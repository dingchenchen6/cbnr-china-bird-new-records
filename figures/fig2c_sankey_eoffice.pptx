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rels" ContentType="application/vnd.openxmlformats-package.relationships+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</Types>
</file>

<file path=_rels/.rels><?xml version="1.0" encoding="UTF-8" standalone="yes"?>

<Relationships  xmlns="http://schemas.openxmlformats.org/package/2006/relationships">
<Relationship Id="rId3" Type="http://schemas.openxmlformats.org/package/2006/relationships/metadata/core-properties" Target="docProps/core.xml"/>
<Relationship Id="rId4" Type="http://schemas.openxmlformats.org/officeDocument/2006/relationships/extended-properties" Target="docProps/app.xml"/>
<Relationship Id="rId1" Type="http://schemas.openxmlformats.org/officeDocument/2006/relationships/officeDocument" Target="ppt/presentation.xml"/>
<Relationship Id="rId2" Type="http://schemas.openxmlformats.org/package/2006/relationships/metadata/thumbnail" Target="docProps/thumbnail.jpeg"/>
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8"/>
  </p:sldIdLst>
  <p:sldSz cx="9144000" cy="6858000" type="screen4x3"/>
  <p:notesSz cx="6858000" cy="9144000"/>
  <p:custDataLst>
    <p:tags r:id="rId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1376" y="-1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

<Relationships  xmlns="http://schemas.openxmlformats.org/package/2006/relationships">
<Relationship Id="rId3" Type="http://schemas.openxmlformats.org/officeDocument/2006/relationships/tags" Target="tags/tag1.xml"/>
<Relationship Id="rId4" Type="http://schemas.openxmlformats.org/officeDocument/2006/relationships/presProps" Target="presProps.xml"/>
<Relationship Id="rId5" Type="http://schemas.openxmlformats.org/officeDocument/2006/relationships/viewProps" Target="viewProps.xml"/>
<Relationship Id="rId6" Type="http://schemas.openxmlformats.org/officeDocument/2006/relationships/theme" Target="theme/theme1.xml"/>
<Relationship Id="rId7" Type="http://schemas.openxmlformats.org/officeDocument/2006/relationships/tableStyles" Target="tableStyles.xml"/>
<Relationship Id="rId1" Type="http://schemas.openxmlformats.org/officeDocument/2006/relationships/slideMaster" Target="slideMasters/slideMaster1.xml"/>
<Relationship Id="rId2" Type="http://schemas.openxmlformats.org/officeDocument/2006/relationships/printerSettings" Target="printerSettings/printerSettings1.bin"/>
<Relationship Id="rId8" Type="http://schemas.openxmlformats.org/officeDocument/2006/relationships/slide" Target="slides/slide1.xml"/>
</Relationships>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/>
              <a:t/>
            </a:r>
          </a:p>
        </p:txBody>
      </p:sp>
      <p:grpSp xmlns:pic="http://schemas.openxmlformats.org/drawingml/2006/picture">
        <p:nvGrpSpPr>
          <p:cNvPr id="3" name=""/>
          <p:cNvGrpSpPr/>
          <p:nvPr/>
        </p:nvGrpSpPr>
        <p:grpSpPr>
          <a:xfrm>
            <a:off x="914400" y="914400"/>
            <a:ext cx="12435840" cy="6217920"/>
            <a:chOff x="914400" y="914400"/>
            <a:chExt cx="12435840" cy="6217920"/>
          </a:xfrm>
        </p:grpSpPr>
        <p:sp>
          <p:nvSpPr>
            <p:cNvPr id="4" name="rc3"/>
            <p:cNvSpPr/>
            <p:nvPr/>
          </p:nvSpPr>
          <p:spPr>
            <a:xfrm>
              <a:off x="914400" y="914400"/>
              <a:ext cx="12435839" cy="621791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" name="rc4"/>
            <p:cNvSpPr/>
            <p:nvPr/>
          </p:nvSpPr>
          <p:spPr>
            <a:xfrm>
              <a:off x="914400" y="914400"/>
              <a:ext cx="12435839" cy="621791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pg5"/>
            <p:cNvSpPr/>
            <p:nvPr/>
          </p:nvSpPr>
          <p:spPr>
            <a:xfrm>
              <a:off x="1199187" y="1713522"/>
              <a:ext cx="12049831" cy="1341602"/>
            </a:xfrm>
            <a:custGeom>
              <a:avLst/>
              <a:pathLst>
                <a:path w="12049831" h="1341602">
                  <a:moveTo>
                    <a:pt x="0" y="398288"/>
                  </a:moveTo>
                  <a:lnTo>
                    <a:pt x="994940" y="398288"/>
                  </a:lnTo>
                  <a:lnTo>
                    <a:pt x="996069" y="398306"/>
                  </a:lnTo>
                  <a:lnTo>
                    <a:pt x="1003523" y="398433"/>
                  </a:lnTo>
                  <a:lnTo>
                    <a:pt x="1022415" y="398785"/>
                  </a:lnTo>
                  <a:lnTo>
                    <a:pt x="1056447" y="399480"/>
                  </a:lnTo>
                  <a:lnTo>
                    <a:pt x="1107689" y="400627"/>
                  </a:lnTo>
                  <a:lnTo>
                    <a:pt x="1176424" y="402323"/>
                  </a:lnTo>
                  <a:lnTo>
                    <a:pt x="1261207" y="404637"/>
                  </a:lnTo>
                  <a:lnTo>
                    <a:pt x="1359182" y="407613"/>
                  </a:lnTo>
                  <a:lnTo>
                    <a:pt x="1466598" y="411266"/>
                  </a:lnTo>
                  <a:lnTo>
                    <a:pt x="1579405" y="415592"/>
                  </a:lnTo>
                  <a:lnTo>
                    <a:pt x="1693777" y="420578"/>
                  </a:lnTo>
                  <a:lnTo>
                    <a:pt x="1806485" y="426213"/>
                  </a:lnTo>
                  <a:lnTo>
                    <a:pt x="1915077" y="432492"/>
                  </a:lnTo>
                  <a:lnTo>
                    <a:pt x="2017905" y="439428"/>
                  </a:lnTo>
                  <a:lnTo>
                    <a:pt x="2114040" y="447051"/>
                  </a:lnTo>
                  <a:lnTo>
                    <a:pt x="2203143" y="455415"/>
                  </a:lnTo>
                  <a:lnTo>
                    <a:pt x="2285313" y="464593"/>
                  </a:lnTo>
                  <a:lnTo>
                    <a:pt x="2360959" y="474678"/>
                  </a:lnTo>
                  <a:lnTo>
                    <a:pt x="2430686" y="485781"/>
                  </a:lnTo>
                  <a:lnTo>
                    <a:pt x="2495212" y="498025"/>
                  </a:lnTo>
                  <a:lnTo>
                    <a:pt x="2555307" y="511537"/>
                  </a:lnTo>
                  <a:lnTo>
                    <a:pt x="2611743" y="526440"/>
                  </a:lnTo>
                  <a:lnTo>
                    <a:pt x="2665254" y="542826"/>
                  </a:lnTo>
                  <a:lnTo>
                    <a:pt x="2702183" y="555507"/>
                  </a:lnTo>
                  <a:lnTo>
                    <a:pt x="2759811" y="577595"/>
                  </a:lnTo>
                  <a:lnTo>
                    <a:pt x="2815717" y="601758"/>
                  </a:lnTo>
                  <a:lnTo>
                    <a:pt x="2870501" y="628031"/>
                  </a:lnTo>
                  <a:lnTo>
                    <a:pt x="2924614" y="656392"/>
                  </a:lnTo>
                  <a:lnTo>
                    <a:pt x="2978385" y="686750"/>
                  </a:lnTo>
                  <a:lnTo>
                    <a:pt x="3032041" y="718946"/>
                  </a:lnTo>
                  <a:lnTo>
                    <a:pt x="3085721" y="752746"/>
                  </a:lnTo>
                  <a:lnTo>
                    <a:pt x="3139493" y="787850"/>
                  </a:lnTo>
                  <a:lnTo>
                    <a:pt x="3193365" y="823901"/>
                  </a:lnTo>
                  <a:lnTo>
                    <a:pt x="3247307" y="860493"/>
                  </a:lnTo>
                  <a:lnTo>
                    <a:pt x="3301265" y="897198"/>
                  </a:lnTo>
                  <a:lnTo>
                    <a:pt x="3355179" y="933580"/>
                  </a:lnTo>
                  <a:lnTo>
                    <a:pt x="3409004" y="969219"/>
                  </a:lnTo>
                  <a:lnTo>
                    <a:pt x="3462727" y="1003732"/>
                  </a:lnTo>
                  <a:lnTo>
                    <a:pt x="3516383" y="1036787"/>
                  </a:lnTo>
                  <a:lnTo>
                    <a:pt x="3570072" y="1068115"/>
                  </a:lnTo>
                  <a:lnTo>
                    <a:pt x="3623975" y="1097520"/>
                  </a:lnTo>
                  <a:lnTo>
                    <a:pt x="3678366" y="1124874"/>
                  </a:lnTo>
                  <a:lnTo>
                    <a:pt x="3733629" y="1150123"/>
                  </a:lnTo>
                  <a:lnTo>
                    <a:pt x="3790286" y="1173271"/>
                  </a:lnTo>
                  <a:lnTo>
                    <a:pt x="3820202" y="1184383"/>
                  </a:lnTo>
                  <a:lnTo>
                    <a:pt x="3872025" y="1201857"/>
                  </a:lnTo>
                  <a:lnTo>
                    <a:pt x="3926294" y="1217816"/>
                  </a:lnTo>
                  <a:lnTo>
                    <a:pt x="3983689" y="1232314"/>
                  </a:lnTo>
                  <a:lnTo>
                    <a:pt x="4044960" y="1245455"/>
                  </a:lnTo>
                  <a:lnTo>
                    <a:pt x="4110882" y="1257362"/>
                  </a:lnTo>
                  <a:lnTo>
                    <a:pt x="4182215" y="1268165"/>
                  </a:lnTo>
                  <a:lnTo>
                    <a:pt x="4259653" y="1277983"/>
                  </a:lnTo>
                  <a:lnTo>
                    <a:pt x="4343756" y="1286921"/>
                  </a:lnTo>
                  <a:lnTo>
                    <a:pt x="4434857" y="1295069"/>
                  </a:lnTo>
                  <a:lnTo>
                    <a:pt x="4532944" y="1302494"/>
                  </a:lnTo>
                  <a:lnTo>
                    <a:pt x="4637527" y="1309241"/>
                  </a:lnTo>
                  <a:lnTo>
                    <a:pt x="4747485" y="1315337"/>
                  </a:lnTo>
                  <a:lnTo>
                    <a:pt x="4860949" y="1320789"/>
                  </a:lnTo>
                  <a:lnTo>
                    <a:pt x="4975236" y="1325590"/>
                  </a:lnTo>
                  <a:lnTo>
                    <a:pt x="5086923" y="1329727"/>
                  </a:lnTo>
                  <a:lnTo>
                    <a:pt x="5192075" y="1333188"/>
                  </a:lnTo>
                  <a:lnTo>
                    <a:pt x="5286668" y="1335973"/>
                  </a:lnTo>
                  <a:lnTo>
                    <a:pt x="5367144" y="1338107"/>
                  </a:lnTo>
                  <a:lnTo>
                    <a:pt x="5431001" y="1339639"/>
                  </a:lnTo>
                  <a:lnTo>
                    <a:pt x="5477263" y="1340648"/>
                  </a:lnTo>
                  <a:lnTo>
                    <a:pt x="5506723" y="1341234"/>
                  </a:lnTo>
                  <a:lnTo>
                    <a:pt x="5521936" y="1341510"/>
                  </a:lnTo>
                  <a:lnTo>
                    <a:pt x="5527023" y="1341595"/>
                  </a:lnTo>
                  <a:lnTo>
                    <a:pt x="5527445" y="1341602"/>
                  </a:lnTo>
                  <a:lnTo>
                    <a:pt x="6522385" y="1341602"/>
                  </a:lnTo>
                  <a:lnTo>
                    <a:pt x="6523508" y="1341577"/>
                  </a:lnTo>
                  <a:lnTo>
                    <a:pt x="6530917" y="1341397"/>
                  </a:lnTo>
                  <a:lnTo>
                    <a:pt x="6549697" y="1340901"/>
                  </a:lnTo>
                  <a:lnTo>
                    <a:pt x="6583536" y="1339924"/>
                  </a:lnTo>
                  <a:lnTo>
                    <a:pt x="6634503" y="1338308"/>
                  </a:lnTo>
                  <a:lnTo>
                    <a:pt x="6702896" y="1335921"/>
                  </a:lnTo>
                  <a:lnTo>
                    <a:pt x="6787299" y="1332661"/>
                  </a:lnTo>
                  <a:lnTo>
                    <a:pt x="6884888" y="1328470"/>
                  </a:lnTo>
                  <a:lnTo>
                    <a:pt x="6991946" y="1323323"/>
                  </a:lnTo>
                  <a:lnTo>
                    <a:pt x="7104447" y="1317227"/>
                  </a:lnTo>
                  <a:lnTo>
                    <a:pt x="7218582" y="1310197"/>
                  </a:lnTo>
                  <a:lnTo>
                    <a:pt x="7331125" y="1302254"/>
                  </a:lnTo>
                  <a:lnTo>
                    <a:pt x="7439621" y="1293402"/>
                  </a:lnTo>
                  <a:lnTo>
                    <a:pt x="7542412" y="1283624"/>
                  </a:lnTo>
                  <a:lnTo>
                    <a:pt x="7638556" y="1272877"/>
                  </a:lnTo>
                  <a:lnTo>
                    <a:pt x="7727701" y="1261088"/>
                  </a:lnTo>
                  <a:lnTo>
                    <a:pt x="7809933" y="1248156"/>
                  </a:lnTo>
                  <a:lnTo>
                    <a:pt x="7885650" y="1233948"/>
                  </a:lnTo>
                  <a:lnTo>
                    <a:pt x="7955446" y="1218312"/>
                  </a:lnTo>
                  <a:lnTo>
                    <a:pt x="8020035" y="1201073"/>
                  </a:lnTo>
                  <a:lnTo>
                    <a:pt x="8080178" y="1182052"/>
                  </a:lnTo>
                  <a:lnTo>
                    <a:pt x="8136644" y="1161076"/>
                  </a:lnTo>
                  <a:lnTo>
                    <a:pt x="8190165" y="1138013"/>
                  </a:lnTo>
                  <a:lnTo>
                    <a:pt x="8229629" y="1118875"/>
                  </a:lnTo>
                  <a:lnTo>
                    <a:pt x="8284267" y="1089307"/>
                  </a:lnTo>
                  <a:lnTo>
                    <a:pt x="8337328" y="1057105"/>
                  </a:lnTo>
                  <a:lnTo>
                    <a:pt x="8389333" y="1022220"/>
                  </a:lnTo>
                  <a:lnTo>
                    <a:pt x="8440681" y="984672"/>
                  </a:lnTo>
                  <a:lnTo>
                    <a:pt x="8491670" y="944552"/>
                  </a:lnTo>
                  <a:lnTo>
                    <a:pt x="8542510" y="902034"/>
                  </a:lnTo>
                  <a:lnTo>
                    <a:pt x="8593340" y="857371"/>
                  </a:lnTo>
                  <a:lnTo>
                    <a:pt x="8644237" y="810900"/>
                  </a:lnTo>
                  <a:lnTo>
                    <a:pt x="8695227" y="763025"/>
                  </a:lnTo>
                  <a:lnTo>
                    <a:pt x="8746297" y="714211"/>
                  </a:lnTo>
                  <a:lnTo>
                    <a:pt x="8797408" y="664964"/>
                  </a:lnTo>
                  <a:lnTo>
                    <a:pt x="8848510" y="615807"/>
                  </a:lnTo>
                  <a:lnTo>
                    <a:pt x="8899556" y="567260"/>
                  </a:lnTo>
                  <a:lnTo>
                    <a:pt x="8950513" y="519817"/>
                  </a:lnTo>
                  <a:lnTo>
                    <a:pt x="9001382" y="473924"/>
                  </a:lnTo>
                  <a:lnTo>
                    <a:pt x="9052205" y="429963"/>
                  </a:lnTo>
                  <a:lnTo>
                    <a:pt x="9103076" y="388243"/>
                  </a:lnTo>
                  <a:lnTo>
                    <a:pt x="9154160" y="348990"/>
                  </a:lnTo>
                  <a:lnTo>
                    <a:pt x="9205696" y="312349"/>
                  </a:lnTo>
                  <a:lnTo>
                    <a:pt x="9258013" y="278387"/>
                  </a:lnTo>
                  <a:lnTo>
                    <a:pt x="9311549" y="247097"/>
                  </a:lnTo>
                  <a:lnTo>
                    <a:pt x="9347647" y="227967"/>
                  </a:lnTo>
                  <a:lnTo>
                    <a:pt x="9399360" y="203262"/>
                  </a:lnTo>
                  <a:lnTo>
                    <a:pt x="9453505" y="180694"/>
                  </a:lnTo>
                  <a:lnTo>
                    <a:pt x="9510761" y="160188"/>
                  </a:lnTo>
                  <a:lnTo>
                    <a:pt x="9571871" y="141598"/>
                  </a:lnTo>
                  <a:lnTo>
                    <a:pt x="9637606" y="124748"/>
                  </a:lnTo>
                  <a:lnTo>
                    <a:pt x="9708723" y="109460"/>
                  </a:lnTo>
                  <a:lnTo>
                    <a:pt x="9785910" y="95563"/>
                  </a:lnTo>
                  <a:lnTo>
                    <a:pt x="9869728" y="82908"/>
                  </a:lnTo>
                  <a:lnTo>
                    <a:pt x="9960510" y="71370"/>
                  </a:lnTo>
                  <a:lnTo>
                    <a:pt x="10058255" y="60855"/>
                  </a:lnTo>
                  <a:lnTo>
                    <a:pt x="10162484" y="51295"/>
                  </a:lnTo>
                  <a:lnTo>
                    <a:pt x="10272100" y="42655"/>
                  </a:lnTo>
                  <a:lnTo>
                    <a:pt x="10385264" y="34924"/>
                  </a:lnTo>
                  <a:lnTo>
                    <a:pt x="10499332" y="28110"/>
                  </a:lnTo>
                  <a:lnTo>
                    <a:pt x="10610920" y="22233"/>
                  </a:lnTo>
                  <a:lnTo>
                    <a:pt x="10716128" y="17310"/>
                  </a:lnTo>
                  <a:lnTo>
                    <a:pt x="10810952" y="13339"/>
                  </a:lnTo>
                  <a:lnTo>
                    <a:pt x="10891831" y="10290"/>
                  </a:lnTo>
                  <a:lnTo>
                    <a:pt x="10956229" y="8093"/>
                  </a:lnTo>
                  <a:lnTo>
                    <a:pt x="11003111" y="6639"/>
                  </a:lnTo>
                  <a:lnTo>
                    <a:pt x="11033192" y="5788"/>
                  </a:lnTo>
                  <a:lnTo>
                    <a:pt x="11048938" y="5381"/>
                  </a:lnTo>
                  <a:lnTo>
                    <a:pt x="11054379" y="525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9" y="25"/>
                  </a:lnTo>
                  <a:lnTo>
                    <a:pt x="11046360" y="204"/>
                  </a:lnTo>
                  <a:lnTo>
                    <a:pt x="11027579" y="700"/>
                  </a:lnTo>
                  <a:lnTo>
                    <a:pt x="10993740" y="1678"/>
                  </a:lnTo>
                  <a:lnTo>
                    <a:pt x="10942774" y="3293"/>
                  </a:lnTo>
                  <a:lnTo>
                    <a:pt x="10874380" y="5681"/>
                  </a:lnTo>
                  <a:lnTo>
                    <a:pt x="10789977" y="8940"/>
                  </a:lnTo>
                  <a:lnTo>
                    <a:pt x="10692389" y="13131"/>
                  </a:lnTo>
                  <a:lnTo>
                    <a:pt x="10585331" y="18278"/>
                  </a:lnTo>
                  <a:lnTo>
                    <a:pt x="10472830" y="24375"/>
                  </a:lnTo>
                  <a:lnTo>
                    <a:pt x="10358695" y="31404"/>
                  </a:lnTo>
                  <a:lnTo>
                    <a:pt x="10246151" y="39347"/>
                  </a:lnTo>
                  <a:lnTo>
                    <a:pt x="10137655" y="48200"/>
                  </a:lnTo>
                  <a:lnTo>
                    <a:pt x="10034865" y="57978"/>
                  </a:lnTo>
                  <a:lnTo>
                    <a:pt x="9938720" y="68724"/>
                  </a:lnTo>
                  <a:lnTo>
                    <a:pt x="9849576" y="80513"/>
                  </a:lnTo>
                  <a:lnTo>
                    <a:pt x="9767343" y="93446"/>
                  </a:lnTo>
                  <a:lnTo>
                    <a:pt x="9691627" y="107653"/>
                  </a:lnTo>
                  <a:lnTo>
                    <a:pt x="9621830" y="123289"/>
                  </a:lnTo>
                  <a:lnTo>
                    <a:pt x="9557242" y="140528"/>
                  </a:lnTo>
                  <a:lnTo>
                    <a:pt x="9497099" y="159550"/>
                  </a:lnTo>
                  <a:lnTo>
                    <a:pt x="9440632" y="180525"/>
                  </a:lnTo>
                  <a:lnTo>
                    <a:pt x="9387111" y="203588"/>
                  </a:lnTo>
                  <a:lnTo>
                    <a:pt x="9347647" y="222726"/>
                  </a:lnTo>
                  <a:lnTo>
                    <a:pt x="9293010" y="252295"/>
                  </a:lnTo>
                  <a:lnTo>
                    <a:pt x="9239949" y="284497"/>
                  </a:lnTo>
                  <a:lnTo>
                    <a:pt x="9187943" y="319381"/>
                  </a:lnTo>
                  <a:lnTo>
                    <a:pt x="9136595" y="356930"/>
                  </a:lnTo>
                  <a:lnTo>
                    <a:pt x="9085607" y="397049"/>
                  </a:lnTo>
                  <a:lnTo>
                    <a:pt x="9034767" y="439568"/>
                  </a:lnTo>
                  <a:lnTo>
                    <a:pt x="8983936" y="484230"/>
                  </a:lnTo>
                  <a:lnTo>
                    <a:pt x="8933039" y="530702"/>
                  </a:lnTo>
                  <a:lnTo>
                    <a:pt x="8882049" y="578577"/>
                  </a:lnTo>
                  <a:lnTo>
                    <a:pt x="8830980" y="627390"/>
                  </a:lnTo>
                  <a:lnTo>
                    <a:pt x="8779869" y="676638"/>
                  </a:lnTo>
                  <a:lnTo>
                    <a:pt x="8728766" y="725795"/>
                  </a:lnTo>
                  <a:lnTo>
                    <a:pt x="8677721" y="774341"/>
                  </a:lnTo>
                  <a:lnTo>
                    <a:pt x="8626763" y="821785"/>
                  </a:lnTo>
                  <a:lnTo>
                    <a:pt x="8575894" y="867678"/>
                  </a:lnTo>
                  <a:lnTo>
                    <a:pt x="8525072" y="911638"/>
                  </a:lnTo>
                  <a:lnTo>
                    <a:pt x="8474200" y="953358"/>
                  </a:lnTo>
                  <a:lnTo>
                    <a:pt x="8423116" y="992611"/>
                  </a:lnTo>
                  <a:lnTo>
                    <a:pt x="8371581" y="1029252"/>
                  </a:lnTo>
                  <a:lnTo>
                    <a:pt x="8319264" y="1063214"/>
                  </a:lnTo>
                  <a:lnTo>
                    <a:pt x="8265727" y="1094504"/>
                  </a:lnTo>
                  <a:lnTo>
                    <a:pt x="8229629" y="1113634"/>
                  </a:lnTo>
                  <a:lnTo>
                    <a:pt x="8177917" y="1138340"/>
                  </a:lnTo>
                  <a:lnTo>
                    <a:pt x="8123771" y="1160907"/>
                  </a:lnTo>
                  <a:lnTo>
                    <a:pt x="8066515" y="1181414"/>
                  </a:lnTo>
                  <a:lnTo>
                    <a:pt x="8005405" y="1200004"/>
                  </a:lnTo>
                  <a:lnTo>
                    <a:pt x="7939670" y="1216853"/>
                  </a:lnTo>
                  <a:lnTo>
                    <a:pt x="7868554" y="1232141"/>
                  </a:lnTo>
                  <a:lnTo>
                    <a:pt x="7791366" y="1246038"/>
                  </a:lnTo>
                  <a:lnTo>
                    <a:pt x="7707549" y="1258694"/>
                  </a:lnTo>
                  <a:lnTo>
                    <a:pt x="7616766" y="1270231"/>
                  </a:lnTo>
                  <a:lnTo>
                    <a:pt x="7519022" y="1280747"/>
                  </a:lnTo>
                  <a:lnTo>
                    <a:pt x="7414793" y="1290306"/>
                  </a:lnTo>
                  <a:lnTo>
                    <a:pt x="7305177" y="1298946"/>
                  </a:lnTo>
                  <a:lnTo>
                    <a:pt x="7192013" y="1306677"/>
                  </a:lnTo>
                  <a:lnTo>
                    <a:pt x="7077945" y="1313491"/>
                  </a:lnTo>
                  <a:lnTo>
                    <a:pt x="6966357" y="1319368"/>
                  </a:lnTo>
                  <a:lnTo>
                    <a:pt x="6861148" y="1324291"/>
                  </a:lnTo>
                  <a:lnTo>
                    <a:pt x="6766324" y="1328262"/>
                  </a:lnTo>
                  <a:lnTo>
                    <a:pt x="6685445" y="1331312"/>
                  </a:lnTo>
                  <a:lnTo>
                    <a:pt x="6621047" y="1333509"/>
                  </a:lnTo>
                  <a:lnTo>
                    <a:pt x="6574166" y="1334963"/>
                  </a:lnTo>
                  <a:lnTo>
                    <a:pt x="6544085" y="1335813"/>
                  </a:lnTo>
                  <a:lnTo>
                    <a:pt x="6528339" y="1336221"/>
                  </a:lnTo>
                  <a:lnTo>
                    <a:pt x="6522898" y="1336350"/>
                  </a:lnTo>
                  <a:lnTo>
                    <a:pt x="6522385" y="1336361"/>
                  </a:lnTo>
                  <a:lnTo>
                    <a:pt x="5527445" y="1336361"/>
                  </a:lnTo>
                  <a:lnTo>
                    <a:pt x="5526316" y="1336343"/>
                  </a:lnTo>
                  <a:lnTo>
                    <a:pt x="5518862" y="1336216"/>
                  </a:lnTo>
                  <a:lnTo>
                    <a:pt x="5499970" y="1335863"/>
                  </a:lnTo>
                  <a:lnTo>
                    <a:pt x="5465938" y="1335169"/>
                  </a:lnTo>
                  <a:lnTo>
                    <a:pt x="5414696" y="1334022"/>
                  </a:lnTo>
                  <a:lnTo>
                    <a:pt x="5345961" y="1332326"/>
                  </a:lnTo>
                  <a:lnTo>
                    <a:pt x="5261178" y="1330011"/>
                  </a:lnTo>
                  <a:lnTo>
                    <a:pt x="5163203" y="1327036"/>
                  </a:lnTo>
                  <a:lnTo>
                    <a:pt x="5055787" y="1323383"/>
                  </a:lnTo>
                  <a:lnTo>
                    <a:pt x="4942980" y="1319057"/>
                  </a:lnTo>
                  <a:lnTo>
                    <a:pt x="4828608" y="1314070"/>
                  </a:lnTo>
                  <a:lnTo>
                    <a:pt x="4715900" y="1308436"/>
                  </a:lnTo>
                  <a:lnTo>
                    <a:pt x="4607308" y="1302157"/>
                  </a:lnTo>
                  <a:lnTo>
                    <a:pt x="4504480" y="1295221"/>
                  </a:lnTo>
                  <a:lnTo>
                    <a:pt x="4408345" y="1287598"/>
                  </a:lnTo>
                  <a:lnTo>
                    <a:pt x="4319242" y="1279234"/>
                  </a:lnTo>
                  <a:lnTo>
                    <a:pt x="4237072" y="1270056"/>
                  </a:lnTo>
                  <a:lnTo>
                    <a:pt x="4161426" y="1259971"/>
                  </a:lnTo>
                  <a:lnTo>
                    <a:pt x="4091699" y="1248868"/>
                  </a:lnTo>
                  <a:lnTo>
                    <a:pt x="4027173" y="1236624"/>
                  </a:lnTo>
                  <a:lnTo>
                    <a:pt x="3967078" y="1223112"/>
                  </a:lnTo>
                  <a:lnTo>
                    <a:pt x="3910642" y="1208209"/>
                  </a:lnTo>
                  <a:lnTo>
                    <a:pt x="3857131" y="1191823"/>
                  </a:lnTo>
                  <a:lnTo>
                    <a:pt x="3820202" y="1179142"/>
                  </a:lnTo>
                  <a:lnTo>
                    <a:pt x="3762574" y="1157054"/>
                  </a:lnTo>
                  <a:lnTo>
                    <a:pt x="3706668" y="1132891"/>
                  </a:lnTo>
                  <a:lnTo>
                    <a:pt x="3651884" y="1106618"/>
                  </a:lnTo>
                  <a:lnTo>
                    <a:pt x="3597771" y="1078257"/>
                  </a:lnTo>
                  <a:lnTo>
                    <a:pt x="3544000" y="1047899"/>
                  </a:lnTo>
                  <a:lnTo>
                    <a:pt x="3490344" y="1015703"/>
                  </a:lnTo>
                  <a:lnTo>
                    <a:pt x="3436664" y="981903"/>
                  </a:lnTo>
                  <a:lnTo>
                    <a:pt x="3382892" y="946798"/>
                  </a:lnTo>
                  <a:lnTo>
                    <a:pt x="3329020" y="910748"/>
                  </a:lnTo>
                  <a:lnTo>
                    <a:pt x="3275078" y="874156"/>
                  </a:lnTo>
                  <a:lnTo>
                    <a:pt x="3221120" y="837451"/>
                  </a:lnTo>
                  <a:lnTo>
                    <a:pt x="3167206" y="801069"/>
                  </a:lnTo>
                  <a:lnTo>
                    <a:pt x="3113381" y="765429"/>
                  </a:lnTo>
                  <a:lnTo>
                    <a:pt x="3059658" y="730917"/>
                  </a:lnTo>
                  <a:lnTo>
                    <a:pt x="3006002" y="697862"/>
                  </a:lnTo>
                  <a:lnTo>
                    <a:pt x="2952313" y="666534"/>
                  </a:lnTo>
                  <a:lnTo>
                    <a:pt x="2898410" y="637129"/>
                  </a:lnTo>
                  <a:lnTo>
                    <a:pt x="2844019" y="609774"/>
                  </a:lnTo>
                  <a:lnTo>
                    <a:pt x="2788756" y="584526"/>
                  </a:lnTo>
                  <a:lnTo>
                    <a:pt x="2732099" y="561378"/>
                  </a:lnTo>
                  <a:lnTo>
                    <a:pt x="2702183" y="550266"/>
                  </a:lnTo>
                  <a:lnTo>
                    <a:pt x="2650360" y="532792"/>
                  </a:lnTo>
                  <a:lnTo>
                    <a:pt x="2596091" y="516833"/>
                  </a:lnTo>
                  <a:lnTo>
                    <a:pt x="2538696" y="502335"/>
                  </a:lnTo>
                  <a:lnTo>
                    <a:pt x="2477425" y="489194"/>
                  </a:lnTo>
                  <a:lnTo>
                    <a:pt x="2411503" y="477286"/>
                  </a:lnTo>
                  <a:lnTo>
                    <a:pt x="2340170" y="466484"/>
                  </a:lnTo>
                  <a:lnTo>
                    <a:pt x="2262732" y="456666"/>
                  </a:lnTo>
                  <a:lnTo>
                    <a:pt x="2178629" y="447727"/>
                  </a:lnTo>
                  <a:lnTo>
                    <a:pt x="2087528" y="439580"/>
                  </a:lnTo>
                  <a:lnTo>
                    <a:pt x="1989441" y="432155"/>
                  </a:lnTo>
                  <a:lnTo>
                    <a:pt x="1884858" y="425408"/>
                  </a:lnTo>
                  <a:lnTo>
                    <a:pt x="1774900" y="419312"/>
                  </a:lnTo>
                  <a:lnTo>
                    <a:pt x="1661436" y="413860"/>
                  </a:lnTo>
                  <a:lnTo>
                    <a:pt x="1547149" y="409059"/>
                  </a:lnTo>
                  <a:lnTo>
                    <a:pt x="1435462" y="404922"/>
                  </a:lnTo>
                  <a:lnTo>
                    <a:pt x="1330310" y="401461"/>
                  </a:lnTo>
                  <a:lnTo>
                    <a:pt x="1235717" y="398676"/>
                  </a:lnTo>
                  <a:lnTo>
                    <a:pt x="1155241" y="396542"/>
                  </a:lnTo>
                  <a:lnTo>
                    <a:pt x="1091384" y="395010"/>
                  </a:lnTo>
                  <a:lnTo>
                    <a:pt x="1045122" y="394001"/>
                  </a:lnTo>
                  <a:lnTo>
                    <a:pt x="1015662" y="393415"/>
                  </a:lnTo>
                  <a:lnTo>
                    <a:pt x="1000449" y="393139"/>
                  </a:lnTo>
                  <a:lnTo>
                    <a:pt x="995362" y="393054"/>
                  </a:lnTo>
                  <a:lnTo>
                    <a:pt x="994940" y="393047"/>
                  </a:lnTo>
                  <a:lnTo>
                    <a:pt x="0" y="393047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" name="pl6"/>
            <p:cNvSpPr/>
            <p:nvPr/>
          </p:nvSpPr>
          <p:spPr>
            <a:xfrm>
              <a:off x="1199187" y="1718763"/>
              <a:ext cx="12049831" cy="1336361"/>
            </a:xfrm>
            <a:custGeom>
              <a:avLst/>
              <a:pathLst>
                <a:path w="12049831" h="1336361">
                  <a:moveTo>
                    <a:pt x="0" y="393047"/>
                  </a:moveTo>
                  <a:lnTo>
                    <a:pt x="994940" y="393047"/>
                  </a:lnTo>
                  <a:lnTo>
                    <a:pt x="996069" y="393065"/>
                  </a:lnTo>
                  <a:lnTo>
                    <a:pt x="1003523" y="393192"/>
                  </a:lnTo>
                  <a:lnTo>
                    <a:pt x="1022415" y="393545"/>
                  </a:lnTo>
                  <a:lnTo>
                    <a:pt x="1056447" y="394239"/>
                  </a:lnTo>
                  <a:lnTo>
                    <a:pt x="1107689" y="395387"/>
                  </a:lnTo>
                  <a:lnTo>
                    <a:pt x="1176424" y="397082"/>
                  </a:lnTo>
                  <a:lnTo>
                    <a:pt x="1261207" y="399397"/>
                  </a:lnTo>
                  <a:lnTo>
                    <a:pt x="1359182" y="402372"/>
                  </a:lnTo>
                  <a:lnTo>
                    <a:pt x="1466598" y="406025"/>
                  </a:lnTo>
                  <a:lnTo>
                    <a:pt x="1579405" y="410351"/>
                  </a:lnTo>
                  <a:lnTo>
                    <a:pt x="1693777" y="415338"/>
                  </a:lnTo>
                  <a:lnTo>
                    <a:pt x="1806485" y="420972"/>
                  </a:lnTo>
                  <a:lnTo>
                    <a:pt x="1915077" y="427251"/>
                  </a:lnTo>
                  <a:lnTo>
                    <a:pt x="2017905" y="434187"/>
                  </a:lnTo>
                  <a:lnTo>
                    <a:pt x="2114040" y="441811"/>
                  </a:lnTo>
                  <a:lnTo>
                    <a:pt x="2203143" y="450175"/>
                  </a:lnTo>
                  <a:lnTo>
                    <a:pt x="2285313" y="459353"/>
                  </a:lnTo>
                  <a:lnTo>
                    <a:pt x="2360959" y="469438"/>
                  </a:lnTo>
                  <a:lnTo>
                    <a:pt x="2430686" y="480540"/>
                  </a:lnTo>
                  <a:lnTo>
                    <a:pt x="2495212" y="492784"/>
                  </a:lnTo>
                  <a:lnTo>
                    <a:pt x="2555307" y="506297"/>
                  </a:lnTo>
                  <a:lnTo>
                    <a:pt x="2611743" y="521200"/>
                  </a:lnTo>
                  <a:lnTo>
                    <a:pt x="2665254" y="537585"/>
                  </a:lnTo>
                  <a:lnTo>
                    <a:pt x="2702183" y="550266"/>
                  </a:lnTo>
                  <a:lnTo>
                    <a:pt x="2759811" y="572354"/>
                  </a:lnTo>
                  <a:lnTo>
                    <a:pt x="2815717" y="596517"/>
                  </a:lnTo>
                  <a:lnTo>
                    <a:pt x="2870501" y="622791"/>
                  </a:lnTo>
                  <a:lnTo>
                    <a:pt x="2924614" y="651151"/>
                  </a:lnTo>
                  <a:lnTo>
                    <a:pt x="2978385" y="681510"/>
                  </a:lnTo>
                  <a:lnTo>
                    <a:pt x="3032041" y="713705"/>
                  </a:lnTo>
                  <a:lnTo>
                    <a:pt x="3085721" y="747505"/>
                  </a:lnTo>
                  <a:lnTo>
                    <a:pt x="3139493" y="782610"/>
                  </a:lnTo>
                  <a:lnTo>
                    <a:pt x="3193365" y="818660"/>
                  </a:lnTo>
                  <a:lnTo>
                    <a:pt x="3247307" y="855253"/>
                  </a:lnTo>
                  <a:lnTo>
                    <a:pt x="3301265" y="891958"/>
                  </a:lnTo>
                  <a:lnTo>
                    <a:pt x="3355179" y="928339"/>
                  </a:lnTo>
                  <a:lnTo>
                    <a:pt x="3409004" y="963979"/>
                  </a:lnTo>
                  <a:lnTo>
                    <a:pt x="3462727" y="998492"/>
                  </a:lnTo>
                  <a:lnTo>
                    <a:pt x="3516383" y="1031546"/>
                  </a:lnTo>
                  <a:lnTo>
                    <a:pt x="3570072" y="1062875"/>
                  </a:lnTo>
                  <a:lnTo>
                    <a:pt x="3623975" y="1092279"/>
                  </a:lnTo>
                  <a:lnTo>
                    <a:pt x="3678366" y="1119634"/>
                  </a:lnTo>
                  <a:lnTo>
                    <a:pt x="3733629" y="1144882"/>
                  </a:lnTo>
                  <a:lnTo>
                    <a:pt x="3790286" y="1168030"/>
                  </a:lnTo>
                  <a:lnTo>
                    <a:pt x="3820202" y="1179142"/>
                  </a:lnTo>
                  <a:lnTo>
                    <a:pt x="3872025" y="1196616"/>
                  </a:lnTo>
                  <a:lnTo>
                    <a:pt x="3926294" y="1212576"/>
                  </a:lnTo>
                  <a:lnTo>
                    <a:pt x="3983689" y="1227074"/>
                  </a:lnTo>
                  <a:lnTo>
                    <a:pt x="4044960" y="1240214"/>
                  </a:lnTo>
                  <a:lnTo>
                    <a:pt x="4110882" y="1252122"/>
                  </a:lnTo>
                  <a:lnTo>
                    <a:pt x="4182215" y="1262924"/>
                  </a:lnTo>
                  <a:lnTo>
                    <a:pt x="4259653" y="1272742"/>
                  </a:lnTo>
                  <a:lnTo>
                    <a:pt x="4343756" y="1281681"/>
                  </a:lnTo>
                  <a:lnTo>
                    <a:pt x="4434857" y="1289829"/>
                  </a:lnTo>
                  <a:lnTo>
                    <a:pt x="4532944" y="1297253"/>
                  </a:lnTo>
                  <a:lnTo>
                    <a:pt x="4637527" y="1304001"/>
                  </a:lnTo>
                  <a:lnTo>
                    <a:pt x="4747485" y="1310097"/>
                  </a:lnTo>
                  <a:lnTo>
                    <a:pt x="4860949" y="1315549"/>
                  </a:lnTo>
                  <a:lnTo>
                    <a:pt x="4975236" y="1320350"/>
                  </a:lnTo>
                  <a:lnTo>
                    <a:pt x="5086923" y="1324486"/>
                  </a:lnTo>
                  <a:lnTo>
                    <a:pt x="5192075" y="1327947"/>
                  </a:lnTo>
                  <a:lnTo>
                    <a:pt x="5286668" y="1330733"/>
                  </a:lnTo>
                  <a:lnTo>
                    <a:pt x="5367144" y="1332866"/>
                  </a:lnTo>
                  <a:lnTo>
                    <a:pt x="5431001" y="1334398"/>
                  </a:lnTo>
                  <a:lnTo>
                    <a:pt x="5477263" y="1335407"/>
                  </a:lnTo>
                  <a:lnTo>
                    <a:pt x="5506723" y="1335993"/>
                  </a:lnTo>
                  <a:lnTo>
                    <a:pt x="5521936" y="1336270"/>
                  </a:lnTo>
                  <a:lnTo>
                    <a:pt x="5527023" y="1336355"/>
                  </a:lnTo>
                  <a:lnTo>
                    <a:pt x="5527445" y="1336361"/>
                  </a:lnTo>
                  <a:lnTo>
                    <a:pt x="6522385" y="1336361"/>
                  </a:lnTo>
                  <a:lnTo>
                    <a:pt x="6523508" y="1336336"/>
                  </a:lnTo>
                  <a:lnTo>
                    <a:pt x="6530917" y="1336156"/>
                  </a:lnTo>
                  <a:lnTo>
                    <a:pt x="6549697" y="1335661"/>
                  </a:lnTo>
                  <a:lnTo>
                    <a:pt x="6583536" y="1334683"/>
                  </a:lnTo>
                  <a:lnTo>
                    <a:pt x="6634503" y="1333068"/>
                  </a:lnTo>
                  <a:lnTo>
                    <a:pt x="6702896" y="1330680"/>
                  </a:lnTo>
                  <a:lnTo>
                    <a:pt x="6787299" y="1327421"/>
                  </a:lnTo>
                  <a:lnTo>
                    <a:pt x="6884888" y="1323229"/>
                  </a:lnTo>
                  <a:lnTo>
                    <a:pt x="6991946" y="1318083"/>
                  </a:lnTo>
                  <a:lnTo>
                    <a:pt x="7104447" y="1311986"/>
                  </a:lnTo>
                  <a:lnTo>
                    <a:pt x="7218582" y="1304957"/>
                  </a:lnTo>
                  <a:lnTo>
                    <a:pt x="7331125" y="1297013"/>
                  </a:lnTo>
                  <a:lnTo>
                    <a:pt x="7439621" y="1288161"/>
                  </a:lnTo>
                  <a:lnTo>
                    <a:pt x="7542412" y="1278383"/>
                  </a:lnTo>
                  <a:lnTo>
                    <a:pt x="7638556" y="1267636"/>
                  </a:lnTo>
                  <a:lnTo>
                    <a:pt x="7727701" y="1255848"/>
                  </a:lnTo>
                  <a:lnTo>
                    <a:pt x="7809933" y="1242915"/>
                  </a:lnTo>
                  <a:lnTo>
                    <a:pt x="7885650" y="1228708"/>
                  </a:lnTo>
                  <a:lnTo>
                    <a:pt x="7955446" y="1213071"/>
                  </a:lnTo>
                  <a:lnTo>
                    <a:pt x="8020035" y="1195833"/>
                  </a:lnTo>
                  <a:lnTo>
                    <a:pt x="8080178" y="1176811"/>
                  </a:lnTo>
                  <a:lnTo>
                    <a:pt x="8136644" y="1155835"/>
                  </a:lnTo>
                  <a:lnTo>
                    <a:pt x="8190165" y="1132773"/>
                  </a:lnTo>
                  <a:lnTo>
                    <a:pt x="8229629" y="1113634"/>
                  </a:lnTo>
                  <a:lnTo>
                    <a:pt x="8284267" y="1084066"/>
                  </a:lnTo>
                  <a:lnTo>
                    <a:pt x="8337328" y="1051864"/>
                  </a:lnTo>
                  <a:lnTo>
                    <a:pt x="8389333" y="1016980"/>
                  </a:lnTo>
                  <a:lnTo>
                    <a:pt x="8440681" y="979431"/>
                  </a:lnTo>
                  <a:lnTo>
                    <a:pt x="8491670" y="939311"/>
                  </a:lnTo>
                  <a:lnTo>
                    <a:pt x="8542510" y="896793"/>
                  </a:lnTo>
                  <a:lnTo>
                    <a:pt x="8593340" y="852131"/>
                  </a:lnTo>
                  <a:lnTo>
                    <a:pt x="8644237" y="805659"/>
                  </a:lnTo>
                  <a:lnTo>
                    <a:pt x="8695227" y="757784"/>
                  </a:lnTo>
                  <a:lnTo>
                    <a:pt x="8746297" y="708971"/>
                  </a:lnTo>
                  <a:lnTo>
                    <a:pt x="8797408" y="659723"/>
                  </a:lnTo>
                  <a:lnTo>
                    <a:pt x="8848510" y="610566"/>
                  </a:lnTo>
                  <a:lnTo>
                    <a:pt x="8899556" y="562019"/>
                  </a:lnTo>
                  <a:lnTo>
                    <a:pt x="8950513" y="514576"/>
                  </a:lnTo>
                  <a:lnTo>
                    <a:pt x="9001382" y="468683"/>
                  </a:lnTo>
                  <a:lnTo>
                    <a:pt x="9052205" y="424722"/>
                  </a:lnTo>
                  <a:lnTo>
                    <a:pt x="9103076" y="383002"/>
                  </a:lnTo>
                  <a:lnTo>
                    <a:pt x="9154160" y="343750"/>
                  </a:lnTo>
                  <a:lnTo>
                    <a:pt x="9205696" y="307109"/>
                  </a:lnTo>
                  <a:lnTo>
                    <a:pt x="9258013" y="273146"/>
                  </a:lnTo>
                  <a:lnTo>
                    <a:pt x="9311549" y="241856"/>
                  </a:lnTo>
                  <a:lnTo>
                    <a:pt x="9347647" y="222726"/>
                  </a:lnTo>
                  <a:lnTo>
                    <a:pt x="9399360" y="198021"/>
                  </a:lnTo>
                  <a:lnTo>
                    <a:pt x="9453505" y="175453"/>
                  </a:lnTo>
                  <a:lnTo>
                    <a:pt x="9510761" y="154947"/>
                  </a:lnTo>
                  <a:lnTo>
                    <a:pt x="9571871" y="136357"/>
                  </a:lnTo>
                  <a:lnTo>
                    <a:pt x="9637606" y="119508"/>
                  </a:lnTo>
                  <a:lnTo>
                    <a:pt x="9708723" y="104220"/>
                  </a:lnTo>
                  <a:lnTo>
                    <a:pt x="9785910" y="90323"/>
                  </a:lnTo>
                  <a:lnTo>
                    <a:pt x="9869728" y="77667"/>
                  </a:lnTo>
                  <a:lnTo>
                    <a:pt x="9960510" y="66130"/>
                  </a:lnTo>
                  <a:lnTo>
                    <a:pt x="10058255" y="55614"/>
                  </a:lnTo>
                  <a:lnTo>
                    <a:pt x="10162484" y="46055"/>
                  </a:lnTo>
                  <a:lnTo>
                    <a:pt x="10272100" y="37415"/>
                  </a:lnTo>
                  <a:lnTo>
                    <a:pt x="10385264" y="29683"/>
                  </a:lnTo>
                  <a:lnTo>
                    <a:pt x="10499332" y="22870"/>
                  </a:lnTo>
                  <a:lnTo>
                    <a:pt x="10610920" y="16993"/>
                  </a:lnTo>
                  <a:lnTo>
                    <a:pt x="10716128" y="12069"/>
                  </a:lnTo>
                  <a:lnTo>
                    <a:pt x="10810952" y="8098"/>
                  </a:lnTo>
                  <a:lnTo>
                    <a:pt x="10891831" y="5049"/>
                  </a:lnTo>
                  <a:lnTo>
                    <a:pt x="10956229" y="2852"/>
                  </a:lnTo>
                  <a:lnTo>
                    <a:pt x="11003111" y="1398"/>
                  </a:lnTo>
                  <a:lnTo>
                    <a:pt x="11033192" y="548"/>
                  </a:lnTo>
                  <a:lnTo>
                    <a:pt x="11048938" y="140"/>
                  </a:lnTo>
                  <a:lnTo>
                    <a:pt x="11054379" y="1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" name="pl7"/>
            <p:cNvSpPr/>
            <p:nvPr/>
          </p:nvSpPr>
          <p:spPr>
            <a:xfrm>
              <a:off x="1199187" y="1713522"/>
              <a:ext cx="12049831" cy="1336361"/>
            </a:xfrm>
            <a:custGeom>
              <a:avLst/>
              <a:pathLst>
                <a:path w="12049831" h="1336361">
                  <a:moveTo>
                    <a:pt x="12049831" y="0"/>
                  </a:moveTo>
                  <a:lnTo>
                    <a:pt x="11054891" y="0"/>
                  </a:lnTo>
                  <a:lnTo>
                    <a:pt x="11053769" y="25"/>
                  </a:lnTo>
                  <a:lnTo>
                    <a:pt x="11046360" y="204"/>
                  </a:lnTo>
                  <a:lnTo>
                    <a:pt x="11027579" y="700"/>
                  </a:lnTo>
                  <a:lnTo>
                    <a:pt x="10993740" y="1678"/>
                  </a:lnTo>
                  <a:lnTo>
                    <a:pt x="10942774" y="3293"/>
                  </a:lnTo>
                  <a:lnTo>
                    <a:pt x="10874380" y="5681"/>
                  </a:lnTo>
                  <a:lnTo>
                    <a:pt x="10789977" y="8940"/>
                  </a:lnTo>
                  <a:lnTo>
                    <a:pt x="10692389" y="13131"/>
                  </a:lnTo>
                  <a:lnTo>
                    <a:pt x="10585331" y="18278"/>
                  </a:lnTo>
                  <a:lnTo>
                    <a:pt x="10472830" y="24375"/>
                  </a:lnTo>
                  <a:lnTo>
                    <a:pt x="10358695" y="31404"/>
                  </a:lnTo>
                  <a:lnTo>
                    <a:pt x="10246151" y="39347"/>
                  </a:lnTo>
                  <a:lnTo>
                    <a:pt x="10137655" y="48200"/>
                  </a:lnTo>
                  <a:lnTo>
                    <a:pt x="10034865" y="57978"/>
                  </a:lnTo>
                  <a:lnTo>
                    <a:pt x="9938720" y="68724"/>
                  </a:lnTo>
                  <a:lnTo>
                    <a:pt x="9849576" y="80513"/>
                  </a:lnTo>
                  <a:lnTo>
                    <a:pt x="9767343" y="93446"/>
                  </a:lnTo>
                  <a:lnTo>
                    <a:pt x="9691627" y="107653"/>
                  </a:lnTo>
                  <a:lnTo>
                    <a:pt x="9621830" y="123289"/>
                  </a:lnTo>
                  <a:lnTo>
                    <a:pt x="9557242" y="140528"/>
                  </a:lnTo>
                  <a:lnTo>
                    <a:pt x="9497099" y="159550"/>
                  </a:lnTo>
                  <a:lnTo>
                    <a:pt x="9440632" y="180525"/>
                  </a:lnTo>
                  <a:lnTo>
                    <a:pt x="9387111" y="203588"/>
                  </a:lnTo>
                  <a:lnTo>
                    <a:pt x="9347647" y="222726"/>
                  </a:lnTo>
                  <a:lnTo>
                    <a:pt x="9293010" y="252295"/>
                  </a:lnTo>
                  <a:lnTo>
                    <a:pt x="9239949" y="284497"/>
                  </a:lnTo>
                  <a:lnTo>
                    <a:pt x="9187943" y="319381"/>
                  </a:lnTo>
                  <a:lnTo>
                    <a:pt x="9136595" y="356930"/>
                  </a:lnTo>
                  <a:lnTo>
                    <a:pt x="9085607" y="397049"/>
                  </a:lnTo>
                  <a:lnTo>
                    <a:pt x="9034767" y="439568"/>
                  </a:lnTo>
                  <a:lnTo>
                    <a:pt x="8983936" y="484230"/>
                  </a:lnTo>
                  <a:lnTo>
                    <a:pt x="8933039" y="530702"/>
                  </a:lnTo>
                  <a:lnTo>
                    <a:pt x="8882049" y="578577"/>
                  </a:lnTo>
                  <a:lnTo>
                    <a:pt x="8830980" y="627390"/>
                  </a:lnTo>
                  <a:lnTo>
                    <a:pt x="8779869" y="676638"/>
                  </a:lnTo>
                  <a:lnTo>
                    <a:pt x="8728766" y="725795"/>
                  </a:lnTo>
                  <a:lnTo>
                    <a:pt x="8677721" y="774341"/>
                  </a:lnTo>
                  <a:lnTo>
                    <a:pt x="8626763" y="821785"/>
                  </a:lnTo>
                  <a:lnTo>
                    <a:pt x="8575894" y="867678"/>
                  </a:lnTo>
                  <a:lnTo>
                    <a:pt x="8525072" y="911638"/>
                  </a:lnTo>
                  <a:lnTo>
                    <a:pt x="8474200" y="953358"/>
                  </a:lnTo>
                  <a:lnTo>
                    <a:pt x="8423116" y="992611"/>
                  </a:lnTo>
                  <a:lnTo>
                    <a:pt x="8371581" y="1029252"/>
                  </a:lnTo>
                  <a:lnTo>
                    <a:pt x="8319264" y="1063214"/>
                  </a:lnTo>
                  <a:lnTo>
                    <a:pt x="8265727" y="1094504"/>
                  </a:lnTo>
                  <a:lnTo>
                    <a:pt x="8229629" y="1113634"/>
                  </a:lnTo>
                  <a:lnTo>
                    <a:pt x="8177917" y="1138340"/>
                  </a:lnTo>
                  <a:lnTo>
                    <a:pt x="8123771" y="1160907"/>
                  </a:lnTo>
                  <a:lnTo>
                    <a:pt x="8066515" y="1181414"/>
                  </a:lnTo>
                  <a:lnTo>
                    <a:pt x="8005405" y="1200004"/>
                  </a:lnTo>
                  <a:lnTo>
                    <a:pt x="7939670" y="1216853"/>
                  </a:lnTo>
                  <a:lnTo>
                    <a:pt x="7868554" y="1232141"/>
                  </a:lnTo>
                  <a:lnTo>
                    <a:pt x="7791366" y="1246038"/>
                  </a:lnTo>
                  <a:lnTo>
                    <a:pt x="7707549" y="1258694"/>
                  </a:lnTo>
                  <a:lnTo>
                    <a:pt x="7616766" y="1270231"/>
                  </a:lnTo>
                  <a:lnTo>
                    <a:pt x="7519022" y="1280747"/>
                  </a:lnTo>
                  <a:lnTo>
                    <a:pt x="7414793" y="1290306"/>
                  </a:lnTo>
                  <a:lnTo>
                    <a:pt x="7305177" y="1298946"/>
                  </a:lnTo>
                  <a:lnTo>
                    <a:pt x="7192013" y="1306677"/>
                  </a:lnTo>
                  <a:lnTo>
                    <a:pt x="7077945" y="1313491"/>
                  </a:lnTo>
                  <a:lnTo>
                    <a:pt x="6966357" y="1319368"/>
                  </a:lnTo>
                  <a:lnTo>
                    <a:pt x="6861148" y="1324291"/>
                  </a:lnTo>
                  <a:lnTo>
                    <a:pt x="6766324" y="1328262"/>
                  </a:lnTo>
                  <a:lnTo>
                    <a:pt x="6685445" y="1331312"/>
                  </a:lnTo>
                  <a:lnTo>
                    <a:pt x="6621047" y="1333509"/>
                  </a:lnTo>
                  <a:lnTo>
                    <a:pt x="6574166" y="1334963"/>
                  </a:lnTo>
                  <a:lnTo>
                    <a:pt x="6544085" y="1335813"/>
                  </a:lnTo>
                  <a:lnTo>
                    <a:pt x="6528339" y="1336221"/>
                  </a:lnTo>
                  <a:lnTo>
                    <a:pt x="6522898" y="1336350"/>
                  </a:lnTo>
                  <a:lnTo>
                    <a:pt x="6522385" y="1336361"/>
                  </a:lnTo>
                  <a:lnTo>
                    <a:pt x="5527445" y="1336361"/>
                  </a:lnTo>
                  <a:lnTo>
                    <a:pt x="5526316" y="1336343"/>
                  </a:lnTo>
                  <a:lnTo>
                    <a:pt x="5518862" y="1336216"/>
                  </a:lnTo>
                  <a:lnTo>
                    <a:pt x="5499970" y="1335863"/>
                  </a:lnTo>
                  <a:lnTo>
                    <a:pt x="5465938" y="1335169"/>
                  </a:lnTo>
                  <a:lnTo>
                    <a:pt x="5414696" y="1334022"/>
                  </a:lnTo>
                  <a:lnTo>
                    <a:pt x="5345961" y="1332326"/>
                  </a:lnTo>
                  <a:lnTo>
                    <a:pt x="5261178" y="1330011"/>
                  </a:lnTo>
                  <a:lnTo>
                    <a:pt x="5163203" y="1327036"/>
                  </a:lnTo>
                  <a:lnTo>
                    <a:pt x="5055787" y="1323383"/>
                  </a:lnTo>
                  <a:lnTo>
                    <a:pt x="4942980" y="1319057"/>
                  </a:lnTo>
                  <a:lnTo>
                    <a:pt x="4828608" y="1314070"/>
                  </a:lnTo>
                  <a:lnTo>
                    <a:pt x="4715900" y="1308436"/>
                  </a:lnTo>
                  <a:lnTo>
                    <a:pt x="4607308" y="1302157"/>
                  </a:lnTo>
                  <a:lnTo>
                    <a:pt x="4504480" y="1295221"/>
                  </a:lnTo>
                  <a:lnTo>
                    <a:pt x="4408345" y="1287598"/>
                  </a:lnTo>
                  <a:lnTo>
                    <a:pt x="4319242" y="1279234"/>
                  </a:lnTo>
                  <a:lnTo>
                    <a:pt x="4237072" y="1270056"/>
                  </a:lnTo>
                  <a:lnTo>
                    <a:pt x="4161426" y="1259971"/>
                  </a:lnTo>
                  <a:lnTo>
                    <a:pt x="4091699" y="1248868"/>
                  </a:lnTo>
                  <a:lnTo>
                    <a:pt x="4027173" y="1236624"/>
                  </a:lnTo>
                  <a:lnTo>
                    <a:pt x="3967078" y="1223112"/>
                  </a:lnTo>
                  <a:lnTo>
                    <a:pt x="3910642" y="1208209"/>
                  </a:lnTo>
                  <a:lnTo>
                    <a:pt x="3857131" y="1191823"/>
                  </a:lnTo>
                  <a:lnTo>
                    <a:pt x="3820202" y="1179142"/>
                  </a:lnTo>
                  <a:lnTo>
                    <a:pt x="3762574" y="1157054"/>
                  </a:lnTo>
                  <a:lnTo>
                    <a:pt x="3706668" y="1132891"/>
                  </a:lnTo>
                  <a:lnTo>
                    <a:pt x="3651884" y="1106618"/>
                  </a:lnTo>
                  <a:lnTo>
                    <a:pt x="3597771" y="1078257"/>
                  </a:lnTo>
                  <a:lnTo>
                    <a:pt x="3544000" y="1047899"/>
                  </a:lnTo>
                  <a:lnTo>
                    <a:pt x="3490344" y="1015703"/>
                  </a:lnTo>
                  <a:lnTo>
                    <a:pt x="3436664" y="981903"/>
                  </a:lnTo>
                  <a:lnTo>
                    <a:pt x="3382892" y="946798"/>
                  </a:lnTo>
                  <a:lnTo>
                    <a:pt x="3329020" y="910748"/>
                  </a:lnTo>
                  <a:lnTo>
                    <a:pt x="3275078" y="874156"/>
                  </a:lnTo>
                  <a:lnTo>
                    <a:pt x="3221120" y="837451"/>
                  </a:lnTo>
                  <a:lnTo>
                    <a:pt x="3167206" y="801069"/>
                  </a:lnTo>
                  <a:lnTo>
                    <a:pt x="3113381" y="765429"/>
                  </a:lnTo>
                  <a:lnTo>
                    <a:pt x="3059658" y="730917"/>
                  </a:lnTo>
                  <a:lnTo>
                    <a:pt x="3006002" y="697862"/>
                  </a:lnTo>
                  <a:lnTo>
                    <a:pt x="2952313" y="666534"/>
                  </a:lnTo>
                  <a:lnTo>
                    <a:pt x="2898410" y="637129"/>
                  </a:lnTo>
                  <a:lnTo>
                    <a:pt x="2844019" y="609774"/>
                  </a:lnTo>
                  <a:lnTo>
                    <a:pt x="2788756" y="584526"/>
                  </a:lnTo>
                  <a:lnTo>
                    <a:pt x="2732099" y="561378"/>
                  </a:lnTo>
                  <a:lnTo>
                    <a:pt x="2702183" y="550266"/>
                  </a:lnTo>
                  <a:lnTo>
                    <a:pt x="2650360" y="532792"/>
                  </a:lnTo>
                  <a:lnTo>
                    <a:pt x="2596091" y="516833"/>
                  </a:lnTo>
                  <a:lnTo>
                    <a:pt x="2538696" y="502335"/>
                  </a:lnTo>
                  <a:lnTo>
                    <a:pt x="2477425" y="489194"/>
                  </a:lnTo>
                  <a:lnTo>
                    <a:pt x="2411503" y="477286"/>
                  </a:lnTo>
                  <a:lnTo>
                    <a:pt x="2340170" y="466484"/>
                  </a:lnTo>
                  <a:lnTo>
                    <a:pt x="2262732" y="456666"/>
                  </a:lnTo>
                  <a:lnTo>
                    <a:pt x="2178629" y="447727"/>
                  </a:lnTo>
                  <a:lnTo>
                    <a:pt x="2087528" y="439580"/>
                  </a:lnTo>
                  <a:lnTo>
                    <a:pt x="1989441" y="432155"/>
                  </a:lnTo>
                  <a:lnTo>
                    <a:pt x="1884858" y="425408"/>
                  </a:lnTo>
                  <a:lnTo>
                    <a:pt x="1774900" y="419312"/>
                  </a:lnTo>
                  <a:lnTo>
                    <a:pt x="1661436" y="413860"/>
                  </a:lnTo>
                  <a:lnTo>
                    <a:pt x="1547149" y="409059"/>
                  </a:lnTo>
                  <a:lnTo>
                    <a:pt x="1435462" y="404922"/>
                  </a:lnTo>
                  <a:lnTo>
                    <a:pt x="1330310" y="401461"/>
                  </a:lnTo>
                  <a:lnTo>
                    <a:pt x="1235717" y="398676"/>
                  </a:lnTo>
                  <a:lnTo>
                    <a:pt x="1155241" y="396542"/>
                  </a:lnTo>
                  <a:lnTo>
                    <a:pt x="1091384" y="395010"/>
                  </a:lnTo>
                  <a:lnTo>
                    <a:pt x="1045122" y="394001"/>
                  </a:lnTo>
                  <a:lnTo>
                    <a:pt x="1015662" y="393415"/>
                  </a:lnTo>
                  <a:lnTo>
                    <a:pt x="1000449" y="393139"/>
                  </a:lnTo>
                  <a:lnTo>
                    <a:pt x="995362" y="393054"/>
                  </a:lnTo>
                  <a:lnTo>
                    <a:pt x="994940" y="393047"/>
                  </a:lnTo>
                  <a:lnTo>
                    <a:pt x="0" y="393047"/>
                  </a:lnTo>
                  <a:lnTo>
                    <a:pt x="0" y="3930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" name="pg8"/>
            <p:cNvSpPr/>
            <p:nvPr/>
          </p:nvSpPr>
          <p:spPr>
            <a:xfrm>
              <a:off x="1199187" y="1986035"/>
              <a:ext cx="12049831" cy="1084811"/>
            </a:xfrm>
            <a:custGeom>
              <a:avLst/>
              <a:pathLst>
                <a:path w="12049831" h="1084811">
                  <a:moveTo>
                    <a:pt x="0" y="136256"/>
                  </a:moveTo>
                  <a:lnTo>
                    <a:pt x="994940" y="136256"/>
                  </a:lnTo>
                  <a:lnTo>
                    <a:pt x="996069" y="136274"/>
                  </a:lnTo>
                  <a:lnTo>
                    <a:pt x="1003522" y="136402"/>
                  </a:lnTo>
                  <a:lnTo>
                    <a:pt x="1022414" y="136756"/>
                  </a:lnTo>
                  <a:lnTo>
                    <a:pt x="1056443" y="137455"/>
                  </a:lnTo>
                  <a:lnTo>
                    <a:pt x="1107682" y="138608"/>
                  </a:lnTo>
                  <a:lnTo>
                    <a:pt x="1176413" y="140313"/>
                  </a:lnTo>
                  <a:lnTo>
                    <a:pt x="1261192" y="142641"/>
                  </a:lnTo>
                  <a:lnTo>
                    <a:pt x="1359163" y="145632"/>
                  </a:lnTo>
                  <a:lnTo>
                    <a:pt x="1466575" y="149305"/>
                  </a:lnTo>
                  <a:lnTo>
                    <a:pt x="1579378" y="153655"/>
                  </a:lnTo>
                  <a:lnTo>
                    <a:pt x="1693748" y="158669"/>
                  </a:lnTo>
                  <a:lnTo>
                    <a:pt x="1806454" y="164335"/>
                  </a:lnTo>
                  <a:lnTo>
                    <a:pt x="1915045" y="170648"/>
                  </a:lnTo>
                  <a:lnTo>
                    <a:pt x="2017872" y="177622"/>
                  </a:lnTo>
                  <a:lnTo>
                    <a:pt x="2114007" y="185288"/>
                  </a:lnTo>
                  <a:lnTo>
                    <a:pt x="2203111" y="193698"/>
                  </a:lnTo>
                  <a:lnTo>
                    <a:pt x="2285282" y="202926"/>
                  </a:lnTo>
                  <a:lnTo>
                    <a:pt x="2360928" y="213067"/>
                  </a:lnTo>
                  <a:lnTo>
                    <a:pt x="2430656" y="224230"/>
                  </a:lnTo>
                  <a:lnTo>
                    <a:pt x="2495182" y="236541"/>
                  </a:lnTo>
                  <a:lnTo>
                    <a:pt x="2555278" y="250128"/>
                  </a:lnTo>
                  <a:lnTo>
                    <a:pt x="2611714" y="265112"/>
                  </a:lnTo>
                  <a:lnTo>
                    <a:pt x="2665226" y="281588"/>
                  </a:lnTo>
                  <a:lnTo>
                    <a:pt x="2702183" y="294348"/>
                  </a:lnTo>
                  <a:lnTo>
                    <a:pt x="2759774" y="316544"/>
                  </a:lnTo>
                  <a:lnTo>
                    <a:pt x="2815644" y="340822"/>
                  </a:lnTo>
                  <a:lnTo>
                    <a:pt x="2870392" y="367221"/>
                  </a:lnTo>
                  <a:lnTo>
                    <a:pt x="2924470" y="395715"/>
                  </a:lnTo>
                  <a:lnTo>
                    <a:pt x="2978206" y="426216"/>
                  </a:lnTo>
                  <a:lnTo>
                    <a:pt x="3031826" y="458562"/>
                  </a:lnTo>
                  <a:lnTo>
                    <a:pt x="3085470" y="492521"/>
                  </a:lnTo>
                  <a:lnTo>
                    <a:pt x="3139205" y="527791"/>
                  </a:lnTo>
                  <a:lnTo>
                    <a:pt x="3193041" y="564013"/>
                  </a:lnTo>
                  <a:lnTo>
                    <a:pt x="3246947" y="600783"/>
                  </a:lnTo>
                  <a:lnTo>
                    <a:pt x="3300869" y="637667"/>
                  </a:lnTo>
                  <a:lnTo>
                    <a:pt x="3354747" y="674231"/>
                  </a:lnTo>
                  <a:lnTo>
                    <a:pt x="3408537" y="710053"/>
                  </a:lnTo>
                  <a:lnTo>
                    <a:pt x="3462225" y="744746"/>
                  </a:lnTo>
                  <a:lnTo>
                    <a:pt x="3515845" y="777978"/>
                  </a:lnTo>
                  <a:lnTo>
                    <a:pt x="3569498" y="809478"/>
                  </a:lnTo>
                  <a:lnTo>
                    <a:pt x="3623361" y="839048"/>
                  </a:lnTo>
                  <a:lnTo>
                    <a:pt x="3677707" y="866561"/>
                  </a:lnTo>
                  <a:lnTo>
                    <a:pt x="3732920" y="891959"/>
                  </a:lnTo>
                  <a:lnTo>
                    <a:pt x="3789516" y="915247"/>
                  </a:lnTo>
                  <a:lnTo>
                    <a:pt x="3820202" y="926718"/>
                  </a:lnTo>
                  <a:lnTo>
                    <a:pt x="3872024" y="944289"/>
                  </a:lnTo>
                  <a:lnTo>
                    <a:pt x="3926291" y="960337"/>
                  </a:lnTo>
                  <a:lnTo>
                    <a:pt x="3983685" y="974915"/>
                  </a:lnTo>
                  <a:lnTo>
                    <a:pt x="4044954" y="988128"/>
                  </a:lnTo>
                  <a:lnTo>
                    <a:pt x="4110874" y="1000102"/>
                  </a:lnTo>
                  <a:lnTo>
                    <a:pt x="4182204" y="1010964"/>
                  </a:lnTo>
                  <a:lnTo>
                    <a:pt x="4259640" y="1020836"/>
                  </a:lnTo>
                  <a:lnTo>
                    <a:pt x="4343740" y="1029825"/>
                  </a:lnTo>
                  <a:lnTo>
                    <a:pt x="4434837" y="1038018"/>
                  </a:lnTo>
                  <a:lnTo>
                    <a:pt x="4532920" y="1045484"/>
                  </a:lnTo>
                  <a:lnTo>
                    <a:pt x="4637499" y="1052269"/>
                  </a:lnTo>
                  <a:lnTo>
                    <a:pt x="4747454" y="1058399"/>
                  </a:lnTo>
                  <a:lnTo>
                    <a:pt x="4860914" y="1063881"/>
                  </a:lnTo>
                  <a:lnTo>
                    <a:pt x="4975199" y="1068709"/>
                  </a:lnTo>
                  <a:lnTo>
                    <a:pt x="5086885" y="1072869"/>
                  </a:lnTo>
                  <a:lnTo>
                    <a:pt x="5192038" y="1076349"/>
                  </a:lnTo>
                  <a:lnTo>
                    <a:pt x="5286633" y="1079150"/>
                  </a:lnTo>
                  <a:lnTo>
                    <a:pt x="5367114" y="1081296"/>
                  </a:lnTo>
                  <a:lnTo>
                    <a:pt x="5430977" y="1082836"/>
                  </a:lnTo>
                  <a:lnTo>
                    <a:pt x="5477245" y="1083851"/>
                  </a:lnTo>
                  <a:lnTo>
                    <a:pt x="5506712" y="1084440"/>
                  </a:lnTo>
                  <a:lnTo>
                    <a:pt x="5521931" y="1084719"/>
                  </a:lnTo>
                  <a:lnTo>
                    <a:pt x="5527022" y="1084804"/>
                  </a:lnTo>
                  <a:lnTo>
                    <a:pt x="5527445" y="1084811"/>
                  </a:lnTo>
                  <a:lnTo>
                    <a:pt x="6522385" y="1084811"/>
                  </a:lnTo>
                  <a:lnTo>
                    <a:pt x="6523513" y="1084790"/>
                  </a:lnTo>
                  <a:lnTo>
                    <a:pt x="6530953" y="1084645"/>
                  </a:lnTo>
                  <a:lnTo>
                    <a:pt x="6549813" y="1084245"/>
                  </a:lnTo>
                  <a:lnTo>
                    <a:pt x="6583787" y="1083456"/>
                  </a:lnTo>
                  <a:lnTo>
                    <a:pt x="6634947" y="1082151"/>
                  </a:lnTo>
                  <a:lnTo>
                    <a:pt x="6703581" y="1080224"/>
                  </a:lnTo>
                  <a:lnTo>
                    <a:pt x="6788252" y="1077592"/>
                  </a:lnTo>
                  <a:lnTo>
                    <a:pt x="6886112" y="1074209"/>
                  </a:lnTo>
                  <a:lnTo>
                    <a:pt x="6993423" y="1070056"/>
                  </a:lnTo>
                  <a:lnTo>
                    <a:pt x="7106139" y="1065136"/>
                  </a:lnTo>
                  <a:lnTo>
                    <a:pt x="7220441" y="1059466"/>
                  </a:lnTo>
                  <a:lnTo>
                    <a:pt x="7333100" y="1053058"/>
                  </a:lnTo>
                  <a:lnTo>
                    <a:pt x="7441664" y="1045917"/>
                  </a:lnTo>
                  <a:lnTo>
                    <a:pt x="7544481" y="1038029"/>
                  </a:lnTo>
                  <a:lnTo>
                    <a:pt x="7640619" y="1029359"/>
                  </a:lnTo>
                  <a:lnTo>
                    <a:pt x="7729734" y="1019848"/>
                  </a:lnTo>
                  <a:lnTo>
                    <a:pt x="7811923" y="1009412"/>
                  </a:lnTo>
                  <a:lnTo>
                    <a:pt x="7887590" y="997945"/>
                  </a:lnTo>
                  <a:lnTo>
                    <a:pt x="7957337" y="985323"/>
                  </a:lnTo>
                  <a:lnTo>
                    <a:pt x="8021882" y="971404"/>
                  </a:lnTo>
                  <a:lnTo>
                    <a:pt x="8081991" y="956043"/>
                  </a:lnTo>
                  <a:lnTo>
                    <a:pt x="8138436" y="939103"/>
                  </a:lnTo>
                  <a:lnTo>
                    <a:pt x="8191950" y="920478"/>
                  </a:lnTo>
                  <a:lnTo>
                    <a:pt x="8229629" y="905756"/>
                  </a:lnTo>
                  <a:lnTo>
                    <a:pt x="8286289" y="881050"/>
                  </a:lnTo>
                  <a:lnTo>
                    <a:pt x="8341273" y="854062"/>
                  </a:lnTo>
                  <a:lnTo>
                    <a:pt x="8395157" y="824751"/>
                  </a:lnTo>
                  <a:lnTo>
                    <a:pt x="8448374" y="793141"/>
                  </a:lnTo>
                  <a:lnTo>
                    <a:pt x="8501242" y="759324"/>
                  </a:lnTo>
                  <a:lnTo>
                    <a:pt x="8553985" y="723467"/>
                  </a:lnTo>
                  <a:lnTo>
                    <a:pt x="8606740" y="685814"/>
                  </a:lnTo>
                  <a:lnTo>
                    <a:pt x="8659579" y="646683"/>
                  </a:lnTo>
                  <a:lnTo>
                    <a:pt x="8712517" y="606453"/>
                  </a:lnTo>
                  <a:lnTo>
                    <a:pt x="8765530" y="565557"/>
                  </a:lnTo>
                  <a:lnTo>
                    <a:pt x="8818567" y="524454"/>
                  </a:lnTo>
                  <a:lnTo>
                    <a:pt x="8871572" y="483618"/>
                  </a:lnTo>
                  <a:lnTo>
                    <a:pt x="8924498" y="443506"/>
                  </a:lnTo>
                  <a:lnTo>
                    <a:pt x="8977325" y="404545"/>
                  </a:lnTo>
                  <a:lnTo>
                    <a:pt x="9030073" y="367107"/>
                  </a:lnTo>
                  <a:lnTo>
                    <a:pt x="9082822" y="331500"/>
                  </a:lnTo>
                  <a:lnTo>
                    <a:pt x="9135721" y="297959"/>
                  </a:lnTo>
                  <a:lnTo>
                    <a:pt x="9189003" y="266641"/>
                  </a:lnTo>
                  <a:lnTo>
                    <a:pt x="9243002" y="237629"/>
                  </a:lnTo>
                  <a:lnTo>
                    <a:pt x="9298167" y="210938"/>
                  </a:lnTo>
                  <a:lnTo>
                    <a:pt x="9347647" y="189536"/>
                  </a:lnTo>
                  <a:lnTo>
                    <a:pt x="9399438" y="169646"/>
                  </a:lnTo>
                  <a:lnTo>
                    <a:pt x="9453670" y="151480"/>
                  </a:lnTo>
                  <a:lnTo>
                    <a:pt x="9511024" y="134976"/>
                  </a:lnTo>
                  <a:lnTo>
                    <a:pt x="9572247" y="120017"/>
                  </a:lnTo>
                  <a:lnTo>
                    <a:pt x="9638114" y="106460"/>
                  </a:lnTo>
                  <a:lnTo>
                    <a:pt x="9709383" y="94161"/>
                  </a:lnTo>
                  <a:lnTo>
                    <a:pt x="9786747" y="82983"/>
                  </a:lnTo>
                  <a:lnTo>
                    <a:pt x="9870765" y="72804"/>
                  </a:lnTo>
                  <a:lnTo>
                    <a:pt x="9961771" y="63526"/>
                  </a:lnTo>
                  <a:lnTo>
                    <a:pt x="10059757" y="55071"/>
                  </a:lnTo>
                  <a:lnTo>
                    <a:pt x="10164235" y="47386"/>
                  </a:lnTo>
                  <a:lnTo>
                    <a:pt x="10274093" y="40442"/>
                  </a:lnTo>
                  <a:lnTo>
                    <a:pt x="10387467" y="34231"/>
                  </a:lnTo>
                  <a:lnTo>
                    <a:pt x="10501690" y="28761"/>
                  </a:lnTo>
                  <a:lnTo>
                    <a:pt x="10613348" y="24045"/>
                  </a:lnTo>
                  <a:lnTo>
                    <a:pt x="10718518" y="20099"/>
                  </a:lnTo>
                  <a:lnTo>
                    <a:pt x="10813179" y="16921"/>
                  </a:lnTo>
                  <a:lnTo>
                    <a:pt x="10893776" y="14484"/>
                  </a:lnTo>
                  <a:lnTo>
                    <a:pt x="10957793" y="12733"/>
                  </a:lnTo>
                  <a:lnTo>
                    <a:pt x="11004238" y="11578"/>
                  </a:lnTo>
                  <a:lnTo>
                    <a:pt x="11033882" y="10906"/>
                  </a:lnTo>
                  <a:lnTo>
                    <a:pt x="11049253" y="10588"/>
                  </a:lnTo>
                  <a:lnTo>
                    <a:pt x="11054443" y="10489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4" y="20"/>
                  </a:lnTo>
                  <a:lnTo>
                    <a:pt x="11046323" y="165"/>
                  </a:lnTo>
                  <a:lnTo>
                    <a:pt x="11027464" y="565"/>
                  </a:lnTo>
                  <a:lnTo>
                    <a:pt x="10993489" y="1355"/>
                  </a:lnTo>
                  <a:lnTo>
                    <a:pt x="10942329" y="2659"/>
                  </a:lnTo>
                  <a:lnTo>
                    <a:pt x="10873695" y="4587"/>
                  </a:lnTo>
                  <a:lnTo>
                    <a:pt x="10789025" y="7218"/>
                  </a:lnTo>
                  <a:lnTo>
                    <a:pt x="10691164" y="10601"/>
                  </a:lnTo>
                  <a:lnTo>
                    <a:pt x="10583854" y="14754"/>
                  </a:lnTo>
                  <a:lnTo>
                    <a:pt x="10471138" y="19674"/>
                  </a:lnTo>
                  <a:lnTo>
                    <a:pt x="10356835" y="25345"/>
                  </a:lnTo>
                  <a:lnTo>
                    <a:pt x="10244176" y="31752"/>
                  </a:lnTo>
                  <a:lnTo>
                    <a:pt x="10135612" y="38893"/>
                  </a:lnTo>
                  <a:lnTo>
                    <a:pt x="10032796" y="46781"/>
                  </a:lnTo>
                  <a:lnTo>
                    <a:pt x="9936657" y="55451"/>
                  </a:lnTo>
                  <a:lnTo>
                    <a:pt x="9847542" y="64962"/>
                  </a:lnTo>
                  <a:lnTo>
                    <a:pt x="9765353" y="75398"/>
                  </a:lnTo>
                  <a:lnTo>
                    <a:pt x="9689687" y="86865"/>
                  </a:lnTo>
                  <a:lnTo>
                    <a:pt x="9619939" y="99488"/>
                  </a:lnTo>
                  <a:lnTo>
                    <a:pt x="9555395" y="113406"/>
                  </a:lnTo>
                  <a:lnTo>
                    <a:pt x="9495286" y="128767"/>
                  </a:lnTo>
                  <a:lnTo>
                    <a:pt x="9438841" y="145707"/>
                  </a:lnTo>
                  <a:lnTo>
                    <a:pt x="9385327" y="164333"/>
                  </a:lnTo>
                  <a:lnTo>
                    <a:pt x="9347647" y="179054"/>
                  </a:lnTo>
                  <a:lnTo>
                    <a:pt x="9290988" y="203761"/>
                  </a:lnTo>
                  <a:lnTo>
                    <a:pt x="9236003" y="230749"/>
                  </a:lnTo>
                  <a:lnTo>
                    <a:pt x="9182119" y="260059"/>
                  </a:lnTo>
                  <a:lnTo>
                    <a:pt x="9128903" y="291669"/>
                  </a:lnTo>
                  <a:lnTo>
                    <a:pt x="9076034" y="325486"/>
                  </a:lnTo>
                  <a:lnTo>
                    <a:pt x="9023292" y="361343"/>
                  </a:lnTo>
                  <a:lnTo>
                    <a:pt x="8970537" y="398996"/>
                  </a:lnTo>
                  <a:lnTo>
                    <a:pt x="8917698" y="438128"/>
                  </a:lnTo>
                  <a:lnTo>
                    <a:pt x="8864759" y="478357"/>
                  </a:lnTo>
                  <a:lnTo>
                    <a:pt x="8811747" y="519254"/>
                  </a:lnTo>
                  <a:lnTo>
                    <a:pt x="8758710" y="560356"/>
                  </a:lnTo>
                  <a:lnTo>
                    <a:pt x="8705704" y="601192"/>
                  </a:lnTo>
                  <a:lnTo>
                    <a:pt x="8652778" y="641304"/>
                  </a:lnTo>
                  <a:lnTo>
                    <a:pt x="8599952" y="680265"/>
                  </a:lnTo>
                  <a:lnTo>
                    <a:pt x="8547204" y="717703"/>
                  </a:lnTo>
                  <a:lnTo>
                    <a:pt x="8494455" y="753310"/>
                  </a:lnTo>
                  <a:lnTo>
                    <a:pt x="8441556" y="786851"/>
                  </a:lnTo>
                  <a:lnTo>
                    <a:pt x="8388273" y="818169"/>
                  </a:lnTo>
                  <a:lnTo>
                    <a:pt x="8334275" y="847181"/>
                  </a:lnTo>
                  <a:lnTo>
                    <a:pt x="8279110" y="873872"/>
                  </a:lnTo>
                  <a:lnTo>
                    <a:pt x="8229629" y="895274"/>
                  </a:lnTo>
                  <a:lnTo>
                    <a:pt x="8177838" y="915164"/>
                  </a:lnTo>
                  <a:lnTo>
                    <a:pt x="8123606" y="933330"/>
                  </a:lnTo>
                  <a:lnTo>
                    <a:pt x="8066252" y="949834"/>
                  </a:lnTo>
                  <a:lnTo>
                    <a:pt x="8005029" y="964793"/>
                  </a:lnTo>
                  <a:lnTo>
                    <a:pt x="7939163" y="978350"/>
                  </a:lnTo>
                  <a:lnTo>
                    <a:pt x="7867894" y="990649"/>
                  </a:lnTo>
                  <a:lnTo>
                    <a:pt x="7790530" y="1001828"/>
                  </a:lnTo>
                  <a:lnTo>
                    <a:pt x="7706511" y="1012006"/>
                  </a:lnTo>
                  <a:lnTo>
                    <a:pt x="7615505" y="1021284"/>
                  </a:lnTo>
                  <a:lnTo>
                    <a:pt x="7517519" y="1029740"/>
                  </a:lnTo>
                  <a:lnTo>
                    <a:pt x="7413041" y="1037424"/>
                  </a:lnTo>
                  <a:lnTo>
                    <a:pt x="7303184" y="1044368"/>
                  </a:lnTo>
                  <a:lnTo>
                    <a:pt x="7189809" y="1050579"/>
                  </a:lnTo>
                  <a:lnTo>
                    <a:pt x="7075586" y="1056050"/>
                  </a:lnTo>
                  <a:lnTo>
                    <a:pt x="6963928" y="1060765"/>
                  </a:lnTo>
                  <a:lnTo>
                    <a:pt x="6858759" y="1064711"/>
                  </a:lnTo>
                  <a:lnTo>
                    <a:pt x="6764097" y="1067889"/>
                  </a:lnTo>
                  <a:lnTo>
                    <a:pt x="6683501" y="1070326"/>
                  </a:lnTo>
                  <a:lnTo>
                    <a:pt x="6619483" y="1072077"/>
                  </a:lnTo>
                  <a:lnTo>
                    <a:pt x="6573038" y="1073232"/>
                  </a:lnTo>
                  <a:lnTo>
                    <a:pt x="6543394" y="1073904"/>
                  </a:lnTo>
                  <a:lnTo>
                    <a:pt x="6528024" y="1074223"/>
                  </a:lnTo>
                  <a:lnTo>
                    <a:pt x="6522833" y="1074322"/>
                  </a:lnTo>
                  <a:lnTo>
                    <a:pt x="6522385" y="1074329"/>
                  </a:lnTo>
                  <a:lnTo>
                    <a:pt x="5527445" y="1074329"/>
                  </a:lnTo>
                  <a:lnTo>
                    <a:pt x="5526316" y="1074311"/>
                  </a:lnTo>
                  <a:lnTo>
                    <a:pt x="5518862" y="1074183"/>
                  </a:lnTo>
                  <a:lnTo>
                    <a:pt x="5499971" y="1073829"/>
                  </a:lnTo>
                  <a:lnTo>
                    <a:pt x="5465942" y="1073131"/>
                  </a:lnTo>
                  <a:lnTo>
                    <a:pt x="5414703" y="1071977"/>
                  </a:lnTo>
                  <a:lnTo>
                    <a:pt x="5345972" y="1070272"/>
                  </a:lnTo>
                  <a:lnTo>
                    <a:pt x="5261193" y="1067945"/>
                  </a:lnTo>
                  <a:lnTo>
                    <a:pt x="5163222" y="1064953"/>
                  </a:lnTo>
                  <a:lnTo>
                    <a:pt x="5055810" y="1061280"/>
                  </a:lnTo>
                  <a:lnTo>
                    <a:pt x="4943007" y="1056930"/>
                  </a:lnTo>
                  <a:lnTo>
                    <a:pt x="4828637" y="1051916"/>
                  </a:lnTo>
                  <a:lnTo>
                    <a:pt x="4715931" y="1046251"/>
                  </a:lnTo>
                  <a:lnTo>
                    <a:pt x="4607340" y="1039937"/>
                  </a:lnTo>
                  <a:lnTo>
                    <a:pt x="4504513" y="1032963"/>
                  </a:lnTo>
                  <a:lnTo>
                    <a:pt x="4408378" y="1025298"/>
                  </a:lnTo>
                  <a:lnTo>
                    <a:pt x="4319274" y="1016888"/>
                  </a:lnTo>
                  <a:lnTo>
                    <a:pt x="4237103" y="1007659"/>
                  </a:lnTo>
                  <a:lnTo>
                    <a:pt x="4161457" y="997519"/>
                  </a:lnTo>
                  <a:lnTo>
                    <a:pt x="4091729" y="986355"/>
                  </a:lnTo>
                  <a:lnTo>
                    <a:pt x="4027203" y="974045"/>
                  </a:lnTo>
                  <a:lnTo>
                    <a:pt x="3967107" y="960458"/>
                  </a:lnTo>
                  <a:lnTo>
                    <a:pt x="3910671" y="945473"/>
                  </a:lnTo>
                  <a:lnTo>
                    <a:pt x="3857159" y="928998"/>
                  </a:lnTo>
                  <a:lnTo>
                    <a:pt x="3820202" y="916237"/>
                  </a:lnTo>
                  <a:lnTo>
                    <a:pt x="3762611" y="894042"/>
                  </a:lnTo>
                  <a:lnTo>
                    <a:pt x="3706741" y="869763"/>
                  </a:lnTo>
                  <a:lnTo>
                    <a:pt x="3651993" y="843365"/>
                  </a:lnTo>
                  <a:lnTo>
                    <a:pt x="3597915" y="814870"/>
                  </a:lnTo>
                  <a:lnTo>
                    <a:pt x="3544179" y="784370"/>
                  </a:lnTo>
                  <a:lnTo>
                    <a:pt x="3490559" y="752023"/>
                  </a:lnTo>
                  <a:lnTo>
                    <a:pt x="3436915" y="718065"/>
                  </a:lnTo>
                  <a:lnTo>
                    <a:pt x="3383180" y="682794"/>
                  </a:lnTo>
                  <a:lnTo>
                    <a:pt x="3329344" y="646572"/>
                  </a:lnTo>
                  <a:lnTo>
                    <a:pt x="3275438" y="609803"/>
                  </a:lnTo>
                  <a:lnTo>
                    <a:pt x="3221516" y="572918"/>
                  </a:lnTo>
                  <a:lnTo>
                    <a:pt x="3167638" y="536354"/>
                  </a:lnTo>
                  <a:lnTo>
                    <a:pt x="3113848" y="500533"/>
                  </a:lnTo>
                  <a:lnTo>
                    <a:pt x="3060160" y="465840"/>
                  </a:lnTo>
                  <a:lnTo>
                    <a:pt x="3006540" y="432608"/>
                  </a:lnTo>
                  <a:lnTo>
                    <a:pt x="2952887" y="401108"/>
                  </a:lnTo>
                  <a:lnTo>
                    <a:pt x="2899024" y="371537"/>
                  </a:lnTo>
                  <a:lnTo>
                    <a:pt x="2844678" y="344025"/>
                  </a:lnTo>
                  <a:lnTo>
                    <a:pt x="2789465" y="318627"/>
                  </a:lnTo>
                  <a:lnTo>
                    <a:pt x="2732869" y="295339"/>
                  </a:lnTo>
                  <a:lnTo>
                    <a:pt x="2702183" y="283867"/>
                  </a:lnTo>
                  <a:lnTo>
                    <a:pt x="2650361" y="266296"/>
                  </a:lnTo>
                  <a:lnTo>
                    <a:pt x="2596094" y="250249"/>
                  </a:lnTo>
                  <a:lnTo>
                    <a:pt x="2538700" y="235670"/>
                  </a:lnTo>
                  <a:lnTo>
                    <a:pt x="2477431" y="222457"/>
                  </a:lnTo>
                  <a:lnTo>
                    <a:pt x="2411511" y="210483"/>
                  </a:lnTo>
                  <a:lnTo>
                    <a:pt x="2340181" y="199621"/>
                  </a:lnTo>
                  <a:lnTo>
                    <a:pt x="2262745" y="189749"/>
                  </a:lnTo>
                  <a:lnTo>
                    <a:pt x="2178645" y="180761"/>
                  </a:lnTo>
                  <a:lnTo>
                    <a:pt x="2087548" y="172567"/>
                  </a:lnTo>
                  <a:lnTo>
                    <a:pt x="1989465" y="165102"/>
                  </a:lnTo>
                  <a:lnTo>
                    <a:pt x="1884886" y="158317"/>
                  </a:lnTo>
                  <a:lnTo>
                    <a:pt x="1774931" y="152187"/>
                  </a:lnTo>
                  <a:lnTo>
                    <a:pt x="1661471" y="146705"/>
                  </a:lnTo>
                  <a:lnTo>
                    <a:pt x="1547186" y="141877"/>
                  </a:lnTo>
                  <a:lnTo>
                    <a:pt x="1435500" y="137717"/>
                  </a:lnTo>
                  <a:lnTo>
                    <a:pt x="1330347" y="134237"/>
                  </a:lnTo>
                  <a:lnTo>
                    <a:pt x="1235752" y="131436"/>
                  </a:lnTo>
                  <a:lnTo>
                    <a:pt x="1155271" y="129290"/>
                  </a:lnTo>
                  <a:lnTo>
                    <a:pt x="1091408" y="127749"/>
                  </a:lnTo>
                  <a:lnTo>
                    <a:pt x="1045140" y="126734"/>
                  </a:lnTo>
                  <a:lnTo>
                    <a:pt x="1015673" y="126145"/>
                  </a:lnTo>
                  <a:lnTo>
                    <a:pt x="1000454" y="125867"/>
                  </a:lnTo>
                  <a:lnTo>
                    <a:pt x="995363" y="125781"/>
                  </a:lnTo>
                  <a:lnTo>
                    <a:pt x="994940" y="125775"/>
                  </a:lnTo>
                  <a:lnTo>
                    <a:pt x="0" y="125775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" name="pl9"/>
            <p:cNvSpPr/>
            <p:nvPr/>
          </p:nvSpPr>
          <p:spPr>
            <a:xfrm>
              <a:off x="1199187" y="1996517"/>
              <a:ext cx="12049831" cy="1074329"/>
            </a:xfrm>
            <a:custGeom>
              <a:avLst/>
              <a:pathLst>
                <a:path w="12049831" h="1074329">
                  <a:moveTo>
                    <a:pt x="0" y="125775"/>
                  </a:moveTo>
                  <a:lnTo>
                    <a:pt x="994940" y="125775"/>
                  </a:lnTo>
                  <a:lnTo>
                    <a:pt x="996069" y="125793"/>
                  </a:lnTo>
                  <a:lnTo>
                    <a:pt x="1003522" y="125921"/>
                  </a:lnTo>
                  <a:lnTo>
                    <a:pt x="1022414" y="126275"/>
                  </a:lnTo>
                  <a:lnTo>
                    <a:pt x="1056443" y="126973"/>
                  </a:lnTo>
                  <a:lnTo>
                    <a:pt x="1107682" y="128127"/>
                  </a:lnTo>
                  <a:lnTo>
                    <a:pt x="1176413" y="129832"/>
                  </a:lnTo>
                  <a:lnTo>
                    <a:pt x="1261192" y="132159"/>
                  </a:lnTo>
                  <a:lnTo>
                    <a:pt x="1359163" y="135151"/>
                  </a:lnTo>
                  <a:lnTo>
                    <a:pt x="1466575" y="138824"/>
                  </a:lnTo>
                  <a:lnTo>
                    <a:pt x="1579378" y="143174"/>
                  </a:lnTo>
                  <a:lnTo>
                    <a:pt x="1693748" y="148188"/>
                  </a:lnTo>
                  <a:lnTo>
                    <a:pt x="1806454" y="153853"/>
                  </a:lnTo>
                  <a:lnTo>
                    <a:pt x="1915045" y="160167"/>
                  </a:lnTo>
                  <a:lnTo>
                    <a:pt x="2017872" y="167141"/>
                  </a:lnTo>
                  <a:lnTo>
                    <a:pt x="2114007" y="174806"/>
                  </a:lnTo>
                  <a:lnTo>
                    <a:pt x="2203111" y="183216"/>
                  </a:lnTo>
                  <a:lnTo>
                    <a:pt x="2285282" y="192445"/>
                  </a:lnTo>
                  <a:lnTo>
                    <a:pt x="2360928" y="202585"/>
                  </a:lnTo>
                  <a:lnTo>
                    <a:pt x="2430656" y="213749"/>
                  </a:lnTo>
                  <a:lnTo>
                    <a:pt x="2495182" y="226060"/>
                  </a:lnTo>
                  <a:lnTo>
                    <a:pt x="2555278" y="239647"/>
                  </a:lnTo>
                  <a:lnTo>
                    <a:pt x="2611714" y="254631"/>
                  </a:lnTo>
                  <a:lnTo>
                    <a:pt x="2665226" y="271107"/>
                  </a:lnTo>
                  <a:lnTo>
                    <a:pt x="2702183" y="283867"/>
                  </a:lnTo>
                  <a:lnTo>
                    <a:pt x="2759774" y="306062"/>
                  </a:lnTo>
                  <a:lnTo>
                    <a:pt x="2815644" y="330341"/>
                  </a:lnTo>
                  <a:lnTo>
                    <a:pt x="2870392" y="356739"/>
                  </a:lnTo>
                  <a:lnTo>
                    <a:pt x="2924470" y="385234"/>
                  </a:lnTo>
                  <a:lnTo>
                    <a:pt x="2978206" y="415735"/>
                  </a:lnTo>
                  <a:lnTo>
                    <a:pt x="3031826" y="448081"/>
                  </a:lnTo>
                  <a:lnTo>
                    <a:pt x="3085470" y="482040"/>
                  </a:lnTo>
                  <a:lnTo>
                    <a:pt x="3139205" y="517310"/>
                  </a:lnTo>
                  <a:lnTo>
                    <a:pt x="3193041" y="553532"/>
                  </a:lnTo>
                  <a:lnTo>
                    <a:pt x="3246947" y="590301"/>
                  </a:lnTo>
                  <a:lnTo>
                    <a:pt x="3300869" y="627186"/>
                  </a:lnTo>
                  <a:lnTo>
                    <a:pt x="3354747" y="663750"/>
                  </a:lnTo>
                  <a:lnTo>
                    <a:pt x="3408537" y="699571"/>
                  </a:lnTo>
                  <a:lnTo>
                    <a:pt x="3462225" y="734265"/>
                  </a:lnTo>
                  <a:lnTo>
                    <a:pt x="3515845" y="767496"/>
                  </a:lnTo>
                  <a:lnTo>
                    <a:pt x="3569498" y="798997"/>
                  </a:lnTo>
                  <a:lnTo>
                    <a:pt x="3623361" y="828567"/>
                  </a:lnTo>
                  <a:lnTo>
                    <a:pt x="3677707" y="856080"/>
                  </a:lnTo>
                  <a:lnTo>
                    <a:pt x="3732920" y="881477"/>
                  </a:lnTo>
                  <a:lnTo>
                    <a:pt x="3789516" y="904766"/>
                  </a:lnTo>
                  <a:lnTo>
                    <a:pt x="3820202" y="916237"/>
                  </a:lnTo>
                  <a:lnTo>
                    <a:pt x="3872024" y="933808"/>
                  </a:lnTo>
                  <a:lnTo>
                    <a:pt x="3926291" y="949855"/>
                  </a:lnTo>
                  <a:lnTo>
                    <a:pt x="3983685" y="964434"/>
                  </a:lnTo>
                  <a:lnTo>
                    <a:pt x="4044954" y="977647"/>
                  </a:lnTo>
                  <a:lnTo>
                    <a:pt x="4110874" y="989621"/>
                  </a:lnTo>
                  <a:lnTo>
                    <a:pt x="4182204" y="1000483"/>
                  </a:lnTo>
                  <a:lnTo>
                    <a:pt x="4259640" y="1010355"/>
                  </a:lnTo>
                  <a:lnTo>
                    <a:pt x="4343740" y="1019344"/>
                  </a:lnTo>
                  <a:lnTo>
                    <a:pt x="4434837" y="1027537"/>
                  </a:lnTo>
                  <a:lnTo>
                    <a:pt x="4532920" y="1035003"/>
                  </a:lnTo>
                  <a:lnTo>
                    <a:pt x="4637499" y="1041787"/>
                  </a:lnTo>
                  <a:lnTo>
                    <a:pt x="4747454" y="1047917"/>
                  </a:lnTo>
                  <a:lnTo>
                    <a:pt x="4860914" y="1053400"/>
                  </a:lnTo>
                  <a:lnTo>
                    <a:pt x="4975199" y="1058228"/>
                  </a:lnTo>
                  <a:lnTo>
                    <a:pt x="5086885" y="1062387"/>
                  </a:lnTo>
                  <a:lnTo>
                    <a:pt x="5192038" y="1065867"/>
                  </a:lnTo>
                  <a:lnTo>
                    <a:pt x="5286633" y="1068669"/>
                  </a:lnTo>
                  <a:lnTo>
                    <a:pt x="5367114" y="1070814"/>
                  </a:lnTo>
                  <a:lnTo>
                    <a:pt x="5430977" y="1072355"/>
                  </a:lnTo>
                  <a:lnTo>
                    <a:pt x="5477245" y="1073370"/>
                  </a:lnTo>
                  <a:lnTo>
                    <a:pt x="5506712" y="1073959"/>
                  </a:lnTo>
                  <a:lnTo>
                    <a:pt x="5521931" y="1074237"/>
                  </a:lnTo>
                  <a:lnTo>
                    <a:pt x="5527022" y="1074323"/>
                  </a:lnTo>
                  <a:lnTo>
                    <a:pt x="5527445" y="1074329"/>
                  </a:lnTo>
                  <a:lnTo>
                    <a:pt x="6522385" y="1074329"/>
                  </a:lnTo>
                  <a:lnTo>
                    <a:pt x="6523513" y="1074309"/>
                  </a:lnTo>
                  <a:lnTo>
                    <a:pt x="6530953" y="1074164"/>
                  </a:lnTo>
                  <a:lnTo>
                    <a:pt x="6549813" y="1073764"/>
                  </a:lnTo>
                  <a:lnTo>
                    <a:pt x="6583787" y="1072974"/>
                  </a:lnTo>
                  <a:lnTo>
                    <a:pt x="6634947" y="1071670"/>
                  </a:lnTo>
                  <a:lnTo>
                    <a:pt x="6703581" y="1069742"/>
                  </a:lnTo>
                  <a:lnTo>
                    <a:pt x="6788252" y="1067111"/>
                  </a:lnTo>
                  <a:lnTo>
                    <a:pt x="6886112" y="1063728"/>
                  </a:lnTo>
                  <a:lnTo>
                    <a:pt x="6993423" y="1059575"/>
                  </a:lnTo>
                  <a:lnTo>
                    <a:pt x="7106139" y="1054655"/>
                  </a:lnTo>
                  <a:lnTo>
                    <a:pt x="7220441" y="1048984"/>
                  </a:lnTo>
                  <a:lnTo>
                    <a:pt x="7333100" y="1042577"/>
                  </a:lnTo>
                  <a:lnTo>
                    <a:pt x="7441664" y="1035436"/>
                  </a:lnTo>
                  <a:lnTo>
                    <a:pt x="7544481" y="1027548"/>
                  </a:lnTo>
                  <a:lnTo>
                    <a:pt x="7640619" y="1018878"/>
                  </a:lnTo>
                  <a:lnTo>
                    <a:pt x="7729734" y="1009367"/>
                  </a:lnTo>
                  <a:lnTo>
                    <a:pt x="7811923" y="998931"/>
                  </a:lnTo>
                  <a:lnTo>
                    <a:pt x="7887590" y="987464"/>
                  </a:lnTo>
                  <a:lnTo>
                    <a:pt x="7957337" y="974841"/>
                  </a:lnTo>
                  <a:lnTo>
                    <a:pt x="8021882" y="960923"/>
                  </a:lnTo>
                  <a:lnTo>
                    <a:pt x="8081991" y="945562"/>
                  </a:lnTo>
                  <a:lnTo>
                    <a:pt x="8138436" y="928622"/>
                  </a:lnTo>
                  <a:lnTo>
                    <a:pt x="8191950" y="909996"/>
                  </a:lnTo>
                  <a:lnTo>
                    <a:pt x="8229629" y="895274"/>
                  </a:lnTo>
                  <a:lnTo>
                    <a:pt x="8286289" y="870568"/>
                  </a:lnTo>
                  <a:lnTo>
                    <a:pt x="8341273" y="843580"/>
                  </a:lnTo>
                  <a:lnTo>
                    <a:pt x="8395157" y="814270"/>
                  </a:lnTo>
                  <a:lnTo>
                    <a:pt x="8448374" y="782660"/>
                  </a:lnTo>
                  <a:lnTo>
                    <a:pt x="8501242" y="748843"/>
                  </a:lnTo>
                  <a:lnTo>
                    <a:pt x="8553985" y="712986"/>
                  </a:lnTo>
                  <a:lnTo>
                    <a:pt x="8606740" y="675333"/>
                  </a:lnTo>
                  <a:lnTo>
                    <a:pt x="8659579" y="636201"/>
                  </a:lnTo>
                  <a:lnTo>
                    <a:pt x="8712517" y="595972"/>
                  </a:lnTo>
                  <a:lnTo>
                    <a:pt x="8765530" y="555075"/>
                  </a:lnTo>
                  <a:lnTo>
                    <a:pt x="8818567" y="513973"/>
                  </a:lnTo>
                  <a:lnTo>
                    <a:pt x="8871572" y="473137"/>
                  </a:lnTo>
                  <a:lnTo>
                    <a:pt x="8924498" y="433025"/>
                  </a:lnTo>
                  <a:lnTo>
                    <a:pt x="8977325" y="394064"/>
                  </a:lnTo>
                  <a:lnTo>
                    <a:pt x="9030073" y="356626"/>
                  </a:lnTo>
                  <a:lnTo>
                    <a:pt x="9082822" y="321019"/>
                  </a:lnTo>
                  <a:lnTo>
                    <a:pt x="9135721" y="287478"/>
                  </a:lnTo>
                  <a:lnTo>
                    <a:pt x="9189003" y="256160"/>
                  </a:lnTo>
                  <a:lnTo>
                    <a:pt x="9243002" y="227148"/>
                  </a:lnTo>
                  <a:lnTo>
                    <a:pt x="9298167" y="200457"/>
                  </a:lnTo>
                  <a:lnTo>
                    <a:pt x="9347647" y="179054"/>
                  </a:lnTo>
                  <a:lnTo>
                    <a:pt x="9399438" y="159165"/>
                  </a:lnTo>
                  <a:lnTo>
                    <a:pt x="9453670" y="140999"/>
                  </a:lnTo>
                  <a:lnTo>
                    <a:pt x="9511024" y="124495"/>
                  </a:lnTo>
                  <a:lnTo>
                    <a:pt x="9572247" y="109536"/>
                  </a:lnTo>
                  <a:lnTo>
                    <a:pt x="9638114" y="95979"/>
                  </a:lnTo>
                  <a:lnTo>
                    <a:pt x="9709383" y="83680"/>
                  </a:lnTo>
                  <a:lnTo>
                    <a:pt x="9786747" y="72501"/>
                  </a:lnTo>
                  <a:lnTo>
                    <a:pt x="9870765" y="62323"/>
                  </a:lnTo>
                  <a:lnTo>
                    <a:pt x="9961771" y="53045"/>
                  </a:lnTo>
                  <a:lnTo>
                    <a:pt x="10059757" y="44589"/>
                  </a:lnTo>
                  <a:lnTo>
                    <a:pt x="10164235" y="36905"/>
                  </a:lnTo>
                  <a:lnTo>
                    <a:pt x="10274093" y="29961"/>
                  </a:lnTo>
                  <a:lnTo>
                    <a:pt x="10387467" y="23750"/>
                  </a:lnTo>
                  <a:lnTo>
                    <a:pt x="10501690" y="18279"/>
                  </a:lnTo>
                  <a:lnTo>
                    <a:pt x="10613348" y="13564"/>
                  </a:lnTo>
                  <a:lnTo>
                    <a:pt x="10718518" y="9618"/>
                  </a:lnTo>
                  <a:lnTo>
                    <a:pt x="10813179" y="6440"/>
                  </a:lnTo>
                  <a:lnTo>
                    <a:pt x="10893776" y="4003"/>
                  </a:lnTo>
                  <a:lnTo>
                    <a:pt x="10957793" y="2252"/>
                  </a:lnTo>
                  <a:lnTo>
                    <a:pt x="11004238" y="1097"/>
                  </a:lnTo>
                  <a:lnTo>
                    <a:pt x="11033882" y="425"/>
                  </a:lnTo>
                  <a:lnTo>
                    <a:pt x="11049253" y="106"/>
                  </a:lnTo>
                  <a:lnTo>
                    <a:pt x="11054443" y="7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" name="pl10"/>
            <p:cNvSpPr/>
            <p:nvPr/>
          </p:nvSpPr>
          <p:spPr>
            <a:xfrm>
              <a:off x="1199187" y="1986035"/>
              <a:ext cx="12049831" cy="1074329"/>
            </a:xfrm>
            <a:custGeom>
              <a:avLst/>
              <a:pathLst>
                <a:path w="12049831" h="1074329">
                  <a:moveTo>
                    <a:pt x="12049831" y="0"/>
                  </a:moveTo>
                  <a:lnTo>
                    <a:pt x="11054891" y="0"/>
                  </a:lnTo>
                  <a:lnTo>
                    <a:pt x="11053764" y="20"/>
                  </a:lnTo>
                  <a:lnTo>
                    <a:pt x="11046323" y="165"/>
                  </a:lnTo>
                  <a:lnTo>
                    <a:pt x="11027464" y="565"/>
                  </a:lnTo>
                  <a:lnTo>
                    <a:pt x="10993489" y="1355"/>
                  </a:lnTo>
                  <a:lnTo>
                    <a:pt x="10942329" y="2659"/>
                  </a:lnTo>
                  <a:lnTo>
                    <a:pt x="10873695" y="4587"/>
                  </a:lnTo>
                  <a:lnTo>
                    <a:pt x="10789025" y="7218"/>
                  </a:lnTo>
                  <a:lnTo>
                    <a:pt x="10691164" y="10601"/>
                  </a:lnTo>
                  <a:lnTo>
                    <a:pt x="10583854" y="14754"/>
                  </a:lnTo>
                  <a:lnTo>
                    <a:pt x="10471138" y="19674"/>
                  </a:lnTo>
                  <a:lnTo>
                    <a:pt x="10356835" y="25345"/>
                  </a:lnTo>
                  <a:lnTo>
                    <a:pt x="10244176" y="31752"/>
                  </a:lnTo>
                  <a:lnTo>
                    <a:pt x="10135612" y="38893"/>
                  </a:lnTo>
                  <a:lnTo>
                    <a:pt x="10032796" y="46781"/>
                  </a:lnTo>
                  <a:lnTo>
                    <a:pt x="9936657" y="55451"/>
                  </a:lnTo>
                  <a:lnTo>
                    <a:pt x="9847542" y="64962"/>
                  </a:lnTo>
                  <a:lnTo>
                    <a:pt x="9765353" y="75398"/>
                  </a:lnTo>
                  <a:lnTo>
                    <a:pt x="9689687" y="86865"/>
                  </a:lnTo>
                  <a:lnTo>
                    <a:pt x="9619939" y="99488"/>
                  </a:lnTo>
                  <a:lnTo>
                    <a:pt x="9555395" y="113406"/>
                  </a:lnTo>
                  <a:lnTo>
                    <a:pt x="9495286" y="128767"/>
                  </a:lnTo>
                  <a:lnTo>
                    <a:pt x="9438841" y="145707"/>
                  </a:lnTo>
                  <a:lnTo>
                    <a:pt x="9385327" y="164333"/>
                  </a:lnTo>
                  <a:lnTo>
                    <a:pt x="9347647" y="179054"/>
                  </a:lnTo>
                  <a:lnTo>
                    <a:pt x="9290988" y="203761"/>
                  </a:lnTo>
                  <a:lnTo>
                    <a:pt x="9236003" y="230749"/>
                  </a:lnTo>
                  <a:lnTo>
                    <a:pt x="9182119" y="260059"/>
                  </a:lnTo>
                  <a:lnTo>
                    <a:pt x="9128903" y="291669"/>
                  </a:lnTo>
                  <a:lnTo>
                    <a:pt x="9076034" y="325486"/>
                  </a:lnTo>
                  <a:lnTo>
                    <a:pt x="9023292" y="361343"/>
                  </a:lnTo>
                  <a:lnTo>
                    <a:pt x="8970537" y="398996"/>
                  </a:lnTo>
                  <a:lnTo>
                    <a:pt x="8917698" y="438128"/>
                  </a:lnTo>
                  <a:lnTo>
                    <a:pt x="8864759" y="478357"/>
                  </a:lnTo>
                  <a:lnTo>
                    <a:pt x="8811747" y="519254"/>
                  </a:lnTo>
                  <a:lnTo>
                    <a:pt x="8758710" y="560356"/>
                  </a:lnTo>
                  <a:lnTo>
                    <a:pt x="8705704" y="601192"/>
                  </a:lnTo>
                  <a:lnTo>
                    <a:pt x="8652778" y="641304"/>
                  </a:lnTo>
                  <a:lnTo>
                    <a:pt x="8599952" y="680265"/>
                  </a:lnTo>
                  <a:lnTo>
                    <a:pt x="8547204" y="717703"/>
                  </a:lnTo>
                  <a:lnTo>
                    <a:pt x="8494455" y="753310"/>
                  </a:lnTo>
                  <a:lnTo>
                    <a:pt x="8441556" y="786851"/>
                  </a:lnTo>
                  <a:lnTo>
                    <a:pt x="8388273" y="818169"/>
                  </a:lnTo>
                  <a:lnTo>
                    <a:pt x="8334275" y="847181"/>
                  </a:lnTo>
                  <a:lnTo>
                    <a:pt x="8279110" y="873872"/>
                  </a:lnTo>
                  <a:lnTo>
                    <a:pt x="8229629" y="895274"/>
                  </a:lnTo>
                  <a:lnTo>
                    <a:pt x="8177838" y="915164"/>
                  </a:lnTo>
                  <a:lnTo>
                    <a:pt x="8123606" y="933330"/>
                  </a:lnTo>
                  <a:lnTo>
                    <a:pt x="8066252" y="949834"/>
                  </a:lnTo>
                  <a:lnTo>
                    <a:pt x="8005029" y="964793"/>
                  </a:lnTo>
                  <a:lnTo>
                    <a:pt x="7939163" y="978350"/>
                  </a:lnTo>
                  <a:lnTo>
                    <a:pt x="7867894" y="990649"/>
                  </a:lnTo>
                  <a:lnTo>
                    <a:pt x="7790530" y="1001828"/>
                  </a:lnTo>
                  <a:lnTo>
                    <a:pt x="7706511" y="1012006"/>
                  </a:lnTo>
                  <a:lnTo>
                    <a:pt x="7615505" y="1021284"/>
                  </a:lnTo>
                  <a:lnTo>
                    <a:pt x="7517519" y="1029740"/>
                  </a:lnTo>
                  <a:lnTo>
                    <a:pt x="7413041" y="1037424"/>
                  </a:lnTo>
                  <a:lnTo>
                    <a:pt x="7303184" y="1044368"/>
                  </a:lnTo>
                  <a:lnTo>
                    <a:pt x="7189809" y="1050579"/>
                  </a:lnTo>
                  <a:lnTo>
                    <a:pt x="7075586" y="1056050"/>
                  </a:lnTo>
                  <a:lnTo>
                    <a:pt x="6963928" y="1060765"/>
                  </a:lnTo>
                  <a:lnTo>
                    <a:pt x="6858759" y="1064711"/>
                  </a:lnTo>
                  <a:lnTo>
                    <a:pt x="6764097" y="1067889"/>
                  </a:lnTo>
                  <a:lnTo>
                    <a:pt x="6683501" y="1070326"/>
                  </a:lnTo>
                  <a:lnTo>
                    <a:pt x="6619483" y="1072077"/>
                  </a:lnTo>
                  <a:lnTo>
                    <a:pt x="6573038" y="1073232"/>
                  </a:lnTo>
                  <a:lnTo>
                    <a:pt x="6543394" y="1073904"/>
                  </a:lnTo>
                  <a:lnTo>
                    <a:pt x="6528024" y="1074223"/>
                  </a:lnTo>
                  <a:lnTo>
                    <a:pt x="6522833" y="1074322"/>
                  </a:lnTo>
                  <a:lnTo>
                    <a:pt x="6522385" y="1074329"/>
                  </a:lnTo>
                  <a:lnTo>
                    <a:pt x="5527445" y="1074329"/>
                  </a:lnTo>
                  <a:lnTo>
                    <a:pt x="5526316" y="1074311"/>
                  </a:lnTo>
                  <a:lnTo>
                    <a:pt x="5518862" y="1074183"/>
                  </a:lnTo>
                  <a:lnTo>
                    <a:pt x="5499971" y="1073829"/>
                  </a:lnTo>
                  <a:lnTo>
                    <a:pt x="5465942" y="1073131"/>
                  </a:lnTo>
                  <a:lnTo>
                    <a:pt x="5414703" y="1071977"/>
                  </a:lnTo>
                  <a:lnTo>
                    <a:pt x="5345972" y="1070272"/>
                  </a:lnTo>
                  <a:lnTo>
                    <a:pt x="5261193" y="1067945"/>
                  </a:lnTo>
                  <a:lnTo>
                    <a:pt x="5163222" y="1064953"/>
                  </a:lnTo>
                  <a:lnTo>
                    <a:pt x="5055810" y="1061280"/>
                  </a:lnTo>
                  <a:lnTo>
                    <a:pt x="4943007" y="1056930"/>
                  </a:lnTo>
                  <a:lnTo>
                    <a:pt x="4828637" y="1051916"/>
                  </a:lnTo>
                  <a:lnTo>
                    <a:pt x="4715931" y="1046251"/>
                  </a:lnTo>
                  <a:lnTo>
                    <a:pt x="4607340" y="1039937"/>
                  </a:lnTo>
                  <a:lnTo>
                    <a:pt x="4504513" y="1032963"/>
                  </a:lnTo>
                  <a:lnTo>
                    <a:pt x="4408378" y="1025298"/>
                  </a:lnTo>
                  <a:lnTo>
                    <a:pt x="4319274" y="1016888"/>
                  </a:lnTo>
                  <a:lnTo>
                    <a:pt x="4237103" y="1007659"/>
                  </a:lnTo>
                  <a:lnTo>
                    <a:pt x="4161457" y="997519"/>
                  </a:lnTo>
                  <a:lnTo>
                    <a:pt x="4091729" y="986355"/>
                  </a:lnTo>
                  <a:lnTo>
                    <a:pt x="4027203" y="974045"/>
                  </a:lnTo>
                  <a:lnTo>
                    <a:pt x="3967107" y="960458"/>
                  </a:lnTo>
                  <a:lnTo>
                    <a:pt x="3910671" y="945473"/>
                  </a:lnTo>
                  <a:lnTo>
                    <a:pt x="3857159" y="928998"/>
                  </a:lnTo>
                  <a:lnTo>
                    <a:pt x="3820202" y="916237"/>
                  </a:lnTo>
                  <a:lnTo>
                    <a:pt x="3762611" y="894042"/>
                  </a:lnTo>
                  <a:lnTo>
                    <a:pt x="3706741" y="869763"/>
                  </a:lnTo>
                  <a:lnTo>
                    <a:pt x="3651993" y="843365"/>
                  </a:lnTo>
                  <a:lnTo>
                    <a:pt x="3597915" y="814870"/>
                  </a:lnTo>
                  <a:lnTo>
                    <a:pt x="3544179" y="784370"/>
                  </a:lnTo>
                  <a:lnTo>
                    <a:pt x="3490559" y="752023"/>
                  </a:lnTo>
                  <a:lnTo>
                    <a:pt x="3436915" y="718065"/>
                  </a:lnTo>
                  <a:lnTo>
                    <a:pt x="3383180" y="682794"/>
                  </a:lnTo>
                  <a:lnTo>
                    <a:pt x="3329344" y="646572"/>
                  </a:lnTo>
                  <a:lnTo>
                    <a:pt x="3275438" y="609803"/>
                  </a:lnTo>
                  <a:lnTo>
                    <a:pt x="3221516" y="572918"/>
                  </a:lnTo>
                  <a:lnTo>
                    <a:pt x="3167638" y="536354"/>
                  </a:lnTo>
                  <a:lnTo>
                    <a:pt x="3113848" y="500533"/>
                  </a:lnTo>
                  <a:lnTo>
                    <a:pt x="3060160" y="465840"/>
                  </a:lnTo>
                  <a:lnTo>
                    <a:pt x="3006540" y="432608"/>
                  </a:lnTo>
                  <a:lnTo>
                    <a:pt x="2952887" y="401108"/>
                  </a:lnTo>
                  <a:lnTo>
                    <a:pt x="2899024" y="371537"/>
                  </a:lnTo>
                  <a:lnTo>
                    <a:pt x="2844678" y="344025"/>
                  </a:lnTo>
                  <a:lnTo>
                    <a:pt x="2789465" y="318627"/>
                  </a:lnTo>
                  <a:lnTo>
                    <a:pt x="2732869" y="295339"/>
                  </a:lnTo>
                  <a:lnTo>
                    <a:pt x="2702183" y="283867"/>
                  </a:lnTo>
                  <a:lnTo>
                    <a:pt x="2650361" y="266296"/>
                  </a:lnTo>
                  <a:lnTo>
                    <a:pt x="2596094" y="250249"/>
                  </a:lnTo>
                  <a:lnTo>
                    <a:pt x="2538700" y="235670"/>
                  </a:lnTo>
                  <a:lnTo>
                    <a:pt x="2477431" y="222457"/>
                  </a:lnTo>
                  <a:lnTo>
                    <a:pt x="2411511" y="210483"/>
                  </a:lnTo>
                  <a:lnTo>
                    <a:pt x="2340181" y="199621"/>
                  </a:lnTo>
                  <a:lnTo>
                    <a:pt x="2262745" y="189749"/>
                  </a:lnTo>
                  <a:lnTo>
                    <a:pt x="2178645" y="180761"/>
                  </a:lnTo>
                  <a:lnTo>
                    <a:pt x="2087548" y="172567"/>
                  </a:lnTo>
                  <a:lnTo>
                    <a:pt x="1989465" y="165102"/>
                  </a:lnTo>
                  <a:lnTo>
                    <a:pt x="1884886" y="158317"/>
                  </a:lnTo>
                  <a:lnTo>
                    <a:pt x="1774931" y="152187"/>
                  </a:lnTo>
                  <a:lnTo>
                    <a:pt x="1661471" y="146705"/>
                  </a:lnTo>
                  <a:lnTo>
                    <a:pt x="1547186" y="141877"/>
                  </a:lnTo>
                  <a:lnTo>
                    <a:pt x="1435500" y="137717"/>
                  </a:lnTo>
                  <a:lnTo>
                    <a:pt x="1330347" y="134237"/>
                  </a:lnTo>
                  <a:lnTo>
                    <a:pt x="1235752" y="131436"/>
                  </a:lnTo>
                  <a:lnTo>
                    <a:pt x="1155271" y="129290"/>
                  </a:lnTo>
                  <a:lnTo>
                    <a:pt x="1091408" y="127749"/>
                  </a:lnTo>
                  <a:lnTo>
                    <a:pt x="1045140" y="126734"/>
                  </a:lnTo>
                  <a:lnTo>
                    <a:pt x="1015673" y="126145"/>
                  </a:lnTo>
                  <a:lnTo>
                    <a:pt x="1000454" y="125867"/>
                  </a:lnTo>
                  <a:lnTo>
                    <a:pt x="995363" y="125781"/>
                  </a:lnTo>
                  <a:lnTo>
                    <a:pt x="994940" y="125775"/>
                  </a:lnTo>
                  <a:lnTo>
                    <a:pt x="0" y="125775"/>
                  </a:lnTo>
                  <a:lnTo>
                    <a:pt x="0" y="1257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" name="pg11"/>
            <p:cNvSpPr/>
            <p:nvPr/>
          </p:nvSpPr>
          <p:spPr>
            <a:xfrm>
              <a:off x="1199187" y="2122292"/>
              <a:ext cx="12049831" cy="964276"/>
            </a:xfrm>
            <a:custGeom>
              <a:avLst/>
              <a:pathLst>
                <a:path w="12049831" h="964276">
                  <a:moveTo>
                    <a:pt x="0" y="10481"/>
                  </a:moveTo>
                  <a:lnTo>
                    <a:pt x="994940" y="10481"/>
                  </a:lnTo>
                  <a:lnTo>
                    <a:pt x="996069" y="10499"/>
                  </a:lnTo>
                  <a:lnTo>
                    <a:pt x="1003522" y="10628"/>
                  </a:lnTo>
                  <a:lnTo>
                    <a:pt x="1022412" y="10984"/>
                  </a:lnTo>
                  <a:lnTo>
                    <a:pt x="1056439" y="11686"/>
                  </a:lnTo>
                  <a:lnTo>
                    <a:pt x="1107675" y="12846"/>
                  </a:lnTo>
                  <a:lnTo>
                    <a:pt x="1176402" y="14560"/>
                  </a:lnTo>
                  <a:lnTo>
                    <a:pt x="1261177" y="16900"/>
                  </a:lnTo>
                  <a:lnTo>
                    <a:pt x="1359143" y="19908"/>
                  </a:lnTo>
                  <a:lnTo>
                    <a:pt x="1466552" y="23601"/>
                  </a:lnTo>
                  <a:lnTo>
                    <a:pt x="1579351" y="27975"/>
                  </a:lnTo>
                  <a:lnTo>
                    <a:pt x="1693718" y="33016"/>
                  </a:lnTo>
                  <a:lnTo>
                    <a:pt x="1806423" y="38713"/>
                  </a:lnTo>
                  <a:lnTo>
                    <a:pt x="1915013" y="45061"/>
                  </a:lnTo>
                  <a:lnTo>
                    <a:pt x="2017839" y="52073"/>
                  </a:lnTo>
                  <a:lnTo>
                    <a:pt x="2113975" y="59780"/>
                  </a:lnTo>
                  <a:lnTo>
                    <a:pt x="2203078" y="68237"/>
                  </a:lnTo>
                  <a:lnTo>
                    <a:pt x="2285250" y="77515"/>
                  </a:lnTo>
                  <a:lnTo>
                    <a:pt x="2360898" y="87711"/>
                  </a:lnTo>
                  <a:lnTo>
                    <a:pt x="2430626" y="98936"/>
                  </a:lnTo>
                  <a:lnTo>
                    <a:pt x="2495153" y="111314"/>
                  </a:lnTo>
                  <a:lnTo>
                    <a:pt x="2555249" y="124975"/>
                  </a:lnTo>
                  <a:lnTo>
                    <a:pt x="2611686" y="140041"/>
                  </a:lnTo>
                  <a:lnTo>
                    <a:pt x="2665197" y="156606"/>
                  </a:lnTo>
                  <a:lnTo>
                    <a:pt x="2702183" y="169447"/>
                  </a:lnTo>
                  <a:lnTo>
                    <a:pt x="2759736" y="191749"/>
                  </a:lnTo>
                  <a:lnTo>
                    <a:pt x="2815570" y="216143"/>
                  </a:lnTo>
                  <a:lnTo>
                    <a:pt x="2870283" y="242666"/>
                  </a:lnTo>
                  <a:lnTo>
                    <a:pt x="2924326" y="271294"/>
                  </a:lnTo>
                  <a:lnTo>
                    <a:pt x="2978026" y="301937"/>
                  </a:lnTo>
                  <a:lnTo>
                    <a:pt x="3031611" y="334433"/>
                  </a:lnTo>
                  <a:lnTo>
                    <a:pt x="3085218" y="368550"/>
                  </a:lnTo>
                  <a:lnTo>
                    <a:pt x="3138917" y="403986"/>
                  </a:lnTo>
                  <a:lnTo>
                    <a:pt x="3192716" y="440380"/>
                  </a:lnTo>
                  <a:lnTo>
                    <a:pt x="3246585" y="477325"/>
                  </a:lnTo>
                  <a:lnTo>
                    <a:pt x="3300471" y="514390"/>
                  </a:lnTo>
                  <a:lnTo>
                    <a:pt x="3354314" y="551135"/>
                  </a:lnTo>
                  <a:lnTo>
                    <a:pt x="3408069" y="587138"/>
                  </a:lnTo>
                  <a:lnTo>
                    <a:pt x="3461721" y="622011"/>
                  </a:lnTo>
                  <a:lnTo>
                    <a:pt x="3515306" y="655420"/>
                  </a:lnTo>
                  <a:lnTo>
                    <a:pt x="3568921" y="687093"/>
                  </a:lnTo>
                  <a:lnTo>
                    <a:pt x="3622745" y="716828"/>
                  </a:lnTo>
                  <a:lnTo>
                    <a:pt x="3677047" y="744499"/>
                  </a:lnTo>
                  <a:lnTo>
                    <a:pt x="3732209" y="770047"/>
                  </a:lnTo>
                  <a:lnTo>
                    <a:pt x="3788746" y="793475"/>
                  </a:lnTo>
                  <a:lnTo>
                    <a:pt x="3820202" y="805310"/>
                  </a:lnTo>
                  <a:lnTo>
                    <a:pt x="3872023" y="822978"/>
                  </a:lnTo>
                  <a:lnTo>
                    <a:pt x="3926289" y="839114"/>
                  </a:lnTo>
                  <a:lnTo>
                    <a:pt x="3983681" y="853772"/>
                  </a:lnTo>
                  <a:lnTo>
                    <a:pt x="4044948" y="867059"/>
                  </a:lnTo>
                  <a:lnTo>
                    <a:pt x="4110866" y="879098"/>
                  </a:lnTo>
                  <a:lnTo>
                    <a:pt x="4182194" y="890020"/>
                  </a:lnTo>
                  <a:lnTo>
                    <a:pt x="4259627" y="899947"/>
                  </a:lnTo>
                  <a:lnTo>
                    <a:pt x="4343723" y="908985"/>
                  </a:lnTo>
                  <a:lnTo>
                    <a:pt x="4434817" y="917223"/>
                  </a:lnTo>
                  <a:lnTo>
                    <a:pt x="4532896" y="924730"/>
                  </a:lnTo>
                  <a:lnTo>
                    <a:pt x="4637471" y="931553"/>
                  </a:lnTo>
                  <a:lnTo>
                    <a:pt x="4747422" y="937717"/>
                  </a:lnTo>
                  <a:lnTo>
                    <a:pt x="4860879" y="943229"/>
                  </a:lnTo>
                  <a:lnTo>
                    <a:pt x="4975162" y="948084"/>
                  </a:lnTo>
                  <a:lnTo>
                    <a:pt x="5086846" y="952267"/>
                  </a:lnTo>
                  <a:lnTo>
                    <a:pt x="5192000" y="955766"/>
                  </a:lnTo>
                  <a:lnTo>
                    <a:pt x="5286598" y="958583"/>
                  </a:lnTo>
                  <a:lnTo>
                    <a:pt x="5367083" y="960741"/>
                  </a:lnTo>
                  <a:lnTo>
                    <a:pt x="5430952" y="962290"/>
                  </a:lnTo>
                  <a:lnTo>
                    <a:pt x="5477227" y="963311"/>
                  </a:lnTo>
                  <a:lnTo>
                    <a:pt x="5506702" y="963903"/>
                  </a:lnTo>
                  <a:lnTo>
                    <a:pt x="5521926" y="964183"/>
                  </a:lnTo>
                  <a:lnTo>
                    <a:pt x="5527021" y="964270"/>
                  </a:lnTo>
                  <a:lnTo>
                    <a:pt x="5527445" y="964276"/>
                  </a:lnTo>
                  <a:lnTo>
                    <a:pt x="6522385" y="964276"/>
                  </a:lnTo>
                  <a:lnTo>
                    <a:pt x="6523516" y="964259"/>
                  </a:lnTo>
                  <a:lnTo>
                    <a:pt x="6530976" y="964140"/>
                  </a:lnTo>
                  <a:lnTo>
                    <a:pt x="6549882" y="963811"/>
                  </a:lnTo>
                  <a:lnTo>
                    <a:pt x="6583939" y="963163"/>
                  </a:lnTo>
                  <a:lnTo>
                    <a:pt x="6635216" y="962091"/>
                  </a:lnTo>
                  <a:lnTo>
                    <a:pt x="6703995" y="960507"/>
                  </a:lnTo>
                  <a:lnTo>
                    <a:pt x="6788828" y="958345"/>
                  </a:lnTo>
                  <a:lnTo>
                    <a:pt x="6886852" y="955566"/>
                  </a:lnTo>
                  <a:lnTo>
                    <a:pt x="6994315" y="952154"/>
                  </a:lnTo>
                  <a:lnTo>
                    <a:pt x="7107160" y="948114"/>
                  </a:lnTo>
                  <a:lnTo>
                    <a:pt x="7221563" y="943457"/>
                  </a:lnTo>
                  <a:lnTo>
                    <a:pt x="7334292" y="938195"/>
                  </a:lnTo>
                  <a:lnTo>
                    <a:pt x="7442896" y="932331"/>
                  </a:lnTo>
                  <a:lnTo>
                    <a:pt x="7545728" y="925853"/>
                  </a:lnTo>
                  <a:lnTo>
                    <a:pt x="7641862" y="918733"/>
                  </a:lnTo>
                  <a:lnTo>
                    <a:pt x="7730960" y="910922"/>
                  </a:lnTo>
                  <a:lnTo>
                    <a:pt x="7813122" y="902350"/>
                  </a:lnTo>
                  <a:lnTo>
                    <a:pt x="7888759" y="892930"/>
                  </a:lnTo>
                  <a:lnTo>
                    <a:pt x="7958476" y="882560"/>
                  </a:lnTo>
                  <a:lnTo>
                    <a:pt x="8022995" y="871123"/>
                  </a:lnTo>
                  <a:lnTo>
                    <a:pt x="8083083" y="858501"/>
                  </a:lnTo>
                  <a:lnTo>
                    <a:pt x="8139516" y="844580"/>
                  </a:lnTo>
                  <a:lnTo>
                    <a:pt x="8193026" y="829274"/>
                  </a:lnTo>
                  <a:lnTo>
                    <a:pt x="8229629" y="817538"/>
                  </a:lnTo>
                  <a:lnTo>
                    <a:pt x="8287705" y="796753"/>
                  </a:lnTo>
                  <a:lnTo>
                    <a:pt x="8344036" y="773999"/>
                  </a:lnTo>
                  <a:lnTo>
                    <a:pt x="8399235" y="749244"/>
                  </a:lnTo>
                  <a:lnTo>
                    <a:pt x="8453762" y="722512"/>
                  </a:lnTo>
                  <a:lnTo>
                    <a:pt x="8507951" y="693889"/>
                  </a:lnTo>
                  <a:lnTo>
                    <a:pt x="8562030" y="663532"/>
                  </a:lnTo>
                  <a:lnTo>
                    <a:pt x="8616137" y="631666"/>
                  </a:lnTo>
                  <a:lnTo>
                    <a:pt x="8670340" y="598581"/>
                  </a:lnTo>
                  <a:lnTo>
                    <a:pt x="8724644" y="564622"/>
                  </a:lnTo>
                  <a:lnTo>
                    <a:pt x="8779015" y="530177"/>
                  </a:lnTo>
                  <a:lnTo>
                    <a:pt x="8833398" y="495659"/>
                  </a:lnTo>
                  <a:lnTo>
                    <a:pt x="8887731" y="461482"/>
                  </a:lnTo>
                  <a:lnTo>
                    <a:pt x="8941971" y="428045"/>
                  </a:lnTo>
                  <a:lnTo>
                    <a:pt x="8996108" y="395711"/>
                  </a:lnTo>
                  <a:lnTo>
                    <a:pt x="9050185" y="364791"/>
                  </a:lnTo>
                  <a:lnTo>
                    <a:pt x="9104313" y="335533"/>
                  </a:lnTo>
                  <a:lnTo>
                    <a:pt x="9158688" y="308119"/>
                  </a:lnTo>
                  <a:lnTo>
                    <a:pt x="9213604" y="282658"/>
                  </a:lnTo>
                  <a:lnTo>
                    <a:pt x="9269474" y="259197"/>
                  </a:lnTo>
                  <a:lnTo>
                    <a:pt x="9326851" y="237722"/>
                  </a:lnTo>
                  <a:lnTo>
                    <a:pt x="9347647" y="230587"/>
                  </a:lnTo>
                  <a:lnTo>
                    <a:pt x="9399486" y="214274"/>
                  </a:lnTo>
                  <a:lnTo>
                    <a:pt x="9453770" y="199375"/>
                  </a:lnTo>
                  <a:lnTo>
                    <a:pt x="9511183" y="185841"/>
                  </a:lnTo>
                  <a:lnTo>
                    <a:pt x="9572475" y="173574"/>
                  </a:lnTo>
                  <a:lnTo>
                    <a:pt x="9638420" y="162459"/>
                  </a:lnTo>
                  <a:lnTo>
                    <a:pt x="9709781" y="152375"/>
                  </a:lnTo>
                  <a:lnTo>
                    <a:pt x="9787252" y="143211"/>
                  </a:lnTo>
                  <a:lnTo>
                    <a:pt x="9871392" y="134867"/>
                  </a:lnTo>
                  <a:lnTo>
                    <a:pt x="9962533" y="127262"/>
                  </a:lnTo>
                  <a:lnTo>
                    <a:pt x="10060665" y="120333"/>
                  </a:lnTo>
                  <a:lnTo>
                    <a:pt x="10165293" y="114035"/>
                  </a:lnTo>
                  <a:lnTo>
                    <a:pt x="10275296" y="108346"/>
                  </a:lnTo>
                  <a:lnTo>
                    <a:pt x="10388798" y="103258"/>
                  </a:lnTo>
                  <a:lnTo>
                    <a:pt x="10503113" y="98778"/>
                  </a:lnTo>
                  <a:lnTo>
                    <a:pt x="10614813" y="94918"/>
                  </a:lnTo>
                  <a:lnTo>
                    <a:pt x="10719957" y="91690"/>
                  </a:lnTo>
                  <a:lnTo>
                    <a:pt x="10814519" y="89092"/>
                  </a:lnTo>
                  <a:lnTo>
                    <a:pt x="10894944" y="87103"/>
                  </a:lnTo>
                  <a:lnTo>
                    <a:pt x="10958731" y="85676"/>
                  </a:lnTo>
                  <a:lnTo>
                    <a:pt x="11004912" y="84736"/>
                  </a:lnTo>
                  <a:lnTo>
                    <a:pt x="11034293" y="84191"/>
                  </a:lnTo>
                  <a:lnTo>
                    <a:pt x="11049437" y="83934"/>
                  </a:lnTo>
                  <a:lnTo>
                    <a:pt x="11054480" y="83856"/>
                  </a:lnTo>
                  <a:lnTo>
                    <a:pt x="11054891" y="83850"/>
                  </a:lnTo>
                  <a:lnTo>
                    <a:pt x="12049831" y="83850"/>
                  </a:lnTo>
                  <a:lnTo>
                    <a:pt x="12049831" y="73368"/>
                  </a:lnTo>
                  <a:lnTo>
                    <a:pt x="11054891" y="73368"/>
                  </a:lnTo>
                  <a:lnTo>
                    <a:pt x="11053761" y="73385"/>
                  </a:lnTo>
                  <a:lnTo>
                    <a:pt x="11046301" y="73504"/>
                  </a:lnTo>
                  <a:lnTo>
                    <a:pt x="11027394" y="73833"/>
                  </a:lnTo>
                  <a:lnTo>
                    <a:pt x="10993337" y="74482"/>
                  </a:lnTo>
                  <a:lnTo>
                    <a:pt x="10942060" y="75554"/>
                  </a:lnTo>
                  <a:lnTo>
                    <a:pt x="10873281" y="77138"/>
                  </a:lnTo>
                  <a:lnTo>
                    <a:pt x="10788449" y="79299"/>
                  </a:lnTo>
                  <a:lnTo>
                    <a:pt x="10690424" y="82079"/>
                  </a:lnTo>
                  <a:lnTo>
                    <a:pt x="10582962" y="85490"/>
                  </a:lnTo>
                  <a:lnTo>
                    <a:pt x="10470116" y="89531"/>
                  </a:lnTo>
                  <a:lnTo>
                    <a:pt x="10355713" y="94188"/>
                  </a:lnTo>
                  <a:lnTo>
                    <a:pt x="10242984" y="99450"/>
                  </a:lnTo>
                  <a:lnTo>
                    <a:pt x="10134380" y="105314"/>
                  </a:lnTo>
                  <a:lnTo>
                    <a:pt x="10031548" y="111791"/>
                  </a:lnTo>
                  <a:lnTo>
                    <a:pt x="9935414" y="118911"/>
                  </a:lnTo>
                  <a:lnTo>
                    <a:pt x="9846317" y="126723"/>
                  </a:lnTo>
                  <a:lnTo>
                    <a:pt x="9764154" y="135295"/>
                  </a:lnTo>
                  <a:lnTo>
                    <a:pt x="9688518" y="144715"/>
                  </a:lnTo>
                  <a:lnTo>
                    <a:pt x="9618800" y="155085"/>
                  </a:lnTo>
                  <a:lnTo>
                    <a:pt x="9554282" y="166521"/>
                  </a:lnTo>
                  <a:lnTo>
                    <a:pt x="9494193" y="179144"/>
                  </a:lnTo>
                  <a:lnTo>
                    <a:pt x="9437761" y="193064"/>
                  </a:lnTo>
                  <a:lnTo>
                    <a:pt x="9384251" y="208371"/>
                  </a:lnTo>
                  <a:lnTo>
                    <a:pt x="9347647" y="220106"/>
                  </a:lnTo>
                  <a:lnTo>
                    <a:pt x="9289572" y="240892"/>
                  </a:lnTo>
                  <a:lnTo>
                    <a:pt x="9233241" y="263646"/>
                  </a:lnTo>
                  <a:lnTo>
                    <a:pt x="9178041" y="288400"/>
                  </a:lnTo>
                  <a:lnTo>
                    <a:pt x="9123514" y="315133"/>
                  </a:lnTo>
                  <a:lnTo>
                    <a:pt x="9069325" y="343755"/>
                  </a:lnTo>
                  <a:lnTo>
                    <a:pt x="9015247" y="374112"/>
                  </a:lnTo>
                  <a:lnTo>
                    <a:pt x="8961139" y="405978"/>
                  </a:lnTo>
                  <a:lnTo>
                    <a:pt x="8906937" y="439064"/>
                  </a:lnTo>
                  <a:lnTo>
                    <a:pt x="8852633" y="473023"/>
                  </a:lnTo>
                  <a:lnTo>
                    <a:pt x="8798261" y="507468"/>
                  </a:lnTo>
                  <a:lnTo>
                    <a:pt x="8743879" y="541986"/>
                  </a:lnTo>
                  <a:lnTo>
                    <a:pt x="8689546" y="576163"/>
                  </a:lnTo>
                  <a:lnTo>
                    <a:pt x="8635306" y="609600"/>
                  </a:lnTo>
                  <a:lnTo>
                    <a:pt x="8581169" y="641933"/>
                  </a:lnTo>
                  <a:lnTo>
                    <a:pt x="8527092" y="672854"/>
                  </a:lnTo>
                  <a:lnTo>
                    <a:pt x="8472963" y="702111"/>
                  </a:lnTo>
                  <a:lnTo>
                    <a:pt x="8418588" y="729526"/>
                  </a:lnTo>
                  <a:lnTo>
                    <a:pt x="8363672" y="754986"/>
                  </a:lnTo>
                  <a:lnTo>
                    <a:pt x="8307803" y="778447"/>
                  </a:lnTo>
                  <a:lnTo>
                    <a:pt x="8250426" y="799922"/>
                  </a:lnTo>
                  <a:lnTo>
                    <a:pt x="8229629" y="807057"/>
                  </a:lnTo>
                  <a:lnTo>
                    <a:pt x="8177791" y="823371"/>
                  </a:lnTo>
                  <a:lnTo>
                    <a:pt x="8123506" y="838269"/>
                  </a:lnTo>
                  <a:lnTo>
                    <a:pt x="8066093" y="851804"/>
                  </a:lnTo>
                  <a:lnTo>
                    <a:pt x="8004802" y="864070"/>
                  </a:lnTo>
                  <a:lnTo>
                    <a:pt x="7938856" y="875186"/>
                  </a:lnTo>
                  <a:lnTo>
                    <a:pt x="7867495" y="885269"/>
                  </a:lnTo>
                  <a:lnTo>
                    <a:pt x="7790024" y="894433"/>
                  </a:lnTo>
                  <a:lnTo>
                    <a:pt x="7705884" y="902777"/>
                  </a:lnTo>
                  <a:lnTo>
                    <a:pt x="7614743" y="910382"/>
                  </a:lnTo>
                  <a:lnTo>
                    <a:pt x="7516612" y="917312"/>
                  </a:lnTo>
                  <a:lnTo>
                    <a:pt x="7411983" y="923610"/>
                  </a:lnTo>
                  <a:lnTo>
                    <a:pt x="7301981" y="929299"/>
                  </a:lnTo>
                  <a:lnTo>
                    <a:pt x="7188479" y="934387"/>
                  </a:lnTo>
                  <a:lnTo>
                    <a:pt x="7074163" y="938867"/>
                  </a:lnTo>
                  <a:lnTo>
                    <a:pt x="6962464" y="942726"/>
                  </a:lnTo>
                  <a:lnTo>
                    <a:pt x="6857320" y="945954"/>
                  </a:lnTo>
                  <a:lnTo>
                    <a:pt x="6762757" y="948552"/>
                  </a:lnTo>
                  <a:lnTo>
                    <a:pt x="6682333" y="950541"/>
                  </a:lnTo>
                  <a:lnTo>
                    <a:pt x="6618546" y="951969"/>
                  </a:lnTo>
                  <a:lnTo>
                    <a:pt x="6572365" y="952908"/>
                  </a:lnTo>
                  <a:lnTo>
                    <a:pt x="6542984" y="953453"/>
                  </a:lnTo>
                  <a:lnTo>
                    <a:pt x="6527839" y="953710"/>
                  </a:lnTo>
                  <a:lnTo>
                    <a:pt x="6522797" y="953789"/>
                  </a:lnTo>
                  <a:lnTo>
                    <a:pt x="6522385" y="953795"/>
                  </a:lnTo>
                  <a:lnTo>
                    <a:pt x="5527445" y="953795"/>
                  </a:lnTo>
                  <a:lnTo>
                    <a:pt x="5526316" y="953777"/>
                  </a:lnTo>
                  <a:lnTo>
                    <a:pt x="5518863" y="953648"/>
                  </a:lnTo>
                  <a:lnTo>
                    <a:pt x="5499973" y="953292"/>
                  </a:lnTo>
                  <a:lnTo>
                    <a:pt x="5465946" y="952590"/>
                  </a:lnTo>
                  <a:lnTo>
                    <a:pt x="5414710" y="951430"/>
                  </a:lnTo>
                  <a:lnTo>
                    <a:pt x="5345983" y="949715"/>
                  </a:lnTo>
                  <a:lnTo>
                    <a:pt x="5261208" y="947375"/>
                  </a:lnTo>
                  <a:lnTo>
                    <a:pt x="5163242" y="944367"/>
                  </a:lnTo>
                  <a:lnTo>
                    <a:pt x="5055833" y="940675"/>
                  </a:lnTo>
                  <a:lnTo>
                    <a:pt x="4943034" y="936301"/>
                  </a:lnTo>
                  <a:lnTo>
                    <a:pt x="4828667" y="931259"/>
                  </a:lnTo>
                  <a:lnTo>
                    <a:pt x="4715962" y="925563"/>
                  </a:lnTo>
                  <a:lnTo>
                    <a:pt x="4607372" y="919215"/>
                  </a:lnTo>
                  <a:lnTo>
                    <a:pt x="4504546" y="912203"/>
                  </a:lnTo>
                  <a:lnTo>
                    <a:pt x="4408410" y="904495"/>
                  </a:lnTo>
                  <a:lnTo>
                    <a:pt x="4319307" y="896039"/>
                  </a:lnTo>
                  <a:lnTo>
                    <a:pt x="4237135" y="886760"/>
                  </a:lnTo>
                  <a:lnTo>
                    <a:pt x="4161487" y="876564"/>
                  </a:lnTo>
                  <a:lnTo>
                    <a:pt x="4091759" y="865340"/>
                  </a:lnTo>
                  <a:lnTo>
                    <a:pt x="4027232" y="852962"/>
                  </a:lnTo>
                  <a:lnTo>
                    <a:pt x="3967136" y="839301"/>
                  </a:lnTo>
                  <a:lnTo>
                    <a:pt x="3910699" y="824235"/>
                  </a:lnTo>
                  <a:lnTo>
                    <a:pt x="3857188" y="807669"/>
                  </a:lnTo>
                  <a:lnTo>
                    <a:pt x="3820202" y="794829"/>
                  </a:lnTo>
                  <a:lnTo>
                    <a:pt x="3762649" y="772527"/>
                  </a:lnTo>
                  <a:lnTo>
                    <a:pt x="3706815" y="748132"/>
                  </a:lnTo>
                  <a:lnTo>
                    <a:pt x="3652102" y="721610"/>
                  </a:lnTo>
                  <a:lnTo>
                    <a:pt x="3598059" y="692982"/>
                  </a:lnTo>
                  <a:lnTo>
                    <a:pt x="3544359" y="662339"/>
                  </a:lnTo>
                  <a:lnTo>
                    <a:pt x="3490774" y="629842"/>
                  </a:lnTo>
                  <a:lnTo>
                    <a:pt x="3437167" y="595725"/>
                  </a:lnTo>
                  <a:lnTo>
                    <a:pt x="3383468" y="560289"/>
                  </a:lnTo>
                  <a:lnTo>
                    <a:pt x="3329669" y="523896"/>
                  </a:lnTo>
                  <a:lnTo>
                    <a:pt x="3275800" y="486951"/>
                  </a:lnTo>
                  <a:lnTo>
                    <a:pt x="3221914" y="449886"/>
                  </a:lnTo>
                  <a:lnTo>
                    <a:pt x="3168071" y="413141"/>
                  </a:lnTo>
                  <a:lnTo>
                    <a:pt x="3114316" y="377138"/>
                  </a:lnTo>
                  <a:lnTo>
                    <a:pt x="3060664" y="342264"/>
                  </a:lnTo>
                  <a:lnTo>
                    <a:pt x="3007079" y="308856"/>
                  </a:lnTo>
                  <a:lnTo>
                    <a:pt x="2953464" y="277183"/>
                  </a:lnTo>
                  <a:lnTo>
                    <a:pt x="2899640" y="247447"/>
                  </a:lnTo>
                  <a:lnTo>
                    <a:pt x="2845338" y="219776"/>
                  </a:lnTo>
                  <a:lnTo>
                    <a:pt x="2790176" y="194229"/>
                  </a:lnTo>
                  <a:lnTo>
                    <a:pt x="2733639" y="170800"/>
                  </a:lnTo>
                  <a:lnTo>
                    <a:pt x="2702183" y="158965"/>
                  </a:lnTo>
                  <a:lnTo>
                    <a:pt x="2650362" y="141298"/>
                  </a:lnTo>
                  <a:lnTo>
                    <a:pt x="2596096" y="125162"/>
                  </a:lnTo>
                  <a:lnTo>
                    <a:pt x="2538704" y="110503"/>
                  </a:lnTo>
                  <a:lnTo>
                    <a:pt x="2477437" y="97217"/>
                  </a:lnTo>
                  <a:lnTo>
                    <a:pt x="2411519" y="85178"/>
                  </a:lnTo>
                  <a:lnTo>
                    <a:pt x="2340191" y="74255"/>
                  </a:lnTo>
                  <a:lnTo>
                    <a:pt x="2262758" y="64329"/>
                  </a:lnTo>
                  <a:lnTo>
                    <a:pt x="2178662" y="55291"/>
                  </a:lnTo>
                  <a:lnTo>
                    <a:pt x="2087568" y="47052"/>
                  </a:lnTo>
                  <a:lnTo>
                    <a:pt x="1989489" y="39545"/>
                  </a:lnTo>
                  <a:lnTo>
                    <a:pt x="1884914" y="32723"/>
                  </a:lnTo>
                  <a:lnTo>
                    <a:pt x="1774963" y="26559"/>
                  </a:lnTo>
                  <a:lnTo>
                    <a:pt x="1661506" y="21047"/>
                  </a:lnTo>
                  <a:lnTo>
                    <a:pt x="1547223" y="16192"/>
                  </a:lnTo>
                  <a:lnTo>
                    <a:pt x="1435539" y="12009"/>
                  </a:lnTo>
                  <a:lnTo>
                    <a:pt x="1330385" y="8510"/>
                  </a:lnTo>
                  <a:lnTo>
                    <a:pt x="1235787" y="5693"/>
                  </a:lnTo>
                  <a:lnTo>
                    <a:pt x="1155302" y="3535"/>
                  </a:lnTo>
                  <a:lnTo>
                    <a:pt x="1091433" y="1985"/>
                  </a:lnTo>
                  <a:lnTo>
                    <a:pt x="1045158" y="965"/>
                  </a:lnTo>
                  <a:lnTo>
                    <a:pt x="1015683" y="372"/>
                  </a:lnTo>
                  <a:lnTo>
                    <a:pt x="1000459" y="92"/>
                  </a:lnTo>
                  <a:lnTo>
                    <a:pt x="995364" y="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" name="pl12"/>
            <p:cNvSpPr/>
            <p:nvPr/>
          </p:nvSpPr>
          <p:spPr>
            <a:xfrm>
              <a:off x="1199187" y="2132773"/>
              <a:ext cx="12049831" cy="953795"/>
            </a:xfrm>
            <a:custGeom>
              <a:avLst/>
              <a:pathLst>
                <a:path w="12049831" h="953795">
                  <a:moveTo>
                    <a:pt x="0" y="0"/>
                  </a:moveTo>
                  <a:lnTo>
                    <a:pt x="994940" y="0"/>
                  </a:lnTo>
                  <a:lnTo>
                    <a:pt x="996069" y="18"/>
                  </a:lnTo>
                  <a:lnTo>
                    <a:pt x="1003522" y="147"/>
                  </a:lnTo>
                  <a:lnTo>
                    <a:pt x="1022412" y="503"/>
                  </a:lnTo>
                  <a:lnTo>
                    <a:pt x="1056439" y="1205"/>
                  </a:lnTo>
                  <a:lnTo>
                    <a:pt x="1107675" y="2365"/>
                  </a:lnTo>
                  <a:lnTo>
                    <a:pt x="1176402" y="4079"/>
                  </a:lnTo>
                  <a:lnTo>
                    <a:pt x="1261177" y="6419"/>
                  </a:lnTo>
                  <a:lnTo>
                    <a:pt x="1359143" y="9427"/>
                  </a:lnTo>
                  <a:lnTo>
                    <a:pt x="1466552" y="13120"/>
                  </a:lnTo>
                  <a:lnTo>
                    <a:pt x="1579351" y="17494"/>
                  </a:lnTo>
                  <a:lnTo>
                    <a:pt x="1693718" y="22535"/>
                  </a:lnTo>
                  <a:lnTo>
                    <a:pt x="1806423" y="28232"/>
                  </a:lnTo>
                  <a:lnTo>
                    <a:pt x="1915013" y="34580"/>
                  </a:lnTo>
                  <a:lnTo>
                    <a:pt x="2017839" y="41592"/>
                  </a:lnTo>
                  <a:lnTo>
                    <a:pt x="2113975" y="49299"/>
                  </a:lnTo>
                  <a:lnTo>
                    <a:pt x="2203078" y="57755"/>
                  </a:lnTo>
                  <a:lnTo>
                    <a:pt x="2285250" y="67034"/>
                  </a:lnTo>
                  <a:lnTo>
                    <a:pt x="2360898" y="77230"/>
                  </a:lnTo>
                  <a:lnTo>
                    <a:pt x="2430626" y="88454"/>
                  </a:lnTo>
                  <a:lnTo>
                    <a:pt x="2495153" y="100832"/>
                  </a:lnTo>
                  <a:lnTo>
                    <a:pt x="2555249" y="114493"/>
                  </a:lnTo>
                  <a:lnTo>
                    <a:pt x="2611686" y="129560"/>
                  </a:lnTo>
                  <a:lnTo>
                    <a:pt x="2665197" y="146125"/>
                  </a:lnTo>
                  <a:lnTo>
                    <a:pt x="2702183" y="158965"/>
                  </a:lnTo>
                  <a:lnTo>
                    <a:pt x="2759736" y="181267"/>
                  </a:lnTo>
                  <a:lnTo>
                    <a:pt x="2815570" y="205662"/>
                  </a:lnTo>
                  <a:lnTo>
                    <a:pt x="2870283" y="232185"/>
                  </a:lnTo>
                  <a:lnTo>
                    <a:pt x="2924326" y="260813"/>
                  </a:lnTo>
                  <a:lnTo>
                    <a:pt x="2978026" y="291455"/>
                  </a:lnTo>
                  <a:lnTo>
                    <a:pt x="3031611" y="323952"/>
                  </a:lnTo>
                  <a:lnTo>
                    <a:pt x="3085218" y="358069"/>
                  </a:lnTo>
                  <a:lnTo>
                    <a:pt x="3138917" y="393505"/>
                  </a:lnTo>
                  <a:lnTo>
                    <a:pt x="3192716" y="429899"/>
                  </a:lnTo>
                  <a:lnTo>
                    <a:pt x="3246585" y="466844"/>
                  </a:lnTo>
                  <a:lnTo>
                    <a:pt x="3300471" y="503908"/>
                  </a:lnTo>
                  <a:lnTo>
                    <a:pt x="3354314" y="540654"/>
                  </a:lnTo>
                  <a:lnTo>
                    <a:pt x="3408069" y="576657"/>
                  </a:lnTo>
                  <a:lnTo>
                    <a:pt x="3461721" y="611530"/>
                  </a:lnTo>
                  <a:lnTo>
                    <a:pt x="3515306" y="644939"/>
                  </a:lnTo>
                  <a:lnTo>
                    <a:pt x="3568921" y="676611"/>
                  </a:lnTo>
                  <a:lnTo>
                    <a:pt x="3622745" y="706347"/>
                  </a:lnTo>
                  <a:lnTo>
                    <a:pt x="3677047" y="734018"/>
                  </a:lnTo>
                  <a:lnTo>
                    <a:pt x="3732209" y="759566"/>
                  </a:lnTo>
                  <a:lnTo>
                    <a:pt x="3788746" y="782994"/>
                  </a:lnTo>
                  <a:lnTo>
                    <a:pt x="3820202" y="794829"/>
                  </a:lnTo>
                  <a:lnTo>
                    <a:pt x="3872023" y="812497"/>
                  </a:lnTo>
                  <a:lnTo>
                    <a:pt x="3926289" y="828632"/>
                  </a:lnTo>
                  <a:lnTo>
                    <a:pt x="3983681" y="843291"/>
                  </a:lnTo>
                  <a:lnTo>
                    <a:pt x="4044948" y="856577"/>
                  </a:lnTo>
                  <a:lnTo>
                    <a:pt x="4110866" y="868617"/>
                  </a:lnTo>
                  <a:lnTo>
                    <a:pt x="4182194" y="879539"/>
                  </a:lnTo>
                  <a:lnTo>
                    <a:pt x="4259627" y="889466"/>
                  </a:lnTo>
                  <a:lnTo>
                    <a:pt x="4343723" y="898504"/>
                  </a:lnTo>
                  <a:lnTo>
                    <a:pt x="4434817" y="906742"/>
                  </a:lnTo>
                  <a:lnTo>
                    <a:pt x="4532896" y="914249"/>
                  </a:lnTo>
                  <a:lnTo>
                    <a:pt x="4637471" y="921071"/>
                  </a:lnTo>
                  <a:lnTo>
                    <a:pt x="4747422" y="927235"/>
                  </a:lnTo>
                  <a:lnTo>
                    <a:pt x="4860879" y="932748"/>
                  </a:lnTo>
                  <a:lnTo>
                    <a:pt x="4975162" y="937603"/>
                  </a:lnTo>
                  <a:lnTo>
                    <a:pt x="5086846" y="941785"/>
                  </a:lnTo>
                  <a:lnTo>
                    <a:pt x="5192000" y="945285"/>
                  </a:lnTo>
                  <a:lnTo>
                    <a:pt x="5286598" y="948102"/>
                  </a:lnTo>
                  <a:lnTo>
                    <a:pt x="5367083" y="950260"/>
                  </a:lnTo>
                  <a:lnTo>
                    <a:pt x="5430952" y="951809"/>
                  </a:lnTo>
                  <a:lnTo>
                    <a:pt x="5477227" y="952829"/>
                  </a:lnTo>
                  <a:lnTo>
                    <a:pt x="5506702" y="953422"/>
                  </a:lnTo>
                  <a:lnTo>
                    <a:pt x="5521926" y="953702"/>
                  </a:lnTo>
                  <a:lnTo>
                    <a:pt x="5527021" y="953788"/>
                  </a:lnTo>
                  <a:lnTo>
                    <a:pt x="5527445" y="953795"/>
                  </a:lnTo>
                  <a:lnTo>
                    <a:pt x="6522385" y="953795"/>
                  </a:lnTo>
                  <a:lnTo>
                    <a:pt x="6523516" y="953778"/>
                  </a:lnTo>
                  <a:lnTo>
                    <a:pt x="6530976" y="953659"/>
                  </a:lnTo>
                  <a:lnTo>
                    <a:pt x="6549882" y="953330"/>
                  </a:lnTo>
                  <a:lnTo>
                    <a:pt x="6583939" y="952681"/>
                  </a:lnTo>
                  <a:lnTo>
                    <a:pt x="6635216" y="951609"/>
                  </a:lnTo>
                  <a:lnTo>
                    <a:pt x="6703995" y="950026"/>
                  </a:lnTo>
                  <a:lnTo>
                    <a:pt x="6788828" y="947864"/>
                  </a:lnTo>
                  <a:lnTo>
                    <a:pt x="6886852" y="945085"/>
                  </a:lnTo>
                  <a:lnTo>
                    <a:pt x="6994315" y="941673"/>
                  </a:lnTo>
                  <a:lnTo>
                    <a:pt x="7107160" y="937633"/>
                  </a:lnTo>
                  <a:lnTo>
                    <a:pt x="7221563" y="932975"/>
                  </a:lnTo>
                  <a:lnTo>
                    <a:pt x="7334292" y="927713"/>
                  </a:lnTo>
                  <a:lnTo>
                    <a:pt x="7442896" y="921849"/>
                  </a:lnTo>
                  <a:lnTo>
                    <a:pt x="7545728" y="915372"/>
                  </a:lnTo>
                  <a:lnTo>
                    <a:pt x="7641862" y="908252"/>
                  </a:lnTo>
                  <a:lnTo>
                    <a:pt x="7730960" y="900440"/>
                  </a:lnTo>
                  <a:lnTo>
                    <a:pt x="7813122" y="891868"/>
                  </a:lnTo>
                  <a:lnTo>
                    <a:pt x="7888759" y="882449"/>
                  </a:lnTo>
                  <a:lnTo>
                    <a:pt x="7958476" y="872078"/>
                  </a:lnTo>
                  <a:lnTo>
                    <a:pt x="8022995" y="860642"/>
                  </a:lnTo>
                  <a:lnTo>
                    <a:pt x="8083083" y="848020"/>
                  </a:lnTo>
                  <a:lnTo>
                    <a:pt x="8139516" y="834099"/>
                  </a:lnTo>
                  <a:lnTo>
                    <a:pt x="8193026" y="818793"/>
                  </a:lnTo>
                  <a:lnTo>
                    <a:pt x="8229629" y="807057"/>
                  </a:lnTo>
                  <a:lnTo>
                    <a:pt x="8287705" y="786271"/>
                  </a:lnTo>
                  <a:lnTo>
                    <a:pt x="8344036" y="763518"/>
                  </a:lnTo>
                  <a:lnTo>
                    <a:pt x="8399235" y="738763"/>
                  </a:lnTo>
                  <a:lnTo>
                    <a:pt x="8453762" y="712030"/>
                  </a:lnTo>
                  <a:lnTo>
                    <a:pt x="8507951" y="683408"/>
                  </a:lnTo>
                  <a:lnTo>
                    <a:pt x="8562030" y="653051"/>
                  </a:lnTo>
                  <a:lnTo>
                    <a:pt x="8616137" y="621185"/>
                  </a:lnTo>
                  <a:lnTo>
                    <a:pt x="8670340" y="588099"/>
                  </a:lnTo>
                  <a:lnTo>
                    <a:pt x="8724644" y="554140"/>
                  </a:lnTo>
                  <a:lnTo>
                    <a:pt x="8779015" y="519696"/>
                  </a:lnTo>
                  <a:lnTo>
                    <a:pt x="8833398" y="485177"/>
                  </a:lnTo>
                  <a:lnTo>
                    <a:pt x="8887731" y="451000"/>
                  </a:lnTo>
                  <a:lnTo>
                    <a:pt x="8941971" y="417564"/>
                  </a:lnTo>
                  <a:lnTo>
                    <a:pt x="8996108" y="385230"/>
                  </a:lnTo>
                  <a:lnTo>
                    <a:pt x="9050185" y="354310"/>
                  </a:lnTo>
                  <a:lnTo>
                    <a:pt x="9104313" y="325052"/>
                  </a:lnTo>
                  <a:lnTo>
                    <a:pt x="9158688" y="297637"/>
                  </a:lnTo>
                  <a:lnTo>
                    <a:pt x="9213604" y="272177"/>
                  </a:lnTo>
                  <a:lnTo>
                    <a:pt x="9269474" y="248716"/>
                  </a:lnTo>
                  <a:lnTo>
                    <a:pt x="9326851" y="227241"/>
                  </a:lnTo>
                  <a:lnTo>
                    <a:pt x="9347647" y="220106"/>
                  </a:lnTo>
                  <a:lnTo>
                    <a:pt x="9399486" y="203793"/>
                  </a:lnTo>
                  <a:lnTo>
                    <a:pt x="9453770" y="188894"/>
                  </a:lnTo>
                  <a:lnTo>
                    <a:pt x="9511183" y="175360"/>
                  </a:lnTo>
                  <a:lnTo>
                    <a:pt x="9572475" y="163093"/>
                  </a:lnTo>
                  <a:lnTo>
                    <a:pt x="9638420" y="151977"/>
                  </a:lnTo>
                  <a:lnTo>
                    <a:pt x="9709781" y="141894"/>
                  </a:lnTo>
                  <a:lnTo>
                    <a:pt x="9787252" y="132730"/>
                  </a:lnTo>
                  <a:lnTo>
                    <a:pt x="9871392" y="124386"/>
                  </a:lnTo>
                  <a:lnTo>
                    <a:pt x="9962533" y="116781"/>
                  </a:lnTo>
                  <a:lnTo>
                    <a:pt x="10060665" y="109851"/>
                  </a:lnTo>
                  <a:lnTo>
                    <a:pt x="10165293" y="103554"/>
                  </a:lnTo>
                  <a:lnTo>
                    <a:pt x="10275296" y="97864"/>
                  </a:lnTo>
                  <a:lnTo>
                    <a:pt x="10388798" y="92777"/>
                  </a:lnTo>
                  <a:lnTo>
                    <a:pt x="10503113" y="88297"/>
                  </a:lnTo>
                  <a:lnTo>
                    <a:pt x="10614813" y="84437"/>
                  </a:lnTo>
                  <a:lnTo>
                    <a:pt x="10719957" y="81209"/>
                  </a:lnTo>
                  <a:lnTo>
                    <a:pt x="10814519" y="78611"/>
                  </a:lnTo>
                  <a:lnTo>
                    <a:pt x="10894944" y="76622"/>
                  </a:lnTo>
                  <a:lnTo>
                    <a:pt x="10958731" y="75194"/>
                  </a:lnTo>
                  <a:lnTo>
                    <a:pt x="11004912" y="74255"/>
                  </a:lnTo>
                  <a:lnTo>
                    <a:pt x="11034293" y="73710"/>
                  </a:lnTo>
                  <a:lnTo>
                    <a:pt x="11049437" y="73453"/>
                  </a:lnTo>
                  <a:lnTo>
                    <a:pt x="11054480" y="73374"/>
                  </a:lnTo>
                  <a:lnTo>
                    <a:pt x="11054891" y="73368"/>
                  </a:lnTo>
                  <a:lnTo>
                    <a:pt x="12049831" y="73368"/>
                  </a:lnTo>
                  <a:lnTo>
                    <a:pt x="12049831" y="733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" name="pl13"/>
            <p:cNvSpPr/>
            <p:nvPr/>
          </p:nvSpPr>
          <p:spPr>
            <a:xfrm>
              <a:off x="1199187" y="2122292"/>
              <a:ext cx="12049831" cy="953795"/>
            </a:xfrm>
            <a:custGeom>
              <a:avLst/>
              <a:pathLst>
                <a:path w="12049831" h="953795">
                  <a:moveTo>
                    <a:pt x="12049831" y="73368"/>
                  </a:moveTo>
                  <a:lnTo>
                    <a:pt x="11054891" y="73368"/>
                  </a:lnTo>
                  <a:lnTo>
                    <a:pt x="11053761" y="73385"/>
                  </a:lnTo>
                  <a:lnTo>
                    <a:pt x="11046301" y="73504"/>
                  </a:lnTo>
                  <a:lnTo>
                    <a:pt x="11027394" y="73833"/>
                  </a:lnTo>
                  <a:lnTo>
                    <a:pt x="10993337" y="74482"/>
                  </a:lnTo>
                  <a:lnTo>
                    <a:pt x="10942060" y="75554"/>
                  </a:lnTo>
                  <a:lnTo>
                    <a:pt x="10873281" y="77138"/>
                  </a:lnTo>
                  <a:lnTo>
                    <a:pt x="10788449" y="79299"/>
                  </a:lnTo>
                  <a:lnTo>
                    <a:pt x="10690424" y="82079"/>
                  </a:lnTo>
                  <a:lnTo>
                    <a:pt x="10582962" y="85490"/>
                  </a:lnTo>
                  <a:lnTo>
                    <a:pt x="10470116" y="89531"/>
                  </a:lnTo>
                  <a:lnTo>
                    <a:pt x="10355713" y="94188"/>
                  </a:lnTo>
                  <a:lnTo>
                    <a:pt x="10242984" y="99450"/>
                  </a:lnTo>
                  <a:lnTo>
                    <a:pt x="10134380" y="105314"/>
                  </a:lnTo>
                  <a:lnTo>
                    <a:pt x="10031548" y="111791"/>
                  </a:lnTo>
                  <a:lnTo>
                    <a:pt x="9935414" y="118911"/>
                  </a:lnTo>
                  <a:lnTo>
                    <a:pt x="9846317" y="126723"/>
                  </a:lnTo>
                  <a:lnTo>
                    <a:pt x="9764154" y="135295"/>
                  </a:lnTo>
                  <a:lnTo>
                    <a:pt x="9688518" y="144715"/>
                  </a:lnTo>
                  <a:lnTo>
                    <a:pt x="9618800" y="155085"/>
                  </a:lnTo>
                  <a:lnTo>
                    <a:pt x="9554282" y="166521"/>
                  </a:lnTo>
                  <a:lnTo>
                    <a:pt x="9494193" y="179144"/>
                  </a:lnTo>
                  <a:lnTo>
                    <a:pt x="9437761" y="193064"/>
                  </a:lnTo>
                  <a:lnTo>
                    <a:pt x="9384251" y="208371"/>
                  </a:lnTo>
                  <a:lnTo>
                    <a:pt x="9347647" y="220106"/>
                  </a:lnTo>
                  <a:lnTo>
                    <a:pt x="9289572" y="240892"/>
                  </a:lnTo>
                  <a:lnTo>
                    <a:pt x="9233241" y="263646"/>
                  </a:lnTo>
                  <a:lnTo>
                    <a:pt x="9178041" y="288400"/>
                  </a:lnTo>
                  <a:lnTo>
                    <a:pt x="9123514" y="315133"/>
                  </a:lnTo>
                  <a:lnTo>
                    <a:pt x="9069325" y="343755"/>
                  </a:lnTo>
                  <a:lnTo>
                    <a:pt x="9015247" y="374112"/>
                  </a:lnTo>
                  <a:lnTo>
                    <a:pt x="8961139" y="405978"/>
                  </a:lnTo>
                  <a:lnTo>
                    <a:pt x="8906937" y="439064"/>
                  </a:lnTo>
                  <a:lnTo>
                    <a:pt x="8852633" y="473023"/>
                  </a:lnTo>
                  <a:lnTo>
                    <a:pt x="8798261" y="507468"/>
                  </a:lnTo>
                  <a:lnTo>
                    <a:pt x="8743879" y="541986"/>
                  </a:lnTo>
                  <a:lnTo>
                    <a:pt x="8689546" y="576163"/>
                  </a:lnTo>
                  <a:lnTo>
                    <a:pt x="8635306" y="609600"/>
                  </a:lnTo>
                  <a:lnTo>
                    <a:pt x="8581169" y="641933"/>
                  </a:lnTo>
                  <a:lnTo>
                    <a:pt x="8527092" y="672854"/>
                  </a:lnTo>
                  <a:lnTo>
                    <a:pt x="8472963" y="702111"/>
                  </a:lnTo>
                  <a:lnTo>
                    <a:pt x="8418588" y="729526"/>
                  </a:lnTo>
                  <a:lnTo>
                    <a:pt x="8363672" y="754986"/>
                  </a:lnTo>
                  <a:lnTo>
                    <a:pt x="8307803" y="778447"/>
                  </a:lnTo>
                  <a:lnTo>
                    <a:pt x="8250426" y="799922"/>
                  </a:lnTo>
                  <a:lnTo>
                    <a:pt x="8229629" y="807057"/>
                  </a:lnTo>
                  <a:lnTo>
                    <a:pt x="8177791" y="823371"/>
                  </a:lnTo>
                  <a:lnTo>
                    <a:pt x="8123506" y="838269"/>
                  </a:lnTo>
                  <a:lnTo>
                    <a:pt x="8066093" y="851804"/>
                  </a:lnTo>
                  <a:lnTo>
                    <a:pt x="8004802" y="864070"/>
                  </a:lnTo>
                  <a:lnTo>
                    <a:pt x="7938856" y="875186"/>
                  </a:lnTo>
                  <a:lnTo>
                    <a:pt x="7867495" y="885269"/>
                  </a:lnTo>
                  <a:lnTo>
                    <a:pt x="7790024" y="894433"/>
                  </a:lnTo>
                  <a:lnTo>
                    <a:pt x="7705884" y="902777"/>
                  </a:lnTo>
                  <a:lnTo>
                    <a:pt x="7614743" y="910382"/>
                  </a:lnTo>
                  <a:lnTo>
                    <a:pt x="7516612" y="917312"/>
                  </a:lnTo>
                  <a:lnTo>
                    <a:pt x="7411983" y="923610"/>
                  </a:lnTo>
                  <a:lnTo>
                    <a:pt x="7301981" y="929299"/>
                  </a:lnTo>
                  <a:lnTo>
                    <a:pt x="7188479" y="934387"/>
                  </a:lnTo>
                  <a:lnTo>
                    <a:pt x="7074163" y="938867"/>
                  </a:lnTo>
                  <a:lnTo>
                    <a:pt x="6962464" y="942726"/>
                  </a:lnTo>
                  <a:lnTo>
                    <a:pt x="6857320" y="945954"/>
                  </a:lnTo>
                  <a:lnTo>
                    <a:pt x="6762757" y="948552"/>
                  </a:lnTo>
                  <a:lnTo>
                    <a:pt x="6682333" y="950541"/>
                  </a:lnTo>
                  <a:lnTo>
                    <a:pt x="6618546" y="951969"/>
                  </a:lnTo>
                  <a:lnTo>
                    <a:pt x="6572365" y="952908"/>
                  </a:lnTo>
                  <a:lnTo>
                    <a:pt x="6542984" y="953453"/>
                  </a:lnTo>
                  <a:lnTo>
                    <a:pt x="6527839" y="953710"/>
                  </a:lnTo>
                  <a:lnTo>
                    <a:pt x="6522797" y="953789"/>
                  </a:lnTo>
                  <a:lnTo>
                    <a:pt x="6522385" y="953795"/>
                  </a:lnTo>
                  <a:lnTo>
                    <a:pt x="5527445" y="953795"/>
                  </a:lnTo>
                  <a:lnTo>
                    <a:pt x="5526316" y="953777"/>
                  </a:lnTo>
                  <a:lnTo>
                    <a:pt x="5518863" y="953648"/>
                  </a:lnTo>
                  <a:lnTo>
                    <a:pt x="5499973" y="953292"/>
                  </a:lnTo>
                  <a:lnTo>
                    <a:pt x="5465946" y="952590"/>
                  </a:lnTo>
                  <a:lnTo>
                    <a:pt x="5414710" y="951430"/>
                  </a:lnTo>
                  <a:lnTo>
                    <a:pt x="5345983" y="949715"/>
                  </a:lnTo>
                  <a:lnTo>
                    <a:pt x="5261208" y="947375"/>
                  </a:lnTo>
                  <a:lnTo>
                    <a:pt x="5163242" y="944367"/>
                  </a:lnTo>
                  <a:lnTo>
                    <a:pt x="5055833" y="940675"/>
                  </a:lnTo>
                  <a:lnTo>
                    <a:pt x="4943034" y="936301"/>
                  </a:lnTo>
                  <a:lnTo>
                    <a:pt x="4828667" y="931259"/>
                  </a:lnTo>
                  <a:lnTo>
                    <a:pt x="4715962" y="925563"/>
                  </a:lnTo>
                  <a:lnTo>
                    <a:pt x="4607372" y="919215"/>
                  </a:lnTo>
                  <a:lnTo>
                    <a:pt x="4504546" y="912203"/>
                  </a:lnTo>
                  <a:lnTo>
                    <a:pt x="4408410" y="904495"/>
                  </a:lnTo>
                  <a:lnTo>
                    <a:pt x="4319307" y="896039"/>
                  </a:lnTo>
                  <a:lnTo>
                    <a:pt x="4237135" y="886760"/>
                  </a:lnTo>
                  <a:lnTo>
                    <a:pt x="4161487" y="876564"/>
                  </a:lnTo>
                  <a:lnTo>
                    <a:pt x="4091759" y="865340"/>
                  </a:lnTo>
                  <a:lnTo>
                    <a:pt x="4027232" y="852962"/>
                  </a:lnTo>
                  <a:lnTo>
                    <a:pt x="3967136" y="839301"/>
                  </a:lnTo>
                  <a:lnTo>
                    <a:pt x="3910699" y="824235"/>
                  </a:lnTo>
                  <a:lnTo>
                    <a:pt x="3857188" y="807669"/>
                  </a:lnTo>
                  <a:lnTo>
                    <a:pt x="3820202" y="794829"/>
                  </a:lnTo>
                  <a:lnTo>
                    <a:pt x="3762649" y="772527"/>
                  </a:lnTo>
                  <a:lnTo>
                    <a:pt x="3706815" y="748132"/>
                  </a:lnTo>
                  <a:lnTo>
                    <a:pt x="3652102" y="721610"/>
                  </a:lnTo>
                  <a:lnTo>
                    <a:pt x="3598059" y="692982"/>
                  </a:lnTo>
                  <a:lnTo>
                    <a:pt x="3544359" y="662339"/>
                  </a:lnTo>
                  <a:lnTo>
                    <a:pt x="3490774" y="629842"/>
                  </a:lnTo>
                  <a:lnTo>
                    <a:pt x="3437167" y="595725"/>
                  </a:lnTo>
                  <a:lnTo>
                    <a:pt x="3383468" y="560289"/>
                  </a:lnTo>
                  <a:lnTo>
                    <a:pt x="3329669" y="523896"/>
                  </a:lnTo>
                  <a:lnTo>
                    <a:pt x="3275800" y="486951"/>
                  </a:lnTo>
                  <a:lnTo>
                    <a:pt x="3221914" y="449886"/>
                  </a:lnTo>
                  <a:lnTo>
                    <a:pt x="3168071" y="413141"/>
                  </a:lnTo>
                  <a:lnTo>
                    <a:pt x="3114316" y="377138"/>
                  </a:lnTo>
                  <a:lnTo>
                    <a:pt x="3060664" y="342264"/>
                  </a:lnTo>
                  <a:lnTo>
                    <a:pt x="3007079" y="308856"/>
                  </a:lnTo>
                  <a:lnTo>
                    <a:pt x="2953464" y="277183"/>
                  </a:lnTo>
                  <a:lnTo>
                    <a:pt x="2899640" y="247447"/>
                  </a:lnTo>
                  <a:lnTo>
                    <a:pt x="2845338" y="219776"/>
                  </a:lnTo>
                  <a:lnTo>
                    <a:pt x="2790176" y="194229"/>
                  </a:lnTo>
                  <a:lnTo>
                    <a:pt x="2733639" y="170800"/>
                  </a:lnTo>
                  <a:lnTo>
                    <a:pt x="2702183" y="158965"/>
                  </a:lnTo>
                  <a:lnTo>
                    <a:pt x="2650362" y="141298"/>
                  </a:lnTo>
                  <a:lnTo>
                    <a:pt x="2596096" y="125162"/>
                  </a:lnTo>
                  <a:lnTo>
                    <a:pt x="2538704" y="110503"/>
                  </a:lnTo>
                  <a:lnTo>
                    <a:pt x="2477437" y="97217"/>
                  </a:lnTo>
                  <a:lnTo>
                    <a:pt x="2411519" y="85178"/>
                  </a:lnTo>
                  <a:lnTo>
                    <a:pt x="2340191" y="74255"/>
                  </a:lnTo>
                  <a:lnTo>
                    <a:pt x="2262758" y="64329"/>
                  </a:lnTo>
                  <a:lnTo>
                    <a:pt x="2178662" y="55291"/>
                  </a:lnTo>
                  <a:lnTo>
                    <a:pt x="2087568" y="47052"/>
                  </a:lnTo>
                  <a:lnTo>
                    <a:pt x="1989489" y="39545"/>
                  </a:lnTo>
                  <a:lnTo>
                    <a:pt x="1884914" y="32723"/>
                  </a:lnTo>
                  <a:lnTo>
                    <a:pt x="1774963" y="26559"/>
                  </a:lnTo>
                  <a:lnTo>
                    <a:pt x="1661506" y="21047"/>
                  </a:lnTo>
                  <a:lnTo>
                    <a:pt x="1547223" y="16192"/>
                  </a:lnTo>
                  <a:lnTo>
                    <a:pt x="1435539" y="12009"/>
                  </a:lnTo>
                  <a:lnTo>
                    <a:pt x="1330385" y="8510"/>
                  </a:lnTo>
                  <a:lnTo>
                    <a:pt x="1235787" y="5693"/>
                  </a:lnTo>
                  <a:lnTo>
                    <a:pt x="1155302" y="3535"/>
                  </a:lnTo>
                  <a:lnTo>
                    <a:pt x="1091433" y="1985"/>
                  </a:lnTo>
                  <a:lnTo>
                    <a:pt x="1045158" y="965"/>
                  </a:lnTo>
                  <a:lnTo>
                    <a:pt x="1015683" y="372"/>
                  </a:lnTo>
                  <a:lnTo>
                    <a:pt x="1000459" y="92"/>
                  </a:lnTo>
                  <a:lnTo>
                    <a:pt x="995364" y="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" name="pg14"/>
            <p:cNvSpPr/>
            <p:nvPr/>
          </p:nvSpPr>
          <p:spPr>
            <a:xfrm>
              <a:off x="1199187" y="2132773"/>
              <a:ext cx="12049831" cy="959036"/>
            </a:xfrm>
            <a:custGeom>
              <a:avLst/>
              <a:pathLst>
                <a:path w="12049831" h="959036">
                  <a:moveTo>
                    <a:pt x="0" y="5240"/>
                  </a:moveTo>
                  <a:lnTo>
                    <a:pt x="994940" y="5240"/>
                  </a:lnTo>
                  <a:lnTo>
                    <a:pt x="996069" y="5258"/>
                  </a:lnTo>
                  <a:lnTo>
                    <a:pt x="1003522" y="5387"/>
                  </a:lnTo>
                  <a:lnTo>
                    <a:pt x="1022412" y="5743"/>
                  </a:lnTo>
                  <a:lnTo>
                    <a:pt x="1056439" y="6445"/>
                  </a:lnTo>
                  <a:lnTo>
                    <a:pt x="1107675" y="7605"/>
                  </a:lnTo>
                  <a:lnTo>
                    <a:pt x="1176402" y="9320"/>
                  </a:lnTo>
                  <a:lnTo>
                    <a:pt x="1261177" y="11660"/>
                  </a:lnTo>
                  <a:lnTo>
                    <a:pt x="1359143" y="14668"/>
                  </a:lnTo>
                  <a:lnTo>
                    <a:pt x="1466552" y="18361"/>
                  </a:lnTo>
                  <a:lnTo>
                    <a:pt x="1579351" y="22734"/>
                  </a:lnTo>
                  <a:lnTo>
                    <a:pt x="1693718" y="27776"/>
                  </a:lnTo>
                  <a:lnTo>
                    <a:pt x="1806423" y="33472"/>
                  </a:lnTo>
                  <a:lnTo>
                    <a:pt x="1915013" y="39820"/>
                  </a:lnTo>
                  <a:lnTo>
                    <a:pt x="2017839" y="46832"/>
                  </a:lnTo>
                  <a:lnTo>
                    <a:pt x="2113975" y="54540"/>
                  </a:lnTo>
                  <a:lnTo>
                    <a:pt x="2203078" y="62996"/>
                  </a:lnTo>
                  <a:lnTo>
                    <a:pt x="2285250" y="72275"/>
                  </a:lnTo>
                  <a:lnTo>
                    <a:pt x="2360898" y="82471"/>
                  </a:lnTo>
                  <a:lnTo>
                    <a:pt x="2430626" y="93695"/>
                  </a:lnTo>
                  <a:lnTo>
                    <a:pt x="2495153" y="106073"/>
                  </a:lnTo>
                  <a:lnTo>
                    <a:pt x="2555249" y="119734"/>
                  </a:lnTo>
                  <a:lnTo>
                    <a:pt x="2611686" y="134800"/>
                  </a:lnTo>
                  <a:lnTo>
                    <a:pt x="2665197" y="151366"/>
                  </a:lnTo>
                  <a:lnTo>
                    <a:pt x="2702183" y="164206"/>
                  </a:lnTo>
                  <a:lnTo>
                    <a:pt x="2759736" y="186508"/>
                  </a:lnTo>
                  <a:lnTo>
                    <a:pt x="2815570" y="210903"/>
                  </a:lnTo>
                  <a:lnTo>
                    <a:pt x="2870283" y="237425"/>
                  </a:lnTo>
                  <a:lnTo>
                    <a:pt x="2924326" y="266053"/>
                  </a:lnTo>
                  <a:lnTo>
                    <a:pt x="2978026" y="296696"/>
                  </a:lnTo>
                  <a:lnTo>
                    <a:pt x="3031611" y="329193"/>
                  </a:lnTo>
                  <a:lnTo>
                    <a:pt x="3085218" y="363310"/>
                  </a:lnTo>
                  <a:lnTo>
                    <a:pt x="3138917" y="398746"/>
                  </a:lnTo>
                  <a:lnTo>
                    <a:pt x="3192716" y="435139"/>
                  </a:lnTo>
                  <a:lnTo>
                    <a:pt x="3246585" y="472085"/>
                  </a:lnTo>
                  <a:lnTo>
                    <a:pt x="3300471" y="509149"/>
                  </a:lnTo>
                  <a:lnTo>
                    <a:pt x="3354314" y="545894"/>
                  </a:lnTo>
                  <a:lnTo>
                    <a:pt x="3408069" y="581897"/>
                  </a:lnTo>
                  <a:lnTo>
                    <a:pt x="3461721" y="616771"/>
                  </a:lnTo>
                  <a:lnTo>
                    <a:pt x="3515306" y="650179"/>
                  </a:lnTo>
                  <a:lnTo>
                    <a:pt x="3568921" y="681852"/>
                  </a:lnTo>
                  <a:lnTo>
                    <a:pt x="3622745" y="711588"/>
                  </a:lnTo>
                  <a:lnTo>
                    <a:pt x="3677047" y="739259"/>
                  </a:lnTo>
                  <a:lnTo>
                    <a:pt x="3732209" y="764806"/>
                  </a:lnTo>
                  <a:lnTo>
                    <a:pt x="3788746" y="788235"/>
                  </a:lnTo>
                  <a:lnTo>
                    <a:pt x="3820202" y="800070"/>
                  </a:lnTo>
                  <a:lnTo>
                    <a:pt x="3872023" y="817737"/>
                  </a:lnTo>
                  <a:lnTo>
                    <a:pt x="3926289" y="833873"/>
                  </a:lnTo>
                  <a:lnTo>
                    <a:pt x="3983681" y="848532"/>
                  </a:lnTo>
                  <a:lnTo>
                    <a:pt x="4044948" y="861818"/>
                  </a:lnTo>
                  <a:lnTo>
                    <a:pt x="4110866" y="873857"/>
                  </a:lnTo>
                  <a:lnTo>
                    <a:pt x="4182194" y="884780"/>
                  </a:lnTo>
                  <a:lnTo>
                    <a:pt x="4259627" y="894706"/>
                  </a:lnTo>
                  <a:lnTo>
                    <a:pt x="4343723" y="903744"/>
                  </a:lnTo>
                  <a:lnTo>
                    <a:pt x="4434817" y="911983"/>
                  </a:lnTo>
                  <a:lnTo>
                    <a:pt x="4532896" y="919490"/>
                  </a:lnTo>
                  <a:lnTo>
                    <a:pt x="4637471" y="926312"/>
                  </a:lnTo>
                  <a:lnTo>
                    <a:pt x="4747422" y="932476"/>
                  </a:lnTo>
                  <a:lnTo>
                    <a:pt x="4860879" y="937989"/>
                  </a:lnTo>
                  <a:lnTo>
                    <a:pt x="4975162" y="942843"/>
                  </a:lnTo>
                  <a:lnTo>
                    <a:pt x="5086846" y="947026"/>
                  </a:lnTo>
                  <a:lnTo>
                    <a:pt x="5192000" y="950525"/>
                  </a:lnTo>
                  <a:lnTo>
                    <a:pt x="5286598" y="953342"/>
                  </a:lnTo>
                  <a:lnTo>
                    <a:pt x="5367083" y="955500"/>
                  </a:lnTo>
                  <a:lnTo>
                    <a:pt x="5430952" y="957050"/>
                  </a:lnTo>
                  <a:lnTo>
                    <a:pt x="5477227" y="958070"/>
                  </a:lnTo>
                  <a:lnTo>
                    <a:pt x="5506702" y="958663"/>
                  </a:lnTo>
                  <a:lnTo>
                    <a:pt x="5521926" y="958943"/>
                  </a:lnTo>
                  <a:lnTo>
                    <a:pt x="5527021" y="959029"/>
                  </a:lnTo>
                  <a:lnTo>
                    <a:pt x="5527445" y="959036"/>
                  </a:lnTo>
                  <a:lnTo>
                    <a:pt x="6522385" y="959036"/>
                  </a:lnTo>
                  <a:lnTo>
                    <a:pt x="6523520" y="959027"/>
                  </a:lnTo>
                  <a:lnTo>
                    <a:pt x="6531009" y="958963"/>
                  </a:lnTo>
                  <a:lnTo>
                    <a:pt x="6549986" y="958788"/>
                  </a:lnTo>
                  <a:lnTo>
                    <a:pt x="6584164" y="958443"/>
                  </a:lnTo>
                  <a:lnTo>
                    <a:pt x="6635614" y="957873"/>
                  </a:lnTo>
                  <a:lnTo>
                    <a:pt x="6704608" y="957031"/>
                  </a:lnTo>
                  <a:lnTo>
                    <a:pt x="6789680" y="955881"/>
                  </a:lnTo>
                  <a:lnTo>
                    <a:pt x="6887947" y="954404"/>
                  </a:lnTo>
                  <a:lnTo>
                    <a:pt x="6995635" y="952590"/>
                  </a:lnTo>
                  <a:lnTo>
                    <a:pt x="7108672" y="950443"/>
                  </a:lnTo>
                  <a:lnTo>
                    <a:pt x="7223223" y="947968"/>
                  </a:lnTo>
                  <a:lnTo>
                    <a:pt x="7336054" y="945172"/>
                  </a:lnTo>
                  <a:lnTo>
                    <a:pt x="7444718" y="942056"/>
                  </a:lnTo>
                  <a:lnTo>
                    <a:pt x="7547572" y="938614"/>
                  </a:lnTo>
                  <a:lnTo>
                    <a:pt x="7643700" y="934830"/>
                  </a:lnTo>
                  <a:lnTo>
                    <a:pt x="7732770" y="930678"/>
                  </a:lnTo>
                  <a:lnTo>
                    <a:pt x="7814893" y="926122"/>
                  </a:lnTo>
                  <a:lnTo>
                    <a:pt x="7890485" y="921114"/>
                  </a:lnTo>
                  <a:lnTo>
                    <a:pt x="7960159" y="915600"/>
                  </a:lnTo>
                  <a:lnTo>
                    <a:pt x="8024638" y="909518"/>
                  </a:lnTo>
                  <a:lnTo>
                    <a:pt x="8084697" y="902805"/>
                  </a:lnTo>
                  <a:lnTo>
                    <a:pt x="8141111" y="895400"/>
                  </a:lnTo>
                  <a:lnTo>
                    <a:pt x="8194616" y="887258"/>
                  </a:lnTo>
                  <a:lnTo>
                    <a:pt x="8229629" y="881299"/>
                  </a:lnTo>
                  <a:lnTo>
                    <a:pt x="8290165" y="869790"/>
                  </a:lnTo>
                  <a:lnTo>
                    <a:pt x="8348835" y="857144"/>
                  </a:lnTo>
                  <a:lnTo>
                    <a:pt x="8406321" y="843345"/>
                  </a:lnTo>
                  <a:lnTo>
                    <a:pt x="8463129" y="828411"/>
                  </a:lnTo>
                  <a:lnTo>
                    <a:pt x="8519618" y="812400"/>
                  </a:lnTo>
                  <a:lnTo>
                    <a:pt x="8576027" y="795415"/>
                  </a:lnTo>
                  <a:lnTo>
                    <a:pt x="8632492" y="777599"/>
                  </a:lnTo>
                  <a:lnTo>
                    <a:pt x="8689069" y="759138"/>
                  </a:lnTo>
                  <a:lnTo>
                    <a:pt x="8745746" y="740249"/>
                  </a:lnTo>
                  <a:lnTo>
                    <a:pt x="8802476" y="721170"/>
                  </a:lnTo>
                  <a:lnTo>
                    <a:pt x="8859188" y="702153"/>
                  </a:lnTo>
                  <a:lnTo>
                    <a:pt x="8915820" y="683444"/>
                  </a:lnTo>
                  <a:lnTo>
                    <a:pt x="8972340" y="665272"/>
                  </a:lnTo>
                  <a:lnTo>
                    <a:pt x="9028767" y="647841"/>
                  </a:lnTo>
                  <a:lnTo>
                    <a:pt x="9085192" y="631315"/>
                  </a:lnTo>
                  <a:lnTo>
                    <a:pt x="9141799" y="615819"/>
                  </a:lnTo>
                  <a:lnTo>
                    <a:pt x="9198885" y="601434"/>
                  </a:lnTo>
                  <a:lnTo>
                    <a:pt x="9256875" y="588198"/>
                  </a:lnTo>
                  <a:lnTo>
                    <a:pt x="9316357" y="576111"/>
                  </a:lnTo>
                  <a:lnTo>
                    <a:pt x="9347647" y="570355"/>
                  </a:lnTo>
                  <a:lnTo>
                    <a:pt x="9399556" y="561702"/>
                  </a:lnTo>
                  <a:lnTo>
                    <a:pt x="9453918" y="553800"/>
                  </a:lnTo>
                  <a:lnTo>
                    <a:pt x="9511418" y="546623"/>
                  </a:lnTo>
                  <a:lnTo>
                    <a:pt x="9572811" y="540119"/>
                  </a:lnTo>
                  <a:lnTo>
                    <a:pt x="9638874" y="534226"/>
                  </a:lnTo>
                  <a:lnTo>
                    <a:pt x="9710371" y="528881"/>
                  </a:lnTo>
                  <a:lnTo>
                    <a:pt x="9788000" y="524024"/>
                  </a:lnTo>
                  <a:lnTo>
                    <a:pt x="9872320" y="519602"/>
                  </a:lnTo>
                  <a:lnTo>
                    <a:pt x="9963661" y="515572"/>
                  </a:lnTo>
                  <a:lnTo>
                    <a:pt x="10062009" y="511900"/>
                  </a:lnTo>
                  <a:lnTo>
                    <a:pt x="10166859" y="508564"/>
                  </a:lnTo>
                  <a:lnTo>
                    <a:pt x="10277077" y="505551"/>
                  </a:lnTo>
                  <a:lnTo>
                    <a:pt x="10390766" y="502857"/>
                  </a:lnTo>
                  <a:lnTo>
                    <a:pt x="10505218" y="500487"/>
                  </a:lnTo>
                  <a:lnTo>
                    <a:pt x="10616977" y="498446"/>
                  </a:lnTo>
                  <a:lnTo>
                    <a:pt x="10722082" y="496740"/>
                  </a:lnTo>
                  <a:lnTo>
                    <a:pt x="10816496" y="495369"/>
                  </a:lnTo>
                  <a:lnTo>
                    <a:pt x="10896663" y="494321"/>
                  </a:lnTo>
                  <a:lnTo>
                    <a:pt x="10960108" y="493571"/>
                  </a:lnTo>
                  <a:lnTo>
                    <a:pt x="11005898" y="493079"/>
                  </a:lnTo>
                  <a:lnTo>
                    <a:pt x="11034890" y="492794"/>
                  </a:lnTo>
                  <a:lnTo>
                    <a:pt x="11049703" y="492662"/>
                  </a:lnTo>
                  <a:lnTo>
                    <a:pt x="11054530" y="492622"/>
                  </a:lnTo>
                  <a:lnTo>
                    <a:pt x="11054891" y="492619"/>
                  </a:lnTo>
                  <a:lnTo>
                    <a:pt x="12049831" y="492619"/>
                  </a:lnTo>
                  <a:lnTo>
                    <a:pt x="12049831" y="487378"/>
                  </a:lnTo>
                  <a:lnTo>
                    <a:pt x="11054891" y="487378"/>
                  </a:lnTo>
                  <a:lnTo>
                    <a:pt x="11053756" y="487387"/>
                  </a:lnTo>
                  <a:lnTo>
                    <a:pt x="11046268" y="487451"/>
                  </a:lnTo>
                  <a:lnTo>
                    <a:pt x="11027291" y="487626"/>
                  </a:lnTo>
                  <a:lnTo>
                    <a:pt x="10993112" y="487971"/>
                  </a:lnTo>
                  <a:lnTo>
                    <a:pt x="10941662" y="488541"/>
                  </a:lnTo>
                  <a:lnTo>
                    <a:pt x="10872668" y="489383"/>
                  </a:lnTo>
                  <a:lnTo>
                    <a:pt x="10787596" y="490533"/>
                  </a:lnTo>
                  <a:lnTo>
                    <a:pt x="10689329" y="492010"/>
                  </a:lnTo>
                  <a:lnTo>
                    <a:pt x="10581642" y="493824"/>
                  </a:lnTo>
                  <a:lnTo>
                    <a:pt x="10468605" y="495971"/>
                  </a:lnTo>
                  <a:lnTo>
                    <a:pt x="10354054" y="498446"/>
                  </a:lnTo>
                  <a:lnTo>
                    <a:pt x="10241222" y="501242"/>
                  </a:lnTo>
                  <a:lnTo>
                    <a:pt x="10132559" y="504358"/>
                  </a:lnTo>
                  <a:lnTo>
                    <a:pt x="10029705" y="507800"/>
                  </a:lnTo>
                  <a:lnTo>
                    <a:pt x="9933577" y="511584"/>
                  </a:lnTo>
                  <a:lnTo>
                    <a:pt x="9844506" y="515736"/>
                  </a:lnTo>
                  <a:lnTo>
                    <a:pt x="9762383" y="520292"/>
                  </a:lnTo>
                  <a:lnTo>
                    <a:pt x="9686791" y="525300"/>
                  </a:lnTo>
                  <a:lnTo>
                    <a:pt x="9617118" y="530814"/>
                  </a:lnTo>
                  <a:lnTo>
                    <a:pt x="9552638" y="536896"/>
                  </a:lnTo>
                  <a:lnTo>
                    <a:pt x="9492579" y="543609"/>
                  </a:lnTo>
                  <a:lnTo>
                    <a:pt x="9436165" y="551014"/>
                  </a:lnTo>
                  <a:lnTo>
                    <a:pt x="9382661" y="559156"/>
                  </a:lnTo>
                  <a:lnTo>
                    <a:pt x="9347647" y="565115"/>
                  </a:lnTo>
                  <a:lnTo>
                    <a:pt x="9287111" y="576624"/>
                  </a:lnTo>
                  <a:lnTo>
                    <a:pt x="9228441" y="589270"/>
                  </a:lnTo>
                  <a:lnTo>
                    <a:pt x="9170955" y="603069"/>
                  </a:lnTo>
                  <a:lnTo>
                    <a:pt x="9114148" y="618003"/>
                  </a:lnTo>
                  <a:lnTo>
                    <a:pt x="9057659" y="634014"/>
                  </a:lnTo>
                  <a:lnTo>
                    <a:pt x="9001250" y="650999"/>
                  </a:lnTo>
                  <a:lnTo>
                    <a:pt x="8944784" y="668815"/>
                  </a:lnTo>
                  <a:lnTo>
                    <a:pt x="8888208" y="687276"/>
                  </a:lnTo>
                  <a:lnTo>
                    <a:pt x="8831530" y="706166"/>
                  </a:lnTo>
                  <a:lnTo>
                    <a:pt x="8774801" y="725244"/>
                  </a:lnTo>
                  <a:lnTo>
                    <a:pt x="8718089" y="744261"/>
                  </a:lnTo>
                  <a:lnTo>
                    <a:pt x="8661456" y="762970"/>
                  </a:lnTo>
                  <a:lnTo>
                    <a:pt x="8604936" y="781142"/>
                  </a:lnTo>
                  <a:lnTo>
                    <a:pt x="8548510" y="798573"/>
                  </a:lnTo>
                  <a:lnTo>
                    <a:pt x="8492085" y="815099"/>
                  </a:lnTo>
                  <a:lnTo>
                    <a:pt x="8435477" y="830595"/>
                  </a:lnTo>
                  <a:lnTo>
                    <a:pt x="8378392" y="844980"/>
                  </a:lnTo>
                  <a:lnTo>
                    <a:pt x="8320402" y="858216"/>
                  </a:lnTo>
                  <a:lnTo>
                    <a:pt x="8260919" y="870303"/>
                  </a:lnTo>
                  <a:lnTo>
                    <a:pt x="8229629" y="876059"/>
                  </a:lnTo>
                  <a:lnTo>
                    <a:pt x="8177721" y="884712"/>
                  </a:lnTo>
                  <a:lnTo>
                    <a:pt x="8123359" y="892614"/>
                  </a:lnTo>
                  <a:lnTo>
                    <a:pt x="8065858" y="899791"/>
                  </a:lnTo>
                  <a:lnTo>
                    <a:pt x="8004466" y="906295"/>
                  </a:lnTo>
                  <a:lnTo>
                    <a:pt x="7938403" y="912188"/>
                  </a:lnTo>
                  <a:lnTo>
                    <a:pt x="7866905" y="917533"/>
                  </a:lnTo>
                  <a:lnTo>
                    <a:pt x="7789276" y="922390"/>
                  </a:lnTo>
                  <a:lnTo>
                    <a:pt x="7704957" y="926812"/>
                  </a:lnTo>
                  <a:lnTo>
                    <a:pt x="7613615" y="930842"/>
                  </a:lnTo>
                  <a:lnTo>
                    <a:pt x="7515268" y="934514"/>
                  </a:lnTo>
                  <a:lnTo>
                    <a:pt x="7410417" y="937850"/>
                  </a:lnTo>
                  <a:lnTo>
                    <a:pt x="7300200" y="940863"/>
                  </a:lnTo>
                  <a:lnTo>
                    <a:pt x="7186510" y="943557"/>
                  </a:lnTo>
                  <a:lnTo>
                    <a:pt x="7072059" y="945927"/>
                  </a:lnTo>
                  <a:lnTo>
                    <a:pt x="6960300" y="947968"/>
                  </a:lnTo>
                  <a:lnTo>
                    <a:pt x="6855194" y="949674"/>
                  </a:lnTo>
                  <a:lnTo>
                    <a:pt x="6760781" y="951045"/>
                  </a:lnTo>
                  <a:lnTo>
                    <a:pt x="6680613" y="952093"/>
                  </a:lnTo>
                  <a:lnTo>
                    <a:pt x="6617169" y="952843"/>
                  </a:lnTo>
                  <a:lnTo>
                    <a:pt x="6571378" y="953335"/>
                  </a:lnTo>
                  <a:lnTo>
                    <a:pt x="6542387" y="953620"/>
                  </a:lnTo>
                  <a:lnTo>
                    <a:pt x="6527573" y="953752"/>
                  </a:lnTo>
                  <a:lnTo>
                    <a:pt x="6522747" y="953792"/>
                  </a:lnTo>
                  <a:lnTo>
                    <a:pt x="6522385" y="953795"/>
                  </a:lnTo>
                  <a:lnTo>
                    <a:pt x="5527445" y="953795"/>
                  </a:lnTo>
                  <a:lnTo>
                    <a:pt x="5526316" y="953777"/>
                  </a:lnTo>
                  <a:lnTo>
                    <a:pt x="5518863" y="953648"/>
                  </a:lnTo>
                  <a:lnTo>
                    <a:pt x="5499973" y="953292"/>
                  </a:lnTo>
                  <a:lnTo>
                    <a:pt x="5465946" y="952590"/>
                  </a:lnTo>
                  <a:lnTo>
                    <a:pt x="5414710" y="951430"/>
                  </a:lnTo>
                  <a:lnTo>
                    <a:pt x="5345983" y="949715"/>
                  </a:lnTo>
                  <a:lnTo>
                    <a:pt x="5261208" y="947375"/>
                  </a:lnTo>
                  <a:lnTo>
                    <a:pt x="5163242" y="944367"/>
                  </a:lnTo>
                  <a:lnTo>
                    <a:pt x="5055833" y="940675"/>
                  </a:lnTo>
                  <a:lnTo>
                    <a:pt x="4943034" y="936301"/>
                  </a:lnTo>
                  <a:lnTo>
                    <a:pt x="4828667" y="931259"/>
                  </a:lnTo>
                  <a:lnTo>
                    <a:pt x="4715962" y="925563"/>
                  </a:lnTo>
                  <a:lnTo>
                    <a:pt x="4607372" y="919215"/>
                  </a:lnTo>
                  <a:lnTo>
                    <a:pt x="4504546" y="912203"/>
                  </a:lnTo>
                  <a:lnTo>
                    <a:pt x="4408410" y="904495"/>
                  </a:lnTo>
                  <a:lnTo>
                    <a:pt x="4319307" y="896039"/>
                  </a:lnTo>
                  <a:lnTo>
                    <a:pt x="4237135" y="886760"/>
                  </a:lnTo>
                  <a:lnTo>
                    <a:pt x="4161487" y="876564"/>
                  </a:lnTo>
                  <a:lnTo>
                    <a:pt x="4091759" y="865340"/>
                  </a:lnTo>
                  <a:lnTo>
                    <a:pt x="4027232" y="852962"/>
                  </a:lnTo>
                  <a:lnTo>
                    <a:pt x="3967136" y="839301"/>
                  </a:lnTo>
                  <a:lnTo>
                    <a:pt x="3910699" y="824235"/>
                  </a:lnTo>
                  <a:lnTo>
                    <a:pt x="3857188" y="807669"/>
                  </a:lnTo>
                  <a:lnTo>
                    <a:pt x="3820202" y="794829"/>
                  </a:lnTo>
                  <a:lnTo>
                    <a:pt x="3762649" y="772527"/>
                  </a:lnTo>
                  <a:lnTo>
                    <a:pt x="3706815" y="748132"/>
                  </a:lnTo>
                  <a:lnTo>
                    <a:pt x="3652102" y="721610"/>
                  </a:lnTo>
                  <a:lnTo>
                    <a:pt x="3598059" y="692982"/>
                  </a:lnTo>
                  <a:lnTo>
                    <a:pt x="3544359" y="662339"/>
                  </a:lnTo>
                  <a:lnTo>
                    <a:pt x="3490774" y="629842"/>
                  </a:lnTo>
                  <a:lnTo>
                    <a:pt x="3437167" y="595725"/>
                  </a:lnTo>
                  <a:lnTo>
                    <a:pt x="3383468" y="560289"/>
                  </a:lnTo>
                  <a:lnTo>
                    <a:pt x="3329669" y="523896"/>
                  </a:lnTo>
                  <a:lnTo>
                    <a:pt x="3275800" y="486951"/>
                  </a:lnTo>
                  <a:lnTo>
                    <a:pt x="3221914" y="449886"/>
                  </a:lnTo>
                  <a:lnTo>
                    <a:pt x="3168071" y="413141"/>
                  </a:lnTo>
                  <a:lnTo>
                    <a:pt x="3114316" y="377138"/>
                  </a:lnTo>
                  <a:lnTo>
                    <a:pt x="3060664" y="342264"/>
                  </a:lnTo>
                  <a:lnTo>
                    <a:pt x="3007079" y="308856"/>
                  </a:lnTo>
                  <a:lnTo>
                    <a:pt x="2953464" y="277183"/>
                  </a:lnTo>
                  <a:lnTo>
                    <a:pt x="2899640" y="247447"/>
                  </a:lnTo>
                  <a:lnTo>
                    <a:pt x="2845338" y="219776"/>
                  </a:lnTo>
                  <a:lnTo>
                    <a:pt x="2790176" y="194229"/>
                  </a:lnTo>
                  <a:lnTo>
                    <a:pt x="2733639" y="170800"/>
                  </a:lnTo>
                  <a:lnTo>
                    <a:pt x="2702183" y="158965"/>
                  </a:lnTo>
                  <a:lnTo>
                    <a:pt x="2650362" y="141298"/>
                  </a:lnTo>
                  <a:lnTo>
                    <a:pt x="2596096" y="125162"/>
                  </a:lnTo>
                  <a:lnTo>
                    <a:pt x="2538704" y="110503"/>
                  </a:lnTo>
                  <a:lnTo>
                    <a:pt x="2477437" y="97217"/>
                  </a:lnTo>
                  <a:lnTo>
                    <a:pt x="2411519" y="85178"/>
                  </a:lnTo>
                  <a:lnTo>
                    <a:pt x="2340191" y="74255"/>
                  </a:lnTo>
                  <a:lnTo>
                    <a:pt x="2262758" y="64329"/>
                  </a:lnTo>
                  <a:lnTo>
                    <a:pt x="2178662" y="55291"/>
                  </a:lnTo>
                  <a:lnTo>
                    <a:pt x="2087568" y="47052"/>
                  </a:lnTo>
                  <a:lnTo>
                    <a:pt x="1989489" y="39545"/>
                  </a:lnTo>
                  <a:lnTo>
                    <a:pt x="1884914" y="32723"/>
                  </a:lnTo>
                  <a:lnTo>
                    <a:pt x="1774963" y="26559"/>
                  </a:lnTo>
                  <a:lnTo>
                    <a:pt x="1661506" y="21047"/>
                  </a:lnTo>
                  <a:lnTo>
                    <a:pt x="1547223" y="16192"/>
                  </a:lnTo>
                  <a:lnTo>
                    <a:pt x="1435539" y="12009"/>
                  </a:lnTo>
                  <a:lnTo>
                    <a:pt x="1330385" y="8510"/>
                  </a:lnTo>
                  <a:lnTo>
                    <a:pt x="1235787" y="5693"/>
                  </a:lnTo>
                  <a:lnTo>
                    <a:pt x="1155302" y="3535"/>
                  </a:lnTo>
                  <a:lnTo>
                    <a:pt x="1091433" y="1985"/>
                  </a:lnTo>
                  <a:lnTo>
                    <a:pt x="1045158" y="965"/>
                  </a:lnTo>
                  <a:lnTo>
                    <a:pt x="1015683" y="372"/>
                  </a:lnTo>
                  <a:lnTo>
                    <a:pt x="1000459" y="92"/>
                  </a:lnTo>
                  <a:lnTo>
                    <a:pt x="995364" y="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" name="pl15"/>
            <p:cNvSpPr/>
            <p:nvPr/>
          </p:nvSpPr>
          <p:spPr>
            <a:xfrm>
              <a:off x="1199187" y="2138014"/>
              <a:ext cx="12049831" cy="953795"/>
            </a:xfrm>
            <a:custGeom>
              <a:avLst/>
              <a:pathLst>
                <a:path w="12049831" h="953795">
                  <a:moveTo>
                    <a:pt x="0" y="0"/>
                  </a:moveTo>
                  <a:lnTo>
                    <a:pt x="994940" y="0"/>
                  </a:lnTo>
                  <a:lnTo>
                    <a:pt x="996069" y="18"/>
                  </a:lnTo>
                  <a:lnTo>
                    <a:pt x="1003522" y="147"/>
                  </a:lnTo>
                  <a:lnTo>
                    <a:pt x="1022412" y="503"/>
                  </a:lnTo>
                  <a:lnTo>
                    <a:pt x="1056439" y="1205"/>
                  </a:lnTo>
                  <a:lnTo>
                    <a:pt x="1107675" y="2365"/>
                  </a:lnTo>
                  <a:lnTo>
                    <a:pt x="1176402" y="4079"/>
                  </a:lnTo>
                  <a:lnTo>
                    <a:pt x="1261177" y="6419"/>
                  </a:lnTo>
                  <a:lnTo>
                    <a:pt x="1359143" y="9427"/>
                  </a:lnTo>
                  <a:lnTo>
                    <a:pt x="1466552" y="13120"/>
                  </a:lnTo>
                  <a:lnTo>
                    <a:pt x="1579351" y="17494"/>
                  </a:lnTo>
                  <a:lnTo>
                    <a:pt x="1693718" y="22535"/>
                  </a:lnTo>
                  <a:lnTo>
                    <a:pt x="1806423" y="28232"/>
                  </a:lnTo>
                  <a:lnTo>
                    <a:pt x="1915013" y="34580"/>
                  </a:lnTo>
                  <a:lnTo>
                    <a:pt x="2017839" y="41592"/>
                  </a:lnTo>
                  <a:lnTo>
                    <a:pt x="2113975" y="49299"/>
                  </a:lnTo>
                  <a:lnTo>
                    <a:pt x="2203078" y="57755"/>
                  </a:lnTo>
                  <a:lnTo>
                    <a:pt x="2285250" y="67034"/>
                  </a:lnTo>
                  <a:lnTo>
                    <a:pt x="2360898" y="77230"/>
                  </a:lnTo>
                  <a:lnTo>
                    <a:pt x="2430626" y="88454"/>
                  </a:lnTo>
                  <a:lnTo>
                    <a:pt x="2495153" y="100832"/>
                  </a:lnTo>
                  <a:lnTo>
                    <a:pt x="2555249" y="114493"/>
                  </a:lnTo>
                  <a:lnTo>
                    <a:pt x="2611686" y="129560"/>
                  </a:lnTo>
                  <a:lnTo>
                    <a:pt x="2665197" y="146125"/>
                  </a:lnTo>
                  <a:lnTo>
                    <a:pt x="2702183" y="158965"/>
                  </a:lnTo>
                  <a:lnTo>
                    <a:pt x="2759736" y="181267"/>
                  </a:lnTo>
                  <a:lnTo>
                    <a:pt x="2815570" y="205662"/>
                  </a:lnTo>
                  <a:lnTo>
                    <a:pt x="2870283" y="232185"/>
                  </a:lnTo>
                  <a:lnTo>
                    <a:pt x="2924326" y="260813"/>
                  </a:lnTo>
                  <a:lnTo>
                    <a:pt x="2978026" y="291455"/>
                  </a:lnTo>
                  <a:lnTo>
                    <a:pt x="3031611" y="323952"/>
                  </a:lnTo>
                  <a:lnTo>
                    <a:pt x="3085218" y="358069"/>
                  </a:lnTo>
                  <a:lnTo>
                    <a:pt x="3138917" y="393505"/>
                  </a:lnTo>
                  <a:lnTo>
                    <a:pt x="3192716" y="429899"/>
                  </a:lnTo>
                  <a:lnTo>
                    <a:pt x="3246585" y="466844"/>
                  </a:lnTo>
                  <a:lnTo>
                    <a:pt x="3300471" y="503908"/>
                  </a:lnTo>
                  <a:lnTo>
                    <a:pt x="3354314" y="540654"/>
                  </a:lnTo>
                  <a:lnTo>
                    <a:pt x="3408069" y="576657"/>
                  </a:lnTo>
                  <a:lnTo>
                    <a:pt x="3461721" y="611530"/>
                  </a:lnTo>
                  <a:lnTo>
                    <a:pt x="3515306" y="644939"/>
                  </a:lnTo>
                  <a:lnTo>
                    <a:pt x="3568921" y="676611"/>
                  </a:lnTo>
                  <a:lnTo>
                    <a:pt x="3622745" y="706347"/>
                  </a:lnTo>
                  <a:lnTo>
                    <a:pt x="3677047" y="734018"/>
                  </a:lnTo>
                  <a:lnTo>
                    <a:pt x="3732209" y="759566"/>
                  </a:lnTo>
                  <a:lnTo>
                    <a:pt x="3788746" y="782994"/>
                  </a:lnTo>
                  <a:lnTo>
                    <a:pt x="3820202" y="794829"/>
                  </a:lnTo>
                  <a:lnTo>
                    <a:pt x="3872023" y="812497"/>
                  </a:lnTo>
                  <a:lnTo>
                    <a:pt x="3926289" y="828632"/>
                  </a:lnTo>
                  <a:lnTo>
                    <a:pt x="3983681" y="843291"/>
                  </a:lnTo>
                  <a:lnTo>
                    <a:pt x="4044948" y="856577"/>
                  </a:lnTo>
                  <a:lnTo>
                    <a:pt x="4110866" y="868617"/>
                  </a:lnTo>
                  <a:lnTo>
                    <a:pt x="4182194" y="879539"/>
                  </a:lnTo>
                  <a:lnTo>
                    <a:pt x="4259627" y="889466"/>
                  </a:lnTo>
                  <a:lnTo>
                    <a:pt x="4343723" y="898504"/>
                  </a:lnTo>
                  <a:lnTo>
                    <a:pt x="4434817" y="906742"/>
                  </a:lnTo>
                  <a:lnTo>
                    <a:pt x="4532896" y="914249"/>
                  </a:lnTo>
                  <a:lnTo>
                    <a:pt x="4637471" y="921071"/>
                  </a:lnTo>
                  <a:lnTo>
                    <a:pt x="4747422" y="927235"/>
                  </a:lnTo>
                  <a:lnTo>
                    <a:pt x="4860879" y="932748"/>
                  </a:lnTo>
                  <a:lnTo>
                    <a:pt x="4975162" y="937603"/>
                  </a:lnTo>
                  <a:lnTo>
                    <a:pt x="5086846" y="941785"/>
                  </a:lnTo>
                  <a:lnTo>
                    <a:pt x="5192000" y="945285"/>
                  </a:lnTo>
                  <a:lnTo>
                    <a:pt x="5286598" y="948102"/>
                  </a:lnTo>
                  <a:lnTo>
                    <a:pt x="5367083" y="950260"/>
                  </a:lnTo>
                  <a:lnTo>
                    <a:pt x="5430952" y="951809"/>
                  </a:lnTo>
                  <a:lnTo>
                    <a:pt x="5477227" y="952829"/>
                  </a:lnTo>
                  <a:lnTo>
                    <a:pt x="5506702" y="953422"/>
                  </a:lnTo>
                  <a:lnTo>
                    <a:pt x="5521926" y="953702"/>
                  </a:lnTo>
                  <a:lnTo>
                    <a:pt x="5527021" y="953788"/>
                  </a:lnTo>
                  <a:lnTo>
                    <a:pt x="5527445" y="953795"/>
                  </a:lnTo>
                  <a:lnTo>
                    <a:pt x="6522385" y="953795"/>
                  </a:lnTo>
                  <a:lnTo>
                    <a:pt x="6523520" y="953786"/>
                  </a:lnTo>
                  <a:lnTo>
                    <a:pt x="6531009" y="953723"/>
                  </a:lnTo>
                  <a:lnTo>
                    <a:pt x="6549986" y="953548"/>
                  </a:lnTo>
                  <a:lnTo>
                    <a:pt x="6584164" y="953203"/>
                  </a:lnTo>
                  <a:lnTo>
                    <a:pt x="6635614" y="952633"/>
                  </a:lnTo>
                  <a:lnTo>
                    <a:pt x="6704608" y="951790"/>
                  </a:lnTo>
                  <a:lnTo>
                    <a:pt x="6789680" y="950641"/>
                  </a:lnTo>
                  <a:lnTo>
                    <a:pt x="6887947" y="949163"/>
                  </a:lnTo>
                  <a:lnTo>
                    <a:pt x="6995635" y="947350"/>
                  </a:lnTo>
                  <a:lnTo>
                    <a:pt x="7108672" y="945202"/>
                  </a:lnTo>
                  <a:lnTo>
                    <a:pt x="7223223" y="942727"/>
                  </a:lnTo>
                  <a:lnTo>
                    <a:pt x="7336054" y="939931"/>
                  </a:lnTo>
                  <a:lnTo>
                    <a:pt x="7444718" y="936815"/>
                  </a:lnTo>
                  <a:lnTo>
                    <a:pt x="7547572" y="933373"/>
                  </a:lnTo>
                  <a:lnTo>
                    <a:pt x="7643700" y="929590"/>
                  </a:lnTo>
                  <a:lnTo>
                    <a:pt x="7732770" y="925438"/>
                  </a:lnTo>
                  <a:lnTo>
                    <a:pt x="7814893" y="920881"/>
                  </a:lnTo>
                  <a:lnTo>
                    <a:pt x="7890485" y="915874"/>
                  </a:lnTo>
                  <a:lnTo>
                    <a:pt x="7960159" y="910360"/>
                  </a:lnTo>
                  <a:lnTo>
                    <a:pt x="8024638" y="904278"/>
                  </a:lnTo>
                  <a:lnTo>
                    <a:pt x="8084697" y="897564"/>
                  </a:lnTo>
                  <a:lnTo>
                    <a:pt x="8141111" y="890159"/>
                  </a:lnTo>
                  <a:lnTo>
                    <a:pt x="8194616" y="882017"/>
                  </a:lnTo>
                  <a:lnTo>
                    <a:pt x="8229629" y="876059"/>
                  </a:lnTo>
                  <a:lnTo>
                    <a:pt x="8290165" y="864549"/>
                  </a:lnTo>
                  <a:lnTo>
                    <a:pt x="8348835" y="851904"/>
                  </a:lnTo>
                  <a:lnTo>
                    <a:pt x="8406321" y="838105"/>
                  </a:lnTo>
                  <a:lnTo>
                    <a:pt x="8463129" y="823171"/>
                  </a:lnTo>
                  <a:lnTo>
                    <a:pt x="8519618" y="807160"/>
                  </a:lnTo>
                  <a:lnTo>
                    <a:pt x="8576027" y="790174"/>
                  </a:lnTo>
                  <a:lnTo>
                    <a:pt x="8632492" y="772359"/>
                  </a:lnTo>
                  <a:lnTo>
                    <a:pt x="8689069" y="753897"/>
                  </a:lnTo>
                  <a:lnTo>
                    <a:pt x="8745746" y="735008"/>
                  </a:lnTo>
                  <a:lnTo>
                    <a:pt x="8802476" y="715930"/>
                  </a:lnTo>
                  <a:lnTo>
                    <a:pt x="8859188" y="696912"/>
                  </a:lnTo>
                  <a:lnTo>
                    <a:pt x="8915820" y="678203"/>
                  </a:lnTo>
                  <a:lnTo>
                    <a:pt x="8972340" y="660031"/>
                  </a:lnTo>
                  <a:lnTo>
                    <a:pt x="9028767" y="642600"/>
                  </a:lnTo>
                  <a:lnTo>
                    <a:pt x="9085192" y="626074"/>
                  </a:lnTo>
                  <a:lnTo>
                    <a:pt x="9141799" y="610579"/>
                  </a:lnTo>
                  <a:lnTo>
                    <a:pt x="9198885" y="596194"/>
                  </a:lnTo>
                  <a:lnTo>
                    <a:pt x="9256875" y="582957"/>
                  </a:lnTo>
                  <a:lnTo>
                    <a:pt x="9316357" y="570870"/>
                  </a:lnTo>
                  <a:lnTo>
                    <a:pt x="9347647" y="565115"/>
                  </a:lnTo>
                  <a:lnTo>
                    <a:pt x="9399556" y="556461"/>
                  </a:lnTo>
                  <a:lnTo>
                    <a:pt x="9453918" y="548560"/>
                  </a:lnTo>
                  <a:lnTo>
                    <a:pt x="9511418" y="541382"/>
                  </a:lnTo>
                  <a:lnTo>
                    <a:pt x="9572811" y="534878"/>
                  </a:lnTo>
                  <a:lnTo>
                    <a:pt x="9638874" y="528986"/>
                  </a:lnTo>
                  <a:lnTo>
                    <a:pt x="9710371" y="523640"/>
                  </a:lnTo>
                  <a:lnTo>
                    <a:pt x="9788000" y="518783"/>
                  </a:lnTo>
                  <a:lnTo>
                    <a:pt x="9872320" y="514361"/>
                  </a:lnTo>
                  <a:lnTo>
                    <a:pt x="9963661" y="510331"/>
                  </a:lnTo>
                  <a:lnTo>
                    <a:pt x="10062009" y="506659"/>
                  </a:lnTo>
                  <a:lnTo>
                    <a:pt x="10166859" y="503323"/>
                  </a:lnTo>
                  <a:lnTo>
                    <a:pt x="10277077" y="500310"/>
                  </a:lnTo>
                  <a:lnTo>
                    <a:pt x="10390766" y="497617"/>
                  </a:lnTo>
                  <a:lnTo>
                    <a:pt x="10505218" y="495246"/>
                  </a:lnTo>
                  <a:lnTo>
                    <a:pt x="10616977" y="493205"/>
                  </a:lnTo>
                  <a:lnTo>
                    <a:pt x="10722082" y="491500"/>
                  </a:lnTo>
                  <a:lnTo>
                    <a:pt x="10816496" y="490129"/>
                  </a:lnTo>
                  <a:lnTo>
                    <a:pt x="10896663" y="489081"/>
                  </a:lnTo>
                  <a:lnTo>
                    <a:pt x="10960108" y="488330"/>
                  </a:lnTo>
                  <a:lnTo>
                    <a:pt x="11005898" y="487838"/>
                  </a:lnTo>
                  <a:lnTo>
                    <a:pt x="11034890" y="487554"/>
                  </a:lnTo>
                  <a:lnTo>
                    <a:pt x="11049703" y="487421"/>
                  </a:lnTo>
                  <a:lnTo>
                    <a:pt x="11054530" y="487381"/>
                  </a:lnTo>
                  <a:lnTo>
                    <a:pt x="11054891" y="487378"/>
                  </a:lnTo>
                  <a:lnTo>
                    <a:pt x="12049831" y="487378"/>
                  </a:lnTo>
                  <a:lnTo>
                    <a:pt x="12049831" y="4873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" name="pl16"/>
            <p:cNvSpPr/>
            <p:nvPr/>
          </p:nvSpPr>
          <p:spPr>
            <a:xfrm>
              <a:off x="1199187" y="2132773"/>
              <a:ext cx="12049831" cy="953795"/>
            </a:xfrm>
            <a:custGeom>
              <a:avLst/>
              <a:pathLst>
                <a:path w="12049831" h="953795">
                  <a:moveTo>
                    <a:pt x="12049831" y="487378"/>
                  </a:moveTo>
                  <a:lnTo>
                    <a:pt x="11054891" y="487378"/>
                  </a:lnTo>
                  <a:lnTo>
                    <a:pt x="11053756" y="487387"/>
                  </a:lnTo>
                  <a:lnTo>
                    <a:pt x="11046268" y="487451"/>
                  </a:lnTo>
                  <a:lnTo>
                    <a:pt x="11027291" y="487626"/>
                  </a:lnTo>
                  <a:lnTo>
                    <a:pt x="10993112" y="487971"/>
                  </a:lnTo>
                  <a:lnTo>
                    <a:pt x="10941662" y="488541"/>
                  </a:lnTo>
                  <a:lnTo>
                    <a:pt x="10872668" y="489383"/>
                  </a:lnTo>
                  <a:lnTo>
                    <a:pt x="10787596" y="490533"/>
                  </a:lnTo>
                  <a:lnTo>
                    <a:pt x="10689329" y="492010"/>
                  </a:lnTo>
                  <a:lnTo>
                    <a:pt x="10581642" y="493824"/>
                  </a:lnTo>
                  <a:lnTo>
                    <a:pt x="10468605" y="495971"/>
                  </a:lnTo>
                  <a:lnTo>
                    <a:pt x="10354054" y="498446"/>
                  </a:lnTo>
                  <a:lnTo>
                    <a:pt x="10241222" y="501242"/>
                  </a:lnTo>
                  <a:lnTo>
                    <a:pt x="10132559" y="504358"/>
                  </a:lnTo>
                  <a:lnTo>
                    <a:pt x="10029705" y="507800"/>
                  </a:lnTo>
                  <a:lnTo>
                    <a:pt x="9933577" y="511584"/>
                  </a:lnTo>
                  <a:lnTo>
                    <a:pt x="9844506" y="515736"/>
                  </a:lnTo>
                  <a:lnTo>
                    <a:pt x="9762383" y="520292"/>
                  </a:lnTo>
                  <a:lnTo>
                    <a:pt x="9686791" y="525300"/>
                  </a:lnTo>
                  <a:lnTo>
                    <a:pt x="9617118" y="530814"/>
                  </a:lnTo>
                  <a:lnTo>
                    <a:pt x="9552638" y="536896"/>
                  </a:lnTo>
                  <a:lnTo>
                    <a:pt x="9492579" y="543609"/>
                  </a:lnTo>
                  <a:lnTo>
                    <a:pt x="9436165" y="551014"/>
                  </a:lnTo>
                  <a:lnTo>
                    <a:pt x="9382661" y="559156"/>
                  </a:lnTo>
                  <a:lnTo>
                    <a:pt x="9347647" y="565115"/>
                  </a:lnTo>
                  <a:lnTo>
                    <a:pt x="9287111" y="576624"/>
                  </a:lnTo>
                  <a:lnTo>
                    <a:pt x="9228441" y="589270"/>
                  </a:lnTo>
                  <a:lnTo>
                    <a:pt x="9170955" y="603069"/>
                  </a:lnTo>
                  <a:lnTo>
                    <a:pt x="9114148" y="618003"/>
                  </a:lnTo>
                  <a:lnTo>
                    <a:pt x="9057659" y="634014"/>
                  </a:lnTo>
                  <a:lnTo>
                    <a:pt x="9001250" y="650999"/>
                  </a:lnTo>
                  <a:lnTo>
                    <a:pt x="8944784" y="668815"/>
                  </a:lnTo>
                  <a:lnTo>
                    <a:pt x="8888208" y="687276"/>
                  </a:lnTo>
                  <a:lnTo>
                    <a:pt x="8831530" y="706166"/>
                  </a:lnTo>
                  <a:lnTo>
                    <a:pt x="8774801" y="725244"/>
                  </a:lnTo>
                  <a:lnTo>
                    <a:pt x="8718089" y="744261"/>
                  </a:lnTo>
                  <a:lnTo>
                    <a:pt x="8661456" y="762970"/>
                  </a:lnTo>
                  <a:lnTo>
                    <a:pt x="8604936" y="781142"/>
                  </a:lnTo>
                  <a:lnTo>
                    <a:pt x="8548510" y="798573"/>
                  </a:lnTo>
                  <a:lnTo>
                    <a:pt x="8492085" y="815099"/>
                  </a:lnTo>
                  <a:lnTo>
                    <a:pt x="8435477" y="830595"/>
                  </a:lnTo>
                  <a:lnTo>
                    <a:pt x="8378392" y="844980"/>
                  </a:lnTo>
                  <a:lnTo>
                    <a:pt x="8320402" y="858216"/>
                  </a:lnTo>
                  <a:lnTo>
                    <a:pt x="8260919" y="870303"/>
                  </a:lnTo>
                  <a:lnTo>
                    <a:pt x="8229629" y="876059"/>
                  </a:lnTo>
                  <a:lnTo>
                    <a:pt x="8177721" y="884712"/>
                  </a:lnTo>
                  <a:lnTo>
                    <a:pt x="8123359" y="892614"/>
                  </a:lnTo>
                  <a:lnTo>
                    <a:pt x="8065858" y="899791"/>
                  </a:lnTo>
                  <a:lnTo>
                    <a:pt x="8004466" y="906295"/>
                  </a:lnTo>
                  <a:lnTo>
                    <a:pt x="7938403" y="912188"/>
                  </a:lnTo>
                  <a:lnTo>
                    <a:pt x="7866905" y="917533"/>
                  </a:lnTo>
                  <a:lnTo>
                    <a:pt x="7789276" y="922390"/>
                  </a:lnTo>
                  <a:lnTo>
                    <a:pt x="7704957" y="926812"/>
                  </a:lnTo>
                  <a:lnTo>
                    <a:pt x="7613615" y="930842"/>
                  </a:lnTo>
                  <a:lnTo>
                    <a:pt x="7515268" y="934514"/>
                  </a:lnTo>
                  <a:lnTo>
                    <a:pt x="7410417" y="937850"/>
                  </a:lnTo>
                  <a:lnTo>
                    <a:pt x="7300200" y="940863"/>
                  </a:lnTo>
                  <a:lnTo>
                    <a:pt x="7186510" y="943557"/>
                  </a:lnTo>
                  <a:lnTo>
                    <a:pt x="7072059" y="945927"/>
                  </a:lnTo>
                  <a:lnTo>
                    <a:pt x="6960300" y="947968"/>
                  </a:lnTo>
                  <a:lnTo>
                    <a:pt x="6855194" y="949674"/>
                  </a:lnTo>
                  <a:lnTo>
                    <a:pt x="6760781" y="951045"/>
                  </a:lnTo>
                  <a:lnTo>
                    <a:pt x="6680613" y="952093"/>
                  </a:lnTo>
                  <a:lnTo>
                    <a:pt x="6617169" y="952843"/>
                  </a:lnTo>
                  <a:lnTo>
                    <a:pt x="6571378" y="953335"/>
                  </a:lnTo>
                  <a:lnTo>
                    <a:pt x="6542387" y="953620"/>
                  </a:lnTo>
                  <a:lnTo>
                    <a:pt x="6527573" y="953752"/>
                  </a:lnTo>
                  <a:lnTo>
                    <a:pt x="6522747" y="953792"/>
                  </a:lnTo>
                  <a:lnTo>
                    <a:pt x="6522385" y="953795"/>
                  </a:lnTo>
                  <a:lnTo>
                    <a:pt x="5527445" y="953795"/>
                  </a:lnTo>
                  <a:lnTo>
                    <a:pt x="5526316" y="953777"/>
                  </a:lnTo>
                  <a:lnTo>
                    <a:pt x="5518863" y="953648"/>
                  </a:lnTo>
                  <a:lnTo>
                    <a:pt x="5499973" y="953292"/>
                  </a:lnTo>
                  <a:lnTo>
                    <a:pt x="5465946" y="952590"/>
                  </a:lnTo>
                  <a:lnTo>
                    <a:pt x="5414710" y="951430"/>
                  </a:lnTo>
                  <a:lnTo>
                    <a:pt x="5345983" y="949715"/>
                  </a:lnTo>
                  <a:lnTo>
                    <a:pt x="5261208" y="947375"/>
                  </a:lnTo>
                  <a:lnTo>
                    <a:pt x="5163242" y="944367"/>
                  </a:lnTo>
                  <a:lnTo>
                    <a:pt x="5055833" y="940675"/>
                  </a:lnTo>
                  <a:lnTo>
                    <a:pt x="4943034" y="936301"/>
                  </a:lnTo>
                  <a:lnTo>
                    <a:pt x="4828667" y="931259"/>
                  </a:lnTo>
                  <a:lnTo>
                    <a:pt x="4715962" y="925563"/>
                  </a:lnTo>
                  <a:lnTo>
                    <a:pt x="4607372" y="919215"/>
                  </a:lnTo>
                  <a:lnTo>
                    <a:pt x="4504546" y="912203"/>
                  </a:lnTo>
                  <a:lnTo>
                    <a:pt x="4408410" y="904495"/>
                  </a:lnTo>
                  <a:lnTo>
                    <a:pt x="4319307" y="896039"/>
                  </a:lnTo>
                  <a:lnTo>
                    <a:pt x="4237135" y="886760"/>
                  </a:lnTo>
                  <a:lnTo>
                    <a:pt x="4161487" y="876564"/>
                  </a:lnTo>
                  <a:lnTo>
                    <a:pt x="4091759" y="865340"/>
                  </a:lnTo>
                  <a:lnTo>
                    <a:pt x="4027232" y="852962"/>
                  </a:lnTo>
                  <a:lnTo>
                    <a:pt x="3967136" y="839301"/>
                  </a:lnTo>
                  <a:lnTo>
                    <a:pt x="3910699" y="824235"/>
                  </a:lnTo>
                  <a:lnTo>
                    <a:pt x="3857188" y="807669"/>
                  </a:lnTo>
                  <a:lnTo>
                    <a:pt x="3820202" y="794829"/>
                  </a:lnTo>
                  <a:lnTo>
                    <a:pt x="3762649" y="772527"/>
                  </a:lnTo>
                  <a:lnTo>
                    <a:pt x="3706815" y="748132"/>
                  </a:lnTo>
                  <a:lnTo>
                    <a:pt x="3652102" y="721610"/>
                  </a:lnTo>
                  <a:lnTo>
                    <a:pt x="3598059" y="692982"/>
                  </a:lnTo>
                  <a:lnTo>
                    <a:pt x="3544359" y="662339"/>
                  </a:lnTo>
                  <a:lnTo>
                    <a:pt x="3490774" y="629842"/>
                  </a:lnTo>
                  <a:lnTo>
                    <a:pt x="3437167" y="595725"/>
                  </a:lnTo>
                  <a:lnTo>
                    <a:pt x="3383468" y="560289"/>
                  </a:lnTo>
                  <a:lnTo>
                    <a:pt x="3329669" y="523896"/>
                  </a:lnTo>
                  <a:lnTo>
                    <a:pt x="3275800" y="486951"/>
                  </a:lnTo>
                  <a:lnTo>
                    <a:pt x="3221914" y="449886"/>
                  </a:lnTo>
                  <a:lnTo>
                    <a:pt x="3168071" y="413141"/>
                  </a:lnTo>
                  <a:lnTo>
                    <a:pt x="3114316" y="377138"/>
                  </a:lnTo>
                  <a:lnTo>
                    <a:pt x="3060664" y="342264"/>
                  </a:lnTo>
                  <a:lnTo>
                    <a:pt x="3007079" y="308856"/>
                  </a:lnTo>
                  <a:lnTo>
                    <a:pt x="2953464" y="277183"/>
                  </a:lnTo>
                  <a:lnTo>
                    <a:pt x="2899640" y="247447"/>
                  </a:lnTo>
                  <a:lnTo>
                    <a:pt x="2845338" y="219776"/>
                  </a:lnTo>
                  <a:lnTo>
                    <a:pt x="2790176" y="194229"/>
                  </a:lnTo>
                  <a:lnTo>
                    <a:pt x="2733639" y="170800"/>
                  </a:lnTo>
                  <a:lnTo>
                    <a:pt x="2702183" y="158965"/>
                  </a:lnTo>
                  <a:lnTo>
                    <a:pt x="2650362" y="141298"/>
                  </a:lnTo>
                  <a:lnTo>
                    <a:pt x="2596096" y="125162"/>
                  </a:lnTo>
                  <a:lnTo>
                    <a:pt x="2538704" y="110503"/>
                  </a:lnTo>
                  <a:lnTo>
                    <a:pt x="2477437" y="97217"/>
                  </a:lnTo>
                  <a:lnTo>
                    <a:pt x="2411519" y="85178"/>
                  </a:lnTo>
                  <a:lnTo>
                    <a:pt x="2340191" y="74255"/>
                  </a:lnTo>
                  <a:lnTo>
                    <a:pt x="2262758" y="64329"/>
                  </a:lnTo>
                  <a:lnTo>
                    <a:pt x="2178662" y="55291"/>
                  </a:lnTo>
                  <a:lnTo>
                    <a:pt x="2087568" y="47052"/>
                  </a:lnTo>
                  <a:lnTo>
                    <a:pt x="1989489" y="39545"/>
                  </a:lnTo>
                  <a:lnTo>
                    <a:pt x="1884914" y="32723"/>
                  </a:lnTo>
                  <a:lnTo>
                    <a:pt x="1774963" y="26559"/>
                  </a:lnTo>
                  <a:lnTo>
                    <a:pt x="1661506" y="21047"/>
                  </a:lnTo>
                  <a:lnTo>
                    <a:pt x="1547223" y="16192"/>
                  </a:lnTo>
                  <a:lnTo>
                    <a:pt x="1435539" y="12009"/>
                  </a:lnTo>
                  <a:lnTo>
                    <a:pt x="1330385" y="8510"/>
                  </a:lnTo>
                  <a:lnTo>
                    <a:pt x="1235787" y="5693"/>
                  </a:lnTo>
                  <a:lnTo>
                    <a:pt x="1155302" y="3535"/>
                  </a:lnTo>
                  <a:lnTo>
                    <a:pt x="1091433" y="1985"/>
                  </a:lnTo>
                  <a:lnTo>
                    <a:pt x="1045158" y="965"/>
                  </a:lnTo>
                  <a:lnTo>
                    <a:pt x="1015683" y="372"/>
                  </a:lnTo>
                  <a:lnTo>
                    <a:pt x="1000459" y="92"/>
                  </a:lnTo>
                  <a:lnTo>
                    <a:pt x="995364" y="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" name="pg17"/>
            <p:cNvSpPr/>
            <p:nvPr/>
          </p:nvSpPr>
          <p:spPr>
            <a:xfrm>
              <a:off x="1199187" y="2138014"/>
              <a:ext cx="12049831" cy="974757"/>
            </a:xfrm>
            <a:custGeom>
              <a:avLst/>
              <a:pathLst>
                <a:path w="12049831" h="974757">
                  <a:moveTo>
                    <a:pt x="0" y="5240"/>
                  </a:moveTo>
                  <a:lnTo>
                    <a:pt x="994940" y="5240"/>
                  </a:lnTo>
                  <a:lnTo>
                    <a:pt x="996069" y="5259"/>
                  </a:lnTo>
                  <a:lnTo>
                    <a:pt x="1003520" y="5390"/>
                  </a:lnTo>
                  <a:lnTo>
                    <a:pt x="1022406" y="5752"/>
                  </a:lnTo>
                  <a:lnTo>
                    <a:pt x="1056427" y="6465"/>
                  </a:lnTo>
                  <a:lnTo>
                    <a:pt x="1107653" y="7644"/>
                  </a:lnTo>
                  <a:lnTo>
                    <a:pt x="1176369" y="9386"/>
                  </a:lnTo>
                  <a:lnTo>
                    <a:pt x="1261131" y="11764"/>
                  </a:lnTo>
                  <a:lnTo>
                    <a:pt x="1359084" y="14821"/>
                  </a:lnTo>
                  <a:lnTo>
                    <a:pt x="1466480" y="18574"/>
                  </a:lnTo>
                  <a:lnTo>
                    <a:pt x="1579270" y="23019"/>
                  </a:lnTo>
                  <a:lnTo>
                    <a:pt x="1693629" y="28143"/>
                  </a:lnTo>
                  <a:lnTo>
                    <a:pt x="1806328" y="33932"/>
                  </a:lnTo>
                  <a:lnTo>
                    <a:pt x="1914914" y="40384"/>
                  </a:lnTo>
                  <a:lnTo>
                    <a:pt x="2017740" y="47510"/>
                  </a:lnTo>
                  <a:lnTo>
                    <a:pt x="2113875" y="55344"/>
                  </a:lnTo>
                  <a:lnTo>
                    <a:pt x="2202981" y="63938"/>
                  </a:lnTo>
                  <a:lnTo>
                    <a:pt x="2285155" y="73368"/>
                  </a:lnTo>
                  <a:lnTo>
                    <a:pt x="2360804" y="83730"/>
                  </a:lnTo>
                  <a:lnTo>
                    <a:pt x="2430535" y="95137"/>
                  </a:lnTo>
                  <a:lnTo>
                    <a:pt x="2495064" y="107716"/>
                  </a:lnTo>
                  <a:lnTo>
                    <a:pt x="2555162" y="121599"/>
                  </a:lnTo>
                  <a:lnTo>
                    <a:pt x="2611600" y="136911"/>
                  </a:lnTo>
                  <a:lnTo>
                    <a:pt x="2665112" y="153745"/>
                  </a:lnTo>
                  <a:lnTo>
                    <a:pt x="2702183" y="166826"/>
                  </a:lnTo>
                  <a:lnTo>
                    <a:pt x="2759621" y="189448"/>
                  </a:lnTo>
                  <a:lnTo>
                    <a:pt x="2815346" y="214188"/>
                  </a:lnTo>
                  <a:lnTo>
                    <a:pt x="2869954" y="241083"/>
                  </a:lnTo>
                  <a:lnTo>
                    <a:pt x="2923891" y="270109"/>
                  </a:lnTo>
                  <a:lnTo>
                    <a:pt x="2977484" y="301176"/>
                  </a:lnTo>
                  <a:lnTo>
                    <a:pt x="3030961" y="334122"/>
                  </a:lnTo>
                  <a:lnTo>
                    <a:pt x="3084459" y="368711"/>
                  </a:lnTo>
                  <a:lnTo>
                    <a:pt x="3138048" y="404641"/>
                  </a:lnTo>
                  <a:lnTo>
                    <a:pt x="3191737" y="441546"/>
                  </a:lnTo>
                  <a:lnTo>
                    <a:pt x="3245496" y="479018"/>
                  </a:lnTo>
                  <a:lnTo>
                    <a:pt x="3299274" y="516620"/>
                  </a:lnTo>
                  <a:lnTo>
                    <a:pt x="3353010" y="553908"/>
                  </a:lnTo>
                  <a:lnTo>
                    <a:pt x="3406658" y="590454"/>
                  </a:lnTo>
                  <a:lnTo>
                    <a:pt x="3460205" y="625867"/>
                  </a:lnTo>
                  <a:lnTo>
                    <a:pt x="3513682" y="659806"/>
                  </a:lnTo>
                  <a:lnTo>
                    <a:pt x="3567186" y="691994"/>
                  </a:lnTo>
                  <a:lnTo>
                    <a:pt x="3620890" y="722227"/>
                  </a:lnTo>
                  <a:lnTo>
                    <a:pt x="3675060" y="750373"/>
                  </a:lnTo>
                  <a:lnTo>
                    <a:pt x="3730070" y="776369"/>
                  </a:lnTo>
                  <a:lnTo>
                    <a:pt x="3786426" y="800220"/>
                  </a:lnTo>
                  <a:lnTo>
                    <a:pt x="3820202" y="813171"/>
                  </a:lnTo>
                  <a:lnTo>
                    <a:pt x="3872019" y="831129"/>
                  </a:lnTo>
                  <a:lnTo>
                    <a:pt x="3926281" y="847530"/>
                  </a:lnTo>
                  <a:lnTo>
                    <a:pt x="3983668" y="862429"/>
                  </a:lnTo>
                  <a:lnTo>
                    <a:pt x="4044930" y="875934"/>
                  </a:lnTo>
                  <a:lnTo>
                    <a:pt x="4110841" y="888171"/>
                  </a:lnTo>
                  <a:lnTo>
                    <a:pt x="4182162" y="899273"/>
                  </a:lnTo>
                  <a:lnTo>
                    <a:pt x="4259586" y="909363"/>
                  </a:lnTo>
                  <a:lnTo>
                    <a:pt x="4343673" y="918550"/>
                  </a:lnTo>
                  <a:lnTo>
                    <a:pt x="4434756" y="926924"/>
                  </a:lnTo>
                  <a:lnTo>
                    <a:pt x="4532824" y="934555"/>
                  </a:lnTo>
                  <a:lnTo>
                    <a:pt x="4637387" y="941489"/>
                  </a:lnTo>
                  <a:lnTo>
                    <a:pt x="4747326" y="947755"/>
                  </a:lnTo>
                  <a:lnTo>
                    <a:pt x="4860773" y="953359"/>
                  </a:lnTo>
                  <a:lnTo>
                    <a:pt x="4975048" y="958294"/>
                  </a:lnTo>
                  <a:lnTo>
                    <a:pt x="5086730" y="962546"/>
                  </a:lnTo>
                  <a:lnTo>
                    <a:pt x="5191885" y="966103"/>
                  </a:lnTo>
                  <a:lnTo>
                    <a:pt x="5286491" y="968967"/>
                  </a:lnTo>
                  <a:lnTo>
                    <a:pt x="5366990" y="971161"/>
                  </a:lnTo>
                  <a:lnTo>
                    <a:pt x="5430877" y="972737"/>
                  </a:lnTo>
                  <a:lnTo>
                    <a:pt x="5477174" y="973775"/>
                  </a:lnTo>
                  <a:lnTo>
                    <a:pt x="5506669" y="974378"/>
                  </a:lnTo>
                  <a:lnTo>
                    <a:pt x="5521912" y="974663"/>
                  </a:lnTo>
                  <a:lnTo>
                    <a:pt x="5527018" y="974751"/>
                  </a:lnTo>
                  <a:lnTo>
                    <a:pt x="5527445" y="974757"/>
                  </a:lnTo>
                  <a:lnTo>
                    <a:pt x="6522385" y="974757"/>
                  </a:lnTo>
                  <a:lnTo>
                    <a:pt x="6523521" y="974753"/>
                  </a:lnTo>
                  <a:lnTo>
                    <a:pt x="6531018" y="974720"/>
                  </a:lnTo>
                  <a:lnTo>
                    <a:pt x="6550015" y="974629"/>
                  </a:lnTo>
                  <a:lnTo>
                    <a:pt x="6584229" y="974451"/>
                  </a:lnTo>
                  <a:lnTo>
                    <a:pt x="6635729" y="974156"/>
                  </a:lnTo>
                  <a:lnTo>
                    <a:pt x="6704785" y="973720"/>
                  </a:lnTo>
                  <a:lnTo>
                    <a:pt x="6789925" y="973125"/>
                  </a:lnTo>
                  <a:lnTo>
                    <a:pt x="6888262" y="972361"/>
                  </a:lnTo>
                  <a:lnTo>
                    <a:pt x="6996014" y="971423"/>
                  </a:lnTo>
                  <a:lnTo>
                    <a:pt x="7109106" y="970312"/>
                  </a:lnTo>
                  <a:lnTo>
                    <a:pt x="7223699" y="969031"/>
                  </a:lnTo>
                  <a:lnTo>
                    <a:pt x="7336560" y="967585"/>
                  </a:lnTo>
                  <a:lnTo>
                    <a:pt x="7445240" y="965973"/>
                  </a:lnTo>
                  <a:lnTo>
                    <a:pt x="7548101" y="964192"/>
                  </a:lnTo>
                  <a:lnTo>
                    <a:pt x="7644227" y="962235"/>
                  </a:lnTo>
                  <a:lnTo>
                    <a:pt x="7733289" y="960087"/>
                  </a:lnTo>
                  <a:lnTo>
                    <a:pt x="7815401" y="957730"/>
                  </a:lnTo>
                  <a:lnTo>
                    <a:pt x="7890981" y="955139"/>
                  </a:lnTo>
                  <a:lnTo>
                    <a:pt x="7960641" y="952286"/>
                  </a:lnTo>
                  <a:lnTo>
                    <a:pt x="8025110" y="949139"/>
                  </a:lnTo>
                  <a:lnTo>
                    <a:pt x="8085160" y="945665"/>
                  </a:lnTo>
                  <a:lnTo>
                    <a:pt x="8141569" y="941833"/>
                  </a:lnTo>
                  <a:lnTo>
                    <a:pt x="8195072" y="937621"/>
                  </a:lnTo>
                  <a:lnTo>
                    <a:pt x="8229629" y="934579"/>
                  </a:lnTo>
                  <a:lnTo>
                    <a:pt x="8290974" y="928545"/>
                  </a:lnTo>
                  <a:lnTo>
                    <a:pt x="8350412" y="921908"/>
                  </a:lnTo>
                  <a:lnTo>
                    <a:pt x="8408650" y="914659"/>
                  </a:lnTo>
                  <a:lnTo>
                    <a:pt x="8466208" y="906807"/>
                  </a:lnTo>
                  <a:lnTo>
                    <a:pt x="8523456" y="898387"/>
                  </a:lnTo>
                  <a:lnTo>
                    <a:pt x="8580633" y="889453"/>
                  </a:lnTo>
                  <a:lnTo>
                    <a:pt x="8637875" y="880085"/>
                  </a:lnTo>
                  <a:lnTo>
                    <a:pt x="8695233" y="870386"/>
                  </a:lnTo>
                  <a:lnTo>
                    <a:pt x="8752691" y="860472"/>
                  </a:lnTo>
                  <a:lnTo>
                    <a:pt x="8810194" y="850474"/>
                  </a:lnTo>
                  <a:lnTo>
                    <a:pt x="8867669" y="840526"/>
                  </a:lnTo>
                  <a:lnTo>
                    <a:pt x="8925056" y="830761"/>
                  </a:lnTo>
                  <a:lnTo>
                    <a:pt x="8982325" y="821301"/>
                  </a:lnTo>
                  <a:lnTo>
                    <a:pt x="9039510" y="812250"/>
                  </a:lnTo>
                  <a:lnTo>
                    <a:pt x="9096721" y="803694"/>
                  </a:lnTo>
                  <a:lnTo>
                    <a:pt x="9154172" y="795696"/>
                  </a:lnTo>
                  <a:lnTo>
                    <a:pt x="9212198" y="788294"/>
                  </a:lnTo>
                  <a:lnTo>
                    <a:pt x="9271277" y="781504"/>
                  </a:lnTo>
                  <a:lnTo>
                    <a:pt x="9332066" y="775321"/>
                  </a:lnTo>
                  <a:lnTo>
                    <a:pt x="9347647" y="773866"/>
                  </a:lnTo>
                  <a:lnTo>
                    <a:pt x="9399576" y="769392"/>
                  </a:lnTo>
                  <a:lnTo>
                    <a:pt x="9453960" y="765307"/>
                  </a:lnTo>
                  <a:lnTo>
                    <a:pt x="9511486" y="761596"/>
                  </a:lnTo>
                  <a:lnTo>
                    <a:pt x="9572907" y="758234"/>
                  </a:lnTo>
                  <a:lnTo>
                    <a:pt x="9639004" y="755188"/>
                  </a:lnTo>
                  <a:lnTo>
                    <a:pt x="9710541" y="752424"/>
                  </a:lnTo>
                  <a:lnTo>
                    <a:pt x="9788215" y="749913"/>
                  </a:lnTo>
                  <a:lnTo>
                    <a:pt x="9872586" y="747628"/>
                  </a:lnTo>
                  <a:lnTo>
                    <a:pt x="9963985" y="745545"/>
                  </a:lnTo>
                  <a:lnTo>
                    <a:pt x="10062395" y="743647"/>
                  </a:lnTo>
                  <a:lnTo>
                    <a:pt x="10167309" y="741923"/>
                  </a:lnTo>
                  <a:lnTo>
                    <a:pt x="10277588" y="740365"/>
                  </a:lnTo>
                  <a:lnTo>
                    <a:pt x="10391331" y="738973"/>
                  </a:lnTo>
                  <a:lnTo>
                    <a:pt x="10505822" y="737749"/>
                  </a:lnTo>
                  <a:lnTo>
                    <a:pt x="10617598" y="736694"/>
                  </a:lnTo>
                  <a:lnTo>
                    <a:pt x="10722692" y="735813"/>
                  </a:lnTo>
                  <a:lnTo>
                    <a:pt x="10817062" y="735106"/>
                  </a:lnTo>
                  <a:lnTo>
                    <a:pt x="10897155" y="734565"/>
                  </a:lnTo>
                  <a:lnTo>
                    <a:pt x="10960501" y="734178"/>
                  </a:lnTo>
                  <a:lnTo>
                    <a:pt x="11006179" y="733924"/>
                  </a:lnTo>
                  <a:lnTo>
                    <a:pt x="11035059" y="733778"/>
                  </a:lnTo>
                  <a:lnTo>
                    <a:pt x="11049778" y="733710"/>
                  </a:lnTo>
                  <a:lnTo>
                    <a:pt x="11054543" y="733690"/>
                  </a:lnTo>
                  <a:lnTo>
                    <a:pt x="11054891" y="733688"/>
                  </a:lnTo>
                  <a:lnTo>
                    <a:pt x="12049831" y="733688"/>
                  </a:lnTo>
                  <a:lnTo>
                    <a:pt x="12049831" y="728448"/>
                  </a:lnTo>
                  <a:lnTo>
                    <a:pt x="11054891" y="728448"/>
                  </a:lnTo>
                  <a:lnTo>
                    <a:pt x="11053755" y="728452"/>
                  </a:lnTo>
                  <a:lnTo>
                    <a:pt x="11046258" y="728485"/>
                  </a:lnTo>
                  <a:lnTo>
                    <a:pt x="11027261" y="728576"/>
                  </a:lnTo>
                  <a:lnTo>
                    <a:pt x="10993048" y="728754"/>
                  </a:lnTo>
                  <a:lnTo>
                    <a:pt x="10941548" y="729049"/>
                  </a:lnTo>
                  <a:lnTo>
                    <a:pt x="10872492" y="729485"/>
                  </a:lnTo>
                  <a:lnTo>
                    <a:pt x="10787351" y="730080"/>
                  </a:lnTo>
                  <a:lnTo>
                    <a:pt x="10689014" y="730844"/>
                  </a:lnTo>
                  <a:lnTo>
                    <a:pt x="10581263" y="731782"/>
                  </a:lnTo>
                  <a:lnTo>
                    <a:pt x="10468171" y="732893"/>
                  </a:lnTo>
                  <a:lnTo>
                    <a:pt x="10353577" y="734174"/>
                  </a:lnTo>
                  <a:lnTo>
                    <a:pt x="10240717" y="735620"/>
                  </a:lnTo>
                  <a:lnTo>
                    <a:pt x="10132036" y="737232"/>
                  </a:lnTo>
                  <a:lnTo>
                    <a:pt x="10029176" y="739013"/>
                  </a:lnTo>
                  <a:lnTo>
                    <a:pt x="9933050" y="740970"/>
                  </a:lnTo>
                  <a:lnTo>
                    <a:pt x="9843987" y="743118"/>
                  </a:lnTo>
                  <a:lnTo>
                    <a:pt x="9761875" y="745475"/>
                  </a:lnTo>
                  <a:lnTo>
                    <a:pt x="9686296" y="748066"/>
                  </a:lnTo>
                  <a:lnTo>
                    <a:pt x="9616635" y="750919"/>
                  </a:lnTo>
                  <a:lnTo>
                    <a:pt x="9552167" y="754066"/>
                  </a:lnTo>
                  <a:lnTo>
                    <a:pt x="9492116" y="757540"/>
                  </a:lnTo>
                  <a:lnTo>
                    <a:pt x="9435708" y="761372"/>
                  </a:lnTo>
                  <a:lnTo>
                    <a:pt x="9382205" y="765585"/>
                  </a:lnTo>
                  <a:lnTo>
                    <a:pt x="9347647" y="768626"/>
                  </a:lnTo>
                  <a:lnTo>
                    <a:pt x="9286302" y="774660"/>
                  </a:lnTo>
                  <a:lnTo>
                    <a:pt x="9226864" y="781297"/>
                  </a:lnTo>
                  <a:lnTo>
                    <a:pt x="9168626" y="788546"/>
                  </a:lnTo>
                  <a:lnTo>
                    <a:pt x="9111068" y="796398"/>
                  </a:lnTo>
                  <a:lnTo>
                    <a:pt x="9053821" y="804819"/>
                  </a:lnTo>
                  <a:lnTo>
                    <a:pt x="8996644" y="813752"/>
                  </a:lnTo>
                  <a:lnTo>
                    <a:pt x="8939401" y="823120"/>
                  </a:lnTo>
                  <a:lnTo>
                    <a:pt x="8882043" y="832819"/>
                  </a:lnTo>
                  <a:lnTo>
                    <a:pt x="8824585" y="842733"/>
                  </a:lnTo>
                  <a:lnTo>
                    <a:pt x="8767083" y="852731"/>
                  </a:lnTo>
                  <a:lnTo>
                    <a:pt x="8709607" y="862679"/>
                  </a:lnTo>
                  <a:lnTo>
                    <a:pt x="8652221" y="872444"/>
                  </a:lnTo>
                  <a:lnTo>
                    <a:pt x="8594951" y="881904"/>
                  </a:lnTo>
                  <a:lnTo>
                    <a:pt x="8537767" y="890955"/>
                  </a:lnTo>
                  <a:lnTo>
                    <a:pt x="8480555" y="899511"/>
                  </a:lnTo>
                  <a:lnTo>
                    <a:pt x="8423104" y="907509"/>
                  </a:lnTo>
                  <a:lnTo>
                    <a:pt x="8365079" y="914911"/>
                  </a:lnTo>
                  <a:lnTo>
                    <a:pt x="8306000" y="921701"/>
                  </a:lnTo>
                  <a:lnTo>
                    <a:pt x="8245210" y="927884"/>
                  </a:lnTo>
                  <a:lnTo>
                    <a:pt x="8229629" y="929339"/>
                  </a:lnTo>
                  <a:lnTo>
                    <a:pt x="8177701" y="933813"/>
                  </a:lnTo>
                  <a:lnTo>
                    <a:pt x="8123317" y="937898"/>
                  </a:lnTo>
                  <a:lnTo>
                    <a:pt x="8065791" y="941609"/>
                  </a:lnTo>
                  <a:lnTo>
                    <a:pt x="8004369" y="944971"/>
                  </a:lnTo>
                  <a:lnTo>
                    <a:pt x="7938273" y="948018"/>
                  </a:lnTo>
                  <a:lnTo>
                    <a:pt x="7866736" y="950781"/>
                  </a:lnTo>
                  <a:lnTo>
                    <a:pt x="7789061" y="953292"/>
                  </a:lnTo>
                  <a:lnTo>
                    <a:pt x="7704690" y="955577"/>
                  </a:lnTo>
                  <a:lnTo>
                    <a:pt x="7613291" y="957660"/>
                  </a:lnTo>
                  <a:lnTo>
                    <a:pt x="7514882" y="959558"/>
                  </a:lnTo>
                  <a:lnTo>
                    <a:pt x="7409967" y="961282"/>
                  </a:lnTo>
                  <a:lnTo>
                    <a:pt x="7299688" y="962840"/>
                  </a:lnTo>
                  <a:lnTo>
                    <a:pt x="7185945" y="964232"/>
                  </a:lnTo>
                  <a:lnTo>
                    <a:pt x="7071454" y="965457"/>
                  </a:lnTo>
                  <a:lnTo>
                    <a:pt x="6959679" y="966511"/>
                  </a:lnTo>
                  <a:lnTo>
                    <a:pt x="6854585" y="967392"/>
                  </a:lnTo>
                  <a:lnTo>
                    <a:pt x="6760215" y="968099"/>
                  </a:lnTo>
                  <a:lnTo>
                    <a:pt x="6680121" y="968640"/>
                  </a:lnTo>
                  <a:lnTo>
                    <a:pt x="6616775" y="969027"/>
                  </a:lnTo>
                  <a:lnTo>
                    <a:pt x="6571097" y="969281"/>
                  </a:lnTo>
                  <a:lnTo>
                    <a:pt x="6542217" y="969427"/>
                  </a:lnTo>
                  <a:lnTo>
                    <a:pt x="6527498" y="969495"/>
                  </a:lnTo>
                  <a:lnTo>
                    <a:pt x="6522733" y="969515"/>
                  </a:lnTo>
                  <a:lnTo>
                    <a:pt x="6522385" y="969517"/>
                  </a:lnTo>
                  <a:lnTo>
                    <a:pt x="5527445" y="969517"/>
                  </a:lnTo>
                  <a:lnTo>
                    <a:pt x="5526316" y="969498"/>
                  </a:lnTo>
                  <a:lnTo>
                    <a:pt x="5518865" y="969367"/>
                  </a:lnTo>
                  <a:lnTo>
                    <a:pt x="5499979" y="969005"/>
                  </a:lnTo>
                  <a:lnTo>
                    <a:pt x="5465958" y="968292"/>
                  </a:lnTo>
                  <a:lnTo>
                    <a:pt x="5414732" y="967113"/>
                  </a:lnTo>
                  <a:lnTo>
                    <a:pt x="5346016" y="965371"/>
                  </a:lnTo>
                  <a:lnTo>
                    <a:pt x="5261254" y="962993"/>
                  </a:lnTo>
                  <a:lnTo>
                    <a:pt x="5163301" y="959936"/>
                  </a:lnTo>
                  <a:lnTo>
                    <a:pt x="5055905" y="956183"/>
                  </a:lnTo>
                  <a:lnTo>
                    <a:pt x="4943115" y="951738"/>
                  </a:lnTo>
                  <a:lnTo>
                    <a:pt x="4828756" y="946614"/>
                  </a:lnTo>
                  <a:lnTo>
                    <a:pt x="4716057" y="940825"/>
                  </a:lnTo>
                  <a:lnTo>
                    <a:pt x="4607471" y="934373"/>
                  </a:lnTo>
                  <a:lnTo>
                    <a:pt x="4504645" y="927247"/>
                  </a:lnTo>
                  <a:lnTo>
                    <a:pt x="4408510" y="919413"/>
                  </a:lnTo>
                  <a:lnTo>
                    <a:pt x="4319404" y="910819"/>
                  </a:lnTo>
                  <a:lnTo>
                    <a:pt x="4237230" y="901389"/>
                  </a:lnTo>
                  <a:lnTo>
                    <a:pt x="4161581" y="891027"/>
                  </a:lnTo>
                  <a:lnTo>
                    <a:pt x="4091850" y="879620"/>
                  </a:lnTo>
                  <a:lnTo>
                    <a:pt x="4027321" y="867041"/>
                  </a:lnTo>
                  <a:lnTo>
                    <a:pt x="3967223" y="853158"/>
                  </a:lnTo>
                  <a:lnTo>
                    <a:pt x="3910785" y="837846"/>
                  </a:lnTo>
                  <a:lnTo>
                    <a:pt x="3857273" y="821012"/>
                  </a:lnTo>
                  <a:lnTo>
                    <a:pt x="3820202" y="807931"/>
                  </a:lnTo>
                  <a:lnTo>
                    <a:pt x="3762764" y="785309"/>
                  </a:lnTo>
                  <a:lnTo>
                    <a:pt x="3707039" y="760569"/>
                  </a:lnTo>
                  <a:lnTo>
                    <a:pt x="3652431" y="733674"/>
                  </a:lnTo>
                  <a:lnTo>
                    <a:pt x="3598494" y="704648"/>
                  </a:lnTo>
                  <a:lnTo>
                    <a:pt x="3544900" y="673581"/>
                  </a:lnTo>
                  <a:lnTo>
                    <a:pt x="3491424" y="640635"/>
                  </a:lnTo>
                  <a:lnTo>
                    <a:pt x="3437926" y="606046"/>
                  </a:lnTo>
                  <a:lnTo>
                    <a:pt x="3384337" y="570116"/>
                  </a:lnTo>
                  <a:lnTo>
                    <a:pt x="3330648" y="533211"/>
                  </a:lnTo>
                  <a:lnTo>
                    <a:pt x="3276889" y="495739"/>
                  </a:lnTo>
                  <a:lnTo>
                    <a:pt x="3223111" y="458137"/>
                  </a:lnTo>
                  <a:lnTo>
                    <a:pt x="3169375" y="420849"/>
                  </a:lnTo>
                  <a:lnTo>
                    <a:pt x="3115727" y="384303"/>
                  </a:lnTo>
                  <a:lnTo>
                    <a:pt x="3062180" y="348890"/>
                  </a:lnTo>
                  <a:lnTo>
                    <a:pt x="3008703" y="314951"/>
                  </a:lnTo>
                  <a:lnTo>
                    <a:pt x="2955199" y="282763"/>
                  </a:lnTo>
                  <a:lnTo>
                    <a:pt x="2901495" y="252530"/>
                  </a:lnTo>
                  <a:lnTo>
                    <a:pt x="2847325" y="224384"/>
                  </a:lnTo>
                  <a:lnTo>
                    <a:pt x="2792315" y="198387"/>
                  </a:lnTo>
                  <a:lnTo>
                    <a:pt x="2735959" y="174537"/>
                  </a:lnTo>
                  <a:lnTo>
                    <a:pt x="2702183" y="161586"/>
                  </a:lnTo>
                  <a:lnTo>
                    <a:pt x="2650366" y="143628"/>
                  </a:lnTo>
                  <a:lnTo>
                    <a:pt x="2596104" y="127227"/>
                  </a:lnTo>
                  <a:lnTo>
                    <a:pt x="2538717" y="112328"/>
                  </a:lnTo>
                  <a:lnTo>
                    <a:pt x="2477455" y="98823"/>
                  </a:lnTo>
                  <a:lnTo>
                    <a:pt x="2411544" y="86586"/>
                  </a:lnTo>
                  <a:lnTo>
                    <a:pt x="2340223" y="75484"/>
                  </a:lnTo>
                  <a:lnTo>
                    <a:pt x="2262799" y="65394"/>
                  </a:lnTo>
                  <a:lnTo>
                    <a:pt x="2178712" y="56207"/>
                  </a:lnTo>
                  <a:lnTo>
                    <a:pt x="2087629" y="47833"/>
                  </a:lnTo>
                  <a:lnTo>
                    <a:pt x="1989561" y="40202"/>
                  </a:lnTo>
                  <a:lnTo>
                    <a:pt x="1884998" y="33268"/>
                  </a:lnTo>
                  <a:lnTo>
                    <a:pt x="1775059" y="27002"/>
                  </a:lnTo>
                  <a:lnTo>
                    <a:pt x="1661612" y="21398"/>
                  </a:lnTo>
                  <a:lnTo>
                    <a:pt x="1547337" y="16463"/>
                  </a:lnTo>
                  <a:lnTo>
                    <a:pt x="1435655" y="12211"/>
                  </a:lnTo>
                  <a:lnTo>
                    <a:pt x="1330500" y="8654"/>
                  </a:lnTo>
                  <a:lnTo>
                    <a:pt x="1235894" y="5790"/>
                  </a:lnTo>
                  <a:lnTo>
                    <a:pt x="1155395" y="3596"/>
                  </a:lnTo>
                  <a:lnTo>
                    <a:pt x="1091507" y="2020"/>
                  </a:lnTo>
                  <a:lnTo>
                    <a:pt x="1045211" y="982"/>
                  </a:lnTo>
                  <a:lnTo>
                    <a:pt x="1015716" y="379"/>
                  </a:lnTo>
                  <a:lnTo>
                    <a:pt x="1000473" y="94"/>
                  </a:lnTo>
                  <a:lnTo>
                    <a:pt x="995367" y="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" name="pl18"/>
            <p:cNvSpPr/>
            <p:nvPr/>
          </p:nvSpPr>
          <p:spPr>
            <a:xfrm>
              <a:off x="1199187" y="2143254"/>
              <a:ext cx="12049831" cy="969517"/>
            </a:xfrm>
            <a:custGeom>
              <a:avLst/>
              <a:pathLst>
                <a:path w="12049831" h="969517">
                  <a:moveTo>
                    <a:pt x="0" y="0"/>
                  </a:moveTo>
                  <a:lnTo>
                    <a:pt x="994940" y="0"/>
                  </a:lnTo>
                  <a:lnTo>
                    <a:pt x="996069" y="18"/>
                  </a:lnTo>
                  <a:lnTo>
                    <a:pt x="1003520" y="149"/>
                  </a:lnTo>
                  <a:lnTo>
                    <a:pt x="1022406" y="511"/>
                  </a:lnTo>
                  <a:lnTo>
                    <a:pt x="1056427" y="1224"/>
                  </a:lnTo>
                  <a:lnTo>
                    <a:pt x="1107653" y="2403"/>
                  </a:lnTo>
                  <a:lnTo>
                    <a:pt x="1176369" y="4145"/>
                  </a:lnTo>
                  <a:lnTo>
                    <a:pt x="1261131" y="6523"/>
                  </a:lnTo>
                  <a:lnTo>
                    <a:pt x="1359084" y="9581"/>
                  </a:lnTo>
                  <a:lnTo>
                    <a:pt x="1466480" y="13334"/>
                  </a:lnTo>
                  <a:lnTo>
                    <a:pt x="1579270" y="17779"/>
                  </a:lnTo>
                  <a:lnTo>
                    <a:pt x="1693629" y="22902"/>
                  </a:lnTo>
                  <a:lnTo>
                    <a:pt x="1806328" y="28692"/>
                  </a:lnTo>
                  <a:lnTo>
                    <a:pt x="1914914" y="35143"/>
                  </a:lnTo>
                  <a:lnTo>
                    <a:pt x="2017740" y="42270"/>
                  </a:lnTo>
                  <a:lnTo>
                    <a:pt x="2113875" y="50103"/>
                  </a:lnTo>
                  <a:lnTo>
                    <a:pt x="2202981" y="58697"/>
                  </a:lnTo>
                  <a:lnTo>
                    <a:pt x="2285155" y="68127"/>
                  </a:lnTo>
                  <a:lnTo>
                    <a:pt x="2360804" y="78489"/>
                  </a:lnTo>
                  <a:lnTo>
                    <a:pt x="2430535" y="89896"/>
                  </a:lnTo>
                  <a:lnTo>
                    <a:pt x="2495064" y="102476"/>
                  </a:lnTo>
                  <a:lnTo>
                    <a:pt x="2555162" y="116359"/>
                  </a:lnTo>
                  <a:lnTo>
                    <a:pt x="2611600" y="131670"/>
                  </a:lnTo>
                  <a:lnTo>
                    <a:pt x="2665112" y="148505"/>
                  </a:lnTo>
                  <a:lnTo>
                    <a:pt x="2702183" y="161586"/>
                  </a:lnTo>
                  <a:lnTo>
                    <a:pt x="2759621" y="184207"/>
                  </a:lnTo>
                  <a:lnTo>
                    <a:pt x="2815346" y="208947"/>
                  </a:lnTo>
                  <a:lnTo>
                    <a:pt x="2869954" y="235842"/>
                  </a:lnTo>
                  <a:lnTo>
                    <a:pt x="2923891" y="264868"/>
                  </a:lnTo>
                  <a:lnTo>
                    <a:pt x="2977484" y="295935"/>
                  </a:lnTo>
                  <a:lnTo>
                    <a:pt x="3030961" y="328881"/>
                  </a:lnTo>
                  <a:lnTo>
                    <a:pt x="3084459" y="363471"/>
                  </a:lnTo>
                  <a:lnTo>
                    <a:pt x="3138048" y="399400"/>
                  </a:lnTo>
                  <a:lnTo>
                    <a:pt x="3191737" y="436306"/>
                  </a:lnTo>
                  <a:lnTo>
                    <a:pt x="3245496" y="473778"/>
                  </a:lnTo>
                  <a:lnTo>
                    <a:pt x="3299274" y="511379"/>
                  </a:lnTo>
                  <a:lnTo>
                    <a:pt x="3353010" y="548667"/>
                  </a:lnTo>
                  <a:lnTo>
                    <a:pt x="3406658" y="585214"/>
                  </a:lnTo>
                  <a:lnTo>
                    <a:pt x="3460205" y="620626"/>
                  </a:lnTo>
                  <a:lnTo>
                    <a:pt x="3513682" y="654565"/>
                  </a:lnTo>
                  <a:lnTo>
                    <a:pt x="3567186" y="686753"/>
                  </a:lnTo>
                  <a:lnTo>
                    <a:pt x="3620890" y="716986"/>
                  </a:lnTo>
                  <a:lnTo>
                    <a:pt x="3675060" y="745132"/>
                  </a:lnTo>
                  <a:lnTo>
                    <a:pt x="3730070" y="771129"/>
                  </a:lnTo>
                  <a:lnTo>
                    <a:pt x="3786426" y="794979"/>
                  </a:lnTo>
                  <a:lnTo>
                    <a:pt x="3820202" y="807931"/>
                  </a:lnTo>
                  <a:lnTo>
                    <a:pt x="3872019" y="825888"/>
                  </a:lnTo>
                  <a:lnTo>
                    <a:pt x="3926281" y="842289"/>
                  </a:lnTo>
                  <a:lnTo>
                    <a:pt x="3983668" y="857189"/>
                  </a:lnTo>
                  <a:lnTo>
                    <a:pt x="4044930" y="870693"/>
                  </a:lnTo>
                  <a:lnTo>
                    <a:pt x="4110841" y="882931"/>
                  </a:lnTo>
                  <a:lnTo>
                    <a:pt x="4182162" y="894032"/>
                  </a:lnTo>
                  <a:lnTo>
                    <a:pt x="4259586" y="904122"/>
                  </a:lnTo>
                  <a:lnTo>
                    <a:pt x="4343673" y="913309"/>
                  </a:lnTo>
                  <a:lnTo>
                    <a:pt x="4434756" y="921683"/>
                  </a:lnTo>
                  <a:lnTo>
                    <a:pt x="4532824" y="929314"/>
                  </a:lnTo>
                  <a:lnTo>
                    <a:pt x="4637387" y="936249"/>
                  </a:lnTo>
                  <a:lnTo>
                    <a:pt x="4747326" y="942514"/>
                  </a:lnTo>
                  <a:lnTo>
                    <a:pt x="4860773" y="948118"/>
                  </a:lnTo>
                  <a:lnTo>
                    <a:pt x="4975048" y="953053"/>
                  </a:lnTo>
                  <a:lnTo>
                    <a:pt x="5086730" y="957305"/>
                  </a:lnTo>
                  <a:lnTo>
                    <a:pt x="5191885" y="960863"/>
                  </a:lnTo>
                  <a:lnTo>
                    <a:pt x="5286491" y="963727"/>
                  </a:lnTo>
                  <a:lnTo>
                    <a:pt x="5366990" y="965921"/>
                  </a:lnTo>
                  <a:lnTo>
                    <a:pt x="5430877" y="967497"/>
                  </a:lnTo>
                  <a:lnTo>
                    <a:pt x="5477174" y="968534"/>
                  </a:lnTo>
                  <a:lnTo>
                    <a:pt x="5506669" y="969137"/>
                  </a:lnTo>
                  <a:lnTo>
                    <a:pt x="5521912" y="969422"/>
                  </a:lnTo>
                  <a:lnTo>
                    <a:pt x="5527018" y="969510"/>
                  </a:lnTo>
                  <a:lnTo>
                    <a:pt x="5527445" y="969517"/>
                  </a:lnTo>
                  <a:lnTo>
                    <a:pt x="6522385" y="969517"/>
                  </a:lnTo>
                  <a:lnTo>
                    <a:pt x="6523521" y="969512"/>
                  </a:lnTo>
                  <a:lnTo>
                    <a:pt x="6531018" y="969479"/>
                  </a:lnTo>
                  <a:lnTo>
                    <a:pt x="6550015" y="969389"/>
                  </a:lnTo>
                  <a:lnTo>
                    <a:pt x="6584229" y="969210"/>
                  </a:lnTo>
                  <a:lnTo>
                    <a:pt x="6635729" y="968915"/>
                  </a:lnTo>
                  <a:lnTo>
                    <a:pt x="6704785" y="968480"/>
                  </a:lnTo>
                  <a:lnTo>
                    <a:pt x="6789925" y="967885"/>
                  </a:lnTo>
                  <a:lnTo>
                    <a:pt x="6888262" y="967120"/>
                  </a:lnTo>
                  <a:lnTo>
                    <a:pt x="6996014" y="966182"/>
                  </a:lnTo>
                  <a:lnTo>
                    <a:pt x="7109106" y="965071"/>
                  </a:lnTo>
                  <a:lnTo>
                    <a:pt x="7223699" y="963791"/>
                  </a:lnTo>
                  <a:lnTo>
                    <a:pt x="7336560" y="962344"/>
                  </a:lnTo>
                  <a:lnTo>
                    <a:pt x="7445240" y="960732"/>
                  </a:lnTo>
                  <a:lnTo>
                    <a:pt x="7548101" y="958952"/>
                  </a:lnTo>
                  <a:lnTo>
                    <a:pt x="7644227" y="956994"/>
                  </a:lnTo>
                  <a:lnTo>
                    <a:pt x="7733289" y="954847"/>
                  </a:lnTo>
                  <a:lnTo>
                    <a:pt x="7815401" y="952489"/>
                  </a:lnTo>
                  <a:lnTo>
                    <a:pt x="7890981" y="949899"/>
                  </a:lnTo>
                  <a:lnTo>
                    <a:pt x="7960641" y="947045"/>
                  </a:lnTo>
                  <a:lnTo>
                    <a:pt x="8025110" y="943898"/>
                  </a:lnTo>
                  <a:lnTo>
                    <a:pt x="8085160" y="940425"/>
                  </a:lnTo>
                  <a:lnTo>
                    <a:pt x="8141569" y="936593"/>
                  </a:lnTo>
                  <a:lnTo>
                    <a:pt x="8195072" y="932380"/>
                  </a:lnTo>
                  <a:lnTo>
                    <a:pt x="8229629" y="929339"/>
                  </a:lnTo>
                  <a:lnTo>
                    <a:pt x="8290974" y="923305"/>
                  </a:lnTo>
                  <a:lnTo>
                    <a:pt x="8350412" y="916668"/>
                  </a:lnTo>
                  <a:lnTo>
                    <a:pt x="8408650" y="909418"/>
                  </a:lnTo>
                  <a:lnTo>
                    <a:pt x="8466208" y="901567"/>
                  </a:lnTo>
                  <a:lnTo>
                    <a:pt x="8523456" y="893146"/>
                  </a:lnTo>
                  <a:lnTo>
                    <a:pt x="8580633" y="884212"/>
                  </a:lnTo>
                  <a:lnTo>
                    <a:pt x="8637875" y="874845"/>
                  </a:lnTo>
                  <a:lnTo>
                    <a:pt x="8695233" y="865145"/>
                  </a:lnTo>
                  <a:lnTo>
                    <a:pt x="8752691" y="855231"/>
                  </a:lnTo>
                  <a:lnTo>
                    <a:pt x="8810194" y="845233"/>
                  </a:lnTo>
                  <a:lnTo>
                    <a:pt x="8867669" y="835286"/>
                  </a:lnTo>
                  <a:lnTo>
                    <a:pt x="8925056" y="825521"/>
                  </a:lnTo>
                  <a:lnTo>
                    <a:pt x="8982325" y="816060"/>
                  </a:lnTo>
                  <a:lnTo>
                    <a:pt x="9039510" y="807009"/>
                  </a:lnTo>
                  <a:lnTo>
                    <a:pt x="9096721" y="798454"/>
                  </a:lnTo>
                  <a:lnTo>
                    <a:pt x="9154172" y="790456"/>
                  </a:lnTo>
                  <a:lnTo>
                    <a:pt x="9212198" y="783054"/>
                  </a:lnTo>
                  <a:lnTo>
                    <a:pt x="9271277" y="776264"/>
                  </a:lnTo>
                  <a:lnTo>
                    <a:pt x="9332066" y="770081"/>
                  </a:lnTo>
                  <a:lnTo>
                    <a:pt x="9347647" y="768626"/>
                  </a:lnTo>
                  <a:lnTo>
                    <a:pt x="9399576" y="764152"/>
                  </a:lnTo>
                  <a:lnTo>
                    <a:pt x="9453960" y="760066"/>
                  </a:lnTo>
                  <a:lnTo>
                    <a:pt x="9511486" y="756356"/>
                  </a:lnTo>
                  <a:lnTo>
                    <a:pt x="9572907" y="752993"/>
                  </a:lnTo>
                  <a:lnTo>
                    <a:pt x="9639004" y="749947"/>
                  </a:lnTo>
                  <a:lnTo>
                    <a:pt x="9710541" y="747184"/>
                  </a:lnTo>
                  <a:lnTo>
                    <a:pt x="9788215" y="744673"/>
                  </a:lnTo>
                  <a:lnTo>
                    <a:pt x="9872586" y="742387"/>
                  </a:lnTo>
                  <a:lnTo>
                    <a:pt x="9963985" y="740304"/>
                  </a:lnTo>
                  <a:lnTo>
                    <a:pt x="10062395" y="738406"/>
                  </a:lnTo>
                  <a:lnTo>
                    <a:pt x="10167309" y="736682"/>
                  </a:lnTo>
                  <a:lnTo>
                    <a:pt x="10277588" y="735125"/>
                  </a:lnTo>
                  <a:lnTo>
                    <a:pt x="10391331" y="733733"/>
                  </a:lnTo>
                  <a:lnTo>
                    <a:pt x="10505822" y="732508"/>
                  </a:lnTo>
                  <a:lnTo>
                    <a:pt x="10617598" y="731454"/>
                  </a:lnTo>
                  <a:lnTo>
                    <a:pt x="10722692" y="730573"/>
                  </a:lnTo>
                  <a:lnTo>
                    <a:pt x="10817062" y="729865"/>
                  </a:lnTo>
                  <a:lnTo>
                    <a:pt x="10897155" y="729324"/>
                  </a:lnTo>
                  <a:lnTo>
                    <a:pt x="10960501" y="728937"/>
                  </a:lnTo>
                  <a:lnTo>
                    <a:pt x="11006179" y="728684"/>
                  </a:lnTo>
                  <a:lnTo>
                    <a:pt x="11035059" y="728537"/>
                  </a:lnTo>
                  <a:lnTo>
                    <a:pt x="11049778" y="728469"/>
                  </a:lnTo>
                  <a:lnTo>
                    <a:pt x="11054543" y="728449"/>
                  </a:lnTo>
                  <a:lnTo>
                    <a:pt x="11054891" y="728448"/>
                  </a:lnTo>
                  <a:lnTo>
                    <a:pt x="12049831" y="728448"/>
                  </a:lnTo>
                  <a:lnTo>
                    <a:pt x="12049831" y="7284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" name="pl19"/>
            <p:cNvSpPr/>
            <p:nvPr/>
          </p:nvSpPr>
          <p:spPr>
            <a:xfrm>
              <a:off x="1199187" y="2138014"/>
              <a:ext cx="12049831" cy="969517"/>
            </a:xfrm>
            <a:custGeom>
              <a:avLst/>
              <a:pathLst>
                <a:path w="12049831" h="969517">
                  <a:moveTo>
                    <a:pt x="12049831" y="728448"/>
                  </a:moveTo>
                  <a:lnTo>
                    <a:pt x="11054891" y="728448"/>
                  </a:lnTo>
                  <a:lnTo>
                    <a:pt x="11053755" y="728452"/>
                  </a:lnTo>
                  <a:lnTo>
                    <a:pt x="11046258" y="728485"/>
                  </a:lnTo>
                  <a:lnTo>
                    <a:pt x="11027261" y="728576"/>
                  </a:lnTo>
                  <a:lnTo>
                    <a:pt x="10993048" y="728754"/>
                  </a:lnTo>
                  <a:lnTo>
                    <a:pt x="10941548" y="729049"/>
                  </a:lnTo>
                  <a:lnTo>
                    <a:pt x="10872492" y="729485"/>
                  </a:lnTo>
                  <a:lnTo>
                    <a:pt x="10787351" y="730080"/>
                  </a:lnTo>
                  <a:lnTo>
                    <a:pt x="10689014" y="730844"/>
                  </a:lnTo>
                  <a:lnTo>
                    <a:pt x="10581263" y="731782"/>
                  </a:lnTo>
                  <a:lnTo>
                    <a:pt x="10468171" y="732893"/>
                  </a:lnTo>
                  <a:lnTo>
                    <a:pt x="10353577" y="734174"/>
                  </a:lnTo>
                  <a:lnTo>
                    <a:pt x="10240717" y="735620"/>
                  </a:lnTo>
                  <a:lnTo>
                    <a:pt x="10132036" y="737232"/>
                  </a:lnTo>
                  <a:lnTo>
                    <a:pt x="10029176" y="739013"/>
                  </a:lnTo>
                  <a:lnTo>
                    <a:pt x="9933050" y="740970"/>
                  </a:lnTo>
                  <a:lnTo>
                    <a:pt x="9843987" y="743118"/>
                  </a:lnTo>
                  <a:lnTo>
                    <a:pt x="9761875" y="745475"/>
                  </a:lnTo>
                  <a:lnTo>
                    <a:pt x="9686296" y="748066"/>
                  </a:lnTo>
                  <a:lnTo>
                    <a:pt x="9616635" y="750919"/>
                  </a:lnTo>
                  <a:lnTo>
                    <a:pt x="9552167" y="754066"/>
                  </a:lnTo>
                  <a:lnTo>
                    <a:pt x="9492116" y="757540"/>
                  </a:lnTo>
                  <a:lnTo>
                    <a:pt x="9435708" y="761372"/>
                  </a:lnTo>
                  <a:lnTo>
                    <a:pt x="9382205" y="765585"/>
                  </a:lnTo>
                  <a:lnTo>
                    <a:pt x="9347647" y="768626"/>
                  </a:lnTo>
                  <a:lnTo>
                    <a:pt x="9286302" y="774660"/>
                  </a:lnTo>
                  <a:lnTo>
                    <a:pt x="9226864" y="781297"/>
                  </a:lnTo>
                  <a:lnTo>
                    <a:pt x="9168626" y="788546"/>
                  </a:lnTo>
                  <a:lnTo>
                    <a:pt x="9111068" y="796398"/>
                  </a:lnTo>
                  <a:lnTo>
                    <a:pt x="9053821" y="804819"/>
                  </a:lnTo>
                  <a:lnTo>
                    <a:pt x="8996644" y="813752"/>
                  </a:lnTo>
                  <a:lnTo>
                    <a:pt x="8939401" y="823120"/>
                  </a:lnTo>
                  <a:lnTo>
                    <a:pt x="8882043" y="832819"/>
                  </a:lnTo>
                  <a:lnTo>
                    <a:pt x="8824585" y="842733"/>
                  </a:lnTo>
                  <a:lnTo>
                    <a:pt x="8767083" y="852731"/>
                  </a:lnTo>
                  <a:lnTo>
                    <a:pt x="8709607" y="862679"/>
                  </a:lnTo>
                  <a:lnTo>
                    <a:pt x="8652221" y="872444"/>
                  </a:lnTo>
                  <a:lnTo>
                    <a:pt x="8594951" y="881904"/>
                  </a:lnTo>
                  <a:lnTo>
                    <a:pt x="8537767" y="890955"/>
                  </a:lnTo>
                  <a:lnTo>
                    <a:pt x="8480555" y="899511"/>
                  </a:lnTo>
                  <a:lnTo>
                    <a:pt x="8423104" y="907509"/>
                  </a:lnTo>
                  <a:lnTo>
                    <a:pt x="8365079" y="914911"/>
                  </a:lnTo>
                  <a:lnTo>
                    <a:pt x="8306000" y="921701"/>
                  </a:lnTo>
                  <a:lnTo>
                    <a:pt x="8245210" y="927884"/>
                  </a:lnTo>
                  <a:lnTo>
                    <a:pt x="8229629" y="929339"/>
                  </a:lnTo>
                  <a:lnTo>
                    <a:pt x="8177701" y="933813"/>
                  </a:lnTo>
                  <a:lnTo>
                    <a:pt x="8123317" y="937898"/>
                  </a:lnTo>
                  <a:lnTo>
                    <a:pt x="8065791" y="941609"/>
                  </a:lnTo>
                  <a:lnTo>
                    <a:pt x="8004369" y="944971"/>
                  </a:lnTo>
                  <a:lnTo>
                    <a:pt x="7938273" y="948018"/>
                  </a:lnTo>
                  <a:lnTo>
                    <a:pt x="7866736" y="950781"/>
                  </a:lnTo>
                  <a:lnTo>
                    <a:pt x="7789061" y="953292"/>
                  </a:lnTo>
                  <a:lnTo>
                    <a:pt x="7704690" y="955577"/>
                  </a:lnTo>
                  <a:lnTo>
                    <a:pt x="7613291" y="957660"/>
                  </a:lnTo>
                  <a:lnTo>
                    <a:pt x="7514882" y="959558"/>
                  </a:lnTo>
                  <a:lnTo>
                    <a:pt x="7409967" y="961282"/>
                  </a:lnTo>
                  <a:lnTo>
                    <a:pt x="7299688" y="962840"/>
                  </a:lnTo>
                  <a:lnTo>
                    <a:pt x="7185945" y="964232"/>
                  </a:lnTo>
                  <a:lnTo>
                    <a:pt x="7071454" y="965457"/>
                  </a:lnTo>
                  <a:lnTo>
                    <a:pt x="6959679" y="966511"/>
                  </a:lnTo>
                  <a:lnTo>
                    <a:pt x="6854585" y="967392"/>
                  </a:lnTo>
                  <a:lnTo>
                    <a:pt x="6760215" y="968099"/>
                  </a:lnTo>
                  <a:lnTo>
                    <a:pt x="6680121" y="968640"/>
                  </a:lnTo>
                  <a:lnTo>
                    <a:pt x="6616775" y="969027"/>
                  </a:lnTo>
                  <a:lnTo>
                    <a:pt x="6571097" y="969281"/>
                  </a:lnTo>
                  <a:lnTo>
                    <a:pt x="6542217" y="969427"/>
                  </a:lnTo>
                  <a:lnTo>
                    <a:pt x="6527498" y="969495"/>
                  </a:lnTo>
                  <a:lnTo>
                    <a:pt x="6522733" y="969515"/>
                  </a:lnTo>
                  <a:lnTo>
                    <a:pt x="6522385" y="969517"/>
                  </a:lnTo>
                  <a:lnTo>
                    <a:pt x="5527445" y="969517"/>
                  </a:lnTo>
                  <a:lnTo>
                    <a:pt x="5526316" y="969498"/>
                  </a:lnTo>
                  <a:lnTo>
                    <a:pt x="5518865" y="969367"/>
                  </a:lnTo>
                  <a:lnTo>
                    <a:pt x="5499979" y="969005"/>
                  </a:lnTo>
                  <a:lnTo>
                    <a:pt x="5465958" y="968292"/>
                  </a:lnTo>
                  <a:lnTo>
                    <a:pt x="5414732" y="967113"/>
                  </a:lnTo>
                  <a:lnTo>
                    <a:pt x="5346016" y="965371"/>
                  </a:lnTo>
                  <a:lnTo>
                    <a:pt x="5261254" y="962993"/>
                  </a:lnTo>
                  <a:lnTo>
                    <a:pt x="5163301" y="959936"/>
                  </a:lnTo>
                  <a:lnTo>
                    <a:pt x="5055905" y="956183"/>
                  </a:lnTo>
                  <a:lnTo>
                    <a:pt x="4943115" y="951738"/>
                  </a:lnTo>
                  <a:lnTo>
                    <a:pt x="4828756" y="946614"/>
                  </a:lnTo>
                  <a:lnTo>
                    <a:pt x="4716057" y="940825"/>
                  </a:lnTo>
                  <a:lnTo>
                    <a:pt x="4607471" y="934373"/>
                  </a:lnTo>
                  <a:lnTo>
                    <a:pt x="4504645" y="927247"/>
                  </a:lnTo>
                  <a:lnTo>
                    <a:pt x="4408510" y="919413"/>
                  </a:lnTo>
                  <a:lnTo>
                    <a:pt x="4319404" y="910819"/>
                  </a:lnTo>
                  <a:lnTo>
                    <a:pt x="4237230" y="901389"/>
                  </a:lnTo>
                  <a:lnTo>
                    <a:pt x="4161581" y="891027"/>
                  </a:lnTo>
                  <a:lnTo>
                    <a:pt x="4091850" y="879620"/>
                  </a:lnTo>
                  <a:lnTo>
                    <a:pt x="4027321" y="867041"/>
                  </a:lnTo>
                  <a:lnTo>
                    <a:pt x="3967223" y="853158"/>
                  </a:lnTo>
                  <a:lnTo>
                    <a:pt x="3910785" y="837846"/>
                  </a:lnTo>
                  <a:lnTo>
                    <a:pt x="3857273" y="821012"/>
                  </a:lnTo>
                  <a:lnTo>
                    <a:pt x="3820202" y="807931"/>
                  </a:lnTo>
                  <a:lnTo>
                    <a:pt x="3762764" y="785309"/>
                  </a:lnTo>
                  <a:lnTo>
                    <a:pt x="3707039" y="760569"/>
                  </a:lnTo>
                  <a:lnTo>
                    <a:pt x="3652431" y="733674"/>
                  </a:lnTo>
                  <a:lnTo>
                    <a:pt x="3598494" y="704648"/>
                  </a:lnTo>
                  <a:lnTo>
                    <a:pt x="3544900" y="673581"/>
                  </a:lnTo>
                  <a:lnTo>
                    <a:pt x="3491424" y="640635"/>
                  </a:lnTo>
                  <a:lnTo>
                    <a:pt x="3437926" y="606046"/>
                  </a:lnTo>
                  <a:lnTo>
                    <a:pt x="3384337" y="570116"/>
                  </a:lnTo>
                  <a:lnTo>
                    <a:pt x="3330648" y="533211"/>
                  </a:lnTo>
                  <a:lnTo>
                    <a:pt x="3276889" y="495739"/>
                  </a:lnTo>
                  <a:lnTo>
                    <a:pt x="3223111" y="458137"/>
                  </a:lnTo>
                  <a:lnTo>
                    <a:pt x="3169375" y="420849"/>
                  </a:lnTo>
                  <a:lnTo>
                    <a:pt x="3115727" y="384303"/>
                  </a:lnTo>
                  <a:lnTo>
                    <a:pt x="3062180" y="348890"/>
                  </a:lnTo>
                  <a:lnTo>
                    <a:pt x="3008703" y="314951"/>
                  </a:lnTo>
                  <a:lnTo>
                    <a:pt x="2955199" y="282763"/>
                  </a:lnTo>
                  <a:lnTo>
                    <a:pt x="2901495" y="252530"/>
                  </a:lnTo>
                  <a:lnTo>
                    <a:pt x="2847325" y="224384"/>
                  </a:lnTo>
                  <a:lnTo>
                    <a:pt x="2792315" y="198387"/>
                  </a:lnTo>
                  <a:lnTo>
                    <a:pt x="2735959" y="174537"/>
                  </a:lnTo>
                  <a:lnTo>
                    <a:pt x="2702183" y="161586"/>
                  </a:lnTo>
                  <a:lnTo>
                    <a:pt x="2650366" y="143628"/>
                  </a:lnTo>
                  <a:lnTo>
                    <a:pt x="2596104" y="127227"/>
                  </a:lnTo>
                  <a:lnTo>
                    <a:pt x="2538717" y="112328"/>
                  </a:lnTo>
                  <a:lnTo>
                    <a:pt x="2477455" y="98823"/>
                  </a:lnTo>
                  <a:lnTo>
                    <a:pt x="2411544" y="86586"/>
                  </a:lnTo>
                  <a:lnTo>
                    <a:pt x="2340223" y="75484"/>
                  </a:lnTo>
                  <a:lnTo>
                    <a:pt x="2262799" y="65394"/>
                  </a:lnTo>
                  <a:lnTo>
                    <a:pt x="2178712" y="56207"/>
                  </a:lnTo>
                  <a:lnTo>
                    <a:pt x="2087629" y="47833"/>
                  </a:lnTo>
                  <a:lnTo>
                    <a:pt x="1989561" y="40202"/>
                  </a:lnTo>
                  <a:lnTo>
                    <a:pt x="1884998" y="33268"/>
                  </a:lnTo>
                  <a:lnTo>
                    <a:pt x="1775059" y="27002"/>
                  </a:lnTo>
                  <a:lnTo>
                    <a:pt x="1661612" y="21398"/>
                  </a:lnTo>
                  <a:lnTo>
                    <a:pt x="1547337" y="16463"/>
                  </a:lnTo>
                  <a:lnTo>
                    <a:pt x="1435655" y="12211"/>
                  </a:lnTo>
                  <a:lnTo>
                    <a:pt x="1330500" y="8654"/>
                  </a:lnTo>
                  <a:lnTo>
                    <a:pt x="1235894" y="5790"/>
                  </a:lnTo>
                  <a:lnTo>
                    <a:pt x="1155395" y="3596"/>
                  </a:lnTo>
                  <a:lnTo>
                    <a:pt x="1091507" y="2020"/>
                  </a:lnTo>
                  <a:lnTo>
                    <a:pt x="1045211" y="982"/>
                  </a:lnTo>
                  <a:lnTo>
                    <a:pt x="1015716" y="379"/>
                  </a:lnTo>
                  <a:lnTo>
                    <a:pt x="1000473" y="94"/>
                  </a:lnTo>
                  <a:lnTo>
                    <a:pt x="995367" y="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" name="pg20"/>
            <p:cNvSpPr/>
            <p:nvPr/>
          </p:nvSpPr>
          <p:spPr>
            <a:xfrm>
              <a:off x="1199187" y="2143254"/>
              <a:ext cx="12049831" cy="974757"/>
            </a:xfrm>
            <a:custGeom>
              <a:avLst/>
              <a:pathLst>
                <a:path w="12049831" h="974757">
                  <a:moveTo>
                    <a:pt x="0" y="5240"/>
                  </a:moveTo>
                  <a:lnTo>
                    <a:pt x="994940" y="5240"/>
                  </a:lnTo>
                  <a:lnTo>
                    <a:pt x="996069" y="5259"/>
                  </a:lnTo>
                  <a:lnTo>
                    <a:pt x="1003520" y="5390"/>
                  </a:lnTo>
                  <a:lnTo>
                    <a:pt x="1022406" y="5752"/>
                  </a:lnTo>
                  <a:lnTo>
                    <a:pt x="1056427" y="6465"/>
                  </a:lnTo>
                  <a:lnTo>
                    <a:pt x="1107653" y="7644"/>
                  </a:lnTo>
                  <a:lnTo>
                    <a:pt x="1176369" y="9386"/>
                  </a:lnTo>
                  <a:lnTo>
                    <a:pt x="1261131" y="11764"/>
                  </a:lnTo>
                  <a:lnTo>
                    <a:pt x="1359084" y="14821"/>
                  </a:lnTo>
                  <a:lnTo>
                    <a:pt x="1466480" y="18574"/>
                  </a:lnTo>
                  <a:lnTo>
                    <a:pt x="1579270" y="23019"/>
                  </a:lnTo>
                  <a:lnTo>
                    <a:pt x="1693629" y="28143"/>
                  </a:lnTo>
                  <a:lnTo>
                    <a:pt x="1806328" y="33932"/>
                  </a:lnTo>
                  <a:lnTo>
                    <a:pt x="1914914" y="40384"/>
                  </a:lnTo>
                  <a:lnTo>
                    <a:pt x="2017740" y="47510"/>
                  </a:lnTo>
                  <a:lnTo>
                    <a:pt x="2113875" y="55344"/>
                  </a:lnTo>
                  <a:lnTo>
                    <a:pt x="2202981" y="63938"/>
                  </a:lnTo>
                  <a:lnTo>
                    <a:pt x="2285155" y="73368"/>
                  </a:lnTo>
                  <a:lnTo>
                    <a:pt x="2360804" y="83730"/>
                  </a:lnTo>
                  <a:lnTo>
                    <a:pt x="2430535" y="95137"/>
                  </a:lnTo>
                  <a:lnTo>
                    <a:pt x="2495064" y="107716"/>
                  </a:lnTo>
                  <a:lnTo>
                    <a:pt x="2555162" y="121599"/>
                  </a:lnTo>
                  <a:lnTo>
                    <a:pt x="2611600" y="136911"/>
                  </a:lnTo>
                  <a:lnTo>
                    <a:pt x="2665112" y="153745"/>
                  </a:lnTo>
                  <a:lnTo>
                    <a:pt x="2702183" y="166826"/>
                  </a:lnTo>
                  <a:lnTo>
                    <a:pt x="2759621" y="189448"/>
                  </a:lnTo>
                  <a:lnTo>
                    <a:pt x="2815346" y="214188"/>
                  </a:lnTo>
                  <a:lnTo>
                    <a:pt x="2869954" y="241083"/>
                  </a:lnTo>
                  <a:lnTo>
                    <a:pt x="2923891" y="270109"/>
                  </a:lnTo>
                  <a:lnTo>
                    <a:pt x="2977484" y="301176"/>
                  </a:lnTo>
                  <a:lnTo>
                    <a:pt x="3030961" y="334122"/>
                  </a:lnTo>
                  <a:lnTo>
                    <a:pt x="3084459" y="368711"/>
                  </a:lnTo>
                  <a:lnTo>
                    <a:pt x="3138048" y="404641"/>
                  </a:lnTo>
                  <a:lnTo>
                    <a:pt x="3191737" y="441546"/>
                  </a:lnTo>
                  <a:lnTo>
                    <a:pt x="3245496" y="479018"/>
                  </a:lnTo>
                  <a:lnTo>
                    <a:pt x="3299274" y="516620"/>
                  </a:lnTo>
                  <a:lnTo>
                    <a:pt x="3353010" y="553908"/>
                  </a:lnTo>
                  <a:lnTo>
                    <a:pt x="3406658" y="590454"/>
                  </a:lnTo>
                  <a:lnTo>
                    <a:pt x="3460205" y="625867"/>
                  </a:lnTo>
                  <a:lnTo>
                    <a:pt x="3513682" y="659806"/>
                  </a:lnTo>
                  <a:lnTo>
                    <a:pt x="3567186" y="691994"/>
                  </a:lnTo>
                  <a:lnTo>
                    <a:pt x="3620890" y="722227"/>
                  </a:lnTo>
                  <a:lnTo>
                    <a:pt x="3675060" y="750373"/>
                  </a:lnTo>
                  <a:lnTo>
                    <a:pt x="3730070" y="776369"/>
                  </a:lnTo>
                  <a:lnTo>
                    <a:pt x="3786426" y="800220"/>
                  </a:lnTo>
                  <a:lnTo>
                    <a:pt x="3820202" y="813171"/>
                  </a:lnTo>
                  <a:lnTo>
                    <a:pt x="3872019" y="831129"/>
                  </a:lnTo>
                  <a:lnTo>
                    <a:pt x="3926281" y="847530"/>
                  </a:lnTo>
                  <a:lnTo>
                    <a:pt x="3983668" y="862429"/>
                  </a:lnTo>
                  <a:lnTo>
                    <a:pt x="4044930" y="875934"/>
                  </a:lnTo>
                  <a:lnTo>
                    <a:pt x="4110841" y="888171"/>
                  </a:lnTo>
                  <a:lnTo>
                    <a:pt x="4182162" y="899273"/>
                  </a:lnTo>
                  <a:lnTo>
                    <a:pt x="4259586" y="909363"/>
                  </a:lnTo>
                  <a:lnTo>
                    <a:pt x="4343673" y="918550"/>
                  </a:lnTo>
                  <a:lnTo>
                    <a:pt x="4434756" y="926924"/>
                  </a:lnTo>
                  <a:lnTo>
                    <a:pt x="4532824" y="934555"/>
                  </a:lnTo>
                  <a:lnTo>
                    <a:pt x="4637387" y="941489"/>
                  </a:lnTo>
                  <a:lnTo>
                    <a:pt x="4747326" y="947755"/>
                  </a:lnTo>
                  <a:lnTo>
                    <a:pt x="4860773" y="953359"/>
                  </a:lnTo>
                  <a:lnTo>
                    <a:pt x="4975048" y="958294"/>
                  </a:lnTo>
                  <a:lnTo>
                    <a:pt x="5086730" y="962546"/>
                  </a:lnTo>
                  <a:lnTo>
                    <a:pt x="5191885" y="966103"/>
                  </a:lnTo>
                  <a:lnTo>
                    <a:pt x="5286491" y="968967"/>
                  </a:lnTo>
                  <a:lnTo>
                    <a:pt x="5366990" y="971161"/>
                  </a:lnTo>
                  <a:lnTo>
                    <a:pt x="5430877" y="972737"/>
                  </a:lnTo>
                  <a:lnTo>
                    <a:pt x="5477174" y="973775"/>
                  </a:lnTo>
                  <a:lnTo>
                    <a:pt x="5506669" y="974378"/>
                  </a:lnTo>
                  <a:lnTo>
                    <a:pt x="5521912" y="974663"/>
                  </a:lnTo>
                  <a:lnTo>
                    <a:pt x="5527018" y="974751"/>
                  </a:lnTo>
                  <a:lnTo>
                    <a:pt x="5527445" y="974757"/>
                  </a:lnTo>
                  <a:lnTo>
                    <a:pt x="6522385" y="974757"/>
                  </a:lnTo>
                  <a:lnTo>
                    <a:pt x="6523522" y="974756"/>
                  </a:lnTo>
                  <a:lnTo>
                    <a:pt x="6531021" y="974746"/>
                  </a:lnTo>
                  <a:lnTo>
                    <a:pt x="6550025" y="974718"/>
                  </a:lnTo>
                  <a:lnTo>
                    <a:pt x="6584250" y="974664"/>
                  </a:lnTo>
                  <a:lnTo>
                    <a:pt x="6635767" y="974574"/>
                  </a:lnTo>
                  <a:lnTo>
                    <a:pt x="6704843" y="974442"/>
                  </a:lnTo>
                  <a:lnTo>
                    <a:pt x="6790006" y="974261"/>
                  </a:lnTo>
                  <a:lnTo>
                    <a:pt x="6888366" y="974028"/>
                  </a:lnTo>
                  <a:lnTo>
                    <a:pt x="6996140" y="973742"/>
                  </a:lnTo>
                  <a:lnTo>
                    <a:pt x="7109250" y="973404"/>
                  </a:lnTo>
                  <a:lnTo>
                    <a:pt x="7223857" y="973014"/>
                  </a:lnTo>
                  <a:lnTo>
                    <a:pt x="7336727" y="972574"/>
                  </a:lnTo>
                  <a:lnTo>
                    <a:pt x="7445413" y="972083"/>
                  </a:lnTo>
                  <a:lnTo>
                    <a:pt x="7548276" y="971541"/>
                  </a:lnTo>
                  <a:lnTo>
                    <a:pt x="7644401" y="970945"/>
                  </a:lnTo>
                  <a:lnTo>
                    <a:pt x="7733461" y="970291"/>
                  </a:lnTo>
                  <a:lnTo>
                    <a:pt x="7815569" y="969574"/>
                  </a:lnTo>
                  <a:lnTo>
                    <a:pt x="7891145" y="968785"/>
                  </a:lnTo>
                  <a:lnTo>
                    <a:pt x="7960801" y="967916"/>
                  </a:lnTo>
                  <a:lnTo>
                    <a:pt x="8025266" y="966958"/>
                  </a:lnTo>
                  <a:lnTo>
                    <a:pt x="8085313" y="965900"/>
                  </a:lnTo>
                  <a:lnTo>
                    <a:pt x="8141720" y="964734"/>
                  </a:lnTo>
                  <a:lnTo>
                    <a:pt x="8195223" y="963451"/>
                  </a:lnTo>
                  <a:lnTo>
                    <a:pt x="8229629" y="962529"/>
                  </a:lnTo>
                  <a:lnTo>
                    <a:pt x="8291254" y="960684"/>
                  </a:lnTo>
                  <a:lnTo>
                    <a:pt x="8350958" y="958653"/>
                  </a:lnTo>
                  <a:lnTo>
                    <a:pt x="8409456" y="956435"/>
                  </a:lnTo>
                  <a:lnTo>
                    <a:pt x="8467274" y="954031"/>
                  </a:lnTo>
                  <a:lnTo>
                    <a:pt x="8524784" y="951453"/>
                  </a:lnTo>
                  <a:lnTo>
                    <a:pt x="8582227" y="948717"/>
                  </a:lnTo>
                  <a:lnTo>
                    <a:pt x="8639739" y="945850"/>
                  </a:lnTo>
                  <a:lnTo>
                    <a:pt x="8697367" y="942881"/>
                  </a:lnTo>
                  <a:lnTo>
                    <a:pt x="8755095" y="939848"/>
                  </a:lnTo>
                  <a:lnTo>
                    <a:pt x="8812865" y="936791"/>
                  </a:lnTo>
                  <a:lnTo>
                    <a:pt x="8870605" y="933751"/>
                  </a:lnTo>
                  <a:lnTo>
                    <a:pt x="8928251" y="930769"/>
                  </a:lnTo>
                  <a:lnTo>
                    <a:pt x="8985781" y="927883"/>
                  </a:lnTo>
                  <a:lnTo>
                    <a:pt x="9043228" y="925124"/>
                  </a:lnTo>
                  <a:lnTo>
                    <a:pt x="9100714" y="922519"/>
                  </a:lnTo>
                  <a:lnTo>
                    <a:pt x="9158461" y="920087"/>
                  </a:lnTo>
                  <a:lnTo>
                    <a:pt x="9216818" y="917838"/>
                  </a:lnTo>
                  <a:lnTo>
                    <a:pt x="9276284" y="915777"/>
                  </a:lnTo>
                  <a:lnTo>
                    <a:pt x="9337542" y="913902"/>
                  </a:lnTo>
                  <a:lnTo>
                    <a:pt x="9347647" y="913617"/>
                  </a:lnTo>
                  <a:lnTo>
                    <a:pt x="9399582" y="912255"/>
                  </a:lnTo>
                  <a:lnTo>
                    <a:pt x="9453974" y="911011"/>
                  </a:lnTo>
                  <a:lnTo>
                    <a:pt x="9511508" y="909882"/>
                  </a:lnTo>
                  <a:lnTo>
                    <a:pt x="9572939" y="908858"/>
                  </a:lnTo>
                  <a:lnTo>
                    <a:pt x="9639047" y="907931"/>
                  </a:lnTo>
                  <a:lnTo>
                    <a:pt x="9710597" y="907090"/>
                  </a:lnTo>
                  <a:lnTo>
                    <a:pt x="9788286" y="906326"/>
                  </a:lnTo>
                  <a:lnTo>
                    <a:pt x="9872675" y="905630"/>
                  </a:lnTo>
                  <a:lnTo>
                    <a:pt x="9964093" y="904996"/>
                  </a:lnTo>
                  <a:lnTo>
                    <a:pt x="10062523" y="904419"/>
                  </a:lnTo>
                  <a:lnTo>
                    <a:pt x="10167458" y="903894"/>
                  </a:lnTo>
                  <a:lnTo>
                    <a:pt x="10277758" y="903420"/>
                  </a:lnTo>
                  <a:lnTo>
                    <a:pt x="10391519" y="902996"/>
                  </a:lnTo>
                  <a:lnTo>
                    <a:pt x="10506022" y="902624"/>
                  </a:lnTo>
                  <a:lnTo>
                    <a:pt x="10617803" y="902303"/>
                  </a:lnTo>
                  <a:lnTo>
                    <a:pt x="10722893" y="902035"/>
                  </a:lnTo>
                  <a:lnTo>
                    <a:pt x="10817249" y="901820"/>
                  </a:lnTo>
                  <a:lnTo>
                    <a:pt x="10897318" y="901655"/>
                  </a:lnTo>
                  <a:lnTo>
                    <a:pt x="10960631" y="901537"/>
                  </a:lnTo>
                  <a:lnTo>
                    <a:pt x="11006272" y="901460"/>
                  </a:lnTo>
                  <a:lnTo>
                    <a:pt x="11035115" y="901416"/>
                  </a:lnTo>
                  <a:lnTo>
                    <a:pt x="11049803" y="901395"/>
                  </a:lnTo>
                  <a:lnTo>
                    <a:pt x="11054548" y="901389"/>
                  </a:lnTo>
                  <a:lnTo>
                    <a:pt x="11054891" y="901389"/>
                  </a:lnTo>
                  <a:lnTo>
                    <a:pt x="12049831" y="901389"/>
                  </a:lnTo>
                  <a:lnTo>
                    <a:pt x="12049831" y="896148"/>
                  </a:lnTo>
                  <a:lnTo>
                    <a:pt x="11054891" y="896148"/>
                  </a:lnTo>
                  <a:lnTo>
                    <a:pt x="11053755" y="896149"/>
                  </a:lnTo>
                  <a:lnTo>
                    <a:pt x="11046255" y="896159"/>
                  </a:lnTo>
                  <a:lnTo>
                    <a:pt x="11027251" y="896187"/>
                  </a:lnTo>
                  <a:lnTo>
                    <a:pt x="10993026" y="896241"/>
                  </a:lnTo>
                  <a:lnTo>
                    <a:pt x="10941510" y="896331"/>
                  </a:lnTo>
                  <a:lnTo>
                    <a:pt x="10872434" y="896464"/>
                  </a:lnTo>
                  <a:lnTo>
                    <a:pt x="10787270" y="896645"/>
                  </a:lnTo>
                  <a:lnTo>
                    <a:pt x="10688910" y="896878"/>
                  </a:lnTo>
                  <a:lnTo>
                    <a:pt x="10581137" y="897163"/>
                  </a:lnTo>
                  <a:lnTo>
                    <a:pt x="10468027" y="897501"/>
                  </a:lnTo>
                  <a:lnTo>
                    <a:pt x="10353419" y="897891"/>
                  </a:lnTo>
                  <a:lnTo>
                    <a:pt x="10240549" y="898332"/>
                  </a:lnTo>
                  <a:lnTo>
                    <a:pt x="10131863" y="898822"/>
                  </a:lnTo>
                  <a:lnTo>
                    <a:pt x="10029001" y="899364"/>
                  </a:lnTo>
                  <a:lnTo>
                    <a:pt x="9932876" y="899960"/>
                  </a:lnTo>
                  <a:lnTo>
                    <a:pt x="9843815" y="900614"/>
                  </a:lnTo>
                  <a:lnTo>
                    <a:pt x="9761707" y="901332"/>
                  </a:lnTo>
                  <a:lnTo>
                    <a:pt x="9686132" y="902121"/>
                  </a:lnTo>
                  <a:lnTo>
                    <a:pt x="9616475" y="902989"/>
                  </a:lnTo>
                  <a:lnTo>
                    <a:pt x="9552011" y="903947"/>
                  </a:lnTo>
                  <a:lnTo>
                    <a:pt x="9491963" y="905005"/>
                  </a:lnTo>
                  <a:lnTo>
                    <a:pt x="9435556" y="906172"/>
                  </a:lnTo>
                  <a:lnTo>
                    <a:pt x="9382054" y="907454"/>
                  </a:lnTo>
                  <a:lnTo>
                    <a:pt x="9347647" y="908376"/>
                  </a:lnTo>
                  <a:lnTo>
                    <a:pt x="9286022" y="910221"/>
                  </a:lnTo>
                  <a:lnTo>
                    <a:pt x="9226318" y="912252"/>
                  </a:lnTo>
                  <a:lnTo>
                    <a:pt x="9167820" y="914471"/>
                  </a:lnTo>
                  <a:lnTo>
                    <a:pt x="9110002" y="916874"/>
                  </a:lnTo>
                  <a:lnTo>
                    <a:pt x="9052493" y="919453"/>
                  </a:lnTo>
                  <a:lnTo>
                    <a:pt x="8995049" y="922188"/>
                  </a:lnTo>
                  <a:lnTo>
                    <a:pt x="8937538" y="925056"/>
                  </a:lnTo>
                  <a:lnTo>
                    <a:pt x="8879909" y="928024"/>
                  </a:lnTo>
                  <a:lnTo>
                    <a:pt x="8822181" y="931058"/>
                  </a:lnTo>
                  <a:lnTo>
                    <a:pt x="8764411" y="934115"/>
                  </a:lnTo>
                  <a:lnTo>
                    <a:pt x="8706672" y="937154"/>
                  </a:lnTo>
                  <a:lnTo>
                    <a:pt x="8649025" y="940136"/>
                  </a:lnTo>
                  <a:lnTo>
                    <a:pt x="8591496" y="943022"/>
                  </a:lnTo>
                  <a:lnTo>
                    <a:pt x="8534048" y="945781"/>
                  </a:lnTo>
                  <a:lnTo>
                    <a:pt x="8476563" y="948386"/>
                  </a:lnTo>
                  <a:lnTo>
                    <a:pt x="8418816" y="950819"/>
                  </a:lnTo>
                  <a:lnTo>
                    <a:pt x="8360458" y="953068"/>
                  </a:lnTo>
                  <a:lnTo>
                    <a:pt x="8300992" y="955129"/>
                  </a:lnTo>
                  <a:lnTo>
                    <a:pt x="8239734" y="957003"/>
                  </a:lnTo>
                  <a:lnTo>
                    <a:pt x="8229629" y="957289"/>
                  </a:lnTo>
                  <a:lnTo>
                    <a:pt x="8177694" y="958650"/>
                  </a:lnTo>
                  <a:lnTo>
                    <a:pt x="8123303" y="959894"/>
                  </a:lnTo>
                  <a:lnTo>
                    <a:pt x="8065768" y="961023"/>
                  </a:lnTo>
                  <a:lnTo>
                    <a:pt x="8004337" y="962047"/>
                  </a:lnTo>
                  <a:lnTo>
                    <a:pt x="7938229" y="962974"/>
                  </a:lnTo>
                  <a:lnTo>
                    <a:pt x="7866679" y="963815"/>
                  </a:lnTo>
                  <a:lnTo>
                    <a:pt x="7788990" y="964579"/>
                  </a:lnTo>
                  <a:lnTo>
                    <a:pt x="7704602" y="965275"/>
                  </a:lnTo>
                  <a:lnTo>
                    <a:pt x="7613184" y="965909"/>
                  </a:lnTo>
                  <a:lnTo>
                    <a:pt x="7514754" y="966487"/>
                  </a:lnTo>
                  <a:lnTo>
                    <a:pt x="7409818" y="967011"/>
                  </a:lnTo>
                  <a:lnTo>
                    <a:pt x="7299519" y="967485"/>
                  </a:lnTo>
                  <a:lnTo>
                    <a:pt x="7185758" y="967909"/>
                  </a:lnTo>
                  <a:lnTo>
                    <a:pt x="7071254" y="968282"/>
                  </a:lnTo>
                  <a:lnTo>
                    <a:pt x="6959473" y="968602"/>
                  </a:lnTo>
                  <a:lnTo>
                    <a:pt x="6854383" y="968870"/>
                  </a:lnTo>
                  <a:lnTo>
                    <a:pt x="6760027" y="969086"/>
                  </a:lnTo>
                  <a:lnTo>
                    <a:pt x="6679958" y="969250"/>
                  </a:lnTo>
                  <a:lnTo>
                    <a:pt x="6616645" y="969368"/>
                  </a:lnTo>
                  <a:lnTo>
                    <a:pt x="6571004" y="969445"/>
                  </a:lnTo>
                  <a:lnTo>
                    <a:pt x="6542161" y="969490"/>
                  </a:lnTo>
                  <a:lnTo>
                    <a:pt x="6527474" y="969510"/>
                  </a:lnTo>
                  <a:lnTo>
                    <a:pt x="6522729" y="969516"/>
                  </a:lnTo>
                  <a:lnTo>
                    <a:pt x="6522385" y="969517"/>
                  </a:lnTo>
                  <a:lnTo>
                    <a:pt x="5527445" y="969517"/>
                  </a:lnTo>
                  <a:lnTo>
                    <a:pt x="5526316" y="969498"/>
                  </a:lnTo>
                  <a:lnTo>
                    <a:pt x="5518865" y="969367"/>
                  </a:lnTo>
                  <a:lnTo>
                    <a:pt x="5499979" y="969005"/>
                  </a:lnTo>
                  <a:lnTo>
                    <a:pt x="5465958" y="968292"/>
                  </a:lnTo>
                  <a:lnTo>
                    <a:pt x="5414732" y="967113"/>
                  </a:lnTo>
                  <a:lnTo>
                    <a:pt x="5346016" y="965371"/>
                  </a:lnTo>
                  <a:lnTo>
                    <a:pt x="5261254" y="962993"/>
                  </a:lnTo>
                  <a:lnTo>
                    <a:pt x="5163301" y="959936"/>
                  </a:lnTo>
                  <a:lnTo>
                    <a:pt x="5055905" y="956183"/>
                  </a:lnTo>
                  <a:lnTo>
                    <a:pt x="4943115" y="951738"/>
                  </a:lnTo>
                  <a:lnTo>
                    <a:pt x="4828756" y="946614"/>
                  </a:lnTo>
                  <a:lnTo>
                    <a:pt x="4716057" y="940825"/>
                  </a:lnTo>
                  <a:lnTo>
                    <a:pt x="4607471" y="934373"/>
                  </a:lnTo>
                  <a:lnTo>
                    <a:pt x="4504645" y="927247"/>
                  </a:lnTo>
                  <a:lnTo>
                    <a:pt x="4408510" y="919413"/>
                  </a:lnTo>
                  <a:lnTo>
                    <a:pt x="4319404" y="910819"/>
                  </a:lnTo>
                  <a:lnTo>
                    <a:pt x="4237230" y="901389"/>
                  </a:lnTo>
                  <a:lnTo>
                    <a:pt x="4161581" y="891027"/>
                  </a:lnTo>
                  <a:lnTo>
                    <a:pt x="4091850" y="879620"/>
                  </a:lnTo>
                  <a:lnTo>
                    <a:pt x="4027321" y="867041"/>
                  </a:lnTo>
                  <a:lnTo>
                    <a:pt x="3967223" y="853158"/>
                  </a:lnTo>
                  <a:lnTo>
                    <a:pt x="3910785" y="837846"/>
                  </a:lnTo>
                  <a:lnTo>
                    <a:pt x="3857273" y="821012"/>
                  </a:lnTo>
                  <a:lnTo>
                    <a:pt x="3820202" y="807931"/>
                  </a:lnTo>
                  <a:lnTo>
                    <a:pt x="3762764" y="785309"/>
                  </a:lnTo>
                  <a:lnTo>
                    <a:pt x="3707039" y="760569"/>
                  </a:lnTo>
                  <a:lnTo>
                    <a:pt x="3652431" y="733674"/>
                  </a:lnTo>
                  <a:lnTo>
                    <a:pt x="3598494" y="704648"/>
                  </a:lnTo>
                  <a:lnTo>
                    <a:pt x="3544900" y="673581"/>
                  </a:lnTo>
                  <a:lnTo>
                    <a:pt x="3491424" y="640635"/>
                  </a:lnTo>
                  <a:lnTo>
                    <a:pt x="3437926" y="606046"/>
                  </a:lnTo>
                  <a:lnTo>
                    <a:pt x="3384337" y="570116"/>
                  </a:lnTo>
                  <a:lnTo>
                    <a:pt x="3330648" y="533211"/>
                  </a:lnTo>
                  <a:lnTo>
                    <a:pt x="3276889" y="495739"/>
                  </a:lnTo>
                  <a:lnTo>
                    <a:pt x="3223111" y="458137"/>
                  </a:lnTo>
                  <a:lnTo>
                    <a:pt x="3169375" y="420849"/>
                  </a:lnTo>
                  <a:lnTo>
                    <a:pt x="3115727" y="384303"/>
                  </a:lnTo>
                  <a:lnTo>
                    <a:pt x="3062180" y="348890"/>
                  </a:lnTo>
                  <a:lnTo>
                    <a:pt x="3008703" y="314951"/>
                  </a:lnTo>
                  <a:lnTo>
                    <a:pt x="2955199" y="282763"/>
                  </a:lnTo>
                  <a:lnTo>
                    <a:pt x="2901495" y="252530"/>
                  </a:lnTo>
                  <a:lnTo>
                    <a:pt x="2847325" y="224384"/>
                  </a:lnTo>
                  <a:lnTo>
                    <a:pt x="2792315" y="198387"/>
                  </a:lnTo>
                  <a:lnTo>
                    <a:pt x="2735959" y="174537"/>
                  </a:lnTo>
                  <a:lnTo>
                    <a:pt x="2702183" y="161586"/>
                  </a:lnTo>
                  <a:lnTo>
                    <a:pt x="2650366" y="143628"/>
                  </a:lnTo>
                  <a:lnTo>
                    <a:pt x="2596104" y="127227"/>
                  </a:lnTo>
                  <a:lnTo>
                    <a:pt x="2538717" y="112328"/>
                  </a:lnTo>
                  <a:lnTo>
                    <a:pt x="2477455" y="98823"/>
                  </a:lnTo>
                  <a:lnTo>
                    <a:pt x="2411544" y="86586"/>
                  </a:lnTo>
                  <a:lnTo>
                    <a:pt x="2340223" y="75484"/>
                  </a:lnTo>
                  <a:lnTo>
                    <a:pt x="2262799" y="65394"/>
                  </a:lnTo>
                  <a:lnTo>
                    <a:pt x="2178712" y="56207"/>
                  </a:lnTo>
                  <a:lnTo>
                    <a:pt x="2087629" y="47833"/>
                  </a:lnTo>
                  <a:lnTo>
                    <a:pt x="1989561" y="40202"/>
                  </a:lnTo>
                  <a:lnTo>
                    <a:pt x="1884998" y="33268"/>
                  </a:lnTo>
                  <a:lnTo>
                    <a:pt x="1775059" y="27002"/>
                  </a:lnTo>
                  <a:lnTo>
                    <a:pt x="1661612" y="21398"/>
                  </a:lnTo>
                  <a:lnTo>
                    <a:pt x="1547337" y="16463"/>
                  </a:lnTo>
                  <a:lnTo>
                    <a:pt x="1435655" y="12211"/>
                  </a:lnTo>
                  <a:lnTo>
                    <a:pt x="1330500" y="8654"/>
                  </a:lnTo>
                  <a:lnTo>
                    <a:pt x="1235894" y="5790"/>
                  </a:lnTo>
                  <a:lnTo>
                    <a:pt x="1155395" y="3596"/>
                  </a:lnTo>
                  <a:lnTo>
                    <a:pt x="1091507" y="2020"/>
                  </a:lnTo>
                  <a:lnTo>
                    <a:pt x="1045211" y="982"/>
                  </a:lnTo>
                  <a:lnTo>
                    <a:pt x="1015716" y="379"/>
                  </a:lnTo>
                  <a:lnTo>
                    <a:pt x="1000473" y="94"/>
                  </a:lnTo>
                  <a:lnTo>
                    <a:pt x="995367" y="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2" name="pl21"/>
            <p:cNvSpPr/>
            <p:nvPr/>
          </p:nvSpPr>
          <p:spPr>
            <a:xfrm>
              <a:off x="1199187" y="2148495"/>
              <a:ext cx="12049831" cy="969517"/>
            </a:xfrm>
            <a:custGeom>
              <a:avLst/>
              <a:pathLst>
                <a:path w="12049831" h="969517">
                  <a:moveTo>
                    <a:pt x="0" y="0"/>
                  </a:moveTo>
                  <a:lnTo>
                    <a:pt x="994940" y="0"/>
                  </a:lnTo>
                  <a:lnTo>
                    <a:pt x="996069" y="18"/>
                  </a:lnTo>
                  <a:lnTo>
                    <a:pt x="1003520" y="149"/>
                  </a:lnTo>
                  <a:lnTo>
                    <a:pt x="1022406" y="511"/>
                  </a:lnTo>
                  <a:lnTo>
                    <a:pt x="1056427" y="1224"/>
                  </a:lnTo>
                  <a:lnTo>
                    <a:pt x="1107653" y="2403"/>
                  </a:lnTo>
                  <a:lnTo>
                    <a:pt x="1176369" y="4145"/>
                  </a:lnTo>
                  <a:lnTo>
                    <a:pt x="1261131" y="6523"/>
                  </a:lnTo>
                  <a:lnTo>
                    <a:pt x="1359084" y="9581"/>
                  </a:lnTo>
                  <a:lnTo>
                    <a:pt x="1466480" y="13334"/>
                  </a:lnTo>
                  <a:lnTo>
                    <a:pt x="1579270" y="17779"/>
                  </a:lnTo>
                  <a:lnTo>
                    <a:pt x="1693629" y="22902"/>
                  </a:lnTo>
                  <a:lnTo>
                    <a:pt x="1806328" y="28692"/>
                  </a:lnTo>
                  <a:lnTo>
                    <a:pt x="1914914" y="35143"/>
                  </a:lnTo>
                  <a:lnTo>
                    <a:pt x="2017740" y="42270"/>
                  </a:lnTo>
                  <a:lnTo>
                    <a:pt x="2113875" y="50103"/>
                  </a:lnTo>
                  <a:lnTo>
                    <a:pt x="2202981" y="58697"/>
                  </a:lnTo>
                  <a:lnTo>
                    <a:pt x="2285155" y="68127"/>
                  </a:lnTo>
                  <a:lnTo>
                    <a:pt x="2360804" y="78489"/>
                  </a:lnTo>
                  <a:lnTo>
                    <a:pt x="2430535" y="89896"/>
                  </a:lnTo>
                  <a:lnTo>
                    <a:pt x="2495064" y="102476"/>
                  </a:lnTo>
                  <a:lnTo>
                    <a:pt x="2555162" y="116359"/>
                  </a:lnTo>
                  <a:lnTo>
                    <a:pt x="2611600" y="131670"/>
                  </a:lnTo>
                  <a:lnTo>
                    <a:pt x="2665112" y="148505"/>
                  </a:lnTo>
                  <a:lnTo>
                    <a:pt x="2702183" y="161586"/>
                  </a:lnTo>
                  <a:lnTo>
                    <a:pt x="2759621" y="184207"/>
                  </a:lnTo>
                  <a:lnTo>
                    <a:pt x="2815346" y="208947"/>
                  </a:lnTo>
                  <a:lnTo>
                    <a:pt x="2869954" y="235842"/>
                  </a:lnTo>
                  <a:lnTo>
                    <a:pt x="2923891" y="264868"/>
                  </a:lnTo>
                  <a:lnTo>
                    <a:pt x="2977484" y="295935"/>
                  </a:lnTo>
                  <a:lnTo>
                    <a:pt x="3030961" y="328881"/>
                  </a:lnTo>
                  <a:lnTo>
                    <a:pt x="3084459" y="363471"/>
                  </a:lnTo>
                  <a:lnTo>
                    <a:pt x="3138048" y="399400"/>
                  </a:lnTo>
                  <a:lnTo>
                    <a:pt x="3191737" y="436306"/>
                  </a:lnTo>
                  <a:lnTo>
                    <a:pt x="3245496" y="473778"/>
                  </a:lnTo>
                  <a:lnTo>
                    <a:pt x="3299274" y="511379"/>
                  </a:lnTo>
                  <a:lnTo>
                    <a:pt x="3353010" y="548667"/>
                  </a:lnTo>
                  <a:lnTo>
                    <a:pt x="3406658" y="585214"/>
                  </a:lnTo>
                  <a:lnTo>
                    <a:pt x="3460205" y="620626"/>
                  </a:lnTo>
                  <a:lnTo>
                    <a:pt x="3513682" y="654565"/>
                  </a:lnTo>
                  <a:lnTo>
                    <a:pt x="3567186" y="686753"/>
                  </a:lnTo>
                  <a:lnTo>
                    <a:pt x="3620890" y="716986"/>
                  </a:lnTo>
                  <a:lnTo>
                    <a:pt x="3675060" y="745132"/>
                  </a:lnTo>
                  <a:lnTo>
                    <a:pt x="3730070" y="771129"/>
                  </a:lnTo>
                  <a:lnTo>
                    <a:pt x="3786426" y="794979"/>
                  </a:lnTo>
                  <a:lnTo>
                    <a:pt x="3820202" y="807931"/>
                  </a:lnTo>
                  <a:lnTo>
                    <a:pt x="3872019" y="825888"/>
                  </a:lnTo>
                  <a:lnTo>
                    <a:pt x="3926281" y="842289"/>
                  </a:lnTo>
                  <a:lnTo>
                    <a:pt x="3983668" y="857189"/>
                  </a:lnTo>
                  <a:lnTo>
                    <a:pt x="4044930" y="870693"/>
                  </a:lnTo>
                  <a:lnTo>
                    <a:pt x="4110841" y="882931"/>
                  </a:lnTo>
                  <a:lnTo>
                    <a:pt x="4182162" y="894032"/>
                  </a:lnTo>
                  <a:lnTo>
                    <a:pt x="4259586" y="904122"/>
                  </a:lnTo>
                  <a:lnTo>
                    <a:pt x="4343673" y="913309"/>
                  </a:lnTo>
                  <a:lnTo>
                    <a:pt x="4434756" y="921683"/>
                  </a:lnTo>
                  <a:lnTo>
                    <a:pt x="4532824" y="929314"/>
                  </a:lnTo>
                  <a:lnTo>
                    <a:pt x="4637387" y="936249"/>
                  </a:lnTo>
                  <a:lnTo>
                    <a:pt x="4747326" y="942514"/>
                  </a:lnTo>
                  <a:lnTo>
                    <a:pt x="4860773" y="948118"/>
                  </a:lnTo>
                  <a:lnTo>
                    <a:pt x="4975048" y="953053"/>
                  </a:lnTo>
                  <a:lnTo>
                    <a:pt x="5086730" y="957305"/>
                  </a:lnTo>
                  <a:lnTo>
                    <a:pt x="5191885" y="960863"/>
                  </a:lnTo>
                  <a:lnTo>
                    <a:pt x="5286491" y="963727"/>
                  </a:lnTo>
                  <a:lnTo>
                    <a:pt x="5366990" y="965921"/>
                  </a:lnTo>
                  <a:lnTo>
                    <a:pt x="5430877" y="967497"/>
                  </a:lnTo>
                  <a:lnTo>
                    <a:pt x="5477174" y="968534"/>
                  </a:lnTo>
                  <a:lnTo>
                    <a:pt x="5506669" y="969137"/>
                  </a:lnTo>
                  <a:lnTo>
                    <a:pt x="5521912" y="969422"/>
                  </a:lnTo>
                  <a:lnTo>
                    <a:pt x="5527018" y="969510"/>
                  </a:lnTo>
                  <a:lnTo>
                    <a:pt x="5527445" y="969517"/>
                  </a:lnTo>
                  <a:lnTo>
                    <a:pt x="6522385" y="969517"/>
                  </a:lnTo>
                  <a:lnTo>
                    <a:pt x="6523522" y="969515"/>
                  </a:lnTo>
                  <a:lnTo>
                    <a:pt x="6531021" y="969505"/>
                  </a:lnTo>
                  <a:lnTo>
                    <a:pt x="6550025" y="969478"/>
                  </a:lnTo>
                  <a:lnTo>
                    <a:pt x="6584250" y="969423"/>
                  </a:lnTo>
                  <a:lnTo>
                    <a:pt x="6635767" y="969334"/>
                  </a:lnTo>
                  <a:lnTo>
                    <a:pt x="6704843" y="969201"/>
                  </a:lnTo>
                  <a:lnTo>
                    <a:pt x="6790006" y="969020"/>
                  </a:lnTo>
                  <a:lnTo>
                    <a:pt x="6888366" y="968787"/>
                  </a:lnTo>
                  <a:lnTo>
                    <a:pt x="6996140" y="968502"/>
                  </a:lnTo>
                  <a:lnTo>
                    <a:pt x="7109250" y="968163"/>
                  </a:lnTo>
                  <a:lnTo>
                    <a:pt x="7223857" y="967774"/>
                  </a:lnTo>
                  <a:lnTo>
                    <a:pt x="7336727" y="967333"/>
                  </a:lnTo>
                  <a:lnTo>
                    <a:pt x="7445413" y="966842"/>
                  </a:lnTo>
                  <a:lnTo>
                    <a:pt x="7548276" y="966300"/>
                  </a:lnTo>
                  <a:lnTo>
                    <a:pt x="7644401" y="965704"/>
                  </a:lnTo>
                  <a:lnTo>
                    <a:pt x="7733461" y="965051"/>
                  </a:lnTo>
                  <a:lnTo>
                    <a:pt x="7815569" y="964333"/>
                  </a:lnTo>
                  <a:lnTo>
                    <a:pt x="7891145" y="963544"/>
                  </a:lnTo>
                  <a:lnTo>
                    <a:pt x="7960801" y="962676"/>
                  </a:lnTo>
                  <a:lnTo>
                    <a:pt x="8025266" y="961717"/>
                  </a:lnTo>
                  <a:lnTo>
                    <a:pt x="8085313" y="960660"/>
                  </a:lnTo>
                  <a:lnTo>
                    <a:pt x="8141720" y="959493"/>
                  </a:lnTo>
                  <a:lnTo>
                    <a:pt x="8195223" y="958210"/>
                  </a:lnTo>
                  <a:lnTo>
                    <a:pt x="8229629" y="957289"/>
                  </a:lnTo>
                  <a:lnTo>
                    <a:pt x="8291254" y="955443"/>
                  </a:lnTo>
                  <a:lnTo>
                    <a:pt x="8350958" y="953413"/>
                  </a:lnTo>
                  <a:lnTo>
                    <a:pt x="8409456" y="951194"/>
                  </a:lnTo>
                  <a:lnTo>
                    <a:pt x="8467274" y="948790"/>
                  </a:lnTo>
                  <a:lnTo>
                    <a:pt x="8524784" y="946212"/>
                  </a:lnTo>
                  <a:lnTo>
                    <a:pt x="8582227" y="943477"/>
                  </a:lnTo>
                  <a:lnTo>
                    <a:pt x="8639739" y="940609"/>
                  </a:lnTo>
                  <a:lnTo>
                    <a:pt x="8697367" y="937640"/>
                  </a:lnTo>
                  <a:lnTo>
                    <a:pt x="8755095" y="934607"/>
                  </a:lnTo>
                  <a:lnTo>
                    <a:pt x="8812865" y="931550"/>
                  </a:lnTo>
                  <a:lnTo>
                    <a:pt x="8870605" y="928510"/>
                  </a:lnTo>
                  <a:lnTo>
                    <a:pt x="8928251" y="925529"/>
                  </a:lnTo>
                  <a:lnTo>
                    <a:pt x="8985781" y="922642"/>
                  </a:lnTo>
                  <a:lnTo>
                    <a:pt x="9043228" y="919884"/>
                  </a:lnTo>
                  <a:lnTo>
                    <a:pt x="9100714" y="917279"/>
                  </a:lnTo>
                  <a:lnTo>
                    <a:pt x="9158461" y="914846"/>
                  </a:lnTo>
                  <a:lnTo>
                    <a:pt x="9216818" y="912597"/>
                  </a:lnTo>
                  <a:lnTo>
                    <a:pt x="9276284" y="910536"/>
                  </a:lnTo>
                  <a:lnTo>
                    <a:pt x="9337542" y="908661"/>
                  </a:lnTo>
                  <a:lnTo>
                    <a:pt x="9347647" y="908376"/>
                  </a:lnTo>
                  <a:lnTo>
                    <a:pt x="9399582" y="907014"/>
                  </a:lnTo>
                  <a:lnTo>
                    <a:pt x="9453974" y="905771"/>
                  </a:lnTo>
                  <a:lnTo>
                    <a:pt x="9511508" y="904641"/>
                  </a:lnTo>
                  <a:lnTo>
                    <a:pt x="9572939" y="903618"/>
                  </a:lnTo>
                  <a:lnTo>
                    <a:pt x="9639047" y="902691"/>
                  </a:lnTo>
                  <a:lnTo>
                    <a:pt x="9710597" y="901850"/>
                  </a:lnTo>
                  <a:lnTo>
                    <a:pt x="9788286" y="901085"/>
                  </a:lnTo>
                  <a:lnTo>
                    <a:pt x="9872675" y="900390"/>
                  </a:lnTo>
                  <a:lnTo>
                    <a:pt x="9964093" y="899756"/>
                  </a:lnTo>
                  <a:lnTo>
                    <a:pt x="10062523" y="899178"/>
                  </a:lnTo>
                  <a:lnTo>
                    <a:pt x="10167458" y="898653"/>
                  </a:lnTo>
                  <a:lnTo>
                    <a:pt x="10277758" y="898179"/>
                  </a:lnTo>
                  <a:lnTo>
                    <a:pt x="10391519" y="897756"/>
                  </a:lnTo>
                  <a:lnTo>
                    <a:pt x="10506022" y="897383"/>
                  </a:lnTo>
                  <a:lnTo>
                    <a:pt x="10617803" y="897062"/>
                  </a:lnTo>
                  <a:lnTo>
                    <a:pt x="10722893" y="896794"/>
                  </a:lnTo>
                  <a:lnTo>
                    <a:pt x="10817249" y="896579"/>
                  </a:lnTo>
                  <a:lnTo>
                    <a:pt x="10897318" y="896414"/>
                  </a:lnTo>
                  <a:lnTo>
                    <a:pt x="10960631" y="896297"/>
                  </a:lnTo>
                  <a:lnTo>
                    <a:pt x="11006272" y="896220"/>
                  </a:lnTo>
                  <a:lnTo>
                    <a:pt x="11035115" y="896175"/>
                  </a:lnTo>
                  <a:lnTo>
                    <a:pt x="11049803" y="896154"/>
                  </a:lnTo>
                  <a:lnTo>
                    <a:pt x="11054548" y="896148"/>
                  </a:lnTo>
                  <a:lnTo>
                    <a:pt x="11054891" y="896148"/>
                  </a:lnTo>
                  <a:lnTo>
                    <a:pt x="12049831" y="896148"/>
                  </a:lnTo>
                  <a:lnTo>
                    <a:pt x="12049831" y="8961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" name="pl22"/>
            <p:cNvSpPr/>
            <p:nvPr/>
          </p:nvSpPr>
          <p:spPr>
            <a:xfrm>
              <a:off x="1199187" y="2143254"/>
              <a:ext cx="12049831" cy="969517"/>
            </a:xfrm>
            <a:custGeom>
              <a:avLst/>
              <a:pathLst>
                <a:path w="12049831" h="969517">
                  <a:moveTo>
                    <a:pt x="12049831" y="896148"/>
                  </a:moveTo>
                  <a:lnTo>
                    <a:pt x="11054891" y="896148"/>
                  </a:lnTo>
                  <a:lnTo>
                    <a:pt x="11053755" y="896149"/>
                  </a:lnTo>
                  <a:lnTo>
                    <a:pt x="11046255" y="896159"/>
                  </a:lnTo>
                  <a:lnTo>
                    <a:pt x="11027251" y="896187"/>
                  </a:lnTo>
                  <a:lnTo>
                    <a:pt x="10993026" y="896241"/>
                  </a:lnTo>
                  <a:lnTo>
                    <a:pt x="10941510" y="896331"/>
                  </a:lnTo>
                  <a:lnTo>
                    <a:pt x="10872434" y="896464"/>
                  </a:lnTo>
                  <a:lnTo>
                    <a:pt x="10787270" y="896645"/>
                  </a:lnTo>
                  <a:lnTo>
                    <a:pt x="10688910" y="896878"/>
                  </a:lnTo>
                  <a:lnTo>
                    <a:pt x="10581137" y="897163"/>
                  </a:lnTo>
                  <a:lnTo>
                    <a:pt x="10468027" y="897501"/>
                  </a:lnTo>
                  <a:lnTo>
                    <a:pt x="10353419" y="897891"/>
                  </a:lnTo>
                  <a:lnTo>
                    <a:pt x="10240549" y="898332"/>
                  </a:lnTo>
                  <a:lnTo>
                    <a:pt x="10131863" y="898822"/>
                  </a:lnTo>
                  <a:lnTo>
                    <a:pt x="10029001" y="899364"/>
                  </a:lnTo>
                  <a:lnTo>
                    <a:pt x="9932876" y="899960"/>
                  </a:lnTo>
                  <a:lnTo>
                    <a:pt x="9843815" y="900614"/>
                  </a:lnTo>
                  <a:lnTo>
                    <a:pt x="9761707" y="901332"/>
                  </a:lnTo>
                  <a:lnTo>
                    <a:pt x="9686132" y="902121"/>
                  </a:lnTo>
                  <a:lnTo>
                    <a:pt x="9616475" y="902989"/>
                  </a:lnTo>
                  <a:lnTo>
                    <a:pt x="9552011" y="903947"/>
                  </a:lnTo>
                  <a:lnTo>
                    <a:pt x="9491963" y="905005"/>
                  </a:lnTo>
                  <a:lnTo>
                    <a:pt x="9435556" y="906172"/>
                  </a:lnTo>
                  <a:lnTo>
                    <a:pt x="9382054" y="907454"/>
                  </a:lnTo>
                  <a:lnTo>
                    <a:pt x="9347647" y="908376"/>
                  </a:lnTo>
                  <a:lnTo>
                    <a:pt x="9286022" y="910221"/>
                  </a:lnTo>
                  <a:lnTo>
                    <a:pt x="9226318" y="912252"/>
                  </a:lnTo>
                  <a:lnTo>
                    <a:pt x="9167820" y="914471"/>
                  </a:lnTo>
                  <a:lnTo>
                    <a:pt x="9110002" y="916874"/>
                  </a:lnTo>
                  <a:lnTo>
                    <a:pt x="9052493" y="919453"/>
                  </a:lnTo>
                  <a:lnTo>
                    <a:pt x="8995049" y="922188"/>
                  </a:lnTo>
                  <a:lnTo>
                    <a:pt x="8937538" y="925056"/>
                  </a:lnTo>
                  <a:lnTo>
                    <a:pt x="8879909" y="928024"/>
                  </a:lnTo>
                  <a:lnTo>
                    <a:pt x="8822181" y="931058"/>
                  </a:lnTo>
                  <a:lnTo>
                    <a:pt x="8764411" y="934115"/>
                  </a:lnTo>
                  <a:lnTo>
                    <a:pt x="8706672" y="937154"/>
                  </a:lnTo>
                  <a:lnTo>
                    <a:pt x="8649025" y="940136"/>
                  </a:lnTo>
                  <a:lnTo>
                    <a:pt x="8591496" y="943022"/>
                  </a:lnTo>
                  <a:lnTo>
                    <a:pt x="8534048" y="945781"/>
                  </a:lnTo>
                  <a:lnTo>
                    <a:pt x="8476563" y="948386"/>
                  </a:lnTo>
                  <a:lnTo>
                    <a:pt x="8418816" y="950819"/>
                  </a:lnTo>
                  <a:lnTo>
                    <a:pt x="8360458" y="953068"/>
                  </a:lnTo>
                  <a:lnTo>
                    <a:pt x="8300992" y="955129"/>
                  </a:lnTo>
                  <a:lnTo>
                    <a:pt x="8239734" y="957003"/>
                  </a:lnTo>
                  <a:lnTo>
                    <a:pt x="8229629" y="957289"/>
                  </a:lnTo>
                  <a:lnTo>
                    <a:pt x="8177694" y="958650"/>
                  </a:lnTo>
                  <a:lnTo>
                    <a:pt x="8123303" y="959894"/>
                  </a:lnTo>
                  <a:lnTo>
                    <a:pt x="8065768" y="961023"/>
                  </a:lnTo>
                  <a:lnTo>
                    <a:pt x="8004337" y="962047"/>
                  </a:lnTo>
                  <a:lnTo>
                    <a:pt x="7938229" y="962974"/>
                  </a:lnTo>
                  <a:lnTo>
                    <a:pt x="7866679" y="963815"/>
                  </a:lnTo>
                  <a:lnTo>
                    <a:pt x="7788990" y="964579"/>
                  </a:lnTo>
                  <a:lnTo>
                    <a:pt x="7704602" y="965275"/>
                  </a:lnTo>
                  <a:lnTo>
                    <a:pt x="7613184" y="965909"/>
                  </a:lnTo>
                  <a:lnTo>
                    <a:pt x="7514754" y="966487"/>
                  </a:lnTo>
                  <a:lnTo>
                    <a:pt x="7409818" y="967011"/>
                  </a:lnTo>
                  <a:lnTo>
                    <a:pt x="7299519" y="967485"/>
                  </a:lnTo>
                  <a:lnTo>
                    <a:pt x="7185758" y="967909"/>
                  </a:lnTo>
                  <a:lnTo>
                    <a:pt x="7071254" y="968282"/>
                  </a:lnTo>
                  <a:lnTo>
                    <a:pt x="6959473" y="968602"/>
                  </a:lnTo>
                  <a:lnTo>
                    <a:pt x="6854383" y="968870"/>
                  </a:lnTo>
                  <a:lnTo>
                    <a:pt x="6760027" y="969086"/>
                  </a:lnTo>
                  <a:lnTo>
                    <a:pt x="6679958" y="969250"/>
                  </a:lnTo>
                  <a:lnTo>
                    <a:pt x="6616645" y="969368"/>
                  </a:lnTo>
                  <a:lnTo>
                    <a:pt x="6571004" y="969445"/>
                  </a:lnTo>
                  <a:lnTo>
                    <a:pt x="6542161" y="969490"/>
                  </a:lnTo>
                  <a:lnTo>
                    <a:pt x="6527474" y="969510"/>
                  </a:lnTo>
                  <a:lnTo>
                    <a:pt x="6522729" y="969516"/>
                  </a:lnTo>
                  <a:lnTo>
                    <a:pt x="6522385" y="969517"/>
                  </a:lnTo>
                  <a:lnTo>
                    <a:pt x="5527445" y="969517"/>
                  </a:lnTo>
                  <a:lnTo>
                    <a:pt x="5526316" y="969498"/>
                  </a:lnTo>
                  <a:lnTo>
                    <a:pt x="5518865" y="969367"/>
                  </a:lnTo>
                  <a:lnTo>
                    <a:pt x="5499979" y="969005"/>
                  </a:lnTo>
                  <a:lnTo>
                    <a:pt x="5465958" y="968292"/>
                  </a:lnTo>
                  <a:lnTo>
                    <a:pt x="5414732" y="967113"/>
                  </a:lnTo>
                  <a:lnTo>
                    <a:pt x="5346016" y="965371"/>
                  </a:lnTo>
                  <a:lnTo>
                    <a:pt x="5261254" y="962993"/>
                  </a:lnTo>
                  <a:lnTo>
                    <a:pt x="5163301" y="959936"/>
                  </a:lnTo>
                  <a:lnTo>
                    <a:pt x="5055905" y="956183"/>
                  </a:lnTo>
                  <a:lnTo>
                    <a:pt x="4943115" y="951738"/>
                  </a:lnTo>
                  <a:lnTo>
                    <a:pt x="4828756" y="946614"/>
                  </a:lnTo>
                  <a:lnTo>
                    <a:pt x="4716057" y="940825"/>
                  </a:lnTo>
                  <a:lnTo>
                    <a:pt x="4607471" y="934373"/>
                  </a:lnTo>
                  <a:lnTo>
                    <a:pt x="4504645" y="927247"/>
                  </a:lnTo>
                  <a:lnTo>
                    <a:pt x="4408510" y="919413"/>
                  </a:lnTo>
                  <a:lnTo>
                    <a:pt x="4319404" y="910819"/>
                  </a:lnTo>
                  <a:lnTo>
                    <a:pt x="4237230" y="901389"/>
                  </a:lnTo>
                  <a:lnTo>
                    <a:pt x="4161581" y="891027"/>
                  </a:lnTo>
                  <a:lnTo>
                    <a:pt x="4091850" y="879620"/>
                  </a:lnTo>
                  <a:lnTo>
                    <a:pt x="4027321" y="867041"/>
                  </a:lnTo>
                  <a:lnTo>
                    <a:pt x="3967223" y="853158"/>
                  </a:lnTo>
                  <a:lnTo>
                    <a:pt x="3910785" y="837846"/>
                  </a:lnTo>
                  <a:lnTo>
                    <a:pt x="3857273" y="821012"/>
                  </a:lnTo>
                  <a:lnTo>
                    <a:pt x="3820202" y="807931"/>
                  </a:lnTo>
                  <a:lnTo>
                    <a:pt x="3762764" y="785309"/>
                  </a:lnTo>
                  <a:lnTo>
                    <a:pt x="3707039" y="760569"/>
                  </a:lnTo>
                  <a:lnTo>
                    <a:pt x="3652431" y="733674"/>
                  </a:lnTo>
                  <a:lnTo>
                    <a:pt x="3598494" y="704648"/>
                  </a:lnTo>
                  <a:lnTo>
                    <a:pt x="3544900" y="673581"/>
                  </a:lnTo>
                  <a:lnTo>
                    <a:pt x="3491424" y="640635"/>
                  </a:lnTo>
                  <a:lnTo>
                    <a:pt x="3437926" y="606046"/>
                  </a:lnTo>
                  <a:lnTo>
                    <a:pt x="3384337" y="570116"/>
                  </a:lnTo>
                  <a:lnTo>
                    <a:pt x="3330648" y="533211"/>
                  </a:lnTo>
                  <a:lnTo>
                    <a:pt x="3276889" y="495739"/>
                  </a:lnTo>
                  <a:lnTo>
                    <a:pt x="3223111" y="458137"/>
                  </a:lnTo>
                  <a:lnTo>
                    <a:pt x="3169375" y="420849"/>
                  </a:lnTo>
                  <a:lnTo>
                    <a:pt x="3115727" y="384303"/>
                  </a:lnTo>
                  <a:lnTo>
                    <a:pt x="3062180" y="348890"/>
                  </a:lnTo>
                  <a:lnTo>
                    <a:pt x="3008703" y="314951"/>
                  </a:lnTo>
                  <a:lnTo>
                    <a:pt x="2955199" y="282763"/>
                  </a:lnTo>
                  <a:lnTo>
                    <a:pt x="2901495" y="252530"/>
                  </a:lnTo>
                  <a:lnTo>
                    <a:pt x="2847325" y="224384"/>
                  </a:lnTo>
                  <a:lnTo>
                    <a:pt x="2792315" y="198387"/>
                  </a:lnTo>
                  <a:lnTo>
                    <a:pt x="2735959" y="174537"/>
                  </a:lnTo>
                  <a:lnTo>
                    <a:pt x="2702183" y="161586"/>
                  </a:lnTo>
                  <a:lnTo>
                    <a:pt x="2650366" y="143628"/>
                  </a:lnTo>
                  <a:lnTo>
                    <a:pt x="2596104" y="127227"/>
                  </a:lnTo>
                  <a:lnTo>
                    <a:pt x="2538717" y="112328"/>
                  </a:lnTo>
                  <a:lnTo>
                    <a:pt x="2477455" y="98823"/>
                  </a:lnTo>
                  <a:lnTo>
                    <a:pt x="2411544" y="86586"/>
                  </a:lnTo>
                  <a:lnTo>
                    <a:pt x="2340223" y="75484"/>
                  </a:lnTo>
                  <a:lnTo>
                    <a:pt x="2262799" y="65394"/>
                  </a:lnTo>
                  <a:lnTo>
                    <a:pt x="2178712" y="56207"/>
                  </a:lnTo>
                  <a:lnTo>
                    <a:pt x="2087629" y="47833"/>
                  </a:lnTo>
                  <a:lnTo>
                    <a:pt x="1989561" y="40202"/>
                  </a:lnTo>
                  <a:lnTo>
                    <a:pt x="1884998" y="33268"/>
                  </a:lnTo>
                  <a:lnTo>
                    <a:pt x="1775059" y="27002"/>
                  </a:lnTo>
                  <a:lnTo>
                    <a:pt x="1661612" y="21398"/>
                  </a:lnTo>
                  <a:lnTo>
                    <a:pt x="1547337" y="16463"/>
                  </a:lnTo>
                  <a:lnTo>
                    <a:pt x="1435655" y="12211"/>
                  </a:lnTo>
                  <a:lnTo>
                    <a:pt x="1330500" y="8654"/>
                  </a:lnTo>
                  <a:lnTo>
                    <a:pt x="1235894" y="5790"/>
                  </a:lnTo>
                  <a:lnTo>
                    <a:pt x="1155395" y="3596"/>
                  </a:lnTo>
                  <a:lnTo>
                    <a:pt x="1091507" y="2020"/>
                  </a:lnTo>
                  <a:lnTo>
                    <a:pt x="1045211" y="982"/>
                  </a:lnTo>
                  <a:lnTo>
                    <a:pt x="1015716" y="379"/>
                  </a:lnTo>
                  <a:lnTo>
                    <a:pt x="1000473" y="94"/>
                  </a:lnTo>
                  <a:lnTo>
                    <a:pt x="995367" y="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" name="pg23"/>
            <p:cNvSpPr/>
            <p:nvPr/>
          </p:nvSpPr>
          <p:spPr>
            <a:xfrm>
              <a:off x="1199187" y="2148495"/>
              <a:ext cx="12049831" cy="1435933"/>
            </a:xfrm>
            <a:custGeom>
              <a:avLst/>
              <a:pathLst>
                <a:path w="12049831" h="1435933">
                  <a:moveTo>
                    <a:pt x="0" y="15721"/>
                  </a:moveTo>
                  <a:lnTo>
                    <a:pt x="994940" y="15721"/>
                  </a:lnTo>
                  <a:lnTo>
                    <a:pt x="996069" y="15740"/>
                  </a:lnTo>
                  <a:lnTo>
                    <a:pt x="1003520" y="15871"/>
                  </a:lnTo>
                  <a:lnTo>
                    <a:pt x="1022406" y="16233"/>
                  </a:lnTo>
                  <a:lnTo>
                    <a:pt x="1056427" y="16946"/>
                  </a:lnTo>
                  <a:lnTo>
                    <a:pt x="1107653" y="18125"/>
                  </a:lnTo>
                  <a:lnTo>
                    <a:pt x="1176369" y="19867"/>
                  </a:lnTo>
                  <a:lnTo>
                    <a:pt x="1261131" y="22245"/>
                  </a:lnTo>
                  <a:lnTo>
                    <a:pt x="1359084" y="25302"/>
                  </a:lnTo>
                  <a:lnTo>
                    <a:pt x="1466480" y="29055"/>
                  </a:lnTo>
                  <a:lnTo>
                    <a:pt x="1579270" y="33500"/>
                  </a:lnTo>
                  <a:lnTo>
                    <a:pt x="1693629" y="38624"/>
                  </a:lnTo>
                  <a:lnTo>
                    <a:pt x="1806328" y="44414"/>
                  </a:lnTo>
                  <a:lnTo>
                    <a:pt x="1914914" y="50865"/>
                  </a:lnTo>
                  <a:lnTo>
                    <a:pt x="2017740" y="57992"/>
                  </a:lnTo>
                  <a:lnTo>
                    <a:pt x="2113875" y="65825"/>
                  </a:lnTo>
                  <a:lnTo>
                    <a:pt x="2202981" y="74419"/>
                  </a:lnTo>
                  <a:lnTo>
                    <a:pt x="2285155" y="83849"/>
                  </a:lnTo>
                  <a:lnTo>
                    <a:pt x="2360804" y="94211"/>
                  </a:lnTo>
                  <a:lnTo>
                    <a:pt x="2430535" y="105618"/>
                  </a:lnTo>
                  <a:lnTo>
                    <a:pt x="2495064" y="118197"/>
                  </a:lnTo>
                  <a:lnTo>
                    <a:pt x="2555162" y="132081"/>
                  </a:lnTo>
                  <a:lnTo>
                    <a:pt x="2611600" y="147392"/>
                  </a:lnTo>
                  <a:lnTo>
                    <a:pt x="2665112" y="164227"/>
                  </a:lnTo>
                  <a:lnTo>
                    <a:pt x="2702183" y="177308"/>
                  </a:lnTo>
                  <a:lnTo>
                    <a:pt x="2759621" y="199929"/>
                  </a:lnTo>
                  <a:lnTo>
                    <a:pt x="2815346" y="224669"/>
                  </a:lnTo>
                  <a:lnTo>
                    <a:pt x="2869954" y="251564"/>
                  </a:lnTo>
                  <a:lnTo>
                    <a:pt x="2923891" y="280590"/>
                  </a:lnTo>
                  <a:lnTo>
                    <a:pt x="2977484" y="311657"/>
                  </a:lnTo>
                  <a:lnTo>
                    <a:pt x="3030961" y="344603"/>
                  </a:lnTo>
                  <a:lnTo>
                    <a:pt x="3084459" y="379193"/>
                  </a:lnTo>
                  <a:lnTo>
                    <a:pt x="3138048" y="415122"/>
                  </a:lnTo>
                  <a:lnTo>
                    <a:pt x="3191737" y="452028"/>
                  </a:lnTo>
                  <a:lnTo>
                    <a:pt x="3245496" y="489499"/>
                  </a:lnTo>
                  <a:lnTo>
                    <a:pt x="3299274" y="527101"/>
                  </a:lnTo>
                  <a:lnTo>
                    <a:pt x="3353010" y="564389"/>
                  </a:lnTo>
                  <a:lnTo>
                    <a:pt x="3406658" y="600936"/>
                  </a:lnTo>
                  <a:lnTo>
                    <a:pt x="3460205" y="636348"/>
                  </a:lnTo>
                  <a:lnTo>
                    <a:pt x="3513682" y="670287"/>
                  </a:lnTo>
                  <a:lnTo>
                    <a:pt x="3567186" y="702475"/>
                  </a:lnTo>
                  <a:lnTo>
                    <a:pt x="3620890" y="732708"/>
                  </a:lnTo>
                  <a:lnTo>
                    <a:pt x="3675060" y="760854"/>
                  </a:lnTo>
                  <a:lnTo>
                    <a:pt x="3730070" y="786851"/>
                  </a:lnTo>
                  <a:lnTo>
                    <a:pt x="3786426" y="810701"/>
                  </a:lnTo>
                  <a:lnTo>
                    <a:pt x="3820202" y="823652"/>
                  </a:lnTo>
                  <a:lnTo>
                    <a:pt x="3872019" y="841610"/>
                  </a:lnTo>
                  <a:lnTo>
                    <a:pt x="3926281" y="858011"/>
                  </a:lnTo>
                  <a:lnTo>
                    <a:pt x="3983668" y="872910"/>
                  </a:lnTo>
                  <a:lnTo>
                    <a:pt x="4044930" y="886415"/>
                  </a:lnTo>
                  <a:lnTo>
                    <a:pt x="4110841" y="898652"/>
                  </a:lnTo>
                  <a:lnTo>
                    <a:pt x="4182162" y="909754"/>
                  </a:lnTo>
                  <a:lnTo>
                    <a:pt x="4259586" y="919844"/>
                  </a:lnTo>
                  <a:lnTo>
                    <a:pt x="4343673" y="929031"/>
                  </a:lnTo>
                  <a:lnTo>
                    <a:pt x="4434756" y="937405"/>
                  </a:lnTo>
                  <a:lnTo>
                    <a:pt x="4532824" y="945036"/>
                  </a:lnTo>
                  <a:lnTo>
                    <a:pt x="4637387" y="951971"/>
                  </a:lnTo>
                  <a:lnTo>
                    <a:pt x="4747326" y="958236"/>
                  </a:lnTo>
                  <a:lnTo>
                    <a:pt x="4860773" y="963840"/>
                  </a:lnTo>
                  <a:lnTo>
                    <a:pt x="4975048" y="968775"/>
                  </a:lnTo>
                  <a:lnTo>
                    <a:pt x="5086730" y="973027"/>
                  </a:lnTo>
                  <a:lnTo>
                    <a:pt x="5191885" y="976585"/>
                  </a:lnTo>
                  <a:lnTo>
                    <a:pt x="5286491" y="979449"/>
                  </a:lnTo>
                  <a:lnTo>
                    <a:pt x="5366990" y="981643"/>
                  </a:lnTo>
                  <a:lnTo>
                    <a:pt x="5430877" y="983218"/>
                  </a:lnTo>
                  <a:lnTo>
                    <a:pt x="5477174" y="984256"/>
                  </a:lnTo>
                  <a:lnTo>
                    <a:pt x="5506669" y="984859"/>
                  </a:lnTo>
                  <a:lnTo>
                    <a:pt x="5521912" y="985144"/>
                  </a:lnTo>
                  <a:lnTo>
                    <a:pt x="5527018" y="985232"/>
                  </a:lnTo>
                  <a:lnTo>
                    <a:pt x="5527445" y="985239"/>
                  </a:lnTo>
                  <a:lnTo>
                    <a:pt x="6522385" y="985239"/>
                  </a:lnTo>
                  <a:lnTo>
                    <a:pt x="6523520" y="985247"/>
                  </a:lnTo>
                  <a:lnTo>
                    <a:pt x="6531009" y="985309"/>
                  </a:lnTo>
                  <a:lnTo>
                    <a:pt x="6549988" y="985478"/>
                  </a:lnTo>
                  <a:lnTo>
                    <a:pt x="6584170" y="985811"/>
                  </a:lnTo>
                  <a:lnTo>
                    <a:pt x="6635625" y="986362"/>
                  </a:lnTo>
                  <a:lnTo>
                    <a:pt x="6704624" y="987176"/>
                  </a:lnTo>
                  <a:lnTo>
                    <a:pt x="6789702" y="988287"/>
                  </a:lnTo>
                  <a:lnTo>
                    <a:pt x="6887976" y="989715"/>
                  </a:lnTo>
                  <a:lnTo>
                    <a:pt x="6995669" y="991467"/>
                  </a:lnTo>
                  <a:lnTo>
                    <a:pt x="7108711" y="993543"/>
                  </a:lnTo>
                  <a:lnTo>
                    <a:pt x="7223266" y="995934"/>
                  </a:lnTo>
                  <a:lnTo>
                    <a:pt x="7336100" y="998636"/>
                  </a:lnTo>
                  <a:lnTo>
                    <a:pt x="7444765" y="1001648"/>
                  </a:lnTo>
                  <a:lnTo>
                    <a:pt x="7547620" y="1004974"/>
                  </a:lnTo>
                  <a:lnTo>
                    <a:pt x="7643747" y="1008630"/>
                  </a:lnTo>
                  <a:lnTo>
                    <a:pt x="7732817" y="1012642"/>
                  </a:lnTo>
                  <a:lnTo>
                    <a:pt x="7814939" y="1017045"/>
                  </a:lnTo>
                  <a:lnTo>
                    <a:pt x="7890530" y="1021885"/>
                  </a:lnTo>
                  <a:lnTo>
                    <a:pt x="7960203" y="1027214"/>
                  </a:lnTo>
                  <a:lnTo>
                    <a:pt x="8024681" y="1033091"/>
                  </a:lnTo>
                  <a:lnTo>
                    <a:pt x="8084739" y="1039579"/>
                  </a:lnTo>
                  <a:lnTo>
                    <a:pt x="8141153" y="1046735"/>
                  </a:lnTo>
                  <a:lnTo>
                    <a:pt x="8194657" y="1054603"/>
                  </a:lnTo>
                  <a:lnTo>
                    <a:pt x="8229629" y="1060354"/>
                  </a:lnTo>
                  <a:lnTo>
                    <a:pt x="8290236" y="1071490"/>
                  </a:lnTo>
                  <a:lnTo>
                    <a:pt x="8348974" y="1083726"/>
                  </a:lnTo>
                  <a:lnTo>
                    <a:pt x="8406526" y="1097079"/>
                  </a:lnTo>
                  <a:lnTo>
                    <a:pt x="8463399" y="1111531"/>
                  </a:lnTo>
                  <a:lnTo>
                    <a:pt x="8519954" y="1127026"/>
                  </a:lnTo>
                  <a:lnTo>
                    <a:pt x="8576431" y="1143465"/>
                  </a:lnTo>
                  <a:lnTo>
                    <a:pt x="8632964" y="1160706"/>
                  </a:lnTo>
                  <a:lnTo>
                    <a:pt x="8689609" y="1178571"/>
                  </a:lnTo>
                  <a:lnTo>
                    <a:pt x="8746355" y="1196848"/>
                  </a:lnTo>
                  <a:lnTo>
                    <a:pt x="8803153" y="1215306"/>
                  </a:lnTo>
                  <a:lnTo>
                    <a:pt x="8859932" y="1233702"/>
                  </a:lnTo>
                  <a:lnTo>
                    <a:pt x="8916630" y="1251797"/>
                  </a:lnTo>
                  <a:lnTo>
                    <a:pt x="8973216" y="1269367"/>
                  </a:lnTo>
                  <a:lnTo>
                    <a:pt x="9029709" y="1286218"/>
                  </a:lnTo>
                  <a:lnTo>
                    <a:pt x="9086203" y="1302189"/>
                  </a:lnTo>
                  <a:lnTo>
                    <a:pt x="9142884" y="1317161"/>
                  </a:lnTo>
                  <a:lnTo>
                    <a:pt x="9200050" y="1331057"/>
                  </a:lnTo>
                  <a:lnTo>
                    <a:pt x="9258134" y="1343838"/>
                  </a:lnTo>
                  <a:lnTo>
                    <a:pt x="9317729" y="1355508"/>
                  </a:lnTo>
                  <a:lnTo>
                    <a:pt x="9347647" y="1360817"/>
                  </a:lnTo>
                  <a:lnTo>
                    <a:pt x="9399557" y="1369179"/>
                  </a:lnTo>
                  <a:lnTo>
                    <a:pt x="9453921" y="1376815"/>
                  </a:lnTo>
                  <a:lnTo>
                    <a:pt x="9511424" y="1383750"/>
                  </a:lnTo>
                  <a:lnTo>
                    <a:pt x="9572819" y="1390035"/>
                  </a:lnTo>
                  <a:lnTo>
                    <a:pt x="9638885" y="1395730"/>
                  </a:lnTo>
                  <a:lnTo>
                    <a:pt x="9710387" y="1400895"/>
                  </a:lnTo>
                  <a:lnTo>
                    <a:pt x="9788020" y="1405588"/>
                  </a:lnTo>
                  <a:lnTo>
                    <a:pt x="9872344" y="1409861"/>
                  </a:lnTo>
                  <a:lnTo>
                    <a:pt x="9963690" y="1413755"/>
                  </a:lnTo>
                  <a:lnTo>
                    <a:pt x="10062043" y="1417303"/>
                  </a:lnTo>
                  <a:lnTo>
                    <a:pt x="10166900" y="1420527"/>
                  </a:lnTo>
                  <a:lnTo>
                    <a:pt x="10277123" y="1423439"/>
                  </a:lnTo>
                  <a:lnTo>
                    <a:pt x="10390817" y="1426041"/>
                  </a:lnTo>
                  <a:lnTo>
                    <a:pt x="10505273" y="1428332"/>
                  </a:lnTo>
                  <a:lnTo>
                    <a:pt x="10617033" y="1430304"/>
                  </a:lnTo>
                  <a:lnTo>
                    <a:pt x="10722137" y="1431952"/>
                  </a:lnTo>
                  <a:lnTo>
                    <a:pt x="10816547" y="1433276"/>
                  </a:lnTo>
                  <a:lnTo>
                    <a:pt x="10896708" y="1434289"/>
                  </a:lnTo>
                  <a:lnTo>
                    <a:pt x="10960143" y="1435014"/>
                  </a:lnTo>
                  <a:lnTo>
                    <a:pt x="11005924" y="1435489"/>
                  </a:lnTo>
                  <a:lnTo>
                    <a:pt x="11034905" y="1435764"/>
                  </a:lnTo>
                  <a:lnTo>
                    <a:pt x="11049710" y="1435892"/>
                  </a:lnTo>
                  <a:lnTo>
                    <a:pt x="11054531" y="1435931"/>
                  </a:lnTo>
                  <a:lnTo>
                    <a:pt x="11054891" y="1435933"/>
                  </a:lnTo>
                  <a:lnTo>
                    <a:pt x="12049831" y="1435933"/>
                  </a:lnTo>
                  <a:lnTo>
                    <a:pt x="12049831" y="1420211"/>
                  </a:lnTo>
                  <a:lnTo>
                    <a:pt x="11054891" y="1420211"/>
                  </a:lnTo>
                  <a:lnTo>
                    <a:pt x="11053756" y="1420203"/>
                  </a:lnTo>
                  <a:lnTo>
                    <a:pt x="11046267" y="1420142"/>
                  </a:lnTo>
                  <a:lnTo>
                    <a:pt x="11027288" y="1419972"/>
                  </a:lnTo>
                  <a:lnTo>
                    <a:pt x="10993106" y="1419639"/>
                  </a:lnTo>
                  <a:lnTo>
                    <a:pt x="10941652" y="1419088"/>
                  </a:lnTo>
                  <a:lnTo>
                    <a:pt x="10872652" y="1418274"/>
                  </a:lnTo>
                  <a:lnTo>
                    <a:pt x="10787574" y="1417163"/>
                  </a:lnTo>
                  <a:lnTo>
                    <a:pt x="10689301" y="1415735"/>
                  </a:lnTo>
                  <a:lnTo>
                    <a:pt x="10581608" y="1413983"/>
                  </a:lnTo>
                  <a:lnTo>
                    <a:pt x="10468565" y="1411908"/>
                  </a:lnTo>
                  <a:lnTo>
                    <a:pt x="10354011" y="1409516"/>
                  </a:lnTo>
                  <a:lnTo>
                    <a:pt x="10241177" y="1406814"/>
                  </a:lnTo>
                  <a:lnTo>
                    <a:pt x="10132512" y="1403802"/>
                  </a:lnTo>
                  <a:lnTo>
                    <a:pt x="10029657" y="1400476"/>
                  </a:lnTo>
                  <a:lnTo>
                    <a:pt x="9933529" y="1396820"/>
                  </a:lnTo>
                  <a:lnTo>
                    <a:pt x="9844460" y="1392808"/>
                  </a:lnTo>
                  <a:lnTo>
                    <a:pt x="9762337" y="1388405"/>
                  </a:lnTo>
                  <a:lnTo>
                    <a:pt x="9686746" y="1383565"/>
                  </a:lnTo>
                  <a:lnTo>
                    <a:pt x="9617074" y="1378236"/>
                  </a:lnTo>
                  <a:lnTo>
                    <a:pt x="9552596" y="1372359"/>
                  </a:lnTo>
                  <a:lnTo>
                    <a:pt x="9492537" y="1365871"/>
                  </a:lnTo>
                  <a:lnTo>
                    <a:pt x="9436124" y="1358715"/>
                  </a:lnTo>
                  <a:lnTo>
                    <a:pt x="9382620" y="1350847"/>
                  </a:lnTo>
                  <a:lnTo>
                    <a:pt x="9347647" y="1345096"/>
                  </a:lnTo>
                  <a:lnTo>
                    <a:pt x="9287040" y="1333960"/>
                  </a:lnTo>
                  <a:lnTo>
                    <a:pt x="9228303" y="1321724"/>
                  </a:lnTo>
                  <a:lnTo>
                    <a:pt x="9170751" y="1308371"/>
                  </a:lnTo>
                  <a:lnTo>
                    <a:pt x="9113878" y="1293919"/>
                  </a:lnTo>
                  <a:lnTo>
                    <a:pt x="9057322" y="1278424"/>
                  </a:lnTo>
                  <a:lnTo>
                    <a:pt x="9000846" y="1261985"/>
                  </a:lnTo>
                  <a:lnTo>
                    <a:pt x="8944312" y="1244744"/>
                  </a:lnTo>
                  <a:lnTo>
                    <a:pt x="8887667" y="1226879"/>
                  </a:lnTo>
                  <a:lnTo>
                    <a:pt x="8830921" y="1208602"/>
                  </a:lnTo>
                  <a:lnTo>
                    <a:pt x="8774124" y="1190144"/>
                  </a:lnTo>
                  <a:lnTo>
                    <a:pt x="8717345" y="1171748"/>
                  </a:lnTo>
                  <a:lnTo>
                    <a:pt x="8660646" y="1153653"/>
                  </a:lnTo>
                  <a:lnTo>
                    <a:pt x="8604060" y="1136083"/>
                  </a:lnTo>
                  <a:lnTo>
                    <a:pt x="8547568" y="1119232"/>
                  </a:lnTo>
                  <a:lnTo>
                    <a:pt x="8491074" y="1103261"/>
                  </a:lnTo>
                  <a:lnTo>
                    <a:pt x="8434393" y="1088289"/>
                  </a:lnTo>
                  <a:lnTo>
                    <a:pt x="8377226" y="1074393"/>
                  </a:lnTo>
                  <a:lnTo>
                    <a:pt x="8319142" y="1061612"/>
                  </a:lnTo>
                  <a:lnTo>
                    <a:pt x="8259548" y="1049942"/>
                  </a:lnTo>
                  <a:lnTo>
                    <a:pt x="8229629" y="1044633"/>
                  </a:lnTo>
                  <a:lnTo>
                    <a:pt x="8177719" y="1036271"/>
                  </a:lnTo>
                  <a:lnTo>
                    <a:pt x="8123355" y="1028635"/>
                  </a:lnTo>
                  <a:lnTo>
                    <a:pt x="8065852" y="1021700"/>
                  </a:lnTo>
                  <a:lnTo>
                    <a:pt x="8004457" y="1015415"/>
                  </a:lnTo>
                  <a:lnTo>
                    <a:pt x="7938391" y="1009720"/>
                  </a:lnTo>
                  <a:lnTo>
                    <a:pt x="7866890" y="1004555"/>
                  </a:lnTo>
                  <a:lnTo>
                    <a:pt x="7789257" y="999862"/>
                  </a:lnTo>
                  <a:lnTo>
                    <a:pt x="7704933" y="995589"/>
                  </a:lnTo>
                  <a:lnTo>
                    <a:pt x="7613586" y="991695"/>
                  </a:lnTo>
                  <a:lnTo>
                    <a:pt x="7515233" y="988147"/>
                  </a:lnTo>
                  <a:lnTo>
                    <a:pt x="7410377" y="984923"/>
                  </a:lnTo>
                  <a:lnTo>
                    <a:pt x="7300153" y="982012"/>
                  </a:lnTo>
                  <a:lnTo>
                    <a:pt x="7186459" y="979409"/>
                  </a:lnTo>
                  <a:lnTo>
                    <a:pt x="7072004" y="977118"/>
                  </a:lnTo>
                  <a:lnTo>
                    <a:pt x="6960244" y="975146"/>
                  </a:lnTo>
                  <a:lnTo>
                    <a:pt x="6855139" y="973498"/>
                  </a:lnTo>
                  <a:lnTo>
                    <a:pt x="6760730" y="972174"/>
                  </a:lnTo>
                  <a:lnTo>
                    <a:pt x="6680569" y="971161"/>
                  </a:lnTo>
                  <a:lnTo>
                    <a:pt x="6617133" y="970436"/>
                  </a:lnTo>
                  <a:lnTo>
                    <a:pt x="6571353" y="969961"/>
                  </a:lnTo>
                  <a:lnTo>
                    <a:pt x="6542371" y="969686"/>
                  </a:lnTo>
                  <a:lnTo>
                    <a:pt x="6527566" y="969558"/>
                  </a:lnTo>
                  <a:lnTo>
                    <a:pt x="6522746" y="969519"/>
                  </a:lnTo>
                  <a:lnTo>
                    <a:pt x="6522385" y="969517"/>
                  </a:lnTo>
                  <a:lnTo>
                    <a:pt x="5527445" y="969517"/>
                  </a:lnTo>
                  <a:lnTo>
                    <a:pt x="5526316" y="969498"/>
                  </a:lnTo>
                  <a:lnTo>
                    <a:pt x="5518865" y="969367"/>
                  </a:lnTo>
                  <a:lnTo>
                    <a:pt x="5499979" y="969005"/>
                  </a:lnTo>
                  <a:lnTo>
                    <a:pt x="5465958" y="968292"/>
                  </a:lnTo>
                  <a:lnTo>
                    <a:pt x="5414732" y="967113"/>
                  </a:lnTo>
                  <a:lnTo>
                    <a:pt x="5346016" y="965371"/>
                  </a:lnTo>
                  <a:lnTo>
                    <a:pt x="5261254" y="962993"/>
                  </a:lnTo>
                  <a:lnTo>
                    <a:pt x="5163301" y="959936"/>
                  </a:lnTo>
                  <a:lnTo>
                    <a:pt x="5055905" y="956183"/>
                  </a:lnTo>
                  <a:lnTo>
                    <a:pt x="4943115" y="951738"/>
                  </a:lnTo>
                  <a:lnTo>
                    <a:pt x="4828756" y="946614"/>
                  </a:lnTo>
                  <a:lnTo>
                    <a:pt x="4716057" y="940825"/>
                  </a:lnTo>
                  <a:lnTo>
                    <a:pt x="4607471" y="934373"/>
                  </a:lnTo>
                  <a:lnTo>
                    <a:pt x="4504645" y="927247"/>
                  </a:lnTo>
                  <a:lnTo>
                    <a:pt x="4408510" y="919413"/>
                  </a:lnTo>
                  <a:lnTo>
                    <a:pt x="4319404" y="910819"/>
                  </a:lnTo>
                  <a:lnTo>
                    <a:pt x="4237230" y="901389"/>
                  </a:lnTo>
                  <a:lnTo>
                    <a:pt x="4161581" y="891027"/>
                  </a:lnTo>
                  <a:lnTo>
                    <a:pt x="4091850" y="879620"/>
                  </a:lnTo>
                  <a:lnTo>
                    <a:pt x="4027321" y="867041"/>
                  </a:lnTo>
                  <a:lnTo>
                    <a:pt x="3967223" y="853158"/>
                  </a:lnTo>
                  <a:lnTo>
                    <a:pt x="3910785" y="837846"/>
                  </a:lnTo>
                  <a:lnTo>
                    <a:pt x="3857273" y="821012"/>
                  </a:lnTo>
                  <a:lnTo>
                    <a:pt x="3820202" y="807931"/>
                  </a:lnTo>
                  <a:lnTo>
                    <a:pt x="3762764" y="785309"/>
                  </a:lnTo>
                  <a:lnTo>
                    <a:pt x="3707039" y="760569"/>
                  </a:lnTo>
                  <a:lnTo>
                    <a:pt x="3652431" y="733674"/>
                  </a:lnTo>
                  <a:lnTo>
                    <a:pt x="3598494" y="704648"/>
                  </a:lnTo>
                  <a:lnTo>
                    <a:pt x="3544900" y="673581"/>
                  </a:lnTo>
                  <a:lnTo>
                    <a:pt x="3491424" y="640635"/>
                  </a:lnTo>
                  <a:lnTo>
                    <a:pt x="3437926" y="606046"/>
                  </a:lnTo>
                  <a:lnTo>
                    <a:pt x="3384337" y="570116"/>
                  </a:lnTo>
                  <a:lnTo>
                    <a:pt x="3330648" y="533211"/>
                  </a:lnTo>
                  <a:lnTo>
                    <a:pt x="3276889" y="495739"/>
                  </a:lnTo>
                  <a:lnTo>
                    <a:pt x="3223111" y="458137"/>
                  </a:lnTo>
                  <a:lnTo>
                    <a:pt x="3169375" y="420849"/>
                  </a:lnTo>
                  <a:lnTo>
                    <a:pt x="3115727" y="384303"/>
                  </a:lnTo>
                  <a:lnTo>
                    <a:pt x="3062180" y="348890"/>
                  </a:lnTo>
                  <a:lnTo>
                    <a:pt x="3008703" y="314951"/>
                  </a:lnTo>
                  <a:lnTo>
                    <a:pt x="2955199" y="282763"/>
                  </a:lnTo>
                  <a:lnTo>
                    <a:pt x="2901495" y="252530"/>
                  </a:lnTo>
                  <a:lnTo>
                    <a:pt x="2847325" y="224384"/>
                  </a:lnTo>
                  <a:lnTo>
                    <a:pt x="2792315" y="198387"/>
                  </a:lnTo>
                  <a:lnTo>
                    <a:pt x="2735959" y="174537"/>
                  </a:lnTo>
                  <a:lnTo>
                    <a:pt x="2702183" y="161586"/>
                  </a:lnTo>
                  <a:lnTo>
                    <a:pt x="2650366" y="143628"/>
                  </a:lnTo>
                  <a:lnTo>
                    <a:pt x="2596104" y="127227"/>
                  </a:lnTo>
                  <a:lnTo>
                    <a:pt x="2538717" y="112328"/>
                  </a:lnTo>
                  <a:lnTo>
                    <a:pt x="2477455" y="98823"/>
                  </a:lnTo>
                  <a:lnTo>
                    <a:pt x="2411544" y="86586"/>
                  </a:lnTo>
                  <a:lnTo>
                    <a:pt x="2340223" y="75484"/>
                  </a:lnTo>
                  <a:lnTo>
                    <a:pt x="2262799" y="65394"/>
                  </a:lnTo>
                  <a:lnTo>
                    <a:pt x="2178712" y="56207"/>
                  </a:lnTo>
                  <a:lnTo>
                    <a:pt x="2087629" y="47833"/>
                  </a:lnTo>
                  <a:lnTo>
                    <a:pt x="1989561" y="40202"/>
                  </a:lnTo>
                  <a:lnTo>
                    <a:pt x="1884998" y="33268"/>
                  </a:lnTo>
                  <a:lnTo>
                    <a:pt x="1775059" y="27002"/>
                  </a:lnTo>
                  <a:lnTo>
                    <a:pt x="1661612" y="21398"/>
                  </a:lnTo>
                  <a:lnTo>
                    <a:pt x="1547337" y="16463"/>
                  </a:lnTo>
                  <a:lnTo>
                    <a:pt x="1435655" y="12211"/>
                  </a:lnTo>
                  <a:lnTo>
                    <a:pt x="1330500" y="8654"/>
                  </a:lnTo>
                  <a:lnTo>
                    <a:pt x="1235894" y="5790"/>
                  </a:lnTo>
                  <a:lnTo>
                    <a:pt x="1155395" y="3596"/>
                  </a:lnTo>
                  <a:lnTo>
                    <a:pt x="1091507" y="2020"/>
                  </a:lnTo>
                  <a:lnTo>
                    <a:pt x="1045211" y="982"/>
                  </a:lnTo>
                  <a:lnTo>
                    <a:pt x="1015716" y="379"/>
                  </a:lnTo>
                  <a:lnTo>
                    <a:pt x="1000473" y="94"/>
                  </a:lnTo>
                  <a:lnTo>
                    <a:pt x="995367" y="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5" name="pl24"/>
            <p:cNvSpPr/>
            <p:nvPr/>
          </p:nvSpPr>
          <p:spPr>
            <a:xfrm>
              <a:off x="1199187" y="2164217"/>
              <a:ext cx="12049831" cy="1420211"/>
            </a:xfrm>
            <a:custGeom>
              <a:avLst/>
              <a:pathLst>
                <a:path w="12049831" h="1420211">
                  <a:moveTo>
                    <a:pt x="0" y="0"/>
                  </a:moveTo>
                  <a:lnTo>
                    <a:pt x="994940" y="0"/>
                  </a:lnTo>
                  <a:lnTo>
                    <a:pt x="996069" y="18"/>
                  </a:lnTo>
                  <a:lnTo>
                    <a:pt x="1003520" y="149"/>
                  </a:lnTo>
                  <a:lnTo>
                    <a:pt x="1022406" y="511"/>
                  </a:lnTo>
                  <a:lnTo>
                    <a:pt x="1056427" y="1224"/>
                  </a:lnTo>
                  <a:lnTo>
                    <a:pt x="1107653" y="2403"/>
                  </a:lnTo>
                  <a:lnTo>
                    <a:pt x="1176369" y="4145"/>
                  </a:lnTo>
                  <a:lnTo>
                    <a:pt x="1261131" y="6523"/>
                  </a:lnTo>
                  <a:lnTo>
                    <a:pt x="1359084" y="9581"/>
                  </a:lnTo>
                  <a:lnTo>
                    <a:pt x="1466480" y="13334"/>
                  </a:lnTo>
                  <a:lnTo>
                    <a:pt x="1579270" y="17779"/>
                  </a:lnTo>
                  <a:lnTo>
                    <a:pt x="1693629" y="22902"/>
                  </a:lnTo>
                  <a:lnTo>
                    <a:pt x="1806328" y="28692"/>
                  </a:lnTo>
                  <a:lnTo>
                    <a:pt x="1914914" y="35143"/>
                  </a:lnTo>
                  <a:lnTo>
                    <a:pt x="2017740" y="42270"/>
                  </a:lnTo>
                  <a:lnTo>
                    <a:pt x="2113875" y="50103"/>
                  </a:lnTo>
                  <a:lnTo>
                    <a:pt x="2202981" y="58697"/>
                  </a:lnTo>
                  <a:lnTo>
                    <a:pt x="2285155" y="68127"/>
                  </a:lnTo>
                  <a:lnTo>
                    <a:pt x="2360804" y="78489"/>
                  </a:lnTo>
                  <a:lnTo>
                    <a:pt x="2430535" y="89896"/>
                  </a:lnTo>
                  <a:lnTo>
                    <a:pt x="2495064" y="102476"/>
                  </a:lnTo>
                  <a:lnTo>
                    <a:pt x="2555162" y="116359"/>
                  </a:lnTo>
                  <a:lnTo>
                    <a:pt x="2611600" y="131670"/>
                  </a:lnTo>
                  <a:lnTo>
                    <a:pt x="2665112" y="148505"/>
                  </a:lnTo>
                  <a:lnTo>
                    <a:pt x="2702183" y="161586"/>
                  </a:lnTo>
                  <a:lnTo>
                    <a:pt x="2759621" y="184207"/>
                  </a:lnTo>
                  <a:lnTo>
                    <a:pt x="2815346" y="208947"/>
                  </a:lnTo>
                  <a:lnTo>
                    <a:pt x="2869954" y="235842"/>
                  </a:lnTo>
                  <a:lnTo>
                    <a:pt x="2923891" y="264868"/>
                  </a:lnTo>
                  <a:lnTo>
                    <a:pt x="2977484" y="295935"/>
                  </a:lnTo>
                  <a:lnTo>
                    <a:pt x="3030961" y="328881"/>
                  </a:lnTo>
                  <a:lnTo>
                    <a:pt x="3084459" y="363471"/>
                  </a:lnTo>
                  <a:lnTo>
                    <a:pt x="3138048" y="399400"/>
                  </a:lnTo>
                  <a:lnTo>
                    <a:pt x="3191737" y="436306"/>
                  </a:lnTo>
                  <a:lnTo>
                    <a:pt x="3245496" y="473778"/>
                  </a:lnTo>
                  <a:lnTo>
                    <a:pt x="3299274" y="511379"/>
                  </a:lnTo>
                  <a:lnTo>
                    <a:pt x="3353010" y="548667"/>
                  </a:lnTo>
                  <a:lnTo>
                    <a:pt x="3406658" y="585214"/>
                  </a:lnTo>
                  <a:lnTo>
                    <a:pt x="3460205" y="620626"/>
                  </a:lnTo>
                  <a:lnTo>
                    <a:pt x="3513682" y="654565"/>
                  </a:lnTo>
                  <a:lnTo>
                    <a:pt x="3567186" y="686753"/>
                  </a:lnTo>
                  <a:lnTo>
                    <a:pt x="3620890" y="716986"/>
                  </a:lnTo>
                  <a:lnTo>
                    <a:pt x="3675060" y="745132"/>
                  </a:lnTo>
                  <a:lnTo>
                    <a:pt x="3730070" y="771129"/>
                  </a:lnTo>
                  <a:lnTo>
                    <a:pt x="3786426" y="794979"/>
                  </a:lnTo>
                  <a:lnTo>
                    <a:pt x="3820202" y="807931"/>
                  </a:lnTo>
                  <a:lnTo>
                    <a:pt x="3872019" y="825888"/>
                  </a:lnTo>
                  <a:lnTo>
                    <a:pt x="3926281" y="842289"/>
                  </a:lnTo>
                  <a:lnTo>
                    <a:pt x="3983668" y="857189"/>
                  </a:lnTo>
                  <a:lnTo>
                    <a:pt x="4044930" y="870693"/>
                  </a:lnTo>
                  <a:lnTo>
                    <a:pt x="4110841" y="882931"/>
                  </a:lnTo>
                  <a:lnTo>
                    <a:pt x="4182162" y="894032"/>
                  </a:lnTo>
                  <a:lnTo>
                    <a:pt x="4259586" y="904122"/>
                  </a:lnTo>
                  <a:lnTo>
                    <a:pt x="4343673" y="913309"/>
                  </a:lnTo>
                  <a:lnTo>
                    <a:pt x="4434756" y="921683"/>
                  </a:lnTo>
                  <a:lnTo>
                    <a:pt x="4532824" y="929314"/>
                  </a:lnTo>
                  <a:lnTo>
                    <a:pt x="4637387" y="936249"/>
                  </a:lnTo>
                  <a:lnTo>
                    <a:pt x="4747326" y="942514"/>
                  </a:lnTo>
                  <a:lnTo>
                    <a:pt x="4860773" y="948118"/>
                  </a:lnTo>
                  <a:lnTo>
                    <a:pt x="4975048" y="953053"/>
                  </a:lnTo>
                  <a:lnTo>
                    <a:pt x="5086730" y="957305"/>
                  </a:lnTo>
                  <a:lnTo>
                    <a:pt x="5191885" y="960863"/>
                  </a:lnTo>
                  <a:lnTo>
                    <a:pt x="5286491" y="963727"/>
                  </a:lnTo>
                  <a:lnTo>
                    <a:pt x="5366990" y="965921"/>
                  </a:lnTo>
                  <a:lnTo>
                    <a:pt x="5430877" y="967497"/>
                  </a:lnTo>
                  <a:lnTo>
                    <a:pt x="5477174" y="968534"/>
                  </a:lnTo>
                  <a:lnTo>
                    <a:pt x="5506669" y="969137"/>
                  </a:lnTo>
                  <a:lnTo>
                    <a:pt x="5521912" y="969422"/>
                  </a:lnTo>
                  <a:lnTo>
                    <a:pt x="5527018" y="969510"/>
                  </a:lnTo>
                  <a:lnTo>
                    <a:pt x="5527445" y="969517"/>
                  </a:lnTo>
                  <a:lnTo>
                    <a:pt x="6522385" y="969517"/>
                  </a:lnTo>
                  <a:lnTo>
                    <a:pt x="6523520" y="969525"/>
                  </a:lnTo>
                  <a:lnTo>
                    <a:pt x="6531009" y="969587"/>
                  </a:lnTo>
                  <a:lnTo>
                    <a:pt x="6549988" y="969756"/>
                  </a:lnTo>
                  <a:lnTo>
                    <a:pt x="6584170" y="970089"/>
                  </a:lnTo>
                  <a:lnTo>
                    <a:pt x="6635625" y="970640"/>
                  </a:lnTo>
                  <a:lnTo>
                    <a:pt x="6704624" y="971454"/>
                  </a:lnTo>
                  <a:lnTo>
                    <a:pt x="6789702" y="972565"/>
                  </a:lnTo>
                  <a:lnTo>
                    <a:pt x="6887976" y="973993"/>
                  </a:lnTo>
                  <a:lnTo>
                    <a:pt x="6995669" y="975745"/>
                  </a:lnTo>
                  <a:lnTo>
                    <a:pt x="7108711" y="977821"/>
                  </a:lnTo>
                  <a:lnTo>
                    <a:pt x="7223266" y="980212"/>
                  </a:lnTo>
                  <a:lnTo>
                    <a:pt x="7336100" y="982915"/>
                  </a:lnTo>
                  <a:lnTo>
                    <a:pt x="7444765" y="985926"/>
                  </a:lnTo>
                  <a:lnTo>
                    <a:pt x="7547620" y="989252"/>
                  </a:lnTo>
                  <a:lnTo>
                    <a:pt x="7643747" y="992908"/>
                  </a:lnTo>
                  <a:lnTo>
                    <a:pt x="7732817" y="996920"/>
                  </a:lnTo>
                  <a:lnTo>
                    <a:pt x="7814939" y="1001324"/>
                  </a:lnTo>
                  <a:lnTo>
                    <a:pt x="7890530" y="1006163"/>
                  </a:lnTo>
                  <a:lnTo>
                    <a:pt x="7960203" y="1011492"/>
                  </a:lnTo>
                  <a:lnTo>
                    <a:pt x="8024681" y="1017369"/>
                  </a:lnTo>
                  <a:lnTo>
                    <a:pt x="8084739" y="1023857"/>
                  </a:lnTo>
                  <a:lnTo>
                    <a:pt x="8141153" y="1031013"/>
                  </a:lnTo>
                  <a:lnTo>
                    <a:pt x="8194657" y="1038881"/>
                  </a:lnTo>
                  <a:lnTo>
                    <a:pt x="8229629" y="1044633"/>
                  </a:lnTo>
                  <a:lnTo>
                    <a:pt x="8290236" y="1055768"/>
                  </a:lnTo>
                  <a:lnTo>
                    <a:pt x="8348974" y="1068004"/>
                  </a:lnTo>
                  <a:lnTo>
                    <a:pt x="8406526" y="1081357"/>
                  </a:lnTo>
                  <a:lnTo>
                    <a:pt x="8463399" y="1095809"/>
                  </a:lnTo>
                  <a:lnTo>
                    <a:pt x="8519954" y="1111304"/>
                  </a:lnTo>
                  <a:lnTo>
                    <a:pt x="8576431" y="1127743"/>
                  </a:lnTo>
                  <a:lnTo>
                    <a:pt x="8632964" y="1144984"/>
                  </a:lnTo>
                  <a:lnTo>
                    <a:pt x="8689609" y="1162849"/>
                  </a:lnTo>
                  <a:lnTo>
                    <a:pt x="8746355" y="1181126"/>
                  </a:lnTo>
                  <a:lnTo>
                    <a:pt x="8803153" y="1199584"/>
                  </a:lnTo>
                  <a:lnTo>
                    <a:pt x="8859932" y="1217980"/>
                  </a:lnTo>
                  <a:lnTo>
                    <a:pt x="8916630" y="1236075"/>
                  </a:lnTo>
                  <a:lnTo>
                    <a:pt x="8973216" y="1253645"/>
                  </a:lnTo>
                  <a:lnTo>
                    <a:pt x="9029709" y="1270496"/>
                  </a:lnTo>
                  <a:lnTo>
                    <a:pt x="9086203" y="1286468"/>
                  </a:lnTo>
                  <a:lnTo>
                    <a:pt x="9142884" y="1301439"/>
                  </a:lnTo>
                  <a:lnTo>
                    <a:pt x="9200050" y="1315335"/>
                  </a:lnTo>
                  <a:lnTo>
                    <a:pt x="9258134" y="1328117"/>
                  </a:lnTo>
                  <a:lnTo>
                    <a:pt x="9317729" y="1339786"/>
                  </a:lnTo>
                  <a:lnTo>
                    <a:pt x="9347647" y="1345096"/>
                  </a:lnTo>
                  <a:lnTo>
                    <a:pt x="9399557" y="1353457"/>
                  </a:lnTo>
                  <a:lnTo>
                    <a:pt x="9453921" y="1361093"/>
                  </a:lnTo>
                  <a:lnTo>
                    <a:pt x="9511424" y="1368028"/>
                  </a:lnTo>
                  <a:lnTo>
                    <a:pt x="9572819" y="1374313"/>
                  </a:lnTo>
                  <a:lnTo>
                    <a:pt x="9638885" y="1380008"/>
                  </a:lnTo>
                  <a:lnTo>
                    <a:pt x="9710387" y="1385173"/>
                  </a:lnTo>
                  <a:lnTo>
                    <a:pt x="9788020" y="1389866"/>
                  </a:lnTo>
                  <a:lnTo>
                    <a:pt x="9872344" y="1394139"/>
                  </a:lnTo>
                  <a:lnTo>
                    <a:pt x="9963690" y="1398034"/>
                  </a:lnTo>
                  <a:lnTo>
                    <a:pt x="10062043" y="1401581"/>
                  </a:lnTo>
                  <a:lnTo>
                    <a:pt x="10166900" y="1404805"/>
                  </a:lnTo>
                  <a:lnTo>
                    <a:pt x="10277123" y="1407717"/>
                  </a:lnTo>
                  <a:lnTo>
                    <a:pt x="10390817" y="1410319"/>
                  </a:lnTo>
                  <a:lnTo>
                    <a:pt x="10505273" y="1412610"/>
                  </a:lnTo>
                  <a:lnTo>
                    <a:pt x="10617033" y="1414582"/>
                  </a:lnTo>
                  <a:lnTo>
                    <a:pt x="10722137" y="1416230"/>
                  </a:lnTo>
                  <a:lnTo>
                    <a:pt x="10816547" y="1417554"/>
                  </a:lnTo>
                  <a:lnTo>
                    <a:pt x="10896708" y="1418567"/>
                  </a:lnTo>
                  <a:lnTo>
                    <a:pt x="10960143" y="1419292"/>
                  </a:lnTo>
                  <a:lnTo>
                    <a:pt x="11005924" y="1419768"/>
                  </a:lnTo>
                  <a:lnTo>
                    <a:pt x="11034905" y="1420042"/>
                  </a:lnTo>
                  <a:lnTo>
                    <a:pt x="11049710" y="1420170"/>
                  </a:lnTo>
                  <a:lnTo>
                    <a:pt x="11054531" y="1420209"/>
                  </a:lnTo>
                  <a:lnTo>
                    <a:pt x="11054891" y="1420211"/>
                  </a:lnTo>
                  <a:lnTo>
                    <a:pt x="12049831" y="1420211"/>
                  </a:lnTo>
                  <a:lnTo>
                    <a:pt x="12049831" y="14202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" name="pl25"/>
            <p:cNvSpPr/>
            <p:nvPr/>
          </p:nvSpPr>
          <p:spPr>
            <a:xfrm>
              <a:off x="1199187" y="2148495"/>
              <a:ext cx="12049831" cy="1420211"/>
            </a:xfrm>
            <a:custGeom>
              <a:avLst/>
              <a:pathLst>
                <a:path w="12049831" h="1420211">
                  <a:moveTo>
                    <a:pt x="12049831" y="1420211"/>
                  </a:moveTo>
                  <a:lnTo>
                    <a:pt x="11054891" y="1420211"/>
                  </a:lnTo>
                  <a:lnTo>
                    <a:pt x="11053756" y="1420203"/>
                  </a:lnTo>
                  <a:lnTo>
                    <a:pt x="11046267" y="1420142"/>
                  </a:lnTo>
                  <a:lnTo>
                    <a:pt x="11027288" y="1419972"/>
                  </a:lnTo>
                  <a:lnTo>
                    <a:pt x="10993106" y="1419639"/>
                  </a:lnTo>
                  <a:lnTo>
                    <a:pt x="10941652" y="1419088"/>
                  </a:lnTo>
                  <a:lnTo>
                    <a:pt x="10872652" y="1418274"/>
                  </a:lnTo>
                  <a:lnTo>
                    <a:pt x="10787574" y="1417163"/>
                  </a:lnTo>
                  <a:lnTo>
                    <a:pt x="10689301" y="1415735"/>
                  </a:lnTo>
                  <a:lnTo>
                    <a:pt x="10581608" y="1413983"/>
                  </a:lnTo>
                  <a:lnTo>
                    <a:pt x="10468565" y="1411908"/>
                  </a:lnTo>
                  <a:lnTo>
                    <a:pt x="10354011" y="1409516"/>
                  </a:lnTo>
                  <a:lnTo>
                    <a:pt x="10241177" y="1406814"/>
                  </a:lnTo>
                  <a:lnTo>
                    <a:pt x="10132512" y="1403802"/>
                  </a:lnTo>
                  <a:lnTo>
                    <a:pt x="10029657" y="1400476"/>
                  </a:lnTo>
                  <a:lnTo>
                    <a:pt x="9933529" y="1396820"/>
                  </a:lnTo>
                  <a:lnTo>
                    <a:pt x="9844460" y="1392808"/>
                  </a:lnTo>
                  <a:lnTo>
                    <a:pt x="9762337" y="1388405"/>
                  </a:lnTo>
                  <a:lnTo>
                    <a:pt x="9686746" y="1383565"/>
                  </a:lnTo>
                  <a:lnTo>
                    <a:pt x="9617074" y="1378236"/>
                  </a:lnTo>
                  <a:lnTo>
                    <a:pt x="9552596" y="1372359"/>
                  </a:lnTo>
                  <a:lnTo>
                    <a:pt x="9492537" y="1365871"/>
                  </a:lnTo>
                  <a:lnTo>
                    <a:pt x="9436124" y="1358715"/>
                  </a:lnTo>
                  <a:lnTo>
                    <a:pt x="9382620" y="1350847"/>
                  </a:lnTo>
                  <a:lnTo>
                    <a:pt x="9347647" y="1345096"/>
                  </a:lnTo>
                  <a:lnTo>
                    <a:pt x="9287040" y="1333960"/>
                  </a:lnTo>
                  <a:lnTo>
                    <a:pt x="9228303" y="1321724"/>
                  </a:lnTo>
                  <a:lnTo>
                    <a:pt x="9170751" y="1308371"/>
                  </a:lnTo>
                  <a:lnTo>
                    <a:pt x="9113878" y="1293919"/>
                  </a:lnTo>
                  <a:lnTo>
                    <a:pt x="9057322" y="1278424"/>
                  </a:lnTo>
                  <a:lnTo>
                    <a:pt x="9000846" y="1261985"/>
                  </a:lnTo>
                  <a:lnTo>
                    <a:pt x="8944312" y="1244744"/>
                  </a:lnTo>
                  <a:lnTo>
                    <a:pt x="8887667" y="1226879"/>
                  </a:lnTo>
                  <a:lnTo>
                    <a:pt x="8830921" y="1208602"/>
                  </a:lnTo>
                  <a:lnTo>
                    <a:pt x="8774124" y="1190144"/>
                  </a:lnTo>
                  <a:lnTo>
                    <a:pt x="8717345" y="1171748"/>
                  </a:lnTo>
                  <a:lnTo>
                    <a:pt x="8660646" y="1153653"/>
                  </a:lnTo>
                  <a:lnTo>
                    <a:pt x="8604060" y="1136083"/>
                  </a:lnTo>
                  <a:lnTo>
                    <a:pt x="8547568" y="1119232"/>
                  </a:lnTo>
                  <a:lnTo>
                    <a:pt x="8491074" y="1103261"/>
                  </a:lnTo>
                  <a:lnTo>
                    <a:pt x="8434393" y="1088289"/>
                  </a:lnTo>
                  <a:lnTo>
                    <a:pt x="8377226" y="1074393"/>
                  </a:lnTo>
                  <a:lnTo>
                    <a:pt x="8319142" y="1061612"/>
                  </a:lnTo>
                  <a:lnTo>
                    <a:pt x="8259548" y="1049942"/>
                  </a:lnTo>
                  <a:lnTo>
                    <a:pt x="8229629" y="1044633"/>
                  </a:lnTo>
                  <a:lnTo>
                    <a:pt x="8177719" y="1036271"/>
                  </a:lnTo>
                  <a:lnTo>
                    <a:pt x="8123355" y="1028635"/>
                  </a:lnTo>
                  <a:lnTo>
                    <a:pt x="8065852" y="1021700"/>
                  </a:lnTo>
                  <a:lnTo>
                    <a:pt x="8004457" y="1015415"/>
                  </a:lnTo>
                  <a:lnTo>
                    <a:pt x="7938391" y="1009720"/>
                  </a:lnTo>
                  <a:lnTo>
                    <a:pt x="7866890" y="1004555"/>
                  </a:lnTo>
                  <a:lnTo>
                    <a:pt x="7789257" y="999862"/>
                  </a:lnTo>
                  <a:lnTo>
                    <a:pt x="7704933" y="995589"/>
                  </a:lnTo>
                  <a:lnTo>
                    <a:pt x="7613586" y="991695"/>
                  </a:lnTo>
                  <a:lnTo>
                    <a:pt x="7515233" y="988147"/>
                  </a:lnTo>
                  <a:lnTo>
                    <a:pt x="7410377" y="984923"/>
                  </a:lnTo>
                  <a:lnTo>
                    <a:pt x="7300153" y="982012"/>
                  </a:lnTo>
                  <a:lnTo>
                    <a:pt x="7186459" y="979409"/>
                  </a:lnTo>
                  <a:lnTo>
                    <a:pt x="7072004" y="977118"/>
                  </a:lnTo>
                  <a:lnTo>
                    <a:pt x="6960244" y="975146"/>
                  </a:lnTo>
                  <a:lnTo>
                    <a:pt x="6855139" y="973498"/>
                  </a:lnTo>
                  <a:lnTo>
                    <a:pt x="6760730" y="972174"/>
                  </a:lnTo>
                  <a:lnTo>
                    <a:pt x="6680569" y="971161"/>
                  </a:lnTo>
                  <a:lnTo>
                    <a:pt x="6617133" y="970436"/>
                  </a:lnTo>
                  <a:lnTo>
                    <a:pt x="6571353" y="969961"/>
                  </a:lnTo>
                  <a:lnTo>
                    <a:pt x="6542371" y="969686"/>
                  </a:lnTo>
                  <a:lnTo>
                    <a:pt x="6527566" y="969558"/>
                  </a:lnTo>
                  <a:lnTo>
                    <a:pt x="6522746" y="969519"/>
                  </a:lnTo>
                  <a:lnTo>
                    <a:pt x="6522385" y="969517"/>
                  </a:lnTo>
                  <a:lnTo>
                    <a:pt x="5527445" y="969517"/>
                  </a:lnTo>
                  <a:lnTo>
                    <a:pt x="5526316" y="969498"/>
                  </a:lnTo>
                  <a:lnTo>
                    <a:pt x="5518865" y="969367"/>
                  </a:lnTo>
                  <a:lnTo>
                    <a:pt x="5499979" y="969005"/>
                  </a:lnTo>
                  <a:lnTo>
                    <a:pt x="5465958" y="968292"/>
                  </a:lnTo>
                  <a:lnTo>
                    <a:pt x="5414732" y="967113"/>
                  </a:lnTo>
                  <a:lnTo>
                    <a:pt x="5346016" y="965371"/>
                  </a:lnTo>
                  <a:lnTo>
                    <a:pt x="5261254" y="962993"/>
                  </a:lnTo>
                  <a:lnTo>
                    <a:pt x="5163301" y="959936"/>
                  </a:lnTo>
                  <a:lnTo>
                    <a:pt x="5055905" y="956183"/>
                  </a:lnTo>
                  <a:lnTo>
                    <a:pt x="4943115" y="951738"/>
                  </a:lnTo>
                  <a:lnTo>
                    <a:pt x="4828756" y="946614"/>
                  </a:lnTo>
                  <a:lnTo>
                    <a:pt x="4716057" y="940825"/>
                  </a:lnTo>
                  <a:lnTo>
                    <a:pt x="4607471" y="934373"/>
                  </a:lnTo>
                  <a:lnTo>
                    <a:pt x="4504645" y="927247"/>
                  </a:lnTo>
                  <a:lnTo>
                    <a:pt x="4408510" y="919413"/>
                  </a:lnTo>
                  <a:lnTo>
                    <a:pt x="4319404" y="910819"/>
                  </a:lnTo>
                  <a:lnTo>
                    <a:pt x="4237230" y="901389"/>
                  </a:lnTo>
                  <a:lnTo>
                    <a:pt x="4161581" y="891027"/>
                  </a:lnTo>
                  <a:lnTo>
                    <a:pt x="4091850" y="879620"/>
                  </a:lnTo>
                  <a:lnTo>
                    <a:pt x="4027321" y="867041"/>
                  </a:lnTo>
                  <a:lnTo>
                    <a:pt x="3967223" y="853158"/>
                  </a:lnTo>
                  <a:lnTo>
                    <a:pt x="3910785" y="837846"/>
                  </a:lnTo>
                  <a:lnTo>
                    <a:pt x="3857273" y="821012"/>
                  </a:lnTo>
                  <a:lnTo>
                    <a:pt x="3820202" y="807931"/>
                  </a:lnTo>
                  <a:lnTo>
                    <a:pt x="3762764" y="785309"/>
                  </a:lnTo>
                  <a:lnTo>
                    <a:pt x="3707039" y="760569"/>
                  </a:lnTo>
                  <a:lnTo>
                    <a:pt x="3652431" y="733674"/>
                  </a:lnTo>
                  <a:lnTo>
                    <a:pt x="3598494" y="704648"/>
                  </a:lnTo>
                  <a:lnTo>
                    <a:pt x="3544900" y="673581"/>
                  </a:lnTo>
                  <a:lnTo>
                    <a:pt x="3491424" y="640635"/>
                  </a:lnTo>
                  <a:lnTo>
                    <a:pt x="3437926" y="606046"/>
                  </a:lnTo>
                  <a:lnTo>
                    <a:pt x="3384337" y="570116"/>
                  </a:lnTo>
                  <a:lnTo>
                    <a:pt x="3330648" y="533211"/>
                  </a:lnTo>
                  <a:lnTo>
                    <a:pt x="3276889" y="495739"/>
                  </a:lnTo>
                  <a:lnTo>
                    <a:pt x="3223111" y="458137"/>
                  </a:lnTo>
                  <a:lnTo>
                    <a:pt x="3169375" y="420849"/>
                  </a:lnTo>
                  <a:lnTo>
                    <a:pt x="3115727" y="384303"/>
                  </a:lnTo>
                  <a:lnTo>
                    <a:pt x="3062180" y="348890"/>
                  </a:lnTo>
                  <a:lnTo>
                    <a:pt x="3008703" y="314951"/>
                  </a:lnTo>
                  <a:lnTo>
                    <a:pt x="2955199" y="282763"/>
                  </a:lnTo>
                  <a:lnTo>
                    <a:pt x="2901495" y="252530"/>
                  </a:lnTo>
                  <a:lnTo>
                    <a:pt x="2847325" y="224384"/>
                  </a:lnTo>
                  <a:lnTo>
                    <a:pt x="2792315" y="198387"/>
                  </a:lnTo>
                  <a:lnTo>
                    <a:pt x="2735959" y="174537"/>
                  </a:lnTo>
                  <a:lnTo>
                    <a:pt x="2702183" y="161586"/>
                  </a:lnTo>
                  <a:lnTo>
                    <a:pt x="2650366" y="143628"/>
                  </a:lnTo>
                  <a:lnTo>
                    <a:pt x="2596104" y="127227"/>
                  </a:lnTo>
                  <a:lnTo>
                    <a:pt x="2538717" y="112328"/>
                  </a:lnTo>
                  <a:lnTo>
                    <a:pt x="2477455" y="98823"/>
                  </a:lnTo>
                  <a:lnTo>
                    <a:pt x="2411544" y="86586"/>
                  </a:lnTo>
                  <a:lnTo>
                    <a:pt x="2340223" y="75484"/>
                  </a:lnTo>
                  <a:lnTo>
                    <a:pt x="2262799" y="65394"/>
                  </a:lnTo>
                  <a:lnTo>
                    <a:pt x="2178712" y="56207"/>
                  </a:lnTo>
                  <a:lnTo>
                    <a:pt x="2087629" y="47833"/>
                  </a:lnTo>
                  <a:lnTo>
                    <a:pt x="1989561" y="40202"/>
                  </a:lnTo>
                  <a:lnTo>
                    <a:pt x="1884998" y="33268"/>
                  </a:lnTo>
                  <a:lnTo>
                    <a:pt x="1775059" y="27002"/>
                  </a:lnTo>
                  <a:lnTo>
                    <a:pt x="1661612" y="21398"/>
                  </a:lnTo>
                  <a:lnTo>
                    <a:pt x="1547337" y="16463"/>
                  </a:lnTo>
                  <a:lnTo>
                    <a:pt x="1435655" y="12211"/>
                  </a:lnTo>
                  <a:lnTo>
                    <a:pt x="1330500" y="8654"/>
                  </a:lnTo>
                  <a:lnTo>
                    <a:pt x="1235894" y="5790"/>
                  </a:lnTo>
                  <a:lnTo>
                    <a:pt x="1155395" y="3596"/>
                  </a:lnTo>
                  <a:lnTo>
                    <a:pt x="1091507" y="2020"/>
                  </a:lnTo>
                  <a:lnTo>
                    <a:pt x="1045211" y="982"/>
                  </a:lnTo>
                  <a:lnTo>
                    <a:pt x="1015716" y="379"/>
                  </a:lnTo>
                  <a:lnTo>
                    <a:pt x="1000473" y="94"/>
                  </a:lnTo>
                  <a:lnTo>
                    <a:pt x="995367" y="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" name="pg26"/>
            <p:cNvSpPr/>
            <p:nvPr/>
          </p:nvSpPr>
          <p:spPr>
            <a:xfrm>
              <a:off x="1199187" y="2164217"/>
              <a:ext cx="12049831" cy="1729409"/>
            </a:xfrm>
            <a:custGeom>
              <a:avLst/>
              <a:pathLst>
                <a:path w="12049831" h="1729409">
                  <a:moveTo>
                    <a:pt x="0" y="10481"/>
                  </a:moveTo>
                  <a:lnTo>
                    <a:pt x="994940" y="10481"/>
                  </a:lnTo>
                  <a:lnTo>
                    <a:pt x="996069" y="10499"/>
                  </a:lnTo>
                  <a:lnTo>
                    <a:pt x="1003520" y="10631"/>
                  </a:lnTo>
                  <a:lnTo>
                    <a:pt x="1022404" y="10995"/>
                  </a:lnTo>
                  <a:lnTo>
                    <a:pt x="1056423" y="11712"/>
                  </a:lnTo>
                  <a:lnTo>
                    <a:pt x="1107646" y="12897"/>
                  </a:lnTo>
                  <a:lnTo>
                    <a:pt x="1176358" y="14649"/>
                  </a:lnTo>
                  <a:lnTo>
                    <a:pt x="1261116" y="17039"/>
                  </a:lnTo>
                  <a:lnTo>
                    <a:pt x="1359064" y="20113"/>
                  </a:lnTo>
                  <a:lnTo>
                    <a:pt x="1466456" y="23886"/>
                  </a:lnTo>
                  <a:lnTo>
                    <a:pt x="1579242" y="28355"/>
                  </a:lnTo>
                  <a:lnTo>
                    <a:pt x="1693599" y="33506"/>
                  </a:lnTo>
                  <a:lnTo>
                    <a:pt x="1806296" y="39326"/>
                  </a:lnTo>
                  <a:lnTo>
                    <a:pt x="1914881" y="45812"/>
                  </a:lnTo>
                  <a:lnTo>
                    <a:pt x="2017706" y="52977"/>
                  </a:lnTo>
                  <a:lnTo>
                    <a:pt x="2113842" y="60852"/>
                  </a:lnTo>
                  <a:lnTo>
                    <a:pt x="2202948" y="69492"/>
                  </a:lnTo>
                  <a:lnTo>
                    <a:pt x="2285122" y="78973"/>
                  </a:lnTo>
                  <a:lnTo>
                    <a:pt x="2360773" y="89390"/>
                  </a:lnTo>
                  <a:lnTo>
                    <a:pt x="2430504" y="100858"/>
                  </a:lnTo>
                  <a:lnTo>
                    <a:pt x="2495034" y="113504"/>
                  </a:lnTo>
                  <a:lnTo>
                    <a:pt x="2555133" y="127462"/>
                  </a:lnTo>
                  <a:lnTo>
                    <a:pt x="2611571" y="142854"/>
                  </a:lnTo>
                  <a:lnTo>
                    <a:pt x="2665083" y="159779"/>
                  </a:lnTo>
                  <a:lnTo>
                    <a:pt x="2702183" y="172940"/>
                  </a:lnTo>
                  <a:lnTo>
                    <a:pt x="2759583" y="195668"/>
                  </a:lnTo>
                  <a:lnTo>
                    <a:pt x="2815272" y="220523"/>
                  </a:lnTo>
                  <a:lnTo>
                    <a:pt x="2869843" y="247541"/>
                  </a:lnTo>
                  <a:lnTo>
                    <a:pt x="2923745" y="276699"/>
                  </a:lnTo>
                  <a:lnTo>
                    <a:pt x="2977303" y="307907"/>
                  </a:lnTo>
                  <a:lnTo>
                    <a:pt x="3030744" y="341002"/>
                  </a:lnTo>
                  <a:lnTo>
                    <a:pt x="3084205" y="375748"/>
                  </a:lnTo>
                  <a:lnTo>
                    <a:pt x="3137757" y="411842"/>
                  </a:lnTo>
                  <a:lnTo>
                    <a:pt x="3191409" y="448917"/>
                  </a:lnTo>
                  <a:lnTo>
                    <a:pt x="3245132" y="486564"/>
                  </a:lnTo>
                  <a:lnTo>
                    <a:pt x="3298873" y="524343"/>
                  </a:lnTo>
                  <a:lnTo>
                    <a:pt x="3352573" y="561812"/>
                  </a:lnTo>
                  <a:lnTo>
                    <a:pt x="3406186" y="598539"/>
                  </a:lnTo>
                  <a:lnTo>
                    <a:pt x="3459697" y="634131"/>
                  </a:lnTo>
                  <a:lnTo>
                    <a:pt x="3513139" y="668246"/>
                  </a:lnTo>
                  <a:lnTo>
                    <a:pt x="3566605" y="700606"/>
                  </a:lnTo>
                  <a:lnTo>
                    <a:pt x="3620269" y="731005"/>
                  </a:lnTo>
                  <a:lnTo>
                    <a:pt x="3674395" y="759309"/>
                  </a:lnTo>
                  <a:lnTo>
                    <a:pt x="3729354" y="785456"/>
                  </a:lnTo>
                  <a:lnTo>
                    <a:pt x="3785651" y="809447"/>
                  </a:lnTo>
                  <a:lnTo>
                    <a:pt x="3820202" y="822779"/>
                  </a:lnTo>
                  <a:lnTo>
                    <a:pt x="3872018" y="840833"/>
                  </a:lnTo>
                  <a:lnTo>
                    <a:pt x="3926278" y="857322"/>
                  </a:lnTo>
                  <a:lnTo>
                    <a:pt x="3983664" y="872302"/>
                  </a:lnTo>
                  <a:lnTo>
                    <a:pt x="4044924" y="885880"/>
                  </a:lnTo>
                  <a:lnTo>
                    <a:pt x="4110833" y="898183"/>
                  </a:lnTo>
                  <a:lnTo>
                    <a:pt x="4182151" y="909345"/>
                  </a:lnTo>
                  <a:lnTo>
                    <a:pt x="4259573" y="919489"/>
                  </a:lnTo>
                  <a:lnTo>
                    <a:pt x="4343657" y="928726"/>
                  </a:lnTo>
                  <a:lnTo>
                    <a:pt x="4434735" y="937145"/>
                  </a:lnTo>
                  <a:lnTo>
                    <a:pt x="4532799" y="944817"/>
                  </a:lnTo>
                  <a:lnTo>
                    <a:pt x="4637358" y="951789"/>
                  </a:lnTo>
                  <a:lnTo>
                    <a:pt x="4747294" y="958089"/>
                  </a:lnTo>
                  <a:lnTo>
                    <a:pt x="4860737" y="963723"/>
                  </a:lnTo>
                  <a:lnTo>
                    <a:pt x="4975010" y="968684"/>
                  </a:lnTo>
                  <a:lnTo>
                    <a:pt x="5086690" y="972960"/>
                  </a:lnTo>
                  <a:lnTo>
                    <a:pt x="5191846" y="976537"/>
                  </a:lnTo>
                  <a:lnTo>
                    <a:pt x="5286455" y="979416"/>
                  </a:lnTo>
                  <a:lnTo>
                    <a:pt x="5366958" y="981622"/>
                  </a:lnTo>
                  <a:lnTo>
                    <a:pt x="5430852" y="983207"/>
                  </a:lnTo>
                  <a:lnTo>
                    <a:pt x="5477156" y="984250"/>
                  </a:lnTo>
                  <a:lnTo>
                    <a:pt x="5506658" y="984857"/>
                  </a:lnTo>
                  <a:lnTo>
                    <a:pt x="5521907" y="985144"/>
                  </a:lnTo>
                  <a:lnTo>
                    <a:pt x="5527017" y="985232"/>
                  </a:lnTo>
                  <a:lnTo>
                    <a:pt x="5527445" y="985239"/>
                  </a:lnTo>
                  <a:lnTo>
                    <a:pt x="6522385" y="985239"/>
                  </a:lnTo>
                  <a:lnTo>
                    <a:pt x="6523518" y="985253"/>
                  </a:lnTo>
                  <a:lnTo>
                    <a:pt x="6530989" y="985354"/>
                  </a:lnTo>
                  <a:lnTo>
                    <a:pt x="6549923" y="985632"/>
                  </a:lnTo>
                  <a:lnTo>
                    <a:pt x="6584028" y="986181"/>
                  </a:lnTo>
                  <a:lnTo>
                    <a:pt x="6635374" y="987089"/>
                  </a:lnTo>
                  <a:lnTo>
                    <a:pt x="6704238" y="988430"/>
                  </a:lnTo>
                  <a:lnTo>
                    <a:pt x="6789165" y="990260"/>
                  </a:lnTo>
                  <a:lnTo>
                    <a:pt x="6887286" y="992612"/>
                  </a:lnTo>
                  <a:lnTo>
                    <a:pt x="6994838" y="995499"/>
                  </a:lnTo>
                  <a:lnTo>
                    <a:pt x="7107759" y="998919"/>
                  </a:lnTo>
                  <a:lnTo>
                    <a:pt x="7222221" y="1002860"/>
                  </a:lnTo>
                  <a:lnTo>
                    <a:pt x="7334990" y="1007313"/>
                  </a:lnTo>
                  <a:lnTo>
                    <a:pt x="7443618" y="1012276"/>
                  </a:lnTo>
                  <a:lnTo>
                    <a:pt x="7546459" y="1017757"/>
                  </a:lnTo>
                  <a:lnTo>
                    <a:pt x="7642591" y="1023783"/>
                  </a:lnTo>
                  <a:lnTo>
                    <a:pt x="7731677" y="1030394"/>
                  </a:lnTo>
                  <a:lnTo>
                    <a:pt x="7813824" y="1037649"/>
                  </a:lnTo>
                  <a:lnTo>
                    <a:pt x="7889443" y="1045622"/>
                  </a:lnTo>
                  <a:lnTo>
                    <a:pt x="7959143" y="1054400"/>
                  </a:lnTo>
                  <a:lnTo>
                    <a:pt x="8023646" y="1064082"/>
                  </a:lnTo>
                  <a:lnTo>
                    <a:pt x="8083723" y="1074767"/>
                  </a:lnTo>
                  <a:lnTo>
                    <a:pt x="8140148" y="1086553"/>
                  </a:lnTo>
                  <a:lnTo>
                    <a:pt x="8193656" y="1099511"/>
                  </a:lnTo>
                  <a:lnTo>
                    <a:pt x="8229629" y="1109267"/>
                  </a:lnTo>
                  <a:lnTo>
                    <a:pt x="8288621" y="1127131"/>
                  </a:lnTo>
                  <a:lnTo>
                    <a:pt x="8345823" y="1146714"/>
                  </a:lnTo>
                  <a:lnTo>
                    <a:pt x="8401873" y="1168042"/>
                  </a:lnTo>
                  <a:lnTo>
                    <a:pt x="8457248" y="1191094"/>
                  </a:lnTo>
                  <a:lnTo>
                    <a:pt x="8512292" y="1215787"/>
                  </a:lnTo>
                  <a:lnTo>
                    <a:pt x="8567237" y="1241981"/>
                  </a:lnTo>
                  <a:lnTo>
                    <a:pt x="8622222" y="1269469"/>
                  </a:lnTo>
                  <a:lnTo>
                    <a:pt x="8677307" y="1297989"/>
                  </a:lnTo>
                  <a:lnTo>
                    <a:pt x="8732494" y="1327230"/>
                  </a:lnTo>
                  <a:lnTo>
                    <a:pt x="8787744" y="1356844"/>
                  </a:lnTo>
                  <a:lnTo>
                    <a:pt x="8842995" y="1386463"/>
                  </a:lnTo>
                  <a:lnTo>
                    <a:pt x="8898185" y="1415721"/>
                  </a:lnTo>
                  <a:lnTo>
                    <a:pt x="8953274" y="1444270"/>
                  </a:lnTo>
                  <a:lnTo>
                    <a:pt x="9008261" y="1471796"/>
                  </a:lnTo>
                  <a:lnTo>
                    <a:pt x="9063205" y="1498035"/>
                  </a:lnTo>
                  <a:lnTo>
                    <a:pt x="9118243" y="1522780"/>
                  </a:lnTo>
                  <a:lnTo>
                    <a:pt x="9173603" y="1545886"/>
                  </a:lnTo>
                  <a:lnTo>
                    <a:pt x="9229625" y="1567271"/>
                  </a:lnTo>
                  <a:lnTo>
                    <a:pt x="9286781" y="1586909"/>
                  </a:lnTo>
                  <a:lnTo>
                    <a:pt x="9345702" y="1604829"/>
                  </a:lnTo>
                  <a:lnTo>
                    <a:pt x="9347647" y="1605380"/>
                  </a:lnTo>
                  <a:lnTo>
                    <a:pt x="9399513" y="1619176"/>
                  </a:lnTo>
                  <a:lnTo>
                    <a:pt x="9453828" y="1631775"/>
                  </a:lnTo>
                  <a:lnTo>
                    <a:pt x="9511276" y="1643219"/>
                  </a:lnTo>
                  <a:lnTo>
                    <a:pt x="9572608" y="1653591"/>
                  </a:lnTo>
                  <a:lnTo>
                    <a:pt x="9638600" y="1662989"/>
                  </a:lnTo>
                  <a:lnTo>
                    <a:pt x="9710015" y="1671514"/>
                  </a:lnTo>
                  <a:lnTo>
                    <a:pt x="9787548" y="1679261"/>
                  </a:lnTo>
                  <a:lnTo>
                    <a:pt x="9871759" y="1686315"/>
                  </a:lnTo>
                  <a:lnTo>
                    <a:pt x="9962980" y="1692744"/>
                  </a:lnTo>
                  <a:lnTo>
                    <a:pt x="10061197" y="1698601"/>
                  </a:lnTo>
                  <a:lnTo>
                    <a:pt x="10165914" y="1703924"/>
                  </a:lnTo>
                  <a:lnTo>
                    <a:pt x="10276001" y="1708732"/>
                  </a:lnTo>
                  <a:lnTo>
                    <a:pt x="10389578" y="1713032"/>
                  </a:lnTo>
                  <a:lnTo>
                    <a:pt x="10503947" y="1716817"/>
                  </a:lnTo>
                  <a:lnTo>
                    <a:pt x="10615670" y="1720077"/>
                  </a:lnTo>
                  <a:lnTo>
                    <a:pt x="10720800" y="1722802"/>
                  </a:lnTo>
                  <a:lnTo>
                    <a:pt x="10815303" y="1724995"/>
                  </a:lnTo>
                  <a:lnTo>
                    <a:pt x="10895626" y="1726672"/>
                  </a:lnTo>
                  <a:lnTo>
                    <a:pt x="10959278" y="1727875"/>
                  </a:lnTo>
                  <a:lnTo>
                    <a:pt x="11005304" y="1728666"/>
                  </a:lnTo>
                  <a:lnTo>
                    <a:pt x="11034530" y="1729124"/>
                  </a:lnTo>
                  <a:lnTo>
                    <a:pt x="11049544" y="1729339"/>
                  </a:lnTo>
                  <a:lnTo>
                    <a:pt x="11054500" y="1729404"/>
                  </a:lnTo>
                  <a:lnTo>
                    <a:pt x="11054891" y="1729409"/>
                  </a:lnTo>
                  <a:lnTo>
                    <a:pt x="12049831" y="1729409"/>
                  </a:lnTo>
                  <a:lnTo>
                    <a:pt x="12049831" y="1718927"/>
                  </a:lnTo>
                  <a:lnTo>
                    <a:pt x="11054891" y="1718927"/>
                  </a:lnTo>
                  <a:lnTo>
                    <a:pt x="11053759" y="1718913"/>
                  </a:lnTo>
                  <a:lnTo>
                    <a:pt x="11046288" y="1718812"/>
                  </a:lnTo>
                  <a:lnTo>
                    <a:pt x="11027353" y="1718534"/>
                  </a:lnTo>
                  <a:lnTo>
                    <a:pt x="10993248" y="1717985"/>
                  </a:lnTo>
                  <a:lnTo>
                    <a:pt x="10941903" y="1717077"/>
                  </a:lnTo>
                  <a:lnTo>
                    <a:pt x="10873039" y="1715737"/>
                  </a:lnTo>
                  <a:lnTo>
                    <a:pt x="10788111" y="1713907"/>
                  </a:lnTo>
                  <a:lnTo>
                    <a:pt x="10689991" y="1711554"/>
                  </a:lnTo>
                  <a:lnTo>
                    <a:pt x="10582439" y="1708667"/>
                  </a:lnTo>
                  <a:lnTo>
                    <a:pt x="10469517" y="1705247"/>
                  </a:lnTo>
                  <a:lnTo>
                    <a:pt x="10355056" y="1701306"/>
                  </a:lnTo>
                  <a:lnTo>
                    <a:pt x="10242286" y="1696853"/>
                  </a:lnTo>
                  <a:lnTo>
                    <a:pt x="10133658" y="1691890"/>
                  </a:lnTo>
                  <a:lnTo>
                    <a:pt x="10030817" y="1686409"/>
                  </a:lnTo>
                  <a:lnTo>
                    <a:pt x="9934686" y="1680383"/>
                  </a:lnTo>
                  <a:lnTo>
                    <a:pt x="9845599" y="1673772"/>
                  </a:lnTo>
                  <a:lnTo>
                    <a:pt x="9763452" y="1666517"/>
                  </a:lnTo>
                  <a:lnTo>
                    <a:pt x="9687833" y="1658544"/>
                  </a:lnTo>
                  <a:lnTo>
                    <a:pt x="9618133" y="1649766"/>
                  </a:lnTo>
                  <a:lnTo>
                    <a:pt x="9553630" y="1640085"/>
                  </a:lnTo>
                  <a:lnTo>
                    <a:pt x="9493553" y="1629399"/>
                  </a:lnTo>
                  <a:lnTo>
                    <a:pt x="9437128" y="1617613"/>
                  </a:lnTo>
                  <a:lnTo>
                    <a:pt x="9383621" y="1604655"/>
                  </a:lnTo>
                  <a:lnTo>
                    <a:pt x="9347647" y="1594899"/>
                  </a:lnTo>
                  <a:lnTo>
                    <a:pt x="9288656" y="1577035"/>
                  </a:lnTo>
                  <a:lnTo>
                    <a:pt x="9231454" y="1557453"/>
                  </a:lnTo>
                  <a:lnTo>
                    <a:pt x="9175403" y="1536124"/>
                  </a:lnTo>
                  <a:lnTo>
                    <a:pt x="9120028" y="1513073"/>
                  </a:lnTo>
                  <a:lnTo>
                    <a:pt x="9064984" y="1488379"/>
                  </a:lnTo>
                  <a:lnTo>
                    <a:pt x="9010039" y="1462186"/>
                  </a:lnTo>
                  <a:lnTo>
                    <a:pt x="8955055" y="1434697"/>
                  </a:lnTo>
                  <a:lnTo>
                    <a:pt x="8899970" y="1406177"/>
                  </a:lnTo>
                  <a:lnTo>
                    <a:pt x="8844782" y="1376936"/>
                  </a:lnTo>
                  <a:lnTo>
                    <a:pt x="8789532" y="1347323"/>
                  </a:lnTo>
                  <a:lnTo>
                    <a:pt x="8734282" y="1317703"/>
                  </a:lnTo>
                  <a:lnTo>
                    <a:pt x="8679091" y="1288445"/>
                  </a:lnTo>
                  <a:lnTo>
                    <a:pt x="8624002" y="1259896"/>
                  </a:lnTo>
                  <a:lnTo>
                    <a:pt x="8569015" y="1232370"/>
                  </a:lnTo>
                  <a:lnTo>
                    <a:pt x="8514071" y="1206131"/>
                  </a:lnTo>
                  <a:lnTo>
                    <a:pt x="8459033" y="1181386"/>
                  </a:lnTo>
                  <a:lnTo>
                    <a:pt x="8403673" y="1158280"/>
                  </a:lnTo>
                  <a:lnTo>
                    <a:pt x="8347651" y="1136895"/>
                  </a:lnTo>
                  <a:lnTo>
                    <a:pt x="8290496" y="1117257"/>
                  </a:lnTo>
                  <a:lnTo>
                    <a:pt x="8231574" y="1099338"/>
                  </a:lnTo>
                  <a:lnTo>
                    <a:pt x="8229629" y="1098786"/>
                  </a:lnTo>
                  <a:lnTo>
                    <a:pt x="8177763" y="1084990"/>
                  </a:lnTo>
                  <a:lnTo>
                    <a:pt x="8123448" y="1072391"/>
                  </a:lnTo>
                  <a:lnTo>
                    <a:pt x="8066000" y="1060947"/>
                  </a:lnTo>
                  <a:lnTo>
                    <a:pt x="8004669" y="1050575"/>
                  </a:lnTo>
                  <a:lnTo>
                    <a:pt x="7938677" y="1041177"/>
                  </a:lnTo>
                  <a:lnTo>
                    <a:pt x="7867261" y="1032652"/>
                  </a:lnTo>
                  <a:lnTo>
                    <a:pt x="7789728" y="1024905"/>
                  </a:lnTo>
                  <a:lnTo>
                    <a:pt x="7705517" y="1017851"/>
                  </a:lnTo>
                  <a:lnTo>
                    <a:pt x="7614296" y="1011422"/>
                  </a:lnTo>
                  <a:lnTo>
                    <a:pt x="7516079" y="1005565"/>
                  </a:lnTo>
                  <a:lnTo>
                    <a:pt x="7411363" y="1000242"/>
                  </a:lnTo>
                  <a:lnTo>
                    <a:pt x="7301275" y="995434"/>
                  </a:lnTo>
                  <a:lnTo>
                    <a:pt x="7187699" y="991134"/>
                  </a:lnTo>
                  <a:lnTo>
                    <a:pt x="7073329" y="987349"/>
                  </a:lnTo>
                  <a:lnTo>
                    <a:pt x="6961606" y="984090"/>
                  </a:lnTo>
                  <a:lnTo>
                    <a:pt x="6856477" y="981364"/>
                  </a:lnTo>
                  <a:lnTo>
                    <a:pt x="6761973" y="979172"/>
                  </a:lnTo>
                  <a:lnTo>
                    <a:pt x="6681650" y="977494"/>
                  </a:lnTo>
                  <a:lnTo>
                    <a:pt x="6617999" y="976291"/>
                  </a:lnTo>
                  <a:lnTo>
                    <a:pt x="6571972" y="975500"/>
                  </a:lnTo>
                  <a:lnTo>
                    <a:pt x="6542746" y="975043"/>
                  </a:lnTo>
                  <a:lnTo>
                    <a:pt x="6527733" y="974827"/>
                  </a:lnTo>
                  <a:lnTo>
                    <a:pt x="6522777" y="974762"/>
                  </a:lnTo>
                  <a:lnTo>
                    <a:pt x="6522385" y="974757"/>
                  </a:lnTo>
                  <a:lnTo>
                    <a:pt x="5527445" y="974757"/>
                  </a:lnTo>
                  <a:lnTo>
                    <a:pt x="5526316" y="974739"/>
                  </a:lnTo>
                  <a:lnTo>
                    <a:pt x="5518865" y="974607"/>
                  </a:lnTo>
                  <a:lnTo>
                    <a:pt x="5499981" y="974243"/>
                  </a:lnTo>
                  <a:lnTo>
                    <a:pt x="5465962" y="973526"/>
                  </a:lnTo>
                  <a:lnTo>
                    <a:pt x="5414739" y="972341"/>
                  </a:lnTo>
                  <a:lnTo>
                    <a:pt x="5346027" y="970589"/>
                  </a:lnTo>
                  <a:lnTo>
                    <a:pt x="5261269" y="968199"/>
                  </a:lnTo>
                  <a:lnTo>
                    <a:pt x="5163321" y="965125"/>
                  </a:lnTo>
                  <a:lnTo>
                    <a:pt x="5055929" y="961352"/>
                  </a:lnTo>
                  <a:lnTo>
                    <a:pt x="4943143" y="956883"/>
                  </a:lnTo>
                  <a:lnTo>
                    <a:pt x="4828786" y="951732"/>
                  </a:lnTo>
                  <a:lnTo>
                    <a:pt x="4716089" y="945912"/>
                  </a:lnTo>
                  <a:lnTo>
                    <a:pt x="4607504" y="939426"/>
                  </a:lnTo>
                  <a:lnTo>
                    <a:pt x="4504679" y="932261"/>
                  </a:lnTo>
                  <a:lnTo>
                    <a:pt x="4408543" y="924386"/>
                  </a:lnTo>
                  <a:lnTo>
                    <a:pt x="4319437" y="915746"/>
                  </a:lnTo>
                  <a:lnTo>
                    <a:pt x="4237263" y="906266"/>
                  </a:lnTo>
                  <a:lnTo>
                    <a:pt x="4161612" y="895848"/>
                  </a:lnTo>
                  <a:lnTo>
                    <a:pt x="4091881" y="884380"/>
                  </a:lnTo>
                  <a:lnTo>
                    <a:pt x="4027351" y="871734"/>
                  </a:lnTo>
                  <a:lnTo>
                    <a:pt x="3967252" y="857777"/>
                  </a:lnTo>
                  <a:lnTo>
                    <a:pt x="3910814" y="842384"/>
                  </a:lnTo>
                  <a:lnTo>
                    <a:pt x="3857302" y="825459"/>
                  </a:lnTo>
                  <a:lnTo>
                    <a:pt x="3820202" y="812298"/>
                  </a:lnTo>
                  <a:lnTo>
                    <a:pt x="3762802" y="789570"/>
                  </a:lnTo>
                  <a:lnTo>
                    <a:pt x="3707113" y="764715"/>
                  </a:lnTo>
                  <a:lnTo>
                    <a:pt x="3652542" y="737697"/>
                  </a:lnTo>
                  <a:lnTo>
                    <a:pt x="3598640" y="708539"/>
                  </a:lnTo>
                  <a:lnTo>
                    <a:pt x="3545082" y="677331"/>
                  </a:lnTo>
                  <a:lnTo>
                    <a:pt x="3491641" y="644236"/>
                  </a:lnTo>
                  <a:lnTo>
                    <a:pt x="3438180" y="609490"/>
                  </a:lnTo>
                  <a:lnTo>
                    <a:pt x="3384628" y="573397"/>
                  </a:lnTo>
                  <a:lnTo>
                    <a:pt x="3330976" y="536321"/>
                  </a:lnTo>
                  <a:lnTo>
                    <a:pt x="3277253" y="498675"/>
                  </a:lnTo>
                  <a:lnTo>
                    <a:pt x="3223512" y="460895"/>
                  </a:lnTo>
                  <a:lnTo>
                    <a:pt x="3169812" y="423427"/>
                  </a:lnTo>
                  <a:lnTo>
                    <a:pt x="3116199" y="386699"/>
                  </a:lnTo>
                  <a:lnTo>
                    <a:pt x="3062688" y="351107"/>
                  </a:lnTo>
                  <a:lnTo>
                    <a:pt x="3009246" y="316992"/>
                  </a:lnTo>
                  <a:lnTo>
                    <a:pt x="2955780" y="284632"/>
                  </a:lnTo>
                  <a:lnTo>
                    <a:pt x="2902116" y="254234"/>
                  </a:lnTo>
                  <a:lnTo>
                    <a:pt x="2847990" y="225930"/>
                  </a:lnTo>
                  <a:lnTo>
                    <a:pt x="2793031" y="199783"/>
                  </a:lnTo>
                  <a:lnTo>
                    <a:pt x="2736734" y="175791"/>
                  </a:lnTo>
                  <a:lnTo>
                    <a:pt x="2702183" y="162459"/>
                  </a:lnTo>
                  <a:lnTo>
                    <a:pt x="2650367" y="144405"/>
                  </a:lnTo>
                  <a:lnTo>
                    <a:pt x="2596107" y="127916"/>
                  </a:lnTo>
                  <a:lnTo>
                    <a:pt x="2538721" y="112936"/>
                  </a:lnTo>
                  <a:lnTo>
                    <a:pt x="2477461" y="99359"/>
                  </a:lnTo>
                  <a:lnTo>
                    <a:pt x="2411552" y="87055"/>
                  </a:lnTo>
                  <a:lnTo>
                    <a:pt x="2340234" y="75893"/>
                  </a:lnTo>
                  <a:lnTo>
                    <a:pt x="2262812" y="65749"/>
                  </a:lnTo>
                  <a:lnTo>
                    <a:pt x="2178728" y="56513"/>
                  </a:lnTo>
                  <a:lnTo>
                    <a:pt x="2087650" y="48093"/>
                  </a:lnTo>
                  <a:lnTo>
                    <a:pt x="1989586" y="40421"/>
                  </a:lnTo>
                  <a:lnTo>
                    <a:pt x="1885027" y="33449"/>
                  </a:lnTo>
                  <a:lnTo>
                    <a:pt x="1775091" y="27150"/>
                  </a:lnTo>
                  <a:lnTo>
                    <a:pt x="1661648" y="21516"/>
                  </a:lnTo>
                  <a:lnTo>
                    <a:pt x="1547375" y="16554"/>
                  </a:lnTo>
                  <a:lnTo>
                    <a:pt x="1435695" y="12279"/>
                  </a:lnTo>
                  <a:lnTo>
                    <a:pt x="1330539" y="8702"/>
                  </a:lnTo>
                  <a:lnTo>
                    <a:pt x="1235930" y="5822"/>
                  </a:lnTo>
                  <a:lnTo>
                    <a:pt x="1155426" y="3616"/>
                  </a:lnTo>
                  <a:lnTo>
                    <a:pt x="1091533" y="2031"/>
                  </a:lnTo>
                  <a:lnTo>
                    <a:pt x="1045229" y="988"/>
                  </a:lnTo>
                  <a:lnTo>
                    <a:pt x="1015727" y="381"/>
                  </a:lnTo>
                  <a:lnTo>
                    <a:pt x="1000478" y="95"/>
                  </a:lnTo>
                  <a:lnTo>
                    <a:pt x="995368" y="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8" name="pl27"/>
            <p:cNvSpPr/>
            <p:nvPr/>
          </p:nvSpPr>
          <p:spPr>
            <a:xfrm>
              <a:off x="1199187" y="2174698"/>
              <a:ext cx="12049831" cy="1718927"/>
            </a:xfrm>
            <a:custGeom>
              <a:avLst/>
              <a:pathLst>
                <a:path w="12049831" h="1718927">
                  <a:moveTo>
                    <a:pt x="0" y="0"/>
                  </a:moveTo>
                  <a:lnTo>
                    <a:pt x="994940" y="0"/>
                  </a:lnTo>
                  <a:lnTo>
                    <a:pt x="996069" y="18"/>
                  </a:lnTo>
                  <a:lnTo>
                    <a:pt x="1003520" y="150"/>
                  </a:lnTo>
                  <a:lnTo>
                    <a:pt x="1022404" y="514"/>
                  </a:lnTo>
                  <a:lnTo>
                    <a:pt x="1056423" y="1231"/>
                  </a:lnTo>
                  <a:lnTo>
                    <a:pt x="1107646" y="2416"/>
                  </a:lnTo>
                  <a:lnTo>
                    <a:pt x="1176358" y="4168"/>
                  </a:lnTo>
                  <a:lnTo>
                    <a:pt x="1261116" y="6558"/>
                  </a:lnTo>
                  <a:lnTo>
                    <a:pt x="1359064" y="9632"/>
                  </a:lnTo>
                  <a:lnTo>
                    <a:pt x="1466456" y="13405"/>
                  </a:lnTo>
                  <a:lnTo>
                    <a:pt x="1579242" y="17874"/>
                  </a:lnTo>
                  <a:lnTo>
                    <a:pt x="1693599" y="23025"/>
                  </a:lnTo>
                  <a:lnTo>
                    <a:pt x="1806296" y="28845"/>
                  </a:lnTo>
                  <a:lnTo>
                    <a:pt x="1914881" y="35331"/>
                  </a:lnTo>
                  <a:lnTo>
                    <a:pt x="2017706" y="42496"/>
                  </a:lnTo>
                  <a:lnTo>
                    <a:pt x="2113842" y="50371"/>
                  </a:lnTo>
                  <a:lnTo>
                    <a:pt x="2202948" y="59011"/>
                  </a:lnTo>
                  <a:lnTo>
                    <a:pt x="2285122" y="68491"/>
                  </a:lnTo>
                  <a:lnTo>
                    <a:pt x="2360773" y="78909"/>
                  </a:lnTo>
                  <a:lnTo>
                    <a:pt x="2430504" y="90377"/>
                  </a:lnTo>
                  <a:lnTo>
                    <a:pt x="2495034" y="103023"/>
                  </a:lnTo>
                  <a:lnTo>
                    <a:pt x="2555133" y="116980"/>
                  </a:lnTo>
                  <a:lnTo>
                    <a:pt x="2611571" y="132373"/>
                  </a:lnTo>
                  <a:lnTo>
                    <a:pt x="2665083" y="149298"/>
                  </a:lnTo>
                  <a:lnTo>
                    <a:pt x="2702183" y="162459"/>
                  </a:lnTo>
                  <a:lnTo>
                    <a:pt x="2759583" y="185187"/>
                  </a:lnTo>
                  <a:lnTo>
                    <a:pt x="2815272" y="210042"/>
                  </a:lnTo>
                  <a:lnTo>
                    <a:pt x="2869843" y="237060"/>
                  </a:lnTo>
                  <a:lnTo>
                    <a:pt x="2923745" y="266218"/>
                  </a:lnTo>
                  <a:lnTo>
                    <a:pt x="2977303" y="297426"/>
                  </a:lnTo>
                  <a:lnTo>
                    <a:pt x="3030744" y="330521"/>
                  </a:lnTo>
                  <a:lnTo>
                    <a:pt x="3084205" y="365267"/>
                  </a:lnTo>
                  <a:lnTo>
                    <a:pt x="3137757" y="401360"/>
                  </a:lnTo>
                  <a:lnTo>
                    <a:pt x="3191409" y="438436"/>
                  </a:lnTo>
                  <a:lnTo>
                    <a:pt x="3245132" y="476082"/>
                  </a:lnTo>
                  <a:lnTo>
                    <a:pt x="3298873" y="513862"/>
                  </a:lnTo>
                  <a:lnTo>
                    <a:pt x="3352573" y="551330"/>
                  </a:lnTo>
                  <a:lnTo>
                    <a:pt x="3406186" y="588058"/>
                  </a:lnTo>
                  <a:lnTo>
                    <a:pt x="3459697" y="623650"/>
                  </a:lnTo>
                  <a:lnTo>
                    <a:pt x="3513139" y="657765"/>
                  </a:lnTo>
                  <a:lnTo>
                    <a:pt x="3566605" y="690125"/>
                  </a:lnTo>
                  <a:lnTo>
                    <a:pt x="3620269" y="720523"/>
                  </a:lnTo>
                  <a:lnTo>
                    <a:pt x="3674395" y="748827"/>
                  </a:lnTo>
                  <a:lnTo>
                    <a:pt x="3729354" y="774974"/>
                  </a:lnTo>
                  <a:lnTo>
                    <a:pt x="3785651" y="798966"/>
                  </a:lnTo>
                  <a:lnTo>
                    <a:pt x="3820202" y="812298"/>
                  </a:lnTo>
                  <a:lnTo>
                    <a:pt x="3872018" y="830352"/>
                  </a:lnTo>
                  <a:lnTo>
                    <a:pt x="3926278" y="846841"/>
                  </a:lnTo>
                  <a:lnTo>
                    <a:pt x="3983664" y="861821"/>
                  </a:lnTo>
                  <a:lnTo>
                    <a:pt x="4044924" y="875398"/>
                  </a:lnTo>
                  <a:lnTo>
                    <a:pt x="4110833" y="887702"/>
                  </a:lnTo>
                  <a:lnTo>
                    <a:pt x="4182151" y="898863"/>
                  </a:lnTo>
                  <a:lnTo>
                    <a:pt x="4259573" y="909008"/>
                  </a:lnTo>
                  <a:lnTo>
                    <a:pt x="4343657" y="918244"/>
                  </a:lnTo>
                  <a:lnTo>
                    <a:pt x="4434735" y="926664"/>
                  </a:lnTo>
                  <a:lnTo>
                    <a:pt x="4532799" y="934335"/>
                  </a:lnTo>
                  <a:lnTo>
                    <a:pt x="4637358" y="941308"/>
                  </a:lnTo>
                  <a:lnTo>
                    <a:pt x="4747294" y="947607"/>
                  </a:lnTo>
                  <a:lnTo>
                    <a:pt x="4860737" y="953241"/>
                  </a:lnTo>
                  <a:lnTo>
                    <a:pt x="4975010" y="958203"/>
                  </a:lnTo>
                  <a:lnTo>
                    <a:pt x="5086690" y="962478"/>
                  </a:lnTo>
                  <a:lnTo>
                    <a:pt x="5191846" y="966055"/>
                  </a:lnTo>
                  <a:lnTo>
                    <a:pt x="5286455" y="968935"/>
                  </a:lnTo>
                  <a:lnTo>
                    <a:pt x="5366958" y="971141"/>
                  </a:lnTo>
                  <a:lnTo>
                    <a:pt x="5430852" y="972726"/>
                  </a:lnTo>
                  <a:lnTo>
                    <a:pt x="5477156" y="973769"/>
                  </a:lnTo>
                  <a:lnTo>
                    <a:pt x="5506658" y="974376"/>
                  </a:lnTo>
                  <a:lnTo>
                    <a:pt x="5521907" y="974662"/>
                  </a:lnTo>
                  <a:lnTo>
                    <a:pt x="5527017" y="974751"/>
                  </a:lnTo>
                  <a:lnTo>
                    <a:pt x="5527445" y="974757"/>
                  </a:lnTo>
                  <a:lnTo>
                    <a:pt x="6522385" y="974757"/>
                  </a:lnTo>
                  <a:lnTo>
                    <a:pt x="6523518" y="974772"/>
                  </a:lnTo>
                  <a:lnTo>
                    <a:pt x="6530989" y="974872"/>
                  </a:lnTo>
                  <a:lnTo>
                    <a:pt x="6549923" y="975151"/>
                  </a:lnTo>
                  <a:lnTo>
                    <a:pt x="6584028" y="975700"/>
                  </a:lnTo>
                  <a:lnTo>
                    <a:pt x="6635374" y="976608"/>
                  </a:lnTo>
                  <a:lnTo>
                    <a:pt x="6704238" y="977948"/>
                  </a:lnTo>
                  <a:lnTo>
                    <a:pt x="6789165" y="979778"/>
                  </a:lnTo>
                  <a:lnTo>
                    <a:pt x="6887286" y="982131"/>
                  </a:lnTo>
                  <a:lnTo>
                    <a:pt x="6994838" y="985018"/>
                  </a:lnTo>
                  <a:lnTo>
                    <a:pt x="7107759" y="988438"/>
                  </a:lnTo>
                  <a:lnTo>
                    <a:pt x="7222221" y="992379"/>
                  </a:lnTo>
                  <a:lnTo>
                    <a:pt x="7334990" y="996832"/>
                  </a:lnTo>
                  <a:lnTo>
                    <a:pt x="7443618" y="1001795"/>
                  </a:lnTo>
                  <a:lnTo>
                    <a:pt x="7546459" y="1007276"/>
                  </a:lnTo>
                  <a:lnTo>
                    <a:pt x="7642591" y="1013302"/>
                  </a:lnTo>
                  <a:lnTo>
                    <a:pt x="7731677" y="1019913"/>
                  </a:lnTo>
                  <a:lnTo>
                    <a:pt x="7813824" y="1027168"/>
                  </a:lnTo>
                  <a:lnTo>
                    <a:pt x="7889443" y="1035141"/>
                  </a:lnTo>
                  <a:lnTo>
                    <a:pt x="7959143" y="1043919"/>
                  </a:lnTo>
                  <a:lnTo>
                    <a:pt x="8023646" y="1053600"/>
                  </a:lnTo>
                  <a:lnTo>
                    <a:pt x="8083723" y="1064286"/>
                  </a:lnTo>
                  <a:lnTo>
                    <a:pt x="8140148" y="1076072"/>
                  </a:lnTo>
                  <a:lnTo>
                    <a:pt x="8193656" y="1089030"/>
                  </a:lnTo>
                  <a:lnTo>
                    <a:pt x="8229629" y="1098786"/>
                  </a:lnTo>
                  <a:lnTo>
                    <a:pt x="8288621" y="1116650"/>
                  </a:lnTo>
                  <a:lnTo>
                    <a:pt x="8345823" y="1136232"/>
                  </a:lnTo>
                  <a:lnTo>
                    <a:pt x="8401873" y="1157561"/>
                  </a:lnTo>
                  <a:lnTo>
                    <a:pt x="8457248" y="1180612"/>
                  </a:lnTo>
                  <a:lnTo>
                    <a:pt x="8512292" y="1205306"/>
                  </a:lnTo>
                  <a:lnTo>
                    <a:pt x="8567237" y="1231499"/>
                  </a:lnTo>
                  <a:lnTo>
                    <a:pt x="8622222" y="1258988"/>
                  </a:lnTo>
                  <a:lnTo>
                    <a:pt x="8677307" y="1287508"/>
                  </a:lnTo>
                  <a:lnTo>
                    <a:pt x="8732494" y="1316749"/>
                  </a:lnTo>
                  <a:lnTo>
                    <a:pt x="8787744" y="1346362"/>
                  </a:lnTo>
                  <a:lnTo>
                    <a:pt x="8842995" y="1375982"/>
                  </a:lnTo>
                  <a:lnTo>
                    <a:pt x="8898185" y="1405240"/>
                  </a:lnTo>
                  <a:lnTo>
                    <a:pt x="8953274" y="1433789"/>
                  </a:lnTo>
                  <a:lnTo>
                    <a:pt x="9008261" y="1461315"/>
                  </a:lnTo>
                  <a:lnTo>
                    <a:pt x="9063205" y="1487554"/>
                  </a:lnTo>
                  <a:lnTo>
                    <a:pt x="9118243" y="1512299"/>
                  </a:lnTo>
                  <a:lnTo>
                    <a:pt x="9173603" y="1535405"/>
                  </a:lnTo>
                  <a:lnTo>
                    <a:pt x="9229625" y="1556790"/>
                  </a:lnTo>
                  <a:lnTo>
                    <a:pt x="9286781" y="1576428"/>
                  </a:lnTo>
                  <a:lnTo>
                    <a:pt x="9345702" y="1594347"/>
                  </a:lnTo>
                  <a:lnTo>
                    <a:pt x="9347647" y="1594899"/>
                  </a:lnTo>
                  <a:lnTo>
                    <a:pt x="9399513" y="1608695"/>
                  </a:lnTo>
                  <a:lnTo>
                    <a:pt x="9453828" y="1621293"/>
                  </a:lnTo>
                  <a:lnTo>
                    <a:pt x="9511276" y="1632738"/>
                  </a:lnTo>
                  <a:lnTo>
                    <a:pt x="9572608" y="1643110"/>
                  </a:lnTo>
                  <a:lnTo>
                    <a:pt x="9638600" y="1652507"/>
                  </a:lnTo>
                  <a:lnTo>
                    <a:pt x="9710015" y="1661033"/>
                  </a:lnTo>
                  <a:lnTo>
                    <a:pt x="9787548" y="1668780"/>
                  </a:lnTo>
                  <a:lnTo>
                    <a:pt x="9871759" y="1675834"/>
                  </a:lnTo>
                  <a:lnTo>
                    <a:pt x="9962980" y="1682262"/>
                  </a:lnTo>
                  <a:lnTo>
                    <a:pt x="10061197" y="1688120"/>
                  </a:lnTo>
                  <a:lnTo>
                    <a:pt x="10165914" y="1693443"/>
                  </a:lnTo>
                  <a:lnTo>
                    <a:pt x="10276001" y="1698251"/>
                  </a:lnTo>
                  <a:lnTo>
                    <a:pt x="10389578" y="1702550"/>
                  </a:lnTo>
                  <a:lnTo>
                    <a:pt x="10503947" y="1706335"/>
                  </a:lnTo>
                  <a:lnTo>
                    <a:pt x="10615670" y="1709595"/>
                  </a:lnTo>
                  <a:lnTo>
                    <a:pt x="10720800" y="1712321"/>
                  </a:lnTo>
                  <a:lnTo>
                    <a:pt x="10815303" y="1714513"/>
                  </a:lnTo>
                  <a:lnTo>
                    <a:pt x="10895626" y="1716191"/>
                  </a:lnTo>
                  <a:lnTo>
                    <a:pt x="10959278" y="1717394"/>
                  </a:lnTo>
                  <a:lnTo>
                    <a:pt x="11005304" y="1718185"/>
                  </a:lnTo>
                  <a:lnTo>
                    <a:pt x="11034530" y="1718642"/>
                  </a:lnTo>
                  <a:lnTo>
                    <a:pt x="11049544" y="1718857"/>
                  </a:lnTo>
                  <a:lnTo>
                    <a:pt x="11054500" y="1718923"/>
                  </a:lnTo>
                  <a:lnTo>
                    <a:pt x="11054891" y="1718927"/>
                  </a:lnTo>
                  <a:lnTo>
                    <a:pt x="12049831" y="1718927"/>
                  </a:lnTo>
                  <a:lnTo>
                    <a:pt x="12049831" y="17189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" name="pl28"/>
            <p:cNvSpPr/>
            <p:nvPr/>
          </p:nvSpPr>
          <p:spPr>
            <a:xfrm>
              <a:off x="1199187" y="2164217"/>
              <a:ext cx="12049831" cy="1718927"/>
            </a:xfrm>
            <a:custGeom>
              <a:avLst/>
              <a:pathLst>
                <a:path w="12049831" h="1718927">
                  <a:moveTo>
                    <a:pt x="12049831" y="1718927"/>
                  </a:moveTo>
                  <a:lnTo>
                    <a:pt x="11054891" y="1718927"/>
                  </a:lnTo>
                  <a:lnTo>
                    <a:pt x="11053759" y="1718913"/>
                  </a:lnTo>
                  <a:lnTo>
                    <a:pt x="11046288" y="1718812"/>
                  </a:lnTo>
                  <a:lnTo>
                    <a:pt x="11027353" y="1718534"/>
                  </a:lnTo>
                  <a:lnTo>
                    <a:pt x="10993248" y="1717985"/>
                  </a:lnTo>
                  <a:lnTo>
                    <a:pt x="10941903" y="1717077"/>
                  </a:lnTo>
                  <a:lnTo>
                    <a:pt x="10873039" y="1715737"/>
                  </a:lnTo>
                  <a:lnTo>
                    <a:pt x="10788111" y="1713907"/>
                  </a:lnTo>
                  <a:lnTo>
                    <a:pt x="10689991" y="1711554"/>
                  </a:lnTo>
                  <a:lnTo>
                    <a:pt x="10582439" y="1708667"/>
                  </a:lnTo>
                  <a:lnTo>
                    <a:pt x="10469517" y="1705247"/>
                  </a:lnTo>
                  <a:lnTo>
                    <a:pt x="10355056" y="1701306"/>
                  </a:lnTo>
                  <a:lnTo>
                    <a:pt x="10242286" y="1696853"/>
                  </a:lnTo>
                  <a:lnTo>
                    <a:pt x="10133658" y="1691890"/>
                  </a:lnTo>
                  <a:lnTo>
                    <a:pt x="10030817" y="1686409"/>
                  </a:lnTo>
                  <a:lnTo>
                    <a:pt x="9934686" y="1680383"/>
                  </a:lnTo>
                  <a:lnTo>
                    <a:pt x="9845599" y="1673772"/>
                  </a:lnTo>
                  <a:lnTo>
                    <a:pt x="9763452" y="1666517"/>
                  </a:lnTo>
                  <a:lnTo>
                    <a:pt x="9687833" y="1658544"/>
                  </a:lnTo>
                  <a:lnTo>
                    <a:pt x="9618133" y="1649766"/>
                  </a:lnTo>
                  <a:lnTo>
                    <a:pt x="9553630" y="1640085"/>
                  </a:lnTo>
                  <a:lnTo>
                    <a:pt x="9493553" y="1629399"/>
                  </a:lnTo>
                  <a:lnTo>
                    <a:pt x="9437128" y="1617613"/>
                  </a:lnTo>
                  <a:lnTo>
                    <a:pt x="9383621" y="1604655"/>
                  </a:lnTo>
                  <a:lnTo>
                    <a:pt x="9347647" y="1594899"/>
                  </a:lnTo>
                  <a:lnTo>
                    <a:pt x="9288656" y="1577035"/>
                  </a:lnTo>
                  <a:lnTo>
                    <a:pt x="9231454" y="1557453"/>
                  </a:lnTo>
                  <a:lnTo>
                    <a:pt x="9175403" y="1536124"/>
                  </a:lnTo>
                  <a:lnTo>
                    <a:pt x="9120028" y="1513073"/>
                  </a:lnTo>
                  <a:lnTo>
                    <a:pt x="9064984" y="1488379"/>
                  </a:lnTo>
                  <a:lnTo>
                    <a:pt x="9010039" y="1462186"/>
                  </a:lnTo>
                  <a:lnTo>
                    <a:pt x="8955055" y="1434697"/>
                  </a:lnTo>
                  <a:lnTo>
                    <a:pt x="8899970" y="1406177"/>
                  </a:lnTo>
                  <a:lnTo>
                    <a:pt x="8844782" y="1376936"/>
                  </a:lnTo>
                  <a:lnTo>
                    <a:pt x="8789532" y="1347323"/>
                  </a:lnTo>
                  <a:lnTo>
                    <a:pt x="8734282" y="1317703"/>
                  </a:lnTo>
                  <a:lnTo>
                    <a:pt x="8679091" y="1288445"/>
                  </a:lnTo>
                  <a:lnTo>
                    <a:pt x="8624002" y="1259896"/>
                  </a:lnTo>
                  <a:lnTo>
                    <a:pt x="8569015" y="1232370"/>
                  </a:lnTo>
                  <a:lnTo>
                    <a:pt x="8514071" y="1206131"/>
                  </a:lnTo>
                  <a:lnTo>
                    <a:pt x="8459033" y="1181386"/>
                  </a:lnTo>
                  <a:lnTo>
                    <a:pt x="8403673" y="1158280"/>
                  </a:lnTo>
                  <a:lnTo>
                    <a:pt x="8347651" y="1136895"/>
                  </a:lnTo>
                  <a:lnTo>
                    <a:pt x="8290496" y="1117257"/>
                  </a:lnTo>
                  <a:lnTo>
                    <a:pt x="8231574" y="1099338"/>
                  </a:lnTo>
                  <a:lnTo>
                    <a:pt x="8229629" y="1098786"/>
                  </a:lnTo>
                  <a:lnTo>
                    <a:pt x="8177763" y="1084990"/>
                  </a:lnTo>
                  <a:lnTo>
                    <a:pt x="8123448" y="1072391"/>
                  </a:lnTo>
                  <a:lnTo>
                    <a:pt x="8066000" y="1060947"/>
                  </a:lnTo>
                  <a:lnTo>
                    <a:pt x="8004669" y="1050575"/>
                  </a:lnTo>
                  <a:lnTo>
                    <a:pt x="7938677" y="1041177"/>
                  </a:lnTo>
                  <a:lnTo>
                    <a:pt x="7867261" y="1032652"/>
                  </a:lnTo>
                  <a:lnTo>
                    <a:pt x="7789728" y="1024905"/>
                  </a:lnTo>
                  <a:lnTo>
                    <a:pt x="7705517" y="1017851"/>
                  </a:lnTo>
                  <a:lnTo>
                    <a:pt x="7614296" y="1011422"/>
                  </a:lnTo>
                  <a:lnTo>
                    <a:pt x="7516079" y="1005565"/>
                  </a:lnTo>
                  <a:lnTo>
                    <a:pt x="7411363" y="1000242"/>
                  </a:lnTo>
                  <a:lnTo>
                    <a:pt x="7301275" y="995434"/>
                  </a:lnTo>
                  <a:lnTo>
                    <a:pt x="7187699" y="991134"/>
                  </a:lnTo>
                  <a:lnTo>
                    <a:pt x="7073329" y="987349"/>
                  </a:lnTo>
                  <a:lnTo>
                    <a:pt x="6961606" y="984090"/>
                  </a:lnTo>
                  <a:lnTo>
                    <a:pt x="6856477" y="981364"/>
                  </a:lnTo>
                  <a:lnTo>
                    <a:pt x="6761973" y="979172"/>
                  </a:lnTo>
                  <a:lnTo>
                    <a:pt x="6681650" y="977494"/>
                  </a:lnTo>
                  <a:lnTo>
                    <a:pt x="6617999" y="976291"/>
                  </a:lnTo>
                  <a:lnTo>
                    <a:pt x="6571972" y="975500"/>
                  </a:lnTo>
                  <a:lnTo>
                    <a:pt x="6542746" y="975043"/>
                  </a:lnTo>
                  <a:lnTo>
                    <a:pt x="6527733" y="974827"/>
                  </a:lnTo>
                  <a:lnTo>
                    <a:pt x="6522777" y="974762"/>
                  </a:lnTo>
                  <a:lnTo>
                    <a:pt x="6522385" y="974757"/>
                  </a:lnTo>
                  <a:lnTo>
                    <a:pt x="5527445" y="974757"/>
                  </a:lnTo>
                  <a:lnTo>
                    <a:pt x="5526316" y="974739"/>
                  </a:lnTo>
                  <a:lnTo>
                    <a:pt x="5518865" y="974607"/>
                  </a:lnTo>
                  <a:lnTo>
                    <a:pt x="5499981" y="974243"/>
                  </a:lnTo>
                  <a:lnTo>
                    <a:pt x="5465962" y="973526"/>
                  </a:lnTo>
                  <a:lnTo>
                    <a:pt x="5414739" y="972341"/>
                  </a:lnTo>
                  <a:lnTo>
                    <a:pt x="5346027" y="970589"/>
                  </a:lnTo>
                  <a:lnTo>
                    <a:pt x="5261269" y="968199"/>
                  </a:lnTo>
                  <a:lnTo>
                    <a:pt x="5163321" y="965125"/>
                  </a:lnTo>
                  <a:lnTo>
                    <a:pt x="5055929" y="961352"/>
                  </a:lnTo>
                  <a:lnTo>
                    <a:pt x="4943143" y="956883"/>
                  </a:lnTo>
                  <a:lnTo>
                    <a:pt x="4828786" y="951732"/>
                  </a:lnTo>
                  <a:lnTo>
                    <a:pt x="4716089" y="945912"/>
                  </a:lnTo>
                  <a:lnTo>
                    <a:pt x="4607504" y="939426"/>
                  </a:lnTo>
                  <a:lnTo>
                    <a:pt x="4504679" y="932261"/>
                  </a:lnTo>
                  <a:lnTo>
                    <a:pt x="4408543" y="924386"/>
                  </a:lnTo>
                  <a:lnTo>
                    <a:pt x="4319437" y="915746"/>
                  </a:lnTo>
                  <a:lnTo>
                    <a:pt x="4237263" y="906266"/>
                  </a:lnTo>
                  <a:lnTo>
                    <a:pt x="4161612" y="895848"/>
                  </a:lnTo>
                  <a:lnTo>
                    <a:pt x="4091881" y="884380"/>
                  </a:lnTo>
                  <a:lnTo>
                    <a:pt x="4027351" y="871734"/>
                  </a:lnTo>
                  <a:lnTo>
                    <a:pt x="3967252" y="857777"/>
                  </a:lnTo>
                  <a:lnTo>
                    <a:pt x="3910814" y="842384"/>
                  </a:lnTo>
                  <a:lnTo>
                    <a:pt x="3857302" y="825459"/>
                  </a:lnTo>
                  <a:lnTo>
                    <a:pt x="3820202" y="812298"/>
                  </a:lnTo>
                  <a:lnTo>
                    <a:pt x="3762802" y="789570"/>
                  </a:lnTo>
                  <a:lnTo>
                    <a:pt x="3707113" y="764715"/>
                  </a:lnTo>
                  <a:lnTo>
                    <a:pt x="3652542" y="737697"/>
                  </a:lnTo>
                  <a:lnTo>
                    <a:pt x="3598640" y="708539"/>
                  </a:lnTo>
                  <a:lnTo>
                    <a:pt x="3545082" y="677331"/>
                  </a:lnTo>
                  <a:lnTo>
                    <a:pt x="3491641" y="644236"/>
                  </a:lnTo>
                  <a:lnTo>
                    <a:pt x="3438180" y="609490"/>
                  </a:lnTo>
                  <a:lnTo>
                    <a:pt x="3384628" y="573397"/>
                  </a:lnTo>
                  <a:lnTo>
                    <a:pt x="3330976" y="536321"/>
                  </a:lnTo>
                  <a:lnTo>
                    <a:pt x="3277253" y="498675"/>
                  </a:lnTo>
                  <a:lnTo>
                    <a:pt x="3223512" y="460895"/>
                  </a:lnTo>
                  <a:lnTo>
                    <a:pt x="3169812" y="423427"/>
                  </a:lnTo>
                  <a:lnTo>
                    <a:pt x="3116199" y="386699"/>
                  </a:lnTo>
                  <a:lnTo>
                    <a:pt x="3062688" y="351107"/>
                  </a:lnTo>
                  <a:lnTo>
                    <a:pt x="3009246" y="316992"/>
                  </a:lnTo>
                  <a:lnTo>
                    <a:pt x="2955780" y="284632"/>
                  </a:lnTo>
                  <a:lnTo>
                    <a:pt x="2902116" y="254234"/>
                  </a:lnTo>
                  <a:lnTo>
                    <a:pt x="2847990" y="225930"/>
                  </a:lnTo>
                  <a:lnTo>
                    <a:pt x="2793031" y="199783"/>
                  </a:lnTo>
                  <a:lnTo>
                    <a:pt x="2736734" y="175791"/>
                  </a:lnTo>
                  <a:lnTo>
                    <a:pt x="2702183" y="162459"/>
                  </a:lnTo>
                  <a:lnTo>
                    <a:pt x="2650367" y="144405"/>
                  </a:lnTo>
                  <a:lnTo>
                    <a:pt x="2596107" y="127916"/>
                  </a:lnTo>
                  <a:lnTo>
                    <a:pt x="2538721" y="112936"/>
                  </a:lnTo>
                  <a:lnTo>
                    <a:pt x="2477461" y="99359"/>
                  </a:lnTo>
                  <a:lnTo>
                    <a:pt x="2411552" y="87055"/>
                  </a:lnTo>
                  <a:lnTo>
                    <a:pt x="2340234" y="75893"/>
                  </a:lnTo>
                  <a:lnTo>
                    <a:pt x="2262812" y="65749"/>
                  </a:lnTo>
                  <a:lnTo>
                    <a:pt x="2178728" y="56513"/>
                  </a:lnTo>
                  <a:lnTo>
                    <a:pt x="2087650" y="48093"/>
                  </a:lnTo>
                  <a:lnTo>
                    <a:pt x="1989586" y="40421"/>
                  </a:lnTo>
                  <a:lnTo>
                    <a:pt x="1885027" y="33449"/>
                  </a:lnTo>
                  <a:lnTo>
                    <a:pt x="1775091" y="27150"/>
                  </a:lnTo>
                  <a:lnTo>
                    <a:pt x="1661648" y="21516"/>
                  </a:lnTo>
                  <a:lnTo>
                    <a:pt x="1547375" y="16554"/>
                  </a:lnTo>
                  <a:lnTo>
                    <a:pt x="1435695" y="12279"/>
                  </a:lnTo>
                  <a:lnTo>
                    <a:pt x="1330539" y="8702"/>
                  </a:lnTo>
                  <a:lnTo>
                    <a:pt x="1235930" y="5822"/>
                  </a:lnTo>
                  <a:lnTo>
                    <a:pt x="1155426" y="3616"/>
                  </a:lnTo>
                  <a:lnTo>
                    <a:pt x="1091533" y="2031"/>
                  </a:lnTo>
                  <a:lnTo>
                    <a:pt x="1045229" y="988"/>
                  </a:lnTo>
                  <a:lnTo>
                    <a:pt x="1015727" y="381"/>
                  </a:lnTo>
                  <a:lnTo>
                    <a:pt x="1000478" y="95"/>
                  </a:lnTo>
                  <a:lnTo>
                    <a:pt x="995368" y="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" name="pg29"/>
            <p:cNvSpPr/>
            <p:nvPr/>
          </p:nvSpPr>
          <p:spPr>
            <a:xfrm>
              <a:off x="1199187" y="2174698"/>
              <a:ext cx="12049831" cy="1975719"/>
            </a:xfrm>
            <a:custGeom>
              <a:avLst/>
              <a:pathLst>
                <a:path w="12049831" h="1975719">
                  <a:moveTo>
                    <a:pt x="0" y="5240"/>
                  </a:moveTo>
                  <a:lnTo>
                    <a:pt x="994940" y="5240"/>
                  </a:lnTo>
                  <a:lnTo>
                    <a:pt x="996068" y="5259"/>
                  </a:lnTo>
                  <a:lnTo>
                    <a:pt x="1003518" y="5392"/>
                  </a:lnTo>
                  <a:lnTo>
                    <a:pt x="1022401" y="5760"/>
                  </a:lnTo>
                  <a:lnTo>
                    <a:pt x="1056415" y="6484"/>
                  </a:lnTo>
                  <a:lnTo>
                    <a:pt x="1107632" y="7682"/>
                  </a:lnTo>
                  <a:lnTo>
                    <a:pt x="1176335" y="9452"/>
                  </a:lnTo>
                  <a:lnTo>
                    <a:pt x="1261084" y="11868"/>
                  </a:lnTo>
                  <a:lnTo>
                    <a:pt x="1359024" y="14975"/>
                  </a:lnTo>
                  <a:lnTo>
                    <a:pt x="1466408" y="18788"/>
                  </a:lnTo>
                  <a:lnTo>
                    <a:pt x="1579187" y="23304"/>
                  </a:lnTo>
                  <a:lnTo>
                    <a:pt x="1693538" y="28510"/>
                  </a:lnTo>
                  <a:lnTo>
                    <a:pt x="1806231" y="34392"/>
                  </a:lnTo>
                  <a:lnTo>
                    <a:pt x="1914814" y="40947"/>
                  </a:lnTo>
                  <a:lnTo>
                    <a:pt x="2017638" y="48188"/>
                  </a:lnTo>
                  <a:lnTo>
                    <a:pt x="2113775" y="56147"/>
                  </a:lnTo>
                  <a:lnTo>
                    <a:pt x="2202881" y="64879"/>
                  </a:lnTo>
                  <a:lnTo>
                    <a:pt x="2285057" y="74460"/>
                  </a:lnTo>
                  <a:lnTo>
                    <a:pt x="2360710" y="84988"/>
                  </a:lnTo>
                  <a:lnTo>
                    <a:pt x="2430442" y="96578"/>
                  </a:lnTo>
                  <a:lnTo>
                    <a:pt x="2494974" y="109358"/>
                  </a:lnTo>
                  <a:lnTo>
                    <a:pt x="2555074" y="123464"/>
                  </a:lnTo>
                  <a:lnTo>
                    <a:pt x="2611512" y="139020"/>
                  </a:lnTo>
                  <a:lnTo>
                    <a:pt x="2665024" y="156124"/>
                  </a:lnTo>
                  <a:lnTo>
                    <a:pt x="2702183" y="169447"/>
                  </a:lnTo>
                  <a:lnTo>
                    <a:pt x="2759506" y="192386"/>
                  </a:lnTo>
                  <a:lnTo>
                    <a:pt x="2815122" y="217470"/>
                  </a:lnTo>
                  <a:lnTo>
                    <a:pt x="2869622" y="244734"/>
                  </a:lnTo>
                  <a:lnTo>
                    <a:pt x="2923453" y="274155"/>
                  </a:lnTo>
                  <a:lnTo>
                    <a:pt x="2976940" y="305643"/>
                  </a:lnTo>
                  <a:lnTo>
                    <a:pt x="3030307" y="339035"/>
                  </a:lnTo>
                  <a:lnTo>
                    <a:pt x="3083696" y="374094"/>
                  </a:lnTo>
                  <a:lnTo>
                    <a:pt x="3137173" y="410514"/>
                  </a:lnTo>
                  <a:lnTo>
                    <a:pt x="3190751" y="447927"/>
                  </a:lnTo>
                  <a:lnTo>
                    <a:pt x="3244401" y="485922"/>
                  </a:lnTo>
                  <a:lnTo>
                    <a:pt x="3298069" y="524058"/>
                  </a:lnTo>
                  <a:lnTo>
                    <a:pt x="3351697" y="561886"/>
                  </a:lnTo>
                  <a:lnTo>
                    <a:pt x="3405239" y="598974"/>
                  </a:lnTo>
                  <a:lnTo>
                    <a:pt x="3458679" y="634924"/>
                  </a:lnTo>
                  <a:lnTo>
                    <a:pt x="3512048" y="669391"/>
                  </a:lnTo>
                  <a:lnTo>
                    <a:pt x="3565440" y="702095"/>
                  </a:lnTo>
                  <a:lnTo>
                    <a:pt x="3619024" y="732825"/>
                  </a:lnTo>
                  <a:lnTo>
                    <a:pt x="3673061" y="761445"/>
                  </a:lnTo>
                  <a:lnTo>
                    <a:pt x="3727919" y="787892"/>
                  </a:lnTo>
                  <a:lnTo>
                    <a:pt x="3784096" y="812166"/>
                  </a:lnTo>
                  <a:lnTo>
                    <a:pt x="3820202" y="826273"/>
                  </a:lnTo>
                  <a:lnTo>
                    <a:pt x="3872015" y="844520"/>
                  </a:lnTo>
                  <a:lnTo>
                    <a:pt x="3926273" y="861186"/>
                  </a:lnTo>
                  <a:lnTo>
                    <a:pt x="3983655" y="876326"/>
                  </a:lnTo>
                  <a:lnTo>
                    <a:pt x="4044911" y="890049"/>
                  </a:lnTo>
                  <a:lnTo>
                    <a:pt x="4110816" y="902485"/>
                  </a:lnTo>
                  <a:lnTo>
                    <a:pt x="4182130" y="913766"/>
                  </a:lnTo>
                  <a:lnTo>
                    <a:pt x="4259545" y="924019"/>
                  </a:lnTo>
                  <a:lnTo>
                    <a:pt x="4343623" y="933355"/>
                  </a:lnTo>
                  <a:lnTo>
                    <a:pt x="4434694" y="941865"/>
                  </a:lnTo>
                  <a:lnTo>
                    <a:pt x="4532750" y="949619"/>
                  </a:lnTo>
                  <a:lnTo>
                    <a:pt x="4637301" y="956666"/>
                  </a:lnTo>
                  <a:lnTo>
                    <a:pt x="4747229" y="963034"/>
                  </a:lnTo>
                  <a:lnTo>
                    <a:pt x="4860665" y="968728"/>
                  </a:lnTo>
                  <a:lnTo>
                    <a:pt x="4974933" y="973744"/>
                  </a:lnTo>
                  <a:lnTo>
                    <a:pt x="5086611" y="978065"/>
                  </a:lnTo>
                  <a:lnTo>
                    <a:pt x="5191768" y="981681"/>
                  </a:lnTo>
                  <a:lnTo>
                    <a:pt x="5286382" y="984592"/>
                  </a:lnTo>
                  <a:lnTo>
                    <a:pt x="5366895" y="986823"/>
                  </a:lnTo>
                  <a:lnTo>
                    <a:pt x="5430801" y="988425"/>
                  </a:lnTo>
                  <a:lnTo>
                    <a:pt x="5477119" y="989480"/>
                  </a:lnTo>
                  <a:lnTo>
                    <a:pt x="5506636" y="990093"/>
                  </a:lnTo>
                  <a:lnTo>
                    <a:pt x="5521897" y="990383"/>
                  </a:lnTo>
                  <a:lnTo>
                    <a:pt x="5527015" y="990472"/>
                  </a:lnTo>
                  <a:lnTo>
                    <a:pt x="5527445" y="990479"/>
                  </a:lnTo>
                  <a:lnTo>
                    <a:pt x="6522385" y="990479"/>
                  </a:lnTo>
                  <a:lnTo>
                    <a:pt x="6523514" y="990498"/>
                  </a:lnTo>
                  <a:lnTo>
                    <a:pt x="6530964" y="990631"/>
                  </a:lnTo>
                  <a:lnTo>
                    <a:pt x="6549846" y="990999"/>
                  </a:lnTo>
                  <a:lnTo>
                    <a:pt x="6583861" y="991724"/>
                  </a:lnTo>
                  <a:lnTo>
                    <a:pt x="6635077" y="992922"/>
                  </a:lnTo>
                  <a:lnTo>
                    <a:pt x="6703781" y="994692"/>
                  </a:lnTo>
                  <a:lnTo>
                    <a:pt x="6788530" y="997108"/>
                  </a:lnTo>
                  <a:lnTo>
                    <a:pt x="6886470" y="1000214"/>
                  </a:lnTo>
                  <a:lnTo>
                    <a:pt x="6993854" y="1004027"/>
                  </a:lnTo>
                  <a:lnTo>
                    <a:pt x="7106633" y="1008543"/>
                  </a:lnTo>
                  <a:lnTo>
                    <a:pt x="7220984" y="1013749"/>
                  </a:lnTo>
                  <a:lnTo>
                    <a:pt x="7333677" y="1019631"/>
                  </a:lnTo>
                  <a:lnTo>
                    <a:pt x="7442260" y="1026187"/>
                  </a:lnTo>
                  <a:lnTo>
                    <a:pt x="7545084" y="1033427"/>
                  </a:lnTo>
                  <a:lnTo>
                    <a:pt x="7641220" y="1041386"/>
                  </a:lnTo>
                  <a:lnTo>
                    <a:pt x="7730327" y="1050118"/>
                  </a:lnTo>
                  <a:lnTo>
                    <a:pt x="7812503" y="1059699"/>
                  </a:lnTo>
                  <a:lnTo>
                    <a:pt x="7888155" y="1070227"/>
                  </a:lnTo>
                  <a:lnTo>
                    <a:pt x="7957888" y="1081817"/>
                  </a:lnTo>
                  <a:lnTo>
                    <a:pt x="8022420" y="1094598"/>
                  </a:lnTo>
                  <a:lnTo>
                    <a:pt x="8082519" y="1108703"/>
                  </a:lnTo>
                  <a:lnTo>
                    <a:pt x="8138958" y="1124259"/>
                  </a:lnTo>
                  <a:lnTo>
                    <a:pt x="8192470" y="1141363"/>
                  </a:lnTo>
                  <a:lnTo>
                    <a:pt x="8229629" y="1154686"/>
                  </a:lnTo>
                  <a:lnTo>
                    <a:pt x="8286952" y="1177625"/>
                  </a:lnTo>
                  <a:lnTo>
                    <a:pt x="8342568" y="1202709"/>
                  </a:lnTo>
                  <a:lnTo>
                    <a:pt x="8397068" y="1229973"/>
                  </a:lnTo>
                  <a:lnTo>
                    <a:pt x="8450899" y="1259394"/>
                  </a:lnTo>
                  <a:lnTo>
                    <a:pt x="8504385" y="1290882"/>
                  </a:lnTo>
                  <a:lnTo>
                    <a:pt x="8557753" y="1324274"/>
                  </a:lnTo>
                  <a:lnTo>
                    <a:pt x="8611142" y="1359333"/>
                  </a:lnTo>
                  <a:lnTo>
                    <a:pt x="8664619" y="1395753"/>
                  </a:lnTo>
                  <a:lnTo>
                    <a:pt x="8718197" y="1433167"/>
                  </a:lnTo>
                  <a:lnTo>
                    <a:pt x="8771847" y="1471162"/>
                  </a:lnTo>
                  <a:lnTo>
                    <a:pt x="8825515" y="1509297"/>
                  </a:lnTo>
                  <a:lnTo>
                    <a:pt x="8879143" y="1547125"/>
                  </a:lnTo>
                  <a:lnTo>
                    <a:pt x="8932685" y="1584213"/>
                  </a:lnTo>
                  <a:lnTo>
                    <a:pt x="8986125" y="1620163"/>
                  </a:lnTo>
                  <a:lnTo>
                    <a:pt x="9039494" y="1654631"/>
                  </a:lnTo>
                  <a:lnTo>
                    <a:pt x="9092886" y="1687334"/>
                  </a:lnTo>
                  <a:lnTo>
                    <a:pt x="9146470" y="1718064"/>
                  </a:lnTo>
                  <a:lnTo>
                    <a:pt x="9200507" y="1746685"/>
                  </a:lnTo>
                  <a:lnTo>
                    <a:pt x="9255365" y="1773132"/>
                  </a:lnTo>
                  <a:lnTo>
                    <a:pt x="9311542" y="1797405"/>
                  </a:lnTo>
                  <a:lnTo>
                    <a:pt x="9347647" y="1811512"/>
                  </a:lnTo>
                  <a:lnTo>
                    <a:pt x="9399461" y="1829760"/>
                  </a:lnTo>
                  <a:lnTo>
                    <a:pt x="9453719" y="1846425"/>
                  </a:lnTo>
                  <a:lnTo>
                    <a:pt x="9511101" y="1861566"/>
                  </a:lnTo>
                  <a:lnTo>
                    <a:pt x="9572357" y="1875288"/>
                  </a:lnTo>
                  <a:lnTo>
                    <a:pt x="9638262" y="1887724"/>
                  </a:lnTo>
                  <a:lnTo>
                    <a:pt x="9709575" y="1899005"/>
                  </a:lnTo>
                  <a:lnTo>
                    <a:pt x="9786991" y="1909259"/>
                  </a:lnTo>
                  <a:lnTo>
                    <a:pt x="9871068" y="1918594"/>
                  </a:lnTo>
                  <a:lnTo>
                    <a:pt x="9962140" y="1927104"/>
                  </a:lnTo>
                  <a:lnTo>
                    <a:pt x="10060196" y="1934858"/>
                  </a:lnTo>
                  <a:lnTo>
                    <a:pt x="10164747" y="1941906"/>
                  </a:lnTo>
                  <a:lnTo>
                    <a:pt x="10274674" y="1948273"/>
                  </a:lnTo>
                  <a:lnTo>
                    <a:pt x="10388111" y="1953968"/>
                  </a:lnTo>
                  <a:lnTo>
                    <a:pt x="10502378" y="1958983"/>
                  </a:lnTo>
                  <a:lnTo>
                    <a:pt x="10614057" y="1963305"/>
                  </a:lnTo>
                  <a:lnTo>
                    <a:pt x="10719214" y="1966920"/>
                  </a:lnTo>
                  <a:lnTo>
                    <a:pt x="10813828" y="1969831"/>
                  </a:lnTo>
                  <a:lnTo>
                    <a:pt x="10894341" y="1972062"/>
                  </a:lnTo>
                  <a:lnTo>
                    <a:pt x="10958247" y="1973664"/>
                  </a:lnTo>
                  <a:lnTo>
                    <a:pt x="11004565" y="1974719"/>
                  </a:lnTo>
                  <a:lnTo>
                    <a:pt x="11034081" y="1975332"/>
                  </a:lnTo>
                  <a:lnTo>
                    <a:pt x="11049342" y="1975622"/>
                  </a:lnTo>
                  <a:lnTo>
                    <a:pt x="11054461" y="1975712"/>
                  </a:lnTo>
                  <a:lnTo>
                    <a:pt x="11054891" y="1975719"/>
                  </a:lnTo>
                  <a:lnTo>
                    <a:pt x="12049831" y="1975719"/>
                  </a:lnTo>
                  <a:lnTo>
                    <a:pt x="12049831" y="1970478"/>
                  </a:lnTo>
                  <a:lnTo>
                    <a:pt x="11054891" y="1970478"/>
                  </a:lnTo>
                  <a:lnTo>
                    <a:pt x="11053762" y="1970459"/>
                  </a:lnTo>
                  <a:lnTo>
                    <a:pt x="11046312" y="1970326"/>
                  </a:lnTo>
                  <a:lnTo>
                    <a:pt x="11027430" y="1969958"/>
                  </a:lnTo>
                  <a:lnTo>
                    <a:pt x="10993416" y="1969234"/>
                  </a:lnTo>
                  <a:lnTo>
                    <a:pt x="10942199" y="1968036"/>
                  </a:lnTo>
                  <a:lnTo>
                    <a:pt x="10873495" y="1966266"/>
                  </a:lnTo>
                  <a:lnTo>
                    <a:pt x="10788746" y="1963850"/>
                  </a:lnTo>
                  <a:lnTo>
                    <a:pt x="10690806" y="1960743"/>
                  </a:lnTo>
                  <a:lnTo>
                    <a:pt x="10583423" y="1956930"/>
                  </a:lnTo>
                  <a:lnTo>
                    <a:pt x="10470644" y="1952414"/>
                  </a:lnTo>
                  <a:lnTo>
                    <a:pt x="10356293" y="1947208"/>
                  </a:lnTo>
                  <a:lnTo>
                    <a:pt x="10243600" y="1941326"/>
                  </a:lnTo>
                  <a:lnTo>
                    <a:pt x="10135016" y="1934771"/>
                  </a:lnTo>
                  <a:lnTo>
                    <a:pt x="10032192" y="1927530"/>
                  </a:lnTo>
                  <a:lnTo>
                    <a:pt x="9936056" y="1919571"/>
                  </a:lnTo>
                  <a:lnTo>
                    <a:pt x="9846949" y="1910839"/>
                  </a:lnTo>
                  <a:lnTo>
                    <a:pt x="9764773" y="1901258"/>
                  </a:lnTo>
                  <a:lnTo>
                    <a:pt x="9689121" y="1890730"/>
                  </a:lnTo>
                  <a:lnTo>
                    <a:pt x="9619388" y="1879140"/>
                  </a:lnTo>
                  <a:lnTo>
                    <a:pt x="9554857" y="1866360"/>
                  </a:lnTo>
                  <a:lnTo>
                    <a:pt x="9494757" y="1852254"/>
                  </a:lnTo>
                  <a:lnTo>
                    <a:pt x="9438318" y="1836698"/>
                  </a:lnTo>
                  <a:lnTo>
                    <a:pt x="9384806" y="1819594"/>
                  </a:lnTo>
                  <a:lnTo>
                    <a:pt x="9347647" y="1806271"/>
                  </a:lnTo>
                  <a:lnTo>
                    <a:pt x="9290324" y="1783332"/>
                  </a:lnTo>
                  <a:lnTo>
                    <a:pt x="9234709" y="1758249"/>
                  </a:lnTo>
                  <a:lnTo>
                    <a:pt x="9180208" y="1730985"/>
                  </a:lnTo>
                  <a:lnTo>
                    <a:pt x="9126378" y="1701563"/>
                  </a:lnTo>
                  <a:lnTo>
                    <a:pt x="9072891" y="1670075"/>
                  </a:lnTo>
                  <a:lnTo>
                    <a:pt x="9019523" y="1636683"/>
                  </a:lnTo>
                  <a:lnTo>
                    <a:pt x="8966135" y="1601624"/>
                  </a:lnTo>
                  <a:lnTo>
                    <a:pt x="8912657" y="1565204"/>
                  </a:lnTo>
                  <a:lnTo>
                    <a:pt x="8859079" y="1527791"/>
                  </a:lnTo>
                  <a:lnTo>
                    <a:pt x="8805430" y="1489796"/>
                  </a:lnTo>
                  <a:lnTo>
                    <a:pt x="8751762" y="1451660"/>
                  </a:lnTo>
                  <a:lnTo>
                    <a:pt x="8698134" y="1413832"/>
                  </a:lnTo>
                  <a:lnTo>
                    <a:pt x="8644592" y="1376744"/>
                  </a:lnTo>
                  <a:lnTo>
                    <a:pt x="8591152" y="1340794"/>
                  </a:lnTo>
                  <a:lnTo>
                    <a:pt x="8537782" y="1306327"/>
                  </a:lnTo>
                  <a:lnTo>
                    <a:pt x="8484391" y="1273623"/>
                  </a:lnTo>
                  <a:lnTo>
                    <a:pt x="8430807" y="1242894"/>
                  </a:lnTo>
                  <a:lnTo>
                    <a:pt x="8376770" y="1214273"/>
                  </a:lnTo>
                  <a:lnTo>
                    <a:pt x="8321911" y="1187826"/>
                  </a:lnTo>
                  <a:lnTo>
                    <a:pt x="8265735" y="1163552"/>
                  </a:lnTo>
                  <a:lnTo>
                    <a:pt x="8229629" y="1149445"/>
                  </a:lnTo>
                  <a:lnTo>
                    <a:pt x="8177815" y="1131198"/>
                  </a:lnTo>
                  <a:lnTo>
                    <a:pt x="8123558" y="1114532"/>
                  </a:lnTo>
                  <a:lnTo>
                    <a:pt x="8066175" y="1099392"/>
                  </a:lnTo>
                  <a:lnTo>
                    <a:pt x="8004919" y="1085669"/>
                  </a:lnTo>
                  <a:lnTo>
                    <a:pt x="7939015" y="1073233"/>
                  </a:lnTo>
                  <a:lnTo>
                    <a:pt x="7867701" y="1061952"/>
                  </a:lnTo>
                  <a:lnTo>
                    <a:pt x="7790285" y="1051699"/>
                  </a:lnTo>
                  <a:lnTo>
                    <a:pt x="7706208" y="1042363"/>
                  </a:lnTo>
                  <a:lnTo>
                    <a:pt x="7615137" y="1033853"/>
                  </a:lnTo>
                  <a:lnTo>
                    <a:pt x="7517080" y="1026099"/>
                  </a:lnTo>
                  <a:lnTo>
                    <a:pt x="7412530" y="1019052"/>
                  </a:lnTo>
                  <a:lnTo>
                    <a:pt x="7302602" y="1012684"/>
                  </a:lnTo>
                  <a:lnTo>
                    <a:pt x="7189166" y="1006990"/>
                  </a:lnTo>
                  <a:lnTo>
                    <a:pt x="7074898" y="1001974"/>
                  </a:lnTo>
                  <a:lnTo>
                    <a:pt x="6963220" y="997653"/>
                  </a:lnTo>
                  <a:lnTo>
                    <a:pt x="6858063" y="994037"/>
                  </a:lnTo>
                  <a:lnTo>
                    <a:pt x="6763449" y="991126"/>
                  </a:lnTo>
                  <a:lnTo>
                    <a:pt x="6682936" y="988896"/>
                  </a:lnTo>
                  <a:lnTo>
                    <a:pt x="6619029" y="987294"/>
                  </a:lnTo>
                  <a:lnTo>
                    <a:pt x="6572712" y="986238"/>
                  </a:lnTo>
                  <a:lnTo>
                    <a:pt x="6543195" y="985625"/>
                  </a:lnTo>
                  <a:lnTo>
                    <a:pt x="6527934" y="985335"/>
                  </a:lnTo>
                  <a:lnTo>
                    <a:pt x="6522815" y="985246"/>
                  </a:lnTo>
                  <a:lnTo>
                    <a:pt x="6522385" y="985239"/>
                  </a:lnTo>
                  <a:lnTo>
                    <a:pt x="5527445" y="985239"/>
                  </a:lnTo>
                  <a:lnTo>
                    <a:pt x="5526317" y="985220"/>
                  </a:lnTo>
                  <a:lnTo>
                    <a:pt x="5518867" y="985087"/>
                  </a:lnTo>
                  <a:lnTo>
                    <a:pt x="5499984" y="984719"/>
                  </a:lnTo>
                  <a:lnTo>
                    <a:pt x="5465970" y="983994"/>
                  </a:lnTo>
                  <a:lnTo>
                    <a:pt x="5414753" y="982797"/>
                  </a:lnTo>
                  <a:lnTo>
                    <a:pt x="5346050" y="981026"/>
                  </a:lnTo>
                  <a:lnTo>
                    <a:pt x="5261301" y="978610"/>
                  </a:lnTo>
                  <a:lnTo>
                    <a:pt x="5163361" y="975504"/>
                  </a:lnTo>
                  <a:lnTo>
                    <a:pt x="5055977" y="971691"/>
                  </a:lnTo>
                  <a:lnTo>
                    <a:pt x="4943198" y="967175"/>
                  </a:lnTo>
                  <a:lnTo>
                    <a:pt x="4828847" y="961969"/>
                  </a:lnTo>
                  <a:lnTo>
                    <a:pt x="4716154" y="956087"/>
                  </a:lnTo>
                  <a:lnTo>
                    <a:pt x="4607571" y="949531"/>
                  </a:lnTo>
                  <a:lnTo>
                    <a:pt x="4504747" y="942291"/>
                  </a:lnTo>
                  <a:lnTo>
                    <a:pt x="4408610" y="934332"/>
                  </a:lnTo>
                  <a:lnTo>
                    <a:pt x="4319504" y="925600"/>
                  </a:lnTo>
                  <a:lnTo>
                    <a:pt x="4237328" y="916019"/>
                  </a:lnTo>
                  <a:lnTo>
                    <a:pt x="4161675" y="905491"/>
                  </a:lnTo>
                  <a:lnTo>
                    <a:pt x="4091943" y="893901"/>
                  </a:lnTo>
                  <a:lnTo>
                    <a:pt x="4027411" y="881120"/>
                  </a:lnTo>
                  <a:lnTo>
                    <a:pt x="3967311" y="867015"/>
                  </a:lnTo>
                  <a:lnTo>
                    <a:pt x="3910873" y="851459"/>
                  </a:lnTo>
                  <a:lnTo>
                    <a:pt x="3857361" y="834355"/>
                  </a:lnTo>
                  <a:lnTo>
                    <a:pt x="3820202" y="821032"/>
                  </a:lnTo>
                  <a:lnTo>
                    <a:pt x="3762879" y="798093"/>
                  </a:lnTo>
                  <a:lnTo>
                    <a:pt x="3707263" y="773009"/>
                  </a:lnTo>
                  <a:lnTo>
                    <a:pt x="3652763" y="745745"/>
                  </a:lnTo>
                  <a:lnTo>
                    <a:pt x="3598932" y="716324"/>
                  </a:lnTo>
                  <a:lnTo>
                    <a:pt x="3545445" y="684836"/>
                  </a:lnTo>
                  <a:lnTo>
                    <a:pt x="3492078" y="651444"/>
                  </a:lnTo>
                  <a:lnTo>
                    <a:pt x="3438689" y="616385"/>
                  </a:lnTo>
                  <a:lnTo>
                    <a:pt x="3385212" y="579965"/>
                  </a:lnTo>
                  <a:lnTo>
                    <a:pt x="3331634" y="542551"/>
                  </a:lnTo>
                  <a:lnTo>
                    <a:pt x="3277984" y="504556"/>
                  </a:lnTo>
                  <a:lnTo>
                    <a:pt x="3224316" y="466421"/>
                  </a:lnTo>
                  <a:lnTo>
                    <a:pt x="3170688" y="428593"/>
                  </a:lnTo>
                  <a:lnTo>
                    <a:pt x="3117146" y="391505"/>
                  </a:lnTo>
                  <a:lnTo>
                    <a:pt x="3063706" y="355555"/>
                  </a:lnTo>
                  <a:lnTo>
                    <a:pt x="3010337" y="321087"/>
                  </a:lnTo>
                  <a:lnTo>
                    <a:pt x="2956945" y="288384"/>
                  </a:lnTo>
                  <a:lnTo>
                    <a:pt x="2903361" y="257654"/>
                  </a:lnTo>
                  <a:lnTo>
                    <a:pt x="2849324" y="229033"/>
                  </a:lnTo>
                  <a:lnTo>
                    <a:pt x="2794466" y="202586"/>
                  </a:lnTo>
                  <a:lnTo>
                    <a:pt x="2738289" y="178313"/>
                  </a:lnTo>
                  <a:lnTo>
                    <a:pt x="2702183" y="164206"/>
                  </a:lnTo>
                  <a:lnTo>
                    <a:pt x="2650370" y="145959"/>
                  </a:lnTo>
                  <a:lnTo>
                    <a:pt x="2596112" y="129293"/>
                  </a:lnTo>
                  <a:lnTo>
                    <a:pt x="2538730" y="114152"/>
                  </a:lnTo>
                  <a:lnTo>
                    <a:pt x="2477474" y="100430"/>
                  </a:lnTo>
                  <a:lnTo>
                    <a:pt x="2411569" y="87994"/>
                  </a:lnTo>
                  <a:lnTo>
                    <a:pt x="2340255" y="76713"/>
                  </a:lnTo>
                  <a:lnTo>
                    <a:pt x="2262840" y="66459"/>
                  </a:lnTo>
                  <a:lnTo>
                    <a:pt x="2178762" y="57124"/>
                  </a:lnTo>
                  <a:lnTo>
                    <a:pt x="2087691" y="48614"/>
                  </a:lnTo>
                  <a:lnTo>
                    <a:pt x="1989635" y="40860"/>
                  </a:lnTo>
                  <a:lnTo>
                    <a:pt x="1885084" y="33812"/>
                  </a:lnTo>
                  <a:lnTo>
                    <a:pt x="1775156" y="27445"/>
                  </a:lnTo>
                  <a:lnTo>
                    <a:pt x="1661720" y="21750"/>
                  </a:lnTo>
                  <a:lnTo>
                    <a:pt x="1547452" y="16735"/>
                  </a:lnTo>
                  <a:lnTo>
                    <a:pt x="1435774" y="12414"/>
                  </a:lnTo>
                  <a:lnTo>
                    <a:pt x="1330617" y="8798"/>
                  </a:lnTo>
                  <a:lnTo>
                    <a:pt x="1236003" y="5887"/>
                  </a:lnTo>
                  <a:lnTo>
                    <a:pt x="1155490" y="3656"/>
                  </a:lnTo>
                  <a:lnTo>
                    <a:pt x="1091583" y="2054"/>
                  </a:lnTo>
                  <a:lnTo>
                    <a:pt x="1045266" y="999"/>
                  </a:lnTo>
                  <a:lnTo>
                    <a:pt x="1015749" y="386"/>
                  </a:lnTo>
                  <a:lnTo>
                    <a:pt x="1000488" y="96"/>
                  </a:lnTo>
                  <a:lnTo>
                    <a:pt x="995370" y="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1" name="pl30"/>
            <p:cNvSpPr/>
            <p:nvPr/>
          </p:nvSpPr>
          <p:spPr>
            <a:xfrm>
              <a:off x="1199187" y="2179939"/>
              <a:ext cx="12049831" cy="1970478"/>
            </a:xfrm>
            <a:custGeom>
              <a:avLst/>
              <a:pathLst>
                <a:path w="12049831" h="1970478">
                  <a:moveTo>
                    <a:pt x="0" y="0"/>
                  </a:moveTo>
                  <a:lnTo>
                    <a:pt x="994940" y="0"/>
                  </a:lnTo>
                  <a:lnTo>
                    <a:pt x="996068" y="18"/>
                  </a:lnTo>
                  <a:lnTo>
                    <a:pt x="1003518" y="151"/>
                  </a:lnTo>
                  <a:lnTo>
                    <a:pt x="1022401" y="519"/>
                  </a:lnTo>
                  <a:lnTo>
                    <a:pt x="1056415" y="1244"/>
                  </a:lnTo>
                  <a:lnTo>
                    <a:pt x="1107632" y="2442"/>
                  </a:lnTo>
                  <a:lnTo>
                    <a:pt x="1176335" y="4212"/>
                  </a:lnTo>
                  <a:lnTo>
                    <a:pt x="1261084" y="6628"/>
                  </a:lnTo>
                  <a:lnTo>
                    <a:pt x="1359024" y="9734"/>
                  </a:lnTo>
                  <a:lnTo>
                    <a:pt x="1466408" y="13547"/>
                  </a:lnTo>
                  <a:lnTo>
                    <a:pt x="1579187" y="18063"/>
                  </a:lnTo>
                  <a:lnTo>
                    <a:pt x="1693538" y="23269"/>
                  </a:lnTo>
                  <a:lnTo>
                    <a:pt x="1806231" y="29152"/>
                  </a:lnTo>
                  <a:lnTo>
                    <a:pt x="1914814" y="35707"/>
                  </a:lnTo>
                  <a:lnTo>
                    <a:pt x="2017638" y="42947"/>
                  </a:lnTo>
                  <a:lnTo>
                    <a:pt x="2113775" y="50906"/>
                  </a:lnTo>
                  <a:lnTo>
                    <a:pt x="2202881" y="59638"/>
                  </a:lnTo>
                  <a:lnTo>
                    <a:pt x="2285057" y="69219"/>
                  </a:lnTo>
                  <a:lnTo>
                    <a:pt x="2360710" y="79747"/>
                  </a:lnTo>
                  <a:lnTo>
                    <a:pt x="2430442" y="91337"/>
                  </a:lnTo>
                  <a:lnTo>
                    <a:pt x="2494974" y="104118"/>
                  </a:lnTo>
                  <a:lnTo>
                    <a:pt x="2555074" y="118223"/>
                  </a:lnTo>
                  <a:lnTo>
                    <a:pt x="2611512" y="133779"/>
                  </a:lnTo>
                  <a:lnTo>
                    <a:pt x="2665024" y="150883"/>
                  </a:lnTo>
                  <a:lnTo>
                    <a:pt x="2702183" y="164206"/>
                  </a:lnTo>
                  <a:lnTo>
                    <a:pt x="2759506" y="187146"/>
                  </a:lnTo>
                  <a:lnTo>
                    <a:pt x="2815122" y="212229"/>
                  </a:lnTo>
                  <a:lnTo>
                    <a:pt x="2869622" y="239493"/>
                  </a:lnTo>
                  <a:lnTo>
                    <a:pt x="2923453" y="268914"/>
                  </a:lnTo>
                  <a:lnTo>
                    <a:pt x="2976940" y="300403"/>
                  </a:lnTo>
                  <a:lnTo>
                    <a:pt x="3030307" y="333794"/>
                  </a:lnTo>
                  <a:lnTo>
                    <a:pt x="3083696" y="368853"/>
                  </a:lnTo>
                  <a:lnTo>
                    <a:pt x="3137173" y="405273"/>
                  </a:lnTo>
                  <a:lnTo>
                    <a:pt x="3190751" y="442687"/>
                  </a:lnTo>
                  <a:lnTo>
                    <a:pt x="3244401" y="480682"/>
                  </a:lnTo>
                  <a:lnTo>
                    <a:pt x="3298069" y="518817"/>
                  </a:lnTo>
                  <a:lnTo>
                    <a:pt x="3351697" y="556645"/>
                  </a:lnTo>
                  <a:lnTo>
                    <a:pt x="3405239" y="593733"/>
                  </a:lnTo>
                  <a:lnTo>
                    <a:pt x="3458679" y="629684"/>
                  </a:lnTo>
                  <a:lnTo>
                    <a:pt x="3512048" y="664151"/>
                  </a:lnTo>
                  <a:lnTo>
                    <a:pt x="3565440" y="696854"/>
                  </a:lnTo>
                  <a:lnTo>
                    <a:pt x="3619024" y="727584"/>
                  </a:lnTo>
                  <a:lnTo>
                    <a:pt x="3673061" y="756205"/>
                  </a:lnTo>
                  <a:lnTo>
                    <a:pt x="3727919" y="782652"/>
                  </a:lnTo>
                  <a:lnTo>
                    <a:pt x="3784096" y="806926"/>
                  </a:lnTo>
                  <a:lnTo>
                    <a:pt x="3820202" y="821032"/>
                  </a:lnTo>
                  <a:lnTo>
                    <a:pt x="3872015" y="839280"/>
                  </a:lnTo>
                  <a:lnTo>
                    <a:pt x="3926273" y="855945"/>
                  </a:lnTo>
                  <a:lnTo>
                    <a:pt x="3983655" y="871086"/>
                  </a:lnTo>
                  <a:lnTo>
                    <a:pt x="4044911" y="884809"/>
                  </a:lnTo>
                  <a:lnTo>
                    <a:pt x="4110816" y="897244"/>
                  </a:lnTo>
                  <a:lnTo>
                    <a:pt x="4182130" y="908526"/>
                  </a:lnTo>
                  <a:lnTo>
                    <a:pt x="4259545" y="918779"/>
                  </a:lnTo>
                  <a:lnTo>
                    <a:pt x="4343623" y="928114"/>
                  </a:lnTo>
                  <a:lnTo>
                    <a:pt x="4434694" y="936624"/>
                  </a:lnTo>
                  <a:lnTo>
                    <a:pt x="4532750" y="944378"/>
                  </a:lnTo>
                  <a:lnTo>
                    <a:pt x="4637301" y="951426"/>
                  </a:lnTo>
                  <a:lnTo>
                    <a:pt x="4747229" y="957793"/>
                  </a:lnTo>
                  <a:lnTo>
                    <a:pt x="4860665" y="963488"/>
                  </a:lnTo>
                  <a:lnTo>
                    <a:pt x="4974933" y="968503"/>
                  </a:lnTo>
                  <a:lnTo>
                    <a:pt x="5086611" y="972825"/>
                  </a:lnTo>
                  <a:lnTo>
                    <a:pt x="5191768" y="976440"/>
                  </a:lnTo>
                  <a:lnTo>
                    <a:pt x="5286382" y="979352"/>
                  </a:lnTo>
                  <a:lnTo>
                    <a:pt x="5366895" y="981582"/>
                  </a:lnTo>
                  <a:lnTo>
                    <a:pt x="5430801" y="983184"/>
                  </a:lnTo>
                  <a:lnTo>
                    <a:pt x="5477119" y="984239"/>
                  </a:lnTo>
                  <a:lnTo>
                    <a:pt x="5506636" y="984852"/>
                  </a:lnTo>
                  <a:lnTo>
                    <a:pt x="5521897" y="985142"/>
                  </a:lnTo>
                  <a:lnTo>
                    <a:pt x="5527015" y="985232"/>
                  </a:lnTo>
                  <a:lnTo>
                    <a:pt x="5527445" y="985239"/>
                  </a:lnTo>
                  <a:lnTo>
                    <a:pt x="6522385" y="985239"/>
                  </a:lnTo>
                  <a:lnTo>
                    <a:pt x="6523514" y="985257"/>
                  </a:lnTo>
                  <a:lnTo>
                    <a:pt x="6530964" y="985391"/>
                  </a:lnTo>
                  <a:lnTo>
                    <a:pt x="6549846" y="985758"/>
                  </a:lnTo>
                  <a:lnTo>
                    <a:pt x="6583861" y="986483"/>
                  </a:lnTo>
                  <a:lnTo>
                    <a:pt x="6635077" y="987681"/>
                  </a:lnTo>
                  <a:lnTo>
                    <a:pt x="6703781" y="989451"/>
                  </a:lnTo>
                  <a:lnTo>
                    <a:pt x="6788530" y="991867"/>
                  </a:lnTo>
                  <a:lnTo>
                    <a:pt x="6886470" y="994973"/>
                  </a:lnTo>
                  <a:lnTo>
                    <a:pt x="6993854" y="998786"/>
                  </a:lnTo>
                  <a:lnTo>
                    <a:pt x="7106633" y="1003303"/>
                  </a:lnTo>
                  <a:lnTo>
                    <a:pt x="7220984" y="1008508"/>
                  </a:lnTo>
                  <a:lnTo>
                    <a:pt x="7333677" y="1014391"/>
                  </a:lnTo>
                  <a:lnTo>
                    <a:pt x="7442260" y="1020946"/>
                  </a:lnTo>
                  <a:lnTo>
                    <a:pt x="7545084" y="1028187"/>
                  </a:lnTo>
                  <a:lnTo>
                    <a:pt x="7641220" y="1036146"/>
                  </a:lnTo>
                  <a:lnTo>
                    <a:pt x="7730327" y="1044877"/>
                  </a:lnTo>
                  <a:lnTo>
                    <a:pt x="7812503" y="1054459"/>
                  </a:lnTo>
                  <a:lnTo>
                    <a:pt x="7888155" y="1064987"/>
                  </a:lnTo>
                  <a:lnTo>
                    <a:pt x="7957888" y="1076576"/>
                  </a:lnTo>
                  <a:lnTo>
                    <a:pt x="8022420" y="1089357"/>
                  </a:lnTo>
                  <a:lnTo>
                    <a:pt x="8082519" y="1103462"/>
                  </a:lnTo>
                  <a:lnTo>
                    <a:pt x="8138958" y="1119018"/>
                  </a:lnTo>
                  <a:lnTo>
                    <a:pt x="8192470" y="1136122"/>
                  </a:lnTo>
                  <a:lnTo>
                    <a:pt x="8229629" y="1149445"/>
                  </a:lnTo>
                  <a:lnTo>
                    <a:pt x="8286952" y="1172385"/>
                  </a:lnTo>
                  <a:lnTo>
                    <a:pt x="8342568" y="1197468"/>
                  </a:lnTo>
                  <a:lnTo>
                    <a:pt x="8397068" y="1224732"/>
                  </a:lnTo>
                  <a:lnTo>
                    <a:pt x="8450899" y="1254154"/>
                  </a:lnTo>
                  <a:lnTo>
                    <a:pt x="8504385" y="1285642"/>
                  </a:lnTo>
                  <a:lnTo>
                    <a:pt x="8557753" y="1319034"/>
                  </a:lnTo>
                  <a:lnTo>
                    <a:pt x="8611142" y="1354092"/>
                  </a:lnTo>
                  <a:lnTo>
                    <a:pt x="8664619" y="1390512"/>
                  </a:lnTo>
                  <a:lnTo>
                    <a:pt x="8718197" y="1427926"/>
                  </a:lnTo>
                  <a:lnTo>
                    <a:pt x="8771847" y="1465921"/>
                  </a:lnTo>
                  <a:lnTo>
                    <a:pt x="8825515" y="1504056"/>
                  </a:lnTo>
                  <a:lnTo>
                    <a:pt x="8879143" y="1541885"/>
                  </a:lnTo>
                  <a:lnTo>
                    <a:pt x="8932685" y="1578973"/>
                  </a:lnTo>
                  <a:lnTo>
                    <a:pt x="8986125" y="1614923"/>
                  </a:lnTo>
                  <a:lnTo>
                    <a:pt x="9039494" y="1649390"/>
                  </a:lnTo>
                  <a:lnTo>
                    <a:pt x="9092886" y="1682093"/>
                  </a:lnTo>
                  <a:lnTo>
                    <a:pt x="9146470" y="1712823"/>
                  </a:lnTo>
                  <a:lnTo>
                    <a:pt x="9200507" y="1741444"/>
                  </a:lnTo>
                  <a:lnTo>
                    <a:pt x="9255365" y="1767891"/>
                  </a:lnTo>
                  <a:lnTo>
                    <a:pt x="9311542" y="1792165"/>
                  </a:lnTo>
                  <a:lnTo>
                    <a:pt x="9347647" y="1806271"/>
                  </a:lnTo>
                  <a:lnTo>
                    <a:pt x="9399461" y="1824519"/>
                  </a:lnTo>
                  <a:lnTo>
                    <a:pt x="9453719" y="1841185"/>
                  </a:lnTo>
                  <a:lnTo>
                    <a:pt x="9511101" y="1856325"/>
                  </a:lnTo>
                  <a:lnTo>
                    <a:pt x="9572357" y="1870048"/>
                  </a:lnTo>
                  <a:lnTo>
                    <a:pt x="9638262" y="1882483"/>
                  </a:lnTo>
                  <a:lnTo>
                    <a:pt x="9709575" y="1893765"/>
                  </a:lnTo>
                  <a:lnTo>
                    <a:pt x="9786991" y="1904018"/>
                  </a:lnTo>
                  <a:lnTo>
                    <a:pt x="9871068" y="1913354"/>
                  </a:lnTo>
                  <a:lnTo>
                    <a:pt x="9962140" y="1921863"/>
                  </a:lnTo>
                  <a:lnTo>
                    <a:pt x="10060196" y="1929618"/>
                  </a:lnTo>
                  <a:lnTo>
                    <a:pt x="10164747" y="1936665"/>
                  </a:lnTo>
                  <a:lnTo>
                    <a:pt x="10274674" y="1943032"/>
                  </a:lnTo>
                  <a:lnTo>
                    <a:pt x="10388111" y="1948727"/>
                  </a:lnTo>
                  <a:lnTo>
                    <a:pt x="10502378" y="1953742"/>
                  </a:lnTo>
                  <a:lnTo>
                    <a:pt x="10614057" y="1958064"/>
                  </a:lnTo>
                  <a:lnTo>
                    <a:pt x="10719214" y="1961680"/>
                  </a:lnTo>
                  <a:lnTo>
                    <a:pt x="10813828" y="1964591"/>
                  </a:lnTo>
                  <a:lnTo>
                    <a:pt x="10894341" y="1966821"/>
                  </a:lnTo>
                  <a:lnTo>
                    <a:pt x="10958247" y="1968423"/>
                  </a:lnTo>
                  <a:lnTo>
                    <a:pt x="11004565" y="1969478"/>
                  </a:lnTo>
                  <a:lnTo>
                    <a:pt x="11034081" y="1970091"/>
                  </a:lnTo>
                  <a:lnTo>
                    <a:pt x="11049342" y="1970382"/>
                  </a:lnTo>
                  <a:lnTo>
                    <a:pt x="11054461" y="1970471"/>
                  </a:lnTo>
                  <a:lnTo>
                    <a:pt x="11054891" y="1970478"/>
                  </a:lnTo>
                  <a:lnTo>
                    <a:pt x="12049831" y="1970478"/>
                  </a:lnTo>
                  <a:lnTo>
                    <a:pt x="12049831" y="19704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" name="pl31"/>
            <p:cNvSpPr/>
            <p:nvPr/>
          </p:nvSpPr>
          <p:spPr>
            <a:xfrm>
              <a:off x="1199187" y="2174698"/>
              <a:ext cx="12049831" cy="1970478"/>
            </a:xfrm>
            <a:custGeom>
              <a:avLst/>
              <a:pathLst>
                <a:path w="12049831" h="1970478">
                  <a:moveTo>
                    <a:pt x="12049831" y="1970478"/>
                  </a:moveTo>
                  <a:lnTo>
                    <a:pt x="11054891" y="1970478"/>
                  </a:lnTo>
                  <a:lnTo>
                    <a:pt x="11053762" y="1970459"/>
                  </a:lnTo>
                  <a:lnTo>
                    <a:pt x="11046312" y="1970326"/>
                  </a:lnTo>
                  <a:lnTo>
                    <a:pt x="11027430" y="1969958"/>
                  </a:lnTo>
                  <a:lnTo>
                    <a:pt x="10993416" y="1969234"/>
                  </a:lnTo>
                  <a:lnTo>
                    <a:pt x="10942199" y="1968036"/>
                  </a:lnTo>
                  <a:lnTo>
                    <a:pt x="10873495" y="1966266"/>
                  </a:lnTo>
                  <a:lnTo>
                    <a:pt x="10788746" y="1963850"/>
                  </a:lnTo>
                  <a:lnTo>
                    <a:pt x="10690806" y="1960743"/>
                  </a:lnTo>
                  <a:lnTo>
                    <a:pt x="10583423" y="1956930"/>
                  </a:lnTo>
                  <a:lnTo>
                    <a:pt x="10470644" y="1952414"/>
                  </a:lnTo>
                  <a:lnTo>
                    <a:pt x="10356293" y="1947208"/>
                  </a:lnTo>
                  <a:lnTo>
                    <a:pt x="10243600" y="1941326"/>
                  </a:lnTo>
                  <a:lnTo>
                    <a:pt x="10135016" y="1934771"/>
                  </a:lnTo>
                  <a:lnTo>
                    <a:pt x="10032192" y="1927530"/>
                  </a:lnTo>
                  <a:lnTo>
                    <a:pt x="9936056" y="1919571"/>
                  </a:lnTo>
                  <a:lnTo>
                    <a:pt x="9846949" y="1910839"/>
                  </a:lnTo>
                  <a:lnTo>
                    <a:pt x="9764773" y="1901258"/>
                  </a:lnTo>
                  <a:lnTo>
                    <a:pt x="9689121" y="1890730"/>
                  </a:lnTo>
                  <a:lnTo>
                    <a:pt x="9619388" y="1879140"/>
                  </a:lnTo>
                  <a:lnTo>
                    <a:pt x="9554857" y="1866360"/>
                  </a:lnTo>
                  <a:lnTo>
                    <a:pt x="9494757" y="1852254"/>
                  </a:lnTo>
                  <a:lnTo>
                    <a:pt x="9438318" y="1836698"/>
                  </a:lnTo>
                  <a:lnTo>
                    <a:pt x="9384806" y="1819594"/>
                  </a:lnTo>
                  <a:lnTo>
                    <a:pt x="9347647" y="1806271"/>
                  </a:lnTo>
                  <a:lnTo>
                    <a:pt x="9290324" y="1783332"/>
                  </a:lnTo>
                  <a:lnTo>
                    <a:pt x="9234709" y="1758249"/>
                  </a:lnTo>
                  <a:lnTo>
                    <a:pt x="9180208" y="1730985"/>
                  </a:lnTo>
                  <a:lnTo>
                    <a:pt x="9126378" y="1701563"/>
                  </a:lnTo>
                  <a:lnTo>
                    <a:pt x="9072891" y="1670075"/>
                  </a:lnTo>
                  <a:lnTo>
                    <a:pt x="9019523" y="1636683"/>
                  </a:lnTo>
                  <a:lnTo>
                    <a:pt x="8966135" y="1601624"/>
                  </a:lnTo>
                  <a:lnTo>
                    <a:pt x="8912657" y="1565204"/>
                  </a:lnTo>
                  <a:lnTo>
                    <a:pt x="8859079" y="1527791"/>
                  </a:lnTo>
                  <a:lnTo>
                    <a:pt x="8805430" y="1489796"/>
                  </a:lnTo>
                  <a:lnTo>
                    <a:pt x="8751762" y="1451660"/>
                  </a:lnTo>
                  <a:lnTo>
                    <a:pt x="8698134" y="1413832"/>
                  </a:lnTo>
                  <a:lnTo>
                    <a:pt x="8644592" y="1376744"/>
                  </a:lnTo>
                  <a:lnTo>
                    <a:pt x="8591152" y="1340794"/>
                  </a:lnTo>
                  <a:lnTo>
                    <a:pt x="8537782" y="1306327"/>
                  </a:lnTo>
                  <a:lnTo>
                    <a:pt x="8484391" y="1273623"/>
                  </a:lnTo>
                  <a:lnTo>
                    <a:pt x="8430807" y="1242894"/>
                  </a:lnTo>
                  <a:lnTo>
                    <a:pt x="8376770" y="1214273"/>
                  </a:lnTo>
                  <a:lnTo>
                    <a:pt x="8321911" y="1187826"/>
                  </a:lnTo>
                  <a:lnTo>
                    <a:pt x="8265735" y="1163552"/>
                  </a:lnTo>
                  <a:lnTo>
                    <a:pt x="8229629" y="1149445"/>
                  </a:lnTo>
                  <a:lnTo>
                    <a:pt x="8177815" y="1131198"/>
                  </a:lnTo>
                  <a:lnTo>
                    <a:pt x="8123558" y="1114532"/>
                  </a:lnTo>
                  <a:lnTo>
                    <a:pt x="8066175" y="1099392"/>
                  </a:lnTo>
                  <a:lnTo>
                    <a:pt x="8004919" y="1085669"/>
                  </a:lnTo>
                  <a:lnTo>
                    <a:pt x="7939015" y="1073233"/>
                  </a:lnTo>
                  <a:lnTo>
                    <a:pt x="7867701" y="1061952"/>
                  </a:lnTo>
                  <a:lnTo>
                    <a:pt x="7790285" y="1051699"/>
                  </a:lnTo>
                  <a:lnTo>
                    <a:pt x="7706208" y="1042363"/>
                  </a:lnTo>
                  <a:lnTo>
                    <a:pt x="7615137" y="1033853"/>
                  </a:lnTo>
                  <a:lnTo>
                    <a:pt x="7517080" y="1026099"/>
                  </a:lnTo>
                  <a:lnTo>
                    <a:pt x="7412530" y="1019052"/>
                  </a:lnTo>
                  <a:lnTo>
                    <a:pt x="7302602" y="1012684"/>
                  </a:lnTo>
                  <a:lnTo>
                    <a:pt x="7189166" y="1006990"/>
                  </a:lnTo>
                  <a:lnTo>
                    <a:pt x="7074898" y="1001974"/>
                  </a:lnTo>
                  <a:lnTo>
                    <a:pt x="6963220" y="997653"/>
                  </a:lnTo>
                  <a:lnTo>
                    <a:pt x="6858063" y="994037"/>
                  </a:lnTo>
                  <a:lnTo>
                    <a:pt x="6763449" y="991126"/>
                  </a:lnTo>
                  <a:lnTo>
                    <a:pt x="6682936" y="988896"/>
                  </a:lnTo>
                  <a:lnTo>
                    <a:pt x="6619029" y="987294"/>
                  </a:lnTo>
                  <a:lnTo>
                    <a:pt x="6572712" y="986238"/>
                  </a:lnTo>
                  <a:lnTo>
                    <a:pt x="6543195" y="985625"/>
                  </a:lnTo>
                  <a:lnTo>
                    <a:pt x="6527934" y="985335"/>
                  </a:lnTo>
                  <a:lnTo>
                    <a:pt x="6522815" y="985246"/>
                  </a:lnTo>
                  <a:lnTo>
                    <a:pt x="6522385" y="985239"/>
                  </a:lnTo>
                  <a:lnTo>
                    <a:pt x="5527445" y="985239"/>
                  </a:lnTo>
                  <a:lnTo>
                    <a:pt x="5526317" y="985220"/>
                  </a:lnTo>
                  <a:lnTo>
                    <a:pt x="5518867" y="985087"/>
                  </a:lnTo>
                  <a:lnTo>
                    <a:pt x="5499984" y="984719"/>
                  </a:lnTo>
                  <a:lnTo>
                    <a:pt x="5465970" y="983994"/>
                  </a:lnTo>
                  <a:lnTo>
                    <a:pt x="5414753" y="982797"/>
                  </a:lnTo>
                  <a:lnTo>
                    <a:pt x="5346050" y="981026"/>
                  </a:lnTo>
                  <a:lnTo>
                    <a:pt x="5261301" y="978610"/>
                  </a:lnTo>
                  <a:lnTo>
                    <a:pt x="5163361" y="975504"/>
                  </a:lnTo>
                  <a:lnTo>
                    <a:pt x="5055977" y="971691"/>
                  </a:lnTo>
                  <a:lnTo>
                    <a:pt x="4943198" y="967175"/>
                  </a:lnTo>
                  <a:lnTo>
                    <a:pt x="4828847" y="961969"/>
                  </a:lnTo>
                  <a:lnTo>
                    <a:pt x="4716154" y="956087"/>
                  </a:lnTo>
                  <a:lnTo>
                    <a:pt x="4607571" y="949531"/>
                  </a:lnTo>
                  <a:lnTo>
                    <a:pt x="4504747" y="942291"/>
                  </a:lnTo>
                  <a:lnTo>
                    <a:pt x="4408610" y="934332"/>
                  </a:lnTo>
                  <a:lnTo>
                    <a:pt x="4319504" y="925600"/>
                  </a:lnTo>
                  <a:lnTo>
                    <a:pt x="4237328" y="916019"/>
                  </a:lnTo>
                  <a:lnTo>
                    <a:pt x="4161675" y="905491"/>
                  </a:lnTo>
                  <a:lnTo>
                    <a:pt x="4091943" y="893901"/>
                  </a:lnTo>
                  <a:lnTo>
                    <a:pt x="4027411" y="881120"/>
                  </a:lnTo>
                  <a:lnTo>
                    <a:pt x="3967311" y="867015"/>
                  </a:lnTo>
                  <a:lnTo>
                    <a:pt x="3910873" y="851459"/>
                  </a:lnTo>
                  <a:lnTo>
                    <a:pt x="3857361" y="834355"/>
                  </a:lnTo>
                  <a:lnTo>
                    <a:pt x="3820202" y="821032"/>
                  </a:lnTo>
                  <a:lnTo>
                    <a:pt x="3762879" y="798093"/>
                  </a:lnTo>
                  <a:lnTo>
                    <a:pt x="3707263" y="773009"/>
                  </a:lnTo>
                  <a:lnTo>
                    <a:pt x="3652763" y="745745"/>
                  </a:lnTo>
                  <a:lnTo>
                    <a:pt x="3598932" y="716324"/>
                  </a:lnTo>
                  <a:lnTo>
                    <a:pt x="3545445" y="684836"/>
                  </a:lnTo>
                  <a:lnTo>
                    <a:pt x="3492078" y="651444"/>
                  </a:lnTo>
                  <a:lnTo>
                    <a:pt x="3438689" y="616385"/>
                  </a:lnTo>
                  <a:lnTo>
                    <a:pt x="3385212" y="579965"/>
                  </a:lnTo>
                  <a:lnTo>
                    <a:pt x="3331634" y="542551"/>
                  </a:lnTo>
                  <a:lnTo>
                    <a:pt x="3277984" y="504556"/>
                  </a:lnTo>
                  <a:lnTo>
                    <a:pt x="3224316" y="466421"/>
                  </a:lnTo>
                  <a:lnTo>
                    <a:pt x="3170688" y="428593"/>
                  </a:lnTo>
                  <a:lnTo>
                    <a:pt x="3117146" y="391505"/>
                  </a:lnTo>
                  <a:lnTo>
                    <a:pt x="3063706" y="355555"/>
                  </a:lnTo>
                  <a:lnTo>
                    <a:pt x="3010337" y="321087"/>
                  </a:lnTo>
                  <a:lnTo>
                    <a:pt x="2956945" y="288384"/>
                  </a:lnTo>
                  <a:lnTo>
                    <a:pt x="2903361" y="257654"/>
                  </a:lnTo>
                  <a:lnTo>
                    <a:pt x="2849324" y="229033"/>
                  </a:lnTo>
                  <a:lnTo>
                    <a:pt x="2794466" y="202586"/>
                  </a:lnTo>
                  <a:lnTo>
                    <a:pt x="2738289" y="178313"/>
                  </a:lnTo>
                  <a:lnTo>
                    <a:pt x="2702183" y="164206"/>
                  </a:lnTo>
                  <a:lnTo>
                    <a:pt x="2650370" y="145959"/>
                  </a:lnTo>
                  <a:lnTo>
                    <a:pt x="2596112" y="129293"/>
                  </a:lnTo>
                  <a:lnTo>
                    <a:pt x="2538730" y="114152"/>
                  </a:lnTo>
                  <a:lnTo>
                    <a:pt x="2477474" y="100430"/>
                  </a:lnTo>
                  <a:lnTo>
                    <a:pt x="2411569" y="87994"/>
                  </a:lnTo>
                  <a:lnTo>
                    <a:pt x="2340255" y="76713"/>
                  </a:lnTo>
                  <a:lnTo>
                    <a:pt x="2262840" y="66459"/>
                  </a:lnTo>
                  <a:lnTo>
                    <a:pt x="2178762" y="57124"/>
                  </a:lnTo>
                  <a:lnTo>
                    <a:pt x="2087691" y="48614"/>
                  </a:lnTo>
                  <a:lnTo>
                    <a:pt x="1989635" y="40860"/>
                  </a:lnTo>
                  <a:lnTo>
                    <a:pt x="1885084" y="33812"/>
                  </a:lnTo>
                  <a:lnTo>
                    <a:pt x="1775156" y="27445"/>
                  </a:lnTo>
                  <a:lnTo>
                    <a:pt x="1661720" y="21750"/>
                  </a:lnTo>
                  <a:lnTo>
                    <a:pt x="1547452" y="16735"/>
                  </a:lnTo>
                  <a:lnTo>
                    <a:pt x="1435774" y="12414"/>
                  </a:lnTo>
                  <a:lnTo>
                    <a:pt x="1330617" y="8798"/>
                  </a:lnTo>
                  <a:lnTo>
                    <a:pt x="1236003" y="5887"/>
                  </a:lnTo>
                  <a:lnTo>
                    <a:pt x="1155490" y="3656"/>
                  </a:lnTo>
                  <a:lnTo>
                    <a:pt x="1091583" y="2054"/>
                  </a:lnTo>
                  <a:lnTo>
                    <a:pt x="1045266" y="999"/>
                  </a:lnTo>
                  <a:lnTo>
                    <a:pt x="1015749" y="386"/>
                  </a:lnTo>
                  <a:lnTo>
                    <a:pt x="1000488" y="96"/>
                  </a:lnTo>
                  <a:lnTo>
                    <a:pt x="995370" y="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" name="pg32"/>
            <p:cNvSpPr/>
            <p:nvPr/>
          </p:nvSpPr>
          <p:spPr>
            <a:xfrm>
              <a:off x="1199187" y="2179939"/>
              <a:ext cx="12049831" cy="2630798"/>
            </a:xfrm>
            <a:custGeom>
              <a:avLst/>
              <a:pathLst>
                <a:path w="12049831" h="2630798">
                  <a:moveTo>
                    <a:pt x="0" y="5240"/>
                  </a:moveTo>
                  <a:lnTo>
                    <a:pt x="994940" y="5240"/>
                  </a:lnTo>
                  <a:lnTo>
                    <a:pt x="996068" y="5259"/>
                  </a:lnTo>
                  <a:lnTo>
                    <a:pt x="1003517" y="5394"/>
                  </a:lnTo>
                  <a:lnTo>
                    <a:pt x="1022397" y="5765"/>
                  </a:lnTo>
                  <a:lnTo>
                    <a:pt x="1056407" y="6498"/>
                  </a:lnTo>
                  <a:lnTo>
                    <a:pt x="1107617" y="7708"/>
                  </a:lnTo>
                  <a:lnTo>
                    <a:pt x="1176313" y="9497"/>
                  </a:lnTo>
                  <a:lnTo>
                    <a:pt x="1261053" y="11938"/>
                  </a:lnTo>
                  <a:lnTo>
                    <a:pt x="1358984" y="15077"/>
                  </a:lnTo>
                  <a:lnTo>
                    <a:pt x="1466359" y="18930"/>
                  </a:lnTo>
                  <a:lnTo>
                    <a:pt x="1579131" y="23494"/>
                  </a:lnTo>
                  <a:lnTo>
                    <a:pt x="1693476" y="28754"/>
                  </a:lnTo>
                  <a:lnTo>
                    <a:pt x="1806166" y="34699"/>
                  </a:lnTo>
                  <a:lnTo>
                    <a:pt x="1914747" y="41323"/>
                  </a:lnTo>
                  <a:lnTo>
                    <a:pt x="2017570" y="48640"/>
                  </a:lnTo>
                  <a:lnTo>
                    <a:pt x="2113707" y="56682"/>
                  </a:lnTo>
                  <a:lnTo>
                    <a:pt x="2202814" y="65506"/>
                  </a:lnTo>
                  <a:lnTo>
                    <a:pt x="2284992" y="75188"/>
                  </a:lnTo>
                  <a:lnTo>
                    <a:pt x="2360646" y="85827"/>
                  </a:lnTo>
                  <a:lnTo>
                    <a:pt x="2430380" y="97538"/>
                  </a:lnTo>
                  <a:lnTo>
                    <a:pt x="2494913" y="110453"/>
                  </a:lnTo>
                  <a:lnTo>
                    <a:pt x="2555014" y="124706"/>
                  </a:lnTo>
                  <a:lnTo>
                    <a:pt x="2611453" y="140425"/>
                  </a:lnTo>
                  <a:lnTo>
                    <a:pt x="2664965" y="157708"/>
                  </a:lnTo>
                  <a:lnTo>
                    <a:pt x="2702183" y="171194"/>
                  </a:lnTo>
                  <a:lnTo>
                    <a:pt x="2759429" y="194344"/>
                  </a:lnTo>
                  <a:lnTo>
                    <a:pt x="2814972" y="219655"/>
                  </a:lnTo>
                  <a:lnTo>
                    <a:pt x="2869400" y="247164"/>
                  </a:lnTo>
                  <a:lnTo>
                    <a:pt x="2923160" y="276847"/>
                  </a:lnTo>
                  <a:lnTo>
                    <a:pt x="2976574" y="308615"/>
                  </a:lnTo>
                  <a:lnTo>
                    <a:pt x="3029870" y="342302"/>
                  </a:lnTo>
                  <a:lnTo>
                    <a:pt x="3083185" y="377672"/>
                  </a:lnTo>
                  <a:lnTo>
                    <a:pt x="3136588" y="414416"/>
                  </a:lnTo>
                  <a:lnTo>
                    <a:pt x="3190092" y="452167"/>
                  </a:lnTo>
                  <a:lnTo>
                    <a:pt x="3243667" y="490509"/>
                  </a:lnTo>
                  <a:lnTo>
                    <a:pt x="3297262" y="528999"/>
                  </a:lnTo>
                  <a:lnTo>
                    <a:pt x="3350817" y="567185"/>
                  </a:lnTo>
                  <a:lnTo>
                    <a:pt x="3404288" y="604633"/>
                  </a:lnTo>
                  <a:lnTo>
                    <a:pt x="3457657" y="640941"/>
                  </a:lnTo>
                  <a:lnTo>
                    <a:pt x="3510954" y="675759"/>
                  </a:lnTo>
                  <a:lnTo>
                    <a:pt x="3564271" y="708806"/>
                  </a:lnTo>
                  <a:lnTo>
                    <a:pt x="3617774" y="739867"/>
                  </a:lnTo>
                  <a:lnTo>
                    <a:pt x="3671723" y="768804"/>
                  </a:lnTo>
                  <a:lnTo>
                    <a:pt x="3726480" y="795552"/>
                  </a:lnTo>
                  <a:lnTo>
                    <a:pt x="3782537" y="820108"/>
                  </a:lnTo>
                  <a:lnTo>
                    <a:pt x="3820202" y="835007"/>
                  </a:lnTo>
                  <a:lnTo>
                    <a:pt x="3872013" y="853448"/>
                  </a:lnTo>
                  <a:lnTo>
                    <a:pt x="3926267" y="870290"/>
                  </a:lnTo>
                  <a:lnTo>
                    <a:pt x="3983647" y="885591"/>
                  </a:lnTo>
                  <a:lnTo>
                    <a:pt x="4044899" y="899460"/>
                  </a:lnTo>
                  <a:lnTo>
                    <a:pt x="4110799" y="912027"/>
                  </a:lnTo>
                  <a:lnTo>
                    <a:pt x="4182108" y="923428"/>
                  </a:lnTo>
                  <a:lnTo>
                    <a:pt x="4259518" y="933790"/>
                  </a:lnTo>
                  <a:lnTo>
                    <a:pt x="4343588" y="943225"/>
                  </a:lnTo>
                  <a:lnTo>
                    <a:pt x="4434652" y="951825"/>
                  </a:lnTo>
                  <a:lnTo>
                    <a:pt x="4532701" y="959662"/>
                  </a:lnTo>
                  <a:lnTo>
                    <a:pt x="4637243" y="966784"/>
                  </a:lnTo>
                  <a:lnTo>
                    <a:pt x="4747163" y="973219"/>
                  </a:lnTo>
                  <a:lnTo>
                    <a:pt x="4860592" y="978975"/>
                  </a:lnTo>
                  <a:lnTo>
                    <a:pt x="4974855" y="984044"/>
                  </a:lnTo>
                  <a:lnTo>
                    <a:pt x="5086531" y="988412"/>
                  </a:lnTo>
                  <a:lnTo>
                    <a:pt x="5191689" y="992066"/>
                  </a:lnTo>
                  <a:lnTo>
                    <a:pt x="5286309" y="995009"/>
                  </a:lnTo>
                  <a:lnTo>
                    <a:pt x="5366831" y="997263"/>
                  </a:lnTo>
                  <a:lnTo>
                    <a:pt x="5430750" y="998883"/>
                  </a:lnTo>
                  <a:lnTo>
                    <a:pt x="5477082" y="999950"/>
                  </a:lnTo>
                  <a:lnTo>
                    <a:pt x="5506613" y="1000570"/>
                  </a:lnTo>
                  <a:lnTo>
                    <a:pt x="5521887" y="1000863"/>
                  </a:lnTo>
                  <a:lnTo>
                    <a:pt x="5527013" y="1000954"/>
                  </a:lnTo>
                  <a:lnTo>
                    <a:pt x="5527445" y="1000961"/>
                  </a:lnTo>
                  <a:lnTo>
                    <a:pt x="6522385" y="1000961"/>
                  </a:lnTo>
                  <a:lnTo>
                    <a:pt x="6523501" y="1000991"/>
                  </a:lnTo>
                  <a:lnTo>
                    <a:pt x="6530867" y="1001209"/>
                  </a:lnTo>
                  <a:lnTo>
                    <a:pt x="6549541" y="1001810"/>
                  </a:lnTo>
                  <a:lnTo>
                    <a:pt x="6583194" y="1002995"/>
                  </a:lnTo>
                  <a:lnTo>
                    <a:pt x="6633897" y="1004953"/>
                  </a:lnTo>
                  <a:lnTo>
                    <a:pt x="6701963" y="1007848"/>
                  </a:lnTo>
                  <a:lnTo>
                    <a:pt x="6786000" y="1011800"/>
                  </a:lnTo>
                  <a:lnTo>
                    <a:pt x="6883218" y="1016884"/>
                  </a:lnTo>
                  <a:lnTo>
                    <a:pt x="6989930" y="1023128"/>
                  </a:lnTo>
                  <a:lnTo>
                    <a:pt x="7102136" y="1030527"/>
                  </a:lnTo>
                  <a:lnTo>
                    <a:pt x="7216041" y="1039058"/>
                  </a:lnTo>
                  <a:lnTo>
                    <a:pt x="7328425" y="1048700"/>
                  </a:lnTo>
                  <a:lnTo>
                    <a:pt x="7436827" y="1059447"/>
                  </a:lnTo>
                  <a:lnTo>
                    <a:pt x="7539581" y="1071316"/>
                  </a:lnTo>
                  <a:lnTo>
                    <a:pt x="7635733" y="1084361"/>
                  </a:lnTo>
                  <a:lnTo>
                    <a:pt x="7724917" y="1098668"/>
                  </a:lnTo>
                  <a:lnTo>
                    <a:pt x="7807208" y="1114359"/>
                  </a:lnTo>
                  <a:lnTo>
                    <a:pt x="7882993" y="1131593"/>
                  </a:lnTo>
                  <a:lnTo>
                    <a:pt x="7952857" y="1150556"/>
                  </a:lnTo>
                  <a:lnTo>
                    <a:pt x="8017505" y="1171456"/>
                  </a:lnTo>
                  <a:lnTo>
                    <a:pt x="8077696" y="1194513"/>
                  </a:lnTo>
                  <a:lnTo>
                    <a:pt x="8134192" y="1219936"/>
                  </a:lnTo>
                  <a:lnTo>
                    <a:pt x="8187723" y="1247888"/>
                  </a:lnTo>
                  <a:lnTo>
                    <a:pt x="8229629" y="1272600"/>
                  </a:lnTo>
                  <a:lnTo>
                    <a:pt x="8281985" y="1307068"/>
                  </a:lnTo>
                  <a:lnTo>
                    <a:pt x="8332874" y="1344477"/>
                  </a:lnTo>
                  <a:lnTo>
                    <a:pt x="8382759" y="1384885"/>
                  </a:lnTo>
                  <a:lnTo>
                    <a:pt x="8432002" y="1428280"/>
                  </a:lnTo>
                  <a:lnTo>
                    <a:pt x="8480874" y="1474575"/>
                  </a:lnTo>
                  <a:lnTo>
                    <a:pt x="8529576" y="1523602"/>
                  </a:lnTo>
                  <a:lnTo>
                    <a:pt x="8578243" y="1575108"/>
                  </a:lnTo>
                  <a:lnTo>
                    <a:pt x="8626956" y="1628758"/>
                  </a:lnTo>
                  <a:lnTo>
                    <a:pt x="8675750" y="1684140"/>
                  </a:lnTo>
                  <a:lnTo>
                    <a:pt x="8724626" y="1740777"/>
                  </a:lnTo>
                  <a:lnTo>
                    <a:pt x="8773558" y="1798143"/>
                  </a:lnTo>
                  <a:lnTo>
                    <a:pt x="8822503" y="1855683"/>
                  </a:lnTo>
                  <a:lnTo>
                    <a:pt x="8871417" y="1912834"/>
                  </a:lnTo>
                  <a:lnTo>
                    <a:pt x="8920264" y="1969050"/>
                  </a:lnTo>
                  <a:lnTo>
                    <a:pt x="8969025" y="2023820"/>
                  </a:lnTo>
                  <a:lnTo>
                    <a:pt x="9017714" y="2076692"/>
                  </a:lnTo>
                  <a:lnTo>
                    <a:pt x="9066382" y="2127282"/>
                  </a:lnTo>
                  <a:lnTo>
                    <a:pt x="9115130" y="2175285"/>
                  </a:lnTo>
                  <a:lnTo>
                    <a:pt x="9164117" y="2220483"/>
                  </a:lnTo>
                  <a:lnTo>
                    <a:pt x="9213570" y="2262737"/>
                  </a:lnTo>
                  <a:lnTo>
                    <a:pt x="9263792" y="2301992"/>
                  </a:lnTo>
                  <a:lnTo>
                    <a:pt x="9315183" y="2338262"/>
                  </a:lnTo>
                  <a:lnTo>
                    <a:pt x="9347647" y="2359158"/>
                  </a:lnTo>
                  <a:lnTo>
                    <a:pt x="9399253" y="2389231"/>
                  </a:lnTo>
                  <a:lnTo>
                    <a:pt x="9453280" y="2416706"/>
                  </a:lnTo>
                  <a:lnTo>
                    <a:pt x="9510402" y="2441678"/>
                  </a:lnTo>
                  <a:lnTo>
                    <a:pt x="9571358" y="2464320"/>
                  </a:lnTo>
                  <a:lnTo>
                    <a:pt x="9636914" y="2484846"/>
                  </a:lnTo>
                  <a:lnTo>
                    <a:pt x="9707822" y="2503474"/>
                  </a:lnTo>
                  <a:lnTo>
                    <a:pt x="9784769" y="2520409"/>
                  </a:lnTo>
                  <a:lnTo>
                    <a:pt x="9868312" y="2535834"/>
                  </a:lnTo>
                  <a:lnTo>
                    <a:pt x="9958789" y="2549900"/>
                  </a:lnTo>
                  <a:lnTo>
                    <a:pt x="10056204" y="2562722"/>
                  </a:lnTo>
                  <a:lnTo>
                    <a:pt x="10160093" y="2574381"/>
                  </a:lnTo>
                  <a:lnTo>
                    <a:pt x="10269380" y="2584923"/>
                  </a:lnTo>
                  <a:lnTo>
                    <a:pt x="10382254" y="2594361"/>
                  </a:lnTo>
                  <a:lnTo>
                    <a:pt x="10496108" y="2602685"/>
                  </a:lnTo>
                  <a:lnTo>
                    <a:pt x="10607597" y="2609872"/>
                  </a:lnTo>
                  <a:lnTo>
                    <a:pt x="10712855" y="2615901"/>
                  </a:lnTo>
                  <a:lnTo>
                    <a:pt x="10807896" y="2620772"/>
                  </a:lnTo>
                  <a:lnTo>
                    <a:pt x="10889156" y="2624522"/>
                  </a:lnTo>
                  <a:lnTo>
                    <a:pt x="10954070" y="2627234"/>
                  </a:lnTo>
                  <a:lnTo>
                    <a:pt x="11001546" y="2629036"/>
                  </a:lnTo>
                  <a:lnTo>
                    <a:pt x="11032226" y="2630098"/>
                  </a:lnTo>
                  <a:lnTo>
                    <a:pt x="11048490" y="2630613"/>
                  </a:lnTo>
                  <a:lnTo>
                    <a:pt x="11054281" y="2630781"/>
                  </a:lnTo>
                  <a:lnTo>
                    <a:pt x="11054891" y="2630798"/>
                  </a:lnTo>
                  <a:lnTo>
                    <a:pt x="12049831" y="2630798"/>
                  </a:lnTo>
                  <a:lnTo>
                    <a:pt x="12049831" y="2625557"/>
                  </a:lnTo>
                  <a:lnTo>
                    <a:pt x="11054891" y="2625557"/>
                  </a:lnTo>
                  <a:lnTo>
                    <a:pt x="11053775" y="2625527"/>
                  </a:lnTo>
                  <a:lnTo>
                    <a:pt x="11046410" y="2625309"/>
                  </a:lnTo>
                  <a:lnTo>
                    <a:pt x="11027736" y="2624708"/>
                  </a:lnTo>
                  <a:lnTo>
                    <a:pt x="10994082" y="2623523"/>
                  </a:lnTo>
                  <a:lnTo>
                    <a:pt x="10943379" y="2621565"/>
                  </a:lnTo>
                  <a:lnTo>
                    <a:pt x="10875314" y="2618670"/>
                  </a:lnTo>
                  <a:lnTo>
                    <a:pt x="10791277" y="2614718"/>
                  </a:lnTo>
                  <a:lnTo>
                    <a:pt x="10694059" y="2609634"/>
                  </a:lnTo>
                  <a:lnTo>
                    <a:pt x="10587347" y="2603390"/>
                  </a:lnTo>
                  <a:lnTo>
                    <a:pt x="10475141" y="2595991"/>
                  </a:lnTo>
                  <a:lnTo>
                    <a:pt x="10361236" y="2587460"/>
                  </a:lnTo>
                  <a:lnTo>
                    <a:pt x="10248852" y="2577817"/>
                  </a:lnTo>
                  <a:lnTo>
                    <a:pt x="10140449" y="2567071"/>
                  </a:lnTo>
                  <a:lnTo>
                    <a:pt x="10037696" y="2555201"/>
                  </a:lnTo>
                  <a:lnTo>
                    <a:pt x="9941544" y="2542157"/>
                  </a:lnTo>
                  <a:lnTo>
                    <a:pt x="9852360" y="2527850"/>
                  </a:lnTo>
                  <a:lnTo>
                    <a:pt x="9770068" y="2512158"/>
                  </a:lnTo>
                  <a:lnTo>
                    <a:pt x="9694284" y="2494925"/>
                  </a:lnTo>
                  <a:lnTo>
                    <a:pt x="9624419" y="2475962"/>
                  </a:lnTo>
                  <a:lnTo>
                    <a:pt x="9559771" y="2455062"/>
                  </a:lnTo>
                  <a:lnTo>
                    <a:pt x="9499581" y="2432004"/>
                  </a:lnTo>
                  <a:lnTo>
                    <a:pt x="9443085" y="2406582"/>
                  </a:lnTo>
                  <a:lnTo>
                    <a:pt x="9389553" y="2378630"/>
                  </a:lnTo>
                  <a:lnTo>
                    <a:pt x="9347647" y="2353918"/>
                  </a:lnTo>
                  <a:lnTo>
                    <a:pt x="9295291" y="2319450"/>
                  </a:lnTo>
                  <a:lnTo>
                    <a:pt x="9244403" y="2282041"/>
                  </a:lnTo>
                  <a:lnTo>
                    <a:pt x="9194517" y="2241633"/>
                  </a:lnTo>
                  <a:lnTo>
                    <a:pt x="9145275" y="2198238"/>
                  </a:lnTo>
                  <a:lnTo>
                    <a:pt x="9096403" y="2151943"/>
                  </a:lnTo>
                  <a:lnTo>
                    <a:pt x="9047701" y="2102916"/>
                  </a:lnTo>
                  <a:lnTo>
                    <a:pt x="8999034" y="2051410"/>
                  </a:lnTo>
                  <a:lnTo>
                    <a:pt x="8950321" y="1997760"/>
                  </a:lnTo>
                  <a:lnTo>
                    <a:pt x="8901526" y="1942378"/>
                  </a:lnTo>
                  <a:lnTo>
                    <a:pt x="8852650" y="1885740"/>
                  </a:lnTo>
                  <a:lnTo>
                    <a:pt x="8803719" y="1828374"/>
                  </a:lnTo>
                  <a:lnTo>
                    <a:pt x="8754774" y="1770835"/>
                  </a:lnTo>
                  <a:lnTo>
                    <a:pt x="8705860" y="1713684"/>
                  </a:lnTo>
                  <a:lnTo>
                    <a:pt x="8657013" y="1657468"/>
                  </a:lnTo>
                  <a:lnTo>
                    <a:pt x="8608251" y="1602698"/>
                  </a:lnTo>
                  <a:lnTo>
                    <a:pt x="8559562" y="1549826"/>
                  </a:lnTo>
                  <a:lnTo>
                    <a:pt x="8510894" y="1499236"/>
                  </a:lnTo>
                  <a:lnTo>
                    <a:pt x="8462146" y="1451232"/>
                  </a:lnTo>
                  <a:lnTo>
                    <a:pt x="8413159" y="1406035"/>
                  </a:lnTo>
                  <a:lnTo>
                    <a:pt x="8363707" y="1363781"/>
                  </a:lnTo>
                  <a:lnTo>
                    <a:pt x="8313484" y="1324526"/>
                  </a:lnTo>
                  <a:lnTo>
                    <a:pt x="8262094" y="1288255"/>
                  </a:lnTo>
                  <a:lnTo>
                    <a:pt x="8229629" y="1267360"/>
                  </a:lnTo>
                  <a:lnTo>
                    <a:pt x="8178024" y="1237287"/>
                  </a:lnTo>
                  <a:lnTo>
                    <a:pt x="8123997" y="1209811"/>
                  </a:lnTo>
                  <a:lnTo>
                    <a:pt x="8066875" y="1184840"/>
                  </a:lnTo>
                  <a:lnTo>
                    <a:pt x="8005919" y="1162198"/>
                  </a:lnTo>
                  <a:lnTo>
                    <a:pt x="7940363" y="1141672"/>
                  </a:lnTo>
                  <a:lnTo>
                    <a:pt x="7869455" y="1123044"/>
                  </a:lnTo>
                  <a:lnTo>
                    <a:pt x="7792508" y="1106108"/>
                  </a:lnTo>
                  <a:lnTo>
                    <a:pt x="7708964" y="1090683"/>
                  </a:lnTo>
                  <a:lnTo>
                    <a:pt x="7618487" y="1076618"/>
                  </a:lnTo>
                  <a:lnTo>
                    <a:pt x="7521072" y="1063796"/>
                  </a:lnTo>
                  <a:lnTo>
                    <a:pt x="7417183" y="1052137"/>
                  </a:lnTo>
                  <a:lnTo>
                    <a:pt x="7307897" y="1041595"/>
                  </a:lnTo>
                  <a:lnTo>
                    <a:pt x="7195023" y="1032157"/>
                  </a:lnTo>
                  <a:lnTo>
                    <a:pt x="7081168" y="1023833"/>
                  </a:lnTo>
                  <a:lnTo>
                    <a:pt x="6969679" y="1016646"/>
                  </a:lnTo>
                  <a:lnTo>
                    <a:pt x="6864422" y="1010617"/>
                  </a:lnTo>
                  <a:lnTo>
                    <a:pt x="6769381" y="1005745"/>
                  </a:lnTo>
                  <a:lnTo>
                    <a:pt x="6688121" y="1001995"/>
                  </a:lnTo>
                  <a:lnTo>
                    <a:pt x="6623206" y="999284"/>
                  </a:lnTo>
                  <a:lnTo>
                    <a:pt x="6575730" y="997482"/>
                  </a:lnTo>
                  <a:lnTo>
                    <a:pt x="6545051" y="996420"/>
                  </a:lnTo>
                  <a:lnTo>
                    <a:pt x="6528787" y="995905"/>
                  </a:lnTo>
                  <a:lnTo>
                    <a:pt x="6522996" y="995736"/>
                  </a:lnTo>
                  <a:lnTo>
                    <a:pt x="6522385" y="995720"/>
                  </a:lnTo>
                  <a:lnTo>
                    <a:pt x="5527445" y="995720"/>
                  </a:lnTo>
                  <a:lnTo>
                    <a:pt x="5526317" y="995701"/>
                  </a:lnTo>
                  <a:lnTo>
                    <a:pt x="5518868" y="995567"/>
                  </a:lnTo>
                  <a:lnTo>
                    <a:pt x="5499988" y="995195"/>
                  </a:lnTo>
                  <a:lnTo>
                    <a:pt x="5465978" y="994463"/>
                  </a:lnTo>
                  <a:lnTo>
                    <a:pt x="5414768" y="993252"/>
                  </a:lnTo>
                  <a:lnTo>
                    <a:pt x="5346072" y="991464"/>
                  </a:lnTo>
                  <a:lnTo>
                    <a:pt x="5261332" y="989022"/>
                  </a:lnTo>
                  <a:lnTo>
                    <a:pt x="5163401" y="985883"/>
                  </a:lnTo>
                  <a:lnTo>
                    <a:pt x="5056026" y="982030"/>
                  </a:lnTo>
                  <a:lnTo>
                    <a:pt x="4943254" y="977466"/>
                  </a:lnTo>
                  <a:lnTo>
                    <a:pt x="4828909" y="972206"/>
                  </a:lnTo>
                  <a:lnTo>
                    <a:pt x="4716219" y="966261"/>
                  </a:lnTo>
                  <a:lnTo>
                    <a:pt x="4607638" y="959637"/>
                  </a:lnTo>
                  <a:lnTo>
                    <a:pt x="4504815" y="952320"/>
                  </a:lnTo>
                  <a:lnTo>
                    <a:pt x="4408678" y="944278"/>
                  </a:lnTo>
                  <a:lnTo>
                    <a:pt x="4319571" y="935454"/>
                  </a:lnTo>
                  <a:lnTo>
                    <a:pt x="4237393" y="925772"/>
                  </a:lnTo>
                  <a:lnTo>
                    <a:pt x="4161739" y="915134"/>
                  </a:lnTo>
                  <a:lnTo>
                    <a:pt x="4092005" y="903422"/>
                  </a:lnTo>
                  <a:lnTo>
                    <a:pt x="4027472" y="890507"/>
                  </a:lnTo>
                  <a:lnTo>
                    <a:pt x="3967371" y="876254"/>
                  </a:lnTo>
                  <a:lnTo>
                    <a:pt x="3910932" y="860535"/>
                  </a:lnTo>
                  <a:lnTo>
                    <a:pt x="3857420" y="843252"/>
                  </a:lnTo>
                  <a:lnTo>
                    <a:pt x="3820202" y="829767"/>
                  </a:lnTo>
                  <a:lnTo>
                    <a:pt x="3762956" y="806616"/>
                  </a:lnTo>
                  <a:lnTo>
                    <a:pt x="3707413" y="781305"/>
                  </a:lnTo>
                  <a:lnTo>
                    <a:pt x="3652985" y="753796"/>
                  </a:lnTo>
                  <a:lnTo>
                    <a:pt x="3599225" y="724113"/>
                  </a:lnTo>
                  <a:lnTo>
                    <a:pt x="3545811" y="692345"/>
                  </a:lnTo>
                  <a:lnTo>
                    <a:pt x="3492515" y="658658"/>
                  </a:lnTo>
                  <a:lnTo>
                    <a:pt x="3439200" y="623288"/>
                  </a:lnTo>
                  <a:lnTo>
                    <a:pt x="3385797" y="586544"/>
                  </a:lnTo>
                  <a:lnTo>
                    <a:pt x="3332293" y="548793"/>
                  </a:lnTo>
                  <a:lnTo>
                    <a:pt x="3278718" y="510451"/>
                  </a:lnTo>
                  <a:lnTo>
                    <a:pt x="3225123" y="471961"/>
                  </a:lnTo>
                  <a:lnTo>
                    <a:pt x="3171568" y="433775"/>
                  </a:lnTo>
                  <a:lnTo>
                    <a:pt x="3118097" y="396327"/>
                  </a:lnTo>
                  <a:lnTo>
                    <a:pt x="3064728" y="360020"/>
                  </a:lnTo>
                  <a:lnTo>
                    <a:pt x="3011431" y="325201"/>
                  </a:lnTo>
                  <a:lnTo>
                    <a:pt x="2958114" y="292155"/>
                  </a:lnTo>
                  <a:lnTo>
                    <a:pt x="2904611" y="261093"/>
                  </a:lnTo>
                  <a:lnTo>
                    <a:pt x="2850662" y="232156"/>
                  </a:lnTo>
                  <a:lnTo>
                    <a:pt x="2795905" y="205408"/>
                  </a:lnTo>
                  <a:lnTo>
                    <a:pt x="2739848" y="180852"/>
                  </a:lnTo>
                  <a:lnTo>
                    <a:pt x="2702183" y="165953"/>
                  </a:lnTo>
                  <a:lnTo>
                    <a:pt x="2650372" y="147512"/>
                  </a:lnTo>
                  <a:lnTo>
                    <a:pt x="2596118" y="130670"/>
                  </a:lnTo>
                  <a:lnTo>
                    <a:pt x="2538738" y="115369"/>
                  </a:lnTo>
                  <a:lnTo>
                    <a:pt x="2477486" y="101501"/>
                  </a:lnTo>
                  <a:lnTo>
                    <a:pt x="2411586" y="88933"/>
                  </a:lnTo>
                  <a:lnTo>
                    <a:pt x="2340277" y="77532"/>
                  </a:lnTo>
                  <a:lnTo>
                    <a:pt x="2262867" y="67170"/>
                  </a:lnTo>
                  <a:lnTo>
                    <a:pt x="2178797" y="57735"/>
                  </a:lnTo>
                  <a:lnTo>
                    <a:pt x="2087733" y="49135"/>
                  </a:lnTo>
                  <a:lnTo>
                    <a:pt x="1989684" y="41298"/>
                  </a:lnTo>
                  <a:lnTo>
                    <a:pt x="1885142" y="34176"/>
                  </a:lnTo>
                  <a:lnTo>
                    <a:pt x="1775222" y="27741"/>
                  </a:lnTo>
                  <a:lnTo>
                    <a:pt x="1661793" y="21985"/>
                  </a:lnTo>
                  <a:lnTo>
                    <a:pt x="1547530" y="16916"/>
                  </a:lnTo>
                  <a:lnTo>
                    <a:pt x="1435854" y="12549"/>
                  </a:lnTo>
                  <a:lnTo>
                    <a:pt x="1330696" y="8894"/>
                  </a:lnTo>
                  <a:lnTo>
                    <a:pt x="1236076" y="5951"/>
                  </a:lnTo>
                  <a:lnTo>
                    <a:pt x="1155554" y="3697"/>
                  </a:lnTo>
                  <a:lnTo>
                    <a:pt x="1091635" y="2077"/>
                  </a:lnTo>
                  <a:lnTo>
                    <a:pt x="1045303" y="1011"/>
                  </a:lnTo>
                  <a:lnTo>
                    <a:pt x="1015772" y="390"/>
                  </a:lnTo>
                  <a:lnTo>
                    <a:pt x="1000498" y="97"/>
                  </a:lnTo>
                  <a:lnTo>
                    <a:pt x="995372" y="7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4" name="pl33"/>
            <p:cNvSpPr/>
            <p:nvPr/>
          </p:nvSpPr>
          <p:spPr>
            <a:xfrm>
              <a:off x="1199187" y="2185179"/>
              <a:ext cx="12049831" cy="2625557"/>
            </a:xfrm>
            <a:custGeom>
              <a:avLst/>
              <a:pathLst>
                <a:path w="12049831" h="2625557">
                  <a:moveTo>
                    <a:pt x="0" y="0"/>
                  </a:moveTo>
                  <a:lnTo>
                    <a:pt x="994940" y="0"/>
                  </a:lnTo>
                  <a:lnTo>
                    <a:pt x="996068" y="18"/>
                  </a:lnTo>
                  <a:lnTo>
                    <a:pt x="1003517" y="153"/>
                  </a:lnTo>
                  <a:lnTo>
                    <a:pt x="1022397" y="525"/>
                  </a:lnTo>
                  <a:lnTo>
                    <a:pt x="1056407" y="1257"/>
                  </a:lnTo>
                  <a:lnTo>
                    <a:pt x="1107617" y="2467"/>
                  </a:lnTo>
                  <a:lnTo>
                    <a:pt x="1176313" y="4256"/>
                  </a:lnTo>
                  <a:lnTo>
                    <a:pt x="1261053" y="6697"/>
                  </a:lnTo>
                  <a:lnTo>
                    <a:pt x="1358984" y="9836"/>
                  </a:lnTo>
                  <a:lnTo>
                    <a:pt x="1466359" y="13689"/>
                  </a:lnTo>
                  <a:lnTo>
                    <a:pt x="1579131" y="18253"/>
                  </a:lnTo>
                  <a:lnTo>
                    <a:pt x="1693476" y="23514"/>
                  </a:lnTo>
                  <a:lnTo>
                    <a:pt x="1806166" y="29458"/>
                  </a:lnTo>
                  <a:lnTo>
                    <a:pt x="1914747" y="36082"/>
                  </a:lnTo>
                  <a:lnTo>
                    <a:pt x="2017570" y="43399"/>
                  </a:lnTo>
                  <a:lnTo>
                    <a:pt x="2113707" y="51442"/>
                  </a:lnTo>
                  <a:lnTo>
                    <a:pt x="2202814" y="60265"/>
                  </a:lnTo>
                  <a:lnTo>
                    <a:pt x="2284992" y="69947"/>
                  </a:lnTo>
                  <a:lnTo>
                    <a:pt x="2360646" y="80586"/>
                  </a:lnTo>
                  <a:lnTo>
                    <a:pt x="2430380" y="92297"/>
                  </a:lnTo>
                  <a:lnTo>
                    <a:pt x="2494913" y="105212"/>
                  </a:lnTo>
                  <a:lnTo>
                    <a:pt x="2555014" y="119465"/>
                  </a:lnTo>
                  <a:lnTo>
                    <a:pt x="2611453" y="135185"/>
                  </a:lnTo>
                  <a:lnTo>
                    <a:pt x="2664965" y="152468"/>
                  </a:lnTo>
                  <a:lnTo>
                    <a:pt x="2702183" y="165953"/>
                  </a:lnTo>
                  <a:lnTo>
                    <a:pt x="2759429" y="189103"/>
                  </a:lnTo>
                  <a:lnTo>
                    <a:pt x="2814972" y="214414"/>
                  </a:lnTo>
                  <a:lnTo>
                    <a:pt x="2869400" y="241923"/>
                  </a:lnTo>
                  <a:lnTo>
                    <a:pt x="2923160" y="271607"/>
                  </a:lnTo>
                  <a:lnTo>
                    <a:pt x="2976574" y="303374"/>
                  </a:lnTo>
                  <a:lnTo>
                    <a:pt x="3029870" y="337061"/>
                  </a:lnTo>
                  <a:lnTo>
                    <a:pt x="3083185" y="372431"/>
                  </a:lnTo>
                  <a:lnTo>
                    <a:pt x="3136588" y="409176"/>
                  </a:lnTo>
                  <a:lnTo>
                    <a:pt x="3190092" y="446926"/>
                  </a:lnTo>
                  <a:lnTo>
                    <a:pt x="3243667" y="485268"/>
                  </a:lnTo>
                  <a:lnTo>
                    <a:pt x="3297262" y="523758"/>
                  </a:lnTo>
                  <a:lnTo>
                    <a:pt x="3350817" y="561945"/>
                  </a:lnTo>
                  <a:lnTo>
                    <a:pt x="3404288" y="599392"/>
                  </a:lnTo>
                  <a:lnTo>
                    <a:pt x="3457657" y="635700"/>
                  </a:lnTo>
                  <a:lnTo>
                    <a:pt x="3510954" y="670519"/>
                  </a:lnTo>
                  <a:lnTo>
                    <a:pt x="3564271" y="703565"/>
                  </a:lnTo>
                  <a:lnTo>
                    <a:pt x="3617774" y="734626"/>
                  </a:lnTo>
                  <a:lnTo>
                    <a:pt x="3671723" y="763564"/>
                  </a:lnTo>
                  <a:lnTo>
                    <a:pt x="3726480" y="790311"/>
                  </a:lnTo>
                  <a:lnTo>
                    <a:pt x="3782537" y="814868"/>
                  </a:lnTo>
                  <a:lnTo>
                    <a:pt x="3820202" y="829767"/>
                  </a:lnTo>
                  <a:lnTo>
                    <a:pt x="3872013" y="848207"/>
                  </a:lnTo>
                  <a:lnTo>
                    <a:pt x="3926267" y="865050"/>
                  </a:lnTo>
                  <a:lnTo>
                    <a:pt x="3983647" y="880350"/>
                  </a:lnTo>
                  <a:lnTo>
                    <a:pt x="4044899" y="894219"/>
                  </a:lnTo>
                  <a:lnTo>
                    <a:pt x="4110799" y="906786"/>
                  </a:lnTo>
                  <a:lnTo>
                    <a:pt x="4182108" y="918188"/>
                  </a:lnTo>
                  <a:lnTo>
                    <a:pt x="4259518" y="928550"/>
                  </a:lnTo>
                  <a:lnTo>
                    <a:pt x="4343588" y="937984"/>
                  </a:lnTo>
                  <a:lnTo>
                    <a:pt x="4434652" y="946585"/>
                  </a:lnTo>
                  <a:lnTo>
                    <a:pt x="4532701" y="954421"/>
                  </a:lnTo>
                  <a:lnTo>
                    <a:pt x="4637243" y="961544"/>
                  </a:lnTo>
                  <a:lnTo>
                    <a:pt x="4747163" y="967979"/>
                  </a:lnTo>
                  <a:lnTo>
                    <a:pt x="4860592" y="973734"/>
                  </a:lnTo>
                  <a:lnTo>
                    <a:pt x="4974855" y="978803"/>
                  </a:lnTo>
                  <a:lnTo>
                    <a:pt x="5086531" y="983171"/>
                  </a:lnTo>
                  <a:lnTo>
                    <a:pt x="5191689" y="986826"/>
                  </a:lnTo>
                  <a:lnTo>
                    <a:pt x="5286309" y="989768"/>
                  </a:lnTo>
                  <a:lnTo>
                    <a:pt x="5366831" y="992023"/>
                  </a:lnTo>
                  <a:lnTo>
                    <a:pt x="5430750" y="993642"/>
                  </a:lnTo>
                  <a:lnTo>
                    <a:pt x="5477082" y="994709"/>
                  </a:lnTo>
                  <a:lnTo>
                    <a:pt x="5506613" y="995329"/>
                  </a:lnTo>
                  <a:lnTo>
                    <a:pt x="5521887" y="995622"/>
                  </a:lnTo>
                  <a:lnTo>
                    <a:pt x="5527013" y="995713"/>
                  </a:lnTo>
                  <a:lnTo>
                    <a:pt x="5527445" y="995720"/>
                  </a:lnTo>
                  <a:lnTo>
                    <a:pt x="6522385" y="995720"/>
                  </a:lnTo>
                  <a:lnTo>
                    <a:pt x="6523501" y="995751"/>
                  </a:lnTo>
                  <a:lnTo>
                    <a:pt x="6530867" y="995968"/>
                  </a:lnTo>
                  <a:lnTo>
                    <a:pt x="6549541" y="996569"/>
                  </a:lnTo>
                  <a:lnTo>
                    <a:pt x="6583194" y="997754"/>
                  </a:lnTo>
                  <a:lnTo>
                    <a:pt x="6633897" y="999712"/>
                  </a:lnTo>
                  <a:lnTo>
                    <a:pt x="6701963" y="1002607"/>
                  </a:lnTo>
                  <a:lnTo>
                    <a:pt x="6786000" y="1006559"/>
                  </a:lnTo>
                  <a:lnTo>
                    <a:pt x="6883218" y="1011643"/>
                  </a:lnTo>
                  <a:lnTo>
                    <a:pt x="6989930" y="1017887"/>
                  </a:lnTo>
                  <a:lnTo>
                    <a:pt x="7102136" y="1025286"/>
                  </a:lnTo>
                  <a:lnTo>
                    <a:pt x="7216041" y="1033817"/>
                  </a:lnTo>
                  <a:lnTo>
                    <a:pt x="7328425" y="1043460"/>
                  </a:lnTo>
                  <a:lnTo>
                    <a:pt x="7436827" y="1054206"/>
                  </a:lnTo>
                  <a:lnTo>
                    <a:pt x="7539581" y="1066076"/>
                  </a:lnTo>
                  <a:lnTo>
                    <a:pt x="7635733" y="1079120"/>
                  </a:lnTo>
                  <a:lnTo>
                    <a:pt x="7724917" y="1093427"/>
                  </a:lnTo>
                  <a:lnTo>
                    <a:pt x="7807208" y="1109119"/>
                  </a:lnTo>
                  <a:lnTo>
                    <a:pt x="7882993" y="1126353"/>
                  </a:lnTo>
                  <a:lnTo>
                    <a:pt x="7952857" y="1145315"/>
                  </a:lnTo>
                  <a:lnTo>
                    <a:pt x="8017505" y="1166215"/>
                  </a:lnTo>
                  <a:lnTo>
                    <a:pt x="8077696" y="1189273"/>
                  </a:lnTo>
                  <a:lnTo>
                    <a:pt x="8134192" y="1214695"/>
                  </a:lnTo>
                  <a:lnTo>
                    <a:pt x="8187723" y="1242648"/>
                  </a:lnTo>
                  <a:lnTo>
                    <a:pt x="8229629" y="1267360"/>
                  </a:lnTo>
                  <a:lnTo>
                    <a:pt x="8281985" y="1301827"/>
                  </a:lnTo>
                  <a:lnTo>
                    <a:pt x="8332874" y="1339237"/>
                  </a:lnTo>
                  <a:lnTo>
                    <a:pt x="8382759" y="1379645"/>
                  </a:lnTo>
                  <a:lnTo>
                    <a:pt x="8432002" y="1423039"/>
                  </a:lnTo>
                  <a:lnTo>
                    <a:pt x="8480874" y="1469334"/>
                  </a:lnTo>
                  <a:lnTo>
                    <a:pt x="8529576" y="1518361"/>
                  </a:lnTo>
                  <a:lnTo>
                    <a:pt x="8578243" y="1569867"/>
                  </a:lnTo>
                  <a:lnTo>
                    <a:pt x="8626956" y="1623517"/>
                  </a:lnTo>
                  <a:lnTo>
                    <a:pt x="8675750" y="1678899"/>
                  </a:lnTo>
                  <a:lnTo>
                    <a:pt x="8724626" y="1735537"/>
                  </a:lnTo>
                  <a:lnTo>
                    <a:pt x="8773558" y="1792903"/>
                  </a:lnTo>
                  <a:lnTo>
                    <a:pt x="8822503" y="1850443"/>
                  </a:lnTo>
                  <a:lnTo>
                    <a:pt x="8871417" y="1907593"/>
                  </a:lnTo>
                  <a:lnTo>
                    <a:pt x="8920264" y="1963809"/>
                  </a:lnTo>
                  <a:lnTo>
                    <a:pt x="8969025" y="2018579"/>
                  </a:lnTo>
                  <a:lnTo>
                    <a:pt x="9017714" y="2071451"/>
                  </a:lnTo>
                  <a:lnTo>
                    <a:pt x="9066382" y="2122041"/>
                  </a:lnTo>
                  <a:lnTo>
                    <a:pt x="9115130" y="2170045"/>
                  </a:lnTo>
                  <a:lnTo>
                    <a:pt x="9164117" y="2215242"/>
                  </a:lnTo>
                  <a:lnTo>
                    <a:pt x="9213570" y="2257496"/>
                  </a:lnTo>
                  <a:lnTo>
                    <a:pt x="9263792" y="2296751"/>
                  </a:lnTo>
                  <a:lnTo>
                    <a:pt x="9315183" y="2333022"/>
                  </a:lnTo>
                  <a:lnTo>
                    <a:pt x="9347647" y="2353918"/>
                  </a:lnTo>
                  <a:lnTo>
                    <a:pt x="9399253" y="2383990"/>
                  </a:lnTo>
                  <a:lnTo>
                    <a:pt x="9453280" y="2411466"/>
                  </a:lnTo>
                  <a:lnTo>
                    <a:pt x="9510402" y="2436437"/>
                  </a:lnTo>
                  <a:lnTo>
                    <a:pt x="9571358" y="2459079"/>
                  </a:lnTo>
                  <a:lnTo>
                    <a:pt x="9636914" y="2479605"/>
                  </a:lnTo>
                  <a:lnTo>
                    <a:pt x="9707822" y="2498233"/>
                  </a:lnTo>
                  <a:lnTo>
                    <a:pt x="9784769" y="2515169"/>
                  </a:lnTo>
                  <a:lnTo>
                    <a:pt x="9868312" y="2530594"/>
                  </a:lnTo>
                  <a:lnTo>
                    <a:pt x="9958789" y="2544659"/>
                  </a:lnTo>
                  <a:lnTo>
                    <a:pt x="10056204" y="2557481"/>
                  </a:lnTo>
                  <a:lnTo>
                    <a:pt x="10160093" y="2569140"/>
                  </a:lnTo>
                  <a:lnTo>
                    <a:pt x="10269380" y="2579682"/>
                  </a:lnTo>
                  <a:lnTo>
                    <a:pt x="10382254" y="2589120"/>
                  </a:lnTo>
                  <a:lnTo>
                    <a:pt x="10496108" y="2597444"/>
                  </a:lnTo>
                  <a:lnTo>
                    <a:pt x="10607597" y="2604631"/>
                  </a:lnTo>
                  <a:lnTo>
                    <a:pt x="10712855" y="2610660"/>
                  </a:lnTo>
                  <a:lnTo>
                    <a:pt x="10807896" y="2615532"/>
                  </a:lnTo>
                  <a:lnTo>
                    <a:pt x="10889156" y="2619282"/>
                  </a:lnTo>
                  <a:lnTo>
                    <a:pt x="10954070" y="2621993"/>
                  </a:lnTo>
                  <a:lnTo>
                    <a:pt x="11001546" y="2623795"/>
                  </a:lnTo>
                  <a:lnTo>
                    <a:pt x="11032226" y="2624857"/>
                  </a:lnTo>
                  <a:lnTo>
                    <a:pt x="11048490" y="2625372"/>
                  </a:lnTo>
                  <a:lnTo>
                    <a:pt x="11054281" y="2625541"/>
                  </a:lnTo>
                  <a:lnTo>
                    <a:pt x="11054891" y="2625557"/>
                  </a:lnTo>
                  <a:lnTo>
                    <a:pt x="12049831" y="2625557"/>
                  </a:lnTo>
                  <a:lnTo>
                    <a:pt x="12049831" y="26255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" name="pl34"/>
            <p:cNvSpPr/>
            <p:nvPr/>
          </p:nvSpPr>
          <p:spPr>
            <a:xfrm>
              <a:off x="1199187" y="2179939"/>
              <a:ext cx="12049831" cy="2625557"/>
            </a:xfrm>
            <a:custGeom>
              <a:avLst/>
              <a:pathLst>
                <a:path w="12049831" h="2625557">
                  <a:moveTo>
                    <a:pt x="12049831" y="2625557"/>
                  </a:moveTo>
                  <a:lnTo>
                    <a:pt x="11054891" y="2625557"/>
                  </a:lnTo>
                  <a:lnTo>
                    <a:pt x="11053775" y="2625527"/>
                  </a:lnTo>
                  <a:lnTo>
                    <a:pt x="11046410" y="2625309"/>
                  </a:lnTo>
                  <a:lnTo>
                    <a:pt x="11027736" y="2624708"/>
                  </a:lnTo>
                  <a:lnTo>
                    <a:pt x="10994082" y="2623523"/>
                  </a:lnTo>
                  <a:lnTo>
                    <a:pt x="10943379" y="2621565"/>
                  </a:lnTo>
                  <a:lnTo>
                    <a:pt x="10875314" y="2618670"/>
                  </a:lnTo>
                  <a:lnTo>
                    <a:pt x="10791277" y="2614718"/>
                  </a:lnTo>
                  <a:lnTo>
                    <a:pt x="10694059" y="2609634"/>
                  </a:lnTo>
                  <a:lnTo>
                    <a:pt x="10587347" y="2603390"/>
                  </a:lnTo>
                  <a:lnTo>
                    <a:pt x="10475141" y="2595991"/>
                  </a:lnTo>
                  <a:lnTo>
                    <a:pt x="10361236" y="2587460"/>
                  </a:lnTo>
                  <a:lnTo>
                    <a:pt x="10248852" y="2577817"/>
                  </a:lnTo>
                  <a:lnTo>
                    <a:pt x="10140449" y="2567071"/>
                  </a:lnTo>
                  <a:lnTo>
                    <a:pt x="10037696" y="2555201"/>
                  </a:lnTo>
                  <a:lnTo>
                    <a:pt x="9941544" y="2542157"/>
                  </a:lnTo>
                  <a:lnTo>
                    <a:pt x="9852360" y="2527850"/>
                  </a:lnTo>
                  <a:lnTo>
                    <a:pt x="9770068" y="2512158"/>
                  </a:lnTo>
                  <a:lnTo>
                    <a:pt x="9694284" y="2494925"/>
                  </a:lnTo>
                  <a:lnTo>
                    <a:pt x="9624419" y="2475962"/>
                  </a:lnTo>
                  <a:lnTo>
                    <a:pt x="9559771" y="2455062"/>
                  </a:lnTo>
                  <a:lnTo>
                    <a:pt x="9499581" y="2432004"/>
                  </a:lnTo>
                  <a:lnTo>
                    <a:pt x="9443085" y="2406582"/>
                  </a:lnTo>
                  <a:lnTo>
                    <a:pt x="9389553" y="2378630"/>
                  </a:lnTo>
                  <a:lnTo>
                    <a:pt x="9347647" y="2353918"/>
                  </a:lnTo>
                  <a:lnTo>
                    <a:pt x="9295291" y="2319450"/>
                  </a:lnTo>
                  <a:lnTo>
                    <a:pt x="9244403" y="2282041"/>
                  </a:lnTo>
                  <a:lnTo>
                    <a:pt x="9194517" y="2241633"/>
                  </a:lnTo>
                  <a:lnTo>
                    <a:pt x="9145275" y="2198238"/>
                  </a:lnTo>
                  <a:lnTo>
                    <a:pt x="9096403" y="2151943"/>
                  </a:lnTo>
                  <a:lnTo>
                    <a:pt x="9047701" y="2102916"/>
                  </a:lnTo>
                  <a:lnTo>
                    <a:pt x="8999034" y="2051410"/>
                  </a:lnTo>
                  <a:lnTo>
                    <a:pt x="8950321" y="1997760"/>
                  </a:lnTo>
                  <a:lnTo>
                    <a:pt x="8901526" y="1942378"/>
                  </a:lnTo>
                  <a:lnTo>
                    <a:pt x="8852650" y="1885740"/>
                  </a:lnTo>
                  <a:lnTo>
                    <a:pt x="8803719" y="1828374"/>
                  </a:lnTo>
                  <a:lnTo>
                    <a:pt x="8754774" y="1770835"/>
                  </a:lnTo>
                  <a:lnTo>
                    <a:pt x="8705860" y="1713684"/>
                  </a:lnTo>
                  <a:lnTo>
                    <a:pt x="8657013" y="1657468"/>
                  </a:lnTo>
                  <a:lnTo>
                    <a:pt x="8608251" y="1602698"/>
                  </a:lnTo>
                  <a:lnTo>
                    <a:pt x="8559562" y="1549826"/>
                  </a:lnTo>
                  <a:lnTo>
                    <a:pt x="8510894" y="1499236"/>
                  </a:lnTo>
                  <a:lnTo>
                    <a:pt x="8462146" y="1451232"/>
                  </a:lnTo>
                  <a:lnTo>
                    <a:pt x="8413159" y="1406035"/>
                  </a:lnTo>
                  <a:lnTo>
                    <a:pt x="8363707" y="1363781"/>
                  </a:lnTo>
                  <a:lnTo>
                    <a:pt x="8313484" y="1324526"/>
                  </a:lnTo>
                  <a:lnTo>
                    <a:pt x="8262094" y="1288255"/>
                  </a:lnTo>
                  <a:lnTo>
                    <a:pt x="8229629" y="1267360"/>
                  </a:lnTo>
                  <a:lnTo>
                    <a:pt x="8178024" y="1237287"/>
                  </a:lnTo>
                  <a:lnTo>
                    <a:pt x="8123997" y="1209811"/>
                  </a:lnTo>
                  <a:lnTo>
                    <a:pt x="8066875" y="1184840"/>
                  </a:lnTo>
                  <a:lnTo>
                    <a:pt x="8005919" y="1162198"/>
                  </a:lnTo>
                  <a:lnTo>
                    <a:pt x="7940363" y="1141672"/>
                  </a:lnTo>
                  <a:lnTo>
                    <a:pt x="7869455" y="1123044"/>
                  </a:lnTo>
                  <a:lnTo>
                    <a:pt x="7792508" y="1106108"/>
                  </a:lnTo>
                  <a:lnTo>
                    <a:pt x="7708964" y="1090683"/>
                  </a:lnTo>
                  <a:lnTo>
                    <a:pt x="7618487" y="1076618"/>
                  </a:lnTo>
                  <a:lnTo>
                    <a:pt x="7521072" y="1063796"/>
                  </a:lnTo>
                  <a:lnTo>
                    <a:pt x="7417183" y="1052137"/>
                  </a:lnTo>
                  <a:lnTo>
                    <a:pt x="7307897" y="1041595"/>
                  </a:lnTo>
                  <a:lnTo>
                    <a:pt x="7195023" y="1032157"/>
                  </a:lnTo>
                  <a:lnTo>
                    <a:pt x="7081168" y="1023833"/>
                  </a:lnTo>
                  <a:lnTo>
                    <a:pt x="6969679" y="1016646"/>
                  </a:lnTo>
                  <a:lnTo>
                    <a:pt x="6864422" y="1010617"/>
                  </a:lnTo>
                  <a:lnTo>
                    <a:pt x="6769381" y="1005745"/>
                  </a:lnTo>
                  <a:lnTo>
                    <a:pt x="6688121" y="1001995"/>
                  </a:lnTo>
                  <a:lnTo>
                    <a:pt x="6623206" y="999284"/>
                  </a:lnTo>
                  <a:lnTo>
                    <a:pt x="6575730" y="997482"/>
                  </a:lnTo>
                  <a:lnTo>
                    <a:pt x="6545051" y="996420"/>
                  </a:lnTo>
                  <a:lnTo>
                    <a:pt x="6528787" y="995905"/>
                  </a:lnTo>
                  <a:lnTo>
                    <a:pt x="6522996" y="995736"/>
                  </a:lnTo>
                  <a:lnTo>
                    <a:pt x="6522385" y="995720"/>
                  </a:lnTo>
                  <a:lnTo>
                    <a:pt x="5527445" y="995720"/>
                  </a:lnTo>
                  <a:lnTo>
                    <a:pt x="5526317" y="995701"/>
                  </a:lnTo>
                  <a:lnTo>
                    <a:pt x="5518868" y="995567"/>
                  </a:lnTo>
                  <a:lnTo>
                    <a:pt x="5499988" y="995195"/>
                  </a:lnTo>
                  <a:lnTo>
                    <a:pt x="5465978" y="994463"/>
                  </a:lnTo>
                  <a:lnTo>
                    <a:pt x="5414768" y="993252"/>
                  </a:lnTo>
                  <a:lnTo>
                    <a:pt x="5346072" y="991464"/>
                  </a:lnTo>
                  <a:lnTo>
                    <a:pt x="5261332" y="989022"/>
                  </a:lnTo>
                  <a:lnTo>
                    <a:pt x="5163401" y="985883"/>
                  </a:lnTo>
                  <a:lnTo>
                    <a:pt x="5056026" y="982030"/>
                  </a:lnTo>
                  <a:lnTo>
                    <a:pt x="4943254" y="977466"/>
                  </a:lnTo>
                  <a:lnTo>
                    <a:pt x="4828909" y="972206"/>
                  </a:lnTo>
                  <a:lnTo>
                    <a:pt x="4716219" y="966261"/>
                  </a:lnTo>
                  <a:lnTo>
                    <a:pt x="4607638" y="959637"/>
                  </a:lnTo>
                  <a:lnTo>
                    <a:pt x="4504815" y="952320"/>
                  </a:lnTo>
                  <a:lnTo>
                    <a:pt x="4408678" y="944278"/>
                  </a:lnTo>
                  <a:lnTo>
                    <a:pt x="4319571" y="935454"/>
                  </a:lnTo>
                  <a:lnTo>
                    <a:pt x="4237393" y="925772"/>
                  </a:lnTo>
                  <a:lnTo>
                    <a:pt x="4161739" y="915134"/>
                  </a:lnTo>
                  <a:lnTo>
                    <a:pt x="4092005" y="903422"/>
                  </a:lnTo>
                  <a:lnTo>
                    <a:pt x="4027472" y="890507"/>
                  </a:lnTo>
                  <a:lnTo>
                    <a:pt x="3967371" y="876254"/>
                  </a:lnTo>
                  <a:lnTo>
                    <a:pt x="3910932" y="860535"/>
                  </a:lnTo>
                  <a:lnTo>
                    <a:pt x="3857420" y="843252"/>
                  </a:lnTo>
                  <a:lnTo>
                    <a:pt x="3820202" y="829767"/>
                  </a:lnTo>
                  <a:lnTo>
                    <a:pt x="3762956" y="806616"/>
                  </a:lnTo>
                  <a:lnTo>
                    <a:pt x="3707413" y="781305"/>
                  </a:lnTo>
                  <a:lnTo>
                    <a:pt x="3652985" y="753796"/>
                  </a:lnTo>
                  <a:lnTo>
                    <a:pt x="3599225" y="724113"/>
                  </a:lnTo>
                  <a:lnTo>
                    <a:pt x="3545811" y="692345"/>
                  </a:lnTo>
                  <a:lnTo>
                    <a:pt x="3492515" y="658658"/>
                  </a:lnTo>
                  <a:lnTo>
                    <a:pt x="3439200" y="623288"/>
                  </a:lnTo>
                  <a:lnTo>
                    <a:pt x="3385797" y="586544"/>
                  </a:lnTo>
                  <a:lnTo>
                    <a:pt x="3332293" y="548793"/>
                  </a:lnTo>
                  <a:lnTo>
                    <a:pt x="3278718" y="510451"/>
                  </a:lnTo>
                  <a:lnTo>
                    <a:pt x="3225123" y="471961"/>
                  </a:lnTo>
                  <a:lnTo>
                    <a:pt x="3171568" y="433775"/>
                  </a:lnTo>
                  <a:lnTo>
                    <a:pt x="3118097" y="396327"/>
                  </a:lnTo>
                  <a:lnTo>
                    <a:pt x="3064728" y="360020"/>
                  </a:lnTo>
                  <a:lnTo>
                    <a:pt x="3011431" y="325201"/>
                  </a:lnTo>
                  <a:lnTo>
                    <a:pt x="2958114" y="292155"/>
                  </a:lnTo>
                  <a:lnTo>
                    <a:pt x="2904611" y="261093"/>
                  </a:lnTo>
                  <a:lnTo>
                    <a:pt x="2850662" y="232156"/>
                  </a:lnTo>
                  <a:lnTo>
                    <a:pt x="2795905" y="205408"/>
                  </a:lnTo>
                  <a:lnTo>
                    <a:pt x="2739848" y="180852"/>
                  </a:lnTo>
                  <a:lnTo>
                    <a:pt x="2702183" y="165953"/>
                  </a:lnTo>
                  <a:lnTo>
                    <a:pt x="2650372" y="147512"/>
                  </a:lnTo>
                  <a:lnTo>
                    <a:pt x="2596118" y="130670"/>
                  </a:lnTo>
                  <a:lnTo>
                    <a:pt x="2538738" y="115369"/>
                  </a:lnTo>
                  <a:lnTo>
                    <a:pt x="2477486" y="101501"/>
                  </a:lnTo>
                  <a:lnTo>
                    <a:pt x="2411586" y="88933"/>
                  </a:lnTo>
                  <a:lnTo>
                    <a:pt x="2340277" y="77532"/>
                  </a:lnTo>
                  <a:lnTo>
                    <a:pt x="2262867" y="67170"/>
                  </a:lnTo>
                  <a:lnTo>
                    <a:pt x="2178797" y="57735"/>
                  </a:lnTo>
                  <a:lnTo>
                    <a:pt x="2087733" y="49135"/>
                  </a:lnTo>
                  <a:lnTo>
                    <a:pt x="1989684" y="41298"/>
                  </a:lnTo>
                  <a:lnTo>
                    <a:pt x="1885142" y="34176"/>
                  </a:lnTo>
                  <a:lnTo>
                    <a:pt x="1775222" y="27741"/>
                  </a:lnTo>
                  <a:lnTo>
                    <a:pt x="1661793" y="21985"/>
                  </a:lnTo>
                  <a:lnTo>
                    <a:pt x="1547530" y="16916"/>
                  </a:lnTo>
                  <a:lnTo>
                    <a:pt x="1435854" y="12549"/>
                  </a:lnTo>
                  <a:lnTo>
                    <a:pt x="1330696" y="8894"/>
                  </a:lnTo>
                  <a:lnTo>
                    <a:pt x="1236076" y="5951"/>
                  </a:lnTo>
                  <a:lnTo>
                    <a:pt x="1155554" y="3697"/>
                  </a:lnTo>
                  <a:lnTo>
                    <a:pt x="1091635" y="2077"/>
                  </a:lnTo>
                  <a:lnTo>
                    <a:pt x="1045303" y="1011"/>
                  </a:lnTo>
                  <a:lnTo>
                    <a:pt x="1015772" y="390"/>
                  </a:lnTo>
                  <a:lnTo>
                    <a:pt x="1000498" y="97"/>
                  </a:lnTo>
                  <a:lnTo>
                    <a:pt x="995372" y="7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" name="pg35"/>
            <p:cNvSpPr/>
            <p:nvPr/>
          </p:nvSpPr>
          <p:spPr>
            <a:xfrm>
              <a:off x="1199187" y="2185179"/>
              <a:ext cx="12049831" cy="3060530"/>
            </a:xfrm>
            <a:custGeom>
              <a:avLst/>
              <a:pathLst>
                <a:path w="12049831" h="3060530">
                  <a:moveTo>
                    <a:pt x="0" y="10481"/>
                  </a:moveTo>
                  <a:lnTo>
                    <a:pt x="994940" y="10481"/>
                  </a:lnTo>
                  <a:lnTo>
                    <a:pt x="996068" y="10500"/>
                  </a:lnTo>
                  <a:lnTo>
                    <a:pt x="1003516" y="10635"/>
                  </a:lnTo>
                  <a:lnTo>
                    <a:pt x="1022395" y="11008"/>
                  </a:lnTo>
                  <a:lnTo>
                    <a:pt x="1056403" y="11745"/>
                  </a:lnTo>
                  <a:lnTo>
                    <a:pt x="1107609" y="12961"/>
                  </a:lnTo>
                  <a:lnTo>
                    <a:pt x="1176301" y="14759"/>
                  </a:lnTo>
                  <a:lnTo>
                    <a:pt x="1261037" y="17213"/>
                  </a:lnTo>
                  <a:lnTo>
                    <a:pt x="1358963" y="20368"/>
                  </a:lnTo>
                  <a:lnTo>
                    <a:pt x="1466335" y="24242"/>
                  </a:lnTo>
                  <a:lnTo>
                    <a:pt x="1579103" y="28829"/>
                  </a:lnTo>
                  <a:lnTo>
                    <a:pt x="1693445" y="34117"/>
                  </a:lnTo>
                  <a:lnTo>
                    <a:pt x="1806133" y="40092"/>
                  </a:lnTo>
                  <a:lnTo>
                    <a:pt x="1914713" y="46751"/>
                  </a:lnTo>
                  <a:lnTo>
                    <a:pt x="2017536" y="54106"/>
                  </a:lnTo>
                  <a:lnTo>
                    <a:pt x="2113672" y="62191"/>
                  </a:lnTo>
                  <a:lnTo>
                    <a:pt x="2202780" y="71060"/>
                  </a:lnTo>
                  <a:lnTo>
                    <a:pt x="2284959" y="80793"/>
                  </a:lnTo>
                  <a:lnTo>
                    <a:pt x="2360613" y="91486"/>
                  </a:lnTo>
                  <a:lnTo>
                    <a:pt x="2430349" y="103259"/>
                  </a:lnTo>
                  <a:lnTo>
                    <a:pt x="2494882" y="116240"/>
                  </a:lnTo>
                  <a:lnTo>
                    <a:pt x="2554984" y="130568"/>
                  </a:lnTo>
                  <a:lnTo>
                    <a:pt x="2611423" y="146368"/>
                  </a:lnTo>
                  <a:lnTo>
                    <a:pt x="2664936" y="163741"/>
                  </a:lnTo>
                  <a:lnTo>
                    <a:pt x="2702183" y="177308"/>
                  </a:lnTo>
                  <a:lnTo>
                    <a:pt x="2759391" y="200563"/>
                  </a:lnTo>
                  <a:lnTo>
                    <a:pt x="2814896" y="225988"/>
                  </a:lnTo>
                  <a:lnTo>
                    <a:pt x="2869289" y="253618"/>
                  </a:lnTo>
                  <a:lnTo>
                    <a:pt x="2923013" y="283433"/>
                  </a:lnTo>
                  <a:lnTo>
                    <a:pt x="2976391" y="315339"/>
                  </a:lnTo>
                  <a:lnTo>
                    <a:pt x="3029650" y="349173"/>
                  </a:lnTo>
                  <a:lnTo>
                    <a:pt x="3082928" y="384698"/>
                  </a:lnTo>
                  <a:lnTo>
                    <a:pt x="3136294" y="421604"/>
                  </a:lnTo>
                  <a:lnTo>
                    <a:pt x="3189761" y="459523"/>
                  </a:lnTo>
                  <a:lnTo>
                    <a:pt x="3243299" y="498038"/>
                  </a:lnTo>
                  <a:lnTo>
                    <a:pt x="3296857" y="536704"/>
                  </a:lnTo>
                  <a:lnTo>
                    <a:pt x="3350377" y="575070"/>
                  </a:lnTo>
                  <a:lnTo>
                    <a:pt x="3403811" y="612697"/>
                  </a:lnTo>
                  <a:lnTo>
                    <a:pt x="3457144" y="649183"/>
                  </a:lnTo>
                  <a:lnTo>
                    <a:pt x="3510405" y="684177"/>
                  </a:lnTo>
                  <a:lnTo>
                    <a:pt x="3563684" y="717395"/>
                  </a:lnTo>
                  <a:lnTo>
                    <a:pt x="3617148" y="748621"/>
                  </a:lnTo>
                  <a:lnTo>
                    <a:pt x="3671052" y="777718"/>
                  </a:lnTo>
                  <a:lnTo>
                    <a:pt x="3725759" y="804616"/>
                  </a:lnTo>
                  <a:lnTo>
                    <a:pt x="3781756" y="829314"/>
                  </a:lnTo>
                  <a:lnTo>
                    <a:pt x="3820202" y="844615"/>
                  </a:lnTo>
                  <a:lnTo>
                    <a:pt x="3872011" y="863152"/>
                  </a:lnTo>
                  <a:lnTo>
                    <a:pt x="3926265" y="880083"/>
                  </a:lnTo>
                  <a:lnTo>
                    <a:pt x="3983642" y="895464"/>
                  </a:lnTo>
                  <a:lnTo>
                    <a:pt x="4044893" y="909405"/>
                  </a:lnTo>
                  <a:lnTo>
                    <a:pt x="4110791" y="922039"/>
                  </a:lnTo>
                  <a:lnTo>
                    <a:pt x="4182097" y="933500"/>
                  </a:lnTo>
                  <a:lnTo>
                    <a:pt x="4259504" y="943916"/>
                  </a:lnTo>
                  <a:lnTo>
                    <a:pt x="4343571" y="953401"/>
                  </a:lnTo>
                  <a:lnTo>
                    <a:pt x="4434631" y="962046"/>
                  </a:lnTo>
                  <a:lnTo>
                    <a:pt x="4532676" y="969924"/>
                  </a:lnTo>
                  <a:lnTo>
                    <a:pt x="4637214" y="977084"/>
                  </a:lnTo>
                  <a:lnTo>
                    <a:pt x="4747130" y="983553"/>
                  </a:lnTo>
                  <a:lnTo>
                    <a:pt x="4860555" y="989339"/>
                  </a:lnTo>
                  <a:lnTo>
                    <a:pt x="4974816" y="994434"/>
                  </a:lnTo>
                  <a:lnTo>
                    <a:pt x="5086490" y="998825"/>
                  </a:lnTo>
                  <a:lnTo>
                    <a:pt x="5191649" y="1002499"/>
                  </a:lnTo>
                  <a:lnTo>
                    <a:pt x="5286272" y="1005458"/>
                  </a:lnTo>
                  <a:lnTo>
                    <a:pt x="5366799" y="1007724"/>
                  </a:lnTo>
                  <a:lnTo>
                    <a:pt x="5430724" y="1009352"/>
                  </a:lnTo>
                  <a:lnTo>
                    <a:pt x="5477064" y="1010425"/>
                  </a:lnTo>
                  <a:lnTo>
                    <a:pt x="5506602" y="1011049"/>
                  </a:lnTo>
                  <a:lnTo>
                    <a:pt x="5521881" y="1011344"/>
                  </a:lnTo>
                  <a:lnTo>
                    <a:pt x="5527012" y="1011435"/>
                  </a:lnTo>
                  <a:lnTo>
                    <a:pt x="5527445" y="1011442"/>
                  </a:lnTo>
                  <a:lnTo>
                    <a:pt x="6522385" y="1011442"/>
                  </a:lnTo>
                  <a:lnTo>
                    <a:pt x="6523490" y="1011480"/>
                  </a:lnTo>
                  <a:lnTo>
                    <a:pt x="6530780" y="1011751"/>
                  </a:lnTo>
                  <a:lnTo>
                    <a:pt x="6549268" y="1012498"/>
                  </a:lnTo>
                  <a:lnTo>
                    <a:pt x="6582600" y="1013972"/>
                  </a:lnTo>
                  <a:lnTo>
                    <a:pt x="6632844" y="1016408"/>
                  </a:lnTo>
                  <a:lnTo>
                    <a:pt x="6700338" y="1020009"/>
                  </a:lnTo>
                  <a:lnTo>
                    <a:pt x="6783737" y="1024929"/>
                  </a:lnTo>
                  <a:lnTo>
                    <a:pt x="6880305" y="1031260"/>
                  </a:lnTo>
                  <a:lnTo>
                    <a:pt x="6986412" y="1039038"/>
                  </a:lnTo>
                  <a:lnTo>
                    <a:pt x="7098100" y="1048258"/>
                  </a:lnTo>
                  <a:lnTo>
                    <a:pt x="7211600" y="1058894"/>
                  </a:lnTo>
                  <a:lnTo>
                    <a:pt x="7323700" y="1070917"/>
                  </a:lnTo>
                  <a:lnTo>
                    <a:pt x="7431936" y="1084318"/>
                  </a:lnTo>
                  <a:lnTo>
                    <a:pt x="7534621" y="1099119"/>
                  </a:lnTo>
                  <a:lnTo>
                    <a:pt x="7630784" y="1115383"/>
                  </a:lnTo>
                  <a:lnTo>
                    <a:pt x="7720035" y="1133215"/>
                  </a:lnTo>
                  <a:lnTo>
                    <a:pt x="7802428" y="1152767"/>
                  </a:lnTo>
                  <a:lnTo>
                    <a:pt x="7878331" y="1174230"/>
                  </a:lnTo>
                  <a:lnTo>
                    <a:pt x="7948314" y="1197835"/>
                  </a:lnTo>
                  <a:lnTo>
                    <a:pt x="8013069" y="1223842"/>
                  </a:lnTo>
                  <a:lnTo>
                    <a:pt x="8073342" y="1252521"/>
                  </a:lnTo>
                  <a:lnTo>
                    <a:pt x="8129892" y="1284135"/>
                  </a:lnTo>
                  <a:lnTo>
                    <a:pt x="8183444" y="1318894"/>
                  </a:lnTo>
                  <a:lnTo>
                    <a:pt x="8229629" y="1352957"/>
                  </a:lnTo>
                  <a:lnTo>
                    <a:pt x="8278879" y="1393577"/>
                  </a:lnTo>
                  <a:lnTo>
                    <a:pt x="8326806" y="1437459"/>
                  </a:lnTo>
                  <a:lnTo>
                    <a:pt x="8373803" y="1484667"/>
                  </a:lnTo>
                  <a:lnTo>
                    <a:pt x="8420182" y="1535201"/>
                  </a:lnTo>
                  <a:lnTo>
                    <a:pt x="8466184" y="1588987"/>
                  </a:lnTo>
                  <a:lnTo>
                    <a:pt x="8511988" y="1645874"/>
                  </a:lnTo>
                  <a:lnTo>
                    <a:pt x="8557725" y="1705626"/>
                  </a:lnTo>
                  <a:lnTo>
                    <a:pt x="8603478" y="1767928"/>
                  </a:lnTo>
                  <a:lnTo>
                    <a:pt x="8649293" y="1832384"/>
                  </a:lnTo>
                  <a:lnTo>
                    <a:pt x="8695183" y="1898530"/>
                  </a:lnTo>
                  <a:lnTo>
                    <a:pt x="8741139" y="1965842"/>
                  </a:lnTo>
                  <a:lnTo>
                    <a:pt x="8787132" y="2033758"/>
                  </a:lnTo>
                  <a:lnTo>
                    <a:pt x="8833126" y="2101694"/>
                  </a:lnTo>
                  <a:lnTo>
                    <a:pt x="8879085" y="2169064"/>
                  </a:lnTo>
                  <a:lnTo>
                    <a:pt x="8924981" y="2235302"/>
                  </a:lnTo>
                  <a:lnTo>
                    <a:pt x="8970801" y="2299884"/>
                  </a:lnTo>
                  <a:lnTo>
                    <a:pt x="9016557" y="2362339"/>
                  </a:lnTo>
                  <a:lnTo>
                    <a:pt x="9062292" y="2422269"/>
                  </a:lnTo>
                  <a:lnTo>
                    <a:pt x="9108089" y="2479352"/>
                  </a:lnTo>
                  <a:lnTo>
                    <a:pt x="9154072" y="2533346"/>
                  </a:lnTo>
                  <a:lnTo>
                    <a:pt x="9200420" y="2584096"/>
                  </a:lnTo>
                  <a:lnTo>
                    <a:pt x="9247368" y="2631523"/>
                  </a:lnTo>
                  <a:lnTo>
                    <a:pt x="9295223" y="2675622"/>
                  </a:lnTo>
                  <a:lnTo>
                    <a:pt x="9344372" y="2716453"/>
                  </a:lnTo>
                  <a:lnTo>
                    <a:pt x="9347647" y="2719015"/>
                  </a:lnTo>
                  <a:lnTo>
                    <a:pt x="9399065" y="2756695"/>
                  </a:lnTo>
                  <a:lnTo>
                    <a:pt x="9452886" y="2791133"/>
                  </a:lnTo>
                  <a:lnTo>
                    <a:pt x="9509774" y="2822443"/>
                  </a:lnTo>
                  <a:lnTo>
                    <a:pt x="9570461" y="2850843"/>
                  </a:lnTo>
                  <a:lnTo>
                    <a:pt x="9635705" y="2876597"/>
                  </a:lnTo>
                  <a:lnTo>
                    <a:pt x="9706249" y="2899978"/>
                  </a:lnTo>
                  <a:lnTo>
                    <a:pt x="9782777" y="2921240"/>
                  </a:lnTo>
                  <a:lnTo>
                    <a:pt x="9865843" y="2940612"/>
                  </a:lnTo>
                  <a:lnTo>
                    <a:pt x="9955788" y="2958281"/>
                  </a:lnTo>
                  <a:lnTo>
                    <a:pt x="10052629" y="2974395"/>
                  </a:lnTo>
                  <a:lnTo>
                    <a:pt x="10155923" y="2989054"/>
                  </a:lnTo>
                  <a:lnTo>
                    <a:pt x="10264632" y="3002317"/>
                  </a:lnTo>
                  <a:lnTo>
                    <a:pt x="10376997" y="3014203"/>
                  </a:lnTo>
                  <a:lnTo>
                    <a:pt x="10490472" y="3024698"/>
                  </a:lnTo>
                  <a:lnTo>
                    <a:pt x="10601778" y="3033776"/>
                  </a:lnTo>
                  <a:lnTo>
                    <a:pt x="10707109" y="3041409"/>
                  </a:lnTo>
                  <a:lnTo>
                    <a:pt x="10802515" y="3047596"/>
                  </a:lnTo>
                  <a:lnTo>
                    <a:pt x="10884429" y="3052379"/>
                  </a:lnTo>
                  <a:lnTo>
                    <a:pt x="10950234" y="3055857"/>
                  </a:lnTo>
                  <a:lnTo>
                    <a:pt x="10998745" y="3058187"/>
                  </a:lnTo>
                  <a:lnTo>
                    <a:pt x="11030474" y="3059577"/>
                  </a:lnTo>
                  <a:lnTo>
                    <a:pt x="11047656" y="3060266"/>
                  </a:lnTo>
                  <a:lnTo>
                    <a:pt x="11054082" y="3060502"/>
                  </a:lnTo>
                  <a:lnTo>
                    <a:pt x="11054891" y="3060530"/>
                  </a:lnTo>
                  <a:lnTo>
                    <a:pt x="12049831" y="3060530"/>
                  </a:lnTo>
                  <a:lnTo>
                    <a:pt x="12049831" y="3050049"/>
                  </a:lnTo>
                  <a:lnTo>
                    <a:pt x="11054891" y="3050049"/>
                  </a:lnTo>
                  <a:lnTo>
                    <a:pt x="11053787" y="3050011"/>
                  </a:lnTo>
                  <a:lnTo>
                    <a:pt x="11046497" y="3049740"/>
                  </a:lnTo>
                  <a:lnTo>
                    <a:pt x="11028009" y="3048992"/>
                  </a:lnTo>
                  <a:lnTo>
                    <a:pt x="10994677" y="3047519"/>
                  </a:lnTo>
                  <a:lnTo>
                    <a:pt x="10944433" y="3045083"/>
                  </a:lnTo>
                  <a:lnTo>
                    <a:pt x="10876939" y="3041481"/>
                  </a:lnTo>
                  <a:lnTo>
                    <a:pt x="10793540" y="3036561"/>
                  </a:lnTo>
                  <a:lnTo>
                    <a:pt x="10696972" y="3030231"/>
                  </a:lnTo>
                  <a:lnTo>
                    <a:pt x="10590865" y="3022453"/>
                  </a:lnTo>
                  <a:lnTo>
                    <a:pt x="10479177" y="3013232"/>
                  </a:lnTo>
                  <a:lnTo>
                    <a:pt x="10365677" y="3002597"/>
                  </a:lnTo>
                  <a:lnTo>
                    <a:pt x="10253576" y="2990573"/>
                  </a:lnTo>
                  <a:lnTo>
                    <a:pt x="10145341" y="2977172"/>
                  </a:lnTo>
                  <a:lnTo>
                    <a:pt x="10042655" y="2962371"/>
                  </a:lnTo>
                  <a:lnTo>
                    <a:pt x="9946493" y="2946107"/>
                  </a:lnTo>
                  <a:lnTo>
                    <a:pt x="9857242" y="2928275"/>
                  </a:lnTo>
                  <a:lnTo>
                    <a:pt x="9774848" y="2908724"/>
                  </a:lnTo>
                  <a:lnTo>
                    <a:pt x="9698946" y="2887261"/>
                  </a:lnTo>
                  <a:lnTo>
                    <a:pt x="9628963" y="2863655"/>
                  </a:lnTo>
                  <a:lnTo>
                    <a:pt x="9564208" y="2837649"/>
                  </a:lnTo>
                  <a:lnTo>
                    <a:pt x="9503934" y="2808969"/>
                  </a:lnTo>
                  <a:lnTo>
                    <a:pt x="9447384" y="2777355"/>
                  </a:lnTo>
                  <a:lnTo>
                    <a:pt x="9393832" y="2742596"/>
                  </a:lnTo>
                  <a:lnTo>
                    <a:pt x="9347647" y="2708534"/>
                  </a:lnTo>
                  <a:lnTo>
                    <a:pt x="9298397" y="2667914"/>
                  </a:lnTo>
                  <a:lnTo>
                    <a:pt x="9250471" y="2624031"/>
                  </a:lnTo>
                  <a:lnTo>
                    <a:pt x="9203473" y="2576823"/>
                  </a:lnTo>
                  <a:lnTo>
                    <a:pt x="9157094" y="2526289"/>
                  </a:lnTo>
                  <a:lnTo>
                    <a:pt x="9111093" y="2472503"/>
                  </a:lnTo>
                  <a:lnTo>
                    <a:pt x="9065288" y="2415616"/>
                  </a:lnTo>
                  <a:lnTo>
                    <a:pt x="9019552" y="2355864"/>
                  </a:lnTo>
                  <a:lnTo>
                    <a:pt x="8973799" y="2293562"/>
                  </a:lnTo>
                  <a:lnTo>
                    <a:pt x="8927984" y="2229106"/>
                  </a:lnTo>
                  <a:lnTo>
                    <a:pt x="8882093" y="2162961"/>
                  </a:lnTo>
                  <a:lnTo>
                    <a:pt x="8836138" y="2095648"/>
                  </a:lnTo>
                  <a:lnTo>
                    <a:pt x="8790144" y="2027732"/>
                  </a:lnTo>
                  <a:lnTo>
                    <a:pt x="8744150" y="1959796"/>
                  </a:lnTo>
                  <a:lnTo>
                    <a:pt x="8698191" y="1892427"/>
                  </a:lnTo>
                  <a:lnTo>
                    <a:pt x="8652296" y="1826188"/>
                  </a:lnTo>
                  <a:lnTo>
                    <a:pt x="8606476" y="1761607"/>
                  </a:lnTo>
                  <a:lnTo>
                    <a:pt x="8560720" y="1699151"/>
                  </a:lnTo>
                  <a:lnTo>
                    <a:pt x="8514984" y="1639221"/>
                  </a:lnTo>
                  <a:lnTo>
                    <a:pt x="8469188" y="1582139"/>
                  </a:lnTo>
                  <a:lnTo>
                    <a:pt x="8423204" y="1528144"/>
                  </a:lnTo>
                  <a:lnTo>
                    <a:pt x="8376857" y="1477394"/>
                  </a:lnTo>
                  <a:lnTo>
                    <a:pt x="8329908" y="1429967"/>
                  </a:lnTo>
                  <a:lnTo>
                    <a:pt x="8282054" y="1385869"/>
                  </a:lnTo>
                  <a:lnTo>
                    <a:pt x="8232904" y="1345038"/>
                  </a:lnTo>
                  <a:lnTo>
                    <a:pt x="8229629" y="1342475"/>
                  </a:lnTo>
                  <a:lnTo>
                    <a:pt x="8178211" y="1304796"/>
                  </a:lnTo>
                  <a:lnTo>
                    <a:pt x="8124391" y="1270358"/>
                  </a:lnTo>
                  <a:lnTo>
                    <a:pt x="8067502" y="1239048"/>
                  </a:lnTo>
                  <a:lnTo>
                    <a:pt x="8006815" y="1210647"/>
                  </a:lnTo>
                  <a:lnTo>
                    <a:pt x="7941572" y="1184893"/>
                  </a:lnTo>
                  <a:lnTo>
                    <a:pt x="7871027" y="1161513"/>
                  </a:lnTo>
                  <a:lnTo>
                    <a:pt x="7794499" y="1140250"/>
                  </a:lnTo>
                  <a:lnTo>
                    <a:pt x="7711433" y="1120879"/>
                  </a:lnTo>
                  <a:lnTo>
                    <a:pt x="7621488" y="1103209"/>
                  </a:lnTo>
                  <a:lnTo>
                    <a:pt x="7524648" y="1087095"/>
                  </a:lnTo>
                  <a:lnTo>
                    <a:pt x="7421353" y="1072436"/>
                  </a:lnTo>
                  <a:lnTo>
                    <a:pt x="7312644" y="1059173"/>
                  </a:lnTo>
                  <a:lnTo>
                    <a:pt x="7200280" y="1047288"/>
                  </a:lnTo>
                  <a:lnTo>
                    <a:pt x="7086805" y="1036792"/>
                  </a:lnTo>
                  <a:lnTo>
                    <a:pt x="6975499" y="1027715"/>
                  </a:lnTo>
                  <a:lnTo>
                    <a:pt x="6870167" y="1020081"/>
                  </a:lnTo>
                  <a:lnTo>
                    <a:pt x="6774762" y="1013894"/>
                  </a:lnTo>
                  <a:lnTo>
                    <a:pt x="6692848" y="1009111"/>
                  </a:lnTo>
                  <a:lnTo>
                    <a:pt x="6627042" y="1005634"/>
                  </a:lnTo>
                  <a:lnTo>
                    <a:pt x="6578531" y="1003304"/>
                  </a:lnTo>
                  <a:lnTo>
                    <a:pt x="6546803" y="1001914"/>
                  </a:lnTo>
                  <a:lnTo>
                    <a:pt x="6529621" y="1001225"/>
                  </a:lnTo>
                  <a:lnTo>
                    <a:pt x="6523195" y="1000988"/>
                  </a:lnTo>
                  <a:lnTo>
                    <a:pt x="6522385" y="1000961"/>
                  </a:lnTo>
                  <a:lnTo>
                    <a:pt x="5527445" y="1000961"/>
                  </a:lnTo>
                  <a:lnTo>
                    <a:pt x="5526317" y="1000942"/>
                  </a:lnTo>
                  <a:lnTo>
                    <a:pt x="5518868" y="1000806"/>
                  </a:lnTo>
                  <a:lnTo>
                    <a:pt x="5499990" y="1000433"/>
                  </a:lnTo>
                  <a:lnTo>
                    <a:pt x="5465982" y="999697"/>
                  </a:lnTo>
                  <a:lnTo>
                    <a:pt x="5414776" y="998480"/>
                  </a:lnTo>
                  <a:lnTo>
                    <a:pt x="5346084" y="996682"/>
                  </a:lnTo>
                  <a:lnTo>
                    <a:pt x="5261348" y="994228"/>
                  </a:lnTo>
                  <a:lnTo>
                    <a:pt x="5163422" y="991073"/>
                  </a:lnTo>
                  <a:lnTo>
                    <a:pt x="5056050" y="987200"/>
                  </a:lnTo>
                  <a:lnTo>
                    <a:pt x="4943282" y="982612"/>
                  </a:lnTo>
                  <a:lnTo>
                    <a:pt x="4828940" y="977324"/>
                  </a:lnTo>
                  <a:lnTo>
                    <a:pt x="4716252" y="971349"/>
                  </a:lnTo>
                  <a:lnTo>
                    <a:pt x="4607672" y="964690"/>
                  </a:lnTo>
                  <a:lnTo>
                    <a:pt x="4504849" y="957335"/>
                  </a:lnTo>
                  <a:lnTo>
                    <a:pt x="4408713" y="949251"/>
                  </a:lnTo>
                  <a:lnTo>
                    <a:pt x="4319605" y="940381"/>
                  </a:lnTo>
                  <a:lnTo>
                    <a:pt x="4237426" y="930649"/>
                  </a:lnTo>
                  <a:lnTo>
                    <a:pt x="4161772" y="919955"/>
                  </a:lnTo>
                  <a:lnTo>
                    <a:pt x="4092036" y="908183"/>
                  </a:lnTo>
                  <a:lnTo>
                    <a:pt x="4027503" y="895201"/>
                  </a:lnTo>
                  <a:lnTo>
                    <a:pt x="3967401" y="880874"/>
                  </a:lnTo>
                  <a:lnTo>
                    <a:pt x="3910962" y="865073"/>
                  </a:lnTo>
                  <a:lnTo>
                    <a:pt x="3857449" y="847700"/>
                  </a:lnTo>
                  <a:lnTo>
                    <a:pt x="3820202" y="834134"/>
                  </a:lnTo>
                  <a:lnTo>
                    <a:pt x="3762994" y="810878"/>
                  </a:lnTo>
                  <a:lnTo>
                    <a:pt x="3707489" y="785454"/>
                  </a:lnTo>
                  <a:lnTo>
                    <a:pt x="3653096" y="757823"/>
                  </a:lnTo>
                  <a:lnTo>
                    <a:pt x="3599372" y="728009"/>
                  </a:lnTo>
                  <a:lnTo>
                    <a:pt x="3545994" y="696102"/>
                  </a:lnTo>
                  <a:lnTo>
                    <a:pt x="3492735" y="662268"/>
                  </a:lnTo>
                  <a:lnTo>
                    <a:pt x="3439457" y="626743"/>
                  </a:lnTo>
                  <a:lnTo>
                    <a:pt x="3386091" y="589837"/>
                  </a:lnTo>
                  <a:lnTo>
                    <a:pt x="3332624" y="551918"/>
                  </a:lnTo>
                  <a:lnTo>
                    <a:pt x="3279086" y="513403"/>
                  </a:lnTo>
                  <a:lnTo>
                    <a:pt x="3225528" y="474737"/>
                  </a:lnTo>
                  <a:lnTo>
                    <a:pt x="3172008" y="436372"/>
                  </a:lnTo>
                  <a:lnTo>
                    <a:pt x="3118574" y="398745"/>
                  </a:lnTo>
                  <a:lnTo>
                    <a:pt x="3065241" y="362259"/>
                  </a:lnTo>
                  <a:lnTo>
                    <a:pt x="3011980" y="327264"/>
                  </a:lnTo>
                  <a:lnTo>
                    <a:pt x="2958701" y="294047"/>
                  </a:lnTo>
                  <a:lnTo>
                    <a:pt x="2905237" y="262820"/>
                  </a:lnTo>
                  <a:lnTo>
                    <a:pt x="2851333" y="233724"/>
                  </a:lnTo>
                  <a:lnTo>
                    <a:pt x="2796626" y="206826"/>
                  </a:lnTo>
                  <a:lnTo>
                    <a:pt x="2740629" y="182128"/>
                  </a:lnTo>
                  <a:lnTo>
                    <a:pt x="2702183" y="166826"/>
                  </a:lnTo>
                  <a:lnTo>
                    <a:pt x="2650374" y="148289"/>
                  </a:lnTo>
                  <a:lnTo>
                    <a:pt x="2596120" y="131358"/>
                  </a:lnTo>
                  <a:lnTo>
                    <a:pt x="2538743" y="115977"/>
                  </a:lnTo>
                  <a:lnTo>
                    <a:pt x="2477492" y="102036"/>
                  </a:lnTo>
                  <a:lnTo>
                    <a:pt x="2411594" y="89403"/>
                  </a:lnTo>
                  <a:lnTo>
                    <a:pt x="2340288" y="77942"/>
                  </a:lnTo>
                  <a:lnTo>
                    <a:pt x="2262881" y="67525"/>
                  </a:lnTo>
                  <a:lnTo>
                    <a:pt x="2178814" y="58041"/>
                  </a:lnTo>
                  <a:lnTo>
                    <a:pt x="2087754" y="49395"/>
                  </a:lnTo>
                  <a:lnTo>
                    <a:pt x="1989709" y="41517"/>
                  </a:lnTo>
                  <a:lnTo>
                    <a:pt x="1885171" y="34357"/>
                  </a:lnTo>
                  <a:lnTo>
                    <a:pt x="1775255" y="27889"/>
                  </a:lnTo>
                  <a:lnTo>
                    <a:pt x="1661830" y="22103"/>
                  </a:lnTo>
                  <a:lnTo>
                    <a:pt x="1547569" y="17007"/>
                  </a:lnTo>
                  <a:lnTo>
                    <a:pt x="1435895" y="12616"/>
                  </a:lnTo>
                  <a:lnTo>
                    <a:pt x="1330736" y="8942"/>
                  </a:lnTo>
                  <a:lnTo>
                    <a:pt x="1236113" y="5984"/>
                  </a:lnTo>
                  <a:lnTo>
                    <a:pt x="1155586" y="3717"/>
                  </a:lnTo>
                  <a:lnTo>
                    <a:pt x="1091661" y="2089"/>
                  </a:lnTo>
                  <a:lnTo>
                    <a:pt x="1045321" y="1016"/>
                  </a:lnTo>
                  <a:lnTo>
                    <a:pt x="1015783" y="393"/>
                  </a:lnTo>
                  <a:lnTo>
                    <a:pt x="1000504" y="98"/>
                  </a:lnTo>
                  <a:lnTo>
                    <a:pt x="995373" y="7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7" name="pl36"/>
            <p:cNvSpPr/>
            <p:nvPr/>
          </p:nvSpPr>
          <p:spPr>
            <a:xfrm>
              <a:off x="1199187" y="2195661"/>
              <a:ext cx="12049831" cy="3050049"/>
            </a:xfrm>
            <a:custGeom>
              <a:avLst/>
              <a:pathLst>
                <a:path w="12049831" h="3050049">
                  <a:moveTo>
                    <a:pt x="0" y="0"/>
                  </a:moveTo>
                  <a:lnTo>
                    <a:pt x="994940" y="0"/>
                  </a:lnTo>
                  <a:lnTo>
                    <a:pt x="996068" y="18"/>
                  </a:lnTo>
                  <a:lnTo>
                    <a:pt x="1003516" y="154"/>
                  </a:lnTo>
                  <a:lnTo>
                    <a:pt x="1022395" y="527"/>
                  </a:lnTo>
                  <a:lnTo>
                    <a:pt x="1056403" y="1263"/>
                  </a:lnTo>
                  <a:lnTo>
                    <a:pt x="1107609" y="2480"/>
                  </a:lnTo>
                  <a:lnTo>
                    <a:pt x="1176301" y="4278"/>
                  </a:lnTo>
                  <a:lnTo>
                    <a:pt x="1261037" y="6732"/>
                  </a:lnTo>
                  <a:lnTo>
                    <a:pt x="1358963" y="9887"/>
                  </a:lnTo>
                  <a:lnTo>
                    <a:pt x="1466335" y="13760"/>
                  </a:lnTo>
                  <a:lnTo>
                    <a:pt x="1579103" y="18348"/>
                  </a:lnTo>
                  <a:lnTo>
                    <a:pt x="1693445" y="23636"/>
                  </a:lnTo>
                  <a:lnTo>
                    <a:pt x="1806133" y="29611"/>
                  </a:lnTo>
                  <a:lnTo>
                    <a:pt x="1914713" y="36270"/>
                  </a:lnTo>
                  <a:lnTo>
                    <a:pt x="2017536" y="43625"/>
                  </a:lnTo>
                  <a:lnTo>
                    <a:pt x="2113672" y="51709"/>
                  </a:lnTo>
                  <a:lnTo>
                    <a:pt x="2202780" y="60579"/>
                  </a:lnTo>
                  <a:lnTo>
                    <a:pt x="2284959" y="70311"/>
                  </a:lnTo>
                  <a:lnTo>
                    <a:pt x="2360613" y="81005"/>
                  </a:lnTo>
                  <a:lnTo>
                    <a:pt x="2430349" y="92777"/>
                  </a:lnTo>
                  <a:lnTo>
                    <a:pt x="2494882" y="105759"/>
                  </a:lnTo>
                  <a:lnTo>
                    <a:pt x="2554984" y="120086"/>
                  </a:lnTo>
                  <a:lnTo>
                    <a:pt x="2611423" y="135887"/>
                  </a:lnTo>
                  <a:lnTo>
                    <a:pt x="2664936" y="153260"/>
                  </a:lnTo>
                  <a:lnTo>
                    <a:pt x="2702183" y="166826"/>
                  </a:lnTo>
                  <a:lnTo>
                    <a:pt x="2759391" y="190082"/>
                  </a:lnTo>
                  <a:lnTo>
                    <a:pt x="2814896" y="215506"/>
                  </a:lnTo>
                  <a:lnTo>
                    <a:pt x="2869289" y="243137"/>
                  </a:lnTo>
                  <a:lnTo>
                    <a:pt x="2923013" y="272951"/>
                  </a:lnTo>
                  <a:lnTo>
                    <a:pt x="2976391" y="304858"/>
                  </a:lnTo>
                  <a:lnTo>
                    <a:pt x="3029650" y="338692"/>
                  </a:lnTo>
                  <a:lnTo>
                    <a:pt x="3082928" y="374217"/>
                  </a:lnTo>
                  <a:lnTo>
                    <a:pt x="3136294" y="411123"/>
                  </a:lnTo>
                  <a:lnTo>
                    <a:pt x="3189761" y="449042"/>
                  </a:lnTo>
                  <a:lnTo>
                    <a:pt x="3243299" y="487557"/>
                  </a:lnTo>
                  <a:lnTo>
                    <a:pt x="3296857" y="526223"/>
                  </a:lnTo>
                  <a:lnTo>
                    <a:pt x="3350377" y="564588"/>
                  </a:lnTo>
                  <a:lnTo>
                    <a:pt x="3403811" y="602216"/>
                  </a:lnTo>
                  <a:lnTo>
                    <a:pt x="3457144" y="638702"/>
                  </a:lnTo>
                  <a:lnTo>
                    <a:pt x="3510405" y="673696"/>
                  </a:lnTo>
                  <a:lnTo>
                    <a:pt x="3563684" y="706914"/>
                  </a:lnTo>
                  <a:lnTo>
                    <a:pt x="3617148" y="738140"/>
                  </a:lnTo>
                  <a:lnTo>
                    <a:pt x="3671052" y="767236"/>
                  </a:lnTo>
                  <a:lnTo>
                    <a:pt x="3725759" y="794135"/>
                  </a:lnTo>
                  <a:lnTo>
                    <a:pt x="3781756" y="818832"/>
                  </a:lnTo>
                  <a:lnTo>
                    <a:pt x="3820202" y="834134"/>
                  </a:lnTo>
                  <a:lnTo>
                    <a:pt x="3872011" y="852671"/>
                  </a:lnTo>
                  <a:lnTo>
                    <a:pt x="3926265" y="869602"/>
                  </a:lnTo>
                  <a:lnTo>
                    <a:pt x="3983642" y="884983"/>
                  </a:lnTo>
                  <a:lnTo>
                    <a:pt x="4044893" y="898924"/>
                  </a:lnTo>
                  <a:lnTo>
                    <a:pt x="4110791" y="911557"/>
                  </a:lnTo>
                  <a:lnTo>
                    <a:pt x="4182097" y="923018"/>
                  </a:lnTo>
                  <a:lnTo>
                    <a:pt x="4259504" y="933435"/>
                  </a:lnTo>
                  <a:lnTo>
                    <a:pt x="4343571" y="942919"/>
                  </a:lnTo>
                  <a:lnTo>
                    <a:pt x="4434631" y="951565"/>
                  </a:lnTo>
                  <a:lnTo>
                    <a:pt x="4532676" y="959443"/>
                  </a:lnTo>
                  <a:lnTo>
                    <a:pt x="4637214" y="966603"/>
                  </a:lnTo>
                  <a:lnTo>
                    <a:pt x="4747130" y="973072"/>
                  </a:lnTo>
                  <a:lnTo>
                    <a:pt x="4860555" y="978857"/>
                  </a:lnTo>
                  <a:lnTo>
                    <a:pt x="4974816" y="983953"/>
                  </a:lnTo>
                  <a:lnTo>
                    <a:pt x="5086490" y="988344"/>
                  </a:lnTo>
                  <a:lnTo>
                    <a:pt x="5191649" y="992018"/>
                  </a:lnTo>
                  <a:lnTo>
                    <a:pt x="5286272" y="994976"/>
                  </a:lnTo>
                  <a:lnTo>
                    <a:pt x="5366799" y="997243"/>
                  </a:lnTo>
                  <a:lnTo>
                    <a:pt x="5430724" y="998871"/>
                  </a:lnTo>
                  <a:lnTo>
                    <a:pt x="5477064" y="999944"/>
                  </a:lnTo>
                  <a:lnTo>
                    <a:pt x="5506602" y="1000567"/>
                  </a:lnTo>
                  <a:lnTo>
                    <a:pt x="5521881" y="1000862"/>
                  </a:lnTo>
                  <a:lnTo>
                    <a:pt x="5527012" y="1000953"/>
                  </a:lnTo>
                  <a:lnTo>
                    <a:pt x="5527445" y="1000961"/>
                  </a:lnTo>
                  <a:lnTo>
                    <a:pt x="6522385" y="1000961"/>
                  </a:lnTo>
                  <a:lnTo>
                    <a:pt x="6523490" y="1000999"/>
                  </a:lnTo>
                  <a:lnTo>
                    <a:pt x="6530780" y="1001269"/>
                  </a:lnTo>
                  <a:lnTo>
                    <a:pt x="6549268" y="1002017"/>
                  </a:lnTo>
                  <a:lnTo>
                    <a:pt x="6582600" y="1003490"/>
                  </a:lnTo>
                  <a:lnTo>
                    <a:pt x="6632844" y="1005926"/>
                  </a:lnTo>
                  <a:lnTo>
                    <a:pt x="6700338" y="1009528"/>
                  </a:lnTo>
                  <a:lnTo>
                    <a:pt x="6783737" y="1014448"/>
                  </a:lnTo>
                  <a:lnTo>
                    <a:pt x="6880305" y="1020778"/>
                  </a:lnTo>
                  <a:lnTo>
                    <a:pt x="6986412" y="1028557"/>
                  </a:lnTo>
                  <a:lnTo>
                    <a:pt x="7098100" y="1037777"/>
                  </a:lnTo>
                  <a:lnTo>
                    <a:pt x="7211600" y="1048413"/>
                  </a:lnTo>
                  <a:lnTo>
                    <a:pt x="7323700" y="1060436"/>
                  </a:lnTo>
                  <a:lnTo>
                    <a:pt x="7431936" y="1073837"/>
                  </a:lnTo>
                  <a:lnTo>
                    <a:pt x="7534621" y="1088638"/>
                  </a:lnTo>
                  <a:lnTo>
                    <a:pt x="7630784" y="1104902"/>
                  </a:lnTo>
                  <a:lnTo>
                    <a:pt x="7720035" y="1122734"/>
                  </a:lnTo>
                  <a:lnTo>
                    <a:pt x="7802428" y="1142285"/>
                  </a:lnTo>
                  <a:lnTo>
                    <a:pt x="7878331" y="1163749"/>
                  </a:lnTo>
                  <a:lnTo>
                    <a:pt x="7948314" y="1187354"/>
                  </a:lnTo>
                  <a:lnTo>
                    <a:pt x="8013069" y="1213360"/>
                  </a:lnTo>
                  <a:lnTo>
                    <a:pt x="8073342" y="1242040"/>
                  </a:lnTo>
                  <a:lnTo>
                    <a:pt x="8129892" y="1273654"/>
                  </a:lnTo>
                  <a:lnTo>
                    <a:pt x="8183444" y="1308413"/>
                  </a:lnTo>
                  <a:lnTo>
                    <a:pt x="8229629" y="1342475"/>
                  </a:lnTo>
                  <a:lnTo>
                    <a:pt x="8278879" y="1383096"/>
                  </a:lnTo>
                  <a:lnTo>
                    <a:pt x="8326806" y="1426978"/>
                  </a:lnTo>
                  <a:lnTo>
                    <a:pt x="8373803" y="1474186"/>
                  </a:lnTo>
                  <a:lnTo>
                    <a:pt x="8420182" y="1524720"/>
                  </a:lnTo>
                  <a:lnTo>
                    <a:pt x="8466184" y="1578506"/>
                  </a:lnTo>
                  <a:lnTo>
                    <a:pt x="8511988" y="1635393"/>
                  </a:lnTo>
                  <a:lnTo>
                    <a:pt x="8557725" y="1695145"/>
                  </a:lnTo>
                  <a:lnTo>
                    <a:pt x="8603478" y="1757447"/>
                  </a:lnTo>
                  <a:lnTo>
                    <a:pt x="8649293" y="1821903"/>
                  </a:lnTo>
                  <a:lnTo>
                    <a:pt x="8695183" y="1888048"/>
                  </a:lnTo>
                  <a:lnTo>
                    <a:pt x="8741139" y="1955361"/>
                  </a:lnTo>
                  <a:lnTo>
                    <a:pt x="8787132" y="2023277"/>
                  </a:lnTo>
                  <a:lnTo>
                    <a:pt x="8833126" y="2091213"/>
                  </a:lnTo>
                  <a:lnTo>
                    <a:pt x="8879085" y="2158582"/>
                  </a:lnTo>
                  <a:lnTo>
                    <a:pt x="8924981" y="2224821"/>
                  </a:lnTo>
                  <a:lnTo>
                    <a:pt x="8970801" y="2289402"/>
                  </a:lnTo>
                  <a:lnTo>
                    <a:pt x="9016557" y="2351858"/>
                  </a:lnTo>
                  <a:lnTo>
                    <a:pt x="9062292" y="2411788"/>
                  </a:lnTo>
                  <a:lnTo>
                    <a:pt x="9108089" y="2468870"/>
                  </a:lnTo>
                  <a:lnTo>
                    <a:pt x="9154072" y="2522865"/>
                  </a:lnTo>
                  <a:lnTo>
                    <a:pt x="9200420" y="2573615"/>
                  </a:lnTo>
                  <a:lnTo>
                    <a:pt x="9247368" y="2621042"/>
                  </a:lnTo>
                  <a:lnTo>
                    <a:pt x="9295223" y="2665141"/>
                  </a:lnTo>
                  <a:lnTo>
                    <a:pt x="9344372" y="2705971"/>
                  </a:lnTo>
                  <a:lnTo>
                    <a:pt x="9347647" y="2708534"/>
                  </a:lnTo>
                  <a:lnTo>
                    <a:pt x="9399065" y="2746213"/>
                  </a:lnTo>
                  <a:lnTo>
                    <a:pt x="9452886" y="2780651"/>
                  </a:lnTo>
                  <a:lnTo>
                    <a:pt x="9509774" y="2811961"/>
                  </a:lnTo>
                  <a:lnTo>
                    <a:pt x="9570461" y="2840362"/>
                  </a:lnTo>
                  <a:lnTo>
                    <a:pt x="9635705" y="2866116"/>
                  </a:lnTo>
                  <a:lnTo>
                    <a:pt x="9706249" y="2889496"/>
                  </a:lnTo>
                  <a:lnTo>
                    <a:pt x="9782777" y="2910759"/>
                  </a:lnTo>
                  <a:lnTo>
                    <a:pt x="9865843" y="2930131"/>
                  </a:lnTo>
                  <a:lnTo>
                    <a:pt x="9955788" y="2947800"/>
                  </a:lnTo>
                  <a:lnTo>
                    <a:pt x="10052629" y="2963914"/>
                  </a:lnTo>
                  <a:lnTo>
                    <a:pt x="10155923" y="2978573"/>
                  </a:lnTo>
                  <a:lnTo>
                    <a:pt x="10264632" y="2991836"/>
                  </a:lnTo>
                  <a:lnTo>
                    <a:pt x="10376997" y="3003721"/>
                  </a:lnTo>
                  <a:lnTo>
                    <a:pt x="10490472" y="3014217"/>
                  </a:lnTo>
                  <a:lnTo>
                    <a:pt x="10601778" y="3023295"/>
                  </a:lnTo>
                  <a:lnTo>
                    <a:pt x="10707109" y="3030928"/>
                  </a:lnTo>
                  <a:lnTo>
                    <a:pt x="10802515" y="3037115"/>
                  </a:lnTo>
                  <a:lnTo>
                    <a:pt x="10884429" y="3041898"/>
                  </a:lnTo>
                  <a:lnTo>
                    <a:pt x="10950234" y="3045375"/>
                  </a:lnTo>
                  <a:lnTo>
                    <a:pt x="10998745" y="3047705"/>
                  </a:lnTo>
                  <a:lnTo>
                    <a:pt x="11030474" y="3049096"/>
                  </a:lnTo>
                  <a:lnTo>
                    <a:pt x="11047656" y="3049784"/>
                  </a:lnTo>
                  <a:lnTo>
                    <a:pt x="11054082" y="3050021"/>
                  </a:lnTo>
                  <a:lnTo>
                    <a:pt x="11054891" y="3050049"/>
                  </a:lnTo>
                  <a:lnTo>
                    <a:pt x="12049831" y="3050049"/>
                  </a:lnTo>
                  <a:lnTo>
                    <a:pt x="12049831" y="30500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" name="pl37"/>
            <p:cNvSpPr/>
            <p:nvPr/>
          </p:nvSpPr>
          <p:spPr>
            <a:xfrm>
              <a:off x="1199187" y="2185179"/>
              <a:ext cx="12049831" cy="3050049"/>
            </a:xfrm>
            <a:custGeom>
              <a:avLst/>
              <a:pathLst>
                <a:path w="12049831" h="3050049">
                  <a:moveTo>
                    <a:pt x="12049831" y="3050049"/>
                  </a:moveTo>
                  <a:lnTo>
                    <a:pt x="11054891" y="3050049"/>
                  </a:lnTo>
                  <a:lnTo>
                    <a:pt x="11053787" y="3050011"/>
                  </a:lnTo>
                  <a:lnTo>
                    <a:pt x="11046497" y="3049740"/>
                  </a:lnTo>
                  <a:lnTo>
                    <a:pt x="11028009" y="3048992"/>
                  </a:lnTo>
                  <a:lnTo>
                    <a:pt x="10994677" y="3047519"/>
                  </a:lnTo>
                  <a:lnTo>
                    <a:pt x="10944433" y="3045083"/>
                  </a:lnTo>
                  <a:lnTo>
                    <a:pt x="10876939" y="3041481"/>
                  </a:lnTo>
                  <a:lnTo>
                    <a:pt x="10793540" y="3036561"/>
                  </a:lnTo>
                  <a:lnTo>
                    <a:pt x="10696972" y="3030231"/>
                  </a:lnTo>
                  <a:lnTo>
                    <a:pt x="10590865" y="3022453"/>
                  </a:lnTo>
                  <a:lnTo>
                    <a:pt x="10479177" y="3013232"/>
                  </a:lnTo>
                  <a:lnTo>
                    <a:pt x="10365677" y="3002597"/>
                  </a:lnTo>
                  <a:lnTo>
                    <a:pt x="10253576" y="2990573"/>
                  </a:lnTo>
                  <a:lnTo>
                    <a:pt x="10145341" y="2977172"/>
                  </a:lnTo>
                  <a:lnTo>
                    <a:pt x="10042655" y="2962371"/>
                  </a:lnTo>
                  <a:lnTo>
                    <a:pt x="9946493" y="2946107"/>
                  </a:lnTo>
                  <a:lnTo>
                    <a:pt x="9857242" y="2928275"/>
                  </a:lnTo>
                  <a:lnTo>
                    <a:pt x="9774848" y="2908724"/>
                  </a:lnTo>
                  <a:lnTo>
                    <a:pt x="9698946" y="2887261"/>
                  </a:lnTo>
                  <a:lnTo>
                    <a:pt x="9628963" y="2863655"/>
                  </a:lnTo>
                  <a:lnTo>
                    <a:pt x="9564208" y="2837649"/>
                  </a:lnTo>
                  <a:lnTo>
                    <a:pt x="9503934" y="2808969"/>
                  </a:lnTo>
                  <a:lnTo>
                    <a:pt x="9447384" y="2777355"/>
                  </a:lnTo>
                  <a:lnTo>
                    <a:pt x="9393832" y="2742596"/>
                  </a:lnTo>
                  <a:lnTo>
                    <a:pt x="9347647" y="2708534"/>
                  </a:lnTo>
                  <a:lnTo>
                    <a:pt x="9298397" y="2667914"/>
                  </a:lnTo>
                  <a:lnTo>
                    <a:pt x="9250471" y="2624031"/>
                  </a:lnTo>
                  <a:lnTo>
                    <a:pt x="9203473" y="2576823"/>
                  </a:lnTo>
                  <a:lnTo>
                    <a:pt x="9157094" y="2526289"/>
                  </a:lnTo>
                  <a:lnTo>
                    <a:pt x="9111093" y="2472503"/>
                  </a:lnTo>
                  <a:lnTo>
                    <a:pt x="9065288" y="2415616"/>
                  </a:lnTo>
                  <a:lnTo>
                    <a:pt x="9019552" y="2355864"/>
                  </a:lnTo>
                  <a:lnTo>
                    <a:pt x="8973799" y="2293562"/>
                  </a:lnTo>
                  <a:lnTo>
                    <a:pt x="8927984" y="2229106"/>
                  </a:lnTo>
                  <a:lnTo>
                    <a:pt x="8882093" y="2162961"/>
                  </a:lnTo>
                  <a:lnTo>
                    <a:pt x="8836138" y="2095648"/>
                  </a:lnTo>
                  <a:lnTo>
                    <a:pt x="8790144" y="2027732"/>
                  </a:lnTo>
                  <a:lnTo>
                    <a:pt x="8744150" y="1959796"/>
                  </a:lnTo>
                  <a:lnTo>
                    <a:pt x="8698191" y="1892427"/>
                  </a:lnTo>
                  <a:lnTo>
                    <a:pt x="8652296" y="1826188"/>
                  </a:lnTo>
                  <a:lnTo>
                    <a:pt x="8606476" y="1761607"/>
                  </a:lnTo>
                  <a:lnTo>
                    <a:pt x="8560720" y="1699151"/>
                  </a:lnTo>
                  <a:lnTo>
                    <a:pt x="8514984" y="1639221"/>
                  </a:lnTo>
                  <a:lnTo>
                    <a:pt x="8469188" y="1582139"/>
                  </a:lnTo>
                  <a:lnTo>
                    <a:pt x="8423204" y="1528144"/>
                  </a:lnTo>
                  <a:lnTo>
                    <a:pt x="8376857" y="1477394"/>
                  </a:lnTo>
                  <a:lnTo>
                    <a:pt x="8329908" y="1429967"/>
                  </a:lnTo>
                  <a:lnTo>
                    <a:pt x="8282054" y="1385869"/>
                  </a:lnTo>
                  <a:lnTo>
                    <a:pt x="8232904" y="1345038"/>
                  </a:lnTo>
                  <a:lnTo>
                    <a:pt x="8229629" y="1342475"/>
                  </a:lnTo>
                  <a:lnTo>
                    <a:pt x="8178211" y="1304796"/>
                  </a:lnTo>
                  <a:lnTo>
                    <a:pt x="8124391" y="1270358"/>
                  </a:lnTo>
                  <a:lnTo>
                    <a:pt x="8067502" y="1239048"/>
                  </a:lnTo>
                  <a:lnTo>
                    <a:pt x="8006815" y="1210647"/>
                  </a:lnTo>
                  <a:lnTo>
                    <a:pt x="7941572" y="1184893"/>
                  </a:lnTo>
                  <a:lnTo>
                    <a:pt x="7871027" y="1161513"/>
                  </a:lnTo>
                  <a:lnTo>
                    <a:pt x="7794499" y="1140250"/>
                  </a:lnTo>
                  <a:lnTo>
                    <a:pt x="7711433" y="1120879"/>
                  </a:lnTo>
                  <a:lnTo>
                    <a:pt x="7621488" y="1103209"/>
                  </a:lnTo>
                  <a:lnTo>
                    <a:pt x="7524648" y="1087095"/>
                  </a:lnTo>
                  <a:lnTo>
                    <a:pt x="7421353" y="1072436"/>
                  </a:lnTo>
                  <a:lnTo>
                    <a:pt x="7312644" y="1059173"/>
                  </a:lnTo>
                  <a:lnTo>
                    <a:pt x="7200280" y="1047288"/>
                  </a:lnTo>
                  <a:lnTo>
                    <a:pt x="7086805" y="1036792"/>
                  </a:lnTo>
                  <a:lnTo>
                    <a:pt x="6975499" y="1027715"/>
                  </a:lnTo>
                  <a:lnTo>
                    <a:pt x="6870167" y="1020081"/>
                  </a:lnTo>
                  <a:lnTo>
                    <a:pt x="6774762" y="1013894"/>
                  </a:lnTo>
                  <a:lnTo>
                    <a:pt x="6692848" y="1009111"/>
                  </a:lnTo>
                  <a:lnTo>
                    <a:pt x="6627042" y="1005634"/>
                  </a:lnTo>
                  <a:lnTo>
                    <a:pt x="6578531" y="1003304"/>
                  </a:lnTo>
                  <a:lnTo>
                    <a:pt x="6546803" y="1001914"/>
                  </a:lnTo>
                  <a:lnTo>
                    <a:pt x="6529621" y="1001225"/>
                  </a:lnTo>
                  <a:lnTo>
                    <a:pt x="6523195" y="1000988"/>
                  </a:lnTo>
                  <a:lnTo>
                    <a:pt x="6522385" y="1000961"/>
                  </a:lnTo>
                  <a:lnTo>
                    <a:pt x="5527445" y="1000961"/>
                  </a:lnTo>
                  <a:lnTo>
                    <a:pt x="5526317" y="1000942"/>
                  </a:lnTo>
                  <a:lnTo>
                    <a:pt x="5518868" y="1000806"/>
                  </a:lnTo>
                  <a:lnTo>
                    <a:pt x="5499990" y="1000433"/>
                  </a:lnTo>
                  <a:lnTo>
                    <a:pt x="5465982" y="999697"/>
                  </a:lnTo>
                  <a:lnTo>
                    <a:pt x="5414776" y="998480"/>
                  </a:lnTo>
                  <a:lnTo>
                    <a:pt x="5346084" y="996682"/>
                  </a:lnTo>
                  <a:lnTo>
                    <a:pt x="5261348" y="994228"/>
                  </a:lnTo>
                  <a:lnTo>
                    <a:pt x="5163422" y="991073"/>
                  </a:lnTo>
                  <a:lnTo>
                    <a:pt x="5056050" y="987200"/>
                  </a:lnTo>
                  <a:lnTo>
                    <a:pt x="4943282" y="982612"/>
                  </a:lnTo>
                  <a:lnTo>
                    <a:pt x="4828940" y="977324"/>
                  </a:lnTo>
                  <a:lnTo>
                    <a:pt x="4716252" y="971349"/>
                  </a:lnTo>
                  <a:lnTo>
                    <a:pt x="4607672" y="964690"/>
                  </a:lnTo>
                  <a:lnTo>
                    <a:pt x="4504849" y="957335"/>
                  </a:lnTo>
                  <a:lnTo>
                    <a:pt x="4408713" y="949251"/>
                  </a:lnTo>
                  <a:lnTo>
                    <a:pt x="4319605" y="940381"/>
                  </a:lnTo>
                  <a:lnTo>
                    <a:pt x="4237426" y="930649"/>
                  </a:lnTo>
                  <a:lnTo>
                    <a:pt x="4161772" y="919955"/>
                  </a:lnTo>
                  <a:lnTo>
                    <a:pt x="4092036" y="908183"/>
                  </a:lnTo>
                  <a:lnTo>
                    <a:pt x="4027503" y="895201"/>
                  </a:lnTo>
                  <a:lnTo>
                    <a:pt x="3967401" y="880874"/>
                  </a:lnTo>
                  <a:lnTo>
                    <a:pt x="3910962" y="865073"/>
                  </a:lnTo>
                  <a:lnTo>
                    <a:pt x="3857449" y="847700"/>
                  </a:lnTo>
                  <a:lnTo>
                    <a:pt x="3820202" y="834134"/>
                  </a:lnTo>
                  <a:lnTo>
                    <a:pt x="3762994" y="810878"/>
                  </a:lnTo>
                  <a:lnTo>
                    <a:pt x="3707489" y="785454"/>
                  </a:lnTo>
                  <a:lnTo>
                    <a:pt x="3653096" y="757823"/>
                  </a:lnTo>
                  <a:lnTo>
                    <a:pt x="3599372" y="728009"/>
                  </a:lnTo>
                  <a:lnTo>
                    <a:pt x="3545994" y="696102"/>
                  </a:lnTo>
                  <a:lnTo>
                    <a:pt x="3492735" y="662268"/>
                  </a:lnTo>
                  <a:lnTo>
                    <a:pt x="3439457" y="626743"/>
                  </a:lnTo>
                  <a:lnTo>
                    <a:pt x="3386091" y="589837"/>
                  </a:lnTo>
                  <a:lnTo>
                    <a:pt x="3332624" y="551918"/>
                  </a:lnTo>
                  <a:lnTo>
                    <a:pt x="3279086" y="513403"/>
                  </a:lnTo>
                  <a:lnTo>
                    <a:pt x="3225528" y="474737"/>
                  </a:lnTo>
                  <a:lnTo>
                    <a:pt x="3172008" y="436372"/>
                  </a:lnTo>
                  <a:lnTo>
                    <a:pt x="3118574" y="398745"/>
                  </a:lnTo>
                  <a:lnTo>
                    <a:pt x="3065241" y="362259"/>
                  </a:lnTo>
                  <a:lnTo>
                    <a:pt x="3011980" y="327264"/>
                  </a:lnTo>
                  <a:lnTo>
                    <a:pt x="2958701" y="294047"/>
                  </a:lnTo>
                  <a:lnTo>
                    <a:pt x="2905237" y="262820"/>
                  </a:lnTo>
                  <a:lnTo>
                    <a:pt x="2851333" y="233724"/>
                  </a:lnTo>
                  <a:lnTo>
                    <a:pt x="2796626" y="206826"/>
                  </a:lnTo>
                  <a:lnTo>
                    <a:pt x="2740629" y="182128"/>
                  </a:lnTo>
                  <a:lnTo>
                    <a:pt x="2702183" y="166826"/>
                  </a:lnTo>
                  <a:lnTo>
                    <a:pt x="2650374" y="148289"/>
                  </a:lnTo>
                  <a:lnTo>
                    <a:pt x="2596120" y="131358"/>
                  </a:lnTo>
                  <a:lnTo>
                    <a:pt x="2538743" y="115977"/>
                  </a:lnTo>
                  <a:lnTo>
                    <a:pt x="2477492" y="102036"/>
                  </a:lnTo>
                  <a:lnTo>
                    <a:pt x="2411594" y="89403"/>
                  </a:lnTo>
                  <a:lnTo>
                    <a:pt x="2340288" y="77942"/>
                  </a:lnTo>
                  <a:lnTo>
                    <a:pt x="2262881" y="67525"/>
                  </a:lnTo>
                  <a:lnTo>
                    <a:pt x="2178814" y="58041"/>
                  </a:lnTo>
                  <a:lnTo>
                    <a:pt x="2087754" y="49395"/>
                  </a:lnTo>
                  <a:lnTo>
                    <a:pt x="1989709" y="41517"/>
                  </a:lnTo>
                  <a:lnTo>
                    <a:pt x="1885171" y="34357"/>
                  </a:lnTo>
                  <a:lnTo>
                    <a:pt x="1775255" y="27889"/>
                  </a:lnTo>
                  <a:lnTo>
                    <a:pt x="1661830" y="22103"/>
                  </a:lnTo>
                  <a:lnTo>
                    <a:pt x="1547569" y="17007"/>
                  </a:lnTo>
                  <a:lnTo>
                    <a:pt x="1435895" y="12616"/>
                  </a:lnTo>
                  <a:lnTo>
                    <a:pt x="1330736" y="8942"/>
                  </a:lnTo>
                  <a:lnTo>
                    <a:pt x="1236113" y="5984"/>
                  </a:lnTo>
                  <a:lnTo>
                    <a:pt x="1155586" y="3717"/>
                  </a:lnTo>
                  <a:lnTo>
                    <a:pt x="1091661" y="2089"/>
                  </a:lnTo>
                  <a:lnTo>
                    <a:pt x="1045321" y="1016"/>
                  </a:lnTo>
                  <a:lnTo>
                    <a:pt x="1015783" y="393"/>
                  </a:lnTo>
                  <a:lnTo>
                    <a:pt x="1000504" y="98"/>
                  </a:lnTo>
                  <a:lnTo>
                    <a:pt x="995373" y="7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" name="pg38"/>
            <p:cNvSpPr/>
            <p:nvPr/>
          </p:nvSpPr>
          <p:spPr>
            <a:xfrm>
              <a:off x="1199187" y="2195661"/>
              <a:ext cx="12049831" cy="3694647"/>
            </a:xfrm>
            <a:custGeom>
              <a:avLst/>
              <a:pathLst>
                <a:path w="12049831" h="3694647">
                  <a:moveTo>
                    <a:pt x="0" y="10481"/>
                  </a:moveTo>
                  <a:lnTo>
                    <a:pt x="994940" y="10481"/>
                  </a:lnTo>
                  <a:lnTo>
                    <a:pt x="996068" y="10500"/>
                  </a:lnTo>
                  <a:lnTo>
                    <a:pt x="1003515" y="10637"/>
                  </a:lnTo>
                  <a:lnTo>
                    <a:pt x="1022389" y="11017"/>
                  </a:lnTo>
                  <a:lnTo>
                    <a:pt x="1056390" y="11764"/>
                  </a:lnTo>
                  <a:lnTo>
                    <a:pt x="1107587" y="13000"/>
                  </a:lnTo>
                  <a:lnTo>
                    <a:pt x="1176267" y="14826"/>
                  </a:lnTo>
                  <a:lnTo>
                    <a:pt x="1260989" y="17318"/>
                  </a:lnTo>
                  <a:lnTo>
                    <a:pt x="1358902" y="20522"/>
                  </a:lnTo>
                  <a:lnTo>
                    <a:pt x="1466260" y="24455"/>
                  </a:lnTo>
                  <a:lnTo>
                    <a:pt x="1579017" y="29114"/>
                  </a:lnTo>
                  <a:lnTo>
                    <a:pt x="1693352" y="34484"/>
                  </a:lnTo>
                  <a:lnTo>
                    <a:pt x="1806033" y="40552"/>
                  </a:lnTo>
                  <a:lnTo>
                    <a:pt x="1914610" y="47314"/>
                  </a:lnTo>
                  <a:lnTo>
                    <a:pt x="2017431" y="54783"/>
                  </a:lnTo>
                  <a:lnTo>
                    <a:pt x="2113568" y="62993"/>
                  </a:lnTo>
                  <a:lnTo>
                    <a:pt x="2202678" y="72000"/>
                  </a:lnTo>
                  <a:lnTo>
                    <a:pt x="2284858" y="81884"/>
                  </a:lnTo>
                  <a:lnTo>
                    <a:pt x="2360515" y="92743"/>
                  </a:lnTo>
                  <a:lnTo>
                    <a:pt x="2430253" y="104698"/>
                  </a:lnTo>
                  <a:lnTo>
                    <a:pt x="2494789" y="117881"/>
                  </a:lnTo>
                  <a:lnTo>
                    <a:pt x="2554892" y="132430"/>
                  </a:lnTo>
                  <a:lnTo>
                    <a:pt x="2611333" y="148475"/>
                  </a:lnTo>
                  <a:lnTo>
                    <a:pt x="2664846" y="166117"/>
                  </a:lnTo>
                  <a:lnTo>
                    <a:pt x="2702183" y="179928"/>
                  </a:lnTo>
                  <a:lnTo>
                    <a:pt x="2759274" y="203498"/>
                  </a:lnTo>
                  <a:lnTo>
                    <a:pt x="2814669" y="229261"/>
                  </a:lnTo>
                  <a:lnTo>
                    <a:pt x="2868954" y="257256"/>
                  </a:lnTo>
                  <a:lnTo>
                    <a:pt x="2922570" y="287460"/>
                  </a:lnTo>
                  <a:lnTo>
                    <a:pt x="2975840" y="319782"/>
                  </a:lnTo>
                  <a:lnTo>
                    <a:pt x="3028989" y="354056"/>
                  </a:lnTo>
                  <a:lnTo>
                    <a:pt x="3082156" y="390043"/>
                  </a:lnTo>
                  <a:lnTo>
                    <a:pt x="3135410" y="427432"/>
                  </a:lnTo>
                  <a:lnTo>
                    <a:pt x="3188765" y="465852"/>
                  </a:lnTo>
                  <a:lnTo>
                    <a:pt x="3242191" y="504884"/>
                  </a:lnTo>
                  <a:lnTo>
                    <a:pt x="3295639" y="544078"/>
                  </a:lnTo>
                  <a:lnTo>
                    <a:pt x="3349049" y="582978"/>
                  </a:lnTo>
                  <a:lnTo>
                    <a:pt x="3402376" y="621141"/>
                  </a:lnTo>
                  <a:lnTo>
                    <a:pt x="3455601" y="658161"/>
                  </a:lnTo>
                  <a:lnTo>
                    <a:pt x="3508753" y="693682"/>
                  </a:lnTo>
                  <a:lnTo>
                    <a:pt x="3561919" y="727413"/>
                  </a:lnTo>
                  <a:lnTo>
                    <a:pt x="3615263" y="759136"/>
                  </a:lnTo>
                  <a:lnTo>
                    <a:pt x="3669034" y="788708"/>
                  </a:lnTo>
                  <a:lnTo>
                    <a:pt x="3723588" y="816058"/>
                  </a:lnTo>
                  <a:lnTo>
                    <a:pt x="3779406" y="841181"/>
                  </a:lnTo>
                  <a:lnTo>
                    <a:pt x="3820202" y="857717"/>
                  </a:lnTo>
                  <a:lnTo>
                    <a:pt x="3872007" y="876544"/>
                  </a:lnTo>
                  <a:lnTo>
                    <a:pt x="3926256" y="893739"/>
                  </a:lnTo>
                  <a:lnTo>
                    <a:pt x="3983629" y="909361"/>
                  </a:lnTo>
                  <a:lnTo>
                    <a:pt x="4044874" y="923520"/>
                  </a:lnTo>
                  <a:lnTo>
                    <a:pt x="4110765" y="936352"/>
                  </a:lnTo>
                  <a:lnTo>
                    <a:pt x="4182063" y="947992"/>
                  </a:lnTo>
                  <a:lnTo>
                    <a:pt x="4259462" y="958572"/>
                  </a:lnTo>
                  <a:lnTo>
                    <a:pt x="4343519" y="968205"/>
                  </a:lnTo>
                  <a:lnTo>
                    <a:pt x="4434568" y="976986"/>
                  </a:lnTo>
                  <a:lnTo>
                    <a:pt x="4532600" y="984988"/>
                  </a:lnTo>
                  <a:lnTo>
                    <a:pt x="4637125" y="992260"/>
                  </a:lnTo>
                  <a:lnTo>
                    <a:pt x="4747029" y="998831"/>
                  </a:lnTo>
                  <a:lnTo>
                    <a:pt x="4860444" y="1004708"/>
                  </a:lnTo>
                  <a:lnTo>
                    <a:pt x="4974696" y="1009884"/>
                  </a:lnTo>
                  <a:lnTo>
                    <a:pt x="5086368" y="1014344"/>
                  </a:lnTo>
                  <a:lnTo>
                    <a:pt x="5191529" y="1018077"/>
                  </a:lnTo>
                  <a:lnTo>
                    <a:pt x="5286160" y="1021082"/>
                  </a:lnTo>
                  <a:lnTo>
                    <a:pt x="5366701" y="1023385"/>
                  </a:lnTo>
                  <a:lnTo>
                    <a:pt x="5430646" y="1025040"/>
                  </a:lnTo>
                  <a:lnTo>
                    <a:pt x="5477007" y="1026130"/>
                  </a:lnTo>
                  <a:lnTo>
                    <a:pt x="5506567" y="1026764"/>
                  </a:lnTo>
                  <a:lnTo>
                    <a:pt x="5521866" y="1027064"/>
                  </a:lnTo>
                  <a:lnTo>
                    <a:pt x="5527009" y="1027156"/>
                  </a:lnTo>
                  <a:lnTo>
                    <a:pt x="5527445" y="1027164"/>
                  </a:lnTo>
                  <a:lnTo>
                    <a:pt x="6522385" y="1027164"/>
                  </a:lnTo>
                  <a:lnTo>
                    <a:pt x="6523468" y="1027212"/>
                  </a:lnTo>
                  <a:lnTo>
                    <a:pt x="6530621" y="1027558"/>
                  </a:lnTo>
                  <a:lnTo>
                    <a:pt x="6548769" y="1028511"/>
                  </a:lnTo>
                  <a:lnTo>
                    <a:pt x="6581512" y="1030392"/>
                  </a:lnTo>
                  <a:lnTo>
                    <a:pt x="6630916" y="1033501"/>
                  </a:lnTo>
                  <a:lnTo>
                    <a:pt x="6697361" y="1038101"/>
                  </a:lnTo>
                  <a:lnTo>
                    <a:pt x="6779586" y="1044387"/>
                  </a:lnTo>
                  <a:lnTo>
                    <a:pt x="6874956" y="1052482"/>
                  </a:lnTo>
                  <a:lnTo>
                    <a:pt x="6979941" y="1062437"/>
                  </a:lnTo>
                  <a:lnTo>
                    <a:pt x="7090665" y="1074245"/>
                  </a:lnTo>
                  <a:lnTo>
                    <a:pt x="7203407" y="1087874"/>
                  </a:lnTo>
                  <a:lnTo>
                    <a:pt x="7314972" y="1103288"/>
                  </a:lnTo>
                  <a:lnTo>
                    <a:pt x="7422886" y="1120472"/>
                  </a:lnTo>
                  <a:lnTo>
                    <a:pt x="7525435" y="1139451"/>
                  </a:lnTo>
                  <a:lnTo>
                    <a:pt x="7621608" y="1160298"/>
                  </a:lnTo>
                  <a:lnTo>
                    <a:pt x="7710976" y="1183145"/>
                  </a:lnTo>
                  <a:lnTo>
                    <a:pt x="7793553" y="1208177"/>
                  </a:lnTo>
                  <a:lnTo>
                    <a:pt x="7869673" y="1235635"/>
                  </a:lnTo>
                  <a:lnTo>
                    <a:pt x="7939875" y="1265808"/>
                  </a:lnTo>
                  <a:lnTo>
                    <a:pt x="8004829" y="1299023"/>
                  </a:lnTo>
                  <a:lnTo>
                    <a:pt x="8065262" y="1335625"/>
                  </a:lnTo>
                  <a:lnTo>
                    <a:pt x="8121917" y="1375954"/>
                  </a:lnTo>
                  <a:lnTo>
                    <a:pt x="8175514" y="1420292"/>
                  </a:lnTo>
                  <a:lnTo>
                    <a:pt x="8226709" y="1468791"/>
                  </a:lnTo>
                  <a:lnTo>
                    <a:pt x="8229629" y="1471744"/>
                  </a:lnTo>
                  <a:lnTo>
                    <a:pt x="8274834" y="1520059"/>
                  </a:lnTo>
                  <a:lnTo>
                    <a:pt x="8318897" y="1571934"/>
                  </a:lnTo>
                  <a:lnTo>
                    <a:pt x="8362129" y="1627442"/>
                  </a:lnTo>
                  <a:lnTo>
                    <a:pt x="8404784" y="1686596"/>
                  </a:lnTo>
                  <a:lnTo>
                    <a:pt x="8447060" y="1749345"/>
                  </a:lnTo>
                  <a:lnTo>
                    <a:pt x="8489114" y="1815567"/>
                  </a:lnTo>
                  <a:lnTo>
                    <a:pt x="8531062" y="1885065"/>
                  </a:lnTo>
                  <a:lnTo>
                    <a:pt x="8572988" y="1957566"/>
                  </a:lnTo>
                  <a:lnTo>
                    <a:pt x="8614944" y="2032722"/>
                  </a:lnTo>
                  <a:lnTo>
                    <a:pt x="8656957" y="2110115"/>
                  </a:lnTo>
                  <a:lnTo>
                    <a:pt x="8699034" y="2189265"/>
                  </a:lnTo>
                  <a:lnTo>
                    <a:pt x="8741165" y="2269642"/>
                  </a:lnTo>
                  <a:lnTo>
                    <a:pt x="8783327" y="2350680"/>
                  </a:lnTo>
                  <a:lnTo>
                    <a:pt x="8825492" y="2431792"/>
                  </a:lnTo>
                  <a:lnTo>
                    <a:pt x="8867633" y="2512391"/>
                  </a:lnTo>
                  <a:lnTo>
                    <a:pt x="8909725" y="2591902"/>
                  </a:lnTo>
                  <a:lnTo>
                    <a:pt x="8951755" y="2669785"/>
                  </a:lnTo>
                  <a:lnTo>
                    <a:pt x="8993723" y="2745546"/>
                  </a:lnTo>
                  <a:lnTo>
                    <a:pt x="9035653" y="2818751"/>
                  </a:lnTo>
                  <a:lnTo>
                    <a:pt x="9077589" y="2889035"/>
                  </a:lnTo>
                  <a:lnTo>
                    <a:pt x="9119606" y="2956104"/>
                  </a:lnTo>
                  <a:lnTo>
                    <a:pt x="9161814" y="3019742"/>
                  </a:lnTo>
                  <a:lnTo>
                    <a:pt x="9204356" y="3079809"/>
                  </a:lnTo>
                  <a:lnTo>
                    <a:pt x="9247421" y="3136237"/>
                  </a:lnTo>
                  <a:lnTo>
                    <a:pt x="9291248" y="3189022"/>
                  </a:lnTo>
                  <a:lnTo>
                    <a:pt x="9336132" y="3238224"/>
                  </a:lnTo>
                  <a:lnTo>
                    <a:pt x="9347647" y="3250066"/>
                  </a:lnTo>
                  <a:lnTo>
                    <a:pt x="9398720" y="3298808"/>
                  </a:lnTo>
                  <a:lnTo>
                    <a:pt x="9452160" y="3343386"/>
                  </a:lnTo>
                  <a:lnTo>
                    <a:pt x="9508618" y="3383941"/>
                  </a:lnTo>
                  <a:lnTo>
                    <a:pt x="9568811" y="3420752"/>
                  </a:lnTo>
                  <a:lnTo>
                    <a:pt x="9633480" y="3454154"/>
                  </a:lnTo>
                  <a:lnTo>
                    <a:pt x="9703358" y="3484495"/>
                  </a:lnTo>
                  <a:lnTo>
                    <a:pt x="9779117" y="3512103"/>
                  </a:lnTo>
                  <a:lnTo>
                    <a:pt x="9861306" y="3537270"/>
                  </a:lnTo>
                  <a:lnTo>
                    <a:pt x="9950274" y="3560238"/>
                  </a:lnTo>
                  <a:lnTo>
                    <a:pt x="10046058" y="3581198"/>
                  </a:lnTo>
                  <a:lnTo>
                    <a:pt x="10148257" y="3600282"/>
                  </a:lnTo>
                  <a:lnTo>
                    <a:pt x="10255898" y="3617570"/>
                  </a:lnTo>
                  <a:lnTo>
                    <a:pt x="10367311" y="3633087"/>
                  </a:lnTo>
                  <a:lnTo>
                    <a:pt x="10480066" y="3646821"/>
                  </a:lnTo>
                  <a:lnTo>
                    <a:pt x="10591006" y="3658737"/>
                  </a:lnTo>
                  <a:lnTo>
                    <a:pt x="10696432" y="3668799"/>
                  </a:lnTo>
                  <a:lnTo>
                    <a:pt x="10792465" y="3677002"/>
                  </a:lnTo>
                  <a:lnTo>
                    <a:pt x="10875539" y="3683391"/>
                  </a:lnTo>
                  <a:lnTo>
                    <a:pt x="10942953" y="3688084"/>
                  </a:lnTo>
                  <a:lnTo>
                    <a:pt x="10993355" y="3691274"/>
                  </a:lnTo>
                  <a:lnTo>
                    <a:pt x="11027028" y="3693218"/>
                  </a:lnTo>
                  <a:lnTo>
                    <a:pt x="11045942" y="3694217"/>
                  </a:lnTo>
                  <a:lnTo>
                    <a:pt x="11053612" y="3694589"/>
                  </a:lnTo>
                  <a:lnTo>
                    <a:pt x="11054891" y="3694647"/>
                  </a:lnTo>
                  <a:lnTo>
                    <a:pt x="12049831" y="3694647"/>
                  </a:lnTo>
                  <a:lnTo>
                    <a:pt x="12049831" y="3684165"/>
                  </a:lnTo>
                  <a:lnTo>
                    <a:pt x="11054891" y="3684165"/>
                  </a:lnTo>
                  <a:lnTo>
                    <a:pt x="11053808" y="3684117"/>
                  </a:lnTo>
                  <a:lnTo>
                    <a:pt x="11046656" y="3683771"/>
                  </a:lnTo>
                  <a:lnTo>
                    <a:pt x="11028507" y="3682818"/>
                  </a:lnTo>
                  <a:lnTo>
                    <a:pt x="10995764" y="3680937"/>
                  </a:lnTo>
                  <a:lnTo>
                    <a:pt x="10946361" y="3677828"/>
                  </a:lnTo>
                  <a:lnTo>
                    <a:pt x="10879915" y="3673228"/>
                  </a:lnTo>
                  <a:lnTo>
                    <a:pt x="10797691" y="3666942"/>
                  </a:lnTo>
                  <a:lnTo>
                    <a:pt x="10702321" y="3658847"/>
                  </a:lnTo>
                  <a:lnTo>
                    <a:pt x="10597335" y="3648893"/>
                  </a:lnTo>
                  <a:lnTo>
                    <a:pt x="10486612" y="3637084"/>
                  </a:lnTo>
                  <a:lnTo>
                    <a:pt x="10373870" y="3623455"/>
                  </a:lnTo>
                  <a:lnTo>
                    <a:pt x="10262304" y="3608041"/>
                  </a:lnTo>
                  <a:lnTo>
                    <a:pt x="10154391" y="3590857"/>
                  </a:lnTo>
                  <a:lnTo>
                    <a:pt x="10051842" y="3571878"/>
                  </a:lnTo>
                  <a:lnTo>
                    <a:pt x="9955668" y="3551031"/>
                  </a:lnTo>
                  <a:lnTo>
                    <a:pt x="9866301" y="3528184"/>
                  </a:lnTo>
                  <a:lnTo>
                    <a:pt x="9783723" y="3503152"/>
                  </a:lnTo>
                  <a:lnTo>
                    <a:pt x="9707604" y="3475694"/>
                  </a:lnTo>
                  <a:lnTo>
                    <a:pt x="9637401" y="3445521"/>
                  </a:lnTo>
                  <a:lnTo>
                    <a:pt x="9572448" y="3412307"/>
                  </a:lnTo>
                  <a:lnTo>
                    <a:pt x="9512015" y="3375704"/>
                  </a:lnTo>
                  <a:lnTo>
                    <a:pt x="9455359" y="3335375"/>
                  </a:lnTo>
                  <a:lnTo>
                    <a:pt x="9401762" y="3291037"/>
                  </a:lnTo>
                  <a:lnTo>
                    <a:pt x="9350568" y="3242538"/>
                  </a:lnTo>
                  <a:lnTo>
                    <a:pt x="9347647" y="3239585"/>
                  </a:lnTo>
                  <a:lnTo>
                    <a:pt x="9302443" y="3191270"/>
                  </a:lnTo>
                  <a:lnTo>
                    <a:pt x="9258380" y="3139395"/>
                  </a:lnTo>
                  <a:lnTo>
                    <a:pt x="9215147" y="3083887"/>
                  </a:lnTo>
                  <a:lnTo>
                    <a:pt x="9172493" y="3024733"/>
                  </a:lnTo>
                  <a:lnTo>
                    <a:pt x="9130216" y="2961984"/>
                  </a:lnTo>
                  <a:lnTo>
                    <a:pt x="9088162" y="2895762"/>
                  </a:lnTo>
                  <a:lnTo>
                    <a:pt x="9046214" y="2826264"/>
                  </a:lnTo>
                  <a:lnTo>
                    <a:pt x="9004288" y="2753763"/>
                  </a:lnTo>
                  <a:lnTo>
                    <a:pt x="8962333" y="2678607"/>
                  </a:lnTo>
                  <a:lnTo>
                    <a:pt x="8920319" y="2601214"/>
                  </a:lnTo>
                  <a:lnTo>
                    <a:pt x="8878242" y="2522064"/>
                  </a:lnTo>
                  <a:lnTo>
                    <a:pt x="8836112" y="2441687"/>
                  </a:lnTo>
                  <a:lnTo>
                    <a:pt x="8793950" y="2360649"/>
                  </a:lnTo>
                  <a:lnTo>
                    <a:pt x="8751784" y="2279537"/>
                  </a:lnTo>
                  <a:lnTo>
                    <a:pt x="8709643" y="2198938"/>
                  </a:lnTo>
                  <a:lnTo>
                    <a:pt x="8667551" y="2119427"/>
                  </a:lnTo>
                  <a:lnTo>
                    <a:pt x="8625522" y="2041544"/>
                  </a:lnTo>
                  <a:lnTo>
                    <a:pt x="8583553" y="1965783"/>
                  </a:lnTo>
                  <a:lnTo>
                    <a:pt x="8541624" y="1892578"/>
                  </a:lnTo>
                  <a:lnTo>
                    <a:pt x="8499688" y="1822294"/>
                  </a:lnTo>
                  <a:lnTo>
                    <a:pt x="8457670" y="1755226"/>
                  </a:lnTo>
                  <a:lnTo>
                    <a:pt x="8415463" y="1691587"/>
                  </a:lnTo>
                  <a:lnTo>
                    <a:pt x="8372921" y="1631520"/>
                  </a:lnTo>
                  <a:lnTo>
                    <a:pt x="8329855" y="1575092"/>
                  </a:lnTo>
                  <a:lnTo>
                    <a:pt x="8286028" y="1522307"/>
                  </a:lnTo>
                  <a:lnTo>
                    <a:pt x="8241145" y="1473105"/>
                  </a:lnTo>
                  <a:lnTo>
                    <a:pt x="8229629" y="1461263"/>
                  </a:lnTo>
                  <a:lnTo>
                    <a:pt x="8178556" y="1412521"/>
                  </a:lnTo>
                  <a:lnTo>
                    <a:pt x="8125117" y="1367944"/>
                  </a:lnTo>
                  <a:lnTo>
                    <a:pt x="8068658" y="1327388"/>
                  </a:lnTo>
                  <a:lnTo>
                    <a:pt x="8008466" y="1290577"/>
                  </a:lnTo>
                  <a:lnTo>
                    <a:pt x="7943796" y="1257175"/>
                  </a:lnTo>
                  <a:lnTo>
                    <a:pt x="7873918" y="1226834"/>
                  </a:lnTo>
                  <a:lnTo>
                    <a:pt x="7798160" y="1199226"/>
                  </a:lnTo>
                  <a:lnTo>
                    <a:pt x="7715970" y="1174059"/>
                  </a:lnTo>
                  <a:lnTo>
                    <a:pt x="7627002" y="1151091"/>
                  </a:lnTo>
                  <a:lnTo>
                    <a:pt x="7531219" y="1130131"/>
                  </a:lnTo>
                  <a:lnTo>
                    <a:pt x="7429019" y="1111047"/>
                  </a:lnTo>
                  <a:lnTo>
                    <a:pt x="7321379" y="1093759"/>
                  </a:lnTo>
                  <a:lnTo>
                    <a:pt x="7209965" y="1078242"/>
                  </a:lnTo>
                  <a:lnTo>
                    <a:pt x="7097210" y="1064508"/>
                  </a:lnTo>
                  <a:lnTo>
                    <a:pt x="6986271" y="1052593"/>
                  </a:lnTo>
                  <a:lnTo>
                    <a:pt x="6880844" y="1042530"/>
                  </a:lnTo>
                  <a:lnTo>
                    <a:pt x="6784811" y="1034327"/>
                  </a:lnTo>
                  <a:lnTo>
                    <a:pt x="6701738" y="1027938"/>
                  </a:lnTo>
                  <a:lnTo>
                    <a:pt x="6634323" y="1023245"/>
                  </a:lnTo>
                  <a:lnTo>
                    <a:pt x="6583921" y="1020055"/>
                  </a:lnTo>
                  <a:lnTo>
                    <a:pt x="6550249" y="1018111"/>
                  </a:lnTo>
                  <a:lnTo>
                    <a:pt x="6531335" y="1017112"/>
                  </a:lnTo>
                  <a:lnTo>
                    <a:pt x="6523665" y="1016740"/>
                  </a:lnTo>
                  <a:lnTo>
                    <a:pt x="6522385" y="1016683"/>
                  </a:lnTo>
                  <a:lnTo>
                    <a:pt x="5527445" y="1016683"/>
                  </a:lnTo>
                  <a:lnTo>
                    <a:pt x="5526317" y="1016663"/>
                  </a:lnTo>
                  <a:lnTo>
                    <a:pt x="5518870" y="1016526"/>
                  </a:lnTo>
                  <a:lnTo>
                    <a:pt x="5499996" y="1016147"/>
                  </a:lnTo>
                  <a:lnTo>
                    <a:pt x="5465995" y="1015399"/>
                  </a:lnTo>
                  <a:lnTo>
                    <a:pt x="5414798" y="1014163"/>
                  </a:lnTo>
                  <a:lnTo>
                    <a:pt x="5346118" y="1012338"/>
                  </a:lnTo>
                  <a:lnTo>
                    <a:pt x="5261396" y="1009846"/>
                  </a:lnTo>
                  <a:lnTo>
                    <a:pt x="5163483" y="1006642"/>
                  </a:lnTo>
                  <a:lnTo>
                    <a:pt x="5056125" y="1002708"/>
                  </a:lnTo>
                  <a:lnTo>
                    <a:pt x="4943367" y="998050"/>
                  </a:lnTo>
                  <a:lnTo>
                    <a:pt x="4829033" y="992679"/>
                  </a:lnTo>
                  <a:lnTo>
                    <a:pt x="4716352" y="986612"/>
                  </a:lnTo>
                  <a:lnTo>
                    <a:pt x="4607775" y="979849"/>
                  </a:lnTo>
                  <a:lnTo>
                    <a:pt x="4504954" y="972380"/>
                  </a:lnTo>
                  <a:lnTo>
                    <a:pt x="4408817" y="964170"/>
                  </a:lnTo>
                  <a:lnTo>
                    <a:pt x="4319707" y="955163"/>
                  </a:lnTo>
                  <a:lnTo>
                    <a:pt x="4237527" y="945280"/>
                  </a:lnTo>
                  <a:lnTo>
                    <a:pt x="4161870" y="934420"/>
                  </a:lnTo>
                  <a:lnTo>
                    <a:pt x="4092132" y="922465"/>
                  </a:lnTo>
                  <a:lnTo>
                    <a:pt x="4027596" y="909282"/>
                  </a:lnTo>
                  <a:lnTo>
                    <a:pt x="3967493" y="894734"/>
                  </a:lnTo>
                  <a:lnTo>
                    <a:pt x="3911052" y="878688"/>
                  </a:lnTo>
                  <a:lnTo>
                    <a:pt x="3857539" y="861047"/>
                  </a:lnTo>
                  <a:lnTo>
                    <a:pt x="3820202" y="847235"/>
                  </a:lnTo>
                  <a:lnTo>
                    <a:pt x="3763111" y="823666"/>
                  </a:lnTo>
                  <a:lnTo>
                    <a:pt x="3707716" y="797902"/>
                  </a:lnTo>
                  <a:lnTo>
                    <a:pt x="3653431" y="769907"/>
                  </a:lnTo>
                  <a:lnTo>
                    <a:pt x="3599815" y="739703"/>
                  </a:lnTo>
                  <a:lnTo>
                    <a:pt x="3546545" y="707381"/>
                  </a:lnTo>
                  <a:lnTo>
                    <a:pt x="3493396" y="673108"/>
                  </a:lnTo>
                  <a:lnTo>
                    <a:pt x="3440229" y="637121"/>
                  </a:lnTo>
                  <a:lnTo>
                    <a:pt x="3386975" y="599731"/>
                  </a:lnTo>
                  <a:lnTo>
                    <a:pt x="3333620" y="561311"/>
                  </a:lnTo>
                  <a:lnTo>
                    <a:pt x="3280194" y="522279"/>
                  </a:lnTo>
                  <a:lnTo>
                    <a:pt x="3226746" y="483086"/>
                  </a:lnTo>
                  <a:lnTo>
                    <a:pt x="3173336" y="444186"/>
                  </a:lnTo>
                  <a:lnTo>
                    <a:pt x="3120009" y="406022"/>
                  </a:lnTo>
                  <a:lnTo>
                    <a:pt x="3066784" y="369002"/>
                  </a:lnTo>
                  <a:lnTo>
                    <a:pt x="3013632" y="333481"/>
                  </a:lnTo>
                  <a:lnTo>
                    <a:pt x="2960466" y="299750"/>
                  </a:lnTo>
                  <a:lnTo>
                    <a:pt x="2907122" y="268027"/>
                  </a:lnTo>
                  <a:lnTo>
                    <a:pt x="2853351" y="238455"/>
                  </a:lnTo>
                  <a:lnTo>
                    <a:pt x="2798797" y="211105"/>
                  </a:lnTo>
                  <a:lnTo>
                    <a:pt x="2742979" y="185982"/>
                  </a:lnTo>
                  <a:lnTo>
                    <a:pt x="2702183" y="169447"/>
                  </a:lnTo>
                  <a:lnTo>
                    <a:pt x="2650378" y="150619"/>
                  </a:lnTo>
                  <a:lnTo>
                    <a:pt x="2596129" y="133424"/>
                  </a:lnTo>
                  <a:lnTo>
                    <a:pt x="2538756" y="117802"/>
                  </a:lnTo>
                  <a:lnTo>
                    <a:pt x="2477511" y="103643"/>
                  </a:lnTo>
                  <a:lnTo>
                    <a:pt x="2411620" y="90812"/>
                  </a:lnTo>
                  <a:lnTo>
                    <a:pt x="2340322" y="79171"/>
                  </a:lnTo>
                  <a:lnTo>
                    <a:pt x="2262923" y="68591"/>
                  </a:lnTo>
                  <a:lnTo>
                    <a:pt x="2178866" y="58958"/>
                  </a:lnTo>
                  <a:lnTo>
                    <a:pt x="2087817" y="50177"/>
                  </a:lnTo>
                  <a:lnTo>
                    <a:pt x="1989785" y="42175"/>
                  </a:lnTo>
                  <a:lnTo>
                    <a:pt x="1885260" y="34903"/>
                  </a:lnTo>
                  <a:lnTo>
                    <a:pt x="1775356" y="28332"/>
                  </a:lnTo>
                  <a:lnTo>
                    <a:pt x="1661941" y="22455"/>
                  </a:lnTo>
                  <a:lnTo>
                    <a:pt x="1547689" y="17279"/>
                  </a:lnTo>
                  <a:lnTo>
                    <a:pt x="1436017" y="12819"/>
                  </a:lnTo>
                  <a:lnTo>
                    <a:pt x="1330856" y="9087"/>
                  </a:lnTo>
                  <a:lnTo>
                    <a:pt x="1236225" y="6081"/>
                  </a:lnTo>
                  <a:lnTo>
                    <a:pt x="1155684" y="3778"/>
                  </a:lnTo>
                  <a:lnTo>
                    <a:pt x="1091739" y="2124"/>
                  </a:lnTo>
                  <a:lnTo>
                    <a:pt x="1045378" y="1034"/>
                  </a:lnTo>
                  <a:lnTo>
                    <a:pt x="1015818" y="400"/>
                  </a:lnTo>
                  <a:lnTo>
                    <a:pt x="1000519" y="100"/>
                  </a:lnTo>
                  <a:lnTo>
                    <a:pt x="995376" y="7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0" name="pl39"/>
            <p:cNvSpPr/>
            <p:nvPr/>
          </p:nvSpPr>
          <p:spPr>
            <a:xfrm>
              <a:off x="1199187" y="2206142"/>
              <a:ext cx="12049831" cy="3684165"/>
            </a:xfrm>
            <a:custGeom>
              <a:avLst/>
              <a:pathLst>
                <a:path w="12049831" h="3684165">
                  <a:moveTo>
                    <a:pt x="0" y="0"/>
                  </a:moveTo>
                  <a:lnTo>
                    <a:pt x="994940" y="0"/>
                  </a:lnTo>
                  <a:lnTo>
                    <a:pt x="996068" y="19"/>
                  </a:lnTo>
                  <a:lnTo>
                    <a:pt x="1003515" y="156"/>
                  </a:lnTo>
                  <a:lnTo>
                    <a:pt x="1022389" y="535"/>
                  </a:lnTo>
                  <a:lnTo>
                    <a:pt x="1056390" y="1283"/>
                  </a:lnTo>
                  <a:lnTo>
                    <a:pt x="1107587" y="2519"/>
                  </a:lnTo>
                  <a:lnTo>
                    <a:pt x="1176267" y="4344"/>
                  </a:lnTo>
                  <a:lnTo>
                    <a:pt x="1260989" y="6836"/>
                  </a:lnTo>
                  <a:lnTo>
                    <a:pt x="1358902" y="10040"/>
                  </a:lnTo>
                  <a:lnTo>
                    <a:pt x="1466260" y="13974"/>
                  </a:lnTo>
                  <a:lnTo>
                    <a:pt x="1579017" y="18632"/>
                  </a:lnTo>
                  <a:lnTo>
                    <a:pt x="1693352" y="24003"/>
                  </a:lnTo>
                  <a:lnTo>
                    <a:pt x="1806033" y="30071"/>
                  </a:lnTo>
                  <a:lnTo>
                    <a:pt x="1914610" y="36833"/>
                  </a:lnTo>
                  <a:lnTo>
                    <a:pt x="2017431" y="44302"/>
                  </a:lnTo>
                  <a:lnTo>
                    <a:pt x="2113568" y="52512"/>
                  </a:lnTo>
                  <a:lnTo>
                    <a:pt x="2202678" y="61519"/>
                  </a:lnTo>
                  <a:lnTo>
                    <a:pt x="2284858" y="71402"/>
                  </a:lnTo>
                  <a:lnTo>
                    <a:pt x="2360515" y="82262"/>
                  </a:lnTo>
                  <a:lnTo>
                    <a:pt x="2430253" y="94217"/>
                  </a:lnTo>
                  <a:lnTo>
                    <a:pt x="2494789" y="107400"/>
                  </a:lnTo>
                  <a:lnTo>
                    <a:pt x="2554892" y="121949"/>
                  </a:lnTo>
                  <a:lnTo>
                    <a:pt x="2611333" y="137994"/>
                  </a:lnTo>
                  <a:lnTo>
                    <a:pt x="2664846" y="155635"/>
                  </a:lnTo>
                  <a:lnTo>
                    <a:pt x="2702183" y="169447"/>
                  </a:lnTo>
                  <a:lnTo>
                    <a:pt x="2759274" y="193016"/>
                  </a:lnTo>
                  <a:lnTo>
                    <a:pt x="2814669" y="218780"/>
                  </a:lnTo>
                  <a:lnTo>
                    <a:pt x="2868954" y="246775"/>
                  </a:lnTo>
                  <a:lnTo>
                    <a:pt x="2922570" y="276979"/>
                  </a:lnTo>
                  <a:lnTo>
                    <a:pt x="2975840" y="309301"/>
                  </a:lnTo>
                  <a:lnTo>
                    <a:pt x="3028989" y="343574"/>
                  </a:lnTo>
                  <a:lnTo>
                    <a:pt x="3082156" y="379561"/>
                  </a:lnTo>
                  <a:lnTo>
                    <a:pt x="3135410" y="416951"/>
                  </a:lnTo>
                  <a:lnTo>
                    <a:pt x="3188765" y="455371"/>
                  </a:lnTo>
                  <a:lnTo>
                    <a:pt x="3242191" y="494403"/>
                  </a:lnTo>
                  <a:lnTo>
                    <a:pt x="3295639" y="533596"/>
                  </a:lnTo>
                  <a:lnTo>
                    <a:pt x="3349049" y="572496"/>
                  </a:lnTo>
                  <a:lnTo>
                    <a:pt x="3402376" y="610660"/>
                  </a:lnTo>
                  <a:lnTo>
                    <a:pt x="3455601" y="647680"/>
                  </a:lnTo>
                  <a:lnTo>
                    <a:pt x="3508753" y="683201"/>
                  </a:lnTo>
                  <a:lnTo>
                    <a:pt x="3561919" y="716932"/>
                  </a:lnTo>
                  <a:lnTo>
                    <a:pt x="3615263" y="748655"/>
                  </a:lnTo>
                  <a:lnTo>
                    <a:pt x="3669034" y="778227"/>
                  </a:lnTo>
                  <a:lnTo>
                    <a:pt x="3723588" y="805577"/>
                  </a:lnTo>
                  <a:lnTo>
                    <a:pt x="3779406" y="830700"/>
                  </a:lnTo>
                  <a:lnTo>
                    <a:pt x="3820202" y="847235"/>
                  </a:lnTo>
                  <a:lnTo>
                    <a:pt x="3872007" y="866063"/>
                  </a:lnTo>
                  <a:lnTo>
                    <a:pt x="3926256" y="883258"/>
                  </a:lnTo>
                  <a:lnTo>
                    <a:pt x="3983629" y="898880"/>
                  </a:lnTo>
                  <a:lnTo>
                    <a:pt x="4044874" y="913039"/>
                  </a:lnTo>
                  <a:lnTo>
                    <a:pt x="4110765" y="925870"/>
                  </a:lnTo>
                  <a:lnTo>
                    <a:pt x="4182063" y="937511"/>
                  </a:lnTo>
                  <a:lnTo>
                    <a:pt x="4259462" y="948091"/>
                  </a:lnTo>
                  <a:lnTo>
                    <a:pt x="4343519" y="957724"/>
                  </a:lnTo>
                  <a:lnTo>
                    <a:pt x="4434568" y="966505"/>
                  </a:lnTo>
                  <a:lnTo>
                    <a:pt x="4532600" y="974507"/>
                  </a:lnTo>
                  <a:lnTo>
                    <a:pt x="4637125" y="981779"/>
                  </a:lnTo>
                  <a:lnTo>
                    <a:pt x="4747029" y="988350"/>
                  </a:lnTo>
                  <a:lnTo>
                    <a:pt x="4860444" y="994227"/>
                  </a:lnTo>
                  <a:lnTo>
                    <a:pt x="4974696" y="999403"/>
                  </a:lnTo>
                  <a:lnTo>
                    <a:pt x="5086368" y="1003863"/>
                  </a:lnTo>
                  <a:lnTo>
                    <a:pt x="5191529" y="1007595"/>
                  </a:lnTo>
                  <a:lnTo>
                    <a:pt x="5286160" y="1010601"/>
                  </a:lnTo>
                  <a:lnTo>
                    <a:pt x="5366701" y="1012904"/>
                  </a:lnTo>
                  <a:lnTo>
                    <a:pt x="5430646" y="1014558"/>
                  </a:lnTo>
                  <a:lnTo>
                    <a:pt x="5477007" y="1015648"/>
                  </a:lnTo>
                  <a:lnTo>
                    <a:pt x="5506567" y="1016282"/>
                  </a:lnTo>
                  <a:lnTo>
                    <a:pt x="5521866" y="1016582"/>
                  </a:lnTo>
                  <a:lnTo>
                    <a:pt x="5527009" y="1016675"/>
                  </a:lnTo>
                  <a:lnTo>
                    <a:pt x="5527445" y="1016683"/>
                  </a:lnTo>
                  <a:lnTo>
                    <a:pt x="6522385" y="1016683"/>
                  </a:lnTo>
                  <a:lnTo>
                    <a:pt x="6523468" y="1016731"/>
                  </a:lnTo>
                  <a:lnTo>
                    <a:pt x="6530621" y="1017076"/>
                  </a:lnTo>
                  <a:lnTo>
                    <a:pt x="6548769" y="1018030"/>
                  </a:lnTo>
                  <a:lnTo>
                    <a:pt x="6581512" y="1019911"/>
                  </a:lnTo>
                  <a:lnTo>
                    <a:pt x="6630916" y="1023020"/>
                  </a:lnTo>
                  <a:lnTo>
                    <a:pt x="6697361" y="1027619"/>
                  </a:lnTo>
                  <a:lnTo>
                    <a:pt x="6779586" y="1033906"/>
                  </a:lnTo>
                  <a:lnTo>
                    <a:pt x="6874956" y="1042001"/>
                  </a:lnTo>
                  <a:lnTo>
                    <a:pt x="6979941" y="1051955"/>
                  </a:lnTo>
                  <a:lnTo>
                    <a:pt x="7090665" y="1063764"/>
                  </a:lnTo>
                  <a:lnTo>
                    <a:pt x="7203407" y="1077393"/>
                  </a:lnTo>
                  <a:lnTo>
                    <a:pt x="7314972" y="1092807"/>
                  </a:lnTo>
                  <a:lnTo>
                    <a:pt x="7422886" y="1109991"/>
                  </a:lnTo>
                  <a:lnTo>
                    <a:pt x="7525435" y="1128969"/>
                  </a:lnTo>
                  <a:lnTo>
                    <a:pt x="7621608" y="1149817"/>
                  </a:lnTo>
                  <a:lnTo>
                    <a:pt x="7710976" y="1172663"/>
                  </a:lnTo>
                  <a:lnTo>
                    <a:pt x="7793553" y="1197695"/>
                  </a:lnTo>
                  <a:lnTo>
                    <a:pt x="7869673" y="1225154"/>
                  </a:lnTo>
                  <a:lnTo>
                    <a:pt x="7939875" y="1255327"/>
                  </a:lnTo>
                  <a:lnTo>
                    <a:pt x="8004829" y="1288541"/>
                  </a:lnTo>
                  <a:lnTo>
                    <a:pt x="8065262" y="1325144"/>
                  </a:lnTo>
                  <a:lnTo>
                    <a:pt x="8121917" y="1365473"/>
                  </a:lnTo>
                  <a:lnTo>
                    <a:pt x="8175514" y="1409810"/>
                  </a:lnTo>
                  <a:lnTo>
                    <a:pt x="8226709" y="1458310"/>
                  </a:lnTo>
                  <a:lnTo>
                    <a:pt x="8229629" y="1461263"/>
                  </a:lnTo>
                  <a:lnTo>
                    <a:pt x="8274834" y="1509578"/>
                  </a:lnTo>
                  <a:lnTo>
                    <a:pt x="8318897" y="1561453"/>
                  </a:lnTo>
                  <a:lnTo>
                    <a:pt x="8362129" y="1616960"/>
                  </a:lnTo>
                  <a:lnTo>
                    <a:pt x="8404784" y="1676114"/>
                  </a:lnTo>
                  <a:lnTo>
                    <a:pt x="8447060" y="1738864"/>
                  </a:lnTo>
                  <a:lnTo>
                    <a:pt x="8489114" y="1805086"/>
                  </a:lnTo>
                  <a:lnTo>
                    <a:pt x="8531062" y="1874584"/>
                  </a:lnTo>
                  <a:lnTo>
                    <a:pt x="8572988" y="1947085"/>
                  </a:lnTo>
                  <a:lnTo>
                    <a:pt x="8614944" y="2022240"/>
                  </a:lnTo>
                  <a:lnTo>
                    <a:pt x="8656957" y="2099633"/>
                  </a:lnTo>
                  <a:lnTo>
                    <a:pt x="8699034" y="2178784"/>
                  </a:lnTo>
                  <a:lnTo>
                    <a:pt x="8741165" y="2259161"/>
                  </a:lnTo>
                  <a:lnTo>
                    <a:pt x="8783327" y="2340199"/>
                  </a:lnTo>
                  <a:lnTo>
                    <a:pt x="8825492" y="2421311"/>
                  </a:lnTo>
                  <a:lnTo>
                    <a:pt x="8867633" y="2501909"/>
                  </a:lnTo>
                  <a:lnTo>
                    <a:pt x="8909725" y="2581420"/>
                  </a:lnTo>
                  <a:lnTo>
                    <a:pt x="8951755" y="2659303"/>
                  </a:lnTo>
                  <a:lnTo>
                    <a:pt x="8993723" y="2735065"/>
                  </a:lnTo>
                  <a:lnTo>
                    <a:pt x="9035653" y="2808270"/>
                  </a:lnTo>
                  <a:lnTo>
                    <a:pt x="9077589" y="2878553"/>
                  </a:lnTo>
                  <a:lnTo>
                    <a:pt x="9119606" y="2945622"/>
                  </a:lnTo>
                  <a:lnTo>
                    <a:pt x="9161814" y="3009261"/>
                  </a:lnTo>
                  <a:lnTo>
                    <a:pt x="9204356" y="3069328"/>
                  </a:lnTo>
                  <a:lnTo>
                    <a:pt x="9247421" y="3125756"/>
                  </a:lnTo>
                  <a:lnTo>
                    <a:pt x="9291248" y="3178541"/>
                  </a:lnTo>
                  <a:lnTo>
                    <a:pt x="9336132" y="3227743"/>
                  </a:lnTo>
                  <a:lnTo>
                    <a:pt x="9347647" y="3239585"/>
                  </a:lnTo>
                  <a:lnTo>
                    <a:pt x="9398720" y="3288327"/>
                  </a:lnTo>
                  <a:lnTo>
                    <a:pt x="9452160" y="3332904"/>
                  </a:lnTo>
                  <a:lnTo>
                    <a:pt x="9508618" y="3373460"/>
                  </a:lnTo>
                  <a:lnTo>
                    <a:pt x="9568811" y="3410271"/>
                  </a:lnTo>
                  <a:lnTo>
                    <a:pt x="9633480" y="3443673"/>
                  </a:lnTo>
                  <a:lnTo>
                    <a:pt x="9703358" y="3474014"/>
                  </a:lnTo>
                  <a:lnTo>
                    <a:pt x="9779117" y="3501622"/>
                  </a:lnTo>
                  <a:lnTo>
                    <a:pt x="9861306" y="3526788"/>
                  </a:lnTo>
                  <a:lnTo>
                    <a:pt x="9950274" y="3549757"/>
                  </a:lnTo>
                  <a:lnTo>
                    <a:pt x="10046058" y="3570716"/>
                  </a:lnTo>
                  <a:lnTo>
                    <a:pt x="10148257" y="3589801"/>
                  </a:lnTo>
                  <a:lnTo>
                    <a:pt x="10255898" y="3607088"/>
                  </a:lnTo>
                  <a:lnTo>
                    <a:pt x="10367311" y="3622605"/>
                  </a:lnTo>
                  <a:lnTo>
                    <a:pt x="10480066" y="3636339"/>
                  </a:lnTo>
                  <a:lnTo>
                    <a:pt x="10591006" y="3648255"/>
                  </a:lnTo>
                  <a:lnTo>
                    <a:pt x="10696432" y="3658318"/>
                  </a:lnTo>
                  <a:lnTo>
                    <a:pt x="10792465" y="3666521"/>
                  </a:lnTo>
                  <a:lnTo>
                    <a:pt x="10875539" y="3672910"/>
                  </a:lnTo>
                  <a:lnTo>
                    <a:pt x="10942953" y="3677603"/>
                  </a:lnTo>
                  <a:lnTo>
                    <a:pt x="10993355" y="3680793"/>
                  </a:lnTo>
                  <a:lnTo>
                    <a:pt x="11027028" y="3682737"/>
                  </a:lnTo>
                  <a:lnTo>
                    <a:pt x="11045942" y="3683736"/>
                  </a:lnTo>
                  <a:lnTo>
                    <a:pt x="11053612" y="3684108"/>
                  </a:lnTo>
                  <a:lnTo>
                    <a:pt x="11054891" y="3684165"/>
                  </a:lnTo>
                  <a:lnTo>
                    <a:pt x="11054891" y="3684165"/>
                  </a:lnTo>
                  <a:lnTo>
                    <a:pt x="12049831" y="3684165"/>
                  </a:lnTo>
                  <a:lnTo>
                    <a:pt x="12049831" y="36841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" name="pl40"/>
            <p:cNvSpPr/>
            <p:nvPr/>
          </p:nvSpPr>
          <p:spPr>
            <a:xfrm>
              <a:off x="1199187" y="2195661"/>
              <a:ext cx="12049831" cy="3684165"/>
            </a:xfrm>
            <a:custGeom>
              <a:avLst/>
              <a:pathLst>
                <a:path w="12049831" h="3684165">
                  <a:moveTo>
                    <a:pt x="12049831" y="3684165"/>
                  </a:moveTo>
                  <a:lnTo>
                    <a:pt x="11054891" y="3684165"/>
                  </a:lnTo>
                  <a:lnTo>
                    <a:pt x="11053808" y="3684117"/>
                  </a:lnTo>
                  <a:lnTo>
                    <a:pt x="11046656" y="3683771"/>
                  </a:lnTo>
                  <a:lnTo>
                    <a:pt x="11028507" y="3682818"/>
                  </a:lnTo>
                  <a:lnTo>
                    <a:pt x="10995764" y="3680937"/>
                  </a:lnTo>
                  <a:lnTo>
                    <a:pt x="10946361" y="3677828"/>
                  </a:lnTo>
                  <a:lnTo>
                    <a:pt x="10879915" y="3673228"/>
                  </a:lnTo>
                  <a:lnTo>
                    <a:pt x="10797691" y="3666942"/>
                  </a:lnTo>
                  <a:lnTo>
                    <a:pt x="10702321" y="3658847"/>
                  </a:lnTo>
                  <a:lnTo>
                    <a:pt x="10597335" y="3648893"/>
                  </a:lnTo>
                  <a:lnTo>
                    <a:pt x="10486612" y="3637084"/>
                  </a:lnTo>
                  <a:lnTo>
                    <a:pt x="10373870" y="3623455"/>
                  </a:lnTo>
                  <a:lnTo>
                    <a:pt x="10262304" y="3608041"/>
                  </a:lnTo>
                  <a:lnTo>
                    <a:pt x="10154391" y="3590857"/>
                  </a:lnTo>
                  <a:lnTo>
                    <a:pt x="10051842" y="3571878"/>
                  </a:lnTo>
                  <a:lnTo>
                    <a:pt x="9955668" y="3551031"/>
                  </a:lnTo>
                  <a:lnTo>
                    <a:pt x="9866301" y="3528184"/>
                  </a:lnTo>
                  <a:lnTo>
                    <a:pt x="9783723" y="3503152"/>
                  </a:lnTo>
                  <a:lnTo>
                    <a:pt x="9707604" y="3475694"/>
                  </a:lnTo>
                  <a:lnTo>
                    <a:pt x="9637401" y="3445521"/>
                  </a:lnTo>
                  <a:lnTo>
                    <a:pt x="9572448" y="3412307"/>
                  </a:lnTo>
                  <a:lnTo>
                    <a:pt x="9512015" y="3375704"/>
                  </a:lnTo>
                  <a:lnTo>
                    <a:pt x="9455359" y="3335375"/>
                  </a:lnTo>
                  <a:lnTo>
                    <a:pt x="9401762" y="3291037"/>
                  </a:lnTo>
                  <a:lnTo>
                    <a:pt x="9350568" y="3242538"/>
                  </a:lnTo>
                  <a:lnTo>
                    <a:pt x="9347647" y="3239585"/>
                  </a:lnTo>
                  <a:lnTo>
                    <a:pt x="9302443" y="3191270"/>
                  </a:lnTo>
                  <a:lnTo>
                    <a:pt x="9258380" y="3139395"/>
                  </a:lnTo>
                  <a:lnTo>
                    <a:pt x="9215147" y="3083887"/>
                  </a:lnTo>
                  <a:lnTo>
                    <a:pt x="9172493" y="3024733"/>
                  </a:lnTo>
                  <a:lnTo>
                    <a:pt x="9130216" y="2961984"/>
                  </a:lnTo>
                  <a:lnTo>
                    <a:pt x="9088162" y="2895762"/>
                  </a:lnTo>
                  <a:lnTo>
                    <a:pt x="9046214" y="2826264"/>
                  </a:lnTo>
                  <a:lnTo>
                    <a:pt x="9004288" y="2753763"/>
                  </a:lnTo>
                  <a:lnTo>
                    <a:pt x="8962333" y="2678607"/>
                  </a:lnTo>
                  <a:lnTo>
                    <a:pt x="8920319" y="2601214"/>
                  </a:lnTo>
                  <a:lnTo>
                    <a:pt x="8878242" y="2522064"/>
                  </a:lnTo>
                  <a:lnTo>
                    <a:pt x="8836112" y="2441687"/>
                  </a:lnTo>
                  <a:lnTo>
                    <a:pt x="8793950" y="2360649"/>
                  </a:lnTo>
                  <a:lnTo>
                    <a:pt x="8751784" y="2279537"/>
                  </a:lnTo>
                  <a:lnTo>
                    <a:pt x="8709643" y="2198938"/>
                  </a:lnTo>
                  <a:lnTo>
                    <a:pt x="8667551" y="2119427"/>
                  </a:lnTo>
                  <a:lnTo>
                    <a:pt x="8625522" y="2041544"/>
                  </a:lnTo>
                  <a:lnTo>
                    <a:pt x="8583553" y="1965783"/>
                  </a:lnTo>
                  <a:lnTo>
                    <a:pt x="8541624" y="1892578"/>
                  </a:lnTo>
                  <a:lnTo>
                    <a:pt x="8499688" y="1822294"/>
                  </a:lnTo>
                  <a:lnTo>
                    <a:pt x="8457670" y="1755226"/>
                  </a:lnTo>
                  <a:lnTo>
                    <a:pt x="8415463" y="1691587"/>
                  </a:lnTo>
                  <a:lnTo>
                    <a:pt x="8372921" y="1631520"/>
                  </a:lnTo>
                  <a:lnTo>
                    <a:pt x="8329855" y="1575092"/>
                  </a:lnTo>
                  <a:lnTo>
                    <a:pt x="8286028" y="1522307"/>
                  </a:lnTo>
                  <a:lnTo>
                    <a:pt x="8241145" y="1473105"/>
                  </a:lnTo>
                  <a:lnTo>
                    <a:pt x="8229629" y="1461263"/>
                  </a:lnTo>
                  <a:lnTo>
                    <a:pt x="8178556" y="1412521"/>
                  </a:lnTo>
                  <a:lnTo>
                    <a:pt x="8125117" y="1367944"/>
                  </a:lnTo>
                  <a:lnTo>
                    <a:pt x="8068658" y="1327388"/>
                  </a:lnTo>
                  <a:lnTo>
                    <a:pt x="8008466" y="1290577"/>
                  </a:lnTo>
                  <a:lnTo>
                    <a:pt x="7943796" y="1257175"/>
                  </a:lnTo>
                  <a:lnTo>
                    <a:pt x="7873918" y="1226834"/>
                  </a:lnTo>
                  <a:lnTo>
                    <a:pt x="7798160" y="1199226"/>
                  </a:lnTo>
                  <a:lnTo>
                    <a:pt x="7715970" y="1174059"/>
                  </a:lnTo>
                  <a:lnTo>
                    <a:pt x="7627002" y="1151091"/>
                  </a:lnTo>
                  <a:lnTo>
                    <a:pt x="7531219" y="1130131"/>
                  </a:lnTo>
                  <a:lnTo>
                    <a:pt x="7429019" y="1111047"/>
                  </a:lnTo>
                  <a:lnTo>
                    <a:pt x="7321379" y="1093759"/>
                  </a:lnTo>
                  <a:lnTo>
                    <a:pt x="7209965" y="1078242"/>
                  </a:lnTo>
                  <a:lnTo>
                    <a:pt x="7097210" y="1064508"/>
                  </a:lnTo>
                  <a:lnTo>
                    <a:pt x="6986271" y="1052593"/>
                  </a:lnTo>
                  <a:lnTo>
                    <a:pt x="6880844" y="1042530"/>
                  </a:lnTo>
                  <a:lnTo>
                    <a:pt x="6784811" y="1034327"/>
                  </a:lnTo>
                  <a:lnTo>
                    <a:pt x="6701738" y="1027938"/>
                  </a:lnTo>
                  <a:lnTo>
                    <a:pt x="6634323" y="1023245"/>
                  </a:lnTo>
                  <a:lnTo>
                    <a:pt x="6583921" y="1020055"/>
                  </a:lnTo>
                  <a:lnTo>
                    <a:pt x="6550249" y="1018111"/>
                  </a:lnTo>
                  <a:lnTo>
                    <a:pt x="6531335" y="1017112"/>
                  </a:lnTo>
                  <a:lnTo>
                    <a:pt x="6523665" y="1016740"/>
                  </a:lnTo>
                  <a:lnTo>
                    <a:pt x="6522386" y="1016683"/>
                  </a:lnTo>
                  <a:lnTo>
                    <a:pt x="6522385" y="1016683"/>
                  </a:lnTo>
                  <a:lnTo>
                    <a:pt x="5527445" y="1016683"/>
                  </a:lnTo>
                  <a:lnTo>
                    <a:pt x="5526317" y="1016663"/>
                  </a:lnTo>
                  <a:lnTo>
                    <a:pt x="5518870" y="1016526"/>
                  </a:lnTo>
                  <a:lnTo>
                    <a:pt x="5499996" y="1016147"/>
                  </a:lnTo>
                  <a:lnTo>
                    <a:pt x="5465995" y="1015399"/>
                  </a:lnTo>
                  <a:lnTo>
                    <a:pt x="5414798" y="1014163"/>
                  </a:lnTo>
                  <a:lnTo>
                    <a:pt x="5346118" y="1012338"/>
                  </a:lnTo>
                  <a:lnTo>
                    <a:pt x="5261396" y="1009846"/>
                  </a:lnTo>
                  <a:lnTo>
                    <a:pt x="5163483" y="1006642"/>
                  </a:lnTo>
                  <a:lnTo>
                    <a:pt x="5056125" y="1002708"/>
                  </a:lnTo>
                  <a:lnTo>
                    <a:pt x="4943367" y="998050"/>
                  </a:lnTo>
                  <a:lnTo>
                    <a:pt x="4829033" y="992679"/>
                  </a:lnTo>
                  <a:lnTo>
                    <a:pt x="4716352" y="986612"/>
                  </a:lnTo>
                  <a:lnTo>
                    <a:pt x="4607775" y="979849"/>
                  </a:lnTo>
                  <a:lnTo>
                    <a:pt x="4504954" y="972380"/>
                  </a:lnTo>
                  <a:lnTo>
                    <a:pt x="4408817" y="964170"/>
                  </a:lnTo>
                  <a:lnTo>
                    <a:pt x="4319707" y="955163"/>
                  </a:lnTo>
                  <a:lnTo>
                    <a:pt x="4237527" y="945280"/>
                  </a:lnTo>
                  <a:lnTo>
                    <a:pt x="4161870" y="934420"/>
                  </a:lnTo>
                  <a:lnTo>
                    <a:pt x="4092132" y="922465"/>
                  </a:lnTo>
                  <a:lnTo>
                    <a:pt x="4027596" y="909282"/>
                  </a:lnTo>
                  <a:lnTo>
                    <a:pt x="3967493" y="894734"/>
                  </a:lnTo>
                  <a:lnTo>
                    <a:pt x="3911052" y="878688"/>
                  </a:lnTo>
                  <a:lnTo>
                    <a:pt x="3857539" y="861047"/>
                  </a:lnTo>
                  <a:lnTo>
                    <a:pt x="3820202" y="847235"/>
                  </a:lnTo>
                  <a:lnTo>
                    <a:pt x="3763111" y="823666"/>
                  </a:lnTo>
                  <a:lnTo>
                    <a:pt x="3707716" y="797902"/>
                  </a:lnTo>
                  <a:lnTo>
                    <a:pt x="3653431" y="769907"/>
                  </a:lnTo>
                  <a:lnTo>
                    <a:pt x="3599815" y="739703"/>
                  </a:lnTo>
                  <a:lnTo>
                    <a:pt x="3546545" y="707381"/>
                  </a:lnTo>
                  <a:lnTo>
                    <a:pt x="3493396" y="673108"/>
                  </a:lnTo>
                  <a:lnTo>
                    <a:pt x="3440229" y="637121"/>
                  </a:lnTo>
                  <a:lnTo>
                    <a:pt x="3386975" y="599731"/>
                  </a:lnTo>
                  <a:lnTo>
                    <a:pt x="3333620" y="561311"/>
                  </a:lnTo>
                  <a:lnTo>
                    <a:pt x="3280194" y="522279"/>
                  </a:lnTo>
                  <a:lnTo>
                    <a:pt x="3226746" y="483086"/>
                  </a:lnTo>
                  <a:lnTo>
                    <a:pt x="3173336" y="444186"/>
                  </a:lnTo>
                  <a:lnTo>
                    <a:pt x="3120009" y="406022"/>
                  </a:lnTo>
                  <a:lnTo>
                    <a:pt x="3066784" y="369002"/>
                  </a:lnTo>
                  <a:lnTo>
                    <a:pt x="3013632" y="333481"/>
                  </a:lnTo>
                  <a:lnTo>
                    <a:pt x="2960466" y="299750"/>
                  </a:lnTo>
                  <a:lnTo>
                    <a:pt x="2907122" y="268027"/>
                  </a:lnTo>
                  <a:lnTo>
                    <a:pt x="2853351" y="238455"/>
                  </a:lnTo>
                  <a:lnTo>
                    <a:pt x="2798797" y="211105"/>
                  </a:lnTo>
                  <a:lnTo>
                    <a:pt x="2742979" y="185982"/>
                  </a:lnTo>
                  <a:lnTo>
                    <a:pt x="2702183" y="169447"/>
                  </a:lnTo>
                  <a:lnTo>
                    <a:pt x="2650378" y="150619"/>
                  </a:lnTo>
                  <a:lnTo>
                    <a:pt x="2596129" y="133424"/>
                  </a:lnTo>
                  <a:lnTo>
                    <a:pt x="2538756" y="117802"/>
                  </a:lnTo>
                  <a:lnTo>
                    <a:pt x="2477511" y="103643"/>
                  </a:lnTo>
                  <a:lnTo>
                    <a:pt x="2411620" y="90812"/>
                  </a:lnTo>
                  <a:lnTo>
                    <a:pt x="2340322" y="79171"/>
                  </a:lnTo>
                  <a:lnTo>
                    <a:pt x="2262923" y="68591"/>
                  </a:lnTo>
                  <a:lnTo>
                    <a:pt x="2178866" y="58958"/>
                  </a:lnTo>
                  <a:lnTo>
                    <a:pt x="2087817" y="50177"/>
                  </a:lnTo>
                  <a:lnTo>
                    <a:pt x="1989785" y="42175"/>
                  </a:lnTo>
                  <a:lnTo>
                    <a:pt x="1885260" y="34903"/>
                  </a:lnTo>
                  <a:lnTo>
                    <a:pt x="1775356" y="28332"/>
                  </a:lnTo>
                  <a:lnTo>
                    <a:pt x="1661941" y="22455"/>
                  </a:lnTo>
                  <a:lnTo>
                    <a:pt x="1547689" y="17279"/>
                  </a:lnTo>
                  <a:lnTo>
                    <a:pt x="1436017" y="12819"/>
                  </a:lnTo>
                  <a:lnTo>
                    <a:pt x="1330856" y="9087"/>
                  </a:lnTo>
                  <a:lnTo>
                    <a:pt x="1236225" y="6081"/>
                  </a:lnTo>
                  <a:lnTo>
                    <a:pt x="1155684" y="3778"/>
                  </a:lnTo>
                  <a:lnTo>
                    <a:pt x="1091739" y="2124"/>
                  </a:lnTo>
                  <a:lnTo>
                    <a:pt x="1045378" y="1034"/>
                  </a:lnTo>
                  <a:lnTo>
                    <a:pt x="1015818" y="400"/>
                  </a:lnTo>
                  <a:lnTo>
                    <a:pt x="1000519" y="100"/>
                  </a:lnTo>
                  <a:lnTo>
                    <a:pt x="995376" y="7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" name="pg41"/>
            <p:cNvSpPr/>
            <p:nvPr/>
          </p:nvSpPr>
          <p:spPr>
            <a:xfrm>
              <a:off x="1199187" y="2206142"/>
              <a:ext cx="12049831" cy="3982881"/>
            </a:xfrm>
            <a:custGeom>
              <a:avLst/>
              <a:pathLst>
                <a:path w="12049831" h="3982881">
                  <a:moveTo>
                    <a:pt x="0" y="5240"/>
                  </a:moveTo>
                  <a:lnTo>
                    <a:pt x="994940" y="5240"/>
                  </a:lnTo>
                  <a:lnTo>
                    <a:pt x="996068" y="5260"/>
                  </a:lnTo>
                  <a:lnTo>
                    <a:pt x="1003513" y="5399"/>
                  </a:lnTo>
                  <a:lnTo>
                    <a:pt x="1022383" y="5784"/>
                  </a:lnTo>
                  <a:lnTo>
                    <a:pt x="1056377" y="6543"/>
                  </a:lnTo>
                  <a:lnTo>
                    <a:pt x="1107564" y="7798"/>
                  </a:lnTo>
                  <a:lnTo>
                    <a:pt x="1176232" y="9651"/>
                  </a:lnTo>
                  <a:lnTo>
                    <a:pt x="1260940" y="12181"/>
                  </a:lnTo>
                  <a:lnTo>
                    <a:pt x="1358839" y="15434"/>
                  </a:lnTo>
                  <a:lnTo>
                    <a:pt x="1466184" y="19427"/>
                  </a:lnTo>
                  <a:lnTo>
                    <a:pt x="1578931" y="24157"/>
                  </a:lnTo>
                  <a:lnTo>
                    <a:pt x="1693256" y="29610"/>
                  </a:lnTo>
                  <a:lnTo>
                    <a:pt x="1805932" y="35770"/>
                  </a:lnTo>
                  <a:lnTo>
                    <a:pt x="1914505" y="42636"/>
                  </a:lnTo>
                  <a:lnTo>
                    <a:pt x="2017325" y="50219"/>
                  </a:lnTo>
                  <a:lnTo>
                    <a:pt x="2113463" y="58555"/>
                  </a:lnTo>
                  <a:lnTo>
                    <a:pt x="2202574" y="67700"/>
                  </a:lnTo>
                  <a:lnTo>
                    <a:pt x="2284756" y="77734"/>
                  </a:lnTo>
                  <a:lnTo>
                    <a:pt x="2360416" y="88759"/>
                  </a:lnTo>
                  <a:lnTo>
                    <a:pt x="2430157" y="100896"/>
                  </a:lnTo>
                  <a:lnTo>
                    <a:pt x="2494695" y="114280"/>
                  </a:lnTo>
                  <a:lnTo>
                    <a:pt x="2554799" y="129050"/>
                  </a:lnTo>
                  <a:lnTo>
                    <a:pt x="2611241" y="145340"/>
                  </a:lnTo>
                  <a:lnTo>
                    <a:pt x="2664754" y="163250"/>
                  </a:lnTo>
                  <a:lnTo>
                    <a:pt x="2702183" y="177308"/>
                  </a:lnTo>
                  <a:lnTo>
                    <a:pt x="2759157" y="201190"/>
                  </a:lnTo>
                  <a:lnTo>
                    <a:pt x="2814441" y="227290"/>
                  </a:lnTo>
                  <a:lnTo>
                    <a:pt x="2868617" y="255647"/>
                  </a:lnTo>
                  <a:lnTo>
                    <a:pt x="2922125" y="286238"/>
                  </a:lnTo>
                  <a:lnTo>
                    <a:pt x="2975286" y="318972"/>
                  </a:lnTo>
                  <a:lnTo>
                    <a:pt x="3028325" y="353682"/>
                  </a:lnTo>
                  <a:lnTo>
                    <a:pt x="3081380" y="390127"/>
                  </a:lnTo>
                  <a:lnTo>
                    <a:pt x="3134522" y="427997"/>
                  </a:lnTo>
                  <a:lnTo>
                    <a:pt x="3187764" y="466915"/>
                  </a:lnTo>
                  <a:lnTo>
                    <a:pt x="3241078" y="506460"/>
                  </a:lnTo>
                  <a:lnTo>
                    <a:pt x="3294414" y="546178"/>
                  </a:lnTo>
                  <a:lnTo>
                    <a:pt x="3347715" y="585610"/>
                  </a:lnTo>
                  <a:lnTo>
                    <a:pt x="3400933" y="624308"/>
                  </a:lnTo>
                  <a:lnTo>
                    <a:pt x="3454050" y="661860"/>
                  </a:lnTo>
                  <a:lnTo>
                    <a:pt x="3507093" y="697905"/>
                  </a:lnTo>
                  <a:lnTo>
                    <a:pt x="3560146" y="732149"/>
                  </a:lnTo>
                  <a:lnTo>
                    <a:pt x="3613368" y="764368"/>
                  </a:lnTo>
                  <a:lnTo>
                    <a:pt x="3667006" y="794416"/>
                  </a:lnTo>
                  <a:lnTo>
                    <a:pt x="3721408" y="822218"/>
                  </a:lnTo>
                  <a:lnTo>
                    <a:pt x="3777047" y="847768"/>
                  </a:lnTo>
                  <a:lnTo>
                    <a:pt x="3820202" y="865578"/>
                  </a:lnTo>
                  <a:lnTo>
                    <a:pt x="3872003" y="884695"/>
                  </a:lnTo>
                  <a:lnTo>
                    <a:pt x="3926248" y="902155"/>
                  </a:lnTo>
                  <a:lnTo>
                    <a:pt x="3983615" y="918017"/>
                  </a:lnTo>
                  <a:lnTo>
                    <a:pt x="4044854" y="932395"/>
                  </a:lnTo>
                  <a:lnTo>
                    <a:pt x="4110739" y="945424"/>
                  </a:lnTo>
                  <a:lnTo>
                    <a:pt x="4182030" y="957244"/>
                  </a:lnTo>
                  <a:lnTo>
                    <a:pt x="4259419" y="967987"/>
                  </a:lnTo>
                  <a:lnTo>
                    <a:pt x="4343465" y="977769"/>
                  </a:lnTo>
                  <a:lnTo>
                    <a:pt x="4434503" y="986686"/>
                  </a:lnTo>
                  <a:lnTo>
                    <a:pt x="4532523" y="994811"/>
                  </a:lnTo>
                  <a:lnTo>
                    <a:pt x="4637036" y="1002196"/>
                  </a:lnTo>
                  <a:lnTo>
                    <a:pt x="4746927" y="1008868"/>
                  </a:lnTo>
                  <a:lnTo>
                    <a:pt x="4860331" y="1014837"/>
                  </a:lnTo>
                  <a:lnTo>
                    <a:pt x="4974576" y="1020093"/>
                  </a:lnTo>
                  <a:lnTo>
                    <a:pt x="5086243" y="1024623"/>
                  </a:lnTo>
                  <a:lnTo>
                    <a:pt x="5191407" y="1028413"/>
                  </a:lnTo>
                  <a:lnTo>
                    <a:pt x="5286046" y="1031466"/>
                  </a:lnTo>
                  <a:lnTo>
                    <a:pt x="5366602" y="1033805"/>
                  </a:lnTo>
                  <a:lnTo>
                    <a:pt x="5430566" y="1035486"/>
                  </a:lnTo>
                  <a:lnTo>
                    <a:pt x="5476950" y="1036594"/>
                  </a:lnTo>
                  <a:lnTo>
                    <a:pt x="5506533" y="1037238"/>
                  </a:lnTo>
                  <a:lnTo>
                    <a:pt x="5521850" y="1037543"/>
                  </a:lnTo>
                  <a:lnTo>
                    <a:pt x="5527006" y="1037638"/>
                  </a:lnTo>
                  <a:lnTo>
                    <a:pt x="5527445" y="1037645"/>
                  </a:lnTo>
                  <a:lnTo>
                    <a:pt x="6522385" y="1037645"/>
                  </a:lnTo>
                  <a:lnTo>
                    <a:pt x="6523457" y="1037698"/>
                  </a:lnTo>
                  <a:lnTo>
                    <a:pt x="6530539" y="1038075"/>
                  </a:lnTo>
                  <a:lnTo>
                    <a:pt x="6548512" y="1039118"/>
                  </a:lnTo>
                  <a:lnTo>
                    <a:pt x="6580950" y="1041172"/>
                  </a:lnTo>
                  <a:lnTo>
                    <a:pt x="6629918" y="1044570"/>
                  </a:lnTo>
                  <a:lnTo>
                    <a:pt x="6695820" y="1049597"/>
                  </a:lnTo>
                  <a:lnTo>
                    <a:pt x="6777433" y="1056471"/>
                  </a:lnTo>
                  <a:lnTo>
                    <a:pt x="6872178" y="1065326"/>
                  </a:lnTo>
                  <a:lnTo>
                    <a:pt x="6976576" y="1076219"/>
                  </a:lnTo>
                  <a:lnTo>
                    <a:pt x="7086792" y="1089146"/>
                  </a:lnTo>
                  <a:lnTo>
                    <a:pt x="7199133" y="1104070"/>
                  </a:lnTo>
                  <a:lnTo>
                    <a:pt x="7310414" y="1120953"/>
                  </a:lnTo>
                  <a:lnTo>
                    <a:pt x="7418153" y="1139777"/>
                  </a:lnTo>
                  <a:lnTo>
                    <a:pt x="7520625" y="1160566"/>
                  </a:lnTo>
                  <a:lnTo>
                    <a:pt x="7616799" y="1183399"/>
                  </a:lnTo>
                  <a:lnTo>
                    <a:pt x="7706224" y="1208415"/>
                  </a:lnTo>
                  <a:lnTo>
                    <a:pt x="7788895" y="1235815"/>
                  </a:lnTo>
                  <a:lnTo>
                    <a:pt x="7865126" y="1265858"/>
                  </a:lnTo>
                  <a:lnTo>
                    <a:pt x="7935444" y="1298857"/>
                  </a:lnTo>
                  <a:lnTo>
                    <a:pt x="8000503" y="1335166"/>
                  </a:lnTo>
                  <a:lnTo>
                    <a:pt x="8061021" y="1375165"/>
                  </a:lnTo>
                  <a:lnTo>
                    <a:pt x="8117735" y="1419224"/>
                  </a:lnTo>
                  <a:lnTo>
                    <a:pt x="8171359" y="1467658"/>
                  </a:lnTo>
                  <a:lnTo>
                    <a:pt x="8222549" y="1520651"/>
                  </a:lnTo>
                  <a:lnTo>
                    <a:pt x="8229629" y="1528518"/>
                  </a:lnTo>
                  <a:lnTo>
                    <a:pt x="8273237" y="1579886"/>
                  </a:lnTo>
                  <a:lnTo>
                    <a:pt x="8315772" y="1634905"/>
                  </a:lnTo>
                  <a:lnTo>
                    <a:pt x="8357517" y="1693650"/>
                  </a:lnTo>
                  <a:lnTo>
                    <a:pt x="8398702" y="1756140"/>
                  </a:lnTo>
                  <a:lnTo>
                    <a:pt x="8439512" y="1822333"/>
                  </a:lnTo>
                  <a:lnTo>
                    <a:pt x="8480092" y="1892119"/>
                  </a:lnTo>
                  <a:lnTo>
                    <a:pt x="8520553" y="1965318"/>
                  </a:lnTo>
                  <a:lnTo>
                    <a:pt x="8560977" y="2041677"/>
                  </a:lnTo>
                  <a:lnTo>
                    <a:pt x="8601418" y="2120872"/>
                  </a:lnTo>
                  <a:lnTo>
                    <a:pt x="8641906" y="2202510"/>
                  </a:lnTo>
                  <a:lnTo>
                    <a:pt x="8682454" y="2286134"/>
                  </a:lnTo>
                  <a:lnTo>
                    <a:pt x="8723057" y="2371238"/>
                  </a:lnTo>
                  <a:lnTo>
                    <a:pt x="8763699" y="2457274"/>
                  </a:lnTo>
                  <a:lnTo>
                    <a:pt x="8804356" y="2543667"/>
                  </a:lnTo>
                  <a:lnTo>
                    <a:pt x="8845004" y="2629835"/>
                  </a:lnTo>
                  <a:lnTo>
                    <a:pt x="8885617" y="2715199"/>
                  </a:lnTo>
                  <a:lnTo>
                    <a:pt x="8926178" y="2799206"/>
                  </a:lnTo>
                  <a:lnTo>
                    <a:pt x="8966680" y="2881336"/>
                  </a:lnTo>
                  <a:lnTo>
                    <a:pt x="9007129" y="2961121"/>
                  </a:lnTo>
                  <a:lnTo>
                    <a:pt x="9047553" y="3038155"/>
                  </a:lnTo>
                  <a:lnTo>
                    <a:pt x="9088000" y="3112096"/>
                  </a:lnTo>
                  <a:lnTo>
                    <a:pt x="9128545" y="3182674"/>
                  </a:lnTo>
                  <a:lnTo>
                    <a:pt x="9169291" y="3249694"/>
                  </a:lnTo>
                  <a:lnTo>
                    <a:pt x="9210376" y="3313030"/>
                  </a:lnTo>
                  <a:lnTo>
                    <a:pt x="9251975" y="3372625"/>
                  </a:lnTo>
                  <a:lnTo>
                    <a:pt x="9294308" y="3428484"/>
                  </a:lnTo>
                  <a:lnTo>
                    <a:pt x="9337645" y="3480672"/>
                  </a:lnTo>
                  <a:lnTo>
                    <a:pt x="9347647" y="3492009"/>
                  </a:lnTo>
                  <a:lnTo>
                    <a:pt x="9398540" y="3545648"/>
                  </a:lnTo>
                  <a:lnTo>
                    <a:pt x="9451782" y="3594721"/>
                  </a:lnTo>
                  <a:lnTo>
                    <a:pt x="9508016" y="3639382"/>
                  </a:lnTo>
                  <a:lnTo>
                    <a:pt x="9567952" y="3679933"/>
                  </a:lnTo>
                  <a:lnTo>
                    <a:pt x="9632323" y="3716742"/>
                  </a:lnTo>
                  <a:lnTo>
                    <a:pt x="9701855" y="3750187"/>
                  </a:lnTo>
                  <a:lnTo>
                    <a:pt x="9777214" y="3780628"/>
                  </a:lnTo>
                  <a:lnTo>
                    <a:pt x="9858949" y="3808385"/>
                  </a:lnTo>
                  <a:lnTo>
                    <a:pt x="9947410" y="3833724"/>
                  </a:lnTo>
                  <a:lnTo>
                    <a:pt x="10042644" y="3856857"/>
                  </a:lnTo>
                  <a:lnTo>
                    <a:pt x="10144273" y="3877929"/>
                  </a:lnTo>
                  <a:lnTo>
                    <a:pt x="10251355" y="3897028"/>
                  </a:lnTo>
                  <a:lnTo>
                    <a:pt x="10362267" y="3914185"/>
                  </a:lnTo>
                  <a:lnTo>
                    <a:pt x="10474636" y="3929389"/>
                  </a:lnTo>
                  <a:lnTo>
                    <a:pt x="10585369" y="3942602"/>
                  </a:lnTo>
                  <a:lnTo>
                    <a:pt x="10690825" y="3953783"/>
                  </a:lnTo>
                  <a:lnTo>
                    <a:pt x="10787161" y="3962925"/>
                  </a:lnTo>
                  <a:lnTo>
                    <a:pt x="10870816" y="3970073"/>
                  </a:lnTo>
                  <a:lnTo>
                    <a:pt x="10939050" y="3975350"/>
                  </a:lnTo>
                  <a:lnTo>
                    <a:pt x="10990429" y="3978962"/>
                  </a:lnTo>
                  <a:lnTo>
                    <a:pt x="11025118" y="3981188"/>
                  </a:lnTo>
                  <a:lnTo>
                    <a:pt x="11044954" y="3982352"/>
                  </a:lnTo>
                  <a:lnTo>
                    <a:pt x="11053308" y="3982802"/>
                  </a:lnTo>
                  <a:lnTo>
                    <a:pt x="11054891" y="3982881"/>
                  </a:lnTo>
                  <a:lnTo>
                    <a:pt x="12049831" y="3982881"/>
                  </a:lnTo>
                  <a:lnTo>
                    <a:pt x="12049831" y="3977641"/>
                  </a:lnTo>
                  <a:lnTo>
                    <a:pt x="11054891" y="3977641"/>
                  </a:lnTo>
                  <a:lnTo>
                    <a:pt x="11053819" y="3977588"/>
                  </a:lnTo>
                  <a:lnTo>
                    <a:pt x="11046738" y="3977210"/>
                  </a:lnTo>
                  <a:lnTo>
                    <a:pt x="11028765" y="3976168"/>
                  </a:lnTo>
                  <a:lnTo>
                    <a:pt x="10996326" y="3974114"/>
                  </a:lnTo>
                  <a:lnTo>
                    <a:pt x="10947359" y="3970716"/>
                  </a:lnTo>
                  <a:lnTo>
                    <a:pt x="10881457" y="3965689"/>
                  </a:lnTo>
                  <a:lnTo>
                    <a:pt x="10799843" y="3958815"/>
                  </a:lnTo>
                  <a:lnTo>
                    <a:pt x="10705098" y="3949960"/>
                  </a:lnTo>
                  <a:lnTo>
                    <a:pt x="10600700" y="3939067"/>
                  </a:lnTo>
                  <a:lnTo>
                    <a:pt x="10490484" y="3926140"/>
                  </a:lnTo>
                  <a:lnTo>
                    <a:pt x="10378143" y="3911216"/>
                  </a:lnTo>
                  <a:lnTo>
                    <a:pt x="10266863" y="3894333"/>
                  </a:lnTo>
                  <a:lnTo>
                    <a:pt x="10159124" y="3875509"/>
                  </a:lnTo>
                  <a:lnTo>
                    <a:pt x="10056652" y="3854720"/>
                  </a:lnTo>
                  <a:lnTo>
                    <a:pt x="9960478" y="3831887"/>
                  </a:lnTo>
                  <a:lnTo>
                    <a:pt x="9871053" y="3806871"/>
                  </a:lnTo>
                  <a:lnTo>
                    <a:pt x="9788382" y="3779471"/>
                  </a:lnTo>
                  <a:lnTo>
                    <a:pt x="9712150" y="3749428"/>
                  </a:lnTo>
                  <a:lnTo>
                    <a:pt x="9641833" y="3716429"/>
                  </a:lnTo>
                  <a:lnTo>
                    <a:pt x="9576774" y="3680120"/>
                  </a:lnTo>
                  <a:lnTo>
                    <a:pt x="9516256" y="3640121"/>
                  </a:lnTo>
                  <a:lnTo>
                    <a:pt x="9459541" y="3596062"/>
                  </a:lnTo>
                  <a:lnTo>
                    <a:pt x="9405918" y="3547628"/>
                  </a:lnTo>
                  <a:lnTo>
                    <a:pt x="9354728" y="3494635"/>
                  </a:lnTo>
                  <a:lnTo>
                    <a:pt x="9347647" y="3486768"/>
                  </a:lnTo>
                  <a:lnTo>
                    <a:pt x="9304039" y="3435400"/>
                  </a:lnTo>
                  <a:lnTo>
                    <a:pt x="9261504" y="3380381"/>
                  </a:lnTo>
                  <a:lnTo>
                    <a:pt x="9219759" y="3321635"/>
                  </a:lnTo>
                  <a:lnTo>
                    <a:pt x="9178574" y="3259145"/>
                  </a:lnTo>
                  <a:lnTo>
                    <a:pt x="9137765" y="3192953"/>
                  </a:lnTo>
                  <a:lnTo>
                    <a:pt x="9097185" y="3123167"/>
                  </a:lnTo>
                  <a:lnTo>
                    <a:pt x="9056724" y="3049968"/>
                  </a:lnTo>
                  <a:lnTo>
                    <a:pt x="9016300" y="2973609"/>
                  </a:lnTo>
                  <a:lnTo>
                    <a:pt x="8975859" y="2894414"/>
                  </a:lnTo>
                  <a:lnTo>
                    <a:pt x="8935370" y="2812776"/>
                  </a:lnTo>
                  <a:lnTo>
                    <a:pt x="8894823" y="2729152"/>
                  </a:lnTo>
                  <a:lnTo>
                    <a:pt x="8854220" y="2644048"/>
                  </a:lnTo>
                  <a:lnTo>
                    <a:pt x="8813578" y="2558012"/>
                  </a:lnTo>
                  <a:lnTo>
                    <a:pt x="8772920" y="2471619"/>
                  </a:lnTo>
                  <a:lnTo>
                    <a:pt x="8732273" y="2385451"/>
                  </a:lnTo>
                  <a:lnTo>
                    <a:pt x="8691659" y="2300087"/>
                  </a:lnTo>
                  <a:lnTo>
                    <a:pt x="8651098" y="2216080"/>
                  </a:lnTo>
                  <a:lnTo>
                    <a:pt x="8610597" y="2133950"/>
                  </a:lnTo>
                  <a:lnTo>
                    <a:pt x="8570147" y="2054164"/>
                  </a:lnTo>
                  <a:lnTo>
                    <a:pt x="8529723" y="1977131"/>
                  </a:lnTo>
                  <a:lnTo>
                    <a:pt x="8489276" y="1903190"/>
                  </a:lnTo>
                  <a:lnTo>
                    <a:pt x="8448732" y="1832612"/>
                  </a:lnTo>
                  <a:lnTo>
                    <a:pt x="8407986" y="1765592"/>
                  </a:lnTo>
                  <a:lnTo>
                    <a:pt x="8366901" y="1702256"/>
                  </a:lnTo>
                  <a:lnTo>
                    <a:pt x="8325301" y="1642661"/>
                  </a:lnTo>
                  <a:lnTo>
                    <a:pt x="8282968" y="1586801"/>
                  </a:lnTo>
                  <a:lnTo>
                    <a:pt x="8239632" y="1534614"/>
                  </a:lnTo>
                  <a:lnTo>
                    <a:pt x="8229629" y="1523277"/>
                  </a:lnTo>
                  <a:lnTo>
                    <a:pt x="8178736" y="1469637"/>
                  </a:lnTo>
                  <a:lnTo>
                    <a:pt x="8125495" y="1420565"/>
                  </a:lnTo>
                  <a:lnTo>
                    <a:pt x="8069260" y="1375904"/>
                  </a:lnTo>
                  <a:lnTo>
                    <a:pt x="8009325" y="1335353"/>
                  </a:lnTo>
                  <a:lnTo>
                    <a:pt x="7944953" y="1298544"/>
                  </a:lnTo>
                  <a:lnTo>
                    <a:pt x="7875421" y="1265099"/>
                  </a:lnTo>
                  <a:lnTo>
                    <a:pt x="7800063" y="1234658"/>
                  </a:lnTo>
                  <a:lnTo>
                    <a:pt x="7718328" y="1206901"/>
                  </a:lnTo>
                  <a:lnTo>
                    <a:pt x="7629867" y="1181561"/>
                  </a:lnTo>
                  <a:lnTo>
                    <a:pt x="7534632" y="1158429"/>
                  </a:lnTo>
                  <a:lnTo>
                    <a:pt x="7433004" y="1137357"/>
                  </a:lnTo>
                  <a:lnTo>
                    <a:pt x="7325922" y="1118258"/>
                  </a:lnTo>
                  <a:lnTo>
                    <a:pt x="7215010" y="1101100"/>
                  </a:lnTo>
                  <a:lnTo>
                    <a:pt x="7102640" y="1085896"/>
                  </a:lnTo>
                  <a:lnTo>
                    <a:pt x="6991908" y="1072684"/>
                  </a:lnTo>
                  <a:lnTo>
                    <a:pt x="6886452" y="1061502"/>
                  </a:lnTo>
                  <a:lnTo>
                    <a:pt x="6790115" y="1052361"/>
                  </a:lnTo>
                  <a:lnTo>
                    <a:pt x="6706461" y="1045213"/>
                  </a:lnTo>
                  <a:lnTo>
                    <a:pt x="6638226" y="1039936"/>
                  </a:lnTo>
                  <a:lnTo>
                    <a:pt x="6586848" y="1036323"/>
                  </a:lnTo>
                  <a:lnTo>
                    <a:pt x="6552158" y="1034098"/>
                  </a:lnTo>
                  <a:lnTo>
                    <a:pt x="6532323" y="1032934"/>
                  </a:lnTo>
                  <a:lnTo>
                    <a:pt x="6523968" y="1032483"/>
                  </a:lnTo>
                  <a:lnTo>
                    <a:pt x="6522385" y="1032404"/>
                  </a:lnTo>
                  <a:lnTo>
                    <a:pt x="5527445" y="1032404"/>
                  </a:lnTo>
                  <a:lnTo>
                    <a:pt x="5526317" y="1032385"/>
                  </a:lnTo>
                  <a:lnTo>
                    <a:pt x="5518872" y="1032245"/>
                  </a:lnTo>
                  <a:lnTo>
                    <a:pt x="5500002" y="1031860"/>
                  </a:lnTo>
                  <a:lnTo>
                    <a:pt x="5466008" y="1031101"/>
                  </a:lnTo>
                  <a:lnTo>
                    <a:pt x="5414821" y="1029847"/>
                  </a:lnTo>
                  <a:lnTo>
                    <a:pt x="5346153" y="1027993"/>
                  </a:lnTo>
                  <a:lnTo>
                    <a:pt x="5261445" y="1025463"/>
                  </a:lnTo>
                  <a:lnTo>
                    <a:pt x="5163546" y="1022210"/>
                  </a:lnTo>
                  <a:lnTo>
                    <a:pt x="5056201" y="1018217"/>
                  </a:lnTo>
                  <a:lnTo>
                    <a:pt x="4943454" y="1013487"/>
                  </a:lnTo>
                  <a:lnTo>
                    <a:pt x="4829129" y="1008035"/>
                  </a:lnTo>
                  <a:lnTo>
                    <a:pt x="4716453" y="1001874"/>
                  </a:lnTo>
                  <a:lnTo>
                    <a:pt x="4607880" y="995009"/>
                  </a:lnTo>
                  <a:lnTo>
                    <a:pt x="4505060" y="987425"/>
                  </a:lnTo>
                  <a:lnTo>
                    <a:pt x="4408922" y="979090"/>
                  </a:lnTo>
                  <a:lnTo>
                    <a:pt x="4319811" y="969945"/>
                  </a:lnTo>
                  <a:lnTo>
                    <a:pt x="4237629" y="959911"/>
                  </a:lnTo>
                  <a:lnTo>
                    <a:pt x="4161969" y="948886"/>
                  </a:lnTo>
                  <a:lnTo>
                    <a:pt x="4092228" y="936748"/>
                  </a:lnTo>
                  <a:lnTo>
                    <a:pt x="4027690" y="923365"/>
                  </a:lnTo>
                  <a:lnTo>
                    <a:pt x="3967586" y="908594"/>
                  </a:lnTo>
                  <a:lnTo>
                    <a:pt x="3911144" y="892305"/>
                  </a:lnTo>
                  <a:lnTo>
                    <a:pt x="3857631" y="874395"/>
                  </a:lnTo>
                  <a:lnTo>
                    <a:pt x="3820202" y="860337"/>
                  </a:lnTo>
                  <a:lnTo>
                    <a:pt x="3763228" y="836455"/>
                  </a:lnTo>
                  <a:lnTo>
                    <a:pt x="3707944" y="810355"/>
                  </a:lnTo>
                  <a:lnTo>
                    <a:pt x="3653768" y="781997"/>
                  </a:lnTo>
                  <a:lnTo>
                    <a:pt x="3600260" y="751406"/>
                  </a:lnTo>
                  <a:lnTo>
                    <a:pt x="3547099" y="718673"/>
                  </a:lnTo>
                  <a:lnTo>
                    <a:pt x="3494060" y="683963"/>
                  </a:lnTo>
                  <a:lnTo>
                    <a:pt x="3441005" y="647517"/>
                  </a:lnTo>
                  <a:lnTo>
                    <a:pt x="3387863" y="609648"/>
                  </a:lnTo>
                  <a:lnTo>
                    <a:pt x="3334621" y="570730"/>
                  </a:lnTo>
                  <a:lnTo>
                    <a:pt x="3281307" y="531185"/>
                  </a:lnTo>
                  <a:lnTo>
                    <a:pt x="3227971" y="491466"/>
                  </a:lnTo>
                  <a:lnTo>
                    <a:pt x="3174670" y="452035"/>
                  </a:lnTo>
                  <a:lnTo>
                    <a:pt x="3121452" y="413336"/>
                  </a:lnTo>
                  <a:lnTo>
                    <a:pt x="3068335" y="375785"/>
                  </a:lnTo>
                  <a:lnTo>
                    <a:pt x="3015292" y="339739"/>
                  </a:lnTo>
                  <a:lnTo>
                    <a:pt x="2962239" y="305495"/>
                  </a:lnTo>
                  <a:lnTo>
                    <a:pt x="2909017" y="273276"/>
                  </a:lnTo>
                  <a:lnTo>
                    <a:pt x="2855379" y="243228"/>
                  </a:lnTo>
                  <a:lnTo>
                    <a:pt x="2800977" y="215426"/>
                  </a:lnTo>
                  <a:lnTo>
                    <a:pt x="2745338" y="189877"/>
                  </a:lnTo>
                  <a:lnTo>
                    <a:pt x="2702183" y="172067"/>
                  </a:lnTo>
                  <a:lnTo>
                    <a:pt x="2650382" y="152950"/>
                  </a:lnTo>
                  <a:lnTo>
                    <a:pt x="2596137" y="135490"/>
                  </a:lnTo>
                  <a:lnTo>
                    <a:pt x="2538770" y="119627"/>
                  </a:lnTo>
                  <a:lnTo>
                    <a:pt x="2477531" y="105250"/>
                  </a:lnTo>
                  <a:lnTo>
                    <a:pt x="2411646" y="92221"/>
                  </a:lnTo>
                  <a:lnTo>
                    <a:pt x="2340355" y="80400"/>
                  </a:lnTo>
                  <a:lnTo>
                    <a:pt x="2262966" y="69657"/>
                  </a:lnTo>
                  <a:lnTo>
                    <a:pt x="2178920" y="59875"/>
                  </a:lnTo>
                  <a:lnTo>
                    <a:pt x="2087882" y="50959"/>
                  </a:lnTo>
                  <a:lnTo>
                    <a:pt x="1989862" y="42833"/>
                  </a:lnTo>
                  <a:lnTo>
                    <a:pt x="1885349" y="35448"/>
                  </a:lnTo>
                  <a:lnTo>
                    <a:pt x="1775458" y="28776"/>
                  </a:lnTo>
                  <a:lnTo>
                    <a:pt x="1662054" y="22808"/>
                  </a:lnTo>
                  <a:lnTo>
                    <a:pt x="1547809" y="17552"/>
                  </a:lnTo>
                  <a:lnTo>
                    <a:pt x="1436142" y="13022"/>
                  </a:lnTo>
                  <a:lnTo>
                    <a:pt x="1330978" y="9231"/>
                  </a:lnTo>
                  <a:lnTo>
                    <a:pt x="1236339" y="6179"/>
                  </a:lnTo>
                  <a:lnTo>
                    <a:pt x="1155783" y="3839"/>
                  </a:lnTo>
                  <a:lnTo>
                    <a:pt x="1091819" y="2159"/>
                  </a:lnTo>
                  <a:lnTo>
                    <a:pt x="1045435" y="1051"/>
                  </a:lnTo>
                  <a:lnTo>
                    <a:pt x="1015852" y="407"/>
                  </a:lnTo>
                  <a:lnTo>
                    <a:pt x="1000535" y="101"/>
                  </a:lnTo>
                  <a:lnTo>
                    <a:pt x="995379" y="7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3" name="pl42"/>
            <p:cNvSpPr/>
            <p:nvPr/>
          </p:nvSpPr>
          <p:spPr>
            <a:xfrm>
              <a:off x="1199187" y="2211383"/>
              <a:ext cx="12049831" cy="3977641"/>
            </a:xfrm>
            <a:custGeom>
              <a:avLst/>
              <a:pathLst>
                <a:path w="12049831" h="3977641">
                  <a:moveTo>
                    <a:pt x="0" y="0"/>
                  </a:moveTo>
                  <a:lnTo>
                    <a:pt x="994940" y="0"/>
                  </a:lnTo>
                  <a:lnTo>
                    <a:pt x="996068" y="19"/>
                  </a:lnTo>
                  <a:lnTo>
                    <a:pt x="1003513" y="158"/>
                  </a:lnTo>
                  <a:lnTo>
                    <a:pt x="1022383" y="544"/>
                  </a:lnTo>
                  <a:lnTo>
                    <a:pt x="1056377" y="1303"/>
                  </a:lnTo>
                  <a:lnTo>
                    <a:pt x="1107564" y="2557"/>
                  </a:lnTo>
                  <a:lnTo>
                    <a:pt x="1176232" y="4410"/>
                  </a:lnTo>
                  <a:lnTo>
                    <a:pt x="1260940" y="6941"/>
                  </a:lnTo>
                  <a:lnTo>
                    <a:pt x="1358839" y="10193"/>
                  </a:lnTo>
                  <a:lnTo>
                    <a:pt x="1466184" y="14187"/>
                  </a:lnTo>
                  <a:lnTo>
                    <a:pt x="1578931" y="18917"/>
                  </a:lnTo>
                  <a:lnTo>
                    <a:pt x="1693256" y="24369"/>
                  </a:lnTo>
                  <a:lnTo>
                    <a:pt x="1805932" y="30530"/>
                  </a:lnTo>
                  <a:lnTo>
                    <a:pt x="1914505" y="37395"/>
                  </a:lnTo>
                  <a:lnTo>
                    <a:pt x="2017325" y="44978"/>
                  </a:lnTo>
                  <a:lnTo>
                    <a:pt x="2113463" y="53314"/>
                  </a:lnTo>
                  <a:lnTo>
                    <a:pt x="2202574" y="62459"/>
                  </a:lnTo>
                  <a:lnTo>
                    <a:pt x="2284756" y="72493"/>
                  </a:lnTo>
                  <a:lnTo>
                    <a:pt x="2360416" y="83518"/>
                  </a:lnTo>
                  <a:lnTo>
                    <a:pt x="2430157" y="95655"/>
                  </a:lnTo>
                  <a:lnTo>
                    <a:pt x="2494695" y="109039"/>
                  </a:lnTo>
                  <a:lnTo>
                    <a:pt x="2554799" y="123810"/>
                  </a:lnTo>
                  <a:lnTo>
                    <a:pt x="2611241" y="140099"/>
                  </a:lnTo>
                  <a:lnTo>
                    <a:pt x="2664754" y="158009"/>
                  </a:lnTo>
                  <a:lnTo>
                    <a:pt x="2702183" y="172067"/>
                  </a:lnTo>
                  <a:lnTo>
                    <a:pt x="2759157" y="195949"/>
                  </a:lnTo>
                  <a:lnTo>
                    <a:pt x="2814441" y="222049"/>
                  </a:lnTo>
                  <a:lnTo>
                    <a:pt x="2868617" y="250407"/>
                  </a:lnTo>
                  <a:lnTo>
                    <a:pt x="2922125" y="280998"/>
                  </a:lnTo>
                  <a:lnTo>
                    <a:pt x="2975286" y="313731"/>
                  </a:lnTo>
                  <a:lnTo>
                    <a:pt x="3028325" y="348441"/>
                  </a:lnTo>
                  <a:lnTo>
                    <a:pt x="3081380" y="384887"/>
                  </a:lnTo>
                  <a:lnTo>
                    <a:pt x="3134522" y="422756"/>
                  </a:lnTo>
                  <a:lnTo>
                    <a:pt x="3187764" y="461674"/>
                  </a:lnTo>
                  <a:lnTo>
                    <a:pt x="3241078" y="501219"/>
                  </a:lnTo>
                  <a:lnTo>
                    <a:pt x="3294414" y="540938"/>
                  </a:lnTo>
                  <a:lnTo>
                    <a:pt x="3347715" y="580369"/>
                  </a:lnTo>
                  <a:lnTo>
                    <a:pt x="3400933" y="619067"/>
                  </a:lnTo>
                  <a:lnTo>
                    <a:pt x="3454050" y="656619"/>
                  </a:lnTo>
                  <a:lnTo>
                    <a:pt x="3507093" y="692665"/>
                  </a:lnTo>
                  <a:lnTo>
                    <a:pt x="3560146" y="726908"/>
                  </a:lnTo>
                  <a:lnTo>
                    <a:pt x="3613368" y="759128"/>
                  </a:lnTo>
                  <a:lnTo>
                    <a:pt x="3667006" y="789176"/>
                  </a:lnTo>
                  <a:lnTo>
                    <a:pt x="3721408" y="816978"/>
                  </a:lnTo>
                  <a:lnTo>
                    <a:pt x="3777047" y="842527"/>
                  </a:lnTo>
                  <a:lnTo>
                    <a:pt x="3820202" y="860337"/>
                  </a:lnTo>
                  <a:lnTo>
                    <a:pt x="3872003" y="879454"/>
                  </a:lnTo>
                  <a:lnTo>
                    <a:pt x="3926248" y="896914"/>
                  </a:lnTo>
                  <a:lnTo>
                    <a:pt x="3983615" y="912777"/>
                  </a:lnTo>
                  <a:lnTo>
                    <a:pt x="4044854" y="927154"/>
                  </a:lnTo>
                  <a:lnTo>
                    <a:pt x="4110739" y="940183"/>
                  </a:lnTo>
                  <a:lnTo>
                    <a:pt x="4182030" y="952004"/>
                  </a:lnTo>
                  <a:lnTo>
                    <a:pt x="4259419" y="962747"/>
                  </a:lnTo>
                  <a:lnTo>
                    <a:pt x="4343465" y="972529"/>
                  </a:lnTo>
                  <a:lnTo>
                    <a:pt x="4434503" y="981445"/>
                  </a:lnTo>
                  <a:lnTo>
                    <a:pt x="4532523" y="989571"/>
                  </a:lnTo>
                  <a:lnTo>
                    <a:pt x="4637036" y="996955"/>
                  </a:lnTo>
                  <a:lnTo>
                    <a:pt x="4746927" y="1003628"/>
                  </a:lnTo>
                  <a:lnTo>
                    <a:pt x="4860331" y="1009596"/>
                  </a:lnTo>
                  <a:lnTo>
                    <a:pt x="4974576" y="1014852"/>
                  </a:lnTo>
                  <a:lnTo>
                    <a:pt x="5086243" y="1019382"/>
                  </a:lnTo>
                  <a:lnTo>
                    <a:pt x="5191407" y="1023173"/>
                  </a:lnTo>
                  <a:lnTo>
                    <a:pt x="5286046" y="1026225"/>
                  </a:lnTo>
                  <a:lnTo>
                    <a:pt x="5366602" y="1028564"/>
                  </a:lnTo>
                  <a:lnTo>
                    <a:pt x="5430566" y="1030245"/>
                  </a:lnTo>
                  <a:lnTo>
                    <a:pt x="5476950" y="1031353"/>
                  </a:lnTo>
                  <a:lnTo>
                    <a:pt x="5506533" y="1031997"/>
                  </a:lnTo>
                  <a:lnTo>
                    <a:pt x="5521850" y="1032303"/>
                  </a:lnTo>
                  <a:lnTo>
                    <a:pt x="5527006" y="1032397"/>
                  </a:lnTo>
                  <a:lnTo>
                    <a:pt x="5527445" y="1032404"/>
                  </a:lnTo>
                  <a:lnTo>
                    <a:pt x="6522385" y="1032404"/>
                  </a:lnTo>
                  <a:lnTo>
                    <a:pt x="6523457" y="1032457"/>
                  </a:lnTo>
                  <a:lnTo>
                    <a:pt x="6530539" y="1032835"/>
                  </a:lnTo>
                  <a:lnTo>
                    <a:pt x="6548512" y="1033877"/>
                  </a:lnTo>
                  <a:lnTo>
                    <a:pt x="6580950" y="1035931"/>
                  </a:lnTo>
                  <a:lnTo>
                    <a:pt x="6629918" y="1039329"/>
                  </a:lnTo>
                  <a:lnTo>
                    <a:pt x="6695820" y="1044357"/>
                  </a:lnTo>
                  <a:lnTo>
                    <a:pt x="6777433" y="1051230"/>
                  </a:lnTo>
                  <a:lnTo>
                    <a:pt x="6872178" y="1060085"/>
                  </a:lnTo>
                  <a:lnTo>
                    <a:pt x="6976576" y="1070978"/>
                  </a:lnTo>
                  <a:lnTo>
                    <a:pt x="7086792" y="1083905"/>
                  </a:lnTo>
                  <a:lnTo>
                    <a:pt x="7199133" y="1098830"/>
                  </a:lnTo>
                  <a:lnTo>
                    <a:pt x="7310414" y="1115712"/>
                  </a:lnTo>
                  <a:lnTo>
                    <a:pt x="7418153" y="1134536"/>
                  </a:lnTo>
                  <a:lnTo>
                    <a:pt x="7520625" y="1155325"/>
                  </a:lnTo>
                  <a:lnTo>
                    <a:pt x="7616799" y="1178158"/>
                  </a:lnTo>
                  <a:lnTo>
                    <a:pt x="7706224" y="1203174"/>
                  </a:lnTo>
                  <a:lnTo>
                    <a:pt x="7788895" y="1230574"/>
                  </a:lnTo>
                  <a:lnTo>
                    <a:pt x="7865126" y="1260617"/>
                  </a:lnTo>
                  <a:lnTo>
                    <a:pt x="7935444" y="1293616"/>
                  </a:lnTo>
                  <a:lnTo>
                    <a:pt x="8000503" y="1329926"/>
                  </a:lnTo>
                  <a:lnTo>
                    <a:pt x="8061021" y="1369924"/>
                  </a:lnTo>
                  <a:lnTo>
                    <a:pt x="8117735" y="1413983"/>
                  </a:lnTo>
                  <a:lnTo>
                    <a:pt x="8171359" y="1462417"/>
                  </a:lnTo>
                  <a:lnTo>
                    <a:pt x="8222549" y="1515410"/>
                  </a:lnTo>
                  <a:lnTo>
                    <a:pt x="8229629" y="1523277"/>
                  </a:lnTo>
                  <a:lnTo>
                    <a:pt x="8273237" y="1574645"/>
                  </a:lnTo>
                  <a:lnTo>
                    <a:pt x="8315772" y="1629665"/>
                  </a:lnTo>
                  <a:lnTo>
                    <a:pt x="8357517" y="1688410"/>
                  </a:lnTo>
                  <a:lnTo>
                    <a:pt x="8398702" y="1750900"/>
                  </a:lnTo>
                  <a:lnTo>
                    <a:pt x="8439512" y="1817092"/>
                  </a:lnTo>
                  <a:lnTo>
                    <a:pt x="8480092" y="1886878"/>
                  </a:lnTo>
                  <a:lnTo>
                    <a:pt x="8520553" y="1960077"/>
                  </a:lnTo>
                  <a:lnTo>
                    <a:pt x="8560977" y="2036437"/>
                  </a:lnTo>
                  <a:lnTo>
                    <a:pt x="8601418" y="2115632"/>
                  </a:lnTo>
                  <a:lnTo>
                    <a:pt x="8641906" y="2197269"/>
                  </a:lnTo>
                  <a:lnTo>
                    <a:pt x="8682454" y="2280893"/>
                  </a:lnTo>
                  <a:lnTo>
                    <a:pt x="8723057" y="2365997"/>
                  </a:lnTo>
                  <a:lnTo>
                    <a:pt x="8763699" y="2452033"/>
                  </a:lnTo>
                  <a:lnTo>
                    <a:pt x="8804356" y="2538426"/>
                  </a:lnTo>
                  <a:lnTo>
                    <a:pt x="8845004" y="2624594"/>
                  </a:lnTo>
                  <a:lnTo>
                    <a:pt x="8885617" y="2709959"/>
                  </a:lnTo>
                  <a:lnTo>
                    <a:pt x="8926178" y="2793965"/>
                  </a:lnTo>
                  <a:lnTo>
                    <a:pt x="8966680" y="2876095"/>
                  </a:lnTo>
                  <a:lnTo>
                    <a:pt x="9007129" y="2955881"/>
                  </a:lnTo>
                  <a:lnTo>
                    <a:pt x="9047553" y="3032914"/>
                  </a:lnTo>
                  <a:lnTo>
                    <a:pt x="9088000" y="3106855"/>
                  </a:lnTo>
                  <a:lnTo>
                    <a:pt x="9128545" y="3177433"/>
                  </a:lnTo>
                  <a:lnTo>
                    <a:pt x="9169291" y="3244453"/>
                  </a:lnTo>
                  <a:lnTo>
                    <a:pt x="9210376" y="3307789"/>
                  </a:lnTo>
                  <a:lnTo>
                    <a:pt x="9251975" y="3367384"/>
                  </a:lnTo>
                  <a:lnTo>
                    <a:pt x="9294308" y="3423244"/>
                  </a:lnTo>
                  <a:lnTo>
                    <a:pt x="9337645" y="3475431"/>
                  </a:lnTo>
                  <a:lnTo>
                    <a:pt x="9347647" y="3486768"/>
                  </a:lnTo>
                  <a:lnTo>
                    <a:pt x="9398540" y="3540408"/>
                  </a:lnTo>
                  <a:lnTo>
                    <a:pt x="9451782" y="3589480"/>
                  </a:lnTo>
                  <a:lnTo>
                    <a:pt x="9508016" y="3634141"/>
                  </a:lnTo>
                  <a:lnTo>
                    <a:pt x="9567952" y="3674693"/>
                  </a:lnTo>
                  <a:lnTo>
                    <a:pt x="9632323" y="3711501"/>
                  </a:lnTo>
                  <a:lnTo>
                    <a:pt x="9701855" y="3744946"/>
                  </a:lnTo>
                  <a:lnTo>
                    <a:pt x="9777214" y="3775387"/>
                  </a:lnTo>
                  <a:lnTo>
                    <a:pt x="9858949" y="3803144"/>
                  </a:lnTo>
                  <a:lnTo>
                    <a:pt x="9947410" y="3828484"/>
                  </a:lnTo>
                  <a:lnTo>
                    <a:pt x="10042644" y="3851616"/>
                  </a:lnTo>
                  <a:lnTo>
                    <a:pt x="10144273" y="3872688"/>
                  </a:lnTo>
                  <a:lnTo>
                    <a:pt x="10251355" y="3891787"/>
                  </a:lnTo>
                  <a:lnTo>
                    <a:pt x="10362267" y="3908945"/>
                  </a:lnTo>
                  <a:lnTo>
                    <a:pt x="10474636" y="3924149"/>
                  </a:lnTo>
                  <a:lnTo>
                    <a:pt x="10585369" y="3937361"/>
                  </a:lnTo>
                  <a:lnTo>
                    <a:pt x="10690825" y="3948543"/>
                  </a:lnTo>
                  <a:lnTo>
                    <a:pt x="10787161" y="3957684"/>
                  </a:lnTo>
                  <a:lnTo>
                    <a:pt x="10870816" y="3964832"/>
                  </a:lnTo>
                  <a:lnTo>
                    <a:pt x="10939050" y="3970109"/>
                  </a:lnTo>
                  <a:lnTo>
                    <a:pt x="10990429" y="3973722"/>
                  </a:lnTo>
                  <a:lnTo>
                    <a:pt x="11025118" y="3975947"/>
                  </a:lnTo>
                  <a:lnTo>
                    <a:pt x="11044954" y="3977111"/>
                  </a:lnTo>
                  <a:lnTo>
                    <a:pt x="11053308" y="3977562"/>
                  </a:lnTo>
                  <a:lnTo>
                    <a:pt x="11054888" y="3977641"/>
                  </a:lnTo>
                  <a:lnTo>
                    <a:pt x="11054891" y="3977641"/>
                  </a:lnTo>
                  <a:lnTo>
                    <a:pt x="12049831" y="3977641"/>
                  </a:lnTo>
                  <a:lnTo>
                    <a:pt x="12049831" y="39776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" name="pl43"/>
            <p:cNvSpPr/>
            <p:nvPr/>
          </p:nvSpPr>
          <p:spPr>
            <a:xfrm>
              <a:off x="1199187" y="2206142"/>
              <a:ext cx="12049831" cy="3977641"/>
            </a:xfrm>
            <a:custGeom>
              <a:avLst/>
              <a:pathLst>
                <a:path w="12049831" h="3977641">
                  <a:moveTo>
                    <a:pt x="12049831" y="3977641"/>
                  </a:moveTo>
                  <a:lnTo>
                    <a:pt x="11054891" y="3977641"/>
                  </a:lnTo>
                  <a:lnTo>
                    <a:pt x="11053819" y="3977588"/>
                  </a:lnTo>
                  <a:lnTo>
                    <a:pt x="11046738" y="3977210"/>
                  </a:lnTo>
                  <a:lnTo>
                    <a:pt x="11028765" y="3976168"/>
                  </a:lnTo>
                  <a:lnTo>
                    <a:pt x="10996326" y="3974114"/>
                  </a:lnTo>
                  <a:lnTo>
                    <a:pt x="10947359" y="3970716"/>
                  </a:lnTo>
                  <a:lnTo>
                    <a:pt x="10881457" y="3965689"/>
                  </a:lnTo>
                  <a:lnTo>
                    <a:pt x="10799843" y="3958815"/>
                  </a:lnTo>
                  <a:lnTo>
                    <a:pt x="10705098" y="3949960"/>
                  </a:lnTo>
                  <a:lnTo>
                    <a:pt x="10600700" y="3939067"/>
                  </a:lnTo>
                  <a:lnTo>
                    <a:pt x="10490484" y="3926140"/>
                  </a:lnTo>
                  <a:lnTo>
                    <a:pt x="10378143" y="3911216"/>
                  </a:lnTo>
                  <a:lnTo>
                    <a:pt x="10266863" y="3894333"/>
                  </a:lnTo>
                  <a:lnTo>
                    <a:pt x="10159124" y="3875509"/>
                  </a:lnTo>
                  <a:lnTo>
                    <a:pt x="10056652" y="3854720"/>
                  </a:lnTo>
                  <a:lnTo>
                    <a:pt x="9960478" y="3831887"/>
                  </a:lnTo>
                  <a:lnTo>
                    <a:pt x="9871053" y="3806871"/>
                  </a:lnTo>
                  <a:lnTo>
                    <a:pt x="9788382" y="3779471"/>
                  </a:lnTo>
                  <a:lnTo>
                    <a:pt x="9712150" y="3749428"/>
                  </a:lnTo>
                  <a:lnTo>
                    <a:pt x="9641833" y="3716429"/>
                  </a:lnTo>
                  <a:lnTo>
                    <a:pt x="9576774" y="3680120"/>
                  </a:lnTo>
                  <a:lnTo>
                    <a:pt x="9516256" y="3640121"/>
                  </a:lnTo>
                  <a:lnTo>
                    <a:pt x="9459541" y="3596062"/>
                  </a:lnTo>
                  <a:lnTo>
                    <a:pt x="9405918" y="3547628"/>
                  </a:lnTo>
                  <a:lnTo>
                    <a:pt x="9354728" y="3494635"/>
                  </a:lnTo>
                  <a:lnTo>
                    <a:pt x="9347647" y="3486768"/>
                  </a:lnTo>
                  <a:lnTo>
                    <a:pt x="9304039" y="3435400"/>
                  </a:lnTo>
                  <a:lnTo>
                    <a:pt x="9261504" y="3380381"/>
                  </a:lnTo>
                  <a:lnTo>
                    <a:pt x="9219759" y="3321635"/>
                  </a:lnTo>
                  <a:lnTo>
                    <a:pt x="9178574" y="3259145"/>
                  </a:lnTo>
                  <a:lnTo>
                    <a:pt x="9137765" y="3192953"/>
                  </a:lnTo>
                  <a:lnTo>
                    <a:pt x="9097185" y="3123167"/>
                  </a:lnTo>
                  <a:lnTo>
                    <a:pt x="9056724" y="3049968"/>
                  </a:lnTo>
                  <a:lnTo>
                    <a:pt x="9016300" y="2973609"/>
                  </a:lnTo>
                  <a:lnTo>
                    <a:pt x="8975859" y="2894414"/>
                  </a:lnTo>
                  <a:lnTo>
                    <a:pt x="8935370" y="2812776"/>
                  </a:lnTo>
                  <a:lnTo>
                    <a:pt x="8894823" y="2729152"/>
                  </a:lnTo>
                  <a:lnTo>
                    <a:pt x="8854220" y="2644048"/>
                  </a:lnTo>
                  <a:lnTo>
                    <a:pt x="8813578" y="2558012"/>
                  </a:lnTo>
                  <a:lnTo>
                    <a:pt x="8772920" y="2471619"/>
                  </a:lnTo>
                  <a:lnTo>
                    <a:pt x="8732273" y="2385451"/>
                  </a:lnTo>
                  <a:lnTo>
                    <a:pt x="8691659" y="2300087"/>
                  </a:lnTo>
                  <a:lnTo>
                    <a:pt x="8651098" y="2216080"/>
                  </a:lnTo>
                  <a:lnTo>
                    <a:pt x="8610597" y="2133950"/>
                  </a:lnTo>
                  <a:lnTo>
                    <a:pt x="8570147" y="2054164"/>
                  </a:lnTo>
                  <a:lnTo>
                    <a:pt x="8529723" y="1977131"/>
                  </a:lnTo>
                  <a:lnTo>
                    <a:pt x="8489276" y="1903190"/>
                  </a:lnTo>
                  <a:lnTo>
                    <a:pt x="8448732" y="1832612"/>
                  </a:lnTo>
                  <a:lnTo>
                    <a:pt x="8407986" y="1765592"/>
                  </a:lnTo>
                  <a:lnTo>
                    <a:pt x="8366901" y="1702256"/>
                  </a:lnTo>
                  <a:lnTo>
                    <a:pt x="8325301" y="1642661"/>
                  </a:lnTo>
                  <a:lnTo>
                    <a:pt x="8282968" y="1586801"/>
                  </a:lnTo>
                  <a:lnTo>
                    <a:pt x="8239632" y="1534614"/>
                  </a:lnTo>
                  <a:lnTo>
                    <a:pt x="8229629" y="1523277"/>
                  </a:lnTo>
                  <a:lnTo>
                    <a:pt x="8178736" y="1469637"/>
                  </a:lnTo>
                  <a:lnTo>
                    <a:pt x="8125495" y="1420565"/>
                  </a:lnTo>
                  <a:lnTo>
                    <a:pt x="8069260" y="1375904"/>
                  </a:lnTo>
                  <a:lnTo>
                    <a:pt x="8009325" y="1335353"/>
                  </a:lnTo>
                  <a:lnTo>
                    <a:pt x="7944953" y="1298544"/>
                  </a:lnTo>
                  <a:lnTo>
                    <a:pt x="7875421" y="1265099"/>
                  </a:lnTo>
                  <a:lnTo>
                    <a:pt x="7800063" y="1234658"/>
                  </a:lnTo>
                  <a:lnTo>
                    <a:pt x="7718328" y="1206901"/>
                  </a:lnTo>
                  <a:lnTo>
                    <a:pt x="7629867" y="1181561"/>
                  </a:lnTo>
                  <a:lnTo>
                    <a:pt x="7534632" y="1158429"/>
                  </a:lnTo>
                  <a:lnTo>
                    <a:pt x="7433004" y="1137357"/>
                  </a:lnTo>
                  <a:lnTo>
                    <a:pt x="7325922" y="1118258"/>
                  </a:lnTo>
                  <a:lnTo>
                    <a:pt x="7215010" y="1101100"/>
                  </a:lnTo>
                  <a:lnTo>
                    <a:pt x="7102640" y="1085896"/>
                  </a:lnTo>
                  <a:lnTo>
                    <a:pt x="6991908" y="1072684"/>
                  </a:lnTo>
                  <a:lnTo>
                    <a:pt x="6886452" y="1061502"/>
                  </a:lnTo>
                  <a:lnTo>
                    <a:pt x="6790115" y="1052361"/>
                  </a:lnTo>
                  <a:lnTo>
                    <a:pt x="6706461" y="1045213"/>
                  </a:lnTo>
                  <a:lnTo>
                    <a:pt x="6638226" y="1039936"/>
                  </a:lnTo>
                  <a:lnTo>
                    <a:pt x="6586848" y="1036323"/>
                  </a:lnTo>
                  <a:lnTo>
                    <a:pt x="6552158" y="1034098"/>
                  </a:lnTo>
                  <a:lnTo>
                    <a:pt x="6532323" y="1032934"/>
                  </a:lnTo>
                  <a:lnTo>
                    <a:pt x="6523968" y="1032483"/>
                  </a:lnTo>
                  <a:lnTo>
                    <a:pt x="6522389" y="1032405"/>
                  </a:lnTo>
                  <a:lnTo>
                    <a:pt x="6522385" y="1032404"/>
                  </a:lnTo>
                  <a:lnTo>
                    <a:pt x="5527445" y="1032404"/>
                  </a:lnTo>
                  <a:lnTo>
                    <a:pt x="5526317" y="1032385"/>
                  </a:lnTo>
                  <a:lnTo>
                    <a:pt x="5518872" y="1032245"/>
                  </a:lnTo>
                  <a:lnTo>
                    <a:pt x="5500002" y="1031860"/>
                  </a:lnTo>
                  <a:lnTo>
                    <a:pt x="5466008" y="1031101"/>
                  </a:lnTo>
                  <a:lnTo>
                    <a:pt x="5414821" y="1029847"/>
                  </a:lnTo>
                  <a:lnTo>
                    <a:pt x="5346153" y="1027993"/>
                  </a:lnTo>
                  <a:lnTo>
                    <a:pt x="5261445" y="1025463"/>
                  </a:lnTo>
                  <a:lnTo>
                    <a:pt x="5163546" y="1022210"/>
                  </a:lnTo>
                  <a:lnTo>
                    <a:pt x="5056201" y="1018217"/>
                  </a:lnTo>
                  <a:lnTo>
                    <a:pt x="4943454" y="1013487"/>
                  </a:lnTo>
                  <a:lnTo>
                    <a:pt x="4829129" y="1008035"/>
                  </a:lnTo>
                  <a:lnTo>
                    <a:pt x="4716453" y="1001874"/>
                  </a:lnTo>
                  <a:lnTo>
                    <a:pt x="4607880" y="995009"/>
                  </a:lnTo>
                  <a:lnTo>
                    <a:pt x="4505060" y="987425"/>
                  </a:lnTo>
                  <a:lnTo>
                    <a:pt x="4408922" y="979090"/>
                  </a:lnTo>
                  <a:lnTo>
                    <a:pt x="4319811" y="969945"/>
                  </a:lnTo>
                  <a:lnTo>
                    <a:pt x="4237629" y="959911"/>
                  </a:lnTo>
                  <a:lnTo>
                    <a:pt x="4161969" y="948886"/>
                  </a:lnTo>
                  <a:lnTo>
                    <a:pt x="4092228" y="936748"/>
                  </a:lnTo>
                  <a:lnTo>
                    <a:pt x="4027690" y="923365"/>
                  </a:lnTo>
                  <a:lnTo>
                    <a:pt x="3967586" y="908594"/>
                  </a:lnTo>
                  <a:lnTo>
                    <a:pt x="3911144" y="892305"/>
                  </a:lnTo>
                  <a:lnTo>
                    <a:pt x="3857631" y="874395"/>
                  </a:lnTo>
                  <a:lnTo>
                    <a:pt x="3820202" y="860337"/>
                  </a:lnTo>
                  <a:lnTo>
                    <a:pt x="3763228" y="836455"/>
                  </a:lnTo>
                  <a:lnTo>
                    <a:pt x="3707944" y="810355"/>
                  </a:lnTo>
                  <a:lnTo>
                    <a:pt x="3653768" y="781997"/>
                  </a:lnTo>
                  <a:lnTo>
                    <a:pt x="3600260" y="751406"/>
                  </a:lnTo>
                  <a:lnTo>
                    <a:pt x="3547099" y="718673"/>
                  </a:lnTo>
                  <a:lnTo>
                    <a:pt x="3494060" y="683963"/>
                  </a:lnTo>
                  <a:lnTo>
                    <a:pt x="3441005" y="647517"/>
                  </a:lnTo>
                  <a:lnTo>
                    <a:pt x="3387863" y="609648"/>
                  </a:lnTo>
                  <a:lnTo>
                    <a:pt x="3334621" y="570730"/>
                  </a:lnTo>
                  <a:lnTo>
                    <a:pt x="3281307" y="531185"/>
                  </a:lnTo>
                  <a:lnTo>
                    <a:pt x="3227971" y="491466"/>
                  </a:lnTo>
                  <a:lnTo>
                    <a:pt x="3174670" y="452035"/>
                  </a:lnTo>
                  <a:lnTo>
                    <a:pt x="3121452" y="413336"/>
                  </a:lnTo>
                  <a:lnTo>
                    <a:pt x="3068335" y="375785"/>
                  </a:lnTo>
                  <a:lnTo>
                    <a:pt x="3015292" y="339739"/>
                  </a:lnTo>
                  <a:lnTo>
                    <a:pt x="2962239" y="305495"/>
                  </a:lnTo>
                  <a:lnTo>
                    <a:pt x="2909017" y="273276"/>
                  </a:lnTo>
                  <a:lnTo>
                    <a:pt x="2855379" y="243228"/>
                  </a:lnTo>
                  <a:lnTo>
                    <a:pt x="2800977" y="215426"/>
                  </a:lnTo>
                  <a:lnTo>
                    <a:pt x="2745338" y="189877"/>
                  </a:lnTo>
                  <a:lnTo>
                    <a:pt x="2702183" y="172067"/>
                  </a:lnTo>
                  <a:lnTo>
                    <a:pt x="2650382" y="152950"/>
                  </a:lnTo>
                  <a:lnTo>
                    <a:pt x="2596137" y="135490"/>
                  </a:lnTo>
                  <a:lnTo>
                    <a:pt x="2538770" y="119627"/>
                  </a:lnTo>
                  <a:lnTo>
                    <a:pt x="2477531" y="105250"/>
                  </a:lnTo>
                  <a:lnTo>
                    <a:pt x="2411646" y="92221"/>
                  </a:lnTo>
                  <a:lnTo>
                    <a:pt x="2340355" y="80400"/>
                  </a:lnTo>
                  <a:lnTo>
                    <a:pt x="2262966" y="69657"/>
                  </a:lnTo>
                  <a:lnTo>
                    <a:pt x="2178920" y="59875"/>
                  </a:lnTo>
                  <a:lnTo>
                    <a:pt x="2087882" y="50959"/>
                  </a:lnTo>
                  <a:lnTo>
                    <a:pt x="1989862" y="42833"/>
                  </a:lnTo>
                  <a:lnTo>
                    <a:pt x="1885349" y="35448"/>
                  </a:lnTo>
                  <a:lnTo>
                    <a:pt x="1775458" y="28776"/>
                  </a:lnTo>
                  <a:lnTo>
                    <a:pt x="1662054" y="22808"/>
                  </a:lnTo>
                  <a:lnTo>
                    <a:pt x="1547809" y="17552"/>
                  </a:lnTo>
                  <a:lnTo>
                    <a:pt x="1436142" y="13022"/>
                  </a:lnTo>
                  <a:lnTo>
                    <a:pt x="1330978" y="9231"/>
                  </a:lnTo>
                  <a:lnTo>
                    <a:pt x="1236339" y="6179"/>
                  </a:lnTo>
                  <a:lnTo>
                    <a:pt x="1155783" y="3839"/>
                  </a:lnTo>
                  <a:lnTo>
                    <a:pt x="1091819" y="2159"/>
                  </a:lnTo>
                  <a:lnTo>
                    <a:pt x="1045435" y="1051"/>
                  </a:lnTo>
                  <a:lnTo>
                    <a:pt x="1015852" y="407"/>
                  </a:lnTo>
                  <a:lnTo>
                    <a:pt x="1000535" y="101"/>
                  </a:lnTo>
                  <a:lnTo>
                    <a:pt x="995379" y="7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" name="pg44"/>
            <p:cNvSpPr/>
            <p:nvPr/>
          </p:nvSpPr>
          <p:spPr>
            <a:xfrm>
              <a:off x="1199187" y="1441009"/>
              <a:ext cx="12049831" cy="4732292"/>
            </a:xfrm>
            <a:custGeom>
              <a:avLst/>
              <a:pathLst>
                <a:path w="12049831" h="4732292">
                  <a:moveTo>
                    <a:pt x="0" y="2300638"/>
                  </a:moveTo>
                  <a:lnTo>
                    <a:pt x="994940" y="2300638"/>
                  </a:lnTo>
                  <a:lnTo>
                    <a:pt x="996031" y="2300682"/>
                  </a:lnTo>
                  <a:lnTo>
                    <a:pt x="1003240" y="2301000"/>
                  </a:lnTo>
                  <a:lnTo>
                    <a:pt x="1021526" y="2301877"/>
                  </a:lnTo>
                  <a:lnTo>
                    <a:pt x="1054509" y="2303605"/>
                  </a:lnTo>
                  <a:lnTo>
                    <a:pt x="1104255" y="2306462"/>
                  </a:lnTo>
                  <a:lnTo>
                    <a:pt x="1171128" y="2310688"/>
                  </a:lnTo>
                  <a:lnTo>
                    <a:pt x="1253831" y="2316462"/>
                  </a:lnTo>
                  <a:lnTo>
                    <a:pt x="1349691" y="2323896"/>
                  </a:lnTo>
                  <a:lnTo>
                    <a:pt x="1455135" y="2333034"/>
                  </a:lnTo>
                  <a:lnTo>
                    <a:pt x="1566254" y="2343871"/>
                  </a:lnTo>
                  <a:lnTo>
                    <a:pt x="1679307" y="2356375"/>
                  </a:lnTo>
                  <a:lnTo>
                    <a:pt x="1791093" y="2370515"/>
                  </a:lnTo>
                  <a:lnTo>
                    <a:pt x="1899140" y="2386277"/>
                  </a:lnTo>
                  <a:lnTo>
                    <a:pt x="2001747" y="2403685"/>
                  </a:lnTo>
                  <a:lnTo>
                    <a:pt x="2097917" y="2422809"/>
                  </a:lnTo>
                  <a:lnTo>
                    <a:pt x="2187238" y="2443772"/>
                  </a:lnTo>
                  <a:lnTo>
                    <a:pt x="2269741" y="2466747"/>
                  </a:lnTo>
                  <a:lnTo>
                    <a:pt x="2345772" y="2491956"/>
                  </a:lnTo>
                  <a:lnTo>
                    <a:pt x="2415885" y="2519668"/>
                  </a:lnTo>
                  <a:lnTo>
                    <a:pt x="2480757" y="2550183"/>
                  </a:lnTo>
                  <a:lnTo>
                    <a:pt x="2541124" y="2583821"/>
                  </a:lnTo>
                  <a:lnTo>
                    <a:pt x="2597735" y="2620890"/>
                  </a:lnTo>
                  <a:lnTo>
                    <a:pt x="2651313" y="2661646"/>
                  </a:lnTo>
                  <a:lnTo>
                    <a:pt x="2702183" y="2705914"/>
                  </a:lnTo>
                  <a:lnTo>
                    <a:pt x="2748850" y="2751456"/>
                  </a:lnTo>
                  <a:lnTo>
                    <a:pt x="2794310" y="2800464"/>
                  </a:lnTo>
                  <a:lnTo>
                    <a:pt x="2838904" y="2853006"/>
                  </a:lnTo>
                  <a:lnTo>
                    <a:pt x="2882903" y="2909091"/>
                  </a:lnTo>
                  <a:lnTo>
                    <a:pt x="2926524" y="2968661"/>
                  </a:lnTo>
                  <a:lnTo>
                    <a:pt x="2969930" y="3031580"/>
                  </a:lnTo>
                  <a:lnTo>
                    <a:pt x="3013244" y="3097638"/>
                  </a:lnTo>
                  <a:lnTo>
                    <a:pt x="3056549" y="3166545"/>
                  </a:lnTo>
                  <a:lnTo>
                    <a:pt x="3099896" y="3237932"/>
                  </a:lnTo>
                  <a:lnTo>
                    <a:pt x="3143308" y="3311362"/>
                  </a:lnTo>
                  <a:lnTo>
                    <a:pt x="3186786" y="3386337"/>
                  </a:lnTo>
                  <a:lnTo>
                    <a:pt x="3230314" y="3462309"/>
                  </a:lnTo>
                  <a:lnTo>
                    <a:pt x="3273864" y="3538700"/>
                  </a:lnTo>
                  <a:lnTo>
                    <a:pt x="3317405" y="3614919"/>
                  </a:lnTo>
                  <a:lnTo>
                    <a:pt x="3360907" y="3690380"/>
                  </a:lnTo>
                  <a:lnTo>
                    <a:pt x="3404348" y="3764519"/>
                  </a:lnTo>
                  <a:lnTo>
                    <a:pt x="3447721" y="3836818"/>
                  </a:lnTo>
                  <a:lnTo>
                    <a:pt x="3491039" y="3906810"/>
                  </a:lnTo>
                  <a:lnTo>
                    <a:pt x="3534341" y="3974099"/>
                  </a:lnTo>
                  <a:lnTo>
                    <a:pt x="3577696" y="4038361"/>
                  </a:lnTo>
                  <a:lnTo>
                    <a:pt x="3621209" y="4099352"/>
                  </a:lnTo>
                  <a:lnTo>
                    <a:pt x="3665027" y="4156905"/>
                  </a:lnTo>
                  <a:lnTo>
                    <a:pt x="3709343" y="4210931"/>
                  </a:lnTo>
                  <a:lnTo>
                    <a:pt x="3754404" y="4261412"/>
                  </a:lnTo>
                  <a:lnTo>
                    <a:pt x="3800519" y="4308391"/>
                  </a:lnTo>
                  <a:lnTo>
                    <a:pt x="3820202" y="4327016"/>
                  </a:lnTo>
                  <a:lnTo>
                    <a:pt x="3871415" y="4371564"/>
                  </a:lnTo>
                  <a:lnTo>
                    <a:pt x="3925010" y="4412295"/>
                  </a:lnTo>
                  <a:lnTo>
                    <a:pt x="3981644" y="4449341"/>
                  </a:lnTo>
                  <a:lnTo>
                    <a:pt x="4042038" y="4482957"/>
                  </a:lnTo>
                  <a:lnTo>
                    <a:pt x="4106942" y="4513453"/>
                  </a:lnTo>
                  <a:lnTo>
                    <a:pt x="4177092" y="4541147"/>
                  </a:lnTo>
                  <a:lnTo>
                    <a:pt x="4253164" y="4566341"/>
                  </a:lnTo>
                  <a:lnTo>
                    <a:pt x="4335711" y="4589302"/>
                  </a:lnTo>
                  <a:lnTo>
                    <a:pt x="4425077" y="4610252"/>
                  </a:lnTo>
                  <a:lnTo>
                    <a:pt x="4521292" y="4629365"/>
                  </a:lnTo>
                  <a:lnTo>
                    <a:pt x="4623938" y="4646762"/>
                  </a:lnTo>
                  <a:lnTo>
                    <a:pt x="4732016" y="4662513"/>
                  </a:lnTo>
                  <a:lnTo>
                    <a:pt x="4843819" y="4676642"/>
                  </a:lnTo>
                  <a:lnTo>
                    <a:pt x="4956871" y="4689136"/>
                  </a:lnTo>
                  <a:lnTo>
                    <a:pt x="5067965" y="4699962"/>
                  </a:lnTo>
                  <a:lnTo>
                    <a:pt x="5173359" y="4709088"/>
                  </a:lnTo>
                  <a:lnTo>
                    <a:pt x="5269143" y="4716511"/>
                  </a:lnTo>
                  <a:lnTo>
                    <a:pt x="5351750" y="4722275"/>
                  </a:lnTo>
                  <a:lnTo>
                    <a:pt x="5418513" y="4726491"/>
                  </a:lnTo>
                  <a:lnTo>
                    <a:pt x="5468146" y="4729340"/>
                  </a:lnTo>
                  <a:lnTo>
                    <a:pt x="5501023" y="4731062"/>
                  </a:lnTo>
                  <a:lnTo>
                    <a:pt x="5519224" y="4731934"/>
                  </a:lnTo>
                  <a:lnTo>
                    <a:pt x="5526375" y="4732248"/>
                  </a:lnTo>
                  <a:lnTo>
                    <a:pt x="5527445" y="4732292"/>
                  </a:lnTo>
                  <a:lnTo>
                    <a:pt x="6522385" y="4732292"/>
                  </a:lnTo>
                  <a:lnTo>
                    <a:pt x="6523263" y="4732223"/>
                  </a:lnTo>
                  <a:lnTo>
                    <a:pt x="6529081" y="4731730"/>
                  </a:lnTo>
                  <a:lnTo>
                    <a:pt x="6543922" y="4730369"/>
                  </a:lnTo>
                  <a:lnTo>
                    <a:pt x="6570890" y="4727685"/>
                  </a:lnTo>
                  <a:lnTo>
                    <a:pt x="6611968" y="4723235"/>
                  </a:lnTo>
                  <a:lnTo>
                    <a:pt x="6667893" y="4716623"/>
                  </a:lnTo>
                  <a:lnTo>
                    <a:pt x="6738127" y="4707530"/>
                  </a:lnTo>
                  <a:lnTo>
                    <a:pt x="6820996" y="4695731"/>
                  </a:lnTo>
                  <a:lnTo>
                    <a:pt x="6913962" y="4681105"/>
                  </a:lnTo>
                  <a:lnTo>
                    <a:pt x="7013998" y="4663617"/>
                  </a:lnTo>
                  <a:lnTo>
                    <a:pt x="7117969" y="4643292"/>
                  </a:lnTo>
                  <a:lnTo>
                    <a:pt x="7222961" y="4620185"/>
                  </a:lnTo>
                  <a:lnTo>
                    <a:pt x="7326506" y="4594343"/>
                  </a:lnTo>
                  <a:lnTo>
                    <a:pt x="7426690" y="4565782"/>
                  </a:lnTo>
                  <a:lnTo>
                    <a:pt x="7522174" y="4534461"/>
                  </a:lnTo>
                  <a:lnTo>
                    <a:pt x="7612145" y="4500275"/>
                  </a:lnTo>
                  <a:lnTo>
                    <a:pt x="7696229" y="4463042"/>
                  </a:lnTo>
                  <a:lnTo>
                    <a:pt x="7774397" y="4422507"/>
                  </a:lnTo>
                  <a:lnTo>
                    <a:pt x="7846876" y="4378341"/>
                  </a:lnTo>
                  <a:lnTo>
                    <a:pt x="7914064" y="4330149"/>
                  </a:lnTo>
                  <a:lnTo>
                    <a:pt x="7976472" y="4277478"/>
                  </a:lnTo>
                  <a:lnTo>
                    <a:pt x="8034676" y="4219840"/>
                  </a:lnTo>
                  <a:lnTo>
                    <a:pt x="8089273" y="4156738"/>
                  </a:lnTo>
                  <a:lnTo>
                    <a:pt x="8140860" y="4087714"/>
                  </a:lnTo>
                  <a:lnTo>
                    <a:pt x="8190001" y="4012416"/>
                  </a:lnTo>
                  <a:lnTo>
                    <a:pt x="8229629" y="3944450"/>
                  </a:lnTo>
                  <a:lnTo>
                    <a:pt x="8265563" y="3877103"/>
                  </a:lnTo>
                  <a:lnTo>
                    <a:pt x="8300735" y="3805814"/>
                  </a:lnTo>
                  <a:lnTo>
                    <a:pt x="8335311" y="3730505"/>
                  </a:lnTo>
                  <a:lnTo>
                    <a:pt x="8369430" y="3651136"/>
                  </a:lnTo>
                  <a:lnTo>
                    <a:pt x="8403211" y="3567711"/>
                  </a:lnTo>
                  <a:lnTo>
                    <a:pt x="8436751" y="3480277"/>
                  </a:lnTo>
                  <a:lnTo>
                    <a:pt x="8470130" y="3388934"/>
                  </a:lnTo>
                  <a:lnTo>
                    <a:pt x="8503413" y="3293831"/>
                  </a:lnTo>
                  <a:lnTo>
                    <a:pt x="8536651" y="3195173"/>
                  </a:lnTo>
                  <a:lnTo>
                    <a:pt x="8569880" y="3093217"/>
                  </a:lnTo>
                  <a:lnTo>
                    <a:pt x="8603127" y="2988271"/>
                  </a:lnTo>
                  <a:lnTo>
                    <a:pt x="8636407" y="2880694"/>
                  </a:lnTo>
                  <a:lnTo>
                    <a:pt x="8669727" y="2770890"/>
                  </a:lnTo>
                  <a:lnTo>
                    <a:pt x="8703087" y="2659302"/>
                  </a:lnTo>
                  <a:lnTo>
                    <a:pt x="8736479" y="2546406"/>
                  </a:lnTo>
                  <a:lnTo>
                    <a:pt x="8769893" y="2432702"/>
                  </a:lnTo>
                  <a:lnTo>
                    <a:pt x="8803314" y="2318706"/>
                  </a:lnTo>
                  <a:lnTo>
                    <a:pt x="8836730" y="2204939"/>
                  </a:lnTo>
                  <a:lnTo>
                    <a:pt x="8870125" y="2091917"/>
                  </a:lnTo>
                  <a:lnTo>
                    <a:pt x="8903489" y="1980144"/>
                  </a:lnTo>
                  <a:lnTo>
                    <a:pt x="8936814" y="1870098"/>
                  </a:lnTo>
                  <a:lnTo>
                    <a:pt x="8970099" y="1762227"/>
                  </a:lnTo>
                  <a:lnTo>
                    <a:pt x="9003349" y="1656941"/>
                  </a:lnTo>
                  <a:lnTo>
                    <a:pt x="9036580" y="1554603"/>
                  </a:lnTo>
                  <a:lnTo>
                    <a:pt x="9069815" y="1455529"/>
                  </a:lnTo>
                  <a:lnTo>
                    <a:pt x="9103090" y="1359982"/>
                  </a:lnTo>
                  <a:lnTo>
                    <a:pt x="9136454" y="1268171"/>
                  </a:lnTo>
                  <a:lnTo>
                    <a:pt x="9169970" y="1180255"/>
                  </a:lnTo>
                  <a:lnTo>
                    <a:pt x="9203717" y="1096338"/>
                  </a:lnTo>
                  <a:lnTo>
                    <a:pt x="9237789" y="1016474"/>
                  </a:lnTo>
                  <a:lnTo>
                    <a:pt x="9272302" y="940672"/>
                  </a:lnTo>
                  <a:lnTo>
                    <a:pt x="9307393" y="868898"/>
                  </a:lnTo>
                  <a:lnTo>
                    <a:pt x="9343225" y="801076"/>
                  </a:lnTo>
                  <a:lnTo>
                    <a:pt x="9347647" y="793082"/>
                  </a:lnTo>
                  <a:lnTo>
                    <a:pt x="9395135" y="712416"/>
                  </a:lnTo>
                  <a:lnTo>
                    <a:pt x="9444638" y="638156"/>
                  </a:lnTo>
                  <a:lnTo>
                    <a:pt x="9496675" y="570124"/>
                  </a:lnTo>
                  <a:lnTo>
                    <a:pt x="9551819" y="507945"/>
                  </a:lnTo>
                  <a:lnTo>
                    <a:pt x="9610666" y="451151"/>
                  </a:lnTo>
                  <a:lnTo>
                    <a:pt x="9673815" y="399242"/>
                  </a:lnTo>
                  <a:lnTo>
                    <a:pt x="9741832" y="351734"/>
                  </a:lnTo>
                  <a:lnTo>
                    <a:pt x="9815214" y="308185"/>
                  </a:lnTo>
                  <a:lnTo>
                    <a:pt x="9894336" y="268208"/>
                  </a:lnTo>
                  <a:lnTo>
                    <a:pt x="9979389" y="231487"/>
                  </a:lnTo>
                  <a:lnTo>
                    <a:pt x="10070294" y="197778"/>
                  </a:lnTo>
                  <a:lnTo>
                    <a:pt x="10166612" y="166913"/>
                  </a:lnTo>
                  <a:lnTo>
                    <a:pt x="10267450" y="138795"/>
                  </a:lnTo>
                  <a:lnTo>
                    <a:pt x="10371376" y="113397"/>
                  </a:lnTo>
                  <a:lnTo>
                    <a:pt x="10476384" y="90739"/>
                  </a:lnTo>
                  <a:lnTo>
                    <a:pt x="10579921" y="70873"/>
                  </a:lnTo>
                  <a:lnTo>
                    <a:pt x="10679021" y="53850"/>
                  </a:lnTo>
                  <a:lnTo>
                    <a:pt x="10770541" y="39689"/>
                  </a:lnTo>
                  <a:lnTo>
                    <a:pt x="10851506" y="28342"/>
                  </a:lnTo>
                  <a:lnTo>
                    <a:pt x="10919497" y="19670"/>
                  </a:lnTo>
                  <a:lnTo>
                    <a:pt x="10973007" y="13435"/>
                  </a:lnTo>
                  <a:lnTo>
                    <a:pt x="11011703" y="9301"/>
                  </a:lnTo>
                  <a:lnTo>
                    <a:pt x="11036529" y="6863"/>
                  </a:lnTo>
                  <a:lnTo>
                    <a:pt x="11049662" y="5675"/>
                  </a:lnTo>
                  <a:lnTo>
                    <a:pt x="11054372" y="528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4014" y="69"/>
                  </a:lnTo>
                  <a:lnTo>
                    <a:pt x="11048196" y="562"/>
                  </a:lnTo>
                  <a:lnTo>
                    <a:pt x="11033354" y="1923"/>
                  </a:lnTo>
                  <a:lnTo>
                    <a:pt x="11006386" y="4607"/>
                  </a:lnTo>
                  <a:lnTo>
                    <a:pt x="10965308" y="9057"/>
                  </a:lnTo>
                  <a:lnTo>
                    <a:pt x="10909384" y="15668"/>
                  </a:lnTo>
                  <a:lnTo>
                    <a:pt x="10839150" y="24762"/>
                  </a:lnTo>
                  <a:lnTo>
                    <a:pt x="10756280" y="36560"/>
                  </a:lnTo>
                  <a:lnTo>
                    <a:pt x="10663314" y="51186"/>
                  </a:lnTo>
                  <a:lnTo>
                    <a:pt x="10563279" y="68675"/>
                  </a:lnTo>
                  <a:lnTo>
                    <a:pt x="10459308" y="89000"/>
                  </a:lnTo>
                  <a:lnTo>
                    <a:pt x="10354316" y="112107"/>
                  </a:lnTo>
                  <a:lnTo>
                    <a:pt x="10250771" y="137949"/>
                  </a:lnTo>
                  <a:lnTo>
                    <a:pt x="10150587" y="166510"/>
                  </a:lnTo>
                  <a:lnTo>
                    <a:pt x="10055103" y="197830"/>
                  </a:lnTo>
                  <a:lnTo>
                    <a:pt x="9965132" y="232017"/>
                  </a:lnTo>
                  <a:lnTo>
                    <a:pt x="9881048" y="269249"/>
                  </a:lnTo>
                  <a:lnTo>
                    <a:pt x="9802879" y="309784"/>
                  </a:lnTo>
                  <a:lnTo>
                    <a:pt x="9730401" y="353950"/>
                  </a:lnTo>
                  <a:lnTo>
                    <a:pt x="9663213" y="402143"/>
                  </a:lnTo>
                  <a:lnTo>
                    <a:pt x="9600804" y="454814"/>
                  </a:lnTo>
                  <a:lnTo>
                    <a:pt x="9542601" y="512452"/>
                  </a:lnTo>
                  <a:lnTo>
                    <a:pt x="9488003" y="575553"/>
                  </a:lnTo>
                  <a:lnTo>
                    <a:pt x="9436417" y="644578"/>
                  </a:lnTo>
                  <a:lnTo>
                    <a:pt x="9387276" y="719875"/>
                  </a:lnTo>
                  <a:lnTo>
                    <a:pt x="9347647" y="787841"/>
                  </a:lnTo>
                  <a:lnTo>
                    <a:pt x="9311713" y="855189"/>
                  </a:lnTo>
                  <a:lnTo>
                    <a:pt x="9276541" y="926478"/>
                  </a:lnTo>
                  <a:lnTo>
                    <a:pt x="9241965" y="1001786"/>
                  </a:lnTo>
                  <a:lnTo>
                    <a:pt x="9207846" y="1081155"/>
                  </a:lnTo>
                  <a:lnTo>
                    <a:pt x="9174065" y="1164581"/>
                  </a:lnTo>
                  <a:lnTo>
                    <a:pt x="9140526" y="1252015"/>
                  </a:lnTo>
                  <a:lnTo>
                    <a:pt x="9107147" y="1343358"/>
                  </a:lnTo>
                  <a:lnTo>
                    <a:pt x="9073863" y="1438460"/>
                  </a:lnTo>
                  <a:lnTo>
                    <a:pt x="9040626" y="1537118"/>
                  </a:lnTo>
                  <a:lnTo>
                    <a:pt x="9007396" y="1639075"/>
                  </a:lnTo>
                  <a:lnTo>
                    <a:pt x="8974150" y="1744020"/>
                  </a:lnTo>
                  <a:lnTo>
                    <a:pt x="8940869" y="1851597"/>
                  </a:lnTo>
                  <a:lnTo>
                    <a:pt x="8907549" y="1961402"/>
                  </a:lnTo>
                  <a:lnTo>
                    <a:pt x="8874190" y="2072990"/>
                  </a:lnTo>
                  <a:lnTo>
                    <a:pt x="8840798" y="2185886"/>
                  </a:lnTo>
                  <a:lnTo>
                    <a:pt x="8807384" y="2299590"/>
                  </a:lnTo>
                  <a:lnTo>
                    <a:pt x="8773962" y="2413586"/>
                  </a:lnTo>
                  <a:lnTo>
                    <a:pt x="8740547" y="2527353"/>
                  </a:lnTo>
                  <a:lnTo>
                    <a:pt x="8707151" y="2640374"/>
                  </a:lnTo>
                  <a:lnTo>
                    <a:pt x="8673787" y="2752148"/>
                  </a:lnTo>
                  <a:lnTo>
                    <a:pt x="8640462" y="2862194"/>
                  </a:lnTo>
                  <a:lnTo>
                    <a:pt x="8607177" y="2970064"/>
                  </a:lnTo>
                  <a:lnTo>
                    <a:pt x="8573927" y="3075351"/>
                  </a:lnTo>
                  <a:lnTo>
                    <a:pt x="8540697" y="3177688"/>
                  </a:lnTo>
                  <a:lnTo>
                    <a:pt x="8507462" y="3276763"/>
                  </a:lnTo>
                  <a:lnTo>
                    <a:pt x="8474187" y="3372310"/>
                  </a:lnTo>
                  <a:lnTo>
                    <a:pt x="8440822" y="3464120"/>
                  </a:lnTo>
                  <a:lnTo>
                    <a:pt x="8407306" y="3552036"/>
                  </a:lnTo>
                  <a:lnTo>
                    <a:pt x="8373560" y="3635954"/>
                  </a:lnTo>
                  <a:lnTo>
                    <a:pt x="8339488" y="3715817"/>
                  </a:lnTo>
                  <a:lnTo>
                    <a:pt x="8304974" y="3791619"/>
                  </a:lnTo>
                  <a:lnTo>
                    <a:pt x="8269883" y="3863394"/>
                  </a:lnTo>
                  <a:lnTo>
                    <a:pt x="8234052" y="3931216"/>
                  </a:lnTo>
                  <a:lnTo>
                    <a:pt x="8229629" y="3939209"/>
                  </a:lnTo>
                  <a:lnTo>
                    <a:pt x="8182142" y="4019876"/>
                  </a:lnTo>
                  <a:lnTo>
                    <a:pt x="8132639" y="4094135"/>
                  </a:lnTo>
                  <a:lnTo>
                    <a:pt x="8080602" y="4162167"/>
                  </a:lnTo>
                  <a:lnTo>
                    <a:pt x="8025458" y="4224346"/>
                  </a:lnTo>
                  <a:lnTo>
                    <a:pt x="7966610" y="4281141"/>
                  </a:lnTo>
                  <a:lnTo>
                    <a:pt x="7903461" y="4333050"/>
                  </a:lnTo>
                  <a:lnTo>
                    <a:pt x="7835444" y="4380557"/>
                  </a:lnTo>
                  <a:lnTo>
                    <a:pt x="7762062" y="4424107"/>
                  </a:lnTo>
                  <a:lnTo>
                    <a:pt x="7682940" y="4464083"/>
                  </a:lnTo>
                  <a:lnTo>
                    <a:pt x="7597887" y="4500804"/>
                  </a:lnTo>
                  <a:lnTo>
                    <a:pt x="7506983" y="4534513"/>
                  </a:lnTo>
                  <a:lnTo>
                    <a:pt x="7410664" y="4565379"/>
                  </a:lnTo>
                  <a:lnTo>
                    <a:pt x="7309827" y="4593496"/>
                  </a:lnTo>
                  <a:lnTo>
                    <a:pt x="7205901" y="4618895"/>
                  </a:lnTo>
                  <a:lnTo>
                    <a:pt x="7100893" y="4641553"/>
                  </a:lnTo>
                  <a:lnTo>
                    <a:pt x="6997355" y="4661419"/>
                  </a:lnTo>
                  <a:lnTo>
                    <a:pt x="6898256" y="4678442"/>
                  </a:lnTo>
                  <a:lnTo>
                    <a:pt x="6806736" y="4692603"/>
                  </a:lnTo>
                  <a:lnTo>
                    <a:pt x="6725770" y="4703950"/>
                  </a:lnTo>
                  <a:lnTo>
                    <a:pt x="6657780" y="4712621"/>
                  </a:lnTo>
                  <a:lnTo>
                    <a:pt x="6604270" y="4718857"/>
                  </a:lnTo>
                  <a:lnTo>
                    <a:pt x="6565574" y="4722990"/>
                  </a:lnTo>
                  <a:lnTo>
                    <a:pt x="6540747" y="4725428"/>
                  </a:lnTo>
                  <a:lnTo>
                    <a:pt x="6527615" y="4726617"/>
                  </a:lnTo>
                  <a:lnTo>
                    <a:pt x="6522904" y="4727011"/>
                  </a:lnTo>
                  <a:lnTo>
                    <a:pt x="6522385" y="4727051"/>
                  </a:lnTo>
                  <a:lnTo>
                    <a:pt x="5527445" y="4727051"/>
                  </a:lnTo>
                  <a:lnTo>
                    <a:pt x="5526354" y="4727007"/>
                  </a:lnTo>
                  <a:lnTo>
                    <a:pt x="5519145" y="4726690"/>
                  </a:lnTo>
                  <a:lnTo>
                    <a:pt x="5500859" y="4725813"/>
                  </a:lnTo>
                  <a:lnTo>
                    <a:pt x="5467876" y="4724085"/>
                  </a:lnTo>
                  <a:lnTo>
                    <a:pt x="5418130" y="4721227"/>
                  </a:lnTo>
                  <a:lnTo>
                    <a:pt x="5351257" y="4717001"/>
                  </a:lnTo>
                  <a:lnTo>
                    <a:pt x="5268554" y="4711227"/>
                  </a:lnTo>
                  <a:lnTo>
                    <a:pt x="5172694" y="4703793"/>
                  </a:lnTo>
                  <a:lnTo>
                    <a:pt x="5067250" y="4694655"/>
                  </a:lnTo>
                  <a:lnTo>
                    <a:pt x="4956131" y="4683818"/>
                  </a:lnTo>
                  <a:lnTo>
                    <a:pt x="4843078" y="4671314"/>
                  </a:lnTo>
                  <a:lnTo>
                    <a:pt x="4731292" y="4657174"/>
                  </a:lnTo>
                  <a:lnTo>
                    <a:pt x="4623245" y="4641413"/>
                  </a:lnTo>
                  <a:lnTo>
                    <a:pt x="4520638" y="4624005"/>
                  </a:lnTo>
                  <a:lnTo>
                    <a:pt x="4424468" y="4604880"/>
                  </a:lnTo>
                  <a:lnTo>
                    <a:pt x="4335147" y="4583917"/>
                  </a:lnTo>
                  <a:lnTo>
                    <a:pt x="4252644" y="4560942"/>
                  </a:lnTo>
                  <a:lnTo>
                    <a:pt x="4176613" y="4535733"/>
                  </a:lnTo>
                  <a:lnTo>
                    <a:pt x="4106500" y="4508022"/>
                  </a:lnTo>
                  <a:lnTo>
                    <a:pt x="4041628" y="4477506"/>
                  </a:lnTo>
                  <a:lnTo>
                    <a:pt x="3981261" y="4443869"/>
                  </a:lnTo>
                  <a:lnTo>
                    <a:pt x="3924650" y="4406799"/>
                  </a:lnTo>
                  <a:lnTo>
                    <a:pt x="3871072" y="4366044"/>
                  </a:lnTo>
                  <a:lnTo>
                    <a:pt x="3820202" y="4321776"/>
                  </a:lnTo>
                  <a:lnTo>
                    <a:pt x="3773535" y="4276233"/>
                  </a:lnTo>
                  <a:lnTo>
                    <a:pt x="3728075" y="4227226"/>
                  </a:lnTo>
                  <a:lnTo>
                    <a:pt x="3683481" y="4174684"/>
                  </a:lnTo>
                  <a:lnTo>
                    <a:pt x="3639482" y="4118598"/>
                  </a:lnTo>
                  <a:lnTo>
                    <a:pt x="3595861" y="4059029"/>
                  </a:lnTo>
                  <a:lnTo>
                    <a:pt x="3552455" y="3996109"/>
                  </a:lnTo>
                  <a:lnTo>
                    <a:pt x="3509141" y="3930051"/>
                  </a:lnTo>
                  <a:lnTo>
                    <a:pt x="3465836" y="3861145"/>
                  </a:lnTo>
                  <a:lnTo>
                    <a:pt x="3422489" y="3789757"/>
                  </a:lnTo>
                  <a:lnTo>
                    <a:pt x="3379077" y="3716327"/>
                  </a:lnTo>
                  <a:lnTo>
                    <a:pt x="3335599" y="3641352"/>
                  </a:lnTo>
                  <a:lnTo>
                    <a:pt x="3292071" y="3565380"/>
                  </a:lnTo>
                  <a:lnTo>
                    <a:pt x="3248521" y="3488989"/>
                  </a:lnTo>
                  <a:lnTo>
                    <a:pt x="3204980" y="3412770"/>
                  </a:lnTo>
                  <a:lnTo>
                    <a:pt x="3161478" y="3337310"/>
                  </a:lnTo>
                  <a:lnTo>
                    <a:pt x="3118037" y="3263170"/>
                  </a:lnTo>
                  <a:lnTo>
                    <a:pt x="3074664" y="3190872"/>
                  </a:lnTo>
                  <a:lnTo>
                    <a:pt x="3031346" y="3120879"/>
                  </a:lnTo>
                  <a:lnTo>
                    <a:pt x="2988044" y="3053590"/>
                  </a:lnTo>
                  <a:lnTo>
                    <a:pt x="2944689" y="2989328"/>
                  </a:lnTo>
                  <a:lnTo>
                    <a:pt x="2901176" y="2928338"/>
                  </a:lnTo>
                  <a:lnTo>
                    <a:pt x="2857358" y="2870784"/>
                  </a:lnTo>
                  <a:lnTo>
                    <a:pt x="2813042" y="2816758"/>
                  </a:lnTo>
                  <a:lnTo>
                    <a:pt x="2767981" y="2766278"/>
                  </a:lnTo>
                  <a:lnTo>
                    <a:pt x="2721866" y="2719299"/>
                  </a:lnTo>
                  <a:lnTo>
                    <a:pt x="2702183" y="2700673"/>
                  </a:lnTo>
                  <a:lnTo>
                    <a:pt x="2650970" y="2656125"/>
                  </a:lnTo>
                  <a:lnTo>
                    <a:pt x="2597375" y="2615394"/>
                  </a:lnTo>
                  <a:lnTo>
                    <a:pt x="2540741" y="2578348"/>
                  </a:lnTo>
                  <a:lnTo>
                    <a:pt x="2480347" y="2544732"/>
                  </a:lnTo>
                  <a:lnTo>
                    <a:pt x="2415443" y="2514236"/>
                  </a:lnTo>
                  <a:lnTo>
                    <a:pt x="2345293" y="2486542"/>
                  </a:lnTo>
                  <a:lnTo>
                    <a:pt x="2269221" y="2461348"/>
                  </a:lnTo>
                  <a:lnTo>
                    <a:pt x="2186674" y="2438388"/>
                  </a:lnTo>
                  <a:lnTo>
                    <a:pt x="2097308" y="2417437"/>
                  </a:lnTo>
                  <a:lnTo>
                    <a:pt x="2001093" y="2398324"/>
                  </a:lnTo>
                  <a:lnTo>
                    <a:pt x="1898447" y="2380927"/>
                  </a:lnTo>
                  <a:lnTo>
                    <a:pt x="1790369" y="2365176"/>
                  </a:lnTo>
                  <a:lnTo>
                    <a:pt x="1678566" y="2351047"/>
                  </a:lnTo>
                  <a:lnTo>
                    <a:pt x="1565514" y="2338554"/>
                  </a:lnTo>
                  <a:lnTo>
                    <a:pt x="1454420" y="2327728"/>
                  </a:lnTo>
                  <a:lnTo>
                    <a:pt x="1349026" y="2318601"/>
                  </a:lnTo>
                  <a:lnTo>
                    <a:pt x="1253242" y="2311179"/>
                  </a:lnTo>
                  <a:lnTo>
                    <a:pt x="1170635" y="2305415"/>
                  </a:lnTo>
                  <a:lnTo>
                    <a:pt x="1103872" y="2301198"/>
                  </a:lnTo>
                  <a:lnTo>
                    <a:pt x="1054239" y="2298349"/>
                  </a:lnTo>
                  <a:lnTo>
                    <a:pt x="1021362" y="2296628"/>
                  </a:lnTo>
                  <a:lnTo>
                    <a:pt x="1003161" y="2295756"/>
                  </a:lnTo>
                  <a:lnTo>
                    <a:pt x="996010" y="2295441"/>
                  </a:lnTo>
                  <a:lnTo>
                    <a:pt x="994940" y="2295397"/>
                  </a:lnTo>
                  <a:lnTo>
                    <a:pt x="0" y="2295397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6" name="pl45"/>
            <p:cNvSpPr/>
            <p:nvPr/>
          </p:nvSpPr>
          <p:spPr>
            <a:xfrm>
              <a:off x="1199187" y="1446250"/>
              <a:ext cx="12049831" cy="4727051"/>
            </a:xfrm>
            <a:custGeom>
              <a:avLst/>
              <a:pathLst>
                <a:path w="12049831" h="4727051">
                  <a:moveTo>
                    <a:pt x="0" y="2295397"/>
                  </a:moveTo>
                  <a:lnTo>
                    <a:pt x="994940" y="2295397"/>
                  </a:lnTo>
                  <a:lnTo>
                    <a:pt x="996031" y="2295442"/>
                  </a:lnTo>
                  <a:lnTo>
                    <a:pt x="1003240" y="2295759"/>
                  </a:lnTo>
                  <a:lnTo>
                    <a:pt x="1021526" y="2296636"/>
                  </a:lnTo>
                  <a:lnTo>
                    <a:pt x="1054509" y="2298364"/>
                  </a:lnTo>
                  <a:lnTo>
                    <a:pt x="1104255" y="2301221"/>
                  </a:lnTo>
                  <a:lnTo>
                    <a:pt x="1171128" y="2305447"/>
                  </a:lnTo>
                  <a:lnTo>
                    <a:pt x="1253831" y="2311222"/>
                  </a:lnTo>
                  <a:lnTo>
                    <a:pt x="1349691" y="2318656"/>
                  </a:lnTo>
                  <a:lnTo>
                    <a:pt x="1455135" y="2327793"/>
                  </a:lnTo>
                  <a:lnTo>
                    <a:pt x="1566254" y="2338630"/>
                  </a:lnTo>
                  <a:lnTo>
                    <a:pt x="1679307" y="2351135"/>
                  </a:lnTo>
                  <a:lnTo>
                    <a:pt x="1791093" y="2365274"/>
                  </a:lnTo>
                  <a:lnTo>
                    <a:pt x="1899140" y="2381036"/>
                  </a:lnTo>
                  <a:lnTo>
                    <a:pt x="2001747" y="2398444"/>
                  </a:lnTo>
                  <a:lnTo>
                    <a:pt x="2097917" y="2417569"/>
                  </a:lnTo>
                  <a:lnTo>
                    <a:pt x="2187238" y="2438532"/>
                  </a:lnTo>
                  <a:lnTo>
                    <a:pt x="2269741" y="2461506"/>
                  </a:lnTo>
                  <a:lnTo>
                    <a:pt x="2345772" y="2486716"/>
                  </a:lnTo>
                  <a:lnTo>
                    <a:pt x="2415885" y="2514427"/>
                  </a:lnTo>
                  <a:lnTo>
                    <a:pt x="2480757" y="2544942"/>
                  </a:lnTo>
                  <a:lnTo>
                    <a:pt x="2541124" y="2578580"/>
                  </a:lnTo>
                  <a:lnTo>
                    <a:pt x="2597735" y="2615649"/>
                  </a:lnTo>
                  <a:lnTo>
                    <a:pt x="2651313" y="2656405"/>
                  </a:lnTo>
                  <a:lnTo>
                    <a:pt x="2702183" y="2700673"/>
                  </a:lnTo>
                  <a:lnTo>
                    <a:pt x="2748850" y="2746215"/>
                  </a:lnTo>
                  <a:lnTo>
                    <a:pt x="2794310" y="2795223"/>
                  </a:lnTo>
                  <a:lnTo>
                    <a:pt x="2838904" y="2847765"/>
                  </a:lnTo>
                  <a:lnTo>
                    <a:pt x="2882903" y="2903851"/>
                  </a:lnTo>
                  <a:lnTo>
                    <a:pt x="2926524" y="2963420"/>
                  </a:lnTo>
                  <a:lnTo>
                    <a:pt x="2969930" y="3026340"/>
                  </a:lnTo>
                  <a:lnTo>
                    <a:pt x="3013244" y="3092398"/>
                  </a:lnTo>
                  <a:lnTo>
                    <a:pt x="3056549" y="3161304"/>
                  </a:lnTo>
                  <a:lnTo>
                    <a:pt x="3099896" y="3232691"/>
                  </a:lnTo>
                  <a:lnTo>
                    <a:pt x="3143308" y="3306122"/>
                  </a:lnTo>
                  <a:lnTo>
                    <a:pt x="3186786" y="3381096"/>
                  </a:lnTo>
                  <a:lnTo>
                    <a:pt x="3230314" y="3457068"/>
                  </a:lnTo>
                  <a:lnTo>
                    <a:pt x="3273864" y="3533460"/>
                  </a:lnTo>
                  <a:lnTo>
                    <a:pt x="3317405" y="3609679"/>
                  </a:lnTo>
                  <a:lnTo>
                    <a:pt x="3360907" y="3685139"/>
                  </a:lnTo>
                  <a:lnTo>
                    <a:pt x="3404348" y="3759279"/>
                  </a:lnTo>
                  <a:lnTo>
                    <a:pt x="3447721" y="3831577"/>
                  </a:lnTo>
                  <a:lnTo>
                    <a:pt x="3491039" y="3901570"/>
                  </a:lnTo>
                  <a:lnTo>
                    <a:pt x="3534341" y="3968858"/>
                  </a:lnTo>
                  <a:lnTo>
                    <a:pt x="3577696" y="4033120"/>
                  </a:lnTo>
                  <a:lnTo>
                    <a:pt x="3621209" y="4094111"/>
                  </a:lnTo>
                  <a:lnTo>
                    <a:pt x="3665027" y="4151665"/>
                  </a:lnTo>
                  <a:lnTo>
                    <a:pt x="3709343" y="4205691"/>
                  </a:lnTo>
                  <a:lnTo>
                    <a:pt x="3754404" y="4256171"/>
                  </a:lnTo>
                  <a:lnTo>
                    <a:pt x="3800519" y="4303150"/>
                  </a:lnTo>
                  <a:lnTo>
                    <a:pt x="3820202" y="4321776"/>
                  </a:lnTo>
                  <a:lnTo>
                    <a:pt x="3871415" y="4366324"/>
                  </a:lnTo>
                  <a:lnTo>
                    <a:pt x="3925010" y="4407054"/>
                  </a:lnTo>
                  <a:lnTo>
                    <a:pt x="3981644" y="4444100"/>
                  </a:lnTo>
                  <a:lnTo>
                    <a:pt x="4042038" y="4477717"/>
                  </a:lnTo>
                  <a:lnTo>
                    <a:pt x="4106942" y="4508212"/>
                  </a:lnTo>
                  <a:lnTo>
                    <a:pt x="4177092" y="4535906"/>
                  </a:lnTo>
                  <a:lnTo>
                    <a:pt x="4253164" y="4561100"/>
                  </a:lnTo>
                  <a:lnTo>
                    <a:pt x="4335711" y="4584061"/>
                  </a:lnTo>
                  <a:lnTo>
                    <a:pt x="4425077" y="4605011"/>
                  </a:lnTo>
                  <a:lnTo>
                    <a:pt x="4521292" y="4624124"/>
                  </a:lnTo>
                  <a:lnTo>
                    <a:pt x="4623938" y="4641521"/>
                  </a:lnTo>
                  <a:lnTo>
                    <a:pt x="4732016" y="4657273"/>
                  </a:lnTo>
                  <a:lnTo>
                    <a:pt x="4843819" y="4671401"/>
                  </a:lnTo>
                  <a:lnTo>
                    <a:pt x="4956871" y="4683895"/>
                  </a:lnTo>
                  <a:lnTo>
                    <a:pt x="5067965" y="4694721"/>
                  </a:lnTo>
                  <a:lnTo>
                    <a:pt x="5173359" y="4703848"/>
                  </a:lnTo>
                  <a:lnTo>
                    <a:pt x="5269143" y="4711270"/>
                  </a:lnTo>
                  <a:lnTo>
                    <a:pt x="5351750" y="4717034"/>
                  </a:lnTo>
                  <a:lnTo>
                    <a:pt x="5418513" y="4721250"/>
                  </a:lnTo>
                  <a:lnTo>
                    <a:pt x="5468146" y="4724099"/>
                  </a:lnTo>
                  <a:lnTo>
                    <a:pt x="5501023" y="4725821"/>
                  </a:lnTo>
                  <a:lnTo>
                    <a:pt x="5519224" y="4726693"/>
                  </a:lnTo>
                  <a:lnTo>
                    <a:pt x="5526375" y="4727008"/>
                  </a:lnTo>
                  <a:lnTo>
                    <a:pt x="5527445" y="4727051"/>
                  </a:lnTo>
                  <a:lnTo>
                    <a:pt x="6522385" y="4727051"/>
                  </a:lnTo>
                  <a:lnTo>
                    <a:pt x="6523263" y="4726982"/>
                  </a:lnTo>
                  <a:lnTo>
                    <a:pt x="6529081" y="4726489"/>
                  </a:lnTo>
                  <a:lnTo>
                    <a:pt x="6543922" y="4725128"/>
                  </a:lnTo>
                  <a:lnTo>
                    <a:pt x="6570890" y="4722444"/>
                  </a:lnTo>
                  <a:lnTo>
                    <a:pt x="6611968" y="4717994"/>
                  </a:lnTo>
                  <a:lnTo>
                    <a:pt x="6667893" y="4711383"/>
                  </a:lnTo>
                  <a:lnTo>
                    <a:pt x="6738127" y="4702289"/>
                  </a:lnTo>
                  <a:lnTo>
                    <a:pt x="6820996" y="4690491"/>
                  </a:lnTo>
                  <a:lnTo>
                    <a:pt x="6913962" y="4675865"/>
                  </a:lnTo>
                  <a:lnTo>
                    <a:pt x="7013998" y="4658376"/>
                  </a:lnTo>
                  <a:lnTo>
                    <a:pt x="7117969" y="4638051"/>
                  </a:lnTo>
                  <a:lnTo>
                    <a:pt x="7222961" y="4614944"/>
                  </a:lnTo>
                  <a:lnTo>
                    <a:pt x="7326506" y="4589102"/>
                  </a:lnTo>
                  <a:lnTo>
                    <a:pt x="7426690" y="4560541"/>
                  </a:lnTo>
                  <a:lnTo>
                    <a:pt x="7522174" y="4529221"/>
                  </a:lnTo>
                  <a:lnTo>
                    <a:pt x="7612145" y="4495034"/>
                  </a:lnTo>
                  <a:lnTo>
                    <a:pt x="7696229" y="4457802"/>
                  </a:lnTo>
                  <a:lnTo>
                    <a:pt x="7774397" y="4417267"/>
                  </a:lnTo>
                  <a:lnTo>
                    <a:pt x="7846876" y="4373101"/>
                  </a:lnTo>
                  <a:lnTo>
                    <a:pt x="7914064" y="4324908"/>
                  </a:lnTo>
                  <a:lnTo>
                    <a:pt x="7976472" y="4272237"/>
                  </a:lnTo>
                  <a:lnTo>
                    <a:pt x="8034676" y="4214599"/>
                  </a:lnTo>
                  <a:lnTo>
                    <a:pt x="8089273" y="4151498"/>
                  </a:lnTo>
                  <a:lnTo>
                    <a:pt x="8140860" y="4082473"/>
                  </a:lnTo>
                  <a:lnTo>
                    <a:pt x="8190001" y="4007176"/>
                  </a:lnTo>
                  <a:lnTo>
                    <a:pt x="8229629" y="3939209"/>
                  </a:lnTo>
                  <a:lnTo>
                    <a:pt x="8265563" y="3871862"/>
                  </a:lnTo>
                  <a:lnTo>
                    <a:pt x="8300735" y="3800573"/>
                  </a:lnTo>
                  <a:lnTo>
                    <a:pt x="8335311" y="3725264"/>
                  </a:lnTo>
                  <a:lnTo>
                    <a:pt x="8369430" y="3645896"/>
                  </a:lnTo>
                  <a:lnTo>
                    <a:pt x="8403211" y="3562470"/>
                  </a:lnTo>
                  <a:lnTo>
                    <a:pt x="8436751" y="3475036"/>
                  </a:lnTo>
                  <a:lnTo>
                    <a:pt x="8470130" y="3383693"/>
                  </a:lnTo>
                  <a:lnTo>
                    <a:pt x="8503413" y="3288591"/>
                  </a:lnTo>
                  <a:lnTo>
                    <a:pt x="8536651" y="3189933"/>
                  </a:lnTo>
                  <a:lnTo>
                    <a:pt x="8569880" y="3087976"/>
                  </a:lnTo>
                  <a:lnTo>
                    <a:pt x="8603127" y="2983031"/>
                  </a:lnTo>
                  <a:lnTo>
                    <a:pt x="8636407" y="2875454"/>
                  </a:lnTo>
                  <a:lnTo>
                    <a:pt x="8669727" y="2765649"/>
                  </a:lnTo>
                  <a:lnTo>
                    <a:pt x="8703087" y="2654061"/>
                  </a:lnTo>
                  <a:lnTo>
                    <a:pt x="8736479" y="2541165"/>
                  </a:lnTo>
                  <a:lnTo>
                    <a:pt x="8769893" y="2427461"/>
                  </a:lnTo>
                  <a:lnTo>
                    <a:pt x="8803314" y="2313465"/>
                  </a:lnTo>
                  <a:lnTo>
                    <a:pt x="8836730" y="2199698"/>
                  </a:lnTo>
                  <a:lnTo>
                    <a:pt x="8870125" y="2086677"/>
                  </a:lnTo>
                  <a:lnTo>
                    <a:pt x="8903489" y="1974903"/>
                  </a:lnTo>
                  <a:lnTo>
                    <a:pt x="8936814" y="1864857"/>
                  </a:lnTo>
                  <a:lnTo>
                    <a:pt x="8970099" y="1756987"/>
                  </a:lnTo>
                  <a:lnTo>
                    <a:pt x="9003349" y="1651700"/>
                  </a:lnTo>
                  <a:lnTo>
                    <a:pt x="9036580" y="1549362"/>
                  </a:lnTo>
                  <a:lnTo>
                    <a:pt x="9069815" y="1450288"/>
                  </a:lnTo>
                  <a:lnTo>
                    <a:pt x="9103090" y="1354741"/>
                  </a:lnTo>
                  <a:lnTo>
                    <a:pt x="9136454" y="1262931"/>
                  </a:lnTo>
                  <a:lnTo>
                    <a:pt x="9169970" y="1175015"/>
                  </a:lnTo>
                  <a:lnTo>
                    <a:pt x="9203717" y="1091097"/>
                  </a:lnTo>
                  <a:lnTo>
                    <a:pt x="9237789" y="1011234"/>
                  </a:lnTo>
                  <a:lnTo>
                    <a:pt x="9272302" y="935432"/>
                  </a:lnTo>
                  <a:lnTo>
                    <a:pt x="9307393" y="863657"/>
                  </a:lnTo>
                  <a:lnTo>
                    <a:pt x="9343225" y="795835"/>
                  </a:lnTo>
                  <a:lnTo>
                    <a:pt x="9347647" y="787841"/>
                  </a:lnTo>
                  <a:lnTo>
                    <a:pt x="9395135" y="707175"/>
                  </a:lnTo>
                  <a:lnTo>
                    <a:pt x="9444638" y="632916"/>
                  </a:lnTo>
                  <a:lnTo>
                    <a:pt x="9496675" y="564883"/>
                  </a:lnTo>
                  <a:lnTo>
                    <a:pt x="9551819" y="502705"/>
                  </a:lnTo>
                  <a:lnTo>
                    <a:pt x="9610666" y="445910"/>
                  </a:lnTo>
                  <a:lnTo>
                    <a:pt x="9673815" y="394001"/>
                  </a:lnTo>
                  <a:lnTo>
                    <a:pt x="9741832" y="346494"/>
                  </a:lnTo>
                  <a:lnTo>
                    <a:pt x="9815214" y="302944"/>
                  </a:lnTo>
                  <a:lnTo>
                    <a:pt x="9894336" y="262968"/>
                  </a:lnTo>
                  <a:lnTo>
                    <a:pt x="9979389" y="226247"/>
                  </a:lnTo>
                  <a:lnTo>
                    <a:pt x="10070294" y="192538"/>
                  </a:lnTo>
                  <a:lnTo>
                    <a:pt x="10166612" y="161672"/>
                  </a:lnTo>
                  <a:lnTo>
                    <a:pt x="10267450" y="133555"/>
                  </a:lnTo>
                  <a:lnTo>
                    <a:pt x="10371376" y="108156"/>
                  </a:lnTo>
                  <a:lnTo>
                    <a:pt x="10476384" y="85498"/>
                  </a:lnTo>
                  <a:lnTo>
                    <a:pt x="10579921" y="65632"/>
                  </a:lnTo>
                  <a:lnTo>
                    <a:pt x="10679021" y="48609"/>
                  </a:lnTo>
                  <a:lnTo>
                    <a:pt x="10770541" y="34448"/>
                  </a:lnTo>
                  <a:lnTo>
                    <a:pt x="10851506" y="23101"/>
                  </a:lnTo>
                  <a:lnTo>
                    <a:pt x="10919497" y="14430"/>
                  </a:lnTo>
                  <a:lnTo>
                    <a:pt x="10973007" y="8194"/>
                  </a:lnTo>
                  <a:lnTo>
                    <a:pt x="11011703" y="4060"/>
                  </a:lnTo>
                  <a:lnTo>
                    <a:pt x="11036529" y="1623"/>
                  </a:lnTo>
                  <a:lnTo>
                    <a:pt x="11049662" y="434"/>
                  </a:lnTo>
                  <a:lnTo>
                    <a:pt x="11054372" y="4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" name="pl46"/>
            <p:cNvSpPr/>
            <p:nvPr/>
          </p:nvSpPr>
          <p:spPr>
            <a:xfrm>
              <a:off x="1199187" y="1441009"/>
              <a:ext cx="12049831" cy="4727051"/>
            </a:xfrm>
            <a:custGeom>
              <a:avLst/>
              <a:pathLst>
                <a:path w="12049831" h="4727051">
                  <a:moveTo>
                    <a:pt x="12049831" y="0"/>
                  </a:moveTo>
                  <a:lnTo>
                    <a:pt x="11054891" y="0"/>
                  </a:lnTo>
                  <a:lnTo>
                    <a:pt x="11054014" y="69"/>
                  </a:lnTo>
                  <a:lnTo>
                    <a:pt x="11048196" y="562"/>
                  </a:lnTo>
                  <a:lnTo>
                    <a:pt x="11033354" y="1923"/>
                  </a:lnTo>
                  <a:lnTo>
                    <a:pt x="11006386" y="4607"/>
                  </a:lnTo>
                  <a:lnTo>
                    <a:pt x="10965308" y="9057"/>
                  </a:lnTo>
                  <a:lnTo>
                    <a:pt x="10909384" y="15668"/>
                  </a:lnTo>
                  <a:lnTo>
                    <a:pt x="10839150" y="24762"/>
                  </a:lnTo>
                  <a:lnTo>
                    <a:pt x="10756280" y="36560"/>
                  </a:lnTo>
                  <a:lnTo>
                    <a:pt x="10663314" y="51186"/>
                  </a:lnTo>
                  <a:lnTo>
                    <a:pt x="10563279" y="68675"/>
                  </a:lnTo>
                  <a:lnTo>
                    <a:pt x="10459308" y="89000"/>
                  </a:lnTo>
                  <a:lnTo>
                    <a:pt x="10354316" y="112107"/>
                  </a:lnTo>
                  <a:lnTo>
                    <a:pt x="10250771" y="137949"/>
                  </a:lnTo>
                  <a:lnTo>
                    <a:pt x="10150587" y="166510"/>
                  </a:lnTo>
                  <a:lnTo>
                    <a:pt x="10055103" y="197830"/>
                  </a:lnTo>
                  <a:lnTo>
                    <a:pt x="9965132" y="232017"/>
                  </a:lnTo>
                  <a:lnTo>
                    <a:pt x="9881048" y="269249"/>
                  </a:lnTo>
                  <a:lnTo>
                    <a:pt x="9802879" y="309784"/>
                  </a:lnTo>
                  <a:lnTo>
                    <a:pt x="9730401" y="353950"/>
                  </a:lnTo>
                  <a:lnTo>
                    <a:pt x="9663213" y="402143"/>
                  </a:lnTo>
                  <a:lnTo>
                    <a:pt x="9600804" y="454814"/>
                  </a:lnTo>
                  <a:lnTo>
                    <a:pt x="9542601" y="512452"/>
                  </a:lnTo>
                  <a:lnTo>
                    <a:pt x="9488003" y="575553"/>
                  </a:lnTo>
                  <a:lnTo>
                    <a:pt x="9436417" y="644578"/>
                  </a:lnTo>
                  <a:lnTo>
                    <a:pt x="9387276" y="719875"/>
                  </a:lnTo>
                  <a:lnTo>
                    <a:pt x="9347647" y="787841"/>
                  </a:lnTo>
                  <a:lnTo>
                    <a:pt x="9311713" y="855189"/>
                  </a:lnTo>
                  <a:lnTo>
                    <a:pt x="9276541" y="926478"/>
                  </a:lnTo>
                  <a:lnTo>
                    <a:pt x="9241965" y="1001786"/>
                  </a:lnTo>
                  <a:lnTo>
                    <a:pt x="9207846" y="1081155"/>
                  </a:lnTo>
                  <a:lnTo>
                    <a:pt x="9174065" y="1164581"/>
                  </a:lnTo>
                  <a:lnTo>
                    <a:pt x="9140526" y="1252015"/>
                  </a:lnTo>
                  <a:lnTo>
                    <a:pt x="9107147" y="1343358"/>
                  </a:lnTo>
                  <a:lnTo>
                    <a:pt x="9073863" y="1438460"/>
                  </a:lnTo>
                  <a:lnTo>
                    <a:pt x="9040626" y="1537118"/>
                  </a:lnTo>
                  <a:lnTo>
                    <a:pt x="9007396" y="1639075"/>
                  </a:lnTo>
                  <a:lnTo>
                    <a:pt x="8974150" y="1744020"/>
                  </a:lnTo>
                  <a:lnTo>
                    <a:pt x="8940869" y="1851597"/>
                  </a:lnTo>
                  <a:lnTo>
                    <a:pt x="8907549" y="1961402"/>
                  </a:lnTo>
                  <a:lnTo>
                    <a:pt x="8874190" y="2072990"/>
                  </a:lnTo>
                  <a:lnTo>
                    <a:pt x="8840798" y="2185886"/>
                  </a:lnTo>
                  <a:lnTo>
                    <a:pt x="8807384" y="2299590"/>
                  </a:lnTo>
                  <a:lnTo>
                    <a:pt x="8773962" y="2413586"/>
                  </a:lnTo>
                  <a:lnTo>
                    <a:pt x="8740547" y="2527353"/>
                  </a:lnTo>
                  <a:lnTo>
                    <a:pt x="8707151" y="2640374"/>
                  </a:lnTo>
                  <a:lnTo>
                    <a:pt x="8673787" y="2752148"/>
                  </a:lnTo>
                  <a:lnTo>
                    <a:pt x="8640462" y="2862194"/>
                  </a:lnTo>
                  <a:lnTo>
                    <a:pt x="8607177" y="2970064"/>
                  </a:lnTo>
                  <a:lnTo>
                    <a:pt x="8573927" y="3075351"/>
                  </a:lnTo>
                  <a:lnTo>
                    <a:pt x="8540697" y="3177688"/>
                  </a:lnTo>
                  <a:lnTo>
                    <a:pt x="8507462" y="3276763"/>
                  </a:lnTo>
                  <a:lnTo>
                    <a:pt x="8474187" y="3372310"/>
                  </a:lnTo>
                  <a:lnTo>
                    <a:pt x="8440822" y="3464120"/>
                  </a:lnTo>
                  <a:lnTo>
                    <a:pt x="8407306" y="3552036"/>
                  </a:lnTo>
                  <a:lnTo>
                    <a:pt x="8373560" y="3635954"/>
                  </a:lnTo>
                  <a:lnTo>
                    <a:pt x="8339488" y="3715817"/>
                  </a:lnTo>
                  <a:lnTo>
                    <a:pt x="8304974" y="3791619"/>
                  </a:lnTo>
                  <a:lnTo>
                    <a:pt x="8269883" y="3863394"/>
                  </a:lnTo>
                  <a:lnTo>
                    <a:pt x="8234052" y="3931216"/>
                  </a:lnTo>
                  <a:lnTo>
                    <a:pt x="8229629" y="3939209"/>
                  </a:lnTo>
                  <a:lnTo>
                    <a:pt x="8182142" y="4019876"/>
                  </a:lnTo>
                  <a:lnTo>
                    <a:pt x="8132639" y="4094135"/>
                  </a:lnTo>
                  <a:lnTo>
                    <a:pt x="8080602" y="4162167"/>
                  </a:lnTo>
                  <a:lnTo>
                    <a:pt x="8025458" y="4224346"/>
                  </a:lnTo>
                  <a:lnTo>
                    <a:pt x="7966610" y="4281141"/>
                  </a:lnTo>
                  <a:lnTo>
                    <a:pt x="7903461" y="4333050"/>
                  </a:lnTo>
                  <a:lnTo>
                    <a:pt x="7835444" y="4380557"/>
                  </a:lnTo>
                  <a:lnTo>
                    <a:pt x="7762062" y="4424107"/>
                  </a:lnTo>
                  <a:lnTo>
                    <a:pt x="7682940" y="4464083"/>
                  </a:lnTo>
                  <a:lnTo>
                    <a:pt x="7597887" y="4500804"/>
                  </a:lnTo>
                  <a:lnTo>
                    <a:pt x="7506983" y="4534513"/>
                  </a:lnTo>
                  <a:lnTo>
                    <a:pt x="7410664" y="4565379"/>
                  </a:lnTo>
                  <a:lnTo>
                    <a:pt x="7309827" y="4593496"/>
                  </a:lnTo>
                  <a:lnTo>
                    <a:pt x="7205901" y="4618895"/>
                  </a:lnTo>
                  <a:lnTo>
                    <a:pt x="7100893" y="4641553"/>
                  </a:lnTo>
                  <a:lnTo>
                    <a:pt x="6997355" y="4661419"/>
                  </a:lnTo>
                  <a:lnTo>
                    <a:pt x="6898256" y="4678442"/>
                  </a:lnTo>
                  <a:lnTo>
                    <a:pt x="6806736" y="4692603"/>
                  </a:lnTo>
                  <a:lnTo>
                    <a:pt x="6725770" y="4703950"/>
                  </a:lnTo>
                  <a:lnTo>
                    <a:pt x="6657780" y="4712621"/>
                  </a:lnTo>
                  <a:lnTo>
                    <a:pt x="6604270" y="4718857"/>
                  </a:lnTo>
                  <a:lnTo>
                    <a:pt x="6565574" y="4722990"/>
                  </a:lnTo>
                  <a:lnTo>
                    <a:pt x="6540747" y="4725428"/>
                  </a:lnTo>
                  <a:lnTo>
                    <a:pt x="6527615" y="4726617"/>
                  </a:lnTo>
                  <a:lnTo>
                    <a:pt x="6522904" y="4727011"/>
                  </a:lnTo>
                  <a:lnTo>
                    <a:pt x="6522385" y="4727051"/>
                  </a:lnTo>
                  <a:lnTo>
                    <a:pt x="5527445" y="4727051"/>
                  </a:lnTo>
                  <a:lnTo>
                    <a:pt x="5526354" y="4727007"/>
                  </a:lnTo>
                  <a:lnTo>
                    <a:pt x="5519145" y="4726690"/>
                  </a:lnTo>
                  <a:lnTo>
                    <a:pt x="5500859" y="4725813"/>
                  </a:lnTo>
                  <a:lnTo>
                    <a:pt x="5467876" y="4724085"/>
                  </a:lnTo>
                  <a:lnTo>
                    <a:pt x="5418130" y="4721227"/>
                  </a:lnTo>
                  <a:lnTo>
                    <a:pt x="5351257" y="4717001"/>
                  </a:lnTo>
                  <a:lnTo>
                    <a:pt x="5268554" y="4711227"/>
                  </a:lnTo>
                  <a:lnTo>
                    <a:pt x="5172694" y="4703793"/>
                  </a:lnTo>
                  <a:lnTo>
                    <a:pt x="5067250" y="4694655"/>
                  </a:lnTo>
                  <a:lnTo>
                    <a:pt x="4956131" y="4683818"/>
                  </a:lnTo>
                  <a:lnTo>
                    <a:pt x="4843078" y="4671314"/>
                  </a:lnTo>
                  <a:lnTo>
                    <a:pt x="4731292" y="4657174"/>
                  </a:lnTo>
                  <a:lnTo>
                    <a:pt x="4623245" y="4641413"/>
                  </a:lnTo>
                  <a:lnTo>
                    <a:pt x="4520638" y="4624005"/>
                  </a:lnTo>
                  <a:lnTo>
                    <a:pt x="4424468" y="4604880"/>
                  </a:lnTo>
                  <a:lnTo>
                    <a:pt x="4335147" y="4583917"/>
                  </a:lnTo>
                  <a:lnTo>
                    <a:pt x="4252644" y="4560942"/>
                  </a:lnTo>
                  <a:lnTo>
                    <a:pt x="4176613" y="4535733"/>
                  </a:lnTo>
                  <a:lnTo>
                    <a:pt x="4106500" y="4508022"/>
                  </a:lnTo>
                  <a:lnTo>
                    <a:pt x="4041628" y="4477506"/>
                  </a:lnTo>
                  <a:lnTo>
                    <a:pt x="3981261" y="4443869"/>
                  </a:lnTo>
                  <a:lnTo>
                    <a:pt x="3924650" y="4406799"/>
                  </a:lnTo>
                  <a:lnTo>
                    <a:pt x="3871072" y="4366044"/>
                  </a:lnTo>
                  <a:lnTo>
                    <a:pt x="3820202" y="4321776"/>
                  </a:lnTo>
                  <a:lnTo>
                    <a:pt x="3773535" y="4276233"/>
                  </a:lnTo>
                  <a:lnTo>
                    <a:pt x="3728075" y="4227226"/>
                  </a:lnTo>
                  <a:lnTo>
                    <a:pt x="3683481" y="4174684"/>
                  </a:lnTo>
                  <a:lnTo>
                    <a:pt x="3639482" y="4118598"/>
                  </a:lnTo>
                  <a:lnTo>
                    <a:pt x="3595861" y="4059029"/>
                  </a:lnTo>
                  <a:lnTo>
                    <a:pt x="3552455" y="3996109"/>
                  </a:lnTo>
                  <a:lnTo>
                    <a:pt x="3509141" y="3930051"/>
                  </a:lnTo>
                  <a:lnTo>
                    <a:pt x="3465836" y="3861145"/>
                  </a:lnTo>
                  <a:lnTo>
                    <a:pt x="3422489" y="3789757"/>
                  </a:lnTo>
                  <a:lnTo>
                    <a:pt x="3379077" y="3716327"/>
                  </a:lnTo>
                  <a:lnTo>
                    <a:pt x="3335599" y="3641352"/>
                  </a:lnTo>
                  <a:lnTo>
                    <a:pt x="3292071" y="3565380"/>
                  </a:lnTo>
                  <a:lnTo>
                    <a:pt x="3248521" y="3488989"/>
                  </a:lnTo>
                  <a:lnTo>
                    <a:pt x="3204980" y="3412770"/>
                  </a:lnTo>
                  <a:lnTo>
                    <a:pt x="3161478" y="3337310"/>
                  </a:lnTo>
                  <a:lnTo>
                    <a:pt x="3118037" y="3263170"/>
                  </a:lnTo>
                  <a:lnTo>
                    <a:pt x="3074664" y="3190872"/>
                  </a:lnTo>
                  <a:lnTo>
                    <a:pt x="3031346" y="3120879"/>
                  </a:lnTo>
                  <a:lnTo>
                    <a:pt x="2988044" y="3053590"/>
                  </a:lnTo>
                  <a:lnTo>
                    <a:pt x="2944689" y="2989328"/>
                  </a:lnTo>
                  <a:lnTo>
                    <a:pt x="2901176" y="2928338"/>
                  </a:lnTo>
                  <a:lnTo>
                    <a:pt x="2857358" y="2870784"/>
                  </a:lnTo>
                  <a:lnTo>
                    <a:pt x="2813042" y="2816758"/>
                  </a:lnTo>
                  <a:lnTo>
                    <a:pt x="2767981" y="2766278"/>
                  </a:lnTo>
                  <a:lnTo>
                    <a:pt x="2721866" y="2719299"/>
                  </a:lnTo>
                  <a:lnTo>
                    <a:pt x="2702183" y="2700673"/>
                  </a:lnTo>
                  <a:lnTo>
                    <a:pt x="2650970" y="2656125"/>
                  </a:lnTo>
                  <a:lnTo>
                    <a:pt x="2597375" y="2615394"/>
                  </a:lnTo>
                  <a:lnTo>
                    <a:pt x="2540741" y="2578348"/>
                  </a:lnTo>
                  <a:lnTo>
                    <a:pt x="2480347" y="2544732"/>
                  </a:lnTo>
                  <a:lnTo>
                    <a:pt x="2415443" y="2514236"/>
                  </a:lnTo>
                  <a:lnTo>
                    <a:pt x="2345293" y="2486542"/>
                  </a:lnTo>
                  <a:lnTo>
                    <a:pt x="2269221" y="2461348"/>
                  </a:lnTo>
                  <a:lnTo>
                    <a:pt x="2186674" y="2438388"/>
                  </a:lnTo>
                  <a:lnTo>
                    <a:pt x="2097308" y="2417437"/>
                  </a:lnTo>
                  <a:lnTo>
                    <a:pt x="2001093" y="2398324"/>
                  </a:lnTo>
                  <a:lnTo>
                    <a:pt x="1898447" y="2380927"/>
                  </a:lnTo>
                  <a:lnTo>
                    <a:pt x="1790369" y="2365176"/>
                  </a:lnTo>
                  <a:lnTo>
                    <a:pt x="1678566" y="2351047"/>
                  </a:lnTo>
                  <a:lnTo>
                    <a:pt x="1565514" y="2338554"/>
                  </a:lnTo>
                  <a:lnTo>
                    <a:pt x="1454420" y="2327728"/>
                  </a:lnTo>
                  <a:lnTo>
                    <a:pt x="1349026" y="2318601"/>
                  </a:lnTo>
                  <a:lnTo>
                    <a:pt x="1253242" y="2311179"/>
                  </a:lnTo>
                  <a:lnTo>
                    <a:pt x="1170635" y="2305415"/>
                  </a:lnTo>
                  <a:lnTo>
                    <a:pt x="1103872" y="2301198"/>
                  </a:lnTo>
                  <a:lnTo>
                    <a:pt x="1054239" y="2298349"/>
                  </a:lnTo>
                  <a:lnTo>
                    <a:pt x="1021362" y="2296628"/>
                  </a:lnTo>
                  <a:lnTo>
                    <a:pt x="1003161" y="2295756"/>
                  </a:lnTo>
                  <a:lnTo>
                    <a:pt x="996010" y="2295441"/>
                  </a:lnTo>
                  <a:lnTo>
                    <a:pt x="994940" y="2295397"/>
                  </a:lnTo>
                  <a:lnTo>
                    <a:pt x="0" y="2295397"/>
                  </a:lnTo>
                  <a:lnTo>
                    <a:pt x="0" y="22953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" name="pg47"/>
            <p:cNvSpPr/>
            <p:nvPr/>
          </p:nvSpPr>
          <p:spPr>
            <a:xfrm>
              <a:off x="1199187" y="1540581"/>
              <a:ext cx="12049831" cy="4637961"/>
            </a:xfrm>
            <a:custGeom>
              <a:avLst/>
              <a:pathLst>
                <a:path w="12049831" h="4637961">
                  <a:moveTo>
                    <a:pt x="0" y="2206306"/>
                  </a:moveTo>
                  <a:lnTo>
                    <a:pt x="994940" y="2206306"/>
                  </a:lnTo>
                  <a:lnTo>
                    <a:pt x="996031" y="2206351"/>
                  </a:lnTo>
                  <a:lnTo>
                    <a:pt x="1003240" y="2206668"/>
                  </a:lnTo>
                  <a:lnTo>
                    <a:pt x="1021526" y="2207545"/>
                  </a:lnTo>
                  <a:lnTo>
                    <a:pt x="1054509" y="2209273"/>
                  </a:lnTo>
                  <a:lnTo>
                    <a:pt x="1104255" y="2212131"/>
                  </a:lnTo>
                  <a:lnTo>
                    <a:pt x="1171128" y="2216357"/>
                  </a:lnTo>
                  <a:lnTo>
                    <a:pt x="1253831" y="2222131"/>
                  </a:lnTo>
                  <a:lnTo>
                    <a:pt x="1349691" y="2229565"/>
                  </a:lnTo>
                  <a:lnTo>
                    <a:pt x="1455135" y="2238703"/>
                  </a:lnTo>
                  <a:lnTo>
                    <a:pt x="1566254" y="2249539"/>
                  </a:lnTo>
                  <a:lnTo>
                    <a:pt x="1679307" y="2262044"/>
                  </a:lnTo>
                  <a:lnTo>
                    <a:pt x="1791093" y="2276183"/>
                  </a:lnTo>
                  <a:lnTo>
                    <a:pt x="1899140" y="2291945"/>
                  </a:lnTo>
                  <a:lnTo>
                    <a:pt x="2001747" y="2309353"/>
                  </a:lnTo>
                  <a:lnTo>
                    <a:pt x="2097917" y="2328478"/>
                  </a:lnTo>
                  <a:lnTo>
                    <a:pt x="2187238" y="2349441"/>
                  </a:lnTo>
                  <a:lnTo>
                    <a:pt x="2269741" y="2372415"/>
                  </a:lnTo>
                  <a:lnTo>
                    <a:pt x="2345772" y="2397625"/>
                  </a:lnTo>
                  <a:lnTo>
                    <a:pt x="2415885" y="2425336"/>
                  </a:lnTo>
                  <a:lnTo>
                    <a:pt x="2480757" y="2455851"/>
                  </a:lnTo>
                  <a:lnTo>
                    <a:pt x="2541124" y="2489489"/>
                  </a:lnTo>
                  <a:lnTo>
                    <a:pt x="2597735" y="2526559"/>
                  </a:lnTo>
                  <a:lnTo>
                    <a:pt x="2651313" y="2567314"/>
                  </a:lnTo>
                  <a:lnTo>
                    <a:pt x="2702183" y="2611582"/>
                  </a:lnTo>
                  <a:lnTo>
                    <a:pt x="2748850" y="2657125"/>
                  </a:lnTo>
                  <a:lnTo>
                    <a:pt x="2794310" y="2706132"/>
                  </a:lnTo>
                  <a:lnTo>
                    <a:pt x="2838904" y="2758674"/>
                  </a:lnTo>
                  <a:lnTo>
                    <a:pt x="2882903" y="2814760"/>
                  </a:lnTo>
                  <a:lnTo>
                    <a:pt x="2926524" y="2874329"/>
                  </a:lnTo>
                  <a:lnTo>
                    <a:pt x="2969930" y="2937249"/>
                  </a:lnTo>
                  <a:lnTo>
                    <a:pt x="3013244" y="3003307"/>
                  </a:lnTo>
                  <a:lnTo>
                    <a:pt x="3056549" y="3072213"/>
                  </a:lnTo>
                  <a:lnTo>
                    <a:pt x="3099896" y="3143601"/>
                  </a:lnTo>
                  <a:lnTo>
                    <a:pt x="3143308" y="3217031"/>
                  </a:lnTo>
                  <a:lnTo>
                    <a:pt x="3186786" y="3292005"/>
                  </a:lnTo>
                  <a:lnTo>
                    <a:pt x="3230314" y="3367978"/>
                  </a:lnTo>
                  <a:lnTo>
                    <a:pt x="3273864" y="3444369"/>
                  </a:lnTo>
                  <a:lnTo>
                    <a:pt x="3317405" y="3520588"/>
                  </a:lnTo>
                  <a:lnTo>
                    <a:pt x="3360907" y="3596048"/>
                  </a:lnTo>
                  <a:lnTo>
                    <a:pt x="3404348" y="3670188"/>
                  </a:lnTo>
                  <a:lnTo>
                    <a:pt x="3447721" y="3742486"/>
                  </a:lnTo>
                  <a:lnTo>
                    <a:pt x="3491039" y="3812479"/>
                  </a:lnTo>
                  <a:lnTo>
                    <a:pt x="3534341" y="3879768"/>
                  </a:lnTo>
                  <a:lnTo>
                    <a:pt x="3577696" y="3944030"/>
                  </a:lnTo>
                  <a:lnTo>
                    <a:pt x="3621209" y="4005020"/>
                  </a:lnTo>
                  <a:lnTo>
                    <a:pt x="3665027" y="4062574"/>
                  </a:lnTo>
                  <a:lnTo>
                    <a:pt x="3709343" y="4116600"/>
                  </a:lnTo>
                  <a:lnTo>
                    <a:pt x="3754404" y="4167080"/>
                  </a:lnTo>
                  <a:lnTo>
                    <a:pt x="3800519" y="4214059"/>
                  </a:lnTo>
                  <a:lnTo>
                    <a:pt x="3820202" y="4232685"/>
                  </a:lnTo>
                  <a:lnTo>
                    <a:pt x="3871415" y="4277233"/>
                  </a:lnTo>
                  <a:lnTo>
                    <a:pt x="3925010" y="4317964"/>
                  </a:lnTo>
                  <a:lnTo>
                    <a:pt x="3981644" y="4355010"/>
                  </a:lnTo>
                  <a:lnTo>
                    <a:pt x="4042038" y="4388626"/>
                  </a:lnTo>
                  <a:lnTo>
                    <a:pt x="4106942" y="4419121"/>
                  </a:lnTo>
                  <a:lnTo>
                    <a:pt x="4177092" y="4446816"/>
                  </a:lnTo>
                  <a:lnTo>
                    <a:pt x="4253164" y="4472009"/>
                  </a:lnTo>
                  <a:lnTo>
                    <a:pt x="4335711" y="4494970"/>
                  </a:lnTo>
                  <a:lnTo>
                    <a:pt x="4425077" y="4515920"/>
                  </a:lnTo>
                  <a:lnTo>
                    <a:pt x="4521292" y="4535034"/>
                  </a:lnTo>
                  <a:lnTo>
                    <a:pt x="4623938" y="4552431"/>
                  </a:lnTo>
                  <a:lnTo>
                    <a:pt x="4732016" y="4568182"/>
                  </a:lnTo>
                  <a:lnTo>
                    <a:pt x="4843819" y="4582311"/>
                  </a:lnTo>
                  <a:lnTo>
                    <a:pt x="4956871" y="4594804"/>
                  </a:lnTo>
                  <a:lnTo>
                    <a:pt x="5067965" y="4605630"/>
                  </a:lnTo>
                  <a:lnTo>
                    <a:pt x="5173359" y="4614757"/>
                  </a:lnTo>
                  <a:lnTo>
                    <a:pt x="5269143" y="4622179"/>
                  </a:lnTo>
                  <a:lnTo>
                    <a:pt x="5351750" y="4627943"/>
                  </a:lnTo>
                  <a:lnTo>
                    <a:pt x="5418513" y="4632159"/>
                  </a:lnTo>
                  <a:lnTo>
                    <a:pt x="5468146" y="4635009"/>
                  </a:lnTo>
                  <a:lnTo>
                    <a:pt x="5501023" y="4636730"/>
                  </a:lnTo>
                  <a:lnTo>
                    <a:pt x="5519224" y="4637602"/>
                  </a:lnTo>
                  <a:lnTo>
                    <a:pt x="5526375" y="4637917"/>
                  </a:lnTo>
                  <a:lnTo>
                    <a:pt x="5527445" y="4637961"/>
                  </a:lnTo>
                  <a:lnTo>
                    <a:pt x="6522385" y="4637961"/>
                  </a:lnTo>
                  <a:lnTo>
                    <a:pt x="6523376" y="4637884"/>
                  </a:lnTo>
                  <a:lnTo>
                    <a:pt x="6529932" y="4637336"/>
                  </a:lnTo>
                  <a:lnTo>
                    <a:pt x="6546605" y="4635825"/>
                  </a:lnTo>
                  <a:lnTo>
                    <a:pt x="6576780" y="4632844"/>
                  </a:lnTo>
                  <a:lnTo>
                    <a:pt x="6622499" y="4627909"/>
                  </a:lnTo>
                  <a:lnTo>
                    <a:pt x="6684321" y="4620595"/>
                  </a:lnTo>
                  <a:lnTo>
                    <a:pt x="6761321" y="4610570"/>
                  </a:lnTo>
                  <a:lnTo>
                    <a:pt x="6851305" y="4597617"/>
                  </a:lnTo>
                  <a:lnTo>
                    <a:pt x="6951182" y="4581635"/>
                  </a:lnTo>
                  <a:lnTo>
                    <a:pt x="7057439" y="4562611"/>
                  </a:lnTo>
                  <a:lnTo>
                    <a:pt x="7166596" y="4540591"/>
                  </a:lnTo>
                  <a:lnTo>
                    <a:pt x="7275554" y="4515637"/>
                  </a:lnTo>
                  <a:lnTo>
                    <a:pt x="7381818" y="4487785"/>
                  </a:lnTo>
                  <a:lnTo>
                    <a:pt x="7483566" y="4457025"/>
                  </a:lnTo>
                  <a:lnTo>
                    <a:pt x="7579630" y="4423269"/>
                  </a:lnTo>
                  <a:lnTo>
                    <a:pt x="7669404" y="4386351"/>
                  </a:lnTo>
                  <a:lnTo>
                    <a:pt x="7752733" y="4346016"/>
                  </a:lnTo>
                  <a:lnTo>
                    <a:pt x="7829792" y="4301924"/>
                  </a:lnTo>
                  <a:lnTo>
                    <a:pt x="7900987" y="4253653"/>
                  </a:lnTo>
                  <a:lnTo>
                    <a:pt x="7966875" y="4200717"/>
                  </a:lnTo>
                  <a:lnTo>
                    <a:pt x="8028095" y="4142578"/>
                  </a:lnTo>
                  <a:lnTo>
                    <a:pt x="8085324" y="4078686"/>
                  </a:lnTo>
                  <a:lnTo>
                    <a:pt x="8139235" y="4008524"/>
                  </a:lnTo>
                  <a:lnTo>
                    <a:pt x="8190471" y="3931697"/>
                  </a:lnTo>
                  <a:lnTo>
                    <a:pt x="8229629" y="3865841"/>
                  </a:lnTo>
                  <a:lnTo>
                    <a:pt x="8265882" y="3799228"/>
                  </a:lnTo>
                  <a:lnTo>
                    <a:pt x="8301361" y="3728681"/>
                  </a:lnTo>
                  <a:lnTo>
                    <a:pt x="8336235" y="3654124"/>
                  </a:lnTo>
                  <a:lnTo>
                    <a:pt x="8370648" y="3575515"/>
                  </a:lnTo>
                  <a:lnTo>
                    <a:pt x="8404720" y="3492859"/>
                  </a:lnTo>
                  <a:lnTo>
                    <a:pt x="8438551" y="3406208"/>
                  </a:lnTo>
                  <a:lnTo>
                    <a:pt x="8472222" y="3315663"/>
                  </a:lnTo>
                  <a:lnTo>
                    <a:pt x="8505800" y="3221379"/>
                  </a:lnTo>
                  <a:lnTo>
                    <a:pt x="8539334" y="3123564"/>
                  </a:lnTo>
                  <a:lnTo>
                    <a:pt x="8572862" y="3022482"/>
                  </a:lnTo>
                  <a:lnTo>
                    <a:pt x="8606410" y="2918447"/>
                  </a:lnTo>
                  <a:lnTo>
                    <a:pt x="8639992" y="2811825"/>
                  </a:lnTo>
                  <a:lnTo>
                    <a:pt x="8673616" y="2703026"/>
                  </a:lnTo>
                  <a:lnTo>
                    <a:pt x="8707279" y="2592502"/>
                  </a:lnTo>
                  <a:lnTo>
                    <a:pt x="8740974" y="2480734"/>
                  </a:lnTo>
                  <a:lnTo>
                    <a:pt x="8774690" y="2368229"/>
                  </a:lnTo>
                  <a:lnTo>
                    <a:pt x="8808412" y="2255507"/>
                  </a:lnTo>
                  <a:lnTo>
                    <a:pt x="8842125" y="2143092"/>
                  </a:lnTo>
                  <a:lnTo>
                    <a:pt x="8875815" y="2031504"/>
                  </a:lnTo>
                  <a:lnTo>
                    <a:pt x="8909472" y="1921244"/>
                  </a:lnTo>
                  <a:lnTo>
                    <a:pt x="8943088" y="1812790"/>
                  </a:lnTo>
                  <a:lnTo>
                    <a:pt x="8976664" y="1706587"/>
                  </a:lnTo>
                  <a:lnTo>
                    <a:pt x="9010207" y="1603037"/>
                  </a:lnTo>
                  <a:lnTo>
                    <a:pt x="9043734" y="1502498"/>
                  </a:lnTo>
                  <a:lnTo>
                    <a:pt x="9077273" y="1405276"/>
                  </a:lnTo>
                  <a:lnTo>
                    <a:pt x="9110862" y="1311624"/>
                  </a:lnTo>
                  <a:lnTo>
                    <a:pt x="9144556" y="1221743"/>
                  </a:lnTo>
                  <a:lnTo>
                    <a:pt x="9178423" y="1135776"/>
                  </a:lnTo>
                  <a:lnTo>
                    <a:pt x="9212546" y="1053817"/>
                  </a:lnTo>
                  <a:lnTo>
                    <a:pt x="9247029" y="975909"/>
                  </a:lnTo>
                  <a:lnTo>
                    <a:pt x="9281997" y="902048"/>
                  </a:lnTo>
                  <a:lnTo>
                    <a:pt x="9317597" y="832188"/>
                  </a:lnTo>
                  <a:lnTo>
                    <a:pt x="9347647" y="777360"/>
                  </a:lnTo>
                  <a:lnTo>
                    <a:pt x="9397174" y="695115"/>
                  </a:lnTo>
                  <a:lnTo>
                    <a:pt x="9448911" y="619684"/>
                  </a:lnTo>
                  <a:lnTo>
                    <a:pt x="9503452" y="550852"/>
                  </a:lnTo>
                  <a:lnTo>
                    <a:pt x="9561447" y="488190"/>
                  </a:lnTo>
                  <a:lnTo>
                    <a:pt x="9623574" y="431169"/>
                  </a:lnTo>
                  <a:lnTo>
                    <a:pt x="9690506" y="379236"/>
                  </a:lnTo>
                  <a:lnTo>
                    <a:pt x="9762868" y="331865"/>
                  </a:lnTo>
                  <a:lnTo>
                    <a:pt x="9841191" y="288578"/>
                  </a:lnTo>
                  <a:lnTo>
                    <a:pt x="9925843" y="248972"/>
                  </a:lnTo>
                  <a:lnTo>
                    <a:pt x="10016939" y="212724"/>
                  </a:lnTo>
                  <a:lnTo>
                    <a:pt x="10114241" y="179597"/>
                  </a:lnTo>
                  <a:lnTo>
                    <a:pt x="10217036" y="149440"/>
                  </a:lnTo>
                  <a:lnTo>
                    <a:pt x="10324026" y="122185"/>
                  </a:lnTo>
                  <a:lnTo>
                    <a:pt x="10433251" y="97830"/>
                  </a:lnTo>
                  <a:lnTo>
                    <a:pt x="10542080" y="76423"/>
                  </a:lnTo>
                  <a:lnTo>
                    <a:pt x="10647315" y="58023"/>
                  </a:lnTo>
                  <a:lnTo>
                    <a:pt x="10745434" y="42669"/>
                  </a:lnTo>
                  <a:lnTo>
                    <a:pt x="10832972" y="30331"/>
                  </a:lnTo>
                  <a:lnTo>
                    <a:pt x="10906987" y="20887"/>
                  </a:lnTo>
                  <a:lnTo>
                    <a:pt x="10965519" y="14093"/>
                  </a:lnTo>
                  <a:lnTo>
                    <a:pt x="11007940" y="9598"/>
                  </a:lnTo>
                  <a:lnTo>
                    <a:pt x="11035119" y="6961"/>
                  </a:lnTo>
                  <a:lnTo>
                    <a:pt x="11049390" y="5689"/>
                  </a:lnTo>
                  <a:lnTo>
                    <a:pt x="11054390" y="527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900" y="76"/>
                  </a:lnTo>
                  <a:lnTo>
                    <a:pt x="11047345" y="624"/>
                  </a:lnTo>
                  <a:lnTo>
                    <a:pt x="11030672" y="2135"/>
                  </a:lnTo>
                  <a:lnTo>
                    <a:pt x="11000497" y="5116"/>
                  </a:lnTo>
                  <a:lnTo>
                    <a:pt x="10954777" y="10051"/>
                  </a:lnTo>
                  <a:lnTo>
                    <a:pt x="10892956" y="17366"/>
                  </a:lnTo>
                  <a:lnTo>
                    <a:pt x="10815955" y="27391"/>
                  </a:lnTo>
                  <a:lnTo>
                    <a:pt x="10725972" y="40343"/>
                  </a:lnTo>
                  <a:lnTo>
                    <a:pt x="10626095" y="56325"/>
                  </a:lnTo>
                  <a:lnTo>
                    <a:pt x="10519837" y="75349"/>
                  </a:lnTo>
                  <a:lnTo>
                    <a:pt x="10410681" y="97369"/>
                  </a:lnTo>
                  <a:lnTo>
                    <a:pt x="10301722" y="122324"/>
                  </a:lnTo>
                  <a:lnTo>
                    <a:pt x="10195459" y="150175"/>
                  </a:lnTo>
                  <a:lnTo>
                    <a:pt x="10093711" y="180936"/>
                  </a:lnTo>
                  <a:lnTo>
                    <a:pt x="9997647" y="214691"/>
                  </a:lnTo>
                  <a:lnTo>
                    <a:pt x="9907872" y="251609"/>
                  </a:lnTo>
                  <a:lnTo>
                    <a:pt x="9824544" y="291944"/>
                  </a:lnTo>
                  <a:lnTo>
                    <a:pt x="9747485" y="336036"/>
                  </a:lnTo>
                  <a:lnTo>
                    <a:pt x="9676289" y="384307"/>
                  </a:lnTo>
                  <a:lnTo>
                    <a:pt x="9610401" y="437243"/>
                  </a:lnTo>
                  <a:lnTo>
                    <a:pt x="9549181" y="495382"/>
                  </a:lnTo>
                  <a:lnTo>
                    <a:pt x="9491953" y="559274"/>
                  </a:lnTo>
                  <a:lnTo>
                    <a:pt x="9438042" y="629436"/>
                  </a:lnTo>
                  <a:lnTo>
                    <a:pt x="9386806" y="706263"/>
                  </a:lnTo>
                  <a:lnTo>
                    <a:pt x="9347647" y="772120"/>
                  </a:lnTo>
                  <a:lnTo>
                    <a:pt x="9311394" y="838733"/>
                  </a:lnTo>
                  <a:lnTo>
                    <a:pt x="9275916" y="909279"/>
                  </a:lnTo>
                  <a:lnTo>
                    <a:pt x="9241042" y="983837"/>
                  </a:lnTo>
                  <a:lnTo>
                    <a:pt x="9206629" y="1062445"/>
                  </a:lnTo>
                  <a:lnTo>
                    <a:pt x="9172556" y="1145101"/>
                  </a:lnTo>
                  <a:lnTo>
                    <a:pt x="9138726" y="1231752"/>
                  </a:lnTo>
                  <a:lnTo>
                    <a:pt x="9105054" y="1322297"/>
                  </a:lnTo>
                  <a:lnTo>
                    <a:pt x="9071477" y="1416581"/>
                  </a:lnTo>
                  <a:lnTo>
                    <a:pt x="9037943" y="1514396"/>
                  </a:lnTo>
                  <a:lnTo>
                    <a:pt x="9004415" y="1615478"/>
                  </a:lnTo>
                  <a:lnTo>
                    <a:pt x="8970867" y="1719513"/>
                  </a:lnTo>
                  <a:lnTo>
                    <a:pt x="8937284" y="1826136"/>
                  </a:lnTo>
                  <a:lnTo>
                    <a:pt x="8903660" y="1934934"/>
                  </a:lnTo>
                  <a:lnTo>
                    <a:pt x="8869997" y="2045458"/>
                  </a:lnTo>
                  <a:lnTo>
                    <a:pt x="8836302" y="2157226"/>
                  </a:lnTo>
                  <a:lnTo>
                    <a:pt x="8802587" y="2269731"/>
                  </a:lnTo>
                  <a:lnTo>
                    <a:pt x="8768865" y="2382453"/>
                  </a:lnTo>
                  <a:lnTo>
                    <a:pt x="8735152" y="2494868"/>
                  </a:lnTo>
                  <a:lnTo>
                    <a:pt x="8701461" y="2606457"/>
                  </a:lnTo>
                  <a:lnTo>
                    <a:pt x="8667805" y="2716716"/>
                  </a:lnTo>
                  <a:lnTo>
                    <a:pt x="8634188" y="2825170"/>
                  </a:lnTo>
                  <a:lnTo>
                    <a:pt x="8600612" y="2931373"/>
                  </a:lnTo>
                  <a:lnTo>
                    <a:pt x="8567069" y="3034923"/>
                  </a:lnTo>
                  <a:lnTo>
                    <a:pt x="8533542" y="3135462"/>
                  </a:lnTo>
                  <a:lnTo>
                    <a:pt x="8500004" y="3232684"/>
                  </a:lnTo>
                  <a:lnTo>
                    <a:pt x="8466414" y="3326336"/>
                  </a:lnTo>
                  <a:lnTo>
                    <a:pt x="8432720" y="3416218"/>
                  </a:lnTo>
                  <a:lnTo>
                    <a:pt x="8398854" y="3502184"/>
                  </a:lnTo>
                  <a:lnTo>
                    <a:pt x="8364731" y="3584143"/>
                  </a:lnTo>
                  <a:lnTo>
                    <a:pt x="8330247" y="3662052"/>
                  </a:lnTo>
                  <a:lnTo>
                    <a:pt x="8295279" y="3735912"/>
                  </a:lnTo>
                  <a:lnTo>
                    <a:pt x="8259680" y="3805772"/>
                  </a:lnTo>
                  <a:lnTo>
                    <a:pt x="8229629" y="3860600"/>
                  </a:lnTo>
                  <a:lnTo>
                    <a:pt x="8180103" y="3942845"/>
                  </a:lnTo>
                  <a:lnTo>
                    <a:pt x="8128365" y="4018276"/>
                  </a:lnTo>
                  <a:lnTo>
                    <a:pt x="8073825" y="4087108"/>
                  </a:lnTo>
                  <a:lnTo>
                    <a:pt x="8015830" y="4149770"/>
                  </a:lnTo>
                  <a:lnTo>
                    <a:pt x="7953702" y="4206792"/>
                  </a:lnTo>
                  <a:lnTo>
                    <a:pt x="7886771" y="4258724"/>
                  </a:lnTo>
                  <a:lnTo>
                    <a:pt x="7814409" y="4306096"/>
                  </a:lnTo>
                  <a:lnTo>
                    <a:pt x="7736085" y="4349382"/>
                  </a:lnTo>
                  <a:lnTo>
                    <a:pt x="7651434" y="4388988"/>
                  </a:lnTo>
                  <a:lnTo>
                    <a:pt x="7560337" y="4425236"/>
                  </a:lnTo>
                  <a:lnTo>
                    <a:pt x="7463035" y="4458363"/>
                  </a:lnTo>
                  <a:lnTo>
                    <a:pt x="7360241" y="4488520"/>
                  </a:lnTo>
                  <a:lnTo>
                    <a:pt x="7253251" y="4515776"/>
                  </a:lnTo>
                  <a:lnTo>
                    <a:pt x="7144026" y="4540130"/>
                  </a:lnTo>
                  <a:lnTo>
                    <a:pt x="7035197" y="4561537"/>
                  </a:lnTo>
                  <a:lnTo>
                    <a:pt x="6929962" y="4579937"/>
                  </a:lnTo>
                  <a:lnTo>
                    <a:pt x="6831843" y="4595292"/>
                  </a:lnTo>
                  <a:lnTo>
                    <a:pt x="6744305" y="4607629"/>
                  </a:lnTo>
                  <a:lnTo>
                    <a:pt x="6670289" y="4617074"/>
                  </a:lnTo>
                  <a:lnTo>
                    <a:pt x="6611757" y="4623867"/>
                  </a:lnTo>
                  <a:lnTo>
                    <a:pt x="6569336" y="4628362"/>
                  </a:lnTo>
                  <a:lnTo>
                    <a:pt x="6542158" y="4630999"/>
                  </a:lnTo>
                  <a:lnTo>
                    <a:pt x="6527887" y="4632271"/>
                  </a:lnTo>
                  <a:lnTo>
                    <a:pt x="6522886" y="4632682"/>
                  </a:lnTo>
                  <a:lnTo>
                    <a:pt x="6522385" y="4632720"/>
                  </a:lnTo>
                  <a:lnTo>
                    <a:pt x="5527445" y="4632720"/>
                  </a:lnTo>
                  <a:lnTo>
                    <a:pt x="5526354" y="4632675"/>
                  </a:lnTo>
                  <a:lnTo>
                    <a:pt x="5519145" y="4632358"/>
                  </a:lnTo>
                  <a:lnTo>
                    <a:pt x="5500859" y="4631481"/>
                  </a:lnTo>
                  <a:lnTo>
                    <a:pt x="5467876" y="4629753"/>
                  </a:lnTo>
                  <a:lnTo>
                    <a:pt x="5418130" y="4626896"/>
                  </a:lnTo>
                  <a:lnTo>
                    <a:pt x="5351257" y="4622670"/>
                  </a:lnTo>
                  <a:lnTo>
                    <a:pt x="5268554" y="4616895"/>
                  </a:lnTo>
                  <a:lnTo>
                    <a:pt x="5172694" y="4609462"/>
                  </a:lnTo>
                  <a:lnTo>
                    <a:pt x="5067250" y="4600324"/>
                  </a:lnTo>
                  <a:lnTo>
                    <a:pt x="4956131" y="4589487"/>
                  </a:lnTo>
                  <a:lnTo>
                    <a:pt x="4843078" y="4576982"/>
                  </a:lnTo>
                  <a:lnTo>
                    <a:pt x="4731292" y="4562843"/>
                  </a:lnTo>
                  <a:lnTo>
                    <a:pt x="4623245" y="4547081"/>
                  </a:lnTo>
                  <a:lnTo>
                    <a:pt x="4520638" y="4529673"/>
                  </a:lnTo>
                  <a:lnTo>
                    <a:pt x="4424468" y="4510548"/>
                  </a:lnTo>
                  <a:lnTo>
                    <a:pt x="4335147" y="4489586"/>
                  </a:lnTo>
                  <a:lnTo>
                    <a:pt x="4252644" y="4466611"/>
                  </a:lnTo>
                  <a:lnTo>
                    <a:pt x="4176613" y="4441402"/>
                  </a:lnTo>
                  <a:lnTo>
                    <a:pt x="4106500" y="4413690"/>
                  </a:lnTo>
                  <a:lnTo>
                    <a:pt x="4041628" y="4383175"/>
                  </a:lnTo>
                  <a:lnTo>
                    <a:pt x="3981261" y="4349537"/>
                  </a:lnTo>
                  <a:lnTo>
                    <a:pt x="3924650" y="4312468"/>
                  </a:lnTo>
                  <a:lnTo>
                    <a:pt x="3871072" y="4271712"/>
                  </a:lnTo>
                  <a:lnTo>
                    <a:pt x="3820202" y="4227444"/>
                  </a:lnTo>
                  <a:lnTo>
                    <a:pt x="3773535" y="4181902"/>
                  </a:lnTo>
                  <a:lnTo>
                    <a:pt x="3728075" y="4132894"/>
                  </a:lnTo>
                  <a:lnTo>
                    <a:pt x="3683481" y="4080352"/>
                  </a:lnTo>
                  <a:lnTo>
                    <a:pt x="3639482" y="4024267"/>
                  </a:lnTo>
                  <a:lnTo>
                    <a:pt x="3595861" y="3964697"/>
                  </a:lnTo>
                  <a:lnTo>
                    <a:pt x="3552455" y="3901778"/>
                  </a:lnTo>
                  <a:lnTo>
                    <a:pt x="3509141" y="3835720"/>
                  </a:lnTo>
                  <a:lnTo>
                    <a:pt x="3465836" y="3766813"/>
                  </a:lnTo>
                  <a:lnTo>
                    <a:pt x="3422489" y="3695426"/>
                  </a:lnTo>
                  <a:lnTo>
                    <a:pt x="3379077" y="3621996"/>
                  </a:lnTo>
                  <a:lnTo>
                    <a:pt x="3335599" y="3547021"/>
                  </a:lnTo>
                  <a:lnTo>
                    <a:pt x="3292071" y="3471049"/>
                  </a:lnTo>
                  <a:lnTo>
                    <a:pt x="3248521" y="3394658"/>
                  </a:lnTo>
                  <a:lnTo>
                    <a:pt x="3204980" y="3318439"/>
                  </a:lnTo>
                  <a:lnTo>
                    <a:pt x="3161478" y="3242978"/>
                  </a:lnTo>
                  <a:lnTo>
                    <a:pt x="3118037" y="3168839"/>
                  </a:lnTo>
                  <a:lnTo>
                    <a:pt x="3074664" y="3096540"/>
                  </a:lnTo>
                  <a:lnTo>
                    <a:pt x="3031346" y="3026548"/>
                  </a:lnTo>
                  <a:lnTo>
                    <a:pt x="2988044" y="2959259"/>
                  </a:lnTo>
                  <a:lnTo>
                    <a:pt x="2944689" y="2894997"/>
                  </a:lnTo>
                  <a:lnTo>
                    <a:pt x="2901176" y="2834006"/>
                  </a:lnTo>
                  <a:lnTo>
                    <a:pt x="2857358" y="2776453"/>
                  </a:lnTo>
                  <a:lnTo>
                    <a:pt x="2813042" y="2722426"/>
                  </a:lnTo>
                  <a:lnTo>
                    <a:pt x="2767981" y="2671946"/>
                  </a:lnTo>
                  <a:lnTo>
                    <a:pt x="2721866" y="2624967"/>
                  </a:lnTo>
                  <a:lnTo>
                    <a:pt x="2702183" y="2606342"/>
                  </a:lnTo>
                  <a:lnTo>
                    <a:pt x="2650970" y="2561794"/>
                  </a:lnTo>
                  <a:lnTo>
                    <a:pt x="2597375" y="2521063"/>
                  </a:lnTo>
                  <a:lnTo>
                    <a:pt x="2540741" y="2484017"/>
                  </a:lnTo>
                  <a:lnTo>
                    <a:pt x="2480347" y="2450401"/>
                  </a:lnTo>
                  <a:lnTo>
                    <a:pt x="2415443" y="2419905"/>
                  </a:lnTo>
                  <a:lnTo>
                    <a:pt x="2345293" y="2392211"/>
                  </a:lnTo>
                  <a:lnTo>
                    <a:pt x="2269221" y="2367017"/>
                  </a:lnTo>
                  <a:lnTo>
                    <a:pt x="2186674" y="2344056"/>
                  </a:lnTo>
                  <a:lnTo>
                    <a:pt x="2097308" y="2323106"/>
                  </a:lnTo>
                  <a:lnTo>
                    <a:pt x="2001093" y="2303993"/>
                  </a:lnTo>
                  <a:lnTo>
                    <a:pt x="1898447" y="2286596"/>
                  </a:lnTo>
                  <a:lnTo>
                    <a:pt x="1790369" y="2270845"/>
                  </a:lnTo>
                  <a:lnTo>
                    <a:pt x="1678566" y="2256716"/>
                  </a:lnTo>
                  <a:lnTo>
                    <a:pt x="1565514" y="2244222"/>
                  </a:lnTo>
                  <a:lnTo>
                    <a:pt x="1454420" y="2233396"/>
                  </a:lnTo>
                  <a:lnTo>
                    <a:pt x="1349026" y="2224270"/>
                  </a:lnTo>
                  <a:lnTo>
                    <a:pt x="1253242" y="2216847"/>
                  </a:lnTo>
                  <a:lnTo>
                    <a:pt x="1170635" y="2211083"/>
                  </a:lnTo>
                  <a:lnTo>
                    <a:pt x="1103872" y="2206867"/>
                  </a:lnTo>
                  <a:lnTo>
                    <a:pt x="1054239" y="2204018"/>
                  </a:lnTo>
                  <a:lnTo>
                    <a:pt x="1021362" y="2202296"/>
                  </a:lnTo>
                  <a:lnTo>
                    <a:pt x="1003161" y="2201424"/>
                  </a:lnTo>
                  <a:lnTo>
                    <a:pt x="996010" y="2201110"/>
                  </a:lnTo>
                  <a:lnTo>
                    <a:pt x="994940" y="2201066"/>
                  </a:lnTo>
                  <a:lnTo>
                    <a:pt x="0" y="2201066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9" name="pl48"/>
            <p:cNvSpPr/>
            <p:nvPr/>
          </p:nvSpPr>
          <p:spPr>
            <a:xfrm>
              <a:off x="1199187" y="1545822"/>
              <a:ext cx="12049831" cy="4632720"/>
            </a:xfrm>
            <a:custGeom>
              <a:avLst/>
              <a:pathLst>
                <a:path w="12049831" h="4632720">
                  <a:moveTo>
                    <a:pt x="0" y="2201066"/>
                  </a:moveTo>
                  <a:lnTo>
                    <a:pt x="994940" y="2201066"/>
                  </a:lnTo>
                  <a:lnTo>
                    <a:pt x="996031" y="2201110"/>
                  </a:lnTo>
                  <a:lnTo>
                    <a:pt x="1003240" y="2201428"/>
                  </a:lnTo>
                  <a:lnTo>
                    <a:pt x="1021526" y="2202304"/>
                  </a:lnTo>
                  <a:lnTo>
                    <a:pt x="1054509" y="2204033"/>
                  </a:lnTo>
                  <a:lnTo>
                    <a:pt x="1104255" y="2206890"/>
                  </a:lnTo>
                  <a:lnTo>
                    <a:pt x="1171128" y="2211116"/>
                  </a:lnTo>
                  <a:lnTo>
                    <a:pt x="1253831" y="2216890"/>
                  </a:lnTo>
                  <a:lnTo>
                    <a:pt x="1349691" y="2224324"/>
                  </a:lnTo>
                  <a:lnTo>
                    <a:pt x="1455135" y="2233462"/>
                  </a:lnTo>
                  <a:lnTo>
                    <a:pt x="1566254" y="2244299"/>
                  </a:lnTo>
                  <a:lnTo>
                    <a:pt x="1679307" y="2256803"/>
                  </a:lnTo>
                  <a:lnTo>
                    <a:pt x="1791093" y="2270943"/>
                  </a:lnTo>
                  <a:lnTo>
                    <a:pt x="1899140" y="2286705"/>
                  </a:lnTo>
                  <a:lnTo>
                    <a:pt x="2001747" y="2304113"/>
                  </a:lnTo>
                  <a:lnTo>
                    <a:pt x="2097917" y="2323237"/>
                  </a:lnTo>
                  <a:lnTo>
                    <a:pt x="2187238" y="2344200"/>
                  </a:lnTo>
                  <a:lnTo>
                    <a:pt x="2269741" y="2367175"/>
                  </a:lnTo>
                  <a:lnTo>
                    <a:pt x="2345772" y="2392384"/>
                  </a:lnTo>
                  <a:lnTo>
                    <a:pt x="2415885" y="2420096"/>
                  </a:lnTo>
                  <a:lnTo>
                    <a:pt x="2480757" y="2450611"/>
                  </a:lnTo>
                  <a:lnTo>
                    <a:pt x="2541124" y="2484249"/>
                  </a:lnTo>
                  <a:lnTo>
                    <a:pt x="2597735" y="2521318"/>
                  </a:lnTo>
                  <a:lnTo>
                    <a:pt x="2651313" y="2562074"/>
                  </a:lnTo>
                  <a:lnTo>
                    <a:pt x="2702183" y="2606342"/>
                  </a:lnTo>
                  <a:lnTo>
                    <a:pt x="2748850" y="2651884"/>
                  </a:lnTo>
                  <a:lnTo>
                    <a:pt x="2794310" y="2700892"/>
                  </a:lnTo>
                  <a:lnTo>
                    <a:pt x="2838904" y="2753434"/>
                  </a:lnTo>
                  <a:lnTo>
                    <a:pt x="2882903" y="2809519"/>
                  </a:lnTo>
                  <a:lnTo>
                    <a:pt x="2926524" y="2869089"/>
                  </a:lnTo>
                  <a:lnTo>
                    <a:pt x="2969930" y="2932008"/>
                  </a:lnTo>
                  <a:lnTo>
                    <a:pt x="3013244" y="2998066"/>
                  </a:lnTo>
                  <a:lnTo>
                    <a:pt x="3056549" y="3066973"/>
                  </a:lnTo>
                  <a:lnTo>
                    <a:pt x="3099896" y="3138360"/>
                  </a:lnTo>
                  <a:lnTo>
                    <a:pt x="3143308" y="3211790"/>
                  </a:lnTo>
                  <a:lnTo>
                    <a:pt x="3186786" y="3286765"/>
                  </a:lnTo>
                  <a:lnTo>
                    <a:pt x="3230314" y="3362737"/>
                  </a:lnTo>
                  <a:lnTo>
                    <a:pt x="3273864" y="3439128"/>
                  </a:lnTo>
                  <a:lnTo>
                    <a:pt x="3317405" y="3515347"/>
                  </a:lnTo>
                  <a:lnTo>
                    <a:pt x="3360907" y="3590807"/>
                  </a:lnTo>
                  <a:lnTo>
                    <a:pt x="3404348" y="3664947"/>
                  </a:lnTo>
                  <a:lnTo>
                    <a:pt x="3447721" y="3737246"/>
                  </a:lnTo>
                  <a:lnTo>
                    <a:pt x="3491039" y="3807238"/>
                  </a:lnTo>
                  <a:lnTo>
                    <a:pt x="3534341" y="3874527"/>
                  </a:lnTo>
                  <a:lnTo>
                    <a:pt x="3577696" y="3938789"/>
                  </a:lnTo>
                  <a:lnTo>
                    <a:pt x="3621209" y="3999780"/>
                  </a:lnTo>
                  <a:lnTo>
                    <a:pt x="3665027" y="4057333"/>
                  </a:lnTo>
                  <a:lnTo>
                    <a:pt x="3709343" y="4111359"/>
                  </a:lnTo>
                  <a:lnTo>
                    <a:pt x="3754404" y="4161840"/>
                  </a:lnTo>
                  <a:lnTo>
                    <a:pt x="3800519" y="4208819"/>
                  </a:lnTo>
                  <a:lnTo>
                    <a:pt x="3820202" y="4227444"/>
                  </a:lnTo>
                  <a:lnTo>
                    <a:pt x="3871415" y="4271992"/>
                  </a:lnTo>
                  <a:lnTo>
                    <a:pt x="3925010" y="4312723"/>
                  </a:lnTo>
                  <a:lnTo>
                    <a:pt x="3981644" y="4349769"/>
                  </a:lnTo>
                  <a:lnTo>
                    <a:pt x="4042038" y="4383385"/>
                  </a:lnTo>
                  <a:lnTo>
                    <a:pt x="4106942" y="4413881"/>
                  </a:lnTo>
                  <a:lnTo>
                    <a:pt x="4177092" y="4441575"/>
                  </a:lnTo>
                  <a:lnTo>
                    <a:pt x="4253164" y="4466769"/>
                  </a:lnTo>
                  <a:lnTo>
                    <a:pt x="4335711" y="4489730"/>
                  </a:lnTo>
                  <a:lnTo>
                    <a:pt x="4425077" y="4510680"/>
                  </a:lnTo>
                  <a:lnTo>
                    <a:pt x="4521292" y="4529793"/>
                  </a:lnTo>
                  <a:lnTo>
                    <a:pt x="4623938" y="4547190"/>
                  </a:lnTo>
                  <a:lnTo>
                    <a:pt x="4732016" y="4562941"/>
                  </a:lnTo>
                  <a:lnTo>
                    <a:pt x="4843819" y="4577070"/>
                  </a:lnTo>
                  <a:lnTo>
                    <a:pt x="4956871" y="4589564"/>
                  </a:lnTo>
                  <a:lnTo>
                    <a:pt x="5067965" y="4600389"/>
                  </a:lnTo>
                  <a:lnTo>
                    <a:pt x="5173359" y="4609516"/>
                  </a:lnTo>
                  <a:lnTo>
                    <a:pt x="5269143" y="4616939"/>
                  </a:lnTo>
                  <a:lnTo>
                    <a:pt x="5351750" y="4622703"/>
                  </a:lnTo>
                  <a:lnTo>
                    <a:pt x="5418513" y="4626919"/>
                  </a:lnTo>
                  <a:lnTo>
                    <a:pt x="5468146" y="4629768"/>
                  </a:lnTo>
                  <a:lnTo>
                    <a:pt x="5501023" y="4631490"/>
                  </a:lnTo>
                  <a:lnTo>
                    <a:pt x="5519224" y="4632362"/>
                  </a:lnTo>
                  <a:lnTo>
                    <a:pt x="5526375" y="4632676"/>
                  </a:lnTo>
                  <a:lnTo>
                    <a:pt x="5527445" y="4632720"/>
                  </a:lnTo>
                  <a:lnTo>
                    <a:pt x="6522385" y="4632720"/>
                  </a:lnTo>
                  <a:lnTo>
                    <a:pt x="6523376" y="4632643"/>
                  </a:lnTo>
                  <a:lnTo>
                    <a:pt x="6529932" y="4632096"/>
                  </a:lnTo>
                  <a:lnTo>
                    <a:pt x="6546605" y="4630584"/>
                  </a:lnTo>
                  <a:lnTo>
                    <a:pt x="6576780" y="4627603"/>
                  </a:lnTo>
                  <a:lnTo>
                    <a:pt x="6622499" y="4622668"/>
                  </a:lnTo>
                  <a:lnTo>
                    <a:pt x="6684321" y="4615354"/>
                  </a:lnTo>
                  <a:lnTo>
                    <a:pt x="6761321" y="4605329"/>
                  </a:lnTo>
                  <a:lnTo>
                    <a:pt x="6851305" y="4592377"/>
                  </a:lnTo>
                  <a:lnTo>
                    <a:pt x="6951182" y="4576394"/>
                  </a:lnTo>
                  <a:lnTo>
                    <a:pt x="7057439" y="4557370"/>
                  </a:lnTo>
                  <a:lnTo>
                    <a:pt x="7166596" y="4535351"/>
                  </a:lnTo>
                  <a:lnTo>
                    <a:pt x="7275554" y="4510396"/>
                  </a:lnTo>
                  <a:lnTo>
                    <a:pt x="7381818" y="4482545"/>
                  </a:lnTo>
                  <a:lnTo>
                    <a:pt x="7483566" y="4451784"/>
                  </a:lnTo>
                  <a:lnTo>
                    <a:pt x="7579630" y="4418029"/>
                  </a:lnTo>
                  <a:lnTo>
                    <a:pt x="7669404" y="4381111"/>
                  </a:lnTo>
                  <a:lnTo>
                    <a:pt x="7752733" y="4340776"/>
                  </a:lnTo>
                  <a:lnTo>
                    <a:pt x="7829792" y="4296683"/>
                  </a:lnTo>
                  <a:lnTo>
                    <a:pt x="7900987" y="4248413"/>
                  </a:lnTo>
                  <a:lnTo>
                    <a:pt x="7966875" y="4195476"/>
                  </a:lnTo>
                  <a:lnTo>
                    <a:pt x="8028095" y="4137338"/>
                  </a:lnTo>
                  <a:lnTo>
                    <a:pt x="8085324" y="4073445"/>
                  </a:lnTo>
                  <a:lnTo>
                    <a:pt x="8139235" y="4003284"/>
                  </a:lnTo>
                  <a:lnTo>
                    <a:pt x="8190471" y="3926457"/>
                  </a:lnTo>
                  <a:lnTo>
                    <a:pt x="8229629" y="3860600"/>
                  </a:lnTo>
                  <a:lnTo>
                    <a:pt x="8265882" y="3793987"/>
                  </a:lnTo>
                  <a:lnTo>
                    <a:pt x="8301361" y="3723441"/>
                  </a:lnTo>
                  <a:lnTo>
                    <a:pt x="8336235" y="3648883"/>
                  </a:lnTo>
                  <a:lnTo>
                    <a:pt x="8370648" y="3570274"/>
                  </a:lnTo>
                  <a:lnTo>
                    <a:pt x="8404720" y="3487618"/>
                  </a:lnTo>
                  <a:lnTo>
                    <a:pt x="8438551" y="3400967"/>
                  </a:lnTo>
                  <a:lnTo>
                    <a:pt x="8472222" y="3310422"/>
                  </a:lnTo>
                  <a:lnTo>
                    <a:pt x="8505800" y="3216138"/>
                  </a:lnTo>
                  <a:lnTo>
                    <a:pt x="8539334" y="3118324"/>
                  </a:lnTo>
                  <a:lnTo>
                    <a:pt x="8572862" y="3017241"/>
                  </a:lnTo>
                  <a:lnTo>
                    <a:pt x="8606410" y="2913206"/>
                  </a:lnTo>
                  <a:lnTo>
                    <a:pt x="8639992" y="2806584"/>
                  </a:lnTo>
                  <a:lnTo>
                    <a:pt x="8673616" y="2697786"/>
                  </a:lnTo>
                  <a:lnTo>
                    <a:pt x="8707279" y="2587261"/>
                  </a:lnTo>
                  <a:lnTo>
                    <a:pt x="8740974" y="2475493"/>
                  </a:lnTo>
                  <a:lnTo>
                    <a:pt x="8774690" y="2362988"/>
                  </a:lnTo>
                  <a:lnTo>
                    <a:pt x="8808412" y="2250266"/>
                  </a:lnTo>
                  <a:lnTo>
                    <a:pt x="8842125" y="2137852"/>
                  </a:lnTo>
                  <a:lnTo>
                    <a:pt x="8875815" y="2026263"/>
                  </a:lnTo>
                  <a:lnTo>
                    <a:pt x="8909472" y="1916003"/>
                  </a:lnTo>
                  <a:lnTo>
                    <a:pt x="8943088" y="1807549"/>
                  </a:lnTo>
                  <a:lnTo>
                    <a:pt x="8976664" y="1701346"/>
                  </a:lnTo>
                  <a:lnTo>
                    <a:pt x="9010207" y="1597796"/>
                  </a:lnTo>
                  <a:lnTo>
                    <a:pt x="9043734" y="1497257"/>
                  </a:lnTo>
                  <a:lnTo>
                    <a:pt x="9077273" y="1400035"/>
                  </a:lnTo>
                  <a:lnTo>
                    <a:pt x="9110862" y="1306384"/>
                  </a:lnTo>
                  <a:lnTo>
                    <a:pt x="9144556" y="1216502"/>
                  </a:lnTo>
                  <a:lnTo>
                    <a:pt x="9178423" y="1130535"/>
                  </a:lnTo>
                  <a:lnTo>
                    <a:pt x="9212546" y="1048576"/>
                  </a:lnTo>
                  <a:lnTo>
                    <a:pt x="9247029" y="970668"/>
                  </a:lnTo>
                  <a:lnTo>
                    <a:pt x="9281997" y="896807"/>
                  </a:lnTo>
                  <a:lnTo>
                    <a:pt x="9317597" y="826947"/>
                  </a:lnTo>
                  <a:lnTo>
                    <a:pt x="9347647" y="772120"/>
                  </a:lnTo>
                  <a:lnTo>
                    <a:pt x="9397174" y="689875"/>
                  </a:lnTo>
                  <a:lnTo>
                    <a:pt x="9448911" y="614444"/>
                  </a:lnTo>
                  <a:lnTo>
                    <a:pt x="9503452" y="545612"/>
                  </a:lnTo>
                  <a:lnTo>
                    <a:pt x="9561447" y="482949"/>
                  </a:lnTo>
                  <a:lnTo>
                    <a:pt x="9623574" y="425928"/>
                  </a:lnTo>
                  <a:lnTo>
                    <a:pt x="9690506" y="373996"/>
                  </a:lnTo>
                  <a:lnTo>
                    <a:pt x="9762868" y="326624"/>
                  </a:lnTo>
                  <a:lnTo>
                    <a:pt x="9841191" y="283337"/>
                  </a:lnTo>
                  <a:lnTo>
                    <a:pt x="9925843" y="243732"/>
                  </a:lnTo>
                  <a:lnTo>
                    <a:pt x="10016939" y="207484"/>
                  </a:lnTo>
                  <a:lnTo>
                    <a:pt x="10114241" y="174356"/>
                  </a:lnTo>
                  <a:lnTo>
                    <a:pt x="10217036" y="144199"/>
                  </a:lnTo>
                  <a:lnTo>
                    <a:pt x="10324026" y="116944"/>
                  </a:lnTo>
                  <a:lnTo>
                    <a:pt x="10433251" y="92590"/>
                  </a:lnTo>
                  <a:lnTo>
                    <a:pt x="10542080" y="71182"/>
                  </a:lnTo>
                  <a:lnTo>
                    <a:pt x="10647315" y="52783"/>
                  </a:lnTo>
                  <a:lnTo>
                    <a:pt x="10745434" y="37428"/>
                  </a:lnTo>
                  <a:lnTo>
                    <a:pt x="10832972" y="25091"/>
                  </a:lnTo>
                  <a:lnTo>
                    <a:pt x="10906987" y="15646"/>
                  </a:lnTo>
                  <a:lnTo>
                    <a:pt x="10965519" y="8852"/>
                  </a:lnTo>
                  <a:lnTo>
                    <a:pt x="11007940" y="4358"/>
                  </a:lnTo>
                  <a:lnTo>
                    <a:pt x="11035119" y="1720"/>
                  </a:lnTo>
                  <a:lnTo>
                    <a:pt x="11049390" y="449"/>
                  </a:lnTo>
                  <a:lnTo>
                    <a:pt x="11054390" y="3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" name="pl49"/>
            <p:cNvSpPr/>
            <p:nvPr/>
          </p:nvSpPr>
          <p:spPr>
            <a:xfrm>
              <a:off x="1199187" y="1540581"/>
              <a:ext cx="12049831" cy="4632720"/>
            </a:xfrm>
            <a:custGeom>
              <a:avLst/>
              <a:pathLst>
                <a:path w="12049831" h="4632720">
                  <a:moveTo>
                    <a:pt x="12049831" y="0"/>
                  </a:moveTo>
                  <a:lnTo>
                    <a:pt x="11054891" y="0"/>
                  </a:lnTo>
                  <a:lnTo>
                    <a:pt x="11053900" y="76"/>
                  </a:lnTo>
                  <a:lnTo>
                    <a:pt x="11047345" y="624"/>
                  </a:lnTo>
                  <a:lnTo>
                    <a:pt x="11030672" y="2135"/>
                  </a:lnTo>
                  <a:lnTo>
                    <a:pt x="11000497" y="5116"/>
                  </a:lnTo>
                  <a:lnTo>
                    <a:pt x="10954777" y="10051"/>
                  </a:lnTo>
                  <a:lnTo>
                    <a:pt x="10892956" y="17366"/>
                  </a:lnTo>
                  <a:lnTo>
                    <a:pt x="10815955" y="27391"/>
                  </a:lnTo>
                  <a:lnTo>
                    <a:pt x="10725972" y="40343"/>
                  </a:lnTo>
                  <a:lnTo>
                    <a:pt x="10626095" y="56325"/>
                  </a:lnTo>
                  <a:lnTo>
                    <a:pt x="10519837" y="75349"/>
                  </a:lnTo>
                  <a:lnTo>
                    <a:pt x="10410681" y="97369"/>
                  </a:lnTo>
                  <a:lnTo>
                    <a:pt x="10301722" y="122324"/>
                  </a:lnTo>
                  <a:lnTo>
                    <a:pt x="10195459" y="150175"/>
                  </a:lnTo>
                  <a:lnTo>
                    <a:pt x="10093711" y="180936"/>
                  </a:lnTo>
                  <a:lnTo>
                    <a:pt x="9997647" y="214691"/>
                  </a:lnTo>
                  <a:lnTo>
                    <a:pt x="9907872" y="251609"/>
                  </a:lnTo>
                  <a:lnTo>
                    <a:pt x="9824544" y="291944"/>
                  </a:lnTo>
                  <a:lnTo>
                    <a:pt x="9747485" y="336036"/>
                  </a:lnTo>
                  <a:lnTo>
                    <a:pt x="9676289" y="384307"/>
                  </a:lnTo>
                  <a:lnTo>
                    <a:pt x="9610401" y="437243"/>
                  </a:lnTo>
                  <a:lnTo>
                    <a:pt x="9549181" y="495382"/>
                  </a:lnTo>
                  <a:lnTo>
                    <a:pt x="9491953" y="559274"/>
                  </a:lnTo>
                  <a:lnTo>
                    <a:pt x="9438042" y="629436"/>
                  </a:lnTo>
                  <a:lnTo>
                    <a:pt x="9386806" y="706263"/>
                  </a:lnTo>
                  <a:lnTo>
                    <a:pt x="9347647" y="772120"/>
                  </a:lnTo>
                  <a:lnTo>
                    <a:pt x="9311394" y="838733"/>
                  </a:lnTo>
                  <a:lnTo>
                    <a:pt x="9275916" y="909279"/>
                  </a:lnTo>
                  <a:lnTo>
                    <a:pt x="9241042" y="983837"/>
                  </a:lnTo>
                  <a:lnTo>
                    <a:pt x="9206629" y="1062445"/>
                  </a:lnTo>
                  <a:lnTo>
                    <a:pt x="9172556" y="1145101"/>
                  </a:lnTo>
                  <a:lnTo>
                    <a:pt x="9138726" y="1231752"/>
                  </a:lnTo>
                  <a:lnTo>
                    <a:pt x="9105054" y="1322297"/>
                  </a:lnTo>
                  <a:lnTo>
                    <a:pt x="9071477" y="1416581"/>
                  </a:lnTo>
                  <a:lnTo>
                    <a:pt x="9037943" y="1514396"/>
                  </a:lnTo>
                  <a:lnTo>
                    <a:pt x="9004415" y="1615478"/>
                  </a:lnTo>
                  <a:lnTo>
                    <a:pt x="8970867" y="1719513"/>
                  </a:lnTo>
                  <a:lnTo>
                    <a:pt x="8937284" y="1826136"/>
                  </a:lnTo>
                  <a:lnTo>
                    <a:pt x="8903660" y="1934934"/>
                  </a:lnTo>
                  <a:lnTo>
                    <a:pt x="8869997" y="2045458"/>
                  </a:lnTo>
                  <a:lnTo>
                    <a:pt x="8836302" y="2157226"/>
                  </a:lnTo>
                  <a:lnTo>
                    <a:pt x="8802587" y="2269731"/>
                  </a:lnTo>
                  <a:lnTo>
                    <a:pt x="8768865" y="2382453"/>
                  </a:lnTo>
                  <a:lnTo>
                    <a:pt x="8735152" y="2494868"/>
                  </a:lnTo>
                  <a:lnTo>
                    <a:pt x="8701461" y="2606457"/>
                  </a:lnTo>
                  <a:lnTo>
                    <a:pt x="8667805" y="2716716"/>
                  </a:lnTo>
                  <a:lnTo>
                    <a:pt x="8634188" y="2825170"/>
                  </a:lnTo>
                  <a:lnTo>
                    <a:pt x="8600612" y="2931373"/>
                  </a:lnTo>
                  <a:lnTo>
                    <a:pt x="8567069" y="3034923"/>
                  </a:lnTo>
                  <a:lnTo>
                    <a:pt x="8533542" y="3135462"/>
                  </a:lnTo>
                  <a:lnTo>
                    <a:pt x="8500004" y="3232684"/>
                  </a:lnTo>
                  <a:lnTo>
                    <a:pt x="8466414" y="3326336"/>
                  </a:lnTo>
                  <a:lnTo>
                    <a:pt x="8432720" y="3416218"/>
                  </a:lnTo>
                  <a:lnTo>
                    <a:pt x="8398854" y="3502184"/>
                  </a:lnTo>
                  <a:lnTo>
                    <a:pt x="8364731" y="3584143"/>
                  </a:lnTo>
                  <a:lnTo>
                    <a:pt x="8330247" y="3662052"/>
                  </a:lnTo>
                  <a:lnTo>
                    <a:pt x="8295279" y="3735912"/>
                  </a:lnTo>
                  <a:lnTo>
                    <a:pt x="8259680" y="3805772"/>
                  </a:lnTo>
                  <a:lnTo>
                    <a:pt x="8229629" y="3860600"/>
                  </a:lnTo>
                  <a:lnTo>
                    <a:pt x="8180103" y="3942845"/>
                  </a:lnTo>
                  <a:lnTo>
                    <a:pt x="8128365" y="4018276"/>
                  </a:lnTo>
                  <a:lnTo>
                    <a:pt x="8073825" y="4087108"/>
                  </a:lnTo>
                  <a:lnTo>
                    <a:pt x="8015830" y="4149770"/>
                  </a:lnTo>
                  <a:lnTo>
                    <a:pt x="7953702" y="4206792"/>
                  </a:lnTo>
                  <a:lnTo>
                    <a:pt x="7886771" y="4258724"/>
                  </a:lnTo>
                  <a:lnTo>
                    <a:pt x="7814409" y="4306096"/>
                  </a:lnTo>
                  <a:lnTo>
                    <a:pt x="7736085" y="4349382"/>
                  </a:lnTo>
                  <a:lnTo>
                    <a:pt x="7651434" y="4388988"/>
                  </a:lnTo>
                  <a:lnTo>
                    <a:pt x="7560337" y="4425236"/>
                  </a:lnTo>
                  <a:lnTo>
                    <a:pt x="7463035" y="4458363"/>
                  </a:lnTo>
                  <a:lnTo>
                    <a:pt x="7360241" y="4488520"/>
                  </a:lnTo>
                  <a:lnTo>
                    <a:pt x="7253251" y="4515776"/>
                  </a:lnTo>
                  <a:lnTo>
                    <a:pt x="7144026" y="4540130"/>
                  </a:lnTo>
                  <a:lnTo>
                    <a:pt x="7035197" y="4561537"/>
                  </a:lnTo>
                  <a:lnTo>
                    <a:pt x="6929962" y="4579937"/>
                  </a:lnTo>
                  <a:lnTo>
                    <a:pt x="6831843" y="4595292"/>
                  </a:lnTo>
                  <a:lnTo>
                    <a:pt x="6744305" y="4607629"/>
                  </a:lnTo>
                  <a:lnTo>
                    <a:pt x="6670289" y="4617074"/>
                  </a:lnTo>
                  <a:lnTo>
                    <a:pt x="6611757" y="4623867"/>
                  </a:lnTo>
                  <a:lnTo>
                    <a:pt x="6569336" y="4628362"/>
                  </a:lnTo>
                  <a:lnTo>
                    <a:pt x="6542158" y="4630999"/>
                  </a:lnTo>
                  <a:lnTo>
                    <a:pt x="6527887" y="4632271"/>
                  </a:lnTo>
                  <a:lnTo>
                    <a:pt x="6522886" y="4632682"/>
                  </a:lnTo>
                  <a:lnTo>
                    <a:pt x="6522385" y="4632720"/>
                  </a:lnTo>
                  <a:lnTo>
                    <a:pt x="5527445" y="4632720"/>
                  </a:lnTo>
                  <a:lnTo>
                    <a:pt x="5526354" y="4632675"/>
                  </a:lnTo>
                  <a:lnTo>
                    <a:pt x="5519145" y="4632358"/>
                  </a:lnTo>
                  <a:lnTo>
                    <a:pt x="5500859" y="4631481"/>
                  </a:lnTo>
                  <a:lnTo>
                    <a:pt x="5467876" y="4629753"/>
                  </a:lnTo>
                  <a:lnTo>
                    <a:pt x="5418130" y="4626896"/>
                  </a:lnTo>
                  <a:lnTo>
                    <a:pt x="5351257" y="4622670"/>
                  </a:lnTo>
                  <a:lnTo>
                    <a:pt x="5268554" y="4616895"/>
                  </a:lnTo>
                  <a:lnTo>
                    <a:pt x="5172694" y="4609462"/>
                  </a:lnTo>
                  <a:lnTo>
                    <a:pt x="5067250" y="4600324"/>
                  </a:lnTo>
                  <a:lnTo>
                    <a:pt x="4956131" y="4589487"/>
                  </a:lnTo>
                  <a:lnTo>
                    <a:pt x="4843078" y="4576982"/>
                  </a:lnTo>
                  <a:lnTo>
                    <a:pt x="4731292" y="4562843"/>
                  </a:lnTo>
                  <a:lnTo>
                    <a:pt x="4623245" y="4547081"/>
                  </a:lnTo>
                  <a:lnTo>
                    <a:pt x="4520638" y="4529673"/>
                  </a:lnTo>
                  <a:lnTo>
                    <a:pt x="4424468" y="4510548"/>
                  </a:lnTo>
                  <a:lnTo>
                    <a:pt x="4335147" y="4489586"/>
                  </a:lnTo>
                  <a:lnTo>
                    <a:pt x="4252644" y="4466611"/>
                  </a:lnTo>
                  <a:lnTo>
                    <a:pt x="4176613" y="4441402"/>
                  </a:lnTo>
                  <a:lnTo>
                    <a:pt x="4106500" y="4413690"/>
                  </a:lnTo>
                  <a:lnTo>
                    <a:pt x="4041628" y="4383175"/>
                  </a:lnTo>
                  <a:lnTo>
                    <a:pt x="3981261" y="4349537"/>
                  </a:lnTo>
                  <a:lnTo>
                    <a:pt x="3924650" y="4312468"/>
                  </a:lnTo>
                  <a:lnTo>
                    <a:pt x="3871072" y="4271712"/>
                  </a:lnTo>
                  <a:lnTo>
                    <a:pt x="3820202" y="4227444"/>
                  </a:lnTo>
                  <a:lnTo>
                    <a:pt x="3773535" y="4181902"/>
                  </a:lnTo>
                  <a:lnTo>
                    <a:pt x="3728075" y="4132894"/>
                  </a:lnTo>
                  <a:lnTo>
                    <a:pt x="3683481" y="4080352"/>
                  </a:lnTo>
                  <a:lnTo>
                    <a:pt x="3639482" y="4024267"/>
                  </a:lnTo>
                  <a:lnTo>
                    <a:pt x="3595861" y="3964697"/>
                  </a:lnTo>
                  <a:lnTo>
                    <a:pt x="3552455" y="3901778"/>
                  </a:lnTo>
                  <a:lnTo>
                    <a:pt x="3509141" y="3835720"/>
                  </a:lnTo>
                  <a:lnTo>
                    <a:pt x="3465836" y="3766813"/>
                  </a:lnTo>
                  <a:lnTo>
                    <a:pt x="3422489" y="3695426"/>
                  </a:lnTo>
                  <a:lnTo>
                    <a:pt x="3379077" y="3621996"/>
                  </a:lnTo>
                  <a:lnTo>
                    <a:pt x="3335599" y="3547021"/>
                  </a:lnTo>
                  <a:lnTo>
                    <a:pt x="3292071" y="3471049"/>
                  </a:lnTo>
                  <a:lnTo>
                    <a:pt x="3248521" y="3394658"/>
                  </a:lnTo>
                  <a:lnTo>
                    <a:pt x="3204980" y="3318439"/>
                  </a:lnTo>
                  <a:lnTo>
                    <a:pt x="3161478" y="3242978"/>
                  </a:lnTo>
                  <a:lnTo>
                    <a:pt x="3118037" y="3168839"/>
                  </a:lnTo>
                  <a:lnTo>
                    <a:pt x="3074664" y="3096540"/>
                  </a:lnTo>
                  <a:lnTo>
                    <a:pt x="3031346" y="3026548"/>
                  </a:lnTo>
                  <a:lnTo>
                    <a:pt x="2988044" y="2959259"/>
                  </a:lnTo>
                  <a:lnTo>
                    <a:pt x="2944689" y="2894997"/>
                  </a:lnTo>
                  <a:lnTo>
                    <a:pt x="2901176" y="2834006"/>
                  </a:lnTo>
                  <a:lnTo>
                    <a:pt x="2857358" y="2776453"/>
                  </a:lnTo>
                  <a:lnTo>
                    <a:pt x="2813042" y="2722426"/>
                  </a:lnTo>
                  <a:lnTo>
                    <a:pt x="2767981" y="2671946"/>
                  </a:lnTo>
                  <a:lnTo>
                    <a:pt x="2721866" y="2624967"/>
                  </a:lnTo>
                  <a:lnTo>
                    <a:pt x="2702183" y="2606342"/>
                  </a:lnTo>
                  <a:lnTo>
                    <a:pt x="2650970" y="2561794"/>
                  </a:lnTo>
                  <a:lnTo>
                    <a:pt x="2597375" y="2521063"/>
                  </a:lnTo>
                  <a:lnTo>
                    <a:pt x="2540741" y="2484017"/>
                  </a:lnTo>
                  <a:lnTo>
                    <a:pt x="2480347" y="2450401"/>
                  </a:lnTo>
                  <a:lnTo>
                    <a:pt x="2415443" y="2419905"/>
                  </a:lnTo>
                  <a:lnTo>
                    <a:pt x="2345293" y="2392211"/>
                  </a:lnTo>
                  <a:lnTo>
                    <a:pt x="2269221" y="2367017"/>
                  </a:lnTo>
                  <a:lnTo>
                    <a:pt x="2186674" y="2344056"/>
                  </a:lnTo>
                  <a:lnTo>
                    <a:pt x="2097308" y="2323106"/>
                  </a:lnTo>
                  <a:lnTo>
                    <a:pt x="2001093" y="2303993"/>
                  </a:lnTo>
                  <a:lnTo>
                    <a:pt x="1898447" y="2286596"/>
                  </a:lnTo>
                  <a:lnTo>
                    <a:pt x="1790369" y="2270845"/>
                  </a:lnTo>
                  <a:lnTo>
                    <a:pt x="1678566" y="2256716"/>
                  </a:lnTo>
                  <a:lnTo>
                    <a:pt x="1565514" y="2244222"/>
                  </a:lnTo>
                  <a:lnTo>
                    <a:pt x="1454420" y="2233396"/>
                  </a:lnTo>
                  <a:lnTo>
                    <a:pt x="1349026" y="2224270"/>
                  </a:lnTo>
                  <a:lnTo>
                    <a:pt x="1253242" y="2216847"/>
                  </a:lnTo>
                  <a:lnTo>
                    <a:pt x="1170635" y="2211083"/>
                  </a:lnTo>
                  <a:lnTo>
                    <a:pt x="1103872" y="2206867"/>
                  </a:lnTo>
                  <a:lnTo>
                    <a:pt x="1054239" y="2204018"/>
                  </a:lnTo>
                  <a:lnTo>
                    <a:pt x="1021362" y="2202296"/>
                  </a:lnTo>
                  <a:lnTo>
                    <a:pt x="1003161" y="2201424"/>
                  </a:lnTo>
                  <a:lnTo>
                    <a:pt x="996010" y="2201110"/>
                  </a:lnTo>
                  <a:lnTo>
                    <a:pt x="994940" y="2201066"/>
                  </a:lnTo>
                  <a:lnTo>
                    <a:pt x="0" y="2201066"/>
                  </a:lnTo>
                  <a:lnTo>
                    <a:pt x="0" y="22010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" name="pg50"/>
            <p:cNvSpPr/>
            <p:nvPr/>
          </p:nvSpPr>
          <p:spPr>
            <a:xfrm>
              <a:off x="1199187" y="2295233"/>
              <a:ext cx="12049831" cy="3909513"/>
            </a:xfrm>
            <a:custGeom>
              <a:avLst/>
              <a:pathLst>
                <a:path w="12049831" h="3909513">
                  <a:moveTo>
                    <a:pt x="0" y="1456896"/>
                  </a:moveTo>
                  <a:lnTo>
                    <a:pt x="994940" y="1456896"/>
                  </a:lnTo>
                  <a:lnTo>
                    <a:pt x="996030" y="1456941"/>
                  </a:lnTo>
                  <a:lnTo>
                    <a:pt x="1003234" y="1457261"/>
                  </a:lnTo>
                  <a:lnTo>
                    <a:pt x="1021509" y="1458144"/>
                  </a:lnTo>
                  <a:lnTo>
                    <a:pt x="1054471" y="1459886"/>
                  </a:lnTo>
                  <a:lnTo>
                    <a:pt x="1104187" y="1462766"/>
                  </a:lnTo>
                  <a:lnTo>
                    <a:pt x="1171024" y="1467026"/>
                  </a:lnTo>
                  <a:lnTo>
                    <a:pt x="1253686" y="1472846"/>
                  </a:lnTo>
                  <a:lnTo>
                    <a:pt x="1349504" y="1480339"/>
                  </a:lnTo>
                  <a:lnTo>
                    <a:pt x="1454909" y="1489550"/>
                  </a:lnTo>
                  <a:lnTo>
                    <a:pt x="1565993" y="1500474"/>
                  </a:lnTo>
                  <a:lnTo>
                    <a:pt x="1679020" y="1513080"/>
                  </a:lnTo>
                  <a:lnTo>
                    <a:pt x="1790788" y="1527333"/>
                  </a:lnTo>
                  <a:lnTo>
                    <a:pt x="1898823" y="1543223"/>
                  </a:lnTo>
                  <a:lnTo>
                    <a:pt x="2001425" y="1560771"/>
                  </a:lnTo>
                  <a:lnTo>
                    <a:pt x="2097596" y="1580051"/>
                  </a:lnTo>
                  <a:lnTo>
                    <a:pt x="2186921" y="1601182"/>
                  </a:lnTo>
                  <a:lnTo>
                    <a:pt x="2269430" y="1624342"/>
                  </a:lnTo>
                  <a:lnTo>
                    <a:pt x="2345469" y="1649753"/>
                  </a:lnTo>
                  <a:lnTo>
                    <a:pt x="2415590" y="1677685"/>
                  </a:lnTo>
                  <a:lnTo>
                    <a:pt x="2480468" y="1708443"/>
                  </a:lnTo>
                  <a:lnTo>
                    <a:pt x="2540841" y="1742347"/>
                  </a:lnTo>
                  <a:lnTo>
                    <a:pt x="2597456" y="1779710"/>
                  </a:lnTo>
                  <a:lnTo>
                    <a:pt x="2651035" y="1820787"/>
                  </a:lnTo>
                  <a:lnTo>
                    <a:pt x="2702183" y="1865665"/>
                  </a:lnTo>
                  <a:lnTo>
                    <a:pt x="2748716" y="1911462"/>
                  </a:lnTo>
                  <a:lnTo>
                    <a:pt x="2794048" y="1960732"/>
                  </a:lnTo>
                  <a:lnTo>
                    <a:pt x="2838517" y="2013547"/>
                  </a:lnTo>
                  <a:lnTo>
                    <a:pt x="2882393" y="2069915"/>
                  </a:lnTo>
                  <a:lnTo>
                    <a:pt x="2925891" y="2129778"/>
                  </a:lnTo>
                  <a:lnTo>
                    <a:pt x="2969173" y="2193002"/>
                  </a:lnTo>
                  <a:lnTo>
                    <a:pt x="3012361" y="2259379"/>
                  </a:lnTo>
                  <a:lnTo>
                    <a:pt x="3055539" y="2328618"/>
                  </a:lnTo>
                  <a:lnTo>
                    <a:pt x="3098759" y="2400354"/>
                  </a:lnTo>
                  <a:lnTo>
                    <a:pt x="3142043" y="2474152"/>
                  </a:lnTo>
                  <a:lnTo>
                    <a:pt x="3185393" y="2549513"/>
                  </a:lnTo>
                  <a:lnTo>
                    <a:pt x="3228792" y="2625893"/>
                  </a:lnTo>
                  <a:lnTo>
                    <a:pt x="3272215" y="2702714"/>
                  </a:lnTo>
                  <a:lnTo>
                    <a:pt x="3315631" y="2779384"/>
                  </a:lnTo>
                  <a:lnTo>
                    <a:pt x="3359008" y="2855317"/>
                  </a:lnTo>
                  <a:lnTo>
                    <a:pt x="3402325" y="2929950"/>
                  </a:lnTo>
                  <a:lnTo>
                    <a:pt x="3445575" y="3002759"/>
                  </a:lnTo>
                  <a:lnTo>
                    <a:pt x="3488769" y="3073278"/>
                  </a:lnTo>
                  <a:lnTo>
                    <a:pt x="3531944" y="3141105"/>
                  </a:lnTo>
                  <a:lnTo>
                    <a:pt x="3575167" y="3205913"/>
                  </a:lnTo>
                  <a:lnTo>
                    <a:pt x="3618541" y="3267452"/>
                  </a:lnTo>
                  <a:lnTo>
                    <a:pt x="3662207" y="3325552"/>
                  </a:lnTo>
                  <a:lnTo>
                    <a:pt x="3706355" y="3380119"/>
                  </a:lnTo>
                  <a:lnTo>
                    <a:pt x="3751224" y="3431130"/>
                  </a:lnTo>
                  <a:lnTo>
                    <a:pt x="3797118" y="3478624"/>
                  </a:lnTo>
                  <a:lnTo>
                    <a:pt x="3820202" y="3500743"/>
                  </a:lnTo>
                  <a:lnTo>
                    <a:pt x="3871403" y="3545665"/>
                  </a:lnTo>
                  <a:lnTo>
                    <a:pt x="3924985" y="3586739"/>
                  </a:lnTo>
                  <a:lnTo>
                    <a:pt x="3981604" y="3624098"/>
                  </a:lnTo>
                  <a:lnTo>
                    <a:pt x="4041981" y="3657998"/>
                  </a:lnTo>
                  <a:lnTo>
                    <a:pt x="4106864" y="3688753"/>
                  </a:lnTo>
                  <a:lnTo>
                    <a:pt x="4176991" y="3716683"/>
                  </a:lnTo>
                  <a:lnTo>
                    <a:pt x="4253036" y="3742092"/>
                  </a:lnTo>
                  <a:lnTo>
                    <a:pt x="4335552" y="3765249"/>
                  </a:lnTo>
                  <a:lnTo>
                    <a:pt x="4424884" y="3786378"/>
                  </a:lnTo>
                  <a:lnTo>
                    <a:pt x="4521062" y="3805656"/>
                  </a:lnTo>
                  <a:lnTo>
                    <a:pt x="4623670" y="3823203"/>
                  </a:lnTo>
                  <a:lnTo>
                    <a:pt x="4731710" y="3839090"/>
                  </a:lnTo>
                  <a:lnTo>
                    <a:pt x="4843480" y="3853342"/>
                  </a:lnTo>
                  <a:lnTo>
                    <a:pt x="4956507" y="3865946"/>
                  </a:lnTo>
                  <a:lnTo>
                    <a:pt x="5067588" y="3876868"/>
                  </a:lnTo>
                  <a:lnTo>
                    <a:pt x="5172985" y="3886078"/>
                  </a:lnTo>
                  <a:lnTo>
                    <a:pt x="5268791" y="3893569"/>
                  </a:lnTo>
                  <a:lnTo>
                    <a:pt x="5351438" y="3899388"/>
                  </a:lnTo>
                  <a:lnTo>
                    <a:pt x="5418257" y="3903646"/>
                  </a:lnTo>
                  <a:lnTo>
                    <a:pt x="5467956" y="3906525"/>
                  </a:lnTo>
                  <a:lnTo>
                    <a:pt x="5500902" y="3908265"/>
                  </a:lnTo>
                  <a:lnTo>
                    <a:pt x="5519163" y="3909148"/>
                  </a:lnTo>
                  <a:lnTo>
                    <a:pt x="5526358" y="3909468"/>
                  </a:lnTo>
                  <a:lnTo>
                    <a:pt x="5527445" y="3909513"/>
                  </a:lnTo>
                  <a:lnTo>
                    <a:pt x="6522385" y="3909513"/>
                  </a:lnTo>
                  <a:lnTo>
                    <a:pt x="6523414" y="3909445"/>
                  </a:lnTo>
                  <a:lnTo>
                    <a:pt x="6530213" y="3908966"/>
                  </a:lnTo>
                  <a:lnTo>
                    <a:pt x="6547489" y="3907642"/>
                  </a:lnTo>
                  <a:lnTo>
                    <a:pt x="6578716" y="3905032"/>
                  </a:lnTo>
                  <a:lnTo>
                    <a:pt x="6625947" y="3900713"/>
                  </a:lnTo>
                  <a:lnTo>
                    <a:pt x="6689672" y="3894317"/>
                  </a:lnTo>
                  <a:lnTo>
                    <a:pt x="6768832" y="3885560"/>
                  </a:lnTo>
                  <a:lnTo>
                    <a:pt x="6861053" y="3874262"/>
                  </a:lnTo>
                  <a:lnTo>
                    <a:pt x="6963065" y="3860341"/>
                  </a:lnTo>
                  <a:lnTo>
                    <a:pt x="7071204" y="3843794"/>
                  </a:lnTo>
                  <a:lnTo>
                    <a:pt x="7181885" y="3824665"/>
                  </a:lnTo>
                  <a:lnTo>
                    <a:pt x="7291967" y="3803005"/>
                  </a:lnTo>
                  <a:lnTo>
                    <a:pt x="7398958" y="3778843"/>
                  </a:lnTo>
                  <a:lnTo>
                    <a:pt x="7501076" y="3752159"/>
                  </a:lnTo>
                  <a:lnTo>
                    <a:pt x="7597218" y="3722866"/>
                  </a:lnTo>
                  <a:lnTo>
                    <a:pt x="7686848" y="3690804"/>
                  </a:lnTo>
                  <a:lnTo>
                    <a:pt x="7769881" y="3655734"/>
                  </a:lnTo>
                  <a:lnTo>
                    <a:pt x="7846557" y="3617344"/>
                  </a:lnTo>
                  <a:lnTo>
                    <a:pt x="7917340" y="3575250"/>
                  </a:lnTo>
                  <a:lnTo>
                    <a:pt x="7982833" y="3529016"/>
                  </a:lnTo>
                  <a:lnTo>
                    <a:pt x="8043712" y="3478164"/>
                  </a:lnTo>
                  <a:lnTo>
                    <a:pt x="8100684" y="3422214"/>
                  </a:lnTo>
                  <a:lnTo>
                    <a:pt x="8154443" y="3360737"/>
                  </a:lnTo>
                  <a:lnTo>
                    <a:pt x="8205638" y="3293434"/>
                  </a:lnTo>
                  <a:lnTo>
                    <a:pt x="8229629" y="3258800"/>
                  </a:lnTo>
                  <a:lnTo>
                    <a:pt x="8268632" y="3198214"/>
                  </a:lnTo>
                  <a:lnTo>
                    <a:pt x="8306753" y="3133778"/>
                  </a:lnTo>
                  <a:lnTo>
                    <a:pt x="8344199" y="3065414"/>
                  </a:lnTo>
                  <a:lnTo>
                    <a:pt x="8381146" y="2993089"/>
                  </a:lnTo>
                  <a:lnTo>
                    <a:pt x="8417734" y="2916820"/>
                  </a:lnTo>
                  <a:lnTo>
                    <a:pt x="8454082" y="2836680"/>
                  </a:lnTo>
                  <a:lnTo>
                    <a:pt x="8490281" y="2752799"/>
                  </a:lnTo>
                  <a:lnTo>
                    <a:pt x="8526405" y="2665368"/>
                  </a:lnTo>
                  <a:lnTo>
                    <a:pt x="8562506" y="2574639"/>
                  </a:lnTo>
                  <a:lnTo>
                    <a:pt x="8598623" y="2480925"/>
                  </a:lnTo>
                  <a:lnTo>
                    <a:pt x="8634777" y="2384596"/>
                  </a:lnTo>
                  <a:lnTo>
                    <a:pt x="8670977" y="2286077"/>
                  </a:lnTo>
                  <a:lnTo>
                    <a:pt x="8707224" y="2185835"/>
                  </a:lnTo>
                  <a:lnTo>
                    <a:pt x="8743508" y="2084378"/>
                  </a:lnTo>
                  <a:lnTo>
                    <a:pt x="8779814" y="1982239"/>
                  </a:lnTo>
                  <a:lnTo>
                    <a:pt x="8816125" y="1879965"/>
                  </a:lnTo>
                  <a:lnTo>
                    <a:pt x="8852422" y="1778109"/>
                  </a:lnTo>
                  <a:lnTo>
                    <a:pt x="8888688" y="1677212"/>
                  </a:lnTo>
                  <a:lnTo>
                    <a:pt x="8924911" y="1577794"/>
                  </a:lnTo>
                  <a:lnTo>
                    <a:pt x="8961088" y="1480345"/>
                  </a:lnTo>
                  <a:lnTo>
                    <a:pt x="8997220" y="1385310"/>
                  </a:lnTo>
                  <a:lnTo>
                    <a:pt x="9033325" y="1293088"/>
                  </a:lnTo>
                  <a:lnTo>
                    <a:pt x="9069433" y="1204018"/>
                  </a:lnTo>
                  <a:lnTo>
                    <a:pt x="9105588" y="1118384"/>
                  </a:lnTo>
                  <a:lnTo>
                    <a:pt x="9141853" y="1036406"/>
                  </a:lnTo>
                  <a:lnTo>
                    <a:pt x="9178311" y="958243"/>
                  </a:lnTo>
                  <a:lnTo>
                    <a:pt x="9215067" y="883996"/>
                  </a:lnTo>
                  <a:lnTo>
                    <a:pt x="9252251" y="813708"/>
                  </a:lnTo>
                  <a:lnTo>
                    <a:pt x="9290021" y="747369"/>
                  </a:lnTo>
                  <a:lnTo>
                    <a:pt x="9328566" y="684925"/>
                  </a:lnTo>
                  <a:lnTo>
                    <a:pt x="9347647" y="655952"/>
                  </a:lnTo>
                  <a:lnTo>
                    <a:pt x="9397815" y="585797"/>
                  </a:lnTo>
                  <a:lnTo>
                    <a:pt x="9450258" y="521529"/>
                  </a:lnTo>
                  <a:lnTo>
                    <a:pt x="9505593" y="462957"/>
                  </a:lnTo>
                  <a:lnTo>
                    <a:pt x="9564496" y="409700"/>
                  </a:lnTo>
                  <a:lnTo>
                    <a:pt x="9627672" y="361295"/>
                  </a:lnTo>
                  <a:lnTo>
                    <a:pt x="9695818" y="317259"/>
                  </a:lnTo>
                  <a:lnTo>
                    <a:pt x="9769579" y="277131"/>
                  </a:lnTo>
                  <a:lnTo>
                    <a:pt x="9849494" y="240500"/>
                  </a:lnTo>
                  <a:lnTo>
                    <a:pt x="9935925" y="207019"/>
                  </a:lnTo>
                  <a:lnTo>
                    <a:pt x="10028956" y="176413"/>
                  </a:lnTo>
                  <a:lnTo>
                    <a:pt x="10128287" y="148484"/>
                  </a:lnTo>
                  <a:lnTo>
                    <a:pt x="10233102" y="123110"/>
                  </a:lnTo>
                  <a:lnTo>
                    <a:pt x="10341958" y="100240"/>
                  </a:lnTo>
                  <a:lnTo>
                    <a:pt x="10452705" y="79882"/>
                  </a:lnTo>
                  <a:lnTo>
                    <a:pt x="10562499" y="62081"/>
                  </a:lnTo>
                  <a:lnTo>
                    <a:pt x="10667934" y="46888"/>
                  </a:lnTo>
                  <a:lnTo>
                    <a:pt x="10765331" y="34327"/>
                  </a:lnTo>
                  <a:lnTo>
                    <a:pt x="10851165" y="24358"/>
                  </a:lnTo>
                  <a:lnTo>
                    <a:pt x="10922568" y="16851"/>
                  </a:lnTo>
                  <a:lnTo>
                    <a:pt x="10977806" y="11570"/>
                  </a:lnTo>
                  <a:lnTo>
                    <a:pt x="11016604" y="8184"/>
                  </a:lnTo>
                  <a:lnTo>
                    <a:pt x="11040270" y="6294"/>
                  </a:lnTo>
                  <a:lnTo>
                    <a:pt x="11051616" y="546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63" y="67"/>
                  </a:lnTo>
                  <a:lnTo>
                    <a:pt x="11047063" y="546"/>
                  </a:lnTo>
                  <a:lnTo>
                    <a:pt x="11029787" y="1870"/>
                  </a:lnTo>
                  <a:lnTo>
                    <a:pt x="10998561" y="4480"/>
                  </a:lnTo>
                  <a:lnTo>
                    <a:pt x="10951330" y="8799"/>
                  </a:lnTo>
                  <a:lnTo>
                    <a:pt x="10887605" y="15195"/>
                  </a:lnTo>
                  <a:lnTo>
                    <a:pt x="10808445" y="23952"/>
                  </a:lnTo>
                  <a:lnTo>
                    <a:pt x="10716223" y="35250"/>
                  </a:lnTo>
                  <a:lnTo>
                    <a:pt x="10614211" y="49171"/>
                  </a:lnTo>
                  <a:lnTo>
                    <a:pt x="10506073" y="65718"/>
                  </a:lnTo>
                  <a:lnTo>
                    <a:pt x="10395391" y="84848"/>
                  </a:lnTo>
                  <a:lnTo>
                    <a:pt x="10285309" y="106507"/>
                  </a:lnTo>
                  <a:lnTo>
                    <a:pt x="10178319" y="130669"/>
                  </a:lnTo>
                  <a:lnTo>
                    <a:pt x="10076200" y="157353"/>
                  </a:lnTo>
                  <a:lnTo>
                    <a:pt x="9980058" y="186646"/>
                  </a:lnTo>
                  <a:lnTo>
                    <a:pt x="9890428" y="218708"/>
                  </a:lnTo>
                  <a:lnTo>
                    <a:pt x="9807396" y="253778"/>
                  </a:lnTo>
                  <a:lnTo>
                    <a:pt x="9730719" y="292168"/>
                  </a:lnTo>
                  <a:lnTo>
                    <a:pt x="9659936" y="334262"/>
                  </a:lnTo>
                  <a:lnTo>
                    <a:pt x="9594444" y="380496"/>
                  </a:lnTo>
                  <a:lnTo>
                    <a:pt x="9533564" y="431348"/>
                  </a:lnTo>
                  <a:lnTo>
                    <a:pt x="9476592" y="487298"/>
                  </a:lnTo>
                  <a:lnTo>
                    <a:pt x="9422834" y="548775"/>
                  </a:lnTo>
                  <a:lnTo>
                    <a:pt x="9371638" y="616079"/>
                  </a:lnTo>
                  <a:lnTo>
                    <a:pt x="9347647" y="650712"/>
                  </a:lnTo>
                  <a:lnTo>
                    <a:pt x="9308645" y="711298"/>
                  </a:lnTo>
                  <a:lnTo>
                    <a:pt x="9270524" y="775734"/>
                  </a:lnTo>
                  <a:lnTo>
                    <a:pt x="9233077" y="844098"/>
                  </a:lnTo>
                  <a:lnTo>
                    <a:pt x="9196131" y="916423"/>
                  </a:lnTo>
                  <a:lnTo>
                    <a:pt x="9159542" y="992692"/>
                  </a:lnTo>
                  <a:lnTo>
                    <a:pt x="9123195" y="1072832"/>
                  </a:lnTo>
                  <a:lnTo>
                    <a:pt x="9086996" y="1156713"/>
                  </a:lnTo>
                  <a:lnTo>
                    <a:pt x="9050872" y="1244144"/>
                  </a:lnTo>
                  <a:lnTo>
                    <a:pt x="9014770" y="1334873"/>
                  </a:lnTo>
                  <a:lnTo>
                    <a:pt x="8978654" y="1428587"/>
                  </a:lnTo>
                  <a:lnTo>
                    <a:pt x="8942500" y="1524916"/>
                  </a:lnTo>
                  <a:lnTo>
                    <a:pt x="8906299" y="1623435"/>
                  </a:lnTo>
                  <a:lnTo>
                    <a:pt x="8870053" y="1723677"/>
                  </a:lnTo>
                  <a:lnTo>
                    <a:pt x="8833769" y="1825134"/>
                  </a:lnTo>
                  <a:lnTo>
                    <a:pt x="8797463" y="1927273"/>
                  </a:lnTo>
                  <a:lnTo>
                    <a:pt x="8761152" y="2029547"/>
                  </a:lnTo>
                  <a:lnTo>
                    <a:pt x="8724855" y="2131403"/>
                  </a:lnTo>
                  <a:lnTo>
                    <a:pt x="8688589" y="2232300"/>
                  </a:lnTo>
                  <a:lnTo>
                    <a:pt x="8652365" y="2331718"/>
                  </a:lnTo>
                  <a:lnTo>
                    <a:pt x="8616189" y="2429167"/>
                  </a:lnTo>
                  <a:lnTo>
                    <a:pt x="8580056" y="2524202"/>
                  </a:lnTo>
                  <a:lnTo>
                    <a:pt x="8543951" y="2616424"/>
                  </a:lnTo>
                  <a:lnTo>
                    <a:pt x="8507844" y="2705494"/>
                  </a:lnTo>
                  <a:lnTo>
                    <a:pt x="8471689" y="2791128"/>
                  </a:lnTo>
                  <a:lnTo>
                    <a:pt x="8435424" y="2873106"/>
                  </a:lnTo>
                  <a:lnTo>
                    <a:pt x="8398966" y="2951269"/>
                  </a:lnTo>
                  <a:lnTo>
                    <a:pt x="8362209" y="3025516"/>
                  </a:lnTo>
                  <a:lnTo>
                    <a:pt x="8325025" y="3095804"/>
                  </a:lnTo>
                  <a:lnTo>
                    <a:pt x="8287256" y="3162143"/>
                  </a:lnTo>
                  <a:lnTo>
                    <a:pt x="8248710" y="3224588"/>
                  </a:lnTo>
                  <a:lnTo>
                    <a:pt x="8229629" y="3253560"/>
                  </a:lnTo>
                  <a:lnTo>
                    <a:pt x="8179461" y="3323715"/>
                  </a:lnTo>
                  <a:lnTo>
                    <a:pt x="8127018" y="3387983"/>
                  </a:lnTo>
                  <a:lnTo>
                    <a:pt x="8071684" y="3446555"/>
                  </a:lnTo>
                  <a:lnTo>
                    <a:pt x="8012781" y="3499812"/>
                  </a:lnTo>
                  <a:lnTo>
                    <a:pt x="7949604" y="3548217"/>
                  </a:lnTo>
                  <a:lnTo>
                    <a:pt x="7881458" y="3592253"/>
                  </a:lnTo>
                  <a:lnTo>
                    <a:pt x="7807697" y="3632381"/>
                  </a:lnTo>
                  <a:lnTo>
                    <a:pt x="7727782" y="3669012"/>
                  </a:lnTo>
                  <a:lnTo>
                    <a:pt x="7641352" y="3702493"/>
                  </a:lnTo>
                  <a:lnTo>
                    <a:pt x="7548320" y="3733099"/>
                  </a:lnTo>
                  <a:lnTo>
                    <a:pt x="7448989" y="3761028"/>
                  </a:lnTo>
                  <a:lnTo>
                    <a:pt x="7344174" y="3786402"/>
                  </a:lnTo>
                  <a:lnTo>
                    <a:pt x="7235319" y="3809272"/>
                  </a:lnTo>
                  <a:lnTo>
                    <a:pt x="7124571" y="3829630"/>
                  </a:lnTo>
                  <a:lnTo>
                    <a:pt x="7014777" y="3847431"/>
                  </a:lnTo>
                  <a:lnTo>
                    <a:pt x="6909342" y="3862624"/>
                  </a:lnTo>
                  <a:lnTo>
                    <a:pt x="6811946" y="3875185"/>
                  </a:lnTo>
                  <a:lnTo>
                    <a:pt x="6726112" y="3885154"/>
                  </a:lnTo>
                  <a:lnTo>
                    <a:pt x="6654708" y="3892661"/>
                  </a:lnTo>
                  <a:lnTo>
                    <a:pt x="6599470" y="3897943"/>
                  </a:lnTo>
                  <a:lnTo>
                    <a:pt x="6560673" y="3901328"/>
                  </a:lnTo>
                  <a:lnTo>
                    <a:pt x="6537007" y="3903218"/>
                  </a:lnTo>
                  <a:lnTo>
                    <a:pt x="6525661" y="3904051"/>
                  </a:lnTo>
                  <a:lnTo>
                    <a:pt x="6522385" y="3904272"/>
                  </a:lnTo>
                  <a:lnTo>
                    <a:pt x="5527445" y="3904272"/>
                  </a:lnTo>
                  <a:lnTo>
                    <a:pt x="5526355" y="3904227"/>
                  </a:lnTo>
                  <a:lnTo>
                    <a:pt x="5519151" y="3903907"/>
                  </a:lnTo>
                  <a:lnTo>
                    <a:pt x="5500876" y="3903023"/>
                  </a:lnTo>
                  <a:lnTo>
                    <a:pt x="5467914" y="3901282"/>
                  </a:lnTo>
                  <a:lnTo>
                    <a:pt x="5418198" y="3898402"/>
                  </a:lnTo>
                  <a:lnTo>
                    <a:pt x="5351361" y="3894142"/>
                  </a:lnTo>
                  <a:lnTo>
                    <a:pt x="5268699" y="3888322"/>
                  </a:lnTo>
                  <a:lnTo>
                    <a:pt x="5172881" y="3880829"/>
                  </a:lnTo>
                  <a:lnTo>
                    <a:pt x="5067476" y="3871617"/>
                  </a:lnTo>
                  <a:lnTo>
                    <a:pt x="4956392" y="3860693"/>
                  </a:lnTo>
                  <a:lnTo>
                    <a:pt x="4843365" y="3848088"/>
                  </a:lnTo>
                  <a:lnTo>
                    <a:pt x="4731597" y="3833834"/>
                  </a:lnTo>
                  <a:lnTo>
                    <a:pt x="4623562" y="3817945"/>
                  </a:lnTo>
                  <a:lnTo>
                    <a:pt x="4520960" y="3800396"/>
                  </a:lnTo>
                  <a:lnTo>
                    <a:pt x="4424789" y="3781117"/>
                  </a:lnTo>
                  <a:lnTo>
                    <a:pt x="4335464" y="3759985"/>
                  </a:lnTo>
                  <a:lnTo>
                    <a:pt x="4252955" y="3736826"/>
                  </a:lnTo>
                  <a:lnTo>
                    <a:pt x="4176916" y="3711415"/>
                  </a:lnTo>
                  <a:lnTo>
                    <a:pt x="4106795" y="3683482"/>
                  </a:lnTo>
                  <a:lnTo>
                    <a:pt x="4041917" y="3652725"/>
                  </a:lnTo>
                  <a:lnTo>
                    <a:pt x="3981544" y="3618820"/>
                  </a:lnTo>
                  <a:lnTo>
                    <a:pt x="3924929" y="3581458"/>
                  </a:lnTo>
                  <a:lnTo>
                    <a:pt x="3871350" y="3540380"/>
                  </a:lnTo>
                  <a:lnTo>
                    <a:pt x="3820202" y="3495502"/>
                  </a:lnTo>
                  <a:lnTo>
                    <a:pt x="3773669" y="3449706"/>
                  </a:lnTo>
                  <a:lnTo>
                    <a:pt x="3728337" y="3400436"/>
                  </a:lnTo>
                  <a:lnTo>
                    <a:pt x="3683868" y="3347621"/>
                  </a:lnTo>
                  <a:lnTo>
                    <a:pt x="3639992" y="3291253"/>
                  </a:lnTo>
                  <a:lnTo>
                    <a:pt x="3596494" y="3231390"/>
                  </a:lnTo>
                  <a:lnTo>
                    <a:pt x="3553212" y="3168165"/>
                  </a:lnTo>
                  <a:lnTo>
                    <a:pt x="3510024" y="3101789"/>
                  </a:lnTo>
                  <a:lnTo>
                    <a:pt x="3466846" y="3032550"/>
                  </a:lnTo>
                  <a:lnTo>
                    <a:pt x="3423626" y="2960813"/>
                  </a:lnTo>
                  <a:lnTo>
                    <a:pt x="3380342" y="2887016"/>
                  </a:lnTo>
                  <a:lnTo>
                    <a:pt x="3336992" y="2811655"/>
                  </a:lnTo>
                  <a:lnTo>
                    <a:pt x="3293593" y="2735275"/>
                  </a:lnTo>
                  <a:lnTo>
                    <a:pt x="3250169" y="2658454"/>
                  </a:lnTo>
                  <a:lnTo>
                    <a:pt x="3206754" y="2581784"/>
                  </a:lnTo>
                  <a:lnTo>
                    <a:pt x="3163377" y="2505851"/>
                  </a:lnTo>
                  <a:lnTo>
                    <a:pt x="3120060" y="2431218"/>
                  </a:lnTo>
                  <a:lnTo>
                    <a:pt x="3076810" y="2358408"/>
                  </a:lnTo>
                  <a:lnTo>
                    <a:pt x="3033616" y="2287889"/>
                  </a:lnTo>
                  <a:lnTo>
                    <a:pt x="2990441" y="2220063"/>
                  </a:lnTo>
                  <a:lnTo>
                    <a:pt x="2947218" y="2155255"/>
                  </a:lnTo>
                  <a:lnTo>
                    <a:pt x="2903844" y="2093716"/>
                  </a:lnTo>
                  <a:lnTo>
                    <a:pt x="2860178" y="2035615"/>
                  </a:lnTo>
                  <a:lnTo>
                    <a:pt x="2816030" y="1981048"/>
                  </a:lnTo>
                  <a:lnTo>
                    <a:pt x="2771161" y="1930038"/>
                  </a:lnTo>
                  <a:lnTo>
                    <a:pt x="2725267" y="1882544"/>
                  </a:lnTo>
                  <a:lnTo>
                    <a:pt x="2702183" y="1860425"/>
                  </a:lnTo>
                  <a:lnTo>
                    <a:pt x="2650982" y="1815503"/>
                  </a:lnTo>
                  <a:lnTo>
                    <a:pt x="2597400" y="1774429"/>
                  </a:lnTo>
                  <a:lnTo>
                    <a:pt x="2540781" y="1737070"/>
                  </a:lnTo>
                  <a:lnTo>
                    <a:pt x="2480404" y="1703169"/>
                  </a:lnTo>
                  <a:lnTo>
                    <a:pt x="2415521" y="1672415"/>
                  </a:lnTo>
                  <a:lnTo>
                    <a:pt x="2345394" y="1644485"/>
                  </a:lnTo>
                  <a:lnTo>
                    <a:pt x="2269349" y="1619076"/>
                  </a:lnTo>
                  <a:lnTo>
                    <a:pt x="2186833" y="1595919"/>
                  </a:lnTo>
                  <a:lnTo>
                    <a:pt x="2097501" y="1574789"/>
                  </a:lnTo>
                  <a:lnTo>
                    <a:pt x="2001323" y="1555512"/>
                  </a:lnTo>
                  <a:lnTo>
                    <a:pt x="1898715" y="1537965"/>
                  </a:lnTo>
                  <a:lnTo>
                    <a:pt x="1790675" y="1522077"/>
                  </a:lnTo>
                  <a:lnTo>
                    <a:pt x="1678905" y="1507825"/>
                  </a:lnTo>
                  <a:lnTo>
                    <a:pt x="1565878" y="1495222"/>
                  </a:lnTo>
                  <a:lnTo>
                    <a:pt x="1454797" y="1484299"/>
                  </a:lnTo>
                  <a:lnTo>
                    <a:pt x="1349400" y="1475090"/>
                  </a:lnTo>
                  <a:lnTo>
                    <a:pt x="1253594" y="1467599"/>
                  </a:lnTo>
                  <a:lnTo>
                    <a:pt x="1170947" y="1461780"/>
                  </a:lnTo>
                  <a:lnTo>
                    <a:pt x="1104128" y="1457522"/>
                  </a:lnTo>
                  <a:lnTo>
                    <a:pt x="1054429" y="1454643"/>
                  </a:lnTo>
                  <a:lnTo>
                    <a:pt x="1021483" y="1452902"/>
                  </a:lnTo>
                  <a:lnTo>
                    <a:pt x="1003222" y="1452019"/>
                  </a:lnTo>
                  <a:lnTo>
                    <a:pt x="996027" y="1451700"/>
                  </a:lnTo>
                  <a:lnTo>
                    <a:pt x="994940" y="1451655"/>
                  </a:lnTo>
                  <a:lnTo>
                    <a:pt x="0" y="1451655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2" name="pl51"/>
            <p:cNvSpPr/>
            <p:nvPr/>
          </p:nvSpPr>
          <p:spPr>
            <a:xfrm>
              <a:off x="1199187" y="2300473"/>
              <a:ext cx="12049831" cy="3904272"/>
            </a:xfrm>
            <a:custGeom>
              <a:avLst/>
              <a:pathLst>
                <a:path w="12049831" h="3904272">
                  <a:moveTo>
                    <a:pt x="0" y="1451655"/>
                  </a:moveTo>
                  <a:lnTo>
                    <a:pt x="994940" y="1451655"/>
                  </a:lnTo>
                  <a:lnTo>
                    <a:pt x="996030" y="1451700"/>
                  </a:lnTo>
                  <a:lnTo>
                    <a:pt x="1003234" y="1452020"/>
                  </a:lnTo>
                  <a:lnTo>
                    <a:pt x="1021509" y="1452904"/>
                  </a:lnTo>
                  <a:lnTo>
                    <a:pt x="1054471" y="1454645"/>
                  </a:lnTo>
                  <a:lnTo>
                    <a:pt x="1104187" y="1457526"/>
                  </a:lnTo>
                  <a:lnTo>
                    <a:pt x="1171024" y="1461785"/>
                  </a:lnTo>
                  <a:lnTo>
                    <a:pt x="1253686" y="1467605"/>
                  </a:lnTo>
                  <a:lnTo>
                    <a:pt x="1349504" y="1475098"/>
                  </a:lnTo>
                  <a:lnTo>
                    <a:pt x="1454909" y="1484310"/>
                  </a:lnTo>
                  <a:lnTo>
                    <a:pt x="1565993" y="1495234"/>
                  </a:lnTo>
                  <a:lnTo>
                    <a:pt x="1679020" y="1507839"/>
                  </a:lnTo>
                  <a:lnTo>
                    <a:pt x="1790788" y="1522093"/>
                  </a:lnTo>
                  <a:lnTo>
                    <a:pt x="1898823" y="1537982"/>
                  </a:lnTo>
                  <a:lnTo>
                    <a:pt x="2001425" y="1555531"/>
                  </a:lnTo>
                  <a:lnTo>
                    <a:pt x="2097596" y="1574810"/>
                  </a:lnTo>
                  <a:lnTo>
                    <a:pt x="2186921" y="1595942"/>
                  </a:lnTo>
                  <a:lnTo>
                    <a:pt x="2269430" y="1619101"/>
                  </a:lnTo>
                  <a:lnTo>
                    <a:pt x="2345469" y="1644512"/>
                  </a:lnTo>
                  <a:lnTo>
                    <a:pt x="2415590" y="1672445"/>
                  </a:lnTo>
                  <a:lnTo>
                    <a:pt x="2480468" y="1703202"/>
                  </a:lnTo>
                  <a:lnTo>
                    <a:pt x="2540841" y="1737107"/>
                  </a:lnTo>
                  <a:lnTo>
                    <a:pt x="2597456" y="1774469"/>
                  </a:lnTo>
                  <a:lnTo>
                    <a:pt x="2651035" y="1815547"/>
                  </a:lnTo>
                  <a:lnTo>
                    <a:pt x="2702183" y="1860425"/>
                  </a:lnTo>
                  <a:lnTo>
                    <a:pt x="2748716" y="1906221"/>
                  </a:lnTo>
                  <a:lnTo>
                    <a:pt x="2794048" y="1955491"/>
                  </a:lnTo>
                  <a:lnTo>
                    <a:pt x="2838517" y="2008306"/>
                  </a:lnTo>
                  <a:lnTo>
                    <a:pt x="2882393" y="2064674"/>
                  </a:lnTo>
                  <a:lnTo>
                    <a:pt x="2925891" y="2124537"/>
                  </a:lnTo>
                  <a:lnTo>
                    <a:pt x="2969173" y="2187762"/>
                  </a:lnTo>
                  <a:lnTo>
                    <a:pt x="3012361" y="2254138"/>
                  </a:lnTo>
                  <a:lnTo>
                    <a:pt x="3055539" y="2323377"/>
                  </a:lnTo>
                  <a:lnTo>
                    <a:pt x="3098759" y="2395114"/>
                  </a:lnTo>
                  <a:lnTo>
                    <a:pt x="3142043" y="2468911"/>
                  </a:lnTo>
                  <a:lnTo>
                    <a:pt x="3185393" y="2544273"/>
                  </a:lnTo>
                  <a:lnTo>
                    <a:pt x="3228792" y="2620652"/>
                  </a:lnTo>
                  <a:lnTo>
                    <a:pt x="3272215" y="2697473"/>
                  </a:lnTo>
                  <a:lnTo>
                    <a:pt x="3315631" y="2774143"/>
                  </a:lnTo>
                  <a:lnTo>
                    <a:pt x="3359008" y="2850076"/>
                  </a:lnTo>
                  <a:lnTo>
                    <a:pt x="3402325" y="2924709"/>
                  </a:lnTo>
                  <a:lnTo>
                    <a:pt x="3445575" y="2997519"/>
                  </a:lnTo>
                  <a:lnTo>
                    <a:pt x="3488769" y="3068038"/>
                  </a:lnTo>
                  <a:lnTo>
                    <a:pt x="3531944" y="3135864"/>
                  </a:lnTo>
                  <a:lnTo>
                    <a:pt x="3575167" y="3200672"/>
                  </a:lnTo>
                  <a:lnTo>
                    <a:pt x="3618541" y="3262211"/>
                  </a:lnTo>
                  <a:lnTo>
                    <a:pt x="3662207" y="3320312"/>
                  </a:lnTo>
                  <a:lnTo>
                    <a:pt x="3706355" y="3374879"/>
                  </a:lnTo>
                  <a:lnTo>
                    <a:pt x="3751224" y="3425889"/>
                  </a:lnTo>
                  <a:lnTo>
                    <a:pt x="3797118" y="3473384"/>
                  </a:lnTo>
                  <a:lnTo>
                    <a:pt x="3820202" y="3495502"/>
                  </a:lnTo>
                  <a:lnTo>
                    <a:pt x="3871403" y="3540424"/>
                  </a:lnTo>
                  <a:lnTo>
                    <a:pt x="3924985" y="3581498"/>
                  </a:lnTo>
                  <a:lnTo>
                    <a:pt x="3981604" y="3618857"/>
                  </a:lnTo>
                  <a:lnTo>
                    <a:pt x="4041981" y="3652758"/>
                  </a:lnTo>
                  <a:lnTo>
                    <a:pt x="4106864" y="3683512"/>
                  </a:lnTo>
                  <a:lnTo>
                    <a:pt x="4176991" y="3711442"/>
                  </a:lnTo>
                  <a:lnTo>
                    <a:pt x="4253036" y="3736851"/>
                  </a:lnTo>
                  <a:lnTo>
                    <a:pt x="4335552" y="3760008"/>
                  </a:lnTo>
                  <a:lnTo>
                    <a:pt x="4424884" y="3781138"/>
                  </a:lnTo>
                  <a:lnTo>
                    <a:pt x="4521062" y="3800415"/>
                  </a:lnTo>
                  <a:lnTo>
                    <a:pt x="4623670" y="3817962"/>
                  </a:lnTo>
                  <a:lnTo>
                    <a:pt x="4731710" y="3833850"/>
                  </a:lnTo>
                  <a:lnTo>
                    <a:pt x="4843480" y="3848102"/>
                  </a:lnTo>
                  <a:lnTo>
                    <a:pt x="4956507" y="3860705"/>
                  </a:lnTo>
                  <a:lnTo>
                    <a:pt x="5067588" y="3871628"/>
                  </a:lnTo>
                  <a:lnTo>
                    <a:pt x="5172985" y="3880837"/>
                  </a:lnTo>
                  <a:lnTo>
                    <a:pt x="5268791" y="3888328"/>
                  </a:lnTo>
                  <a:lnTo>
                    <a:pt x="5351438" y="3894147"/>
                  </a:lnTo>
                  <a:lnTo>
                    <a:pt x="5418257" y="3898405"/>
                  </a:lnTo>
                  <a:lnTo>
                    <a:pt x="5467956" y="3901284"/>
                  </a:lnTo>
                  <a:lnTo>
                    <a:pt x="5500902" y="3903025"/>
                  </a:lnTo>
                  <a:lnTo>
                    <a:pt x="5519163" y="3903908"/>
                  </a:lnTo>
                  <a:lnTo>
                    <a:pt x="5526358" y="3904227"/>
                  </a:lnTo>
                  <a:lnTo>
                    <a:pt x="5527445" y="3904272"/>
                  </a:lnTo>
                  <a:lnTo>
                    <a:pt x="6522385" y="3904272"/>
                  </a:lnTo>
                  <a:lnTo>
                    <a:pt x="6523414" y="3904205"/>
                  </a:lnTo>
                  <a:lnTo>
                    <a:pt x="6530213" y="3903725"/>
                  </a:lnTo>
                  <a:lnTo>
                    <a:pt x="6547489" y="3902402"/>
                  </a:lnTo>
                  <a:lnTo>
                    <a:pt x="6578716" y="3899791"/>
                  </a:lnTo>
                  <a:lnTo>
                    <a:pt x="6625947" y="3895473"/>
                  </a:lnTo>
                  <a:lnTo>
                    <a:pt x="6689672" y="3889076"/>
                  </a:lnTo>
                  <a:lnTo>
                    <a:pt x="6768832" y="3880320"/>
                  </a:lnTo>
                  <a:lnTo>
                    <a:pt x="6861053" y="3869021"/>
                  </a:lnTo>
                  <a:lnTo>
                    <a:pt x="6963065" y="3855100"/>
                  </a:lnTo>
                  <a:lnTo>
                    <a:pt x="7071204" y="3838553"/>
                  </a:lnTo>
                  <a:lnTo>
                    <a:pt x="7181885" y="3819424"/>
                  </a:lnTo>
                  <a:lnTo>
                    <a:pt x="7291967" y="3797764"/>
                  </a:lnTo>
                  <a:lnTo>
                    <a:pt x="7398958" y="3773602"/>
                  </a:lnTo>
                  <a:lnTo>
                    <a:pt x="7501076" y="3746918"/>
                  </a:lnTo>
                  <a:lnTo>
                    <a:pt x="7597218" y="3717626"/>
                  </a:lnTo>
                  <a:lnTo>
                    <a:pt x="7686848" y="3685563"/>
                  </a:lnTo>
                  <a:lnTo>
                    <a:pt x="7769881" y="3650493"/>
                  </a:lnTo>
                  <a:lnTo>
                    <a:pt x="7846557" y="3612103"/>
                  </a:lnTo>
                  <a:lnTo>
                    <a:pt x="7917340" y="3570010"/>
                  </a:lnTo>
                  <a:lnTo>
                    <a:pt x="7982833" y="3523775"/>
                  </a:lnTo>
                  <a:lnTo>
                    <a:pt x="8043712" y="3472923"/>
                  </a:lnTo>
                  <a:lnTo>
                    <a:pt x="8100684" y="3416974"/>
                  </a:lnTo>
                  <a:lnTo>
                    <a:pt x="8154443" y="3355497"/>
                  </a:lnTo>
                  <a:lnTo>
                    <a:pt x="8205638" y="3288193"/>
                  </a:lnTo>
                  <a:lnTo>
                    <a:pt x="8229629" y="3253560"/>
                  </a:lnTo>
                  <a:lnTo>
                    <a:pt x="8268632" y="3192974"/>
                  </a:lnTo>
                  <a:lnTo>
                    <a:pt x="8306753" y="3128538"/>
                  </a:lnTo>
                  <a:lnTo>
                    <a:pt x="8344199" y="3060173"/>
                  </a:lnTo>
                  <a:lnTo>
                    <a:pt x="8381146" y="2987848"/>
                  </a:lnTo>
                  <a:lnTo>
                    <a:pt x="8417734" y="2911580"/>
                  </a:lnTo>
                  <a:lnTo>
                    <a:pt x="8454082" y="2831439"/>
                  </a:lnTo>
                  <a:lnTo>
                    <a:pt x="8490281" y="2747558"/>
                  </a:lnTo>
                  <a:lnTo>
                    <a:pt x="8526405" y="2660127"/>
                  </a:lnTo>
                  <a:lnTo>
                    <a:pt x="8562506" y="2569398"/>
                  </a:lnTo>
                  <a:lnTo>
                    <a:pt x="8598623" y="2475684"/>
                  </a:lnTo>
                  <a:lnTo>
                    <a:pt x="8634777" y="2379356"/>
                  </a:lnTo>
                  <a:lnTo>
                    <a:pt x="8670977" y="2280836"/>
                  </a:lnTo>
                  <a:lnTo>
                    <a:pt x="8707224" y="2180595"/>
                  </a:lnTo>
                  <a:lnTo>
                    <a:pt x="8743508" y="2079138"/>
                  </a:lnTo>
                  <a:lnTo>
                    <a:pt x="8779814" y="1976998"/>
                  </a:lnTo>
                  <a:lnTo>
                    <a:pt x="8816125" y="1874725"/>
                  </a:lnTo>
                  <a:lnTo>
                    <a:pt x="8852422" y="1772868"/>
                  </a:lnTo>
                  <a:lnTo>
                    <a:pt x="8888688" y="1671971"/>
                  </a:lnTo>
                  <a:lnTo>
                    <a:pt x="8924911" y="1572553"/>
                  </a:lnTo>
                  <a:lnTo>
                    <a:pt x="8961088" y="1475104"/>
                  </a:lnTo>
                  <a:lnTo>
                    <a:pt x="8997220" y="1380070"/>
                  </a:lnTo>
                  <a:lnTo>
                    <a:pt x="9033325" y="1287847"/>
                  </a:lnTo>
                  <a:lnTo>
                    <a:pt x="9069433" y="1198778"/>
                  </a:lnTo>
                  <a:lnTo>
                    <a:pt x="9105588" y="1113144"/>
                  </a:lnTo>
                  <a:lnTo>
                    <a:pt x="9141853" y="1031165"/>
                  </a:lnTo>
                  <a:lnTo>
                    <a:pt x="9178311" y="953003"/>
                  </a:lnTo>
                  <a:lnTo>
                    <a:pt x="9215067" y="878755"/>
                  </a:lnTo>
                  <a:lnTo>
                    <a:pt x="9252251" y="808467"/>
                  </a:lnTo>
                  <a:lnTo>
                    <a:pt x="9290021" y="742129"/>
                  </a:lnTo>
                  <a:lnTo>
                    <a:pt x="9328566" y="679684"/>
                  </a:lnTo>
                  <a:lnTo>
                    <a:pt x="9347647" y="650712"/>
                  </a:lnTo>
                  <a:lnTo>
                    <a:pt x="9397815" y="580556"/>
                  </a:lnTo>
                  <a:lnTo>
                    <a:pt x="9450258" y="516288"/>
                  </a:lnTo>
                  <a:lnTo>
                    <a:pt x="9505593" y="457716"/>
                  </a:lnTo>
                  <a:lnTo>
                    <a:pt x="9564496" y="404460"/>
                  </a:lnTo>
                  <a:lnTo>
                    <a:pt x="9627672" y="356055"/>
                  </a:lnTo>
                  <a:lnTo>
                    <a:pt x="9695818" y="312018"/>
                  </a:lnTo>
                  <a:lnTo>
                    <a:pt x="9769579" y="271890"/>
                  </a:lnTo>
                  <a:lnTo>
                    <a:pt x="9849494" y="235260"/>
                  </a:lnTo>
                  <a:lnTo>
                    <a:pt x="9935925" y="201779"/>
                  </a:lnTo>
                  <a:lnTo>
                    <a:pt x="10028956" y="171173"/>
                  </a:lnTo>
                  <a:lnTo>
                    <a:pt x="10128287" y="143243"/>
                  </a:lnTo>
                  <a:lnTo>
                    <a:pt x="10233102" y="117869"/>
                  </a:lnTo>
                  <a:lnTo>
                    <a:pt x="10341958" y="95000"/>
                  </a:lnTo>
                  <a:lnTo>
                    <a:pt x="10452705" y="74642"/>
                  </a:lnTo>
                  <a:lnTo>
                    <a:pt x="10562499" y="56840"/>
                  </a:lnTo>
                  <a:lnTo>
                    <a:pt x="10667934" y="41647"/>
                  </a:lnTo>
                  <a:lnTo>
                    <a:pt x="10765331" y="29086"/>
                  </a:lnTo>
                  <a:lnTo>
                    <a:pt x="10851165" y="19118"/>
                  </a:lnTo>
                  <a:lnTo>
                    <a:pt x="10922568" y="11610"/>
                  </a:lnTo>
                  <a:lnTo>
                    <a:pt x="10977806" y="6329"/>
                  </a:lnTo>
                  <a:lnTo>
                    <a:pt x="11016604" y="2943"/>
                  </a:lnTo>
                  <a:lnTo>
                    <a:pt x="11040270" y="1053"/>
                  </a:lnTo>
                  <a:lnTo>
                    <a:pt x="11051616" y="221"/>
                  </a:lnTo>
                  <a:lnTo>
                    <a:pt x="11054772" y="7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" name="pl52"/>
            <p:cNvSpPr/>
            <p:nvPr/>
          </p:nvSpPr>
          <p:spPr>
            <a:xfrm>
              <a:off x="1199187" y="2295233"/>
              <a:ext cx="12049831" cy="3904272"/>
            </a:xfrm>
            <a:custGeom>
              <a:avLst/>
              <a:pathLst>
                <a:path w="12049831" h="3904272">
                  <a:moveTo>
                    <a:pt x="12049831" y="0"/>
                  </a:moveTo>
                  <a:lnTo>
                    <a:pt x="11054891" y="0"/>
                  </a:lnTo>
                  <a:lnTo>
                    <a:pt x="11053863" y="67"/>
                  </a:lnTo>
                  <a:lnTo>
                    <a:pt x="11047063" y="546"/>
                  </a:lnTo>
                  <a:lnTo>
                    <a:pt x="11029787" y="1870"/>
                  </a:lnTo>
                  <a:lnTo>
                    <a:pt x="10998561" y="4480"/>
                  </a:lnTo>
                  <a:lnTo>
                    <a:pt x="10951330" y="8799"/>
                  </a:lnTo>
                  <a:lnTo>
                    <a:pt x="10887605" y="15195"/>
                  </a:lnTo>
                  <a:lnTo>
                    <a:pt x="10808445" y="23952"/>
                  </a:lnTo>
                  <a:lnTo>
                    <a:pt x="10716223" y="35250"/>
                  </a:lnTo>
                  <a:lnTo>
                    <a:pt x="10614211" y="49171"/>
                  </a:lnTo>
                  <a:lnTo>
                    <a:pt x="10506073" y="65718"/>
                  </a:lnTo>
                  <a:lnTo>
                    <a:pt x="10395391" y="84848"/>
                  </a:lnTo>
                  <a:lnTo>
                    <a:pt x="10285309" y="106507"/>
                  </a:lnTo>
                  <a:lnTo>
                    <a:pt x="10178319" y="130669"/>
                  </a:lnTo>
                  <a:lnTo>
                    <a:pt x="10076200" y="157353"/>
                  </a:lnTo>
                  <a:lnTo>
                    <a:pt x="9980058" y="186646"/>
                  </a:lnTo>
                  <a:lnTo>
                    <a:pt x="9890428" y="218708"/>
                  </a:lnTo>
                  <a:lnTo>
                    <a:pt x="9807396" y="253778"/>
                  </a:lnTo>
                  <a:lnTo>
                    <a:pt x="9730719" y="292168"/>
                  </a:lnTo>
                  <a:lnTo>
                    <a:pt x="9659936" y="334262"/>
                  </a:lnTo>
                  <a:lnTo>
                    <a:pt x="9594444" y="380496"/>
                  </a:lnTo>
                  <a:lnTo>
                    <a:pt x="9533564" y="431348"/>
                  </a:lnTo>
                  <a:lnTo>
                    <a:pt x="9476592" y="487298"/>
                  </a:lnTo>
                  <a:lnTo>
                    <a:pt x="9422834" y="548775"/>
                  </a:lnTo>
                  <a:lnTo>
                    <a:pt x="9371638" y="616079"/>
                  </a:lnTo>
                  <a:lnTo>
                    <a:pt x="9347647" y="650712"/>
                  </a:lnTo>
                  <a:lnTo>
                    <a:pt x="9308645" y="711298"/>
                  </a:lnTo>
                  <a:lnTo>
                    <a:pt x="9270524" y="775734"/>
                  </a:lnTo>
                  <a:lnTo>
                    <a:pt x="9233077" y="844098"/>
                  </a:lnTo>
                  <a:lnTo>
                    <a:pt x="9196131" y="916423"/>
                  </a:lnTo>
                  <a:lnTo>
                    <a:pt x="9159542" y="992692"/>
                  </a:lnTo>
                  <a:lnTo>
                    <a:pt x="9123195" y="1072832"/>
                  </a:lnTo>
                  <a:lnTo>
                    <a:pt x="9086996" y="1156713"/>
                  </a:lnTo>
                  <a:lnTo>
                    <a:pt x="9050872" y="1244144"/>
                  </a:lnTo>
                  <a:lnTo>
                    <a:pt x="9014770" y="1334873"/>
                  </a:lnTo>
                  <a:lnTo>
                    <a:pt x="8978654" y="1428587"/>
                  </a:lnTo>
                  <a:lnTo>
                    <a:pt x="8942500" y="1524916"/>
                  </a:lnTo>
                  <a:lnTo>
                    <a:pt x="8906299" y="1623435"/>
                  </a:lnTo>
                  <a:lnTo>
                    <a:pt x="8870053" y="1723677"/>
                  </a:lnTo>
                  <a:lnTo>
                    <a:pt x="8833769" y="1825134"/>
                  </a:lnTo>
                  <a:lnTo>
                    <a:pt x="8797463" y="1927273"/>
                  </a:lnTo>
                  <a:lnTo>
                    <a:pt x="8761152" y="2029547"/>
                  </a:lnTo>
                  <a:lnTo>
                    <a:pt x="8724855" y="2131403"/>
                  </a:lnTo>
                  <a:lnTo>
                    <a:pt x="8688589" y="2232300"/>
                  </a:lnTo>
                  <a:lnTo>
                    <a:pt x="8652365" y="2331718"/>
                  </a:lnTo>
                  <a:lnTo>
                    <a:pt x="8616189" y="2429167"/>
                  </a:lnTo>
                  <a:lnTo>
                    <a:pt x="8580056" y="2524202"/>
                  </a:lnTo>
                  <a:lnTo>
                    <a:pt x="8543951" y="2616424"/>
                  </a:lnTo>
                  <a:lnTo>
                    <a:pt x="8507844" y="2705494"/>
                  </a:lnTo>
                  <a:lnTo>
                    <a:pt x="8471689" y="2791128"/>
                  </a:lnTo>
                  <a:lnTo>
                    <a:pt x="8435424" y="2873106"/>
                  </a:lnTo>
                  <a:lnTo>
                    <a:pt x="8398966" y="2951269"/>
                  </a:lnTo>
                  <a:lnTo>
                    <a:pt x="8362209" y="3025516"/>
                  </a:lnTo>
                  <a:lnTo>
                    <a:pt x="8325025" y="3095804"/>
                  </a:lnTo>
                  <a:lnTo>
                    <a:pt x="8287256" y="3162143"/>
                  </a:lnTo>
                  <a:lnTo>
                    <a:pt x="8248710" y="3224588"/>
                  </a:lnTo>
                  <a:lnTo>
                    <a:pt x="8229629" y="3253560"/>
                  </a:lnTo>
                  <a:lnTo>
                    <a:pt x="8179461" y="3323715"/>
                  </a:lnTo>
                  <a:lnTo>
                    <a:pt x="8127018" y="3387983"/>
                  </a:lnTo>
                  <a:lnTo>
                    <a:pt x="8071684" y="3446555"/>
                  </a:lnTo>
                  <a:lnTo>
                    <a:pt x="8012781" y="3499812"/>
                  </a:lnTo>
                  <a:lnTo>
                    <a:pt x="7949604" y="3548217"/>
                  </a:lnTo>
                  <a:lnTo>
                    <a:pt x="7881458" y="3592253"/>
                  </a:lnTo>
                  <a:lnTo>
                    <a:pt x="7807697" y="3632381"/>
                  </a:lnTo>
                  <a:lnTo>
                    <a:pt x="7727782" y="3669012"/>
                  </a:lnTo>
                  <a:lnTo>
                    <a:pt x="7641352" y="3702493"/>
                  </a:lnTo>
                  <a:lnTo>
                    <a:pt x="7548320" y="3733099"/>
                  </a:lnTo>
                  <a:lnTo>
                    <a:pt x="7448989" y="3761028"/>
                  </a:lnTo>
                  <a:lnTo>
                    <a:pt x="7344174" y="3786402"/>
                  </a:lnTo>
                  <a:lnTo>
                    <a:pt x="7235319" y="3809272"/>
                  </a:lnTo>
                  <a:lnTo>
                    <a:pt x="7124571" y="3829630"/>
                  </a:lnTo>
                  <a:lnTo>
                    <a:pt x="7014777" y="3847431"/>
                  </a:lnTo>
                  <a:lnTo>
                    <a:pt x="6909342" y="3862624"/>
                  </a:lnTo>
                  <a:lnTo>
                    <a:pt x="6811946" y="3875185"/>
                  </a:lnTo>
                  <a:lnTo>
                    <a:pt x="6726112" y="3885154"/>
                  </a:lnTo>
                  <a:lnTo>
                    <a:pt x="6654708" y="3892661"/>
                  </a:lnTo>
                  <a:lnTo>
                    <a:pt x="6599470" y="3897943"/>
                  </a:lnTo>
                  <a:lnTo>
                    <a:pt x="6560673" y="3901328"/>
                  </a:lnTo>
                  <a:lnTo>
                    <a:pt x="6537007" y="3903218"/>
                  </a:lnTo>
                  <a:lnTo>
                    <a:pt x="6525661" y="3904051"/>
                  </a:lnTo>
                  <a:lnTo>
                    <a:pt x="6522505" y="3904264"/>
                  </a:lnTo>
                  <a:lnTo>
                    <a:pt x="6522385" y="3904272"/>
                  </a:lnTo>
                  <a:lnTo>
                    <a:pt x="5527445" y="3904272"/>
                  </a:lnTo>
                  <a:lnTo>
                    <a:pt x="5526355" y="3904227"/>
                  </a:lnTo>
                  <a:lnTo>
                    <a:pt x="5519151" y="3903907"/>
                  </a:lnTo>
                  <a:lnTo>
                    <a:pt x="5500876" y="3903023"/>
                  </a:lnTo>
                  <a:lnTo>
                    <a:pt x="5467914" y="3901282"/>
                  </a:lnTo>
                  <a:lnTo>
                    <a:pt x="5418198" y="3898402"/>
                  </a:lnTo>
                  <a:lnTo>
                    <a:pt x="5351361" y="3894142"/>
                  </a:lnTo>
                  <a:lnTo>
                    <a:pt x="5268699" y="3888322"/>
                  </a:lnTo>
                  <a:lnTo>
                    <a:pt x="5172881" y="3880829"/>
                  </a:lnTo>
                  <a:lnTo>
                    <a:pt x="5067476" y="3871617"/>
                  </a:lnTo>
                  <a:lnTo>
                    <a:pt x="4956392" y="3860693"/>
                  </a:lnTo>
                  <a:lnTo>
                    <a:pt x="4843365" y="3848088"/>
                  </a:lnTo>
                  <a:lnTo>
                    <a:pt x="4731597" y="3833834"/>
                  </a:lnTo>
                  <a:lnTo>
                    <a:pt x="4623562" y="3817945"/>
                  </a:lnTo>
                  <a:lnTo>
                    <a:pt x="4520960" y="3800396"/>
                  </a:lnTo>
                  <a:lnTo>
                    <a:pt x="4424789" y="3781117"/>
                  </a:lnTo>
                  <a:lnTo>
                    <a:pt x="4335464" y="3759985"/>
                  </a:lnTo>
                  <a:lnTo>
                    <a:pt x="4252955" y="3736826"/>
                  </a:lnTo>
                  <a:lnTo>
                    <a:pt x="4176916" y="3711415"/>
                  </a:lnTo>
                  <a:lnTo>
                    <a:pt x="4106795" y="3683482"/>
                  </a:lnTo>
                  <a:lnTo>
                    <a:pt x="4041917" y="3652725"/>
                  </a:lnTo>
                  <a:lnTo>
                    <a:pt x="3981544" y="3618820"/>
                  </a:lnTo>
                  <a:lnTo>
                    <a:pt x="3924929" y="3581458"/>
                  </a:lnTo>
                  <a:lnTo>
                    <a:pt x="3871350" y="3540380"/>
                  </a:lnTo>
                  <a:lnTo>
                    <a:pt x="3820202" y="3495502"/>
                  </a:lnTo>
                  <a:lnTo>
                    <a:pt x="3773669" y="3449706"/>
                  </a:lnTo>
                  <a:lnTo>
                    <a:pt x="3728337" y="3400436"/>
                  </a:lnTo>
                  <a:lnTo>
                    <a:pt x="3683868" y="3347621"/>
                  </a:lnTo>
                  <a:lnTo>
                    <a:pt x="3639992" y="3291253"/>
                  </a:lnTo>
                  <a:lnTo>
                    <a:pt x="3596494" y="3231390"/>
                  </a:lnTo>
                  <a:lnTo>
                    <a:pt x="3553212" y="3168165"/>
                  </a:lnTo>
                  <a:lnTo>
                    <a:pt x="3510024" y="3101789"/>
                  </a:lnTo>
                  <a:lnTo>
                    <a:pt x="3466846" y="3032550"/>
                  </a:lnTo>
                  <a:lnTo>
                    <a:pt x="3423626" y="2960813"/>
                  </a:lnTo>
                  <a:lnTo>
                    <a:pt x="3380342" y="2887016"/>
                  </a:lnTo>
                  <a:lnTo>
                    <a:pt x="3336992" y="2811655"/>
                  </a:lnTo>
                  <a:lnTo>
                    <a:pt x="3293593" y="2735275"/>
                  </a:lnTo>
                  <a:lnTo>
                    <a:pt x="3250169" y="2658454"/>
                  </a:lnTo>
                  <a:lnTo>
                    <a:pt x="3206754" y="2581784"/>
                  </a:lnTo>
                  <a:lnTo>
                    <a:pt x="3163377" y="2505851"/>
                  </a:lnTo>
                  <a:lnTo>
                    <a:pt x="3120060" y="2431218"/>
                  </a:lnTo>
                  <a:lnTo>
                    <a:pt x="3076810" y="2358408"/>
                  </a:lnTo>
                  <a:lnTo>
                    <a:pt x="3033616" y="2287889"/>
                  </a:lnTo>
                  <a:lnTo>
                    <a:pt x="2990441" y="2220063"/>
                  </a:lnTo>
                  <a:lnTo>
                    <a:pt x="2947218" y="2155255"/>
                  </a:lnTo>
                  <a:lnTo>
                    <a:pt x="2903844" y="2093716"/>
                  </a:lnTo>
                  <a:lnTo>
                    <a:pt x="2860178" y="2035615"/>
                  </a:lnTo>
                  <a:lnTo>
                    <a:pt x="2816030" y="1981048"/>
                  </a:lnTo>
                  <a:lnTo>
                    <a:pt x="2771161" y="1930038"/>
                  </a:lnTo>
                  <a:lnTo>
                    <a:pt x="2725267" y="1882544"/>
                  </a:lnTo>
                  <a:lnTo>
                    <a:pt x="2702183" y="1860425"/>
                  </a:lnTo>
                  <a:lnTo>
                    <a:pt x="2650982" y="1815503"/>
                  </a:lnTo>
                  <a:lnTo>
                    <a:pt x="2597400" y="1774429"/>
                  </a:lnTo>
                  <a:lnTo>
                    <a:pt x="2540781" y="1737070"/>
                  </a:lnTo>
                  <a:lnTo>
                    <a:pt x="2480404" y="1703169"/>
                  </a:lnTo>
                  <a:lnTo>
                    <a:pt x="2415521" y="1672415"/>
                  </a:lnTo>
                  <a:lnTo>
                    <a:pt x="2345394" y="1644485"/>
                  </a:lnTo>
                  <a:lnTo>
                    <a:pt x="2269349" y="1619076"/>
                  </a:lnTo>
                  <a:lnTo>
                    <a:pt x="2186833" y="1595919"/>
                  </a:lnTo>
                  <a:lnTo>
                    <a:pt x="2097501" y="1574789"/>
                  </a:lnTo>
                  <a:lnTo>
                    <a:pt x="2001323" y="1555512"/>
                  </a:lnTo>
                  <a:lnTo>
                    <a:pt x="1898715" y="1537965"/>
                  </a:lnTo>
                  <a:lnTo>
                    <a:pt x="1790675" y="1522077"/>
                  </a:lnTo>
                  <a:lnTo>
                    <a:pt x="1678905" y="1507825"/>
                  </a:lnTo>
                  <a:lnTo>
                    <a:pt x="1565878" y="1495222"/>
                  </a:lnTo>
                  <a:lnTo>
                    <a:pt x="1454797" y="1484299"/>
                  </a:lnTo>
                  <a:lnTo>
                    <a:pt x="1349400" y="1475090"/>
                  </a:lnTo>
                  <a:lnTo>
                    <a:pt x="1253594" y="1467599"/>
                  </a:lnTo>
                  <a:lnTo>
                    <a:pt x="1170947" y="1461780"/>
                  </a:lnTo>
                  <a:lnTo>
                    <a:pt x="1104128" y="1457522"/>
                  </a:lnTo>
                  <a:lnTo>
                    <a:pt x="1054429" y="1454643"/>
                  </a:lnTo>
                  <a:lnTo>
                    <a:pt x="1021483" y="1452902"/>
                  </a:lnTo>
                  <a:lnTo>
                    <a:pt x="1003222" y="1452019"/>
                  </a:lnTo>
                  <a:lnTo>
                    <a:pt x="996027" y="1451700"/>
                  </a:lnTo>
                  <a:lnTo>
                    <a:pt x="994940" y="1451655"/>
                  </a:lnTo>
                  <a:lnTo>
                    <a:pt x="0" y="1451655"/>
                  </a:lnTo>
                  <a:lnTo>
                    <a:pt x="0" y="14516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" name="pg53"/>
            <p:cNvSpPr/>
            <p:nvPr/>
          </p:nvSpPr>
          <p:spPr>
            <a:xfrm>
              <a:off x="1199187" y="2803574"/>
              <a:ext cx="12049831" cy="3411652"/>
            </a:xfrm>
            <a:custGeom>
              <a:avLst/>
              <a:pathLst>
                <a:path w="12049831" h="3411652">
                  <a:moveTo>
                    <a:pt x="0" y="953795"/>
                  </a:moveTo>
                  <a:lnTo>
                    <a:pt x="994940" y="953795"/>
                  </a:lnTo>
                  <a:lnTo>
                    <a:pt x="996030" y="953840"/>
                  </a:lnTo>
                  <a:lnTo>
                    <a:pt x="1003233" y="954160"/>
                  </a:lnTo>
                  <a:lnTo>
                    <a:pt x="1021505" y="955046"/>
                  </a:lnTo>
                  <a:lnTo>
                    <a:pt x="1054462" y="956791"/>
                  </a:lnTo>
                  <a:lnTo>
                    <a:pt x="1104170" y="959677"/>
                  </a:lnTo>
                  <a:lnTo>
                    <a:pt x="1170998" y="963945"/>
                  </a:lnTo>
                  <a:lnTo>
                    <a:pt x="1253650" y="969777"/>
                  </a:lnTo>
                  <a:lnTo>
                    <a:pt x="1349457" y="977284"/>
                  </a:lnTo>
                  <a:lnTo>
                    <a:pt x="1454852" y="986514"/>
                  </a:lnTo>
                  <a:lnTo>
                    <a:pt x="1565928" y="997460"/>
                  </a:lnTo>
                  <a:lnTo>
                    <a:pt x="1678949" y="1010090"/>
                  </a:lnTo>
                  <a:lnTo>
                    <a:pt x="1790711" y="1024372"/>
                  </a:lnTo>
                  <a:lnTo>
                    <a:pt x="1898744" y="1040294"/>
                  </a:lnTo>
                  <a:lnTo>
                    <a:pt x="2001344" y="1057878"/>
                  </a:lnTo>
                  <a:lnTo>
                    <a:pt x="2097515" y="1077195"/>
                  </a:lnTo>
                  <a:lnTo>
                    <a:pt x="2186841" y="1098369"/>
                  </a:lnTo>
                  <a:lnTo>
                    <a:pt x="2269352" y="1121575"/>
                  </a:lnTo>
                  <a:lnTo>
                    <a:pt x="2345393" y="1147036"/>
                  </a:lnTo>
                  <a:lnTo>
                    <a:pt x="2415515" y="1175024"/>
                  </a:lnTo>
                  <a:lnTo>
                    <a:pt x="2480396" y="1205842"/>
                  </a:lnTo>
                  <a:lnTo>
                    <a:pt x="2540770" y="1239813"/>
                  </a:lnTo>
                  <a:lnTo>
                    <a:pt x="2597386" y="1277249"/>
                  </a:lnTo>
                  <a:lnTo>
                    <a:pt x="2650966" y="1318407"/>
                  </a:lnTo>
                  <a:lnTo>
                    <a:pt x="2702183" y="1363438"/>
                  </a:lnTo>
                  <a:lnTo>
                    <a:pt x="2748683" y="1409297"/>
                  </a:lnTo>
                  <a:lnTo>
                    <a:pt x="2793983" y="1458633"/>
                  </a:lnTo>
                  <a:lnTo>
                    <a:pt x="2838421" y="1511516"/>
                  </a:lnTo>
                  <a:lnTo>
                    <a:pt x="2882266" y="1567955"/>
                  </a:lnTo>
                  <a:lnTo>
                    <a:pt x="2925733" y="1627890"/>
                  </a:lnTo>
                  <a:lnTo>
                    <a:pt x="2968984" y="1691191"/>
                  </a:lnTo>
                  <a:lnTo>
                    <a:pt x="3012141" y="1757646"/>
                  </a:lnTo>
                  <a:lnTo>
                    <a:pt x="3055288" y="1826968"/>
                  </a:lnTo>
                  <a:lnTo>
                    <a:pt x="3098476" y="1898792"/>
                  </a:lnTo>
                  <a:lnTo>
                    <a:pt x="3141728" y="1972680"/>
                  </a:lnTo>
                  <a:lnTo>
                    <a:pt x="3185045" y="2048138"/>
                  </a:lnTo>
                  <a:lnTo>
                    <a:pt x="3228413" y="2124619"/>
                  </a:lnTo>
                  <a:lnTo>
                    <a:pt x="3271805" y="2201546"/>
                  </a:lnTo>
                  <a:lnTo>
                    <a:pt x="3315189" y="2278329"/>
                  </a:lnTo>
                  <a:lnTo>
                    <a:pt x="3358535" y="2354380"/>
                  </a:lnTo>
                  <a:lnTo>
                    <a:pt x="3401821" y="2429135"/>
                  </a:lnTo>
                  <a:lnTo>
                    <a:pt x="3445040" y="2502073"/>
                  </a:lnTo>
                  <a:lnTo>
                    <a:pt x="3488203" y="2572723"/>
                  </a:lnTo>
                  <a:lnTo>
                    <a:pt x="3531347" y="2640683"/>
                  </a:lnTo>
                  <a:lnTo>
                    <a:pt x="3574537" y="2705627"/>
                  </a:lnTo>
                  <a:lnTo>
                    <a:pt x="3617876" y="2767303"/>
                  </a:lnTo>
                  <a:lnTo>
                    <a:pt x="3661505" y="2825540"/>
                  </a:lnTo>
                  <a:lnTo>
                    <a:pt x="3705611" y="2880242"/>
                  </a:lnTo>
                  <a:lnTo>
                    <a:pt x="3750433" y="2931385"/>
                  </a:lnTo>
                  <a:lnTo>
                    <a:pt x="3796272" y="2979009"/>
                  </a:lnTo>
                  <a:lnTo>
                    <a:pt x="3820202" y="3002009"/>
                  </a:lnTo>
                  <a:lnTo>
                    <a:pt x="3871400" y="3047025"/>
                  </a:lnTo>
                  <a:lnTo>
                    <a:pt x="3924979" y="3088184"/>
                  </a:lnTo>
                  <a:lnTo>
                    <a:pt x="3981594" y="3125621"/>
                  </a:lnTo>
                  <a:lnTo>
                    <a:pt x="4041966" y="3159593"/>
                  </a:lnTo>
                  <a:lnTo>
                    <a:pt x="4106845" y="3190413"/>
                  </a:lnTo>
                  <a:lnTo>
                    <a:pt x="4176965" y="3218401"/>
                  </a:lnTo>
                  <a:lnTo>
                    <a:pt x="4253004" y="3243864"/>
                  </a:lnTo>
                  <a:lnTo>
                    <a:pt x="4335512" y="3267070"/>
                  </a:lnTo>
                  <a:lnTo>
                    <a:pt x="4424836" y="3288244"/>
                  </a:lnTo>
                  <a:lnTo>
                    <a:pt x="4521004" y="3307563"/>
                  </a:lnTo>
                  <a:lnTo>
                    <a:pt x="4623603" y="3325147"/>
                  </a:lnTo>
                  <a:lnTo>
                    <a:pt x="4731633" y="3341069"/>
                  </a:lnTo>
                  <a:lnTo>
                    <a:pt x="4843395" y="3355352"/>
                  </a:lnTo>
                  <a:lnTo>
                    <a:pt x="4956415" y="3367983"/>
                  </a:lnTo>
                  <a:lnTo>
                    <a:pt x="5067493" y="3378930"/>
                  </a:lnTo>
                  <a:lnTo>
                    <a:pt x="5172891" y="3388160"/>
                  </a:lnTo>
                  <a:lnTo>
                    <a:pt x="5268702" y="3395668"/>
                  </a:lnTo>
                  <a:lnTo>
                    <a:pt x="5351360" y="3401501"/>
                  </a:lnTo>
                  <a:lnTo>
                    <a:pt x="5418193" y="3405769"/>
                  </a:lnTo>
                  <a:lnTo>
                    <a:pt x="5467908" y="3408655"/>
                  </a:lnTo>
                  <a:lnTo>
                    <a:pt x="5500871" y="3410401"/>
                  </a:lnTo>
                  <a:lnTo>
                    <a:pt x="5519148" y="3411287"/>
                  </a:lnTo>
                  <a:lnTo>
                    <a:pt x="5526354" y="3411607"/>
                  </a:lnTo>
                  <a:lnTo>
                    <a:pt x="5527445" y="3411652"/>
                  </a:lnTo>
                  <a:lnTo>
                    <a:pt x="6522385" y="3411652"/>
                  </a:lnTo>
                  <a:lnTo>
                    <a:pt x="6523437" y="3411592"/>
                  </a:lnTo>
                  <a:lnTo>
                    <a:pt x="6530390" y="3411164"/>
                  </a:lnTo>
                  <a:lnTo>
                    <a:pt x="6548044" y="3409982"/>
                  </a:lnTo>
                  <a:lnTo>
                    <a:pt x="6579928" y="3407651"/>
                  </a:lnTo>
                  <a:lnTo>
                    <a:pt x="6628102" y="3403795"/>
                  </a:lnTo>
                  <a:lnTo>
                    <a:pt x="6693011" y="3398088"/>
                  </a:lnTo>
                  <a:lnTo>
                    <a:pt x="6773507" y="3390279"/>
                  </a:lnTo>
                  <a:lnTo>
                    <a:pt x="6867105" y="3380213"/>
                  </a:lnTo>
                  <a:lnTo>
                    <a:pt x="6970422" y="3367822"/>
                  </a:lnTo>
                  <a:lnTo>
                    <a:pt x="7079700" y="3353105"/>
                  </a:lnTo>
                  <a:lnTo>
                    <a:pt x="7191295" y="3336105"/>
                  </a:lnTo>
                  <a:lnTo>
                    <a:pt x="7302039" y="3316865"/>
                  </a:lnTo>
                  <a:lnTo>
                    <a:pt x="7409447" y="3295409"/>
                  </a:lnTo>
                  <a:lnTo>
                    <a:pt x="7511767" y="3271714"/>
                  </a:lnTo>
                  <a:lnTo>
                    <a:pt x="7607934" y="3245695"/>
                  </a:lnTo>
                  <a:lnTo>
                    <a:pt x="7697457" y="3217201"/>
                  </a:lnTo>
                  <a:lnTo>
                    <a:pt x="7780296" y="3186012"/>
                  </a:lnTo>
                  <a:lnTo>
                    <a:pt x="7856731" y="3151839"/>
                  </a:lnTo>
                  <a:lnTo>
                    <a:pt x="7927260" y="3114334"/>
                  </a:lnTo>
                  <a:lnTo>
                    <a:pt x="7992514" y="3073100"/>
                  </a:lnTo>
                  <a:lnTo>
                    <a:pt x="8053194" y="3027708"/>
                  </a:lnTo>
                  <a:lnTo>
                    <a:pt x="8110021" y="2977734"/>
                  </a:lnTo>
                  <a:lnTo>
                    <a:pt x="8163701" y="2922806"/>
                  </a:lnTo>
                  <a:lnTo>
                    <a:pt x="8214888" y="2862690"/>
                  </a:lnTo>
                  <a:lnTo>
                    <a:pt x="8229629" y="2843917"/>
                  </a:lnTo>
                  <a:lnTo>
                    <a:pt x="8270861" y="2787894"/>
                  </a:lnTo>
                  <a:lnTo>
                    <a:pt x="8311119" y="2728107"/>
                  </a:lnTo>
                  <a:lnTo>
                    <a:pt x="8350648" y="2664479"/>
                  </a:lnTo>
                  <a:lnTo>
                    <a:pt x="8389646" y="2596983"/>
                  </a:lnTo>
                  <a:lnTo>
                    <a:pt x="8428276" y="2525648"/>
                  </a:lnTo>
                  <a:lnTo>
                    <a:pt x="8466669" y="2450565"/>
                  </a:lnTo>
                  <a:lnTo>
                    <a:pt x="8504926" y="2371887"/>
                  </a:lnTo>
                  <a:lnTo>
                    <a:pt x="8543125" y="2289836"/>
                  </a:lnTo>
                  <a:lnTo>
                    <a:pt x="8581321" y="2204700"/>
                  </a:lnTo>
                  <a:lnTo>
                    <a:pt x="8619548" y="2116831"/>
                  </a:lnTo>
                  <a:lnTo>
                    <a:pt x="8657825" y="2026644"/>
                  </a:lnTo>
                  <a:lnTo>
                    <a:pt x="8696154" y="1934605"/>
                  </a:lnTo>
                  <a:lnTo>
                    <a:pt x="8734529" y="1841225"/>
                  </a:lnTo>
                  <a:lnTo>
                    <a:pt x="8772934" y="1747048"/>
                  </a:lnTo>
                  <a:lnTo>
                    <a:pt x="8811347" y="1652638"/>
                  </a:lnTo>
                  <a:lnTo>
                    <a:pt x="8849748" y="1558564"/>
                  </a:lnTo>
                  <a:lnTo>
                    <a:pt x="8888115" y="1465389"/>
                  </a:lnTo>
                  <a:lnTo>
                    <a:pt x="8926435" y="1373650"/>
                  </a:lnTo>
                  <a:lnTo>
                    <a:pt x="8964702" y="1283852"/>
                  </a:lnTo>
                  <a:lnTo>
                    <a:pt x="9002922" y="1196453"/>
                  </a:lnTo>
                  <a:lnTo>
                    <a:pt x="9041115" y="1111855"/>
                  </a:lnTo>
                  <a:lnTo>
                    <a:pt x="9079320" y="1030400"/>
                  </a:lnTo>
                  <a:lnTo>
                    <a:pt x="9117596" y="952363"/>
                  </a:lnTo>
                  <a:lnTo>
                    <a:pt x="9156024" y="877954"/>
                  </a:lnTo>
                  <a:lnTo>
                    <a:pt x="9194710" y="807314"/>
                  </a:lnTo>
                  <a:lnTo>
                    <a:pt x="9233792" y="740523"/>
                  </a:lnTo>
                  <a:lnTo>
                    <a:pt x="9273437" y="677598"/>
                  </a:lnTo>
                  <a:lnTo>
                    <a:pt x="9313854" y="618505"/>
                  </a:lnTo>
                  <a:lnTo>
                    <a:pt x="9347647" y="572975"/>
                  </a:lnTo>
                  <a:lnTo>
                    <a:pt x="9398211" y="511313"/>
                  </a:lnTo>
                  <a:lnTo>
                    <a:pt x="9451089" y="454868"/>
                  </a:lnTo>
                  <a:lnTo>
                    <a:pt x="9506914" y="403463"/>
                  </a:lnTo>
                  <a:lnTo>
                    <a:pt x="9566379" y="356760"/>
                  </a:lnTo>
                  <a:lnTo>
                    <a:pt x="9630206" y="314342"/>
                  </a:lnTo>
                  <a:lnTo>
                    <a:pt x="9699106" y="275777"/>
                  </a:lnTo>
                  <a:lnTo>
                    <a:pt x="9773735" y="240659"/>
                  </a:lnTo>
                  <a:lnTo>
                    <a:pt x="9854640" y="208620"/>
                  </a:lnTo>
                  <a:lnTo>
                    <a:pt x="9942175" y="179355"/>
                  </a:lnTo>
                  <a:lnTo>
                    <a:pt x="10036406" y="152624"/>
                  </a:lnTo>
                  <a:lnTo>
                    <a:pt x="10136989" y="128253"/>
                  </a:lnTo>
                  <a:lnTo>
                    <a:pt x="10243043" y="106140"/>
                  </a:lnTo>
                  <a:lnTo>
                    <a:pt x="10353027" y="86244"/>
                  </a:lnTo>
                  <a:lnTo>
                    <a:pt x="10464672" y="68578"/>
                  </a:lnTo>
                  <a:lnTo>
                    <a:pt x="10574998" y="53181"/>
                  </a:lnTo>
                  <a:lnTo>
                    <a:pt x="10680472" y="40099"/>
                  </a:lnTo>
                  <a:lnTo>
                    <a:pt x="10777323" y="29349"/>
                  </a:lnTo>
                  <a:lnTo>
                    <a:pt x="10862001" y="20886"/>
                  </a:lnTo>
                  <a:lnTo>
                    <a:pt x="10931705" y="14579"/>
                  </a:lnTo>
                  <a:lnTo>
                    <a:pt x="10984854" y="10207"/>
                  </a:lnTo>
                  <a:lnTo>
                    <a:pt x="11021411" y="7463"/>
                  </a:lnTo>
                  <a:lnTo>
                    <a:pt x="11042967" y="5982"/>
                  </a:lnTo>
                  <a:lnTo>
                    <a:pt x="11052637" y="537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39" y="60"/>
                  </a:lnTo>
                  <a:lnTo>
                    <a:pt x="11046887" y="488"/>
                  </a:lnTo>
                  <a:lnTo>
                    <a:pt x="11029233" y="1670"/>
                  </a:lnTo>
                  <a:lnTo>
                    <a:pt x="10997349" y="4001"/>
                  </a:lnTo>
                  <a:lnTo>
                    <a:pt x="10949174" y="7857"/>
                  </a:lnTo>
                  <a:lnTo>
                    <a:pt x="10884266" y="13564"/>
                  </a:lnTo>
                  <a:lnTo>
                    <a:pt x="10803770" y="21372"/>
                  </a:lnTo>
                  <a:lnTo>
                    <a:pt x="10710171" y="31438"/>
                  </a:lnTo>
                  <a:lnTo>
                    <a:pt x="10606854" y="43830"/>
                  </a:lnTo>
                  <a:lnTo>
                    <a:pt x="10497577" y="58546"/>
                  </a:lnTo>
                  <a:lnTo>
                    <a:pt x="10385982" y="75547"/>
                  </a:lnTo>
                  <a:lnTo>
                    <a:pt x="10275237" y="94787"/>
                  </a:lnTo>
                  <a:lnTo>
                    <a:pt x="10167829" y="116242"/>
                  </a:lnTo>
                  <a:lnTo>
                    <a:pt x="10065509" y="139938"/>
                  </a:lnTo>
                  <a:lnTo>
                    <a:pt x="9969343" y="165957"/>
                  </a:lnTo>
                  <a:lnTo>
                    <a:pt x="9879819" y="194451"/>
                  </a:lnTo>
                  <a:lnTo>
                    <a:pt x="9796980" y="225640"/>
                  </a:lnTo>
                  <a:lnTo>
                    <a:pt x="9720545" y="259813"/>
                  </a:lnTo>
                  <a:lnTo>
                    <a:pt x="9650016" y="297318"/>
                  </a:lnTo>
                  <a:lnTo>
                    <a:pt x="9584762" y="338552"/>
                  </a:lnTo>
                  <a:lnTo>
                    <a:pt x="9524083" y="383944"/>
                  </a:lnTo>
                  <a:lnTo>
                    <a:pt x="9467256" y="433918"/>
                  </a:lnTo>
                  <a:lnTo>
                    <a:pt x="9413576" y="488846"/>
                  </a:lnTo>
                  <a:lnTo>
                    <a:pt x="9362389" y="548962"/>
                  </a:lnTo>
                  <a:lnTo>
                    <a:pt x="9347647" y="567735"/>
                  </a:lnTo>
                  <a:lnTo>
                    <a:pt x="9306416" y="623758"/>
                  </a:lnTo>
                  <a:lnTo>
                    <a:pt x="9266157" y="683545"/>
                  </a:lnTo>
                  <a:lnTo>
                    <a:pt x="9226629" y="747173"/>
                  </a:lnTo>
                  <a:lnTo>
                    <a:pt x="9187631" y="814669"/>
                  </a:lnTo>
                  <a:lnTo>
                    <a:pt x="9149001" y="886004"/>
                  </a:lnTo>
                  <a:lnTo>
                    <a:pt x="9110608" y="961087"/>
                  </a:lnTo>
                  <a:lnTo>
                    <a:pt x="9072350" y="1039765"/>
                  </a:lnTo>
                  <a:lnTo>
                    <a:pt x="9034151" y="1121816"/>
                  </a:lnTo>
                  <a:lnTo>
                    <a:pt x="8995955" y="1206952"/>
                  </a:lnTo>
                  <a:lnTo>
                    <a:pt x="8957728" y="1294820"/>
                  </a:lnTo>
                  <a:lnTo>
                    <a:pt x="8919452" y="1385008"/>
                  </a:lnTo>
                  <a:lnTo>
                    <a:pt x="8881122" y="1477047"/>
                  </a:lnTo>
                  <a:lnTo>
                    <a:pt x="8842747" y="1570427"/>
                  </a:lnTo>
                  <a:lnTo>
                    <a:pt x="8804343" y="1664604"/>
                  </a:lnTo>
                  <a:lnTo>
                    <a:pt x="8765929" y="1759014"/>
                  </a:lnTo>
                  <a:lnTo>
                    <a:pt x="8727529" y="1853087"/>
                  </a:lnTo>
                  <a:lnTo>
                    <a:pt x="8689161" y="1946263"/>
                  </a:lnTo>
                  <a:lnTo>
                    <a:pt x="8650841" y="2038002"/>
                  </a:lnTo>
                  <a:lnTo>
                    <a:pt x="8612574" y="2127799"/>
                  </a:lnTo>
                  <a:lnTo>
                    <a:pt x="8574355" y="2215199"/>
                  </a:lnTo>
                  <a:lnTo>
                    <a:pt x="8536161" y="2299797"/>
                  </a:lnTo>
                  <a:lnTo>
                    <a:pt x="8497956" y="2381252"/>
                  </a:lnTo>
                  <a:lnTo>
                    <a:pt x="8459680" y="2459289"/>
                  </a:lnTo>
                  <a:lnTo>
                    <a:pt x="8421253" y="2533698"/>
                  </a:lnTo>
                  <a:lnTo>
                    <a:pt x="8382566" y="2604338"/>
                  </a:lnTo>
                  <a:lnTo>
                    <a:pt x="8343485" y="2671129"/>
                  </a:lnTo>
                  <a:lnTo>
                    <a:pt x="8303839" y="2734053"/>
                  </a:lnTo>
                  <a:lnTo>
                    <a:pt x="8263422" y="2793147"/>
                  </a:lnTo>
                  <a:lnTo>
                    <a:pt x="8229629" y="2838676"/>
                  </a:lnTo>
                  <a:lnTo>
                    <a:pt x="8179066" y="2900338"/>
                  </a:lnTo>
                  <a:lnTo>
                    <a:pt x="8126188" y="2956784"/>
                  </a:lnTo>
                  <a:lnTo>
                    <a:pt x="8070363" y="3008188"/>
                  </a:lnTo>
                  <a:lnTo>
                    <a:pt x="8010898" y="3054892"/>
                  </a:lnTo>
                  <a:lnTo>
                    <a:pt x="7947071" y="3097310"/>
                  </a:lnTo>
                  <a:lnTo>
                    <a:pt x="7878171" y="3135874"/>
                  </a:lnTo>
                  <a:lnTo>
                    <a:pt x="7803541" y="3170993"/>
                  </a:lnTo>
                  <a:lnTo>
                    <a:pt x="7722636" y="3203032"/>
                  </a:lnTo>
                  <a:lnTo>
                    <a:pt x="7635101" y="3232296"/>
                  </a:lnTo>
                  <a:lnTo>
                    <a:pt x="7540871" y="3259028"/>
                  </a:lnTo>
                  <a:lnTo>
                    <a:pt x="7440287" y="3283399"/>
                  </a:lnTo>
                  <a:lnTo>
                    <a:pt x="7334234" y="3305512"/>
                  </a:lnTo>
                  <a:lnTo>
                    <a:pt x="7224250" y="3325407"/>
                  </a:lnTo>
                  <a:lnTo>
                    <a:pt x="7112605" y="3343074"/>
                  </a:lnTo>
                  <a:lnTo>
                    <a:pt x="7002278" y="3358471"/>
                  </a:lnTo>
                  <a:lnTo>
                    <a:pt x="6896804" y="3371553"/>
                  </a:lnTo>
                  <a:lnTo>
                    <a:pt x="6799954" y="3382303"/>
                  </a:lnTo>
                  <a:lnTo>
                    <a:pt x="6715275" y="3390766"/>
                  </a:lnTo>
                  <a:lnTo>
                    <a:pt x="6645572" y="3397073"/>
                  </a:lnTo>
                  <a:lnTo>
                    <a:pt x="6592423" y="3401445"/>
                  </a:lnTo>
                  <a:lnTo>
                    <a:pt x="6555866" y="3404189"/>
                  </a:lnTo>
                  <a:lnTo>
                    <a:pt x="6534310" y="3405670"/>
                  </a:lnTo>
                  <a:lnTo>
                    <a:pt x="6524640" y="3406280"/>
                  </a:lnTo>
                  <a:lnTo>
                    <a:pt x="6522385" y="3406412"/>
                  </a:lnTo>
                  <a:lnTo>
                    <a:pt x="5527445" y="3406412"/>
                  </a:lnTo>
                  <a:lnTo>
                    <a:pt x="5526355" y="3406367"/>
                  </a:lnTo>
                  <a:lnTo>
                    <a:pt x="5519152" y="3406046"/>
                  </a:lnTo>
                  <a:lnTo>
                    <a:pt x="5500880" y="3405161"/>
                  </a:lnTo>
                  <a:lnTo>
                    <a:pt x="5467923" y="3403415"/>
                  </a:lnTo>
                  <a:lnTo>
                    <a:pt x="5418215" y="3400530"/>
                  </a:lnTo>
                  <a:lnTo>
                    <a:pt x="5351387" y="3396262"/>
                  </a:lnTo>
                  <a:lnTo>
                    <a:pt x="5268735" y="3390430"/>
                  </a:lnTo>
                  <a:lnTo>
                    <a:pt x="5172928" y="3382922"/>
                  </a:lnTo>
                  <a:lnTo>
                    <a:pt x="5067533" y="3373693"/>
                  </a:lnTo>
                  <a:lnTo>
                    <a:pt x="4956457" y="3362747"/>
                  </a:lnTo>
                  <a:lnTo>
                    <a:pt x="4843436" y="3350116"/>
                  </a:lnTo>
                  <a:lnTo>
                    <a:pt x="4731674" y="3335834"/>
                  </a:lnTo>
                  <a:lnTo>
                    <a:pt x="4623641" y="3319913"/>
                  </a:lnTo>
                  <a:lnTo>
                    <a:pt x="4521041" y="3302329"/>
                  </a:lnTo>
                  <a:lnTo>
                    <a:pt x="4424870" y="3283011"/>
                  </a:lnTo>
                  <a:lnTo>
                    <a:pt x="4335544" y="3261837"/>
                  </a:lnTo>
                  <a:lnTo>
                    <a:pt x="4253033" y="3238632"/>
                  </a:lnTo>
                  <a:lnTo>
                    <a:pt x="4176992" y="3213170"/>
                  </a:lnTo>
                  <a:lnTo>
                    <a:pt x="4106870" y="3185183"/>
                  </a:lnTo>
                  <a:lnTo>
                    <a:pt x="4041989" y="3154365"/>
                  </a:lnTo>
                  <a:lnTo>
                    <a:pt x="3981615" y="3120394"/>
                  </a:lnTo>
                  <a:lnTo>
                    <a:pt x="3924999" y="3082958"/>
                  </a:lnTo>
                  <a:lnTo>
                    <a:pt x="3871419" y="3041800"/>
                  </a:lnTo>
                  <a:lnTo>
                    <a:pt x="3820202" y="2996769"/>
                  </a:lnTo>
                  <a:lnTo>
                    <a:pt x="3773702" y="2950909"/>
                  </a:lnTo>
                  <a:lnTo>
                    <a:pt x="3728402" y="2901573"/>
                  </a:lnTo>
                  <a:lnTo>
                    <a:pt x="3683964" y="2848690"/>
                  </a:lnTo>
                  <a:lnTo>
                    <a:pt x="3640119" y="2792252"/>
                  </a:lnTo>
                  <a:lnTo>
                    <a:pt x="3596652" y="2732316"/>
                  </a:lnTo>
                  <a:lnTo>
                    <a:pt x="3553401" y="2669016"/>
                  </a:lnTo>
                  <a:lnTo>
                    <a:pt x="3510244" y="2602560"/>
                  </a:lnTo>
                  <a:lnTo>
                    <a:pt x="3467097" y="2533238"/>
                  </a:lnTo>
                  <a:lnTo>
                    <a:pt x="3423909" y="2461415"/>
                  </a:lnTo>
                  <a:lnTo>
                    <a:pt x="3380657" y="2387526"/>
                  </a:lnTo>
                  <a:lnTo>
                    <a:pt x="3337340" y="2312069"/>
                  </a:lnTo>
                  <a:lnTo>
                    <a:pt x="3293972" y="2235588"/>
                  </a:lnTo>
                  <a:lnTo>
                    <a:pt x="3250580" y="2158660"/>
                  </a:lnTo>
                  <a:lnTo>
                    <a:pt x="3207196" y="2081878"/>
                  </a:lnTo>
                  <a:lnTo>
                    <a:pt x="3163850" y="2005827"/>
                  </a:lnTo>
                  <a:lnTo>
                    <a:pt x="3120564" y="1931071"/>
                  </a:lnTo>
                  <a:lnTo>
                    <a:pt x="3077345" y="1858134"/>
                  </a:lnTo>
                  <a:lnTo>
                    <a:pt x="3034182" y="1787484"/>
                  </a:lnTo>
                  <a:lnTo>
                    <a:pt x="2991038" y="1719523"/>
                  </a:lnTo>
                  <a:lnTo>
                    <a:pt x="2947848" y="1654580"/>
                  </a:lnTo>
                  <a:lnTo>
                    <a:pt x="2904509" y="1592903"/>
                  </a:lnTo>
                  <a:lnTo>
                    <a:pt x="2860880" y="1534666"/>
                  </a:lnTo>
                  <a:lnTo>
                    <a:pt x="2816774" y="1479964"/>
                  </a:lnTo>
                  <a:lnTo>
                    <a:pt x="2771952" y="1428821"/>
                  </a:lnTo>
                  <a:lnTo>
                    <a:pt x="2726113" y="1381198"/>
                  </a:lnTo>
                  <a:lnTo>
                    <a:pt x="2702183" y="1358197"/>
                  </a:lnTo>
                  <a:lnTo>
                    <a:pt x="2650985" y="1313182"/>
                  </a:lnTo>
                  <a:lnTo>
                    <a:pt x="2597406" y="1272022"/>
                  </a:lnTo>
                  <a:lnTo>
                    <a:pt x="2540791" y="1234585"/>
                  </a:lnTo>
                  <a:lnTo>
                    <a:pt x="2480419" y="1200613"/>
                  </a:lnTo>
                  <a:lnTo>
                    <a:pt x="2415540" y="1169794"/>
                  </a:lnTo>
                  <a:lnTo>
                    <a:pt x="2345420" y="1141805"/>
                  </a:lnTo>
                  <a:lnTo>
                    <a:pt x="2269381" y="1116343"/>
                  </a:lnTo>
                  <a:lnTo>
                    <a:pt x="2186873" y="1093137"/>
                  </a:lnTo>
                  <a:lnTo>
                    <a:pt x="2097549" y="1071962"/>
                  </a:lnTo>
                  <a:lnTo>
                    <a:pt x="2001381" y="1052644"/>
                  </a:lnTo>
                  <a:lnTo>
                    <a:pt x="1898782" y="1035059"/>
                  </a:lnTo>
                  <a:lnTo>
                    <a:pt x="1790752" y="1019137"/>
                  </a:lnTo>
                  <a:lnTo>
                    <a:pt x="1678990" y="1004855"/>
                  </a:lnTo>
                  <a:lnTo>
                    <a:pt x="1565970" y="992223"/>
                  </a:lnTo>
                  <a:lnTo>
                    <a:pt x="1454892" y="981277"/>
                  </a:lnTo>
                  <a:lnTo>
                    <a:pt x="1349494" y="972047"/>
                  </a:lnTo>
                  <a:lnTo>
                    <a:pt x="1253683" y="964538"/>
                  </a:lnTo>
                  <a:lnTo>
                    <a:pt x="1171025" y="958706"/>
                  </a:lnTo>
                  <a:lnTo>
                    <a:pt x="1104192" y="954437"/>
                  </a:lnTo>
                  <a:lnTo>
                    <a:pt x="1054477" y="951551"/>
                  </a:lnTo>
                  <a:lnTo>
                    <a:pt x="1021514" y="949806"/>
                  </a:lnTo>
                  <a:lnTo>
                    <a:pt x="1003237" y="948920"/>
                  </a:lnTo>
                  <a:lnTo>
                    <a:pt x="996031" y="948599"/>
                  </a:lnTo>
                  <a:lnTo>
                    <a:pt x="994940" y="948554"/>
                  </a:lnTo>
                  <a:lnTo>
                    <a:pt x="0" y="948554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5" name="pl54"/>
            <p:cNvSpPr/>
            <p:nvPr/>
          </p:nvSpPr>
          <p:spPr>
            <a:xfrm>
              <a:off x="1199187" y="2808815"/>
              <a:ext cx="12049831" cy="3406412"/>
            </a:xfrm>
            <a:custGeom>
              <a:avLst/>
              <a:pathLst>
                <a:path w="12049831" h="3406412">
                  <a:moveTo>
                    <a:pt x="0" y="948554"/>
                  </a:moveTo>
                  <a:lnTo>
                    <a:pt x="994940" y="948554"/>
                  </a:lnTo>
                  <a:lnTo>
                    <a:pt x="996030" y="948599"/>
                  </a:lnTo>
                  <a:lnTo>
                    <a:pt x="1003233" y="948920"/>
                  </a:lnTo>
                  <a:lnTo>
                    <a:pt x="1021505" y="949805"/>
                  </a:lnTo>
                  <a:lnTo>
                    <a:pt x="1054462" y="951550"/>
                  </a:lnTo>
                  <a:lnTo>
                    <a:pt x="1104170" y="954436"/>
                  </a:lnTo>
                  <a:lnTo>
                    <a:pt x="1170998" y="958704"/>
                  </a:lnTo>
                  <a:lnTo>
                    <a:pt x="1253650" y="964536"/>
                  </a:lnTo>
                  <a:lnTo>
                    <a:pt x="1349457" y="972044"/>
                  </a:lnTo>
                  <a:lnTo>
                    <a:pt x="1454852" y="981273"/>
                  </a:lnTo>
                  <a:lnTo>
                    <a:pt x="1565928" y="992219"/>
                  </a:lnTo>
                  <a:lnTo>
                    <a:pt x="1678949" y="1004850"/>
                  </a:lnTo>
                  <a:lnTo>
                    <a:pt x="1790711" y="1019132"/>
                  </a:lnTo>
                  <a:lnTo>
                    <a:pt x="1898744" y="1035053"/>
                  </a:lnTo>
                  <a:lnTo>
                    <a:pt x="2001344" y="1052637"/>
                  </a:lnTo>
                  <a:lnTo>
                    <a:pt x="2097515" y="1071955"/>
                  </a:lnTo>
                  <a:lnTo>
                    <a:pt x="2186841" y="1093129"/>
                  </a:lnTo>
                  <a:lnTo>
                    <a:pt x="2269352" y="1116334"/>
                  </a:lnTo>
                  <a:lnTo>
                    <a:pt x="2345393" y="1141796"/>
                  </a:lnTo>
                  <a:lnTo>
                    <a:pt x="2415515" y="1169783"/>
                  </a:lnTo>
                  <a:lnTo>
                    <a:pt x="2480396" y="1200601"/>
                  </a:lnTo>
                  <a:lnTo>
                    <a:pt x="2540770" y="1234572"/>
                  </a:lnTo>
                  <a:lnTo>
                    <a:pt x="2597386" y="1272008"/>
                  </a:lnTo>
                  <a:lnTo>
                    <a:pt x="2650966" y="1313166"/>
                  </a:lnTo>
                  <a:lnTo>
                    <a:pt x="2702165" y="1358180"/>
                  </a:lnTo>
                  <a:lnTo>
                    <a:pt x="2702183" y="1358197"/>
                  </a:lnTo>
                  <a:lnTo>
                    <a:pt x="2748683" y="1404057"/>
                  </a:lnTo>
                  <a:lnTo>
                    <a:pt x="2793983" y="1453393"/>
                  </a:lnTo>
                  <a:lnTo>
                    <a:pt x="2838421" y="1506275"/>
                  </a:lnTo>
                  <a:lnTo>
                    <a:pt x="2882266" y="1562714"/>
                  </a:lnTo>
                  <a:lnTo>
                    <a:pt x="2925733" y="1622650"/>
                  </a:lnTo>
                  <a:lnTo>
                    <a:pt x="2968984" y="1685950"/>
                  </a:lnTo>
                  <a:lnTo>
                    <a:pt x="3012141" y="1752406"/>
                  </a:lnTo>
                  <a:lnTo>
                    <a:pt x="3055288" y="1821728"/>
                  </a:lnTo>
                  <a:lnTo>
                    <a:pt x="3098476" y="1893551"/>
                  </a:lnTo>
                  <a:lnTo>
                    <a:pt x="3141728" y="1967440"/>
                  </a:lnTo>
                  <a:lnTo>
                    <a:pt x="3185045" y="2042897"/>
                  </a:lnTo>
                  <a:lnTo>
                    <a:pt x="3228413" y="2119378"/>
                  </a:lnTo>
                  <a:lnTo>
                    <a:pt x="3271805" y="2196306"/>
                  </a:lnTo>
                  <a:lnTo>
                    <a:pt x="3315189" y="2273088"/>
                  </a:lnTo>
                  <a:lnTo>
                    <a:pt x="3358535" y="2349139"/>
                  </a:lnTo>
                  <a:lnTo>
                    <a:pt x="3401821" y="2423895"/>
                  </a:lnTo>
                  <a:lnTo>
                    <a:pt x="3445040" y="2496832"/>
                  </a:lnTo>
                  <a:lnTo>
                    <a:pt x="3488203" y="2567482"/>
                  </a:lnTo>
                  <a:lnTo>
                    <a:pt x="3531347" y="2635443"/>
                  </a:lnTo>
                  <a:lnTo>
                    <a:pt x="3574537" y="2700386"/>
                  </a:lnTo>
                  <a:lnTo>
                    <a:pt x="3617876" y="2762062"/>
                  </a:lnTo>
                  <a:lnTo>
                    <a:pt x="3661505" y="2820299"/>
                  </a:lnTo>
                  <a:lnTo>
                    <a:pt x="3705611" y="2875002"/>
                  </a:lnTo>
                  <a:lnTo>
                    <a:pt x="3750433" y="2926145"/>
                  </a:lnTo>
                  <a:lnTo>
                    <a:pt x="3796272" y="2973768"/>
                  </a:lnTo>
                  <a:lnTo>
                    <a:pt x="3820202" y="2996769"/>
                  </a:lnTo>
                  <a:lnTo>
                    <a:pt x="3871400" y="3041784"/>
                  </a:lnTo>
                  <a:lnTo>
                    <a:pt x="3924979" y="3082944"/>
                  </a:lnTo>
                  <a:lnTo>
                    <a:pt x="3981594" y="3120381"/>
                  </a:lnTo>
                  <a:lnTo>
                    <a:pt x="4041966" y="3154353"/>
                  </a:lnTo>
                  <a:lnTo>
                    <a:pt x="4106845" y="3185172"/>
                  </a:lnTo>
                  <a:lnTo>
                    <a:pt x="4176965" y="3213161"/>
                  </a:lnTo>
                  <a:lnTo>
                    <a:pt x="4253004" y="3238623"/>
                  </a:lnTo>
                  <a:lnTo>
                    <a:pt x="4335512" y="3261829"/>
                  </a:lnTo>
                  <a:lnTo>
                    <a:pt x="4424836" y="3283004"/>
                  </a:lnTo>
                  <a:lnTo>
                    <a:pt x="4521004" y="3302322"/>
                  </a:lnTo>
                  <a:lnTo>
                    <a:pt x="4623603" y="3319907"/>
                  </a:lnTo>
                  <a:lnTo>
                    <a:pt x="4731633" y="3335829"/>
                  </a:lnTo>
                  <a:lnTo>
                    <a:pt x="4843395" y="3350111"/>
                  </a:lnTo>
                  <a:lnTo>
                    <a:pt x="4956415" y="3362743"/>
                  </a:lnTo>
                  <a:lnTo>
                    <a:pt x="5067493" y="3373689"/>
                  </a:lnTo>
                  <a:lnTo>
                    <a:pt x="5172891" y="3382919"/>
                  </a:lnTo>
                  <a:lnTo>
                    <a:pt x="5268702" y="3390428"/>
                  </a:lnTo>
                  <a:lnTo>
                    <a:pt x="5351360" y="3396260"/>
                  </a:lnTo>
                  <a:lnTo>
                    <a:pt x="5418193" y="3400528"/>
                  </a:lnTo>
                  <a:lnTo>
                    <a:pt x="5467908" y="3403415"/>
                  </a:lnTo>
                  <a:lnTo>
                    <a:pt x="5500871" y="3405160"/>
                  </a:lnTo>
                  <a:lnTo>
                    <a:pt x="5519148" y="3406046"/>
                  </a:lnTo>
                  <a:lnTo>
                    <a:pt x="5526354" y="3406367"/>
                  </a:lnTo>
                  <a:lnTo>
                    <a:pt x="5527445" y="3406412"/>
                  </a:lnTo>
                  <a:lnTo>
                    <a:pt x="5527445" y="3406412"/>
                  </a:lnTo>
                  <a:lnTo>
                    <a:pt x="6522385" y="3406412"/>
                  </a:lnTo>
                  <a:lnTo>
                    <a:pt x="6523437" y="3406352"/>
                  </a:lnTo>
                  <a:lnTo>
                    <a:pt x="6530390" y="3405923"/>
                  </a:lnTo>
                  <a:lnTo>
                    <a:pt x="6548044" y="3404741"/>
                  </a:lnTo>
                  <a:lnTo>
                    <a:pt x="6579928" y="3402410"/>
                  </a:lnTo>
                  <a:lnTo>
                    <a:pt x="6628102" y="3398554"/>
                  </a:lnTo>
                  <a:lnTo>
                    <a:pt x="6693011" y="3392847"/>
                  </a:lnTo>
                  <a:lnTo>
                    <a:pt x="6773507" y="3385039"/>
                  </a:lnTo>
                  <a:lnTo>
                    <a:pt x="6867105" y="3374973"/>
                  </a:lnTo>
                  <a:lnTo>
                    <a:pt x="6970422" y="3362581"/>
                  </a:lnTo>
                  <a:lnTo>
                    <a:pt x="7079700" y="3347865"/>
                  </a:lnTo>
                  <a:lnTo>
                    <a:pt x="7191295" y="3330864"/>
                  </a:lnTo>
                  <a:lnTo>
                    <a:pt x="7302039" y="3311624"/>
                  </a:lnTo>
                  <a:lnTo>
                    <a:pt x="7409447" y="3290169"/>
                  </a:lnTo>
                  <a:lnTo>
                    <a:pt x="7511767" y="3266473"/>
                  </a:lnTo>
                  <a:lnTo>
                    <a:pt x="7607934" y="3240454"/>
                  </a:lnTo>
                  <a:lnTo>
                    <a:pt x="7697457" y="3211960"/>
                  </a:lnTo>
                  <a:lnTo>
                    <a:pt x="7780296" y="3180771"/>
                  </a:lnTo>
                  <a:lnTo>
                    <a:pt x="7856731" y="3146598"/>
                  </a:lnTo>
                  <a:lnTo>
                    <a:pt x="7927260" y="3109094"/>
                  </a:lnTo>
                  <a:lnTo>
                    <a:pt x="7992514" y="3067859"/>
                  </a:lnTo>
                  <a:lnTo>
                    <a:pt x="8053194" y="3022467"/>
                  </a:lnTo>
                  <a:lnTo>
                    <a:pt x="8110021" y="2972493"/>
                  </a:lnTo>
                  <a:lnTo>
                    <a:pt x="8163701" y="2917566"/>
                  </a:lnTo>
                  <a:lnTo>
                    <a:pt x="8214888" y="2857449"/>
                  </a:lnTo>
                  <a:lnTo>
                    <a:pt x="8229629" y="2838676"/>
                  </a:lnTo>
                  <a:lnTo>
                    <a:pt x="8270861" y="2782654"/>
                  </a:lnTo>
                  <a:lnTo>
                    <a:pt x="8311119" y="2722866"/>
                  </a:lnTo>
                  <a:lnTo>
                    <a:pt x="8350648" y="2659238"/>
                  </a:lnTo>
                  <a:lnTo>
                    <a:pt x="8389646" y="2591742"/>
                  </a:lnTo>
                  <a:lnTo>
                    <a:pt x="8428276" y="2520407"/>
                  </a:lnTo>
                  <a:lnTo>
                    <a:pt x="8466669" y="2445324"/>
                  </a:lnTo>
                  <a:lnTo>
                    <a:pt x="8504926" y="2366646"/>
                  </a:lnTo>
                  <a:lnTo>
                    <a:pt x="8543125" y="2284595"/>
                  </a:lnTo>
                  <a:lnTo>
                    <a:pt x="8581321" y="2199459"/>
                  </a:lnTo>
                  <a:lnTo>
                    <a:pt x="8619548" y="2111591"/>
                  </a:lnTo>
                  <a:lnTo>
                    <a:pt x="8657825" y="2021403"/>
                  </a:lnTo>
                  <a:lnTo>
                    <a:pt x="8696154" y="1929364"/>
                  </a:lnTo>
                  <a:lnTo>
                    <a:pt x="8734529" y="1835984"/>
                  </a:lnTo>
                  <a:lnTo>
                    <a:pt x="8772934" y="1741807"/>
                  </a:lnTo>
                  <a:lnTo>
                    <a:pt x="8811347" y="1647397"/>
                  </a:lnTo>
                  <a:lnTo>
                    <a:pt x="8849748" y="1553324"/>
                  </a:lnTo>
                  <a:lnTo>
                    <a:pt x="8888115" y="1460148"/>
                  </a:lnTo>
                  <a:lnTo>
                    <a:pt x="8926435" y="1368410"/>
                  </a:lnTo>
                  <a:lnTo>
                    <a:pt x="8964702" y="1278612"/>
                  </a:lnTo>
                  <a:lnTo>
                    <a:pt x="9002922" y="1191212"/>
                  </a:lnTo>
                  <a:lnTo>
                    <a:pt x="9041115" y="1106614"/>
                  </a:lnTo>
                  <a:lnTo>
                    <a:pt x="9079320" y="1025159"/>
                  </a:lnTo>
                  <a:lnTo>
                    <a:pt x="9117596" y="947122"/>
                  </a:lnTo>
                  <a:lnTo>
                    <a:pt x="9156024" y="872713"/>
                  </a:lnTo>
                  <a:lnTo>
                    <a:pt x="9194710" y="802073"/>
                  </a:lnTo>
                  <a:lnTo>
                    <a:pt x="9233792" y="735282"/>
                  </a:lnTo>
                  <a:lnTo>
                    <a:pt x="9273437" y="672358"/>
                  </a:lnTo>
                  <a:lnTo>
                    <a:pt x="9313854" y="613264"/>
                  </a:lnTo>
                  <a:lnTo>
                    <a:pt x="9347647" y="567735"/>
                  </a:lnTo>
                  <a:lnTo>
                    <a:pt x="9398211" y="506073"/>
                  </a:lnTo>
                  <a:lnTo>
                    <a:pt x="9451089" y="449627"/>
                  </a:lnTo>
                  <a:lnTo>
                    <a:pt x="9506914" y="398223"/>
                  </a:lnTo>
                  <a:lnTo>
                    <a:pt x="9566379" y="351519"/>
                  </a:lnTo>
                  <a:lnTo>
                    <a:pt x="9630206" y="309101"/>
                  </a:lnTo>
                  <a:lnTo>
                    <a:pt x="9699106" y="270537"/>
                  </a:lnTo>
                  <a:lnTo>
                    <a:pt x="9773735" y="235418"/>
                  </a:lnTo>
                  <a:lnTo>
                    <a:pt x="9854640" y="203379"/>
                  </a:lnTo>
                  <a:lnTo>
                    <a:pt x="9942175" y="174115"/>
                  </a:lnTo>
                  <a:lnTo>
                    <a:pt x="10036406" y="147383"/>
                  </a:lnTo>
                  <a:lnTo>
                    <a:pt x="10136989" y="123012"/>
                  </a:lnTo>
                  <a:lnTo>
                    <a:pt x="10243043" y="100899"/>
                  </a:lnTo>
                  <a:lnTo>
                    <a:pt x="10353027" y="81004"/>
                  </a:lnTo>
                  <a:lnTo>
                    <a:pt x="10464672" y="63337"/>
                  </a:lnTo>
                  <a:lnTo>
                    <a:pt x="10574998" y="47940"/>
                  </a:lnTo>
                  <a:lnTo>
                    <a:pt x="10680472" y="34859"/>
                  </a:lnTo>
                  <a:lnTo>
                    <a:pt x="10777323" y="24109"/>
                  </a:lnTo>
                  <a:lnTo>
                    <a:pt x="10862001" y="15645"/>
                  </a:lnTo>
                  <a:lnTo>
                    <a:pt x="10931705" y="9338"/>
                  </a:lnTo>
                  <a:lnTo>
                    <a:pt x="10984854" y="4966"/>
                  </a:lnTo>
                  <a:lnTo>
                    <a:pt x="11021411" y="2222"/>
                  </a:lnTo>
                  <a:lnTo>
                    <a:pt x="11042967" y="741"/>
                  </a:lnTo>
                  <a:lnTo>
                    <a:pt x="11052637" y="131"/>
                  </a:lnTo>
                  <a:lnTo>
                    <a:pt x="11054863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" name="pl55"/>
            <p:cNvSpPr/>
            <p:nvPr/>
          </p:nvSpPr>
          <p:spPr>
            <a:xfrm>
              <a:off x="1199187" y="2803574"/>
              <a:ext cx="12049831" cy="3406412"/>
            </a:xfrm>
            <a:custGeom>
              <a:avLst/>
              <a:pathLst>
                <a:path w="12049831" h="3406412">
                  <a:moveTo>
                    <a:pt x="12049831" y="0"/>
                  </a:moveTo>
                  <a:lnTo>
                    <a:pt x="11054891" y="0"/>
                  </a:lnTo>
                  <a:lnTo>
                    <a:pt x="11053839" y="60"/>
                  </a:lnTo>
                  <a:lnTo>
                    <a:pt x="11046887" y="488"/>
                  </a:lnTo>
                  <a:lnTo>
                    <a:pt x="11029233" y="1670"/>
                  </a:lnTo>
                  <a:lnTo>
                    <a:pt x="10997349" y="4001"/>
                  </a:lnTo>
                  <a:lnTo>
                    <a:pt x="10949174" y="7857"/>
                  </a:lnTo>
                  <a:lnTo>
                    <a:pt x="10884266" y="13564"/>
                  </a:lnTo>
                  <a:lnTo>
                    <a:pt x="10803770" y="21372"/>
                  </a:lnTo>
                  <a:lnTo>
                    <a:pt x="10710171" y="31438"/>
                  </a:lnTo>
                  <a:lnTo>
                    <a:pt x="10606854" y="43830"/>
                  </a:lnTo>
                  <a:lnTo>
                    <a:pt x="10497577" y="58546"/>
                  </a:lnTo>
                  <a:lnTo>
                    <a:pt x="10385982" y="75547"/>
                  </a:lnTo>
                  <a:lnTo>
                    <a:pt x="10275237" y="94787"/>
                  </a:lnTo>
                  <a:lnTo>
                    <a:pt x="10167829" y="116242"/>
                  </a:lnTo>
                  <a:lnTo>
                    <a:pt x="10065509" y="139938"/>
                  </a:lnTo>
                  <a:lnTo>
                    <a:pt x="9969343" y="165957"/>
                  </a:lnTo>
                  <a:lnTo>
                    <a:pt x="9879819" y="194451"/>
                  </a:lnTo>
                  <a:lnTo>
                    <a:pt x="9796980" y="225640"/>
                  </a:lnTo>
                  <a:lnTo>
                    <a:pt x="9720545" y="259813"/>
                  </a:lnTo>
                  <a:lnTo>
                    <a:pt x="9650016" y="297318"/>
                  </a:lnTo>
                  <a:lnTo>
                    <a:pt x="9584762" y="338552"/>
                  </a:lnTo>
                  <a:lnTo>
                    <a:pt x="9524083" y="383944"/>
                  </a:lnTo>
                  <a:lnTo>
                    <a:pt x="9467256" y="433918"/>
                  </a:lnTo>
                  <a:lnTo>
                    <a:pt x="9413576" y="488846"/>
                  </a:lnTo>
                  <a:lnTo>
                    <a:pt x="9362389" y="548962"/>
                  </a:lnTo>
                  <a:lnTo>
                    <a:pt x="9347647" y="567735"/>
                  </a:lnTo>
                  <a:lnTo>
                    <a:pt x="9306416" y="623758"/>
                  </a:lnTo>
                  <a:lnTo>
                    <a:pt x="9266157" y="683545"/>
                  </a:lnTo>
                  <a:lnTo>
                    <a:pt x="9226629" y="747173"/>
                  </a:lnTo>
                  <a:lnTo>
                    <a:pt x="9187631" y="814669"/>
                  </a:lnTo>
                  <a:lnTo>
                    <a:pt x="9149001" y="886004"/>
                  </a:lnTo>
                  <a:lnTo>
                    <a:pt x="9110608" y="961087"/>
                  </a:lnTo>
                  <a:lnTo>
                    <a:pt x="9072350" y="1039765"/>
                  </a:lnTo>
                  <a:lnTo>
                    <a:pt x="9034151" y="1121816"/>
                  </a:lnTo>
                  <a:lnTo>
                    <a:pt x="8995955" y="1206952"/>
                  </a:lnTo>
                  <a:lnTo>
                    <a:pt x="8957728" y="1294820"/>
                  </a:lnTo>
                  <a:lnTo>
                    <a:pt x="8919452" y="1385008"/>
                  </a:lnTo>
                  <a:lnTo>
                    <a:pt x="8881122" y="1477047"/>
                  </a:lnTo>
                  <a:lnTo>
                    <a:pt x="8842747" y="1570427"/>
                  </a:lnTo>
                  <a:lnTo>
                    <a:pt x="8804343" y="1664604"/>
                  </a:lnTo>
                  <a:lnTo>
                    <a:pt x="8765929" y="1759014"/>
                  </a:lnTo>
                  <a:lnTo>
                    <a:pt x="8727529" y="1853087"/>
                  </a:lnTo>
                  <a:lnTo>
                    <a:pt x="8689161" y="1946263"/>
                  </a:lnTo>
                  <a:lnTo>
                    <a:pt x="8650841" y="2038002"/>
                  </a:lnTo>
                  <a:lnTo>
                    <a:pt x="8612574" y="2127799"/>
                  </a:lnTo>
                  <a:lnTo>
                    <a:pt x="8574355" y="2215199"/>
                  </a:lnTo>
                  <a:lnTo>
                    <a:pt x="8536161" y="2299797"/>
                  </a:lnTo>
                  <a:lnTo>
                    <a:pt x="8497956" y="2381252"/>
                  </a:lnTo>
                  <a:lnTo>
                    <a:pt x="8459680" y="2459289"/>
                  </a:lnTo>
                  <a:lnTo>
                    <a:pt x="8421253" y="2533698"/>
                  </a:lnTo>
                  <a:lnTo>
                    <a:pt x="8382566" y="2604338"/>
                  </a:lnTo>
                  <a:lnTo>
                    <a:pt x="8343485" y="2671129"/>
                  </a:lnTo>
                  <a:lnTo>
                    <a:pt x="8303839" y="2734053"/>
                  </a:lnTo>
                  <a:lnTo>
                    <a:pt x="8263422" y="2793147"/>
                  </a:lnTo>
                  <a:lnTo>
                    <a:pt x="8229629" y="2838676"/>
                  </a:lnTo>
                  <a:lnTo>
                    <a:pt x="8179066" y="2900338"/>
                  </a:lnTo>
                  <a:lnTo>
                    <a:pt x="8126188" y="2956784"/>
                  </a:lnTo>
                  <a:lnTo>
                    <a:pt x="8070363" y="3008188"/>
                  </a:lnTo>
                  <a:lnTo>
                    <a:pt x="8010898" y="3054892"/>
                  </a:lnTo>
                  <a:lnTo>
                    <a:pt x="7947071" y="3097310"/>
                  </a:lnTo>
                  <a:lnTo>
                    <a:pt x="7878171" y="3135874"/>
                  </a:lnTo>
                  <a:lnTo>
                    <a:pt x="7803541" y="3170993"/>
                  </a:lnTo>
                  <a:lnTo>
                    <a:pt x="7722636" y="3203032"/>
                  </a:lnTo>
                  <a:lnTo>
                    <a:pt x="7635101" y="3232296"/>
                  </a:lnTo>
                  <a:lnTo>
                    <a:pt x="7540871" y="3259028"/>
                  </a:lnTo>
                  <a:lnTo>
                    <a:pt x="7440287" y="3283399"/>
                  </a:lnTo>
                  <a:lnTo>
                    <a:pt x="7334234" y="3305512"/>
                  </a:lnTo>
                  <a:lnTo>
                    <a:pt x="7224250" y="3325407"/>
                  </a:lnTo>
                  <a:lnTo>
                    <a:pt x="7112605" y="3343074"/>
                  </a:lnTo>
                  <a:lnTo>
                    <a:pt x="7002278" y="3358471"/>
                  </a:lnTo>
                  <a:lnTo>
                    <a:pt x="6896804" y="3371553"/>
                  </a:lnTo>
                  <a:lnTo>
                    <a:pt x="6799954" y="3382303"/>
                  </a:lnTo>
                  <a:lnTo>
                    <a:pt x="6715275" y="3390766"/>
                  </a:lnTo>
                  <a:lnTo>
                    <a:pt x="6645572" y="3397073"/>
                  </a:lnTo>
                  <a:lnTo>
                    <a:pt x="6592423" y="3401445"/>
                  </a:lnTo>
                  <a:lnTo>
                    <a:pt x="6555866" y="3404189"/>
                  </a:lnTo>
                  <a:lnTo>
                    <a:pt x="6534310" y="3405670"/>
                  </a:lnTo>
                  <a:lnTo>
                    <a:pt x="6524640" y="3406280"/>
                  </a:lnTo>
                  <a:lnTo>
                    <a:pt x="6522414" y="3406410"/>
                  </a:lnTo>
                  <a:lnTo>
                    <a:pt x="6522385" y="3406412"/>
                  </a:lnTo>
                  <a:lnTo>
                    <a:pt x="5527445" y="3406412"/>
                  </a:lnTo>
                  <a:lnTo>
                    <a:pt x="5526355" y="3406367"/>
                  </a:lnTo>
                  <a:lnTo>
                    <a:pt x="5519152" y="3406046"/>
                  </a:lnTo>
                  <a:lnTo>
                    <a:pt x="5500880" y="3405161"/>
                  </a:lnTo>
                  <a:lnTo>
                    <a:pt x="5467923" y="3403415"/>
                  </a:lnTo>
                  <a:lnTo>
                    <a:pt x="5418215" y="3400530"/>
                  </a:lnTo>
                  <a:lnTo>
                    <a:pt x="5351387" y="3396262"/>
                  </a:lnTo>
                  <a:lnTo>
                    <a:pt x="5268735" y="3390430"/>
                  </a:lnTo>
                  <a:lnTo>
                    <a:pt x="5172928" y="3382922"/>
                  </a:lnTo>
                  <a:lnTo>
                    <a:pt x="5067533" y="3373693"/>
                  </a:lnTo>
                  <a:lnTo>
                    <a:pt x="4956457" y="3362747"/>
                  </a:lnTo>
                  <a:lnTo>
                    <a:pt x="4843436" y="3350116"/>
                  </a:lnTo>
                  <a:lnTo>
                    <a:pt x="4731674" y="3335834"/>
                  </a:lnTo>
                  <a:lnTo>
                    <a:pt x="4623641" y="3319913"/>
                  </a:lnTo>
                  <a:lnTo>
                    <a:pt x="4521041" y="3302329"/>
                  </a:lnTo>
                  <a:lnTo>
                    <a:pt x="4424870" y="3283011"/>
                  </a:lnTo>
                  <a:lnTo>
                    <a:pt x="4335544" y="3261837"/>
                  </a:lnTo>
                  <a:lnTo>
                    <a:pt x="4253033" y="3238632"/>
                  </a:lnTo>
                  <a:lnTo>
                    <a:pt x="4176992" y="3213170"/>
                  </a:lnTo>
                  <a:lnTo>
                    <a:pt x="4106870" y="3185183"/>
                  </a:lnTo>
                  <a:lnTo>
                    <a:pt x="4041989" y="3154365"/>
                  </a:lnTo>
                  <a:lnTo>
                    <a:pt x="3981615" y="3120394"/>
                  </a:lnTo>
                  <a:lnTo>
                    <a:pt x="3924999" y="3082958"/>
                  </a:lnTo>
                  <a:lnTo>
                    <a:pt x="3871419" y="3041800"/>
                  </a:lnTo>
                  <a:lnTo>
                    <a:pt x="3820220" y="2996786"/>
                  </a:lnTo>
                  <a:lnTo>
                    <a:pt x="3820202" y="2996769"/>
                  </a:lnTo>
                  <a:lnTo>
                    <a:pt x="3773702" y="2950909"/>
                  </a:lnTo>
                  <a:lnTo>
                    <a:pt x="3728402" y="2901573"/>
                  </a:lnTo>
                  <a:lnTo>
                    <a:pt x="3683964" y="2848690"/>
                  </a:lnTo>
                  <a:lnTo>
                    <a:pt x="3640119" y="2792252"/>
                  </a:lnTo>
                  <a:lnTo>
                    <a:pt x="3596652" y="2732316"/>
                  </a:lnTo>
                  <a:lnTo>
                    <a:pt x="3553401" y="2669016"/>
                  </a:lnTo>
                  <a:lnTo>
                    <a:pt x="3510244" y="2602560"/>
                  </a:lnTo>
                  <a:lnTo>
                    <a:pt x="3467097" y="2533238"/>
                  </a:lnTo>
                  <a:lnTo>
                    <a:pt x="3423909" y="2461415"/>
                  </a:lnTo>
                  <a:lnTo>
                    <a:pt x="3380657" y="2387526"/>
                  </a:lnTo>
                  <a:lnTo>
                    <a:pt x="3337340" y="2312069"/>
                  </a:lnTo>
                  <a:lnTo>
                    <a:pt x="3293972" y="2235588"/>
                  </a:lnTo>
                  <a:lnTo>
                    <a:pt x="3250580" y="2158660"/>
                  </a:lnTo>
                  <a:lnTo>
                    <a:pt x="3207196" y="2081878"/>
                  </a:lnTo>
                  <a:lnTo>
                    <a:pt x="3163850" y="2005827"/>
                  </a:lnTo>
                  <a:lnTo>
                    <a:pt x="3120564" y="1931071"/>
                  </a:lnTo>
                  <a:lnTo>
                    <a:pt x="3077345" y="1858134"/>
                  </a:lnTo>
                  <a:lnTo>
                    <a:pt x="3034182" y="1787484"/>
                  </a:lnTo>
                  <a:lnTo>
                    <a:pt x="2991038" y="1719523"/>
                  </a:lnTo>
                  <a:lnTo>
                    <a:pt x="2947848" y="1654580"/>
                  </a:lnTo>
                  <a:lnTo>
                    <a:pt x="2904509" y="1592903"/>
                  </a:lnTo>
                  <a:lnTo>
                    <a:pt x="2860880" y="1534666"/>
                  </a:lnTo>
                  <a:lnTo>
                    <a:pt x="2816774" y="1479964"/>
                  </a:lnTo>
                  <a:lnTo>
                    <a:pt x="2771952" y="1428821"/>
                  </a:lnTo>
                  <a:lnTo>
                    <a:pt x="2726113" y="1381198"/>
                  </a:lnTo>
                  <a:lnTo>
                    <a:pt x="2702183" y="1358197"/>
                  </a:lnTo>
                  <a:lnTo>
                    <a:pt x="2650985" y="1313182"/>
                  </a:lnTo>
                  <a:lnTo>
                    <a:pt x="2597406" y="1272022"/>
                  </a:lnTo>
                  <a:lnTo>
                    <a:pt x="2540791" y="1234585"/>
                  </a:lnTo>
                  <a:lnTo>
                    <a:pt x="2480419" y="1200613"/>
                  </a:lnTo>
                  <a:lnTo>
                    <a:pt x="2415540" y="1169794"/>
                  </a:lnTo>
                  <a:lnTo>
                    <a:pt x="2345420" y="1141805"/>
                  </a:lnTo>
                  <a:lnTo>
                    <a:pt x="2269381" y="1116343"/>
                  </a:lnTo>
                  <a:lnTo>
                    <a:pt x="2186873" y="1093137"/>
                  </a:lnTo>
                  <a:lnTo>
                    <a:pt x="2097549" y="1071962"/>
                  </a:lnTo>
                  <a:lnTo>
                    <a:pt x="2001381" y="1052644"/>
                  </a:lnTo>
                  <a:lnTo>
                    <a:pt x="1898782" y="1035059"/>
                  </a:lnTo>
                  <a:lnTo>
                    <a:pt x="1790752" y="1019137"/>
                  </a:lnTo>
                  <a:lnTo>
                    <a:pt x="1678990" y="1004855"/>
                  </a:lnTo>
                  <a:lnTo>
                    <a:pt x="1565970" y="992223"/>
                  </a:lnTo>
                  <a:lnTo>
                    <a:pt x="1454892" y="981277"/>
                  </a:lnTo>
                  <a:lnTo>
                    <a:pt x="1349494" y="972047"/>
                  </a:lnTo>
                  <a:lnTo>
                    <a:pt x="1253683" y="964538"/>
                  </a:lnTo>
                  <a:lnTo>
                    <a:pt x="1171025" y="958706"/>
                  </a:lnTo>
                  <a:lnTo>
                    <a:pt x="1104192" y="954437"/>
                  </a:lnTo>
                  <a:lnTo>
                    <a:pt x="1054477" y="951551"/>
                  </a:lnTo>
                  <a:lnTo>
                    <a:pt x="1021514" y="949806"/>
                  </a:lnTo>
                  <a:lnTo>
                    <a:pt x="1003237" y="948920"/>
                  </a:lnTo>
                  <a:lnTo>
                    <a:pt x="996031" y="948599"/>
                  </a:lnTo>
                  <a:lnTo>
                    <a:pt x="994940" y="948554"/>
                  </a:lnTo>
                  <a:lnTo>
                    <a:pt x="994940" y="948554"/>
                  </a:lnTo>
                  <a:lnTo>
                    <a:pt x="0" y="948554"/>
                  </a:lnTo>
                  <a:lnTo>
                    <a:pt x="0" y="9485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" name="pg56"/>
            <p:cNvSpPr/>
            <p:nvPr/>
          </p:nvSpPr>
          <p:spPr>
            <a:xfrm>
              <a:off x="1199187" y="3207103"/>
              <a:ext cx="12049831" cy="3018605"/>
            </a:xfrm>
            <a:custGeom>
              <a:avLst/>
              <a:pathLst>
                <a:path w="12049831" h="3018605">
                  <a:moveTo>
                    <a:pt x="0" y="560747"/>
                  </a:moveTo>
                  <a:lnTo>
                    <a:pt x="994940" y="560747"/>
                  </a:lnTo>
                  <a:lnTo>
                    <a:pt x="996030" y="560792"/>
                  </a:lnTo>
                  <a:lnTo>
                    <a:pt x="1003233" y="561113"/>
                  </a:lnTo>
                  <a:lnTo>
                    <a:pt x="1021505" y="561998"/>
                  </a:lnTo>
                  <a:lnTo>
                    <a:pt x="1054462" y="563744"/>
                  </a:lnTo>
                  <a:lnTo>
                    <a:pt x="1104170" y="566629"/>
                  </a:lnTo>
                  <a:lnTo>
                    <a:pt x="1170998" y="570897"/>
                  </a:lnTo>
                  <a:lnTo>
                    <a:pt x="1253650" y="576729"/>
                  </a:lnTo>
                  <a:lnTo>
                    <a:pt x="1349457" y="584237"/>
                  </a:lnTo>
                  <a:lnTo>
                    <a:pt x="1454852" y="593466"/>
                  </a:lnTo>
                  <a:lnTo>
                    <a:pt x="1565928" y="604412"/>
                  </a:lnTo>
                  <a:lnTo>
                    <a:pt x="1678949" y="617043"/>
                  </a:lnTo>
                  <a:lnTo>
                    <a:pt x="1790711" y="631325"/>
                  </a:lnTo>
                  <a:lnTo>
                    <a:pt x="1898744" y="647246"/>
                  </a:lnTo>
                  <a:lnTo>
                    <a:pt x="2001344" y="664830"/>
                  </a:lnTo>
                  <a:lnTo>
                    <a:pt x="2097515" y="684148"/>
                  </a:lnTo>
                  <a:lnTo>
                    <a:pt x="2186841" y="705322"/>
                  </a:lnTo>
                  <a:lnTo>
                    <a:pt x="2269352" y="728527"/>
                  </a:lnTo>
                  <a:lnTo>
                    <a:pt x="2345393" y="753989"/>
                  </a:lnTo>
                  <a:lnTo>
                    <a:pt x="2415515" y="781976"/>
                  </a:lnTo>
                  <a:lnTo>
                    <a:pt x="2480396" y="812795"/>
                  </a:lnTo>
                  <a:lnTo>
                    <a:pt x="2540770" y="846765"/>
                  </a:lnTo>
                  <a:lnTo>
                    <a:pt x="2597386" y="884201"/>
                  </a:lnTo>
                  <a:lnTo>
                    <a:pt x="2650966" y="925359"/>
                  </a:lnTo>
                  <a:lnTo>
                    <a:pt x="2702183" y="970390"/>
                  </a:lnTo>
                  <a:lnTo>
                    <a:pt x="2748683" y="1016250"/>
                  </a:lnTo>
                  <a:lnTo>
                    <a:pt x="2793983" y="1065586"/>
                  </a:lnTo>
                  <a:lnTo>
                    <a:pt x="2838421" y="1118469"/>
                  </a:lnTo>
                  <a:lnTo>
                    <a:pt x="2882266" y="1174907"/>
                  </a:lnTo>
                  <a:lnTo>
                    <a:pt x="2925733" y="1234843"/>
                  </a:lnTo>
                  <a:lnTo>
                    <a:pt x="2968984" y="1298143"/>
                  </a:lnTo>
                  <a:lnTo>
                    <a:pt x="3012141" y="1364599"/>
                  </a:lnTo>
                  <a:lnTo>
                    <a:pt x="3055288" y="1433921"/>
                  </a:lnTo>
                  <a:lnTo>
                    <a:pt x="3098476" y="1505744"/>
                  </a:lnTo>
                  <a:lnTo>
                    <a:pt x="3141728" y="1579633"/>
                  </a:lnTo>
                  <a:lnTo>
                    <a:pt x="3185045" y="1655090"/>
                  </a:lnTo>
                  <a:lnTo>
                    <a:pt x="3228413" y="1731571"/>
                  </a:lnTo>
                  <a:lnTo>
                    <a:pt x="3271805" y="1808499"/>
                  </a:lnTo>
                  <a:lnTo>
                    <a:pt x="3315189" y="1885281"/>
                  </a:lnTo>
                  <a:lnTo>
                    <a:pt x="3358535" y="1961332"/>
                  </a:lnTo>
                  <a:lnTo>
                    <a:pt x="3401821" y="2036088"/>
                  </a:lnTo>
                  <a:lnTo>
                    <a:pt x="3445040" y="2109025"/>
                  </a:lnTo>
                  <a:lnTo>
                    <a:pt x="3488203" y="2179675"/>
                  </a:lnTo>
                  <a:lnTo>
                    <a:pt x="3531347" y="2247636"/>
                  </a:lnTo>
                  <a:lnTo>
                    <a:pt x="3574537" y="2312579"/>
                  </a:lnTo>
                  <a:lnTo>
                    <a:pt x="3617876" y="2374256"/>
                  </a:lnTo>
                  <a:lnTo>
                    <a:pt x="3661505" y="2432493"/>
                  </a:lnTo>
                  <a:lnTo>
                    <a:pt x="3705611" y="2487195"/>
                  </a:lnTo>
                  <a:lnTo>
                    <a:pt x="3750433" y="2538338"/>
                  </a:lnTo>
                  <a:lnTo>
                    <a:pt x="3796272" y="2585961"/>
                  </a:lnTo>
                  <a:lnTo>
                    <a:pt x="3820202" y="2608962"/>
                  </a:lnTo>
                  <a:lnTo>
                    <a:pt x="3871400" y="2653977"/>
                  </a:lnTo>
                  <a:lnTo>
                    <a:pt x="3924979" y="2695137"/>
                  </a:lnTo>
                  <a:lnTo>
                    <a:pt x="3981594" y="2732574"/>
                  </a:lnTo>
                  <a:lnTo>
                    <a:pt x="4041966" y="2766546"/>
                  </a:lnTo>
                  <a:lnTo>
                    <a:pt x="4106845" y="2797365"/>
                  </a:lnTo>
                  <a:lnTo>
                    <a:pt x="4176965" y="2825354"/>
                  </a:lnTo>
                  <a:lnTo>
                    <a:pt x="4253004" y="2850816"/>
                  </a:lnTo>
                  <a:lnTo>
                    <a:pt x="4335512" y="2874022"/>
                  </a:lnTo>
                  <a:lnTo>
                    <a:pt x="4424836" y="2895197"/>
                  </a:lnTo>
                  <a:lnTo>
                    <a:pt x="4521004" y="2914515"/>
                  </a:lnTo>
                  <a:lnTo>
                    <a:pt x="4623603" y="2932100"/>
                  </a:lnTo>
                  <a:lnTo>
                    <a:pt x="4731633" y="2948022"/>
                  </a:lnTo>
                  <a:lnTo>
                    <a:pt x="4843395" y="2962304"/>
                  </a:lnTo>
                  <a:lnTo>
                    <a:pt x="4956415" y="2974936"/>
                  </a:lnTo>
                  <a:lnTo>
                    <a:pt x="5067493" y="2985882"/>
                  </a:lnTo>
                  <a:lnTo>
                    <a:pt x="5172891" y="2995112"/>
                  </a:lnTo>
                  <a:lnTo>
                    <a:pt x="5268702" y="3002621"/>
                  </a:lnTo>
                  <a:lnTo>
                    <a:pt x="5351360" y="3008453"/>
                  </a:lnTo>
                  <a:lnTo>
                    <a:pt x="5418193" y="3012722"/>
                  </a:lnTo>
                  <a:lnTo>
                    <a:pt x="5467908" y="3015608"/>
                  </a:lnTo>
                  <a:lnTo>
                    <a:pt x="5500871" y="3017353"/>
                  </a:lnTo>
                  <a:lnTo>
                    <a:pt x="5519148" y="3018239"/>
                  </a:lnTo>
                  <a:lnTo>
                    <a:pt x="5526354" y="3018560"/>
                  </a:lnTo>
                  <a:lnTo>
                    <a:pt x="5527445" y="3018605"/>
                  </a:lnTo>
                  <a:lnTo>
                    <a:pt x="6522385" y="3018605"/>
                  </a:lnTo>
                  <a:lnTo>
                    <a:pt x="6523455" y="3018551"/>
                  </a:lnTo>
                  <a:lnTo>
                    <a:pt x="6530519" y="3018166"/>
                  </a:lnTo>
                  <a:lnTo>
                    <a:pt x="6548451" y="3017105"/>
                  </a:lnTo>
                  <a:lnTo>
                    <a:pt x="6580817" y="3015011"/>
                  </a:lnTo>
                  <a:lnTo>
                    <a:pt x="6629682" y="3011549"/>
                  </a:lnTo>
                  <a:lnTo>
                    <a:pt x="6695454" y="3006427"/>
                  </a:lnTo>
                  <a:lnTo>
                    <a:pt x="6776923" y="2999423"/>
                  </a:lnTo>
                  <a:lnTo>
                    <a:pt x="6871519" y="2990399"/>
                  </a:lnTo>
                  <a:lnTo>
                    <a:pt x="6975778" y="2979298"/>
                  </a:lnTo>
                  <a:lnTo>
                    <a:pt x="7085873" y="2966122"/>
                  </a:lnTo>
                  <a:lnTo>
                    <a:pt x="7198118" y="2950908"/>
                  </a:lnTo>
                  <a:lnTo>
                    <a:pt x="7309329" y="2933698"/>
                  </a:lnTo>
                  <a:lnTo>
                    <a:pt x="7417027" y="2914508"/>
                  </a:lnTo>
                  <a:lnTo>
                    <a:pt x="7519480" y="2893316"/>
                  </a:lnTo>
                  <a:lnTo>
                    <a:pt x="7615653" y="2870040"/>
                  </a:lnTo>
                  <a:lnTo>
                    <a:pt x="7705092" y="2844540"/>
                  </a:lnTo>
                  <a:lnTo>
                    <a:pt x="7787785" y="2816613"/>
                  </a:lnTo>
                  <a:lnTo>
                    <a:pt x="7864043" y="2785994"/>
                  </a:lnTo>
                  <a:lnTo>
                    <a:pt x="7934388" y="2752367"/>
                  </a:lnTo>
                  <a:lnTo>
                    <a:pt x="7999471" y="2715370"/>
                  </a:lnTo>
                  <a:lnTo>
                    <a:pt x="8060010" y="2674618"/>
                  </a:lnTo>
                  <a:lnTo>
                    <a:pt x="8116739" y="2629731"/>
                  </a:lnTo>
                  <a:lnTo>
                    <a:pt x="8170369" y="2580388"/>
                  </a:lnTo>
                  <a:lnTo>
                    <a:pt x="8221558" y="2526399"/>
                  </a:lnTo>
                  <a:lnTo>
                    <a:pt x="8229629" y="2517251"/>
                  </a:lnTo>
                  <a:lnTo>
                    <a:pt x="8272893" y="2465219"/>
                  </a:lnTo>
                  <a:lnTo>
                    <a:pt x="8315100" y="2409519"/>
                  </a:lnTo>
                  <a:lnTo>
                    <a:pt x="8356524" y="2350074"/>
                  </a:lnTo>
                  <a:lnTo>
                    <a:pt x="8397393" y="2286866"/>
                  </a:lnTo>
                  <a:lnTo>
                    <a:pt x="8437887" y="2219933"/>
                  </a:lnTo>
                  <a:lnTo>
                    <a:pt x="8478150" y="2149382"/>
                  </a:lnTo>
                  <a:lnTo>
                    <a:pt x="8518293" y="2075391"/>
                  </a:lnTo>
                  <a:lnTo>
                    <a:pt x="8558394" y="1998207"/>
                  </a:lnTo>
                  <a:lnTo>
                    <a:pt x="8598510" y="1918150"/>
                  </a:lnTo>
                  <a:lnTo>
                    <a:pt x="8638671" y="1835608"/>
                  </a:lnTo>
                  <a:lnTo>
                    <a:pt x="8678890" y="1751029"/>
                  </a:lnTo>
                  <a:lnTo>
                    <a:pt x="8719164" y="1664917"/>
                  </a:lnTo>
                  <a:lnTo>
                    <a:pt x="8759478" y="1577814"/>
                  </a:lnTo>
                  <a:lnTo>
                    <a:pt x="8799810" y="1490291"/>
                  </a:lnTo>
                  <a:lnTo>
                    <a:pt x="8840136" y="1402929"/>
                  </a:lnTo>
                  <a:lnTo>
                    <a:pt x="8880430" y="1316306"/>
                  </a:lnTo>
                  <a:lnTo>
                    <a:pt x="8920675" y="1230978"/>
                  </a:lnTo>
                  <a:lnTo>
                    <a:pt x="8960861" y="1147469"/>
                  </a:lnTo>
                  <a:lnTo>
                    <a:pt x="9000994" y="1066252"/>
                  </a:lnTo>
                  <a:lnTo>
                    <a:pt x="9041097" y="987742"/>
                  </a:lnTo>
                  <a:lnTo>
                    <a:pt x="9081212" y="912292"/>
                  </a:lnTo>
                  <a:lnTo>
                    <a:pt x="9121410" y="840181"/>
                  </a:lnTo>
                  <a:lnTo>
                    <a:pt x="9161785" y="771618"/>
                  </a:lnTo>
                  <a:lnTo>
                    <a:pt x="9202467" y="706739"/>
                  </a:lnTo>
                  <a:lnTo>
                    <a:pt x="9243619" y="645615"/>
                  </a:lnTo>
                  <a:lnTo>
                    <a:pt x="9285446" y="588250"/>
                  </a:lnTo>
                  <a:lnTo>
                    <a:pt x="9328200" y="534595"/>
                  </a:lnTo>
                  <a:lnTo>
                    <a:pt x="9347647" y="511835"/>
                  </a:lnTo>
                  <a:lnTo>
                    <a:pt x="9398498" y="457093"/>
                  </a:lnTo>
                  <a:lnTo>
                    <a:pt x="9451692" y="407008"/>
                  </a:lnTo>
                  <a:lnTo>
                    <a:pt x="9507873" y="361422"/>
                  </a:lnTo>
                  <a:lnTo>
                    <a:pt x="9567748" y="320027"/>
                  </a:lnTo>
                  <a:lnTo>
                    <a:pt x="9632049" y="282451"/>
                  </a:lnTo>
                  <a:lnTo>
                    <a:pt x="9701498" y="248305"/>
                  </a:lnTo>
                  <a:lnTo>
                    <a:pt x="9776762" y="217224"/>
                  </a:lnTo>
                  <a:lnTo>
                    <a:pt x="9858389" y="188882"/>
                  </a:lnTo>
                  <a:lnTo>
                    <a:pt x="9946730" y="163006"/>
                  </a:lnTo>
                  <a:lnTo>
                    <a:pt x="10041834" y="139382"/>
                  </a:lnTo>
                  <a:lnTo>
                    <a:pt x="10143327" y="117860"/>
                  </a:lnTo>
                  <a:lnTo>
                    <a:pt x="10250276" y="98350"/>
                  </a:lnTo>
                  <a:lnTo>
                    <a:pt x="10361069" y="80820"/>
                  </a:lnTo>
                  <a:lnTo>
                    <a:pt x="10473346" y="65282"/>
                  </a:lnTo>
                  <a:lnTo>
                    <a:pt x="10584027" y="51774"/>
                  </a:lnTo>
                  <a:lnTo>
                    <a:pt x="10689488" y="40337"/>
                  </a:lnTo>
                  <a:lnTo>
                    <a:pt x="10785895" y="30980"/>
                  </a:lnTo>
                  <a:lnTo>
                    <a:pt x="10869685" y="23657"/>
                  </a:lnTo>
                  <a:lnTo>
                    <a:pt x="10938112" y="18244"/>
                  </a:lnTo>
                  <a:lnTo>
                    <a:pt x="10989722" y="14532"/>
                  </a:lnTo>
                  <a:lnTo>
                    <a:pt x="11024653" y="12240"/>
                  </a:lnTo>
                  <a:lnTo>
                    <a:pt x="11044709" y="11035"/>
                  </a:lnTo>
                  <a:lnTo>
                    <a:pt x="11053230" y="10566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2" y="53"/>
                  </a:lnTo>
                  <a:lnTo>
                    <a:pt x="11046757" y="438"/>
                  </a:lnTo>
                  <a:lnTo>
                    <a:pt x="11028826" y="1500"/>
                  </a:lnTo>
                  <a:lnTo>
                    <a:pt x="10996459" y="3593"/>
                  </a:lnTo>
                  <a:lnTo>
                    <a:pt x="10947595" y="7055"/>
                  </a:lnTo>
                  <a:lnTo>
                    <a:pt x="10881822" y="12177"/>
                  </a:lnTo>
                  <a:lnTo>
                    <a:pt x="10800354" y="19181"/>
                  </a:lnTo>
                  <a:lnTo>
                    <a:pt x="10705757" y="28205"/>
                  </a:lnTo>
                  <a:lnTo>
                    <a:pt x="10601499" y="39307"/>
                  </a:lnTo>
                  <a:lnTo>
                    <a:pt x="10491404" y="52483"/>
                  </a:lnTo>
                  <a:lnTo>
                    <a:pt x="10379159" y="67696"/>
                  </a:lnTo>
                  <a:lnTo>
                    <a:pt x="10267947" y="84907"/>
                  </a:lnTo>
                  <a:lnTo>
                    <a:pt x="10160250" y="104096"/>
                  </a:lnTo>
                  <a:lnTo>
                    <a:pt x="10057797" y="125289"/>
                  </a:lnTo>
                  <a:lnTo>
                    <a:pt x="9961623" y="148565"/>
                  </a:lnTo>
                  <a:lnTo>
                    <a:pt x="9872185" y="174064"/>
                  </a:lnTo>
                  <a:lnTo>
                    <a:pt x="9789492" y="201992"/>
                  </a:lnTo>
                  <a:lnTo>
                    <a:pt x="9713234" y="232610"/>
                  </a:lnTo>
                  <a:lnTo>
                    <a:pt x="9642889" y="266237"/>
                  </a:lnTo>
                  <a:lnTo>
                    <a:pt x="9577805" y="303234"/>
                  </a:lnTo>
                  <a:lnTo>
                    <a:pt x="9517266" y="343987"/>
                  </a:lnTo>
                  <a:lnTo>
                    <a:pt x="9460538" y="388873"/>
                  </a:lnTo>
                  <a:lnTo>
                    <a:pt x="9406907" y="438216"/>
                  </a:lnTo>
                  <a:lnTo>
                    <a:pt x="9355718" y="492205"/>
                  </a:lnTo>
                  <a:lnTo>
                    <a:pt x="9347647" y="501353"/>
                  </a:lnTo>
                  <a:lnTo>
                    <a:pt x="9304383" y="553385"/>
                  </a:lnTo>
                  <a:lnTo>
                    <a:pt x="9262177" y="609085"/>
                  </a:lnTo>
                  <a:lnTo>
                    <a:pt x="9220752" y="668530"/>
                  </a:lnTo>
                  <a:lnTo>
                    <a:pt x="9179883" y="731739"/>
                  </a:lnTo>
                  <a:lnTo>
                    <a:pt x="9139389" y="798672"/>
                  </a:lnTo>
                  <a:lnTo>
                    <a:pt x="9099126" y="869222"/>
                  </a:lnTo>
                  <a:lnTo>
                    <a:pt x="9058984" y="943213"/>
                  </a:lnTo>
                  <a:lnTo>
                    <a:pt x="9018882" y="1020397"/>
                  </a:lnTo>
                  <a:lnTo>
                    <a:pt x="8978767" y="1100454"/>
                  </a:lnTo>
                  <a:lnTo>
                    <a:pt x="8938606" y="1182997"/>
                  </a:lnTo>
                  <a:lnTo>
                    <a:pt x="8898387" y="1267575"/>
                  </a:lnTo>
                  <a:lnTo>
                    <a:pt x="8858113" y="1353687"/>
                  </a:lnTo>
                  <a:lnTo>
                    <a:pt x="8817799" y="1440790"/>
                  </a:lnTo>
                  <a:lnTo>
                    <a:pt x="8777466" y="1528313"/>
                  </a:lnTo>
                  <a:lnTo>
                    <a:pt x="8737141" y="1615675"/>
                  </a:lnTo>
                  <a:lnTo>
                    <a:pt x="8696846" y="1702298"/>
                  </a:lnTo>
                  <a:lnTo>
                    <a:pt x="8656602" y="1787626"/>
                  </a:lnTo>
                  <a:lnTo>
                    <a:pt x="8616415" y="1871135"/>
                  </a:lnTo>
                  <a:lnTo>
                    <a:pt x="8576282" y="1952353"/>
                  </a:lnTo>
                  <a:lnTo>
                    <a:pt x="8536180" y="2030862"/>
                  </a:lnTo>
                  <a:lnTo>
                    <a:pt x="8496064" y="2106312"/>
                  </a:lnTo>
                  <a:lnTo>
                    <a:pt x="8455867" y="2178423"/>
                  </a:lnTo>
                  <a:lnTo>
                    <a:pt x="8415491" y="2246986"/>
                  </a:lnTo>
                  <a:lnTo>
                    <a:pt x="8374809" y="2311865"/>
                  </a:lnTo>
                  <a:lnTo>
                    <a:pt x="8333658" y="2372990"/>
                  </a:lnTo>
                  <a:lnTo>
                    <a:pt x="8291831" y="2430354"/>
                  </a:lnTo>
                  <a:lnTo>
                    <a:pt x="8249077" y="2484009"/>
                  </a:lnTo>
                  <a:lnTo>
                    <a:pt x="8229629" y="2506769"/>
                  </a:lnTo>
                  <a:lnTo>
                    <a:pt x="8178779" y="2561511"/>
                  </a:lnTo>
                  <a:lnTo>
                    <a:pt x="8125584" y="2611596"/>
                  </a:lnTo>
                  <a:lnTo>
                    <a:pt x="8069403" y="2657182"/>
                  </a:lnTo>
                  <a:lnTo>
                    <a:pt x="8009529" y="2698577"/>
                  </a:lnTo>
                  <a:lnTo>
                    <a:pt x="7945228" y="2736154"/>
                  </a:lnTo>
                  <a:lnTo>
                    <a:pt x="7875778" y="2770299"/>
                  </a:lnTo>
                  <a:lnTo>
                    <a:pt x="7800514" y="2801380"/>
                  </a:lnTo>
                  <a:lnTo>
                    <a:pt x="7718887" y="2829723"/>
                  </a:lnTo>
                  <a:lnTo>
                    <a:pt x="7630546" y="2855599"/>
                  </a:lnTo>
                  <a:lnTo>
                    <a:pt x="7535442" y="2879222"/>
                  </a:lnTo>
                  <a:lnTo>
                    <a:pt x="7433949" y="2900744"/>
                  </a:lnTo>
                  <a:lnTo>
                    <a:pt x="7327000" y="2920254"/>
                  </a:lnTo>
                  <a:lnTo>
                    <a:pt x="7216208" y="2937784"/>
                  </a:lnTo>
                  <a:lnTo>
                    <a:pt x="7103931" y="2953322"/>
                  </a:lnTo>
                  <a:lnTo>
                    <a:pt x="6993249" y="2966830"/>
                  </a:lnTo>
                  <a:lnTo>
                    <a:pt x="6887788" y="2978268"/>
                  </a:lnTo>
                  <a:lnTo>
                    <a:pt x="6791382" y="2987625"/>
                  </a:lnTo>
                  <a:lnTo>
                    <a:pt x="6707592" y="2994948"/>
                  </a:lnTo>
                  <a:lnTo>
                    <a:pt x="6639164" y="3000361"/>
                  </a:lnTo>
                  <a:lnTo>
                    <a:pt x="6587555" y="3004072"/>
                  </a:lnTo>
                  <a:lnTo>
                    <a:pt x="6552624" y="3006364"/>
                  </a:lnTo>
                  <a:lnTo>
                    <a:pt x="6532567" y="3007569"/>
                  </a:lnTo>
                  <a:lnTo>
                    <a:pt x="6524047" y="3008039"/>
                  </a:lnTo>
                  <a:lnTo>
                    <a:pt x="6522385" y="3008123"/>
                  </a:lnTo>
                  <a:lnTo>
                    <a:pt x="5527445" y="3008123"/>
                  </a:lnTo>
                  <a:lnTo>
                    <a:pt x="5526355" y="3008078"/>
                  </a:lnTo>
                  <a:lnTo>
                    <a:pt x="5519152" y="3007758"/>
                  </a:lnTo>
                  <a:lnTo>
                    <a:pt x="5500880" y="3006873"/>
                  </a:lnTo>
                  <a:lnTo>
                    <a:pt x="5467923" y="3005127"/>
                  </a:lnTo>
                  <a:lnTo>
                    <a:pt x="5418215" y="3002242"/>
                  </a:lnTo>
                  <a:lnTo>
                    <a:pt x="5351387" y="2997974"/>
                  </a:lnTo>
                  <a:lnTo>
                    <a:pt x="5268735" y="2992142"/>
                  </a:lnTo>
                  <a:lnTo>
                    <a:pt x="5172928" y="2984634"/>
                  </a:lnTo>
                  <a:lnTo>
                    <a:pt x="5067533" y="2975405"/>
                  </a:lnTo>
                  <a:lnTo>
                    <a:pt x="4956457" y="2964459"/>
                  </a:lnTo>
                  <a:lnTo>
                    <a:pt x="4843436" y="2951828"/>
                  </a:lnTo>
                  <a:lnTo>
                    <a:pt x="4731674" y="2937546"/>
                  </a:lnTo>
                  <a:lnTo>
                    <a:pt x="4623641" y="2921625"/>
                  </a:lnTo>
                  <a:lnTo>
                    <a:pt x="4521041" y="2904041"/>
                  </a:lnTo>
                  <a:lnTo>
                    <a:pt x="4424870" y="2884723"/>
                  </a:lnTo>
                  <a:lnTo>
                    <a:pt x="4335544" y="2863549"/>
                  </a:lnTo>
                  <a:lnTo>
                    <a:pt x="4253033" y="2840344"/>
                  </a:lnTo>
                  <a:lnTo>
                    <a:pt x="4176992" y="2814882"/>
                  </a:lnTo>
                  <a:lnTo>
                    <a:pt x="4106870" y="2786894"/>
                  </a:lnTo>
                  <a:lnTo>
                    <a:pt x="4041989" y="2756076"/>
                  </a:lnTo>
                  <a:lnTo>
                    <a:pt x="3981615" y="2722105"/>
                  </a:lnTo>
                  <a:lnTo>
                    <a:pt x="3924999" y="2684670"/>
                  </a:lnTo>
                  <a:lnTo>
                    <a:pt x="3871419" y="2643512"/>
                  </a:lnTo>
                  <a:lnTo>
                    <a:pt x="3820202" y="2598481"/>
                  </a:lnTo>
                  <a:lnTo>
                    <a:pt x="3773702" y="2552621"/>
                  </a:lnTo>
                  <a:lnTo>
                    <a:pt x="3728402" y="2503285"/>
                  </a:lnTo>
                  <a:lnTo>
                    <a:pt x="3683964" y="2450402"/>
                  </a:lnTo>
                  <a:lnTo>
                    <a:pt x="3640119" y="2393964"/>
                  </a:lnTo>
                  <a:lnTo>
                    <a:pt x="3596652" y="2334028"/>
                  </a:lnTo>
                  <a:lnTo>
                    <a:pt x="3553401" y="2270728"/>
                  </a:lnTo>
                  <a:lnTo>
                    <a:pt x="3510244" y="2204272"/>
                  </a:lnTo>
                  <a:lnTo>
                    <a:pt x="3467097" y="2134950"/>
                  </a:lnTo>
                  <a:lnTo>
                    <a:pt x="3423909" y="2063127"/>
                  </a:lnTo>
                  <a:lnTo>
                    <a:pt x="3380657" y="1989238"/>
                  </a:lnTo>
                  <a:lnTo>
                    <a:pt x="3337340" y="1913781"/>
                  </a:lnTo>
                  <a:lnTo>
                    <a:pt x="3293972" y="1837300"/>
                  </a:lnTo>
                  <a:lnTo>
                    <a:pt x="3250580" y="1760372"/>
                  </a:lnTo>
                  <a:lnTo>
                    <a:pt x="3207196" y="1683589"/>
                  </a:lnTo>
                  <a:lnTo>
                    <a:pt x="3163850" y="1607539"/>
                  </a:lnTo>
                  <a:lnTo>
                    <a:pt x="3120564" y="1532783"/>
                  </a:lnTo>
                  <a:lnTo>
                    <a:pt x="3077345" y="1459846"/>
                  </a:lnTo>
                  <a:lnTo>
                    <a:pt x="3034182" y="1389196"/>
                  </a:lnTo>
                  <a:lnTo>
                    <a:pt x="2991038" y="1321235"/>
                  </a:lnTo>
                  <a:lnTo>
                    <a:pt x="2947848" y="1256291"/>
                  </a:lnTo>
                  <a:lnTo>
                    <a:pt x="2904509" y="1194615"/>
                  </a:lnTo>
                  <a:lnTo>
                    <a:pt x="2860880" y="1136378"/>
                  </a:lnTo>
                  <a:lnTo>
                    <a:pt x="2816774" y="1081676"/>
                  </a:lnTo>
                  <a:lnTo>
                    <a:pt x="2771952" y="1030533"/>
                  </a:lnTo>
                  <a:lnTo>
                    <a:pt x="2726113" y="982910"/>
                  </a:lnTo>
                  <a:lnTo>
                    <a:pt x="2702183" y="959909"/>
                  </a:lnTo>
                  <a:lnTo>
                    <a:pt x="2650985" y="914894"/>
                  </a:lnTo>
                  <a:lnTo>
                    <a:pt x="2597406" y="873734"/>
                  </a:lnTo>
                  <a:lnTo>
                    <a:pt x="2540791" y="836297"/>
                  </a:lnTo>
                  <a:lnTo>
                    <a:pt x="2480419" y="802325"/>
                  </a:lnTo>
                  <a:lnTo>
                    <a:pt x="2415540" y="771506"/>
                  </a:lnTo>
                  <a:lnTo>
                    <a:pt x="2345420" y="743517"/>
                  </a:lnTo>
                  <a:lnTo>
                    <a:pt x="2269381" y="718055"/>
                  </a:lnTo>
                  <a:lnTo>
                    <a:pt x="2186873" y="694849"/>
                  </a:lnTo>
                  <a:lnTo>
                    <a:pt x="2097549" y="673674"/>
                  </a:lnTo>
                  <a:lnTo>
                    <a:pt x="2001381" y="654356"/>
                  </a:lnTo>
                  <a:lnTo>
                    <a:pt x="1898782" y="636771"/>
                  </a:lnTo>
                  <a:lnTo>
                    <a:pt x="1790752" y="620849"/>
                  </a:lnTo>
                  <a:lnTo>
                    <a:pt x="1678990" y="606566"/>
                  </a:lnTo>
                  <a:lnTo>
                    <a:pt x="1565970" y="593935"/>
                  </a:lnTo>
                  <a:lnTo>
                    <a:pt x="1454892" y="582989"/>
                  </a:lnTo>
                  <a:lnTo>
                    <a:pt x="1349494" y="573759"/>
                  </a:lnTo>
                  <a:lnTo>
                    <a:pt x="1253683" y="566250"/>
                  </a:lnTo>
                  <a:lnTo>
                    <a:pt x="1171025" y="560418"/>
                  </a:lnTo>
                  <a:lnTo>
                    <a:pt x="1104192" y="556149"/>
                  </a:lnTo>
                  <a:lnTo>
                    <a:pt x="1054477" y="553263"/>
                  </a:lnTo>
                  <a:lnTo>
                    <a:pt x="1021514" y="551517"/>
                  </a:lnTo>
                  <a:lnTo>
                    <a:pt x="1003237" y="550632"/>
                  </a:lnTo>
                  <a:lnTo>
                    <a:pt x="996031" y="550311"/>
                  </a:lnTo>
                  <a:lnTo>
                    <a:pt x="994940" y="550266"/>
                  </a:lnTo>
                  <a:lnTo>
                    <a:pt x="0" y="550266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8" name="pl57"/>
            <p:cNvSpPr/>
            <p:nvPr/>
          </p:nvSpPr>
          <p:spPr>
            <a:xfrm>
              <a:off x="1199187" y="3217584"/>
              <a:ext cx="12049831" cy="3008123"/>
            </a:xfrm>
            <a:custGeom>
              <a:avLst/>
              <a:pathLst>
                <a:path w="12049831" h="3008123">
                  <a:moveTo>
                    <a:pt x="0" y="550266"/>
                  </a:moveTo>
                  <a:lnTo>
                    <a:pt x="994940" y="550266"/>
                  </a:lnTo>
                  <a:lnTo>
                    <a:pt x="996030" y="550311"/>
                  </a:lnTo>
                  <a:lnTo>
                    <a:pt x="1003233" y="550632"/>
                  </a:lnTo>
                  <a:lnTo>
                    <a:pt x="1021505" y="551517"/>
                  </a:lnTo>
                  <a:lnTo>
                    <a:pt x="1054462" y="553262"/>
                  </a:lnTo>
                  <a:lnTo>
                    <a:pt x="1104170" y="556148"/>
                  </a:lnTo>
                  <a:lnTo>
                    <a:pt x="1170998" y="560416"/>
                  </a:lnTo>
                  <a:lnTo>
                    <a:pt x="1253650" y="566248"/>
                  </a:lnTo>
                  <a:lnTo>
                    <a:pt x="1349457" y="573756"/>
                  </a:lnTo>
                  <a:lnTo>
                    <a:pt x="1454852" y="582985"/>
                  </a:lnTo>
                  <a:lnTo>
                    <a:pt x="1565928" y="593931"/>
                  </a:lnTo>
                  <a:lnTo>
                    <a:pt x="1678949" y="606561"/>
                  </a:lnTo>
                  <a:lnTo>
                    <a:pt x="1790711" y="620844"/>
                  </a:lnTo>
                  <a:lnTo>
                    <a:pt x="1898744" y="636765"/>
                  </a:lnTo>
                  <a:lnTo>
                    <a:pt x="2001344" y="654349"/>
                  </a:lnTo>
                  <a:lnTo>
                    <a:pt x="2097515" y="673667"/>
                  </a:lnTo>
                  <a:lnTo>
                    <a:pt x="2186841" y="694841"/>
                  </a:lnTo>
                  <a:lnTo>
                    <a:pt x="2269352" y="718046"/>
                  </a:lnTo>
                  <a:lnTo>
                    <a:pt x="2345393" y="743507"/>
                  </a:lnTo>
                  <a:lnTo>
                    <a:pt x="2415515" y="771495"/>
                  </a:lnTo>
                  <a:lnTo>
                    <a:pt x="2480396" y="802313"/>
                  </a:lnTo>
                  <a:lnTo>
                    <a:pt x="2540770" y="836284"/>
                  </a:lnTo>
                  <a:lnTo>
                    <a:pt x="2597386" y="873720"/>
                  </a:lnTo>
                  <a:lnTo>
                    <a:pt x="2650966" y="914878"/>
                  </a:lnTo>
                  <a:lnTo>
                    <a:pt x="2702165" y="959892"/>
                  </a:lnTo>
                  <a:lnTo>
                    <a:pt x="2702183" y="959909"/>
                  </a:lnTo>
                  <a:lnTo>
                    <a:pt x="2748683" y="1005769"/>
                  </a:lnTo>
                  <a:lnTo>
                    <a:pt x="2793983" y="1055105"/>
                  </a:lnTo>
                  <a:lnTo>
                    <a:pt x="2838421" y="1107987"/>
                  </a:lnTo>
                  <a:lnTo>
                    <a:pt x="2882266" y="1164426"/>
                  </a:lnTo>
                  <a:lnTo>
                    <a:pt x="2925733" y="1224361"/>
                  </a:lnTo>
                  <a:lnTo>
                    <a:pt x="2968984" y="1287662"/>
                  </a:lnTo>
                  <a:lnTo>
                    <a:pt x="3012141" y="1354118"/>
                  </a:lnTo>
                  <a:lnTo>
                    <a:pt x="3055288" y="1423440"/>
                  </a:lnTo>
                  <a:lnTo>
                    <a:pt x="3098476" y="1495263"/>
                  </a:lnTo>
                  <a:lnTo>
                    <a:pt x="3141728" y="1569152"/>
                  </a:lnTo>
                  <a:lnTo>
                    <a:pt x="3185045" y="1644609"/>
                  </a:lnTo>
                  <a:lnTo>
                    <a:pt x="3228413" y="1721090"/>
                  </a:lnTo>
                  <a:lnTo>
                    <a:pt x="3271805" y="1798018"/>
                  </a:lnTo>
                  <a:lnTo>
                    <a:pt x="3315189" y="1874800"/>
                  </a:lnTo>
                  <a:lnTo>
                    <a:pt x="3358535" y="1950851"/>
                  </a:lnTo>
                  <a:lnTo>
                    <a:pt x="3401821" y="2025607"/>
                  </a:lnTo>
                  <a:lnTo>
                    <a:pt x="3445040" y="2098544"/>
                  </a:lnTo>
                  <a:lnTo>
                    <a:pt x="3488203" y="2169194"/>
                  </a:lnTo>
                  <a:lnTo>
                    <a:pt x="3531347" y="2237155"/>
                  </a:lnTo>
                  <a:lnTo>
                    <a:pt x="3574537" y="2302098"/>
                  </a:lnTo>
                  <a:lnTo>
                    <a:pt x="3617876" y="2363774"/>
                  </a:lnTo>
                  <a:lnTo>
                    <a:pt x="3661505" y="2422011"/>
                  </a:lnTo>
                  <a:lnTo>
                    <a:pt x="3705611" y="2476714"/>
                  </a:lnTo>
                  <a:lnTo>
                    <a:pt x="3750433" y="2527856"/>
                  </a:lnTo>
                  <a:lnTo>
                    <a:pt x="3796272" y="2575480"/>
                  </a:lnTo>
                  <a:lnTo>
                    <a:pt x="3820202" y="2598481"/>
                  </a:lnTo>
                  <a:lnTo>
                    <a:pt x="3871400" y="2643496"/>
                  </a:lnTo>
                  <a:lnTo>
                    <a:pt x="3924979" y="2684655"/>
                  </a:lnTo>
                  <a:lnTo>
                    <a:pt x="3981594" y="2722092"/>
                  </a:lnTo>
                  <a:lnTo>
                    <a:pt x="4041966" y="2756064"/>
                  </a:lnTo>
                  <a:lnTo>
                    <a:pt x="4106845" y="2786884"/>
                  </a:lnTo>
                  <a:lnTo>
                    <a:pt x="4176965" y="2814872"/>
                  </a:lnTo>
                  <a:lnTo>
                    <a:pt x="4253004" y="2840335"/>
                  </a:lnTo>
                  <a:lnTo>
                    <a:pt x="4335512" y="2863541"/>
                  </a:lnTo>
                  <a:lnTo>
                    <a:pt x="4424836" y="2884716"/>
                  </a:lnTo>
                  <a:lnTo>
                    <a:pt x="4521004" y="2904034"/>
                  </a:lnTo>
                  <a:lnTo>
                    <a:pt x="4623603" y="2921619"/>
                  </a:lnTo>
                  <a:lnTo>
                    <a:pt x="4731633" y="2937540"/>
                  </a:lnTo>
                  <a:lnTo>
                    <a:pt x="4843395" y="2951823"/>
                  </a:lnTo>
                  <a:lnTo>
                    <a:pt x="4956415" y="2964454"/>
                  </a:lnTo>
                  <a:lnTo>
                    <a:pt x="5067493" y="2975401"/>
                  </a:lnTo>
                  <a:lnTo>
                    <a:pt x="5172891" y="2984631"/>
                  </a:lnTo>
                  <a:lnTo>
                    <a:pt x="5268702" y="2992139"/>
                  </a:lnTo>
                  <a:lnTo>
                    <a:pt x="5351360" y="2997972"/>
                  </a:lnTo>
                  <a:lnTo>
                    <a:pt x="5418193" y="3002240"/>
                  </a:lnTo>
                  <a:lnTo>
                    <a:pt x="5467908" y="3005126"/>
                  </a:lnTo>
                  <a:lnTo>
                    <a:pt x="5500871" y="3006872"/>
                  </a:lnTo>
                  <a:lnTo>
                    <a:pt x="5519148" y="3007758"/>
                  </a:lnTo>
                  <a:lnTo>
                    <a:pt x="5526354" y="3008078"/>
                  </a:lnTo>
                  <a:lnTo>
                    <a:pt x="5527445" y="3008123"/>
                  </a:lnTo>
                  <a:lnTo>
                    <a:pt x="5527445" y="3008123"/>
                  </a:lnTo>
                  <a:lnTo>
                    <a:pt x="6522385" y="3008123"/>
                  </a:lnTo>
                  <a:lnTo>
                    <a:pt x="6523455" y="3008069"/>
                  </a:lnTo>
                  <a:lnTo>
                    <a:pt x="6530519" y="3007685"/>
                  </a:lnTo>
                  <a:lnTo>
                    <a:pt x="6548451" y="3006623"/>
                  </a:lnTo>
                  <a:lnTo>
                    <a:pt x="6580817" y="3004530"/>
                  </a:lnTo>
                  <a:lnTo>
                    <a:pt x="6629682" y="3001068"/>
                  </a:lnTo>
                  <a:lnTo>
                    <a:pt x="6695454" y="2995946"/>
                  </a:lnTo>
                  <a:lnTo>
                    <a:pt x="6776923" y="2988942"/>
                  </a:lnTo>
                  <a:lnTo>
                    <a:pt x="6871519" y="2979918"/>
                  </a:lnTo>
                  <a:lnTo>
                    <a:pt x="6975778" y="2968816"/>
                  </a:lnTo>
                  <a:lnTo>
                    <a:pt x="7085873" y="2955640"/>
                  </a:lnTo>
                  <a:lnTo>
                    <a:pt x="7198118" y="2940427"/>
                  </a:lnTo>
                  <a:lnTo>
                    <a:pt x="7309329" y="2923216"/>
                  </a:lnTo>
                  <a:lnTo>
                    <a:pt x="7417027" y="2904027"/>
                  </a:lnTo>
                  <a:lnTo>
                    <a:pt x="7519480" y="2882834"/>
                  </a:lnTo>
                  <a:lnTo>
                    <a:pt x="7615653" y="2859558"/>
                  </a:lnTo>
                  <a:lnTo>
                    <a:pt x="7705092" y="2834059"/>
                  </a:lnTo>
                  <a:lnTo>
                    <a:pt x="7787785" y="2806131"/>
                  </a:lnTo>
                  <a:lnTo>
                    <a:pt x="7864043" y="2775513"/>
                  </a:lnTo>
                  <a:lnTo>
                    <a:pt x="7934388" y="2741886"/>
                  </a:lnTo>
                  <a:lnTo>
                    <a:pt x="7999471" y="2704889"/>
                  </a:lnTo>
                  <a:lnTo>
                    <a:pt x="8060010" y="2664136"/>
                  </a:lnTo>
                  <a:lnTo>
                    <a:pt x="8116739" y="2619250"/>
                  </a:lnTo>
                  <a:lnTo>
                    <a:pt x="8170369" y="2569907"/>
                  </a:lnTo>
                  <a:lnTo>
                    <a:pt x="8221558" y="2515918"/>
                  </a:lnTo>
                  <a:lnTo>
                    <a:pt x="8229629" y="2506769"/>
                  </a:lnTo>
                  <a:lnTo>
                    <a:pt x="8272893" y="2454738"/>
                  </a:lnTo>
                  <a:lnTo>
                    <a:pt x="8315100" y="2399038"/>
                  </a:lnTo>
                  <a:lnTo>
                    <a:pt x="8356524" y="2339593"/>
                  </a:lnTo>
                  <a:lnTo>
                    <a:pt x="8397393" y="2276384"/>
                  </a:lnTo>
                  <a:lnTo>
                    <a:pt x="8437887" y="2209451"/>
                  </a:lnTo>
                  <a:lnTo>
                    <a:pt x="8478150" y="2138901"/>
                  </a:lnTo>
                  <a:lnTo>
                    <a:pt x="8518293" y="2064910"/>
                  </a:lnTo>
                  <a:lnTo>
                    <a:pt x="8558394" y="1987726"/>
                  </a:lnTo>
                  <a:lnTo>
                    <a:pt x="8598510" y="1907669"/>
                  </a:lnTo>
                  <a:lnTo>
                    <a:pt x="8638671" y="1825126"/>
                  </a:lnTo>
                  <a:lnTo>
                    <a:pt x="8678890" y="1740548"/>
                  </a:lnTo>
                  <a:lnTo>
                    <a:pt x="8719164" y="1654436"/>
                  </a:lnTo>
                  <a:lnTo>
                    <a:pt x="8759478" y="1567333"/>
                  </a:lnTo>
                  <a:lnTo>
                    <a:pt x="8799810" y="1479810"/>
                  </a:lnTo>
                  <a:lnTo>
                    <a:pt x="8840136" y="1392448"/>
                  </a:lnTo>
                  <a:lnTo>
                    <a:pt x="8880430" y="1305825"/>
                  </a:lnTo>
                  <a:lnTo>
                    <a:pt x="8920675" y="1220497"/>
                  </a:lnTo>
                  <a:lnTo>
                    <a:pt x="8960861" y="1136988"/>
                  </a:lnTo>
                  <a:lnTo>
                    <a:pt x="9000994" y="1055770"/>
                  </a:lnTo>
                  <a:lnTo>
                    <a:pt x="9041097" y="977261"/>
                  </a:lnTo>
                  <a:lnTo>
                    <a:pt x="9081212" y="901811"/>
                  </a:lnTo>
                  <a:lnTo>
                    <a:pt x="9121410" y="829700"/>
                  </a:lnTo>
                  <a:lnTo>
                    <a:pt x="9161785" y="761137"/>
                  </a:lnTo>
                  <a:lnTo>
                    <a:pt x="9202467" y="696258"/>
                  </a:lnTo>
                  <a:lnTo>
                    <a:pt x="9243619" y="635133"/>
                  </a:lnTo>
                  <a:lnTo>
                    <a:pt x="9285446" y="577769"/>
                  </a:lnTo>
                  <a:lnTo>
                    <a:pt x="9328200" y="524114"/>
                  </a:lnTo>
                  <a:lnTo>
                    <a:pt x="9347647" y="501353"/>
                  </a:lnTo>
                  <a:lnTo>
                    <a:pt x="9398498" y="446611"/>
                  </a:lnTo>
                  <a:lnTo>
                    <a:pt x="9451692" y="396527"/>
                  </a:lnTo>
                  <a:lnTo>
                    <a:pt x="9507873" y="350941"/>
                  </a:lnTo>
                  <a:lnTo>
                    <a:pt x="9567748" y="309546"/>
                  </a:lnTo>
                  <a:lnTo>
                    <a:pt x="9632049" y="271969"/>
                  </a:lnTo>
                  <a:lnTo>
                    <a:pt x="9701498" y="237824"/>
                  </a:lnTo>
                  <a:lnTo>
                    <a:pt x="9776762" y="206743"/>
                  </a:lnTo>
                  <a:lnTo>
                    <a:pt x="9858389" y="178400"/>
                  </a:lnTo>
                  <a:lnTo>
                    <a:pt x="9946730" y="152524"/>
                  </a:lnTo>
                  <a:lnTo>
                    <a:pt x="10041834" y="128901"/>
                  </a:lnTo>
                  <a:lnTo>
                    <a:pt x="10143327" y="107379"/>
                  </a:lnTo>
                  <a:lnTo>
                    <a:pt x="10250276" y="87869"/>
                  </a:lnTo>
                  <a:lnTo>
                    <a:pt x="10361069" y="70339"/>
                  </a:lnTo>
                  <a:lnTo>
                    <a:pt x="10473346" y="54801"/>
                  </a:lnTo>
                  <a:lnTo>
                    <a:pt x="10584027" y="41293"/>
                  </a:lnTo>
                  <a:lnTo>
                    <a:pt x="10689488" y="29855"/>
                  </a:lnTo>
                  <a:lnTo>
                    <a:pt x="10785895" y="20498"/>
                  </a:lnTo>
                  <a:lnTo>
                    <a:pt x="10869685" y="13175"/>
                  </a:lnTo>
                  <a:lnTo>
                    <a:pt x="10938112" y="7762"/>
                  </a:lnTo>
                  <a:lnTo>
                    <a:pt x="10989722" y="4051"/>
                  </a:lnTo>
                  <a:lnTo>
                    <a:pt x="11024653" y="1758"/>
                  </a:lnTo>
                  <a:lnTo>
                    <a:pt x="11044709" y="554"/>
                  </a:lnTo>
                  <a:lnTo>
                    <a:pt x="11053230" y="84"/>
                  </a:lnTo>
                  <a:lnTo>
                    <a:pt x="11054886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" name="pl58"/>
            <p:cNvSpPr/>
            <p:nvPr/>
          </p:nvSpPr>
          <p:spPr>
            <a:xfrm>
              <a:off x="1199187" y="3207103"/>
              <a:ext cx="12049831" cy="3008123"/>
            </a:xfrm>
            <a:custGeom>
              <a:avLst/>
              <a:pathLst>
                <a:path w="12049831" h="3008123">
                  <a:moveTo>
                    <a:pt x="12049831" y="0"/>
                  </a:moveTo>
                  <a:lnTo>
                    <a:pt x="11054891" y="0"/>
                  </a:lnTo>
                  <a:lnTo>
                    <a:pt x="11053822" y="53"/>
                  </a:lnTo>
                  <a:lnTo>
                    <a:pt x="11046757" y="438"/>
                  </a:lnTo>
                  <a:lnTo>
                    <a:pt x="11028826" y="1500"/>
                  </a:lnTo>
                  <a:lnTo>
                    <a:pt x="10996459" y="3593"/>
                  </a:lnTo>
                  <a:lnTo>
                    <a:pt x="10947595" y="7055"/>
                  </a:lnTo>
                  <a:lnTo>
                    <a:pt x="10881822" y="12177"/>
                  </a:lnTo>
                  <a:lnTo>
                    <a:pt x="10800354" y="19181"/>
                  </a:lnTo>
                  <a:lnTo>
                    <a:pt x="10705757" y="28205"/>
                  </a:lnTo>
                  <a:lnTo>
                    <a:pt x="10601499" y="39307"/>
                  </a:lnTo>
                  <a:lnTo>
                    <a:pt x="10491404" y="52483"/>
                  </a:lnTo>
                  <a:lnTo>
                    <a:pt x="10379159" y="67696"/>
                  </a:lnTo>
                  <a:lnTo>
                    <a:pt x="10267947" y="84907"/>
                  </a:lnTo>
                  <a:lnTo>
                    <a:pt x="10160250" y="104096"/>
                  </a:lnTo>
                  <a:lnTo>
                    <a:pt x="10057797" y="125289"/>
                  </a:lnTo>
                  <a:lnTo>
                    <a:pt x="9961623" y="148565"/>
                  </a:lnTo>
                  <a:lnTo>
                    <a:pt x="9872185" y="174064"/>
                  </a:lnTo>
                  <a:lnTo>
                    <a:pt x="9789492" y="201992"/>
                  </a:lnTo>
                  <a:lnTo>
                    <a:pt x="9713234" y="232610"/>
                  </a:lnTo>
                  <a:lnTo>
                    <a:pt x="9642889" y="266237"/>
                  </a:lnTo>
                  <a:lnTo>
                    <a:pt x="9577805" y="303234"/>
                  </a:lnTo>
                  <a:lnTo>
                    <a:pt x="9517266" y="343987"/>
                  </a:lnTo>
                  <a:lnTo>
                    <a:pt x="9460538" y="388873"/>
                  </a:lnTo>
                  <a:lnTo>
                    <a:pt x="9406907" y="438216"/>
                  </a:lnTo>
                  <a:lnTo>
                    <a:pt x="9355718" y="492205"/>
                  </a:lnTo>
                  <a:lnTo>
                    <a:pt x="9347647" y="501353"/>
                  </a:lnTo>
                  <a:lnTo>
                    <a:pt x="9304383" y="553385"/>
                  </a:lnTo>
                  <a:lnTo>
                    <a:pt x="9262177" y="609085"/>
                  </a:lnTo>
                  <a:lnTo>
                    <a:pt x="9220752" y="668530"/>
                  </a:lnTo>
                  <a:lnTo>
                    <a:pt x="9179883" y="731739"/>
                  </a:lnTo>
                  <a:lnTo>
                    <a:pt x="9139389" y="798672"/>
                  </a:lnTo>
                  <a:lnTo>
                    <a:pt x="9099126" y="869222"/>
                  </a:lnTo>
                  <a:lnTo>
                    <a:pt x="9058984" y="943213"/>
                  </a:lnTo>
                  <a:lnTo>
                    <a:pt x="9018882" y="1020397"/>
                  </a:lnTo>
                  <a:lnTo>
                    <a:pt x="8978767" y="1100454"/>
                  </a:lnTo>
                  <a:lnTo>
                    <a:pt x="8938606" y="1182997"/>
                  </a:lnTo>
                  <a:lnTo>
                    <a:pt x="8898387" y="1267575"/>
                  </a:lnTo>
                  <a:lnTo>
                    <a:pt x="8858113" y="1353687"/>
                  </a:lnTo>
                  <a:lnTo>
                    <a:pt x="8817799" y="1440790"/>
                  </a:lnTo>
                  <a:lnTo>
                    <a:pt x="8777466" y="1528313"/>
                  </a:lnTo>
                  <a:lnTo>
                    <a:pt x="8737141" y="1615675"/>
                  </a:lnTo>
                  <a:lnTo>
                    <a:pt x="8696846" y="1702298"/>
                  </a:lnTo>
                  <a:lnTo>
                    <a:pt x="8656602" y="1787626"/>
                  </a:lnTo>
                  <a:lnTo>
                    <a:pt x="8616415" y="1871135"/>
                  </a:lnTo>
                  <a:lnTo>
                    <a:pt x="8576282" y="1952353"/>
                  </a:lnTo>
                  <a:lnTo>
                    <a:pt x="8536180" y="2030862"/>
                  </a:lnTo>
                  <a:lnTo>
                    <a:pt x="8496064" y="2106312"/>
                  </a:lnTo>
                  <a:lnTo>
                    <a:pt x="8455867" y="2178423"/>
                  </a:lnTo>
                  <a:lnTo>
                    <a:pt x="8415491" y="2246986"/>
                  </a:lnTo>
                  <a:lnTo>
                    <a:pt x="8374809" y="2311865"/>
                  </a:lnTo>
                  <a:lnTo>
                    <a:pt x="8333658" y="2372990"/>
                  </a:lnTo>
                  <a:lnTo>
                    <a:pt x="8291831" y="2430354"/>
                  </a:lnTo>
                  <a:lnTo>
                    <a:pt x="8249077" y="2484009"/>
                  </a:lnTo>
                  <a:lnTo>
                    <a:pt x="8229629" y="2506769"/>
                  </a:lnTo>
                  <a:lnTo>
                    <a:pt x="8178779" y="2561511"/>
                  </a:lnTo>
                  <a:lnTo>
                    <a:pt x="8125584" y="2611596"/>
                  </a:lnTo>
                  <a:lnTo>
                    <a:pt x="8069403" y="2657182"/>
                  </a:lnTo>
                  <a:lnTo>
                    <a:pt x="8009529" y="2698577"/>
                  </a:lnTo>
                  <a:lnTo>
                    <a:pt x="7945228" y="2736154"/>
                  </a:lnTo>
                  <a:lnTo>
                    <a:pt x="7875778" y="2770299"/>
                  </a:lnTo>
                  <a:lnTo>
                    <a:pt x="7800514" y="2801380"/>
                  </a:lnTo>
                  <a:lnTo>
                    <a:pt x="7718887" y="2829723"/>
                  </a:lnTo>
                  <a:lnTo>
                    <a:pt x="7630546" y="2855599"/>
                  </a:lnTo>
                  <a:lnTo>
                    <a:pt x="7535442" y="2879222"/>
                  </a:lnTo>
                  <a:lnTo>
                    <a:pt x="7433949" y="2900744"/>
                  </a:lnTo>
                  <a:lnTo>
                    <a:pt x="7327000" y="2920254"/>
                  </a:lnTo>
                  <a:lnTo>
                    <a:pt x="7216208" y="2937784"/>
                  </a:lnTo>
                  <a:lnTo>
                    <a:pt x="7103931" y="2953322"/>
                  </a:lnTo>
                  <a:lnTo>
                    <a:pt x="6993249" y="2966830"/>
                  </a:lnTo>
                  <a:lnTo>
                    <a:pt x="6887788" y="2978268"/>
                  </a:lnTo>
                  <a:lnTo>
                    <a:pt x="6791382" y="2987625"/>
                  </a:lnTo>
                  <a:lnTo>
                    <a:pt x="6707592" y="2994948"/>
                  </a:lnTo>
                  <a:lnTo>
                    <a:pt x="6639164" y="3000361"/>
                  </a:lnTo>
                  <a:lnTo>
                    <a:pt x="6587555" y="3004072"/>
                  </a:lnTo>
                  <a:lnTo>
                    <a:pt x="6552624" y="3006364"/>
                  </a:lnTo>
                  <a:lnTo>
                    <a:pt x="6532567" y="3007569"/>
                  </a:lnTo>
                  <a:lnTo>
                    <a:pt x="6524047" y="3008039"/>
                  </a:lnTo>
                  <a:lnTo>
                    <a:pt x="6522390" y="3008123"/>
                  </a:lnTo>
                  <a:lnTo>
                    <a:pt x="6522385" y="3008123"/>
                  </a:lnTo>
                  <a:lnTo>
                    <a:pt x="5527445" y="3008123"/>
                  </a:lnTo>
                  <a:lnTo>
                    <a:pt x="5526355" y="3008078"/>
                  </a:lnTo>
                  <a:lnTo>
                    <a:pt x="5519152" y="3007758"/>
                  </a:lnTo>
                  <a:lnTo>
                    <a:pt x="5500880" y="3006873"/>
                  </a:lnTo>
                  <a:lnTo>
                    <a:pt x="5467923" y="3005127"/>
                  </a:lnTo>
                  <a:lnTo>
                    <a:pt x="5418215" y="3002242"/>
                  </a:lnTo>
                  <a:lnTo>
                    <a:pt x="5351387" y="2997974"/>
                  </a:lnTo>
                  <a:lnTo>
                    <a:pt x="5268735" y="2992142"/>
                  </a:lnTo>
                  <a:lnTo>
                    <a:pt x="5172928" y="2984634"/>
                  </a:lnTo>
                  <a:lnTo>
                    <a:pt x="5067533" y="2975405"/>
                  </a:lnTo>
                  <a:lnTo>
                    <a:pt x="4956457" y="2964459"/>
                  </a:lnTo>
                  <a:lnTo>
                    <a:pt x="4843436" y="2951828"/>
                  </a:lnTo>
                  <a:lnTo>
                    <a:pt x="4731674" y="2937546"/>
                  </a:lnTo>
                  <a:lnTo>
                    <a:pt x="4623641" y="2921625"/>
                  </a:lnTo>
                  <a:lnTo>
                    <a:pt x="4521041" y="2904041"/>
                  </a:lnTo>
                  <a:lnTo>
                    <a:pt x="4424870" y="2884723"/>
                  </a:lnTo>
                  <a:lnTo>
                    <a:pt x="4335544" y="2863549"/>
                  </a:lnTo>
                  <a:lnTo>
                    <a:pt x="4253033" y="2840344"/>
                  </a:lnTo>
                  <a:lnTo>
                    <a:pt x="4176992" y="2814882"/>
                  </a:lnTo>
                  <a:lnTo>
                    <a:pt x="4106870" y="2786894"/>
                  </a:lnTo>
                  <a:lnTo>
                    <a:pt x="4041989" y="2756076"/>
                  </a:lnTo>
                  <a:lnTo>
                    <a:pt x="3981615" y="2722105"/>
                  </a:lnTo>
                  <a:lnTo>
                    <a:pt x="3924999" y="2684670"/>
                  </a:lnTo>
                  <a:lnTo>
                    <a:pt x="3871419" y="2643512"/>
                  </a:lnTo>
                  <a:lnTo>
                    <a:pt x="3820220" y="2598498"/>
                  </a:lnTo>
                  <a:lnTo>
                    <a:pt x="3820202" y="2598481"/>
                  </a:lnTo>
                  <a:lnTo>
                    <a:pt x="3773702" y="2552621"/>
                  </a:lnTo>
                  <a:lnTo>
                    <a:pt x="3728402" y="2503285"/>
                  </a:lnTo>
                  <a:lnTo>
                    <a:pt x="3683964" y="2450402"/>
                  </a:lnTo>
                  <a:lnTo>
                    <a:pt x="3640119" y="2393964"/>
                  </a:lnTo>
                  <a:lnTo>
                    <a:pt x="3596652" y="2334028"/>
                  </a:lnTo>
                  <a:lnTo>
                    <a:pt x="3553401" y="2270728"/>
                  </a:lnTo>
                  <a:lnTo>
                    <a:pt x="3510244" y="2204272"/>
                  </a:lnTo>
                  <a:lnTo>
                    <a:pt x="3467097" y="2134950"/>
                  </a:lnTo>
                  <a:lnTo>
                    <a:pt x="3423909" y="2063127"/>
                  </a:lnTo>
                  <a:lnTo>
                    <a:pt x="3380657" y="1989238"/>
                  </a:lnTo>
                  <a:lnTo>
                    <a:pt x="3337340" y="1913781"/>
                  </a:lnTo>
                  <a:lnTo>
                    <a:pt x="3293972" y="1837300"/>
                  </a:lnTo>
                  <a:lnTo>
                    <a:pt x="3250580" y="1760372"/>
                  </a:lnTo>
                  <a:lnTo>
                    <a:pt x="3207196" y="1683589"/>
                  </a:lnTo>
                  <a:lnTo>
                    <a:pt x="3163850" y="1607539"/>
                  </a:lnTo>
                  <a:lnTo>
                    <a:pt x="3120564" y="1532783"/>
                  </a:lnTo>
                  <a:lnTo>
                    <a:pt x="3077345" y="1459846"/>
                  </a:lnTo>
                  <a:lnTo>
                    <a:pt x="3034182" y="1389196"/>
                  </a:lnTo>
                  <a:lnTo>
                    <a:pt x="2991038" y="1321235"/>
                  </a:lnTo>
                  <a:lnTo>
                    <a:pt x="2947848" y="1256291"/>
                  </a:lnTo>
                  <a:lnTo>
                    <a:pt x="2904509" y="1194615"/>
                  </a:lnTo>
                  <a:lnTo>
                    <a:pt x="2860880" y="1136378"/>
                  </a:lnTo>
                  <a:lnTo>
                    <a:pt x="2816774" y="1081676"/>
                  </a:lnTo>
                  <a:lnTo>
                    <a:pt x="2771952" y="1030533"/>
                  </a:lnTo>
                  <a:lnTo>
                    <a:pt x="2726113" y="982910"/>
                  </a:lnTo>
                  <a:lnTo>
                    <a:pt x="2702183" y="959909"/>
                  </a:lnTo>
                  <a:lnTo>
                    <a:pt x="2650985" y="914894"/>
                  </a:lnTo>
                  <a:lnTo>
                    <a:pt x="2597406" y="873734"/>
                  </a:lnTo>
                  <a:lnTo>
                    <a:pt x="2540791" y="836297"/>
                  </a:lnTo>
                  <a:lnTo>
                    <a:pt x="2480419" y="802325"/>
                  </a:lnTo>
                  <a:lnTo>
                    <a:pt x="2415540" y="771506"/>
                  </a:lnTo>
                  <a:lnTo>
                    <a:pt x="2345420" y="743517"/>
                  </a:lnTo>
                  <a:lnTo>
                    <a:pt x="2269381" y="718055"/>
                  </a:lnTo>
                  <a:lnTo>
                    <a:pt x="2186873" y="694849"/>
                  </a:lnTo>
                  <a:lnTo>
                    <a:pt x="2097549" y="673674"/>
                  </a:lnTo>
                  <a:lnTo>
                    <a:pt x="2001381" y="654356"/>
                  </a:lnTo>
                  <a:lnTo>
                    <a:pt x="1898782" y="636771"/>
                  </a:lnTo>
                  <a:lnTo>
                    <a:pt x="1790752" y="620849"/>
                  </a:lnTo>
                  <a:lnTo>
                    <a:pt x="1678990" y="606566"/>
                  </a:lnTo>
                  <a:lnTo>
                    <a:pt x="1565970" y="593935"/>
                  </a:lnTo>
                  <a:lnTo>
                    <a:pt x="1454892" y="582989"/>
                  </a:lnTo>
                  <a:lnTo>
                    <a:pt x="1349494" y="573759"/>
                  </a:lnTo>
                  <a:lnTo>
                    <a:pt x="1253683" y="566250"/>
                  </a:lnTo>
                  <a:lnTo>
                    <a:pt x="1171025" y="560418"/>
                  </a:lnTo>
                  <a:lnTo>
                    <a:pt x="1104192" y="556149"/>
                  </a:lnTo>
                  <a:lnTo>
                    <a:pt x="1054477" y="553263"/>
                  </a:lnTo>
                  <a:lnTo>
                    <a:pt x="1021514" y="551517"/>
                  </a:lnTo>
                  <a:lnTo>
                    <a:pt x="1003237" y="550632"/>
                  </a:lnTo>
                  <a:lnTo>
                    <a:pt x="996031" y="550311"/>
                  </a:lnTo>
                  <a:lnTo>
                    <a:pt x="994940" y="550266"/>
                  </a:lnTo>
                  <a:lnTo>
                    <a:pt x="994940" y="550266"/>
                  </a:lnTo>
                  <a:lnTo>
                    <a:pt x="0" y="550266"/>
                  </a:lnTo>
                  <a:lnTo>
                    <a:pt x="0" y="5502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" name="pg59"/>
            <p:cNvSpPr/>
            <p:nvPr/>
          </p:nvSpPr>
          <p:spPr>
            <a:xfrm>
              <a:off x="1199187" y="3710204"/>
              <a:ext cx="12049831" cy="2531226"/>
            </a:xfrm>
            <a:custGeom>
              <a:avLst/>
              <a:pathLst>
                <a:path w="12049831" h="2531226">
                  <a:moveTo>
                    <a:pt x="0" y="62887"/>
                  </a:moveTo>
                  <a:lnTo>
                    <a:pt x="994940" y="62887"/>
                  </a:lnTo>
                  <a:lnTo>
                    <a:pt x="996030" y="62932"/>
                  </a:lnTo>
                  <a:lnTo>
                    <a:pt x="1003230" y="63254"/>
                  </a:lnTo>
                  <a:lnTo>
                    <a:pt x="1021496" y="64143"/>
                  </a:lnTo>
                  <a:lnTo>
                    <a:pt x="1054442" y="65895"/>
                  </a:lnTo>
                  <a:lnTo>
                    <a:pt x="1104137" y="68792"/>
                  </a:lnTo>
                  <a:lnTo>
                    <a:pt x="1170945" y="73077"/>
                  </a:lnTo>
                  <a:lnTo>
                    <a:pt x="1253577" y="78931"/>
                  </a:lnTo>
                  <a:lnTo>
                    <a:pt x="1349363" y="86469"/>
                  </a:lnTo>
                  <a:lnTo>
                    <a:pt x="1454738" y="95735"/>
                  </a:lnTo>
                  <a:lnTo>
                    <a:pt x="1565797" y="106724"/>
                  </a:lnTo>
                  <a:lnTo>
                    <a:pt x="1678804" y="119405"/>
                  </a:lnTo>
                  <a:lnTo>
                    <a:pt x="1790557" y="133745"/>
                  </a:lnTo>
                  <a:lnTo>
                    <a:pt x="1898584" y="149729"/>
                  </a:lnTo>
                  <a:lnTo>
                    <a:pt x="2001182" y="167383"/>
                  </a:lnTo>
                  <a:lnTo>
                    <a:pt x="2097353" y="186778"/>
                  </a:lnTo>
                  <a:lnTo>
                    <a:pt x="2186682" y="208037"/>
                  </a:lnTo>
                  <a:lnTo>
                    <a:pt x="2269196" y="231334"/>
                  </a:lnTo>
                  <a:lnTo>
                    <a:pt x="2345240" y="256896"/>
                  </a:lnTo>
                  <a:lnTo>
                    <a:pt x="2415366" y="284994"/>
                  </a:lnTo>
                  <a:lnTo>
                    <a:pt x="2480250" y="315934"/>
                  </a:lnTo>
                  <a:lnTo>
                    <a:pt x="2540627" y="350037"/>
                  </a:lnTo>
                  <a:lnTo>
                    <a:pt x="2597245" y="387619"/>
                  </a:lnTo>
                  <a:lnTo>
                    <a:pt x="2650826" y="428938"/>
                  </a:lnTo>
                  <a:lnTo>
                    <a:pt x="2702025" y="474128"/>
                  </a:lnTo>
                  <a:lnTo>
                    <a:pt x="2702183" y="474277"/>
                  </a:lnTo>
                  <a:lnTo>
                    <a:pt x="2748616" y="520263"/>
                  </a:lnTo>
                  <a:lnTo>
                    <a:pt x="2793852" y="569729"/>
                  </a:lnTo>
                  <a:lnTo>
                    <a:pt x="2838228" y="622747"/>
                  </a:lnTo>
                  <a:lnTo>
                    <a:pt x="2882013" y="679326"/>
                  </a:lnTo>
                  <a:lnTo>
                    <a:pt x="2925418" y="739408"/>
                  </a:lnTo>
                  <a:lnTo>
                    <a:pt x="2968608" y="802859"/>
                  </a:lnTo>
                  <a:lnTo>
                    <a:pt x="3011703" y="869473"/>
                  </a:lnTo>
                  <a:lnTo>
                    <a:pt x="3054787" y="938960"/>
                  </a:lnTo>
                  <a:lnTo>
                    <a:pt x="3097911" y="1010956"/>
                  </a:lnTo>
                  <a:lnTo>
                    <a:pt x="3141099" y="1085027"/>
                  </a:lnTo>
                  <a:lnTo>
                    <a:pt x="3184353" y="1160676"/>
                  </a:lnTo>
                  <a:lnTo>
                    <a:pt x="3227657" y="1237359"/>
                  </a:lnTo>
                  <a:lnTo>
                    <a:pt x="3270985" y="1314500"/>
                  </a:lnTo>
                  <a:lnTo>
                    <a:pt x="3314306" y="1391507"/>
                  </a:lnTo>
                  <a:lnTo>
                    <a:pt x="3357591" y="1467792"/>
                  </a:lnTo>
                  <a:lnTo>
                    <a:pt x="3400816" y="1542793"/>
                  </a:lnTo>
                  <a:lnTo>
                    <a:pt x="3443974" y="1615984"/>
                  </a:lnTo>
                  <a:lnTo>
                    <a:pt x="3487075" y="1686896"/>
                  </a:lnTo>
                  <a:lnTo>
                    <a:pt x="3530156" y="1755125"/>
                  </a:lnTo>
                  <a:lnTo>
                    <a:pt x="3573281" y="1820340"/>
                  </a:lnTo>
                  <a:lnTo>
                    <a:pt x="3616551" y="1882290"/>
                  </a:lnTo>
                  <a:lnTo>
                    <a:pt x="3660105" y="1940800"/>
                  </a:lnTo>
                  <a:lnTo>
                    <a:pt x="3704127" y="1995772"/>
                  </a:lnTo>
                  <a:lnTo>
                    <a:pt x="3748855" y="2047180"/>
                  </a:lnTo>
                  <a:lnTo>
                    <a:pt x="3794586" y="2095061"/>
                  </a:lnTo>
                  <a:lnTo>
                    <a:pt x="3820202" y="2119836"/>
                  </a:lnTo>
                  <a:lnTo>
                    <a:pt x="3871394" y="2165038"/>
                  </a:lnTo>
                  <a:lnTo>
                    <a:pt x="3924966" y="2206369"/>
                  </a:lnTo>
                  <a:lnTo>
                    <a:pt x="3981573" y="2243962"/>
                  </a:lnTo>
                  <a:lnTo>
                    <a:pt x="4041937" y="2278077"/>
                  </a:lnTo>
                  <a:lnTo>
                    <a:pt x="4106806" y="2309025"/>
                  </a:lnTo>
                  <a:lnTo>
                    <a:pt x="4176915" y="2337132"/>
                  </a:lnTo>
                  <a:lnTo>
                    <a:pt x="4252939" y="2362702"/>
                  </a:lnTo>
                  <a:lnTo>
                    <a:pt x="4335432" y="2386006"/>
                  </a:lnTo>
                  <a:lnTo>
                    <a:pt x="4424739" y="2407270"/>
                  </a:lnTo>
                  <a:lnTo>
                    <a:pt x="4520888" y="2426671"/>
                  </a:lnTo>
                  <a:lnTo>
                    <a:pt x="4623468" y="2444331"/>
                  </a:lnTo>
                  <a:lnTo>
                    <a:pt x="4731480" y="2460320"/>
                  </a:lnTo>
                  <a:lnTo>
                    <a:pt x="4843224" y="2474665"/>
                  </a:lnTo>
                  <a:lnTo>
                    <a:pt x="4956232" y="2487351"/>
                  </a:lnTo>
                  <a:lnTo>
                    <a:pt x="5067303" y="2498346"/>
                  </a:lnTo>
                  <a:lnTo>
                    <a:pt x="5172703" y="2507617"/>
                  </a:lnTo>
                  <a:lnTo>
                    <a:pt x="5268525" y="2515160"/>
                  </a:lnTo>
                  <a:lnTo>
                    <a:pt x="5351203" y="2521020"/>
                  </a:lnTo>
                  <a:lnTo>
                    <a:pt x="5418064" y="2525310"/>
                  </a:lnTo>
                  <a:lnTo>
                    <a:pt x="5467813" y="2528211"/>
                  </a:lnTo>
                  <a:lnTo>
                    <a:pt x="5500810" y="2529966"/>
                  </a:lnTo>
                  <a:lnTo>
                    <a:pt x="5519117" y="2530857"/>
                  </a:lnTo>
                  <a:lnTo>
                    <a:pt x="5526345" y="2531180"/>
                  </a:lnTo>
                  <a:lnTo>
                    <a:pt x="5527445" y="2531226"/>
                  </a:lnTo>
                  <a:lnTo>
                    <a:pt x="6522385" y="2531226"/>
                  </a:lnTo>
                  <a:lnTo>
                    <a:pt x="6523474" y="2531180"/>
                  </a:lnTo>
                  <a:lnTo>
                    <a:pt x="6530660" y="2530851"/>
                  </a:lnTo>
                  <a:lnTo>
                    <a:pt x="6548893" y="2529943"/>
                  </a:lnTo>
                  <a:lnTo>
                    <a:pt x="6581782" y="2528154"/>
                  </a:lnTo>
                  <a:lnTo>
                    <a:pt x="6631394" y="2525195"/>
                  </a:lnTo>
                  <a:lnTo>
                    <a:pt x="6698100" y="2520818"/>
                  </a:lnTo>
                  <a:lnTo>
                    <a:pt x="6780616" y="2514838"/>
                  </a:lnTo>
                  <a:lnTo>
                    <a:pt x="6876284" y="2507138"/>
                  </a:lnTo>
                  <a:lnTo>
                    <a:pt x="6981549" y="2497671"/>
                  </a:lnTo>
                  <a:lnTo>
                    <a:pt x="7092514" y="2486443"/>
                  </a:lnTo>
                  <a:lnTo>
                    <a:pt x="7205446" y="2473486"/>
                  </a:lnTo>
                  <a:lnTo>
                    <a:pt x="7317147" y="2458834"/>
                  </a:lnTo>
                  <a:lnTo>
                    <a:pt x="7425142" y="2442500"/>
                  </a:lnTo>
                  <a:lnTo>
                    <a:pt x="7527726" y="2424460"/>
                  </a:lnTo>
                  <a:lnTo>
                    <a:pt x="7623898" y="2404643"/>
                  </a:lnTo>
                  <a:lnTo>
                    <a:pt x="7713237" y="2382922"/>
                  </a:lnTo>
                  <a:lnTo>
                    <a:pt x="7795770" y="2359119"/>
                  </a:lnTo>
                  <a:lnTo>
                    <a:pt x="7871835" y="2333005"/>
                  </a:lnTo>
                  <a:lnTo>
                    <a:pt x="7941983" y="2304302"/>
                  </a:lnTo>
                  <a:lnTo>
                    <a:pt x="8006887" y="2272699"/>
                  </a:lnTo>
                  <a:lnTo>
                    <a:pt x="8067279" y="2237867"/>
                  </a:lnTo>
                  <a:lnTo>
                    <a:pt x="8123908" y="2199484"/>
                  </a:lnTo>
                  <a:lnTo>
                    <a:pt x="8177493" y="2157284"/>
                  </a:lnTo>
                  <a:lnTo>
                    <a:pt x="8228691" y="2111129"/>
                  </a:lnTo>
                  <a:lnTo>
                    <a:pt x="8229629" y="2110228"/>
                  </a:lnTo>
                  <a:lnTo>
                    <a:pt x="8275699" y="2063555"/>
                  </a:lnTo>
                  <a:lnTo>
                    <a:pt x="8320589" y="2013377"/>
                  </a:lnTo>
                  <a:lnTo>
                    <a:pt x="8364627" y="1959622"/>
                  </a:lnTo>
                  <a:lnTo>
                    <a:pt x="8408078" y="1902281"/>
                  </a:lnTo>
                  <a:lnTo>
                    <a:pt x="8451149" y="1841408"/>
                  </a:lnTo>
                  <a:lnTo>
                    <a:pt x="8494003" y="1777134"/>
                  </a:lnTo>
                  <a:lnTo>
                    <a:pt x="8536759" y="1709663"/>
                  </a:lnTo>
                  <a:lnTo>
                    <a:pt x="8579501" y="1639281"/>
                  </a:lnTo>
                  <a:lnTo>
                    <a:pt x="8622279" y="1566345"/>
                  </a:lnTo>
                  <a:lnTo>
                    <a:pt x="8665120" y="1491286"/>
                  </a:lnTo>
                  <a:lnTo>
                    <a:pt x="8708026" y="1414596"/>
                  </a:lnTo>
                  <a:lnTo>
                    <a:pt x="8750984" y="1336815"/>
                  </a:lnTo>
                  <a:lnTo>
                    <a:pt x="8793968" y="1258517"/>
                  </a:lnTo>
                  <a:lnTo>
                    <a:pt x="8836948" y="1180293"/>
                  </a:lnTo>
                  <a:lnTo>
                    <a:pt x="8879895" y="1102730"/>
                  </a:lnTo>
                  <a:lnTo>
                    <a:pt x="8922786" y="1026395"/>
                  </a:lnTo>
                  <a:lnTo>
                    <a:pt x="8965610" y="951820"/>
                  </a:lnTo>
                  <a:lnTo>
                    <a:pt x="9008376" y="879479"/>
                  </a:lnTo>
                  <a:lnTo>
                    <a:pt x="9051115" y="809788"/>
                  </a:lnTo>
                  <a:lnTo>
                    <a:pt x="9093886" y="743087"/>
                  </a:lnTo>
                  <a:lnTo>
                    <a:pt x="9136782" y="679640"/>
                  </a:lnTo>
                  <a:lnTo>
                    <a:pt x="9179931" y="619634"/>
                  </a:lnTo>
                  <a:lnTo>
                    <a:pt x="9223506" y="563179"/>
                  </a:lnTo>
                  <a:lnTo>
                    <a:pt x="9267728" y="510315"/>
                  </a:lnTo>
                  <a:lnTo>
                    <a:pt x="9312877" y="461014"/>
                  </a:lnTo>
                  <a:lnTo>
                    <a:pt x="9347647" y="426238"/>
                  </a:lnTo>
                  <a:lnTo>
                    <a:pt x="9398806" y="380008"/>
                  </a:lnTo>
                  <a:lnTo>
                    <a:pt x="9452341" y="337736"/>
                  </a:lnTo>
                  <a:lnTo>
                    <a:pt x="9508906" y="299284"/>
                  </a:lnTo>
                  <a:lnTo>
                    <a:pt x="9569221" y="264387"/>
                  </a:lnTo>
                  <a:lnTo>
                    <a:pt x="9634033" y="232728"/>
                  </a:lnTo>
                  <a:lnTo>
                    <a:pt x="9704077" y="203973"/>
                  </a:lnTo>
                  <a:lnTo>
                    <a:pt x="9780026" y="177813"/>
                  </a:lnTo>
                  <a:lnTo>
                    <a:pt x="9862433" y="153969"/>
                  </a:lnTo>
                  <a:lnTo>
                    <a:pt x="9951644" y="132212"/>
                  </a:lnTo>
                  <a:lnTo>
                    <a:pt x="10047690" y="112359"/>
                  </a:lnTo>
                  <a:lnTo>
                    <a:pt x="10150162" y="94287"/>
                  </a:lnTo>
                  <a:lnTo>
                    <a:pt x="10258069" y="77922"/>
                  </a:lnTo>
                  <a:lnTo>
                    <a:pt x="10369721" y="63238"/>
                  </a:lnTo>
                  <a:lnTo>
                    <a:pt x="10482657" y="50249"/>
                  </a:lnTo>
                  <a:lnTo>
                    <a:pt x="10593692" y="38989"/>
                  </a:lnTo>
                  <a:lnTo>
                    <a:pt x="10699099" y="29489"/>
                  </a:lnTo>
                  <a:lnTo>
                    <a:pt x="10794982" y="21756"/>
                  </a:lnTo>
                  <a:lnTo>
                    <a:pt x="10877772" y="15744"/>
                  </a:lnTo>
                  <a:lnTo>
                    <a:pt x="10944790" y="11339"/>
                  </a:lnTo>
                  <a:lnTo>
                    <a:pt x="10994724" y="8356"/>
                  </a:lnTo>
                  <a:lnTo>
                    <a:pt x="11027912" y="6547"/>
                  </a:lnTo>
                  <a:lnTo>
                    <a:pt x="11046390" y="5626"/>
                  </a:lnTo>
                  <a:lnTo>
                    <a:pt x="11053742" y="528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3" y="46"/>
                  </a:lnTo>
                  <a:lnTo>
                    <a:pt x="11046617" y="374"/>
                  </a:lnTo>
                  <a:lnTo>
                    <a:pt x="11028384" y="1282"/>
                  </a:lnTo>
                  <a:lnTo>
                    <a:pt x="10995495" y="3072"/>
                  </a:lnTo>
                  <a:lnTo>
                    <a:pt x="10945883" y="6031"/>
                  </a:lnTo>
                  <a:lnTo>
                    <a:pt x="10879177" y="10407"/>
                  </a:lnTo>
                  <a:lnTo>
                    <a:pt x="10796661" y="16388"/>
                  </a:lnTo>
                  <a:lnTo>
                    <a:pt x="10700992" y="24088"/>
                  </a:lnTo>
                  <a:lnTo>
                    <a:pt x="10595727" y="33554"/>
                  </a:lnTo>
                  <a:lnTo>
                    <a:pt x="10484763" y="44782"/>
                  </a:lnTo>
                  <a:lnTo>
                    <a:pt x="10371830" y="57739"/>
                  </a:lnTo>
                  <a:lnTo>
                    <a:pt x="10260130" y="72391"/>
                  </a:lnTo>
                  <a:lnTo>
                    <a:pt x="10152135" y="88725"/>
                  </a:lnTo>
                  <a:lnTo>
                    <a:pt x="10049550" y="106765"/>
                  </a:lnTo>
                  <a:lnTo>
                    <a:pt x="9953378" y="126583"/>
                  </a:lnTo>
                  <a:lnTo>
                    <a:pt x="9864039" y="148303"/>
                  </a:lnTo>
                  <a:lnTo>
                    <a:pt x="9781507" y="172106"/>
                  </a:lnTo>
                  <a:lnTo>
                    <a:pt x="9705441" y="198221"/>
                  </a:lnTo>
                  <a:lnTo>
                    <a:pt x="9635293" y="226923"/>
                  </a:lnTo>
                  <a:lnTo>
                    <a:pt x="9570390" y="258526"/>
                  </a:lnTo>
                  <a:lnTo>
                    <a:pt x="9509997" y="293358"/>
                  </a:lnTo>
                  <a:lnTo>
                    <a:pt x="9453369" y="331742"/>
                  </a:lnTo>
                  <a:lnTo>
                    <a:pt x="9399784" y="373941"/>
                  </a:lnTo>
                  <a:lnTo>
                    <a:pt x="9348586" y="420096"/>
                  </a:lnTo>
                  <a:lnTo>
                    <a:pt x="9347647" y="420997"/>
                  </a:lnTo>
                  <a:lnTo>
                    <a:pt x="9301578" y="467670"/>
                  </a:lnTo>
                  <a:lnTo>
                    <a:pt x="9256688" y="517848"/>
                  </a:lnTo>
                  <a:lnTo>
                    <a:pt x="9212649" y="571603"/>
                  </a:lnTo>
                  <a:lnTo>
                    <a:pt x="9169199" y="628945"/>
                  </a:lnTo>
                  <a:lnTo>
                    <a:pt x="9126127" y="689817"/>
                  </a:lnTo>
                  <a:lnTo>
                    <a:pt x="9083273" y="754091"/>
                  </a:lnTo>
                  <a:lnTo>
                    <a:pt x="9040517" y="821562"/>
                  </a:lnTo>
                  <a:lnTo>
                    <a:pt x="8997776" y="891945"/>
                  </a:lnTo>
                  <a:lnTo>
                    <a:pt x="8954997" y="964881"/>
                  </a:lnTo>
                  <a:lnTo>
                    <a:pt x="8912156" y="1039939"/>
                  </a:lnTo>
                  <a:lnTo>
                    <a:pt x="8869250" y="1116629"/>
                  </a:lnTo>
                  <a:lnTo>
                    <a:pt x="8826292" y="1194410"/>
                  </a:lnTo>
                  <a:lnTo>
                    <a:pt x="8783308" y="1272708"/>
                  </a:lnTo>
                  <a:lnTo>
                    <a:pt x="8740328" y="1350932"/>
                  </a:lnTo>
                  <a:lnTo>
                    <a:pt x="8697381" y="1428495"/>
                  </a:lnTo>
                  <a:lnTo>
                    <a:pt x="8654491" y="1504830"/>
                  </a:lnTo>
                  <a:lnTo>
                    <a:pt x="8611666" y="1579406"/>
                  </a:lnTo>
                  <a:lnTo>
                    <a:pt x="8568900" y="1651746"/>
                  </a:lnTo>
                  <a:lnTo>
                    <a:pt x="8526161" y="1721437"/>
                  </a:lnTo>
                  <a:lnTo>
                    <a:pt x="8483390" y="1788139"/>
                  </a:lnTo>
                  <a:lnTo>
                    <a:pt x="8440495" y="1851585"/>
                  </a:lnTo>
                  <a:lnTo>
                    <a:pt x="8397346" y="1911591"/>
                  </a:lnTo>
                  <a:lnTo>
                    <a:pt x="8353771" y="1968046"/>
                  </a:lnTo>
                  <a:lnTo>
                    <a:pt x="8309548" y="2020911"/>
                  </a:lnTo>
                  <a:lnTo>
                    <a:pt x="8264399" y="2070211"/>
                  </a:lnTo>
                  <a:lnTo>
                    <a:pt x="8229629" y="2104988"/>
                  </a:lnTo>
                  <a:lnTo>
                    <a:pt x="8178470" y="2151217"/>
                  </a:lnTo>
                  <a:lnTo>
                    <a:pt x="8124936" y="2193489"/>
                  </a:lnTo>
                  <a:lnTo>
                    <a:pt x="8068371" y="2231942"/>
                  </a:lnTo>
                  <a:lnTo>
                    <a:pt x="8008055" y="2266838"/>
                  </a:lnTo>
                  <a:lnTo>
                    <a:pt x="7943243" y="2298498"/>
                  </a:lnTo>
                  <a:lnTo>
                    <a:pt x="7873200" y="2327252"/>
                  </a:lnTo>
                  <a:lnTo>
                    <a:pt x="7797250" y="2353412"/>
                  </a:lnTo>
                  <a:lnTo>
                    <a:pt x="7714843" y="2377256"/>
                  </a:lnTo>
                  <a:lnTo>
                    <a:pt x="7625632" y="2399014"/>
                  </a:lnTo>
                  <a:lnTo>
                    <a:pt x="7529586" y="2418866"/>
                  </a:lnTo>
                  <a:lnTo>
                    <a:pt x="7427114" y="2436938"/>
                  </a:lnTo>
                  <a:lnTo>
                    <a:pt x="7319207" y="2453303"/>
                  </a:lnTo>
                  <a:lnTo>
                    <a:pt x="7207556" y="2467987"/>
                  </a:lnTo>
                  <a:lnTo>
                    <a:pt x="7094619" y="2480976"/>
                  </a:lnTo>
                  <a:lnTo>
                    <a:pt x="6983585" y="2492237"/>
                  </a:lnTo>
                  <a:lnTo>
                    <a:pt x="6878177" y="2501736"/>
                  </a:lnTo>
                  <a:lnTo>
                    <a:pt x="6782295" y="2509469"/>
                  </a:lnTo>
                  <a:lnTo>
                    <a:pt x="6699504" y="2515481"/>
                  </a:lnTo>
                  <a:lnTo>
                    <a:pt x="6632486" y="2519886"/>
                  </a:lnTo>
                  <a:lnTo>
                    <a:pt x="6582553" y="2522869"/>
                  </a:lnTo>
                  <a:lnTo>
                    <a:pt x="6549365" y="2524678"/>
                  </a:lnTo>
                  <a:lnTo>
                    <a:pt x="6530886" y="2525600"/>
                  </a:lnTo>
                  <a:lnTo>
                    <a:pt x="6523535" y="2525936"/>
                  </a:lnTo>
                  <a:lnTo>
                    <a:pt x="6522385" y="2525985"/>
                  </a:lnTo>
                  <a:lnTo>
                    <a:pt x="5527445" y="2525985"/>
                  </a:lnTo>
                  <a:lnTo>
                    <a:pt x="5526355" y="2525940"/>
                  </a:lnTo>
                  <a:lnTo>
                    <a:pt x="5519155" y="2525618"/>
                  </a:lnTo>
                  <a:lnTo>
                    <a:pt x="5500889" y="2524729"/>
                  </a:lnTo>
                  <a:lnTo>
                    <a:pt x="5467943" y="2522977"/>
                  </a:lnTo>
                  <a:lnTo>
                    <a:pt x="5418248" y="2520080"/>
                  </a:lnTo>
                  <a:lnTo>
                    <a:pt x="5351440" y="2515796"/>
                  </a:lnTo>
                  <a:lnTo>
                    <a:pt x="5268808" y="2509941"/>
                  </a:lnTo>
                  <a:lnTo>
                    <a:pt x="5173022" y="2502403"/>
                  </a:lnTo>
                  <a:lnTo>
                    <a:pt x="5067647" y="2493137"/>
                  </a:lnTo>
                  <a:lnTo>
                    <a:pt x="4956588" y="2482148"/>
                  </a:lnTo>
                  <a:lnTo>
                    <a:pt x="4843581" y="2469467"/>
                  </a:lnTo>
                  <a:lnTo>
                    <a:pt x="4731828" y="2455128"/>
                  </a:lnTo>
                  <a:lnTo>
                    <a:pt x="4623801" y="2439143"/>
                  </a:lnTo>
                  <a:lnTo>
                    <a:pt x="4521203" y="2421489"/>
                  </a:lnTo>
                  <a:lnTo>
                    <a:pt x="4425032" y="2402094"/>
                  </a:lnTo>
                  <a:lnTo>
                    <a:pt x="4335703" y="2380836"/>
                  </a:lnTo>
                  <a:lnTo>
                    <a:pt x="4253189" y="2357538"/>
                  </a:lnTo>
                  <a:lnTo>
                    <a:pt x="4177145" y="2331976"/>
                  </a:lnTo>
                  <a:lnTo>
                    <a:pt x="4107019" y="2303878"/>
                  </a:lnTo>
                  <a:lnTo>
                    <a:pt x="4042135" y="2272939"/>
                  </a:lnTo>
                  <a:lnTo>
                    <a:pt x="3981758" y="2238835"/>
                  </a:lnTo>
                  <a:lnTo>
                    <a:pt x="3925140" y="2201253"/>
                  </a:lnTo>
                  <a:lnTo>
                    <a:pt x="3871559" y="2159934"/>
                  </a:lnTo>
                  <a:lnTo>
                    <a:pt x="3820360" y="2114744"/>
                  </a:lnTo>
                  <a:lnTo>
                    <a:pt x="3820202" y="2114595"/>
                  </a:lnTo>
                  <a:lnTo>
                    <a:pt x="3773769" y="2068610"/>
                  </a:lnTo>
                  <a:lnTo>
                    <a:pt x="3728533" y="2019143"/>
                  </a:lnTo>
                  <a:lnTo>
                    <a:pt x="3684157" y="1966125"/>
                  </a:lnTo>
                  <a:lnTo>
                    <a:pt x="3640372" y="1909546"/>
                  </a:lnTo>
                  <a:lnTo>
                    <a:pt x="3596967" y="1849465"/>
                  </a:lnTo>
                  <a:lnTo>
                    <a:pt x="3553777" y="1786013"/>
                  </a:lnTo>
                  <a:lnTo>
                    <a:pt x="3510682" y="1719399"/>
                  </a:lnTo>
                  <a:lnTo>
                    <a:pt x="3467598" y="1649912"/>
                  </a:lnTo>
                  <a:lnTo>
                    <a:pt x="3424474" y="1577916"/>
                  </a:lnTo>
                  <a:lnTo>
                    <a:pt x="3381286" y="1503845"/>
                  </a:lnTo>
                  <a:lnTo>
                    <a:pt x="3338032" y="1428196"/>
                  </a:lnTo>
                  <a:lnTo>
                    <a:pt x="3294728" y="1351513"/>
                  </a:lnTo>
                  <a:lnTo>
                    <a:pt x="3251400" y="1274372"/>
                  </a:lnTo>
                  <a:lnTo>
                    <a:pt x="3208078" y="1197366"/>
                  </a:lnTo>
                  <a:lnTo>
                    <a:pt x="3164794" y="1121080"/>
                  </a:lnTo>
                  <a:lnTo>
                    <a:pt x="3121569" y="1046079"/>
                  </a:lnTo>
                  <a:lnTo>
                    <a:pt x="3078411" y="972888"/>
                  </a:lnTo>
                  <a:lnTo>
                    <a:pt x="3035310" y="901976"/>
                  </a:lnTo>
                  <a:lnTo>
                    <a:pt x="2992229" y="833748"/>
                  </a:lnTo>
                  <a:lnTo>
                    <a:pt x="2949104" y="768532"/>
                  </a:lnTo>
                  <a:lnTo>
                    <a:pt x="2905834" y="706583"/>
                  </a:lnTo>
                  <a:lnTo>
                    <a:pt x="2862280" y="648073"/>
                  </a:lnTo>
                  <a:lnTo>
                    <a:pt x="2818258" y="593100"/>
                  </a:lnTo>
                  <a:lnTo>
                    <a:pt x="2773530" y="541692"/>
                  </a:lnTo>
                  <a:lnTo>
                    <a:pt x="2727799" y="493811"/>
                  </a:lnTo>
                  <a:lnTo>
                    <a:pt x="2702183" y="469036"/>
                  </a:lnTo>
                  <a:lnTo>
                    <a:pt x="2650991" y="423834"/>
                  </a:lnTo>
                  <a:lnTo>
                    <a:pt x="2597419" y="382503"/>
                  </a:lnTo>
                  <a:lnTo>
                    <a:pt x="2540812" y="344910"/>
                  </a:lnTo>
                  <a:lnTo>
                    <a:pt x="2480448" y="310795"/>
                  </a:lnTo>
                  <a:lnTo>
                    <a:pt x="2415579" y="279847"/>
                  </a:lnTo>
                  <a:lnTo>
                    <a:pt x="2345470" y="251740"/>
                  </a:lnTo>
                  <a:lnTo>
                    <a:pt x="2269446" y="226170"/>
                  </a:lnTo>
                  <a:lnTo>
                    <a:pt x="2186953" y="202866"/>
                  </a:lnTo>
                  <a:lnTo>
                    <a:pt x="2097646" y="181602"/>
                  </a:lnTo>
                  <a:lnTo>
                    <a:pt x="2001497" y="162201"/>
                  </a:lnTo>
                  <a:lnTo>
                    <a:pt x="1898917" y="144542"/>
                  </a:lnTo>
                  <a:lnTo>
                    <a:pt x="1790905" y="128552"/>
                  </a:lnTo>
                  <a:lnTo>
                    <a:pt x="1679161" y="114207"/>
                  </a:lnTo>
                  <a:lnTo>
                    <a:pt x="1566153" y="101521"/>
                  </a:lnTo>
                  <a:lnTo>
                    <a:pt x="1455082" y="90526"/>
                  </a:lnTo>
                  <a:lnTo>
                    <a:pt x="1349682" y="81255"/>
                  </a:lnTo>
                  <a:lnTo>
                    <a:pt x="1253860" y="73712"/>
                  </a:lnTo>
                  <a:lnTo>
                    <a:pt x="1171182" y="67852"/>
                  </a:lnTo>
                  <a:lnTo>
                    <a:pt x="1104321" y="63563"/>
                  </a:lnTo>
                  <a:lnTo>
                    <a:pt x="1054572" y="60662"/>
                  </a:lnTo>
                  <a:lnTo>
                    <a:pt x="1021575" y="58906"/>
                  </a:lnTo>
                  <a:lnTo>
                    <a:pt x="1003268" y="58015"/>
                  </a:lnTo>
                  <a:lnTo>
                    <a:pt x="996040" y="57692"/>
                  </a:lnTo>
                  <a:lnTo>
                    <a:pt x="994940" y="57646"/>
                  </a:lnTo>
                  <a:lnTo>
                    <a:pt x="0" y="57646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1" name="pl60"/>
            <p:cNvSpPr/>
            <p:nvPr/>
          </p:nvSpPr>
          <p:spPr>
            <a:xfrm>
              <a:off x="1199187" y="3715445"/>
              <a:ext cx="12049831" cy="2525985"/>
            </a:xfrm>
            <a:custGeom>
              <a:avLst/>
              <a:pathLst>
                <a:path w="12049831" h="2525985">
                  <a:moveTo>
                    <a:pt x="0" y="57646"/>
                  </a:moveTo>
                  <a:lnTo>
                    <a:pt x="994940" y="57646"/>
                  </a:lnTo>
                  <a:lnTo>
                    <a:pt x="996030" y="57692"/>
                  </a:lnTo>
                  <a:lnTo>
                    <a:pt x="1003230" y="58013"/>
                  </a:lnTo>
                  <a:lnTo>
                    <a:pt x="1021496" y="58902"/>
                  </a:lnTo>
                  <a:lnTo>
                    <a:pt x="1054442" y="60654"/>
                  </a:lnTo>
                  <a:lnTo>
                    <a:pt x="1104137" y="63551"/>
                  </a:lnTo>
                  <a:lnTo>
                    <a:pt x="1170945" y="67836"/>
                  </a:lnTo>
                  <a:lnTo>
                    <a:pt x="1253577" y="73691"/>
                  </a:lnTo>
                  <a:lnTo>
                    <a:pt x="1349363" y="81228"/>
                  </a:lnTo>
                  <a:lnTo>
                    <a:pt x="1454738" y="90494"/>
                  </a:lnTo>
                  <a:lnTo>
                    <a:pt x="1565797" y="101484"/>
                  </a:lnTo>
                  <a:lnTo>
                    <a:pt x="1678804" y="114165"/>
                  </a:lnTo>
                  <a:lnTo>
                    <a:pt x="1790557" y="128504"/>
                  </a:lnTo>
                  <a:lnTo>
                    <a:pt x="1898584" y="144489"/>
                  </a:lnTo>
                  <a:lnTo>
                    <a:pt x="2001182" y="162143"/>
                  </a:lnTo>
                  <a:lnTo>
                    <a:pt x="2097353" y="181538"/>
                  </a:lnTo>
                  <a:lnTo>
                    <a:pt x="2186682" y="202796"/>
                  </a:lnTo>
                  <a:lnTo>
                    <a:pt x="2269196" y="226093"/>
                  </a:lnTo>
                  <a:lnTo>
                    <a:pt x="2345240" y="251656"/>
                  </a:lnTo>
                  <a:lnTo>
                    <a:pt x="2415366" y="279754"/>
                  </a:lnTo>
                  <a:lnTo>
                    <a:pt x="2480250" y="310693"/>
                  </a:lnTo>
                  <a:lnTo>
                    <a:pt x="2540627" y="344797"/>
                  </a:lnTo>
                  <a:lnTo>
                    <a:pt x="2597245" y="382379"/>
                  </a:lnTo>
                  <a:lnTo>
                    <a:pt x="2650826" y="423697"/>
                  </a:lnTo>
                  <a:lnTo>
                    <a:pt x="2702025" y="468887"/>
                  </a:lnTo>
                  <a:lnTo>
                    <a:pt x="2702183" y="469036"/>
                  </a:lnTo>
                  <a:lnTo>
                    <a:pt x="2748616" y="515022"/>
                  </a:lnTo>
                  <a:lnTo>
                    <a:pt x="2793852" y="564489"/>
                  </a:lnTo>
                  <a:lnTo>
                    <a:pt x="2838228" y="617507"/>
                  </a:lnTo>
                  <a:lnTo>
                    <a:pt x="2882013" y="674086"/>
                  </a:lnTo>
                  <a:lnTo>
                    <a:pt x="2925418" y="734167"/>
                  </a:lnTo>
                  <a:lnTo>
                    <a:pt x="2968608" y="797619"/>
                  </a:lnTo>
                  <a:lnTo>
                    <a:pt x="3011703" y="864232"/>
                  </a:lnTo>
                  <a:lnTo>
                    <a:pt x="3054787" y="933719"/>
                  </a:lnTo>
                  <a:lnTo>
                    <a:pt x="3097911" y="1005716"/>
                  </a:lnTo>
                  <a:lnTo>
                    <a:pt x="3141099" y="1079786"/>
                  </a:lnTo>
                  <a:lnTo>
                    <a:pt x="3184353" y="1155436"/>
                  </a:lnTo>
                  <a:lnTo>
                    <a:pt x="3227657" y="1232119"/>
                  </a:lnTo>
                  <a:lnTo>
                    <a:pt x="3270985" y="1309259"/>
                  </a:lnTo>
                  <a:lnTo>
                    <a:pt x="3314306" y="1386266"/>
                  </a:lnTo>
                  <a:lnTo>
                    <a:pt x="3357591" y="1462552"/>
                  </a:lnTo>
                  <a:lnTo>
                    <a:pt x="3400816" y="1537552"/>
                  </a:lnTo>
                  <a:lnTo>
                    <a:pt x="3443974" y="1610743"/>
                  </a:lnTo>
                  <a:lnTo>
                    <a:pt x="3487075" y="1681655"/>
                  </a:lnTo>
                  <a:lnTo>
                    <a:pt x="3530156" y="1749884"/>
                  </a:lnTo>
                  <a:lnTo>
                    <a:pt x="3573281" y="1815099"/>
                  </a:lnTo>
                  <a:lnTo>
                    <a:pt x="3616551" y="1877049"/>
                  </a:lnTo>
                  <a:lnTo>
                    <a:pt x="3660105" y="1935559"/>
                  </a:lnTo>
                  <a:lnTo>
                    <a:pt x="3704127" y="1990531"/>
                  </a:lnTo>
                  <a:lnTo>
                    <a:pt x="3748855" y="2041939"/>
                  </a:lnTo>
                  <a:lnTo>
                    <a:pt x="3794586" y="2089820"/>
                  </a:lnTo>
                  <a:lnTo>
                    <a:pt x="3820202" y="2114595"/>
                  </a:lnTo>
                  <a:lnTo>
                    <a:pt x="3871394" y="2159798"/>
                  </a:lnTo>
                  <a:lnTo>
                    <a:pt x="3924966" y="2201129"/>
                  </a:lnTo>
                  <a:lnTo>
                    <a:pt x="3981573" y="2238722"/>
                  </a:lnTo>
                  <a:lnTo>
                    <a:pt x="4041937" y="2272836"/>
                  </a:lnTo>
                  <a:lnTo>
                    <a:pt x="4106806" y="2303785"/>
                  </a:lnTo>
                  <a:lnTo>
                    <a:pt x="4176915" y="2331891"/>
                  </a:lnTo>
                  <a:lnTo>
                    <a:pt x="4252939" y="2357461"/>
                  </a:lnTo>
                  <a:lnTo>
                    <a:pt x="4335432" y="2380765"/>
                  </a:lnTo>
                  <a:lnTo>
                    <a:pt x="4424739" y="2402030"/>
                  </a:lnTo>
                  <a:lnTo>
                    <a:pt x="4520888" y="2421430"/>
                  </a:lnTo>
                  <a:lnTo>
                    <a:pt x="4623468" y="2439090"/>
                  </a:lnTo>
                  <a:lnTo>
                    <a:pt x="4731480" y="2455080"/>
                  </a:lnTo>
                  <a:lnTo>
                    <a:pt x="4843224" y="2469424"/>
                  </a:lnTo>
                  <a:lnTo>
                    <a:pt x="4956232" y="2482111"/>
                  </a:lnTo>
                  <a:lnTo>
                    <a:pt x="5067303" y="2493105"/>
                  </a:lnTo>
                  <a:lnTo>
                    <a:pt x="5172703" y="2502377"/>
                  </a:lnTo>
                  <a:lnTo>
                    <a:pt x="5268525" y="2509920"/>
                  </a:lnTo>
                  <a:lnTo>
                    <a:pt x="5351203" y="2515780"/>
                  </a:lnTo>
                  <a:lnTo>
                    <a:pt x="5418064" y="2520069"/>
                  </a:lnTo>
                  <a:lnTo>
                    <a:pt x="5467813" y="2522970"/>
                  </a:lnTo>
                  <a:lnTo>
                    <a:pt x="5500810" y="2524725"/>
                  </a:lnTo>
                  <a:lnTo>
                    <a:pt x="5519117" y="2525616"/>
                  </a:lnTo>
                  <a:lnTo>
                    <a:pt x="5526345" y="2525940"/>
                  </a:lnTo>
                  <a:lnTo>
                    <a:pt x="5527445" y="2525985"/>
                  </a:lnTo>
                  <a:lnTo>
                    <a:pt x="5527445" y="2525985"/>
                  </a:lnTo>
                  <a:lnTo>
                    <a:pt x="6522385" y="2525985"/>
                  </a:lnTo>
                  <a:lnTo>
                    <a:pt x="6523474" y="2525939"/>
                  </a:lnTo>
                  <a:lnTo>
                    <a:pt x="6530660" y="2525610"/>
                  </a:lnTo>
                  <a:lnTo>
                    <a:pt x="6548893" y="2524703"/>
                  </a:lnTo>
                  <a:lnTo>
                    <a:pt x="6581782" y="2522913"/>
                  </a:lnTo>
                  <a:lnTo>
                    <a:pt x="6631394" y="2519954"/>
                  </a:lnTo>
                  <a:lnTo>
                    <a:pt x="6698100" y="2515578"/>
                  </a:lnTo>
                  <a:lnTo>
                    <a:pt x="6780616" y="2509597"/>
                  </a:lnTo>
                  <a:lnTo>
                    <a:pt x="6876284" y="2501897"/>
                  </a:lnTo>
                  <a:lnTo>
                    <a:pt x="6981549" y="2492430"/>
                  </a:lnTo>
                  <a:lnTo>
                    <a:pt x="7092514" y="2481203"/>
                  </a:lnTo>
                  <a:lnTo>
                    <a:pt x="7205446" y="2468245"/>
                  </a:lnTo>
                  <a:lnTo>
                    <a:pt x="7317147" y="2453593"/>
                  </a:lnTo>
                  <a:lnTo>
                    <a:pt x="7425142" y="2437260"/>
                  </a:lnTo>
                  <a:lnTo>
                    <a:pt x="7527726" y="2419220"/>
                  </a:lnTo>
                  <a:lnTo>
                    <a:pt x="7623898" y="2399402"/>
                  </a:lnTo>
                  <a:lnTo>
                    <a:pt x="7713237" y="2377681"/>
                  </a:lnTo>
                  <a:lnTo>
                    <a:pt x="7795770" y="2353879"/>
                  </a:lnTo>
                  <a:lnTo>
                    <a:pt x="7871835" y="2327764"/>
                  </a:lnTo>
                  <a:lnTo>
                    <a:pt x="7941983" y="2299061"/>
                  </a:lnTo>
                  <a:lnTo>
                    <a:pt x="8006887" y="2267459"/>
                  </a:lnTo>
                  <a:lnTo>
                    <a:pt x="8067279" y="2232626"/>
                  </a:lnTo>
                  <a:lnTo>
                    <a:pt x="8123908" y="2194243"/>
                  </a:lnTo>
                  <a:lnTo>
                    <a:pt x="8177493" y="2152044"/>
                  </a:lnTo>
                  <a:lnTo>
                    <a:pt x="8228691" y="2105888"/>
                  </a:lnTo>
                  <a:lnTo>
                    <a:pt x="8229629" y="2104988"/>
                  </a:lnTo>
                  <a:lnTo>
                    <a:pt x="8275699" y="2058315"/>
                  </a:lnTo>
                  <a:lnTo>
                    <a:pt x="8320589" y="2008136"/>
                  </a:lnTo>
                  <a:lnTo>
                    <a:pt x="8364627" y="1954382"/>
                  </a:lnTo>
                  <a:lnTo>
                    <a:pt x="8408078" y="1897040"/>
                  </a:lnTo>
                  <a:lnTo>
                    <a:pt x="8451149" y="1836167"/>
                  </a:lnTo>
                  <a:lnTo>
                    <a:pt x="8494003" y="1771893"/>
                  </a:lnTo>
                  <a:lnTo>
                    <a:pt x="8536759" y="1704423"/>
                  </a:lnTo>
                  <a:lnTo>
                    <a:pt x="8579501" y="1634040"/>
                  </a:lnTo>
                  <a:lnTo>
                    <a:pt x="8622279" y="1561104"/>
                  </a:lnTo>
                  <a:lnTo>
                    <a:pt x="8665120" y="1486045"/>
                  </a:lnTo>
                  <a:lnTo>
                    <a:pt x="8708026" y="1409355"/>
                  </a:lnTo>
                  <a:lnTo>
                    <a:pt x="8750984" y="1331574"/>
                  </a:lnTo>
                  <a:lnTo>
                    <a:pt x="8793968" y="1253277"/>
                  </a:lnTo>
                  <a:lnTo>
                    <a:pt x="8836948" y="1175052"/>
                  </a:lnTo>
                  <a:lnTo>
                    <a:pt x="8879895" y="1097489"/>
                  </a:lnTo>
                  <a:lnTo>
                    <a:pt x="8922786" y="1021155"/>
                  </a:lnTo>
                  <a:lnTo>
                    <a:pt x="8965610" y="946579"/>
                  </a:lnTo>
                  <a:lnTo>
                    <a:pt x="9008376" y="874239"/>
                  </a:lnTo>
                  <a:lnTo>
                    <a:pt x="9051115" y="804547"/>
                  </a:lnTo>
                  <a:lnTo>
                    <a:pt x="9093886" y="737846"/>
                  </a:lnTo>
                  <a:lnTo>
                    <a:pt x="9136782" y="674399"/>
                  </a:lnTo>
                  <a:lnTo>
                    <a:pt x="9179931" y="614393"/>
                  </a:lnTo>
                  <a:lnTo>
                    <a:pt x="9223506" y="557938"/>
                  </a:lnTo>
                  <a:lnTo>
                    <a:pt x="9267728" y="505074"/>
                  </a:lnTo>
                  <a:lnTo>
                    <a:pt x="9312877" y="455774"/>
                  </a:lnTo>
                  <a:lnTo>
                    <a:pt x="9347647" y="420997"/>
                  </a:lnTo>
                  <a:lnTo>
                    <a:pt x="9398806" y="374768"/>
                  </a:lnTo>
                  <a:lnTo>
                    <a:pt x="9452341" y="332495"/>
                  </a:lnTo>
                  <a:lnTo>
                    <a:pt x="9508906" y="294043"/>
                  </a:lnTo>
                  <a:lnTo>
                    <a:pt x="9569221" y="259147"/>
                  </a:lnTo>
                  <a:lnTo>
                    <a:pt x="9634033" y="227487"/>
                  </a:lnTo>
                  <a:lnTo>
                    <a:pt x="9704077" y="198733"/>
                  </a:lnTo>
                  <a:lnTo>
                    <a:pt x="9780026" y="172572"/>
                  </a:lnTo>
                  <a:lnTo>
                    <a:pt x="9862433" y="148729"/>
                  </a:lnTo>
                  <a:lnTo>
                    <a:pt x="9951644" y="126971"/>
                  </a:lnTo>
                  <a:lnTo>
                    <a:pt x="10047690" y="107119"/>
                  </a:lnTo>
                  <a:lnTo>
                    <a:pt x="10150162" y="89047"/>
                  </a:lnTo>
                  <a:lnTo>
                    <a:pt x="10258069" y="72681"/>
                  </a:lnTo>
                  <a:lnTo>
                    <a:pt x="10369721" y="57998"/>
                  </a:lnTo>
                  <a:lnTo>
                    <a:pt x="10482657" y="45009"/>
                  </a:lnTo>
                  <a:lnTo>
                    <a:pt x="10593692" y="33748"/>
                  </a:lnTo>
                  <a:lnTo>
                    <a:pt x="10699099" y="24248"/>
                  </a:lnTo>
                  <a:lnTo>
                    <a:pt x="10794982" y="16516"/>
                  </a:lnTo>
                  <a:lnTo>
                    <a:pt x="10877772" y="10504"/>
                  </a:lnTo>
                  <a:lnTo>
                    <a:pt x="10944790" y="6099"/>
                  </a:lnTo>
                  <a:lnTo>
                    <a:pt x="10994724" y="3115"/>
                  </a:lnTo>
                  <a:lnTo>
                    <a:pt x="11027912" y="1307"/>
                  </a:lnTo>
                  <a:lnTo>
                    <a:pt x="11046390" y="385"/>
                  </a:lnTo>
                  <a:lnTo>
                    <a:pt x="11053742" y="48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" name="pl61"/>
            <p:cNvSpPr/>
            <p:nvPr/>
          </p:nvSpPr>
          <p:spPr>
            <a:xfrm>
              <a:off x="1199187" y="3710204"/>
              <a:ext cx="12049831" cy="2525985"/>
            </a:xfrm>
            <a:custGeom>
              <a:avLst/>
              <a:pathLst>
                <a:path w="12049831" h="2525985">
                  <a:moveTo>
                    <a:pt x="12049831" y="0"/>
                  </a:moveTo>
                  <a:lnTo>
                    <a:pt x="11054891" y="0"/>
                  </a:lnTo>
                  <a:lnTo>
                    <a:pt x="11053803" y="46"/>
                  </a:lnTo>
                  <a:lnTo>
                    <a:pt x="11046617" y="374"/>
                  </a:lnTo>
                  <a:lnTo>
                    <a:pt x="11028384" y="1282"/>
                  </a:lnTo>
                  <a:lnTo>
                    <a:pt x="10995495" y="3072"/>
                  </a:lnTo>
                  <a:lnTo>
                    <a:pt x="10945883" y="6031"/>
                  </a:lnTo>
                  <a:lnTo>
                    <a:pt x="10879177" y="10407"/>
                  </a:lnTo>
                  <a:lnTo>
                    <a:pt x="10796661" y="16388"/>
                  </a:lnTo>
                  <a:lnTo>
                    <a:pt x="10700992" y="24088"/>
                  </a:lnTo>
                  <a:lnTo>
                    <a:pt x="10595727" y="33554"/>
                  </a:lnTo>
                  <a:lnTo>
                    <a:pt x="10484763" y="44782"/>
                  </a:lnTo>
                  <a:lnTo>
                    <a:pt x="10371830" y="57739"/>
                  </a:lnTo>
                  <a:lnTo>
                    <a:pt x="10260130" y="72391"/>
                  </a:lnTo>
                  <a:lnTo>
                    <a:pt x="10152135" y="88725"/>
                  </a:lnTo>
                  <a:lnTo>
                    <a:pt x="10049550" y="106765"/>
                  </a:lnTo>
                  <a:lnTo>
                    <a:pt x="9953378" y="126583"/>
                  </a:lnTo>
                  <a:lnTo>
                    <a:pt x="9864039" y="148303"/>
                  </a:lnTo>
                  <a:lnTo>
                    <a:pt x="9781507" y="172106"/>
                  </a:lnTo>
                  <a:lnTo>
                    <a:pt x="9705441" y="198221"/>
                  </a:lnTo>
                  <a:lnTo>
                    <a:pt x="9635293" y="226923"/>
                  </a:lnTo>
                  <a:lnTo>
                    <a:pt x="9570390" y="258526"/>
                  </a:lnTo>
                  <a:lnTo>
                    <a:pt x="9509997" y="293358"/>
                  </a:lnTo>
                  <a:lnTo>
                    <a:pt x="9453369" y="331742"/>
                  </a:lnTo>
                  <a:lnTo>
                    <a:pt x="9399784" y="373941"/>
                  </a:lnTo>
                  <a:lnTo>
                    <a:pt x="9348586" y="420096"/>
                  </a:lnTo>
                  <a:lnTo>
                    <a:pt x="9347647" y="420997"/>
                  </a:lnTo>
                  <a:lnTo>
                    <a:pt x="9301578" y="467670"/>
                  </a:lnTo>
                  <a:lnTo>
                    <a:pt x="9256688" y="517848"/>
                  </a:lnTo>
                  <a:lnTo>
                    <a:pt x="9212649" y="571603"/>
                  </a:lnTo>
                  <a:lnTo>
                    <a:pt x="9169199" y="628945"/>
                  </a:lnTo>
                  <a:lnTo>
                    <a:pt x="9126127" y="689817"/>
                  </a:lnTo>
                  <a:lnTo>
                    <a:pt x="9083273" y="754091"/>
                  </a:lnTo>
                  <a:lnTo>
                    <a:pt x="9040517" y="821562"/>
                  </a:lnTo>
                  <a:lnTo>
                    <a:pt x="8997776" y="891945"/>
                  </a:lnTo>
                  <a:lnTo>
                    <a:pt x="8954997" y="964881"/>
                  </a:lnTo>
                  <a:lnTo>
                    <a:pt x="8912156" y="1039939"/>
                  </a:lnTo>
                  <a:lnTo>
                    <a:pt x="8869250" y="1116629"/>
                  </a:lnTo>
                  <a:lnTo>
                    <a:pt x="8826292" y="1194410"/>
                  </a:lnTo>
                  <a:lnTo>
                    <a:pt x="8783308" y="1272708"/>
                  </a:lnTo>
                  <a:lnTo>
                    <a:pt x="8740328" y="1350932"/>
                  </a:lnTo>
                  <a:lnTo>
                    <a:pt x="8697381" y="1428495"/>
                  </a:lnTo>
                  <a:lnTo>
                    <a:pt x="8654491" y="1504830"/>
                  </a:lnTo>
                  <a:lnTo>
                    <a:pt x="8611666" y="1579406"/>
                  </a:lnTo>
                  <a:lnTo>
                    <a:pt x="8568900" y="1651746"/>
                  </a:lnTo>
                  <a:lnTo>
                    <a:pt x="8526161" y="1721437"/>
                  </a:lnTo>
                  <a:lnTo>
                    <a:pt x="8483390" y="1788139"/>
                  </a:lnTo>
                  <a:lnTo>
                    <a:pt x="8440495" y="1851585"/>
                  </a:lnTo>
                  <a:lnTo>
                    <a:pt x="8397346" y="1911591"/>
                  </a:lnTo>
                  <a:lnTo>
                    <a:pt x="8353771" y="1968046"/>
                  </a:lnTo>
                  <a:lnTo>
                    <a:pt x="8309548" y="2020911"/>
                  </a:lnTo>
                  <a:lnTo>
                    <a:pt x="8264399" y="2070211"/>
                  </a:lnTo>
                  <a:lnTo>
                    <a:pt x="8229629" y="2104988"/>
                  </a:lnTo>
                  <a:lnTo>
                    <a:pt x="8178470" y="2151217"/>
                  </a:lnTo>
                  <a:lnTo>
                    <a:pt x="8124936" y="2193489"/>
                  </a:lnTo>
                  <a:lnTo>
                    <a:pt x="8068371" y="2231942"/>
                  </a:lnTo>
                  <a:lnTo>
                    <a:pt x="8008055" y="2266838"/>
                  </a:lnTo>
                  <a:lnTo>
                    <a:pt x="7943243" y="2298498"/>
                  </a:lnTo>
                  <a:lnTo>
                    <a:pt x="7873200" y="2327252"/>
                  </a:lnTo>
                  <a:lnTo>
                    <a:pt x="7797250" y="2353412"/>
                  </a:lnTo>
                  <a:lnTo>
                    <a:pt x="7714843" y="2377256"/>
                  </a:lnTo>
                  <a:lnTo>
                    <a:pt x="7625632" y="2399014"/>
                  </a:lnTo>
                  <a:lnTo>
                    <a:pt x="7529586" y="2418866"/>
                  </a:lnTo>
                  <a:lnTo>
                    <a:pt x="7427114" y="2436938"/>
                  </a:lnTo>
                  <a:lnTo>
                    <a:pt x="7319207" y="2453303"/>
                  </a:lnTo>
                  <a:lnTo>
                    <a:pt x="7207556" y="2467987"/>
                  </a:lnTo>
                  <a:lnTo>
                    <a:pt x="7094619" y="2480976"/>
                  </a:lnTo>
                  <a:lnTo>
                    <a:pt x="6983585" y="2492237"/>
                  </a:lnTo>
                  <a:lnTo>
                    <a:pt x="6878177" y="2501736"/>
                  </a:lnTo>
                  <a:lnTo>
                    <a:pt x="6782295" y="2509469"/>
                  </a:lnTo>
                  <a:lnTo>
                    <a:pt x="6699504" y="2515481"/>
                  </a:lnTo>
                  <a:lnTo>
                    <a:pt x="6632486" y="2519886"/>
                  </a:lnTo>
                  <a:lnTo>
                    <a:pt x="6582553" y="2522869"/>
                  </a:lnTo>
                  <a:lnTo>
                    <a:pt x="6549365" y="2524678"/>
                  </a:lnTo>
                  <a:lnTo>
                    <a:pt x="6530886" y="2525600"/>
                  </a:lnTo>
                  <a:lnTo>
                    <a:pt x="6523535" y="2525936"/>
                  </a:lnTo>
                  <a:lnTo>
                    <a:pt x="6522386" y="2525985"/>
                  </a:lnTo>
                  <a:lnTo>
                    <a:pt x="6522385" y="2525985"/>
                  </a:lnTo>
                  <a:lnTo>
                    <a:pt x="5527445" y="2525985"/>
                  </a:lnTo>
                  <a:lnTo>
                    <a:pt x="5526355" y="2525940"/>
                  </a:lnTo>
                  <a:lnTo>
                    <a:pt x="5519155" y="2525618"/>
                  </a:lnTo>
                  <a:lnTo>
                    <a:pt x="5500889" y="2524729"/>
                  </a:lnTo>
                  <a:lnTo>
                    <a:pt x="5467943" y="2522977"/>
                  </a:lnTo>
                  <a:lnTo>
                    <a:pt x="5418248" y="2520080"/>
                  </a:lnTo>
                  <a:lnTo>
                    <a:pt x="5351440" y="2515796"/>
                  </a:lnTo>
                  <a:lnTo>
                    <a:pt x="5268808" y="2509941"/>
                  </a:lnTo>
                  <a:lnTo>
                    <a:pt x="5173022" y="2502403"/>
                  </a:lnTo>
                  <a:lnTo>
                    <a:pt x="5067647" y="2493137"/>
                  </a:lnTo>
                  <a:lnTo>
                    <a:pt x="4956588" y="2482148"/>
                  </a:lnTo>
                  <a:lnTo>
                    <a:pt x="4843581" y="2469467"/>
                  </a:lnTo>
                  <a:lnTo>
                    <a:pt x="4731828" y="2455128"/>
                  </a:lnTo>
                  <a:lnTo>
                    <a:pt x="4623801" y="2439143"/>
                  </a:lnTo>
                  <a:lnTo>
                    <a:pt x="4521203" y="2421489"/>
                  </a:lnTo>
                  <a:lnTo>
                    <a:pt x="4425032" y="2402094"/>
                  </a:lnTo>
                  <a:lnTo>
                    <a:pt x="4335703" y="2380836"/>
                  </a:lnTo>
                  <a:lnTo>
                    <a:pt x="4253189" y="2357538"/>
                  </a:lnTo>
                  <a:lnTo>
                    <a:pt x="4177145" y="2331976"/>
                  </a:lnTo>
                  <a:lnTo>
                    <a:pt x="4107019" y="2303878"/>
                  </a:lnTo>
                  <a:lnTo>
                    <a:pt x="4042135" y="2272939"/>
                  </a:lnTo>
                  <a:lnTo>
                    <a:pt x="3981758" y="2238835"/>
                  </a:lnTo>
                  <a:lnTo>
                    <a:pt x="3925140" y="2201253"/>
                  </a:lnTo>
                  <a:lnTo>
                    <a:pt x="3871559" y="2159934"/>
                  </a:lnTo>
                  <a:lnTo>
                    <a:pt x="3820360" y="2114744"/>
                  </a:lnTo>
                  <a:lnTo>
                    <a:pt x="3820202" y="2114595"/>
                  </a:lnTo>
                  <a:lnTo>
                    <a:pt x="3773769" y="2068610"/>
                  </a:lnTo>
                  <a:lnTo>
                    <a:pt x="3728533" y="2019143"/>
                  </a:lnTo>
                  <a:lnTo>
                    <a:pt x="3684157" y="1966125"/>
                  </a:lnTo>
                  <a:lnTo>
                    <a:pt x="3640372" y="1909546"/>
                  </a:lnTo>
                  <a:lnTo>
                    <a:pt x="3596967" y="1849465"/>
                  </a:lnTo>
                  <a:lnTo>
                    <a:pt x="3553777" y="1786013"/>
                  </a:lnTo>
                  <a:lnTo>
                    <a:pt x="3510682" y="1719399"/>
                  </a:lnTo>
                  <a:lnTo>
                    <a:pt x="3467598" y="1649912"/>
                  </a:lnTo>
                  <a:lnTo>
                    <a:pt x="3424474" y="1577916"/>
                  </a:lnTo>
                  <a:lnTo>
                    <a:pt x="3381286" y="1503845"/>
                  </a:lnTo>
                  <a:lnTo>
                    <a:pt x="3338032" y="1428196"/>
                  </a:lnTo>
                  <a:lnTo>
                    <a:pt x="3294728" y="1351513"/>
                  </a:lnTo>
                  <a:lnTo>
                    <a:pt x="3251400" y="1274372"/>
                  </a:lnTo>
                  <a:lnTo>
                    <a:pt x="3208078" y="1197366"/>
                  </a:lnTo>
                  <a:lnTo>
                    <a:pt x="3164794" y="1121080"/>
                  </a:lnTo>
                  <a:lnTo>
                    <a:pt x="3121569" y="1046079"/>
                  </a:lnTo>
                  <a:lnTo>
                    <a:pt x="3078411" y="972888"/>
                  </a:lnTo>
                  <a:lnTo>
                    <a:pt x="3035310" y="901976"/>
                  </a:lnTo>
                  <a:lnTo>
                    <a:pt x="2992229" y="833748"/>
                  </a:lnTo>
                  <a:lnTo>
                    <a:pt x="2949104" y="768532"/>
                  </a:lnTo>
                  <a:lnTo>
                    <a:pt x="2905834" y="706583"/>
                  </a:lnTo>
                  <a:lnTo>
                    <a:pt x="2862280" y="648073"/>
                  </a:lnTo>
                  <a:lnTo>
                    <a:pt x="2818258" y="593100"/>
                  </a:lnTo>
                  <a:lnTo>
                    <a:pt x="2773530" y="541692"/>
                  </a:lnTo>
                  <a:lnTo>
                    <a:pt x="2727799" y="493811"/>
                  </a:lnTo>
                  <a:lnTo>
                    <a:pt x="2702183" y="469036"/>
                  </a:lnTo>
                  <a:lnTo>
                    <a:pt x="2650991" y="423834"/>
                  </a:lnTo>
                  <a:lnTo>
                    <a:pt x="2597419" y="382503"/>
                  </a:lnTo>
                  <a:lnTo>
                    <a:pt x="2540812" y="344910"/>
                  </a:lnTo>
                  <a:lnTo>
                    <a:pt x="2480448" y="310795"/>
                  </a:lnTo>
                  <a:lnTo>
                    <a:pt x="2415579" y="279847"/>
                  </a:lnTo>
                  <a:lnTo>
                    <a:pt x="2345470" y="251740"/>
                  </a:lnTo>
                  <a:lnTo>
                    <a:pt x="2269446" y="226170"/>
                  </a:lnTo>
                  <a:lnTo>
                    <a:pt x="2186953" y="202866"/>
                  </a:lnTo>
                  <a:lnTo>
                    <a:pt x="2097646" y="181602"/>
                  </a:lnTo>
                  <a:lnTo>
                    <a:pt x="2001497" y="162201"/>
                  </a:lnTo>
                  <a:lnTo>
                    <a:pt x="1898917" y="144542"/>
                  </a:lnTo>
                  <a:lnTo>
                    <a:pt x="1790905" y="128552"/>
                  </a:lnTo>
                  <a:lnTo>
                    <a:pt x="1679161" y="114207"/>
                  </a:lnTo>
                  <a:lnTo>
                    <a:pt x="1566153" y="101521"/>
                  </a:lnTo>
                  <a:lnTo>
                    <a:pt x="1455082" y="90526"/>
                  </a:lnTo>
                  <a:lnTo>
                    <a:pt x="1349682" y="81255"/>
                  </a:lnTo>
                  <a:lnTo>
                    <a:pt x="1253860" y="73712"/>
                  </a:lnTo>
                  <a:lnTo>
                    <a:pt x="1171182" y="67852"/>
                  </a:lnTo>
                  <a:lnTo>
                    <a:pt x="1104321" y="63563"/>
                  </a:lnTo>
                  <a:lnTo>
                    <a:pt x="1054572" y="60662"/>
                  </a:lnTo>
                  <a:lnTo>
                    <a:pt x="1021575" y="58906"/>
                  </a:lnTo>
                  <a:lnTo>
                    <a:pt x="1003268" y="58015"/>
                  </a:lnTo>
                  <a:lnTo>
                    <a:pt x="996040" y="57692"/>
                  </a:lnTo>
                  <a:lnTo>
                    <a:pt x="994940" y="57646"/>
                  </a:lnTo>
                  <a:lnTo>
                    <a:pt x="994940" y="57646"/>
                  </a:lnTo>
                  <a:lnTo>
                    <a:pt x="0" y="57646"/>
                  </a:lnTo>
                  <a:lnTo>
                    <a:pt x="0" y="576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" name="pg62"/>
            <p:cNvSpPr/>
            <p:nvPr/>
          </p:nvSpPr>
          <p:spPr>
            <a:xfrm>
              <a:off x="1199187" y="3773092"/>
              <a:ext cx="12049831" cy="2484060"/>
            </a:xfrm>
            <a:custGeom>
              <a:avLst/>
              <a:pathLst>
                <a:path w="12049831" h="2484060">
                  <a:moveTo>
                    <a:pt x="0" y="5240"/>
                  </a:moveTo>
                  <a:lnTo>
                    <a:pt x="994940" y="5240"/>
                  </a:lnTo>
                  <a:lnTo>
                    <a:pt x="996029" y="5286"/>
                  </a:lnTo>
                  <a:lnTo>
                    <a:pt x="1003227" y="5609"/>
                  </a:lnTo>
                  <a:lnTo>
                    <a:pt x="1021487" y="6501"/>
                  </a:lnTo>
                  <a:lnTo>
                    <a:pt x="1054423" y="8260"/>
                  </a:lnTo>
                  <a:lnTo>
                    <a:pt x="1104103" y="11168"/>
                  </a:lnTo>
                  <a:lnTo>
                    <a:pt x="1170893" y="15469"/>
                  </a:lnTo>
                  <a:lnTo>
                    <a:pt x="1253503" y="21347"/>
                  </a:lnTo>
                  <a:lnTo>
                    <a:pt x="1349268" y="28914"/>
                  </a:lnTo>
                  <a:lnTo>
                    <a:pt x="1454623" y="38217"/>
                  </a:lnTo>
                  <a:lnTo>
                    <a:pt x="1565666" y="49250"/>
                  </a:lnTo>
                  <a:lnTo>
                    <a:pt x="1678659" y="61981"/>
                  </a:lnTo>
                  <a:lnTo>
                    <a:pt x="1790403" y="76377"/>
                  </a:lnTo>
                  <a:lnTo>
                    <a:pt x="1898424" y="92425"/>
                  </a:lnTo>
                  <a:lnTo>
                    <a:pt x="2001020" y="110150"/>
                  </a:lnTo>
                  <a:lnTo>
                    <a:pt x="2097191" y="129622"/>
                  </a:lnTo>
                  <a:lnTo>
                    <a:pt x="2186521" y="150964"/>
                  </a:lnTo>
                  <a:lnTo>
                    <a:pt x="2269038" y="174354"/>
                  </a:lnTo>
                  <a:lnTo>
                    <a:pt x="2345087" y="200017"/>
                  </a:lnTo>
                  <a:lnTo>
                    <a:pt x="2415217" y="228225"/>
                  </a:lnTo>
                  <a:lnTo>
                    <a:pt x="2480104" y="259285"/>
                  </a:lnTo>
                  <a:lnTo>
                    <a:pt x="2540484" y="293522"/>
                  </a:lnTo>
                  <a:lnTo>
                    <a:pt x="2597104" y="331250"/>
                  </a:lnTo>
                  <a:lnTo>
                    <a:pt x="2650685" y="372729"/>
                  </a:lnTo>
                  <a:lnTo>
                    <a:pt x="2701884" y="418095"/>
                  </a:lnTo>
                  <a:lnTo>
                    <a:pt x="2702183" y="418377"/>
                  </a:lnTo>
                  <a:lnTo>
                    <a:pt x="2748550" y="464488"/>
                  </a:lnTo>
                  <a:lnTo>
                    <a:pt x="2793722" y="514085"/>
                  </a:lnTo>
                  <a:lnTo>
                    <a:pt x="2838037" y="567238"/>
                  </a:lnTo>
                  <a:lnTo>
                    <a:pt x="2881760" y="623957"/>
                  </a:lnTo>
                  <a:lnTo>
                    <a:pt x="2925104" y="684183"/>
                  </a:lnTo>
                  <a:lnTo>
                    <a:pt x="2968233" y="747786"/>
                  </a:lnTo>
                  <a:lnTo>
                    <a:pt x="3011265" y="814557"/>
                  </a:lnTo>
                  <a:lnTo>
                    <a:pt x="3054286" y="884208"/>
                  </a:lnTo>
                  <a:lnTo>
                    <a:pt x="3097347" y="956377"/>
                  </a:lnTo>
                  <a:lnTo>
                    <a:pt x="3140472" y="1030629"/>
                  </a:lnTo>
                  <a:lnTo>
                    <a:pt x="3183662" y="1106469"/>
                  </a:lnTo>
                  <a:lnTo>
                    <a:pt x="3226903" y="1183354"/>
                  </a:lnTo>
                  <a:lnTo>
                    <a:pt x="3270168" y="1260706"/>
                  </a:lnTo>
                  <a:lnTo>
                    <a:pt x="3313427" y="1337936"/>
                  </a:lnTo>
                  <a:lnTo>
                    <a:pt x="3356650" y="1414456"/>
                  </a:lnTo>
                  <a:lnTo>
                    <a:pt x="3399814" y="1489701"/>
                  </a:lnTo>
                  <a:lnTo>
                    <a:pt x="3442911" y="1563145"/>
                  </a:lnTo>
                  <a:lnTo>
                    <a:pt x="3485951" y="1634319"/>
                  </a:lnTo>
                  <a:lnTo>
                    <a:pt x="3528968" y="1702814"/>
                  </a:lnTo>
                  <a:lnTo>
                    <a:pt x="3572029" y="1768301"/>
                  </a:lnTo>
                  <a:lnTo>
                    <a:pt x="3615230" y="1830524"/>
                  </a:lnTo>
                  <a:lnTo>
                    <a:pt x="3658709" y="1889306"/>
                  </a:lnTo>
                  <a:lnTo>
                    <a:pt x="3702649" y="1944549"/>
                  </a:lnTo>
                  <a:lnTo>
                    <a:pt x="3747283" y="1996221"/>
                  </a:lnTo>
                  <a:lnTo>
                    <a:pt x="3792906" y="2044361"/>
                  </a:lnTo>
                  <a:lnTo>
                    <a:pt x="3820202" y="2070923"/>
                  </a:lnTo>
                  <a:lnTo>
                    <a:pt x="3871388" y="2116313"/>
                  </a:lnTo>
                  <a:lnTo>
                    <a:pt x="3924953" y="2157815"/>
                  </a:lnTo>
                  <a:lnTo>
                    <a:pt x="3981553" y="2195564"/>
                  </a:lnTo>
                  <a:lnTo>
                    <a:pt x="4041908" y="2229821"/>
                  </a:lnTo>
                  <a:lnTo>
                    <a:pt x="4106766" y="2260899"/>
                  </a:lnTo>
                  <a:lnTo>
                    <a:pt x="4176863" y="2289123"/>
                  </a:lnTo>
                  <a:lnTo>
                    <a:pt x="4252875" y="2314800"/>
                  </a:lnTo>
                  <a:lnTo>
                    <a:pt x="4335352" y="2338203"/>
                  </a:lnTo>
                  <a:lnTo>
                    <a:pt x="4424641" y="2359557"/>
                  </a:lnTo>
                  <a:lnTo>
                    <a:pt x="4520772" y="2379040"/>
                  </a:lnTo>
                  <a:lnTo>
                    <a:pt x="4623332" y="2396774"/>
                  </a:lnTo>
                  <a:lnTo>
                    <a:pt x="4731325" y="2412832"/>
                  </a:lnTo>
                  <a:lnTo>
                    <a:pt x="4843053" y="2427238"/>
                  </a:lnTo>
                  <a:lnTo>
                    <a:pt x="4956048" y="2439980"/>
                  </a:lnTo>
                  <a:lnTo>
                    <a:pt x="5067113" y="2451023"/>
                  </a:lnTo>
                  <a:lnTo>
                    <a:pt x="5172513" y="2460336"/>
                  </a:lnTo>
                  <a:lnTo>
                    <a:pt x="5268347" y="2467913"/>
                  </a:lnTo>
                  <a:lnTo>
                    <a:pt x="5351045" y="2473801"/>
                  </a:lnTo>
                  <a:lnTo>
                    <a:pt x="5417935" y="2478111"/>
                  </a:lnTo>
                  <a:lnTo>
                    <a:pt x="5467716" y="2481027"/>
                  </a:lnTo>
                  <a:lnTo>
                    <a:pt x="5500748" y="2482792"/>
                  </a:lnTo>
                  <a:lnTo>
                    <a:pt x="5519086" y="2483688"/>
                  </a:lnTo>
                  <a:lnTo>
                    <a:pt x="5526336" y="2484014"/>
                  </a:lnTo>
                  <a:lnTo>
                    <a:pt x="5527445" y="2484060"/>
                  </a:lnTo>
                  <a:lnTo>
                    <a:pt x="6522385" y="2484060"/>
                  </a:lnTo>
                  <a:lnTo>
                    <a:pt x="6523511" y="2484037"/>
                  </a:lnTo>
                  <a:lnTo>
                    <a:pt x="6530937" y="2483876"/>
                  </a:lnTo>
                  <a:lnTo>
                    <a:pt x="6549760" y="2483429"/>
                  </a:lnTo>
                  <a:lnTo>
                    <a:pt x="6583673" y="2482549"/>
                  </a:lnTo>
                  <a:lnTo>
                    <a:pt x="6634746" y="2481095"/>
                  </a:lnTo>
                  <a:lnTo>
                    <a:pt x="6703270" y="2478946"/>
                  </a:lnTo>
                  <a:lnTo>
                    <a:pt x="6787819" y="2476012"/>
                  </a:lnTo>
                  <a:lnTo>
                    <a:pt x="6885557" y="2472240"/>
                  </a:lnTo>
                  <a:lnTo>
                    <a:pt x="6992752" y="2467608"/>
                  </a:lnTo>
                  <a:lnTo>
                    <a:pt x="7105371" y="2462122"/>
                  </a:lnTo>
                  <a:lnTo>
                    <a:pt x="7219597" y="2455798"/>
                  </a:lnTo>
                  <a:lnTo>
                    <a:pt x="7332204" y="2448651"/>
                  </a:lnTo>
                  <a:lnTo>
                    <a:pt x="7440737" y="2440686"/>
                  </a:lnTo>
                  <a:lnTo>
                    <a:pt x="7543542" y="2431889"/>
                  </a:lnTo>
                  <a:lnTo>
                    <a:pt x="7639683" y="2422219"/>
                  </a:lnTo>
                  <a:lnTo>
                    <a:pt x="7728812" y="2411612"/>
                  </a:lnTo>
                  <a:lnTo>
                    <a:pt x="7811021" y="2399974"/>
                  </a:lnTo>
                  <a:lnTo>
                    <a:pt x="7886710" y="2387188"/>
                  </a:lnTo>
                  <a:lnTo>
                    <a:pt x="7956480" y="2373114"/>
                  </a:lnTo>
                  <a:lnTo>
                    <a:pt x="8021044" y="2357596"/>
                  </a:lnTo>
                  <a:lnTo>
                    <a:pt x="8081169" y="2340472"/>
                  </a:lnTo>
                  <a:lnTo>
                    <a:pt x="8137623" y="2321588"/>
                  </a:lnTo>
                  <a:lnTo>
                    <a:pt x="8191140" y="2300825"/>
                  </a:lnTo>
                  <a:lnTo>
                    <a:pt x="8229629" y="2284043"/>
                  </a:lnTo>
                  <a:lnTo>
                    <a:pt x="8285327" y="2256942"/>
                  </a:lnTo>
                  <a:lnTo>
                    <a:pt x="8339397" y="2227380"/>
                  </a:lnTo>
                  <a:lnTo>
                    <a:pt x="8392387" y="2195313"/>
                  </a:lnTo>
                  <a:lnTo>
                    <a:pt x="8444714" y="2160762"/>
                  </a:lnTo>
                  <a:lnTo>
                    <a:pt x="8496688" y="2123820"/>
                  </a:lnTo>
                  <a:lnTo>
                    <a:pt x="8548524" y="2084659"/>
                  </a:lnTo>
                  <a:lnTo>
                    <a:pt x="8600363" y="2043529"/>
                  </a:lnTo>
                  <a:lnTo>
                    <a:pt x="8652278" y="2000758"/>
                  </a:lnTo>
                  <a:lnTo>
                    <a:pt x="8704289" y="1956742"/>
                  </a:lnTo>
                  <a:lnTo>
                    <a:pt x="8756377" y="1911931"/>
                  </a:lnTo>
                  <a:lnTo>
                    <a:pt x="8808499" y="1866811"/>
                  </a:lnTo>
                  <a:lnTo>
                    <a:pt x="8860600" y="1821881"/>
                  </a:lnTo>
                  <a:lnTo>
                    <a:pt x="8912632" y="1777634"/>
                  </a:lnTo>
                  <a:lnTo>
                    <a:pt x="8964570" y="1734528"/>
                  </a:lnTo>
                  <a:lnTo>
                    <a:pt x="9016422" y="1692975"/>
                  </a:lnTo>
                  <a:lnTo>
                    <a:pt x="9068249" y="1653319"/>
                  </a:lnTo>
                  <a:lnTo>
                    <a:pt x="9120173" y="1615831"/>
                  </a:lnTo>
                  <a:lnTo>
                    <a:pt x="9172392" y="1580700"/>
                  </a:lnTo>
                  <a:lnTo>
                    <a:pt x="9225191" y="1548037"/>
                  </a:lnTo>
                  <a:lnTo>
                    <a:pt x="9278960" y="1517881"/>
                  </a:lnTo>
                  <a:lnTo>
                    <a:pt x="9334212" y="1490202"/>
                  </a:lnTo>
                  <a:lnTo>
                    <a:pt x="9347647" y="1483972"/>
                  </a:lnTo>
                  <a:lnTo>
                    <a:pt x="9399403" y="1461769"/>
                  </a:lnTo>
                  <a:lnTo>
                    <a:pt x="9453595" y="1441488"/>
                  </a:lnTo>
                  <a:lnTo>
                    <a:pt x="9510905" y="1423061"/>
                  </a:lnTo>
                  <a:lnTo>
                    <a:pt x="9572077" y="1406358"/>
                  </a:lnTo>
                  <a:lnTo>
                    <a:pt x="9637884" y="1391220"/>
                  </a:lnTo>
                  <a:lnTo>
                    <a:pt x="9709083" y="1377485"/>
                  </a:lnTo>
                  <a:lnTo>
                    <a:pt x="9786367" y="1365001"/>
                  </a:lnTo>
                  <a:lnTo>
                    <a:pt x="9870294" y="1353633"/>
                  </a:lnTo>
                  <a:lnTo>
                    <a:pt x="9961199" y="1343270"/>
                  </a:lnTo>
                  <a:lnTo>
                    <a:pt x="10059075" y="1333826"/>
                  </a:lnTo>
                  <a:lnTo>
                    <a:pt x="10163440" y="1325241"/>
                  </a:lnTo>
                  <a:lnTo>
                    <a:pt x="10273188" y="1317484"/>
                  </a:lnTo>
                  <a:lnTo>
                    <a:pt x="10386467" y="1310543"/>
                  </a:lnTo>
                  <a:lnTo>
                    <a:pt x="10500620" y="1304428"/>
                  </a:lnTo>
                  <a:lnTo>
                    <a:pt x="10612247" y="1299157"/>
                  </a:lnTo>
                  <a:lnTo>
                    <a:pt x="10717434" y="1294742"/>
                  </a:lnTo>
                  <a:lnTo>
                    <a:pt x="10812170" y="1291185"/>
                  </a:lnTo>
                  <a:lnTo>
                    <a:pt x="10892895" y="1288455"/>
                  </a:lnTo>
                  <a:lnTo>
                    <a:pt x="10957085" y="1286492"/>
                  </a:lnTo>
                  <a:lnTo>
                    <a:pt x="11003729" y="1285195"/>
                  </a:lnTo>
                  <a:lnTo>
                    <a:pt x="11033571" y="1284438"/>
                  </a:lnTo>
                  <a:lnTo>
                    <a:pt x="11049111" y="1284077"/>
                  </a:lnTo>
                  <a:lnTo>
                    <a:pt x="11054415" y="1283964"/>
                  </a:lnTo>
                  <a:lnTo>
                    <a:pt x="11054891" y="1283955"/>
                  </a:lnTo>
                  <a:lnTo>
                    <a:pt x="12049831" y="1283955"/>
                  </a:lnTo>
                  <a:lnTo>
                    <a:pt x="12049831" y="1278714"/>
                  </a:lnTo>
                  <a:lnTo>
                    <a:pt x="11054891" y="1278714"/>
                  </a:lnTo>
                  <a:lnTo>
                    <a:pt x="11053766" y="1278737"/>
                  </a:lnTo>
                  <a:lnTo>
                    <a:pt x="11046340" y="1278899"/>
                  </a:lnTo>
                  <a:lnTo>
                    <a:pt x="11027516" y="1279345"/>
                  </a:lnTo>
                  <a:lnTo>
                    <a:pt x="10993603" y="1280225"/>
                  </a:lnTo>
                  <a:lnTo>
                    <a:pt x="10942531" y="1281679"/>
                  </a:lnTo>
                  <a:lnTo>
                    <a:pt x="10874006" y="1283828"/>
                  </a:lnTo>
                  <a:lnTo>
                    <a:pt x="10789457" y="1286762"/>
                  </a:lnTo>
                  <a:lnTo>
                    <a:pt x="10691720" y="1290534"/>
                  </a:lnTo>
                  <a:lnTo>
                    <a:pt x="10584524" y="1295166"/>
                  </a:lnTo>
                  <a:lnTo>
                    <a:pt x="10471906" y="1300652"/>
                  </a:lnTo>
                  <a:lnTo>
                    <a:pt x="10357679" y="1306977"/>
                  </a:lnTo>
                  <a:lnTo>
                    <a:pt x="10245072" y="1314124"/>
                  </a:lnTo>
                  <a:lnTo>
                    <a:pt x="10136539" y="1322088"/>
                  </a:lnTo>
                  <a:lnTo>
                    <a:pt x="10033734" y="1330885"/>
                  </a:lnTo>
                  <a:lnTo>
                    <a:pt x="9937593" y="1340555"/>
                  </a:lnTo>
                  <a:lnTo>
                    <a:pt x="9848464" y="1351163"/>
                  </a:lnTo>
                  <a:lnTo>
                    <a:pt x="9766256" y="1362800"/>
                  </a:lnTo>
                  <a:lnTo>
                    <a:pt x="9690567" y="1375587"/>
                  </a:lnTo>
                  <a:lnTo>
                    <a:pt x="9620797" y="1389661"/>
                  </a:lnTo>
                  <a:lnTo>
                    <a:pt x="9556233" y="1405178"/>
                  </a:lnTo>
                  <a:lnTo>
                    <a:pt x="9496108" y="1422302"/>
                  </a:lnTo>
                  <a:lnTo>
                    <a:pt x="9439653" y="1441186"/>
                  </a:lnTo>
                  <a:lnTo>
                    <a:pt x="9386136" y="1461950"/>
                  </a:lnTo>
                  <a:lnTo>
                    <a:pt x="9347647" y="1478732"/>
                  </a:lnTo>
                  <a:lnTo>
                    <a:pt x="9291950" y="1505832"/>
                  </a:lnTo>
                  <a:lnTo>
                    <a:pt x="9237880" y="1535394"/>
                  </a:lnTo>
                  <a:lnTo>
                    <a:pt x="9184890" y="1567461"/>
                  </a:lnTo>
                  <a:lnTo>
                    <a:pt x="9132562" y="1602012"/>
                  </a:lnTo>
                  <a:lnTo>
                    <a:pt x="9080589" y="1638954"/>
                  </a:lnTo>
                  <a:lnTo>
                    <a:pt x="9028752" y="1678116"/>
                  </a:lnTo>
                  <a:lnTo>
                    <a:pt x="8976914" y="1719246"/>
                  </a:lnTo>
                  <a:lnTo>
                    <a:pt x="8924999" y="1762017"/>
                  </a:lnTo>
                  <a:lnTo>
                    <a:pt x="8872988" y="1806033"/>
                  </a:lnTo>
                  <a:lnTo>
                    <a:pt x="8820899" y="1850844"/>
                  </a:lnTo>
                  <a:lnTo>
                    <a:pt x="8768778" y="1895964"/>
                  </a:lnTo>
                  <a:lnTo>
                    <a:pt x="8716677" y="1940893"/>
                  </a:lnTo>
                  <a:lnTo>
                    <a:pt x="8664644" y="1985141"/>
                  </a:lnTo>
                  <a:lnTo>
                    <a:pt x="8612707" y="2028246"/>
                  </a:lnTo>
                  <a:lnTo>
                    <a:pt x="8560855" y="2069799"/>
                  </a:lnTo>
                  <a:lnTo>
                    <a:pt x="8509028" y="2109455"/>
                  </a:lnTo>
                  <a:lnTo>
                    <a:pt x="8457103" y="2146944"/>
                  </a:lnTo>
                  <a:lnTo>
                    <a:pt x="8404885" y="2182075"/>
                  </a:lnTo>
                  <a:lnTo>
                    <a:pt x="8352085" y="2214737"/>
                  </a:lnTo>
                  <a:lnTo>
                    <a:pt x="8298317" y="2244893"/>
                  </a:lnTo>
                  <a:lnTo>
                    <a:pt x="8243064" y="2272572"/>
                  </a:lnTo>
                  <a:lnTo>
                    <a:pt x="8229629" y="2278802"/>
                  </a:lnTo>
                  <a:lnTo>
                    <a:pt x="8177874" y="2301005"/>
                  </a:lnTo>
                  <a:lnTo>
                    <a:pt x="8123681" y="2321286"/>
                  </a:lnTo>
                  <a:lnTo>
                    <a:pt x="8066372" y="2339713"/>
                  </a:lnTo>
                  <a:lnTo>
                    <a:pt x="8005200" y="2356417"/>
                  </a:lnTo>
                  <a:lnTo>
                    <a:pt x="7939393" y="2371555"/>
                  </a:lnTo>
                  <a:lnTo>
                    <a:pt x="7868193" y="2385289"/>
                  </a:lnTo>
                  <a:lnTo>
                    <a:pt x="7790909" y="2397773"/>
                  </a:lnTo>
                  <a:lnTo>
                    <a:pt x="7706982" y="2409141"/>
                  </a:lnTo>
                  <a:lnTo>
                    <a:pt x="7616078" y="2419504"/>
                  </a:lnTo>
                  <a:lnTo>
                    <a:pt x="7518201" y="2428949"/>
                  </a:lnTo>
                  <a:lnTo>
                    <a:pt x="7413836" y="2437533"/>
                  </a:lnTo>
                  <a:lnTo>
                    <a:pt x="7304088" y="2445291"/>
                  </a:lnTo>
                  <a:lnTo>
                    <a:pt x="7190809" y="2452231"/>
                  </a:lnTo>
                  <a:lnTo>
                    <a:pt x="7076656" y="2458346"/>
                  </a:lnTo>
                  <a:lnTo>
                    <a:pt x="6965030" y="2463618"/>
                  </a:lnTo>
                  <a:lnTo>
                    <a:pt x="6859843" y="2468032"/>
                  </a:lnTo>
                  <a:lnTo>
                    <a:pt x="6765107" y="2471590"/>
                  </a:lnTo>
                  <a:lnTo>
                    <a:pt x="6684382" y="2474319"/>
                  </a:lnTo>
                  <a:lnTo>
                    <a:pt x="6620191" y="2476283"/>
                  </a:lnTo>
                  <a:lnTo>
                    <a:pt x="6573548" y="2477580"/>
                  </a:lnTo>
                  <a:lnTo>
                    <a:pt x="6543706" y="2478336"/>
                  </a:lnTo>
                  <a:lnTo>
                    <a:pt x="6528165" y="2478697"/>
                  </a:lnTo>
                  <a:lnTo>
                    <a:pt x="6522862" y="2478810"/>
                  </a:lnTo>
                  <a:lnTo>
                    <a:pt x="6522385" y="2478819"/>
                  </a:lnTo>
                  <a:lnTo>
                    <a:pt x="5527445" y="2478819"/>
                  </a:lnTo>
                  <a:lnTo>
                    <a:pt x="5526356" y="2478774"/>
                  </a:lnTo>
                  <a:lnTo>
                    <a:pt x="5519158" y="2478451"/>
                  </a:lnTo>
                  <a:lnTo>
                    <a:pt x="5500898" y="2477559"/>
                  </a:lnTo>
                  <a:lnTo>
                    <a:pt x="5467962" y="2475800"/>
                  </a:lnTo>
                  <a:lnTo>
                    <a:pt x="5418282" y="2472892"/>
                  </a:lnTo>
                  <a:lnTo>
                    <a:pt x="5351492" y="2468590"/>
                  </a:lnTo>
                  <a:lnTo>
                    <a:pt x="5268882" y="2462712"/>
                  </a:lnTo>
                  <a:lnTo>
                    <a:pt x="5173117" y="2455145"/>
                  </a:lnTo>
                  <a:lnTo>
                    <a:pt x="5067762" y="2445843"/>
                  </a:lnTo>
                  <a:lnTo>
                    <a:pt x="4956719" y="2434810"/>
                  </a:lnTo>
                  <a:lnTo>
                    <a:pt x="4843726" y="2422079"/>
                  </a:lnTo>
                  <a:lnTo>
                    <a:pt x="4731982" y="2407682"/>
                  </a:lnTo>
                  <a:lnTo>
                    <a:pt x="4623961" y="2391634"/>
                  </a:lnTo>
                  <a:lnTo>
                    <a:pt x="4521365" y="2373910"/>
                  </a:lnTo>
                  <a:lnTo>
                    <a:pt x="4425194" y="2354438"/>
                  </a:lnTo>
                  <a:lnTo>
                    <a:pt x="4335864" y="2333095"/>
                  </a:lnTo>
                  <a:lnTo>
                    <a:pt x="4253347" y="2309706"/>
                  </a:lnTo>
                  <a:lnTo>
                    <a:pt x="4177298" y="2284043"/>
                  </a:lnTo>
                  <a:lnTo>
                    <a:pt x="4107168" y="2255835"/>
                  </a:lnTo>
                  <a:lnTo>
                    <a:pt x="4042281" y="2224775"/>
                  </a:lnTo>
                  <a:lnTo>
                    <a:pt x="3981901" y="2190538"/>
                  </a:lnTo>
                  <a:lnTo>
                    <a:pt x="3925281" y="2152810"/>
                  </a:lnTo>
                  <a:lnTo>
                    <a:pt x="3871700" y="2111331"/>
                  </a:lnTo>
                  <a:lnTo>
                    <a:pt x="3820501" y="2065965"/>
                  </a:lnTo>
                  <a:lnTo>
                    <a:pt x="3820202" y="2065683"/>
                  </a:lnTo>
                  <a:lnTo>
                    <a:pt x="3773835" y="2019571"/>
                  </a:lnTo>
                  <a:lnTo>
                    <a:pt x="3728663" y="1969974"/>
                  </a:lnTo>
                  <a:lnTo>
                    <a:pt x="3684348" y="1916821"/>
                  </a:lnTo>
                  <a:lnTo>
                    <a:pt x="3640625" y="1860103"/>
                  </a:lnTo>
                  <a:lnTo>
                    <a:pt x="3597281" y="1799876"/>
                  </a:lnTo>
                  <a:lnTo>
                    <a:pt x="3554152" y="1736274"/>
                  </a:lnTo>
                  <a:lnTo>
                    <a:pt x="3511120" y="1669503"/>
                  </a:lnTo>
                  <a:lnTo>
                    <a:pt x="3468099" y="1599852"/>
                  </a:lnTo>
                  <a:lnTo>
                    <a:pt x="3425038" y="1527683"/>
                  </a:lnTo>
                  <a:lnTo>
                    <a:pt x="3381913" y="1453431"/>
                  </a:lnTo>
                  <a:lnTo>
                    <a:pt x="3338723" y="1377591"/>
                  </a:lnTo>
                  <a:lnTo>
                    <a:pt x="3295482" y="1300706"/>
                  </a:lnTo>
                  <a:lnTo>
                    <a:pt x="3252217" y="1223353"/>
                  </a:lnTo>
                  <a:lnTo>
                    <a:pt x="3208958" y="1146123"/>
                  </a:lnTo>
                  <a:lnTo>
                    <a:pt x="3165735" y="1069604"/>
                  </a:lnTo>
                  <a:lnTo>
                    <a:pt x="3122571" y="994359"/>
                  </a:lnTo>
                  <a:lnTo>
                    <a:pt x="3079474" y="920914"/>
                  </a:lnTo>
                  <a:lnTo>
                    <a:pt x="3036434" y="849741"/>
                  </a:lnTo>
                  <a:lnTo>
                    <a:pt x="2993416" y="781245"/>
                  </a:lnTo>
                  <a:lnTo>
                    <a:pt x="2950356" y="715758"/>
                  </a:lnTo>
                  <a:lnTo>
                    <a:pt x="2907155" y="653536"/>
                  </a:lnTo>
                  <a:lnTo>
                    <a:pt x="2863676" y="594753"/>
                  </a:lnTo>
                  <a:lnTo>
                    <a:pt x="2819736" y="539511"/>
                  </a:lnTo>
                  <a:lnTo>
                    <a:pt x="2775102" y="487838"/>
                  </a:lnTo>
                  <a:lnTo>
                    <a:pt x="2729479" y="439699"/>
                  </a:lnTo>
                  <a:lnTo>
                    <a:pt x="2702183" y="413136"/>
                  </a:lnTo>
                  <a:lnTo>
                    <a:pt x="2650997" y="367747"/>
                  </a:lnTo>
                  <a:lnTo>
                    <a:pt x="2597432" y="326245"/>
                  </a:lnTo>
                  <a:lnTo>
                    <a:pt x="2540832" y="288495"/>
                  </a:lnTo>
                  <a:lnTo>
                    <a:pt x="2480477" y="254239"/>
                  </a:lnTo>
                  <a:lnTo>
                    <a:pt x="2415619" y="223161"/>
                  </a:lnTo>
                  <a:lnTo>
                    <a:pt x="2345522" y="194936"/>
                  </a:lnTo>
                  <a:lnTo>
                    <a:pt x="2269510" y="169259"/>
                  </a:lnTo>
                  <a:lnTo>
                    <a:pt x="2187033" y="145857"/>
                  </a:lnTo>
                  <a:lnTo>
                    <a:pt x="2097744" y="124503"/>
                  </a:lnTo>
                  <a:lnTo>
                    <a:pt x="2001613" y="105020"/>
                  </a:lnTo>
                  <a:lnTo>
                    <a:pt x="1899053" y="87285"/>
                  </a:lnTo>
                  <a:lnTo>
                    <a:pt x="1791060" y="71227"/>
                  </a:lnTo>
                  <a:lnTo>
                    <a:pt x="1679332" y="56821"/>
                  </a:lnTo>
                  <a:lnTo>
                    <a:pt x="1566337" y="44080"/>
                  </a:lnTo>
                  <a:lnTo>
                    <a:pt x="1455272" y="33037"/>
                  </a:lnTo>
                  <a:lnTo>
                    <a:pt x="1349872" y="23724"/>
                  </a:lnTo>
                  <a:lnTo>
                    <a:pt x="1254038" y="16147"/>
                  </a:lnTo>
                  <a:lnTo>
                    <a:pt x="1171340" y="10259"/>
                  </a:lnTo>
                  <a:lnTo>
                    <a:pt x="1104450" y="5949"/>
                  </a:lnTo>
                  <a:lnTo>
                    <a:pt x="1054669" y="3033"/>
                  </a:lnTo>
                  <a:lnTo>
                    <a:pt x="1021637" y="1268"/>
                  </a:lnTo>
                  <a:lnTo>
                    <a:pt x="1003299" y="371"/>
                  </a:lnTo>
                  <a:lnTo>
                    <a:pt x="996049" y="4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4" name="pl63"/>
            <p:cNvSpPr/>
            <p:nvPr/>
          </p:nvSpPr>
          <p:spPr>
            <a:xfrm>
              <a:off x="1199187" y="3778332"/>
              <a:ext cx="12049831" cy="2478819"/>
            </a:xfrm>
            <a:custGeom>
              <a:avLst/>
              <a:pathLst>
                <a:path w="12049831" h="2478819">
                  <a:moveTo>
                    <a:pt x="0" y="0"/>
                  </a:moveTo>
                  <a:lnTo>
                    <a:pt x="994940" y="0"/>
                  </a:lnTo>
                  <a:lnTo>
                    <a:pt x="996029" y="45"/>
                  </a:lnTo>
                  <a:lnTo>
                    <a:pt x="1003227" y="368"/>
                  </a:lnTo>
                  <a:lnTo>
                    <a:pt x="1021487" y="1260"/>
                  </a:lnTo>
                  <a:lnTo>
                    <a:pt x="1054423" y="3019"/>
                  </a:lnTo>
                  <a:lnTo>
                    <a:pt x="1104103" y="5927"/>
                  </a:lnTo>
                  <a:lnTo>
                    <a:pt x="1170893" y="10229"/>
                  </a:lnTo>
                  <a:lnTo>
                    <a:pt x="1253503" y="16106"/>
                  </a:lnTo>
                  <a:lnTo>
                    <a:pt x="1349268" y="23674"/>
                  </a:lnTo>
                  <a:lnTo>
                    <a:pt x="1454623" y="32976"/>
                  </a:lnTo>
                  <a:lnTo>
                    <a:pt x="1565666" y="44009"/>
                  </a:lnTo>
                  <a:lnTo>
                    <a:pt x="1678659" y="56740"/>
                  </a:lnTo>
                  <a:lnTo>
                    <a:pt x="1790403" y="71136"/>
                  </a:lnTo>
                  <a:lnTo>
                    <a:pt x="1898424" y="87185"/>
                  </a:lnTo>
                  <a:lnTo>
                    <a:pt x="2001020" y="104909"/>
                  </a:lnTo>
                  <a:lnTo>
                    <a:pt x="2097191" y="124381"/>
                  </a:lnTo>
                  <a:lnTo>
                    <a:pt x="2186521" y="145724"/>
                  </a:lnTo>
                  <a:lnTo>
                    <a:pt x="2269038" y="169113"/>
                  </a:lnTo>
                  <a:lnTo>
                    <a:pt x="2345087" y="194776"/>
                  </a:lnTo>
                  <a:lnTo>
                    <a:pt x="2415217" y="222984"/>
                  </a:lnTo>
                  <a:lnTo>
                    <a:pt x="2480104" y="254044"/>
                  </a:lnTo>
                  <a:lnTo>
                    <a:pt x="2540484" y="288281"/>
                  </a:lnTo>
                  <a:lnTo>
                    <a:pt x="2597104" y="326009"/>
                  </a:lnTo>
                  <a:lnTo>
                    <a:pt x="2650685" y="367488"/>
                  </a:lnTo>
                  <a:lnTo>
                    <a:pt x="2701884" y="412854"/>
                  </a:lnTo>
                  <a:lnTo>
                    <a:pt x="2702183" y="413136"/>
                  </a:lnTo>
                  <a:lnTo>
                    <a:pt x="2748550" y="459248"/>
                  </a:lnTo>
                  <a:lnTo>
                    <a:pt x="2793722" y="508845"/>
                  </a:lnTo>
                  <a:lnTo>
                    <a:pt x="2838037" y="561998"/>
                  </a:lnTo>
                  <a:lnTo>
                    <a:pt x="2881760" y="618716"/>
                  </a:lnTo>
                  <a:lnTo>
                    <a:pt x="2925104" y="678943"/>
                  </a:lnTo>
                  <a:lnTo>
                    <a:pt x="2968233" y="742545"/>
                  </a:lnTo>
                  <a:lnTo>
                    <a:pt x="3011265" y="809316"/>
                  </a:lnTo>
                  <a:lnTo>
                    <a:pt x="3054286" y="878967"/>
                  </a:lnTo>
                  <a:lnTo>
                    <a:pt x="3097347" y="951136"/>
                  </a:lnTo>
                  <a:lnTo>
                    <a:pt x="3140472" y="1025388"/>
                  </a:lnTo>
                  <a:lnTo>
                    <a:pt x="3183662" y="1101228"/>
                  </a:lnTo>
                  <a:lnTo>
                    <a:pt x="3226903" y="1178113"/>
                  </a:lnTo>
                  <a:lnTo>
                    <a:pt x="3270168" y="1255466"/>
                  </a:lnTo>
                  <a:lnTo>
                    <a:pt x="3313427" y="1332696"/>
                  </a:lnTo>
                  <a:lnTo>
                    <a:pt x="3356650" y="1409215"/>
                  </a:lnTo>
                  <a:lnTo>
                    <a:pt x="3399814" y="1484460"/>
                  </a:lnTo>
                  <a:lnTo>
                    <a:pt x="3442911" y="1557905"/>
                  </a:lnTo>
                  <a:lnTo>
                    <a:pt x="3485951" y="1629078"/>
                  </a:lnTo>
                  <a:lnTo>
                    <a:pt x="3528968" y="1697574"/>
                  </a:lnTo>
                  <a:lnTo>
                    <a:pt x="3572029" y="1763060"/>
                  </a:lnTo>
                  <a:lnTo>
                    <a:pt x="3615230" y="1825283"/>
                  </a:lnTo>
                  <a:lnTo>
                    <a:pt x="3658709" y="1884066"/>
                  </a:lnTo>
                  <a:lnTo>
                    <a:pt x="3702649" y="1939308"/>
                  </a:lnTo>
                  <a:lnTo>
                    <a:pt x="3747283" y="1990981"/>
                  </a:lnTo>
                  <a:lnTo>
                    <a:pt x="3792906" y="2039120"/>
                  </a:lnTo>
                  <a:lnTo>
                    <a:pt x="3820202" y="2065683"/>
                  </a:lnTo>
                  <a:lnTo>
                    <a:pt x="3871388" y="2111072"/>
                  </a:lnTo>
                  <a:lnTo>
                    <a:pt x="3924953" y="2152574"/>
                  </a:lnTo>
                  <a:lnTo>
                    <a:pt x="3981553" y="2190324"/>
                  </a:lnTo>
                  <a:lnTo>
                    <a:pt x="4041908" y="2224580"/>
                  </a:lnTo>
                  <a:lnTo>
                    <a:pt x="4106766" y="2255658"/>
                  </a:lnTo>
                  <a:lnTo>
                    <a:pt x="4176863" y="2283883"/>
                  </a:lnTo>
                  <a:lnTo>
                    <a:pt x="4252875" y="2309560"/>
                  </a:lnTo>
                  <a:lnTo>
                    <a:pt x="4335352" y="2332962"/>
                  </a:lnTo>
                  <a:lnTo>
                    <a:pt x="4424641" y="2354316"/>
                  </a:lnTo>
                  <a:lnTo>
                    <a:pt x="4520772" y="2373799"/>
                  </a:lnTo>
                  <a:lnTo>
                    <a:pt x="4623332" y="2391534"/>
                  </a:lnTo>
                  <a:lnTo>
                    <a:pt x="4731325" y="2407592"/>
                  </a:lnTo>
                  <a:lnTo>
                    <a:pt x="4843053" y="2421998"/>
                  </a:lnTo>
                  <a:lnTo>
                    <a:pt x="4956048" y="2434739"/>
                  </a:lnTo>
                  <a:lnTo>
                    <a:pt x="5067113" y="2445782"/>
                  </a:lnTo>
                  <a:lnTo>
                    <a:pt x="5172513" y="2455095"/>
                  </a:lnTo>
                  <a:lnTo>
                    <a:pt x="5268347" y="2462672"/>
                  </a:lnTo>
                  <a:lnTo>
                    <a:pt x="5351045" y="2468560"/>
                  </a:lnTo>
                  <a:lnTo>
                    <a:pt x="5417935" y="2472870"/>
                  </a:lnTo>
                  <a:lnTo>
                    <a:pt x="5467716" y="2475786"/>
                  </a:lnTo>
                  <a:lnTo>
                    <a:pt x="5500748" y="2477551"/>
                  </a:lnTo>
                  <a:lnTo>
                    <a:pt x="5519086" y="2478448"/>
                  </a:lnTo>
                  <a:lnTo>
                    <a:pt x="5526336" y="2478773"/>
                  </a:lnTo>
                  <a:lnTo>
                    <a:pt x="5527445" y="2478819"/>
                  </a:lnTo>
                  <a:lnTo>
                    <a:pt x="5527445" y="2478819"/>
                  </a:lnTo>
                  <a:lnTo>
                    <a:pt x="6522385" y="2478819"/>
                  </a:lnTo>
                  <a:lnTo>
                    <a:pt x="6523511" y="2478797"/>
                  </a:lnTo>
                  <a:lnTo>
                    <a:pt x="6530937" y="2478635"/>
                  </a:lnTo>
                  <a:lnTo>
                    <a:pt x="6549760" y="2478189"/>
                  </a:lnTo>
                  <a:lnTo>
                    <a:pt x="6583673" y="2477309"/>
                  </a:lnTo>
                  <a:lnTo>
                    <a:pt x="6634746" y="2475855"/>
                  </a:lnTo>
                  <a:lnTo>
                    <a:pt x="6703270" y="2473705"/>
                  </a:lnTo>
                  <a:lnTo>
                    <a:pt x="6787819" y="2470772"/>
                  </a:lnTo>
                  <a:lnTo>
                    <a:pt x="6885557" y="2466999"/>
                  </a:lnTo>
                  <a:lnTo>
                    <a:pt x="6992752" y="2462368"/>
                  </a:lnTo>
                  <a:lnTo>
                    <a:pt x="7105371" y="2456882"/>
                  </a:lnTo>
                  <a:lnTo>
                    <a:pt x="7219597" y="2450557"/>
                  </a:lnTo>
                  <a:lnTo>
                    <a:pt x="7332204" y="2443410"/>
                  </a:lnTo>
                  <a:lnTo>
                    <a:pt x="7440737" y="2435446"/>
                  </a:lnTo>
                  <a:lnTo>
                    <a:pt x="7543542" y="2426648"/>
                  </a:lnTo>
                  <a:lnTo>
                    <a:pt x="7639683" y="2416979"/>
                  </a:lnTo>
                  <a:lnTo>
                    <a:pt x="7728812" y="2406371"/>
                  </a:lnTo>
                  <a:lnTo>
                    <a:pt x="7811021" y="2394733"/>
                  </a:lnTo>
                  <a:lnTo>
                    <a:pt x="7886710" y="2381947"/>
                  </a:lnTo>
                  <a:lnTo>
                    <a:pt x="7956480" y="2367873"/>
                  </a:lnTo>
                  <a:lnTo>
                    <a:pt x="8021044" y="2352355"/>
                  </a:lnTo>
                  <a:lnTo>
                    <a:pt x="8081169" y="2335231"/>
                  </a:lnTo>
                  <a:lnTo>
                    <a:pt x="8137623" y="2316347"/>
                  </a:lnTo>
                  <a:lnTo>
                    <a:pt x="8191140" y="2295584"/>
                  </a:lnTo>
                  <a:lnTo>
                    <a:pt x="8229629" y="2278802"/>
                  </a:lnTo>
                  <a:lnTo>
                    <a:pt x="8285327" y="2251701"/>
                  </a:lnTo>
                  <a:lnTo>
                    <a:pt x="8339397" y="2222140"/>
                  </a:lnTo>
                  <a:lnTo>
                    <a:pt x="8392387" y="2190073"/>
                  </a:lnTo>
                  <a:lnTo>
                    <a:pt x="8444714" y="2155522"/>
                  </a:lnTo>
                  <a:lnTo>
                    <a:pt x="8496688" y="2118580"/>
                  </a:lnTo>
                  <a:lnTo>
                    <a:pt x="8548524" y="2079418"/>
                  </a:lnTo>
                  <a:lnTo>
                    <a:pt x="8600363" y="2038288"/>
                  </a:lnTo>
                  <a:lnTo>
                    <a:pt x="8652278" y="1995517"/>
                  </a:lnTo>
                  <a:lnTo>
                    <a:pt x="8704289" y="1951501"/>
                  </a:lnTo>
                  <a:lnTo>
                    <a:pt x="8756377" y="1906690"/>
                  </a:lnTo>
                  <a:lnTo>
                    <a:pt x="8808499" y="1861570"/>
                  </a:lnTo>
                  <a:lnTo>
                    <a:pt x="8860600" y="1816641"/>
                  </a:lnTo>
                  <a:lnTo>
                    <a:pt x="8912632" y="1772393"/>
                  </a:lnTo>
                  <a:lnTo>
                    <a:pt x="8964570" y="1729288"/>
                  </a:lnTo>
                  <a:lnTo>
                    <a:pt x="9016422" y="1687735"/>
                  </a:lnTo>
                  <a:lnTo>
                    <a:pt x="9068249" y="1648079"/>
                  </a:lnTo>
                  <a:lnTo>
                    <a:pt x="9120173" y="1610590"/>
                  </a:lnTo>
                  <a:lnTo>
                    <a:pt x="9172392" y="1575459"/>
                  </a:lnTo>
                  <a:lnTo>
                    <a:pt x="9225191" y="1542797"/>
                  </a:lnTo>
                  <a:lnTo>
                    <a:pt x="9278960" y="1512641"/>
                  </a:lnTo>
                  <a:lnTo>
                    <a:pt x="9334212" y="1484961"/>
                  </a:lnTo>
                  <a:lnTo>
                    <a:pt x="9347647" y="1478732"/>
                  </a:lnTo>
                  <a:lnTo>
                    <a:pt x="9399403" y="1456528"/>
                  </a:lnTo>
                  <a:lnTo>
                    <a:pt x="9453595" y="1436247"/>
                  </a:lnTo>
                  <a:lnTo>
                    <a:pt x="9510905" y="1417820"/>
                  </a:lnTo>
                  <a:lnTo>
                    <a:pt x="9572077" y="1401117"/>
                  </a:lnTo>
                  <a:lnTo>
                    <a:pt x="9637884" y="1385979"/>
                  </a:lnTo>
                  <a:lnTo>
                    <a:pt x="9709083" y="1372244"/>
                  </a:lnTo>
                  <a:lnTo>
                    <a:pt x="9786367" y="1359760"/>
                  </a:lnTo>
                  <a:lnTo>
                    <a:pt x="9870294" y="1348392"/>
                  </a:lnTo>
                  <a:lnTo>
                    <a:pt x="9961199" y="1338029"/>
                  </a:lnTo>
                  <a:lnTo>
                    <a:pt x="10059075" y="1328585"/>
                  </a:lnTo>
                  <a:lnTo>
                    <a:pt x="10163440" y="1320001"/>
                  </a:lnTo>
                  <a:lnTo>
                    <a:pt x="10273188" y="1312243"/>
                  </a:lnTo>
                  <a:lnTo>
                    <a:pt x="10386467" y="1305303"/>
                  </a:lnTo>
                  <a:lnTo>
                    <a:pt x="10500620" y="1299188"/>
                  </a:lnTo>
                  <a:lnTo>
                    <a:pt x="10612247" y="1293916"/>
                  </a:lnTo>
                  <a:lnTo>
                    <a:pt x="10717434" y="1289502"/>
                  </a:lnTo>
                  <a:lnTo>
                    <a:pt x="10812170" y="1285944"/>
                  </a:lnTo>
                  <a:lnTo>
                    <a:pt x="10892895" y="1283215"/>
                  </a:lnTo>
                  <a:lnTo>
                    <a:pt x="10957085" y="1281251"/>
                  </a:lnTo>
                  <a:lnTo>
                    <a:pt x="11003729" y="1279954"/>
                  </a:lnTo>
                  <a:lnTo>
                    <a:pt x="11033571" y="1279197"/>
                  </a:lnTo>
                  <a:lnTo>
                    <a:pt x="11049111" y="1278837"/>
                  </a:lnTo>
                  <a:lnTo>
                    <a:pt x="11054415" y="1278724"/>
                  </a:lnTo>
                  <a:lnTo>
                    <a:pt x="11054891" y="1278714"/>
                  </a:lnTo>
                  <a:lnTo>
                    <a:pt x="12049831" y="1278714"/>
                  </a:lnTo>
                  <a:lnTo>
                    <a:pt x="12049831" y="12787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" name="pl64"/>
            <p:cNvSpPr/>
            <p:nvPr/>
          </p:nvSpPr>
          <p:spPr>
            <a:xfrm>
              <a:off x="1199187" y="3773092"/>
              <a:ext cx="12049831" cy="2478819"/>
            </a:xfrm>
            <a:custGeom>
              <a:avLst/>
              <a:pathLst>
                <a:path w="12049831" h="2478819">
                  <a:moveTo>
                    <a:pt x="12049831" y="1278714"/>
                  </a:moveTo>
                  <a:lnTo>
                    <a:pt x="11054891" y="1278714"/>
                  </a:lnTo>
                  <a:lnTo>
                    <a:pt x="11053766" y="1278737"/>
                  </a:lnTo>
                  <a:lnTo>
                    <a:pt x="11046340" y="1278899"/>
                  </a:lnTo>
                  <a:lnTo>
                    <a:pt x="11027516" y="1279345"/>
                  </a:lnTo>
                  <a:lnTo>
                    <a:pt x="10993603" y="1280225"/>
                  </a:lnTo>
                  <a:lnTo>
                    <a:pt x="10942531" y="1281679"/>
                  </a:lnTo>
                  <a:lnTo>
                    <a:pt x="10874006" y="1283828"/>
                  </a:lnTo>
                  <a:lnTo>
                    <a:pt x="10789457" y="1286762"/>
                  </a:lnTo>
                  <a:lnTo>
                    <a:pt x="10691720" y="1290534"/>
                  </a:lnTo>
                  <a:lnTo>
                    <a:pt x="10584524" y="1295166"/>
                  </a:lnTo>
                  <a:lnTo>
                    <a:pt x="10471906" y="1300652"/>
                  </a:lnTo>
                  <a:lnTo>
                    <a:pt x="10357679" y="1306977"/>
                  </a:lnTo>
                  <a:lnTo>
                    <a:pt x="10245072" y="1314124"/>
                  </a:lnTo>
                  <a:lnTo>
                    <a:pt x="10136539" y="1322088"/>
                  </a:lnTo>
                  <a:lnTo>
                    <a:pt x="10033734" y="1330885"/>
                  </a:lnTo>
                  <a:lnTo>
                    <a:pt x="9937593" y="1340555"/>
                  </a:lnTo>
                  <a:lnTo>
                    <a:pt x="9848464" y="1351163"/>
                  </a:lnTo>
                  <a:lnTo>
                    <a:pt x="9766256" y="1362800"/>
                  </a:lnTo>
                  <a:lnTo>
                    <a:pt x="9690567" y="1375587"/>
                  </a:lnTo>
                  <a:lnTo>
                    <a:pt x="9620797" y="1389661"/>
                  </a:lnTo>
                  <a:lnTo>
                    <a:pt x="9556233" y="1405178"/>
                  </a:lnTo>
                  <a:lnTo>
                    <a:pt x="9496108" y="1422302"/>
                  </a:lnTo>
                  <a:lnTo>
                    <a:pt x="9439653" y="1441186"/>
                  </a:lnTo>
                  <a:lnTo>
                    <a:pt x="9386136" y="1461950"/>
                  </a:lnTo>
                  <a:lnTo>
                    <a:pt x="9347647" y="1478732"/>
                  </a:lnTo>
                  <a:lnTo>
                    <a:pt x="9291950" y="1505832"/>
                  </a:lnTo>
                  <a:lnTo>
                    <a:pt x="9237880" y="1535394"/>
                  </a:lnTo>
                  <a:lnTo>
                    <a:pt x="9184890" y="1567461"/>
                  </a:lnTo>
                  <a:lnTo>
                    <a:pt x="9132562" y="1602012"/>
                  </a:lnTo>
                  <a:lnTo>
                    <a:pt x="9080589" y="1638954"/>
                  </a:lnTo>
                  <a:lnTo>
                    <a:pt x="9028752" y="1678116"/>
                  </a:lnTo>
                  <a:lnTo>
                    <a:pt x="8976914" y="1719246"/>
                  </a:lnTo>
                  <a:lnTo>
                    <a:pt x="8924999" y="1762017"/>
                  </a:lnTo>
                  <a:lnTo>
                    <a:pt x="8872988" y="1806033"/>
                  </a:lnTo>
                  <a:lnTo>
                    <a:pt x="8820899" y="1850844"/>
                  </a:lnTo>
                  <a:lnTo>
                    <a:pt x="8768778" y="1895964"/>
                  </a:lnTo>
                  <a:lnTo>
                    <a:pt x="8716677" y="1940893"/>
                  </a:lnTo>
                  <a:lnTo>
                    <a:pt x="8664644" y="1985141"/>
                  </a:lnTo>
                  <a:lnTo>
                    <a:pt x="8612707" y="2028246"/>
                  </a:lnTo>
                  <a:lnTo>
                    <a:pt x="8560855" y="2069799"/>
                  </a:lnTo>
                  <a:lnTo>
                    <a:pt x="8509028" y="2109455"/>
                  </a:lnTo>
                  <a:lnTo>
                    <a:pt x="8457103" y="2146944"/>
                  </a:lnTo>
                  <a:lnTo>
                    <a:pt x="8404885" y="2182075"/>
                  </a:lnTo>
                  <a:lnTo>
                    <a:pt x="8352085" y="2214737"/>
                  </a:lnTo>
                  <a:lnTo>
                    <a:pt x="8298317" y="2244893"/>
                  </a:lnTo>
                  <a:lnTo>
                    <a:pt x="8243064" y="2272572"/>
                  </a:lnTo>
                  <a:lnTo>
                    <a:pt x="8229629" y="2278802"/>
                  </a:lnTo>
                  <a:lnTo>
                    <a:pt x="8177874" y="2301005"/>
                  </a:lnTo>
                  <a:lnTo>
                    <a:pt x="8123681" y="2321286"/>
                  </a:lnTo>
                  <a:lnTo>
                    <a:pt x="8066372" y="2339713"/>
                  </a:lnTo>
                  <a:lnTo>
                    <a:pt x="8005200" y="2356417"/>
                  </a:lnTo>
                  <a:lnTo>
                    <a:pt x="7939393" y="2371555"/>
                  </a:lnTo>
                  <a:lnTo>
                    <a:pt x="7868193" y="2385289"/>
                  </a:lnTo>
                  <a:lnTo>
                    <a:pt x="7790909" y="2397773"/>
                  </a:lnTo>
                  <a:lnTo>
                    <a:pt x="7706982" y="2409141"/>
                  </a:lnTo>
                  <a:lnTo>
                    <a:pt x="7616078" y="2419504"/>
                  </a:lnTo>
                  <a:lnTo>
                    <a:pt x="7518201" y="2428949"/>
                  </a:lnTo>
                  <a:lnTo>
                    <a:pt x="7413836" y="2437533"/>
                  </a:lnTo>
                  <a:lnTo>
                    <a:pt x="7304088" y="2445291"/>
                  </a:lnTo>
                  <a:lnTo>
                    <a:pt x="7190809" y="2452231"/>
                  </a:lnTo>
                  <a:lnTo>
                    <a:pt x="7076656" y="2458346"/>
                  </a:lnTo>
                  <a:lnTo>
                    <a:pt x="6965030" y="2463618"/>
                  </a:lnTo>
                  <a:lnTo>
                    <a:pt x="6859843" y="2468032"/>
                  </a:lnTo>
                  <a:lnTo>
                    <a:pt x="6765107" y="2471590"/>
                  </a:lnTo>
                  <a:lnTo>
                    <a:pt x="6684382" y="2474319"/>
                  </a:lnTo>
                  <a:lnTo>
                    <a:pt x="6620191" y="2476283"/>
                  </a:lnTo>
                  <a:lnTo>
                    <a:pt x="6573548" y="2477580"/>
                  </a:lnTo>
                  <a:lnTo>
                    <a:pt x="6543706" y="2478336"/>
                  </a:lnTo>
                  <a:lnTo>
                    <a:pt x="6528165" y="2478697"/>
                  </a:lnTo>
                  <a:lnTo>
                    <a:pt x="6522862" y="2478810"/>
                  </a:lnTo>
                  <a:lnTo>
                    <a:pt x="6522385" y="2478819"/>
                  </a:lnTo>
                  <a:lnTo>
                    <a:pt x="5527445" y="2478819"/>
                  </a:lnTo>
                  <a:lnTo>
                    <a:pt x="5526356" y="2478774"/>
                  </a:lnTo>
                  <a:lnTo>
                    <a:pt x="5519158" y="2478451"/>
                  </a:lnTo>
                  <a:lnTo>
                    <a:pt x="5500898" y="2477559"/>
                  </a:lnTo>
                  <a:lnTo>
                    <a:pt x="5467962" y="2475800"/>
                  </a:lnTo>
                  <a:lnTo>
                    <a:pt x="5418282" y="2472892"/>
                  </a:lnTo>
                  <a:lnTo>
                    <a:pt x="5351492" y="2468590"/>
                  </a:lnTo>
                  <a:lnTo>
                    <a:pt x="5268882" y="2462712"/>
                  </a:lnTo>
                  <a:lnTo>
                    <a:pt x="5173117" y="2455145"/>
                  </a:lnTo>
                  <a:lnTo>
                    <a:pt x="5067762" y="2445843"/>
                  </a:lnTo>
                  <a:lnTo>
                    <a:pt x="4956719" y="2434810"/>
                  </a:lnTo>
                  <a:lnTo>
                    <a:pt x="4843726" y="2422079"/>
                  </a:lnTo>
                  <a:lnTo>
                    <a:pt x="4731982" y="2407682"/>
                  </a:lnTo>
                  <a:lnTo>
                    <a:pt x="4623961" y="2391634"/>
                  </a:lnTo>
                  <a:lnTo>
                    <a:pt x="4521365" y="2373910"/>
                  </a:lnTo>
                  <a:lnTo>
                    <a:pt x="4425194" y="2354438"/>
                  </a:lnTo>
                  <a:lnTo>
                    <a:pt x="4335864" y="2333095"/>
                  </a:lnTo>
                  <a:lnTo>
                    <a:pt x="4253347" y="2309706"/>
                  </a:lnTo>
                  <a:lnTo>
                    <a:pt x="4177298" y="2284043"/>
                  </a:lnTo>
                  <a:lnTo>
                    <a:pt x="4107168" y="2255835"/>
                  </a:lnTo>
                  <a:lnTo>
                    <a:pt x="4042281" y="2224775"/>
                  </a:lnTo>
                  <a:lnTo>
                    <a:pt x="3981901" y="2190538"/>
                  </a:lnTo>
                  <a:lnTo>
                    <a:pt x="3925281" y="2152810"/>
                  </a:lnTo>
                  <a:lnTo>
                    <a:pt x="3871700" y="2111331"/>
                  </a:lnTo>
                  <a:lnTo>
                    <a:pt x="3820501" y="2065965"/>
                  </a:lnTo>
                  <a:lnTo>
                    <a:pt x="3820202" y="2065683"/>
                  </a:lnTo>
                  <a:lnTo>
                    <a:pt x="3773835" y="2019571"/>
                  </a:lnTo>
                  <a:lnTo>
                    <a:pt x="3728663" y="1969974"/>
                  </a:lnTo>
                  <a:lnTo>
                    <a:pt x="3684348" y="1916821"/>
                  </a:lnTo>
                  <a:lnTo>
                    <a:pt x="3640625" y="1860103"/>
                  </a:lnTo>
                  <a:lnTo>
                    <a:pt x="3597281" y="1799876"/>
                  </a:lnTo>
                  <a:lnTo>
                    <a:pt x="3554152" y="1736274"/>
                  </a:lnTo>
                  <a:lnTo>
                    <a:pt x="3511120" y="1669503"/>
                  </a:lnTo>
                  <a:lnTo>
                    <a:pt x="3468099" y="1599852"/>
                  </a:lnTo>
                  <a:lnTo>
                    <a:pt x="3425038" y="1527683"/>
                  </a:lnTo>
                  <a:lnTo>
                    <a:pt x="3381913" y="1453431"/>
                  </a:lnTo>
                  <a:lnTo>
                    <a:pt x="3338723" y="1377591"/>
                  </a:lnTo>
                  <a:lnTo>
                    <a:pt x="3295482" y="1300706"/>
                  </a:lnTo>
                  <a:lnTo>
                    <a:pt x="3252217" y="1223353"/>
                  </a:lnTo>
                  <a:lnTo>
                    <a:pt x="3208958" y="1146123"/>
                  </a:lnTo>
                  <a:lnTo>
                    <a:pt x="3165735" y="1069604"/>
                  </a:lnTo>
                  <a:lnTo>
                    <a:pt x="3122571" y="994359"/>
                  </a:lnTo>
                  <a:lnTo>
                    <a:pt x="3079474" y="920914"/>
                  </a:lnTo>
                  <a:lnTo>
                    <a:pt x="3036434" y="849741"/>
                  </a:lnTo>
                  <a:lnTo>
                    <a:pt x="2993416" y="781245"/>
                  </a:lnTo>
                  <a:lnTo>
                    <a:pt x="2950356" y="715758"/>
                  </a:lnTo>
                  <a:lnTo>
                    <a:pt x="2907155" y="653536"/>
                  </a:lnTo>
                  <a:lnTo>
                    <a:pt x="2863676" y="594753"/>
                  </a:lnTo>
                  <a:lnTo>
                    <a:pt x="2819736" y="539511"/>
                  </a:lnTo>
                  <a:lnTo>
                    <a:pt x="2775102" y="487838"/>
                  </a:lnTo>
                  <a:lnTo>
                    <a:pt x="2729479" y="439699"/>
                  </a:lnTo>
                  <a:lnTo>
                    <a:pt x="2702183" y="413136"/>
                  </a:lnTo>
                  <a:lnTo>
                    <a:pt x="2650997" y="367747"/>
                  </a:lnTo>
                  <a:lnTo>
                    <a:pt x="2597432" y="326245"/>
                  </a:lnTo>
                  <a:lnTo>
                    <a:pt x="2540832" y="288495"/>
                  </a:lnTo>
                  <a:lnTo>
                    <a:pt x="2480477" y="254239"/>
                  </a:lnTo>
                  <a:lnTo>
                    <a:pt x="2415619" y="223161"/>
                  </a:lnTo>
                  <a:lnTo>
                    <a:pt x="2345522" y="194936"/>
                  </a:lnTo>
                  <a:lnTo>
                    <a:pt x="2269510" y="169259"/>
                  </a:lnTo>
                  <a:lnTo>
                    <a:pt x="2187033" y="145857"/>
                  </a:lnTo>
                  <a:lnTo>
                    <a:pt x="2097744" y="124503"/>
                  </a:lnTo>
                  <a:lnTo>
                    <a:pt x="2001613" y="105020"/>
                  </a:lnTo>
                  <a:lnTo>
                    <a:pt x="1899053" y="87285"/>
                  </a:lnTo>
                  <a:lnTo>
                    <a:pt x="1791060" y="71227"/>
                  </a:lnTo>
                  <a:lnTo>
                    <a:pt x="1679332" y="56821"/>
                  </a:lnTo>
                  <a:lnTo>
                    <a:pt x="1566337" y="44080"/>
                  </a:lnTo>
                  <a:lnTo>
                    <a:pt x="1455272" y="33037"/>
                  </a:lnTo>
                  <a:lnTo>
                    <a:pt x="1349872" y="23724"/>
                  </a:lnTo>
                  <a:lnTo>
                    <a:pt x="1254038" y="16147"/>
                  </a:lnTo>
                  <a:lnTo>
                    <a:pt x="1171340" y="10259"/>
                  </a:lnTo>
                  <a:lnTo>
                    <a:pt x="1104450" y="5949"/>
                  </a:lnTo>
                  <a:lnTo>
                    <a:pt x="1054669" y="3033"/>
                  </a:lnTo>
                  <a:lnTo>
                    <a:pt x="1021637" y="1268"/>
                  </a:lnTo>
                  <a:lnTo>
                    <a:pt x="1003299" y="371"/>
                  </a:lnTo>
                  <a:lnTo>
                    <a:pt x="996049" y="46"/>
                  </a:lnTo>
                  <a:lnTo>
                    <a:pt x="994940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" name="pg65"/>
            <p:cNvSpPr/>
            <p:nvPr/>
          </p:nvSpPr>
          <p:spPr>
            <a:xfrm>
              <a:off x="1199187" y="1912666"/>
              <a:ext cx="12049831" cy="4564592"/>
            </a:xfrm>
            <a:custGeom>
              <a:avLst/>
              <a:pathLst>
                <a:path w="12049831" h="4564592">
                  <a:moveTo>
                    <a:pt x="0" y="1928553"/>
                  </a:moveTo>
                  <a:lnTo>
                    <a:pt x="994940" y="1928553"/>
                  </a:lnTo>
                  <a:lnTo>
                    <a:pt x="996024" y="1928601"/>
                  </a:lnTo>
                  <a:lnTo>
                    <a:pt x="1003184" y="1928942"/>
                  </a:lnTo>
                  <a:lnTo>
                    <a:pt x="1021351" y="1929886"/>
                  </a:lnTo>
                  <a:lnTo>
                    <a:pt x="1054127" y="1931746"/>
                  </a:lnTo>
                  <a:lnTo>
                    <a:pt x="1103578" y="1934823"/>
                  </a:lnTo>
                  <a:lnTo>
                    <a:pt x="1170082" y="1939373"/>
                  </a:lnTo>
                  <a:lnTo>
                    <a:pt x="1252373" y="1945592"/>
                  </a:lnTo>
                  <a:lnTo>
                    <a:pt x="1347810" y="1953599"/>
                  </a:lnTo>
                  <a:lnTo>
                    <a:pt x="1452859" y="1963446"/>
                  </a:lnTo>
                  <a:lnTo>
                    <a:pt x="1563637" y="1975126"/>
                  </a:lnTo>
                  <a:lnTo>
                    <a:pt x="1676422" y="1988607"/>
                  </a:lnTo>
                  <a:lnTo>
                    <a:pt x="1788019" y="2003852"/>
                  </a:lnTo>
                  <a:lnTo>
                    <a:pt x="1895951" y="2020848"/>
                  </a:lnTo>
                  <a:lnTo>
                    <a:pt x="1998508" y="2039619"/>
                  </a:lnTo>
                  <a:lnTo>
                    <a:pt x="2094681" y="2060238"/>
                  </a:lnTo>
                  <a:lnTo>
                    <a:pt x="2184042" y="2082836"/>
                  </a:lnTo>
                  <a:lnTo>
                    <a:pt x="2266609" y="2107596"/>
                  </a:lnTo>
                  <a:lnTo>
                    <a:pt x="2342716" y="2134757"/>
                  </a:lnTo>
                  <a:lnTo>
                    <a:pt x="2412907" y="2164605"/>
                  </a:lnTo>
                  <a:lnTo>
                    <a:pt x="2477849" y="2197464"/>
                  </a:lnTo>
                  <a:lnTo>
                    <a:pt x="2538273" y="2233675"/>
                  </a:lnTo>
                  <a:lnTo>
                    <a:pt x="2594922" y="2273575"/>
                  </a:lnTo>
                  <a:lnTo>
                    <a:pt x="2648516" y="2317440"/>
                  </a:lnTo>
                  <a:lnTo>
                    <a:pt x="2699712" y="2365421"/>
                  </a:lnTo>
                  <a:lnTo>
                    <a:pt x="2702183" y="2367893"/>
                  </a:lnTo>
                  <a:lnTo>
                    <a:pt x="2747577" y="2415848"/>
                  </a:lnTo>
                  <a:lnTo>
                    <a:pt x="2791821" y="2467352"/>
                  </a:lnTo>
                  <a:lnTo>
                    <a:pt x="2835230" y="2522476"/>
                  </a:lnTo>
                  <a:lnTo>
                    <a:pt x="2878059" y="2581235"/>
                  </a:lnTo>
                  <a:lnTo>
                    <a:pt x="2920509" y="2643575"/>
                  </a:lnTo>
                  <a:lnTo>
                    <a:pt x="2962737" y="2709372"/>
                  </a:lnTo>
                  <a:lnTo>
                    <a:pt x="3004862" y="2778429"/>
                  </a:lnTo>
                  <a:lnTo>
                    <a:pt x="3046966" y="2850468"/>
                  </a:lnTo>
                  <a:lnTo>
                    <a:pt x="3089102" y="2925141"/>
                  </a:lnTo>
                  <a:lnTo>
                    <a:pt x="3131296" y="3002026"/>
                  </a:lnTo>
                  <a:lnTo>
                    <a:pt x="3173554" y="3080641"/>
                  </a:lnTo>
                  <a:lnTo>
                    <a:pt x="3215866" y="3160453"/>
                  </a:lnTo>
                  <a:lnTo>
                    <a:pt x="3258207" y="3240894"/>
                  </a:lnTo>
                  <a:lnTo>
                    <a:pt x="3300551" y="3321376"/>
                  </a:lnTo>
                  <a:lnTo>
                    <a:pt x="3342869" y="3401312"/>
                  </a:lnTo>
                  <a:lnTo>
                    <a:pt x="3385135" y="3480129"/>
                  </a:lnTo>
                  <a:lnTo>
                    <a:pt x="3427339" y="3557288"/>
                  </a:lnTo>
                  <a:lnTo>
                    <a:pt x="3469482" y="3632300"/>
                  </a:lnTo>
                  <a:lnTo>
                    <a:pt x="3511587" y="3704734"/>
                  </a:lnTo>
                  <a:lnTo>
                    <a:pt x="3553705" y="3774229"/>
                  </a:lnTo>
                  <a:lnTo>
                    <a:pt x="3595913" y="3840500"/>
                  </a:lnTo>
                  <a:lnTo>
                    <a:pt x="3638323" y="3903336"/>
                  </a:lnTo>
                  <a:lnTo>
                    <a:pt x="3681087" y="3962604"/>
                  </a:lnTo>
                  <a:lnTo>
                    <a:pt x="3724400" y="4018242"/>
                  </a:lnTo>
                  <a:lnTo>
                    <a:pt x="3768509" y="4070253"/>
                  </a:lnTo>
                  <a:lnTo>
                    <a:pt x="3813719" y="4118702"/>
                  </a:lnTo>
                  <a:lnTo>
                    <a:pt x="3820202" y="4125252"/>
                  </a:lnTo>
                  <a:lnTo>
                    <a:pt x="3871294" y="4173437"/>
                  </a:lnTo>
                  <a:lnTo>
                    <a:pt x="3924755" y="4217503"/>
                  </a:lnTo>
                  <a:lnTo>
                    <a:pt x="3981237" y="4257592"/>
                  </a:lnTo>
                  <a:lnTo>
                    <a:pt x="4041458" y="4293977"/>
                  </a:lnTo>
                  <a:lnTo>
                    <a:pt x="4106160" y="4326993"/>
                  </a:lnTo>
                  <a:lnTo>
                    <a:pt x="4176075" y="4356982"/>
                  </a:lnTo>
                  <a:lnTo>
                    <a:pt x="4251877" y="4384268"/>
                  </a:lnTo>
                  <a:lnTo>
                    <a:pt x="4334115" y="4409141"/>
                  </a:lnTo>
                  <a:lnTo>
                    <a:pt x="4423138" y="4431840"/>
                  </a:lnTo>
                  <a:lnTo>
                    <a:pt x="4518981" y="4452554"/>
                  </a:lnTo>
                  <a:lnTo>
                    <a:pt x="4621242" y="4471413"/>
                  </a:lnTo>
                  <a:lnTo>
                    <a:pt x="4728943" y="4488496"/>
                  </a:lnTo>
                  <a:lnTo>
                    <a:pt x="4840410" y="4503828"/>
                  </a:lnTo>
                  <a:lnTo>
                    <a:pt x="4953207" y="4517396"/>
                  </a:lnTo>
                  <a:lnTo>
                    <a:pt x="5064168" y="4529166"/>
                  </a:lnTo>
                  <a:lnTo>
                    <a:pt x="5169590" y="4539103"/>
                  </a:lnTo>
                  <a:lnTo>
                    <a:pt x="5265590" y="4547201"/>
                  </a:lnTo>
                  <a:lnTo>
                    <a:pt x="5348599" y="4553506"/>
                  </a:lnTo>
                  <a:lnTo>
                    <a:pt x="5415924" y="4558134"/>
                  </a:lnTo>
                  <a:lnTo>
                    <a:pt x="5466221" y="4561277"/>
                  </a:lnTo>
                  <a:lnTo>
                    <a:pt x="5499784" y="4563191"/>
                  </a:lnTo>
                  <a:lnTo>
                    <a:pt x="5518599" y="4564172"/>
                  </a:lnTo>
                  <a:lnTo>
                    <a:pt x="5526196" y="4564536"/>
                  </a:lnTo>
                  <a:lnTo>
                    <a:pt x="5527445" y="4564592"/>
                  </a:lnTo>
                  <a:lnTo>
                    <a:pt x="6522385" y="4564592"/>
                  </a:lnTo>
                  <a:lnTo>
                    <a:pt x="6523380" y="4564516"/>
                  </a:lnTo>
                  <a:lnTo>
                    <a:pt x="6529961" y="4563975"/>
                  </a:lnTo>
                  <a:lnTo>
                    <a:pt x="6546697" y="4562481"/>
                  </a:lnTo>
                  <a:lnTo>
                    <a:pt x="6576982" y="4559536"/>
                  </a:lnTo>
                  <a:lnTo>
                    <a:pt x="6622860" y="4554659"/>
                  </a:lnTo>
                  <a:lnTo>
                    <a:pt x="6684881" y="4547433"/>
                  </a:lnTo>
                  <a:lnTo>
                    <a:pt x="6762108" y="4537529"/>
                  </a:lnTo>
                  <a:lnTo>
                    <a:pt x="6852328" y="4524735"/>
                  </a:lnTo>
                  <a:lnTo>
                    <a:pt x="6952431" y="4508950"/>
                  </a:lnTo>
                  <a:lnTo>
                    <a:pt x="7058889" y="4490165"/>
                  </a:lnTo>
                  <a:lnTo>
                    <a:pt x="7168208" y="4468424"/>
                  </a:lnTo>
                  <a:lnTo>
                    <a:pt x="7277288" y="4443787"/>
                  </a:lnTo>
                  <a:lnTo>
                    <a:pt x="7383631" y="4416293"/>
                  </a:lnTo>
                  <a:lnTo>
                    <a:pt x="7485421" y="4385926"/>
                  </a:lnTo>
                  <a:lnTo>
                    <a:pt x="7581495" y="4352602"/>
                  </a:lnTo>
                  <a:lnTo>
                    <a:pt x="7671256" y="4316154"/>
                  </a:lnTo>
                  <a:lnTo>
                    <a:pt x="7754555" y="4276326"/>
                  </a:lnTo>
                  <a:lnTo>
                    <a:pt x="7831574" y="4232782"/>
                  </a:lnTo>
                  <a:lnTo>
                    <a:pt x="7902726" y="4185105"/>
                  </a:lnTo>
                  <a:lnTo>
                    <a:pt x="7968572" y="4132810"/>
                  </a:lnTo>
                  <a:lnTo>
                    <a:pt x="8029755" y="4075367"/>
                  </a:lnTo>
                  <a:lnTo>
                    <a:pt x="8086955" y="4012232"/>
                  </a:lnTo>
                  <a:lnTo>
                    <a:pt x="8140849" y="3942896"/>
                  </a:lnTo>
                  <a:lnTo>
                    <a:pt x="8192079" y="3866973"/>
                  </a:lnTo>
                  <a:lnTo>
                    <a:pt x="8229629" y="3804700"/>
                  </a:lnTo>
                  <a:lnTo>
                    <a:pt x="8266135" y="3738665"/>
                  </a:lnTo>
                  <a:lnTo>
                    <a:pt x="8301858" y="3668703"/>
                  </a:lnTo>
                  <a:lnTo>
                    <a:pt x="8336969" y="3594737"/>
                  </a:lnTo>
                  <a:lnTo>
                    <a:pt x="8371616" y="3516726"/>
                  </a:lnTo>
                  <a:lnTo>
                    <a:pt x="8405919" y="3434678"/>
                  </a:lnTo>
                  <a:lnTo>
                    <a:pt x="8439982" y="3348644"/>
                  </a:lnTo>
                  <a:lnTo>
                    <a:pt x="8473886" y="3258729"/>
                  </a:lnTo>
                  <a:lnTo>
                    <a:pt x="8507697" y="3165091"/>
                  </a:lnTo>
                  <a:lnTo>
                    <a:pt x="8541467" y="3067943"/>
                  </a:lnTo>
                  <a:lnTo>
                    <a:pt x="8575232" y="2967551"/>
                  </a:lnTo>
                  <a:lnTo>
                    <a:pt x="8609020" y="2864237"/>
                  </a:lnTo>
                  <a:lnTo>
                    <a:pt x="8642843" y="2758371"/>
                  </a:lnTo>
                  <a:lnTo>
                    <a:pt x="8676708" y="2650369"/>
                  </a:lnTo>
                  <a:lnTo>
                    <a:pt x="8710613" y="2540688"/>
                  </a:lnTo>
                  <a:lnTo>
                    <a:pt x="8744549" y="2429815"/>
                  </a:lnTo>
                  <a:lnTo>
                    <a:pt x="8778504" y="2318260"/>
                  </a:lnTo>
                  <a:lnTo>
                    <a:pt x="8812464" y="2206548"/>
                  </a:lnTo>
                  <a:lnTo>
                    <a:pt x="8846413" y="2095206"/>
                  </a:lnTo>
                  <a:lnTo>
                    <a:pt x="8880338" y="1984753"/>
                  </a:lnTo>
                  <a:lnTo>
                    <a:pt x="8914227" y="1875691"/>
                  </a:lnTo>
                  <a:lnTo>
                    <a:pt x="8948075" y="1768498"/>
                  </a:lnTo>
                  <a:lnTo>
                    <a:pt x="8981883" y="1663613"/>
                  </a:lnTo>
                  <a:lnTo>
                    <a:pt x="9015659" y="1561435"/>
                  </a:lnTo>
                  <a:lnTo>
                    <a:pt x="9049423" y="1462315"/>
                  </a:lnTo>
                  <a:lnTo>
                    <a:pt x="9083204" y="1366553"/>
                  </a:lnTo>
                  <a:lnTo>
                    <a:pt x="9117045" y="1274394"/>
                  </a:lnTo>
                  <a:lnTo>
                    <a:pt x="9151004" y="1186028"/>
                  </a:lnTo>
                  <a:lnTo>
                    <a:pt x="9185153" y="1101591"/>
                  </a:lnTo>
                  <a:lnTo>
                    <a:pt x="9219582" y="1021167"/>
                  </a:lnTo>
                  <a:lnTo>
                    <a:pt x="9254400" y="944789"/>
                  </a:lnTo>
                  <a:lnTo>
                    <a:pt x="9289739" y="872444"/>
                  </a:lnTo>
                  <a:lnTo>
                    <a:pt x="9325754" y="804077"/>
                  </a:lnTo>
                  <a:lnTo>
                    <a:pt x="9347647" y="765132"/>
                  </a:lnTo>
                  <a:lnTo>
                    <a:pt x="9397241" y="684086"/>
                  </a:lnTo>
                  <a:lnTo>
                    <a:pt x="9449053" y="609763"/>
                  </a:lnTo>
                  <a:lnTo>
                    <a:pt x="9503677" y="541952"/>
                  </a:lnTo>
                  <a:lnTo>
                    <a:pt x="9561768" y="480227"/>
                  </a:lnTo>
                  <a:lnTo>
                    <a:pt x="9624005" y="424065"/>
                  </a:lnTo>
                  <a:lnTo>
                    <a:pt x="9691064" y="372922"/>
                  </a:lnTo>
                  <a:lnTo>
                    <a:pt x="9763573" y="326275"/>
                  </a:lnTo>
                  <a:lnTo>
                    <a:pt x="9842064" y="283655"/>
                  </a:lnTo>
                  <a:lnTo>
                    <a:pt x="9926902" y="244663"/>
                  </a:lnTo>
                  <a:lnTo>
                    <a:pt x="10018202" y="208982"/>
                  </a:lnTo>
                  <a:lnTo>
                    <a:pt x="10115717" y="176378"/>
                  </a:lnTo>
                  <a:lnTo>
                    <a:pt x="10218725" y="146703"/>
                  </a:lnTo>
                  <a:lnTo>
                    <a:pt x="10325914" y="119891"/>
                  </a:lnTo>
                  <a:lnTo>
                    <a:pt x="10435303" y="95942"/>
                  </a:lnTo>
                  <a:lnTo>
                    <a:pt x="10544240" y="74903"/>
                  </a:lnTo>
                  <a:lnTo>
                    <a:pt x="10649503" y="56832"/>
                  </a:lnTo>
                  <a:lnTo>
                    <a:pt x="10747555" y="41767"/>
                  </a:lnTo>
                  <a:lnTo>
                    <a:pt x="10834924" y="29677"/>
                  </a:lnTo>
                  <a:lnTo>
                    <a:pt x="10908673" y="20438"/>
                  </a:lnTo>
                  <a:lnTo>
                    <a:pt x="10966864" y="13807"/>
                  </a:lnTo>
                  <a:lnTo>
                    <a:pt x="11008904" y="9433"/>
                  </a:lnTo>
                  <a:lnTo>
                    <a:pt x="11035709" y="6880"/>
                  </a:lnTo>
                  <a:lnTo>
                    <a:pt x="11049660" y="5660"/>
                  </a:lnTo>
                  <a:lnTo>
                    <a:pt x="11054448" y="527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96" y="76"/>
                  </a:lnTo>
                  <a:lnTo>
                    <a:pt x="11047315" y="616"/>
                  </a:lnTo>
                  <a:lnTo>
                    <a:pt x="11030579" y="2110"/>
                  </a:lnTo>
                  <a:lnTo>
                    <a:pt x="11000294" y="5056"/>
                  </a:lnTo>
                  <a:lnTo>
                    <a:pt x="10954417" y="9932"/>
                  </a:lnTo>
                  <a:lnTo>
                    <a:pt x="10892396" y="17159"/>
                  </a:lnTo>
                  <a:lnTo>
                    <a:pt x="10815168" y="27063"/>
                  </a:lnTo>
                  <a:lnTo>
                    <a:pt x="10724948" y="39857"/>
                  </a:lnTo>
                  <a:lnTo>
                    <a:pt x="10624845" y="55641"/>
                  </a:lnTo>
                  <a:lnTo>
                    <a:pt x="10518388" y="74427"/>
                  </a:lnTo>
                  <a:lnTo>
                    <a:pt x="10409068" y="96168"/>
                  </a:lnTo>
                  <a:lnTo>
                    <a:pt x="10299988" y="120804"/>
                  </a:lnTo>
                  <a:lnTo>
                    <a:pt x="10193646" y="148299"/>
                  </a:lnTo>
                  <a:lnTo>
                    <a:pt x="10091856" y="178665"/>
                  </a:lnTo>
                  <a:lnTo>
                    <a:pt x="9995781" y="211989"/>
                  </a:lnTo>
                  <a:lnTo>
                    <a:pt x="9906020" y="248438"/>
                  </a:lnTo>
                  <a:lnTo>
                    <a:pt x="9822722" y="288265"/>
                  </a:lnTo>
                  <a:lnTo>
                    <a:pt x="9745703" y="331809"/>
                  </a:lnTo>
                  <a:lnTo>
                    <a:pt x="9674551" y="379486"/>
                  </a:lnTo>
                  <a:lnTo>
                    <a:pt x="9608705" y="431781"/>
                  </a:lnTo>
                  <a:lnTo>
                    <a:pt x="9547521" y="489224"/>
                  </a:lnTo>
                  <a:lnTo>
                    <a:pt x="9490321" y="552360"/>
                  </a:lnTo>
                  <a:lnTo>
                    <a:pt x="9436428" y="621696"/>
                  </a:lnTo>
                  <a:lnTo>
                    <a:pt x="9385197" y="697618"/>
                  </a:lnTo>
                  <a:lnTo>
                    <a:pt x="9347647" y="759891"/>
                  </a:lnTo>
                  <a:lnTo>
                    <a:pt x="9311141" y="825927"/>
                  </a:lnTo>
                  <a:lnTo>
                    <a:pt x="9275419" y="895888"/>
                  </a:lnTo>
                  <a:lnTo>
                    <a:pt x="9240308" y="969855"/>
                  </a:lnTo>
                  <a:lnTo>
                    <a:pt x="9205661" y="1047865"/>
                  </a:lnTo>
                  <a:lnTo>
                    <a:pt x="9171357" y="1129914"/>
                  </a:lnTo>
                  <a:lnTo>
                    <a:pt x="9137295" y="1215948"/>
                  </a:lnTo>
                  <a:lnTo>
                    <a:pt x="9103391" y="1305862"/>
                  </a:lnTo>
                  <a:lnTo>
                    <a:pt x="9069580" y="1399500"/>
                  </a:lnTo>
                  <a:lnTo>
                    <a:pt x="9035810" y="1496648"/>
                  </a:lnTo>
                  <a:lnTo>
                    <a:pt x="9002044" y="1597040"/>
                  </a:lnTo>
                  <a:lnTo>
                    <a:pt x="8968257" y="1700354"/>
                  </a:lnTo>
                  <a:lnTo>
                    <a:pt x="8934434" y="1806221"/>
                  </a:lnTo>
                  <a:lnTo>
                    <a:pt x="8900569" y="1914222"/>
                  </a:lnTo>
                  <a:lnTo>
                    <a:pt x="8866664" y="2023903"/>
                  </a:lnTo>
                  <a:lnTo>
                    <a:pt x="8832728" y="2134777"/>
                  </a:lnTo>
                  <a:lnTo>
                    <a:pt x="8798773" y="2246331"/>
                  </a:lnTo>
                  <a:lnTo>
                    <a:pt x="8764813" y="2358043"/>
                  </a:lnTo>
                  <a:lnTo>
                    <a:pt x="8730864" y="2469386"/>
                  </a:lnTo>
                  <a:lnTo>
                    <a:pt x="8696939" y="2579839"/>
                  </a:lnTo>
                  <a:lnTo>
                    <a:pt x="8663050" y="2688900"/>
                  </a:lnTo>
                  <a:lnTo>
                    <a:pt x="8629202" y="2796093"/>
                  </a:lnTo>
                  <a:lnTo>
                    <a:pt x="8595394" y="2900978"/>
                  </a:lnTo>
                  <a:lnTo>
                    <a:pt x="8561618" y="3003156"/>
                  </a:lnTo>
                  <a:lnTo>
                    <a:pt x="8527854" y="3102276"/>
                  </a:lnTo>
                  <a:lnTo>
                    <a:pt x="8494073" y="3198038"/>
                  </a:lnTo>
                  <a:lnTo>
                    <a:pt x="8460231" y="3290197"/>
                  </a:lnTo>
                  <a:lnTo>
                    <a:pt x="8426272" y="3378563"/>
                  </a:lnTo>
                  <a:lnTo>
                    <a:pt x="8392123" y="3463000"/>
                  </a:lnTo>
                  <a:lnTo>
                    <a:pt x="8357695" y="3543424"/>
                  </a:lnTo>
                  <a:lnTo>
                    <a:pt x="8322877" y="3619802"/>
                  </a:lnTo>
                  <a:lnTo>
                    <a:pt x="8287538" y="3692147"/>
                  </a:lnTo>
                  <a:lnTo>
                    <a:pt x="8251522" y="3760514"/>
                  </a:lnTo>
                  <a:lnTo>
                    <a:pt x="8229629" y="3799459"/>
                  </a:lnTo>
                  <a:lnTo>
                    <a:pt x="8180035" y="3880506"/>
                  </a:lnTo>
                  <a:lnTo>
                    <a:pt x="8128223" y="3954828"/>
                  </a:lnTo>
                  <a:lnTo>
                    <a:pt x="8073599" y="4022639"/>
                  </a:lnTo>
                  <a:lnTo>
                    <a:pt x="8015509" y="4084365"/>
                  </a:lnTo>
                  <a:lnTo>
                    <a:pt x="7953271" y="4140526"/>
                  </a:lnTo>
                  <a:lnTo>
                    <a:pt x="7886212" y="4191670"/>
                  </a:lnTo>
                  <a:lnTo>
                    <a:pt x="7813703" y="4238317"/>
                  </a:lnTo>
                  <a:lnTo>
                    <a:pt x="7735213" y="4280936"/>
                  </a:lnTo>
                  <a:lnTo>
                    <a:pt x="7650374" y="4319928"/>
                  </a:lnTo>
                  <a:lnTo>
                    <a:pt x="7559075" y="4355609"/>
                  </a:lnTo>
                  <a:lnTo>
                    <a:pt x="7461559" y="4388214"/>
                  </a:lnTo>
                  <a:lnTo>
                    <a:pt x="7358551" y="4417888"/>
                  </a:lnTo>
                  <a:lnTo>
                    <a:pt x="7251363" y="4444700"/>
                  </a:lnTo>
                  <a:lnTo>
                    <a:pt x="7141973" y="4468649"/>
                  </a:lnTo>
                  <a:lnTo>
                    <a:pt x="7033037" y="4489689"/>
                  </a:lnTo>
                  <a:lnTo>
                    <a:pt x="6927773" y="4507759"/>
                  </a:lnTo>
                  <a:lnTo>
                    <a:pt x="6829721" y="4522824"/>
                  </a:lnTo>
                  <a:lnTo>
                    <a:pt x="6742352" y="4534914"/>
                  </a:lnTo>
                  <a:lnTo>
                    <a:pt x="6668603" y="4544154"/>
                  </a:lnTo>
                  <a:lnTo>
                    <a:pt x="6610413" y="4550785"/>
                  </a:lnTo>
                  <a:lnTo>
                    <a:pt x="6568372" y="4555158"/>
                  </a:lnTo>
                  <a:lnTo>
                    <a:pt x="6541568" y="4557711"/>
                  </a:lnTo>
                  <a:lnTo>
                    <a:pt x="6527616" y="4558932"/>
                  </a:lnTo>
                  <a:lnTo>
                    <a:pt x="6522829" y="4559318"/>
                  </a:lnTo>
                  <a:lnTo>
                    <a:pt x="6522385" y="4559351"/>
                  </a:lnTo>
                  <a:lnTo>
                    <a:pt x="5527445" y="4559351"/>
                  </a:lnTo>
                  <a:lnTo>
                    <a:pt x="5526361" y="4559303"/>
                  </a:lnTo>
                  <a:lnTo>
                    <a:pt x="5519201" y="4558962"/>
                  </a:lnTo>
                  <a:lnTo>
                    <a:pt x="5501034" y="4558018"/>
                  </a:lnTo>
                  <a:lnTo>
                    <a:pt x="5468258" y="4556158"/>
                  </a:lnTo>
                  <a:lnTo>
                    <a:pt x="5418807" y="4553081"/>
                  </a:lnTo>
                  <a:lnTo>
                    <a:pt x="5352303" y="4548531"/>
                  </a:lnTo>
                  <a:lnTo>
                    <a:pt x="5270012" y="4542312"/>
                  </a:lnTo>
                  <a:lnTo>
                    <a:pt x="5174575" y="4534305"/>
                  </a:lnTo>
                  <a:lnTo>
                    <a:pt x="5069526" y="4524458"/>
                  </a:lnTo>
                  <a:lnTo>
                    <a:pt x="4958748" y="4512778"/>
                  </a:lnTo>
                  <a:lnTo>
                    <a:pt x="4845963" y="4499297"/>
                  </a:lnTo>
                  <a:lnTo>
                    <a:pt x="4734366" y="4484052"/>
                  </a:lnTo>
                  <a:lnTo>
                    <a:pt x="4626434" y="4467056"/>
                  </a:lnTo>
                  <a:lnTo>
                    <a:pt x="4523877" y="4448285"/>
                  </a:lnTo>
                  <a:lnTo>
                    <a:pt x="4427704" y="4427666"/>
                  </a:lnTo>
                  <a:lnTo>
                    <a:pt x="4338343" y="4405068"/>
                  </a:lnTo>
                  <a:lnTo>
                    <a:pt x="4255776" y="4380308"/>
                  </a:lnTo>
                  <a:lnTo>
                    <a:pt x="4179669" y="4353147"/>
                  </a:lnTo>
                  <a:lnTo>
                    <a:pt x="4109478" y="4323299"/>
                  </a:lnTo>
                  <a:lnTo>
                    <a:pt x="4044536" y="4290440"/>
                  </a:lnTo>
                  <a:lnTo>
                    <a:pt x="3984112" y="4254229"/>
                  </a:lnTo>
                  <a:lnTo>
                    <a:pt x="3927463" y="4214329"/>
                  </a:lnTo>
                  <a:lnTo>
                    <a:pt x="3873869" y="4170464"/>
                  </a:lnTo>
                  <a:lnTo>
                    <a:pt x="3822673" y="4122483"/>
                  </a:lnTo>
                  <a:lnTo>
                    <a:pt x="3820202" y="4120011"/>
                  </a:lnTo>
                  <a:lnTo>
                    <a:pt x="3774808" y="4072056"/>
                  </a:lnTo>
                  <a:lnTo>
                    <a:pt x="3730564" y="4020552"/>
                  </a:lnTo>
                  <a:lnTo>
                    <a:pt x="3687155" y="3965428"/>
                  </a:lnTo>
                  <a:lnTo>
                    <a:pt x="3644326" y="3906669"/>
                  </a:lnTo>
                  <a:lnTo>
                    <a:pt x="3601876" y="3844329"/>
                  </a:lnTo>
                  <a:lnTo>
                    <a:pt x="3559648" y="3778532"/>
                  </a:lnTo>
                  <a:lnTo>
                    <a:pt x="3517523" y="3709476"/>
                  </a:lnTo>
                  <a:lnTo>
                    <a:pt x="3475419" y="3637436"/>
                  </a:lnTo>
                  <a:lnTo>
                    <a:pt x="3433283" y="3562763"/>
                  </a:lnTo>
                  <a:lnTo>
                    <a:pt x="3391089" y="3485878"/>
                  </a:lnTo>
                  <a:lnTo>
                    <a:pt x="3348831" y="3407263"/>
                  </a:lnTo>
                  <a:lnTo>
                    <a:pt x="3306519" y="3327451"/>
                  </a:lnTo>
                  <a:lnTo>
                    <a:pt x="3264178" y="3247010"/>
                  </a:lnTo>
                  <a:lnTo>
                    <a:pt x="3221834" y="3166528"/>
                  </a:lnTo>
                  <a:lnTo>
                    <a:pt x="3179516" y="3086592"/>
                  </a:lnTo>
                  <a:lnTo>
                    <a:pt x="3137250" y="3007775"/>
                  </a:lnTo>
                  <a:lnTo>
                    <a:pt x="3095046" y="2930616"/>
                  </a:lnTo>
                  <a:lnTo>
                    <a:pt x="3052903" y="2855604"/>
                  </a:lnTo>
                  <a:lnTo>
                    <a:pt x="3010798" y="2783170"/>
                  </a:lnTo>
                  <a:lnTo>
                    <a:pt x="2968680" y="2713675"/>
                  </a:lnTo>
                  <a:lnTo>
                    <a:pt x="2926472" y="2647404"/>
                  </a:lnTo>
                  <a:lnTo>
                    <a:pt x="2884062" y="2584568"/>
                  </a:lnTo>
                  <a:lnTo>
                    <a:pt x="2841298" y="2525300"/>
                  </a:lnTo>
                  <a:lnTo>
                    <a:pt x="2797985" y="2469662"/>
                  </a:lnTo>
                  <a:lnTo>
                    <a:pt x="2753876" y="2417651"/>
                  </a:lnTo>
                  <a:lnTo>
                    <a:pt x="2708666" y="2369202"/>
                  </a:lnTo>
                  <a:lnTo>
                    <a:pt x="2702183" y="2362652"/>
                  </a:lnTo>
                  <a:lnTo>
                    <a:pt x="2651091" y="2314467"/>
                  </a:lnTo>
                  <a:lnTo>
                    <a:pt x="2597630" y="2270401"/>
                  </a:lnTo>
                  <a:lnTo>
                    <a:pt x="2541148" y="2230312"/>
                  </a:lnTo>
                  <a:lnTo>
                    <a:pt x="2480927" y="2193927"/>
                  </a:lnTo>
                  <a:lnTo>
                    <a:pt x="2416225" y="2160911"/>
                  </a:lnTo>
                  <a:lnTo>
                    <a:pt x="2346310" y="2130922"/>
                  </a:lnTo>
                  <a:lnTo>
                    <a:pt x="2270508" y="2103636"/>
                  </a:lnTo>
                  <a:lnTo>
                    <a:pt x="2188270" y="2078763"/>
                  </a:lnTo>
                  <a:lnTo>
                    <a:pt x="2099247" y="2056064"/>
                  </a:lnTo>
                  <a:lnTo>
                    <a:pt x="2003404" y="2035350"/>
                  </a:lnTo>
                  <a:lnTo>
                    <a:pt x="1901143" y="2016491"/>
                  </a:lnTo>
                  <a:lnTo>
                    <a:pt x="1793442" y="1999408"/>
                  </a:lnTo>
                  <a:lnTo>
                    <a:pt x="1681974" y="1984076"/>
                  </a:lnTo>
                  <a:lnTo>
                    <a:pt x="1569178" y="1970508"/>
                  </a:lnTo>
                  <a:lnTo>
                    <a:pt x="1458217" y="1958738"/>
                  </a:lnTo>
                  <a:lnTo>
                    <a:pt x="1352795" y="1948801"/>
                  </a:lnTo>
                  <a:lnTo>
                    <a:pt x="1256795" y="1940703"/>
                  </a:lnTo>
                  <a:lnTo>
                    <a:pt x="1173786" y="1934398"/>
                  </a:lnTo>
                  <a:lnTo>
                    <a:pt x="1106461" y="1929770"/>
                  </a:lnTo>
                  <a:lnTo>
                    <a:pt x="1056164" y="1926627"/>
                  </a:lnTo>
                  <a:lnTo>
                    <a:pt x="1022601" y="1924713"/>
                  </a:lnTo>
                  <a:lnTo>
                    <a:pt x="1003786" y="1923732"/>
                  </a:lnTo>
                  <a:lnTo>
                    <a:pt x="996189" y="1923368"/>
                  </a:lnTo>
                  <a:lnTo>
                    <a:pt x="994940" y="1923312"/>
                  </a:lnTo>
                  <a:lnTo>
                    <a:pt x="0" y="1923312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7" name="pl66"/>
            <p:cNvSpPr/>
            <p:nvPr/>
          </p:nvSpPr>
          <p:spPr>
            <a:xfrm>
              <a:off x="1199187" y="1917907"/>
              <a:ext cx="12049831" cy="4559351"/>
            </a:xfrm>
            <a:custGeom>
              <a:avLst/>
              <a:pathLst>
                <a:path w="12049831" h="4559351">
                  <a:moveTo>
                    <a:pt x="0" y="1923312"/>
                  </a:moveTo>
                  <a:lnTo>
                    <a:pt x="994940" y="1923312"/>
                  </a:lnTo>
                  <a:lnTo>
                    <a:pt x="996024" y="1923360"/>
                  </a:lnTo>
                  <a:lnTo>
                    <a:pt x="1003184" y="1923702"/>
                  </a:lnTo>
                  <a:lnTo>
                    <a:pt x="1021351" y="1924646"/>
                  </a:lnTo>
                  <a:lnTo>
                    <a:pt x="1054127" y="1926506"/>
                  </a:lnTo>
                  <a:lnTo>
                    <a:pt x="1103578" y="1929582"/>
                  </a:lnTo>
                  <a:lnTo>
                    <a:pt x="1170082" y="1934132"/>
                  </a:lnTo>
                  <a:lnTo>
                    <a:pt x="1252373" y="1940351"/>
                  </a:lnTo>
                  <a:lnTo>
                    <a:pt x="1347810" y="1948359"/>
                  </a:lnTo>
                  <a:lnTo>
                    <a:pt x="1452859" y="1958205"/>
                  </a:lnTo>
                  <a:lnTo>
                    <a:pt x="1563637" y="1969886"/>
                  </a:lnTo>
                  <a:lnTo>
                    <a:pt x="1676422" y="1983366"/>
                  </a:lnTo>
                  <a:lnTo>
                    <a:pt x="1788019" y="1998611"/>
                  </a:lnTo>
                  <a:lnTo>
                    <a:pt x="1895951" y="2015607"/>
                  </a:lnTo>
                  <a:lnTo>
                    <a:pt x="1998508" y="2034378"/>
                  </a:lnTo>
                  <a:lnTo>
                    <a:pt x="2094681" y="2054998"/>
                  </a:lnTo>
                  <a:lnTo>
                    <a:pt x="2184042" y="2077595"/>
                  </a:lnTo>
                  <a:lnTo>
                    <a:pt x="2266609" y="2102355"/>
                  </a:lnTo>
                  <a:lnTo>
                    <a:pt x="2342716" y="2129517"/>
                  </a:lnTo>
                  <a:lnTo>
                    <a:pt x="2412907" y="2159365"/>
                  </a:lnTo>
                  <a:lnTo>
                    <a:pt x="2477849" y="2192223"/>
                  </a:lnTo>
                  <a:lnTo>
                    <a:pt x="2538273" y="2228435"/>
                  </a:lnTo>
                  <a:lnTo>
                    <a:pt x="2594922" y="2268334"/>
                  </a:lnTo>
                  <a:lnTo>
                    <a:pt x="2648516" y="2312199"/>
                  </a:lnTo>
                  <a:lnTo>
                    <a:pt x="2699712" y="2360181"/>
                  </a:lnTo>
                  <a:lnTo>
                    <a:pt x="2702183" y="2362652"/>
                  </a:lnTo>
                  <a:lnTo>
                    <a:pt x="2747577" y="2410607"/>
                  </a:lnTo>
                  <a:lnTo>
                    <a:pt x="2791821" y="2462111"/>
                  </a:lnTo>
                  <a:lnTo>
                    <a:pt x="2835230" y="2517236"/>
                  </a:lnTo>
                  <a:lnTo>
                    <a:pt x="2878059" y="2575994"/>
                  </a:lnTo>
                  <a:lnTo>
                    <a:pt x="2920509" y="2638334"/>
                  </a:lnTo>
                  <a:lnTo>
                    <a:pt x="2962737" y="2704132"/>
                  </a:lnTo>
                  <a:lnTo>
                    <a:pt x="3004862" y="2773188"/>
                  </a:lnTo>
                  <a:lnTo>
                    <a:pt x="3046966" y="2845228"/>
                  </a:lnTo>
                  <a:lnTo>
                    <a:pt x="3089102" y="2919900"/>
                  </a:lnTo>
                  <a:lnTo>
                    <a:pt x="3131296" y="2996785"/>
                  </a:lnTo>
                  <a:lnTo>
                    <a:pt x="3173554" y="3075400"/>
                  </a:lnTo>
                  <a:lnTo>
                    <a:pt x="3215866" y="3155212"/>
                  </a:lnTo>
                  <a:lnTo>
                    <a:pt x="3258207" y="3235653"/>
                  </a:lnTo>
                  <a:lnTo>
                    <a:pt x="3300551" y="3316136"/>
                  </a:lnTo>
                  <a:lnTo>
                    <a:pt x="3342869" y="3396071"/>
                  </a:lnTo>
                  <a:lnTo>
                    <a:pt x="3385135" y="3474888"/>
                  </a:lnTo>
                  <a:lnTo>
                    <a:pt x="3427339" y="3552048"/>
                  </a:lnTo>
                  <a:lnTo>
                    <a:pt x="3469482" y="3627059"/>
                  </a:lnTo>
                  <a:lnTo>
                    <a:pt x="3511587" y="3699493"/>
                  </a:lnTo>
                  <a:lnTo>
                    <a:pt x="3553705" y="3768988"/>
                  </a:lnTo>
                  <a:lnTo>
                    <a:pt x="3595913" y="3835259"/>
                  </a:lnTo>
                  <a:lnTo>
                    <a:pt x="3638323" y="3898095"/>
                  </a:lnTo>
                  <a:lnTo>
                    <a:pt x="3681087" y="3957364"/>
                  </a:lnTo>
                  <a:lnTo>
                    <a:pt x="3724400" y="4013001"/>
                  </a:lnTo>
                  <a:lnTo>
                    <a:pt x="3768509" y="4065012"/>
                  </a:lnTo>
                  <a:lnTo>
                    <a:pt x="3813719" y="4113462"/>
                  </a:lnTo>
                  <a:lnTo>
                    <a:pt x="3820202" y="4120011"/>
                  </a:lnTo>
                  <a:lnTo>
                    <a:pt x="3871294" y="4168196"/>
                  </a:lnTo>
                  <a:lnTo>
                    <a:pt x="3924755" y="4212262"/>
                  </a:lnTo>
                  <a:lnTo>
                    <a:pt x="3981237" y="4252351"/>
                  </a:lnTo>
                  <a:lnTo>
                    <a:pt x="4041458" y="4288737"/>
                  </a:lnTo>
                  <a:lnTo>
                    <a:pt x="4106160" y="4321752"/>
                  </a:lnTo>
                  <a:lnTo>
                    <a:pt x="4176075" y="4351741"/>
                  </a:lnTo>
                  <a:lnTo>
                    <a:pt x="4251877" y="4379028"/>
                  </a:lnTo>
                  <a:lnTo>
                    <a:pt x="4334115" y="4403900"/>
                  </a:lnTo>
                  <a:lnTo>
                    <a:pt x="4423138" y="4426599"/>
                  </a:lnTo>
                  <a:lnTo>
                    <a:pt x="4518981" y="4447313"/>
                  </a:lnTo>
                  <a:lnTo>
                    <a:pt x="4621242" y="4466173"/>
                  </a:lnTo>
                  <a:lnTo>
                    <a:pt x="4728943" y="4483255"/>
                  </a:lnTo>
                  <a:lnTo>
                    <a:pt x="4840410" y="4498587"/>
                  </a:lnTo>
                  <a:lnTo>
                    <a:pt x="4953207" y="4512155"/>
                  </a:lnTo>
                  <a:lnTo>
                    <a:pt x="5064168" y="4523925"/>
                  </a:lnTo>
                  <a:lnTo>
                    <a:pt x="5169590" y="4533862"/>
                  </a:lnTo>
                  <a:lnTo>
                    <a:pt x="5265590" y="4541960"/>
                  </a:lnTo>
                  <a:lnTo>
                    <a:pt x="5348599" y="4548265"/>
                  </a:lnTo>
                  <a:lnTo>
                    <a:pt x="5415924" y="4552894"/>
                  </a:lnTo>
                  <a:lnTo>
                    <a:pt x="5466221" y="4556037"/>
                  </a:lnTo>
                  <a:lnTo>
                    <a:pt x="5499784" y="4557950"/>
                  </a:lnTo>
                  <a:lnTo>
                    <a:pt x="5518599" y="4558932"/>
                  </a:lnTo>
                  <a:lnTo>
                    <a:pt x="5526196" y="4559296"/>
                  </a:lnTo>
                  <a:lnTo>
                    <a:pt x="5527445" y="4559351"/>
                  </a:lnTo>
                  <a:lnTo>
                    <a:pt x="5527445" y="4559351"/>
                  </a:lnTo>
                  <a:lnTo>
                    <a:pt x="6522385" y="4559351"/>
                  </a:lnTo>
                  <a:lnTo>
                    <a:pt x="6523380" y="4559275"/>
                  </a:lnTo>
                  <a:lnTo>
                    <a:pt x="6529961" y="4558734"/>
                  </a:lnTo>
                  <a:lnTo>
                    <a:pt x="6546697" y="4557240"/>
                  </a:lnTo>
                  <a:lnTo>
                    <a:pt x="6576982" y="4554295"/>
                  </a:lnTo>
                  <a:lnTo>
                    <a:pt x="6622860" y="4549419"/>
                  </a:lnTo>
                  <a:lnTo>
                    <a:pt x="6684881" y="4542192"/>
                  </a:lnTo>
                  <a:lnTo>
                    <a:pt x="6762108" y="4532288"/>
                  </a:lnTo>
                  <a:lnTo>
                    <a:pt x="6852328" y="4519494"/>
                  </a:lnTo>
                  <a:lnTo>
                    <a:pt x="6952431" y="4503709"/>
                  </a:lnTo>
                  <a:lnTo>
                    <a:pt x="7058889" y="4484924"/>
                  </a:lnTo>
                  <a:lnTo>
                    <a:pt x="7168208" y="4463183"/>
                  </a:lnTo>
                  <a:lnTo>
                    <a:pt x="7277288" y="4438547"/>
                  </a:lnTo>
                  <a:lnTo>
                    <a:pt x="7383631" y="4411052"/>
                  </a:lnTo>
                  <a:lnTo>
                    <a:pt x="7485421" y="4380686"/>
                  </a:lnTo>
                  <a:lnTo>
                    <a:pt x="7581495" y="4347362"/>
                  </a:lnTo>
                  <a:lnTo>
                    <a:pt x="7671256" y="4310913"/>
                  </a:lnTo>
                  <a:lnTo>
                    <a:pt x="7754555" y="4271086"/>
                  </a:lnTo>
                  <a:lnTo>
                    <a:pt x="7831574" y="4227542"/>
                  </a:lnTo>
                  <a:lnTo>
                    <a:pt x="7902726" y="4179864"/>
                  </a:lnTo>
                  <a:lnTo>
                    <a:pt x="7968572" y="4127570"/>
                  </a:lnTo>
                  <a:lnTo>
                    <a:pt x="8029755" y="4070127"/>
                  </a:lnTo>
                  <a:lnTo>
                    <a:pt x="8086955" y="4006991"/>
                  </a:lnTo>
                  <a:lnTo>
                    <a:pt x="8140849" y="3937655"/>
                  </a:lnTo>
                  <a:lnTo>
                    <a:pt x="8192079" y="3861733"/>
                  </a:lnTo>
                  <a:lnTo>
                    <a:pt x="8229629" y="3799459"/>
                  </a:lnTo>
                  <a:lnTo>
                    <a:pt x="8266135" y="3733424"/>
                  </a:lnTo>
                  <a:lnTo>
                    <a:pt x="8301858" y="3663463"/>
                  </a:lnTo>
                  <a:lnTo>
                    <a:pt x="8336969" y="3589496"/>
                  </a:lnTo>
                  <a:lnTo>
                    <a:pt x="8371616" y="3511486"/>
                  </a:lnTo>
                  <a:lnTo>
                    <a:pt x="8405919" y="3429437"/>
                  </a:lnTo>
                  <a:lnTo>
                    <a:pt x="8439982" y="3343403"/>
                  </a:lnTo>
                  <a:lnTo>
                    <a:pt x="8473886" y="3253488"/>
                  </a:lnTo>
                  <a:lnTo>
                    <a:pt x="8507697" y="3159851"/>
                  </a:lnTo>
                  <a:lnTo>
                    <a:pt x="8541467" y="3062702"/>
                  </a:lnTo>
                  <a:lnTo>
                    <a:pt x="8575232" y="2962311"/>
                  </a:lnTo>
                  <a:lnTo>
                    <a:pt x="8609020" y="2858996"/>
                  </a:lnTo>
                  <a:lnTo>
                    <a:pt x="8642843" y="2753130"/>
                  </a:lnTo>
                  <a:lnTo>
                    <a:pt x="8676708" y="2645129"/>
                  </a:lnTo>
                  <a:lnTo>
                    <a:pt x="8710613" y="2535447"/>
                  </a:lnTo>
                  <a:lnTo>
                    <a:pt x="8744549" y="2424574"/>
                  </a:lnTo>
                  <a:lnTo>
                    <a:pt x="8778504" y="2313019"/>
                  </a:lnTo>
                  <a:lnTo>
                    <a:pt x="8812464" y="2201307"/>
                  </a:lnTo>
                  <a:lnTo>
                    <a:pt x="8846413" y="2089965"/>
                  </a:lnTo>
                  <a:lnTo>
                    <a:pt x="8880338" y="1979512"/>
                  </a:lnTo>
                  <a:lnTo>
                    <a:pt x="8914227" y="1870451"/>
                  </a:lnTo>
                  <a:lnTo>
                    <a:pt x="8948075" y="1763257"/>
                  </a:lnTo>
                  <a:lnTo>
                    <a:pt x="8981883" y="1658372"/>
                  </a:lnTo>
                  <a:lnTo>
                    <a:pt x="9015659" y="1556194"/>
                  </a:lnTo>
                  <a:lnTo>
                    <a:pt x="9049423" y="1457075"/>
                  </a:lnTo>
                  <a:lnTo>
                    <a:pt x="9083204" y="1361313"/>
                  </a:lnTo>
                  <a:lnTo>
                    <a:pt x="9117045" y="1269153"/>
                  </a:lnTo>
                  <a:lnTo>
                    <a:pt x="9151004" y="1180787"/>
                  </a:lnTo>
                  <a:lnTo>
                    <a:pt x="9185153" y="1096351"/>
                  </a:lnTo>
                  <a:lnTo>
                    <a:pt x="9219582" y="1015926"/>
                  </a:lnTo>
                  <a:lnTo>
                    <a:pt x="9254400" y="939548"/>
                  </a:lnTo>
                  <a:lnTo>
                    <a:pt x="9289739" y="867204"/>
                  </a:lnTo>
                  <a:lnTo>
                    <a:pt x="9325754" y="798837"/>
                  </a:lnTo>
                  <a:lnTo>
                    <a:pt x="9347647" y="759891"/>
                  </a:lnTo>
                  <a:lnTo>
                    <a:pt x="9397241" y="678845"/>
                  </a:lnTo>
                  <a:lnTo>
                    <a:pt x="9449053" y="604523"/>
                  </a:lnTo>
                  <a:lnTo>
                    <a:pt x="9503677" y="536711"/>
                  </a:lnTo>
                  <a:lnTo>
                    <a:pt x="9561768" y="474986"/>
                  </a:lnTo>
                  <a:lnTo>
                    <a:pt x="9624005" y="418824"/>
                  </a:lnTo>
                  <a:lnTo>
                    <a:pt x="9691064" y="367681"/>
                  </a:lnTo>
                  <a:lnTo>
                    <a:pt x="9763573" y="321034"/>
                  </a:lnTo>
                  <a:lnTo>
                    <a:pt x="9842064" y="278414"/>
                  </a:lnTo>
                  <a:lnTo>
                    <a:pt x="9926902" y="239423"/>
                  </a:lnTo>
                  <a:lnTo>
                    <a:pt x="10018202" y="203741"/>
                  </a:lnTo>
                  <a:lnTo>
                    <a:pt x="10115717" y="171137"/>
                  </a:lnTo>
                  <a:lnTo>
                    <a:pt x="10218725" y="141462"/>
                  </a:lnTo>
                  <a:lnTo>
                    <a:pt x="10325914" y="114650"/>
                  </a:lnTo>
                  <a:lnTo>
                    <a:pt x="10435303" y="90702"/>
                  </a:lnTo>
                  <a:lnTo>
                    <a:pt x="10544240" y="69662"/>
                  </a:lnTo>
                  <a:lnTo>
                    <a:pt x="10649503" y="51592"/>
                  </a:lnTo>
                  <a:lnTo>
                    <a:pt x="10747555" y="36526"/>
                  </a:lnTo>
                  <a:lnTo>
                    <a:pt x="10834924" y="24437"/>
                  </a:lnTo>
                  <a:lnTo>
                    <a:pt x="10908673" y="15197"/>
                  </a:lnTo>
                  <a:lnTo>
                    <a:pt x="10966864" y="8566"/>
                  </a:lnTo>
                  <a:lnTo>
                    <a:pt x="11008904" y="4193"/>
                  </a:lnTo>
                  <a:lnTo>
                    <a:pt x="11035709" y="1639"/>
                  </a:lnTo>
                  <a:lnTo>
                    <a:pt x="11049660" y="419"/>
                  </a:lnTo>
                  <a:lnTo>
                    <a:pt x="11054448" y="3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" name="pl67"/>
            <p:cNvSpPr/>
            <p:nvPr/>
          </p:nvSpPr>
          <p:spPr>
            <a:xfrm>
              <a:off x="1199187" y="1912666"/>
              <a:ext cx="12049831" cy="4559351"/>
            </a:xfrm>
            <a:custGeom>
              <a:avLst/>
              <a:pathLst>
                <a:path w="12049831" h="4559351">
                  <a:moveTo>
                    <a:pt x="12049831" y="0"/>
                  </a:moveTo>
                  <a:lnTo>
                    <a:pt x="11054891" y="0"/>
                  </a:lnTo>
                  <a:lnTo>
                    <a:pt x="11053896" y="76"/>
                  </a:lnTo>
                  <a:lnTo>
                    <a:pt x="11047315" y="616"/>
                  </a:lnTo>
                  <a:lnTo>
                    <a:pt x="11030579" y="2110"/>
                  </a:lnTo>
                  <a:lnTo>
                    <a:pt x="11000294" y="5056"/>
                  </a:lnTo>
                  <a:lnTo>
                    <a:pt x="10954417" y="9932"/>
                  </a:lnTo>
                  <a:lnTo>
                    <a:pt x="10892396" y="17159"/>
                  </a:lnTo>
                  <a:lnTo>
                    <a:pt x="10815168" y="27063"/>
                  </a:lnTo>
                  <a:lnTo>
                    <a:pt x="10724948" y="39857"/>
                  </a:lnTo>
                  <a:lnTo>
                    <a:pt x="10624845" y="55641"/>
                  </a:lnTo>
                  <a:lnTo>
                    <a:pt x="10518388" y="74427"/>
                  </a:lnTo>
                  <a:lnTo>
                    <a:pt x="10409068" y="96168"/>
                  </a:lnTo>
                  <a:lnTo>
                    <a:pt x="10299988" y="120804"/>
                  </a:lnTo>
                  <a:lnTo>
                    <a:pt x="10193646" y="148299"/>
                  </a:lnTo>
                  <a:lnTo>
                    <a:pt x="10091856" y="178665"/>
                  </a:lnTo>
                  <a:lnTo>
                    <a:pt x="9995781" y="211989"/>
                  </a:lnTo>
                  <a:lnTo>
                    <a:pt x="9906020" y="248438"/>
                  </a:lnTo>
                  <a:lnTo>
                    <a:pt x="9822722" y="288265"/>
                  </a:lnTo>
                  <a:lnTo>
                    <a:pt x="9745703" y="331809"/>
                  </a:lnTo>
                  <a:lnTo>
                    <a:pt x="9674551" y="379486"/>
                  </a:lnTo>
                  <a:lnTo>
                    <a:pt x="9608705" y="431781"/>
                  </a:lnTo>
                  <a:lnTo>
                    <a:pt x="9547521" y="489224"/>
                  </a:lnTo>
                  <a:lnTo>
                    <a:pt x="9490321" y="552360"/>
                  </a:lnTo>
                  <a:lnTo>
                    <a:pt x="9436428" y="621696"/>
                  </a:lnTo>
                  <a:lnTo>
                    <a:pt x="9385197" y="697618"/>
                  </a:lnTo>
                  <a:lnTo>
                    <a:pt x="9347647" y="759891"/>
                  </a:lnTo>
                  <a:lnTo>
                    <a:pt x="9311141" y="825927"/>
                  </a:lnTo>
                  <a:lnTo>
                    <a:pt x="9275419" y="895888"/>
                  </a:lnTo>
                  <a:lnTo>
                    <a:pt x="9240308" y="969855"/>
                  </a:lnTo>
                  <a:lnTo>
                    <a:pt x="9205661" y="1047865"/>
                  </a:lnTo>
                  <a:lnTo>
                    <a:pt x="9171357" y="1129914"/>
                  </a:lnTo>
                  <a:lnTo>
                    <a:pt x="9137295" y="1215948"/>
                  </a:lnTo>
                  <a:lnTo>
                    <a:pt x="9103391" y="1305862"/>
                  </a:lnTo>
                  <a:lnTo>
                    <a:pt x="9069580" y="1399500"/>
                  </a:lnTo>
                  <a:lnTo>
                    <a:pt x="9035810" y="1496648"/>
                  </a:lnTo>
                  <a:lnTo>
                    <a:pt x="9002044" y="1597040"/>
                  </a:lnTo>
                  <a:lnTo>
                    <a:pt x="8968257" y="1700354"/>
                  </a:lnTo>
                  <a:lnTo>
                    <a:pt x="8934434" y="1806221"/>
                  </a:lnTo>
                  <a:lnTo>
                    <a:pt x="8900569" y="1914222"/>
                  </a:lnTo>
                  <a:lnTo>
                    <a:pt x="8866664" y="2023903"/>
                  </a:lnTo>
                  <a:lnTo>
                    <a:pt x="8832728" y="2134777"/>
                  </a:lnTo>
                  <a:lnTo>
                    <a:pt x="8798773" y="2246331"/>
                  </a:lnTo>
                  <a:lnTo>
                    <a:pt x="8764813" y="2358043"/>
                  </a:lnTo>
                  <a:lnTo>
                    <a:pt x="8730864" y="2469386"/>
                  </a:lnTo>
                  <a:lnTo>
                    <a:pt x="8696939" y="2579839"/>
                  </a:lnTo>
                  <a:lnTo>
                    <a:pt x="8663050" y="2688900"/>
                  </a:lnTo>
                  <a:lnTo>
                    <a:pt x="8629202" y="2796093"/>
                  </a:lnTo>
                  <a:lnTo>
                    <a:pt x="8595394" y="2900978"/>
                  </a:lnTo>
                  <a:lnTo>
                    <a:pt x="8561618" y="3003156"/>
                  </a:lnTo>
                  <a:lnTo>
                    <a:pt x="8527854" y="3102276"/>
                  </a:lnTo>
                  <a:lnTo>
                    <a:pt x="8494073" y="3198038"/>
                  </a:lnTo>
                  <a:lnTo>
                    <a:pt x="8460231" y="3290197"/>
                  </a:lnTo>
                  <a:lnTo>
                    <a:pt x="8426272" y="3378563"/>
                  </a:lnTo>
                  <a:lnTo>
                    <a:pt x="8392123" y="3463000"/>
                  </a:lnTo>
                  <a:lnTo>
                    <a:pt x="8357695" y="3543424"/>
                  </a:lnTo>
                  <a:lnTo>
                    <a:pt x="8322877" y="3619802"/>
                  </a:lnTo>
                  <a:lnTo>
                    <a:pt x="8287538" y="3692147"/>
                  </a:lnTo>
                  <a:lnTo>
                    <a:pt x="8251522" y="3760514"/>
                  </a:lnTo>
                  <a:lnTo>
                    <a:pt x="8229629" y="3799459"/>
                  </a:lnTo>
                  <a:lnTo>
                    <a:pt x="8180035" y="3880506"/>
                  </a:lnTo>
                  <a:lnTo>
                    <a:pt x="8128223" y="3954828"/>
                  </a:lnTo>
                  <a:lnTo>
                    <a:pt x="8073599" y="4022639"/>
                  </a:lnTo>
                  <a:lnTo>
                    <a:pt x="8015509" y="4084365"/>
                  </a:lnTo>
                  <a:lnTo>
                    <a:pt x="7953271" y="4140526"/>
                  </a:lnTo>
                  <a:lnTo>
                    <a:pt x="7886212" y="4191670"/>
                  </a:lnTo>
                  <a:lnTo>
                    <a:pt x="7813703" y="4238317"/>
                  </a:lnTo>
                  <a:lnTo>
                    <a:pt x="7735213" y="4280936"/>
                  </a:lnTo>
                  <a:lnTo>
                    <a:pt x="7650374" y="4319928"/>
                  </a:lnTo>
                  <a:lnTo>
                    <a:pt x="7559075" y="4355609"/>
                  </a:lnTo>
                  <a:lnTo>
                    <a:pt x="7461559" y="4388214"/>
                  </a:lnTo>
                  <a:lnTo>
                    <a:pt x="7358551" y="4417888"/>
                  </a:lnTo>
                  <a:lnTo>
                    <a:pt x="7251363" y="4444700"/>
                  </a:lnTo>
                  <a:lnTo>
                    <a:pt x="7141973" y="4468649"/>
                  </a:lnTo>
                  <a:lnTo>
                    <a:pt x="7033037" y="4489689"/>
                  </a:lnTo>
                  <a:lnTo>
                    <a:pt x="6927773" y="4507759"/>
                  </a:lnTo>
                  <a:lnTo>
                    <a:pt x="6829721" y="4522824"/>
                  </a:lnTo>
                  <a:lnTo>
                    <a:pt x="6742352" y="4534914"/>
                  </a:lnTo>
                  <a:lnTo>
                    <a:pt x="6668603" y="4544154"/>
                  </a:lnTo>
                  <a:lnTo>
                    <a:pt x="6610413" y="4550785"/>
                  </a:lnTo>
                  <a:lnTo>
                    <a:pt x="6568372" y="4555158"/>
                  </a:lnTo>
                  <a:lnTo>
                    <a:pt x="6541568" y="4557711"/>
                  </a:lnTo>
                  <a:lnTo>
                    <a:pt x="6527616" y="4558932"/>
                  </a:lnTo>
                  <a:lnTo>
                    <a:pt x="6522829" y="4559318"/>
                  </a:lnTo>
                  <a:lnTo>
                    <a:pt x="6522385" y="4559351"/>
                  </a:lnTo>
                  <a:lnTo>
                    <a:pt x="5527445" y="4559351"/>
                  </a:lnTo>
                  <a:lnTo>
                    <a:pt x="5526361" y="4559303"/>
                  </a:lnTo>
                  <a:lnTo>
                    <a:pt x="5519201" y="4558962"/>
                  </a:lnTo>
                  <a:lnTo>
                    <a:pt x="5501034" y="4558018"/>
                  </a:lnTo>
                  <a:lnTo>
                    <a:pt x="5468258" y="4556158"/>
                  </a:lnTo>
                  <a:lnTo>
                    <a:pt x="5418807" y="4553081"/>
                  </a:lnTo>
                  <a:lnTo>
                    <a:pt x="5352303" y="4548531"/>
                  </a:lnTo>
                  <a:lnTo>
                    <a:pt x="5270012" y="4542312"/>
                  </a:lnTo>
                  <a:lnTo>
                    <a:pt x="5174575" y="4534305"/>
                  </a:lnTo>
                  <a:lnTo>
                    <a:pt x="5069526" y="4524458"/>
                  </a:lnTo>
                  <a:lnTo>
                    <a:pt x="4958748" y="4512778"/>
                  </a:lnTo>
                  <a:lnTo>
                    <a:pt x="4845963" y="4499297"/>
                  </a:lnTo>
                  <a:lnTo>
                    <a:pt x="4734366" y="4484052"/>
                  </a:lnTo>
                  <a:lnTo>
                    <a:pt x="4626434" y="4467056"/>
                  </a:lnTo>
                  <a:lnTo>
                    <a:pt x="4523877" y="4448285"/>
                  </a:lnTo>
                  <a:lnTo>
                    <a:pt x="4427704" y="4427666"/>
                  </a:lnTo>
                  <a:lnTo>
                    <a:pt x="4338343" y="4405068"/>
                  </a:lnTo>
                  <a:lnTo>
                    <a:pt x="4255776" y="4380308"/>
                  </a:lnTo>
                  <a:lnTo>
                    <a:pt x="4179669" y="4353147"/>
                  </a:lnTo>
                  <a:lnTo>
                    <a:pt x="4109478" y="4323299"/>
                  </a:lnTo>
                  <a:lnTo>
                    <a:pt x="4044536" y="4290440"/>
                  </a:lnTo>
                  <a:lnTo>
                    <a:pt x="3984112" y="4254229"/>
                  </a:lnTo>
                  <a:lnTo>
                    <a:pt x="3927463" y="4214329"/>
                  </a:lnTo>
                  <a:lnTo>
                    <a:pt x="3873869" y="4170464"/>
                  </a:lnTo>
                  <a:lnTo>
                    <a:pt x="3822673" y="4122483"/>
                  </a:lnTo>
                  <a:lnTo>
                    <a:pt x="3820202" y="4120011"/>
                  </a:lnTo>
                  <a:lnTo>
                    <a:pt x="3774808" y="4072056"/>
                  </a:lnTo>
                  <a:lnTo>
                    <a:pt x="3730564" y="4020552"/>
                  </a:lnTo>
                  <a:lnTo>
                    <a:pt x="3687155" y="3965428"/>
                  </a:lnTo>
                  <a:lnTo>
                    <a:pt x="3644326" y="3906669"/>
                  </a:lnTo>
                  <a:lnTo>
                    <a:pt x="3601876" y="3844329"/>
                  </a:lnTo>
                  <a:lnTo>
                    <a:pt x="3559648" y="3778532"/>
                  </a:lnTo>
                  <a:lnTo>
                    <a:pt x="3517523" y="3709476"/>
                  </a:lnTo>
                  <a:lnTo>
                    <a:pt x="3475419" y="3637436"/>
                  </a:lnTo>
                  <a:lnTo>
                    <a:pt x="3433283" y="3562763"/>
                  </a:lnTo>
                  <a:lnTo>
                    <a:pt x="3391089" y="3485878"/>
                  </a:lnTo>
                  <a:lnTo>
                    <a:pt x="3348831" y="3407263"/>
                  </a:lnTo>
                  <a:lnTo>
                    <a:pt x="3306519" y="3327451"/>
                  </a:lnTo>
                  <a:lnTo>
                    <a:pt x="3264178" y="3247010"/>
                  </a:lnTo>
                  <a:lnTo>
                    <a:pt x="3221834" y="3166528"/>
                  </a:lnTo>
                  <a:lnTo>
                    <a:pt x="3179516" y="3086592"/>
                  </a:lnTo>
                  <a:lnTo>
                    <a:pt x="3137250" y="3007775"/>
                  </a:lnTo>
                  <a:lnTo>
                    <a:pt x="3095046" y="2930616"/>
                  </a:lnTo>
                  <a:lnTo>
                    <a:pt x="3052903" y="2855604"/>
                  </a:lnTo>
                  <a:lnTo>
                    <a:pt x="3010798" y="2783170"/>
                  </a:lnTo>
                  <a:lnTo>
                    <a:pt x="2968680" y="2713675"/>
                  </a:lnTo>
                  <a:lnTo>
                    <a:pt x="2926472" y="2647404"/>
                  </a:lnTo>
                  <a:lnTo>
                    <a:pt x="2884062" y="2584568"/>
                  </a:lnTo>
                  <a:lnTo>
                    <a:pt x="2841298" y="2525300"/>
                  </a:lnTo>
                  <a:lnTo>
                    <a:pt x="2797985" y="2469662"/>
                  </a:lnTo>
                  <a:lnTo>
                    <a:pt x="2753876" y="2417651"/>
                  </a:lnTo>
                  <a:lnTo>
                    <a:pt x="2708666" y="2369202"/>
                  </a:lnTo>
                  <a:lnTo>
                    <a:pt x="2702183" y="2362652"/>
                  </a:lnTo>
                  <a:lnTo>
                    <a:pt x="2651091" y="2314467"/>
                  </a:lnTo>
                  <a:lnTo>
                    <a:pt x="2597630" y="2270401"/>
                  </a:lnTo>
                  <a:lnTo>
                    <a:pt x="2541148" y="2230312"/>
                  </a:lnTo>
                  <a:lnTo>
                    <a:pt x="2480927" y="2193927"/>
                  </a:lnTo>
                  <a:lnTo>
                    <a:pt x="2416225" y="2160911"/>
                  </a:lnTo>
                  <a:lnTo>
                    <a:pt x="2346310" y="2130922"/>
                  </a:lnTo>
                  <a:lnTo>
                    <a:pt x="2270508" y="2103636"/>
                  </a:lnTo>
                  <a:lnTo>
                    <a:pt x="2188270" y="2078763"/>
                  </a:lnTo>
                  <a:lnTo>
                    <a:pt x="2099247" y="2056064"/>
                  </a:lnTo>
                  <a:lnTo>
                    <a:pt x="2003404" y="2035350"/>
                  </a:lnTo>
                  <a:lnTo>
                    <a:pt x="1901143" y="2016491"/>
                  </a:lnTo>
                  <a:lnTo>
                    <a:pt x="1793442" y="1999408"/>
                  </a:lnTo>
                  <a:lnTo>
                    <a:pt x="1681974" y="1984076"/>
                  </a:lnTo>
                  <a:lnTo>
                    <a:pt x="1569178" y="1970508"/>
                  </a:lnTo>
                  <a:lnTo>
                    <a:pt x="1458217" y="1958738"/>
                  </a:lnTo>
                  <a:lnTo>
                    <a:pt x="1352795" y="1948801"/>
                  </a:lnTo>
                  <a:lnTo>
                    <a:pt x="1256795" y="1940703"/>
                  </a:lnTo>
                  <a:lnTo>
                    <a:pt x="1173786" y="1934398"/>
                  </a:lnTo>
                  <a:lnTo>
                    <a:pt x="1106461" y="1929770"/>
                  </a:lnTo>
                  <a:lnTo>
                    <a:pt x="1056164" y="1926627"/>
                  </a:lnTo>
                  <a:lnTo>
                    <a:pt x="1022601" y="1924713"/>
                  </a:lnTo>
                  <a:lnTo>
                    <a:pt x="1003786" y="1923732"/>
                  </a:lnTo>
                  <a:lnTo>
                    <a:pt x="996189" y="1923368"/>
                  </a:lnTo>
                  <a:lnTo>
                    <a:pt x="994940" y="1923312"/>
                  </a:lnTo>
                  <a:lnTo>
                    <a:pt x="994940" y="1923312"/>
                  </a:lnTo>
                  <a:lnTo>
                    <a:pt x="0" y="1923312"/>
                  </a:lnTo>
                  <a:lnTo>
                    <a:pt x="0" y="19233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" name="pg68"/>
            <p:cNvSpPr/>
            <p:nvPr/>
          </p:nvSpPr>
          <p:spPr>
            <a:xfrm>
              <a:off x="1199187" y="2059404"/>
              <a:ext cx="12049831" cy="4438817"/>
            </a:xfrm>
            <a:custGeom>
              <a:avLst/>
              <a:pathLst>
                <a:path w="12049831" h="4438817">
                  <a:moveTo>
                    <a:pt x="0" y="1797537"/>
                  </a:moveTo>
                  <a:lnTo>
                    <a:pt x="994940" y="1797537"/>
                  </a:lnTo>
                  <a:lnTo>
                    <a:pt x="996024" y="1797585"/>
                  </a:lnTo>
                  <a:lnTo>
                    <a:pt x="1003182" y="1797927"/>
                  </a:lnTo>
                  <a:lnTo>
                    <a:pt x="1021347" y="1798873"/>
                  </a:lnTo>
                  <a:lnTo>
                    <a:pt x="1054117" y="1800736"/>
                  </a:lnTo>
                  <a:lnTo>
                    <a:pt x="1103560" y="1803818"/>
                  </a:lnTo>
                  <a:lnTo>
                    <a:pt x="1170055" y="1808376"/>
                  </a:lnTo>
                  <a:lnTo>
                    <a:pt x="1252334" y="1814607"/>
                  </a:lnTo>
                  <a:lnTo>
                    <a:pt x="1347760" y="1822629"/>
                  </a:lnTo>
                  <a:lnTo>
                    <a:pt x="1452799" y="1832493"/>
                  </a:lnTo>
                  <a:lnTo>
                    <a:pt x="1563568" y="1844195"/>
                  </a:lnTo>
                  <a:lnTo>
                    <a:pt x="1676346" y="1857700"/>
                  </a:lnTo>
                  <a:lnTo>
                    <a:pt x="1787937" y="1872974"/>
                  </a:lnTo>
                  <a:lnTo>
                    <a:pt x="1895866" y="1890001"/>
                  </a:lnTo>
                  <a:lnTo>
                    <a:pt x="1998422" y="1908806"/>
                  </a:lnTo>
                  <a:lnTo>
                    <a:pt x="2094595" y="1929464"/>
                  </a:lnTo>
                  <a:lnTo>
                    <a:pt x="2183957" y="1952103"/>
                  </a:lnTo>
                  <a:lnTo>
                    <a:pt x="2266526" y="1976909"/>
                  </a:lnTo>
                  <a:lnTo>
                    <a:pt x="2342635" y="2004120"/>
                  </a:lnTo>
                  <a:lnTo>
                    <a:pt x="2412828" y="2034022"/>
                  </a:lnTo>
                  <a:lnTo>
                    <a:pt x="2477772" y="2066940"/>
                  </a:lnTo>
                  <a:lnTo>
                    <a:pt x="2538197" y="2103217"/>
                  </a:lnTo>
                  <a:lnTo>
                    <a:pt x="2594847" y="2143188"/>
                  </a:lnTo>
                  <a:lnTo>
                    <a:pt x="2648442" y="2187132"/>
                  </a:lnTo>
                  <a:lnTo>
                    <a:pt x="2699637" y="2235200"/>
                  </a:lnTo>
                  <a:lnTo>
                    <a:pt x="2702183" y="2237750"/>
                  </a:lnTo>
                  <a:lnTo>
                    <a:pt x="2747546" y="2285766"/>
                  </a:lnTo>
                  <a:lnTo>
                    <a:pt x="2791759" y="2337332"/>
                  </a:lnTo>
                  <a:lnTo>
                    <a:pt x="2835139" y="2392520"/>
                  </a:lnTo>
                  <a:lnTo>
                    <a:pt x="2877938" y="2451345"/>
                  </a:lnTo>
                  <a:lnTo>
                    <a:pt x="2920359" y="2513753"/>
                  </a:lnTo>
                  <a:lnTo>
                    <a:pt x="2962559" y="2579622"/>
                  </a:lnTo>
                  <a:lnTo>
                    <a:pt x="3004654" y="2648752"/>
                  </a:lnTo>
                  <a:lnTo>
                    <a:pt x="3046728" y="2720869"/>
                  </a:lnTo>
                  <a:lnTo>
                    <a:pt x="3088833" y="2795623"/>
                  </a:lnTo>
                  <a:lnTo>
                    <a:pt x="3130997" y="2872593"/>
                  </a:lnTo>
                  <a:lnTo>
                    <a:pt x="3173225" y="2951297"/>
                  </a:lnTo>
                  <a:lnTo>
                    <a:pt x="3215506" y="3031204"/>
                  </a:lnTo>
                  <a:lnTo>
                    <a:pt x="3257818" y="3111745"/>
                  </a:lnTo>
                  <a:lnTo>
                    <a:pt x="3300132" y="3192333"/>
                  </a:lnTo>
                  <a:lnTo>
                    <a:pt x="3342420" y="3272380"/>
                  </a:lnTo>
                  <a:lnTo>
                    <a:pt x="3384657" y="3351312"/>
                  </a:lnTo>
                  <a:lnTo>
                    <a:pt x="3426832" y="3428593"/>
                  </a:lnTo>
                  <a:lnTo>
                    <a:pt x="3468945" y="3503730"/>
                  </a:lnTo>
                  <a:lnTo>
                    <a:pt x="3511022" y="3576293"/>
                  </a:lnTo>
                  <a:lnTo>
                    <a:pt x="3553109" y="3645920"/>
                  </a:lnTo>
                  <a:lnTo>
                    <a:pt x="3595285" y="3712324"/>
                  </a:lnTo>
                  <a:lnTo>
                    <a:pt x="3637661" y="3775294"/>
                  </a:lnTo>
                  <a:lnTo>
                    <a:pt x="3680388" y="3834695"/>
                  </a:lnTo>
                  <a:lnTo>
                    <a:pt x="3723659" y="3890465"/>
                  </a:lnTo>
                  <a:lnTo>
                    <a:pt x="3767720" y="3942605"/>
                  </a:lnTo>
                  <a:lnTo>
                    <a:pt x="3812875" y="3991180"/>
                  </a:lnTo>
                  <a:lnTo>
                    <a:pt x="3820202" y="3998603"/>
                  </a:lnTo>
                  <a:lnTo>
                    <a:pt x="3871291" y="4046881"/>
                  </a:lnTo>
                  <a:lnTo>
                    <a:pt x="3924748" y="4091032"/>
                  </a:lnTo>
                  <a:lnTo>
                    <a:pt x="3981227" y="4131199"/>
                  </a:lnTo>
                  <a:lnTo>
                    <a:pt x="4041442" y="4167656"/>
                  </a:lnTo>
                  <a:lnTo>
                    <a:pt x="4106139" y="4200736"/>
                  </a:lnTo>
                  <a:lnTo>
                    <a:pt x="4176048" y="4230783"/>
                  </a:lnTo>
                  <a:lnTo>
                    <a:pt x="4251842" y="4258123"/>
                  </a:lnTo>
                  <a:lnTo>
                    <a:pt x="4334073" y="4283045"/>
                  </a:lnTo>
                  <a:lnTo>
                    <a:pt x="4423087" y="4305789"/>
                  </a:lnTo>
                  <a:lnTo>
                    <a:pt x="4518920" y="4326544"/>
                  </a:lnTo>
                  <a:lnTo>
                    <a:pt x="4621171" y="4345441"/>
                  </a:lnTo>
                  <a:lnTo>
                    <a:pt x="4728862" y="4362557"/>
                  </a:lnTo>
                  <a:lnTo>
                    <a:pt x="4840320" y="4377920"/>
                  </a:lnTo>
                  <a:lnTo>
                    <a:pt x="4953109" y="4391516"/>
                  </a:lnTo>
                  <a:lnTo>
                    <a:pt x="5064067" y="4403310"/>
                  </a:lnTo>
                  <a:lnTo>
                    <a:pt x="5169490" y="4413268"/>
                  </a:lnTo>
                  <a:lnTo>
                    <a:pt x="5265495" y="4421384"/>
                  </a:lnTo>
                  <a:lnTo>
                    <a:pt x="5348515" y="4427702"/>
                  </a:lnTo>
                  <a:lnTo>
                    <a:pt x="5415855" y="4432342"/>
                  </a:lnTo>
                  <a:lnTo>
                    <a:pt x="5466169" y="4435493"/>
                  </a:lnTo>
                  <a:lnTo>
                    <a:pt x="5499750" y="4437411"/>
                  </a:lnTo>
                  <a:lnTo>
                    <a:pt x="5518582" y="4438395"/>
                  </a:lnTo>
                  <a:lnTo>
                    <a:pt x="5526191" y="4438761"/>
                  </a:lnTo>
                  <a:lnTo>
                    <a:pt x="5527445" y="4438817"/>
                  </a:lnTo>
                  <a:lnTo>
                    <a:pt x="6522385" y="4438817"/>
                  </a:lnTo>
                  <a:lnTo>
                    <a:pt x="6523387" y="4438742"/>
                  </a:lnTo>
                  <a:lnTo>
                    <a:pt x="6530015" y="4438214"/>
                  </a:lnTo>
                  <a:lnTo>
                    <a:pt x="6546867" y="4436754"/>
                  </a:lnTo>
                  <a:lnTo>
                    <a:pt x="6577354" y="4433875"/>
                  </a:lnTo>
                  <a:lnTo>
                    <a:pt x="6623522" y="4429110"/>
                  </a:lnTo>
                  <a:lnTo>
                    <a:pt x="6685909" y="4422048"/>
                  </a:lnTo>
                  <a:lnTo>
                    <a:pt x="6763553" y="4412374"/>
                  </a:lnTo>
                  <a:lnTo>
                    <a:pt x="6854205" y="4399879"/>
                  </a:lnTo>
                  <a:lnTo>
                    <a:pt x="6954722" y="4384467"/>
                  </a:lnTo>
                  <a:lnTo>
                    <a:pt x="7061545" y="4366131"/>
                  </a:lnTo>
                  <a:lnTo>
                    <a:pt x="7171162" y="4344915"/>
                  </a:lnTo>
                  <a:lnTo>
                    <a:pt x="7280463" y="4320878"/>
                  </a:lnTo>
                  <a:lnTo>
                    <a:pt x="7386949" y="4294055"/>
                  </a:lnTo>
                  <a:lnTo>
                    <a:pt x="7488814" y="4264430"/>
                  </a:lnTo>
                  <a:lnTo>
                    <a:pt x="7584906" y="4231918"/>
                  </a:lnTo>
                  <a:lnTo>
                    <a:pt x="7674641" y="4196353"/>
                  </a:lnTo>
                  <a:lnTo>
                    <a:pt x="7757884" y="4157482"/>
                  </a:lnTo>
                  <a:lnTo>
                    <a:pt x="7834830" y="4114972"/>
                  </a:lnTo>
                  <a:lnTo>
                    <a:pt x="7905903" y="4068413"/>
                  </a:lnTo>
                  <a:lnTo>
                    <a:pt x="7971672" y="4017330"/>
                  </a:lnTo>
                  <a:lnTo>
                    <a:pt x="8032788" y="3961202"/>
                  </a:lnTo>
                  <a:lnTo>
                    <a:pt x="8089937" y="3899497"/>
                  </a:lnTo>
                  <a:lnTo>
                    <a:pt x="8143799" y="3831724"/>
                  </a:lnTo>
                  <a:lnTo>
                    <a:pt x="8195020" y="3757515"/>
                  </a:lnTo>
                  <a:lnTo>
                    <a:pt x="8229629" y="3701634"/>
                  </a:lnTo>
                  <a:lnTo>
                    <a:pt x="8266619" y="3636688"/>
                  </a:lnTo>
                  <a:lnTo>
                    <a:pt x="8302806" y="3567829"/>
                  </a:lnTo>
                  <a:lnTo>
                    <a:pt x="8338370" y="3494979"/>
                  </a:lnTo>
                  <a:lnTo>
                    <a:pt x="8373462" y="3418099"/>
                  </a:lnTo>
                  <a:lnTo>
                    <a:pt x="8408208" y="3337197"/>
                  </a:lnTo>
                  <a:lnTo>
                    <a:pt x="8442713" y="3252330"/>
                  </a:lnTo>
                  <a:lnTo>
                    <a:pt x="8477061" y="3163608"/>
                  </a:lnTo>
                  <a:lnTo>
                    <a:pt x="8511319" y="3071194"/>
                  </a:lnTo>
                  <a:lnTo>
                    <a:pt x="8545539" y="2975309"/>
                  </a:lnTo>
                  <a:lnTo>
                    <a:pt x="8579759" y="2876228"/>
                  </a:lnTo>
                  <a:lnTo>
                    <a:pt x="8614004" y="2774282"/>
                  </a:lnTo>
                  <a:lnTo>
                    <a:pt x="8648287" y="2669852"/>
                  </a:lnTo>
                  <a:lnTo>
                    <a:pt x="8682613" y="2563366"/>
                  </a:lnTo>
                  <a:lnTo>
                    <a:pt x="8716978" y="2455289"/>
                  </a:lnTo>
                  <a:lnTo>
                    <a:pt x="8751374" y="2346118"/>
                  </a:lnTo>
                  <a:lnTo>
                    <a:pt x="8785786" y="2236372"/>
                  </a:lnTo>
                  <a:lnTo>
                    <a:pt x="8820200" y="2126583"/>
                  </a:lnTo>
                  <a:lnTo>
                    <a:pt x="8854600" y="2017280"/>
                  </a:lnTo>
                  <a:lnTo>
                    <a:pt x="8888971" y="1908987"/>
                  </a:lnTo>
                  <a:lnTo>
                    <a:pt x="8923304" y="1802204"/>
                  </a:lnTo>
                  <a:lnTo>
                    <a:pt x="8957594" y="1697402"/>
                  </a:lnTo>
                  <a:lnTo>
                    <a:pt x="8991844" y="1595017"/>
                  </a:lnTo>
                  <a:lnTo>
                    <a:pt x="9026067" y="1495437"/>
                  </a:lnTo>
                  <a:lnTo>
                    <a:pt x="9060285" y="1399002"/>
                  </a:lnTo>
                  <a:lnTo>
                    <a:pt x="9094534" y="1305996"/>
                  </a:lnTo>
                  <a:lnTo>
                    <a:pt x="9128862" y="1216649"/>
                  </a:lnTo>
                  <a:lnTo>
                    <a:pt x="9163335" y="1131134"/>
                  </a:lnTo>
                  <a:lnTo>
                    <a:pt x="9198035" y="1049570"/>
                  </a:lnTo>
                  <a:lnTo>
                    <a:pt x="9233062" y="972022"/>
                  </a:lnTo>
                  <a:lnTo>
                    <a:pt x="9268538" y="898505"/>
                  </a:lnTo>
                  <a:lnTo>
                    <a:pt x="9304610" y="828989"/>
                  </a:lnTo>
                  <a:lnTo>
                    <a:pt x="9341453" y="763401"/>
                  </a:lnTo>
                  <a:lnTo>
                    <a:pt x="9347647" y="752904"/>
                  </a:lnTo>
                  <a:lnTo>
                    <a:pt x="9397365" y="674095"/>
                  </a:lnTo>
                  <a:lnTo>
                    <a:pt x="9449313" y="601841"/>
                  </a:lnTo>
                  <a:lnTo>
                    <a:pt x="9504091" y="535933"/>
                  </a:lnTo>
                  <a:lnTo>
                    <a:pt x="9562356" y="475954"/>
                  </a:lnTo>
                  <a:lnTo>
                    <a:pt x="9624796" y="421394"/>
                  </a:lnTo>
                  <a:lnTo>
                    <a:pt x="9692089" y="371720"/>
                  </a:lnTo>
                  <a:lnTo>
                    <a:pt x="9764867" y="326421"/>
                  </a:lnTo>
                  <a:lnTo>
                    <a:pt x="9843664" y="285042"/>
                  </a:lnTo>
                  <a:lnTo>
                    <a:pt x="9928845" y="247193"/>
                  </a:lnTo>
                  <a:lnTo>
                    <a:pt x="10020517" y="212565"/>
                  </a:lnTo>
                  <a:lnTo>
                    <a:pt x="10118424" y="180932"/>
                  </a:lnTo>
                  <a:lnTo>
                    <a:pt x="10221823" y="152153"/>
                  </a:lnTo>
                  <a:lnTo>
                    <a:pt x="10329375" y="126163"/>
                  </a:lnTo>
                  <a:lnTo>
                    <a:pt x="10439062" y="102966"/>
                  </a:lnTo>
                  <a:lnTo>
                    <a:pt x="10548192" y="82607"/>
                  </a:lnTo>
                  <a:lnTo>
                    <a:pt x="10653504" y="65144"/>
                  </a:lnTo>
                  <a:lnTo>
                    <a:pt x="10751429" y="50611"/>
                  </a:lnTo>
                  <a:lnTo>
                    <a:pt x="10838480" y="38976"/>
                  </a:lnTo>
                  <a:lnTo>
                    <a:pt x="10911736" y="30112"/>
                  </a:lnTo>
                  <a:lnTo>
                    <a:pt x="10969298" y="23776"/>
                  </a:lnTo>
                  <a:lnTo>
                    <a:pt x="11010640" y="19623"/>
                  </a:lnTo>
                  <a:lnTo>
                    <a:pt x="11036760" y="17220"/>
                  </a:lnTo>
                  <a:lnTo>
                    <a:pt x="11050133" y="16090"/>
                  </a:lnTo>
                  <a:lnTo>
                    <a:pt x="11054542" y="15747"/>
                  </a:lnTo>
                  <a:lnTo>
                    <a:pt x="11054891" y="15721"/>
                  </a:lnTo>
                  <a:lnTo>
                    <a:pt x="12049831" y="1572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89" y="74"/>
                  </a:lnTo>
                  <a:lnTo>
                    <a:pt x="11047261" y="602"/>
                  </a:lnTo>
                  <a:lnTo>
                    <a:pt x="11030410" y="2062"/>
                  </a:lnTo>
                  <a:lnTo>
                    <a:pt x="10999923" y="4941"/>
                  </a:lnTo>
                  <a:lnTo>
                    <a:pt x="10953754" y="9706"/>
                  </a:lnTo>
                  <a:lnTo>
                    <a:pt x="10891367" y="16768"/>
                  </a:lnTo>
                  <a:lnTo>
                    <a:pt x="10813723" y="26443"/>
                  </a:lnTo>
                  <a:lnTo>
                    <a:pt x="10723071" y="38937"/>
                  </a:lnTo>
                  <a:lnTo>
                    <a:pt x="10622554" y="54349"/>
                  </a:lnTo>
                  <a:lnTo>
                    <a:pt x="10515731" y="72685"/>
                  </a:lnTo>
                  <a:lnTo>
                    <a:pt x="10406114" y="93901"/>
                  </a:lnTo>
                  <a:lnTo>
                    <a:pt x="10296814" y="117938"/>
                  </a:lnTo>
                  <a:lnTo>
                    <a:pt x="10190327" y="144761"/>
                  </a:lnTo>
                  <a:lnTo>
                    <a:pt x="10088463" y="174386"/>
                  </a:lnTo>
                  <a:lnTo>
                    <a:pt x="9992370" y="206898"/>
                  </a:lnTo>
                  <a:lnTo>
                    <a:pt x="9902635" y="242463"/>
                  </a:lnTo>
                  <a:lnTo>
                    <a:pt x="9819392" y="281334"/>
                  </a:lnTo>
                  <a:lnTo>
                    <a:pt x="9742447" y="323844"/>
                  </a:lnTo>
                  <a:lnTo>
                    <a:pt x="9671374" y="370403"/>
                  </a:lnTo>
                  <a:lnTo>
                    <a:pt x="9605605" y="421486"/>
                  </a:lnTo>
                  <a:lnTo>
                    <a:pt x="9544488" y="477614"/>
                  </a:lnTo>
                  <a:lnTo>
                    <a:pt x="9487339" y="539319"/>
                  </a:lnTo>
                  <a:lnTo>
                    <a:pt x="9433477" y="607092"/>
                  </a:lnTo>
                  <a:lnTo>
                    <a:pt x="9382257" y="681302"/>
                  </a:lnTo>
                  <a:lnTo>
                    <a:pt x="9347647" y="737182"/>
                  </a:lnTo>
                  <a:lnTo>
                    <a:pt x="9310658" y="802128"/>
                  </a:lnTo>
                  <a:lnTo>
                    <a:pt x="9274471" y="870987"/>
                  </a:lnTo>
                  <a:lnTo>
                    <a:pt x="9238906" y="943837"/>
                  </a:lnTo>
                  <a:lnTo>
                    <a:pt x="9203814" y="1020717"/>
                  </a:lnTo>
                  <a:lnTo>
                    <a:pt x="9169068" y="1101619"/>
                  </a:lnTo>
                  <a:lnTo>
                    <a:pt x="9134563" y="1186486"/>
                  </a:lnTo>
                  <a:lnTo>
                    <a:pt x="9100216" y="1275208"/>
                  </a:lnTo>
                  <a:lnTo>
                    <a:pt x="9065958" y="1367622"/>
                  </a:lnTo>
                  <a:lnTo>
                    <a:pt x="9031737" y="1463507"/>
                  </a:lnTo>
                  <a:lnTo>
                    <a:pt x="8997517" y="1562588"/>
                  </a:lnTo>
                  <a:lnTo>
                    <a:pt x="8963273" y="1664534"/>
                  </a:lnTo>
                  <a:lnTo>
                    <a:pt x="8928990" y="1768964"/>
                  </a:lnTo>
                  <a:lnTo>
                    <a:pt x="8894664" y="1875450"/>
                  </a:lnTo>
                  <a:lnTo>
                    <a:pt x="8860298" y="1983527"/>
                  </a:lnTo>
                  <a:lnTo>
                    <a:pt x="8825903" y="2092698"/>
                  </a:lnTo>
                  <a:lnTo>
                    <a:pt x="8791490" y="2202444"/>
                  </a:lnTo>
                  <a:lnTo>
                    <a:pt x="8757076" y="2312233"/>
                  </a:lnTo>
                  <a:lnTo>
                    <a:pt x="8722677" y="2421536"/>
                  </a:lnTo>
                  <a:lnTo>
                    <a:pt x="8688305" y="2529829"/>
                  </a:lnTo>
                  <a:lnTo>
                    <a:pt x="8653973" y="2636613"/>
                  </a:lnTo>
                  <a:lnTo>
                    <a:pt x="8619682" y="2741414"/>
                  </a:lnTo>
                  <a:lnTo>
                    <a:pt x="8585432" y="2843799"/>
                  </a:lnTo>
                  <a:lnTo>
                    <a:pt x="8551210" y="2943379"/>
                  </a:lnTo>
                  <a:lnTo>
                    <a:pt x="8516992" y="3039814"/>
                  </a:lnTo>
                  <a:lnTo>
                    <a:pt x="8482743" y="3132820"/>
                  </a:lnTo>
                  <a:lnTo>
                    <a:pt x="8448414" y="3222167"/>
                  </a:lnTo>
                  <a:lnTo>
                    <a:pt x="8413941" y="3307682"/>
                  </a:lnTo>
                  <a:lnTo>
                    <a:pt x="8379242" y="3389246"/>
                  </a:lnTo>
                  <a:lnTo>
                    <a:pt x="8344215" y="3466794"/>
                  </a:lnTo>
                  <a:lnTo>
                    <a:pt x="8308739" y="3540311"/>
                  </a:lnTo>
                  <a:lnTo>
                    <a:pt x="8272666" y="3609827"/>
                  </a:lnTo>
                  <a:lnTo>
                    <a:pt x="8235824" y="3675415"/>
                  </a:lnTo>
                  <a:lnTo>
                    <a:pt x="8229629" y="3685912"/>
                  </a:lnTo>
                  <a:lnTo>
                    <a:pt x="8179911" y="3764721"/>
                  </a:lnTo>
                  <a:lnTo>
                    <a:pt x="8127963" y="3836975"/>
                  </a:lnTo>
                  <a:lnTo>
                    <a:pt x="8073186" y="3902883"/>
                  </a:lnTo>
                  <a:lnTo>
                    <a:pt x="8014920" y="3962862"/>
                  </a:lnTo>
                  <a:lnTo>
                    <a:pt x="7952480" y="4017422"/>
                  </a:lnTo>
                  <a:lnTo>
                    <a:pt x="7885188" y="4067097"/>
                  </a:lnTo>
                  <a:lnTo>
                    <a:pt x="7812410" y="4112395"/>
                  </a:lnTo>
                  <a:lnTo>
                    <a:pt x="7733613" y="4153774"/>
                  </a:lnTo>
                  <a:lnTo>
                    <a:pt x="7648432" y="4191623"/>
                  </a:lnTo>
                  <a:lnTo>
                    <a:pt x="7556759" y="4226251"/>
                  </a:lnTo>
                  <a:lnTo>
                    <a:pt x="7458852" y="4257884"/>
                  </a:lnTo>
                  <a:lnTo>
                    <a:pt x="7355453" y="4286663"/>
                  </a:lnTo>
                  <a:lnTo>
                    <a:pt x="7247902" y="4312653"/>
                  </a:lnTo>
                  <a:lnTo>
                    <a:pt x="7138214" y="4335850"/>
                  </a:lnTo>
                  <a:lnTo>
                    <a:pt x="7029084" y="4356209"/>
                  </a:lnTo>
                  <a:lnTo>
                    <a:pt x="6923772" y="4373672"/>
                  </a:lnTo>
                  <a:lnTo>
                    <a:pt x="6825848" y="4388205"/>
                  </a:lnTo>
                  <a:lnTo>
                    <a:pt x="6738796" y="4399840"/>
                  </a:lnTo>
                  <a:lnTo>
                    <a:pt x="6665541" y="4408705"/>
                  </a:lnTo>
                  <a:lnTo>
                    <a:pt x="6607979" y="4415040"/>
                  </a:lnTo>
                  <a:lnTo>
                    <a:pt x="6566636" y="4419193"/>
                  </a:lnTo>
                  <a:lnTo>
                    <a:pt x="6540516" y="4421596"/>
                  </a:lnTo>
                  <a:lnTo>
                    <a:pt x="6527143" y="4422726"/>
                  </a:lnTo>
                  <a:lnTo>
                    <a:pt x="6522735" y="4423069"/>
                  </a:lnTo>
                  <a:lnTo>
                    <a:pt x="6522385" y="4423095"/>
                  </a:lnTo>
                  <a:lnTo>
                    <a:pt x="5527445" y="4423095"/>
                  </a:lnTo>
                  <a:lnTo>
                    <a:pt x="5526361" y="4423047"/>
                  </a:lnTo>
                  <a:lnTo>
                    <a:pt x="5519203" y="4422704"/>
                  </a:lnTo>
                  <a:lnTo>
                    <a:pt x="5501038" y="4421759"/>
                  </a:lnTo>
                  <a:lnTo>
                    <a:pt x="5468268" y="4419895"/>
                  </a:lnTo>
                  <a:lnTo>
                    <a:pt x="5418825" y="4416814"/>
                  </a:lnTo>
                  <a:lnTo>
                    <a:pt x="5352330" y="4412255"/>
                  </a:lnTo>
                  <a:lnTo>
                    <a:pt x="5270051" y="4406025"/>
                  </a:lnTo>
                  <a:lnTo>
                    <a:pt x="5174625" y="4398003"/>
                  </a:lnTo>
                  <a:lnTo>
                    <a:pt x="5069586" y="4388138"/>
                  </a:lnTo>
                  <a:lnTo>
                    <a:pt x="4958817" y="4376437"/>
                  </a:lnTo>
                  <a:lnTo>
                    <a:pt x="4846039" y="4362931"/>
                  </a:lnTo>
                  <a:lnTo>
                    <a:pt x="4734448" y="4347658"/>
                  </a:lnTo>
                  <a:lnTo>
                    <a:pt x="4626519" y="4330631"/>
                  </a:lnTo>
                  <a:lnTo>
                    <a:pt x="4523963" y="4311825"/>
                  </a:lnTo>
                  <a:lnTo>
                    <a:pt x="4427790" y="4291167"/>
                  </a:lnTo>
                  <a:lnTo>
                    <a:pt x="4338428" y="4268528"/>
                  </a:lnTo>
                  <a:lnTo>
                    <a:pt x="4255859" y="4243723"/>
                  </a:lnTo>
                  <a:lnTo>
                    <a:pt x="4179750" y="4216512"/>
                  </a:lnTo>
                  <a:lnTo>
                    <a:pt x="4109557" y="4186610"/>
                  </a:lnTo>
                  <a:lnTo>
                    <a:pt x="4044613" y="4153692"/>
                  </a:lnTo>
                  <a:lnTo>
                    <a:pt x="3984188" y="4117415"/>
                  </a:lnTo>
                  <a:lnTo>
                    <a:pt x="3927538" y="4077444"/>
                  </a:lnTo>
                  <a:lnTo>
                    <a:pt x="3873943" y="4033500"/>
                  </a:lnTo>
                  <a:lnTo>
                    <a:pt x="3822748" y="3985432"/>
                  </a:lnTo>
                  <a:lnTo>
                    <a:pt x="3820202" y="3982881"/>
                  </a:lnTo>
                  <a:lnTo>
                    <a:pt x="3774839" y="3934866"/>
                  </a:lnTo>
                  <a:lnTo>
                    <a:pt x="3730626" y="3883300"/>
                  </a:lnTo>
                  <a:lnTo>
                    <a:pt x="3687246" y="3828111"/>
                  </a:lnTo>
                  <a:lnTo>
                    <a:pt x="3644447" y="3769287"/>
                  </a:lnTo>
                  <a:lnTo>
                    <a:pt x="3602026" y="3706878"/>
                  </a:lnTo>
                  <a:lnTo>
                    <a:pt x="3559826" y="3641010"/>
                  </a:lnTo>
                  <a:lnTo>
                    <a:pt x="3517731" y="3571880"/>
                  </a:lnTo>
                  <a:lnTo>
                    <a:pt x="3475657" y="3499763"/>
                  </a:lnTo>
                  <a:lnTo>
                    <a:pt x="3433552" y="3425009"/>
                  </a:lnTo>
                  <a:lnTo>
                    <a:pt x="3391388" y="3348039"/>
                  </a:lnTo>
                  <a:lnTo>
                    <a:pt x="3349160" y="3269334"/>
                  </a:lnTo>
                  <a:lnTo>
                    <a:pt x="3306879" y="3189428"/>
                  </a:lnTo>
                  <a:lnTo>
                    <a:pt x="3264567" y="3108887"/>
                  </a:lnTo>
                  <a:lnTo>
                    <a:pt x="3222253" y="3028299"/>
                  </a:lnTo>
                  <a:lnTo>
                    <a:pt x="3179965" y="2948252"/>
                  </a:lnTo>
                  <a:lnTo>
                    <a:pt x="3137728" y="2869319"/>
                  </a:lnTo>
                  <a:lnTo>
                    <a:pt x="3095553" y="2792039"/>
                  </a:lnTo>
                  <a:lnTo>
                    <a:pt x="3053440" y="2716902"/>
                  </a:lnTo>
                  <a:lnTo>
                    <a:pt x="3011363" y="2644339"/>
                  </a:lnTo>
                  <a:lnTo>
                    <a:pt x="2969276" y="2574712"/>
                  </a:lnTo>
                  <a:lnTo>
                    <a:pt x="2927100" y="2508308"/>
                  </a:lnTo>
                  <a:lnTo>
                    <a:pt x="2884724" y="2445338"/>
                  </a:lnTo>
                  <a:lnTo>
                    <a:pt x="2841997" y="2385936"/>
                  </a:lnTo>
                  <a:lnTo>
                    <a:pt x="2798726" y="2330167"/>
                  </a:lnTo>
                  <a:lnTo>
                    <a:pt x="2754665" y="2278027"/>
                  </a:lnTo>
                  <a:lnTo>
                    <a:pt x="2709510" y="2229452"/>
                  </a:lnTo>
                  <a:lnTo>
                    <a:pt x="2702183" y="2222028"/>
                  </a:lnTo>
                  <a:lnTo>
                    <a:pt x="2651094" y="2173751"/>
                  </a:lnTo>
                  <a:lnTo>
                    <a:pt x="2597637" y="2129599"/>
                  </a:lnTo>
                  <a:lnTo>
                    <a:pt x="2541158" y="2089433"/>
                  </a:lnTo>
                  <a:lnTo>
                    <a:pt x="2480943" y="2052976"/>
                  </a:lnTo>
                  <a:lnTo>
                    <a:pt x="2416246" y="2019896"/>
                  </a:lnTo>
                  <a:lnTo>
                    <a:pt x="2346337" y="1989849"/>
                  </a:lnTo>
                  <a:lnTo>
                    <a:pt x="2270543" y="1962508"/>
                  </a:lnTo>
                  <a:lnTo>
                    <a:pt x="2188312" y="1937587"/>
                  </a:lnTo>
                  <a:lnTo>
                    <a:pt x="2099298" y="1914843"/>
                  </a:lnTo>
                  <a:lnTo>
                    <a:pt x="2003465" y="1894088"/>
                  </a:lnTo>
                  <a:lnTo>
                    <a:pt x="1901214" y="1875191"/>
                  </a:lnTo>
                  <a:lnTo>
                    <a:pt x="1793523" y="1858074"/>
                  </a:lnTo>
                  <a:lnTo>
                    <a:pt x="1682065" y="1842712"/>
                  </a:lnTo>
                  <a:lnTo>
                    <a:pt x="1569276" y="1829116"/>
                  </a:lnTo>
                  <a:lnTo>
                    <a:pt x="1458318" y="1817322"/>
                  </a:lnTo>
                  <a:lnTo>
                    <a:pt x="1352895" y="1807363"/>
                  </a:lnTo>
                  <a:lnTo>
                    <a:pt x="1256890" y="1799248"/>
                  </a:lnTo>
                  <a:lnTo>
                    <a:pt x="1173870" y="1792929"/>
                  </a:lnTo>
                  <a:lnTo>
                    <a:pt x="1106530" y="1788290"/>
                  </a:lnTo>
                  <a:lnTo>
                    <a:pt x="1056216" y="1785139"/>
                  </a:lnTo>
                  <a:lnTo>
                    <a:pt x="1022635" y="1783221"/>
                  </a:lnTo>
                  <a:lnTo>
                    <a:pt x="1003803" y="1782236"/>
                  </a:lnTo>
                  <a:lnTo>
                    <a:pt x="996194" y="1781871"/>
                  </a:lnTo>
                  <a:lnTo>
                    <a:pt x="994940" y="1781815"/>
                  </a:lnTo>
                  <a:lnTo>
                    <a:pt x="0" y="1781815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0" name="pl69"/>
            <p:cNvSpPr/>
            <p:nvPr/>
          </p:nvSpPr>
          <p:spPr>
            <a:xfrm>
              <a:off x="1199187" y="2075126"/>
              <a:ext cx="12049831" cy="4423095"/>
            </a:xfrm>
            <a:custGeom>
              <a:avLst/>
              <a:pathLst>
                <a:path w="12049831" h="4423095">
                  <a:moveTo>
                    <a:pt x="0" y="1781815"/>
                  </a:moveTo>
                  <a:lnTo>
                    <a:pt x="994940" y="1781815"/>
                  </a:lnTo>
                  <a:lnTo>
                    <a:pt x="996024" y="1781863"/>
                  </a:lnTo>
                  <a:lnTo>
                    <a:pt x="1003182" y="1782205"/>
                  </a:lnTo>
                  <a:lnTo>
                    <a:pt x="1021347" y="1783151"/>
                  </a:lnTo>
                  <a:lnTo>
                    <a:pt x="1054117" y="1785014"/>
                  </a:lnTo>
                  <a:lnTo>
                    <a:pt x="1103560" y="1788096"/>
                  </a:lnTo>
                  <a:lnTo>
                    <a:pt x="1170055" y="1792654"/>
                  </a:lnTo>
                  <a:lnTo>
                    <a:pt x="1252334" y="1798885"/>
                  </a:lnTo>
                  <a:lnTo>
                    <a:pt x="1347760" y="1806907"/>
                  </a:lnTo>
                  <a:lnTo>
                    <a:pt x="1452799" y="1816771"/>
                  </a:lnTo>
                  <a:lnTo>
                    <a:pt x="1563568" y="1828473"/>
                  </a:lnTo>
                  <a:lnTo>
                    <a:pt x="1676346" y="1841979"/>
                  </a:lnTo>
                  <a:lnTo>
                    <a:pt x="1787937" y="1857252"/>
                  </a:lnTo>
                  <a:lnTo>
                    <a:pt x="1895866" y="1874279"/>
                  </a:lnTo>
                  <a:lnTo>
                    <a:pt x="1998422" y="1893085"/>
                  </a:lnTo>
                  <a:lnTo>
                    <a:pt x="2094595" y="1913742"/>
                  </a:lnTo>
                  <a:lnTo>
                    <a:pt x="2183957" y="1936381"/>
                  </a:lnTo>
                  <a:lnTo>
                    <a:pt x="2266526" y="1961187"/>
                  </a:lnTo>
                  <a:lnTo>
                    <a:pt x="2342635" y="1988398"/>
                  </a:lnTo>
                  <a:lnTo>
                    <a:pt x="2412828" y="2018300"/>
                  </a:lnTo>
                  <a:lnTo>
                    <a:pt x="2477772" y="2051218"/>
                  </a:lnTo>
                  <a:lnTo>
                    <a:pt x="2538197" y="2087495"/>
                  </a:lnTo>
                  <a:lnTo>
                    <a:pt x="2594847" y="2127466"/>
                  </a:lnTo>
                  <a:lnTo>
                    <a:pt x="2648442" y="2171410"/>
                  </a:lnTo>
                  <a:lnTo>
                    <a:pt x="2699637" y="2219478"/>
                  </a:lnTo>
                  <a:lnTo>
                    <a:pt x="2702183" y="2222028"/>
                  </a:lnTo>
                  <a:lnTo>
                    <a:pt x="2747546" y="2270044"/>
                  </a:lnTo>
                  <a:lnTo>
                    <a:pt x="2791759" y="2321610"/>
                  </a:lnTo>
                  <a:lnTo>
                    <a:pt x="2835139" y="2376798"/>
                  </a:lnTo>
                  <a:lnTo>
                    <a:pt x="2877938" y="2435623"/>
                  </a:lnTo>
                  <a:lnTo>
                    <a:pt x="2920359" y="2498031"/>
                  </a:lnTo>
                  <a:lnTo>
                    <a:pt x="2962559" y="2563900"/>
                  </a:lnTo>
                  <a:lnTo>
                    <a:pt x="3004654" y="2633030"/>
                  </a:lnTo>
                  <a:lnTo>
                    <a:pt x="3046728" y="2705147"/>
                  </a:lnTo>
                  <a:lnTo>
                    <a:pt x="3088833" y="2779901"/>
                  </a:lnTo>
                  <a:lnTo>
                    <a:pt x="3130997" y="2856871"/>
                  </a:lnTo>
                  <a:lnTo>
                    <a:pt x="3173225" y="2935575"/>
                  </a:lnTo>
                  <a:lnTo>
                    <a:pt x="3215506" y="3015482"/>
                  </a:lnTo>
                  <a:lnTo>
                    <a:pt x="3257818" y="3096023"/>
                  </a:lnTo>
                  <a:lnTo>
                    <a:pt x="3300132" y="3176611"/>
                  </a:lnTo>
                  <a:lnTo>
                    <a:pt x="3342420" y="3256658"/>
                  </a:lnTo>
                  <a:lnTo>
                    <a:pt x="3384657" y="3335591"/>
                  </a:lnTo>
                  <a:lnTo>
                    <a:pt x="3426832" y="3412871"/>
                  </a:lnTo>
                  <a:lnTo>
                    <a:pt x="3468945" y="3488008"/>
                  </a:lnTo>
                  <a:lnTo>
                    <a:pt x="3511022" y="3560571"/>
                  </a:lnTo>
                  <a:lnTo>
                    <a:pt x="3553109" y="3630198"/>
                  </a:lnTo>
                  <a:lnTo>
                    <a:pt x="3595285" y="3696602"/>
                  </a:lnTo>
                  <a:lnTo>
                    <a:pt x="3637661" y="3759572"/>
                  </a:lnTo>
                  <a:lnTo>
                    <a:pt x="3680388" y="3818974"/>
                  </a:lnTo>
                  <a:lnTo>
                    <a:pt x="3723659" y="3874743"/>
                  </a:lnTo>
                  <a:lnTo>
                    <a:pt x="3767720" y="3926883"/>
                  </a:lnTo>
                  <a:lnTo>
                    <a:pt x="3812875" y="3975458"/>
                  </a:lnTo>
                  <a:lnTo>
                    <a:pt x="3820202" y="3982881"/>
                  </a:lnTo>
                  <a:lnTo>
                    <a:pt x="3871291" y="4031159"/>
                  </a:lnTo>
                  <a:lnTo>
                    <a:pt x="3924748" y="4075310"/>
                  </a:lnTo>
                  <a:lnTo>
                    <a:pt x="3981227" y="4115477"/>
                  </a:lnTo>
                  <a:lnTo>
                    <a:pt x="4041442" y="4151934"/>
                  </a:lnTo>
                  <a:lnTo>
                    <a:pt x="4106139" y="4185014"/>
                  </a:lnTo>
                  <a:lnTo>
                    <a:pt x="4176048" y="4215061"/>
                  </a:lnTo>
                  <a:lnTo>
                    <a:pt x="4251842" y="4242401"/>
                  </a:lnTo>
                  <a:lnTo>
                    <a:pt x="4334073" y="4267323"/>
                  </a:lnTo>
                  <a:lnTo>
                    <a:pt x="4423087" y="4290067"/>
                  </a:lnTo>
                  <a:lnTo>
                    <a:pt x="4518920" y="4310822"/>
                  </a:lnTo>
                  <a:lnTo>
                    <a:pt x="4621171" y="4329719"/>
                  </a:lnTo>
                  <a:lnTo>
                    <a:pt x="4728862" y="4346835"/>
                  </a:lnTo>
                  <a:lnTo>
                    <a:pt x="4840320" y="4362198"/>
                  </a:lnTo>
                  <a:lnTo>
                    <a:pt x="4953109" y="4375794"/>
                  </a:lnTo>
                  <a:lnTo>
                    <a:pt x="5064067" y="4387588"/>
                  </a:lnTo>
                  <a:lnTo>
                    <a:pt x="5169490" y="4397546"/>
                  </a:lnTo>
                  <a:lnTo>
                    <a:pt x="5265495" y="4405662"/>
                  </a:lnTo>
                  <a:lnTo>
                    <a:pt x="5348515" y="4411981"/>
                  </a:lnTo>
                  <a:lnTo>
                    <a:pt x="5415855" y="4416620"/>
                  </a:lnTo>
                  <a:lnTo>
                    <a:pt x="5466169" y="4419771"/>
                  </a:lnTo>
                  <a:lnTo>
                    <a:pt x="5499750" y="4421689"/>
                  </a:lnTo>
                  <a:lnTo>
                    <a:pt x="5518582" y="4422674"/>
                  </a:lnTo>
                  <a:lnTo>
                    <a:pt x="5526191" y="4423039"/>
                  </a:lnTo>
                  <a:lnTo>
                    <a:pt x="5527445" y="4423095"/>
                  </a:lnTo>
                  <a:lnTo>
                    <a:pt x="5527445" y="4423095"/>
                  </a:lnTo>
                  <a:lnTo>
                    <a:pt x="6522385" y="4423095"/>
                  </a:lnTo>
                  <a:lnTo>
                    <a:pt x="6523387" y="4423020"/>
                  </a:lnTo>
                  <a:lnTo>
                    <a:pt x="6530015" y="4422492"/>
                  </a:lnTo>
                  <a:lnTo>
                    <a:pt x="6546867" y="4421032"/>
                  </a:lnTo>
                  <a:lnTo>
                    <a:pt x="6577354" y="4418153"/>
                  </a:lnTo>
                  <a:lnTo>
                    <a:pt x="6623522" y="4413388"/>
                  </a:lnTo>
                  <a:lnTo>
                    <a:pt x="6685909" y="4406327"/>
                  </a:lnTo>
                  <a:lnTo>
                    <a:pt x="6763553" y="4396652"/>
                  </a:lnTo>
                  <a:lnTo>
                    <a:pt x="6854205" y="4384157"/>
                  </a:lnTo>
                  <a:lnTo>
                    <a:pt x="6954722" y="4368745"/>
                  </a:lnTo>
                  <a:lnTo>
                    <a:pt x="7061545" y="4350409"/>
                  </a:lnTo>
                  <a:lnTo>
                    <a:pt x="7171162" y="4329193"/>
                  </a:lnTo>
                  <a:lnTo>
                    <a:pt x="7280463" y="4305156"/>
                  </a:lnTo>
                  <a:lnTo>
                    <a:pt x="7386949" y="4278333"/>
                  </a:lnTo>
                  <a:lnTo>
                    <a:pt x="7488814" y="4248708"/>
                  </a:lnTo>
                  <a:lnTo>
                    <a:pt x="7584906" y="4216197"/>
                  </a:lnTo>
                  <a:lnTo>
                    <a:pt x="7674641" y="4180631"/>
                  </a:lnTo>
                  <a:lnTo>
                    <a:pt x="7757884" y="4141760"/>
                  </a:lnTo>
                  <a:lnTo>
                    <a:pt x="7834830" y="4099250"/>
                  </a:lnTo>
                  <a:lnTo>
                    <a:pt x="7905903" y="4052692"/>
                  </a:lnTo>
                  <a:lnTo>
                    <a:pt x="7971672" y="4001608"/>
                  </a:lnTo>
                  <a:lnTo>
                    <a:pt x="8032788" y="3945480"/>
                  </a:lnTo>
                  <a:lnTo>
                    <a:pt x="8089937" y="3883775"/>
                  </a:lnTo>
                  <a:lnTo>
                    <a:pt x="8143799" y="3816002"/>
                  </a:lnTo>
                  <a:lnTo>
                    <a:pt x="8195020" y="3741793"/>
                  </a:lnTo>
                  <a:lnTo>
                    <a:pt x="8229629" y="3685912"/>
                  </a:lnTo>
                  <a:lnTo>
                    <a:pt x="8266619" y="3620966"/>
                  </a:lnTo>
                  <a:lnTo>
                    <a:pt x="8302806" y="3552107"/>
                  </a:lnTo>
                  <a:lnTo>
                    <a:pt x="8338370" y="3479257"/>
                  </a:lnTo>
                  <a:lnTo>
                    <a:pt x="8373462" y="3402377"/>
                  </a:lnTo>
                  <a:lnTo>
                    <a:pt x="8408208" y="3321475"/>
                  </a:lnTo>
                  <a:lnTo>
                    <a:pt x="8442713" y="3236608"/>
                  </a:lnTo>
                  <a:lnTo>
                    <a:pt x="8477061" y="3147886"/>
                  </a:lnTo>
                  <a:lnTo>
                    <a:pt x="8511319" y="3055472"/>
                  </a:lnTo>
                  <a:lnTo>
                    <a:pt x="8545539" y="2959587"/>
                  </a:lnTo>
                  <a:lnTo>
                    <a:pt x="8579759" y="2860506"/>
                  </a:lnTo>
                  <a:lnTo>
                    <a:pt x="8614004" y="2758560"/>
                  </a:lnTo>
                  <a:lnTo>
                    <a:pt x="8648287" y="2654131"/>
                  </a:lnTo>
                  <a:lnTo>
                    <a:pt x="8682613" y="2547644"/>
                  </a:lnTo>
                  <a:lnTo>
                    <a:pt x="8716978" y="2439567"/>
                  </a:lnTo>
                  <a:lnTo>
                    <a:pt x="8751374" y="2330396"/>
                  </a:lnTo>
                  <a:lnTo>
                    <a:pt x="8785786" y="2220650"/>
                  </a:lnTo>
                  <a:lnTo>
                    <a:pt x="8820200" y="2110861"/>
                  </a:lnTo>
                  <a:lnTo>
                    <a:pt x="8854600" y="2001559"/>
                  </a:lnTo>
                  <a:lnTo>
                    <a:pt x="8888971" y="1893265"/>
                  </a:lnTo>
                  <a:lnTo>
                    <a:pt x="8923304" y="1786482"/>
                  </a:lnTo>
                  <a:lnTo>
                    <a:pt x="8957594" y="1681680"/>
                  </a:lnTo>
                  <a:lnTo>
                    <a:pt x="8991844" y="1579295"/>
                  </a:lnTo>
                  <a:lnTo>
                    <a:pt x="9026067" y="1479715"/>
                  </a:lnTo>
                  <a:lnTo>
                    <a:pt x="9060285" y="1383280"/>
                  </a:lnTo>
                  <a:lnTo>
                    <a:pt x="9094534" y="1290274"/>
                  </a:lnTo>
                  <a:lnTo>
                    <a:pt x="9128862" y="1200927"/>
                  </a:lnTo>
                  <a:lnTo>
                    <a:pt x="9163335" y="1115412"/>
                  </a:lnTo>
                  <a:lnTo>
                    <a:pt x="9198035" y="1033848"/>
                  </a:lnTo>
                  <a:lnTo>
                    <a:pt x="9233062" y="956300"/>
                  </a:lnTo>
                  <a:lnTo>
                    <a:pt x="9268538" y="882783"/>
                  </a:lnTo>
                  <a:lnTo>
                    <a:pt x="9304610" y="813267"/>
                  </a:lnTo>
                  <a:lnTo>
                    <a:pt x="9341453" y="747680"/>
                  </a:lnTo>
                  <a:lnTo>
                    <a:pt x="9347647" y="737182"/>
                  </a:lnTo>
                  <a:lnTo>
                    <a:pt x="9397365" y="658373"/>
                  </a:lnTo>
                  <a:lnTo>
                    <a:pt x="9449313" y="586119"/>
                  </a:lnTo>
                  <a:lnTo>
                    <a:pt x="9504091" y="520211"/>
                  </a:lnTo>
                  <a:lnTo>
                    <a:pt x="9562356" y="460232"/>
                  </a:lnTo>
                  <a:lnTo>
                    <a:pt x="9624796" y="405672"/>
                  </a:lnTo>
                  <a:lnTo>
                    <a:pt x="9692089" y="355998"/>
                  </a:lnTo>
                  <a:lnTo>
                    <a:pt x="9764867" y="310700"/>
                  </a:lnTo>
                  <a:lnTo>
                    <a:pt x="9843664" y="269320"/>
                  </a:lnTo>
                  <a:lnTo>
                    <a:pt x="9928845" y="231471"/>
                  </a:lnTo>
                  <a:lnTo>
                    <a:pt x="10020517" y="196843"/>
                  </a:lnTo>
                  <a:lnTo>
                    <a:pt x="10118424" y="165210"/>
                  </a:lnTo>
                  <a:lnTo>
                    <a:pt x="10221823" y="136431"/>
                  </a:lnTo>
                  <a:lnTo>
                    <a:pt x="10329375" y="110441"/>
                  </a:lnTo>
                  <a:lnTo>
                    <a:pt x="10439062" y="87244"/>
                  </a:lnTo>
                  <a:lnTo>
                    <a:pt x="10548192" y="66885"/>
                  </a:lnTo>
                  <a:lnTo>
                    <a:pt x="10653504" y="49422"/>
                  </a:lnTo>
                  <a:lnTo>
                    <a:pt x="10751429" y="34889"/>
                  </a:lnTo>
                  <a:lnTo>
                    <a:pt x="10838480" y="23254"/>
                  </a:lnTo>
                  <a:lnTo>
                    <a:pt x="10911736" y="14390"/>
                  </a:lnTo>
                  <a:lnTo>
                    <a:pt x="10969298" y="8054"/>
                  </a:lnTo>
                  <a:lnTo>
                    <a:pt x="11010640" y="3901"/>
                  </a:lnTo>
                  <a:lnTo>
                    <a:pt x="11036760" y="1498"/>
                  </a:lnTo>
                  <a:lnTo>
                    <a:pt x="11050133" y="368"/>
                  </a:lnTo>
                  <a:lnTo>
                    <a:pt x="11054542" y="2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" name="pl70"/>
            <p:cNvSpPr/>
            <p:nvPr/>
          </p:nvSpPr>
          <p:spPr>
            <a:xfrm>
              <a:off x="1199187" y="2059404"/>
              <a:ext cx="12049831" cy="4423095"/>
            </a:xfrm>
            <a:custGeom>
              <a:avLst/>
              <a:pathLst>
                <a:path w="12049831" h="4423095">
                  <a:moveTo>
                    <a:pt x="12049831" y="0"/>
                  </a:moveTo>
                  <a:lnTo>
                    <a:pt x="11054891" y="0"/>
                  </a:lnTo>
                  <a:lnTo>
                    <a:pt x="11053889" y="74"/>
                  </a:lnTo>
                  <a:lnTo>
                    <a:pt x="11047261" y="602"/>
                  </a:lnTo>
                  <a:lnTo>
                    <a:pt x="11030410" y="2062"/>
                  </a:lnTo>
                  <a:lnTo>
                    <a:pt x="10999923" y="4941"/>
                  </a:lnTo>
                  <a:lnTo>
                    <a:pt x="10953754" y="9706"/>
                  </a:lnTo>
                  <a:lnTo>
                    <a:pt x="10891367" y="16768"/>
                  </a:lnTo>
                  <a:lnTo>
                    <a:pt x="10813723" y="26443"/>
                  </a:lnTo>
                  <a:lnTo>
                    <a:pt x="10723071" y="38937"/>
                  </a:lnTo>
                  <a:lnTo>
                    <a:pt x="10622554" y="54349"/>
                  </a:lnTo>
                  <a:lnTo>
                    <a:pt x="10515731" y="72685"/>
                  </a:lnTo>
                  <a:lnTo>
                    <a:pt x="10406114" y="93901"/>
                  </a:lnTo>
                  <a:lnTo>
                    <a:pt x="10296814" y="117938"/>
                  </a:lnTo>
                  <a:lnTo>
                    <a:pt x="10190327" y="144761"/>
                  </a:lnTo>
                  <a:lnTo>
                    <a:pt x="10088463" y="174386"/>
                  </a:lnTo>
                  <a:lnTo>
                    <a:pt x="9992370" y="206898"/>
                  </a:lnTo>
                  <a:lnTo>
                    <a:pt x="9902635" y="242463"/>
                  </a:lnTo>
                  <a:lnTo>
                    <a:pt x="9819392" y="281334"/>
                  </a:lnTo>
                  <a:lnTo>
                    <a:pt x="9742447" y="323844"/>
                  </a:lnTo>
                  <a:lnTo>
                    <a:pt x="9671374" y="370403"/>
                  </a:lnTo>
                  <a:lnTo>
                    <a:pt x="9605605" y="421486"/>
                  </a:lnTo>
                  <a:lnTo>
                    <a:pt x="9544488" y="477614"/>
                  </a:lnTo>
                  <a:lnTo>
                    <a:pt x="9487339" y="539319"/>
                  </a:lnTo>
                  <a:lnTo>
                    <a:pt x="9433477" y="607092"/>
                  </a:lnTo>
                  <a:lnTo>
                    <a:pt x="9382257" y="681302"/>
                  </a:lnTo>
                  <a:lnTo>
                    <a:pt x="9347647" y="737182"/>
                  </a:lnTo>
                  <a:lnTo>
                    <a:pt x="9310658" y="802128"/>
                  </a:lnTo>
                  <a:lnTo>
                    <a:pt x="9274471" y="870987"/>
                  </a:lnTo>
                  <a:lnTo>
                    <a:pt x="9238906" y="943837"/>
                  </a:lnTo>
                  <a:lnTo>
                    <a:pt x="9203814" y="1020717"/>
                  </a:lnTo>
                  <a:lnTo>
                    <a:pt x="9169068" y="1101619"/>
                  </a:lnTo>
                  <a:lnTo>
                    <a:pt x="9134563" y="1186486"/>
                  </a:lnTo>
                  <a:lnTo>
                    <a:pt x="9100216" y="1275208"/>
                  </a:lnTo>
                  <a:lnTo>
                    <a:pt x="9065958" y="1367622"/>
                  </a:lnTo>
                  <a:lnTo>
                    <a:pt x="9031737" y="1463507"/>
                  </a:lnTo>
                  <a:lnTo>
                    <a:pt x="8997517" y="1562588"/>
                  </a:lnTo>
                  <a:lnTo>
                    <a:pt x="8963273" y="1664534"/>
                  </a:lnTo>
                  <a:lnTo>
                    <a:pt x="8928990" y="1768964"/>
                  </a:lnTo>
                  <a:lnTo>
                    <a:pt x="8894664" y="1875450"/>
                  </a:lnTo>
                  <a:lnTo>
                    <a:pt x="8860298" y="1983527"/>
                  </a:lnTo>
                  <a:lnTo>
                    <a:pt x="8825903" y="2092698"/>
                  </a:lnTo>
                  <a:lnTo>
                    <a:pt x="8791490" y="2202444"/>
                  </a:lnTo>
                  <a:lnTo>
                    <a:pt x="8757076" y="2312233"/>
                  </a:lnTo>
                  <a:lnTo>
                    <a:pt x="8722677" y="2421536"/>
                  </a:lnTo>
                  <a:lnTo>
                    <a:pt x="8688305" y="2529829"/>
                  </a:lnTo>
                  <a:lnTo>
                    <a:pt x="8653973" y="2636613"/>
                  </a:lnTo>
                  <a:lnTo>
                    <a:pt x="8619682" y="2741414"/>
                  </a:lnTo>
                  <a:lnTo>
                    <a:pt x="8585432" y="2843799"/>
                  </a:lnTo>
                  <a:lnTo>
                    <a:pt x="8551210" y="2943379"/>
                  </a:lnTo>
                  <a:lnTo>
                    <a:pt x="8516992" y="3039814"/>
                  </a:lnTo>
                  <a:lnTo>
                    <a:pt x="8482743" y="3132820"/>
                  </a:lnTo>
                  <a:lnTo>
                    <a:pt x="8448414" y="3222167"/>
                  </a:lnTo>
                  <a:lnTo>
                    <a:pt x="8413941" y="3307682"/>
                  </a:lnTo>
                  <a:lnTo>
                    <a:pt x="8379242" y="3389246"/>
                  </a:lnTo>
                  <a:lnTo>
                    <a:pt x="8344215" y="3466794"/>
                  </a:lnTo>
                  <a:lnTo>
                    <a:pt x="8308739" y="3540311"/>
                  </a:lnTo>
                  <a:lnTo>
                    <a:pt x="8272666" y="3609827"/>
                  </a:lnTo>
                  <a:lnTo>
                    <a:pt x="8235824" y="3675415"/>
                  </a:lnTo>
                  <a:lnTo>
                    <a:pt x="8229629" y="3685912"/>
                  </a:lnTo>
                  <a:lnTo>
                    <a:pt x="8179911" y="3764721"/>
                  </a:lnTo>
                  <a:lnTo>
                    <a:pt x="8127963" y="3836975"/>
                  </a:lnTo>
                  <a:lnTo>
                    <a:pt x="8073186" y="3902883"/>
                  </a:lnTo>
                  <a:lnTo>
                    <a:pt x="8014920" y="3962862"/>
                  </a:lnTo>
                  <a:lnTo>
                    <a:pt x="7952480" y="4017422"/>
                  </a:lnTo>
                  <a:lnTo>
                    <a:pt x="7885188" y="4067097"/>
                  </a:lnTo>
                  <a:lnTo>
                    <a:pt x="7812410" y="4112395"/>
                  </a:lnTo>
                  <a:lnTo>
                    <a:pt x="7733613" y="4153774"/>
                  </a:lnTo>
                  <a:lnTo>
                    <a:pt x="7648432" y="4191623"/>
                  </a:lnTo>
                  <a:lnTo>
                    <a:pt x="7556759" y="4226251"/>
                  </a:lnTo>
                  <a:lnTo>
                    <a:pt x="7458852" y="4257884"/>
                  </a:lnTo>
                  <a:lnTo>
                    <a:pt x="7355453" y="4286663"/>
                  </a:lnTo>
                  <a:lnTo>
                    <a:pt x="7247902" y="4312653"/>
                  </a:lnTo>
                  <a:lnTo>
                    <a:pt x="7138214" y="4335850"/>
                  </a:lnTo>
                  <a:lnTo>
                    <a:pt x="7029084" y="4356209"/>
                  </a:lnTo>
                  <a:lnTo>
                    <a:pt x="6923772" y="4373672"/>
                  </a:lnTo>
                  <a:lnTo>
                    <a:pt x="6825848" y="4388205"/>
                  </a:lnTo>
                  <a:lnTo>
                    <a:pt x="6738796" y="4399840"/>
                  </a:lnTo>
                  <a:lnTo>
                    <a:pt x="6665541" y="4408705"/>
                  </a:lnTo>
                  <a:lnTo>
                    <a:pt x="6607979" y="4415040"/>
                  </a:lnTo>
                  <a:lnTo>
                    <a:pt x="6566636" y="4419193"/>
                  </a:lnTo>
                  <a:lnTo>
                    <a:pt x="6540516" y="4421596"/>
                  </a:lnTo>
                  <a:lnTo>
                    <a:pt x="6527143" y="4422726"/>
                  </a:lnTo>
                  <a:lnTo>
                    <a:pt x="6522735" y="4423069"/>
                  </a:lnTo>
                  <a:lnTo>
                    <a:pt x="6522385" y="4423095"/>
                  </a:lnTo>
                  <a:lnTo>
                    <a:pt x="5527445" y="4423095"/>
                  </a:lnTo>
                  <a:lnTo>
                    <a:pt x="5526361" y="4423047"/>
                  </a:lnTo>
                  <a:lnTo>
                    <a:pt x="5519203" y="4422704"/>
                  </a:lnTo>
                  <a:lnTo>
                    <a:pt x="5501038" y="4421759"/>
                  </a:lnTo>
                  <a:lnTo>
                    <a:pt x="5468268" y="4419895"/>
                  </a:lnTo>
                  <a:lnTo>
                    <a:pt x="5418825" y="4416814"/>
                  </a:lnTo>
                  <a:lnTo>
                    <a:pt x="5352330" y="4412255"/>
                  </a:lnTo>
                  <a:lnTo>
                    <a:pt x="5270051" y="4406025"/>
                  </a:lnTo>
                  <a:lnTo>
                    <a:pt x="5174625" y="4398003"/>
                  </a:lnTo>
                  <a:lnTo>
                    <a:pt x="5069586" y="4388138"/>
                  </a:lnTo>
                  <a:lnTo>
                    <a:pt x="4958817" y="4376437"/>
                  </a:lnTo>
                  <a:lnTo>
                    <a:pt x="4846039" y="4362931"/>
                  </a:lnTo>
                  <a:lnTo>
                    <a:pt x="4734448" y="4347658"/>
                  </a:lnTo>
                  <a:lnTo>
                    <a:pt x="4626519" y="4330631"/>
                  </a:lnTo>
                  <a:lnTo>
                    <a:pt x="4523963" y="4311825"/>
                  </a:lnTo>
                  <a:lnTo>
                    <a:pt x="4427790" y="4291167"/>
                  </a:lnTo>
                  <a:lnTo>
                    <a:pt x="4338428" y="4268528"/>
                  </a:lnTo>
                  <a:lnTo>
                    <a:pt x="4255859" y="4243723"/>
                  </a:lnTo>
                  <a:lnTo>
                    <a:pt x="4179750" y="4216512"/>
                  </a:lnTo>
                  <a:lnTo>
                    <a:pt x="4109557" y="4186610"/>
                  </a:lnTo>
                  <a:lnTo>
                    <a:pt x="4044613" y="4153692"/>
                  </a:lnTo>
                  <a:lnTo>
                    <a:pt x="3984188" y="4117415"/>
                  </a:lnTo>
                  <a:lnTo>
                    <a:pt x="3927538" y="4077444"/>
                  </a:lnTo>
                  <a:lnTo>
                    <a:pt x="3873943" y="4033500"/>
                  </a:lnTo>
                  <a:lnTo>
                    <a:pt x="3822748" y="3985432"/>
                  </a:lnTo>
                  <a:lnTo>
                    <a:pt x="3820202" y="3982881"/>
                  </a:lnTo>
                  <a:lnTo>
                    <a:pt x="3774839" y="3934866"/>
                  </a:lnTo>
                  <a:lnTo>
                    <a:pt x="3730626" y="3883300"/>
                  </a:lnTo>
                  <a:lnTo>
                    <a:pt x="3687246" y="3828111"/>
                  </a:lnTo>
                  <a:lnTo>
                    <a:pt x="3644447" y="3769287"/>
                  </a:lnTo>
                  <a:lnTo>
                    <a:pt x="3602026" y="3706878"/>
                  </a:lnTo>
                  <a:lnTo>
                    <a:pt x="3559826" y="3641010"/>
                  </a:lnTo>
                  <a:lnTo>
                    <a:pt x="3517731" y="3571880"/>
                  </a:lnTo>
                  <a:lnTo>
                    <a:pt x="3475657" y="3499763"/>
                  </a:lnTo>
                  <a:lnTo>
                    <a:pt x="3433552" y="3425009"/>
                  </a:lnTo>
                  <a:lnTo>
                    <a:pt x="3391388" y="3348039"/>
                  </a:lnTo>
                  <a:lnTo>
                    <a:pt x="3349160" y="3269334"/>
                  </a:lnTo>
                  <a:lnTo>
                    <a:pt x="3306879" y="3189428"/>
                  </a:lnTo>
                  <a:lnTo>
                    <a:pt x="3264567" y="3108887"/>
                  </a:lnTo>
                  <a:lnTo>
                    <a:pt x="3222253" y="3028299"/>
                  </a:lnTo>
                  <a:lnTo>
                    <a:pt x="3179965" y="2948252"/>
                  </a:lnTo>
                  <a:lnTo>
                    <a:pt x="3137728" y="2869319"/>
                  </a:lnTo>
                  <a:lnTo>
                    <a:pt x="3095553" y="2792039"/>
                  </a:lnTo>
                  <a:lnTo>
                    <a:pt x="3053440" y="2716902"/>
                  </a:lnTo>
                  <a:lnTo>
                    <a:pt x="3011363" y="2644339"/>
                  </a:lnTo>
                  <a:lnTo>
                    <a:pt x="2969276" y="2574712"/>
                  </a:lnTo>
                  <a:lnTo>
                    <a:pt x="2927100" y="2508308"/>
                  </a:lnTo>
                  <a:lnTo>
                    <a:pt x="2884724" y="2445338"/>
                  </a:lnTo>
                  <a:lnTo>
                    <a:pt x="2841997" y="2385936"/>
                  </a:lnTo>
                  <a:lnTo>
                    <a:pt x="2798726" y="2330167"/>
                  </a:lnTo>
                  <a:lnTo>
                    <a:pt x="2754665" y="2278027"/>
                  </a:lnTo>
                  <a:lnTo>
                    <a:pt x="2709510" y="2229452"/>
                  </a:lnTo>
                  <a:lnTo>
                    <a:pt x="2702183" y="2222028"/>
                  </a:lnTo>
                  <a:lnTo>
                    <a:pt x="2651094" y="2173751"/>
                  </a:lnTo>
                  <a:lnTo>
                    <a:pt x="2597637" y="2129599"/>
                  </a:lnTo>
                  <a:lnTo>
                    <a:pt x="2541158" y="2089433"/>
                  </a:lnTo>
                  <a:lnTo>
                    <a:pt x="2480943" y="2052976"/>
                  </a:lnTo>
                  <a:lnTo>
                    <a:pt x="2416246" y="2019896"/>
                  </a:lnTo>
                  <a:lnTo>
                    <a:pt x="2346337" y="1989849"/>
                  </a:lnTo>
                  <a:lnTo>
                    <a:pt x="2270543" y="1962508"/>
                  </a:lnTo>
                  <a:lnTo>
                    <a:pt x="2188312" y="1937587"/>
                  </a:lnTo>
                  <a:lnTo>
                    <a:pt x="2099298" y="1914843"/>
                  </a:lnTo>
                  <a:lnTo>
                    <a:pt x="2003465" y="1894088"/>
                  </a:lnTo>
                  <a:lnTo>
                    <a:pt x="1901214" y="1875191"/>
                  </a:lnTo>
                  <a:lnTo>
                    <a:pt x="1793523" y="1858074"/>
                  </a:lnTo>
                  <a:lnTo>
                    <a:pt x="1682065" y="1842712"/>
                  </a:lnTo>
                  <a:lnTo>
                    <a:pt x="1569276" y="1829116"/>
                  </a:lnTo>
                  <a:lnTo>
                    <a:pt x="1458318" y="1817322"/>
                  </a:lnTo>
                  <a:lnTo>
                    <a:pt x="1352895" y="1807363"/>
                  </a:lnTo>
                  <a:lnTo>
                    <a:pt x="1256890" y="1799248"/>
                  </a:lnTo>
                  <a:lnTo>
                    <a:pt x="1173870" y="1792929"/>
                  </a:lnTo>
                  <a:lnTo>
                    <a:pt x="1106530" y="1788290"/>
                  </a:lnTo>
                  <a:lnTo>
                    <a:pt x="1056216" y="1785139"/>
                  </a:lnTo>
                  <a:lnTo>
                    <a:pt x="1022635" y="1783221"/>
                  </a:lnTo>
                  <a:lnTo>
                    <a:pt x="1003803" y="1782236"/>
                  </a:lnTo>
                  <a:lnTo>
                    <a:pt x="996194" y="1781871"/>
                  </a:lnTo>
                  <a:lnTo>
                    <a:pt x="994940" y="1781815"/>
                  </a:lnTo>
                  <a:lnTo>
                    <a:pt x="994940" y="1781815"/>
                  </a:lnTo>
                  <a:lnTo>
                    <a:pt x="0" y="1781815"/>
                  </a:lnTo>
                  <a:lnTo>
                    <a:pt x="0" y="17818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" name="pg71"/>
            <p:cNvSpPr/>
            <p:nvPr/>
          </p:nvSpPr>
          <p:spPr>
            <a:xfrm>
              <a:off x="1199187" y="2148495"/>
              <a:ext cx="12049831" cy="4360207"/>
            </a:xfrm>
            <a:custGeom>
              <a:avLst/>
              <a:pathLst>
                <a:path w="12049831" h="4360207">
                  <a:moveTo>
                    <a:pt x="0" y="1713687"/>
                  </a:moveTo>
                  <a:lnTo>
                    <a:pt x="994940" y="1713687"/>
                  </a:lnTo>
                  <a:lnTo>
                    <a:pt x="996023" y="1713735"/>
                  </a:lnTo>
                  <a:lnTo>
                    <a:pt x="1003181" y="1714078"/>
                  </a:lnTo>
                  <a:lnTo>
                    <a:pt x="1021342" y="1715025"/>
                  </a:lnTo>
                  <a:lnTo>
                    <a:pt x="1054107" y="1716892"/>
                  </a:lnTo>
                  <a:lnTo>
                    <a:pt x="1103542" y="1719979"/>
                  </a:lnTo>
                  <a:lnTo>
                    <a:pt x="1170027" y="1724546"/>
                  </a:lnTo>
                  <a:lnTo>
                    <a:pt x="1252295" y="1730787"/>
                  </a:lnTo>
                  <a:lnTo>
                    <a:pt x="1347711" y="1738824"/>
                  </a:lnTo>
                  <a:lnTo>
                    <a:pt x="1452738" y="1748707"/>
                  </a:lnTo>
                  <a:lnTo>
                    <a:pt x="1563498" y="1760430"/>
                  </a:lnTo>
                  <a:lnTo>
                    <a:pt x="1676269" y="1773960"/>
                  </a:lnTo>
                  <a:lnTo>
                    <a:pt x="1787855" y="1789261"/>
                  </a:lnTo>
                  <a:lnTo>
                    <a:pt x="1895781" y="1806320"/>
                  </a:lnTo>
                  <a:lnTo>
                    <a:pt x="1998335" y="1825160"/>
                  </a:lnTo>
                  <a:lnTo>
                    <a:pt x="2094509" y="1845856"/>
                  </a:lnTo>
                  <a:lnTo>
                    <a:pt x="2183872" y="1868536"/>
                  </a:lnTo>
                  <a:lnTo>
                    <a:pt x="2266443" y="1893387"/>
                  </a:lnTo>
                  <a:lnTo>
                    <a:pt x="2342554" y="1920648"/>
                  </a:lnTo>
                  <a:lnTo>
                    <a:pt x="2412748" y="1950604"/>
                  </a:lnTo>
                  <a:lnTo>
                    <a:pt x="2477694" y="1983581"/>
                  </a:lnTo>
                  <a:lnTo>
                    <a:pt x="2538121" y="2019923"/>
                  </a:lnTo>
                  <a:lnTo>
                    <a:pt x="2594773" y="2059966"/>
                  </a:lnTo>
                  <a:lnTo>
                    <a:pt x="2648368" y="2103989"/>
                  </a:lnTo>
                  <a:lnTo>
                    <a:pt x="2699563" y="2152143"/>
                  </a:lnTo>
                  <a:lnTo>
                    <a:pt x="2702183" y="2154774"/>
                  </a:lnTo>
                  <a:lnTo>
                    <a:pt x="2747514" y="2202849"/>
                  </a:lnTo>
                  <a:lnTo>
                    <a:pt x="2791697" y="2254477"/>
                  </a:lnTo>
                  <a:lnTo>
                    <a:pt x="2835047" y="2309730"/>
                  </a:lnTo>
                  <a:lnTo>
                    <a:pt x="2877818" y="2368620"/>
                  </a:lnTo>
                  <a:lnTo>
                    <a:pt x="2920210" y="2431097"/>
                  </a:lnTo>
                  <a:lnTo>
                    <a:pt x="2962380" y="2497037"/>
                  </a:lnTo>
                  <a:lnTo>
                    <a:pt x="3004446" y="2566241"/>
                  </a:lnTo>
                  <a:lnTo>
                    <a:pt x="3046490" y="2638435"/>
                  </a:lnTo>
                  <a:lnTo>
                    <a:pt x="3088566" y="2713269"/>
                  </a:lnTo>
                  <a:lnTo>
                    <a:pt x="3130699" y="2790324"/>
                  </a:lnTo>
                  <a:lnTo>
                    <a:pt x="3172897" y="2869118"/>
                  </a:lnTo>
                  <a:lnTo>
                    <a:pt x="3215148" y="2949119"/>
                  </a:lnTo>
                  <a:lnTo>
                    <a:pt x="3257430" y="3029760"/>
                  </a:lnTo>
                  <a:lnTo>
                    <a:pt x="3299714" y="3110453"/>
                  </a:lnTo>
                  <a:lnTo>
                    <a:pt x="3341972" y="3190611"/>
                  </a:lnTo>
                  <a:lnTo>
                    <a:pt x="3384180" y="3269660"/>
                  </a:lnTo>
                  <a:lnTo>
                    <a:pt x="3426326" y="3347061"/>
                  </a:lnTo>
                  <a:lnTo>
                    <a:pt x="3468410" y="3422323"/>
                  </a:lnTo>
                  <a:lnTo>
                    <a:pt x="3510457" y="3495015"/>
                  </a:lnTo>
                  <a:lnTo>
                    <a:pt x="3552514" y="3564773"/>
                  </a:lnTo>
                  <a:lnTo>
                    <a:pt x="3594658" y="3631310"/>
                  </a:lnTo>
                  <a:lnTo>
                    <a:pt x="3637000" y="3694414"/>
                  </a:lnTo>
                  <a:lnTo>
                    <a:pt x="3679690" y="3753949"/>
                  </a:lnTo>
                  <a:lnTo>
                    <a:pt x="3722920" y="3809850"/>
                  </a:lnTo>
                  <a:lnTo>
                    <a:pt x="3766934" y="3862120"/>
                  </a:lnTo>
                  <a:lnTo>
                    <a:pt x="3812034" y="3910819"/>
                  </a:lnTo>
                  <a:lnTo>
                    <a:pt x="3820202" y="3919120"/>
                  </a:lnTo>
                  <a:lnTo>
                    <a:pt x="3871287" y="3967491"/>
                  </a:lnTo>
                  <a:lnTo>
                    <a:pt x="3924741" y="4011727"/>
                  </a:lnTo>
                  <a:lnTo>
                    <a:pt x="3981216" y="4051972"/>
                  </a:lnTo>
                  <a:lnTo>
                    <a:pt x="4041427" y="4088500"/>
                  </a:lnTo>
                  <a:lnTo>
                    <a:pt x="4106118" y="4121644"/>
                  </a:lnTo>
                  <a:lnTo>
                    <a:pt x="4176021" y="4151750"/>
                  </a:lnTo>
                  <a:lnTo>
                    <a:pt x="4251808" y="4179144"/>
                  </a:lnTo>
                  <a:lnTo>
                    <a:pt x="4334031" y="4204114"/>
                  </a:lnTo>
                  <a:lnTo>
                    <a:pt x="4423035" y="4226903"/>
                  </a:lnTo>
                  <a:lnTo>
                    <a:pt x="4518859" y="4247699"/>
                  </a:lnTo>
                  <a:lnTo>
                    <a:pt x="4621099" y="4266634"/>
                  </a:lnTo>
                  <a:lnTo>
                    <a:pt x="4728780" y="4283784"/>
                  </a:lnTo>
                  <a:lnTo>
                    <a:pt x="4840229" y="4299178"/>
                  </a:lnTo>
                  <a:lnTo>
                    <a:pt x="4953012" y="4312801"/>
                  </a:lnTo>
                  <a:lnTo>
                    <a:pt x="5063966" y="4324620"/>
                  </a:lnTo>
                  <a:lnTo>
                    <a:pt x="5169390" y="4334599"/>
                  </a:lnTo>
                  <a:lnTo>
                    <a:pt x="5265400" y="4342732"/>
                  </a:lnTo>
                  <a:lnTo>
                    <a:pt x="5348431" y="4349065"/>
                  </a:lnTo>
                  <a:lnTo>
                    <a:pt x="5415786" y="4353715"/>
                  </a:lnTo>
                  <a:lnTo>
                    <a:pt x="5466117" y="4356873"/>
                  </a:lnTo>
                  <a:lnTo>
                    <a:pt x="5499717" y="4358797"/>
                  </a:lnTo>
                  <a:lnTo>
                    <a:pt x="5518565" y="4359784"/>
                  </a:lnTo>
                  <a:lnTo>
                    <a:pt x="5526186" y="4360151"/>
                  </a:lnTo>
                  <a:lnTo>
                    <a:pt x="5527445" y="4360207"/>
                  </a:lnTo>
                  <a:lnTo>
                    <a:pt x="6522385" y="4360207"/>
                  </a:lnTo>
                  <a:lnTo>
                    <a:pt x="6523391" y="4360134"/>
                  </a:lnTo>
                  <a:lnTo>
                    <a:pt x="6530042" y="4359611"/>
                  </a:lnTo>
                  <a:lnTo>
                    <a:pt x="6546951" y="4358169"/>
                  </a:lnTo>
                  <a:lnTo>
                    <a:pt x="6577538" y="4355324"/>
                  </a:lnTo>
                  <a:lnTo>
                    <a:pt x="6623850" y="4350615"/>
                  </a:lnTo>
                  <a:lnTo>
                    <a:pt x="6686418" y="4343638"/>
                  </a:lnTo>
                  <a:lnTo>
                    <a:pt x="6764267" y="4334079"/>
                  </a:lnTo>
                  <a:lnTo>
                    <a:pt x="6855132" y="4321736"/>
                  </a:lnTo>
                  <a:lnTo>
                    <a:pt x="6955853" y="4306515"/>
                  </a:lnTo>
                  <a:lnTo>
                    <a:pt x="7062856" y="4288406"/>
                  </a:lnTo>
                  <a:lnTo>
                    <a:pt x="7172619" y="4267457"/>
                  </a:lnTo>
                  <a:lnTo>
                    <a:pt x="7282027" y="4243723"/>
                  </a:lnTo>
                  <a:lnTo>
                    <a:pt x="7388584" y="4217240"/>
                  </a:lnTo>
                  <a:lnTo>
                    <a:pt x="7490485" y="4187991"/>
                  </a:lnTo>
                  <a:lnTo>
                    <a:pt x="7586585" y="4155890"/>
                  </a:lnTo>
                  <a:lnTo>
                    <a:pt x="7676307" y="4120772"/>
                  </a:lnTo>
                  <a:lnTo>
                    <a:pt x="7759522" y="4082386"/>
                  </a:lnTo>
                  <a:lnTo>
                    <a:pt x="7836431" y="4040401"/>
                  </a:lnTo>
                  <a:lnTo>
                    <a:pt x="7907465" y="3994410"/>
                  </a:lnTo>
                  <a:lnTo>
                    <a:pt x="7973196" y="3943942"/>
                  </a:lnTo>
                  <a:lnTo>
                    <a:pt x="8034280" y="3888482"/>
                  </a:lnTo>
                  <a:lnTo>
                    <a:pt x="8091404" y="3827506"/>
                  </a:lnTo>
                  <a:lnTo>
                    <a:pt x="8145251" y="3760528"/>
                  </a:lnTo>
                  <a:lnTo>
                    <a:pt x="8196467" y="3687190"/>
                  </a:lnTo>
                  <a:lnTo>
                    <a:pt x="8229629" y="3634379"/>
                  </a:lnTo>
                  <a:lnTo>
                    <a:pt x="8266867" y="3569986"/>
                  </a:lnTo>
                  <a:lnTo>
                    <a:pt x="8303293" y="3501687"/>
                  </a:lnTo>
                  <a:lnTo>
                    <a:pt x="8339090" y="3429403"/>
                  </a:lnTo>
                  <a:lnTo>
                    <a:pt x="8374411" y="3353098"/>
                  </a:lnTo>
                  <a:lnTo>
                    <a:pt x="8409384" y="3272780"/>
                  </a:lnTo>
                  <a:lnTo>
                    <a:pt x="8444116" y="3188508"/>
                  </a:lnTo>
                  <a:lnTo>
                    <a:pt x="8478692" y="3100393"/>
                  </a:lnTo>
                  <a:lnTo>
                    <a:pt x="8513180" y="3008603"/>
                  </a:lnTo>
                  <a:lnTo>
                    <a:pt x="8547632" y="2913362"/>
                  </a:lnTo>
                  <a:lnTo>
                    <a:pt x="8582085" y="2814951"/>
                  </a:lnTo>
                  <a:lnTo>
                    <a:pt x="8616565" y="2713705"/>
                  </a:lnTo>
                  <a:lnTo>
                    <a:pt x="8651084" y="2610010"/>
                  </a:lnTo>
                  <a:lnTo>
                    <a:pt x="8685647" y="2504299"/>
                  </a:lnTo>
                  <a:lnTo>
                    <a:pt x="8720249" y="2397043"/>
                  </a:lnTo>
                  <a:lnTo>
                    <a:pt x="8754881" y="2288745"/>
                  </a:lnTo>
                  <a:lnTo>
                    <a:pt x="8789528" y="2179926"/>
                  </a:lnTo>
                  <a:lnTo>
                    <a:pt x="8824175" y="2071121"/>
                  </a:lnTo>
                  <a:lnTo>
                    <a:pt x="8858806" y="1962864"/>
                  </a:lnTo>
                  <a:lnTo>
                    <a:pt x="8893406" y="1855675"/>
                  </a:lnTo>
                  <a:lnTo>
                    <a:pt x="8927967" y="1750057"/>
                  </a:lnTo>
                  <a:lnTo>
                    <a:pt x="8962484" y="1646478"/>
                  </a:lnTo>
                  <a:lnTo>
                    <a:pt x="8996962" y="1545368"/>
                  </a:lnTo>
                  <a:lnTo>
                    <a:pt x="9031415" y="1447112"/>
                  </a:lnTo>
                  <a:lnTo>
                    <a:pt x="9065867" y="1352042"/>
                  </a:lnTo>
                  <a:lnTo>
                    <a:pt x="9100358" y="1260436"/>
                  </a:lnTo>
                  <a:lnTo>
                    <a:pt x="9134940" y="1172515"/>
                  </a:lnTo>
                  <a:lnTo>
                    <a:pt x="9169682" y="1088444"/>
                  </a:lnTo>
                  <a:lnTo>
                    <a:pt x="9204671" y="1008331"/>
                  </a:lnTo>
                  <a:lnTo>
                    <a:pt x="9240013" y="932232"/>
                  </a:lnTo>
                  <a:lnTo>
                    <a:pt x="9275838" y="860155"/>
                  </a:lnTo>
                  <a:lnTo>
                    <a:pt x="9312301" y="792059"/>
                  </a:lnTo>
                  <a:lnTo>
                    <a:pt x="9347647" y="731068"/>
                  </a:lnTo>
                  <a:lnTo>
                    <a:pt x="9397426" y="653383"/>
                  </a:lnTo>
                  <a:lnTo>
                    <a:pt x="9449442" y="582168"/>
                  </a:lnTo>
                  <a:lnTo>
                    <a:pt x="9504295" y="517215"/>
                  </a:lnTo>
                  <a:lnTo>
                    <a:pt x="9562647" y="458113"/>
                  </a:lnTo>
                  <a:lnTo>
                    <a:pt x="9625186" y="404356"/>
                  </a:lnTo>
                  <a:lnTo>
                    <a:pt x="9692594" y="355418"/>
                  </a:lnTo>
                  <a:lnTo>
                    <a:pt x="9765506" y="310795"/>
                  </a:lnTo>
                  <a:lnTo>
                    <a:pt x="9844454" y="270037"/>
                  </a:lnTo>
                  <a:lnTo>
                    <a:pt x="9929804" y="232760"/>
                  </a:lnTo>
                  <a:lnTo>
                    <a:pt x="10021661" y="198659"/>
                  </a:lnTo>
                  <a:lnTo>
                    <a:pt x="10119761" y="167513"/>
                  </a:lnTo>
                  <a:lnTo>
                    <a:pt x="10223353" y="139181"/>
                  </a:lnTo>
                  <a:lnTo>
                    <a:pt x="10331082" y="113602"/>
                  </a:lnTo>
                  <a:lnTo>
                    <a:pt x="10440916" y="90780"/>
                  </a:lnTo>
                  <a:lnTo>
                    <a:pt x="10550139" y="70759"/>
                  </a:lnTo>
                  <a:lnTo>
                    <a:pt x="10655473" y="53599"/>
                  </a:lnTo>
                  <a:lnTo>
                    <a:pt x="10753331" y="39330"/>
                  </a:lnTo>
                  <a:lnTo>
                    <a:pt x="10840224" y="27919"/>
                  </a:lnTo>
                  <a:lnTo>
                    <a:pt x="10913234" y="19239"/>
                  </a:lnTo>
                  <a:lnTo>
                    <a:pt x="10970483" y="13049"/>
                  </a:lnTo>
                  <a:lnTo>
                    <a:pt x="11011481" y="9002"/>
                  </a:lnTo>
                  <a:lnTo>
                    <a:pt x="11037265" y="6672"/>
                  </a:lnTo>
                  <a:lnTo>
                    <a:pt x="11050356" y="5586"/>
                  </a:lnTo>
                  <a:lnTo>
                    <a:pt x="11054583" y="526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86" y="73"/>
                  </a:lnTo>
                  <a:lnTo>
                    <a:pt x="11047235" y="595"/>
                  </a:lnTo>
                  <a:lnTo>
                    <a:pt x="11030326" y="2038"/>
                  </a:lnTo>
                  <a:lnTo>
                    <a:pt x="10999739" y="4883"/>
                  </a:lnTo>
                  <a:lnTo>
                    <a:pt x="10953427" y="9592"/>
                  </a:lnTo>
                  <a:lnTo>
                    <a:pt x="10890859" y="16569"/>
                  </a:lnTo>
                  <a:lnTo>
                    <a:pt x="10813009" y="26127"/>
                  </a:lnTo>
                  <a:lnTo>
                    <a:pt x="10722144" y="38470"/>
                  </a:lnTo>
                  <a:lnTo>
                    <a:pt x="10621424" y="53692"/>
                  </a:lnTo>
                  <a:lnTo>
                    <a:pt x="10514421" y="71800"/>
                  </a:lnTo>
                  <a:lnTo>
                    <a:pt x="10404658" y="92750"/>
                  </a:lnTo>
                  <a:lnTo>
                    <a:pt x="10295249" y="116484"/>
                  </a:lnTo>
                  <a:lnTo>
                    <a:pt x="10188693" y="142967"/>
                  </a:lnTo>
                  <a:lnTo>
                    <a:pt x="10086792" y="172216"/>
                  </a:lnTo>
                  <a:lnTo>
                    <a:pt x="9990692" y="204316"/>
                  </a:lnTo>
                  <a:lnTo>
                    <a:pt x="9900970" y="239435"/>
                  </a:lnTo>
                  <a:lnTo>
                    <a:pt x="9817755" y="277821"/>
                  </a:lnTo>
                  <a:lnTo>
                    <a:pt x="9740845" y="319806"/>
                  </a:lnTo>
                  <a:lnTo>
                    <a:pt x="9669812" y="365797"/>
                  </a:lnTo>
                  <a:lnTo>
                    <a:pt x="9604081" y="416265"/>
                  </a:lnTo>
                  <a:lnTo>
                    <a:pt x="9542997" y="471724"/>
                  </a:lnTo>
                  <a:lnTo>
                    <a:pt x="9485873" y="532701"/>
                  </a:lnTo>
                  <a:lnTo>
                    <a:pt x="9432025" y="599679"/>
                  </a:lnTo>
                  <a:lnTo>
                    <a:pt x="9380809" y="673016"/>
                  </a:lnTo>
                  <a:lnTo>
                    <a:pt x="9347647" y="725827"/>
                  </a:lnTo>
                  <a:lnTo>
                    <a:pt x="9310409" y="790221"/>
                  </a:lnTo>
                  <a:lnTo>
                    <a:pt x="9273983" y="858520"/>
                  </a:lnTo>
                  <a:lnTo>
                    <a:pt x="9238187" y="930803"/>
                  </a:lnTo>
                  <a:lnTo>
                    <a:pt x="9202866" y="1007108"/>
                  </a:lnTo>
                  <a:lnTo>
                    <a:pt x="9167892" y="1087427"/>
                  </a:lnTo>
                  <a:lnTo>
                    <a:pt x="9133160" y="1171699"/>
                  </a:lnTo>
                  <a:lnTo>
                    <a:pt x="9098585" y="1259814"/>
                  </a:lnTo>
                  <a:lnTo>
                    <a:pt x="9064097" y="1351604"/>
                  </a:lnTo>
                  <a:lnTo>
                    <a:pt x="9029645" y="1446844"/>
                  </a:lnTo>
                  <a:lnTo>
                    <a:pt x="8995191" y="1545255"/>
                  </a:lnTo>
                  <a:lnTo>
                    <a:pt x="8960712" y="1646502"/>
                  </a:lnTo>
                  <a:lnTo>
                    <a:pt x="8926192" y="1750196"/>
                  </a:lnTo>
                  <a:lnTo>
                    <a:pt x="8891630" y="1855907"/>
                  </a:lnTo>
                  <a:lnTo>
                    <a:pt x="8857027" y="1963163"/>
                  </a:lnTo>
                  <a:lnTo>
                    <a:pt x="8822396" y="2071462"/>
                  </a:lnTo>
                  <a:lnTo>
                    <a:pt x="8787748" y="2180280"/>
                  </a:lnTo>
                  <a:lnTo>
                    <a:pt x="8753101" y="2289085"/>
                  </a:lnTo>
                  <a:lnTo>
                    <a:pt x="8718471" y="2397343"/>
                  </a:lnTo>
                  <a:lnTo>
                    <a:pt x="8683870" y="2504531"/>
                  </a:lnTo>
                  <a:lnTo>
                    <a:pt x="8649310" y="2610150"/>
                  </a:lnTo>
                  <a:lnTo>
                    <a:pt x="8614793" y="2713729"/>
                  </a:lnTo>
                  <a:lnTo>
                    <a:pt x="8580315" y="2814839"/>
                  </a:lnTo>
                  <a:lnTo>
                    <a:pt x="8545862" y="2913095"/>
                  </a:lnTo>
                  <a:lnTo>
                    <a:pt x="8511409" y="3008164"/>
                  </a:lnTo>
                  <a:lnTo>
                    <a:pt x="8476918" y="3099770"/>
                  </a:lnTo>
                  <a:lnTo>
                    <a:pt x="8442336" y="3187691"/>
                  </a:lnTo>
                  <a:lnTo>
                    <a:pt x="8407594" y="3271763"/>
                  </a:lnTo>
                  <a:lnTo>
                    <a:pt x="8372606" y="3351876"/>
                  </a:lnTo>
                  <a:lnTo>
                    <a:pt x="8337263" y="3427974"/>
                  </a:lnTo>
                  <a:lnTo>
                    <a:pt x="8301438" y="3500052"/>
                  </a:lnTo>
                  <a:lnTo>
                    <a:pt x="8264976" y="3568148"/>
                  </a:lnTo>
                  <a:lnTo>
                    <a:pt x="8229629" y="3629139"/>
                  </a:lnTo>
                  <a:lnTo>
                    <a:pt x="8179850" y="3706823"/>
                  </a:lnTo>
                  <a:lnTo>
                    <a:pt x="8127835" y="3778038"/>
                  </a:lnTo>
                  <a:lnTo>
                    <a:pt x="8072982" y="3842991"/>
                  </a:lnTo>
                  <a:lnTo>
                    <a:pt x="8014630" y="3902094"/>
                  </a:lnTo>
                  <a:lnTo>
                    <a:pt x="7952090" y="3955851"/>
                  </a:lnTo>
                  <a:lnTo>
                    <a:pt x="7884682" y="4004789"/>
                  </a:lnTo>
                  <a:lnTo>
                    <a:pt x="7811771" y="4049411"/>
                  </a:lnTo>
                  <a:lnTo>
                    <a:pt x="7732823" y="4090169"/>
                  </a:lnTo>
                  <a:lnTo>
                    <a:pt x="7647473" y="4127446"/>
                  </a:lnTo>
                  <a:lnTo>
                    <a:pt x="7555616" y="4161547"/>
                  </a:lnTo>
                  <a:lnTo>
                    <a:pt x="7457516" y="4192694"/>
                  </a:lnTo>
                  <a:lnTo>
                    <a:pt x="7353924" y="4221026"/>
                  </a:lnTo>
                  <a:lnTo>
                    <a:pt x="7246195" y="4246605"/>
                  </a:lnTo>
                  <a:lnTo>
                    <a:pt x="7136361" y="4269427"/>
                  </a:lnTo>
                  <a:lnTo>
                    <a:pt x="7027137" y="4289447"/>
                  </a:lnTo>
                  <a:lnTo>
                    <a:pt x="6921804" y="4306608"/>
                  </a:lnTo>
                  <a:lnTo>
                    <a:pt x="6823945" y="4320877"/>
                  </a:lnTo>
                  <a:lnTo>
                    <a:pt x="6737052" y="4332287"/>
                  </a:lnTo>
                  <a:lnTo>
                    <a:pt x="6664043" y="4340967"/>
                  </a:lnTo>
                  <a:lnTo>
                    <a:pt x="6606793" y="4347158"/>
                  </a:lnTo>
                  <a:lnTo>
                    <a:pt x="6565796" y="4351204"/>
                  </a:lnTo>
                  <a:lnTo>
                    <a:pt x="6540011" y="4353534"/>
                  </a:lnTo>
                  <a:lnTo>
                    <a:pt x="6526921" y="4354621"/>
                  </a:lnTo>
                  <a:lnTo>
                    <a:pt x="6522694" y="4354944"/>
                  </a:lnTo>
                  <a:lnTo>
                    <a:pt x="6522385" y="4354966"/>
                  </a:lnTo>
                  <a:lnTo>
                    <a:pt x="5527445" y="4354966"/>
                  </a:lnTo>
                  <a:lnTo>
                    <a:pt x="5526362" y="4354918"/>
                  </a:lnTo>
                  <a:lnTo>
                    <a:pt x="5519204" y="4354575"/>
                  </a:lnTo>
                  <a:lnTo>
                    <a:pt x="5501043" y="4353628"/>
                  </a:lnTo>
                  <a:lnTo>
                    <a:pt x="5468278" y="4351761"/>
                  </a:lnTo>
                  <a:lnTo>
                    <a:pt x="5418843" y="4348674"/>
                  </a:lnTo>
                  <a:lnTo>
                    <a:pt x="5352358" y="4344108"/>
                  </a:lnTo>
                  <a:lnTo>
                    <a:pt x="5270090" y="4337866"/>
                  </a:lnTo>
                  <a:lnTo>
                    <a:pt x="5174674" y="4329829"/>
                  </a:lnTo>
                  <a:lnTo>
                    <a:pt x="5069647" y="4319947"/>
                  </a:lnTo>
                  <a:lnTo>
                    <a:pt x="4958887" y="4308224"/>
                  </a:lnTo>
                  <a:lnTo>
                    <a:pt x="4846116" y="4294693"/>
                  </a:lnTo>
                  <a:lnTo>
                    <a:pt x="4734530" y="4279392"/>
                  </a:lnTo>
                  <a:lnTo>
                    <a:pt x="4626604" y="4262333"/>
                  </a:lnTo>
                  <a:lnTo>
                    <a:pt x="4524049" y="4243493"/>
                  </a:lnTo>
                  <a:lnTo>
                    <a:pt x="4427876" y="4222798"/>
                  </a:lnTo>
                  <a:lnTo>
                    <a:pt x="4338513" y="4200117"/>
                  </a:lnTo>
                  <a:lnTo>
                    <a:pt x="4255942" y="4175266"/>
                  </a:lnTo>
                  <a:lnTo>
                    <a:pt x="4179831" y="4148006"/>
                  </a:lnTo>
                  <a:lnTo>
                    <a:pt x="4109637" y="4118049"/>
                  </a:lnTo>
                  <a:lnTo>
                    <a:pt x="4044691" y="4085072"/>
                  </a:lnTo>
                  <a:lnTo>
                    <a:pt x="3984264" y="4048730"/>
                  </a:lnTo>
                  <a:lnTo>
                    <a:pt x="3927612" y="4008687"/>
                  </a:lnTo>
                  <a:lnTo>
                    <a:pt x="3874017" y="3964664"/>
                  </a:lnTo>
                  <a:lnTo>
                    <a:pt x="3822822" y="3916510"/>
                  </a:lnTo>
                  <a:lnTo>
                    <a:pt x="3820202" y="3913880"/>
                  </a:lnTo>
                  <a:lnTo>
                    <a:pt x="3774871" y="3865804"/>
                  </a:lnTo>
                  <a:lnTo>
                    <a:pt x="3730688" y="3814176"/>
                  </a:lnTo>
                  <a:lnTo>
                    <a:pt x="3687338" y="3758924"/>
                  </a:lnTo>
                  <a:lnTo>
                    <a:pt x="3644567" y="3700033"/>
                  </a:lnTo>
                  <a:lnTo>
                    <a:pt x="3602175" y="3637556"/>
                  </a:lnTo>
                  <a:lnTo>
                    <a:pt x="3560005" y="3571617"/>
                  </a:lnTo>
                  <a:lnTo>
                    <a:pt x="3517939" y="3502413"/>
                  </a:lnTo>
                  <a:lnTo>
                    <a:pt x="3475895" y="3430218"/>
                  </a:lnTo>
                  <a:lnTo>
                    <a:pt x="3433819" y="3355384"/>
                  </a:lnTo>
                  <a:lnTo>
                    <a:pt x="3391686" y="3278329"/>
                  </a:lnTo>
                  <a:lnTo>
                    <a:pt x="3349488" y="3199535"/>
                  </a:lnTo>
                  <a:lnTo>
                    <a:pt x="3307237" y="3119534"/>
                  </a:lnTo>
                  <a:lnTo>
                    <a:pt x="3264955" y="3038893"/>
                  </a:lnTo>
                  <a:lnTo>
                    <a:pt x="3222671" y="2958200"/>
                  </a:lnTo>
                  <a:lnTo>
                    <a:pt x="3180413" y="2878043"/>
                  </a:lnTo>
                  <a:lnTo>
                    <a:pt x="3138205" y="2798994"/>
                  </a:lnTo>
                  <a:lnTo>
                    <a:pt x="3096059" y="2721592"/>
                  </a:lnTo>
                  <a:lnTo>
                    <a:pt x="3053975" y="2646330"/>
                  </a:lnTo>
                  <a:lnTo>
                    <a:pt x="3011928" y="2573639"/>
                  </a:lnTo>
                  <a:lnTo>
                    <a:pt x="2969871" y="2503880"/>
                  </a:lnTo>
                  <a:lnTo>
                    <a:pt x="2927727" y="2437343"/>
                  </a:lnTo>
                  <a:lnTo>
                    <a:pt x="2885385" y="2374239"/>
                  </a:lnTo>
                  <a:lnTo>
                    <a:pt x="2842695" y="2314704"/>
                  </a:lnTo>
                  <a:lnTo>
                    <a:pt x="2799465" y="2258803"/>
                  </a:lnTo>
                  <a:lnTo>
                    <a:pt x="2755451" y="2206534"/>
                  </a:lnTo>
                  <a:lnTo>
                    <a:pt x="2710351" y="2157834"/>
                  </a:lnTo>
                  <a:lnTo>
                    <a:pt x="2702183" y="2149533"/>
                  </a:lnTo>
                  <a:lnTo>
                    <a:pt x="2651098" y="2101162"/>
                  </a:lnTo>
                  <a:lnTo>
                    <a:pt x="2597644" y="2056926"/>
                  </a:lnTo>
                  <a:lnTo>
                    <a:pt x="2541169" y="2016681"/>
                  </a:lnTo>
                  <a:lnTo>
                    <a:pt x="2480958" y="1980154"/>
                  </a:lnTo>
                  <a:lnTo>
                    <a:pt x="2416267" y="1947009"/>
                  </a:lnTo>
                  <a:lnTo>
                    <a:pt x="2346364" y="1916903"/>
                  </a:lnTo>
                  <a:lnTo>
                    <a:pt x="2270577" y="1889509"/>
                  </a:lnTo>
                  <a:lnTo>
                    <a:pt x="2188354" y="1864539"/>
                  </a:lnTo>
                  <a:lnTo>
                    <a:pt x="2099350" y="1841750"/>
                  </a:lnTo>
                  <a:lnTo>
                    <a:pt x="2003526" y="1820954"/>
                  </a:lnTo>
                  <a:lnTo>
                    <a:pt x="1901286" y="1802020"/>
                  </a:lnTo>
                  <a:lnTo>
                    <a:pt x="1793605" y="1784869"/>
                  </a:lnTo>
                  <a:lnTo>
                    <a:pt x="1682156" y="1769475"/>
                  </a:lnTo>
                  <a:lnTo>
                    <a:pt x="1569373" y="1755852"/>
                  </a:lnTo>
                  <a:lnTo>
                    <a:pt x="1458419" y="1744033"/>
                  </a:lnTo>
                  <a:lnTo>
                    <a:pt x="1352995" y="1734054"/>
                  </a:lnTo>
                  <a:lnTo>
                    <a:pt x="1256985" y="1725921"/>
                  </a:lnTo>
                  <a:lnTo>
                    <a:pt x="1173954" y="1719588"/>
                  </a:lnTo>
                  <a:lnTo>
                    <a:pt x="1106599" y="1714939"/>
                  </a:lnTo>
                  <a:lnTo>
                    <a:pt x="1056268" y="1711780"/>
                  </a:lnTo>
                  <a:lnTo>
                    <a:pt x="1022668" y="1709856"/>
                  </a:lnTo>
                  <a:lnTo>
                    <a:pt x="1003820" y="1708869"/>
                  </a:lnTo>
                  <a:lnTo>
                    <a:pt x="996199" y="1708502"/>
                  </a:lnTo>
                  <a:lnTo>
                    <a:pt x="994940" y="1708446"/>
                  </a:lnTo>
                  <a:lnTo>
                    <a:pt x="0" y="1708446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3" name="pl72"/>
            <p:cNvSpPr/>
            <p:nvPr/>
          </p:nvSpPr>
          <p:spPr>
            <a:xfrm>
              <a:off x="1199187" y="2153736"/>
              <a:ext cx="12049831" cy="4354966"/>
            </a:xfrm>
            <a:custGeom>
              <a:avLst/>
              <a:pathLst>
                <a:path w="12049831" h="4354966">
                  <a:moveTo>
                    <a:pt x="0" y="1708446"/>
                  </a:moveTo>
                  <a:lnTo>
                    <a:pt x="994940" y="1708446"/>
                  </a:lnTo>
                  <a:lnTo>
                    <a:pt x="996023" y="1708494"/>
                  </a:lnTo>
                  <a:lnTo>
                    <a:pt x="1003181" y="1708837"/>
                  </a:lnTo>
                  <a:lnTo>
                    <a:pt x="1021342" y="1709784"/>
                  </a:lnTo>
                  <a:lnTo>
                    <a:pt x="1054107" y="1711651"/>
                  </a:lnTo>
                  <a:lnTo>
                    <a:pt x="1103542" y="1714739"/>
                  </a:lnTo>
                  <a:lnTo>
                    <a:pt x="1170027" y="1719305"/>
                  </a:lnTo>
                  <a:lnTo>
                    <a:pt x="1252295" y="1725547"/>
                  </a:lnTo>
                  <a:lnTo>
                    <a:pt x="1347711" y="1733584"/>
                  </a:lnTo>
                  <a:lnTo>
                    <a:pt x="1452738" y="1743466"/>
                  </a:lnTo>
                  <a:lnTo>
                    <a:pt x="1563498" y="1755189"/>
                  </a:lnTo>
                  <a:lnTo>
                    <a:pt x="1676269" y="1768719"/>
                  </a:lnTo>
                  <a:lnTo>
                    <a:pt x="1787855" y="1784021"/>
                  </a:lnTo>
                  <a:lnTo>
                    <a:pt x="1895781" y="1801079"/>
                  </a:lnTo>
                  <a:lnTo>
                    <a:pt x="1998335" y="1819919"/>
                  </a:lnTo>
                  <a:lnTo>
                    <a:pt x="2094509" y="1840615"/>
                  </a:lnTo>
                  <a:lnTo>
                    <a:pt x="2183872" y="1863296"/>
                  </a:lnTo>
                  <a:lnTo>
                    <a:pt x="2266443" y="1888147"/>
                  </a:lnTo>
                  <a:lnTo>
                    <a:pt x="2342554" y="1915407"/>
                  </a:lnTo>
                  <a:lnTo>
                    <a:pt x="2412748" y="1945363"/>
                  </a:lnTo>
                  <a:lnTo>
                    <a:pt x="2477694" y="1978341"/>
                  </a:lnTo>
                  <a:lnTo>
                    <a:pt x="2538121" y="2014683"/>
                  </a:lnTo>
                  <a:lnTo>
                    <a:pt x="2594773" y="2054725"/>
                  </a:lnTo>
                  <a:lnTo>
                    <a:pt x="2648368" y="2098748"/>
                  </a:lnTo>
                  <a:lnTo>
                    <a:pt x="2699563" y="2146903"/>
                  </a:lnTo>
                  <a:lnTo>
                    <a:pt x="2702183" y="2149533"/>
                  </a:lnTo>
                  <a:lnTo>
                    <a:pt x="2747514" y="2197608"/>
                  </a:lnTo>
                  <a:lnTo>
                    <a:pt x="2791697" y="2249236"/>
                  </a:lnTo>
                  <a:lnTo>
                    <a:pt x="2835047" y="2304489"/>
                  </a:lnTo>
                  <a:lnTo>
                    <a:pt x="2877818" y="2363380"/>
                  </a:lnTo>
                  <a:lnTo>
                    <a:pt x="2920210" y="2425856"/>
                  </a:lnTo>
                  <a:lnTo>
                    <a:pt x="2962380" y="2491796"/>
                  </a:lnTo>
                  <a:lnTo>
                    <a:pt x="3004446" y="2561000"/>
                  </a:lnTo>
                  <a:lnTo>
                    <a:pt x="3046490" y="2633194"/>
                  </a:lnTo>
                  <a:lnTo>
                    <a:pt x="3088566" y="2708029"/>
                  </a:lnTo>
                  <a:lnTo>
                    <a:pt x="3130699" y="2785083"/>
                  </a:lnTo>
                  <a:lnTo>
                    <a:pt x="3172897" y="2863877"/>
                  </a:lnTo>
                  <a:lnTo>
                    <a:pt x="3215148" y="2943879"/>
                  </a:lnTo>
                  <a:lnTo>
                    <a:pt x="3257430" y="3024519"/>
                  </a:lnTo>
                  <a:lnTo>
                    <a:pt x="3299714" y="3105213"/>
                  </a:lnTo>
                  <a:lnTo>
                    <a:pt x="3341972" y="3185370"/>
                  </a:lnTo>
                  <a:lnTo>
                    <a:pt x="3384180" y="3264419"/>
                  </a:lnTo>
                  <a:lnTo>
                    <a:pt x="3426326" y="3341820"/>
                  </a:lnTo>
                  <a:lnTo>
                    <a:pt x="3468410" y="3417082"/>
                  </a:lnTo>
                  <a:lnTo>
                    <a:pt x="3510457" y="3489774"/>
                  </a:lnTo>
                  <a:lnTo>
                    <a:pt x="3552514" y="3559532"/>
                  </a:lnTo>
                  <a:lnTo>
                    <a:pt x="3594658" y="3626070"/>
                  </a:lnTo>
                  <a:lnTo>
                    <a:pt x="3637000" y="3689174"/>
                  </a:lnTo>
                  <a:lnTo>
                    <a:pt x="3679690" y="3748709"/>
                  </a:lnTo>
                  <a:lnTo>
                    <a:pt x="3722920" y="3804610"/>
                  </a:lnTo>
                  <a:lnTo>
                    <a:pt x="3766934" y="3856879"/>
                  </a:lnTo>
                  <a:lnTo>
                    <a:pt x="3812034" y="3905579"/>
                  </a:lnTo>
                  <a:lnTo>
                    <a:pt x="3820202" y="3913880"/>
                  </a:lnTo>
                  <a:lnTo>
                    <a:pt x="3871287" y="3962250"/>
                  </a:lnTo>
                  <a:lnTo>
                    <a:pt x="3924741" y="4006487"/>
                  </a:lnTo>
                  <a:lnTo>
                    <a:pt x="3981216" y="4046731"/>
                  </a:lnTo>
                  <a:lnTo>
                    <a:pt x="4041427" y="4083259"/>
                  </a:lnTo>
                  <a:lnTo>
                    <a:pt x="4106118" y="4116403"/>
                  </a:lnTo>
                  <a:lnTo>
                    <a:pt x="4176021" y="4146509"/>
                  </a:lnTo>
                  <a:lnTo>
                    <a:pt x="4251808" y="4173903"/>
                  </a:lnTo>
                  <a:lnTo>
                    <a:pt x="4334031" y="4198874"/>
                  </a:lnTo>
                  <a:lnTo>
                    <a:pt x="4423035" y="4221663"/>
                  </a:lnTo>
                  <a:lnTo>
                    <a:pt x="4518859" y="4242458"/>
                  </a:lnTo>
                  <a:lnTo>
                    <a:pt x="4621099" y="4261393"/>
                  </a:lnTo>
                  <a:lnTo>
                    <a:pt x="4728780" y="4278544"/>
                  </a:lnTo>
                  <a:lnTo>
                    <a:pt x="4840229" y="4293937"/>
                  </a:lnTo>
                  <a:lnTo>
                    <a:pt x="4953012" y="4307561"/>
                  </a:lnTo>
                  <a:lnTo>
                    <a:pt x="5063966" y="4319379"/>
                  </a:lnTo>
                  <a:lnTo>
                    <a:pt x="5169390" y="4329358"/>
                  </a:lnTo>
                  <a:lnTo>
                    <a:pt x="5265400" y="4337491"/>
                  </a:lnTo>
                  <a:lnTo>
                    <a:pt x="5348431" y="4343824"/>
                  </a:lnTo>
                  <a:lnTo>
                    <a:pt x="5415786" y="4348474"/>
                  </a:lnTo>
                  <a:lnTo>
                    <a:pt x="5466117" y="4351633"/>
                  </a:lnTo>
                  <a:lnTo>
                    <a:pt x="5499717" y="4353556"/>
                  </a:lnTo>
                  <a:lnTo>
                    <a:pt x="5518565" y="4354544"/>
                  </a:lnTo>
                  <a:lnTo>
                    <a:pt x="5526186" y="4354910"/>
                  </a:lnTo>
                  <a:lnTo>
                    <a:pt x="5527445" y="4354966"/>
                  </a:lnTo>
                  <a:lnTo>
                    <a:pt x="5527445" y="4354966"/>
                  </a:lnTo>
                  <a:lnTo>
                    <a:pt x="6522385" y="4354966"/>
                  </a:lnTo>
                  <a:lnTo>
                    <a:pt x="6523391" y="4354893"/>
                  </a:lnTo>
                  <a:lnTo>
                    <a:pt x="6530042" y="4354371"/>
                  </a:lnTo>
                  <a:lnTo>
                    <a:pt x="6546951" y="4352928"/>
                  </a:lnTo>
                  <a:lnTo>
                    <a:pt x="6577538" y="4350083"/>
                  </a:lnTo>
                  <a:lnTo>
                    <a:pt x="6623850" y="4345374"/>
                  </a:lnTo>
                  <a:lnTo>
                    <a:pt x="6686418" y="4338397"/>
                  </a:lnTo>
                  <a:lnTo>
                    <a:pt x="6764267" y="4328839"/>
                  </a:lnTo>
                  <a:lnTo>
                    <a:pt x="6855132" y="4316496"/>
                  </a:lnTo>
                  <a:lnTo>
                    <a:pt x="6955853" y="4301274"/>
                  </a:lnTo>
                  <a:lnTo>
                    <a:pt x="7062856" y="4283166"/>
                  </a:lnTo>
                  <a:lnTo>
                    <a:pt x="7172619" y="4262216"/>
                  </a:lnTo>
                  <a:lnTo>
                    <a:pt x="7282027" y="4238482"/>
                  </a:lnTo>
                  <a:lnTo>
                    <a:pt x="7388584" y="4211999"/>
                  </a:lnTo>
                  <a:lnTo>
                    <a:pt x="7490485" y="4182750"/>
                  </a:lnTo>
                  <a:lnTo>
                    <a:pt x="7586585" y="4150650"/>
                  </a:lnTo>
                  <a:lnTo>
                    <a:pt x="7676307" y="4115531"/>
                  </a:lnTo>
                  <a:lnTo>
                    <a:pt x="7759522" y="4077145"/>
                  </a:lnTo>
                  <a:lnTo>
                    <a:pt x="7836431" y="4035160"/>
                  </a:lnTo>
                  <a:lnTo>
                    <a:pt x="7907465" y="3989169"/>
                  </a:lnTo>
                  <a:lnTo>
                    <a:pt x="7973196" y="3938701"/>
                  </a:lnTo>
                  <a:lnTo>
                    <a:pt x="8034280" y="3883242"/>
                  </a:lnTo>
                  <a:lnTo>
                    <a:pt x="8091404" y="3822265"/>
                  </a:lnTo>
                  <a:lnTo>
                    <a:pt x="8145251" y="3755287"/>
                  </a:lnTo>
                  <a:lnTo>
                    <a:pt x="8196467" y="3681950"/>
                  </a:lnTo>
                  <a:lnTo>
                    <a:pt x="8229629" y="3629139"/>
                  </a:lnTo>
                  <a:lnTo>
                    <a:pt x="8266867" y="3564745"/>
                  </a:lnTo>
                  <a:lnTo>
                    <a:pt x="8303293" y="3496446"/>
                  </a:lnTo>
                  <a:lnTo>
                    <a:pt x="8339090" y="3424163"/>
                  </a:lnTo>
                  <a:lnTo>
                    <a:pt x="8374411" y="3347858"/>
                  </a:lnTo>
                  <a:lnTo>
                    <a:pt x="8409384" y="3267539"/>
                  </a:lnTo>
                  <a:lnTo>
                    <a:pt x="8444116" y="3183267"/>
                  </a:lnTo>
                  <a:lnTo>
                    <a:pt x="8478692" y="3095152"/>
                  </a:lnTo>
                  <a:lnTo>
                    <a:pt x="8513180" y="3003362"/>
                  </a:lnTo>
                  <a:lnTo>
                    <a:pt x="8547632" y="2908122"/>
                  </a:lnTo>
                  <a:lnTo>
                    <a:pt x="8582085" y="2809710"/>
                  </a:lnTo>
                  <a:lnTo>
                    <a:pt x="8616565" y="2708464"/>
                  </a:lnTo>
                  <a:lnTo>
                    <a:pt x="8651084" y="2604770"/>
                  </a:lnTo>
                  <a:lnTo>
                    <a:pt x="8685647" y="2499059"/>
                  </a:lnTo>
                  <a:lnTo>
                    <a:pt x="8720249" y="2391803"/>
                  </a:lnTo>
                  <a:lnTo>
                    <a:pt x="8754881" y="2283504"/>
                  </a:lnTo>
                  <a:lnTo>
                    <a:pt x="8789528" y="2174686"/>
                  </a:lnTo>
                  <a:lnTo>
                    <a:pt x="8824175" y="2065881"/>
                  </a:lnTo>
                  <a:lnTo>
                    <a:pt x="8858806" y="1957623"/>
                  </a:lnTo>
                  <a:lnTo>
                    <a:pt x="8893406" y="1850435"/>
                  </a:lnTo>
                  <a:lnTo>
                    <a:pt x="8927967" y="1744816"/>
                  </a:lnTo>
                  <a:lnTo>
                    <a:pt x="8962484" y="1641237"/>
                  </a:lnTo>
                  <a:lnTo>
                    <a:pt x="8996962" y="1540127"/>
                  </a:lnTo>
                  <a:lnTo>
                    <a:pt x="9031415" y="1441871"/>
                  </a:lnTo>
                  <a:lnTo>
                    <a:pt x="9065867" y="1346802"/>
                  </a:lnTo>
                  <a:lnTo>
                    <a:pt x="9100358" y="1255196"/>
                  </a:lnTo>
                  <a:lnTo>
                    <a:pt x="9134940" y="1167275"/>
                  </a:lnTo>
                  <a:lnTo>
                    <a:pt x="9169682" y="1083203"/>
                  </a:lnTo>
                  <a:lnTo>
                    <a:pt x="9204671" y="1003090"/>
                  </a:lnTo>
                  <a:lnTo>
                    <a:pt x="9240013" y="926992"/>
                  </a:lnTo>
                  <a:lnTo>
                    <a:pt x="9275838" y="854914"/>
                  </a:lnTo>
                  <a:lnTo>
                    <a:pt x="9312301" y="786818"/>
                  </a:lnTo>
                  <a:lnTo>
                    <a:pt x="9347647" y="725827"/>
                  </a:lnTo>
                  <a:lnTo>
                    <a:pt x="9397426" y="648143"/>
                  </a:lnTo>
                  <a:lnTo>
                    <a:pt x="9449442" y="576928"/>
                  </a:lnTo>
                  <a:lnTo>
                    <a:pt x="9504295" y="511974"/>
                  </a:lnTo>
                  <a:lnTo>
                    <a:pt x="9562647" y="452872"/>
                  </a:lnTo>
                  <a:lnTo>
                    <a:pt x="9625186" y="399115"/>
                  </a:lnTo>
                  <a:lnTo>
                    <a:pt x="9692594" y="350177"/>
                  </a:lnTo>
                  <a:lnTo>
                    <a:pt x="9765506" y="305555"/>
                  </a:lnTo>
                  <a:lnTo>
                    <a:pt x="9844454" y="264797"/>
                  </a:lnTo>
                  <a:lnTo>
                    <a:pt x="9929804" y="227520"/>
                  </a:lnTo>
                  <a:lnTo>
                    <a:pt x="10021661" y="193419"/>
                  </a:lnTo>
                  <a:lnTo>
                    <a:pt x="10119761" y="162272"/>
                  </a:lnTo>
                  <a:lnTo>
                    <a:pt x="10223353" y="133940"/>
                  </a:lnTo>
                  <a:lnTo>
                    <a:pt x="10331082" y="108361"/>
                  </a:lnTo>
                  <a:lnTo>
                    <a:pt x="10440916" y="85539"/>
                  </a:lnTo>
                  <a:lnTo>
                    <a:pt x="10550139" y="65519"/>
                  </a:lnTo>
                  <a:lnTo>
                    <a:pt x="10655473" y="48358"/>
                  </a:lnTo>
                  <a:lnTo>
                    <a:pt x="10753331" y="34089"/>
                  </a:lnTo>
                  <a:lnTo>
                    <a:pt x="10840224" y="22679"/>
                  </a:lnTo>
                  <a:lnTo>
                    <a:pt x="10913234" y="13999"/>
                  </a:lnTo>
                  <a:lnTo>
                    <a:pt x="10970483" y="7808"/>
                  </a:lnTo>
                  <a:lnTo>
                    <a:pt x="11011481" y="3762"/>
                  </a:lnTo>
                  <a:lnTo>
                    <a:pt x="11037265" y="1431"/>
                  </a:lnTo>
                  <a:lnTo>
                    <a:pt x="11050356" y="345"/>
                  </a:lnTo>
                  <a:lnTo>
                    <a:pt x="11054583" y="2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" name="pl73"/>
            <p:cNvSpPr/>
            <p:nvPr/>
          </p:nvSpPr>
          <p:spPr>
            <a:xfrm>
              <a:off x="1199187" y="2148495"/>
              <a:ext cx="12049831" cy="4354966"/>
            </a:xfrm>
            <a:custGeom>
              <a:avLst/>
              <a:pathLst>
                <a:path w="12049831" h="4354966">
                  <a:moveTo>
                    <a:pt x="12049831" y="0"/>
                  </a:moveTo>
                  <a:lnTo>
                    <a:pt x="11054891" y="0"/>
                  </a:lnTo>
                  <a:lnTo>
                    <a:pt x="11053886" y="73"/>
                  </a:lnTo>
                  <a:lnTo>
                    <a:pt x="11047235" y="595"/>
                  </a:lnTo>
                  <a:lnTo>
                    <a:pt x="11030326" y="2038"/>
                  </a:lnTo>
                  <a:lnTo>
                    <a:pt x="10999739" y="4883"/>
                  </a:lnTo>
                  <a:lnTo>
                    <a:pt x="10953427" y="9592"/>
                  </a:lnTo>
                  <a:lnTo>
                    <a:pt x="10890859" y="16569"/>
                  </a:lnTo>
                  <a:lnTo>
                    <a:pt x="10813009" y="26127"/>
                  </a:lnTo>
                  <a:lnTo>
                    <a:pt x="10722144" y="38470"/>
                  </a:lnTo>
                  <a:lnTo>
                    <a:pt x="10621424" y="53692"/>
                  </a:lnTo>
                  <a:lnTo>
                    <a:pt x="10514421" y="71800"/>
                  </a:lnTo>
                  <a:lnTo>
                    <a:pt x="10404658" y="92750"/>
                  </a:lnTo>
                  <a:lnTo>
                    <a:pt x="10295249" y="116484"/>
                  </a:lnTo>
                  <a:lnTo>
                    <a:pt x="10188693" y="142967"/>
                  </a:lnTo>
                  <a:lnTo>
                    <a:pt x="10086792" y="172216"/>
                  </a:lnTo>
                  <a:lnTo>
                    <a:pt x="9990692" y="204316"/>
                  </a:lnTo>
                  <a:lnTo>
                    <a:pt x="9900970" y="239435"/>
                  </a:lnTo>
                  <a:lnTo>
                    <a:pt x="9817755" y="277821"/>
                  </a:lnTo>
                  <a:lnTo>
                    <a:pt x="9740845" y="319806"/>
                  </a:lnTo>
                  <a:lnTo>
                    <a:pt x="9669812" y="365797"/>
                  </a:lnTo>
                  <a:lnTo>
                    <a:pt x="9604081" y="416265"/>
                  </a:lnTo>
                  <a:lnTo>
                    <a:pt x="9542997" y="471724"/>
                  </a:lnTo>
                  <a:lnTo>
                    <a:pt x="9485873" y="532701"/>
                  </a:lnTo>
                  <a:lnTo>
                    <a:pt x="9432025" y="599679"/>
                  </a:lnTo>
                  <a:lnTo>
                    <a:pt x="9380809" y="673016"/>
                  </a:lnTo>
                  <a:lnTo>
                    <a:pt x="9347647" y="725827"/>
                  </a:lnTo>
                  <a:lnTo>
                    <a:pt x="9310409" y="790221"/>
                  </a:lnTo>
                  <a:lnTo>
                    <a:pt x="9273983" y="858520"/>
                  </a:lnTo>
                  <a:lnTo>
                    <a:pt x="9238187" y="930803"/>
                  </a:lnTo>
                  <a:lnTo>
                    <a:pt x="9202866" y="1007108"/>
                  </a:lnTo>
                  <a:lnTo>
                    <a:pt x="9167892" y="1087427"/>
                  </a:lnTo>
                  <a:lnTo>
                    <a:pt x="9133160" y="1171699"/>
                  </a:lnTo>
                  <a:lnTo>
                    <a:pt x="9098585" y="1259814"/>
                  </a:lnTo>
                  <a:lnTo>
                    <a:pt x="9064097" y="1351604"/>
                  </a:lnTo>
                  <a:lnTo>
                    <a:pt x="9029645" y="1446844"/>
                  </a:lnTo>
                  <a:lnTo>
                    <a:pt x="8995191" y="1545255"/>
                  </a:lnTo>
                  <a:lnTo>
                    <a:pt x="8960712" y="1646502"/>
                  </a:lnTo>
                  <a:lnTo>
                    <a:pt x="8926192" y="1750196"/>
                  </a:lnTo>
                  <a:lnTo>
                    <a:pt x="8891630" y="1855907"/>
                  </a:lnTo>
                  <a:lnTo>
                    <a:pt x="8857027" y="1963163"/>
                  </a:lnTo>
                  <a:lnTo>
                    <a:pt x="8822396" y="2071462"/>
                  </a:lnTo>
                  <a:lnTo>
                    <a:pt x="8787748" y="2180280"/>
                  </a:lnTo>
                  <a:lnTo>
                    <a:pt x="8753101" y="2289085"/>
                  </a:lnTo>
                  <a:lnTo>
                    <a:pt x="8718471" y="2397343"/>
                  </a:lnTo>
                  <a:lnTo>
                    <a:pt x="8683870" y="2504531"/>
                  </a:lnTo>
                  <a:lnTo>
                    <a:pt x="8649310" y="2610150"/>
                  </a:lnTo>
                  <a:lnTo>
                    <a:pt x="8614793" y="2713729"/>
                  </a:lnTo>
                  <a:lnTo>
                    <a:pt x="8580315" y="2814839"/>
                  </a:lnTo>
                  <a:lnTo>
                    <a:pt x="8545862" y="2913095"/>
                  </a:lnTo>
                  <a:lnTo>
                    <a:pt x="8511409" y="3008164"/>
                  </a:lnTo>
                  <a:lnTo>
                    <a:pt x="8476918" y="3099770"/>
                  </a:lnTo>
                  <a:lnTo>
                    <a:pt x="8442336" y="3187691"/>
                  </a:lnTo>
                  <a:lnTo>
                    <a:pt x="8407594" y="3271763"/>
                  </a:lnTo>
                  <a:lnTo>
                    <a:pt x="8372606" y="3351876"/>
                  </a:lnTo>
                  <a:lnTo>
                    <a:pt x="8337263" y="3427974"/>
                  </a:lnTo>
                  <a:lnTo>
                    <a:pt x="8301438" y="3500052"/>
                  </a:lnTo>
                  <a:lnTo>
                    <a:pt x="8264976" y="3568148"/>
                  </a:lnTo>
                  <a:lnTo>
                    <a:pt x="8229629" y="3629139"/>
                  </a:lnTo>
                  <a:lnTo>
                    <a:pt x="8179850" y="3706823"/>
                  </a:lnTo>
                  <a:lnTo>
                    <a:pt x="8127835" y="3778038"/>
                  </a:lnTo>
                  <a:lnTo>
                    <a:pt x="8072982" y="3842991"/>
                  </a:lnTo>
                  <a:lnTo>
                    <a:pt x="8014630" y="3902094"/>
                  </a:lnTo>
                  <a:lnTo>
                    <a:pt x="7952090" y="3955851"/>
                  </a:lnTo>
                  <a:lnTo>
                    <a:pt x="7884682" y="4004789"/>
                  </a:lnTo>
                  <a:lnTo>
                    <a:pt x="7811771" y="4049411"/>
                  </a:lnTo>
                  <a:lnTo>
                    <a:pt x="7732823" y="4090169"/>
                  </a:lnTo>
                  <a:lnTo>
                    <a:pt x="7647473" y="4127446"/>
                  </a:lnTo>
                  <a:lnTo>
                    <a:pt x="7555616" y="4161547"/>
                  </a:lnTo>
                  <a:lnTo>
                    <a:pt x="7457516" y="4192694"/>
                  </a:lnTo>
                  <a:lnTo>
                    <a:pt x="7353924" y="4221026"/>
                  </a:lnTo>
                  <a:lnTo>
                    <a:pt x="7246195" y="4246605"/>
                  </a:lnTo>
                  <a:lnTo>
                    <a:pt x="7136361" y="4269427"/>
                  </a:lnTo>
                  <a:lnTo>
                    <a:pt x="7027137" y="4289447"/>
                  </a:lnTo>
                  <a:lnTo>
                    <a:pt x="6921804" y="4306608"/>
                  </a:lnTo>
                  <a:lnTo>
                    <a:pt x="6823945" y="4320877"/>
                  </a:lnTo>
                  <a:lnTo>
                    <a:pt x="6737052" y="4332287"/>
                  </a:lnTo>
                  <a:lnTo>
                    <a:pt x="6664043" y="4340967"/>
                  </a:lnTo>
                  <a:lnTo>
                    <a:pt x="6606793" y="4347158"/>
                  </a:lnTo>
                  <a:lnTo>
                    <a:pt x="6565796" y="4351204"/>
                  </a:lnTo>
                  <a:lnTo>
                    <a:pt x="6540011" y="4353534"/>
                  </a:lnTo>
                  <a:lnTo>
                    <a:pt x="6526921" y="4354621"/>
                  </a:lnTo>
                  <a:lnTo>
                    <a:pt x="6522694" y="4354944"/>
                  </a:lnTo>
                  <a:lnTo>
                    <a:pt x="6522385" y="4354966"/>
                  </a:lnTo>
                  <a:lnTo>
                    <a:pt x="5527445" y="4354966"/>
                  </a:lnTo>
                  <a:lnTo>
                    <a:pt x="5526362" y="4354918"/>
                  </a:lnTo>
                  <a:lnTo>
                    <a:pt x="5519204" y="4354575"/>
                  </a:lnTo>
                  <a:lnTo>
                    <a:pt x="5501043" y="4353628"/>
                  </a:lnTo>
                  <a:lnTo>
                    <a:pt x="5468278" y="4351761"/>
                  </a:lnTo>
                  <a:lnTo>
                    <a:pt x="5418843" y="4348674"/>
                  </a:lnTo>
                  <a:lnTo>
                    <a:pt x="5352358" y="4344108"/>
                  </a:lnTo>
                  <a:lnTo>
                    <a:pt x="5270090" y="4337866"/>
                  </a:lnTo>
                  <a:lnTo>
                    <a:pt x="5174674" y="4329829"/>
                  </a:lnTo>
                  <a:lnTo>
                    <a:pt x="5069647" y="4319947"/>
                  </a:lnTo>
                  <a:lnTo>
                    <a:pt x="4958887" y="4308224"/>
                  </a:lnTo>
                  <a:lnTo>
                    <a:pt x="4846116" y="4294693"/>
                  </a:lnTo>
                  <a:lnTo>
                    <a:pt x="4734530" y="4279392"/>
                  </a:lnTo>
                  <a:lnTo>
                    <a:pt x="4626604" y="4262333"/>
                  </a:lnTo>
                  <a:lnTo>
                    <a:pt x="4524049" y="4243493"/>
                  </a:lnTo>
                  <a:lnTo>
                    <a:pt x="4427876" y="4222798"/>
                  </a:lnTo>
                  <a:lnTo>
                    <a:pt x="4338513" y="4200117"/>
                  </a:lnTo>
                  <a:lnTo>
                    <a:pt x="4255942" y="4175266"/>
                  </a:lnTo>
                  <a:lnTo>
                    <a:pt x="4179831" y="4148006"/>
                  </a:lnTo>
                  <a:lnTo>
                    <a:pt x="4109637" y="4118049"/>
                  </a:lnTo>
                  <a:lnTo>
                    <a:pt x="4044691" y="4085072"/>
                  </a:lnTo>
                  <a:lnTo>
                    <a:pt x="3984264" y="4048730"/>
                  </a:lnTo>
                  <a:lnTo>
                    <a:pt x="3927612" y="4008687"/>
                  </a:lnTo>
                  <a:lnTo>
                    <a:pt x="3874017" y="3964664"/>
                  </a:lnTo>
                  <a:lnTo>
                    <a:pt x="3822822" y="3916510"/>
                  </a:lnTo>
                  <a:lnTo>
                    <a:pt x="3820202" y="3913880"/>
                  </a:lnTo>
                  <a:lnTo>
                    <a:pt x="3774871" y="3865804"/>
                  </a:lnTo>
                  <a:lnTo>
                    <a:pt x="3730688" y="3814176"/>
                  </a:lnTo>
                  <a:lnTo>
                    <a:pt x="3687338" y="3758924"/>
                  </a:lnTo>
                  <a:lnTo>
                    <a:pt x="3644567" y="3700033"/>
                  </a:lnTo>
                  <a:lnTo>
                    <a:pt x="3602175" y="3637556"/>
                  </a:lnTo>
                  <a:lnTo>
                    <a:pt x="3560005" y="3571617"/>
                  </a:lnTo>
                  <a:lnTo>
                    <a:pt x="3517939" y="3502413"/>
                  </a:lnTo>
                  <a:lnTo>
                    <a:pt x="3475895" y="3430218"/>
                  </a:lnTo>
                  <a:lnTo>
                    <a:pt x="3433819" y="3355384"/>
                  </a:lnTo>
                  <a:lnTo>
                    <a:pt x="3391686" y="3278329"/>
                  </a:lnTo>
                  <a:lnTo>
                    <a:pt x="3349488" y="3199535"/>
                  </a:lnTo>
                  <a:lnTo>
                    <a:pt x="3307237" y="3119534"/>
                  </a:lnTo>
                  <a:lnTo>
                    <a:pt x="3264955" y="3038893"/>
                  </a:lnTo>
                  <a:lnTo>
                    <a:pt x="3222671" y="2958200"/>
                  </a:lnTo>
                  <a:lnTo>
                    <a:pt x="3180413" y="2878043"/>
                  </a:lnTo>
                  <a:lnTo>
                    <a:pt x="3138205" y="2798994"/>
                  </a:lnTo>
                  <a:lnTo>
                    <a:pt x="3096059" y="2721592"/>
                  </a:lnTo>
                  <a:lnTo>
                    <a:pt x="3053975" y="2646330"/>
                  </a:lnTo>
                  <a:lnTo>
                    <a:pt x="3011928" y="2573639"/>
                  </a:lnTo>
                  <a:lnTo>
                    <a:pt x="2969871" y="2503880"/>
                  </a:lnTo>
                  <a:lnTo>
                    <a:pt x="2927727" y="2437343"/>
                  </a:lnTo>
                  <a:lnTo>
                    <a:pt x="2885385" y="2374239"/>
                  </a:lnTo>
                  <a:lnTo>
                    <a:pt x="2842695" y="2314704"/>
                  </a:lnTo>
                  <a:lnTo>
                    <a:pt x="2799465" y="2258803"/>
                  </a:lnTo>
                  <a:lnTo>
                    <a:pt x="2755451" y="2206534"/>
                  </a:lnTo>
                  <a:lnTo>
                    <a:pt x="2710351" y="2157834"/>
                  </a:lnTo>
                  <a:lnTo>
                    <a:pt x="2702183" y="2149533"/>
                  </a:lnTo>
                  <a:lnTo>
                    <a:pt x="2651098" y="2101162"/>
                  </a:lnTo>
                  <a:lnTo>
                    <a:pt x="2597644" y="2056926"/>
                  </a:lnTo>
                  <a:lnTo>
                    <a:pt x="2541169" y="2016681"/>
                  </a:lnTo>
                  <a:lnTo>
                    <a:pt x="2480958" y="1980154"/>
                  </a:lnTo>
                  <a:lnTo>
                    <a:pt x="2416267" y="1947009"/>
                  </a:lnTo>
                  <a:lnTo>
                    <a:pt x="2346364" y="1916903"/>
                  </a:lnTo>
                  <a:lnTo>
                    <a:pt x="2270577" y="1889509"/>
                  </a:lnTo>
                  <a:lnTo>
                    <a:pt x="2188354" y="1864539"/>
                  </a:lnTo>
                  <a:lnTo>
                    <a:pt x="2099350" y="1841750"/>
                  </a:lnTo>
                  <a:lnTo>
                    <a:pt x="2003526" y="1820954"/>
                  </a:lnTo>
                  <a:lnTo>
                    <a:pt x="1901286" y="1802020"/>
                  </a:lnTo>
                  <a:lnTo>
                    <a:pt x="1793605" y="1784869"/>
                  </a:lnTo>
                  <a:lnTo>
                    <a:pt x="1682156" y="1769475"/>
                  </a:lnTo>
                  <a:lnTo>
                    <a:pt x="1569373" y="1755852"/>
                  </a:lnTo>
                  <a:lnTo>
                    <a:pt x="1458419" y="1744033"/>
                  </a:lnTo>
                  <a:lnTo>
                    <a:pt x="1352995" y="1734054"/>
                  </a:lnTo>
                  <a:lnTo>
                    <a:pt x="1256985" y="1725921"/>
                  </a:lnTo>
                  <a:lnTo>
                    <a:pt x="1173954" y="1719588"/>
                  </a:lnTo>
                  <a:lnTo>
                    <a:pt x="1106599" y="1714939"/>
                  </a:lnTo>
                  <a:lnTo>
                    <a:pt x="1056268" y="1711780"/>
                  </a:lnTo>
                  <a:lnTo>
                    <a:pt x="1022668" y="1709856"/>
                  </a:lnTo>
                  <a:lnTo>
                    <a:pt x="1003820" y="1708869"/>
                  </a:lnTo>
                  <a:lnTo>
                    <a:pt x="996199" y="1708502"/>
                  </a:lnTo>
                  <a:lnTo>
                    <a:pt x="994940" y="1708446"/>
                  </a:lnTo>
                  <a:lnTo>
                    <a:pt x="994940" y="1708446"/>
                  </a:lnTo>
                  <a:lnTo>
                    <a:pt x="0" y="1708446"/>
                  </a:lnTo>
                  <a:lnTo>
                    <a:pt x="0" y="17084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" name="pg74"/>
            <p:cNvSpPr/>
            <p:nvPr/>
          </p:nvSpPr>
          <p:spPr>
            <a:xfrm>
              <a:off x="1199187" y="2541543"/>
              <a:ext cx="12049831" cy="3977641"/>
            </a:xfrm>
            <a:custGeom>
              <a:avLst/>
              <a:pathLst>
                <a:path w="12049831" h="3977641">
                  <a:moveTo>
                    <a:pt x="0" y="1325880"/>
                  </a:moveTo>
                  <a:lnTo>
                    <a:pt x="994940" y="1325880"/>
                  </a:lnTo>
                  <a:lnTo>
                    <a:pt x="996023" y="1325928"/>
                  </a:lnTo>
                  <a:lnTo>
                    <a:pt x="1003179" y="1326272"/>
                  </a:lnTo>
                  <a:lnTo>
                    <a:pt x="1021338" y="1327220"/>
                  </a:lnTo>
                  <a:lnTo>
                    <a:pt x="1054097" y="1329091"/>
                  </a:lnTo>
                  <a:lnTo>
                    <a:pt x="1103524" y="1332184"/>
                  </a:lnTo>
                  <a:lnTo>
                    <a:pt x="1169999" y="1336758"/>
                  </a:lnTo>
                  <a:lnTo>
                    <a:pt x="1252257" y="1343011"/>
                  </a:lnTo>
                  <a:lnTo>
                    <a:pt x="1347661" y="1351063"/>
                  </a:lnTo>
                  <a:lnTo>
                    <a:pt x="1452678" y="1360963"/>
                  </a:lnTo>
                  <a:lnTo>
                    <a:pt x="1563428" y="1372707"/>
                  </a:lnTo>
                  <a:lnTo>
                    <a:pt x="1676192" y="1386262"/>
                  </a:lnTo>
                  <a:lnTo>
                    <a:pt x="1787773" y="1401592"/>
                  </a:lnTo>
                  <a:lnTo>
                    <a:pt x="1895696" y="1418682"/>
                  </a:lnTo>
                  <a:lnTo>
                    <a:pt x="1998249" y="1437557"/>
                  </a:lnTo>
                  <a:lnTo>
                    <a:pt x="2094422" y="1458290"/>
                  </a:lnTo>
                  <a:lnTo>
                    <a:pt x="2183787" y="1481012"/>
                  </a:lnTo>
                  <a:lnTo>
                    <a:pt x="2266359" y="1505909"/>
                  </a:lnTo>
                  <a:lnTo>
                    <a:pt x="2342472" y="1533218"/>
                  </a:lnTo>
                  <a:lnTo>
                    <a:pt x="2412669" y="1563229"/>
                  </a:lnTo>
                  <a:lnTo>
                    <a:pt x="2477617" y="1596266"/>
                  </a:lnTo>
                  <a:lnTo>
                    <a:pt x="2538045" y="1632673"/>
                  </a:lnTo>
                  <a:lnTo>
                    <a:pt x="2594698" y="1672787"/>
                  </a:lnTo>
                  <a:lnTo>
                    <a:pt x="2648293" y="1716889"/>
                  </a:lnTo>
                  <a:lnTo>
                    <a:pt x="2699488" y="1765130"/>
                  </a:lnTo>
                  <a:lnTo>
                    <a:pt x="2702183" y="1767840"/>
                  </a:lnTo>
                  <a:lnTo>
                    <a:pt x="2747483" y="1815975"/>
                  </a:lnTo>
                  <a:lnTo>
                    <a:pt x="2791635" y="1867665"/>
                  </a:lnTo>
                  <a:lnTo>
                    <a:pt x="2834956" y="1922982"/>
                  </a:lnTo>
                  <a:lnTo>
                    <a:pt x="2877698" y="1981939"/>
                  </a:lnTo>
                  <a:lnTo>
                    <a:pt x="2920061" y="2044484"/>
                  </a:lnTo>
                  <a:lnTo>
                    <a:pt x="2962202" y="2110494"/>
                  </a:lnTo>
                  <a:lnTo>
                    <a:pt x="3004238" y="2179772"/>
                  </a:lnTo>
                  <a:lnTo>
                    <a:pt x="3046253" y="2252043"/>
                  </a:lnTo>
                  <a:lnTo>
                    <a:pt x="3088298" y="2326958"/>
                  </a:lnTo>
                  <a:lnTo>
                    <a:pt x="3130402" y="2404097"/>
                  </a:lnTo>
                  <a:lnTo>
                    <a:pt x="3172569" y="2482981"/>
                  </a:lnTo>
                  <a:lnTo>
                    <a:pt x="3214790" y="2563076"/>
                  </a:lnTo>
                  <a:lnTo>
                    <a:pt x="3257041" y="2643817"/>
                  </a:lnTo>
                  <a:lnTo>
                    <a:pt x="3299296" y="2724615"/>
                  </a:lnTo>
                  <a:lnTo>
                    <a:pt x="3341525" y="2804883"/>
                  </a:lnTo>
                  <a:lnTo>
                    <a:pt x="3383704" y="2884047"/>
                  </a:lnTo>
                  <a:lnTo>
                    <a:pt x="3425820" y="2961569"/>
                  </a:lnTo>
                  <a:lnTo>
                    <a:pt x="3467876" y="3036957"/>
                  </a:lnTo>
                  <a:lnTo>
                    <a:pt x="3509893" y="3109777"/>
                  </a:lnTo>
                  <a:lnTo>
                    <a:pt x="3551920" y="3179667"/>
                  </a:lnTo>
                  <a:lnTo>
                    <a:pt x="3594032" y="3246337"/>
                  </a:lnTo>
                  <a:lnTo>
                    <a:pt x="3636341" y="3309575"/>
                  </a:lnTo>
                  <a:lnTo>
                    <a:pt x="3678993" y="3369243"/>
                  </a:lnTo>
                  <a:lnTo>
                    <a:pt x="3722182" y="3425276"/>
                  </a:lnTo>
                  <a:lnTo>
                    <a:pt x="3766149" y="3477674"/>
                  </a:lnTo>
                  <a:lnTo>
                    <a:pt x="3811194" y="3526499"/>
                  </a:lnTo>
                  <a:lnTo>
                    <a:pt x="3820202" y="3535681"/>
                  </a:lnTo>
                  <a:lnTo>
                    <a:pt x="3871284" y="3584144"/>
                  </a:lnTo>
                  <a:lnTo>
                    <a:pt x="3924735" y="3628466"/>
                  </a:lnTo>
                  <a:lnTo>
                    <a:pt x="3981205" y="3668788"/>
                  </a:lnTo>
                  <a:lnTo>
                    <a:pt x="4041412" y="3705387"/>
                  </a:lnTo>
                  <a:lnTo>
                    <a:pt x="4106097" y="3738595"/>
                  </a:lnTo>
                  <a:lnTo>
                    <a:pt x="4175994" y="3768760"/>
                  </a:lnTo>
                  <a:lnTo>
                    <a:pt x="4251774" y="3796208"/>
                  </a:lnTo>
                  <a:lnTo>
                    <a:pt x="4333988" y="3821227"/>
                  </a:lnTo>
                  <a:lnTo>
                    <a:pt x="4422984" y="3844061"/>
                  </a:lnTo>
                  <a:lnTo>
                    <a:pt x="4518797" y="3864898"/>
                  </a:lnTo>
                  <a:lnTo>
                    <a:pt x="4621027" y="3883870"/>
                  </a:lnTo>
                  <a:lnTo>
                    <a:pt x="4728698" y="3901055"/>
                  </a:lnTo>
                  <a:lnTo>
                    <a:pt x="4840139" y="3916479"/>
                  </a:lnTo>
                  <a:lnTo>
                    <a:pt x="4952914" y="3930130"/>
                  </a:lnTo>
                  <a:lnTo>
                    <a:pt x="5063865" y="3941973"/>
                  </a:lnTo>
                  <a:lnTo>
                    <a:pt x="5169289" y="3951973"/>
                  </a:lnTo>
                  <a:lnTo>
                    <a:pt x="5265305" y="3960123"/>
                  </a:lnTo>
                  <a:lnTo>
                    <a:pt x="5348347" y="3966470"/>
                  </a:lnTo>
                  <a:lnTo>
                    <a:pt x="5415717" y="3971131"/>
                  </a:lnTo>
                  <a:lnTo>
                    <a:pt x="5466066" y="3974297"/>
                  </a:lnTo>
                  <a:lnTo>
                    <a:pt x="5499683" y="3976226"/>
                  </a:lnTo>
                  <a:lnTo>
                    <a:pt x="5518548" y="3977216"/>
                  </a:lnTo>
                  <a:lnTo>
                    <a:pt x="5526181" y="3977584"/>
                  </a:lnTo>
                  <a:lnTo>
                    <a:pt x="5527445" y="3977641"/>
                  </a:lnTo>
                  <a:lnTo>
                    <a:pt x="6522385" y="3977641"/>
                  </a:lnTo>
                  <a:lnTo>
                    <a:pt x="6523410" y="3977572"/>
                  </a:lnTo>
                  <a:lnTo>
                    <a:pt x="6530188" y="3977086"/>
                  </a:lnTo>
                  <a:lnTo>
                    <a:pt x="6547410" y="3975744"/>
                  </a:lnTo>
                  <a:lnTo>
                    <a:pt x="6578542" y="3973098"/>
                  </a:lnTo>
                  <a:lnTo>
                    <a:pt x="6625638" y="3968718"/>
                  </a:lnTo>
                  <a:lnTo>
                    <a:pt x="6689193" y="3962231"/>
                  </a:lnTo>
                  <a:lnTo>
                    <a:pt x="6768160" y="3953350"/>
                  </a:lnTo>
                  <a:lnTo>
                    <a:pt x="6860183" y="3941889"/>
                  </a:lnTo>
                  <a:lnTo>
                    <a:pt x="6962007" y="3927766"/>
                  </a:lnTo>
                  <a:lnTo>
                    <a:pt x="7069980" y="3910978"/>
                  </a:lnTo>
                  <a:lnTo>
                    <a:pt x="7180528" y="3891566"/>
                  </a:lnTo>
                  <a:lnTo>
                    <a:pt x="7290512" y="3869586"/>
                  </a:lnTo>
                  <a:lnTo>
                    <a:pt x="7397440" y="3845065"/>
                  </a:lnTo>
                  <a:lnTo>
                    <a:pt x="7499529" y="3817985"/>
                  </a:lnTo>
                  <a:lnTo>
                    <a:pt x="7595665" y="3788258"/>
                  </a:lnTo>
                  <a:lnTo>
                    <a:pt x="7685310" y="3755723"/>
                  </a:lnTo>
                  <a:lnTo>
                    <a:pt x="7768370" y="3720140"/>
                  </a:lnTo>
                  <a:lnTo>
                    <a:pt x="7845080" y="3681192"/>
                  </a:lnTo>
                  <a:lnTo>
                    <a:pt x="7915900" y="3638494"/>
                  </a:lnTo>
                  <a:lnTo>
                    <a:pt x="7981427" y="3591601"/>
                  </a:lnTo>
                  <a:lnTo>
                    <a:pt x="8042337" y="3540032"/>
                  </a:lnTo>
                  <a:lnTo>
                    <a:pt x="8099330" y="3483299"/>
                  </a:lnTo>
                  <a:lnTo>
                    <a:pt x="8153101" y="3420964"/>
                  </a:lnTo>
                  <a:lnTo>
                    <a:pt x="8204299" y="3352719"/>
                  </a:lnTo>
                  <a:lnTo>
                    <a:pt x="8229629" y="3315574"/>
                  </a:lnTo>
                  <a:lnTo>
                    <a:pt x="8268351" y="3254394"/>
                  </a:lnTo>
                  <a:lnTo>
                    <a:pt x="8306202" y="3189355"/>
                  </a:lnTo>
                  <a:lnTo>
                    <a:pt x="8343386" y="3120378"/>
                  </a:lnTo>
                  <a:lnTo>
                    <a:pt x="8380073" y="3047430"/>
                  </a:lnTo>
                  <a:lnTo>
                    <a:pt x="8416405" y="2970527"/>
                  </a:lnTo>
                  <a:lnTo>
                    <a:pt x="8452494" y="2889738"/>
                  </a:lnTo>
                  <a:lnTo>
                    <a:pt x="8488435" y="2805191"/>
                  </a:lnTo>
                  <a:lnTo>
                    <a:pt x="8524297" y="2717073"/>
                  </a:lnTo>
                  <a:lnTo>
                    <a:pt x="8560136" y="2625632"/>
                  </a:lnTo>
                  <a:lnTo>
                    <a:pt x="8595987" y="2531175"/>
                  </a:lnTo>
                  <a:lnTo>
                    <a:pt x="8631874" y="2434068"/>
                  </a:lnTo>
                  <a:lnTo>
                    <a:pt x="8667806" y="2334729"/>
                  </a:lnTo>
                  <a:lnTo>
                    <a:pt x="8703785" y="2233620"/>
                  </a:lnTo>
                  <a:lnTo>
                    <a:pt x="8739801" y="2131243"/>
                  </a:lnTo>
                  <a:lnTo>
                    <a:pt x="8775841" y="2028125"/>
                  </a:lnTo>
                  <a:lnTo>
                    <a:pt x="8811887" y="1924813"/>
                  </a:lnTo>
                  <a:lnTo>
                    <a:pt x="8847921" y="1821855"/>
                  </a:lnTo>
                  <a:lnTo>
                    <a:pt x="8883928" y="1719792"/>
                  </a:lnTo>
                  <a:lnTo>
                    <a:pt x="8919893" y="1619146"/>
                  </a:lnTo>
                  <a:lnTo>
                    <a:pt x="8955812" y="1520408"/>
                  </a:lnTo>
                  <a:lnTo>
                    <a:pt x="8991687" y="1424029"/>
                  </a:lnTo>
                  <a:lnTo>
                    <a:pt x="9027532" y="1330412"/>
                  </a:lnTo>
                  <a:lnTo>
                    <a:pt x="9063373" y="1239905"/>
                  </a:lnTo>
                  <a:lnTo>
                    <a:pt x="9099252" y="1152800"/>
                  </a:lnTo>
                  <a:lnTo>
                    <a:pt x="9135227" y="1069326"/>
                  </a:lnTo>
                  <a:lnTo>
                    <a:pt x="9171376" y="989653"/>
                  </a:lnTo>
                  <a:lnTo>
                    <a:pt x="9207798" y="913891"/>
                  </a:lnTo>
                  <a:lnTo>
                    <a:pt x="9244614" y="842095"/>
                  </a:lnTo>
                  <a:lnTo>
                    <a:pt x="9281972" y="774265"/>
                  </a:lnTo>
                  <a:lnTo>
                    <a:pt x="9320053" y="710355"/>
                  </a:lnTo>
                  <a:lnTo>
                    <a:pt x="9347647" y="667307"/>
                  </a:lnTo>
                  <a:lnTo>
                    <a:pt x="9397758" y="596003"/>
                  </a:lnTo>
                  <a:lnTo>
                    <a:pt x="9450139" y="530677"/>
                  </a:lnTo>
                  <a:lnTo>
                    <a:pt x="9505402" y="471134"/>
                  </a:lnTo>
                  <a:lnTo>
                    <a:pt x="9564225" y="416988"/>
                  </a:lnTo>
                  <a:lnTo>
                    <a:pt x="9627308" y="367770"/>
                  </a:lnTo>
                  <a:lnTo>
                    <a:pt x="9695345" y="322989"/>
                  </a:lnTo>
                  <a:lnTo>
                    <a:pt x="9768981" y="282179"/>
                  </a:lnTo>
                  <a:lnTo>
                    <a:pt x="9848754" y="244923"/>
                  </a:lnTo>
                  <a:lnTo>
                    <a:pt x="9935026" y="210867"/>
                  </a:lnTo>
                  <a:lnTo>
                    <a:pt x="10027885" y="179731"/>
                  </a:lnTo>
                  <a:lnTo>
                    <a:pt x="10127035" y="151316"/>
                  </a:lnTo>
                  <a:lnTo>
                    <a:pt x="10231672" y="125495"/>
                  </a:lnTo>
                  <a:lnTo>
                    <a:pt x="10340363" y="102217"/>
                  </a:lnTo>
                  <a:lnTo>
                    <a:pt x="10450978" y="81488"/>
                  </a:lnTo>
                  <a:lnTo>
                    <a:pt x="10560691" y="63353"/>
                  </a:lnTo>
                  <a:lnTo>
                    <a:pt x="10666115" y="47866"/>
                  </a:lnTo>
                  <a:lnTo>
                    <a:pt x="10763584" y="35051"/>
                  </a:lnTo>
                  <a:lnTo>
                    <a:pt x="10849578" y="24870"/>
                  </a:lnTo>
                  <a:lnTo>
                    <a:pt x="10921222" y="17191"/>
                  </a:lnTo>
                  <a:lnTo>
                    <a:pt x="10976757" y="11777"/>
                  </a:lnTo>
                  <a:lnTo>
                    <a:pt x="11015878" y="8297"/>
                  </a:lnTo>
                  <a:lnTo>
                    <a:pt x="11039851" y="6344"/>
                  </a:lnTo>
                  <a:lnTo>
                    <a:pt x="11051447" y="5477"/>
                  </a:lnTo>
                  <a:lnTo>
                    <a:pt x="11054751" y="524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66" y="68"/>
                  </a:lnTo>
                  <a:lnTo>
                    <a:pt x="11047089" y="554"/>
                  </a:lnTo>
                  <a:lnTo>
                    <a:pt x="11029867" y="1896"/>
                  </a:lnTo>
                  <a:lnTo>
                    <a:pt x="10998734" y="4543"/>
                  </a:lnTo>
                  <a:lnTo>
                    <a:pt x="10951638" y="8922"/>
                  </a:lnTo>
                  <a:lnTo>
                    <a:pt x="10888083" y="15409"/>
                  </a:lnTo>
                  <a:lnTo>
                    <a:pt x="10809116" y="24290"/>
                  </a:lnTo>
                  <a:lnTo>
                    <a:pt x="10717093" y="35751"/>
                  </a:lnTo>
                  <a:lnTo>
                    <a:pt x="10615270" y="49874"/>
                  </a:lnTo>
                  <a:lnTo>
                    <a:pt x="10507297" y="66663"/>
                  </a:lnTo>
                  <a:lnTo>
                    <a:pt x="10396749" y="86074"/>
                  </a:lnTo>
                  <a:lnTo>
                    <a:pt x="10286764" y="108055"/>
                  </a:lnTo>
                  <a:lnTo>
                    <a:pt x="10179836" y="132575"/>
                  </a:lnTo>
                  <a:lnTo>
                    <a:pt x="10077748" y="159656"/>
                  </a:lnTo>
                  <a:lnTo>
                    <a:pt x="9981611" y="189383"/>
                  </a:lnTo>
                  <a:lnTo>
                    <a:pt x="9891967" y="221918"/>
                  </a:lnTo>
                  <a:lnTo>
                    <a:pt x="9808907" y="257501"/>
                  </a:lnTo>
                  <a:lnTo>
                    <a:pt x="9732196" y="296448"/>
                  </a:lnTo>
                  <a:lnTo>
                    <a:pt x="9661376" y="339146"/>
                  </a:lnTo>
                  <a:lnTo>
                    <a:pt x="9595849" y="386039"/>
                  </a:lnTo>
                  <a:lnTo>
                    <a:pt x="9534940" y="437608"/>
                  </a:lnTo>
                  <a:lnTo>
                    <a:pt x="9477947" y="494341"/>
                  </a:lnTo>
                  <a:lnTo>
                    <a:pt x="9424176" y="556676"/>
                  </a:lnTo>
                  <a:lnTo>
                    <a:pt x="9372978" y="624921"/>
                  </a:lnTo>
                  <a:lnTo>
                    <a:pt x="9347647" y="662066"/>
                  </a:lnTo>
                  <a:lnTo>
                    <a:pt x="9308926" y="723246"/>
                  </a:lnTo>
                  <a:lnTo>
                    <a:pt x="9271075" y="788285"/>
                  </a:lnTo>
                  <a:lnTo>
                    <a:pt x="9233891" y="857262"/>
                  </a:lnTo>
                  <a:lnTo>
                    <a:pt x="9197203" y="930210"/>
                  </a:lnTo>
                  <a:lnTo>
                    <a:pt x="9160872" y="1007114"/>
                  </a:lnTo>
                  <a:lnTo>
                    <a:pt x="9124782" y="1087903"/>
                  </a:lnTo>
                  <a:lnTo>
                    <a:pt x="9088842" y="1172450"/>
                  </a:lnTo>
                  <a:lnTo>
                    <a:pt x="9052979" y="1260568"/>
                  </a:lnTo>
                  <a:lnTo>
                    <a:pt x="9017141" y="1352009"/>
                  </a:lnTo>
                  <a:lnTo>
                    <a:pt x="8981290" y="1446465"/>
                  </a:lnTo>
                  <a:lnTo>
                    <a:pt x="8945403" y="1543572"/>
                  </a:lnTo>
                  <a:lnTo>
                    <a:pt x="8909470" y="1642912"/>
                  </a:lnTo>
                  <a:lnTo>
                    <a:pt x="8873492" y="1744021"/>
                  </a:lnTo>
                  <a:lnTo>
                    <a:pt x="8837476" y="1846398"/>
                  </a:lnTo>
                  <a:lnTo>
                    <a:pt x="8801436" y="1949515"/>
                  </a:lnTo>
                  <a:lnTo>
                    <a:pt x="8765390" y="2052827"/>
                  </a:lnTo>
                  <a:lnTo>
                    <a:pt x="8729355" y="2155785"/>
                  </a:lnTo>
                  <a:lnTo>
                    <a:pt x="8693349" y="2257848"/>
                  </a:lnTo>
                  <a:lnTo>
                    <a:pt x="8657383" y="2358494"/>
                  </a:lnTo>
                  <a:lnTo>
                    <a:pt x="8621464" y="2457232"/>
                  </a:lnTo>
                  <a:lnTo>
                    <a:pt x="8585589" y="2553611"/>
                  </a:lnTo>
                  <a:lnTo>
                    <a:pt x="8549745" y="2647228"/>
                  </a:lnTo>
                  <a:lnTo>
                    <a:pt x="8513904" y="2737735"/>
                  </a:lnTo>
                  <a:lnTo>
                    <a:pt x="8478025" y="2824840"/>
                  </a:lnTo>
                  <a:lnTo>
                    <a:pt x="8442049" y="2908314"/>
                  </a:lnTo>
                  <a:lnTo>
                    <a:pt x="8405900" y="2987987"/>
                  </a:lnTo>
                  <a:lnTo>
                    <a:pt x="8369479" y="3063749"/>
                  </a:lnTo>
                  <a:lnTo>
                    <a:pt x="8332663" y="3135545"/>
                  </a:lnTo>
                  <a:lnTo>
                    <a:pt x="8295304" y="3203375"/>
                  </a:lnTo>
                  <a:lnTo>
                    <a:pt x="8257223" y="3267285"/>
                  </a:lnTo>
                  <a:lnTo>
                    <a:pt x="8229629" y="3310333"/>
                  </a:lnTo>
                  <a:lnTo>
                    <a:pt x="8179518" y="3381637"/>
                  </a:lnTo>
                  <a:lnTo>
                    <a:pt x="8127138" y="3446963"/>
                  </a:lnTo>
                  <a:lnTo>
                    <a:pt x="8071874" y="3506507"/>
                  </a:lnTo>
                  <a:lnTo>
                    <a:pt x="8013052" y="3560652"/>
                  </a:lnTo>
                  <a:lnTo>
                    <a:pt x="7949969" y="3609870"/>
                  </a:lnTo>
                  <a:lnTo>
                    <a:pt x="7881931" y="3654651"/>
                  </a:lnTo>
                  <a:lnTo>
                    <a:pt x="7808295" y="3695461"/>
                  </a:lnTo>
                  <a:lnTo>
                    <a:pt x="7728522" y="3732718"/>
                  </a:lnTo>
                  <a:lnTo>
                    <a:pt x="7642251" y="3766774"/>
                  </a:lnTo>
                  <a:lnTo>
                    <a:pt x="7549392" y="3797909"/>
                  </a:lnTo>
                  <a:lnTo>
                    <a:pt x="7450241" y="3826325"/>
                  </a:lnTo>
                  <a:lnTo>
                    <a:pt x="7345605" y="3852146"/>
                  </a:lnTo>
                  <a:lnTo>
                    <a:pt x="7236914" y="3875424"/>
                  </a:lnTo>
                  <a:lnTo>
                    <a:pt x="7126298" y="3896152"/>
                  </a:lnTo>
                  <a:lnTo>
                    <a:pt x="7016585" y="3914287"/>
                  </a:lnTo>
                  <a:lnTo>
                    <a:pt x="6911161" y="3929774"/>
                  </a:lnTo>
                  <a:lnTo>
                    <a:pt x="6813692" y="3942589"/>
                  </a:lnTo>
                  <a:lnTo>
                    <a:pt x="6727698" y="3952770"/>
                  </a:lnTo>
                  <a:lnTo>
                    <a:pt x="6656055" y="3960450"/>
                  </a:lnTo>
                  <a:lnTo>
                    <a:pt x="6600519" y="3965863"/>
                  </a:lnTo>
                  <a:lnTo>
                    <a:pt x="6561399" y="3969343"/>
                  </a:lnTo>
                  <a:lnTo>
                    <a:pt x="6537425" y="3971296"/>
                  </a:lnTo>
                  <a:lnTo>
                    <a:pt x="6525829" y="3972163"/>
                  </a:lnTo>
                  <a:lnTo>
                    <a:pt x="6522525" y="3972391"/>
                  </a:lnTo>
                  <a:lnTo>
                    <a:pt x="6522385" y="3972400"/>
                  </a:lnTo>
                  <a:lnTo>
                    <a:pt x="5527445" y="3972400"/>
                  </a:lnTo>
                  <a:lnTo>
                    <a:pt x="5526362" y="3972352"/>
                  </a:lnTo>
                  <a:lnTo>
                    <a:pt x="5519206" y="3972008"/>
                  </a:lnTo>
                  <a:lnTo>
                    <a:pt x="5501047" y="3971060"/>
                  </a:lnTo>
                  <a:lnTo>
                    <a:pt x="5468288" y="3969189"/>
                  </a:lnTo>
                  <a:lnTo>
                    <a:pt x="5418861" y="3966097"/>
                  </a:lnTo>
                  <a:lnTo>
                    <a:pt x="5352386" y="3961522"/>
                  </a:lnTo>
                  <a:lnTo>
                    <a:pt x="5270128" y="3955269"/>
                  </a:lnTo>
                  <a:lnTo>
                    <a:pt x="5174724" y="3947217"/>
                  </a:lnTo>
                  <a:lnTo>
                    <a:pt x="5069707" y="3937317"/>
                  </a:lnTo>
                  <a:lnTo>
                    <a:pt x="4958957" y="3925573"/>
                  </a:lnTo>
                  <a:lnTo>
                    <a:pt x="4846193" y="3912018"/>
                  </a:lnTo>
                  <a:lnTo>
                    <a:pt x="4734612" y="3896688"/>
                  </a:lnTo>
                  <a:lnTo>
                    <a:pt x="4626689" y="3879598"/>
                  </a:lnTo>
                  <a:lnTo>
                    <a:pt x="4524136" y="3860723"/>
                  </a:lnTo>
                  <a:lnTo>
                    <a:pt x="4427963" y="3839990"/>
                  </a:lnTo>
                  <a:lnTo>
                    <a:pt x="4338598" y="3817268"/>
                  </a:lnTo>
                  <a:lnTo>
                    <a:pt x="4256026" y="3792371"/>
                  </a:lnTo>
                  <a:lnTo>
                    <a:pt x="4179913" y="3765062"/>
                  </a:lnTo>
                  <a:lnTo>
                    <a:pt x="4109716" y="3735051"/>
                  </a:lnTo>
                  <a:lnTo>
                    <a:pt x="4044768" y="3702014"/>
                  </a:lnTo>
                  <a:lnTo>
                    <a:pt x="3984340" y="3665607"/>
                  </a:lnTo>
                  <a:lnTo>
                    <a:pt x="3927687" y="3625493"/>
                  </a:lnTo>
                  <a:lnTo>
                    <a:pt x="3874092" y="3581391"/>
                  </a:lnTo>
                  <a:lnTo>
                    <a:pt x="3822897" y="3533150"/>
                  </a:lnTo>
                  <a:lnTo>
                    <a:pt x="3820202" y="3530440"/>
                  </a:lnTo>
                  <a:lnTo>
                    <a:pt x="3774902" y="3482305"/>
                  </a:lnTo>
                  <a:lnTo>
                    <a:pt x="3730750" y="3430615"/>
                  </a:lnTo>
                  <a:lnTo>
                    <a:pt x="3687429" y="3375298"/>
                  </a:lnTo>
                  <a:lnTo>
                    <a:pt x="3644687" y="3316341"/>
                  </a:lnTo>
                  <a:lnTo>
                    <a:pt x="3602324" y="3253796"/>
                  </a:lnTo>
                  <a:lnTo>
                    <a:pt x="3560183" y="3187786"/>
                  </a:lnTo>
                  <a:lnTo>
                    <a:pt x="3518147" y="3118508"/>
                  </a:lnTo>
                  <a:lnTo>
                    <a:pt x="3476132" y="3046237"/>
                  </a:lnTo>
                  <a:lnTo>
                    <a:pt x="3434087" y="2971322"/>
                  </a:lnTo>
                  <a:lnTo>
                    <a:pt x="3391983" y="2894183"/>
                  </a:lnTo>
                  <a:lnTo>
                    <a:pt x="3349816" y="2815299"/>
                  </a:lnTo>
                  <a:lnTo>
                    <a:pt x="3307595" y="2735204"/>
                  </a:lnTo>
                  <a:lnTo>
                    <a:pt x="3265344" y="2654464"/>
                  </a:lnTo>
                  <a:lnTo>
                    <a:pt x="3223089" y="2573665"/>
                  </a:lnTo>
                  <a:lnTo>
                    <a:pt x="3180860" y="2493397"/>
                  </a:lnTo>
                  <a:lnTo>
                    <a:pt x="3138681" y="2414233"/>
                  </a:lnTo>
                  <a:lnTo>
                    <a:pt x="3096565" y="2336711"/>
                  </a:lnTo>
                  <a:lnTo>
                    <a:pt x="3054509" y="2261323"/>
                  </a:lnTo>
                  <a:lnTo>
                    <a:pt x="3012492" y="2188503"/>
                  </a:lnTo>
                  <a:lnTo>
                    <a:pt x="2970465" y="2118613"/>
                  </a:lnTo>
                  <a:lnTo>
                    <a:pt x="2928353" y="2051943"/>
                  </a:lnTo>
                  <a:lnTo>
                    <a:pt x="2886044" y="1988705"/>
                  </a:lnTo>
                  <a:lnTo>
                    <a:pt x="2843392" y="1929037"/>
                  </a:lnTo>
                  <a:lnTo>
                    <a:pt x="2800203" y="1873005"/>
                  </a:lnTo>
                  <a:lnTo>
                    <a:pt x="2756236" y="1820606"/>
                  </a:lnTo>
                  <a:lnTo>
                    <a:pt x="2711191" y="1771781"/>
                  </a:lnTo>
                  <a:lnTo>
                    <a:pt x="2702183" y="1762599"/>
                  </a:lnTo>
                  <a:lnTo>
                    <a:pt x="2651101" y="1714136"/>
                  </a:lnTo>
                  <a:lnTo>
                    <a:pt x="2597650" y="1669814"/>
                  </a:lnTo>
                  <a:lnTo>
                    <a:pt x="2541180" y="1629492"/>
                  </a:lnTo>
                  <a:lnTo>
                    <a:pt x="2480973" y="1592894"/>
                  </a:lnTo>
                  <a:lnTo>
                    <a:pt x="2416288" y="1559685"/>
                  </a:lnTo>
                  <a:lnTo>
                    <a:pt x="2346391" y="1529520"/>
                  </a:lnTo>
                  <a:lnTo>
                    <a:pt x="2270611" y="1502072"/>
                  </a:lnTo>
                  <a:lnTo>
                    <a:pt x="2188397" y="1477053"/>
                  </a:lnTo>
                  <a:lnTo>
                    <a:pt x="2099401" y="1454219"/>
                  </a:lnTo>
                  <a:lnTo>
                    <a:pt x="2003588" y="1433382"/>
                  </a:lnTo>
                  <a:lnTo>
                    <a:pt x="1901358" y="1414410"/>
                  </a:lnTo>
                  <a:lnTo>
                    <a:pt x="1793687" y="1397225"/>
                  </a:lnTo>
                  <a:lnTo>
                    <a:pt x="1682246" y="1381801"/>
                  </a:lnTo>
                  <a:lnTo>
                    <a:pt x="1569471" y="1368150"/>
                  </a:lnTo>
                  <a:lnTo>
                    <a:pt x="1458520" y="1356307"/>
                  </a:lnTo>
                  <a:lnTo>
                    <a:pt x="1353096" y="1346307"/>
                  </a:lnTo>
                  <a:lnTo>
                    <a:pt x="1257080" y="1338157"/>
                  </a:lnTo>
                  <a:lnTo>
                    <a:pt x="1174038" y="1331810"/>
                  </a:lnTo>
                  <a:lnTo>
                    <a:pt x="1106668" y="1327149"/>
                  </a:lnTo>
                  <a:lnTo>
                    <a:pt x="1056319" y="1323983"/>
                  </a:lnTo>
                  <a:lnTo>
                    <a:pt x="1022702" y="1322054"/>
                  </a:lnTo>
                  <a:lnTo>
                    <a:pt x="1003837" y="1321064"/>
                  </a:lnTo>
                  <a:lnTo>
                    <a:pt x="996204" y="1320696"/>
                  </a:lnTo>
                  <a:lnTo>
                    <a:pt x="994940" y="1320639"/>
                  </a:lnTo>
                  <a:lnTo>
                    <a:pt x="0" y="1320639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6" name="pl75"/>
            <p:cNvSpPr/>
            <p:nvPr/>
          </p:nvSpPr>
          <p:spPr>
            <a:xfrm>
              <a:off x="1199187" y="2546783"/>
              <a:ext cx="12049831" cy="3972400"/>
            </a:xfrm>
            <a:custGeom>
              <a:avLst/>
              <a:pathLst>
                <a:path w="12049831" h="3972400">
                  <a:moveTo>
                    <a:pt x="0" y="1320639"/>
                  </a:moveTo>
                  <a:lnTo>
                    <a:pt x="994940" y="1320639"/>
                  </a:lnTo>
                  <a:lnTo>
                    <a:pt x="996023" y="1320688"/>
                  </a:lnTo>
                  <a:lnTo>
                    <a:pt x="1003179" y="1321031"/>
                  </a:lnTo>
                  <a:lnTo>
                    <a:pt x="1021338" y="1321980"/>
                  </a:lnTo>
                  <a:lnTo>
                    <a:pt x="1054097" y="1323850"/>
                  </a:lnTo>
                  <a:lnTo>
                    <a:pt x="1103524" y="1326943"/>
                  </a:lnTo>
                  <a:lnTo>
                    <a:pt x="1169999" y="1331518"/>
                  </a:lnTo>
                  <a:lnTo>
                    <a:pt x="1252257" y="1337770"/>
                  </a:lnTo>
                  <a:lnTo>
                    <a:pt x="1347661" y="1345822"/>
                  </a:lnTo>
                  <a:lnTo>
                    <a:pt x="1452678" y="1355722"/>
                  </a:lnTo>
                  <a:lnTo>
                    <a:pt x="1563428" y="1367467"/>
                  </a:lnTo>
                  <a:lnTo>
                    <a:pt x="1676192" y="1381022"/>
                  </a:lnTo>
                  <a:lnTo>
                    <a:pt x="1787773" y="1396351"/>
                  </a:lnTo>
                  <a:lnTo>
                    <a:pt x="1895696" y="1413441"/>
                  </a:lnTo>
                  <a:lnTo>
                    <a:pt x="1998249" y="1432316"/>
                  </a:lnTo>
                  <a:lnTo>
                    <a:pt x="2094422" y="1453050"/>
                  </a:lnTo>
                  <a:lnTo>
                    <a:pt x="2183787" y="1475772"/>
                  </a:lnTo>
                  <a:lnTo>
                    <a:pt x="2266359" y="1500668"/>
                  </a:lnTo>
                  <a:lnTo>
                    <a:pt x="2342472" y="1527978"/>
                  </a:lnTo>
                  <a:lnTo>
                    <a:pt x="2412669" y="1557989"/>
                  </a:lnTo>
                  <a:lnTo>
                    <a:pt x="2477617" y="1591025"/>
                  </a:lnTo>
                  <a:lnTo>
                    <a:pt x="2538045" y="1627433"/>
                  </a:lnTo>
                  <a:lnTo>
                    <a:pt x="2594698" y="1667547"/>
                  </a:lnTo>
                  <a:lnTo>
                    <a:pt x="2648293" y="1711648"/>
                  </a:lnTo>
                  <a:lnTo>
                    <a:pt x="2699488" y="1759889"/>
                  </a:lnTo>
                  <a:lnTo>
                    <a:pt x="2702183" y="1762599"/>
                  </a:lnTo>
                  <a:lnTo>
                    <a:pt x="2747483" y="1810735"/>
                  </a:lnTo>
                  <a:lnTo>
                    <a:pt x="2791635" y="1862425"/>
                  </a:lnTo>
                  <a:lnTo>
                    <a:pt x="2834956" y="1917741"/>
                  </a:lnTo>
                  <a:lnTo>
                    <a:pt x="2877698" y="1976698"/>
                  </a:lnTo>
                  <a:lnTo>
                    <a:pt x="2920061" y="2039243"/>
                  </a:lnTo>
                  <a:lnTo>
                    <a:pt x="2962202" y="2105253"/>
                  </a:lnTo>
                  <a:lnTo>
                    <a:pt x="3004238" y="2174531"/>
                  </a:lnTo>
                  <a:lnTo>
                    <a:pt x="3046253" y="2246802"/>
                  </a:lnTo>
                  <a:lnTo>
                    <a:pt x="3088298" y="2321717"/>
                  </a:lnTo>
                  <a:lnTo>
                    <a:pt x="3130402" y="2398857"/>
                  </a:lnTo>
                  <a:lnTo>
                    <a:pt x="3172569" y="2477740"/>
                  </a:lnTo>
                  <a:lnTo>
                    <a:pt x="3214790" y="2557836"/>
                  </a:lnTo>
                  <a:lnTo>
                    <a:pt x="3257041" y="2638576"/>
                  </a:lnTo>
                  <a:lnTo>
                    <a:pt x="3299296" y="2719374"/>
                  </a:lnTo>
                  <a:lnTo>
                    <a:pt x="3341525" y="2799642"/>
                  </a:lnTo>
                  <a:lnTo>
                    <a:pt x="3383704" y="2878807"/>
                  </a:lnTo>
                  <a:lnTo>
                    <a:pt x="3425820" y="2956329"/>
                  </a:lnTo>
                  <a:lnTo>
                    <a:pt x="3467876" y="3031716"/>
                  </a:lnTo>
                  <a:lnTo>
                    <a:pt x="3509893" y="3104536"/>
                  </a:lnTo>
                  <a:lnTo>
                    <a:pt x="3551920" y="3174426"/>
                  </a:lnTo>
                  <a:lnTo>
                    <a:pt x="3594032" y="3241096"/>
                  </a:lnTo>
                  <a:lnTo>
                    <a:pt x="3636341" y="3304334"/>
                  </a:lnTo>
                  <a:lnTo>
                    <a:pt x="3678993" y="3364002"/>
                  </a:lnTo>
                  <a:lnTo>
                    <a:pt x="3722182" y="3420035"/>
                  </a:lnTo>
                  <a:lnTo>
                    <a:pt x="3766149" y="3472433"/>
                  </a:lnTo>
                  <a:lnTo>
                    <a:pt x="3811194" y="3521259"/>
                  </a:lnTo>
                  <a:lnTo>
                    <a:pt x="3820202" y="3530440"/>
                  </a:lnTo>
                  <a:lnTo>
                    <a:pt x="3871284" y="3578904"/>
                  </a:lnTo>
                  <a:lnTo>
                    <a:pt x="3924735" y="3623225"/>
                  </a:lnTo>
                  <a:lnTo>
                    <a:pt x="3981205" y="3663547"/>
                  </a:lnTo>
                  <a:lnTo>
                    <a:pt x="4041412" y="3700146"/>
                  </a:lnTo>
                  <a:lnTo>
                    <a:pt x="4106097" y="3733355"/>
                  </a:lnTo>
                  <a:lnTo>
                    <a:pt x="4175994" y="3763520"/>
                  </a:lnTo>
                  <a:lnTo>
                    <a:pt x="4251774" y="3790967"/>
                  </a:lnTo>
                  <a:lnTo>
                    <a:pt x="4333988" y="3815986"/>
                  </a:lnTo>
                  <a:lnTo>
                    <a:pt x="4422984" y="3838820"/>
                  </a:lnTo>
                  <a:lnTo>
                    <a:pt x="4518797" y="3859657"/>
                  </a:lnTo>
                  <a:lnTo>
                    <a:pt x="4621027" y="3878629"/>
                  </a:lnTo>
                  <a:lnTo>
                    <a:pt x="4728698" y="3895814"/>
                  </a:lnTo>
                  <a:lnTo>
                    <a:pt x="4840139" y="3911238"/>
                  </a:lnTo>
                  <a:lnTo>
                    <a:pt x="4952914" y="3924890"/>
                  </a:lnTo>
                  <a:lnTo>
                    <a:pt x="5063865" y="3936732"/>
                  </a:lnTo>
                  <a:lnTo>
                    <a:pt x="5169289" y="3946732"/>
                  </a:lnTo>
                  <a:lnTo>
                    <a:pt x="5265305" y="3954883"/>
                  </a:lnTo>
                  <a:lnTo>
                    <a:pt x="5348347" y="3961230"/>
                  </a:lnTo>
                  <a:lnTo>
                    <a:pt x="5415717" y="3965890"/>
                  </a:lnTo>
                  <a:lnTo>
                    <a:pt x="5466066" y="3969057"/>
                  </a:lnTo>
                  <a:lnTo>
                    <a:pt x="5499683" y="3970985"/>
                  </a:lnTo>
                  <a:lnTo>
                    <a:pt x="5518548" y="3971976"/>
                  </a:lnTo>
                  <a:lnTo>
                    <a:pt x="5526181" y="3972344"/>
                  </a:lnTo>
                  <a:lnTo>
                    <a:pt x="5527445" y="3972400"/>
                  </a:lnTo>
                  <a:lnTo>
                    <a:pt x="5527445" y="3972400"/>
                  </a:lnTo>
                  <a:lnTo>
                    <a:pt x="6522385" y="3972400"/>
                  </a:lnTo>
                  <a:lnTo>
                    <a:pt x="6523410" y="3972332"/>
                  </a:lnTo>
                  <a:lnTo>
                    <a:pt x="6530188" y="3971846"/>
                  </a:lnTo>
                  <a:lnTo>
                    <a:pt x="6547410" y="3970504"/>
                  </a:lnTo>
                  <a:lnTo>
                    <a:pt x="6578542" y="3967857"/>
                  </a:lnTo>
                  <a:lnTo>
                    <a:pt x="6625638" y="3963477"/>
                  </a:lnTo>
                  <a:lnTo>
                    <a:pt x="6689193" y="3956991"/>
                  </a:lnTo>
                  <a:lnTo>
                    <a:pt x="6768160" y="3948109"/>
                  </a:lnTo>
                  <a:lnTo>
                    <a:pt x="6860183" y="3936649"/>
                  </a:lnTo>
                  <a:lnTo>
                    <a:pt x="6962007" y="3922526"/>
                  </a:lnTo>
                  <a:lnTo>
                    <a:pt x="7069980" y="3905737"/>
                  </a:lnTo>
                  <a:lnTo>
                    <a:pt x="7180528" y="3886326"/>
                  </a:lnTo>
                  <a:lnTo>
                    <a:pt x="7290512" y="3864345"/>
                  </a:lnTo>
                  <a:lnTo>
                    <a:pt x="7397440" y="3839824"/>
                  </a:lnTo>
                  <a:lnTo>
                    <a:pt x="7499529" y="3812744"/>
                  </a:lnTo>
                  <a:lnTo>
                    <a:pt x="7595665" y="3783017"/>
                  </a:lnTo>
                  <a:lnTo>
                    <a:pt x="7685310" y="3750482"/>
                  </a:lnTo>
                  <a:lnTo>
                    <a:pt x="7768370" y="3714899"/>
                  </a:lnTo>
                  <a:lnTo>
                    <a:pt x="7845080" y="3675951"/>
                  </a:lnTo>
                  <a:lnTo>
                    <a:pt x="7915900" y="3633253"/>
                  </a:lnTo>
                  <a:lnTo>
                    <a:pt x="7981427" y="3586361"/>
                  </a:lnTo>
                  <a:lnTo>
                    <a:pt x="8042337" y="3534791"/>
                  </a:lnTo>
                  <a:lnTo>
                    <a:pt x="8099330" y="3478059"/>
                  </a:lnTo>
                  <a:lnTo>
                    <a:pt x="8153101" y="3415724"/>
                  </a:lnTo>
                  <a:lnTo>
                    <a:pt x="8204299" y="3347479"/>
                  </a:lnTo>
                  <a:lnTo>
                    <a:pt x="8229629" y="3310333"/>
                  </a:lnTo>
                  <a:lnTo>
                    <a:pt x="8268351" y="3249154"/>
                  </a:lnTo>
                  <a:lnTo>
                    <a:pt x="8306202" y="3184115"/>
                  </a:lnTo>
                  <a:lnTo>
                    <a:pt x="8343386" y="3115138"/>
                  </a:lnTo>
                  <a:lnTo>
                    <a:pt x="8380073" y="3042190"/>
                  </a:lnTo>
                  <a:lnTo>
                    <a:pt x="8416405" y="2965286"/>
                  </a:lnTo>
                  <a:lnTo>
                    <a:pt x="8452494" y="2884497"/>
                  </a:lnTo>
                  <a:lnTo>
                    <a:pt x="8488435" y="2799950"/>
                  </a:lnTo>
                  <a:lnTo>
                    <a:pt x="8524297" y="2711832"/>
                  </a:lnTo>
                  <a:lnTo>
                    <a:pt x="8560136" y="2620391"/>
                  </a:lnTo>
                  <a:lnTo>
                    <a:pt x="8595987" y="2525935"/>
                  </a:lnTo>
                  <a:lnTo>
                    <a:pt x="8631874" y="2428828"/>
                  </a:lnTo>
                  <a:lnTo>
                    <a:pt x="8667806" y="2329488"/>
                  </a:lnTo>
                  <a:lnTo>
                    <a:pt x="8703785" y="2228379"/>
                  </a:lnTo>
                  <a:lnTo>
                    <a:pt x="8739801" y="2126002"/>
                  </a:lnTo>
                  <a:lnTo>
                    <a:pt x="8775841" y="2022885"/>
                  </a:lnTo>
                  <a:lnTo>
                    <a:pt x="8811887" y="1919573"/>
                  </a:lnTo>
                  <a:lnTo>
                    <a:pt x="8847921" y="1816615"/>
                  </a:lnTo>
                  <a:lnTo>
                    <a:pt x="8883928" y="1714552"/>
                  </a:lnTo>
                  <a:lnTo>
                    <a:pt x="8919893" y="1613906"/>
                  </a:lnTo>
                  <a:lnTo>
                    <a:pt x="8955812" y="1515168"/>
                  </a:lnTo>
                  <a:lnTo>
                    <a:pt x="8991687" y="1418788"/>
                  </a:lnTo>
                  <a:lnTo>
                    <a:pt x="9027532" y="1325171"/>
                  </a:lnTo>
                  <a:lnTo>
                    <a:pt x="9063373" y="1234665"/>
                  </a:lnTo>
                  <a:lnTo>
                    <a:pt x="9099252" y="1147559"/>
                  </a:lnTo>
                  <a:lnTo>
                    <a:pt x="9135227" y="1064085"/>
                  </a:lnTo>
                  <a:lnTo>
                    <a:pt x="9171376" y="984412"/>
                  </a:lnTo>
                  <a:lnTo>
                    <a:pt x="9207798" y="908651"/>
                  </a:lnTo>
                  <a:lnTo>
                    <a:pt x="9244614" y="836854"/>
                  </a:lnTo>
                  <a:lnTo>
                    <a:pt x="9281972" y="769025"/>
                  </a:lnTo>
                  <a:lnTo>
                    <a:pt x="9320053" y="705115"/>
                  </a:lnTo>
                  <a:lnTo>
                    <a:pt x="9347647" y="662066"/>
                  </a:lnTo>
                  <a:lnTo>
                    <a:pt x="9397758" y="590763"/>
                  </a:lnTo>
                  <a:lnTo>
                    <a:pt x="9450139" y="525437"/>
                  </a:lnTo>
                  <a:lnTo>
                    <a:pt x="9505402" y="465893"/>
                  </a:lnTo>
                  <a:lnTo>
                    <a:pt x="9564225" y="411747"/>
                  </a:lnTo>
                  <a:lnTo>
                    <a:pt x="9627308" y="362529"/>
                  </a:lnTo>
                  <a:lnTo>
                    <a:pt x="9695345" y="317748"/>
                  </a:lnTo>
                  <a:lnTo>
                    <a:pt x="9768981" y="276939"/>
                  </a:lnTo>
                  <a:lnTo>
                    <a:pt x="9848754" y="239682"/>
                  </a:lnTo>
                  <a:lnTo>
                    <a:pt x="9935026" y="205626"/>
                  </a:lnTo>
                  <a:lnTo>
                    <a:pt x="10027885" y="174491"/>
                  </a:lnTo>
                  <a:lnTo>
                    <a:pt x="10127035" y="146075"/>
                  </a:lnTo>
                  <a:lnTo>
                    <a:pt x="10231672" y="120254"/>
                  </a:lnTo>
                  <a:lnTo>
                    <a:pt x="10340363" y="96976"/>
                  </a:lnTo>
                  <a:lnTo>
                    <a:pt x="10450978" y="76247"/>
                  </a:lnTo>
                  <a:lnTo>
                    <a:pt x="10560691" y="58113"/>
                  </a:lnTo>
                  <a:lnTo>
                    <a:pt x="10666115" y="42626"/>
                  </a:lnTo>
                  <a:lnTo>
                    <a:pt x="10763584" y="29811"/>
                  </a:lnTo>
                  <a:lnTo>
                    <a:pt x="10849578" y="19629"/>
                  </a:lnTo>
                  <a:lnTo>
                    <a:pt x="10921222" y="11950"/>
                  </a:lnTo>
                  <a:lnTo>
                    <a:pt x="10976757" y="6537"/>
                  </a:lnTo>
                  <a:lnTo>
                    <a:pt x="11015878" y="3056"/>
                  </a:lnTo>
                  <a:lnTo>
                    <a:pt x="11039851" y="1104"/>
                  </a:lnTo>
                  <a:lnTo>
                    <a:pt x="11051447" y="237"/>
                  </a:lnTo>
                  <a:lnTo>
                    <a:pt x="11054751" y="9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" name="pl76"/>
            <p:cNvSpPr/>
            <p:nvPr/>
          </p:nvSpPr>
          <p:spPr>
            <a:xfrm>
              <a:off x="1199187" y="2541543"/>
              <a:ext cx="12049831" cy="3972400"/>
            </a:xfrm>
            <a:custGeom>
              <a:avLst/>
              <a:pathLst>
                <a:path w="12049831" h="3972400">
                  <a:moveTo>
                    <a:pt x="12049831" y="0"/>
                  </a:moveTo>
                  <a:lnTo>
                    <a:pt x="11054891" y="0"/>
                  </a:lnTo>
                  <a:lnTo>
                    <a:pt x="11053866" y="68"/>
                  </a:lnTo>
                  <a:lnTo>
                    <a:pt x="11047089" y="554"/>
                  </a:lnTo>
                  <a:lnTo>
                    <a:pt x="11029867" y="1896"/>
                  </a:lnTo>
                  <a:lnTo>
                    <a:pt x="10998734" y="4543"/>
                  </a:lnTo>
                  <a:lnTo>
                    <a:pt x="10951638" y="8922"/>
                  </a:lnTo>
                  <a:lnTo>
                    <a:pt x="10888083" y="15409"/>
                  </a:lnTo>
                  <a:lnTo>
                    <a:pt x="10809116" y="24290"/>
                  </a:lnTo>
                  <a:lnTo>
                    <a:pt x="10717093" y="35751"/>
                  </a:lnTo>
                  <a:lnTo>
                    <a:pt x="10615270" y="49874"/>
                  </a:lnTo>
                  <a:lnTo>
                    <a:pt x="10507297" y="66663"/>
                  </a:lnTo>
                  <a:lnTo>
                    <a:pt x="10396749" y="86074"/>
                  </a:lnTo>
                  <a:lnTo>
                    <a:pt x="10286764" y="108055"/>
                  </a:lnTo>
                  <a:lnTo>
                    <a:pt x="10179836" y="132575"/>
                  </a:lnTo>
                  <a:lnTo>
                    <a:pt x="10077748" y="159656"/>
                  </a:lnTo>
                  <a:lnTo>
                    <a:pt x="9981611" y="189383"/>
                  </a:lnTo>
                  <a:lnTo>
                    <a:pt x="9891967" y="221918"/>
                  </a:lnTo>
                  <a:lnTo>
                    <a:pt x="9808907" y="257501"/>
                  </a:lnTo>
                  <a:lnTo>
                    <a:pt x="9732196" y="296448"/>
                  </a:lnTo>
                  <a:lnTo>
                    <a:pt x="9661376" y="339146"/>
                  </a:lnTo>
                  <a:lnTo>
                    <a:pt x="9595849" y="386039"/>
                  </a:lnTo>
                  <a:lnTo>
                    <a:pt x="9534940" y="437608"/>
                  </a:lnTo>
                  <a:lnTo>
                    <a:pt x="9477947" y="494341"/>
                  </a:lnTo>
                  <a:lnTo>
                    <a:pt x="9424176" y="556676"/>
                  </a:lnTo>
                  <a:lnTo>
                    <a:pt x="9372978" y="624921"/>
                  </a:lnTo>
                  <a:lnTo>
                    <a:pt x="9347647" y="662066"/>
                  </a:lnTo>
                  <a:lnTo>
                    <a:pt x="9308926" y="723246"/>
                  </a:lnTo>
                  <a:lnTo>
                    <a:pt x="9271075" y="788285"/>
                  </a:lnTo>
                  <a:lnTo>
                    <a:pt x="9233891" y="857262"/>
                  </a:lnTo>
                  <a:lnTo>
                    <a:pt x="9197203" y="930210"/>
                  </a:lnTo>
                  <a:lnTo>
                    <a:pt x="9160872" y="1007114"/>
                  </a:lnTo>
                  <a:lnTo>
                    <a:pt x="9124782" y="1087903"/>
                  </a:lnTo>
                  <a:lnTo>
                    <a:pt x="9088842" y="1172450"/>
                  </a:lnTo>
                  <a:lnTo>
                    <a:pt x="9052979" y="1260568"/>
                  </a:lnTo>
                  <a:lnTo>
                    <a:pt x="9017141" y="1352009"/>
                  </a:lnTo>
                  <a:lnTo>
                    <a:pt x="8981290" y="1446465"/>
                  </a:lnTo>
                  <a:lnTo>
                    <a:pt x="8945403" y="1543572"/>
                  </a:lnTo>
                  <a:lnTo>
                    <a:pt x="8909470" y="1642912"/>
                  </a:lnTo>
                  <a:lnTo>
                    <a:pt x="8873492" y="1744021"/>
                  </a:lnTo>
                  <a:lnTo>
                    <a:pt x="8837476" y="1846398"/>
                  </a:lnTo>
                  <a:lnTo>
                    <a:pt x="8801436" y="1949515"/>
                  </a:lnTo>
                  <a:lnTo>
                    <a:pt x="8765390" y="2052827"/>
                  </a:lnTo>
                  <a:lnTo>
                    <a:pt x="8729355" y="2155785"/>
                  </a:lnTo>
                  <a:lnTo>
                    <a:pt x="8693349" y="2257848"/>
                  </a:lnTo>
                  <a:lnTo>
                    <a:pt x="8657383" y="2358494"/>
                  </a:lnTo>
                  <a:lnTo>
                    <a:pt x="8621464" y="2457232"/>
                  </a:lnTo>
                  <a:lnTo>
                    <a:pt x="8585589" y="2553611"/>
                  </a:lnTo>
                  <a:lnTo>
                    <a:pt x="8549745" y="2647228"/>
                  </a:lnTo>
                  <a:lnTo>
                    <a:pt x="8513904" y="2737735"/>
                  </a:lnTo>
                  <a:lnTo>
                    <a:pt x="8478025" y="2824840"/>
                  </a:lnTo>
                  <a:lnTo>
                    <a:pt x="8442049" y="2908314"/>
                  </a:lnTo>
                  <a:lnTo>
                    <a:pt x="8405900" y="2987987"/>
                  </a:lnTo>
                  <a:lnTo>
                    <a:pt x="8369479" y="3063749"/>
                  </a:lnTo>
                  <a:lnTo>
                    <a:pt x="8332663" y="3135545"/>
                  </a:lnTo>
                  <a:lnTo>
                    <a:pt x="8295304" y="3203375"/>
                  </a:lnTo>
                  <a:lnTo>
                    <a:pt x="8257223" y="3267285"/>
                  </a:lnTo>
                  <a:lnTo>
                    <a:pt x="8229629" y="3310333"/>
                  </a:lnTo>
                  <a:lnTo>
                    <a:pt x="8179518" y="3381637"/>
                  </a:lnTo>
                  <a:lnTo>
                    <a:pt x="8127138" y="3446963"/>
                  </a:lnTo>
                  <a:lnTo>
                    <a:pt x="8071874" y="3506507"/>
                  </a:lnTo>
                  <a:lnTo>
                    <a:pt x="8013052" y="3560652"/>
                  </a:lnTo>
                  <a:lnTo>
                    <a:pt x="7949969" y="3609870"/>
                  </a:lnTo>
                  <a:lnTo>
                    <a:pt x="7881931" y="3654651"/>
                  </a:lnTo>
                  <a:lnTo>
                    <a:pt x="7808295" y="3695461"/>
                  </a:lnTo>
                  <a:lnTo>
                    <a:pt x="7728522" y="3732718"/>
                  </a:lnTo>
                  <a:lnTo>
                    <a:pt x="7642251" y="3766774"/>
                  </a:lnTo>
                  <a:lnTo>
                    <a:pt x="7549392" y="3797909"/>
                  </a:lnTo>
                  <a:lnTo>
                    <a:pt x="7450241" y="3826325"/>
                  </a:lnTo>
                  <a:lnTo>
                    <a:pt x="7345605" y="3852146"/>
                  </a:lnTo>
                  <a:lnTo>
                    <a:pt x="7236914" y="3875424"/>
                  </a:lnTo>
                  <a:lnTo>
                    <a:pt x="7126298" y="3896152"/>
                  </a:lnTo>
                  <a:lnTo>
                    <a:pt x="7016585" y="3914287"/>
                  </a:lnTo>
                  <a:lnTo>
                    <a:pt x="6911161" y="3929774"/>
                  </a:lnTo>
                  <a:lnTo>
                    <a:pt x="6813692" y="3942589"/>
                  </a:lnTo>
                  <a:lnTo>
                    <a:pt x="6727698" y="3952770"/>
                  </a:lnTo>
                  <a:lnTo>
                    <a:pt x="6656055" y="3960450"/>
                  </a:lnTo>
                  <a:lnTo>
                    <a:pt x="6600519" y="3965863"/>
                  </a:lnTo>
                  <a:lnTo>
                    <a:pt x="6561399" y="3969343"/>
                  </a:lnTo>
                  <a:lnTo>
                    <a:pt x="6537425" y="3971296"/>
                  </a:lnTo>
                  <a:lnTo>
                    <a:pt x="6525829" y="3972163"/>
                  </a:lnTo>
                  <a:lnTo>
                    <a:pt x="6522525" y="3972391"/>
                  </a:lnTo>
                  <a:lnTo>
                    <a:pt x="6522385" y="3972400"/>
                  </a:lnTo>
                  <a:lnTo>
                    <a:pt x="5527445" y="3972400"/>
                  </a:lnTo>
                  <a:lnTo>
                    <a:pt x="5526362" y="3972352"/>
                  </a:lnTo>
                  <a:lnTo>
                    <a:pt x="5519206" y="3972008"/>
                  </a:lnTo>
                  <a:lnTo>
                    <a:pt x="5501047" y="3971060"/>
                  </a:lnTo>
                  <a:lnTo>
                    <a:pt x="5468288" y="3969189"/>
                  </a:lnTo>
                  <a:lnTo>
                    <a:pt x="5418861" y="3966097"/>
                  </a:lnTo>
                  <a:lnTo>
                    <a:pt x="5352386" y="3961522"/>
                  </a:lnTo>
                  <a:lnTo>
                    <a:pt x="5270128" y="3955269"/>
                  </a:lnTo>
                  <a:lnTo>
                    <a:pt x="5174724" y="3947217"/>
                  </a:lnTo>
                  <a:lnTo>
                    <a:pt x="5069707" y="3937317"/>
                  </a:lnTo>
                  <a:lnTo>
                    <a:pt x="4958957" y="3925573"/>
                  </a:lnTo>
                  <a:lnTo>
                    <a:pt x="4846193" y="3912018"/>
                  </a:lnTo>
                  <a:lnTo>
                    <a:pt x="4734612" y="3896688"/>
                  </a:lnTo>
                  <a:lnTo>
                    <a:pt x="4626689" y="3879598"/>
                  </a:lnTo>
                  <a:lnTo>
                    <a:pt x="4524136" y="3860723"/>
                  </a:lnTo>
                  <a:lnTo>
                    <a:pt x="4427963" y="3839990"/>
                  </a:lnTo>
                  <a:lnTo>
                    <a:pt x="4338598" y="3817268"/>
                  </a:lnTo>
                  <a:lnTo>
                    <a:pt x="4256026" y="3792371"/>
                  </a:lnTo>
                  <a:lnTo>
                    <a:pt x="4179913" y="3765062"/>
                  </a:lnTo>
                  <a:lnTo>
                    <a:pt x="4109716" y="3735051"/>
                  </a:lnTo>
                  <a:lnTo>
                    <a:pt x="4044768" y="3702014"/>
                  </a:lnTo>
                  <a:lnTo>
                    <a:pt x="3984340" y="3665607"/>
                  </a:lnTo>
                  <a:lnTo>
                    <a:pt x="3927687" y="3625493"/>
                  </a:lnTo>
                  <a:lnTo>
                    <a:pt x="3874092" y="3581391"/>
                  </a:lnTo>
                  <a:lnTo>
                    <a:pt x="3822897" y="3533150"/>
                  </a:lnTo>
                  <a:lnTo>
                    <a:pt x="3820202" y="3530440"/>
                  </a:lnTo>
                  <a:lnTo>
                    <a:pt x="3774902" y="3482305"/>
                  </a:lnTo>
                  <a:lnTo>
                    <a:pt x="3730750" y="3430615"/>
                  </a:lnTo>
                  <a:lnTo>
                    <a:pt x="3687429" y="3375298"/>
                  </a:lnTo>
                  <a:lnTo>
                    <a:pt x="3644687" y="3316341"/>
                  </a:lnTo>
                  <a:lnTo>
                    <a:pt x="3602324" y="3253796"/>
                  </a:lnTo>
                  <a:lnTo>
                    <a:pt x="3560183" y="3187786"/>
                  </a:lnTo>
                  <a:lnTo>
                    <a:pt x="3518147" y="3118508"/>
                  </a:lnTo>
                  <a:lnTo>
                    <a:pt x="3476132" y="3046237"/>
                  </a:lnTo>
                  <a:lnTo>
                    <a:pt x="3434087" y="2971322"/>
                  </a:lnTo>
                  <a:lnTo>
                    <a:pt x="3391983" y="2894183"/>
                  </a:lnTo>
                  <a:lnTo>
                    <a:pt x="3349816" y="2815299"/>
                  </a:lnTo>
                  <a:lnTo>
                    <a:pt x="3307595" y="2735204"/>
                  </a:lnTo>
                  <a:lnTo>
                    <a:pt x="3265344" y="2654464"/>
                  </a:lnTo>
                  <a:lnTo>
                    <a:pt x="3223089" y="2573665"/>
                  </a:lnTo>
                  <a:lnTo>
                    <a:pt x="3180860" y="2493397"/>
                  </a:lnTo>
                  <a:lnTo>
                    <a:pt x="3138681" y="2414233"/>
                  </a:lnTo>
                  <a:lnTo>
                    <a:pt x="3096565" y="2336711"/>
                  </a:lnTo>
                  <a:lnTo>
                    <a:pt x="3054509" y="2261323"/>
                  </a:lnTo>
                  <a:lnTo>
                    <a:pt x="3012492" y="2188503"/>
                  </a:lnTo>
                  <a:lnTo>
                    <a:pt x="2970465" y="2118613"/>
                  </a:lnTo>
                  <a:lnTo>
                    <a:pt x="2928353" y="2051943"/>
                  </a:lnTo>
                  <a:lnTo>
                    <a:pt x="2886044" y="1988705"/>
                  </a:lnTo>
                  <a:lnTo>
                    <a:pt x="2843392" y="1929037"/>
                  </a:lnTo>
                  <a:lnTo>
                    <a:pt x="2800203" y="1873005"/>
                  </a:lnTo>
                  <a:lnTo>
                    <a:pt x="2756236" y="1820606"/>
                  </a:lnTo>
                  <a:lnTo>
                    <a:pt x="2711191" y="1771781"/>
                  </a:lnTo>
                  <a:lnTo>
                    <a:pt x="2702183" y="1762599"/>
                  </a:lnTo>
                  <a:lnTo>
                    <a:pt x="2651101" y="1714136"/>
                  </a:lnTo>
                  <a:lnTo>
                    <a:pt x="2597650" y="1669814"/>
                  </a:lnTo>
                  <a:lnTo>
                    <a:pt x="2541180" y="1629492"/>
                  </a:lnTo>
                  <a:lnTo>
                    <a:pt x="2480973" y="1592894"/>
                  </a:lnTo>
                  <a:lnTo>
                    <a:pt x="2416288" y="1559685"/>
                  </a:lnTo>
                  <a:lnTo>
                    <a:pt x="2346391" y="1529520"/>
                  </a:lnTo>
                  <a:lnTo>
                    <a:pt x="2270611" y="1502072"/>
                  </a:lnTo>
                  <a:lnTo>
                    <a:pt x="2188397" y="1477053"/>
                  </a:lnTo>
                  <a:lnTo>
                    <a:pt x="2099401" y="1454219"/>
                  </a:lnTo>
                  <a:lnTo>
                    <a:pt x="2003588" y="1433382"/>
                  </a:lnTo>
                  <a:lnTo>
                    <a:pt x="1901358" y="1414410"/>
                  </a:lnTo>
                  <a:lnTo>
                    <a:pt x="1793687" y="1397225"/>
                  </a:lnTo>
                  <a:lnTo>
                    <a:pt x="1682246" y="1381801"/>
                  </a:lnTo>
                  <a:lnTo>
                    <a:pt x="1569471" y="1368150"/>
                  </a:lnTo>
                  <a:lnTo>
                    <a:pt x="1458520" y="1356307"/>
                  </a:lnTo>
                  <a:lnTo>
                    <a:pt x="1353096" y="1346307"/>
                  </a:lnTo>
                  <a:lnTo>
                    <a:pt x="1257080" y="1338157"/>
                  </a:lnTo>
                  <a:lnTo>
                    <a:pt x="1174038" y="1331810"/>
                  </a:lnTo>
                  <a:lnTo>
                    <a:pt x="1106668" y="1327149"/>
                  </a:lnTo>
                  <a:lnTo>
                    <a:pt x="1056319" y="1323983"/>
                  </a:lnTo>
                  <a:lnTo>
                    <a:pt x="1022702" y="1322054"/>
                  </a:lnTo>
                  <a:lnTo>
                    <a:pt x="1003837" y="1321064"/>
                  </a:lnTo>
                  <a:lnTo>
                    <a:pt x="996204" y="1320696"/>
                  </a:lnTo>
                  <a:lnTo>
                    <a:pt x="994940" y="1320639"/>
                  </a:lnTo>
                  <a:lnTo>
                    <a:pt x="994940" y="1320639"/>
                  </a:lnTo>
                  <a:lnTo>
                    <a:pt x="0" y="1320639"/>
                  </a:lnTo>
                  <a:lnTo>
                    <a:pt x="0" y="13206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" name="pg77"/>
            <p:cNvSpPr/>
            <p:nvPr/>
          </p:nvSpPr>
          <p:spPr>
            <a:xfrm>
              <a:off x="1199187" y="3867423"/>
              <a:ext cx="12049831" cy="2667482"/>
            </a:xfrm>
            <a:custGeom>
              <a:avLst/>
              <a:pathLst>
                <a:path w="12049831" h="2667482">
                  <a:moveTo>
                    <a:pt x="0" y="5240"/>
                  </a:moveTo>
                  <a:lnTo>
                    <a:pt x="994940" y="5240"/>
                  </a:lnTo>
                  <a:lnTo>
                    <a:pt x="996023" y="5289"/>
                  </a:lnTo>
                  <a:lnTo>
                    <a:pt x="1003176" y="5633"/>
                  </a:lnTo>
                  <a:lnTo>
                    <a:pt x="1021328" y="6585"/>
                  </a:lnTo>
                  <a:lnTo>
                    <a:pt x="1054077" y="8462"/>
                  </a:lnTo>
                  <a:lnTo>
                    <a:pt x="1103488" y="11566"/>
                  </a:lnTo>
                  <a:lnTo>
                    <a:pt x="1169943" y="16157"/>
                  </a:lnTo>
                  <a:lnTo>
                    <a:pt x="1252179" y="22433"/>
                  </a:lnTo>
                  <a:lnTo>
                    <a:pt x="1347560" y="30513"/>
                  </a:lnTo>
                  <a:lnTo>
                    <a:pt x="1452556" y="40450"/>
                  </a:lnTo>
                  <a:lnTo>
                    <a:pt x="1563289" y="52237"/>
                  </a:lnTo>
                  <a:lnTo>
                    <a:pt x="1676038" y="65842"/>
                  </a:lnTo>
                  <a:lnTo>
                    <a:pt x="1787609" y="81227"/>
                  </a:lnTo>
                  <a:lnTo>
                    <a:pt x="1895526" y="98380"/>
                  </a:lnTo>
                  <a:lnTo>
                    <a:pt x="1998076" y="117324"/>
                  </a:lnTo>
                  <a:lnTo>
                    <a:pt x="2094249" y="138133"/>
                  </a:lnTo>
                  <a:lnTo>
                    <a:pt x="2183616" y="160938"/>
                  </a:lnTo>
                  <a:lnTo>
                    <a:pt x="2266192" y="185925"/>
                  </a:lnTo>
                  <a:lnTo>
                    <a:pt x="2342309" y="213334"/>
                  </a:lnTo>
                  <a:lnTo>
                    <a:pt x="2412510" y="243453"/>
                  </a:lnTo>
                  <a:lnTo>
                    <a:pt x="2477461" y="276608"/>
                  </a:lnTo>
                  <a:lnTo>
                    <a:pt x="2537892" y="313146"/>
                  </a:lnTo>
                  <a:lnTo>
                    <a:pt x="2594547" y="353403"/>
                  </a:lnTo>
                  <a:lnTo>
                    <a:pt x="2648143" y="397662"/>
                  </a:lnTo>
                  <a:lnTo>
                    <a:pt x="2699338" y="446075"/>
                  </a:lnTo>
                  <a:lnTo>
                    <a:pt x="2702183" y="448947"/>
                  </a:lnTo>
                  <a:lnTo>
                    <a:pt x="2747420" y="497202"/>
                  </a:lnTo>
                  <a:lnTo>
                    <a:pt x="2791512" y="549016"/>
                  </a:lnTo>
                  <a:lnTo>
                    <a:pt x="2834774" y="604460"/>
                  </a:lnTo>
                  <a:lnTo>
                    <a:pt x="2877458" y="663548"/>
                  </a:lnTo>
                  <a:lnTo>
                    <a:pt x="2919763" y="726229"/>
                  </a:lnTo>
                  <a:lnTo>
                    <a:pt x="2961846" y="792381"/>
                  </a:lnTo>
                  <a:lnTo>
                    <a:pt x="3003823" y="861806"/>
                  </a:lnTo>
                  <a:lnTo>
                    <a:pt x="3045779" y="934230"/>
                  </a:lnTo>
                  <a:lnTo>
                    <a:pt x="3087764" y="1009306"/>
                  </a:lnTo>
                  <a:lnTo>
                    <a:pt x="3129808" y="1086614"/>
                  </a:lnTo>
                  <a:lnTo>
                    <a:pt x="3171915" y="1165676"/>
                  </a:lnTo>
                  <a:lnTo>
                    <a:pt x="3214075" y="1245959"/>
                  </a:lnTo>
                  <a:lnTo>
                    <a:pt x="3256267" y="1326898"/>
                  </a:lnTo>
                  <a:lnTo>
                    <a:pt x="3298462" y="1407906"/>
                  </a:lnTo>
                  <a:lnTo>
                    <a:pt x="3340632" y="1488394"/>
                  </a:lnTo>
                  <a:lnTo>
                    <a:pt x="3382753" y="1567790"/>
                  </a:lnTo>
                  <a:lnTo>
                    <a:pt x="3424812" y="1645553"/>
                  </a:lnTo>
                  <a:lnTo>
                    <a:pt x="3466809" y="1721190"/>
                  </a:lnTo>
                  <a:lnTo>
                    <a:pt x="3508768" y="1794267"/>
                  </a:lnTo>
                  <a:lnTo>
                    <a:pt x="3550734" y="1864419"/>
                  </a:lnTo>
                  <a:lnTo>
                    <a:pt x="3592783" y="1931355"/>
                  </a:lnTo>
                  <a:lnTo>
                    <a:pt x="3635024" y="1994860"/>
                  </a:lnTo>
                  <a:lnTo>
                    <a:pt x="3677603" y="2054795"/>
                  </a:lnTo>
                  <a:lnTo>
                    <a:pt x="3720710" y="2111091"/>
                  </a:lnTo>
                  <a:lnTo>
                    <a:pt x="3764583" y="2163747"/>
                  </a:lnTo>
                  <a:lnTo>
                    <a:pt x="3809520" y="2212823"/>
                  </a:lnTo>
                  <a:lnTo>
                    <a:pt x="3820202" y="2223775"/>
                  </a:lnTo>
                  <a:lnTo>
                    <a:pt x="3871278" y="2272425"/>
                  </a:lnTo>
                  <a:lnTo>
                    <a:pt x="3924721" y="2316917"/>
                  </a:lnTo>
                  <a:lnTo>
                    <a:pt x="3981183" y="2357394"/>
                  </a:lnTo>
                  <a:lnTo>
                    <a:pt x="4041381" y="2394135"/>
                  </a:lnTo>
                  <a:lnTo>
                    <a:pt x="4106056" y="2427472"/>
                  </a:lnTo>
                  <a:lnTo>
                    <a:pt x="4175940" y="2457755"/>
                  </a:lnTo>
                  <a:lnTo>
                    <a:pt x="4251705" y="2485309"/>
                  </a:lnTo>
                  <a:lnTo>
                    <a:pt x="4333903" y="2510426"/>
                  </a:lnTo>
                  <a:lnTo>
                    <a:pt x="4422880" y="2533350"/>
                  </a:lnTo>
                  <a:lnTo>
                    <a:pt x="4518674" y="2554269"/>
                  </a:lnTo>
                  <a:lnTo>
                    <a:pt x="4620884" y="2573316"/>
                  </a:lnTo>
                  <a:lnTo>
                    <a:pt x="4728534" y="2590569"/>
                  </a:lnTo>
                  <a:lnTo>
                    <a:pt x="4839957" y="2606055"/>
                  </a:lnTo>
                  <a:lnTo>
                    <a:pt x="4952719" y="2619762"/>
                  </a:lnTo>
                  <a:lnTo>
                    <a:pt x="5063662" y="2631653"/>
                  </a:lnTo>
                  <a:lnTo>
                    <a:pt x="5169088" y="2641695"/>
                  </a:lnTo>
                  <a:lnTo>
                    <a:pt x="5265115" y="2649880"/>
                  </a:lnTo>
                  <a:lnTo>
                    <a:pt x="5348178" y="2656255"/>
                  </a:lnTo>
                  <a:lnTo>
                    <a:pt x="5415577" y="2660938"/>
                  </a:lnTo>
                  <a:lnTo>
                    <a:pt x="5465962" y="2664119"/>
                  </a:lnTo>
                  <a:lnTo>
                    <a:pt x="5499616" y="2666058"/>
                  </a:lnTo>
                  <a:lnTo>
                    <a:pt x="5518513" y="2667054"/>
                  </a:lnTo>
                  <a:lnTo>
                    <a:pt x="5526171" y="2667425"/>
                  </a:lnTo>
                  <a:lnTo>
                    <a:pt x="5527445" y="2667482"/>
                  </a:lnTo>
                  <a:lnTo>
                    <a:pt x="6522385" y="2667482"/>
                  </a:lnTo>
                  <a:lnTo>
                    <a:pt x="6523517" y="2667468"/>
                  </a:lnTo>
                  <a:lnTo>
                    <a:pt x="6530986" y="2667363"/>
                  </a:lnTo>
                  <a:lnTo>
                    <a:pt x="6549916" y="2667075"/>
                  </a:lnTo>
                  <a:lnTo>
                    <a:pt x="6584012" y="2666507"/>
                  </a:lnTo>
                  <a:lnTo>
                    <a:pt x="6635345" y="2665568"/>
                  </a:lnTo>
                  <a:lnTo>
                    <a:pt x="6704194" y="2664180"/>
                  </a:lnTo>
                  <a:lnTo>
                    <a:pt x="6789105" y="2662286"/>
                  </a:lnTo>
                  <a:lnTo>
                    <a:pt x="6887208" y="2659851"/>
                  </a:lnTo>
                  <a:lnTo>
                    <a:pt x="6994744" y="2656863"/>
                  </a:lnTo>
                  <a:lnTo>
                    <a:pt x="7107652" y="2653324"/>
                  </a:lnTo>
                  <a:lnTo>
                    <a:pt x="7222103" y="2649245"/>
                  </a:lnTo>
                  <a:lnTo>
                    <a:pt x="7334865" y="2644636"/>
                  </a:lnTo>
                  <a:lnTo>
                    <a:pt x="7443489" y="2639500"/>
                  </a:lnTo>
                  <a:lnTo>
                    <a:pt x="7546328" y="2633826"/>
                  </a:lnTo>
                  <a:lnTo>
                    <a:pt x="7642460" y="2627590"/>
                  </a:lnTo>
                  <a:lnTo>
                    <a:pt x="7731549" y="2620748"/>
                  </a:lnTo>
                  <a:lnTo>
                    <a:pt x="7813698" y="2613239"/>
                  </a:lnTo>
                  <a:lnTo>
                    <a:pt x="7889321" y="2604987"/>
                  </a:lnTo>
                  <a:lnTo>
                    <a:pt x="7959024" y="2595902"/>
                  </a:lnTo>
                  <a:lnTo>
                    <a:pt x="8023529" y="2585883"/>
                  </a:lnTo>
                  <a:lnTo>
                    <a:pt x="8083608" y="2574824"/>
                  </a:lnTo>
                  <a:lnTo>
                    <a:pt x="8140035" y="2562627"/>
                  </a:lnTo>
                  <a:lnTo>
                    <a:pt x="8193543" y="2549217"/>
                  </a:lnTo>
                  <a:lnTo>
                    <a:pt x="8229629" y="2539087"/>
                  </a:lnTo>
                  <a:lnTo>
                    <a:pt x="8288451" y="2520650"/>
                  </a:lnTo>
                  <a:lnTo>
                    <a:pt x="8345492" y="2500445"/>
                  </a:lnTo>
                  <a:lnTo>
                    <a:pt x="8401385" y="2478444"/>
                  </a:lnTo>
                  <a:lnTo>
                    <a:pt x="8456603" y="2454668"/>
                  </a:lnTo>
                  <a:lnTo>
                    <a:pt x="8511488" y="2429201"/>
                  </a:lnTo>
                  <a:lnTo>
                    <a:pt x="8566273" y="2402188"/>
                  </a:lnTo>
                  <a:lnTo>
                    <a:pt x="8621094" y="2373839"/>
                  </a:lnTo>
                  <a:lnTo>
                    <a:pt x="8676016" y="2344420"/>
                  </a:lnTo>
                  <a:lnTo>
                    <a:pt x="8731040" y="2314253"/>
                  </a:lnTo>
                  <a:lnTo>
                    <a:pt x="8786127" y="2283692"/>
                  </a:lnTo>
                  <a:lnTo>
                    <a:pt x="8841217" y="2253113"/>
                  </a:lnTo>
                  <a:lnTo>
                    <a:pt x="8896249" y="2222895"/>
                  </a:lnTo>
                  <a:lnTo>
                    <a:pt x="8951181" y="2193394"/>
                  </a:lnTo>
                  <a:lnTo>
                    <a:pt x="9006010" y="2164935"/>
                  </a:lnTo>
                  <a:lnTo>
                    <a:pt x="9060793" y="2137791"/>
                  </a:lnTo>
                  <a:lnTo>
                    <a:pt x="9115662" y="2112176"/>
                  </a:lnTo>
                  <a:lnTo>
                    <a:pt x="9170837" y="2088242"/>
                  </a:lnTo>
                  <a:lnTo>
                    <a:pt x="9226651" y="2066077"/>
                  </a:lnTo>
                  <a:lnTo>
                    <a:pt x="9283564" y="2045709"/>
                  </a:lnTo>
                  <a:lnTo>
                    <a:pt x="9342192" y="2027113"/>
                  </a:lnTo>
                  <a:lnTo>
                    <a:pt x="9347647" y="2025505"/>
                  </a:lnTo>
                  <a:lnTo>
                    <a:pt x="9399508" y="2011224"/>
                  </a:lnTo>
                  <a:lnTo>
                    <a:pt x="9453818" y="1998183"/>
                  </a:lnTo>
                  <a:lnTo>
                    <a:pt x="9511260" y="1986337"/>
                  </a:lnTo>
                  <a:lnTo>
                    <a:pt x="9572584" y="1975600"/>
                  </a:lnTo>
                  <a:lnTo>
                    <a:pt x="9638568" y="1965872"/>
                  </a:lnTo>
                  <a:lnTo>
                    <a:pt x="9709973" y="1957047"/>
                  </a:lnTo>
                  <a:lnTo>
                    <a:pt x="9787495" y="1949027"/>
                  </a:lnTo>
                  <a:lnTo>
                    <a:pt x="9871694" y="1941726"/>
                  </a:lnTo>
                  <a:lnTo>
                    <a:pt x="9962900" y="1935070"/>
                  </a:lnTo>
                  <a:lnTo>
                    <a:pt x="10061102" y="1929007"/>
                  </a:lnTo>
                  <a:lnTo>
                    <a:pt x="10165802" y="1923496"/>
                  </a:lnTo>
                  <a:lnTo>
                    <a:pt x="10275875" y="1918519"/>
                  </a:lnTo>
                  <a:lnTo>
                    <a:pt x="10389438" y="1914068"/>
                  </a:lnTo>
                  <a:lnTo>
                    <a:pt x="10503798" y="1910149"/>
                  </a:lnTo>
                  <a:lnTo>
                    <a:pt x="10615517" y="1906774"/>
                  </a:lnTo>
                  <a:lnTo>
                    <a:pt x="10720648" y="1903952"/>
                  </a:lnTo>
                  <a:lnTo>
                    <a:pt x="10815163" y="1901682"/>
                  </a:lnTo>
                  <a:lnTo>
                    <a:pt x="10895504" y="1899944"/>
                  </a:lnTo>
                  <a:lnTo>
                    <a:pt x="10959180" y="1898698"/>
                  </a:lnTo>
                  <a:lnTo>
                    <a:pt x="11005234" y="1897879"/>
                  </a:lnTo>
                  <a:lnTo>
                    <a:pt x="11034488" y="1897405"/>
                  </a:lnTo>
                  <a:lnTo>
                    <a:pt x="11049525" y="1897182"/>
                  </a:lnTo>
                  <a:lnTo>
                    <a:pt x="11054496" y="1897114"/>
                  </a:lnTo>
                  <a:lnTo>
                    <a:pt x="11054891" y="1897109"/>
                  </a:lnTo>
                  <a:lnTo>
                    <a:pt x="12049831" y="1897109"/>
                  </a:lnTo>
                  <a:lnTo>
                    <a:pt x="12049831" y="1891868"/>
                  </a:lnTo>
                  <a:lnTo>
                    <a:pt x="11054891" y="1891868"/>
                  </a:lnTo>
                  <a:lnTo>
                    <a:pt x="11053759" y="1891883"/>
                  </a:lnTo>
                  <a:lnTo>
                    <a:pt x="11046290" y="1891987"/>
                  </a:lnTo>
                  <a:lnTo>
                    <a:pt x="11027361" y="1892276"/>
                  </a:lnTo>
                  <a:lnTo>
                    <a:pt x="10993264" y="1892844"/>
                  </a:lnTo>
                  <a:lnTo>
                    <a:pt x="10941931" y="1893783"/>
                  </a:lnTo>
                  <a:lnTo>
                    <a:pt x="10873082" y="1895171"/>
                  </a:lnTo>
                  <a:lnTo>
                    <a:pt x="10788172" y="1897065"/>
                  </a:lnTo>
                  <a:lnTo>
                    <a:pt x="10690068" y="1899499"/>
                  </a:lnTo>
                  <a:lnTo>
                    <a:pt x="10582533" y="1902488"/>
                  </a:lnTo>
                  <a:lnTo>
                    <a:pt x="10469625" y="1906027"/>
                  </a:lnTo>
                  <a:lnTo>
                    <a:pt x="10355174" y="1910106"/>
                  </a:lnTo>
                  <a:lnTo>
                    <a:pt x="10242411" y="1914715"/>
                  </a:lnTo>
                  <a:lnTo>
                    <a:pt x="10133788" y="1919851"/>
                  </a:lnTo>
                  <a:lnTo>
                    <a:pt x="10030949" y="1925524"/>
                  </a:lnTo>
                  <a:lnTo>
                    <a:pt x="9934817" y="1931761"/>
                  </a:lnTo>
                  <a:lnTo>
                    <a:pt x="9845728" y="1938603"/>
                  </a:lnTo>
                  <a:lnTo>
                    <a:pt x="9763578" y="1946112"/>
                  </a:lnTo>
                  <a:lnTo>
                    <a:pt x="9687956" y="1954363"/>
                  </a:lnTo>
                  <a:lnTo>
                    <a:pt x="9618253" y="1963448"/>
                  </a:lnTo>
                  <a:lnTo>
                    <a:pt x="9553747" y="1973468"/>
                  </a:lnTo>
                  <a:lnTo>
                    <a:pt x="9493668" y="1984526"/>
                  </a:lnTo>
                  <a:lnTo>
                    <a:pt x="9437242" y="1996723"/>
                  </a:lnTo>
                  <a:lnTo>
                    <a:pt x="9383734" y="2010134"/>
                  </a:lnTo>
                  <a:lnTo>
                    <a:pt x="9347647" y="2020264"/>
                  </a:lnTo>
                  <a:lnTo>
                    <a:pt x="9288826" y="2038701"/>
                  </a:lnTo>
                  <a:lnTo>
                    <a:pt x="9231785" y="2058905"/>
                  </a:lnTo>
                  <a:lnTo>
                    <a:pt x="9175892" y="2080907"/>
                  </a:lnTo>
                  <a:lnTo>
                    <a:pt x="9120674" y="2104682"/>
                  </a:lnTo>
                  <a:lnTo>
                    <a:pt x="9065788" y="2130149"/>
                  </a:lnTo>
                  <a:lnTo>
                    <a:pt x="9011004" y="2157162"/>
                  </a:lnTo>
                  <a:lnTo>
                    <a:pt x="8956182" y="2185512"/>
                  </a:lnTo>
                  <a:lnTo>
                    <a:pt x="8901260" y="2214930"/>
                  </a:lnTo>
                  <a:lnTo>
                    <a:pt x="8846237" y="2245098"/>
                  </a:lnTo>
                  <a:lnTo>
                    <a:pt x="8791149" y="2275659"/>
                  </a:lnTo>
                  <a:lnTo>
                    <a:pt x="8736059" y="2306237"/>
                  </a:lnTo>
                  <a:lnTo>
                    <a:pt x="8681027" y="2336456"/>
                  </a:lnTo>
                  <a:lnTo>
                    <a:pt x="8626096" y="2365956"/>
                  </a:lnTo>
                  <a:lnTo>
                    <a:pt x="8571266" y="2394416"/>
                  </a:lnTo>
                  <a:lnTo>
                    <a:pt x="8516483" y="2421560"/>
                  </a:lnTo>
                  <a:lnTo>
                    <a:pt x="8461615" y="2447175"/>
                  </a:lnTo>
                  <a:lnTo>
                    <a:pt x="8406439" y="2471109"/>
                  </a:lnTo>
                  <a:lnTo>
                    <a:pt x="8350625" y="2493274"/>
                  </a:lnTo>
                  <a:lnTo>
                    <a:pt x="8293713" y="2513642"/>
                  </a:lnTo>
                  <a:lnTo>
                    <a:pt x="8235085" y="2532237"/>
                  </a:lnTo>
                  <a:lnTo>
                    <a:pt x="8229629" y="2533846"/>
                  </a:lnTo>
                  <a:lnTo>
                    <a:pt x="8177768" y="2548126"/>
                  </a:lnTo>
                  <a:lnTo>
                    <a:pt x="8123459" y="2561167"/>
                  </a:lnTo>
                  <a:lnTo>
                    <a:pt x="8066017" y="2573014"/>
                  </a:lnTo>
                  <a:lnTo>
                    <a:pt x="8004693" y="2583750"/>
                  </a:lnTo>
                  <a:lnTo>
                    <a:pt x="7938709" y="2593479"/>
                  </a:lnTo>
                  <a:lnTo>
                    <a:pt x="7867303" y="2602303"/>
                  </a:lnTo>
                  <a:lnTo>
                    <a:pt x="7789781" y="2610323"/>
                  </a:lnTo>
                  <a:lnTo>
                    <a:pt x="7705583" y="2617625"/>
                  </a:lnTo>
                  <a:lnTo>
                    <a:pt x="7614377" y="2624280"/>
                  </a:lnTo>
                  <a:lnTo>
                    <a:pt x="7516175" y="2630344"/>
                  </a:lnTo>
                  <a:lnTo>
                    <a:pt x="7411474" y="2635854"/>
                  </a:lnTo>
                  <a:lnTo>
                    <a:pt x="7301402" y="2640832"/>
                  </a:lnTo>
                  <a:lnTo>
                    <a:pt x="7187839" y="2645283"/>
                  </a:lnTo>
                  <a:lnTo>
                    <a:pt x="7073479" y="2649201"/>
                  </a:lnTo>
                  <a:lnTo>
                    <a:pt x="6961760" y="2652576"/>
                  </a:lnTo>
                  <a:lnTo>
                    <a:pt x="6856628" y="2655399"/>
                  </a:lnTo>
                  <a:lnTo>
                    <a:pt x="6762114" y="2657669"/>
                  </a:lnTo>
                  <a:lnTo>
                    <a:pt x="6681773" y="2659406"/>
                  </a:lnTo>
                  <a:lnTo>
                    <a:pt x="6618097" y="2660652"/>
                  </a:lnTo>
                  <a:lnTo>
                    <a:pt x="6572043" y="2661471"/>
                  </a:lnTo>
                  <a:lnTo>
                    <a:pt x="6542789" y="2661946"/>
                  </a:lnTo>
                  <a:lnTo>
                    <a:pt x="6527752" y="2662169"/>
                  </a:lnTo>
                  <a:lnTo>
                    <a:pt x="6522780" y="2662237"/>
                  </a:lnTo>
                  <a:lnTo>
                    <a:pt x="6522385" y="2662242"/>
                  </a:lnTo>
                  <a:lnTo>
                    <a:pt x="5527445" y="2662242"/>
                  </a:lnTo>
                  <a:lnTo>
                    <a:pt x="5526362" y="2662193"/>
                  </a:lnTo>
                  <a:lnTo>
                    <a:pt x="5519209" y="2661849"/>
                  </a:lnTo>
                  <a:lnTo>
                    <a:pt x="5501057" y="2660896"/>
                  </a:lnTo>
                  <a:lnTo>
                    <a:pt x="5468308" y="2659019"/>
                  </a:lnTo>
                  <a:lnTo>
                    <a:pt x="5418897" y="2655915"/>
                  </a:lnTo>
                  <a:lnTo>
                    <a:pt x="5352442" y="2651324"/>
                  </a:lnTo>
                  <a:lnTo>
                    <a:pt x="5270206" y="2645049"/>
                  </a:lnTo>
                  <a:lnTo>
                    <a:pt x="5174825" y="2636968"/>
                  </a:lnTo>
                  <a:lnTo>
                    <a:pt x="5069829" y="2627032"/>
                  </a:lnTo>
                  <a:lnTo>
                    <a:pt x="4959096" y="2615245"/>
                  </a:lnTo>
                  <a:lnTo>
                    <a:pt x="4846347" y="2601640"/>
                  </a:lnTo>
                  <a:lnTo>
                    <a:pt x="4734776" y="2586254"/>
                  </a:lnTo>
                  <a:lnTo>
                    <a:pt x="4626859" y="2569102"/>
                  </a:lnTo>
                  <a:lnTo>
                    <a:pt x="4524309" y="2550158"/>
                  </a:lnTo>
                  <a:lnTo>
                    <a:pt x="4428136" y="2529349"/>
                  </a:lnTo>
                  <a:lnTo>
                    <a:pt x="4338769" y="2506543"/>
                  </a:lnTo>
                  <a:lnTo>
                    <a:pt x="4256193" y="2481557"/>
                  </a:lnTo>
                  <a:lnTo>
                    <a:pt x="4180076" y="2454148"/>
                  </a:lnTo>
                  <a:lnTo>
                    <a:pt x="4109875" y="2424029"/>
                  </a:lnTo>
                  <a:lnTo>
                    <a:pt x="4044924" y="2390874"/>
                  </a:lnTo>
                  <a:lnTo>
                    <a:pt x="3984493" y="2354336"/>
                  </a:lnTo>
                  <a:lnTo>
                    <a:pt x="3927838" y="2314078"/>
                  </a:lnTo>
                  <a:lnTo>
                    <a:pt x="3874242" y="2269820"/>
                  </a:lnTo>
                  <a:lnTo>
                    <a:pt x="3823047" y="2221406"/>
                  </a:lnTo>
                  <a:lnTo>
                    <a:pt x="3820202" y="2218535"/>
                  </a:lnTo>
                  <a:lnTo>
                    <a:pt x="3774965" y="2170280"/>
                  </a:lnTo>
                  <a:lnTo>
                    <a:pt x="3730873" y="2118466"/>
                  </a:lnTo>
                  <a:lnTo>
                    <a:pt x="3687611" y="2063022"/>
                  </a:lnTo>
                  <a:lnTo>
                    <a:pt x="3644927" y="2003934"/>
                  </a:lnTo>
                  <a:lnTo>
                    <a:pt x="3602622" y="1941252"/>
                  </a:lnTo>
                  <a:lnTo>
                    <a:pt x="3560539" y="1875101"/>
                  </a:lnTo>
                  <a:lnTo>
                    <a:pt x="3518562" y="1805676"/>
                  </a:lnTo>
                  <a:lnTo>
                    <a:pt x="3476606" y="1733252"/>
                  </a:lnTo>
                  <a:lnTo>
                    <a:pt x="3434621" y="1658176"/>
                  </a:lnTo>
                  <a:lnTo>
                    <a:pt x="3392577" y="1580867"/>
                  </a:lnTo>
                  <a:lnTo>
                    <a:pt x="3350470" y="1501806"/>
                  </a:lnTo>
                  <a:lnTo>
                    <a:pt x="3308310" y="1421522"/>
                  </a:lnTo>
                  <a:lnTo>
                    <a:pt x="3266118" y="1340583"/>
                  </a:lnTo>
                  <a:lnTo>
                    <a:pt x="3223923" y="1259576"/>
                  </a:lnTo>
                  <a:lnTo>
                    <a:pt x="3181753" y="1179087"/>
                  </a:lnTo>
                  <a:lnTo>
                    <a:pt x="3139632" y="1099692"/>
                  </a:lnTo>
                  <a:lnTo>
                    <a:pt x="3097573" y="1021929"/>
                  </a:lnTo>
                  <a:lnTo>
                    <a:pt x="3055576" y="946292"/>
                  </a:lnTo>
                  <a:lnTo>
                    <a:pt x="3013617" y="873215"/>
                  </a:lnTo>
                  <a:lnTo>
                    <a:pt x="2971651" y="803062"/>
                  </a:lnTo>
                  <a:lnTo>
                    <a:pt x="2929602" y="736126"/>
                  </a:lnTo>
                  <a:lnTo>
                    <a:pt x="2887361" y="672621"/>
                  </a:lnTo>
                  <a:lnTo>
                    <a:pt x="2844782" y="612687"/>
                  </a:lnTo>
                  <a:lnTo>
                    <a:pt x="2801675" y="556391"/>
                  </a:lnTo>
                  <a:lnTo>
                    <a:pt x="2757802" y="503735"/>
                  </a:lnTo>
                  <a:lnTo>
                    <a:pt x="2712865" y="454658"/>
                  </a:lnTo>
                  <a:lnTo>
                    <a:pt x="2702183" y="443707"/>
                  </a:lnTo>
                  <a:lnTo>
                    <a:pt x="2651107" y="395057"/>
                  </a:lnTo>
                  <a:lnTo>
                    <a:pt x="2597664" y="350565"/>
                  </a:lnTo>
                  <a:lnTo>
                    <a:pt x="2541202" y="310087"/>
                  </a:lnTo>
                  <a:lnTo>
                    <a:pt x="2481004" y="273347"/>
                  </a:lnTo>
                  <a:lnTo>
                    <a:pt x="2416329" y="240009"/>
                  </a:lnTo>
                  <a:lnTo>
                    <a:pt x="2346445" y="209727"/>
                  </a:lnTo>
                  <a:lnTo>
                    <a:pt x="2270680" y="182173"/>
                  </a:lnTo>
                  <a:lnTo>
                    <a:pt x="2188482" y="157055"/>
                  </a:lnTo>
                  <a:lnTo>
                    <a:pt x="2099505" y="134132"/>
                  </a:lnTo>
                  <a:lnTo>
                    <a:pt x="2003711" y="113213"/>
                  </a:lnTo>
                  <a:lnTo>
                    <a:pt x="1901501" y="94166"/>
                  </a:lnTo>
                  <a:lnTo>
                    <a:pt x="1793851" y="76913"/>
                  </a:lnTo>
                  <a:lnTo>
                    <a:pt x="1682428" y="61427"/>
                  </a:lnTo>
                  <a:lnTo>
                    <a:pt x="1569666" y="47720"/>
                  </a:lnTo>
                  <a:lnTo>
                    <a:pt x="1458723" y="35829"/>
                  </a:lnTo>
                  <a:lnTo>
                    <a:pt x="1353297" y="25787"/>
                  </a:lnTo>
                  <a:lnTo>
                    <a:pt x="1257270" y="17602"/>
                  </a:lnTo>
                  <a:lnTo>
                    <a:pt x="1174207" y="11226"/>
                  </a:lnTo>
                  <a:lnTo>
                    <a:pt x="1106808" y="6544"/>
                  </a:lnTo>
                  <a:lnTo>
                    <a:pt x="1056423" y="3362"/>
                  </a:lnTo>
                  <a:lnTo>
                    <a:pt x="1022769" y="1424"/>
                  </a:lnTo>
                  <a:lnTo>
                    <a:pt x="1003872" y="427"/>
                  </a:lnTo>
                  <a:lnTo>
                    <a:pt x="996214" y="57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9" name="pl78"/>
            <p:cNvSpPr/>
            <p:nvPr/>
          </p:nvSpPr>
          <p:spPr>
            <a:xfrm>
              <a:off x="1199187" y="3872664"/>
              <a:ext cx="12049831" cy="2662242"/>
            </a:xfrm>
            <a:custGeom>
              <a:avLst/>
              <a:pathLst>
                <a:path w="12049831" h="2662242">
                  <a:moveTo>
                    <a:pt x="0" y="0"/>
                  </a:moveTo>
                  <a:lnTo>
                    <a:pt x="994940" y="0"/>
                  </a:lnTo>
                  <a:lnTo>
                    <a:pt x="996023" y="48"/>
                  </a:lnTo>
                  <a:lnTo>
                    <a:pt x="1003176" y="393"/>
                  </a:lnTo>
                  <a:lnTo>
                    <a:pt x="1021328" y="1345"/>
                  </a:lnTo>
                  <a:lnTo>
                    <a:pt x="1054077" y="3222"/>
                  </a:lnTo>
                  <a:lnTo>
                    <a:pt x="1103488" y="6326"/>
                  </a:lnTo>
                  <a:lnTo>
                    <a:pt x="1169943" y="10917"/>
                  </a:lnTo>
                  <a:lnTo>
                    <a:pt x="1252179" y="17192"/>
                  </a:lnTo>
                  <a:lnTo>
                    <a:pt x="1347560" y="25273"/>
                  </a:lnTo>
                  <a:lnTo>
                    <a:pt x="1452556" y="35209"/>
                  </a:lnTo>
                  <a:lnTo>
                    <a:pt x="1563289" y="46996"/>
                  </a:lnTo>
                  <a:lnTo>
                    <a:pt x="1676038" y="60601"/>
                  </a:lnTo>
                  <a:lnTo>
                    <a:pt x="1787609" y="75987"/>
                  </a:lnTo>
                  <a:lnTo>
                    <a:pt x="1895526" y="93139"/>
                  </a:lnTo>
                  <a:lnTo>
                    <a:pt x="1998076" y="112083"/>
                  </a:lnTo>
                  <a:lnTo>
                    <a:pt x="2094249" y="132893"/>
                  </a:lnTo>
                  <a:lnTo>
                    <a:pt x="2183616" y="155698"/>
                  </a:lnTo>
                  <a:lnTo>
                    <a:pt x="2266192" y="180685"/>
                  </a:lnTo>
                  <a:lnTo>
                    <a:pt x="2342309" y="208093"/>
                  </a:lnTo>
                  <a:lnTo>
                    <a:pt x="2412510" y="238212"/>
                  </a:lnTo>
                  <a:lnTo>
                    <a:pt x="2477461" y="271368"/>
                  </a:lnTo>
                  <a:lnTo>
                    <a:pt x="2537892" y="307905"/>
                  </a:lnTo>
                  <a:lnTo>
                    <a:pt x="2594547" y="348163"/>
                  </a:lnTo>
                  <a:lnTo>
                    <a:pt x="2648143" y="392422"/>
                  </a:lnTo>
                  <a:lnTo>
                    <a:pt x="2699338" y="440835"/>
                  </a:lnTo>
                  <a:lnTo>
                    <a:pt x="2702183" y="443707"/>
                  </a:lnTo>
                  <a:lnTo>
                    <a:pt x="2747420" y="491961"/>
                  </a:lnTo>
                  <a:lnTo>
                    <a:pt x="2791512" y="543775"/>
                  </a:lnTo>
                  <a:lnTo>
                    <a:pt x="2834774" y="599219"/>
                  </a:lnTo>
                  <a:lnTo>
                    <a:pt x="2877458" y="658307"/>
                  </a:lnTo>
                  <a:lnTo>
                    <a:pt x="2919763" y="720989"/>
                  </a:lnTo>
                  <a:lnTo>
                    <a:pt x="2961846" y="787140"/>
                  </a:lnTo>
                  <a:lnTo>
                    <a:pt x="3003823" y="856565"/>
                  </a:lnTo>
                  <a:lnTo>
                    <a:pt x="3045779" y="928989"/>
                  </a:lnTo>
                  <a:lnTo>
                    <a:pt x="3087764" y="1004065"/>
                  </a:lnTo>
                  <a:lnTo>
                    <a:pt x="3129808" y="1081374"/>
                  </a:lnTo>
                  <a:lnTo>
                    <a:pt x="3171915" y="1160435"/>
                  </a:lnTo>
                  <a:lnTo>
                    <a:pt x="3214075" y="1240719"/>
                  </a:lnTo>
                  <a:lnTo>
                    <a:pt x="3256267" y="1321658"/>
                  </a:lnTo>
                  <a:lnTo>
                    <a:pt x="3298462" y="1402666"/>
                  </a:lnTo>
                  <a:lnTo>
                    <a:pt x="3340632" y="1483154"/>
                  </a:lnTo>
                  <a:lnTo>
                    <a:pt x="3382753" y="1562550"/>
                  </a:lnTo>
                  <a:lnTo>
                    <a:pt x="3424812" y="1640312"/>
                  </a:lnTo>
                  <a:lnTo>
                    <a:pt x="3466809" y="1715949"/>
                  </a:lnTo>
                  <a:lnTo>
                    <a:pt x="3508768" y="1789026"/>
                  </a:lnTo>
                  <a:lnTo>
                    <a:pt x="3550734" y="1859179"/>
                  </a:lnTo>
                  <a:lnTo>
                    <a:pt x="3592783" y="1926115"/>
                  </a:lnTo>
                  <a:lnTo>
                    <a:pt x="3635024" y="1989620"/>
                  </a:lnTo>
                  <a:lnTo>
                    <a:pt x="3677603" y="2049554"/>
                  </a:lnTo>
                  <a:lnTo>
                    <a:pt x="3720710" y="2105850"/>
                  </a:lnTo>
                  <a:lnTo>
                    <a:pt x="3764583" y="2158507"/>
                  </a:lnTo>
                  <a:lnTo>
                    <a:pt x="3809520" y="2207583"/>
                  </a:lnTo>
                  <a:lnTo>
                    <a:pt x="3820202" y="2218535"/>
                  </a:lnTo>
                  <a:lnTo>
                    <a:pt x="3871278" y="2267184"/>
                  </a:lnTo>
                  <a:lnTo>
                    <a:pt x="3924721" y="2311676"/>
                  </a:lnTo>
                  <a:lnTo>
                    <a:pt x="3981183" y="2352154"/>
                  </a:lnTo>
                  <a:lnTo>
                    <a:pt x="4041381" y="2388894"/>
                  </a:lnTo>
                  <a:lnTo>
                    <a:pt x="4106056" y="2422232"/>
                  </a:lnTo>
                  <a:lnTo>
                    <a:pt x="4175940" y="2452514"/>
                  </a:lnTo>
                  <a:lnTo>
                    <a:pt x="4251705" y="2480068"/>
                  </a:lnTo>
                  <a:lnTo>
                    <a:pt x="4333903" y="2505186"/>
                  </a:lnTo>
                  <a:lnTo>
                    <a:pt x="4422880" y="2528109"/>
                  </a:lnTo>
                  <a:lnTo>
                    <a:pt x="4518674" y="2549028"/>
                  </a:lnTo>
                  <a:lnTo>
                    <a:pt x="4620884" y="2568075"/>
                  </a:lnTo>
                  <a:lnTo>
                    <a:pt x="4728534" y="2585328"/>
                  </a:lnTo>
                  <a:lnTo>
                    <a:pt x="4839957" y="2600814"/>
                  </a:lnTo>
                  <a:lnTo>
                    <a:pt x="4952719" y="2614521"/>
                  </a:lnTo>
                  <a:lnTo>
                    <a:pt x="5063662" y="2626412"/>
                  </a:lnTo>
                  <a:lnTo>
                    <a:pt x="5169088" y="2636454"/>
                  </a:lnTo>
                  <a:lnTo>
                    <a:pt x="5265115" y="2644640"/>
                  </a:lnTo>
                  <a:lnTo>
                    <a:pt x="5348178" y="2651015"/>
                  </a:lnTo>
                  <a:lnTo>
                    <a:pt x="5415577" y="2655697"/>
                  </a:lnTo>
                  <a:lnTo>
                    <a:pt x="5465962" y="2658879"/>
                  </a:lnTo>
                  <a:lnTo>
                    <a:pt x="5499616" y="2660818"/>
                  </a:lnTo>
                  <a:lnTo>
                    <a:pt x="5518513" y="2661814"/>
                  </a:lnTo>
                  <a:lnTo>
                    <a:pt x="5526171" y="2662184"/>
                  </a:lnTo>
                  <a:lnTo>
                    <a:pt x="5527445" y="2662242"/>
                  </a:lnTo>
                  <a:lnTo>
                    <a:pt x="5527445" y="2662242"/>
                  </a:lnTo>
                  <a:lnTo>
                    <a:pt x="6522385" y="2662242"/>
                  </a:lnTo>
                  <a:lnTo>
                    <a:pt x="6523517" y="2662227"/>
                  </a:lnTo>
                  <a:lnTo>
                    <a:pt x="6530986" y="2662123"/>
                  </a:lnTo>
                  <a:lnTo>
                    <a:pt x="6549916" y="2661834"/>
                  </a:lnTo>
                  <a:lnTo>
                    <a:pt x="6584012" y="2661266"/>
                  </a:lnTo>
                  <a:lnTo>
                    <a:pt x="6635345" y="2660327"/>
                  </a:lnTo>
                  <a:lnTo>
                    <a:pt x="6704194" y="2658939"/>
                  </a:lnTo>
                  <a:lnTo>
                    <a:pt x="6789105" y="2657045"/>
                  </a:lnTo>
                  <a:lnTo>
                    <a:pt x="6887208" y="2654611"/>
                  </a:lnTo>
                  <a:lnTo>
                    <a:pt x="6994744" y="2651622"/>
                  </a:lnTo>
                  <a:lnTo>
                    <a:pt x="7107652" y="2648083"/>
                  </a:lnTo>
                  <a:lnTo>
                    <a:pt x="7222103" y="2644004"/>
                  </a:lnTo>
                  <a:lnTo>
                    <a:pt x="7334865" y="2639395"/>
                  </a:lnTo>
                  <a:lnTo>
                    <a:pt x="7443489" y="2634259"/>
                  </a:lnTo>
                  <a:lnTo>
                    <a:pt x="7546328" y="2628586"/>
                  </a:lnTo>
                  <a:lnTo>
                    <a:pt x="7642460" y="2622349"/>
                  </a:lnTo>
                  <a:lnTo>
                    <a:pt x="7731549" y="2615507"/>
                  </a:lnTo>
                  <a:lnTo>
                    <a:pt x="7813698" y="2607998"/>
                  </a:lnTo>
                  <a:lnTo>
                    <a:pt x="7889321" y="2599747"/>
                  </a:lnTo>
                  <a:lnTo>
                    <a:pt x="7959024" y="2590662"/>
                  </a:lnTo>
                  <a:lnTo>
                    <a:pt x="8023529" y="2580642"/>
                  </a:lnTo>
                  <a:lnTo>
                    <a:pt x="8083608" y="2569584"/>
                  </a:lnTo>
                  <a:lnTo>
                    <a:pt x="8140035" y="2557387"/>
                  </a:lnTo>
                  <a:lnTo>
                    <a:pt x="8193543" y="2543976"/>
                  </a:lnTo>
                  <a:lnTo>
                    <a:pt x="8229629" y="2533846"/>
                  </a:lnTo>
                  <a:lnTo>
                    <a:pt x="8288451" y="2515409"/>
                  </a:lnTo>
                  <a:lnTo>
                    <a:pt x="8345492" y="2495205"/>
                  </a:lnTo>
                  <a:lnTo>
                    <a:pt x="8401385" y="2473203"/>
                  </a:lnTo>
                  <a:lnTo>
                    <a:pt x="8456603" y="2449428"/>
                  </a:lnTo>
                  <a:lnTo>
                    <a:pt x="8511488" y="2423961"/>
                  </a:lnTo>
                  <a:lnTo>
                    <a:pt x="8566273" y="2396948"/>
                  </a:lnTo>
                  <a:lnTo>
                    <a:pt x="8621094" y="2368598"/>
                  </a:lnTo>
                  <a:lnTo>
                    <a:pt x="8676016" y="2339180"/>
                  </a:lnTo>
                  <a:lnTo>
                    <a:pt x="8731040" y="2309012"/>
                  </a:lnTo>
                  <a:lnTo>
                    <a:pt x="8786127" y="2278451"/>
                  </a:lnTo>
                  <a:lnTo>
                    <a:pt x="8841217" y="2247873"/>
                  </a:lnTo>
                  <a:lnTo>
                    <a:pt x="8896249" y="2217654"/>
                  </a:lnTo>
                  <a:lnTo>
                    <a:pt x="8951181" y="2188154"/>
                  </a:lnTo>
                  <a:lnTo>
                    <a:pt x="9006010" y="2159694"/>
                  </a:lnTo>
                  <a:lnTo>
                    <a:pt x="9060793" y="2132550"/>
                  </a:lnTo>
                  <a:lnTo>
                    <a:pt x="9115662" y="2106935"/>
                  </a:lnTo>
                  <a:lnTo>
                    <a:pt x="9170837" y="2083001"/>
                  </a:lnTo>
                  <a:lnTo>
                    <a:pt x="9226651" y="2060836"/>
                  </a:lnTo>
                  <a:lnTo>
                    <a:pt x="9283564" y="2040468"/>
                  </a:lnTo>
                  <a:lnTo>
                    <a:pt x="9342192" y="2021873"/>
                  </a:lnTo>
                  <a:lnTo>
                    <a:pt x="9347647" y="2020264"/>
                  </a:lnTo>
                  <a:lnTo>
                    <a:pt x="9399508" y="2005984"/>
                  </a:lnTo>
                  <a:lnTo>
                    <a:pt x="9453818" y="1992943"/>
                  </a:lnTo>
                  <a:lnTo>
                    <a:pt x="9511260" y="1981096"/>
                  </a:lnTo>
                  <a:lnTo>
                    <a:pt x="9572584" y="1970360"/>
                  </a:lnTo>
                  <a:lnTo>
                    <a:pt x="9638568" y="1960631"/>
                  </a:lnTo>
                  <a:lnTo>
                    <a:pt x="9709973" y="1951807"/>
                  </a:lnTo>
                  <a:lnTo>
                    <a:pt x="9787495" y="1943787"/>
                  </a:lnTo>
                  <a:lnTo>
                    <a:pt x="9871694" y="1936485"/>
                  </a:lnTo>
                  <a:lnTo>
                    <a:pt x="9962900" y="1929830"/>
                  </a:lnTo>
                  <a:lnTo>
                    <a:pt x="10061102" y="1923766"/>
                  </a:lnTo>
                  <a:lnTo>
                    <a:pt x="10165802" y="1918256"/>
                  </a:lnTo>
                  <a:lnTo>
                    <a:pt x="10275875" y="1913278"/>
                  </a:lnTo>
                  <a:lnTo>
                    <a:pt x="10389438" y="1908827"/>
                  </a:lnTo>
                  <a:lnTo>
                    <a:pt x="10503798" y="1904909"/>
                  </a:lnTo>
                  <a:lnTo>
                    <a:pt x="10615517" y="1901534"/>
                  </a:lnTo>
                  <a:lnTo>
                    <a:pt x="10720648" y="1898712"/>
                  </a:lnTo>
                  <a:lnTo>
                    <a:pt x="10815163" y="1896441"/>
                  </a:lnTo>
                  <a:lnTo>
                    <a:pt x="10895504" y="1894704"/>
                  </a:lnTo>
                  <a:lnTo>
                    <a:pt x="10959180" y="1893458"/>
                  </a:lnTo>
                  <a:lnTo>
                    <a:pt x="11005234" y="1892639"/>
                  </a:lnTo>
                  <a:lnTo>
                    <a:pt x="11034488" y="1892164"/>
                  </a:lnTo>
                  <a:lnTo>
                    <a:pt x="11049525" y="1891941"/>
                  </a:lnTo>
                  <a:lnTo>
                    <a:pt x="11054496" y="1891873"/>
                  </a:lnTo>
                  <a:lnTo>
                    <a:pt x="11054891" y="1891868"/>
                  </a:lnTo>
                  <a:lnTo>
                    <a:pt x="12049831" y="1891868"/>
                  </a:lnTo>
                  <a:lnTo>
                    <a:pt x="12049831" y="18918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" name="pl79"/>
            <p:cNvSpPr/>
            <p:nvPr/>
          </p:nvSpPr>
          <p:spPr>
            <a:xfrm>
              <a:off x="1199187" y="3867423"/>
              <a:ext cx="12049831" cy="2662242"/>
            </a:xfrm>
            <a:custGeom>
              <a:avLst/>
              <a:pathLst>
                <a:path w="12049831" h="2662242">
                  <a:moveTo>
                    <a:pt x="12049831" y="1891868"/>
                  </a:moveTo>
                  <a:lnTo>
                    <a:pt x="11054891" y="1891868"/>
                  </a:lnTo>
                  <a:lnTo>
                    <a:pt x="11053759" y="1891883"/>
                  </a:lnTo>
                  <a:lnTo>
                    <a:pt x="11046290" y="1891987"/>
                  </a:lnTo>
                  <a:lnTo>
                    <a:pt x="11027361" y="1892276"/>
                  </a:lnTo>
                  <a:lnTo>
                    <a:pt x="10993264" y="1892844"/>
                  </a:lnTo>
                  <a:lnTo>
                    <a:pt x="10941931" y="1893783"/>
                  </a:lnTo>
                  <a:lnTo>
                    <a:pt x="10873082" y="1895171"/>
                  </a:lnTo>
                  <a:lnTo>
                    <a:pt x="10788172" y="1897065"/>
                  </a:lnTo>
                  <a:lnTo>
                    <a:pt x="10690068" y="1899499"/>
                  </a:lnTo>
                  <a:lnTo>
                    <a:pt x="10582533" y="1902488"/>
                  </a:lnTo>
                  <a:lnTo>
                    <a:pt x="10469625" y="1906027"/>
                  </a:lnTo>
                  <a:lnTo>
                    <a:pt x="10355174" y="1910106"/>
                  </a:lnTo>
                  <a:lnTo>
                    <a:pt x="10242411" y="1914715"/>
                  </a:lnTo>
                  <a:lnTo>
                    <a:pt x="10133788" y="1919851"/>
                  </a:lnTo>
                  <a:lnTo>
                    <a:pt x="10030949" y="1925524"/>
                  </a:lnTo>
                  <a:lnTo>
                    <a:pt x="9934817" y="1931761"/>
                  </a:lnTo>
                  <a:lnTo>
                    <a:pt x="9845728" y="1938603"/>
                  </a:lnTo>
                  <a:lnTo>
                    <a:pt x="9763578" y="1946112"/>
                  </a:lnTo>
                  <a:lnTo>
                    <a:pt x="9687956" y="1954363"/>
                  </a:lnTo>
                  <a:lnTo>
                    <a:pt x="9618253" y="1963448"/>
                  </a:lnTo>
                  <a:lnTo>
                    <a:pt x="9553747" y="1973468"/>
                  </a:lnTo>
                  <a:lnTo>
                    <a:pt x="9493668" y="1984526"/>
                  </a:lnTo>
                  <a:lnTo>
                    <a:pt x="9437242" y="1996723"/>
                  </a:lnTo>
                  <a:lnTo>
                    <a:pt x="9383734" y="2010134"/>
                  </a:lnTo>
                  <a:lnTo>
                    <a:pt x="9347647" y="2020264"/>
                  </a:lnTo>
                  <a:lnTo>
                    <a:pt x="9288826" y="2038701"/>
                  </a:lnTo>
                  <a:lnTo>
                    <a:pt x="9231785" y="2058905"/>
                  </a:lnTo>
                  <a:lnTo>
                    <a:pt x="9175892" y="2080907"/>
                  </a:lnTo>
                  <a:lnTo>
                    <a:pt x="9120674" y="2104682"/>
                  </a:lnTo>
                  <a:lnTo>
                    <a:pt x="9065788" y="2130149"/>
                  </a:lnTo>
                  <a:lnTo>
                    <a:pt x="9011004" y="2157162"/>
                  </a:lnTo>
                  <a:lnTo>
                    <a:pt x="8956182" y="2185512"/>
                  </a:lnTo>
                  <a:lnTo>
                    <a:pt x="8901260" y="2214930"/>
                  </a:lnTo>
                  <a:lnTo>
                    <a:pt x="8846237" y="2245098"/>
                  </a:lnTo>
                  <a:lnTo>
                    <a:pt x="8791149" y="2275659"/>
                  </a:lnTo>
                  <a:lnTo>
                    <a:pt x="8736059" y="2306237"/>
                  </a:lnTo>
                  <a:lnTo>
                    <a:pt x="8681027" y="2336456"/>
                  </a:lnTo>
                  <a:lnTo>
                    <a:pt x="8626096" y="2365956"/>
                  </a:lnTo>
                  <a:lnTo>
                    <a:pt x="8571266" y="2394416"/>
                  </a:lnTo>
                  <a:lnTo>
                    <a:pt x="8516483" y="2421560"/>
                  </a:lnTo>
                  <a:lnTo>
                    <a:pt x="8461615" y="2447175"/>
                  </a:lnTo>
                  <a:lnTo>
                    <a:pt x="8406439" y="2471109"/>
                  </a:lnTo>
                  <a:lnTo>
                    <a:pt x="8350625" y="2493274"/>
                  </a:lnTo>
                  <a:lnTo>
                    <a:pt x="8293713" y="2513642"/>
                  </a:lnTo>
                  <a:lnTo>
                    <a:pt x="8235085" y="2532237"/>
                  </a:lnTo>
                  <a:lnTo>
                    <a:pt x="8229629" y="2533846"/>
                  </a:lnTo>
                  <a:lnTo>
                    <a:pt x="8177768" y="2548126"/>
                  </a:lnTo>
                  <a:lnTo>
                    <a:pt x="8123459" y="2561167"/>
                  </a:lnTo>
                  <a:lnTo>
                    <a:pt x="8066017" y="2573014"/>
                  </a:lnTo>
                  <a:lnTo>
                    <a:pt x="8004693" y="2583750"/>
                  </a:lnTo>
                  <a:lnTo>
                    <a:pt x="7938709" y="2593479"/>
                  </a:lnTo>
                  <a:lnTo>
                    <a:pt x="7867303" y="2602303"/>
                  </a:lnTo>
                  <a:lnTo>
                    <a:pt x="7789781" y="2610323"/>
                  </a:lnTo>
                  <a:lnTo>
                    <a:pt x="7705583" y="2617625"/>
                  </a:lnTo>
                  <a:lnTo>
                    <a:pt x="7614377" y="2624280"/>
                  </a:lnTo>
                  <a:lnTo>
                    <a:pt x="7516175" y="2630344"/>
                  </a:lnTo>
                  <a:lnTo>
                    <a:pt x="7411474" y="2635854"/>
                  </a:lnTo>
                  <a:lnTo>
                    <a:pt x="7301402" y="2640832"/>
                  </a:lnTo>
                  <a:lnTo>
                    <a:pt x="7187839" y="2645283"/>
                  </a:lnTo>
                  <a:lnTo>
                    <a:pt x="7073479" y="2649201"/>
                  </a:lnTo>
                  <a:lnTo>
                    <a:pt x="6961760" y="2652576"/>
                  </a:lnTo>
                  <a:lnTo>
                    <a:pt x="6856628" y="2655399"/>
                  </a:lnTo>
                  <a:lnTo>
                    <a:pt x="6762114" y="2657669"/>
                  </a:lnTo>
                  <a:lnTo>
                    <a:pt x="6681773" y="2659406"/>
                  </a:lnTo>
                  <a:lnTo>
                    <a:pt x="6618097" y="2660652"/>
                  </a:lnTo>
                  <a:lnTo>
                    <a:pt x="6572043" y="2661471"/>
                  </a:lnTo>
                  <a:lnTo>
                    <a:pt x="6542789" y="2661946"/>
                  </a:lnTo>
                  <a:lnTo>
                    <a:pt x="6527752" y="2662169"/>
                  </a:lnTo>
                  <a:lnTo>
                    <a:pt x="6522780" y="2662237"/>
                  </a:lnTo>
                  <a:lnTo>
                    <a:pt x="6522385" y="2662242"/>
                  </a:lnTo>
                  <a:lnTo>
                    <a:pt x="5527445" y="2662242"/>
                  </a:lnTo>
                  <a:lnTo>
                    <a:pt x="5526362" y="2662193"/>
                  </a:lnTo>
                  <a:lnTo>
                    <a:pt x="5519209" y="2661849"/>
                  </a:lnTo>
                  <a:lnTo>
                    <a:pt x="5501057" y="2660896"/>
                  </a:lnTo>
                  <a:lnTo>
                    <a:pt x="5468308" y="2659019"/>
                  </a:lnTo>
                  <a:lnTo>
                    <a:pt x="5418897" y="2655915"/>
                  </a:lnTo>
                  <a:lnTo>
                    <a:pt x="5352442" y="2651324"/>
                  </a:lnTo>
                  <a:lnTo>
                    <a:pt x="5270206" y="2645049"/>
                  </a:lnTo>
                  <a:lnTo>
                    <a:pt x="5174825" y="2636968"/>
                  </a:lnTo>
                  <a:lnTo>
                    <a:pt x="5069829" y="2627032"/>
                  </a:lnTo>
                  <a:lnTo>
                    <a:pt x="4959096" y="2615245"/>
                  </a:lnTo>
                  <a:lnTo>
                    <a:pt x="4846347" y="2601640"/>
                  </a:lnTo>
                  <a:lnTo>
                    <a:pt x="4734776" y="2586254"/>
                  </a:lnTo>
                  <a:lnTo>
                    <a:pt x="4626859" y="2569102"/>
                  </a:lnTo>
                  <a:lnTo>
                    <a:pt x="4524309" y="2550158"/>
                  </a:lnTo>
                  <a:lnTo>
                    <a:pt x="4428136" y="2529349"/>
                  </a:lnTo>
                  <a:lnTo>
                    <a:pt x="4338769" y="2506543"/>
                  </a:lnTo>
                  <a:lnTo>
                    <a:pt x="4256193" y="2481557"/>
                  </a:lnTo>
                  <a:lnTo>
                    <a:pt x="4180076" y="2454148"/>
                  </a:lnTo>
                  <a:lnTo>
                    <a:pt x="4109875" y="2424029"/>
                  </a:lnTo>
                  <a:lnTo>
                    <a:pt x="4044924" y="2390874"/>
                  </a:lnTo>
                  <a:lnTo>
                    <a:pt x="3984493" y="2354336"/>
                  </a:lnTo>
                  <a:lnTo>
                    <a:pt x="3927838" y="2314078"/>
                  </a:lnTo>
                  <a:lnTo>
                    <a:pt x="3874242" y="2269820"/>
                  </a:lnTo>
                  <a:lnTo>
                    <a:pt x="3823047" y="2221406"/>
                  </a:lnTo>
                  <a:lnTo>
                    <a:pt x="3820202" y="2218535"/>
                  </a:lnTo>
                  <a:lnTo>
                    <a:pt x="3774965" y="2170280"/>
                  </a:lnTo>
                  <a:lnTo>
                    <a:pt x="3730873" y="2118466"/>
                  </a:lnTo>
                  <a:lnTo>
                    <a:pt x="3687611" y="2063022"/>
                  </a:lnTo>
                  <a:lnTo>
                    <a:pt x="3644927" y="2003934"/>
                  </a:lnTo>
                  <a:lnTo>
                    <a:pt x="3602622" y="1941252"/>
                  </a:lnTo>
                  <a:lnTo>
                    <a:pt x="3560539" y="1875101"/>
                  </a:lnTo>
                  <a:lnTo>
                    <a:pt x="3518562" y="1805676"/>
                  </a:lnTo>
                  <a:lnTo>
                    <a:pt x="3476606" y="1733252"/>
                  </a:lnTo>
                  <a:lnTo>
                    <a:pt x="3434621" y="1658176"/>
                  </a:lnTo>
                  <a:lnTo>
                    <a:pt x="3392577" y="1580867"/>
                  </a:lnTo>
                  <a:lnTo>
                    <a:pt x="3350470" y="1501806"/>
                  </a:lnTo>
                  <a:lnTo>
                    <a:pt x="3308310" y="1421522"/>
                  </a:lnTo>
                  <a:lnTo>
                    <a:pt x="3266118" y="1340583"/>
                  </a:lnTo>
                  <a:lnTo>
                    <a:pt x="3223923" y="1259576"/>
                  </a:lnTo>
                  <a:lnTo>
                    <a:pt x="3181753" y="1179087"/>
                  </a:lnTo>
                  <a:lnTo>
                    <a:pt x="3139632" y="1099692"/>
                  </a:lnTo>
                  <a:lnTo>
                    <a:pt x="3097573" y="1021929"/>
                  </a:lnTo>
                  <a:lnTo>
                    <a:pt x="3055576" y="946292"/>
                  </a:lnTo>
                  <a:lnTo>
                    <a:pt x="3013617" y="873215"/>
                  </a:lnTo>
                  <a:lnTo>
                    <a:pt x="2971651" y="803062"/>
                  </a:lnTo>
                  <a:lnTo>
                    <a:pt x="2929602" y="736126"/>
                  </a:lnTo>
                  <a:lnTo>
                    <a:pt x="2887361" y="672621"/>
                  </a:lnTo>
                  <a:lnTo>
                    <a:pt x="2844782" y="612687"/>
                  </a:lnTo>
                  <a:lnTo>
                    <a:pt x="2801675" y="556391"/>
                  </a:lnTo>
                  <a:lnTo>
                    <a:pt x="2757802" y="503735"/>
                  </a:lnTo>
                  <a:lnTo>
                    <a:pt x="2712865" y="454658"/>
                  </a:lnTo>
                  <a:lnTo>
                    <a:pt x="2702183" y="443707"/>
                  </a:lnTo>
                  <a:lnTo>
                    <a:pt x="2651107" y="395057"/>
                  </a:lnTo>
                  <a:lnTo>
                    <a:pt x="2597664" y="350565"/>
                  </a:lnTo>
                  <a:lnTo>
                    <a:pt x="2541202" y="310087"/>
                  </a:lnTo>
                  <a:lnTo>
                    <a:pt x="2481004" y="273347"/>
                  </a:lnTo>
                  <a:lnTo>
                    <a:pt x="2416329" y="240009"/>
                  </a:lnTo>
                  <a:lnTo>
                    <a:pt x="2346445" y="209727"/>
                  </a:lnTo>
                  <a:lnTo>
                    <a:pt x="2270680" y="182173"/>
                  </a:lnTo>
                  <a:lnTo>
                    <a:pt x="2188482" y="157055"/>
                  </a:lnTo>
                  <a:lnTo>
                    <a:pt x="2099505" y="134132"/>
                  </a:lnTo>
                  <a:lnTo>
                    <a:pt x="2003711" y="113213"/>
                  </a:lnTo>
                  <a:lnTo>
                    <a:pt x="1901501" y="94166"/>
                  </a:lnTo>
                  <a:lnTo>
                    <a:pt x="1793851" y="76913"/>
                  </a:lnTo>
                  <a:lnTo>
                    <a:pt x="1682428" y="61427"/>
                  </a:lnTo>
                  <a:lnTo>
                    <a:pt x="1569666" y="47720"/>
                  </a:lnTo>
                  <a:lnTo>
                    <a:pt x="1458723" y="35829"/>
                  </a:lnTo>
                  <a:lnTo>
                    <a:pt x="1353297" y="25787"/>
                  </a:lnTo>
                  <a:lnTo>
                    <a:pt x="1257270" y="17602"/>
                  </a:lnTo>
                  <a:lnTo>
                    <a:pt x="1174207" y="11226"/>
                  </a:lnTo>
                  <a:lnTo>
                    <a:pt x="1106808" y="6544"/>
                  </a:lnTo>
                  <a:lnTo>
                    <a:pt x="1056423" y="3362"/>
                  </a:lnTo>
                  <a:lnTo>
                    <a:pt x="1022769" y="1424"/>
                  </a:lnTo>
                  <a:lnTo>
                    <a:pt x="1003872" y="427"/>
                  </a:lnTo>
                  <a:lnTo>
                    <a:pt x="996214" y="57"/>
                  </a:lnTo>
                  <a:lnTo>
                    <a:pt x="994940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" name="pg80"/>
            <p:cNvSpPr/>
            <p:nvPr/>
          </p:nvSpPr>
          <p:spPr>
            <a:xfrm>
              <a:off x="1199187" y="3778332"/>
              <a:ext cx="12049831" cy="2531226"/>
            </a:xfrm>
            <a:custGeom>
              <a:avLst/>
              <a:pathLst>
                <a:path w="12049831" h="2531226">
                  <a:moveTo>
                    <a:pt x="0" y="10481"/>
                  </a:moveTo>
                  <a:lnTo>
                    <a:pt x="994940" y="10481"/>
                  </a:lnTo>
                  <a:lnTo>
                    <a:pt x="996028" y="10527"/>
                  </a:lnTo>
                  <a:lnTo>
                    <a:pt x="1003216" y="10855"/>
                  </a:lnTo>
                  <a:lnTo>
                    <a:pt x="1021452" y="11761"/>
                  </a:lnTo>
                  <a:lnTo>
                    <a:pt x="1054346" y="13547"/>
                  </a:lnTo>
                  <a:lnTo>
                    <a:pt x="1103965" y="16500"/>
                  </a:lnTo>
                  <a:lnTo>
                    <a:pt x="1170681" y="20868"/>
                  </a:lnTo>
                  <a:lnTo>
                    <a:pt x="1253207" y="26838"/>
                  </a:lnTo>
                  <a:lnTo>
                    <a:pt x="1348887" y="34523"/>
                  </a:lnTo>
                  <a:lnTo>
                    <a:pt x="1454162" y="43971"/>
                  </a:lnTo>
                  <a:lnTo>
                    <a:pt x="1565135" y="55178"/>
                  </a:lnTo>
                  <a:lnTo>
                    <a:pt x="1678074" y="68110"/>
                  </a:lnTo>
                  <a:lnTo>
                    <a:pt x="1789779" y="82733"/>
                  </a:lnTo>
                  <a:lnTo>
                    <a:pt x="1897777" y="99036"/>
                  </a:lnTo>
                  <a:lnTo>
                    <a:pt x="2000363" y="117040"/>
                  </a:lnTo>
                  <a:lnTo>
                    <a:pt x="2096535" y="136820"/>
                  </a:lnTo>
                  <a:lnTo>
                    <a:pt x="2185873" y="158498"/>
                  </a:lnTo>
                  <a:lnTo>
                    <a:pt x="2268404" y="182255"/>
                  </a:lnTo>
                  <a:lnTo>
                    <a:pt x="2344467" y="208320"/>
                  </a:lnTo>
                  <a:lnTo>
                    <a:pt x="2414613" y="236968"/>
                  </a:lnTo>
                  <a:lnTo>
                    <a:pt x="2479515" y="268510"/>
                  </a:lnTo>
                  <a:lnTo>
                    <a:pt x="2539906" y="303277"/>
                  </a:lnTo>
                  <a:lnTo>
                    <a:pt x="2596534" y="341587"/>
                  </a:lnTo>
                  <a:lnTo>
                    <a:pt x="2650118" y="383707"/>
                  </a:lnTo>
                  <a:lnTo>
                    <a:pt x="2701316" y="429774"/>
                  </a:lnTo>
                  <a:lnTo>
                    <a:pt x="2702183" y="430605"/>
                  </a:lnTo>
                  <a:lnTo>
                    <a:pt x="2748286" y="477216"/>
                  </a:lnTo>
                  <a:lnTo>
                    <a:pt x="2793207" y="527330"/>
                  </a:lnTo>
                  <a:lnTo>
                    <a:pt x="2837276" y="581018"/>
                  </a:lnTo>
                  <a:lnTo>
                    <a:pt x="2880757" y="638291"/>
                  </a:lnTo>
                  <a:lnTo>
                    <a:pt x="2923858" y="699092"/>
                  </a:lnTo>
                  <a:lnTo>
                    <a:pt x="2966743" y="763293"/>
                  </a:lnTo>
                  <a:lnTo>
                    <a:pt x="3009529" y="830686"/>
                  </a:lnTo>
                  <a:lnTo>
                    <a:pt x="3052301" y="900988"/>
                  </a:lnTo>
                  <a:lnTo>
                    <a:pt x="3095111" y="973839"/>
                  </a:lnTo>
                  <a:lnTo>
                    <a:pt x="3137983" y="1048809"/>
                  </a:lnTo>
                  <a:lnTo>
                    <a:pt x="3180921" y="1125406"/>
                  </a:lnTo>
                  <a:lnTo>
                    <a:pt x="3223910" y="1203088"/>
                  </a:lnTo>
                  <a:lnTo>
                    <a:pt x="3266925" y="1281281"/>
                  </a:lnTo>
                  <a:lnTo>
                    <a:pt x="3309936" y="1359396"/>
                  </a:lnTo>
                  <a:lnTo>
                    <a:pt x="3352913" y="1436844"/>
                  </a:lnTo>
                  <a:lnTo>
                    <a:pt x="3395834" y="1513058"/>
                  </a:lnTo>
                  <a:lnTo>
                    <a:pt x="3438689" y="1587509"/>
                  </a:lnTo>
                  <a:lnTo>
                    <a:pt x="3481485" y="1659720"/>
                  </a:lnTo>
                  <a:lnTo>
                    <a:pt x="3524255" y="1729279"/>
                  </a:lnTo>
                  <a:lnTo>
                    <a:pt x="3567058" y="1795846"/>
                  </a:lnTo>
                  <a:lnTo>
                    <a:pt x="3609987" y="1859157"/>
                  </a:lnTo>
                  <a:lnTo>
                    <a:pt x="3653172" y="1919028"/>
                  </a:lnTo>
                  <a:lnTo>
                    <a:pt x="3696787" y="1975348"/>
                  </a:lnTo>
                  <a:lnTo>
                    <a:pt x="3741054" y="2028080"/>
                  </a:lnTo>
                  <a:lnTo>
                    <a:pt x="3786255" y="2077251"/>
                  </a:lnTo>
                  <a:lnTo>
                    <a:pt x="3820202" y="2111102"/>
                  </a:lnTo>
                  <a:lnTo>
                    <a:pt x="3871363" y="2157238"/>
                  </a:lnTo>
                  <a:lnTo>
                    <a:pt x="3924901" y="2199425"/>
                  </a:lnTo>
                  <a:lnTo>
                    <a:pt x="3981470" y="2237799"/>
                  </a:lnTo>
                  <a:lnTo>
                    <a:pt x="4041790" y="2272624"/>
                  </a:lnTo>
                  <a:lnTo>
                    <a:pt x="4106608" y="2304219"/>
                  </a:lnTo>
                  <a:lnTo>
                    <a:pt x="4176657" y="2332915"/>
                  </a:lnTo>
                  <a:lnTo>
                    <a:pt x="4252613" y="2359021"/>
                  </a:lnTo>
                  <a:lnTo>
                    <a:pt x="4335028" y="2382816"/>
                  </a:lnTo>
                  <a:lnTo>
                    <a:pt x="4424248" y="2404529"/>
                  </a:lnTo>
                  <a:lnTo>
                    <a:pt x="4520304" y="2424340"/>
                  </a:lnTo>
                  <a:lnTo>
                    <a:pt x="4622785" y="2442375"/>
                  </a:lnTo>
                  <a:lnTo>
                    <a:pt x="4730702" y="2458706"/>
                  </a:lnTo>
                  <a:lnTo>
                    <a:pt x="4842362" y="2473358"/>
                  </a:lnTo>
                  <a:lnTo>
                    <a:pt x="4955305" y="2486320"/>
                  </a:lnTo>
                  <a:lnTo>
                    <a:pt x="5066343" y="2497556"/>
                  </a:lnTo>
                  <a:lnTo>
                    <a:pt x="5171750" y="2507035"/>
                  </a:lnTo>
                  <a:lnTo>
                    <a:pt x="5267627" y="2514751"/>
                  </a:lnTo>
                  <a:lnTo>
                    <a:pt x="5350407" y="2520749"/>
                  </a:lnTo>
                  <a:lnTo>
                    <a:pt x="5417411" y="2525143"/>
                  </a:lnTo>
                  <a:lnTo>
                    <a:pt x="5467327" y="2528119"/>
                  </a:lnTo>
                  <a:lnTo>
                    <a:pt x="5500498" y="2529923"/>
                  </a:lnTo>
                  <a:lnTo>
                    <a:pt x="5518960" y="2530842"/>
                  </a:lnTo>
                  <a:lnTo>
                    <a:pt x="5526301" y="2531177"/>
                  </a:lnTo>
                  <a:lnTo>
                    <a:pt x="5527445" y="2531226"/>
                  </a:lnTo>
                  <a:lnTo>
                    <a:pt x="6522385" y="2531226"/>
                  </a:lnTo>
                  <a:lnTo>
                    <a:pt x="6523510" y="2531202"/>
                  </a:lnTo>
                  <a:lnTo>
                    <a:pt x="6530931" y="2531035"/>
                  </a:lnTo>
                  <a:lnTo>
                    <a:pt x="6549742" y="2530573"/>
                  </a:lnTo>
                  <a:lnTo>
                    <a:pt x="6583633" y="2529663"/>
                  </a:lnTo>
                  <a:lnTo>
                    <a:pt x="6634674" y="2528159"/>
                  </a:lnTo>
                  <a:lnTo>
                    <a:pt x="6703159" y="2525937"/>
                  </a:lnTo>
                  <a:lnTo>
                    <a:pt x="6787665" y="2522903"/>
                  </a:lnTo>
                  <a:lnTo>
                    <a:pt x="6885358" y="2519001"/>
                  </a:lnTo>
                  <a:lnTo>
                    <a:pt x="6992513" y="2514211"/>
                  </a:lnTo>
                  <a:lnTo>
                    <a:pt x="7105097" y="2508536"/>
                  </a:lnTo>
                  <a:lnTo>
                    <a:pt x="7219296" y="2501994"/>
                  </a:lnTo>
                  <a:lnTo>
                    <a:pt x="7331884" y="2494602"/>
                  </a:lnTo>
                  <a:lnTo>
                    <a:pt x="7440406" y="2486364"/>
                  </a:lnTo>
                  <a:lnTo>
                    <a:pt x="7543207" y="2477264"/>
                  </a:lnTo>
                  <a:lnTo>
                    <a:pt x="7639349" y="2467262"/>
                  </a:lnTo>
                  <a:lnTo>
                    <a:pt x="7728482" y="2456291"/>
                  </a:lnTo>
                  <a:lnTo>
                    <a:pt x="7810698" y="2444254"/>
                  </a:lnTo>
                  <a:lnTo>
                    <a:pt x="7886396" y="2431029"/>
                  </a:lnTo>
                  <a:lnTo>
                    <a:pt x="7956173" y="2416473"/>
                  </a:lnTo>
                  <a:lnTo>
                    <a:pt x="8020745" y="2400425"/>
                  </a:lnTo>
                  <a:lnTo>
                    <a:pt x="8080875" y="2382715"/>
                  </a:lnTo>
                  <a:lnTo>
                    <a:pt x="8137333" y="2363186"/>
                  </a:lnTo>
                  <a:lnTo>
                    <a:pt x="8190851" y="2341714"/>
                  </a:lnTo>
                  <a:lnTo>
                    <a:pt x="8229629" y="2324221"/>
                  </a:lnTo>
                  <a:lnTo>
                    <a:pt x="8285002" y="2296347"/>
                  </a:lnTo>
                  <a:lnTo>
                    <a:pt x="8338763" y="2265957"/>
                  </a:lnTo>
                  <a:lnTo>
                    <a:pt x="8391451" y="2233005"/>
                  </a:lnTo>
                  <a:lnTo>
                    <a:pt x="8443478" y="2197511"/>
                  </a:lnTo>
                  <a:lnTo>
                    <a:pt x="8495150" y="2159569"/>
                  </a:lnTo>
                  <a:lnTo>
                    <a:pt x="8546680" y="2119350"/>
                  </a:lnTo>
                  <a:lnTo>
                    <a:pt x="8598210" y="2077108"/>
                  </a:lnTo>
                  <a:lnTo>
                    <a:pt x="8649813" y="2033172"/>
                  </a:lnTo>
                  <a:lnTo>
                    <a:pt x="8701510" y="1987942"/>
                  </a:lnTo>
                  <a:lnTo>
                    <a:pt x="8753287" y="1941874"/>
                  </a:lnTo>
                  <a:lnTo>
                    <a:pt x="8805099" y="1895459"/>
                  </a:lnTo>
                  <a:lnTo>
                    <a:pt x="8856894" y="1849205"/>
                  </a:lnTo>
                  <a:lnTo>
                    <a:pt x="8908624" y="1803615"/>
                  </a:lnTo>
                  <a:lnTo>
                    <a:pt x="8960261" y="1759157"/>
                  </a:lnTo>
                  <a:lnTo>
                    <a:pt x="9011812" y="1716255"/>
                  </a:lnTo>
                  <a:lnTo>
                    <a:pt x="9063330" y="1675265"/>
                  </a:lnTo>
                  <a:lnTo>
                    <a:pt x="9114929" y="1636469"/>
                  </a:lnTo>
                  <a:lnTo>
                    <a:pt x="9166796" y="1600067"/>
                  </a:lnTo>
                  <a:lnTo>
                    <a:pt x="9219202" y="1566182"/>
                  </a:lnTo>
                  <a:lnTo>
                    <a:pt x="9272517" y="1534860"/>
                  </a:lnTo>
                  <a:lnTo>
                    <a:pt x="9327230" y="1506078"/>
                  </a:lnTo>
                  <a:lnTo>
                    <a:pt x="9347647" y="1496201"/>
                  </a:lnTo>
                  <a:lnTo>
                    <a:pt x="9399390" y="1473227"/>
                  </a:lnTo>
                  <a:lnTo>
                    <a:pt x="9453569" y="1452242"/>
                  </a:lnTo>
                  <a:lnTo>
                    <a:pt x="9510862" y="1433174"/>
                  </a:lnTo>
                  <a:lnTo>
                    <a:pt x="9572016" y="1415890"/>
                  </a:lnTo>
                  <a:lnTo>
                    <a:pt x="9637801" y="1400225"/>
                  </a:lnTo>
                  <a:lnTo>
                    <a:pt x="9708976" y="1386012"/>
                  </a:lnTo>
                  <a:lnTo>
                    <a:pt x="9786232" y="1373094"/>
                  </a:lnTo>
                  <a:lnTo>
                    <a:pt x="9870126" y="1361330"/>
                  </a:lnTo>
                  <a:lnTo>
                    <a:pt x="9960995" y="1350605"/>
                  </a:lnTo>
                  <a:lnTo>
                    <a:pt x="10058832" y="1340831"/>
                  </a:lnTo>
                  <a:lnTo>
                    <a:pt x="10163156" y="1331947"/>
                  </a:lnTo>
                  <a:lnTo>
                    <a:pt x="10272865" y="1323917"/>
                  </a:lnTo>
                  <a:lnTo>
                    <a:pt x="10386110" y="1316734"/>
                  </a:lnTo>
                  <a:lnTo>
                    <a:pt x="10500238" y="1310404"/>
                  </a:lnTo>
                  <a:lnTo>
                    <a:pt x="10611853" y="1304946"/>
                  </a:lnTo>
                  <a:lnTo>
                    <a:pt x="10717047" y="1300376"/>
                  </a:lnTo>
                  <a:lnTo>
                    <a:pt x="10811809" y="1296691"/>
                  </a:lnTo>
                  <a:lnTo>
                    <a:pt x="10892580" y="1293864"/>
                  </a:lnTo>
                  <a:lnTo>
                    <a:pt x="10956832" y="1291828"/>
                  </a:lnTo>
                  <a:lnTo>
                    <a:pt x="11003546" y="1290484"/>
                  </a:lnTo>
                  <a:lnTo>
                    <a:pt x="11033459" y="1289698"/>
                  </a:lnTo>
                  <a:lnTo>
                    <a:pt x="11049060" y="1289323"/>
                  </a:lnTo>
                  <a:lnTo>
                    <a:pt x="11054404" y="1289205"/>
                  </a:lnTo>
                  <a:lnTo>
                    <a:pt x="11054891" y="1289195"/>
                  </a:lnTo>
                  <a:lnTo>
                    <a:pt x="12049831" y="1289195"/>
                  </a:lnTo>
                  <a:lnTo>
                    <a:pt x="12049831" y="1278714"/>
                  </a:lnTo>
                  <a:lnTo>
                    <a:pt x="11054891" y="1278714"/>
                  </a:lnTo>
                  <a:lnTo>
                    <a:pt x="11053767" y="1278738"/>
                  </a:lnTo>
                  <a:lnTo>
                    <a:pt x="11046346" y="1278905"/>
                  </a:lnTo>
                  <a:lnTo>
                    <a:pt x="11027535" y="1279367"/>
                  </a:lnTo>
                  <a:lnTo>
                    <a:pt x="10993644" y="1280277"/>
                  </a:lnTo>
                  <a:lnTo>
                    <a:pt x="10942603" y="1281781"/>
                  </a:lnTo>
                  <a:lnTo>
                    <a:pt x="10874117" y="1284003"/>
                  </a:lnTo>
                  <a:lnTo>
                    <a:pt x="10789612" y="1287037"/>
                  </a:lnTo>
                  <a:lnTo>
                    <a:pt x="10691918" y="1290939"/>
                  </a:lnTo>
                  <a:lnTo>
                    <a:pt x="10584764" y="1295729"/>
                  </a:lnTo>
                  <a:lnTo>
                    <a:pt x="10472180" y="1301404"/>
                  </a:lnTo>
                  <a:lnTo>
                    <a:pt x="10357981" y="1307946"/>
                  </a:lnTo>
                  <a:lnTo>
                    <a:pt x="10245392" y="1315338"/>
                  </a:lnTo>
                  <a:lnTo>
                    <a:pt x="10136870" y="1323576"/>
                  </a:lnTo>
                  <a:lnTo>
                    <a:pt x="10034070" y="1332676"/>
                  </a:lnTo>
                  <a:lnTo>
                    <a:pt x="9937927" y="1342678"/>
                  </a:lnTo>
                  <a:lnTo>
                    <a:pt x="9848794" y="1353649"/>
                  </a:lnTo>
                  <a:lnTo>
                    <a:pt x="9766578" y="1365686"/>
                  </a:lnTo>
                  <a:lnTo>
                    <a:pt x="9690881" y="1378911"/>
                  </a:lnTo>
                  <a:lnTo>
                    <a:pt x="9621103" y="1393467"/>
                  </a:lnTo>
                  <a:lnTo>
                    <a:pt x="9556532" y="1409515"/>
                  </a:lnTo>
                  <a:lnTo>
                    <a:pt x="9496402" y="1427224"/>
                  </a:lnTo>
                  <a:lnTo>
                    <a:pt x="9439944" y="1446754"/>
                  </a:lnTo>
                  <a:lnTo>
                    <a:pt x="9386425" y="1468226"/>
                  </a:lnTo>
                  <a:lnTo>
                    <a:pt x="9347647" y="1485719"/>
                  </a:lnTo>
                  <a:lnTo>
                    <a:pt x="9292275" y="1513593"/>
                  </a:lnTo>
                  <a:lnTo>
                    <a:pt x="9238514" y="1543983"/>
                  </a:lnTo>
                  <a:lnTo>
                    <a:pt x="9185825" y="1576935"/>
                  </a:lnTo>
                  <a:lnTo>
                    <a:pt x="9133798" y="1612429"/>
                  </a:lnTo>
                  <a:lnTo>
                    <a:pt x="9082127" y="1650371"/>
                  </a:lnTo>
                  <a:lnTo>
                    <a:pt x="9030596" y="1690590"/>
                  </a:lnTo>
                  <a:lnTo>
                    <a:pt x="8979067" y="1732832"/>
                  </a:lnTo>
                  <a:lnTo>
                    <a:pt x="8927464" y="1776768"/>
                  </a:lnTo>
                  <a:lnTo>
                    <a:pt x="8875766" y="1821998"/>
                  </a:lnTo>
                  <a:lnTo>
                    <a:pt x="8823990" y="1868066"/>
                  </a:lnTo>
                  <a:lnTo>
                    <a:pt x="8772178" y="1914481"/>
                  </a:lnTo>
                  <a:lnTo>
                    <a:pt x="8720382" y="1960735"/>
                  </a:lnTo>
                  <a:lnTo>
                    <a:pt x="8668652" y="2006325"/>
                  </a:lnTo>
                  <a:lnTo>
                    <a:pt x="8617015" y="2050783"/>
                  </a:lnTo>
                  <a:lnTo>
                    <a:pt x="8565465" y="2093685"/>
                  </a:lnTo>
                  <a:lnTo>
                    <a:pt x="8513947" y="2134675"/>
                  </a:lnTo>
                  <a:lnTo>
                    <a:pt x="8462347" y="2173471"/>
                  </a:lnTo>
                  <a:lnTo>
                    <a:pt x="8410480" y="2209873"/>
                  </a:lnTo>
                  <a:lnTo>
                    <a:pt x="8358075" y="2243758"/>
                  </a:lnTo>
                  <a:lnTo>
                    <a:pt x="8304760" y="2275080"/>
                  </a:lnTo>
                  <a:lnTo>
                    <a:pt x="8250047" y="2303862"/>
                  </a:lnTo>
                  <a:lnTo>
                    <a:pt x="8229629" y="2313739"/>
                  </a:lnTo>
                  <a:lnTo>
                    <a:pt x="8177887" y="2336713"/>
                  </a:lnTo>
                  <a:lnTo>
                    <a:pt x="8123708" y="2357698"/>
                  </a:lnTo>
                  <a:lnTo>
                    <a:pt x="8066414" y="2376766"/>
                  </a:lnTo>
                  <a:lnTo>
                    <a:pt x="8005261" y="2394050"/>
                  </a:lnTo>
                  <a:lnTo>
                    <a:pt x="7939475" y="2409715"/>
                  </a:lnTo>
                  <a:lnTo>
                    <a:pt x="7868300" y="2423928"/>
                  </a:lnTo>
                  <a:lnTo>
                    <a:pt x="7791045" y="2436846"/>
                  </a:lnTo>
                  <a:lnTo>
                    <a:pt x="7707150" y="2448610"/>
                  </a:lnTo>
                  <a:lnTo>
                    <a:pt x="7616282" y="2459335"/>
                  </a:lnTo>
                  <a:lnTo>
                    <a:pt x="7518445" y="2469109"/>
                  </a:lnTo>
                  <a:lnTo>
                    <a:pt x="7414120" y="2477993"/>
                  </a:lnTo>
                  <a:lnTo>
                    <a:pt x="7304411" y="2486023"/>
                  </a:lnTo>
                  <a:lnTo>
                    <a:pt x="7191166" y="2493206"/>
                  </a:lnTo>
                  <a:lnTo>
                    <a:pt x="7077039" y="2499536"/>
                  </a:lnTo>
                  <a:lnTo>
                    <a:pt x="6965423" y="2504994"/>
                  </a:lnTo>
                  <a:lnTo>
                    <a:pt x="6860230" y="2509564"/>
                  </a:lnTo>
                  <a:lnTo>
                    <a:pt x="6765468" y="2513249"/>
                  </a:lnTo>
                  <a:lnTo>
                    <a:pt x="6684697" y="2516076"/>
                  </a:lnTo>
                  <a:lnTo>
                    <a:pt x="6620445" y="2518112"/>
                  </a:lnTo>
                  <a:lnTo>
                    <a:pt x="6573731" y="2519456"/>
                  </a:lnTo>
                  <a:lnTo>
                    <a:pt x="6543818" y="2520242"/>
                  </a:lnTo>
                  <a:lnTo>
                    <a:pt x="6528216" y="2520617"/>
                  </a:lnTo>
                  <a:lnTo>
                    <a:pt x="6522872" y="2520735"/>
                  </a:lnTo>
                  <a:lnTo>
                    <a:pt x="6522385" y="2520744"/>
                  </a:lnTo>
                  <a:lnTo>
                    <a:pt x="5527445" y="2520744"/>
                  </a:lnTo>
                  <a:lnTo>
                    <a:pt x="5526357" y="2520698"/>
                  </a:lnTo>
                  <a:lnTo>
                    <a:pt x="5519169" y="2520370"/>
                  </a:lnTo>
                  <a:lnTo>
                    <a:pt x="5500933" y="2519464"/>
                  </a:lnTo>
                  <a:lnTo>
                    <a:pt x="5468039" y="2517678"/>
                  </a:lnTo>
                  <a:lnTo>
                    <a:pt x="5418420" y="2514725"/>
                  </a:lnTo>
                  <a:lnTo>
                    <a:pt x="5351704" y="2510357"/>
                  </a:lnTo>
                  <a:lnTo>
                    <a:pt x="5269178" y="2504388"/>
                  </a:lnTo>
                  <a:lnTo>
                    <a:pt x="5173498" y="2496702"/>
                  </a:lnTo>
                  <a:lnTo>
                    <a:pt x="5068223" y="2487254"/>
                  </a:lnTo>
                  <a:lnTo>
                    <a:pt x="4957250" y="2476048"/>
                  </a:lnTo>
                  <a:lnTo>
                    <a:pt x="4844311" y="2463116"/>
                  </a:lnTo>
                  <a:lnTo>
                    <a:pt x="4732606" y="2448492"/>
                  </a:lnTo>
                  <a:lnTo>
                    <a:pt x="4624608" y="2432190"/>
                  </a:lnTo>
                  <a:lnTo>
                    <a:pt x="4522022" y="2414185"/>
                  </a:lnTo>
                  <a:lnTo>
                    <a:pt x="4425850" y="2394406"/>
                  </a:lnTo>
                  <a:lnTo>
                    <a:pt x="4336512" y="2372727"/>
                  </a:lnTo>
                  <a:lnTo>
                    <a:pt x="4253981" y="2348970"/>
                  </a:lnTo>
                  <a:lnTo>
                    <a:pt x="4177918" y="2322905"/>
                  </a:lnTo>
                  <a:lnTo>
                    <a:pt x="4107772" y="2294258"/>
                  </a:lnTo>
                  <a:lnTo>
                    <a:pt x="4042870" y="2262715"/>
                  </a:lnTo>
                  <a:lnTo>
                    <a:pt x="3982479" y="2227949"/>
                  </a:lnTo>
                  <a:lnTo>
                    <a:pt x="3925851" y="2189638"/>
                  </a:lnTo>
                  <a:lnTo>
                    <a:pt x="3872267" y="2147519"/>
                  </a:lnTo>
                  <a:lnTo>
                    <a:pt x="3821069" y="2101451"/>
                  </a:lnTo>
                  <a:lnTo>
                    <a:pt x="3820202" y="2100620"/>
                  </a:lnTo>
                  <a:lnTo>
                    <a:pt x="3774099" y="2054009"/>
                  </a:lnTo>
                  <a:lnTo>
                    <a:pt x="3729178" y="2003895"/>
                  </a:lnTo>
                  <a:lnTo>
                    <a:pt x="3685109" y="1950207"/>
                  </a:lnTo>
                  <a:lnTo>
                    <a:pt x="3641628" y="1892934"/>
                  </a:lnTo>
                  <a:lnTo>
                    <a:pt x="3598527" y="1832133"/>
                  </a:lnTo>
                  <a:lnTo>
                    <a:pt x="3555642" y="1767933"/>
                  </a:lnTo>
                  <a:lnTo>
                    <a:pt x="3512856" y="1700539"/>
                  </a:lnTo>
                  <a:lnTo>
                    <a:pt x="3470084" y="1630237"/>
                  </a:lnTo>
                  <a:lnTo>
                    <a:pt x="3427274" y="1557386"/>
                  </a:lnTo>
                  <a:lnTo>
                    <a:pt x="3384402" y="1482416"/>
                  </a:lnTo>
                  <a:lnTo>
                    <a:pt x="3341464" y="1405820"/>
                  </a:lnTo>
                  <a:lnTo>
                    <a:pt x="3298475" y="1328137"/>
                  </a:lnTo>
                  <a:lnTo>
                    <a:pt x="3255460" y="1249944"/>
                  </a:lnTo>
                  <a:lnTo>
                    <a:pt x="3212449" y="1171829"/>
                  </a:lnTo>
                  <a:lnTo>
                    <a:pt x="3169472" y="1094381"/>
                  </a:lnTo>
                  <a:lnTo>
                    <a:pt x="3126551" y="1018167"/>
                  </a:lnTo>
                  <a:lnTo>
                    <a:pt x="3083696" y="943716"/>
                  </a:lnTo>
                  <a:lnTo>
                    <a:pt x="3040900" y="871505"/>
                  </a:lnTo>
                  <a:lnTo>
                    <a:pt x="2998130" y="801946"/>
                  </a:lnTo>
                  <a:lnTo>
                    <a:pt x="2955327" y="735379"/>
                  </a:lnTo>
                  <a:lnTo>
                    <a:pt x="2912398" y="672068"/>
                  </a:lnTo>
                  <a:lnTo>
                    <a:pt x="2869213" y="612198"/>
                  </a:lnTo>
                  <a:lnTo>
                    <a:pt x="2825598" y="555877"/>
                  </a:lnTo>
                  <a:lnTo>
                    <a:pt x="2781331" y="503145"/>
                  </a:lnTo>
                  <a:lnTo>
                    <a:pt x="2736130" y="453974"/>
                  </a:lnTo>
                  <a:lnTo>
                    <a:pt x="2702183" y="420124"/>
                  </a:lnTo>
                  <a:lnTo>
                    <a:pt x="2651022" y="373988"/>
                  </a:lnTo>
                  <a:lnTo>
                    <a:pt x="2597484" y="331801"/>
                  </a:lnTo>
                  <a:lnTo>
                    <a:pt x="2540915" y="293426"/>
                  </a:lnTo>
                  <a:lnTo>
                    <a:pt x="2480595" y="258601"/>
                  </a:lnTo>
                  <a:lnTo>
                    <a:pt x="2415777" y="227006"/>
                  </a:lnTo>
                  <a:lnTo>
                    <a:pt x="2345728" y="198311"/>
                  </a:lnTo>
                  <a:lnTo>
                    <a:pt x="2269772" y="172204"/>
                  </a:lnTo>
                  <a:lnTo>
                    <a:pt x="2187357" y="148409"/>
                  </a:lnTo>
                  <a:lnTo>
                    <a:pt x="2098137" y="126696"/>
                  </a:lnTo>
                  <a:lnTo>
                    <a:pt x="2002081" y="106885"/>
                  </a:lnTo>
                  <a:lnTo>
                    <a:pt x="1899600" y="88851"/>
                  </a:lnTo>
                  <a:lnTo>
                    <a:pt x="1791683" y="72520"/>
                  </a:lnTo>
                  <a:lnTo>
                    <a:pt x="1680023" y="57867"/>
                  </a:lnTo>
                  <a:lnTo>
                    <a:pt x="1567080" y="44905"/>
                  </a:lnTo>
                  <a:lnTo>
                    <a:pt x="1456042" y="33669"/>
                  </a:lnTo>
                  <a:lnTo>
                    <a:pt x="1350635" y="24190"/>
                  </a:lnTo>
                  <a:lnTo>
                    <a:pt x="1254758" y="16474"/>
                  </a:lnTo>
                  <a:lnTo>
                    <a:pt x="1171978" y="10476"/>
                  </a:lnTo>
                  <a:lnTo>
                    <a:pt x="1104974" y="6082"/>
                  </a:lnTo>
                  <a:lnTo>
                    <a:pt x="1055058" y="3106"/>
                  </a:lnTo>
                  <a:lnTo>
                    <a:pt x="1021887" y="1302"/>
                  </a:lnTo>
                  <a:lnTo>
                    <a:pt x="1003425" y="383"/>
                  </a:lnTo>
                  <a:lnTo>
                    <a:pt x="996084" y="4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2" name="pl81"/>
            <p:cNvSpPr/>
            <p:nvPr/>
          </p:nvSpPr>
          <p:spPr>
            <a:xfrm>
              <a:off x="1199187" y="3788813"/>
              <a:ext cx="12049831" cy="2520744"/>
            </a:xfrm>
            <a:custGeom>
              <a:avLst/>
              <a:pathLst>
                <a:path w="12049831" h="2520744">
                  <a:moveTo>
                    <a:pt x="0" y="0"/>
                  </a:moveTo>
                  <a:lnTo>
                    <a:pt x="994940" y="0"/>
                  </a:lnTo>
                  <a:lnTo>
                    <a:pt x="996028" y="46"/>
                  </a:lnTo>
                  <a:lnTo>
                    <a:pt x="1003216" y="374"/>
                  </a:lnTo>
                  <a:lnTo>
                    <a:pt x="1021452" y="1280"/>
                  </a:lnTo>
                  <a:lnTo>
                    <a:pt x="1054346" y="3066"/>
                  </a:lnTo>
                  <a:lnTo>
                    <a:pt x="1103965" y="6019"/>
                  </a:lnTo>
                  <a:lnTo>
                    <a:pt x="1170681" y="10387"/>
                  </a:lnTo>
                  <a:lnTo>
                    <a:pt x="1253207" y="16356"/>
                  </a:lnTo>
                  <a:lnTo>
                    <a:pt x="1348887" y="24042"/>
                  </a:lnTo>
                  <a:lnTo>
                    <a:pt x="1454162" y="33490"/>
                  </a:lnTo>
                  <a:lnTo>
                    <a:pt x="1565135" y="44696"/>
                  </a:lnTo>
                  <a:lnTo>
                    <a:pt x="1678074" y="57628"/>
                  </a:lnTo>
                  <a:lnTo>
                    <a:pt x="1789779" y="72252"/>
                  </a:lnTo>
                  <a:lnTo>
                    <a:pt x="1897777" y="88554"/>
                  </a:lnTo>
                  <a:lnTo>
                    <a:pt x="2000363" y="106559"/>
                  </a:lnTo>
                  <a:lnTo>
                    <a:pt x="2096535" y="126338"/>
                  </a:lnTo>
                  <a:lnTo>
                    <a:pt x="2185873" y="148017"/>
                  </a:lnTo>
                  <a:lnTo>
                    <a:pt x="2268404" y="171774"/>
                  </a:lnTo>
                  <a:lnTo>
                    <a:pt x="2344467" y="197839"/>
                  </a:lnTo>
                  <a:lnTo>
                    <a:pt x="2414613" y="226486"/>
                  </a:lnTo>
                  <a:lnTo>
                    <a:pt x="2479515" y="258029"/>
                  </a:lnTo>
                  <a:lnTo>
                    <a:pt x="2539906" y="292795"/>
                  </a:lnTo>
                  <a:lnTo>
                    <a:pt x="2596534" y="331106"/>
                  </a:lnTo>
                  <a:lnTo>
                    <a:pt x="2650118" y="373225"/>
                  </a:lnTo>
                  <a:lnTo>
                    <a:pt x="2701316" y="419293"/>
                  </a:lnTo>
                  <a:lnTo>
                    <a:pt x="2702183" y="420124"/>
                  </a:lnTo>
                  <a:lnTo>
                    <a:pt x="2748286" y="466735"/>
                  </a:lnTo>
                  <a:lnTo>
                    <a:pt x="2793207" y="516849"/>
                  </a:lnTo>
                  <a:lnTo>
                    <a:pt x="2837276" y="570537"/>
                  </a:lnTo>
                  <a:lnTo>
                    <a:pt x="2880757" y="627810"/>
                  </a:lnTo>
                  <a:lnTo>
                    <a:pt x="2923858" y="688611"/>
                  </a:lnTo>
                  <a:lnTo>
                    <a:pt x="2966743" y="752811"/>
                  </a:lnTo>
                  <a:lnTo>
                    <a:pt x="3009529" y="820205"/>
                  </a:lnTo>
                  <a:lnTo>
                    <a:pt x="3052301" y="890507"/>
                  </a:lnTo>
                  <a:lnTo>
                    <a:pt x="3095111" y="963358"/>
                  </a:lnTo>
                  <a:lnTo>
                    <a:pt x="3137983" y="1038328"/>
                  </a:lnTo>
                  <a:lnTo>
                    <a:pt x="3180921" y="1114924"/>
                  </a:lnTo>
                  <a:lnTo>
                    <a:pt x="3223910" y="1192607"/>
                  </a:lnTo>
                  <a:lnTo>
                    <a:pt x="3266925" y="1270800"/>
                  </a:lnTo>
                  <a:lnTo>
                    <a:pt x="3309936" y="1348915"/>
                  </a:lnTo>
                  <a:lnTo>
                    <a:pt x="3352913" y="1426363"/>
                  </a:lnTo>
                  <a:lnTo>
                    <a:pt x="3395834" y="1502577"/>
                  </a:lnTo>
                  <a:lnTo>
                    <a:pt x="3438689" y="1577028"/>
                  </a:lnTo>
                  <a:lnTo>
                    <a:pt x="3481485" y="1649239"/>
                  </a:lnTo>
                  <a:lnTo>
                    <a:pt x="3524255" y="1718798"/>
                  </a:lnTo>
                  <a:lnTo>
                    <a:pt x="3567058" y="1785365"/>
                  </a:lnTo>
                  <a:lnTo>
                    <a:pt x="3609987" y="1848676"/>
                  </a:lnTo>
                  <a:lnTo>
                    <a:pt x="3653172" y="1908546"/>
                  </a:lnTo>
                  <a:lnTo>
                    <a:pt x="3696787" y="1964867"/>
                  </a:lnTo>
                  <a:lnTo>
                    <a:pt x="3741054" y="2017599"/>
                  </a:lnTo>
                  <a:lnTo>
                    <a:pt x="3786255" y="2066770"/>
                  </a:lnTo>
                  <a:lnTo>
                    <a:pt x="3820202" y="2100620"/>
                  </a:lnTo>
                  <a:lnTo>
                    <a:pt x="3871363" y="2146756"/>
                  </a:lnTo>
                  <a:lnTo>
                    <a:pt x="3924901" y="2188943"/>
                  </a:lnTo>
                  <a:lnTo>
                    <a:pt x="3981470" y="2227318"/>
                  </a:lnTo>
                  <a:lnTo>
                    <a:pt x="4041790" y="2262143"/>
                  </a:lnTo>
                  <a:lnTo>
                    <a:pt x="4106608" y="2293738"/>
                  </a:lnTo>
                  <a:lnTo>
                    <a:pt x="4176657" y="2322433"/>
                  </a:lnTo>
                  <a:lnTo>
                    <a:pt x="4252613" y="2348540"/>
                  </a:lnTo>
                  <a:lnTo>
                    <a:pt x="4335028" y="2372335"/>
                  </a:lnTo>
                  <a:lnTo>
                    <a:pt x="4424248" y="2394048"/>
                  </a:lnTo>
                  <a:lnTo>
                    <a:pt x="4520304" y="2413859"/>
                  </a:lnTo>
                  <a:lnTo>
                    <a:pt x="4622785" y="2431893"/>
                  </a:lnTo>
                  <a:lnTo>
                    <a:pt x="4730702" y="2448224"/>
                  </a:lnTo>
                  <a:lnTo>
                    <a:pt x="4842362" y="2462877"/>
                  </a:lnTo>
                  <a:lnTo>
                    <a:pt x="4955305" y="2475839"/>
                  </a:lnTo>
                  <a:lnTo>
                    <a:pt x="5066343" y="2487075"/>
                  </a:lnTo>
                  <a:lnTo>
                    <a:pt x="5171750" y="2496554"/>
                  </a:lnTo>
                  <a:lnTo>
                    <a:pt x="5267627" y="2504270"/>
                  </a:lnTo>
                  <a:lnTo>
                    <a:pt x="5350407" y="2510268"/>
                  </a:lnTo>
                  <a:lnTo>
                    <a:pt x="5417411" y="2514662"/>
                  </a:lnTo>
                  <a:lnTo>
                    <a:pt x="5467327" y="2517638"/>
                  </a:lnTo>
                  <a:lnTo>
                    <a:pt x="5500498" y="2519442"/>
                  </a:lnTo>
                  <a:lnTo>
                    <a:pt x="5518960" y="2520361"/>
                  </a:lnTo>
                  <a:lnTo>
                    <a:pt x="5526301" y="2520696"/>
                  </a:lnTo>
                  <a:lnTo>
                    <a:pt x="5527445" y="2520744"/>
                  </a:lnTo>
                  <a:lnTo>
                    <a:pt x="5527445" y="2520744"/>
                  </a:lnTo>
                  <a:lnTo>
                    <a:pt x="6522385" y="2520744"/>
                  </a:lnTo>
                  <a:lnTo>
                    <a:pt x="6523510" y="2520721"/>
                  </a:lnTo>
                  <a:lnTo>
                    <a:pt x="6530931" y="2520554"/>
                  </a:lnTo>
                  <a:lnTo>
                    <a:pt x="6549742" y="2520092"/>
                  </a:lnTo>
                  <a:lnTo>
                    <a:pt x="6583633" y="2519182"/>
                  </a:lnTo>
                  <a:lnTo>
                    <a:pt x="6634674" y="2517678"/>
                  </a:lnTo>
                  <a:lnTo>
                    <a:pt x="6703159" y="2515456"/>
                  </a:lnTo>
                  <a:lnTo>
                    <a:pt x="6787665" y="2512421"/>
                  </a:lnTo>
                  <a:lnTo>
                    <a:pt x="6885358" y="2508520"/>
                  </a:lnTo>
                  <a:lnTo>
                    <a:pt x="6992513" y="2503730"/>
                  </a:lnTo>
                  <a:lnTo>
                    <a:pt x="7105097" y="2498055"/>
                  </a:lnTo>
                  <a:lnTo>
                    <a:pt x="7219296" y="2491513"/>
                  </a:lnTo>
                  <a:lnTo>
                    <a:pt x="7331884" y="2484121"/>
                  </a:lnTo>
                  <a:lnTo>
                    <a:pt x="7440406" y="2475882"/>
                  </a:lnTo>
                  <a:lnTo>
                    <a:pt x="7543207" y="2466783"/>
                  </a:lnTo>
                  <a:lnTo>
                    <a:pt x="7639349" y="2456781"/>
                  </a:lnTo>
                  <a:lnTo>
                    <a:pt x="7728482" y="2445809"/>
                  </a:lnTo>
                  <a:lnTo>
                    <a:pt x="7810698" y="2433772"/>
                  </a:lnTo>
                  <a:lnTo>
                    <a:pt x="7886396" y="2420548"/>
                  </a:lnTo>
                  <a:lnTo>
                    <a:pt x="7956173" y="2405992"/>
                  </a:lnTo>
                  <a:lnTo>
                    <a:pt x="8020745" y="2389944"/>
                  </a:lnTo>
                  <a:lnTo>
                    <a:pt x="8080875" y="2372234"/>
                  </a:lnTo>
                  <a:lnTo>
                    <a:pt x="8137333" y="2352705"/>
                  </a:lnTo>
                  <a:lnTo>
                    <a:pt x="8190851" y="2331232"/>
                  </a:lnTo>
                  <a:lnTo>
                    <a:pt x="8229629" y="2313739"/>
                  </a:lnTo>
                  <a:lnTo>
                    <a:pt x="8285002" y="2285866"/>
                  </a:lnTo>
                  <a:lnTo>
                    <a:pt x="8338763" y="2255476"/>
                  </a:lnTo>
                  <a:lnTo>
                    <a:pt x="8391451" y="2222524"/>
                  </a:lnTo>
                  <a:lnTo>
                    <a:pt x="8443478" y="2187030"/>
                  </a:lnTo>
                  <a:lnTo>
                    <a:pt x="8495150" y="2149088"/>
                  </a:lnTo>
                  <a:lnTo>
                    <a:pt x="8546680" y="2108869"/>
                  </a:lnTo>
                  <a:lnTo>
                    <a:pt x="8598210" y="2066627"/>
                  </a:lnTo>
                  <a:lnTo>
                    <a:pt x="8649813" y="2022691"/>
                  </a:lnTo>
                  <a:lnTo>
                    <a:pt x="8701510" y="1977461"/>
                  </a:lnTo>
                  <a:lnTo>
                    <a:pt x="8753287" y="1931392"/>
                  </a:lnTo>
                  <a:lnTo>
                    <a:pt x="8805099" y="1884977"/>
                  </a:lnTo>
                  <a:lnTo>
                    <a:pt x="8856894" y="1838724"/>
                  </a:lnTo>
                  <a:lnTo>
                    <a:pt x="8908624" y="1793133"/>
                  </a:lnTo>
                  <a:lnTo>
                    <a:pt x="8960261" y="1748676"/>
                  </a:lnTo>
                  <a:lnTo>
                    <a:pt x="9011812" y="1705774"/>
                  </a:lnTo>
                  <a:lnTo>
                    <a:pt x="9063330" y="1664784"/>
                  </a:lnTo>
                  <a:lnTo>
                    <a:pt x="9114929" y="1625987"/>
                  </a:lnTo>
                  <a:lnTo>
                    <a:pt x="9166796" y="1589586"/>
                  </a:lnTo>
                  <a:lnTo>
                    <a:pt x="9219202" y="1555701"/>
                  </a:lnTo>
                  <a:lnTo>
                    <a:pt x="9272517" y="1524379"/>
                  </a:lnTo>
                  <a:lnTo>
                    <a:pt x="9327230" y="1495597"/>
                  </a:lnTo>
                  <a:lnTo>
                    <a:pt x="9347647" y="1485719"/>
                  </a:lnTo>
                  <a:lnTo>
                    <a:pt x="9399390" y="1462745"/>
                  </a:lnTo>
                  <a:lnTo>
                    <a:pt x="9453569" y="1441760"/>
                  </a:lnTo>
                  <a:lnTo>
                    <a:pt x="9510862" y="1422693"/>
                  </a:lnTo>
                  <a:lnTo>
                    <a:pt x="9572016" y="1405409"/>
                  </a:lnTo>
                  <a:lnTo>
                    <a:pt x="9637801" y="1389744"/>
                  </a:lnTo>
                  <a:lnTo>
                    <a:pt x="9708976" y="1375531"/>
                  </a:lnTo>
                  <a:lnTo>
                    <a:pt x="9786232" y="1362612"/>
                  </a:lnTo>
                  <a:lnTo>
                    <a:pt x="9870126" y="1350848"/>
                  </a:lnTo>
                  <a:lnTo>
                    <a:pt x="9960995" y="1340124"/>
                  </a:lnTo>
                  <a:lnTo>
                    <a:pt x="10058832" y="1330350"/>
                  </a:lnTo>
                  <a:lnTo>
                    <a:pt x="10163156" y="1321465"/>
                  </a:lnTo>
                  <a:lnTo>
                    <a:pt x="10272865" y="1313436"/>
                  </a:lnTo>
                  <a:lnTo>
                    <a:pt x="10386110" y="1306252"/>
                  </a:lnTo>
                  <a:lnTo>
                    <a:pt x="10500238" y="1299923"/>
                  </a:lnTo>
                  <a:lnTo>
                    <a:pt x="10611853" y="1294465"/>
                  </a:lnTo>
                  <a:lnTo>
                    <a:pt x="10717047" y="1289894"/>
                  </a:lnTo>
                  <a:lnTo>
                    <a:pt x="10811809" y="1286210"/>
                  </a:lnTo>
                  <a:lnTo>
                    <a:pt x="10892580" y="1283383"/>
                  </a:lnTo>
                  <a:lnTo>
                    <a:pt x="10956832" y="1281347"/>
                  </a:lnTo>
                  <a:lnTo>
                    <a:pt x="11003546" y="1280002"/>
                  </a:lnTo>
                  <a:lnTo>
                    <a:pt x="11033459" y="1279217"/>
                  </a:lnTo>
                  <a:lnTo>
                    <a:pt x="11049060" y="1278842"/>
                  </a:lnTo>
                  <a:lnTo>
                    <a:pt x="11054404" y="1278724"/>
                  </a:lnTo>
                  <a:lnTo>
                    <a:pt x="11054891" y="1278714"/>
                  </a:lnTo>
                  <a:lnTo>
                    <a:pt x="12049831" y="1278714"/>
                  </a:lnTo>
                  <a:lnTo>
                    <a:pt x="12049831" y="12787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" name="pl82"/>
            <p:cNvSpPr/>
            <p:nvPr/>
          </p:nvSpPr>
          <p:spPr>
            <a:xfrm>
              <a:off x="1199187" y="3778332"/>
              <a:ext cx="12049831" cy="2520744"/>
            </a:xfrm>
            <a:custGeom>
              <a:avLst/>
              <a:pathLst>
                <a:path w="12049831" h="2520744">
                  <a:moveTo>
                    <a:pt x="12049831" y="1278714"/>
                  </a:moveTo>
                  <a:lnTo>
                    <a:pt x="11054891" y="1278714"/>
                  </a:lnTo>
                  <a:lnTo>
                    <a:pt x="11053767" y="1278738"/>
                  </a:lnTo>
                  <a:lnTo>
                    <a:pt x="11046346" y="1278905"/>
                  </a:lnTo>
                  <a:lnTo>
                    <a:pt x="11027535" y="1279367"/>
                  </a:lnTo>
                  <a:lnTo>
                    <a:pt x="10993644" y="1280277"/>
                  </a:lnTo>
                  <a:lnTo>
                    <a:pt x="10942603" y="1281781"/>
                  </a:lnTo>
                  <a:lnTo>
                    <a:pt x="10874117" y="1284003"/>
                  </a:lnTo>
                  <a:lnTo>
                    <a:pt x="10789612" y="1287037"/>
                  </a:lnTo>
                  <a:lnTo>
                    <a:pt x="10691918" y="1290939"/>
                  </a:lnTo>
                  <a:lnTo>
                    <a:pt x="10584764" y="1295729"/>
                  </a:lnTo>
                  <a:lnTo>
                    <a:pt x="10472180" y="1301404"/>
                  </a:lnTo>
                  <a:lnTo>
                    <a:pt x="10357981" y="1307946"/>
                  </a:lnTo>
                  <a:lnTo>
                    <a:pt x="10245392" y="1315338"/>
                  </a:lnTo>
                  <a:lnTo>
                    <a:pt x="10136870" y="1323576"/>
                  </a:lnTo>
                  <a:lnTo>
                    <a:pt x="10034070" y="1332676"/>
                  </a:lnTo>
                  <a:lnTo>
                    <a:pt x="9937927" y="1342678"/>
                  </a:lnTo>
                  <a:lnTo>
                    <a:pt x="9848794" y="1353649"/>
                  </a:lnTo>
                  <a:lnTo>
                    <a:pt x="9766578" y="1365686"/>
                  </a:lnTo>
                  <a:lnTo>
                    <a:pt x="9690881" y="1378911"/>
                  </a:lnTo>
                  <a:lnTo>
                    <a:pt x="9621103" y="1393467"/>
                  </a:lnTo>
                  <a:lnTo>
                    <a:pt x="9556532" y="1409515"/>
                  </a:lnTo>
                  <a:lnTo>
                    <a:pt x="9496402" y="1427224"/>
                  </a:lnTo>
                  <a:lnTo>
                    <a:pt x="9439944" y="1446754"/>
                  </a:lnTo>
                  <a:lnTo>
                    <a:pt x="9386425" y="1468226"/>
                  </a:lnTo>
                  <a:lnTo>
                    <a:pt x="9347647" y="1485719"/>
                  </a:lnTo>
                  <a:lnTo>
                    <a:pt x="9292275" y="1513593"/>
                  </a:lnTo>
                  <a:lnTo>
                    <a:pt x="9238514" y="1543983"/>
                  </a:lnTo>
                  <a:lnTo>
                    <a:pt x="9185825" y="1576935"/>
                  </a:lnTo>
                  <a:lnTo>
                    <a:pt x="9133798" y="1612429"/>
                  </a:lnTo>
                  <a:lnTo>
                    <a:pt x="9082127" y="1650371"/>
                  </a:lnTo>
                  <a:lnTo>
                    <a:pt x="9030596" y="1690590"/>
                  </a:lnTo>
                  <a:lnTo>
                    <a:pt x="8979067" y="1732832"/>
                  </a:lnTo>
                  <a:lnTo>
                    <a:pt x="8927464" y="1776768"/>
                  </a:lnTo>
                  <a:lnTo>
                    <a:pt x="8875766" y="1821998"/>
                  </a:lnTo>
                  <a:lnTo>
                    <a:pt x="8823990" y="1868066"/>
                  </a:lnTo>
                  <a:lnTo>
                    <a:pt x="8772178" y="1914481"/>
                  </a:lnTo>
                  <a:lnTo>
                    <a:pt x="8720382" y="1960735"/>
                  </a:lnTo>
                  <a:lnTo>
                    <a:pt x="8668652" y="2006325"/>
                  </a:lnTo>
                  <a:lnTo>
                    <a:pt x="8617015" y="2050783"/>
                  </a:lnTo>
                  <a:lnTo>
                    <a:pt x="8565465" y="2093685"/>
                  </a:lnTo>
                  <a:lnTo>
                    <a:pt x="8513947" y="2134675"/>
                  </a:lnTo>
                  <a:lnTo>
                    <a:pt x="8462347" y="2173471"/>
                  </a:lnTo>
                  <a:lnTo>
                    <a:pt x="8410480" y="2209873"/>
                  </a:lnTo>
                  <a:lnTo>
                    <a:pt x="8358075" y="2243758"/>
                  </a:lnTo>
                  <a:lnTo>
                    <a:pt x="8304760" y="2275080"/>
                  </a:lnTo>
                  <a:lnTo>
                    <a:pt x="8250047" y="2303862"/>
                  </a:lnTo>
                  <a:lnTo>
                    <a:pt x="8229629" y="2313739"/>
                  </a:lnTo>
                  <a:lnTo>
                    <a:pt x="8177887" y="2336713"/>
                  </a:lnTo>
                  <a:lnTo>
                    <a:pt x="8123708" y="2357698"/>
                  </a:lnTo>
                  <a:lnTo>
                    <a:pt x="8066414" y="2376766"/>
                  </a:lnTo>
                  <a:lnTo>
                    <a:pt x="8005261" y="2394050"/>
                  </a:lnTo>
                  <a:lnTo>
                    <a:pt x="7939475" y="2409715"/>
                  </a:lnTo>
                  <a:lnTo>
                    <a:pt x="7868300" y="2423928"/>
                  </a:lnTo>
                  <a:lnTo>
                    <a:pt x="7791045" y="2436846"/>
                  </a:lnTo>
                  <a:lnTo>
                    <a:pt x="7707150" y="2448610"/>
                  </a:lnTo>
                  <a:lnTo>
                    <a:pt x="7616282" y="2459335"/>
                  </a:lnTo>
                  <a:lnTo>
                    <a:pt x="7518445" y="2469109"/>
                  </a:lnTo>
                  <a:lnTo>
                    <a:pt x="7414120" y="2477993"/>
                  </a:lnTo>
                  <a:lnTo>
                    <a:pt x="7304411" y="2486023"/>
                  </a:lnTo>
                  <a:lnTo>
                    <a:pt x="7191166" y="2493206"/>
                  </a:lnTo>
                  <a:lnTo>
                    <a:pt x="7077039" y="2499536"/>
                  </a:lnTo>
                  <a:lnTo>
                    <a:pt x="6965423" y="2504994"/>
                  </a:lnTo>
                  <a:lnTo>
                    <a:pt x="6860230" y="2509564"/>
                  </a:lnTo>
                  <a:lnTo>
                    <a:pt x="6765468" y="2513249"/>
                  </a:lnTo>
                  <a:lnTo>
                    <a:pt x="6684697" y="2516076"/>
                  </a:lnTo>
                  <a:lnTo>
                    <a:pt x="6620445" y="2518112"/>
                  </a:lnTo>
                  <a:lnTo>
                    <a:pt x="6573731" y="2519456"/>
                  </a:lnTo>
                  <a:lnTo>
                    <a:pt x="6543818" y="2520242"/>
                  </a:lnTo>
                  <a:lnTo>
                    <a:pt x="6528216" y="2520617"/>
                  </a:lnTo>
                  <a:lnTo>
                    <a:pt x="6522872" y="2520735"/>
                  </a:lnTo>
                  <a:lnTo>
                    <a:pt x="6522385" y="2520744"/>
                  </a:lnTo>
                  <a:lnTo>
                    <a:pt x="5527445" y="2520744"/>
                  </a:lnTo>
                  <a:lnTo>
                    <a:pt x="5526357" y="2520698"/>
                  </a:lnTo>
                  <a:lnTo>
                    <a:pt x="5519169" y="2520370"/>
                  </a:lnTo>
                  <a:lnTo>
                    <a:pt x="5500933" y="2519464"/>
                  </a:lnTo>
                  <a:lnTo>
                    <a:pt x="5468039" y="2517678"/>
                  </a:lnTo>
                  <a:lnTo>
                    <a:pt x="5418420" y="2514725"/>
                  </a:lnTo>
                  <a:lnTo>
                    <a:pt x="5351704" y="2510357"/>
                  </a:lnTo>
                  <a:lnTo>
                    <a:pt x="5269178" y="2504388"/>
                  </a:lnTo>
                  <a:lnTo>
                    <a:pt x="5173498" y="2496702"/>
                  </a:lnTo>
                  <a:lnTo>
                    <a:pt x="5068223" y="2487254"/>
                  </a:lnTo>
                  <a:lnTo>
                    <a:pt x="4957250" y="2476048"/>
                  </a:lnTo>
                  <a:lnTo>
                    <a:pt x="4844311" y="2463116"/>
                  </a:lnTo>
                  <a:lnTo>
                    <a:pt x="4732606" y="2448492"/>
                  </a:lnTo>
                  <a:lnTo>
                    <a:pt x="4624608" y="2432190"/>
                  </a:lnTo>
                  <a:lnTo>
                    <a:pt x="4522022" y="2414185"/>
                  </a:lnTo>
                  <a:lnTo>
                    <a:pt x="4425850" y="2394406"/>
                  </a:lnTo>
                  <a:lnTo>
                    <a:pt x="4336512" y="2372727"/>
                  </a:lnTo>
                  <a:lnTo>
                    <a:pt x="4253981" y="2348970"/>
                  </a:lnTo>
                  <a:lnTo>
                    <a:pt x="4177918" y="2322905"/>
                  </a:lnTo>
                  <a:lnTo>
                    <a:pt x="4107772" y="2294258"/>
                  </a:lnTo>
                  <a:lnTo>
                    <a:pt x="4042870" y="2262715"/>
                  </a:lnTo>
                  <a:lnTo>
                    <a:pt x="3982479" y="2227949"/>
                  </a:lnTo>
                  <a:lnTo>
                    <a:pt x="3925851" y="2189638"/>
                  </a:lnTo>
                  <a:lnTo>
                    <a:pt x="3872267" y="2147519"/>
                  </a:lnTo>
                  <a:lnTo>
                    <a:pt x="3821069" y="2101451"/>
                  </a:lnTo>
                  <a:lnTo>
                    <a:pt x="3820202" y="2100620"/>
                  </a:lnTo>
                  <a:lnTo>
                    <a:pt x="3774099" y="2054009"/>
                  </a:lnTo>
                  <a:lnTo>
                    <a:pt x="3729178" y="2003895"/>
                  </a:lnTo>
                  <a:lnTo>
                    <a:pt x="3685109" y="1950207"/>
                  </a:lnTo>
                  <a:lnTo>
                    <a:pt x="3641628" y="1892934"/>
                  </a:lnTo>
                  <a:lnTo>
                    <a:pt x="3598527" y="1832133"/>
                  </a:lnTo>
                  <a:lnTo>
                    <a:pt x="3555642" y="1767933"/>
                  </a:lnTo>
                  <a:lnTo>
                    <a:pt x="3512856" y="1700539"/>
                  </a:lnTo>
                  <a:lnTo>
                    <a:pt x="3470084" y="1630237"/>
                  </a:lnTo>
                  <a:lnTo>
                    <a:pt x="3427274" y="1557386"/>
                  </a:lnTo>
                  <a:lnTo>
                    <a:pt x="3384402" y="1482416"/>
                  </a:lnTo>
                  <a:lnTo>
                    <a:pt x="3341464" y="1405820"/>
                  </a:lnTo>
                  <a:lnTo>
                    <a:pt x="3298475" y="1328137"/>
                  </a:lnTo>
                  <a:lnTo>
                    <a:pt x="3255460" y="1249944"/>
                  </a:lnTo>
                  <a:lnTo>
                    <a:pt x="3212449" y="1171829"/>
                  </a:lnTo>
                  <a:lnTo>
                    <a:pt x="3169472" y="1094381"/>
                  </a:lnTo>
                  <a:lnTo>
                    <a:pt x="3126551" y="1018167"/>
                  </a:lnTo>
                  <a:lnTo>
                    <a:pt x="3083696" y="943716"/>
                  </a:lnTo>
                  <a:lnTo>
                    <a:pt x="3040900" y="871505"/>
                  </a:lnTo>
                  <a:lnTo>
                    <a:pt x="2998130" y="801946"/>
                  </a:lnTo>
                  <a:lnTo>
                    <a:pt x="2955327" y="735379"/>
                  </a:lnTo>
                  <a:lnTo>
                    <a:pt x="2912398" y="672068"/>
                  </a:lnTo>
                  <a:lnTo>
                    <a:pt x="2869213" y="612198"/>
                  </a:lnTo>
                  <a:lnTo>
                    <a:pt x="2825598" y="555877"/>
                  </a:lnTo>
                  <a:lnTo>
                    <a:pt x="2781331" y="503145"/>
                  </a:lnTo>
                  <a:lnTo>
                    <a:pt x="2736130" y="453974"/>
                  </a:lnTo>
                  <a:lnTo>
                    <a:pt x="2702183" y="420124"/>
                  </a:lnTo>
                  <a:lnTo>
                    <a:pt x="2651022" y="373988"/>
                  </a:lnTo>
                  <a:lnTo>
                    <a:pt x="2597484" y="331801"/>
                  </a:lnTo>
                  <a:lnTo>
                    <a:pt x="2540915" y="293426"/>
                  </a:lnTo>
                  <a:lnTo>
                    <a:pt x="2480595" y="258601"/>
                  </a:lnTo>
                  <a:lnTo>
                    <a:pt x="2415777" y="227006"/>
                  </a:lnTo>
                  <a:lnTo>
                    <a:pt x="2345728" y="198311"/>
                  </a:lnTo>
                  <a:lnTo>
                    <a:pt x="2269772" y="172204"/>
                  </a:lnTo>
                  <a:lnTo>
                    <a:pt x="2187357" y="148409"/>
                  </a:lnTo>
                  <a:lnTo>
                    <a:pt x="2098137" y="126696"/>
                  </a:lnTo>
                  <a:lnTo>
                    <a:pt x="2002081" y="106885"/>
                  </a:lnTo>
                  <a:lnTo>
                    <a:pt x="1899600" y="88851"/>
                  </a:lnTo>
                  <a:lnTo>
                    <a:pt x="1791683" y="72520"/>
                  </a:lnTo>
                  <a:lnTo>
                    <a:pt x="1680023" y="57867"/>
                  </a:lnTo>
                  <a:lnTo>
                    <a:pt x="1567080" y="44905"/>
                  </a:lnTo>
                  <a:lnTo>
                    <a:pt x="1456042" y="33669"/>
                  </a:lnTo>
                  <a:lnTo>
                    <a:pt x="1350635" y="24190"/>
                  </a:lnTo>
                  <a:lnTo>
                    <a:pt x="1254758" y="16474"/>
                  </a:lnTo>
                  <a:lnTo>
                    <a:pt x="1171978" y="10476"/>
                  </a:lnTo>
                  <a:lnTo>
                    <a:pt x="1104974" y="6082"/>
                  </a:lnTo>
                  <a:lnTo>
                    <a:pt x="1055058" y="3106"/>
                  </a:lnTo>
                  <a:lnTo>
                    <a:pt x="1021887" y="1302"/>
                  </a:lnTo>
                  <a:lnTo>
                    <a:pt x="1003425" y="383"/>
                  </a:lnTo>
                  <a:lnTo>
                    <a:pt x="996084" y="48"/>
                  </a:lnTo>
                  <a:lnTo>
                    <a:pt x="994940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" name="pg83"/>
            <p:cNvSpPr/>
            <p:nvPr/>
          </p:nvSpPr>
          <p:spPr>
            <a:xfrm>
              <a:off x="1199187" y="2006998"/>
              <a:ext cx="12049831" cy="812298"/>
            </a:xfrm>
            <a:custGeom>
              <a:avLst/>
              <a:pathLst>
                <a:path w="12049831" h="812298">
                  <a:moveTo>
                    <a:pt x="0" y="5240"/>
                  </a:moveTo>
                  <a:lnTo>
                    <a:pt x="994940" y="5240"/>
                  </a:lnTo>
                  <a:lnTo>
                    <a:pt x="996071" y="5255"/>
                  </a:lnTo>
                  <a:lnTo>
                    <a:pt x="1003537" y="5365"/>
                  </a:lnTo>
                  <a:lnTo>
                    <a:pt x="1022459" y="5667"/>
                  </a:lnTo>
                  <a:lnTo>
                    <a:pt x="1056543" y="6262"/>
                  </a:lnTo>
                  <a:lnTo>
                    <a:pt x="1107858" y="7245"/>
                  </a:lnTo>
                  <a:lnTo>
                    <a:pt x="1176685" y="8698"/>
                  </a:lnTo>
                  <a:lnTo>
                    <a:pt x="1261571" y="10682"/>
                  </a:lnTo>
                  <a:lnTo>
                    <a:pt x="1359649" y="13231"/>
                  </a:lnTo>
                  <a:lnTo>
                    <a:pt x="1467161" y="16361"/>
                  </a:lnTo>
                  <a:lnTo>
                    <a:pt x="1580049" y="20067"/>
                  </a:lnTo>
                  <a:lnTo>
                    <a:pt x="1694485" y="24339"/>
                  </a:lnTo>
                  <a:lnTo>
                    <a:pt x="1807237" y="29166"/>
                  </a:lnTo>
                  <a:lnTo>
                    <a:pt x="1915854" y="34545"/>
                  </a:lnTo>
                  <a:lnTo>
                    <a:pt x="2018691" y="40487"/>
                  </a:lnTo>
                  <a:lnTo>
                    <a:pt x="2114824" y="47018"/>
                  </a:lnTo>
                  <a:lnTo>
                    <a:pt x="2203915" y="54184"/>
                  </a:lnTo>
                  <a:lnTo>
                    <a:pt x="2286069" y="62047"/>
                  </a:lnTo>
                  <a:lnTo>
                    <a:pt x="2361696" y="70689"/>
                  </a:lnTo>
                  <a:lnTo>
                    <a:pt x="2431404" y="80202"/>
                  </a:lnTo>
                  <a:lnTo>
                    <a:pt x="2495913" y="90695"/>
                  </a:lnTo>
                  <a:lnTo>
                    <a:pt x="2555995" y="102275"/>
                  </a:lnTo>
                  <a:lnTo>
                    <a:pt x="2612424" y="115048"/>
                  </a:lnTo>
                  <a:lnTo>
                    <a:pt x="2665932" y="129091"/>
                  </a:lnTo>
                  <a:lnTo>
                    <a:pt x="2702183" y="139750"/>
                  </a:lnTo>
                  <a:lnTo>
                    <a:pt x="2760762" y="158979"/>
                  </a:lnTo>
                  <a:lnTo>
                    <a:pt x="2817572" y="180045"/>
                  </a:lnTo>
                  <a:lnTo>
                    <a:pt x="2873239" y="202978"/>
                  </a:lnTo>
                  <a:lnTo>
                    <a:pt x="2928232" y="227754"/>
                  </a:lnTo>
                  <a:lnTo>
                    <a:pt x="2982891" y="254290"/>
                  </a:lnTo>
                  <a:lnTo>
                    <a:pt x="3037445" y="282435"/>
                  </a:lnTo>
                  <a:lnTo>
                    <a:pt x="3092034" y="311976"/>
                  </a:lnTo>
                  <a:lnTo>
                    <a:pt x="3146722" y="342635"/>
                  </a:lnTo>
                  <a:lnTo>
                    <a:pt x="3201511" y="374085"/>
                  </a:lnTo>
                  <a:lnTo>
                    <a:pt x="3256366" y="405958"/>
                  </a:lnTo>
                  <a:lnTo>
                    <a:pt x="3311226" y="437865"/>
                  </a:lnTo>
                  <a:lnTo>
                    <a:pt x="3366030" y="469417"/>
                  </a:lnTo>
                  <a:lnTo>
                    <a:pt x="3420736" y="500240"/>
                  </a:lnTo>
                  <a:lnTo>
                    <a:pt x="3475340" y="529999"/>
                  </a:lnTo>
                  <a:lnTo>
                    <a:pt x="3529893" y="558408"/>
                  </a:lnTo>
                  <a:lnTo>
                    <a:pt x="3584519" y="585239"/>
                  </a:lnTo>
                  <a:lnTo>
                    <a:pt x="3639432" y="610333"/>
                  </a:lnTo>
                  <a:lnTo>
                    <a:pt x="3694951" y="633593"/>
                  </a:lnTo>
                  <a:lnTo>
                    <a:pt x="3751519" y="654987"/>
                  </a:lnTo>
                  <a:lnTo>
                    <a:pt x="3809733" y="674535"/>
                  </a:lnTo>
                  <a:lnTo>
                    <a:pt x="3820202" y="677788"/>
                  </a:lnTo>
                  <a:lnTo>
                    <a:pt x="3872055" y="692746"/>
                  </a:lnTo>
                  <a:lnTo>
                    <a:pt x="3926357" y="706407"/>
                  </a:lnTo>
                  <a:lnTo>
                    <a:pt x="3983789" y="718816"/>
                  </a:lnTo>
                  <a:lnTo>
                    <a:pt x="4045103" y="730063"/>
                  </a:lnTo>
                  <a:lnTo>
                    <a:pt x="4111075" y="740254"/>
                  </a:lnTo>
                  <a:lnTo>
                    <a:pt x="4182466" y="749498"/>
                  </a:lnTo>
                  <a:lnTo>
                    <a:pt x="4259972" y="757900"/>
                  </a:lnTo>
                  <a:lnTo>
                    <a:pt x="4344152" y="765549"/>
                  </a:lnTo>
                  <a:lnTo>
                    <a:pt x="4435337" y="772520"/>
                  </a:lnTo>
                  <a:lnTo>
                    <a:pt x="4533517" y="778873"/>
                  </a:lnTo>
                  <a:lnTo>
                    <a:pt x="4638194" y="784646"/>
                  </a:lnTo>
                  <a:lnTo>
                    <a:pt x="4748245" y="789860"/>
                  </a:lnTo>
                  <a:lnTo>
                    <a:pt x="4861788" y="794524"/>
                  </a:lnTo>
                  <a:lnTo>
                    <a:pt x="4976134" y="798629"/>
                  </a:lnTo>
                  <a:lnTo>
                    <a:pt x="5087846" y="802166"/>
                  </a:lnTo>
                  <a:lnTo>
                    <a:pt x="5192982" y="805123"/>
                  </a:lnTo>
                  <a:lnTo>
                    <a:pt x="5287512" y="807502"/>
                  </a:lnTo>
                  <a:lnTo>
                    <a:pt x="5367880" y="809323"/>
                  </a:lnTo>
                  <a:lnTo>
                    <a:pt x="5431591" y="810630"/>
                  </a:lnTo>
                  <a:lnTo>
                    <a:pt x="5477686" y="811489"/>
                  </a:lnTo>
                  <a:lnTo>
                    <a:pt x="5506980" y="811987"/>
                  </a:lnTo>
                  <a:lnTo>
                    <a:pt x="5522051" y="812221"/>
                  </a:lnTo>
                  <a:lnTo>
                    <a:pt x="5527045" y="812292"/>
                  </a:lnTo>
                  <a:lnTo>
                    <a:pt x="5527445" y="812298"/>
                  </a:lnTo>
                  <a:lnTo>
                    <a:pt x="6522385" y="812298"/>
                  </a:lnTo>
                  <a:lnTo>
                    <a:pt x="6523518" y="812284"/>
                  </a:lnTo>
                  <a:lnTo>
                    <a:pt x="6530990" y="812185"/>
                  </a:lnTo>
                  <a:lnTo>
                    <a:pt x="6549928" y="811912"/>
                  </a:lnTo>
                  <a:lnTo>
                    <a:pt x="6584038" y="811375"/>
                  </a:lnTo>
                  <a:lnTo>
                    <a:pt x="6635390" y="810486"/>
                  </a:lnTo>
                  <a:lnTo>
                    <a:pt x="6704263" y="809174"/>
                  </a:lnTo>
                  <a:lnTo>
                    <a:pt x="6789201" y="807382"/>
                  </a:lnTo>
                  <a:lnTo>
                    <a:pt x="6887331" y="805079"/>
                  </a:lnTo>
                  <a:lnTo>
                    <a:pt x="6994892" y="802252"/>
                  </a:lnTo>
                  <a:lnTo>
                    <a:pt x="7107822" y="798905"/>
                  </a:lnTo>
                  <a:lnTo>
                    <a:pt x="7222290" y="795046"/>
                  </a:lnTo>
                  <a:lnTo>
                    <a:pt x="7335064" y="790686"/>
                  </a:lnTo>
                  <a:lnTo>
                    <a:pt x="7443694" y="785828"/>
                  </a:lnTo>
                  <a:lnTo>
                    <a:pt x="7546536" y="780462"/>
                  </a:lnTo>
                  <a:lnTo>
                    <a:pt x="7642667" y="774563"/>
                  </a:lnTo>
                  <a:lnTo>
                    <a:pt x="7731753" y="768090"/>
                  </a:lnTo>
                  <a:lnTo>
                    <a:pt x="7813898" y="760988"/>
                  </a:lnTo>
                  <a:lnTo>
                    <a:pt x="7889515" y="753182"/>
                  </a:lnTo>
                  <a:lnTo>
                    <a:pt x="7959213" y="744588"/>
                  </a:lnTo>
                  <a:lnTo>
                    <a:pt x="8023714" y="735110"/>
                  </a:lnTo>
                  <a:lnTo>
                    <a:pt x="8083790" y="724648"/>
                  </a:lnTo>
                  <a:lnTo>
                    <a:pt x="8140214" y="713109"/>
                  </a:lnTo>
                  <a:lnTo>
                    <a:pt x="8193722" y="700423"/>
                  </a:lnTo>
                  <a:lnTo>
                    <a:pt x="8229629" y="690890"/>
                  </a:lnTo>
                  <a:lnTo>
                    <a:pt x="8288721" y="673371"/>
                  </a:lnTo>
                  <a:lnTo>
                    <a:pt x="8346018" y="654165"/>
                  </a:lnTo>
                  <a:lnTo>
                    <a:pt x="8402161" y="633244"/>
                  </a:lnTo>
                  <a:lnTo>
                    <a:pt x="8457630" y="610630"/>
                  </a:lnTo>
                  <a:lnTo>
                    <a:pt x="8512767" y="586405"/>
                  </a:lnTo>
                  <a:lnTo>
                    <a:pt x="8567807" y="560707"/>
                  </a:lnTo>
                  <a:lnTo>
                    <a:pt x="8622887" y="533741"/>
                  </a:lnTo>
                  <a:lnTo>
                    <a:pt x="8678068" y="505763"/>
                  </a:lnTo>
                  <a:lnTo>
                    <a:pt x="8733353" y="477083"/>
                  </a:lnTo>
                  <a:lnTo>
                    <a:pt x="8788698" y="448042"/>
                  </a:lnTo>
                  <a:lnTo>
                    <a:pt x="8844044" y="419002"/>
                  </a:lnTo>
                  <a:lnTo>
                    <a:pt x="8899328" y="390322"/>
                  </a:lnTo>
                  <a:lnTo>
                    <a:pt x="8954510" y="362347"/>
                  </a:lnTo>
                  <a:lnTo>
                    <a:pt x="9009590" y="335383"/>
                  </a:lnTo>
                  <a:lnTo>
                    <a:pt x="9064629" y="309689"/>
                  </a:lnTo>
                  <a:lnTo>
                    <a:pt x="9119767" y="285466"/>
                  </a:lnTo>
                  <a:lnTo>
                    <a:pt x="9175236" y="262856"/>
                  </a:lnTo>
                  <a:lnTo>
                    <a:pt x="9231382" y="241939"/>
                  </a:lnTo>
                  <a:lnTo>
                    <a:pt x="9288682" y="222736"/>
                  </a:lnTo>
                  <a:lnTo>
                    <a:pt x="9347647" y="205258"/>
                  </a:lnTo>
                  <a:lnTo>
                    <a:pt x="9399516" y="191753"/>
                  </a:lnTo>
                  <a:lnTo>
                    <a:pt x="9453835" y="179420"/>
                  </a:lnTo>
                  <a:lnTo>
                    <a:pt x="9511286" y="168217"/>
                  </a:lnTo>
                  <a:lnTo>
                    <a:pt x="9572622" y="158064"/>
                  </a:lnTo>
                  <a:lnTo>
                    <a:pt x="9638619" y="148864"/>
                  </a:lnTo>
                  <a:lnTo>
                    <a:pt x="9710040" y="140519"/>
                  </a:lnTo>
                  <a:lnTo>
                    <a:pt x="9787580" y="132935"/>
                  </a:lnTo>
                  <a:lnTo>
                    <a:pt x="9871798" y="126030"/>
                  </a:lnTo>
                  <a:lnTo>
                    <a:pt x="9963027" y="119737"/>
                  </a:lnTo>
                  <a:lnTo>
                    <a:pt x="10061253" y="114003"/>
                  </a:lnTo>
                  <a:lnTo>
                    <a:pt x="10165979" y="108793"/>
                  </a:lnTo>
                  <a:lnTo>
                    <a:pt x="10276075" y="104086"/>
                  </a:lnTo>
                  <a:lnTo>
                    <a:pt x="10389659" y="99878"/>
                  </a:lnTo>
                  <a:lnTo>
                    <a:pt x="10504035" y="96173"/>
                  </a:lnTo>
                  <a:lnTo>
                    <a:pt x="10615760" y="92982"/>
                  </a:lnTo>
                  <a:lnTo>
                    <a:pt x="10720888" y="90315"/>
                  </a:lnTo>
                  <a:lnTo>
                    <a:pt x="10815385" y="88169"/>
                  </a:lnTo>
                  <a:lnTo>
                    <a:pt x="10895698" y="86527"/>
                  </a:lnTo>
                  <a:lnTo>
                    <a:pt x="10959335" y="85350"/>
                  </a:lnTo>
                  <a:lnTo>
                    <a:pt x="11005345" y="84576"/>
                  </a:lnTo>
                  <a:lnTo>
                    <a:pt x="11034555" y="84128"/>
                  </a:lnTo>
                  <a:lnTo>
                    <a:pt x="11049555" y="83918"/>
                  </a:lnTo>
                  <a:lnTo>
                    <a:pt x="11054502" y="83854"/>
                  </a:lnTo>
                  <a:lnTo>
                    <a:pt x="11054891" y="83850"/>
                  </a:lnTo>
                  <a:lnTo>
                    <a:pt x="12049831" y="83850"/>
                  </a:lnTo>
                  <a:lnTo>
                    <a:pt x="12049831" y="78609"/>
                  </a:lnTo>
                  <a:lnTo>
                    <a:pt x="11054891" y="78609"/>
                  </a:lnTo>
                  <a:lnTo>
                    <a:pt x="11053759" y="78623"/>
                  </a:lnTo>
                  <a:lnTo>
                    <a:pt x="11046287" y="78722"/>
                  </a:lnTo>
                  <a:lnTo>
                    <a:pt x="11027349" y="78994"/>
                  </a:lnTo>
                  <a:lnTo>
                    <a:pt x="10993239" y="79532"/>
                  </a:lnTo>
                  <a:lnTo>
                    <a:pt x="10941886" y="80420"/>
                  </a:lnTo>
                  <a:lnTo>
                    <a:pt x="10873013" y="81733"/>
                  </a:lnTo>
                  <a:lnTo>
                    <a:pt x="10788076" y="83525"/>
                  </a:lnTo>
                  <a:lnTo>
                    <a:pt x="10689945" y="85828"/>
                  </a:lnTo>
                  <a:lnTo>
                    <a:pt x="10582384" y="88654"/>
                  </a:lnTo>
                  <a:lnTo>
                    <a:pt x="10469455" y="92002"/>
                  </a:lnTo>
                  <a:lnTo>
                    <a:pt x="10354987" y="95861"/>
                  </a:lnTo>
                  <a:lnTo>
                    <a:pt x="10242213" y="100220"/>
                  </a:lnTo>
                  <a:lnTo>
                    <a:pt x="10133583" y="105079"/>
                  </a:lnTo>
                  <a:lnTo>
                    <a:pt x="10030741" y="110445"/>
                  </a:lnTo>
                  <a:lnTo>
                    <a:pt x="9934610" y="116344"/>
                  </a:lnTo>
                  <a:lnTo>
                    <a:pt x="9845524" y="122816"/>
                  </a:lnTo>
                  <a:lnTo>
                    <a:pt x="9763379" y="129919"/>
                  </a:lnTo>
                  <a:lnTo>
                    <a:pt x="9687761" y="137725"/>
                  </a:lnTo>
                  <a:lnTo>
                    <a:pt x="9618063" y="146319"/>
                  </a:lnTo>
                  <a:lnTo>
                    <a:pt x="9553562" y="155797"/>
                  </a:lnTo>
                  <a:lnTo>
                    <a:pt x="9493486" y="166259"/>
                  </a:lnTo>
                  <a:lnTo>
                    <a:pt x="9437062" y="177797"/>
                  </a:lnTo>
                  <a:lnTo>
                    <a:pt x="9383555" y="190484"/>
                  </a:lnTo>
                  <a:lnTo>
                    <a:pt x="9347647" y="200017"/>
                  </a:lnTo>
                  <a:lnTo>
                    <a:pt x="9288556" y="217536"/>
                  </a:lnTo>
                  <a:lnTo>
                    <a:pt x="9231259" y="236742"/>
                  </a:lnTo>
                  <a:lnTo>
                    <a:pt x="9175115" y="257663"/>
                  </a:lnTo>
                  <a:lnTo>
                    <a:pt x="9119647" y="280276"/>
                  </a:lnTo>
                  <a:lnTo>
                    <a:pt x="9064510" y="304502"/>
                  </a:lnTo>
                  <a:lnTo>
                    <a:pt x="9009470" y="330199"/>
                  </a:lnTo>
                  <a:lnTo>
                    <a:pt x="8954390" y="357166"/>
                  </a:lnTo>
                  <a:lnTo>
                    <a:pt x="8899208" y="385143"/>
                  </a:lnTo>
                  <a:lnTo>
                    <a:pt x="8843924" y="413824"/>
                  </a:lnTo>
                  <a:lnTo>
                    <a:pt x="8788578" y="442865"/>
                  </a:lnTo>
                  <a:lnTo>
                    <a:pt x="8733232" y="471905"/>
                  </a:lnTo>
                  <a:lnTo>
                    <a:pt x="8677948" y="500584"/>
                  </a:lnTo>
                  <a:lnTo>
                    <a:pt x="8622767" y="528560"/>
                  </a:lnTo>
                  <a:lnTo>
                    <a:pt x="8567687" y="555524"/>
                  </a:lnTo>
                  <a:lnTo>
                    <a:pt x="8512647" y="581218"/>
                  </a:lnTo>
                  <a:lnTo>
                    <a:pt x="8457509" y="605441"/>
                  </a:lnTo>
                  <a:lnTo>
                    <a:pt x="8402040" y="628051"/>
                  </a:lnTo>
                  <a:lnTo>
                    <a:pt x="8345895" y="648968"/>
                  </a:lnTo>
                  <a:lnTo>
                    <a:pt x="8288595" y="668170"/>
                  </a:lnTo>
                  <a:lnTo>
                    <a:pt x="8229629" y="685649"/>
                  </a:lnTo>
                  <a:lnTo>
                    <a:pt x="8177760" y="699154"/>
                  </a:lnTo>
                  <a:lnTo>
                    <a:pt x="8123442" y="711487"/>
                  </a:lnTo>
                  <a:lnTo>
                    <a:pt x="8065990" y="722690"/>
                  </a:lnTo>
                  <a:lnTo>
                    <a:pt x="8004655" y="732843"/>
                  </a:lnTo>
                  <a:lnTo>
                    <a:pt x="7938658" y="742043"/>
                  </a:lnTo>
                  <a:lnTo>
                    <a:pt x="7867237" y="750388"/>
                  </a:lnTo>
                  <a:lnTo>
                    <a:pt x="7789697" y="757972"/>
                  </a:lnTo>
                  <a:lnTo>
                    <a:pt x="7705479" y="764877"/>
                  </a:lnTo>
                  <a:lnTo>
                    <a:pt x="7614250" y="771170"/>
                  </a:lnTo>
                  <a:lnTo>
                    <a:pt x="7516024" y="776904"/>
                  </a:lnTo>
                  <a:lnTo>
                    <a:pt x="7411298" y="782114"/>
                  </a:lnTo>
                  <a:lnTo>
                    <a:pt x="7301201" y="786821"/>
                  </a:lnTo>
                  <a:lnTo>
                    <a:pt x="7187617" y="791029"/>
                  </a:lnTo>
                  <a:lnTo>
                    <a:pt x="7073242" y="794734"/>
                  </a:lnTo>
                  <a:lnTo>
                    <a:pt x="6961516" y="797924"/>
                  </a:lnTo>
                  <a:lnTo>
                    <a:pt x="6856389" y="800592"/>
                  </a:lnTo>
                  <a:lnTo>
                    <a:pt x="6761891" y="802738"/>
                  </a:lnTo>
                  <a:lnTo>
                    <a:pt x="6681579" y="804380"/>
                  </a:lnTo>
                  <a:lnTo>
                    <a:pt x="6617942" y="805557"/>
                  </a:lnTo>
                  <a:lnTo>
                    <a:pt x="6571931" y="806331"/>
                  </a:lnTo>
                  <a:lnTo>
                    <a:pt x="6542721" y="806778"/>
                  </a:lnTo>
                  <a:lnTo>
                    <a:pt x="6527722" y="806989"/>
                  </a:lnTo>
                  <a:lnTo>
                    <a:pt x="6522774" y="807052"/>
                  </a:lnTo>
                  <a:lnTo>
                    <a:pt x="6522385" y="807057"/>
                  </a:lnTo>
                  <a:lnTo>
                    <a:pt x="5527445" y="807057"/>
                  </a:lnTo>
                  <a:lnTo>
                    <a:pt x="5526314" y="807042"/>
                  </a:lnTo>
                  <a:lnTo>
                    <a:pt x="5518848" y="806933"/>
                  </a:lnTo>
                  <a:lnTo>
                    <a:pt x="5499926" y="806631"/>
                  </a:lnTo>
                  <a:lnTo>
                    <a:pt x="5465842" y="806035"/>
                  </a:lnTo>
                  <a:lnTo>
                    <a:pt x="5414527" y="805052"/>
                  </a:lnTo>
                  <a:lnTo>
                    <a:pt x="5345700" y="803599"/>
                  </a:lnTo>
                  <a:lnTo>
                    <a:pt x="5260814" y="801616"/>
                  </a:lnTo>
                  <a:lnTo>
                    <a:pt x="5162736" y="799066"/>
                  </a:lnTo>
                  <a:lnTo>
                    <a:pt x="5055224" y="795937"/>
                  </a:lnTo>
                  <a:lnTo>
                    <a:pt x="4942336" y="792230"/>
                  </a:lnTo>
                  <a:lnTo>
                    <a:pt x="4827900" y="787958"/>
                  </a:lnTo>
                  <a:lnTo>
                    <a:pt x="4715148" y="783131"/>
                  </a:lnTo>
                  <a:lnTo>
                    <a:pt x="4606531" y="777752"/>
                  </a:lnTo>
                  <a:lnTo>
                    <a:pt x="4503694" y="771811"/>
                  </a:lnTo>
                  <a:lnTo>
                    <a:pt x="4407561" y="765279"/>
                  </a:lnTo>
                  <a:lnTo>
                    <a:pt x="4318470" y="758114"/>
                  </a:lnTo>
                  <a:lnTo>
                    <a:pt x="4236316" y="750250"/>
                  </a:lnTo>
                  <a:lnTo>
                    <a:pt x="4160689" y="741609"/>
                  </a:lnTo>
                  <a:lnTo>
                    <a:pt x="4090981" y="732095"/>
                  </a:lnTo>
                  <a:lnTo>
                    <a:pt x="4026472" y="721603"/>
                  </a:lnTo>
                  <a:lnTo>
                    <a:pt x="3966390" y="710022"/>
                  </a:lnTo>
                  <a:lnTo>
                    <a:pt x="3909961" y="697249"/>
                  </a:lnTo>
                  <a:lnTo>
                    <a:pt x="3856453" y="683206"/>
                  </a:lnTo>
                  <a:lnTo>
                    <a:pt x="3820202" y="672548"/>
                  </a:lnTo>
                  <a:lnTo>
                    <a:pt x="3761623" y="653318"/>
                  </a:lnTo>
                  <a:lnTo>
                    <a:pt x="3704813" y="632252"/>
                  </a:lnTo>
                  <a:lnTo>
                    <a:pt x="3649146" y="609319"/>
                  </a:lnTo>
                  <a:lnTo>
                    <a:pt x="3594153" y="584543"/>
                  </a:lnTo>
                  <a:lnTo>
                    <a:pt x="3539494" y="558008"/>
                  </a:lnTo>
                  <a:lnTo>
                    <a:pt x="3484940" y="529862"/>
                  </a:lnTo>
                  <a:lnTo>
                    <a:pt x="3430350" y="500322"/>
                  </a:lnTo>
                  <a:lnTo>
                    <a:pt x="3375663" y="469662"/>
                  </a:lnTo>
                  <a:lnTo>
                    <a:pt x="3320874" y="438213"/>
                  </a:lnTo>
                  <a:lnTo>
                    <a:pt x="3266019" y="406340"/>
                  </a:lnTo>
                  <a:lnTo>
                    <a:pt x="3211159" y="374432"/>
                  </a:lnTo>
                  <a:lnTo>
                    <a:pt x="3156355" y="342880"/>
                  </a:lnTo>
                  <a:lnTo>
                    <a:pt x="3101649" y="312057"/>
                  </a:lnTo>
                  <a:lnTo>
                    <a:pt x="3047045" y="282298"/>
                  </a:lnTo>
                  <a:lnTo>
                    <a:pt x="2992492" y="253890"/>
                  </a:lnTo>
                  <a:lnTo>
                    <a:pt x="2937866" y="227058"/>
                  </a:lnTo>
                  <a:lnTo>
                    <a:pt x="2882953" y="201965"/>
                  </a:lnTo>
                  <a:lnTo>
                    <a:pt x="2827434" y="178704"/>
                  </a:lnTo>
                  <a:lnTo>
                    <a:pt x="2770866" y="157311"/>
                  </a:lnTo>
                  <a:lnTo>
                    <a:pt x="2712652" y="137762"/>
                  </a:lnTo>
                  <a:lnTo>
                    <a:pt x="2702183" y="134509"/>
                  </a:lnTo>
                  <a:lnTo>
                    <a:pt x="2650330" y="119551"/>
                  </a:lnTo>
                  <a:lnTo>
                    <a:pt x="2596028" y="105890"/>
                  </a:lnTo>
                  <a:lnTo>
                    <a:pt x="2538595" y="93481"/>
                  </a:lnTo>
                  <a:lnTo>
                    <a:pt x="2477282" y="82234"/>
                  </a:lnTo>
                  <a:lnTo>
                    <a:pt x="2411310" y="72044"/>
                  </a:lnTo>
                  <a:lnTo>
                    <a:pt x="2339919" y="62799"/>
                  </a:lnTo>
                  <a:lnTo>
                    <a:pt x="2262413" y="54398"/>
                  </a:lnTo>
                  <a:lnTo>
                    <a:pt x="2178233" y="46749"/>
                  </a:lnTo>
                  <a:lnTo>
                    <a:pt x="2087048" y="39777"/>
                  </a:lnTo>
                  <a:lnTo>
                    <a:pt x="1988868" y="33424"/>
                  </a:lnTo>
                  <a:lnTo>
                    <a:pt x="1884191" y="27652"/>
                  </a:lnTo>
                  <a:lnTo>
                    <a:pt x="1774140" y="22437"/>
                  </a:lnTo>
                  <a:lnTo>
                    <a:pt x="1660597" y="17774"/>
                  </a:lnTo>
                  <a:lnTo>
                    <a:pt x="1546251" y="13668"/>
                  </a:lnTo>
                  <a:lnTo>
                    <a:pt x="1434539" y="10132"/>
                  </a:lnTo>
                  <a:lnTo>
                    <a:pt x="1329403" y="7174"/>
                  </a:lnTo>
                  <a:lnTo>
                    <a:pt x="1234873" y="4795"/>
                  </a:lnTo>
                  <a:lnTo>
                    <a:pt x="1154505" y="2974"/>
                  </a:lnTo>
                  <a:lnTo>
                    <a:pt x="1090794" y="1667"/>
                  </a:lnTo>
                  <a:lnTo>
                    <a:pt x="1044699" y="808"/>
                  </a:lnTo>
                  <a:lnTo>
                    <a:pt x="1015405" y="310"/>
                  </a:lnTo>
                  <a:lnTo>
                    <a:pt x="1000334" y="76"/>
                  </a:lnTo>
                  <a:lnTo>
                    <a:pt x="995340" y="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5" name="pl84"/>
            <p:cNvSpPr/>
            <p:nvPr/>
          </p:nvSpPr>
          <p:spPr>
            <a:xfrm>
              <a:off x="1199187" y="2012238"/>
              <a:ext cx="12049831" cy="807057"/>
            </a:xfrm>
            <a:custGeom>
              <a:avLst/>
              <a:pathLst>
                <a:path w="12049831" h="807057">
                  <a:moveTo>
                    <a:pt x="0" y="0"/>
                  </a:moveTo>
                  <a:lnTo>
                    <a:pt x="994940" y="0"/>
                  </a:lnTo>
                  <a:lnTo>
                    <a:pt x="996071" y="15"/>
                  </a:lnTo>
                  <a:lnTo>
                    <a:pt x="1003537" y="124"/>
                  </a:lnTo>
                  <a:lnTo>
                    <a:pt x="1022459" y="426"/>
                  </a:lnTo>
                  <a:lnTo>
                    <a:pt x="1056543" y="1021"/>
                  </a:lnTo>
                  <a:lnTo>
                    <a:pt x="1107858" y="2005"/>
                  </a:lnTo>
                  <a:lnTo>
                    <a:pt x="1176685" y="3458"/>
                  </a:lnTo>
                  <a:lnTo>
                    <a:pt x="1261571" y="5441"/>
                  </a:lnTo>
                  <a:lnTo>
                    <a:pt x="1359649" y="7991"/>
                  </a:lnTo>
                  <a:lnTo>
                    <a:pt x="1467161" y="11120"/>
                  </a:lnTo>
                  <a:lnTo>
                    <a:pt x="1580049" y="14827"/>
                  </a:lnTo>
                  <a:lnTo>
                    <a:pt x="1694485" y="19099"/>
                  </a:lnTo>
                  <a:lnTo>
                    <a:pt x="1807237" y="23926"/>
                  </a:lnTo>
                  <a:lnTo>
                    <a:pt x="1915854" y="29305"/>
                  </a:lnTo>
                  <a:lnTo>
                    <a:pt x="2018691" y="35246"/>
                  </a:lnTo>
                  <a:lnTo>
                    <a:pt x="2114824" y="41777"/>
                  </a:lnTo>
                  <a:lnTo>
                    <a:pt x="2203915" y="48943"/>
                  </a:lnTo>
                  <a:lnTo>
                    <a:pt x="2286069" y="56807"/>
                  </a:lnTo>
                  <a:lnTo>
                    <a:pt x="2361696" y="65448"/>
                  </a:lnTo>
                  <a:lnTo>
                    <a:pt x="2431404" y="74962"/>
                  </a:lnTo>
                  <a:lnTo>
                    <a:pt x="2495913" y="85454"/>
                  </a:lnTo>
                  <a:lnTo>
                    <a:pt x="2555995" y="97035"/>
                  </a:lnTo>
                  <a:lnTo>
                    <a:pt x="2612424" y="109807"/>
                  </a:lnTo>
                  <a:lnTo>
                    <a:pt x="2665932" y="123850"/>
                  </a:lnTo>
                  <a:lnTo>
                    <a:pt x="2702183" y="134509"/>
                  </a:lnTo>
                  <a:lnTo>
                    <a:pt x="2760762" y="153739"/>
                  </a:lnTo>
                  <a:lnTo>
                    <a:pt x="2817572" y="174805"/>
                  </a:lnTo>
                  <a:lnTo>
                    <a:pt x="2873239" y="197737"/>
                  </a:lnTo>
                  <a:lnTo>
                    <a:pt x="2928232" y="222514"/>
                  </a:lnTo>
                  <a:lnTo>
                    <a:pt x="2982891" y="249049"/>
                  </a:lnTo>
                  <a:lnTo>
                    <a:pt x="3037445" y="277194"/>
                  </a:lnTo>
                  <a:lnTo>
                    <a:pt x="3092034" y="306735"/>
                  </a:lnTo>
                  <a:lnTo>
                    <a:pt x="3146722" y="337394"/>
                  </a:lnTo>
                  <a:lnTo>
                    <a:pt x="3201511" y="368844"/>
                  </a:lnTo>
                  <a:lnTo>
                    <a:pt x="3256366" y="400717"/>
                  </a:lnTo>
                  <a:lnTo>
                    <a:pt x="3311226" y="432624"/>
                  </a:lnTo>
                  <a:lnTo>
                    <a:pt x="3366030" y="464176"/>
                  </a:lnTo>
                  <a:lnTo>
                    <a:pt x="3420736" y="495000"/>
                  </a:lnTo>
                  <a:lnTo>
                    <a:pt x="3475340" y="524759"/>
                  </a:lnTo>
                  <a:lnTo>
                    <a:pt x="3529893" y="553167"/>
                  </a:lnTo>
                  <a:lnTo>
                    <a:pt x="3584519" y="579998"/>
                  </a:lnTo>
                  <a:lnTo>
                    <a:pt x="3639432" y="605092"/>
                  </a:lnTo>
                  <a:lnTo>
                    <a:pt x="3694951" y="628353"/>
                  </a:lnTo>
                  <a:lnTo>
                    <a:pt x="3751519" y="649746"/>
                  </a:lnTo>
                  <a:lnTo>
                    <a:pt x="3809733" y="669294"/>
                  </a:lnTo>
                  <a:lnTo>
                    <a:pt x="3820202" y="672548"/>
                  </a:lnTo>
                  <a:lnTo>
                    <a:pt x="3872055" y="687506"/>
                  </a:lnTo>
                  <a:lnTo>
                    <a:pt x="3926357" y="701166"/>
                  </a:lnTo>
                  <a:lnTo>
                    <a:pt x="3983789" y="713576"/>
                  </a:lnTo>
                  <a:lnTo>
                    <a:pt x="4045103" y="724822"/>
                  </a:lnTo>
                  <a:lnTo>
                    <a:pt x="4111075" y="735013"/>
                  </a:lnTo>
                  <a:lnTo>
                    <a:pt x="4182466" y="744258"/>
                  </a:lnTo>
                  <a:lnTo>
                    <a:pt x="4259972" y="752659"/>
                  </a:lnTo>
                  <a:lnTo>
                    <a:pt x="4344152" y="760308"/>
                  </a:lnTo>
                  <a:lnTo>
                    <a:pt x="4435337" y="767280"/>
                  </a:lnTo>
                  <a:lnTo>
                    <a:pt x="4533517" y="773632"/>
                  </a:lnTo>
                  <a:lnTo>
                    <a:pt x="4638194" y="779405"/>
                  </a:lnTo>
                  <a:lnTo>
                    <a:pt x="4748245" y="784620"/>
                  </a:lnTo>
                  <a:lnTo>
                    <a:pt x="4861788" y="789283"/>
                  </a:lnTo>
                  <a:lnTo>
                    <a:pt x="4976134" y="793389"/>
                  </a:lnTo>
                  <a:lnTo>
                    <a:pt x="5087846" y="796925"/>
                  </a:lnTo>
                  <a:lnTo>
                    <a:pt x="5192982" y="799882"/>
                  </a:lnTo>
                  <a:lnTo>
                    <a:pt x="5287512" y="802262"/>
                  </a:lnTo>
                  <a:lnTo>
                    <a:pt x="5367880" y="804083"/>
                  </a:lnTo>
                  <a:lnTo>
                    <a:pt x="5431591" y="805389"/>
                  </a:lnTo>
                  <a:lnTo>
                    <a:pt x="5477686" y="806248"/>
                  </a:lnTo>
                  <a:lnTo>
                    <a:pt x="5506980" y="806746"/>
                  </a:lnTo>
                  <a:lnTo>
                    <a:pt x="5522051" y="806980"/>
                  </a:lnTo>
                  <a:lnTo>
                    <a:pt x="5527045" y="807052"/>
                  </a:lnTo>
                  <a:lnTo>
                    <a:pt x="5527445" y="807057"/>
                  </a:lnTo>
                  <a:lnTo>
                    <a:pt x="6522385" y="807057"/>
                  </a:lnTo>
                  <a:lnTo>
                    <a:pt x="6523518" y="807043"/>
                  </a:lnTo>
                  <a:lnTo>
                    <a:pt x="6530990" y="806945"/>
                  </a:lnTo>
                  <a:lnTo>
                    <a:pt x="6549928" y="806672"/>
                  </a:lnTo>
                  <a:lnTo>
                    <a:pt x="6584038" y="806134"/>
                  </a:lnTo>
                  <a:lnTo>
                    <a:pt x="6635390" y="805246"/>
                  </a:lnTo>
                  <a:lnTo>
                    <a:pt x="6704263" y="803933"/>
                  </a:lnTo>
                  <a:lnTo>
                    <a:pt x="6789201" y="802142"/>
                  </a:lnTo>
                  <a:lnTo>
                    <a:pt x="6887331" y="799839"/>
                  </a:lnTo>
                  <a:lnTo>
                    <a:pt x="6994892" y="797012"/>
                  </a:lnTo>
                  <a:lnTo>
                    <a:pt x="7107822" y="793664"/>
                  </a:lnTo>
                  <a:lnTo>
                    <a:pt x="7222290" y="789805"/>
                  </a:lnTo>
                  <a:lnTo>
                    <a:pt x="7335064" y="785446"/>
                  </a:lnTo>
                  <a:lnTo>
                    <a:pt x="7443694" y="780588"/>
                  </a:lnTo>
                  <a:lnTo>
                    <a:pt x="7546536" y="775221"/>
                  </a:lnTo>
                  <a:lnTo>
                    <a:pt x="7642667" y="769322"/>
                  </a:lnTo>
                  <a:lnTo>
                    <a:pt x="7731753" y="762850"/>
                  </a:lnTo>
                  <a:lnTo>
                    <a:pt x="7813898" y="755747"/>
                  </a:lnTo>
                  <a:lnTo>
                    <a:pt x="7889515" y="747941"/>
                  </a:lnTo>
                  <a:lnTo>
                    <a:pt x="7959213" y="739347"/>
                  </a:lnTo>
                  <a:lnTo>
                    <a:pt x="8023714" y="729869"/>
                  </a:lnTo>
                  <a:lnTo>
                    <a:pt x="8083790" y="719407"/>
                  </a:lnTo>
                  <a:lnTo>
                    <a:pt x="8140214" y="707869"/>
                  </a:lnTo>
                  <a:lnTo>
                    <a:pt x="8193722" y="695182"/>
                  </a:lnTo>
                  <a:lnTo>
                    <a:pt x="8229629" y="685649"/>
                  </a:lnTo>
                  <a:lnTo>
                    <a:pt x="8288721" y="668131"/>
                  </a:lnTo>
                  <a:lnTo>
                    <a:pt x="8346018" y="648925"/>
                  </a:lnTo>
                  <a:lnTo>
                    <a:pt x="8402161" y="628003"/>
                  </a:lnTo>
                  <a:lnTo>
                    <a:pt x="8457630" y="605390"/>
                  </a:lnTo>
                  <a:lnTo>
                    <a:pt x="8512767" y="581164"/>
                  </a:lnTo>
                  <a:lnTo>
                    <a:pt x="8567807" y="555467"/>
                  </a:lnTo>
                  <a:lnTo>
                    <a:pt x="8622887" y="528500"/>
                  </a:lnTo>
                  <a:lnTo>
                    <a:pt x="8678068" y="500523"/>
                  </a:lnTo>
                  <a:lnTo>
                    <a:pt x="8733353" y="471842"/>
                  </a:lnTo>
                  <a:lnTo>
                    <a:pt x="8788698" y="442801"/>
                  </a:lnTo>
                  <a:lnTo>
                    <a:pt x="8844044" y="413761"/>
                  </a:lnTo>
                  <a:lnTo>
                    <a:pt x="8899328" y="385082"/>
                  </a:lnTo>
                  <a:lnTo>
                    <a:pt x="8954510" y="357106"/>
                  </a:lnTo>
                  <a:lnTo>
                    <a:pt x="9009590" y="330142"/>
                  </a:lnTo>
                  <a:lnTo>
                    <a:pt x="9064629" y="304448"/>
                  </a:lnTo>
                  <a:lnTo>
                    <a:pt x="9119767" y="280225"/>
                  </a:lnTo>
                  <a:lnTo>
                    <a:pt x="9175236" y="257616"/>
                  </a:lnTo>
                  <a:lnTo>
                    <a:pt x="9231382" y="236698"/>
                  </a:lnTo>
                  <a:lnTo>
                    <a:pt x="9288682" y="217496"/>
                  </a:lnTo>
                  <a:lnTo>
                    <a:pt x="9347647" y="200017"/>
                  </a:lnTo>
                  <a:lnTo>
                    <a:pt x="9399516" y="186512"/>
                  </a:lnTo>
                  <a:lnTo>
                    <a:pt x="9453835" y="174179"/>
                  </a:lnTo>
                  <a:lnTo>
                    <a:pt x="9511286" y="162976"/>
                  </a:lnTo>
                  <a:lnTo>
                    <a:pt x="9572622" y="152823"/>
                  </a:lnTo>
                  <a:lnTo>
                    <a:pt x="9638619" y="143623"/>
                  </a:lnTo>
                  <a:lnTo>
                    <a:pt x="9710040" y="135278"/>
                  </a:lnTo>
                  <a:lnTo>
                    <a:pt x="9787580" y="127694"/>
                  </a:lnTo>
                  <a:lnTo>
                    <a:pt x="9871798" y="120790"/>
                  </a:lnTo>
                  <a:lnTo>
                    <a:pt x="9963027" y="114496"/>
                  </a:lnTo>
                  <a:lnTo>
                    <a:pt x="10061253" y="108763"/>
                  </a:lnTo>
                  <a:lnTo>
                    <a:pt x="10165979" y="103552"/>
                  </a:lnTo>
                  <a:lnTo>
                    <a:pt x="10276075" y="98846"/>
                  </a:lnTo>
                  <a:lnTo>
                    <a:pt x="10389659" y="94637"/>
                  </a:lnTo>
                  <a:lnTo>
                    <a:pt x="10504035" y="90932"/>
                  </a:lnTo>
                  <a:lnTo>
                    <a:pt x="10615760" y="87742"/>
                  </a:lnTo>
                  <a:lnTo>
                    <a:pt x="10720888" y="85074"/>
                  </a:lnTo>
                  <a:lnTo>
                    <a:pt x="10815385" y="82928"/>
                  </a:lnTo>
                  <a:lnTo>
                    <a:pt x="10895698" y="81286"/>
                  </a:lnTo>
                  <a:lnTo>
                    <a:pt x="10959335" y="80109"/>
                  </a:lnTo>
                  <a:lnTo>
                    <a:pt x="11005345" y="79336"/>
                  </a:lnTo>
                  <a:lnTo>
                    <a:pt x="11034555" y="78888"/>
                  </a:lnTo>
                  <a:lnTo>
                    <a:pt x="11049555" y="78677"/>
                  </a:lnTo>
                  <a:lnTo>
                    <a:pt x="11054502" y="78614"/>
                  </a:lnTo>
                  <a:lnTo>
                    <a:pt x="11054891" y="78609"/>
                  </a:lnTo>
                  <a:lnTo>
                    <a:pt x="12049831" y="78609"/>
                  </a:lnTo>
                  <a:lnTo>
                    <a:pt x="12049831" y="786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" name="pl85"/>
            <p:cNvSpPr/>
            <p:nvPr/>
          </p:nvSpPr>
          <p:spPr>
            <a:xfrm>
              <a:off x="1199187" y="2006998"/>
              <a:ext cx="12049831" cy="807057"/>
            </a:xfrm>
            <a:custGeom>
              <a:avLst/>
              <a:pathLst>
                <a:path w="12049831" h="807057">
                  <a:moveTo>
                    <a:pt x="12049831" y="78609"/>
                  </a:moveTo>
                  <a:lnTo>
                    <a:pt x="11054891" y="78609"/>
                  </a:lnTo>
                  <a:lnTo>
                    <a:pt x="11053759" y="78623"/>
                  </a:lnTo>
                  <a:lnTo>
                    <a:pt x="11046287" y="78722"/>
                  </a:lnTo>
                  <a:lnTo>
                    <a:pt x="11027349" y="78994"/>
                  </a:lnTo>
                  <a:lnTo>
                    <a:pt x="10993239" y="79532"/>
                  </a:lnTo>
                  <a:lnTo>
                    <a:pt x="10941886" y="80420"/>
                  </a:lnTo>
                  <a:lnTo>
                    <a:pt x="10873013" y="81733"/>
                  </a:lnTo>
                  <a:lnTo>
                    <a:pt x="10788076" y="83525"/>
                  </a:lnTo>
                  <a:lnTo>
                    <a:pt x="10689945" y="85828"/>
                  </a:lnTo>
                  <a:lnTo>
                    <a:pt x="10582384" y="88654"/>
                  </a:lnTo>
                  <a:lnTo>
                    <a:pt x="10469455" y="92002"/>
                  </a:lnTo>
                  <a:lnTo>
                    <a:pt x="10354987" y="95861"/>
                  </a:lnTo>
                  <a:lnTo>
                    <a:pt x="10242213" y="100220"/>
                  </a:lnTo>
                  <a:lnTo>
                    <a:pt x="10133583" y="105079"/>
                  </a:lnTo>
                  <a:lnTo>
                    <a:pt x="10030741" y="110445"/>
                  </a:lnTo>
                  <a:lnTo>
                    <a:pt x="9934610" y="116344"/>
                  </a:lnTo>
                  <a:lnTo>
                    <a:pt x="9845524" y="122816"/>
                  </a:lnTo>
                  <a:lnTo>
                    <a:pt x="9763379" y="129919"/>
                  </a:lnTo>
                  <a:lnTo>
                    <a:pt x="9687761" y="137725"/>
                  </a:lnTo>
                  <a:lnTo>
                    <a:pt x="9618063" y="146319"/>
                  </a:lnTo>
                  <a:lnTo>
                    <a:pt x="9553562" y="155797"/>
                  </a:lnTo>
                  <a:lnTo>
                    <a:pt x="9493486" y="166259"/>
                  </a:lnTo>
                  <a:lnTo>
                    <a:pt x="9437062" y="177797"/>
                  </a:lnTo>
                  <a:lnTo>
                    <a:pt x="9383555" y="190484"/>
                  </a:lnTo>
                  <a:lnTo>
                    <a:pt x="9347647" y="200017"/>
                  </a:lnTo>
                  <a:lnTo>
                    <a:pt x="9288556" y="217536"/>
                  </a:lnTo>
                  <a:lnTo>
                    <a:pt x="9231259" y="236742"/>
                  </a:lnTo>
                  <a:lnTo>
                    <a:pt x="9175115" y="257663"/>
                  </a:lnTo>
                  <a:lnTo>
                    <a:pt x="9119647" y="280276"/>
                  </a:lnTo>
                  <a:lnTo>
                    <a:pt x="9064510" y="304502"/>
                  </a:lnTo>
                  <a:lnTo>
                    <a:pt x="9009470" y="330199"/>
                  </a:lnTo>
                  <a:lnTo>
                    <a:pt x="8954390" y="357166"/>
                  </a:lnTo>
                  <a:lnTo>
                    <a:pt x="8899208" y="385143"/>
                  </a:lnTo>
                  <a:lnTo>
                    <a:pt x="8843924" y="413824"/>
                  </a:lnTo>
                  <a:lnTo>
                    <a:pt x="8788578" y="442865"/>
                  </a:lnTo>
                  <a:lnTo>
                    <a:pt x="8733232" y="471905"/>
                  </a:lnTo>
                  <a:lnTo>
                    <a:pt x="8677948" y="500584"/>
                  </a:lnTo>
                  <a:lnTo>
                    <a:pt x="8622767" y="528560"/>
                  </a:lnTo>
                  <a:lnTo>
                    <a:pt x="8567687" y="555524"/>
                  </a:lnTo>
                  <a:lnTo>
                    <a:pt x="8512647" y="581218"/>
                  </a:lnTo>
                  <a:lnTo>
                    <a:pt x="8457509" y="605441"/>
                  </a:lnTo>
                  <a:lnTo>
                    <a:pt x="8402040" y="628051"/>
                  </a:lnTo>
                  <a:lnTo>
                    <a:pt x="8345895" y="648968"/>
                  </a:lnTo>
                  <a:lnTo>
                    <a:pt x="8288595" y="668170"/>
                  </a:lnTo>
                  <a:lnTo>
                    <a:pt x="8229629" y="685649"/>
                  </a:lnTo>
                  <a:lnTo>
                    <a:pt x="8177760" y="699154"/>
                  </a:lnTo>
                  <a:lnTo>
                    <a:pt x="8123442" y="711487"/>
                  </a:lnTo>
                  <a:lnTo>
                    <a:pt x="8065990" y="722690"/>
                  </a:lnTo>
                  <a:lnTo>
                    <a:pt x="8004655" y="732843"/>
                  </a:lnTo>
                  <a:lnTo>
                    <a:pt x="7938658" y="742043"/>
                  </a:lnTo>
                  <a:lnTo>
                    <a:pt x="7867237" y="750388"/>
                  </a:lnTo>
                  <a:lnTo>
                    <a:pt x="7789697" y="757972"/>
                  </a:lnTo>
                  <a:lnTo>
                    <a:pt x="7705479" y="764877"/>
                  </a:lnTo>
                  <a:lnTo>
                    <a:pt x="7614250" y="771170"/>
                  </a:lnTo>
                  <a:lnTo>
                    <a:pt x="7516024" y="776904"/>
                  </a:lnTo>
                  <a:lnTo>
                    <a:pt x="7411298" y="782114"/>
                  </a:lnTo>
                  <a:lnTo>
                    <a:pt x="7301201" y="786821"/>
                  </a:lnTo>
                  <a:lnTo>
                    <a:pt x="7187617" y="791029"/>
                  </a:lnTo>
                  <a:lnTo>
                    <a:pt x="7073242" y="794734"/>
                  </a:lnTo>
                  <a:lnTo>
                    <a:pt x="6961516" y="797924"/>
                  </a:lnTo>
                  <a:lnTo>
                    <a:pt x="6856389" y="800592"/>
                  </a:lnTo>
                  <a:lnTo>
                    <a:pt x="6761891" y="802738"/>
                  </a:lnTo>
                  <a:lnTo>
                    <a:pt x="6681579" y="804380"/>
                  </a:lnTo>
                  <a:lnTo>
                    <a:pt x="6617942" y="805557"/>
                  </a:lnTo>
                  <a:lnTo>
                    <a:pt x="6571931" y="806331"/>
                  </a:lnTo>
                  <a:lnTo>
                    <a:pt x="6542721" y="806778"/>
                  </a:lnTo>
                  <a:lnTo>
                    <a:pt x="6527722" y="806989"/>
                  </a:lnTo>
                  <a:lnTo>
                    <a:pt x="6522774" y="807052"/>
                  </a:lnTo>
                  <a:lnTo>
                    <a:pt x="6522385" y="807057"/>
                  </a:lnTo>
                  <a:lnTo>
                    <a:pt x="5527445" y="807057"/>
                  </a:lnTo>
                  <a:lnTo>
                    <a:pt x="5526314" y="807042"/>
                  </a:lnTo>
                  <a:lnTo>
                    <a:pt x="5518848" y="806933"/>
                  </a:lnTo>
                  <a:lnTo>
                    <a:pt x="5499926" y="806631"/>
                  </a:lnTo>
                  <a:lnTo>
                    <a:pt x="5465842" y="806035"/>
                  </a:lnTo>
                  <a:lnTo>
                    <a:pt x="5414527" y="805052"/>
                  </a:lnTo>
                  <a:lnTo>
                    <a:pt x="5345700" y="803599"/>
                  </a:lnTo>
                  <a:lnTo>
                    <a:pt x="5260814" y="801616"/>
                  </a:lnTo>
                  <a:lnTo>
                    <a:pt x="5162736" y="799066"/>
                  </a:lnTo>
                  <a:lnTo>
                    <a:pt x="5055224" y="795937"/>
                  </a:lnTo>
                  <a:lnTo>
                    <a:pt x="4942336" y="792230"/>
                  </a:lnTo>
                  <a:lnTo>
                    <a:pt x="4827900" y="787958"/>
                  </a:lnTo>
                  <a:lnTo>
                    <a:pt x="4715148" y="783131"/>
                  </a:lnTo>
                  <a:lnTo>
                    <a:pt x="4606531" y="777752"/>
                  </a:lnTo>
                  <a:lnTo>
                    <a:pt x="4503694" y="771811"/>
                  </a:lnTo>
                  <a:lnTo>
                    <a:pt x="4407561" y="765279"/>
                  </a:lnTo>
                  <a:lnTo>
                    <a:pt x="4318470" y="758114"/>
                  </a:lnTo>
                  <a:lnTo>
                    <a:pt x="4236316" y="750250"/>
                  </a:lnTo>
                  <a:lnTo>
                    <a:pt x="4160689" y="741609"/>
                  </a:lnTo>
                  <a:lnTo>
                    <a:pt x="4090981" y="732095"/>
                  </a:lnTo>
                  <a:lnTo>
                    <a:pt x="4026472" y="721603"/>
                  </a:lnTo>
                  <a:lnTo>
                    <a:pt x="3966390" y="710022"/>
                  </a:lnTo>
                  <a:lnTo>
                    <a:pt x="3909961" y="697249"/>
                  </a:lnTo>
                  <a:lnTo>
                    <a:pt x="3856453" y="683206"/>
                  </a:lnTo>
                  <a:lnTo>
                    <a:pt x="3820202" y="672548"/>
                  </a:lnTo>
                  <a:lnTo>
                    <a:pt x="3761623" y="653318"/>
                  </a:lnTo>
                  <a:lnTo>
                    <a:pt x="3704813" y="632252"/>
                  </a:lnTo>
                  <a:lnTo>
                    <a:pt x="3649146" y="609319"/>
                  </a:lnTo>
                  <a:lnTo>
                    <a:pt x="3594153" y="584543"/>
                  </a:lnTo>
                  <a:lnTo>
                    <a:pt x="3539494" y="558008"/>
                  </a:lnTo>
                  <a:lnTo>
                    <a:pt x="3484940" y="529862"/>
                  </a:lnTo>
                  <a:lnTo>
                    <a:pt x="3430350" y="500322"/>
                  </a:lnTo>
                  <a:lnTo>
                    <a:pt x="3375663" y="469662"/>
                  </a:lnTo>
                  <a:lnTo>
                    <a:pt x="3320874" y="438213"/>
                  </a:lnTo>
                  <a:lnTo>
                    <a:pt x="3266019" y="406340"/>
                  </a:lnTo>
                  <a:lnTo>
                    <a:pt x="3211159" y="374432"/>
                  </a:lnTo>
                  <a:lnTo>
                    <a:pt x="3156355" y="342880"/>
                  </a:lnTo>
                  <a:lnTo>
                    <a:pt x="3101649" y="312057"/>
                  </a:lnTo>
                  <a:lnTo>
                    <a:pt x="3047045" y="282298"/>
                  </a:lnTo>
                  <a:lnTo>
                    <a:pt x="2992492" y="253890"/>
                  </a:lnTo>
                  <a:lnTo>
                    <a:pt x="2937866" y="227058"/>
                  </a:lnTo>
                  <a:lnTo>
                    <a:pt x="2882953" y="201965"/>
                  </a:lnTo>
                  <a:lnTo>
                    <a:pt x="2827434" y="178704"/>
                  </a:lnTo>
                  <a:lnTo>
                    <a:pt x="2770866" y="157311"/>
                  </a:lnTo>
                  <a:lnTo>
                    <a:pt x="2712652" y="137762"/>
                  </a:lnTo>
                  <a:lnTo>
                    <a:pt x="2702183" y="134509"/>
                  </a:lnTo>
                  <a:lnTo>
                    <a:pt x="2650330" y="119551"/>
                  </a:lnTo>
                  <a:lnTo>
                    <a:pt x="2596028" y="105890"/>
                  </a:lnTo>
                  <a:lnTo>
                    <a:pt x="2538595" y="93481"/>
                  </a:lnTo>
                  <a:lnTo>
                    <a:pt x="2477282" y="82234"/>
                  </a:lnTo>
                  <a:lnTo>
                    <a:pt x="2411310" y="72044"/>
                  </a:lnTo>
                  <a:lnTo>
                    <a:pt x="2339919" y="62799"/>
                  </a:lnTo>
                  <a:lnTo>
                    <a:pt x="2262413" y="54398"/>
                  </a:lnTo>
                  <a:lnTo>
                    <a:pt x="2178233" y="46749"/>
                  </a:lnTo>
                  <a:lnTo>
                    <a:pt x="2087048" y="39777"/>
                  </a:lnTo>
                  <a:lnTo>
                    <a:pt x="1988868" y="33424"/>
                  </a:lnTo>
                  <a:lnTo>
                    <a:pt x="1884191" y="27652"/>
                  </a:lnTo>
                  <a:lnTo>
                    <a:pt x="1774140" y="22437"/>
                  </a:lnTo>
                  <a:lnTo>
                    <a:pt x="1660597" y="17774"/>
                  </a:lnTo>
                  <a:lnTo>
                    <a:pt x="1546251" y="13668"/>
                  </a:lnTo>
                  <a:lnTo>
                    <a:pt x="1434539" y="10132"/>
                  </a:lnTo>
                  <a:lnTo>
                    <a:pt x="1329403" y="7174"/>
                  </a:lnTo>
                  <a:lnTo>
                    <a:pt x="1234873" y="4795"/>
                  </a:lnTo>
                  <a:lnTo>
                    <a:pt x="1154505" y="2974"/>
                  </a:lnTo>
                  <a:lnTo>
                    <a:pt x="1090794" y="1667"/>
                  </a:lnTo>
                  <a:lnTo>
                    <a:pt x="1044699" y="808"/>
                  </a:lnTo>
                  <a:lnTo>
                    <a:pt x="1015405" y="310"/>
                  </a:lnTo>
                  <a:lnTo>
                    <a:pt x="1000334" y="76"/>
                  </a:lnTo>
                  <a:lnTo>
                    <a:pt x="995340" y="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" name="pg86"/>
            <p:cNvSpPr/>
            <p:nvPr/>
          </p:nvSpPr>
          <p:spPr>
            <a:xfrm>
              <a:off x="1199187" y="2012238"/>
              <a:ext cx="12049831" cy="812298"/>
            </a:xfrm>
            <a:custGeom>
              <a:avLst/>
              <a:pathLst>
                <a:path w="12049831" h="812298">
                  <a:moveTo>
                    <a:pt x="0" y="5240"/>
                  </a:moveTo>
                  <a:lnTo>
                    <a:pt x="994940" y="5240"/>
                  </a:lnTo>
                  <a:lnTo>
                    <a:pt x="996071" y="5255"/>
                  </a:lnTo>
                  <a:lnTo>
                    <a:pt x="1003537" y="5365"/>
                  </a:lnTo>
                  <a:lnTo>
                    <a:pt x="1022459" y="5667"/>
                  </a:lnTo>
                  <a:lnTo>
                    <a:pt x="1056543" y="6262"/>
                  </a:lnTo>
                  <a:lnTo>
                    <a:pt x="1107858" y="7245"/>
                  </a:lnTo>
                  <a:lnTo>
                    <a:pt x="1176685" y="8698"/>
                  </a:lnTo>
                  <a:lnTo>
                    <a:pt x="1261571" y="10682"/>
                  </a:lnTo>
                  <a:lnTo>
                    <a:pt x="1359649" y="13231"/>
                  </a:lnTo>
                  <a:lnTo>
                    <a:pt x="1467161" y="16361"/>
                  </a:lnTo>
                  <a:lnTo>
                    <a:pt x="1580049" y="20067"/>
                  </a:lnTo>
                  <a:lnTo>
                    <a:pt x="1694485" y="24339"/>
                  </a:lnTo>
                  <a:lnTo>
                    <a:pt x="1807237" y="29166"/>
                  </a:lnTo>
                  <a:lnTo>
                    <a:pt x="1915854" y="34545"/>
                  </a:lnTo>
                  <a:lnTo>
                    <a:pt x="2018691" y="40487"/>
                  </a:lnTo>
                  <a:lnTo>
                    <a:pt x="2114824" y="47018"/>
                  </a:lnTo>
                  <a:lnTo>
                    <a:pt x="2203915" y="54184"/>
                  </a:lnTo>
                  <a:lnTo>
                    <a:pt x="2286069" y="62047"/>
                  </a:lnTo>
                  <a:lnTo>
                    <a:pt x="2361696" y="70689"/>
                  </a:lnTo>
                  <a:lnTo>
                    <a:pt x="2431404" y="80202"/>
                  </a:lnTo>
                  <a:lnTo>
                    <a:pt x="2495913" y="90695"/>
                  </a:lnTo>
                  <a:lnTo>
                    <a:pt x="2555995" y="102275"/>
                  </a:lnTo>
                  <a:lnTo>
                    <a:pt x="2612424" y="115048"/>
                  </a:lnTo>
                  <a:lnTo>
                    <a:pt x="2665932" y="129091"/>
                  </a:lnTo>
                  <a:lnTo>
                    <a:pt x="2702183" y="139750"/>
                  </a:lnTo>
                  <a:lnTo>
                    <a:pt x="2760762" y="158979"/>
                  </a:lnTo>
                  <a:lnTo>
                    <a:pt x="2817572" y="180045"/>
                  </a:lnTo>
                  <a:lnTo>
                    <a:pt x="2873239" y="202978"/>
                  </a:lnTo>
                  <a:lnTo>
                    <a:pt x="2928232" y="227754"/>
                  </a:lnTo>
                  <a:lnTo>
                    <a:pt x="2982891" y="254290"/>
                  </a:lnTo>
                  <a:lnTo>
                    <a:pt x="3037445" y="282435"/>
                  </a:lnTo>
                  <a:lnTo>
                    <a:pt x="3092034" y="311976"/>
                  </a:lnTo>
                  <a:lnTo>
                    <a:pt x="3146722" y="342635"/>
                  </a:lnTo>
                  <a:lnTo>
                    <a:pt x="3201511" y="374085"/>
                  </a:lnTo>
                  <a:lnTo>
                    <a:pt x="3256366" y="405958"/>
                  </a:lnTo>
                  <a:lnTo>
                    <a:pt x="3311226" y="437865"/>
                  </a:lnTo>
                  <a:lnTo>
                    <a:pt x="3366030" y="469417"/>
                  </a:lnTo>
                  <a:lnTo>
                    <a:pt x="3420736" y="500240"/>
                  </a:lnTo>
                  <a:lnTo>
                    <a:pt x="3475340" y="529999"/>
                  </a:lnTo>
                  <a:lnTo>
                    <a:pt x="3529893" y="558408"/>
                  </a:lnTo>
                  <a:lnTo>
                    <a:pt x="3584519" y="585239"/>
                  </a:lnTo>
                  <a:lnTo>
                    <a:pt x="3639432" y="610333"/>
                  </a:lnTo>
                  <a:lnTo>
                    <a:pt x="3694951" y="633593"/>
                  </a:lnTo>
                  <a:lnTo>
                    <a:pt x="3751519" y="654987"/>
                  </a:lnTo>
                  <a:lnTo>
                    <a:pt x="3809733" y="674535"/>
                  </a:lnTo>
                  <a:lnTo>
                    <a:pt x="3820202" y="677788"/>
                  </a:lnTo>
                  <a:lnTo>
                    <a:pt x="3872055" y="692746"/>
                  </a:lnTo>
                  <a:lnTo>
                    <a:pt x="3926357" y="706407"/>
                  </a:lnTo>
                  <a:lnTo>
                    <a:pt x="3983789" y="718816"/>
                  </a:lnTo>
                  <a:lnTo>
                    <a:pt x="4045103" y="730063"/>
                  </a:lnTo>
                  <a:lnTo>
                    <a:pt x="4111075" y="740254"/>
                  </a:lnTo>
                  <a:lnTo>
                    <a:pt x="4182466" y="749498"/>
                  </a:lnTo>
                  <a:lnTo>
                    <a:pt x="4259972" y="757900"/>
                  </a:lnTo>
                  <a:lnTo>
                    <a:pt x="4344152" y="765549"/>
                  </a:lnTo>
                  <a:lnTo>
                    <a:pt x="4435337" y="772520"/>
                  </a:lnTo>
                  <a:lnTo>
                    <a:pt x="4533517" y="778873"/>
                  </a:lnTo>
                  <a:lnTo>
                    <a:pt x="4638194" y="784646"/>
                  </a:lnTo>
                  <a:lnTo>
                    <a:pt x="4748245" y="789860"/>
                  </a:lnTo>
                  <a:lnTo>
                    <a:pt x="4861788" y="794524"/>
                  </a:lnTo>
                  <a:lnTo>
                    <a:pt x="4976134" y="798629"/>
                  </a:lnTo>
                  <a:lnTo>
                    <a:pt x="5087846" y="802166"/>
                  </a:lnTo>
                  <a:lnTo>
                    <a:pt x="5192982" y="805123"/>
                  </a:lnTo>
                  <a:lnTo>
                    <a:pt x="5287512" y="807502"/>
                  </a:lnTo>
                  <a:lnTo>
                    <a:pt x="5367880" y="809323"/>
                  </a:lnTo>
                  <a:lnTo>
                    <a:pt x="5431591" y="810630"/>
                  </a:lnTo>
                  <a:lnTo>
                    <a:pt x="5477686" y="811489"/>
                  </a:lnTo>
                  <a:lnTo>
                    <a:pt x="5506980" y="811987"/>
                  </a:lnTo>
                  <a:lnTo>
                    <a:pt x="5522051" y="812221"/>
                  </a:lnTo>
                  <a:lnTo>
                    <a:pt x="5527045" y="812292"/>
                  </a:lnTo>
                  <a:lnTo>
                    <a:pt x="5527445" y="812298"/>
                  </a:lnTo>
                  <a:lnTo>
                    <a:pt x="6522385" y="812298"/>
                  </a:lnTo>
                  <a:lnTo>
                    <a:pt x="6523519" y="812286"/>
                  </a:lnTo>
                  <a:lnTo>
                    <a:pt x="6530998" y="812200"/>
                  </a:lnTo>
                  <a:lnTo>
                    <a:pt x="6549953" y="811965"/>
                  </a:lnTo>
                  <a:lnTo>
                    <a:pt x="6584092" y="811500"/>
                  </a:lnTo>
                  <a:lnTo>
                    <a:pt x="6635487" y="810733"/>
                  </a:lnTo>
                  <a:lnTo>
                    <a:pt x="6704412" y="809598"/>
                  </a:lnTo>
                  <a:lnTo>
                    <a:pt x="6789407" y="808050"/>
                  </a:lnTo>
                  <a:lnTo>
                    <a:pt x="6887597" y="806060"/>
                  </a:lnTo>
                  <a:lnTo>
                    <a:pt x="6995212" y="803618"/>
                  </a:lnTo>
                  <a:lnTo>
                    <a:pt x="7108188" y="800725"/>
                  </a:lnTo>
                  <a:lnTo>
                    <a:pt x="7222692" y="797392"/>
                  </a:lnTo>
                  <a:lnTo>
                    <a:pt x="7335491" y="793625"/>
                  </a:lnTo>
                  <a:lnTo>
                    <a:pt x="7444135" y="789428"/>
                  </a:lnTo>
                  <a:lnTo>
                    <a:pt x="7546983" y="784792"/>
                  </a:lnTo>
                  <a:lnTo>
                    <a:pt x="7643112" y="779695"/>
                  </a:lnTo>
                  <a:lnTo>
                    <a:pt x="7732191" y="774103"/>
                  </a:lnTo>
                  <a:lnTo>
                    <a:pt x="7814327" y="767966"/>
                  </a:lnTo>
                  <a:lnTo>
                    <a:pt x="7889934" y="761222"/>
                  </a:lnTo>
                  <a:lnTo>
                    <a:pt x="7959621" y="753796"/>
                  </a:lnTo>
                  <a:lnTo>
                    <a:pt x="8024113" y="745606"/>
                  </a:lnTo>
                  <a:lnTo>
                    <a:pt x="8084181" y="736565"/>
                  </a:lnTo>
                  <a:lnTo>
                    <a:pt x="8140601" y="726594"/>
                  </a:lnTo>
                  <a:lnTo>
                    <a:pt x="8194107" y="715631"/>
                  </a:lnTo>
                  <a:lnTo>
                    <a:pt x="8229629" y="707485"/>
                  </a:lnTo>
                  <a:lnTo>
                    <a:pt x="8289323" y="692197"/>
                  </a:lnTo>
                  <a:lnTo>
                    <a:pt x="8347192" y="675421"/>
                  </a:lnTo>
                  <a:lnTo>
                    <a:pt x="8403895" y="657133"/>
                  </a:lnTo>
                  <a:lnTo>
                    <a:pt x="8459921" y="637356"/>
                  </a:lnTo>
                  <a:lnTo>
                    <a:pt x="8515622" y="616162"/>
                  </a:lnTo>
                  <a:lnTo>
                    <a:pt x="8571232" y="593679"/>
                  </a:lnTo>
                  <a:lnTo>
                    <a:pt x="8626889" y="570090"/>
                  </a:lnTo>
                  <a:lnTo>
                    <a:pt x="8682651" y="545629"/>
                  </a:lnTo>
                  <a:lnTo>
                    <a:pt x="8738516" y="520572"/>
                  </a:lnTo>
                  <a:lnTo>
                    <a:pt x="8794439" y="495227"/>
                  </a:lnTo>
                  <a:lnTo>
                    <a:pt x="8850355" y="469916"/>
                  </a:lnTo>
                  <a:lnTo>
                    <a:pt x="8906201" y="444958"/>
                  </a:lnTo>
                  <a:lnTo>
                    <a:pt x="8961940" y="420657"/>
                  </a:lnTo>
                  <a:lnTo>
                    <a:pt x="9017581" y="397279"/>
                  </a:lnTo>
                  <a:lnTo>
                    <a:pt x="9073195" y="375051"/>
                  </a:lnTo>
                  <a:lnTo>
                    <a:pt x="9128940" y="354142"/>
                  </a:lnTo>
                  <a:lnTo>
                    <a:pt x="9185074" y="334669"/>
                  </a:lnTo>
                  <a:lnTo>
                    <a:pt x="9241973" y="316695"/>
                  </a:lnTo>
                  <a:lnTo>
                    <a:pt x="9300160" y="300231"/>
                  </a:lnTo>
                  <a:lnTo>
                    <a:pt x="9347647" y="288234"/>
                  </a:lnTo>
                  <a:lnTo>
                    <a:pt x="9399533" y="276572"/>
                  </a:lnTo>
                  <a:lnTo>
                    <a:pt x="9453870" y="265922"/>
                  </a:lnTo>
                  <a:lnTo>
                    <a:pt x="9511343" y="256248"/>
                  </a:lnTo>
                  <a:lnTo>
                    <a:pt x="9572703" y="247481"/>
                  </a:lnTo>
                  <a:lnTo>
                    <a:pt x="9638729" y="239537"/>
                  </a:lnTo>
                  <a:lnTo>
                    <a:pt x="9710183" y="232331"/>
                  </a:lnTo>
                  <a:lnTo>
                    <a:pt x="9787761" y="225783"/>
                  </a:lnTo>
                  <a:lnTo>
                    <a:pt x="9872023" y="219822"/>
                  </a:lnTo>
                  <a:lnTo>
                    <a:pt x="9963300" y="214389"/>
                  </a:lnTo>
                  <a:lnTo>
                    <a:pt x="10061579" y="209438"/>
                  </a:lnTo>
                  <a:lnTo>
                    <a:pt x="10166358" y="204940"/>
                  </a:lnTo>
                  <a:lnTo>
                    <a:pt x="10276507" y="200877"/>
                  </a:lnTo>
                  <a:lnTo>
                    <a:pt x="10390137" y="197245"/>
                  </a:lnTo>
                  <a:lnTo>
                    <a:pt x="10504545" y="194047"/>
                  </a:lnTo>
                  <a:lnTo>
                    <a:pt x="10616285" y="191294"/>
                  </a:lnTo>
                  <a:lnTo>
                    <a:pt x="10721403" y="188992"/>
                  </a:lnTo>
                  <a:lnTo>
                    <a:pt x="10815864" y="187142"/>
                  </a:lnTo>
                  <a:lnTo>
                    <a:pt x="10896114" y="185726"/>
                  </a:lnTo>
                  <a:lnTo>
                    <a:pt x="10959669" y="184712"/>
                  </a:lnTo>
                  <a:lnTo>
                    <a:pt x="11005584" y="184046"/>
                  </a:lnTo>
                  <a:lnTo>
                    <a:pt x="11034700" y="183661"/>
                  </a:lnTo>
                  <a:lnTo>
                    <a:pt x="11049619" y="183480"/>
                  </a:lnTo>
                  <a:lnTo>
                    <a:pt x="11054514" y="183426"/>
                  </a:lnTo>
                  <a:lnTo>
                    <a:pt x="11054891" y="183422"/>
                  </a:lnTo>
                  <a:lnTo>
                    <a:pt x="12049831" y="183422"/>
                  </a:lnTo>
                  <a:lnTo>
                    <a:pt x="12049831" y="178181"/>
                  </a:lnTo>
                  <a:lnTo>
                    <a:pt x="11054891" y="178181"/>
                  </a:lnTo>
                  <a:lnTo>
                    <a:pt x="11053758" y="178193"/>
                  </a:lnTo>
                  <a:lnTo>
                    <a:pt x="11046279" y="178278"/>
                  </a:lnTo>
                  <a:lnTo>
                    <a:pt x="11027324" y="178514"/>
                  </a:lnTo>
                  <a:lnTo>
                    <a:pt x="10993184" y="178979"/>
                  </a:lnTo>
                  <a:lnTo>
                    <a:pt x="10941790" y="179746"/>
                  </a:lnTo>
                  <a:lnTo>
                    <a:pt x="10872864" y="180881"/>
                  </a:lnTo>
                  <a:lnTo>
                    <a:pt x="10787869" y="182429"/>
                  </a:lnTo>
                  <a:lnTo>
                    <a:pt x="10689680" y="184419"/>
                  </a:lnTo>
                  <a:lnTo>
                    <a:pt x="10582064" y="186861"/>
                  </a:lnTo>
                  <a:lnTo>
                    <a:pt x="10469088" y="189754"/>
                  </a:lnTo>
                  <a:lnTo>
                    <a:pt x="10354584" y="193087"/>
                  </a:lnTo>
                  <a:lnTo>
                    <a:pt x="10241786" y="196854"/>
                  </a:lnTo>
                  <a:lnTo>
                    <a:pt x="10133141" y="201051"/>
                  </a:lnTo>
                  <a:lnTo>
                    <a:pt x="10030294" y="205687"/>
                  </a:lnTo>
                  <a:lnTo>
                    <a:pt x="9934164" y="210784"/>
                  </a:lnTo>
                  <a:lnTo>
                    <a:pt x="9845085" y="216376"/>
                  </a:lnTo>
                  <a:lnTo>
                    <a:pt x="9762949" y="222513"/>
                  </a:lnTo>
                  <a:lnTo>
                    <a:pt x="9687343" y="229257"/>
                  </a:lnTo>
                  <a:lnTo>
                    <a:pt x="9617655" y="236683"/>
                  </a:lnTo>
                  <a:lnTo>
                    <a:pt x="9553164" y="244873"/>
                  </a:lnTo>
                  <a:lnTo>
                    <a:pt x="9493095" y="253914"/>
                  </a:lnTo>
                  <a:lnTo>
                    <a:pt x="9436675" y="263885"/>
                  </a:lnTo>
                  <a:lnTo>
                    <a:pt x="9383169" y="274848"/>
                  </a:lnTo>
                  <a:lnTo>
                    <a:pt x="9347647" y="282994"/>
                  </a:lnTo>
                  <a:lnTo>
                    <a:pt x="9287954" y="298282"/>
                  </a:lnTo>
                  <a:lnTo>
                    <a:pt x="9230084" y="315058"/>
                  </a:lnTo>
                  <a:lnTo>
                    <a:pt x="9173381" y="333346"/>
                  </a:lnTo>
                  <a:lnTo>
                    <a:pt x="9117355" y="353123"/>
                  </a:lnTo>
                  <a:lnTo>
                    <a:pt x="9061655" y="374317"/>
                  </a:lnTo>
                  <a:lnTo>
                    <a:pt x="9006045" y="396800"/>
                  </a:lnTo>
                  <a:lnTo>
                    <a:pt x="8950388" y="420389"/>
                  </a:lnTo>
                  <a:lnTo>
                    <a:pt x="8894625" y="444850"/>
                  </a:lnTo>
                  <a:lnTo>
                    <a:pt x="8838760" y="469907"/>
                  </a:lnTo>
                  <a:lnTo>
                    <a:pt x="8782837" y="495252"/>
                  </a:lnTo>
                  <a:lnTo>
                    <a:pt x="8726922" y="520563"/>
                  </a:lnTo>
                  <a:lnTo>
                    <a:pt x="8671075" y="545521"/>
                  </a:lnTo>
                  <a:lnTo>
                    <a:pt x="8615336" y="569822"/>
                  </a:lnTo>
                  <a:lnTo>
                    <a:pt x="8559696" y="593199"/>
                  </a:lnTo>
                  <a:lnTo>
                    <a:pt x="8504082" y="615428"/>
                  </a:lnTo>
                  <a:lnTo>
                    <a:pt x="8448336" y="636337"/>
                  </a:lnTo>
                  <a:lnTo>
                    <a:pt x="8392203" y="655810"/>
                  </a:lnTo>
                  <a:lnTo>
                    <a:pt x="8335303" y="673784"/>
                  </a:lnTo>
                  <a:lnTo>
                    <a:pt x="8277116" y="690248"/>
                  </a:lnTo>
                  <a:lnTo>
                    <a:pt x="8229629" y="702244"/>
                  </a:lnTo>
                  <a:lnTo>
                    <a:pt x="8177743" y="713907"/>
                  </a:lnTo>
                  <a:lnTo>
                    <a:pt x="8123406" y="724557"/>
                  </a:lnTo>
                  <a:lnTo>
                    <a:pt x="8065933" y="734231"/>
                  </a:lnTo>
                  <a:lnTo>
                    <a:pt x="8004573" y="742998"/>
                  </a:lnTo>
                  <a:lnTo>
                    <a:pt x="7938548" y="750942"/>
                  </a:lnTo>
                  <a:lnTo>
                    <a:pt x="7867094" y="758147"/>
                  </a:lnTo>
                  <a:lnTo>
                    <a:pt x="7789516" y="764695"/>
                  </a:lnTo>
                  <a:lnTo>
                    <a:pt x="7705254" y="770657"/>
                  </a:lnTo>
                  <a:lnTo>
                    <a:pt x="7613976" y="776090"/>
                  </a:lnTo>
                  <a:lnTo>
                    <a:pt x="7515698" y="781040"/>
                  </a:lnTo>
                  <a:lnTo>
                    <a:pt x="7410918" y="785539"/>
                  </a:lnTo>
                  <a:lnTo>
                    <a:pt x="7300769" y="789602"/>
                  </a:lnTo>
                  <a:lnTo>
                    <a:pt x="7187140" y="793234"/>
                  </a:lnTo>
                  <a:lnTo>
                    <a:pt x="7072732" y="796432"/>
                  </a:lnTo>
                  <a:lnTo>
                    <a:pt x="6960992" y="799185"/>
                  </a:lnTo>
                  <a:lnTo>
                    <a:pt x="6855873" y="801487"/>
                  </a:lnTo>
                  <a:lnTo>
                    <a:pt x="6761412" y="803337"/>
                  </a:lnTo>
                  <a:lnTo>
                    <a:pt x="6681162" y="804753"/>
                  </a:lnTo>
                  <a:lnTo>
                    <a:pt x="6617608" y="805767"/>
                  </a:lnTo>
                  <a:lnTo>
                    <a:pt x="6571692" y="806433"/>
                  </a:lnTo>
                  <a:lnTo>
                    <a:pt x="6542577" y="806818"/>
                  </a:lnTo>
                  <a:lnTo>
                    <a:pt x="6527657" y="806999"/>
                  </a:lnTo>
                  <a:lnTo>
                    <a:pt x="6522762" y="807053"/>
                  </a:lnTo>
                  <a:lnTo>
                    <a:pt x="6522385" y="807057"/>
                  </a:lnTo>
                  <a:lnTo>
                    <a:pt x="5527445" y="807057"/>
                  </a:lnTo>
                  <a:lnTo>
                    <a:pt x="5526314" y="807042"/>
                  </a:lnTo>
                  <a:lnTo>
                    <a:pt x="5518848" y="806933"/>
                  </a:lnTo>
                  <a:lnTo>
                    <a:pt x="5499926" y="806631"/>
                  </a:lnTo>
                  <a:lnTo>
                    <a:pt x="5465842" y="806035"/>
                  </a:lnTo>
                  <a:lnTo>
                    <a:pt x="5414527" y="805052"/>
                  </a:lnTo>
                  <a:lnTo>
                    <a:pt x="5345700" y="803599"/>
                  </a:lnTo>
                  <a:lnTo>
                    <a:pt x="5260814" y="801616"/>
                  </a:lnTo>
                  <a:lnTo>
                    <a:pt x="5162736" y="799066"/>
                  </a:lnTo>
                  <a:lnTo>
                    <a:pt x="5055224" y="795937"/>
                  </a:lnTo>
                  <a:lnTo>
                    <a:pt x="4942336" y="792230"/>
                  </a:lnTo>
                  <a:lnTo>
                    <a:pt x="4827900" y="787958"/>
                  </a:lnTo>
                  <a:lnTo>
                    <a:pt x="4715148" y="783131"/>
                  </a:lnTo>
                  <a:lnTo>
                    <a:pt x="4606531" y="777752"/>
                  </a:lnTo>
                  <a:lnTo>
                    <a:pt x="4503694" y="771811"/>
                  </a:lnTo>
                  <a:lnTo>
                    <a:pt x="4407561" y="765279"/>
                  </a:lnTo>
                  <a:lnTo>
                    <a:pt x="4318470" y="758114"/>
                  </a:lnTo>
                  <a:lnTo>
                    <a:pt x="4236316" y="750250"/>
                  </a:lnTo>
                  <a:lnTo>
                    <a:pt x="4160689" y="741609"/>
                  </a:lnTo>
                  <a:lnTo>
                    <a:pt x="4090981" y="732095"/>
                  </a:lnTo>
                  <a:lnTo>
                    <a:pt x="4026472" y="721603"/>
                  </a:lnTo>
                  <a:lnTo>
                    <a:pt x="3966390" y="710022"/>
                  </a:lnTo>
                  <a:lnTo>
                    <a:pt x="3909961" y="697249"/>
                  </a:lnTo>
                  <a:lnTo>
                    <a:pt x="3856453" y="683206"/>
                  </a:lnTo>
                  <a:lnTo>
                    <a:pt x="3820202" y="672548"/>
                  </a:lnTo>
                  <a:lnTo>
                    <a:pt x="3761623" y="653318"/>
                  </a:lnTo>
                  <a:lnTo>
                    <a:pt x="3704813" y="632252"/>
                  </a:lnTo>
                  <a:lnTo>
                    <a:pt x="3649146" y="609319"/>
                  </a:lnTo>
                  <a:lnTo>
                    <a:pt x="3594153" y="584543"/>
                  </a:lnTo>
                  <a:lnTo>
                    <a:pt x="3539494" y="558008"/>
                  </a:lnTo>
                  <a:lnTo>
                    <a:pt x="3484940" y="529862"/>
                  </a:lnTo>
                  <a:lnTo>
                    <a:pt x="3430350" y="500322"/>
                  </a:lnTo>
                  <a:lnTo>
                    <a:pt x="3375663" y="469662"/>
                  </a:lnTo>
                  <a:lnTo>
                    <a:pt x="3320874" y="438213"/>
                  </a:lnTo>
                  <a:lnTo>
                    <a:pt x="3266019" y="406340"/>
                  </a:lnTo>
                  <a:lnTo>
                    <a:pt x="3211159" y="374432"/>
                  </a:lnTo>
                  <a:lnTo>
                    <a:pt x="3156355" y="342880"/>
                  </a:lnTo>
                  <a:lnTo>
                    <a:pt x="3101649" y="312057"/>
                  </a:lnTo>
                  <a:lnTo>
                    <a:pt x="3047045" y="282298"/>
                  </a:lnTo>
                  <a:lnTo>
                    <a:pt x="2992492" y="253890"/>
                  </a:lnTo>
                  <a:lnTo>
                    <a:pt x="2937866" y="227058"/>
                  </a:lnTo>
                  <a:lnTo>
                    <a:pt x="2882953" y="201965"/>
                  </a:lnTo>
                  <a:lnTo>
                    <a:pt x="2827434" y="178704"/>
                  </a:lnTo>
                  <a:lnTo>
                    <a:pt x="2770866" y="157311"/>
                  </a:lnTo>
                  <a:lnTo>
                    <a:pt x="2712652" y="137762"/>
                  </a:lnTo>
                  <a:lnTo>
                    <a:pt x="2702183" y="134509"/>
                  </a:lnTo>
                  <a:lnTo>
                    <a:pt x="2650330" y="119551"/>
                  </a:lnTo>
                  <a:lnTo>
                    <a:pt x="2596028" y="105890"/>
                  </a:lnTo>
                  <a:lnTo>
                    <a:pt x="2538595" y="93481"/>
                  </a:lnTo>
                  <a:lnTo>
                    <a:pt x="2477282" y="82234"/>
                  </a:lnTo>
                  <a:lnTo>
                    <a:pt x="2411310" y="72044"/>
                  </a:lnTo>
                  <a:lnTo>
                    <a:pt x="2339919" y="62799"/>
                  </a:lnTo>
                  <a:lnTo>
                    <a:pt x="2262413" y="54398"/>
                  </a:lnTo>
                  <a:lnTo>
                    <a:pt x="2178233" y="46749"/>
                  </a:lnTo>
                  <a:lnTo>
                    <a:pt x="2087048" y="39777"/>
                  </a:lnTo>
                  <a:lnTo>
                    <a:pt x="1988868" y="33424"/>
                  </a:lnTo>
                  <a:lnTo>
                    <a:pt x="1884191" y="27652"/>
                  </a:lnTo>
                  <a:lnTo>
                    <a:pt x="1774140" y="22437"/>
                  </a:lnTo>
                  <a:lnTo>
                    <a:pt x="1660597" y="17774"/>
                  </a:lnTo>
                  <a:lnTo>
                    <a:pt x="1546251" y="13668"/>
                  </a:lnTo>
                  <a:lnTo>
                    <a:pt x="1434539" y="10132"/>
                  </a:lnTo>
                  <a:lnTo>
                    <a:pt x="1329403" y="7174"/>
                  </a:lnTo>
                  <a:lnTo>
                    <a:pt x="1234873" y="4795"/>
                  </a:lnTo>
                  <a:lnTo>
                    <a:pt x="1154505" y="2974"/>
                  </a:lnTo>
                  <a:lnTo>
                    <a:pt x="1090794" y="1667"/>
                  </a:lnTo>
                  <a:lnTo>
                    <a:pt x="1044699" y="808"/>
                  </a:lnTo>
                  <a:lnTo>
                    <a:pt x="1015405" y="310"/>
                  </a:lnTo>
                  <a:lnTo>
                    <a:pt x="1000334" y="76"/>
                  </a:lnTo>
                  <a:lnTo>
                    <a:pt x="995340" y="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8" name="pl87"/>
            <p:cNvSpPr/>
            <p:nvPr/>
          </p:nvSpPr>
          <p:spPr>
            <a:xfrm>
              <a:off x="1199187" y="2017479"/>
              <a:ext cx="12049831" cy="807057"/>
            </a:xfrm>
            <a:custGeom>
              <a:avLst/>
              <a:pathLst>
                <a:path w="12049831" h="807057">
                  <a:moveTo>
                    <a:pt x="0" y="0"/>
                  </a:moveTo>
                  <a:lnTo>
                    <a:pt x="994940" y="0"/>
                  </a:lnTo>
                  <a:lnTo>
                    <a:pt x="996071" y="15"/>
                  </a:lnTo>
                  <a:lnTo>
                    <a:pt x="1003537" y="124"/>
                  </a:lnTo>
                  <a:lnTo>
                    <a:pt x="1022459" y="426"/>
                  </a:lnTo>
                  <a:lnTo>
                    <a:pt x="1056543" y="1021"/>
                  </a:lnTo>
                  <a:lnTo>
                    <a:pt x="1107858" y="2005"/>
                  </a:lnTo>
                  <a:lnTo>
                    <a:pt x="1176685" y="3458"/>
                  </a:lnTo>
                  <a:lnTo>
                    <a:pt x="1261571" y="5441"/>
                  </a:lnTo>
                  <a:lnTo>
                    <a:pt x="1359649" y="7991"/>
                  </a:lnTo>
                  <a:lnTo>
                    <a:pt x="1467161" y="11120"/>
                  </a:lnTo>
                  <a:lnTo>
                    <a:pt x="1580049" y="14827"/>
                  </a:lnTo>
                  <a:lnTo>
                    <a:pt x="1694485" y="19099"/>
                  </a:lnTo>
                  <a:lnTo>
                    <a:pt x="1807237" y="23926"/>
                  </a:lnTo>
                  <a:lnTo>
                    <a:pt x="1915854" y="29305"/>
                  </a:lnTo>
                  <a:lnTo>
                    <a:pt x="2018691" y="35246"/>
                  </a:lnTo>
                  <a:lnTo>
                    <a:pt x="2114824" y="41777"/>
                  </a:lnTo>
                  <a:lnTo>
                    <a:pt x="2203915" y="48943"/>
                  </a:lnTo>
                  <a:lnTo>
                    <a:pt x="2286069" y="56807"/>
                  </a:lnTo>
                  <a:lnTo>
                    <a:pt x="2361696" y="65448"/>
                  </a:lnTo>
                  <a:lnTo>
                    <a:pt x="2431404" y="74962"/>
                  </a:lnTo>
                  <a:lnTo>
                    <a:pt x="2495913" y="85454"/>
                  </a:lnTo>
                  <a:lnTo>
                    <a:pt x="2555995" y="97035"/>
                  </a:lnTo>
                  <a:lnTo>
                    <a:pt x="2612424" y="109807"/>
                  </a:lnTo>
                  <a:lnTo>
                    <a:pt x="2665932" y="123850"/>
                  </a:lnTo>
                  <a:lnTo>
                    <a:pt x="2702183" y="134509"/>
                  </a:lnTo>
                  <a:lnTo>
                    <a:pt x="2760762" y="153739"/>
                  </a:lnTo>
                  <a:lnTo>
                    <a:pt x="2817572" y="174805"/>
                  </a:lnTo>
                  <a:lnTo>
                    <a:pt x="2873239" y="197737"/>
                  </a:lnTo>
                  <a:lnTo>
                    <a:pt x="2928232" y="222514"/>
                  </a:lnTo>
                  <a:lnTo>
                    <a:pt x="2982891" y="249049"/>
                  </a:lnTo>
                  <a:lnTo>
                    <a:pt x="3037445" y="277194"/>
                  </a:lnTo>
                  <a:lnTo>
                    <a:pt x="3092034" y="306735"/>
                  </a:lnTo>
                  <a:lnTo>
                    <a:pt x="3146722" y="337394"/>
                  </a:lnTo>
                  <a:lnTo>
                    <a:pt x="3201511" y="368844"/>
                  </a:lnTo>
                  <a:lnTo>
                    <a:pt x="3256366" y="400717"/>
                  </a:lnTo>
                  <a:lnTo>
                    <a:pt x="3311226" y="432624"/>
                  </a:lnTo>
                  <a:lnTo>
                    <a:pt x="3366030" y="464176"/>
                  </a:lnTo>
                  <a:lnTo>
                    <a:pt x="3420736" y="495000"/>
                  </a:lnTo>
                  <a:lnTo>
                    <a:pt x="3475340" y="524759"/>
                  </a:lnTo>
                  <a:lnTo>
                    <a:pt x="3529893" y="553167"/>
                  </a:lnTo>
                  <a:lnTo>
                    <a:pt x="3584519" y="579998"/>
                  </a:lnTo>
                  <a:lnTo>
                    <a:pt x="3639432" y="605092"/>
                  </a:lnTo>
                  <a:lnTo>
                    <a:pt x="3694951" y="628353"/>
                  </a:lnTo>
                  <a:lnTo>
                    <a:pt x="3751519" y="649746"/>
                  </a:lnTo>
                  <a:lnTo>
                    <a:pt x="3809733" y="669294"/>
                  </a:lnTo>
                  <a:lnTo>
                    <a:pt x="3820202" y="672548"/>
                  </a:lnTo>
                  <a:lnTo>
                    <a:pt x="3872055" y="687506"/>
                  </a:lnTo>
                  <a:lnTo>
                    <a:pt x="3926357" y="701166"/>
                  </a:lnTo>
                  <a:lnTo>
                    <a:pt x="3983789" y="713576"/>
                  </a:lnTo>
                  <a:lnTo>
                    <a:pt x="4045103" y="724822"/>
                  </a:lnTo>
                  <a:lnTo>
                    <a:pt x="4111075" y="735013"/>
                  </a:lnTo>
                  <a:lnTo>
                    <a:pt x="4182466" y="744258"/>
                  </a:lnTo>
                  <a:lnTo>
                    <a:pt x="4259972" y="752659"/>
                  </a:lnTo>
                  <a:lnTo>
                    <a:pt x="4344152" y="760308"/>
                  </a:lnTo>
                  <a:lnTo>
                    <a:pt x="4435337" y="767280"/>
                  </a:lnTo>
                  <a:lnTo>
                    <a:pt x="4533517" y="773632"/>
                  </a:lnTo>
                  <a:lnTo>
                    <a:pt x="4638194" y="779405"/>
                  </a:lnTo>
                  <a:lnTo>
                    <a:pt x="4748245" y="784620"/>
                  </a:lnTo>
                  <a:lnTo>
                    <a:pt x="4861788" y="789283"/>
                  </a:lnTo>
                  <a:lnTo>
                    <a:pt x="4976134" y="793389"/>
                  </a:lnTo>
                  <a:lnTo>
                    <a:pt x="5087846" y="796925"/>
                  </a:lnTo>
                  <a:lnTo>
                    <a:pt x="5192982" y="799882"/>
                  </a:lnTo>
                  <a:lnTo>
                    <a:pt x="5287512" y="802262"/>
                  </a:lnTo>
                  <a:lnTo>
                    <a:pt x="5367880" y="804083"/>
                  </a:lnTo>
                  <a:lnTo>
                    <a:pt x="5431591" y="805389"/>
                  </a:lnTo>
                  <a:lnTo>
                    <a:pt x="5477686" y="806248"/>
                  </a:lnTo>
                  <a:lnTo>
                    <a:pt x="5506980" y="806746"/>
                  </a:lnTo>
                  <a:lnTo>
                    <a:pt x="5522051" y="806980"/>
                  </a:lnTo>
                  <a:lnTo>
                    <a:pt x="5527045" y="807052"/>
                  </a:lnTo>
                  <a:lnTo>
                    <a:pt x="5527445" y="807057"/>
                  </a:lnTo>
                  <a:lnTo>
                    <a:pt x="6522385" y="807057"/>
                  </a:lnTo>
                  <a:lnTo>
                    <a:pt x="6523519" y="807045"/>
                  </a:lnTo>
                  <a:lnTo>
                    <a:pt x="6530998" y="806960"/>
                  </a:lnTo>
                  <a:lnTo>
                    <a:pt x="6549953" y="806724"/>
                  </a:lnTo>
                  <a:lnTo>
                    <a:pt x="6584092" y="806260"/>
                  </a:lnTo>
                  <a:lnTo>
                    <a:pt x="6635487" y="805492"/>
                  </a:lnTo>
                  <a:lnTo>
                    <a:pt x="6704412" y="804358"/>
                  </a:lnTo>
                  <a:lnTo>
                    <a:pt x="6789407" y="802810"/>
                  </a:lnTo>
                  <a:lnTo>
                    <a:pt x="6887597" y="800820"/>
                  </a:lnTo>
                  <a:lnTo>
                    <a:pt x="6995212" y="798377"/>
                  </a:lnTo>
                  <a:lnTo>
                    <a:pt x="7108188" y="795485"/>
                  </a:lnTo>
                  <a:lnTo>
                    <a:pt x="7222692" y="792151"/>
                  </a:lnTo>
                  <a:lnTo>
                    <a:pt x="7335491" y="788385"/>
                  </a:lnTo>
                  <a:lnTo>
                    <a:pt x="7444135" y="784187"/>
                  </a:lnTo>
                  <a:lnTo>
                    <a:pt x="7546983" y="779551"/>
                  </a:lnTo>
                  <a:lnTo>
                    <a:pt x="7643112" y="774455"/>
                  </a:lnTo>
                  <a:lnTo>
                    <a:pt x="7732191" y="768863"/>
                  </a:lnTo>
                  <a:lnTo>
                    <a:pt x="7814327" y="762726"/>
                  </a:lnTo>
                  <a:lnTo>
                    <a:pt x="7889934" y="755981"/>
                  </a:lnTo>
                  <a:lnTo>
                    <a:pt x="7959621" y="748555"/>
                  </a:lnTo>
                  <a:lnTo>
                    <a:pt x="8024113" y="740365"/>
                  </a:lnTo>
                  <a:lnTo>
                    <a:pt x="8084181" y="731324"/>
                  </a:lnTo>
                  <a:lnTo>
                    <a:pt x="8140601" y="721353"/>
                  </a:lnTo>
                  <a:lnTo>
                    <a:pt x="8194107" y="710390"/>
                  </a:lnTo>
                  <a:lnTo>
                    <a:pt x="8229629" y="702244"/>
                  </a:lnTo>
                  <a:lnTo>
                    <a:pt x="8289323" y="686956"/>
                  </a:lnTo>
                  <a:lnTo>
                    <a:pt x="8347192" y="670180"/>
                  </a:lnTo>
                  <a:lnTo>
                    <a:pt x="8403895" y="651893"/>
                  </a:lnTo>
                  <a:lnTo>
                    <a:pt x="8459921" y="632115"/>
                  </a:lnTo>
                  <a:lnTo>
                    <a:pt x="8515622" y="610921"/>
                  </a:lnTo>
                  <a:lnTo>
                    <a:pt x="8571232" y="588438"/>
                  </a:lnTo>
                  <a:lnTo>
                    <a:pt x="8626889" y="564849"/>
                  </a:lnTo>
                  <a:lnTo>
                    <a:pt x="8682651" y="540388"/>
                  </a:lnTo>
                  <a:lnTo>
                    <a:pt x="8738516" y="515332"/>
                  </a:lnTo>
                  <a:lnTo>
                    <a:pt x="8794439" y="489986"/>
                  </a:lnTo>
                  <a:lnTo>
                    <a:pt x="8850355" y="464675"/>
                  </a:lnTo>
                  <a:lnTo>
                    <a:pt x="8906201" y="439718"/>
                  </a:lnTo>
                  <a:lnTo>
                    <a:pt x="8961940" y="415416"/>
                  </a:lnTo>
                  <a:lnTo>
                    <a:pt x="9017581" y="392039"/>
                  </a:lnTo>
                  <a:lnTo>
                    <a:pt x="9073195" y="369810"/>
                  </a:lnTo>
                  <a:lnTo>
                    <a:pt x="9128940" y="348901"/>
                  </a:lnTo>
                  <a:lnTo>
                    <a:pt x="9185074" y="329428"/>
                  </a:lnTo>
                  <a:lnTo>
                    <a:pt x="9241973" y="311454"/>
                  </a:lnTo>
                  <a:lnTo>
                    <a:pt x="9300160" y="294990"/>
                  </a:lnTo>
                  <a:lnTo>
                    <a:pt x="9347647" y="282994"/>
                  </a:lnTo>
                  <a:lnTo>
                    <a:pt x="9399533" y="271331"/>
                  </a:lnTo>
                  <a:lnTo>
                    <a:pt x="9453870" y="260681"/>
                  </a:lnTo>
                  <a:lnTo>
                    <a:pt x="9511343" y="251007"/>
                  </a:lnTo>
                  <a:lnTo>
                    <a:pt x="9572703" y="242240"/>
                  </a:lnTo>
                  <a:lnTo>
                    <a:pt x="9638729" y="234296"/>
                  </a:lnTo>
                  <a:lnTo>
                    <a:pt x="9710183" y="227091"/>
                  </a:lnTo>
                  <a:lnTo>
                    <a:pt x="9787761" y="220543"/>
                  </a:lnTo>
                  <a:lnTo>
                    <a:pt x="9872023" y="214581"/>
                  </a:lnTo>
                  <a:lnTo>
                    <a:pt x="9963300" y="209148"/>
                  </a:lnTo>
                  <a:lnTo>
                    <a:pt x="10061579" y="204198"/>
                  </a:lnTo>
                  <a:lnTo>
                    <a:pt x="10166358" y="199700"/>
                  </a:lnTo>
                  <a:lnTo>
                    <a:pt x="10276507" y="195637"/>
                  </a:lnTo>
                  <a:lnTo>
                    <a:pt x="10390137" y="192004"/>
                  </a:lnTo>
                  <a:lnTo>
                    <a:pt x="10504545" y="188807"/>
                  </a:lnTo>
                  <a:lnTo>
                    <a:pt x="10616285" y="186053"/>
                  </a:lnTo>
                  <a:lnTo>
                    <a:pt x="10721403" y="183752"/>
                  </a:lnTo>
                  <a:lnTo>
                    <a:pt x="10815864" y="181901"/>
                  </a:lnTo>
                  <a:lnTo>
                    <a:pt x="10896114" y="180485"/>
                  </a:lnTo>
                  <a:lnTo>
                    <a:pt x="10959669" y="179471"/>
                  </a:lnTo>
                  <a:lnTo>
                    <a:pt x="11005584" y="178805"/>
                  </a:lnTo>
                  <a:lnTo>
                    <a:pt x="11034700" y="178420"/>
                  </a:lnTo>
                  <a:lnTo>
                    <a:pt x="11049619" y="178239"/>
                  </a:lnTo>
                  <a:lnTo>
                    <a:pt x="11054514" y="178185"/>
                  </a:lnTo>
                  <a:lnTo>
                    <a:pt x="11054891" y="178181"/>
                  </a:lnTo>
                  <a:lnTo>
                    <a:pt x="12049831" y="178181"/>
                  </a:lnTo>
                  <a:lnTo>
                    <a:pt x="12049831" y="1781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" name="pl88"/>
            <p:cNvSpPr/>
            <p:nvPr/>
          </p:nvSpPr>
          <p:spPr>
            <a:xfrm>
              <a:off x="1199187" y="2012238"/>
              <a:ext cx="12049831" cy="807057"/>
            </a:xfrm>
            <a:custGeom>
              <a:avLst/>
              <a:pathLst>
                <a:path w="12049831" h="807057">
                  <a:moveTo>
                    <a:pt x="12049831" y="178181"/>
                  </a:moveTo>
                  <a:lnTo>
                    <a:pt x="11054891" y="178181"/>
                  </a:lnTo>
                  <a:lnTo>
                    <a:pt x="11053758" y="178193"/>
                  </a:lnTo>
                  <a:lnTo>
                    <a:pt x="11046279" y="178278"/>
                  </a:lnTo>
                  <a:lnTo>
                    <a:pt x="11027324" y="178514"/>
                  </a:lnTo>
                  <a:lnTo>
                    <a:pt x="10993184" y="178979"/>
                  </a:lnTo>
                  <a:lnTo>
                    <a:pt x="10941790" y="179746"/>
                  </a:lnTo>
                  <a:lnTo>
                    <a:pt x="10872864" y="180881"/>
                  </a:lnTo>
                  <a:lnTo>
                    <a:pt x="10787869" y="182429"/>
                  </a:lnTo>
                  <a:lnTo>
                    <a:pt x="10689680" y="184419"/>
                  </a:lnTo>
                  <a:lnTo>
                    <a:pt x="10582064" y="186861"/>
                  </a:lnTo>
                  <a:lnTo>
                    <a:pt x="10469088" y="189754"/>
                  </a:lnTo>
                  <a:lnTo>
                    <a:pt x="10354584" y="193087"/>
                  </a:lnTo>
                  <a:lnTo>
                    <a:pt x="10241786" y="196854"/>
                  </a:lnTo>
                  <a:lnTo>
                    <a:pt x="10133141" y="201051"/>
                  </a:lnTo>
                  <a:lnTo>
                    <a:pt x="10030294" y="205687"/>
                  </a:lnTo>
                  <a:lnTo>
                    <a:pt x="9934164" y="210784"/>
                  </a:lnTo>
                  <a:lnTo>
                    <a:pt x="9845085" y="216376"/>
                  </a:lnTo>
                  <a:lnTo>
                    <a:pt x="9762949" y="222513"/>
                  </a:lnTo>
                  <a:lnTo>
                    <a:pt x="9687343" y="229257"/>
                  </a:lnTo>
                  <a:lnTo>
                    <a:pt x="9617655" y="236683"/>
                  </a:lnTo>
                  <a:lnTo>
                    <a:pt x="9553164" y="244873"/>
                  </a:lnTo>
                  <a:lnTo>
                    <a:pt x="9493095" y="253914"/>
                  </a:lnTo>
                  <a:lnTo>
                    <a:pt x="9436675" y="263885"/>
                  </a:lnTo>
                  <a:lnTo>
                    <a:pt x="9383169" y="274848"/>
                  </a:lnTo>
                  <a:lnTo>
                    <a:pt x="9347647" y="282994"/>
                  </a:lnTo>
                  <a:lnTo>
                    <a:pt x="9287954" y="298282"/>
                  </a:lnTo>
                  <a:lnTo>
                    <a:pt x="9230084" y="315058"/>
                  </a:lnTo>
                  <a:lnTo>
                    <a:pt x="9173381" y="333346"/>
                  </a:lnTo>
                  <a:lnTo>
                    <a:pt x="9117355" y="353123"/>
                  </a:lnTo>
                  <a:lnTo>
                    <a:pt x="9061655" y="374317"/>
                  </a:lnTo>
                  <a:lnTo>
                    <a:pt x="9006045" y="396800"/>
                  </a:lnTo>
                  <a:lnTo>
                    <a:pt x="8950388" y="420389"/>
                  </a:lnTo>
                  <a:lnTo>
                    <a:pt x="8894625" y="444850"/>
                  </a:lnTo>
                  <a:lnTo>
                    <a:pt x="8838760" y="469907"/>
                  </a:lnTo>
                  <a:lnTo>
                    <a:pt x="8782837" y="495252"/>
                  </a:lnTo>
                  <a:lnTo>
                    <a:pt x="8726922" y="520563"/>
                  </a:lnTo>
                  <a:lnTo>
                    <a:pt x="8671075" y="545521"/>
                  </a:lnTo>
                  <a:lnTo>
                    <a:pt x="8615336" y="569822"/>
                  </a:lnTo>
                  <a:lnTo>
                    <a:pt x="8559696" y="593199"/>
                  </a:lnTo>
                  <a:lnTo>
                    <a:pt x="8504082" y="615428"/>
                  </a:lnTo>
                  <a:lnTo>
                    <a:pt x="8448336" y="636337"/>
                  </a:lnTo>
                  <a:lnTo>
                    <a:pt x="8392203" y="655810"/>
                  </a:lnTo>
                  <a:lnTo>
                    <a:pt x="8335303" y="673784"/>
                  </a:lnTo>
                  <a:lnTo>
                    <a:pt x="8277116" y="690248"/>
                  </a:lnTo>
                  <a:lnTo>
                    <a:pt x="8229629" y="702244"/>
                  </a:lnTo>
                  <a:lnTo>
                    <a:pt x="8177743" y="713907"/>
                  </a:lnTo>
                  <a:lnTo>
                    <a:pt x="8123406" y="724557"/>
                  </a:lnTo>
                  <a:lnTo>
                    <a:pt x="8065933" y="734231"/>
                  </a:lnTo>
                  <a:lnTo>
                    <a:pt x="8004573" y="742998"/>
                  </a:lnTo>
                  <a:lnTo>
                    <a:pt x="7938548" y="750942"/>
                  </a:lnTo>
                  <a:lnTo>
                    <a:pt x="7867094" y="758147"/>
                  </a:lnTo>
                  <a:lnTo>
                    <a:pt x="7789516" y="764695"/>
                  </a:lnTo>
                  <a:lnTo>
                    <a:pt x="7705254" y="770657"/>
                  </a:lnTo>
                  <a:lnTo>
                    <a:pt x="7613976" y="776090"/>
                  </a:lnTo>
                  <a:lnTo>
                    <a:pt x="7515698" y="781040"/>
                  </a:lnTo>
                  <a:lnTo>
                    <a:pt x="7410918" y="785539"/>
                  </a:lnTo>
                  <a:lnTo>
                    <a:pt x="7300769" y="789602"/>
                  </a:lnTo>
                  <a:lnTo>
                    <a:pt x="7187140" y="793234"/>
                  </a:lnTo>
                  <a:lnTo>
                    <a:pt x="7072732" y="796432"/>
                  </a:lnTo>
                  <a:lnTo>
                    <a:pt x="6960992" y="799185"/>
                  </a:lnTo>
                  <a:lnTo>
                    <a:pt x="6855873" y="801487"/>
                  </a:lnTo>
                  <a:lnTo>
                    <a:pt x="6761412" y="803337"/>
                  </a:lnTo>
                  <a:lnTo>
                    <a:pt x="6681162" y="804753"/>
                  </a:lnTo>
                  <a:lnTo>
                    <a:pt x="6617608" y="805767"/>
                  </a:lnTo>
                  <a:lnTo>
                    <a:pt x="6571692" y="806433"/>
                  </a:lnTo>
                  <a:lnTo>
                    <a:pt x="6542577" y="806818"/>
                  </a:lnTo>
                  <a:lnTo>
                    <a:pt x="6527657" y="806999"/>
                  </a:lnTo>
                  <a:lnTo>
                    <a:pt x="6522762" y="807053"/>
                  </a:lnTo>
                  <a:lnTo>
                    <a:pt x="6522385" y="807057"/>
                  </a:lnTo>
                  <a:lnTo>
                    <a:pt x="5527445" y="807057"/>
                  </a:lnTo>
                  <a:lnTo>
                    <a:pt x="5526314" y="807042"/>
                  </a:lnTo>
                  <a:lnTo>
                    <a:pt x="5518848" y="806933"/>
                  </a:lnTo>
                  <a:lnTo>
                    <a:pt x="5499926" y="806631"/>
                  </a:lnTo>
                  <a:lnTo>
                    <a:pt x="5465842" y="806035"/>
                  </a:lnTo>
                  <a:lnTo>
                    <a:pt x="5414527" y="805052"/>
                  </a:lnTo>
                  <a:lnTo>
                    <a:pt x="5345700" y="803599"/>
                  </a:lnTo>
                  <a:lnTo>
                    <a:pt x="5260814" y="801616"/>
                  </a:lnTo>
                  <a:lnTo>
                    <a:pt x="5162736" y="799066"/>
                  </a:lnTo>
                  <a:lnTo>
                    <a:pt x="5055224" y="795937"/>
                  </a:lnTo>
                  <a:lnTo>
                    <a:pt x="4942336" y="792230"/>
                  </a:lnTo>
                  <a:lnTo>
                    <a:pt x="4827900" y="787958"/>
                  </a:lnTo>
                  <a:lnTo>
                    <a:pt x="4715148" y="783131"/>
                  </a:lnTo>
                  <a:lnTo>
                    <a:pt x="4606531" y="777752"/>
                  </a:lnTo>
                  <a:lnTo>
                    <a:pt x="4503694" y="771811"/>
                  </a:lnTo>
                  <a:lnTo>
                    <a:pt x="4407561" y="765279"/>
                  </a:lnTo>
                  <a:lnTo>
                    <a:pt x="4318470" y="758114"/>
                  </a:lnTo>
                  <a:lnTo>
                    <a:pt x="4236316" y="750250"/>
                  </a:lnTo>
                  <a:lnTo>
                    <a:pt x="4160689" y="741609"/>
                  </a:lnTo>
                  <a:lnTo>
                    <a:pt x="4090981" y="732095"/>
                  </a:lnTo>
                  <a:lnTo>
                    <a:pt x="4026472" y="721603"/>
                  </a:lnTo>
                  <a:lnTo>
                    <a:pt x="3966390" y="710022"/>
                  </a:lnTo>
                  <a:lnTo>
                    <a:pt x="3909961" y="697249"/>
                  </a:lnTo>
                  <a:lnTo>
                    <a:pt x="3856453" y="683206"/>
                  </a:lnTo>
                  <a:lnTo>
                    <a:pt x="3820202" y="672548"/>
                  </a:lnTo>
                  <a:lnTo>
                    <a:pt x="3761623" y="653318"/>
                  </a:lnTo>
                  <a:lnTo>
                    <a:pt x="3704813" y="632252"/>
                  </a:lnTo>
                  <a:lnTo>
                    <a:pt x="3649146" y="609319"/>
                  </a:lnTo>
                  <a:lnTo>
                    <a:pt x="3594153" y="584543"/>
                  </a:lnTo>
                  <a:lnTo>
                    <a:pt x="3539494" y="558008"/>
                  </a:lnTo>
                  <a:lnTo>
                    <a:pt x="3484940" y="529862"/>
                  </a:lnTo>
                  <a:lnTo>
                    <a:pt x="3430350" y="500322"/>
                  </a:lnTo>
                  <a:lnTo>
                    <a:pt x="3375663" y="469662"/>
                  </a:lnTo>
                  <a:lnTo>
                    <a:pt x="3320874" y="438213"/>
                  </a:lnTo>
                  <a:lnTo>
                    <a:pt x="3266019" y="406340"/>
                  </a:lnTo>
                  <a:lnTo>
                    <a:pt x="3211159" y="374432"/>
                  </a:lnTo>
                  <a:lnTo>
                    <a:pt x="3156355" y="342880"/>
                  </a:lnTo>
                  <a:lnTo>
                    <a:pt x="3101649" y="312057"/>
                  </a:lnTo>
                  <a:lnTo>
                    <a:pt x="3047045" y="282298"/>
                  </a:lnTo>
                  <a:lnTo>
                    <a:pt x="2992492" y="253890"/>
                  </a:lnTo>
                  <a:lnTo>
                    <a:pt x="2937866" y="227058"/>
                  </a:lnTo>
                  <a:lnTo>
                    <a:pt x="2882953" y="201965"/>
                  </a:lnTo>
                  <a:lnTo>
                    <a:pt x="2827434" y="178704"/>
                  </a:lnTo>
                  <a:lnTo>
                    <a:pt x="2770866" y="157311"/>
                  </a:lnTo>
                  <a:lnTo>
                    <a:pt x="2712652" y="137762"/>
                  </a:lnTo>
                  <a:lnTo>
                    <a:pt x="2702183" y="134509"/>
                  </a:lnTo>
                  <a:lnTo>
                    <a:pt x="2650330" y="119551"/>
                  </a:lnTo>
                  <a:lnTo>
                    <a:pt x="2596028" y="105890"/>
                  </a:lnTo>
                  <a:lnTo>
                    <a:pt x="2538595" y="93481"/>
                  </a:lnTo>
                  <a:lnTo>
                    <a:pt x="2477282" y="82234"/>
                  </a:lnTo>
                  <a:lnTo>
                    <a:pt x="2411310" y="72044"/>
                  </a:lnTo>
                  <a:lnTo>
                    <a:pt x="2339919" y="62799"/>
                  </a:lnTo>
                  <a:lnTo>
                    <a:pt x="2262413" y="54398"/>
                  </a:lnTo>
                  <a:lnTo>
                    <a:pt x="2178233" y="46749"/>
                  </a:lnTo>
                  <a:lnTo>
                    <a:pt x="2087048" y="39777"/>
                  </a:lnTo>
                  <a:lnTo>
                    <a:pt x="1988868" y="33424"/>
                  </a:lnTo>
                  <a:lnTo>
                    <a:pt x="1884191" y="27652"/>
                  </a:lnTo>
                  <a:lnTo>
                    <a:pt x="1774140" y="22437"/>
                  </a:lnTo>
                  <a:lnTo>
                    <a:pt x="1660597" y="17774"/>
                  </a:lnTo>
                  <a:lnTo>
                    <a:pt x="1546251" y="13668"/>
                  </a:lnTo>
                  <a:lnTo>
                    <a:pt x="1434539" y="10132"/>
                  </a:lnTo>
                  <a:lnTo>
                    <a:pt x="1329403" y="7174"/>
                  </a:lnTo>
                  <a:lnTo>
                    <a:pt x="1234873" y="4795"/>
                  </a:lnTo>
                  <a:lnTo>
                    <a:pt x="1154505" y="2974"/>
                  </a:lnTo>
                  <a:lnTo>
                    <a:pt x="1090794" y="1667"/>
                  </a:lnTo>
                  <a:lnTo>
                    <a:pt x="1044699" y="808"/>
                  </a:lnTo>
                  <a:lnTo>
                    <a:pt x="1015405" y="310"/>
                  </a:lnTo>
                  <a:lnTo>
                    <a:pt x="1000334" y="76"/>
                  </a:lnTo>
                  <a:lnTo>
                    <a:pt x="995340" y="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" name="pg89"/>
            <p:cNvSpPr/>
            <p:nvPr/>
          </p:nvSpPr>
          <p:spPr>
            <a:xfrm>
              <a:off x="1199187" y="2017479"/>
              <a:ext cx="12049831" cy="1545987"/>
            </a:xfrm>
            <a:custGeom>
              <a:avLst/>
              <a:pathLst>
                <a:path w="12049831" h="1545987">
                  <a:moveTo>
                    <a:pt x="0" y="5240"/>
                  </a:moveTo>
                  <a:lnTo>
                    <a:pt x="994940" y="5240"/>
                  </a:lnTo>
                  <a:lnTo>
                    <a:pt x="996071" y="5256"/>
                  </a:lnTo>
                  <a:lnTo>
                    <a:pt x="1003536" y="5366"/>
                  </a:lnTo>
                  <a:lnTo>
                    <a:pt x="1022456" y="5672"/>
                  </a:lnTo>
                  <a:lnTo>
                    <a:pt x="1056536" y="6275"/>
                  </a:lnTo>
                  <a:lnTo>
                    <a:pt x="1107846" y="7271"/>
                  </a:lnTo>
                  <a:lnTo>
                    <a:pt x="1176666" y="8743"/>
                  </a:lnTo>
                  <a:lnTo>
                    <a:pt x="1261545" y="10752"/>
                  </a:lnTo>
                  <a:lnTo>
                    <a:pt x="1359615" y="13334"/>
                  </a:lnTo>
                  <a:lnTo>
                    <a:pt x="1467121" y="16504"/>
                  </a:lnTo>
                  <a:lnTo>
                    <a:pt x="1580003" y="20258"/>
                  </a:lnTo>
                  <a:lnTo>
                    <a:pt x="1694434" y="24585"/>
                  </a:lnTo>
                  <a:lnTo>
                    <a:pt x="1807183" y="29474"/>
                  </a:lnTo>
                  <a:lnTo>
                    <a:pt x="1915799" y="34923"/>
                  </a:lnTo>
                  <a:lnTo>
                    <a:pt x="2018635" y="40941"/>
                  </a:lnTo>
                  <a:lnTo>
                    <a:pt x="2114768" y="47556"/>
                  </a:lnTo>
                  <a:lnTo>
                    <a:pt x="2203860" y="54814"/>
                  </a:lnTo>
                  <a:lnTo>
                    <a:pt x="2286015" y="62779"/>
                  </a:lnTo>
                  <a:lnTo>
                    <a:pt x="2361643" y="71532"/>
                  </a:lnTo>
                  <a:lnTo>
                    <a:pt x="2431352" y="81168"/>
                  </a:lnTo>
                  <a:lnTo>
                    <a:pt x="2495863" y="91796"/>
                  </a:lnTo>
                  <a:lnTo>
                    <a:pt x="2555946" y="103525"/>
                  </a:lnTo>
                  <a:lnTo>
                    <a:pt x="2612375" y="116462"/>
                  </a:lnTo>
                  <a:lnTo>
                    <a:pt x="2665884" y="130686"/>
                  </a:lnTo>
                  <a:lnTo>
                    <a:pt x="2702183" y="141497"/>
                  </a:lnTo>
                  <a:lnTo>
                    <a:pt x="2760692" y="160951"/>
                  </a:lnTo>
                  <a:lnTo>
                    <a:pt x="2817434" y="182261"/>
                  </a:lnTo>
                  <a:lnTo>
                    <a:pt x="2873036" y="205457"/>
                  </a:lnTo>
                  <a:lnTo>
                    <a:pt x="2927964" y="230517"/>
                  </a:lnTo>
                  <a:lnTo>
                    <a:pt x="2982556" y="257354"/>
                  </a:lnTo>
                  <a:lnTo>
                    <a:pt x="3037044" y="285820"/>
                  </a:lnTo>
                  <a:lnTo>
                    <a:pt x="3091566" y="315697"/>
                  </a:lnTo>
                  <a:lnTo>
                    <a:pt x="3146185" y="346708"/>
                  </a:lnTo>
                  <a:lnTo>
                    <a:pt x="3200907" y="378521"/>
                  </a:lnTo>
                  <a:lnTo>
                    <a:pt x="3255693" y="410765"/>
                  </a:lnTo>
                  <a:lnTo>
                    <a:pt x="3310486" y="443050"/>
                  </a:lnTo>
                  <a:lnTo>
                    <a:pt x="3365225" y="474980"/>
                  </a:lnTo>
                  <a:lnTo>
                    <a:pt x="3419866" y="506179"/>
                  </a:lnTo>
                  <a:lnTo>
                    <a:pt x="3474404" y="536308"/>
                  </a:lnTo>
                  <a:lnTo>
                    <a:pt x="3528890" y="565076"/>
                  </a:lnTo>
                  <a:lnTo>
                    <a:pt x="3583447" y="592255"/>
                  </a:lnTo>
                  <a:lnTo>
                    <a:pt x="3638284" y="617680"/>
                  </a:lnTo>
                  <a:lnTo>
                    <a:pt x="3693717" y="641254"/>
                  </a:lnTo>
                  <a:lnTo>
                    <a:pt x="3750186" y="662942"/>
                  </a:lnTo>
                  <a:lnTo>
                    <a:pt x="3808281" y="682764"/>
                  </a:lnTo>
                  <a:lnTo>
                    <a:pt x="3820202" y="686523"/>
                  </a:lnTo>
                  <a:lnTo>
                    <a:pt x="3872053" y="701674"/>
                  </a:lnTo>
                  <a:lnTo>
                    <a:pt x="3926352" y="715512"/>
                  </a:lnTo>
                  <a:lnTo>
                    <a:pt x="3983782" y="728082"/>
                  </a:lnTo>
                  <a:lnTo>
                    <a:pt x="4045093" y="739474"/>
                  </a:lnTo>
                  <a:lnTo>
                    <a:pt x="4111061" y="749797"/>
                  </a:lnTo>
                  <a:lnTo>
                    <a:pt x="4182448" y="759162"/>
                  </a:lnTo>
                  <a:lnTo>
                    <a:pt x="4259949" y="767672"/>
                  </a:lnTo>
                  <a:lnTo>
                    <a:pt x="4344123" y="775420"/>
                  </a:lnTo>
                  <a:lnTo>
                    <a:pt x="4435303" y="782483"/>
                  </a:lnTo>
                  <a:lnTo>
                    <a:pt x="4533476" y="788918"/>
                  </a:lnTo>
                  <a:lnTo>
                    <a:pt x="4638146" y="794765"/>
                  </a:lnTo>
                  <a:lnTo>
                    <a:pt x="4748190" y="800048"/>
                  </a:lnTo>
                  <a:lnTo>
                    <a:pt x="4861728" y="804772"/>
                  </a:lnTo>
                  <a:lnTo>
                    <a:pt x="4976070" y="808931"/>
                  </a:lnTo>
                  <a:lnTo>
                    <a:pt x="5087780" y="812513"/>
                  </a:lnTo>
                  <a:lnTo>
                    <a:pt x="5192917" y="815509"/>
                  </a:lnTo>
                  <a:lnTo>
                    <a:pt x="5287452" y="817920"/>
                  </a:lnTo>
                  <a:lnTo>
                    <a:pt x="5367827" y="819765"/>
                  </a:lnTo>
                  <a:lnTo>
                    <a:pt x="5431549" y="821089"/>
                  </a:lnTo>
                  <a:lnTo>
                    <a:pt x="5477655" y="821959"/>
                  </a:lnTo>
                  <a:lnTo>
                    <a:pt x="5506962" y="822464"/>
                  </a:lnTo>
                  <a:lnTo>
                    <a:pt x="5522043" y="822701"/>
                  </a:lnTo>
                  <a:lnTo>
                    <a:pt x="5527044" y="822774"/>
                  </a:lnTo>
                  <a:lnTo>
                    <a:pt x="5527445" y="822779"/>
                  </a:lnTo>
                  <a:lnTo>
                    <a:pt x="6522385" y="822779"/>
                  </a:lnTo>
                  <a:lnTo>
                    <a:pt x="6523518" y="822793"/>
                  </a:lnTo>
                  <a:lnTo>
                    <a:pt x="6530990" y="822891"/>
                  </a:lnTo>
                  <a:lnTo>
                    <a:pt x="6549929" y="823162"/>
                  </a:lnTo>
                  <a:lnTo>
                    <a:pt x="6584041" y="823695"/>
                  </a:lnTo>
                  <a:lnTo>
                    <a:pt x="6635396" y="824577"/>
                  </a:lnTo>
                  <a:lnTo>
                    <a:pt x="6704272" y="825881"/>
                  </a:lnTo>
                  <a:lnTo>
                    <a:pt x="6789212" y="827659"/>
                  </a:lnTo>
                  <a:lnTo>
                    <a:pt x="6887346" y="829946"/>
                  </a:lnTo>
                  <a:lnTo>
                    <a:pt x="6994910" y="832753"/>
                  </a:lnTo>
                  <a:lnTo>
                    <a:pt x="7107843" y="836077"/>
                  </a:lnTo>
                  <a:lnTo>
                    <a:pt x="7222312" y="839908"/>
                  </a:lnTo>
                  <a:lnTo>
                    <a:pt x="7335088" y="844236"/>
                  </a:lnTo>
                  <a:lnTo>
                    <a:pt x="7443719" y="849059"/>
                  </a:lnTo>
                  <a:lnTo>
                    <a:pt x="7546561" y="854387"/>
                  </a:lnTo>
                  <a:lnTo>
                    <a:pt x="7642692" y="860244"/>
                  </a:lnTo>
                  <a:lnTo>
                    <a:pt x="7731777" y="866670"/>
                  </a:lnTo>
                  <a:lnTo>
                    <a:pt x="7813922" y="873722"/>
                  </a:lnTo>
                  <a:lnTo>
                    <a:pt x="7889539" y="881472"/>
                  </a:lnTo>
                  <a:lnTo>
                    <a:pt x="7959236" y="890005"/>
                  </a:lnTo>
                  <a:lnTo>
                    <a:pt x="8023737" y="899415"/>
                  </a:lnTo>
                  <a:lnTo>
                    <a:pt x="8083812" y="909802"/>
                  </a:lnTo>
                  <a:lnTo>
                    <a:pt x="8140236" y="921259"/>
                  </a:lnTo>
                  <a:lnTo>
                    <a:pt x="8193744" y="933854"/>
                  </a:lnTo>
                  <a:lnTo>
                    <a:pt x="8229629" y="943314"/>
                  </a:lnTo>
                  <a:lnTo>
                    <a:pt x="8288754" y="960717"/>
                  </a:lnTo>
                  <a:lnTo>
                    <a:pt x="8346082" y="979797"/>
                  </a:lnTo>
                  <a:lnTo>
                    <a:pt x="8402257" y="1000582"/>
                  </a:lnTo>
                  <a:lnTo>
                    <a:pt x="8457755" y="1023049"/>
                  </a:lnTo>
                  <a:lnTo>
                    <a:pt x="8512924" y="1047118"/>
                  </a:lnTo>
                  <a:lnTo>
                    <a:pt x="8567995" y="1072649"/>
                  </a:lnTo>
                  <a:lnTo>
                    <a:pt x="8623107" y="1099441"/>
                  </a:lnTo>
                  <a:lnTo>
                    <a:pt x="8678320" y="1127237"/>
                  </a:lnTo>
                  <a:lnTo>
                    <a:pt x="8733636" y="1155729"/>
                  </a:lnTo>
                  <a:lnTo>
                    <a:pt x="8789014" y="1184579"/>
                  </a:lnTo>
                  <a:lnTo>
                    <a:pt x="8844391" y="1213426"/>
                  </a:lnTo>
                  <a:lnTo>
                    <a:pt x="8899706" y="1241911"/>
                  </a:lnTo>
                  <a:lnTo>
                    <a:pt x="8954918" y="1269695"/>
                  </a:lnTo>
                  <a:lnTo>
                    <a:pt x="9010029" y="1296472"/>
                  </a:lnTo>
                  <a:lnTo>
                    <a:pt x="9065100" y="1321984"/>
                  </a:lnTo>
                  <a:lnTo>
                    <a:pt x="9120271" y="1346033"/>
                  </a:lnTo>
                  <a:lnTo>
                    <a:pt x="9175776" y="1368477"/>
                  </a:lnTo>
                  <a:lnTo>
                    <a:pt x="9231963" y="1389239"/>
                  </a:lnTo>
                  <a:lnTo>
                    <a:pt x="9289311" y="1408296"/>
                  </a:lnTo>
                  <a:lnTo>
                    <a:pt x="9347647" y="1425452"/>
                  </a:lnTo>
                  <a:lnTo>
                    <a:pt x="9399517" y="1438860"/>
                  </a:lnTo>
                  <a:lnTo>
                    <a:pt x="9453837" y="1451104"/>
                  </a:lnTo>
                  <a:lnTo>
                    <a:pt x="9511289" y="1462227"/>
                  </a:lnTo>
                  <a:lnTo>
                    <a:pt x="9572626" y="1472307"/>
                  </a:lnTo>
                  <a:lnTo>
                    <a:pt x="9638625" y="1481441"/>
                  </a:lnTo>
                  <a:lnTo>
                    <a:pt x="9710048" y="1489726"/>
                  </a:lnTo>
                  <a:lnTo>
                    <a:pt x="9787590" y="1497255"/>
                  </a:lnTo>
                  <a:lnTo>
                    <a:pt x="9871811" y="1504110"/>
                  </a:lnTo>
                  <a:lnTo>
                    <a:pt x="9963042" y="1510358"/>
                  </a:lnTo>
                  <a:lnTo>
                    <a:pt x="10061271" y="1516051"/>
                  </a:lnTo>
                  <a:lnTo>
                    <a:pt x="10166000" y="1521224"/>
                  </a:lnTo>
                  <a:lnTo>
                    <a:pt x="10276100" y="1525897"/>
                  </a:lnTo>
                  <a:lnTo>
                    <a:pt x="10389686" y="1530075"/>
                  </a:lnTo>
                  <a:lnTo>
                    <a:pt x="10504063" y="1533753"/>
                  </a:lnTo>
                  <a:lnTo>
                    <a:pt x="10615790" y="1536920"/>
                  </a:lnTo>
                  <a:lnTo>
                    <a:pt x="10720917" y="1539569"/>
                  </a:lnTo>
                  <a:lnTo>
                    <a:pt x="10815412" y="1541699"/>
                  </a:lnTo>
                  <a:lnTo>
                    <a:pt x="10895721" y="1543329"/>
                  </a:lnTo>
                  <a:lnTo>
                    <a:pt x="10959354" y="1544498"/>
                  </a:lnTo>
                  <a:lnTo>
                    <a:pt x="11005359" y="1545265"/>
                  </a:lnTo>
                  <a:lnTo>
                    <a:pt x="11034563" y="1545710"/>
                  </a:lnTo>
                  <a:lnTo>
                    <a:pt x="11049558" y="1545919"/>
                  </a:lnTo>
                  <a:lnTo>
                    <a:pt x="11054503" y="1545982"/>
                  </a:lnTo>
                  <a:lnTo>
                    <a:pt x="11054891" y="1545987"/>
                  </a:lnTo>
                  <a:lnTo>
                    <a:pt x="12049831" y="1545987"/>
                  </a:lnTo>
                  <a:lnTo>
                    <a:pt x="12049831" y="1540746"/>
                  </a:lnTo>
                  <a:lnTo>
                    <a:pt x="11054891" y="1540746"/>
                  </a:lnTo>
                  <a:lnTo>
                    <a:pt x="11053759" y="1540732"/>
                  </a:lnTo>
                  <a:lnTo>
                    <a:pt x="11046286" y="1540634"/>
                  </a:lnTo>
                  <a:lnTo>
                    <a:pt x="11027348" y="1540363"/>
                  </a:lnTo>
                  <a:lnTo>
                    <a:pt x="10993236" y="1539830"/>
                  </a:lnTo>
                  <a:lnTo>
                    <a:pt x="10941881" y="1538948"/>
                  </a:lnTo>
                  <a:lnTo>
                    <a:pt x="10873005" y="1537644"/>
                  </a:lnTo>
                  <a:lnTo>
                    <a:pt x="10788064" y="1535865"/>
                  </a:lnTo>
                  <a:lnTo>
                    <a:pt x="10689930" y="1533579"/>
                  </a:lnTo>
                  <a:lnTo>
                    <a:pt x="10582366" y="1530772"/>
                  </a:lnTo>
                  <a:lnTo>
                    <a:pt x="10469434" y="1527448"/>
                  </a:lnTo>
                  <a:lnTo>
                    <a:pt x="10354964" y="1523617"/>
                  </a:lnTo>
                  <a:lnTo>
                    <a:pt x="10242189" y="1519289"/>
                  </a:lnTo>
                  <a:lnTo>
                    <a:pt x="10133558" y="1514466"/>
                  </a:lnTo>
                  <a:lnTo>
                    <a:pt x="10030716" y="1509138"/>
                  </a:lnTo>
                  <a:lnTo>
                    <a:pt x="9934585" y="1503281"/>
                  </a:lnTo>
                  <a:lnTo>
                    <a:pt x="9845499" y="1496855"/>
                  </a:lnTo>
                  <a:lnTo>
                    <a:pt x="9763355" y="1489803"/>
                  </a:lnTo>
                  <a:lnTo>
                    <a:pt x="9687738" y="1482053"/>
                  </a:lnTo>
                  <a:lnTo>
                    <a:pt x="9618040" y="1473520"/>
                  </a:lnTo>
                  <a:lnTo>
                    <a:pt x="9553540" y="1464110"/>
                  </a:lnTo>
                  <a:lnTo>
                    <a:pt x="9493464" y="1453723"/>
                  </a:lnTo>
                  <a:lnTo>
                    <a:pt x="9437040" y="1442266"/>
                  </a:lnTo>
                  <a:lnTo>
                    <a:pt x="9383533" y="1429671"/>
                  </a:lnTo>
                  <a:lnTo>
                    <a:pt x="9347647" y="1420211"/>
                  </a:lnTo>
                  <a:lnTo>
                    <a:pt x="9288523" y="1402808"/>
                  </a:lnTo>
                  <a:lnTo>
                    <a:pt x="9231194" y="1383728"/>
                  </a:lnTo>
                  <a:lnTo>
                    <a:pt x="9175020" y="1362943"/>
                  </a:lnTo>
                  <a:lnTo>
                    <a:pt x="9119521" y="1340476"/>
                  </a:lnTo>
                  <a:lnTo>
                    <a:pt x="9064353" y="1316407"/>
                  </a:lnTo>
                  <a:lnTo>
                    <a:pt x="9009282" y="1290876"/>
                  </a:lnTo>
                  <a:lnTo>
                    <a:pt x="8954170" y="1264084"/>
                  </a:lnTo>
                  <a:lnTo>
                    <a:pt x="8898956" y="1236288"/>
                  </a:lnTo>
                  <a:lnTo>
                    <a:pt x="8843640" y="1207796"/>
                  </a:lnTo>
                  <a:lnTo>
                    <a:pt x="8788263" y="1178946"/>
                  </a:lnTo>
                  <a:lnTo>
                    <a:pt x="8732886" y="1150099"/>
                  </a:lnTo>
                  <a:lnTo>
                    <a:pt x="8677571" y="1121614"/>
                  </a:lnTo>
                  <a:lnTo>
                    <a:pt x="8622359" y="1093830"/>
                  </a:lnTo>
                  <a:lnTo>
                    <a:pt x="8567248" y="1067053"/>
                  </a:lnTo>
                  <a:lnTo>
                    <a:pt x="8512177" y="1041541"/>
                  </a:lnTo>
                  <a:lnTo>
                    <a:pt x="8457006" y="1017492"/>
                  </a:lnTo>
                  <a:lnTo>
                    <a:pt x="8401500" y="995048"/>
                  </a:lnTo>
                  <a:lnTo>
                    <a:pt x="8345314" y="974286"/>
                  </a:lnTo>
                  <a:lnTo>
                    <a:pt x="8287966" y="955229"/>
                  </a:lnTo>
                  <a:lnTo>
                    <a:pt x="8229629" y="938073"/>
                  </a:lnTo>
                  <a:lnTo>
                    <a:pt x="8177759" y="924665"/>
                  </a:lnTo>
                  <a:lnTo>
                    <a:pt x="8123440" y="912421"/>
                  </a:lnTo>
                  <a:lnTo>
                    <a:pt x="8065987" y="901298"/>
                  </a:lnTo>
                  <a:lnTo>
                    <a:pt x="8004650" y="891218"/>
                  </a:lnTo>
                  <a:lnTo>
                    <a:pt x="7938652" y="882084"/>
                  </a:lnTo>
                  <a:lnTo>
                    <a:pt x="7867229" y="873799"/>
                  </a:lnTo>
                  <a:lnTo>
                    <a:pt x="7789687" y="866270"/>
                  </a:lnTo>
                  <a:lnTo>
                    <a:pt x="7705466" y="859415"/>
                  </a:lnTo>
                  <a:lnTo>
                    <a:pt x="7614234" y="853167"/>
                  </a:lnTo>
                  <a:lnTo>
                    <a:pt x="7516005" y="847474"/>
                  </a:lnTo>
                  <a:lnTo>
                    <a:pt x="7411277" y="842301"/>
                  </a:lnTo>
                  <a:lnTo>
                    <a:pt x="7301177" y="837628"/>
                  </a:lnTo>
                  <a:lnTo>
                    <a:pt x="7187590" y="833450"/>
                  </a:lnTo>
                  <a:lnTo>
                    <a:pt x="7073213" y="829772"/>
                  </a:lnTo>
                  <a:lnTo>
                    <a:pt x="6961487" y="826605"/>
                  </a:lnTo>
                  <a:lnTo>
                    <a:pt x="6856360" y="823956"/>
                  </a:lnTo>
                  <a:lnTo>
                    <a:pt x="6761864" y="821826"/>
                  </a:lnTo>
                  <a:lnTo>
                    <a:pt x="6681556" y="820196"/>
                  </a:lnTo>
                  <a:lnTo>
                    <a:pt x="6617923" y="819027"/>
                  </a:lnTo>
                  <a:lnTo>
                    <a:pt x="6571918" y="818260"/>
                  </a:lnTo>
                  <a:lnTo>
                    <a:pt x="6542713" y="817815"/>
                  </a:lnTo>
                  <a:lnTo>
                    <a:pt x="6527718" y="817606"/>
                  </a:lnTo>
                  <a:lnTo>
                    <a:pt x="6522774" y="817543"/>
                  </a:lnTo>
                  <a:lnTo>
                    <a:pt x="6522385" y="817538"/>
                  </a:lnTo>
                  <a:lnTo>
                    <a:pt x="5527445" y="817538"/>
                  </a:lnTo>
                  <a:lnTo>
                    <a:pt x="5526314" y="817523"/>
                  </a:lnTo>
                  <a:lnTo>
                    <a:pt x="5518849" y="817412"/>
                  </a:lnTo>
                  <a:lnTo>
                    <a:pt x="5499929" y="817106"/>
                  </a:lnTo>
                  <a:lnTo>
                    <a:pt x="5465849" y="816504"/>
                  </a:lnTo>
                  <a:lnTo>
                    <a:pt x="5414539" y="815508"/>
                  </a:lnTo>
                  <a:lnTo>
                    <a:pt x="5345719" y="814036"/>
                  </a:lnTo>
                  <a:lnTo>
                    <a:pt x="5260840" y="812027"/>
                  </a:lnTo>
                  <a:lnTo>
                    <a:pt x="5162769" y="809444"/>
                  </a:lnTo>
                  <a:lnTo>
                    <a:pt x="5055264" y="806275"/>
                  </a:lnTo>
                  <a:lnTo>
                    <a:pt x="4942382" y="802520"/>
                  </a:lnTo>
                  <a:lnTo>
                    <a:pt x="4827951" y="798193"/>
                  </a:lnTo>
                  <a:lnTo>
                    <a:pt x="4715202" y="793304"/>
                  </a:lnTo>
                  <a:lnTo>
                    <a:pt x="4606586" y="787856"/>
                  </a:lnTo>
                  <a:lnTo>
                    <a:pt x="4503750" y="781838"/>
                  </a:lnTo>
                  <a:lnTo>
                    <a:pt x="4407617" y="775222"/>
                  </a:lnTo>
                  <a:lnTo>
                    <a:pt x="4318525" y="767964"/>
                  </a:lnTo>
                  <a:lnTo>
                    <a:pt x="4236370" y="759999"/>
                  </a:lnTo>
                  <a:lnTo>
                    <a:pt x="4160742" y="751247"/>
                  </a:lnTo>
                  <a:lnTo>
                    <a:pt x="4091033" y="741610"/>
                  </a:lnTo>
                  <a:lnTo>
                    <a:pt x="4026522" y="730983"/>
                  </a:lnTo>
                  <a:lnTo>
                    <a:pt x="3966439" y="719253"/>
                  </a:lnTo>
                  <a:lnTo>
                    <a:pt x="3910010" y="706317"/>
                  </a:lnTo>
                  <a:lnTo>
                    <a:pt x="3856501" y="692093"/>
                  </a:lnTo>
                  <a:lnTo>
                    <a:pt x="3820202" y="681282"/>
                  </a:lnTo>
                  <a:lnTo>
                    <a:pt x="3761693" y="661828"/>
                  </a:lnTo>
                  <a:lnTo>
                    <a:pt x="3704951" y="640518"/>
                  </a:lnTo>
                  <a:lnTo>
                    <a:pt x="3649349" y="617321"/>
                  </a:lnTo>
                  <a:lnTo>
                    <a:pt x="3594421" y="592262"/>
                  </a:lnTo>
                  <a:lnTo>
                    <a:pt x="3539829" y="565424"/>
                  </a:lnTo>
                  <a:lnTo>
                    <a:pt x="3485341" y="536959"/>
                  </a:lnTo>
                  <a:lnTo>
                    <a:pt x="3430819" y="507081"/>
                  </a:lnTo>
                  <a:lnTo>
                    <a:pt x="3376200" y="476071"/>
                  </a:lnTo>
                  <a:lnTo>
                    <a:pt x="3321478" y="444258"/>
                  </a:lnTo>
                  <a:lnTo>
                    <a:pt x="3266692" y="412013"/>
                  </a:lnTo>
                  <a:lnTo>
                    <a:pt x="3211899" y="379729"/>
                  </a:lnTo>
                  <a:lnTo>
                    <a:pt x="3157160" y="347799"/>
                  </a:lnTo>
                  <a:lnTo>
                    <a:pt x="3102519" y="316599"/>
                  </a:lnTo>
                  <a:lnTo>
                    <a:pt x="3047981" y="286470"/>
                  </a:lnTo>
                  <a:lnTo>
                    <a:pt x="2993495" y="257702"/>
                  </a:lnTo>
                  <a:lnTo>
                    <a:pt x="2938938" y="230523"/>
                  </a:lnTo>
                  <a:lnTo>
                    <a:pt x="2884101" y="205098"/>
                  </a:lnTo>
                  <a:lnTo>
                    <a:pt x="2828668" y="181524"/>
                  </a:lnTo>
                  <a:lnTo>
                    <a:pt x="2772199" y="159837"/>
                  </a:lnTo>
                  <a:lnTo>
                    <a:pt x="2714104" y="140015"/>
                  </a:lnTo>
                  <a:lnTo>
                    <a:pt x="2702183" y="136256"/>
                  </a:lnTo>
                  <a:lnTo>
                    <a:pt x="2650332" y="121104"/>
                  </a:lnTo>
                  <a:lnTo>
                    <a:pt x="2596033" y="107267"/>
                  </a:lnTo>
                  <a:lnTo>
                    <a:pt x="2538603" y="94697"/>
                  </a:lnTo>
                  <a:lnTo>
                    <a:pt x="2477292" y="83304"/>
                  </a:lnTo>
                  <a:lnTo>
                    <a:pt x="2411324" y="72981"/>
                  </a:lnTo>
                  <a:lnTo>
                    <a:pt x="2339937" y="63617"/>
                  </a:lnTo>
                  <a:lnTo>
                    <a:pt x="2262436" y="55106"/>
                  </a:lnTo>
                  <a:lnTo>
                    <a:pt x="2178262" y="47358"/>
                  </a:lnTo>
                  <a:lnTo>
                    <a:pt x="2087082" y="40296"/>
                  </a:lnTo>
                  <a:lnTo>
                    <a:pt x="1988909" y="33861"/>
                  </a:lnTo>
                  <a:lnTo>
                    <a:pt x="1884239" y="28013"/>
                  </a:lnTo>
                  <a:lnTo>
                    <a:pt x="1774195" y="22731"/>
                  </a:lnTo>
                  <a:lnTo>
                    <a:pt x="1660657" y="18007"/>
                  </a:lnTo>
                  <a:lnTo>
                    <a:pt x="1546315" y="13848"/>
                  </a:lnTo>
                  <a:lnTo>
                    <a:pt x="1434605" y="10265"/>
                  </a:lnTo>
                  <a:lnTo>
                    <a:pt x="1329467" y="7269"/>
                  </a:lnTo>
                  <a:lnTo>
                    <a:pt x="1234933" y="4859"/>
                  </a:lnTo>
                  <a:lnTo>
                    <a:pt x="1154558" y="3014"/>
                  </a:lnTo>
                  <a:lnTo>
                    <a:pt x="1090836" y="1690"/>
                  </a:lnTo>
                  <a:lnTo>
                    <a:pt x="1044730" y="819"/>
                  </a:lnTo>
                  <a:lnTo>
                    <a:pt x="1015423" y="315"/>
                  </a:lnTo>
                  <a:lnTo>
                    <a:pt x="1000342" y="77"/>
                  </a:lnTo>
                  <a:lnTo>
                    <a:pt x="995341" y="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1" name="pl90"/>
            <p:cNvSpPr/>
            <p:nvPr/>
          </p:nvSpPr>
          <p:spPr>
            <a:xfrm>
              <a:off x="1199187" y="2022720"/>
              <a:ext cx="12049831" cy="1540746"/>
            </a:xfrm>
            <a:custGeom>
              <a:avLst/>
              <a:pathLst>
                <a:path w="12049831" h="1540746">
                  <a:moveTo>
                    <a:pt x="0" y="0"/>
                  </a:moveTo>
                  <a:lnTo>
                    <a:pt x="994940" y="0"/>
                  </a:lnTo>
                  <a:lnTo>
                    <a:pt x="996071" y="15"/>
                  </a:lnTo>
                  <a:lnTo>
                    <a:pt x="1003536" y="126"/>
                  </a:lnTo>
                  <a:lnTo>
                    <a:pt x="1022456" y="432"/>
                  </a:lnTo>
                  <a:lnTo>
                    <a:pt x="1056536" y="1034"/>
                  </a:lnTo>
                  <a:lnTo>
                    <a:pt x="1107846" y="2030"/>
                  </a:lnTo>
                  <a:lnTo>
                    <a:pt x="1176666" y="3502"/>
                  </a:lnTo>
                  <a:lnTo>
                    <a:pt x="1261545" y="5511"/>
                  </a:lnTo>
                  <a:lnTo>
                    <a:pt x="1359615" y="8093"/>
                  </a:lnTo>
                  <a:lnTo>
                    <a:pt x="1467121" y="11263"/>
                  </a:lnTo>
                  <a:lnTo>
                    <a:pt x="1580003" y="15018"/>
                  </a:lnTo>
                  <a:lnTo>
                    <a:pt x="1694434" y="19345"/>
                  </a:lnTo>
                  <a:lnTo>
                    <a:pt x="1807183" y="24234"/>
                  </a:lnTo>
                  <a:lnTo>
                    <a:pt x="1915799" y="29682"/>
                  </a:lnTo>
                  <a:lnTo>
                    <a:pt x="2018635" y="35700"/>
                  </a:lnTo>
                  <a:lnTo>
                    <a:pt x="2114768" y="42316"/>
                  </a:lnTo>
                  <a:lnTo>
                    <a:pt x="2203860" y="49574"/>
                  </a:lnTo>
                  <a:lnTo>
                    <a:pt x="2286015" y="57539"/>
                  </a:lnTo>
                  <a:lnTo>
                    <a:pt x="2361643" y="66291"/>
                  </a:lnTo>
                  <a:lnTo>
                    <a:pt x="2431352" y="75928"/>
                  </a:lnTo>
                  <a:lnTo>
                    <a:pt x="2495863" y="86555"/>
                  </a:lnTo>
                  <a:lnTo>
                    <a:pt x="2555946" y="98285"/>
                  </a:lnTo>
                  <a:lnTo>
                    <a:pt x="2612375" y="111221"/>
                  </a:lnTo>
                  <a:lnTo>
                    <a:pt x="2665884" y="125445"/>
                  </a:lnTo>
                  <a:lnTo>
                    <a:pt x="2702183" y="136256"/>
                  </a:lnTo>
                  <a:lnTo>
                    <a:pt x="2760692" y="155710"/>
                  </a:lnTo>
                  <a:lnTo>
                    <a:pt x="2817434" y="177020"/>
                  </a:lnTo>
                  <a:lnTo>
                    <a:pt x="2873036" y="200217"/>
                  </a:lnTo>
                  <a:lnTo>
                    <a:pt x="2927964" y="225276"/>
                  </a:lnTo>
                  <a:lnTo>
                    <a:pt x="2982556" y="252114"/>
                  </a:lnTo>
                  <a:lnTo>
                    <a:pt x="3037044" y="280579"/>
                  </a:lnTo>
                  <a:lnTo>
                    <a:pt x="3091566" y="310457"/>
                  </a:lnTo>
                  <a:lnTo>
                    <a:pt x="3146185" y="341467"/>
                  </a:lnTo>
                  <a:lnTo>
                    <a:pt x="3200907" y="373280"/>
                  </a:lnTo>
                  <a:lnTo>
                    <a:pt x="3255693" y="405525"/>
                  </a:lnTo>
                  <a:lnTo>
                    <a:pt x="3310486" y="437809"/>
                  </a:lnTo>
                  <a:lnTo>
                    <a:pt x="3365225" y="469739"/>
                  </a:lnTo>
                  <a:lnTo>
                    <a:pt x="3419866" y="500939"/>
                  </a:lnTo>
                  <a:lnTo>
                    <a:pt x="3474404" y="531068"/>
                  </a:lnTo>
                  <a:lnTo>
                    <a:pt x="3528890" y="559836"/>
                  </a:lnTo>
                  <a:lnTo>
                    <a:pt x="3583447" y="587014"/>
                  </a:lnTo>
                  <a:lnTo>
                    <a:pt x="3638284" y="612440"/>
                  </a:lnTo>
                  <a:lnTo>
                    <a:pt x="3693717" y="636014"/>
                  </a:lnTo>
                  <a:lnTo>
                    <a:pt x="3750186" y="657701"/>
                  </a:lnTo>
                  <a:lnTo>
                    <a:pt x="3808281" y="677523"/>
                  </a:lnTo>
                  <a:lnTo>
                    <a:pt x="3820202" y="681282"/>
                  </a:lnTo>
                  <a:lnTo>
                    <a:pt x="3872053" y="696434"/>
                  </a:lnTo>
                  <a:lnTo>
                    <a:pt x="3926352" y="710271"/>
                  </a:lnTo>
                  <a:lnTo>
                    <a:pt x="3983782" y="722841"/>
                  </a:lnTo>
                  <a:lnTo>
                    <a:pt x="4045093" y="734234"/>
                  </a:lnTo>
                  <a:lnTo>
                    <a:pt x="4111061" y="744557"/>
                  </a:lnTo>
                  <a:lnTo>
                    <a:pt x="4182448" y="753921"/>
                  </a:lnTo>
                  <a:lnTo>
                    <a:pt x="4259949" y="762431"/>
                  </a:lnTo>
                  <a:lnTo>
                    <a:pt x="4344123" y="770180"/>
                  </a:lnTo>
                  <a:lnTo>
                    <a:pt x="4435303" y="777242"/>
                  </a:lnTo>
                  <a:lnTo>
                    <a:pt x="4533476" y="783677"/>
                  </a:lnTo>
                  <a:lnTo>
                    <a:pt x="4638146" y="789525"/>
                  </a:lnTo>
                  <a:lnTo>
                    <a:pt x="4748190" y="794807"/>
                  </a:lnTo>
                  <a:lnTo>
                    <a:pt x="4861728" y="799531"/>
                  </a:lnTo>
                  <a:lnTo>
                    <a:pt x="4976070" y="803690"/>
                  </a:lnTo>
                  <a:lnTo>
                    <a:pt x="5087780" y="807273"/>
                  </a:lnTo>
                  <a:lnTo>
                    <a:pt x="5192917" y="810269"/>
                  </a:lnTo>
                  <a:lnTo>
                    <a:pt x="5287452" y="812679"/>
                  </a:lnTo>
                  <a:lnTo>
                    <a:pt x="5367827" y="814524"/>
                  </a:lnTo>
                  <a:lnTo>
                    <a:pt x="5431549" y="815848"/>
                  </a:lnTo>
                  <a:lnTo>
                    <a:pt x="5477655" y="816719"/>
                  </a:lnTo>
                  <a:lnTo>
                    <a:pt x="5506962" y="817223"/>
                  </a:lnTo>
                  <a:lnTo>
                    <a:pt x="5522043" y="817461"/>
                  </a:lnTo>
                  <a:lnTo>
                    <a:pt x="5527044" y="817533"/>
                  </a:lnTo>
                  <a:lnTo>
                    <a:pt x="5527445" y="817538"/>
                  </a:lnTo>
                  <a:lnTo>
                    <a:pt x="6522385" y="817538"/>
                  </a:lnTo>
                  <a:lnTo>
                    <a:pt x="6523518" y="817552"/>
                  </a:lnTo>
                  <a:lnTo>
                    <a:pt x="6530990" y="817650"/>
                  </a:lnTo>
                  <a:lnTo>
                    <a:pt x="6549929" y="817921"/>
                  </a:lnTo>
                  <a:lnTo>
                    <a:pt x="6584041" y="818455"/>
                  </a:lnTo>
                  <a:lnTo>
                    <a:pt x="6635396" y="819337"/>
                  </a:lnTo>
                  <a:lnTo>
                    <a:pt x="6704272" y="820640"/>
                  </a:lnTo>
                  <a:lnTo>
                    <a:pt x="6789212" y="822419"/>
                  </a:lnTo>
                  <a:lnTo>
                    <a:pt x="6887346" y="824705"/>
                  </a:lnTo>
                  <a:lnTo>
                    <a:pt x="6994910" y="827512"/>
                  </a:lnTo>
                  <a:lnTo>
                    <a:pt x="7107843" y="830836"/>
                  </a:lnTo>
                  <a:lnTo>
                    <a:pt x="7222312" y="834667"/>
                  </a:lnTo>
                  <a:lnTo>
                    <a:pt x="7335088" y="838995"/>
                  </a:lnTo>
                  <a:lnTo>
                    <a:pt x="7443719" y="843819"/>
                  </a:lnTo>
                  <a:lnTo>
                    <a:pt x="7546561" y="849147"/>
                  </a:lnTo>
                  <a:lnTo>
                    <a:pt x="7642692" y="855004"/>
                  </a:lnTo>
                  <a:lnTo>
                    <a:pt x="7731777" y="861430"/>
                  </a:lnTo>
                  <a:lnTo>
                    <a:pt x="7813922" y="868482"/>
                  </a:lnTo>
                  <a:lnTo>
                    <a:pt x="7889539" y="876231"/>
                  </a:lnTo>
                  <a:lnTo>
                    <a:pt x="7959236" y="884764"/>
                  </a:lnTo>
                  <a:lnTo>
                    <a:pt x="8023737" y="894175"/>
                  </a:lnTo>
                  <a:lnTo>
                    <a:pt x="8083812" y="904562"/>
                  </a:lnTo>
                  <a:lnTo>
                    <a:pt x="8140236" y="916018"/>
                  </a:lnTo>
                  <a:lnTo>
                    <a:pt x="8193744" y="928614"/>
                  </a:lnTo>
                  <a:lnTo>
                    <a:pt x="8229629" y="938073"/>
                  </a:lnTo>
                  <a:lnTo>
                    <a:pt x="8288754" y="955476"/>
                  </a:lnTo>
                  <a:lnTo>
                    <a:pt x="8346082" y="974556"/>
                  </a:lnTo>
                  <a:lnTo>
                    <a:pt x="8402257" y="995341"/>
                  </a:lnTo>
                  <a:lnTo>
                    <a:pt x="8457755" y="1017808"/>
                  </a:lnTo>
                  <a:lnTo>
                    <a:pt x="8512924" y="1041877"/>
                  </a:lnTo>
                  <a:lnTo>
                    <a:pt x="8567995" y="1067408"/>
                  </a:lnTo>
                  <a:lnTo>
                    <a:pt x="8623107" y="1094201"/>
                  </a:lnTo>
                  <a:lnTo>
                    <a:pt x="8678320" y="1121996"/>
                  </a:lnTo>
                  <a:lnTo>
                    <a:pt x="8733636" y="1150489"/>
                  </a:lnTo>
                  <a:lnTo>
                    <a:pt x="8789014" y="1179338"/>
                  </a:lnTo>
                  <a:lnTo>
                    <a:pt x="8844391" y="1208185"/>
                  </a:lnTo>
                  <a:lnTo>
                    <a:pt x="8899706" y="1236671"/>
                  </a:lnTo>
                  <a:lnTo>
                    <a:pt x="8954918" y="1264454"/>
                  </a:lnTo>
                  <a:lnTo>
                    <a:pt x="9010029" y="1291231"/>
                  </a:lnTo>
                  <a:lnTo>
                    <a:pt x="9065100" y="1316744"/>
                  </a:lnTo>
                  <a:lnTo>
                    <a:pt x="9120271" y="1340792"/>
                  </a:lnTo>
                  <a:lnTo>
                    <a:pt x="9175776" y="1363236"/>
                  </a:lnTo>
                  <a:lnTo>
                    <a:pt x="9231963" y="1383998"/>
                  </a:lnTo>
                  <a:lnTo>
                    <a:pt x="9289311" y="1403055"/>
                  </a:lnTo>
                  <a:lnTo>
                    <a:pt x="9347647" y="1420211"/>
                  </a:lnTo>
                  <a:lnTo>
                    <a:pt x="9399517" y="1433619"/>
                  </a:lnTo>
                  <a:lnTo>
                    <a:pt x="9453837" y="1445864"/>
                  </a:lnTo>
                  <a:lnTo>
                    <a:pt x="9511289" y="1456986"/>
                  </a:lnTo>
                  <a:lnTo>
                    <a:pt x="9572626" y="1467067"/>
                  </a:lnTo>
                  <a:lnTo>
                    <a:pt x="9638625" y="1476200"/>
                  </a:lnTo>
                  <a:lnTo>
                    <a:pt x="9710048" y="1484485"/>
                  </a:lnTo>
                  <a:lnTo>
                    <a:pt x="9787590" y="1492015"/>
                  </a:lnTo>
                  <a:lnTo>
                    <a:pt x="9871811" y="1498870"/>
                  </a:lnTo>
                  <a:lnTo>
                    <a:pt x="9963042" y="1505118"/>
                  </a:lnTo>
                  <a:lnTo>
                    <a:pt x="10061271" y="1510810"/>
                  </a:lnTo>
                  <a:lnTo>
                    <a:pt x="10166000" y="1515983"/>
                  </a:lnTo>
                  <a:lnTo>
                    <a:pt x="10276100" y="1520656"/>
                  </a:lnTo>
                  <a:lnTo>
                    <a:pt x="10389686" y="1524834"/>
                  </a:lnTo>
                  <a:lnTo>
                    <a:pt x="10504063" y="1528512"/>
                  </a:lnTo>
                  <a:lnTo>
                    <a:pt x="10615790" y="1531680"/>
                  </a:lnTo>
                  <a:lnTo>
                    <a:pt x="10720917" y="1534328"/>
                  </a:lnTo>
                  <a:lnTo>
                    <a:pt x="10815412" y="1536458"/>
                  </a:lnTo>
                  <a:lnTo>
                    <a:pt x="10895721" y="1538088"/>
                  </a:lnTo>
                  <a:lnTo>
                    <a:pt x="10959354" y="1539257"/>
                  </a:lnTo>
                  <a:lnTo>
                    <a:pt x="11005359" y="1540025"/>
                  </a:lnTo>
                  <a:lnTo>
                    <a:pt x="11034563" y="1540469"/>
                  </a:lnTo>
                  <a:lnTo>
                    <a:pt x="11049558" y="1540678"/>
                  </a:lnTo>
                  <a:lnTo>
                    <a:pt x="11054503" y="1540741"/>
                  </a:lnTo>
                  <a:lnTo>
                    <a:pt x="11054891" y="1540746"/>
                  </a:lnTo>
                  <a:lnTo>
                    <a:pt x="12049831" y="1540746"/>
                  </a:lnTo>
                  <a:lnTo>
                    <a:pt x="12049831" y="15407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" name="pl91"/>
            <p:cNvSpPr/>
            <p:nvPr/>
          </p:nvSpPr>
          <p:spPr>
            <a:xfrm>
              <a:off x="1199187" y="2017479"/>
              <a:ext cx="12049831" cy="1540746"/>
            </a:xfrm>
            <a:custGeom>
              <a:avLst/>
              <a:pathLst>
                <a:path w="12049831" h="1540746">
                  <a:moveTo>
                    <a:pt x="12049831" y="1540746"/>
                  </a:moveTo>
                  <a:lnTo>
                    <a:pt x="11054891" y="1540746"/>
                  </a:lnTo>
                  <a:lnTo>
                    <a:pt x="11053759" y="1540732"/>
                  </a:lnTo>
                  <a:lnTo>
                    <a:pt x="11046286" y="1540634"/>
                  </a:lnTo>
                  <a:lnTo>
                    <a:pt x="11027348" y="1540363"/>
                  </a:lnTo>
                  <a:lnTo>
                    <a:pt x="10993236" y="1539830"/>
                  </a:lnTo>
                  <a:lnTo>
                    <a:pt x="10941881" y="1538948"/>
                  </a:lnTo>
                  <a:lnTo>
                    <a:pt x="10873005" y="1537644"/>
                  </a:lnTo>
                  <a:lnTo>
                    <a:pt x="10788064" y="1535865"/>
                  </a:lnTo>
                  <a:lnTo>
                    <a:pt x="10689930" y="1533579"/>
                  </a:lnTo>
                  <a:lnTo>
                    <a:pt x="10582366" y="1530772"/>
                  </a:lnTo>
                  <a:lnTo>
                    <a:pt x="10469434" y="1527448"/>
                  </a:lnTo>
                  <a:lnTo>
                    <a:pt x="10354964" y="1523617"/>
                  </a:lnTo>
                  <a:lnTo>
                    <a:pt x="10242189" y="1519289"/>
                  </a:lnTo>
                  <a:lnTo>
                    <a:pt x="10133558" y="1514466"/>
                  </a:lnTo>
                  <a:lnTo>
                    <a:pt x="10030716" y="1509138"/>
                  </a:lnTo>
                  <a:lnTo>
                    <a:pt x="9934585" y="1503281"/>
                  </a:lnTo>
                  <a:lnTo>
                    <a:pt x="9845499" y="1496855"/>
                  </a:lnTo>
                  <a:lnTo>
                    <a:pt x="9763355" y="1489803"/>
                  </a:lnTo>
                  <a:lnTo>
                    <a:pt x="9687738" y="1482053"/>
                  </a:lnTo>
                  <a:lnTo>
                    <a:pt x="9618040" y="1473520"/>
                  </a:lnTo>
                  <a:lnTo>
                    <a:pt x="9553540" y="1464110"/>
                  </a:lnTo>
                  <a:lnTo>
                    <a:pt x="9493464" y="1453723"/>
                  </a:lnTo>
                  <a:lnTo>
                    <a:pt x="9437040" y="1442266"/>
                  </a:lnTo>
                  <a:lnTo>
                    <a:pt x="9383533" y="1429671"/>
                  </a:lnTo>
                  <a:lnTo>
                    <a:pt x="9347647" y="1420211"/>
                  </a:lnTo>
                  <a:lnTo>
                    <a:pt x="9288523" y="1402808"/>
                  </a:lnTo>
                  <a:lnTo>
                    <a:pt x="9231194" y="1383728"/>
                  </a:lnTo>
                  <a:lnTo>
                    <a:pt x="9175020" y="1362943"/>
                  </a:lnTo>
                  <a:lnTo>
                    <a:pt x="9119521" y="1340476"/>
                  </a:lnTo>
                  <a:lnTo>
                    <a:pt x="9064353" y="1316407"/>
                  </a:lnTo>
                  <a:lnTo>
                    <a:pt x="9009282" y="1290876"/>
                  </a:lnTo>
                  <a:lnTo>
                    <a:pt x="8954170" y="1264084"/>
                  </a:lnTo>
                  <a:lnTo>
                    <a:pt x="8898956" y="1236288"/>
                  </a:lnTo>
                  <a:lnTo>
                    <a:pt x="8843640" y="1207796"/>
                  </a:lnTo>
                  <a:lnTo>
                    <a:pt x="8788263" y="1178946"/>
                  </a:lnTo>
                  <a:lnTo>
                    <a:pt x="8732886" y="1150099"/>
                  </a:lnTo>
                  <a:lnTo>
                    <a:pt x="8677571" y="1121614"/>
                  </a:lnTo>
                  <a:lnTo>
                    <a:pt x="8622359" y="1093830"/>
                  </a:lnTo>
                  <a:lnTo>
                    <a:pt x="8567248" y="1067053"/>
                  </a:lnTo>
                  <a:lnTo>
                    <a:pt x="8512177" y="1041541"/>
                  </a:lnTo>
                  <a:lnTo>
                    <a:pt x="8457006" y="1017492"/>
                  </a:lnTo>
                  <a:lnTo>
                    <a:pt x="8401500" y="995048"/>
                  </a:lnTo>
                  <a:lnTo>
                    <a:pt x="8345314" y="974286"/>
                  </a:lnTo>
                  <a:lnTo>
                    <a:pt x="8287966" y="955229"/>
                  </a:lnTo>
                  <a:lnTo>
                    <a:pt x="8229629" y="938073"/>
                  </a:lnTo>
                  <a:lnTo>
                    <a:pt x="8177759" y="924665"/>
                  </a:lnTo>
                  <a:lnTo>
                    <a:pt x="8123440" y="912421"/>
                  </a:lnTo>
                  <a:lnTo>
                    <a:pt x="8065987" y="901298"/>
                  </a:lnTo>
                  <a:lnTo>
                    <a:pt x="8004650" y="891218"/>
                  </a:lnTo>
                  <a:lnTo>
                    <a:pt x="7938652" y="882084"/>
                  </a:lnTo>
                  <a:lnTo>
                    <a:pt x="7867229" y="873799"/>
                  </a:lnTo>
                  <a:lnTo>
                    <a:pt x="7789687" y="866270"/>
                  </a:lnTo>
                  <a:lnTo>
                    <a:pt x="7705466" y="859415"/>
                  </a:lnTo>
                  <a:lnTo>
                    <a:pt x="7614234" y="853167"/>
                  </a:lnTo>
                  <a:lnTo>
                    <a:pt x="7516005" y="847474"/>
                  </a:lnTo>
                  <a:lnTo>
                    <a:pt x="7411277" y="842301"/>
                  </a:lnTo>
                  <a:lnTo>
                    <a:pt x="7301177" y="837628"/>
                  </a:lnTo>
                  <a:lnTo>
                    <a:pt x="7187590" y="833450"/>
                  </a:lnTo>
                  <a:lnTo>
                    <a:pt x="7073213" y="829772"/>
                  </a:lnTo>
                  <a:lnTo>
                    <a:pt x="6961487" y="826605"/>
                  </a:lnTo>
                  <a:lnTo>
                    <a:pt x="6856360" y="823956"/>
                  </a:lnTo>
                  <a:lnTo>
                    <a:pt x="6761864" y="821826"/>
                  </a:lnTo>
                  <a:lnTo>
                    <a:pt x="6681556" y="820196"/>
                  </a:lnTo>
                  <a:lnTo>
                    <a:pt x="6617923" y="819027"/>
                  </a:lnTo>
                  <a:lnTo>
                    <a:pt x="6571918" y="818260"/>
                  </a:lnTo>
                  <a:lnTo>
                    <a:pt x="6542713" y="817815"/>
                  </a:lnTo>
                  <a:lnTo>
                    <a:pt x="6527718" y="817606"/>
                  </a:lnTo>
                  <a:lnTo>
                    <a:pt x="6522774" y="817543"/>
                  </a:lnTo>
                  <a:lnTo>
                    <a:pt x="6522385" y="817538"/>
                  </a:lnTo>
                  <a:lnTo>
                    <a:pt x="5527445" y="817538"/>
                  </a:lnTo>
                  <a:lnTo>
                    <a:pt x="5526314" y="817523"/>
                  </a:lnTo>
                  <a:lnTo>
                    <a:pt x="5518849" y="817412"/>
                  </a:lnTo>
                  <a:lnTo>
                    <a:pt x="5499929" y="817106"/>
                  </a:lnTo>
                  <a:lnTo>
                    <a:pt x="5465849" y="816504"/>
                  </a:lnTo>
                  <a:lnTo>
                    <a:pt x="5414539" y="815508"/>
                  </a:lnTo>
                  <a:lnTo>
                    <a:pt x="5345719" y="814036"/>
                  </a:lnTo>
                  <a:lnTo>
                    <a:pt x="5260840" y="812027"/>
                  </a:lnTo>
                  <a:lnTo>
                    <a:pt x="5162769" y="809444"/>
                  </a:lnTo>
                  <a:lnTo>
                    <a:pt x="5055264" y="806275"/>
                  </a:lnTo>
                  <a:lnTo>
                    <a:pt x="4942382" y="802520"/>
                  </a:lnTo>
                  <a:lnTo>
                    <a:pt x="4827951" y="798193"/>
                  </a:lnTo>
                  <a:lnTo>
                    <a:pt x="4715202" y="793304"/>
                  </a:lnTo>
                  <a:lnTo>
                    <a:pt x="4606586" y="787856"/>
                  </a:lnTo>
                  <a:lnTo>
                    <a:pt x="4503750" y="781838"/>
                  </a:lnTo>
                  <a:lnTo>
                    <a:pt x="4407617" y="775222"/>
                  </a:lnTo>
                  <a:lnTo>
                    <a:pt x="4318525" y="767964"/>
                  </a:lnTo>
                  <a:lnTo>
                    <a:pt x="4236370" y="759999"/>
                  </a:lnTo>
                  <a:lnTo>
                    <a:pt x="4160742" y="751247"/>
                  </a:lnTo>
                  <a:lnTo>
                    <a:pt x="4091033" y="741610"/>
                  </a:lnTo>
                  <a:lnTo>
                    <a:pt x="4026522" y="730983"/>
                  </a:lnTo>
                  <a:lnTo>
                    <a:pt x="3966439" y="719253"/>
                  </a:lnTo>
                  <a:lnTo>
                    <a:pt x="3910010" y="706317"/>
                  </a:lnTo>
                  <a:lnTo>
                    <a:pt x="3856501" y="692093"/>
                  </a:lnTo>
                  <a:lnTo>
                    <a:pt x="3820202" y="681282"/>
                  </a:lnTo>
                  <a:lnTo>
                    <a:pt x="3761693" y="661828"/>
                  </a:lnTo>
                  <a:lnTo>
                    <a:pt x="3704951" y="640518"/>
                  </a:lnTo>
                  <a:lnTo>
                    <a:pt x="3649349" y="617321"/>
                  </a:lnTo>
                  <a:lnTo>
                    <a:pt x="3594421" y="592262"/>
                  </a:lnTo>
                  <a:lnTo>
                    <a:pt x="3539829" y="565424"/>
                  </a:lnTo>
                  <a:lnTo>
                    <a:pt x="3485341" y="536959"/>
                  </a:lnTo>
                  <a:lnTo>
                    <a:pt x="3430819" y="507081"/>
                  </a:lnTo>
                  <a:lnTo>
                    <a:pt x="3376200" y="476071"/>
                  </a:lnTo>
                  <a:lnTo>
                    <a:pt x="3321478" y="444258"/>
                  </a:lnTo>
                  <a:lnTo>
                    <a:pt x="3266692" y="412013"/>
                  </a:lnTo>
                  <a:lnTo>
                    <a:pt x="3211899" y="379729"/>
                  </a:lnTo>
                  <a:lnTo>
                    <a:pt x="3157160" y="347799"/>
                  </a:lnTo>
                  <a:lnTo>
                    <a:pt x="3102519" y="316599"/>
                  </a:lnTo>
                  <a:lnTo>
                    <a:pt x="3047981" y="286470"/>
                  </a:lnTo>
                  <a:lnTo>
                    <a:pt x="2993495" y="257702"/>
                  </a:lnTo>
                  <a:lnTo>
                    <a:pt x="2938938" y="230523"/>
                  </a:lnTo>
                  <a:lnTo>
                    <a:pt x="2884101" y="205098"/>
                  </a:lnTo>
                  <a:lnTo>
                    <a:pt x="2828668" y="181524"/>
                  </a:lnTo>
                  <a:lnTo>
                    <a:pt x="2772199" y="159837"/>
                  </a:lnTo>
                  <a:lnTo>
                    <a:pt x="2714104" y="140015"/>
                  </a:lnTo>
                  <a:lnTo>
                    <a:pt x="2702183" y="136256"/>
                  </a:lnTo>
                  <a:lnTo>
                    <a:pt x="2650332" y="121104"/>
                  </a:lnTo>
                  <a:lnTo>
                    <a:pt x="2596033" y="107267"/>
                  </a:lnTo>
                  <a:lnTo>
                    <a:pt x="2538603" y="94697"/>
                  </a:lnTo>
                  <a:lnTo>
                    <a:pt x="2477292" y="83304"/>
                  </a:lnTo>
                  <a:lnTo>
                    <a:pt x="2411324" y="72981"/>
                  </a:lnTo>
                  <a:lnTo>
                    <a:pt x="2339937" y="63617"/>
                  </a:lnTo>
                  <a:lnTo>
                    <a:pt x="2262436" y="55106"/>
                  </a:lnTo>
                  <a:lnTo>
                    <a:pt x="2178262" y="47358"/>
                  </a:lnTo>
                  <a:lnTo>
                    <a:pt x="2087082" y="40296"/>
                  </a:lnTo>
                  <a:lnTo>
                    <a:pt x="1988909" y="33861"/>
                  </a:lnTo>
                  <a:lnTo>
                    <a:pt x="1884239" y="28013"/>
                  </a:lnTo>
                  <a:lnTo>
                    <a:pt x="1774195" y="22731"/>
                  </a:lnTo>
                  <a:lnTo>
                    <a:pt x="1660657" y="18007"/>
                  </a:lnTo>
                  <a:lnTo>
                    <a:pt x="1546315" y="13848"/>
                  </a:lnTo>
                  <a:lnTo>
                    <a:pt x="1434605" y="10265"/>
                  </a:lnTo>
                  <a:lnTo>
                    <a:pt x="1329467" y="7269"/>
                  </a:lnTo>
                  <a:lnTo>
                    <a:pt x="1234933" y="4859"/>
                  </a:lnTo>
                  <a:lnTo>
                    <a:pt x="1154558" y="3014"/>
                  </a:lnTo>
                  <a:lnTo>
                    <a:pt x="1090836" y="1690"/>
                  </a:lnTo>
                  <a:lnTo>
                    <a:pt x="1044730" y="819"/>
                  </a:lnTo>
                  <a:lnTo>
                    <a:pt x="1015423" y="315"/>
                  </a:lnTo>
                  <a:lnTo>
                    <a:pt x="1000342" y="77"/>
                  </a:lnTo>
                  <a:lnTo>
                    <a:pt x="995341" y="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" name="pg92"/>
            <p:cNvSpPr/>
            <p:nvPr/>
          </p:nvSpPr>
          <p:spPr>
            <a:xfrm>
              <a:off x="1199187" y="2022720"/>
              <a:ext cx="12049831" cy="1855184"/>
            </a:xfrm>
            <a:custGeom>
              <a:avLst/>
              <a:pathLst>
                <a:path w="12049831" h="1855184">
                  <a:moveTo>
                    <a:pt x="0" y="15721"/>
                  </a:moveTo>
                  <a:lnTo>
                    <a:pt x="994940" y="15721"/>
                  </a:lnTo>
                  <a:lnTo>
                    <a:pt x="996071" y="15737"/>
                  </a:lnTo>
                  <a:lnTo>
                    <a:pt x="1003536" y="15848"/>
                  </a:lnTo>
                  <a:lnTo>
                    <a:pt x="1022455" y="16156"/>
                  </a:lnTo>
                  <a:lnTo>
                    <a:pt x="1056533" y="16763"/>
                  </a:lnTo>
                  <a:lnTo>
                    <a:pt x="1107840" y="17765"/>
                  </a:lnTo>
                  <a:lnTo>
                    <a:pt x="1176657" y="19246"/>
                  </a:lnTo>
                  <a:lnTo>
                    <a:pt x="1261531" y="21268"/>
                  </a:lnTo>
                  <a:lnTo>
                    <a:pt x="1359599" y="23867"/>
                  </a:lnTo>
                  <a:lnTo>
                    <a:pt x="1467101" y="27057"/>
                  </a:lnTo>
                  <a:lnTo>
                    <a:pt x="1579980" y="30835"/>
                  </a:lnTo>
                  <a:lnTo>
                    <a:pt x="1694409" y="35190"/>
                  </a:lnTo>
                  <a:lnTo>
                    <a:pt x="1807156" y="40110"/>
                  </a:lnTo>
                  <a:lnTo>
                    <a:pt x="1915771" y="45593"/>
                  </a:lnTo>
                  <a:lnTo>
                    <a:pt x="2018607" y="51649"/>
                  </a:lnTo>
                  <a:lnTo>
                    <a:pt x="2114739" y="58307"/>
                  </a:lnTo>
                  <a:lnTo>
                    <a:pt x="2203832" y="65611"/>
                  </a:lnTo>
                  <a:lnTo>
                    <a:pt x="2285988" y="73626"/>
                  </a:lnTo>
                  <a:lnTo>
                    <a:pt x="2361617" y="82435"/>
                  </a:lnTo>
                  <a:lnTo>
                    <a:pt x="2431326" y="92132"/>
                  </a:lnTo>
                  <a:lnTo>
                    <a:pt x="2495838" y="102827"/>
                  </a:lnTo>
                  <a:lnTo>
                    <a:pt x="2555921" y="114631"/>
                  </a:lnTo>
                  <a:lnTo>
                    <a:pt x="2612350" y="127650"/>
                  </a:lnTo>
                  <a:lnTo>
                    <a:pt x="2665859" y="141964"/>
                  </a:lnTo>
                  <a:lnTo>
                    <a:pt x="2702183" y="152851"/>
                  </a:lnTo>
                  <a:lnTo>
                    <a:pt x="2760656" y="172418"/>
                  </a:lnTo>
                  <a:lnTo>
                    <a:pt x="2817365" y="193849"/>
                  </a:lnTo>
                  <a:lnTo>
                    <a:pt x="2872934" y="217177"/>
                  </a:lnTo>
                  <a:lnTo>
                    <a:pt x="2927829" y="242378"/>
                  </a:lnTo>
                  <a:lnTo>
                    <a:pt x="2982388" y="269366"/>
                  </a:lnTo>
                  <a:lnTo>
                    <a:pt x="3036843" y="297991"/>
                  </a:lnTo>
                  <a:lnTo>
                    <a:pt x="3091330" y="328036"/>
                  </a:lnTo>
                  <a:lnTo>
                    <a:pt x="3145916" y="359222"/>
                  </a:lnTo>
                  <a:lnTo>
                    <a:pt x="3200603" y="391215"/>
                  </a:lnTo>
                  <a:lnTo>
                    <a:pt x="3255356" y="423645"/>
                  </a:lnTo>
                  <a:lnTo>
                    <a:pt x="3310115" y="456118"/>
                  </a:lnTo>
                  <a:lnTo>
                    <a:pt x="3364820" y="488237"/>
                  </a:lnTo>
                  <a:lnTo>
                    <a:pt x="3419428" y="519624"/>
                  </a:lnTo>
                  <a:lnTo>
                    <a:pt x="3473934" y="549937"/>
                  </a:lnTo>
                  <a:lnTo>
                    <a:pt x="3528386" y="578886"/>
                  </a:lnTo>
                  <a:lnTo>
                    <a:pt x="3582908" y="606238"/>
                  </a:lnTo>
                  <a:lnTo>
                    <a:pt x="3637707" y="631829"/>
                  </a:lnTo>
                  <a:lnTo>
                    <a:pt x="3693097" y="655560"/>
                  </a:lnTo>
                  <a:lnTo>
                    <a:pt x="3749517" y="677395"/>
                  </a:lnTo>
                  <a:lnTo>
                    <a:pt x="3807552" y="697353"/>
                  </a:lnTo>
                  <a:lnTo>
                    <a:pt x="3820202" y="701371"/>
                  </a:lnTo>
                  <a:lnTo>
                    <a:pt x="3872052" y="716620"/>
                  </a:lnTo>
                  <a:lnTo>
                    <a:pt x="3926350" y="730546"/>
                  </a:lnTo>
                  <a:lnTo>
                    <a:pt x="3983779" y="743196"/>
                  </a:lnTo>
                  <a:lnTo>
                    <a:pt x="4045088" y="754661"/>
                  </a:lnTo>
                  <a:lnTo>
                    <a:pt x="4111054" y="765050"/>
                  </a:lnTo>
                  <a:lnTo>
                    <a:pt x="4182439" y="774475"/>
                  </a:lnTo>
                  <a:lnTo>
                    <a:pt x="4259938" y="783040"/>
                  </a:lnTo>
                  <a:lnTo>
                    <a:pt x="4344109" y="790837"/>
                  </a:lnTo>
                  <a:lnTo>
                    <a:pt x="4435286" y="797945"/>
                  </a:lnTo>
                  <a:lnTo>
                    <a:pt x="4533455" y="804421"/>
                  </a:lnTo>
                  <a:lnTo>
                    <a:pt x="4638122" y="810306"/>
                  </a:lnTo>
                  <a:lnTo>
                    <a:pt x="4748163" y="815623"/>
                  </a:lnTo>
                  <a:lnTo>
                    <a:pt x="4861698" y="820377"/>
                  </a:lnTo>
                  <a:lnTo>
                    <a:pt x="4976037" y="824563"/>
                  </a:lnTo>
                  <a:lnTo>
                    <a:pt x="5087747" y="828168"/>
                  </a:lnTo>
                  <a:lnTo>
                    <a:pt x="5192885" y="831184"/>
                  </a:lnTo>
                  <a:lnTo>
                    <a:pt x="5287421" y="833610"/>
                  </a:lnTo>
                  <a:lnTo>
                    <a:pt x="5367801" y="835467"/>
                  </a:lnTo>
                  <a:lnTo>
                    <a:pt x="5431528" y="836799"/>
                  </a:lnTo>
                  <a:lnTo>
                    <a:pt x="5477640" y="837676"/>
                  </a:lnTo>
                  <a:lnTo>
                    <a:pt x="5506952" y="838183"/>
                  </a:lnTo>
                  <a:lnTo>
                    <a:pt x="5522039" y="838423"/>
                  </a:lnTo>
                  <a:lnTo>
                    <a:pt x="5527043" y="838495"/>
                  </a:lnTo>
                  <a:lnTo>
                    <a:pt x="5527445" y="838501"/>
                  </a:lnTo>
                  <a:lnTo>
                    <a:pt x="6522385" y="838501"/>
                  </a:lnTo>
                  <a:lnTo>
                    <a:pt x="6523514" y="838520"/>
                  </a:lnTo>
                  <a:lnTo>
                    <a:pt x="6530960" y="838658"/>
                  </a:lnTo>
                  <a:lnTo>
                    <a:pt x="6549835" y="839037"/>
                  </a:lnTo>
                  <a:lnTo>
                    <a:pt x="6583836" y="839784"/>
                  </a:lnTo>
                  <a:lnTo>
                    <a:pt x="6635033" y="841020"/>
                  </a:lnTo>
                  <a:lnTo>
                    <a:pt x="6703712" y="842846"/>
                  </a:lnTo>
                  <a:lnTo>
                    <a:pt x="6788435" y="845338"/>
                  </a:lnTo>
                  <a:lnTo>
                    <a:pt x="6886347" y="848542"/>
                  </a:lnTo>
                  <a:lnTo>
                    <a:pt x="6993706" y="852475"/>
                  </a:lnTo>
                  <a:lnTo>
                    <a:pt x="7106463" y="857134"/>
                  </a:lnTo>
                  <a:lnTo>
                    <a:pt x="7220797" y="862504"/>
                  </a:lnTo>
                  <a:lnTo>
                    <a:pt x="7333479" y="868572"/>
                  </a:lnTo>
                  <a:lnTo>
                    <a:pt x="7442056" y="875334"/>
                  </a:lnTo>
                  <a:lnTo>
                    <a:pt x="7544877" y="882803"/>
                  </a:lnTo>
                  <a:lnTo>
                    <a:pt x="7641014" y="891013"/>
                  </a:lnTo>
                  <a:lnTo>
                    <a:pt x="7730124" y="900021"/>
                  </a:lnTo>
                  <a:lnTo>
                    <a:pt x="7812304" y="909904"/>
                  </a:lnTo>
                  <a:lnTo>
                    <a:pt x="7887961" y="920764"/>
                  </a:lnTo>
                  <a:lnTo>
                    <a:pt x="7957699" y="932718"/>
                  </a:lnTo>
                  <a:lnTo>
                    <a:pt x="8022235" y="945901"/>
                  </a:lnTo>
                  <a:lnTo>
                    <a:pt x="8082338" y="960450"/>
                  </a:lnTo>
                  <a:lnTo>
                    <a:pt x="8138779" y="976495"/>
                  </a:lnTo>
                  <a:lnTo>
                    <a:pt x="8192292" y="994137"/>
                  </a:lnTo>
                  <a:lnTo>
                    <a:pt x="8229629" y="1007948"/>
                  </a:lnTo>
                  <a:lnTo>
                    <a:pt x="8286720" y="1031518"/>
                  </a:lnTo>
                  <a:lnTo>
                    <a:pt x="8342115" y="1057281"/>
                  </a:lnTo>
                  <a:lnTo>
                    <a:pt x="8396400" y="1085277"/>
                  </a:lnTo>
                  <a:lnTo>
                    <a:pt x="8450016" y="1115481"/>
                  </a:lnTo>
                  <a:lnTo>
                    <a:pt x="8503286" y="1147802"/>
                  </a:lnTo>
                  <a:lnTo>
                    <a:pt x="8556435" y="1182076"/>
                  </a:lnTo>
                  <a:lnTo>
                    <a:pt x="8609602" y="1218063"/>
                  </a:lnTo>
                  <a:lnTo>
                    <a:pt x="8662856" y="1255452"/>
                  </a:lnTo>
                  <a:lnTo>
                    <a:pt x="8716210" y="1293873"/>
                  </a:lnTo>
                  <a:lnTo>
                    <a:pt x="8769637" y="1332904"/>
                  </a:lnTo>
                  <a:lnTo>
                    <a:pt x="8823085" y="1372098"/>
                  </a:lnTo>
                  <a:lnTo>
                    <a:pt x="8876495" y="1410998"/>
                  </a:lnTo>
                  <a:lnTo>
                    <a:pt x="8929822" y="1449162"/>
                  </a:lnTo>
                  <a:lnTo>
                    <a:pt x="8983047" y="1486182"/>
                  </a:lnTo>
                  <a:lnTo>
                    <a:pt x="9036199" y="1521702"/>
                  </a:lnTo>
                  <a:lnTo>
                    <a:pt x="9089365" y="1555433"/>
                  </a:lnTo>
                  <a:lnTo>
                    <a:pt x="9142708" y="1587156"/>
                  </a:lnTo>
                  <a:lnTo>
                    <a:pt x="9196479" y="1616728"/>
                  </a:lnTo>
                  <a:lnTo>
                    <a:pt x="9251034" y="1644078"/>
                  </a:lnTo>
                  <a:lnTo>
                    <a:pt x="9306852" y="1669201"/>
                  </a:lnTo>
                  <a:lnTo>
                    <a:pt x="9347647" y="1685737"/>
                  </a:lnTo>
                  <a:lnTo>
                    <a:pt x="9399453" y="1704564"/>
                  </a:lnTo>
                  <a:lnTo>
                    <a:pt x="9453702" y="1721759"/>
                  </a:lnTo>
                  <a:lnTo>
                    <a:pt x="9511075" y="1737381"/>
                  </a:lnTo>
                  <a:lnTo>
                    <a:pt x="9572320" y="1751541"/>
                  </a:lnTo>
                  <a:lnTo>
                    <a:pt x="9638211" y="1764372"/>
                  </a:lnTo>
                  <a:lnTo>
                    <a:pt x="9709509" y="1776013"/>
                  </a:lnTo>
                  <a:lnTo>
                    <a:pt x="9786907" y="1786592"/>
                  </a:lnTo>
                  <a:lnTo>
                    <a:pt x="9870964" y="1796226"/>
                  </a:lnTo>
                  <a:lnTo>
                    <a:pt x="9962013" y="1805007"/>
                  </a:lnTo>
                  <a:lnTo>
                    <a:pt x="10060045" y="1813008"/>
                  </a:lnTo>
                  <a:lnTo>
                    <a:pt x="10164571" y="1820281"/>
                  </a:lnTo>
                  <a:lnTo>
                    <a:pt x="10274475" y="1826851"/>
                  </a:lnTo>
                  <a:lnTo>
                    <a:pt x="10387890" y="1832728"/>
                  </a:lnTo>
                  <a:lnTo>
                    <a:pt x="10502142" y="1837904"/>
                  </a:lnTo>
                  <a:lnTo>
                    <a:pt x="10613813" y="1842365"/>
                  </a:lnTo>
                  <a:lnTo>
                    <a:pt x="10718975" y="1846097"/>
                  </a:lnTo>
                  <a:lnTo>
                    <a:pt x="10813605" y="1849102"/>
                  </a:lnTo>
                  <a:lnTo>
                    <a:pt x="10894147" y="1851405"/>
                  </a:lnTo>
                  <a:lnTo>
                    <a:pt x="10958092" y="1853060"/>
                  </a:lnTo>
                  <a:lnTo>
                    <a:pt x="11004453" y="1854150"/>
                  </a:lnTo>
                  <a:lnTo>
                    <a:pt x="11034013" y="1854784"/>
                  </a:lnTo>
                  <a:lnTo>
                    <a:pt x="11049312" y="1855084"/>
                  </a:lnTo>
                  <a:lnTo>
                    <a:pt x="11054455" y="1855177"/>
                  </a:lnTo>
                  <a:lnTo>
                    <a:pt x="11054891" y="1855184"/>
                  </a:lnTo>
                  <a:lnTo>
                    <a:pt x="12049831" y="1855184"/>
                  </a:lnTo>
                  <a:lnTo>
                    <a:pt x="12049831" y="1839462"/>
                  </a:lnTo>
                  <a:lnTo>
                    <a:pt x="11054891" y="1839462"/>
                  </a:lnTo>
                  <a:lnTo>
                    <a:pt x="11053763" y="1839443"/>
                  </a:lnTo>
                  <a:lnTo>
                    <a:pt x="11046316" y="1839305"/>
                  </a:lnTo>
                  <a:lnTo>
                    <a:pt x="11027442" y="1838926"/>
                  </a:lnTo>
                  <a:lnTo>
                    <a:pt x="10993441" y="1838179"/>
                  </a:lnTo>
                  <a:lnTo>
                    <a:pt x="10942244" y="1836943"/>
                  </a:lnTo>
                  <a:lnTo>
                    <a:pt x="10873564" y="1835117"/>
                  </a:lnTo>
                  <a:lnTo>
                    <a:pt x="10788842" y="1832625"/>
                  </a:lnTo>
                  <a:lnTo>
                    <a:pt x="10690929" y="1829421"/>
                  </a:lnTo>
                  <a:lnTo>
                    <a:pt x="10583571" y="1825488"/>
                  </a:lnTo>
                  <a:lnTo>
                    <a:pt x="10470813" y="1820829"/>
                  </a:lnTo>
                  <a:lnTo>
                    <a:pt x="10356479" y="1815459"/>
                  </a:lnTo>
                  <a:lnTo>
                    <a:pt x="10243798" y="1809391"/>
                  </a:lnTo>
                  <a:lnTo>
                    <a:pt x="10135221" y="1802629"/>
                  </a:lnTo>
                  <a:lnTo>
                    <a:pt x="10032399" y="1795160"/>
                  </a:lnTo>
                  <a:lnTo>
                    <a:pt x="9936263" y="1786950"/>
                  </a:lnTo>
                  <a:lnTo>
                    <a:pt x="9847153" y="1777942"/>
                  </a:lnTo>
                  <a:lnTo>
                    <a:pt x="9764972" y="1768059"/>
                  </a:lnTo>
                  <a:lnTo>
                    <a:pt x="9689315" y="1757200"/>
                  </a:lnTo>
                  <a:lnTo>
                    <a:pt x="9619577" y="1745245"/>
                  </a:lnTo>
                  <a:lnTo>
                    <a:pt x="9555041" y="1732062"/>
                  </a:lnTo>
                  <a:lnTo>
                    <a:pt x="9494939" y="1717513"/>
                  </a:lnTo>
                  <a:lnTo>
                    <a:pt x="9438498" y="1701468"/>
                  </a:lnTo>
                  <a:lnTo>
                    <a:pt x="9384985" y="1683826"/>
                  </a:lnTo>
                  <a:lnTo>
                    <a:pt x="9347647" y="1670015"/>
                  </a:lnTo>
                  <a:lnTo>
                    <a:pt x="9290557" y="1646445"/>
                  </a:lnTo>
                  <a:lnTo>
                    <a:pt x="9235161" y="1620682"/>
                  </a:lnTo>
                  <a:lnTo>
                    <a:pt x="9180877" y="1592686"/>
                  </a:lnTo>
                  <a:lnTo>
                    <a:pt x="9127261" y="1562482"/>
                  </a:lnTo>
                  <a:lnTo>
                    <a:pt x="9073990" y="1530161"/>
                  </a:lnTo>
                  <a:lnTo>
                    <a:pt x="9020841" y="1495887"/>
                  </a:lnTo>
                  <a:lnTo>
                    <a:pt x="8967674" y="1459900"/>
                  </a:lnTo>
                  <a:lnTo>
                    <a:pt x="8914420" y="1422511"/>
                  </a:lnTo>
                  <a:lnTo>
                    <a:pt x="8861066" y="1384090"/>
                  </a:lnTo>
                  <a:lnTo>
                    <a:pt x="8807639" y="1345059"/>
                  </a:lnTo>
                  <a:lnTo>
                    <a:pt x="8754192" y="1305865"/>
                  </a:lnTo>
                  <a:lnTo>
                    <a:pt x="8700782" y="1266965"/>
                  </a:lnTo>
                  <a:lnTo>
                    <a:pt x="8647455" y="1228801"/>
                  </a:lnTo>
                  <a:lnTo>
                    <a:pt x="8594230" y="1191781"/>
                  </a:lnTo>
                  <a:lnTo>
                    <a:pt x="8541078" y="1156261"/>
                  </a:lnTo>
                  <a:lnTo>
                    <a:pt x="8487911" y="1122530"/>
                  </a:lnTo>
                  <a:lnTo>
                    <a:pt x="8434568" y="1090807"/>
                  </a:lnTo>
                  <a:lnTo>
                    <a:pt x="8380797" y="1061235"/>
                  </a:lnTo>
                  <a:lnTo>
                    <a:pt x="8326243" y="1033885"/>
                  </a:lnTo>
                  <a:lnTo>
                    <a:pt x="8270425" y="1008762"/>
                  </a:lnTo>
                  <a:lnTo>
                    <a:pt x="8229629" y="992226"/>
                  </a:lnTo>
                  <a:lnTo>
                    <a:pt x="8177823" y="973399"/>
                  </a:lnTo>
                  <a:lnTo>
                    <a:pt x="8123575" y="956204"/>
                  </a:lnTo>
                  <a:lnTo>
                    <a:pt x="8066202" y="940582"/>
                  </a:lnTo>
                  <a:lnTo>
                    <a:pt x="8004957" y="926422"/>
                  </a:lnTo>
                  <a:lnTo>
                    <a:pt x="7939065" y="913591"/>
                  </a:lnTo>
                  <a:lnTo>
                    <a:pt x="7867767" y="901950"/>
                  </a:lnTo>
                  <a:lnTo>
                    <a:pt x="7790369" y="891371"/>
                  </a:lnTo>
                  <a:lnTo>
                    <a:pt x="7706312" y="881737"/>
                  </a:lnTo>
                  <a:lnTo>
                    <a:pt x="7615263" y="872956"/>
                  </a:lnTo>
                  <a:lnTo>
                    <a:pt x="7517231" y="864955"/>
                  </a:lnTo>
                  <a:lnTo>
                    <a:pt x="7412705" y="857682"/>
                  </a:lnTo>
                  <a:lnTo>
                    <a:pt x="7302802" y="851112"/>
                  </a:lnTo>
                  <a:lnTo>
                    <a:pt x="7189387" y="845235"/>
                  </a:lnTo>
                  <a:lnTo>
                    <a:pt x="7075134" y="840059"/>
                  </a:lnTo>
                  <a:lnTo>
                    <a:pt x="6963463" y="835598"/>
                  </a:lnTo>
                  <a:lnTo>
                    <a:pt x="6858302" y="831866"/>
                  </a:lnTo>
                  <a:lnTo>
                    <a:pt x="6763671" y="828861"/>
                  </a:lnTo>
                  <a:lnTo>
                    <a:pt x="6683130" y="826558"/>
                  </a:lnTo>
                  <a:lnTo>
                    <a:pt x="6619185" y="824903"/>
                  </a:lnTo>
                  <a:lnTo>
                    <a:pt x="6572824" y="823813"/>
                  </a:lnTo>
                  <a:lnTo>
                    <a:pt x="6543263" y="823179"/>
                  </a:lnTo>
                  <a:lnTo>
                    <a:pt x="6527965" y="822879"/>
                  </a:lnTo>
                  <a:lnTo>
                    <a:pt x="6522821" y="822786"/>
                  </a:lnTo>
                  <a:lnTo>
                    <a:pt x="6522385" y="822779"/>
                  </a:lnTo>
                  <a:lnTo>
                    <a:pt x="5527445" y="822779"/>
                  </a:lnTo>
                  <a:lnTo>
                    <a:pt x="5526314" y="822763"/>
                  </a:lnTo>
                  <a:lnTo>
                    <a:pt x="5518849" y="822652"/>
                  </a:lnTo>
                  <a:lnTo>
                    <a:pt x="5499930" y="822344"/>
                  </a:lnTo>
                  <a:lnTo>
                    <a:pt x="5465852" y="821738"/>
                  </a:lnTo>
                  <a:lnTo>
                    <a:pt x="5414545" y="820735"/>
                  </a:lnTo>
                  <a:lnTo>
                    <a:pt x="5345728" y="819254"/>
                  </a:lnTo>
                  <a:lnTo>
                    <a:pt x="5260854" y="817233"/>
                  </a:lnTo>
                  <a:lnTo>
                    <a:pt x="5162786" y="814634"/>
                  </a:lnTo>
                  <a:lnTo>
                    <a:pt x="5055284" y="811444"/>
                  </a:lnTo>
                  <a:lnTo>
                    <a:pt x="4942405" y="807666"/>
                  </a:lnTo>
                  <a:lnTo>
                    <a:pt x="4827976" y="803311"/>
                  </a:lnTo>
                  <a:lnTo>
                    <a:pt x="4715229" y="798391"/>
                  </a:lnTo>
                  <a:lnTo>
                    <a:pt x="4606614" y="792908"/>
                  </a:lnTo>
                  <a:lnTo>
                    <a:pt x="4503778" y="786851"/>
                  </a:lnTo>
                  <a:lnTo>
                    <a:pt x="4407646" y="780194"/>
                  </a:lnTo>
                  <a:lnTo>
                    <a:pt x="4318553" y="772889"/>
                  </a:lnTo>
                  <a:lnTo>
                    <a:pt x="4236397" y="764874"/>
                  </a:lnTo>
                  <a:lnTo>
                    <a:pt x="4160768" y="756066"/>
                  </a:lnTo>
                  <a:lnTo>
                    <a:pt x="4091059" y="746368"/>
                  </a:lnTo>
                  <a:lnTo>
                    <a:pt x="4026547" y="735673"/>
                  </a:lnTo>
                  <a:lnTo>
                    <a:pt x="3966464" y="723869"/>
                  </a:lnTo>
                  <a:lnTo>
                    <a:pt x="3910035" y="710850"/>
                  </a:lnTo>
                  <a:lnTo>
                    <a:pt x="3856526" y="696536"/>
                  </a:lnTo>
                  <a:lnTo>
                    <a:pt x="3820202" y="685649"/>
                  </a:lnTo>
                  <a:lnTo>
                    <a:pt x="3761729" y="666083"/>
                  </a:lnTo>
                  <a:lnTo>
                    <a:pt x="3705020" y="644651"/>
                  </a:lnTo>
                  <a:lnTo>
                    <a:pt x="3649451" y="621323"/>
                  </a:lnTo>
                  <a:lnTo>
                    <a:pt x="3594556" y="596123"/>
                  </a:lnTo>
                  <a:lnTo>
                    <a:pt x="3539997" y="569135"/>
                  </a:lnTo>
                  <a:lnTo>
                    <a:pt x="3485542" y="540509"/>
                  </a:lnTo>
                  <a:lnTo>
                    <a:pt x="3431055" y="510464"/>
                  </a:lnTo>
                  <a:lnTo>
                    <a:pt x="3376469" y="479279"/>
                  </a:lnTo>
                  <a:lnTo>
                    <a:pt x="3321782" y="447285"/>
                  </a:lnTo>
                  <a:lnTo>
                    <a:pt x="3267029" y="414855"/>
                  </a:lnTo>
                  <a:lnTo>
                    <a:pt x="3212270" y="382383"/>
                  </a:lnTo>
                  <a:lnTo>
                    <a:pt x="3157565" y="350264"/>
                  </a:lnTo>
                  <a:lnTo>
                    <a:pt x="3102957" y="318877"/>
                  </a:lnTo>
                  <a:lnTo>
                    <a:pt x="3048451" y="288563"/>
                  </a:lnTo>
                  <a:lnTo>
                    <a:pt x="2993999" y="259615"/>
                  </a:lnTo>
                  <a:lnTo>
                    <a:pt x="2939477" y="232263"/>
                  </a:lnTo>
                  <a:lnTo>
                    <a:pt x="2884678" y="206672"/>
                  </a:lnTo>
                  <a:lnTo>
                    <a:pt x="2829288" y="182941"/>
                  </a:lnTo>
                  <a:lnTo>
                    <a:pt x="2772868" y="161106"/>
                  </a:lnTo>
                  <a:lnTo>
                    <a:pt x="2714833" y="141147"/>
                  </a:lnTo>
                  <a:lnTo>
                    <a:pt x="2702183" y="137129"/>
                  </a:lnTo>
                  <a:lnTo>
                    <a:pt x="2650333" y="121881"/>
                  </a:lnTo>
                  <a:lnTo>
                    <a:pt x="2596035" y="107955"/>
                  </a:lnTo>
                  <a:lnTo>
                    <a:pt x="2538606" y="95304"/>
                  </a:lnTo>
                  <a:lnTo>
                    <a:pt x="2477297" y="83839"/>
                  </a:lnTo>
                  <a:lnTo>
                    <a:pt x="2411331" y="73450"/>
                  </a:lnTo>
                  <a:lnTo>
                    <a:pt x="2339946" y="64026"/>
                  </a:lnTo>
                  <a:lnTo>
                    <a:pt x="2262447" y="55461"/>
                  </a:lnTo>
                  <a:lnTo>
                    <a:pt x="2178276" y="47663"/>
                  </a:lnTo>
                  <a:lnTo>
                    <a:pt x="2087099" y="40555"/>
                  </a:lnTo>
                  <a:lnTo>
                    <a:pt x="1988930" y="34079"/>
                  </a:lnTo>
                  <a:lnTo>
                    <a:pt x="1884263" y="28194"/>
                  </a:lnTo>
                  <a:lnTo>
                    <a:pt x="1774222" y="22878"/>
                  </a:lnTo>
                  <a:lnTo>
                    <a:pt x="1660687" y="18123"/>
                  </a:lnTo>
                  <a:lnTo>
                    <a:pt x="1546348" y="13938"/>
                  </a:lnTo>
                  <a:lnTo>
                    <a:pt x="1434638" y="10332"/>
                  </a:lnTo>
                  <a:lnTo>
                    <a:pt x="1329500" y="7317"/>
                  </a:lnTo>
                  <a:lnTo>
                    <a:pt x="1234964" y="4891"/>
                  </a:lnTo>
                  <a:lnTo>
                    <a:pt x="1154584" y="3033"/>
                  </a:lnTo>
                  <a:lnTo>
                    <a:pt x="1090857" y="1701"/>
                  </a:lnTo>
                  <a:lnTo>
                    <a:pt x="1044745" y="825"/>
                  </a:lnTo>
                  <a:lnTo>
                    <a:pt x="1015433" y="317"/>
                  </a:lnTo>
                  <a:lnTo>
                    <a:pt x="1000346" y="78"/>
                  </a:lnTo>
                  <a:lnTo>
                    <a:pt x="995342" y="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4" name="pl93"/>
            <p:cNvSpPr/>
            <p:nvPr/>
          </p:nvSpPr>
          <p:spPr>
            <a:xfrm>
              <a:off x="1199187" y="2038442"/>
              <a:ext cx="12049831" cy="1839462"/>
            </a:xfrm>
            <a:custGeom>
              <a:avLst/>
              <a:pathLst>
                <a:path w="12049831" h="1839462">
                  <a:moveTo>
                    <a:pt x="0" y="0"/>
                  </a:moveTo>
                  <a:lnTo>
                    <a:pt x="994940" y="0"/>
                  </a:lnTo>
                  <a:lnTo>
                    <a:pt x="996071" y="15"/>
                  </a:lnTo>
                  <a:lnTo>
                    <a:pt x="1003536" y="127"/>
                  </a:lnTo>
                  <a:lnTo>
                    <a:pt x="1022455" y="434"/>
                  </a:lnTo>
                  <a:lnTo>
                    <a:pt x="1056533" y="1041"/>
                  </a:lnTo>
                  <a:lnTo>
                    <a:pt x="1107840" y="2043"/>
                  </a:lnTo>
                  <a:lnTo>
                    <a:pt x="1176657" y="3524"/>
                  </a:lnTo>
                  <a:lnTo>
                    <a:pt x="1261531" y="5546"/>
                  </a:lnTo>
                  <a:lnTo>
                    <a:pt x="1359599" y="8145"/>
                  </a:lnTo>
                  <a:lnTo>
                    <a:pt x="1467101" y="11335"/>
                  </a:lnTo>
                  <a:lnTo>
                    <a:pt x="1579980" y="15113"/>
                  </a:lnTo>
                  <a:lnTo>
                    <a:pt x="1694409" y="19468"/>
                  </a:lnTo>
                  <a:lnTo>
                    <a:pt x="1807156" y="24388"/>
                  </a:lnTo>
                  <a:lnTo>
                    <a:pt x="1915771" y="29871"/>
                  </a:lnTo>
                  <a:lnTo>
                    <a:pt x="2018607" y="35927"/>
                  </a:lnTo>
                  <a:lnTo>
                    <a:pt x="2114739" y="42585"/>
                  </a:lnTo>
                  <a:lnTo>
                    <a:pt x="2203832" y="49889"/>
                  </a:lnTo>
                  <a:lnTo>
                    <a:pt x="2285988" y="57905"/>
                  </a:lnTo>
                  <a:lnTo>
                    <a:pt x="2361617" y="66713"/>
                  </a:lnTo>
                  <a:lnTo>
                    <a:pt x="2431326" y="76410"/>
                  </a:lnTo>
                  <a:lnTo>
                    <a:pt x="2495838" y="87105"/>
                  </a:lnTo>
                  <a:lnTo>
                    <a:pt x="2555921" y="98909"/>
                  </a:lnTo>
                  <a:lnTo>
                    <a:pt x="2612350" y="111928"/>
                  </a:lnTo>
                  <a:lnTo>
                    <a:pt x="2665859" y="126242"/>
                  </a:lnTo>
                  <a:lnTo>
                    <a:pt x="2702183" y="137129"/>
                  </a:lnTo>
                  <a:lnTo>
                    <a:pt x="2760656" y="156696"/>
                  </a:lnTo>
                  <a:lnTo>
                    <a:pt x="2817365" y="178127"/>
                  </a:lnTo>
                  <a:lnTo>
                    <a:pt x="2872934" y="201455"/>
                  </a:lnTo>
                  <a:lnTo>
                    <a:pt x="2927829" y="226656"/>
                  </a:lnTo>
                  <a:lnTo>
                    <a:pt x="2982388" y="253644"/>
                  </a:lnTo>
                  <a:lnTo>
                    <a:pt x="3036843" y="282269"/>
                  </a:lnTo>
                  <a:lnTo>
                    <a:pt x="3091330" y="312314"/>
                  </a:lnTo>
                  <a:lnTo>
                    <a:pt x="3145916" y="343500"/>
                  </a:lnTo>
                  <a:lnTo>
                    <a:pt x="3200603" y="375494"/>
                  </a:lnTo>
                  <a:lnTo>
                    <a:pt x="3255356" y="407923"/>
                  </a:lnTo>
                  <a:lnTo>
                    <a:pt x="3310115" y="440396"/>
                  </a:lnTo>
                  <a:lnTo>
                    <a:pt x="3364820" y="472515"/>
                  </a:lnTo>
                  <a:lnTo>
                    <a:pt x="3419428" y="503902"/>
                  </a:lnTo>
                  <a:lnTo>
                    <a:pt x="3473934" y="534216"/>
                  </a:lnTo>
                  <a:lnTo>
                    <a:pt x="3528386" y="563164"/>
                  </a:lnTo>
                  <a:lnTo>
                    <a:pt x="3582908" y="590516"/>
                  </a:lnTo>
                  <a:lnTo>
                    <a:pt x="3637707" y="616107"/>
                  </a:lnTo>
                  <a:lnTo>
                    <a:pt x="3693097" y="639838"/>
                  </a:lnTo>
                  <a:lnTo>
                    <a:pt x="3749517" y="661673"/>
                  </a:lnTo>
                  <a:lnTo>
                    <a:pt x="3807552" y="681632"/>
                  </a:lnTo>
                  <a:lnTo>
                    <a:pt x="3820202" y="685649"/>
                  </a:lnTo>
                  <a:lnTo>
                    <a:pt x="3872052" y="700898"/>
                  </a:lnTo>
                  <a:lnTo>
                    <a:pt x="3926350" y="714824"/>
                  </a:lnTo>
                  <a:lnTo>
                    <a:pt x="3983779" y="727474"/>
                  </a:lnTo>
                  <a:lnTo>
                    <a:pt x="4045088" y="738940"/>
                  </a:lnTo>
                  <a:lnTo>
                    <a:pt x="4111054" y="749328"/>
                  </a:lnTo>
                  <a:lnTo>
                    <a:pt x="4182439" y="758753"/>
                  </a:lnTo>
                  <a:lnTo>
                    <a:pt x="4259938" y="767318"/>
                  </a:lnTo>
                  <a:lnTo>
                    <a:pt x="4344109" y="775116"/>
                  </a:lnTo>
                  <a:lnTo>
                    <a:pt x="4435286" y="782223"/>
                  </a:lnTo>
                  <a:lnTo>
                    <a:pt x="4533455" y="788699"/>
                  </a:lnTo>
                  <a:lnTo>
                    <a:pt x="4638122" y="794584"/>
                  </a:lnTo>
                  <a:lnTo>
                    <a:pt x="4748163" y="799901"/>
                  </a:lnTo>
                  <a:lnTo>
                    <a:pt x="4861698" y="804655"/>
                  </a:lnTo>
                  <a:lnTo>
                    <a:pt x="4976037" y="808841"/>
                  </a:lnTo>
                  <a:lnTo>
                    <a:pt x="5087747" y="812447"/>
                  </a:lnTo>
                  <a:lnTo>
                    <a:pt x="5192885" y="815462"/>
                  </a:lnTo>
                  <a:lnTo>
                    <a:pt x="5287421" y="817888"/>
                  </a:lnTo>
                  <a:lnTo>
                    <a:pt x="5367801" y="819745"/>
                  </a:lnTo>
                  <a:lnTo>
                    <a:pt x="5431528" y="821078"/>
                  </a:lnTo>
                  <a:lnTo>
                    <a:pt x="5477640" y="821954"/>
                  </a:lnTo>
                  <a:lnTo>
                    <a:pt x="5506952" y="822462"/>
                  </a:lnTo>
                  <a:lnTo>
                    <a:pt x="5522039" y="822701"/>
                  </a:lnTo>
                  <a:lnTo>
                    <a:pt x="5527043" y="822774"/>
                  </a:lnTo>
                  <a:lnTo>
                    <a:pt x="5527445" y="822779"/>
                  </a:lnTo>
                  <a:lnTo>
                    <a:pt x="6522385" y="822779"/>
                  </a:lnTo>
                  <a:lnTo>
                    <a:pt x="6523514" y="822798"/>
                  </a:lnTo>
                  <a:lnTo>
                    <a:pt x="6530960" y="822936"/>
                  </a:lnTo>
                  <a:lnTo>
                    <a:pt x="6549835" y="823315"/>
                  </a:lnTo>
                  <a:lnTo>
                    <a:pt x="6583836" y="824063"/>
                  </a:lnTo>
                  <a:lnTo>
                    <a:pt x="6635033" y="825298"/>
                  </a:lnTo>
                  <a:lnTo>
                    <a:pt x="6703712" y="827124"/>
                  </a:lnTo>
                  <a:lnTo>
                    <a:pt x="6788435" y="829616"/>
                  </a:lnTo>
                  <a:lnTo>
                    <a:pt x="6886347" y="832820"/>
                  </a:lnTo>
                  <a:lnTo>
                    <a:pt x="6993706" y="836753"/>
                  </a:lnTo>
                  <a:lnTo>
                    <a:pt x="7106463" y="841412"/>
                  </a:lnTo>
                  <a:lnTo>
                    <a:pt x="7220797" y="846782"/>
                  </a:lnTo>
                  <a:lnTo>
                    <a:pt x="7333479" y="852850"/>
                  </a:lnTo>
                  <a:lnTo>
                    <a:pt x="7442056" y="859612"/>
                  </a:lnTo>
                  <a:lnTo>
                    <a:pt x="7544877" y="867081"/>
                  </a:lnTo>
                  <a:lnTo>
                    <a:pt x="7641014" y="875292"/>
                  </a:lnTo>
                  <a:lnTo>
                    <a:pt x="7730124" y="884299"/>
                  </a:lnTo>
                  <a:lnTo>
                    <a:pt x="7812304" y="894182"/>
                  </a:lnTo>
                  <a:lnTo>
                    <a:pt x="7887961" y="905042"/>
                  </a:lnTo>
                  <a:lnTo>
                    <a:pt x="7957699" y="916996"/>
                  </a:lnTo>
                  <a:lnTo>
                    <a:pt x="8022235" y="930179"/>
                  </a:lnTo>
                  <a:lnTo>
                    <a:pt x="8082338" y="944728"/>
                  </a:lnTo>
                  <a:lnTo>
                    <a:pt x="8138779" y="960773"/>
                  </a:lnTo>
                  <a:lnTo>
                    <a:pt x="8192292" y="978415"/>
                  </a:lnTo>
                  <a:lnTo>
                    <a:pt x="8229629" y="992226"/>
                  </a:lnTo>
                  <a:lnTo>
                    <a:pt x="8286720" y="1015796"/>
                  </a:lnTo>
                  <a:lnTo>
                    <a:pt x="8342115" y="1041559"/>
                  </a:lnTo>
                  <a:lnTo>
                    <a:pt x="8396400" y="1069555"/>
                  </a:lnTo>
                  <a:lnTo>
                    <a:pt x="8450016" y="1099759"/>
                  </a:lnTo>
                  <a:lnTo>
                    <a:pt x="8503286" y="1132080"/>
                  </a:lnTo>
                  <a:lnTo>
                    <a:pt x="8556435" y="1166354"/>
                  </a:lnTo>
                  <a:lnTo>
                    <a:pt x="8609602" y="1202341"/>
                  </a:lnTo>
                  <a:lnTo>
                    <a:pt x="8662856" y="1239730"/>
                  </a:lnTo>
                  <a:lnTo>
                    <a:pt x="8716210" y="1278151"/>
                  </a:lnTo>
                  <a:lnTo>
                    <a:pt x="8769637" y="1317182"/>
                  </a:lnTo>
                  <a:lnTo>
                    <a:pt x="8823085" y="1356376"/>
                  </a:lnTo>
                  <a:lnTo>
                    <a:pt x="8876495" y="1395276"/>
                  </a:lnTo>
                  <a:lnTo>
                    <a:pt x="8929822" y="1433440"/>
                  </a:lnTo>
                  <a:lnTo>
                    <a:pt x="8983047" y="1470460"/>
                  </a:lnTo>
                  <a:lnTo>
                    <a:pt x="9036199" y="1505980"/>
                  </a:lnTo>
                  <a:lnTo>
                    <a:pt x="9089365" y="1539711"/>
                  </a:lnTo>
                  <a:lnTo>
                    <a:pt x="9142708" y="1571434"/>
                  </a:lnTo>
                  <a:lnTo>
                    <a:pt x="9196479" y="1601006"/>
                  </a:lnTo>
                  <a:lnTo>
                    <a:pt x="9251034" y="1628356"/>
                  </a:lnTo>
                  <a:lnTo>
                    <a:pt x="9306852" y="1653479"/>
                  </a:lnTo>
                  <a:lnTo>
                    <a:pt x="9347647" y="1670015"/>
                  </a:lnTo>
                  <a:lnTo>
                    <a:pt x="9399453" y="1688842"/>
                  </a:lnTo>
                  <a:lnTo>
                    <a:pt x="9453702" y="1706037"/>
                  </a:lnTo>
                  <a:lnTo>
                    <a:pt x="9511075" y="1721659"/>
                  </a:lnTo>
                  <a:lnTo>
                    <a:pt x="9572320" y="1735819"/>
                  </a:lnTo>
                  <a:lnTo>
                    <a:pt x="9638211" y="1748650"/>
                  </a:lnTo>
                  <a:lnTo>
                    <a:pt x="9709509" y="1760291"/>
                  </a:lnTo>
                  <a:lnTo>
                    <a:pt x="9786907" y="1770871"/>
                  </a:lnTo>
                  <a:lnTo>
                    <a:pt x="9870964" y="1780504"/>
                  </a:lnTo>
                  <a:lnTo>
                    <a:pt x="9962013" y="1789285"/>
                  </a:lnTo>
                  <a:lnTo>
                    <a:pt x="10060045" y="1797286"/>
                  </a:lnTo>
                  <a:lnTo>
                    <a:pt x="10164571" y="1804559"/>
                  </a:lnTo>
                  <a:lnTo>
                    <a:pt x="10274475" y="1811129"/>
                  </a:lnTo>
                  <a:lnTo>
                    <a:pt x="10387890" y="1817006"/>
                  </a:lnTo>
                  <a:lnTo>
                    <a:pt x="10502142" y="1822182"/>
                  </a:lnTo>
                  <a:lnTo>
                    <a:pt x="10613813" y="1826643"/>
                  </a:lnTo>
                  <a:lnTo>
                    <a:pt x="10718975" y="1830375"/>
                  </a:lnTo>
                  <a:lnTo>
                    <a:pt x="10813605" y="1833380"/>
                  </a:lnTo>
                  <a:lnTo>
                    <a:pt x="10894147" y="1835683"/>
                  </a:lnTo>
                  <a:lnTo>
                    <a:pt x="10958092" y="1837338"/>
                  </a:lnTo>
                  <a:lnTo>
                    <a:pt x="11004453" y="1838428"/>
                  </a:lnTo>
                  <a:lnTo>
                    <a:pt x="11034013" y="1839062"/>
                  </a:lnTo>
                  <a:lnTo>
                    <a:pt x="11049312" y="1839362"/>
                  </a:lnTo>
                  <a:lnTo>
                    <a:pt x="11054455" y="1839455"/>
                  </a:lnTo>
                  <a:lnTo>
                    <a:pt x="11054891" y="1839462"/>
                  </a:lnTo>
                  <a:lnTo>
                    <a:pt x="12049831" y="1839462"/>
                  </a:lnTo>
                  <a:lnTo>
                    <a:pt x="12049831" y="18394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" name="pl94"/>
            <p:cNvSpPr/>
            <p:nvPr/>
          </p:nvSpPr>
          <p:spPr>
            <a:xfrm>
              <a:off x="1199187" y="2022720"/>
              <a:ext cx="12049831" cy="1839462"/>
            </a:xfrm>
            <a:custGeom>
              <a:avLst/>
              <a:pathLst>
                <a:path w="12049831" h="1839462">
                  <a:moveTo>
                    <a:pt x="12049831" y="1839462"/>
                  </a:moveTo>
                  <a:lnTo>
                    <a:pt x="11054891" y="1839462"/>
                  </a:lnTo>
                  <a:lnTo>
                    <a:pt x="11053763" y="1839443"/>
                  </a:lnTo>
                  <a:lnTo>
                    <a:pt x="11046316" y="1839305"/>
                  </a:lnTo>
                  <a:lnTo>
                    <a:pt x="11027442" y="1838926"/>
                  </a:lnTo>
                  <a:lnTo>
                    <a:pt x="10993441" y="1838179"/>
                  </a:lnTo>
                  <a:lnTo>
                    <a:pt x="10942244" y="1836943"/>
                  </a:lnTo>
                  <a:lnTo>
                    <a:pt x="10873564" y="1835117"/>
                  </a:lnTo>
                  <a:lnTo>
                    <a:pt x="10788842" y="1832625"/>
                  </a:lnTo>
                  <a:lnTo>
                    <a:pt x="10690929" y="1829421"/>
                  </a:lnTo>
                  <a:lnTo>
                    <a:pt x="10583571" y="1825488"/>
                  </a:lnTo>
                  <a:lnTo>
                    <a:pt x="10470813" y="1820829"/>
                  </a:lnTo>
                  <a:lnTo>
                    <a:pt x="10356479" y="1815459"/>
                  </a:lnTo>
                  <a:lnTo>
                    <a:pt x="10243798" y="1809391"/>
                  </a:lnTo>
                  <a:lnTo>
                    <a:pt x="10135221" y="1802629"/>
                  </a:lnTo>
                  <a:lnTo>
                    <a:pt x="10032399" y="1795160"/>
                  </a:lnTo>
                  <a:lnTo>
                    <a:pt x="9936263" y="1786950"/>
                  </a:lnTo>
                  <a:lnTo>
                    <a:pt x="9847153" y="1777942"/>
                  </a:lnTo>
                  <a:lnTo>
                    <a:pt x="9764972" y="1768059"/>
                  </a:lnTo>
                  <a:lnTo>
                    <a:pt x="9689315" y="1757200"/>
                  </a:lnTo>
                  <a:lnTo>
                    <a:pt x="9619577" y="1745245"/>
                  </a:lnTo>
                  <a:lnTo>
                    <a:pt x="9555041" y="1732062"/>
                  </a:lnTo>
                  <a:lnTo>
                    <a:pt x="9494939" y="1717513"/>
                  </a:lnTo>
                  <a:lnTo>
                    <a:pt x="9438498" y="1701468"/>
                  </a:lnTo>
                  <a:lnTo>
                    <a:pt x="9384985" y="1683826"/>
                  </a:lnTo>
                  <a:lnTo>
                    <a:pt x="9347647" y="1670015"/>
                  </a:lnTo>
                  <a:lnTo>
                    <a:pt x="9290557" y="1646445"/>
                  </a:lnTo>
                  <a:lnTo>
                    <a:pt x="9235161" y="1620682"/>
                  </a:lnTo>
                  <a:lnTo>
                    <a:pt x="9180877" y="1592686"/>
                  </a:lnTo>
                  <a:lnTo>
                    <a:pt x="9127261" y="1562482"/>
                  </a:lnTo>
                  <a:lnTo>
                    <a:pt x="9073990" y="1530161"/>
                  </a:lnTo>
                  <a:lnTo>
                    <a:pt x="9020841" y="1495887"/>
                  </a:lnTo>
                  <a:lnTo>
                    <a:pt x="8967674" y="1459900"/>
                  </a:lnTo>
                  <a:lnTo>
                    <a:pt x="8914420" y="1422511"/>
                  </a:lnTo>
                  <a:lnTo>
                    <a:pt x="8861066" y="1384090"/>
                  </a:lnTo>
                  <a:lnTo>
                    <a:pt x="8807639" y="1345059"/>
                  </a:lnTo>
                  <a:lnTo>
                    <a:pt x="8754192" y="1305865"/>
                  </a:lnTo>
                  <a:lnTo>
                    <a:pt x="8700782" y="1266965"/>
                  </a:lnTo>
                  <a:lnTo>
                    <a:pt x="8647455" y="1228801"/>
                  </a:lnTo>
                  <a:lnTo>
                    <a:pt x="8594230" y="1191781"/>
                  </a:lnTo>
                  <a:lnTo>
                    <a:pt x="8541078" y="1156261"/>
                  </a:lnTo>
                  <a:lnTo>
                    <a:pt x="8487911" y="1122530"/>
                  </a:lnTo>
                  <a:lnTo>
                    <a:pt x="8434568" y="1090807"/>
                  </a:lnTo>
                  <a:lnTo>
                    <a:pt x="8380797" y="1061235"/>
                  </a:lnTo>
                  <a:lnTo>
                    <a:pt x="8326243" y="1033885"/>
                  </a:lnTo>
                  <a:lnTo>
                    <a:pt x="8270425" y="1008762"/>
                  </a:lnTo>
                  <a:lnTo>
                    <a:pt x="8229629" y="992226"/>
                  </a:lnTo>
                  <a:lnTo>
                    <a:pt x="8177823" y="973399"/>
                  </a:lnTo>
                  <a:lnTo>
                    <a:pt x="8123575" y="956204"/>
                  </a:lnTo>
                  <a:lnTo>
                    <a:pt x="8066202" y="940582"/>
                  </a:lnTo>
                  <a:lnTo>
                    <a:pt x="8004957" y="926422"/>
                  </a:lnTo>
                  <a:lnTo>
                    <a:pt x="7939065" y="913591"/>
                  </a:lnTo>
                  <a:lnTo>
                    <a:pt x="7867767" y="901950"/>
                  </a:lnTo>
                  <a:lnTo>
                    <a:pt x="7790369" y="891371"/>
                  </a:lnTo>
                  <a:lnTo>
                    <a:pt x="7706312" y="881737"/>
                  </a:lnTo>
                  <a:lnTo>
                    <a:pt x="7615263" y="872956"/>
                  </a:lnTo>
                  <a:lnTo>
                    <a:pt x="7517231" y="864955"/>
                  </a:lnTo>
                  <a:lnTo>
                    <a:pt x="7412705" y="857682"/>
                  </a:lnTo>
                  <a:lnTo>
                    <a:pt x="7302802" y="851112"/>
                  </a:lnTo>
                  <a:lnTo>
                    <a:pt x="7189387" y="845235"/>
                  </a:lnTo>
                  <a:lnTo>
                    <a:pt x="7075134" y="840059"/>
                  </a:lnTo>
                  <a:lnTo>
                    <a:pt x="6963463" y="835598"/>
                  </a:lnTo>
                  <a:lnTo>
                    <a:pt x="6858302" y="831866"/>
                  </a:lnTo>
                  <a:lnTo>
                    <a:pt x="6763671" y="828861"/>
                  </a:lnTo>
                  <a:lnTo>
                    <a:pt x="6683130" y="826558"/>
                  </a:lnTo>
                  <a:lnTo>
                    <a:pt x="6619185" y="824903"/>
                  </a:lnTo>
                  <a:lnTo>
                    <a:pt x="6572824" y="823813"/>
                  </a:lnTo>
                  <a:lnTo>
                    <a:pt x="6543263" y="823179"/>
                  </a:lnTo>
                  <a:lnTo>
                    <a:pt x="6527965" y="822879"/>
                  </a:lnTo>
                  <a:lnTo>
                    <a:pt x="6522821" y="822786"/>
                  </a:lnTo>
                  <a:lnTo>
                    <a:pt x="6522385" y="822779"/>
                  </a:lnTo>
                  <a:lnTo>
                    <a:pt x="5527445" y="822779"/>
                  </a:lnTo>
                  <a:lnTo>
                    <a:pt x="5526314" y="822763"/>
                  </a:lnTo>
                  <a:lnTo>
                    <a:pt x="5518849" y="822652"/>
                  </a:lnTo>
                  <a:lnTo>
                    <a:pt x="5499930" y="822344"/>
                  </a:lnTo>
                  <a:lnTo>
                    <a:pt x="5465852" y="821738"/>
                  </a:lnTo>
                  <a:lnTo>
                    <a:pt x="5414545" y="820735"/>
                  </a:lnTo>
                  <a:lnTo>
                    <a:pt x="5345728" y="819254"/>
                  </a:lnTo>
                  <a:lnTo>
                    <a:pt x="5260854" y="817233"/>
                  </a:lnTo>
                  <a:lnTo>
                    <a:pt x="5162786" y="814634"/>
                  </a:lnTo>
                  <a:lnTo>
                    <a:pt x="5055284" y="811444"/>
                  </a:lnTo>
                  <a:lnTo>
                    <a:pt x="4942405" y="807666"/>
                  </a:lnTo>
                  <a:lnTo>
                    <a:pt x="4827976" y="803311"/>
                  </a:lnTo>
                  <a:lnTo>
                    <a:pt x="4715229" y="798391"/>
                  </a:lnTo>
                  <a:lnTo>
                    <a:pt x="4606614" y="792908"/>
                  </a:lnTo>
                  <a:lnTo>
                    <a:pt x="4503778" y="786851"/>
                  </a:lnTo>
                  <a:lnTo>
                    <a:pt x="4407646" y="780194"/>
                  </a:lnTo>
                  <a:lnTo>
                    <a:pt x="4318553" y="772889"/>
                  </a:lnTo>
                  <a:lnTo>
                    <a:pt x="4236397" y="764874"/>
                  </a:lnTo>
                  <a:lnTo>
                    <a:pt x="4160768" y="756066"/>
                  </a:lnTo>
                  <a:lnTo>
                    <a:pt x="4091059" y="746368"/>
                  </a:lnTo>
                  <a:lnTo>
                    <a:pt x="4026547" y="735673"/>
                  </a:lnTo>
                  <a:lnTo>
                    <a:pt x="3966464" y="723869"/>
                  </a:lnTo>
                  <a:lnTo>
                    <a:pt x="3910035" y="710850"/>
                  </a:lnTo>
                  <a:lnTo>
                    <a:pt x="3856526" y="696536"/>
                  </a:lnTo>
                  <a:lnTo>
                    <a:pt x="3820202" y="685649"/>
                  </a:lnTo>
                  <a:lnTo>
                    <a:pt x="3761729" y="666083"/>
                  </a:lnTo>
                  <a:lnTo>
                    <a:pt x="3705020" y="644651"/>
                  </a:lnTo>
                  <a:lnTo>
                    <a:pt x="3649451" y="621323"/>
                  </a:lnTo>
                  <a:lnTo>
                    <a:pt x="3594556" y="596123"/>
                  </a:lnTo>
                  <a:lnTo>
                    <a:pt x="3539997" y="569135"/>
                  </a:lnTo>
                  <a:lnTo>
                    <a:pt x="3485542" y="540509"/>
                  </a:lnTo>
                  <a:lnTo>
                    <a:pt x="3431055" y="510464"/>
                  </a:lnTo>
                  <a:lnTo>
                    <a:pt x="3376469" y="479279"/>
                  </a:lnTo>
                  <a:lnTo>
                    <a:pt x="3321782" y="447285"/>
                  </a:lnTo>
                  <a:lnTo>
                    <a:pt x="3267029" y="414855"/>
                  </a:lnTo>
                  <a:lnTo>
                    <a:pt x="3212270" y="382383"/>
                  </a:lnTo>
                  <a:lnTo>
                    <a:pt x="3157565" y="350264"/>
                  </a:lnTo>
                  <a:lnTo>
                    <a:pt x="3102957" y="318877"/>
                  </a:lnTo>
                  <a:lnTo>
                    <a:pt x="3048451" y="288563"/>
                  </a:lnTo>
                  <a:lnTo>
                    <a:pt x="2993999" y="259615"/>
                  </a:lnTo>
                  <a:lnTo>
                    <a:pt x="2939477" y="232263"/>
                  </a:lnTo>
                  <a:lnTo>
                    <a:pt x="2884678" y="206672"/>
                  </a:lnTo>
                  <a:lnTo>
                    <a:pt x="2829288" y="182941"/>
                  </a:lnTo>
                  <a:lnTo>
                    <a:pt x="2772868" y="161106"/>
                  </a:lnTo>
                  <a:lnTo>
                    <a:pt x="2714833" y="141147"/>
                  </a:lnTo>
                  <a:lnTo>
                    <a:pt x="2702183" y="137129"/>
                  </a:lnTo>
                  <a:lnTo>
                    <a:pt x="2650333" y="121881"/>
                  </a:lnTo>
                  <a:lnTo>
                    <a:pt x="2596035" y="107955"/>
                  </a:lnTo>
                  <a:lnTo>
                    <a:pt x="2538606" y="95304"/>
                  </a:lnTo>
                  <a:lnTo>
                    <a:pt x="2477297" y="83839"/>
                  </a:lnTo>
                  <a:lnTo>
                    <a:pt x="2411331" y="73450"/>
                  </a:lnTo>
                  <a:lnTo>
                    <a:pt x="2339946" y="64026"/>
                  </a:lnTo>
                  <a:lnTo>
                    <a:pt x="2262447" y="55461"/>
                  </a:lnTo>
                  <a:lnTo>
                    <a:pt x="2178276" y="47663"/>
                  </a:lnTo>
                  <a:lnTo>
                    <a:pt x="2087099" y="40555"/>
                  </a:lnTo>
                  <a:lnTo>
                    <a:pt x="1988930" y="34079"/>
                  </a:lnTo>
                  <a:lnTo>
                    <a:pt x="1884263" y="28194"/>
                  </a:lnTo>
                  <a:lnTo>
                    <a:pt x="1774222" y="22878"/>
                  </a:lnTo>
                  <a:lnTo>
                    <a:pt x="1660687" y="18123"/>
                  </a:lnTo>
                  <a:lnTo>
                    <a:pt x="1546348" y="13938"/>
                  </a:lnTo>
                  <a:lnTo>
                    <a:pt x="1434638" y="10332"/>
                  </a:lnTo>
                  <a:lnTo>
                    <a:pt x="1329500" y="7317"/>
                  </a:lnTo>
                  <a:lnTo>
                    <a:pt x="1234964" y="4891"/>
                  </a:lnTo>
                  <a:lnTo>
                    <a:pt x="1154584" y="3033"/>
                  </a:lnTo>
                  <a:lnTo>
                    <a:pt x="1090857" y="1701"/>
                  </a:lnTo>
                  <a:lnTo>
                    <a:pt x="1044745" y="825"/>
                  </a:lnTo>
                  <a:lnTo>
                    <a:pt x="1015433" y="317"/>
                  </a:lnTo>
                  <a:lnTo>
                    <a:pt x="1000346" y="78"/>
                  </a:lnTo>
                  <a:lnTo>
                    <a:pt x="995342" y="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" name="pg95"/>
            <p:cNvSpPr/>
            <p:nvPr/>
          </p:nvSpPr>
          <p:spPr>
            <a:xfrm>
              <a:off x="1199187" y="2038442"/>
              <a:ext cx="12049831" cy="2101494"/>
            </a:xfrm>
            <a:custGeom>
              <a:avLst/>
              <a:pathLst>
                <a:path w="12049831" h="2101494">
                  <a:moveTo>
                    <a:pt x="0" y="10481"/>
                  </a:moveTo>
                  <a:lnTo>
                    <a:pt x="994940" y="10481"/>
                  </a:lnTo>
                  <a:lnTo>
                    <a:pt x="996071" y="10497"/>
                  </a:lnTo>
                  <a:lnTo>
                    <a:pt x="1003535" y="10609"/>
                  </a:lnTo>
                  <a:lnTo>
                    <a:pt x="1022453" y="10918"/>
                  </a:lnTo>
                  <a:lnTo>
                    <a:pt x="1056529" y="11529"/>
                  </a:lnTo>
                  <a:lnTo>
                    <a:pt x="1107834" y="12537"/>
                  </a:lnTo>
                  <a:lnTo>
                    <a:pt x="1176647" y="14028"/>
                  </a:lnTo>
                  <a:lnTo>
                    <a:pt x="1261518" y="16062"/>
                  </a:lnTo>
                  <a:lnTo>
                    <a:pt x="1359582" y="18678"/>
                  </a:lnTo>
                  <a:lnTo>
                    <a:pt x="1467080" y="21888"/>
                  </a:lnTo>
                  <a:lnTo>
                    <a:pt x="1579957" y="25690"/>
                  </a:lnTo>
                  <a:lnTo>
                    <a:pt x="1694383" y="30072"/>
                  </a:lnTo>
                  <a:lnTo>
                    <a:pt x="1807129" y="35023"/>
                  </a:lnTo>
                  <a:lnTo>
                    <a:pt x="1915742" y="40541"/>
                  </a:lnTo>
                  <a:lnTo>
                    <a:pt x="2018578" y="46636"/>
                  </a:lnTo>
                  <a:lnTo>
                    <a:pt x="2114711" y="53335"/>
                  </a:lnTo>
                  <a:lnTo>
                    <a:pt x="2203804" y="60686"/>
                  </a:lnTo>
                  <a:lnTo>
                    <a:pt x="2285960" y="68752"/>
                  </a:lnTo>
                  <a:lnTo>
                    <a:pt x="2361590" y="77616"/>
                  </a:lnTo>
                  <a:lnTo>
                    <a:pt x="2431300" y="87374"/>
                  </a:lnTo>
                  <a:lnTo>
                    <a:pt x="2495812" y="98137"/>
                  </a:lnTo>
                  <a:lnTo>
                    <a:pt x="2555896" y="110015"/>
                  </a:lnTo>
                  <a:lnTo>
                    <a:pt x="2612326" y="123116"/>
                  </a:lnTo>
                  <a:lnTo>
                    <a:pt x="2665835" y="137520"/>
                  </a:lnTo>
                  <a:lnTo>
                    <a:pt x="2702183" y="148484"/>
                  </a:lnTo>
                  <a:lnTo>
                    <a:pt x="2760621" y="168162"/>
                  </a:lnTo>
                  <a:lnTo>
                    <a:pt x="2817296" y="189715"/>
                  </a:lnTo>
                  <a:lnTo>
                    <a:pt x="2872831" y="213174"/>
                  </a:lnTo>
                  <a:lnTo>
                    <a:pt x="2927694" y="238516"/>
                  </a:lnTo>
                  <a:lnTo>
                    <a:pt x="2982220" y="265654"/>
                  </a:lnTo>
                  <a:lnTo>
                    <a:pt x="3036640" y="294439"/>
                  </a:lnTo>
                  <a:lnTo>
                    <a:pt x="3091094" y="324651"/>
                  </a:lnTo>
                  <a:lnTo>
                    <a:pt x="3145645" y="356011"/>
                  </a:lnTo>
                  <a:lnTo>
                    <a:pt x="3200298" y="388186"/>
                  </a:lnTo>
                  <a:lnTo>
                    <a:pt x="3255017" y="420800"/>
                  </a:lnTo>
                  <a:lnTo>
                    <a:pt x="3309742" y="453460"/>
                  </a:lnTo>
                  <a:lnTo>
                    <a:pt x="3364414" y="485768"/>
                  </a:lnTo>
                  <a:lnTo>
                    <a:pt x="3418990" y="517343"/>
                  </a:lnTo>
                  <a:lnTo>
                    <a:pt x="3473462" y="547841"/>
                  </a:lnTo>
                  <a:lnTo>
                    <a:pt x="3527881" y="576969"/>
                  </a:lnTo>
                  <a:lnTo>
                    <a:pt x="3582367" y="604494"/>
                  </a:lnTo>
                  <a:lnTo>
                    <a:pt x="3637128" y="630251"/>
                  </a:lnTo>
                  <a:lnTo>
                    <a:pt x="3692476" y="654139"/>
                  </a:lnTo>
                  <a:lnTo>
                    <a:pt x="3748845" y="676121"/>
                  </a:lnTo>
                  <a:lnTo>
                    <a:pt x="3806821" y="696217"/>
                  </a:lnTo>
                  <a:lnTo>
                    <a:pt x="3820202" y="700498"/>
                  </a:lnTo>
                  <a:lnTo>
                    <a:pt x="3872051" y="715843"/>
                  </a:lnTo>
                  <a:lnTo>
                    <a:pt x="3926348" y="729858"/>
                  </a:lnTo>
                  <a:lnTo>
                    <a:pt x="3983775" y="742588"/>
                  </a:lnTo>
                  <a:lnTo>
                    <a:pt x="4045083" y="754127"/>
                  </a:lnTo>
                  <a:lnTo>
                    <a:pt x="4111047" y="764581"/>
                  </a:lnTo>
                  <a:lnTo>
                    <a:pt x="4182430" y="774066"/>
                  </a:lnTo>
                  <a:lnTo>
                    <a:pt x="4259926" y="782685"/>
                  </a:lnTo>
                  <a:lnTo>
                    <a:pt x="4344095" y="790533"/>
                  </a:lnTo>
                  <a:lnTo>
                    <a:pt x="4435268" y="797685"/>
                  </a:lnTo>
                  <a:lnTo>
                    <a:pt x="4533434" y="804203"/>
                  </a:lnTo>
                  <a:lnTo>
                    <a:pt x="4638098" y="810126"/>
                  </a:lnTo>
                  <a:lnTo>
                    <a:pt x="4748135" y="815476"/>
                  </a:lnTo>
                  <a:lnTo>
                    <a:pt x="4861667" y="820260"/>
                  </a:lnTo>
                  <a:lnTo>
                    <a:pt x="4976005" y="824473"/>
                  </a:lnTo>
                  <a:lnTo>
                    <a:pt x="5087714" y="828102"/>
                  </a:lnTo>
                  <a:lnTo>
                    <a:pt x="5192852" y="831136"/>
                  </a:lnTo>
                  <a:lnTo>
                    <a:pt x="5287391" y="833578"/>
                  </a:lnTo>
                  <a:lnTo>
                    <a:pt x="5367774" y="835447"/>
                  </a:lnTo>
                  <a:lnTo>
                    <a:pt x="5431506" y="836788"/>
                  </a:lnTo>
                  <a:lnTo>
                    <a:pt x="5477625" y="837670"/>
                  </a:lnTo>
                  <a:lnTo>
                    <a:pt x="5506943" y="838181"/>
                  </a:lnTo>
                  <a:lnTo>
                    <a:pt x="5522035" y="838422"/>
                  </a:lnTo>
                  <a:lnTo>
                    <a:pt x="5527042" y="838495"/>
                  </a:lnTo>
                  <a:lnTo>
                    <a:pt x="5527445" y="838501"/>
                  </a:lnTo>
                  <a:lnTo>
                    <a:pt x="6522385" y="838501"/>
                  </a:lnTo>
                  <a:lnTo>
                    <a:pt x="6523509" y="838525"/>
                  </a:lnTo>
                  <a:lnTo>
                    <a:pt x="6530928" y="838695"/>
                  </a:lnTo>
                  <a:lnTo>
                    <a:pt x="6549732" y="839164"/>
                  </a:lnTo>
                  <a:lnTo>
                    <a:pt x="6583612" y="840089"/>
                  </a:lnTo>
                  <a:lnTo>
                    <a:pt x="6634637" y="841618"/>
                  </a:lnTo>
                  <a:lnTo>
                    <a:pt x="6703102" y="843877"/>
                  </a:lnTo>
                  <a:lnTo>
                    <a:pt x="6787586" y="846962"/>
                  </a:lnTo>
                  <a:lnTo>
                    <a:pt x="6885257" y="850928"/>
                  </a:lnTo>
                  <a:lnTo>
                    <a:pt x="6992390" y="855797"/>
                  </a:lnTo>
                  <a:lnTo>
                    <a:pt x="7104956" y="861566"/>
                  </a:lnTo>
                  <a:lnTo>
                    <a:pt x="7219142" y="868216"/>
                  </a:lnTo>
                  <a:lnTo>
                    <a:pt x="7331720" y="875731"/>
                  </a:lnTo>
                  <a:lnTo>
                    <a:pt x="7440237" y="884106"/>
                  </a:lnTo>
                  <a:lnTo>
                    <a:pt x="7543035" y="893357"/>
                  </a:lnTo>
                  <a:lnTo>
                    <a:pt x="7639178" y="903524"/>
                  </a:lnTo>
                  <a:lnTo>
                    <a:pt x="7728314" y="914678"/>
                  </a:lnTo>
                  <a:lnTo>
                    <a:pt x="7810533" y="926914"/>
                  </a:lnTo>
                  <a:lnTo>
                    <a:pt x="7886234" y="940357"/>
                  </a:lnTo>
                  <a:lnTo>
                    <a:pt x="7956016" y="955154"/>
                  </a:lnTo>
                  <a:lnTo>
                    <a:pt x="8020591" y="971467"/>
                  </a:lnTo>
                  <a:lnTo>
                    <a:pt x="8080724" y="989469"/>
                  </a:lnTo>
                  <a:lnTo>
                    <a:pt x="8137184" y="1009320"/>
                  </a:lnTo>
                  <a:lnTo>
                    <a:pt x="8190703" y="1031147"/>
                  </a:lnTo>
                  <a:lnTo>
                    <a:pt x="8229629" y="1049000"/>
                  </a:lnTo>
                  <a:lnTo>
                    <a:pt x="8284839" y="1077255"/>
                  </a:lnTo>
                  <a:lnTo>
                    <a:pt x="8338445" y="1108054"/>
                  </a:lnTo>
                  <a:lnTo>
                    <a:pt x="8390982" y="1141443"/>
                  </a:lnTo>
                  <a:lnTo>
                    <a:pt x="8442858" y="1177401"/>
                  </a:lnTo>
                  <a:lnTo>
                    <a:pt x="8494378" y="1215836"/>
                  </a:lnTo>
                  <a:lnTo>
                    <a:pt x="8545756" y="1256575"/>
                  </a:lnTo>
                  <a:lnTo>
                    <a:pt x="8597130" y="1299365"/>
                  </a:lnTo>
                  <a:lnTo>
                    <a:pt x="8648576" y="1343874"/>
                  </a:lnTo>
                  <a:lnTo>
                    <a:pt x="8700117" y="1389702"/>
                  </a:lnTo>
                  <a:lnTo>
                    <a:pt x="8751737" y="1436391"/>
                  </a:lnTo>
                  <a:lnTo>
                    <a:pt x="8803394" y="1483445"/>
                  </a:lnTo>
                  <a:lnTo>
                    <a:pt x="8855035" y="1530352"/>
                  </a:lnTo>
                  <a:lnTo>
                    <a:pt x="8906614" y="1576608"/>
                  </a:lnTo>
                  <a:lnTo>
                    <a:pt x="8958100" y="1621735"/>
                  </a:lnTo>
                  <a:lnTo>
                    <a:pt x="9009500" y="1665308"/>
                  </a:lnTo>
                  <a:lnTo>
                    <a:pt x="9060863" y="1706962"/>
                  </a:lnTo>
                  <a:lnTo>
                    <a:pt x="9112300" y="1746410"/>
                  </a:lnTo>
                  <a:lnTo>
                    <a:pt x="9163992" y="1783446"/>
                  </a:lnTo>
                  <a:lnTo>
                    <a:pt x="9216203" y="1817943"/>
                  </a:lnTo>
                  <a:lnTo>
                    <a:pt x="9269292" y="1849850"/>
                  </a:lnTo>
                  <a:lnTo>
                    <a:pt x="9323740" y="1879187"/>
                  </a:lnTo>
                  <a:lnTo>
                    <a:pt x="9347647" y="1890995"/>
                  </a:lnTo>
                  <a:lnTo>
                    <a:pt x="9399383" y="1914354"/>
                  </a:lnTo>
                  <a:lnTo>
                    <a:pt x="9453555" y="1935691"/>
                  </a:lnTo>
                  <a:lnTo>
                    <a:pt x="9510840" y="1955078"/>
                  </a:lnTo>
                  <a:lnTo>
                    <a:pt x="9571985" y="1972653"/>
                  </a:lnTo>
                  <a:lnTo>
                    <a:pt x="9637759" y="1988581"/>
                  </a:lnTo>
                  <a:lnTo>
                    <a:pt x="9708921" y="2003033"/>
                  </a:lnTo>
                  <a:lnTo>
                    <a:pt x="9786162" y="2016169"/>
                  </a:lnTo>
                  <a:lnTo>
                    <a:pt x="9870040" y="2028131"/>
                  </a:lnTo>
                  <a:lnTo>
                    <a:pt x="9960890" y="2039036"/>
                  </a:lnTo>
                  <a:lnTo>
                    <a:pt x="10058707" y="2048975"/>
                  </a:lnTo>
                  <a:lnTo>
                    <a:pt x="10163011" y="2058010"/>
                  </a:lnTo>
                  <a:lnTo>
                    <a:pt x="10272700" y="2066174"/>
                  </a:lnTo>
                  <a:lnTo>
                    <a:pt x="10385927" y="2073480"/>
                  </a:lnTo>
                  <a:lnTo>
                    <a:pt x="10500042" y="2079917"/>
                  </a:lnTo>
                  <a:lnTo>
                    <a:pt x="10611651" y="2085468"/>
                  </a:lnTo>
                  <a:lnTo>
                    <a:pt x="10716848" y="2090117"/>
                  </a:lnTo>
                  <a:lnTo>
                    <a:pt x="10811624" y="2093865"/>
                  </a:lnTo>
                  <a:lnTo>
                    <a:pt x="10892418" y="2096741"/>
                  </a:lnTo>
                  <a:lnTo>
                    <a:pt x="10956702" y="2098812"/>
                  </a:lnTo>
                  <a:lnTo>
                    <a:pt x="11003452" y="2100181"/>
                  </a:lnTo>
                  <a:lnTo>
                    <a:pt x="11033401" y="2100981"/>
                  </a:lnTo>
                  <a:lnTo>
                    <a:pt x="11049034" y="2101363"/>
                  </a:lnTo>
                  <a:lnTo>
                    <a:pt x="11054399" y="2101483"/>
                  </a:lnTo>
                  <a:lnTo>
                    <a:pt x="11054891" y="2101494"/>
                  </a:lnTo>
                  <a:lnTo>
                    <a:pt x="12049831" y="2101494"/>
                  </a:lnTo>
                  <a:lnTo>
                    <a:pt x="12049831" y="2091013"/>
                  </a:lnTo>
                  <a:lnTo>
                    <a:pt x="11054891" y="2091013"/>
                  </a:lnTo>
                  <a:lnTo>
                    <a:pt x="11053767" y="2090989"/>
                  </a:lnTo>
                  <a:lnTo>
                    <a:pt x="11046349" y="2090819"/>
                  </a:lnTo>
                  <a:lnTo>
                    <a:pt x="11027544" y="2090349"/>
                  </a:lnTo>
                  <a:lnTo>
                    <a:pt x="10993665" y="2089424"/>
                  </a:lnTo>
                  <a:lnTo>
                    <a:pt x="10942640" y="2087896"/>
                  </a:lnTo>
                  <a:lnTo>
                    <a:pt x="10874174" y="2085636"/>
                  </a:lnTo>
                  <a:lnTo>
                    <a:pt x="10789691" y="2082552"/>
                  </a:lnTo>
                  <a:lnTo>
                    <a:pt x="10692020" y="2078586"/>
                  </a:lnTo>
                  <a:lnTo>
                    <a:pt x="10584886" y="2073716"/>
                  </a:lnTo>
                  <a:lnTo>
                    <a:pt x="10472320" y="2067948"/>
                  </a:lnTo>
                  <a:lnTo>
                    <a:pt x="10358135" y="2061297"/>
                  </a:lnTo>
                  <a:lnTo>
                    <a:pt x="10245556" y="2053782"/>
                  </a:lnTo>
                  <a:lnTo>
                    <a:pt x="10137040" y="2045407"/>
                  </a:lnTo>
                  <a:lnTo>
                    <a:pt x="10034241" y="2036157"/>
                  </a:lnTo>
                  <a:lnTo>
                    <a:pt x="9938099" y="2025989"/>
                  </a:lnTo>
                  <a:lnTo>
                    <a:pt x="9848963" y="2014836"/>
                  </a:lnTo>
                  <a:lnTo>
                    <a:pt x="9766744" y="2002599"/>
                  </a:lnTo>
                  <a:lnTo>
                    <a:pt x="9691042" y="1989156"/>
                  </a:lnTo>
                  <a:lnTo>
                    <a:pt x="9621260" y="1974360"/>
                  </a:lnTo>
                  <a:lnTo>
                    <a:pt x="9556685" y="1958046"/>
                  </a:lnTo>
                  <a:lnTo>
                    <a:pt x="9496552" y="1940045"/>
                  </a:lnTo>
                  <a:lnTo>
                    <a:pt x="9440093" y="1920193"/>
                  </a:lnTo>
                  <a:lnTo>
                    <a:pt x="9386574" y="1898367"/>
                  </a:lnTo>
                  <a:lnTo>
                    <a:pt x="9347647" y="1880514"/>
                  </a:lnTo>
                  <a:lnTo>
                    <a:pt x="9292438" y="1852258"/>
                  </a:lnTo>
                  <a:lnTo>
                    <a:pt x="9238832" y="1821459"/>
                  </a:lnTo>
                  <a:lnTo>
                    <a:pt x="9186295" y="1788071"/>
                  </a:lnTo>
                  <a:lnTo>
                    <a:pt x="9134418" y="1752113"/>
                  </a:lnTo>
                  <a:lnTo>
                    <a:pt x="9082898" y="1713678"/>
                  </a:lnTo>
                  <a:lnTo>
                    <a:pt x="9031521" y="1672939"/>
                  </a:lnTo>
                  <a:lnTo>
                    <a:pt x="8980146" y="1630149"/>
                  </a:lnTo>
                  <a:lnTo>
                    <a:pt x="8928700" y="1585639"/>
                  </a:lnTo>
                  <a:lnTo>
                    <a:pt x="8877159" y="1539811"/>
                  </a:lnTo>
                  <a:lnTo>
                    <a:pt x="8825540" y="1493123"/>
                  </a:lnTo>
                  <a:lnTo>
                    <a:pt x="8773883" y="1446069"/>
                  </a:lnTo>
                  <a:lnTo>
                    <a:pt x="8722241" y="1399161"/>
                  </a:lnTo>
                  <a:lnTo>
                    <a:pt x="8670663" y="1352906"/>
                  </a:lnTo>
                  <a:lnTo>
                    <a:pt x="8619176" y="1307778"/>
                  </a:lnTo>
                  <a:lnTo>
                    <a:pt x="8567777" y="1264206"/>
                  </a:lnTo>
                  <a:lnTo>
                    <a:pt x="8516414" y="1222552"/>
                  </a:lnTo>
                  <a:lnTo>
                    <a:pt x="8464976" y="1183103"/>
                  </a:lnTo>
                  <a:lnTo>
                    <a:pt x="8413284" y="1146067"/>
                  </a:lnTo>
                  <a:lnTo>
                    <a:pt x="8361074" y="1111571"/>
                  </a:lnTo>
                  <a:lnTo>
                    <a:pt x="8307984" y="1079663"/>
                  </a:lnTo>
                  <a:lnTo>
                    <a:pt x="8253537" y="1050327"/>
                  </a:lnTo>
                  <a:lnTo>
                    <a:pt x="8229629" y="1038518"/>
                  </a:lnTo>
                  <a:lnTo>
                    <a:pt x="8177893" y="1015160"/>
                  </a:lnTo>
                  <a:lnTo>
                    <a:pt x="8123722" y="993823"/>
                  </a:lnTo>
                  <a:lnTo>
                    <a:pt x="8066436" y="974435"/>
                  </a:lnTo>
                  <a:lnTo>
                    <a:pt x="8005292" y="956861"/>
                  </a:lnTo>
                  <a:lnTo>
                    <a:pt x="7939517" y="940933"/>
                  </a:lnTo>
                  <a:lnTo>
                    <a:pt x="7868355" y="926481"/>
                  </a:lnTo>
                  <a:lnTo>
                    <a:pt x="7791114" y="913345"/>
                  </a:lnTo>
                  <a:lnTo>
                    <a:pt x="7707236" y="901382"/>
                  </a:lnTo>
                  <a:lnTo>
                    <a:pt x="7616387" y="890477"/>
                  </a:lnTo>
                  <a:lnTo>
                    <a:pt x="7518570" y="880538"/>
                  </a:lnTo>
                  <a:lnTo>
                    <a:pt x="7414266" y="871504"/>
                  </a:lnTo>
                  <a:lnTo>
                    <a:pt x="7304577" y="863339"/>
                  </a:lnTo>
                  <a:lnTo>
                    <a:pt x="7191349" y="856034"/>
                  </a:lnTo>
                  <a:lnTo>
                    <a:pt x="7077234" y="849597"/>
                  </a:lnTo>
                  <a:lnTo>
                    <a:pt x="6965625" y="844046"/>
                  </a:lnTo>
                  <a:lnTo>
                    <a:pt x="6860428" y="839397"/>
                  </a:lnTo>
                  <a:lnTo>
                    <a:pt x="6765653" y="835649"/>
                  </a:lnTo>
                  <a:lnTo>
                    <a:pt x="6684858" y="832772"/>
                  </a:lnTo>
                  <a:lnTo>
                    <a:pt x="6620575" y="830701"/>
                  </a:lnTo>
                  <a:lnTo>
                    <a:pt x="6573825" y="829332"/>
                  </a:lnTo>
                  <a:lnTo>
                    <a:pt x="6543875" y="828532"/>
                  </a:lnTo>
                  <a:lnTo>
                    <a:pt x="6528243" y="828150"/>
                  </a:lnTo>
                  <a:lnTo>
                    <a:pt x="6522878" y="828030"/>
                  </a:lnTo>
                  <a:lnTo>
                    <a:pt x="6522385" y="828020"/>
                  </a:lnTo>
                  <a:lnTo>
                    <a:pt x="5527445" y="828020"/>
                  </a:lnTo>
                  <a:lnTo>
                    <a:pt x="5526314" y="828004"/>
                  </a:lnTo>
                  <a:lnTo>
                    <a:pt x="5518850" y="827892"/>
                  </a:lnTo>
                  <a:lnTo>
                    <a:pt x="5499932" y="827582"/>
                  </a:lnTo>
                  <a:lnTo>
                    <a:pt x="5465855" y="826972"/>
                  </a:lnTo>
                  <a:lnTo>
                    <a:pt x="5414551" y="825963"/>
                  </a:lnTo>
                  <a:lnTo>
                    <a:pt x="5345738" y="824473"/>
                  </a:lnTo>
                  <a:lnTo>
                    <a:pt x="5260867" y="822438"/>
                  </a:lnTo>
                  <a:lnTo>
                    <a:pt x="5162803" y="819823"/>
                  </a:lnTo>
                  <a:lnTo>
                    <a:pt x="5055305" y="816613"/>
                  </a:lnTo>
                  <a:lnTo>
                    <a:pt x="4942428" y="812811"/>
                  </a:lnTo>
                  <a:lnTo>
                    <a:pt x="4828002" y="808429"/>
                  </a:lnTo>
                  <a:lnTo>
                    <a:pt x="4715256" y="803477"/>
                  </a:lnTo>
                  <a:lnTo>
                    <a:pt x="4606643" y="797960"/>
                  </a:lnTo>
                  <a:lnTo>
                    <a:pt x="4503807" y="791865"/>
                  </a:lnTo>
                  <a:lnTo>
                    <a:pt x="4407674" y="785165"/>
                  </a:lnTo>
                  <a:lnTo>
                    <a:pt x="4318581" y="777815"/>
                  </a:lnTo>
                  <a:lnTo>
                    <a:pt x="4236425" y="769749"/>
                  </a:lnTo>
                  <a:lnTo>
                    <a:pt x="4160795" y="760885"/>
                  </a:lnTo>
                  <a:lnTo>
                    <a:pt x="4091085" y="751126"/>
                  </a:lnTo>
                  <a:lnTo>
                    <a:pt x="4026573" y="740364"/>
                  </a:lnTo>
                  <a:lnTo>
                    <a:pt x="3966489" y="728485"/>
                  </a:lnTo>
                  <a:lnTo>
                    <a:pt x="3910059" y="715384"/>
                  </a:lnTo>
                  <a:lnTo>
                    <a:pt x="3856550" y="700980"/>
                  </a:lnTo>
                  <a:lnTo>
                    <a:pt x="3820202" y="690016"/>
                  </a:lnTo>
                  <a:lnTo>
                    <a:pt x="3761764" y="670338"/>
                  </a:lnTo>
                  <a:lnTo>
                    <a:pt x="3705089" y="648785"/>
                  </a:lnTo>
                  <a:lnTo>
                    <a:pt x="3649554" y="625326"/>
                  </a:lnTo>
                  <a:lnTo>
                    <a:pt x="3594691" y="599985"/>
                  </a:lnTo>
                  <a:lnTo>
                    <a:pt x="3540165" y="572846"/>
                  </a:lnTo>
                  <a:lnTo>
                    <a:pt x="3485745" y="544062"/>
                  </a:lnTo>
                  <a:lnTo>
                    <a:pt x="3431291" y="513849"/>
                  </a:lnTo>
                  <a:lnTo>
                    <a:pt x="3376740" y="482489"/>
                  </a:lnTo>
                  <a:lnTo>
                    <a:pt x="3322087" y="450315"/>
                  </a:lnTo>
                  <a:lnTo>
                    <a:pt x="3267368" y="417700"/>
                  </a:lnTo>
                  <a:lnTo>
                    <a:pt x="3212643" y="385040"/>
                  </a:lnTo>
                  <a:lnTo>
                    <a:pt x="3157971" y="352733"/>
                  </a:lnTo>
                  <a:lnTo>
                    <a:pt x="3103395" y="321158"/>
                  </a:lnTo>
                  <a:lnTo>
                    <a:pt x="3048923" y="290660"/>
                  </a:lnTo>
                  <a:lnTo>
                    <a:pt x="2994504" y="261532"/>
                  </a:lnTo>
                  <a:lnTo>
                    <a:pt x="2940018" y="234006"/>
                  </a:lnTo>
                  <a:lnTo>
                    <a:pt x="2885257" y="208249"/>
                  </a:lnTo>
                  <a:lnTo>
                    <a:pt x="2829909" y="184361"/>
                  </a:lnTo>
                  <a:lnTo>
                    <a:pt x="2773540" y="162379"/>
                  </a:lnTo>
                  <a:lnTo>
                    <a:pt x="2715564" y="142283"/>
                  </a:lnTo>
                  <a:lnTo>
                    <a:pt x="2702183" y="138003"/>
                  </a:lnTo>
                  <a:lnTo>
                    <a:pt x="2650334" y="122657"/>
                  </a:lnTo>
                  <a:lnTo>
                    <a:pt x="2596037" y="108643"/>
                  </a:lnTo>
                  <a:lnTo>
                    <a:pt x="2538610" y="95912"/>
                  </a:lnTo>
                  <a:lnTo>
                    <a:pt x="2477302" y="84374"/>
                  </a:lnTo>
                  <a:lnTo>
                    <a:pt x="2411338" y="73919"/>
                  </a:lnTo>
                  <a:lnTo>
                    <a:pt x="2339955" y="64435"/>
                  </a:lnTo>
                  <a:lnTo>
                    <a:pt x="2262459" y="55815"/>
                  </a:lnTo>
                  <a:lnTo>
                    <a:pt x="2178290" y="47968"/>
                  </a:lnTo>
                  <a:lnTo>
                    <a:pt x="2087117" y="40815"/>
                  </a:lnTo>
                  <a:lnTo>
                    <a:pt x="1988951" y="34298"/>
                  </a:lnTo>
                  <a:lnTo>
                    <a:pt x="1884287" y="28375"/>
                  </a:lnTo>
                  <a:lnTo>
                    <a:pt x="1774250" y="23025"/>
                  </a:lnTo>
                  <a:lnTo>
                    <a:pt x="1660718" y="18240"/>
                  </a:lnTo>
                  <a:lnTo>
                    <a:pt x="1546380" y="14027"/>
                  </a:lnTo>
                  <a:lnTo>
                    <a:pt x="1434671" y="10399"/>
                  </a:lnTo>
                  <a:lnTo>
                    <a:pt x="1329533" y="7364"/>
                  </a:lnTo>
                  <a:lnTo>
                    <a:pt x="1234994" y="4923"/>
                  </a:lnTo>
                  <a:lnTo>
                    <a:pt x="1154611" y="3053"/>
                  </a:lnTo>
                  <a:lnTo>
                    <a:pt x="1090879" y="1712"/>
                  </a:lnTo>
                  <a:lnTo>
                    <a:pt x="1044760" y="830"/>
                  </a:lnTo>
                  <a:lnTo>
                    <a:pt x="1015442" y="319"/>
                  </a:lnTo>
                  <a:lnTo>
                    <a:pt x="1000350" y="78"/>
                  </a:lnTo>
                  <a:lnTo>
                    <a:pt x="995343" y="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7" name="pl96"/>
            <p:cNvSpPr/>
            <p:nvPr/>
          </p:nvSpPr>
          <p:spPr>
            <a:xfrm>
              <a:off x="1199187" y="2048923"/>
              <a:ext cx="12049831" cy="2091013"/>
            </a:xfrm>
            <a:custGeom>
              <a:avLst/>
              <a:pathLst>
                <a:path w="12049831" h="2091013">
                  <a:moveTo>
                    <a:pt x="0" y="0"/>
                  </a:moveTo>
                  <a:lnTo>
                    <a:pt x="994940" y="0"/>
                  </a:lnTo>
                  <a:lnTo>
                    <a:pt x="996071" y="15"/>
                  </a:lnTo>
                  <a:lnTo>
                    <a:pt x="1003535" y="127"/>
                  </a:lnTo>
                  <a:lnTo>
                    <a:pt x="1022453" y="437"/>
                  </a:lnTo>
                  <a:lnTo>
                    <a:pt x="1056529" y="1047"/>
                  </a:lnTo>
                  <a:lnTo>
                    <a:pt x="1107834" y="2056"/>
                  </a:lnTo>
                  <a:lnTo>
                    <a:pt x="1176647" y="3547"/>
                  </a:lnTo>
                  <a:lnTo>
                    <a:pt x="1261518" y="5581"/>
                  </a:lnTo>
                  <a:lnTo>
                    <a:pt x="1359582" y="8196"/>
                  </a:lnTo>
                  <a:lnTo>
                    <a:pt x="1467080" y="11406"/>
                  </a:lnTo>
                  <a:lnTo>
                    <a:pt x="1579957" y="15208"/>
                  </a:lnTo>
                  <a:lnTo>
                    <a:pt x="1694383" y="19591"/>
                  </a:lnTo>
                  <a:lnTo>
                    <a:pt x="1807129" y="24542"/>
                  </a:lnTo>
                  <a:lnTo>
                    <a:pt x="1915742" y="30060"/>
                  </a:lnTo>
                  <a:lnTo>
                    <a:pt x="2018578" y="36154"/>
                  </a:lnTo>
                  <a:lnTo>
                    <a:pt x="2114711" y="42854"/>
                  </a:lnTo>
                  <a:lnTo>
                    <a:pt x="2203804" y="50204"/>
                  </a:lnTo>
                  <a:lnTo>
                    <a:pt x="2285960" y="58270"/>
                  </a:lnTo>
                  <a:lnTo>
                    <a:pt x="2361590" y="67134"/>
                  </a:lnTo>
                  <a:lnTo>
                    <a:pt x="2431300" y="76893"/>
                  </a:lnTo>
                  <a:lnTo>
                    <a:pt x="2495812" y="87655"/>
                  </a:lnTo>
                  <a:lnTo>
                    <a:pt x="2555896" y="99534"/>
                  </a:lnTo>
                  <a:lnTo>
                    <a:pt x="2612326" y="112635"/>
                  </a:lnTo>
                  <a:lnTo>
                    <a:pt x="2665835" y="127039"/>
                  </a:lnTo>
                  <a:lnTo>
                    <a:pt x="2702183" y="138003"/>
                  </a:lnTo>
                  <a:lnTo>
                    <a:pt x="2760621" y="157681"/>
                  </a:lnTo>
                  <a:lnTo>
                    <a:pt x="2817296" y="179234"/>
                  </a:lnTo>
                  <a:lnTo>
                    <a:pt x="2872831" y="202693"/>
                  </a:lnTo>
                  <a:lnTo>
                    <a:pt x="2927694" y="228034"/>
                  </a:lnTo>
                  <a:lnTo>
                    <a:pt x="2982220" y="255173"/>
                  </a:lnTo>
                  <a:lnTo>
                    <a:pt x="3036640" y="283957"/>
                  </a:lnTo>
                  <a:lnTo>
                    <a:pt x="3091094" y="314170"/>
                  </a:lnTo>
                  <a:lnTo>
                    <a:pt x="3145645" y="345530"/>
                  </a:lnTo>
                  <a:lnTo>
                    <a:pt x="3200298" y="377704"/>
                  </a:lnTo>
                  <a:lnTo>
                    <a:pt x="3255017" y="410319"/>
                  </a:lnTo>
                  <a:lnTo>
                    <a:pt x="3309742" y="442979"/>
                  </a:lnTo>
                  <a:lnTo>
                    <a:pt x="3364414" y="475287"/>
                  </a:lnTo>
                  <a:lnTo>
                    <a:pt x="3418990" y="506861"/>
                  </a:lnTo>
                  <a:lnTo>
                    <a:pt x="3473462" y="537359"/>
                  </a:lnTo>
                  <a:lnTo>
                    <a:pt x="3527881" y="566488"/>
                  </a:lnTo>
                  <a:lnTo>
                    <a:pt x="3582367" y="594013"/>
                  </a:lnTo>
                  <a:lnTo>
                    <a:pt x="3637128" y="619770"/>
                  </a:lnTo>
                  <a:lnTo>
                    <a:pt x="3692476" y="643658"/>
                  </a:lnTo>
                  <a:lnTo>
                    <a:pt x="3748845" y="665640"/>
                  </a:lnTo>
                  <a:lnTo>
                    <a:pt x="3806821" y="685736"/>
                  </a:lnTo>
                  <a:lnTo>
                    <a:pt x="3820202" y="690016"/>
                  </a:lnTo>
                  <a:lnTo>
                    <a:pt x="3872051" y="705362"/>
                  </a:lnTo>
                  <a:lnTo>
                    <a:pt x="3926348" y="719376"/>
                  </a:lnTo>
                  <a:lnTo>
                    <a:pt x="3983775" y="732107"/>
                  </a:lnTo>
                  <a:lnTo>
                    <a:pt x="4045083" y="743645"/>
                  </a:lnTo>
                  <a:lnTo>
                    <a:pt x="4111047" y="754100"/>
                  </a:lnTo>
                  <a:lnTo>
                    <a:pt x="4182430" y="763585"/>
                  </a:lnTo>
                  <a:lnTo>
                    <a:pt x="4259926" y="772204"/>
                  </a:lnTo>
                  <a:lnTo>
                    <a:pt x="4344095" y="780051"/>
                  </a:lnTo>
                  <a:lnTo>
                    <a:pt x="4435268" y="787204"/>
                  </a:lnTo>
                  <a:lnTo>
                    <a:pt x="4533434" y="793722"/>
                  </a:lnTo>
                  <a:lnTo>
                    <a:pt x="4638098" y="799644"/>
                  </a:lnTo>
                  <a:lnTo>
                    <a:pt x="4748135" y="804995"/>
                  </a:lnTo>
                  <a:lnTo>
                    <a:pt x="4861667" y="809779"/>
                  </a:lnTo>
                  <a:lnTo>
                    <a:pt x="4976005" y="813992"/>
                  </a:lnTo>
                  <a:lnTo>
                    <a:pt x="5087714" y="817620"/>
                  </a:lnTo>
                  <a:lnTo>
                    <a:pt x="5192852" y="820655"/>
                  </a:lnTo>
                  <a:lnTo>
                    <a:pt x="5287391" y="823097"/>
                  </a:lnTo>
                  <a:lnTo>
                    <a:pt x="5367774" y="824966"/>
                  </a:lnTo>
                  <a:lnTo>
                    <a:pt x="5431506" y="826307"/>
                  </a:lnTo>
                  <a:lnTo>
                    <a:pt x="5477625" y="827189"/>
                  </a:lnTo>
                  <a:lnTo>
                    <a:pt x="5506943" y="827700"/>
                  </a:lnTo>
                  <a:lnTo>
                    <a:pt x="5522035" y="827941"/>
                  </a:lnTo>
                  <a:lnTo>
                    <a:pt x="5527042" y="828014"/>
                  </a:lnTo>
                  <a:lnTo>
                    <a:pt x="5527445" y="828020"/>
                  </a:lnTo>
                  <a:lnTo>
                    <a:pt x="6522385" y="828020"/>
                  </a:lnTo>
                  <a:lnTo>
                    <a:pt x="6523509" y="828044"/>
                  </a:lnTo>
                  <a:lnTo>
                    <a:pt x="6530928" y="828213"/>
                  </a:lnTo>
                  <a:lnTo>
                    <a:pt x="6549732" y="828683"/>
                  </a:lnTo>
                  <a:lnTo>
                    <a:pt x="6583612" y="829608"/>
                  </a:lnTo>
                  <a:lnTo>
                    <a:pt x="6634637" y="831137"/>
                  </a:lnTo>
                  <a:lnTo>
                    <a:pt x="6703102" y="833396"/>
                  </a:lnTo>
                  <a:lnTo>
                    <a:pt x="6787586" y="836480"/>
                  </a:lnTo>
                  <a:lnTo>
                    <a:pt x="6885257" y="840446"/>
                  </a:lnTo>
                  <a:lnTo>
                    <a:pt x="6992390" y="845316"/>
                  </a:lnTo>
                  <a:lnTo>
                    <a:pt x="7104956" y="851085"/>
                  </a:lnTo>
                  <a:lnTo>
                    <a:pt x="7219142" y="857735"/>
                  </a:lnTo>
                  <a:lnTo>
                    <a:pt x="7331720" y="865250"/>
                  </a:lnTo>
                  <a:lnTo>
                    <a:pt x="7440237" y="873625"/>
                  </a:lnTo>
                  <a:lnTo>
                    <a:pt x="7543035" y="882875"/>
                  </a:lnTo>
                  <a:lnTo>
                    <a:pt x="7639178" y="893043"/>
                  </a:lnTo>
                  <a:lnTo>
                    <a:pt x="7728314" y="904196"/>
                  </a:lnTo>
                  <a:lnTo>
                    <a:pt x="7810533" y="916433"/>
                  </a:lnTo>
                  <a:lnTo>
                    <a:pt x="7886234" y="929876"/>
                  </a:lnTo>
                  <a:lnTo>
                    <a:pt x="7956016" y="944672"/>
                  </a:lnTo>
                  <a:lnTo>
                    <a:pt x="8020591" y="960986"/>
                  </a:lnTo>
                  <a:lnTo>
                    <a:pt x="8080724" y="978988"/>
                  </a:lnTo>
                  <a:lnTo>
                    <a:pt x="8137184" y="998839"/>
                  </a:lnTo>
                  <a:lnTo>
                    <a:pt x="8190703" y="1020666"/>
                  </a:lnTo>
                  <a:lnTo>
                    <a:pt x="8229629" y="1038518"/>
                  </a:lnTo>
                  <a:lnTo>
                    <a:pt x="8284839" y="1066774"/>
                  </a:lnTo>
                  <a:lnTo>
                    <a:pt x="8338445" y="1097573"/>
                  </a:lnTo>
                  <a:lnTo>
                    <a:pt x="8390982" y="1130961"/>
                  </a:lnTo>
                  <a:lnTo>
                    <a:pt x="8442858" y="1166920"/>
                  </a:lnTo>
                  <a:lnTo>
                    <a:pt x="8494378" y="1205354"/>
                  </a:lnTo>
                  <a:lnTo>
                    <a:pt x="8545756" y="1246093"/>
                  </a:lnTo>
                  <a:lnTo>
                    <a:pt x="8597130" y="1288883"/>
                  </a:lnTo>
                  <a:lnTo>
                    <a:pt x="8648576" y="1333393"/>
                  </a:lnTo>
                  <a:lnTo>
                    <a:pt x="8700117" y="1379221"/>
                  </a:lnTo>
                  <a:lnTo>
                    <a:pt x="8751737" y="1425910"/>
                  </a:lnTo>
                  <a:lnTo>
                    <a:pt x="8803394" y="1472964"/>
                  </a:lnTo>
                  <a:lnTo>
                    <a:pt x="8855035" y="1519871"/>
                  </a:lnTo>
                  <a:lnTo>
                    <a:pt x="8906614" y="1566127"/>
                  </a:lnTo>
                  <a:lnTo>
                    <a:pt x="8958100" y="1611254"/>
                  </a:lnTo>
                  <a:lnTo>
                    <a:pt x="9009500" y="1654826"/>
                  </a:lnTo>
                  <a:lnTo>
                    <a:pt x="9060863" y="1696480"/>
                  </a:lnTo>
                  <a:lnTo>
                    <a:pt x="9112300" y="1735929"/>
                  </a:lnTo>
                  <a:lnTo>
                    <a:pt x="9163992" y="1772965"/>
                  </a:lnTo>
                  <a:lnTo>
                    <a:pt x="9216203" y="1807462"/>
                  </a:lnTo>
                  <a:lnTo>
                    <a:pt x="9269292" y="1839369"/>
                  </a:lnTo>
                  <a:lnTo>
                    <a:pt x="9323740" y="1868705"/>
                  </a:lnTo>
                  <a:lnTo>
                    <a:pt x="9347647" y="1880514"/>
                  </a:lnTo>
                  <a:lnTo>
                    <a:pt x="9399383" y="1903873"/>
                  </a:lnTo>
                  <a:lnTo>
                    <a:pt x="9453555" y="1925210"/>
                  </a:lnTo>
                  <a:lnTo>
                    <a:pt x="9510840" y="1944597"/>
                  </a:lnTo>
                  <a:lnTo>
                    <a:pt x="9571985" y="1962171"/>
                  </a:lnTo>
                  <a:lnTo>
                    <a:pt x="9637759" y="1978099"/>
                  </a:lnTo>
                  <a:lnTo>
                    <a:pt x="9708921" y="1992551"/>
                  </a:lnTo>
                  <a:lnTo>
                    <a:pt x="9786162" y="2005688"/>
                  </a:lnTo>
                  <a:lnTo>
                    <a:pt x="9870040" y="2017650"/>
                  </a:lnTo>
                  <a:lnTo>
                    <a:pt x="9960890" y="2028555"/>
                  </a:lnTo>
                  <a:lnTo>
                    <a:pt x="10058707" y="2038494"/>
                  </a:lnTo>
                  <a:lnTo>
                    <a:pt x="10163011" y="2047528"/>
                  </a:lnTo>
                  <a:lnTo>
                    <a:pt x="10272700" y="2055693"/>
                  </a:lnTo>
                  <a:lnTo>
                    <a:pt x="10385927" y="2062998"/>
                  </a:lnTo>
                  <a:lnTo>
                    <a:pt x="10500042" y="2069436"/>
                  </a:lnTo>
                  <a:lnTo>
                    <a:pt x="10611651" y="2074986"/>
                  </a:lnTo>
                  <a:lnTo>
                    <a:pt x="10716848" y="2079635"/>
                  </a:lnTo>
                  <a:lnTo>
                    <a:pt x="10811624" y="2083383"/>
                  </a:lnTo>
                  <a:lnTo>
                    <a:pt x="10892418" y="2086260"/>
                  </a:lnTo>
                  <a:lnTo>
                    <a:pt x="10956702" y="2088331"/>
                  </a:lnTo>
                  <a:lnTo>
                    <a:pt x="11003452" y="2089700"/>
                  </a:lnTo>
                  <a:lnTo>
                    <a:pt x="11033401" y="2090500"/>
                  </a:lnTo>
                  <a:lnTo>
                    <a:pt x="11049034" y="2090882"/>
                  </a:lnTo>
                  <a:lnTo>
                    <a:pt x="11054399" y="2091002"/>
                  </a:lnTo>
                  <a:lnTo>
                    <a:pt x="11054891" y="2091013"/>
                  </a:lnTo>
                  <a:lnTo>
                    <a:pt x="12049831" y="2091013"/>
                  </a:lnTo>
                  <a:lnTo>
                    <a:pt x="12049831" y="20910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" name="pl97"/>
            <p:cNvSpPr/>
            <p:nvPr/>
          </p:nvSpPr>
          <p:spPr>
            <a:xfrm>
              <a:off x="1199187" y="2038442"/>
              <a:ext cx="12049831" cy="2091013"/>
            </a:xfrm>
            <a:custGeom>
              <a:avLst/>
              <a:pathLst>
                <a:path w="12049831" h="2091013">
                  <a:moveTo>
                    <a:pt x="12049831" y="2091013"/>
                  </a:moveTo>
                  <a:lnTo>
                    <a:pt x="11054891" y="2091013"/>
                  </a:lnTo>
                  <a:lnTo>
                    <a:pt x="11053767" y="2090989"/>
                  </a:lnTo>
                  <a:lnTo>
                    <a:pt x="11046349" y="2090819"/>
                  </a:lnTo>
                  <a:lnTo>
                    <a:pt x="11027544" y="2090349"/>
                  </a:lnTo>
                  <a:lnTo>
                    <a:pt x="10993665" y="2089424"/>
                  </a:lnTo>
                  <a:lnTo>
                    <a:pt x="10942640" y="2087896"/>
                  </a:lnTo>
                  <a:lnTo>
                    <a:pt x="10874174" y="2085636"/>
                  </a:lnTo>
                  <a:lnTo>
                    <a:pt x="10789691" y="2082552"/>
                  </a:lnTo>
                  <a:lnTo>
                    <a:pt x="10692020" y="2078586"/>
                  </a:lnTo>
                  <a:lnTo>
                    <a:pt x="10584886" y="2073716"/>
                  </a:lnTo>
                  <a:lnTo>
                    <a:pt x="10472320" y="2067948"/>
                  </a:lnTo>
                  <a:lnTo>
                    <a:pt x="10358135" y="2061297"/>
                  </a:lnTo>
                  <a:lnTo>
                    <a:pt x="10245556" y="2053782"/>
                  </a:lnTo>
                  <a:lnTo>
                    <a:pt x="10137040" y="2045407"/>
                  </a:lnTo>
                  <a:lnTo>
                    <a:pt x="10034241" y="2036157"/>
                  </a:lnTo>
                  <a:lnTo>
                    <a:pt x="9938099" y="2025989"/>
                  </a:lnTo>
                  <a:lnTo>
                    <a:pt x="9848963" y="2014836"/>
                  </a:lnTo>
                  <a:lnTo>
                    <a:pt x="9766744" y="2002599"/>
                  </a:lnTo>
                  <a:lnTo>
                    <a:pt x="9691042" y="1989156"/>
                  </a:lnTo>
                  <a:lnTo>
                    <a:pt x="9621260" y="1974360"/>
                  </a:lnTo>
                  <a:lnTo>
                    <a:pt x="9556685" y="1958046"/>
                  </a:lnTo>
                  <a:lnTo>
                    <a:pt x="9496552" y="1940045"/>
                  </a:lnTo>
                  <a:lnTo>
                    <a:pt x="9440093" y="1920193"/>
                  </a:lnTo>
                  <a:lnTo>
                    <a:pt x="9386574" y="1898367"/>
                  </a:lnTo>
                  <a:lnTo>
                    <a:pt x="9347647" y="1880514"/>
                  </a:lnTo>
                  <a:lnTo>
                    <a:pt x="9292438" y="1852258"/>
                  </a:lnTo>
                  <a:lnTo>
                    <a:pt x="9238832" y="1821459"/>
                  </a:lnTo>
                  <a:lnTo>
                    <a:pt x="9186295" y="1788071"/>
                  </a:lnTo>
                  <a:lnTo>
                    <a:pt x="9134418" y="1752113"/>
                  </a:lnTo>
                  <a:lnTo>
                    <a:pt x="9082898" y="1713678"/>
                  </a:lnTo>
                  <a:lnTo>
                    <a:pt x="9031521" y="1672939"/>
                  </a:lnTo>
                  <a:lnTo>
                    <a:pt x="8980146" y="1630149"/>
                  </a:lnTo>
                  <a:lnTo>
                    <a:pt x="8928700" y="1585639"/>
                  </a:lnTo>
                  <a:lnTo>
                    <a:pt x="8877159" y="1539811"/>
                  </a:lnTo>
                  <a:lnTo>
                    <a:pt x="8825540" y="1493123"/>
                  </a:lnTo>
                  <a:lnTo>
                    <a:pt x="8773883" y="1446069"/>
                  </a:lnTo>
                  <a:lnTo>
                    <a:pt x="8722241" y="1399161"/>
                  </a:lnTo>
                  <a:lnTo>
                    <a:pt x="8670663" y="1352906"/>
                  </a:lnTo>
                  <a:lnTo>
                    <a:pt x="8619176" y="1307778"/>
                  </a:lnTo>
                  <a:lnTo>
                    <a:pt x="8567777" y="1264206"/>
                  </a:lnTo>
                  <a:lnTo>
                    <a:pt x="8516414" y="1222552"/>
                  </a:lnTo>
                  <a:lnTo>
                    <a:pt x="8464976" y="1183103"/>
                  </a:lnTo>
                  <a:lnTo>
                    <a:pt x="8413284" y="1146067"/>
                  </a:lnTo>
                  <a:lnTo>
                    <a:pt x="8361074" y="1111571"/>
                  </a:lnTo>
                  <a:lnTo>
                    <a:pt x="8307984" y="1079663"/>
                  </a:lnTo>
                  <a:lnTo>
                    <a:pt x="8253537" y="1050327"/>
                  </a:lnTo>
                  <a:lnTo>
                    <a:pt x="8229629" y="1038518"/>
                  </a:lnTo>
                  <a:lnTo>
                    <a:pt x="8177893" y="1015160"/>
                  </a:lnTo>
                  <a:lnTo>
                    <a:pt x="8123722" y="993823"/>
                  </a:lnTo>
                  <a:lnTo>
                    <a:pt x="8066436" y="974435"/>
                  </a:lnTo>
                  <a:lnTo>
                    <a:pt x="8005292" y="956861"/>
                  </a:lnTo>
                  <a:lnTo>
                    <a:pt x="7939517" y="940933"/>
                  </a:lnTo>
                  <a:lnTo>
                    <a:pt x="7868355" y="926481"/>
                  </a:lnTo>
                  <a:lnTo>
                    <a:pt x="7791114" y="913345"/>
                  </a:lnTo>
                  <a:lnTo>
                    <a:pt x="7707236" y="901382"/>
                  </a:lnTo>
                  <a:lnTo>
                    <a:pt x="7616387" y="890477"/>
                  </a:lnTo>
                  <a:lnTo>
                    <a:pt x="7518570" y="880538"/>
                  </a:lnTo>
                  <a:lnTo>
                    <a:pt x="7414266" y="871504"/>
                  </a:lnTo>
                  <a:lnTo>
                    <a:pt x="7304577" y="863339"/>
                  </a:lnTo>
                  <a:lnTo>
                    <a:pt x="7191349" y="856034"/>
                  </a:lnTo>
                  <a:lnTo>
                    <a:pt x="7077234" y="849597"/>
                  </a:lnTo>
                  <a:lnTo>
                    <a:pt x="6965625" y="844046"/>
                  </a:lnTo>
                  <a:lnTo>
                    <a:pt x="6860428" y="839397"/>
                  </a:lnTo>
                  <a:lnTo>
                    <a:pt x="6765653" y="835649"/>
                  </a:lnTo>
                  <a:lnTo>
                    <a:pt x="6684858" y="832772"/>
                  </a:lnTo>
                  <a:lnTo>
                    <a:pt x="6620575" y="830701"/>
                  </a:lnTo>
                  <a:lnTo>
                    <a:pt x="6573825" y="829332"/>
                  </a:lnTo>
                  <a:lnTo>
                    <a:pt x="6543875" y="828532"/>
                  </a:lnTo>
                  <a:lnTo>
                    <a:pt x="6528243" y="828150"/>
                  </a:lnTo>
                  <a:lnTo>
                    <a:pt x="6522878" y="828030"/>
                  </a:lnTo>
                  <a:lnTo>
                    <a:pt x="6522385" y="828020"/>
                  </a:lnTo>
                  <a:lnTo>
                    <a:pt x="5527445" y="828020"/>
                  </a:lnTo>
                  <a:lnTo>
                    <a:pt x="5526314" y="828004"/>
                  </a:lnTo>
                  <a:lnTo>
                    <a:pt x="5518850" y="827892"/>
                  </a:lnTo>
                  <a:lnTo>
                    <a:pt x="5499932" y="827582"/>
                  </a:lnTo>
                  <a:lnTo>
                    <a:pt x="5465855" y="826972"/>
                  </a:lnTo>
                  <a:lnTo>
                    <a:pt x="5414551" y="825963"/>
                  </a:lnTo>
                  <a:lnTo>
                    <a:pt x="5345738" y="824473"/>
                  </a:lnTo>
                  <a:lnTo>
                    <a:pt x="5260867" y="822438"/>
                  </a:lnTo>
                  <a:lnTo>
                    <a:pt x="5162803" y="819823"/>
                  </a:lnTo>
                  <a:lnTo>
                    <a:pt x="5055305" y="816613"/>
                  </a:lnTo>
                  <a:lnTo>
                    <a:pt x="4942428" y="812811"/>
                  </a:lnTo>
                  <a:lnTo>
                    <a:pt x="4828002" y="808429"/>
                  </a:lnTo>
                  <a:lnTo>
                    <a:pt x="4715256" y="803477"/>
                  </a:lnTo>
                  <a:lnTo>
                    <a:pt x="4606643" y="797960"/>
                  </a:lnTo>
                  <a:lnTo>
                    <a:pt x="4503807" y="791865"/>
                  </a:lnTo>
                  <a:lnTo>
                    <a:pt x="4407674" y="785165"/>
                  </a:lnTo>
                  <a:lnTo>
                    <a:pt x="4318581" y="777815"/>
                  </a:lnTo>
                  <a:lnTo>
                    <a:pt x="4236425" y="769749"/>
                  </a:lnTo>
                  <a:lnTo>
                    <a:pt x="4160795" y="760885"/>
                  </a:lnTo>
                  <a:lnTo>
                    <a:pt x="4091085" y="751126"/>
                  </a:lnTo>
                  <a:lnTo>
                    <a:pt x="4026573" y="740364"/>
                  </a:lnTo>
                  <a:lnTo>
                    <a:pt x="3966489" y="728485"/>
                  </a:lnTo>
                  <a:lnTo>
                    <a:pt x="3910059" y="715384"/>
                  </a:lnTo>
                  <a:lnTo>
                    <a:pt x="3856550" y="700980"/>
                  </a:lnTo>
                  <a:lnTo>
                    <a:pt x="3820202" y="690016"/>
                  </a:lnTo>
                  <a:lnTo>
                    <a:pt x="3761764" y="670338"/>
                  </a:lnTo>
                  <a:lnTo>
                    <a:pt x="3705089" y="648785"/>
                  </a:lnTo>
                  <a:lnTo>
                    <a:pt x="3649554" y="625326"/>
                  </a:lnTo>
                  <a:lnTo>
                    <a:pt x="3594691" y="599985"/>
                  </a:lnTo>
                  <a:lnTo>
                    <a:pt x="3540165" y="572846"/>
                  </a:lnTo>
                  <a:lnTo>
                    <a:pt x="3485745" y="544062"/>
                  </a:lnTo>
                  <a:lnTo>
                    <a:pt x="3431291" y="513849"/>
                  </a:lnTo>
                  <a:lnTo>
                    <a:pt x="3376740" y="482489"/>
                  </a:lnTo>
                  <a:lnTo>
                    <a:pt x="3322087" y="450315"/>
                  </a:lnTo>
                  <a:lnTo>
                    <a:pt x="3267368" y="417700"/>
                  </a:lnTo>
                  <a:lnTo>
                    <a:pt x="3212643" y="385040"/>
                  </a:lnTo>
                  <a:lnTo>
                    <a:pt x="3157971" y="352733"/>
                  </a:lnTo>
                  <a:lnTo>
                    <a:pt x="3103395" y="321158"/>
                  </a:lnTo>
                  <a:lnTo>
                    <a:pt x="3048923" y="290660"/>
                  </a:lnTo>
                  <a:lnTo>
                    <a:pt x="2994504" y="261532"/>
                  </a:lnTo>
                  <a:lnTo>
                    <a:pt x="2940018" y="234006"/>
                  </a:lnTo>
                  <a:lnTo>
                    <a:pt x="2885257" y="208249"/>
                  </a:lnTo>
                  <a:lnTo>
                    <a:pt x="2829909" y="184361"/>
                  </a:lnTo>
                  <a:lnTo>
                    <a:pt x="2773540" y="162379"/>
                  </a:lnTo>
                  <a:lnTo>
                    <a:pt x="2715564" y="142283"/>
                  </a:lnTo>
                  <a:lnTo>
                    <a:pt x="2702183" y="138003"/>
                  </a:lnTo>
                  <a:lnTo>
                    <a:pt x="2650334" y="122657"/>
                  </a:lnTo>
                  <a:lnTo>
                    <a:pt x="2596037" y="108643"/>
                  </a:lnTo>
                  <a:lnTo>
                    <a:pt x="2538610" y="95912"/>
                  </a:lnTo>
                  <a:lnTo>
                    <a:pt x="2477302" y="84374"/>
                  </a:lnTo>
                  <a:lnTo>
                    <a:pt x="2411338" y="73919"/>
                  </a:lnTo>
                  <a:lnTo>
                    <a:pt x="2339955" y="64435"/>
                  </a:lnTo>
                  <a:lnTo>
                    <a:pt x="2262459" y="55815"/>
                  </a:lnTo>
                  <a:lnTo>
                    <a:pt x="2178290" y="47968"/>
                  </a:lnTo>
                  <a:lnTo>
                    <a:pt x="2087117" y="40815"/>
                  </a:lnTo>
                  <a:lnTo>
                    <a:pt x="1988951" y="34298"/>
                  </a:lnTo>
                  <a:lnTo>
                    <a:pt x="1884287" y="28375"/>
                  </a:lnTo>
                  <a:lnTo>
                    <a:pt x="1774250" y="23025"/>
                  </a:lnTo>
                  <a:lnTo>
                    <a:pt x="1660718" y="18240"/>
                  </a:lnTo>
                  <a:lnTo>
                    <a:pt x="1546380" y="14027"/>
                  </a:lnTo>
                  <a:lnTo>
                    <a:pt x="1434671" y="10399"/>
                  </a:lnTo>
                  <a:lnTo>
                    <a:pt x="1329533" y="7364"/>
                  </a:lnTo>
                  <a:lnTo>
                    <a:pt x="1234994" y="4923"/>
                  </a:lnTo>
                  <a:lnTo>
                    <a:pt x="1154611" y="3053"/>
                  </a:lnTo>
                  <a:lnTo>
                    <a:pt x="1090879" y="1712"/>
                  </a:lnTo>
                  <a:lnTo>
                    <a:pt x="1044760" y="830"/>
                  </a:lnTo>
                  <a:lnTo>
                    <a:pt x="1015442" y="319"/>
                  </a:lnTo>
                  <a:lnTo>
                    <a:pt x="1000350" y="78"/>
                  </a:lnTo>
                  <a:lnTo>
                    <a:pt x="995343" y="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" name="pg98"/>
            <p:cNvSpPr/>
            <p:nvPr/>
          </p:nvSpPr>
          <p:spPr>
            <a:xfrm>
              <a:off x="1199187" y="2048923"/>
              <a:ext cx="12049831" cy="2410691"/>
            </a:xfrm>
            <a:custGeom>
              <a:avLst/>
              <a:pathLst>
                <a:path w="12049831" h="2410691">
                  <a:moveTo>
                    <a:pt x="0" y="5240"/>
                  </a:moveTo>
                  <a:lnTo>
                    <a:pt x="994940" y="5240"/>
                  </a:lnTo>
                  <a:lnTo>
                    <a:pt x="996071" y="5256"/>
                  </a:lnTo>
                  <a:lnTo>
                    <a:pt x="1003535" y="5369"/>
                  </a:lnTo>
                  <a:lnTo>
                    <a:pt x="1022452" y="5680"/>
                  </a:lnTo>
                  <a:lnTo>
                    <a:pt x="1056526" y="6295"/>
                  </a:lnTo>
                  <a:lnTo>
                    <a:pt x="1107828" y="7310"/>
                  </a:lnTo>
                  <a:lnTo>
                    <a:pt x="1176638" y="8810"/>
                  </a:lnTo>
                  <a:lnTo>
                    <a:pt x="1261505" y="10857"/>
                  </a:lnTo>
                  <a:lnTo>
                    <a:pt x="1359565" y="13488"/>
                  </a:lnTo>
                  <a:lnTo>
                    <a:pt x="1467060" y="16719"/>
                  </a:lnTo>
                  <a:lnTo>
                    <a:pt x="1579933" y="20544"/>
                  </a:lnTo>
                  <a:lnTo>
                    <a:pt x="1694357" y="24954"/>
                  </a:lnTo>
                  <a:lnTo>
                    <a:pt x="1807101" y="29937"/>
                  </a:lnTo>
                  <a:lnTo>
                    <a:pt x="1915714" y="35489"/>
                  </a:lnTo>
                  <a:lnTo>
                    <a:pt x="2018549" y="41622"/>
                  </a:lnTo>
                  <a:lnTo>
                    <a:pt x="2114682" y="48364"/>
                  </a:lnTo>
                  <a:lnTo>
                    <a:pt x="2203776" y="55760"/>
                  </a:lnTo>
                  <a:lnTo>
                    <a:pt x="2285933" y="63877"/>
                  </a:lnTo>
                  <a:lnTo>
                    <a:pt x="2361563" y="72796"/>
                  </a:lnTo>
                  <a:lnTo>
                    <a:pt x="2431274" y="82616"/>
                  </a:lnTo>
                  <a:lnTo>
                    <a:pt x="2495787" y="93446"/>
                  </a:lnTo>
                  <a:lnTo>
                    <a:pt x="2555871" y="105399"/>
                  </a:lnTo>
                  <a:lnTo>
                    <a:pt x="2612301" y="118582"/>
                  </a:lnTo>
                  <a:lnTo>
                    <a:pt x="2665810" y="133077"/>
                  </a:lnTo>
                  <a:lnTo>
                    <a:pt x="2702183" y="144117"/>
                  </a:lnTo>
                  <a:lnTo>
                    <a:pt x="2760585" y="163907"/>
                  </a:lnTo>
                  <a:lnTo>
                    <a:pt x="2817226" y="185581"/>
                  </a:lnTo>
                  <a:lnTo>
                    <a:pt x="2872729" y="209171"/>
                  </a:lnTo>
                  <a:lnTo>
                    <a:pt x="2927558" y="234653"/>
                  </a:lnTo>
                  <a:lnTo>
                    <a:pt x="2982051" y="261941"/>
                  </a:lnTo>
                  <a:lnTo>
                    <a:pt x="3036438" y="290884"/>
                  </a:lnTo>
                  <a:lnTo>
                    <a:pt x="3090857" y="321264"/>
                  </a:lnTo>
                  <a:lnTo>
                    <a:pt x="3145374" y="352798"/>
                  </a:lnTo>
                  <a:lnTo>
                    <a:pt x="3199992" y="385153"/>
                  </a:lnTo>
                  <a:lnTo>
                    <a:pt x="3254677" y="417952"/>
                  </a:lnTo>
                  <a:lnTo>
                    <a:pt x="3309368" y="450800"/>
                  </a:lnTo>
                  <a:lnTo>
                    <a:pt x="3364007" y="483295"/>
                  </a:lnTo>
                  <a:lnTo>
                    <a:pt x="3418549" y="515057"/>
                  </a:lnTo>
                  <a:lnTo>
                    <a:pt x="3472989" y="545740"/>
                  </a:lnTo>
                  <a:lnTo>
                    <a:pt x="3527374" y="575047"/>
                  </a:lnTo>
                  <a:lnTo>
                    <a:pt x="3581824" y="602747"/>
                  </a:lnTo>
                  <a:lnTo>
                    <a:pt x="3636547" y="628669"/>
                  </a:lnTo>
                  <a:lnTo>
                    <a:pt x="3691852" y="652714"/>
                  </a:lnTo>
                  <a:lnTo>
                    <a:pt x="3748172" y="674843"/>
                  </a:lnTo>
                  <a:lnTo>
                    <a:pt x="3806088" y="695077"/>
                  </a:lnTo>
                  <a:lnTo>
                    <a:pt x="3820202" y="699624"/>
                  </a:lnTo>
                  <a:lnTo>
                    <a:pt x="3872050" y="715067"/>
                  </a:lnTo>
                  <a:lnTo>
                    <a:pt x="3926346" y="729169"/>
                  </a:lnTo>
                  <a:lnTo>
                    <a:pt x="3983771" y="741981"/>
                  </a:lnTo>
                  <a:lnTo>
                    <a:pt x="4045077" y="753592"/>
                  </a:lnTo>
                  <a:lnTo>
                    <a:pt x="4111040" y="764113"/>
                  </a:lnTo>
                  <a:lnTo>
                    <a:pt x="4182421" y="773657"/>
                  </a:lnTo>
                  <a:lnTo>
                    <a:pt x="4259915" y="782331"/>
                  </a:lnTo>
                  <a:lnTo>
                    <a:pt x="4344080" y="790228"/>
                  </a:lnTo>
                  <a:lnTo>
                    <a:pt x="4435250" y="797426"/>
                  </a:lnTo>
                  <a:lnTo>
                    <a:pt x="4533413" y="803984"/>
                  </a:lnTo>
                  <a:lnTo>
                    <a:pt x="4638074" y="809945"/>
                  </a:lnTo>
                  <a:lnTo>
                    <a:pt x="4748108" y="815329"/>
                  </a:lnTo>
                  <a:lnTo>
                    <a:pt x="4861637" y="820144"/>
                  </a:lnTo>
                  <a:lnTo>
                    <a:pt x="4975972" y="824383"/>
                  </a:lnTo>
                  <a:lnTo>
                    <a:pt x="5087680" y="828035"/>
                  </a:lnTo>
                  <a:lnTo>
                    <a:pt x="5192819" y="831089"/>
                  </a:lnTo>
                  <a:lnTo>
                    <a:pt x="5287360" y="833546"/>
                  </a:lnTo>
                  <a:lnTo>
                    <a:pt x="5367747" y="835427"/>
                  </a:lnTo>
                  <a:lnTo>
                    <a:pt x="5431485" y="836777"/>
                  </a:lnTo>
                  <a:lnTo>
                    <a:pt x="5477610" y="837665"/>
                  </a:lnTo>
                  <a:lnTo>
                    <a:pt x="5506934" y="838179"/>
                  </a:lnTo>
                  <a:lnTo>
                    <a:pt x="5522031" y="838421"/>
                  </a:lnTo>
                  <a:lnTo>
                    <a:pt x="5527041" y="838495"/>
                  </a:lnTo>
                  <a:lnTo>
                    <a:pt x="5527445" y="838501"/>
                  </a:lnTo>
                  <a:lnTo>
                    <a:pt x="6522385" y="838501"/>
                  </a:lnTo>
                  <a:lnTo>
                    <a:pt x="6523503" y="838530"/>
                  </a:lnTo>
                  <a:lnTo>
                    <a:pt x="6530877" y="838741"/>
                  </a:lnTo>
                  <a:lnTo>
                    <a:pt x="6549574" y="839321"/>
                  </a:lnTo>
                  <a:lnTo>
                    <a:pt x="6583267" y="840466"/>
                  </a:lnTo>
                  <a:lnTo>
                    <a:pt x="6634025" y="842357"/>
                  </a:lnTo>
                  <a:lnTo>
                    <a:pt x="6702160" y="845153"/>
                  </a:lnTo>
                  <a:lnTo>
                    <a:pt x="6786274" y="848970"/>
                  </a:lnTo>
                  <a:lnTo>
                    <a:pt x="6883570" y="853880"/>
                  </a:lnTo>
                  <a:lnTo>
                    <a:pt x="6990355" y="859910"/>
                  </a:lnTo>
                  <a:lnTo>
                    <a:pt x="7102624" y="867054"/>
                  </a:lnTo>
                  <a:lnTo>
                    <a:pt x="7216578" y="875292"/>
                  </a:lnTo>
                  <a:lnTo>
                    <a:pt x="7328995" y="884603"/>
                  </a:lnTo>
                  <a:lnTo>
                    <a:pt x="7437418" y="894979"/>
                  </a:lnTo>
                  <a:lnTo>
                    <a:pt x="7540179" y="906441"/>
                  </a:lnTo>
                  <a:lnTo>
                    <a:pt x="7636330" y="919036"/>
                  </a:lnTo>
                  <a:lnTo>
                    <a:pt x="7725505" y="932851"/>
                  </a:lnTo>
                  <a:lnTo>
                    <a:pt x="7807784" y="948005"/>
                  </a:lnTo>
                  <a:lnTo>
                    <a:pt x="7883554" y="964648"/>
                  </a:lnTo>
                  <a:lnTo>
                    <a:pt x="7953405" y="982962"/>
                  </a:lnTo>
                  <a:lnTo>
                    <a:pt x="8018040" y="1003148"/>
                  </a:lnTo>
                  <a:lnTo>
                    <a:pt x="8078220" y="1025418"/>
                  </a:lnTo>
                  <a:lnTo>
                    <a:pt x="8134710" y="1049974"/>
                  </a:lnTo>
                  <a:lnTo>
                    <a:pt x="8188239" y="1076974"/>
                  </a:lnTo>
                  <a:lnTo>
                    <a:pt x="8229629" y="1100533"/>
                  </a:lnTo>
                  <a:lnTo>
                    <a:pt x="8282430" y="1134080"/>
                  </a:lnTo>
                  <a:lnTo>
                    <a:pt x="8333741" y="1170515"/>
                  </a:lnTo>
                  <a:lnTo>
                    <a:pt x="8384040" y="1209893"/>
                  </a:lnTo>
                  <a:lnTo>
                    <a:pt x="8433692" y="1252200"/>
                  </a:lnTo>
                  <a:lnTo>
                    <a:pt x="8482976" y="1297349"/>
                  </a:lnTo>
                  <a:lnTo>
                    <a:pt x="8532093" y="1345170"/>
                  </a:lnTo>
                  <a:lnTo>
                    <a:pt x="8581180" y="1395409"/>
                  </a:lnTo>
                  <a:lnTo>
                    <a:pt x="8630318" y="1447729"/>
                  </a:lnTo>
                  <a:lnTo>
                    <a:pt x="8679540" y="1501718"/>
                  </a:lnTo>
                  <a:lnTo>
                    <a:pt x="8728843" y="1556901"/>
                  </a:lnTo>
                  <a:lnTo>
                    <a:pt x="8778199" y="1612752"/>
                  </a:lnTo>
                  <a:lnTo>
                    <a:pt x="8827565" y="1668722"/>
                  </a:lnTo>
                  <a:lnTo>
                    <a:pt x="8876895" y="1724253"/>
                  </a:lnTo>
                  <a:lnTo>
                    <a:pt x="8926153" y="1778809"/>
                  </a:lnTo>
                  <a:lnTo>
                    <a:pt x="8975325" y="1831889"/>
                  </a:lnTo>
                  <a:lnTo>
                    <a:pt x="9024427" y="1883054"/>
                  </a:lnTo>
                  <a:lnTo>
                    <a:pt x="9073518" y="1931933"/>
                  </a:lnTo>
                  <a:lnTo>
                    <a:pt x="9122711" y="1978237"/>
                  </a:lnTo>
                  <a:lnTo>
                    <a:pt x="9172178" y="2021762"/>
                  </a:lnTo>
                  <a:lnTo>
                    <a:pt x="9222164" y="2062384"/>
                  </a:lnTo>
                  <a:lnTo>
                    <a:pt x="9272996" y="2100061"/>
                  </a:lnTo>
                  <a:lnTo>
                    <a:pt x="9325101" y="2134819"/>
                  </a:lnTo>
                  <a:lnTo>
                    <a:pt x="9347647" y="2148659"/>
                  </a:lnTo>
                  <a:lnTo>
                    <a:pt x="9399275" y="2177680"/>
                  </a:lnTo>
                  <a:lnTo>
                    <a:pt x="9453327" y="2204194"/>
                  </a:lnTo>
                  <a:lnTo>
                    <a:pt x="9510478" y="2228290"/>
                  </a:lnTo>
                  <a:lnTo>
                    <a:pt x="9571466" y="2250137"/>
                  </a:lnTo>
                  <a:lnTo>
                    <a:pt x="9637060" y="2269942"/>
                  </a:lnTo>
                  <a:lnTo>
                    <a:pt x="9708012" y="2287915"/>
                  </a:lnTo>
                  <a:lnTo>
                    <a:pt x="9785010" y="2304254"/>
                  </a:lnTo>
                  <a:lnTo>
                    <a:pt x="9868611" y="2319135"/>
                  </a:lnTo>
                  <a:lnTo>
                    <a:pt x="9959153" y="2332704"/>
                  </a:lnTo>
                  <a:lnTo>
                    <a:pt x="10056637" y="2345074"/>
                  </a:lnTo>
                  <a:lnTo>
                    <a:pt x="10160598" y="2356320"/>
                  </a:lnTo>
                  <a:lnTo>
                    <a:pt x="10269954" y="2366488"/>
                  </a:lnTo>
                  <a:lnTo>
                    <a:pt x="10382889" y="2375591"/>
                  </a:lnTo>
                  <a:lnTo>
                    <a:pt x="10496789" y="2383618"/>
                  </a:lnTo>
                  <a:lnTo>
                    <a:pt x="10608299" y="2390546"/>
                  </a:lnTo>
                  <a:lnTo>
                    <a:pt x="10713547" y="2396357"/>
                  </a:lnTo>
                  <a:lnTo>
                    <a:pt x="10808542" y="2401051"/>
                  </a:lnTo>
                  <a:lnTo>
                    <a:pt x="10889723" y="2404662"/>
                  </a:lnTo>
                  <a:lnTo>
                    <a:pt x="10954528" y="2407270"/>
                  </a:lnTo>
                  <a:lnTo>
                    <a:pt x="11001879" y="2409003"/>
                  </a:lnTo>
                  <a:lnTo>
                    <a:pt x="11032432" y="2410022"/>
                  </a:lnTo>
                  <a:lnTo>
                    <a:pt x="11048586" y="2410516"/>
                  </a:lnTo>
                  <a:lnTo>
                    <a:pt x="11054302" y="2410676"/>
                  </a:lnTo>
                  <a:lnTo>
                    <a:pt x="11054891" y="2410691"/>
                  </a:lnTo>
                  <a:lnTo>
                    <a:pt x="12049831" y="2410691"/>
                  </a:lnTo>
                  <a:lnTo>
                    <a:pt x="12049831" y="2405451"/>
                  </a:lnTo>
                  <a:lnTo>
                    <a:pt x="11054891" y="2405451"/>
                  </a:lnTo>
                  <a:lnTo>
                    <a:pt x="11053774" y="2405421"/>
                  </a:lnTo>
                  <a:lnTo>
                    <a:pt x="11046399" y="2405211"/>
                  </a:lnTo>
                  <a:lnTo>
                    <a:pt x="11027703" y="2404630"/>
                  </a:lnTo>
                  <a:lnTo>
                    <a:pt x="10994010" y="2403486"/>
                  </a:lnTo>
                  <a:lnTo>
                    <a:pt x="10943251" y="2401594"/>
                  </a:lnTo>
                  <a:lnTo>
                    <a:pt x="10875117" y="2398799"/>
                  </a:lnTo>
                  <a:lnTo>
                    <a:pt x="10791002" y="2394981"/>
                  </a:lnTo>
                  <a:lnTo>
                    <a:pt x="10693706" y="2390072"/>
                  </a:lnTo>
                  <a:lnTo>
                    <a:pt x="10586921" y="2384042"/>
                  </a:lnTo>
                  <a:lnTo>
                    <a:pt x="10474653" y="2376897"/>
                  </a:lnTo>
                  <a:lnTo>
                    <a:pt x="10360699" y="2368659"/>
                  </a:lnTo>
                  <a:lnTo>
                    <a:pt x="10248281" y="2359349"/>
                  </a:lnTo>
                  <a:lnTo>
                    <a:pt x="10139859" y="2348972"/>
                  </a:lnTo>
                  <a:lnTo>
                    <a:pt x="10037097" y="2337511"/>
                  </a:lnTo>
                  <a:lnTo>
                    <a:pt x="9940947" y="2324915"/>
                  </a:lnTo>
                  <a:lnTo>
                    <a:pt x="9851771" y="2311100"/>
                  </a:lnTo>
                  <a:lnTo>
                    <a:pt x="9769492" y="2295947"/>
                  </a:lnTo>
                  <a:lnTo>
                    <a:pt x="9693722" y="2279304"/>
                  </a:lnTo>
                  <a:lnTo>
                    <a:pt x="9623872" y="2260990"/>
                  </a:lnTo>
                  <a:lnTo>
                    <a:pt x="9559236" y="2240804"/>
                  </a:lnTo>
                  <a:lnTo>
                    <a:pt x="9499056" y="2218533"/>
                  </a:lnTo>
                  <a:lnTo>
                    <a:pt x="9442567" y="2193977"/>
                  </a:lnTo>
                  <a:lnTo>
                    <a:pt x="9389037" y="2166978"/>
                  </a:lnTo>
                  <a:lnTo>
                    <a:pt x="9347647" y="2143419"/>
                  </a:lnTo>
                  <a:lnTo>
                    <a:pt x="9294847" y="2109872"/>
                  </a:lnTo>
                  <a:lnTo>
                    <a:pt x="9243535" y="2073437"/>
                  </a:lnTo>
                  <a:lnTo>
                    <a:pt x="9193237" y="2034059"/>
                  </a:lnTo>
                  <a:lnTo>
                    <a:pt x="9143585" y="1991751"/>
                  </a:lnTo>
                  <a:lnTo>
                    <a:pt x="9094301" y="1946602"/>
                  </a:lnTo>
                  <a:lnTo>
                    <a:pt x="9045183" y="1898781"/>
                  </a:lnTo>
                  <a:lnTo>
                    <a:pt x="8996096" y="1848543"/>
                  </a:lnTo>
                  <a:lnTo>
                    <a:pt x="8946958" y="1796223"/>
                  </a:lnTo>
                  <a:lnTo>
                    <a:pt x="8897737" y="1742233"/>
                  </a:lnTo>
                  <a:lnTo>
                    <a:pt x="8848433" y="1687051"/>
                  </a:lnTo>
                  <a:lnTo>
                    <a:pt x="8799077" y="1631199"/>
                  </a:lnTo>
                  <a:lnTo>
                    <a:pt x="8749711" y="1575230"/>
                  </a:lnTo>
                  <a:lnTo>
                    <a:pt x="8700381" y="1519698"/>
                  </a:lnTo>
                  <a:lnTo>
                    <a:pt x="8651123" y="1465143"/>
                  </a:lnTo>
                  <a:lnTo>
                    <a:pt x="8601952" y="1412063"/>
                  </a:lnTo>
                  <a:lnTo>
                    <a:pt x="8552850" y="1360898"/>
                  </a:lnTo>
                  <a:lnTo>
                    <a:pt x="8503758" y="1312019"/>
                  </a:lnTo>
                  <a:lnTo>
                    <a:pt x="8454565" y="1265714"/>
                  </a:lnTo>
                  <a:lnTo>
                    <a:pt x="8405098" y="1222190"/>
                  </a:lnTo>
                  <a:lnTo>
                    <a:pt x="8355112" y="1181567"/>
                  </a:lnTo>
                  <a:lnTo>
                    <a:pt x="8304281" y="1143890"/>
                  </a:lnTo>
                  <a:lnTo>
                    <a:pt x="8252176" y="1109133"/>
                  </a:lnTo>
                  <a:lnTo>
                    <a:pt x="8229629" y="1095292"/>
                  </a:lnTo>
                  <a:lnTo>
                    <a:pt x="8178001" y="1066271"/>
                  </a:lnTo>
                  <a:lnTo>
                    <a:pt x="8123949" y="1039758"/>
                  </a:lnTo>
                  <a:lnTo>
                    <a:pt x="8066799" y="1015662"/>
                  </a:lnTo>
                  <a:lnTo>
                    <a:pt x="8005810" y="993814"/>
                  </a:lnTo>
                  <a:lnTo>
                    <a:pt x="7940217" y="974009"/>
                  </a:lnTo>
                  <a:lnTo>
                    <a:pt x="7869265" y="956037"/>
                  </a:lnTo>
                  <a:lnTo>
                    <a:pt x="7792267" y="939697"/>
                  </a:lnTo>
                  <a:lnTo>
                    <a:pt x="7708665" y="924816"/>
                  </a:lnTo>
                  <a:lnTo>
                    <a:pt x="7618124" y="911247"/>
                  </a:lnTo>
                  <a:lnTo>
                    <a:pt x="7520639" y="898878"/>
                  </a:lnTo>
                  <a:lnTo>
                    <a:pt x="7416679" y="887631"/>
                  </a:lnTo>
                  <a:lnTo>
                    <a:pt x="7307322" y="877463"/>
                  </a:lnTo>
                  <a:lnTo>
                    <a:pt x="7194387" y="868361"/>
                  </a:lnTo>
                  <a:lnTo>
                    <a:pt x="7080487" y="860334"/>
                  </a:lnTo>
                  <a:lnTo>
                    <a:pt x="6968977" y="853405"/>
                  </a:lnTo>
                  <a:lnTo>
                    <a:pt x="6863730" y="847594"/>
                  </a:lnTo>
                  <a:lnTo>
                    <a:pt x="6768734" y="842901"/>
                  </a:lnTo>
                  <a:lnTo>
                    <a:pt x="6687554" y="839290"/>
                  </a:lnTo>
                  <a:lnTo>
                    <a:pt x="6622748" y="836681"/>
                  </a:lnTo>
                  <a:lnTo>
                    <a:pt x="6575398" y="834949"/>
                  </a:lnTo>
                  <a:lnTo>
                    <a:pt x="6544845" y="833929"/>
                  </a:lnTo>
                  <a:lnTo>
                    <a:pt x="6528690" y="833436"/>
                  </a:lnTo>
                  <a:lnTo>
                    <a:pt x="6522974" y="833276"/>
                  </a:lnTo>
                  <a:lnTo>
                    <a:pt x="6522385" y="833260"/>
                  </a:lnTo>
                  <a:lnTo>
                    <a:pt x="5527445" y="833260"/>
                  </a:lnTo>
                  <a:lnTo>
                    <a:pt x="5526314" y="833244"/>
                  </a:lnTo>
                  <a:lnTo>
                    <a:pt x="5518850" y="833132"/>
                  </a:lnTo>
                  <a:lnTo>
                    <a:pt x="5499933" y="832820"/>
                  </a:lnTo>
                  <a:lnTo>
                    <a:pt x="5465859" y="832206"/>
                  </a:lnTo>
                  <a:lnTo>
                    <a:pt x="5414557" y="831191"/>
                  </a:lnTo>
                  <a:lnTo>
                    <a:pt x="5345747" y="829691"/>
                  </a:lnTo>
                  <a:lnTo>
                    <a:pt x="5260880" y="827644"/>
                  </a:lnTo>
                  <a:lnTo>
                    <a:pt x="5162820" y="825012"/>
                  </a:lnTo>
                  <a:lnTo>
                    <a:pt x="5055325" y="821782"/>
                  </a:lnTo>
                  <a:lnTo>
                    <a:pt x="4942452" y="817956"/>
                  </a:lnTo>
                  <a:lnTo>
                    <a:pt x="4828028" y="813546"/>
                  </a:lnTo>
                  <a:lnTo>
                    <a:pt x="4715284" y="808564"/>
                  </a:lnTo>
                  <a:lnTo>
                    <a:pt x="4606671" y="803012"/>
                  </a:lnTo>
                  <a:lnTo>
                    <a:pt x="4503836" y="796879"/>
                  </a:lnTo>
                  <a:lnTo>
                    <a:pt x="4407703" y="790137"/>
                  </a:lnTo>
                  <a:lnTo>
                    <a:pt x="4318609" y="782740"/>
                  </a:lnTo>
                  <a:lnTo>
                    <a:pt x="4236452" y="774624"/>
                  </a:lnTo>
                  <a:lnTo>
                    <a:pt x="4160822" y="765704"/>
                  </a:lnTo>
                  <a:lnTo>
                    <a:pt x="4091111" y="755884"/>
                  </a:lnTo>
                  <a:lnTo>
                    <a:pt x="4026598" y="745054"/>
                  </a:lnTo>
                  <a:lnTo>
                    <a:pt x="3966514" y="733101"/>
                  </a:lnTo>
                  <a:lnTo>
                    <a:pt x="3910084" y="719918"/>
                  </a:lnTo>
                  <a:lnTo>
                    <a:pt x="3856575" y="705424"/>
                  </a:lnTo>
                  <a:lnTo>
                    <a:pt x="3820202" y="694384"/>
                  </a:lnTo>
                  <a:lnTo>
                    <a:pt x="3761800" y="674594"/>
                  </a:lnTo>
                  <a:lnTo>
                    <a:pt x="3705159" y="652919"/>
                  </a:lnTo>
                  <a:lnTo>
                    <a:pt x="3649656" y="629330"/>
                  </a:lnTo>
                  <a:lnTo>
                    <a:pt x="3594827" y="603848"/>
                  </a:lnTo>
                  <a:lnTo>
                    <a:pt x="3540334" y="576559"/>
                  </a:lnTo>
                  <a:lnTo>
                    <a:pt x="3485947" y="547616"/>
                  </a:lnTo>
                  <a:lnTo>
                    <a:pt x="3431528" y="517237"/>
                  </a:lnTo>
                  <a:lnTo>
                    <a:pt x="3377011" y="485702"/>
                  </a:lnTo>
                  <a:lnTo>
                    <a:pt x="3322393" y="453348"/>
                  </a:lnTo>
                  <a:lnTo>
                    <a:pt x="3267708" y="420548"/>
                  </a:lnTo>
                  <a:lnTo>
                    <a:pt x="3213017" y="387701"/>
                  </a:lnTo>
                  <a:lnTo>
                    <a:pt x="3158378" y="355205"/>
                  </a:lnTo>
                  <a:lnTo>
                    <a:pt x="3103836" y="323443"/>
                  </a:lnTo>
                  <a:lnTo>
                    <a:pt x="3049396" y="292761"/>
                  </a:lnTo>
                  <a:lnTo>
                    <a:pt x="2995011" y="263453"/>
                  </a:lnTo>
                  <a:lnTo>
                    <a:pt x="2940561" y="235754"/>
                  </a:lnTo>
                  <a:lnTo>
                    <a:pt x="2885838" y="209831"/>
                  </a:lnTo>
                  <a:lnTo>
                    <a:pt x="2830533" y="185787"/>
                  </a:lnTo>
                  <a:lnTo>
                    <a:pt x="2774213" y="163657"/>
                  </a:lnTo>
                  <a:lnTo>
                    <a:pt x="2716297" y="143424"/>
                  </a:lnTo>
                  <a:lnTo>
                    <a:pt x="2702183" y="138876"/>
                  </a:lnTo>
                  <a:lnTo>
                    <a:pt x="2650335" y="123434"/>
                  </a:lnTo>
                  <a:lnTo>
                    <a:pt x="2596039" y="109331"/>
                  </a:lnTo>
                  <a:lnTo>
                    <a:pt x="2538614" y="96520"/>
                  </a:lnTo>
                  <a:lnTo>
                    <a:pt x="2477308" y="84909"/>
                  </a:lnTo>
                  <a:lnTo>
                    <a:pt x="2411345" y="74388"/>
                  </a:lnTo>
                  <a:lnTo>
                    <a:pt x="2339964" y="64844"/>
                  </a:lnTo>
                  <a:lnTo>
                    <a:pt x="2262470" y="56170"/>
                  </a:lnTo>
                  <a:lnTo>
                    <a:pt x="2178305" y="48273"/>
                  </a:lnTo>
                  <a:lnTo>
                    <a:pt x="2087134" y="41075"/>
                  </a:lnTo>
                  <a:lnTo>
                    <a:pt x="1988972" y="34516"/>
                  </a:lnTo>
                  <a:lnTo>
                    <a:pt x="1884311" y="28556"/>
                  </a:lnTo>
                  <a:lnTo>
                    <a:pt x="1774277" y="23172"/>
                  </a:lnTo>
                  <a:lnTo>
                    <a:pt x="1660748" y="18357"/>
                  </a:lnTo>
                  <a:lnTo>
                    <a:pt x="1546413" y="14117"/>
                  </a:lnTo>
                  <a:lnTo>
                    <a:pt x="1434705" y="10466"/>
                  </a:lnTo>
                  <a:lnTo>
                    <a:pt x="1329566" y="7412"/>
                  </a:lnTo>
                  <a:lnTo>
                    <a:pt x="1235025" y="4954"/>
                  </a:lnTo>
                  <a:lnTo>
                    <a:pt x="1154638" y="3073"/>
                  </a:lnTo>
                  <a:lnTo>
                    <a:pt x="1090900" y="1724"/>
                  </a:lnTo>
                  <a:lnTo>
                    <a:pt x="1044775" y="836"/>
                  </a:lnTo>
                  <a:lnTo>
                    <a:pt x="1015451" y="321"/>
                  </a:lnTo>
                  <a:lnTo>
                    <a:pt x="1000354" y="79"/>
                  </a:lnTo>
                  <a:lnTo>
                    <a:pt x="995344" y="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0" name="pl99"/>
            <p:cNvSpPr/>
            <p:nvPr/>
          </p:nvSpPr>
          <p:spPr>
            <a:xfrm>
              <a:off x="1199187" y="2054164"/>
              <a:ext cx="12049831" cy="2405451"/>
            </a:xfrm>
            <a:custGeom>
              <a:avLst/>
              <a:pathLst>
                <a:path w="12049831" h="2405451">
                  <a:moveTo>
                    <a:pt x="0" y="0"/>
                  </a:moveTo>
                  <a:lnTo>
                    <a:pt x="994940" y="0"/>
                  </a:lnTo>
                  <a:lnTo>
                    <a:pt x="996071" y="15"/>
                  </a:lnTo>
                  <a:lnTo>
                    <a:pt x="1003535" y="128"/>
                  </a:lnTo>
                  <a:lnTo>
                    <a:pt x="1022452" y="440"/>
                  </a:lnTo>
                  <a:lnTo>
                    <a:pt x="1056526" y="1054"/>
                  </a:lnTo>
                  <a:lnTo>
                    <a:pt x="1107828" y="2069"/>
                  </a:lnTo>
                  <a:lnTo>
                    <a:pt x="1176638" y="3569"/>
                  </a:lnTo>
                  <a:lnTo>
                    <a:pt x="1261505" y="5616"/>
                  </a:lnTo>
                  <a:lnTo>
                    <a:pt x="1359565" y="8248"/>
                  </a:lnTo>
                  <a:lnTo>
                    <a:pt x="1467060" y="11478"/>
                  </a:lnTo>
                  <a:lnTo>
                    <a:pt x="1579933" y="15304"/>
                  </a:lnTo>
                  <a:lnTo>
                    <a:pt x="1694357" y="19713"/>
                  </a:lnTo>
                  <a:lnTo>
                    <a:pt x="1807101" y="24696"/>
                  </a:lnTo>
                  <a:lnTo>
                    <a:pt x="1915714" y="30248"/>
                  </a:lnTo>
                  <a:lnTo>
                    <a:pt x="2018549" y="36381"/>
                  </a:lnTo>
                  <a:lnTo>
                    <a:pt x="2114682" y="43123"/>
                  </a:lnTo>
                  <a:lnTo>
                    <a:pt x="2203776" y="50520"/>
                  </a:lnTo>
                  <a:lnTo>
                    <a:pt x="2285933" y="58636"/>
                  </a:lnTo>
                  <a:lnTo>
                    <a:pt x="2361563" y="67556"/>
                  </a:lnTo>
                  <a:lnTo>
                    <a:pt x="2431274" y="77376"/>
                  </a:lnTo>
                  <a:lnTo>
                    <a:pt x="2495787" y="88205"/>
                  </a:lnTo>
                  <a:lnTo>
                    <a:pt x="2555871" y="100158"/>
                  </a:lnTo>
                  <a:lnTo>
                    <a:pt x="2612301" y="113341"/>
                  </a:lnTo>
                  <a:lnTo>
                    <a:pt x="2665810" y="127836"/>
                  </a:lnTo>
                  <a:lnTo>
                    <a:pt x="2702183" y="138876"/>
                  </a:lnTo>
                  <a:lnTo>
                    <a:pt x="2760585" y="158666"/>
                  </a:lnTo>
                  <a:lnTo>
                    <a:pt x="2817226" y="180340"/>
                  </a:lnTo>
                  <a:lnTo>
                    <a:pt x="2872729" y="203930"/>
                  </a:lnTo>
                  <a:lnTo>
                    <a:pt x="2927558" y="229412"/>
                  </a:lnTo>
                  <a:lnTo>
                    <a:pt x="2982051" y="256700"/>
                  </a:lnTo>
                  <a:lnTo>
                    <a:pt x="3036438" y="285644"/>
                  </a:lnTo>
                  <a:lnTo>
                    <a:pt x="3090857" y="316023"/>
                  </a:lnTo>
                  <a:lnTo>
                    <a:pt x="3145374" y="347558"/>
                  </a:lnTo>
                  <a:lnTo>
                    <a:pt x="3199992" y="379912"/>
                  </a:lnTo>
                  <a:lnTo>
                    <a:pt x="3254677" y="412712"/>
                  </a:lnTo>
                  <a:lnTo>
                    <a:pt x="3309368" y="445559"/>
                  </a:lnTo>
                  <a:lnTo>
                    <a:pt x="3364007" y="478055"/>
                  </a:lnTo>
                  <a:lnTo>
                    <a:pt x="3418549" y="509817"/>
                  </a:lnTo>
                  <a:lnTo>
                    <a:pt x="3472989" y="540499"/>
                  </a:lnTo>
                  <a:lnTo>
                    <a:pt x="3527374" y="569807"/>
                  </a:lnTo>
                  <a:lnTo>
                    <a:pt x="3581824" y="597506"/>
                  </a:lnTo>
                  <a:lnTo>
                    <a:pt x="3636547" y="623428"/>
                  </a:lnTo>
                  <a:lnTo>
                    <a:pt x="3691852" y="647473"/>
                  </a:lnTo>
                  <a:lnTo>
                    <a:pt x="3748172" y="669603"/>
                  </a:lnTo>
                  <a:lnTo>
                    <a:pt x="3806088" y="689836"/>
                  </a:lnTo>
                  <a:lnTo>
                    <a:pt x="3820202" y="694384"/>
                  </a:lnTo>
                  <a:lnTo>
                    <a:pt x="3872050" y="709826"/>
                  </a:lnTo>
                  <a:lnTo>
                    <a:pt x="3926346" y="723929"/>
                  </a:lnTo>
                  <a:lnTo>
                    <a:pt x="3983771" y="736740"/>
                  </a:lnTo>
                  <a:lnTo>
                    <a:pt x="4045077" y="748351"/>
                  </a:lnTo>
                  <a:lnTo>
                    <a:pt x="4111040" y="758872"/>
                  </a:lnTo>
                  <a:lnTo>
                    <a:pt x="4182421" y="768416"/>
                  </a:lnTo>
                  <a:lnTo>
                    <a:pt x="4259915" y="777090"/>
                  </a:lnTo>
                  <a:lnTo>
                    <a:pt x="4344080" y="784987"/>
                  </a:lnTo>
                  <a:lnTo>
                    <a:pt x="4435250" y="792185"/>
                  </a:lnTo>
                  <a:lnTo>
                    <a:pt x="4533413" y="798744"/>
                  </a:lnTo>
                  <a:lnTo>
                    <a:pt x="4638074" y="804704"/>
                  </a:lnTo>
                  <a:lnTo>
                    <a:pt x="4748108" y="810088"/>
                  </a:lnTo>
                  <a:lnTo>
                    <a:pt x="4861637" y="814903"/>
                  </a:lnTo>
                  <a:lnTo>
                    <a:pt x="4975972" y="819142"/>
                  </a:lnTo>
                  <a:lnTo>
                    <a:pt x="5087680" y="822794"/>
                  </a:lnTo>
                  <a:lnTo>
                    <a:pt x="5192819" y="825848"/>
                  </a:lnTo>
                  <a:lnTo>
                    <a:pt x="5287360" y="828305"/>
                  </a:lnTo>
                  <a:lnTo>
                    <a:pt x="5367747" y="830187"/>
                  </a:lnTo>
                  <a:lnTo>
                    <a:pt x="5431485" y="831536"/>
                  </a:lnTo>
                  <a:lnTo>
                    <a:pt x="5477610" y="832424"/>
                  </a:lnTo>
                  <a:lnTo>
                    <a:pt x="5506934" y="832938"/>
                  </a:lnTo>
                  <a:lnTo>
                    <a:pt x="5522031" y="833181"/>
                  </a:lnTo>
                  <a:lnTo>
                    <a:pt x="5527041" y="833255"/>
                  </a:lnTo>
                  <a:lnTo>
                    <a:pt x="5527445" y="833260"/>
                  </a:lnTo>
                  <a:lnTo>
                    <a:pt x="6522385" y="833260"/>
                  </a:lnTo>
                  <a:lnTo>
                    <a:pt x="6523503" y="833290"/>
                  </a:lnTo>
                  <a:lnTo>
                    <a:pt x="6530877" y="833500"/>
                  </a:lnTo>
                  <a:lnTo>
                    <a:pt x="6549574" y="834081"/>
                  </a:lnTo>
                  <a:lnTo>
                    <a:pt x="6583267" y="835225"/>
                  </a:lnTo>
                  <a:lnTo>
                    <a:pt x="6634025" y="837116"/>
                  </a:lnTo>
                  <a:lnTo>
                    <a:pt x="6702160" y="839912"/>
                  </a:lnTo>
                  <a:lnTo>
                    <a:pt x="6786274" y="843730"/>
                  </a:lnTo>
                  <a:lnTo>
                    <a:pt x="6883570" y="848639"/>
                  </a:lnTo>
                  <a:lnTo>
                    <a:pt x="6990355" y="854669"/>
                  </a:lnTo>
                  <a:lnTo>
                    <a:pt x="7102624" y="861814"/>
                  </a:lnTo>
                  <a:lnTo>
                    <a:pt x="7216578" y="870052"/>
                  </a:lnTo>
                  <a:lnTo>
                    <a:pt x="7328995" y="879362"/>
                  </a:lnTo>
                  <a:lnTo>
                    <a:pt x="7437418" y="889739"/>
                  </a:lnTo>
                  <a:lnTo>
                    <a:pt x="7540179" y="901200"/>
                  </a:lnTo>
                  <a:lnTo>
                    <a:pt x="7636330" y="913796"/>
                  </a:lnTo>
                  <a:lnTo>
                    <a:pt x="7725505" y="927611"/>
                  </a:lnTo>
                  <a:lnTo>
                    <a:pt x="7807784" y="942764"/>
                  </a:lnTo>
                  <a:lnTo>
                    <a:pt x="7883554" y="959407"/>
                  </a:lnTo>
                  <a:lnTo>
                    <a:pt x="7953405" y="977721"/>
                  </a:lnTo>
                  <a:lnTo>
                    <a:pt x="8018040" y="997907"/>
                  </a:lnTo>
                  <a:lnTo>
                    <a:pt x="8078220" y="1020178"/>
                  </a:lnTo>
                  <a:lnTo>
                    <a:pt x="8134710" y="1044734"/>
                  </a:lnTo>
                  <a:lnTo>
                    <a:pt x="8188239" y="1071733"/>
                  </a:lnTo>
                  <a:lnTo>
                    <a:pt x="8229629" y="1095292"/>
                  </a:lnTo>
                  <a:lnTo>
                    <a:pt x="8282430" y="1128839"/>
                  </a:lnTo>
                  <a:lnTo>
                    <a:pt x="8333741" y="1165274"/>
                  </a:lnTo>
                  <a:lnTo>
                    <a:pt x="8384040" y="1204652"/>
                  </a:lnTo>
                  <a:lnTo>
                    <a:pt x="8433692" y="1246960"/>
                  </a:lnTo>
                  <a:lnTo>
                    <a:pt x="8482976" y="1292109"/>
                  </a:lnTo>
                  <a:lnTo>
                    <a:pt x="8532093" y="1339930"/>
                  </a:lnTo>
                  <a:lnTo>
                    <a:pt x="8581180" y="1390168"/>
                  </a:lnTo>
                  <a:lnTo>
                    <a:pt x="8630318" y="1442488"/>
                  </a:lnTo>
                  <a:lnTo>
                    <a:pt x="8679540" y="1496478"/>
                  </a:lnTo>
                  <a:lnTo>
                    <a:pt x="8728843" y="1551660"/>
                  </a:lnTo>
                  <a:lnTo>
                    <a:pt x="8778199" y="1607512"/>
                  </a:lnTo>
                  <a:lnTo>
                    <a:pt x="8827565" y="1663481"/>
                  </a:lnTo>
                  <a:lnTo>
                    <a:pt x="8876895" y="1719013"/>
                  </a:lnTo>
                  <a:lnTo>
                    <a:pt x="8926153" y="1773568"/>
                  </a:lnTo>
                  <a:lnTo>
                    <a:pt x="8975325" y="1826648"/>
                  </a:lnTo>
                  <a:lnTo>
                    <a:pt x="9024427" y="1877813"/>
                  </a:lnTo>
                  <a:lnTo>
                    <a:pt x="9073518" y="1926692"/>
                  </a:lnTo>
                  <a:lnTo>
                    <a:pt x="9122711" y="1972997"/>
                  </a:lnTo>
                  <a:lnTo>
                    <a:pt x="9172178" y="2016521"/>
                  </a:lnTo>
                  <a:lnTo>
                    <a:pt x="9222164" y="2057144"/>
                  </a:lnTo>
                  <a:lnTo>
                    <a:pt x="9272996" y="2094820"/>
                  </a:lnTo>
                  <a:lnTo>
                    <a:pt x="9325101" y="2129578"/>
                  </a:lnTo>
                  <a:lnTo>
                    <a:pt x="9347647" y="2143419"/>
                  </a:lnTo>
                  <a:lnTo>
                    <a:pt x="9399275" y="2172439"/>
                  </a:lnTo>
                  <a:lnTo>
                    <a:pt x="9453327" y="2198953"/>
                  </a:lnTo>
                  <a:lnTo>
                    <a:pt x="9510478" y="2223049"/>
                  </a:lnTo>
                  <a:lnTo>
                    <a:pt x="9571466" y="2244897"/>
                  </a:lnTo>
                  <a:lnTo>
                    <a:pt x="9637060" y="2264701"/>
                  </a:lnTo>
                  <a:lnTo>
                    <a:pt x="9708012" y="2282674"/>
                  </a:lnTo>
                  <a:lnTo>
                    <a:pt x="9785010" y="2299013"/>
                  </a:lnTo>
                  <a:lnTo>
                    <a:pt x="9868611" y="2313895"/>
                  </a:lnTo>
                  <a:lnTo>
                    <a:pt x="9959153" y="2327464"/>
                  </a:lnTo>
                  <a:lnTo>
                    <a:pt x="10056637" y="2339833"/>
                  </a:lnTo>
                  <a:lnTo>
                    <a:pt x="10160598" y="2351080"/>
                  </a:lnTo>
                  <a:lnTo>
                    <a:pt x="10269954" y="2361248"/>
                  </a:lnTo>
                  <a:lnTo>
                    <a:pt x="10382889" y="2370350"/>
                  </a:lnTo>
                  <a:lnTo>
                    <a:pt x="10496789" y="2378377"/>
                  </a:lnTo>
                  <a:lnTo>
                    <a:pt x="10608299" y="2385306"/>
                  </a:lnTo>
                  <a:lnTo>
                    <a:pt x="10713547" y="2391116"/>
                  </a:lnTo>
                  <a:lnTo>
                    <a:pt x="10808542" y="2395810"/>
                  </a:lnTo>
                  <a:lnTo>
                    <a:pt x="10889723" y="2399421"/>
                  </a:lnTo>
                  <a:lnTo>
                    <a:pt x="10954528" y="2402030"/>
                  </a:lnTo>
                  <a:lnTo>
                    <a:pt x="11001879" y="2403762"/>
                  </a:lnTo>
                  <a:lnTo>
                    <a:pt x="11032432" y="2404782"/>
                  </a:lnTo>
                  <a:lnTo>
                    <a:pt x="11048586" y="2405275"/>
                  </a:lnTo>
                  <a:lnTo>
                    <a:pt x="11054302" y="2405435"/>
                  </a:lnTo>
                  <a:lnTo>
                    <a:pt x="11054891" y="2405451"/>
                  </a:lnTo>
                  <a:lnTo>
                    <a:pt x="12049831" y="2405451"/>
                  </a:lnTo>
                  <a:lnTo>
                    <a:pt x="12049831" y="24054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" name="pl100"/>
            <p:cNvSpPr/>
            <p:nvPr/>
          </p:nvSpPr>
          <p:spPr>
            <a:xfrm>
              <a:off x="1199187" y="2048923"/>
              <a:ext cx="12049831" cy="2405451"/>
            </a:xfrm>
            <a:custGeom>
              <a:avLst/>
              <a:pathLst>
                <a:path w="12049831" h="2405451">
                  <a:moveTo>
                    <a:pt x="12049831" y="2405451"/>
                  </a:moveTo>
                  <a:lnTo>
                    <a:pt x="11054891" y="2405451"/>
                  </a:lnTo>
                  <a:lnTo>
                    <a:pt x="11053774" y="2405421"/>
                  </a:lnTo>
                  <a:lnTo>
                    <a:pt x="11046399" y="2405211"/>
                  </a:lnTo>
                  <a:lnTo>
                    <a:pt x="11027703" y="2404630"/>
                  </a:lnTo>
                  <a:lnTo>
                    <a:pt x="10994010" y="2403486"/>
                  </a:lnTo>
                  <a:lnTo>
                    <a:pt x="10943251" y="2401594"/>
                  </a:lnTo>
                  <a:lnTo>
                    <a:pt x="10875117" y="2398799"/>
                  </a:lnTo>
                  <a:lnTo>
                    <a:pt x="10791002" y="2394981"/>
                  </a:lnTo>
                  <a:lnTo>
                    <a:pt x="10693706" y="2390072"/>
                  </a:lnTo>
                  <a:lnTo>
                    <a:pt x="10586921" y="2384042"/>
                  </a:lnTo>
                  <a:lnTo>
                    <a:pt x="10474653" y="2376897"/>
                  </a:lnTo>
                  <a:lnTo>
                    <a:pt x="10360699" y="2368659"/>
                  </a:lnTo>
                  <a:lnTo>
                    <a:pt x="10248281" y="2359349"/>
                  </a:lnTo>
                  <a:lnTo>
                    <a:pt x="10139859" y="2348972"/>
                  </a:lnTo>
                  <a:lnTo>
                    <a:pt x="10037097" y="2337511"/>
                  </a:lnTo>
                  <a:lnTo>
                    <a:pt x="9940947" y="2324915"/>
                  </a:lnTo>
                  <a:lnTo>
                    <a:pt x="9851771" y="2311100"/>
                  </a:lnTo>
                  <a:lnTo>
                    <a:pt x="9769492" y="2295947"/>
                  </a:lnTo>
                  <a:lnTo>
                    <a:pt x="9693722" y="2279304"/>
                  </a:lnTo>
                  <a:lnTo>
                    <a:pt x="9623872" y="2260990"/>
                  </a:lnTo>
                  <a:lnTo>
                    <a:pt x="9559236" y="2240804"/>
                  </a:lnTo>
                  <a:lnTo>
                    <a:pt x="9499056" y="2218533"/>
                  </a:lnTo>
                  <a:lnTo>
                    <a:pt x="9442567" y="2193977"/>
                  </a:lnTo>
                  <a:lnTo>
                    <a:pt x="9389037" y="2166978"/>
                  </a:lnTo>
                  <a:lnTo>
                    <a:pt x="9347647" y="2143419"/>
                  </a:lnTo>
                  <a:lnTo>
                    <a:pt x="9294847" y="2109872"/>
                  </a:lnTo>
                  <a:lnTo>
                    <a:pt x="9243535" y="2073437"/>
                  </a:lnTo>
                  <a:lnTo>
                    <a:pt x="9193237" y="2034059"/>
                  </a:lnTo>
                  <a:lnTo>
                    <a:pt x="9143585" y="1991751"/>
                  </a:lnTo>
                  <a:lnTo>
                    <a:pt x="9094301" y="1946602"/>
                  </a:lnTo>
                  <a:lnTo>
                    <a:pt x="9045183" y="1898781"/>
                  </a:lnTo>
                  <a:lnTo>
                    <a:pt x="8996096" y="1848543"/>
                  </a:lnTo>
                  <a:lnTo>
                    <a:pt x="8946958" y="1796223"/>
                  </a:lnTo>
                  <a:lnTo>
                    <a:pt x="8897737" y="1742233"/>
                  </a:lnTo>
                  <a:lnTo>
                    <a:pt x="8848433" y="1687051"/>
                  </a:lnTo>
                  <a:lnTo>
                    <a:pt x="8799077" y="1631199"/>
                  </a:lnTo>
                  <a:lnTo>
                    <a:pt x="8749711" y="1575230"/>
                  </a:lnTo>
                  <a:lnTo>
                    <a:pt x="8700381" y="1519698"/>
                  </a:lnTo>
                  <a:lnTo>
                    <a:pt x="8651123" y="1465143"/>
                  </a:lnTo>
                  <a:lnTo>
                    <a:pt x="8601952" y="1412063"/>
                  </a:lnTo>
                  <a:lnTo>
                    <a:pt x="8552850" y="1360898"/>
                  </a:lnTo>
                  <a:lnTo>
                    <a:pt x="8503758" y="1312019"/>
                  </a:lnTo>
                  <a:lnTo>
                    <a:pt x="8454565" y="1265714"/>
                  </a:lnTo>
                  <a:lnTo>
                    <a:pt x="8405098" y="1222190"/>
                  </a:lnTo>
                  <a:lnTo>
                    <a:pt x="8355112" y="1181567"/>
                  </a:lnTo>
                  <a:lnTo>
                    <a:pt x="8304281" y="1143890"/>
                  </a:lnTo>
                  <a:lnTo>
                    <a:pt x="8252176" y="1109133"/>
                  </a:lnTo>
                  <a:lnTo>
                    <a:pt x="8229629" y="1095292"/>
                  </a:lnTo>
                  <a:lnTo>
                    <a:pt x="8178001" y="1066271"/>
                  </a:lnTo>
                  <a:lnTo>
                    <a:pt x="8123949" y="1039758"/>
                  </a:lnTo>
                  <a:lnTo>
                    <a:pt x="8066799" y="1015662"/>
                  </a:lnTo>
                  <a:lnTo>
                    <a:pt x="8005810" y="993814"/>
                  </a:lnTo>
                  <a:lnTo>
                    <a:pt x="7940217" y="974009"/>
                  </a:lnTo>
                  <a:lnTo>
                    <a:pt x="7869265" y="956037"/>
                  </a:lnTo>
                  <a:lnTo>
                    <a:pt x="7792267" y="939697"/>
                  </a:lnTo>
                  <a:lnTo>
                    <a:pt x="7708665" y="924816"/>
                  </a:lnTo>
                  <a:lnTo>
                    <a:pt x="7618124" y="911247"/>
                  </a:lnTo>
                  <a:lnTo>
                    <a:pt x="7520639" y="898878"/>
                  </a:lnTo>
                  <a:lnTo>
                    <a:pt x="7416679" y="887631"/>
                  </a:lnTo>
                  <a:lnTo>
                    <a:pt x="7307322" y="877463"/>
                  </a:lnTo>
                  <a:lnTo>
                    <a:pt x="7194387" y="868361"/>
                  </a:lnTo>
                  <a:lnTo>
                    <a:pt x="7080487" y="860334"/>
                  </a:lnTo>
                  <a:lnTo>
                    <a:pt x="6968977" y="853405"/>
                  </a:lnTo>
                  <a:lnTo>
                    <a:pt x="6863730" y="847594"/>
                  </a:lnTo>
                  <a:lnTo>
                    <a:pt x="6768734" y="842901"/>
                  </a:lnTo>
                  <a:lnTo>
                    <a:pt x="6687554" y="839290"/>
                  </a:lnTo>
                  <a:lnTo>
                    <a:pt x="6622748" y="836681"/>
                  </a:lnTo>
                  <a:lnTo>
                    <a:pt x="6575398" y="834949"/>
                  </a:lnTo>
                  <a:lnTo>
                    <a:pt x="6544845" y="833929"/>
                  </a:lnTo>
                  <a:lnTo>
                    <a:pt x="6528690" y="833436"/>
                  </a:lnTo>
                  <a:lnTo>
                    <a:pt x="6522974" y="833276"/>
                  </a:lnTo>
                  <a:lnTo>
                    <a:pt x="6522385" y="833260"/>
                  </a:lnTo>
                  <a:lnTo>
                    <a:pt x="5527445" y="833260"/>
                  </a:lnTo>
                  <a:lnTo>
                    <a:pt x="5526314" y="833244"/>
                  </a:lnTo>
                  <a:lnTo>
                    <a:pt x="5518850" y="833132"/>
                  </a:lnTo>
                  <a:lnTo>
                    <a:pt x="5499933" y="832820"/>
                  </a:lnTo>
                  <a:lnTo>
                    <a:pt x="5465859" y="832206"/>
                  </a:lnTo>
                  <a:lnTo>
                    <a:pt x="5414557" y="831191"/>
                  </a:lnTo>
                  <a:lnTo>
                    <a:pt x="5345747" y="829691"/>
                  </a:lnTo>
                  <a:lnTo>
                    <a:pt x="5260880" y="827644"/>
                  </a:lnTo>
                  <a:lnTo>
                    <a:pt x="5162820" y="825012"/>
                  </a:lnTo>
                  <a:lnTo>
                    <a:pt x="5055325" y="821782"/>
                  </a:lnTo>
                  <a:lnTo>
                    <a:pt x="4942452" y="817956"/>
                  </a:lnTo>
                  <a:lnTo>
                    <a:pt x="4828028" y="813546"/>
                  </a:lnTo>
                  <a:lnTo>
                    <a:pt x="4715284" y="808564"/>
                  </a:lnTo>
                  <a:lnTo>
                    <a:pt x="4606671" y="803012"/>
                  </a:lnTo>
                  <a:lnTo>
                    <a:pt x="4503836" y="796879"/>
                  </a:lnTo>
                  <a:lnTo>
                    <a:pt x="4407703" y="790137"/>
                  </a:lnTo>
                  <a:lnTo>
                    <a:pt x="4318609" y="782740"/>
                  </a:lnTo>
                  <a:lnTo>
                    <a:pt x="4236452" y="774624"/>
                  </a:lnTo>
                  <a:lnTo>
                    <a:pt x="4160822" y="765704"/>
                  </a:lnTo>
                  <a:lnTo>
                    <a:pt x="4091111" y="755884"/>
                  </a:lnTo>
                  <a:lnTo>
                    <a:pt x="4026598" y="745054"/>
                  </a:lnTo>
                  <a:lnTo>
                    <a:pt x="3966514" y="733101"/>
                  </a:lnTo>
                  <a:lnTo>
                    <a:pt x="3910084" y="719918"/>
                  </a:lnTo>
                  <a:lnTo>
                    <a:pt x="3856575" y="705424"/>
                  </a:lnTo>
                  <a:lnTo>
                    <a:pt x="3820202" y="694384"/>
                  </a:lnTo>
                  <a:lnTo>
                    <a:pt x="3761800" y="674594"/>
                  </a:lnTo>
                  <a:lnTo>
                    <a:pt x="3705159" y="652919"/>
                  </a:lnTo>
                  <a:lnTo>
                    <a:pt x="3649656" y="629330"/>
                  </a:lnTo>
                  <a:lnTo>
                    <a:pt x="3594827" y="603848"/>
                  </a:lnTo>
                  <a:lnTo>
                    <a:pt x="3540334" y="576559"/>
                  </a:lnTo>
                  <a:lnTo>
                    <a:pt x="3485947" y="547616"/>
                  </a:lnTo>
                  <a:lnTo>
                    <a:pt x="3431528" y="517237"/>
                  </a:lnTo>
                  <a:lnTo>
                    <a:pt x="3377011" y="485702"/>
                  </a:lnTo>
                  <a:lnTo>
                    <a:pt x="3322393" y="453348"/>
                  </a:lnTo>
                  <a:lnTo>
                    <a:pt x="3267708" y="420548"/>
                  </a:lnTo>
                  <a:lnTo>
                    <a:pt x="3213017" y="387701"/>
                  </a:lnTo>
                  <a:lnTo>
                    <a:pt x="3158378" y="355205"/>
                  </a:lnTo>
                  <a:lnTo>
                    <a:pt x="3103836" y="323443"/>
                  </a:lnTo>
                  <a:lnTo>
                    <a:pt x="3049396" y="292761"/>
                  </a:lnTo>
                  <a:lnTo>
                    <a:pt x="2995011" y="263453"/>
                  </a:lnTo>
                  <a:lnTo>
                    <a:pt x="2940561" y="235754"/>
                  </a:lnTo>
                  <a:lnTo>
                    <a:pt x="2885838" y="209831"/>
                  </a:lnTo>
                  <a:lnTo>
                    <a:pt x="2830533" y="185787"/>
                  </a:lnTo>
                  <a:lnTo>
                    <a:pt x="2774213" y="163657"/>
                  </a:lnTo>
                  <a:lnTo>
                    <a:pt x="2716297" y="143424"/>
                  </a:lnTo>
                  <a:lnTo>
                    <a:pt x="2702183" y="138876"/>
                  </a:lnTo>
                  <a:lnTo>
                    <a:pt x="2650335" y="123434"/>
                  </a:lnTo>
                  <a:lnTo>
                    <a:pt x="2596039" y="109331"/>
                  </a:lnTo>
                  <a:lnTo>
                    <a:pt x="2538614" y="96520"/>
                  </a:lnTo>
                  <a:lnTo>
                    <a:pt x="2477308" y="84909"/>
                  </a:lnTo>
                  <a:lnTo>
                    <a:pt x="2411345" y="74388"/>
                  </a:lnTo>
                  <a:lnTo>
                    <a:pt x="2339964" y="64844"/>
                  </a:lnTo>
                  <a:lnTo>
                    <a:pt x="2262470" y="56170"/>
                  </a:lnTo>
                  <a:lnTo>
                    <a:pt x="2178305" y="48273"/>
                  </a:lnTo>
                  <a:lnTo>
                    <a:pt x="2087134" y="41075"/>
                  </a:lnTo>
                  <a:lnTo>
                    <a:pt x="1988972" y="34516"/>
                  </a:lnTo>
                  <a:lnTo>
                    <a:pt x="1884311" y="28556"/>
                  </a:lnTo>
                  <a:lnTo>
                    <a:pt x="1774277" y="23172"/>
                  </a:lnTo>
                  <a:lnTo>
                    <a:pt x="1660748" y="18357"/>
                  </a:lnTo>
                  <a:lnTo>
                    <a:pt x="1546413" y="14117"/>
                  </a:lnTo>
                  <a:lnTo>
                    <a:pt x="1434705" y="10466"/>
                  </a:lnTo>
                  <a:lnTo>
                    <a:pt x="1329566" y="7412"/>
                  </a:lnTo>
                  <a:lnTo>
                    <a:pt x="1235025" y="4954"/>
                  </a:lnTo>
                  <a:lnTo>
                    <a:pt x="1154638" y="3073"/>
                  </a:lnTo>
                  <a:lnTo>
                    <a:pt x="1090900" y="1724"/>
                  </a:lnTo>
                  <a:lnTo>
                    <a:pt x="1044775" y="836"/>
                  </a:lnTo>
                  <a:lnTo>
                    <a:pt x="1015451" y="321"/>
                  </a:lnTo>
                  <a:lnTo>
                    <a:pt x="1000354" y="79"/>
                  </a:lnTo>
                  <a:lnTo>
                    <a:pt x="995344" y="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" name="pg101"/>
            <p:cNvSpPr/>
            <p:nvPr/>
          </p:nvSpPr>
          <p:spPr>
            <a:xfrm>
              <a:off x="1199187" y="2054164"/>
              <a:ext cx="12049831" cy="2740851"/>
            </a:xfrm>
            <a:custGeom>
              <a:avLst/>
              <a:pathLst>
                <a:path w="12049831" h="2740851">
                  <a:moveTo>
                    <a:pt x="0" y="15721"/>
                  </a:moveTo>
                  <a:lnTo>
                    <a:pt x="994940" y="15721"/>
                  </a:lnTo>
                  <a:lnTo>
                    <a:pt x="996071" y="15737"/>
                  </a:lnTo>
                  <a:lnTo>
                    <a:pt x="1003534" y="15852"/>
                  </a:lnTo>
                  <a:lnTo>
                    <a:pt x="1022448" y="16167"/>
                  </a:lnTo>
                  <a:lnTo>
                    <a:pt x="1056519" y="16789"/>
                  </a:lnTo>
                  <a:lnTo>
                    <a:pt x="1107815" y="17817"/>
                  </a:lnTo>
                  <a:lnTo>
                    <a:pt x="1176619" y="19335"/>
                  </a:lnTo>
                  <a:lnTo>
                    <a:pt x="1261478" y="21408"/>
                  </a:lnTo>
                  <a:lnTo>
                    <a:pt x="1359530" y="24072"/>
                  </a:lnTo>
                  <a:lnTo>
                    <a:pt x="1467018" y="27343"/>
                  </a:lnTo>
                  <a:lnTo>
                    <a:pt x="1579886" y="31216"/>
                  </a:lnTo>
                  <a:lnTo>
                    <a:pt x="1694305" y="35681"/>
                  </a:lnTo>
                  <a:lnTo>
                    <a:pt x="1807046" y="40726"/>
                  </a:lnTo>
                  <a:lnTo>
                    <a:pt x="1915657" y="46347"/>
                  </a:lnTo>
                  <a:lnTo>
                    <a:pt x="2018491" y="52557"/>
                  </a:lnTo>
                  <a:lnTo>
                    <a:pt x="2114625" y="59383"/>
                  </a:lnTo>
                  <a:lnTo>
                    <a:pt x="2203719" y="66872"/>
                  </a:lnTo>
                  <a:lnTo>
                    <a:pt x="2285877" y="75090"/>
                  </a:lnTo>
                  <a:lnTo>
                    <a:pt x="2361509" y="84120"/>
                  </a:lnTo>
                  <a:lnTo>
                    <a:pt x="2431221" y="94063"/>
                  </a:lnTo>
                  <a:lnTo>
                    <a:pt x="2495735" y="105027"/>
                  </a:lnTo>
                  <a:lnTo>
                    <a:pt x="2555820" y="117129"/>
                  </a:lnTo>
                  <a:lnTo>
                    <a:pt x="2612251" y="130476"/>
                  </a:lnTo>
                  <a:lnTo>
                    <a:pt x="2665760" y="145151"/>
                  </a:lnTo>
                  <a:lnTo>
                    <a:pt x="2702183" y="156345"/>
                  </a:lnTo>
                  <a:lnTo>
                    <a:pt x="2760513" y="176358"/>
                  </a:lnTo>
                  <a:lnTo>
                    <a:pt x="2817086" y="198273"/>
                  </a:lnTo>
                  <a:lnTo>
                    <a:pt x="2872522" y="222124"/>
                  </a:lnTo>
                  <a:lnTo>
                    <a:pt x="2927285" y="247886"/>
                  </a:lnTo>
                  <a:lnTo>
                    <a:pt x="2981711" y="275473"/>
                  </a:lnTo>
                  <a:lnTo>
                    <a:pt x="3036030" y="304733"/>
                  </a:lnTo>
                  <a:lnTo>
                    <a:pt x="3090381" y="335446"/>
                  </a:lnTo>
                  <a:lnTo>
                    <a:pt x="3144828" y="367328"/>
                  </a:lnTo>
                  <a:lnTo>
                    <a:pt x="3199378" y="400041"/>
                  </a:lnTo>
                  <a:lnTo>
                    <a:pt x="3253993" y="433209"/>
                  </a:lnTo>
                  <a:lnTo>
                    <a:pt x="3308617" y="466430"/>
                  </a:lnTo>
                  <a:lnTo>
                    <a:pt x="3363189" y="499301"/>
                  </a:lnTo>
                  <a:lnTo>
                    <a:pt x="3417664" y="531437"/>
                  </a:lnTo>
                  <a:lnTo>
                    <a:pt x="3472037" y="562488"/>
                  </a:lnTo>
                  <a:lnTo>
                    <a:pt x="3526355" y="592154"/>
                  </a:lnTo>
                  <a:lnTo>
                    <a:pt x="3580734" y="620200"/>
                  </a:lnTo>
                  <a:lnTo>
                    <a:pt x="3635380" y="646454"/>
                  </a:lnTo>
                  <a:lnTo>
                    <a:pt x="3690599" y="670813"/>
                  </a:lnTo>
                  <a:lnTo>
                    <a:pt x="3746819" y="693238"/>
                  </a:lnTo>
                  <a:lnTo>
                    <a:pt x="3804616" y="713746"/>
                  </a:lnTo>
                  <a:lnTo>
                    <a:pt x="3820202" y="718840"/>
                  </a:lnTo>
                  <a:lnTo>
                    <a:pt x="3872048" y="734476"/>
                  </a:lnTo>
                  <a:lnTo>
                    <a:pt x="3926341" y="748756"/>
                  </a:lnTo>
                  <a:lnTo>
                    <a:pt x="3983764" y="761727"/>
                  </a:lnTo>
                  <a:lnTo>
                    <a:pt x="4045067" y="773484"/>
                  </a:lnTo>
                  <a:lnTo>
                    <a:pt x="4111026" y="784137"/>
                  </a:lnTo>
                  <a:lnTo>
                    <a:pt x="4182402" y="793801"/>
                  </a:lnTo>
                  <a:lnTo>
                    <a:pt x="4259891" y="802584"/>
                  </a:lnTo>
                  <a:lnTo>
                    <a:pt x="4344051" y="810581"/>
                  </a:lnTo>
                  <a:lnTo>
                    <a:pt x="4435215" y="817869"/>
                  </a:lnTo>
                  <a:lnTo>
                    <a:pt x="4533371" y="824510"/>
                  </a:lnTo>
                  <a:lnTo>
                    <a:pt x="4638025" y="830545"/>
                  </a:lnTo>
                  <a:lnTo>
                    <a:pt x="4748052" y="835997"/>
                  </a:lnTo>
                  <a:lnTo>
                    <a:pt x="4861575" y="840873"/>
                  </a:lnTo>
                  <a:lnTo>
                    <a:pt x="4975906" y="845166"/>
                  </a:lnTo>
                  <a:lnTo>
                    <a:pt x="5087612" y="848864"/>
                  </a:lnTo>
                  <a:lnTo>
                    <a:pt x="5192752" y="851956"/>
                  </a:lnTo>
                  <a:lnTo>
                    <a:pt x="5287298" y="854445"/>
                  </a:lnTo>
                  <a:lnTo>
                    <a:pt x="5367693" y="856350"/>
                  </a:lnTo>
                  <a:lnTo>
                    <a:pt x="5431441" y="857717"/>
                  </a:lnTo>
                  <a:lnTo>
                    <a:pt x="5477578" y="858616"/>
                  </a:lnTo>
                  <a:lnTo>
                    <a:pt x="5506915" y="859137"/>
                  </a:lnTo>
                  <a:lnTo>
                    <a:pt x="5522022" y="859383"/>
                  </a:lnTo>
                  <a:lnTo>
                    <a:pt x="5527040" y="859458"/>
                  </a:lnTo>
                  <a:lnTo>
                    <a:pt x="5527445" y="859463"/>
                  </a:lnTo>
                  <a:lnTo>
                    <a:pt x="6522385" y="859463"/>
                  </a:lnTo>
                  <a:lnTo>
                    <a:pt x="6523494" y="859499"/>
                  </a:lnTo>
                  <a:lnTo>
                    <a:pt x="6530816" y="859748"/>
                  </a:lnTo>
                  <a:lnTo>
                    <a:pt x="6549384" y="860438"/>
                  </a:lnTo>
                  <a:lnTo>
                    <a:pt x="6582852" y="861797"/>
                  </a:lnTo>
                  <a:lnTo>
                    <a:pt x="6633291" y="864044"/>
                  </a:lnTo>
                  <a:lnTo>
                    <a:pt x="6701028" y="867365"/>
                  </a:lnTo>
                  <a:lnTo>
                    <a:pt x="6784698" y="871902"/>
                  </a:lnTo>
                  <a:lnTo>
                    <a:pt x="6881542" y="877738"/>
                  </a:lnTo>
                  <a:lnTo>
                    <a:pt x="6987907" y="884908"/>
                  </a:lnTo>
                  <a:lnTo>
                    <a:pt x="7099815" y="893405"/>
                  </a:lnTo>
                  <a:lnTo>
                    <a:pt x="7213488" y="903206"/>
                  </a:lnTo>
                  <a:lnTo>
                    <a:pt x="7325710" y="914284"/>
                  </a:lnTo>
                  <a:lnTo>
                    <a:pt x="7434017" y="926631"/>
                  </a:lnTo>
                  <a:lnTo>
                    <a:pt x="7536732" y="940268"/>
                  </a:lnTo>
                  <a:lnTo>
                    <a:pt x="7632891" y="955254"/>
                  </a:lnTo>
                  <a:lnTo>
                    <a:pt x="7722113" y="971687"/>
                  </a:lnTo>
                  <a:lnTo>
                    <a:pt x="7804463" y="989707"/>
                  </a:lnTo>
                  <a:lnTo>
                    <a:pt x="7880316" y="1009493"/>
                  </a:lnTo>
                  <a:lnTo>
                    <a:pt x="7950249" y="1031258"/>
                  </a:lnTo>
                  <a:lnTo>
                    <a:pt x="8014958" y="1055241"/>
                  </a:lnTo>
                  <a:lnTo>
                    <a:pt x="8075196" y="1081694"/>
                  </a:lnTo>
                  <a:lnTo>
                    <a:pt x="8131722" y="1110856"/>
                  </a:lnTo>
                  <a:lnTo>
                    <a:pt x="8185265" y="1142920"/>
                  </a:lnTo>
                  <a:lnTo>
                    <a:pt x="8229629" y="1173028"/>
                  </a:lnTo>
                  <a:lnTo>
                    <a:pt x="8280091" y="1211294"/>
                  </a:lnTo>
                  <a:lnTo>
                    <a:pt x="8329174" y="1252708"/>
                  </a:lnTo>
                  <a:lnTo>
                    <a:pt x="8377298" y="1297332"/>
                  </a:lnTo>
                  <a:lnTo>
                    <a:pt x="8424794" y="1345161"/>
                  </a:lnTo>
                  <a:lnTo>
                    <a:pt x="8471914" y="1396116"/>
                  </a:lnTo>
                  <a:lnTo>
                    <a:pt x="8518847" y="1450037"/>
                  </a:lnTo>
                  <a:lnTo>
                    <a:pt x="8565725" y="1506682"/>
                  </a:lnTo>
                  <a:lnTo>
                    <a:pt x="8612631" y="1565724"/>
                  </a:lnTo>
                  <a:lnTo>
                    <a:pt x="8659607" y="1626759"/>
                  </a:lnTo>
                  <a:lnTo>
                    <a:pt x="8706662" y="1689314"/>
                  </a:lnTo>
                  <a:lnTo>
                    <a:pt x="8753779" y="1752863"/>
                  </a:lnTo>
                  <a:lnTo>
                    <a:pt x="8800926" y="1816840"/>
                  </a:lnTo>
                  <a:lnTo>
                    <a:pt x="8848062" y="1880665"/>
                  </a:lnTo>
                  <a:lnTo>
                    <a:pt x="8895151" y="1943765"/>
                  </a:lnTo>
                  <a:lnTo>
                    <a:pt x="8942165" y="2005591"/>
                  </a:lnTo>
                  <a:lnTo>
                    <a:pt x="8989101" y="2065642"/>
                  </a:lnTo>
                  <a:lnTo>
                    <a:pt x="9035985" y="2123480"/>
                  </a:lnTo>
                  <a:lnTo>
                    <a:pt x="9082878" y="2178740"/>
                  </a:lnTo>
                  <a:lnTo>
                    <a:pt x="9129889" y="2231140"/>
                  </a:lnTo>
                  <a:lnTo>
                    <a:pt x="9177178" y="2280480"/>
                  </a:lnTo>
                  <a:lnTo>
                    <a:pt x="9224965" y="2326644"/>
                  </a:lnTo>
                  <a:lnTo>
                    <a:pt x="9273543" y="2369591"/>
                  </a:lnTo>
                  <a:lnTo>
                    <a:pt x="9323285" y="2409353"/>
                  </a:lnTo>
                  <a:lnTo>
                    <a:pt x="9347647" y="2427287"/>
                  </a:lnTo>
                  <a:lnTo>
                    <a:pt x="9399145" y="2461932"/>
                  </a:lnTo>
                  <a:lnTo>
                    <a:pt x="9453053" y="2493593"/>
                  </a:lnTo>
                  <a:lnTo>
                    <a:pt x="9510041" y="2522374"/>
                  </a:lnTo>
                  <a:lnTo>
                    <a:pt x="9570842" y="2548476"/>
                  </a:lnTo>
                  <a:lnTo>
                    <a:pt x="9636219" y="2572143"/>
                  </a:lnTo>
                  <a:lnTo>
                    <a:pt x="9706918" y="2593625"/>
                  </a:lnTo>
                  <a:lnTo>
                    <a:pt x="9783624" y="2613159"/>
                  </a:lnTo>
                  <a:lnTo>
                    <a:pt x="9866892" y="2630953"/>
                  </a:lnTo>
                  <a:lnTo>
                    <a:pt x="9957063" y="2647182"/>
                  </a:lnTo>
                  <a:lnTo>
                    <a:pt x="10054148" y="2661979"/>
                  </a:lnTo>
                  <a:lnTo>
                    <a:pt x="10157695" y="2675439"/>
                  </a:lnTo>
                  <a:lnTo>
                    <a:pt x="10266650" y="2687613"/>
                  </a:lnTo>
                  <a:lnTo>
                    <a:pt x="10379231" y="2698518"/>
                  </a:lnTo>
                  <a:lnTo>
                    <a:pt x="10492869" y="2708143"/>
                  </a:lnTo>
                  <a:lnTo>
                    <a:pt x="10604254" y="2716461"/>
                  </a:lnTo>
                  <a:lnTo>
                    <a:pt x="10709556" y="2723449"/>
                  </a:lnTo>
                  <a:lnTo>
                    <a:pt x="10804809" y="2729105"/>
                  </a:lnTo>
                  <a:lnTo>
                    <a:pt x="10886447" y="2733470"/>
                  </a:lnTo>
                  <a:lnTo>
                    <a:pt x="10951875" y="2736636"/>
                  </a:lnTo>
                  <a:lnTo>
                    <a:pt x="10999947" y="2738750"/>
                  </a:lnTo>
                  <a:lnTo>
                    <a:pt x="11031229" y="2740005"/>
                  </a:lnTo>
                  <a:lnTo>
                    <a:pt x="11048018" y="2740621"/>
                  </a:lnTo>
                  <a:lnTo>
                    <a:pt x="11054171" y="2740829"/>
                  </a:lnTo>
                  <a:lnTo>
                    <a:pt x="11054891" y="2740851"/>
                  </a:lnTo>
                  <a:lnTo>
                    <a:pt x="12049831" y="2740851"/>
                  </a:lnTo>
                  <a:lnTo>
                    <a:pt x="12049831" y="2725129"/>
                  </a:lnTo>
                  <a:lnTo>
                    <a:pt x="11054891" y="2725129"/>
                  </a:lnTo>
                  <a:lnTo>
                    <a:pt x="11053782" y="2725094"/>
                  </a:lnTo>
                  <a:lnTo>
                    <a:pt x="11046460" y="2724845"/>
                  </a:lnTo>
                  <a:lnTo>
                    <a:pt x="11027893" y="2724155"/>
                  </a:lnTo>
                  <a:lnTo>
                    <a:pt x="10994424" y="2722796"/>
                  </a:lnTo>
                  <a:lnTo>
                    <a:pt x="10943986" y="2720549"/>
                  </a:lnTo>
                  <a:lnTo>
                    <a:pt x="10876249" y="2717227"/>
                  </a:lnTo>
                  <a:lnTo>
                    <a:pt x="10792579" y="2712691"/>
                  </a:lnTo>
                  <a:lnTo>
                    <a:pt x="10695734" y="2706855"/>
                  </a:lnTo>
                  <a:lnTo>
                    <a:pt x="10589370" y="2699685"/>
                  </a:lnTo>
                  <a:lnTo>
                    <a:pt x="10477461" y="2691187"/>
                  </a:lnTo>
                  <a:lnTo>
                    <a:pt x="10363788" y="2681387"/>
                  </a:lnTo>
                  <a:lnTo>
                    <a:pt x="10251567" y="2670309"/>
                  </a:lnTo>
                  <a:lnTo>
                    <a:pt x="10143260" y="2657962"/>
                  </a:lnTo>
                  <a:lnTo>
                    <a:pt x="10040545" y="2644325"/>
                  </a:lnTo>
                  <a:lnTo>
                    <a:pt x="9944386" y="2629339"/>
                  </a:lnTo>
                  <a:lnTo>
                    <a:pt x="9855163" y="2612906"/>
                  </a:lnTo>
                  <a:lnTo>
                    <a:pt x="9772813" y="2594886"/>
                  </a:lnTo>
                  <a:lnTo>
                    <a:pt x="9696961" y="2575100"/>
                  </a:lnTo>
                  <a:lnTo>
                    <a:pt x="9627028" y="2553335"/>
                  </a:lnTo>
                  <a:lnTo>
                    <a:pt x="9562319" y="2529352"/>
                  </a:lnTo>
                  <a:lnTo>
                    <a:pt x="9502081" y="2502899"/>
                  </a:lnTo>
                  <a:lnTo>
                    <a:pt x="9445554" y="2473737"/>
                  </a:lnTo>
                  <a:lnTo>
                    <a:pt x="9392011" y="2441673"/>
                  </a:lnTo>
                  <a:lnTo>
                    <a:pt x="9347647" y="2411565"/>
                  </a:lnTo>
                  <a:lnTo>
                    <a:pt x="9297185" y="2373299"/>
                  </a:lnTo>
                  <a:lnTo>
                    <a:pt x="9248103" y="2331884"/>
                  </a:lnTo>
                  <a:lnTo>
                    <a:pt x="9199978" y="2287260"/>
                  </a:lnTo>
                  <a:lnTo>
                    <a:pt x="9152482" y="2239431"/>
                  </a:lnTo>
                  <a:lnTo>
                    <a:pt x="9105362" y="2188477"/>
                  </a:lnTo>
                  <a:lnTo>
                    <a:pt x="9058429" y="2134555"/>
                  </a:lnTo>
                  <a:lnTo>
                    <a:pt x="9011551" y="2077911"/>
                  </a:lnTo>
                  <a:lnTo>
                    <a:pt x="8964645" y="2018869"/>
                  </a:lnTo>
                  <a:lnTo>
                    <a:pt x="8917669" y="1957834"/>
                  </a:lnTo>
                  <a:lnTo>
                    <a:pt x="8870614" y="1895278"/>
                  </a:lnTo>
                  <a:lnTo>
                    <a:pt x="8823497" y="1831730"/>
                  </a:lnTo>
                  <a:lnTo>
                    <a:pt x="8776350" y="1767753"/>
                  </a:lnTo>
                  <a:lnTo>
                    <a:pt x="8729214" y="1703927"/>
                  </a:lnTo>
                  <a:lnTo>
                    <a:pt x="8682126" y="1640828"/>
                  </a:lnTo>
                  <a:lnTo>
                    <a:pt x="8635111" y="1579002"/>
                  </a:lnTo>
                  <a:lnTo>
                    <a:pt x="8588175" y="1518951"/>
                  </a:lnTo>
                  <a:lnTo>
                    <a:pt x="8541291" y="1461113"/>
                  </a:lnTo>
                  <a:lnTo>
                    <a:pt x="8494398" y="1405852"/>
                  </a:lnTo>
                  <a:lnTo>
                    <a:pt x="8447387" y="1353453"/>
                  </a:lnTo>
                  <a:lnTo>
                    <a:pt x="8400099" y="1304112"/>
                  </a:lnTo>
                  <a:lnTo>
                    <a:pt x="8352311" y="1257949"/>
                  </a:lnTo>
                  <a:lnTo>
                    <a:pt x="8303734" y="1215002"/>
                  </a:lnTo>
                  <a:lnTo>
                    <a:pt x="8253991" y="1175240"/>
                  </a:lnTo>
                  <a:lnTo>
                    <a:pt x="8229629" y="1157306"/>
                  </a:lnTo>
                  <a:lnTo>
                    <a:pt x="8178132" y="1122660"/>
                  </a:lnTo>
                  <a:lnTo>
                    <a:pt x="8124223" y="1091000"/>
                  </a:lnTo>
                  <a:lnTo>
                    <a:pt x="8067236" y="1062219"/>
                  </a:lnTo>
                  <a:lnTo>
                    <a:pt x="8006434" y="1036117"/>
                  </a:lnTo>
                  <a:lnTo>
                    <a:pt x="7941058" y="1012450"/>
                  </a:lnTo>
                  <a:lnTo>
                    <a:pt x="7870359" y="990968"/>
                  </a:lnTo>
                  <a:lnTo>
                    <a:pt x="7793653" y="971434"/>
                  </a:lnTo>
                  <a:lnTo>
                    <a:pt x="7710384" y="953640"/>
                  </a:lnTo>
                  <a:lnTo>
                    <a:pt x="7620213" y="937411"/>
                  </a:lnTo>
                  <a:lnTo>
                    <a:pt x="7523129" y="922613"/>
                  </a:lnTo>
                  <a:lnTo>
                    <a:pt x="7419582" y="909154"/>
                  </a:lnTo>
                  <a:lnTo>
                    <a:pt x="7310626" y="896980"/>
                  </a:lnTo>
                  <a:lnTo>
                    <a:pt x="7198045" y="886075"/>
                  </a:lnTo>
                  <a:lnTo>
                    <a:pt x="7084408" y="876450"/>
                  </a:lnTo>
                  <a:lnTo>
                    <a:pt x="6973022" y="868132"/>
                  </a:lnTo>
                  <a:lnTo>
                    <a:pt x="6867721" y="861144"/>
                  </a:lnTo>
                  <a:lnTo>
                    <a:pt x="6772468" y="855488"/>
                  </a:lnTo>
                  <a:lnTo>
                    <a:pt x="6690830" y="851123"/>
                  </a:lnTo>
                  <a:lnTo>
                    <a:pt x="6625402" y="847957"/>
                  </a:lnTo>
                  <a:lnTo>
                    <a:pt x="6577330" y="845843"/>
                  </a:lnTo>
                  <a:lnTo>
                    <a:pt x="6546048" y="844588"/>
                  </a:lnTo>
                  <a:lnTo>
                    <a:pt x="6529258" y="843972"/>
                  </a:lnTo>
                  <a:lnTo>
                    <a:pt x="6523106" y="843764"/>
                  </a:lnTo>
                  <a:lnTo>
                    <a:pt x="6522385" y="843742"/>
                  </a:lnTo>
                  <a:lnTo>
                    <a:pt x="5527445" y="843742"/>
                  </a:lnTo>
                  <a:lnTo>
                    <a:pt x="5526314" y="843726"/>
                  </a:lnTo>
                  <a:lnTo>
                    <a:pt x="5518851" y="843611"/>
                  </a:lnTo>
                  <a:lnTo>
                    <a:pt x="5499937" y="843296"/>
                  </a:lnTo>
                  <a:lnTo>
                    <a:pt x="5465866" y="842674"/>
                  </a:lnTo>
                  <a:lnTo>
                    <a:pt x="5414570" y="841646"/>
                  </a:lnTo>
                  <a:lnTo>
                    <a:pt x="5345766" y="840128"/>
                  </a:lnTo>
                  <a:lnTo>
                    <a:pt x="5260907" y="838055"/>
                  </a:lnTo>
                  <a:lnTo>
                    <a:pt x="5162855" y="835391"/>
                  </a:lnTo>
                  <a:lnTo>
                    <a:pt x="5055367" y="832120"/>
                  </a:lnTo>
                  <a:lnTo>
                    <a:pt x="4942499" y="828247"/>
                  </a:lnTo>
                  <a:lnTo>
                    <a:pt x="4828080" y="823782"/>
                  </a:lnTo>
                  <a:lnTo>
                    <a:pt x="4715339" y="818737"/>
                  </a:lnTo>
                  <a:lnTo>
                    <a:pt x="4606728" y="813116"/>
                  </a:lnTo>
                  <a:lnTo>
                    <a:pt x="4503894" y="806906"/>
                  </a:lnTo>
                  <a:lnTo>
                    <a:pt x="4407760" y="800080"/>
                  </a:lnTo>
                  <a:lnTo>
                    <a:pt x="4318666" y="792591"/>
                  </a:lnTo>
                  <a:lnTo>
                    <a:pt x="4236508" y="784373"/>
                  </a:lnTo>
                  <a:lnTo>
                    <a:pt x="4160876" y="775343"/>
                  </a:lnTo>
                  <a:lnTo>
                    <a:pt x="4091164" y="765400"/>
                  </a:lnTo>
                  <a:lnTo>
                    <a:pt x="4026650" y="754436"/>
                  </a:lnTo>
                  <a:lnTo>
                    <a:pt x="3966565" y="742334"/>
                  </a:lnTo>
                  <a:lnTo>
                    <a:pt x="3910134" y="728987"/>
                  </a:lnTo>
                  <a:lnTo>
                    <a:pt x="3856625" y="714312"/>
                  </a:lnTo>
                  <a:lnTo>
                    <a:pt x="3820202" y="703118"/>
                  </a:lnTo>
                  <a:lnTo>
                    <a:pt x="3761872" y="683105"/>
                  </a:lnTo>
                  <a:lnTo>
                    <a:pt x="3705299" y="661190"/>
                  </a:lnTo>
                  <a:lnTo>
                    <a:pt x="3649863" y="637339"/>
                  </a:lnTo>
                  <a:lnTo>
                    <a:pt x="3595100" y="611577"/>
                  </a:lnTo>
                  <a:lnTo>
                    <a:pt x="3540674" y="583990"/>
                  </a:lnTo>
                  <a:lnTo>
                    <a:pt x="3486355" y="554730"/>
                  </a:lnTo>
                  <a:lnTo>
                    <a:pt x="3432004" y="524017"/>
                  </a:lnTo>
                  <a:lnTo>
                    <a:pt x="3377557" y="492135"/>
                  </a:lnTo>
                  <a:lnTo>
                    <a:pt x="3323007" y="459422"/>
                  </a:lnTo>
                  <a:lnTo>
                    <a:pt x="3268392" y="426254"/>
                  </a:lnTo>
                  <a:lnTo>
                    <a:pt x="3213768" y="393033"/>
                  </a:lnTo>
                  <a:lnTo>
                    <a:pt x="3159196" y="360162"/>
                  </a:lnTo>
                  <a:lnTo>
                    <a:pt x="3104721" y="328026"/>
                  </a:lnTo>
                  <a:lnTo>
                    <a:pt x="3050348" y="296975"/>
                  </a:lnTo>
                  <a:lnTo>
                    <a:pt x="2996030" y="267309"/>
                  </a:lnTo>
                  <a:lnTo>
                    <a:pt x="2941651" y="239263"/>
                  </a:lnTo>
                  <a:lnTo>
                    <a:pt x="2887005" y="213009"/>
                  </a:lnTo>
                  <a:lnTo>
                    <a:pt x="2831786" y="188650"/>
                  </a:lnTo>
                  <a:lnTo>
                    <a:pt x="2775566" y="166225"/>
                  </a:lnTo>
                  <a:lnTo>
                    <a:pt x="2717769" y="145717"/>
                  </a:lnTo>
                  <a:lnTo>
                    <a:pt x="2702183" y="140623"/>
                  </a:lnTo>
                  <a:lnTo>
                    <a:pt x="2650337" y="124987"/>
                  </a:lnTo>
                  <a:lnTo>
                    <a:pt x="2596044" y="110707"/>
                  </a:lnTo>
                  <a:lnTo>
                    <a:pt x="2538621" y="97736"/>
                  </a:lnTo>
                  <a:lnTo>
                    <a:pt x="2477318" y="85979"/>
                  </a:lnTo>
                  <a:lnTo>
                    <a:pt x="2411359" y="75326"/>
                  </a:lnTo>
                  <a:lnTo>
                    <a:pt x="2339983" y="65662"/>
                  </a:lnTo>
                  <a:lnTo>
                    <a:pt x="2262494" y="56879"/>
                  </a:lnTo>
                  <a:lnTo>
                    <a:pt x="2178334" y="48882"/>
                  </a:lnTo>
                  <a:lnTo>
                    <a:pt x="2087170" y="41594"/>
                  </a:lnTo>
                  <a:lnTo>
                    <a:pt x="1989014" y="34953"/>
                  </a:lnTo>
                  <a:lnTo>
                    <a:pt x="1884360" y="28918"/>
                  </a:lnTo>
                  <a:lnTo>
                    <a:pt x="1774333" y="23466"/>
                  </a:lnTo>
                  <a:lnTo>
                    <a:pt x="1660810" y="18590"/>
                  </a:lnTo>
                  <a:lnTo>
                    <a:pt x="1546479" y="14297"/>
                  </a:lnTo>
                  <a:lnTo>
                    <a:pt x="1434773" y="10599"/>
                  </a:lnTo>
                  <a:lnTo>
                    <a:pt x="1329633" y="7507"/>
                  </a:lnTo>
                  <a:lnTo>
                    <a:pt x="1235087" y="5018"/>
                  </a:lnTo>
                  <a:lnTo>
                    <a:pt x="1154692" y="3113"/>
                  </a:lnTo>
                  <a:lnTo>
                    <a:pt x="1090944" y="1746"/>
                  </a:lnTo>
                  <a:lnTo>
                    <a:pt x="1044807" y="847"/>
                  </a:lnTo>
                  <a:lnTo>
                    <a:pt x="1015470" y="326"/>
                  </a:lnTo>
                  <a:lnTo>
                    <a:pt x="1000363" y="80"/>
                  </a:lnTo>
                  <a:lnTo>
                    <a:pt x="995345" y="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3" name="pl102"/>
            <p:cNvSpPr/>
            <p:nvPr/>
          </p:nvSpPr>
          <p:spPr>
            <a:xfrm>
              <a:off x="1199187" y="2069885"/>
              <a:ext cx="12049831" cy="2725129"/>
            </a:xfrm>
            <a:custGeom>
              <a:avLst/>
              <a:pathLst>
                <a:path w="12049831" h="2725129">
                  <a:moveTo>
                    <a:pt x="0" y="0"/>
                  </a:moveTo>
                  <a:lnTo>
                    <a:pt x="994940" y="0"/>
                  </a:lnTo>
                  <a:lnTo>
                    <a:pt x="996071" y="16"/>
                  </a:lnTo>
                  <a:lnTo>
                    <a:pt x="1003534" y="130"/>
                  </a:lnTo>
                  <a:lnTo>
                    <a:pt x="1022448" y="445"/>
                  </a:lnTo>
                  <a:lnTo>
                    <a:pt x="1056519" y="1067"/>
                  </a:lnTo>
                  <a:lnTo>
                    <a:pt x="1107815" y="2095"/>
                  </a:lnTo>
                  <a:lnTo>
                    <a:pt x="1176619" y="3613"/>
                  </a:lnTo>
                  <a:lnTo>
                    <a:pt x="1261478" y="5686"/>
                  </a:lnTo>
                  <a:lnTo>
                    <a:pt x="1359530" y="8350"/>
                  </a:lnTo>
                  <a:lnTo>
                    <a:pt x="1467018" y="11621"/>
                  </a:lnTo>
                  <a:lnTo>
                    <a:pt x="1579886" y="15495"/>
                  </a:lnTo>
                  <a:lnTo>
                    <a:pt x="1694305" y="19959"/>
                  </a:lnTo>
                  <a:lnTo>
                    <a:pt x="1807046" y="25004"/>
                  </a:lnTo>
                  <a:lnTo>
                    <a:pt x="1915657" y="30626"/>
                  </a:lnTo>
                  <a:lnTo>
                    <a:pt x="2018491" y="36835"/>
                  </a:lnTo>
                  <a:lnTo>
                    <a:pt x="2114625" y="43661"/>
                  </a:lnTo>
                  <a:lnTo>
                    <a:pt x="2203719" y="51150"/>
                  </a:lnTo>
                  <a:lnTo>
                    <a:pt x="2285877" y="59368"/>
                  </a:lnTo>
                  <a:lnTo>
                    <a:pt x="2361509" y="68398"/>
                  </a:lnTo>
                  <a:lnTo>
                    <a:pt x="2431221" y="78341"/>
                  </a:lnTo>
                  <a:lnTo>
                    <a:pt x="2495735" y="89305"/>
                  </a:lnTo>
                  <a:lnTo>
                    <a:pt x="2555820" y="101407"/>
                  </a:lnTo>
                  <a:lnTo>
                    <a:pt x="2612251" y="114754"/>
                  </a:lnTo>
                  <a:lnTo>
                    <a:pt x="2665760" y="129429"/>
                  </a:lnTo>
                  <a:lnTo>
                    <a:pt x="2702183" y="140623"/>
                  </a:lnTo>
                  <a:lnTo>
                    <a:pt x="2760513" y="160636"/>
                  </a:lnTo>
                  <a:lnTo>
                    <a:pt x="2817086" y="182552"/>
                  </a:lnTo>
                  <a:lnTo>
                    <a:pt x="2872522" y="206402"/>
                  </a:lnTo>
                  <a:lnTo>
                    <a:pt x="2927285" y="232164"/>
                  </a:lnTo>
                  <a:lnTo>
                    <a:pt x="2981711" y="259751"/>
                  </a:lnTo>
                  <a:lnTo>
                    <a:pt x="3036030" y="289011"/>
                  </a:lnTo>
                  <a:lnTo>
                    <a:pt x="3090381" y="319724"/>
                  </a:lnTo>
                  <a:lnTo>
                    <a:pt x="3144828" y="351606"/>
                  </a:lnTo>
                  <a:lnTo>
                    <a:pt x="3199378" y="384319"/>
                  </a:lnTo>
                  <a:lnTo>
                    <a:pt x="3253993" y="417487"/>
                  </a:lnTo>
                  <a:lnTo>
                    <a:pt x="3308617" y="450708"/>
                  </a:lnTo>
                  <a:lnTo>
                    <a:pt x="3363189" y="483579"/>
                  </a:lnTo>
                  <a:lnTo>
                    <a:pt x="3417664" y="515715"/>
                  </a:lnTo>
                  <a:lnTo>
                    <a:pt x="3472037" y="546766"/>
                  </a:lnTo>
                  <a:lnTo>
                    <a:pt x="3526355" y="576433"/>
                  </a:lnTo>
                  <a:lnTo>
                    <a:pt x="3580734" y="604478"/>
                  </a:lnTo>
                  <a:lnTo>
                    <a:pt x="3635380" y="630732"/>
                  </a:lnTo>
                  <a:lnTo>
                    <a:pt x="3690599" y="655091"/>
                  </a:lnTo>
                  <a:lnTo>
                    <a:pt x="3746819" y="677516"/>
                  </a:lnTo>
                  <a:lnTo>
                    <a:pt x="3804616" y="698024"/>
                  </a:lnTo>
                  <a:lnTo>
                    <a:pt x="3820202" y="703118"/>
                  </a:lnTo>
                  <a:lnTo>
                    <a:pt x="3872048" y="718754"/>
                  </a:lnTo>
                  <a:lnTo>
                    <a:pt x="3926341" y="733034"/>
                  </a:lnTo>
                  <a:lnTo>
                    <a:pt x="3983764" y="746006"/>
                  </a:lnTo>
                  <a:lnTo>
                    <a:pt x="4045067" y="757762"/>
                  </a:lnTo>
                  <a:lnTo>
                    <a:pt x="4111026" y="768415"/>
                  </a:lnTo>
                  <a:lnTo>
                    <a:pt x="4182402" y="778080"/>
                  </a:lnTo>
                  <a:lnTo>
                    <a:pt x="4259891" y="786862"/>
                  </a:lnTo>
                  <a:lnTo>
                    <a:pt x="4344051" y="794859"/>
                  </a:lnTo>
                  <a:lnTo>
                    <a:pt x="4435215" y="802147"/>
                  </a:lnTo>
                  <a:lnTo>
                    <a:pt x="4533371" y="808788"/>
                  </a:lnTo>
                  <a:lnTo>
                    <a:pt x="4638025" y="814823"/>
                  </a:lnTo>
                  <a:lnTo>
                    <a:pt x="4748052" y="820276"/>
                  </a:lnTo>
                  <a:lnTo>
                    <a:pt x="4861575" y="825151"/>
                  </a:lnTo>
                  <a:lnTo>
                    <a:pt x="4975906" y="829444"/>
                  </a:lnTo>
                  <a:lnTo>
                    <a:pt x="5087612" y="833142"/>
                  </a:lnTo>
                  <a:lnTo>
                    <a:pt x="5192752" y="836234"/>
                  </a:lnTo>
                  <a:lnTo>
                    <a:pt x="5287298" y="838723"/>
                  </a:lnTo>
                  <a:lnTo>
                    <a:pt x="5367693" y="840628"/>
                  </a:lnTo>
                  <a:lnTo>
                    <a:pt x="5431441" y="841995"/>
                  </a:lnTo>
                  <a:lnTo>
                    <a:pt x="5477578" y="842894"/>
                  </a:lnTo>
                  <a:lnTo>
                    <a:pt x="5506915" y="843415"/>
                  </a:lnTo>
                  <a:lnTo>
                    <a:pt x="5522022" y="843661"/>
                  </a:lnTo>
                  <a:lnTo>
                    <a:pt x="5527040" y="843736"/>
                  </a:lnTo>
                  <a:lnTo>
                    <a:pt x="5527445" y="843742"/>
                  </a:lnTo>
                  <a:lnTo>
                    <a:pt x="6522385" y="843742"/>
                  </a:lnTo>
                  <a:lnTo>
                    <a:pt x="6523494" y="843777"/>
                  </a:lnTo>
                  <a:lnTo>
                    <a:pt x="6530816" y="844026"/>
                  </a:lnTo>
                  <a:lnTo>
                    <a:pt x="6549384" y="844716"/>
                  </a:lnTo>
                  <a:lnTo>
                    <a:pt x="6582852" y="846075"/>
                  </a:lnTo>
                  <a:lnTo>
                    <a:pt x="6633291" y="848322"/>
                  </a:lnTo>
                  <a:lnTo>
                    <a:pt x="6701028" y="851643"/>
                  </a:lnTo>
                  <a:lnTo>
                    <a:pt x="6784698" y="856180"/>
                  </a:lnTo>
                  <a:lnTo>
                    <a:pt x="6881542" y="862016"/>
                  </a:lnTo>
                  <a:lnTo>
                    <a:pt x="6987907" y="869186"/>
                  </a:lnTo>
                  <a:lnTo>
                    <a:pt x="7099815" y="877683"/>
                  </a:lnTo>
                  <a:lnTo>
                    <a:pt x="7213488" y="887484"/>
                  </a:lnTo>
                  <a:lnTo>
                    <a:pt x="7325710" y="898562"/>
                  </a:lnTo>
                  <a:lnTo>
                    <a:pt x="7434017" y="910909"/>
                  </a:lnTo>
                  <a:lnTo>
                    <a:pt x="7536732" y="924546"/>
                  </a:lnTo>
                  <a:lnTo>
                    <a:pt x="7632891" y="939532"/>
                  </a:lnTo>
                  <a:lnTo>
                    <a:pt x="7722113" y="955965"/>
                  </a:lnTo>
                  <a:lnTo>
                    <a:pt x="7804463" y="973985"/>
                  </a:lnTo>
                  <a:lnTo>
                    <a:pt x="7880316" y="993771"/>
                  </a:lnTo>
                  <a:lnTo>
                    <a:pt x="7950249" y="1015536"/>
                  </a:lnTo>
                  <a:lnTo>
                    <a:pt x="8014958" y="1039519"/>
                  </a:lnTo>
                  <a:lnTo>
                    <a:pt x="8075196" y="1065972"/>
                  </a:lnTo>
                  <a:lnTo>
                    <a:pt x="8131722" y="1095134"/>
                  </a:lnTo>
                  <a:lnTo>
                    <a:pt x="8185265" y="1127198"/>
                  </a:lnTo>
                  <a:lnTo>
                    <a:pt x="8229629" y="1157306"/>
                  </a:lnTo>
                  <a:lnTo>
                    <a:pt x="8280091" y="1195572"/>
                  </a:lnTo>
                  <a:lnTo>
                    <a:pt x="8329174" y="1236986"/>
                  </a:lnTo>
                  <a:lnTo>
                    <a:pt x="8377298" y="1281611"/>
                  </a:lnTo>
                  <a:lnTo>
                    <a:pt x="8424794" y="1329440"/>
                  </a:lnTo>
                  <a:lnTo>
                    <a:pt x="8471914" y="1380394"/>
                  </a:lnTo>
                  <a:lnTo>
                    <a:pt x="8518847" y="1434315"/>
                  </a:lnTo>
                  <a:lnTo>
                    <a:pt x="8565725" y="1490960"/>
                  </a:lnTo>
                  <a:lnTo>
                    <a:pt x="8612631" y="1550002"/>
                  </a:lnTo>
                  <a:lnTo>
                    <a:pt x="8659607" y="1611037"/>
                  </a:lnTo>
                  <a:lnTo>
                    <a:pt x="8706662" y="1673593"/>
                  </a:lnTo>
                  <a:lnTo>
                    <a:pt x="8753779" y="1737141"/>
                  </a:lnTo>
                  <a:lnTo>
                    <a:pt x="8800926" y="1801118"/>
                  </a:lnTo>
                  <a:lnTo>
                    <a:pt x="8848062" y="1864944"/>
                  </a:lnTo>
                  <a:lnTo>
                    <a:pt x="8895151" y="1928043"/>
                  </a:lnTo>
                  <a:lnTo>
                    <a:pt x="8942165" y="1989869"/>
                  </a:lnTo>
                  <a:lnTo>
                    <a:pt x="8989101" y="2049920"/>
                  </a:lnTo>
                  <a:lnTo>
                    <a:pt x="9035985" y="2107758"/>
                  </a:lnTo>
                  <a:lnTo>
                    <a:pt x="9082878" y="2163018"/>
                  </a:lnTo>
                  <a:lnTo>
                    <a:pt x="9129889" y="2215418"/>
                  </a:lnTo>
                  <a:lnTo>
                    <a:pt x="9177178" y="2264758"/>
                  </a:lnTo>
                  <a:lnTo>
                    <a:pt x="9224965" y="2310922"/>
                  </a:lnTo>
                  <a:lnTo>
                    <a:pt x="9273543" y="2353869"/>
                  </a:lnTo>
                  <a:lnTo>
                    <a:pt x="9323285" y="2393631"/>
                  </a:lnTo>
                  <a:lnTo>
                    <a:pt x="9347647" y="2411565"/>
                  </a:lnTo>
                  <a:lnTo>
                    <a:pt x="9399145" y="2446210"/>
                  </a:lnTo>
                  <a:lnTo>
                    <a:pt x="9453053" y="2477871"/>
                  </a:lnTo>
                  <a:lnTo>
                    <a:pt x="9510041" y="2506652"/>
                  </a:lnTo>
                  <a:lnTo>
                    <a:pt x="9570842" y="2532754"/>
                  </a:lnTo>
                  <a:lnTo>
                    <a:pt x="9636219" y="2556421"/>
                  </a:lnTo>
                  <a:lnTo>
                    <a:pt x="9706918" y="2577903"/>
                  </a:lnTo>
                  <a:lnTo>
                    <a:pt x="9783624" y="2597437"/>
                  </a:lnTo>
                  <a:lnTo>
                    <a:pt x="9866892" y="2615231"/>
                  </a:lnTo>
                  <a:lnTo>
                    <a:pt x="9957063" y="2631460"/>
                  </a:lnTo>
                  <a:lnTo>
                    <a:pt x="10054148" y="2646258"/>
                  </a:lnTo>
                  <a:lnTo>
                    <a:pt x="10157695" y="2659717"/>
                  </a:lnTo>
                  <a:lnTo>
                    <a:pt x="10266650" y="2671891"/>
                  </a:lnTo>
                  <a:lnTo>
                    <a:pt x="10379231" y="2682796"/>
                  </a:lnTo>
                  <a:lnTo>
                    <a:pt x="10492869" y="2692421"/>
                  </a:lnTo>
                  <a:lnTo>
                    <a:pt x="10604254" y="2700739"/>
                  </a:lnTo>
                  <a:lnTo>
                    <a:pt x="10709556" y="2707727"/>
                  </a:lnTo>
                  <a:lnTo>
                    <a:pt x="10804809" y="2713383"/>
                  </a:lnTo>
                  <a:lnTo>
                    <a:pt x="10886447" y="2717748"/>
                  </a:lnTo>
                  <a:lnTo>
                    <a:pt x="10951875" y="2720914"/>
                  </a:lnTo>
                  <a:lnTo>
                    <a:pt x="10999947" y="2723028"/>
                  </a:lnTo>
                  <a:lnTo>
                    <a:pt x="11031229" y="2724283"/>
                  </a:lnTo>
                  <a:lnTo>
                    <a:pt x="11048018" y="2724899"/>
                  </a:lnTo>
                  <a:lnTo>
                    <a:pt x="11054171" y="2725107"/>
                  </a:lnTo>
                  <a:lnTo>
                    <a:pt x="11054891" y="2725129"/>
                  </a:lnTo>
                  <a:lnTo>
                    <a:pt x="12049831" y="2725129"/>
                  </a:lnTo>
                  <a:lnTo>
                    <a:pt x="12049831" y="27251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" name="pl103"/>
            <p:cNvSpPr/>
            <p:nvPr/>
          </p:nvSpPr>
          <p:spPr>
            <a:xfrm>
              <a:off x="1199187" y="2054164"/>
              <a:ext cx="12049831" cy="2725129"/>
            </a:xfrm>
            <a:custGeom>
              <a:avLst/>
              <a:pathLst>
                <a:path w="12049831" h="2725129">
                  <a:moveTo>
                    <a:pt x="12049831" y="2725129"/>
                  </a:moveTo>
                  <a:lnTo>
                    <a:pt x="11054891" y="2725129"/>
                  </a:lnTo>
                  <a:lnTo>
                    <a:pt x="11053782" y="2725094"/>
                  </a:lnTo>
                  <a:lnTo>
                    <a:pt x="11046460" y="2724845"/>
                  </a:lnTo>
                  <a:lnTo>
                    <a:pt x="11027893" y="2724155"/>
                  </a:lnTo>
                  <a:lnTo>
                    <a:pt x="10994424" y="2722796"/>
                  </a:lnTo>
                  <a:lnTo>
                    <a:pt x="10943986" y="2720549"/>
                  </a:lnTo>
                  <a:lnTo>
                    <a:pt x="10876249" y="2717227"/>
                  </a:lnTo>
                  <a:lnTo>
                    <a:pt x="10792579" y="2712691"/>
                  </a:lnTo>
                  <a:lnTo>
                    <a:pt x="10695734" y="2706855"/>
                  </a:lnTo>
                  <a:lnTo>
                    <a:pt x="10589370" y="2699685"/>
                  </a:lnTo>
                  <a:lnTo>
                    <a:pt x="10477461" y="2691187"/>
                  </a:lnTo>
                  <a:lnTo>
                    <a:pt x="10363788" y="2681387"/>
                  </a:lnTo>
                  <a:lnTo>
                    <a:pt x="10251567" y="2670309"/>
                  </a:lnTo>
                  <a:lnTo>
                    <a:pt x="10143260" y="2657962"/>
                  </a:lnTo>
                  <a:lnTo>
                    <a:pt x="10040545" y="2644325"/>
                  </a:lnTo>
                  <a:lnTo>
                    <a:pt x="9944386" y="2629339"/>
                  </a:lnTo>
                  <a:lnTo>
                    <a:pt x="9855163" y="2612906"/>
                  </a:lnTo>
                  <a:lnTo>
                    <a:pt x="9772813" y="2594886"/>
                  </a:lnTo>
                  <a:lnTo>
                    <a:pt x="9696961" y="2575100"/>
                  </a:lnTo>
                  <a:lnTo>
                    <a:pt x="9627028" y="2553335"/>
                  </a:lnTo>
                  <a:lnTo>
                    <a:pt x="9562319" y="2529352"/>
                  </a:lnTo>
                  <a:lnTo>
                    <a:pt x="9502081" y="2502899"/>
                  </a:lnTo>
                  <a:lnTo>
                    <a:pt x="9445554" y="2473737"/>
                  </a:lnTo>
                  <a:lnTo>
                    <a:pt x="9392011" y="2441673"/>
                  </a:lnTo>
                  <a:lnTo>
                    <a:pt x="9347647" y="2411565"/>
                  </a:lnTo>
                  <a:lnTo>
                    <a:pt x="9297185" y="2373299"/>
                  </a:lnTo>
                  <a:lnTo>
                    <a:pt x="9248103" y="2331884"/>
                  </a:lnTo>
                  <a:lnTo>
                    <a:pt x="9199978" y="2287260"/>
                  </a:lnTo>
                  <a:lnTo>
                    <a:pt x="9152482" y="2239431"/>
                  </a:lnTo>
                  <a:lnTo>
                    <a:pt x="9105362" y="2188477"/>
                  </a:lnTo>
                  <a:lnTo>
                    <a:pt x="9058429" y="2134555"/>
                  </a:lnTo>
                  <a:lnTo>
                    <a:pt x="9011551" y="2077911"/>
                  </a:lnTo>
                  <a:lnTo>
                    <a:pt x="8964645" y="2018869"/>
                  </a:lnTo>
                  <a:lnTo>
                    <a:pt x="8917669" y="1957834"/>
                  </a:lnTo>
                  <a:lnTo>
                    <a:pt x="8870614" y="1895278"/>
                  </a:lnTo>
                  <a:lnTo>
                    <a:pt x="8823497" y="1831730"/>
                  </a:lnTo>
                  <a:lnTo>
                    <a:pt x="8776350" y="1767753"/>
                  </a:lnTo>
                  <a:lnTo>
                    <a:pt x="8729214" y="1703927"/>
                  </a:lnTo>
                  <a:lnTo>
                    <a:pt x="8682126" y="1640828"/>
                  </a:lnTo>
                  <a:lnTo>
                    <a:pt x="8635111" y="1579002"/>
                  </a:lnTo>
                  <a:lnTo>
                    <a:pt x="8588175" y="1518951"/>
                  </a:lnTo>
                  <a:lnTo>
                    <a:pt x="8541291" y="1461113"/>
                  </a:lnTo>
                  <a:lnTo>
                    <a:pt x="8494398" y="1405852"/>
                  </a:lnTo>
                  <a:lnTo>
                    <a:pt x="8447387" y="1353453"/>
                  </a:lnTo>
                  <a:lnTo>
                    <a:pt x="8400099" y="1304112"/>
                  </a:lnTo>
                  <a:lnTo>
                    <a:pt x="8352311" y="1257949"/>
                  </a:lnTo>
                  <a:lnTo>
                    <a:pt x="8303734" y="1215002"/>
                  </a:lnTo>
                  <a:lnTo>
                    <a:pt x="8253991" y="1175240"/>
                  </a:lnTo>
                  <a:lnTo>
                    <a:pt x="8229629" y="1157306"/>
                  </a:lnTo>
                  <a:lnTo>
                    <a:pt x="8178132" y="1122660"/>
                  </a:lnTo>
                  <a:lnTo>
                    <a:pt x="8124223" y="1091000"/>
                  </a:lnTo>
                  <a:lnTo>
                    <a:pt x="8067236" y="1062219"/>
                  </a:lnTo>
                  <a:lnTo>
                    <a:pt x="8006434" y="1036117"/>
                  </a:lnTo>
                  <a:lnTo>
                    <a:pt x="7941058" y="1012450"/>
                  </a:lnTo>
                  <a:lnTo>
                    <a:pt x="7870359" y="990968"/>
                  </a:lnTo>
                  <a:lnTo>
                    <a:pt x="7793653" y="971434"/>
                  </a:lnTo>
                  <a:lnTo>
                    <a:pt x="7710384" y="953640"/>
                  </a:lnTo>
                  <a:lnTo>
                    <a:pt x="7620213" y="937411"/>
                  </a:lnTo>
                  <a:lnTo>
                    <a:pt x="7523129" y="922613"/>
                  </a:lnTo>
                  <a:lnTo>
                    <a:pt x="7419582" y="909154"/>
                  </a:lnTo>
                  <a:lnTo>
                    <a:pt x="7310626" y="896980"/>
                  </a:lnTo>
                  <a:lnTo>
                    <a:pt x="7198045" y="886075"/>
                  </a:lnTo>
                  <a:lnTo>
                    <a:pt x="7084408" y="876450"/>
                  </a:lnTo>
                  <a:lnTo>
                    <a:pt x="6973022" y="868132"/>
                  </a:lnTo>
                  <a:lnTo>
                    <a:pt x="6867721" y="861144"/>
                  </a:lnTo>
                  <a:lnTo>
                    <a:pt x="6772468" y="855488"/>
                  </a:lnTo>
                  <a:lnTo>
                    <a:pt x="6690830" y="851123"/>
                  </a:lnTo>
                  <a:lnTo>
                    <a:pt x="6625402" y="847957"/>
                  </a:lnTo>
                  <a:lnTo>
                    <a:pt x="6577330" y="845843"/>
                  </a:lnTo>
                  <a:lnTo>
                    <a:pt x="6546048" y="844588"/>
                  </a:lnTo>
                  <a:lnTo>
                    <a:pt x="6529258" y="843972"/>
                  </a:lnTo>
                  <a:lnTo>
                    <a:pt x="6523106" y="843764"/>
                  </a:lnTo>
                  <a:lnTo>
                    <a:pt x="6522385" y="843742"/>
                  </a:lnTo>
                  <a:lnTo>
                    <a:pt x="5527445" y="843742"/>
                  </a:lnTo>
                  <a:lnTo>
                    <a:pt x="5526314" y="843726"/>
                  </a:lnTo>
                  <a:lnTo>
                    <a:pt x="5518851" y="843611"/>
                  </a:lnTo>
                  <a:lnTo>
                    <a:pt x="5499937" y="843296"/>
                  </a:lnTo>
                  <a:lnTo>
                    <a:pt x="5465866" y="842674"/>
                  </a:lnTo>
                  <a:lnTo>
                    <a:pt x="5414570" y="841646"/>
                  </a:lnTo>
                  <a:lnTo>
                    <a:pt x="5345766" y="840128"/>
                  </a:lnTo>
                  <a:lnTo>
                    <a:pt x="5260907" y="838055"/>
                  </a:lnTo>
                  <a:lnTo>
                    <a:pt x="5162855" y="835391"/>
                  </a:lnTo>
                  <a:lnTo>
                    <a:pt x="5055367" y="832120"/>
                  </a:lnTo>
                  <a:lnTo>
                    <a:pt x="4942499" y="828247"/>
                  </a:lnTo>
                  <a:lnTo>
                    <a:pt x="4828080" y="823782"/>
                  </a:lnTo>
                  <a:lnTo>
                    <a:pt x="4715339" y="818737"/>
                  </a:lnTo>
                  <a:lnTo>
                    <a:pt x="4606728" y="813116"/>
                  </a:lnTo>
                  <a:lnTo>
                    <a:pt x="4503894" y="806906"/>
                  </a:lnTo>
                  <a:lnTo>
                    <a:pt x="4407760" y="800080"/>
                  </a:lnTo>
                  <a:lnTo>
                    <a:pt x="4318666" y="792591"/>
                  </a:lnTo>
                  <a:lnTo>
                    <a:pt x="4236508" y="784373"/>
                  </a:lnTo>
                  <a:lnTo>
                    <a:pt x="4160876" y="775343"/>
                  </a:lnTo>
                  <a:lnTo>
                    <a:pt x="4091164" y="765400"/>
                  </a:lnTo>
                  <a:lnTo>
                    <a:pt x="4026650" y="754436"/>
                  </a:lnTo>
                  <a:lnTo>
                    <a:pt x="3966565" y="742334"/>
                  </a:lnTo>
                  <a:lnTo>
                    <a:pt x="3910134" y="728987"/>
                  </a:lnTo>
                  <a:lnTo>
                    <a:pt x="3856625" y="714312"/>
                  </a:lnTo>
                  <a:lnTo>
                    <a:pt x="3820202" y="703118"/>
                  </a:lnTo>
                  <a:lnTo>
                    <a:pt x="3761872" y="683105"/>
                  </a:lnTo>
                  <a:lnTo>
                    <a:pt x="3705299" y="661190"/>
                  </a:lnTo>
                  <a:lnTo>
                    <a:pt x="3649863" y="637339"/>
                  </a:lnTo>
                  <a:lnTo>
                    <a:pt x="3595100" y="611577"/>
                  </a:lnTo>
                  <a:lnTo>
                    <a:pt x="3540674" y="583990"/>
                  </a:lnTo>
                  <a:lnTo>
                    <a:pt x="3486355" y="554730"/>
                  </a:lnTo>
                  <a:lnTo>
                    <a:pt x="3432004" y="524017"/>
                  </a:lnTo>
                  <a:lnTo>
                    <a:pt x="3377557" y="492135"/>
                  </a:lnTo>
                  <a:lnTo>
                    <a:pt x="3323007" y="459422"/>
                  </a:lnTo>
                  <a:lnTo>
                    <a:pt x="3268392" y="426254"/>
                  </a:lnTo>
                  <a:lnTo>
                    <a:pt x="3213768" y="393033"/>
                  </a:lnTo>
                  <a:lnTo>
                    <a:pt x="3159196" y="360162"/>
                  </a:lnTo>
                  <a:lnTo>
                    <a:pt x="3104721" y="328026"/>
                  </a:lnTo>
                  <a:lnTo>
                    <a:pt x="3050348" y="296975"/>
                  </a:lnTo>
                  <a:lnTo>
                    <a:pt x="2996030" y="267309"/>
                  </a:lnTo>
                  <a:lnTo>
                    <a:pt x="2941651" y="239263"/>
                  </a:lnTo>
                  <a:lnTo>
                    <a:pt x="2887005" y="213009"/>
                  </a:lnTo>
                  <a:lnTo>
                    <a:pt x="2831786" y="188650"/>
                  </a:lnTo>
                  <a:lnTo>
                    <a:pt x="2775566" y="166225"/>
                  </a:lnTo>
                  <a:lnTo>
                    <a:pt x="2717769" y="145717"/>
                  </a:lnTo>
                  <a:lnTo>
                    <a:pt x="2702183" y="140623"/>
                  </a:lnTo>
                  <a:lnTo>
                    <a:pt x="2650337" y="124987"/>
                  </a:lnTo>
                  <a:lnTo>
                    <a:pt x="2596044" y="110707"/>
                  </a:lnTo>
                  <a:lnTo>
                    <a:pt x="2538621" y="97736"/>
                  </a:lnTo>
                  <a:lnTo>
                    <a:pt x="2477318" y="85979"/>
                  </a:lnTo>
                  <a:lnTo>
                    <a:pt x="2411359" y="75326"/>
                  </a:lnTo>
                  <a:lnTo>
                    <a:pt x="2339983" y="65662"/>
                  </a:lnTo>
                  <a:lnTo>
                    <a:pt x="2262494" y="56879"/>
                  </a:lnTo>
                  <a:lnTo>
                    <a:pt x="2178334" y="48882"/>
                  </a:lnTo>
                  <a:lnTo>
                    <a:pt x="2087170" y="41594"/>
                  </a:lnTo>
                  <a:lnTo>
                    <a:pt x="1989014" y="34953"/>
                  </a:lnTo>
                  <a:lnTo>
                    <a:pt x="1884360" y="28918"/>
                  </a:lnTo>
                  <a:lnTo>
                    <a:pt x="1774333" y="23466"/>
                  </a:lnTo>
                  <a:lnTo>
                    <a:pt x="1660810" y="18590"/>
                  </a:lnTo>
                  <a:lnTo>
                    <a:pt x="1546479" y="14297"/>
                  </a:lnTo>
                  <a:lnTo>
                    <a:pt x="1434773" y="10599"/>
                  </a:lnTo>
                  <a:lnTo>
                    <a:pt x="1329633" y="7507"/>
                  </a:lnTo>
                  <a:lnTo>
                    <a:pt x="1235087" y="5018"/>
                  </a:lnTo>
                  <a:lnTo>
                    <a:pt x="1154692" y="3113"/>
                  </a:lnTo>
                  <a:lnTo>
                    <a:pt x="1090944" y="1746"/>
                  </a:lnTo>
                  <a:lnTo>
                    <a:pt x="1044807" y="847"/>
                  </a:lnTo>
                  <a:lnTo>
                    <a:pt x="1015470" y="326"/>
                  </a:lnTo>
                  <a:lnTo>
                    <a:pt x="1000363" y="80"/>
                  </a:lnTo>
                  <a:lnTo>
                    <a:pt x="995345" y="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" name="pg104"/>
            <p:cNvSpPr/>
            <p:nvPr/>
          </p:nvSpPr>
          <p:spPr>
            <a:xfrm>
              <a:off x="1199187" y="2069885"/>
              <a:ext cx="12049831" cy="3149621"/>
            </a:xfrm>
            <a:custGeom>
              <a:avLst/>
              <a:pathLst>
                <a:path w="12049831" h="3149621">
                  <a:moveTo>
                    <a:pt x="0" y="15721"/>
                  </a:moveTo>
                  <a:lnTo>
                    <a:pt x="994940" y="15721"/>
                  </a:lnTo>
                  <a:lnTo>
                    <a:pt x="996070" y="15738"/>
                  </a:lnTo>
                  <a:lnTo>
                    <a:pt x="1003532" y="15853"/>
                  </a:lnTo>
                  <a:lnTo>
                    <a:pt x="1022445" y="16173"/>
                  </a:lnTo>
                  <a:lnTo>
                    <a:pt x="1056512" y="16802"/>
                  </a:lnTo>
                  <a:lnTo>
                    <a:pt x="1107803" y="17842"/>
                  </a:lnTo>
                  <a:lnTo>
                    <a:pt x="1176599" y="19380"/>
                  </a:lnTo>
                  <a:lnTo>
                    <a:pt x="1261451" y="21478"/>
                  </a:lnTo>
                  <a:lnTo>
                    <a:pt x="1359495" y="24175"/>
                  </a:lnTo>
                  <a:lnTo>
                    <a:pt x="1466976" y="27486"/>
                  </a:lnTo>
                  <a:lnTo>
                    <a:pt x="1579838" y="31407"/>
                  </a:lnTo>
                  <a:lnTo>
                    <a:pt x="1694252" y="35927"/>
                  </a:lnTo>
                  <a:lnTo>
                    <a:pt x="1806990" y="41034"/>
                  </a:lnTo>
                  <a:lnTo>
                    <a:pt x="1915599" y="46725"/>
                  </a:lnTo>
                  <a:lnTo>
                    <a:pt x="2018433" y="53011"/>
                  </a:lnTo>
                  <a:lnTo>
                    <a:pt x="2114566" y="59921"/>
                  </a:lnTo>
                  <a:lnTo>
                    <a:pt x="2203661" y="67502"/>
                  </a:lnTo>
                  <a:lnTo>
                    <a:pt x="2285821" y="75821"/>
                  </a:lnTo>
                  <a:lnTo>
                    <a:pt x="2361454" y="84963"/>
                  </a:lnTo>
                  <a:lnTo>
                    <a:pt x="2431167" y="95027"/>
                  </a:lnTo>
                  <a:lnTo>
                    <a:pt x="2495682" y="106127"/>
                  </a:lnTo>
                  <a:lnTo>
                    <a:pt x="2555769" y="118378"/>
                  </a:lnTo>
                  <a:lnTo>
                    <a:pt x="2612200" y="131889"/>
                  </a:lnTo>
                  <a:lnTo>
                    <a:pt x="2665709" y="146744"/>
                  </a:lnTo>
                  <a:lnTo>
                    <a:pt x="2702183" y="158092"/>
                  </a:lnTo>
                  <a:lnTo>
                    <a:pt x="2760441" y="178327"/>
                  </a:lnTo>
                  <a:lnTo>
                    <a:pt x="2816946" y="200483"/>
                  </a:lnTo>
                  <a:lnTo>
                    <a:pt x="2872314" y="224593"/>
                  </a:lnTo>
                  <a:lnTo>
                    <a:pt x="2927010" y="250634"/>
                  </a:lnTo>
                  <a:lnTo>
                    <a:pt x="2981369" y="278519"/>
                  </a:lnTo>
                  <a:lnTo>
                    <a:pt x="3035620" y="308094"/>
                  </a:lnTo>
                  <a:lnTo>
                    <a:pt x="3089902" y="339138"/>
                  </a:lnTo>
                  <a:lnTo>
                    <a:pt x="3144280" y="371366"/>
                  </a:lnTo>
                  <a:lnTo>
                    <a:pt x="3198759" y="404437"/>
                  </a:lnTo>
                  <a:lnTo>
                    <a:pt x="3253306" y="437971"/>
                  </a:lnTo>
                  <a:lnTo>
                    <a:pt x="3307861" y="471565"/>
                  </a:lnTo>
                  <a:lnTo>
                    <a:pt x="3362365" y="504810"/>
                  </a:lnTo>
                  <a:lnTo>
                    <a:pt x="3416774" y="537319"/>
                  </a:lnTo>
                  <a:lnTo>
                    <a:pt x="3471080" y="568737"/>
                  </a:lnTo>
                  <a:lnTo>
                    <a:pt x="3525329" y="598763"/>
                  </a:lnTo>
                  <a:lnTo>
                    <a:pt x="3579637" y="627155"/>
                  </a:lnTo>
                  <a:lnTo>
                    <a:pt x="3634206" y="653741"/>
                  </a:lnTo>
                  <a:lnTo>
                    <a:pt x="3689339" y="678414"/>
                  </a:lnTo>
                  <a:lnTo>
                    <a:pt x="3745459" y="701134"/>
                  </a:lnTo>
                  <a:lnTo>
                    <a:pt x="3803136" y="721918"/>
                  </a:lnTo>
                  <a:lnTo>
                    <a:pt x="3820202" y="727574"/>
                  </a:lnTo>
                  <a:lnTo>
                    <a:pt x="3872045" y="743404"/>
                  </a:lnTo>
                  <a:lnTo>
                    <a:pt x="3926336" y="757860"/>
                  </a:lnTo>
                  <a:lnTo>
                    <a:pt x="3983757" y="770993"/>
                  </a:lnTo>
                  <a:lnTo>
                    <a:pt x="4045056" y="782896"/>
                  </a:lnTo>
                  <a:lnTo>
                    <a:pt x="4111011" y="793681"/>
                  </a:lnTo>
                  <a:lnTo>
                    <a:pt x="4182384" y="803465"/>
                  </a:lnTo>
                  <a:lnTo>
                    <a:pt x="4259867" y="812356"/>
                  </a:lnTo>
                  <a:lnTo>
                    <a:pt x="4344022" y="820452"/>
                  </a:lnTo>
                  <a:lnTo>
                    <a:pt x="4435179" y="827831"/>
                  </a:lnTo>
                  <a:lnTo>
                    <a:pt x="4533328" y="834555"/>
                  </a:lnTo>
                  <a:lnTo>
                    <a:pt x="4637975" y="840665"/>
                  </a:lnTo>
                  <a:lnTo>
                    <a:pt x="4747995" y="846185"/>
                  </a:lnTo>
                  <a:lnTo>
                    <a:pt x="4861512" y="851121"/>
                  </a:lnTo>
                  <a:lnTo>
                    <a:pt x="4975839" y="855467"/>
                  </a:lnTo>
                  <a:lnTo>
                    <a:pt x="5087543" y="859211"/>
                  </a:lnTo>
                  <a:lnTo>
                    <a:pt x="5192684" y="862342"/>
                  </a:lnTo>
                  <a:lnTo>
                    <a:pt x="5287235" y="864862"/>
                  </a:lnTo>
                  <a:lnTo>
                    <a:pt x="5367638" y="866791"/>
                  </a:lnTo>
                  <a:lnTo>
                    <a:pt x="5431397" y="868175"/>
                  </a:lnTo>
                  <a:lnTo>
                    <a:pt x="5477547" y="869086"/>
                  </a:lnTo>
                  <a:lnTo>
                    <a:pt x="5506896" y="869614"/>
                  </a:lnTo>
                  <a:lnTo>
                    <a:pt x="5522014" y="869863"/>
                  </a:lnTo>
                  <a:lnTo>
                    <a:pt x="5527038" y="869939"/>
                  </a:lnTo>
                  <a:lnTo>
                    <a:pt x="5527445" y="869945"/>
                  </a:lnTo>
                  <a:lnTo>
                    <a:pt x="6522385" y="869945"/>
                  </a:lnTo>
                  <a:lnTo>
                    <a:pt x="6523482" y="869987"/>
                  </a:lnTo>
                  <a:lnTo>
                    <a:pt x="6530724" y="870286"/>
                  </a:lnTo>
                  <a:lnTo>
                    <a:pt x="6549095" y="871112"/>
                  </a:lnTo>
                  <a:lnTo>
                    <a:pt x="6582222" y="872740"/>
                  </a:lnTo>
                  <a:lnTo>
                    <a:pt x="6632175" y="875432"/>
                  </a:lnTo>
                  <a:lnTo>
                    <a:pt x="6699305" y="879412"/>
                  </a:lnTo>
                  <a:lnTo>
                    <a:pt x="6782297" y="884851"/>
                  </a:lnTo>
                  <a:lnTo>
                    <a:pt x="6878451" y="891850"/>
                  </a:lnTo>
                  <a:lnTo>
                    <a:pt x="6984171" y="900453"/>
                  </a:lnTo>
                  <a:lnTo>
                    <a:pt x="7095527" y="910653"/>
                  </a:lnTo>
                  <a:lnTo>
                    <a:pt x="7208766" y="922422"/>
                  </a:lnTo>
                  <a:lnTo>
                    <a:pt x="7320684" y="935727"/>
                  </a:lnTo>
                  <a:lnTo>
                    <a:pt x="7428809" y="950559"/>
                  </a:lnTo>
                  <a:lnTo>
                    <a:pt x="7531449" y="966940"/>
                  </a:lnTo>
                  <a:lnTo>
                    <a:pt x="7627617" y="984938"/>
                  </a:lnTo>
                  <a:lnTo>
                    <a:pt x="7716910" y="1004667"/>
                  </a:lnTo>
                  <a:lnTo>
                    <a:pt x="7799367" y="1026294"/>
                  </a:lnTo>
                  <a:lnTo>
                    <a:pt x="7875345" y="1050029"/>
                  </a:lnTo>
                  <a:lnTo>
                    <a:pt x="7945404" y="1076126"/>
                  </a:lnTo>
                  <a:lnTo>
                    <a:pt x="8010227" y="1104868"/>
                  </a:lnTo>
                  <a:lnTo>
                    <a:pt x="8070555" y="1136558"/>
                  </a:lnTo>
                  <a:lnTo>
                    <a:pt x="8127141" y="1171484"/>
                  </a:lnTo>
                  <a:lnTo>
                    <a:pt x="8180707" y="1209884"/>
                  </a:lnTo>
                  <a:lnTo>
                    <a:pt x="8229629" y="1249891"/>
                  </a:lnTo>
                  <a:lnTo>
                    <a:pt x="8277291" y="1293546"/>
                  </a:lnTo>
                  <a:lnTo>
                    <a:pt x="8323701" y="1340594"/>
                  </a:lnTo>
                  <a:lnTo>
                    <a:pt x="8369221" y="1391102"/>
                  </a:lnTo>
                  <a:lnTo>
                    <a:pt x="8414137" y="1445075"/>
                  </a:lnTo>
                  <a:lnTo>
                    <a:pt x="8458674" y="1502449"/>
                  </a:lnTo>
                  <a:lnTo>
                    <a:pt x="8503002" y="1563082"/>
                  </a:lnTo>
                  <a:lnTo>
                    <a:pt x="8547248" y="1626753"/>
                  </a:lnTo>
                  <a:lnTo>
                    <a:pt x="8591494" y="1693161"/>
                  </a:lnTo>
                  <a:lnTo>
                    <a:pt x="8635790" y="1761927"/>
                  </a:lnTo>
                  <a:lnTo>
                    <a:pt x="8680156" y="1832602"/>
                  </a:lnTo>
                  <a:lnTo>
                    <a:pt x="8724588" y="1904675"/>
                  </a:lnTo>
                  <a:lnTo>
                    <a:pt x="8769067" y="1977591"/>
                  </a:lnTo>
                  <a:lnTo>
                    <a:pt x="8813560" y="2050768"/>
                  </a:lnTo>
                  <a:lnTo>
                    <a:pt x="8858034" y="2123613"/>
                  </a:lnTo>
                  <a:lnTo>
                    <a:pt x="8902459" y="2195546"/>
                  </a:lnTo>
                  <a:lnTo>
                    <a:pt x="8946817" y="2266017"/>
                  </a:lnTo>
                  <a:lnTo>
                    <a:pt x="8991105" y="2334522"/>
                  </a:lnTo>
                  <a:lnTo>
                    <a:pt x="9035348" y="2400620"/>
                  </a:lnTo>
                  <a:lnTo>
                    <a:pt x="9079598" y="2463940"/>
                  </a:lnTo>
                  <a:lnTo>
                    <a:pt x="9123944" y="2524191"/>
                  </a:lnTo>
                  <a:lnTo>
                    <a:pt x="9168517" y="2581162"/>
                  </a:lnTo>
                  <a:lnTo>
                    <a:pt x="9213492" y="2634720"/>
                  </a:lnTo>
                  <a:lnTo>
                    <a:pt x="9259103" y="2684811"/>
                  </a:lnTo>
                  <a:lnTo>
                    <a:pt x="9305643" y="2731446"/>
                  </a:lnTo>
                  <a:lnTo>
                    <a:pt x="9347647" y="2769675"/>
                  </a:lnTo>
                  <a:lnTo>
                    <a:pt x="9398946" y="2811503"/>
                  </a:lnTo>
                  <a:lnTo>
                    <a:pt x="9452635" y="2849741"/>
                  </a:lnTo>
                  <a:lnTo>
                    <a:pt x="9509374" y="2884515"/>
                  </a:lnTo>
                  <a:lnTo>
                    <a:pt x="9569890" y="2916064"/>
                  </a:lnTo>
                  <a:lnTo>
                    <a:pt x="9634935" y="2944680"/>
                  </a:lnTo>
                  <a:lnTo>
                    <a:pt x="9705248" y="2970663"/>
                  </a:lnTo>
                  <a:lnTo>
                    <a:pt x="9781509" y="2994297"/>
                  </a:lnTo>
                  <a:lnTo>
                    <a:pt x="9864271" y="3015833"/>
                  </a:lnTo>
                  <a:lnTo>
                    <a:pt x="9953878" y="3035481"/>
                  </a:lnTo>
                  <a:lnTo>
                    <a:pt x="10050352" y="3053404"/>
                  </a:lnTo>
                  <a:lnTo>
                    <a:pt x="10153268" y="3069713"/>
                  </a:lnTo>
                  <a:lnTo>
                    <a:pt x="10261608" y="3084475"/>
                  </a:lnTo>
                  <a:lnTo>
                    <a:pt x="10373645" y="3097711"/>
                  </a:lnTo>
                  <a:lnTo>
                    <a:pt x="10486874" y="3109409"/>
                  </a:lnTo>
                  <a:lnTo>
                    <a:pt x="10598058" y="3119538"/>
                  </a:lnTo>
                  <a:lnTo>
                    <a:pt x="10703428" y="3128068"/>
                  </a:lnTo>
                  <a:lnTo>
                    <a:pt x="10799057" y="3134995"/>
                  </a:lnTo>
                  <a:lnTo>
                    <a:pt x="10881379" y="3140364"/>
                  </a:lnTo>
                  <a:lnTo>
                    <a:pt x="10947746" y="3144282"/>
                  </a:lnTo>
                  <a:lnTo>
                    <a:pt x="10996914" y="3146921"/>
                  </a:lnTo>
                  <a:lnTo>
                    <a:pt x="11029314" y="3148506"/>
                  </a:lnTo>
                  <a:lnTo>
                    <a:pt x="11047089" y="3149303"/>
                  </a:lnTo>
                  <a:lnTo>
                    <a:pt x="11053935" y="3149584"/>
                  </a:lnTo>
                  <a:lnTo>
                    <a:pt x="11054891" y="3149621"/>
                  </a:lnTo>
                  <a:lnTo>
                    <a:pt x="12049831" y="3149621"/>
                  </a:lnTo>
                  <a:lnTo>
                    <a:pt x="12049831" y="3133899"/>
                  </a:lnTo>
                  <a:lnTo>
                    <a:pt x="11054891" y="3133899"/>
                  </a:lnTo>
                  <a:lnTo>
                    <a:pt x="11053794" y="3133857"/>
                  </a:lnTo>
                  <a:lnTo>
                    <a:pt x="11046552" y="3133558"/>
                  </a:lnTo>
                  <a:lnTo>
                    <a:pt x="11028182" y="3132732"/>
                  </a:lnTo>
                  <a:lnTo>
                    <a:pt x="10995054" y="3131104"/>
                  </a:lnTo>
                  <a:lnTo>
                    <a:pt x="10945102" y="3128412"/>
                  </a:lnTo>
                  <a:lnTo>
                    <a:pt x="10877971" y="3124431"/>
                  </a:lnTo>
                  <a:lnTo>
                    <a:pt x="10794979" y="3118993"/>
                  </a:lnTo>
                  <a:lnTo>
                    <a:pt x="10698825" y="3111993"/>
                  </a:lnTo>
                  <a:lnTo>
                    <a:pt x="10593106" y="3103390"/>
                  </a:lnTo>
                  <a:lnTo>
                    <a:pt x="10481750" y="3093190"/>
                  </a:lnTo>
                  <a:lnTo>
                    <a:pt x="10368510" y="3081422"/>
                  </a:lnTo>
                  <a:lnTo>
                    <a:pt x="10256593" y="3068116"/>
                  </a:lnTo>
                  <a:lnTo>
                    <a:pt x="10148467" y="3053284"/>
                  </a:lnTo>
                  <a:lnTo>
                    <a:pt x="10045827" y="3036903"/>
                  </a:lnTo>
                  <a:lnTo>
                    <a:pt x="9949659" y="3018906"/>
                  </a:lnTo>
                  <a:lnTo>
                    <a:pt x="9860367" y="2999176"/>
                  </a:lnTo>
                  <a:lnTo>
                    <a:pt x="9777909" y="2977549"/>
                  </a:lnTo>
                  <a:lnTo>
                    <a:pt x="9701931" y="2953814"/>
                  </a:lnTo>
                  <a:lnTo>
                    <a:pt x="9631873" y="2927718"/>
                  </a:lnTo>
                  <a:lnTo>
                    <a:pt x="9567050" y="2898975"/>
                  </a:lnTo>
                  <a:lnTo>
                    <a:pt x="9506722" y="2867286"/>
                  </a:lnTo>
                  <a:lnTo>
                    <a:pt x="9450136" y="2832360"/>
                  </a:lnTo>
                  <a:lnTo>
                    <a:pt x="9396569" y="2793960"/>
                  </a:lnTo>
                  <a:lnTo>
                    <a:pt x="9347647" y="2753953"/>
                  </a:lnTo>
                  <a:lnTo>
                    <a:pt x="9299986" y="2710297"/>
                  </a:lnTo>
                  <a:lnTo>
                    <a:pt x="9253576" y="2663249"/>
                  </a:lnTo>
                  <a:lnTo>
                    <a:pt x="9208056" y="2612741"/>
                  </a:lnTo>
                  <a:lnTo>
                    <a:pt x="9163140" y="2558768"/>
                  </a:lnTo>
                  <a:lnTo>
                    <a:pt x="9118603" y="2501394"/>
                  </a:lnTo>
                  <a:lnTo>
                    <a:pt x="9074274" y="2440762"/>
                  </a:lnTo>
                  <a:lnTo>
                    <a:pt x="9030029" y="2377090"/>
                  </a:lnTo>
                  <a:lnTo>
                    <a:pt x="8985783" y="2310682"/>
                  </a:lnTo>
                  <a:lnTo>
                    <a:pt x="8941487" y="2241916"/>
                  </a:lnTo>
                  <a:lnTo>
                    <a:pt x="8897120" y="2171242"/>
                  </a:lnTo>
                  <a:lnTo>
                    <a:pt x="8852688" y="2099169"/>
                  </a:lnTo>
                  <a:lnTo>
                    <a:pt x="8808210" y="2026253"/>
                  </a:lnTo>
                  <a:lnTo>
                    <a:pt x="8763717" y="1953076"/>
                  </a:lnTo>
                  <a:lnTo>
                    <a:pt x="8719243" y="1880230"/>
                  </a:lnTo>
                  <a:lnTo>
                    <a:pt x="8674817" y="1808297"/>
                  </a:lnTo>
                  <a:lnTo>
                    <a:pt x="8630460" y="1737826"/>
                  </a:lnTo>
                  <a:lnTo>
                    <a:pt x="8586171" y="1669321"/>
                  </a:lnTo>
                  <a:lnTo>
                    <a:pt x="8541929" y="1603224"/>
                  </a:lnTo>
                  <a:lnTo>
                    <a:pt x="8497678" y="1539903"/>
                  </a:lnTo>
                  <a:lnTo>
                    <a:pt x="8453332" y="1479652"/>
                  </a:lnTo>
                  <a:lnTo>
                    <a:pt x="8408760" y="1422682"/>
                  </a:lnTo>
                  <a:lnTo>
                    <a:pt x="8363784" y="1369123"/>
                  </a:lnTo>
                  <a:lnTo>
                    <a:pt x="8318174" y="1319033"/>
                  </a:lnTo>
                  <a:lnTo>
                    <a:pt x="8271634" y="1272397"/>
                  </a:lnTo>
                  <a:lnTo>
                    <a:pt x="8229629" y="1234169"/>
                  </a:lnTo>
                  <a:lnTo>
                    <a:pt x="8178331" y="1192340"/>
                  </a:lnTo>
                  <a:lnTo>
                    <a:pt x="8124642" y="1154102"/>
                  </a:lnTo>
                  <a:lnTo>
                    <a:pt x="8067902" y="1119329"/>
                  </a:lnTo>
                  <a:lnTo>
                    <a:pt x="8007387" y="1087780"/>
                  </a:lnTo>
                  <a:lnTo>
                    <a:pt x="7942342" y="1059164"/>
                  </a:lnTo>
                  <a:lnTo>
                    <a:pt x="7872028" y="1033181"/>
                  </a:lnTo>
                  <a:lnTo>
                    <a:pt x="7795767" y="1009546"/>
                  </a:lnTo>
                  <a:lnTo>
                    <a:pt x="7713005" y="988010"/>
                  </a:lnTo>
                  <a:lnTo>
                    <a:pt x="7623399" y="968362"/>
                  </a:lnTo>
                  <a:lnTo>
                    <a:pt x="7526924" y="950440"/>
                  </a:lnTo>
                  <a:lnTo>
                    <a:pt x="7424009" y="934130"/>
                  </a:lnTo>
                  <a:lnTo>
                    <a:pt x="7315668" y="919368"/>
                  </a:lnTo>
                  <a:lnTo>
                    <a:pt x="7203632" y="906132"/>
                  </a:lnTo>
                  <a:lnTo>
                    <a:pt x="7090403" y="894434"/>
                  </a:lnTo>
                  <a:lnTo>
                    <a:pt x="6979219" y="884306"/>
                  </a:lnTo>
                  <a:lnTo>
                    <a:pt x="6873849" y="875776"/>
                  </a:lnTo>
                  <a:lnTo>
                    <a:pt x="6778219" y="868848"/>
                  </a:lnTo>
                  <a:lnTo>
                    <a:pt x="6695898" y="863479"/>
                  </a:lnTo>
                  <a:lnTo>
                    <a:pt x="6629530" y="859561"/>
                  </a:lnTo>
                  <a:lnTo>
                    <a:pt x="6580363" y="856923"/>
                  </a:lnTo>
                  <a:lnTo>
                    <a:pt x="6547963" y="855337"/>
                  </a:lnTo>
                  <a:lnTo>
                    <a:pt x="6530187" y="854541"/>
                  </a:lnTo>
                  <a:lnTo>
                    <a:pt x="6523342" y="854259"/>
                  </a:lnTo>
                  <a:lnTo>
                    <a:pt x="6522385" y="854223"/>
                  </a:lnTo>
                  <a:lnTo>
                    <a:pt x="5527445" y="854223"/>
                  </a:lnTo>
                  <a:lnTo>
                    <a:pt x="5526315" y="854207"/>
                  </a:lnTo>
                  <a:lnTo>
                    <a:pt x="5518852" y="854091"/>
                  </a:lnTo>
                  <a:lnTo>
                    <a:pt x="5499940" y="853772"/>
                  </a:lnTo>
                  <a:lnTo>
                    <a:pt x="5465873" y="853142"/>
                  </a:lnTo>
                  <a:lnTo>
                    <a:pt x="5414582" y="852102"/>
                  </a:lnTo>
                  <a:lnTo>
                    <a:pt x="5345786" y="850565"/>
                  </a:lnTo>
                  <a:lnTo>
                    <a:pt x="5260934" y="848466"/>
                  </a:lnTo>
                  <a:lnTo>
                    <a:pt x="5162890" y="845769"/>
                  </a:lnTo>
                  <a:lnTo>
                    <a:pt x="5055409" y="842458"/>
                  </a:lnTo>
                  <a:lnTo>
                    <a:pt x="4942547" y="838537"/>
                  </a:lnTo>
                  <a:lnTo>
                    <a:pt x="4828133" y="834017"/>
                  </a:lnTo>
                  <a:lnTo>
                    <a:pt x="4715395" y="828911"/>
                  </a:lnTo>
                  <a:lnTo>
                    <a:pt x="4606786" y="823220"/>
                  </a:lnTo>
                  <a:lnTo>
                    <a:pt x="4503952" y="816934"/>
                  </a:lnTo>
                  <a:lnTo>
                    <a:pt x="4407819" y="810024"/>
                  </a:lnTo>
                  <a:lnTo>
                    <a:pt x="4318724" y="802442"/>
                  </a:lnTo>
                  <a:lnTo>
                    <a:pt x="4236564" y="794123"/>
                  </a:lnTo>
                  <a:lnTo>
                    <a:pt x="4160931" y="784982"/>
                  </a:lnTo>
                  <a:lnTo>
                    <a:pt x="4091218" y="774917"/>
                  </a:lnTo>
                  <a:lnTo>
                    <a:pt x="4026703" y="763817"/>
                  </a:lnTo>
                  <a:lnTo>
                    <a:pt x="3966616" y="751567"/>
                  </a:lnTo>
                  <a:lnTo>
                    <a:pt x="3910185" y="738056"/>
                  </a:lnTo>
                  <a:lnTo>
                    <a:pt x="3856676" y="723200"/>
                  </a:lnTo>
                  <a:lnTo>
                    <a:pt x="3820202" y="711852"/>
                  </a:lnTo>
                  <a:lnTo>
                    <a:pt x="3761944" y="691618"/>
                  </a:lnTo>
                  <a:lnTo>
                    <a:pt x="3705439" y="669461"/>
                  </a:lnTo>
                  <a:lnTo>
                    <a:pt x="3650071" y="645351"/>
                  </a:lnTo>
                  <a:lnTo>
                    <a:pt x="3595375" y="619310"/>
                  </a:lnTo>
                  <a:lnTo>
                    <a:pt x="3541016" y="591426"/>
                  </a:lnTo>
                  <a:lnTo>
                    <a:pt x="3486765" y="561850"/>
                  </a:lnTo>
                  <a:lnTo>
                    <a:pt x="3432483" y="530806"/>
                  </a:lnTo>
                  <a:lnTo>
                    <a:pt x="3378105" y="498579"/>
                  </a:lnTo>
                  <a:lnTo>
                    <a:pt x="3323626" y="465507"/>
                  </a:lnTo>
                  <a:lnTo>
                    <a:pt x="3269079" y="431973"/>
                  </a:lnTo>
                  <a:lnTo>
                    <a:pt x="3214524" y="398380"/>
                  </a:lnTo>
                  <a:lnTo>
                    <a:pt x="3160020" y="365134"/>
                  </a:lnTo>
                  <a:lnTo>
                    <a:pt x="3105611" y="332625"/>
                  </a:lnTo>
                  <a:lnTo>
                    <a:pt x="3051305" y="301207"/>
                  </a:lnTo>
                  <a:lnTo>
                    <a:pt x="2997056" y="271182"/>
                  </a:lnTo>
                  <a:lnTo>
                    <a:pt x="2942748" y="242789"/>
                  </a:lnTo>
                  <a:lnTo>
                    <a:pt x="2888179" y="216204"/>
                  </a:lnTo>
                  <a:lnTo>
                    <a:pt x="2833046" y="191530"/>
                  </a:lnTo>
                  <a:lnTo>
                    <a:pt x="2776926" y="168810"/>
                  </a:lnTo>
                  <a:lnTo>
                    <a:pt x="2719249" y="148026"/>
                  </a:lnTo>
                  <a:lnTo>
                    <a:pt x="2702183" y="142370"/>
                  </a:lnTo>
                  <a:lnTo>
                    <a:pt x="2650340" y="126540"/>
                  </a:lnTo>
                  <a:lnTo>
                    <a:pt x="2596049" y="112084"/>
                  </a:lnTo>
                  <a:lnTo>
                    <a:pt x="2538628" y="98951"/>
                  </a:lnTo>
                  <a:lnTo>
                    <a:pt x="2477329" y="87049"/>
                  </a:lnTo>
                  <a:lnTo>
                    <a:pt x="2411374" y="76264"/>
                  </a:lnTo>
                  <a:lnTo>
                    <a:pt x="2340001" y="66480"/>
                  </a:lnTo>
                  <a:lnTo>
                    <a:pt x="2262518" y="57588"/>
                  </a:lnTo>
                  <a:lnTo>
                    <a:pt x="2178363" y="49492"/>
                  </a:lnTo>
                  <a:lnTo>
                    <a:pt x="2087206" y="42113"/>
                  </a:lnTo>
                  <a:lnTo>
                    <a:pt x="1989057" y="35390"/>
                  </a:lnTo>
                  <a:lnTo>
                    <a:pt x="1884410" y="29280"/>
                  </a:lnTo>
                  <a:lnTo>
                    <a:pt x="1774390" y="23760"/>
                  </a:lnTo>
                  <a:lnTo>
                    <a:pt x="1660873" y="18824"/>
                  </a:lnTo>
                  <a:lnTo>
                    <a:pt x="1546546" y="14477"/>
                  </a:lnTo>
                  <a:lnTo>
                    <a:pt x="1434842" y="10733"/>
                  </a:lnTo>
                  <a:lnTo>
                    <a:pt x="1329701" y="7602"/>
                  </a:lnTo>
                  <a:lnTo>
                    <a:pt x="1235150" y="5082"/>
                  </a:lnTo>
                  <a:lnTo>
                    <a:pt x="1154747" y="3153"/>
                  </a:lnTo>
                  <a:lnTo>
                    <a:pt x="1090988" y="1769"/>
                  </a:lnTo>
                  <a:lnTo>
                    <a:pt x="1044838" y="858"/>
                  </a:lnTo>
                  <a:lnTo>
                    <a:pt x="1015489" y="330"/>
                  </a:lnTo>
                  <a:lnTo>
                    <a:pt x="1000371" y="81"/>
                  </a:lnTo>
                  <a:lnTo>
                    <a:pt x="995347" y="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6" name="pl105"/>
            <p:cNvSpPr/>
            <p:nvPr/>
          </p:nvSpPr>
          <p:spPr>
            <a:xfrm>
              <a:off x="1199187" y="2085607"/>
              <a:ext cx="12049831" cy="3133899"/>
            </a:xfrm>
            <a:custGeom>
              <a:avLst/>
              <a:pathLst>
                <a:path w="12049831" h="3133899">
                  <a:moveTo>
                    <a:pt x="0" y="0"/>
                  </a:moveTo>
                  <a:lnTo>
                    <a:pt x="994940" y="0"/>
                  </a:lnTo>
                  <a:lnTo>
                    <a:pt x="996070" y="16"/>
                  </a:lnTo>
                  <a:lnTo>
                    <a:pt x="1003532" y="131"/>
                  </a:lnTo>
                  <a:lnTo>
                    <a:pt x="1022445" y="451"/>
                  </a:lnTo>
                  <a:lnTo>
                    <a:pt x="1056512" y="1080"/>
                  </a:lnTo>
                  <a:lnTo>
                    <a:pt x="1107803" y="2121"/>
                  </a:lnTo>
                  <a:lnTo>
                    <a:pt x="1176599" y="3658"/>
                  </a:lnTo>
                  <a:lnTo>
                    <a:pt x="1261451" y="5756"/>
                  </a:lnTo>
                  <a:lnTo>
                    <a:pt x="1359495" y="8453"/>
                  </a:lnTo>
                  <a:lnTo>
                    <a:pt x="1466976" y="11764"/>
                  </a:lnTo>
                  <a:lnTo>
                    <a:pt x="1579838" y="15685"/>
                  </a:lnTo>
                  <a:lnTo>
                    <a:pt x="1694252" y="20205"/>
                  </a:lnTo>
                  <a:lnTo>
                    <a:pt x="1806990" y="25312"/>
                  </a:lnTo>
                  <a:lnTo>
                    <a:pt x="1915599" y="31003"/>
                  </a:lnTo>
                  <a:lnTo>
                    <a:pt x="2018433" y="37289"/>
                  </a:lnTo>
                  <a:lnTo>
                    <a:pt x="2114566" y="44199"/>
                  </a:lnTo>
                  <a:lnTo>
                    <a:pt x="2203661" y="51780"/>
                  </a:lnTo>
                  <a:lnTo>
                    <a:pt x="2285821" y="60099"/>
                  </a:lnTo>
                  <a:lnTo>
                    <a:pt x="2361454" y="69241"/>
                  </a:lnTo>
                  <a:lnTo>
                    <a:pt x="2431167" y="79305"/>
                  </a:lnTo>
                  <a:lnTo>
                    <a:pt x="2495682" y="90405"/>
                  </a:lnTo>
                  <a:lnTo>
                    <a:pt x="2555769" y="102656"/>
                  </a:lnTo>
                  <a:lnTo>
                    <a:pt x="2612200" y="116167"/>
                  </a:lnTo>
                  <a:lnTo>
                    <a:pt x="2665709" y="131022"/>
                  </a:lnTo>
                  <a:lnTo>
                    <a:pt x="2702183" y="142370"/>
                  </a:lnTo>
                  <a:lnTo>
                    <a:pt x="2760441" y="162605"/>
                  </a:lnTo>
                  <a:lnTo>
                    <a:pt x="2816946" y="184761"/>
                  </a:lnTo>
                  <a:lnTo>
                    <a:pt x="2872314" y="208871"/>
                  </a:lnTo>
                  <a:lnTo>
                    <a:pt x="2927010" y="234912"/>
                  </a:lnTo>
                  <a:lnTo>
                    <a:pt x="2981369" y="262797"/>
                  </a:lnTo>
                  <a:lnTo>
                    <a:pt x="3035620" y="292372"/>
                  </a:lnTo>
                  <a:lnTo>
                    <a:pt x="3089902" y="323416"/>
                  </a:lnTo>
                  <a:lnTo>
                    <a:pt x="3144280" y="355644"/>
                  </a:lnTo>
                  <a:lnTo>
                    <a:pt x="3198759" y="388715"/>
                  </a:lnTo>
                  <a:lnTo>
                    <a:pt x="3253306" y="422249"/>
                  </a:lnTo>
                  <a:lnTo>
                    <a:pt x="3307861" y="455843"/>
                  </a:lnTo>
                  <a:lnTo>
                    <a:pt x="3362365" y="489088"/>
                  </a:lnTo>
                  <a:lnTo>
                    <a:pt x="3416774" y="521597"/>
                  </a:lnTo>
                  <a:lnTo>
                    <a:pt x="3471080" y="553015"/>
                  </a:lnTo>
                  <a:lnTo>
                    <a:pt x="3525329" y="583041"/>
                  </a:lnTo>
                  <a:lnTo>
                    <a:pt x="3579637" y="611433"/>
                  </a:lnTo>
                  <a:lnTo>
                    <a:pt x="3634206" y="638019"/>
                  </a:lnTo>
                  <a:lnTo>
                    <a:pt x="3689339" y="662692"/>
                  </a:lnTo>
                  <a:lnTo>
                    <a:pt x="3745459" y="685412"/>
                  </a:lnTo>
                  <a:lnTo>
                    <a:pt x="3803136" y="706196"/>
                  </a:lnTo>
                  <a:lnTo>
                    <a:pt x="3820202" y="711852"/>
                  </a:lnTo>
                  <a:lnTo>
                    <a:pt x="3872045" y="727682"/>
                  </a:lnTo>
                  <a:lnTo>
                    <a:pt x="3926336" y="742138"/>
                  </a:lnTo>
                  <a:lnTo>
                    <a:pt x="3983757" y="755271"/>
                  </a:lnTo>
                  <a:lnTo>
                    <a:pt x="4045056" y="767174"/>
                  </a:lnTo>
                  <a:lnTo>
                    <a:pt x="4111011" y="777959"/>
                  </a:lnTo>
                  <a:lnTo>
                    <a:pt x="4182384" y="787743"/>
                  </a:lnTo>
                  <a:lnTo>
                    <a:pt x="4259867" y="796634"/>
                  </a:lnTo>
                  <a:lnTo>
                    <a:pt x="4344022" y="804730"/>
                  </a:lnTo>
                  <a:lnTo>
                    <a:pt x="4435179" y="812109"/>
                  </a:lnTo>
                  <a:lnTo>
                    <a:pt x="4533328" y="818833"/>
                  </a:lnTo>
                  <a:lnTo>
                    <a:pt x="4637975" y="824943"/>
                  </a:lnTo>
                  <a:lnTo>
                    <a:pt x="4747995" y="830463"/>
                  </a:lnTo>
                  <a:lnTo>
                    <a:pt x="4861512" y="835399"/>
                  </a:lnTo>
                  <a:lnTo>
                    <a:pt x="4975839" y="839745"/>
                  </a:lnTo>
                  <a:lnTo>
                    <a:pt x="5087543" y="843489"/>
                  </a:lnTo>
                  <a:lnTo>
                    <a:pt x="5192684" y="846620"/>
                  </a:lnTo>
                  <a:lnTo>
                    <a:pt x="5287235" y="849140"/>
                  </a:lnTo>
                  <a:lnTo>
                    <a:pt x="5367638" y="851069"/>
                  </a:lnTo>
                  <a:lnTo>
                    <a:pt x="5431397" y="852454"/>
                  </a:lnTo>
                  <a:lnTo>
                    <a:pt x="5477547" y="853364"/>
                  </a:lnTo>
                  <a:lnTo>
                    <a:pt x="5506896" y="853892"/>
                  </a:lnTo>
                  <a:lnTo>
                    <a:pt x="5522014" y="854141"/>
                  </a:lnTo>
                  <a:lnTo>
                    <a:pt x="5527038" y="854217"/>
                  </a:lnTo>
                  <a:lnTo>
                    <a:pt x="5527445" y="854223"/>
                  </a:lnTo>
                  <a:lnTo>
                    <a:pt x="6522385" y="854223"/>
                  </a:lnTo>
                  <a:lnTo>
                    <a:pt x="6523482" y="854265"/>
                  </a:lnTo>
                  <a:lnTo>
                    <a:pt x="6530724" y="854564"/>
                  </a:lnTo>
                  <a:lnTo>
                    <a:pt x="6549095" y="855390"/>
                  </a:lnTo>
                  <a:lnTo>
                    <a:pt x="6582222" y="857018"/>
                  </a:lnTo>
                  <a:lnTo>
                    <a:pt x="6632175" y="859710"/>
                  </a:lnTo>
                  <a:lnTo>
                    <a:pt x="6699305" y="863690"/>
                  </a:lnTo>
                  <a:lnTo>
                    <a:pt x="6782297" y="869129"/>
                  </a:lnTo>
                  <a:lnTo>
                    <a:pt x="6878451" y="876128"/>
                  </a:lnTo>
                  <a:lnTo>
                    <a:pt x="6984171" y="884731"/>
                  </a:lnTo>
                  <a:lnTo>
                    <a:pt x="7095527" y="894932"/>
                  </a:lnTo>
                  <a:lnTo>
                    <a:pt x="7208766" y="906700"/>
                  </a:lnTo>
                  <a:lnTo>
                    <a:pt x="7320684" y="920006"/>
                  </a:lnTo>
                  <a:lnTo>
                    <a:pt x="7428809" y="934837"/>
                  </a:lnTo>
                  <a:lnTo>
                    <a:pt x="7531449" y="951218"/>
                  </a:lnTo>
                  <a:lnTo>
                    <a:pt x="7627617" y="969216"/>
                  </a:lnTo>
                  <a:lnTo>
                    <a:pt x="7716910" y="988946"/>
                  </a:lnTo>
                  <a:lnTo>
                    <a:pt x="7799367" y="1010572"/>
                  </a:lnTo>
                  <a:lnTo>
                    <a:pt x="7875345" y="1034308"/>
                  </a:lnTo>
                  <a:lnTo>
                    <a:pt x="7945404" y="1060404"/>
                  </a:lnTo>
                  <a:lnTo>
                    <a:pt x="8010227" y="1089146"/>
                  </a:lnTo>
                  <a:lnTo>
                    <a:pt x="8070555" y="1120836"/>
                  </a:lnTo>
                  <a:lnTo>
                    <a:pt x="8127141" y="1155762"/>
                  </a:lnTo>
                  <a:lnTo>
                    <a:pt x="8180707" y="1194162"/>
                  </a:lnTo>
                  <a:lnTo>
                    <a:pt x="8229629" y="1234169"/>
                  </a:lnTo>
                  <a:lnTo>
                    <a:pt x="8277291" y="1277824"/>
                  </a:lnTo>
                  <a:lnTo>
                    <a:pt x="8323701" y="1324872"/>
                  </a:lnTo>
                  <a:lnTo>
                    <a:pt x="8369221" y="1375380"/>
                  </a:lnTo>
                  <a:lnTo>
                    <a:pt x="8414137" y="1429354"/>
                  </a:lnTo>
                  <a:lnTo>
                    <a:pt x="8458674" y="1486727"/>
                  </a:lnTo>
                  <a:lnTo>
                    <a:pt x="8503002" y="1547360"/>
                  </a:lnTo>
                  <a:lnTo>
                    <a:pt x="8547248" y="1611031"/>
                  </a:lnTo>
                  <a:lnTo>
                    <a:pt x="8591494" y="1677439"/>
                  </a:lnTo>
                  <a:lnTo>
                    <a:pt x="8635790" y="1746205"/>
                  </a:lnTo>
                  <a:lnTo>
                    <a:pt x="8680156" y="1816880"/>
                  </a:lnTo>
                  <a:lnTo>
                    <a:pt x="8724588" y="1888953"/>
                  </a:lnTo>
                  <a:lnTo>
                    <a:pt x="8769067" y="1961869"/>
                  </a:lnTo>
                  <a:lnTo>
                    <a:pt x="8813560" y="2035046"/>
                  </a:lnTo>
                  <a:lnTo>
                    <a:pt x="8858034" y="2107891"/>
                  </a:lnTo>
                  <a:lnTo>
                    <a:pt x="8902459" y="2179825"/>
                  </a:lnTo>
                  <a:lnTo>
                    <a:pt x="8946817" y="2250295"/>
                  </a:lnTo>
                  <a:lnTo>
                    <a:pt x="8991105" y="2318800"/>
                  </a:lnTo>
                  <a:lnTo>
                    <a:pt x="9035348" y="2384898"/>
                  </a:lnTo>
                  <a:lnTo>
                    <a:pt x="9079598" y="2448218"/>
                  </a:lnTo>
                  <a:lnTo>
                    <a:pt x="9123944" y="2508469"/>
                  </a:lnTo>
                  <a:lnTo>
                    <a:pt x="9168517" y="2565440"/>
                  </a:lnTo>
                  <a:lnTo>
                    <a:pt x="9213492" y="2618998"/>
                  </a:lnTo>
                  <a:lnTo>
                    <a:pt x="9259103" y="2669089"/>
                  </a:lnTo>
                  <a:lnTo>
                    <a:pt x="9305643" y="2715724"/>
                  </a:lnTo>
                  <a:lnTo>
                    <a:pt x="9347647" y="2753953"/>
                  </a:lnTo>
                  <a:lnTo>
                    <a:pt x="9398946" y="2795781"/>
                  </a:lnTo>
                  <a:lnTo>
                    <a:pt x="9452635" y="2834019"/>
                  </a:lnTo>
                  <a:lnTo>
                    <a:pt x="9509374" y="2868793"/>
                  </a:lnTo>
                  <a:lnTo>
                    <a:pt x="9569890" y="2900342"/>
                  </a:lnTo>
                  <a:lnTo>
                    <a:pt x="9634935" y="2928958"/>
                  </a:lnTo>
                  <a:lnTo>
                    <a:pt x="9705248" y="2954941"/>
                  </a:lnTo>
                  <a:lnTo>
                    <a:pt x="9781509" y="2978575"/>
                  </a:lnTo>
                  <a:lnTo>
                    <a:pt x="9864271" y="3000112"/>
                  </a:lnTo>
                  <a:lnTo>
                    <a:pt x="9953878" y="3019760"/>
                  </a:lnTo>
                  <a:lnTo>
                    <a:pt x="10050352" y="3037682"/>
                  </a:lnTo>
                  <a:lnTo>
                    <a:pt x="10153268" y="3053991"/>
                  </a:lnTo>
                  <a:lnTo>
                    <a:pt x="10261608" y="3068753"/>
                  </a:lnTo>
                  <a:lnTo>
                    <a:pt x="10373645" y="3081989"/>
                  </a:lnTo>
                  <a:lnTo>
                    <a:pt x="10486874" y="3093687"/>
                  </a:lnTo>
                  <a:lnTo>
                    <a:pt x="10598058" y="3103816"/>
                  </a:lnTo>
                  <a:lnTo>
                    <a:pt x="10703428" y="3112346"/>
                  </a:lnTo>
                  <a:lnTo>
                    <a:pt x="10799057" y="3119273"/>
                  </a:lnTo>
                  <a:lnTo>
                    <a:pt x="10881379" y="3124643"/>
                  </a:lnTo>
                  <a:lnTo>
                    <a:pt x="10947746" y="3128560"/>
                  </a:lnTo>
                  <a:lnTo>
                    <a:pt x="10996914" y="3131199"/>
                  </a:lnTo>
                  <a:lnTo>
                    <a:pt x="11029314" y="3132785"/>
                  </a:lnTo>
                  <a:lnTo>
                    <a:pt x="11047089" y="3133581"/>
                  </a:lnTo>
                  <a:lnTo>
                    <a:pt x="11053935" y="3133862"/>
                  </a:lnTo>
                  <a:lnTo>
                    <a:pt x="11054891" y="3133899"/>
                  </a:lnTo>
                  <a:lnTo>
                    <a:pt x="12049831" y="3133899"/>
                  </a:lnTo>
                  <a:lnTo>
                    <a:pt x="12049831" y="31338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" name="pl106"/>
            <p:cNvSpPr/>
            <p:nvPr/>
          </p:nvSpPr>
          <p:spPr>
            <a:xfrm>
              <a:off x="1199187" y="2069885"/>
              <a:ext cx="12049831" cy="3133899"/>
            </a:xfrm>
            <a:custGeom>
              <a:avLst/>
              <a:pathLst>
                <a:path w="12049831" h="3133899">
                  <a:moveTo>
                    <a:pt x="12049831" y="3133899"/>
                  </a:moveTo>
                  <a:lnTo>
                    <a:pt x="11054891" y="3133899"/>
                  </a:lnTo>
                  <a:lnTo>
                    <a:pt x="11053794" y="3133857"/>
                  </a:lnTo>
                  <a:lnTo>
                    <a:pt x="11046552" y="3133558"/>
                  </a:lnTo>
                  <a:lnTo>
                    <a:pt x="11028182" y="3132732"/>
                  </a:lnTo>
                  <a:lnTo>
                    <a:pt x="10995054" y="3131104"/>
                  </a:lnTo>
                  <a:lnTo>
                    <a:pt x="10945102" y="3128412"/>
                  </a:lnTo>
                  <a:lnTo>
                    <a:pt x="10877971" y="3124431"/>
                  </a:lnTo>
                  <a:lnTo>
                    <a:pt x="10794979" y="3118993"/>
                  </a:lnTo>
                  <a:lnTo>
                    <a:pt x="10698825" y="3111993"/>
                  </a:lnTo>
                  <a:lnTo>
                    <a:pt x="10593106" y="3103390"/>
                  </a:lnTo>
                  <a:lnTo>
                    <a:pt x="10481750" y="3093190"/>
                  </a:lnTo>
                  <a:lnTo>
                    <a:pt x="10368510" y="3081422"/>
                  </a:lnTo>
                  <a:lnTo>
                    <a:pt x="10256593" y="3068116"/>
                  </a:lnTo>
                  <a:lnTo>
                    <a:pt x="10148467" y="3053284"/>
                  </a:lnTo>
                  <a:lnTo>
                    <a:pt x="10045827" y="3036903"/>
                  </a:lnTo>
                  <a:lnTo>
                    <a:pt x="9949659" y="3018906"/>
                  </a:lnTo>
                  <a:lnTo>
                    <a:pt x="9860367" y="2999176"/>
                  </a:lnTo>
                  <a:lnTo>
                    <a:pt x="9777909" y="2977549"/>
                  </a:lnTo>
                  <a:lnTo>
                    <a:pt x="9701931" y="2953814"/>
                  </a:lnTo>
                  <a:lnTo>
                    <a:pt x="9631873" y="2927718"/>
                  </a:lnTo>
                  <a:lnTo>
                    <a:pt x="9567050" y="2898975"/>
                  </a:lnTo>
                  <a:lnTo>
                    <a:pt x="9506722" y="2867286"/>
                  </a:lnTo>
                  <a:lnTo>
                    <a:pt x="9450136" y="2832360"/>
                  </a:lnTo>
                  <a:lnTo>
                    <a:pt x="9396569" y="2793960"/>
                  </a:lnTo>
                  <a:lnTo>
                    <a:pt x="9347647" y="2753953"/>
                  </a:lnTo>
                  <a:lnTo>
                    <a:pt x="9299986" y="2710297"/>
                  </a:lnTo>
                  <a:lnTo>
                    <a:pt x="9253576" y="2663249"/>
                  </a:lnTo>
                  <a:lnTo>
                    <a:pt x="9208056" y="2612741"/>
                  </a:lnTo>
                  <a:lnTo>
                    <a:pt x="9163140" y="2558768"/>
                  </a:lnTo>
                  <a:lnTo>
                    <a:pt x="9118603" y="2501394"/>
                  </a:lnTo>
                  <a:lnTo>
                    <a:pt x="9074274" y="2440762"/>
                  </a:lnTo>
                  <a:lnTo>
                    <a:pt x="9030029" y="2377090"/>
                  </a:lnTo>
                  <a:lnTo>
                    <a:pt x="8985783" y="2310682"/>
                  </a:lnTo>
                  <a:lnTo>
                    <a:pt x="8941487" y="2241916"/>
                  </a:lnTo>
                  <a:lnTo>
                    <a:pt x="8897120" y="2171242"/>
                  </a:lnTo>
                  <a:lnTo>
                    <a:pt x="8852688" y="2099169"/>
                  </a:lnTo>
                  <a:lnTo>
                    <a:pt x="8808210" y="2026253"/>
                  </a:lnTo>
                  <a:lnTo>
                    <a:pt x="8763717" y="1953076"/>
                  </a:lnTo>
                  <a:lnTo>
                    <a:pt x="8719243" y="1880230"/>
                  </a:lnTo>
                  <a:lnTo>
                    <a:pt x="8674817" y="1808297"/>
                  </a:lnTo>
                  <a:lnTo>
                    <a:pt x="8630460" y="1737826"/>
                  </a:lnTo>
                  <a:lnTo>
                    <a:pt x="8586171" y="1669321"/>
                  </a:lnTo>
                  <a:lnTo>
                    <a:pt x="8541929" y="1603224"/>
                  </a:lnTo>
                  <a:lnTo>
                    <a:pt x="8497678" y="1539903"/>
                  </a:lnTo>
                  <a:lnTo>
                    <a:pt x="8453332" y="1479652"/>
                  </a:lnTo>
                  <a:lnTo>
                    <a:pt x="8408760" y="1422682"/>
                  </a:lnTo>
                  <a:lnTo>
                    <a:pt x="8363784" y="1369123"/>
                  </a:lnTo>
                  <a:lnTo>
                    <a:pt x="8318174" y="1319033"/>
                  </a:lnTo>
                  <a:lnTo>
                    <a:pt x="8271634" y="1272397"/>
                  </a:lnTo>
                  <a:lnTo>
                    <a:pt x="8229629" y="1234169"/>
                  </a:lnTo>
                  <a:lnTo>
                    <a:pt x="8178331" y="1192340"/>
                  </a:lnTo>
                  <a:lnTo>
                    <a:pt x="8124642" y="1154102"/>
                  </a:lnTo>
                  <a:lnTo>
                    <a:pt x="8067902" y="1119329"/>
                  </a:lnTo>
                  <a:lnTo>
                    <a:pt x="8007387" y="1087780"/>
                  </a:lnTo>
                  <a:lnTo>
                    <a:pt x="7942342" y="1059164"/>
                  </a:lnTo>
                  <a:lnTo>
                    <a:pt x="7872028" y="1033181"/>
                  </a:lnTo>
                  <a:lnTo>
                    <a:pt x="7795767" y="1009546"/>
                  </a:lnTo>
                  <a:lnTo>
                    <a:pt x="7713005" y="988010"/>
                  </a:lnTo>
                  <a:lnTo>
                    <a:pt x="7623399" y="968362"/>
                  </a:lnTo>
                  <a:lnTo>
                    <a:pt x="7526924" y="950440"/>
                  </a:lnTo>
                  <a:lnTo>
                    <a:pt x="7424009" y="934130"/>
                  </a:lnTo>
                  <a:lnTo>
                    <a:pt x="7315668" y="919368"/>
                  </a:lnTo>
                  <a:lnTo>
                    <a:pt x="7203632" y="906132"/>
                  </a:lnTo>
                  <a:lnTo>
                    <a:pt x="7090403" y="894434"/>
                  </a:lnTo>
                  <a:lnTo>
                    <a:pt x="6979219" y="884306"/>
                  </a:lnTo>
                  <a:lnTo>
                    <a:pt x="6873849" y="875776"/>
                  </a:lnTo>
                  <a:lnTo>
                    <a:pt x="6778219" y="868848"/>
                  </a:lnTo>
                  <a:lnTo>
                    <a:pt x="6695898" y="863479"/>
                  </a:lnTo>
                  <a:lnTo>
                    <a:pt x="6629530" y="859561"/>
                  </a:lnTo>
                  <a:lnTo>
                    <a:pt x="6580363" y="856923"/>
                  </a:lnTo>
                  <a:lnTo>
                    <a:pt x="6547963" y="855337"/>
                  </a:lnTo>
                  <a:lnTo>
                    <a:pt x="6530187" y="854541"/>
                  </a:lnTo>
                  <a:lnTo>
                    <a:pt x="6523342" y="854259"/>
                  </a:lnTo>
                  <a:lnTo>
                    <a:pt x="6522385" y="854223"/>
                  </a:lnTo>
                  <a:lnTo>
                    <a:pt x="5527445" y="854223"/>
                  </a:lnTo>
                  <a:lnTo>
                    <a:pt x="5526315" y="854207"/>
                  </a:lnTo>
                  <a:lnTo>
                    <a:pt x="5518852" y="854091"/>
                  </a:lnTo>
                  <a:lnTo>
                    <a:pt x="5499940" y="853772"/>
                  </a:lnTo>
                  <a:lnTo>
                    <a:pt x="5465873" y="853142"/>
                  </a:lnTo>
                  <a:lnTo>
                    <a:pt x="5414582" y="852102"/>
                  </a:lnTo>
                  <a:lnTo>
                    <a:pt x="5345786" y="850565"/>
                  </a:lnTo>
                  <a:lnTo>
                    <a:pt x="5260934" y="848466"/>
                  </a:lnTo>
                  <a:lnTo>
                    <a:pt x="5162890" y="845769"/>
                  </a:lnTo>
                  <a:lnTo>
                    <a:pt x="5055409" y="842458"/>
                  </a:lnTo>
                  <a:lnTo>
                    <a:pt x="4942547" y="838537"/>
                  </a:lnTo>
                  <a:lnTo>
                    <a:pt x="4828133" y="834017"/>
                  </a:lnTo>
                  <a:lnTo>
                    <a:pt x="4715395" y="828911"/>
                  </a:lnTo>
                  <a:lnTo>
                    <a:pt x="4606786" y="823220"/>
                  </a:lnTo>
                  <a:lnTo>
                    <a:pt x="4503952" y="816934"/>
                  </a:lnTo>
                  <a:lnTo>
                    <a:pt x="4407819" y="810024"/>
                  </a:lnTo>
                  <a:lnTo>
                    <a:pt x="4318724" y="802442"/>
                  </a:lnTo>
                  <a:lnTo>
                    <a:pt x="4236564" y="794123"/>
                  </a:lnTo>
                  <a:lnTo>
                    <a:pt x="4160931" y="784982"/>
                  </a:lnTo>
                  <a:lnTo>
                    <a:pt x="4091218" y="774917"/>
                  </a:lnTo>
                  <a:lnTo>
                    <a:pt x="4026703" y="763817"/>
                  </a:lnTo>
                  <a:lnTo>
                    <a:pt x="3966616" y="751567"/>
                  </a:lnTo>
                  <a:lnTo>
                    <a:pt x="3910185" y="738056"/>
                  </a:lnTo>
                  <a:lnTo>
                    <a:pt x="3856676" y="723200"/>
                  </a:lnTo>
                  <a:lnTo>
                    <a:pt x="3820202" y="711852"/>
                  </a:lnTo>
                  <a:lnTo>
                    <a:pt x="3761944" y="691618"/>
                  </a:lnTo>
                  <a:lnTo>
                    <a:pt x="3705439" y="669461"/>
                  </a:lnTo>
                  <a:lnTo>
                    <a:pt x="3650071" y="645351"/>
                  </a:lnTo>
                  <a:lnTo>
                    <a:pt x="3595375" y="619310"/>
                  </a:lnTo>
                  <a:lnTo>
                    <a:pt x="3541016" y="591426"/>
                  </a:lnTo>
                  <a:lnTo>
                    <a:pt x="3486765" y="561850"/>
                  </a:lnTo>
                  <a:lnTo>
                    <a:pt x="3432483" y="530806"/>
                  </a:lnTo>
                  <a:lnTo>
                    <a:pt x="3378105" y="498579"/>
                  </a:lnTo>
                  <a:lnTo>
                    <a:pt x="3323626" y="465507"/>
                  </a:lnTo>
                  <a:lnTo>
                    <a:pt x="3269079" y="431973"/>
                  </a:lnTo>
                  <a:lnTo>
                    <a:pt x="3214524" y="398380"/>
                  </a:lnTo>
                  <a:lnTo>
                    <a:pt x="3160020" y="365134"/>
                  </a:lnTo>
                  <a:lnTo>
                    <a:pt x="3105611" y="332625"/>
                  </a:lnTo>
                  <a:lnTo>
                    <a:pt x="3051305" y="301207"/>
                  </a:lnTo>
                  <a:lnTo>
                    <a:pt x="2997056" y="271182"/>
                  </a:lnTo>
                  <a:lnTo>
                    <a:pt x="2942748" y="242789"/>
                  </a:lnTo>
                  <a:lnTo>
                    <a:pt x="2888179" y="216204"/>
                  </a:lnTo>
                  <a:lnTo>
                    <a:pt x="2833046" y="191530"/>
                  </a:lnTo>
                  <a:lnTo>
                    <a:pt x="2776926" y="168810"/>
                  </a:lnTo>
                  <a:lnTo>
                    <a:pt x="2719249" y="148026"/>
                  </a:lnTo>
                  <a:lnTo>
                    <a:pt x="2702183" y="142370"/>
                  </a:lnTo>
                  <a:lnTo>
                    <a:pt x="2650340" y="126540"/>
                  </a:lnTo>
                  <a:lnTo>
                    <a:pt x="2596049" y="112084"/>
                  </a:lnTo>
                  <a:lnTo>
                    <a:pt x="2538628" y="98951"/>
                  </a:lnTo>
                  <a:lnTo>
                    <a:pt x="2477329" y="87049"/>
                  </a:lnTo>
                  <a:lnTo>
                    <a:pt x="2411374" y="76264"/>
                  </a:lnTo>
                  <a:lnTo>
                    <a:pt x="2340001" y="66480"/>
                  </a:lnTo>
                  <a:lnTo>
                    <a:pt x="2262518" y="57588"/>
                  </a:lnTo>
                  <a:lnTo>
                    <a:pt x="2178363" y="49492"/>
                  </a:lnTo>
                  <a:lnTo>
                    <a:pt x="2087206" y="42113"/>
                  </a:lnTo>
                  <a:lnTo>
                    <a:pt x="1989057" y="35390"/>
                  </a:lnTo>
                  <a:lnTo>
                    <a:pt x="1884410" y="29280"/>
                  </a:lnTo>
                  <a:lnTo>
                    <a:pt x="1774390" y="23760"/>
                  </a:lnTo>
                  <a:lnTo>
                    <a:pt x="1660873" y="18824"/>
                  </a:lnTo>
                  <a:lnTo>
                    <a:pt x="1546546" y="14477"/>
                  </a:lnTo>
                  <a:lnTo>
                    <a:pt x="1434842" y="10733"/>
                  </a:lnTo>
                  <a:lnTo>
                    <a:pt x="1329701" y="7602"/>
                  </a:lnTo>
                  <a:lnTo>
                    <a:pt x="1235150" y="5082"/>
                  </a:lnTo>
                  <a:lnTo>
                    <a:pt x="1154747" y="3153"/>
                  </a:lnTo>
                  <a:lnTo>
                    <a:pt x="1090988" y="1769"/>
                  </a:lnTo>
                  <a:lnTo>
                    <a:pt x="1044838" y="858"/>
                  </a:lnTo>
                  <a:lnTo>
                    <a:pt x="1015489" y="330"/>
                  </a:lnTo>
                  <a:lnTo>
                    <a:pt x="1000371" y="81"/>
                  </a:lnTo>
                  <a:lnTo>
                    <a:pt x="995347" y="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" name="pg107"/>
            <p:cNvSpPr/>
            <p:nvPr/>
          </p:nvSpPr>
          <p:spPr>
            <a:xfrm>
              <a:off x="1199187" y="2085607"/>
              <a:ext cx="12049831" cy="3448337"/>
            </a:xfrm>
            <a:custGeom>
              <a:avLst/>
              <a:pathLst>
                <a:path w="12049831" h="3448337">
                  <a:moveTo>
                    <a:pt x="0" y="10481"/>
                  </a:moveTo>
                  <a:lnTo>
                    <a:pt x="994940" y="10481"/>
                  </a:lnTo>
                  <a:lnTo>
                    <a:pt x="996070" y="10497"/>
                  </a:lnTo>
                  <a:lnTo>
                    <a:pt x="1003531" y="10615"/>
                  </a:lnTo>
                  <a:lnTo>
                    <a:pt x="1022440" y="10940"/>
                  </a:lnTo>
                  <a:lnTo>
                    <a:pt x="1056501" y="11581"/>
                  </a:lnTo>
                  <a:lnTo>
                    <a:pt x="1107783" y="12640"/>
                  </a:lnTo>
                  <a:lnTo>
                    <a:pt x="1176569" y="14206"/>
                  </a:lnTo>
                  <a:lnTo>
                    <a:pt x="1261410" y="16342"/>
                  </a:lnTo>
                  <a:lnTo>
                    <a:pt x="1359442" y="19088"/>
                  </a:lnTo>
                  <a:lnTo>
                    <a:pt x="1466912" y="22460"/>
                  </a:lnTo>
                  <a:lnTo>
                    <a:pt x="1579764" y="26452"/>
                  </a:lnTo>
                  <a:lnTo>
                    <a:pt x="1694172" y="31055"/>
                  </a:lnTo>
                  <a:lnTo>
                    <a:pt x="1806904" y="36255"/>
                  </a:lnTo>
                  <a:lnTo>
                    <a:pt x="1915510" y="42050"/>
                  </a:lnTo>
                  <a:lnTo>
                    <a:pt x="2018343" y="48450"/>
                  </a:lnTo>
                  <a:lnTo>
                    <a:pt x="2114477" y="55486"/>
                  </a:lnTo>
                  <a:lnTo>
                    <a:pt x="2203573" y="63206"/>
                  </a:lnTo>
                  <a:lnTo>
                    <a:pt x="2285735" y="71677"/>
                  </a:lnTo>
                  <a:lnTo>
                    <a:pt x="2361370" y="80985"/>
                  </a:lnTo>
                  <a:lnTo>
                    <a:pt x="2431086" y="91233"/>
                  </a:lnTo>
                  <a:lnTo>
                    <a:pt x="2495603" y="102535"/>
                  </a:lnTo>
                  <a:lnTo>
                    <a:pt x="2555691" y="115009"/>
                  </a:lnTo>
                  <a:lnTo>
                    <a:pt x="2612122" y="128766"/>
                  </a:lnTo>
                  <a:lnTo>
                    <a:pt x="2665632" y="143892"/>
                  </a:lnTo>
                  <a:lnTo>
                    <a:pt x="2702183" y="155472"/>
                  </a:lnTo>
                  <a:lnTo>
                    <a:pt x="2760332" y="176038"/>
                  </a:lnTo>
                  <a:lnTo>
                    <a:pt x="2816733" y="198553"/>
                  </a:lnTo>
                  <a:lnTo>
                    <a:pt x="2872000" y="223051"/>
                  </a:lnTo>
                  <a:lnTo>
                    <a:pt x="2926595" y="249508"/>
                  </a:lnTo>
                  <a:lnTo>
                    <a:pt x="2980852" y="277836"/>
                  </a:lnTo>
                  <a:lnTo>
                    <a:pt x="3035000" y="307881"/>
                  </a:lnTo>
                  <a:lnTo>
                    <a:pt x="3089178" y="339420"/>
                  </a:lnTo>
                  <a:lnTo>
                    <a:pt x="3143451" y="372163"/>
                  </a:lnTo>
                  <a:lnTo>
                    <a:pt x="3197825" y="405768"/>
                  </a:lnTo>
                  <a:lnTo>
                    <a:pt x="3252267" y="439850"/>
                  </a:lnTo>
                  <a:lnTo>
                    <a:pt x="3306719" y="473999"/>
                  </a:lnTo>
                  <a:lnTo>
                    <a:pt x="3361121" y="507805"/>
                  </a:lnTo>
                  <a:lnTo>
                    <a:pt x="3415428" y="540871"/>
                  </a:lnTo>
                  <a:lnTo>
                    <a:pt x="3469633" y="572839"/>
                  </a:lnTo>
                  <a:lnTo>
                    <a:pt x="3523780" y="603402"/>
                  </a:lnTo>
                  <a:lnTo>
                    <a:pt x="3577980" y="632313"/>
                  </a:lnTo>
                  <a:lnTo>
                    <a:pt x="3632433" y="659396"/>
                  </a:lnTo>
                  <a:lnTo>
                    <a:pt x="3687436" y="684542"/>
                  </a:lnTo>
                  <a:lnTo>
                    <a:pt x="3743406" y="707706"/>
                  </a:lnTo>
                  <a:lnTo>
                    <a:pt x="3800903" y="728904"/>
                  </a:lnTo>
                  <a:lnTo>
                    <a:pt x="3820202" y="735435"/>
                  </a:lnTo>
                  <a:lnTo>
                    <a:pt x="3872042" y="751555"/>
                  </a:lnTo>
                  <a:lnTo>
                    <a:pt x="3926329" y="766277"/>
                  </a:lnTo>
                  <a:lnTo>
                    <a:pt x="3983745" y="779651"/>
                  </a:lnTo>
                  <a:lnTo>
                    <a:pt x="4045040" y="791772"/>
                  </a:lnTo>
                  <a:lnTo>
                    <a:pt x="4110989" y="802755"/>
                  </a:lnTo>
                  <a:lnTo>
                    <a:pt x="4182355" y="812719"/>
                  </a:lnTo>
                  <a:lnTo>
                    <a:pt x="4259831" y="821774"/>
                  </a:lnTo>
                  <a:lnTo>
                    <a:pt x="4343977" y="830018"/>
                  </a:lnTo>
                  <a:lnTo>
                    <a:pt x="4435125" y="837533"/>
                  </a:lnTo>
                  <a:lnTo>
                    <a:pt x="4533263" y="844380"/>
                  </a:lnTo>
                  <a:lnTo>
                    <a:pt x="4637899" y="850603"/>
                  </a:lnTo>
                  <a:lnTo>
                    <a:pt x="4747909" y="856224"/>
                  </a:lnTo>
                  <a:lnTo>
                    <a:pt x="4861417" y="861252"/>
                  </a:lnTo>
                  <a:lnTo>
                    <a:pt x="4975737" y="865678"/>
                  </a:lnTo>
                  <a:lnTo>
                    <a:pt x="5087438" y="869491"/>
                  </a:lnTo>
                  <a:lnTo>
                    <a:pt x="5192581" y="872681"/>
                  </a:lnTo>
                  <a:lnTo>
                    <a:pt x="5287139" y="875247"/>
                  </a:lnTo>
                  <a:lnTo>
                    <a:pt x="5367554" y="877212"/>
                  </a:lnTo>
                  <a:lnTo>
                    <a:pt x="5431330" y="878623"/>
                  </a:lnTo>
                  <a:lnTo>
                    <a:pt x="5477499" y="879551"/>
                  </a:lnTo>
                  <a:lnTo>
                    <a:pt x="5506867" y="880089"/>
                  </a:lnTo>
                  <a:lnTo>
                    <a:pt x="5522000" y="880343"/>
                  </a:lnTo>
                  <a:lnTo>
                    <a:pt x="5527036" y="880420"/>
                  </a:lnTo>
                  <a:lnTo>
                    <a:pt x="5527445" y="880426"/>
                  </a:lnTo>
                  <a:lnTo>
                    <a:pt x="6522385" y="880426"/>
                  </a:lnTo>
                  <a:lnTo>
                    <a:pt x="6523472" y="880473"/>
                  </a:lnTo>
                  <a:lnTo>
                    <a:pt x="6530649" y="880806"/>
                  </a:lnTo>
                  <a:lnTo>
                    <a:pt x="6548857" y="881728"/>
                  </a:lnTo>
                  <a:lnTo>
                    <a:pt x="6581703" y="883545"/>
                  </a:lnTo>
                  <a:lnTo>
                    <a:pt x="6631254" y="886548"/>
                  </a:lnTo>
                  <a:lnTo>
                    <a:pt x="6697884" y="890991"/>
                  </a:lnTo>
                  <a:lnTo>
                    <a:pt x="6780315" y="897063"/>
                  </a:lnTo>
                  <a:lnTo>
                    <a:pt x="6875897" y="904881"/>
                  </a:lnTo>
                  <a:lnTo>
                    <a:pt x="6981081" y="914492"/>
                  </a:lnTo>
                  <a:lnTo>
                    <a:pt x="7091975" y="925893"/>
                  </a:lnTo>
                  <a:lnTo>
                    <a:pt x="7204852" y="939050"/>
                  </a:lnTo>
                  <a:lnTo>
                    <a:pt x="7316513" y="953929"/>
                  </a:lnTo>
                  <a:lnTo>
                    <a:pt x="7424484" y="970515"/>
                  </a:lnTo>
                  <a:lnTo>
                    <a:pt x="7527059" y="988834"/>
                  </a:lnTo>
                  <a:lnTo>
                    <a:pt x="7623231" y="1008959"/>
                  </a:lnTo>
                  <a:lnTo>
                    <a:pt x="7712579" y="1031014"/>
                  </a:lnTo>
                  <a:lnTo>
                    <a:pt x="7795124" y="1055183"/>
                  </a:lnTo>
                  <a:lnTo>
                    <a:pt x="7871205" y="1081697"/>
                  </a:lnTo>
                  <a:lnTo>
                    <a:pt x="7941369" y="1110838"/>
                  </a:lnTo>
                  <a:lnTo>
                    <a:pt x="8006287" y="1142920"/>
                  </a:lnTo>
                  <a:lnTo>
                    <a:pt x="8066692" y="1178280"/>
                  </a:lnTo>
                  <a:lnTo>
                    <a:pt x="8123328" y="1217243"/>
                  </a:lnTo>
                  <a:lnTo>
                    <a:pt x="8176916" y="1260079"/>
                  </a:lnTo>
                  <a:lnTo>
                    <a:pt x="8228113" y="1306933"/>
                  </a:lnTo>
                  <a:lnTo>
                    <a:pt x="8229629" y="1308411"/>
                  </a:lnTo>
                  <a:lnTo>
                    <a:pt x="8275439" y="1355577"/>
                  </a:lnTo>
                  <a:lnTo>
                    <a:pt x="8320080" y="1406265"/>
                  </a:lnTo>
                  <a:lnTo>
                    <a:pt x="8363876" y="1460547"/>
                  </a:lnTo>
                  <a:lnTo>
                    <a:pt x="8407088" y="1518435"/>
                  </a:lnTo>
                  <a:lnTo>
                    <a:pt x="8449920" y="1579873"/>
                  </a:lnTo>
                  <a:lnTo>
                    <a:pt x="8492534" y="1644734"/>
                  </a:lnTo>
                  <a:lnTo>
                    <a:pt x="8535047" y="1712816"/>
                  </a:lnTo>
                  <a:lnTo>
                    <a:pt x="8577543" y="1783839"/>
                  </a:lnTo>
                  <a:lnTo>
                    <a:pt x="8620074" y="1857445"/>
                  </a:lnTo>
                  <a:lnTo>
                    <a:pt x="8662666" y="1933208"/>
                  </a:lnTo>
                  <a:lnTo>
                    <a:pt x="8705323" y="2010641"/>
                  </a:lnTo>
                  <a:lnTo>
                    <a:pt x="8748032" y="2089205"/>
                  </a:lnTo>
                  <a:lnTo>
                    <a:pt x="8790769" y="2168330"/>
                  </a:lnTo>
                  <a:lnTo>
                    <a:pt x="8833504" y="2247424"/>
                  </a:lnTo>
                  <a:lnTo>
                    <a:pt x="8876209" y="2325901"/>
                  </a:lnTo>
                  <a:lnTo>
                    <a:pt x="8918860" y="2403191"/>
                  </a:lnTo>
                  <a:lnTo>
                    <a:pt x="8961445" y="2478761"/>
                  </a:lnTo>
                  <a:lnTo>
                    <a:pt x="9003972" y="2552127"/>
                  </a:lnTo>
                  <a:lnTo>
                    <a:pt x="9046466" y="2622871"/>
                  </a:lnTo>
                  <a:lnTo>
                    <a:pt x="9088985" y="2690643"/>
                  </a:lnTo>
                  <a:lnTo>
                    <a:pt x="9131614" y="2755171"/>
                  </a:lnTo>
                  <a:lnTo>
                    <a:pt x="9174477" y="2816260"/>
                  </a:lnTo>
                  <a:lnTo>
                    <a:pt x="9217736" y="2873789"/>
                  </a:lnTo>
                  <a:lnTo>
                    <a:pt x="9261604" y="2927711"/>
                  </a:lnTo>
                  <a:lnTo>
                    <a:pt x="9306346" y="2978044"/>
                  </a:lnTo>
                  <a:lnTo>
                    <a:pt x="9347647" y="3020352"/>
                  </a:lnTo>
                  <a:lnTo>
                    <a:pt x="9398781" y="3067327"/>
                  </a:lnTo>
                  <a:lnTo>
                    <a:pt x="9452288" y="3110283"/>
                  </a:lnTo>
                  <a:lnTo>
                    <a:pt x="9508822" y="3149359"/>
                  </a:lnTo>
                  <a:lnTo>
                    <a:pt x="9569102" y="3184824"/>
                  </a:lnTo>
                  <a:lnTo>
                    <a:pt x="9633872" y="3217000"/>
                  </a:lnTo>
                  <a:lnTo>
                    <a:pt x="9703867" y="3246225"/>
                  </a:lnTo>
                  <a:lnTo>
                    <a:pt x="9779761" y="3272814"/>
                  </a:lnTo>
                  <a:lnTo>
                    <a:pt x="9862105" y="3297050"/>
                  </a:lnTo>
                  <a:lnTo>
                    <a:pt x="9951245" y="3319167"/>
                  </a:lnTo>
                  <a:lnTo>
                    <a:pt x="10047214" y="3339347"/>
                  </a:lnTo>
                  <a:lnTo>
                    <a:pt x="10149607" y="3357719"/>
                  </a:lnTo>
                  <a:lnTo>
                    <a:pt x="10257436" y="3374358"/>
                  </a:lnTo>
                  <a:lnTo>
                    <a:pt x="10369018" y="3389288"/>
                  </a:lnTo>
                  <a:lnTo>
                    <a:pt x="10481902" y="3402498"/>
                  </a:lnTo>
                  <a:lnTo>
                    <a:pt x="10592909" y="3413952"/>
                  </a:lnTo>
                  <a:lnTo>
                    <a:pt x="10698323" y="3423618"/>
                  </a:lnTo>
                  <a:lnTo>
                    <a:pt x="10794249" y="3431490"/>
                  </a:lnTo>
                  <a:lnTo>
                    <a:pt x="10877123" y="3437613"/>
                  </a:lnTo>
                  <a:lnTo>
                    <a:pt x="10944257" y="3442102"/>
                  </a:lnTo>
                  <a:lnTo>
                    <a:pt x="10994327" y="3445146"/>
                  </a:lnTo>
                  <a:lnTo>
                    <a:pt x="11027656" y="3446995"/>
                  </a:lnTo>
                  <a:lnTo>
                    <a:pt x="11046261" y="3447939"/>
                  </a:lnTo>
                  <a:lnTo>
                    <a:pt x="11053705" y="3448285"/>
                  </a:lnTo>
                  <a:lnTo>
                    <a:pt x="11054891" y="3448337"/>
                  </a:lnTo>
                  <a:lnTo>
                    <a:pt x="12049831" y="3448337"/>
                  </a:lnTo>
                  <a:lnTo>
                    <a:pt x="12049831" y="3437855"/>
                  </a:lnTo>
                  <a:lnTo>
                    <a:pt x="11054891" y="3437855"/>
                  </a:lnTo>
                  <a:lnTo>
                    <a:pt x="11053805" y="3437809"/>
                  </a:lnTo>
                  <a:lnTo>
                    <a:pt x="11046628" y="3437475"/>
                  </a:lnTo>
                  <a:lnTo>
                    <a:pt x="11028420" y="3436553"/>
                  </a:lnTo>
                  <a:lnTo>
                    <a:pt x="10995573" y="3434737"/>
                  </a:lnTo>
                  <a:lnTo>
                    <a:pt x="10946022" y="3431733"/>
                  </a:lnTo>
                  <a:lnTo>
                    <a:pt x="10879392" y="3427290"/>
                  </a:lnTo>
                  <a:lnTo>
                    <a:pt x="10796961" y="3421219"/>
                  </a:lnTo>
                  <a:lnTo>
                    <a:pt x="10701380" y="3413401"/>
                  </a:lnTo>
                  <a:lnTo>
                    <a:pt x="10596196" y="3403789"/>
                  </a:lnTo>
                  <a:lnTo>
                    <a:pt x="10485302" y="3392388"/>
                  </a:lnTo>
                  <a:lnTo>
                    <a:pt x="10372425" y="3379231"/>
                  </a:lnTo>
                  <a:lnTo>
                    <a:pt x="10260763" y="3364353"/>
                  </a:lnTo>
                  <a:lnTo>
                    <a:pt x="10152792" y="3347766"/>
                  </a:lnTo>
                  <a:lnTo>
                    <a:pt x="10050218" y="3329447"/>
                  </a:lnTo>
                  <a:lnTo>
                    <a:pt x="9954045" y="3309323"/>
                  </a:lnTo>
                  <a:lnTo>
                    <a:pt x="9864698" y="3287267"/>
                  </a:lnTo>
                  <a:lnTo>
                    <a:pt x="9782152" y="3263099"/>
                  </a:lnTo>
                  <a:lnTo>
                    <a:pt x="9706071" y="3236584"/>
                  </a:lnTo>
                  <a:lnTo>
                    <a:pt x="9635907" y="3207444"/>
                  </a:lnTo>
                  <a:lnTo>
                    <a:pt x="9570989" y="3175361"/>
                  </a:lnTo>
                  <a:lnTo>
                    <a:pt x="9510585" y="3140001"/>
                  </a:lnTo>
                  <a:lnTo>
                    <a:pt x="9453948" y="3101038"/>
                  </a:lnTo>
                  <a:lnTo>
                    <a:pt x="9400360" y="3058202"/>
                  </a:lnTo>
                  <a:lnTo>
                    <a:pt x="9349163" y="3011349"/>
                  </a:lnTo>
                  <a:lnTo>
                    <a:pt x="9347647" y="3009870"/>
                  </a:lnTo>
                  <a:lnTo>
                    <a:pt x="9301838" y="2962704"/>
                  </a:lnTo>
                  <a:lnTo>
                    <a:pt x="9257196" y="2912016"/>
                  </a:lnTo>
                  <a:lnTo>
                    <a:pt x="9213400" y="2857734"/>
                  </a:lnTo>
                  <a:lnTo>
                    <a:pt x="9170189" y="2799847"/>
                  </a:lnTo>
                  <a:lnTo>
                    <a:pt x="9127356" y="2738409"/>
                  </a:lnTo>
                  <a:lnTo>
                    <a:pt x="9084743" y="2673547"/>
                  </a:lnTo>
                  <a:lnTo>
                    <a:pt x="9042230" y="2605465"/>
                  </a:lnTo>
                  <a:lnTo>
                    <a:pt x="8999734" y="2534443"/>
                  </a:lnTo>
                  <a:lnTo>
                    <a:pt x="8957203" y="2460837"/>
                  </a:lnTo>
                  <a:lnTo>
                    <a:pt x="8914611" y="2385073"/>
                  </a:lnTo>
                  <a:lnTo>
                    <a:pt x="8871954" y="2307641"/>
                  </a:lnTo>
                  <a:lnTo>
                    <a:pt x="8829245" y="2229076"/>
                  </a:lnTo>
                  <a:lnTo>
                    <a:pt x="8786508" y="2149952"/>
                  </a:lnTo>
                  <a:lnTo>
                    <a:pt x="8743772" y="2070857"/>
                  </a:lnTo>
                  <a:lnTo>
                    <a:pt x="8701067" y="1992380"/>
                  </a:lnTo>
                  <a:lnTo>
                    <a:pt x="8658417" y="1915090"/>
                  </a:lnTo>
                  <a:lnTo>
                    <a:pt x="8615831" y="1839521"/>
                  </a:lnTo>
                  <a:lnTo>
                    <a:pt x="8573305" y="1766154"/>
                  </a:lnTo>
                  <a:lnTo>
                    <a:pt x="8530810" y="1695411"/>
                  </a:lnTo>
                  <a:lnTo>
                    <a:pt x="8488291" y="1627638"/>
                  </a:lnTo>
                  <a:lnTo>
                    <a:pt x="8445662" y="1563110"/>
                  </a:lnTo>
                  <a:lnTo>
                    <a:pt x="8402800" y="1502022"/>
                  </a:lnTo>
                  <a:lnTo>
                    <a:pt x="8359540" y="1444492"/>
                  </a:lnTo>
                  <a:lnTo>
                    <a:pt x="8315672" y="1390570"/>
                  </a:lnTo>
                  <a:lnTo>
                    <a:pt x="8270930" y="1340237"/>
                  </a:lnTo>
                  <a:lnTo>
                    <a:pt x="8229629" y="1297930"/>
                  </a:lnTo>
                  <a:lnTo>
                    <a:pt x="8178495" y="1250955"/>
                  </a:lnTo>
                  <a:lnTo>
                    <a:pt x="8124989" y="1207998"/>
                  </a:lnTo>
                  <a:lnTo>
                    <a:pt x="8068455" y="1168922"/>
                  </a:lnTo>
                  <a:lnTo>
                    <a:pt x="8008175" y="1133458"/>
                  </a:lnTo>
                  <a:lnTo>
                    <a:pt x="7943404" y="1101281"/>
                  </a:lnTo>
                  <a:lnTo>
                    <a:pt x="7873409" y="1072057"/>
                  </a:lnTo>
                  <a:lnTo>
                    <a:pt x="7797515" y="1045467"/>
                  </a:lnTo>
                  <a:lnTo>
                    <a:pt x="7715172" y="1021231"/>
                  </a:lnTo>
                  <a:lnTo>
                    <a:pt x="7626032" y="999115"/>
                  </a:lnTo>
                  <a:lnTo>
                    <a:pt x="7530062" y="978934"/>
                  </a:lnTo>
                  <a:lnTo>
                    <a:pt x="7427670" y="960562"/>
                  </a:lnTo>
                  <a:lnTo>
                    <a:pt x="7319840" y="943924"/>
                  </a:lnTo>
                  <a:lnTo>
                    <a:pt x="7208258" y="928993"/>
                  </a:lnTo>
                  <a:lnTo>
                    <a:pt x="7095374" y="915784"/>
                  </a:lnTo>
                  <a:lnTo>
                    <a:pt x="6984367" y="904329"/>
                  </a:lnTo>
                  <a:lnTo>
                    <a:pt x="6878954" y="894663"/>
                  </a:lnTo>
                  <a:lnTo>
                    <a:pt x="6783027" y="886792"/>
                  </a:lnTo>
                  <a:lnTo>
                    <a:pt x="6700154" y="880669"/>
                  </a:lnTo>
                  <a:lnTo>
                    <a:pt x="6633020" y="876179"/>
                  </a:lnTo>
                  <a:lnTo>
                    <a:pt x="6582950" y="873135"/>
                  </a:lnTo>
                  <a:lnTo>
                    <a:pt x="6549620" y="871287"/>
                  </a:lnTo>
                  <a:lnTo>
                    <a:pt x="6531015" y="870343"/>
                  </a:lnTo>
                  <a:lnTo>
                    <a:pt x="6523572" y="869996"/>
                  </a:lnTo>
                  <a:lnTo>
                    <a:pt x="6522385" y="869945"/>
                  </a:lnTo>
                  <a:lnTo>
                    <a:pt x="5527445" y="869945"/>
                  </a:lnTo>
                  <a:lnTo>
                    <a:pt x="5526315" y="869928"/>
                  </a:lnTo>
                  <a:lnTo>
                    <a:pt x="5518854" y="869811"/>
                  </a:lnTo>
                  <a:lnTo>
                    <a:pt x="5499945" y="869485"/>
                  </a:lnTo>
                  <a:lnTo>
                    <a:pt x="5465884" y="868844"/>
                  </a:lnTo>
                  <a:lnTo>
                    <a:pt x="5414602" y="867785"/>
                  </a:lnTo>
                  <a:lnTo>
                    <a:pt x="5345816" y="866220"/>
                  </a:lnTo>
                  <a:lnTo>
                    <a:pt x="5260975" y="864084"/>
                  </a:lnTo>
                  <a:lnTo>
                    <a:pt x="5162943" y="861337"/>
                  </a:lnTo>
                  <a:lnTo>
                    <a:pt x="5055473" y="857966"/>
                  </a:lnTo>
                  <a:lnTo>
                    <a:pt x="4942621" y="853973"/>
                  </a:lnTo>
                  <a:lnTo>
                    <a:pt x="4828213" y="849371"/>
                  </a:lnTo>
                  <a:lnTo>
                    <a:pt x="4715481" y="844171"/>
                  </a:lnTo>
                  <a:lnTo>
                    <a:pt x="4606875" y="838376"/>
                  </a:lnTo>
                  <a:lnTo>
                    <a:pt x="4504042" y="831975"/>
                  </a:lnTo>
                  <a:lnTo>
                    <a:pt x="4407908" y="824939"/>
                  </a:lnTo>
                  <a:lnTo>
                    <a:pt x="4318812" y="817220"/>
                  </a:lnTo>
                  <a:lnTo>
                    <a:pt x="4236650" y="808749"/>
                  </a:lnTo>
                  <a:lnTo>
                    <a:pt x="4161015" y="799440"/>
                  </a:lnTo>
                  <a:lnTo>
                    <a:pt x="4091299" y="789192"/>
                  </a:lnTo>
                  <a:lnTo>
                    <a:pt x="4026782" y="777891"/>
                  </a:lnTo>
                  <a:lnTo>
                    <a:pt x="3966694" y="765417"/>
                  </a:lnTo>
                  <a:lnTo>
                    <a:pt x="3910263" y="751660"/>
                  </a:lnTo>
                  <a:lnTo>
                    <a:pt x="3856753" y="736534"/>
                  </a:lnTo>
                  <a:lnTo>
                    <a:pt x="3820202" y="724954"/>
                  </a:lnTo>
                  <a:lnTo>
                    <a:pt x="3762053" y="704388"/>
                  </a:lnTo>
                  <a:lnTo>
                    <a:pt x="3705652" y="681872"/>
                  </a:lnTo>
                  <a:lnTo>
                    <a:pt x="3650385" y="657375"/>
                  </a:lnTo>
                  <a:lnTo>
                    <a:pt x="3595790" y="630918"/>
                  </a:lnTo>
                  <a:lnTo>
                    <a:pt x="3541533" y="602589"/>
                  </a:lnTo>
                  <a:lnTo>
                    <a:pt x="3487385" y="572544"/>
                  </a:lnTo>
                  <a:lnTo>
                    <a:pt x="3433207" y="541006"/>
                  </a:lnTo>
                  <a:lnTo>
                    <a:pt x="3378934" y="508262"/>
                  </a:lnTo>
                  <a:lnTo>
                    <a:pt x="3324560" y="474657"/>
                  </a:lnTo>
                  <a:lnTo>
                    <a:pt x="3270118" y="440576"/>
                  </a:lnTo>
                  <a:lnTo>
                    <a:pt x="3215666" y="406426"/>
                  </a:lnTo>
                  <a:lnTo>
                    <a:pt x="3161264" y="372621"/>
                  </a:lnTo>
                  <a:lnTo>
                    <a:pt x="3106956" y="339555"/>
                  </a:lnTo>
                  <a:lnTo>
                    <a:pt x="3052752" y="307587"/>
                  </a:lnTo>
                  <a:lnTo>
                    <a:pt x="2998605" y="277024"/>
                  </a:lnTo>
                  <a:lnTo>
                    <a:pt x="2944405" y="248112"/>
                  </a:lnTo>
                  <a:lnTo>
                    <a:pt x="2889952" y="221029"/>
                  </a:lnTo>
                  <a:lnTo>
                    <a:pt x="2834949" y="195884"/>
                  </a:lnTo>
                  <a:lnTo>
                    <a:pt x="2778979" y="172719"/>
                  </a:lnTo>
                  <a:lnTo>
                    <a:pt x="2721482" y="151521"/>
                  </a:lnTo>
                  <a:lnTo>
                    <a:pt x="2702183" y="144990"/>
                  </a:lnTo>
                  <a:lnTo>
                    <a:pt x="2650343" y="128870"/>
                  </a:lnTo>
                  <a:lnTo>
                    <a:pt x="2596056" y="114149"/>
                  </a:lnTo>
                  <a:lnTo>
                    <a:pt x="2538640" y="100775"/>
                  </a:lnTo>
                  <a:lnTo>
                    <a:pt x="2477345" y="88654"/>
                  </a:lnTo>
                  <a:lnTo>
                    <a:pt x="2411396" y="77671"/>
                  </a:lnTo>
                  <a:lnTo>
                    <a:pt x="2340030" y="67707"/>
                  </a:lnTo>
                  <a:lnTo>
                    <a:pt x="2262554" y="58652"/>
                  </a:lnTo>
                  <a:lnTo>
                    <a:pt x="2178408" y="50407"/>
                  </a:lnTo>
                  <a:lnTo>
                    <a:pt x="2087260" y="42892"/>
                  </a:lnTo>
                  <a:lnTo>
                    <a:pt x="1989122" y="36045"/>
                  </a:lnTo>
                  <a:lnTo>
                    <a:pt x="1884486" y="29823"/>
                  </a:lnTo>
                  <a:lnTo>
                    <a:pt x="1774476" y="24201"/>
                  </a:lnTo>
                  <a:lnTo>
                    <a:pt x="1660968" y="19174"/>
                  </a:lnTo>
                  <a:lnTo>
                    <a:pt x="1546648" y="14747"/>
                  </a:lnTo>
                  <a:lnTo>
                    <a:pt x="1434947" y="10934"/>
                  </a:lnTo>
                  <a:lnTo>
                    <a:pt x="1329804" y="7745"/>
                  </a:lnTo>
                  <a:lnTo>
                    <a:pt x="1235246" y="5178"/>
                  </a:lnTo>
                  <a:lnTo>
                    <a:pt x="1154831" y="3213"/>
                  </a:lnTo>
                  <a:lnTo>
                    <a:pt x="1091055" y="1803"/>
                  </a:lnTo>
                  <a:lnTo>
                    <a:pt x="1044886" y="875"/>
                  </a:lnTo>
                  <a:lnTo>
                    <a:pt x="1015518" y="337"/>
                  </a:lnTo>
                  <a:lnTo>
                    <a:pt x="1000385" y="83"/>
                  </a:lnTo>
                  <a:lnTo>
                    <a:pt x="995349" y="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9" name="pl108"/>
            <p:cNvSpPr/>
            <p:nvPr/>
          </p:nvSpPr>
          <p:spPr>
            <a:xfrm>
              <a:off x="1199187" y="2096089"/>
              <a:ext cx="12049831" cy="3437855"/>
            </a:xfrm>
            <a:custGeom>
              <a:avLst/>
              <a:pathLst>
                <a:path w="12049831" h="3437855">
                  <a:moveTo>
                    <a:pt x="0" y="0"/>
                  </a:moveTo>
                  <a:lnTo>
                    <a:pt x="994940" y="0"/>
                  </a:lnTo>
                  <a:lnTo>
                    <a:pt x="996070" y="16"/>
                  </a:lnTo>
                  <a:lnTo>
                    <a:pt x="1003531" y="134"/>
                  </a:lnTo>
                  <a:lnTo>
                    <a:pt x="1022440" y="459"/>
                  </a:lnTo>
                  <a:lnTo>
                    <a:pt x="1056501" y="1100"/>
                  </a:lnTo>
                  <a:lnTo>
                    <a:pt x="1107783" y="2159"/>
                  </a:lnTo>
                  <a:lnTo>
                    <a:pt x="1176569" y="3724"/>
                  </a:lnTo>
                  <a:lnTo>
                    <a:pt x="1261410" y="5861"/>
                  </a:lnTo>
                  <a:lnTo>
                    <a:pt x="1359442" y="8607"/>
                  </a:lnTo>
                  <a:lnTo>
                    <a:pt x="1466912" y="11978"/>
                  </a:lnTo>
                  <a:lnTo>
                    <a:pt x="1579764" y="15971"/>
                  </a:lnTo>
                  <a:lnTo>
                    <a:pt x="1694172" y="20573"/>
                  </a:lnTo>
                  <a:lnTo>
                    <a:pt x="1806904" y="25773"/>
                  </a:lnTo>
                  <a:lnTo>
                    <a:pt x="1915510" y="31568"/>
                  </a:lnTo>
                  <a:lnTo>
                    <a:pt x="2018343" y="37969"/>
                  </a:lnTo>
                  <a:lnTo>
                    <a:pt x="2114477" y="45005"/>
                  </a:lnTo>
                  <a:lnTo>
                    <a:pt x="2203573" y="52725"/>
                  </a:lnTo>
                  <a:lnTo>
                    <a:pt x="2285735" y="61195"/>
                  </a:lnTo>
                  <a:lnTo>
                    <a:pt x="2361370" y="70504"/>
                  </a:lnTo>
                  <a:lnTo>
                    <a:pt x="2431086" y="80752"/>
                  </a:lnTo>
                  <a:lnTo>
                    <a:pt x="2495603" y="92054"/>
                  </a:lnTo>
                  <a:lnTo>
                    <a:pt x="2555691" y="104527"/>
                  </a:lnTo>
                  <a:lnTo>
                    <a:pt x="2612122" y="118284"/>
                  </a:lnTo>
                  <a:lnTo>
                    <a:pt x="2665632" y="133410"/>
                  </a:lnTo>
                  <a:lnTo>
                    <a:pt x="2702183" y="144990"/>
                  </a:lnTo>
                  <a:lnTo>
                    <a:pt x="2760332" y="165556"/>
                  </a:lnTo>
                  <a:lnTo>
                    <a:pt x="2816733" y="188072"/>
                  </a:lnTo>
                  <a:lnTo>
                    <a:pt x="2872000" y="212570"/>
                  </a:lnTo>
                  <a:lnTo>
                    <a:pt x="2926595" y="239026"/>
                  </a:lnTo>
                  <a:lnTo>
                    <a:pt x="2980852" y="267355"/>
                  </a:lnTo>
                  <a:lnTo>
                    <a:pt x="3035000" y="297400"/>
                  </a:lnTo>
                  <a:lnTo>
                    <a:pt x="3089178" y="328939"/>
                  </a:lnTo>
                  <a:lnTo>
                    <a:pt x="3143451" y="361682"/>
                  </a:lnTo>
                  <a:lnTo>
                    <a:pt x="3197825" y="395287"/>
                  </a:lnTo>
                  <a:lnTo>
                    <a:pt x="3252267" y="429369"/>
                  </a:lnTo>
                  <a:lnTo>
                    <a:pt x="3306719" y="463518"/>
                  </a:lnTo>
                  <a:lnTo>
                    <a:pt x="3361121" y="497323"/>
                  </a:lnTo>
                  <a:lnTo>
                    <a:pt x="3415428" y="530389"/>
                  </a:lnTo>
                  <a:lnTo>
                    <a:pt x="3469633" y="562358"/>
                  </a:lnTo>
                  <a:lnTo>
                    <a:pt x="3523780" y="592920"/>
                  </a:lnTo>
                  <a:lnTo>
                    <a:pt x="3577980" y="621832"/>
                  </a:lnTo>
                  <a:lnTo>
                    <a:pt x="3632433" y="648915"/>
                  </a:lnTo>
                  <a:lnTo>
                    <a:pt x="3687436" y="674061"/>
                  </a:lnTo>
                  <a:lnTo>
                    <a:pt x="3743406" y="697225"/>
                  </a:lnTo>
                  <a:lnTo>
                    <a:pt x="3800903" y="718423"/>
                  </a:lnTo>
                  <a:lnTo>
                    <a:pt x="3820202" y="724954"/>
                  </a:lnTo>
                  <a:lnTo>
                    <a:pt x="3872042" y="741074"/>
                  </a:lnTo>
                  <a:lnTo>
                    <a:pt x="3926329" y="755796"/>
                  </a:lnTo>
                  <a:lnTo>
                    <a:pt x="3983745" y="769169"/>
                  </a:lnTo>
                  <a:lnTo>
                    <a:pt x="4045040" y="781290"/>
                  </a:lnTo>
                  <a:lnTo>
                    <a:pt x="4110989" y="792274"/>
                  </a:lnTo>
                  <a:lnTo>
                    <a:pt x="4182355" y="802237"/>
                  </a:lnTo>
                  <a:lnTo>
                    <a:pt x="4259831" y="811293"/>
                  </a:lnTo>
                  <a:lnTo>
                    <a:pt x="4343977" y="819537"/>
                  </a:lnTo>
                  <a:lnTo>
                    <a:pt x="4435125" y="827052"/>
                  </a:lnTo>
                  <a:lnTo>
                    <a:pt x="4533263" y="833899"/>
                  </a:lnTo>
                  <a:lnTo>
                    <a:pt x="4637899" y="840122"/>
                  </a:lnTo>
                  <a:lnTo>
                    <a:pt x="4747909" y="845743"/>
                  </a:lnTo>
                  <a:lnTo>
                    <a:pt x="4861417" y="850770"/>
                  </a:lnTo>
                  <a:lnTo>
                    <a:pt x="4975737" y="855197"/>
                  </a:lnTo>
                  <a:lnTo>
                    <a:pt x="5087438" y="859010"/>
                  </a:lnTo>
                  <a:lnTo>
                    <a:pt x="5192581" y="862199"/>
                  </a:lnTo>
                  <a:lnTo>
                    <a:pt x="5287139" y="864766"/>
                  </a:lnTo>
                  <a:lnTo>
                    <a:pt x="5367554" y="866731"/>
                  </a:lnTo>
                  <a:lnTo>
                    <a:pt x="5431330" y="868142"/>
                  </a:lnTo>
                  <a:lnTo>
                    <a:pt x="5477499" y="869069"/>
                  </a:lnTo>
                  <a:lnTo>
                    <a:pt x="5506867" y="869608"/>
                  </a:lnTo>
                  <a:lnTo>
                    <a:pt x="5522000" y="869861"/>
                  </a:lnTo>
                  <a:lnTo>
                    <a:pt x="5527036" y="869939"/>
                  </a:lnTo>
                  <a:lnTo>
                    <a:pt x="5527445" y="869945"/>
                  </a:lnTo>
                  <a:lnTo>
                    <a:pt x="6522385" y="869945"/>
                  </a:lnTo>
                  <a:lnTo>
                    <a:pt x="6523472" y="869992"/>
                  </a:lnTo>
                  <a:lnTo>
                    <a:pt x="6530649" y="870325"/>
                  </a:lnTo>
                  <a:lnTo>
                    <a:pt x="6548857" y="871247"/>
                  </a:lnTo>
                  <a:lnTo>
                    <a:pt x="6581703" y="873063"/>
                  </a:lnTo>
                  <a:lnTo>
                    <a:pt x="6631254" y="876067"/>
                  </a:lnTo>
                  <a:lnTo>
                    <a:pt x="6697884" y="880510"/>
                  </a:lnTo>
                  <a:lnTo>
                    <a:pt x="6780315" y="886582"/>
                  </a:lnTo>
                  <a:lnTo>
                    <a:pt x="6875897" y="894399"/>
                  </a:lnTo>
                  <a:lnTo>
                    <a:pt x="6981081" y="904011"/>
                  </a:lnTo>
                  <a:lnTo>
                    <a:pt x="7091975" y="915412"/>
                  </a:lnTo>
                  <a:lnTo>
                    <a:pt x="7204852" y="928569"/>
                  </a:lnTo>
                  <a:lnTo>
                    <a:pt x="7316513" y="943448"/>
                  </a:lnTo>
                  <a:lnTo>
                    <a:pt x="7424484" y="960034"/>
                  </a:lnTo>
                  <a:lnTo>
                    <a:pt x="7527059" y="978353"/>
                  </a:lnTo>
                  <a:lnTo>
                    <a:pt x="7623231" y="998477"/>
                  </a:lnTo>
                  <a:lnTo>
                    <a:pt x="7712579" y="1020533"/>
                  </a:lnTo>
                  <a:lnTo>
                    <a:pt x="7795124" y="1044702"/>
                  </a:lnTo>
                  <a:lnTo>
                    <a:pt x="7871205" y="1071216"/>
                  </a:lnTo>
                  <a:lnTo>
                    <a:pt x="7941369" y="1100357"/>
                  </a:lnTo>
                  <a:lnTo>
                    <a:pt x="8006287" y="1132439"/>
                  </a:lnTo>
                  <a:lnTo>
                    <a:pt x="8066692" y="1167799"/>
                  </a:lnTo>
                  <a:lnTo>
                    <a:pt x="8123328" y="1206762"/>
                  </a:lnTo>
                  <a:lnTo>
                    <a:pt x="8176916" y="1249598"/>
                  </a:lnTo>
                  <a:lnTo>
                    <a:pt x="8228113" y="1296452"/>
                  </a:lnTo>
                  <a:lnTo>
                    <a:pt x="8229629" y="1297930"/>
                  </a:lnTo>
                  <a:lnTo>
                    <a:pt x="8275439" y="1345096"/>
                  </a:lnTo>
                  <a:lnTo>
                    <a:pt x="8320080" y="1395784"/>
                  </a:lnTo>
                  <a:lnTo>
                    <a:pt x="8363876" y="1450066"/>
                  </a:lnTo>
                  <a:lnTo>
                    <a:pt x="8407088" y="1507954"/>
                  </a:lnTo>
                  <a:lnTo>
                    <a:pt x="8449920" y="1569392"/>
                  </a:lnTo>
                  <a:lnTo>
                    <a:pt x="8492534" y="1634253"/>
                  </a:lnTo>
                  <a:lnTo>
                    <a:pt x="8535047" y="1702335"/>
                  </a:lnTo>
                  <a:lnTo>
                    <a:pt x="8577543" y="1773357"/>
                  </a:lnTo>
                  <a:lnTo>
                    <a:pt x="8620074" y="1846963"/>
                  </a:lnTo>
                  <a:lnTo>
                    <a:pt x="8662666" y="1922727"/>
                  </a:lnTo>
                  <a:lnTo>
                    <a:pt x="8705323" y="2000160"/>
                  </a:lnTo>
                  <a:lnTo>
                    <a:pt x="8748032" y="2078724"/>
                  </a:lnTo>
                  <a:lnTo>
                    <a:pt x="8790769" y="2157848"/>
                  </a:lnTo>
                  <a:lnTo>
                    <a:pt x="8833504" y="2236943"/>
                  </a:lnTo>
                  <a:lnTo>
                    <a:pt x="8876209" y="2315420"/>
                  </a:lnTo>
                  <a:lnTo>
                    <a:pt x="8918860" y="2392710"/>
                  </a:lnTo>
                  <a:lnTo>
                    <a:pt x="8961445" y="2468279"/>
                  </a:lnTo>
                  <a:lnTo>
                    <a:pt x="9003972" y="2541646"/>
                  </a:lnTo>
                  <a:lnTo>
                    <a:pt x="9046466" y="2612390"/>
                  </a:lnTo>
                  <a:lnTo>
                    <a:pt x="9088985" y="2680162"/>
                  </a:lnTo>
                  <a:lnTo>
                    <a:pt x="9131614" y="2744690"/>
                  </a:lnTo>
                  <a:lnTo>
                    <a:pt x="9174477" y="2805779"/>
                  </a:lnTo>
                  <a:lnTo>
                    <a:pt x="9217736" y="2863308"/>
                  </a:lnTo>
                  <a:lnTo>
                    <a:pt x="9261604" y="2917230"/>
                  </a:lnTo>
                  <a:lnTo>
                    <a:pt x="9306346" y="2967563"/>
                  </a:lnTo>
                  <a:lnTo>
                    <a:pt x="9347647" y="3009870"/>
                  </a:lnTo>
                  <a:lnTo>
                    <a:pt x="9398781" y="3056845"/>
                  </a:lnTo>
                  <a:lnTo>
                    <a:pt x="9452288" y="3099802"/>
                  </a:lnTo>
                  <a:lnTo>
                    <a:pt x="9508822" y="3138878"/>
                  </a:lnTo>
                  <a:lnTo>
                    <a:pt x="9569102" y="3174342"/>
                  </a:lnTo>
                  <a:lnTo>
                    <a:pt x="9633872" y="3206519"/>
                  </a:lnTo>
                  <a:lnTo>
                    <a:pt x="9703867" y="3235744"/>
                  </a:lnTo>
                  <a:lnTo>
                    <a:pt x="9779761" y="3262333"/>
                  </a:lnTo>
                  <a:lnTo>
                    <a:pt x="9862105" y="3286569"/>
                  </a:lnTo>
                  <a:lnTo>
                    <a:pt x="9951245" y="3308686"/>
                  </a:lnTo>
                  <a:lnTo>
                    <a:pt x="10047214" y="3328866"/>
                  </a:lnTo>
                  <a:lnTo>
                    <a:pt x="10149607" y="3347238"/>
                  </a:lnTo>
                  <a:lnTo>
                    <a:pt x="10257436" y="3363877"/>
                  </a:lnTo>
                  <a:lnTo>
                    <a:pt x="10369018" y="3378807"/>
                  </a:lnTo>
                  <a:lnTo>
                    <a:pt x="10481902" y="3392016"/>
                  </a:lnTo>
                  <a:lnTo>
                    <a:pt x="10592909" y="3403471"/>
                  </a:lnTo>
                  <a:lnTo>
                    <a:pt x="10698323" y="3413137"/>
                  </a:lnTo>
                  <a:lnTo>
                    <a:pt x="10794249" y="3421008"/>
                  </a:lnTo>
                  <a:lnTo>
                    <a:pt x="10877123" y="3427132"/>
                  </a:lnTo>
                  <a:lnTo>
                    <a:pt x="10944257" y="3431621"/>
                  </a:lnTo>
                  <a:lnTo>
                    <a:pt x="10994327" y="3434665"/>
                  </a:lnTo>
                  <a:lnTo>
                    <a:pt x="11027656" y="3436513"/>
                  </a:lnTo>
                  <a:lnTo>
                    <a:pt x="11046261" y="3437457"/>
                  </a:lnTo>
                  <a:lnTo>
                    <a:pt x="11053705" y="3437804"/>
                  </a:lnTo>
                  <a:lnTo>
                    <a:pt x="11054891" y="3437855"/>
                  </a:lnTo>
                  <a:lnTo>
                    <a:pt x="11054891" y="3437855"/>
                  </a:lnTo>
                  <a:lnTo>
                    <a:pt x="12049831" y="3437855"/>
                  </a:lnTo>
                  <a:lnTo>
                    <a:pt x="12049831" y="34378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" name="pl109"/>
            <p:cNvSpPr/>
            <p:nvPr/>
          </p:nvSpPr>
          <p:spPr>
            <a:xfrm>
              <a:off x="1199187" y="2085607"/>
              <a:ext cx="12049831" cy="3437855"/>
            </a:xfrm>
            <a:custGeom>
              <a:avLst/>
              <a:pathLst>
                <a:path w="12049831" h="3437855">
                  <a:moveTo>
                    <a:pt x="12049831" y="3437855"/>
                  </a:moveTo>
                  <a:lnTo>
                    <a:pt x="11054891" y="3437855"/>
                  </a:lnTo>
                  <a:lnTo>
                    <a:pt x="11053805" y="3437809"/>
                  </a:lnTo>
                  <a:lnTo>
                    <a:pt x="11046628" y="3437475"/>
                  </a:lnTo>
                  <a:lnTo>
                    <a:pt x="11028420" y="3436553"/>
                  </a:lnTo>
                  <a:lnTo>
                    <a:pt x="10995573" y="3434737"/>
                  </a:lnTo>
                  <a:lnTo>
                    <a:pt x="10946022" y="3431733"/>
                  </a:lnTo>
                  <a:lnTo>
                    <a:pt x="10879392" y="3427290"/>
                  </a:lnTo>
                  <a:lnTo>
                    <a:pt x="10796961" y="3421219"/>
                  </a:lnTo>
                  <a:lnTo>
                    <a:pt x="10701380" y="3413401"/>
                  </a:lnTo>
                  <a:lnTo>
                    <a:pt x="10596196" y="3403789"/>
                  </a:lnTo>
                  <a:lnTo>
                    <a:pt x="10485302" y="3392388"/>
                  </a:lnTo>
                  <a:lnTo>
                    <a:pt x="10372425" y="3379231"/>
                  </a:lnTo>
                  <a:lnTo>
                    <a:pt x="10260763" y="3364353"/>
                  </a:lnTo>
                  <a:lnTo>
                    <a:pt x="10152792" y="3347766"/>
                  </a:lnTo>
                  <a:lnTo>
                    <a:pt x="10050218" y="3329447"/>
                  </a:lnTo>
                  <a:lnTo>
                    <a:pt x="9954045" y="3309323"/>
                  </a:lnTo>
                  <a:lnTo>
                    <a:pt x="9864698" y="3287267"/>
                  </a:lnTo>
                  <a:lnTo>
                    <a:pt x="9782152" y="3263099"/>
                  </a:lnTo>
                  <a:lnTo>
                    <a:pt x="9706071" y="3236584"/>
                  </a:lnTo>
                  <a:lnTo>
                    <a:pt x="9635907" y="3207444"/>
                  </a:lnTo>
                  <a:lnTo>
                    <a:pt x="9570989" y="3175361"/>
                  </a:lnTo>
                  <a:lnTo>
                    <a:pt x="9510585" y="3140001"/>
                  </a:lnTo>
                  <a:lnTo>
                    <a:pt x="9453948" y="3101038"/>
                  </a:lnTo>
                  <a:lnTo>
                    <a:pt x="9400360" y="3058202"/>
                  </a:lnTo>
                  <a:lnTo>
                    <a:pt x="9349163" y="3011349"/>
                  </a:lnTo>
                  <a:lnTo>
                    <a:pt x="9347647" y="3009870"/>
                  </a:lnTo>
                  <a:lnTo>
                    <a:pt x="9301838" y="2962704"/>
                  </a:lnTo>
                  <a:lnTo>
                    <a:pt x="9257196" y="2912016"/>
                  </a:lnTo>
                  <a:lnTo>
                    <a:pt x="9213400" y="2857734"/>
                  </a:lnTo>
                  <a:lnTo>
                    <a:pt x="9170189" y="2799847"/>
                  </a:lnTo>
                  <a:lnTo>
                    <a:pt x="9127356" y="2738409"/>
                  </a:lnTo>
                  <a:lnTo>
                    <a:pt x="9084743" y="2673547"/>
                  </a:lnTo>
                  <a:lnTo>
                    <a:pt x="9042230" y="2605465"/>
                  </a:lnTo>
                  <a:lnTo>
                    <a:pt x="8999734" y="2534443"/>
                  </a:lnTo>
                  <a:lnTo>
                    <a:pt x="8957203" y="2460837"/>
                  </a:lnTo>
                  <a:lnTo>
                    <a:pt x="8914611" y="2385073"/>
                  </a:lnTo>
                  <a:lnTo>
                    <a:pt x="8871954" y="2307641"/>
                  </a:lnTo>
                  <a:lnTo>
                    <a:pt x="8829245" y="2229076"/>
                  </a:lnTo>
                  <a:lnTo>
                    <a:pt x="8786508" y="2149952"/>
                  </a:lnTo>
                  <a:lnTo>
                    <a:pt x="8743772" y="2070857"/>
                  </a:lnTo>
                  <a:lnTo>
                    <a:pt x="8701067" y="1992380"/>
                  </a:lnTo>
                  <a:lnTo>
                    <a:pt x="8658417" y="1915090"/>
                  </a:lnTo>
                  <a:lnTo>
                    <a:pt x="8615831" y="1839521"/>
                  </a:lnTo>
                  <a:lnTo>
                    <a:pt x="8573305" y="1766154"/>
                  </a:lnTo>
                  <a:lnTo>
                    <a:pt x="8530810" y="1695411"/>
                  </a:lnTo>
                  <a:lnTo>
                    <a:pt x="8488291" y="1627638"/>
                  </a:lnTo>
                  <a:lnTo>
                    <a:pt x="8445662" y="1563110"/>
                  </a:lnTo>
                  <a:lnTo>
                    <a:pt x="8402800" y="1502022"/>
                  </a:lnTo>
                  <a:lnTo>
                    <a:pt x="8359540" y="1444492"/>
                  </a:lnTo>
                  <a:lnTo>
                    <a:pt x="8315672" y="1390570"/>
                  </a:lnTo>
                  <a:lnTo>
                    <a:pt x="8270930" y="1340237"/>
                  </a:lnTo>
                  <a:lnTo>
                    <a:pt x="8229629" y="1297930"/>
                  </a:lnTo>
                  <a:lnTo>
                    <a:pt x="8178495" y="1250955"/>
                  </a:lnTo>
                  <a:lnTo>
                    <a:pt x="8124989" y="1207998"/>
                  </a:lnTo>
                  <a:lnTo>
                    <a:pt x="8068455" y="1168922"/>
                  </a:lnTo>
                  <a:lnTo>
                    <a:pt x="8008175" y="1133458"/>
                  </a:lnTo>
                  <a:lnTo>
                    <a:pt x="7943404" y="1101281"/>
                  </a:lnTo>
                  <a:lnTo>
                    <a:pt x="7873409" y="1072057"/>
                  </a:lnTo>
                  <a:lnTo>
                    <a:pt x="7797515" y="1045467"/>
                  </a:lnTo>
                  <a:lnTo>
                    <a:pt x="7715172" y="1021231"/>
                  </a:lnTo>
                  <a:lnTo>
                    <a:pt x="7626032" y="999115"/>
                  </a:lnTo>
                  <a:lnTo>
                    <a:pt x="7530062" y="978934"/>
                  </a:lnTo>
                  <a:lnTo>
                    <a:pt x="7427670" y="960562"/>
                  </a:lnTo>
                  <a:lnTo>
                    <a:pt x="7319840" y="943924"/>
                  </a:lnTo>
                  <a:lnTo>
                    <a:pt x="7208258" y="928993"/>
                  </a:lnTo>
                  <a:lnTo>
                    <a:pt x="7095374" y="915784"/>
                  </a:lnTo>
                  <a:lnTo>
                    <a:pt x="6984367" y="904329"/>
                  </a:lnTo>
                  <a:lnTo>
                    <a:pt x="6878954" y="894663"/>
                  </a:lnTo>
                  <a:lnTo>
                    <a:pt x="6783027" y="886792"/>
                  </a:lnTo>
                  <a:lnTo>
                    <a:pt x="6700154" y="880669"/>
                  </a:lnTo>
                  <a:lnTo>
                    <a:pt x="6633020" y="876179"/>
                  </a:lnTo>
                  <a:lnTo>
                    <a:pt x="6582950" y="873135"/>
                  </a:lnTo>
                  <a:lnTo>
                    <a:pt x="6549620" y="871287"/>
                  </a:lnTo>
                  <a:lnTo>
                    <a:pt x="6531015" y="870343"/>
                  </a:lnTo>
                  <a:lnTo>
                    <a:pt x="6523572" y="869996"/>
                  </a:lnTo>
                  <a:lnTo>
                    <a:pt x="6522386" y="869945"/>
                  </a:lnTo>
                  <a:lnTo>
                    <a:pt x="6522385" y="869945"/>
                  </a:lnTo>
                  <a:lnTo>
                    <a:pt x="5527445" y="869945"/>
                  </a:lnTo>
                  <a:lnTo>
                    <a:pt x="5526315" y="869928"/>
                  </a:lnTo>
                  <a:lnTo>
                    <a:pt x="5518854" y="869811"/>
                  </a:lnTo>
                  <a:lnTo>
                    <a:pt x="5499945" y="869485"/>
                  </a:lnTo>
                  <a:lnTo>
                    <a:pt x="5465884" y="868844"/>
                  </a:lnTo>
                  <a:lnTo>
                    <a:pt x="5414602" y="867785"/>
                  </a:lnTo>
                  <a:lnTo>
                    <a:pt x="5345816" y="866220"/>
                  </a:lnTo>
                  <a:lnTo>
                    <a:pt x="5260975" y="864084"/>
                  </a:lnTo>
                  <a:lnTo>
                    <a:pt x="5162943" y="861337"/>
                  </a:lnTo>
                  <a:lnTo>
                    <a:pt x="5055473" y="857966"/>
                  </a:lnTo>
                  <a:lnTo>
                    <a:pt x="4942621" y="853973"/>
                  </a:lnTo>
                  <a:lnTo>
                    <a:pt x="4828213" y="849371"/>
                  </a:lnTo>
                  <a:lnTo>
                    <a:pt x="4715481" y="844171"/>
                  </a:lnTo>
                  <a:lnTo>
                    <a:pt x="4606875" y="838376"/>
                  </a:lnTo>
                  <a:lnTo>
                    <a:pt x="4504042" y="831975"/>
                  </a:lnTo>
                  <a:lnTo>
                    <a:pt x="4407908" y="824939"/>
                  </a:lnTo>
                  <a:lnTo>
                    <a:pt x="4318812" y="817220"/>
                  </a:lnTo>
                  <a:lnTo>
                    <a:pt x="4236650" y="808749"/>
                  </a:lnTo>
                  <a:lnTo>
                    <a:pt x="4161015" y="799440"/>
                  </a:lnTo>
                  <a:lnTo>
                    <a:pt x="4091299" y="789192"/>
                  </a:lnTo>
                  <a:lnTo>
                    <a:pt x="4026782" y="777891"/>
                  </a:lnTo>
                  <a:lnTo>
                    <a:pt x="3966694" y="765417"/>
                  </a:lnTo>
                  <a:lnTo>
                    <a:pt x="3910263" y="751660"/>
                  </a:lnTo>
                  <a:lnTo>
                    <a:pt x="3856753" y="736534"/>
                  </a:lnTo>
                  <a:lnTo>
                    <a:pt x="3820202" y="724954"/>
                  </a:lnTo>
                  <a:lnTo>
                    <a:pt x="3762053" y="704388"/>
                  </a:lnTo>
                  <a:lnTo>
                    <a:pt x="3705652" y="681872"/>
                  </a:lnTo>
                  <a:lnTo>
                    <a:pt x="3650385" y="657375"/>
                  </a:lnTo>
                  <a:lnTo>
                    <a:pt x="3595790" y="630918"/>
                  </a:lnTo>
                  <a:lnTo>
                    <a:pt x="3541533" y="602589"/>
                  </a:lnTo>
                  <a:lnTo>
                    <a:pt x="3487385" y="572544"/>
                  </a:lnTo>
                  <a:lnTo>
                    <a:pt x="3433207" y="541006"/>
                  </a:lnTo>
                  <a:lnTo>
                    <a:pt x="3378934" y="508262"/>
                  </a:lnTo>
                  <a:lnTo>
                    <a:pt x="3324560" y="474657"/>
                  </a:lnTo>
                  <a:lnTo>
                    <a:pt x="3270118" y="440576"/>
                  </a:lnTo>
                  <a:lnTo>
                    <a:pt x="3215666" y="406426"/>
                  </a:lnTo>
                  <a:lnTo>
                    <a:pt x="3161264" y="372621"/>
                  </a:lnTo>
                  <a:lnTo>
                    <a:pt x="3106956" y="339555"/>
                  </a:lnTo>
                  <a:lnTo>
                    <a:pt x="3052752" y="307587"/>
                  </a:lnTo>
                  <a:lnTo>
                    <a:pt x="2998605" y="277024"/>
                  </a:lnTo>
                  <a:lnTo>
                    <a:pt x="2944405" y="248112"/>
                  </a:lnTo>
                  <a:lnTo>
                    <a:pt x="2889952" y="221029"/>
                  </a:lnTo>
                  <a:lnTo>
                    <a:pt x="2834949" y="195884"/>
                  </a:lnTo>
                  <a:lnTo>
                    <a:pt x="2778979" y="172719"/>
                  </a:lnTo>
                  <a:lnTo>
                    <a:pt x="2721482" y="151521"/>
                  </a:lnTo>
                  <a:lnTo>
                    <a:pt x="2702183" y="144990"/>
                  </a:lnTo>
                  <a:lnTo>
                    <a:pt x="2650343" y="128870"/>
                  </a:lnTo>
                  <a:lnTo>
                    <a:pt x="2596056" y="114149"/>
                  </a:lnTo>
                  <a:lnTo>
                    <a:pt x="2538640" y="100775"/>
                  </a:lnTo>
                  <a:lnTo>
                    <a:pt x="2477345" y="88654"/>
                  </a:lnTo>
                  <a:lnTo>
                    <a:pt x="2411396" y="77671"/>
                  </a:lnTo>
                  <a:lnTo>
                    <a:pt x="2340030" y="67707"/>
                  </a:lnTo>
                  <a:lnTo>
                    <a:pt x="2262554" y="58652"/>
                  </a:lnTo>
                  <a:lnTo>
                    <a:pt x="2178408" y="50407"/>
                  </a:lnTo>
                  <a:lnTo>
                    <a:pt x="2087260" y="42892"/>
                  </a:lnTo>
                  <a:lnTo>
                    <a:pt x="1989122" y="36045"/>
                  </a:lnTo>
                  <a:lnTo>
                    <a:pt x="1884486" y="29823"/>
                  </a:lnTo>
                  <a:lnTo>
                    <a:pt x="1774476" y="24201"/>
                  </a:lnTo>
                  <a:lnTo>
                    <a:pt x="1660968" y="19174"/>
                  </a:lnTo>
                  <a:lnTo>
                    <a:pt x="1546648" y="14747"/>
                  </a:lnTo>
                  <a:lnTo>
                    <a:pt x="1434947" y="10934"/>
                  </a:lnTo>
                  <a:lnTo>
                    <a:pt x="1329804" y="7745"/>
                  </a:lnTo>
                  <a:lnTo>
                    <a:pt x="1235246" y="5178"/>
                  </a:lnTo>
                  <a:lnTo>
                    <a:pt x="1154831" y="3213"/>
                  </a:lnTo>
                  <a:lnTo>
                    <a:pt x="1091055" y="1803"/>
                  </a:lnTo>
                  <a:lnTo>
                    <a:pt x="1044886" y="875"/>
                  </a:lnTo>
                  <a:lnTo>
                    <a:pt x="1015518" y="337"/>
                  </a:lnTo>
                  <a:lnTo>
                    <a:pt x="1000385" y="83"/>
                  </a:lnTo>
                  <a:lnTo>
                    <a:pt x="995349" y="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" name="pg110"/>
            <p:cNvSpPr/>
            <p:nvPr/>
          </p:nvSpPr>
          <p:spPr>
            <a:xfrm>
              <a:off x="1199187" y="2096089"/>
              <a:ext cx="12049831" cy="4360207"/>
            </a:xfrm>
            <a:custGeom>
              <a:avLst/>
              <a:pathLst>
                <a:path w="12049831" h="4360207">
                  <a:moveTo>
                    <a:pt x="0" y="5240"/>
                  </a:moveTo>
                  <a:lnTo>
                    <a:pt x="994940" y="5240"/>
                  </a:lnTo>
                  <a:lnTo>
                    <a:pt x="996069" y="5258"/>
                  </a:lnTo>
                  <a:lnTo>
                    <a:pt x="1003525" y="5383"/>
                  </a:lnTo>
                  <a:lnTo>
                    <a:pt x="1022421" y="5730"/>
                  </a:lnTo>
                  <a:lnTo>
                    <a:pt x="1056459" y="6413"/>
                  </a:lnTo>
                  <a:lnTo>
                    <a:pt x="1107710" y="7541"/>
                  </a:lnTo>
                  <a:lnTo>
                    <a:pt x="1176456" y="9209"/>
                  </a:lnTo>
                  <a:lnTo>
                    <a:pt x="1261252" y="11485"/>
                  </a:lnTo>
                  <a:lnTo>
                    <a:pt x="1359240" y="14412"/>
                  </a:lnTo>
                  <a:lnTo>
                    <a:pt x="1466668" y="18004"/>
                  </a:lnTo>
                  <a:lnTo>
                    <a:pt x="1579484" y="22259"/>
                  </a:lnTo>
                  <a:lnTo>
                    <a:pt x="1693865" y="27163"/>
                  </a:lnTo>
                  <a:lnTo>
                    <a:pt x="1806578" y="32705"/>
                  </a:lnTo>
                  <a:lnTo>
                    <a:pt x="1915173" y="38880"/>
                  </a:lnTo>
                  <a:lnTo>
                    <a:pt x="2018002" y="45701"/>
                  </a:lnTo>
                  <a:lnTo>
                    <a:pt x="2114137" y="53199"/>
                  </a:lnTo>
                  <a:lnTo>
                    <a:pt x="2203238" y="61425"/>
                  </a:lnTo>
                  <a:lnTo>
                    <a:pt x="2285406" y="70452"/>
                  </a:lnTo>
                  <a:lnTo>
                    <a:pt x="2361050" y="80371"/>
                  </a:lnTo>
                  <a:lnTo>
                    <a:pt x="2430774" y="91290"/>
                  </a:lnTo>
                  <a:lnTo>
                    <a:pt x="2495298" y="103332"/>
                  </a:lnTo>
                  <a:lnTo>
                    <a:pt x="2555392" y="116623"/>
                  </a:lnTo>
                  <a:lnTo>
                    <a:pt x="2611827" y="131280"/>
                  </a:lnTo>
                  <a:lnTo>
                    <a:pt x="2665338" y="147396"/>
                  </a:lnTo>
                  <a:lnTo>
                    <a:pt x="2702183" y="159839"/>
                  </a:lnTo>
                  <a:lnTo>
                    <a:pt x="2759925" y="181604"/>
                  </a:lnTo>
                  <a:lnTo>
                    <a:pt x="2815938" y="205418"/>
                  </a:lnTo>
                  <a:lnTo>
                    <a:pt x="2870827" y="231315"/>
                  </a:lnTo>
                  <a:lnTo>
                    <a:pt x="2925044" y="259273"/>
                  </a:lnTo>
                  <a:lnTo>
                    <a:pt x="2978921" y="289202"/>
                  </a:lnTo>
                  <a:lnTo>
                    <a:pt x="3032684" y="320943"/>
                  </a:lnTo>
                  <a:lnTo>
                    <a:pt x="3086472" y="354265"/>
                  </a:lnTo>
                  <a:lnTo>
                    <a:pt x="3140352" y="388870"/>
                  </a:lnTo>
                  <a:lnTo>
                    <a:pt x="3194334" y="424403"/>
                  </a:lnTo>
                  <a:lnTo>
                    <a:pt x="3248385" y="460463"/>
                  </a:lnTo>
                  <a:lnTo>
                    <a:pt x="3302450" y="496626"/>
                  </a:lnTo>
                  <a:lnTo>
                    <a:pt x="3356470" y="532461"/>
                  </a:lnTo>
                  <a:lnTo>
                    <a:pt x="3410400" y="567553"/>
                  </a:lnTo>
                  <a:lnTo>
                    <a:pt x="3464227" y="601523"/>
                  </a:lnTo>
                  <a:lnTo>
                    <a:pt x="3517989" y="634046"/>
                  </a:lnTo>
                  <a:lnTo>
                    <a:pt x="3571790" y="664858"/>
                  </a:lnTo>
                  <a:lnTo>
                    <a:pt x="3625811" y="693765"/>
                  </a:lnTo>
                  <a:lnTo>
                    <a:pt x="3680334" y="720645"/>
                  </a:lnTo>
                  <a:lnTo>
                    <a:pt x="3735749" y="745445"/>
                  </a:lnTo>
                  <a:lnTo>
                    <a:pt x="3792586" y="768173"/>
                  </a:lnTo>
                  <a:lnTo>
                    <a:pt x="3820202" y="778234"/>
                  </a:lnTo>
                  <a:lnTo>
                    <a:pt x="3872029" y="795418"/>
                  </a:lnTo>
                  <a:lnTo>
                    <a:pt x="3926302" y="811112"/>
                  </a:lnTo>
                  <a:lnTo>
                    <a:pt x="3983702" y="825369"/>
                  </a:lnTo>
                  <a:lnTo>
                    <a:pt x="4044978" y="838291"/>
                  </a:lnTo>
                  <a:lnTo>
                    <a:pt x="4110905" y="850001"/>
                  </a:lnTo>
                  <a:lnTo>
                    <a:pt x="4182246" y="860624"/>
                  </a:lnTo>
                  <a:lnTo>
                    <a:pt x="4259693" y="870278"/>
                  </a:lnTo>
                  <a:lnTo>
                    <a:pt x="4343805" y="879068"/>
                  </a:lnTo>
                  <a:lnTo>
                    <a:pt x="4434916" y="887080"/>
                  </a:lnTo>
                  <a:lnTo>
                    <a:pt x="4533015" y="894381"/>
                  </a:lnTo>
                  <a:lnTo>
                    <a:pt x="4637609" y="901016"/>
                  </a:lnTo>
                  <a:lnTo>
                    <a:pt x="4747579" y="907010"/>
                  </a:lnTo>
                  <a:lnTo>
                    <a:pt x="4861052" y="912371"/>
                  </a:lnTo>
                  <a:lnTo>
                    <a:pt x="4975347" y="917092"/>
                  </a:lnTo>
                  <a:lnTo>
                    <a:pt x="5087037" y="921159"/>
                  </a:lnTo>
                  <a:lnTo>
                    <a:pt x="5192187" y="924562"/>
                  </a:lnTo>
                  <a:lnTo>
                    <a:pt x="5286772" y="927300"/>
                  </a:lnTo>
                  <a:lnTo>
                    <a:pt x="5367235" y="929398"/>
                  </a:lnTo>
                  <a:lnTo>
                    <a:pt x="5431074" y="930904"/>
                  </a:lnTo>
                  <a:lnTo>
                    <a:pt x="5477315" y="931895"/>
                  </a:lnTo>
                  <a:lnTo>
                    <a:pt x="5506755" y="932471"/>
                  </a:lnTo>
                  <a:lnTo>
                    <a:pt x="5521950" y="932743"/>
                  </a:lnTo>
                  <a:lnTo>
                    <a:pt x="5527026" y="932826"/>
                  </a:lnTo>
                  <a:lnTo>
                    <a:pt x="5527445" y="932832"/>
                  </a:lnTo>
                  <a:lnTo>
                    <a:pt x="6522385" y="932832"/>
                  </a:lnTo>
                  <a:lnTo>
                    <a:pt x="6523436" y="932893"/>
                  </a:lnTo>
                  <a:lnTo>
                    <a:pt x="6530382" y="933323"/>
                  </a:lnTo>
                  <a:lnTo>
                    <a:pt x="6548021" y="934512"/>
                  </a:lnTo>
                  <a:lnTo>
                    <a:pt x="6579879" y="936855"/>
                  </a:lnTo>
                  <a:lnTo>
                    <a:pt x="6628015" y="940731"/>
                  </a:lnTo>
                  <a:lnTo>
                    <a:pt x="6692876" y="946468"/>
                  </a:lnTo>
                  <a:lnTo>
                    <a:pt x="6773319" y="954318"/>
                  </a:lnTo>
                  <a:lnTo>
                    <a:pt x="6866862" y="964437"/>
                  </a:lnTo>
                  <a:lnTo>
                    <a:pt x="6970127" y="976895"/>
                  </a:lnTo>
                  <a:lnTo>
                    <a:pt x="7079359" y="991691"/>
                  </a:lnTo>
                  <a:lnTo>
                    <a:pt x="7190918" y="1008783"/>
                  </a:lnTo>
                  <a:lnTo>
                    <a:pt x="7301636" y="1028127"/>
                  </a:lnTo>
                  <a:lnTo>
                    <a:pt x="7409028" y="1049700"/>
                  </a:lnTo>
                  <a:lnTo>
                    <a:pt x="7511340" y="1073525"/>
                  </a:lnTo>
                  <a:lnTo>
                    <a:pt x="7607506" y="1099685"/>
                  </a:lnTo>
                  <a:lnTo>
                    <a:pt x="7697034" y="1128333"/>
                  </a:lnTo>
                  <a:lnTo>
                    <a:pt x="7779881" y="1159690"/>
                  </a:lnTo>
                  <a:lnTo>
                    <a:pt x="7856325" y="1194046"/>
                  </a:lnTo>
                  <a:lnTo>
                    <a:pt x="7926865" y="1231749"/>
                  </a:lnTo>
                  <a:lnTo>
                    <a:pt x="7992128" y="1273201"/>
                  </a:lnTo>
                  <a:lnTo>
                    <a:pt x="8052816" y="1318830"/>
                  </a:lnTo>
                  <a:lnTo>
                    <a:pt x="8109648" y="1369065"/>
                  </a:lnTo>
                  <a:lnTo>
                    <a:pt x="8163331" y="1424278"/>
                  </a:lnTo>
                  <a:lnTo>
                    <a:pt x="8214518" y="1484708"/>
                  </a:lnTo>
                  <a:lnTo>
                    <a:pt x="8229629" y="1504061"/>
                  </a:lnTo>
                  <a:lnTo>
                    <a:pt x="8270760" y="1560285"/>
                  </a:lnTo>
                  <a:lnTo>
                    <a:pt x="8310923" y="1620277"/>
                  </a:lnTo>
                  <a:lnTo>
                    <a:pt x="8350357" y="1684115"/>
                  </a:lnTo>
                  <a:lnTo>
                    <a:pt x="8389263" y="1751826"/>
                  </a:lnTo>
                  <a:lnTo>
                    <a:pt x="8427801" y="1823380"/>
                  </a:lnTo>
                  <a:lnTo>
                    <a:pt x="8466101" y="1898688"/>
                  </a:lnTo>
                  <a:lnTo>
                    <a:pt x="8504266" y="1977599"/>
                  </a:lnTo>
                  <a:lnTo>
                    <a:pt x="8542371" y="2059890"/>
                  </a:lnTo>
                  <a:lnTo>
                    <a:pt x="8580472" y="2145277"/>
                  </a:lnTo>
                  <a:lnTo>
                    <a:pt x="8618604" y="2233409"/>
                  </a:lnTo>
                  <a:lnTo>
                    <a:pt x="8656785" y="2323872"/>
                  </a:lnTo>
                  <a:lnTo>
                    <a:pt x="8695018" y="2416204"/>
                  </a:lnTo>
                  <a:lnTo>
                    <a:pt x="8733297" y="2509893"/>
                  </a:lnTo>
                  <a:lnTo>
                    <a:pt x="8771606" y="2604398"/>
                  </a:lnTo>
                  <a:lnTo>
                    <a:pt x="8809925" y="2699156"/>
                  </a:lnTo>
                  <a:lnTo>
                    <a:pt x="8848231" y="2793598"/>
                  </a:lnTo>
                  <a:lnTo>
                    <a:pt x="8886506" y="2887163"/>
                  </a:lnTo>
                  <a:lnTo>
                    <a:pt x="8924734" y="2979312"/>
                  </a:lnTo>
                  <a:lnTo>
                    <a:pt x="8962908" y="3069539"/>
                  </a:lnTo>
                  <a:lnTo>
                    <a:pt x="9001036" y="3157384"/>
                  </a:lnTo>
                  <a:lnTo>
                    <a:pt x="9039135" y="3242444"/>
                  </a:lnTo>
                  <a:lnTo>
                    <a:pt x="9077244" y="3324373"/>
                  </a:lnTo>
                  <a:lnTo>
                    <a:pt x="9115419" y="3402893"/>
                  </a:lnTo>
                  <a:lnTo>
                    <a:pt x="9153741" y="3477791"/>
                  </a:lnTo>
                  <a:lnTo>
                    <a:pt x="9192312" y="3548922"/>
                  </a:lnTo>
                  <a:lnTo>
                    <a:pt x="9231268" y="3616203"/>
                  </a:lnTo>
                  <a:lnTo>
                    <a:pt x="9270773" y="3679611"/>
                  </a:lnTo>
                  <a:lnTo>
                    <a:pt x="9311030" y="3739181"/>
                  </a:lnTo>
                  <a:lnTo>
                    <a:pt x="9347647" y="3788978"/>
                  </a:lnTo>
                  <a:lnTo>
                    <a:pt x="9398195" y="3851001"/>
                  </a:lnTo>
                  <a:lnTo>
                    <a:pt x="9451056" y="3907779"/>
                  </a:lnTo>
                  <a:lnTo>
                    <a:pt x="9506861" y="3959488"/>
                  </a:lnTo>
                  <a:lnTo>
                    <a:pt x="9566303" y="4006469"/>
                  </a:lnTo>
                  <a:lnTo>
                    <a:pt x="9630104" y="4049141"/>
                  </a:lnTo>
                  <a:lnTo>
                    <a:pt x="9698974" y="4087937"/>
                  </a:lnTo>
                  <a:lnTo>
                    <a:pt x="9773568" y="4123267"/>
                  </a:lnTo>
                  <a:lnTo>
                    <a:pt x="9854433" y="4155500"/>
                  </a:lnTo>
                  <a:lnTo>
                    <a:pt x="9941924" y="4184943"/>
                  </a:lnTo>
                  <a:lnTo>
                    <a:pt x="10036106" y="4211838"/>
                  </a:lnTo>
                  <a:lnTo>
                    <a:pt x="10136639" y="4236359"/>
                  </a:lnTo>
                  <a:lnTo>
                    <a:pt x="10242644" y="4258609"/>
                  </a:lnTo>
                  <a:lnTo>
                    <a:pt x="10352583" y="4278629"/>
                  </a:lnTo>
                  <a:lnTo>
                    <a:pt x="10464192" y="4296408"/>
                  </a:lnTo>
                  <a:lnTo>
                    <a:pt x="10574498" y="4311905"/>
                  </a:lnTo>
                  <a:lnTo>
                    <a:pt x="10679972" y="4325074"/>
                  </a:lnTo>
                  <a:lnTo>
                    <a:pt x="10776846" y="4335899"/>
                  </a:lnTo>
                  <a:lnTo>
                    <a:pt x="10861572" y="4344424"/>
                  </a:lnTo>
                  <a:lnTo>
                    <a:pt x="10931345" y="4350780"/>
                  </a:lnTo>
                  <a:lnTo>
                    <a:pt x="10984579" y="4355188"/>
                  </a:lnTo>
                  <a:lnTo>
                    <a:pt x="11021226" y="4357958"/>
                  </a:lnTo>
                  <a:lnTo>
                    <a:pt x="11042865" y="4359454"/>
                  </a:lnTo>
                  <a:lnTo>
                    <a:pt x="11052601" y="4360073"/>
                  </a:lnTo>
                  <a:lnTo>
                    <a:pt x="11054891" y="4360207"/>
                  </a:lnTo>
                  <a:lnTo>
                    <a:pt x="12049831" y="4360207"/>
                  </a:lnTo>
                  <a:lnTo>
                    <a:pt x="12049831" y="4354966"/>
                  </a:lnTo>
                  <a:lnTo>
                    <a:pt x="11054891" y="4354966"/>
                  </a:lnTo>
                  <a:lnTo>
                    <a:pt x="11053840" y="4354906"/>
                  </a:lnTo>
                  <a:lnTo>
                    <a:pt x="11046894" y="4354476"/>
                  </a:lnTo>
                  <a:lnTo>
                    <a:pt x="11029255" y="4353287"/>
                  </a:lnTo>
                  <a:lnTo>
                    <a:pt x="10997397" y="4350944"/>
                  </a:lnTo>
                  <a:lnTo>
                    <a:pt x="10949261" y="4347068"/>
                  </a:lnTo>
                  <a:lnTo>
                    <a:pt x="10884400" y="4341331"/>
                  </a:lnTo>
                  <a:lnTo>
                    <a:pt x="10803958" y="4333481"/>
                  </a:lnTo>
                  <a:lnTo>
                    <a:pt x="10710415" y="4323362"/>
                  </a:lnTo>
                  <a:lnTo>
                    <a:pt x="10607150" y="4310904"/>
                  </a:lnTo>
                  <a:lnTo>
                    <a:pt x="10497917" y="4296108"/>
                  </a:lnTo>
                  <a:lnTo>
                    <a:pt x="10386359" y="4279015"/>
                  </a:lnTo>
                  <a:lnTo>
                    <a:pt x="10275640" y="4259671"/>
                  </a:lnTo>
                  <a:lnTo>
                    <a:pt x="10168249" y="4238099"/>
                  </a:lnTo>
                  <a:lnTo>
                    <a:pt x="10065936" y="4214274"/>
                  </a:lnTo>
                  <a:lnTo>
                    <a:pt x="9969771" y="4188114"/>
                  </a:lnTo>
                  <a:lnTo>
                    <a:pt x="9880243" y="4159466"/>
                  </a:lnTo>
                  <a:lnTo>
                    <a:pt x="9797396" y="4128108"/>
                  </a:lnTo>
                  <a:lnTo>
                    <a:pt x="9720951" y="4093753"/>
                  </a:lnTo>
                  <a:lnTo>
                    <a:pt x="9650412" y="4056049"/>
                  </a:lnTo>
                  <a:lnTo>
                    <a:pt x="9585148" y="4014598"/>
                  </a:lnTo>
                  <a:lnTo>
                    <a:pt x="9524461" y="3968968"/>
                  </a:lnTo>
                  <a:lnTo>
                    <a:pt x="9467628" y="3918734"/>
                  </a:lnTo>
                  <a:lnTo>
                    <a:pt x="9413946" y="3863521"/>
                  </a:lnTo>
                  <a:lnTo>
                    <a:pt x="9362758" y="3803091"/>
                  </a:lnTo>
                  <a:lnTo>
                    <a:pt x="9347647" y="3783737"/>
                  </a:lnTo>
                  <a:lnTo>
                    <a:pt x="9306516" y="3727514"/>
                  </a:lnTo>
                  <a:lnTo>
                    <a:pt x="9266354" y="3667521"/>
                  </a:lnTo>
                  <a:lnTo>
                    <a:pt x="9226919" y="3603683"/>
                  </a:lnTo>
                  <a:lnTo>
                    <a:pt x="9188014" y="3535973"/>
                  </a:lnTo>
                  <a:lnTo>
                    <a:pt x="9149476" y="3464419"/>
                  </a:lnTo>
                  <a:lnTo>
                    <a:pt x="9111175" y="3389110"/>
                  </a:lnTo>
                  <a:lnTo>
                    <a:pt x="9073011" y="3310200"/>
                  </a:lnTo>
                  <a:lnTo>
                    <a:pt x="9034906" y="3227908"/>
                  </a:lnTo>
                  <a:lnTo>
                    <a:pt x="8996804" y="3142521"/>
                  </a:lnTo>
                  <a:lnTo>
                    <a:pt x="8958673" y="3054390"/>
                  </a:lnTo>
                  <a:lnTo>
                    <a:pt x="8920492" y="2963926"/>
                  </a:lnTo>
                  <a:lnTo>
                    <a:pt x="8882258" y="2871595"/>
                  </a:lnTo>
                  <a:lnTo>
                    <a:pt x="8843980" y="2777906"/>
                  </a:lnTo>
                  <a:lnTo>
                    <a:pt x="8805671" y="2683400"/>
                  </a:lnTo>
                  <a:lnTo>
                    <a:pt x="8767352" y="2588642"/>
                  </a:lnTo>
                  <a:lnTo>
                    <a:pt x="8729045" y="2494200"/>
                  </a:lnTo>
                  <a:lnTo>
                    <a:pt x="8690771" y="2400635"/>
                  </a:lnTo>
                  <a:lnTo>
                    <a:pt x="8652543" y="2308487"/>
                  </a:lnTo>
                  <a:lnTo>
                    <a:pt x="8614368" y="2218260"/>
                  </a:lnTo>
                  <a:lnTo>
                    <a:pt x="8576241" y="2130414"/>
                  </a:lnTo>
                  <a:lnTo>
                    <a:pt x="8538141" y="2045355"/>
                  </a:lnTo>
                  <a:lnTo>
                    <a:pt x="8500032" y="1963425"/>
                  </a:lnTo>
                  <a:lnTo>
                    <a:pt x="8461857" y="1884906"/>
                  </a:lnTo>
                  <a:lnTo>
                    <a:pt x="8423536" y="1810007"/>
                  </a:lnTo>
                  <a:lnTo>
                    <a:pt x="8384964" y="1738877"/>
                  </a:lnTo>
                  <a:lnTo>
                    <a:pt x="8346009" y="1671596"/>
                  </a:lnTo>
                  <a:lnTo>
                    <a:pt x="8306503" y="1608187"/>
                  </a:lnTo>
                  <a:lnTo>
                    <a:pt x="8266246" y="1548618"/>
                  </a:lnTo>
                  <a:lnTo>
                    <a:pt x="8229629" y="1498821"/>
                  </a:lnTo>
                  <a:lnTo>
                    <a:pt x="8179082" y="1436798"/>
                  </a:lnTo>
                  <a:lnTo>
                    <a:pt x="8126221" y="1380019"/>
                  </a:lnTo>
                  <a:lnTo>
                    <a:pt x="8070416" y="1328311"/>
                  </a:lnTo>
                  <a:lnTo>
                    <a:pt x="8010973" y="1281330"/>
                  </a:lnTo>
                  <a:lnTo>
                    <a:pt x="7947172" y="1238658"/>
                  </a:lnTo>
                  <a:lnTo>
                    <a:pt x="7878303" y="1199862"/>
                  </a:lnTo>
                  <a:lnTo>
                    <a:pt x="7803708" y="1164531"/>
                  </a:lnTo>
                  <a:lnTo>
                    <a:pt x="7722843" y="1132299"/>
                  </a:lnTo>
                  <a:lnTo>
                    <a:pt x="7635353" y="1102856"/>
                  </a:lnTo>
                  <a:lnTo>
                    <a:pt x="7541170" y="1075961"/>
                  </a:lnTo>
                  <a:lnTo>
                    <a:pt x="7440637" y="1051440"/>
                  </a:lnTo>
                  <a:lnTo>
                    <a:pt x="7334633" y="1029190"/>
                  </a:lnTo>
                  <a:lnTo>
                    <a:pt x="7224694" y="1009170"/>
                  </a:lnTo>
                  <a:lnTo>
                    <a:pt x="7113084" y="991390"/>
                  </a:lnTo>
                  <a:lnTo>
                    <a:pt x="7002778" y="975893"/>
                  </a:lnTo>
                  <a:lnTo>
                    <a:pt x="6897305" y="962724"/>
                  </a:lnTo>
                  <a:lnTo>
                    <a:pt x="6800430" y="951900"/>
                  </a:lnTo>
                  <a:lnTo>
                    <a:pt x="6715704" y="943374"/>
                  </a:lnTo>
                  <a:lnTo>
                    <a:pt x="6645932" y="937019"/>
                  </a:lnTo>
                  <a:lnTo>
                    <a:pt x="6592698" y="932611"/>
                  </a:lnTo>
                  <a:lnTo>
                    <a:pt x="6556051" y="929841"/>
                  </a:lnTo>
                  <a:lnTo>
                    <a:pt x="6534411" y="928344"/>
                  </a:lnTo>
                  <a:lnTo>
                    <a:pt x="6524676" y="927726"/>
                  </a:lnTo>
                  <a:lnTo>
                    <a:pt x="6522385" y="927592"/>
                  </a:lnTo>
                  <a:lnTo>
                    <a:pt x="5527445" y="927592"/>
                  </a:lnTo>
                  <a:lnTo>
                    <a:pt x="5526316" y="927574"/>
                  </a:lnTo>
                  <a:lnTo>
                    <a:pt x="5518860" y="927449"/>
                  </a:lnTo>
                  <a:lnTo>
                    <a:pt x="5499964" y="927102"/>
                  </a:lnTo>
                  <a:lnTo>
                    <a:pt x="5465926" y="926419"/>
                  </a:lnTo>
                  <a:lnTo>
                    <a:pt x="5414675" y="925291"/>
                  </a:lnTo>
                  <a:lnTo>
                    <a:pt x="5345929" y="923623"/>
                  </a:lnTo>
                  <a:lnTo>
                    <a:pt x="5261133" y="921347"/>
                  </a:lnTo>
                  <a:lnTo>
                    <a:pt x="5163145" y="918420"/>
                  </a:lnTo>
                  <a:lnTo>
                    <a:pt x="5055717" y="914828"/>
                  </a:lnTo>
                  <a:lnTo>
                    <a:pt x="4942901" y="910573"/>
                  </a:lnTo>
                  <a:lnTo>
                    <a:pt x="4828520" y="905669"/>
                  </a:lnTo>
                  <a:lnTo>
                    <a:pt x="4715807" y="900127"/>
                  </a:lnTo>
                  <a:lnTo>
                    <a:pt x="4607212" y="893952"/>
                  </a:lnTo>
                  <a:lnTo>
                    <a:pt x="4504383" y="887131"/>
                  </a:lnTo>
                  <a:lnTo>
                    <a:pt x="4408248" y="879633"/>
                  </a:lnTo>
                  <a:lnTo>
                    <a:pt x="4319147" y="871407"/>
                  </a:lnTo>
                  <a:lnTo>
                    <a:pt x="4236979" y="862380"/>
                  </a:lnTo>
                  <a:lnTo>
                    <a:pt x="4161335" y="852461"/>
                  </a:lnTo>
                  <a:lnTo>
                    <a:pt x="4091611" y="841542"/>
                  </a:lnTo>
                  <a:lnTo>
                    <a:pt x="4027087" y="829500"/>
                  </a:lnTo>
                  <a:lnTo>
                    <a:pt x="3966993" y="816209"/>
                  </a:lnTo>
                  <a:lnTo>
                    <a:pt x="3910558" y="801552"/>
                  </a:lnTo>
                  <a:lnTo>
                    <a:pt x="3857047" y="785436"/>
                  </a:lnTo>
                  <a:lnTo>
                    <a:pt x="3820202" y="772993"/>
                  </a:lnTo>
                  <a:lnTo>
                    <a:pt x="3762460" y="751228"/>
                  </a:lnTo>
                  <a:lnTo>
                    <a:pt x="3706447" y="727414"/>
                  </a:lnTo>
                  <a:lnTo>
                    <a:pt x="3651558" y="701516"/>
                  </a:lnTo>
                  <a:lnTo>
                    <a:pt x="3597341" y="673558"/>
                  </a:lnTo>
                  <a:lnTo>
                    <a:pt x="3543464" y="643629"/>
                  </a:lnTo>
                  <a:lnTo>
                    <a:pt x="3489701" y="611889"/>
                  </a:lnTo>
                  <a:lnTo>
                    <a:pt x="3435913" y="578567"/>
                  </a:lnTo>
                  <a:lnTo>
                    <a:pt x="3382033" y="543962"/>
                  </a:lnTo>
                  <a:lnTo>
                    <a:pt x="3328051" y="508429"/>
                  </a:lnTo>
                  <a:lnTo>
                    <a:pt x="3274000" y="472369"/>
                  </a:lnTo>
                  <a:lnTo>
                    <a:pt x="3219935" y="436206"/>
                  </a:lnTo>
                  <a:lnTo>
                    <a:pt x="3165915" y="400371"/>
                  </a:lnTo>
                  <a:lnTo>
                    <a:pt x="3111985" y="365279"/>
                  </a:lnTo>
                  <a:lnTo>
                    <a:pt x="3058158" y="331309"/>
                  </a:lnTo>
                  <a:lnTo>
                    <a:pt x="3004396" y="298786"/>
                  </a:lnTo>
                  <a:lnTo>
                    <a:pt x="2950595" y="267974"/>
                  </a:lnTo>
                  <a:lnTo>
                    <a:pt x="2896574" y="239067"/>
                  </a:lnTo>
                  <a:lnTo>
                    <a:pt x="2842051" y="212187"/>
                  </a:lnTo>
                  <a:lnTo>
                    <a:pt x="2786636" y="187387"/>
                  </a:lnTo>
                  <a:lnTo>
                    <a:pt x="2729799" y="164659"/>
                  </a:lnTo>
                  <a:lnTo>
                    <a:pt x="2702183" y="154598"/>
                  </a:lnTo>
                  <a:lnTo>
                    <a:pt x="2650356" y="137414"/>
                  </a:lnTo>
                  <a:lnTo>
                    <a:pt x="2596083" y="121720"/>
                  </a:lnTo>
                  <a:lnTo>
                    <a:pt x="2538683" y="107463"/>
                  </a:lnTo>
                  <a:lnTo>
                    <a:pt x="2477407" y="94541"/>
                  </a:lnTo>
                  <a:lnTo>
                    <a:pt x="2411480" y="82831"/>
                  </a:lnTo>
                  <a:lnTo>
                    <a:pt x="2340139" y="72208"/>
                  </a:lnTo>
                  <a:lnTo>
                    <a:pt x="2262692" y="62554"/>
                  </a:lnTo>
                  <a:lnTo>
                    <a:pt x="2178580" y="53764"/>
                  </a:lnTo>
                  <a:lnTo>
                    <a:pt x="2087469" y="45752"/>
                  </a:lnTo>
                  <a:lnTo>
                    <a:pt x="1989370" y="38451"/>
                  </a:lnTo>
                  <a:lnTo>
                    <a:pt x="1884776" y="31816"/>
                  </a:lnTo>
                  <a:lnTo>
                    <a:pt x="1774806" y="25822"/>
                  </a:lnTo>
                  <a:lnTo>
                    <a:pt x="1661333" y="20461"/>
                  </a:lnTo>
                  <a:lnTo>
                    <a:pt x="1547038" y="15740"/>
                  </a:lnTo>
                  <a:lnTo>
                    <a:pt x="1435348" y="11673"/>
                  </a:lnTo>
                  <a:lnTo>
                    <a:pt x="1330198" y="8270"/>
                  </a:lnTo>
                  <a:lnTo>
                    <a:pt x="1235613" y="5531"/>
                  </a:lnTo>
                  <a:lnTo>
                    <a:pt x="1155150" y="3434"/>
                  </a:lnTo>
                  <a:lnTo>
                    <a:pt x="1091311" y="1928"/>
                  </a:lnTo>
                  <a:lnTo>
                    <a:pt x="1045070" y="937"/>
                  </a:lnTo>
                  <a:lnTo>
                    <a:pt x="1015630" y="361"/>
                  </a:lnTo>
                  <a:lnTo>
                    <a:pt x="1000435" y="89"/>
                  </a:lnTo>
                  <a:lnTo>
                    <a:pt x="995359" y="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2" name="pl111"/>
            <p:cNvSpPr/>
            <p:nvPr/>
          </p:nvSpPr>
          <p:spPr>
            <a:xfrm>
              <a:off x="1199187" y="2101329"/>
              <a:ext cx="12049831" cy="4354966"/>
            </a:xfrm>
            <a:custGeom>
              <a:avLst/>
              <a:pathLst>
                <a:path w="12049831" h="4354966">
                  <a:moveTo>
                    <a:pt x="0" y="0"/>
                  </a:moveTo>
                  <a:lnTo>
                    <a:pt x="994940" y="0"/>
                  </a:lnTo>
                  <a:lnTo>
                    <a:pt x="996069" y="17"/>
                  </a:lnTo>
                  <a:lnTo>
                    <a:pt x="1003525" y="143"/>
                  </a:lnTo>
                  <a:lnTo>
                    <a:pt x="1022421" y="489"/>
                  </a:lnTo>
                  <a:lnTo>
                    <a:pt x="1056459" y="1172"/>
                  </a:lnTo>
                  <a:lnTo>
                    <a:pt x="1107710" y="2301"/>
                  </a:lnTo>
                  <a:lnTo>
                    <a:pt x="1176456" y="3968"/>
                  </a:lnTo>
                  <a:lnTo>
                    <a:pt x="1261252" y="6245"/>
                  </a:lnTo>
                  <a:lnTo>
                    <a:pt x="1359240" y="9171"/>
                  </a:lnTo>
                  <a:lnTo>
                    <a:pt x="1466668" y="12764"/>
                  </a:lnTo>
                  <a:lnTo>
                    <a:pt x="1579484" y="17018"/>
                  </a:lnTo>
                  <a:lnTo>
                    <a:pt x="1693865" y="21923"/>
                  </a:lnTo>
                  <a:lnTo>
                    <a:pt x="1806578" y="27464"/>
                  </a:lnTo>
                  <a:lnTo>
                    <a:pt x="1915173" y="33639"/>
                  </a:lnTo>
                  <a:lnTo>
                    <a:pt x="2018002" y="40461"/>
                  </a:lnTo>
                  <a:lnTo>
                    <a:pt x="2114137" y="47959"/>
                  </a:lnTo>
                  <a:lnTo>
                    <a:pt x="2203238" y="56185"/>
                  </a:lnTo>
                  <a:lnTo>
                    <a:pt x="2285406" y="65211"/>
                  </a:lnTo>
                  <a:lnTo>
                    <a:pt x="2361050" y="75130"/>
                  </a:lnTo>
                  <a:lnTo>
                    <a:pt x="2430774" y="86050"/>
                  </a:lnTo>
                  <a:lnTo>
                    <a:pt x="2495298" y="98092"/>
                  </a:lnTo>
                  <a:lnTo>
                    <a:pt x="2555392" y="111382"/>
                  </a:lnTo>
                  <a:lnTo>
                    <a:pt x="2611827" y="126040"/>
                  </a:lnTo>
                  <a:lnTo>
                    <a:pt x="2665338" y="142156"/>
                  </a:lnTo>
                  <a:lnTo>
                    <a:pt x="2702183" y="154598"/>
                  </a:lnTo>
                  <a:lnTo>
                    <a:pt x="2759925" y="176363"/>
                  </a:lnTo>
                  <a:lnTo>
                    <a:pt x="2815938" y="200177"/>
                  </a:lnTo>
                  <a:lnTo>
                    <a:pt x="2870827" y="226075"/>
                  </a:lnTo>
                  <a:lnTo>
                    <a:pt x="2925044" y="254033"/>
                  </a:lnTo>
                  <a:lnTo>
                    <a:pt x="2978921" y="283962"/>
                  </a:lnTo>
                  <a:lnTo>
                    <a:pt x="3032684" y="315702"/>
                  </a:lnTo>
                  <a:lnTo>
                    <a:pt x="3086472" y="349024"/>
                  </a:lnTo>
                  <a:lnTo>
                    <a:pt x="3140352" y="383629"/>
                  </a:lnTo>
                  <a:lnTo>
                    <a:pt x="3194334" y="419162"/>
                  </a:lnTo>
                  <a:lnTo>
                    <a:pt x="3248385" y="455223"/>
                  </a:lnTo>
                  <a:lnTo>
                    <a:pt x="3302450" y="491385"/>
                  </a:lnTo>
                  <a:lnTo>
                    <a:pt x="3356470" y="527220"/>
                  </a:lnTo>
                  <a:lnTo>
                    <a:pt x="3410400" y="562312"/>
                  </a:lnTo>
                  <a:lnTo>
                    <a:pt x="3464227" y="596283"/>
                  </a:lnTo>
                  <a:lnTo>
                    <a:pt x="3517989" y="628805"/>
                  </a:lnTo>
                  <a:lnTo>
                    <a:pt x="3571790" y="659617"/>
                  </a:lnTo>
                  <a:lnTo>
                    <a:pt x="3625811" y="688524"/>
                  </a:lnTo>
                  <a:lnTo>
                    <a:pt x="3680334" y="715405"/>
                  </a:lnTo>
                  <a:lnTo>
                    <a:pt x="3735749" y="740205"/>
                  </a:lnTo>
                  <a:lnTo>
                    <a:pt x="3792586" y="762933"/>
                  </a:lnTo>
                  <a:lnTo>
                    <a:pt x="3820202" y="772993"/>
                  </a:lnTo>
                  <a:lnTo>
                    <a:pt x="3872029" y="790177"/>
                  </a:lnTo>
                  <a:lnTo>
                    <a:pt x="3926302" y="805871"/>
                  </a:lnTo>
                  <a:lnTo>
                    <a:pt x="3983702" y="820129"/>
                  </a:lnTo>
                  <a:lnTo>
                    <a:pt x="4044978" y="833051"/>
                  </a:lnTo>
                  <a:lnTo>
                    <a:pt x="4110905" y="844760"/>
                  </a:lnTo>
                  <a:lnTo>
                    <a:pt x="4182246" y="855383"/>
                  </a:lnTo>
                  <a:lnTo>
                    <a:pt x="4259693" y="865037"/>
                  </a:lnTo>
                  <a:lnTo>
                    <a:pt x="4343805" y="873827"/>
                  </a:lnTo>
                  <a:lnTo>
                    <a:pt x="4434916" y="881840"/>
                  </a:lnTo>
                  <a:lnTo>
                    <a:pt x="4533015" y="889140"/>
                  </a:lnTo>
                  <a:lnTo>
                    <a:pt x="4637609" y="895775"/>
                  </a:lnTo>
                  <a:lnTo>
                    <a:pt x="4747579" y="901770"/>
                  </a:lnTo>
                  <a:lnTo>
                    <a:pt x="4861052" y="907131"/>
                  </a:lnTo>
                  <a:lnTo>
                    <a:pt x="4975347" y="911851"/>
                  </a:lnTo>
                  <a:lnTo>
                    <a:pt x="5087037" y="915919"/>
                  </a:lnTo>
                  <a:lnTo>
                    <a:pt x="5192187" y="919321"/>
                  </a:lnTo>
                  <a:lnTo>
                    <a:pt x="5286772" y="922060"/>
                  </a:lnTo>
                  <a:lnTo>
                    <a:pt x="5367235" y="924157"/>
                  </a:lnTo>
                  <a:lnTo>
                    <a:pt x="5431074" y="925663"/>
                  </a:lnTo>
                  <a:lnTo>
                    <a:pt x="5477315" y="926655"/>
                  </a:lnTo>
                  <a:lnTo>
                    <a:pt x="5506755" y="927230"/>
                  </a:lnTo>
                  <a:lnTo>
                    <a:pt x="5521950" y="927502"/>
                  </a:lnTo>
                  <a:lnTo>
                    <a:pt x="5527026" y="927585"/>
                  </a:lnTo>
                  <a:lnTo>
                    <a:pt x="5527445" y="927592"/>
                  </a:lnTo>
                  <a:lnTo>
                    <a:pt x="6522385" y="927592"/>
                  </a:lnTo>
                  <a:lnTo>
                    <a:pt x="6523436" y="927652"/>
                  </a:lnTo>
                  <a:lnTo>
                    <a:pt x="6530382" y="928082"/>
                  </a:lnTo>
                  <a:lnTo>
                    <a:pt x="6548021" y="929271"/>
                  </a:lnTo>
                  <a:lnTo>
                    <a:pt x="6579879" y="931614"/>
                  </a:lnTo>
                  <a:lnTo>
                    <a:pt x="6628015" y="935490"/>
                  </a:lnTo>
                  <a:lnTo>
                    <a:pt x="6692876" y="941227"/>
                  </a:lnTo>
                  <a:lnTo>
                    <a:pt x="6773319" y="949077"/>
                  </a:lnTo>
                  <a:lnTo>
                    <a:pt x="6866862" y="959196"/>
                  </a:lnTo>
                  <a:lnTo>
                    <a:pt x="6970127" y="971654"/>
                  </a:lnTo>
                  <a:lnTo>
                    <a:pt x="7079359" y="986450"/>
                  </a:lnTo>
                  <a:lnTo>
                    <a:pt x="7190918" y="1003543"/>
                  </a:lnTo>
                  <a:lnTo>
                    <a:pt x="7301636" y="1022887"/>
                  </a:lnTo>
                  <a:lnTo>
                    <a:pt x="7409028" y="1044459"/>
                  </a:lnTo>
                  <a:lnTo>
                    <a:pt x="7511340" y="1068284"/>
                  </a:lnTo>
                  <a:lnTo>
                    <a:pt x="7607506" y="1094444"/>
                  </a:lnTo>
                  <a:lnTo>
                    <a:pt x="7697034" y="1123092"/>
                  </a:lnTo>
                  <a:lnTo>
                    <a:pt x="7779881" y="1154450"/>
                  </a:lnTo>
                  <a:lnTo>
                    <a:pt x="7856325" y="1188805"/>
                  </a:lnTo>
                  <a:lnTo>
                    <a:pt x="7926865" y="1226509"/>
                  </a:lnTo>
                  <a:lnTo>
                    <a:pt x="7992128" y="1267960"/>
                  </a:lnTo>
                  <a:lnTo>
                    <a:pt x="8052816" y="1313590"/>
                  </a:lnTo>
                  <a:lnTo>
                    <a:pt x="8109648" y="1363824"/>
                  </a:lnTo>
                  <a:lnTo>
                    <a:pt x="8163331" y="1419038"/>
                  </a:lnTo>
                  <a:lnTo>
                    <a:pt x="8214518" y="1479467"/>
                  </a:lnTo>
                  <a:lnTo>
                    <a:pt x="8229629" y="1498821"/>
                  </a:lnTo>
                  <a:lnTo>
                    <a:pt x="8270760" y="1555045"/>
                  </a:lnTo>
                  <a:lnTo>
                    <a:pt x="8310923" y="1615037"/>
                  </a:lnTo>
                  <a:lnTo>
                    <a:pt x="8350357" y="1678875"/>
                  </a:lnTo>
                  <a:lnTo>
                    <a:pt x="8389263" y="1746585"/>
                  </a:lnTo>
                  <a:lnTo>
                    <a:pt x="8427801" y="1818139"/>
                  </a:lnTo>
                  <a:lnTo>
                    <a:pt x="8466101" y="1893448"/>
                  </a:lnTo>
                  <a:lnTo>
                    <a:pt x="8504266" y="1972358"/>
                  </a:lnTo>
                  <a:lnTo>
                    <a:pt x="8542371" y="2054650"/>
                  </a:lnTo>
                  <a:lnTo>
                    <a:pt x="8580472" y="2140037"/>
                  </a:lnTo>
                  <a:lnTo>
                    <a:pt x="8618604" y="2228168"/>
                  </a:lnTo>
                  <a:lnTo>
                    <a:pt x="8656785" y="2318632"/>
                  </a:lnTo>
                  <a:lnTo>
                    <a:pt x="8695018" y="2410963"/>
                  </a:lnTo>
                  <a:lnTo>
                    <a:pt x="8733297" y="2504653"/>
                  </a:lnTo>
                  <a:lnTo>
                    <a:pt x="8771606" y="2599158"/>
                  </a:lnTo>
                  <a:lnTo>
                    <a:pt x="8809925" y="2693916"/>
                  </a:lnTo>
                  <a:lnTo>
                    <a:pt x="8848231" y="2788358"/>
                  </a:lnTo>
                  <a:lnTo>
                    <a:pt x="8886506" y="2881923"/>
                  </a:lnTo>
                  <a:lnTo>
                    <a:pt x="8924734" y="2974071"/>
                  </a:lnTo>
                  <a:lnTo>
                    <a:pt x="8962908" y="3064298"/>
                  </a:lnTo>
                  <a:lnTo>
                    <a:pt x="9001036" y="3152144"/>
                  </a:lnTo>
                  <a:lnTo>
                    <a:pt x="9039135" y="3237203"/>
                  </a:lnTo>
                  <a:lnTo>
                    <a:pt x="9077244" y="3319133"/>
                  </a:lnTo>
                  <a:lnTo>
                    <a:pt x="9115419" y="3397653"/>
                  </a:lnTo>
                  <a:lnTo>
                    <a:pt x="9153741" y="3472551"/>
                  </a:lnTo>
                  <a:lnTo>
                    <a:pt x="9192312" y="3543681"/>
                  </a:lnTo>
                  <a:lnTo>
                    <a:pt x="9231268" y="3610962"/>
                  </a:lnTo>
                  <a:lnTo>
                    <a:pt x="9270773" y="3674371"/>
                  </a:lnTo>
                  <a:lnTo>
                    <a:pt x="9311030" y="3733940"/>
                  </a:lnTo>
                  <a:lnTo>
                    <a:pt x="9347647" y="3783737"/>
                  </a:lnTo>
                  <a:lnTo>
                    <a:pt x="9398195" y="3845761"/>
                  </a:lnTo>
                  <a:lnTo>
                    <a:pt x="9451056" y="3902539"/>
                  </a:lnTo>
                  <a:lnTo>
                    <a:pt x="9506861" y="3954247"/>
                  </a:lnTo>
                  <a:lnTo>
                    <a:pt x="9566303" y="4001229"/>
                  </a:lnTo>
                  <a:lnTo>
                    <a:pt x="9630104" y="4043900"/>
                  </a:lnTo>
                  <a:lnTo>
                    <a:pt x="9698974" y="4082696"/>
                  </a:lnTo>
                  <a:lnTo>
                    <a:pt x="9773568" y="4118027"/>
                  </a:lnTo>
                  <a:lnTo>
                    <a:pt x="9854433" y="4150259"/>
                  </a:lnTo>
                  <a:lnTo>
                    <a:pt x="9941924" y="4179702"/>
                  </a:lnTo>
                  <a:lnTo>
                    <a:pt x="10036106" y="4206597"/>
                  </a:lnTo>
                  <a:lnTo>
                    <a:pt x="10136639" y="4231118"/>
                  </a:lnTo>
                  <a:lnTo>
                    <a:pt x="10242644" y="4253368"/>
                  </a:lnTo>
                  <a:lnTo>
                    <a:pt x="10352583" y="4273388"/>
                  </a:lnTo>
                  <a:lnTo>
                    <a:pt x="10464192" y="4291168"/>
                  </a:lnTo>
                  <a:lnTo>
                    <a:pt x="10574498" y="4306665"/>
                  </a:lnTo>
                  <a:lnTo>
                    <a:pt x="10679972" y="4319834"/>
                  </a:lnTo>
                  <a:lnTo>
                    <a:pt x="10776846" y="4330659"/>
                  </a:lnTo>
                  <a:lnTo>
                    <a:pt x="10861572" y="4339184"/>
                  </a:lnTo>
                  <a:lnTo>
                    <a:pt x="10931345" y="4345539"/>
                  </a:lnTo>
                  <a:lnTo>
                    <a:pt x="10984579" y="4349948"/>
                  </a:lnTo>
                  <a:lnTo>
                    <a:pt x="11021226" y="4352717"/>
                  </a:lnTo>
                  <a:lnTo>
                    <a:pt x="11042865" y="4354214"/>
                  </a:lnTo>
                  <a:lnTo>
                    <a:pt x="11052601" y="4354832"/>
                  </a:lnTo>
                  <a:lnTo>
                    <a:pt x="11054861" y="4354965"/>
                  </a:lnTo>
                  <a:lnTo>
                    <a:pt x="11054891" y="4354966"/>
                  </a:lnTo>
                  <a:lnTo>
                    <a:pt x="12049831" y="4354966"/>
                  </a:lnTo>
                  <a:lnTo>
                    <a:pt x="12049831" y="43549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" name="pl112"/>
            <p:cNvSpPr/>
            <p:nvPr/>
          </p:nvSpPr>
          <p:spPr>
            <a:xfrm>
              <a:off x="1199187" y="2096089"/>
              <a:ext cx="12049831" cy="4354966"/>
            </a:xfrm>
            <a:custGeom>
              <a:avLst/>
              <a:pathLst>
                <a:path w="12049831" h="4354966">
                  <a:moveTo>
                    <a:pt x="12049831" y="4354966"/>
                  </a:moveTo>
                  <a:lnTo>
                    <a:pt x="11054891" y="4354966"/>
                  </a:lnTo>
                  <a:lnTo>
                    <a:pt x="11053840" y="4354906"/>
                  </a:lnTo>
                  <a:lnTo>
                    <a:pt x="11046894" y="4354476"/>
                  </a:lnTo>
                  <a:lnTo>
                    <a:pt x="11029255" y="4353287"/>
                  </a:lnTo>
                  <a:lnTo>
                    <a:pt x="10997397" y="4350944"/>
                  </a:lnTo>
                  <a:lnTo>
                    <a:pt x="10949261" y="4347068"/>
                  </a:lnTo>
                  <a:lnTo>
                    <a:pt x="10884400" y="4341331"/>
                  </a:lnTo>
                  <a:lnTo>
                    <a:pt x="10803958" y="4333481"/>
                  </a:lnTo>
                  <a:lnTo>
                    <a:pt x="10710415" y="4323362"/>
                  </a:lnTo>
                  <a:lnTo>
                    <a:pt x="10607150" y="4310904"/>
                  </a:lnTo>
                  <a:lnTo>
                    <a:pt x="10497917" y="4296108"/>
                  </a:lnTo>
                  <a:lnTo>
                    <a:pt x="10386359" y="4279015"/>
                  </a:lnTo>
                  <a:lnTo>
                    <a:pt x="10275640" y="4259671"/>
                  </a:lnTo>
                  <a:lnTo>
                    <a:pt x="10168249" y="4238099"/>
                  </a:lnTo>
                  <a:lnTo>
                    <a:pt x="10065936" y="4214274"/>
                  </a:lnTo>
                  <a:lnTo>
                    <a:pt x="9969771" y="4188114"/>
                  </a:lnTo>
                  <a:lnTo>
                    <a:pt x="9880243" y="4159466"/>
                  </a:lnTo>
                  <a:lnTo>
                    <a:pt x="9797396" y="4128108"/>
                  </a:lnTo>
                  <a:lnTo>
                    <a:pt x="9720951" y="4093753"/>
                  </a:lnTo>
                  <a:lnTo>
                    <a:pt x="9650412" y="4056049"/>
                  </a:lnTo>
                  <a:lnTo>
                    <a:pt x="9585148" y="4014598"/>
                  </a:lnTo>
                  <a:lnTo>
                    <a:pt x="9524461" y="3968968"/>
                  </a:lnTo>
                  <a:lnTo>
                    <a:pt x="9467628" y="3918734"/>
                  </a:lnTo>
                  <a:lnTo>
                    <a:pt x="9413946" y="3863521"/>
                  </a:lnTo>
                  <a:lnTo>
                    <a:pt x="9362758" y="3803091"/>
                  </a:lnTo>
                  <a:lnTo>
                    <a:pt x="9347647" y="3783737"/>
                  </a:lnTo>
                  <a:lnTo>
                    <a:pt x="9306516" y="3727514"/>
                  </a:lnTo>
                  <a:lnTo>
                    <a:pt x="9266354" y="3667521"/>
                  </a:lnTo>
                  <a:lnTo>
                    <a:pt x="9226919" y="3603683"/>
                  </a:lnTo>
                  <a:lnTo>
                    <a:pt x="9188014" y="3535973"/>
                  </a:lnTo>
                  <a:lnTo>
                    <a:pt x="9149476" y="3464419"/>
                  </a:lnTo>
                  <a:lnTo>
                    <a:pt x="9111175" y="3389110"/>
                  </a:lnTo>
                  <a:lnTo>
                    <a:pt x="9073011" y="3310200"/>
                  </a:lnTo>
                  <a:lnTo>
                    <a:pt x="9034906" y="3227908"/>
                  </a:lnTo>
                  <a:lnTo>
                    <a:pt x="8996804" y="3142521"/>
                  </a:lnTo>
                  <a:lnTo>
                    <a:pt x="8958673" y="3054390"/>
                  </a:lnTo>
                  <a:lnTo>
                    <a:pt x="8920492" y="2963926"/>
                  </a:lnTo>
                  <a:lnTo>
                    <a:pt x="8882258" y="2871595"/>
                  </a:lnTo>
                  <a:lnTo>
                    <a:pt x="8843980" y="2777906"/>
                  </a:lnTo>
                  <a:lnTo>
                    <a:pt x="8805671" y="2683400"/>
                  </a:lnTo>
                  <a:lnTo>
                    <a:pt x="8767352" y="2588642"/>
                  </a:lnTo>
                  <a:lnTo>
                    <a:pt x="8729045" y="2494200"/>
                  </a:lnTo>
                  <a:lnTo>
                    <a:pt x="8690771" y="2400635"/>
                  </a:lnTo>
                  <a:lnTo>
                    <a:pt x="8652543" y="2308487"/>
                  </a:lnTo>
                  <a:lnTo>
                    <a:pt x="8614368" y="2218260"/>
                  </a:lnTo>
                  <a:lnTo>
                    <a:pt x="8576241" y="2130414"/>
                  </a:lnTo>
                  <a:lnTo>
                    <a:pt x="8538141" y="2045355"/>
                  </a:lnTo>
                  <a:lnTo>
                    <a:pt x="8500032" y="1963425"/>
                  </a:lnTo>
                  <a:lnTo>
                    <a:pt x="8461857" y="1884906"/>
                  </a:lnTo>
                  <a:lnTo>
                    <a:pt x="8423536" y="1810007"/>
                  </a:lnTo>
                  <a:lnTo>
                    <a:pt x="8384964" y="1738877"/>
                  </a:lnTo>
                  <a:lnTo>
                    <a:pt x="8346009" y="1671596"/>
                  </a:lnTo>
                  <a:lnTo>
                    <a:pt x="8306503" y="1608187"/>
                  </a:lnTo>
                  <a:lnTo>
                    <a:pt x="8266246" y="1548618"/>
                  </a:lnTo>
                  <a:lnTo>
                    <a:pt x="8229629" y="1498821"/>
                  </a:lnTo>
                  <a:lnTo>
                    <a:pt x="8179082" y="1436798"/>
                  </a:lnTo>
                  <a:lnTo>
                    <a:pt x="8126221" y="1380019"/>
                  </a:lnTo>
                  <a:lnTo>
                    <a:pt x="8070416" y="1328311"/>
                  </a:lnTo>
                  <a:lnTo>
                    <a:pt x="8010973" y="1281330"/>
                  </a:lnTo>
                  <a:lnTo>
                    <a:pt x="7947172" y="1238658"/>
                  </a:lnTo>
                  <a:lnTo>
                    <a:pt x="7878303" y="1199862"/>
                  </a:lnTo>
                  <a:lnTo>
                    <a:pt x="7803708" y="1164531"/>
                  </a:lnTo>
                  <a:lnTo>
                    <a:pt x="7722843" y="1132299"/>
                  </a:lnTo>
                  <a:lnTo>
                    <a:pt x="7635353" y="1102856"/>
                  </a:lnTo>
                  <a:lnTo>
                    <a:pt x="7541170" y="1075961"/>
                  </a:lnTo>
                  <a:lnTo>
                    <a:pt x="7440637" y="1051440"/>
                  </a:lnTo>
                  <a:lnTo>
                    <a:pt x="7334633" y="1029190"/>
                  </a:lnTo>
                  <a:lnTo>
                    <a:pt x="7224694" y="1009170"/>
                  </a:lnTo>
                  <a:lnTo>
                    <a:pt x="7113084" y="991390"/>
                  </a:lnTo>
                  <a:lnTo>
                    <a:pt x="7002778" y="975893"/>
                  </a:lnTo>
                  <a:lnTo>
                    <a:pt x="6897305" y="962724"/>
                  </a:lnTo>
                  <a:lnTo>
                    <a:pt x="6800430" y="951900"/>
                  </a:lnTo>
                  <a:lnTo>
                    <a:pt x="6715704" y="943374"/>
                  </a:lnTo>
                  <a:lnTo>
                    <a:pt x="6645932" y="937019"/>
                  </a:lnTo>
                  <a:lnTo>
                    <a:pt x="6592698" y="932611"/>
                  </a:lnTo>
                  <a:lnTo>
                    <a:pt x="6556051" y="929841"/>
                  </a:lnTo>
                  <a:lnTo>
                    <a:pt x="6534411" y="928344"/>
                  </a:lnTo>
                  <a:lnTo>
                    <a:pt x="6524676" y="927726"/>
                  </a:lnTo>
                  <a:lnTo>
                    <a:pt x="6522416" y="927593"/>
                  </a:lnTo>
                  <a:lnTo>
                    <a:pt x="6522385" y="927592"/>
                  </a:lnTo>
                  <a:lnTo>
                    <a:pt x="5527445" y="927592"/>
                  </a:lnTo>
                  <a:lnTo>
                    <a:pt x="5526316" y="927574"/>
                  </a:lnTo>
                  <a:lnTo>
                    <a:pt x="5518860" y="927449"/>
                  </a:lnTo>
                  <a:lnTo>
                    <a:pt x="5499964" y="927102"/>
                  </a:lnTo>
                  <a:lnTo>
                    <a:pt x="5465926" y="926419"/>
                  </a:lnTo>
                  <a:lnTo>
                    <a:pt x="5414675" y="925291"/>
                  </a:lnTo>
                  <a:lnTo>
                    <a:pt x="5345929" y="923623"/>
                  </a:lnTo>
                  <a:lnTo>
                    <a:pt x="5261133" y="921347"/>
                  </a:lnTo>
                  <a:lnTo>
                    <a:pt x="5163145" y="918420"/>
                  </a:lnTo>
                  <a:lnTo>
                    <a:pt x="5055717" y="914828"/>
                  </a:lnTo>
                  <a:lnTo>
                    <a:pt x="4942901" y="910573"/>
                  </a:lnTo>
                  <a:lnTo>
                    <a:pt x="4828520" y="905669"/>
                  </a:lnTo>
                  <a:lnTo>
                    <a:pt x="4715807" y="900127"/>
                  </a:lnTo>
                  <a:lnTo>
                    <a:pt x="4607212" y="893952"/>
                  </a:lnTo>
                  <a:lnTo>
                    <a:pt x="4504383" y="887131"/>
                  </a:lnTo>
                  <a:lnTo>
                    <a:pt x="4408248" y="879633"/>
                  </a:lnTo>
                  <a:lnTo>
                    <a:pt x="4319147" y="871407"/>
                  </a:lnTo>
                  <a:lnTo>
                    <a:pt x="4236979" y="862380"/>
                  </a:lnTo>
                  <a:lnTo>
                    <a:pt x="4161335" y="852461"/>
                  </a:lnTo>
                  <a:lnTo>
                    <a:pt x="4091611" y="841542"/>
                  </a:lnTo>
                  <a:lnTo>
                    <a:pt x="4027087" y="829500"/>
                  </a:lnTo>
                  <a:lnTo>
                    <a:pt x="3966993" y="816209"/>
                  </a:lnTo>
                  <a:lnTo>
                    <a:pt x="3910558" y="801552"/>
                  </a:lnTo>
                  <a:lnTo>
                    <a:pt x="3857047" y="785436"/>
                  </a:lnTo>
                  <a:lnTo>
                    <a:pt x="3820202" y="772993"/>
                  </a:lnTo>
                  <a:lnTo>
                    <a:pt x="3762460" y="751228"/>
                  </a:lnTo>
                  <a:lnTo>
                    <a:pt x="3706447" y="727414"/>
                  </a:lnTo>
                  <a:lnTo>
                    <a:pt x="3651558" y="701516"/>
                  </a:lnTo>
                  <a:lnTo>
                    <a:pt x="3597341" y="673558"/>
                  </a:lnTo>
                  <a:lnTo>
                    <a:pt x="3543464" y="643629"/>
                  </a:lnTo>
                  <a:lnTo>
                    <a:pt x="3489701" y="611889"/>
                  </a:lnTo>
                  <a:lnTo>
                    <a:pt x="3435913" y="578567"/>
                  </a:lnTo>
                  <a:lnTo>
                    <a:pt x="3382033" y="543962"/>
                  </a:lnTo>
                  <a:lnTo>
                    <a:pt x="3328051" y="508429"/>
                  </a:lnTo>
                  <a:lnTo>
                    <a:pt x="3274000" y="472369"/>
                  </a:lnTo>
                  <a:lnTo>
                    <a:pt x="3219935" y="436206"/>
                  </a:lnTo>
                  <a:lnTo>
                    <a:pt x="3165915" y="400371"/>
                  </a:lnTo>
                  <a:lnTo>
                    <a:pt x="3111985" y="365279"/>
                  </a:lnTo>
                  <a:lnTo>
                    <a:pt x="3058158" y="331309"/>
                  </a:lnTo>
                  <a:lnTo>
                    <a:pt x="3004396" y="298786"/>
                  </a:lnTo>
                  <a:lnTo>
                    <a:pt x="2950595" y="267974"/>
                  </a:lnTo>
                  <a:lnTo>
                    <a:pt x="2896574" y="239067"/>
                  </a:lnTo>
                  <a:lnTo>
                    <a:pt x="2842051" y="212187"/>
                  </a:lnTo>
                  <a:lnTo>
                    <a:pt x="2786636" y="187387"/>
                  </a:lnTo>
                  <a:lnTo>
                    <a:pt x="2729799" y="164659"/>
                  </a:lnTo>
                  <a:lnTo>
                    <a:pt x="2702183" y="154598"/>
                  </a:lnTo>
                  <a:lnTo>
                    <a:pt x="2650356" y="137414"/>
                  </a:lnTo>
                  <a:lnTo>
                    <a:pt x="2596083" y="121720"/>
                  </a:lnTo>
                  <a:lnTo>
                    <a:pt x="2538683" y="107463"/>
                  </a:lnTo>
                  <a:lnTo>
                    <a:pt x="2477407" y="94541"/>
                  </a:lnTo>
                  <a:lnTo>
                    <a:pt x="2411480" y="82831"/>
                  </a:lnTo>
                  <a:lnTo>
                    <a:pt x="2340139" y="72208"/>
                  </a:lnTo>
                  <a:lnTo>
                    <a:pt x="2262692" y="62554"/>
                  </a:lnTo>
                  <a:lnTo>
                    <a:pt x="2178580" y="53764"/>
                  </a:lnTo>
                  <a:lnTo>
                    <a:pt x="2087469" y="45752"/>
                  </a:lnTo>
                  <a:lnTo>
                    <a:pt x="1989370" y="38451"/>
                  </a:lnTo>
                  <a:lnTo>
                    <a:pt x="1884776" y="31816"/>
                  </a:lnTo>
                  <a:lnTo>
                    <a:pt x="1774806" y="25822"/>
                  </a:lnTo>
                  <a:lnTo>
                    <a:pt x="1661333" y="20461"/>
                  </a:lnTo>
                  <a:lnTo>
                    <a:pt x="1547038" y="15740"/>
                  </a:lnTo>
                  <a:lnTo>
                    <a:pt x="1435348" y="11673"/>
                  </a:lnTo>
                  <a:lnTo>
                    <a:pt x="1330198" y="8270"/>
                  </a:lnTo>
                  <a:lnTo>
                    <a:pt x="1235613" y="5531"/>
                  </a:lnTo>
                  <a:lnTo>
                    <a:pt x="1155150" y="3434"/>
                  </a:lnTo>
                  <a:lnTo>
                    <a:pt x="1091311" y="1928"/>
                  </a:lnTo>
                  <a:lnTo>
                    <a:pt x="1045070" y="937"/>
                  </a:lnTo>
                  <a:lnTo>
                    <a:pt x="1015630" y="361"/>
                  </a:lnTo>
                  <a:lnTo>
                    <a:pt x="1000435" y="89"/>
                  </a:lnTo>
                  <a:lnTo>
                    <a:pt x="995359" y="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" name="pg113"/>
            <p:cNvSpPr/>
            <p:nvPr/>
          </p:nvSpPr>
          <p:spPr>
            <a:xfrm>
              <a:off x="1199187" y="2101329"/>
              <a:ext cx="12049831" cy="4454538"/>
            </a:xfrm>
            <a:custGeom>
              <a:avLst/>
              <a:pathLst>
                <a:path w="12049831" h="4454538">
                  <a:moveTo>
                    <a:pt x="0" y="5240"/>
                  </a:moveTo>
                  <a:lnTo>
                    <a:pt x="994940" y="5240"/>
                  </a:lnTo>
                  <a:lnTo>
                    <a:pt x="996069" y="5258"/>
                  </a:lnTo>
                  <a:lnTo>
                    <a:pt x="1003525" y="5383"/>
                  </a:lnTo>
                  <a:lnTo>
                    <a:pt x="1022421" y="5730"/>
                  </a:lnTo>
                  <a:lnTo>
                    <a:pt x="1056459" y="6413"/>
                  </a:lnTo>
                  <a:lnTo>
                    <a:pt x="1107710" y="7541"/>
                  </a:lnTo>
                  <a:lnTo>
                    <a:pt x="1176456" y="9209"/>
                  </a:lnTo>
                  <a:lnTo>
                    <a:pt x="1261252" y="11485"/>
                  </a:lnTo>
                  <a:lnTo>
                    <a:pt x="1359240" y="14412"/>
                  </a:lnTo>
                  <a:lnTo>
                    <a:pt x="1466668" y="18004"/>
                  </a:lnTo>
                  <a:lnTo>
                    <a:pt x="1579484" y="22259"/>
                  </a:lnTo>
                  <a:lnTo>
                    <a:pt x="1693865" y="27163"/>
                  </a:lnTo>
                  <a:lnTo>
                    <a:pt x="1806578" y="32705"/>
                  </a:lnTo>
                  <a:lnTo>
                    <a:pt x="1915173" y="38880"/>
                  </a:lnTo>
                  <a:lnTo>
                    <a:pt x="2018002" y="45701"/>
                  </a:lnTo>
                  <a:lnTo>
                    <a:pt x="2114137" y="53199"/>
                  </a:lnTo>
                  <a:lnTo>
                    <a:pt x="2203238" y="61425"/>
                  </a:lnTo>
                  <a:lnTo>
                    <a:pt x="2285406" y="70452"/>
                  </a:lnTo>
                  <a:lnTo>
                    <a:pt x="2361050" y="80371"/>
                  </a:lnTo>
                  <a:lnTo>
                    <a:pt x="2430774" y="91290"/>
                  </a:lnTo>
                  <a:lnTo>
                    <a:pt x="2495298" y="103332"/>
                  </a:lnTo>
                  <a:lnTo>
                    <a:pt x="2555392" y="116623"/>
                  </a:lnTo>
                  <a:lnTo>
                    <a:pt x="2611827" y="131280"/>
                  </a:lnTo>
                  <a:lnTo>
                    <a:pt x="2665338" y="147396"/>
                  </a:lnTo>
                  <a:lnTo>
                    <a:pt x="2702183" y="159839"/>
                  </a:lnTo>
                  <a:lnTo>
                    <a:pt x="2759925" y="181604"/>
                  </a:lnTo>
                  <a:lnTo>
                    <a:pt x="2815938" y="205418"/>
                  </a:lnTo>
                  <a:lnTo>
                    <a:pt x="2870827" y="231315"/>
                  </a:lnTo>
                  <a:lnTo>
                    <a:pt x="2925044" y="259273"/>
                  </a:lnTo>
                  <a:lnTo>
                    <a:pt x="2978921" y="289202"/>
                  </a:lnTo>
                  <a:lnTo>
                    <a:pt x="3032684" y="320943"/>
                  </a:lnTo>
                  <a:lnTo>
                    <a:pt x="3086472" y="354265"/>
                  </a:lnTo>
                  <a:lnTo>
                    <a:pt x="3140352" y="388870"/>
                  </a:lnTo>
                  <a:lnTo>
                    <a:pt x="3194334" y="424403"/>
                  </a:lnTo>
                  <a:lnTo>
                    <a:pt x="3248385" y="460463"/>
                  </a:lnTo>
                  <a:lnTo>
                    <a:pt x="3302450" y="496626"/>
                  </a:lnTo>
                  <a:lnTo>
                    <a:pt x="3356470" y="532461"/>
                  </a:lnTo>
                  <a:lnTo>
                    <a:pt x="3410400" y="567553"/>
                  </a:lnTo>
                  <a:lnTo>
                    <a:pt x="3464227" y="601523"/>
                  </a:lnTo>
                  <a:lnTo>
                    <a:pt x="3517989" y="634046"/>
                  </a:lnTo>
                  <a:lnTo>
                    <a:pt x="3571790" y="664858"/>
                  </a:lnTo>
                  <a:lnTo>
                    <a:pt x="3625811" y="693765"/>
                  </a:lnTo>
                  <a:lnTo>
                    <a:pt x="3680334" y="720645"/>
                  </a:lnTo>
                  <a:lnTo>
                    <a:pt x="3735749" y="745445"/>
                  </a:lnTo>
                  <a:lnTo>
                    <a:pt x="3792586" y="768173"/>
                  </a:lnTo>
                  <a:lnTo>
                    <a:pt x="3820202" y="778234"/>
                  </a:lnTo>
                  <a:lnTo>
                    <a:pt x="3872029" y="795418"/>
                  </a:lnTo>
                  <a:lnTo>
                    <a:pt x="3926302" y="811112"/>
                  </a:lnTo>
                  <a:lnTo>
                    <a:pt x="3983702" y="825369"/>
                  </a:lnTo>
                  <a:lnTo>
                    <a:pt x="4044978" y="838291"/>
                  </a:lnTo>
                  <a:lnTo>
                    <a:pt x="4110905" y="850001"/>
                  </a:lnTo>
                  <a:lnTo>
                    <a:pt x="4182246" y="860624"/>
                  </a:lnTo>
                  <a:lnTo>
                    <a:pt x="4259693" y="870278"/>
                  </a:lnTo>
                  <a:lnTo>
                    <a:pt x="4343805" y="879068"/>
                  </a:lnTo>
                  <a:lnTo>
                    <a:pt x="4434916" y="887080"/>
                  </a:lnTo>
                  <a:lnTo>
                    <a:pt x="4533015" y="894381"/>
                  </a:lnTo>
                  <a:lnTo>
                    <a:pt x="4637609" y="901016"/>
                  </a:lnTo>
                  <a:lnTo>
                    <a:pt x="4747579" y="907010"/>
                  </a:lnTo>
                  <a:lnTo>
                    <a:pt x="4861052" y="912371"/>
                  </a:lnTo>
                  <a:lnTo>
                    <a:pt x="4975347" y="917092"/>
                  </a:lnTo>
                  <a:lnTo>
                    <a:pt x="5087037" y="921159"/>
                  </a:lnTo>
                  <a:lnTo>
                    <a:pt x="5192187" y="924562"/>
                  </a:lnTo>
                  <a:lnTo>
                    <a:pt x="5286772" y="927300"/>
                  </a:lnTo>
                  <a:lnTo>
                    <a:pt x="5367235" y="929398"/>
                  </a:lnTo>
                  <a:lnTo>
                    <a:pt x="5431074" y="930904"/>
                  </a:lnTo>
                  <a:lnTo>
                    <a:pt x="5477315" y="931895"/>
                  </a:lnTo>
                  <a:lnTo>
                    <a:pt x="5506755" y="932471"/>
                  </a:lnTo>
                  <a:lnTo>
                    <a:pt x="5521950" y="932743"/>
                  </a:lnTo>
                  <a:lnTo>
                    <a:pt x="5527026" y="932826"/>
                  </a:lnTo>
                  <a:lnTo>
                    <a:pt x="5527445" y="932832"/>
                  </a:lnTo>
                  <a:lnTo>
                    <a:pt x="6522385" y="932832"/>
                  </a:lnTo>
                  <a:lnTo>
                    <a:pt x="6523432" y="932894"/>
                  </a:lnTo>
                  <a:lnTo>
                    <a:pt x="6530350" y="933334"/>
                  </a:lnTo>
                  <a:lnTo>
                    <a:pt x="6547920" y="934550"/>
                  </a:lnTo>
                  <a:lnTo>
                    <a:pt x="6579657" y="936948"/>
                  </a:lnTo>
                  <a:lnTo>
                    <a:pt x="6627620" y="940914"/>
                  </a:lnTo>
                  <a:lnTo>
                    <a:pt x="6692264" y="946785"/>
                  </a:lnTo>
                  <a:lnTo>
                    <a:pt x="6772462" y="954819"/>
                  </a:lnTo>
                  <a:lnTo>
                    <a:pt x="6865754" y="965177"/>
                  </a:lnTo>
                  <a:lnTo>
                    <a:pt x="6968781" y="977931"/>
                  </a:lnTo>
                  <a:lnTo>
                    <a:pt x="7077806" y="993081"/>
                  </a:lnTo>
                  <a:lnTo>
                    <a:pt x="7189199" y="1010586"/>
                  </a:lnTo>
                  <a:lnTo>
                    <a:pt x="7299798" y="1030398"/>
                  </a:lnTo>
                  <a:lnTo>
                    <a:pt x="7407115" y="1052493"/>
                  </a:lnTo>
                  <a:lnTo>
                    <a:pt x="7509392" y="1076894"/>
                  </a:lnTo>
                  <a:lnTo>
                    <a:pt x="7605554" y="1103687"/>
                  </a:lnTo>
                  <a:lnTo>
                    <a:pt x="7695103" y="1133025"/>
                  </a:lnTo>
                  <a:lnTo>
                    <a:pt x="7777985" y="1165133"/>
                  </a:lnTo>
                  <a:lnTo>
                    <a:pt x="7854474" y="1200305"/>
                  </a:lnTo>
                  <a:lnTo>
                    <a:pt x="7925060" y="1238898"/>
                  </a:lnTo>
                  <a:lnTo>
                    <a:pt x="7990367" y="1281320"/>
                  </a:lnTo>
                  <a:lnTo>
                    <a:pt x="8051090" y="1328011"/>
                  </a:lnTo>
                  <a:lnTo>
                    <a:pt x="8107949" y="1379407"/>
                  </a:lnTo>
                  <a:lnTo>
                    <a:pt x="8161645" y="1435895"/>
                  </a:lnTo>
                  <a:lnTo>
                    <a:pt x="8212833" y="1497724"/>
                  </a:lnTo>
                  <a:lnTo>
                    <a:pt x="8229629" y="1519783"/>
                  </a:lnTo>
                  <a:lnTo>
                    <a:pt x="8270315" y="1576901"/>
                  </a:lnTo>
                  <a:lnTo>
                    <a:pt x="8310052" y="1637806"/>
                  </a:lnTo>
                  <a:lnTo>
                    <a:pt x="8349071" y="1702575"/>
                  </a:lnTo>
                  <a:lnTo>
                    <a:pt x="8387568" y="1771236"/>
                  </a:lnTo>
                  <a:lnTo>
                    <a:pt x="8425698" y="1843764"/>
                  </a:lnTo>
                  <a:lnTo>
                    <a:pt x="8463590" y="1920072"/>
                  </a:lnTo>
                  <a:lnTo>
                    <a:pt x="8501343" y="2000013"/>
                  </a:lnTo>
                  <a:lnTo>
                    <a:pt x="8539034" y="2083372"/>
                  </a:lnTo>
                  <a:lnTo>
                    <a:pt x="8576716" y="2169870"/>
                  </a:lnTo>
                  <a:lnTo>
                    <a:pt x="8614427" y="2259164"/>
                  </a:lnTo>
                  <a:lnTo>
                    <a:pt x="8652183" y="2350851"/>
                  </a:lnTo>
                  <a:lnTo>
                    <a:pt x="8689992" y="2444474"/>
                  </a:lnTo>
                  <a:lnTo>
                    <a:pt x="8727846" y="2539531"/>
                  </a:lnTo>
                  <a:lnTo>
                    <a:pt x="8765732" y="2635488"/>
                  </a:lnTo>
                  <a:lnTo>
                    <a:pt x="8803631" y="2731786"/>
                  </a:lnTo>
                  <a:lnTo>
                    <a:pt x="8841522" y="2827860"/>
                  </a:lnTo>
                  <a:lnTo>
                    <a:pt x="8879384" y="2923151"/>
                  </a:lnTo>
                  <a:lnTo>
                    <a:pt x="8917203" y="3017116"/>
                  </a:lnTo>
                  <a:lnTo>
                    <a:pt x="8954971" y="3109246"/>
                  </a:lnTo>
                  <a:lnTo>
                    <a:pt x="8992689" y="3199075"/>
                  </a:lnTo>
                  <a:lnTo>
                    <a:pt x="9030375" y="3286187"/>
                  </a:lnTo>
                  <a:lnTo>
                    <a:pt x="9068060" y="3370227"/>
                  </a:lnTo>
                  <a:lnTo>
                    <a:pt x="9105795" y="3450901"/>
                  </a:lnTo>
                  <a:lnTo>
                    <a:pt x="9143651" y="3527982"/>
                  </a:lnTo>
                  <a:lnTo>
                    <a:pt x="9181722" y="3601308"/>
                  </a:lnTo>
                  <a:lnTo>
                    <a:pt x="9220130" y="3670781"/>
                  </a:lnTo>
                  <a:lnTo>
                    <a:pt x="9259025" y="3736362"/>
                  </a:lnTo>
                  <a:lnTo>
                    <a:pt x="9298594" y="3798069"/>
                  </a:lnTo>
                  <a:lnTo>
                    <a:pt x="9339060" y="3855969"/>
                  </a:lnTo>
                  <a:lnTo>
                    <a:pt x="9347647" y="3867587"/>
                  </a:lnTo>
                  <a:lnTo>
                    <a:pt x="9398123" y="3931232"/>
                  </a:lnTo>
                  <a:lnTo>
                    <a:pt x="9450904" y="3989503"/>
                  </a:lnTo>
                  <a:lnTo>
                    <a:pt x="9506619" y="4042578"/>
                  </a:lnTo>
                  <a:lnTo>
                    <a:pt x="9565959" y="4090807"/>
                  </a:lnTo>
                  <a:lnTo>
                    <a:pt x="9629641" y="4134619"/>
                  </a:lnTo>
                  <a:lnTo>
                    <a:pt x="9698372" y="4174455"/>
                  </a:lnTo>
                  <a:lnTo>
                    <a:pt x="9772808" y="4210738"/>
                  </a:lnTo>
                  <a:lnTo>
                    <a:pt x="9853492" y="4243843"/>
                  </a:lnTo>
                  <a:lnTo>
                    <a:pt x="9940780" y="4274086"/>
                  </a:lnTo>
                  <a:lnTo>
                    <a:pt x="10034743" y="4301716"/>
                  </a:lnTo>
                  <a:lnTo>
                    <a:pt x="10135047" y="4326911"/>
                  </a:lnTo>
                  <a:lnTo>
                    <a:pt x="10240825" y="4349779"/>
                  </a:lnTo>
                  <a:lnTo>
                    <a:pt x="10350559" y="4370361"/>
                  </a:lnTo>
                  <a:lnTo>
                    <a:pt x="10462007" y="4388648"/>
                  </a:lnTo>
                  <a:lnTo>
                    <a:pt x="10572219" y="4404598"/>
                  </a:lnTo>
                  <a:lnTo>
                    <a:pt x="10677690" y="4418162"/>
                  </a:lnTo>
                  <a:lnTo>
                    <a:pt x="10774669" y="4429325"/>
                  </a:lnTo>
                  <a:lnTo>
                    <a:pt x="10859612" y="4438129"/>
                  </a:lnTo>
                  <a:lnTo>
                    <a:pt x="10929700" y="4444705"/>
                  </a:lnTo>
                  <a:lnTo>
                    <a:pt x="10983318" y="4449279"/>
                  </a:lnTo>
                  <a:lnTo>
                    <a:pt x="11020374" y="4452164"/>
                  </a:lnTo>
                  <a:lnTo>
                    <a:pt x="11042396" y="4453733"/>
                  </a:lnTo>
                  <a:lnTo>
                    <a:pt x="11052431" y="4454390"/>
                  </a:lnTo>
                  <a:lnTo>
                    <a:pt x="11054891" y="4454538"/>
                  </a:lnTo>
                  <a:lnTo>
                    <a:pt x="12049831" y="4454538"/>
                  </a:lnTo>
                  <a:lnTo>
                    <a:pt x="12049831" y="4449298"/>
                  </a:lnTo>
                  <a:lnTo>
                    <a:pt x="11054891" y="4449298"/>
                  </a:lnTo>
                  <a:lnTo>
                    <a:pt x="11053844" y="4449236"/>
                  </a:lnTo>
                  <a:lnTo>
                    <a:pt x="11046927" y="4448796"/>
                  </a:lnTo>
                  <a:lnTo>
                    <a:pt x="11029357" y="4447580"/>
                  </a:lnTo>
                  <a:lnTo>
                    <a:pt x="10997620" y="4445182"/>
                  </a:lnTo>
                  <a:lnTo>
                    <a:pt x="10949656" y="4441216"/>
                  </a:lnTo>
                  <a:lnTo>
                    <a:pt x="10885012" y="4435345"/>
                  </a:lnTo>
                  <a:lnTo>
                    <a:pt x="10804814" y="4427312"/>
                  </a:lnTo>
                  <a:lnTo>
                    <a:pt x="10711523" y="4416953"/>
                  </a:lnTo>
                  <a:lnTo>
                    <a:pt x="10608496" y="4404199"/>
                  </a:lnTo>
                  <a:lnTo>
                    <a:pt x="10499470" y="4389049"/>
                  </a:lnTo>
                  <a:lnTo>
                    <a:pt x="10388078" y="4371544"/>
                  </a:lnTo>
                  <a:lnTo>
                    <a:pt x="10277478" y="4351733"/>
                  </a:lnTo>
                  <a:lnTo>
                    <a:pt x="10170162" y="4329637"/>
                  </a:lnTo>
                  <a:lnTo>
                    <a:pt x="10067885" y="4305236"/>
                  </a:lnTo>
                  <a:lnTo>
                    <a:pt x="9971722" y="4278443"/>
                  </a:lnTo>
                  <a:lnTo>
                    <a:pt x="9882174" y="4249105"/>
                  </a:lnTo>
                  <a:lnTo>
                    <a:pt x="9799291" y="4216997"/>
                  </a:lnTo>
                  <a:lnTo>
                    <a:pt x="9722802" y="4181825"/>
                  </a:lnTo>
                  <a:lnTo>
                    <a:pt x="9652216" y="4143232"/>
                  </a:lnTo>
                  <a:lnTo>
                    <a:pt x="9586910" y="4100810"/>
                  </a:lnTo>
                  <a:lnTo>
                    <a:pt x="9526186" y="4054119"/>
                  </a:lnTo>
                  <a:lnTo>
                    <a:pt x="9469328" y="4002723"/>
                  </a:lnTo>
                  <a:lnTo>
                    <a:pt x="9415631" y="3946235"/>
                  </a:lnTo>
                  <a:lnTo>
                    <a:pt x="9364443" y="3884407"/>
                  </a:lnTo>
                  <a:lnTo>
                    <a:pt x="9347647" y="3862347"/>
                  </a:lnTo>
                  <a:lnTo>
                    <a:pt x="9306961" y="3805229"/>
                  </a:lnTo>
                  <a:lnTo>
                    <a:pt x="9267225" y="3744324"/>
                  </a:lnTo>
                  <a:lnTo>
                    <a:pt x="9228205" y="3679555"/>
                  </a:lnTo>
                  <a:lnTo>
                    <a:pt x="9189709" y="3610894"/>
                  </a:lnTo>
                  <a:lnTo>
                    <a:pt x="9151578" y="3538366"/>
                  </a:lnTo>
                  <a:lnTo>
                    <a:pt x="9113686" y="3462058"/>
                  </a:lnTo>
                  <a:lnTo>
                    <a:pt x="9075933" y="3382118"/>
                  </a:lnTo>
                  <a:lnTo>
                    <a:pt x="9038243" y="3298759"/>
                  </a:lnTo>
                  <a:lnTo>
                    <a:pt x="9000560" y="3212261"/>
                  </a:lnTo>
                  <a:lnTo>
                    <a:pt x="8962850" y="3122966"/>
                  </a:lnTo>
                  <a:lnTo>
                    <a:pt x="8925093" y="3031280"/>
                  </a:lnTo>
                  <a:lnTo>
                    <a:pt x="8887285" y="2937657"/>
                  </a:lnTo>
                  <a:lnTo>
                    <a:pt x="8849431" y="2842599"/>
                  </a:lnTo>
                  <a:lnTo>
                    <a:pt x="8811544" y="2746643"/>
                  </a:lnTo>
                  <a:lnTo>
                    <a:pt x="8773645" y="2650344"/>
                  </a:lnTo>
                  <a:lnTo>
                    <a:pt x="8735755" y="2554270"/>
                  </a:lnTo>
                  <a:lnTo>
                    <a:pt x="8697892" y="2458980"/>
                  </a:lnTo>
                  <a:lnTo>
                    <a:pt x="8660073" y="2365014"/>
                  </a:lnTo>
                  <a:lnTo>
                    <a:pt x="8622306" y="2272884"/>
                  </a:lnTo>
                  <a:lnTo>
                    <a:pt x="8584587" y="2183055"/>
                  </a:lnTo>
                  <a:lnTo>
                    <a:pt x="8546901" y="2095943"/>
                  </a:lnTo>
                  <a:lnTo>
                    <a:pt x="8509216" y="2011903"/>
                  </a:lnTo>
                  <a:lnTo>
                    <a:pt x="8471481" y="1931229"/>
                  </a:lnTo>
                  <a:lnTo>
                    <a:pt x="8433626" y="1854148"/>
                  </a:lnTo>
                  <a:lnTo>
                    <a:pt x="8395555" y="1780822"/>
                  </a:lnTo>
                  <a:lnTo>
                    <a:pt x="8357147" y="1711349"/>
                  </a:lnTo>
                  <a:lnTo>
                    <a:pt x="8318251" y="1645768"/>
                  </a:lnTo>
                  <a:lnTo>
                    <a:pt x="8278682" y="1584061"/>
                  </a:lnTo>
                  <a:lnTo>
                    <a:pt x="8238216" y="1526161"/>
                  </a:lnTo>
                  <a:lnTo>
                    <a:pt x="8229629" y="1514543"/>
                  </a:lnTo>
                  <a:lnTo>
                    <a:pt x="8179154" y="1450898"/>
                  </a:lnTo>
                  <a:lnTo>
                    <a:pt x="8126373" y="1392627"/>
                  </a:lnTo>
                  <a:lnTo>
                    <a:pt x="8070657" y="1339553"/>
                  </a:lnTo>
                  <a:lnTo>
                    <a:pt x="8011317" y="1291323"/>
                  </a:lnTo>
                  <a:lnTo>
                    <a:pt x="7947636" y="1247512"/>
                  </a:lnTo>
                  <a:lnTo>
                    <a:pt x="7878904" y="1207675"/>
                  </a:lnTo>
                  <a:lnTo>
                    <a:pt x="7804469" y="1171392"/>
                  </a:lnTo>
                  <a:lnTo>
                    <a:pt x="7723785" y="1138287"/>
                  </a:lnTo>
                  <a:lnTo>
                    <a:pt x="7636497" y="1108044"/>
                  </a:lnTo>
                  <a:lnTo>
                    <a:pt x="7542533" y="1080414"/>
                  </a:lnTo>
                  <a:lnTo>
                    <a:pt x="7442229" y="1055219"/>
                  </a:lnTo>
                  <a:lnTo>
                    <a:pt x="7336451" y="1032352"/>
                  </a:lnTo>
                  <a:lnTo>
                    <a:pt x="7226717" y="1011769"/>
                  </a:lnTo>
                  <a:lnTo>
                    <a:pt x="7115269" y="993482"/>
                  </a:lnTo>
                  <a:lnTo>
                    <a:pt x="7005057" y="977533"/>
                  </a:lnTo>
                  <a:lnTo>
                    <a:pt x="6899587" y="963968"/>
                  </a:lnTo>
                  <a:lnTo>
                    <a:pt x="6802607" y="952805"/>
                  </a:lnTo>
                  <a:lnTo>
                    <a:pt x="6717665" y="944001"/>
                  </a:lnTo>
                  <a:lnTo>
                    <a:pt x="6647577" y="937425"/>
                  </a:lnTo>
                  <a:lnTo>
                    <a:pt x="6593959" y="932851"/>
                  </a:lnTo>
                  <a:lnTo>
                    <a:pt x="6556902" y="929966"/>
                  </a:lnTo>
                  <a:lnTo>
                    <a:pt x="6534881" y="928397"/>
                  </a:lnTo>
                  <a:lnTo>
                    <a:pt x="6524846" y="927740"/>
                  </a:lnTo>
                  <a:lnTo>
                    <a:pt x="6522385" y="927592"/>
                  </a:lnTo>
                  <a:lnTo>
                    <a:pt x="5527445" y="927592"/>
                  </a:lnTo>
                  <a:lnTo>
                    <a:pt x="5526316" y="927574"/>
                  </a:lnTo>
                  <a:lnTo>
                    <a:pt x="5518860" y="927449"/>
                  </a:lnTo>
                  <a:lnTo>
                    <a:pt x="5499964" y="927102"/>
                  </a:lnTo>
                  <a:lnTo>
                    <a:pt x="5465926" y="926419"/>
                  </a:lnTo>
                  <a:lnTo>
                    <a:pt x="5414675" y="925291"/>
                  </a:lnTo>
                  <a:lnTo>
                    <a:pt x="5345929" y="923623"/>
                  </a:lnTo>
                  <a:lnTo>
                    <a:pt x="5261133" y="921347"/>
                  </a:lnTo>
                  <a:lnTo>
                    <a:pt x="5163145" y="918420"/>
                  </a:lnTo>
                  <a:lnTo>
                    <a:pt x="5055717" y="914828"/>
                  </a:lnTo>
                  <a:lnTo>
                    <a:pt x="4942901" y="910573"/>
                  </a:lnTo>
                  <a:lnTo>
                    <a:pt x="4828520" y="905669"/>
                  </a:lnTo>
                  <a:lnTo>
                    <a:pt x="4715807" y="900127"/>
                  </a:lnTo>
                  <a:lnTo>
                    <a:pt x="4607212" y="893952"/>
                  </a:lnTo>
                  <a:lnTo>
                    <a:pt x="4504383" y="887131"/>
                  </a:lnTo>
                  <a:lnTo>
                    <a:pt x="4408248" y="879633"/>
                  </a:lnTo>
                  <a:lnTo>
                    <a:pt x="4319147" y="871407"/>
                  </a:lnTo>
                  <a:lnTo>
                    <a:pt x="4236979" y="862380"/>
                  </a:lnTo>
                  <a:lnTo>
                    <a:pt x="4161335" y="852461"/>
                  </a:lnTo>
                  <a:lnTo>
                    <a:pt x="4091611" y="841542"/>
                  </a:lnTo>
                  <a:lnTo>
                    <a:pt x="4027087" y="829500"/>
                  </a:lnTo>
                  <a:lnTo>
                    <a:pt x="3966993" y="816209"/>
                  </a:lnTo>
                  <a:lnTo>
                    <a:pt x="3910558" y="801552"/>
                  </a:lnTo>
                  <a:lnTo>
                    <a:pt x="3857047" y="785436"/>
                  </a:lnTo>
                  <a:lnTo>
                    <a:pt x="3820202" y="772993"/>
                  </a:lnTo>
                  <a:lnTo>
                    <a:pt x="3762460" y="751228"/>
                  </a:lnTo>
                  <a:lnTo>
                    <a:pt x="3706447" y="727414"/>
                  </a:lnTo>
                  <a:lnTo>
                    <a:pt x="3651558" y="701516"/>
                  </a:lnTo>
                  <a:lnTo>
                    <a:pt x="3597341" y="673558"/>
                  </a:lnTo>
                  <a:lnTo>
                    <a:pt x="3543464" y="643629"/>
                  </a:lnTo>
                  <a:lnTo>
                    <a:pt x="3489701" y="611889"/>
                  </a:lnTo>
                  <a:lnTo>
                    <a:pt x="3435913" y="578567"/>
                  </a:lnTo>
                  <a:lnTo>
                    <a:pt x="3382033" y="543962"/>
                  </a:lnTo>
                  <a:lnTo>
                    <a:pt x="3328051" y="508429"/>
                  </a:lnTo>
                  <a:lnTo>
                    <a:pt x="3274000" y="472369"/>
                  </a:lnTo>
                  <a:lnTo>
                    <a:pt x="3219935" y="436206"/>
                  </a:lnTo>
                  <a:lnTo>
                    <a:pt x="3165915" y="400371"/>
                  </a:lnTo>
                  <a:lnTo>
                    <a:pt x="3111985" y="365279"/>
                  </a:lnTo>
                  <a:lnTo>
                    <a:pt x="3058158" y="331309"/>
                  </a:lnTo>
                  <a:lnTo>
                    <a:pt x="3004396" y="298786"/>
                  </a:lnTo>
                  <a:lnTo>
                    <a:pt x="2950595" y="267974"/>
                  </a:lnTo>
                  <a:lnTo>
                    <a:pt x="2896574" y="239067"/>
                  </a:lnTo>
                  <a:lnTo>
                    <a:pt x="2842051" y="212187"/>
                  </a:lnTo>
                  <a:lnTo>
                    <a:pt x="2786636" y="187387"/>
                  </a:lnTo>
                  <a:lnTo>
                    <a:pt x="2729799" y="164659"/>
                  </a:lnTo>
                  <a:lnTo>
                    <a:pt x="2702183" y="154598"/>
                  </a:lnTo>
                  <a:lnTo>
                    <a:pt x="2650356" y="137414"/>
                  </a:lnTo>
                  <a:lnTo>
                    <a:pt x="2596083" y="121720"/>
                  </a:lnTo>
                  <a:lnTo>
                    <a:pt x="2538683" y="107463"/>
                  </a:lnTo>
                  <a:lnTo>
                    <a:pt x="2477407" y="94541"/>
                  </a:lnTo>
                  <a:lnTo>
                    <a:pt x="2411480" y="82831"/>
                  </a:lnTo>
                  <a:lnTo>
                    <a:pt x="2340139" y="72208"/>
                  </a:lnTo>
                  <a:lnTo>
                    <a:pt x="2262692" y="62554"/>
                  </a:lnTo>
                  <a:lnTo>
                    <a:pt x="2178580" y="53764"/>
                  </a:lnTo>
                  <a:lnTo>
                    <a:pt x="2087469" y="45752"/>
                  </a:lnTo>
                  <a:lnTo>
                    <a:pt x="1989370" y="38451"/>
                  </a:lnTo>
                  <a:lnTo>
                    <a:pt x="1884776" y="31816"/>
                  </a:lnTo>
                  <a:lnTo>
                    <a:pt x="1774806" y="25822"/>
                  </a:lnTo>
                  <a:lnTo>
                    <a:pt x="1661333" y="20461"/>
                  </a:lnTo>
                  <a:lnTo>
                    <a:pt x="1547038" y="15740"/>
                  </a:lnTo>
                  <a:lnTo>
                    <a:pt x="1435348" y="11673"/>
                  </a:lnTo>
                  <a:lnTo>
                    <a:pt x="1330198" y="8270"/>
                  </a:lnTo>
                  <a:lnTo>
                    <a:pt x="1235613" y="5531"/>
                  </a:lnTo>
                  <a:lnTo>
                    <a:pt x="1155150" y="3434"/>
                  </a:lnTo>
                  <a:lnTo>
                    <a:pt x="1091311" y="1928"/>
                  </a:lnTo>
                  <a:lnTo>
                    <a:pt x="1045070" y="937"/>
                  </a:lnTo>
                  <a:lnTo>
                    <a:pt x="1015630" y="361"/>
                  </a:lnTo>
                  <a:lnTo>
                    <a:pt x="1000435" y="89"/>
                  </a:lnTo>
                  <a:lnTo>
                    <a:pt x="995359" y="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5" name="pl114"/>
            <p:cNvSpPr/>
            <p:nvPr/>
          </p:nvSpPr>
          <p:spPr>
            <a:xfrm>
              <a:off x="1199187" y="2106570"/>
              <a:ext cx="12049831" cy="4449298"/>
            </a:xfrm>
            <a:custGeom>
              <a:avLst/>
              <a:pathLst>
                <a:path w="12049831" h="4449298">
                  <a:moveTo>
                    <a:pt x="0" y="0"/>
                  </a:moveTo>
                  <a:lnTo>
                    <a:pt x="994940" y="0"/>
                  </a:lnTo>
                  <a:lnTo>
                    <a:pt x="996069" y="17"/>
                  </a:lnTo>
                  <a:lnTo>
                    <a:pt x="1003525" y="143"/>
                  </a:lnTo>
                  <a:lnTo>
                    <a:pt x="1022421" y="489"/>
                  </a:lnTo>
                  <a:lnTo>
                    <a:pt x="1056459" y="1172"/>
                  </a:lnTo>
                  <a:lnTo>
                    <a:pt x="1107710" y="2301"/>
                  </a:lnTo>
                  <a:lnTo>
                    <a:pt x="1176456" y="3968"/>
                  </a:lnTo>
                  <a:lnTo>
                    <a:pt x="1261252" y="6245"/>
                  </a:lnTo>
                  <a:lnTo>
                    <a:pt x="1359240" y="9171"/>
                  </a:lnTo>
                  <a:lnTo>
                    <a:pt x="1466668" y="12764"/>
                  </a:lnTo>
                  <a:lnTo>
                    <a:pt x="1579484" y="17018"/>
                  </a:lnTo>
                  <a:lnTo>
                    <a:pt x="1693865" y="21923"/>
                  </a:lnTo>
                  <a:lnTo>
                    <a:pt x="1806578" y="27464"/>
                  </a:lnTo>
                  <a:lnTo>
                    <a:pt x="1915173" y="33639"/>
                  </a:lnTo>
                  <a:lnTo>
                    <a:pt x="2018002" y="40461"/>
                  </a:lnTo>
                  <a:lnTo>
                    <a:pt x="2114137" y="47959"/>
                  </a:lnTo>
                  <a:lnTo>
                    <a:pt x="2203238" y="56185"/>
                  </a:lnTo>
                  <a:lnTo>
                    <a:pt x="2285406" y="65211"/>
                  </a:lnTo>
                  <a:lnTo>
                    <a:pt x="2361050" y="75130"/>
                  </a:lnTo>
                  <a:lnTo>
                    <a:pt x="2430774" y="86050"/>
                  </a:lnTo>
                  <a:lnTo>
                    <a:pt x="2495298" y="98092"/>
                  </a:lnTo>
                  <a:lnTo>
                    <a:pt x="2555392" y="111382"/>
                  </a:lnTo>
                  <a:lnTo>
                    <a:pt x="2611827" y="126040"/>
                  </a:lnTo>
                  <a:lnTo>
                    <a:pt x="2665338" y="142156"/>
                  </a:lnTo>
                  <a:lnTo>
                    <a:pt x="2702183" y="154598"/>
                  </a:lnTo>
                  <a:lnTo>
                    <a:pt x="2759925" y="176363"/>
                  </a:lnTo>
                  <a:lnTo>
                    <a:pt x="2815938" y="200177"/>
                  </a:lnTo>
                  <a:lnTo>
                    <a:pt x="2870827" y="226075"/>
                  </a:lnTo>
                  <a:lnTo>
                    <a:pt x="2925044" y="254033"/>
                  </a:lnTo>
                  <a:lnTo>
                    <a:pt x="2978921" y="283962"/>
                  </a:lnTo>
                  <a:lnTo>
                    <a:pt x="3032684" y="315702"/>
                  </a:lnTo>
                  <a:lnTo>
                    <a:pt x="3086472" y="349024"/>
                  </a:lnTo>
                  <a:lnTo>
                    <a:pt x="3140352" y="383629"/>
                  </a:lnTo>
                  <a:lnTo>
                    <a:pt x="3194334" y="419162"/>
                  </a:lnTo>
                  <a:lnTo>
                    <a:pt x="3248385" y="455223"/>
                  </a:lnTo>
                  <a:lnTo>
                    <a:pt x="3302450" y="491385"/>
                  </a:lnTo>
                  <a:lnTo>
                    <a:pt x="3356470" y="527220"/>
                  </a:lnTo>
                  <a:lnTo>
                    <a:pt x="3410400" y="562312"/>
                  </a:lnTo>
                  <a:lnTo>
                    <a:pt x="3464227" y="596283"/>
                  </a:lnTo>
                  <a:lnTo>
                    <a:pt x="3517989" y="628805"/>
                  </a:lnTo>
                  <a:lnTo>
                    <a:pt x="3571790" y="659617"/>
                  </a:lnTo>
                  <a:lnTo>
                    <a:pt x="3625811" y="688524"/>
                  </a:lnTo>
                  <a:lnTo>
                    <a:pt x="3680334" y="715405"/>
                  </a:lnTo>
                  <a:lnTo>
                    <a:pt x="3735749" y="740205"/>
                  </a:lnTo>
                  <a:lnTo>
                    <a:pt x="3792586" y="762933"/>
                  </a:lnTo>
                  <a:lnTo>
                    <a:pt x="3820202" y="772993"/>
                  </a:lnTo>
                  <a:lnTo>
                    <a:pt x="3872029" y="790177"/>
                  </a:lnTo>
                  <a:lnTo>
                    <a:pt x="3926302" y="805871"/>
                  </a:lnTo>
                  <a:lnTo>
                    <a:pt x="3983702" y="820129"/>
                  </a:lnTo>
                  <a:lnTo>
                    <a:pt x="4044978" y="833051"/>
                  </a:lnTo>
                  <a:lnTo>
                    <a:pt x="4110905" y="844760"/>
                  </a:lnTo>
                  <a:lnTo>
                    <a:pt x="4182246" y="855383"/>
                  </a:lnTo>
                  <a:lnTo>
                    <a:pt x="4259693" y="865037"/>
                  </a:lnTo>
                  <a:lnTo>
                    <a:pt x="4343805" y="873827"/>
                  </a:lnTo>
                  <a:lnTo>
                    <a:pt x="4434916" y="881840"/>
                  </a:lnTo>
                  <a:lnTo>
                    <a:pt x="4533015" y="889140"/>
                  </a:lnTo>
                  <a:lnTo>
                    <a:pt x="4637609" y="895775"/>
                  </a:lnTo>
                  <a:lnTo>
                    <a:pt x="4747579" y="901770"/>
                  </a:lnTo>
                  <a:lnTo>
                    <a:pt x="4861052" y="907131"/>
                  </a:lnTo>
                  <a:lnTo>
                    <a:pt x="4975347" y="911851"/>
                  </a:lnTo>
                  <a:lnTo>
                    <a:pt x="5087037" y="915919"/>
                  </a:lnTo>
                  <a:lnTo>
                    <a:pt x="5192187" y="919321"/>
                  </a:lnTo>
                  <a:lnTo>
                    <a:pt x="5286772" y="922060"/>
                  </a:lnTo>
                  <a:lnTo>
                    <a:pt x="5367235" y="924157"/>
                  </a:lnTo>
                  <a:lnTo>
                    <a:pt x="5431074" y="925663"/>
                  </a:lnTo>
                  <a:lnTo>
                    <a:pt x="5477315" y="926655"/>
                  </a:lnTo>
                  <a:lnTo>
                    <a:pt x="5506755" y="927230"/>
                  </a:lnTo>
                  <a:lnTo>
                    <a:pt x="5521950" y="927502"/>
                  </a:lnTo>
                  <a:lnTo>
                    <a:pt x="5527026" y="927585"/>
                  </a:lnTo>
                  <a:lnTo>
                    <a:pt x="5527445" y="927592"/>
                  </a:lnTo>
                  <a:lnTo>
                    <a:pt x="6522385" y="927592"/>
                  </a:lnTo>
                  <a:lnTo>
                    <a:pt x="6523432" y="927654"/>
                  </a:lnTo>
                  <a:lnTo>
                    <a:pt x="6530350" y="928094"/>
                  </a:lnTo>
                  <a:lnTo>
                    <a:pt x="6547920" y="929310"/>
                  </a:lnTo>
                  <a:lnTo>
                    <a:pt x="6579657" y="931707"/>
                  </a:lnTo>
                  <a:lnTo>
                    <a:pt x="6627620" y="935673"/>
                  </a:lnTo>
                  <a:lnTo>
                    <a:pt x="6692264" y="941544"/>
                  </a:lnTo>
                  <a:lnTo>
                    <a:pt x="6772462" y="949578"/>
                  </a:lnTo>
                  <a:lnTo>
                    <a:pt x="6865754" y="959936"/>
                  </a:lnTo>
                  <a:lnTo>
                    <a:pt x="6968781" y="972691"/>
                  </a:lnTo>
                  <a:lnTo>
                    <a:pt x="7077806" y="987841"/>
                  </a:lnTo>
                  <a:lnTo>
                    <a:pt x="7189199" y="1005345"/>
                  </a:lnTo>
                  <a:lnTo>
                    <a:pt x="7299798" y="1025157"/>
                  </a:lnTo>
                  <a:lnTo>
                    <a:pt x="7407115" y="1047252"/>
                  </a:lnTo>
                  <a:lnTo>
                    <a:pt x="7509392" y="1071654"/>
                  </a:lnTo>
                  <a:lnTo>
                    <a:pt x="7605554" y="1098447"/>
                  </a:lnTo>
                  <a:lnTo>
                    <a:pt x="7695103" y="1127785"/>
                  </a:lnTo>
                  <a:lnTo>
                    <a:pt x="7777985" y="1159892"/>
                  </a:lnTo>
                  <a:lnTo>
                    <a:pt x="7854474" y="1195064"/>
                  </a:lnTo>
                  <a:lnTo>
                    <a:pt x="7925060" y="1233658"/>
                  </a:lnTo>
                  <a:lnTo>
                    <a:pt x="7990367" y="1276080"/>
                  </a:lnTo>
                  <a:lnTo>
                    <a:pt x="8051090" y="1322770"/>
                  </a:lnTo>
                  <a:lnTo>
                    <a:pt x="8107949" y="1374167"/>
                  </a:lnTo>
                  <a:lnTo>
                    <a:pt x="8161645" y="1430655"/>
                  </a:lnTo>
                  <a:lnTo>
                    <a:pt x="8212833" y="1492483"/>
                  </a:lnTo>
                  <a:lnTo>
                    <a:pt x="8229629" y="1514543"/>
                  </a:lnTo>
                  <a:lnTo>
                    <a:pt x="8270315" y="1571661"/>
                  </a:lnTo>
                  <a:lnTo>
                    <a:pt x="8310052" y="1632565"/>
                  </a:lnTo>
                  <a:lnTo>
                    <a:pt x="8349071" y="1697334"/>
                  </a:lnTo>
                  <a:lnTo>
                    <a:pt x="8387568" y="1765996"/>
                  </a:lnTo>
                  <a:lnTo>
                    <a:pt x="8425698" y="1838523"/>
                  </a:lnTo>
                  <a:lnTo>
                    <a:pt x="8463590" y="1914832"/>
                  </a:lnTo>
                  <a:lnTo>
                    <a:pt x="8501343" y="1994772"/>
                  </a:lnTo>
                  <a:lnTo>
                    <a:pt x="8539034" y="2078131"/>
                  </a:lnTo>
                  <a:lnTo>
                    <a:pt x="8576716" y="2164629"/>
                  </a:lnTo>
                  <a:lnTo>
                    <a:pt x="8614427" y="2253923"/>
                  </a:lnTo>
                  <a:lnTo>
                    <a:pt x="8652183" y="2345610"/>
                  </a:lnTo>
                  <a:lnTo>
                    <a:pt x="8689992" y="2439233"/>
                  </a:lnTo>
                  <a:lnTo>
                    <a:pt x="8727846" y="2534290"/>
                  </a:lnTo>
                  <a:lnTo>
                    <a:pt x="8765732" y="2630247"/>
                  </a:lnTo>
                  <a:lnTo>
                    <a:pt x="8803631" y="2726545"/>
                  </a:lnTo>
                  <a:lnTo>
                    <a:pt x="8841522" y="2822620"/>
                  </a:lnTo>
                  <a:lnTo>
                    <a:pt x="8879384" y="2917910"/>
                  </a:lnTo>
                  <a:lnTo>
                    <a:pt x="8917203" y="3011875"/>
                  </a:lnTo>
                  <a:lnTo>
                    <a:pt x="8954971" y="3104006"/>
                  </a:lnTo>
                  <a:lnTo>
                    <a:pt x="8992689" y="3193834"/>
                  </a:lnTo>
                  <a:lnTo>
                    <a:pt x="9030375" y="3280947"/>
                  </a:lnTo>
                  <a:lnTo>
                    <a:pt x="9068060" y="3364986"/>
                  </a:lnTo>
                  <a:lnTo>
                    <a:pt x="9105795" y="3445660"/>
                  </a:lnTo>
                  <a:lnTo>
                    <a:pt x="9143651" y="3522742"/>
                  </a:lnTo>
                  <a:lnTo>
                    <a:pt x="9181722" y="3596068"/>
                  </a:lnTo>
                  <a:lnTo>
                    <a:pt x="9220130" y="3665540"/>
                  </a:lnTo>
                  <a:lnTo>
                    <a:pt x="9259025" y="3731122"/>
                  </a:lnTo>
                  <a:lnTo>
                    <a:pt x="9298594" y="3792828"/>
                  </a:lnTo>
                  <a:lnTo>
                    <a:pt x="9339060" y="3850728"/>
                  </a:lnTo>
                  <a:lnTo>
                    <a:pt x="9347647" y="3862347"/>
                  </a:lnTo>
                  <a:lnTo>
                    <a:pt x="9398123" y="3925992"/>
                  </a:lnTo>
                  <a:lnTo>
                    <a:pt x="9450904" y="3984262"/>
                  </a:lnTo>
                  <a:lnTo>
                    <a:pt x="9506619" y="4037337"/>
                  </a:lnTo>
                  <a:lnTo>
                    <a:pt x="9565959" y="4085567"/>
                  </a:lnTo>
                  <a:lnTo>
                    <a:pt x="9629641" y="4129378"/>
                  </a:lnTo>
                  <a:lnTo>
                    <a:pt x="9698372" y="4169214"/>
                  </a:lnTo>
                  <a:lnTo>
                    <a:pt x="9772808" y="4205497"/>
                  </a:lnTo>
                  <a:lnTo>
                    <a:pt x="9853492" y="4238602"/>
                  </a:lnTo>
                  <a:lnTo>
                    <a:pt x="9940780" y="4268845"/>
                  </a:lnTo>
                  <a:lnTo>
                    <a:pt x="10034743" y="4296475"/>
                  </a:lnTo>
                  <a:lnTo>
                    <a:pt x="10135047" y="4321671"/>
                  </a:lnTo>
                  <a:lnTo>
                    <a:pt x="10240825" y="4344538"/>
                  </a:lnTo>
                  <a:lnTo>
                    <a:pt x="10350559" y="4365120"/>
                  </a:lnTo>
                  <a:lnTo>
                    <a:pt x="10462007" y="4383408"/>
                  </a:lnTo>
                  <a:lnTo>
                    <a:pt x="10572219" y="4399357"/>
                  </a:lnTo>
                  <a:lnTo>
                    <a:pt x="10677690" y="4412922"/>
                  </a:lnTo>
                  <a:lnTo>
                    <a:pt x="10774669" y="4424084"/>
                  </a:lnTo>
                  <a:lnTo>
                    <a:pt x="10859612" y="4432888"/>
                  </a:lnTo>
                  <a:lnTo>
                    <a:pt x="10929700" y="4439464"/>
                  </a:lnTo>
                  <a:lnTo>
                    <a:pt x="10983318" y="4444039"/>
                  </a:lnTo>
                  <a:lnTo>
                    <a:pt x="11020374" y="4446923"/>
                  </a:lnTo>
                  <a:lnTo>
                    <a:pt x="11042396" y="4448493"/>
                  </a:lnTo>
                  <a:lnTo>
                    <a:pt x="11052431" y="4449149"/>
                  </a:lnTo>
                  <a:lnTo>
                    <a:pt x="11054850" y="4449295"/>
                  </a:lnTo>
                  <a:lnTo>
                    <a:pt x="11054891" y="4449298"/>
                  </a:lnTo>
                  <a:lnTo>
                    <a:pt x="12049831" y="4449298"/>
                  </a:lnTo>
                  <a:lnTo>
                    <a:pt x="12049831" y="44492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" name="pl115"/>
            <p:cNvSpPr/>
            <p:nvPr/>
          </p:nvSpPr>
          <p:spPr>
            <a:xfrm>
              <a:off x="1199187" y="2101329"/>
              <a:ext cx="12049831" cy="4449298"/>
            </a:xfrm>
            <a:custGeom>
              <a:avLst/>
              <a:pathLst>
                <a:path w="12049831" h="4449298">
                  <a:moveTo>
                    <a:pt x="12049831" y="4449298"/>
                  </a:moveTo>
                  <a:lnTo>
                    <a:pt x="11054891" y="4449298"/>
                  </a:lnTo>
                  <a:lnTo>
                    <a:pt x="11053844" y="4449236"/>
                  </a:lnTo>
                  <a:lnTo>
                    <a:pt x="11046927" y="4448796"/>
                  </a:lnTo>
                  <a:lnTo>
                    <a:pt x="11029357" y="4447580"/>
                  </a:lnTo>
                  <a:lnTo>
                    <a:pt x="10997620" y="4445182"/>
                  </a:lnTo>
                  <a:lnTo>
                    <a:pt x="10949656" y="4441216"/>
                  </a:lnTo>
                  <a:lnTo>
                    <a:pt x="10885012" y="4435345"/>
                  </a:lnTo>
                  <a:lnTo>
                    <a:pt x="10804814" y="4427312"/>
                  </a:lnTo>
                  <a:lnTo>
                    <a:pt x="10711523" y="4416953"/>
                  </a:lnTo>
                  <a:lnTo>
                    <a:pt x="10608496" y="4404199"/>
                  </a:lnTo>
                  <a:lnTo>
                    <a:pt x="10499470" y="4389049"/>
                  </a:lnTo>
                  <a:lnTo>
                    <a:pt x="10388078" y="4371544"/>
                  </a:lnTo>
                  <a:lnTo>
                    <a:pt x="10277478" y="4351733"/>
                  </a:lnTo>
                  <a:lnTo>
                    <a:pt x="10170162" y="4329637"/>
                  </a:lnTo>
                  <a:lnTo>
                    <a:pt x="10067885" y="4305236"/>
                  </a:lnTo>
                  <a:lnTo>
                    <a:pt x="9971722" y="4278443"/>
                  </a:lnTo>
                  <a:lnTo>
                    <a:pt x="9882174" y="4249105"/>
                  </a:lnTo>
                  <a:lnTo>
                    <a:pt x="9799291" y="4216997"/>
                  </a:lnTo>
                  <a:lnTo>
                    <a:pt x="9722802" y="4181825"/>
                  </a:lnTo>
                  <a:lnTo>
                    <a:pt x="9652216" y="4143232"/>
                  </a:lnTo>
                  <a:lnTo>
                    <a:pt x="9586910" y="4100810"/>
                  </a:lnTo>
                  <a:lnTo>
                    <a:pt x="9526186" y="4054119"/>
                  </a:lnTo>
                  <a:lnTo>
                    <a:pt x="9469328" y="4002723"/>
                  </a:lnTo>
                  <a:lnTo>
                    <a:pt x="9415631" y="3946235"/>
                  </a:lnTo>
                  <a:lnTo>
                    <a:pt x="9364443" y="3884407"/>
                  </a:lnTo>
                  <a:lnTo>
                    <a:pt x="9347647" y="3862347"/>
                  </a:lnTo>
                  <a:lnTo>
                    <a:pt x="9306961" y="3805229"/>
                  </a:lnTo>
                  <a:lnTo>
                    <a:pt x="9267225" y="3744324"/>
                  </a:lnTo>
                  <a:lnTo>
                    <a:pt x="9228205" y="3679555"/>
                  </a:lnTo>
                  <a:lnTo>
                    <a:pt x="9189709" y="3610894"/>
                  </a:lnTo>
                  <a:lnTo>
                    <a:pt x="9151578" y="3538366"/>
                  </a:lnTo>
                  <a:lnTo>
                    <a:pt x="9113686" y="3462058"/>
                  </a:lnTo>
                  <a:lnTo>
                    <a:pt x="9075933" y="3382118"/>
                  </a:lnTo>
                  <a:lnTo>
                    <a:pt x="9038243" y="3298759"/>
                  </a:lnTo>
                  <a:lnTo>
                    <a:pt x="9000560" y="3212261"/>
                  </a:lnTo>
                  <a:lnTo>
                    <a:pt x="8962850" y="3122966"/>
                  </a:lnTo>
                  <a:lnTo>
                    <a:pt x="8925093" y="3031280"/>
                  </a:lnTo>
                  <a:lnTo>
                    <a:pt x="8887285" y="2937657"/>
                  </a:lnTo>
                  <a:lnTo>
                    <a:pt x="8849431" y="2842599"/>
                  </a:lnTo>
                  <a:lnTo>
                    <a:pt x="8811544" y="2746643"/>
                  </a:lnTo>
                  <a:lnTo>
                    <a:pt x="8773645" y="2650344"/>
                  </a:lnTo>
                  <a:lnTo>
                    <a:pt x="8735755" y="2554270"/>
                  </a:lnTo>
                  <a:lnTo>
                    <a:pt x="8697892" y="2458980"/>
                  </a:lnTo>
                  <a:lnTo>
                    <a:pt x="8660073" y="2365014"/>
                  </a:lnTo>
                  <a:lnTo>
                    <a:pt x="8622306" y="2272884"/>
                  </a:lnTo>
                  <a:lnTo>
                    <a:pt x="8584587" y="2183055"/>
                  </a:lnTo>
                  <a:lnTo>
                    <a:pt x="8546901" y="2095943"/>
                  </a:lnTo>
                  <a:lnTo>
                    <a:pt x="8509216" y="2011903"/>
                  </a:lnTo>
                  <a:lnTo>
                    <a:pt x="8471481" y="1931229"/>
                  </a:lnTo>
                  <a:lnTo>
                    <a:pt x="8433626" y="1854148"/>
                  </a:lnTo>
                  <a:lnTo>
                    <a:pt x="8395555" y="1780822"/>
                  </a:lnTo>
                  <a:lnTo>
                    <a:pt x="8357147" y="1711349"/>
                  </a:lnTo>
                  <a:lnTo>
                    <a:pt x="8318251" y="1645768"/>
                  </a:lnTo>
                  <a:lnTo>
                    <a:pt x="8278682" y="1584061"/>
                  </a:lnTo>
                  <a:lnTo>
                    <a:pt x="8238216" y="1526161"/>
                  </a:lnTo>
                  <a:lnTo>
                    <a:pt x="8229629" y="1514543"/>
                  </a:lnTo>
                  <a:lnTo>
                    <a:pt x="8179154" y="1450898"/>
                  </a:lnTo>
                  <a:lnTo>
                    <a:pt x="8126373" y="1392627"/>
                  </a:lnTo>
                  <a:lnTo>
                    <a:pt x="8070657" y="1339553"/>
                  </a:lnTo>
                  <a:lnTo>
                    <a:pt x="8011317" y="1291323"/>
                  </a:lnTo>
                  <a:lnTo>
                    <a:pt x="7947636" y="1247512"/>
                  </a:lnTo>
                  <a:lnTo>
                    <a:pt x="7878904" y="1207675"/>
                  </a:lnTo>
                  <a:lnTo>
                    <a:pt x="7804469" y="1171392"/>
                  </a:lnTo>
                  <a:lnTo>
                    <a:pt x="7723785" y="1138287"/>
                  </a:lnTo>
                  <a:lnTo>
                    <a:pt x="7636497" y="1108044"/>
                  </a:lnTo>
                  <a:lnTo>
                    <a:pt x="7542533" y="1080414"/>
                  </a:lnTo>
                  <a:lnTo>
                    <a:pt x="7442229" y="1055219"/>
                  </a:lnTo>
                  <a:lnTo>
                    <a:pt x="7336451" y="1032352"/>
                  </a:lnTo>
                  <a:lnTo>
                    <a:pt x="7226717" y="1011769"/>
                  </a:lnTo>
                  <a:lnTo>
                    <a:pt x="7115269" y="993482"/>
                  </a:lnTo>
                  <a:lnTo>
                    <a:pt x="7005057" y="977533"/>
                  </a:lnTo>
                  <a:lnTo>
                    <a:pt x="6899587" y="963968"/>
                  </a:lnTo>
                  <a:lnTo>
                    <a:pt x="6802607" y="952805"/>
                  </a:lnTo>
                  <a:lnTo>
                    <a:pt x="6717665" y="944001"/>
                  </a:lnTo>
                  <a:lnTo>
                    <a:pt x="6647577" y="937425"/>
                  </a:lnTo>
                  <a:lnTo>
                    <a:pt x="6593959" y="932851"/>
                  </a:lnTo>
                  <a:lnTo>
                    <a:pt x="6556902" y="929966"/>
                  </a:lnTo>
                  <a:lnTo>
                    <a:pt x="6534881" y="928397"/>
                  </a:lnTo>
                  <a:lnTo>
                    <a:pt x="6524846" y="927740"/>
                  </a:lnTo>
                  <a:lnTo>
                    <a:pt x="6522427" y="927594"/>
                  </a:lnTo>
                  <a:lnTo>
                    <a:pt x="6522385" y="927592"/>
                  </a:lnTo>
                  <a:lnTo>
                    <a:pt x="5527445" y="927592"/>
                  </a:lnTo>
                  <a:lnTo>
                    <a:pt x="5526316" y="927574"/>
                  </a:lnTo>
                  <a:lnTo>
                    <a:pt x="5518860" y="927449"/>
                  </a:lnTo>
                  <a:lnTo>
                    <a:pt x="5499964" y="927102"/>
                  </a:lnTo>
                  <a:lnTo>
                    <a:pt x="5465926" y="926419"/>
                  </a:lnTo>
                  <a:lnTo>
                    <a:pt x="5414675" y="925291"/>
                  </a:lnTo>
                  <a:lnTo>
                    <a:pt x="5345929" y="923623"/>
                  </a:lnTo>
                  <a:lnTo>
                    <a:pt x="5261133" y="921347"/>
                  </a:lnTo>
                  <a:lnTo>
                    <a:pt x="5163145" y="918420"/>
                  </a:lnTo>
                  <a:lnTo>
                    <a:pt x="5055717" y="914828"/>
                  </a:lnTo>
                  <a:lnTo>
                    <a:pt x="4942901" y="910573"/>
                  </a:lnTo>
                  <a:lnTo>
                    <a:pt x="4828520" y="905669"/>
                  </a:lnTo>
                  <a:lnTo>
                    <a:pt x="4715807" y="900127"/>
                  </a:lnTo>
                  <a:lnTo>
                    <a:pt x="4607212" y="893952"/>
                  </a:lnTo>
                  <a:lnTo>
                    <a:pt x="4504383" y="887131"/>
                  </a:lnTo>
                  <a:lnTo>
                    <a:pt x="4408248" y="879633"/>
                  </a:lnTo>
                  <a:lnTo>
                    <a:pt x="4319147" y="871407"/>
                  </a:lnTo>
                  <a:lnTo>
                    <a:pt x="4236979" y="862380"/>
                  </a:lnTo>
                  <a:lnTo>
                    <a:pt x="4161335" y="852461"/>
                  </a:lnTo>
                  <a:lnTo>
                    <a:pt x="4091611" y="841542"/>
                  </a:lnTo>
                  <a:lnTo>
                    <a:pt x="4027087" y="829500"/>
                  </a:lnTo>
                  <a:lnTo>
                    <a:pt x="3966993" y="816209"/>
                  </a:lnTo>
                  <a:lnTo>
                    <a:pt x="3910558" y="801552"/>
                  </a:lnTo>
                  <a:lnTo>
                    <a:pt x="3857047" y="785436"/>
                  </a:lnTo>
                  <a:lnTo>
                    <a:pt x="3820202" y="772993"/>
                  </a:lnTo>
                  <a:lnTo>
                    <a:pt x="3762460" y="751228"/>
                  </a:lnTo>
                  <a:lnTo>
                    <a:pt x="3706447" y="727414"/>
                  </a:lnTo>
                  <a:lnTo>
                    <a:pt x="3651558" y="701516"/>
                  </a:lnTo>
                  <a:lnTo>
                    <a:pt x="3597341" y="673558"/>
                  </a:lnTo>
                  <a:lnTo>
                    <a:pt x="3543464" y="643629"/>
                  </a:lnTo>
                  <a:lnTo>
                    <a:pt x="3489701" y="611889"/>
                  </a:lnTo>
                  <a:lnTo>
                    <a:pt x="3435913" y="578567"/>
                  </a:lnTo>
                  <a:lnTo>
                    <a:pt x="3382033" y="543962"/>
                  </a:lnTo>
                  <a:lnTo>
                    <a:pt x="3328051" y="508429"/>
                  </a:lnTo>
                  <a:lnTo>
                    <a:pt x="3274000" y="472369"/>
                  </a:lnTo>
                  <a:lnTo>
                    <a:pt x="3219935" y="436206"/>
                  </a:lnTo>
                  <a:lnTo>
                    <a:pt x="3165915" y="400371"/>
                  </a:lnTo>
                  <a:lnTo>
                    <a:pt x="3111985" y="365279"/>
                  </a:lnTo>
                  <a:lnTo>
                    <a:pt x="3058158" y="331309"/>
                  </a:lnTo>
                  <a:lnTo>
                    <a:pt x="3004396" y="298786"/>
                  </a:lnTo>
                  <a:lnTo>
                    <a:pt x="2950595" y="267974"/>
                  </a:lnTo>
                  <a:lnTo>
                    <a:pt x="2896574" y="239067"/>
                  </a:lnTo>
                  <a:lnTo>
                    <a:pt x="2842051" y="212187"/>
                  </a:lnTo>
                  <a:lnTo>
                    <a:pt x="2786636" y="187387"/>
                  </a:lnTo>
                  <a:lnTo>
                    <a:pt x="2729799" y="164659"/>
                  </a:lnTo>
                  <a:lnTo>
                    <a:pt x="2702183" y="154598"/>
                  </a:lnTo>
                  <a:lnTo>
                    <a:pt x="2650356" y="137414"/>
                  </a:lnTo>
                  <a:lnTo>
                    <a:pt x="2596083" y="121720"/>
                  </a:lnTo>
                  <a:lnTo>
                    <a:pt x="2538683" y="107463"/>
                  </a:lnTo>
                  <a:lnTo>
                    <a:pt x="2477407" y="94541"/>
                  </a:lnTo>
                  <a:lnTo>
                    <a:pt x="2411480" y="82831"/>
                  </a:lnTo>
                  <a:lnTo>
                    <a:pt x="2340139" y="72208"/>
                  </a:lnTo>
                  <a:lnTo>
                    <a:pt x="2262692" y="62554"/>
                  </a:lnTo>
                  <a:lnTo>
                    <a:pt x="2178580" y="53764"/>
                  </a:lnTo>
                  <a:lnTo>
                    <a:pt x="2087469" y="45752"/>
                  </a:lnTo>
                  <a:lnTo>
                    <a:pt x="1989370" y="38451"/>
                  </a:lnTo>
                  <a:lnTo>
                    <a:pt x="1884776" y="31816"/>
                  </a:lnTo>
                  <a:lnTo>
                    <a:pt x="1774806" y="25822"/>
                  </a:lnTo>
                  <a:lnTo>
                    <a:pt x="1661333" y="20461"/>
                  </a:lnTo>
                  <a:lnTo>
                    <a:pt x="1547038" y="15740"/>
                  </a:lnTo>
                  <a:lnTo>
                    <a:pt x="1435348" y="11673"/>
                  </a:lnTo>
                  <a:lnTo>
                    <a:pt x="1330198" y="8270"/>
                  </a:lnTo>
                  <a:lnTo>
                    <a:pt x="1235613" y="5531"/>
                  </a:lnTo>
                  <a:lnTo>
                    <a:pt x="1155150" y="3434"/>
                  </a:lnTo>
                  <a:lnTo>
                    <a:pt x="1091311" y="1928"/>
                  </a:lnTo>
                  <a:lnTo>
                    <a:pt x="1045070" y="937"/>
                  </a:lnTo>
                  <a:lnTo>
                    <a:pt x="1015630" y="361"/>
                  </a:lnTo>
                  <a:lnTo>
                    <a:pt x="1000435" y="89"/>
                  </a:lnTo>
                  <a:lnTo>
                    <a:pt x="995359" y="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" name="pg116"/>
            <p:cNvSpPr/>
            <p:nvPr/>
          </p:nvSpPr>
          <p:spPr>
            <a:xfrm>
              <a:off x="1199187" y="2143254"/>
              <a:ext cx="12049831" cy="4197747"/>
            </a:xfrm>
            <a:custGeom>
              <a:avLst/>
              <a:pathLst>
                <a:path w="12049831" h="4197747">
                  <a:moveTo>
                    <a:pt x="0" y="1650799"/>
                  </a:moveTo>
                  <a:lnTo>
                    <a:pt x="994940" y="1650799"/>
                  </a:lnTo>
                  <a:lnTo>
                    <a:pt x="996027" y="1650846"/>
                  </a:lnTo>
                  <a:lnTo>
                    <a:pt x="1003209" y="1651177"/>
                  </a:lnTo>
                  <a:lnTo>
                    <a:pt x="1021429" y="1652092"/>
                  </a:lnTo>
                  <a:lnTo>
                    <a:pt x="1054297" y="1653895"/>
                  </a:lnTo>
                  <a:lnTo>
                    <a:pt x="1103878" y="1656876"/>
                  </a:lnTo>
                  <a:lnTo>
                    <a:pt x="1170547" y="1661286"/>
                  </a:lnTo>
                  <a:lnTo>
                    <a:pt x="1253020" y="1667312"/>
                  </a:lnTo>
                  <a:lnTo>
                    <a:pt x="1348646" y="1675071"/>
                  </a:lnTo>
                  <a:lnTo>
                    <a:pt x="1453870" y="1684610"/>
                  </a:lnTo>
                  <a:lnTo>
                    <a:pt x="1564800" y="1695924"/>
                  </a:lnTo>
                  <a:lnTo>
                    <a:pt x="1677704" y="1708982"/>
                  </a:lnTo>
                  <a:lnTo>
                    <a:pt x="1789385" y="1723747"/>
                  </a:lnTo>
                  <a:lnTo>
                    <a:pt x="1897368" y="1740207"/>
                  </a:lnTo>
                  <a:lnTo>
                    <a:pt x="1999948" y="1758387"/>
                  </a:lnTo>
                  <a:lnTo>
                    <a:pt x="2096120" y="1778358"/>
                  </a:lnTo>
                  <a:lnTo>
                    <a:pt x="2185464" y="1800246"/>
                  </a:lnTo>
                  <a:lnTo>
                    <a:pt x="2268002" y="1824232"/>
                  </a:lnTo>
                  <a:lnTo>
                    <a:pt x="2344076" y="1850547"/>
                  </a:lnTo>
                  <a:lnTo>
                    <a:pt x="2414232" y="1879469"/>
                  </a:lnTo>
                  <a:lnTo>
                    <a:pt x="2479142" y="1911311"/>
                  </a:lnTo>
                  <a:lnTo>
                    <a:pt x="2539541" y="1946408"/>
                  </a:lnTo>
                  <a:lnTo>
                    <a:pt x="2596173" y="1985081"/>
                  </a:lnTo>
                  <a:lnTo>
                    <a:pt x="2649760" y="2027599"/>
                  </a:lnTo>
                  <a:lnTo>
                    <a:pt x="2700957" y="2074104"/>
                  </a:lnTo>
                  <a:lnTo>
                    <a:pt x="2702183" y="2075291"/>
                  </a:lnTo>
                  <a:lnTo>
                    <a:pt x="2748123" y="2122211"/>
                  </a:lnTo>
                  <a:lnTo>
                    <a:pt x="2792888" y="2172645"/>
                  </a:lnTo>
                  <a:lnTo>
                    <a:pt x="2836805" y="2226664"/>
                  </a:lnTo>
                  <a:lnTo>
                    <a:pt x="2880136" y="2284280"/>
                  </a:lnTo>
                  <a:lnTo>
                    <a:pt x="2923087" y="2345436"/>
                  </a:lnTo>
                  <a:lnTo>
                    <a:pt x="2965820" y="2410005"/>
                  </a:lnTo>
                  <a:lnTo>
                    <a:pt x="3008455" y="2477782"/>
                  </a:lnTo>
                  <a:lnTo>
                    <a:pt x="3051073" y="2548486"/>
                  </a:lnTo>
                  <a:lnTo>
                    <a:pt x="3093727" y="2621758"/>
                  </a:lnTo>
                  <a:lnTo>
                    <a:pt x="3136444" y="2697171"/>
                  </a:lnTo>
                  <a:lnTo>
                    <a:pt x="3179225" y="2774234"/>
                  </a:lnTo>
                  <a:lnTo>
                    <a:pt x="3222058" y="2852408"/>
                  </a:lnTo>
                  <a:lnTo>
                    <a:pt x="3264918" y="2931121"/>
                  </a:lnTo>
                  <a:lnTo>
                    <a:pt x="3307775" y="3009782"/>
                  </a:lnTo>
                  <a:lnTo>
                    <a:pt x="3350601" y="3087803"/>
                  </a:lnTo>
                  <a:lnTo>
                    <a:pt x="3393371" y="3164617"/>
                  </a:lnTo>
                  <a:lnTo>
                    <a:pt x="3436076" y="3239691"/>
                  </a:lnTo>
                  <a:lnTo>
                    <a:pt x="3478722" y="3312546"/>
                  </a:lnTo>
                  <a:lnTo>
                    <a:pt x="3521338" y="3382764"/>
                  </a:lnTo>
                  <a:lnTo>
                    <a:pt x="3563982" y="3450002"/>
                  </a:lnTo>
                  <a:lnTo>
                    <a:pt x="3606744" y="3513991"/>
                  </a:lnTo>
                  <a:lnTo>
                    <a:pt x="3649749" y="3574538"/>
                  </a:lnTo>
                  <a:lnTo>
                    <a:pt x="3693165" y="3631531"/>
                  </a:lnTo>
                  <a:lnTo>
                    <a:pt x="3737209" y="3684924"/>
                  </a:lnTo>
                  <a:lnTo>
                    <a:pt x="3782153" y="3734741"/>
                  </a:lnTo>
                  <a:lnTo>
                    <a:pt x="3820202" y="3773256"/>
                  </a:lnTo>
                  <a:lnTo>
                    <a:pt x="3871348" y="3819858"/>
                  </a:lnTo>
                  <a:lnTo>
                    <a:pt x="3924869" y="3862473"/>
                  </a:lnTo>
                  <a:lnTo>
                    <a:pt x="3981418" y="3901237"/>
                  </a:lnTo>
                  <a:lnTo>
                    <a:pt x="4041716" y="3936418"/>
                  </a:lnTo>
                  <a:lnTo>
                    <a:pt x="4106507" y="3968336"/>
                  </a:lnTo>
                  <a:lnTo>
                    <a:pt x="4176527" y="3997325"/>
                  </a:lnTo>
                  <a:lnTo>
                    <a:pt x="4252448" y="4023700"/>
                  </a:lnTo>
                  <a:lnTo>
                    <a:pt x="4334824" y="4047740"/>
                  </a:lnTo>
                  <a:lnTo>
                    <a:pt x="4423999" y="4069677"/>
                  </a:lnTo>
                  <a:lnTo>
                    <a:pt x="4520008" y="4089693"/>
                  </a:lnTo>
                  <a:lnTo>
                    <a:pt x="4622440" y="4107916"/>
                  </a:lnTo>
                  <a:lnTo>
                    <a:pt x="4730308" y="4124418"/>
                  </a:lnTo>
                  <a:lnTo>
                    <a:pt x="4841925" y="4139224"/>
                  </a:lnTo>
                  <a:lnTo>
                    <a:pt x="4954835" y="4152324"/>
                  </a:lnTo>
                  <a:lnTo>
                    <a:pt x="5065856" y="4163681"/>
                  </a:lnTo>
                  <a:lnTo>
                    <a:pt x="5171267" y="4173264"/>
                  </a:lnTo>
                  <a:lnTo>
                    <a:pt x="5267171" y="4181066"/>
                  </a:lnTo>
                  <a:lnTo>
                    <a:pt x="5350003" y="4187134"/>
                  </a:lnTo>
                  <a:lnTo>
                    <a:pt x="5417079" y="4191581"/>
                  </a:lnTo>
                  <a:lnTo>
                    <a:pt x="5467081" y="4194594"/>
                  </a:lnTo>
                  <a:lnTo>
                    <a:pt x="5500339" y="4196423"/>
                  </a:lnTo>
                  <a:lnTo>
                    <a:pt x="5518880" y="4197356"/>
                  </a:lnTo>
                  <a:lnTo>
                    <a:pt x="5526278" y="4197697"/>
                  </a:lnTo>
                  <a:lnTo>
                    <a:pt x="5527445" y="4197747"/>
                  </a:lnTo>
                  <a:lnTo>
                    <a:pt x="6522385" y="4197747"/>
                  </a:lnTo>
                  <a:lnTo>
                    <a:pt x="6523399" y="4197676"/>
                  </a:lnTo>
                  <a:lnTo>
                    <a:pt x="6530105" y="4197169"/>
                  </a:lnTo>
                  <a:lnTo>
                    <a:pt x="6547148" y="4195768"/>
                  </a:lnTo>
                  <a:lnTo>
                    <a:pt x="6577970" y="4193006"/>
                  </a:lnTo>
                  <a:lnTo>
                    <a:pt x="6624620" y="4188434"/>
                  </a:lnTo>
                  <a:lnTo>
                    <a:pt x="6687614" y="4181662"/>
                  </a:lnTo>
                  <a:lnTo>
                    <a:pt x="6765945" y="4172386"/>
                  </a:lnTo>
                  <a:lnTo>
                    <a:pt x="6857311" y="4160412"/>
                  </a:lnTo>
                  <a:lnTo>
                    <a:pt x="6958508" y="4145650"/>
                  </a:lnTo>
                  <a:lnTo>
                    <a:pt x="7065931" y="4128093"/>
                  </a:lnTo>
                  <a:lnTo>
                    <a:pt x="7176035" y="4107788"/>
                  </a:lnTo>
                  <a:lnTo>
                    <a:pt x="7285694" y="4084788"/>
                  </a:lnTo>
                  <a:lnTo>
                    <a:pt x="7392413" y="4059128"/>
                  </a:lnTo>
                  <a:lnTo>
                    <a:pt x="7494397" y="4030788"/>
                  </a:lnTo>
                  <a:lnTo>
                    <a:pt x="7590514" y="3999682"/>
                  </a:lnTo>
                  <a:lnTo>
                    <a:pt x="7680204" y="3965646"/>
                  </a:lnTo>
                  <a:lnTo>
                    <a:pt x="7763353" y="3928433"/>
                  </a:lnTo>
                  <a:lnTo>
                    <a:pt x="7840177" y="3887719"/>
                  </a:lnTo>
                  <a:lnTo>
                    <a:pt x="7911118" y="3843105"/>
                  </a:lnTo>
                  <a:lnTo>
                    <a:pt x="7976761" y="3794130"/>
                  </a:lnTo>
                  <a:lnTo>
                    <a:pt x="8037768" y="3740294"/>
                  </a:lnTo>
                  <a:lnTo>
                    <a:pt x="8094835" y="3681088"/>
                  </a:lnTo>
                  <a:lnTo>
                    <a:pt x="8148648" y="3616045"/>
                  </a:lnTo>
                  <a:lnTo>
                    <a:pt x="8199856" y="3544830"/>
                  </a:lnTo>
                  <a:lnTo>
                    <a:pt x="8229629" y="3498996"/>
                  </a:lnTo>
                  <a:lnTo>
                    <a:pt x="8267478" y="3435944"/>
                  </a:lnTo>
                  <a:lnTo>
                    <a:pt x="8304491" y="3369004"/>
                  </a:lnTo>
                  <a:lnTo>
                    <a:pt x="8340860" y="3298099"/>
                  </a:lnTo>
                  <a:lnTo>
                    <a:pt x="8376744" y="3223191"/>
                  </a:lnTo>
                  <a:lnTo>
                    <a:pt x="8412276" y="3144293"/>
                  </a:lnTo>
                  <a:lnTo>
                    <a:pt x="8447567" y="3061469"/>
                  </a:lnTo>
                  <a:lnTo>
                    <a:pt x="8482705" y="2974835"/>
                  </a:lnTo>
                  <a:lnTo>
                    <a:pt x="8517758" y="2884568"/>
                  </a:lnTo>
                  <a:lnTo>
                    <a:pt x="8552781" y="2790902"/>
                  </a:lnTo>
                  <a:lnTo>
                    <a:pt x="8587809" y="2694128"/>
                  </a:lnTo>
                  <a:lnTo>
                    <a:pt x="8622868" y="2594595"/>
                  </a:lnTo>
                  <a:lnTo>
                    <a:pt x="8657969" y="2492700"/>
                  </a:lnTo>
                  <a:lnTo>
                    <a:pt x="8693115" y="2388890"/>
                  </a:lnTo>
                  <a:lnTo>
                    <a:pt x="8728299" y="2283649"/>
                  </a:lnTo>
                  <a:lnTo>
                    <a:pt x="8763511" y="2177489"/>
                  </a:lnTo>
                  <a:lnTo>
                    <a:pt x="8798736" y="2070945"/>
                  </a:lnTo>
                  <a:lnTo>
                    <a:pt x="8833955" y="1964555"/>
                  </a:lnTo>
                  <a:lnTo>
                    <a:pt x="8869153" y="1858858"/>
                  </a:lnTo>
                  <a:lnTo>
                    <a:pt x="8904316" y="1754376"/>
                  </a:lnTo>
                  <a:lnTo>
                    <a:pt x="8939437" y="1651607"/>
                  </a:lnTo>
                  <a:lnTo>
                    <a:pt x="8974513" y="1551014"/>
                  </a:lnTo>
                  <a:lnTo>
                    <a:pt x="9009552" y="1453017"/>
                  </a:lnTo>
                  <a:lnTo>
                    <a:pt x="9044573" y="1357986"/>
                  </a:lnTo>
                  <a:lnTo>
                    <a:pt x="9079608" y="1266237"/>
                  </a:lnTo>
                  <a:lnTo>
                    <a:pt x="9114702" y="1178028"/>
                  </a:lnTo>
                  <a:lnTo>
                    <a:pt x="9149918" y="1093561"/>
                  </a:lnTo>
                  <a:lnTo>
                    <a:pt x="9185335" y="1012976"/>
                  </a:lnTo>
                  <a:lnTo>
                    <a:pt x="9221054" y="936362"/>
                  </a:lnTo>
                  <a:lnTo>
                    <a:pt x="9257198" y="863750"/>
                  </a:lnTo>
                  <a:lnTo>
                    <a:pt x="9293915" y="795125"/>
                  </a:lnTo>
                  <a:lnTo>
                    <a:pt x="9331381" y="730427"/>
                  </a:lnTo>
                  <a:lnTo>
                    <a:pt x="9347647" y="703991"/>
                  </a:lnTo>
                  <a:lnTo>
                    <a:pt x="9397570" y="629003"/>
                  </a:lnTo>
                  <a:lnTo>
                    <a:pt x="9449743" y="560277"/>
                  </a:lnTo>
                  <a:lnTo>
                    <a:pt x="9504773" y="497611"/>
                  </a:lnTo>
                  <a:lnTo>
                    <a:pt x="9563328" y="440606"/>
                  </a:lnTo>
                  <a:lnTo>
                    <a:pt x="9626102" y="388771"/>
                  </a:lnTo>
                  <a:lnTo>
                    <a:pt x="9693781" y="341594"/>
                  </a:lnTo>
                  <a:lnTo>
                    <a:pt x="9767005" y="298587"/>
                  </a:lnTo>
                  <a:lnTo>
                    <a:pt x="9846309" y="259313"/>
                  </a:lnTo>
                  <a:lnTo>
                    <a:pt x="9932056" y="223402"/>
                  </a:lnTo>
                  <a:lnTo>
                    <a:pt x="10024346" y="190560"/>
                  </a:lnTo>
                  <a:lnTo>
                    <a:pt x="10122899" y="160572"/>
                  </a:lnTo>
                  <a:lnTo>
                    <a:pt x="10226942" y="133307"/>
                  </a:lnTo>
                  <a:lnTo>
                    <a:pt x="10335088" y="108707"/>
                  </a:lnTo>
                  <a:lnTo>
                    <a:pt x="10445262" y="86776"/>
                  </a:lnTo>
                  <a:lnTo>
                    <a:pt x="10554701" y="67560"/>
                  </a:lnTo>
                  <a:lnTo>
                    <a:pt x="10660079" y="51114"/>
                  </a:lnTo>
                  <a:lnTo>
                    <a:pt x="10757777" y="37469"/>
                  </a:lnTo>
                  <a:lnTo>
                    <a:pt x="10844288" y="26587"/>
                  </a:lnTo>
                  <a:lnTo>
                    <a:pt x="10916714" y="18339"/>
                  </a:lnTo>
                  <a:lnTo>
                    <a:pt x="10973227" y="12486"/>
                  </a:lnTo>
                  <a:lnTo>
                    <a:pt x="11013415" y="8687"/>
                  </a:lnTo>
                  <a:lnTo>
                    <a:pt x="11038414" y="6524"/>
                  </a:lnTo>
                  <a:lnTo>
                    <a:pt x="11050851" y="5535"/>
                  </a:lnTo>
                  <a:lnTo>
                    <a:pt x="11054666" y="525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77" y="71"/>
                  </a:lnTo>
                  <a:lnTo>
                    <a:pt x="11047172" y="578"/>
                  </a:lnTo>
                  <a:lnTo>
                    <a:pt x="11030128" y="1979"/>
                  </a:lnTo>
                  <a:lnTo>
                    <a:pt x="10999306" y="4741"/>
                  </a:lnTo>
                  <a:lnTo>
                    <a:pt x="10952657" y="9313"/>
                  </a:lnTo>
                  <a:lnTo>
                    <a:pt x="10889663" y="16085"/>
                  </a:lnTo>
                  <a:lnTo>
                    <a:pt x="10811331" y="25361"/>
                  </a:lnTo>
                  <a:lnTo>
                    <a:pt x="10719966" y="37335"/>
                  </a:lnTo>
                  <a:lnTo>
                    <a:pt x="10618768" y="52097"/>
                  </a:lnTo>
                  <a:lnTo>
                    <a:pt x="10511345" y="69654"/>
                  </a:lnTo>
                  <a:lnTo>
                    <a:pt x="10401242" y="89959"/>
                  </a:lnTo>
                  <a:lnTo>
                    <a:pt x="10291582" y="112959"/>
                  </a:lnTo>
                  <a:lnTo>
                    <a:pt x="10184863" y="138619"/>
                  </a:lnTo>
                  <a:lnTo>
                    <a:pt x="10082880" y="166959"/>
                  </a:lnTo>
                  <a:lnTo>
                    <a:pt x="9986762" y="198065"/>
                  </a:lnTo>
                  <a:lnTo>
                    <a:pt x="9897073" y="232101"/>
                  </a:lnTo>
                  <a:lnTo>
                    <a:pt x="9813924" y="269314"/>
                  </a:lnTo>
                  <a:lnTo>
                    <a:pt x="9737100" y="310028"/>
                  </a:lnTo>
                  <a:lnTo>
                    <a:pt x="9666159" y="354642"/>
                  </a:lnTo>
                  <a:lnTo>
                    <a:pt x="9600516" y="403617"/>
                  </a:lnTo>
                  <a:lnTo>
                    <a:pt x="9539508" y="457452"/>
                  </a:lnTo>
                  <a:lnTo>
                    <a:pt x="9482441" y="516659"/>
                  </a:lnTo>
                  <a:lnTo>
                    <a:pt x="9428628" y="581702"/>
                  </a:lnTo>
                  <a:lnTo>
                    <a:pt x="9377421" y="652917"/>
                  </a:lnTo>
                  <a:lnTo>
                    <a:pt x="9347647" y="698751"/>
                  </a:lnTo>
                  <a:lnTo>
                    <a:pt x="9309798" y="761803"/>
                  </a:lnTo>
                  <a:lnTo>
                    <a:pt x="9272785" y="828742"/>
                  </a:lnTo>
                  <a:lnTo>
                    <a:pt x="9236417" y="899648"/>
                  </a:lnTo>
                  <a:lnTo>
                    <a:pt x="9200533" y="974556"/>
                  </a:lnTo>
                  <a:lnTo>
                    <a:pt x="9165000" y="1053454"/>
                  </a:lnTo>
                  <a:lnTo>
                    <a:pt x="9129709" y="1136278"/>
                  </a:lnTo>
                  <a:lnTo>
                    <a:pt x="9094572" y="1222912"/>
                  </a:lnTo>
                  <a:lnTo>
                    <a:pt x="9059518" y="1313178"/>
                  </a:lnTo>
                  <a:lnTo>
                    <a:pt x="9024496" y="1406845"/>
                  </a:lnTo>
                  <a:lnTo>
                    <a:pt x="8989467" y="1503618"/>
                  </a:lnTo>
                  <a:lnTo>
                    <a:pt x="8954409" y="1603152"/>
                  </a:lnTo>
                  <a:lnTo>
                    <a:pt x="8919308" y="1705047"/>
                  </a:lnTo>
                  <a:lnTo>
                    <a:pt x="8884162" y="1808857"/>
                  </a:lnTo>
                  <a:lnTo>
                    <a:pt x="8848977" y="1914098"/>
                  </a:lnTo>
                  <a:lnTo>
                    <a:pt x="8813765" y="2020257"/>
                  </a:lnTo>
                  <a:lnTo>
                    <a:pt x="8778541" y="2126802"/>
                  </a:lnTo>
                  <a:lnTo>
                    <a:pt x="8743322" y="2233192"/>
                  </a:lnTo>
                  <a:lnTo>
                    <a:pt x="8708124" y="2338889"/>
                  </a:lnTo>
                  <a:lnTo>
                    <a:pt x="8672960" y="2443371"/>
                  </a:lnTo>
                  <a:lnTo>
                    <a:pt x="8637840" y="2546140"/>
                  </a:lnTo>
                  <a:lnTo>
                    <a:pt x="8602764" y="2646733"/>
                  </a:lnTo>
                  <a:lnTo>
                    <a:pt x="8567725" y="2744730"/>
                  </a:lnTo>
                  <a:lnTo>
                    <a:pt x="8532703" y="2839761"/>
                  </a:lnTo>
                  <a:lnTo>
                    <a:pt x="8497669" y="2931510"/>
                  </a:lnTo>
                  <a:lnTo>
                    <a:pt x="8462574" y="3019719"/>
                  </a:lnTo>
                  <a:lnTo>
                    <a:pt x="8427359" y="3104186"/>
                  </a:lnTo>
                  <a:lnTo>
                    <a:pt x="8391941" y="3184771"/>
                  </a:lnTo>
                  <a:lnTo>
                    <a:pt x="8356222" y="3261385"/>
                  </a:lnTo>
                  <a:lnTo>
                    <a:pt x="8320078" y="3333997"/>
                  </a:lnTo>
                  <a:lnTo>
                    <a:pt x="8283362" y="3402622"/>
                  </a:lnTo>
                  <a:lnTo>
                    <a:pt x="8245895" y="3467320"/>
                  </a:lnTo>
                  <a:lnTo>
                    <a:pt x="8229629" y="3493756"/>
                  </a:lnTo>
                  <a:lnTo>
                    <a:pt x="8179707" y="3568744"/>
                  </a:lnTo>
                  <a:lnTo>
                    <a:pt x="8127534" y="3637470"/>
                  </a:lnTo>
                  <a:lnTo>
                    <a:pt x="8072504" y="3700135"/>
                  </a:lnTo>
                  <a:lnTo>
                    <a:pt x="8013949" y="3757140"/>
                  </a:lnTo>
                  <a:lnTo>
                    <a:pt x="7951175" y="3808976"/>
                  </a:lnTo>
                  <a:lnTo>
                    <a:pt x="7883495" y="3856153"/>
                  </a:lnTo>
                  <a:lnTo>
                    <a:pt x="7810271" y="3899160"/>
                  </a:lnTo>
                  <a:lnTo>
                    <a:pt x="7730967" y="3938434"/>
                  </a:lnTo>
                  <a:lnTo>
                    <a:pt x="7645220" y="3974345"/>
                  </a:lnTo>
                  <a:lnTo>
                    <a:pt x="7552931" y="4007187"/>
                  </a:lnTo>
                  <a:lnTo>
                    <a:pt x="7454377" y="4037175"/>
                  </a:lnTo>
                  <a:lnTo>
                    <a:pt x="7350334" y="4064440"/>
                  </a:lnTo>
                  <a:lnTo>
                    <a:pt x="7242188" y="4089040"/>
                  </a:lnTo>
                  <a:lnTo>
                    <a:pt x="7132014" y="4110971"/>
                  </a:lnTo>
                  <a:lnTo>
                    <a:pt x="7022575" y="4130187"/>
                  </a:lnTo>
                  <a:lnTo>
                    <a:pt x="6917197" y="4146633"/>
                  </a:lnTo>
                  <a:lnTo>
                    <a:pt x="6819500" y="4160278"/>
                  </a:lnTo>
                  <a:lnTo>
                    <a:pt x="6732989" y="4171160"/>
                  </a:lnTo>
                  <a:lnTo>
                    <a:pt x="6660563" y="4179408"/>
                  </a:lnTo>
                  <a:lnTo>
                    <a:pt x="6604049" y="4185261"/>
                  </a:lnTo>
                  <a:lnTo>
                    <a:pt x="6563862" y="4189060"/>
                  </a:lnTo>
                  <a:lnTo>
                    <a:pt x="6538863" y="4191223"/>
                  </a:lnTo>
                  <a:lnTo>
                    <a:pt x="6526425" y="4192212"/>
                  </a:lnTo>
                  <a:lnTo>
                    <a:pt x="6522610" y="4192491"/>
                  </a:lnTo>
                  <a:lnTo>
                    <a:pt x="6522385" y="4192507"/>
                  </a:lnTo>
                  <a:lnTo>
                    <a:pt x="5527445" y="4192507"/>
                  </a:lnTo>
                  <a:lnTo>
                    <a:pt x="5526358" y="4192460"/>
                  </a:lnTo>
                  <a:lnTo>
                    <a:pt x="5519176" y="4192129"/>
                  </a:lnTo>
                  <a:lnTo>
                    <a:pt x="5500956" y="4191214"/>
                  </a:lnTo>
                  <a:lnTo>
                    <a:pt x="5468088" y="4189411"/>
                  </a:lnTo>
                  <a:lnTo>
                    <a:pt x="5418507" y="4186430"/>
                  </a:lnTo>
                  <a:lnTo>
                    <a:pt x="5351838" y="4182020"/>
                  </a:lnTo>
                  <a:lnTo>
                    <a:pt x="5269365" y="4175994"/>
                  </a:lnTo>
                  <a:lnTo>
                    <a:pt x="5173739" y="4168235"/>
                  </a:lnTo>
                  <a:lnTo>
                    <a:pt x="5068515" y="4158696"/>
                  </a:lnTo>
                  <a:lnTo>
                    <a:pt x="4957585" y="4147382"/>
                  </a:lnTo>
                  <a:lnTo>
                    <a:pt x="4844681" y="4134324"/>
                  </a:lnTo>
                  <a:lnTo>
                    <a:pt x="4733000" y="4119559"/>
                  </a:lnTo>
                  <a:lnTo>
                    <a:pt x="4625016" y="4103099"/>
                  </a:lnTo>
                  <a:lnTo>
                    <a:pt x="4522437" y="4084919"/>
                  </a:lnTo>
                  <a:lnTo>
                    <a:pt x="4426265" y="4064948"/>
                  </a:lnTo>
                  <a:lnTo>
                    <a:pt x="4336921" y="4043060"/>
                  </a:lnTo>
                  <a:lnTo>
                    <a:pt x="4254383" y="4019074"/>
                  </a:lnTo>
                  <a:lnTo>
                    <a:pt x="4178309" y="3992759"/>
                  </a:lnTo>
                  <a:lnTo>
                    <a:pt x="4108153" y="3963837"/>
                  </a:lnTo>
                  <a:lnTo>
                    <a:pt x="4043243" y="3931995"/>
                  </a:lnTo>
                  <a:lnTo>
                    <a:pt x="3982844" y="3896898"/>
                  </a:lnTo>
                  <a:lnTo>
                    <a:pt x="3926212" y="3858225"/>
                  </a:lnTo>
                  <a:lnTo>
                    <a:pt x="3872625" y="3815707"/>
                  </a:lnTo>
                  <a:lnTo>
                    <a:pt x="3821428" y="3769202"/>
                  </a:lnTo>
                  <a:lnTo>
                    <a:pt x="3820202" y="3768015"/>
                  </a:lnTo>
                  <a:lnTo>
                    <a:pt x="3774262" y="3721095"/>
                  </a:lnTo>
                  <a:lnTo>
                    <a:pt x="3729497" y="3670661"/>
                  </a:lnTo>
                  <a:lnTo>
                    <a:pt x="3685580" y="3616642"/>
                  </a:lnTo>
                  <a:lnTo>
                    <a:pt x="3642249" y="3559026"/>
                  </a:lnTo>
                  <a:lnTo>
                    <a:pt x="3599298" y="3497870"/>
                  </a:lnTo>
                  <a:lnTo>
                    <a:pt x="3556565" y="3433301"/>
                  </a:lnTo>
                  <a:lnTo>
                    <a:pt x="3513930" y="3365524"/>
                  </a:lnTo>
                  <a:lnTo>
                    <a:pt x="3471312" y="3294820"/>
                  </a:lnTo>
                  <a:lnTo>
                    <a:pt x="3428658" y="3221548"/>
                  </a:lnTo>
                  <a:lnTo>
                    <a:pt x="3385941" y="3146135"/>
                  </a:lnTo>
                  <a:lnTo>
                    <a:pt x="3343160" y="3069072"/>
                  </a:lnTo>
                  <a:lnTo>
                    <a:pt x="3300327" y="2990898"/>
                  </a:lnTo>
                  <a:lnTo>
                    <a:pt x="3257467" y="2912185"/>
                  </a:lnTo>
                  <a:lnTo>
                    <a:pt x="3214610" y="2833524"/>
                  </a:lnTo>
                  <a:lnTo>
                    <a:pt x="3171784" y="2755503"/>
                  </a:lnTo>
                  <a:lnTo>
                    <a:pt x="3129014" y="2678689"/>
                  </a:lnTo>
                  <a:lnTo>
                    <a:pt x="3086309" y="2603615"/>
                  </a:lnTo>
                  <a:lnTo>
                    <a:pt x="3043663" y="2530760"/>
                  </a:lnTo>
                  <a:lnTo>
                    <a:pt x="3001047" y="2460542"/>
                  </a:lnTo>
                  <a:lnTo>
                    <a:pt x="2958403" y="2393304"/>
                  </a:lnTo>
                  <a:lnTo>
                    <a:pt x="2915641" y="2329316"/>
                  </a:lnTo>
                  <a:lnTo>
                    <a:pt x="2872636" y="2268768"/>
                  </a:lnTo>
                  <a:lnTo>
                    <a:pt x="2829220" y="2211775"/>
                  </a:lnTo>
                  <a:lnTo>
                    <a:pt x="2785176" y="2158382"/>
                  </a:lnTo>
                  <a:lnTo>
                    <a:pt x="2740232" y="2108565"/>
                  </a:lnTo>
                  <a:lnTo>
                    <a:pt x="2702183" y="2070050"/>
                  </a:lnTo>
                  <a:lnTo>
                    <a:pt x="2651037" y="2023448"/>
                  </a:lnTo>
                  <a:lnTo>
                    <a:pt x="2597516" y="1980833"/>
                  </a:lnTo>
                  <a:lnTo>
                    <a:pt x="2540967" y="1942069"/>
                  </a:lnTo>
                  <a:lnTo>
                    <a:pt x="2480669" y="1906888"/>
                  </a:lnTo>
                  <a:lnTo>
                    <a:pt x="2415878" y="1874970"/>
                  </a:lnTo>
                  <a:lnTo>
                    <a:pt x="2345858" y="1845981"/>
                  </a:lnTo>
                  <a:lnTo>
                    <a:pt x="2269937" y="1819606"/>
                  </a:lnTo>
                  <a:lnTo>
                    <a:pt x="2187561" y="1795566"/>
                  </a:lnTo>
                  <a:lnTo>
                    <a:pt x="2098386" y="1773629"/>
                  </a:lnTo>
                  <a:lnTo>
                    <a:pt x="2002377" y="1753613"/>
                  </a:lnTo>
                  <a:lnTo>
                    <a:pt x="1899945" y="1735390"/>
                  </a:lnTo>
                  <a:lnTo>
                    <a:pt x="1792077" y="1718888"/>
                  </a:lnTo>
                  <a:lnTo>
                    <a:pt x="1680460" y="1704082"/>
                  </a:lnTo>
                  <a:lnTo>
                    <a:pt x="1567550" y="1690982"/>
                  </a:lnTo>
                  <a:lnTo>
                    <a:pt x="1456529" y="1679625"/>
                  </a:lnTo>
                  <a:lnTo>
                    <a:pt x="1351118" y="1670042"/>
                  </a:lnTo>
                  <a:lnTo>
                    <a:pt x="1255214" y="1662240"/>
                  </a:lnTo>
                  <a:lnTo>
                    <a:pt x="1172382" y="1656172"/>
                  </a:lnTo>
                  <a:lnTo>
                    <a:pt x="1105306" y="1651725"/>
                  </a:lnTo>
                  <a:lnTo>
                    <a:pt x="1055304" y="1648712"/>
                  </a:lnTo>
                  <a:lnTo>
                    <a:pt x="1022046" y="1646883"/>
                  </a:lnTo>
                  <a:lnTo>
                    <a:pt x="1003505" y="1645950"/>
                  </a:lnTo>
                  <a:lnTo>
                    <a:pt x="996107" y="1645609"/>
                  </a:lnTo>
                  <a:lnTo>
                    <a:pt x="994940" y="1645559"/>
                  </a:lnTo>
                  <a:lnTo>
                    <a:pt x="0" y="1645559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8" name="pl117"/>
            <p:cNvSpPr/>
            <p:nvPr/>
          </p:nvSpPr>
          <p:spPr>
            <a:xfrm>
              <a:off x="1199187" y="2148495"/>
              <a:ext cx="12049831" cy="4192507"/>
            </a:xfrm>
            <a:custGeom>
              <a:avLst/>
              <a:pathLst>
                <a:path w="12049831" h="4192507">
                  <a:moveTo>
                    <a:pt x="0" y="1645559"/>
                  </a:moveTo>
                  <a:lnTo>
                    <a:pt x="994940" y="1645559"/>
                  </a:lnTo>
                  <a:lnTo>
                    <a:pt x="996027" y="1645605"/>
                  </a:lnTo>
                  <a:lnTo>
                    <a:pt x="1003209" y="1645936"/>
                  </a:lnTo>
                  <a:lnTo>
                    <a:pt x="1021429" y="1646851"/>
                  </a:lnTo>
                  <a:lnTo>
                    <a:pt x="1054297" y="1648654"/>
                  </a:lnTo>
                  <a:lnTo>
                    <a:pt x="1103878" y="1651635"/>
                  </a:lnTo>
                  <a:lnTo>
                    <a:pt x="1170547" y="1656045"/>
                  </a:lnTo>
                  <a:lnTo>
                    <a:pt x="1253020" y="1662071"/>
                  </a:lnTo>
                  <a:lnTo>
                    <a:pt x="1348646" y="1669830"/>
                  </a:lnTo>
                  <a:lnTo>
                    <a:pt x="1453870" y="1679369"/>
                  </a:lnTo>
                  <a:lnTo>
                    <a:pt x="1564800" y="1690684"/>
                  </a:lnTo>
                  <a:lnTo>
                    <a:pt x="1677704" y="1703741"/>
                  </a:lnTo>
                  <a:lnTo>
                    <a:pt x="1789385" y="1718506"/>
                  </a:lnTo>
                  <a:lnTo>
                    <a:pt x="1897368" y="1734967"/>
                  </a:lnTo>
                  <a:lnTo>
                    <a:pt x="1999948" y="1753146"/>
                  </a:lnTo>
                  <a:lnTo>
                    <a:pt x="2096120" y="1773117"/>
                  </a:lnTo>
                  <a:lnTo>
                    <a:pt x="2185464" y="1795006"/>
                  </a:lnTo>
                  <a:lnTo>
                    <a:pt x="2268002" y="1818991"/>
                  </a:lnTo>
                  <a:lnTo>
                    <a:pt x="2344076" y="1845306"/>
                  </a:lnTo>
                  <a:lnTo>
                    <a:pt x="2414232" y="1874228"/>
                  </a:lnTo>
                  <a:lnTo>
                    <a:pt x="2479142" y="1906071"/>
                  </a:lnTo>
                  <a:lnTo>
                    <a:pt x="2539541" y="1941167"/>
                  </a:lnTo>
                  <a:lnTo>
                    <a:pt x="2596173" y="1979841"/>
                  </a:lnTo>
                  <a:lnTo>
                    <a:pt x="2649760" y="2022359"/>
                  </a:lnTo>
                  <a:lnTo>
                    <a:pt x="2700957" y="2068864"/>
                  </a:lnTo>
                  <a:lnTo>
                    <a:pt x="2702183" y="2070050"/>
                  </a:lnTo>
                  <a:lnTo>
                    <a:pt x="2748123" y="2116970"/>
                  </a:lnTo>
                  <a:lnTo>
                    <a:pt x="2792888" y="2167404"/>
                  </a:lnTo>
                  <a:lnTo>
                    <a:pt x="2836805" y="2221423"/>
                  </a:lnTo>
                  <a:lnTo>
                    <a:pt x="2880136" y="2279039"/>
                  </a:lnTo>
                  <a:lnTo>
                    <a:pt x="2923087" y="2340195"/>
                  </a:lnTo>
                  <a:lnTo>
                    <a:pt x="2965820" y="2404764"/>
                  </a:lnTo>
                  <a:lnTo>
                    <a:pt x="3008455" y="2472542"/>
                  </a:lnTo>
                  <a:lnTo>
                    <a:pt x="3051073" y="2543245"/>
                  </a:lnTo>
                  <a:lnTo>
                    <a:pt x="3093727" y="2616518"/>
                  </a:lnTo>
                  <a:lnTo>
                    <a:pt x="3136444" y="2691930"/>
                  </a:lnTo>
                  <a:lnTo>
                    <a:pt x="3179225" y="2768993"/>
                  </a:lnTo>
                  <a:lnTo>
                    <a:pt x="3222058" y="2847167"/>
                  </a:lnTo>
                  <a:lnTo>
                    <a:pt x="3264918" y="2925880"/>
                  </a:lnTo>
                  <a:lnTo>
                    <a:pt x="3307775" y="3004541"/>
                  </a:lnTo>
                  <a:lnTo>
                    <a:pt x="3350601" y="3082563"/>
                  </a:lnTo>
                  <a:lnTo>
                    <a:pt x="3393371" y="3159376"/>
                  </a:lnTo>
                  <a:lnTo>
                    <a:pt x="3436076" y="3234450"/>
                  </a:lnTo>
                  <a:lnTo>
                    <a:pt x="3478722" y="3307305"/>
                  </a:lnTo>
                  <a:lnTo>
                    <a:pt x="3521338" y="3377524"/>
                  </a:lnTo>
                  <a:lnTo>
                    <a:pt x="3563982" y="3444762"/>
                  </a:lnTo>
                  <a:lnTo>
                    <a:pt x="3606744" y="3508750"/>
                  </a:lnTo>
                  <a:lnTo>
                    <a:pt x="3649749" y="3569298"/>
                  </a:lnTo>
                  <a:lnTo>
                    <a:pt x="3693165" y="3626290"/>
                  </a:lnTo>
                  <a:lnTo>
                    <a:pt x="3737209" y="3679684"/>
                  </a:lnTo>
                  <a:lnTo>
                    <a:pt x="3782153" y="3729500"/>
                  </a:lnTo>
                  <a:lnTo>
                    <a:pt x="3820202" y="3768015"/>
                  </a:lnTo>
                  <a:lnTo>
                    <a:pt x="3871348" y="3814618"/>
                  </a:lnTo>
                  <a:lnTo>
                    <a:pt x="3924869" y="3857232"/>
                  </a:lnTo>
                  <a:lnTo>
                    <a:pt x="3981418" y="3895997"/>
                  </a:lnTo>
                  <a:lnTo>
                    <a:pt x="4041716" y="3931177"/>
                  </a:lnTo>
                  <a:lnTo>
                    <a:pt x="4106507" y="3963095"/>
                  </a:lnTo>
                  <a:lnTo>
                    <a:pt x="4176527" y="3992085"/>
                  </a:lnTo>
                  <a:lnTo>
                    <a:pt x="4252448" y="4018460"/>
                  </a:lnTo>
                  <a:lnTo>
                    <a:pt x="4334824" y="4042499"/>
                  </a:lnTo>
                  <a:lnTo>
                    <a:pt x="4423999" y="4064437"/>
                  </a:lnTo>
                  <a:lnTo>
                    <a:pt x="4520008" y="4084453"/>
                  </a:lnTo>
                  <a:lnTo>
                    <a:pt x="4622440" y="4102675"/>
                  </a:lnTo>
                  <a:lnTo>
                    <a:pt x="4730308" y="4119177"/>
                  </a:lnTo>
                  <a:lnTo>
                    <a:pt x="4841925" y="4133984"/>
                  </a:lnTo>
                  <a:lnTo>
                    <a:pt x="4954835" y="4147083"/>
                  </a:lnTo>
                  <a:lnTo>
                    <a:pt x="5065856" y="4158441"/>
                  </a:lnTo>
                  <a:lnTo>
                    <a:pt x="5171267" y="4168023"/>
                  </a:lnTo>
                  <a:lnTo>
                    <a:pt x="5267171" y="4175826"/>
                  </a:lnTo>
                  <a:lnTo>
                    <a:pt x="5350003" y="4181893"/>
                  </a:lnTo>
                  <a:lnTo>
                    <a:pt x="5417079" y="4186340"/>
                  </a:lnTo>
                  <a:lnTo>
                    <a:pt x="5467081" y="4189354"/>
                  </a:lnTo>
                  <a:lnTo>
                    <a:pt x="5500339" y="4191182"/>
                  </a:lnTo>
                  <a:lnTo>
                    <a:pt x="5518880" y="4192115"/>
                  </a:lnTo>
                  <a:lnTo>
                    <a:pt x="5526278" y="4192457"/>
                  </a:lnTo>
                  <a:lnTo>
                    <a:pt x="5527445" y="4192507"/>
                  </a:lnTo>
                  <a:lnTo>
                    <a:pt x="5527445" y="4192507"/>
                  </a:lnTo>
                  <a:lnTo>
                    <a:pt x="6522385" y="4192507"/>
                  </a:lnTo>
                  <a:lnTo>
                    <a:pt x="6523399" y="4192436"/>
                  </a:lnTo>
                  <a:lnTo>
                    <a:pt x="6530105" y="4191928"/>
                  </a:lnTo>
                  <a:lnTo>
                    <a:pt x="6547148" y="4190527"/>
                  </a:lnTo>
                  <a:lnTo>
                    <a:pt x="6577970" y="4187765"/>
                  </a:lnTo>
                  <a:lnTo>
                    <a:pt x="6624620" y="4183194"/>
                  </a:lnTo>
                  <a:lnTo>
                    <a:pt x="6687614" y="4176421"/>
                  </a:lnTo>
                  <a:lnTo>
                    <a:pt x="6765945" y="4167145"/>
                  </a:lnTo>
                  <a:lnTo>
                    <a:pt x="6857311" y="4155171"/>
                  </a:lnTo>
                  <a:lnTo>
                    <a:pt x="6958508" y="4140409"/>
                  </a:lnTo>
                  <a:lnTo>
                    <a:pt x="7065931" y="4122853"/>
                  </a:lnTo>
                  <a:lnTo>
                    <a:pt x="7176035" y="4102547"/>
                  </a:lnTo>
                  <a:lnTo>
                    <a:pt x="7285694" y="4079548"/>
                  </a:lnTo>
                  <a:lnTo>
                    <a:pt x="7392413" y="4053887"/>
                  </a:lnTo>
                  <a:lnTo>
                    <a:pt x="7494397" y="4025547"/>
                  </a:lnTo>
                  <a:lnTo>
                    <a:pt x="7590514" y="3994441"/>
                  </a:lnTo>
                  <a:lnTo>
                    <a:pt x="7680204" y="3960405"/>
                  </a:lnTo>
                  <a:lnTo>
                    <a:pt x="7763353" y="3923193"/>
                  </a:lnTo>
                  <a:lnTo>
                    <a:pt x="7840177" y="3882478"/>
                  </a:lnTo>
                  <a:lnTo>
                    <a:pt x="7911118" y="3837864"/>
                  </a:lnTo>
                  <a:lnTo>
                    <a:pt x="7976761" y="3788890"/>
                  </a:lnTo>
                  <a:lnTo>
                    <a:pt x="8037768" y="3735054"/>
                  </a:lnTo>
                  <a:lnTo>
                    <a:pt x="8094835" y="3675847"/>
                  </a:lnTo>
                  <a:lnTo>
                    <a:pt x="8148648" y="3610804"/>
                  </a:lnTo>
                  <a:lnTo>
                    <a:pt x="8199856" y="3539589"/>
                  </a:lnTo>
                  <a:lnTo>
                    <a:pt x="8229629" y="3493756"/>
                  </a:lnTo>
                  <a:lnTo>
                    <a:pt x="8267478" y="3430703"/>
                  </a:lnTo>
                  <a:lnTo>
                    <a:pt x="8304491" y="3363764"/>
                  </a:lnTo>
                  <a:lnTo>
                    <a:pt x="8340860" y="3292858"/>
                  </a:lnTo>
                  <a:lnTo>
                    <a:pt x="8376744" y="3217950"/>
                  </a:lnTo>
                  <a:lnTo>
                    <a:pt x="8412276" y="3139053"/>
                  </a:lnTo>
                  <a:lnTo>
                    <a:pt x="8447567" y="3056228"/>
                  </a:lnTo>
                  <a:lnTo>
                    <a:pt x="8482705" y="2969594"/>
                  </a:lnTo>
                  <a:lnTo>
                    <a:pt x="8517758" y="2879328"/>
                  </a:lnTo>
                  <a:lnTo>
                    <a:pt x="8552781" y="2785662"/>
                  </a:lnTo>
                  <a:lnTo>
                    <a:pt x="8587809" y="2688888"/>
                  </a:lnTo>
                  <a:lnTo>
                    <a:pt x="8622868" y="2589354"/>
                  </a:lnTo>
                  <a:lnTo>
                    <a:pt x="8657969" y="2487459"/>
                  </a:lnTo>
                  <a:lnTo>
                    <a:pt x="8693115" y="2383649"/>
                  </a:lnTo>
                  <a:lnTo>
                    <a:pt x="8728299" y="2278408"/>
                  </a:lnTo>
                  <a:lnTo>
                    <a:pt x="8763511" y="2172249"/>
                  </a:lnTo>
                  <a:lnTo>
                    <a:pt x="8798736" y="2065704"/>
                  </a:lnTo>
                  <a:lnTo>
                    <a:pt x="8833955" y="1959314"/>
                  </a:lnTo>
                  <a:lnTo>
                    <a:pt x="8869153" y="1853617"/>
                  </a:lnTo>
                  <a:lnTo>
                    <a:pt x="8904316" y="1749135"/>
                  </a:lnTo>
                  <a:lnTo>
                    <a:pt x="8939437" y="1646367"/>
                  </a:lnTo>
                  <a:lnTo>
                    <a:pt x="8974513" y="1545774"/>
                  </a:lnTo>
                  <a:lnTo>
                    <a:pt x="9009552" y="1447777"/>
                  </a:lnTo>
                  <a:lnTo>
                    <a:pt x="9044573" y="1352745"/>
                  </a:lnTo>
                  <a:lnTo>
                    <a:pt x="9079608" y="1260996"/>
                  </a:lnTo>
                  <a:lnTo>
                    <a:pt x="9114702" y="1172788"/>
                  </a:lnTo>
                  <a:lnTo>
                    <a:pt x="9149918" y="1088320"/>
                  </a:lnTo>
                  <a:lnTo>
                    <a:pt x="9185335" y="1007736"/>
                  </a:lnTo>
                  <a:lnTo>
                    <a:pt x="9221054" y="931121"/>
                  </a:lnTo>
                  <a:lnTo>
                    <a:pt x="9257198" y="858509"/>
                  </a:lnTo>
                  <a:lnTo>
                    <a:pt x="9293915" y="789885"/>
                  </a:lnTo>
                  <a:lnTo>
                    <a:pt x="9331381" y="725186"/>
                  </a:lnTo>
                  <a:lnTo>
                    <a:pt x="9347647" y="698751"/>
                  </a:lnTo>
                  <a:lnTo>
                    <a:pt x="9397570" y="623762"/>
                  </a:lnTo>
                  <a:lnTo>
                    <a:pt x="9449743" y="555036"/>
                  </a:lnTo>
                  <a:lnTo>
                    <a:pt x="9504773" y="492371"/>
                  </a:lnTo>
                  <a:lnTo>
                    <a:pt x="9563328" y="435366"/>
                  </a:lnTo>
                  <a:lnTo>
                    <a:pt x="9626102" y="383530"/>
                  </a:lnTo>
                  <a:lnTo>
                    <a:pt x="9693781" y="336353"/>
                  </a:lnTo>
                  <a:lnTo>
                    <a:pt x="9767005" y="293346"/>
                  </a:lnTo>
                  <a:lnTo>
                    <a:pt x="9846309" y="254073"/>
                  </a:lnTo>
                  <a:lnTo>
                    <a:pt x="9932056" y="218162"/>
                  </a:lnTo>
                  <a:lnTo>
                    <a:pt x="10024346" y="185319"/>
                  </a:lnTo>
                  <a:lnTo>
                    <a:pt x="10122899" y="155332"/>
                  </a:lnTo>
                  <a:lnTo>
                    <a:pt x="10226942" y="128066"/>
                  </a:lnTo>
                  <a:lnTo>
                    <a:pt x="10335088" y="103466"/>
                  </a:lnTo>
                  <a:lnTo>
                    <a:pt x="10445262" y="81535"/>
                  </a:lnTo>
                  <a:lnTo>
                    <a:pt x="10554701" y="62319"/>
                  </a:lnTo>
                  <a:lnTo>
                    <a:pt x="10660079" y="45874"/>
                  </a:lnTo>
                  <a:lnTo>
                    <a:pt x="10757777" y="32228"/>
                  </a:lnTo>
                  <a:lnTo>
                    <a:pt x="10844288" y="21346"/>
                  </a:lnTo>
                  <a:lnTo>
                    <a:pt x="10916714" y="13099"/>
                  </a:lnTo>
                  <a:lnTo>
                    <a:pt x="10973227" y="7246"/>
                  </a:lnTo>
                  <a:lnTo>
                    <a:pt x="11013415" y="3447"/>
                  </a:lnTo>
                  <a:lnTo>
                    <a:pt x="11038414" y="1283"/>
                  </a:lnTo>
                  <a:lnTo>
                    <a:pt x="11050851" y="295"/>
                  </a:lnTo>
                  <a:lnTo>
                    <a:pt x="11054666" y="1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" name="pl118"/>
            <p:cNvSpPr/>
            <p:nvPr/>
          </p:nvSpPr>
          <p:spPr>
            <a:xfrm>
              <a:off x="1199187" y="2143254"/>
              <a:ext cx="12049831" cy="4192507"/>
            </a:xfrm>
            <a:custGeom>
              <a:avLst/>
              <a:pathLst>
                <a:path w="12049831" h="4192507">
                  <a:moveTo>
                    <a:pt x="12049831" y="0"/>
                  </a:moveTo>
                  <a:lnTo>
                    <a:pt x="11054891" y="0"/>
                  </a:lnTo>
                  <a:lnTo>
                    <a:pt x="11053877" y="71"/>
                  </a:lnTo>
                  <a:lnTo>
                    <a:pt x="11047172" y="578"/>
                  </a:lnTo>
                  <a:lnTo>
                    <a:pt x="11030128" y="1979"/>
                  </a:lnTo>
                  <a:lnTo>
                    <a:pt x="10999306" y="4741"/>
                  </a:lnTo>
                  <a:lnTo>
                    <a:pt x="10952657" y="9313"/>
                  </a:lnTo>
                  <a:lnTo>
                    <a:pt x="10889663" y="16085"/>
                  </a:lnTo>
                  <a:lnTo>
                    <a:pt x="10811331" y="25361"/>
                  </a:lnTo>
                  <a:lnTo>
                    <a:pt x="10719966" y="37335"/>
                  </a:lnTo>
                  <a:lnTo>
                    <a:pt x="10618768" y="52097"/>
                  </a:lnTo>
                  <a:lnTo>
                    <a:pt x="10511345" y="69654"/>
                  </a:lnTo>
                  <a:lnTo>
                    <a:pt x="10401242" y="89959"/>
                  </a:lnTo>
                  <a:lnTo>
                    <a:pt x="10291582" y="112959"/>
                  </a:lnTo>
                  <a:lnTo>
                    <a:pt x="10184863" y="138619"/>
                  </a:lnTo>
                  <a:lnTo>
                    <a:pt x="10082880" y="166959"/>
                  </a:lnTo>
                  <a:lnTo>
                    <a:pt x="9986762" y="198065"/>
                  </a:lnTo>
                  <a:lnTo>
                    <a:pt x="9897073" y="232101"/>
                  </a:lnTo>
                  <a:lnTo>
                    <a:pt x="9813924" y="269314"/>
                  </a:lnTo>
                  <a:lnTo>
                    <a:pt x="9737100" y="310028"/>
                  </a:lnTo>
                  <a:lnTo>
                    <a:pt x="9666159" y="354642"/>
                  </a:lnTo>
                  <a:lnTo>
                    <a:pt x="9600516" y="403617"/>
                  </a:lnTo>
                  <a:lnTo>
                    <a:pt x="9539508" y="457452"/>
                  </a:lnTo>
                  <a:lnTo>
                    <a:pt x="9482441" y="516659"/>
                  </a:lnTo>
                  <a:lnTo>
                    <a:pt x="9428628" y="581702"/>
                  </a:lnTo>
                  <a:lnTo>
                    <a:pt x="9377421" y="652917"/>
                  </a:lnTo>
                  <a:lnTo>
                    <a:pt x="9347647" y="698751"/>
                  </a:lnTo>
                  <a:lnTo>
                    <a:pt x="9309798" y="761803"/>
                  </a:lnTo>
                  <a:lnTo>
                    <a:pt x="9272785" y="828742"/>
                  </a:lnTo>
                  <a:lnTo>
                    <a:pt x="9236417" y="899648"/>
                  </a:lnTo>
                  <a:lnTo>
                    <a:pt x="9200533" y="974556"/>
                  </a:lnTo>
                  <a:lnTo>
                    <a:pt x="9165000" y="1053454"/>
                  </a:lnTo>
                  <a:lnTo>
                    <a:pt x="9129709" y="1136278"/>
                  </a:lnTo>
                  <a:lnTo>
                    <a:pt x="9094572" y="1222912"/>
                  </a:lnTo>
                  <a:lnTo>
                    <a:pt x="9059518" y="1313178"/>
                  </a:lnTo>
                  <a:lnTo>
                    <a:pt x="9024496" y="1406845"/>
                  </a:lnTo>
                  <a:lnTo>
                    <a:pt x="8989467" y="1503618"/>
                  </a:lnTo>
                  <a:lnTo>
                    <a:pt x="8954409" y="1603152"/>
                  </a:lnTo>
                  <a:lnTo>
                    <a:pt x="8919308" y="1705047"/>
                  </a:lnTo>
                  <a:lnTo>
                    <a:pt x="8884162" y="1808857"/>
                  </a:lnTo>
                  <a:lnTo>
                    <a:pt x="8848977" y="1914098"/>
                  </a:lnTo>
                  <a:lnTo>
                    <a:pt x="8813765" y="2020257"/>
                  </a:lnTo>
                  <a:lnTo>
                    <a:pt x="8778541" y="2126802"/>
                  </a:lnTo>
                  <a:lnTo>
                    <a:pt x="8743322" y="2233192"/>
                  </a:lnTo>
                  <a:lnTo>
                    <a:pt x="8708124" y="2338889"/>
                  </a:lnTo>
                  <a:lnTo>
                    <a:pt x="8672960" y="2443371"/>
                  </a:lnTo>
                  <a:lnTo>
                    <a:pt x="8637840" y="2546140"/>
                  </a:lnTo>
                  <a:lnTo>
                    <a:pt x="8602764" y="2646733"/>
                  </a:lnTo>
                  <a:lnTo>
                    <a:pt x="8567725" y="2744730"/>
                  </a:lnTo>
                  <a:lnTo>
                    <a:pt x="8532703" y="2839761"/>
                  </a:lnTo>
                  <a:lnTo>
                    <a:pt x="8497669" y="2931510"/>
                  </a:lnTo>
                  <a:lnTo>
                    <a:pt x="8462574" y="3019719"/>
                  </a:lnTo>
                  <a:lnTo>
                    <a:pt x="8427359" y="3104186"/>
                  </a:lnTo>
                  <a:lnTo>
                    <a:pt x="8391941" y="3184771"/>
                  </a:lnTo>
                  <a:lnTo>
                    <a:pt x="8356222" y="3261385"/>
                  </a:lnTo>
                  <a:lnTo>
                    <a:pt x="8320078" y="3333997"/>
                  </a:lnTo>
                  <a:lnTo>
                    <a:pt x="8283362" y="3402622"/>
                  </a:lnTo>
                  <a:lnTo>
                    <a:pt x="8245895" y="3467320"/>
                  </a:lnTo>
                  <a:lnTo>
                    <a:pt x="8229629" y="3493756"/>
                  </a:lnTo>
                  <a:lnTo>
                    <a:pt x="8179707" y="3568744"/>
                  </a:lnTo>
                  <a:lnTo>
                    <a:pt x="8127534" y="3637470"/>
                  </a:lnTo>
                  <a:lnTo>
                    <a:pt x="8072504" y="3700135"/>
                  </a:lnTo>
                  <a:lnTo>
                    <a:pt x="8013949" y="3757140"/>
                  </a:lnTo>
                  <a:lnTo>
                    <a:pt x="7951175" y="3808976"/>
                  </a:lnTo>
                  <a:lnTo>
                    <a:pt x="7883495" y="3856153"/>
                  </a:lnTo>
                  <a:lnTo>
                    <a:pt x="7810271" y="3899160"/>
                  </a:lnTo>
                  <a:lnTo>
                    <a:pt x="7730967" y="3938434"/>
                  </a:lnTo>
                  <a:lnTo>
                    <a:pt x="7645220" y="3974345"/>
                  </a:lnTo>
                  <a:lnTo>
                    <a:pt x="7552931" y="4007187"/>
                  </a:lnTo>
                  <a:lnTo>
                    <a:pt x="7454377" y="4037175"/>
                  </a:lnTo>
                  <a:lnTo>
                    <a:pt x="7350334" y="4064440"/>
                  </a:lnTo>
                  <a:lnTo>
                    <a:pt x="7242188" y="4089040"/>
                  </a:lnTo>
                  <a:lnTo>
                    <a:pt x="7132014" y="4110971"/>
                  </a:lnTo>
                  <a:lnTo>
                    <a:pt x="7022575" y="4130187"/>
                  </a:lnTo>
                  <a:lnTo>
                    <a:pt x="6917197" y="4146633"/>
                  </a:lnTo>
                  <a:lnTo>
                    <a:pt x="6819500" y="4160278"/>
                  </a:lnTo>
                  <a:lnTo>
                    <a:pt x="6732989" y="4171160"/>
                  </a:lnTo>
                  <a:lnTo>
                    <a:pt x="6660563" y="4179408"/>
                  </a:lnTo>
                  <a:lnTo>
                    <a:pt x="6604049" y="4185261"/>
                  </a:lnTo>
                  <a:lnTo>
                    <a:pt x="6563862" y="4189060"/>
                  </a:lnTo>
                  <a:lnTo>
                    <a:pt x="6538863" y="4191223"/>
                  </a:lnTo>
                  <a:lnTo>
                    <a:pt x="6526425" y="4192212"/>
                  </a:lnTo>
                  <a:lnTo>
                    <a:pt x="6522610" y="4192491"/>
                  </a:lnTo>
                  <a:lnTo>
                    <a:pt x="6522385" y="4192507"/>
                  </a:lnTo>
                  <a:lnTo>
                    <a:pt x="5527445" y="4192507"/>
                  </a:lnTo>
                  <a:lnTo>
                    <a:pt x="5526358" y="4192460"/>
                  </a:lnTo>
                  <a:lnTo>
                    <a:pt x="5519176" y="4192129"/>
                  </a:lnTo>
                  <a:lnTo>
                    <a:pt x="5500956" y="4191214"/>
                  </a:lnTo>
                  <a:lnTo>
                    <a:pt x="5468088" y="4189411"/>
                  </a:lnTo>
                  <a:lnTo>
                    <a:pt x="5418507" y="4186430"/>
                  </a:lnTo>
                  <a:lnTo>
                    <a:pt x="5351838" y="4182020"/>
                  </a:lnTo>
                  <a:lnTo>
                    <a:pt x="5269365" y="4175994"/>
                  </a:lnTo>
                  <a:lnTo>
                    <a:pt x="5173739" y="4168235"/>
                  </a:lnTo>
                  <a:lnTo>
                    <a:pt x="5068515" y="4158696"/>
                  </a:lnTo>
                  <a:lnTo>
                    <a:pt x="4957585" y="4147382"/>
                  </a:lnTo>
                  <a:lnTo>
                    <a:pt x="4844681" y="4134324"/>
                  </a:lnTo>
                  <a:lnTo>
                    <a:pt x="4733000" y="4119559"/>
                  </a:lnTo>
                  <a:lnTo>
                    <a:pt x="4625016" y="4103099"/>
                  </a:lnTo>
                  <a:lnTo>
                    <a:pt x="4522437" y="4084919"/>
                  </a:lnTo>
                  <a:lnTo>
                    <a:pt x="4426265" y="4064948"/>
                  </a:lnTo>
                  <a:lnTo>
                    <a:pt x="4336921" y="4043060"/>
                  </a:lnTo>
                  <a:lnTo>
                    <a:pt x="4254383" y="4019074"/>
                  </a:lnTo>
                  <a:lnTo>
                    <a:pt x="4178309" y="3992759"/>
                  </a:lnTo>
                  <a:lnTo>
                    <a:pt x="4108153" y="3963837"/>
                  </a:lnTo>
                  <a:lnTo>
                    <a:pt x="4043243" y="3931995"/>
                  </a:lnTo>
                  <a:lnTo>
                    <a:pt x="3982844" y="3896898"/>
                  </a:lnTo>
                  <a:lnTo>
                    <a:pt x="3926212" y="3858225"/>
                  </a:lnTo>
                  <a:lnTo>
                    <a:pt x="3872625" y="3815707"/>
                  </a:lnTo>
                  <a:lnTo>
                    <a:pt x="3821428" y="3769202"/>
                  </a:lnTo>
                  <a:lnTo>
                    <a:pt x="3820202" y="3768015"/>
                  </a:lnTo>
                  <a:lnTo>
                    <a:pt x="3774262" y="3721095"/>
                  </a:lnTo>
                  <a:lnTo>
                    <a:pt x="3729497" y="3670661"/>
                  </a:lnTo>
                  <a:lnTo>
                    <a:pt x="3685580" y="3616642"/>
                  </a:lnTo>
                  <a:lnTo>
                    <a:pt x="3642249" y="3559026"/>
                  </a:lnTo>
                  <a:lnTo>
                    <a:pt x="3599298" y="3497870"/>
                  </a:lnTo>
                  <a:lnTo>
                    <a:pt x="3556565" y="3433301"/>
                  </a:lnTo>
                  <a:lnTo>
                    <a:pt x="3513930" y="3365524"/>
                  </a:lnTo>
                  <a:lnTo>
                    <a:pt x="3471312" y="3294820"/>
                  </a:lnTo>
                  <a:lnTo>
                    <a:pt x="3428658" y="3221548"/>
                  </a:lnTo>
                  <a:lnTo>
                    <a:pt x="3385941" y="3146135"/>
                  </a:lnTo>
                  <a:lnTo>
                    <a:pt x="3343160" y="3069072"/>
                  </a:lnTo>
                  <a:lnTo>
                    <a:pt x="3300327" y="2990898"/>
                  </a:lnTo>
                  <a:lnTo>
                    <a:pt x="3257467" y="2912185"/>
                  </a:lnTo>
                  <a:lnTo>
                    <a:pt x="3214610" y="2833524"/>
                  </a:lnTo>
                  <a:lnTo>
                    <a:pt x="3171784" y="2755503"/>
                  </a:lnTo>
                  <a:lnTo>
                    <a:pt x="3129014" y="2678689"/>
                  </a:lnTo>
                  <a:lnTo>
                    <a:pt x="3086309" y="2603615"/>
                  </a:lnTo>
                  <a:lnTo>
                    <a:pt x="3043663" y="2530760"/>
                  </a:lnTo>
                  <a:lnTo>
                    <a:pt x="3001047" y="2460542"/>
                  </a:lnTo>
                  <a:lnTo>
                    <a:pt x="2958403" y="2393304"/>
                  </a:lnTo>
                  <a:lnTo>
                    <a:pt x="2915641" y="2329316"/>
                  </a:lnTo>
                  <a:lnTo>
                    <a:pt x="2872636" y="2268768"/>
                  </a:lnTo>
                  <a:lnTo>
                    <a:pt x="2829220" y="2211775"/>
                  </a:lnTo>
                  <a:lnTo>
                    <a:pt x="2785176" y="2158382"/>
                  </a:lnTo>
                  <a:lnTo>
                    <a:pt x="2740232" y="2108565"/>
                  </a:lnTo>
                  <a:lnTo>
                    <a:pt x="2702183" y="2070050"/>
                  </a:lnTo>
                  <a:lnTo>
                    <a:pt x="2651037" y="2023448"/>
                  </a:lnTo>
                  <a:lnTo>
                    <a:pt x="2597516" y="1980833"/>
                  </a:lnTo>
                  <a:lnTo>
                    <a:pt x="2540967" y="1942069"/>
                  </a:lnTo>
                  <a:lnTo>
                    <a:pt x="2480669" y="1906888"/>
                  </a:lnTo>
                  <a:lnTo>
                    <a:pt x="2415878" y="1874970"/>
                  </a:lnTo>
                  <a:lnTo>
                    <a:pt x="2345858" y="1845981"/>
                  </a:lnTo>
                  <a:lnTo>
                    <a:pt x="2269937" y="1819606"/>
                  </a:lnTo>
                  <a:lnTo>
                    <a:pt x="2187561" y="1795566"/>
                  </a:lnTo>
                  <a:lnTo>
                    <a:pt x="2098386" y="1773629"/>
                  </a:lnTo>
                  <a:lnTo>
                    <a:pt x="2002377" y="1753613"/>
                  </a:lnTo>
                  <a:lnTo>
                    <a:pt x="1899945" y="1735390"/>
                  </a:lnTo>
                  <a:lnTo>
                    <a:pt x="1792077" y="1718888"/>
                  </a:lnTo>
                  <a:lnTo>
                    <a:pt x="1680460" y="1704082"/>
                  </a:lnTo>
                  <a:lnTo>
                    <a:pt x="1567550" y="1690982"/>
                  </a:lnTo>
                  <a:lnTo>
                    <a:pt x="1456529" y="1679625"/>
                  </a:lnTo>
                  <a:lnTo>
                    <a:pt x="1351118" y="1670042"/>
                  </a:lnTo>
                  <a:lnTo>
                    <a:pt x="1255214" y="1662240"/>
                  </a:lnTo>
                  <a:lnTo>
                    <a:pt x="1172382" y="1656172"/>
                  </a:lnTo>
                  <a:lnTo>
                    <a:pt x="1105306" y="1651725"/>
                  </a:lnTo>
                  <a:lnTo>
                    <a:pt x="1055304" y="1648712"/>
                  </a:lnTo>
                  <a:lnTo>
                    <a:pt x="1022046" y="1646883"/>
                  </a:lnTo>
                  <a:lnTo>
                    <a:pt x="1003505" y="1645950"/>
                  </a:lnTo>
                  <a:lnTo>
                    <a:pt x="996107" y="1645609"/>
                  </a:lnTo>
                  <a:lnTo>
                    <a:pt x="994940" y="1645559"/>
                  </a:lnTo>
                  <a:lnTo>
                    <a:pt x="994940" y="1645559"/>
                  </a:lnTo>
                  <a:lnTo>
                    <a:pt x="0" y="1645559"/>
                  </a:lnTo>
                  <a:lnTo>
                    <a:pt x="0" y="16455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" name="pg119"/>
            <p:cNvSpPr/>
            <p:nvPr/>
          </p:nvSpPr>
          <p:spPr>
            <a:xfrm>
              <a:off x="1199187" y="3794054"/>
              <a:ext cx="12049831" cy="2562670"/>
            </a:xfrm>
            <a:custGeom>
              <a:avLst/>
              <a:pathLst>
                <a:path w="12049831" h="2562670">
                  <a:moveTo>
                    <a:pt x="0" y="5240"/>
                  </a:moveTo>
                  <a:lnTo>
                    <a:pt x="994940" y="5240"/>
                  </a:lnTo>
                  <a:lnTo>
                    <a:pt x="996027" y="5287"/>
                  </a:lnTo>
                  <a:lnTo>
                    <a:pt x="1003206" y="5619"/>
                  </a:lnTo>
                  <a:lnTo>
                    <a:pt x="1021420" y="6537"/>
                  </a:lnTo>
                  <a:lnTo>
                    <a:pt x="1054277" y="8347"/>
                  </a:lnTo>
                  <a:lnTo>
                    <a:pt x="1103843" y="11340"/>
                  </a:lnTo>
                  <a:lnTo>
                    <a:pt x="1170493" y="15766"/>
                  </a:lnTo>
                  <a:lnTo>
                    <a:pt x="1252945" y="21815"/>
                  </a:lnTo>
                  <a:lnTo>
                    <a:pt x="1348549" y="29603"/>
                  </a:lnTo>
                  <a:lnTo>
                    <a:pt x="1453753" y="39179"/>
                  </a:lnTo>
                  <a:lnTo>
                    <a:pt x="1564665" y="50536"/>
                  </a:lnTo>
                  <a:lnTo>
                    <a:pt x="1677556" y="63643"/>
                  </a:lnTo>
                  <a:lnTo>
                    <a:pt x="1789227" y="78466"/>
                  </a:lnTo>
                  <a:lnTo>
                    <a:pt x="1897204" y="94989"/>
                  </a:lnTo>
                  <a:lnTo>
                    <a:pt x="1999781" y="113238"/>
                  </a:lnTo>
                  <a:lnTo>
                    <a:pt x="2095953" y="133286"/>
                  </a:lnTo>
                  <a:lnTo>
                    <a:pt x="2185299" y="155258"/>
                  </a:lnTo>
                  <a:lnTo>
                    <a:pt x="2267841" y="179335"/>
                  </a:lnTo>
                  <a:lnTo>
                    <a:pt x="2343918" y="205750"/>
                  </a:lnTo>
                  <a:lnTo>
                    <a:pt x="2414078" y="234781"/>
                  </a:lnTo>
                  <a:lnTo>
                    <a:pt x="2478992" y="266744"/>
                  </a:lnTo>
                  <a:lnTo>
                    <a:pt x="2539394" y="301972"/>
                  </a:lnTo>
                  <a:lnTo>
                    <a:pt x="2596028" y="340790"/>
                  </a:lnTo>
                  <a:lnTo>
                    <a:pt x="2649616" y="383468"/>
                  </a:lnTo>
                  <a:lnTo>
                    <a:pt x="2700813" y="430147"/>
                  </a:lnTo>
                  <a:lnTo>
                    <a:pt x="2702183" y="431478"/>
                  </a:lnTo>
                  <a:lnTo>
                    <a:pt x="2748058" y="478522"/>
                  </a:lnTo>
                  <a:lnTo>
                    <a:pt x="2792761" y="529083"/>
                  </a:lnTo>
                  <a:lnTo>
                    <a:pt x="2836617" y="583234"/>
                  </a:lnTo>
                  <a:lnTo>
                    <a:pt x="2879888" y="640985"/>
                  </a:lnTo>
                  <a:lnTo>
                    <a:pt x="2922780" y="702283"/>
                  </a:lnTo>
                  <a:lnTo>
                    <a:pt x="2965454" y="766998"/>
                  </a:lnTo>
                  <a:lnTo>
                    <a:pt x="3008027" y="834928"/>
                  </a:lnTo>
                  <a:lnTo>
                    <a:pt x="3050584" y="905792"/>
                  </a:lnTo>
                  <a:lnTo>
                    <a:pt x="3093177" y="979231"/>
                  </a:lnTo>
                  <a:lnTo>
                    <a:pt x="3135831" y="1054820"/>
                  </a:lnTo>
                  <a:lnTo>
                    <a:pt x="3178550" y="1132068"/>
                  </a:lnTo>
                  <a:lnTo>
                    <a:pt x="3221321" y="1210438"/>
                  </a:lnTo>
                  <a:lnTo>
                    <a:pt x="3264119" y="1289356"/>
                  </a:lnTo>
                  <a:lnTo>
                    <a:pt x="3306916" y="1368235"/>
                  </a:lnTo>
                  <a:lnTo>
                    <a:pt x="3349681" y="1446484"/>
                  </a:lnTo>
                  <a:lnTo>
                    <a:pt x="3392391" y="1523536"/>
                  </a:lnTo>
                  <a:lnTo>
                    <a:pt x="3435036" y="1598859"/>
                  </a:lnTo>
                  <a:lnTo>
                    <a:pt x="3477622" y="1671970"/>
                  </a:lnTo>
                  <a:lnTo>
                    <a:pt x="3520178" y="1742451"/>
                  </a:lnTo>
                  <a:lnTo>
                    <a:pt x="3562759" y="1809956"/>
                  </a:lnTo>
                  <a:lnTo>
                    <a:pt x="3605454" y="1874215"/>
                  </a:lnTo>
                  <a:lnTo>
                    <a:pt x="3648388" y="1935033"/>
                  </a:lnTo>
                  <a:lnTo>
                    <a:pt x="3691725" y="1992294"/>
                  </a:lnTo>
                  <a:lnTo>
                    <a:pt x="3735681" y="2045952"/>
                  </a:lnTo>
                  <a:lnTo>
                    <a:pt x="3780523" y="2096027"/>
                  </a:lnTo>
                  <a:lnTo>
                    <a:pt x="3820202" y="2136431"/>
                  </a:lnTo>
                  <a:lnTo>
                    <a:pt x="3871342" y="2183220"/>
                  </a:lnTo>
                  <a:lnTo>
                    <a:pt x="3924855" y="2226006"/>
                  </a:lnTo>
                  <a:lnTo>
                    <a:pt x="3981397" y="2264926"/>
                  </a:lnTo>
                  <a:lnTo>
                    <a:pt x="4041686" y="2300248"/>
                  </a:lnTo>
                  <a:lnTo>
                    <a:pt x="4106467" y="2332296"/>
                  </a:lnTo>
                  <a:lnTo>
                    <a:pt x="4176474" y="2361403"/>
                  </a:lnTo>
                  <a:lnTo>
                    <a:pt x="4252382" y="2387885"/>
                  </a:lnTo>
                  <a:lnTo>
                    <a:pt x="4334742" y="2412023"/>
                  </a:lnTo>
                  <a:lnTo>
                    <a:pt x="4423899" y="2434050"/>
                  </a:lnTo>
                  <a:lnTo>
                    <a:pt x="4519888" y="2454148"/>
                  </a:lnTo>
                  <a:lnTo>
                    <a:pt x="4622301" y="2472445"/>
                  </a:lnTo>
                  <a:lnTo>
                    <a:pt x="4730150" y="2489015"/>
                  </a:lnTo>
                  <a:lnTo>
                    <a:pt x="4841749" y="2503884"/>
                  </a:lnTo>
                  <a:lnTo>
                    <a:pt x="4954646" y="2517038"/>
                  </a:lnTo>
                  <a:lnTo>
                    <a:pt x="5065660" y="2528444"/>
                  </a:lnTo>
                  <a:lnTo>
                    <a:pt x="5171072" y="2538069"/>
                  </a:lnTo>
                  <a:lnTo>
                    <a:pt x="5266988" y="2545906"/>
                  </a:lnTo>
                  <a:lnTo>
                    <a:pt x="5349840" y="2552001"/>
                  </a:lnTo>
                  <a:lnTo>
                    <a:pt x="5416945" y="2556469"/>
                  </a:lnTo>
                  <a:lnTo>
                    <a:pt x="5466981" y="2559498"/>
                  </a:lnTo>
                  <a:lnTo>
                    <a:pt x="5500275" y="2561336"/>
                  </a:lnTo>
                  <a:lnTo>
                    <a:pt x="5518848" y="2562275"/>
                  </a:lnTo>
                  <a:lnTo>
                    <a:pt x="5526268" y="2562619"/>
                  </a:lnTo>
                  <a:lnTo>
                    <a:pt x="5527445" y="2562670"/>
                  </a:lnTo>
                  <a:lnTo>
                    <a:pt x="6522385" y="2562670"/>
                  </a:lnTo>
                  <a:lnTo>
                    <a:pt x="6523515" y="2562652"/>
                  </a:lnTo>
                  <a:lnTo>
                    <a:pt x="6530971" y="2562527"/>
                  </a:lnTo>
                  <a:lnTo>
                    <a:pt x="6549867" y="2562180"/>
                  </a:lnTo>
                  <a:lnTo>
                    <a:pt x="6583905" y="2561497"/>
                  </a:lnTo>
                  <a:lnTo>
                    <a:pt x="6635156" y="2560368"/>
                  </a:lnTo>
                  <a:lnTo>
                    <a:pt x="6703902" y="2558701"/>
                  </a:lnTo>
                  <a:lnTo>
                    <a:pt x="6788698" y="2556424"/>
                  </a:lnTo>
                  <a:lnTo>
                    <a:pt x="6886685" y="2553498"/>
                  </a:lnTo>
                  <a:lnTo>
                    <a:pt x="6994114" y="2549906"/>
                  </a:lnTo>
                  <a:lnTo>
                    <a:pt x="7106930" y="2545651"/>
                  </a:lnTo>
                  <a:lnTo>
                    <a:pt x="7221310" y="2540746"/>
                  </a:lnTo>
                  <a:lnTo>
                    <a:pt x="7334024" y="2535205"/>
                  </a:lnTo>
                  <a:lnTo>
                    <a:pt x="7442619" y="2529030"/>
                  </a:lnTo>
                  <a:lnTo>
                    <a:pt x="7545447" y="2522208"/>
                  </a:lnTo>
                  <a:lnTo>
                    <a:pt x="7641582" y="2514711"/>
                  </a:lnTo>
                  <a:lnTo>
                    <a:pt x="7730684" y="2506484"/>
                  </a:lnTo>
                  <a:lnTo>
                    <a:pt x="7812852" y="2497458"/>
                  </a:lnTo>
                  <a:lnTo>
                    <a:pt x="7888496" y="2487539"/>
                  </a:lnTo>
                  <a:lnTo>
                    <a:pt x="7958220" y="2476619"/>
                  </a:lnTo>
                  <a:lnTo>
                    <a:pt x="8022744" y="2464577"/>
                  </a:lnTo>
                  <a:lnTo>
                    <a:pt x="8082837" y="2451287"/>
                  </a:lnTo>
                  <a:lnTo>
                    <a:pt x="8139272" y="2436629"/>
                  </a:lnTo>
                  <a:lnTo>
                    <a:pt x="8192783" y="2420513"/>
                  </a:lnTo>
                  <a:lnTo>
                    <a:pt x="8229629" y="2408071"/>
                  </a:lnTo>
                  <a:lnTo>
                    <a:pt x="8287370" y="2386306"/>
                  </a:lnTo>
                  <a:lnTo>
                    <a:pt x="8343384" y="2362492"/>
                  </a:lnTo>
                  <a:lnTo>
                    <a:pt x="8398273" y="2336594"/>
                  </a:lnTo>
                  <a:lnTo>
                    <a:pt x="8452490" y="2308636"/>
                  </a:lnTo>
                  <a:lnTo>
                    <a:pt x="8506367" y="2278707"/>
                  </a:lnTo>
                  <a:lnTo>
                    <a:pt x="8560130" y="2246967"/>
                  </a:lnTo>
                  <a:lnTo>
                    <a:pt x="8613918" y="2213645"/>
                  </a:lnTo>
                  <a:lnTo>
                    <a:pt x="8667798" y="2179040"/>
                  </a:lnTo>
                  <a:lnTo>
                    <a:pt x="8721779" y="2143507"/>
                  </a:lnTo>
                  <a:lnTo>
                    <a:pt x="8775830" y="2107447"/>
                  </a:lnTo>
                  <a:lnTo>
                    <a:pt x="8829896" y="2071284"/>
                  </a:lnTo>
                  <a:lnTo>
                    <a:pt x="8883916" y="2035449"/>
                  </a:lnTo>
                  <a:lnTo>
                    <a:pt x="8937846" y="2000357"/>
                  </a:lnTo>
                  <a:lnTo>
                    <a:pt x="8991673" y="1966386"/>
                  </a:lnTo>
                  <a:lnTo>
                    <a:pt x="9045435" y="1933864"/>
                  </a:lnTo>
                  <a:lnTo>
                    <a:pt x="9099235" y="1903052"/>
                  </a:lnTo>
                  <a:lnTo>
                    <a:pt x="9153257" y="1874145"/>
                  </a:lnTo>
                  <a:lnTo>
                    <a:pt x="9207779" y="1847265"/>
                  </a:lnTo>
                  <a:lnTo>
                    <a:pt x="9263195" y="1822464"/>
                  </a:lnTo>
                  <a:lnTo>
                    <a:pt x="9320031" y="1799736"/>
                  </a:lnTo>
                  <a:lnTo>
                    <a:pt x="9347647" y="1789676"/>
                  </a:lnTo>
                  <a:lnTo>
                    <a:pt x="9399475" y="1772492"/>
                  </a:lnTo>
                  <a:lnTo>
                    <a:pt x="9453748" y="1756798"/>
                  </a:lnTo>
                  <a:lnTo>
                    <a:pt x="9511147" y="1742541"/>
                  </a:lnTo>
                  <a:lnTo>
                    <a:pt x="9572423" y="1729618"/>
                  </a:lnTo>
                  <a:lnTo>
                    <a:pt x="9638351" y="1717909"/>
                  </a:lnTo>
                  <a:lnTo>
                    <a:pt x="9709691" y="1707286"/>
                  </a:lnTo>
                  <a:lnTo>
                    <a:pt x="9787138" y="1697632"/>
                  </a:lnTo>
                  <a:lnTo>
                    <a:pt x="9871251" y="1688842"/>
                  </a:lnTo>
                  <a:lnTo>
                    <a:pt x="9962362" y="1680830"/>
                  </a:lnTo>
                  <a:lnTo>
                    <a:pt x="10060460" y="1673529"/>
                  </a:lnTo>
                  <a:lnTo>
                    <a:pt x="10165055" y="1666894"/>
                  </a:lnTo>
                  <a:lnTo>
                    <a:pt x="10275025" y="1660899"/>
                  </a:lnTo>
                  <a:lnTo>
                    <a:pt x="10388498" y="1655538"/>
                  </a:lnTo>
                  <a:lnTo>
                    <a:pt x="10502793" y="1650818"/>
                  </a:lnTo>
                  <a:lnTo>
                    <a:pt x="10614483" y="1646750"/>
                  </a:lnTo>
                  <a:lnTo>
                    <a:pt x="10719633" y="1643348"/>
                  </a:lnTo>
                  <a:lnTo>
                    <a:pt x="10814218" y="1640609"/>
                  </a:lnTo>
                  <a:lnTo>
                    <a:pt x="10894681" y="1638512"/>
                  </a:lnTo>
                  <a:lnTo>
                    <a:pt x="10958520" y="1637006"/>
                  </a:lnTo>
                  <a:lnTo>
                    <a:pt x="11004761" y="1636014"/>
                  </a:lnTo>
                  <a:lnTo>
                    <a:pt x="11034201" y="1635439"/>
                  </a:lnTo>
                  <a:lnTo>
                    <a:pt x="11049396" y="1635167"/>
                  </a:lnTo>
                  <a:lnTo>
                    <a:pt x="11054472" y="1635084"/>
                  </a:lnTo>
                  <a:lnTo>
                    <a:pt x="11054891" y="1635077"/>
                  </a:lnTo>
                  <a:lnTo>
                    <a:pt x="12049831" y="1635077"/>
                  </a:lnTo>
                  <a:lnTo>
                    <a:pt x="12049831" y="1629837"/>
                  </a:lnTo>
                  <a:lnTo>
                    <a:pt x="11054891" y="1629837"/>
                  </a:lnTo>
                  <a:lnTo>
                    <a:pt x="11053761" y="1629854"/>
                  </a:lnTo>
                  <a:lnTo>
                    <a:pt x="11046306" y="1629980"/>
                  </a:lnTo>
                  <a:lnTo>
                    <a:pt x="11027410" y="1630326"/>
                  </a:lnTo>
                  <a:lnTo>
                    <a:pt x="10993371" y="1631009"/>
                  </a:lnTo>
                  <a:lnTo>
                    <a:pt x="10942121" y="1632138"/>
                  </a:lnTo>
                  <a:lnTo>
                    <a:pt x="10873375" y="1633806"/>
                  </a:lnTo>
                  <a:lnTo>
                    <a:pt x="10788579" y="1636082"/>
                  </a:lnTo>
                  <a:lnTo>
                    <a:pt x="10690591" y="1639008"/>
                  </a:lnTo>
                  <a:lnTo>
                    <a:pt x="10583163" y="1642601"/>
                  </a:lnTo>
                  <a:lnTo>
                    <a:pt x="10470346" y="1646856"/>
                  </a:lnTo>
                  <a:lnTo>
                    <a:pt x="10355966" y="1651760"/>
                  </a:lnTo>
                  <a:lnTo>
                    <a:pt x="10243253" y="1657301"/>
                  </a:lnTo>
                  <a:lnTo>
                    <a:pt x="10134658" y="1663477"/>
                  </a:lnTo>
                  <a:lnTo>
                    <a:pt x="10031829" y="1670298"/>
                  </a:lnTo>
                  <a:lnTo>
                    <a:pt x="9935694" y="1677796"/>
                  </a:lnTo>
                  <a:lnTo>
                    <a:pt x="9846593" y="1686022"/>
                  </a:lnTo>
                  <a:lnTo>
                    <a:pt x="9764424" y="1695048"/>
                  </a:lnTo>
                  <a:lnTo>
                    <a:pt x="9688781" y="1704967"/>
                  </a:lnTo>
                  <a:lnTo>
                    <a:pt x="9619057" y="1715887"/>
                  </a:lnTo>
                  <a:lnTo>
                    <a:pt x="9554533" y="1727929"/>
                  </a:lnTo>
                  <a:lnTo>
                    <a:pt x="9494439" y="1741219"/>
                  </a:lnTo>
                  <a:lnTo>
                    <a:pt x="9438004" y="1755877"/>
                  </a:lnTo>
                  <a:lnTo>
                    <a:pt x="9384493" y="1771993"/>
                  </a:lnTo>
                  <a:lnTo>
                    <a:pt x="9347647" y="1784435"/>
                  </a:lnTo>
                  <a:lnTo>
                    <a:pt x="9289906" y="1806201"/>
                  </a:lnTo>
                  <a:lnTo>
                    <a:pt x="9233893" y="1830014"/>
                  </a:lnTo>
                  <a:lnTo>
                    <a:pt x="9179004" y="1855912"/>
                  </a:lnTo>
                  <a:lnTo>
                    <a:pt x="9124786" y="1883870"/>
                  </a:lnTo>
                  <a:lnTo>
                    <a:pt x="9070910" y="1913799"/>
                  </a:lnTo>
                  <a:lnTo>
                    <a:pt x="9017147" y="1945540"/>
                  </a:lnTo>
                  <a:lnTo>
                    <a:pt x="8963359" y="1978861"/>
                  </a:lnTo>
                  <a:lnTo>
                    <a:pt x="8909478" y="2013467"/>
                  </a:lnTo>
                  <a:lnTo>
                    <a:pt x="8855497" y="2048999"/>
                  </a:lnTo>
                  <a:lnTo>
                    <a:pt x="8801446" y="2085060"/>
                  </a:lnTo>
                  <a:lnTo>
                    <a:pt x="8747381" y="2121223"/>
                  </a:lnTo>
                  <a:lnTo>
                    <a:pt x="8693361" y="2157057"/>
                  </a:lnTo>
                  <a:lnTo>
                    <a:pt x="8639431" y="2192149"/>
                  </a:lnTo>
                  <a:lnTo>
                    <a:pt x="8585604" y="2226120"/>
                  </a:lnTo>
                  <a:lnTo>
                    <a:pt x="8531841" y="2258643"/>
                  </a:lnTo>
                  <a:lnTo>
                    <a:pt x="8478041" y="2289454"/>
                  </a:lnTo>
                  <a:lnTo>
                    <a:pt x="8424020" y="2318361"/>
                  </a:lnTo>
                  <a:lnTo>
                    <a:pt x="8369497" y="2345242"/>
                  </a:lnTo>
                  <a:lnTo>
                    <a:pt x="8314082" y="2370042"/>
                  </a:lnTo>
                  <a:lnTo>
                    <a:pt x="8257245" y="2392770"/>
                  </a:lnTo>
                  <a:lnTo>
                    <a:pt x="8229629" y="2402830"/>
                  </a:lnTo>
                  <a:lnTo>
                    <a:pt x="8177802" y="2420014"/>
                  </a:lnTo>
                  <a:lnTo>
                    <a:pt x="8123529" y="2435708"/>
                  </a:lnTo>
                  <a:lnTo>
                    <a:pt x="8066129" y="2449966"/>
                  </a:lnTo>
                  <a:lnTo>
                    <a:pt x="8004853" y="2462888"/>
                  </a:lnTo>
                  <a:lnTo>
                    <a:pt x="7938925" y="2474597"/>
                  </a:lnTo>
                  <a:lnTo>
                    <a:pt x="7867585" y="2485220"/>
                  </a:lnTo>
                  <a:lnTo>
                    <a:pt x="7790138" y="2494874"/>
                  </a:lnTo>
                  <a:lnTo>
                    <a:pt x="7706026" y="2503665"/>
                  </a:lnTo>
                  <a:lnTo>
                    <a:pt x="7614915" y="2511677"/>
                  </a:lnTo>
                  <a:lnTo>
                    <a:pt x="7516816" y="2518978"/>
                  </a:lnTo>
                  <a:lnTo>
                    <a:pt x="7412222" y="2525613"/>
                  </a:lnTo>
                  <a:lnTo>
                    <a:pt x="7302252" y="2531607"/>
                  </a:lnTo>
                  <a:lnTo>
                    <a:pt x="7188779" y="2536968"/>
                  </a:lnTo>
                  <a:lnTo>
                    <a:pt x="7074484" y="2541689"/>
                  </a:lnTo>
                  <a:lnTo>
                    <a:pt x="6962794" y="2545756"/>
                  </a:lnTo>
                  <a:lnTo>
                    <a:pt x="6857644" y="2549158"/>
                  </a:lnTo>
                  <a:lnTo>
                    <a:pt x="6763059" y="2551897"/>
                  </a:lnTo>
                  <a:lnTo>
                    <a:pt x="6682596" y="2553994"/>
                  </a:lnTo>
                  <a:lnTo>
                    <a:pt x="6618757" y="2555500"/>
                  </a:lnTo>
                  <a:lnTo>
                    <a:pt x="6572516" y="2556492"/>
                  </a:lnTo>
                  <a:lnTo>
                    <a:pt x="6543076" y="2557067"/>
                  </a:lnTo>
                  <a:lnTo>
                    <a:pt x="6527880" y="2557339"/>
                  </a:lnTo>
                  <a:lnTo>
                    <a:pt x="6522805" y="2557423"/>
                  </a:lnTo>
                  <a:lnTo>
                    <a:pt x="6522385" y="2557429"/>
                  </a:lnTo>
                  <a:lnTo>
                    <a:pt x="5527445" y="2557429"/>
                  </a:lnTo>
                  <a:lnTo>
                    <a:pt x="5526358" y="2557382"/>
                  </a:lnTo>
                  <a:lnTo>
                    <a:pt x="5519179" y="2557050"/>
                  </a:lnTo>
                  <a:lnTo>
                    <a:pt x="5500965" y="2556132"/>
                  </a:lnTo>
                  <a:lnTo>
                    <a:pt x="5468108" y="2554322"/>
                  </a:lnTo>
                  <a:lnTo>
                    <a:pt x="5418542" y="2551329"/>
                  </a:lnTo>
                  <a:lnTo>
                    <a:pt x="5351892" y="2546903"/>
                  </a:lnTo>
                  <a:lnTo>
                    <a:pt x="5269440" y="2540854"/>
                  </a:lnTo>
                  <a:lnTo>
                    <a:pt x="5173836" y="2533066"/>
                  </a:lnTo>
                  <a:lnTo>
                    <a:pt x="5068632" y="2523490"/>
                  </a:lnTo>
                  <a:lnTo>
                    <a:pt x="4957720" y="2512133"/>
                  </a:lnTo>
                  <a:lnTo>
                    <a:pt x="4844829" y="2499026"/>
                  </a:lnTo>
                  <a:lnTo>
                    <a:pt x="4733158" y="2484204"/>
                  </a:lnTo>
                  <a:lnTo>
                    <a:pt x="4625181" y="2467680"/>
                  </a:lnTo>
                  <a:lnTo>
                    <a:pt x="4522604" y="2449431"/>
                  </a:lnTo>
                  <a:lnTo>
                    <a:pt x="4426432" y="2429383"/>
                  </a:lnTo>
                  <a:lnTo>
                    <a:pt x="4337086" y="2407411"/>
                  </a:lnTo>
                  <a:lnTo>
                    <a:pt x="4254544" y="2383334"/>
                  </a:lnTo>
                  <a:lnTo>
                    <a:pt x="4178467" y="2356919"/>
                  </a:lnTo>
                  <a:lnTo>
                    <a:pt x="4108307" y="2327888"/>
                  </a:lnTo>
                  <a:lnTo>
                    <a:pt x="4043393" y="2295925"/>
                  </a:lnTo>
                  <a:lnTo>
                    <a:pt x="3982991" y="2260697"/>
                  </a:lnTo>
                  <a:lnTo>
                    <a:pt x="3926357" y="2221879"/>
                  </a:lnTo>
                  <a:lnTo>
                    <a:pt x="3872769" y="2179201"/>
                  </a:lnTo>
                  <a:lnTo>
                    <a:pt x="3821572" y="2132522"/>
                  </a:lnTo>
                  <a:lnTo>
                    <a:pt x="3820202" y="2131191"/>
                  </a:lnTo>
                  <a:lnTo>
                    <a:pt x="3774327" y="2084147"/>
                  </a:lnTo>
                  <a:lnTo>
                    <a:pt x="3729624" y="2033586"/>
                  </a:lnTo>
                  <a:lnTo>
                    <a:pt x="3685768" y="1979435"/>
                  </a:lnTo>
                  <a:lnTo>
                    <a:pt x="3642497" y="1921684"/>
                  </a:lnTo>
                  <a:lnTo>
                    <a:pt x="3599605" y="1860386"/>
                  </a:lnTo>
                  <a:lnTo>
                    <a:pt x="3556931" y="1795671"/>
                  </a:lnTo>
                  <a:lnTo>
                    <a:pt x="3514358" y="1727741"/>
                  </a:lnTo>
                  <a:lnTo>
                    <a:pt x="3471801" y="1656877"/>
                  </a:lnTo>
                  <a:lnTo>
                    <a:pt x="3429208" y="1583438"/>
                  </a:lnTo>
                  <a:lnTo>
                    <a:pt x="3386554" y="1507849"/>
                  </a:lnTo>
                  <a:lnTo>
                    <a:pt x="3343835" y="1430601"/>
                  </a:lnTo>
                  <a:lnTo>
                    <a:pt x="3301064" y="1352231"/>
                  </a:lnTo>
                  <a:lnTo>
                    <a:pt x="3258266" y="1273313"/>
                  </a:lnTo>
                  <a:lnTo>
                    <a:pt x="3215469" y="1194434"/>
                  </a:lnTo>
                  <a:lnTo>
                    <a:pt x="3172704" y="1116185"/>
                  </a:lnTo>
                  <a:lnTo>
                    <a:pt x="3129994" y="1039133"/>
                  </a:lnTo>
                  <a:lnTo>
                    <a:pt x="3087349" y="963810"/>
                  </a:lnTo>
                  <a:lnTo>
                    <a:pt x="3044763" y="890700"/>
                  </a:lnTo>
                  <a:lnTo>
                    <a:pt x="3002207" y="820218"/>
                  </a:lnTo>
                  <a:lnTo>
                    <a:pt x="2959626" y="752713"/>
                  </a:lnTo>
                  <a:lnTo>
                    <a:pt x="2916931" y="688454"/>
                  </a:lnTo>
                  <a:lnTo>
                    <a:pt x="2873997" y="627636"/>
                  </a:lnTo>
                  <a:lnTo>
                    <a:pt x="2830660" y="570375"/>
                  </a:lnTo>
                  <a:lnTo>
                    <a:pt x="2786704" y="516717"/>
                  </a:lnTo>
                  <a:lnTo>
                    <a:pt x="2741862" y="466642"/>
                  </a:lnTo>
                  <a:lnTo>
                    <a:pt x="2702183" y="426238"/>
                  </a:lnTo>
                  <a:lnTo>
                    <a:pt x="2651043" y="379449"/>
                  </a:lnTo>
                  <a:lnTo>
                    <a:pt x="2597530" y="336663"/>
                  </a:lnTo>
                  <a:lnTo>
                    <a:pt x="2540988" y="297743"/>
                  </a:lnTo>
                  <a:lnTo>
                    <a:pt x="2480699" y="262421"/>
                  </a:lnTo>
                  <a:lnTo>
                    <a:pt x="2415918" y="230373"/>
                  </a:lnTo>
                  <a:lnTo>
                    <a:pt x="2345911" y="201266"/>
                  </a:lnTo>
                  <a:lnTo>
                    <a:pt x="2270003" y="174784"/>
                  </a:lnTo>
                  <a:lnTo>
                    <a:pt x="2187643" y="150646"/>
                  </a:lnTo>
                  <a:lnTo>
                    <a:pt x="2098486" y="128619"/>
                  </a:lnTo>
                  <a:lnTo>
                    <a:pt x="2002497" y="108521"/>
                  </a:lnTo>
                  <a:lnTo>
                    <a:pt x="1900084" y="90224"/>
                  </a:lnTo>
                  <a:lnTo>
                    <a:pt x="1792235" y="73654"/>
                  </a:lnTo>
                  <a:lnTo>
                    <a:pt x="1680636" y="58785"/>
                  </a:lnTo>
                  <a:lnTo>
                    <a:pt x="1567739" y="45631"/>
                  </a:lnTo>
                  <a:lnTo>
                    <a:pt x="1456725" y="34225"/>
                  </a:lnTo>
                  <a:lnTo>
                    <a:pt x="1351313" y="24600"/>
                  </a:lnTo>
                  <a:lnTo>
                    <a:pt x="1255397" y="16764"/>
                  </a:lnTo>
                  <a:lnTo>
                    <a:pt x="1172545" y="10668"/>
                  </a:lnTo>
                  <a:lnTo>
                    <a:pt x="1105440" y="6200"/>
                  </a:lnTo>
                  <a:lnTo>
                    <a:pt x="1055404" y="3171"/>
                  </a:lnTo>
                  <a:lnTo>
                    <a:pt x="1022110" y="1333"/>
                  </a:lnTo>
                  <a:lnTo>
                    <a:pt x="1003537" y="394"/>
                  </a:lnTo>
                  <a:lnTo>
                    <a:pt x="996117" y="5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1" name="pl120"/>
            <p:cNvSpPr/>
            <p:nvPr/>
          </p:nvSpPr>
          <p:spPr>
            <a:xfrm>
              <a:off x="1199187" y="3799295"/>
              <a:ext cx="12049831" cy="2557429"/>
            </a:xfrm>
            <a:custGeom>
              <a:avLst/>
              <a:pathLst>
                <a:path w="12049831" h="2557429">
                  <a:moveTo>
                    <a:pt x="0" y="0"/>
                  </a:moveTo>
                  <a:lnTo>
                    <a:pt x="994940" y="0"/>
                  </a:lnTo>
                  <a:lnTo>
                    <a:pt x="996027" y="46"/>
                  </a:lnTo>
                  <a:lnTo>
                    <a:pt x="1003206" y="379"/>
                  </a:lnTo>
                  <a:lnTo>
                    <a:pt x="1021420" y="1297"/>
                  </a:lnTo>
                  <a:lnTo>
                    <a:pt x="1054277" y="3106"/>
                  </a:lnTo>
                  <a:lnTo>
                    <a:pt x="1103843" y="6099"/>
                  </a:lnTo>
                  <a:lnTo>
                    <a:pt x="1170493" y="10525"/>
                  </a:lnTo>
                  <a:lnTo>
                    <a:pt x="1252945" y="16574"/>
                  </a:lnTo>
                  <a:lnTo>
                    <a:pt x="1348549" y="24363"/>
                  </a:lnTo>
                  <a:lnTo>
                    <a:pt x="1453753" y="33938"/>
                  </a:lnTo>
                  <a:lnTo>
                    <a:pt x="1564665" y="45296"/>
                  </a:lnTo>
                  <a:lnTo>
                    <a:pt x="1677556" y="58403"/>
                  </a:lnTo>
                  <a:lnTo>
                    <a:pt x="1789227" y="73225"/>
                  </a:lnTo>
                  <a:lnTo>
                    <a:pt x="1897204" y="89748"/>
                  </a:lnTo>
                  <a:lnTo>
                    <a:pt x="1999781" y="107998"/>
                  </a:lnTo>
                  <a:lnTo>
                    <a:pt x="2095953" y="128045"/>
                  </a:lnTo>
                  <a:lnTo>
                    <a:pt x="2185299" y="150017"/>
                  </a:lnTo>
                  <a:lnTo>
                    <a:pt x="2267841" y="174095"/>
                  </a:lnTo>
                  <a:lnTo>
                    <a:pt x="2343918" y="200509"/>
                  </a:lnTo>
                  <a:lnTo>
                    <a:pt x="2414078" y="229541"/>
                  </a:lnTo>
                  <a:lnTo>
                    <a:pt x="2478992" y="261503"/>
                  </a:lnTo>
                  <a:lnTo>
                    <a:pt x="2539394" y="296732"/>
                  </a:lnTo>
                  <a:lnTo>
                    <a:pt x="2596028" y="335550"/>
                  </a:lnTo>
                  <a:lnTo>
                    <a:pt x="2649616" y="378227"/>
                  </a:lnTo>
                  <a:lnTo>
                    <a:pt x="2700813" y="424906"/>
                  </a:lnTo>
                  <a:lnTo>
                    <a:pt x="2702183" y="426238"/>
                  </a:lnTo>
                  <a:lnTo>
                    <a:pt x="2748058" y="473281"/>
                  </a:lnTo>
                  <a:lnTo>
                    <a:pt x="2792761" y="523842"/>
                  </a:lnTo>
                  <a:lnTo>
                    <a:pt x="2836617" y="577993"/>
                  </a:lnTo>
                  <a:lnTo>
                    <a:pt x="2879888" y="635745"/>
                  </a:lnTo>
                  <a:lnTo>
                    <a:pt x="2922780" y="697042"/>
                  </a:lnTo>
                  <a:lnTo>
                    <a:pt x="2965454" y="761758"/>
                  </a:lnTo>
                  <a:lnTo>
                    <a:pt x="3008027" y="829688"/>
                  </a:lnTo>
                  <a:lnTo>
                    <a:pt x="3050584" y="900551"/>
                  </a:lnTo>
                  <a:lnTo>
                    <a:pt x="3093177" y="973991"/>
                  </a:lnTo>
                  <a:lnTo>
                    <a:pt x="3135831" y="1049579"/>
                  </a:lnTo>
                  <a:lnTo>
                    <a:pt x="3178550" y="1126827"/>
                  </a:lnTo>
                  <a:lnTo>
                    <a:pt x="3221321" y="1205197"/>
                  </a:lnTo>
                  <a:lnTo>
                    <a:pt x="3264119" y="1284116"/>
                  </a:lnTo>
                  <a:lnTo>
                    <a:pt x="3306916" y="1362994"/>
                  </a:lnTo>
                  <a:lnTo>
                    <a:pt x="3349681" y="1441244"/>
                  </a:lnTo>
                  <a:lnTo>
                    <a:pt x="3392391" y="1518296"/>
                  </a:lnTo>
                  <a:lnTo>
                    <a:pt x="3435036" y="1593618"/>
                  </a:lnTo>
                  <a:lnTo>
                    <a:pt x="3477622" y="1666729"/>
                  </a:lnTo>
                  <a:lnTo>
                    <a:pt x="3520178" y="1737210"/>
                  </a:lnTo>
                  <a:lnTo>
                    <a:pt x="3562759" y="1804716"/>
                  </a:lnTo>
                  <a:lnTo>
                    <a:pt x="3605454" y="1868974"/>
                  </a:lnTo>
                  <a:lnTo>
                    <a:pt x="3648388" y="1929793"/>
                  </a:lnTo>
                  <a:lnTo>
                    <a:pt x="3691725" y="1987053"/>
                  </a:lnTo>
                  <a:lnTo>
                    <a:pt x="3735681" y="2040711"/>
                  </a:lnTo>
                  <a:lnTo>
                    <a:pt x="3780523" y="2090786"/>
                  </a:lnTo>
                  <a:lnTo>
                    <a:pt x="3820202" y="2131191"/>
                  </a:lnTo>
                  <a:lnTo>
                    <a:pt x="3871342" y="2177979"/>
                  </a:lnTo>
                  <a:lnTo>
                    <a:pt x="3924855" y="2220765"/>
                  </a:lnTo>
                  <a:lnTo>
                    <a:pt x="3981397" y="2259685"/>
                  </a:lnTo>
                  <a:lnTo>
                    <a:pt x="4041686" y="2295008"/>
                  </a:lnTo>
                  <a:lnTo>
                    <a:pt x="4106467" y="2327055"/>
                  </a:lnTo>
                  <a:lnTo>
                    <a:pt x="4176474" y="2356162"/>
                  </a:lnTo>
                  <a:lnTo>
                    <a:pt x="4252382" y="2382644"/>
                  </a:lnTo>
                  <a:lnTo>
                    <a:pt x="4334742" y="2406782"/>
                  </a:lnTo>
                  <a:lnTo>
                    <a:pt x="4423899" y="2428809"/>
                  </a:lnTo>
                  <a:lnTo>
                    <a:pt x="4519888" y="2448907"/>
                  </a:lnTo>
                  <a:lnTo>
                    <a:pt x="4622301" y="2467205"/>
                  </a:lnTo>
                  <a:lnTo>
                    <a:pt x="4730150" y="2483775"/>
                  </a:lnTo>
                  <a:lnTo>
                    <a:pt x="4841749" y="2498643"/>
                  </a:lnTo>
                  <a:lnTo>
                    <a:pt x="4954646" y="2511798"/>
                  </a:lnTo>
                  <a:lnTo>
                    <a:pt x="5065660" y="2523204"/>
                  </a:lnTo>
                  <a:lnTo>
                    <a:pt x="5171072" y="2532828"/>
                  </a:lnTo>
                  <a:lnTo>
                    <a:pt x="5266988" y="2540665"/>
                  </a:lnTo>
                  <a:lnTo>
                    <a:pt x="5349840" y="2546760"/>
                  </a:lnTo>
                  <a:lnTo>
                    <a:pt x="5416945" y="2551229"/>
                  </a:lnTo>
                  <a:lnTo>
                    <a:pt x="5466981" y="2554257"/>
                  </a:lnTo>
                  <a:lnTo>
                    <a:pt x="5500275" y="2556096"/>
                  </a:lnTo>
                  <a:lnTo>
                    <a:pt x="5518848" y="2557034"/>
                  </a:lnTo>
                  <a:lnTo>
                    <a:pt x="5526268" y="2557378"/>
                  </a:lnTo>
                  <a:lnTo>
                    <a:pt x="5527445" y="2557429"/>
                  </a:lnTo>
                  <a:lnTo>
                    <a:pt x="5527445" y="2557429"/>
                  </a:lnTo>
                  <a:lnTo>
                    <a:pt x="6522385" y="2557429"/>
                  </a:lnTo>
                  <a:lnTo>
                    <a:pt x="6523515" y="2557411"/>
                  </a:lnTo>
                  <a:lnTo>
                    <a:pt x="6530971" y="2557286"/>
                  </a:lnTo>
                  <a:lnTo>
                    <a:pt x="6549867" y="2556939"/>
                  </a:lnTo>
                  <a:lnTo>
                    <a:pt x="6583905" y="2556256"/>
                  </a:lnTo>
                  <a:lnTo>
                    <a:pt x="6635156" y="2555128"/>
                  </a:lnTo>
                  <a:lnTo>
                    <a:pt x="6703902" y="2553460"/>
                  </a:lnTo>
                  <a:lnTo>
                    <a:pt x="6788698" y="2551184"/>
                  </a:lnTo>
                  <a:lnTo>
                    <a:pt x="6886685" y="2548257"/>
                  </a:lnTo>
                  <a:lnTo>
                    <a:pt x="6994114" y="2544665"/>
                  </a:lnTo>
                  <a:lnTo>
                    <a:pt x="7106930" y="2540410"/>
                  </a:lnTo>
                  <a:lnTo>
                    <a:pt x="7221310" y="2535506"/>
                  </a:lnTo>
                  <a:lnTo>
                    <a:pt x="7334024" y="2529964"/>
                  </a:lnTo>
                  <a:lnTo>
                    <a:pt x="7442619" y="2523789"/>
                  </a:lnTo>
                  <a:lnTo>
                    <a:pt x="7545447" y="2516968"/>
                  </a:lnTo>
                  <a:lnTo>
                    <a:pt x="7641582" y="2509470"/>
                  </a:lnTo>
                  <a:lnTo>
                    <a:pt x="7730684" y="2501244"/>
                  </a:lnTo>
                  <a:lnTo>
                    <a:pt x="7812852" y="2492217"/>
                  </a:lnTo>
                  <a:lnTo>
                    <a:pt x="7888496" y="2482298"/>
                  </a:lnTo>
                  <a:lnTo>
                    <a:pt x="7958220" y="2471379"/>
                  </a:lnTo>
                  <a:lnTo>
                    <a:pt x="8022744" y="2459337"/>
                  </a:lnTo>
                  <a:lnTo>
                    <a:pt x="8082837" y="2446046"/>
                  </a:lnTo>
                  <a:lnTo>
                    <a:pt x="8139272" y="2431389"/>
                  </a:lnTo>
                  <a:lnTo>
                    <a:pt x="8192783" y="2415273"/>
                  </a:lnTo>
                  <a:lnTo>
                    <a:pt x="8229629" y="2402830"/>
                  </a:lnTo>
                  <a:lnTo>
                    <a:pt x="8287370" y="2381065"/>
                  </a:lnTo>
                  <a:lnTo>
                    <a:pt x="8343384" y="2357251"/>
                  </a:lnTo>
                  <a:lnTo>
                    <a:pt x="8398273" y="2331354"/>
                  </a:lnTo>
                  <a:lnTo>
                    <a:pt x="8452490" y="2303396"/>
                  </a:lnTo>
                  <a:lnTo>
                    <a:pt x="8506367" y="2273467"/>
                  </a:lnTo>
                  <a:lnTo>
                    <a:pt x="8560130" y="2241726"/>
                  </a:lnTo>
                  <a:lnTo>
                    <a:pt x="8613918" y="2208404"/>
                  </a:lnTo>
                  <a:lnTo>
                    <a:pt x="8667798" y="2173799"/>
                  </a:lnTo>
                  <a:lnTo>
                    <a:pt x="8721779" y="2138266"/>
                  </a:lnTo>
                  <a:lnTo>
                    <a:pt x="8775830" y="2102206"/>
                  </a:lnTo>
                  <a:lnTo>
                    <a:pt x="8829896" y="2066043"/>
                  </a:lnTo>
                  <a:lnTo>
                    <a:pt x="8883916" y="2030209"/>
                  </a:lnTo>
                  <a:lnTo>
                    <a:pt x="8937846" y="1995117"/>
                  </a:lnTo>
                  <a:lnTo>
                    <a:pt x="8991673" y="1961146"/>
                  </a:lnTo>
                  <a:lnTo>
                    <a:pt x="9045435" y="1928623"/>
                  </a:lnTo>
                  <a:lnTo>
                    <a:pt x="9099235" y="1897812"/>
                  </a:lnTo>
                  <a:lnTo>
                    <a:pt x="9153257" y="1868904"/>
                  </a:lnTo>
                  <a:lnTo>
                    <a:pt x="9207779" y="1842024"/>
                  </a:lnTo>
                  <a:lnTo>
                    <a:pt x="9263195" y="1817224"/>
                  </a:lnTo>
                  <a:lnTo>
                    <a:pt x="9320031" y="1794496"/>
                  </a:lnTo>
                  <a:lnTo>
                    <a:pt x="9347647" y="1784435"/>
                  </a:lnTo>
                  <a:lnTo>
                    <a:pt x="9399475" y="1767251"/>
                  </a:lnTo>
                  <a:lnTo>
                    <a:pt x="9453748" y="1751557"/>
                  </a:lnTo>
                  <a:lnTo>
                    <a:pt x="9511147" y="1737300"/>
                  </a:lnTo>
                  <a:lnTo>
                    <a:pt x="9572423" y="1724378"/>
                  </a:lnTo>
                  <a:lnTo>
                    <a:pt x="9638351" y="1712668"/>
                  </a:lnTo>
                  <a:lnTo>
                    <a:pt x="9709691" y="1702046"/>
                  </a:lnTo>
                  <a:lnTo>
                    <a:pt x="9787138" y="1692391"/>
                  </a:lnTo>
                  <a:lnTo>
                    <a:pt x="9871251" y="1683601"/>
                  </a:lnTo>
                  <a:lnTo>
                    <a:pt x="9962362" y="1675589"/>
                  </a:lnTo>
                  <a:lnTo>
                    <a:pt x="10060460" y="1668288"/>
                  </a:lnTo>
                  <a:lnTo>
                    <a:pt x="10165055" y="1661653"/>
                  </a:lnTo>
                  <a:lnTo>
                    <a:pt x="10275025" y="1655659"/>
                  </a:lnTo>
                  <a:lnTo>
                    <a:pt x="10388498" y="1650298"/>
                  </a:lnTo>
                  <a:lnTo>
                    <a:pt x="10502793" y="1645577"/>
                  </a:lnTo>
                  <a:lnTo>
                    <a:pt x="10614483" y="1641510"/>
                  </a:lnTo>
                  <a:lnTo>
                    <a:pt x="10719633" y="1638107"/>
                  </a:lnTo>
                  <a:lnTo>
                    <a:pt x="10814218" y="1635369"/>
                  </a:lnTo>
                  <a:lnTo>
                    <a:pt x="10894681" y="1633271"/>
                  </a:lnTo>
                  <a:lnTo>
                    <a:pt x="10958520" y="1631765"/>
                  </a:lnTo>
                  <a:lnTo>
                    <a:pt x="11004761" y="1630774"/>
                  </a:lnTo>
                  <a:lnTo>
                    <a:pt x="11034201" y="1630198"/>
                  </a:lnTo>
                  <a:lnTo>
                    <a:pt x="11049396" y="1629927"/>
                  </a:lnTo>
                  <a:lnTo>
                    <a:pt x="11054472" y="1629843"/>
                  </a:lnTo>
                  <a:lnTo>
                    <a:pt x="11054891" y="1629837"/>
                  </a:lnTo>
                  <a:lnTo>
                    <a:pt x="12049831" y="1629837"/>
                  </a:lnTo>
                  <a:lnTo>
                    <a:pt x="12049831" y="16298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" name="pl121"/>
            <p:cNvSpPr/>
            <p:nvPr/>
          </p:nvSpPr>
          <p:spPr>
            <a:xfrm>
              <a:off x="1199187" y="3794054"/>
              <a:ext cx="12049831" cy="2557429"/>
            </a:xfrm>
            <a:custGeom>
              <a:avLst/>
              <a:pathLst>
                <a:path w="12049831" h="2557429">
                  <a:moveTo>
                    <a:pt x="12049831" y="1629837"/>
                  </a:moveTo>
                  <a:lnTo>
                    <a:pt x="11054891" y="1629837"/>
                  </a:lnTo>
                  <a:lnTo>
                    <a:pt x="11053761" y="1629854"/>
                  </a:lnTo>
                  <a:lnTo>
                    <a:pt x="11046306" y="1629980"/>
                  </a:lnTo>
                  <a:lnTo>
                    <a:pt x="11027410" y="1630326"/>
                  </a:lnTo>
                  <a:lnTo>
                    <a:pt x="10993371" y="1631009"/>
                  </a:lnTo>
                  <a:lnTo>
                    <a:pt x="10942121" y="1632138"/>
                  </a:lnTo>
                  <a:lnTo>
                    <a:pt x="10873375" y="1633806"/>
                  </a:lnTo>
                  <a:lnTo>
                    <a:pt x="10788579" y="1636082"/>
                  </a:lnTo>
                  <a:lnTo>
                    <a:pt x="10690591" y="1639008"/>
                  </a:lnTo>
                  <a:lnTo>
                    <a:pt x="10583163" y="1642601"/>
                  </a:lnTo>
                  <a:lnTo>
                    <a:pt x="10470346" y="1646856"/>
                  </a:lnTo>
                  <a:lnTo>
                    <a:pt x="10355966" y="1651760"/>
                  </a:lnTo>
                  <a:lnTo>
                    <a:pt x="10243253" y="1657301"/>
                  </a:lnTo>
                  <a:lnTo>
                    <a:pt x="10134658" y="1663477"/>
                  </a:lnTo>
                  <a:lnTo>
                    <a:pt x="10031829" y="1670298"/>
                  </a:lnTo>
                  <a:lnTo>
                    <a:pt x="9935694" y="1677796"/>
                  </a:lnTo>
                  <a:lnTo>
                    <a:pt x="9846593" y="1686022"/>
                  </a:lnTo>
                  <a:lnTo>
                    <a:pt x="9764424" y="1695048"/>
                  </a:lnTo>
                  <a:lnTo>
                    <a:pt x="9688781" y="1704967"/>
                  </a:lnTo>
                  <a:lnTo>
                    <a:pt x="9619057" y="1715887"/>
                  </a:lnTo>
                  <a:lnTo>
                    <a:pt x="9554533" y="1727929"/>
                  </a:lnTo>
                  <a:lnTo>
                    <a:pt x="9494439" y="1741219"/>
                  </a:lnTo>
                  <a:lnTo>
                    <a:pt x="9438004" y="1755877"/>
                  </a:lnTo>
                  <a:lnTo>
                    <a:pt x="9384493" y="1771993"/>
                  </a:lnTo>
                  <a:lnTo>
                    <a:pt x="9347647" y="1784435"/>
                  </a:lnTo>
                  <a:lnTo>
                    <a:pt x="9289906" y="1806201"/>
                  </a:lnTo>
                  <a:lnTo>
                    <a:pt x="9233893" y="1830014"/>
                  </a:lnTo>
                  <a:lnTo>
                    <a:pt x="9179004" y="1855912"/>
                  </a:lnTo>
                  <a:lnTo>
                    <a:pt x="9124786" y="1883870"/>
                  </a:lnTo>
                  <a:lnTo>
                    <a:pt x="9070910" y="1913799"/>
                  </a:lnTo>
                  <a:lnTo>
                    <a:pt x="9017147" y="1945540"/>
                  </a:lnTo>
                  <a:lnTo>
                    <a:pt x="8963359" y="1978861"/>
                  </a:lnTo>
                  <a:lnTo>
                    <a:pt x="8909478" y="2013467"/>
                  </a:lnTo>
                  <a:lnTo>
                    <a:pt x="8855497" y="2048999"/>
                  </a:lnTo>
                  <a:lnTo>
                    <a:pt x="8801446" y="2085060"/>
                  </a:lnTo>
                  <a:lnTo>
                    <a:pt x="8747381" y="2121223"/>
                  </a:lnTo>
                  <a:lnTo>
                    <a:pt x="8693361" y="2157057"/>
                  </a:lnTo>
                  <a:lnTo>
                    <a:pt x="8639431" y="2192149"/>
                  </a:lnTo>
                  <a:lnTo>
                    <a:pt x="8585604" y="2226120"/>
                  </a:lnTo>
                  <a:lnTo>
                    <a:pt x="8531841" y="2258643"/>
                  </a:lnTo>
                  <a:lnTo>
                    <a:pt x="8478041" y="2289454"/>
                  </a:lnTo>
                  <a:lnTo>
                    <a:pt x="8424020" y="2318361"/>
                  </a:lnTo>
                  <a:lnTo>
                    <a:pt x="8369497" y="2345242"/>
                  </a:lnTo>
                  <a:lnTo>
                    <a:pt x="8314082" y="2370042"/>
                  </a:lnTo>
                  <a:lnTo>
                    <a:pt x="8257245" y="2392770"/>
                  </a:lnTo>
                  <a:lnTo>
                    <a:pt x="8229629" y="2402830"/>
                  </a:lnTo>
                  <a:lnTo>
                    <a:pt x="8177802" y="2420014"/>
                  </a:lnTo>
                  <a:lnTo>
                    <a:pt x="8123529" y="2435708"/>
                  </a:lnTo>
                  <a:lnTo>
                    <a:pt x="8066129" y="2449966"/>
                  </a:lnTo>
                  <a:lnTo>
                    <a:pt x="8004853" y="2462888"/>
                  </a:lnTo>
                  <a:lnTo>
                    <a:pt x="7938925" y="2474597"/>
                  </a:lnTo>
                  <a:lnTo>
                    <a:pt x="7867585" y="2485220"/>
                  </a:lnTo>
                  <a:lnTo>
                    <a:pt x="7790138" y="2494874"/>
                  </a:lnTo>
                  <a:lnTo>
                    <a:pt x="7706026" y="2503665"/>
                  </a:lnTo>
                  <a:lnTo>
                    <a:pt x="7614915" y="2511677"/>
                  </a:lnTo>
                  <a:lnTo>
                    <a:pt x="7516816" y="2518978"/>
                  </a:lnTo>
                  <a:lnTo>
                    <a:pt x="7412222" y="2525613"/>
                  </a:lnTo>
                  <a:lnTo>
                    <a:pt x="7302252" y="2531607"/>
                  </a:lnTo>
                  <a:lnTo>
                    <a:pt x="7188779" y="2536968"/>
                  </a:lnTo>
                  <a:lnTo>
                    <a:pt x="7074484" y="2541689"/>
                  </a:lnTo>
                  <a:lnTo>
                    <a:pt x="6962794" y="2545756"/>
                  </a:lnTo>
                  <a:lnTo>
                    <a:pt x="6857644" y="2549158"/>
                  </a:lnTo>
                  <a:lnTo>
                    <a:pt x="6763059" y="2551897"/>
                  </a:lnTo>
                  <a:lnTo>
                    <a:pt x="6682596" y="2553994"/>
                  </a:lnTo>
                  <a:lnTo>
                    <a:pt x="6618757" y="2555500"/>
                  </a:lnTo>
                  <a:lnTo>
                    <a:pt x="6572516" y="2556492"/>
                  </a:lnTo>
                  <a:lnTo>
                    <a:pt x="6543076" y="2557067"/>
                  </a:lnTo>
                  <a:lnTo>
                    <a:pt x="6527880" y="2557339"/>
                  </a:lnTo>
                  <a:lnTo>
                    <a:pt x="6522805" y="2557423"/>
                  </a:lnTo>
                  <a:lnTo>
                    <a:pt x="6522385" y="2557429"/>
                  </a:lnTo>
                  <a:lnTo>
                    <a:pt x="5527445" y="2557429"/>
                  </a:lnTo>
                  <a:lnTo>
                    <a:pt x="5526358" y="2557382"/>
                  </a:lnTo>
                  <a:lnTo>
                    <a:pt x="5519179" y="2557050"/>
                  </a:lnTo>
                  <a:lnTo>
                    <a:pt x="5500965" y="2556132"/>
                  </a:lnTo>
                  <a:lnTo>
                    <a:pt x="5468108" y="2554322"/>
                  </a:lnTo>
                  <a:lnTo>
                    <a:pt x="5418542" y="2551329"/>
                  </a:lnTo>
                  <a:lnTo>
                    <a:pt x="5351892" y="2546903"/>
                  </a:lnTo>
                  <a:lnTo>
                    <a:pt x="5269440" y="2540854"/>
                  </a:lnTo>
                  <a:lnTo>
                    <a:pt x="5173836" y="2533066"/>
                  </a:lnTo>
                  <a:lnTo>
                    <a:pt x="5068632" y="2523490"/>
                  </a:lnTo>
                  <a:lnTo>
                    <a:pt x="4957720" y="2512133"/>
                  </a:lnTo>
                  <a:lnTo>
                    <a:pt x="4844829" y="2499026"/>
                  </a:lnTo>
                  <a:lnTo>
                    <a:pt x="4733158" y="2484204"/>
                  </a:lnTo>
                  <a:lnTo>
                    <a:pt x="4625181" y="2467680"/>
                  </a:lnTo>
                  <a:lnTo>
                    <a:pt x="4522604" y="2449431"/>
                  </a:lnTo>
                  <a:lnTo>
                    <a:pt x="4426432" y="2429383"/>
                  </a:lnTo>
                  <a:lnTo>
                    <a:pt x="4337086" y="2407411"/>
                  </a:lnTo>
                  <a:lnTo>
                    <a:pt x="4254544" y="2383334"/>
                  </a:lnTo>
                  <a:lnTo>
                    <a:pt x="4178467" y="2356919"/>
                  </a:lnTo>
                  <a:lnTo>
                    <a:pt x="4108307" y="2327888"/>
                  </a:lnTo>
                  <a:lnTo>
                    <a:pt x="4043393" y="2295925"/>
                  </a:lnTo>
                  <a:lnTo>
                    <a:pt x="3982991" y="2260697"/>
                  </a:lnTo>
                  <a:lnTo>
                    <a:pt x="3926357" y="2221879"/>
                  </a:lnTo>
                  <a:lnTo>
                    <a:pt x="3872769" y="2179201"/>
                  </a:lnTo>
                  <a:lnTo>
                    <a:pt x="3821572" y="2132522"/>
                  </a:lnTo>
                  <a:lnTo>
                    <a:pt x="3820202" y="2131191"/>
                  </a:lnTo>
                  <a:lnTo>
                    <a:pt x="3774327" y="2084147"/>
                  </a:lnTo>
                  <a:lnTo>
                    <a:pt x="3729624" y="2033586"/>
                  </a:lnTo>
                  <a:lnTo>
                    <a:pt x="3685768" y="1979435"/>
                  </a:lnTo>
                  <a:lnTo>
                    <a:pt x="3642497" y="1921684"/>
                  </a:lnTo>
                  <a:lnTo>
                    <a:pt x="3599605" y="1860386"/>
                  </a:lnTo>
                  <a:lnTo>
                    <a:pt x="3556931" y="1795671"/>
                  </a:lnTo>
                  <a:lnTo>
                    <a:pt x="3514358" y="1727741"/>
                  </a:lnTo>
                  <a:lnTo>
                    <a:pt x="3471801" y="1656877"/>
                  </a:lnTo>
                  <a:lnTo>
                    <a:pt x="3429208" y="1583438"/>
                  </a:lnTo>
                  <a:lnTo>
                    <a:pt x="3386554" y="1507849"/>
                  </a:lnTo>
                  <a:lnTo>
                    <a:pt x="3343835" y="1430601"/>
                  </a:lnTo>
                  <a:lnTo>
                    <a:pt x="3301064" y="1352231"/>
                  </a:lnTo>
                  <a:lnTo>
                    <a:pt x="3258266" y="1273313"/>
                  </a:lnTo>
                  <a:lnTo>
                    <a:pt x="3215469" y="1194434"/>
                  </a:lnTo>
                  <a:lnTo>
                    <a:pt x="3172704" y="1116185"/>
                  </a:lnTo>
                  <a:lnTo>
                    <a:pt x="3129994" y="1039133"/>
                  </a:lnTo>
                  <a:lnTo>
                    <a:pt x="3087349" y="963810"/>
                  </a:lnTo>
                  <a:lnTo>
                    <a:pt x="3044763" y="890700"/>
                  </a:lnTo>
                  <a:lnTo>
                    <a:pt x="3002207" y="820218"/>
                  </a:lnTo>
                  <a:lnTo>
                    <a:pt x="2959626" y="752713"/>
                  </a:lnTo>
                  <a:lnTo>
                    <a:pt x="2916931" y="688454"/>
                  </a:lnTo>
                  <a:lnTo>
                    <a:pt x="2873997" y="627636"/>
                  </a:lnTo>
                  <a:lnTo>
                    <a:pt x="2830660" y="570375"/>
                  </a:lnTo>
                  <a:lnTo>
                    <a:pt x="2786704" y="516717"/>
                  </a:lnTo>
                  <a:lnTo>
                    <a:pt x="2741862" y="466642"/>
                  </a:lnTo>
                  <a:lnTo>
                    <a:pt x="2702183" y="426238"/>
                  </a:lnTo>
                  <a:lnTo>
                    <a:pt x="2651043" y="379449"/>
                  </a:lnTo>
                  <a:lnTo>
                    <a:pt x="2597530" y="336663"/>
                  </a:lnTo>
                  <a:lnTo>
                    <a:pt x="2540988" y="297743"/>
                  </a:lnTo>
                  <a:lnTo>
                    <a:pt x="2480699" y="262421"/>
                  </a:lnTo>
                  <a:lnTo>
                    <a:pt x="2415918" y="230373"/>
                  </a:lnTo>
                  <a:lnTo>
                    <a:pt x="2345911" y="201266"/>
                  </a:lnTo>
                  <a:lnTo>
                    <a:pt x="2270003" y="174784"/>
                  </a:lnTo>
                  <a:lnTo>
                    <a:pt x="2187643" y="150646"/>
                  </a:lnTo>
                  <a:lnTo>
                    <a:pt x="2098486" y="128619"/>
                  </a:lnTo>
                  <a:lnTo>
                    <a:pt x="2002497" y="108521"/>
                  </a:lnTo>
                  <a:lnTo>
                    <a:pt x="1900084" y="90224"/>
                  </a:lnTo>
                  <a:lnTo>
                    <a:pt x="1792235" y="73654"/>
                  </a:lnTo>
                  <a:lnTo>
                    <a:pt x="1680636" y="58785"/>
                  </a:lnTo>
                  <a:lnTo>
                    <a:pt x="1567739" y="45631"/>
                  </a:lnTo>
                  <a:lnTo>
                    <a:pt x="1456725" y="34225"/>
                  </a:lnTo>
                  <a:lnTo>
                    <a:pt x="1351313" y="24600"/>
                  </a:lnTo>
                  <a:lnTo>
                    <a:pt x="1255397" y="16764"/>
                  </a:lnTo>
                  <a:lnTo>
                    <a:pt x="1172545" y="10668"/>
                  </a:lnTo>
                  <a:lnTo>
                    <a:pt x="1105440" y="6200"/>
                  </a:lnTo>
                  <a:lnTo>
                    <a:pt x="1055404" y="3171"/>
                  </a:lnTo>
                  <a:lnTo>
                    <a:pt x="1022110" y="1333"/>
                  </a:lnTo>
                  <a:lnTo>
                    <a:pt x="1003537" y="394"/>
                  </a:lnTo>
                  <a:lnTo>
                    <a:pt x="996117" y="50"/>
                  </a:lnTo>
                  <a:lnTo>
                    <a:pt x="994940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" name="pg122"/>
            <p:cNvSpPr/>
            <p:nvPr/>
          </p:nvSpPr>
          <p:spPr>
            <a:xfrm>
              <a:off x="1199187" y="3799295"/>
              <a:ext cx="12049831" cy="2562670"/>
            </a:xfrm>
            <a:custGeom>
              <a:avLst/>
              <a:pathLst>
                <a:path w="12049831" h="2562670">
                  <a:moveTo>
                    <a:pt x="0" y="5240"/>
                  </a:moveTo>
                  <a:lnTo>
                    <a:pt x="994940" y="5240"/>
                  </a:lnTo>
                  <a:lnTo>
                    <a:pt x="996027" y="5287"/>
                  </a:lnTo>
                  <a:lnTo>
                    <a:pt x="1003206" y="5619"/>
                  </a:lnTo>
                  <a:lnTo>
                    <a:pt x="1021420" y="6537"/>
                  </a:lnTo>
                  <a:lnTo>
                    <a:pt x="1054277" y="8347"/>
                  </a:lnTo>
                  <a:lnTo>
                    <a:pt x="1103843" y="11340"/>
                  </a:lnTo>
                  <a:lnTo>
                    <a:pt x="1170493" y="15766"/>
                  </a:lnTo>
                  <a:lnTo>
                    <a:pt x="1252945" y="21815"/>
                  </a:lnTo>
                  <a:lnTo>
                    <a:pt x="1348549" y="29603"/>
                  </a:lnTo>
                  <a:lnTo>
                    <a:pt x="1453753" y="39179"/>
                  </a:lnTo>
                  <a:lnTo>
                    <a:pt x="1564665" y="50536"/>
                  </a:lnTo>
                  <a:lnTo>
                    <a:pt x="1677556" y="63643"/>
                  </a:lnTo>
                  <a:lnTo>
                    <a:pt x="1789227" y="78466"/>
                  </a:lnTo>
                  <a:lnTo>
                    <a:pt x="1897204" y="94989"/>
                  </a:lnTo>
                  <a:lnTo>
                    <a:pt x="1999781" y="113238"/>
                  </a:lnTo>
                  <a:lnTo>
                    <a:pt x="2095953" y="133286"/>
                  </a:lnTo>
                  <a:lnTo>
                    <a:pt x="2185299" y="155258"/>
                  </a:lnTo>
                  <a:lnTo>
                    <a:pt x="2267841" y="179335"/>
                  </a:lnTo>
                  <a:lnTo>
                    <a:pt x="2343918" y="205750"/>
                  </a:lnTo>
                  <a:lnTo>
                    <a:pt x="2414078" y="234781"/>
                  </a:lnTo>
                  <a:lnTo>
                    <a:pt x="2478992" y="266744"/>
                  </a:lnTo>
                  <a:lnTo>
                    <a:pt x="2539394" y="301972"/>
                  </a:lnTo>
                  <a:lnTo>
                    <a:pt x="2596028" y="340790"/>
                  </a:lnTo>
                  <a:lnTo>
                    <a:pt x="2649616" y="383468"/>
                  </a:lnTo>
                  <a:lnTo>
                    <a:pt x="2700813" y="430147"/>
                  </a:lnTo>
                  <a:lnTo>
                    <a:pt x="2702183" y="431478"/>
                  </a:lnTo>
                  <a:lnTo>
                    <a:pt x="2748058" y="478522"/>
                  </a:lnTo>
                  <a:lnTo>
                    <a:pt x="2792761" y="529083"/>
                  </a:lnTo>
                  <a:lnTo>
                    <a:pt x="2836617" y="583234"/>
                  </a:lnTo>
                  <a:lnTo>
                    <a:pt x="2879888" y="640985"/>
                  </a:lnTo>
                  <a:lnTo>
                    <a:pt x="2922780" y="702283"/>
                  </a:lnTo>
                  <a:lnTo>
                    <a:pt x="2965454" y="766998"/>
                  </a:lnTo>
                  <a:lnTo>
                    <a:pt x="3008027" y="834928"/>
                  </a:lnTo>
                  <a:lnTo>
                    <a:pt x="3050584" y="905792"/>
                  </a:lnTo>
                  <a:lnTo>
                    <a:pt x="3093177" y="979231"/>
                  </a:lnTo>
                  <a:lnTo>
                    <a:pt x="3135831" y="1054820"/>
                  </a:lnTo>
                  <a:lnTo>
                    <a:pt x="3178550" y="1132068"/>
                  </a:lnTo>
                  <a:lnTo>
                    <a:pt x="3221321" y="1210438"/>
                  </a:lnTo>
                  <a:lnTo>
                    <a:pt x="3264119" y="1289356"/>
                  </a:lnTo>
                  <a:lnTo>
                    <a:pt x="3306916" y="1368235"/>
                  </a:lnTo>
                  <a:lnTo>
                    <a:pt x="3349681" y="1446484"/>
                  </a:lnTo>
                  <a:lnTo>
                    <a:pt x="3392391" y="1523536"/>
                  </a:lnTo>
                  <a:lnTo>
                    <a:pt x="3435036" y="1598859"/>
                  </a:lnTo>
                  <a:lnTo>
                    <a:pt x="3477622" y="1671970"/>
                  </a:lnTo>
                  <a:lnTo>
                    <a:pt x="3520178" y="1742451"/>
                  </a:lnTo>
                  <a:lnTo>
                    <a:pt x="3562759" y="1809956"/>
                  </a:lnTo>
                  <a:lnTo>
                    <a:pt x="3605454" y="1874215"/>
                  </a:lnTo>
                  <a:lnTo>
                    <a:pt x="3648388" y="1935033"/>
                  </a:lnTo>
                  <a:lnTo>
                    <a:pt x="3691725" y="1992294"/>
                  </a:lnTo>
                  <a:lnTo>
                    <a:pt x="3735681" y="2045952"/>
                  </a:lnTo>
                  <a:lnTo>
                    <a:pt x="3780523" y="2096027"/>
                  </a:lnTo>
                  <a:lnTo>
                    <a:pt x="3820202" y="2136431"/>
                  </a:lnTo>
                  <a:lnTo>
                    <a:pt x="3871342" y="2183220"/>
                  </a:lnTo>
                  <a:lnTo>
                    <a:pt x="3924855" y="2226006"/>
                  </a:lnTo>
                  <a:lnTo>
                    <a:pt x="3981397" y="2264926"/>
                  </a:lnTo>
                  <a:lnTo>
                    <a:pt x="4041686" y="2300248"/>
                  </a:lnTo>
                  <a:lnTo>
                    <a:pt x="4106467" y="2332296"/>
                  </a:lnTo>
                  <a:lnTo>
                    <a:pt x="4176474" y="2361403"/>
                  </a:lnTo>
                  <a:lnTo>
                    <a:pt x="4252382" y="2387885"/>
                  </a:lnTo>
                  <a:lnTo>
                    <a:pt x="4334742" y="2412023"/>
                  </a:lnTo>
                  <a:lnTo>
                    <a:pt x="4423899" y="2434050"/>
                  </a:lnTo>
                  <a:lnTo>
                    <a:pt x="4519888" y="2454148"/>
                  </a:lnTo>
                  <a:lnTo>
                    <a:pt x="4622301" y="2472445"/>
                  </a:lnTo>
                  <a:lnTo>
                    <a:pt x="4730150" y="2489015"/>
                  </a:lnTo>
                  <a:lnTo>
                    <a:pt x="4841749" y="2503884"/>
                  </a:lnTo>
                  <a:lnTo>
                    <a:pt x="4954646" y="2517038"/>
                  </a:lnTo>
                  <a:lnTo>
                    <a:pt x="5065660" y="2528444"/>
                  </a:lnTo>
                  <a:lnTo>
                    <a:pt x="5171072" y="2538069"/>
                  </a:lnTo>
                  <a:lnTo>
                    <a:pt x="5266988" y="2545906"/>
                  </a:lnTo>
                  <a:lnTo>
                    <a:pt x="5349840" y="2552001"/>
                  </a:lnTo>
                  <a:lnTo>
                    <a:pt x="5416945" y="2556469"/>
                  </a:lnTo>
                  <a:lnTo>
                    <a:pt x="5466981" y="2559498"/>
                  </a:lnTo>
                  <a:lnTo>
                    <a:pt x="5500275" y="2561336"/>
                  </a:lnTo>
                  <a:lnTo>
                    <a:pt x="5518848" y="2562275"/>
                  </a:lnTo>
                  <a:lnTo>
                    <a:pt x="5526268" y="2562619"/>
                  </a:lnTo>
                  <a:lnTo>
                    <a:pt x="5527445" y="2562670"/>
                  </a:lnTo>
                  <a:lnTo>
                    <a:pt x="6522385" y="2562670"/>
                  </a:lnTo>
                  <a:lnTo>
                    <a:pt x="6523521" y="2562663"/>
                  </a:lnTo>
                  <a:lnTo>
                    <a:pt x="6531015" y="2562620"/>
                  </a:lnTo>
                  <a:lnTo>
                    <a:pt x="6550007" y="2562500"/>
                  </a:lnTo>
                  <a:lnTo>
                    <a:pt x="6584211" y="2562263"/>
                  </a:lnTo>
                  <a:lnTo>
                    <a:pt x="6635697" y="2561872"/>
                  </a:lnTo>
                  <a:lnTo>
                    <a:pt x="6704736" y="2561294"/>
                  </a:lnTo>
                  <a:lnTo>
                    <a:pt x="6789857" y="2560506"/>
                  </a:lnTo>
                  <a:lnTo>
                    <a:pt x="6888175" y="2559493"/>
                  </a:lnTo>
                  <a:lnTo>
                    <a:pt x="6995909" y="2558249"/>
                  </a:lnTo>
                  <a:lnTo>
                    <a:pt x="7108986" y="2556776"/>
                  </a:lnTo>
                  <a:lnTo>
                    <a:pt x="7223567" y="2555078"/>
                  </a:lnTo>
                  <a:lnTo>
                    <a:pt x="7336420" y="2553161"/>
                  </a:lnTo>
                  <a:lnTo>
                    <a:pt x="7445096" y="2551024"/>
                  </a:lnTo>
                  <a:lnTo>
                    <a:pt x="7547955" y="2548663"/>
                  </a:lnTo>
                  <a:lnTo>
                    <a:pt x="7644081" y="2546068"/>
                  </a:lnTo>
                  <a:lnTo>
                    <a:pt x="7733146" y="2543221"/>
                  </a:lnTo>
                  <a:lnTo>
                    <a:pt x="7815261" y="2540096"/>
                  </a:lnTo>
                  <a:lnTo>
                    <a:pt x="7890844" y="2536661"/>
                  </a:lnTo>
                  <a:lnTo>
                    <a:pt x="7960508" y="2532879"/>
                  </a:lnTo>
                  <a:lnTo>
                    <a:pt x="8024979" y="2528707"/>
                  </a:lnTo>
                  <a:lnTo>
                    <a:pt x="8085032" y="2524101"/>
                  </a:lnTo>
                  <a:lnTo>
                    <a:pt x="8141442" y="2519022"/>
                  </a:lnTo>
                  <a:lnTo>
                    <a:pt x="8194945" y="2513437"/>
                  </a:lnTo>
                  <a:lnTo>
                    <a:pt x="8229629" y="2509390"/>
                  </a:lnTo>
                  <a:lnTo>
                    <a:pt x="8290745" y="2501420"/>
                  </a:lnTo>
                  <a:lnTo>
                    <a:pt x="8349966" y="2492657"/>
                  </a:lnTo>
                  <a:lnTo>
                    <a:pt x="8407990" y="2483088"/>
                  </a:lnTo>
                  <a:lnTo>
                    <a:pt x="8465336" y="2472726"/>
                  </a:lnTo>
                  <a:lnTo>
                    <a:pt x="8522368" y="2461614"/>
                  </a:lnTo>
                  <a:lnTo>
                    <a:pt x="8579328" y="2449825"/>
                  </a:lnTo>
                  <a:lnTo>
                    <a:pt x="8636350" y="2437463"/>
                  </a:lnTo>
                  <a:lnTo>
                    <a:pt x="8693487" y="2424660"/>
                  </a:lnTo>
                  <a:lnTo>
                    <a:pt x="8750724" y="2411570"/>
                  </a:lnTo>
                  <a:lnTo>
                    <a:pt x="8808007" y="2398363"/>
                  </a:lnTo>
                  <a:lnTo>
                    <a:pt x="8865267" y="2385216"/>
                  </a:lnTo>
                  <a:lnTo>
                    <a:pt x="8922439" y="2372302"/>
                  </a:lnTo>
                  <a:lnTo>
                    <a:pt x="8979497" y="2359781"/>
                  </a:lnTo>
                  <a:lnTo>
                    <a:pt x="9036466" y="2347794"/>
                  </a:lnTo>
                  <a:lnTo>
                    <a:pt x="9093454" y="2336453"/>
                  </a:lnTo>
                  <a:lnTo>
                    <a:pt x="9150665" y="2325842"/>
                  </a:lnTo>
                  <a:lnTo>
                    <a:pt x="9208421" y="2316014"/>
                  </a:lnTo>
                  <a:lnTo>
                    <a:pt x="9267187" y="2306990"/>
                  </a:lnTo>
                  <a:lnTo>
                    <a:pt x="9327600" y="2298766"/>
                  </a:lnTo>
                  <a:lnTo>
                    <a:pt x="9347647" y="2296271"/>
                  </a:lnTo>
                  <a:lnTo>
                    <a:pt x="9399570" y="2290338"/>
                  </a:lnTo>
                  <a:lnTo>
                    <a:pt x="9453948" y="2284921"/>
                  </a:lnTo>
                  <a:lnTo>
                    <a:pt x="9511467" y="2280001"/>
                  </a:lnTo>
                  <a:lnTo>
                    <a:pt x="9572880" y="2275542"/>
                  </a:lnTo>
                  <a:lnTo>
                    <a:pt x="9638968" y="2271503"/>
                  </a:lnTo>
                  <a:lnTo>
                    <a:pt x="9710494" y="2267839"/>
                  </a:lnTo>
                  <a:lnTo>
                    <a:pt x="9788156" y="2264509"/>
                  </a:lnTo>
                  <a:lnTo>
                    <a:pt x="9872513" y="2261478"/>
                  </a:lnTo>
                  <a:lnTo>
                    <a:pt x="9963896" y="2258716"/>
                  </a:lnTo>
                  <a:lnTo>
                    <a:pt x="10062288" y="2256199"/>
                  </a:lnTo>
                  <a:lnTo>
                    <a:pt x="10167185" y="2253913"/>
                  </a:lnTo>
                  <a:lnTo>
                    <a:pt x="10277447" y="2251848"/>
                  </a:lnTo>
                  <a:lnTo>
                    <a:pt x="10391175" y="2250002"/>
                  </a:lnTo>
                  <a:lnTo>
                    <a:pt x="10505655" y="2248377"/>
                  </a:lnTo>
                  <a:lnTo>
                    <a:pt x="10617426" y="2246979"/>
                  </a:lnTo>
                  <a:lnTo>
                    <a:pt x="10722523" y="2245811"/>
                  </a:lnTo>
                  <a:lnTo>
                    <a:pt x="10816905" y="2244872"/>
                  </a:lnTo>
                  <a:lnTo>
                    <a:pt x="10897019" y="2244155"/>
                  </a:lnTo>
                  <a:lnTo>
                    <a:pt x="10960392" y="2243641"/>
                  </a:lnTo>
                  <a:lnTo>
                    <a:pt x="11006102" y="2243304"/>
                  </a:lnTo>
                  <a:lnTo>
                    <a:pt x="11035013" y="2243110"/>
                  </a:lnTo>
                  <a:lnTo>
                    <a:pt x="11049758" y="2243020"/>
                  </a:lnTo>
                  <a:lnTo>
                    <a:pt x="11054540" y="2242993"/>
                  </a:lnTo>
                  <a:lnTo>
                    <a:pt x="11054891" y="2242991"/>
                  </a:lnTo>
                  <a:lnTo>
                    <a:pt x="12049831" y="2242991"/>
                  </a:lnTo>
                  <a:lnTo>
                    <a:pt x="12049831" y="2237750"/>
                  </a:lnTo>
                  <a:lnTo>
                    <a:pt x="11054891" y="2237750"/>
                  </a:lnTo>
                  <a:lnTo>
                    <a:pt x="11053755" y="2237756"/>
                  </a:lnTo>
                  <a:lnTo>
                    <a:pt x="11046261" y="2237800"/>
                  </a:lnTo>
                  <a:lnTo>
                    <a:pt x="11027269" y="2237920"/>
                  </a:lnTo>
                  <a:lnTo>
                    <a:pt x="10993065" y="2238157"/>
                  </a:lnTo>
                  <a:lnTo>
                    <a:pt x="10941579" y="2238548"/>
                  </a:lnTo>
                  <a:lnTo>
                    <a:pt x="10872541" y="2239125"/>
                  </a:lnTo>
                  <a:lnTo>
                    <a:pt x="10787419" y="2239914"/>
                  </a:lnTo>
                  <a:lnTo>
                    <a:pt x="10689102" y="2240927"/>
                  </a:lnTo>
                  <a:lnTo>
                    <a:pt x="10581368" y="2242171"/>
                  </a:lnTo>
                  <a:lnTo>
                    <a:pt x="10468291" y="2243644"/>
                  </a:lnTo>
                  <a:lnTo>
                    <a:pt x="10353709" y="2245341"/>
                  </a:lnTo>
                  <a:lnTo>
                    <a:pt x="10240856" y="2247259"/>
                  </a:lnTo>
                  <a:lnTo>
                    <a:pt x="10132181" y="2249396"/>
                  </a:lnTo>
                  <a:lnTo>
                    <a:pt x="10029322" y="2251757"/>
                  </a:lnTo>
                  <a:lnTo>
                    <a:pt x="9933196" y="2254352"/>
                  </a:lnTo>
                  <a:lnTo>
                    <a:pt x="9844131" y="2257199"/>
                  </a:lnTo>
                  <a:lnTo>
                    <a:pt x="9762016" y="2260324"/>
                  </a:lnTo>
                  <a:lnTo>
                    <a:pt x="9686433" y="2263759"/>
                  </a:lnTo>
                  <a:lnTo>
                    <a:pt x="9616769" y="2267541"/>
                  </a:lnTo>
                  <a:lnTo>
                    <a:pt x="9552297" y="2271713"/>
                  </a:lnTo>
                  <a:lnTo>
                    <a:pt x="9492244" y="2276318"/>
                  </a:lnTo>
                  <a:lnTo>
                    <a:pt x="9435834" y="2281398"/>
                  </a:lnTo>
                  <a:lnTo>
                    <a:pt x="9382331" y="2286983"/>
                  </a:lnTo>
                  <a:lnTo>
                    <a:pt x="9347647" y="2291030"/>
                  </a:lnTo>
                  <a:lnTo>
                    <a:pt x="9286531" y="2298999"/>
                  </a:lnTo>
                  <a:lnTo>
                    <a:pt x="9227311" y="2307763"/>
                  </a:lnTo>
                  <a:lnTo>
                    <a:pt x="9169286" y="2317332"/>
                  </a:lnTo>
                  <a:lnTo>
                    <a:pt x="9111940" y="2327694"/>
                  </a:lnTo>
                  <a:lnTo>
                    <a:pt x="9054908" y="2338806"/>
                  </a:lnTo>
                  <a:lnTo>
                    <a:pt x="8997949" y="2350595"/>
                  </a:lnTo>
                  <a:lnTo>
                    <a:pt x="8940926" y="2362957"/>
                  </a:lnTo>
                  <a:lnTo>
                    <a:pt x="8883790" y="2375760"/>
                  </a:lnTo>
                  <a:lnTo>
                    <a:pt x="8826553" y="2388850"/>
                  </a:lnTo>
                  <a:lnTo>
                    <a:pt x="8769269" y="2402057"/>
                  </a:lnTo>
                  <a:lnTo>
                    <a:pt x="8712010" y="2415204"/>
                  </a:lnTo>
                  <a:lnTo>
                    <a:pt x="8654837" y="2428118"/>
                  </a:lnTo>
                  <a:lnTo>
                    <a:pt x="8597780" y="2440639"/>
                  </a:lnTo>
                  <a:lnTo>
                    <a:pt x="8540810" y="2452626"/>
                  </a:lnTo>
                  <a:lnTo>
                    <a:pt x="8483823" y="2463967"/>
                  </a:lnTo>
                  <a:lnTo>
                    <a:pt x="8426612" y="2474578"/>
                  </a:lnTo>
                  <a:lnTo>
                    <a:pt x="8368856" y="2484406"/>
                  </a:lnTo>
                  <a:lnTo>
                    <a:pt x="8310089" y="2493430"/>
                  </a:lnTo>
                  <a:lnTo>
                    <a:pt x="8249677" y="2501654"/>
                  </a:lnTo>
                  <a:lnTo>
                    <a:pt x="8229629" y="2504149"/>
                  </a:lnTo>
                  <a:lnTo>
                    <a:pt x="8177706" y="2510082"/>
                  </a:lnTo>
                  <a:lnTo>
                    <a:pt x="8123328" y="2515499"/>
                  </a:lnTo>
                  <a:lnTo>
                    <a:pt x="8065809" y="2520419"/>
                  </a:lnTo>
                  <a:lnTo>
                    <a:pt x="8004396" y="2524877"/>
                  </a:lnTo>
                  <a:lnTo>
                    <a:pt x="7938309" y="2528917"/>
                  </a:lnTo>
                  <a:lnTo>
                    <a:pt x="7866782" y="2532581"/>
                  </a:lnTo>
                  <a:lnTo>
                    <a:pt x="7789121" y="2535911"/>
                  </a:lnTo>
                  <a:lnTo>
                    <a:pt x="7704764" y="2538942"/>
                  </a:lnTo>
                  <a:lnTo>
                    <a:pt x="7613381" y="2541704"/>
                  </a:lnTo>
                  <a:lnTo>
                    <a:pt x="7514989" y="2544220"/>
                  </a:lnTo>
                  <a:lnTo>
                    <a:pt x="7410092" y="2546507"/>
                  </a:lnTo>
                  <a:lnTo>
                    <a:pt x="7299830" y="2548572"/>
                  </a:lnTo>
                  <a:lnTo>
                    <a:pt x="7186101" y="2550418"/>
                  </a:lnTo>
                  <a:lnTo>
                    <a:pt x="7071622" y="2552042"/>
                  </a:lnTo>
                  <a:lnTo>
                    <a:pt x="6959851" y="2553441"/>
                  </a:lnTo>
                  <a:lnTo>
                    <a:pt x="6854753" y="2554609"/>
                  </a:lnTo>
                  <a:lnTo>
                    <a:pt x="6760371" y="2555548"/>
                  </a:lnTo>
                  <a:lnTo>
                    <a:pt x="6680257" y="2556265"/>
                  </a:lnTo>
                  <a:lnTo>
                    <a:pt x="6616884" y="2556779"/>
                  </a:lnTo>
                  <a:lnTo>
                    <a:pt x="6571175" y="2557115"/>
                  </a:lnTo>
                  <a:lnTo>
                    <a:pt x="6542264" y="2557310"/>
                  </a:lnTo>
                  <a:lnTo>
                    <a:pt x="6527519" y="2557400"/>
                  </a:lnTo>
                  <a:lnTo>
                    <a:pt x="6522737" y="2557427"/>
                  </a:lnTo>
                  <a:lnTo>
                    <a:pt x="6522385" y="2557429"/>
                  </a:lnTo>
                  <a:lnTo>
                    <a:pt x="5527445" y="2557429"/>
                  </a:lnTo>
                  <a:lnTo>
                    <a:pt x="5526358" y="2557382"/>
                  </a:lnTo>
                  <a:lnTo>
                    <a:pt x="5519179" y="2557050"/>
                  </a:lnTo>
                  <a:lnTo>
                    <a:pt x="5500965" y="2556132"/>
                  </a:lnTo>
                  <a:lnTo>
                    <a:pt x="5468108" y="2554322"/>
                  </a:lnTo>
                  <a:lnTo>
                    <a:pt x="5418542" y="2551329"/>
                  </a:lnTo>
                  <a:lnTo>
                    <a:pt x="5351892" y="2546903"/>
                  </a:lnTo>
                  <a:lnTo>
                    <a:pt x="5269440" y="2540854"/>
                  </a:lnTo>
                  <a:lnTo>
                    <a:pt x="5173836" y="2533066"/>
                  </a:lnTo>
                  <a:lnTo>
                    <a:pt x="5068632" y="2523490"/>
                  </a:lnTo>
                  <a:lnTo>
                    <a:pt x="4957720" y="2512133"/>
                  </a:lnTo>
                  <a:lnTo>
                    <a:pt x="4844829" y="2499026"/>
                  </a:lnTo>
                  <a:lnTo>
                    <a:pt x="4733158" y="2484204"/>
                  </a:lnTo>
                  <a:lnTo>
                    <a:pt x="4625181" y="2467680"/>
                  </a:lnTo>
                  <a:lnTo>
                    <a:pt x="4522604" y="2449431"/>
                  </a:lnTo>
                  <a:lnTo>
                    <a:pt x="4426432" y="2429383"/>
                  </a:lnTo>
                  <a:lnTo>
                    <a:pt x="4337086" y="2407411"/>
                  </a:lnTo>
                  <a:lnTo>
                    <a:pt x="4254544" y="2383334"/>
                  </a:lnTo>
                  <a:lnTo>
                    <a:pt x="4178467" y="2356919"/>
                  </a:lnTo>
                  <a:lnTo>
                    <a:pt x="4108307" y="2327888"/>
                  </a:lnTo>
                  <a:lnTo>
                    <a:pt x="4043393" y="2295925"/>
                  </a:lnTo>
                  <a:lnTo>
                    <a:pt x="3982991" y="2260697"/>
                  </a:lnTo>
                  <a:lnTo>
                    <a:pt x="3926357" y="2221879"/>
                  </a:lnTo>
                  <a:lnTo>
                    <a:pt x="3872769" y="2179201"/>
                  </a:lnTo>
                  <a:lnTo>
                    <a:pt x="3821572" y="2132522"/>
                  </a:lnTo>
                  <a:lnTo>
                    <a:pt x="3820202" y="2131191"/>
                  </a:lnTo>
                  <a:lnTo>
                    <a:pt x="3774327" y="2084147"/>
                  </a:lnTo>
                  <a:lnTo>
                    <a:pt x="3729624" y="2033586"/>
                  </a:lnTo>
                  <a:lnTo>
                    <a:pt x="3685768" y="1979435"/>
                  </a:lnTo>
                  <a:lnTo>
                    <a:pt x="3642497" y="1921684"/>
                  </a:lnTo>
                  <a:lnTo>
                    <a:pt x="3599605" y="1860386"/>
                  </a:lnTo>
                  <a:lnTo>
                    <a:pt x="3556931" y="1795671"/>
                  </a:lnTo>
                  <a:lnTo>
                    <a:pt x="3514358" y="1727741"/>
                  </a:lnTo>
                  <a:lnTo>
                    <a:pt x="3471801" y="1656877"/>
                  </a:lnTo>
                  <a:lnTo>
                    <a:pt x="3429208" y="1583438"/>
                  </a:lnTo>
                  <a:lnTo>
                    <a:pt x="3386554" y="1507849"/>
                  </a:lnTo>
                  <a:lnTo>
                    <a:pt x="3343835" y="1430601"/>
                  </a:lnTo>
                  <a:lnTo>
                    <a:pt x="3301064" y="1352231"/>
                  </a:lnTo>
                  <a:lnTo>
                    <a:pt x="3258266" y="1273313"/>
                  </a:lnTo>
                  <a:lnTo>
                    <a:pt x="3215469" y="1194434"/>
                  </a:lnTo>
                  <a:lnTo>
                    <a:pt x="3172704" y="1116185"/>
                  </a:lnTo>
                  <a:lnTo>
                    <a:pt x="3129994" y="1039133"/>
                  </a:lnTo>
                  <a:lnTo>
                    <a:pt x="3087349" y="963810"/>
                  </a:lnTo>
                  <a:lnTo>
                    <a:pt x="3044763" y="890700"/>
                  </a:lnTo>
                  <a:lnTo>
                    <a:pt x="3002207" y="820218"/>
                  </a:lnTo>
                  <a:lnTo>
                    <a:pt x="2959626" y="752713"/>
                  </a:lnTo>
                  <a:lnTo>
                    <a:pt x="2916931" y="688454"/>
                  </a:lnTo>
                  <a:lnTo>
                    <a:pt x="2873997" y="627636"/>
                  </a:lnTo>
                  <a:lnTo>
                    <a:pt x="2830660" y="570375"/>
                  </a:lnTo>
                  <a:lnTo>
                    <a:pt x="2786704" y="516717"/>
                  </a:lnTo>
                  <a:lnTo>
                    <a:pt x="2741862" y="466642"/>
                  </a:lnTo>
                  <a:lnTo>
                    <a:pt x="2702183" y="426238"/>
                  </a:lnTo>
                  <a:lnTo>
                    <a:pt x="2651043" y="379449"/>
                  </a:lnTo>
                  <a:lnTo>
                    <a:pt x="2597530" y="336663"/>
                  </a:lnTo>
                  <a:lnTo>
                    <a:pt x="2540988" y="297743"/>
                  </a:lnTo>
                  <a:lnTo>
                    <a:pt x="2480699" y="262421"/>
                  </a:lnTo>
                  <a:lnTo>
                    <a:pt x="2415918" y="230373"/>
                  </a:lnTo>
                  <a:lnTo>
                    <a:pt x="2345911" y="201266"/>
                  </a:lnTo>
                  <a:lnTo>
                    <a:pt x="2270003" y="174784"/>
                  </a:lnTo>
                  <a:lnTo>
                    <a:pt x="2187643" y="150646"/>
                  </a:lnTo>
                  <a:lnTo>
                    <a:pt x="2098486" y="128619"/>
                  </a:lnTo>
                  <a:lnTo>
                    <a:pt x="2002497" y="108521"/>
                  </a:lnTo>
                  <a:lnTo>
                    <a:pt x="1900084" y="90224"/>
                  </a:lnTo>
                  <a:lnTo>
                    <a:pt x="1792235" y="73654"/>
                  </a:lnTo>
                  <a:lnTo>
                    <a:pt x="1680636" y="58785"/>
                  </a:lnTo>
                  <a:lnTo>
                    <a:pt x="1567739" y="45631"/>
                  </a:lnTo>
                  <a:lnTo>
                    <a:pt x="1456725" y="34225"/>
                  </a:lnTo>
                  <a:lnTo>
                    <a:pt x="1351313" y="24600"/>
                  </a:lnTo>
                  <a:lnTo>
                    <a:pt x="1255397" y="16764"/>
                  </a:lnTo>
                  <a:lnTo>
                    <a:pt x="1172545" y="10668"/>
                  </a:lnTo>
                  <a:lnTo>
                    <a:pt x="1105440" y="6200"/>
                  </a:lnTo>
                  <a:lnTo>
                    <a:pt x="1055404" y="3171"/>
                  </a:lnTo>
                  <a:lnTo>
                    <a:pt x="1022110" y="1333"/>
                  </a:lnTo>
                  <a:lnTo>
                    <a:pt x="1003537" y="394"/>
                  </a:lnTo>
                  <a:lnTo>
                    <a:pt x="996117" y="5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4" name="pl123"/>
            <p:cNvSpPr/>
            <p:nvPr/>
          </p:nvSpPr>
          <p:spPr>
            <a:xfrm>
              <a:off x="1199187" y="3804535"/>
              <a:ext cx="12049831" cy="2557429"/>
            </a:xfrm>
            <a:custGeom>
              <a:avLst/>
              <a:pathLst>
                <a:path w="12049831" h="2557429">
                  <a:moveTo>
                    <a:pt x="0" y="0"/>
                  </a:moveTo>
                  <a:lnTo>
                    <a:pt x="994940" y="0"/>
                  </a:lnTo>
                  <a:lnTo>
                    <a:pt x="996027" y="46"/>
                  </a:lnTo>
                  <a:lnTo>
                    <a:pt x="1003206" y="379"/>
                  </a:lnTo>
                  <a:lnTo>
                    <a:pt x="1021420" y="1297"/>
                  </a:lnTo>
                  <a:lnTo>
                    <a:pt x="1054277" y="3106"/>
                  </a:lnTo>
                  <a:lnTo>
                    <a:pt x="1103843" y="6099"/>
                  </a:lnTo>
                  <a:lnTo>
                    <a:pt x="1170493" y="10525"/>
                  </a:lnTo>
                  <a:lnTo>
                    <a:pt x="1252945" y="16574"/>
                  </a:lnTo>
                  <a:lnTo>
                    <a:pt x="1348549" y="24363"/>
                  </a:lnTo>
                  <a:lnTo>
                    <a:pt x="1453753" y="33938"/>
                  </a:lnTo>
                  <a:lnTo>
                    <a:pt x="1564665" y="45296"/>
                  </a:lnTo>
                  <a:lnTo>
                    <a:pt x="1677556" y="58403"/>
                  </a:lnTo>
                  <a:lnTo>
                    <a:pt x="1789227" y="73225"/>
                  </a:lnTo>
                  <a:lnTo>
                    <a:pt x="1897204" y="89748"/>
                  </a:lnTo>
                  <a:lnTo>
                    <a:pt x="1999781" y="107998"/>
                  </a:lnTo>
                  <a:lnTo>
                    <a:pt x="2095953" y="128045"/>
                  </a:lnTo>
                  <a:lnTo>
                    <a:pt x="2185299" y="150017"/>
                  </a:lnTo>
                  <a:lnTo>
                    <a:pt x="2267841" y="174095"/>
                  </a:lnTo>
                  <a:lnTo>
                    <a:pt x="2343918" y="200509"/>
                  </a:lnTo>
                  <a:lnTo>
                    <a:pt x="2414078" y="229541"/>
                  </a:lnTo>
                  <a:lnTo>
                    <a:pt x="2478992" y="261503"/>
                  </a:lnTo>
                  <a:lnTo>
                    <a:pt x="2539394" y="296732"/>
                  </a:lnTo>
                  <a:lnTo>
                    <a:pt x="2596028" y="335550"/>
                  </a:lnTo>
                  <a:lnTo>
                    <a:pt x="2649616" y="378227"/>
                  </a:lnTo>
                  <a:lnTo>
                    <a:pt x="2700813" y="424906"/>
                  </a:lnTo>
                  <a:lnTo>
                    <a:pt x="2702183" y="426238"/>
                  </a:lnTo>
                  <a:lnTo>
                    <a:pt x="2748058" y="473281"/>
                  </a:lnTo>
                  <a:lnTo>
                    <a:pt x="2792761" y="523842"/>
                  </a:lnTo>
                  <a:lnTo>
                    <a:pt x="2836617" y="577993"/>
                  </a:lnTo>
                  <a:lnTo>
                    <a:pt x="2879888" y="635745"/>
                  </a:lnTo>
                  <a:lnTo>
                    <a:pt x="2922780" y="697042"/>
                  </a:lnTo>
                  <a:lnTo>
                    <a:pt x="2965454" y="761758"/>
                  </a:lnTo>
                  <a:lnTo>
                    <a:pt x="3008027" y="829688"/>
                  </a:lnTo>
                  <a:lnTo>
                    <a:pt x="3050584" y="900551"/>
                  </a:lnTo>
                  <a:lnTo>
                    <a:pt x="3093177" y="973991"/>
                  </a:lnTo>
                  <a:lnTo>
                    <a:pt x="3135831" y="1049579"/>
                  </a:lnTo>
                  <a:lnTo>
                    <a:pt x="3178550" y="1126827"/>
                  </a:lnTo>
                  <a:lnTo>
                    <a:pt x="3221321" y="1205197"/>
                  </a:lnTo>
                  <a:lnTo>
                    <a:pt x="3264119" y="1284116"/>
                  </a:lnTo>
                  <a:lnTo>
                    <a:pt x="3306916" y="1362994"/>
                  </a:lnTo>
                  <a:lnTo>
                    <a:pt x="3349681" y="1441244"/>
                  </a:lnTo>
                  <a:lnTo>
                    <a:pt x="3392391" y="1518296"/>
                  </a:lnTo>
                  <a:lnTo>
                    <a:pt x="3435036" y="1593618"/>
                  </a:lnTo>
                  <a:lnTo>
                    <a:pt x="3477622" y="1666729"/>
                  </a:lnTo>
                  <a:lnTo>
                    <a:pt x="3520178" y="1737210"/>
                  </a:lnTo>
                  <a:lnTo>
                    <a:pt x="3562759" y="1804716"/>
                  </a:lnTo>
                  <a:lnTo>
                    <a:pt x="3605454" y="1868974"/>
                  </a:lnTo>
                  <a:lnTo>
                    <a:pt x="3648388" y="1929793"/>
                  </a:lnTo>
                  <a:lnTo>
                    <a:pt x="3691725" y="1987053"/>
                  </a:lnTo>
                  <a:lnTo>
                    <a:pt x="3735681" y="2040711"/>
                  </a:lnTo>
                  <a:lnTo>
                    <a:pt x="3780523" y="2090786"/>
                  </a:lnTo>
                  <a:lnTo>
                    <a:pt x="3820202" y="2131191"/>
                  </a:lnTo>
                  <a:lnTo>
                    <a:pt x="3871342" y="2177979"/>
                  </a:lnTo>
                  <a:lnTo>
                    <a:pt x="3924855" y="2220765"/>
                  </a:lnTo>
                  <a:lnTo>
                    <a:pt x="3981397" y="2259685"/>
                  </a:lnTo>
                  <a:lnTo>
                    <a:pt x="4041686" y="2295008"/>
                  </a:lnTo>
                  <a:lnTo>
                    <a:pt x="4106467" y="2327055"/>
                  </a:lnTo>
                  <a:lnTo>
                    <a:pt x="4176474" y="2356162"/>
                  </a:lnTo>
                  <a:lnTo>
                    <a:pt x="4252382" y="2382644"/>
                  </a:lnTo>
                  <a:lnTo>
                    <a:pt x="4334742" y="2406782"/>
                  </a:lnTo>
                  <a:lnTo>
                    <a:pt x="4423899" y="2428809"/>
                  </a:lnTo>
                  <a:lnTo>
                    <a:pt x="4519888" y="2448907"/>
                  </a:lnTo>
                  <a:lnTo>
                    <a:pt x="4622301" y="2467205"/>
                  </a:lnTo>
                  <a:lnTo>
                    <a:pt x="4730150" y="2483775"/>
                  </a:lnTo>
                  <a:lnTo>
                    <a:pt x="4841749" y="2498643"/>
                  </a:lnTo>
                  <a:lnTo>
                    <a:pt x="4954646" y="2511798"/>
                  </a:lnTo>
                  <a:lnTo>
                    <a:pt x="5065660" y="2523204"/>
                  </a:lnTo>
                  <a:lnTo>
                    <a:pt x="5171072" y="2532828"/>
                  </a:lnTo>
                  <a:lnTo>
                    <a:pt x="5266988" y="2540665"/>
                  </a:lnTo>
                  <a:lnTo>
                    <a:pt x="5349840" y="2546760"/>
                  </a:lnTo>
                  <a:lnTo>
                    <a:pt x="5416945" y="2551229"/>
                  </a:lnTo>
                  <a:lnTo>
                    <a:pt x="5466981" y="2554257"/>
                  </a:lnTo>
                  <a:lnTo>
                    <a:pt x="5500275" y="2556096"/>
                  </a:lnTo>
                  <a:lnTo>
                    <a:pt x="5518848" y="2557034"/>
                  </a:lnTo>
                  <a:lnTo>
                    <a:pt x="5526268" y="2557378"/>
                  </a:lnTo>
                  <a:lnTo>
                    <a:pt x="5527445" y="2557429"/>
                  </a:lnTo>
                  <a:lnTo>
                    <a:pt x="5527445" y="2557429"/>
                  </a:lnTo>
                  <a:lnTo>
                    <a:pt x="6522385" y="2557429"/>
                  </a:lnTo>
                  <a:lnTo>
                    <a:pt x="6523521" y="2557423"/>
                  </a:lnTo>
                  <a:lnTo>
                    <a:pt x="6531015" y="2557379"/>
                  </a:lnTo>
                  <a:lnTo>
                    <a:pt x="6550007" y="2557259"/>
                  </a:lnTo>
                  <a:lnTo>
                    <a:pt x="6584211" y="2557023"/>
                  </a:lnTo>
                  <a:lnTo>
                    <a:pt x="6635697" y="2556632"/>
                  </a:lnTo>
                  <a:lnTo>
                    <a:pt x="6704736" y="2556054"/>
                  </a:lnTo>
                  <a:lnTo>
                    <a:pt x="6789857" y="2555265"/>
                  </a:lnTo>
                  <a:lnTo>
                    <a:pt x="6888175" y="2554252"/>
                  </a:lnTo>
                  <a:lnTo>
                    <a:pt x="6995909" y="2553008"/>
                  </a:lnTo>
                  <a:lnTo>
                    <a:pt x="7108986" y="2551535"/>
                  </a:lnTo>
                  <a:lnTo>
                    <a:pt x="7223567" y="2549838"/>
                  </a:lnTo>
                  <a:lnTo>
                    <a:pt x="7336420" y="2547920"/>
                  </a:lnTo>
                  <a:lnTo>
                    <a:pt x="7445096" y="2545783"/>
                  </a:lnTo>
                  <a:lnTo>
                    <a:pt x="7547955" y="2543423"/>
                  </a:lnTo>
                  <a:lnTo>
                    <a:pt x="7644081" y="2540828"/>
                  </a:lnTo>
                  <a:lnTo>
                    <a:pt x="7733146" y="2537980"/>
                  </a:lnTo>
                  <a:lnTo>
                    <a:pt x="7815261" y="2534855"/>
                  </a:lnTo>
                  <a:lnTo>
                    <a:pt x="7890844" y="2531420"/>
                  </a:lnTo>
                  <a:lnTo>
                    <a:pt x="7960508" y="2527638"/>
                  </a:lnTo>
                  <a:lnTo>
                    <a:pt x="8024979" y="2523466"/>
                  </a:lnTo>
                  <a:lnTo>
                    <a:pt x="8085032" y="2518861"/>
                  </a:lnTo>
                  <a:lnTo>
                    <a:pt x="8141442" y="2513781"/>
                  </a:lnTo>
                  <a:lnTo>
                    <a:pt x="8194945" y="2508196"/>
                  </a:lnTo>
                  <a:lnTo>
                    <a:pt x="8229629" y="2504149"/>
                  </a:lnTo>
                  <a:lnTo>
                    <a:pt x="8290745" y="2496180"/>
                  </a:lnTo>
                  <a:lnTo>
                    <a:pt x="8349966" y="2487417"/>
                  </a:lnTo>
                  <a:lnTo>
                    <a:pt x="8407990" y="2477847"/>
                  </a:lnTo>
                  <a:lnTo>
                    <a:pt x="8465336" y="2467485"/>
                  </a:lnTo>
                  <a:lnTo>
                    <a:pt x="8522368" y="2456373"/>
                  </a:lnTo>
                  <a:lnTo>
                    <a:pt x="8579328" y="2444585"/>
                  </a:lnTo>
                  <a:lnTo>
                    <a:pt x="8636350" y="2432223"/>
                  </a:lnTo>
                  <a:lnTo>
                    <a:pt x="8693487" y="2419419"/>
                  </a:lnTo>
                  <a:lnTo>
                    <a:pt x="8750724" y="2406329"/>
                  </a:lnTo>
                  <a:lnTo>
                    <a:pt x="8808007" y="2393122"/>
                  </a:lnTo>
                  <a:lnTo>
                    <a:pt x="8865267" y="2379975"/>
                  </a:lnTo>
                  <a:lnTo>
                    <a:pt x="8922439" y="2367061"/>
                  </a:lnTo>
                  <a:lnTo>
                    <a:pt x="8979497" y="2354540"/>
                  </a:lnTo>
                  <a:lnTo>
                    <a:pt x="9036466" y="2342553"/>
                  </a:lnTo>
                  <a:lnTo>
                    <a:pt x="9093454" y="2331212"/>
                  </a:lnTo>
                  <a:lnTo>
                    <a:pt x="9150665" y="2320602"/>
                  </a:lnTo>
                  <a:lnTo>
                    <a:pt x="9208421" y="2310773"/>
                  </a:lnTo>
                  <a:lnTo>
                    <a:pt x="9267187" y="2301749"/>
                  </a:lnTo>
                  <a:lnTo>
                    <a:pt x="9327600" y="2293525"/>
                  </a:lnTo>
                  <a:lnTo>
                    <a:pt x="9347647" y="2291030"/>
                  </a:lnTo>
                  <a:lnTo>
                    <a:pt x="9399570" y="2285098"/>
                  </a:lnTo>
                  <a:lnTo>
                    <a:pt x="9453948" y="2279681"/>
                  </a:lnTo>
                  <a:lnTo>
                    <a:pt x="9511467" y="2274760"/>
                  </a:lnTo>
                  <a:lnTo>
                    <a:pt x="9572880" y="2270302"/>
                  </a:lnTo>
                  <a:lnTo>
                    <a:pt x="9638968" y="2266262"/>
                  </a:lnTo>
                  <a:lnTo>
                    <a:pt x="9710494" y="2262598"/>
                  </a:lnTo>
                  <a:lnTo>
                    <a:pt x="9788156" y="2259269"/>
                  </a:lnTo>
                  <a:lnTo>
                    <a:pt x="9872513" y="2256238"/>
                  </a:lnTo>
                  <a:lnTo>
                    <a:pt x="9963896" y="2253475"/>
                  </a:lnTo>
                  <a:lnTo>
                    <a:pt x="10062288" y="2250959"/>
                  </a:lnTo>
                  <a:lnTo>
                    <a:pt x="10167185" y="2248672"/>
                  </a:lnTo>
                  <a:lnTo>
                    <a:pt x="10277447" y="2246607"/>
                  </a:lnTo>
                  <a:lnTo>
                    <a:pt x="10391175" y="2244761"/>
                  </a:lnTo>
                  <a:lnTo>
                    <a:pt x="10505655" y="2243137"/>
                  </a:lnTo>
                  <a:lnTo>
                    <a:pt x="10617426" y="2241739"/>
                  </a:lnTo>
                  <a:lnTo>
                    <a:pt x="10722523" y="2240570"/>
                  </a:lnTo>
                  <a:lnTo>
                    <a:pt x="10816905" y="2239631"/>
                  </a:lnTo>
                  <a:lnTo>
                    <a:pt x="10897019" y="2238914"/>
                  </a:lnTo>
                  <a:lnTo>
                    <a:pt x="10960392" y="2238400"/>
                  </a:lnTo>
                  <a:lnTo>
                    <a:pt x="11006102" y="2238064"/>
                  </a:lnTo>
                  <a:lnTo>
                    <a:pt x="11035013" y="2237870"/>
                  </a:lnTo>
                  <a:lnTo>
                    <a:pt x="11049758" y="2237779"/>
                  </a:lnTo>
                  <a:lnTo>
                    <a:pt x="11054540" y="2237752"/>
                  </a:lnTo>
                  <a:lnTo>
                    <a:pt x="11054891" y="2237750"/>
                  </a:lnTo>
                  <a:lnTo>
                    <a:pt x="12049831" y="2237750"/>
                  </a:lnTo>
                  <a:lnTo>
                    <a:pt x="12049831" y="22377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" name="pl124"/>
            <p:cNvSpPr/>
            <p:nvPr/>
          </p:nvSpPr>
          <p:spPr>
            <a:xfrm>
              <a:off x="1199187" y="3799295"/>
              <a:ext cx="12049831" cy="2557429"/>
            </a:xfrm>
            <a:custGeom>
              <a:avLst/>
              <a:pathLst>
                <a:path w="12049831" h="2557429">
                  <a:moveTo>
                    <a:pt x="12049831" y="2237750"/>
                  </a:moveTo>
                  <a:lnTo>
                    <a:pt x="11054891" y="2237750"/>
                  </a:lnTo>
                  <a:lnTo>
                    <a:pt x="11053755" y="2237756"/>
                  </a:lnTo>
                  <a:lnTo>
                    <a:pt x="11046261" y="2237800"/>
                  </a:lnTo>
                  <a:lnTo>
                    <a:pt x="11027269" y="2237920"/>
                  </a:lnTo>
                  <a:lnTo>
                    <a:pt x="10993065" y="2238157"/>
                  </a:lnTo>
                  <a:lnTo>
                    <a:pt x="10941579" y="2238548"/>
                  </a:lnTo>
                  <a:lnTo>
                    <a:pt x="10872541" y="2239125"/>
                  </a:lnTo>
                  <a:lnTo>
                    <a:pt x="10787419" y="2239914"/>
                  </a:lnTo>
                  <a:lnTo>
                    <a:pt x="10689102" y="2240927"/>
                  </a:lnTo>
                  <a:lnTo>
                    <a:pt x="10581368" y="2242171"/>
                  </a:lnTo>
                  <a:lnTo>
                    <a:pt x="10468291" y="2243644"/>
                  </a:lnTo>
                  <a:lnTo>
                    <a:pt x="10353709" y="2245341"/>
                  </a:lnTo>
                  <a:lnTo>
                    <a:pt x="10240856" y="2247259"/>
                  </a:lnTo>
                  <a:lnTo>
                    <a:pt x="10132181" y="2249396"/>
                  </a:lnTo>
                  <a:lnTo>
                    <a:pt x="10029322" y="2251757"/>
                  </a:lnTo>
                  <a:lnTo>
                    <a:pt x="9933196" y="2254352"/>
                  </a:lnTo>
                  <a:lnTo>
                    <a:pt x="9844131" y="2257199"/>
                  </a:lnTo>
                  <a:lnTo>
                    <a:pt x="9762016" y="2260324"/>
                  </a:lnTo>
                  <a:lnTo>
                    <a:pt x="9686433" y="2263759"/>
                  </a:lnTo>
                  <a:lnTo>
                    <a:pt x="9616769" y="2267541"/>
                  </a:lnTo>
                  <a:lnTo>
                    <a:pt x="9552297" y="2271713"/>
                  </a:lnTo>
                  <a:lnTo>
                    <a:pt x="9492244" y="2276318"/>
                  </a:lnTo>
                  <a:lnTo>
                    <a:pt x="9435834" y="2281398"/>
                  </a:lnTo>
                  <a:lnTo>
                    <a:pt x="9382331" y="2286983"/>
                  </a:lnTo>
                  <a:lnTo>
                    <a:pt x="9347647" y="2291030"/>
                  </a:lnTo>
                  <a:lnTo>
                    <a:pt x="9286531" y="2298999"/>
                  </a:lnTo>
                  <a:lnTo>
                    <a:pt x="9227311" y="2307763"/>
                  </a:lnTo>
                  <a:lnTo>
                    <a:pt x="9169286" y="2317332"/>
                  </a:lnTo>
                  <a:lnTo>
                    <a:pt x="9111940" y="2327694"/>
                  </a:lnTo>
                  <a:lnTo>
                    <a:pt x="9054908" y="2338806"/>
                  </a:lnTo>
                  <a:lnTo>
                    <a:pt x="8997949" y="2350595"/>
                  </a:lnTo>
                  <a:lnTo>
                    <a:pt x="8940926" y="2362957"/>
                  </a:lnTo>
                  <a:lnTo>
                    <a:pt x="8883790" y="2375760"/>
                  </a:lnTo>
                  <a:lnTo>
                    <a:pt x="8826553" y="2388850"/>
                  </a:lnTo>
                  <a:lnTo>
                    <a:pt x="8769269" y="2402057"/>
                  </a:lnTo>
                  <a:lnTo>
                    <a:pt x="8712010" y="2415204"/>
                  </a:lnTo>
                  <a:lnTo>
                    <a:pt x="8654837" y="2428118"/>
                  </a:lnTo>
                  <a:lnTo>
                    <a:pt x="8597780" y="2440639"/>
                  </a:lnTo>
                  <a:lnTo>
                    <a:pt x="8540810" y="2452626"/>
                  </a:lnTo>
                  <a:lnTo>
                    <a:pt x="8483823" y="2463967"/>
                  </a:lnTo>
                  <a:lnTo>
                    <a:pt x="8426612" y="2474578"/>
                  </a:lnTo>
                  <a:lnTo>
                    <a:pt x="8368856" y="2484406"/>
                  </a:lnTo>
                  <a:lnTo>
                    <a:pt x="8310089" y="2493430"/>
                  </a:lnTo>
                  <a:lnTo>
                    <a:pt x="8249677" y="2501654"/>
                  </a:lnTo>
                  <a:lnTo>
                    <a:pt x="8229629" y="2504149"/>
                  </a:lnTo>
                  <a:lnTo>
                    <a:pt x="8177706" y="2510082"/>
                  </a:lnTo>
                  <a:lnTo>
                    <a:pt x="8123328" y="2515499"/>
                  </a:lnTo>
                  <a:lnTo>
                    <a:pt x="8065809" y="2520419"/>
                  </a:lnTo>
                  <a:lnTo>
                    <a:pt x="8004396" y="2524877"/>
                  </a:lnTo>
                  <a:lnTo>
                    <a:pt x="7938309" y="2528917"/>
                  </a:lnTo>
                  <a:lnTo>
                    <a:pt x="7866782" y="2532581"/>
                  </a:lnTo>
                  <a:lnTo>
                    <a:pt x="7789121" y="2535911"/>
                  </a:lnTo>
                  <a:lnTo>
                    <a:pt x="7704764" y="2538942"/>
                  </a:lnTo>
                  <a:lnTo>
                    <a:pt x="7613381" y="2541704"/>
                  </a:lnTo>
                  <a:lnTo>
                    <a:pt x="7514989" y="2544220"/>
                  </a:lnTo>
                  <a:lnTo>
                    <a:pt x="7410092" y="2546507"/>
                  </a:lnTo>
                  <a:lnTo>
                    <a:pt x="7299830" y="2548572"/>
                  </a:lnTo>
                  <a:lnTo>
                    <a:pt x="7186101" y="2550418"/>
                  </a:lnTo>
                  <a:lnTo>
                    <a:pt x="7071622" y="2552042"/>
                  </a:lnTo>
                  <a:lnTo>
                    <a:pt x="6959851" y="2553441"/>
                  </a:lnTo>
                  <a:lnTo>
                    <a:pt x="6854753" y="2554609"/>
                  </a:lnTo>
                  <a:lnTo>
                    <a:pt x="6760371" y="2555548"/>
                  </a:lnTo>
                  <a:lnTo>
                    <a:pt x="6680257" y="2556265"/>
                  </a:lnTo>
                  <a:lnTo>
                    <a:pt x="6616884" y="2556779"/>
                  </a:lnTo>
                  <a:lnTo>
                    <a:pt x="6571175" y="2557115"/>
                  </a:lnTo>
                  <a:lnTo>
                    <a:pt x="6542264" y="2557310"/>
                  </a:lnTo>
                  <a:lnTo>
                    <a:pt x="6527519" y="2557400"/>
                  </a:lnTo>
                  <a:lnTo>
                    <a:pt x="6522737" y="2557427"/>
                  </a:lnTo>
                  <a:lnTo>
                    <a:pt x="6522385" y="2557429"/>
                  </a:lnTo>
                  <a:lnTo>
                    <a:pt x="5527445" y="2557429"/>
                  </a:lnTo>
                  <a:lnTo>
                    <a:pt x="5526358" y="2557382"/>
                  </a:lnTo>
                  <a:lnTo>
                    <a:pt x="5519179" y="2557050"/>
                  </a:lnTo>
                  <a:lnTo>
                    <a:pt x="5500965" y="2556132"/>
                  </a:lnTo>
                  <a:lnTo>
                    <a:pt x="5468108" y="2554322"/>
                  </a:lnTo>
                  <a:lnTo>
                    <a:pt x="5418542" y="2551329"/>
                  </a:lnTo>
                  <a:lnTo>
                    <a:pt x="5351892" y="2546903"/>
                  </a:lnTo>
                  <a:lnTo>
                    <a:pt x="5269440" y="2540854"/>
                  </a:lnTo>
                  <a:lnTo>
                    <a:pt x="5173836" y="2533066"/>
                  </a:lnTo>
                  <a:lnTo>
                    <a:pt x="5068632" y="2523490"/>
                  </a:lnTo>
                  <a:lnTo>
                    <a:pt x="4957720" y="2512133"/>
                  </a:lnTo>
                  <a:lnTo>
                    <a:pt x="4844829" y="2499026"/>
                  </a:lnTo>
                  <a:lnTo>
                    <a:pt x="4733158" y="2484204"/>
                  </a:lnTo>
                  <a:lnTo>
                    <a:pt x="4625181" y="2467680"/>
                  </a:lnTo>
                  <a:lnTo>
                    <a:pt x="4522604" y="2449431"/>
                  </a:lnTo>
                  <a:lnTo>
                    <a:pt x="4426432" y="2429383"/>
                  </a:lnTo>
                  <a:lnTo>
                    <a:pt x="4337086" y="2407411"/>
                  </a:lnTo>
                  <a:lnTo>
                    <a:pt x="4254544" y="2383334"/>
                  </a:lnTo>
                  <a:lnTo>
                    <a:pt x="4178467" y="2356919"/>
                  </a:lnTo>
                  <a:lnTo>
                    <a:pt x="4108307" y="2327888"/>
                  </a:lnTo>
                  <a:lnTo>
                    <a:pt x="4043393" y="2295925"/>
                  </a:lnTo>
                  <a:lnTo>
                    <a:pt x="3982991" y="2260697"/>
                  </a:lnTo>
                  <a:lnTo>
                    <a:pt x="3926357" y="2221879"/>
                  </a:lnTo>
                  <a:lnTo>
                    <a:pt x="3872769" y="2179201"/>
                  </a:lnTo>
                  <a:lnTo>
                    <a:pt x="3821572" y="2132522"/>
                  </a:lnTo>
                  <a:lnTo>
                    <a:pt x="3820202" y="2131191"/>
                  </a:lnTo>
                  <a:lnTo>
                    <a:pt x="3774327" y="2084147"/>
                  </a:lnTo>
                  <a:lnTo>
                    <a:pt x="3729624" y="2033586"/>
                  </a:lnTo>
                  <a:lnTo>
                    <a:pt x="3685768" y="1979435"/>
                  </a:lnTo>
                  <a:lnTo>
                    <a:pt x="3642497" y="1921684"/>
                  </a:lnTo>
                  <a:lnTo>
                    <a:pt x="3599605" y="1860386"/>
                  </a:lnTo>
                  <a:lnTo>
                    <a:pt x="3556931" y="1795671"/>
                  </a:lnTo>
                  <a:lnTo>
                    <a:pt x="3514358" y="1727741"/>
                  </a:lnTo>
                  <a:lnTo>
                    <a:pt x="3471801" y="1656877"/>
                  </a:lnTo>
                  <a:lnTo>
                    <a:pt x="3429208" y="1583438"/>
                  </a:lnTo>
                  <a:lnTo>
                    <a:pt x="3386554" y="1507849"/>
                  </a:lnTo>
                  <a:lnTo>
                    <a:pt x="3343835" y="1430601"/>
                  </a:lnTo>
                  <a:lnTo>
                    <a:pt x="3301064" y="1352231"/>
                  </a:lnTo>
                  <a:lnTo>
                    <a:pt x="3258266" y="1273313"/>
                  </a:lnTo>
                  <a:lnTo>
                    <a:pt x="3215469" y="1194434"/>
                  </a:lnTo>
                  <a:lnTo>
                    <a:pt x="3172704" y="1116185"/>
                  </a:lnTo>
                  <a:lnTo>
                    <a:pt x="3129994" y="1039133"/>
                  </a:lnTo>
                  <a:lnTo>
                    <a:pt x="3087349" y="963810"/>
                  </a:lnTo>
                  <a:lnTo>
                    <a:pt x="3044763" y="890700"/>
                  </a:lnTo>
                  <a:lnTo>
                    <a:pt x="3002207" y="820218"/>
                  </a:lnTo>
                  <a:lnTo>
                    <a:pt x="2959626" y="752713"/>
                  </a:lnTo>
                  <a:lnTo>
                    <a:pt x="2916931" y="688454"/>
                  </a:lnTo>
                  <a:lnTo>
                    <a:pt x="2873997" y="627636"/>
                  </a:lnTo>
                  <a:lnTo>
                    <a:pt x="2830660" y="570375"/>
                  </a:lnTo>
                  <a:lnTo>
                    <a:pt x="2786704" y="516717"/>
                  </a:lnTo>
                  <a:lnTo>
                    <a:pt x="2741862" y="466642"/>
                  </a:lnTo>
                  <a:lnTo>
                    <a:pt x="2702183" y="426238"/>
                  </a:lnTo>
                  <a:lnTo>
                    <a:pt x="2651043" y="379449"/>
                  </a:lnTo>
                  <a:lnTo>
                    <a:pt x="2597530" y="336663"/>
                  </a:lnTo>
                  <a:lnTo>
                    <a:pt x="2540988" y="297743"/>
                  </a:lnTo>
                  <a:lnTo>
                    <a:pt x="2480699" y="262421"/>
                  </a:lnTo>
                  <a:lnTo>
                    <a:pt x="2415918" y="230373"/>
                  </a:lnTo>
                  <a:lnTo>
                    <a:pt x="2345911" y="201266"/>
                  </a:lnTo>
                  <a:lnTo>
                    <a:pt x="2270003" y="174784"/>
                  </a:lnTo>
                  <a:lnTo>
                    <a:pt x="2187643" y="150646"/>
                  </a:lnTo>
                  <a:lnTo>
                    <a:pt x="2098486" y="128619"/>
                  </a:lnTo>
                  <a:lnTo>
                    <a:pt x="2002497" y="108521"/>
                  </a:lnTo>
                  <a:lnTo>
                    <a:pt x="1900084" y="90224"/>
                  </a:lnTo>
                  <a:lnTo>
                    <a:pt x="1792235" y="73654"/>
                  </a:lnTo>
                  <a:lnTo>
                    <a:pt x="1680636" y="58785"/>
                  </a:lnTo>
                  <a:lnTo>
                    <a:pt x="1567739" y="45631"/>
                  </a:lnTo>
                  <a:lnTo>
                    <a:pt x="1456725" y="34225"/>
                  </a:lnTo>
                  <a:lnTo>
                    <a:pt x="1351313" y="24600"/>
                  </a:lnTo>
                  <a:lnTo>
                    <a:pt x="1255397" y="16764"/>
                  </a:lnTo>
                  <a:lnTo>
                    <a:pt x="1172545" y="10668"/>
                  </a:lnTo>
                  <a:lnTo>
                    <a:pt x="1105440" y="6200"/>
                  </a:lnTo>
                  <a:lnTo>
                    <a:pt x="1055404" y="3171"/>
                  </a:lnTo>
                  <a:lnTo>
                    <a:pt x="1022110" y="1333"/>
                  </a:lnTo>
                  <a:lnTo>
                    <a:pt x="1003537" y="394"/>
                  </a:lnTo>
                  <a:lnTo>
                    <a:pt x="996117" y="50"/>
                  </a:lnTo>
                  <a:lnTo>
                    <a:pt x="994940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" name="pg125"/>
            <p:cNvSpPr/>
            <p:nvPr/>
          </p:nvSpPr>
          <p:spPr>
            <a:xfrm>
              <a:off x="1199187" y="3804535"/>
              <a:ext cx="12049831" cy="2719889"/>
            </a:xfrm>
            <a:custGeom>
              <a:avLst/>
              <a:pathLst>
                <a:path w="12049831" h="2719889">
                  <a:moveTo>
                    <a:pt x="0" y="5240"/>
                  </a:moveTo>
                  <a:lnTo>
                    <a:pt x="994940" y="5240"/>
                  </a:lnTo>
                  <a:lnTo>
                    <a:pt x="996025" y="5287"/>
                  </a:lnTo>
                  <a:lnTo>
                    <a:pt x="1003197" y="5623"/>
                  </a:lnTo>
                  <a:lnTo>
                    <a:pt x="1021393" y="6552"/>
                  </a:lnTo>
                  <a:lnTo>
                    <a:pt x="1054218" y="8382"/>
                  </a:lnTo>
                  <a:lnTo>
                    <a:pt x="1103738" y="11408"/>
                  </a:lnTo>
                  <a:lnTo>
                    <a:pt x="1170330" y="15884"/>
                  </a:lnTo>
                  <a:lnTo>
                    <a:pt x="1252718" y="22001"/>
                  </a:lnTo>
                  <a:lnTo>
                    <a:pt x="1348255" y="29877"/>
                  </a:lnTo>
                  <a:lnTo>
                    <a:pt x="1453398" y="39561"/>
                  </a:lnTo>
                  <a:lnTo>
                    <a:pt x="1564257" y="51048"/>
                  </a:lnTo>
                  <a:lnTo>
                    <a:pt x="1677106" y="64305"/>
                  </a:lnTo>
                  <a:lnTo>
                    <a:pt x="1788747" y="79297"/>
                  </a:lnTo>
                  <a:lnTo>
                    <a:pt x="1896707" y="96010"/>
                  </a:lnTo>
                  <a:lnTo>
                    <a:pt x="1999276" y="114468"/>
                  </a:lnTo>
                  <a:lnTo>
                    <a:pt x="2095448" y="134745"/>
                  </a:lnTo>
                  <a:lnTo>
                    <a:pt x="2184800" y="156968"/>
                  </a:lnTo>
                  <a:lnTo>
                    <a:pt x="2267352" y="181318"/>
                  </a:lnTo>
                  <a:lnTo>
                    <a:pt x="2343441" y="208032"/>
                  </a:lnTo>
                  <a:lnTo>
                    <a:pt x="2413613" y="237391"/>
                  </a:lnTo>
                  <a:lnTo>
                    <a:pt x="2478539" y="269713"/>
                  </a:lnTo>
                  <a:lnTo>
                    <a:pt x="2538949" y="305336"/>
                  </a:lnTo>
                  <a:lnTo>
                    <a:pt x="2595589" y="344587"/>
                  </a:lnTo>
                  <a:lnTo>
                    <a:pt x="2649179" y="387741"/>
                  </a:lnTo>
                  <a:lnTo>
                    <a:pt x="2700376" y="434943"/>
                  </a:lnTo>
                  <a:lnTo>
                    <a:pt x="2702183" y="436719"/>
                  </a:lnTo>
                  <a:lnTo>
                    <a:pt x="2747864" y="484129"/>
                  </a:lnTo>
                  <a:lnTo>
                    <a:pt x="2792382" y="535070"/>
                  </a:lnTo>
                  <a:lnTo>
                    <a:pt x="2836059" y="589613"/>
                  </a:lnTo>
                  <a:lnTo>
                    <a:pt x="2879151" y="647771"/>
                  </a:lnTo>
                  <a:lnTo>
                    <a:pt x="2921865" y="709489"/>
                  </a:lnTo>
                  <a:lnTo>
                    <a:pt x="2964360" y="774641"/>
                  </a:lnTo>
                  <a:lnTo>
                    <a:pt x="3006752" y="843025"/>
                  </a:lnTo>
                  <a:lnTo>
                    <a:pt x="3049127" y="914363"/>
                  </a:lnTo>
                  <a:lnTo>
                    <a:pt x="3091535" y="988300"/>
                  </a:lnTo>
                  <a:lnTo>
                    <a:pt x="3134004" y="1064412"/>
                  </a:lnTo>
                  <a:lnTo>
                    <a:pt x="3176538" y="1142212"/>
                  </a:lnTo>
                  <a:lnTo>
                    <a:pt x="3219123" y="1221163"/>
                  </a:lnTo>
                  <a:lnTo>
                    <a:pt x="3261738" y="1300696"/>
                  </a:lnTo>
                  <a:lnTo>
                    <a:pt x="3304352" y="1380221"/>
                  </a:lnTo>
                  <a:lnTo>
                    <a:pt x="3346937" y="1459151"/>
                  </a:lnTo>
                  <a:lnTo>
                    <a:pt x="3389469" y="1536914"/>
                  </a:lnTo>
                  <a:lnTo>
                    <a:pt x="3431936" y="1612975"/>
                  </a:lnTo>
                  <a:lnTo>
                    <a:pt x="3474343" y="1686851"/>
                  </a:lnTo>
                  <a:lnTo>
                    <a:pt x="3516718" y="1758118"/>
                  </a:lnTo>
                  <a:lnTo>
                    <a:pt x="3559112" y="1826422"/>
                  </a:lnTo>
                  <a:lnTo>
                    <a:pt x="3601610" y="1891489"/>
                  </a:lnTo>
                  <a:lnTo>
                    <a:pt x="3644331" y="1953116"/>
                  </a:lnTo>
                  <a:lnTo>
                    <a:pt x="3687436" y="2011182"/>
                  </a:lnTo>
                  <a:lnTo>
                    <a:pt x="3731131" y="2065632"/>
                  </a:lnTo>
                  <a:lnTo>
                    <a:pt x="3775674" y="2116482"/>
                  </a:lnTo>
                  <a:lnTo>
                    <a:pt x="3820202" y="2162635"/>
                  </a:lnTo>
                  <a:lnTo>
                    <a:pt x="3871323" y="2209982"/>
                  </a:lnTo>
                  <a:lnTo>
                    <a:pt x="3924816" y="2253280"/>
                  </a:lnTo>
                  <a:lnTo>
                    <a:pt x="3981334" y="2292668"/>
                  </a:lnTo>
                  <a:lnTo>
                    <a:pt x="4041595" y="2328416"/>
                  </a:lnTo>
                  <a:lnTo>
                    <a:pt x="4106345" y="2360851"/>
                  </a:lnTo>
                  <a:lnTo>
                    <a:pt x="4176316" y="2390311"/>
                  </a:lnTo>
                  <a:lnTo>
                    <a:pt x="4252181" y="2417115"/>
                  </a:lnTo>
                  <a:lnTo>
                    <a:pt x="4334493" y="2441547"/>
                  </a:lnTo>
                  <a:lnTo>
                    <a:pt x="4423597" y="2463843"/>
                  </a:lnTo>
                  <a:lnTo>
                    <a:pt x="4519528" y="2484187"/>
                  </a:lnTo>
                  <a:lnTo>
                    <a:pt x="4621880" y="2502709"/>
                  </a:lnTo>
                  <a:lnTo>
                    <a:pt x="4729671" y="2519484"/>
                  </a:lnTo>
                  <a:lnTo>
                    <a:pt x="4841218" y="2534538"/>
                  </a:lnTo>
                  <a:lnTo>
                    <a:pt x="4954075" y="2547858"/>
                  </a:lnTo>
                  <a:lnTo>
                    <a:pt x="5065068" y="2559409"/>
                  </a:lnTo>
                  <a:lnTo>
                    <a:pt x="5170484" y="2569159"/>
                  </a:lnTo>
                  <a:lnTo>
                    <a:pt x="5266433" y="2577100"/>
                  </a:lnTo>
                  <a:lnTo>
                    <a:pt x="5349348" y="2583279"/>
                  </a:lnTo>
                  <a:lnTo>
                    <a:pt x="5416541" y="2587811"/>
                  </a:lnTo>
                  <a:lnTo>
                    <a:pt x="5466680" y="2590885"/>
                  </a:lnTo>
                  <a:lnTo>
                    <a:pt x="5500081" y="2592753"/>
                  </a:lnTo>
                  <a:lnTo>
                    <a:pt x="5518750" y="2593709"/>
                  </a:lnTo>
                  <a:lnTo>
                    <a:pt x="5526240" y="2594061"/>
                  </a:lnTo>
                  <a:lnTo>
                    <a:pt x="5527445" y="2594113"/>
                  </a:lnTo>
                  <a:lnTo>
                    <a:pt x="6522385" y="2594113"/>
                  </a:lnTo>
                  <a:lnTo>
                    <a:pt x="6523522" y="2594116"/>
                  </a:lnTo>
                  <a:lnTo>
                    <a:pt x="6531021" y="2594133"/>
                  </a:lnTo>
                  <a:lnTo>
                    <a:pt x="6550023" y="2594180"/>
                  </a:lnTo>
                  <a:lnTo>
                    <a:pt x="6584246" y="2594273"/>
                  </a:lnTo>
                  <a:lnTo>
                    <a:pt x="6635759" y="2594427"/>
                  </a:lnTo>
                  <a:lnTo>
                    <a:pt x="6704831" y="2594655"/>
                  </a:lnTo>
                  <a:lnTo>
                    <a:pt x="6789990" y="2594965"/>
                  </a:lnTo>
                  <a:lnTo>
                    <a:pt x="6888346" y="2595364"/>
                  </a:lnTo>
                  <a:lnTo>
                    <a:pt x="6996115" y="2595854"/>
                  </a:lnTo>
                  <a:lnTo>
                    <a:pt x="7109221" y="2596433"/>
                  </a:lnTo>
                  <a:lnTo>
                    <a:pt x="7223826" y="2597102"/>
                  </a:lnTo>
                  <a:lnTo>
                    <a:pt x="7336694" y="2597857"/>
                  </a:lnTo>
                  <a:lnTo>
                    <a:pt x="7445379" y="2598698"/>
                  </a:lnTo>
                  <a:lnTo>
                    <a:pt x="7548241" y="2599627"/>
                  </a:lnTo>
                  <a:lnTo>
                    <a:pt x="7644366" y="2600648"/>
                  </a:lnTo>
                  <a:lnTo>
                    <a:pt x="7733427" y="2601769"/>
                  </a:lnTo>
                  <a:lnTo>
                    <a:pt x="7815536" y="2602999"/>
                  </a:lnTo>
                  <a:lnTo>
                    <a:pt x="7891112" y="2604352"/>
                  </a:lnTo>
                  <a:lnTo>
                    <a:pt x="7960770" y="2605841"/>
                  </a:lnTo>
                  <a:lnTo>
                    <a:pt x="8025235" y="2607483"/>
                  </a:lnTo>
                  <a:lnTo>
                    <a:pt x="8085283" y="2609296"/>
                  </a:lnTo>
                  <a:lnTo>
                    <a:pt x="8141690" y="2611296"/>
                  </a:lnTo>
                  <a:lnTo>
                    <a:pt x="8195193" y="2613495"/>
                  </a:lnTo>
                  <a:lnTo>
                    <a:pt x="8229629" y="2615076"/>
                  </a:lnTo>
                  <a:lnTo>
                    <a:pt x="8291198" y="2618236"/>
                  </a:lnTo>
                  <a:lnTo>
                    <a:pt x="8350849" y="2621714"/>
                  </a:lnTo>
                  <a:lnTo>
                    <a:pt x="8409295" y="2625513"/>
                  </a:lnTo>
                  <a:lnTo>
                    <a:pt x="8467061" y="2629629"/>
                  </a:lnTo>
                  <a:lnTo>
                    <a:pt x="8524519" y="2634043"/>
                  </a:lnTo>
                  <a:lnTo>
                    <a:pt x="8581909" y="2638727"/>
                  </a:lnTo>
                  <a:lnTo>
                    <a:pt x="8639367" y="2643637"/>
                  </a:lnTo>
                  <a:lnTo>
                    <a:pt x="8696941" y="2648721"/>
                  </a:lnTo>
                  <a:lnTo>
                    <a:pt x="8754615" y="2653915"/>
                  </a:lnTo>
                  <a:lnTo>
                    <a:pt x="8812332" y="2659151"/>
                  </a:lnTo>
                  <a:lnTo>
                    <a:pt x="8870018" y="2664358"/>
                  </a:lnTo>
                  <a:lnTo>
                    <a:pt x="8927613" y="2669466"/>
                  </a:lnTo>
                  <a:lnTo>
                    <a:pt x="8985090" y="2674411"/>
                  </a:lnTo>
                  <a:lnTo>
                    <a:pt x="9042486" y="2679139"/>
                  </a:lnTo>
                  <a:lnTo>
                    <a:pt x="9099916" y="2683604"/>
                  </a:lnTo>
                  <a:lnTo>
                    <a:pt x="9157604" y="2687775"/>
                  </a:lnTo>
                  <a:lnTo>
                    <a:pt x="9215895" y="2691632"/>
                  </a:lnTo>
                  <a:lnTo>
                    <a:pt x="9275283" y="2695167"/>
                  </a:lnTo>
                  <a:lnTo>
                    <a:pt x="9336447" y="2698383"/>
                  </a:lnTo>
                  <a:lnTo>
                    <a:pt x="9347647" y="2698926"/>
                  </a:lnTo>
                  <a:lnTo>
                    <a:pt x="9399581" y="2701261"/>
                  </a:lnTo>
                  <a:lnTo>
                    <a:pt x="9453971" y="2703392"/>
                  </a:lnTo>
                  <a:lnTo>
                    <a:pt x="9511504" y="2705328"/>
                  </a:lnTo>
                  <a:lnTo>
                    <a:pt x="9572933" y="2707083"/>
                  </a:lnTo>
                  <a:lnTo>
                    <a:pt x="9639039" y="2708672"/>
                  </a:lnTo>
                  <a:lnTo>
                    <a:pt x="9710586" y="2710114"/>
                  </a:lnTo>
                  <a:lnTo>
                    <a:pt x="9788272" y="2711424"/>
                  </a:lnTo>
                  <a:lnTo>
                    <a:pt x="9872657" y="2712617"/>
                  </a:lnTo>
                  <a:lnTo>
                    <a:pt x="9964071" y="2713704"/>
                  </a:lnTo>
                  <a:lnTo>
                    <a:pt x="10062497" y="2714694"/>
                  </a:lnTo>
                  <a:lnTo>
                    <a:pt x="10167429" y="2715593"/>
                  </a:lnTo>
                  <a:lnTo>
                    <a:pt x="10277724" y="2716406"/>
                  </a:lnTo>
                  <a:lnTo>
                    <a:pt x="10391482" y="2717132"/>
                  </a:lnTo>
                  <a:lnTo>
                    <a:pt x="10505983" y="2717771"/>
                  </a:lnTo>
                  <a:lnTo>
                    <a:pt x="10617763" y="2718321"/>
                  </a:lnTo>
                  <a:lnTo>
                    <a:pt x="10722854" y="2718780"/>
                  </a:lnTo>
                  <a:lnTo>
                    <a:pt x="10817212" y="2719150"/>
                  </a:lnTo>
                  <a:lnTo>
                    <a:pt x="10897286" y="2719432"/>
                  </a:lnTo>
                  <a:lnTo>
                    <a:pt x="10960605" y="2719633"/>
                  </a:lnTo>
                  <a:lnTo>
                    <a:pt x="11006254" y="2719766"/>
                  </a:lnTo>
                  <a:lnTo>
                    <a:pt x="11035104" y="2719842"/>
                  </a:lnTo>
                  <a:lnTo>
                    <a:pt x="11049798" y="2719877"/>
                  </a:lnTo>
                  <a:lnTo>
                    <a:pt x="11054547" y="2719888"/>
                  </a:lnTo>
                  <a:lnTo>
                    <a:pt x="11054891" y="2719889"/>
                  </a:lnTo>
                  <a:lnTo>
                    <a:pt x="12049831" y="2719889"/>
                  </a:lnTo>
                  <a:lnTo>
                    <a:pt x="12049831" y="2714648"/>
                  </a:lnTo>
                  <a:lnTo>
                    <a:pt x="11054891" y="2714648"/>
                  </a:lnTo>
                  <a:lnTo>
                    <a:pt x="11053755" y="2714646"/>
                  </a:lnTo>
                  <a:lnTo>
                    <a:pt x="11046256" y="2714628"/>
                  </a:lnTo>
                  <a:lnTo>
                    <a:pt x="11027253" y="2714581"/>
                  </a:lnTo>
                  <a:lnTo>
                    <a:pt x="10993030" y="2714488"/>
                  </a:lnTo>
                  <a:lnTo>
                    <a:pt x="10941517" y="2714334"/>
                  </a:lnTo>
                  <a:lnTo>
                    <a:pt x="10872445" y="2714107"/>
                  </a:lnTo>
                  <a:lnTo>
                    <a:pt x="10787286" y="2713796"/>
                  </a:lnTo>
                  <a:lnTo>
                    <a:pt x="10688931" y="2713397"/>
                  </a:lnTo>
                  <a:lnTo>
                    <a:pt x="10581162" y="2712908"/>
                  </a:lnTo>
                  <a:lnTo>
                    <a:pt x="10468055" y="2712328"/>
                  </a:lnTo>
                  <a:lnTo>
                    <a:pt x="10353451" y="2711660"/>
                  </a:lnTo>
                  <a:lnTo>
                    <a:pt x="10240582" y="2710905"/>
                  </a:lnTo>
                  <a:lnTo>
                    <a:pt x="10131898" y="2710064"/>
                  </a:lnTo>
                  <a:lnTo>
                    <a:pt x="10029035" y="2709134"/>
                  </a:lnTo>
                  <a:lnTo>
                    <a:pt x="9932910" y="2708113"/>
                  </a:lnTo>
                  <a:lnTo>
                    <a:pt x="9843849" y="2706992"/>
                  </a:lnTo>
                  <a:lnTo>
                    <a:pt x="9761740" y="2705762"/>
                  </a:lnTo>
                  <a:lnTo>
                    <a:pt x="9686164" y="2704410"/>
                  </a:lnTo>
                  <a:lnTo>
                    <a:pt x="9616507" y="2702921"/>
                  </a:lnTo>
                  <a:lnTo>
                    <a:pt x="9552042" y="2701278"/>
                  </a:lnTo>
                  <a:lnTo>
                    <a:pt x="9491993" y="2699465"/>
                  </a:lnTo>
                  <a:lnTo>
                    <a:pt x="9435586" y="2697466"/>
                  </a:lnTo>
                  <a:lnTo>
                    <a:pt x="9382084" y="2695267"/>
                  </a:lnTo>
                  <a:lnTo>
                    <a:pt x="9347647" y="2693685"/>
                  </a:lnTo>
                  <a:lnTo>
                    <a:pt x="9286078" y="2690525"/>
                  </a:lnTo>
                  <a:lnTo>
                    <a:pt x="9226427" y="2687048"/>
                  </a:lnTo>
                  <a:lnTo>
                    <a:pt x="9167981" y="2683248"/>
                  </a:lnTo>
                  <a:lnTo>
                    <a:pt x="9110215" y="2679133"/>
                  </a:lnTo>
                  <a:lnTo>
                    <a:pt x="9052758" y="2674718"/>
                  </a:lnTo>
                  <a:lnTo>
                    <a:pt x="8995368" y="2670034"/>
                  </a:lnTo>
                  <a:lnTo>
                    <a:pt x="8937910" y="2665124"/>
                  </a:lnTo>
                  <a:lnTo>
                    <a:pt x="8880336" y="2660041"/>
                  </a:lnTo>
                  <a:lnTo>
                    <a:pt x="8822662" y="2654846"/>
                  </a:lnTo>
                  <a:lnTo>
                    <a:pt x="8764945" y="2649610"/>
                  </a:lnTo>
                  <a:lnTo>
                    <a:pt x="8707258" y="2644404"/>
                  </a:lnTo>
                  <a:lnTo>
                    <a:pt x="8649663" y="2639296"/>
                  </a:lnTo>
                  <a:lnTo>
                    <a:pt x="8592186" y="2634350"/>
                  </a:lnTo>
                  <a:lnTo>
                    <a:pt x="8534791" y="2629622"/>
                  </a:lnTo>
                  <a:lnTo>
                    <a:pt x="8477360" y="2625157"/>
                  </a:lnTo>
                  <a:lnTo>
                    <a:pt x="8419673" y="2620986"/>
                  </a:lnTo>
                  <a:lnTo>
                    <a:pt x="8361382" y="2617130"/>
                  </a:lnTo>
                  <a:lnTo>
                    <a:pt x="8301993" y="2613595"/>
                  </a:lnTo>
                  <a:lnTo>
                    <a:pt x="8240830" y="2610378"/>
                  </a:lnTo>
                  <a:lnTo>
                    <a:pt x="8229629" y="2609835"/>
                  </a:lnTo>
                  <a:lnTo>
                    <a:pt x="8177695" y="2607501"/>
                  </a:lnTo>
                  <a:lnTo>
                    <a:pt x="8123305" y="2605369"/>
                  </a:lnTo>
                  <a:lnTo>
                    <a:pt x="8065773" y="2603433"/>
                  </a:lnTo>
                  <a:lnTo>
                    <a:pt x="8004344" y="2601679"/>
                  </a:lnTo>
                  <a:lnTo>
                    <a:pt x="7938238" y="2600089"/>
                  </a:lnTo>
                  <a:lnTo>
                    <a:pt x="7866690" y="2598647"/>
                  </a:lnTo>
                  <a:lnTo>
                    <a:pt x="7789004" y="2597337"/>
                  </a:lnTo>
                  <a:lnTo>
                    <a:pt x="7704619" y="2596145"/>
                  </a:lnTo>
                  <a:lnTo>
                    <a:pt x="7613205" y="2595058"/>
                  </a:lnTo>
                  <a:lnTo>
                    <a:pt x="7514779" y="2594068"/>
                  </a:lnTo>
                  <a:lnTo>
                    <a:pt x="7409848" y="2593168"/>
                  </a:lnTo>
                  <a:lnTo>
                    <a:pt x="7299552" y="2592356"/>
                  </a:lnTo>
                  <a:lnTo>
                    <a:pt x="7185795" y="2591629"/>
                  </a:lnTo>
                  <a:lnTo>
                    <a:pt x="7071294" y="2590990"/>
                  </a:lnTo>
                  <a:lnTo>
                    <a:pt x="6959514" y="2590440"/>
                  </a:lnTo>
                  <a:lnTo>
                    <a:pt x="6854423" y="2589981"/>
                  </a:lnTo>
                  <a:lnTo>
                    <a:pt x="6760065" y="2589612"/>
                  </a:lnTo>
                  <a:lnTo>
                    <a:pt x="6679991" y="2589330"/>
                  </a:lnTo>
                  <a:lnTo>
                    <a:pt x="6616671" y="2589128"/>
                  </a:lnTo>
                  <a:lnTo>
                    <a:pt x="6571023" y="2588996"/>
                  </a:lnTo>
                  <a:lnTo>
                    <a:pt x="6542172" y="2588919"/>
                  </a:lnTo>
                  <a:lnTo>
                    <a:pt x="6527479" y="2588884"/>
                  </a:lnTo>
                  <a:lnTo>
                    <a:pt x="6522730" y="2588873"/>
                  </a:lnTo>
                  <a:lnTo>
                    <a:pt x="6522385" y="2588873"/>
                  </a:lnTo>
                  <a:lnTo>
                    <a:pt x="5527445" y="2588873"/>
                  </a:lnTo>
                  <a:lnTo>
                    <a:pt x="5526360" y="2588826"/>
                  </a:lnTo>
                  <a:lnTo>
                    <a:pt x="5519188" y="2588489"/>
                  </a:lnTo>
                  <a:lnTo>
                    <a:pt x="5500992" y="2587561"/>
                  </a:lnTo>
                  <a:lnTo>
                    <a:pt x="5468167" y="2585731"/>
                  </a:lnTo>
                  <a:lnTo>
                    <a:pt x="5418647" y="2582705"/>
                  </a:lnTo>
                  <a:lnTo>
                    <a:pt x="5352055" y="2578229"/>
                  </a:lnTo>
                  <a:lnTo>
                    <a:pt x="5269667" y="2572112"/>
                  </a:lnTo>
                  <a:lnTo>
                    <a:pt x="5174130" y="2564236"/>
                  </a:lnTo>
                  <a:lnTo>
                    <a:pt x="5068987" y="2554552"/>
                  </a:lnTo>
                  <a:lnTo>
                    <a:pt x="4958128" y="2543065"/>
                  </a:lnTo>
                  <a:lnTo>
                    <a:pt x="4845279" y="2529808"/>
                  </a:lnTo>
                  <a:lnTo>
                    <a:pt x="4733638" y="2514816"/>
                  </a:lnTo>
                  <a:lnTo>
                    <a:pt x="4625678" y="2498103"/>
                  </a:lnTo>
                  <a:lnTo>
                    <a:pt x="4523109" y="2479645"/>
                  </a:lnTo>
                  <a:lnTo>
                    <a:pt x="4426937" y="2459368"/>
                  </a:lnTo>
                  <a:lnTo>
                    <a:pt x="4337585" y="2437145"/>
                  </a:lnTo>
                  <a:lnTo>
                    <a:pt x="4255033" y="2412794"/>
                  </a:lnTo>
                  <a:lnTo>
                    <a:pt x="4178944" y="2386080"/>
                  </a:lnTo>
                  <a:lnTo>
                    <a:pt x="4108772" y="2356722"/>
                  </a:lnTo>
                  <a:lnTo>
                    <a:pt x="4043846" y="2324400"/>
                  </a:lnTo>
                  <a:lnTo>
                    <a:pt x="3983436" y="2288777"/>
                  </a:lnTo>
                  <a:lnTo>
                    <a:pt x="3926796" y="2249526"/>
                  </a:lnTo>
                  <a:lnTo>
                    <a:pt x="3873206" y="2206372"/>
                  </a:lnTo>
                  <a:lnTo>
                    <a:pt x="3822009" y="2159170"/>
                  </a:lnTo>
                  <a:lnTo>
                    <a:pt x="3820202" y="2157394"/>
                  </a:lnTo>
                  <a:lnTo>
                    <a:pt x="3774521" y="2109984"/>
                  </a:lnTo>
                  <a:lnTo>
                    <a:pt x="3730003" y="2059043"/>
                  </a:lnTo>
                  <a:lnTo>
                    <a:pt x="3686326" y="2004499"/>
                  </a:lnTo>
                  <a:lnTo>
                    <a:pt x="3643234" y="1946342"/>
                  </a:lnTo>
                  <a:lnTo>
                    <a:pt x="3600520" y="1884624"/>
                  </a:lnTo>
                  <a:lnTo>
                    <a:pt x="3558025" y="1819472"/>
                  </a:lnTo>
                  <a:lnTo>
                    <a:pt x="3515633" y="1751088"/>
                  </a:lnTo>
                  <a:lnTo>
                    <a:pt x="3473258" y="1679750"/>
                  </a:lnTo>
                  <a:lnTo>
                    <a:pt x="3430850" y="1605813"/>
                  </a:lnTo>
                  <a:lnTo>
                    <a:pt x="3388381" y="1529701"/>
                  </a:lnTo>
                  <a:lnTo>
                    <a:pt x="3345847" y="1451901"/>
                  </a:lnTo>
                  <a:lnTo>
                    <a:pt x="3303262" y="1372950"/>
                  </a:lnTo>
                  <a:lnTo>
                    <a:pt x="3260647" y="1293417"/>
                  </a:lnTo>
                  <a:lnTo>
                    <a:pt x="3218033" y="1213892"/>
                  </a:lnTo>
                  <a:lnTo>
                    <a:pt x="3175448" y="1134962"/>
                  </a:lnTo>
                  <a:lnTo>
                    <a:pt x="3132916" y="1057199"/>
                  </a:lnTo>
                  <a:lnTo>
                    <a:pt x="3090449" y="981137"/>
                  </a:lnTo>
                  <a:lnTo>
                    <a:pt x="3048042" y="907262"/>
                  </a:lnTo>
                  <a:lnTo>
                    <a:pt x="3005667" y="835995"/>
                  </a:lnTo>
                  <a:lnTo>
                    <a:pt x="2963273" y="767690"/>
                  </a:lnTo>
                  <a:lnTo>
                    <a:pt x="2920775" y="702624"/>
                  </a:lnTo>
                  <a:lnTo>
                    <a:pt x="2878054" y="640997"/>
                  </a:lnTo>
                  <a:lnTo>
                    <a:pt x="2834949" y="582931"/>
                  </a:lnTo>
                  <a:lnTo>
                    <a:pt x="2791254" y="528481"/>
                  </a:lnTo>
                  <a:lnTo>
                    <a:pt x="2746711" y="477631"/>
                  </a:lnTo>
                  <a:lnTo>
                    <a:pt x="2702183" y="431478"/>
                  </a:lnTo>
                  <a:lnTo>
                    <a:pt x="2651062" y="384131"/>
                  </a:lnTo>
                  <a:lnTo>
                    <a:pt x="2597569" y="340833"/>
                  </a:lnTo>
                  <a:lnTo>
                    <a:pt x="2541051" y="301445"/>
                  </a:lnTo>
                  <a:lnTo>
                    <a:pt x="2480790" y="265697"/>
                  </a:lnTo>
                  <a:lnTo>
                    <a:pt x="2416040" y="233262"/>
                  </a:lnTo>
                  <a:lnTo>
                    <a:pt x="2346069" y="203802"/>
                  </a:lnTo>
                  <a:lnTo>
                    <a:pt x="2270204" y="176998"/>
                  </a:lnTo>
                  <a:lnTo>
                    <a:pt x="2187892" y="152566"/>
                  </a:lnTo>
                  <a:lnTo>
                    <a:pt x="2098788" y="130270"/>
                  </a:lnTo>
                  <a:lnTo>
                    <a:pt x="2002857" y="109926"/>
                  </a:lnTo>
                  <a:lnTo>
                    <a:pt x="1900505" y="91404"/>
                  </a:lnTo>
                  <a:lnTo>
                    <a:pt x="1792714" y="74629"/>
                  </a:lnTo>
                  <a:lnTo>
                    <a:pt x="1681167" y="59575"/>
                  </a:lnTo>
                  <a:lnTo>
                    <a:pt x="1568310" y="46255"/>
                  </a:lnTo>
                  <a:lnTo>
                    <a:pt x="1457317" y="34704"/>
                  </a:lnTo>
                  <a:lnTo>
                    <a:pt x="1351901" y="24954"/>
                  </a:lnTo>
                  <a:lnTo>
                    <a:pt x="1255952" y="17013"/>
                  </a:lnTo>
                  <a:lnTo>
                    <a:pt x="1173037" y="10834"/>
                  </a:lnTo>
                  <a:lnTo>
                    <a:pt x="1105844" y="6302"/>
                  </a:lnTo>
                  <a:lnTo>
                    <a:pt x="1055705" y="3228"/>
                  </a:lnTo>
                  <a:lnTo>
                    <a:pt x="1022304" y="1360"/>
                  </a:lnTo>
                  <a:lnTo>
                    <a:pt x="1003635" y="404"/>
                  </a:lnTo>
                  <a:lnTo>
                    <a:pt x="996145" y="5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7" name="pl126"/>
            <p:cNvSpPr/>
            <p:nvPr/>
          </p:nvSpPr>
          <p:spPr>
            <a:xfrm>
              <a:off x="1199187" y="3809776"/>
              <a:ext cx="12049831" cy="2714648"/>
            </a:xfrm>
            <a:custGeom>
              <a:avLst/>
              <a:pathLst>
                <a:path w="12049831" h="2714648">
                  <a:moveTo>
                    <a:pt x="0" y="0"/>
                  </a:moveTo>
                  <a:lnTo>
                    <a:pt x="994940" y="0"/>
                  </a:lnTo>
                  <a:lnTo>
                    <a:pt x="996025" y="47"/>
                  </a:lnTo>
                  <a:lnTo>
                    <a:pt x="1003197" y="383"/>
                  </a:lnTo>
                  <a:lnTo>
                    <a:pt x="1021393" y="1311"/>
                  </a:lnTo>
                  <a:lnTo>
                    <a:pt x="1054218" y="3141"/>
                  </a:lnTo>
                  <a:lnTo>
                    <a:pt x="1103738" y="6167"/>
                  </a:lnTo>
                  <a:lnTo>
                    <a:pt x="1170330" y="10643"/>
                  </a:lnTo>
                  <a:lnTo>
                    <a:pt x="1252718" y="16760"/>
                  </a:lnTo>
                  <a:lnTo>
                    <a:pt x="1348255" y="24637"/>
                  </a:lnTo>
                  <a:lnTo>
                    <a:pt x="1453398" y="34321"/>
                  </a:lnTo>
                  <a:lnTo>
                    <a:pt x="1564257" y="45808"/>
                  </a:lnTo>
                  <a:lnTo>
                    <a:pt x="1677106" y="59064"/>
                  </a:lnTo>
                  <a:lnTo>
                    <a:pt x="1788747" y="74056"/>
                  </a:lnTo>
                  <a:lnTo>
                    <a:pt x="1896707" y="90769"/>
                  </a:lnTo>
                  <a:lnTo>
                    <a:pt x="1999276" y="109227"/>
                  </a:lnTo>
                  <a:lnTo>
                    <a:pt x="2095448" y="129504"/>
                  </a:lnTo>
                  <a:lnTo>
                    <a:pt x="2184800" y="151727"/>
                  </a:lnTo>
                  <a:lnTo>
                    <a:pt x="2267352" y="176078"/>
                  </a:lnTo>
                  <a:lnTo>
                    <a:pt x="2343441" y="202792"/>
                  </a:lnTo>
                  <a:lnTo>
                    <a:pt x="2413613" y="232151"/>
                  </a:lnTo>
                  <a:lnTo>
                    <a:pt x="2478539" y="264472"/>
                  </a:lnTo>
                  <a:lnTo>
                    <a:pt x="2538949" y="300095"/>
                  </a:lnTo>
                  <a:lnTo>
                    <a:pt x="2595589" y="339347"/>
                  </a:lnTo>
                  <a:lnTo>
                    <a:pt x="2649179" y="382500"/>
                  </a:lnTo>
                  <a:lnTo>
                    <a:pt x="2700376" y="429702"/>
                  </a:lnTo>
                  <a:lnTo>
                    <a:pt x="2702183" y="431478"/>
                  </a:lnTo>
                  <a:lnTo>
                    <a:pt x="2747864" y="478889"/>
                  </a:lnTo>
                  <a:lnTo>
                    <a:pt x="2792382" y="529830"/>
                  </a:lnTo>
                  <a:lnTo>
                    <a:pt x="2836059" y="584373"/>
                  </a:lnTo>
                  <a:lnTo>
                    <a:pt x="2879151" y="642530"/>
                  </a:lnTo>
                  <a:lnTo>
                    <a:pt x="2921865" y="704248"/>
                  </a:lnTo>
                  <a:lnTo>
                    <a:pt x="2964360" y="769400"/>
                  </a:lnTo>
                  <a:lnTo>
                    <a:pt x="3006752" y="837784"/>
                  </a:lnTo>
                  <a:lnTo>
                    <a:pt x="3049127" y="909122"/>
                  </a:lnTo>
                  <a:lnTo>
                    <a:pt x="3091535" y="983059"/>
                  </a:lnTo>
                  <a:lnTo>
                    <a:pt x="3134004" y="1059171"/>
                  </a:lnTo>
                  <a:lnTo>
                    <a:pt x="3176538" y="1136971"/>
                  </a:lnTo>
                  <a:lnTo>
                    <a:pt x="3219123" y="1215923"/>
                  </a:lnTo>
                  <a:lnTo>
                    <a:pt x="3261738" y="1295455"/>
                  </a:lnTo>
                  <a:lnTo>
                    <a:pt x="3304352" y="1374981"/>
                  </a:lnTo>
                  <a:lnTo>
                    <a:pt x="3346937" y="1453910"/>
                  </a:lnTo>
                  <a:lnTo>
                    <a:pt x="3389469" y="1531673"/>
                  </a:lnTo>
                  <a:lnTo>
                    <a:pt x="3431936" y="1607735"/>
                  </a:lnTo>
                  <a:lnTo>
                    <a:pt x="3474343" y="1681610"/>
                  </a:lnTo>
                  <a:lnTo>
                    <a:pt x="3516718" y="1752877"/>
                  </a:lnTo>
                  <a:lnTo>
                    <a:pt x="3559112" y="1821182"/>
                  </a:lnTo>
                  <a:lnTo>
                    <a:pt x="3601610" y="1886248"/>
                  </a:lnTo>
                  <a:lnTo>
                    <a:pt x="3644331" y="1947876"/>
                  </a:lnTo>
                  <a:lnTo>
                    <a:pt x="3687436" y="2005941"/>
                  </a:lnTo>
                  <a:lnTo>
                    <a:pt x="3731131" y="2060392"/>
                  </a:lnTo>
                  <a:lnTo>
                    <a:pt x="3775674" y="2111241"/>
                  </a:lnTo>
                  <a:lnTo>
                    <a:pt x="3820202" y="2157394"/>
                  </a:lnTo>
                  <a:lnTo>
                    <a:pt x="3871323" y="2204741"/>
                  </a:lnTo>
                  <a:lnTo>
                    <a:pt x="3924816" y="2248039"/>
                  </a:lnTo>
                  <a:lnTo>
                    <a:pt x="3981334" y="2287428"/>
                  </a:lnTo>
                  <a:lnTo>
                    <a:pt x="4041595" y="2323175"/>
                  </a:lnTo>
                  <a:lnTo>
                    <a:pt x="4106345" y="2355610"/>
                  </a:lnTo>
                  <a:lnTo>
                    <a:pt x="4176316" y="2385070"/>
                  </a:lnTo>
                  <a:lnTo>
                    <a:pt x="4252181" y="2411874"/>
                  </a:lnTo>
                  <a:lnTo>
                    <a:pt x="4334493" y="2436306"/>
                  </a:lnTo>
                  <a:lnTo>
                    <a:pt x="4423597" y="2458602"/>
                  </a:lnTo>
                  <a:lnTo>
                    <a:pt x="4519528" y="2478946"/>
                  </a:lnTo>
                  <a:lnTo>
                    <a:pt x="4621880" y="2497469"/>
                  </a:lnTo>
                  <a:lnTo>
                    <a:pt x="4729671" y="2514244"/>
                  </a:lnTo>
                  <a:lnTo>
                    <a:pt x="4841218" y="2529297"/>
                  </a:lnTo>
                  <a:lnTo>
                    <a:pt x="4954075" y="2542617"/>
                  </a:lnTo>
                  <a:lnTo>
                    <a:pt x="5065068" y="2554169"/>
                  </a:lnTo>
                  <a:lnTo>
                    <a:pt x="5170484" y="2563918"/>
                  </a:lnTo>
                  <a:lnTo>
                    <a:pt x="5266433" y="2571859"/>
                  </a:lnTo>
                  <a:lnTo>
                    <a:pt x="5349348" y="2578038"/>
                  </a:lnTo>
                  <a:lnTo>
                    <a:pt x="5416541" y="2582570"/>
                  </a:lnTo>
                  <a:lnTo>
                    <a:pt x="5466680" y="2585644"/>
                  </a:lnTo>
                  <a:lnTo>
                    <a:pt x="5500081" y="2587513"/>
                  </a:lnTo>
                  <a:lnTo>
                    <a:pt x="5518750" y="2588468"/>
                  </a:lnTo>
                  <a:lnTo>
                    <a:pt x="5526240" y="2588820"/>
                  </a:lnTo>
                  <a:lnTo>
                    <a:pt x="5527445" y="2588873"/>
                  </a:lnTo>
                  <a:lnTo>
                    <a:pt x="5527445" y="2588873"/>
                  </a:lnTo>
                  <a:lnTo>
                    <a:pt x="6522385" y="2588873"/>
                  </a:lnTo>
                  <a:lnTo>
                    <a:pt x="6523522" y="2588875"/>
                  </a:lnTo>
                  <a:lnTo>
                    <a:pt x="6531021" y="2588892"/>
                  </a:lnTo>
                  <a:lnTo>
                    <a:pt x="6550023" y="2588940"/>
                  </a:lnTo>
                  <a:lnTo>
                    <a:pt x="6584246" y="2589033"/>
                  </a:lnTo>
                  <a:lnTo>
                    <a:pt x="6635759" y="2589187"/>
                  </a:lnTo>
                  <a:lnTo>
                    <a:pt x="6704831" y="2589414"/>
                  </a:lnTo>
                  <a:lnTo>
                    <a:pt x="6789990" y="2589724"/>
                  </a:lnTo>
                  <a:lnTo>
                    <a:pt x="6888346" y="2590123"/>
                  </a:lnTo>
                  <a:lnTo>
                    <a:pt x="6996115" y="2590613"/>
                  </a:lnTo>
                  <a:lnTo>
                    <a:pt x="7109221" y="2591193"/>
                  </a:lnTo>
                  <a:lnTo>
                    <a:pt x="7223826" y="2591861"/>
                  </a:lnTo>
                  <a:lnTo>
                    <a:pt x="7336694" y="2592616"/>
                  </a:lnTo>
                  <a:lnTo>
                    <a:pt x="7445379" y="2593457"/>
                  </a:lnTo>
                  <a:lnTo>
                    <a:pt x="7548241" y="2594386"/>
                  </a:lnTo>
                  <a:lnTo>
                    <a:pt x="7644366" y="2595408"/>
                  </a:lnTo>
                  <a:lnTo>
                    <a:pt x="7733427" y="2596529"/>
                  </a:lnTo>
                  <a:lnTo>
                    <a:pt x="7815536" y="2597759"/>
                  </a:lnTo>
                  <a:lnTo>
                    <a:pt x="7891112" y="2599111"/>
                  </a:lnTo>
                  <a:lnTo>
                    <a:pt x="7960770" y="2600600"/>
                  </a:lnTo>
                  <a:lnTo>
                    <a:pt x="8025235" y="2602242"/>
                  </a:lnTo>
                  <a:lnTo>
                    <a:pt x="8085283" y="2604055"/>
                  </a:lnTo>
                  <a:lnTo>
                    <a:pt x="8141690" y="2606055"/>
                  </a:lnTo>
                  <a:lnTo>
                    <a:pt x="8195193" y="2608254"/>
                  </a:lnTo>
                  <a:lnTo>
                    <a:pt x="8229629" y="2609835"/>
                  </a:lnTo>
                  <a:lnTo>
                    <a:pt x="8291198" y="2612996"/>
                  </a:lnTo>
                  <a:lnTo>
                    <a:pt x="8350849" y="2616473"/>
                  </a:lnTo>
                  <a:lnTo>
                    <a:pt x="8409295" y="2620272"/>
                  </a:lnTo>
                  <a:lnTo>
                    <a:pt x="8467061" y="2624388"/>
                  </a:lnTo>
                  <a:lnTo>
                    <a:pt x="8524519" y="2628803"/>
                  </a:lnTo>
                  <a:lnTo>
                    <a:pt x="8581909" y="2633486"/>
                  </a:lnTo>
                  <a:lnTo>
                    <a:pt x="8639367" y="2638397"/>
                  </a:lnTo>
                  <a:lnTo>
                    <a:pt x="8696941" y="2643480"/>
                  </a:lnTo>
                  <a:lnTo>
                    <a:pt x="8754615" y="2648674"/>
                  </a:lnTo>
                  <a:lnTo>
                    <a:pt x="8812332" y="2653910"/>
                  </a:lnTo>
                  <a:lnTo>
                    <a:pt x="8870018" y="2659117"/>
                  </a:lnTo>
                  <a:lnTo>
                    <a:pt x="8927613" y="2664225"/>
                  </a:lnTo>
                  <a:lnTo>
                    <a:pt x="8985090" y="2669171"/>
                  </a:lnTo>
                  <a:lnTo>
                    <a:pt x="9042486" y="2673898"/>
                  </a:lnTo>
                  <a:lnTo>
                    <a:pt x="9099916" y="2678364"/>
                  </a:lnTo>
                  <a:lnTo>
                    <a:pt x="9157604" y="2682534"/>
                  </a:lnTo>
                  <a:lnTo>
                    <a:pt x="9215895" y="2686391"/>
                  </a:lnTo>
                  <a:lnTo>
                    <a:pt x="9275283" y="2689926"/>
                  </a:lnTo>
                  <a:lnTo>
                    <a:pt x="9336447" y="2693143"/>
                  </a:lnTo>
                  <a:lnTo>
                    <a:pt x="9347647" y="2693685"/>
                  </a:lnTo>
                  <a:lnTo>
                    <a:pt x="9399581" y="2696020"/>
                  </a:lnTo>
                  <a:lnTo>
                    <a:pt x="9453971" y="2698152"/>
                  </a:lnTo>
                  <a:lnTo>
                    <a:pt x="9511504" y="2700088"/>
                  </a:lnTo>
                  <a:lnTo>
                    <a:pt x="9572933" y="2701842"/>
                  </a:lnTo>
                  <a:lnTo>
                    <a:pt x="9639039" y="2703432"/>
                  </a:lnTo>
                  <a:lnTo>
                    <a:pt x="9710586" y="2704873"/>
                  </a:lnTo>
                  <a:lnTo>
                    <a:pt x="9788272" y="2706184"/>
                  </a:lnTo>
                  <a:lnTo>
                    <a:pt x="9872657" y="2707376"/>
                  </a:lnTo>
                  <a:lnTo>
                    <a:pt x="9964071" y="2708463"/>
                  </a:lnTo>
                  <a:lnTo>
                    <a:pt x="10062497" y="2709453"/>
                  </a:lnTo>
                  <a:lnTo>
                    <a:pt x="10167429" y="2710353"/>
                  </a:lnTo>
                  <a:lnTo>
                    <a:pt x="10277724" y="2711165"/>
                  </a:lnTo>
                  <a:lnTo>
                    <a:pt x="10391482" y="2711891"/>
                  </a:lnTo>
                  <a:lnTo>
                    <a:pt x="10505983" y="2712530"/>
                  </a:lnTo>
                  <a:lnTo>
                    <a:pt x="10617763" y="2713080"/>
                  </a:lnTo>
                  <a:lnTo>
                    <a:pt x="10722854" y="2713540"/>
                  </a:lnTo>
                  <a:lnTo>
                    <a:pt x="10817212" y="2713909"/>
                  </a:lnTo>
                  <a:lnTo>
                    <a:pt x="10897286" y="2714191"/>
                  </a:lnTo>
                  <a:lnTo>
                    <a:pt x="10960605" y="2714393"/>
                  </a:lnTo>
                  <a:lnTo>
                    <a:pt x="11006254" y="2714525"/>
                  </a:lnTo>
                  <a:lnTo>
                    <a:pt x="11035104" y="2714601"/>
                  </a:lnTo>
                  <a:lnTo>
                    <a:pt x="11049798" y="2714637"/>
                  </a:lnTo>
                  <a:lnTo>
                    <a:pt x="11054547" y="2714647"/>
                  </a:lnTo>
                  <a:lnTo>
                    <a:pt x="11054891" y="2714648"/>
                  </a:lnTo>
                  <a:lnTo>
                    <a:pt x="12049831" y="2714648"/>
                  </a:lnTo>
                  <a:lnTo>
                    <a:pt x="12049831" y="27146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" name="pl127"/>
            <p:cNvSpPr/>
            <p:nvPr/>
          </p:nvSpPr>
          <p:spPr>
            <a:xfrm>
              <a:off x="1199187" y="3804535"/>
              <a:ext cx="12049831" cy="2714648"/>
            </a:xfrm>
            <a:custGeom>
              <a:avLst/>
              <a:pathLst>
                <a:path w="12049831" h="2714648">
                  <a:moveTo>
                    <a:pt x="12049831" y="2714648"/>
                  </a:moveTo>
                  <a:lnTo>
                    <a:pt x="11054891" y="2714648"/>
                  </a:lnTo>
                  <a:lnTo>
                    <a:pt x="11053755" y="2714646"/>
                  </a:lnTo>
                  <a:lnTo>
                    <a:pt x="11046256" y="2714628"/>
                  </a:lnTo>
                  <a:lnTo>
                    <a:pt x="11027253" y="2714581"/>
                  </a:lnTo>
                  <a:lnTo>
                    <a:pt x="10993030" y="2714488"/>
                  </a:lnTo>
                  <a:lnTo>
                    <a:pt x="10941517" y="2714334"/>
                  </a:lnTo>
                  <a:lnTo>
                    <a:pt x="10872445" y="2714107"/>
                  </a:lnTo>
                  <a:lnTo>
                    <a:pt x="10787286" y="2713796"/>
                  </a:lnTo>
                  <a:lnTo>
                    <a:pt x="10688931" y="2713397"/>
                  </a:lnTo>
                  <a:lnTo>
                    <a:pt x="10581162" y="2712908"/>
                  </a:lnTo>
                  <a:lnTo>
                    <a:pt x="10468055" y="2712328"/>
                  </a:lnTo>
                  <a:lnTo>
                    <a:pt x="10353451" y="2711660"/>
                  </a:lnTo>
                  <a:lnTo>
                    <a:pt x="10240582" y="2710905"/>
                  </a:lnTo>
                  <a:lnTo>
                    <a:pt x="10131898" y="2710064"/>
                  </a:lnTo>
                  <a:lnTo>
                    <a:pt x="10029035" y="2709134"/>
                  </a:lnTo>
                  <a:lnTo>
                    <a:pt x="9932910" y="2708113"/>
                  </a:lnTo>
                  <a:lnTo>
                    <a:pt x="9843849" y="2706992"/>
                  </a:lnTo>
                  <a:lnTo>
                    <a:pt x="9761740" y="2705762"/>
                  </a:lnTo>
                  <a:lnTo>
                    <a:pt x="9686164" y="2704410"/>
                  </a:lnTo>
                  <a:lnTo>
                    <a:pt x="9616507" y="2702921"/>
                  </a:lnTo>
                  <a:lnTo>
                    <a:pt x="9552042" y="2701278"/>
                  </a:lnTo>
                  <a:lnTo>
                    <a:pt x="9491993" y="2699465"/>
                  </a:lnTo>
                  <a:lnTo>
                    <a:pt x="9435586" y="2697466"/>
                  </a:lnTo>
                  <a:lnTo>
                    <a:pt x="9382084" y="2695267"/>
                  </a:lnTo>
                  <a:lnTo>
                    <a:pt x="9347647" y="2693685"/>
                  </a:lnTo>
                  <a:lnTo>
                    <a:pt x="9286078" y="2690525"/>
                  </a:lnTo>
                  <a:lnTo>
                    <a:pt x="9226427" y="2687048"/>
                  </a:lnTo>
                  <a:lnTo>
                    <a:pt x="9167981" y="2683248"/>
                  </a:lnTo>
                  <a:lnTo>
                    <a:pt x="9110215" y="2679133"/>
                  </a:lnTo>
                  <a:lnTo>
                    <a:pt x="9052758" y="2674718"/>
                  </a:lnTo>
                  <a:lnTo>
                    <a:pt x="8995368" y="2670034"/>
                  </a:lnTo>
                  <a:lnTo>
                    <a:pt x="8937910" y="2665124"/>
                  </a:lnTo>
                  <a:lnTo>
                    <a:pt x="8880336" y="2660041"/>
                  </a:lnTo>
                  <a:lnTo>
                    <a:pt x="8822662" y="2654846"/>
                  </a:lnTo>
                  <a:lnTo>
                    <a:pt x="8764945" y="2649610"/>
                  </a:lnTo>
                  <a:lnTo>
                    <a:pt x="8707258" y="2644404"/>
                  </a:lnTo>
                  <a:lnTo>
                    <a:pt x="8649663" y="2639296"/>
                  </a:lnTo>
                  <a:lnTo>
                    <a:pt x="8592186" y="2634350"/>
                  </a:lnTo>
                  <a:lnTo>
                    <a:pt x="8534791" y="2629622"/>
                  </a:lnTo>
                  <a:lnTo>
                    <a:pt x="8477360" y="2625157"/>
                  </a:lnTo>
                  <a:lnTo>
                    <a:pt x="8419673" y="2620986"/>
                  </a:lnTo>
                  <a:lnTo>
                    <a:pt x="8361382" y="2617130"/>
                  </a:lnTo>
                  <a:lnTo>
                    <a:pt x="8301993" y="2613595"/>
                  </a:lnTo>
                  <a:lnTo>
                    <a:pt x="8240830" y="2610378"/>
                  </a:lnTo>
                  <a:lnTo>
                    <a:pt x="8229629" y="2609835"/>
                  </a:lnTo>
                  <a:lnTo>
                    <a:pt x="8177695" y="2607501"/>
                  </a:lnTo>
                  <a:lnTo>
                    <a:pt x="8123305" y="2605369"/>
                  </a:lnTo>
                  <a:lnTo>
                    <a:pt x="8065773" y="2603433"/>
                  </a:lnTo>
                  <a:lnTo>
                    <a:pt x="8004344" y="2601679"/>
                  </a:lnTo>
                  <a:lnTo>
                    <a:pt x="7938238" y="2600089"/>
                  </a:lnTo>
                  <a:lnTo>
                    <a:pt x="7866690" y="2598647"/>
                  </a:lnTo>
                  <a:lnTo>
                    <a:pt x="7789004" y="2597337"/>
                  </a:lnTo>
                  <a:lnTo>
                    <a:pt x="7704619" y="2596145"/>
                  </a:lnTo>
                  <a:lnTo>
                    <a:pt x="7613205" y="2595058"/>
                  </a:lnTo>
                  <a:lnTo>
                    <a:pt x="7514779" y="2594068"/>
                  </a:lnTo>
                  <a:lnTo>
                    <a:pt x="7409848" y="2593168"/>
                  </a:lnTo>
                  <a:lnTo>
                    <a:pt x="7299552" y="2592356"/>
                  </a:lnTo>
                  <a:lnTo>
                    <a:pt x="7185795" y="2591629"/>
                  </a:lnTo>
                  <a:lnTo>
                    <a:pt x="7071294" y="2590990"/>
                  </a:lnTo>
                  <a:lnTo>
                    <a:pt x="6959514" y="2590440"/>
                  </a:lnTo>
                  <a:lnTo>
                    <a:pt x="6854423" y="2589981"/>
                  </a:lnTo>
                  <a:lnTo>
                    <a:pt x="6760065" y="2589612"/>
                  </a:lnTo>
                  <a:lnTo>
                    <a:pt x="6679991" y="2589330"/>
                  </a:lnTo>
                  <a:lnTo>
                    <a:pt x="6616671" y="2589128"/>
                  </a:lnTo>
                  <a:lnTo>
                    <a:pt x="6571023" y="2588996"/>
                  </a:lnTo>
                  <a:lnTo>
                    <a:pt x="6542172" y="2588919"/>
                  </a:lnTo>
                  <a:lnTo>
                    <a:pt x="6527479" y="2588884"/>
                  </a:lnTo>
                  <a:lnTo>
                    <a:pt x="6522730" y="2588873"/>
                  </a:lnTo>
                  <a:lnTo>
                    <a:pt x="6522385" y="2588873"/>
                  </a:lnTo>
                  <a:lnTo>
                    <a:pt x="5527445" y="2588873"/>
                  </a:lnTo>
                  <a:lnTo>
                    <a:pt x="5526360" y="2588826"/>
                  </a:lnTo>
                  <a:lnTo>
                    <a:pt x="5519188" y="2588489"/>
                  </a:lnTo>
                  <a:lnTo>
                    <a:pt x="5500992" y="2587561"/>
                  </a:lnTo>
                  <a:lnTo>
                    <a:pt x="5468167" y="2585731"/>
                  </a:lnTo>
                  <a:lnTo>
                    <a:pt x="5418647" y="2582705"/>
                  </a:lnTo>
                  <a:lnTo>
                    <a:pt x="5352055" y="2578229"/>
                  </a:lnTo>
                  <a:lnTo>
                    <a:pt x="5269667" y="2572112"/>
                  </a:lnTo>
                  <a:lnTo>
                    <a:pt x="5174130" y="2564236"/>
                  </a:lnTo>
                  <a:lnTo>
                    <a:pt x="5068987" y="2554552"/>
                  </a:lnTo>
                  <a:lnTo>
                    <a:pt x="4958128" y="2543065"/>
                  </a:lnTo>
                  <a:lnTo>
                    <a:pt x="4845279" y="2529808"/>
                  </a:lnTo>
                  <a:lnTo>
                    <a:pt x="4733638" y="2514816"/>
                  </a:lnTo>
                  <a:lnTo>
                    <a:pt x="4625678" y="2498103"/>
                  </a:lnTo>
                  <a:lnTo>
                    <a:pt x="4523109" y="2479645"/>
                  </a:lnTo>
                  <a:lnTo>
                    <a:pt x="4426937" y="2459368"/>
                  </a:lnTo>
                  <a:lnTo>
                    <a:pt x="4337585" y="2437145"/>
                  </a:lnTo>
                  <a:lnTo>
                    <a:pt x="4255033" y="2412794"/>
                  </a:lnTo>
                  <a:lnTo>
                    <a:pt x="4178944" y="2386080"/>
                  </a:lnTo>
                  <a:lnTo>
                    <a:pt x="4108772" y="2356722"/>
                  </a:lnTo>
                  <a:lnTo>
                    <a:pt x="4043846" y="2324400"/>
                  </a:lnTo>
                  <a:lnTo>
                    <a:pt x="3983436" y="2288777"/>
                  </a:lnTo>
                  <a:lnTo>
                    <a:pt x="3926796" y="2249526"/>
                  </a:lnTo>
                  <a:lnTo>
                    <a:pt x="3873206" y="2206372"/>
                  </a:lnTo>
                  <a:lnTo>
                    <a:pt x="3822009" y="2159170"/>
                  </a:lnTo>
                  <a:lnTo>
                    <a:pt x="3820202" y="2157394"/>
                  </a:lnTo>
                  <a:lnTo>
                    <a:pt x="3774521" y="2109984"/>
                  </a:lnTo>
                  <a:lnTo>
                    <a:pt x="3730003" y="2059043"/>
                  </a:lnTo>
                  <a:lnTo>
                    <a:pt x="3686326" y="2004499"/>
                  </a:lnTo>
                  <a:lnTo>
                    <a:pt x="3643234" y="1946342"/>
                  </a:lnTo>
                  <a:lnTo>
                    <a:pt x="3600520" y="1884624"/>
                  </a:lnTo>
                  <a:lnTo>
                    <a:pt x="3558025" y="1819472"/>
                  </a:lnTo>
                  <a:lnTo>
                    <a:pt x="3515633" y="1751088"/>
                  </a:lnTo>
                  <a:lnTo>
                    <a:pt x="3473258" y="1679750"/>
                  </a:lnTo>
                  <a:lnTo>
                    <a:pt x="3430850" y="1605813"/>
                  </a:lnTo>
                  <a:lnTo>
                    <a:pt x="3388381" y="1529701"/>
                  </a:lnTo>
                  <a:lnTo>
                    <a:pt x="3345847" y="1451901"/>
                  </a:lnTo>
                  <a:lnTo>
                    <a:pt x="3303262" y="1372950"/>
                  </a:lnTo>
                  <a:lnTo>
                    <a:pt x="3260647" y="1293417"/>
                  </a:lnTo>
                  <a:lnTo>
                    <a:pt x="3218033" y="1213892"/>
                  </a:lnTo>
                  <a:lnTo>
                    <a:pt x="3175448" y="1134962"/>
                  </a:lnTo>
                  <a:lnTo>
                    <a:pt x="3132916" y="1057199"/>
                  </a:lnTo>
                  <a:lnTo>
                    <a:pt x="3090449" y="981137"/>
                  </a:lnTo>
                  <a:lnTo>
                    <a:pt x="3048042" y="907262"/>
                  </a:lnTo>
                  <a:lnTo>
                    <a:pt x="3005667" y="835995"/>
                  </a:lnTo>
                  <a:lnTo>
                    <a:pt x="2963273" y="767690"/>
                  </a:lnTo>
                  <a:lnTo>
                    <a:pt x="2920775" y="702624"/>
                  </a:lnTo>
                  <a:lnTo>
                    <a:pt x="2878054" y="640997"/>
                  </a:lnTo>
                  <a:lnTo>
                    <a:pt x="2834949" y="582931"/>
                  </a:lnTo>
                  <a:lnTo>
                    <a:pt x="2791254" y="528481"/>
                  </a:lnTo>
                  <a:lnTo>
                    <a:pt x="2746711" y="477631"/>
                  </a:lnTo>
                  <a:lnTo>
                    <a:pt x="2702183" y="431478"/>
                  </a:lnTo>
                  <a:lnTo>
                    <a:pt x="2651062" y="384131"/>
                  </a:lnTo>
                  <a:lnTo>
                    <a:pt x="2597569" y="340833"/>
                  </a:lnTo>
                  <a:lnTo>
                    <a:pt x="2541051" y="301445"/>
                  </a:lnTo>
                  <a:lnTo>
                    <a:pt x="2480790" y="265697"/>
                  </a:lnTo>
                  <a:lnTo>
                    <a:pt x="2416040" y="233262"/>
                  </a:lnTo>
                  <a:lnTo>
                    <a:pt x="2346069" y="203802"/>
                  </a:lnTo>
                  <a:lnTo>
                    <a:pt x="2270204" y="176998"/>
                  </a:lnTo>
                  <a:lnTo>
                    <a:pt x="2187892" y="152566"/>
                  </a:lnTo>
                  <a:lnTo>
                    <a:pt x="2098788" y="130270"/>
                  </a:lnTo>
                  <a:lnTo>
                    <a:pt x="2002857" y="109926"/>
                  </a:lnTo>
                  <a:lnTo>
                    <a:pt x="1900505" y="91404"/>
                  </a:lnTo>
                  <a:lnTo>
                    <a:pt x="1792714" y="74629"/>
                  </a:lnTo>
                  <a:lnTo>
                    <a:pt x="1681167" y="59575"/>
                  </a:lnTo>
                  <a:lnTo>
                    <a:pt x="1568310" y="46255"/>
                  </a:lnTo>
                  <a:lnTo>
                    <a:pt x="1457317" y="34704"/>
                  </a:lnTo>
                  <a:lnTo>
                    <a:pt x="1351901" y="24954"/>
                  </a:lnTo>
                  <a:lnTo>
                    <a:pt x="1255952" y="17013"/>
                  </a:lnTo>
                  <a:lnTo>
                    <a:pt x="1173037" y="10834"/>
                  </a:lnTo>
                  <a:lnTo>
                    <a:pt x="1105844" y="6302"/>
                  </a:lnTo>
                  <a:lnTo>
                    <a:pt x="1055705" y="3228"/>
                  </a:lnTo>
                  <a:lnTo>
                    <a:pt x="1022304" y="1360"/>
                  </a:lnTo>
                  <a:lnTo>
                    <a:pt x="1003635" y="404"/>
                  </a:lnTo>
                  <a:lnTo>
                    <a:pt x="996145" y="52"/>
                  </a:lnTo>
                  <a:lnTo>
                    <a:pt x="994940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" name="pg128"/>
            <p:cNvSpPr/>
            <p:nvPr/>
          </p:nvSpPr>
          <p:spPr>
            <a:xfrm>
              <a:off x="1199187" y="1393844"/>
              <a:ext cx="12049831" cy="2636038"/>
            </a:xfrm>
            <a:custGeom>
              <a:avLst/>
              <a:pathLst>
                <a:path w="12049831" h="2636038">
                  <a:moveTo>
                    <a:pt x="0" y="1179142"/>
                  </a:moveTo>
                  <a:lnTo>
                    <a:pt x="994940" y="1179142"/>
                  </a:lnTo>
                  <a:lnTo>
                    <a:pt x="996060" y="1179170"/>
                  </a:lnTo>
                  <a:lnTo>
                    <a:pt x="1003451" y="1179365"/>
                  </a:lnTo>
                  <a:lnTo>
                    <a:pt x="1022191" y="1179904"/>
                  </a:lnTo>
                  <a:lnTo>
                    <a:pt x="1055958" y="1180967"/>
                  </a:lnTo>
                  <a:lnTo>
                    <a:pt x="1106822" y="1182724"/>
                  </a:lnTo>
                  <a:lnTo>
                    <a:pt x="1175088" y="1185321"/>
                  </a:lnTo>
                  <a:lnTo>
                    <a:pt x="1259349" y="1188867"/>
                  </a:lnTo>
                  <a:lnTo>
                    <a:pt x="1356794" y="1193426"/>
                  </a:lnTo>
                  <a:lnTo>
                    <a:pt x="1463718" y="1199026"/>
                  </a:lnTo>
                  <a:lnTo>
                    <a:pt x="1576104" y="1205660"/>
                  </a:lnTo>
                  <a:lnTo>
                    <a:pt x="1690150" y="1213308"/>
                  </a:lnTo>
                  <a:lnTo>
                    <a:pt x="1802632" y="1221953"/>
                  </a:lnTo>
                  <a:lnTo>
                    <a:pt x="1911092" y="1231586"/>
                  </a:lnTo>
                  <a:lnTo>
                    <a:pt x="2013868" y="1242227"/>
                  </a:lnTo>
                  <a:lnTo>
                    <a:pt x="2110016" y="1253921"/>
                  </a:lnTo>
                  <a:lnTo>
                    <a:pt x="2199176" y="1266748"/>
                  </a:lnTo>
                  <a:lnTo>
                    <a:pt x="2281431" y="1280819"/>
                  </a:lnTo>
                  <a:lnTo>
                    <a:pt x="2357174" y="1296276"/>
                  </a:lnTo>
                  <a:lnTo>
                    <a:pt x="2426997" y="1313285"/>
                  </a:lnTo>
                  <a:lnTo>
                    <a:pt x="2491609" y="1332035"/>
                  </a:lnTo>
                  <a:lnTo>
                    <a:pt x="2551770" y="1352723"/>
                  </a:lnTo>
                  <a:lnTo>
                    <a:pt x="2608247" y="1375536"/>
                  </a:lnTo>
                  <a:lnTo>
                    <a:pt x="2661773" y="1400618"/>
                  </a:lnTo>
                  <a:lnTo>
                    <a:pt x="2702183" y="1421958"/>
                  </a:lnTo>
                  <a:lnTo>
                    <a:pt x="2755880" y="1453604"/>
                  </a:lnTo>
                  <a:lnTo>
                    <a:pt x="2808044" y="1488021"/>
                  </a:lnTo>
                  <a:lnTo>
                    <a:pt x="2859175" y="1525260"/>
                  </a:lnTo>
                  <a:lnTo>
                    <a:pt x="2909654" y="1565306"/>
                  </a:lnTo>
                  <a:lnTo>
                    <a:pt x="2959768" y="1608067"/>
                  </a:lnTo>
                  <a:lnTo>
                    <a:pt x="3009725" y="1653372"/>
                  </a:lnTo>
                  <a:lnTo>
                    <a:pt x="3059661" y="1700966"/>
                  </a:lnTo>
                  <a:lnTo>
                    <a:pt x="3109656" y="1750511"/>
                  </a:lnTo>
                  <a:lnTo>
                    <a:pt x="3159739" y="1801598"/>
                  </a:lnTo>
                  <a:lnTo>
                    <a:pt x="3209904" y="1853752"/>
                  </a:lnTo>
                  <a:lnTo>
                    <a:pt x="3260116" y="1906459"/>
                  </a:lnTo>
                  <a:lnTo>
                    <a:pt x="3310330" y="1959177"/>
                  </a:lnTo>
                  <a:lnTo>
                    <a:pt x="3360497" y="2011366"/>
                  </a:lnTo>
                  <a:lnTo>
                    <a:pt x="3410584" y="2062508"/>
                  </a:lnTo>
                  <a:lnTo>
                    <a:pt x="3460583" y="2112128"/>
                  </a:lnTo>
                  <a:lnTo>
                    <a:pt x="3510520" y="2159813"/>
                  </a:lnTo>
                  <a:lnTo>
                    <a:pt x="3560474" y="2205222"/>
                  </a:lnTo>
                  <a:lnTo>
                    <a:pt x="3610578" y="2248097"/>
                  </a:lnTo>
                  <a:lnTo>
                    <a:pt x="3661035" y="2288261"/>
                  </a:lnTo>
                  <a:lnTo>
                    <a:pt x="3712131" y="2325621"/>
                  </a:lnTo>
                  <a:lnTo>
                    <a:pt x="3764242" y="2360159"/>
                  </a:lnTo>
                  <a:lnTo>
                    <a:pt x="3817861" y="2391922"/>
                  </a:lnTo>
                  <a:lnTo>
                    <a:pt x="3820202" y="2393222"/>
                  </a:lnTo>
                  <a:lnTo>
                    <a:pt x="3871872" y="2420136"/>
                  </a:lnTo>
                  <a:lnTo>
                    <a:pt x="3925972" y="2444722"/>
                  </a:lnTo>
                  <a:lnTo>
                    <a:pt x="3983176" y="2467065"/>
                  </a:lnTo>
                  <a:lnTo>
                    <a:pt x="4044226" y="2487321"/>
                  </a:lnTo>
                  <a:lnTo>
                    <a:pt x="4109892" y="2505682"/>
                  </a:lnTo>
                  <a:lnTo>
                    <a:pt x="4180927" y="2522343"/>
                  </a:lnTo>
                  <a:lnTo>
                    <a:pt x="4258022" y="2537489"/>
                  </a:lnTo>
                  <a:lnTo>
                    <a:pt x="4341733" y="2551282"/>
                  </a:lnTo>
                  <a:lnTo>
                    <a:pt x="4432397" y="2563859"/>
                  </a:lnTo>
                  <a:lnTo>
                    <a:pt x="4530013" y="2575322"/>
                  </a:lnTo>
                  <a:lnTo>
                    <a:pt x="4634110" y="2585744"/>
                  </a:lnTo>
                  <a:lnTo>
                    <a:pt x="4743599" y="2595164"/>
                  </a:lnTo>
                  <a:lnTo>
                    <a:pt x="4856650" y="2603596"/>
                  </a:lnTo>
                  <a:lnTo>
                    <a:pt x="4970636" y="2611029"/>
                  </a:lnTo>
                  <a:lnTo>
                    <a:pt x="5082186" y="2617443"/>
                  </a:lnTo>
                  <a:lnTo>
                    <a:pt x="5187414" y="2622819"/>
                  </a:lnTo>
                  <a:lnTo>
                    <a:pt x="5282323" y="2627158"/>
                  </a:lnTo>
                  <a:lnTo>
                    <a:pt x="5363350" y="2630493"/>
                  </a:lnTo>
                  <a:lnTo>
                    <a:pt x="5427949" y="2632899"/>
                  </a:lnTo>
                  <a:lnTo>
                    <a:pt x="5475061" y="2634494"/>
                  </a:lnTo>
                  <a:lnTo>
                    <a:pt x="5505374" y="2635430"/>
                  </a:lnTo>
                  <a:lnTo>
                    <a:pt x="5521321" y="2635881"/>
                  </a:lnTo>
                  <a:lnTo>
                    <a:pt x="5526896" y="2636025"/>
                  </a:lnTo>
                  <a:lnTo>
                    <a:pt x="5527445" y="2636038"/>
                  </a:lnTo>
                  <a:lnTo>
                    <a:pt x="6522385" y="2636038"/>
                  </a:lnTo>
                  <a:lnTo>
                    <a:pt x="6523470" y="2635991"/>
                  </a:lnTo>
                  <a:lnTo>
                    <a:pt x="6530631" y="2635650"/>
                  </a:lnTo>
                  <a:lnTo>
                    <a:pt x="6548802" y="2634708"/>
                  </a:lnTo>
                  <a:lnTo>
                    <a:pt x="6581583" y="2632851"/>
                  </a:lnTo>
                  <a:lnTo>
                    <a:pt x="6631041" y="2629780"/>
                  </a:lnTo>
                  <a:lnTo>
                    <a:pt x="6697556" y="2625238"/>
                  </a:lnTo>
                  <a:lnTo>
                    <a:pt x="6779857" y="2619031"/>
                  </a:lnTo>
                  <a:lnTo>
                    <a:pt x="6875306" y="2611037"/>
                  </a:lnTo>
                  <a:lnTo>
                    <a:pt x="6980365" y="2601209"/>
                  </a:lnTo>
                  <a:lnTo>
                    <a:pt x="7091152" y="2589550"/>
                  </a:lnTo>
                  <a:lnTo>
                    <a:pt x="7203945" y="2576094"/>
                  </a:lnTo>
                  <a:lnTo>
                    <a:pt x="7315546" y="2560877"/>
                  </a:lnTo>
                  <a:lnTo>
                    <a:pt x="7423481" y="2543913"/>
                  </a:lnTo>
                  <a:lnTo>
                    <a:pt x="7526039" y="2525177"/>
                  </a:lnTo>
                  <a:lnTo>
                    <a:pt x="7622212" y="2504595"/>
                  </a:lnTo>
                  <a:lnTo>
                    <a:pt x="7711573" y="2482039"/>
                  </a:lnTo>
                  <a:lnTo>
                    <a:pt x="7794138" y="2457324"/>
                  </a:lnTo>
                  <a:lnTo>
                    <a:pt x="7870243" y="2430213"/>
                  </a:lnTo>
                  <a:lnTo>
                    <a:pt x="7940432" y="2400419"/>
                  </a:lnTo>
                  <a:lnTo>
                    <a:pt x="8005372" y="2367620"/>
                  </a:lnTo>
                  <a:lnTo>
                    <a:pt x="8065794" y="2331473"/>
                  </a:lnTo>
                  <a:lnTo>
                    <a:pt x="8122443" y="2291646"/>
                  </a:lnTo>
                  <a:lnTo>
                    <a:pt x="8176036" y="2247860"/>
                  </a:lnTo>
                  <a:lnTo>
                    <a:pt x="8227232" y="2199965"/>
                  </a:lnTo>
                  <a:lnTo>
                    <a:pt x="8229629" y="2197572"/>
                  </a:lnTo>
                  <a:lnTo>
                    <a:pt x="8275055" y="2149677"/>
                  </a:lnTo>
                  <a:lnTo>
                    <a:pt x="8319329" y="2098235"/>
                  </a:lnTo>
                  <a:lnTo>
                    <a:pt x="8362767" y="2043175"/>
                  </a:lnTo>
                  <a:lnTo>
                    <a:pt x="8405625" y="1984483"/>
                  </a:lnTo>
                  <a:lnTo>
                    <a:pt x="8448104" y="1922212"/>
                  </a:lnTo>
                  <a:lnTo>
                    <a:pt x="8490362" y="1856485"/>
                  </a:lnTo>
                  <a:lnTo>
                    <a:pt x="8532517" y="1787503"/>
                  </a:lnTo>
                  <a:lnTo>
                    <a:pt x="8574650" y="1715541"/>
                  </a:lnTo>
                  <a:lnTo>
                    <a:pt x="8616816" y="1640949"/>
                  </a:lnTo>
                  <a:lnTo>
                    <a:pt x="8659041" y="1564149"/>
                  </a:lnTo>
                  <a:lnTo>
                    <a:pt x="8701330" y="1485624"/>
                  </a:lnTo>
                  <a:lnTo>
                    <a:pt x="8743671" y="1405907"/>
                  </a:lnTo>
                  <a:lnTo>
                    <a:pt x="8786043" y="1325566"/>
                  </a:lnTo>
                  <a:lnTo>
                    <a:pt x="8828417" y="1245189"/>
                  </a:lnTo>
                  <a:lnTo>
                    <a:pt x="8870764" y="1165365"/>
                  </a:lnTo>
                  <a:lnTo>
                    <a:pt x="8913060" y="1086664"/>
                  </a:lnTo>
                  <a:lnTo>
                    <a:pt x="8955292" y="1009626"/>
                  </a:lnTo>
                  <a:lnTo>
                    <a:pt x="8997464" y="934740"/>
                  </a:lnTo>
                  <a:lnTo>
                    <a:pt x="9039600" y="862435"/>
                  </a:lnTo>
                  <a:lnTo>
                    <a:pt x="9081748" y="793072"/>
                  </a:lnTo>
                  <a:lnTo>
                    <a:pt x="9123987" y="726935"/>
                  </a:lnTo>
                  <a:lnTo>
                    <a:pt x="9166432" y="664232"/>
                  </a:lnTo>
                  <a:lnTo>
                    <a:pt x="9209234" y="605097"/>
                  </a:lnTo>
                  <a:lnTo>
                    <a:pt x="9252588" y="549592"/>
                  </a:lnTo>
                  <a:lnTo>
                    <a:pt x="9296744" y="497709"/>
                  </a:lnTo>
                  <a:lnTo>
                    <a:pt x="9342009" y="449386"/>
                  </a:lnTo>
                  <a:lnTo>
                    <a:pt x="9347647" y="443707"/>
                  </a:lnTo>
                  <a:lnTo>
                    <a:pt x="9398743" y="395615"/>
                  </a:lnTo>
                  <a:lnTo>
                    <a:pt x="9452208" y="351634"/>
                  </a:lnTo>
                  <a:lnTo>
                    <a:pt x="9508694" y="311623"/>
                  </a:lnTo>
                  <a:lnTo>
                    <a:pt x="9568919" y="275308"/>
                  </a:lnTo>
                  <a:lnTo>
                    <a:pt x="9633626" y="242357"/>
                  </a:lnTo>
                  <a:lnTo>
                    <a:pt x="9703548" y="212427"/>
                  </a:lnTo>
                  <a:lnTo>
                    <a:pt x="9779356" y="185194"/>
                  </a:lnTo>
                  <a:lnTo>
                    <a:pt x="9861603" y="160370"/>
                  </a:lnTo>
                  <a:lnTo>
                    <a:pt x="9950635" y="137716"/>
                  </a:lnTo>
                  <a:lnTo>
                    <a:pt x="10046488" y="117043"/>
                  </a:lnTo>
                  <a:lnTo>
                    <a:pt x="10148759" y="98221"/>
                  </a:lnTo>
                  <a:lnTo>
                    <a:pt x="10256470" y="81173"/>
                  </a:lnTo>
                  <a:lnTo>
                    <a:pt x="10367947" y="65872"/>
                  </a:lnTo>
                  <a:lnTo>
                    <a:pt x="10480750" y="52331"/>
                  </a:lnTo>
                  <a:lnTo>
                    <a:pt x="10591714" y="40586"/>
                  </a:lnTo>
                  <a:lnTo>
                    <a:pt x="10697136" y="30669"/>
                  </a:lnTo>
                  <a:lnTo>
                    <a:pt x="10793130" y="22589"/>
                  </a:lnTo>
                  <a:lnTo>
                    <a:pt x="10876129" y="16298"/>
                  </a:lnTo>
                  <a:lnTo>
                    <a:pt x="10943439" y="11680"/>
                  </a:lnTo>
                  <a:lnTo>
                    <a:pt x="10993718" y="8545"/>
                  </a:lnTo>
                  <a:lnTo>
                    <a:pt x="11027263" y="6637"/>
                  </a:lnTo>
                  <a:lnTo>
                    <a:pt x="11046061" y="5658"/>
                  </a:lnTo>
                  <a:lnTo>
                    <a:pt x="11053647" y="529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7" y="47"/>
                  </a:lnTo>
                  <a:lnTo>
                    <a:pt x="11046645" y="388"/>
                  </a:lnTo>
                  <a:lnTo>
                    <a:pt x="11028475" y="1330"/>
                  </a:lnTo>
                  <a:lnTo>
                    <a:pt x="10995693" y="3187"/>
                  </a:lnTo>
                  <a:lnTo>
                    <a:pt x="10946235" y="6258"/>
                  </a:lnTo>
                  <a:lnTo>
                    <a:pt x="10879721" y="10800"/>
                  </a:lnTo>
                  <a:lnTo>
                    <a:pt x="10797419" y="17007"/>
                  </a:lnTo>
                  <a:lnTo>
                    <a:pt x="10701971" y="25001"/>
                  </a:lnTo>
                  <a:lnTo>
                    <a:pt x="10596911" y="34829"/>
                  </a:lnTo>
                  <a:lnTo>
                    <a:pt x="10486124" y="46488"/>
                  </a:lnTo>
                  <a:lnTo>
                    <a:pt x="10373332" y="59944"/>
                  </a:lnTo>
                  <a:lnTo>
                    <a:pt x="10261731" y="75161"/>
                  </a:lnTo>
                  <a:lnTo>
                    <a:pt x="10153796" y="92125"/>
                  </a:lnTo>
                  <a:lnTo>
                    <a:pt x="10051237" y="110861"/>
                  </a:lnTo>
                  <a:lnTo>
                    <a:pt x="9955064" y="131443"/>
                  </a:lnTo>
                  <a:lnTo>
                    <a:pt x="9865704" y="153999"/>
                  </a:lnTo>
                  <a:lnTo>
                    <a:pt x="9783138" y="178714"/>
                  </a:lnTo>
                  <a:lnTo>
                    <a:pt x="9707033" y="205825"/>
                  </a:lnTo>
                  <a:lnTo>
                    <a:pt x="9636845" y="235619"/>
                  </a:lnTo>
                  <a:lnTo>
                    <a:pt x="9571905" y="268418"/>
                  </a:lnTo>
                  <a:lnTo>
                    <a:pt x="9511482" y="304565"/>
                  </a:lnTo>
                  <a:lnTo>
                    <a:pt x="9454834" y="344392"/>
                  </a:lnTo>
                  <a:lnTo>
                    <a:pt x="9401240" y="388178"/>
                  </a:lnTo>
                  <a:lnTo>
                    <a:pt x="9350045" y="436073"/>
                  </a:lnTo>
                  <a:lnTo>
                    <a:pt x="9347647" y="438466"/>
                  </a:lnTo>
                  <a:lnTo>
                    <a:pt x="9302222" y="486361"/>
                  </a:lnTo>
                  <a:lnTo>
                    <a:pt x="9257948" y="537803"/>
                  </a:lnTo>
                  <a:lnTo>
                    <a:pt x="9214509" y="592863"/>
                  </a:lnTo>
                  <a:lnTo>
                    <a:pt x="9171652" y="651555"/>
                  </a:lnTo>
                  <a:lnTo>
                    <a:pt x="9129172" y="713826"/>
                  </a:lnTo>
                  <a:lnTo>
                    <a:pt x="9086914" y="779553"/>
                  </a:lnTo>
                  <a:lnTo>
                    <a:pt x="9044760" y="848535"/>
                  </a:lnTo>
                  <a:lnTo>
                    <a:pt x="9002626" y="920497"/>
                  </a:lnTo>
                  <a:lnTo>
                    <a:pt x="8960460" y="995089"/>
                  </a:lnTo>
                  <a:lnTo>
                    <a:pt x="8918236" y="1071889"/>
                  </a:lnTo>
                  <a:lnTo>
                    <a:pt x="8875947" y="1150413"/>
                  </a:lnTo>
                  <a:lnTo>
                    <a:pt x="8833605" y="1230131"/>
                  </a:lnTo>
                  <a:lnTo>
                    <a:pt x="8791233" y="1310471"/>
                  </a:lnTo>
                  <a:lnTo>
                    <a:pt x="8748860" y="1390849"/>
                  </a:lnTo>
                  <a:lnTo>
                    <a:pt x="8706513" y="1470673"/>
                  </a:lnTo>
                  <a:lnTo>
                    <a:pt x="8664217" y="1549374"/>
                  </a:lnTo>
                  <a:lnTo>
                    <a:pt x="8621984" y="1626412"/>
                  </a:lnTo>
                  <a:lnTo>
                    <a:pt x="8579812" y="1701298"/>
                  </a:lnTo>
                  <a:lnTo>
                    <a:pt x="8537677" y="1773602"/>
                  </a:lnTo>
                  <a:lnTo>
                    <a:pt x="8495529" y="1842966"/>
                  </a:lnTo>
                  <a:lnTo>
                    <a:pt x="8453289" y="1909103"/>
                  </a:lnTo>
                  <a:lnTo>
                    <a:pt x="8410845" y="1971806"/>
                  </a:lnTo>
                  <a:lnTo>
                    <a:pt x="8368043" y="2030941"/>
                  </a:lnTo>
                  <a:lnTo>
                    <a:pt x="8324688" y="2086446"/>
                  </a:lnTo>
                  <a:lnTo>
                    <a:pt x="8280532" y="2138329"/>
                  </a:lnTo>
                  <a:lnTo>
                    <a:pt x="8235267" y="2186652"/>
                  </a:lnTo>
                  <a:lnTo>
                    <a:pt x="8229629" y="2192331"/>
                  </a:lnTo>
                  <a:lnTo>
                    <a:pt x="8178534" y="2240423"/>
                  </a:lnTo>
                  <a:lnTo>
                    <a:pt x="8125069" y="2284404"/>
                  </a:lnTo>
                  <a:lnTo>
                    <a:pt x="8068583" y="2324415"/>
                  </a:lnTo>
                  <a:lnTo>
                    <a:pt x="8008358" y="2360730"/>
                  </a:lnTo>
                  <a:lnTo>
                    <a:pt x="7943650" y="2393681"/>
                  </a:lnTo>
                  <a:lnTo>
                    <a:pt x="7873729" y="2423611"/>
                  </a:lnTo>
                  <a:lnTo>
                    <a:pt x="7797920" y="2450844"/>
                  </a:lnTo>
                  <a:lnTo>
                    <a:pt x="7715673" y="2475667"/>
                  </a:lnTo>
                  <a:lnTo>
                    <a:pt x="7626641" y="2498322"/>
                  </a:lnTo>
                  <a:lnTo>
                    <a:pt x="7530788" y="2518995"/>
                  </a:lnTo>
                  <a:lnTo>
                    <a:pt x="7428517" y="2537817"/>
                  </a:lnTo>
                  <a:lnTo>
                    <a:pt x="7320806" y="2554865"/>
                  </a:lnTo>
                  <a:lnTo>
                    <a:pt x="7209330" y="2570166"/>
                  </a:lnTo>
                  <a:lnTo>
                    <a:pt x="7096527" y="2583707"/>
                  </a:lnTo>
                  <a:lnTo>
                    <a:pt x="6985562" y="2595452"/>
                  </a:lnTo>
                  <a:lnTo>
                    <a:pt x="6880140" y="2605369"/>
                  </a:lnTo>
                  <a:lnTo>
                    <a:pt x="6784147" y="2613449"/>
                  </a:lnTo>
                  <a:lnTo>
                    <a:pt x="6701148" y="2619740"/>
                  </a:lnTo>
                  <a:lnTo>
                    <a:pt x="6633837" y="2624358"/>
                  </a:lnTo>
                  <a:lnTo>
                    <a:pt x="6583559" y="2627493"/>
                  </a:lnTo>
                  <a:lnTo>
                    <a:pt x="6550014" y="2629401"/>
                  </a:lnTo>
                  <a:lnTo>
                    <a:pt x="6531215" y="2630380"/>
                  </a:lnTo>
                  <a:lnTo>
                    <a:pt x="6523630" y="2630743"/>
                  </a:lnTo>
                  <a:lnTo>
                    <a:pt x="6522385" y="2630798"/>
                  </a:lnTo>
                  <a:lnTo>
                    <a:pt x="5527445" y="2630798"/>
                  </a:lnTo>
                  <a:lnTo>
                    <a:pt x="5526325" y="2630770"/>
                  </a:lnTo>
                  <a:lnTo>
                    <a:pt x="5518934" y="2630575"/>
                  </a:lnTo>
                  <a:lnTo>
                    <a:pt x="5500194" y="2630036"/>
                  </a:lnTo>
                  <a:lnTo>
                    <a:pt x="5466427" y="2628973"/>
                  </a:lnTo>
                  <a:lnTo>
                    <a:pt x="5415563" y="2627216"/>
                  </a:lnTo>
                  <a:lnTo>
                    <a:pt x="5347297" y="2624619"/>
                  </a:lnTo>
                  <a:lnTo>
                    <a:pt x="5263036" y="2621073"/>
                  </a:lnTo>
                  <a:lnTo>
                    <a:pt x="5165591" y="2616514"/>
                  </a:lnTo>
                  <a:lnTo>
                    <a:pt x="5058667" y="2610914"/>
                  </a:lnTo>
                  <a:lnTo>
                    <a:pt x="4946281" y="2604280"/>
                  </a:lnTo>
                  <a:lnTo>
                    <a:pt x="4832235" y="2596631"/>
                  </a:lnTo>
                  <a:lnTo>
                    <a:pt x="4719753" y="2587987"/>
                  </a:lnTo>
                  <a:lnTo>
                    <a:pt x="4611293" y="2578354"/>
                  </a:lnTo>
                  <a:lnTo>
                    <a:pt x="4508517" y="2567713"/>
                  </a:lnTo>
                  <a:lnTo>
                    <a:pt x="4412369" y="2556019"/>
                  </a:lnTo>
                  <a:lnTo>
                    <a:pt x="4323209" y="2543192"/>
                  </a:lnTo>
                  <a:lnTo>
                    <a:pt x="4240954" y="2529121"/>
                  </a:lnTo>
                  <a:lnTo>
                    <a:pt x="4165211" y="2513664"/>
                  </a:lnTo>
                  <a:lnTo>
                    <a:pt x="4095388" y="2496655"/>
                  </a:lnTo>
                  <a:lnTo>
                    <a:pt x="4030776" y="2477905"/>
                  </a:lnTo>
                  <a:lnTo>
                    <a:pt x="3970615" y="2457217"/>
                  </a:lnTo>
                  <a:lnTo>
                    <a:pt x="3914138" y="2434404"/>
                  </a:lnTo>
                  <a:lnTo>
                    <a:pt x="3860612" y="2409322"/>
                  </a:lnTo>
                  <a:lnTo>
                    <a:pt x="3820202" y="2387982"/>
                  </a:lnTo>
                  <a:lnTo>
                    <a:pt x="3766505" y="2356336"/>
                  </a:lnTo>
                  <a:lnTo>
                    <a:pt x="3714341" y="2321919"/>
                  </a:lnTo>
                  <a:lnTo>
                    <a:pt x="3663210" y="2284680"/>
                  </a:lnTo>
                  <a:lnTo>
                    <a:pt x="3612731" y="2244634"/>
                  </a:lnTo>
                  <a:lnTo>
                    <a:pt x="3562617" y="2201873"/>
                  </a:lnTo>
                  <a:lnTo>
                    <a:pt x="3512660" y="2156568"/>
                  </a:lnTo>
                  <a:lnTo>
                    <a:pt x="3462724" y="2108974"/>
                  </a:lnTo>
                  <a:lnTo>
                    <a:pt x="3412729" y="2059429"/>
                  </a:lnTo>
                  <a:lnTo>
                    <a:pt x="3362646" y="2008342"/>
                  </a:lnTo>
                  <a:lnTo>
                    <a:pt x="3312481" y="1956188"/>
                  </a:lnTo>
                  <a:lnTo>
                    <a:pt x="3262269" y="1903481"/>
                  </a:lnTo>
                  <a:lnTo>
                    <a:pt x="3212055" y="1850763"/>
                  </a:lnTo>
                  <a:lnTo>
                    <a:pt x="3161888" y="1798574"/>
                  </a:lnTo>
                  <a:lnTo>
                    <a:pt x="3111801" y="1747432"/>
                  </a:lnTo>
                  <a:lnTo>
                    <a:pt x="3061802" y="1697812"/>
                  </a:lnTo>
                  <a:lnTo>
                    <a:pt x="3011865" y="1650127"/>
                  </a:lnTo>
                  <a:lnTo>
                    <a:pt x="2961911" y="1604718"/>
                  </a:lnTo>
                  <a:lnTo>
                    <a:pt x="2911807" y="1561843"/>
                  </a:lnTo>
                  <a:lnTo>
                    <a:pt x="2861350" y="1521679"/>
                  </a:lnTo>
                  <a:lnTo>
                    <a:pt x="2810254" y="1484319"/>
                  </a:lnTo>
                  <a:lnTo>
                    <a:pt x="2758143" y="1449781"/>
                  </a:lnTo>
                  <a:lnTo>
                    <a:pt x="2704524" y="1418018"/>
                  </a:lnTo>
                  <a:lnTo>
                    <a:pt x="2702183" y="1416718"/>
                  </a:lnTo>
                  <a:lnTo>
                    <a:pt x="2650513" y="1389804"/>
                  </a:lnTo>
                  <a:lnTo>
                    <a:pt x="2596413" y="1365218"/>
                  </a:lnTo>
                  <a:lnTo>
                    <a:pt x="2539209" y="1342875"/>
                  </a:lnTo>
                  <a:lnTo>
                    <a:pt x="2478159" y="1322619"/>
                  </a:lnTo>
                  <a:lnTo>
                    <a:pt x="2412493" y="1304258"/>
                  </a:lnTo>
                  <a:lnTo>
                    <a:pt x="2341458" y="1287597"/>
                  </a:lnTo>
                  <a:lnTo>
                    <a:pt x="2264363" y="1272451"/>
                  </a:lnTo>
                  <a:lnTo>
                    <a:pt x="2180652" y="1258657"/>
                  </a:lnTo>
                  <a:lnTo>
                    <a:pt x="2089988" y="1246081"/>
                  </a:lnTo>
                  <a:lnTo>
                    <a:pt x="1992372" y="1234618"/>
                  </a:lnTo>
                  <a:lnTo>
                    <a:pt x="1888275" y="1224196"/>
                  </a:lnTo>
                  <a:lnTo>
                    <a:pt x="1778786" y="1214776"/>
                  </a:lnTo>
                  <a:lnTo>
                    <a:pt x="1665735" y="1206344"/>
                  </a:lnTo>
                  <a:lnTo>
                    <a:pt x="1551749" y="1198911"/>
                  </a:lnTo>
                  <a:lnTo>
                    <a:pt x="1440199" y="1192497"/>
                  </a:lnTo>
                  <a:lnTo>
                    <a:pt x="1334971" y="1187121"/>
                  </a:lnTo>
                  <a:lnTo>
                    <a:pt x="1240062" y="1182782"/>
                  </a:lnTo>
                  <a:lnTo>
                    <a:pt x="1159035" y="1179447"/>
                  </a:lnTo>
                  <a:lnTo>
                    <a:pt x="1094436" y="1177041"/>
                  </a:lnTo>
                  <a:lnTo>
                    <a:pt x="1047324" y="1175446"/>
                  </a:lnTo>
                  <a:lnTo>
                    <a:pt x="1017011" y="1174510"/>
                  </a:lnTo>
                  <a:lnTo>
                    <a:pt x="1001064" y="1174059"/>
                  </a:lnTo>
                  <a:lnTo>
                    <a:pt x="995489" y="1173915"/>
                  </a:lnTo>
                  <a:lnTo>
                    <a:pt x="994940" y="1173902"/>
                  </a:lnTo>
                  <a:lnTo>
                    <a:pt x="0" y="1173902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0" name="pl129"/>
            <p:cNvSpPr/>
            <p:nvPr/>
          </p:nvSpPr>
          <p:spPr>
            <a:xfrm>
              <a:off x="1199187" y="1399084"/>
              <a:ext cx="12049831" cy="2630798"/>
            </a:xfrm>
            <a:custGeom>
              <a:avLst/>
              <a:pathLst>
                <a:path w="12049831" h="2630798">
                  <a:moveTo>
                    <a:pt x="0" y="1173902"/>
                  </a:moveTo>
                  <a:lnTo>
                    <a:pt x="994940" y="1173902"/>
                  </a:lnTo>
                  <a:lnTo>
                    <a:pt x="996060" y="1173929"/>
                  </a:lnTo>
                  <a:lnTo>
                    <a:pt x="1003451" y="1174124"/>
                  </a:lnTo>
                  <a:lnTo>
                    <a:pt x="1022191" y="1174664"/>
                  </a:lnTo>
                  <a:lnTo>
                    <a:pt x="1055958" y="1175727"/>
                  </a:lnTo>
                  <a:lnTo>
                    <a:pt x="1106822" y="1177484"/>
                  </a:lnTo>
                  <a:lnTo>
                    <a:pt x="1175088" y="1180081"/>
                  </a:lnTo>
                  <a:lnTo>
                    <a:pt x="1259349" y="1183626"/>
                  </a:lnTo>
                  <a:lnTo>
                    <a:pt x="1356794" y="1188186"/>
                  </a:lnTo>
                  <a:lnTo>
                    <a:pt x="1463718" y="1193785"/>
                  </a:lnTo>
                  <a:lnTo>
                    <a:pt x="1576104" y="1200419"/>
                  </a:lnTo>
                  <a:lnTo>
                    <a:pt x="1690150" y="1208068"/>
                  </a:lnTo>
                  <a:lnTo>
                    <a:pt x="1802632" y="1216712"/>
                  </a:lnTo>
                  <a:lnTo>
                    <a:pt x="1911092" y="1226345"/>
                  </a:lnTo>
                  <a:lnTo>
                    <a:pt x="2013868" y="1236986"/>
                  </a:lnTo>
                  <a:lnTo>
                    <a:pt x="2110016" y="1248680"/>
                  </a:lnTo>
                  <a:lnTo>
                    <a:pt x="2199176" y="1261508"/>
                  </a:lnTo>
                  <a:lnTo>
                    <a:pt x="2281431" y="1275579"/>
                  </a:lnTo>
                  <a:lnTo>
                    <a:pt x="2357174" y="1291035"/>
                  </a:lnTo>
                  <a:lnTo>
                    <a:pt x="2426997" y="1308044"/>
                  </a:lnTo>
                  <a:lnTo>
                    <a:pt x="2491609" y="1326795"/>
                  </a:lnTo>
                  <a:lnTo>
                    <a:pt x="2551770" y="1347483"/>
                  </a:lnTo>
                  <a:lnTo>
                    <a:pt x="2608247" y="1370295"/>
                  </a:lnTo>
                  <a:lnTo>
                    <a:pt x="2661773" y="1395377"/>
                  </a:lnTo>
                  <a:lnTo>
                    <a:pt x="2702183" y="1416718"/>
                  </a:lnTo>
                  <a:lnTo>
                    <a:pt x="2755880" y="1448364"/>
                  </a:lnTo>
                  <a:lnTo>
                    <a:pt x="2808044" y="1482781"/>
                  </a:lnTo>
                  <a:lnTo>
                    <a:pt x="2859175" y="1520020"/>
                  </a:lnTo>
                  <a:lnTo>
                    <a:pt x="2909654" y="1560065"/>
                  </a:lnTo>
                  <a:lnTo>
                    <a:pt x="2959768" y="1602826"/>
                  </a:lnTo>
                  <a:lnTo>
                    <a:pt x="3009725" y="1648132"/>
                  </a:lnTo>
                  <a:lnTo>
                    <a:pt x="3059661" y="1695725"/>
                  </a:lnTo>
                  <a:lnTo>
                    <a:pt x="3109656" y="1745271"/>
                  </a:lnTo>
                  <a:lnTo>
                    <a:pt x="3159739" y="1796357"/>
                  </a:lnTo>
                  <a:lnTo>
                    <a:pt x="3209904" y="1848512"/>
                  </a:lnTo>
                  <a:lnTo>
                    <a:pt x="3260116" y="1901218"/>
                  </a:lnTo>
                  <a:lnTo>
                    <a:pt x="3310330" y="1953936"/>
                  </a:lnTo>
                  <a:lnTo>
                    <a:pt x="3360497" y="2006125"/>
                  </a:lnTo>
                  <a:lnTo>
                    <a:pt x="3410584" y="2057267"/>
                  </a:lnTo>
                  <a:lnTo>
                    <a:pt x="3460583" y="2106888"/>
                  </a:lnTo>
                  <a:lnTo>
                    <a:pt x="3510520" y="2154573"/>
                  </a:lnTo>
                  <a:lnTo>
                    <a:pt x="3560474" y="2199982"/>
                  </a:lnTo>
                  <a:lnTo>
                    <a:pt x="3610578" y="2242856"/>
                  </a:lnTo>
                  <a:lnTo>
                    <a:pt x="3661035" y="2283021"/>
                  </a:lnTo>
                  <a:lnTo>
                    <a:pt x="3712131" y="2320381"/>
                  </a:lnTo>
                  <a:lnTo>
                    <a:pt x="3764242" y="2354918"/>
                  </a:lnTo>
                  <a:lnTo>
                    <a:pt x="3817861" y="2386681"/>
                  </a:lnTo>
                  <a:lnTo>
                    <a:pt x="3820202" y="2387982"/>
                  </a:lnTo>
                  <a:lnTo>
                    <a:pt x="3871872" y="2414895"/>
                  </a:lnTo>
                  <a:lnTo>
                    <a:pt x="3925972" y="2439482"/>
                  </a:lnTo>
                  <a:lnTo>
                    <a:pt x="3983176" y="2461824"/>
                  </a:lnTo>
                  <a:lnTo>
                    <a:pt x="4044226" y="2482081"/>
                  </a:lnTo>
                  <a:lnTo>
                    <a:pt x="4109892" y="2500441"/>
                  </a:lnTo>
                  <a:lnTo>
                    <a:pt x="4180927" y="2517103"/>
                  </a:lnTo>
                  <a:lnTo>
                    <a:pt x="4258022" y="2532248"/>
                  </a:lnTo>
                  <a:lnTo>
                    <a:pt x="4341733" y="2546042"/>
                  </a:lnTo>
                  <a:lnTo>
                    <a:pt x="4432397" y="2558618"/>
                  </a:lnTo>
                  <a:lnTo>
                    <a:pt x="4530013" y="2570081"/>
                  </a:lnTo>
                  <a:lnTo>
                    <a:pt x="4634110" y="2580503"/>
                  </a:lnTo>
                  <a:lnTo>
                    <a:pt x="4743599" y="2589924"/>
                  </a:lnTo>
                  <a:lnTo>
                    <a:pt x="4856650" y="2598356"/>
                  </a:lnTo>
                  <a:lnTo>
                    <a:pt x="4970636" y="2605789"/>
                  </a:lnTo>
                  <a:lnTo>
                    <a:pt x="5082186" y="2612202"/>
                  </a:lnTo>
                  <a:lnTo>
                    <a:pt x="5187414" y="2617578"/>
                  </a:lnTo>
                  <a:lnTo>
                    <a:pt x="5282323" y="2621917"/>
                  </a:lnTo>
                  <a:lnTo>
                    <a:pt x="5363350" y="2625252"/>
                  </a:lnTo>
                  <a:lnTo>
                    <a:pt x="5427949" y="2627659"/>
                  </a:lnTo>
                  <a:lnTo>
                    <a:pt x="5475061" y="2629254"/>
                  </a:lnTo>
                  <a:lnTo>
                    <a:pt x="5505374" y="2630189"/>
                  </a:lnTo>
                  <a:lnTo>
                    <a:pt x="5521321" y="2630640"/>
                  </a:lnTo>
                  <a:lnTo>
                    <a:pt x="5526896" y="2630785"/>
                  </a:lnTo>
                  <a:lnTo>
                    <a:pt x="5527445" y="2630798"/>
                  </a:lnTo>
                  <a:lnTo>
                    <a:pt x="6522385" y="2630798"/>
                  </a:lnTo>
                  <a:lnTo>
                    <a:pt x="6523470" y="2630750"/>
                  </a:lnTo>
                  <a:lnTo>
                    <a:pt x="6530631" y="2630409"/>
                  </a:lnTo>
                  <a:lnTo>
                    <a:pt x="6548802" y="2629467"/>
                  </a:lnTo>
                  <a:lnTo>
                    <a:pt x="6581583" y="2627610"/>
                  </a:lnTo>
                  <a:lnTo>
                    <a:pt x="6631041" y="2624539"/>
                  </a:lnTo>
                  <a:lnTo>
                    <a:pt x="6697556" y="2619997"/>
                  </a:lnTo>
                  <a:lnTo>
                    <a:pt x="6779857" y="2613790"/>
                  </a:lnTo>
                  <a:lnTo>
                    <a:pt x="6875306" y="2605797"/>
                  </a:lnTo>
                  <a:lnTo>
                    <a:pt x="6980365" y="2595968"/>
                  </a:lnTo>
                  <a:lnTo>
                    <a:pt x="7091152" y="2584309"/>
                  </a:lnTo>
                  <a:lnTo>
                    <a:pt x="7203945" y="2570854"/>
                  </a:lnTo>
                  <a:lnTo>
                    <a:pt x="7315546" y="2555636"/>
                  </a:lnTo>
                  <a:lnTo>
                    <a:pt x="7423481" y="2538672"/>
                  </a:lnTo>
                  <a:lnTo>
                    <a:pt x="7526039" y="2519936"/>
                  </a:lnTo>
                  <a:lnTo>
                    <a:pt x="7622212" y="2499354"/>
                  </a:lnTo>
                  <a:lnTo>
                    <a:pt x="7711573" y="2476798"/>
                  </a:lnTo>
                  <a:lnTo>
                    <a:pt x="7794138" y="2452083"/>
                  </a:lnTo>
                  <a:lnTo>
                    <a:pt x="7870243" y="2424972"/>
                  </a:lnTo>
                  <a:lnTo>
                    <a:pt x="7940432" y="2395178"/>
                  </a:lnTo>
                  <a:lnTo>
                    <a:pt x="8005372" y="2362379"/>
                  </a:lnTo>
                  <a:lnTo>
                    <a:pt x="8065794" y="2326233"/>
                  </a:lnTo>
                  <a:lnTo>
                    <a:pt x="8122443" y="2286405"/>
                  </a:lnTo>
                  <a:lnTo>
                    <a:pt x="8176036" y="2242619"/>
                  </a:lnTo>
                  <a:lnTo>
                    <a:pt x="8227232" y="2194724"/>
                  </a:lnTo>
                  <a:lnTo>
                    <a:pt x="8229629" y="2192331"/>
                  </a:lnTo>
                  <a:lnTo>
                    <a:pt x="8275055" y="2144436"/>
                  </a:lnTo>
                  <a:lnTo>
                    <a:pt x="8319329" y="2092995"/>
                  </a:lnTo>
                  <a:lnTo>
                    <a:pt x="8362767" y="2037934"/>
                  </a:lnTo>
                  <a:lnTo>
                    <a:pt x="8405625" y="1979242"/>
                  </a:lnTo>
                  <a:lnTo>
                    <a:pt x="8448104" y="1916971"/>
                  </a:lnTo>
                  <a:lnTo>
                    <a:pt x="8490362" y="1851245"/>
                  </a:lnTo>
                  <a:lnTo>
                    <a:pt x="8532517" y="1782262"/>
                  </a:lnTo>
                  <a:lnTo>
                    <a:pt x="8574650" y="1710300"/>
                  </a:lnTo>
                  <a:lnTo>
                    <a:pt x="8616816" y="1635708"/>
                  </a:lnTo>
                  <a:lnTo>
                    <a:pt x="8659041" y="1558909"/>
                  </a:lnTo>
                  <a:lnTo>
                    <a:pt x="8701330" y="1480384"/>
                  </a:lnTo>
                  <a:lnTo>
                    <a:pt x="8743671" y="1400667"/>
                  </a:lnTo>
                  <a:lnTo>
                    <a:pt x="8786043" y="1320326"/>
                  </a:lnTo>
                  <a:lnTo>
                    <a:pt x="8828417" y="1239949"/>
                  </a:lnTo>
                  <a:lnTo>
                    <a:pt x="8870764" y="1160124"/>
                  </a:lnTo>
                  <a:lnTo>
                    <a:pt x="8913060" y="1081424"/>
                  </a:lnTo>
                  <a:lnTo>
                    <a:pt x="8955292" y="1004386"/>
                  </a:lnTo>
                  <a:lnTo>
                    <a:pt x="8997464" y="929500"/>
                  </a:lnTo>
                  <a:lnTo>
                    <a:pt x="9039600" y="857195"/>
                  </a:lnTo>
                  <a:lnTo>
                    <a:pt x="9081748" y="787831"/>
                  </a:lnTo>
                  <a:lnTo>
                    <a:pt x="9123987" y="721694"/>
                  </a:lnTo>
                  <a:lnTo>
                    <a:pt x="9166432" y="658991"/>
                  </a:lnTo>
                  <a:lnTo>
                    <a:pt x="9209234" y="599857"/>
                  </a:lnTo>
                  <a:lnTo>
                    <a:pt x="9252588" y="544351"/>
                  </a:lnTo>
                  <a:lnTo>
                    <a:pt x="9296744" y="492469"/>
                  </a:lnTo>
                  <a:lnTo>
                    <a:pt x="9342009" y="444145"/>
                  </a:lnTo>
                  <a:lnTo>
                    <a:pt x="9347647" y="438466"/>
                  </a:lnTo>
                  <a:lnTo>
                    <a:pt x="9398743" y="390374"/>
                  </a:lnTo>
                  <a:lnTo>
                    <a:pt x="9452208" y="346393"/>
                  </a:lnTo>
                  <a:lnTo>
                    <a:pt x="9508694" y="306382"/>
                  </a:lnTo>
                  <a:lnTo>
                    <a:pt x="9568919" y="270067"/>
                  </a:lnTo>
                  <a:lnTo>
                    <a:pt x="9633626" y="237116"/>
                  </a:lnTo>
                  <a:lnTo>
                    <a:pt x="9703548" y="207186"/>
                  </a:lnTo>
                  <a:lnTo>
                    <a:pt x="9779356" y="179953"/>
                  </a:lnTo>
                  <a:lnTo>
                    <a:pt x="9861603" y="155130"/>
                  </a:lnTo>
                  <a:lnTo>
                    <a:pt x="9950635" y="132475"/>
                  </a:lnTo>
                  <a:lnTo>
                    <a:pt x="10046488" y="111803"/>
                  </a:lnTo>
                  <a:lnTo>
                    <a:pt x="10148759" y="92980"/>
                  </a:lnTo>
                  <a:lnTo>
                    <a:pt x="10256470" y="75932"/>
                  </a:lnTo>
                  <a:lnTo>
                    <a:pt x="10367947" y="60631"/>
                  </a:lnTo>
                  <a:lnTo>
                    <a:pt x="10480750" y="47091"/>
                  </a:lnTo>
                  <a:lnTo>
                    <a:pt x="10591714" y="35345"/>
                  </a:lnTo>
                  <a:lnTo>
                    <a:pt x="10697136" y="25429"/>
                  </a:lnTo>
                  <a:lnTo>
                    <a:pt x="10793130" y="17348"/>
                  </a:lnTo>
                  <a:lnTo>
                    <a:pt x="10876129" y="11057"/>
                  </a:lnTo>
                  <a:lnTo>
                    <a:pt x="10943439" y="6440"/>
                  </a:lnTo>
                  <a:lnTo>
                    <a:pt x="10993718" y="3304"/>
                  </a:lnTo>
                  <a:lnTo>
                    <a:pt x="11027263" y="1396"/>
                  </a:lnTo>
                  <a:lnTo>
                    <a:pt x="11046061" y="417"/>
                  </a:lnTo>
                  <a:lnTo>
                    <a:pt x="11053647" y="55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" name="pl130"/>
            <p:cNvSpPr/>
            <p:nvPr/>
          </p:nvSpPr>
          <p:spPr>
            <a:xfrm>
              <a:off x="1199187" y="1393844"/>
              <a:ext cx="12049831" cy="2630798"/>
            </a:xfrm>
            <a:custGeom>
              <a:avLst/>
              <a:pathLst>
                <a:path w="12049831" h="2630798">
                  <a:moveTo>
                    <a:pt x="12049831" y="0"/>
                  </a:moveTo>
                  <a:lnTo>
                    <a:pt x="11054891" y="0"/>
                  </a:lnTo>
                  <a:lnTo>
                    <a:pt x="11053807" y="47"/>
                  </a:lnTo>
                  <a:lnTo>
                    <a:pt x="11046645" y="388"/>
                  </a:lnTo>
                  <a:lnTo>
                    <a:pt x="11028475" y="1330"/>
                  </a:lnTo>
                  <a:lnTo>
                    <a:pt x="10995693" y="3187"/>
                  </a:lnTo>
                  <a:lnTo>
                    <a:pt x="10946235" y="6258"/>
                  </a:lnTo>
                  <a:lnTo>
                    <a:pt x="10879721" y="10800"/>
                  </a:lnTo>
                  <a:lnTo>
                    <a:pt x="10797419" y="17007"/>
                  </a:lnTo>
                  <a:lnTo>
                    <a:pt x="10701971" y="25001"/>
                  </a:lnTo>
                  <a:lnTo>
                    <a:pt x="10596911" y="34829"/>
                  </a:lnTo>
                  <a:lnTo>
                    <a:pt x="10486124" y="46488"/>
                  </a:lnTo>
                  <a:lnTo>
                    <a:pt x="10373332" y="59944"/>
                  </a:lnTo>
                  <a:lnTo>
                    <a:pt x="10261731" y="75161"/>
                  </a:lnTo>
                  <a:lnTo>
                    <a:pt x="10153796" y="92125"/>
                  </a:lnTo>
                  <a:lnTo>
                    <a:pt x="10051237" y="110861"/>
                  </a:lnTo>
                  <a:lnTo>
                    <a:pt x="9955064" y="131443"/>
                  </a:lnTo>
                  <a:lnTo>
                    <a:pt x="9865704" y="153999"/>
                  </a:lnTo>
                  <a:lnTo>
                    <a:pt x="9783138" y="178714"/>
                  </a:lnTo>
                  <a:lnTo>
                    <a:pt x="9707033" y="205825"/>
                  </a:lnTo>
                  <a:lnTo>
                    <a:pt x="9636845" y="235619"/>
                  </a:lnTo>
                  <a:lnTo>
                    <a:pt x="9571905" y="268418"/>
                  </a:lnTo>
                  <a:lnTo>
                    <a:pt x="9511482" y="304565"/>
                  </a:lnTo>
                  <a:lnTo>
                    <a:pt x="9454834" y="344392"/>
                  </a:lnTo>
                  <a:lnTo>
                    <a:pt x="9401240" y="388178"/>
                  </a:lnTo>
                  <a:lnTo>
                    <a:pt x="9350045" y="436073"/>
                  </a:lnTo>
                  <a:lnTo>
                    <a:pt x="9347647" y="438466"/>
                  </a:lnTo>
                  <a:lnTo>
                    <a:pt x="9302222" y="486361"/>
                  </a:lnTo>
                  <a:lnTo>
                    <a:pt x="9257948" y="537803"/>
                  </a:lnTo>
                  <a:lnTo>
                    <a:pt x="9214509" y="592863"/>
                  </a:lnTo>
                  <a:lnTo>
                    <a:pt x="9171652" y="651555"/>
                  </a:lnTo>
                  <a:lnTo>
                    <a:pt x="9129172" y="713826"/>
                  </a:lnTo>
                  <a:lnTo>
                    <a:pt x="9086914" y="779553"/>
                  </a:lnTo>
                  <a:lnTo>
                    <a:pt x="9044760" y="848535"/>
                  </a:lnTo>
                  <a:lnTo>
                    <a:pt x="9002626" y="920497"/>
                  </a:lnTo>
                  <a:lnTo>
                    <a:pt x="8960460" y="995089"/>
                  </a:lnTo>
                  <a:lnTo>
                    <a:pt x="8918236" y="1071889"/>
                  </a:lnTo>
                  <a:lnTo>
                    <a:pt x="8875947" y="1150413"/>
                  </a:lnTo>
                  <a:lnTo>
                    <a:pt x="8833605" y="1230131"/>
                  </a:lnTo>
                  <a:lnTo>
                    <a:pt x="8791233" y="1310471"/>
                  </a:lnTo>
                  <a:lnTo>
                    <a:pt x="8748860" y="1390849"/>
                  </a:lnTo>
                  <a:lnTo>
                    <a:pt x="8706513" y="1470673"/>
                  </a:lnTo>
                  <a:lnTo>
                    <a:pt x="8664217" y="1549374"/>
                  </a:lnTo>
                  <a:lnTo>
                    <a:pt x="8621984" y="1626412"/>
                  </a:lnTo>
                  <a:lnTo>
                    <a:pt x="8579812" y="1701298"/>
                  </a:lnTo>
                  <a:lnTo>
                    <a:pt x="8537677" y="1773602"/>
                  </a:lnTo>
                  <a:lnTo>
                    <a:pt x="8495529" y="1842966"/>
                  </a:lnTo>
                  <a:lnTo>
                    <a:pt x="8453289" y="1909103"/>
                  </a:lnTo>
                  <a:lnTo>
                    <a:pt x="8410845" y="1971806"/>
                  </a:lnTo>
                  <a:lnTo>
                    <a:pt x="8368043" y="2030941"/>
                  </a:lnTo>
                  <a:lnTo>
                    <a:pt x="8324688" y="2086446"/>
                  </a:lnTo>
                  <a:lnTo>
                    <a:pt x="8280532" y="2138329"/>
                  </a:lnTo>
                  <a:lnTo>
                    <a:pt x="8235267" y="2186652"/>
                  </a:lnTo>
                  <a:lnTo>
                    <a:pt x="8229629" y="2192331"/>
                  </a:lnTo>
                  <a:lnTo>
                    <a:pt x="8178534" y="2240423"/>
                  </a:lnTo>
                  <a:lnTo>
                    <a:pt x="8125069" y="2284404"/>
                  </a:lnTo>
                  <a:lnTo>
                    <a:pt x="8068583" y="2324415"/>
                  </a:lnTo>
                  <a:lnTo>
                    <a:pt x="8008358" y="2360730"/>
                  </a:lnTo>
                  <a:lnTo>
                    <a:pt x="7943650" y="2393681"/>
                  </a:lnTo>
                  <a:lnTo>
                    <a:pt x="7873729" y="2423611"/>
                  </a:lnTo>
                  <a:lnTo>
                    <a:pt x="7797920" y="2450844"/>
                  </a:lnTo>
                  <a:lnTo>
                    <a:pt x="7715673" y="2475667"/>
                  </a:lnTo>
                  <a:lnTo>
                    <a:pt x="7626641" y="2498322"/>
                  </a:lnTo>
                  <a:lnTo>
                    <a:pt x="7530788" y="2518995"/>
                  </a:lnTo>
                  <a:lnTo>
                    <a:pt x="7428517" y="2537817"/>
                  </a:lnTo>
                  <a:lnTo>
                    <a:pt x="7320806" y="2554865"/>
                  </a:lnTo>
                  <a:lnTo>
                    <a:pt x="7209330" y="2570166"/>
                  </a:lnTo>
                  <a:lnTo>
                    <a:pt x="7096527" y="2583707"/>
                  </a:lnTo>
                  <a:lnTo>
                    <a:pt x="6985562" y="2595452"/>
                  </a:lnTo>
                  <a:lnTo>
                    <a:pt x="6880140" y="2605369"/>
                  </a:lnTo>
                  <a:lnTo>
                    <a:pt x="6784147" y="2613449"/>
                  </a:lnTo>
                  <a:lnTo>
                    <a:pt x="6701148" y="2619740"/>
                  </a:lnTo>
                  <a:lnTo>
                    <a:pt x="6633837" y="2624358"/>
                  </a:lnTo>
                  <a:lnTo>
                    <a:pt x="6583559" y="2627493"/>
                  </a:lnTo>
                  <a:lnTo>
                    <a:pt x="6550014" y="2629401"/>
                  </a:lnTo>
                  <a:lnTo>
                    <a:pt x="6531215" y="2630380"/>
                  </a:lnTo>
                  <a:lnTo>
                    <a:pt x="6523630" y="2630743"/>
                  </a:lnTo>
                  <a:lnTo>
                    <a:pt x="6522386" y="2630798"/>
                  </a:lnTo>
                  <a:lnTo>
                    <a:pt x="6522385" y="2630798"/>
                  </a:lnTo>
                  <a:lnTo>
                    <a:pt x="5527445" y="2630798"/>
                  </a:lnTo>
                  <a:lnTo>
                    <a:pt x="5526325" y="2630770"/>
                  </a:lnTo>
                  <a:lnTo>
                    <a:pt x="5518934" y="2630575"/>
                  </a:lnTo>
                  <a:lnTo>
                    <a:pt x="5500194" y="2630036"/>
                  </a:lnTo>
                  <a:lnTo>
                    <a:pt x="5466427" y="2628973"/>
                  </a:lnTo>
                  <a:lnTo>
                    <a:pt x="5415563" y="2627216"/>
                  </a:lnTo>
                  <a:lnTo>
                    <a:pt x="5347297" y="2624619"/>
                  </a:lnTo>
                  <a:lnTo>
                    <a:pt x="5263036" y="2621073"/>
                  </a:lnTo>
                  <a:lnTo>
                    <a:pt x="5165591" y="2616514"/>
                  </a:lnTo>
                  <a:lnTo>
                    <a:pt x="5058667" y="2610914"/>
                  </a:lnTo>
                  <a:lnTo>
                    <a:pt x="4946281" y="2604280"/>
                  </a:lnTo>
                  <a:lnTo>
                    <a:pt x="4832235" y="2596631"/>
                  </a:lnTo>
                  <a:lnTo>
                    <a:pt x="4719753" y="2587987"/>
                  </a:lnTo>
                  <a:lnTo>
                    <a:pt x="4611293" y="2578354"/>
                  </a:lnTo>
                  <a:lnTo>
                    <a:pt x="4508517" y="2567713"/>
                  </a:lnTo>
                  <a:lnTo>
                    <a:pt x="4412369" y="2556019"/>
                  </a:lnTo>
                  <a:lnTo>
                    <a:pt x="4323209" y="2543192"/>
                  </a:lnTo>
                  <a:lnTo>
                    <a:pt x="4240954" y="2529121"/>
                  </a:lnTo>
                  <a:lnTo>
                    <a:pt x="4165211" y="2513664"/>
                  </a:lnTo>
                  <a:lnTo>
                    <a:pt x="4095388" y="2496655"/>
                  </a:lnTo>
                  <a:lnTo>
                    <a:pt x="4030776" y="2477905"/>
                  </a:lnTo>
                  <a:lnTo>
                    <a:pt x="3970615" y="2457217"/>
                  </a:lnTo>
                  <a:lnTo>
                    <a:pt x="3914138" y="2434404"/>
                  </a:lnTo>
                  <a:lnTo>
                    <a:pt x="3860612" y="2409322"/>
                  </a:lnTo>
                  <a:lnTo>
                    <a:pt x="3820202" y="2387982"/>
                  </a:lnTo>
                  <a:lnTo>
                    <a:pt x="3766505" y="2356336"/>
                  </a:lnTo>
                  <a:lnTo>
                    <a:pt x="3714341" y="2321919"/>
                  </a:lnTo>
                  <a:lnTo>
                    <a:pt x="3663210" y="2284680"/>
                  </a:lnTo>
                  <a:lnTo>
                    <a:pt x="3612731" y="2244634"/>
                  </a:lnTo>
                  <a:lnTo>
                    <a:pt x="3562617" y="2201873"/>
                  </a:lnTo>
                  <a:lnTo>
                    <a:pt x="3512660" y="2156568"/>
                  </a:lnTo>
                  <a:lnTo>
                    <a:pt x="3462724" y="2108974"/>
                  </a:lnTo>
                  <a:lnTo>
                    <a:pt x="3412729" y="2059429"/>
                  </a:lnTo>
                  <a:lnTo>
                    <a:pt x="3362646" y="2008342"/>
                  </a:lnTo>
                  <a:lnTo>
                    <a:pt x="3312481" y="1956188"/>
                  </a:lnTo>
                  <a:lnTo>
                    <a:pt x="3262269" y="1903481"/>
                  </a:lnTo>
                  <a:lnTo>
                    <a:pt x="3212055" y="1850763"/>
                  </a:lnTo>
                  <a:lnTo>
                    <a:pt x="3161888" y="1798574"/>
                  </a:lnTo>
                  <a:lnTo>
                    <a:pt x="3111801" y="1747432"/>
                  </a:lnTo>
                  <a:lnTo>
                    <a:pt x="3061802" y="1697812"/>
                  </a:lnTo>
                  <a:lnTo>
                    <a:pt x="3011865" y="1650127"/>
                  </a:lnTo>
                  <a:lnTo>
                    <a:pt x="2961911" y="1604718"/>
                  </a:lnTo>
                  <a:lnTo>
                    <a:pt x="2911807" y="1561843"/>
                  </a:lnTo>
                  <a:lnTo>
                    <a:pt x="2861350" y="1521679"/>
                  </a:lnTo>
                  <a:lnTo>
                    <a:pt x="2810254" y="1484319"/>
                  </a:lnTo>
                  <a:lnTo>
                    <a:pt x="2758143" y="1449781"/>
                  </a:lnTo>
                  <a:lnTo>
                    <a:pt x="2704524" y="1418018"/>
                  </a:lnTo>
                  <a:lnTo>
                    <a:pt x="2702183" y="1416718"/>
                  </a:lnTo>
                  <a:lnTo>
                    <a:pt x="2650513" y="1389804"/>
                  </a:lnTo>
                  <a:lnTo>
                    <a:pt x="2596413" y="1365218"/>
                  </a:lnTo>
                  <a:lnTo>
                    <a:pt x="2539209" y="1342875"/>
                  </a:lnTo>
                  <a:lnTo>
                    <a:pt x="2478159" y="1322619"/>
                  </a:lnTo>
                  <a:lnTo>
                    <a:pt x="2412493" y="1304258"/>
                  </a:lnTo>
                  <a:lnTo>
                    <a:pt x="2341458" y="1287597"/>
                  </a:lnTo>
                  <a:lnTo>
                    <a:pt x="2264363" y="1272451"/>
                  </a:lnTo>
                  <a:lnTo>
                    <a:pt x="2180652" y="1258657"/>
                  </a:lnTo>
                  <a:lnTo>
                    <a:pt x="2089988" y="1246081"/>
                  </a:lnTo>
                  <a:lnTo>
                    <a:pt x="1992372" y="1234618"/>
                  </a:lnTo>
                  <a:lnTo>
                    <a:pt x="1888275" y="1224196"/>
                  </a:lnTo>
                  <a:lnTo>
                    <a:pt x="1778786" y="1214776"/>
                  </a:lnTo>
                  <a:lnTo>
                    <a:pt x="1665735" y="1206344"/>
                  </a:lnTo>
                  <a:lnTo>
                    <a:pt x="1551749" y="1198911"/>
                  </a:lnTo>
                  <a:lnTo>
                    <a:pt x="1440199" y="1192497"/>
                  </a:lnTo>
                  <a:lnTo>
                    <a:pt x="1334971" y="1187121"/>
                  </a:lnTo>
                  <a:lnTo>
                    <a:pt x="1240062" y="1182782"/>
                  </a:lnTo>
                  <a:lnTo>
                    <a:pt x="1159035" y="1179447"/>
                  </a:lnTo>
                  <a:lnTo>
                    <a:pt x="1094436" y="1177041"/>
                  </a:lnTo>
                  <a:lnTo>
                    <a:pt x="1047324" y="1175446"/>
                  </a:lnTo>
                  <a:lnTo>
                    <a:pt x="1017011" y="1174510"/>
                  </a:lnTo>
                  <a:lnTo>
                    <a:pt x="1001064" y="1174059"/>
                  </a:lnTo>
                  <a:lnTo>
                    <a:pt x="995489" y="1173915"/>
                  </a:lnTo>
                  <a:lnTo>
                    <a:pt x="994940" y="1173902"/>
                  </a:lnTo>
                  <a:lnTo>
                    <a:pt x="0" y="1173902"/>
                  </a:lnTo>
                  <a:lnTo>
                    <a:pt x="0" y="11739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" name="pg131"/>
            <p:cNvSpPr/>
            <p:nvPr/>
          </p:nvSpPr>
          <p:spPr>
            <a:xfrm>
              <a:off x="1199187" y="1493416"/>
              <a:ext cx="12049831" cy="2557429"/>
            </a:xfrm>
            <a:custGeom>
              <a:avLst/>
              <a:pathLst>
                <a:path w="12049831" h="2557429">
                  <a:moveTo>
                    <a:pt x="0" y="1100533"/>
                  </a:moveTo>
                  <a:lnTo>
                    <a:pt x="994940" y="1100533"/>
                  </a:lnTo>
                  <a:lnTo>
                    <a:pt x="996060" y="1100560"/>
                  </a:lnTo>
                  <a:lnTo>
                    <a:pt x="1003451" y="1100755"/>
                  </a:lnTo>
                  <a:lnTo>
                    <a:pt x="1022191" y="1101295"/>
                  </a:lnTo>
                  <a:lnTo>
                    <a:pt x="1055958" y="1102358"/>
                  </a:lnTo>
                  <a:lnTo>
                    <a:pt x="1106822" y="1104115"/>
                  </a:lnTo>
                  <a:lnTo>
                    <a:pt x="1175088" y="1106712"/>
                  </a:lnTo>
                  <a:lnTo>
                    <a:pt x="1259349" y="1110257"/>
                  </a:lnTo>
                  <a:lnTo>
                    <a:pt x="1356794" y="1114817"/>
                  </a:lnTo>
                  <a:lnTo>
                    <a:pt x="1463718" y="1120416"/>
                  </a:lnTo>
                  <a:lnTo>
                    <a:pt x="1576104" y="1127050"/>
                  </a:lnTo>
                  <a:lnTo>
                    <a:pt x="1690150" y="1134699"/>
                  </a:lnTo>
                  <a:lnTo>
                    <a:pt x="1802632" y="1143343"/>
                  </a:lnTo>
                  <a:lnTo>
                    <a:pt x="1911092" y="1152976"/>
                  </a:lnTo>
                  <a:lnTo>
                    <a:pt x="2013868" y="1163617"/>
                  </a:lnTo>
                  <a:lnTo>
                    <a:pt x="2110016" y="1175312"/>
                  </a:lnTo>
                  <a:lnTo>
                    <a:pt x="2199176" y="1188139"/>
                  </a:lnTo>
                  <a:lnTo>
                    <a:pt x="2281431" y="1202210"/>
                  </a:lnTo>
                  <a:lnTo>
                    <a:pt x="2357174" y="1217666"/>
                  </a:lnTo>
                  <a:lnTo>
                    <a:pt x="2426997" y="1234675"/>
                  </a:lnTo>
                  <a:lnTo>
                    <a:pt x="2491609" y="1253426"/>
                  </a:lnTo>
                  <a:lnTo>
                    <a:pt x="2551770" y="1274114"/>
                  </a:lnTo>
                  <a:lnTo>
                    <a:pt x="2608247" y="1296926"/>
                  </a:lnTo>
                  <a:lnTo>
                    <a:pt x="2661773" y="1322008"/>
                  </a:lnTo>
                  <a:lnTo>
                    <a:pt x="2702183" y="1343349"/>
                  </a:lnTo>
                  <a:lnTo>
                    <a:pt x="2755880" y="1374995"/>
                  </a:lnTo>
                  <a:lnTo>
                    <a:pt x="2808044" y="1409412"/>
                  </a:lnTo>
                  <a:lnTo>
                    <a:pt x="2859175" y="1446651"/>
                  </a:lnTo>
                  <a:lnTo>
                    <a:pt x="2909654" y="1486696"/>
                  </a:lnTo>
                  <a:lnTo>
                    <a:pt x="2959768" y="1529458"/>
                  </a:lnTo>
                  <a:lnTo>
                    <a:pt x="3009725" y="1574763"/>
                  </a:lnTo>
                  <a:lnTo>
                    <a:pt x="3059661" y="1622356"/>
                  </a:lnTo>
                  <a:lnTo>
                    <a:pt x="3109656" y="1671902"/>
                  </a:lnTo>
                  <a:lnTo>
                    <a:pt x="3159739" y="1722988"/>
                  </a:lnTo>
                  <a:lnTo>
                    <a:pt x="3209904" y="1775143"/>
                  </a:lnTo>
                  <a:lnTo>
                    <a:pt x="3260116" y="1827849"/>
                  </a:lnTo>
                  <a:lnTo>
                    <a:pt x="3310330" y="1880567"/>
                  </a:lnTo>
                  <a:lnTo>
                    <a:pt x="3360497" y="1932756"/>
                  </a:lnTo>
                  <a:lnTo>
                    <a:pt x="3410584" y="1983899"/>
                  </a:lnTo>
                  <a:lnTo>
                    <a:pt x="3460583" y="2033519"/>
                  </a:lnTo>
                  <a:lnTo>
                    <a:pt x="3510520" y="2081204"/>
                  </a:lnTo>
                  <a:lnTo>
                    <a:pt x="3560474" y="2126613"/>
                  </a:lnTo>
                  <a:lnTo>
                    <a:pt x="3610578" y="2169487"/>
                  </a:lnTo>
                  <a:lnTo>
                    <a:pt x="3661035" y="2209652"/>
                  </a:lnTo>
                  <a:lnTo>
                    <a:pt x="3712131" y="2247012"/>
                  </a:lnTo>
                  <a:lnTo>
                    <a:pt x="3764242" y="2281549"/>
                  </a:lnTo>
                  <a:lnTo>
                    <a:pt x="3817861" y="2313312"/>
                  </a:lnTo>
                  <a:lnTo>
                    <a:pt x="3820202" y="2314613"/>
                  </a:lnTo>
                  <a:lnTo>
                    <a:pt x="3871872" y="2341526"/>
                  </a:lnTo>
                  <a:lnTo>
                    <a:pt x="3925972" y="2366113"/>
                  </a:lnTo>
                  <a:lnTo>
                    <a:pt x="3983176" y="2388456"/>
                  </a:lnTo>
                  <a:lnTo>
                    <a:pt x="4044226" y="2408712"/>
                  </a:lnTo>
                  <a:lnTo>
                    <a:pt x="4109892" y="2427073"/>
                  </a:lnTo>
                  <a:lnTo>
                    <a:pt x="4180927" y="2443734"/>
                  </a:lnTo>
                  <a:lnTo>
                    <a:pt x="4258022" y="2458880"/>
                  </a:lnTo>
                  <a:lnTo>
                    <a:pt x="4341733" y="2472673"/>
                  </a:lnTo>
                  <a:lnTo>
                    <a:pt x="4432397" y="2485249"/>
                  </a:lnTo>
                  <a:lnTo>
                    <a:pt x="4530013" y="2496712"/>
                  </a:lnTo>
                  <a:lnTo>
                    <a:pt x="4634110" y="2507134"/>
                  </a:lnTo>
                  <a:lnTo>
                    <a:pt x="4743599" y="2516555"/>
                  </a:lnTo>
                  <a:lnTo>
                    <a:pt x="4856650" y="2524987"/>
                  </a:lnTo>
                  <a:lnTo>
                    <a:pt x="4970636" y="2532420"/>
                  </a:lnTo>
                  <a:lnTo>
                    <a:pt x="5082186" y="2538833"/>
                  </a:lnTo>
                  <a:lnTo>
                    <a:pt x="5187414" y="2544209"/>
                  </a:lnTo>
                  <a:lnTo>
                    <a:pt x="5282323" y="2548548"/>
                  </a:lnTo>
                  <a:lnTo>
                    <a:pt x="5363350" y="2551883"/>
                  </a:lnTo>
                  <a:lnTo>
                    <a:pt x="5427949" y="2554290"/>
                  </a:lnTo>
                  <a:lnTo>
                    <a:pt x="5475061" y="2555885"/>
                  </a:lnTo>
                  <a:lnTo>
                    <a:pt x="5505374" y="2556821"/>
                  </a:lnTo>
                  <a:lnTo>
                    <a:pt x="5521321" y="2557271"/>
                  </a:lnTo>
                  <a:lnTo>
                    <a:pt x="5526896" y="2557416"/>
                  </a:lnTo>
                  <a:lnTo>
                    <a:pt x="5527445" y="2557429"/>
                  </a:lnTo>
                  <a:lnTo>
                    <a:pt x="6522385" y="2557429"/>
                  </a:lnTo>
                  <a:lnTo>
                    <a:pt x="6523473" y="2557383"/>
                  </a:lnTo>
                  <a:lnTo>
                    <a:pt x="6530657" y="2557053"/>
                  </a:lnTo>
                  <a:lnTo>
                    <a:pt x="6548884" y="2556141"/>
                  </a:lnTo>
                  <a:lnTo>
                    <a:pt x="6581762" y="2554345"/>
                  </a:lnTo>
                  <a:lnTo>
                    <a:pt x="6631359" y="2551375"/>
                  </a:lnTo>
                  <a:lnTo>
                    <a:pt x="6698046" y="2546982"/>
                  </a:lnTo>
                  <a:lnTo>
                    <a:pt x="6780541" y="2540979"/>
                  </a:lnTo>
                  <a:lnTo>
                    <a:pt x="6876188" y="2533249"/>
                  </a:lnTo>
                  <a:lnTo>
                    <a:pt x="6981433" y="2523746"/>
                  </a:lnTo>
                  <a:lnTo>
                    <a:pt x="7092380" y="2512475"/>
                  </a:lnTo>
                  <a:lnTo>
                    <a:pt x="7205298" y="2499468"/>
                  </a:lnTo>
                  <a:lnTo>
                    <a:pt x="7316989" y="2484759"/>
                  </a:lnTo>
                  <a:lnTo>
                    <a:pt x="7424978" y="2468362"/>
                  </a:lnTo>
                  <a:lnTo>
                    <a:pt x="7527560" y="2450252"/>
                  </a:lnTo>
                  <a:lnTo>
                    <a:pt x="7623732" y="2430358"/>
                  </a:lnTo>
                  <a:lnTo>
                    <a:pt x="7713074" y="2408553"/>
                  </a:lnTo>
                  <a:lnTo>
                    <a:pt x="7795609" y="2384659"/>
                  </a:lnTo>
                  <a:lnTo>
                    <a:pt x="7871678" y="2358444"/>
                  </a:lnTo>
                  <a:lnTo>
                    <a:pt x="7941830" y="2329632"/>
                  </a:lnTo>
                  <a:lnTo>
                    <a:pt x="8006738" y="2297909"/>
                  </a:lnTo>
                  <a:lnTo>
                    <a:pt x="8067133" y="2262945"/>
                  </a:lnTo>
                  <a:lnTo>
                    <a:pt x="8123764" y="2224416"/>
                  </a:lnTo>
                  <a:lnTo>
                    <a:pt x="8177349" y="2182057"/>
                  </a:lnTo>
                  <a:lnTo>
                    <a:pt x="8228547" y="2135727"/>
                  </a:lnTo>
                  <a:lnTo>
                    <a:pt x="8229629" y="2134684"/>
                  </a:lnTo>
                  <a:lnTo>
                    <a:pt x="8275634" y="2087888"/>
                  </a:lnTo>
                  <a:lnTo>
                    <a:pt x="8320461" y="2037581"/>
                  </a:lnTo>
                  <a:lnTo>
                    <a:pt x="8364439" y="1983694"/>
                  </a:lnTo>
                  <a:lnTo>
                    <a:pt x="8407829" y="1926215"/>
                  </a:lnTo>
                  <a:lnTo>
                    <a:pt x="8450841" y="1865201"/>
                  </a:lnTo>
                  <a:lnTo>
                    <a:pt x="8493634" y="1800779"/>
                  </a:lnTo>
                  <a:lnTo>
                    <a:pt x="8536329" y="1733155"/>
                  </a:lnTo>
                  <a:lnTo>
                    <a:pt x="8579009" y="1662611"/>
                  </a:lnTo>
                  <a:lnTo>
                    <a:pt x="8621725" y="1589507"/>
                  </a:lnTo>
                  <a:lnTo>
                    <a:pt x="8664504" y="1514271"/>
                  </a:lnTo>
                  <a:lnTo>
                    <a:pt x="8707347" y="1437394"/>
                  </a:lnTo>
                  <a:lnTo>
                    <a:pt x="8750243" y="1359416"/>
                  </a:lnTo>
                  <a:lnTo>
                    <a:pt x="8793165" y="1280910"/>
                  </a:lnTo>
                  <a:lnTo>
                    <a:pt x="8836083" y="1202467"/>
                  </a:lnTo>
                  <a:lnTo>
                    <a:pt x="8878969" y="1124674"/>
                  </a:lnTo>
                  <a:lnTo>
                    <a:pt x="8921800" y="1048100"/>
                  </a:lnTo>
                  <a:lnTo>
                    <a:pt x="8964564" y="973275"/>
                  </a:lnTo>
                  <a:lnTo>
                    <a:pt x="9007270" y="900677"/>
                  </a:lnTo>
                  <a:lnTo>
                    <a:pt x="9049948" y="830721"/>
                  </a:lnTo>
                  <a:lnTo>
                    <a:pt x="9092655" y="763752"/>
                  </a:lnTo>
                  <a:lnTo>
                    <a:pt x="9135484" y="700034"/>
                  </a:lnTo>
                  <a:lnTo>
                    <a:pt x="9178560" y="639757"/>
                  </a:lnTo>
                  <a:lnTo>
                    <a:pt x="9222056" y="583033"/>
                  </a:lnTo>
                  <a:lnTo>
                    <a:pt x="9266189" y="529904"/>
                  </a:lnTo>
                  <a:lnTo>
                    <a:pt x="9311234" y="480346"/>
                  </a:lnTo>
                  <a:lnTo>
                    <a:pt x="9347647" y="443707"/>
                  </a:lnTo>
                  <a:lnTo>
                    <a:pt x="9398800" y="397291"/>
                  </a:lnTo>
                  <a:lnTo>
                    <a:pt x="9452327" y="354847"/>
                  </a:lnTo>
                  <a:lnTo>
                    <a:pt x="9508885" y="316239"/>
                  </a:lnTo>
                  <a:lnTo>
                    <a:pt x="9569191" y="281201"/>
                  </a:lnTo>
                  <a:lnTo>
                    <a:pt x="9633993" y="249411"/>
                  </a:lnTo>
                  <a:lnTo>
                    <a:pt x="9704025" y="220540"/>
                  </a:lnTo>
                  <a:lnTo>
                    <a:pt x="9779960" y="194272"/>
                  </a:lnTo>
                  <a:lnTo>
                    <a:pt x="9862352" y="170330"/>
                  </a:lnTo>
                  <a:lnTo>
                    <a:pt x="9951545" y="148483"/>
                  </a:lnTo>
                  <a:lnTo>
                    <a:pt x="10047572" y="128549"/>
                  </a:lnTo>
                  <a:lnTo>
                    <a:pt x="10150024" y="110401"/>
                  </a:lnTo>
                  <a:lnTo>
                    <a:pt x="10257912" y="93968"/>
                  </a:lnTo>
                  <a:lnTo>
                    <a:pt x="10369546" y="79223"/>
                  </a:lnTo>
                  <a:lnTo>
                    <a:pt x="10482469" y="66178"/>
                  </a:lnTo>
                  <a:lnTo>
                    <a:pt x="10593497" y="54869"/>
                  </a:lnTo>
                  <a:lnTo>
                    <a:pt x="10698906" y="45328"/>
                  </a:lnTo>
                  <a:lnTo>
                    <a:pt x="10794800" y="37561"/>
                  </a:lnTo>
                  <a:lnTo>
                    <a:pt x="10877611" y="31521"/>
                  </a:lnTo>
                  <a:lnTo>
                    <a:pt x="10944658" y="27095"/>
                  </a:lnTo>
                  <a:lnTo>
                    <a:pt x="10994625" y="24096"/>
                  </a:lnTo>
                  <a:lnTo>
                    <a:pt x="11027849" y="22278"/>
                  </a:lnTo>
                  <a:lnTo>
                    <a:pt x="11046358" y="21351"/>
                  </a:lnTo>
                  <a:lnTo>
                    <a:pt x="11053733" y="21011"/>
                  </a:lnTo>
                  <a:lnTo>
                    <a:pt x="11054891" y="20962"/>
                  </a:lnTo>
                  <a:lnTo>
                    <a:pt x="12049831" y="20962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3" y="46"/>
                  </a:lnTo>
                  <a:lnTo>
                    <a:pt x="11046619" y="376"/>
                  </a:lnTo>
                  <a:lnTo>
                    <a:pt x="11028393" y="1287"/>
                  </a:lnTo>
                  <a:lnTo>
                    <a:pt x="10995514" y="3083"/>
                  </a:lnTo>
                  <a:lnTo>
                    <a:pt x="10945918" y="6053"/>
                  </a:lnTo>
                  <a:lnTo>
                    <a:pt x="10879230" y="10446"/>
                  </a:lnTo>
                  <a:lnTo>
                    <a:pt x="10796735" y="16450"/>
                  </a:lnTo>
                  <a:lnTo>
                    <a:pt x="10701088" y="24179"/>
                  </a:lnTo>
                  <a:lnTo>
                    <a:pt x="10595844" y="33682"/>
                  </a:lnTo>
                  <a:lnTo>
                    <a:pt x="10484897" y="44953"/>
                  </a:lnTo>
                  <a:lnTo>
                    <a:pt x="10371978" y="57961"/>
                  </a:lnTo>
                  <a:lnTo>
                    <a:pt x="10260287" y="72669"/>
                  </a:lnTo>
                  <a:lnTo>
                    <a:pt x="10152298" y="89067"/>
                  </a:lnTo>
                  <a:lnTo>
                    <a:pt x="10049716" y="107176"/>
                  </a:lnTo>
                  <a:lnTo>
                    <a:pt x="9953544" y="127071"/>
                  </a:lnTo>
                  <a:lnTo>
                    <a:pt x="9864203" y="148875"/>
                  </a:lnTo>
                  <a:lnTo>
                    <a:pt x="9781667" y="172769"/>
                  </a:lnTo>
                  <a:lnTo>
                    <a:pt x="9705598" y="198984"/>
                  </a:lnTo>
                  <a:lnTo>
                    <a:pt x="9635446" y="227797"/>
                  </a:lnTo>
                  <a:lnTo>
                    <a:pt x="9570539" y="259519"/>
                  </a:lnTo>
                  <a:lnTo>
                    <a:pt x="9510143" y="294484"/>
                  </a:lnTo>
                  <a:lnTo>
                    <a:pt x="9453513" y="333012"/>
                  </a:lnTo>
                  <a:lnTo>
                    <a:pt x="9399927" y="375371"/>
                  </a:lnTo>
                  <a:lnTo>
                    <a:pt x="9348729" y="421701"/>
                  </a:lnTo>
                  <a:lnTo>
                    <a:pt x="9347647" y="422744"/>
                  </a:lnTo>
                  <a:lnTo>
                    <a:pt x="9301643" y="469541"/>
                  </a:lnTo>
                  <a:lnTo>
                    <a:pt x="9256816" y="519847"/>
                  </a:lnTo>
                  <a:lnTo>
                    <a:pt x="9212838" y="573734"/>
                  </a:lnTo>
                  <a:lnTo>
                    <a:pt x="9169447" y="631213"/>
                  </a:lnTo>
                  <a:lnTo>
                    <a:pt x="9126436" y="692228"/>
                  </a:lnTo>
                  <a:lnTo>
                    <a:pt x="9083642" y="756650"/>
                  </a:lnTo>
                  <a:lnTo>
                    <a:pt x="9040947" y="824274"/>
                  </a:lnTo>
                  <a:lnTo>
                    <a:pt x="8998268" y="894817"/>
                  </a:lnTo>
                  <a:lnTo>
                    <a:pt x="8955551" y="967922"/>
                  </a:lnTo>
                  <a:lnTo>
                    <a:pt x="8912773" y="1043158"/>
                  </a:lnTo>
                  <a:lnTo>
                    <a:pt x="8869929" y="1120035"/>
                  </a:lnTo>
                  <a:lnTo>
                    <a:pt x="8827034" y="1198013"/>
                  </a:lnTo>
                  <a:lnTo>
                    <a:pt x="8784112" y="1276518"/>
                  </a:lnTo>
                  <a:lnTo>
                    <a:pt x="8741193" y="1354961"/>
                  </a:lnTo>
                  <a:lnTo>
                    <a:pt x="8698307" y="1432754"/>
                  </a:lnTo>
                  <a:lnTo>
                    <a:pt x="8655477" y="1509328"/>
                  </a:lnTo>
                  <a:lnTo>
                    <a:pt x="8612712" y="1584154"/>
                  </a:lnTo>
                  <a:lnTo>
                    <a:pt x="8570006" y="1656752"/>
                  </a:lnTo>
                  <a:lnTo>
                    <a:pt x="8527329" y="1726707"/>
                  </a:lnTo>
                  <a:lnTo>
                    <a:pt x="8484621" y="1793677"/>
                  </a:lnTo>
                  <a:lnTo>
                    <a:pt x="8441793" y="1857395"/>
                  </a:lnTo>
                  <a:lnTo>
                    <a:pt x="8398716" y="1917672"/>
                  </a:lnTo>
                  <a:lnTo>
                    <a:pt x="8355221" y="1974395"/>
                  </a:lnTo>
                  <a:lnTo>
                    <a:pt x="8311088" y="2027524"/>
                  </a:lnTo>
                  <a:lnTo>
                    <a:pt x="8266042" y="2077083"/>
                  </a:lnTo>
                  <a:lnTo>
                    <a:pt x="8229629" y="2113722"/>
                  </a:lnTo>
                  <a:lnTo>
                    <a:pt x="8178477" y="2160138"/>
                  </a:lnTo>
                  <a:lnTo>
                    <a:pt x="8124949" y="2202581"/>
                  </a:lnTo>
                  <a:lnTo>
                    <a:pt x="8068392" y="2241190"/>
                  </a:lnTo>
                  <a:lnTo>
                    <a:pt x="8008085" y="2276228"/>
                  </a:lnTo>
                  <a:lnTo>
                    <a:pt x="7943283" y="2308017"/>
                  </a:lnTo>
                  <a:lnTo>
                    <a:pt x="7873252" y="2336889"/>
                  </a:lnTo>
                  <a:lnTo>
                    <a:pt x="7797316" y="2363157"/>
                  </a:lnTo>
                  <a:lnTo>
                    <a:pt x="7714925" y="2387098"/>
                  </a:lnTo>
                  <a:lnTo>
                    <a:pt x="7625732" y="2408946"/>
                  </a:lnTo>
                  <a:lnTo>
                    <a:pt x="7529704" y="2428880"/>
                  </a:lnTo>
                  <a:lnTo>
                    <a:pt x="7427252" y="2447027"/>
                  </a:lnTo>
                  <a:lnTo>
                    <a:pt x="7319365" y="2463461"/>
                  </a:lnTo>
                  <a:lnTo>
                    <a:pt x="7207731" y="2478206"/>
                  </a:lnTo>
                  <a:lnTo>
                    <a:pt x="7094807" y="2491250"/>
                  </a:lnTo>
                  <a:lnTo>
                    <a:pt x="6983779" y="2502559"/>
                  </a:lnTo>
                  <a:lnTo>
                    <a:pt x="6878370" y="2512100"/>
                  </a:lnTo>
                  <a:lnTo>
                    <a:pt x="6782477" y="2519868"/>
                  </a:lnTo>
                  <a:lnTo>
                    <a:pt x="6699666" y="2525908"/>
                  </a:lnTo>
                  <a:lnTo>
                    <a:pt x="6632619" y="2530334"/>
                  </a:lnTo>
                  <a:lnTo>
                    <a:pt x="6582651" y="2533332"/>
                  </a:lnTo>
                  <a:lnTo>
                    <a:pt x="6549428" y="2535151"/>
                  </a:lnTo>
                  <a:lnTo>
                    <a:pt x="6530918" y="2536078"/>
                  </a:lnTo>
                  <a:lnTo>
                    <a:pt x="6523544" y="2536417"/>
                  </a:lnTo>
                  <a:lnTo>
                    <a:pt x="6522385" y="2536466"/>
                  </a:lnTo>
                  <a:lnTo>
                    <a:pt x="5527445" y="2536466"/>
                  </a:lnTo>
                  <a:lnTo>
                    <a:pt x="5526325" y="2536439"/>
                  </a:lnTo>
                  <a:lnTo>
                    <a:pt x="5518934" y="2536244"/>
                  </a:lnTo>
                  <a:lnTo>
                    <a:pt x="5500194" y="2535704"/>
                  </a:lnTo>
                  <a:lnTo>
                    <a:pt x="5466427" y="2534641"/>
                  </a:lnTo>
                  <a:lnTo>
                    <a:pt x="5415563" y="2532884"/>
                  </a:lnTo>
                  <a:lnTo>
                    <a:pt x="5347297" y="2530287"/>
                  </a:lnTo>
                  <a:lnTo>
                    <a:pt x="5263036" y="2526742"/>
                  </a:lnTo>
                  <a:lnTo>
                    <a:pt x="5165591" y="2522182"/>
                  </a:lnTo>
                  <a:lnTo>
                    <a:pt x="5058667" y="2516583"/>
                  </a:lnTo>
                  <a:lnTo>
                    <a:pt x="4946281" y="2509949"/>
                  </a:lnTo>
                  <a:lnTo>
                    <a:pt x="4832235" y="2502300"/>
                  </a:lnTo>
                  <a:lnTo>
                    <a:pt x="4719753" y="2493656"/>
                  </a:lnTo>
                  <a:lnTo>
                    <a:pt x="4611293" y="2484023"/>
                  </a:lnTo>
                  <a:lnTo>
                    <a:pt x="4508517" y="2473382"/>
                  </a:lnTo>
                  <a:lnTo>
                    <a:pt x="4412369" y="2461687"/>
                  </a:lnTo>
                  <a:lnTo>
                    <a:pt x="4323209" y="2448860"/>
                  </a:lnTo>
                  <a:lnTo>
                    <a:pt x="4240954" y="2434789"/>
                  </a:lnTo>
                  <a:lnTo>
                    <a:pt x="4165211" y="2419333"/>
                  </a:lnTo>
                  <a:lnTo>
                    <a:pt x="4095388" y="2402324"/>
                  </a:lnTo>
                  <a:lnTo>
                    <a:pt x="4030776" y="2383573"/>
                  </a:lnTo>
                  <a:lnTo>
                    <a:pt x="3970615" y="2362885"/>
                  </a:lnTo>
                  <a:lnTo>
                    <a:pt x="3914138" y="2340073"/>
                  </a:lnTo>
                  <a:lnTo>
                    <a:pt x="3860612" y="2314991"/>
                  </a:lnTo>
                  <a:lnTo>
                    <a:pt x="3820202" y="2293650"/>
                  </a:lnTo>
                  <a:lnTo>
                    <a:pt x="3766505" y="2262004"/>
                  </a:lnTo>
                  <a:lnTo>
                    <a:pt x="3714341" y="2227587"/>
                  </a:lnTo>
                  <a:lnTo>
                    <a:pt x="3663210" y="2190348"/>
                  </a:lnTo>
                  <a:lnTo>
                    <a:pt x="3612731" y="2150303"/>
                  </a:lnTo>
                  <a:lnTo>
                    <a:pt x="3562617" y="2107541"/>
                  </a:lnTo>
                  <a:lnTo>
                    <a:pt x="3512660" y="2062236"/>
                  </a:lnTo>
                  <a:lnTo>
                    <a:pt x="3462724" y="2014643"/>
                  </a:lnTo>
                  <a:lnTo>
                    <a:pt x="3412729" y="1965097"/>
                  </a:lnTo>
                  <a:lnTo>
                    <a:pt x="3362646" y="1914011"/>
                  </a:lnTo>
                  <a:lnTo>
                    <a:pt x="3312481" y="1861856"/>
                  </a:lnTo>
                  <a:lnTo>
                    <a:pt x="3262269" y="1809150"/>
                  </a:lnTo>
                  <a:lnTo>
                    <a:pt x="3212055" y="1756432"/>
                  </a:lnTo>
                  <a:lnTo>
                    <a:pt x="3161888" y="1704243"/>
                  </a:lnTo>
                  <a:lnTo>
                    <a:pt x="3111801" y="1653100"/>
                  </a:lnTo>
                  <a:lnTo>
                    <a:pt x="3061802" y="1603480"/>
                  </a:lnTo>
                  <a:lnTo>
                    <a:pt x="3011865" y="1555795"/>
                  </a:lnTo>
                  <a:lnTo>
                    <a:pt x="2961911" y="1510386"/>
                  </a:lnTo>
                  <a:lnTo>
                    <a:pt x="2911807" y="1467512"/>
                  </a:lnTo>
                  <a:lnTo>
                    <a:pt x="2861350" y="1427347"/>
                  </a:lnTo>
                  <a:lnTo>
                    <a:pt x="2810254" y="1389987"/>
                  </a:lnTo>
                  <a:lnTo>
                    <a:pt x="2758143" y="1355450"/>
                  </a:lnTo>
                  <a:lnTo>
                    <a:pt x="2704524" y="1323687"/>
                  </a:lnTo>
                  <a:lnTo>
                    <a:pt x="2702183" y="1322386"/>
                  </a:lnTo>
                  <a:lnTo>
                    <a:pt x="2650513" y="1295473"/>
                  </a:lnTo>
                  <a:lnTo>
                    <a:pt x="2596413" y="1270886"/>
                  </a:lnTo>
                  <a:lnTo>
                    <a:pt x="2539209" y="1248544"/>
                  </a:lnTo>
                  <a:lnTo>
                    <a:pt x="2478159" y="1228287"/>
                  </a:lnTo>
                  <a:lnTo>
                    <a:pt x="2412493" y="1209926"/>
                  </a:lnTo>
                  <a:lnTo>
                    <a:pt x="2341458" y="1193265"/>
                  </a:lnTo>
                  <a:lnTo>
                    <a:pt x="2264363" y="1178120"/>
                  </a:lnTo>
                  <a:lnTo>
                    <a:pt x="2180652" y="1164326"/>
                  </a:lnTo>
                  <a:lnTo>
                    <a:pt x="2089988" y="1151750"/>
                  </a:lnTo>
                  <a:lnTo>
                    <a:pt x="1992372" y="1140287"/>
                  </a:lnTo>
                  <a:lnTo>
                    <a:pt x="1888275" y="1129865"/>
                  </a:lnTo>
                  <a:lnTo>
                    <a:pt x="1778786" y="1120444"/>
                  </a:lnTo>
                  <a:lnTo>
                    <a:pt x="1665735" y="1112012"/>
                  </a:lnTo>
                  <a:lnTo>
                    <a:pt x="1551749" y="1104579"/>
                  </a:lnTo>
                  <a:lnTo>
                    <a:pt x="1440199" y="1098166"/>
                  </a:lnTo>
                  <a:lnTo>
                    <a:pt x="1334971" y="1092790"/>
                  </a:lnTo>
                  <a:lnTo>
                    <a:pt x="1240062" y="1088451"/>
                  </a:lnTo>
                  <a:lnTo>
                    <a:pt x="1159035" y="1085116"/>
                  </a:lnTo>
                  <a:lnTo>
                    <a:pt x="1094436" y="1082709"/>
                  </a:lnTo>
                  <a:lnTo>
                    <a:pt x="1047324" y="1081114"/>
                  </a:lnTo>
                  <a:lnTo>
                    <a:pt x="1017011" y="1080178"/>
                  </a:lnTo>
                  <a:lnTo>
                    <a:pt x="1001064" y="1079728"/>
                  </a:lnTo>
                  <a:lnTo>
                    <a:pt x="995489" y="1079583"/>
                  </a:lnTo>
                  <a:lnTo>
                    <a:pt x="994940" y="1079570"/>
                  </a:lnTo>
                  <a:lnTo>
                    <a:pt x="0" y="107957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3" name="pl132"/>
            <p:cNvSpPr/>
            <p:nvPr/>
          </p:nvSpPr>
          <p:spPr>
            <a:xfrm>
              <a:off x="1199187" y="1514378"/>
              <a:ext cx="12049831" cy="2536466"/>
            </a:xfrm>
            <a:custGeom>
              <a:avLst/>
              <a:pathLst>
                <a:path w="12049831" h="2536466">
                  <a:moveTo>
                    <a:pt x="0" y="1079570"/>
                  </a:moveTo>
                  <a:lnTo>
                    <a:pt x="994940" y="1079570"/>
                  </a:lnTo>
                  <a:lnTo>
                    <a:pt x="996060" y="1079598"/>
                  </a:lnTo>
                  <a:lnTo>
                    <a:pt x="1003451" y="1079793"/>
                  </a:lnTo>
                  <a:lnTo>
                    <a:pt x="1022191" y="1080332"/>
                  </a:lnTo>
                  <a:lnTo>
                    <a:pt x="1055958" y="1081395"/>
                  </a:lnTo>
                  <a:lnTo>
                    <a:pt x="1106822" y="1083152"/>
                  </a:lnTo>
                  <a:lnTo>
                    <a:pt x="1175088" y="1085749"/>
                  </a:lnTo>
                  <a:lnTo>
                    <a:pt x="1259349" y="1089295"/>
                  </a:lnTo>
                  <a:lnTo>
                    <a:pt x="1356794" y="1093854"/>
                  </a:lnTo>
                  <a:lnTo>
                    <a:pt x="1463718" y="1099454"/>
                  </a:lnTo>
                  <a:lnTo>
                    <a:pt x="1576104" y="1106088"/>
                  </a:lnTo>
                  <a:lnTo>
                    <a:pt x="1690150" y="1113736"/>
                  </a:lnTo>
                  <a:lnTo>
                    <a:pt x="1802632" y="1122380"/>
                  </a:lnTo>
                  <a:lnTo>
                    <a:pt x="1911092" y="1132014"/>
                  </a:lnTo>
                  <a:lnTo>
                    <a:pt x="2013868" y="1142655"/>
                  </a:lnTo>
                  <a:lnTo>
                    <a:pt x="2110016" y="1154349"/>
                  </a:lnTo>
                  <a:lnTo>
                    <a:pt x="2199176" y="1167176"/>
                  </a:lnTo>
                  <a:lnTo>
                    <a:pt x="2281431" y="1181247"/>
                  </a:lnTo>
                  <a:lnTo>
                    <a:pt x="2357174" y="1196703"/>
                  </a:lnTo>
                  <a:lnTo>
                    <a:pt x="2426997" y="1213713"/>
                  </a:lnTo>
                  <a:lnTo>
                    <a:pt x="2491609" y="1232463"/>
                  </a:lnTo>
                  <a:lnTo>
                    <a:pt x="2551770" y="1253151"/>
                  </a:lnTo>
                  <a:lnTo>
                    <a:pt x="2608247" y="1275964"/>
                  </a:lnTo>
                  <a:lnTo>
                    <a:pt x="2661773" y="1301046"/>
                  </a:lnTo>
                  <a:lnTo>
                    <a:pt x="2702183" y="1322386"/>
                  </a:lnTo>
                  <a:lnTo>
                    <a:pt x="2755880" y="1354032"/>
                  </a:lnTo>
                  <a:lnTo>
                    <a:pt x="2808044" y="1388449"/>
                  </a:lnTo>
                  <a:lnTo>
                    <a:pt x="2859175" y="1425688"/>
                  </a:lnTo>
                  <a:lnTo>
                    <a:pt x="2909654" y="1465734"/>
                  </a:lnTo>
                  <a:lnTo>
                    <a:pt x="2959768" y="1508495"/>
                  </a:lnTo>
                  <a:lnTo>
                    <a:pt x="3009725" y="1553800"/>
                  </a:lnTo>
                  <a:lnTo>
                    <a:pt x="3059661" y="1601394"/>
                  </a:lnTo>
                  <a:lnTo>
                    <a:pt x="3109656" y="1650939"/>
                  </a:lnTo>
                  <a:lnTo>
                    <a:pt x="3159739" y="1702026"/>
                  </a:lnTo>
                  <a:lnTo>
                    <a:pt x="3209904" y="1754180"/>
                  </a:lnTo>
                  <a:lnTo>
                    <a:pt x="3260116" y="1806887"/>
                  </a:lnTo>
                  <a:lnTo>
                    <a:pt x="3310330" y="1859605"/>
                  </a:lnTo>
                  <a:lnTo>
                    <a:pt x="3360497" y="1911794"/>
                  </a:lnTo>
                  <a:lnTo>
                    <a:pt x="3410584" y="1962936"/>
                  </a:lnTo>
                  <a:lnTo>
                    <a:pt x="3460583" y="2012556"/>
                  </a:lnTo>
                  <a:lnTo>
                    <a:pt x="3510520" y="2060241"/>
                  </a:lnTo>
                  <a:lnTo>
                    <a:pt x="3560474" y="2105650"/>
                  </a:lnTo>
                  <a:lnTo>
                    <a:pt x="3610578" y="2148525"/>
                  </a:lnTo>
                  <a:lnTo>
                    <a:pt x="3661035" y="2188689"/>
                  </a:lnTo>
                  <a:lnTo>
                    <a:pt x="3712131" y="2226049"/>
                  </a:lnTo>
                  <a:lnTo>
                    <a:pt x="3764242" y="2260586"/>
                  </a:lnTo>
                  <a:lnTo>
                    <a:pt x="3817861" y="2292350"/>
                  </a:lnTo>
                  <a:lnTo>
                    <a:pt x="3820202" y="2293650"/>
                  </a:lnTo>
                  <a:lnTo>
                    <a:pt x="3871872" y="2320564"/>
                  </a:lnTo>
                  <a:lnTo>
                    <a:pt x="3925972" y="2345150"/>
                  </a:lnTo>
                  <a:lnTo>
                    <a:pt x="3983176" y="2367493"/>
                  </a:lnTo>
                  <a:lnTo>
                    <a:pt x="4044226" y="2387749"/>
                  </a:lnTo>
                  <a:lnTo>
                    <a:pt x="4109892" y="2406110"/>
                  </a:lnTo>
                  <a:lnTo>
                    <a:pt x="4180927" y="2422771"/>
                  </a:lnTo>
                  <a:lnTo>
                    <a:pt x="4258022" y="2437917"/>
                  </a:lnTo>
                  <a:lnTo>
                    <a:pt x="4341733" y="2451710"/>
                  </a:lnTo>
                  <a:lnTo>
                    <a:pt x="4432397" y="2464287"/>
                  </a:lnTo>
                  <a:lnTo>
                    <a:pt x="4530013" y="2475750"/>
                  </a:lnTo>
                  <a:lnTo>
                    <a:pt x="4634110" y="2486172"/>
                  </a:lnTo>
                  <a:lnTo>
                    <a:pt x="4743599" y="2495592"/>
                  </a:lnTo>
                  <a:lnTo>
                    <a:pt x="4856650" y="2504024"/>
                  </a:lnTo>
                  <a:lnTo>
                    <a:pt x="4970636" y="2511457"/>
                  </a:lnTo>
                  <a:lnTo>
                    <a:pt x="5082186" y="2517871"/>
                  </a:lnTo>
                  <a:lnTo>
                    <a:pt x="5187414" y="2523247"/>
                  </a:lnTo>
                  <a:lnTo>
                    <a:pt x="5282323" y="2527586"/>
                  </a:lnTo>
                  <a:lnTo>
                    <a:pt x="5363350" y="2530921"/>
                  </a:lnTo>
                  <a:lnTo>
                    <a:pt x="5427949" y="2533327"/>
                  </a:lnTo>
                  <a:lnTo>
                    <a:pt x="5475061" y="2534922"/>
                  </a:lnTo>
                  <a:lnTo>
                    <a:pt x="5505374" y="2535858"/>
                  </a:lnTo>
                  <a:lnTo>
                    <a:pt x="5521321" y="2536308"/>
                  </a:lnTo>
                  <a:lnTo>
                    <a:pt x="5526896" y="2536453"/>
                  </a:lnTo>
                  <a:lnTo>
                    <a:pt x="5527445" y="2536466"/>
                  </a:lnTo>
                  <a:lnTo>
                    <a:pt x="6522385" y="2536466"/>
                  </a:lnTo>
                  <a:lnTo>
                    <a:pt x="6523473" y="2536420"/>
                  </a:lnTo>
                  <a:lnTo>
                    <a:pt x="6530657" y="2536090"/>
                  </a:lnTo>
                  <a:lnTo>
                    <a:pt x="6548884" y="2535179"/>
                  </a:lnTo>
                  <a:lnTo>
                    <a:pt x="6581762" y="2533383"/>
                  </a:lnTo>
                  <a:lnTo>
                    <a:pt x="6631359" y="2530413"/>
                  </a:lnTo>
                  <a:lnTo>
                    <a:pt x="6698046" y="2526020"/>
                  </a:lnTo>
                  <a:lnTo>
                    <a:pt x="6780541" y="2520016"/>
                  </a:lnTo>
                  <a:lnTo>
                    <a:pt x="6876188" y="2512286"/>
                  </a:lnTo>
                  <a:lnTo>
                    <a:pt x="6981433" y="2502784"/>
                  </a:lnTo>
                  <a:lnTo>
                    <a:pt x="7092380" y="2491512"/>
                  </a:lnTo>
                  <a:lnTo>
                    <a:pt x="7205298" y="2478505"/>
                  </a:lnTo>
                  <a:lnTo>
                    <a:pt x="7316989" y="2463796"/>
                  </a:lnTo>
                  <a:lnTo>
                    <a:pt x="7424978" y="2447399"/>
                  </a:lnTo>
                  <a:lnTo>
                    <a:pt x="7527560" y="2429290"/>
                  </a:lnTo>
                  <a:lnTo>
                    <a:pt x="7623732" y="2409395"/>
                  </a:lnTo>
                  <a:lnTo>
                    <a:pt x="7713074" y="2387591"/>
                  </a:lnTo>
                  <a:lnTo>
                    <a:pt x="7795609" y="2363697"/>
                  </a:lnTo>
                  <a:lnTo>
                    <a:pt x="7871678" y="2337482"/>
                  </a:lnTo>
                  <a:lnTo>
                    <a:pt x="7941830" y="2308669"/>
                  </a:lnTo>
                  <a:lnTo>
                    <a:pt x="8006738" y="2276947"/>
                  </a:lnTo>
                  <a:lnTo>
                    <a:pt x="8067133" y="2241982"/>
                  </a:lnTo>
                  <a:lnTo>
                    <a:pt x="8123764" y="2203454"/>
                  </a:lnTo>
                  <a:lnTo>
                    <a:pt x="8177349" y="2161095"/>
                  </a:lnTo>
                  <a:lnTo>
                    <a:pt x="8228547" y="2114765"/>
                  </a:lnTo>
                  <a:lnTo>
                    <a:pt x="8229629" y="2113722"/>
                  </a:lnTo>
                  <a:lnTo>
                    <a:pt x="8275634" y="2066925"/>
                  </a:lnTo>
                  <a:lnTo>
                    <a:pt x="8320461" y="2016619"/>
                  </a:lnTo>
                  <a:lnTo>
                    <a:pt x="8364439" y="1962732"/>
                  </a:lnTo>
                  <a:lnTo>
                    <a:pt x="8407829" y="1905253"/>
                  </a:lnTo>
                  <a:lnTo>
                    <a:pt x="8450841" y="1844238"/>
                  </a:lnTo>
                  <a:lnTo>
                    <a:pt x="8493634" y="1779816"/>
                  </a:lnTo>
                  <a:lnTo>
                    <a:pt x="8536329" y="1712192"/>
                  </a:lnTo>
                  <a:lnTo>
                    <a:pt x="8579009" y="1641648"/>
                  </a:lnTo>
                  <a:lnTo>
                    <a:pt x="8621725" y="1568544"/>
                  </a:lnTo>
                  <a:lnTo>
                    <a:pt x="8664504" y="1493308"/>
                  </a:lnTo>
                  <a:lnTo>
                    <a:pt x="8707347" y="1416431"/>
                  </a:lnTo>
                  <a:lnTo>
                    <a:pt x="8750243" y="1338453"/>
                  </a:lnTo>
                  <a:lnTo>
                    <a:pt x="8793165" y="1259948"/>
                  </a:lnTo>
                  <a:lnTo>
                    <a:pt x="8836083" y="1181504"/>
                  </a:lnTo>
                  <a:lnTo>
                    <a:pt x="8878969" y="1103712"/>
                  </a:lnTo>
                  <a:lnTo>
                    <a:pt x="8921800" y="1027137"/>
                  </a:lnTo>
                  <a:lnTo>
                    <a:pt x="8964564" y="952312"/>
                  </a:lnTo>
                  <a:lnTo>
                    <a:pt x="9007270" y="879714"/>
                  </a:lnTo>
                  <a:lnTo>
                    <a:pt x="9049948" y="809759"/>
                  </a:lnTo>
                  <a:lnTo>
                    <a:pt x="9092655" y="742789"/>
                  </a:lnTo>
                  <a:lnTo>
                    <a:pt x="9135484" y="679071"/>
                  </a:lnTo>
                  <a:lnTo>
                    <a:pt x="9178560" y="618794"/>
                  </a:lnTo>
                  <a:lnTo>
                    <a:pt x="9222056" y="562071"/>
                  </a:lnTo>
                  <a:lnTo>
                    <a:pt x="9266189" y="508942"/>
                  </a:lnTo>
                  <a:lnTo>
                    <a:pt x="9311234" y="459383"/>
                  </a:lnTo>
                  <a:lnTo>
                    <a:pt x="9347647" y="422744"/>
                  </a:lnTo>
                  <a:lnTo>
                    <a:pt x="9398800" y="376328"/>
                  </a:lnTo>
                  <a:lnTo>
                    <a:pt x="9452327" y="333885"/>
                  </a:lnTo>
                  <a:lnTo>
                    <a:pt x="9508885" y="295276"/>
                  </a:lnTo>
                  <a:lnTo>
                    <a:pt x="9569191" y="260238"/>
                  </a:lnTo>
                  <a:lnTo>
                    <a:pt x="9633993" y="228449"/>
                  </a:lnTo>
                  <a:lnTo>
                    <a:pt x="9704025" y="199577"/>
                  </a:lnTo>
                  <a:lnTo>
                    <a:pt x="9779960" y="173309"/>
                  </a:lnTo>
                  <a:lnTo>
                    <a:pt x="9862352" y="149368"/>
                  </a:lnTo>
                  <a:lnTo>
                    <a:pt x="9951545" y="127520"/>
                  </a:lnTo>
                  <a:lnTo>
                    <a:pt x="10047572" y="107586"/>
                  </a:lnTo>
                  <a:lnTo>
                    <a:pt x="10150024" y="89439"/>
                  </a:lnTo>
                  <a:lnTo>
                    <a:pt x="10257912" y="73005"/>
                  </a:lnTo>
                  <a:lnTo>
                    <a:pt x="10369546" y="58260"/>
                  </a:lnTo>
                  <a:lnTo>
                    <a:pt x="10482469" y="45216"/>
                  </a:lnTo>
                  <a:lnTo>
                    <a:pt x="10593497" y="33907"/>
                  </a:lnTo>
                  <a:lnTo>
                    <a:pt x="10698906" y="24366"/>
                  </a:lnTo>
                  <a:lnTo>
                    <a:pt x="10794800" y="16598"/>
                  </a:lnTo>
                  <a:lnTo>
                    <a:pt x="10877611" y="10558"/>
                  </a:lnTo>
                  <a:lnTo>
                    <a:pt x="10944658" y="6132"/>
                  </a:lnTo>
                  <a:lnTo>
                    <a:pt x="10994625" y="3134"/>
                  </a:lnTo>
                  <a:lnTo>
                    <a:pt x="11027849" y="1315"/>
                  </a:lnTo>
                  <a:lnTo>
                    <a:pt x="11046358" y="388"/>
                  </a:lnTo>
                  <a:lnTo>
                    <a:pt x="11053733" y="49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" name="pl133"/>
            <p:cNvSpPr/>
            <p:nvPr/>
          </p:nvSpPr>
          <p:spPr>
            <a:xfrm>
              <a:off x="1199187" y="1493416"/>
              <a:ext cx="12049831" cy="2536466"/>
            </a:xfrm>
            <a:custGeom>
              <a:avLst/>
              <a:pathLst>
                <a:path w="12049831" h="2536466">
                  <a:moveTo>
                    <a:pt x="12049831" y="0"/>
                  </a:moveTo>
                  <a:lnTo>
                    <a:pt x="11054891" y="0"/>
                  </a:lnTo>
                  <a:lnTo>
                    <a:pt x="11053803" y="46"/>
                  </a:lnTo>
                  <a:lnTo>
                    <a:pt x="11046619" y="376"/>
                  </a:lnTo>
                  <a:lnTo>
                    <a:pt x="11028393" y="1287"/>
                  </a:lnTo>
                  <a:lnTo>
                    <a:pt x="10995514" y="3083"/>
                  </a:lnTo>
                  <a:lnTo>
                    <a:pt x="10945918" y="6053"/>
                  </a:lnTo>
                  <a:lnTo>
                    <a:pt x="10879230" y="10446"/>
                  </a:lnTo>
                  <a:lnTo>
                    <a:pt x="10796735" y="16450"/>
                  </a:lnTo>
                  <a:lnTo>
                    <a:pt x="10701088" y="24179"/>
                  </a:lnTo>
                  <a:lnTo>
                    <a:pt x="10595844" y="33682"/>
                  </a:lnTo>
                  <a:lnTo>
                    <a:pt x="10484897" y="44953"/>
                  </a:lnTo>
                  <a:lnTo>
                    <a:pt x="10371978" y="57961"/>
                  </a:lnTo>
                  <a:lnTo>
                    <a:pt x="10260287" y="72669"/>
                  </a:lnTo>
                  <a:lnTo>
                    <a:pt x="10152298" y="89067"/>
                  </a:lnTo>
                  <a:lnTo>
                    <a:pt x="10049716" y="107176"/>
                  </a:lnTo>
                  <a:lnTo>
                    <a:pt x="9953544" y="127071"/>
                  </a:lnTo>
                  <a:lnTo>
                    <a:pt x="9864203" y="148875"/>
                  </a:lnTo>
                  <a:lnTo>
                    <a:pt x="9781667" y="172769"/>
                  </a:lnTo>
                  <a:lnTo>
                    <a:pt x="9705598" y="198984"/>
                  </a:lnTo>
                  <a:lnTo>
                    <a:pt x="9635446" y="227797"/>
                  </a:lnTo>
                  <a:lnTo>
                    <a:pt x="9570539" y="259519"/>
                  </a:lnTo>
                  <a:lnTo>
                    <a:pt x="9510143" y="294484"/>
                  </a:lnTo>
                  <a:lnTo>
                    <a:pt x="9453513" y="333012"/>
                  </a:lnTo>
                  <a:lnTo>
                    <a:pt x="9399927" y="375371"/>
                  </a:lnTo>
                  <a:lnTo>
                    <a:pt x="9348729" y="421701"/>
                  </a:lnTo>
                  <a:lnTo>
                    <a:pt x="9347647" y="422744"/>
                  </a:lnTo>
                  <a:lnTo>
                    <a:pt x="9301643" y="469541"/>
                  </a:lnTo>
                  <a:lnTo>
                    <a:pt x="9256816" y="519847"/>
                  </a:lnTo>
                  <a:lnTo>
                    <a:pt x="9212838" y="573734"/>
                  </a:lnTo>
                  <a:lnTo>
                    <a:pt x="9169447" y="631213"/>
                  </a:lnTo>
                  <a:lnTo>
                    <a:pt x="9126436" y="692228"/>
                  </a:lnTo>
                  <a:lnTo>
                    <a:pt x="9083642" y="756650"/>
                  </a:lnTo>
                  <a:lnTo>
                    <a:pt x="9040947" y="824274"/>
                  </a:lnTo>
                  <a:lnTo>
                    <a:pt x="8998268" y="894817"/>
                  </a:lnTo>
                  <a:lnTo>
                    <a:pt x="8955551" y="967922"/>
                  </a:lnTo>
                  <a:lnTo>
                    <a:pt x="8912773" y="1043158"/>
                  </a:lnTo>
                  <a:lnTo>
                    <a:pt x="8869929" y="1120035"/>
                  </a:lnTo>
                  <a:lnTo>
                    <a:pt x="8827034" y="1198013"/>
                  </a:lnTo>
                  <a:lnTo>
                    <a:pt x="8784112" y="1276518"/>
                  </a:lnTo>
                  <a:lnTo>
                    <a:pt x="8741193" y="1354961"/>
                  </a:lnTo>
                  <a:lnTo>
                    <a:pt x="8698307" y="1432754"/>
                  </a:lnTo>
                  <a:lnTo>
                    <a:pt x="8655477" y="1509328"/>
                  </a:lnTo>
                  <a:lnTo>
                    <a:pt x="8612712" y="1584154"/>
                  </a:lnTo>
                  <a:lnTo>
                    <a:pt x="8570006" y="1656752"/>
                  </a:lnTo>
                  <a:lnTo>
                    <a:pt x="8527329" y="1726707"/>
                  </a:lnTo>
                  <a:lnTo>
                    <a:pt x="8484621" y="1793677"/>
                  </a:lnTo>
                  <a:lnTo>
                    <a:pt x="8441793" y="1857395"/>
                  </a:lnTo>
                  <a:lnTo>
                    <a:pt x="8398716" y="1917672"/>
                  </a:lnTo>
                  <a:lnTo>
                    <a:pt x="8355221" y="1974395"/>
                  </a:lnTo>
                  <a:lnTo>
                    <a:pt x="8311088" y="2027524"/>
                  </a:lnTo>
                  <a:lnTo>
                    <a:pt x="8266042" y="2077083"/>
                  </a:lnTo>
                  <a:lnTo>
                    <a:pt x="8229629" y="2113722"/>
                  </a:lnTo>
                  <a:lnTo>
                    <a:pt x="8178477" y="2160138"/>
                  </a:lnTo>
                  <a:lnTo>
                    <a:pt x="8124949" y="2202581"/>
                  </a:lnTo>
                  <a:lnTo>
                    <a:pt x="8068392" y="2241190"/>
                  </a:lnTo>
                  <a:lnTo>
                    <a:pt x="8008085" y="2276228"/>
                  </a:lnTo>
                  <a:lnTo>
                    <a:pt x="7943283" y="2308017"/>
                  </a:lnTo>
                  <a:lnTo>
                    <a:pt x="7873252" y="2336889"/>
                  </a:lnTo>
                  <a:lnTo>
                    <a:pt x="7797316" y="2363157"/>
                  </a:lnTo>
                  <a:lnTo>
                    <a:pt x="7714925" y="2387098"/>
                  </a:lnTo>
                  <a:lnTo>
                    <a:pt x="7625732" y="2408946"/>
                  </a:lnTo>
                  <a:lnTo>
                    <a:pt x="7529704" y="2428880"/>
                  </a:lnTo>
                  <a:lnTo>
                    <a:pt x="7427252" y="2447027"/>
                  </a:lnTo>
                  <a:lnTo>
                    <a:pt x="7319365" y="2463461"/>
                  </a:lnTo>
                  <a:lnTo>
                    <a:pt x="7207731" y="2478206"/>
                  </a:lnTo>
                  <a:lnTo>
                    <a:pt x="7094807" y="2491250"/>
                  </a:lnTo>
                  <a:lnTo>
                    <a:pt x="6983779" y="2502559"/>
                  </a:lnTo>
                  <a:lnTo>
                    <a:pt x="6878370" y="2512100"/>
                  </a:lnTo>
                  <a:lnTo>
                    <a:pt x="6782477" y="2519868"/>
                  </a:lnTo>
                  <a:lnTo>
                    <a:pt x="6699666" y="2525908"/>
                  </a:lnTo>
                  <a:lnTo>
                    <a:pt x="6632619" y="2530334"/>
                  </a:lnTo>
                  <a:lnTo>
                    <a:pt x="6582651" y="2533332"/>
                  </a:lnTo>
                  <a:lnTo>
                    <a:pt x="6549428" y="2535151"/>
                  </a:lnTo>
                  <a:lnTo>
                    <a:pt x="6530918" y="2536078"/>
                  </a:lnTo>
                  <a:lnTo>
                    <a:pt x="6523544" y="2536417"/>
                  </a:lnTo>
                  <a:lnTo>
                    <a:pt x="6522386" y="2536466"/>
                  </a:lnTo>
                  <a:lnTo>
                    <a:pt x="6522385" y="2536466"/>
                  </a:lnTo>
                  <a:lnTo>
                    <a:pt x="5527445" y="2536466"/>
                  </a:lnTo>
                  <a:lnTo>
                    <a:pt x="5526325" y="2536439"/>
                  </a:lnTo>
                  <a:lnTo>
                    <a:pt x="5518934" y="2536244"/>
                  </a:lnTo>
                  <a:lnTo>
                    <a:pt x="5500194" y="2535704"/>
                  </a:lnTo>
                  <a:lnTo>
                    <a:pt x="5466427" y="2534641"/>
                  </a:lnTo>
                  <a:lnTo>
                    <a:pt x="5415563" y="2532884"/>
                  </a:lnTo>
                  <a:lnTo>
                    <a:pt x="5347297" y="2530287"/>
                  </a:lnTo>
                  <a:lnTo>
                    <a:pt x="5263036" y="2526742"/>
                  </a:lnTo>
                  <a:lnTo>
                    <a:pt x="5165591" y="2522182"/>
                  </a:lnTo>
                  <a:lnTo>
                    <a:pt x="5058667" y="2516583"/>
                  </a:lnTo>
                  <a:lnTo>
                    <a:pt x="4946281" y="2509949"/>
                  </a:lnTo>
                  <a:lnTo>
                    <a:pt x="4832235" y="2502300"/>
                  </a:lnTo>
                  <a:lnTo>
                    <a:pt x="4719753" y="2493656"/>
                  </a:lnTo>
                  <a:lnTo>
                    <a:pt x="4611293" y="2484023"/>
                  </a:lnTo>
                  <a:lnTo>
                    <a:pt x="4508517" y="2473382"/>
                  </a:lnTo>
                  <a:lnTo>
                    <a:pt x="4412369" y="2461687"/>
                  </a:lnTo>
                  <a:lnTo>
                    <a:pt x="4323209" y="2448860"/>
                  </a:lnTo>
                  <a:lnTo>
                    <a:pt x="4240954" y="2434789"/>
                  </a:lnTo>
                  <a:lnTo>
                    <a:pt x="4165211" y="2419333"/>
                  </a:lnTo>
                  <a:lnTo>
                    <a:pt x="4095388" y="2402324"/>
                  </a:lnTo>
                  <a:lnTo>
                    <a:pt x="4030776" y="2383573"/>
                  </a:lnTo>
                  <a:lnTo>
                    <a:pt x="3970615" y="2362885"/>
                  </a:lnTo>
                  <a:lnTo>
                    <a:pt x="3914138" y="2340073"/>
                  </a:lnTo>
                  <a:lnTo>
                    <a:pt x="3860612" y="2314991"/>
                  </a:lnTo>
                  <a:lnTo>
                    <a:pt x="3820202" y="2293650"/>
                  </a:lnTo>
                  <a:lnTo>
                    <a:pt x="3766505" y="2262004"/>
                  </a:lnTo>
                  <a:lnTo>
                    <a:pt x="3714341" y="2227587"/>
                  </a:lnTo>
                  <a:lnTo>
                    <a:pt x="3663210" y="2190348"/>
                  </a:lnTo>
                  <a:lnTo>
                    <a:pt x="3612731" y="2150303"/>
                  </a:lnTo>
                  <a:lnTo>
                    <a:pt x="3562617" y="2107541"/>
                  </a:lnTo>
                  <a:lnTo>
                    <a:pt x="3512660" y="2062236"/>
                  </a:lnTo>
                  <a:lnTo>
                    <a:pt x="3462724" y="2014643"/>
                  </a:lnTo>
                  <a:lnTo>
                    <a:pt x="3412729" y="1965097"/>
                  </a:lnTo>
                  <a:lnTo>
                    <a:pt x="3362646" y="1914011"/>
                  </a:lnTo>
                  <a:lnTo>
                    <a:pt x="3312481" y="1861856"/>
                  </a:lnTo>
                  <a:lnTo>
                    <a:pt x="3262269" y="1809150"/>
                  </a:lnTo>
                  <a:lnTo>
                    <a:pt x="3212055" y="1756432"/>
                  </a:lnTo>
                  <a:lnTo>
                    <a:pt x="3161888" y="1704243"/>
                  </a:lnTo>
                  <a:lnTo>
                    <a:pt x="3111801" y="1653100"/>
                  </a:lnTo>
                  <a:lnTo>
                    <a:pt x="3061802" y="1603480"/>
                  </a:lnTo>
                  <a:lnTo>
                    <a:pt x="3011865" y="1555795"/>
                  </a:lnTo>
                  <a:lnTo>
                    <a:pt x="2961911" y="1510386"/>
                  </a:lnTo>
                  <a:lnTo>
                    <a:pt x="2911807" y="1467512"/>
                  </a:lnTo>
                  <a:lnTo>
                    <a:pt x="2861350" y="1427347"/>
                  </a:lnTo>
                  <a:lnTo>
                    <a:pt x="2810254" y="1389987"/>
                  </a:lnTo>
                  <a:lnTo>
                    <a:pt x="2758143" y="1355450"/>
                  </a:lnTo>
                  <a:lnTo>
                    <a:pt x="2704524" y="1323687"/>
                  </a:lnTo>
                  <a:lnTo>
                    <a:pt x="2702183" y="1322386"/>
                  </a:lnTo>
                  <a:lnTo>
                    <a:pt x="2650513" y="1295473"/>
                  </a:lnTo>
                  <a:lnTo>
                    <a:pt x="2596413" y="1270886"/>
                  </a:lnTo>
                  <a:lnTo>
                    <a:pt x="2539209" y="1248544"/>
                  </a:lnTo>
                  <a:lnTo>
                    <a:pt x="2478159" y="1228287"/>
                  </a:lnTo>
                  <a:lnTo>
                    <a:pt x="2412493" y="1209926"/>
                  </a:lnTo>
                  <a:lnTo>
                    <a:pt x="2341458" y="1193265"/>
                  </a:lnTo>
                  <a:lnTo>
                    <a:pt x="2264363" y="1178120"/>
                  </a:lnTo>
                  <a:lnTo>
                    <a:pt x="2180652" y="1164326"/>
                  </a:lnTo>
                  <a:lnTo>
                    <a:pt x="2089988" y="1151750"/>
                  </a:lnTo>
                  <a:lnTo>
                    <a:pt x="1992372" y="1140287"/>
                  </a:lnTo>
                  <a:lnTo>
                    <a:pt x="1888275" y="1129865"/>
                  </a:lnTo>
                  <a:lnTo>
                    <a:pt x="1778786" y="1120444"/>
                  </a:lnTo>
                  <a:lnTo>
                    <a:pt x="1665735" y="1112012"/>
                  </a:lnTo>
                  <a:lnTo>
                    <a:pt x="1551749" y="1104579"/>
                  </a:lnTo>
                  <a:lnTo>
                    <a:pt x="1440199" y="1098166"/>
                  </a:lnTo>
                  <a:lnTo>
                    <a:pt x="1334971" y="1092790"/>
                  </a:lnTo>
                  <a:lnTo>
                    <a:pt x="1240062" y="1088451"/>
                  </a:lnTo>
                  <a:lnTo>
                    <a:pt x="1159035" y="1085116"/>
                  </a:lnTo>
                  <a:lnTo>
                    <a:pt x="1094436" y="1082709"/>
                  </a:lnTo>
                  <a:lnTo>
                    <a:pt x="1047324" y="1081114"/>
                  </a:lnTo>
                  <a:lnTo>
                    <a:pt x="1017011" y="1080178"/>
                  </a:lnTo>
                  <a:lnTo>
                    <a:pt x="1001064" y="1079728"/>
                  </a:lnTo>
                  <a:lnTo>
                    <a:pt x="995489" y="1079583"/>
                  </a:lnTo>
                  <a:lnTo>
                    <a:pt x="994940" y="1079570"/>
                  </a:lnTo>
                  <a:lnTo>
                    <a:pt x="0" y="1079570"/>
                  </a:lnTo>
                  <a:lnTo>
                    <a:pt x="0" y="10795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" name="pg134"/>
            <p:cNvSpPr/>
            <p:nvPr/>
          </p:nvSpPr>
          <p:spPr>
            <a:xfrm>
              <a:off x="1199187" y="1603469"/>
              <a:ext cx="12049831" cy="2484060"/>
            </a:xfrm>
            <a:custGeom>
              <a:avLst/>
              <a:pathLst>
                <a:path w="12049831" h="2484060">
                  <a:moveTo>
                    <a:pt x="0" y="1016683"/>
                  </a:moveTo>
                  <a:lnTo>
                    <a:pt x="994940" y="1016683"/>
                  </a:lnTo>
                  <a:lnTo>
                    <a:pt x="996059" y="1016710"/>
                  </a:lnTo>
                  <a:lnTo>
                    <a:pt x="1003450" y="1016907"/>
                  </a:lnTo>
                  <a:lnTo>
                    <a:pt x="1022185" y="1017450"/>
                  </a:lnTo>
                  <a:lnTo>
                    <a:pt x="1055946" y="1018520"/>
                  </a:lnTo>
                  <a:lnTo>
                    <a:pt x="1106801" y="1020290"/>
                  </a:lnTo>
                  <a:lnTo>
                    <a:pt x="1175055" y="1022905"/>
                  </a:lnTo>
                  <a:lnTo>
                    <a:pt x="1259303" y="1026475"/>
                  </a:lnTo>
                  <a:lnTo>
                    <a:pt x="1356735" y="1031067"/>
                  </a:lnTo>
                  <a:lnTo>
                    <a:pt x="1463646" y="1036705"/>
                  </a:lnTo>
                  <a:lnTo>
                    <a:pt x="1576023" y="1043386"/>
                  </a:lnTo>
                  <a:lnTo>
                    <a:pt x="1690061" y="1051088"/>
                  </a:lnTo>
                  <a:lnTo>
                    <a:pt x="1802537" y="1059793"/>
                  </a:lnTo>
                  <a:lnTo>
                    <a:pt x="1910994" y="1069494"/>
                  </a:lnTo>
                  <a:lnTo>
                    <a:pt x="2013768" y="1080209"/>
                  </a:lnTo>
                  <a:lnTo>
                    <a:pt x="2109916" y="1091986"/>
                  </a:lnTo>
                  <a:lnTo>
                    <a:pt x="2199078" y="1104904"/>
                  </a:lnTo>
                  <a:lnTo>
                    <a:pt x="2281335" y="1119073"/>
                  </a:lnTo>
                  <a:lnTo>
                    <a:pt x="2357080" y="1134638"/>
                  </a:lnTo>
                  <a:lnTo>
                    <a:pt x="2426906" y="1151766"/>
                  </a:lnTo>
                  <a:lnTo>
                    <a:pt x="2491519" y="1170647"/>
                  </a:lnTo>
                  <a:lnTo>
                    <a:pt x="2551682" y="1191480"/>
                  </a:lnTo>
                  <a:lnTo>
                    <a:pt x="2608161" y="1214451"/>
                  </a:lnTo>
                  <a:lnTo>
                    <a:pt x="2661687" y="1239708"/>
                  </a:lnTo>
                  <a:lnTo>
                    <a:pt x="2702183" y="1261245"/>
                  </a:lnTo>
                  <a:lnTo>
                    <a:pt x="2755798" y="1293068"/>
                  </a:lnTo>
                  <a:lnTo>
                    <a:pt x="2807885" y="1327672"/>
                  </a:lnTo>
                  <a:lnTo>
                    <a:pt x="2858940" y="1365110"/>
                  </a:lnTo>
                  <a:lnTo>
                    <a:pt x="2909343" y="1405366"/>
                  </a:lnTo>
                  <a:lnTo>
                    <a:pt x="2959381" y="1448350"/>
                  </a:lnTo>
                  <a:lnTo>
                    <a:pt x="3009261" y="1493890"/>
                  </a:lnTo>
                  <a:lnTo>
                    <a:pt x="3059120" y="1541730"/>
                  </a:lnTo>
                  <a:lnTo>
                    <a:pt x="3109037" y="1591534"/>
                  </a:lnTo>
                  <a:lnTo>
                    <a:pt x="3159042" y="1642891"/>
                  </a:lnTo>
                  <a:lnTo>
                    <a:pt x="3209128" y="1695328"/>
                  </a:lnTo>
                  <a:lnTo>
                    <a:pt x="3259262" y="1748327"/>
                  </a:lnTo>
                  <a:lnTo>
                    <a:pt x="3309398" y="1801347"/>
                  </a:lnTo>
                  <a:lnTo>
                    <a:pt x="3359489" y="1853845"/>
                  </a:lnTo>
                  <a:lnTo>
                    <a:pt x="3409501" y="1905303"/>
                  </a:lnTo>
                  <a:lnTo>
                    <a:pt x="3459423" y="1955242"/>
                  </a:lnTo>
                  <a:lnTo>
                    <a:pt x="3509285" y="2003247"/>
                  </a:lnTo>
                  <a:lnTo>
                    <a:pt x="3559159" y="2048974"/>
                  </a:lnTo>
                  <a:lnTo>
                    <a:pt x="3609179" y="2092162"/>
                  </a:lnTo>
                  <a:lnTo>
                    <a:pt x="3659545" y="2132632"/>
                  </a:lnTo>
                  <a:lnTo>
                    <a:pt x="3710537" y="2170288"/>
                  </a:lnTo>
                  <a:lnTo>
                    <a:pt x="3762529" y="2205110"/>
                  </a:lnTo>
                  <a:lnTo>
                    <a:pt x="3816005" y="2237143"/>
                  </a:lnTo>
                  <a:lnTo>
                    <a:pt x="3820202" y="2239497"/>
                  </a:lnTo>
                  <a:lnTo>
                    <a:pt x="3871869" y="2266602"/>
                  </a:lnTo>
                  <a:lnTo>
                    <a:pt x="3925964" y="2291364"/>
                  </a:lnTo>
                  <a:lnTo>
                    <a:pt x="3983163" y="2313866"/>
                  </a:lnTo>
                  <a:lnTo>
                    <a:pt x="4044208" y="2334268"/>
                  </a:lnTo>
                  <a:lnTo>
                    <a:pt x="4109867" y="2352760"/>
                  </a:lnTo>
                  <a:lnTo>
                    <a:pt x="4180895" y="2369540"/>
                  </a:lnTo>
                  <a:lnTo>
                    <a:pt x="4257981" y="2384794"/>
                  </a:lnTo>
                  <a:lnTo>
                    <a:pt x="4341683" y="2398687"/>
                  </a:lnTo>
                  <a:lnTo>
                    <a:pt x="4432336" y="2411353"/>
                  </a:lnTo>
                  <a:lnTo>
                    <a:pt x="4529941" y="2422899"/>
                  </a:lnTo>
                  <a:lnTo>
                    <a:pt x="4634026" y="2433395"/>
                  </a:lnTo>
                  <a:lnTo>
                    <a:pt x="4743503" y="2442884"/>
                  </a:lnTo>
                  <a:lnTo>
                    <a:pt x="4856544" y="2451377"/>
                  </a:lnTo>
                  <a:lnTo>
                    <a:pt x="4970522" y="2458864"/>
                  </a:lnTo>
                  <a:lnTo>
                    <a:pt x="5082069" y="2465324"/>
                  </a:lnTo>
                  <a:lnTo>
                    <a:pt x="5187298" y="2470740"/>
                  </a:lnTo>
                  <a:lnTo>
                    <a:pt x="5282215" y="2475111"/>
                  </a:lnTo>
                  <a:lnTo>
                    <a:pt x="5363256" y="2478471"/>
                  </a:lnTo>
                  <a:lnTo>
                    <a:pt x="5427873" y="2480896"/>
                  </a:lnTo>
                  <a:lnTo>
                    <a:pt x="5475006" y="2482503"/>
                  </a:lnTo>
                  <a:lnTo>
                    <a:pt x="5505340" y="2483446"/>
                  </a:lnTo>
                  <a:lnTo>
                    <a:pt x="5521305" y="2483901"/>
                  </a:lnTo>
                  <a:lnTo>
                    <a:pt x="5526893" y="2484047"/>
                  </a:lnTo>
                  <a:lnTo>
                    <a:pt x="5527445" y="2484060"/>
                  </a:lnTo>
                  <a:lnTo>
                    <a:pt x="6522385" y="2484060"/>
                  </a:lnTo>
                  <a:lnTo>
                    <a:pt x="6523476" y="2484015"/>
                  </a:lnTo>
                  <a:lnTo>
                    <a:pt x="6530678" y="2483695"/>
                  </a:lnTo>
                  <a:lnTo>
                    <a:pt x="6548950" y="2482809"/>
                  </a:lnTo>
                  <a:lnTo>
                    <a:pt x="6581907" y="2481064"/>
                  </a:lnTo>
                  <a:lnTo>
                    <a:pt x="6631616" y="2478178"/>
                  </a:lnTo>
                  <a:lnTo>
                    <a:pt x="6698443" y="2473910"/>
                  </a:lnTo>
                  <a:lnTo>
                    <a:pt x="6781095" y="2468078"/>
                  </a:lnTo>
                  <a:lnTo>
                    <a:pt x="6876903" y="2460570"/>
                  </a:lnTo>
                  <a:lnTo>
                    <a:pt x="6982298" y="2451341"/>
                  </a:lnTo>
                  <a:lnTo>
                    <a:pt x="7093374" y="2440395"/>
                  </a:lnTo>
                  <a:lnTo>
                    <a:pt x="7206394" y="2427765"/>
                  </a:lnTo>
                  <a:lnTo>
                    <a:pt x="7318157" y="2413482"/>
                  </a:lnTo>
                  <a:lnTo>
                    <a:pt x="7426189" y="2397561"/>
                  </a:lnTo>
                  <a:lnTo>
                    <a:pt x="7528790" y="2379977"/>
                  </a:lnTo>
                  <a:lnTo>
                    <a:pt x="7624961" y="2360660"/>
                  </a:lnTo>
                  <a:lnTo>
                    <a:pt x="7714287" y="2339486"/>
                  </a:lnTo>
                  <a:lnTo>
                    <a:pt x="7796798" y="2316280"/>
                  </a:lnTo>
                  <a:lnTo>
                    <a:pt x="7872839" y="2290819"/>
                  </a:lnTo>
                  <a:lnTo>
                    <a:pt x="7942961" y="2262831"/>
                  </a:lnTo>
                  <a:lnTo>
                    <a:pt x="8007842" y="2232013"/>
                  </a:lnTo>
                  <a:lnTo>
                    <a:pt x="8068216" y="2198042"/>
                  </a:lnTo>
                  <a:lnTo>
                    <a:pt x="8124832" y="2160606"/>
                  </a:lnTo>
                  <a:lnTo>
                    <a:pt x="8178411" y="2119448"/>
                  </a:lnTo>
                  <a:lnTo>
                    <a:pt x="8229629" y="2074417"/>
                  </a:lnTo>
                  <a:lnTo>
                    <a:pt x="8276128" y="2028558"/>
                  </a:lnTo>
                  <a:lnTo>
                    <a:pt x="8321428" y="1979222"/>
                  </a:lnTo>
                  <a:lnTo>
                    <a:pt x="8365866" y="1926339"/>
                  </a:lnTo>
                  <a:lnTo>
                    <a:pt x="8409712" y="1869900"/>
                  </a:lnTo>
                  <a:lnTo>
                    <a:pt x="8453179" y="1809965"/>
                  </a:lnTo>
                  <a:lnTo>
                    <a:pt x="8496430" y="1746664"/>
                  </a:lnTo>
                  <a:lnTo>
                    <a:pt x="8539587" y="1680209"/>
                  </a:lnTo>
                  <a:lnTo>
                    <a:pt x="8582734" y="1610887"/>
                  </a:lnTo>
                  <a:lnTo>
                    <a:pt x="8625921" y="1539063"/>
                  </a:lnTo>
                  <a:lnTo>
                    <a:pt x="8669173" y="1465175"/>
                  </a:lnTo>
                  <a:lnTo>
                    <a:pt x="8712491" y="1389717"/>
                  </a:lnTo>
                  <a:lnTo>
                    <a:pt x="8755859" y="1313236"/>
                  </a:lnTo>
                  <a:lnTo>
                    <a:pt x="8799251" y="1236309"/>
                  </a:lnTo>
                  <a:lnTo>
                    <a:pt x="8842634" y="1159526"/>
                  </a:lnTo>
                  <a:lnTo>
                    <a:pt x="8885980" y="1083475"/>
                  </a:lnTo>
                  <a:lnTo>
                    <a:pt x="8929267" y="1008719"/>
                  </a:lnTo>
                  <a:lnTo>
                    <a:pt x="8972486" y="935782"/>
                  </a:lnTo>
                  <a:lnTo>
                    <a:pt x="9015649" y="865132"/>
                  </a:lnTo>
                  <a:lnTo>
                    <a:pt x="9058793" y="797172"/>
                  </a:lnTo>
                  <a:lnTo>
                    <a:pt x="9101983" y="732228"/>
                  </a:lnTo>
                  <a:lnTo>
                    <a:pt x="9145322" y="670552"/>
                  </a:lnTo>
                  <a:lnTo>
                    <a:pt x="9188951" y="612315"/>
                  </a:lnTo>
                  <a:lnTo>
                    <a:pt x="9233057" y="557613"/>
                  </a:lnTo>
                  <a:lnTo>
                    <a:pt x="9277879" y="506470"/>
                  </a:lnTo>
                  <a:lnTo>
                    <a:pt x="9323718" y="458846"/>
                  </a:lnTo>
                  <a:lnTo>
                    <a:pt x="9347647" y="435846"/>
                  </a:lnTo>
                  <a:lnTo>
                    <a:pt x="9398846" y="390830"/>
                  </a:lnTo>
                  <a:lnTo>
                    <a:pt x="9452424" y="349671"/>
                  </a:lnTo>
                  <a:lnTo>
                    <a:pt x="9509039" y="312234"/>
                  </a:lnTo>
                  <a:lnTo>
                    <a:pt x="9569412" y="278262"/>
                  </a:lnTo>
                  <a:lnTo>
                    <a:pt x="9634291" y="247442"/>
                  </a:lnTo>
                  <a:lnTo>
                    <a:pt x="9704411" y="219454"/>
                  </a:lnTo>
                  <a:lnTo>
                    <a:pt x="9780449" y="193991"/>
                  </a:lnTo>
                  <a:lnTo>
                    <a:pt x="9862958" y="170785"/>
                  </a:lnTo>
                  <a:lnTo>
                    <a:pt x="9952281" y="149611"/>
                  </a:lnTo>
                  <a:lnTo>
                    <a:pt x="10048450" y="130292"/>
                  </a:lnTo>
                  <a:lnTo>
                    <a:pt x="10151048" y="112707"/>
                  </a:lnTo>
                  <a:lnTo>
                    <a:pt x="10259079" y="96786"/>
                  </a:lnTo>
                  <a:lnTo>
                    <a:pt x="10370841" y="82503"/>
                  </a:lnTo>
                  <a:lnTo>
                    <a:pt x="10483861" y="69872"/>
                  </a:lnTo>
                  <a:lnTo>
                    <a:pt x="10594939" y="58925"/>
                  </a:lnTo>
                  <a:lnTo>
                    <a:pt x="10700337" y="49695"/>
                  </a:lnTo>
                  <a:lnTo>
                    <a:pt x="10796148" y="42187"/>
                  </a:lnTo>
                  <a:lnTo>
                    <a:pt x="10878806" y="36354"/>
                  </a:lnTo>
                  <a:lnTo>
                    <a:pt x="10945639" y="32086"/>
                  </a:lnTo>
                  <a:lnTo>
                    <a:pt x="10995354" y="29200"/>
                  </a:lnTo>
                  <a:lnTo>
                    <a:pt x="11028317" y="27454"/>
                  </a:lnTo>
                  <a:lnTo>
                    <a:pt x="11046594" y="26568"/>
                  </a:lnTo>
                  <a:lnTo>
                    <a:pt x="11053799" y="26248"/>
                  </a:lnTo>
                  <a:lnTo>
                    <a:pt x="11054891" y="26203"/>
                  </a:lnTo>
                  <a:lnTo>
                    <a:pt x="12049831" y="26203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1" y="45"/>
                  </a:lnTo>
                  <a:lnTo>
                    <a:pt x="11046598" y="365"/>
                  </a:lnTo>
                  <a:lnTo>
                    <a:pt x="11028326" y="1250"/>
                  </a:lnTo>
                  <a:lnTo>
                    <a:pt x="10995369" y="2996"/>
                  </a:lnTo>
                  <a:lnTo>
                    <a:pt x="10945660" y="5881"/>
                  </a:lnTo>
                  <a:lnTo>
                    <a:pt x="10878833" y="10149"/>
                  </a:lnTo>
                  <a:lnTo>
                    <a:pt x="10796181" y="15981"/>
                  </a:lnTo>
                  <a:lnTo>
                    <a:pt x="10700374" y="23489"/>
                  </a:lnTo>
                  <a:lnTo>
                    <a:pt x="10594979" y="32718"/>
                  </a:lnTo>
                  <a:lnTo>
                    <a:pt x="10483903" y="43664"/>
                  </a:lnTo>
                  <a:lnTo>
                    <a:pt x="10370882" y="56295"/>
                  </a:lnTo>
                  <a:lnTo>
                    <a:pt x="10259120" y="70577"/>
                  </a:lnTo>
                  <a:lnTo>
                    <a:pt x="10151087" y="86498"/>
                  </a:lnTo>
                  <a:lnTo>
                    <a:pt x="10048486" y="104082"/>
                  </a:lnTo>
                  <a:lnTo>
                    <a:pt x="9952316" y="123400"/>
                  </a:lnTo>
                  <a:lnTo>
                    <a:pt x="9862989" y="144574"/>
                  </a:lnTo>
                  <a:lnTo>
                    <a:pt x="9780479" y="167779"/>
                  </a:lnTo>
                  <a:lnTo>
                    <a:pt x="9704438" y="193241"/>
                  </a:lnTo>
                  <a:lnTo>
                    <a:pt x="9634315" y="221228"/>
                  </a:lnTo>
                  <a:lnTo>
                    <a:pt x="9569435" y="252047"/>
                  </a:lnTo>
                  <a:lnTo>
                    <a:pt x="9509061" y="286017"/>
                  </a:lnTo>
                  <a:lnTo>
                    <a:pt x="9452445" y="323453"/>
                  </a:lnTo>
                  <a:lnTo>
                    <a:pt x="9398865" y="364611"/>
                  </a:lnTo>
                  <a:lnTo>
                    <a:pt x="9347647" y="409642"/>
                  </a:lnTo>
                  <a:lnTo>
                    <a:pt x="9301148" y="455502"/>
                  </a:lnTo>
                  <a:lnTo>
                    <a:pt x="9255848" y="504838"/>
                  </a:lnTo>
                  <a:lnTo>
                    <a:pt x="9211410" y="557721"/>
                  </a:lnTo>
                  <a:lnTo>
                    <a:pt x="9167564" y="614159"/>
                  </a:lnTo>
                  <a:lnTo>
                    <a:pt x="9124098" y="674095"/>
                  </a:lnTo>
                  <a:lnTo>
                    <a:pt x="9080846" y="737395"/>
                  </a:lnTo>
                  <a:lnTo>
                    <a:pt x="9037689" y="803851"/>
                  </a:lnTo>
                  <a:lnTo>
                    <a:pt x="8994543" y="873173"/>
                  </a:lnTo>
                  <a:lnTo>
                    <a:pt x="8951355" y="944996"/>
                  </a:lnTo>
                  <a:lnTo>
                    <a:pt x="8908103" y="1018885"/>
                  </a:lnTo>
                  <a:lnTo>
                    <a:pt x="8864785" y="1094342"/>
                  </a:lnTo>
                  <a:lnTo>
                    <a:pt x="8821417" y="1170823"/>
                  </a:lnTo>
                  <a:lnTo>
                    <a:pt x="8778026" y="1247751"/>
                  </a:lnTo>
                  <a:lnTo>
                    <a:pt x="8734642" y="1324534"/>
                  </a:lnTo>
                  <a:lnTo>
                    <a:pt x="8691296" y="1400584"/>
                  </a:lnTo>
                  <a:lnTo>
                    <a:pt x="8648009" y="1475340"/>
                  </a:lnTo>
                  <a:lnTo>
                    <a:pt x="8604790" y="1548277"/>
                  </a:lnTo>
                  <a:lnTo>
                    <a:pt x="8561627" y="1618927"/>
                  </a:lnTo>
                  <a:lnTo>
                    <a:pt x="8518484" y="1686888"/>
                  </a:lnTo>
                  <a:lnTo>
                    <a:pt x="8475293" y="1751832"/>
                  </a:lnTo>
                  <a:lnTo>
                    <a:pt x="8431954" y="1813508"/>
                  </a:lnTo>
                  <a:lnTo>
                    <a:pt x="8388326" y="1871745"/>
                  </a:lnTo>
                  <a:lnTo>
                    <a:pt x="8344220" y="1926447"/>
                  </a:lnTo>
                  <a:lnTo>
                    <a:pt x="8299398" y="1977590"/>
                  </a:lnTo>
                  <a:lnTo>
                    <a:pt x="8253558" y="2025213"/>
                  </a:lnTo>
                  <a:lnTo>
                    <a:pt x="8229629" y="2048214"/>
                  </a:lnTo>
                  <a:lnTo>
                    <a:pt x="8178431" y="2093229"/>
                  </a:lnTo>
                  <a:lnTo>
                    <a:pt x="8124852" y="2134389"/>
                  </a:lnTo>
                  <a:lnTo>
                    <a:pt x="8068237" y="2171826"/>
                  </a:lnTo>
                  <a:lnTo>
                    <a:pt x="8007864" y="2205798"/>
                  </a:lnTo>
                  <a:lnTo>
                    <a:pt x="7942986" y="2236617"/>
                  </a:lnTo>
                  <a:lnTo>
                    <a:pt x="7872865" y="2264606"/>
                  </a:lnTo>
                  <a:lnTo>
                    <a:pt x="7796827" y="2290068"/>
                  </a:lnTo>
                  <a:lnTo>
                    <a:pt x="7714319" y="2313274"/>
                  </a:lnTo>
                  <a:lnTo>
                    <a:pt x="7624995" y="2334449"/>
                  </a:lnTo>
                  <a:lnTo>
                    <a:pt x="7528827" y="2353767"/>
                  </a:lnTo>
                  <a:lnTo>
                    <a:pt x="7426228" y="2371352"/>
                  </a:lnTo>
                  <a:lnTo>
                    <a:pt x="7318197" y="2387274"/>
                  </a:lnTo>
                  <a:lnTo>
                    <a:pt x="7206436" y="2401557"/>
                  </a:lnTo>
                  <a:lnTo>
                    <a:pt x="7093415" y="2414188"/>
                  </a:lnTo>
                  <a:lnTo>
                    <a:pt x="6982338" y="2425134"/>
                  </a:lnTo>
                  <a:lnTo>
                    <a:pt x="6876940" y="2434364"/>
                  </a:lnTo>
                  <a:lnTo>
                    <a:pt x="6781128" y="2441873"/>
                  </a:lnTo>
                  <a:lnTo>
                    <a:pt x="6698471" y="2447705"/>
                  </a:lnTo>
                  <a:lnTo>
                    <a:pt x="6631638" y="2451974"/>
                  </a:lnTo>
                  <a:lnTo>
                    <a:pt x="6581922" y="2454860"/>
                  </a:lnTo>
                  <a:lnTo>
                    <a:pt x="6548960" y="2456606"/>
                  </a:lnTo>
                  <a:lnTo>
                    <a:pt x="6530683" y="2457491"/>
                  </a:lnTo>
                  <a:lnTo>
                    <a:pt x="6523477" y="2457812"/>
                  </a:lnTo>
                  <a:lnTo>
                    <a:pt x="6522385" y="2457857"/>
                  </a:lnTo>
                  <a:lnTo>
                    <a:pt x="5527445" y="2457857"/>
                  </a:lnTo>
                  <a:lnTo>
                    <a:pt x="5526326" y="2457829"/>
                  </a:lnTo>
                  <a:lnTo>
                    <a:pt x="5518935" y="2457633"/>
                  </a:lnTo>
                  <a:lnTo>
                    <a:pt x="5500200" y="2457090"/>
                  </a:lnTo>
                  <a:lnTo>
                    <a:pt x="5466439" y="2456019"/>
                  </a:lnTo>
                  <a:lnTo>
                    <a:pt x="5415584" y="2454250"/>
                  </a:lnTo>
                  <a:lnTo>
                    <a:pt x="5347330" y="2451635"/>
                  </a:lnTo>
                  <a:lnTo>
                    <a:pt x="5263082" y="2448064"/>
                  </a:lnTo>
                  <a:lnTo>
                    <a:pt x="5165650" y="2443473"/>
                  </a:lnTo>
                  <a:lnTo>
                    <a:pt x="5058739" y="2437834"/>
                  </a:lnTo>
                  <a:lnTo>
                    <a:pt x="4946362" y="2431154"/>
                  </a:lnTo>
                  <a:lnTo>
                    <a:pt x="4832324" y="2423451"/>
                  </a:lnTo>
                  <a:lnTo>
                    <a:pt x="4719848" y="2414746"/>
                  </a:lnTo>
                  <a:lnTo>
                    <a:pt x="4611391" y="2405045"/>
                  </a:lnTo>
                  <a:lnTo>
                    <a:pt x="4508617" y="2394330"/>
                  </a:lnTo>
                  <a:lnTo>
                    <a:pt x="4412469" y="2382553"/>
                  </a:lnTo>
                  <a:lnTo>
                    <a:pt x="4323307" y="2369636"/>
                  </a:lnTo>
                  <a:lnTo>
                    <a:pt x="4241050" y="2355466"/>
                  </a:lnTo>
                  <a:lnTo>
                    <a:pt x="4165305" y="2339902"/>
                  </a:lnTo>
                  <a:lnTo>
                    <a:pt x="4095479" y="2322774"/>
                  </a:lnTo>
                  <a:lnTo>
                    <a:pt x="4030866" y="2303892"/>
                  </a:lnTo>
                  <a:lnTo>
                    <a:pt x="3970703" y="2283060"/>
                  </a:lnTo>
                  <a:lnTo>
                    <a:pt x="3914224" y="2260089"/>
                  </a:lnTo>
                  <a:lnTo>
                    <a:pt x="3860698" y="2234832"/>
                  </a:lnTo>
                  <a:lnTo>
                    <a:pt x="3820202" y="2213294"/>
                  </a:lnTo>
                  <a:lnTo>
                    <a:pt x="3766587" y="2181472"/>
                  </a:lnTo>
                  <a:lnTo>
                    <a:pt x="3714500" y="2146867"/>
                  </a:lnTo>
                  <a:lnTo>
                    <a:pt x="3663445" y="2109429"/>
                  </a:lnTo>
                  <a:lnTo>
                    <a:pt x="3613042" y="2069173"/>
                  </a:lnTo>
                  <a:lnTo>
                    <a:pt x="3563004" y="2026189"/>
                  </a:lnTo>
                  <a:lnTo>
                    <a:pt x="3513124" y="1980650"/>
                  </a:lnTo>
                  <a:lnTo>
                    <a:pt x="3463265" y="1932809"/>
                  </a:lnTo>
                  <a:lnTo>
                    <a:pt x="3413348" y="1883005"/>
                  </a:lnTo>
                  <a:lnTo>
                    <a:pt x="3363343" y="1831648"/>
                  </a:lnTo>
                  <a:lnTo>
                    <a:pt x="3313257" y="1779212"/>
                  </a:lnTo>
                  <a:lnTo>
                    <a:pt x="3263123" y="1726213"/>
                  </a:lnTo>
                  <a:lnTo>
                    <a:pt x="3212987" y="1673193"/>
                  </a:lnTo>
                  <a:lnTo>
                    <a:pt x="3162896" y="1620694"/>
                  </a:lnTo>
                  <a:lnTo>
                    <a:pt x="3112884" y="1569237"/>
                  </a:lnTo>
                  <a:lnTo>
                    <a:pt x="3062962" y="1519297"/>
                  </a:lnTo>
                  <a:lnTo>
                    <a:pt x="3013100" y="1471293"/>
                  </a:lnTo>
                  <a:lnTo>
                    <a:pt x="2963226" y="1425566"/>
                  </a:lnTo>
                  <a:lnTo>
                    <a:pt x="2913206" y="1382378"/>
                  </a:lnTo>
                  <a:lnTo>
                    <a:pt x="2862840" y="1341907"/>
                  </a:lnTo>
                  <a:lnTo>
                    <a:pt x="2811848" y="1304251"/>
                  </a:lnTo>
                  <a:lnTo>
                    <a:pt x="2759856" y="1269430"/>
                  </a:lnTo>
                  <a:lnTo>
                    <a:pt x="2706380" y="1237396"/>
                  </a:lnTo>
                  <a:lnTo>
                    <a:pt x="2702183" y="1235042"/>
                  </a:lnTo>
                  <a:lnTo>
                    <a:pt x="2650516" y="1207937"/>
                  </a:lnTo>
                  <a:lnTo>
                    <a:pt x="2596421" y="1183175"/>
                  </a:lnTo>
                  <a:lnTo>
                    <a:pt x="2539222" y="1160673"/>
                  </a:lnTo>
                  <a:lnTo>
                    <a:pt x="2478177" y="1140272"/>
                  </a:lnTo>
                  <a:lnTo>
                    <a:pt x="2412518" y="1121780"/>
                  </a:lnTo>
                  <a:lnTo>
                    <a:pt x="2341490" y="1104999"/>
                  </a:lnTo>
                  <a:lnTo>
                    <a:pt x="2264404" y="1089745"/>
                  </a:lnTo>
                  <a:lnTo>
                    <a:pt x="2180702" y="1075853"/>
                  </a:lnTo>
                  <a:lnTo>
                    <a:pt x="2090049" y="1063186"/>
                  </a:lnTo>
                  <a:lnTo>
                    <a:pt x="1992444" y="1051641"/>
                  </a:lnTo>
                  <a:lnTo>
                    <a:pt x="1888359" y="1041144"/>
                  </a:lnTo>
                  <a:lnTo>
                    <a:pt x="1778882" y="1031655"/>
                  </a:lnTo>
                  <a:lnTo>
                    <a:pt x="1665841" y="1023162"/>
                  </a:lnTo>
                  <a:lnTo>
                    <a:pt x="1551863" y="1015675"/>
                  </a:lnTo>
                  <a:lnTo>
                    <a:pt x="1440316" y="1009215"/>
                  </a:lnTo>
                  <a:lnTo>
                    <a:pt x="1335087" y="1003800"/>
                  </a:lnTo>
                  <a:lnTo>
                    <a:pt x="1240170" y="999429"/>
                  </a:lnTo>
                  <a:lnTo>
                    <a:pt x="1159129" y="996068"/>
                  </a:lnTo>
                  <a:lnTo>
                    <a:pt x="1094512" y="993644"/>
                  </a:lnTo>
                  <a:lnTo>
                    <a:pt x="1047379" y="992036"/>
                  </a:lnTo>
                  <a:lnTo>
                    <a:pt x="1017045" y="991093"/>
                  </a:lnTo>
                  <a:lnTo>
                    <a:pt x="1001080" y="990639"/>
                  </a:lnTo>
                  <a:lnTo>
                    <a:pt x="995492" y="990493"/>
                  </a:lnTo>
                  <a:lnTo>
                    <a:pt x="994940" y="990479"/>
                  </a:lnTo>
                  <a:lnTo>
                    <a:pt x="0" y="990479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6" name="pl135"/>
            <p:cNvSpPr/>
            <p:nvPr/>
          </p:nvSpPr>
          <p:spPr>
            <a:xfrm>
              <a:off x="1199187" y="1629672"/>
              <a:ext cx="12049831" cy="2457857"/>
            </a:xfrm>
            <a:custGeom>
              <a:avLst/>
              <a:pathLst>
                <a:path w="12049831" h="2457857">
                  <a:moveTo>
                    <a:pt x="0" y="990479"/>
                  </a:moveTo>
                  <a:lnTo>
                    <a:pt x="994940" y="990479"/>
                  </a:lnTo>
                  <a:lnTo>
                    <a:pt x="996059" y="990507"/>
                  </a:lnTo>
                  <a:lnTo>
                    <a:pt x="1003450" y="990704"/>
                  </a:lnTo>
                  <a:lnTo>
                    <a:pt x="1022185" y="991247"/>
                  </a:lnTo>
                  <a:lnTo>
                    <a:pt x="1055946" y="992317"/>
                  </a:lnTo>
                  <a:lnTo>
                    <a:pt x="1106801" y="994086"/>
                  </a:lnTo>
                  <a:lnTo>
                    <a:pt x="1175055" y="996701"/>
                  </a:lnTo>
                  <a:lnTo>
                    <a:pt x="1259303" y="1000272"/>
                  </a:lnTo>
                  <a:lnTo>
                    <a:pt x="1356735" y="1004863"/>
                  </a:lnTo>
                  <a:lnTo>
                    <a:pt x="1463646" y="1010502"/>
                  </a:lnTo>
                  <a:lnTo>
                    <a:pt x="1576023" y="1017183"/>
                  </a:lnTo>
                  <a:lnTo>
                    <a:pt x="1690061" y="1024885"/>
                  </a:lnTo>
                  <a:lnTo>
                    <a:pt x="1802537" y="1033590"/>
                  </a:lnTo>
                  <a:lnTo>
                    <a:pt x="1910994" y="1043291"/>
                  </a:lnTo>
                  <a:lnTo>
                    <a:pt x="2013768" y="1054006"/>
                  </a:lnTo>
                  <a:lnTo>
                    <a:pt x="2109916" y="1065783"/>
                  </a:lnTo>
                  <a:lnTo>
                    <a:pt x="2199078" y="1078700"/>
                  </a:lnTo>
                  <a:lnTo>
                    <a:pt x="2281335" y="1092870"/>
                  </a:lnTo>
                  <a:lnTo>
                    <a:pt x="2357080" y="1108434"/>
                  </a:lnTo>
                  <a:lnTo>
                    <a:pt x="2426906" y="1125563"/>
                  </a:lnTo>
                  <a:lnTo>
                    <a:pt x="2491519" y="1144444"/>
                  </a:lnTo>
                  <a:lnTo>
                    <a:pt x="2551682" y="1165276"/>
                  </a:lnTo>
                  <a:lnTo>
                    <a:pt x="2608161" y="1188248"/>
                  </a:lnTo>
                  <a:lnTo>
                    <a:pt x="2661687" y="1213505"/>
                  </a:lnTo>
                  <a:lnTo>
                    <a:pt x="2702183" y="1235042"/>
                  </a:lnTo>
                  <a:lnTo>
                    <a:pt x="2755798" y="1266865"/>
                  </a:lnTo>
                  <a:lnTo>
                    <a:pt x="2807885" y="1301469"/>
                  </a:lnTo>
                  <a:lnTo>
                    <a:pt x="2858940" y="1338907"/>
                  </a:lnTo>
                  <a:lnTo>
                    <a:pt x="2909343" y="1379163"/>
                  </a:lnTo>
                  <a:lnTo>
                    <a:pt x="2959381" y="1422147"/>
                  </a:lnTo>
                  <a:lnTo>
                    <a:pt x="3009261" y="1467687"/>
                  </a:lnTo>
                  <a:lnTo>
                    <a:pt x="3059120" y="1515527"/>
                  </a:lnTo>
                  <a:lnTo>
                    <a:pt x="3109037" y="1565331"/>
                  </a:lnTo>
                  <a:lnTo>
                    <a:pt x="3159042" y="1616688"/>
                  </a:lnTo>
                  <a:lnTo>
                    <a:pt x="3209128" y="1669125"/>
                  </a:lnTo>
                  <a:lnTo>
                    <a:pt x="3259262" y="1722124"/>
                  </a:lnTo>
                  <a:lnTo>
                    <a:pt x="3309398" y="1775143"/>
                  </a:lnTo>
                  <a:lnTo>
                    <a:pt x="3359489" y="1827642"/>
                  </a:lnTo>
                  <a:lnTo>
                    <a:pt x="3409501" y="1879100"/>
                  </a:lnTo>
                  <a:lnTo>
                    <a:pt x="3459423" y="1929039"/>
                  </a:lnTo>
                  <a:lnTo>
                    <a:pt x="3509285" y="1977043"/>
                  </a:lnTo>
                  <a:lnTo>
                    <a:pt x="3559159" y="2022771"/>
                  </a:lnTo>
                  <a:lnTo>
                    <a:pt x="3609179" y="2065958"/>
                  </a:lnTo>
                  <a:lnTo>
                    <a:pt x="3659545" y="2106429"/>
                  </a:lnTo>
                  <a:lnTo>
                    <a:pt x="3710537" y="2144085"/>
                  </a:lnTo>
                  <a:lnTo>
                    <a:pt x="3762529" y="2178907"/>
                  </a:lnTo>
                  <a:lnTo>
                    <a:pt x="3816005" y="2210940"/>
                  </a:lnTo>
                  <a:lnTo>
                    <a:pt x="3820202" y="2213294"/>
                  </a:lnTo>
                  <a:lnTo>
                    <a:pt x="3871869" y="2240399"/>
                  </a:lnTo>
                  <a:lnTo>
                    <a:pt x="3925964" y="2265161"/>
                  </a:lnTo>
                  <a:lnTo>
                    <a:pt x="3983163" y="2287663"/>
                  </a:lnTo>
                  <a:lnTo>
                    <a:pt x="4044208" y="2308064"/>
                  </a:lnTo>
                  <a:lnTo>
                    <a:pt x="4109867" y="2326556"/>
                  </a:lnTo>
                  <a:lnTo>
                    <a:pt x="4180895" y="2343337"/>
                  </a:lnTo>
                  <a:lnTo>
                    <a:pt x="4257981" y="2358591"/>
                  </a:lnTo>
                  <a:lnTo>
                    <a:pt x="4341683" y="2372484"/>
                  </a:lnTo>
                  <a:lnTo>
                    <a:pt x="4432336" y="2385150"/>
                  </a:lnTo>
                  <a:lnTo>
                    <a:pt x="4529941" y="2396696"/>
                  </a:lnTo>
                  <a:lnTo>
                    <a:pt x="4634026" y="2407192"/>
                  </a:lnTo>
                  <a:lnTo>
                    <a:pt x="4743503" y="2416681"/>
                  </a:lnTo>
                  <a:lnTo>
                    <a:pt x="4856544" y="2425174"/>
                  </a:lnTo>
                  <a:lnTo>
                    <a:pt x="4970522" y="2432661"/>
                  </a:lnTo>
                  <a:lnTo>
                    <a:pt x="5082069" y="2439121"/>
                  </a:lnTo>
                  <a:lnTo>
                    <a:pt x="5187298" y="2444537"/>
                  </a:lnTo>
                  <a:lnTo>
                    <a:pt x="5282215" y="2448908"/>
                  </a:lnTo>
                  <a:lnTo>
                    <a:pt x="5363256" y="2452268"/>
                  </a:lnTo>
                  <a:lnTo>
                    <a:pt x="5427873" y="2454692"/>
                  </a:lnTo>
                  <a:lnTo>
                    <a:pt x="5475006" y="2456300"/>
                  </a:lnTo>
                  <a:lnTo>
                    <a:pt x="5505340" y="2457243"/>
                  </a:lnTo>
                  <a:lnTo>
                    <a:pt x="5521305" y="2457697"/>
                  </a:lnTo>
                  <a:lnTo>
                    <a:pt x="5526893" y="2457843"/>
                  </a:lnTo>
                  <a:lnTo>
                    <a:pt x="5527445" y="2457857"/>
                  </a:lnTo>
                  <a:lnTo>
                    <a:pt x="6522385" y="2457857"/>
                  </a:lnTo>
                  <a:lnTo>
                    <a:pt x="6523476" y="2457812"/>
                  </a:lnTo>
                  <a:lnTo>
                    <a:pt x="6530678" y="2457491"/>
                  </a:lnTo>
                  <a:lnTo>
                    <a:pt x="6548950" y="2456606"/>
                  </a:lnTo>
                  <a:lnTo>
                    <a:pt x="6581907" y="2454861"/>
                  </a:lnTo>
                  <a:lnTo>
                    <a:pt x="6631616" y="2451975"/>
                  </a:lnTo>
                  <a:lnTo>
                    <a:pt x="6698443" y="2447707"/>
                  </a:lnTo>
                  <a:lnTo>
                    <a:pt x="6781095" y="2441875"/>
                  </a:lnTo>
                  <a:lnTo>
                    <a:pt x="6876903" y="2434367"/>
                  </a:lnTo>
                  <a:lnTo>
                    <a:pt x="6982298" y="2425138"/>
                  </a:lnTo>
                  <a:lnTo>
                    <a:pt x="7093374" y="2414192"/>
                  </a:lnTo>
                  <a:lnTo>
                    <a:pt x="7206394" y="2401561"/>
                  </a:lnTo>
                  <a:lnTo>
                    <a:pt x="7318157" y="2387279"/>
                  </a:lnTo>
                  <a:lnTo>
                    <a:pt x="7426189" y="2371358"/>
                  </a:lnTo>
                  <a:lnTo>
                    <a:pt x="7528790" y="2353774"/>
                  </a:lnTo>
                  <a:lnTo>
                    <a:pt x="7624961" y="2334456"/>
                  </a:lnTo>
                  <a:lnTo>
                    <a:pt x="7714287" y="2313282"/>
                  </a:lnTo>
                  <a:lnTo>
                    <a:pt x="7796798" y="2290077"/>
                  </a:lnTo>
                  <a:lnTo>
                    <a:pt x="7872839" y="2264616"/>
                  </a:lnTo>
                  <a:lnTo>
                    <a:pt x="7942961" y="2236628"/>
                  </a:lnTo>
                  <a:lnTo>
                    <a:pt x="8007842" y="2205810"/>
                  </a:lnTo>
                  <a:lnTo>
                    <a:pt x="8068216" y="2171839"/>
                  </a:lnTo>
                  <a:lnTo>
                    <a:pt x="8124832" y="2134403"/>
                  </a:lnTo>
                  <a:lnTo>
                    <a:pt x="8178411" y="2093245"/>
                  </a:lnTo>
                  <a:lnTo>
                    <a:pt x="8229611" y="2048231"/>
                  </a:lnTo>
                  <a:lnTo>
                    <a:pt x="8229629" y="2048214"/>
                  </a:lnTo>
                  <a:lnTo>
                    <a:pt x="8276128" y="2002354"/>
                  </a:lnTo>
                  <a:lnTo>
                    <a:pt x="8321428" y="1953018"/>
                  </a:lnTo>
                  <a:lnTo>
                    <a:pt x="8365866" y="1900136"/>
                  </a:lnTo>
                  <a:lnTo>
                    <a:pt x="8409712" y="1843697"/>
                  </a:lnTo>
                  <a:lnTo>
                    <a:pt x="8453179" y="1783762"/>
                  </a:lnTo>
                  <a:lnTo>
                    <a:pt x="8496430" y="1720461"/>
                  </a:lnTo>
                  <a:lnTo>
                    <a:pt x="8539587" y="1654005"/>
                  </a:lnTo>
                  <a:lnTo>
                    <a:pt x="8582734" y="1584683"/>
                  </a:lnTo>
                  <a:lnTo>
                    <a:pt x="8625921" y="1512860"/>
                  </a:lnTo>
                  <a:lnTo>
                    <a:pt x="8669173" y="1438971"/>
                  </a:lnTo>
                  <a:lnTo>
                    <a:pt x="8712491" y="1363514"/>
                  </a:lnTo>
                  <a:lnTo>
                    <a:pt x="8755859" y="1287033"/>
                  </a:lnTo>
                  <a:lnTo>
                    <a:pt x="8799251" y="1210105"/>
                  </a:lnTo>
                  <a:lnTo>
                    <a:pt x="8842634" y="1133323"/>
                  </a:lnTo>
                  <a:lnTo>
                    <a:pt x="8885980" y="1057272"/>
                  </a:lnTo>
                  <a:lnTo>
                    <a:pt x="8929267" y="982516"/>
                  </a:lnTo>
                  <a:lnTo>
                    <a:pt x="8972486" y="909579"/>
                  </a:lnTo>
                  <a:lnTo>
                    <a:pt x="9015649" y="838929"/>
                  </a:lnTo>
                  <a:lnTo>
                    <a:pt x="9058793" y="770968"/>
                  </a:lnTo>
                  <a:lnTo>
                    <a:pt x="9101983" y="706025"/>
                  </a:lnTo>
                  <a:lnTo>
                    <a:pt x="9145322" y="644349"/>
                  </a:lnTo>
                  <a:lnTo>
                    <a:pt x="9188951" y="586112"/>
                  </a:lnTo>
                  <a:lnTo>
                    <a:pt x="9233057" y="531409"/>
                  </a:lnTo>
                  <a:lnTo>
                    <a:pt x="9277879" y="480267"/>
                  </a:lnTo>
                  <a:lnTo>
                    <a:pt x="9323718" y="432643"/>
                  </a:lnTo>
                  <a:lnTo>
                    <a:pt x="9347647" y="409642"/>
                  </a:lnTo>
                  <a:lnTo>
                    <a:pt x="9398846" y="364627"/>
                  </a:lnTo>
                  <a:lnTo>
                    <a:pt x="9452424" y="323468"/>
                  </a:lnTo>
                  <a:lnTo>
                    <a:pt x="9509039" y="286031"/>
                  </a:lnTo>
                  <a:lnTo>
                    <a:pt x="9569412" y="252059"/>
                  </a:lnTo>
                  <a:lnTo>
                    <a:pt x="9634291" y="221239"/>
                  </a:lnTo>
                  <a:lnTo>
                    <a:pt x="9704411" y="193251"/>
                  </a:lnTo>
                  <a:lnTo>
                    <a:pt x="9780449" y="167788"/>
                  </a:lnTo>
                  <a:lnTo>
                    <a:pt x="9862958" y="144582"/>
                  </a:lnTo>
                  <a:lnTo>
                    <a:pt x="9952281" y="123407"/>
                  </a:lnTo>
                  <a:lnTo>
                    <a:pt x="10048450" y="104089"/>
                  </a:lnTo>
                  <a:lnTo>
                    <a:pt x="10151048" y="86504"/>
                  </a:lnTo>
                  <a:lnTo>
                    <a:pt x="10259079" y="70583"/>
                  </a:lnTo>
                  <a:lnTo>
                    <a:pt x="10370841" y="56300"/>
                  </a:lnTo>
                  <a:lnTo>
                    <a:pt x="10483861" y="43669"/>
                  </a:lnTo>
                  <a:lnTo>
                    <a:pt x="10594939" y="32722"/>
                  </a:lnTo>
                  <a:lnTo>
                    <a:pt x="10700337" y="23492"/>
                  </a:lnTo>
                  <a:lnTo>
                    <a:pt x="10796148" y="15984"/>
                  </a:lnTo>
                  <a:lnTo>
                    <a:pt x="10878806" y="10151"/>
                  </a:lnTo>
                  <a:lnTo>
                    <a:pt x="10945639" y="5883"/>
                  </a:lnTo>
                  <a:lnTo>
                    <a:pt x="10995354" y="2997"/>
                  </a:lnTo>
                  <a:lnTo>
                    <a:pt x="11028317" y="1251"/>
                  </a:lnTo>
                  <a:lnTo>
                    <a:pt x="11046594" y="365"/>
                  </a:lnTo>
                  <a:lnTo>
                    <a:pt x="11053799" y="45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" name="pl136"/>
            <p:cNvSpPr/>
            <p:nvPr/>
          </p:nvSpPr>
          <p:spPr>
            <a:xfrm>
              <a:off x="1199187" y="1603469"/>
              <a:ext cx="12049831" cy="2457857"/>
            </a:xfrm>
            <a:custGeom>
              <a:avLst/>
              <a:pathLst>
                <a:path w="12049831" h="2457857">
                  <a:moveTo>
                    <a:pt x="12049831" y="0"/>
                  </a:moveTo>
                  <a:lnTo>
                    <a:pt x="11054891" y="0"/>
                  </a:lnTo>
                  <a:lnTo>
                    <a:pt x="11053801" y="45"/>
                  </a:lnTo>
                  <a:lnTo>
                    <a:pt x="11046598" y="365"/>
                  </a:lnTo>
                  <a:lnTo>
                    <a:pt x="11028326" y="1250"/>
                  </a:lnTo>
                  <a:lnTo>
                    <a:pt x="10995369" y="2996"/>
                  </a:lnTo>
                  <a:lnTo>
                    <a:pt x="10945660" y="5881"/>
                  </a:lnTo>
                  <a:lnTo>
                    <a:pt x="10878833" y="10149"/>
                  </a:lnTo>
                  <a:lnTo>
                    <a:pt x="10796181" y="15981"/>
                  </a:lnTo>
                  <a:lnTo>
                    <a:pt x="10700374" y="23489"/>
                  </a:lnTo>
                  <a:lnTo>
                    <a:pt x="10594979" y="32718"/>
                  </a:lnTo>
                  <a:lnTo>
                    <a:pt x="10483903" y="43664"/>
                  </a:lnTo>
                  <a:lnTo>
                    <a:pt x="10370882" y="56295"/>
                  </a:lnTo>
                  <a:lnTo>
                    <a:pt x="10259120" y="70577"/>
                  </a:lnTo>
                  <a:lnTo>
                    <a:pt x="10151087" y="86498"/>
                  </a:lnTo>
                  <a:lnTo>
                    <a:pt x="10048486" y="104082"/>
                  </a:lnTo>
                  <a:lnTo>
                    <a:pt x="9952316" y="123400"/>
                  </a:lnTo>
                  <a:lnTo>
                    <a:pt x="9862989" y="144574"/>
                  </a:lnTo>
                  <a:lnTo>
                    <a:pt x="9780479" y="167779"/>
                  </a:lnTo>
                  <a:lnTo>
                    <a:pt x="9704438" y="193241"/>
                  </a:lnTo>
                  <a:lnTo>
                    <a:pt x="9634315" y="221228"/>
                  </a:lnTo>
                  <a:lnTo>
                    <a:pt x="9569435" y="252047"/>
                  </a:lnTo>
                  <a:lnTo>
                    <a:pt x="9509061" y="286017"/>
                  </a:lnTo>
                  <a:lnTo>
                    <a:pt x="9452445" y="323453"/>
                  </a:lnTo>
                  <a:lnTo>
                    <a:pt x="9398865" y="364611"/>
                  </a:lnTo>
                  <a:lnTo>
                    <a:pt x="9347666" y="409625"/>
                  </a:lnTo>
                  <a:lnTo>
                    <a:pt x="9347647" y="409642"/>
                  </a:lnTo>
                  <a:lnTo>
                    <a:pt x="9301148" y="455502"/>
                  </a:lnTo>
                  <a:lnTo>
                    <a:pt x="9255848" y="504838"/>
                  </a:lnTo>
                  <a:lnTo>
                    <a:pt x="9211410" y="557721"/>
                  </a:lnTo>
                  <a:lnTo>
                    <a:pt x="9167564" y="614159"/>
                  </a:lnTo>
                  <a:lnTo>
                    <a:pt x="9124098" y="674095"/>
                  </a:lnTo>
                  <a:lnTo>
                    <a:pt x="9080846" y="737395"/>
                  </a:lnTo>
                  <a:lnTo>
                    <a:pt x="9037689" y="803851"/>
                  </a:lnTo>
                  <a:lnTo>
                    <a:pt x="8994543" y="873173"/>
                  </a:lnTo>
                  <a:lnTo>
                    <a:pt x="8951355" y="944996"/>
                  </a:lnTo>
                  <a:lnTo>
                    <a:pt x="8908103" y="1018885"/>
                  </a:lnTo>
                  <a:lnTo>
                    <a:pt x="8864785" y="1094342"/>
                  </a:lnTo>
                  <a:lnTo>
                    <a:pt x="8821417" y="1170823"/>
                  </a:lnTo>
                  <a:lnTo>
                    <a:pt x="8778026" y="1247751"/>
                  </a:lnTo>
                  <a:lnTo>
                    <a:pt x="8734642" y="1324534"/>
                  </a:lnTo>
                  <a:lnTo>
                    <a:pt x="8691296" y="1400584"/>
                  </a:lnTo>
                  <a:lnTo>
                    <a:pt x="8648009" y="1475340"/>
                  </a:lnTo>
                  <a:lnTo>
                    <a:pt x="8604790" y="1548277"/>
                  </a:lnTo>
                  <a:lnTo>
                    <a:pt x="8561627" y="1618927"/>
                  </a:lnTo>
                  <a:lnTo>
                    <a:pt x="8518484" y="1686888"/>
                  </a:lnTo>
                  <a:lnTo>
                    <a:pt x="8475293" y="1751832"/>
                  </a:lnTo>
                  <a:lnTo>
                    <a:pt x="8431954" y="1813508"/>
                  </a:lnTo>
                  <a:lnTo>
                    <a:pt x="8388326" y="1871745"/>
                  </a:lnTo>
                  <a:lnTo>
                    <a:pt x="8344220" y="1926447"/>
                  </a:lnTo>
                  <a:lnTo>
                    <a:pt x="8299398" y="1977590"/>
                  </a:lnTo>
                  <a:lnTo>
                    <a:pt x="8253558" y="2025213"/>
                  </a:lnTo>
                  <a:lnTo>
                    <a:pt x="8229629" y="2048214"/>
                  </a:lnTo>
                  <a:lnTo>
                    <a:pt x="8178431" y="2093229"/>
                  </a:lnTo>
                  <a:lnTo>
                    <a:pt x="8124852" y="2134389"/>
                  </a:lnTo>
                  <a:lnTo>
                    <a:pt x="8068237" y="2171826"/>
                  </a:lnTo>
                  <a:lnTo>
                    <a:pt x="8007864" y="2205798"/>
                  </a:lnTo>
                  <a:lnTo>
                    <a:pt x="7942986" y="2236617"/>
                  </a:lnTo>
                  <a:lnTo>
                    <a:pt x="7872865" y="2264606"/>
                  </a:lnTo>
                  <a:lnTo>
                    <a:pt x="7796827" y="2290068"/>
                  </a:lnTo>
                  <a:lnTo>
                    <a:pt x="7714319" y="2313274"/>
                  </a:lnTo>
                  <a:lnTo>
                    <a:pt x="7624995" y="2334449"/>
                  </a:lnTo>
                  <a:lnTo>
                    <a:pt x="7528827" y="2353767"/>
                  </a:lnTo>
                  <a:lnTo>
                    <a:pt x="7426228" y="2371352"/>
                  </a:lnTo>
                  <a:lnTo>
                    <a:pt x="7318197" y="2387274"/>
                  </a:lnTo>
                  <a:lnTo>
                    <a:pt x="7206436" y="2401557"/>
                  </a:lnTo>
                  <a:lnTo>
                    <a:pt x="7093415" y="2414188"/>
                  </a:lnTo>
                  <a:lnTo>
                    <a:pt x="6982338" y="2425134"/>
                  </a:lnTo>
                  <a:lnTo>
                    <a:pt x="6876940" y="2434364"/>
                  </a:lnTo>
                  <a:lnTo>
                    <a:pt x="6781128" y="2441873"/>
                  </a:lnTo>
                  <a:lnTo>
                    <a:pt x="6698471" y="2447705"/>
                  </a:lnTo>
                  <a:lnTo>
                    <a:pt x="6631638" y="2451974"/>
                  </a:lnTo>
                  <a:lnTo>
                    <a:pt x="6581922" y="2454860"/>
                  </a:lnTo>
                  <a:lnTo>
                    <a:pt x="6548960" y="2456606"/>
                  </a:lnTo>
                  <a:lnTo>
                    <a:pt x="6530683" y="2457491"/>
                  </a:lnTo>
                  <a:lnTo>
                    <a:pt x="6523477" y="2457812"/>
                  </a:lnTo>
                  <a:lnTo>
                    <a:pt x="6522385" y="2457857"/>
                  </a:lnTo>
                  <a:lnTo>
                    <a:pt x="6522385" y="2457857"/>
                  </a:lnTo>
                  <a:lnTo>
                    <a:pt x="5527445" y="2457857"/>
                  </a:lnTo>
                  <a:lnTo>
                    <a:pt x="5526326" y="2457829"/>
                  </a:lnTo>
                  <a:lnTo>
                    <a:pt x="5518935" y="2457633"/>
                  </a:lnTo>
                  <a:lnTo>
                    <a:pt x="5500200" y="2457090"/>
                  </a:lnTo>
                  <a:lnTo>
                    <a:pt x="5466439" y="2456019"/>
                  </a:lnTo>
                  <a:lnTo>
                    <a:pt x="5415584" y="2454250"/>
                  </a:lnTo>
                  <a:lnTo>
                    <a:pt x="5347330" y="2451635"/>
                  </a:lnTo>
                  <a:lnTo>
                    <a:pt x="5263082" y="2448064"/>
                  </a:lnTo>
                  <a:lnTo>
                    <a:pt x="5165650" y="2443473"/>
                  </a:lnTo>
                  <a:lnTo>
                    <a:pt x="5058739" y="2437834"/>
                  </a:lnTo>
                  <a:lnTo>
                    <a:pt x="4946362" y="2431154"/>
                  </a:lnTo>
                  <a:lnTo>
                    <a:pt x="4832324" y="2423451"/>
                  </a:lnTo>
                  <a:lnTo>
                    <a:pt x="4719848" y="2414746"/>
                  </a:lnTo>
                  <a:lnTo>
                    <a:pt x="4611391" y="2405045"/>
                  </a:lnTo>
                  <a:lnTo>
                    <a:pt x="4508617" y="2394330"/>
                  </a:lnTo>
                  <a:lnTo>
                    <a:pt x="4412469" y="2382553"/>
                  </a:lnTo>
                  <a:lnTo>
                    <a:pt x="4323307" y="2369636"/>
                  </a:lnTo>
                  <a:lnTo>
                    <a:pt x="4241050" y="2355466"/>
                  </a:lnTo>
                  <a:lnTo>
                    <a:pt x="4165305" y="2339902"/>
                  </a:lnTo>
                  <a:lnTo>
                    <a:pt x="4095479" y="2322774"/>
                  </a:lnTo>
                  <a:lnTo>
                    <a:pt x="4030866" y="2303892"/>
                  </a:lnTo>
                  <a:lnTo>
                    <a:pt x="3970703" y="2283060"/>
                  </a:lnTo>
                  <a:lnTo>
                    <a:pt x="3914224" y="2260089"/>
                  </a:lnTo>
                  <a:lnTo>
                    <a:pt x="3860698" y="2234832"/>
                  </a:lnTo>
                  <a:lnTo>
                    <a:pt x="3820202" y="2213294"/>
                  </a:lnTo>
                  <a:lnTo>
                    <a:pt x="3766587" y="2181472"/>
                  </a:lnTo>
                  <a:lnTo>
                    <a:pt x="3714500" y="2146867"/>
                  </a:lnTo>
                  <a:lnTo>
                    <a:pt x="3663445" y="2109429"/>
                  </a:lnTo>
                  <a:lnTo>
                    <a:pt x="3613042" y="2069173"/>
                  </a:lnTo>
                  <a:lnTo>
                    <a:pt x="3563004" y="2026189"/>
                  </a:lnTo>
                  <a:lnTo>
                    <a:pt x="3513124" y="1980650"/>
                  </a:lnTo>
                  <a:lnTo>
                    <a:pt x="3463265" y="1932809"/>
                  </a:lnTo>
                  <a:lnTo>
                    <a:pt x="3413348" y="1883005"/>
                  </a:lnTo>
                  <a:lnTo>
                    <a:pt x="3363343" y="1831648"/>
                  </a:lnTo>
                  <a:lnTo>
                    <a:pt x="3313257" y="1779212"/>
                  </a:lnTo>
                  <a:lnTo>
                    <a:pt x="3263123" y="1726213"/>
                  </a:lnTo>
                  <a:lnTo>
                    <a:pt x="3212987" y="1673193"/>
                  </a:lnTo>
                  <a:lnTo>
                    <a:pt x="3162896" y="1620694"/>
                  </a:lnTo>
                  <a:lnTo>
                    <a:pt x="3112884" y="1569237"/>
                  </a:lnTo>
                  <a:lnTo>
                    <a:pt x="3062962" y="1519297"/>
                  </a:lnTo>
                  <a:lnTo>
                    <a:pt x="3013100" y="1471293"/>
                  </a:lnTo>
                  <a:lnTo>
                    <a:pt x="2963226" y="1425566"/>
                  </a:lnTo>
                  <a:lnTo>
                    <a:pt x="2913206" y="1382378"/>
                  </a:lnTo>
                  <a:lnTo>
                    <a:pt x="2862840" y="1341907"/>
                  </a:lnTo>
                  <a:lnTo>
                    <a:pt x="2811848" y="1304251"/>
                  </a:lnTo>
                  <a:lnTo>
                    <a:pt x="2759856" y="1269430"/>
                  </a:lnTo>
                  <a:lnTo>
                    <a:pt x="2706380" y="1237396"/>
                  </a:lnTo>
                  <a:lnTo>
                    <a:pt x="2702183" y="1235042"/>
                  </a:lnTo>
                  <a:lnTo>
                    <a:pt x="2650516" y="1207937"/>
                  </a:lnTo>
                  <a:lnTo>
                    <a:pt x="2596421" y="1183175"/>
                  </a:lnTo>
                  <a:lnTo>
                    <a:pt x="2539222" y="1160673"/>
                  </a:lnTo>
                  <a:lnTo>
                    <a:pt x="2478177" y="1140272"/>
                  </a:lnTo>
                  <a:lnTo>
                    <a:pt x="2412518" y="1121780"/>
                  </a:lnTo>
                  <a:lnTo>
                    <a:pt x="2341490" y="1104999"/>
                  </a:lnTo>
                  <a:lnTo>
                    <a:pt x="2264404" y="1089745"/>
                  </a:lnTo>
                  <a:lnTo>
                    <a:pt x="2180702" y="1075853"/>
                  </a:lnTo>
                  <a:lnTo>
                    <a:pt x="2090049" y="1063186"/>
                  </a:lnTo>
                  <a:lnTo>
                    <a:pt x="1992444" y="1051641"/>
                  </a:lnTo>
                  <a:lnTo>
                    <a:pt x="1888359" y="1041144"/>
                  </a:lnTo>
                  <a:lnTo>
                    <a:pt x="1778882" y="1031655"/>
                  </a:lnTo>
                  <a:lnTo>
                    <a:pt x="1665841" y="1023162"/>
                  </a:lnTo>
                  <a:lnTo>
                    <a:pt x="1551863" y="1015675"/>
                  </a:lnTo>
                  <a:lnTo>
                    <a:pt x="1440316" y="1009215"/>
                  </a:lnTo>
                  <a:lnTo>
                    <a:pt x="1335087" y="1003800"/>
                  </a:lnTo>
                  <a:lnTo>
                    <a:pt x="1240170" y="999429"/>
                  </a:lnTo>
                  <a:lnTo>
                    <a:pt x="1159129" y="996068"/>
                  </a:lnTo>
                  <a:lnTo>
                    <a:pt x="1094512" y="993644"/>
                  </a:lnTo>
                  <a:lnTo>
                    <a:pt x="1047379" y="992036"/>
                  </a:lnTo>
                  <a:lnTo>
                    <a:pt x="1017045" y="991093"/>
                  </a:lnTo>
                  <a:lnTo>
                    <a:pt x="1001080" y="990639"/>
                  </a:lnTo>
                  <a:lnTo>
                    <a:pt x="995492" y="990493"/>
                  </a:lnTo>
                  <a:lnTo>
                    <a:pt x="994940" y="990479"/>
                  </a:lnTo>
                  <a:lnTo>
                    <a:pt x="0" y="990479"/>
                  </a:lnTo>
                  <a:lnTo>
                    <a:pt x="0" y="9904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" name="pg137"/>
            <p:cNvSpPr/>
            <p:nvPr/>
          </p:nvSpPr>
          <p:spPr>
            <a:xfrm>
              <a:off x="1199187" y="1760688"/>
              <a:ext cx="12049831" cy="2337322"/>
            </a:xfrm>
            <a:custGeom>
              <a:avLst/>
              <a:pathLst>
                <a:path w="12049831" h="2337322">
                  <a:moveTo>
                    <a:pt x="0" y="864704"/>
                  </a:moveTo>
                  <a:lnTo>
                    <a:pt x="994940" y="864704"/>
                  </a:lnTo>
                  <a:lnTo>
                    <a:pt x="996059" y="864732"/>
                  </a:lnTo>
                  <a:lnTo>
                    <a:pt x="1003449" y="864929"/>
                  </a:lnTo>
                  <a:lnTo>
                    <a:pt x="1022182" y="865474"/>
                  </a:lnTo>
                  <a:lnTo>
                    <a:pt x="1055940" y="866548"/>
                  </a:lnTo>
                  <a:lnTo>
                    <a:pt x="1106790" y="868324"/>
                  </a:lnTo>
                  <a:lnTo>
                    <a:pt x="1175039" y="870948"/>
                  </a:lnTo>
                  <a:lnTo>
                    <a:pt x="1259280" y="874530"/>
                  </a:lnTo>
                  <a:lnTo>
                    <a:pt x="1356705" y="879138"/>
                  </a:lnTo>
                  <a:lnTo>
                    <a:pt x="1463611" y="884796"/>
                  </a:lnTo>
                  <a:lnTo>
                    <a:pt x="1575982" y="891500"/>
                  </a:lnTo>
                  <a:lnTo>
                    <a:pt x="1690016" y="899229"/>
                  </a:lnTo>
                  <a:lnTo>
                    <a:pt x="1802489" y="907965"/>
                  </a:lnTo>
                  <a:lnTo>
                    <a:pt x="1910944" y="917700"/>
                  </a:lnTo>
                  <a:lnTo>
                    <a:pt x="2013718" y="928452"/>
                  </a:lnTo>
                  <a:lnTo>
                    <a:pt x="2109866" y="940270"/>
                  </a:lnTo>
                  <a:lnTo>
                    <a:pt x="2199028" y="953232"/>
                  </a:lnTo>
                  <a:lnTo>
                    <a:pt x="2281287" y="967451"/>
                  </a:lnTo>
                  <a:lnTo>
                    <a:pt x="2357033" y="983070"/>
                  </a:lnTo>
                  <a:lnTo>
                    <a:pt x="2426860" y="1000257"/>
                  </a:lnTo>
                  <a:lnTo>
                    <a:pt x="2491475" y="1019204"/>
                  </a:lnTo>
                  <a:lnTo>
                    <a:pt x="2551638" y="1040109"/>
                  </a:lnTo>
                  <a:lnTo>
                    <a:pt x="2608118" y="1063160"/>
                  </a:lnTo>
                  <a:lnTo>
                    <a:pt x="2661643" y="1088504"/>
                  </a:lnTo>
                  <a:lnTo>
                    <a:pt x="2702183" y="1110140"/>
                  </a:lnTo>
                  <a:lnTo>
                    <a:pt x="2755757" y="1142051"/>
                  </a:lnTo>
                  <a:lnTo>
                    <a:pt x="2807805" y="1176748"/>
                  </a:lnTo>
                  <a:lnTo>
                    <a:pt x="2858822" y="1214285"/>
                  </a:lnTo>
                  <a:lnTo>
                    <a:pt x="2909187" y="1254647"/>
                  </a:lnTo>
                  <a:lnTo>
                    <a:pt x="2959188" y="1297741"/>
                  </a:lnTo>
                  <a:lnTo>
                    <a:pt x="3009030" y="1343398"/>
                  </a:lnTo>
                  <a:lnTo>
                    <a:pt x="3058850" y="1391361"/>
                  </a:lnTo>
                  <a:lnTo>
                    <a:pt x="3108727" y="1441294"/>
                  </a:lnTo>
                  <a:lnTo>
                    <a:pt x="3158693" y="1492786"/>
                  </a:lnTo>
                  <a:lnTo>
                    <a:pt x="3208740" y="1545363"/>
                  </a:lnTo>
                  <a:lnTo>
                    <a:pt x="3258835" y="1598508"/>
                  </a:lnTo>
                  <a:lnTo>
                    <a:pt x="3308932" y="1651678"/>
                  </a:lnTo>
                  <a:lnTo>
                    <a:pt x="3358985" y="1704331"/>
                  </a:lnTo>
                  <a:lnTo>
                    <a:pt x="3408959" y="1755946"/>
                  </a:lnTo>
                  <a:lnTo>
                    <a:pt x="3458844" y="1806044"/>
                  </a:lnTo>
                  <a:lnTo>
                    <a:pt x="3508667" y="1854208"/>
                  </a:lnTo>
                  <a:lnTo>
                    <a:pt x="3558502" y="1900094"/>
                  </a:lnTo>
                  <a:lnTo>
                    <a:pt x="3608480" y="1943439"/>
                  </a:lnTo>
                  <a:lnTo>
                    <a:pt x="3658801" y="1984062"/>
                  </a:lnTo>
                  <a:lnTo>
                    <a:pt x="3709741" y="2021867"/>
                  </a:lnTo>
                  <a:lnTo>
                    <a:pt x="3761673" y="2056830"/>
                  </a:lnTo>
                  <a:lnTo>
                    <a:pt x="3815079" y="2088999"/>
                  </a:lnTo>
                  <a:lnTo>
                    <a:pt x="3820202" y="2091886"/>
                  </a:lnTo>
                  <a:lnTo>
                    <a:pt x="3871867" y="2119087"/>
                  </a:lnTo>
                  <a:lnTo>
                    <a:pt x="3925960" y="2143937"/>
                  </a:lnTo>
                  <a:lnTo>
                    <a:pt x="3983157" y="2166519"/>
                  </a:lnTo>
                  <a:lnTo>
                    <a:pt x="4044199" y="2186992"/>
                  </a:lnTo>
                  <a:lnTo>
                    <a:pt x="4109855" y="2205550"/>
                  </a:lnTo>
                  <a:lnTo>
                    <a:pt x="4180879" y="2222390"/>
                  </a:lnTo>
                  <a:lnTo>
                    <a:pt x="4257961" y="2237698"/>
                  </a:lnTo>
                  <a:lnTo>
                    <a:pt x="4341658" y="2251640"/>
                  </a:lnTo>
                  <a:lnTo>
                    <a:pt x="4432305" y="2264352"/>
                  </a:lnTo>
                  <a:lnTo>
                    <a:pt x="4529905" y="2275939"/>
                  </a:lnTo>
                  <a:lnTo>
                    <a:pt x="4633983" y="2286473"/>
                  </a:lnTo>
                  <a:lnTo>
                    <a:pt x="4743455" y="2295995"/>
                  </a:lnTo>
                  <a:lnTo>
                    <a:pt x="4856491" y="2304519"/>
                  </a:lnTo>
                  <a:lnTo>
                    <a:pt x="4970465" y="2312033"/>
                  </a:lnTo>
                  <a:lnTo>
                    <a:pt x="5082010" y="2318516"/>
                  </a:lnTo>
                  <a:lnTo>
                    <a:pt x="5187240" y="2323952"/>
                  </a:lnTo>
                  <a:lnTo>
                    <a:pt x="5282161" y="2328339"/>
                  </a:lnTo>
                  <a:lnTo>
                    <a:pt x="5363209" y="2331711"/>
                  </a:lnTo>
                  <a:lnTo>
                    <a:pt x="5427835" y="2334145"/>
                  </a:lnTo>
                  <a:lnTo>
                    <a:pt x="5474979" y="2335759"/>
                  </a:lnTo>
                  <a:lnTo>
                    <a:pt x="5505323" y="2336706"/>
                  </a:lnTo>
                  <a:lnTo>
                    <a:pt x="5521297" y="2337162"/>
                  </a:lnTo>
                  <a:lnTo>
                    <a:pt x="5526891" y="2337309"/>
                  </a:lnTo>
                  <a:lnTo>
                    <a:pt x="5527445" y="2337322"/>
                  </a:lnTo>
                  <a:lnTo>
                    <a:pt x="6522385" y="2337322"/>
                  </a:lnTo>
                  <a:lnTo>
                    <a:pt x="6523480" y="2337279"/>
                  </a:lnTo>
                  <a:lnTo>
                    <a:pt x="6530711" y="2336974"/>
                  </a:lnTo>
                  <a:lnTo>
                    <a:pt x="6549053" y="2336130"/>
                  </a:lnTo>
                  <a:lnTo>
                    <a:pt x="6582132" y="2334468"/>
                  </a:lnTo>
                  <a:lnTo>
                    <a:pt x="6632014" y="2331719"/>
                  </a:lnTo>
                  <a:lnTo>
                    <a:pt x="6699057" y="2327653"/>
                  </a:lnTo>
                  <a:lnTo>
                    <a:pt x="6781952" y="2322098"/>
                  </a:lnTo>
                  <a:lnTo>
                    <a:pt x="6878006" y="2314948"/>
                  </a:lnTo>
                  <a:lnTo>
                    <a:pt x="6983633" y="2306160"/>
                  </a:lnTo>
                  <a:lnTo>
                    <a:pt x="7094908" y="2295739"/>
                  </a:lnTo>
                  <a:lnTo>
                    <a:pt x="7208085" y="2283716"/>
                  </a:lnTo>
                  <a:lnTo>
                    <a:pt x="7319958" y="2270122"/>
                  </a:lnTo>
                  <a:lnTo>
                    <a:pt x="7428057" y="2254968"/>
                  </a:lnTo>
                  <a:lnTo>
                    <a:pt x="7530686" y="2238232"/>
                  </a:lnTo>
                  <a:lnTo>
                    <a:pt x="7626855" y="2219844"/>
                  </a:lnTo>
                  <a:lnTo>
                    <a:pt x="7716157" y="2199688"/>
                  </a:lnTo>
                  <a:lnTo>
                    <a:pt x="7798630" y="2177594"/>
                  </a:lnTo>
                  <a:lnTo>
                    <a:pt x="7874626" y="2153349"/>
                  </a:lnTo>
                  <a:lnTo>
                    <a:pt x="7944703" y="2126693"/>
                  </a:lnTo>
                  <a:lnTo>
                    <a:pt x="8009542" y="2097336"/>
                  </a:lnTo>
                  <a:lnTo>
                    <a:pt x="8069884" y="2064972"/>
                  </a:lnTo>
                  <a:lnTo>
                    <a:pt x="8126478" y="2029303"/>
                  </a:lnTo>
                  <a:lnTo>
                    <a:pt x="8180048" y="1990087"/>
                  </a:lnTo>
                  <a:lnTo>
                    <a:pt x="8229629" y="1948642"/>
                  </a:lnTo>
                  <a:lnTo>
                    <a:pt x="8276943" y="1904326"/>
                  </a:lnTo>
                  <a:lnTo>
                    <a:pt x="8323021" y="1856592"/>
                  </a:lnTo>
                  <a:lnTo>
                    <a:pt x="8368217" y="1805371"/>
                  </a:lnTo>
                  <a:lnTo>
                    <a:pt x="8412813" y="1750656"/>
                  </a:lnTo>
                  <a:lnTo>
                    <a:pt x="8457029" y="1692511"/>
                  </a:lnTo>
                  <a:lnTo>
                    <a:pt x="8501035" y="1631075"/>
                  </a:lnTo>
                  <a:lnTo>
                    <a:pt x="8544955" y="1566564"/>
                  </a:lnTo>
                  <a:lnTo>
                    <a:pt x="8588872" y="1499277"/>
                  </a:lnTo>
                  <a:lnTo>
                    <a:pt x="8632836" y="1429589"/>
                  </a:lnTo>
                  <a:lnTo>
                    <a:pt x="8676868" y="1357945"/>
                  </a:lnTo>
                  <a:lnTo>
                    <a:pt x="8720967" y="1284851"/>
                  </a:lnTo>
                  <a:lnTo>
                    <a:pt x="8765113" y="1210861"/>
                  </a:lnTo>
                  <a:lnTo>
                    <a:pt x="8809277" y="1136555"/>
                  </a:lnTo>
                  <a:lnTo>
                    <a:pt x="8853425" y="1062526"/>
                  </a:lnTo>
                  <a:lnTo>
                    <a:pt x="8897528" y="989356"/>
                  </a:lnTo>
                  <a:lnTo>
                    <a:pt x="8941565" y="917602"/>
                  </a:lnTo>
                  <a:lnTo>
                    <a:pt x="8985533" y="847771"/>
                  </a:lnTo>
                  <a:lnTo>
                    <a:pt x="9029452" y="780315"/>
                  </a:lnTo>
                  <a:lnTo>
                    <a:pt x="9073369" y="715613"/>
                  </a:lnTo>
                  <a:lnTo>
                    <a:pt x="9117366" y="653968"/>
                  </a:lnTo>
                  <a:lnTo>
                    <a:pt x="9161564" y="595603"/>
                  </a:lnTo>
                  <a:lnTo>
                    <a:pt x="9206129" y="540661"/>
                  </a:lnTo>
                  <a:lnTo>
                    <a:pt x="9251278" y="489211"/>
                  </a:lnTo>
                  <a:lnTo>
                    <a:pt x="9297289" y="441251"/>
                  </a:lnTo>
                  <a:lnTo>
                    <a:pt x="9344509" y="396715"/>
                  </a:lnTo>
                  <a:lnTo>
                    <a:pt x="9347647" y="393920"/>
                  </a:lnTo>
                  <a:lnTo>
                    <a:pt x="9398917" y="351153"/>
                  </a:lnTo>
                  <a:lnTo>
                    <a:pt x="9452574" y="312054"/>
                  </a:lnTo>
                  <a:lnTo>
                    <a:pt x="9509278" y="276496"/>
                  </a:lnTo>
                  <a:lnTo>
                    <a:pt x="9569753" y="244234"/>
                  </a:lnTo>
                  <a:lnTo>
                    <a:pt x="9634750" y="214969"/>
                  </a:lnTo>
                  <a:lnTo>
                    <a:pt x="9705008" y="188395"/>
                  </a:lnTo>
                  <a:lnTo>
                    <a:pt x="9781205" y="164223"/>
                  </a:lnTo>
                  <a:lnTo>
                    <a:pt x="9863894" y="142195"/>
                  </a:lnTo>
                  <a:lnTo>
                    <a:pt x="9953419" y="122098"/>
                  </a:lnTo>
                  <a:lnTo>
                    <a:pt x="10049806" y="103765"/>
                  </a:lnTo>
                  <a:lnTo>
                    <a:pt x="10152630" y="87080"/>
                  </a:lnTo>
                  <a:lnTo>
                    <a:pt x="10260881" y="71977"/>
                  </a:lnTo>
                  <a:lnTo>
                    <a:pt x="10372839" y="58434"/>
                  </a:lnTo>
                  <a:lnTo>
                    <a:pt x="10486008" y="46462"/>
                  </a:lnTo>
                  <a:lnTo>
                    <a:pt x="10597162" y="36093"/>
                  </a:lnTo>
                  <a:lnTo>
                    <a:pt x="10702541" y="27358"/>
                  </a:lnTo>
                  <a:lnTo>
                    <a:pt x="10798223" y="20260"/>
                  </a:lnTo>
                  <a:lnTo>
                    <a:pt x="10880641" y="14756"/>
                  </a:lnTo>
                  <a:lnTo>
                    <a:pt x="10947143" y="10736"/>
                  </a:lnTo>
                  <a:lnTo>
                    <a:pt x="10996468" y="8025"/>
                  </a:lnTo>
                  <a:lnTo>
                    <a:pt x="11029030" y="6393"/>
                  </a:lnTo>
                  <a:lnTo>
                    <a:pt x="11046949" y="5572"/>
                  </a:lnTo>
                  <a:lnTo>
                    <a:pt x="11053897" y="527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6" y="42"/>
                  </a:lnTo>
                  <a:lnTo>
                    <a:pt x="11046565" y="348"/>
                  </a:lnTo>
                  <a:lnTo>
                    <a:pt x="11028223" y="1191"/>
                  </a:lnTo>
                  <a:lnTo>
                    <a:pt x="10995145" y="2854"/>
                  </a:lnTo>
                  <a:lnTo>
                    <a:pt x="10945263" y="5603"/>
                  </a:lnTo>
                  <a:lnTo>
                    <a:pt x="10878219" y="9669"/>
                  </a:lnTo>
                  <a:lnTo>
                    <a:pt x="10795325" y="15224"/>
                  </a:lnTo>
                  <a:lnTo>
                    <a:pt x="10699270" y="22374"/>
                  </a:lnTo>
                  <a:lnTo>
                    <a:pt x="10593644" y="31162"/>
                  </a:lnTo>
                  <a:lnTo>
                    <a:pt x="10482368" y="41582"/>
                  </a:lnTo>
                  <a:lnTo>
                    <a:pt x="10369192" y="53606"/>
                  </a:lnTo>
                  <a:lnTo>
                    <a:pt x="10257318" y="67200"/>
                  </a:lnTo>
                  <a:lnTo>
                    <a:pt x="10149219" y="82353"/>
                  </a:lnTo>
                  <a:lnTo>
                    <a:pt x="10046591" y="99090"/>
                  </a:lnTo>
                  <a:lnTo>
                    <a:pt x="9950422" y="117478"/>
                  </a:lnTo>
                  <a:lnTo>
                    <a:pt x="9861120" y="137634"/>
                  </a:lnTo>
                  <a:lnTo>
                    <a:pt x="9778647" y="159728"/>
                  </a:lnTo>
                  <a:lnTo>
                    <a:pt x="9702651" y="183973"/>
                  </a:lnTo>
                  <a:lnTo>
                    <a:pt x="9632574" y="210629"/>
                  </a:lnTo>
                  <a:lnTo>
                    <a:pt x="9567734" y="239986"/>
                  </a:lnTo>
                  <a:lnTo>
                    <a:pt x="9507393" y="272350"/>
                  </a:lnTo>
                  <a:lnTo>
                    <a:pt x="9450799" y="308019"/>
                  </a:lnTo>
                  <a:lnTo>
                    <a:pt x="9397229" y="347235"/>
                  </a:lnTo>
                  <a:lnTo>
                    <a:pt x="9347647" y="388680"/>
                  </a:lnTo>
                  <a:lnTo>
                    <a:pt x="9300334" y="432996"/>
                  </a:lnTo>
                  <a:lnTo>
                    <a:pt x="9254256" y="480730"/>
                  </a:lnTo>
                  <a:lnTo>
                    <a:pt x="9209059" y="531951"/>
                  </a:lnTo>
                  <a:lnTo>
                    <a:pt x="9164464" y="586666"/>
                  </a:lnTo>
                  <a:lnTo>
                    <a:pt x="9120247" y="644811"/>
                  </a:lnTo>
                  <a:lnTo>
                    <a:pt x="9076241" y="706247"/>
                  </a:lnTo>
                  <a:lnTo>
                    <a:pt x="9032322" y="770758"/>
                  </a:lnTo>
                  <a:lnTo>
                    <a:pt x="8988405" y="838045"/>
                  </a:lnTo>
                  <a:lnTo>
                    <a:pt x="8944441" y="907733"/>
                  </a:lnTo>
                  <a:lnTo>
                    <a:pt x="8900408" y="979377"/>
                  </a:lnTo>
                  <a:lnTo>
                    <a:pt x="8856309" y="1052471"/>
                  </a:lnTo>
                  <a:lnTo>
                    <a:pt x="8812163" y="1126461"/>
                  </a:lnTo>
                  <a:lnTo>
                    <a:pt x="8768000" y="1200767"/>
                  </a:lnTo>
                  <a:lnTo>
                    <a:pt x="8723851" y="1274796"/>
                  </a:lnTo>
                  <a:lnTo>
                    <a:pt x="8679749" y="1347965"/>
                  </a:lnTo>
                  <a:lnTo>
                    <a:pt x="8635712" y="1419720"/>
                  </a:lnTo>
                  <a:lnTo>
                    <a:pt x="8591743" y="1489551"/>
                  </a:lnTo>
                  <a:lnTo>
                    <a:pt x="8547824" y="1557007"/>
                  </a:lnTo>
                  <a:lnTo>
                    <a:pt x="8503907" y="1621709"/>
                  </a:lnTo>
                  <a:lnTo>
                    <a:pt x="8459910" y="1683354"/>
                  </a:lnTo>
                  <a:lnTo>
                    <a:pt x="8415712" y="1741719"/>
                  </a:lnTo>
                  <a:lnTo>
                    <a:pt x="8371147" y="1796660"/>
                  </a:lnTo>
                  <a:lnTo>
                    <a:pt x="8325998" y="1848111"/>
                  </a:lnTo>
                  <a:lnTo>
                    <a:pt x="8279988" y="1896071"/>
                  </a:lnTo>
                  <a:lnTo>
                    <a:pt x="8232767" y="1940607"/>
                  </a:lnTo>
                  <a:lnTo>
                    <a:pt x="8229629" y="1943401"/>
                  </a:lnTo>
                  <a:lnTo>
                    <a:pt x="8178359" y="1986169"/>
                  </a:lnTo>
                  <a:lnTo>
                    <a:pt x="8124702" y="2025268"/>
                  </a:lnTo>
                  <a:lnTo>
                    <a:pt x="8067999" y="2060826"/>
                  </a:lnTo>
                  <a:lnTo>
                    <a:pt x="8007524" y="2093088"/>
                  </a:lnTo>
                  <a:lnTo>
                    <a:pt x="7942527" y="2122353"/>
                  </a:lnTo>
                  <a:lnTo>
                    <a:pt x="7872269" y="2148927"/>
                  </a:lnTo>
                  <a:lnTo>
                    <a:pt x="7796072" y="2173099"/>
                  </a:lnTo>
                  <a:lnTo>
                    <a:pt x="7713383" y="2195127"/>
                  </a:lnTo>
                  <a:lnTo>
                    <a:pt x="7623857" y="2215224"/>
                  </a:lnTo>
                  <a:lnTo>
                    <a:pt x="7527471" y="2233557"/>
                  </a:lnTo>
                  <a:lnTo>
                    <a:pt x="7424647" y="2250241"/>
                  </a:lnTo>
                  <a:lnTo>
                    <a:pt x="7316395" y="2265344"/>
                  </a:lnTo>
                  <a:lnTo>
                    <a:pt x="7204437" y="2278888"/>
                  </a:lnTo>
                  <a:lnTo>
                    <a:pt x="7091268" y="2290860"/>
                  </a:lnTo>
                  <a:lnTo>
                    <a:pt x="6980114" y="2301229"/>
                  </a:lnTo>
                  <a:lnTo>
                    <a:pt x="6874736" y="2309964"/>
                  </a:lnTo>
                  <a:lnTo>
                    <a:pt x="6779054" y="2317061"/>
                  </a:lnTo>
                  <a:lnTo>
                    <a:pt x="6696635" y="2322566"/>
                  </a:lnTo>
                  <a:lnTo>
                    <a:pt x="6630133" y="2326586"/>
                  </a:lnTo>
                  <a:lnTo>
                    <a:pt x="6580808" y="2329296"/>
                  </a:lnTo>
                  <a:lnTo>
                    <a:pt x="6548247" y="2330928"/>
                  </a:lnTo>
                  <a:lnTo>
                    <a:pt x="6530328" y="2331750"/>
                  </a:lnTo>
                  <a:lnTo>
                    <a:pt x="6523379" y="2332043"/>
                  </a:lnTo>
                  <a:lnTo>
                    <a:pt x="6522385" y="2332082"/>
                  </a:lnTo>
                  <a:lnTo>
                    <a:pt x="5527445" y="2332082"/>
                  </a:lnTo>
                  <a:lnTo>
                    <a:pt x="5526326" y="2332054"/>
                  </a:lnTo>
                  <a:lnTo>
                    <a:pt x="5518936" y="2331857"/>
                  </a:lnTo>
                  <a:lnTo>
                    <a:pt x="5500203" y="2331312"/>
                  </a:lnTo>
                  <a:lnTo>
                    <a:pt x="5466445" y="2330238"/>
                  </a:lnTo>
                  <a:lnTo>
                    <a:pt x="5415595" y="2328462"/>
                  </a:lnTo>
                  <a:lnTo>
                    <a:pt x="5347346" y="2325838"/>
                  </a:lnTo>
                  <a:lnTo>
                    <a:pt x="5263105" y="2322255"/>
                  </a:lnTo>
                  <a:lnTo>
                    <a:pt x="5165680" y="2317648"/>
                  </a:lnTo>
                  <a:lnTo>
                    <a:pt x="5058774" y="2311990"/>
                  </a:lnTo>
                  <a:lnTo>
                    <a:pt x="4946403" y="2305286"/>
                  </a:lnTo>
                  <a:lnTo>
                    <a:pt x="4832369" y="2297556"/>
                  </a:lnTo>
                  <a:lnTo>
                    <a:pt x="4719896" y="2288821"/>
                  </a:lnTo>
                  <a:lnTo>
                    <a:pt x="4611441" y="2279086"/>
                  </a:lnTo>
                  <a:lnTo>
                    <a:pt x="4508667" y="2268333"/>
                  </a:lnTo>
                  <a:lnTo>
                    <a:pt x="4412519" y="2256516"/>
                  </a:lnTo>
                  <a:lnTo>
                    <a:pt x="4323357" y="2243553"/>
                  </a:lnTo>
                  <a:lnTo>
                    <a:pt x="4241098" y="2229334"/>
                  </a:lnTo>
                  <a:lnTo>
                    <a:pt x="4165352" y="2213716"/>
                  </a:lnTo>
                  <a:lnTo>
                    <a:pt x="4095525" y="2196528"/>
                  </a:lnTo>
                  <a:lnTo>
                    <a:pt x="4030910" y="2177581"/>
                  </a:lnTo>
                  <a:lnTo>
                    <a:pt x="3970747" y="2156677"/>
                  </a:lnTo>
                  <a:lnTo>
                    <a:pt x="3914267" y="2133626"/>
                  </a:lnTo>
                  <a:lnTo>
                    <a:pt x="3860742" y="2108282"/>
                  </a:lnTo>
                  <a:lnTo>
                    <a:pt x="3820202" y="2086645"/>
                  </a:lnTo>
                  <a:lnTo>
                    <a:pt x="3766628" y="2054735"/>
                  </a:lnTo>
                  <a:lnTo>
                    <a:pt x="3714580" y="2020037"/>
                  </a:lnTo>
                  <a:lnTo>
                    <a:pt x="3663563" y="1982500"/>
                  </a:lnTo>
                  <a:lnTo>
                    <a:pt x="3613198" y="1942139"/>
                  </a:lnTo>
                  <a:lnTo>
                    <a:pt x="3563197" y="1899045"/>
                  </a:lnTo>
                  <a:lnTo>
                    <a:pt x="3513355" y="1853388"/>
                  </a:lnTo>
                  <a:lnTo>
                    <a:pt x="3463535" y="1805425"/>
                  </a:lnTo>
                  <a:lnTo>
                    <a:pt x="3413658" y="1755492"/>
                  </a:lnTo>
                  <a:lnTo>
                    <a:pt x="3363692" y="1704000"/>
                  </a:lnTo>
                  <a:lnTo>
                    <a:pt x="3313645" y="1651423"/>
                  </a:lnTo>
                  <a:lnTo>
                    <a:pt x="3263550" y="1598278"/>
                  </a:lnTo>
                  <a:lnTo>
                    <a:pt x="3213453" y="1545108"/>
                  </a:lnTo>
                  <a:lnTo>
                    <a:pt x="3163400" y="1492455"/>
                  </a:lnTo>
                  <a:lnTo>
                    <a:pt x="3113426" y="1440840"/>
                  </a:lnTo>
                  <a:lnTo>
                    <a:pt x="3063541" y="1390742"/>
                  </a:lnTo>
                  <a:lnTo>
                    <a:pt x="3013718" y="1342578"/>
                  </a:lnTo>
                  <a:lnTo>
                    <a:pt x="2963883" y="1296692"/>
                  </a:lnTo>
                  <a:lnTo>
                    <a:pt x="2913905" y="1253347"/>
                  </a:lnTo>
                  <a:lnTo>
                    <a:pt x="2863584" y="1212724"/>
                  </a:lnTo>
                  <a:lnTo>
                    <a:pt x="2812644" y="1174919"/>
                  </a:lnTo>
                  <a:lnTo>
                    <a:pt x="2760712" y="1139956"/>
                  </a:lnTo>
                  <a:lnTo>
                    <a:pt x="2707306" y="1107787"/>
                  </a:lnTo>
                  <a:lnTo>
                    <a:pt x="2702183" y="1104900"/>
                  </a:lnTo>
                  <a:lnTo>
                    <a:pt x="2650518" y="1077699"/>
                  </a:lnTo>
                  <a:lnTo>
                    <a:pt x="2596425" y="1052849"/>
                  </a:lnTo>
                  <a:lnTo>
                    <a:pt x="2539228" y="1030267"/>
                  </a:lnTo>
                  <a:lnTo>
                    <a:pt x="2478186" y="1009794"/>
                  </a:lnTo>
                  <a:lnTo>
                    <a:pt x="2412530" y="991236"/>
                  </a:lnTo>
                  <a:lnTo>
                    <a:pt x="2341506" y="974396"/>
                  </a:lnTo>
                  <a:lnTo>
                    <a:pt x="2264424" y="959087"/>
                  </a:lnTo>
                  <a:lnTo>
                    <a:pt x="2180727" y="945146"/>
                  </a:lnTo>
                  <a:lnTo>
                    <a:pt x="2090080" y="932434"/>
                  </a:lnTo>
                  <a:lnTo>
                    <a:pt x="1992480" y="920847"/>
                  </a:lnTo>
                  <a:lnTo>
                    <a:pt x="1888402" y="910313"/>
                  </a:lnTo>
                  <a:lnTo>
                    <a:pt x="1778930" y="900790"/>
                  </a:lnTo>
                  <a:lnTo>
                    <a:pt x="1665894" y="892267"/>
                  </a:lnTo>
                  <a:lnTo>
                    <a:pt x="1551920" y="884753"/>
                  </a:lnTo>
                  <a:lnTo>
                    <a:pt x="1440375" y="878269"/>
                  </a:lnTo>
                  <a:lnTo>
                    <a:pt x="1335145" y="872834"/>
                  </a:lnTo>
                  <a:lnTo>
                    <a:pt x="1240224" y="868447"/>
                  </a:lnTo>
                  <a:lnTo>
                    <a:pt x="1159176" y="865074"/>
                  </a:lnTo>
                  <a:lnTo>
                    <a:pt x="1094550" y="862641"/>
                  </a:lnTo>
                  <a:lnTo>
                    <a:pt x="1047406" y="861027"/>
                  </a:lnTo>
                  <a:lnTo>
                    <a:pt x="1017062" y="860080"/>
                  </a:lnTo>
                  <a:lnTo>
                    <a:pt x="1001088" y="859624"/>
                  </a:lnTo>
                  <a:lnTo>
                    <a:pt x="995494" y="859477"/>
                  </a:lnTo>
                  <a:lnTo>
                    <a:pt x="994940" y="859463"/>
                  </a:lnTo>
                  <a:lnTo>
                    <a:pt x="0" y="859463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9" name="pl138"/>
            <p:cNvSpPr/>
            <p:nvPr/>
          </p:nvSpPr>
          <p:spPr>
            <a:xfrm>
              <a:off x="1199187" y="1765929"/>
              <a:ext cx="12049831" cy="2332082"/>
            </a:xfrm>
            <a:custGeom>
              <a:avLst/>
              <a:pathLst>
                <a:path w="12049831" h="2332082">
                  <a:moveTo>
                    <a:pt x="0" y="859463"/>
                  </a:moveTo>
                  <a:lnTo>
                    <a:pt x="994940" y="859463"/>
                  </a:lnTo>
                  <a:lnTo>
                    <a:pt x="996059" y="859491"/>
                  </a:lnTo>
                  <a:lnTo>
                    <a:pt x="1003449" y="859688"/>
                  </a:lnTo>
                  <a:lnTo>
                    <a:pt x="1022182" y="860233"/>
                  </a:lnTo>
                  <a:lnTo>
                    <a:pt x="1055940" y="861308"/>
                  </a:lnTo>
                  <a:lnTo>
                    <a:pt x="1106790" y="863083"/>
                  </a:lnTo>
                  <a:lnTo>
                    <a:pt x="1175039" y="865707"/>
                  </a:lnTo>
                  <a:lnTo>
                    <a:pt x="1259280" y="869290"/>
                  </a:lnTo>
                  <a:lnTo>
                    <a:pt x="1356705" y="873898"/>
                  </a:lnTo>
                  <a:lnTo>
                    <a:pt x="1463611" y="879556"/>
                  </a:lnTo>
                  <a:lnTo>
                    <a:pt x="1575982" y="886259"/>
                  </a:lnTo>
                  <a:lnTo>
                    <a:pt x="1690016" y="893989"/>
                  </a:lnTo>
                  <a:lnTo>
                    <a:pt x="1802489" y="902724"/>
                  </a:lnTo>
                  <a:lnTo>
                    <a:pt x="1910944" y="912459"/>
                  </a:lnTo>
                  <a:lnTo>
                    <a:pt x="2013718" y="923212"/>
                  </a:lnTo>
                  <a:lnTo>
                    <a:pt x="2109866" y="935029"/>
                  </a:lnTo>
                  <a:lnTo>
                    <a:pt x="2199028" y="947992"/>
                  </a:lnTo>
                  <a:lnTo>
                    <a:pt x="2281287" y="962211"/>
                  </a:lnTo>
                  <a:lnTo>
                    <a:pt x="2357033" y="977829"/>
                  </a:lnTo>
                  <a:lnTo>
                    <a:pt x="2426860" y="995017"/>
                  </a:lnTo>
                  <a:lnTo>
                    <a:pt x="2491475" y="1013964"/>
                  </a:lnTo>
                  <a:lnTo>
                    <a:pt x="2551638" y="1034868"/>
                  </a:lnTo>
                  <a:lnTo>
                    <a:pt x="2608118" y="1057919"/>
                  </a:lnTo>
                  <a:lnTo>
                    <a:pt x="2661643" y="1083263"/>
                  </a:lnTo>
                  <a:lnTo>
                    <a:pt x="2702183" y="1104900"/>
                  </a:lnTo>
                  <a:lnTo>
                    <a:pt x="2755757" y="1136810"/>
                  </a:lnTo>
                  <a:lnTo>
                    <a:pt x="2807805" y="1171508"/>
                  </a:lnTo>
                  <a:lnTo>
                    <a:pt x="2858822" y="1209045"/>
                  </a:lnTo>
                  <a:lnTo>
                    <a:pt x="2909187" y="1249406"/>
                  </a:lnTo>
                  <a:lnTo>
                    <a:pt x="2959188" y="1292501"/>
                  </a:lnTo>
                  <a:lnTo>
                    <a:pt x="3009030" y="1338157"/>
                  </a:lnTo>
                  <a:lnTo>
                    <a:pt x="3058850" y="1386121"/>
                  </a:lnTo>
                  <a:lnTo>
                    <a:pt x="3108727" y="1436054"/>
                  </a:lnTo>
                  <a:lnTo>
                    <a:pt x="3158693" y="1487545"/>
                  </a:lnTo>
                  <a:lnTo>
                    <a:pt x="3208740" y="1540122"/>
                  </a:lnTo>
                  <a:lnTo>
                    <a:pt x="3258835" y="1593267"/>
                  </a:lnTo>
                  <a:lnTo>
                    <a:pt x="3308932" y="1646437"/>
                  </a:lnTo>
                  <a:lnTo>
                    <a:pt x="3358985" y="1699090"/>
                  </a:lnTo>
                  <a:lnTo>
                    <a:pt x="3408959" y="1750705"/>
                  </a:lnTo>
                  <a:lnTo>
                    <a:pt x="3458844" y="1800803"/>
                  </a:lnTo>
                  <a:lnTo>
                    <a:pt x="3508667" y="1848968"/>
                  </a:lnTo>
                  <a:lnTo>
                    <a:pt x="3558502" y="1894854"/>
                  </a:lnTo>
                  <a:lnTo>
                    <a:pt x="3608480" y="1938198"/>
                  </a:lnTo>
                  <a:lnTo>
                    <a:pt x="3658801" y="1978821"/>
                  </a:lnTo>
                  <a:lnTo>
                    <a:pt x="3709741" y="2016626"/>
                  </a:lnTo>
                  <a:lnTo>
                    <a:pt x="3761673" y="2051590"/>
                  </a:lnTo>
                  <a:lnTo>
                    <a:pt x="3815079" y="2083758"/>
                  </a:lnTo>
                  <a:lnTo>
                    <a:pt x="3820202" y="2086645"/>
                  </a:lnTo>
                  <a:lnTo>
                    <a:pt x="3871867" y="2113846"/>
                  </a:lnTo>
                  <a:lnTo>
                    <a:pt x="3925960" y="2138696"/>
                  </a:lnTo>
                  <a:lnTo>
                    <a:pt x="3983157" y="2161278"/>
                  </a:lnTo>
                  <a:lnTo>
                    <a:pt x="4044199" y="2181751"/>
                  </a:lnTo>
                  <a:lnTo>
                    <a:pt x="4109855" y="2200309"/>
                  </a:lnTo>
                  <a:lnTo>
                    <a:pt x="4180879" y="2217149"/>
                  </a:lnTo>
                  <a:lnTo>
                    <a:pt x="4257961" y="2232458"/>
                  </a:lnTo>
                  <a:lnTo>
                    <a:pt x="4341658" y="2246400"/>
                  </a:lnTo>
                  <a:lnTo>
                    <a:pt x="4432305" y="2259111"/>
                  </a:lnTo>
                  <a:lnTo>
                    <a:pt x="4529905" y="2270698"/>
                  </a:lnTo>
                  <a:lnTo>
                    <a:pt x="4633983" y="2281232"/>
                  </a:lnTo>
                  <a:lnTo>
                    <a:pt x="4743455" y="2290755"/>
                  </a:lnTo>
                  <a:lnTo>
                    <a:pt x="4856491" y="2299278"/>
                  </a:lnTo>
                  <a:lnTo>
                    <a:pt x="4970465" y="2306792"/>
                  </a:lnTo>
                  <a:lnTo>
                    <a:pt x="5082010" y="2313276"/>
                  </a:lnTo>
                  <a:lnTo>
                    <a:pt x="5187240" y="2318711"/>
                  </a:lnTo>
                  <a:lnTo>
                    <a:pt x="5282161" y="2323098"/>
                  </a:lnTo>
                  <a:lnTo>
                    <a:pt x="5363209" y="2326471"/>
                  </a:lnTo>
                  <a:lnTo>
                    <a:pt x="5427835" y="2328905"/>
                  </a:lnTo>
                  <a:lnTo>
                    <a:pt x="5474979" y="2330518"/>
                  </a:lnTo>
                  <a:lnTo>
                    <a:pt x="5505323" y="2331465"/>
                  </a:lnTo>
                  <a:lnTo>
                    <a:pt x="5521297" y="2331921"/>
                  </a:lnTo>
                  <a:lnTo>
                    <a:pt x="5526891" y="2332068"/>
                  </a:lnTo>
                  <a:lnTo>
                    <a:pt x="5527445" y="2332082"/>
                  </a:lnTo>
                  <a:lnTo>
                    <a:pt x="6522385" y="2332082"/>
                  </a:lnTo>
                  <a:lnTo>
                    <a:pt x="6523480" y="2332039"/>
                  </a:lnTo>
                  <a:lnTo>
                    <a:pt x="6530711" y="2331733"/>
                  </a:lnTo>
                  <a:lnTo>
                    <a:pt x="6549053" y="2330890"/>
                  </a:lnTo>
                  <a:lnTo>
                    <a:pt x="6582132" y="2329227"/>
                  </a:lnTo>
                  <a:lnTo>
                    <a:pt x="6632014" y="2326478"/>
                  </a:lnTo>
                  <a:lnTo>
                    <a:pt x="6699057" y="2322412"/>
                  </a:lnTo>
                  <a:lnTo>
                    <a:pt x="6781952" y="2316858"/>
                  </a:lnTo>
                  <a:lnTo>
                    <a:pt x="6878006" y="2309708"/>
                  </a:lnTo>
                  <a:lnTo>
                    <a:pt x="6983633" y="2300920"/>
                  </a:lnTo>
                  <a:lnTo>
                    <a:pt x="7094908" y="2290499"/>
                  </a:lnTo>
                  <a:lnTo>
                    <a:pt x="7208085" y="2278476"/>
                  </a:lnTo>
                  <a:lnTo>
                    <a:pt x="7319958" y="2264881"/>
                  </a:lnTo>
                  <a:lnTo>
                    <a:pt x="7428057" y="2249728"/>
                  </a:lnTo>
                  <a:lnTo>
                    <a:pt x="7530686" y="2232991"/>
                  </a:lnTo>
                  <a:lnTo>
                    <a:pt x="7626855" y="2214604"/>
                  </a:lnTo>
                  <a:lnTo>
                    <a:pt x="7716157" y="2194447"/>
                  </a:lnTo>
                  <a:lnTo>
                    <a:pt x="7798630" y="2172354"/>
                  </a:lnTo>
                  <a:lnTo>
                    <a:pt x="7874626" y="2148108"/>
                  </a:lnTo>
                  <a:lnTo>
                    <a:pt x="7944703" y="2121452"/>
                  </a:lnTo>
                  <a:lnTo>
                    <a:pt x="8009542" y="2092096"/>
                  </a:lnTo>
                  <a:lnTo>
                    <a:pt x="8069884" y="2059731"/>
                  </a:lnTo>
                  <a:lnTo>
                    <a:pt x="8126478" y="2024062"/>
                  </a:lnTo>
                  <a:lnTo>
                    <a:pt x="8180048" y="1984846"/>
                  </a:lnTo>
                  <a:lnTo>
                    <a:pt x="8229629" y="1943401"/>
                  </a:lnTo>
                  <a:lnTo>
                    <a:pt x="8276943" y="1899086"/>
                  </a:lnTo>
                  <a:lnTo>
                    <a:pt x="8323021" y="1851351"/>
                  </a:lnTo>
                  <a:lnTo>
                    <a:pt x="8368217" y="1800130"/>
                  </a:lnTo>
                  <a:lnTo>
                    <a:pt x="8412813" y="1745415"/>
                  </a:lnTo>
                  <a:lnTo>
                    <a:pt x="8457029" y="1687271"/>
                  </a:lnTo>
                  <a:lnTo>
                    <a:pt x="8501035" y="1625834"/>
                  </a:lnTo>
                  <a:lnTo>
                    <a:pt x="8544955" y="1561323"/>
                  </a:lnTo>
                  <a:lnTo>
                    <a:pt x="8588872" y="1494036"/>
                  </a:lnTo>
                  <a:lnTo>
                    <a:pt x="8632836" y="1424348"/>
                  </a:lnTo>
                  <a:lnTo>
                    <a:pt x="8676868" y="1352704"/>
                  </a:lnTo>
                  <a:lnTo>
                    <a:pt x="8720967" y="1279611"/>
                  </a:lnTo>
                  <a:lnTo>
                    <a:pt x="8765113" y="1205620"/>
                  </a:lnTo>
                  <a:lnTo>
                    <a:pt x="8809277" y="1131314"/>
                  </a:lnTo>
                  <a:lnTo>
                    <a:pt x="8853425" y="1057285"/>
                  </a:lnTo>
                  <a:lnTo>
                    <a:pt x="8897528" y="984116"/>
                  </a:lnTo>
                  <a:lnTo>
                    <a:pt x="8941565" y="912361"/>
                  </a:lnTo>
                  <a:lnTo>
                    <a:pt x="8985533" y="842531"/>
                  </a:lnTo>
                  <a:lnTo>
                    <a:pt x="9029452" y="775074"/>
                  </a:lnTo>
                  <a:lnTo>
                    <a:pt x="9073369" y="710372"/>
                  </a:lnTo>
                  <a:lnTo>
                    <a:pt x="9117366" y="648727"/>
                  </a:lnTo>
                  <a:lnTo>
                    <a:pt x="9161564" y="590362"/>
                  </a:lnTo>
                  <a:lnTo>
                    <a:pt x="9206129" y="535421"/>
                  </a:lnTo>
                  <a:lnTo>
                    <a:pt x="9251278" y="483971"/>
                  </a:lnTo>
                  <a:lnTo>
                    <a:pt x="9297289" y="436010"/>
                  </a:lnTo>
                  <a:lnTo>
                    <a:pt x="9344509" y="391474"/>
                  </a:lnTo>
                  <a:lnTo>
                    <a:pt x="9347647" y="388680"/>
                  </a:lnTo>
                  <a:lnTo>
                    <a:pt x="9398917" y="345912"/>
                  </a:lnTo>
                  <a:lnTo>
                    <a:pt x="9452574" y="306813"/>
                  </a:lnTo>
                  <a:lnTo>
                    <a:pt x="9509278" y="271255"/>
                  </a:lnTo>
                  <a:lnTo>
                    <a:pt x="9569753" y="238993"/>
                  </a:lnTo>
                  <a:lnTo>
                    <a:pt x="9634750" y="209728"/>
                  </a:lnTo>
                  <a:lnTo>
                    <a:pt x="9705008" y="183155"/>
                  </a:lnTo>
                  <a:lnTo>
                    <a:pt x="9781205" y="158982"/>
                  </a:lnTo>
                  <a:lnTo>
                    <a:pt x="9863894" y="136954"/>
                  </a:lnTo>
                  <a:lnTo>
                    <a:pt x="9953419" y="116857"/>
                  </a:lnTo>
                  <a:lnTo>
                    <a:pt x="10049806" y="98524"/>
                  </a:lnTo>
                  <a:lnTo>
                    <a:pt x="10152630" y="81840"/>
                  </a:lnTo>
                  <a:lnTo>
                    <a:pt x="10260881" y="66737"/>
                  </a:lnTo>
                  <a:lnTo>
                    <a:pt x="10372839" y="53193"/>
                  </a:lnTo>
                  <a:lnTo>
                    <a:pt x="10486008" y="41221"/>
                  </a:lnTo>
                  <a:lnTo>
                    <a:pt x="10597162" y="30852"/>
                  </a:lnTo>
                  <a:lnTo>
                    <a:pt x="10702541" y="22117"/>
                  </a:lnTo>
                  <a:lnTo>
                    <a:pt x="10798223" y="15020"/>
                  </a:lnTo>
                  <a:lnTo>
                    <a:pt x="10880641" y="9515"/>
                  </a:lnTo>
                  <a:lnTo>
                    <a:pt x="10947143" y="5495"/>
                  </a:lnTo>
                  <a:lnTo>
                    <a:pt x="10996468" y="2785"/>
                  </a:lnTo>
                  <a:lnTo>
                    <a:pt x="11029030" y="1153"/>
                  </a:lnTo>
                  <a:lnTo>
                    <a:pt x="11046949" y="331"/>
                  </a:lnTo>
                  <a:lnTo>
                    <a:pt x="11053897" y="3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" name="pl139"/>
            <p:cNvSpPr/>
            <p:nvPr/>
          </p:nvSpPr>
          <p:spPr>
            <a:xfrm>
              <a:off x="1199187" y="1760688"/>
              <a:ext cx="12049831" cy="2332082"/>
            </a:xfrm>
            <a:custGeom>
              <a:avLst/>
              <a:pathLst>
                <a:path w="12049831" h="2332082">
                  <a:moveTo>
                    <a:pt x="12049831" y="0"/>
                  </a:moveTo>
                  <a:lnTo>
                    <a:pt x="11054891" y="0"/>
                  </a:lnTo>
                  <a:lnTo>
                    <a:pt x="11053796" y="42"/>
                  </a:lnTo>
                  <a:lnTo>
                    <a:pt x="11046565" y="348"/>
                  </a:lnTo>
                  <a:lnTo>
                    <a:pt x="11028223" y="1191"/>
                  </a:lnTo>
                  <a:lnTo>
                    <a:pt x="10995145" y="2854"/>
                  </a:lnTo>
                  <a:lnTo>
                    <a:pt x="10945263" y="5603"/>
                  </a:lnTo>
                  <a:lnTo>
                    <a:pt x="10878219" y="9669"/>
                  </a:lnTo>
                  <a:lnTo>
                    <a:pt x="10795325" y="15224"/>
                  </a:lnTo>
                  <a:lnTo>
                    <a:pt x="10699270" y="22374"/>
                  </a:lnTo>
                  <a:lnTo>
                    <a:pt x="10593644" y="31162"/>
                  </a:lnTo>
                  <a:lnTo>
                    <a:pt x="10482368" y="41582"/>
                  </a:lnTo>
                  <a:lnTo>
                    <a:pt x="10369192" y="53606"/>
                  </a:lnTo>
                  <a:lnTo>
                    <a:pt x="10257318" y="67200"/>
                  </a:lnTo>
                  <a:lnTo>
                    <a:pt x="10149219" y="82353"/>
                  </a:lnTo>
                  <a:lnTo>
                    <a:pt x="10046591" y="99090"/>
                  </a:lnTo>
                  <a:lnTo>
                    <a:pt x="9950422" y="117478"/>
                  </a:lnTo>
                  <a:lnTo>
                    <a:pt x="9861120" y="137634"/>
                  </a:lnTo>
                  <a:lnTo>
                    <a:pt x="9778647" y="159728"/>
                  </a:lnTo>
                  <a:lnTo>
                    <a:pt x="9702651" y="183973"/>
                  </a:lnTo>
                  <a:lnTo>
                    <a:pt x="9632574" y="210629"/>
                  </a:lnTo>
                  <a:lnTo>
                    <a:pt x="9567734" y="239986"/>
                  </a:lnTo>
                  <a:lnTo>
                    <a:pt x="9507393" y="272350"/>
                  </a:lnTo>
                  <a:lnTo>
                    <a:pt x="9450799" y="308019"/>
                  </a:lnTo>
                  <a:lnTo>
                    <a:pt x="9397229" y="347235"/>
                  </a:lnTo>
                  <a:lnTo>
                    <a:pt x="9347647" y="388680"/>
                  </a:lnTo>
                  <a:lnTo>
                    <a:pt x="9300334" y="432996"/>
                  </a:lnTo>
                  <a:lnTo>
                    <a:pt x="9254256" y="480730"/>
                  </a:lnTo>
                  <a:lnTo>
                    <a:pt x="9209059" y="531951"/>
                  </a:lnTo>
                  <a:lnTo>
                    <a:pt x="9164464" y="586666"/>
                  </a:lnTo>
                  <a:lnTo>
                    <a:pt x="9120247" y="644811"/>
                  </a:lnTo>
                  <a:lnTo>
                    <a:pt x="9076241" y="706247"/>
                  </a:lnTo>
                  <a:lnTo>
                    <a:pt x="9032322" y="770758"/>
                  </a:lnTo>
                  <a:lnTo>
                    <a:pt x="8988405" y="838045"/>
                  </a:lnTo>
                  <a:lnTo>
                    <a:pt x="8944441" y="907733"/>
                  </a:lnTo>
                  <a:lnTo>
                    <a:pt x="8900408" y="979377"/>
                  </a:lnTo>
                  <a:lnTo>
                    <a:pt x="8856309" y="1052471"/>
                  </a:lnTo>
                  <a:lnTo>
                    <a:pt x="8812163" y="1126461"/>
                  </a:lnTo>
                  <a:lnTo>
                    <a:pt x="8768000" y="1200767"/>
                  </a:lnTo>
                  <a:lnTo>
                    <a:pt x="8723851" y="1274796"/>
                  </a:lnTo>
                  <a:lnTo>
                    <a:pt x="8679749" y="1347965"/>
                  </a:lnTo>
                  <a:lnTo>
                    <a:pt x="8635712" y="1419720"/>
                  </a:lnTo>
                  <a:lnTo>
                    <a:pt x="8591743" y="1489551"/>
                  </a:lnTo>
                  <a:lnTo>
                    <a:pt x="8547824" y="1557007"/>
                  </a:lnTo>
                  <a:lnTo>
                    <a:pt x="8503907" y="1621709"/>
                  </a:lnTo>
                  <a:lnTo>
                    <a:pt x="8459910" y="1683354"/>
                  </a:lnTo>
                  <a:lnTo>
                    <a:pt x="8415712" y="1741719"/>
                  </a:lnTo>
                  <a:lnTo>
                    <a:pt x="8371147" y="1796660"/>
                  </a:lnTo>
                  <a:lnTo>
                    <a:pt x="8325998" y="1848111"/>
                  </a:lnTo>
                  <a:lnTo>
                    <a:pt x="8279988" y="1896071"/>
                  </a:lnTo>
                  <a:lnTo>
                    <a:pt x="8232767" y="1940607"/>
                  </a:lnTo>
                  <a:lnTo>
                    <a:pt x="8229629" y="1943401"/>
                  </a:lnTo>
                  <a:lnTo>
                    <a:pt x="8178359" y="1986169"/>
                  </a:lnTo>
                  <a:lnTo>
                    <a:pt x="8124702" y="2025268"/>
                  </a:lnTo>
                  <a:lnTo>
                    <a:pt x="8067999" y="2060826"/>
                  </a:lnTo>
                  <a:lnTo>
                    <a:pt x="8007524" y="2093088"/>
                  </a:lnTo>
                  <a:lnTo>
                    <a:pt x="7942527" y="2122353"/>
                  </a:lnTo>
                  <a:lnTo>
                    <a:pt x="7872269" y="2148927"/>
                  </a:lnTo>
                  <a:lnTo>
                    <a:pt x="7796072" y="2173099"/>
                  </a:lnTo>
                  <a:lnTo>
                    <a:pt x="7713383" y="2195127"/>
                  </a:lnTo>
                  <a:lnTo>
                    <a:pt x="7623857" y="2215224"/>
                  </a:lnTo>
                  <a:lnTo>
                    <a:pt x="7527471" y="2233557"/>
                  </a:lnTo>
                  <a:lnTo>
                    <a:pt x="7424647" y="2250241"/>
                  </a:lnTo>
                  <a:lnTo>
                    <a:pt x="7316395" y="2265344"/>
                  </a:lnTo>
                  <a:lnTo>
                    <a:pt x="7204437" y="2278888"/>
                  </a:lnTo>
                  <a:lnTo>
                    <a:pt x="7091268" y="2290860"/>
                  </a:lnTo>
                  <a:lnTo>
                    <a:pt x="6980114" y="2301229"/>
                  </a:lnTo>
                  <a:lnTo>
                    <a:pt x="6874736" y="2309964"/>
                  </a:lnTo>
                  <a:lnTo>
                    <a:pt x="6779054" y="2317061"/>
                  </a:lnTo>
                  <a:lnTo>
                    <a:pt x="6696635" y="2322566"/>
                  </a:lnTo>
                  <a:lnTo>
                    <a:pt x="6630133" y="2326586"/>
                  </a:lnTo>
                  <a:lnTo>
                    <a:pt x="6580808" y="2329296"/>
                  </a:lnTo>
                  <a:lnTo>
                    <a:pt x="6548247" y="2330928"/>
                  </a:lnTo>
                  <a:lnTo>
                    <a:pt x="6530328" y="2331750"/>
                  </a:lnTo>
                  <a:lnTo>
                    <a:pt x="6523379" y="2332043"/>
                  </a:lnTo>
                  <a:lnTo>
                    <a:pt x="6522385" y="2332082"/>
                  </a:lnTo>
                  <a:lnTo>
                    <a:pt x="5527445" y="2332082"/>
                  </a:lnTo>
                  <a:lnTo>
                    <a:pt x="5526326" y="2332054"/>
                  </a:lnTo>
                  <a:lnTo>
                    <a:pt x="5518936" y="2331857"/>
                  </a:lnTo>
                  <a:lnTo>
                    <a:pt x="5500203" y="2331312"/>
                  </a:lnTo>
                  <a:lnTo>
                    <a:pt x="5466445" y="2330238"/>
                  </a:lnTo>
                  <a:lnTo>
                    <a:pt x="5415595" y="2328462"/>
                  </a:lnTo>
                  <a:lnTo>
                    <a:pt x="5347346" y="2325838"/>
                  </a:lnTo>
                  <a:lnTo>
                    <a:pt x="5263105" y="2322255"/>
                  </a:lnTo>
                  <a:lnTo>
                    <a:pt x="5165680" y="2317648"/>
                  </a:lnTo>
                  <a:lnTo>
                    <a:pt x="5058774" y="2311990"/>
                  </a:lnTo>
                  <a:lnTo>
                    <a:pt x="4946403" y="2305286"/>
                  </a:lnTo>
                  <a:lnTo>
                    <a:pt x="4832369" y="2297556"/>
                  </a:lnTo>
                  <a:lnTo>
                    <a:pt x="4719896" y="2288821"/>
                  </a:lnTo>
                  <a:lnTo>
                    <a:pt x="4611441" y="2279086"/>
                  </a:lnTo>
                  <a:lnTo>
                    <a:pt x="4508667" y="2268333"/>
                  </a:lnTo>
                  <a:lnTo>
                    <a:pt x="4412519" y="2256516"/>
                  </a:lnTo>
                  <a:lnTo>
                    <a:pt x="4323357" y="2243553"/>
                  </a:lnTo>
                  <a:lnTo>
                    <a:pt x="4241098" y="2229334"/>
                  </a:lnTo>
                  <a:lnTo>
                    <a:pt x="4165352" y="2213716"/>
                  </a:lnTo>
                  <a:lnTo>
                    <a:pt x="4095525" y="2196528"/>
                  </a:lnTo>
                  <a:lnTo>
                    <a:pt x="4030910" y="2177581"/>
                  </a:lnTo>
                  <a:lnTo>
                    <a:pt x="3970747" y="2156677"/>
                  </a:lnTo>
                  <a:lnTo>
                    <a:pt x="3914267" y="2133626"/>
                  </a:lnTo>
                  <a:lnTo>
                    <a:pt x="3860742" y="2108282"/>
                  </a:lnTo>
                  <a:lnTo>
                    <a:pt x="3820202" y="2086645"/>
                  </a:lnTo>
                  <a:lnTo>
                    <a:pt x="3766628" y="2054735"/>
                  </a:lnTo>
                  <a:lnTo>
                    <a:pt x="3714580" y="2020037"/>
                  </a:lnTo>
                  <a:lnTo>
                    <a:pt x="3663563" y="1982500"/>
                  </a:lnTo>
                  <a:lnTo>
                    <a:pt x="3613198" y="1942139"/>
                  </a:lnTo>
                  <a:lnTo>
                    <a:pt x="3563197" y="1899045"/>
                  </a:lnTo>
                  <a:lnTo>
                    <a:pt x="3513355" y="1853388"/>
                  </a:lnTo>
                  <a:lnTo>
                    <a:pt x="3463535" y="1805425"/>
                  </a:lnTo>
                  <a:lnTo>
                    <a:pt x="3413658" y="1755492"/>
                  </a:lnTo>
                  <a:lnTo>
                    <a:pt x="3363692" y="1704000"/>
                  </a:lnTo>
                  <a:lnTo>
                    <a:pt x="3313645" y="1651423"/>
                  </a:lnTo>
                  <a:lnTo>
                    <a:pt x="3263550" y="1598278"/>
                  </a:lnTo>
                  <a:lnTo>
                    <a:pt x="3213453" y="1545108"/>
                  </a:lnTo>
                  <a:lnTo>
                    <a:pt x="3163400" y="1492455"/>
                  </a:lnTo>
                  <a:lnTo>
                    <a:pt x="3113426" y="1440840"/>
                  </a:lnTo>
                  <a:lnTo>
                    <a:pt x="3063541" y="1390742"/>
                  </a:lnTo>
                  <a:lnTo>
                    <a:pt x="3013718" y="1342578"/>
                  </a:lnTo>
                  <a:lnTo>
                    <a:pt x="2963883" y="1296692"/>
                  </a:lnTo>
                  <a:lnTo>
                    <a:pt x="2913905" y="1253347"/>
                  </a:lnTo>
                  <a:lnTo>
                    <a:pt x="2863584" y="1212724"/>
                  </a:lnTo>
                  <a:lnTo>
                    <a:pt x="2812644" y="1174919"/>
                  </a:lnTo>
                  <a:lnTo>
                    <a:pt x="2760712" y="1139956"/>
                  </a:lnTo>
                  <a:lnTo>
                    <a:pt x="2707306" y="1107787"/>
                  </a:lnTo>
                  <a:lnTo>
                    <a:pt x="2702183" y="1104900"/>
                  </a:lnTo>
                  <a:lnTo>
                    <a:pt x="2650518" y="1077699"/>
                  </a:lnTo>
                  <a:lnTo>
                    <a:pt x="2596425" y="1052849"/>
                  </a:lnTo>
                  <a:lnTo>
                    <a:pt x="2539228" y="1030267"/>
                  </a:lnTo>
                  <a:lnTo>
                    <a:pt x="2478186" y="1009794"/>
                  </a:lnTo>
                  <a:lnTo>
                    <a:pt x="2412530" y="991236"/>
                  </a:lnTo>
                  <a:lnTo>
                    <a:pt x="2341506" y="974396"/>
                  </a:lnTo>
                  <a:lnTo>
                    <a:pt x="2264424" y="959087"/>
                  </a:lnTo>
                  <a:lnTo>
                    <a:pt x="2180727" y="945146"/>
                  </a:lnTo>
                  <a:lnTo>
                    <a:pt x="2090080" y="932434"/>
                  </a:lnTo>
                  <a:lnTo>
                    <a:pt x="1992480" y="920847"/>
                  </a:lnTo>
                  <a:lnTo>
                    <a:pt x="1888402" y="910313"/>
                  </a:lnTo>
                  <a:lnTo>
                    <a:pt x="1778930" y="900790"/>
                  </a:lnTo>
                  <a:lnTo>
                    <a:pt x="1665894" y="892267"/>
                  </a:lnTo>
                  <a:lnTo>
                    <a:pt x="1551920" y="884753"/>
                  </a:lnTo>
                  <a:lnTo>
                    <a:pt x="1440375" y="878269"/>
                  </a:lnTo>
                  <a:lnTo>
                    <a:pt x="1335145" y="872834"/>
                  </a:lnTo>
                  <a:lnTo>
                    <a:pt x="1240224" y="868447"/>
                  </a:lnTo>
                  <a:lnTo>
                    <a:pt x="1159176" y="865074"/>
                  </a:lnTo>
                  <a:lnTo>
                    <a:pt x="1094550" y="862641"/>
                  </a:lnTo>
                  <a:lnTo>
                    <a:pt x="1047406" y="861027"/>
                  </a:lnTo>
                  <a:lnTo>
                    <a:pt x="1017062" y="860080"/>
                  </a:lnTo>
                  <a:lnTo>
                    <a:pt x="1001088" y="859624"/>
                  </a:lnTo>
                  <a:lnTo>
                    <a:pt x="995494" y="859477"/>
                  </a:lnTo>
                  <a:lnTo>
                    <a:pt x="994940" y="859463"/>
                  </a:lnTo>
                  <a:lnTo>
                    <a:pt x="0" y="859463"/>
                  </a:lnTo>
                  <a:lnTo>
                    <a:pt x="0" y="8594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" name="pg140"/>
            <p:cNvSpPr/>
            <p:nvPr/>
          </p:nvSpPr>
          <p:spPr>
            <a:xfrm>
              <a:off x="1199187" y="2410527"/>
              <a:ext cx="12049831" cy="1708446"/>
            </a:xfrm>
            <a:custGeom>
              <a:avLst/>
              <a:pathLst>
                <a:path w="12049831" h="1708446">
                  <a:moveTo>
                    <a:pt x="0" y="220106"/>
                  </a:moveTo>
                  <a:lnTo>
                    <a:pt x="994940" y="220106"/>
                  </a:lnTo>
                  <a:lnTo>
                    <a:pt x="996059" y="220134"/>
                  </a:lnTo>
                  <a:lnTo>
                    <a:pt x="1003446" y="220333"/>
                  </a:lnTo>
                  <a:lnTo>
                    <a:pt x="1022174" y="220884"/>
                  </a:lnTo>
                  <a:lnTo>
                    <a:pt x="1055921" y="221969"/>
                  </a:lnTo>
                  <a:lnTo>
                    <a:pt x="1106758" y="223763"/>
                  </a:lnTo>
                  <a:lnTo>
                    <a:pt x="1174989" y="226414"/>
                  </a:lnTo>
                  <a:lnTo>
                    <a:pt x="1259211" y="230034"/>
                  </a:lnTo>
                  <a:lnTo>
                    <a:pt x="1356616" y="234690"/>
                  </a:lnTo>
                  <a:lnTo>
                    <a:pt x="1463503" y="240407"/>
                  </a:lnTo>
                  <a:lnTo>
                    <a:pt x="1575858" y="247180"/>
                  </a:lnTo>
                  <a:lnTo>
                    <a:pt x="1689880" y="254990"/>
                  </a:lnTo>
                  <a:lnTo>
                    <a:pt x="1802344" y="263816"/>
                  </a:lnTo>
                  <a:lnTo>
                    <a:pt x="1910795" y="273653"/>
                  </a:lnTo>
                  <a:lnTo>
                    <a:pt x="2013567" y="284518"/>
                  </a:lnTo>
                  <a:lnTo>
                    <a:pt x="2109715" y="296458"/>
                  </a:lnTo>
                  <a:lnTo>
                    <a:pt x="2198880" y="309556"/>
                  </a:lnTo>
                  <a:lnTo>
                    <a:pt x="2281141" y="323923"/>
                  </a:lnTo>
                  <a:lnTo>
                    <a:pt x="2356891" y="339703"/>
                  </a:lnTo>
                  <a:lnTo>
                    <a:pt x="2426721" y="357069"/>
                  </a:lnTo>
                  <a:lnTo>
                    <a:pt x="2491339" y="376212"/>
                  </a:lnTo>
                  <a:lnTo>
                    <a:pt x="2551506" y="397333"/>
                  </a:lnTo>
                  <a:lnTo>
                    <a:pt x="2607986" y="420622"/>
                  </a:lnTo>
                  <a:lnTo>
                    <a:pt x="2661513" y="446228"/>
                  </a:lnTo>
                  <a:lnTo>
                    <a:pt x="2702183" y="468163"/>
                  </a:lnTo>
                  <a:lnTo>
                    <a:pt x="2755635" y="500336"/>
                  </a:lnTo>
                  <a:lnTo>
                    <a:pt x="2807566" y="535312"/>
                  </a:lnTo>
                  <a:lnTo>
                    <a:pt x="2858469" y="573145"/>
                  </a:lnTo>
                  <a:lnTo>
                    <a:pt x="2908722" y="613820"/>
                  </a:lnTo>
                  <a:lnTo>
                    <a:pt x="2958609" y="657245"/>
                  </a:lnTo>
                  <a:lnTo>
                    <a:pt x="3008336" y="703251"/>
                  </a:lnTo>
                  <a:lnTo>
                    <a:pt x="3058040" y="751581"/>
                  </a:lnTo>
                  <a:lnTo>
                    <a:pt x="3107800" y="801898"/>
                  </a:lnTo>
                  <a:lnTo>
                    <a:pt x="3157647" y="853792"/>
                  </a:lnTo>
                  <a:lnTo>
                    <a:pt x="3207576" y="906789"/>
                  </a:lnTo>
                  <a:lnTo>
                    <a:pt x="3257555" y="960369"/>
                  </a:lnTo>
                  <a:lnTo>
                    <a:pt x="3307536" y="1013988"/>
                  </a:lnTo>
                  <a:lnTo>
                    <a:pt x="3357475" y="1067103"/>
                  </a:lnTo>
                  <a:lnTo>
                    <a:pt x="3407335" y="1119188"/>
                  </a:lnTo>
                  <a:lnTo>
                    <a:pt x="3457107" y="1169762"/>
                  </a:lnTo>
                  <a:lnTo>
                    <a:pt x="3506816" y="1218404"/>
                  </a:lnTo>
                  <a:lnTo>
                    <a:pt x="3556532" y="1264766"/>
                  </a:lnTo>
                  <a:lnTo>
                    <a:pt x="3606385" y="1308580"/>
                  </a:lnTo>
                  <a:lnTo>
                    <a:pt x="3656569" y="1349662"/>
                  </a:lnTo>
                  <a:lnTo>
                    <a:pt x="3707356" y="1387911"/>
                  </a:lnTo>
                  <a:lnTo>
                    <a:pt x="3759110" y="1423302"/>
                  </a:lnTo>
                  <a:lnTo>
                    <a:pt x="3812305" y="1455877"/>
                  </a:lnTo>
                  <a:lnTo>
                    <a:pt x="3820202" y="1460390"/>
                  </a:lnTo>
                  <a:lnTo>
                    <a:pt x="3871861" y="1487878"/>
                  </a:lnTo>
                  <a:lnTo>
                    <a:pt x="3925948" y="1512991"/>
                  </a:lnTo>
                  <a:lnTo>
                    <a:pt x="3983138" y="1535812"/>
                  </a:lnTo>
                  <a:lnTo>
                    <a:pt x="4044172" y="1556502"/>
                  </a:lnTo>
                  <a:lnTo>
                    <a:pt x="4109818" y="1575257"/>
                  </a:lnTo>
                  <a:lnTo>
                    <a:pt x="4180831" y="1592276"/>
                  </a:lnTo>
                  <a:lnTo>
                    <a:pt x="4257900" y="1607747"/>
                  </a:lnTo>
                  <a:lnTo>
                    <a:pt x="4341582" y="1621838"/>
                  </a:lnTo>
                  <a:lnTo>
                    <a:pt x="4432213" y="1634685"/>
                  </a:lnTo>
                  <a:lnTo>
                    <a:pt x="4529795" y="1646395"/>
                  </a:lnTo>
                  <a:lnTo>
                    <a:pt x="4633856" y="1657042"/>
                  </a:lnTo>
                  <a:lnTo>
                    <a:pt x="4743309" y="1666666"/>
                  </a:lnTo>
                  <a:lnTo>
                    <a:pt x="4856330" y="1675281"/>
                  </a:lnTo>
                  <a:lnTo>
                    <a:pt x="4970292" y="1682876"/>
                  </a:lnTo>
                  <a:lnTo>
                    <a:pt x="5081832" y="1689430"/>
                  </a:lnTo>
                  <a:lnTo>
                    <a:pt x="5187065" y="1694924"/>
                  </a:lnTo>
                  <a:lnTo>
                    <a:pt x="5281997" y="1699360"/>
                  </a:lnTo>
                  <a:lnTo>
                    <a:pt x="5363066" y="1702770"/>
                  </a:lnTo>
                  <a:lnTo>
                    <a:pt x="5427719" y="1705231"/>
                  </a:lnTo>
                  <a:lnTo>
                    <a:pt x="5474895" y="1706863"/>
                  </a:lnTo>
                  <a:lnTo>
                    <a:pt x="5505272" y="1707822"/>
                  </a:lnTo>
                  <a:lnTo>
                    <a:pt x="5521273" y="1708284"/>
                  </a:lnTo>
                  <a:lnTo>
                    <a:pt x="5526886" y="1708432"/>
                  </a:lnTo>
                  <a:lnTo>
                    <a:pt x="5527445" y="1708446"/>
                  </a:lnTo>
                  <a:lnTo>
                    <a:pt x="6522385" y="1708446"/>
                  </a:lnTo>
                  <a:lnTo>
                    <a:pt x="6523499" y="1708414"/>
                  </a:lnTo>
                  <a:lnTo>
                    <a:pt x="6530853" y="1708187"/>
                  </a:lnTo>
                  <a:lnTo>
                    <a:pt x="6549497" y="1707560"/>
                  </a:lnTo>
                  <a:lnTo>
                    <a:pt x="6583099" y="1706324"/>
                  </a:lnTo>
                  <a:lnTo>
                    <a:pt x="6633729" y="1704281"/>
                  </a:lnTo>
                  <a:lnTo>
                    <a:pt x="6701703" y="1701261"/>
                  </a:lnTo>
                  <a:lnTo>
                    <a:pt x="6785638" y="1697137"/>
                  </a:lnTo>
                  <a:lnTo>
                    <a:pt x="6882752" y="1691833"/>
                  </a:lnTo>
                  <a:lnTo>
                    <a:pt x="6989367" y="1685317"/>
                  </a:lnTo>
                  <a:lnTo>
                    <a:pt x="7101491" y="1677596"/>
                  </a:lnTo>
                  <a:lnTo>
                    <a:pt x="7215332" y="1668693"/>
                  </a:lnTo>
                  <a:lnTo>
                    <a:pt x="7327670" y="1658630"/>
                  </a:lnTo>
                  <a:lnTo>
                    <a:pt x="7436047" y="1647414"/>
                  </a:lnTo>
                  <a:lnTo>
                    <a:pt x="7538790" y="1635027"/>
                  </a:lnTo>
                  <a:lnTo>
                    <a:pt x="7634944" y="1621413"/>
                  </a:lnTo>
                  <a:lnTo>
                    <a:pt x="7724139" y="1606483"/>
                  </a:lnTo>
                  <a:lnTo>
                    <a:pt x="7806446" y="1590108"/>
                  </a:lnTo>
                  <a:lnTo>
                    <a:pt x="7882250" y="1572126"/>
                  </a:lnTo>
                  <a:lnTo>
                    <a:pt x="7952133" y="1552341"/>
                  </a:lnTo>
                  <a:lnTo>
                    <a:pt x="8016798" y="1530536"/>
                  </a:lnTo>
                  <a:lnTo>
                    <a:pt x="8077002" y="1506482"/>
                  </a:lnTo>
                  <a:lnTo>
                    <a:pt x="8133506" y="1479961"/>
                  </a:lnTo>
                  <a:lnTo>
                    <a:pt x="8187041" y="1450802"/>
                  </a:lnTo>
                  <a:lnTo>
                    <a:pt x="8229629" y="1424579"/>
                  </a:lnTo>
                  <a:lnTo>
                    <a:pt x="8281425" y="1388968"/>
                  </a:lnTo>
                  <a:lnTo>
                    <a:pt x="8331779" y="1350349"/>
                  </a:lnTo>
                  <a:lnTo>
                    <a:pt x="8381143" y="1308666"/>
                  </a:lnTo>
                  <a:lnTo>
                    <a:pt x="8429869" y="1263927"/>
                  </a:lnTo>
                  <a:lnTo>
                    <a:pt x="8478222" y="1216218"/>
                  </a:lnTo>
                  <a:lnTo>
                    <a:pt x="8526400" y="1165704"/>
                  </a:lnTo>
                  <a:lnTo>
                    <a:pt x="8574536" y="1112635"/>
                  </a:lnTo>
                  <a:lnTo>
                    <a:pt x="8622714" y="1057345"/>
                  </a:lnTo>
                  <a:lnTo>
                    <a:pt x="8670970" y="1000244"/>
                  </a:lnTo>
                  <a:lnTo>
                    <a:pt x="8719307" y="941811"/>
                  </a:lnTo>
                  <a:lnTo>
                    <a:pt x="8767702" y="882571"/>
                  </a:lnTo>
                  <a:lnTo>
                    <a:pt x="8816115" y="823085"/>
                  </a:lnTo>
                  <a:lnTo>
                    <a:pt x="8864504" y="763922"/>
                  </a:lnTo>
                  <a:lnTo>
                    <a:pt x="8912831" y="705638"/>
                  </a:lnTo>
                  <a:lnTo>
                    <a:pt x="8961076" y="648756"/>
                  </a:lnTo>
                  <a:lnTo>
                    <a:pt x="9009245" y="593744"/>
                  </a:lnTo>
                  <a:lnTo>
                    <a:pt x="9057381" y="541002"/>
                  </a:lnTo>
                  <a:lnTo>
                    <a:pt x="9105573" y="490854"/>
                  </a:lnTo>
                  <a:lnTo>
                    <a:pt x="9153964" y="443538"/>
                  </a:lnTo>
                  <a:lnTo>
                    <a:pt x="9202758" y="399209"/>
                  </a:lnTo>
                  <a:lnTo>
                    <a:pt x="9252234" y="357941"/>
                  </a:lnTo>
                  <a:lnTo>
                    <a:pt x="9302754" y="319734"/>
                  </a:lnTo>
                  <a:lnTo>
                    <a:pt x="9347647" y="289108"/>
                  </a:lnTo>
                  <a:lnTo>
                    <a:pt x="9399223" y="257699"/>
                  </a:lnTo>
                  <a:lnTo>
                    <a:pt x="9453217" y="229000"/>
                  </a:lnTo>
                  <a:lnTo>
                    <a:pt x="9510301" y="202916"/>
                  </a:lnTo>
                  <a:lnTo>
                    <a:pt x="9571214" y="179263"/>
                  </a:lnTo>
                  <a:lnTo>
                    <a:pt x="9636721" y="157820"/>
                  </a:lnTo>
                  <a:lnTo>
                    <a:pt x="9707570" y="138359"/>
                  </a:lnTo>
                  <a:lnTo>
                    <a:pt x="9784450" y="120665"/>
                  </a:lnTo>
                  <a:lnTo>
                    <a:pt x="9867917" y="104548"/>
                  </a:lnTo>
                  <a:lnTo>
                    <a:pt x="9958309" y="89852"/>
                  </a:lnTo>
                  <a:lnTo>
                    <a:pt x="10055633" y="76453"/>
                  </a:lnTo>
                  <a:lnTo>
                    <a:pt x="10159426" y="64269"/>
                  </a:lnTo>
                  <a:lnTo>
                    <a:pt x="10268621" y="53251"/>
                  </a:lnTo>
                  <a:lnTo>
                    <a:pt x="10381414" y="43386"/>
                  </a:lnTo>
                  <a:lnTo>
                    <a:pt x="10495208" y="34683"/>
                  </a:lnTo>
                  <a:lnTo>
                    <a:pt x="10606669" y="27167"/>
                  </a:lnTo>
                  <a:lnTo>
                    <a:pt x="10711939" y="20860"/>
                  </a:lnTo>
                  <a:lnTo>
                    <a:pt x="10807039" y="15760"/>
                  </a:lnTo>
                  <a:lnTo>
                    <a:pt x="10888405" y="11832"/>
                  </a:lnTo>
                  <a:lnTo>
                    <a:pt x="10953463" y="8990"/>
                  </a:lnTo>
                  <a:lnTo>
                    <a:pt x="11001104" y="7098"/>
                  </a:lnTo>
                  <a:lnTo>
                    <a:pt x="11031951" y="5981"/>
                  </a:lnTo>
                  <a:lnTo>
                    <a:pt x="11048361" y="5438"/>
                  </a:lnTo>
                  <a:lnTo>
                    <a:pt x="11054251" y="525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7" y="31"/>
                  </a:lnTo>
                  <a:lnTo>
                    <a:pt x="11046424" y="258"/>
                  </a:lnTo>
                  <a:lnTo>
                    <a:pt x="11027780" y="885"/>
                  </a:lnTo>
                  <a:lnTo>
                    <a:pt x="10994177" y="2121"/>
                  </a:lnTo>
                  <a:lnTo>
                    <a:pt x="10943548" y="4164"/>
                  </a:lnTo>
                  <a:lnTo>
                    <a:pt x="10875574" y="7184"/>
                  </a:lnTo>
                  <a:lnTo>
                    <a:pt x="10791639" y="11308"/>
                  </a:lnTo>
                  <a:lnTo>
                    <a:pt x="10694525" y="16613"/>
                  </a:lnTo>
                  <a:lnTo>
                    <a:pt x="10587909" y="23128"/>
                  </a:lnTo>
                  <a:lnTo>
                    <a:pt x="10475786" y="30849"/>
                  </a:lnTo>
                  <a:lnTo>
                    <a:pt x="10361945" y="39753"/>
                  </a:lnTo>
                  <a:lnTo>
                    <a:pt x="10249606" y="49816"/>
                  </a:lnTo>
                  <a:lnTo>
                    <a:pt x="10141230" y="61031"/>
                  </a:lnTo>
                  <a:lnTo>
                    <a:pt x="10038487" y="73419"/>
                  </a:lnTo>
                  <a:lnTo>
                    <a:pt x="9942333" y="87033"/>
                  </a:lnTo>
                  <a:lnTo>
                    <a:pt x="9853138" y="101963"/>
                  </a:lnTo>
                  <a:lnTo>
                    <a:pt x="9770830" y="118338"/>
                  </a:lnTo>
                  <a:lnTo>
                    <a:pt x="9695027" y="136320"/>
                  </a:lnTo>
                  <a:lnTo>
                    <a:pt x="9625144" y="156105"/>
                  </a:lnTo>
                  <a:lnTo>
                    <a:pt x="9560478" y="177910"/>
                  </a:lnTo>
                  <a:lnTo>
                    <a:pt x="9500275" y="201964"/>
                  </a:lnTo>
                  <a:lnTo>
                    <a:pt x="9443771" y="228485"/>
                  </a:lnTo>
                  <a:lnTo>
                    <a:pt x="9390236" y="257644"/>
                  </a:lnTo>
                  <a:lnTo>
                    <a:pt x="9347647" y="283867"/>
                  </a:lnTo>
                  <a:lnTo>
                    <a:pt x="9295852" y="319478"/>
                  </a:lnTo>
                  <a:lnTo>
                    <a:pt x="9245497" y="358096"/>
                  </a:lnTo>
                  <a:lnTo>
                    <a:pt x="9196133" y="399780"/>
                  </a:lnTo>
                  <a:lnTo>
                    <a:pt x="9147408" y="444518"/>
                  </a:lnTo>
                  <a:lnTo>
                    <a:pt x="9099054" y="492228"/>
                  </a:lnTo>
                  <a:lnTo>
                    <a:pt x="9050877" y="542742"/>
                  </a:lnTo>
                  <a:lnTo>
                    <a:pt x="9002740" y="595811"/>
                  </a:lnTo>
                  <a:lnTo>
                    <a:pt x="8954563" y="651101"/>
                  </a:lnTo>
                  <a:lnTo>
                    <a:pt x="8906306" y="708201"/>
                  </a:lnTo>
                  <a:lnTo>
                    <a:pt x="8857969" y="766635"/>
                  </a:lnTo>
                  <a:lnTo>
                    <a:pt x="8809575" y="825875"/>
                  </a:lnTo>
                  <a:lnTo>
                    <a:pt x="8761161" y="885361"/>
                  </a:lnTo>
                  <a:lnTo>
                    <a:pt x="8712772" y="944524"/>
                  </a:lnTo>
                  <a:lnTo>
                    <a:pt x="8664445" y="1002807"/>
                  </a:lnTo>
                  <a:lnTo>
                    <a:pt x="8616201" y="1059690"/>
                  </a:lnTo>
                  <a:lnTo>
                    <a:pt x="8568032" y="1114702"/>
                  </a:lnTo>
                  <a:lnTo>
                    <a:pt x="8519896" y="1167443"/>
                  </a:lnTo>
                  <a:lnTo>
                    <a:pt x="8471703" y="1217591"/>
                  </a:lnTo>
                  <a:lnTo>
                    <a:pt x="8423312" y="1264907"/>
                  </a:lnTo>
                  <a:lnTo>
                    <a:pt x="8374518" y="1309237"/>
                  </a:lnTo>
                  <a:lnTo>
                    <a:pt x="8325043" y="1350505"/>
                  </a:lnTo>
                  <a:lnTo>
                    <a:pt x="8274522" y="1388712"/>
                  </a:lnTo>
                  <a:lnTo>
                    <a:pt x="8229629" y="1419338"/>
                  </a:lnTo>
                  <a:lnTo>
                    <a:pt x="8178054" y="1450747"/>
                  </a:lnTo>
                  <a:lnTo>
                    <a:pt x="8124060" y="1479446"/>
                  </a:lnTo>
                  <a:lnTo>
                    <a:pt x="8066975" y="1505530"/>
                  </a:lnTo>
                  <a:lnTo>
                    <a:pt x="8006062" y="1529183"/>
                  </a:lnTo>
                  <a:lnTo>
                    <a:pt x="7940556" y="1550626"/>
                  </a:lnTo>
                  <a:lnTo>
                    <a:pt x="7869706" y="1570087"/>
                  </a:lnTo>
                  <a:lnTo>
                    <a:pt x="7792826" y="1587781"/>
                  </a:lnTo>
                  <a:lnTo>
                    <a:pt x="7709359" y="1603897"/>
                  </a:lnTo>
                  <a:lnTo>
                    <a:pt x="7618967" y="1618594"/>
                  </a:lnTo>
                  <a:lnTo>
                    <a:pt x="7521644" y="1631992"/>
                  </a:lnTo>
                  <a:lnTo>
                    <a:pt x="7417850" y="1644177"/>
                  </a:lnTo>
                  <a:lnTo>
                    <a:pt x="7308655" y="1655194"/>
                  </a:lnTo>
                  <a:lnTo>
                    <a:pt x="7195863" y="1665060"/>
                  </a:lnTo>
                  <a:lnTo>
                    <a:pt x="7082068" y="1673763"/>
                  </a:lnTo>
                  <a:lnTo>
                    <a:pt x="6970608" y="1681279"/>
                  </a:lnTo>
                  <a:lnTo>
                    <a:pt x="6865337" y="1687586"/>
                  </a:lnTo>
                  <a:lnTo>
                    <a:pt x="6770237" y="1692685"/>
                  </a:lnTo>
                  <a:lnTo>
                    <a:pt x="6688871" y="1696613"/>
                  </a:lnTo>
                  <a:lnTo>
                    <a:pt x="6623814" y="1699456"/>
                  </a:lnTo>
                  <a:lnTo>
                    <a:pt x="6576172" y="1701347"/>
                  </a:lnTo>
                  <a:lnTo>
                    <a:pt x="6545325" y="1702464"/>
                  </a:lnTo>
                  <a:lnTo>
                    <a:pt x="6528916" y="1703008"/>
                  </a:lnTo>
                  <a:lnTo>
                    <a:pt x="6523025" y="1703187"/>
                  </a:lnTo>
                  <a:lnTo>
                    <a:pt x="6522385" y="1703206"/>
                  </a:lnTo>
                  <a:lnTo>
                    <a:pt x="5527445" y="1703206"/>
                  </a:lnTo>
                  <a:lnTo>
                    <a:pt x="5526326" y="1703178"/>
                  </a:lnTo>
                  <a:lnTo>
                    <a:pt x="5518939" y="1702978"/>
                  </a:lnTo>
                  <a:lnTo>
                    <a:pt x="5500211" y="1702428"/>
                  </a:lnTo>
                  <a:lnTo>
                    <a:pt x="5466464" y="1701342"/>
                  </a:lnTo>
                  <a:lnTo>
                    <a:pt x="5415627" y="1699549"/>
                  </a:lnTo>
                  <a:lnTo>
                    <a:pt x="5347396" y="1696897"/>
                  </a:lnTo>
                  <a:lnTo>
                    <a:pt x="5263174" y="1693277"/>
                  </a:lnTo>
                  <a:lnTo>
                    <a:pt x="5165769" y="1688622"/>
                  </a:lnTo>
                  <a:lnTo>
                    <a:pt x="5058882" y="1682905"/>
                  </a:lnTo>
                  <a:lnTo>
                    <a:pt x="4946527" y="1676131"/>
                  </a:lnTo>
                  <a:lnTo>
                    <a:pt x="4832505" y="1668322"/>
                  </a:lnTo>
                  <a:lnTo>
                    <a:pt x="4720041" y="1659495"/>
                  </a:lnTo>
                  <a:lnTo>
                    <a:pt x="4611590" y="1649659"/>
                  </a:lnTo>
                  <a:lnTo>
                    <a:pt x="4508818" y="1638794"/>
                  </a:lnTo>
                  <a:lnTo>
                    <a:pt x="4412670" y="1626853"/>
                  </a:lnTo>
                  <a:lnTo>
                    <a:pt x="4323505" y="1613756"/>
                  </a:lnTo>
                  <a:lnTo>
                    <a:pt x="4241244" y="1599389"/>
                  </a:lnTo>
                  <a:lnTo>
                    <a:pt x="4165494" y="1583609"/>
                  </a:lnTo>
                  <a:lnTo>
                    <a:pt x="4095664" y="1566243"/>
                  </a:lnTo>
                  <a:lnTo>
                    <a:pt x="4031046" y="1547100"/>
                  </a:lnTo>
                  <a:lnTo>
                    <a:pt x="3970879" y="1525979"/>
                  </a:lnTo>
                  <a:lnTo>
                    <a:pt x="3914399" y="1502690"/>
                  </a:lnTo>
                  <a:lnTo>
                    <a:pt x="3860872" y="1477083"/>
                  </a:lnTo>
                  <a:lnTo>
                    <a:pt x="3820202" y="1455149"/>
                  </a:lnTo>
                  <a:lnTo>
                    <a:pt x="3766750" y="1422976"/>
                  </a:lnTo>
                  <a:lnTo>
                    <a:pt x="3714819" y="1387999"/>
                  </a:lnTo>
                  <a:lnTo>
                    <a:pt x="3663916" y="1350166"/>
                  </a:lnTo>
                  <a:lnTo>
                    <a:pt x="3613663" y="1309492"/>
                  </a:lnTo>
                  <a:lnTo>
                    <a:pt x="3563776" y="1266066"/>
                  </a:lnTo>
                  <a:lnTo>
                    <a:pt x="3514049" y="1220061"/>
                  </a:lnTo>
                  <a:lnTo>
                    <a:pt x="3464345" y="1171731"/>
                  </a:lnTo>
                  <a:lnTo>
                    <a:pt x="3414585" y="1121413"/>
                  </a:lnTo>
                  <a:lnTo>
                    <a:pt x="3364738" y="1069519"/>
                  </a:lnTo>
                  <a:lnTo>
                    <a:pt x="3314809" y="1016523"/>
                  </a:lnTo>
                  <a:lnTo>
                    <a:pt x="3264830" y="962943"/>
                  </a:lnTo>
                  <a:lnTo>
                    <a:pt x="3214849" y="909323"/>
                  </a:lnTo>
                  <a:lnTo>
                    <a:pt x="3164910" y="856209"/>
                  </a:lnTo>
                  <a:lnTo>
                    <a:pt x="3115050" y="804124"/>
                  </a:lnTo>
                  <a:lnTo>
                    <a:pt x="3065278" y="753549"/>
                  </a:lnTo>
                  <a:lnTo>
                    <a:pt x="3015569" y="704907"/>
                  </a:lnTo>
                  <a:lnTo>
                    <a:pt x="2965853" y="658546"/>
                  </a:lnTo>
                  <a:lnTo>
                    <a:pt x="2916000" y="614732"/>
                  </a:lnTo>
                  <a:lnTo>
                    <a:pt x="2865816" y="573650"/>
                  </a:lnTo>
                  <a:lnTo>
                    <a:pt x="2815029" y="535400"/>
                  </a:lnTo>
                  <a:lnTo>
                    <a:pt x="2763275" y="500010"/>
                  </a:lnTo>
                  <a:lnTo>
                    <a:pt x="2710080" y="467434"/>
                  </a:lnTo>
                  <a:lnTo>
                    <a:pt x="2702183" y="462922"/>
                  </a:lnTo>
                  <a:lnTo>
                    <a:pt x="2650524" y="435434"/>
                  </a:lnTo>
                  <a:lnTo>
                    <a:pt x="2596437" y="410321"/>
                  </a:lnTo>
                  <a:lnTo>
                    <a:pt x="2539247" y="387500"/>
                  </a:lnTo>
                  <a:lnTo>
                    <a:pt x="2478213" y="366809"/>
                  </a:lnTo>
                  <a:lnTo>
                    <a:pt x="2412567" y="348055"/>
                  </a:lnTo>
                  <a:lnTo>
                    <a:pt x="2341554" y="331036"/>
                  </a:lnTo>
                  <a:lnTo>
                    <a:pt x="2264485" y="315564"/>
                  </a:lnTo>
                  <a:lnTo>
                    <a:pt x="2180803" y="301474"/>
                  </a:lnTo>
                  <a:lnTo>
                    <a:pt x="2090172" y="288627"/>
                  </a:lnTo>
                  <a:lnTo>
                    <a:pt x="1992590" y="276917"/>
                  </a:lnTo>
                  <a:lnTo>
                    <a:pt x="1888529" y="266270"/>
                  </a:lnTo>
                  <a:lnTo>
                    <a:pt x="1779076" y="256645"/>
                  </a:lnTo>
                  <a:lnTo>
                    <a:pt x="1666055" y="248031"/>
                  </a:lnTo>
                  <a:lnTo>
                    <a:pt x="1552093" y="240436"/>
                  </a:lnTo>
                  <a:lnTo>
                    <a:pt x="1440553" y="233882"/>
                  </a:lnTo>
                  <a:lnTo>
                    <a:pt x="1335320" y="228388"/>
                  </a:lnTo>
                  <a:lnTo>
                    <a:pt x="1240388" y="223952"/>
                  </a:lnTo>
                  <a:lnTo>
                    <a:pt x="1159319" y="220542"/>
                  </a:lnTo>
                  <a:lnTo>
                    <a:pt x="1094666" y="218081"/>
                  </a:lnTo>
                  <a:lnTo>
                    <a:pt x="1047490" y="216449"/>
                  </a:lnTo>
                  <a:lnTo>
                    <a:pt x="1017113" y="215490"/>
                  </a:lnTo>
                  <a:lnTo>
                    <a:pt x="1001112" y="215028"/>
                  </a:lnTo>
                  <a:lnTo>
                    <a:pt x="995499" y="214879"/>
                  </a:lnTo>
                  <a:lnTo>
                    <a:pt x="994940" y="214865"/>
                  </a:lnTo>
                  <a:lnTo>
                    <a:pt x="0" y="214865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2" name="pl141"/>
            <p:cNvSpPr/>
            <p:nvPr/>
          </p:nvSpPr>
          <p:spPr>
            <a:xfrm>
              <a:off x="1199187" y="2415767"/>
              <a:ext cx="12049831" cy="1703206"/>
            </a:xfrm>
            <a:custGeom>
              <a:avLst/>
              <a:pathLst>
                <a:path w="12049831" h="1703206">
                  <a:moveTo>
                    <a:pt x="0" y="214865"/>
                  </a:moveTo>
                  <a:lnTo>
                    <a:pt x="994940" y="214865"/>
                  </a:lnTo>
                  <a:lnTo>
                    <a:pt x="996059" y="214893"/>
                  </a:lnTo>
                  <a:lnTo>
                    <a:pt x="1003446" y="215093"/>
                  </a:lnTo>
                  <a:lnTo>
                    <a:pt x="1022174" y="215643"/>
                  </a:lnTo>
                  <a:lnTo>
                    <a:pt x="1055921" y="216729"/>
                  </a:lnTo>
                  <a:lnTo>
                    <a:pt x="1106758" y="218523"/>
                  </a:lnTo>
                  <a:lnTo>
                    <a:pt x="1174989" y="221174"/>
                  </a:lnTo>
                  <a:lnTo>
                    <a:pt x="1259211" y="224794"/>
                  </a:lnTo>
                  <a:lnTo>
                    <a:pt x="1356616" y="229449"/>
                  </a:lnTo>
                  <a:lnTo>
                    <a:pt x="1463503" y="235166"/>
                  </a:lnTo>
                  <a:lnTo>
                    <a:pt x="1575858" y="241940"/>
                  </a:lnTo>
                  <a:lnTo>
                    <a:pt x="1689880" y="249749"/>
                  </a:lnTo>
                  <a:lnTo>
                    <a:pt x="1802344" y="258576"/>
                  </a:lnTo>
                  <a:lnTo>
                    <a:pt x="1910795" y="268412"/>
                  </a:lnTo>
                  <a:lnTo>
                    <a:pt x="2013567" y="279277"/>
                  </a:lnTo>
                  <a:lnTo>
                    <a:pt x="2109715" y="291218"/>
                  </a:lnTo>
                  <a:lnTo>
                    <a:pt x="2198880" y="304315"/>
                  </a:lnTo>
                  <a:lnTo>
                    <a:pt x="2281141" y="318682"/>
                  </a:lnTo>
                  <a:lnTo>
                    <a:pt x="2356891" y="334462"/>
                  </a:lnTo>
                  <a:lnTo>
                    <a:pt x="2426721" y="351828"/>
                  </a:lnTo>
                  <a:lnTo>
                    <a:pt x="2491339" y="370971"/>
                  </a:lnTo>
                  <a:lnTo>
                    <a:pt x="2551506" y="392092"/>
                  </a:lnTo>
                  <a:lnTo>
                    <a:pt x="2607986" y="415381"/>
                  </a:lnTo>
                  <a:lnTo>
                    <a:pt x="2661513" y="440988"/>
                  </a:lnTo>
                  <a:lnTo>
                    <a:pt x="2702183" y="462922"/>
                  </a:lnTo>
                  <a:lnTo>
                    <a:pt x="2755635" y="495095"/>
                  </a:lnTo>
                  <a:lnTo>
                    <a:pt x="2807566" y="530072"/>
                  </a:lnTo>
                  <a:lnTo>
                    <a:pt x="2858469" y="567905"/>
                  </a:lnTo>
                  <a:lnTo>
                    <a:pt x="2908722" y="608579"/>
                  </a:lnTo>
                  <a:lnTo>
                    <a:pt x="2958609" y="652005"/>
                  </a:lnTo>
                  <a:lnTo>
                    <a:pt x="3008336" y="698010"/>
                  </a:lnTo>
                  <a:lnTo>
                    <a:pt x="3058040" y="746340"/>
                  </a:lnTo>
                  <a:lnTo>
                    <a:pt x="3107800" y="796658"/>
                  </a:lnTo>
                  <a:lnTo>
                    <a:pt x="3157647" y="848552"/>
                  </a:lnTo>
                  <a:lnTo>
                    <a:pt x="3207576" y="901548"/>
                  </a:lnTo>
                  <a:lnTo>
                    <a:pt x="3257555" y="955128"/>
                  </a:lnTo>
                  <a:lnTo>
                    <a:pt x="3307536" y="1008748"/>
                  </a:lnTo>
                  <a:lnTo>
                    <a:pt x="3357475" y="1061862"/>
                  </a:lnTo>
                  <a:lnTo>
                    <a:pt x="3407335" y="1113947"/>
                  </a:lnTo>
                  <a:lnTo>
                    <a:pt x="3457107" y="1164522"/>
                  </a:lnTo>
                  <a:lnTo>
                    <a:pt x="3506816" y="1213164"/>
                  </a:lnTo>
                  <a:lnTo>
                    <a:pt x="3556532" y="1259525"/>
                  </a:lnTo>
                  <a:lnTo>
                    <a:pt x="3606385" y="1303339"/>
                  </a:lnTo>
                  <a:lnTo>
                    <a:pt x="3656569" y="1344422"/>
                  </a:lnTo>
                  <a:lnTo>
                    <a:pt x="3707356" y="1382671"/>
                  </a:lnTo>
                  <a:lnTo>
                    <a:pt x="3759110" y="1418061"/>
                  </a:lnTo>
                  <a:lnTo>
                    <a:pt x="3812305" y="1450637"/>
                  </a:lnTo>
                  <a:lnTo>
                    <a:pt x="3820202" y="1455149"/>
                  </a:lnTo>
                  <a:lnTo>
                    <a:pt x="3871861" y="1482637"/>
                  </a:lnTo>
                  <a:lnTo>
                    <a:pt x="3925948" y="1507750"/>
                  </a:lnTo>
                  <a:lnTo>
                    <a:pt x="3983138" y="1530571"/>
                  </a:lnTo>
                  <a:lnTo>
                    <a:pt x="4044172" y="1551262"/>
                  </a:lnTo>
                  <a:lnTo>
                    <a:pt x="4109818" y="1570016"/>
                  </a:lnTo>
                  <a:lnTo>
                    <a:pt x="4180831" y="1587035"/>
                  </a:lnTo>
                  <a:lnTo>
                    <a:pt x="4257900" y="1602507"/>
                  </a:lnTo>
                  <a:lnTo>
                    <a:pt x="4341582" y="1616597"/>
                  </a:lnTo>
                  <a:lnTo>
                    <a:pt x="4432213" y="1629444"/>
                  </a:lnTo>
                  <a:lnTo>
                    <a:pt x="4529795" y="1641154"/>
                  </a:lnTo>
                  <a:lnTo>
                    <a:pt x="4633856" y="1651801"/>
                  </a:lnTo>
                  <a:lnTo>
                    <a:pt x="4743309" y="1661426"/>
                  </a:lnTo>
                  <a:lnTo>
                    <a:pt x="4856330" y="1670040"/>
                  </a:lnTo>
                  <a:lnTo>
                    <a:pt x="4970292" y="1677635"/>
                  </a:lnTo>
                  <a:lnTo>
                    <a:pt x="5081832" y="1684189"/>
                  </a:lnTo>
                  <a:lnTo>
                    <a:pt x="5187065" y="1689684"/>
                  </a:lnTo>
                  <a:lnTo>
                    <a:pt x="5281997" y="1694119"/>
                  </a:lnTo>
                  <a:lnTo>
                    <a:pt x="5363066" y="1697529"/>
                  </a:lnTo>
                  <a:lnTo>
                    <a:pt x="5427719" y="1699990"/>
                  </a:lnTo>
                  <a:lnTo>
                    <a:pt x="5474895" y="1701623"/>
                  </a:lnTo>
                  <a:lnTo>
                    <a:pt x="5505272" y="1702581"/>
                  </a:lnTo>
                  <a:lnTo>
                    <a:pt x="5521273" y="1703043"/>
                  </a:lnTo>
                  <a:lnTo>
                    <a:pt x="5526886" y="1703192"/>
                  </a:lnTo>
                  <a:lnTo>
                    <a:pt x="5527445" y="1703206"/>
                  </a:lnTo>
                  <a:lnTo>
                    <a:pt x="6522385" y="1703206"/>
                  </a:lnTo>
                  <a:lnTo>
                    <a:pt x="6523499" y="1703174"/>
                  </a:lnTo>
                  <a:lnTo>
                    <a:pt x="6530853" y="1702947"/>
                  </a:lnTo>
                  <a:lnTo>
                    <a:pt x="6549497" y="1702320"/>
                  </a:lnTo>
                  <a:lnTo>
                    <a:pt x="6583099" y="1701084"/>
                  </a:lnTo>
                  <a:lnTo>
                    <a:pt x="6633729" y="1699041"/>
                  </a:lnTo>
                  <a:lnTo>
                    <a:pt x="6701703" y="1696021"/>
                  </a:lnTo>
                  <a:lnTo>
                    <a:pt x="6785638" y="1691897"/>
                  </a:lnTo>
                  <a:lnTo>
                    <a:pt x="6882752" y="1686592"/>
                  </a:lnTo>
                  <a:lnTo>
                    <a:pt x="6989367" y="1680077"/>
                  </a:lnTo>
                  <a:lnTo>
                    <a:pt x="7101491" y="1672356"/>
                  </a:lnTo>
                  <a:lnTo>
                    <a:pt x="7215332" y="1663452"/>
                  </a:lnTo>
                  <a:lnTo>
                    <a:pt x="7327670" y="1653389"/>
                  </a:lnTo>
                  <a:lnTo>
                    <a:pt x="7436047" y="1642174"/>
                  </a:lnTo>
                  <a:lnTo>
                    <a:pt x="7538790" y="1629786"/>
                  </a:lnTo>
                  <a:lnTo>
                    <a:pt x="7634944" y="1616172"/>
                  </a:lnTo>
                  <a:lnTo>
                    <a:pt x="7724139" y="1601242"/>
                  </a:lnTo>
                  <a:lnTo>
                    <a:pt x="7806446" y="1584868"/>
                  </a:lnTo>
                  <a:lnTo>
                    <a:pt x="7882250" y="1566885"/>
                  </a:lnTo>
                  <a:lnTo>
                    <a:pt x="7952133" y="1547100"/>
                  </a:lnTo>
                  <a:lnTo>
                    <a:pt x="8016798" y="1525295"/>
                  </a:lnTo>
                  <a:lnTo>
                    <a:pt x="8077002" y="1501241"/>
                  </a:lnTo>
                  <a:lnTo>
                    <a:pt x="8133506" y="1474721"/>
                  </a:lnTo>
                  <a:lnTo>
                    <a:pt x="8187041" y="1445561"/>
                  </a:lnTo>
                  <a:lnTo>
                    <a:pt x="8229629" y="1419338"/>
                  </a:lnTo>
                  <a:lnTo>
                    <a:pt x="8281425" y="1383727"/>
                  </a:lnTo>
                  <a:lnTo>
                    <a:pt x="8331779" y="1345109"/>
                  </a:lnTo>
                  <a:lnTo>
                    <a:pt x="8381143" y="1303426"/>
                  </a:lnTo>
                  <a:lnTo>
                    <a:pt x="8429869" y="1258687"/>
                  </a:lnTo>
                  <a:lnTo>
                    <a:pt x="8478222" y="1210977"/>
                  </a:lnTo>
                  <a:lnTo>
                    <a:pt x="8526400" y="1160463"/>
                  </a:lnTo>
                  <a:lnTo>
                    <a:pt x="8574536" y="1107394"/>
                  </a:lnTo>
                  <a:lnTo>
                    <a:pt x="8622714" y="1052104"/>
                  </a:lnTo>
                  <a:lnTo>
                    <a:pt x="8670970" y="995004"/>
                  </a:lnTo>
                  <a:lnTo>
                    <a:pt x="8719307" y="936570"/>
                  </a:lnTo>
                  <a:lnTo>
                    <a:pt x="8767702" y="877330"/>
                  </a:lnTo>
                  <a:lnTo>
                    <a:pt x="8816115" y="817844"/>
                  </a:lnTo>
                  <a:lnTo>
                    <a:pt x="8864504" y="758681"/>
                  </a:lnTo>
                  <a:lnTo>
                    <a:pt x="8912831" y="700398"/>
                  </a:lnTo>
                  <a:lnTo>
                    <a:pt x="8961076" y="643515"/>
                  </a:lnTo>
                  <a:lnTo>
                    <a:pt x="9009245" y="588503"/>
                  </a:lnTo>
                  <a:lnTo>
                    <a:pt x="9057381" y="535762"/>
                  </a:lnTo>
                  <a:lnTo>
                    <a:pt x="9105573" y="485614"/>
                  </a:lnTo>
                  <a:lnTo>
                    <a:pt x="9153964" y="438298"/>
                  </a:lnTo>
                  <a:lnTo>
                    <a:pt x="9202758" y="393968"/>
                  </a:lnTo>
                  <a:lnTo>
                    <a:pt x="9252234" y="352700"/>
                  </a:lnTo>
                  <a:lnTo>
                    <a:pt x="9302754" y="314493"/>
                  </a:lnTo>
                  <a:lnTo>
                    <a:pt x="9347647" y="283867"/>
                  </a:lnTo>
                  <a:lnTo>
                    <a:pt x="9399223" y="252458"/>
                  </a:lnTo>
                  <a:lnTo>
                    <a:pt x="9453217" y="223759"/>
                  </a:lnTo>
                  <a:lnTo>
                    <a:pt x="9510301" y="197675"/>
                  </a:lnTo>
                  <a:lnTo>
                    <a:pt x="9571214" y="174023"/>
                  </a:lnTo>
                  <a:lnTo>
                    <a:pt x="9636721" y="152579"/>
                  </a:lnTo>
                  <a:lnTo>
                    <a:pt x="9707570" y="133118"/>
                  </a:lnTo>
                  <a:lnTo>
                    <a:pt x="9784450" y="115424"/>
                  </a:lnTo>
                  <a:lnTo>
                    <a:pt x="9867917" y="99308"/>
                  </a:lnTo>
                  <a:lnTo>
                    <a:pt x="9958309" y="84611"/>
                  </a:lnTo>
                  <a:lnTo>
                    <a:pt x="10055633" y="71213"/>
                  </a:lnTo>
                  <a:lnTo>
                    <a:pt x="10159426" y="59028"/>
                  </a:lnTo>
                  <a:lnTo>
                    <a:pt x="10268621" y="48011"/>
                  </a:lnTo>
                  <a:lnTo>
                    <a:pt x="10381414" y="38145"/>
                  </a:lnTo>
                  <a:lnTo>
                    <a:pt x="10495208" y="29442"/>
                  </a:lnTo>
                  <a:lnTo>
                    <a:pt x="10606669" y="21927"/>
                  </a:lnTo>
                  <a:lnTo>
                    <a:pt x="10711939" y="15619"/>
                  </a:lnTo>
                  <a:lnTo>
                    <a:pt x="10807039" y="10520"/>
                  </a:lnTo>
                  <a:lnTo>
                    <a:pt x="10888405" y="6592"/>
                  </a:lnTo>
                  <a:lnTo>
                    <a:pt x="10953463" y="3749"/>
                  </a:lnTo>
                  <a:lnTo>
                    <a:pt x="11001104" y="1858"/>
                  </a:lnTo>
                  <a:lnTo>
                    <a:pt x="11031951" y="741"/>
                  </a:lnTo>
                  <a:lnTo>
                    <a:pt x="11048361" y="197"/>
                  </a:lnTo>
                  <a:lnTo>
                    <a:pt x="11054251" y="1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" name="pl142"/>
            <p:cNvSpPr/>
            <p:nvPr/>
          </p:nvSpPr>
          <p:spPr>
            <a:xfrm>
              <a:off x="1199187" y="2410527"/>
              <a:ext cx="12049831" cy="1703206"/>
            </a:xfrm>
            <a:custGeom>
              <a:avLst/>
              <a:pathLst>
                <a:path w="12049831" h="1703206">
                  <a:moveTo>
                    <a:pt x="12049831" y="0"/>
                  </a:moveTo>
                  <a:lnTo>
                    <a:pt x="11054891" y="0"/>
                  </a:lnTo>
                  <a:lnTo>
                    <a:pt x="11053777" y="31"/>
                  </a:lnTo>
                  <a:lnTo>
                    <a:pt x="11046424" y="258"/>
                  </a:lnTo>
                  <a:lnTo>
                    <a:pt x="11027780" y="885"/>
                  </a:lnTo>
                  <a:lnTo>
                    <a:pt x="10994177" y="2121"/>
                  </a:lnTo>
                  <a:lnTo>
                    <a:pt x="10943548" y="4164"/>
                  </a:lnTo>
                  <a:lnTo>
                    <a:pt x="10875574" y="7184"/>
                  </a:lnTo>
                  <a:lnTo>
                    <a:pt x="10791639" y="11308"/>
                  </a:lnTo>
                  <a:lnTo>
                    <a:pt x="10694525" y="16613"/>
                  </a:lnTo>
                  <a:lnTo>
                    <a:pt x="10587909" y="23128"/>
                  </a:lnTo>
                  <a:lnTo>
                    <a:pt x="10475786" y="30849"/>
                  </a:lnTo>
                  <a:lnTo>
                    <a:pt x="10361945" y="39753"/>
                  </a:lnTo>
                  <a:lnTo>
                    <a:pt x="10249606" y="49816"/>
                  </a:lnTo>
                  <a:lnTo>
                    <a:pt x="10141230" y="61031"/>
                  </a:lnTo>
                  <a:lnTo>
                    <a:pt x="10038487" y="73419"/>
                  </a:lnTo>
                  <a:lnTo>
                    <a:pt x="9942333" y="87033"/>
                  </a:lnTo>
                  <a:lnTo>
                    <a:pt x="9853138" y="101963"/>
                  </a:lnTo>
                  <a:lnTo>
                    <a:pt x="9770830" y="118338"/>
                  </a:lnTo>
                  <a:lnTo>
                    <a:pt x="9695027" y="136320"/>
                  </a:lnTo>
                  <a:lnTo>
                    <a:pt x="9625144" y="156105"/>
                  </a:lnTo>
                  <a:lnTo>
                    <a:pt x="9560478" y="177910"/>
                  </a:lnTo>
                  <a:lnTo>
                    <a:pt x="9500275" y="201964"/>
                  </a:lnTo>
                  <a:lnTo>
                    <a:pt x="9443771" y="228485"/>
                  </a:lnTo>
                  <a:lnTo>
                    <a:pt x="9390236" y="257644"/>
                  </a:lnTo>
                  <a:lnTo>
                    <a:pt x="9347647" y="283867"/>
                  </a:lnTo>
                  <a:lnTo>
                    <a:pt x="9295852" y="319478"/>
                  </a:lnTo>
                  <a:lnTo>
                    <a:pt x="9245497" y="358096"/>
                  </a:lnTo>
                  <a:lnTo>
                    <a:pt x="9196133" y="399780"/>
                  </a:lnTo>
                  <a:lnTo>
                    <a:pt x="9147408" y="444518"/>
                  </a:lnTo>
                  <a:lnTo>
                    <a:pt x="9099054" y="492228"/>
                  </a:lnTo>
                  <a:lnTo>
                    <a:pt x="9050877" y="542742"/>
                  </a:lnTo>
                  <a:lnTo>
                    <a:pt x="9002740" y="595811"/>
                  </a:lnTo>
                  <a:lnTo>
                    <a:pt x="8954563" y="651101"/>
                  </a:lnTo>
                  <a:lnTo>
                    <a:pt x="8906306" y="708201"/>
                  </a:lnTo>
                  <a:lnTo>
                    <a:pt x="8857969" y="766635"/>
                  </a:lnTo>
                  <a:lnTo>
                    <a:pt x="8809575" y="825875"/>
                  </a:lnTo>
                  <a:lnTo>
                    <a:pt x="8761161" y="885361"/>
                  </a:lnTo>
                  <a:lnTo>
                    <a:pt x="8712772" y="944524"/>
                  </a:lnTo>
                  <a:lnTo>
                    <a:pt x="8664445" y="1002807"/>
                  </a:lnTo>
                  <a:lnTo>
                    <a:pt x="8616201" y="1059690"/>
                  </a:lnTo>
                  <a:lnTo>
                    <a:pt x="8568032" y="1114702"/>
                  </a:lnTo>
                  <a:lnTo>
                    <a:pt x="8519896" y="1167443"/>
                  </a:lnTo>
                  <a:lnTo>
                    <a:pt x="8471703" y="1217591"/>
                  </a:lnTo>
                  <a:lnTo>
                    <a:pt x="8423312" y="1264907"/>
                  </a:lnTo>
                  <a:lnTo>
                    <a:pt x="8374518" y="1309237"/>
                  </a:lnTo>
                  <a:lnTo>
                    <a:pt x="8325043" y="1350505"/>
                  </a:lnTo>
                  <a:lnTo>
                    <a:pt x="8274522" y="1388712"/>
                  </a:lnTo>
                  <a:lnTo>
                    <a:pt x="8229629" y="1419338"/>
                  </a:lnTo>
                  <a:lnTo>
                    <a:pt x="8178054" y="1450747"/>
                  </a:lnTo>
                  <a:lnTo>
                    <a:pt x="8124060" y="1479446"/>
                  </a:lnTo>
                  <a:lnTo>
                    <a:pt x="8066975" y="1505530"/>
                  </a:lnTo>
                  <a:lnTo>
                    <a:pt x="8006062" y="1529183"/>
                  </a:lnTo>
                  <a:lnTo>
                    <a:pt x="7940556" y="1550626"/>
                  </a:lnTo>
                  <a:lnTo>
                    <a:pt x="7869706" y="1570087"/>
                  </a:lnTo>
                  <a:lnTo>
                    <a:pt x="7792826" y="1587781"/>
                  </a:lnTo>
                  <a:lnTo>
                    <a:pt x="7709359" y="1603897"/>
                  </a:lnTo>
                  <a:lnTo>
                    <a:pt x="7618967" y="1618594"/>
                  </a:lnTo>
                  <a:lnTo>
                    <a:pt x="7521644" y="1631992"/>
                  </a:lnTo>
                  <a:lnTo>
                    <a:pt x="7417850" y="1644177"/>
                  </a:lnTo>
                  <a:lnTo>
                    <a:pt x="7308655" y="1655194"/>
                  </a:lnTo>
                  <a:lnTo>
                    <a:pt x="7195863" y="1665060"/>
                  </a:lnTo>
                  <a:lnTo>
                    <a:pt x="7082068" y="1673763"/>
                  </a:lnTo>
                  <a:lnTo>
                    <a:pt x="6970608" y="1681279"/>
                  </a:lnTo>
                  <a:lnTo>
                    <a:pt x="6865337" y="1687586"/>
                  </a:lnTo>
                  <a:lnTo>
                    <a:pt x="6770237" y="1692685"/>
                  </a:lnTo>
                  <a:lnTo>
                    <a:pt x="6688871" y="1696613"/>
                  </a:lnTo>
                  <a:lnTo>
                    <a:pt x="6623814" y="1699456"/>
                  </a:lnTo>
                  <a:lnTo>
                    <a:pt x="6576172" y="1701347"/>
                  </a:lnTo>
                  <a:lnTo>
                    <a:pt x="6545325" y="1702464"/>
                  </a:lnTo>
                  <a:lnTo>
                    <a:pt x="6528916" y="1703008"/>
                  </a:lnTo>
                  <a:lnTo>
                    <a:pt x="6523025" y="1703187"/>
                  </a:lnTo>
                  <a:lnTo>
                    <a:pt x="6522385" y="1703206"/>
                  </a:lnTo>
                  <a:lnTo>
                    <a:pt x="5527445" y="1703206"/>
                  </a:lnTo>
                  <a:lnTo>
                    <a:pt x="5526326" y="1703178"/>
                  </a:lnTo>
                  <a:lnTo>
                    <a:pt x="5518939" y="1702978"/>
                  </a:lnTo>
                  <a:lnTo>
                    <a:pt x="5500211" y="1702428"/>
                  </a:lnTo>
                  <a:lnTo>
                    <a:pt x="5466464" y="1701342"/>
                  </a:lnTo>
                  <a:lnTo>
                    <a:pt x="5415627" y="1699549"/>
                  </a:lnTo>
                  <a:lnTo>
                    <a:pt x="5347396" y="1696897"/>
                  </a:lnTo>
                  <a:lnTo>
                    <a:pt x="5263174" y="1693277"/>
                  </a:lnTo>
                  <a:lnTo>
                    <a:pt x="5165769" y="1688622"/>
                  </a:lnTo>
                  <a:lnTo>
                    <a:pt x="5058882" y="1682905"/>
                  </a:lnTo>
                  <a:lnTo>
                    <a:pt x="4946527" y="1676131"/>
                  </a:lnTo>
                  <a:lnTo>
                    <a:pt x="4832505" y="1668322"/>
                  </a:lnTo>
                  <a:lnTo>
                    <a:pt x="4720041" y="1659495"/>
                  </a:lnTo>
                  <a:lnTo>
                    <a:pt x="4611590" y="1649659"/>
                  </a:lnTo>
                  <a:lnTo>
                    <a:pt x="4508818" y="1638794"/>
                  </a:lnTo>
                  <a:lnTo>
                    <a:pt x="4412670" y="1626853"/>
                  </a:lnTo>
                  <a:lnTo>
                    <a:pt x="4323505" y="1613756"/>
                  </a:lnTo>
                  <a:lnTo>
                    <a:pt x="4241244" y="1599389"/>
                  </a:lnTo>
                  <a:lnTo>
                    <a:pt x="4165494" y="1583609"/>
                  </a:lnTo>
                  <a:lnTo>
                    <a:pt x="4095664" y="1566243"/>
                  </a:lnTo>
                  <a:lnTo>
                    <a:pt x="4031046" y="1547100"/>
                  </a:lnTo>
                  <a:lnTo>
                    <a:pt x="3970879" y="1525979"/>
                  </a:lnTo>
                  <a:lnTo>
                    <a:pt x="3914399" y="1502690"/>
                  </a:lnTo>
                  <a:lnTo>
                    <a:pt x="3860872" y="1477083"/>
                  </a:lnTo>
                  <a:lnTo>
                    <a:pt x="3820202" y="1455149"/>
                  </a:lnTo>
                  <a:lnTo>
                    <a:pt x="3766750" y="1422976"/>
                  </a:lnTo>
                  <a:lnTo>
                    <a:pt x="3714819" y="1387999"/>
                  </a:lnTo>
                  <a:lnTo>
                    <a:pt x="3663916" y="1350166"/>
                  </a:lnTo>
                  <a:lnTo>
                    <a:pt x="3613663" y="1309492"/>
                  </a:lnTo>
                  <a:lnTo>
                    <a:pt x="3563776" y="1266066"/>
                  </a:lnTo>
                  <a:lnTo>
                    <a:pt x="3514049" y="1220061"/>
                  </a:lnTo>
                  <a:lnTo>
                    <a:pt x="3464345" y="1171731"/>
                  </a:lnTo>
                  <a:lnTo>
                    <a:pt x="3414585" y="1121413"/>
                  </a:lnTo>
                  <a:lnTo>
                    <a:pt x="3364738" y="1069519"/>
                  </a:lnTo>
                  <a:lnTo>
                    <a:pt x="3314809" y="1016523"/>
                  </a:lnTo>
                  <a:lnTo>
                    <a:pt x="3264830" y="962943"/>
                  </a:lnTo>
                  <a:lnTo>
                    <a:pt x="3214849" y="909323"/>
                  </a:lnTo>
                  <a:lnTo>
                    <a:pt x="3164910" y="856209"/>
                  </a:lnTo>
                  <a:lnTo>
                    <a:pt x="3115050" y="804124"/>
                  </a:lnTo>
                  <a:lnTo>
                    <a:pt x="3065278" y="753549"/>
                  </a:lnTo>
                  <a:lnTo>
                    <a:pt x="3015569" y="704907"/>
                  </a:lnTo>
                  <a:lnTo>
                    <a:pt x="2965853" y="658546"/>
                  </a:lnTo>
                  <a:lnTo>
                    <a:pt x="2916000" y="614732"/>
                  </a:lnTo>
                  <a:lnTo>
                    <a:pt x="2865816" y="573650"/>
                  </a:lnTo>
                  <a:lnTo>
                    <a:pt x="2815029" y="535400"/>
                  </a:lnTo>
                  <a:lnTo>
                    <a:pt x="2763275" y="500010"/>
                  </a:lnTo>
                  <a:lnTo>
                    <a:pt x="2710080" y="467434"/>
                  </a:lnTo>
                  <a:lnTo>
                    <a:pt x="2702183" y="462922"/>
                  </a:lnTo>
                  <a:lnTo>
                    <a:pt x="2650524" y="435434"/>
                  </a:lnTo>
                  <a:lnTo>
                    <a:pt x="2596437" y="410321"/>
                  </a:lnTo>
                  <a:lnTo>
                    <a:pt x="2539247" y="387500"/>
                  </a:lnTo>
                  <a:lnTo>
                    <a:pt x="2478213" y="366809"/>
                  </a:lnTo>
                  <a:lnTo>
                    <a:pt x="2412567" y="348055"/>
                  </a:lnTo>
                  <a:lnTo>
                    <a:pt x="2341554" y="331036"/>
                  </a:lnTo>
                  <a:lnTo>
                    <a:pt x="2264485" y="315564"/>
                  </a:lnTo>
                  <a:lnTo>
                    <a:pt x="2180803" y="301474"/>
                  </a:lnTo>
                  <a:lnTo>
                    <a:pt x="2090172" y="288627"/>
                  </a:lnTo>
                  <a:lnTo>
                    <a:pt x="1992590" y="276917"/>
                  </a:lnTo>
                  <a:lnTo>
                    <a:pt x="1888529" y="266270"/>
                  </a:lnTo>
                  <a:lnTo>
                    <a:pt x="1779076" y="256645"/>
                  </a:lnTo>
                  <a:lnTo>
                    <a:pt x="1666055" y="248031"/>
                  </a:lnTo>
                  <a:lnTo>
                    <a:pt x="1552093" y="240436"/>
                  </a:lnTo>
                  <a:lnTo>
                    <a:pt x="1440553" y="233882"/>
                  </a:lnTo>
                  <a:lnTo>
                    <a:pt x="1335320" y="228388"/>
                  </a:lnTo>
                  <a:lnTo>
                    <a:pt x="1240388" y="223952"/>
                  </a:lnTo>
                  <a:lnTo>
                    <a:pt x="1159319" y="220542"/>
                  </a:lnTo>
                  <a:lnTo>
                    <a:pt x="1094666" y="218081"/>
                  </a:lnTo>
                  <a:lnTo>
                    <a:pt x="1047490" y="216449"/>
                  </a:lnTo>
                  <a:lnTo>
                    <a:pt x="1017113" y="215490"/>
                  </a:lnTo>
                  <a:lnTo>
                    <a:pt x="1001112" y="215028"/>
                  </a:lnTo>
                  <a:lnTo>
                    <a:pt x="995499" y="214879"/>
                  </a:lnTo>
                  <a:lnTo>
                    <a:pt x="994940" y="214865"/>
                  </a:lnTo>
                  <a:lnTo>
                    <a:pt x="0" y="214865"/>
                  </a:lnTo>
                  <a:lnTo>
                    <a:pt x="0" y="2148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" name="pg143"/>
            <p:cNvSpPr/>
            <p:nvPr/>
          </p:nvSpPr>
          <p:spPr>
            <a:xfrm>
              <a:off x="1199187" y="2630633"/>
              <a:ext cx="12049831" cy="1498821"/>
            </a:xfrm>
            <a:custGeom>
              <a:avLst/>
              <a:pathLst>
                <a:path w="12049831" h="1498821">
                  <a:moveTo>
                    <a:pt x="0" y="10481"/>
                  </a:moveTo>
                  <a:lnTo>
                    <a:pt x="994940" y="10481"/>
                  </a:lnTo>
                  <a:lnTo>
                    <a:pt x="996059" y="10509"/>
                  </a:lnTo>
                  <a:lnTo>
                    <a:pt x="1003446" y="10708"/>
                  </a:lnTo>
                  <a:lnTo>
                    <a:pt x="1022174" y="11259"/>
                  </a:lnTo>
                  <a:lnTo>
                    <a:pt x="1055921" y="12344"/>
                  </a:lnTo>
                  <a:lnTo>
                    <a:pt x="1106758" y="14138"/>
                  </a:lnTo>
                  <a:lnTo>
                    <a:pt x="1174989" y="16789"/>
                  </a:lnTo>
                  <a:lnTo>
                    <a:pt x="1259211" y="20409"/>
                  </a:lnTo>
                  <a:lnTo>
                    <a:pt x="1356616" y="25064"/>
                  </a:lnTo>
                  <a:lnTo>
                    <a:pt x="1463503" y="30781"/>
                  </a:lnTo>
                  <a:lnTo>
                    <a:pt x="1575858" y="37555"/>
                  </a:lnTo>
                  <a:lnTo>
                    <a:pt x="1689880" y="45365"/>
                  </a:lnTo>
                  <a:lnTo>
                    <a:pt x="1802344" y="54191"/>
                  </a:lnTo>
                  <a:lnTo>
                    <a:pt x="1910795" y="64027"/>
                  </a:lnTo>
                  <a:lnTo>
                    <a:pt x="2013567" y="74892"/>
                  </a:lnTo>
                  <a:lnTo>
                    <a:pt x="2109715" y="86833"/>
                  </a:lnTo>
                  <a:lnTo>
                    <a:pt x="2198880" y="99930"/>
                  </a:lnTo>
                  <a:lnTo>
                    <a:pt x="2281141" y="114297"/>
                  </a:lnTo>
                  <a:lnTo>
                    <a:pt x="2356891" y="130078"/>
                  </a:lnTo>
                  <a:lnTo>
                    <a:pt x="2426721" y="147444"/>
                  </a:lnTo>
                  <a:lnTo>
                    <a:pt x="2491339" y="166587"/>
                  </a:lnTo>
                  <a:lnTo>
                    <a:pt x="2551506" y="187708"/>
                  </a:lnTo>
                  <a:lnTo>
                    <a:pt x="2607986" y="210997"/>
                  </a:lnTo>
                  <a:lnTo>
                    <a:pt x="2661513" y="236603"/>
                  </a:lnTo>
                  <a:lnTo>
                    <a:pt x="2702183" y="258537"/>
                  </a:lnTo>
                  <a:lnTo>
                    <a:pt x="2755635" y="290710"/>
                  </a:lnTo>
                  <a:lnTo>
                    <a:pt x="2807566" y="325687"/>
                  </a:lnTo>
                  <a:lnTo>
                    <a:pt x="2858469" y="363520"/>
                  </a:lnTo>
                  <a:lnTo>
                    <a:pt x="2908722" y="404194"/>
                  </a:lnTo>
                  <a:lnTo>
                    <a:pt x="2958609" y="447620"/>
                  </a:lnTo>
                  <a:lnTo>
                    <a:pt x="3008336" y="493625"/>
                  </a:lnTo>
                  <a:lnTo>
                    <a:pt x="3058040" y="541955"/>
                  </a:lnTo>
                  <a:lnTo>
                    <a:pt x="3107800" y="592273"/>
                  </a:lnTo>
                  <a:lnTo>
                    <a:pt x="3157647" y="644167"/>
                  </a:lnTo>
                  <a:lnTo>
                    <a:pt x="3207576" y="697163"/>
                  </a:lnTo>
                  <a:lnTo>
                    <a:pt x="3257555" y="750743"/>
                  </a:lnTo>
                  <a:lnTo>
                    <a:pt x="3307536" y="804363"/>
                  </a:lnTo>
                  <a:lnTo>
                    <a:pt x="3357475" y="857477"/>
                  </a:lnTo>
                  <a:lnTo>
                    <a:pt x="3407335" y="909563"/>
                  </a:lnTo>
                  <a:lnTo>
                    <a:pt x="3457107" y="960137"/>
                  </a:lnTo>
                  <a:lnTo>
                    <a:pt x="3506816" y="1008779"/>
                  </a:lnTo>
                  <a:lnTo>
                    <a:pt x="3556532" y="1055141"/>
                  </a:lnTo>
                  <a:lnTo>
                    <a:pt x="3606385" y="1098954"/>
                  </a:lnTo>
                  <a:lnTo>
                    <a:pt x="3656569" y="1140037"/>
                  </a:lnTo>
                  <a:lnTo>
                    <a:pt x="3707356" y="1178286"/>
                  </a:lnTo>
                  <a:lnTo>
                    <a:pt x="3759110" y="1213677"/>
                  </a:lnTo>
                  <a:lnTo>
                    <a:pt x="3812305" y="1246252"/>
                  </a:lnTo>
                  <a:lnTo>
                    <a:pt x="3820202" y="1250764"/>
                  </a:lnTo>
                  <a:lnTo>
                    <a:pt x="3871861" y="1278253"/>
                  </a:lnTo>
                  <a:lnTo>
                    <a:pt x="3925948" y="1303365"/>
                  </a:lnTo>
                  <a:lnTo>
                    <a:pt x="3983138" y="1326186"/>
                  </a:lnTo>
                  <a:lnTo>
                    <a:pt x="4044172" y="1346877"/>
                  </a:lnTo>
                  <a:lnTo>
                    <a:pt x="4109818" y="1365632"/>
                  </a:lnTo>
                  <a:lnTo>
                    <a:pt x="4180831" y="1382651"/>
                  </a:lnTo>
                  <a:lnTo>
                    <a:pt x="4257900" y="1398122"/>
                  </a:lnTo>
                  <a:lnTo>
                    <a:pt x="4341582" y="1412212"/>
                  </a:lnTo>
                  <a:lnTo>
                    <a:pt x="4432213" y="1425059"/>
                  </a:lnTo>
                  <a:lnTo>
                    <a:pt x="4529795" y="1436770"/>
                  </a:lnTo>
                  <a:lnTo>
                    <a:pt x="4633856" y="1447416"/>
                  </a:lnTo>
                  <a:lnTo>
                    <a:pt x="4743309" y="1457041"/>
                  </a:lnTo>
                  <a:lnTo>
                    <a:pt x="4856330" y="1465656"/>
                  </a:lnTo>
                  <a:lnTo>
                    <a:pt x="4970292" y="1473250"/>
                  </a:lnTo>
                  <a:lnTo>
                    <a:pt x="5081832" y="1479804"/>
                  </a:lnTo>
                  <a:lnTo>
                    <a:pt x="5187065" y="1485299"/>
                  </a:lnTo>
                  <a:lnTo>
                    <a:pt x="5281997" y="1489734"/>
                  </a:lnTo>
                  <a:lnTo>
                    <a:pt x="5363066" y="1493144"/>
                  </a:lnTo>
                  <a:lnTo>
                    <a:pt x="5427719" y="1495606"/>
                  </a:lnTo>
                  <a:lnTo>
                    <a:pt x="5474895" y="1497238"/>
                  </a:lnTo>
                  <a:lnTo>
                    <a:pt x="5505272" y="1498196"/>
                  </a:lnTo>
                  <a:lnTo>
                    <a:pt x="5521273" y="1498658"/>
                  </a:lnTo>
                  <a:lnTo>
                    <a:pt x="5526886" y="1498807"/>
                  </a:lnTo>
                  <a:lnTo>
                    <a:pt x="5527445" y="1498821"/>
                  </a:lnTo>
                  <a:lnTo>
                    <a:pt x="6522385" y="1498821"/>
                  </a:lnTo>
                  <a:lnTo>
                    <a:pt x="6523510" y="1498798"/>
                  </a:lnTo>
                  <a:lnTo>
                    <a:pt x="6530932" y="1498632"/>
                  </a:lnTo>
                  <a:lnTo>
                    <a:pt x="6549746" y="1498174"/>
                  </a:lnTo>
                  <a:lnTo>
                    <a:pt x="6583643" y="1497271"/>
                  </a:lnTo>
                  <a:lnTo>
                    <a:pt x="6634692" y="1495780"/>
                  </a:lnTo>
                  <a:lnTo>
                    <a:pt x="6703187" y="1493576"/>
                  </a:lnTo>
                  <a:lnTo>
                    <a:pt x="6787704" y="1490566"/>
                  </a:lnTo>
                  <a:lnTo>
                    <a:pt x="6885408" y="1486697"/>
                  </a:lnTo>
                  <a:lnTo>
                    <a:pt x="6992573" y="1481947"/>
                  </a:lnTo>
                  <a:lnTo>
                    <a:pt x="7105166" y="1476319"/>
                  </a:lnTo>
                  <a:lnTo>
                    <a:pt x="7219372" y="1469832"/>
                  </a:lnTo>
                  <a:lnTo>
                    <a:pt x="7331965" y="1462501"/>
                  </a:lnTo>
                  <a:lnTo>
                    <a:pt x="7440490" y="1454331"/>
                  </a:lnTo>
                  <a:lnTo>
                    <a:pt x="7543292" y="1445306"/>
                  </a:lnTo>
                  <a:lnTo>
                    <a:pt x="7639434" y="1435388"/>
                  </a:lnTo>
                  <a:lnTo>
                    <a:pt x="7728566" y="1424507"/>
                  </a:lnTo>
                  <a:lnTo>
                    <a:pt x="7810780" y="1412570"/>
                  </a:lnTo>
                  <a:lnTo>
                    <a:pt x="7886475" y="1399455"/>
                  </a:lnTo>
                  <a:lnTo>
                    <a:pt x="7956251" y="1385019"/>
                  </a:lnTo>
                  <a:lnTo>
                    <a:pt x="8020820" y="1369103"/>
                  </a:lnTo>
                  <a:lnTo>
                    <a:pt x="8080949" y="1351540"/>
                  </a:lnTo>
                  <a:lnTo>
                    <a:pt x="8137406" y="1332172"/>
                  </a:lnTo>
                  <a:lnTo>
                    <a:pt x="8190924" y="1310877"/>
                  </a:lnTo>
                  <a:lnTo>
                    <a:pt x="8229629" y="1293563"/>
                  </a:lnTo>
                  <a:lnTo>
                    <a:pt x="8285083" y="1265881"/>
                  </a:lnTo>
                  <a:lnTo>
                    <a:pt x="8338921" y="1235697"/>
                  </a:lnTo>
                  <a:lnTo>
                    <a:pt x="8391685" y="1202965"/>
                  </a:lnTo>
                  <a:lnTo>
                    <a:pt x="8443788" y="1167705"/>
                  </a:lnTo>
                  <a:lnTo>
                    <a:pt x="8495535" y="1130011"/>
                  </a:lnTo>
                  <a:lnTo>
                    <a:pt x="8547142" y="1090054"/>
                  </a:lnTo>
                  <a:lnTo>
                    <a:pt x="8598749" y="1048088"/>
                  </a:lnTo>
                  <a:lnTo>
                    <a:pt x="8650430" y="1004441"/>
                  </a:lnTo>
                  <a:lnTo>
                    <a:pt x="8702206" y="959512"/>
                  </a:lnTo>
                  <a:lnTo>
                    <a:pt x="8754061" y="913756"/>
                  </a:lnTo>
                  <a:lnTo>
                    <a:pt x="8805950" y="867662"/>
                  </a:lnTo>
                  <a:lnTo>
                    <a:pt x="8857822" y="821738"/>
                  </a:lnTo>
                  <a:lnTo>
                    <a:pt x="8909628" y="776482"/>
                  </a:lnTo>
                  <a:lnTo>
                    <a:pt x="8961340" y="732361"/>
                  </a:lnTo>
                  <a:lnTo>
                    <a:pt x="9012966" y="689795"/>
                  </a:lnTo>
                  <a:lnTo>
                    <a:pt x="9064561" y="649138"/>
                  </a:lnTo>
                  <a:lnTo>
                    <a:pt x="9116242" y="610668"/>
                  </a:lnTo>
                  <a:lnTo>
                    <a:pt x="9168197" y="574584"/>
                  </a:lnTo>
                  <a:lnTo>
                    <a:pt x="9220701" y="541005"/>
                  </a:lnTo>
                  <a:lnTo>
                    <a:pt x="9274128" y="509975"/>
                  </a:lnTo>
                  <a:lnTo>
                    <a:pt x="9328975" y="481469"/>
                  </a:lnTo>
                  <a:lnTo>
                    <a:pt x="9347647" y="472530"/>
                  </a:lnTo>
                  <a:lnTo>
                    <a:pt x="9399393" y="449749"/>
                  </a:lnTo>
                  <a:lnTo>
                    <a:pt x="9453575" y="428940"/>
                  </a:lnTo>
                  <a:lnTo>
                    <a:pt x="9510873" y="410033"/>
                  </a:lnTo>
                  <a:lnTo>
                    <a:pt x="9572031" y="392893"/>
                  </a:lnTo>
                  <a:lnTo>
                    <a:pt x="9637822" y="377360"/>
                  </a:lnTo>
                  <a:lnTo>
                    <a:pt x="9709003" y="363267"/>
                  </a:lnTo>
                  <a:lnTo>
                    <a:pt x="9786266" y="350457"/>
                  </a:lnTo>
                  <a:lnTo>
                    <a:pt x="9870169" y="338792"/>
                  </a:lnTo>
                  <a:lnTo>
                    <a:pt x="9961046" y="328158"/>
                  </a:lnTo>
                  <a:lnTo>
                    <a:pt x="10058893" y="318466"/>
                  </a:lnTo>
                  <a:lnTo>
                    <a:pt x="10163228" y="309656"/>
                  </a:lnTo>
                  <a:lnTo>
                    <a:pt x="10272947" y="301695"/>
                  </a:lnTo>
                  <a:lnTo>
                    <a:pt x="10386201" y="294572"/>
                  </a:lnTo>
                  <a:lnTo>
                    <a:pt x="10500335" y="288296"/>
                  </a:lnTo>
                  <a:lnTo>
                    <a:pt x="10611953" y="282885"/>
                  </a:lnTo>
                  <a:lnTo>
                    <a:pt x="10717145" y="278354"/>
                  </a:lnTo>
                  <a:lnTo>
                    <a:pt x="10811900" y="274701"/>
                  </a:lnTo>
                  <a:lnTo>
                    <a:pt x="10892659" y="271898"/>
                  </a:lnTo>
                  <a:lnTo>
                    <a:pt x="10956896" y="269881"/>
                  </a:lnTo>
                  <a:lnTo>
                    <a:pt x="11003592" y="268548"/>
                  </a:lnTo>
                  <a:lnTo>
                    <a:pt x="11033487" y="267770"/>
                  </a:lnTo>
                  <a:lnTo>
                    <a:pt x="11049073" y="267398"/>
                  </a:lnTo>
                  <a:lnTo>
                    <a:pt x="11054407" y="267282"/>
                  </a:lnTo>
                  <a:lnTo>
                    <a:pt x="11054891" y="267272"/>
                  </a:lnTo>
                  <a:lnTo>
                    <a:pt x="12049831" y="267272"/>
                  </a:lnTo>
                  <a:lnTo>
                    <a:pt x="12049831" y="256791"/>
                  </a:lnTo>
                  <a:lnTo>
                    <a:pt x="11054891" y="256791"/>
                  </a:lnTo>
                  <a:lnTo>
                    <a:pt x="11053767" y="256814"/>
                  </a:lnTo>
                  <a:lnTo>
                    <a:pt x="11046344" y="256980"/>
                  </a:lnTo>
                  <a:lnTo>
                    <a:pt x="11027530" y="257437"/>
                  </a:lnTo>
                  <a:lnTo>
                    <a:pt x="10993633" y="258340"/>
                  </a:lnTo>
                  <a:lnTo>
                    <a:pt x="10942585" y="259832"/>
                  </a:lnTo>
                  <a:lnTo>
                    <a:pt x="10874089" y="262036"/>
                  </a:lnTo>
                  <a:lnTo>
                    <a:pt x="10789573" y="265045"/>
                  </a:lnTo>
                  <a:lnTo>
                    <a:pt x="10691868" y="268914"/>
                  </a:lnTo>
                  <a:lnTo>
                    <a:pt x="10584703" y="273665"/>
                  </a:lnTo>
                  <a:lnTo>
                    <a:pt x="10472110" y="279292"/>
                  </a:lnTo>
                  <a:lnTo>
                    <a:pt x="10357904" y="285780"/>
                  </a:lnTo>
                  <a:lnTo>
                    <a:pt x="10245311" y="293111"/>
                  </a:lnTo>
                  <a:lnTo>
                    <a:pt x="10136786" y="301281"/>
                  </a:lnTo>
                  <a:lnTo>
                    <a:pt x="10033985" y="310305"/>
                  </a:lnTo>
                  <a:lnTo>
                    <a:pt x="9937843" y="320224"/>
                  </a:lnTo>
                  <a:lnTo>
                    <a:pt x="9848711" y="331104"/>
                  </a:lnTo>
                  <a:lnTo>
                    <a:pt x="9766497" y="343042"/>
                  </a:lnTo>
                  <a:lnTo>
                    <a:pt x="9690801" y="356157"/>
                  </a:lnTo>
                  <a:lnTo>
                    <a:pt x="9621026" y="370592"/>
                  </a:lnTo>
                  <a:lnTo>
                    <a:pt x="9556456" y="386508"/>
                  </a:lnTo>
                  <a:lnTo>
                    <a:pt x="9496327" y="404071"/>
                  </a:lnTo>
                  <a:lnTo>
                    <a:pt x="9439870" y="423439"/>
                  </a:lnTo>
                  <a:lnTo>
                    <a:pt x="9386352" y="444735"/>
                  </a:lnTo>
                  <a:lnTo>
                    <a:pt x="9347647" y="462049"/>
                  </a:lnTo>
                  <a:lnTo>
                    <a:pt x="9292193" y="489730"/>
                  </a:lnTo>
                  <a:lnTo>
                    <a:pt x="9238355" y="519915"/>
                  </a:lnTo>
                  <a:lnTo>
                    <a:pt x="9185591" y="552647"/>
                  </a:lnTo>
                  <a:lnTo>
                    <a:pt x="9133489" y="587907"/>
                  </a:lnTo>
                  <a:lnTo>
                    <a:pt x="9081742" y="625601"/>
                  </a:lnTo>
                  <a:lnTo>
                    <a:pt x="9030134" y="665557"/>
                  </a:lnTo>
                  <a:lnTo>
                    <a:pt x="8978527" y="707524"/>
                  </a:lnTo>
                  <a:lnTo>
                    <a:pt x="8926847" y="751171"/>
                  </a:lnTo>
                  <a:lnTo>
                    <a:pt x="8875070" y="796099"/>
                  </a:lnTo>
                  <a:lnTo>
                    <a:pt x="8823216" y="841856"/>
                  </a:lnTo>
                  <a:lnTo>
                    <a:pt x="8771326" y="887949"/>
                  </a:lnTo>
                  <a:lnTo>
                    <a:pt x="8719454" y="933873"/>
                  </a:lnTo>
                  <a:lnTo>
                    <a:pt x="8667649" y="979130"/>
                  </a:lnTo>
                  <a:lnTo>
                    <a:pt x="8615936" y="1023250"/>
                  </a:lnTo>
                  <a:lnTo>
                    <a:pt x="8564310" y="1065816"/>
                  </a:lnTo>
                  <a:lnTo>
                    <a:pt x="8512715" y="1106474"/>
                  </a:lnTo>
                  <a:lnTo>
                    <a:pt x="8461034" y="1144944"/>
                  </a:lnTo>
                  <a:lnTo>
                    <a:pt x="8409080" y="1181028"/>
                  </a:lnTo>
                  <a:lnTo>
                    <a:pt x="8356576" y="1214607"/>
                  </a:lnTo>
                  <a:lnTo>
                    <a:pt x="8303148" y="1245637"/>
                  </a:lnTo>
                  <a:lnTo>
                    <a:pt x="8248301" y="1274143"/>
                  </a:lnTo>
                  <a:lnTo>
                    <a:pt x="8229629" y="1283081"/>
                  </a:lnTo>
                  <a:lnTo>
                    <a:pt x="8177883" y="1305863"/>
                  </a:lnTo>
                  <a:lnTo>
                    <a:pt x="8123701" y="1326672"/>
                  </a:lnTo>
                  <a:lnTo>
                    <a:pt x="8066404" y="1345579"/>
                  </a:lnTo>
                  <a:lnTo>
                    <a:pt x="8005245" y="1362718"/>
                  </a:lnTo>
                  <a:lnTo>
                    <a:pt x="7939454" y="1378251"/>
                  </a:lnTo>
                  <a:lnTo>
                    <a:pt x="7868273" y="1392345"/>
                  </a:lnTo>
                  <a:lnTo>
                    <a:pt x="7791011" y="1405155"/>
                  </a:lnTo>
                  <a:lnTo>
                    <a:pt x="7707108" y="1416820"/>
                  </a:lnTo>
                  <a:lnTo>
                    <a:pt x="7616230" y="1427454"/>
                  </a:lnTo>
                  <a:lnTo>
                    <a:pt x="7518383" y="1437145"/>
                  </a:lnTo>
                  <a:lnTo>
                    <a:pt x="7414048" y="1445955"/>
                  </a:lnTo>
                  <a:lnTo>
                    <a:pt x="7304329" y="1453916"/>
                  </a:lnTo>
                  <a:lnTo>
                    <a:pt x="7191076" y="1461039"/>
                  </a:lnTo>
                  <a:lnTo>
                    <a:pt x="7076942" y="1467315"/>
                  </a:lnTo>
                  <a:lnTo>
                    <a:pt x="6965324" y="1472726"/>
                  </a:lnTo>
                  <a:lnTo>
                    <a:pt x="6860132" y="1477258"/>
                  </a:lnTo>
                  <a:lnTo>
                    <a:pt x="6765376" y="1480910"/>
                  </a:lnTo>
                  <a:lnTo>
                    <a:pt x="6684617" y="1483713"/>
                  </a:lnTo>
                  <a:lnTo>
                    <a:pt x="6620380" y="1485731"/>
                  </a:lnTo>
                  <a:lnTo>
                    <a:pt x="6573684" y="1487064"/>
                  </a:lnTo>
                  <a:lnTo>
                    <a:pt x="6543789" y="1487842"/>
                  </a:lnTo>
                  <a:lnTo>
                    <a:pt x="6528203" y="1488213"/>
                  </a:lnTo>
                  <a:lnTo>
                    <a:pt x="6522870" y="1488330"/>
                  </a:lnTo>
                  <a:lnTo>
                    <a:pt x="6522385" y="1488340"/>
                  </a:lnTo>
                  <a:lnTo>
                    <a:pt x="5527445" y="1488340"/>
                  </a:lnTo>
                  <a:lnTo>
                    <a:pt x="5526326" y="1488312"/>
                  </a:lnTo>
                  <a:lnTo>
                    <a:pt x="5518939" y="1488112"/>
                  </a:lnTo>
                  <a:lnTo>
                    <a:pt x="5500211" y="1487562"/>
                  </a:lnTo>
                  <a:lnTo>
                    <a:pt x="5466464" y="1486476"/>
                  </a:lnTo>
                  <a:lnTo>
                    <a:pt x="5415627" y="1484683"/>
                  </a:lnTo>
                  <a:lnTo>
                    <a:pt x="5347396" y="1482031"/>
                  </a:lnTo>
                  <a:lnTo>
                    <a:pt x="5263174" y="1478411"/>
                  </a:lnTo>
                  <a:lnTo>
                    <a:pt x="5165769" y="1473756"/>
                  </a:lnTo>
                  <a:lnTo>
                    <a:pt x="5058882" y="1468039"/>
                  </a:lnTo>
                  <a:lnTo>
                    <a:pt x="4946527" y="1461265"/>
                  </a:lnTo>
                  <a:lnTo>
                    <a:pt x="4832505" y="1453456"/>
                  </a:lnTo>
                  <a:lnTo>
                    <a:pt x="4720041" y="1444629"/>
                  </a:lnTo>
                  <a:lnTo>
                    <a:pt x="4611590" y="1434793"/>
                  </a:lnTo>
                  <a:lnTo>
                    <a:pt x="4508818" y="1423928"/>
                  </a:lnTo>
                  <a:lnTo>
                    <a:pt x="4412670" y="1411987"/>
                  </a:lnTo>
                  <a:lnTo>
                    <a:pt x="4323505" y="1398890"/>
                  </a:lnTo>
                  <a:lnTo>
                    <a:pt x="4241244" y="1384523"/>
                  </a:lnTo>
                  <a:lnTo>
                    <a:pt x="4165494" y="1368743"/>
                  </a:lnTo>
                  <a:lnTo>
                    <a:pt x="4095664" y="1351377"/>
                  </a:lnTo>
                  <a:lnTo>
                    <a:pt x="4031046" y="1332234"/>
                  </a:lnTo>
                  <a:lnTo>
                    <a:pt x="3970879" y="1311113"/>
                  </a:lnTo>
                  <a:lnTo>
                    <a:pt x="3914399" y="1287824"/>
                  </a:lnTo>
                  <a:lnTo>
                    <a:pt x="3860872" y="1262217"/>
                  </a:lnTo>
                  <a:lnTo>
                    <a:pt x="3820202" y="1240283"/>
                  </a:lnTo>
                  <a:lnTo>
                    <a:pt x="3766750" y="1208110"/>
                  </a:lnTo>
                  <a:lnTo>
                    <a:pt x="3714819" y="1173133"/>
                  </a:lnTo>
                  <a:lnTo>
                    <a:pt x="3663916" y="1135300"/>
                  </a:lnTo>
                  <a:lnTo>
                    <a:pt x="3613663" y="1094626"/>
                  </a:lnTo>
                  <a:lnTo>
                    <a:pt x="3563776" y="1051200"/>
                  </a:lnTo>
                  <a:lnTo>
                    <a:pt x="3514049" y="1005195"/>
                  </a:lnTo>
                  <a:lnTo>
                    <a:pt x="3464345" y="956865"/>
                  </a:lnTo>
                  <a:lnTo>
                    <a:pt x="3414585" y="906547"/>
                  </a:lnTo>
                  <a:lnTo>
                    <a:pt x="3364738" y="854653"/>
                  </a:lnTo>
                  <a:lnTo>
                    <a:pt x="3314809" y="801657"/>
                  </a:lnTo>
                  <a:lnTo>
                    <a:pt x="3264830" y="748077"/>
                  </a:lnTo>
                  <a:lnTo>
                    <a:pt x="3214849" y="694457"/>
                  </a:lnTo>
                  <a:lnTo>
                    <a:pt x="3164910" y="641343"/>
                  </a:lnTo>
                  <a:lnTo>
                    <a:pt x="3115050" y="589258"/>
                  </a:lnTo>
                  <a:lnTo>
                    <a:pt x="3065278" y="538683"/>
                  </a:lnTo>
                  <a:lnTo>
                    <a:pt x="3015569" y="490041"/>
                  </a:lnTo>
                  <a:lnTo>
                    <a:pt x="2965853" y="443680"/>
                  </a:lnTo>
                  <a:lnTo>
                    <a:pt x="2916000" y="399866"/>
                  </a:lnTo>
                  <a:lnTo>
                    <a:pt x="2865816" y="358784"/>
                  </a:lnTo>
                  <a:lnTo>
                    <a:pt x="2815029" y="320534"/>
                  </a:lnTo>
                  <a:lnTo>
                    <a:pt x="2763275" y="285144"/>
                  </a:lnTo>
                  <a:lnTo>
                    <a:pt x="2710080" y="252568"/>
                  </a:lnTo>
                  <a:lnTo>
                    <a:pt x="2702183" y="248056"/>
                  </a:lnTo>
                  <a:lnTo>
                    <a:pt x="2650524" y="220568"/>
                  </a:lnTo>
                  <a:lnTo>
                    <a:pt x="2596437" y="195455"/>
                  </a:lnTo>
                  <a:lnTo>
                    <a:pt x="2539247" y="172634"/>
                  </a:lnTo>
                  <a:lnTo>
                    <a:pt x="2478213" y="151943"/>
                  </a:lnTo>
                  <a:lnTo>
                    <a:pt x="2412567" y="133189"/>
                  </a:lnTo>
                  <a:lnTo>
                    <a:pt x="2341554" y="116170"/>
                  </a:lnTo>
                  <a:lnTo>
                    <a:pt x="2264485" y="100698"/>
                  </a:lnTo>
                  <a:lnTo>
                    <a:pt x="2180803" y="86608"/>
                  </a:lnTo>
                  <a:lnTo>
                    <a:pt x="2090172" y="73761"/>
                  </a:lnTo>
                  <a:lnTo>
                    <a:pt x="1992590" y="62051"/>
                  </a:lnTo>
                  <a:lnTo>
                    <a:pt x="1888529" y="51404"/>
                  </a:lnTo>
                  <a:lnTo>
                    <a:pt x="1779076" y="41779"/>
                  </a:lnTo>
                  <a:lnTo>
                    <a:pt x="1666055" y="33165"/>
                  </a:lnTo>
                  <a:lnTo>
                    <a:pt x="1552093" y="25570"/>
                  </a:lnTo>
                  <a:lnTo>
                    <a:pt x="1440553" y="19016"/>
                  </a:lnTo>
                  <a:lnTo>
                    <a:pt x="1335320" y="13522"/>
                  </a:lnTo>
                  <a:lnTo>
                    <a:pt x="1240388" y="9086"/>
                  </a:lnTo>
                  <a:lnTo>
                    <a:pt x="1159319" y="5676"/>
                  </a:lnTo>
                  <a:lnTo>
                    <a:pt x="1094666" y="3215"/>
                  </a:lnTo>
                  <a:lnTo>
                    <a:pt x="1047490" y="1583"/>
                  </a:lnTo>
                  <a:lnTo>
                    <a:pt x="1017113" y="624"/>
                  </a:lnTo>
                  <a:lnTo>
                    <a:pt x="1001112" y="162"/>
                  </a:lnTo>
                  <a:lnTo>
                    <a:pt x="995499" y="1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5" name="pl144"/>
            <p:cNvSpPr/>
            <p:nvPr/>
          </p:nvSpPr>
          <p:spPr>
            <a:xfrm>
              <a:off x="1199187" y="2641115"/>
              <a:ext cx="12049831" cy="1488340"/>
            </a:xfrm>
            <a:custGeom>
              <a:avLst/>
              <a:pathLst>
                <a:path w="12049831" h="1488340">
                  <a:moveTo>
                    <a:pt x="0" y="0"/>
                  </a:moveTo>
                  <a:lnTo>
                    <a:pt x="994940" y="0"/>
                  </a:lnTo>
                  <a:lnTo>
                    <a:pt x="996059" y="27"/>
                  </a:lnTo>
                  <a:lnTo>
                    <a:pt x="1003446" y="227"/>
                  </a:lnTo>
                  <a:lnTo>
                    <a:pt x="1022174" y="777"/>
                  </a:lnTo>
                  <a:lnTo>
                    <a:pt x="1055921" y="1863"/>
                  </a:lnTo>
                  <a:lnTo>
                    <a:pt x="1106758" y="3657"/>
                  </a:lnTo>
                  <a:lnTo>
                    <a:pt x="1174989" y="6308"/>
                  </a:lnTo>
                  <a:lnTo>
                    <a:pt x="1259211" y="9928"/>
                  </a:lnTo>
                  <a:lnTo>
                    <a:pt x="1356616" y="14583"/>
                  </a:lnTo>
                  <a:lnTo>
                    <a:pt x="1463503" y="20300"/>
                  </a:lnTo>
                  <a:lnTo>
                    <a:pt x="1575858" y="27074"/>
                  </a:lnTo>
                  <a:lnTo>
                    <a:pt x="1689880" y="34883"/>
                  </a:lnTo>
                  <a:lnTo>
                    <a:pt x="1802344" y="43710"/>
                  </a:lnTo>
                  <a:lnTo>
                    <a:pt x="1910795" y="53546"/>
                  </a:lnTo>
                  <a:lnTo>
                    <a:pt x="2013567" y="64411"/>
                  </a:lnTo>
                  <a:lnTo>
                    <a:pt x="2109715" y="76352"/>
                  </a:lnTo>
                  <a:lnTo>
                    <a:pt x="2198880" y="89449"/>
                  </a:lnTo>
                  <a:lnTo>
                    <a:pt x="2281141" y="103816"/>
                  </a:lnTo>
                  <a:lnTo>
                    <a:pt x="2356891" y="119597"/>
                  </a:lnTo>
                  <a:lnTo>
                    <a:pt x="2426721" y="136962"/>
                  </a:lnTo>
                  <a:lnTo>
                    <a:pt x="2491339" y="156105"/>
                  </a:lnTo>
                  <a:lnTo>
                    <a:pt x="2551506" y="177226"/>
                  </a:lnTo>
                  <a:lnTo>
                    <a:pt x="2607986" y="200515"/>
                  </a:lnTo>
                  <a:lnTo>
                    <a:pt x="2661513" y="226122"/>
                  </a:lnTo>
                  <a:lnTo>
                    <a:pt x="2702183" y="248056"/>
                  </a:lnTo>
                  <a:lnTo>
                    <a:pt x="2755635" y="280229"/>
                  </a:lnTo>
                  <a:lnTo>
                    <a:pt x="2807566" y="315206"/>
                  </a:lnTo>
                  <a:lnTo>
                    <a:pt x="2858469" y="353039"/>
                  </a:lnTo>
                  <a:lnTo>
                    <a:pt x="2908722" y="393713"/>
                  </a:lnTo>
                  <a:lnTo>
                    <a:pt x="2958609" y="437139"/>
                  </a:lnTo>
                  <a:lnTo>
                    <a:pt x="3008336" y="483144"/>
                  </a:lnTo>
                  <a:lnTo>
                    <a:pt x="3058040" y="531474"/>
                  </a:lnTo>
                  <a:lnTo>
                    <a:pt x="3107800" y="581792"/>
                  </a:lnTo>
                  <a:lnTo>
                    <a:pt x="3157647" y="633686"/>
                  </a:lnTo>
                  <a:lnTo>
                    <a:pt x="3207576" y="686682"/>
                  </a:lnTo>
                  <a:lnTo>
                    <a:pt x="3257555" y="740262"/>
                  </a:lnTo>
                  <a:lnTo>
                    <a:pt x="3307536" y="793882"/>
                  </a:lnTo>
                  <a:lnTo>
                    <a:pt x="3357475" y="846996"/>
                  </a:lnTo>
                  <a:lnTo>
                    <a:pt x="3407335" y="899081"/>
                  </a:lnTo>
                  <a:lnTo>
                    <a:pt x="3457107" y="949656"/>
                  </a:lnTo>
                  <a:lnTo>
                    <a:pt x="3506816" y="998298"/>
                  </a:lnTo>
                  <a:lnTo>
                    <a:pt x="3556532" y="1044659"/>
                  </a:lnTo>
                  <a:lnTo>
                    <a:pt x="3606385" y="1088473"/>
                  </a:lnTo>
                  <a:lnTo>
                    <a:pt x="3656569" y="1129556"/>
                  </a:lnTo>
                  <a:lnTo>
                    <a:pt x="3707356" y="1167805"/>
                  </a:lnTo>
                  <a:lnTo>
                    <a:pt x="3759110" y="1203195"/>
                  </a:lnTo>
                  <a:lnTo>
                    <a:pt x="3812305" y="1235771"/>
                  </a:lnTo>
                  <a:lnTo>
                    <a:pt x="3820202" y="1240283"/>
                  </a:lnTo>
                  <a:lnTo>
                    <a:pt x="3871861" y="1267771"/>
                  </a:lnTo>
                  <a:lnTo>
                    <a:pt x="3925948" y="1292884"/>
                  </a:lnTo>
                  <a:lnTo>
                    <a:pt x="3983138" y="1315705"/>
                  </a:lnTo>
                  <a:lnTo>
                    <a:pt x="4044172" y="1336396"/>
                  </a:lnTo>
                  <a:lnTo>
                    <a:pt x="4109818" y="1355150"/>
                  </a:lnTo>
                  <a:lnTo>
                    <a:pt x="4180831" y="1372169"/>
                  </a:lnTo>
                  <a:lnTo>
                    <a:pt x="4257900" y="1387641"/>
                  </a:lnTo>
                  <a:lnTo>
                    <a:pt x="4341582" y="1401731"/>
                  </a:lnTo>
                  <a:lnTo>
                    <a:pt x="4432213" y="1414578"/>
                  </a:lnTo>
                  <a:lnTo>
                    <a:pt x="4529795" y="1426288"/>
                  </a:lnTo>
                  <a:lnTo>
                    <a:pt x="4633856" y="1436935"/>
                  </a:lnTo>
                  <a:lnTo>
                    <a:pt x="4743309" y="1446560"/>
                  </a:lnTo>
                  <a:lnTo>
                    <a:pt x="4856330" y="1455174"/>
                  </a:lnTo>
                  <a:lnTo>
                    <a:pt x="4970292" y="1462769"/>
                  </a:lnTo>
                  <a:lnTo>
                    <a:pt x="5081832" y="1469323"/>
                  </a:lnTo>
                  <a:lnTo>
                    <a:pt x="5187065" y="1474818"/>
                  </a:lnTo>
                  <a:lnTo>
                    <a:pt x="5281997" y="1479253"/>
                  </a:lnTo>
                  <a:lnTo>
                    <a:pt x="5363066" y="1482663"/>
                  </a:lnTo>
                  <a:lnTo>
                    <a:pt x="5427719" y="1485124"/>
                  </a:lnTo>
                  <a:lnTo>
                    <a:pt x="5474895" y="1486757"/>
                  </a:lnTo>
                  <a:lnTo>
                    <a:pt x="5505272" y="1487715"/>
                  </a:lnTo>
                  <a:lnTo>
                    <a:pt x="5521273" y="1488177"/>
                  </a:lnTo>
                  <a:lnTo>
                    <a:pt x="5526886" y="1488326"/>
                  </a:lnTo>
                  <a:lnTo>
                    <a:pt x="5527445" y="1488340"/>
                  </a:lnTo>
                  <a:lnTo>
                    <a:pt x="6522385" y="1488340"/>
                  </a:lnTo>
                  <a:lnTo>
                    <a:pt x="6523510" y="1488316"/>
                  </a:lnTo>
                  <a:lnTo>
                    <a:pt x="6530932" y="1488151"/>
                  </a:lnTo>
                  <a:lnTo>
                    <a:pt x="6549746" y="1487693"/>
                  </a:lnTo>
                  <a:lnTo>
                    <a:pt x="6583643" y="1486790"/>
                  </a:lnTo>
                  <a:lnTo>
                    <a:pt x="6634692" y="1485299"/>
                  </a:lnTo>
                  <a:lnTo>
                    <a:pt x="6703187" y="1483094"/>
                  </a:lnTo>
                  <a:lnTo>
                    <a:pt x="6787704" y="1480085"/>
                  </a:lnTo>
                  <a:lnTo>
                    <a:pt x="6885408" y="1476216"/>
                  </a:lnTo>
                  <a:lnTo>
                    <a:pt x="6992573" y="1471465"/>
                  </a:lnTo>
                  <a:lnTo>
                    <a:pt x="7105166" y="1465838"/>
                  </a:lnTo>
                  <a:lnTo>
                    <a:pt x="7219372" y="1459350"/>
                  </a:lnTo>
                  <a:lnTo>
                    <a:pt x="7331965" y="1452019"/>
                  </a:lnTo>
                  <a:lnTo>
                    <a:pt x="7440490" y="1443849"/>
                  </a:lnTo>
                  <a:lnTo>
                    <a:pt x="7543292" y="1434825"/>
                  </a:lnTo>
                  <a:lnTo>
                    <a:pt x="7639434" y="1424907"/>
                  </a:lnTo>
                  <a:lnTo>
                    <a:pt x="7728566" y="1414026"/>
                  </a:lnTo>
                  <a:lnTo>
                    <a:pt x="7810780" y="1402088"/>
                  </a:lnTo>
                  <a:lnTo>
                    <a:pt x="7886475" y="1388974"/>
                  </a:lnTo>
                  <a:lnTo>
                    <a:pt x="7956251" y="1374538"/>
                  </a:lnTo>
                  <a:lnTo>
                    <a:pt x="8020820" y="1358622"/>
                  </a:lnTo>
                  <a:lnTo>
                    <a:pt x="8080949" y="1341059"/>
                  </a:lnTo>
                  <a:lnTo>
                    <a:pt x="8137406" y="1321691"/>
                  </a:lnTo>
                  <a:lnTo>
                    <a:pt x="8190924" y="1300395"/>
                  </a:lnTo>
                  <a:lnTo>
                    <a:pt x="8229629" y="1283081"/>
                  </a:lnTo>
                  <a:lnTo>
                    <a:pt x="8285083" y="1255400"/>
                  </a:lnTo>
                  <a:lnTo>
                    <a:pt x="8338921" y="1225215"/>
                  </a:lnTo>
                  <a:lnTo>
                    <a:pt x="8391685" y="1192483"/>
                  </a:lnTo>
                  <a:lnTo>
                    <a:pt x="8443788" y="1157223"/>
                  </a:lnTo>
                  <a:lnTo>
                    <a:pt x="8495535" y="1119529"/>
                  </a:lnTo>
                  <a:lnTo>
                    <a:pt x="8547142" y="1079573"/>
                  </a:lnTo>
                  <a:lnTo>
                    <a:pt x="8598749" y="1037606"/>
                  </a:lnTo>
                  <a:lnTo>
                    <a:pt x="8650430" y="993959"/>
                  </a:lnTo>
                  <a:lnTo>
                    <a:pt x="8702206" y="949031"/>
                  </a:lnTo>
                  <a:lnTo>
                    <a:pt x="8754061" y="903275"/>
                  </a:lnTo>
                  <a:lnTo>
                    <a:pt x="8805950" y="857181"/>
                  </a:lnTo>
                  <a:lnTo>
                    <a:pt x="8857822" y="811257"/>
                  </a:lnTo>
                  <a:lnTo>
                    <a:pt x="8909628" y="766000"/>
                  </a:lnTo>
                  <a:lnTo>
                    <a:pt x="8961340" y="721880"/>
                  </a:lnTo>
                  <a:lnTo>
                    <a:pt x="9012966" y="679314"/>
                  </a:lnTo>
                  <a:lnTo>
                    <a:pt x="9064561" y="638656"/>
                  </a:lnTo>
                  <a:lnTo>
                    <a:pt x="9116242" y="600186"/>
                  </a:lnTo>
                  <a:lnTo>
                    <a:pt x="9168197" y="564102"/>
                  </a:lnTo>
                  <a:lnTo>
                    <a:pt x="9220701" y="530524"/>
                  </a:lnTo>
                  <a:lnTo>
                    <a:pt x="9274128" y="499493"/>
                  </a:lnTo>
                  <a:lnTo>
                    <a:pt x="9328975" y="470988"/>
                  </a:lnTo>
                  <a:lnTo>
                    <a:pt x="9347647" y="462049"/>
                  </a:lnTo>
                  <a:lnTo>
                    <a:pt x="9399393" y="439267"/>
                  </a:lnTo>
                  <a:lnTo>
                    <a:pt x="9453575" y="418458"/>
                  </a:lnTo>
                  <a:lnTo>
                    <a:pt x="9510873" y="399551"/>
                  </a:lnTo>
                  <a:lnTo>
                    <a:pt x="9572031" y="382412"/>
                  </a:lnTo>
                  <a:lnTo>
                    <a:pt x="9637822" y="366879"/>
                  </a:lnTo>
                  <a:lnTo>
                    <a:pt x="9709003" y="352786"/>
                  </a:lnTo>
                  <a:lnTo>
                    <a:pt x="9786266" y="339975"/>
                  </a:lnTo>
                  <a:lnTo>
                    <a:pt x="9870169" y="328310"/>
                  </a:lnTo>
                  <a:lnTo>
                    <a:pt x="9961046" y="317676"/>
                  </a:lnTo>
                  <a:lnTo>
                    <a:pt x="10058893" y="307985"/>
                  </a:lnTo>
                  <a:lnTo>
                    <a:pt x="10163228" y="299175"/>
                  </a:lnTo>
                  <a:lnTo>
                    <a:pt x="10272947" y="291214"/>
                  </a:lnTo>
                  <a:lnTo>
                    <a:pt x="10386201" y="284091"/>
                  </a:lnTo>
                  <a:lnTo>
                    <a:pt x="10500335" y="277815"/>
                  </a:lnTo>
                  <a:lnTo>
                    <a:pt x="10611953" y="272404"/>
                  </a:lnTo>
                  <a:lnTo>
                    <a:pt x="10717145" y="267872"/>
                  </a:lnTo>
                  <a:lnTo>
                    <a:pt x="10811900" y="264220"/>
                  </a:lnTo>
                  <a:lnTo>
                    <a:pt x="10892659" y="261417"/>
                  </a:lnTo>
                  <a:lnTo>
                    <a:pt x="10956896" y="259399"/>
                  </a:lnTo>
                  <a:lnTo>
                    <a:pt x="11003592" y="258066"/>
                  </a:lnTo>
                  <a:lnTo>
                    <a:pt x="11033487" y="257288"/>
                  </a:lnTo>
                  <a:lnTo>
                    <a:pt x="11049073" y="256917"/>
                  </a:lnTo>
                  <a:lnTo>
                    <a:pt x="11054407" y="256800"/>
                  </a:lnTo>
                  <a:lnTo>
                    <a:pt x="11054891" y="256791"/>
                  </a:lnTo>
                  <a:lnTo>
                    <a:pt x="12049831" y="256791"/>
                  </a:lnTo>
                  <a:lnTo>
                    <a:pt x="12049831" y="2567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" name="pl145"/>
            <p:cNvSpPr/>
            <p:nvPr/>
          </p:nvSpPr>
          <p:spPr>
            <a:xfrm>
              <a:off x="1199187" y="2630633"/>
              <a:ext cx="12049831" cy="1488340"/>
            </a:xfrm>
            <a:custGeom>
              <a:avLst/>
              <a:pathLst>
                <a:path w="12049831" h="1488340">
                  <a:moveTo>
                    <a:pt x="12049831" y="256791"/>
                  </a:moveTo>
                  <a:lnTo>
                    <a:pt x="11054891" y="256791"/>
                  </a:lnTo>
                  <a:lnTo>
                    <a:pt x="11053767" y="256814"/>
                  </a:lnTo>
                  <a:lnTo>
                    <a:pt x="11046344" y="256980"/>
                  </a:lnTo>
                  <a:lnTo>
                    <a:pt x="11027530" y="257437"/>
                  </a:lnTo>
                  <a:lnTo>
                    <a:pt x="10993633" y="258340"/>
                  </a:lnTo>
                  <a:lnTo>
                    <a:pt x="10942585" y="259832"/>
                  </a:lnTo>
                  <a:lnTo>
                    <a:pt x="10874089" y="262036"/>
                  </a:lnTo>
                  <a:lnTo>
                    <a:pt x="10789573" y="265045"/>
                  </a:lnTo>
                  <a:lnTo>
                    <a:pt x="10691868" y="268914"/>
                  </a:lnTo>
                  <a:lnTo>
                    <a:pt x="10584703" y="273665"/>
                  </a:lnTo>
                  <a:lnTo>
                    <a:pt x="10472110" y="279292"/>
                  </a:lnTo>
                  <a:lnTo>
                    <a:pt x="10357904" y="285780"/>
                  </a:lnTo>
                  <a:lnTo>
                    <a:pt x="10245311" y="293111"/>
                  </a:lnTo>
                  <a:lnTo>
                    <a:pt x="10136786" y="301281"/>
                  </a:lnTo>
                  <a:lnTo>
                    <a:pt x="10033985" y="310305"/>
                  </a:lnTo>
                  <a:lnTo>
                    <a:pt x="9937843" y="320224"/>
                  </a:lnTo>
                  <a:lnTo>
                    <a:pt x="9848711" y="331104"/>
                  </a:lnTo>
                  <a:lnTo>
                    <a:pt x="9766497" y="343042"/>
                  </a:lnTo>
                  <a:lnTo>
                    <a:pt x="9690801" y="356157"/>
                  </a:lnTo>
                  <a:lnTo>
                    <a:pt x="9621026" y="370592"/>
                  </a:lnTo>
                  <a:lnTo>
                    <a:pt x="9556456" y="386508"/>
                  </a:lnTo>
                  <a:lnTo>
                    <a:pt x="9496327" y="404071"/>
                  </a:lnTo>
                  <a:lnTo>
                    <a:pt x="9439870" y="423439"/>
                  </a:lnTo>
                  <a:lnTo>
                    <a:pt x="9386352" y="444735"/>
                  </a:lnTo>
                  <a:lnTo>
                    <a:pt x="9347647" y="462049"/>
                  </a:lnTo>
                  <a:lnTo>
                    <a:pt x="9292193" y="489730"/>
                  </a:lnTo>
                  <a:lnTo>
                    <a:pt x="9238355" y="519915"/>
                  </a:lnTo>
                  <a:lnTo>
                    <a:pt x="9185591" y="552647"/>
                  </a:lnTo>
                  <a:lnTo>
                    <a:pt x="9133489" y="587907"/>
                  </a:lnTo>
                  <a:lnTo>
                    <a:pt x="9081742" y="625601"/>
                  </a:lnTo>
                  <a:lnTo>
                    <a:pt x="9030134" y="665557"/>
                  </a:lnTo>
                  <a:lnTo>
                    <a:pt x="8978527" y="707524"/>
                  </a:lnTo>
                  <a:lnTo>
                    <a:pt x="8926847" y="751171"/>
                  </a:lnTo>
                  <a:lnTo>
                    <a:pt x="8875070" y="796099"/>
                  </a:lnTo>
                  <a:lnTo>
                    <a:pt x="8823216" y="841856"/>
                  </a:lnTo>
                  <a:lnTo>
                    <a:pt x="8771326" y="887949"/>
                  </a:lnTo>
                  <a:lnTo>
                    <a:pt x="8719454" y="933873"/>
                  </a:lnTo>
                  <a:lnTo>
                    <a:pt x="8667649" y="979130"/>
                  </a:lnTo>
                  <a:lnTo>
                    <a:pt x="8615936" y="1023250"/>
                  </a:lnTo>
                  <a:lnTo>
                    <a:pt x="8564310" y="1065816"/>
                  </a:lnTo>
                  <a:lnTo>
                    <a:pt x="8512715" y="1106474"/>
                  </a:lnTo>
                  <a:lnTo>
                    <a:pt x="8461034" y="1144944"/>
                  </a:lnTo>
                  <a:lnTo>
                    <a:pt x="8409080" y="1181028"/>
                  </a:lnTo>
                  <a:lnTo>
                    <a:pt x="8356576" y="1214607"/>
                  </a:lnTo>
                  <a:lnTo>
                    <a:pt x="8303148" y="1245637"/>
                  </a:lnTo>
                  <a:lnTo>
                    <a:pt x="8248301" y="1274143"/>
                  </a:lnTo>
                  <a:lnTo>
                    <a:pt x="8229629" y="1283081"/>
                  </a:lnTo>
                  <a:lnTo>
                    <a:pt x="8177883" y="1305863"/>
                  </a:lnTo>
                  <a:lnTo>
                    <a:pt x="8123701" y="1326672"/>
                  </a:lnTo>
                  <a:lnTo>
                    <a:pt x="8066404" y="1345579"/>
                  </a:lnTo>
                  <a:lnTo>
                    <a:pt x="8005245" y="1362718"/>
                  </a:lnTo>
                  <a:lnTo>
                    <a:pt x="7939454" y="1378251"/>
                  </a:lnTo>
                  <a:lnTo>
                    <a:pt x="7868273" y="1392345"/>
                  </a:lnTo>
                  <a:lnTo>
                    <a:pt x="7791011" y="1405155"/>
                  </a:lnTo>
                  <a:lnTo>
                    <a:pt x="7707108" y="1416820"/>
                  </a:lnTo>
                  <a:lnTo>
                    <a:pt x="7616230" y="1427454"/>
                  </a:lnTo>
                  <a:lnTo>
                    <a:pt x="7518383" y="1437145"/>
                  </a:lnTo>
                  <a:lnTo>
                    <a:pt x="7414048" y="1445955"/>
                  </a:lnTo>
                  <a:lnTo>
                    <a:pt x="7304329" y="1453916"/>
                  </a:lnTo>
                  <a:lnTo>
                    <a:pt x="7191076" y="1461039"/>
                  </a:lnTo>
                  <a:lnTo>
                    <a:pt x="7076942" y="1467315"/>
                  </a:lnTo>
                  <a:lnTo>
                    <a:pt x="6965324" y="1472726"/>
                  </a:lnTo>
                  <a:lnTo>
                    <a:pt x="6860132" y="1477258"/>
                  </a:lnTo>
                  <a:lnTo>
                    <a:pt x="6765376" y="1480910"/>
                  </a:lnTo>
                  <a:lnTo>
                    <a:pt x="6684617" y="1483713"/>
                  </a:lnTo>
                  <a:lnTo>
                    <a:pt x="6620380" y="1485731"/>
                  </a:lnTo>
                  <a:lnTo>
                    <a:pt x="6573684" y="1487064"/>
                  </a:lnTo>
                  <a:lnTo>
                    <a:pt x="6543789" y="1487842"/>
                  </a:lnTo>
                  <a:lnTo>
                    <a:pt x="6528203" y="1488213"/>
                  </a:lnTo>
                  <a:lnTo>
                    <a:pt x="6522870" y="1488330"/>
                  </a:lnTo>
                  <a:lnTo>
                    <a:pt x="6522385" y="1488340"/>
                  </a:lnTo>
                  <a:lnTo>
                    <a:pt x="5527445" y="1488340"/>
                  </a:lnTo>
                  <a:lnTo>
                    <a:pt x="5526326" y="1488312"/>
                  </a:lnTo>
                  <a:lnTo>
                    <a:pt x="5518939" y="1488112"/>
                  </a:lnTo>
                  <a:lnTo>
                    <a:pt x="5500211" y="1487562"/>
                  </a:lnTo>
                  <a:lnTo>
                    <a:pt x="5466464" y="1486476"/>
                  </a:lnTo>
                  <a:lnTo>
                    <a:pt x="5415627" y="1484683"/>
                  </a:lnTo>
                  <a:lnTo>
                    <a:pt x="5347396" y="1482031"/>
                  </a:lnTo>
                  <a:lnTo>
                    <a:pt x="5263174" y="1478411"/>
                  </a:lnTo>
                  <a:lnTo>
                    <a:pt x="5165769" y="1473756"/>
                  </a:lnTo>
                  <a:lnTo>
                    <a:pt x="5058882" y="1468039"/>
                  </a:lnTo>
                  <a:lnTo>
                    <a:pt x="4946527" y="1461265"/>
                  </a:lnTo>
                  <a:lnTo>
                    <a:pt x="4832505" y="1453456"/>
                  </a:lnTo>
                  <a:lnTo>
                    <a:pt x="4720041" y="1444629"/>
                  </a:lnTo>
                  <a:lnTo>
                    <a:pt x="4611590" y="1434793"/>
                  </a:lnTo>
                  <a:lnTo>
                    <a:pt x="4508818" y="1423928"/>
                  </a:lnTo>
                  <a:lnTo>
                    <a:pt x="4412670" y="1411987"/>
                  </a:lnTo>
                  <a:lnTo>
                    <a:pt x="4323505" y="1398890"/>
                  </a:lnTo>
                  <a:lnTo>
                    <a:pt x="4241244" y="1384523"/>
                  </a:lnTo>
                  <a:lnTo>
                    <a:pt x="4165494" y="1368743"/>
                  </a:lnTo>
                  <a:lnTo>
                    <a:pt x="4095664" y="1351377"/>
                  </a:lnTo>
                  <a:lnTo>
                    <a:pt x="4031046" y="1332234"/>
                  </a:lnTo>
                  <a:lnTo>
                    <a:pt x="3970879" y="1311113"/>
                  </a:lnTo>
                  <a:lnTo>
                    <a:pt x="3914399" y="1287824"/>
                  </a:lnTo>
                  <a:lnTo>
                    <a:pt x="3860872" y="1262217"/>
                  </a:lnTo>
                  <a:lnTo>
                    <a:pt x="3820202" y="1240283"/>
                  </a:lnTo>
                  <a:lnTo>
                    <a:pt x="3766750" y="1208110"/>
                  </a:lnTo>
                  <a:lnTo>
                    <a:pt x="3714819" y="1173133"/>
                  </a:lnTo>
                  <a:lnTo>
                    <a:pt x="3663916" y="1135300"/>
                  </a:lnTo>
                  <a:lnTo>
                    <a:pt x="3613663" y="1094626"/>
                  </a:lnTo>
                  <a:lnTo>
                    <a:pt x="3563776" y="1051200"/>
                  </a:lnTo>
                  <a:lnTo>
                    <a:pt x="3514049" y="1005195"/>
                  </a:lnTo>
                  <a:lnTo>
                    <a:pt x="3464345" y="956865"/>
                  </a:lnTo>
                  <a:lnTo>
                    <a:pt x="3414585" y="906547"/>
                  </a:lnTo>
                  <a:lnTo>
                    <a:pt x="3364738" y="854653"/>
                  </a:lnTo>
                  <a:lnTo>
                    <a:pt x="3314809" y="801657"/>
                  </a:lnTo>
                  <a:lnTo>
                    <a:pt x="3264830" y="748077"/>
                  </a:lnTo>
                  <a:lnTo>
                    <a:pt x="3214849" y="694457"/>
                  </a:lnTo>
                  <a:lnTo>
                    <a:pt x="3164910" y="641343"/>
                  </a:lnTo>
                  <a:lnTo>
                    <a:pt x="3115050" y="589258"/>
                  </a:lnTo>
                  <a:lnTo>
                    <a:pt x="3065278" y="538683"/>
                  </a:lnTo>
                  <a:lnTo>
                    <a:pt x="3015569" y="490041"/>
                  </a:lnTo>
                  <a:lnTo>
                    <a:pt x="2965853" y="443680"/>
                  </a:lnTo>
                  <a:lnTo>
                    <a:pt x="2916000" y="399866"/>
                  </a:lnTo>
                  <a:lnTo>
                    <a:pt x="2865816" y="358784"/>
                  </a:lnTo>
                  <a:lnTo>
                    <a:pt x="2815029" y="320534"/>
                  </a:lnTo>
                  <a:lnTo>
                    <a:pt x="2763275" y="285144"/>
                  </a:lnTo>
                  <a:lnTo>
                    <a:pt x="2710080" y="252568"/>
                  </a:lnTo>
                  <a:lnTo>
                    <a:pt x="2702183" y="248056"/>
                  </a:lnTo>
                  <a:lnTo>
                    <a:pt x="2650524" y="220568"/>
                  </a:lnTo>
                  <a:lnTo>
                    <a:pt x="2596437" y="195455"/>
                  </a:lnTo>
                  <a:lnTo>
                    <a:pt x="2539247" y="172634"/>
                  </a:lnTo>
                  <a:lnTo>
                    <a:pt x="2478213" y="151943"/>
                  </a:lnTo>
                  <a:lnTo>
                    <a:pt x="2412567" y="133189"/>
                  </a:lnTo>
                  <a:lnTo>
                    <a:pt x="2341554" y="116170"/>
                  </a:lnTo>
                  <a:lnTo>
                    <a:pt x="2264485" y="100698"/>
                  </a:lnTo>
                  <a:lnTo>
                    <a:pt x="2180803" y="86608"/>
                  </a:lnTo>
                  <a:lnTo>
                    <a:pt x="2090172" y="73761"/>
                  </a:lnTo>
                  <a:lnTo>
                    <a:pt x="1992590" y="62051"/>
                  </a:lnTo>
                  <a:lnTo>
                    <a:pt x="1888529" y="51404"/>
                  </a:lnTo>
                  <a:lnTo>
                    <a:pt x="1779076" y="41779"/>
                  </a:lnTo>
                  <a:lnTo>
                    <a:pt x="1666055" y="33165"/>
                  </a:lnTo>
                  <a:lnTo>
                    <a:pt x="1552093" y="25570"/>
                  </a:lnTo>
                  <a:lnTo>
                    <a:pt x="1440553" y="19016"/>
                  </a:lnTo>
                  <a:lnTo>
                    <a:pt x="1335320" y="13522"/>
                  </a:lnTo>
                  <a:lnTo>
                    <a:pt x="1240388" y="9086"/>
                  </a:lnTo>
                  <a:lnTo>
                    <a:pt x="1159319" y="5676"/>
                  </a:lnTo>
                  <a:lnTo>
                    <a:pt x="1094666" y="3215"/>
                  </a:lnTo>
                  <a:lnTo>
                    <a:pt x="1047490" y="1583"/>
                  </a:lnTo>
                  <a:lnTo>
                    <a:pt x="1017113" y="624"/>
                  </a:lnTo>
                  <a:lnTo>
                    <a:pt x="1001112" y="162"/>
                  </a:lnTo>
                  <a:lnTo>
                    <a:pt x="995499" y="1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" name="pg146"/>
            <p:cNvSpPr/>
            <p:nvPr/>
          </p:nvSpPr>
          <p:spPr>
            <a:xfrm>
              <a:off x="1199187" y="2641115"/>
              <a:ext cx="12049831" cy="1509302"/>
            </a:xfrm>
            <a:custGeom>
              <a:avLst/>
              <a:pathLst>
                <a:path w="12049831" h="1509302">
                  <a:moveTo>
                    <a:pt x="0" y="10481"/>
                  </a:moveTo>
                  <a:lnTo>
                    <a:pt x="994940" y="10481"/>
                  </a:lnTo>
                  <a:lnTo>
                    <a:pt x="996059" y="10509"/>
                  </a:lnTo>
                  <a:lnTo>
                    <a:pt x="1003444" y="10710"/>
                  </a:lnTo>
                  <a:lnTo>
                    <a:pt x="1022168" y="11264"/>
                  </a:lnTo>
                  <a:lnTo>
                    <a:pt x="1055909" y="12357"/>
                  </a:lnTo>
                  <a:lnTo>
                    <a:pt x="1106736" y="14163"/>
                  </a:lnTo>
                  <a:lnTo>
                    <a:pt x="1174955" y="16832"/>
                  </a:lnTo>
                  <a:lnTo>
                    <a:pt x="1259164" y="20477"/>
                  </a:lnTo>
                  <a:lnTo>
                    <a:pt x="1356556" y="25164"/>
                  </a:lnTo>
                  <a:lnTo>
                    <a:pt x="1463430" y="30920"/>
                  </a:lnTo>
                  <a:lnTo>
                    <a:pt x="1575775" y="37740"/>
                  </a:lnTo>
                  <a:lnTo>
                    <a:pt x="1689788" y="45604"/>
                  </a:lnTo>
                  <a:lnTo>
                    <a:pt x="1802247" y="54490"/>
                  </a:lnTo>
                  <a:lnTo>
                    <a:pt x="1910694" y="64395"/>
                  </a:lnTo>
                  <a:lnTo>
                    <a:pt x="2013465" y="75334"/>
                  </a:lnTo>
                  <a:lnTo>
                    <a:pt x="2109614" y="87357"/>
                  </a:lnTo>
                  <a:lnTo>
                    <a:pt x="2198779" y="100544"/>
                  </a:lnTo>
                  <a:lnTo>
                    <a:pt x="2281043" y="115009"/>
                  </a:lnTo>
                  <a:lnTo>
                    <a:pt x="2356796" y="130898"/>
                  </a:lnTo>
                  <a:lnTo>
                    <a:pt x="2426628" y="148383"/>
                  </a:lnTo>
                  <a:lnTo>
                    <a:pt x="2491248" y="167657"/>
                  </a:lnTo>
                  <a:lnTo>
                    <a:pt x="2551416" y="188921"/>
                  </a:lnTo>
                  <a:lnTo>
                    <a:pt x="2607898" y="212369"/>
                  </a:lnTo>
                  <a:lnTo>
                    <a:pt x="2661425" y="238150"/>
                  </a:lnTo>
                  <a:lnTo>
                    <a:pt x="2702183" y="260284"/>
                  </a:lnTo>
                  <a:lnTo>
                    <a:pt x="2755553" y="292631"/>
                  </a:lnTo>
                  <a:lnTo>
                    <a:pt x="2807407" y="327793"/>
                  </a:lnTo>
                  <a:lnTo>
                    <a:pt x="2858234" y="365822"/>
                  </a:lnTo>
                  <a:lnTo>
                    <a:pt x="2908411" y="406704"/>
                  </a:lnTo>
                  <a:lnTo>
                    <a:pt x="2958223" y="450349"/>
                  </a:lnTo>
                  <a:lnTo>
                    <a:pt x="3007873" y="496585"/>
                  </a:lnTo>
                  <a:lnTo>
                    <a:pt x="3057500" y="545158"/>
                  </a:lnTo>
                  <a:lnTo>
                    <a:pt x="3107182" y="595731"/>
                  </a:lnTo>
                  <a:lnTo>
                    <a:pt x="3156951" y="647891"/>
                  </a:lnTo>
                  <a:lnTo>
                    <a:pt x="3206802" y="701166"/>
                  </a:lnTo>
                  <a:lnTo>
                    <a:pt x="3256702" y="755034"/>
                  </a:lnTo>
                  <a:lnTo>
                    <a:pt x="3306606" y="808952"/>
                  </a:lnTo>
                  <a:lnTo>
                    <a:pt x="3356469" y="862372"/>
                  </a:lnTo>
                  <a:lnTo>
                    <a:pt x="3406254" y="914770"/>
                  </a:lnTo>
                  <a:lnTo>
                    <a:pt x="3455950" y="965660"/>
                  </a:lnTo>
                  <a:lnTo>
                    <a:pt x="3505583" y="1014620"/>
                  </a:lnTo>
                  <a:lnTo>
                    <a:pt x="3555221" y="1061299"/>
                  </a:lnTo>
                  <a:lnTo>
                    <a:pt x="3604990" y="1105425"/>
                  </a:lnTo>
                  <a:lnTo>
                    <a:pt x="3655083" y="1146813"/>
                  </a:lnTo>
                  <a:lnTo>
                    <a:pt x="3705768" y="1185359"/>
                  </a:lnTo>
                  <a:lnTo>
                    <a:pt x="3757405" y="1221034"/>
                  </a:lnTo>
                  <a:lnTo>
                    <a:pt x="3810460" y="1253881"/>
                  </a:lnTo>
                  <a:lnTo>
                    <a:pt x="3820202" y="1259499"/>
                  </a:lnTo>
                  <a:lnTo>
                    <a:pt x="3871857" y="1287179"/>
                  </a:lnTo>
                  <a:lnTo>
                    <a:pt x="3925940" y="1312467"/>
                  </a:lnTo>
                  <a:lnTo>
                    <a:pt x="3983125" y="1335447"/>
                  </a:lnTo>
                  <a:lnTo>
                    <a:pt x="4044153" y="1356282"/>
                  </a:lnTo>
                  <a:lnTo>
                    <a:pt x="4109793" y="1375169"/>
                  </a:lnTo>
                  <a:lnTo>
                    <a:pt x="4180799" y="1392307"/>
                  </a:lnTo>
                  <a:lnTo>
                    <a:pt x="4257859" y="1407887"/>
                  </a:lnTo>
                  <a:lnTo>
                    <a:pt x="4341531" y="1422076"/>
                  </a:lnTo>
                  <a:lnTo>
                    <a:pt x="4432151" y="1435013"/>
                  </a:lnTo>
                  <a:lnTo>
                    <a:pt x="4529721" y="1446806"/>
                  </a:lnTo>
                  <a:lnTo>
                    <a:pt x="4633770" y="1457527"/>
                  </a:lnTo>
                  <a:lnTo>
                    <a:pt x="4743211" y="1467220"/>
                  </a:lnTo>
                  <a:lnTo>
                    <a:pt x="4856221" y="1475896"/>
                  </a:lnTo>
                  <a:lnTo>
                    <a:pt x="4970177" y="1483544"/>
                  </a:lnTo>
                  <a:lnTo>
                    <a:pt x="5081712" y="1490145"/>
                  </a:lnTo>
                  <a:lnTo>
                    <a:pt x="5186947" y="1495679"/>
                  </a:lnTo>
                  <a:lnTo>
                    <a:pt x="5281887" y="1500147"/>
                  </a:lnTo>
                  <a:lnTo>
                    <a:pt x="5362969" y="1503582"/>
                  </a:lnTo>
                  <a:lnTo>
                    <a:pt x="5427642" y="1506061"/>
                  </a:lnTo>
                  <a:lnTo>
                    <a:pt x="5474839" y="1507706"/>
                  </a:lnTo>
                  <a:lnTo>
                    <a:pt x="5505237" y="1508672"/>
                  </a:lnTo>
                  <a:lnTo>
                    <a:pt x="5521257" y="1509138"/>
                  </a:lnTo>
                  <a:lnTo>
                    <a:pt x="5526882" y="1509288"/>
                  </a:lnTo>
                  <a:lnTo>
                    <a:pt x="5527445" y="1509302"/>
                  </a:lnTo>
                  <a:lnTo>
                    <a:pt x="6522385" y="1509302"/>
                  </a:lnTo>
                  <a:lnTo>
                    <a:pt x="6523517" y="1509287"/>
                  </a:lnTo>
                  <a:lnTo>
                    <a:pt x="6530984" y="1509180"/>
                  </a:lnTo>
                  <a:lnTo>
                    <a:pt x="6549910" y="1508884"/>
                  </a:lnTo>
                  <a:lnTo>
                    <a:pt x="6583999" y="1508300"/>
                  </a:lnTo>
                  <a:lnTo>
                    <a:pt x="6635322" y="1507336"/>
                  </a:lnTo>
                  <a:lnTo>
                    <a:pt x="6704158" y="1505911"/>
                  </a:lnTo>
                  <a:lnTo>
                    <a:pt x="6789055" y="1503966"/>
                  </a:lnTo>
                  <a:lnTo>
                    <a:pt x="6887144" y="1501465"/>
                  </a:lnTo>
                  <a:lnTo>
                    <a:pt x="6994666" y="1498396"/>
                  </a:lnTo>
                  <a:lnTo>
                    <a:pt x="7107563" y="1494762"/>
                  </a:lnTo>
                  <a:lnTo>
                    <a:pt x="7222005" y="1490572"/>
                  </a:lnTo>
                  <a:lnTo>
                    <a:pt x="7334762" y="1485839"/>
                  </a:lnTo>
                  <a:lnTo>
                    <a:pt x="7443382" y="1480564"/>
                  </a:lnTo>
                  <a:lnTo>
                    <a:pt x="7546220" y="1474737"/>
                  </a:lnTo>
                  <a:lnTo>
                    <a:pt x="7642352" y="1468332"/>
                  </a:lnTo>
                  <a:lnTo>
                    <a:pt x="7731442" y="1461305"/>
                  </a:lnTo>
                  <a:lnTo>
                    <a:pt x="7813594" y="1453593"/>
                  </a:lnTo>
                  <a:lnTo>
                    <a:pt x="7889219" y="1445119"/>
                  </a:lnTo>
                  <a:lnTo>
                    <a:pt x="7958925" y="1435789"/>
                  </a:lnTo>
                  <a:lnTo>
                    <a:pt x="8023433" y="1425499"/>
                  </a:lnTo>
                  <a:lnTo>
                    <a:pt x="8083514" y="1414142"/>
                  </a:lnTo>
                  <a:lnTo>
                    <a:pt x="8139941" y="1401616"/>
                  </a:lnTo>
                  <a:lnTo>
                    <a:pt x="8193450" y="1387844"/>
                  </a:lnTo>
                  <a:lnTo>
                    <a:pt x="8229629" y="1377413"/>
                  </a:lnTo>
                  <a:lnTo>
                    <a:pt x="8288313" y="1358522"/>
                  </a:lnTo>
                  <a:lnTo>
                    <a:pt x="8345222" y="1337824"/>
                  </a:lnTo>
                  <a:lnTo>
                    <a:pt x="8400987" y="1315288"/>
                  </a:lnTo>
                  <a:lnTo>
                    <a:pt x="8456077" y="1290939"/>
                  </a:lnTo>
                  <a:lnTo>
                    <a:pt x="8510834" y="1264860"/>
                  </a:lnTo>
                  <a:lnTo>
                    <a:pt x="8565487" y="1237197"/>
                  </a:lnTo>
                  <a:lnTo>
                    <a:pt x="8620177" y="1208165"/>
                  </a:lnTo>
                  <a:lnTo>
                    <a:pt x="8674966" y="1178035"/>
                  </a:lnTo>
                  <a:lnTo>
                    <a:pt x="8729856" y="1147133"/>
                  </a:lnTo>
                  <a:lnTo>
                    <a:pt x="8784811" y="1115820"/>
                  </a:lnTo>
                  <a:lnTo>
                    <a:pt x="8839770" y="1084480"/>
                  </a:lnTo>
                  <a:lnTo>
                    <a:pt x="8894673" y="1053498"/>
                  </a:lnTo>
                  <a:lnTo>
                    <a:pt x="8949477" y="1023240"/>
                  </a:lnTo>
                  <a:lnTo>
                    <a:pt x="9004178" y="994037"/>
                  </a:lnTo>
                  <a:lnTo>
                    <a:pt x="9058830" y="966170"/>
                  </a:lnTo>
                  <a:lnTo>
                    <a:pt x="9113561" y="939860"/>
                  </a:lnTo>
                  <a:lnTo>
                    <a:pt x="9168587" y="915263"/>
                  </a:lnTo>
                  <a:lnTo>
                    <a:pt x="9224233" y="892473"/>
                  </a:lnTo>
                  <a:lnTo>
                    <a:pt x="9280949" y="871519"/>
                  </a:lnTo>
                  <a:lnTo>
                    <a:pt x="9339341" y="852380"/>
                  </a:lnTo>
                  <a:lnTo>
                    <a:pt x="9347647" y="849856"/>
                  </a:lnTo>
                  <a:lnTo>
                    <a:pt x="9399504" y="835188"/>
                  </a:lnTo>
                  <a:lnTo>
                    <a:pt x="9453809" y="821793"/>
                  </a:lnTo>
                  <a:lnTo>
                    <a:pt x="9511246" y="809625"/>
                  </a:lnTo>
                  <a:lnTo>
                    <a:pt x="9572564" y="798597"/>
                  </a:lnTo>
                  <a:lnTo>
                    <a:pt x="9638541" y="788604"/>
                  </a:lnTo>
                  <a:lnTo>
                    <a:pt x="9709939" y="779540"/>
                  </a:lnTo>
                  <a:lnTo>
                    <a:pt x="9787451" y="771302"/>
                  </a:lnTo>
                  <a:lnTo>
                    <a:pt x="9871639" y="763801"/>
                  </a:lnTo>
                  <a:lnTo>
                    <a:pt x="9962834" y="756965"/>
                  </a:lnTo>
                  <a:lnTo>
                    <a:pt x="10061023" y="750737"/>
                  </a:lnTo>
                  <a:lnTo>
                    <a:pt x="10165710" y="745076"/>
                  </a:lnTo>
                  <a:lnTo>
                    <a:pt x="10275770" y="739963"/>
                  </a:lnTo>
                  <a:lnTo>
                    <a:pt x="10389322" y="735391"/>
                  </a:lnTo>
                  <a:lnTo>
                    <a:pt x="10503674" y="731365"/>
                  </a:lnTo>
                  <a:lnTo>
                    <a:pt x="10615390" y="727898"/>
                  </a:lnTo>
                  <a:lnTo>
                    <a:pt x="10720524" y="724999"/>
                  </a:lnTo>
                  <a:lnTo>
                    <a:pt x="10815047" y="722666"/>
                  </a:lnTo>
                  <a:lnTo>
                    <a:pt x="10895403" y="720881"/>
                  </a:lnTo>
                  <a:lnTo>
                    <a:pt x="10959099" y="719600"/>
                  </a:lnTo>
                  <a:lnTo>
                    <a:pt x="11005176" y="718759"/>
                  </a:lnTo>
                  <a:lnTo>
                    <a:pt x="11034453" y="718271"/>
                  </a:lnTo>
                  <a:lnTo>
                    <a:pt x="11049509" y="718041"/>
                  </a:lnTo>
                  <a:lnTo>
                    <a:pt x="11054493" y="717972"/>
                  </a:lnTo>
                  <a:lnTo>
                    <a:pt x="11054891" y="717966"/>
                  </a:lnTo>
                  <a:lnTo>
                    <a:pt x="12049831" y="717966"/>
                  </a:lnTo>
                  <a:lnTo>
                    <a:pt x="12049831" y="707485"/>
                  </a:lnTo>
                  <a:lnTo>
                    <a:pt x="11054891" y="707485"/>
                  </a:lnTo>
                  <a:lnTo>
                    <a:pt x="11053760" y="707500"/>
                  </a:lnTo>
                  <a:lnTo>
                    <a:pt x="11046292" y="707607"/>
                  </a:lnTo>
                  <a:lnTo>
                    <a:pt x="11027367" y="707903"/>
                  </a:lnTo>
                  <a:lnTo>
                    <a:pt x="10993277" y="708487"/>
                  </a:lnTo>
                  <a:lnTo>
                    <a:pt x="10941954" y="709451"/>
                  </a:lnTo>
                  <a:lnTo>
                    <a:pt x="10873118" y="710877"/>
                  </a:lnTo>
                  <a:lnTo>
                    <a:pt x="10788222" y="712821"/>
                  </a:lnTo>
                  <a:lnTo>
                    <a:pt x="10690133" y="715322"/>
                  </a:lnTo>
                  <a:lnTo>
                    <a:pt x="10582610" y="718391"/>
                  </a:lnTo>
                  <a:lnTo>
                    <a:pt x="10469713" y="722026"/>
                  </a:lnTo>
                  <a:lnTo>
                    <a:pt x="10355271" y="726215"/>
                  </a:lnTo>
                  <a:lnTo>
                    <a:pt x="10242515" y="730949"/>
                  </a:lnTo>
                  <a:lnTo>
                    <a:pt x="10133895" y="736224"/>
                  </a:lnTo>
                  <a:lnTo>
                    <a:pt x="10031057" y="742050"/>
                  </a:lnTo>
                  <a:lnTo>
                    <a:pt x="9934924" y="748455"/>
                  </a:lnTo>
                  <a:lnTo>
                    <a:pt x="9845834" y="755482"/>
                  </a:lnTo>
                  <a:lnTo>
                    <a:pt x="9763682" y="763194"/>
                  </a:lnTo>
                  <a:lnTo>
                    <a:pt x="9688057" y="771668"/>
                  </a:lnTo>
                  <a:lnTo>
                    <a:pt x="9618351" y="780998"/>
                  </a:lnTo>
                  <a:lnTo>
                    <a:pt x="9553844" y="791288"/>
                  </a:lnTo>
                  <a:lnTo>
                    <a:pt x="9493763" y="802645"/>
                  </a:lnTo>
                  <a:lnTo>
                    <a:pt x="9437335" y="815171"/>
                  </a:lnTo>
                  <a:lnTo>
                    <a:pt x="9383827" y="828943"/>
                  </a:lnTo>
                  <a:lnTo>
                    <a:pt x="9347647" y="839374"/>
                  </a:lnTo>
                  <a:lnTo>
                    <a:pt x="9288964" y="858265"/>
                  </a:lnTo>
                  <a:lnTo>
                    <a:pt x="9232054" y="878964"/>
                  </a:lnTo>
                  <a:lnTo>
                    <a:pt x="9176290" y="901499"/>
                  </a:lnTo>
                  <a:lnTo>
                    <a:pt x="9121199" y="925848"/>
                  </a:lnTo>
                  <a:lnTo>
                    <a:pt x="9066443" y="951928"/>
                  </a:lnTo>
                  <a:lnTo>
                    <a:pt x="9011789" y="979590"/>
                  </a:lnTo>
                  <a:lnTo>
                    <a:pt x="8957099" y="1008622"/>
                  </a:lnTo>
                  <a:lnTo>
                    <a:pt x="8902311" y="1038752"/>
                  </a:lnTo>
                  <a:lnTo>
                    <a:pt x="8847420" y="1069655"/>
                  </a:lnTo>
                  <a:lnTo>
                    <a:pt x="8792465" y="1100967"/>
                  </a:lnTo>
                  <a:lnTo>
                    <a:pt x="8737506" y="1132307"/>
                  </a:lnTo>
                  <a:lnTo>
                    <a:pt x="8682604" y="1163289"/>
                  </a:lnTo>
                  <a:lnTo>
                    <a:pt x="8627800" y="1193547"/>
                  </a:lnTo>
                  <a:lnTo>
                    <a:pt x="8573099" y="1222750"/>
                  </a:lnTo>
                  <a:lnTo>
                    <a:pt x="8518446" y="1250617"/>
                  </a:lnTo>
                  <a:lnTo>
                    <a:pt x="8463716" y="1276927"/>
                  </a:lnTo>
                  <a:lnTo>
                    <a:pt x="8408690" y="1301524"/>
                  </a:lnTo>
                  <a:lnTo>
                    <a:pt x="8353044" y="1324314"/>
                  </a:lnTo>
                  <a:lnTo>
                    <a:pt x="8296328" y="1345268"/>
                  </a:lnTo>
                  <a:lnTo>
                    <a:pt x="8237936" y="1364407"/>
                  </a:lnTo>
                  <a:lnTo>
                    <a:pt x="8229629" y="1366932"/>
                  </a:lnTo>
                  <a:lnTo>
                    <a:pt x="8177772" y="1381599"/>
                  </a:lnTo>
                  <a:lnTo>
                    <a:pt x="8123467" y="1394994"/>
                  </a:lnTo>
                  <a:lnTo>
                    <a:pt x="8066031" y="1407162"/>
                  </a:lnTo>
                  <a:lnTo>
                    <a:pt x="8004712" y="1418190"/>
                  </a:lnTo>
                  <a:lnTo>
                    <a:pt x="7938735" y="1428183"/>
                  </a:lnTo>
                  <a:lnTo>
                    <a:pt x="7867338" y="1437248"/>
                  </a:lnTo>
                  <a:lnTo>
                    <a:pt x="7789825" y="1445486"/>
                  </a:lnTo>
                  <a:lnTo>
                    <a:pt x="7705637" y="1452986"/>
                  </a:lnTo>
                  <a:lnTo>
                    <a:pt x="7614443" y="1459822"/>
                  </a:lnTo>
                  <a:lnTo>
                    <a:pt x="7516254" y="1466051"/>
                  </a:lnTo>
                  <a:lnTo>
                    <a:pt x="7411566" y="1471711"/>
                  </a:lnTo>
                  <a:lnTo>
                    <a:pt x="7301506" y="1476824"/>
                  </a:lnTo>
                  <a:lnTo>
                    <a:pt x="7187954" y="1481396"/>
                  </a:lnTo>
                  <a:lnTo>
                    <a:pt x="7073602" y="1485422"/>
                  </a:lnTo>
                  <a:lnTo>
                    <a:pt x="6961887" y="1488889"/>
                  </a:lnTo>
                  <a:lnTo>
                    <a:pt x="6856753" y="1491788"/>
                  </a:lnTo>
                  <a:lnTo>
                    <a:pt x="6762230" y="1494121"/>
                  </a:lnTo>
                  <a:lnTo>
                    <a:pt x="6681874" y="1495906"/>
                  </a:lnTo>
                  <a:lnTo>
                    <a:pt x="6618178" y="1497187"/>
                  </a:lnTo>
                  <a:lnTo>
                    <a:pt x="6572101" y="1498029"/>
                  </a:lnTo>
                  <a:lnTo>
                    <a:pt x="6542824" y="1498516"/>
                  </a:lnTo>
                  <a:lnTo>
                    <a:pt x="6527767" y="1498746"/>
                  </a:lnTo>
                  <a:lnTo>
                    <a:pt x="6522783" y="1498816"/>
                  </a:lnTo>
                  <a:lnTo>
                    <a:pt x="6522385" y="1498821"/>
                  </a:lnTo>
                  <a:lnTo>
                    <a:pt x="5527445" y="1498821"/>
                  </a:lnTo>
                  <a:lnTo>
                    <a:pt x="5526326" y="1498793"/>
                  </a:lnTo>
                  <a:lnTo>
                    <a:pt x="5518941" y="1498592"/>
                  </a:lnTo>
                  <a:lnTo>
                    <a:pt x="5500217" y="1498038"/>
                  </a:lnTo>
                  <a:lnTo>
                    <a:pt x="5466476" y="1496945"/>
                  </a:lnTo>
                  <a:lnTo>
                    <a:pt x="5415649" y="1495139"/>
                  </a:lnTo>
                  <a:lnTo>
                    <a:pt x="5347430" y="1492470"/>
                  </a:lnTo>
                  <a:lnTo>
                    <a:pt x="5263221" y="1488825"/>
                  </a:lnTo>
                  <a:lnTo>
                    <a:pt x="5165829" y="1484138"/>
                  </a:lnTo>
                  <a:lnTo>
                    <a:pt x="5058955" y="1478381"/>
                  </a:lnTo>
                  <a:lnTo>
                    <a:pt x="4946610" y="1471561"/>
                  </a:lnTo>
                  <a:lnTo>
                    <a:pt x="4832597" y="1463698"/>
                  </a:lnTo>
                  <a:lnTo>
                    <a:pt x="4720138" y="1454811"/>
                  </a:lnTo>
                  <a:lnTo>
                    <a:pt x="4611691" y="1444907"/>
                  </a:lnTo>
                  <a:lnTo>
                    <a:pt x="4508920" y="1433968"/>
                  </a:lnTo>
                  <a:lnTo>
                    <a:pt x="4412771" y="1421945"/>
                  </a:lnTo>
                  <a:lnTo>
                    <a:pt x="4323606" y="1408757"/>
                  </a:lnTo>
                  <a:lnTo>
                    <a:pt x="4241342" y="1394292"/>
                  </a:lnTo>
                  <a:lnTo>
                    <a:pt x="4165589" y="1378404"/>
                  </a:lnTo>
                  <a:lnTo>
                    <a:pt x="4095757" y="1360919"/>
                  </a:lnTo>
                  <a:lnTo>
                    <a:pt x="4031137" y="1341645"/>
                  </a:lnTo>
                  <a:lnTo>
                    <a:pt x="3970969" y="1320380"/>
                  </a:lnTo>
                  <a:lnTo>
                    <a:pt x="3914487" y="1296932"/>
                  </a:lnTo>
                  <a:lnTo>
                    <a:pt x="3860960" y="1271151"/>
                  </a:lnTo>
                  <a:lnTo>
                    <a:pt x="3820202" y="1249017"/>
                  </a:lnTo>
                  <a:lnTo>
                    <a:pt x="3766832" y="1216670"/>
                  </a:lnTo>
                  <a:lnTo>
                    <a:pt x="3714978" y="1181509"/>
                  </a:lnTo>
                  <a:lnTo>
                    <a:pt x="3664151" y="1143479"/>
                  </a:lnTo>
                  <a:lnTo>
                    <a:pt x="3613974" y="1102597"/>
                  </a:lnTo>
                  <a:lnTo>
                    <a:pt x="3564162" y="1058953"/>
                  </a:lnTo>
                  <a:lnTo>
                    <a:pt x="3514512" y="1012716"/>
                  </a:lnTo>
                  <a:lnTo>
                    <a:pt x="3464885" y="964143"/>
                  </a:lnTo>
                  <a:lnTo>
                    <a:pt x="3415203" y="913571"/>
                  </a:lnTo>
                  <a:lnTo>
                    <a:pt x="3365434" y="861410"/>
                  </a:lnTo>
                  <a:lnTo>
                    <a:pt x="3315583" y="808136"/>
                  </a:lnTo>
                  <a:lnTo>
                    <a:pt x="3265683" y="754268"/>
                  </a:lnTo>
                  <a:lnTo>
                    <a:pt x="3215779" y="700350"/>
                  </a:lnTo>
                  <a:lnTo>
                    <a:pt x="3165916" y="646929"/>
                  </a:lnTo>
                  <a:lnTo>
                    <a:pt x="3116131" y="594532"/>
                  </a:lnTo>
                  <a:lnTo>
                    <a:pt x="3066435" y="543641"/>
                  </a:lnTo>
                  <a:lnTo>
                    <a:pt x="3016802" y="494681"/>
                  </a:lnTo>
                  <a:lnTo>
                    <a:pt x="2967164" y="448003"/>
                  </a:lnTo>
                  <a:lnTo>
                    <a:pt x="2917395" y="403877"/>
                  </a:lnTo>
                  <a:lnTo>
                    <a:pt x="2867302" y="362489"/>
                  </a:lnTo>
                  <a:lnTo>
                    <a:pt x="2816617" y="323943"/>
                  </a:lnTo>
                  <a:lnTo>
                    <a:pt x="2764980" y="288267"/>
                  </a:lnTo>
                  <a:lnTo>
                    <a:pt x="2711925" y="255421"/>
                  </a:lnTo>
                  <a:lnTo>
                    <a:pt x="2702183" y="249803"/>
                  </a:lnTo>
                  <a:lnTo>
                    <a:pt x="2650528" y="222123"/>
                  </a:lnTo>
                  <a:lnTo>
                    <a:pt x="2596445" y="196835"/>
                  </a:lnTo>
                  <a:lnTo>
                    <a:pt x="2539260" y="173854"/>
                  </a:lnTo>
                  <a:lnTo>
                    <a:pt x="2478232" y="153019"/>
                  </a:lnTo>
                  <a:lnTo>
                    <a:pt x="2412592" y="134133"/>
                  </a:lnTo>
                  <a:lnTo>
                    <a:pt x="2341586" y="116995"/>
                  </a:lnTo>
                  <a:lnTo>
                    <a:pt x="2264526" y="101415"/>
                  </a:lnTo>
                  <a:lnTo>
                    <a:pt x="2180854" y="87226"/>
                  </a:lnTo>
                  <a:lnTo>
                    <a:pt x="2090234" y="74289"/>
                  </a:lnTo>
                  <a:lnTo>
                    <a:pt x="1992664" y="62496"/>
                  </a:lnTo>
                  <a:lnTo>
                    <a:pt x="1888615" y="51774"/>
                  </a:lnTo>
                  <a:lnTo>
                    <a:pt x="1779174" y="42082"/>
                  </a:lnTo>
                  <a:lnTo>
                    <a:pt x="1666164" y="33406"/>
                  </a:lnTo>
                  <a:lnTo>
                    <a:pt x="1552208" y="25757"/>
                  </a:lnTo>
                  <a:lnTo>
                    <a:pt x="1440673" y="19157"/>
                  </a:lnTo>
                  <a:lnTo>
                    <a:pt x="1335438" y="13623"/>
                  </a:lnTo>
                  <a:lnTo>
                    <a:pt x="1240498" y="9155"/>
                  </a:lnTo>
                  <a:lnTo>
                    <a:pt x="1159416" y="5720"/>
                  </a:lnTo>
                  <a:lnTo>
                    <a:pt x="1094743" y="3240"/>
                  </a:lnTo>
                  <a:lnTo>
                    <a:pt x="1047546" y="1596"/>
                  </a:lnTo>
                  <a:lnTo>
                    <a:pt x="1017148" y="630"/>
                  </a:lnTo>
                  <a:lnTo>
                    <a:pt x="1001128" y="164"/>
                  </a:lnTo>
                  <a:lnTo>
                    <a:pt x="995503" y="1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8" name="pl147"/>
            <p:cNvSpPr/>
            <p:nvPr/>
          </p:nvSpPr>
          <p:spPr>
            <a:xfrm>
              <a:off x="1199187" y="2651596"/>
              <a:ext cx="12049831" cy="1498821"/>
            </a:xfrm>
            <a:custGeom>
              <a:avLst/>
              <a:pathLst>
                <a:path w="12049831" h="1498821">
                  <a:moveTo>
                    <a:pt x="0" y="0"/>
                  </a:moveTo>
                  <a:lnTo>
                    <a:pt x="994940" y="0"/>
                  </a:lnTo>
                  <a:lnTo>
                    <a:pt x="996059" y="28"/>
                  </a:lnTo>
                  <a:lnTo>
                    <a:pt x="1003444" y="228"/>
                  </a:lnTo>
                  <a:lnTo>
                    <a:pt x="1022168" y="783"/>
                  </a:lnTo>
                  <a:lnTo>
                    <a:pt x="1055909" y="1875"/>
                  </a:lnTo>
                  <a:lnTo>
                    <a:pt x="1106736" y="3681"/>
                  </a:lnTo>
                  <a:lnTo>
                    <a:pt x="1174955" y="6351"/>
                  </a:lnTo>
                  <a:lnTo>
                    <a:pt x="1259164" y="9995"/>
                  </a:lnTo>
                  <a:lnTo>
                    <a:pt x="1356556" y="14683"/>
                  </a:lnTo>
                  <a:lnTo>
                    <a:pt x="1463430" y="20439"/>
                  </a:lnTo>
                  <a:lnTo>
                    <a:pt x="1575775" y="27259"/>
                  </a:lnTo>
                  <a:lnTo>
                    <a:pt x="1689788" y="35122"/>
                  </a:lnTo>
                  <a:lnTo>
                    <a:pt x="1802247" y="44009"/>
                  </a:lnTo>
                  <a:lnTo>
                    <a:pt x="1910694" y="53913"/>
                  </a:lnTo>
                  <a:lnTo>
                    <a:pt x="2013465" y="64853"/>
                  </a:lnTo>
                  <a:lnTo>
                    <a:pt x="2109614" y="76876"/>
                  </a:lnTo>
                  <a:lnTo>
                    <a:pt x="2198779" y="90063"/>
                  </a:lnTo>
                  <a:lnTo>
                    <a:pt x="2281043" y="104528"/>
                  </a:lnTo>
                  <a:lnTo>
                    <a:pt x="2356796" y="120417"/>
                  </a:lnTo>
                  <a:lnTo>
                    <a:pt x="2426628" y="137901"/>
                  </a:lnTo>
                  <a:lnTo>
                    <a:pt x="2491248" y="157175"/>
                  </a:lnTo>
                  <a:lnTo>
                    <a:pt x="2551416" y="178440"/>
                  </a:lnTo>
                  <a:lnTo>
                    <a:pt x="2607898" y="201888"/>
                  </a:lnTo>
                  <a:lnTo>
                    <a:pt x="2661425" y="227669"/>
                  </a:lnTo>
                  <a:lnTo>
                    <a:pt x="2702183" y="249803"/>
                  </a:lnTo>
                  <a:lnTo>
                    <a:pt x="2755553" y="282150"/>
                  </a:lnTo>
                  <a:lnTo>
                    <a:pt x="2807407" y="317312"/>
                  </a:lnTo>
                  <a:lnTo>
                    <a:pt x="2858234" y="355341"/>
                  </a:lnTo>
                  <a:lnTo>
                    <a:pt x="2908411" y="396223"/>
                  </a:lnTo>
                  <a:lnTo>
                    <a:pt x="2958223" y="439868"/>
                  </a:lnTo>
                  <a:lnTo>
                    <a:pt x="3007873" y="486104"/>
                  </a:lnTo>
                  <a:lnTo>
                    <a:pt x="3057500" y="534677"/>
                  </a:lnTo>
                  <a:lnTo>
                    <a:pt x="3107182" y="585250"/>
                  </a:lnTo>
                  <a:lnTo>
                    <a:pt x="3156951" y="637410"/>
                  </a:lnTo>
                  <a:lnTo>
                    <a:pt x="3206802" y="690684"/>
                  </a:lnTo>
                  <a:lnTo>
                    <a:pt x="3256702" y="744553"/>
                  </a:lnTo>
                  <a:lnTo>
                    <a:pt x="3306606" y="798470"/>
                  </a:lnTo>
                  <a:lnTo>
                    <a:pt x="3356469" y="851891"/>
                  </a:lnTo>
                  <a:lnTo>
                    <a:pt x="3406254" y="904288"/>
                  </a:lnTo>
                  <a:lnTo>
                    <a:pt x="3455950" y="955179"/>
                  </a:lnTo>
                  <a:lnTo>
                    <a:pt x="3505583" y="1004139"/>
                  </a:lnTo>
                  <a:lnTo>
                    <a:pt x="3555221" y="1050817"/>
                  </a:lnTo>
                  <a:lnTo>
                    <a:pt x="3604990" y="1094943"/>
                  </a:lnTo>
                  <a:lnTo>
                    <a:pt x="3655083" y="1136332"/>
                  </a:lnTo>
                  <a:lnTo>
                    <a:pt x="3705768" y="1174877"/>
                  </a:lnTo>
                  <a:lnTo>
                    <a:pt x="3757405" y="1210553"/>
                  </a:lnTo>
                  <a:lnTo>
                    <a:pt x="3810460" y="1243400"/>
                  </a:lnTo>
                  <a:lnTo>
                    <a:pt x="3820202" y="1249017"/>
                  </a:lnTo>
                  <a:lnTo>
                    <a:pt x="3871857" y="1276697"/>
                  </a:lnTo>
                  <a:lnTo>
                    <a:pt x="3925940" y="1301985"/>
                  </a:lnTo>
                  <a:lnTo>
                    <a:pt x="3983125" y="1324966"/>
                  </a:lnTo>
                  <a:lnTo>
                    <a:pt x="4044153" y="1345801"/>
                  </a:lnTo>
                  <a:lnTo>
                    <a:pt x="4109793" y="1364687"/>
                  </a:lnTo>
                  <a:lnTo>
                    <a:pt x="4180799" y="1381825"/>
                  </a:lnTo>
                  <a:lnTo>
                    <a:pt x="4257859" y="1397405"/>
                  </a:lnTo>
                  <a:lnTo>
                    <a:pt x="4341531" y="1411595"/>
                  </a:lnTo>
                  <a:lnTo>
                    <a:pt x="4432151" y="1424532"/>
                  </a:lnTo>
                  <a:lnTo>
                    <a:pt x="4529721" y="1436324"/>
                  </a:lnTo>
                  <a:lnTo>
                    <a:pt x="4633770" y="1447046"/>
                  </a:lnTo>
                  <a:lnTo>
                    <a:pt x="4743211" y="1456739"/>
                  </a:lnTo>
                  <a:lnTo>
                    <a:pt x="4856221" y="1465414"/>
                  </a:lnTo>
                  <a:lnTo>
                    <a:pt x="4970177" y="1473063"/>
                  </a:lnTo>
                  <a:lnTo>
                    <a:pt x="5081712" y="1479664"/>
                  </a:lnTo>
                  <a:lnTo>
                    <a:pt x="5186947" y="1485198"/>
                  </a:lnTo>
                  <a:lnTo>
                    <a:pt x="5281887" y="1489665"/>
                  </a:lnTo>
                  <a:lnTo>
                    <a:pt x="5362969" y="1493101"/>
                  </a:lnTo>
                  <a:lnTo>
                    <a:pt x="5427642" y="1495580"/>
                  </a:lnTo>
                  <a:lnTo>
                    <a:pt x="5474839" y="1497225"/>
                  </a:lnTo>
                  <a:lnTo>
                    <a:pt x="5505237" y="1498191"/>
                  </a:lnTo>
                  <a:lnTo>
                    <a:pt x="5521257" y="1498657"/>
                  </a:lnTo>
                  <a:lnTo>
                    <a:pt x="5526882" y="1498807"/>
                  </a:lnTo>
                  <a:lnTo>
                    <a:pt x="5527445" y="1498821"/>
                  </a:lnTo>
                  <a:lnTo>
                    <a:pt x="6522385" y="1498821"/>
                  </a:lnTo>
                  <a:lnTo>
                    <a:pt x="6523517" y="1498806"/>
                  </a:lnTo>
                  <a:lnTo>
                    <a:pt x="6530984" y="1498699"/>
                  </a:lnTo>
                  <a:lnTo>
                    <a:pt x="6549910" y="1498403"/>
                  </a:lnTo>
                  <a:lnTo>
                    <a:pt x="6583999" y="1497819"/>
                  </a:lnTo>
                  <a:lnTo>
                    <a:pt x="6635322" y="1496854"/>
                  </a:lnTo>
                  <a:lnTo>
                    <a:pt x="6704158" y="1495429"/>
                  </a:lnTo>
                  <a:lnTo>
                    <a:pt x="6789055" y="1493484"/>
                  </a:lnTo>
                  <a:lnTo>
                    <a:pt x="6887144" y="1490984"/>
                  </a:lnTo>
                  <a:lnTo>
                    <a:pt x="6994666" y="1487915"/>
                  </a:lnTo>
                  <a:lnTo>
                    <a:pt x="7107563" y="1484280"/>
                  </a:lnTo>
                  <a:lnTo>
                    <a:pt x="7222005" y="1480091"/>
                  </a:lnTo>
                  <a:lnTo>
                    <a:pt x="7334762" y="1475357"/>
                  </a:lnTo>
                  <a:lnTo>
                    <a:pt x="7443382" y="1470082"/>
                  </a:lnTo>
                  <a:lnTo>
                    <a:pt x="7546220" y="1464256"/>
                  </a:lnTo>
                  <a:lnTo>
                    <a:pt x="7642352" y="1457851"/>
                  </a:lnTo>
                  <a:lnTo>
                    <a:pt x="7731442" y="1450824"/>
                  </a:lnTo>
                  <a:lnTo>
                    <a:pt x="7813594" y="1443112"/>
                  </a:lnTo>
                  <a:lnTo>
                    <a:pt x="7889219" y="1434638"/>
                  </a:lnTo>
                  <a:lnTo>
                    <a:pt x="7958925" y="1425308"/>
                  </a:lnTo>
                  <a:lnTo>
                    <a:pt x="8023433" y="1415018"/>
                  </a:lnTo>
                  <a:lnTo>
                    <a:pt x="8083514" y="1403661"/>
                  </a:lnTo>
                  <a:lnTo>
                    <a:pt x="8139941" y="1391135"/>
                  </a:lnTo>
                  <a:lnTo>
                    <a:pt x="8193450" y="1377363"/>
                  </a:lnTo>
                  <a:lnTo>
                    <a:pt x="8229629" y="1366932"/>
                  </a:lnTo>
                  <a:lnTo>
                    <a:pt x="8288313" y="1348041"/>
                  </a:lnTo>
                  <a:lnTo>
                    <a:pt x="8345222" y="1327342"/>
                  </a:lnTo>
                  <a:lnTo>
                    <a:pt x="8400987" y="1304807"/>
                  </a:lnTo>
                  <a:lnTo>
                    <a:pt x="8456077" y="1280458"/>
                  </a:lnTo>
                  <a:lnTo>
                    <a:pt x="8510834" y="1254378"/>
                  </a:lnTo>
                  <a:lnTo>
                    <a:pt x="8565487" y="1226716"/>
                  </a:lnTo>
                  <a:lnTo>
                    <a:pt x="8620177" y="1197684"/>
                  </a:lnTo>
                  <a:lnTo>
                    <a:pt x="8674966" y="1167554"/>
                  </a:lnTo>
                  <a:lnTo>
                    <a:pt x="8729856" y="1136651"/>
                  </a:lnTo>
                  <a:lnTo>
                    <a:pt x="8784811" y="1105339"/>
                  </a:lnTo>
                  <a:lnTo>
                    <a:pt x="8839770" y="1073999"/>
                  </a:lnTo>
                  <a:lnTo>
                    <a:pt x="8894673" y="1043017"/>
                  </a:lnTo>
                  <a:lnTo>
                    <a:pt x="8949477" y="1012759"/>
                  </a:lnTo>
                  <a:lnTo>
                    <a:pt x="9004178" y="983556"/>
                  </a:lnTo>
                  <a:lnTo>
                    <a:pt x="9058830" y="955689"/>
                  </a:lnTo>
                  <a:lnTo>
                    <a:pt x="9113561" y="929379"/>
                  </a:lnTo>
                  <a:lnTo>
                    <a:pt x="9168587" y="904782"/>
                  </a:lnTo>
                  <a:lnTo>
                    <a:pt x="9224233" y="881991"/>
                  </a:lnTo>
                  <a:lnTo>
                    <a:pt x="9280949" y="861038"/>
                  </a:lnTo>
                  <a:lnTo>
                    <a:pt x="9339341" y="841899"/>
                  </a:lnTo>
                  <a:lnTo>
                    <a:pt x="9347647" y="839374"/>
                  </a:lnTo>
                  <a:lnTo>
                    <a:pt x="9399504" y="824707"/>
                  </a:lnTo>
                  <a:lnTo>
                    <a:pt x="9453809" y="811312"/>
                  </a:lnTo>
                  <a:lnTo>
                    <a:pt x="9511246" y="799144"/>
                  </a:lnTo>
                  <a:lnTo>
                    <a:pt x="9572564" y="788116"/>
                  </a:lnTo>
                  <a:lnTo>
                    <a:pt x="9638541" y="778123"/>
                  </a:lnTo>
                  <a:lnTo>
                    <a:pt x="9709939" y="769058"/>
                  </a:lnTo>
                  <a:lnTo>
                    <a:pt x="9787451" y="760820"/>
                  </a:lnTo>
                  <a:lnTo>
                    <a:pt x="9871639" y="753320"/>
                  </a:lnTo>
                  <a:lnTo>
                    <a:pt x="9962834" y="746484"/>
                  </a:lnTo>
                  <a:lnTo>
                    <a:pt x="10061023" y="740255"/>
                  </a:lnTo>
                  <a:lnTo>
                    <a:pt x="10165710" y="734595"/>
                  </a:lnTo>
                  <a:lnTo>
                    <a:pt x="10275770" y="729482"/>
                  </a:lnTo>
                  <a:lnTo>
                    <a:pt x="10389322" y="724910"/>
                  </a:lnTo>
                  <a:lnTo>
                    <a:pt x="10503674" y="720884"/>
                  </a:lnTo>
                  <a:lnTo>
                    <a:pt x="10615390" y="717417"/>
                  </a:lnTo>
                  <a:lnTo>
                    <a:pt x="10720524" y="714518"/>
                  </a:lnTo>
                  <a:lnTo>
                    <a:pt x="10815047" y="712185"/>
                  </a:lnTo>
                  <a:lnTo>
                    <a:pt x="10895403" y="710400"/>
                  </a:lnTo>
                  <a:lnTo>
                    <a:pt x="10959099" y="709119"/>
                  </a:lnTo>
                  <a:lnTo>
                    <a:pt x="11005176" y="708277"/>
                  </a:lnTo>
                  <a:lnTo>
                    <a:pt x="11034453" y="707790"/>
                  </a:lnTo>
                  <a:lnTo>
                    <a:pt x="11049509" y="707560"/>
                  </a:lnTo>
                  <a:lnTo>
                    <a:pt x="11054493" y="707490"/>
                  </a:lnTo>
                  <a:lnTo>
                    <a:pt x="11054891" y="707485"/>
                  </a:lnTo>
                  <a:lnTo>
                    <a:pt x="12049831" y="707485"/>
                  </a:lnTo>
                  <a:lnTo>
                    <a:pt x="12049831" y="7074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" name="pl148"/>
            <p:cNvSpPr/>
            <p:nvPr/>
          </p:nvSpPr>
          <p:spPr>
            <a:xfrm>
              <a:off x="1199187" y="2641115"/>
              <a:ext cx="12049831" cy="1498821"/>
            </a:xfrm>
            <a:custGeom>
              <a:avLst/>
              <a:pathLst>
                <a:path w="12049831" h="1498821">
                  <a:moveTo>
                    <a:pt x="12049831" y="707485"/>
                  </a:moveTo>
                  <a:lnTo>
                    <a:pt x="11054891" y="707485"/>
                  </a:lnTo>
                  <a:lnTo>
                    <a:pt x="11053760" y="707500"/>
                  </a:lnTo>
                  <a:lnTo>
                    <a:pt x="11046292" y="707607"/>
                  </a:lnTo>
                  <a:lnTo>
                    <a:pt x="11027367" y="707903"/>
                  </a:lnTo>
                  <a:lnTo>
                    <a:pt x="10993277" y="708487"/>
                  </a:lnTo>
                  <a:lnTo>
                    <a:pt x="10941954" y="709451"/>
                  </a:lnTo>
                  <a:lnTo>
                    <a:pt x="10873118" y="710877"/>
                  </a:lnTo>
                  <a:lnTo>
                    <a:pt x="10788222" y="712821"/>
                  </a:lnTo>
                  <a:lnTo>
                    <a:pt x="10690133" y="715322"/>
                  </a:lnTo>
                  <a:lnTo>
                    <a:pt x="10582610" y="718391"/>
                  </a:lnTo>
                  <a:lnTo>
                    <a:pt x="10469713" y="722026"/>
                  </a:lnTo>
                  <a:lnTo>
                    <a:pt x="10355271" y="726215"/>
                  </a:lnTo>
                  <a:lnTo>
                    <a:pt x="10242515" y="730949"/>
                  </a:lnTo>
                  <a:lnTo>
                    <a:pt x="10133895" y="736224"/>
                  </a:lnTo>
                  <a:lnTo>
                    <a:pt x="10031057" y="742050"/>
                  </a:lnTo>
                  <a:lnTo>
                    <a:pt x="9934924" y="748455"/>
                  </a:lnTo>
                  <a:lnTo>
                    <a:pt x="9845834" y="755482"/>
                  </a:lnTo>
                  <a:lnTo>
                    <a:pt x="9763682" y="763194"/>
                  </a:lnTo>
                  <a:lnTo>
                    <a:pt x="9688057" y="771668"/>
                  </a:lnTo>
                  <a:lnTo>
                    <a:pt x="9618351" y="780998"/>
                  </a:lnTo>
                  <a:lnTo>
                    <a:pt x="9553844" y="791288"/>
                  </a:lnTo>
                  <a:lnTo>
                    <a:pt x="9493763" y="802645"/>
                  </a:lnTo>
                  <a:lnTo>
                    <a:pt x="9437335" y="815171"/>
                  </a:lnTo>
                  <a:lnTo>
                    <a:pt x="9383827" y="828943"/>
                  </a:lnTo>
                  <a:lnTo>
                    <a:pt x="9347647" y="839374"/>
                  </a:lnTo>
                  <a:lnTo>
                    <a:pt x="9288964" y="858265"/>
                  </a:lnTo>
                  <a:lnTo>
                    <a:pt x="9232054" y="878964"/>
                  </a:lnTo>
                  <a:lnTo>
                    <a:pt x="9176290" y="901499"/>
                  </a:lnTo>
                  <a:lnTo>
                    <a:pt x="9121199" y="925848"/>
                  </a:lnTo>
                  <a:lnTo>
                    <a:pt x="9066443" y="951928"/>
                  </a:lnTo>
                  <a:lnTo>
                    <a:pt x="9011789" y="979590"/>
                  </a:lnTo>
                  <a:lnTo>
                    <a:pt x="8957099" y="1008622"/>
                  </a:lnTo>
                  <a:lnTo>
                    <a:pt x="8902311" y="1038752"/>
                  </a:lnTo>
                  <a:lnTo>
                    <a:pt x="8847420" y="1069655"/>
                  </a:lnTo>
                  <a:lnTo>
                    <a:pt x="8792465" y="1100967"/>
                  </a:lnTo>
                  <a:lnTo>
                    <a:pt x="8737506" y="1132307"/>
                  </a:lnTo>
                  <a:lnTo>
                    <a:pt x="8682604" y="1163289"/>
                  </a:lnTo>
                  <a:lnTo>
                    <a:pt x="8627800" y="1193547"/>
                  </a:lnTo>
                  <a:lnTo>
                    <a:pt x="8573099" y="1222750"/>
                  </a:lnTo>
                  <a:lnTo>
                    <a:pt x="8518446" y="1250617"/>
                  </a:lnTo>
                  <a:lnTo>
                    <a:pt x="8463716" y="1276927"/>
                  </a:lnTo>
                  <a:lnTo>
                    <a:pt x="8408690" y="1301524"/>
                  </a:lnTo>
                  <a:lnTo>
                    <a:pt x="8353044" y="1324314"/>
                  </a:lnTo>
                  <a:lnTo>
                    <a:pt x="8296328" y="1345268"/>
                  </a:lnTo>
                  <a:lnTo>
                    <a:pt x="8237936" y="1364407"/>
                  </a:lnTo>
                  <a:lnTo>
                    <a:pt x="8229629" y="1366932"/>
                  </a:lnTo>
                  <a:lnTo>
                    <a:pt x="8177772" y="1381599"/>
                  </a:lnTo>
                  <a:lnTo>
                    <a:pt x="8123467" y="1394994"/>
                  </a:lnTo>
                  <a:lnTo>
                    <a:pt x="8066031" y="1407162"/>
                  </a:lnTo>
                  <a:lnTo>
                    <a:pt x="8004712" y="1418190"/>
                  </a:lnTo>
                  <a:lnTo>
                    <a:pt x="7938735" y="1428183"/>
                  </a:lnTo>
                  <a:lnTo>
                    <a:pt x="7867338" y="1437248"/>
                  </a:lnTo>
                  <a:lnTo>
                    <a:pt x="7789825" y="1445486"/>
                  </a:lnTo>
                  <a:lnTo>
                    <a:pt x="7705637" y="1452986"/>
                  </a:lnTo>
                  <a:lnTo>
                    <a:pt x="7614443" y="1459822"/>
                  </a:lnTo>
                  <a:lnTo>
                    <a:pt x="7516254" y="1466051"/>
                  </a:lnTo>
                  <a:lnTo>
                    <a:pt x="7411566" y="1471711"/>
                  </a:lnTo>
                  <a:lnTo>
                    <a:pt x="7301506" y="1476824"/>
                  </a:lnTo>
                  <a:lnTo>
                    <a:pt x="7187954" y="1481396"/>
                  </a:lnTo>
                  <a:lnTo>
                    <a:pt x="7073602" y="1485422"/>
                  </a:lnTo>
                  <a:lnTo>
                    <a:pt x="6961887" y="1488889"/>
                  </a:lnTo>
                  <a:lnTo>
                    <a:pt x="6856753" y="1491788"/>
                  </a:lnTo>
                  <a:lnTo>
                    <a:pt x="6762230" y="1494121"/>
                  </a:lnTo>
                  <a:lnTo>
                    <a:pt x="6681874" y="1495906"/>
                  </a:lnTo>
                  <a:lnTo>
                    <a:pt x="6618178" y="1497187"/>
                  </a:lnTo>
                  <a:lnTo>
                    <a:pt x="6572101" y="1498029"/>
                  </a:lnTo>
                  <a:lnTo>
                    <a:pt x="6542824" y="1498516"/>
                  </a:lnTo>
                  <a:lnTo>
                    <a:pt x="6527767" y="1498746"/>
                  </a:lnTo>
                  <a:lnTo>
                    <a:pt x="6522783" y="1498816"/>
                  </a:lnTo>
                  <a:lnTo>
                    <a:pt x="6522385" y="1498821"/>
                  </a:lnTo>
                  <a:lnTo>
                    <a:pt x="5527445" y="1498821"/>
                  </a:lnTo>
                  <a:lnTo>
                    <a:pt x="5526326" y="1498793"/>
                  </a:lnTo>
                  <a:lnTo>
                    <a:pt x="5518941" y="1498592"/>
                  </a:lnTo>
                  <a:lnTo>
                    <a:pt x="5500217" y="1498038"/>
                  </a:lnTo>
                  <a:lnTo>
                    <a:pt x="5466476" y="1496945"/>
                  </a:lnTo>
                  <a:lnTo>
                    <a:pt x="5415649" y="1495139"/>
                  </a:lnTo>
                  <a:lnTo>
                    <a:pt x="5347430" y="1492470"/>
                  </a:lnTo>
                  <a:lnTo>
                    <a:pt x="5263221" y="1488825"/>
                  </a:lnTo>
                  <a:lnTo>
                    <a:pt x="5165829" y="1484138"/>
                  </a:lnTo>
                  <a:lnTo>
                    <a:pt x="5058955" y="1478381"/>
                  </a:lnTo>
                  <a:lnTo>
                    <a:pt x="4946610" y="1471561"/>
                  </a:lnTo>
                  <a:lnTo>
                    <a:pt x="4832597" y="1463698"/>
                  </a:lnTo>
                  <a:lnTo>
                    <a:pt x="4720138" y="1454811"/>
                  </a:lnTo>
                  <a:lnTo>
                    <a:pt x="4611691" y="1444907"/>
                  </a:lnTo>
                  <a:lnTo>
                    <a:pt x="4508920" y="1433968"/>
                  </a:lnTo>
                  <a:lnTo>
                    <a:pt x="4412771" y="1421945"/>
                  </a:lnTo>
                  <a:lnTo>
                    <a:pt x="4323606" y="1408757"/>
                  </a:lnTo>
                  <a:lnTo>
                    <a:pt x="4241342" y="1394292"/>
                  </a:lnTo>
                  <a:lnTo>
                    <a:pt x="4165589" y="1378404"/>
                  </a:lnTo>
                  <a:lnTo>
                    <a:pt x="4095757" y="1360919"/>
                  </a:lnTo>
                  <a:lnTo>
                    <a:pt x="4031137" y="1341645"/>
                  </a:lnTo>
                  <a:lnTo>
                    <a:pt x="3970969" y="1320380"/>
                  </a:lnTo>
                  <a:lnTo>
                    <a:pt x="3914487" y="1296932"/>
                  </a:lnTo>
                  <a:lnTo>
                    <a:pt x="3860960" y="1271151"/>
                  </a:lnTo>
                  <a:lnTo>
                    <a:pt x="3820202" y="1249017"/>
                  </a:lnTo>
                  <a:lnTo>
                    <a:pt x="3766832" y="1216670"/>
                  </a:lnTo>
                  <a:lnTo>
                    <a:pt x="3714978" y="1181509"/>
                  </a:lnTo>
                  <a:lnTo>
                    <a:pt x="3664151" y="1143479"/>
                  </a:lnTo>
                  <a:lnTo>
                    <a:pt x="3613974" y="1102597"/>
                  </a:lnTo>
                  <a:lnTo>
                    <a:pt x="3564162" y="1058953"/>
                  </a:lnTo>
                  <a:lnTo>
                    <a:pt x="3514512" y="1012716"/>
                  </a:lnTo>
                  <a:lnTo>
                    <a:pt x="3464885" y="964143"/>
                  </a:lnTo>
                  <a:lnTo>
                    <a:pt x="3415203" y="913571"/>
                  </a:lnTo>
                  <a:lnTo>
                    <a:pt x="3365434" y="861410"/>
                  </a:lnTo>
                  <a:lnTo>
                    <a:pt x="3315583" y="808136"/>
                  </a:lnTo>
                  <a:lnTo>
                    <a:pt x="3265683" y="754268"/>
                  </a:lnTo>
                  <a:lnTo>
                    <a:pt x="3215779" y="700350"/>
                  </a:lnTo>
                  <a:lnTo>
                    <a:pt x="3165916" y="646929"/>
                  </a:lnTo>
                  <a:lnTo>
                    <a:pt x="3116131" y="594532"/>
                  </a:lnTo>
                  <a:lnTo>
                    <a:pt x="3066435" y="543641"/>
                  </a:lnTo>
                  <a:lnTo>
                    <a:pt x="3016802" y="494681"/>
                  </a:lnTo>
                  <a:lnTo>
                    <a:pt x="2967164" y="448003"/>
                  </a:lnTo>
                  <a:lnTo>
                    <a:pt x="2917395" y="403877"/>
                  </a:lnTo>
                  <a:lnTo>
                    <a:pt x="2867302" y="362489"/>
                  </a:lnTo>
                  <a:lnTo>
                    <a:pt x="2816617" y="323943"/>
                  </a:lnTo>
                  <a:lnTo>
                    <a:pt x="2764980" y="288267"/>
                  </a:lnTo>
                  <a:lnTo>
                    <a:pt x="2711925" y="255421"/>
                  </a:lnTo>
                  <a:lnTo>
                    <a:pt x="2702183" y="249803"/>
                  </a:lnTo>
                  <a:lnTo>
                    <a:pt x="2650528" y="222123"/>
                  </a:lnTo>
                  <a:lnTo>
                    <a:pt x="2596445" y="196835"/>
                  </a:lnTo>
                  <a:lnTo>
                    <a:pt x="2539260" y="173854"/>
                  </a:lnTo>
                  <a:lnTo>
                    <a:pt x="2478232" y="153019"/>
                  </a:lnTo>
                  <a:lnTo>
                    <a:pt x="2412592" y="134133"/>
                  </a:lnTo>
                  <a:lnTo>
                    <a:pt x="2341586" y="116995"/>
                  </a:lnTo>
                  <a:lnTo>
                    <a:pt x="2264526" y="101415"/>
                  </a:lnTo>
                  <a:lnTo>
                    <a:pt x="2180854" y="87226"/>
                  </a:lnTo>
                  <a:lnTo>
                    <a:pt x="2090234" y="74289"/>
                  </a:lnTo>
                  <a:lnTo>
                    <a:pt x="1992664" y="62496"/>
                  </a:lnTo>
                  <a:lnTo>
                    <a:pt x="1888615" y="51774"/>
                  </a:lnTo>
                  <a:lnTo>
                    <a:pt x="1779174" y="42082"/>
                  </a:lnTo>
                  <a:lnTo>
                    <a:pt x="1666164" y="33406"/>
                  </a:lnTo>
                  <a:lnTo>
                    <a:pt x="1552208" y="25757"/>
                  </a:lnTo>
                  <a:lnTo>
                    <a:pt x="1440673" y="19157"/>
                  </a:lnTo>
                  <a:lnTo>
                    <a:pt x="1335438" y="13623"/>
                  </a:lnTo>
                  <a:lnTo>
                    <a:pt x="1240498" y="9155"/>
                  </a:lnTo>
                  <a:lnTo>
                    <a:pt x="1159416" y="5720"/>
                  </a:lnTo>
                  <a:lnTo>
                    <a:pt x="1094743" y="3240"/>
                  </a:lnTo>
                  <a:lnTo>
                    <a:pt x="1047546" y="1596"/>
                  </a:lnTo>
                  <a:lnTo>
                    <a:pt x="1017148" y="630"/>
                  </a:lnTo>
                  <a:lnTo>
                    <a:pt x="1001128" y="164"/>
                  </a:lnTo>
                  <a:lnTo>
                    <a:pt x="995503" y="1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" name="pg149"/>
            <p:cNvSpPr/>
            <p:nvPr/>
          </p:nvSpPr>
          <p:spPr>
            <a:xfrm>
              <a:off x="1199187" y="2651596"/>
              <a:ext cx="12049831" cy="1870906"/>
            </a:xfrm>
            <a:custGeom>
              <a:avLst/>
              <a:pathLst>
                <a:path w="12049831" h="1870906">
                  <a:moveTo>
                    <a:pt x="0" y="5240"/>
                  </a:moveTo>
                  <a:lnTo>
                    <a:pt x="994940" y="5240"/>
                  </a:lnTo>
                  <a:lnTo>
                    <a:pt x="996058" y="5269"/>
                  </a:lnTo>
                  <a:lnTo>
                    <a:pt x="1003442" y="5471"/>
                  </a:lnTo>
                  <a:lnTo>
                    <a:pt x="1022160" y="6031"/>
                  </a:lnTo>
                  <a:lnTo>
                    <a:pt x="1055891" y="7135"/>
                  </a:lnTo>
                  <a:lnTo>
                    <a:pt x="1106703" y="8959"/>
                  </a:lnTo>
                  <a:lnTo>
                    <a:pt x="1174904" y="11656"/>
                  </a:lnTo>
                  <a:lnTo>
                    <a:pt x="1259093" y="15338"/>
                  </a:lnTo>
                  <a:lnTo>
                    <a:pt x="1356465" y="20073"/>
                  </a:lnTo>
                  <a:lnTo>
                    <a:pt x="1463321" y="25888"/>
                  </a:lnTo>
                  <a:lnTo>
                    <a:pt x="1575649" y="32777"/>
                  </a:lnTo>
                  <a:lnTo>
                    <a:pt x="1689650" y="40721"/>
                  </a:lnTo>
                  <a:lnTo>
                    <a:pt x="1802100" y="49699"/>
                  </a:lnTo>
                  <a:lnTo>
                    <a:pt x="1910542" y="59704"/>
                  </a:lnTo>
                  <a:lnTo>
                    <a:pt x="2013311" y="70756"/>
                  </a:lnTo>
                  <a:lnTo>
                    <a:pt x="2109460" y="82902"/>
                  </a:lnTo>
                  <a:lnTo>
                    <a:pt x="2198628" y="96224"/>
                  </a:lnTo>
                  <a:lnTo>
                    <a:pt x="2280895" y="110836"/>
                  </a:lnTo>
                  <a:lnTo>
                    <a:pt x="2356651" y="126887"/>
                  </a:lnTo>
                  <a:lnTo>
                    <a:pt x="2426487" y="144550"/>
                  </a:lnTo>
                  <a:lnTo>
                    <a:pt x="2491111" y="164019"/>
                  </a:lnTo>
                  <a:lnTo>
                    <a:pt x="2551281" y="185500"/>
                  </a:lnTo>
                  <a:lnTo>
                    <a:pt x="2607765" y="209186"/>
                  </a:lnTo>
                  <a:lnTo>
                    <a:pt x="2661292" y="235228"/>
                  </a:lnTo>
                  <a:lnTo>
                    <a:pt x="2702183" y="257664"/>
                  </a:lnTo>
                  <a:lnTo>
                    <a:pt x="2755431" y="290271"/>
                  </a:lnTo>
                  <a:lnTo>
                    <a:pt x="2807168" y="325709"/>
                  </a:lnTo>
                  <a:lnTo>
                    <a:pt x="2857882" y="364031"/>
                  </a:lnTo>
                  <a:lnTo>
                    <a:pt x="2907946" y="405222"/>
                  </a:lnTo>
                  <a:lnTo>
                    <a:pt x="2957644" y="449194"/>
                  </a:lnTo>
                  <a:lnTo>
                    <a:pt x="3007180" y="495774"/>
                  </a:lnTo>
                  <a:lnTo>
                    <a:pt x="3056691" y="544709"/>
                  </a:lnTo>
                  <a:lnTo>
                    <a:pt x="3106256" y="595662"/>
                  </a:lnTo>
                  <a:lnTo>
                    <a:pt x="3155908" y="648219"/>
                  </a:lnTo>
                  <a:lnTo>
                    <a:pt x="3205641" y="701908"/>
                  </a:lnTo>
                  <a:lnTo>
                    <a:pt x="3255424" y="756207"/>
                  </a:lnTo>
                  <a:lnTo>
                    <a:pt x="3305213" y="810569"/>
                  </a:lnTo>
                  <a:lnTo>
                    <a:pt x="3354961" y="864447"/>
                  </a:lnTo>
                  <a:lnTo>
                    <a:pt x="3404633" y="917311"/>
                  </a:lnTo>
                  <a:lnTo>
                    <a:pt x="3454217" y="968674"/>
                  </a:lnTo>
                  <a:lnTo>
                    <a:pt x="3503735" y="1018110"/>
                  </a:lnTo>
                  <a:lnTo>
                    <a:pt x="3553255" y="1065262"/>
                  </a:lnTo>
                  <a:lnTo>
                    <a:pt x="3602900" y="1109856"/>
                  </a:lnTo>
                  <a:lnTo>
                    <a:pt x="3652858" y="1151702"/>
                  </a:lnTo>
                  <a:lnTo>
                    <a:pt x="3703391" y="1190693"/>
                  </a:lnTo>
                  <a:lnTo>
                    <a:pt x="3754852" y="1226797"/>
                  </a:lnTo>
                  <a:lnTo>
                    <a:pt x="3807700" y="1260052"/>
                  </a:lnTo>
                  <a:lnTo>
                    <a:pt x="3820202" y="1267360"/>
                  </a:lnTo>
                  <a:lnTo>
                    <a:pt x="3871851" y="1295327"/>
                  </a:lnTo>
                  <a:lnTo>
                    <a:pt x="3925928" y="1320878"/>
                  </a:lnTo>
                  <a:lnTo>
                    <a:pt x="3983105" y="1344097"/>
                  </a:lnTo>
                  <a:lnTo>
                    <a:pt x="4044125" y="1365150"/>
                  </a:lnTo>
                  <a:lnTo>
                    <a:pt x="4109756" y="1384233"/>
                  </a:lnTo>
                  <a:lnTo>
                    <a:pt x="4180750" y="1401550"/>
                  </a:lnTo>
                  <a:lnTo>
                    <a:pt x="4257797" y="1417293"/>
                  </a:lnTo>
                  <a:lnTo>
                    <a:pt x="4341454" y="1431630"/>
                  </a:lnTo>
                  <a:lnTo>
                    <a:pt x="4432058" y="1444703"/>
                  </a:lnTo>
                  <a:lnTo>
                    <a:pt x="4529610" y="1456619"/>
                  </a:lnTo>
                  <a:lnTo>
                    <a:pt x="4633640" y="1467453"/>
                  </a:lnTo>
                  <a:lnTo>
                    <a:pt x="4743063" y="1477247"/>
                  </a:lnTo>
                  <a:lnTo>
                    <a:pt x="4856058" y="1486015"/>
                  </a:lnTo>
                  <a:lnTo>
                    <a:pt x="4970001" y="1493744"/>
                  </a:lnTo>
                  <a:lnTo>
                    <a:pt x="5081532" y="1500415"/>
                  </a:lnTo>
                  <a:lnTo>
                    <a:pt x="5186769" y="1506008"/>
                  </a:lnTo>
                  <a:lnTo>
                    <a:pt x="5281721" y="1510524"/>
                  </a:lnTo>
                  <a:lnTo>
                    <a:pt x="5362824" y="1513997"/>
                  </a:lnTo>
                  <a:lnTo>
                    <a:pt x="5427524" y="1516504"/>
                  </a:lnTo>
                  <a:lnTo>
                    <a:pt x="5474753" y="1518168"/>
                  </a:lnTo>
                  <a:lnTo>
                    <a:pt x="5505184" y="1519145"/>
                  </a:lnTo>
                  <a:lnTo>
                    <a:pt x="5521233" y="1519617"/>
                  </a:lnTo>
                  <a:lnTo>
                    <a:pt x="5526877" y="1519769"/>
                  </a:lnTo>
                  <a:lnTo>
                    <a:pt x="5527445" y="1519783"/>
                  </a:lnTo>
                  <a:lnTo>
                    <a:pt x="6522385" y="1519783"/>
                  </a:lnTo>
                  <a:lnTo>
                    <a:pt x="6523521" y="1519790"/>
                  </a:lnTo>
                  <a:lnTo>
                    <a:pt x="6531014" y="1519838"/>
                  </a:lnTo>
                  <a:lnTo>
                    <a:pt x="6550003" y="1519970"/>
                  </a:lnTo>
                  <a:lnTo>
                    <a:pt x="6584203" y="1520230"/>
                  </a:lnTo>
                  <a:lnTo>
                    <a:pt x="6635682" y="1520659"/>
                  </a:lnTo>
                  <a:lnTo>
                    <a:pt x="6704712" y="1521294"/>
                  </a:lnTo>
                  <a:lnTo>
                    <a:pt x="6789825" y="1522159"/>
                  </a:lnTo>
                  <a:lnTo>
                    <a:pt x="6888133" y="1523272"/>
                  </a:lnTo>
                  <a:lnTo>
                    <a:pt x="6995859" y="1524638"/>
                  </a:lnTo>
                  <a:lnTo>
                    <a:pt x="7108928" y="1526256"/>
                  </a:lnTo>
                  <a:lnTo>
                    <a:pt x="7223504" y="1528120"/>
                  </a:lnTo>
                  <a:lnTo>
                    <a:pt x="7336353" y="1530226"/>
                  </a:lnTo>
                  <a:lnTo>
                    <a:pt x="7445026" y="1532573"/>
                  </a:lnTo>
                  <a:lnTo>
                    <a:pt x="7547885" y="1535166"/>
                  </a:lnTo>
                  <a:lnTo>
                    <a:pt x="7644011" y="1538015"/>
                  </a:lnTo>
                  <a:lnTo>
                    <a:pt x="7733077" y="1541143"/>
                  </a:lnTo>
                  <a:lnTo>
                    <a:pt x="7815194" y="1544575"/>
                  </a:lnTo>
                  <a:lnTo>
                    <a:pt x="7890778" y="1548347"/>
                  </a:lnTo>
                  <a:lnTo>
                    <a:pt x="7960444" y="1552501"/>
                  </a:lnTo>
                  <a:lnTo>
                    <a:pt x="8024917" y="1557082"/>
                  </a:lnTo>
                  <a:lnTo>
                    <a:pt x="8084971" y="1562140"/>
                  </a:lnTo>
                  <a:lnTo>
                    <a:pt x="8141382" y="1567718"/>
                  </a:lnTo>
                  <a:lnTo>
                    <a:pt x="8194885" y="1573851"/>
                  </a:lnTo>
                  <a:lnTo>
                    <a:pt x="8229629" y="1578304"/>
                  </a:lnTo>
                  <a:lnTo>
                    <a:pt x="8290637" y="1587041"/>
                  </a:lnTo>
                  <a:lnTo>
                    <a:pt x="8349755" y="1596646"/>
                  </a:lnTo>
                  <a:lnTo>
                    <a:pt x="8407679" y="1607134"/>
                  </a:lnTo>
                  <a:lnTo>
                    <a:pt x="8464924" y="1618489"/>
                  </a:lnTo>
                  <a:lnTo>
                    <a:pt x="8521855" y="1630665"/>
                  </a:lnTo>
                  <a:lnTo>
                    <a:pt x="8578712" y="1643584"/>
                  </a:lnTo>
                  <a:lnTo>
                    <a:pt x="8635631" y="1657131"/>
                  </a:lnTo>
                  <a:lnTo>
                    <a:pt x="8692662" y="1671163"/>
                  </a:lnTo>
                  <a:lnTo>
                    <a:pt x="8749795" y="1685511"/>
                  </a:lnTo>
                  <a:lnTo>
                    <a:pt x="8806976" y="1699990"/>
                  </a:lnTo>
                  <a:lnTo>
                    <a:pt x="8864133" y="1714408"/>
                  </a:lnTo>
                  <a:lnTo>
                    <a:pt x="8921205" y="1728574"/>
                  </a:lnTo>
                  <a:lnTo>
                    <a:pt x="8978162" y="1742312"/>
                  </a:lnTo>
                  <a:lnTo>
                    <a:pt x="9035030" y="1755471"/>
                  </a:lnTo>
                  <a:lnTo>
                    <a:pt x="9091913" y="1767924"/>
                  </a:lnTo>
                  <a:lnTo>
                    <a:pt x="9149010" y="1779581"/>
                  </a:lnTo>
                  <a:lnTo>
                    <a:pt x="9206640" y="1790383"/>
                  </a:lnTo>
                  <a:lnTo>
                    <a:pt x="9265260" y="1800305"/>
                  </a:lnTo>
                  <a:lnTo>
                    <a:pt x="9325497" y="1809350"/>
                  </a:lnTo>
                  <a:lnTo>
                    <a:pt x="9347647" y="1812385"/>
                  </a:lnTo>
                  <a:lnTo>
                    <a:pt x="9399568" y="1818901"/>
                  </a:lnTo>
                  <a:lnTo>
                    <a:pt x="9453943" y="1824851"/>
                  </a:lnTo>
                  <a:lnTo>
                    <a:pt x="9511458" y="1830255"/>
                  </a:lnTo>
                  <a:lnTo>
                    <a:pt x="9572868" y="1835152"/>
                  </a:lnTo>
                  <a:lnTo>
                    <a:pt x="9638951" y="1839588"/>
                  </a:lnTo>
                  <a:lnTo>
                    <a:pt x="9710472" y="1843613"/>
                  </a:lnTo>
                  <a:lnTo>
                    <a:pt x="9788127" y="1847270"/>
                  </a:lnTo>
                  <a:lnTo>
                    <a:pt x="9872477" y="1850599"/>
                  </a:lnTo>
                  <a:lnTo>
                    <a:pt x="9963853" y="1853633"/>
                  </a:lnTo>
                  <a:lnTo>
                    <a:pt x="10062237" y="1856397"/>
                  </a:lnTo>
                  <a:lnTo>
                    <a:pt x="10167125" y="1858908"/>
                  </a:lnTo>
                  <a:lnTo>
                    <a:pt x="10277379" y="1861176"/>
                  </a:lnTo>
                  <a:lnTo>
                    <a:pt x="10391100" y="1863204"/>
                  </a:lnTo>
                  <a:lnTo>
                    <a:pt x="10505575" y="1864988"/>
                  </a:lnTo>
                  <a:lnTo>
                    <a:pt x="10617344" y="1866524"/>
                  </a:lnTo>
                  <a:lnTo>
                    <a:pt x="10722443" y="1867808"/>
                  </a:lnTo>
                  <a:lnTo>
                    <a:pt x="10816830" y="1868839"/>
                  </a:lnTo>
                  <a:lnTo>
                    <a:pt x="10896954" y="1869627"/>
                  </a:lnTo>
                  <a:lnTo>
                    <a:pt x="10960340" y="1870191"/>
                  </a:lnTo>
                  <a:lnTo>
                    <a:pt x="11006064" y="1870561"/>
                  </a:lnTo>
                  <a:lnTo>
                    <a:pt x="11034990" y="1870775"/>
                  </a:lnTo>
                  <a:lnTo>
                    <a:pt x="11049748" y="1870874"/>
                  </a:lnTo>
                  <a:lnTo>
                    <a:pt x="11054538" y="1870904"/>
                  </a:lnTo>
                  <a:lnTo>
                    <a:pt x="11054891" y="1870906"/>
                  </a:lnTo>
                  <a:lnTo>
                    <a:pt x="12049831" y="1870906"/>
                  </a:lnTo>
                  <a:lnTo>
                    <a:pt x="12049831" y="1865665"/>
                  </a:lnTo>
                  <a:lnTo>
                    <a:pt x="11054891" y="1865665"/>
                  </a:lnTo>
                  <a:lnTo>
                    <a:pt x="11053756" y="1865659"/>
                  </a:lnTo>
                  <a:lnTo>
                    <a:pt x="11046262" y="1865611"/>
                  </a:lnTo>
                  <a:lnTo>
                    <a:pt x="11027273" y="1865479"/>
                  </a:lnTo>
                  <a:lnTo>
                    <a:pt x="10993074" y="1865219"/>
                  </a:lnTo>
                  <a:lnTo>
                    <a:pt x="10941595" y="1864790"/>
                  </a:lnTo>
                  <a:lnTo>
                    <a:pt x="10872564" y="1864155"/>
                  </a:lnTo>
                  <a:lnTo>
                    <a:pt x="10787451" y="1863289"/>
                  </a:lnTo>
                  <a:lnTo>
                    <a:pt x="10689143" y="1862176"/>
                  </a:lnTo>
                  <a:lnTo>
                    <a:pt x="10581418" y="1860810"/>
                  </a:lnTo>
                  <a:lnTo>
                    <a:pt x="10468348" y="1859193"/>
                  </a:lnTo>
                  <a:lnTo>
                    <a:pt x="10353772" y="1857329"/>
                  </a:lnTo>
                  <a:lnTo>
                    <a:pt x="10240923" y="1855222"/>
                  </a:lnTo>
                  <a:lnTo>
                    <a:pt x="10132250" y="1852875"/>
                  </a:lnTo>
                  <a:lnTo>
                    <a:pt x="10029392" y="1850283"/>
                  </a:lnTo>
                  <a:lnTo>
                    <a:pt x="9933266" y="1847433"/>
                  </a:lnTo>
                  <a:lnTo>
                    <a:pt x="9844200" y="1844306"/>
                  </a:lnTo>
                  <a:lnTo>
                    <a:pt x="9762083" y="1840874"/>
                  </a:lnTo>
                  <a:lnTo>
                    <a:pt x="9686498" y="1837102"/>
                  </a:lnTo>
                  <a:lnTo>
                    <a:pt x="9616832" y="1832948"/>
                  </a:lnTo>
                  <a:lnTo>
                    <a:pt x="9552360" y="1828367"/>
                  </a:lnTo>
                  <a:lnTo>
                    <a:pt x="9492306" y="1823309"/>
                  </a:lnTo>
                  <a:lnTo>
                    <a:pt x="9435895" y="1817731"/>
                  </a:lnTo>
                  <a:lnTo>
                    <a:pt x="9382391" y="1811597"/>
                  </a:lnTo>
                  <a:lnTo>
                    <a:pt x="9347647" y="1807145"/>
                  </a:lnTo>
                  <a:lnTo>
                    <a:pt x="9286639" y="1798408"/>
                  </a:lnTo>
                  <a:lnTo>
                    <a:pt x="9227522" y="1788803"/>
                  </a:lnTo>
                  <a:lnTo>
                    <a:pt x="9169597" y="1778315"/>
                  </a:lnTo>
                  <a:lnTo>
                    <a:pt x="9112352" y="1766960"/>
                  </a:lnTo>
                  <a:lnTo>
                    <a:pt x="9055421" y="1754783"/>
                  </a:lnTo>
                  <a:lnTo>
                    <a:pt x="8998564" y="1741865"/>
                  </a:lnTo>
                  <a:lnTo>
                    <a:pt x="8941646" y="1728318"/>
                  </a:lnTo>
                  <a:lnTo>
                    <a:pt x="8884614" y="1714286"/>
                  </a:lnTo>
                  <a:lnTo>
                    <a:pt x="8827481" y="1699938"/>
                  </a:lnTo>
                  <a:lnTo>
                    <a:pt x="8770301" y="1685458"/>
                  </a:lnTo>
                  <a:lnTo>
                    <a:pt x="8713144" y="1671041"/>
                  </a:lnTo>
                  <a:lnTo>
                    <a:pt x="8656072" y="1656875"/>
                  </a:lnTo>
                  <a:lnTo>
                    <a:pt x="8599115" y="1643136"/>
                  </a:lnTo>
                  <a:lnTo>
                    <a:pt x="8542246" y="1629978"/>
                  </a:lnTo>
                  <a:lnTo>
                    <a:pt x="8485364" y="1617524"/>
                  </a:lnTo>
                  <a:lnTo>
                    <a:pt x="8428266" y="1605867"/>
                  </a:lnTo>
                  <a:lnTo>
                    <a:pt x="8370636" y="1595065"/>
                  </a:lnTo>
                  <a:lnTo>
                    <a:pt x="8312016" y="1585144"/>
                  </a:lnTo>
                  <a:lnTo>
                    <a:pt x="8251780" y="1576099"/>
                  </a:lnTo>
                  <a:lnTo>
                    <a:pt x="8229629" y="1573063"/>
                  </a:lnTo>
                  <a:lnTo>
                    <a:pt x="8177709" y="1566548"/>
                  </a:lnTo>
                  <a:lnTo>
                    <a:pt x="8123334" y="1560598"/>
                  </a:lnTo>
                  <a:lnTo>
                    <a:pt x="8065818" y="1555194"/>
                  </a:lnTo>
                  <a:lnTo>
                    <a:pt x="8004409" y="1550297"/>
                  </a:lnTo>
                  <a:lnTo>
                    <a:pt x="7938326" y="1545860"/>
                  </a:lnTo>
                  <a:lnTo>
                    <a:pt x="7866805" y="1541836"/>
                  </a:lnTo>
                  <a:lnTo>
                    <a:pt x="7789149" y="1538179"/>
                  </a:lnTo>
                  <a:lnTo>
                    <a:pt x="7704799" y="1534850"/>
                  </a:lnTo>
                  <a:lnTo>
                    <a:pt x="7613424" y="1531816"/>
                  </a:lnTo>
                  <a:lnTo>
                    <a:pt x="7515040" y="1529052"/>
                  </a:lnTo>
                  <a:lnTo>
                    <a:pt x="7410151" y="1526540"/>
                  </a:lnTo>
                  <a:lnTo>
                    <a:pt x="7299897" y="1524272"/>
                  </a:lnTo>
                  <a:lnTo>
                    <a:pt x="7186176" y="1522245"/>
                  </a:lnTo>
                  <a:lnTo>
                    <a:pt x="7071702" y="1520460"/>
                  </a:lnTo>
                  <a:lnTo>
                    <a:pt x="6959933" y="1518924"/>
                  </a:lnTo>
                  <a:lnTo>
                    <a:pt x="6854834" y="1517641"/>
                  </a:lnTo>
                  <a:lnTo>
                    <a:pt x="6760446" y="1516610"/>
                  </a:lnTo>
                  <a:lnTo>
                    <a:pt x="6680322" y="1515822"/>
                  </a:lnTo>
                  <a:lnTo>
                    <a:pt x="6616936" y="1515257"/>
                  </a:lnTo>
                  <a:lnTo>
                    <a:pt x="6571212" y="1514887"/>
                  </a:lnTo>
                  <a:lnTo>
                    <a:pt x="6542286" y="1514674"/>
                  </a:lnTo>
                  <a:lnTo>
                    <a:pt x="6527529" y="1514575"/>
                  </a:lnTo>
                  <a:lnTo>
                    <a:pt x="6522739" y="1514545"/>
                  </a:lnTo>
                  <a:lnTo>
                    <a:pt x="6522385" y="1514543"/>
                  </a:lnTo>
                  <a:lnTo>
                    <a:pt x="5527445" y="1514543"/>
                  </a:lnTo>
                  <a:lnTo>
                    <a:pt x="5526327" y="1514514"/>
                  </a:lnTo>
                  <a:lnTo>
                    <a:pt x="5518943" y="1514312"/>
                  </a:lnTo>
                  <a:lnTo>
                    <a:pt x="5500225" y="1513752"/>
                  </a:lnTo>
                  <a:lnTo>
                    <a:pt x="5466494" y="1512648"/>
                  </a:lnTo>
                  <a:lnTo>
                    <a:pt x="5415682" y="1510823"/>
                  </a:lnTo>
                  <a:lnTo>
                    <a:pt x="5347481" y="1508127"/>
                  </a:lnTo>
                  <a:lnTo>
                    <a:pt x="5263292" y="1504445"/>
                  </a:lnTo>
                  <a:lnTo>
                    <a:pt x="5165920" y="1499710"/>
                  </a:lnTo>
                  <a:lnTo>
                    <a:pt x="5059064" y="1493895"/>
                  </a:lnTo>
                  <a:lnTo>
                    <a:pt x="4946736" y="1487006"/>
                  </a:lnTo>
                  <a:lnTo>
                    <a:pt x="4832735" y="1479062"/>
                  </a:lnTo>
                  <a:lnTo>
                    <a:pt x="4720285" y="1470084"/>
                  </a:lnTo>
                  <a:lnTo>
                    <a:pt x="4611843" y="1460079"/>
                  </a:lnTo>
                  <a:lnTo>
                    <a:pt x="4509074" y="1449027"/>
                  </a:lnTo>
                  <a:lnTo>
                    <a:pt x="4412925" y="1436881"/>
                  </a:lnTo>
                  <a:lnTo>
                    <a:pt x="4323757" y="1423559"/>
                  </a:lnTo>
                  <a:lnTo>
                    <a:pt x="4241490" y="1408946"/>
                  </a:lnTo>
                  <a:lnTo>
                    <a:pt x="4165734" y="1392896"/>
                  </a:lnTo>
                  <a:lnTo>
                    <a:pt x="4095898" y="1375233"/>
                  </a:lnTo>
                  <a:lnTo>
                    <a:pt x="4031274" y="1355763"/>
                  </a:lnTo>
                  <a:lnTo>
                    <a:pt x="3971104" y="1334283"/>
                  </a:lnTo>
                  <a:lnTo>
                    <a:pt x="3914620" y="1310597"/>
                  </a:lnTo>
                  <a:lnTo>
                    <a:pt x="3861093" y="1284555"/>
                  </a:lnTo>
                  <a:lnTo>
                    <a:pt x="3820202" y="1262119"/>
                  </a:lnTo>
                  <a:lnTo>
                    <a:pt x="3766954" y="1229512"/>
                  </a:lnTo>
                  <a:lnTo>
                    <a:pt x="3715217" y="1194074"/>
                  </a:lnTo>
                  <a:lnTo>
                    <a:pt x="3664503" y="1155752"/>
                  </a:lnTo>
                  <a:lnTo>
                    <a:pt x="3614439" y="1114561"/>
                  </a:lnTo>
                  <a:lnTo>
                    <a:pt x="3564741" y="1070589"/>
                  </a:lnTo>
                  <a:lnTo>
                    <a:pt x="3515205" y="1024009"/>
                  </a:lnTo>
                  <a:lnTo>
                    <a:pt x="3465694" y="975074"/>
                  </a:lnTo>
                  <a:lnTo>
                    <a:pt x="3416129" y="924121"/>
                  </a:lnTo>
                  <a:lnTo>
                    <a:pt x="3366477" y="871563"/>
                  </a:lnTo>
                  <a:lnTo>
                    <a:pt x="3316744" y="817875"/>
                  </a:lnTo>
                  <a:lnTo>
                    <a:pt x="3266961" y="763576"/>
                  </a:lnTo>
                  <a:lnTo>
                    <a:pt x="3217172" y="709214"/>
                  </a:lnTo>
                  <a:lnTo>
                    <a:pt x="3167424" y="655336"/>
                  </a:lnTo>
                  <a:lnTo>
                    <a:pt x="3117752" y="602472"/>
                  </a:lnTo>
                  <a:lnTo>
                    <a:pt x="3068168" y="551109"/>
                  </a:lnTo>
                  <a:lnTo>
                    <a:pt x="3018650" y="501673"/>
                  </a:lnTo>
                  <a:lnTo>
                    <a:pt x="2969130" y="454521"/>
                  </a:lnTo>
                  <a:lnTo>
                    <a:pt x="2919485" y="409927"/>
                  </a:lnTo>
                  <a:lnTo>
                    <a:pt x="2869527" y="368080"/>
                  </a:lnTo>
                  <a:lnTo>
                    <a:pt x="2818994" y="329090"/>
                  </a:lnTo>
                  <a:lnTo>
                    <a:pt x="2767533" y="292986"/>
                  </a:lnTo>
                  <a:lnTo>
                    <a:pt x="2714685" y="259731"/>
                  </a:lnTo>
                  <a:lnTo>
                    <a:pt x="2702183" y="252423"/>
                  </a:lnTo>
                  <a:lnTo>
                    <a:pt x="2650534" y="224456"/>
                  </a:lnTo>
                  <a:lnTo>
                    <a:pt x="2596457" y="198905"/>
                  </a:lnTo>
                  <a:lnTo>
                    <a:pt x="2539280" y="175685"/>
                  </a:lnTo>
                  <a:lnTo>
                    <a:pt x="2478260" y="154633"/>
                  </a:lnTo>
                  <a:lnTo>
                    <a:pt x="2412629" y="135550"/>
                  </a:lnTo>
                  <a:lnTo>
                    <a:pt x="2341635" y="118233"/>
                  </a:lnTo>
                  <a:lnTo>
                    <a:pt x="2264588" y="102490"/>
                  </a:lnTo>
                  <a:lnTo>
                    <a:pt x="2180931" y="88153"/>
                  </a:lnTo>
                  <a:lnTo>
                    <a:pt x="2090327" y="75080"/>
                  </a:lnTo>
                  <a:lnTo>
                    <a:pt x="1992775" y="63164"/>
                  </a:lnTo>
                  <a:lnTo>
                    <a:pt x="1888745" y="52330"/>
                  </a:lnTo>
                  <a:lnTo>
                    <a:pt x="1779322" y="42535"/>
                  </a:lnTo>
                  <a:lnTo>
                    <a:pt x="1666327" y="33768"/>
                  </a:lnTo>
                  <a:lnTo>
                    <a:pt x="1552384" y="26039"/>
                  </a:lnTo>
                  <a:lnTo>
                    <a:pt x="1440853" y="19368"/>
                  </a:lnTo>
                  <a:lnTo>
                    <a:pt x="1335616" y="13774"/>
                  </a:lnTo>
                  <a:lnTo>
                    <a:pt x="1240664" y="9259"/>
                  </a:lnTo>
                  <a:lnTo>
                    <a:pt x="1159561" y="5786"/>
                  </a:lnTo>
                  <a:lnTo>
                    <a:pt x="1094861" y="3279"/>
                  </a:lnTo>
                  <a:lnTo>
                    <a:pt x="1047632" y="1615"/>
                  </a:lnTo>
                  <a:lnTo>
                    <a:pt x="1017201" y="638"/>
                  </a:lnTo>
                  <a:lnTo>
                    <a:pt x="1001152" y="166"/>
                  </a:lnTo>
                  <a:lnTo>
                    <a:pt x="995508" y="1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1" name="pl150"/>
            <p:cNvSpPr/>
            <p:nvPr/>
          </p:nvSpPr>
          <p:spPr>
            <a:xfrm>
              <a:off x="1199187" y="2656836"/>
              <a:ext cx="12049831" cy="1865665"/>
            </a:xfrm>
            <a:custGeom>
              <a:avLst/>
              <a:pathLst>
                <a:path w="12049831" h="1865665">
                  <a:moveTo>
                    <a:pt x="0" y="0"/>
                  </a:moveTo>
                  <a:lnTo>
                    <a:pt x="994940" y="0"/>
                  </a:lnTo>
                  <a:lnTo>
                    <a:pt x="996058" y="28"/>
                  </a:lnTo>
                  <a:lnTo>
                    <a:pt x="1003442" y="231"/>
                  </a:lnTo>
                  <a:lnTo>
                    <a:pt x="1022160" y="791"/>
                  </a:lnTo>
                  <a:lnTo>
                    <a:pt x="1055891" y="1894"/>
                  </a:lnTo>
                  <a:lnTo>
                    <a:pt x="1106703" y="3719"/>
                  </a:lnTo>
                  <a:lnTo>
                    <a:pt x="1174904" y="6415"/>
                  </a:lnTo>
                  <a:lnTo>
                    <a:pt x="1259093" y="10097"/>
                  </a:lnTo>
                  <a:lnTo>
                    <a:pt x="1356465" y="14832"/>
                  </a:lnTo>
                  <a:lnTo>
                    <a:pt x="1463321" y="20647"/>
                  </a:lnTo>
                  <a:lnTo>
                    <a:pt x="1575649" y="27537"/>
                  </a:lnTo>
                  <a:lnTo>
                    <a:pt x="1689650" y="35481"/>
                  </a:lnTo>
                  <a:lnTo>
                    <a:pt x="1802100" y="44458"/>
                  </a:lnTo>
                  <a:lnTo>
                    <a:pt x="1910542" y="54464"/>
                  </a:lnTo>
                  <a:lnTo>
                    <a:pt x="2013311" y="65515"/>
                  </a:lnTo>
                  <a:lnTo>
                    <a:pt x="2109460" y="77661"/>
                  </a:lnTo>
                  <a:lnTo>
                    <a:pt x="2198628" y="90983"/>
                  </a:lnTo>
                  <a:lnTo>
                    <a:pt x="2280895" y="105596"/>
                  </a:lnTo>
                  <a:lnTo>
                    <a:pt x="2356651" y="121646"/>
                  </a:lnTo>
                  <a:lnTo>
                    <a:pt x="2426487" y="139309"/>
                  </a:lnTo>
                  <a:lnTo>
                    <a:pt x="2491111" y="158779"/>
                  </a:lnTo>
                  <a:lnTo>
                    <a:pt x="2551281" y="180260"/>
                  </a:lnTo>
                  <a:lnTo>
                    <a:pt x="2607765" y="203945"/>
                  </a:lnTo>
                  <a:lnTo>
                    <a:pt x="2661292" y="229988"/>
                  </a:lnTo>
                  <a:lnTo>
                    <a:pt x="2702183" y="252423"/>
                  </a:lnTo>
                  <a:lnTo>
                    <a:pt x="2755431" y="285030"/>
                  </a:lnTo>
                  <a:lnTo>
                    <a:pt x="2807168" y="320468"/>
                  </a:lnTo>
                  <a:lnTo>
                    <a:pt x="2857882" y="358790"/>
                  </a:lnTo>
                  <a:lnTo>
                    <a:pt x="2907946" y="399981"/>
                  </a:lnTo>
                  <a:lnTo>
                    <a:pt x="2957644" y="443953"/>
                  </a:lnTo>
                  <a:lnTo>
                    <a:pt x="3007180" y="490534"/>
                  </a:lnTo>
                  <a:lnTo>
                    <a:pt x="3056691" y="539469"/>
                  </a:lnTo>
                  <a:lnTo>
                    <a:pt x="3106256" y="590421"/>
                  </a:lnTo>
                  <a:lnTo>
                    <a:pt x="3155908" y="642979"/>
                  </a:lnTo>
                  <a:lnTo>
                    <a:pt x="3205641" y="696667"/>
                  </a:lnTo>
                  <a:lnTo>
                    <a:pt x="3255424" y="750966"/>
                  </a:lnTo>
                  <a:lnTo>
                    <a:pt x="3305213" y="805329"/>
                  </a:lnTo>
                  <a:lnTo>
                    <a:pt x="3354961" y="859206"/>
                  </a:lnTo>
                  <a:lnTo>
                    <a:pt x="3404633" y="912070"/>
                  </a:lnTo>
                  <a:lnTo>
                    <a:pt x="3454217" y="963434"/>
                  </a:lnTo>
                  <a:lnTo>
                    <a:pt x="3503735" y="1012869"/>
                  </a:lnTo>
                  <a:lnTo>
                    <a:pt x="3553255" y="1060021"/>
                  </a:lnTo>
                  <a:lnTo>
                    <a:pt x="3602900" y="1104615"/>
                  </a:lnTo>
                  <a:lnTo>
                    <a:pt x="3652858" y="1146462"/>
                  </a:lnTo>
                  <a:lnTo>
                    <a:pt x="3703391" y="1185452"/>
                  </a:lnTo>
                  <a:lnTo>
                    <a:pt x="3754852" y="1221556"/>
                  </a:lnTo>
                  <a:lnTo>
                    <a:pt x="3807700" y="1254811"/>
                  </a:lnTo>
                  <a:lnTo>
                    <a:pt x="3820202" y="1262119"/>
                  </a:lnTo>
                  <a:lnTo>
                    <a:pt x="3871851" y="1290086"/>
                  </a:lnTo>
                  <a:lnTo>
                    <a:pt x="3925928" y="1315637"/>
                  </a:lnTo>
                  <a:lnTo>
                    <a:pt x="3983105" y="1338857"/>
                  </a:lnTo>
                  <a:lnTo>
                    <a:pt x="4044125" y="1359909"/>
                  </a:lnTo>
                  <a:lnTo>
                    <a:pt x="4109756" y="1378992"/>
                  </a:lnTo>
                  <a:lnTo>
                    <a:pt x="4180750" y="1396309"/>
                  </a:lnTo>
                  <a:lnTo>
                    <a:pt x="4257797" y="1412052"/>
                  </a:lnTo>
                  <a:lnTo>
                    <a:pt x="4341454" y="1426389"/>
                  </a:lnTo>
                  <a:lnTo>
                    <a:pt x="4432058" y="1439462"/>
                  </a:lnTo>
                  <a:lnTo>
                    <a:pt x="4529610" y="1451378"/>
                  </a:lnTo>
                  <a:lnTo>
                    <a:pt x="4633640" y="1462212"/>
                  </a:lnTo>
                  <a:lnTo>
                    <a:pt x="4743063" y="1472007"/>
                  </a:lnTo>
                  <a:lnTo>
                    <a:pt x="4856058" y="1480774"/>
                  </a:lnTo>
                  <a:lnTo>
                    <a:pt x="4970001" y="1488504"/>
                  </a:lnTo>
                  <a:lnTo>
                    <a:pt x="5081532" y="1495175"/>
                  </a:lnTo>
                  <a:lnTo>
                    <a:pt x="5186769" y="1500768"/>
                  </a:lnTo>
                  <a:lnTo>
                    <a:pt x="5281721" y="1505284"/>
                  </a:lnTo>
                  <a:lnTo>
                    <a:pt x="5362824" y="1508757"/>
                  </a:lnTo>
                  <a:lnTo>
                    <a:pt x="5427524" y="1511264"/>
                  </a:lnTo>
                  <a:lnTo>
                    <a:pt x="5474753" y="1512927"/>
                  </a:lnTo>
                  <a:lnTo>
                    <a:pt x="5505184" y="1513905"/>
                  </a:lnTo>
                  <a:lnTo>
                    <a:pt x="5521233" y="1514376"/>
                  </a:lnTo>
                  <a:lnTo>
                    <a:pt x="5526877" y="1514528"/>
                  </a:lnTo>
                  <a:lnTo>
                    <a:pt x="5527445" y="1514543"/>
                  </a:lnTo>
                  <a:lnTo>
                    <a:pt x="6522385" y="1514543"/>
                  </a:lnTo>
                  <a:lnTo>
                    <a:pt x="6523521" y="1514549"/>
                  </a:lnTo>
                  <a:lnTo>
                    <a:pt x="6531014" y="1514597"/>
                  </a:lnTo>
                  <a:lnTo>
                    <a:pt x="6550003" y="1514729"/>
                  </a:lnTo>
                  <a:lnTo>
                    <a:pt x="6584203" y="1514989"/>
                  </a:lnTo>
                  <a:lnTo>
                    <a:pt x="6635682" y="1515418"/>
                  </a:lnTo>
                  <a:lnTo>
                    <a:pt x="6704712" y="1516053"/>
                  </a:lnTo>
                  <a:lnTo>
                    <a:pt x="6789825" y="1516919"/>
                  </a:lnTo>
                  <a:lnTo>
                    <a:pt x="6888133" y="1518032"/>
                  </a:lnTo>
                  <a:lnTo>
                    <a:pt x="6995859" y="1519398"/>
                  </a:lnTo>
                  <a:lnTo>
                    <a:pt x="7108928" y="1521015"/>
                  </a:lnTo>
                  <a:lnTo>
                    <a:pt x="7223504" y="1522879"/>
                  </a:lnTo>
                  <a:lnTo>
                    <a:pt x="7336353" y="1524986"/>
                  </a:lnTo>
                  <a:lnTo>
                    <a:pt x="7445026" y="1527333"/>
                  </a:lnTo>
                  <a:lnTo>
                    <a:pt x="7547885" y="1529925"/>
                  </a:lnTo>
                  <a:lnTo>
                    <a:pt x="7644011" y="1532775"/>
                  </a:lnTo>
                  <a:lnTo>
                    <a:pt x="7733077" y="1535902"/>
                  </a:lnTo>
                  <a:lnTo>
                    <a:pt x="7815194" y="1539334"/>
                  </a:lnTo>
                  <a:lnTo>
                    <a:pt x="7890778" y="1543106"/>
                  </a:lnTo>
                  <a:lnTo>
                    <a:pt x="7960444" y="1547260"/>
                  </a:lnTo>
                  <a:lnTo>
                    <a:pt x="8024917" y="1551841"/>
                  </a:lnTo>
                  <a:lnTo>
                    <a:pt x="8084971" y="1556899"/>
                  </a:lnTo>
                  <a:lnTo>
                    <a:pt x="8141382" y="1562477"/>
                  </a:lnTo>
                  <a:lnTo>
                    <a:pt x="8194885" y="1568611"/>
                  </a:lnTo>
                  <a:lnTo>
                    <a:pt x="8229629" y="1573063"/>
                  </a:lnTo>
                  <a:lnTo>
                    <a:pt x="8290637" y="1581800"/>
                  </a:lnTo>
                  <a:lnTo>
                    <a:pt x="8349755" y="1591405"/>
                  </a:lnTo>
                  <a:lnTo>
                    <a:pt x="8407679" y="1601893"/>
                  </a:lnTo>
                  <a:lnTo>
                    <a:pt x="8464924" y="1613248"/>
                  </a:lnTo>
                  <a:lnTo>
                    <a:pt x="8521855" y="1625425"/>
                  </a:lnTo>
                  <a:lnTo>
                    <a:pt x="8578712" y="1638343"/>
                  </a:lnTo>
                  <a:lnTo>
                    <a:pt x="8635631" y="1651890"/>
                  </a:lnTo>
                  <a:lnTo>
                    <a:pt x="8692662" y="1665922"/>
                  </a:lnTo>
                  <a:lnTo>
                    <a:pt x="8749795" y="1680270"/>
                  </a:lnTo>
                  <a:lnTo>
                    <a:pt x="8806976" y="1694750"/>
                  </a:lnTo>
                  <a:lnTo>
                    <a:pt x="8864133" y="1709167"/>
                  </a:lnTo>
                  <a:lnTo>
                    <a:pt x="8921205" y="1723333"/>
                  </a:lnTo>
                  <a:lnTo>
                    <a:pt x="8978162" y="1737072"/>
                  </a:lnTo>
                  <a:lnTo>
                    <a:pt x="9035030" y="1750230"/>
                  </a:lnTo>
                  <a:lnTo>
                    <a:pt x="9091913" y="1762684"/>
                  </a:lnTo>
                  <a:lnTo>
                    <a:pt x="9149010" y="1774341"/>
                  </a:lnTo>
                  <a:lnTo>
                    <a:pt x="9206640" y="1785143"/>
                  </a:lnTo>
                  <a:lnTo>
                    <a:pt x="9265260" y="1795064"/>
                  </a:lnTo>
                  <a:lnTo>
                    <a:pt x="9325497" y="1804109"/>
                  </a:lnTo>
                  <a:lnTo>
                    <a:pt x="9347647" y="1807145"/>
                  </a:lnTo>
                  <a:lnTo>
                    <a:pt x="9399568" y="1813660"/>
                  </a:lnTo>
                  <a:lnTo>
                    <a:pt x="9453943" y="1819610"/>
                  </a:lnTo>
                  <a:lnTo>
                    <a:pt x="9511458" y="1825014"/>
                  </a:lnTo>
                  <a:lnTo>
                    <a:pt x="9572868" y="1829911"/>
                  </a:lnTo>
                  <a:lnTo>
                    <a:pt x="9638951" y="1834348"/>
                  </a:lnTo>
                  <a:lnTo>
                    <a:pt x="9710472" y="1838372"/>
                  </a:lnTo>
                  <a:lnTo>
                    <a:pt x="9788127" y="1842029"/>
                  </a:lnTo>
                  <a:lnTo>
                    <a:pt x="9872477" y="1845358"/>
                  </a:lnTo>
                  <a:lnTo>
                    <a:pt x="9963853" y="1848392"/>
                  </a:lnTo>
                  <a:lnTo>
                    <a:pt x="10062237" y="1851156"/>
                  </a:lnTo>
                  <a:lnTo>
                    <a:pt x="10167125" y="1853668"/>
                  </a:lnTo>
                  <a:lnTo>
                    <a:pt x="10277379" y="1855936"/>
                  </a:lnTo>
                  <a:lnTo>
                    <a:pt x="10391100" y="1857963"/>
                  </a:lnTo>
                  <a:lnTo>
                    <a:pt x="10505575" y="1859748"/>
                  </a:lnTo>
                  <a:lnTo>
                    <a:pt x="10617344" y="1861284"/>
                  </a:lnTo>
                  <a:lnTo>
                    <a:pt x="10722443" y="1862567"/>
                  </a:lnTo>
                  <a:lnTo>
                    <a:pt x="10816830" y="1863598"/>
                  </a:lnTo>
                  <a:lnTo>
                    <a:pt x="10896954" y="1864386"/>
                  </a:lnTo>
                  <a:lnTo>
                    <a:pt x="10960340" y="1864951"/>
                  </a:lnTo>
                  <a:lnTo>
                    <a:pt x="11006064" y="1865321"/>
                  </a:lnTo>
                  <a:lnTo>
                    <a:pt x="11034990" y="1865534"/>
                  </a:lnTo>
                  <a:lnTo>
                    <a:pt x="11049748" y="1865633"/>
                  </a:lnTo>
                  <a:lnTo>
                    <a:pt x="11054538" y="1865663"/>
                  </a:lnTo>
                  <a:lnTo>
                    <a:pt x="11054891" y="1865665"/>
                  </a:lnTo>
                  <a:lnTo>
                    <a:pt x="12049831" y="1865665"/>
                  </a:lnTo>
                  <a:lnTo>
                    <a:pt x="12049831" y="18656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" name="pl151"/>
            <p:cNvSpPr/>
            <p:nvPr/>
          </p:nvSpPr>
          <p:spPr>
            <a:xfrm>
              <a:off x="1199187" y="2651596"/>
              <a:ext cx="12049831" cy="1865665"/>
            </a:xfrm>
            <a:custGeom>
              <a:avLst/>
              <a:pathLst>
                <a:path w="12049831" h="1865665">
                  <a:moveTo>
                    <a:pt x="12049831" y="1865665"/>
                  </a:moveTo>
                  <a:lnTo>
                    <a:pt x="11054891" y="1865665"/>
                  </a:lnTo>
                  <a:lnTo>
                    <a:pt x="11053756" y="1865659"/>
                  </a:lnTo>
                  <a:lnTo>
                    <a:pt x="11046262" y="1865611"/>
                  </a:lnTo>
                  <a:lnTo>
                    <a:pt x="11027273" y="1865479"/>
                  </a:lnTo>
                  <a:lnTo>
                    <a:pt x="10993074" y="1865219"/>
                  </a:lnTo>
                  <a:lnTo>
                    <a:pt x="10941595" y="1864790"/>
                  </a:lnTo>
                  <a:lnTo>
                    <a:pt x="10872564" y="1864155"/>
                  </a:lnTo>
                  <a:lnTo>
                    <a:pt x="10787451" y="1863289"/>
                  </a:lnTo>
                  <a:lnTo>
                    <a:pt x="10689143" y="1862176"/>
                  </a:lnTo>
                  <a:lnTo>
                    <a:pt x="10581418" y="1860810"/>
                  </a:lnTo>
                  <a:lnTo>
                    <a:pt x="10468348" y="1859193"/>
                  </a:lnTo>
                  <a:lnTo>
                    <a:pt x="10353772" y="1857329"/>
                  </a:lnTo>
                  <a:lnTo>
                    <a:pt x="10240923" y="1855222"/>
                  </a:lnTo>
                  <a:lnTo>
                    <a:pt x="10132250" y="1852875"/>
                  </a:lnTo>
                  <a:lnTo>
                    <a:pt x="10029392" y="1850283"/>
                  </a:lnTo>
                  <a:lnTo>
                    <a:pt x="9933266" y="1847433"/>
                  </a:lnTo>
                  <a:lnTo>
                    <a:pt x="9844200" y="1844306"/>
                  </a:lnTo>
                  <a:lnTo>
                    <a:pt x="9762083" y="1840874"/>
                  </a:lnTo>
                  <a:lnTo>
                    <a:pt x="9686498" y="1837102"/>
                  </a:lnTo>
                  <a:lnTo>
                    <a:pt x="9616832" y="1832948"/>
                  </a:lnTo>
                  <a:lnTo>
                    <a:pt x="9552360" y="1828367"/>
                  </a:lnTo>
                  <a:lnTo>
                    <a:pt x="9492306" y="1823309"/>
                  </a:lnTo>
                  <a:lnTo>
                    <a:pt x="9435895" y="1817731"/>
                  </a:lnTo>
                  <a:lnTo>
                    <a:pt x="9382391" y="1811597"/>
                  </a:lnTo>
                  <a:lnTo>
                    <a:pt x="9347647" y="1807145"/>
                  </a:lnTo>
                  <a:lnTo>
                    <a:pt x="9286639" y="1798408"/>
                  </a:lnTo>
                  <a:lnTo>
                    <a:pt x="9227522" y="1788803"/>
                  </a:lnTo>
                  <a:lnTo>
                    <a:pt x="9169597" y="1778315"/>
                  </a:lnTo>
                  <a:lnTo>
                    <a:pt x="9112352" y="1766960"/>
                  </a:lnTo>
                  <a:lnTo>
                    <a:pt x="9055421" y="1754783"/>
                  </a:lnTo>
                  <a:lnTo>
                    <a:pt x="8998564" y="1741865"/>
                  </a:lnTo>
                  <a:lnTo>
                    <a:pt x="8941646" y="1728318"/>
                  </a:lnTo>
                  <a:lnTo>
                    <a:pt x="8884614" y="1714286"/>
                  </a:lnTo>
                  <a:lnTo>
                    <a:pt x="8827481" y="1699938"/>
                  </a:lnTo>
                  <a:lnTo>
                    <a:pt x="8770301" y="1685458"/>
                  </a:lnTo>
                  <a:lnTo>
                    <a:pt x="8713144" y="1671041"/>
                  </a:lnTo>
                  <a:lnTo>
                    <a:pt x="8656072" y="1656875"/>
                  </a:lnTo>
                  <a:lnTo>
                    <a:pt x="8599115" y="1643136"/>
                  </a:lnTo>
                  <a:lnTo>
                    <a:pt x="8542246" y="1629978"/>
                  </a:lnTo>
                  <a:lnTo>
                    <a:pt x="8485364" y="1617524"/>
                  </a:lnTo>
                  <a:lnTo>
                    <a:pt x="8428266" y="1605867"/>
                  </a:lnTo>
                  <a:lnTo>
                    <a:pt x="8370636" y="1595065"/>
                  </a:lnTo>
                  <a:lnTo>
                    <a:pt x="8312016" y="1585144"/>
                  </a:lnTo>
                  <a:lnTo>
                    <a:pt x="8251780" y="1576099"/>
                  </a:lnTo>
                  <a:lnTo>
                    <a:pt x="8229629" y="1573063"/>
                  </a:lnTo>
                  <a:lnTo>
                    <a:pt x="8177709" y="1566548"/>
                  </a:lnTo>
                  <a:lnTo>
                    <a:pt x="8123334" y="1560598"/>
                  </a:lnTo>
                  <a:lnTo>
                    <a:pt x="8065818" y="1555194"/>
                  </a:lnTo>
                  <a:lnTo>
                    <a:pt x="8004409" y="1550297"/>
                  </a:lnTo>
                  <a:lnTo>
                    <a:pt x="7938326" y="1545860"/>
                  </a:lnTo>
                  <a:lnTo>
                    <a:pt x="7866805" y="1541836"/>
                  </a:lnTo>
                  <a:lnTo>
                    <a:pt x="7789149" y="1538179"/>
                  </a:lnTo>
                  <a:lnTo>
                    <a:pt x="7704799" y="1534850"/>
                  </a:lnTo>
                  <a:lnTo>
                    <a:pt x="7613424" y="1531816"/>
                  </a:lnTo>
                  <a:lnTo>
                    <a:pt x="7515040" y="1529052"/>
                  </a:lnTo>
                  <a:lnTo>
                    <a:pt x="7410151" y="1526540"/>
                  </a:lnTo>
                  <a:lnTo>
                    <a:pt x="7299897" y="1524272"/>
                  </a:lnTo>
                  <a:lnTo>
                    <a:pt x="7186176" y="1522245"/>
                  </a:lnTo>
                  <a:lnTo>
                    <a:pt x="7071702" y="1520460"/>
                  </a:lnTo>
                  <a:lnTo>
                    <a:pt x="6959933" y="1518924"/>
                  </a:lnTo>
                  <a:lnTo>
                    <a:pt x="6854834" y="1517641"/>
                  </a:lnTo>
                  <a:lnTo>
                    <a:pt x="6760446" y="1516610"/>
                  </a:lnTo>
                  <a:lnTo>
                    <a:pt x="6680322" y="1515822"/>
                  </a:lnTo>
                  <a:lnTo>
                    <a:pt x="6616936" y="1515257"/>
                  </a:lnTo>
                  <a:lnTo>
                    <a:pt x="6571212" y="1514887"/>
                  </a:lnTo>
                  <a:lnTo>
                    <a:pt x="6542286" y="1514674"/>
                  </a:lnTo>
                  <a:lnTo>
                    <a:pt x="6527529" y="1514575"/>
                  </a:lnTo>
                  <a:lnTo>
                    <a:pt x="6522739" y="1514545"/>
                  </a:lnTo>
                  <a:lnTo>
                    <a:pt x="6522385" y="1514543"/>
                  </a:lnTo>
                  <a:lnTo>
                    <a:pt x="5527445" y="1514543"/>
                  </a:lnTo>
                  <a:lnTo>
                    <a:pt x="5526327" y="1514514"/>
                  </a:lnTo>
                  <a:lnTo>
                    <a:pt x="5518943" y="1514312"/>
                  </a:lnTo>
                  <a:lnTo>
                    <a:pt x="5500225" y="1513752"/>
                  </a:lnTo>
                  <a:lnTo>
                    <a:pt x="5466494" y="1512648"/>
                  </a:lnTo>
                  <a:lnTo>
                    <a:pt x="5415682" y="1510823"/>
                  </a:lnTo>
                  <a:lnTo>
                    <a:pt x="5347481" y="1508127"/>
                  </a:lnTo>
                  <a:lnTo>
                    <a:pt x="5263292" y="1504445"/>
                  </a:lnTo>
                  <a:lnTo>
                    <a:pt x="5165920" y="1499710"/>
                  </a:lnTo>
                  <a:lnTo>
                    <a:pt x="5059064" y="1493895"/>
                  </a:lnTo>
                  <a:lnTo>
                    <a:pt x="4946736" y="1487006"/>
                  </a:lnTo>
                  <a:lnTo>
                    <a:pt x="4832735" y="1479062"/>
                  </a:lnTo>
                  <a:lnTo>
                    <a:pt x="4720285" y="1470084"/>
                  </a:lnTo>
                  <a:lnTo>
                    <a:pt x="4611843" y="1460079"/>
                  </a:lnTo>
                  <a:lnTo>
                    <a:pt x="4509074" y="1449027"/>
                  </a:lnTo>
                  <a:lnTo>
                    <a:pt x="4412925" y="1436881"/>
                  </a:lnTo>
                  <a:lnTo>
                    <a:pt x="4323757" y="1423559"/>
                  </a:lnTo>
                  <a:lnTo>
                    <a:pt x="4241490" y="1408946"/>
                  </a:lnTo>
                  <a:lnTo>
                    <a:pt x="4165734" y="1392896"/>
                  </a:lnTo>
                  <a:lnTo>
                    <a:pt x="4095898" y="1375233"/>
                  </a:lnTo>
                  <a:lnTo>
                    <a:pt x="4031274" y="1355763"/>
                  </a:lnTo>
                  <a:lnTo>
                    <a:pt x="3971104" y="1334283"/>
                  </a:lnTo>
                  <a:lnTo>
                    <a:pt x="3914620" y="1310597"/>
                  </a:lnTo>
                  <a:lnTo>
                    <a:pt x="3861093" y="1284555"/>
                  </a:lnTo>
                  <a:lnTo>
                    <a:pt x="3820202" y="1262119"/>
                  </a:lnTo>
                  <a:lnTo>
                    <a:pt x="3766954" y="1229512"/>
                  </a:lnTo>
                  <a:lnTo>
                    <a:pt x="3715217" y="1194074"/>
                  </a:lnTo>
                  <a:lnTo>
                    <a:pt x="3664503" y="1155752"/>
                  </a:lnTo>
                  <a:lnTo>
                    <a:pt x="3614439" y="1114561"/>
                  </a:lnTo>
                  <a:lnTo>
                    <a:pt x="3564741" y="1070589"/>
                  </a:lnTo>
                  <a:lnTo>
                    <a:pt x="3515205" y="1024009"/>
                  </a:lnTo>
                  <a:lnTo>
                    <a:pt x="3465694" y="975074"/>
                  </a:lnTo>
                  <a:lnTo>
                    <a:pt x="3416129" y="924121"/>
                  </a:lnTo>
                  <a:lnTo>
                    <a:pt x="3366477" y="871563"/>
                  </a:lnTo>
                  <a:lnTo>
                    <a:pt x="3316744" y="817875"/>
                  </a:lnTo>
                  <a:lnTo>
                    <a:pt x="3266961" y="763576"/>
                  </a:lnTo>
                  <a:lnTo>
                    <a:pt x="3217172" y="709214"/>
                  </a:lnTo>
                  <a:lnTo>
                    <a:pt x="3167424" y="655336"/>
                  </a:lnTo>
                  <a:lnTo>
                    <a:pt x="3117752" y="602472"/>
                  </a:lnTo>
                  <a:lnTo>
                    <a:pt x="3068168" y="551109"/>
                  </a:lnTo>
                  <a:lnTo>
                    <a:pt x="3018650" y="501673"/>
                  </a:lnTo>
                  <a:lnTo>
                    <a:pt x="2969130" y="454521"/>
                  </a:lnTo>
                  <a:lnTo>
                    <a:pt x="2919485" y="409927"/>
                  </a:lnTo>
                  <a:lnTo>
                    <a:pt x="2869527" y="368080"/>
                  </a:lnTo>
                  <a:lnTo>
                    <a:pt x="2818994" y="329090"/>
                  </a:lnTo>
                  <a:lnTo>
                    <a:pt x="2767533" y="292986"/>
                  </a:lnTo>
                  <a:lnTo>
                    <a:pt x="2714685" y="259731"/>
                  </a:lnTo>
                  <a:lnTo>
                    <a:pt x="2702183" y="252423"/>
                  </a:lnTo>
                  <a:lnTo>
                    <a:pt x="2650534" y="224456"/>
                  </a:lnTo>
                  <a:lnTo>
                    <a:pt x="2596457" y="198905"/>
                  </a:lnTo>
                  <a:lnTo>
                    <a:pt x="2539280" y="175685"/>
                  </a:lnTo>
                  <a:lnTo>
                    <a:pt x="2478260" y="154633"/>
                  </a:lnTo>
                  <a:lnTo>
                    <a:pt x="2412629" y="135550"/>
                  </a:lnTo>
                  <a:lnTo>
                    <a:pt x="2341635" y="118233"/>
                  </a:lnTo>
                  <a:lnTo>
                    <a:pt x="2264588" y="102490"/>
                  </a:lnTo>
                  <a:lnTo>
                    <a:pt x="2180931" y="88153"/>
                  </a:lnTo>
                  <a:lnTo>
                    <a:pt x="2090327" y="75080"/>
                  </a:lnTo>
                  <a:lnTo>
                    <a:pt x="1992775" y="63164"/>
                  </a:lnTo>
                  <a:lnTo>
                    <a:pt x="1888745" y="52330"/>
                  </a:lnTo>
                  <a:lnTo>
                    <a:pt x="1779322" y="42535"/>
                  </a:lnTo>
                  <a:lnTo>
                    <a:pt x="1666327" y="33768"/>
                  </a:lnTo>
                  <a:lnTo>
                    <a:pt x="1552384" y="26039"/>
                  </a:lnTo>
                  <a:lnTo>
                    <a:pt x="1440853" y="19368"/>
                  </a:lnTo>
                  <a:lnTo>
                    <a:pt x="1335616" y="13774"/>
                  </a:lnTo>
                  <a:lnTo>
                    <a:pt x="1240664" y="9259"/>
                  </a:lnTo>
                  <a:lnTo>
                    <a:pt x="1159561" y="5786"/>
                  </a:lnTo>
                  <a:lnTo>
                    <a:pt x="1094861" y="3279"/>
                  </a:lnTo>
                  <a:lnTo>
                    <a:pt x="1047632" y="1615"/>
                  </a:lnTo>
                  <a:lnTo>
                    <a:pt x="1017201" y="638"/>
                  </a:lnTo>
                  <a:lnTo>
                    <a:pt x="1001152" y="166"/>
                  </a:lnTo>
                  <a:lnTo>
                    <a:pt x="995508" y="1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" name="pg152"/>
            <p:cNvSpPr/>
            <p:nvPr/>
          </p:nvSpPr>
          <p:spPr>
            <a:xfrm>
              <a:off x="1199187" y="2656836"/>
              <a:ext cx="12049831" cy="2976680"/>
            </a:xfrm>
            <a:custGeom>
              <a:avLst/>
              <a:pathLst>
                <a:path w="12049831" h="2976680">
                  <a:moveTo>
                    <a:pt x="0" y="5240"/>
                  </a:moveTo>
                  <a:lnTo>
                    <a:pt x="994940" y="5240"/>
                  </a:lnTo>
                  <a:lnTo>
                    <a:pt x="996058" y="5269"/>
                  </a:lnTo>
                  <a:lnTo>
                    <a:pt x="1003440" y="5473"/>
                  </a:lnTo>
                  <a:lnTo>
                    <a:pt x="1022154" y="6037"/>
                  </a:lnTo>
                  <a:lnTo>
                    <a:pt x="1055878" y="7148"/>
                  </a:lnTo>
                  <a:lnTo>
                    <a:pt x="1106681" y="8984"/>
                  </a:lnTo>
                  <a:lnTo>
                    <a:pt x="1174870" y="11699"/>
                  </a:lnTo>
                  <a:lnTo>
                    <a:pt x="1259046" y="15405"/>
                  </a:lnTo>
                  <a:lnTo>
                    <a:pt x="1356404" y="20172"/>
                  </a:lnTo>
                  <a:lnTo>
                    <a:pt x="1463247" y="26026"/>
                  </a:lnTo>
                  <a:lnTo>
                    <a:pt x="1575565" y="32962"/>
                  </a:lnTo>
                  <a:lnTo>
                    <a:pt x="1689557" y="40960"/>
                  </a:lnTo>
                  <a:lnTo>
                    <a:pt x="1802002" y="49998"/>
                  </a:lnTo>
                  <a:lnTo>
                    <a:pt x="1910440" y="60071"/>
                  </a:lnTo>
                  <a:lnTo>
                    <a:pt x="2013208" y="71197"/>
                  </a:lnTo>
                  <a:lnTo>
                    <a:pt x="2109357" y="83425"/>
                  </a:lnTo>
                  <a:lnTo>
                    <a:pt x="2198526" y="96837"/>
                  </a:lnTo>
                  <a:lnTo>
                    <a:pt x="2280795" y="111548"/>
                  </a:lnTo>
                  <a:lnTo>
                    <a:pt x="2356554" y="127706"/>
                  </a:lnTo>
                  <a:lnTo>
                    <a:pt x="2426393" y="145487"/>
                  </a:lnTo>
                  <a:lnTo>
                    <a:pt x="2491018" y="165088"/>
                  </a:lnTo>
                  <a:lnTo>
                    <a:pt x="2551191" y="186712"/>
                  </a:lnTo>
                  <a:lnTo>
                    <a:pt x="2607675" y="210556"/>
                  </a:lnTo>
                  <a:lnTo>
                    <a:pt x="2661203" y="236773"/>
                  </a:lnTo>
                  <a:lnTo>
                    <a:pt x="2702183" y="259411"/>
                  </a:lnTo>
                  <a:lnTo>
                    <a:pt x="2755349" y="292190"/>
                  </a:lnTo>
                  <a:lnTo>
                    <a:pt x="2807009" y="327811"/>
                  </a:lnTo>
                  <a:lnTo>
                    <a:pt x="2857647" y="366327"/>
                  </a:lnTo>
                  <a:lnTo>
                    <a:pt x="2907636" y="407724"/>
                  </a:lnTo>
                  <a:lnTo>
                    <a:pt x="2957259" y="451912"/>
                  </a:lnTo>
                  <a:lnTo>
                    <a:pt x="3006719" y="498720"/>
                  </a:lnTo>
                  <a:lnTo>
                    <a:pt x="3056152" y="547895"/>
                  </a:lnTo>
                  <a:lnTo>
                    <a:pt x="3105639" y="599099"/>
                  </a:lnTo>
                  <a:lnTo>
                    <a:pt x="3155213" y="651920"/>
                  </a:lnTo>
                  <a:lnTo>
                    <a:pt x="3204867" y="705883"/>
                  </a:lnTo>
                  <a:lnTo>
                    <a:pt x="3254573" y="760467"/>
                  </a:lnTo>
                  <a:lnTo>
                    <a:pt x="3304285" y="815125"/>
                  </a:lnTo>
                  <a:lnTo>
                    <a:pt x="3353957" y="869305"/>
                  </a:lnTo>
                  <a:lnTo>
                    <a:pt x="3403553" y="922479"/>
                  </a:lnTo>
                  <a:lnTo>
                    <a:pt x="3453062" y="974157"/>
                  </a:lnTo>
                  <a:lnTo>
                    <a:pt x="3502504" y="1023908"/>
                  </a:lnTo>
                  <a:lnTo>
                    <a:pt x="3551946" y="1071375"/>
                  </a:lnTo>
                  <a:lnTo>
                    <a:pt x="3601508" y="1116281"/>
                  </a:lnTo>
                  <a:lnTo>
                    <a:pt x="3651376" y="1158433"/>
                  </a:lnTo>
                  <a:lnTo>
                    <a:pt x="3701809" y="1197721"/>
                  </a:lnTo>
                  <a:lnTo>
                    <a:pt x="3753154" y="1234110"/>
                  </a:lnTo>
                  <a:lnTo>
                    <a:pt x="3805864" y="1267637"/>
                  </a:lnTo>
                  <a:lnTo>
                    <a:pt x="3820202" y="1276094"/>
                  </a:lnTo>
                  <a:lnTo>
                    <a:pt x="3871847" y="1304253"/>
                  </a:lnTo>
                  <a:lnTo>
                    <a:pt x="3925919" y="1329979"/>
                  </a:lnTo>
                  <a:lnTo>
                    <a:pt x="3983092" y="1353358"/>
                  </a:lnTo>
                  <a:lnTo>
                    <a:pt x="4044106" y="1374555"/>
                  </a:lnTo>
                  <a:lnTo>
                    <a:pt x="4109730" y="1393769"/>
                  </a:lnTo>
                  <a:lnTo>
                    <a:pt x="4180717" y="1411205"/>
                  </a:lnTo>
                  <a:lnTo>
                    <a:pt x="4257755" y="1427057"/>
                  </a:lnTo>
                  <a:lnTo>
                    <a:pt x="4341402" y="1441493"/>
                  </a:lnTo>
                  <a:lnTo>
                    <a:pt x="4431995" y="1454656"/>
                  </a:lnTo>
                  <a:lnTo>
                    <a:pt x="4529535" y="1466654"/>
                  </a:lnTo>
                  <a:lnTo>
                    <a:pt x="4633552" y="1477564"/>
                  </a:lnTo>
                  <a:lnTo>
                    <a:pt x="4742964" y="1487426"/>
                  </a:lnTo>
                  <a:lnTo>
                    <a:pt x="4855948" y="1496254"/>
                  </a:lnTo>
                  <a:lnTo>
                    <a:pt x="4969883" y="1504038"/>
                  </a:lnTo>
                  <a:lnTo>
                    <a:pt x="5081410" y="1510756"/>
                  </a:lnTo>
                  <a:lnTo>
                    <a:pt x="5186650" y="1516388"/>
                  </a:lnTo>
                  <a:lnTo>
                    <a:pt x="5281609" y="1520936"/>
                  </a:lnTo>
                  <a:lnTo>
                    <a:pt x="5362726" y="1524434"/>
                  </a:lnTo>
                  <a:lnTo>
                    <a:pt x="5427445" y="1526960"/>
                  </a:lnTo>
                  <a:lnTo>
                    <a:pt x="5474696" y="1528636"/>
                  </a:lnTo>
                  <a:lnTo>
                    <a:pt x="5505149" y="1529621"/>
                  </a:lnTo>
                  <a:lnTo>
                    <a:pt x="5521216" y="1530096"/>
                  </a:lnTo>
                  <a:lnTo>
                    <a:pt x="5526873" y="1530250"/>
                  </a:lnTo>
                  <a:lnTo>
                    <a:pt x="5527445" y="1530265"/>
                  </a:lnTo>
                  <a:lnTo>
                    <a:pt x="6522385" y="1530265"/>
                  </a:lnTo>
                  <a:lnTo>
                    <a:pt x="6523506" y="1530292"/>
                  </a:lnTo>
                  <a:lnTo>
                    <a:pt x="6530899" y="1530486"/>
                  </a:lnTo>
                  <a:lnTo>
                    <a:pt x="6549642" y="1531021"/>
                  </a:lnTo>
                  <a:lnTo>
                    <a:pt x="6583416" y="1532077"/>
                  </a:lnTo>
                  <a:lnTo>
                    <a:pt x="6634289" y="1533822"/>
                  </a:lnTo>
                  <a:lnTo>
                    <a:pt x="6702567" y="1536400"/>
                  </a:lnTo>
                  <a:lnTo>
                    <a:pt x="6786840" y="1539921"/>
                  </a:lnTo>
                  <a:lnTo>
                    <a:pt x="6884298" y="1544449"/>
                  </a:lnTo>
                  <a:lnTo>
                    <a:pt x="6991234" y="1550009"/>
                  </a:lnTo>
                  <a:lnTo>
                    <a:pt x="7103631" y="1556596"/>
                  </a:lnTo>
                  <a:lnTo>
                    <a:pt x="7217685" y="1564192"/>
                  </a:lnTo>
                  <a:lnTo>
                    <a:pt x="7330172" y="1572775"/>
                  </a:lnTo>
                  <a:lnTo>
                    <a:pt x="7438636" y="1582340"/>
                  </a:lnTo>
                  <a:lnTo>
                    <a:pt x="7541413" y="1592906"/>
                  </a:lnTo>
                  <a:lnTo>
                    <a:pt x="7637560" y="1604519"/>
                  </a:lnTo>
                  <a:lnTo>
                    <a:pt x="7726719" y="1617256"/>
                  </a:lnTo>
                  <a:lnTo>
                    <a:pt x="7808972" y="1631228"/>
                  </a:lnTo>
                  <a:lnTo>
                    <a:pt x="7884713" y="1646576"/>
                  </a:lnTo>
                  <a:lnTo>
                    <a:pt x="7954533" y="1663466"/>
                  </a:lnTo>
                  <a:lnTo>
                    <a:pt x="8019143" y="1682086"/>
                  </a:lnTo>
                  <a:lnTo>
                    <a:pt x="8079303" y="1702629"/>
                  </a:lnTo>
                  <a:lnTo>
                    <a:pt x="8135779" y="1725282"/>
                  </a:lnTo>
                  <a:lnTo>
                    <a:pt x="8189304" y="1750189"/>
                  </a:lnTo>
                  <a:lnTo>
                    <a:pt x="8229629" y="1771334"/>
                  </a:lnTo>
                  <a:lnTo>
                    <a:pt x="8283407" y="1802803"/>
                  </a:lnTo>
                  <a:lnTo>
                    <a:pt x="8335650" y="1837032"/>
                  </a:lnTo>
                  <a:lnTo>
                    <a:pt x="8386856" y="1874071"/>
                  </a:lnTo>
                  <a:lnTo>
                    <a:pt x="8437411" y="1913905"/>
                  </a:lnTo>
                  <a:lnTo>
                    <a:pt x="8487601" y="1956442"/>
                  </a:lnTo>
                  <a:lnTo>
                    <a:pt x="8537634" y="2001512"/>
                  </a:lnTo>
                  <a:lnTo>
                    <a:pt x="8587648" y="2048858"/>
                  </a:lnTo>
                  <a:lnTo>
                    <a:pt x="8637721" y="2098143"/>
                  </a:lnTo>
                  <a:lnTo>
                    <a:pt x="8687883" y="2148957"/>
                  </a:lnTo>
                  <a:lnTo>
                    <a:pt x="8738127" y="2200828"/>
                  </a:lnTo>
                  <a:lnTo>
                    <a:pt x="8788417" y="2253241"/>
                  </a:lnTo>
                  <a:lnTo>
                    <a:pt x="8838708" y="2305656"/>
                  </a:lnTo>
                  <a:lnTo>
                    <a:pt x="8888951" y="2357535"/>
                  </a:lnTo>
                  <a:lnTo>
                    <a:pt x="8939114" y="2408360"/>
                  </a:lnTo>
                  <a:lnTo>
                    <a:pt x="8989188" y="2457661"/>
                  </a:lnTo>
                  <a:lnTo>
                    <a:pt x="9039202" y="2505025"/>
                  </a:lnTo>
                  <a:lnTo>
                    <a:pt x="9089235" y="2550116"/>
                  </a:lnTo>
                  <a:lnTo>
                    <a:pt x="9139423" y="2592677"/>
                  </a:lnTo>
                  <a:lnTo>
                    <a:pt x="9189973" y="2632535"/>
                  </a:lnTo>
                  <a:lnTo>
                    <a:pt x="9241172" y="2669599"/>
                  </a:lnTo>
                  <a:lnTo>
                    <a:pt x="9293404" y="2703852"/>
                  </a:lnTo>
                  <a:lnTo>
                    <a:pt x="9347166" y="2735345"/>
                  </a:lnTo>
                  <a:lnTo>
                    <a:pt x="9347647" y="2735610"/>
                  </a:lnTo>
                  <a:lnTo>
                    <a:pt x="9399322" y="2762332"/>
                  </a:lnTo>
                  <a:lnTo>
                    <a:pt x="9453426" y="2786743"/>
                  </a:lnTo>
                  <a:lnTo>
                    <a:pt x="9510634" y="2808926"/>
                  </a:lnTo>
                  <a:lnTo>
                    <a:pt x="9571690" y="2829038"/>
                  </a:lnTo>
                  <a:lnTo>
                    <a:pt x="9637362" y="2847267"/>
                  </a:lnTo>
                  <a:lnTo>
                    <a:pt x="9708404" y="2863809"/>
                  </a:lnTo>
                  <a:lnTo>
                    <a:pt x="9785507" y="2878846"/>
                  </a:lnTo>
                  <a:lnTo>
                    <a:pt x="9869228" y="2892541"/>
                  </a:lnTo>
                  <a:lnTo>
                    <a:pt x="9959903" y="2905027"/>
                  </a:lnTo>
                  <a:lnTo>
                    <a:pt x="10057531" y="2916408"/>
                  </a:lnTo>
                  <a:lnTo>
                    <a:pt x="10161639" y="2926754"/>
                  </a:lnTo>
                  <a:lnTo>
                    <a:pt x="10271140" y="2936107"/>
                  </a:lnTo>
                  <a:lnTo>
                    <a:pt x="10384201" y="2944478"/>
                  </a:lnTo>
                  <a:lnTo>
                    <a:pt x="10498194" y="2951857"/>
                  </a:lnTo>
                  <a:lnTo>
                    <a:pt x="10609748" y="2958224"/>
                  </a:lnTo>
                  <a:lnTo>
                    <a:pt x="10714974" y="2963561"/>
                  </a:lnTo>
                  <a:lnTo>
                    <a:pt x="10809875" y="2967868"/>
                  </a:lnTo>
                  <a:lnTo>
                    <a:pt x="10890889" y="2971178"/>
                  </a:lnTo>
                  <a:lnTo>
                    <a:pt x="10955470" y="2973566"/>
                  </a:lnTo>
                  <a:lnTo>
                    <a:pt x="11002562" y="2975148"/>
                  </a:lnTo>
                  <a:lnTo>
                    <a:pt x="11032854" y="2976077"/>
                  </a:lnTo>
                  <a:lnTo>
                    <a:pt x="11048782" y="2976523"/>
                  </a:lnTo>
                  <a:lnTo>
                    <a:pt x="11054345" y="2976667"/>
                  </a:lnTo>
                  <a:lnTo>
                    <a:pt x="11054891" y="2976680"/>
                  </a:lnTo>
                  <a:lnTo>
                    <a:pt x="12049831" y="2976680"/>
                  </a:lnTo>
                  <a:lnTo>
                    <a:pt x="12049831" y="2971439"/>
                  </a:lnTo>
                  <a:lnTo>
                    <a:pt x="11054891" y="2971439"/>
                  </a:lnTo>
                  <a:lnTo>
                    <a:pt x="11053771" y="2971412"/>
                  </a:lnTo>
                  <a:lnTo>
                    <a:pt x="11046378" y="2971218"/>
                  </a:lnTo>
                  <a:lnTo>
                    <a:pt x="11027635" y="2970682"/>
                  </a:lnTo>
                  <a:lnTo>
                    <a:pt x="10993861" y="2969627"/>
                  </a:lnTo>
                  <a:lnTo>
                    <a:pt x="10942988" y="2967882"/>
                  </a:lnTo>
                  <a:lnTo>
                    <a:pt x="10874710" y="2965303"/>
                  </a:lnTo>
                  <a:lnTo>
                    <a:pt x="10790436" y="2961783"/>
                  </a:lnTo>
                  <a:lnTo>
                    <a:pt x="10692978" y="2957255"/>
                  </a:lnTo>
                  <a:lnTo>
                    <a:pt x="10586043" y="2951695"/>
                  </a:lnTo>
                  <a:lnTo>
                    <a:pt x="10473646" y="2945107"/>
                  </a:lnTo>
                  <a:lnTo>
                    <a:pt x="10359592" y="2937512"/>
                  </a:lnTo>
                  <a:lnTo>
                    <a:pt x="10247104" y="2928929"/>
                  </a:lnTo>
                  <a:lnTo>
                    <a:pt x="10138641" y="2919363"/>
                  </a:lnTo>
                  <a:lnTo>
                    <a:pt x="10035863" y="2908797"/>
                  </a:lnTo>
                  <a:lnTo>
                    <a:pt x="9939716" y="2897185"/>
                  </a:lnTo>
                  <a:lnTo>
                    <a:pt x="9850557" y="2884448"/>
                  </a:lnTo>
                  <a:lnTo>
                    <a:pt x="9768304" y="2870476"/>
                  </a:lnTo>
                  <a:lnTo>
                    <a:pt x="9692564" y="2855128"/>
                  </a:lnTo>
                  <a:lnTo>
                    <a:pt x="9622743" y="2838238"/>
                  </a:lnTo>
                  <a:lnTo>
                    <a:pt x="9558134" y="2819618"/>
                  </a:lnTo>
                  <a:lnTo>
                    <a:pt x="9497974" y="2799074"/>
                  </a:lnTo>
                  <a:lnTo>
                    <a:pt x="9441497" y="2776421"/>
                  </a:lnTo>
                  <a:lnTo>
                    <a:pt x="9387973" y="2751514"/>
                  </a:lnTo>
                  <a:lnTo>
                    <a:pt x="9347647" y="2730370"/>
                  </a:lnTo>
                  <a:lnTo>
                    <a:pt x="9293869" y="2698901"/>
                  </a:lnTo>
                  <a:lnTo>
                    <a:pt x="9241627" y="2664672"/>
                  </a:lnTo>
                  <a:lnTo>
                    <a:pt x="9190420" y="2627633"/>
                  </a:lnTo>
                  <a:lnTo>
                    <a:pt x="9139866" y="2587799"/>
                  </a:lnTo>
                  <a:lnTo>
                    <a:pt x="9089676" y="2545261"/>
                  </a:lnTo>
                  <a:lnTo>
                    <a:pt x="9039642" y="2500192"/>
                  </a:lnTo>
                  <a:lnTo>
                    <a:pt x="8989628" y="2452846"/>
                  </a:lnTo>
                  <a:lnTo>
                    <a:pt x="8939555" y="2403561"/>
                  </a:lnTo>
                  <a:lnTo>
                    <a:pt x="8889393" y="2352747"/>
                  </a:lnTo>
                  <a:lnTo>
                    <a:pt x="8839150" y="2300875"/>
                  </a:lnTo>
                  <a:lnTo>
                    <a:pt x="8788860" y="2248463"/>
                  </a:lnTo>
                  <a:lnTo>
                    <a:pt x="8738569" y="2196048"/>
                  </a:lnTo>
                  <a:lnTo>
                    <a:pt x="8688325" y="2144169"/>
                  </a:lnTo>
                  <a:lnTo>
                    <a:pt x="8638162" y="2093343"/>
                  </a:lnTo>
                  <a:lnTo>
                    <a:pt x="8588088" y="2044043"/>
                  </a:lnTo>
                  <a:lnTo>
                    <a:pt x="8538074" y="1996678"/>
                  </a:lnTo>
                  <a:lnTo>
                    <a:pt x="8488042" y="1951588"/>
                  </a:lnTo>
                  <a:lnTo>
                    <a:pt x="8437854" y="1909027"/>
                  </a:lnTo>
                  <a:lnTo>
                    <a:pt x="8387304" y="1869169"/>
                  </a:lnTo>
                  <a:lnTo>
                    <a:pt x="8336104" y="1832105"/>
                  </a:lnTo>
                  <a:lnTo>
                    <a:pt x="8283873" y="1797852"/>
                  </a:lnTo>
                  <a:lnTo>
                    <a:pt x="8230111" y="1766358"/>
                  </a:lnTo>
                  <a:lnTo>
                    <a:pt x="8229629" y="1766093"/>
                  </a:lnTo>
                  <a:lnTo>
                    <a:pt x="8177955" y="1739372"/>
                  </a:lnTo>
                  <a:lnTo>
                    <a:pt x="8123851" y="1714960"/>
                  </a:lnTo>
                  <a:lnTo>
                    <a:pt x="8066642" y="1692777"/>
                  </a:lnTo>
                  <a:lnTo>
                    <a:pt x="8005587" y="1672666"/>
                  </a:lnTo>
                  <a:lnTo>
                    <a:pt x="7939915" y="1654436"/>
                  </a:lnTo>
                  <a:lnTo>
                    <a:pt x="7868872" y="1637895"/>
                  </a:lnTo>
                  <a:lnTo>
                    <a:pt x="7791769" y="1622857"/>
                  </a:lnTo>
                  <a:lnTo>
                    <a:pt x="7708049" y="1609163"/>
                  </a:lnTo>
                  <a:lnTo>
                    <a:pt x="7617374" y="1596677"/>
                  </a:lnTo>
                  <a:lnTo>
                    <a:pt x="7519746" y="1585296"/>
                  </a:lnTo>
                  <a:lnTo>
                    <a:pt x="7415637" y="1574949"/>
                  </a:lnTo>
                  <a:lnTo>
                    <a:pt x="7306137" y="1565597"/>
                  </a:lnTo>
                  <a:lnTo>
                    <a:pt x="7193075" y="1557226"/>
                  </a:lnTo>
                  <a:lnTo>
                    <a:pt x="7079082" y="1549846"/>
                  </a:lnTo>
                  <a:lnTo>
                    <a:pt x="6967529" y="1543480"/>
                  </a:lnTo>
                  <a:lnTo>
                    <a:pt x="6862303" y="1538143"/>
                  </a:lnTo>
                  <a:lnTo>
                    <a:pt x="6767401" y="1533836"/>
                  </a:lnTo>
                  <a:lnTo>
                    <a:pt x="6686387" y="1530526"/>
                  </a:lnTo>
                  <a:lnTo>
                    <a:pt x="6621806" y="1528138"/>
                  </a:lnTo>
                  <a:lnTo>
                    <a:pt x="6574715" y="1526555"/>
                  </a:lnTo>
                  <a:lnTo>
                    <a:pt x="6544423" y="1525627"/>
                  </a:lnTo>
                  <a:lnTo>
                    <a:pt x="6528494" y="1525180"/>
                  </a:lnTo>
                  <a:lnTo>
                    <a:pt x="6522931" y="1525037"/>
                  </a:lnTo>
                  <a:lnTo>
                    <a:pt x="6522385" y="1525024"/>
                  </a:lnTo>
                  <a:lnTo>
                    <a:pt x="5527445" y="1525024"/>
                  </a:lnTo>
                  <a:lnTo>
                    <a:pt x="5526327" y="1524995"/>
                  </a:lnTo>
                  <a:lnTo>
                    <a:pt x="5518945" y="1524791"/>
                  </a:lnTo>
                  <a:lnTo>
                    <a:pt x="5500231" y="1524228"/>
                  </a:lnTo>
                  <a:lnTo>
                    <a:pt x="5466507" y="1523116"/>
                  </a:lnTo>
                  <a:lnTo>
                    <a:pt x="5415704" y="1521280"/>
                  </a:lnTo>
                  <a:lnTo>
                    <a:pt x="5347515" y="1518565"/>
                  </a:lnTo>
                  <a:lnTo>
                    <a:pt x="5263339" y="1514859"/>
                  </a:lnTo>
                  <a:lnTo>
                    <a:pt x="5165981" y="1510092"/>
                  </a:lnTo>
                  <a:lnTo>
                    <a:pt x="5059138" y="1504238"/>
                  </a:lnTo>
                  <a:lnTo>
                    <a:pt x="4946820" y="1497302"/>
                  </a:lnTo>
                  <a:lnTo>
                    <a:pt x="4832828" y="1489304"/>
                  </a:lnTo>
                  <a:lnTo>
                    <a:pt x="4720383" y="1480266"/>
                  </a:lnTo>
                  <a:lnTo>
                    <a:pt x="4611945" y="1470193"/>
                  </a:lnTo>
                  <a:lnTo>
                    <a:pt x="4509177" y="1459067"/>
                  </a:lnTo>
                  <a:lnTo>
                    <a:pt x="4413028" y="1446839"/>
                  </a:lnTo>
                  <a:lnTo>
                    <a:pt x="4323859" y="1433428"/>
                  </a:lnTo>
                  <a:lnTo>
                    <a:pt x="4241590" y="1418716"/>
                  </a:lnTo>
                  <a:lnTo>
                    <a:pt x="4165831" y="1402558"/>
                  </a:lnTo>
                  <a:lnTo>
                    <a:pt x="4095992" y="1384777"/>
                  </a:lnTo>
                  <a:lnTo>
                    <a:pt x="4031367" y="1365176"/>
                  </a:lnTo>
                  <a:lnTo>
                    <a:pt x="3971194" y="1343552"/>
                  </a:lnTo>
                  <a:lnTo>
                    <a:pt x="3914710" y="1319708"/>
                  </a:lnTo>
                  <a:lnTo>
                    <a:pt x="3861182" y="1293491"/>
                  </a:lnTo>
                  <a:lnTo>
                    <a:pt x="3820202" y="1270853"/>
                  </a:lnTo>
                  <a:lnTo>
                    <a:pt x="3767036" y="1238074"/>
                  </a:lnTo>
                  <a:lnTo>
                    <a:pt x="3715376" y="1202453"/>
                  </a:lnTo>
                  <a:lnTo>
                    <a:pt x="3664738" y="1163937"/>
                  </a:lnTo>
                  <a:lnTo>
                    <a:pt x="3614749" y="1122541"/>
                  </a:lnTo>
                  <a:lnTo>
                    <a:pt x="3565126" y="1078353"/>
                  </a:lnTo>
                  <a:lnTo>
                    <a:pt x="3515666" y="1031544"/>
                  </a:lnTo>
                  <a:lnTo>
                    <a:pt x="3466233" y="982369"/>
                  </a:lnTo>
                  <a:lnTo>
                    <a:pt x="3416746" y="931165"/>
                  </a:lnTo>
                  <a:lnTo>
                    <a:pt x="3367172" y="878344"/>
                  </a:lnTo>
                  <a:lnTo>
                    <a:pt x="3317518" y="824381"/>
                  </a:lnTo>
                  <a:lnTo>
                    <a:pt x="3267812" y="769797"/>
                  </a:lnTo>
                  <a:lnTo>
                    <a:pt x="3218100" y="715140"/>
                  </a:lnTo>
                  <a:lnTo>
                    <a:pt x="3168428" y="660959"/>
                  </a:lnTo>
                  <a:lnTo>
                    <a:pt x="3118832" y="607785"/>
                  </a:lnTo>
                  <a:lnTo>
                    <a:pt x="3069323" y="556107"/>
                  </a:lnTo>
                  <a:lnTo>
                    <a:pt x="3019881" y="506356"/>
                  </a:lnTo>
                  <a:lnTo>
                    <a:pt x="2970439" y="458889"/>
                  </a:lnTo>
                  <a:lnTo>
                    <a:pt x="2920877" y="413983"/>
                  </a:lnTo>
                  <a:lnTo>
                    <a:pt x="2871009" y="371831"/>
                  </a:lnTo>
                  <a:lnTo>
                    <a:pt x="2820576" y="332544"/>
                  </a:lnTo>
                  <a:lnTo>
                    <a:pt x="2769231" y="296154"/>
                  </a:lnTo>
                  <a:lnTo>
                    <a:pt x="2716521" y="262627"/>
                  </a:lnTo>
                  <a:lnTo>
                    <a:pt x="2702183" y="254170"/>
                  </a:lnTo>
                  <a:lnTo>
                    <a:pt x="2650538" y="226011"/>
                  </a:lnTo>
                  <a:lnTo>
                    <a:pt x="2596466" y="200285"/>
                  </a:lnTo>
                  <a:lnTo>
                    <a:pt x="2539293" y="176906"/>
                  </a:lnTo>
                  <a:lnTo>
                    <a:pt x="2478279" y="155709"/>
                  </a:lnTo>
                  <a:lnTo>
                    <a:pt x="2412655" y="136495"/>
                  </a:lnTo>
                  <a:lnTo>
                    <a:pt x="2341668" y="119059"/>
                  </a:lnTo>
                  <a:lnTo>
                    <a:pt x="2264630" y="103208"/>
                  </a:lnTo>
                  <a:lnTo>
                    <a:pt x="2180983" y="88771"/>
                  </a:lnTo>
                  <a:lnTo>
                    <a:pt x="2090390" y="75608"/>
                  </a:lnTo>
                  <a:lnTo>
                    <a:pt x="1992850" y="63610"/>
                  </a:lnTo>
                  <a:lnTo>
                    <a:pt x="1888833" y="52700"/>
                  </a:lnTo>
                  <a:lnTo>
                    <a:pt x="1779421" y="42838"/>
                  </a:lnTo>
                  <a:lnTo>
                    <a:pt x="1666437" y="34010"/>
                  </a:lnTo>
                  <a:lnTo>
                    <a:pt x="1552502" y="26226"/>
                  </a:lnTo>
                  <a:lnTo>
                    <a:pt x="1440975" y="19509"/>
                  </a:lnTo>
                  <a:lnTo>
                    <a:pt x="1335735" y="13876"/>
                  </a:lnTo>
                  <a:lnTo>
                    <a:pt x="1240776" y="9328"/>
                  </a:lnTo>
                  <a:lnTo>
                    <a:pt x="1159659" y="5830"/>
                  </a:lnTo>
                  <a:lnTo>
                    <a:pt x="1094940" y="3304"/>
                  </a:lnTo>
                  <a:lnTo>
                    <a:pt x="1047689" y="1628"/>
                  </a:lnTo>
                  <a:lnTo>
                    <a:pt x="1017236" y="643"/>
                  </a:lnTo>
                  <a:lnTo>
                    <a:pt x="1001169" y="168"/>
                  </a:lnTo>
                  <a:lnTo>
                    <a:pt x="995512" y="1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4" name="pl153"/>
            <p:cNvSpPr/>
            <p:nvPr/>
          </p:nvSpPr>
          <p:spPr>
            <a:xfrm>
              <a:off x="1199187" y="2662077"/>
              <a:ext cx="12049831" cy="2971439"/>
            </a:xfrm>
            <a:custGeom>
              <a:avLst/>
              <a:pathLst>
                <a:path w="12049831" h="2971439">
                  <a:moveTo>
                    <a:pt x="0" y="0"/>
                  </a:moveTo>
                  <a:lnTo>
                    <a:pt x="994940" y="0"/>
                  </a:lnTo>
                  <a:lnTo>
                    <a:pt x="996058" y="28"/>
                  </a:lnTo>
                  <a:lnTo>
                    <a:pt x="1003440" y="232"/>
                  </a:lnTo>
                  <a:lnTo>
                    <a:pt x="1022154" y="796"/>
                  </a:lnTo>
                  <a:lnTo>
                    <a:pt x="1055878" y="1907"/>
                  </a:lnTo>
                  <a:lnTo>
                    <a:pt x="1106681" y="3744"/>
                  </a:lnTo>
                  <a:lnTo>
                    <a:pt x="1174870" y="6458"/>
                  </a:lnTo>
                  <a:lnTo>
                    <a:pt x="1259046" y="10165"/>
                  </a:lnTo>
                  <a:lnTo>
                    <a:pt x="1356404" y="14932"/>
                  </a:lnTo>
                  <a:lnTo>
                    <a:pt x="1463247" y="20786"/>
                  </a:lnTo>
                  <a:lnTo>
                    <a:pt x="1575565" y="27722"/>
                  </a:lnTo>
                  <a:lnTo>
                    <a:pt x="1689557" y="35719"/>
                  </a:lnTo>
                  <a:lnTo>
                    <a:pt x="1802002" y="44757"/>
                  </a:lnTo>
                  <a:lnTo>
                    <a:pt x="1910440" y="54830"/>
                  </a:lnTo>
                  <a:lnTo>
                    <a:pt x="2013208" y="65956"/>
                  </a:lnTo>
                  <a:lnTo>
                    <a:pt x="2109357" y="78184"/>
                  </a:lnTo>
                  <a:lnTo>
                    <a:pt x="2198526" y="91596"/>
                  </a:lnTo>
                  <a:lnTo>
                    <a:pt x="2280795" y="106307"/>
                  </a:lnTo>
                  <a:lnTo>
                    <a:pt x="2356554" y="122466"/>
                  </a:lnTo>
                  <a:lnTo>
                    <a:pt x="2426393" y="140247"/>
                  </a:lnTo>
                  <a:lnTo>
                    <a:pt x="2491018" y="159847"/>
                  </a:lnTo>
                  <a:lnTo>
                    <a:pt x="2551191" y="181472"/>
                  </a:lnTo>
                  <a:lnTo>
                    <a:pt x="2607675" y="205316"/>
                  </a:lnTo>
                  <a:lnTo>
                    <a:pt x="2661203" y="231532"/>
                  </a:lnTo>
                  <a:lnTo>
                    <a:pt x="2702183" y="254170"/>
                  </a:lnTo>
                  <a:lnTo>
                    <a:pt x="2755349" y="286950"/>
                  </a:lnTo>
                  <a:lnTo>
                    <a:pt x="2807009" y="322571"/>
                  </a:lnTo>
                  <a:lnTo>
                    <a:pt x="2857647" y="361086"/>
                  </a:lnTo>
                  <a:lnTo>
                    <a:pt x="2907636" y="402483"/>
                  </a:lnTo>
                  <a:lnTo>
                    <a:pt x="2957259" y="446671"/>
                  </a:lnTo>
                  <a:lnTo>
                    <a:pt x="3006719" y="493480"/>
                  </a:lnTo>
                  <a:lnTo>
                    <a:pt x="3056152" y="542654"/>
                  </a:lnTo>
                  <a:lnTo>
                    <a:pt x="3105639" y="593858"/>
                  </a:lnTo>
                  <a:lnTo>
                    <a:pt x="3155213" y="646679"/>
                  </a:lnTo>
                  <a:lnTo>
                    <a:pt x="3204867" y="700643"/>
                  </a:lnTo>
                  <a:lnTo>
                    <a:pt x="3254573" y="755226"/>
                  </a:lnTo>
                  <a:lnTo>
                    <a:pt x="3304285" y="809884"/>
                  </a:lnTo>
                  <a:lnTo>
                    <a:pt x="3353957" y="864065"/>
                  </a:lnTo>
                  <a:lnTo>
                    <a:pt x="3403553" y="917239"/>
                  </a:lnTo>
                  <a:lnTo>
                    <a:pt x="3453062" y="968916"/>
                  </a:lnTo>
                  <a:lnTo>
                    <a:pt x="3502504" y="1018668"/>
                  </a:lnTo>
                  <a:lnTo>
                    <a:pt x="3551946" y="1066135"/>
                  </a:lnTo>
                  <a:lnTo>
                    <a:pt x="3601508" y="1111041"/>
                  </a:lnTo>
                  <a:lnTo>
                    <a:pt x="3651376" y="1153193"/>
                  </a:lnTo>
                  <a:lnTo>
                    <a:pt x="3701809" y="1192480"/>
                  </a:lnTo>
                  <a:lnTo>
                    <a:pt x="3753154" y="1228869"/>
                  </a:lnTo>
                  <a:lnTo>
                    <a:pt x="3805864" y="1262397"/>
                  </a:lnTo>
                  <a:lnTo>
                    <a:pt x="3820202" y="1270853"/>
                  </a:lnTo>
                  <a:lnTo>
                    <a:pt x="3871847" y="1299012"/>
                  </a:lnTo>
                  <a:lnTo>
                    <a:pt x="3925919" y="1324738"/>
                  </a:lnTo>
                  <a:lnTo>
                    <a:pt x="3983092" y="1348117"/>
                  </a:lnTo>
                  <a:lnTo>
                    <a:pt x="4044106" y="1369314"/>
                  </a:lnTo>
                  <a:lnTo>
                    <a:pt x="4109730" y="1388529"/>
                  </a:lnTo>
                  <a:lnTo>
                    <a:pt x="4180717" y="1405965"/>
                  </a:lnTo>
                  <a:lnTo>
                    <a:pt x="4257755" y="1421816"/>
                  </a:lnTo>
                  <a:lnTo>
                    <a:pt x="4341402" y="1436252"/>
                  </a:lnTo>
                  <a:lnTo>
                    <a:pt x="4431995" y="1449415"/>
                  </a:lnTo>
                  <a:lnTo>
                    <a:pt x="4529535" y="1461414"/>
                  </a:lnTo>
                  <a:lnTo>
                    <a:pt x="4633552" y="1472323"/>
                  </a:lnTo>
                  <a:lnTo>
                    <a:pt x="4742964" y="1482185"/>
                  </a:lnTo>
                  <a:lnTo>
                    <a:pt x="4855948" y="1491013"/>
                  </a:lnTo>
                  <a:lnTo>
                    <a:pt x="4969883" y="1498797"/>
                  </a:lnTo>
                  <a:lnTo>
                    <a:pt x="5081410" y="1505515"/>
                  </a:lnTo>
                  <a:lnTo>
                    <a:pt x="5186650" y="1511148"/>
                  </a:lnTo>
                  <a:lnTo>
                    <a:pt x="5281609" y="1515696"/>
                  </a:lnTo>
                  <a:lnTo>
                    <a:pt x="5362726" y="1519194"/>
                  </a:lnTo>
                  <a:lnTo>
                    <a:pt x="5427445" y="1521719"/>
                  </a:lnTo>
                  <a:lnTo>
                    <a:pt x="5474696" y="1523395"/>
                  </a:lnTo>
                  <a:lnTo>
                    <a:pt x="5505149" y="1524380"/>
                  </a:lnTo>
                  <a:lnTo>
                    <a:pt x="5521216" y="1524856"/>
                  </a:lnTo>
                  <a:lnTo>
                    <a:pt x="5526873" y="1525010"/>
                  </a:lnTo>
                  <a:lnTo>
                    <a:pt x="5527445" y="1525024"/>
                  </a:lnTo>
                  <a:lnTo>
                    <a:pt x="6522385" y="1525024"/>
                  </a:lnTo>
                  <a:lnTo>
                    <a:pt x="6523506" y="1525051"/>
                  </a:lnTo>
                  <a:lnTo>
                    <a:pt x="6530899" y="1525245"/>
                  </a:lnTo>
                  <a:lnTo>
                    <a:pt x="6549642" y="1525781"/>
                  </a:lnTo>
                  <a:lnTo>
                    <a:pt x="6583416" y="1526836"/>
                  </a:lnTo>
                  <a:lnTo>
                    <a:pt x="6634289" y="1528581"/>
                  </a:lnTo>
                  <a:lnTo>
                    <a:pt x="6702567" y="1531160"/>
                  </a:lnTo>
                  <a:lnTo>
                    <a:pt x="6786840" y="1534681"/>
                  </a:lnTo>
                  <a:lnTo>
                    <a:pt x="6884298" y="1539208"/>
                  </a:lnTo>
                  <a:lnTo>
                    <a:pt x="6991234" y="1544768"/>
                  </a:lnTo>
                  <a:lnTo>
                    <a:pt x="7103631" y="1551356"/>
                  </a:lnTo>
                  <a:lnTo>
                    <a:pt x="7217685" y="1558951"/>
                  </a:lnTo>
                  <a:lnTo>
                    <a:pt x="7330172" y="1567534"/>
                  </a:lnTo>
                  <a:lnTo>
                    <a:pt x="7438636" y="1577100"/>
                  </a:lnTo>
                  <a:lnTo>
                    <a:pt x="7541413" y="1587666"/>
                  </a:lnTo>
                  <a:lnTo>
                    <a:pt x="7637560" y="1599278"/>
                  </a:lnTo>
                  <a:lnTo>
                    <a:pt x="7726719" y="1612015"/>
                  </a:lnTo>
                  <a:lnTo>
                    <a:pt x="7808972" y="1625987"/>
                  </a:lnTo>
                  <a:lnTo>
                    <a:pt x="7884713" y="1641335"/>
                  </a:lnTo>
                  <a:lnTo>
                    <a:pt x="7954533" y="1658226"/>
                  </a:lnTo>
                  <a:lnTo>
                    <a:pt x="8019143" y="1676845"/>
                  </a:lnTo>
                  <a:lnTo>
                    <a:pt x="8079303" y="1697389"/>
                  </a:lnTo>
                  <a:lnTo>
                    <a:pt x="8135779" y="1720042"/>
                  </a:lnTo>
                  <a:lnTo>
                    <a:pt x="8189304" y="1744949"/>
                  </a:lnTo>
                  <a:lnTo>
                    <a:pt x="8229629" y="1766093"/>
                  </a:lnTo>
                  <a:lnTo>
                    <a:pt x="8283407" y="1797562"/>
                  </a:lnTo>
                  <a:lnTo>
                    <a:pt x="8335650" y="1831791"/>
                  </a:lnTo>
                  <a:lnTo>
                    <a:pt x="8386856" y="1868830"/>
                  </a:lnTo>
                  <a:lnTo>
                    <a:pt x="8437411" y="1908664"/>
                  </a:lnTo>
                  <a:lnTo>
                    <a:pt x="8487601" y="1951202"/>
                  </a:lnTo>
                  <a:lnTo>
                    <a:pt x="8537634" y="1996271"/>
                  </a:lnTo>
                  <a:lnTo>
                    <a:pt x="8587648" y="2043617"/>
                  </a:lnTo>
                  <a:lnTo>
                    <a:pt x="8637721" y="2092902"/>
                  </a:lnTo>
                  <a:lnTo>
                    <a:pt x="8687883" y="2143716"/>
                  </a:lnTo>
                  <a:lnTo>
                    <a:pt x="8738127" y="2195588"/>
                  </a:lnTo>
                  <a:lnTo>
                    <a:pt x="8788417" y="2248000"/>
                  </a:lnTo>
                  <a:lnTo>
                    <a:pt x="8838708" y="2300416"/>
                  </a:lnTo>
                  <a:lnTo>
                    <a:pt x="8888951" y="2352294"/>
                  </a:lnTo>
                  <a:lnTo>
                    <a:pt x="8939114" y="2403120"/>
                  </a:lnTo>
                  <a:lnTo>
                    <a:pt x="8989188" y="2452420"/>
                  </a:lnTo>
                  <a:lnTo>
                    <a:pt x="9039202" y="2499785"/>
                  </a:lnTo>
                  <a:lnTo>
                    <a:pt x="9089235" y="2544875"/>
                  </a:lnTo>
                  <a:lnTo>
                    <a:pt x="9139423" y="2587436"/>
                  </a:lnTo>
                  <a:lnTo>
                    <a:pt x="9189973" y="2627294"/>
                  </a:lnTo>
                  <a:lnTo>
                    <a:pt x="9241172" y="2664358"/>
                  </a:lnTo>
                  <a:lnTo>
                    <a:pt x="9293404" y="2698612"/>
                  </a:lnTo>
                  <a:lnTo>
                    <a:pt x="9347166" y="2730105"/>
                  </a:lnTo>
                  <a:lnTo>
                    <a:pt x="9347647" y="2730370"/>
                  </a:lnTo>
                  <a:lnTo>
                    <a:pt x="9399322" y="2757091"/>
                  </a:lnTo>
                  <a:lnTo>
                    <a:pt x="9453426" y="2781503"/>
                  </a:lnTo>
                  <a:lnTo>
                    <a:pt x="9510634" y="2803686"/>
                  </a:lnTo>
                  <a:lnTo>
                    <a:pt x="9571690" y="2823797"/>
                  </a:lnTo>
                  <a:lnTo>
                    <a:pt x="9637362" y="2842027"/>
                  </a:lnTo>
                  <a:lnTo>
                    <a:pt x="9708404" y="2858568"/>
                  </a:lnTo>
                  <a:lnTo>
                    <a:pt x="9785507" y="2873606"/>
                  </a:lnTo>
                  <a:lnTo>
                    <a:pt x="9869228" y="2887300"/>
                  </a:lnTo>
                  <a:lnTo>
                    <a:pt x="9959903" y="2899786"/>
                  </a:lnTo>
                  <a:lnTo>
                    <a:pt x="10057531" y="2911167"/>
                  </a:lnTo>
                  <a:lnTo>
                    <a:pt x="10161639" y="2921514"/>
                  </a:lnTo>
                  <a:lnTo>
                    <a:pt x="10271140" y="2930867"/>
                  </a:lnTo>
                  <a:lnTo>
                    <a:pt x="10384201" y="2939237"/>
                  </a:lnTo>
                  <a:lnTo>
                    <a:pt x="10498194" y="2946617"/>
                  </a:lnTo>
                  <a:lnTo>
                    <a:pt x="10609748" y="2952983"/>
                  </a:lnTo>
                  <a:lnTo>
                    <a:pt x="10714974" y="2958320"/>
                  </a:lnTo>
                  <a:lnTo>
                    <a:pt x="10809875" y="2962627"/>
                  </a:lnTo>
                  <a:lnTo>
                    <a:pt x="10890889" y="2965937"/>
                  </a:lnTo>
                  <a:lnTo>
                    <a:pt x="10955470" y="2968325"/>
                  </a:lnTo>
                  <a:lnTo>
                    <a:pt x="11002562" y="2969908"/>
                  </a:lnTo>
                  <a:lnTo>
                    <a:pt x="11032854" y="2970836"/>
                  </a:lnTo>
                  <a:lnTo>
                    <a:pt x="11048782" y="2971283"/>
                  </a:lnTo>
                  <a:lnTo>
                    <a:pt x="11054345" y="2971426"/>
                  </a:lnTo>
                  <a:lnTo>
                    <a:pt x="11054891" y="2971439"/>
                  </a:lnTo>
                  <a:lnTo>
                    <a:pt x="12049831" y="2971439"/>
                  </a:lnTo>
                  <a:lnTo>
                    <a:pt x="12049831" y="29714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" name="pl154"/>
            <p:cNvSpPr/>
            <p:nvPr/>
          </p:nvSpPr>
          <p:spPr>
            <a:xfrm>
              <a:off x="1199187" y="2656836"/>
              <a:ext cx="12049831" cy="2971439"/>
            </a:xfrm>
            <a:custGeom>
              <a:avLst/>
              <a:pathLst>
                <a:path w="12049831" h="2971439">
                  <a:moveTo>
                    <a:pt x="12049831" y="2971439"/>
                  </a:moveTo>
                  <a:lnTo>
                    <a:pt x="11054891" y="2971439"/>
                  </a:lnTo>
                  <a:lnTo>
                    <a:pt x="11053771" y="2971412"/>
                  </a:lnTo>
                  <a:lnTo>
                    <a:pt x="11046378" y="2971218"/>
                  </a:lnTo>
                  <a:lnTo>
                    <a:pt x="11027635" y="2970682"/>
                  </a:lnTo>
                  <a:lnTo>
                    <a:pt x="10993861" y="2969627"/>
                  </a:lnTo>
                  <a:lnTo>
                    <a:pt x="10942988" y="2967882"/>
                  </a:lnTo>
                  <a:lnTo>
                    <a:pt x="10874710" y="2965303"/>
                  </a:lnTo>
                  <a:lnTo>
                    <a:pt x="10790436" y="2961783"/>
                  </a:lnTo>
                  <a:lnTo>
                    <a:pt x="10692978" y="2957255"/>
                  </a:lnTo>
                  <a:lnTo>
                    <a:pt x="10586043" y="2951695"/>
                  </a:lnTo>
                  <a:lnTo>
                    <a:pt x="10473646" y="2945107"/>
                  </a:lnTo>
                  <a:lnTo>
                    <a:pt x="10359592" y="2937512"/>
                  </a:lnTo>
                  <a:lnTo>
                    <a:pt x="10247104" y="2928929"/>
                  </a:lnTo>
                  <a:lnTo>
                    <a:pt x="10138641" y="2919363"/>
                  </a:lnTo>
                  <a:lnTo>
                    <a:pt x="10035863" y="2908797"/>
                  </a:lnTo>
                  <a:lnTo>
                    <a:pt x="9939716" y="2897185"/>
                  </a:lnTo>
                  <a:lnTo>
                    <a:pt x="9850557" y="2884448"/>
                  </a:lnTo>
                  <a:lnTo>
                    <a:pt x="9768304" y="2870476"/>
                  </a:lnTo>
                  <a:lnTo>
                    <a:pt x="9692564" y="2855128"/>
                  </a:lnTo>
                  <a:lnTo>
                    <a:pt x="9622743" y="2838238"/>
                  </a:lnTo>
                  <a:lnTo>
                    <a:pt x="9558134" y="2819618"/>
                  </a:lnTo>
                  <a:lnTo>
                    <a:pt x="9497974" y="2799074"/>
                  </a:lnTo>
                  <a:lnTo>
                    <a:pt x="9441497" y="2776421"/>
                  </a:lnTo>
                  <a:lnTo>
                    <a:pt x="9387973" y="2751514"/>
                  </a:lnTo>
                  <a:lnTo>
                    <a:pt x="9347647" y="2730370"/>
                  </a:lnTo>
                  <a:lnTo>
                    <a:pt x="9293869" y="2698901"/>
                  </a:lnTo>
                  <a:lnTo>
                    <a:pt x="9241627" y="2664672"/>
                  </a:lnTo>
                  <a:lnTo>
                    <a:pt x="9190420" y="2627633"/>
                  </a:lnTo>
                  <a:lnTo>
                    <a:pt x="9139866" y="2587799"/>
                  </a:lnTo>
                  <a:lnTo>
                    <a:pt x="9089676" y="2545261"/>
                  </a:lnTo>
                  <a:lnTo>
                    <a:pt x="9039642" y="2500192"/>
                  </a:lnTo>
                  <a:lnTo>
                    <a:pt x="8989628" y="2452846"/>
                  </a:lnTo>
                  <a:lnTo>
                    <a:pt x="8939555" y="2403561"/>
                  </a:lnTo>
                  <a:lnTo>
                    <a:pt x="8889393" y="2352747"/>
                  </a:lnTo>
                  <a:lnTo>
                    <a:pt x="8839150" y="2300875"/>
                  </a:lnTo>
                  <a:lnTo>
                    <a:pt x="8788860" y="2248463"/>
                  </a:lnTo>
                  <a:lnTo>
                    <a:pt x="8738569" y="2196048"/>
                  </a:lnTo>
                  <a:lnTo>
                    <a:pt x="8688325" y="2144169"/>
                  </a:lnTo>
                  <a:lnTo>
                    <a:pt x="8638162" y="2093343"/>
                  </a:lnTo>
                  <a:lnTo>
                    <a:pt x="8588088" y="2044043"/>
                  </a:lnTo>
                  <a:lnTo>
                    <a:pt x="8538074" y="1996678"/>
                  </a:lnTo>
                  <a:lnTo>
                    <a:pt x="8488042" y="1951588"/>
                  </a:lnTo>
                  <a:lnTo>
                    <a:pt x="8437854" y="1909027"/>
                  </a:lnTo>
                  <a:lnTo>
                    <a:pt x="8387304" y="1869169"/>
                  </a:lnTo>
                  <a:lnTo>
                    <a:pt x="8336104" y="1832105"/>
                  </a:lnTo>
                  <a:lnTo>
                    <a:pt x="8283873" y="1797852"/>
                  </a:lnTo>
                  <a:lnTo>
                    <a:pt x="8230111" y="1766358"/>
                  </a:lnTo>
                  <a:lnTo>
                    <a:pt x="8229629" y="1766093"/>
                  </a:lnTo>
                  <a:lnTo>
                    <a:pt x="8177955" y="1739372"/>
                  </a:lnTo>
                  <a:lnTo>
                    <a:pt x="8123851" y="1714960"/>
                  </a:lnTo>
                  <a:lnTo>
                    <a:pt x="8066642" y="1692777"/>
                  </a:lnTo>
                  <a:lnTo>
                    <a:pt x="8005587" y="1672666"/>
                  </a:lnTo>
                  <a:lnTo>
                    <a:pt x="7939915" y="1654436"/>
                  </a:lnTo>
                  <a:lnTo>
                    <a:pt x="7868872" y="1637895"/>
                  </a:lnTo>
                  <a:lnTo>
                    <a:pt x="7791769" y="1622857"/>
                  </a:lnTo>
                  <a:lnTo>
                    <a:pt x="7708049" y="1609163"/>
                  </a:lnTo>
                  <a:lnTo>
                    <a:pt x="7617374" y="1596677"/>
                  </a:lnTo>
                  <a:lnTo>
                    <a:pt x="7519746" y="1585296"/>
                  </a:lnTo>
                  <a:lnTo>
                    <a:pt x="7415637" y="1574949"/>
                  </a:lnTo>
                  <a:lnTo>
                    <a:pt x="7306137" y="1565597"/>
                  </a:lnTo>
                  <a:lnTo>
                    <a:pt x="7193075" y="1557226"/>
                  </a:lnTo>
                  <a:lnTo>
                    <a:pt x="7079082" y="1549846"/>
                  </a:lnTo>
                  <a:lnTo>
                    <a:pt x="6967529" y="1543480"/>
                  </a:lnTo>
                  <a:lnTo>
                    <a:pt x="6862303" y="1538143"/>
                  </a:lnTo>
                  <a:lnTo>
                    <a:pt x="6767401" y="1533836"/>
                  </a:lnTo>
                  <a:lnTo>
                    <a:pt x="6686387" y="1530526"/>
                  </a:lnTo>
                  <a:lnTo>
                    <a:pt x="6621806" y="1528138"/>
                  </a:lnTo>
                  <a:lnTo>
                    <a:pt x="6574715" y="1526555"/>
                  </a:lnTo>
                  <a:lnTo>
                    <a:pt x="6544423" y="1525627"/>
                  </a:lnTo>
                  <a:lnTo>
                    <a:pt x="6528494" y="1525180"/>
                  </a:lnTo>
                  <a:lnTo>
                    <a:pt x="6522931" y="1525037"/>
                  </a:lnTo>
                  <a:lnTo>
                    <a:pt x="6522385" y="1525024"/>
                  </a:lnTo>
                  <a:lnTo>
                    <a:pt x="5527445" y="1525024"/>
                  </a:lnTo>
                  <a:lnTo>
                    <a:pt x="5526327" y="1524995"/>
                  </a:lnTo>
                  <a:lnTo>
                    <a:pt x="5518945" y="1524791"/>
                  </a:lnTo>
                  <a:lnTo>
                    <a:pt x="5500231" y="1524228"/>
                  </a:lnTo>
                  <a:lnTo>
                    <a:pt x="5466507" y="1523116"/>
                  </a:lnTo>
                  <a:lnTo>
                    <a:pt x="5415704" y="1521280"/>
                  </a:lnTo>
                  <a:lnTo>
                    <a:pt x="5347515" y="1518565"/>
                  </a:lnTo>
                  <a:lnTo>
                    <a:pt x="5263339" y="1514859"/>
                  </a:lnTo>
                  <a:lnTo>
                    <a:pt x="5165981" y="1510092"/>
                  </a:lnTo>
                  <a:lnTo>
                    <a:pt x="5059138" y="1504238"/>
                  </a:lnTo>
                  <a:lnTo>
                    <a:pt x="4946820" y="1497302"/>
                  </a:lnTo>
                  <a:lnTo>
                    <a:pt x="4832828" y="1489304"/>
                  </a:lnTo>
                  <a:lnTo>
                    <a:pt x="4720383" y="1480266"/>
                  </a:lnTo>
                  <a:lnTo>
                    <a:pt x="4611945" y="1470193"/>
                  </a:lnTo>
                  <a:lnTo>
                    <a:pt x="4509177" y="1459067"/>
                  </a:lnTo>
                  <a:lnTo>
                    <a:pt x="4413028" y="1446839"/>
                  </a:lnTo>
                  <a:lnTo>
                    <a:pt x="4323859" y="1433428"/>
                  </a:lnTo>
                  <a:lnTo>
                    <a:pt x="4241590" y="1418716"/>
                  </a:lnTo>
                  <a:lnTo>
                    <a:pt x="4165831" y="1402558"/>
                  </a:lnTo>
                  <a:lnTo>
                    <a:pt x="4095992" y="1384777"/>
                  </a:lnTo>
                  <a:lnTo>
                    <a:pt x="4031367" y="1365176"/>
                  </a:lnTo>
                  <a:lnTo>
                    <a:pt x="3971194" y="1343552"/>
                  </a:lnTo>
                  <a:lnTo>
                    <a:pt x="3914710" y="1319708"/>
                  </a:lnTo>
                  <a:lnTo>
                    <a:pt x="3861182" y="1293491"/>
                  </a:lnTo>
                  <a:lnTo>
                    <a:pt x="3820202" y="1270853"/>
                  </a:lnTo>
                  <a:lnTo>
                    <a:pt x="3767036" y="1238074"/>
                  </a:lnTo>
                  <a:lnTo>
                    <a:pt x="3715376" y="1202453"/>
                  </a:lnTo>
                  <a:lnTo>
                    <a:pt x="3664738" y="1163937"/>
                  </a:lnTo>
                  <a:lnTo>
                    <a:pt x="3614749" y="1122541"/>
                  </a:lnTo>
                  <a:lnTo>
                    <a:pt x="3565126" y="1078353"/>
                  </a:lnTo>
                  <a:lnTo>
                    <a:pt x="3515666" y="1031544"/>
                  </a:lnTo>
                  <a:lnTo>
                    <a:pt x="3466233" y="982369"/>
                  </a:lnTo>
                  <a:lnTo>
                    <a:pt x="3416746" y="931165"/>
                  </a:lnTo>
                  <a:lnTo>
                    <a:pt x="3367172" y="878344"/>
                  </a:lnTo>
                  <a:lnTo>
                    <a:pt x="3317518" y="824381"/>
                  </a:lnTo>
                  <a:lnTo>
                    <a:pt x="3267812" y="769797"/>
                  </a:lnTo>
                  <a:lnTo>
                    <a:pt x="3218100" y="715140"/>
                  </a:lnTo>
                  <a:lnTo>
                    <a:pt x="3168428" y="660959"/>
                  </a:lnTo>
                  <a:lnTo>
                    <a:pt x="3118832" y="607785"/>
                  </a:lnTo>
                  <a:lnTo>
                    <a:pt x="3069323" y="556107"/>
                  </a:lnTo>
                  <a:lnTo>
                    <a:pt x="3019881" y="506356"/>
                  </a:lnTo>
                  <a:lnTo>
                    <a:pt x="2970439" y="458889"/>
                  </a:lnTo>
                  <a:lnTo>
                    <a:pt x="2920877" y="413983"/>
                  </a:lnTo>
                  <a:lnTo>
                    <a:pt x="2871009" y="371831"/>
                  </a:lnTo>
                  <a:lnTo>
                    <a:pt x="2820576" y="332544"/>
                  </a:lnTo>
                  <a:lnTo>
                    <a:pt x="2769231" y="296154"/>
                  </a:lnTo>
                  <a:lnTo>
                    <a:pt x="2716521" y="262627"/>
                  </a:lnTo>
                  <a:lnTo>
                    <a:pt x="2702183" y="254170"/>
                  </a:lnTo>
                  <a:lnTo>
                    <a:pt x="2650538" y="226011"/>
                  </a:lnTo>
                  <a:lnTo>
                    <a:pt x="2596466" y="200285"/>
                  </a:lnTo>
                  <a:lnTo>
                    <a:pt x="2539293" y="176906"/>
                  </a:lnTo>
                  <a:lnTo>
                    <a:pt x="2478279" y="155709"/>
                  </a:lnTo>
                  <a:lnTo>
                    <a:pt x="2412655" y="136495"/>
                  </a:lnTo>
                  <a:lnTo>
                    <a:pt x="2341668" y="119059"/>
                  </a:lnTo>
                  <a:lnTo>
                    <a:pt x="2264630" y="103208"/>
                  </a:lnTo>
                  <a:lnTo>
                    <a:pt x="2180983" y="88771"/>
                  </a:lnTo>
                  <a:lnTo>
                    <a:pt x="2090390" y="75608"/>
                  </a:lnTo>
                  <a:lnTo>
                    <a:pt x="1992850" y="63610"/>
                  </a:lnTo>
                  <a:lnTo>
                    <a:pt x="1888833" y="52700"/>
                  </a:lnTo>
                  <a:lnTo>
                    <a:pt x="1779421" y="42838"/>
                  </a:lnTo>
                  <a:lnTo>
                    <a:pt x="1666437" y="34010"/>
                  </a:lnTo>
                  <a:lnTo>
                    <a:pt x="1552502" y="26226"/>
                  </a:lnTo>
                  <a:lnTo>
                    <a:pt x="1440975" y="19509"/>
                  </a:lnTo>
                  <a:lnTo>
                    <a:pt x="1335735" y="13876"/>
                  </a:lnTo>
                  <a:lnTo>
                    <a:pt x="1240776" y="9328"/>
                  </a:lnTo>
                  <a:lnTo>
                    <a:pt x="1159659" y="5830"/>
                  </a:lnTo>
                  <a:lnTo>
                    <a:pt x="1094940" y="3304"/>
                  </a:lnTo>
                  <a:lnTo>
                    <a:pt x="1047689" y="1628"/>
                  </a:lnTo>
                  <a:lnTo>
                    <a:pt x="1017236" y="643"/>
                  </a:lnTo>
                  <a:lnTo>
                    <a:pt x="1001169" y="168"/>
                  </a:lnTo>
                  <a:lnTo>
                    <a:pt x="995512" y="1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" name="pg155"/>
            <p:cNvSpPr/>
            <p:nvPr/>
          </p:nvSpPr>
          <p:spPr>
            <a:xfrm>
              <a:off x="1199187" y="2662077"/>
              <a:ext cx="12049831" cy="3584593"/>
            </a:xfrm>
            <a:custGeom>
              <a:avLst/>
              <a:pathLst>
                <a:path w="12049831" h="3584593">
                  <a:moveTo>
                    <a:pt x="0" y="5240"/>
                  </a:moveTo>
                  <a:lnTo>
                    <a:pt x="994940" y="5240"/>
                  </a:lnTo>
                  <a:lnTo>
                    <a:pt x="996058" y="5269"/>
                  </a:lnTo>
                  <a:lnTo>
                    <a:pt x="1003440" y="5473"/>
                  </a:lnTo>
                  <a:lnTo>
                    <a:pt x="1022154" y="6037"/>
                  </a:lnTo>
                  <a:lnTo>
                    <a:pt x="1055878" y="7148"/>
                  </a:lnTo>
                  <a:lnTo>
                    <a:pt x="1106681" y="8984"/>
                  </a:lnTo>
                  <a:lnTo>
                    <a:pt x="1174870" y="11699"/>
                  </a:lnTo>
                  <a:lnTo>
                    <a:pt x="1259046" y="15405"/>
                  </a:lnTo>
                  <a:lnTo>
                    <a:pt x="1356404" y="20172"/>
                  </a:lnTo>
                  <a:lnTo>
                    <a:pt x="1463247" y="26026"/>
                  </a:lnTo>
                  <a:lnTo>
                    <a:pt x="1575565" y="32962"/>
                  </a:lnTo>
                  <a:lnTo>
                    <a:pt x="1689557" y="40960"/>
                  </a:lnTo>
                  <a:lnTo>
                    <a:pt x="1802002" y="49998"/>
                  </a:lnTo>
                  <a:lnTo>
                    <a:pt x="1910440" y="60071"/>
                  </a:lnTo>
                  <a:lnTo>
                    <a:pt x="2013208" y="71197"/>
                  </a:lnTo>
                  <a:lnTo>
                    <a:pt x="2109357" y="83425"/>
                  </a:lnTo>
                  <a:lnTo>
                    <a:pt x="2198526" y="96837"/>
                  </a:lnTo>
                  <a:lnTo>
                    <a:pt x="2280795" y="111548"/>
                  </a:lnTo>
                  <a:lnTo>
                    <a:pt x="2356554" y="127706"/>
                  </a:lnTo>
                  <a:lnTo>
                    <a:pt x="2426393" y="145487"/>
                  </a:lnTo>
                  <a:lnTo>
                    <a:pt x="2491018" y="165088"/>
                  </a:lnTo>
                  <a:lnTo>
                    <a:pt x="2551191" y="186712"/>
                  </a:lnTo>
                  <a:lnTo>
                    <a:pt x="2607675" y="210556"/>
                  </a:lnTo>
                  <a:lnTo>
                    <a:pt x="2661203" y="236773"/>
                  </a:lnTo>
                  <a:lnTo>
                    <a:pt x="2702183" y="259411"/>
                  </a:lnTo>
                  <a:lnTo>
                    <a:pt x="2755349" y="292190"/>
                  </a:lnTo>
                  <a:lnTo>
                    <a:pt x="2807009" y="327811"/>
                  </a:lnTo>
                  <a:lnTo>
                    <a:pt x="2857647" y="366327"/>
                  </a:lnTo>
                  <a:lnTo>
                    <a:pt x="2907636" y="407724"/>
                  </a:lnTo>
                  <a:lnTo>
                    <a:pt x="2957259" y="451912"/>
                  </a:lnTo>
                  <a:lnTo>
                    <a:pt x="3006719" y="498720"/>
                  </a:lnTo>
                  <a:lnTo>
                    <a:pt x="3056152" y="547895"/>
                  </a:lnTo>
                  <a:lnTo>
                    <a:pt x="3105639" y="599099"/>
                  </a:lnTo>
                  <a:lnTo>
                    <a:pt x="3155213" y="651920"/>
                  </a:lnTo>
                  <a:lnTo>
                    <a:pt x="3204867" y="705883"/>
                  </a:lnTo>
                  <a:lnTo>
                    <a:pt x="3254573" y="760467"/>
                  </a:lnTo>
                  <a:lnTo>
                    <a:pt x="3304285" y="815125"/>
                  </a:lnTo>
                  <a:lnTo>
                    <a:pt x="3353957" y="869305"/>
                  </a:lnTo>
                  <a:lnTo>
                    <a:pt x="3403553" y="922479"/>
                  </a:lnTo>
                  <a:lnTo>
                    <a:pt x="3453062" y="974157"/>
                  </a:lnTo>
                  <a:lnTo>
                    <a:pt x="3502504" y="1023908"/>
                  </a:lnTo>
                  <a:lnTo>
                    <a:pt x="3551946" y="1071375"/>
                  </a:lnTo>
                  <a:lnTo>
                    <a:pt x="3601508" y="1116281"/>
                  </a:lnTo>
                  <a:lnTo>
                    <a:pt x="3651376" y="1158433"/>
                  </a:lnTo>
                  <a:lnTo>
                    <a:pt x="3701809" y="1197721"/>
                  </a:lnTo>
                  <a:lnTo>
                    <a:pt x="3753154" y="1234110"/>
                  </a:lnTo>
                  <a:lnTo>
                    <a:pt x="3805864" y="1267637"/>
                  </a:lnTo>
                  <a:lnTo>
                    <a:pt x="3820202" y="1276094"/>
                  </a:lnTo>
                  <a:lnTo>
                    <a:pt x="3871847" y="1304253"/>
                  </a:lnTo>
                  <a:lnTo>
                    <a:pt x="3925919" y="1329979"/>
                  </a:lnTo>
                  <a:lnTo>
                    <a:pt x="3983092" y="1353358"/>
                  </a:lnTo>
                  <a:lnTo>
                    <a:pt x="4044106" y="1374555"/>
                  </a:lnTo>
                  <a:lnTo>
                    <a:pt x="4109730" y="1393769"/>
                  </a:lnTo>
                  <a:lnTo>
                    <a:pt x="4180717" y="1411205"/>
                  </a:lnTo>
                  <a:lnTo>
                    <a:pt x="4257755" y="1427057"/>
                  </a:lnTo>
                  <a:lnTo>
                    <a:pt x="4341402" y="1441493"/>
                  </a:lnTo>
                  <a:lnTo>
                    <a:pt x="4431995" y="1454656"/>
                  </a:lnTo>
                  <a:lnTo>
                    <a:pt x="4529535" y="1466654"/>
                  </a:lnTo>
                  <a:lnTo>
                    <a:pt x="4633552" y="1477564"/>
                  </a:lnTo>
                  <a:lnTo>
                    <a:pt x="4742964" y="1487426"/>
                  </a:lnTo>
                  <a:lnTo>
                    <a:pt x="4855948" y="1496254"/>
                  </a:lnTo>
                  <a:lnTo>
                    <a:pt x="4969883" y="1504038"/>
                  </a:lnTo>
                  <a:lnTo>
                    <a:pt x="5081410" y="1510756"/>
                  </a:lnTo>
                  <a:lnTo>
                    <a:pt x="5186650" y="1516388"/>
                  </a:lnTo>
                  <a:lnTo>
                    <a:pt x="5281609" y="1520936"/>
                  </a:lnTo>
                  <a:lnTo>
                    <a:pt x="5362726" y="1524434"/>
                  </a:lnTo>
                  <a:lnTo>
                    <a:pt x="5427445" y="1526960"/>
                  </a:lnTo>
                  <a:lnTo>
                    <a:pt x="5474696" y="1528636"/>
                  </a:lnTo>
                  <a:lnTo>
                    <a:pt x="5505149" y="1529621"/>
                  </a:lnTo>
                  <a:lnTo>
                    <a:pt x="5521216" y="1530096"/>
                  </a:lnTo>
                  <a:lnTo>
                    <a:pt x="5526873" y="1530250"/>
                  </a:lnTo>
                  <a:lnTo>
                    <a:pt x="5527445" y="1530265"/>
                  </a:lnTo>
                  <a:lnTo>
                    <a:pt x="6522385" y="1530265"/>
                  </a:lnTo>
                  <a:lnTo>
                    <a:pt x="6523489" y="1530303"/>
                  </a:lnTo>
                  <a:lnTo>
                    <a:pt x="6530778" y="1530574"/>
                  </a:lnTo>
                  <a:lnTo>
                    <a:pt x="6549264" y="1531323"/>
                  </a:lnTo>
                  <a:lnTo>
                    <a:pt x="6582591" y="1532801"/>
                  </a:lnTo>
                  <a:lnTo>
                    <a:pt x="6632829" y="1535242"/>
                  </a:lnTo>
                  <a:lnTo>
                    <a:pt x="6700315" y="1538853"/>
                  </a:lnTo>
                  <a:lnTo>
                    <a:pt x="6783705" y="1543784"/>
                  </a:lnTo>
                  <a:lnTo>
                    <a:pt x="6880265" y="1550130"/>
                  </a:lnTo>
                  <a:lnTo>
                    <a:pt x="6986363" y="1557927"/>
                  </a:lnTo>
                  <a:lnTo>
                    <a:pt x="7098044" y="1567170"/>
                  </a:lnTo>
                  <a:lnTo>
                    <a:pt x="7211539" y="1577832"/>
                  </a:lnTo>
                  <a:lnTo>
                    <a:pt x="7323635" y="1589884"/>
                  </a:lnTo>
                  <a:lnTo>
                    <a:pt x="7431868" y="1603318"/>
                  </a:lnTo>
                  <a:lnTo>
                    <a:pt x="7534552" y="1618156"/>
                  </a:lnTo>
                  <a:lnTo>
                    <a:pt x="7630715" y="1634459"/>
                  </a:lnTo>
                  <a:lnTo>
                    <a:pt x="7719967" y="1652335"/>
                  </a:lnTo>
                  <a:lnTo>
                    <a:pt x="7802362" y="1671934"/>
                  </a:lnTo>
                  <a:lnTo>
                    <a:pt x="7878266" y="1693449"/>
                  </a:lnTo>
                  <a:lnTo>
                    <a:pt x="7948251" y="1717112"/>
                  </a:lnTo>
                  <a:lnTo>
                    <a:pt x="8013007" y="1743181"/>
                  </a:lnTo>
                  <a:lnTo>
                    <a:pt x="8073282" y="1771929"/>
                  </a:lnTo>
                  <a:lnTo>
                    <a:pt x="8129833" y="1803619"/>
                  </a:lnTo>
                  <a:lnTo>
                    <a:pt x="8183385" y="1838462"/>
                  </a:lnTo>
                  <a:lnTo>
                    <a:pt x="8229629" y="1872653"/>
                  </a:lnTo>
                  <a:lnTo>
                    <a:pt x="8278842" y="1913345"/>
                  </a:lnTo>
                  <a:lnTo>
                    <a:pt x="8326733" y="1957301"/>
                  </a:lnTo>
                  <a:lnTo>
                    <a:pt x="8373696" y="2004588"/>
                  </a:lnTo>
                  <a:lnTo>
                    <a:pt x="8420041" y="2055203"/>
                  </a:lnTo>
                  <a:lnTo>
                    <a:pt x="8466008" y="2109075"/>
                  </a:lnTo>
                  <a:lnTo>
                    <a:pt x="8511778" y="2166051"/>
                  </a:lnTo>
                  <a:lnTo>
                    <a:pt x="8557480" y="2225897"/>
                  </a:lnTo>
                  <a:lnTo>
                    <a:pt x="8603197" y="2288296"/>
                  </a:lnTo>
                  <a:lnTo>
                    <a:pt x="8648977" y="2352855"/>
                  </a:lnTo>
                  <a:lnTo>
                    <a:pt x="8694832" y="2419109"/>
                  </a:lnTo>
                  <a:lnTo>
                    <a:pt x="8740752" y="2486534"/>
                  </a:lnTo>
                  <a:lnTo>
                    <a:pt x="8786710" y="2554570"/>
                  </a:lnTo>
                  <a:lnTo>
                    <a:pt x="8832669" y="2622629"/>
                  </a:lnTo>
                  <a:lnTo>
                    <a:pt x="8878593" y="2690128"/>
                  </a:lnTo>
                  <a:lnTo>
                    <a:pt x="8924454" y="2756501"/>
                  </a:lnTo>
                  <a:lnTo>
                    <a:pt x="8970240" y="2821221"/>
                  </a:lnTo>
                  <a:lnTo>
                    <a:pt x="9015962" y="2883818"/>
                  </a:lnTo>
                  <a:lnTo>
                    <a:pt x="9061662" y="2943891"/>
                  </a:lnTo>
                  <a:lnTo>
                    <a:pt x="9107422" y="3001118"/>
                  </a:lnTo>
                  <a:lnTo>
                    <a:pt x="9153366" y="3055257"/>
                  </a:lnTo>
                  <a:lnTo>
                    <a:pt x="9199671" y="3106150"/>
                  </a:lnTo>
                  <a:lnTo>
                    <a:pt x="9246571" y="3153717"/>
                  </a:lnTo>
                  <a:lnTo>
                    <a:pt x="9294371" y="3197951"/>
                  </a:lnTo>
                  <a:lnTo>
                    <a:pt x="9343455" y="3238913"/>
                  </a:lnTo>
                  <a:lnTo>
                    <a:pt x="9347647" y="3242205"/>
                  </a:lnTo>
                  <a:lnTo>
                    <a:pt x="9399063" y="3279979"/>
                  </a:lnTo>
                  <a:lnTo>
                    <a:pt x="9452880" y="3314504"/>
                  </a:lnTo>
                  <a:lnTo>
                    <a:pt x="9509765" y="3345893"/>
                  </a:lnTo>
                  <a:lnTo>
                    <a:pt x="9570449" y="3374365"/>
                  </a:lnTo>
                  <a:lnTo>
                    <a:pt x="9635688" y="3400184"/>
                  </a:lnTo>
                  <a:lnTo>
                    <a:pt x="9706228" y="3423624"/>
                  </a:lnTo>
                  <a:lnTo>
                    <a:pt x="9782750" y="3444940"/>
                  </a:lnTo>
                  <a:lnTo>
                    <a:pt x="9865809" y="3464361"/>
                  </a:lnTo>
                  <a:lnTo>
                    <a:pt x="9955747" y="3482076"/>
                  </a:lnTo>
                  <a:lnTo>
                    <a:pt x="10052579" y="3498230"/>
                  </a:lnTo>
                  <a:lnTo>
                    <a:pt x="10155865" y="3512927"/>
                  </a:lnTo>
                  <a:lnTo>
                    <a:pt x="10264567" y="3526224"/>
                  </a:lnTo>
                  <a:lnTo>
                    <a:pt x="10376924" y="3538140"/>
                  </a:lnTo>
                  <a:lnTo>
                    <a:pt x="10490394" y="3548663"/>
                  </a:lnTo>
                  <a:lnTo>
                    <a:pt x="10601697" y="3557765"/>
                  </a:lnTo>
                  <a:lnTo>
                    <a:pt x="10707029" y="3565418"/>
                  </a:lnTo>
                  <a:lnTo>
                    <a:pt x="10802440" y="3571622"/>
                  </a:lnTo>
                  <a:lnTo>
                    <a:pt x="10884363" y="3576418"/>
                  </a:lnTo>
                  <a:lnTo>
                    <a:pt x="10950181" y="3579905"/>
                  </a:lnTo>
                  <a:lnTo>
                    <a:pt x="10998706" y="3582242"/>
                  </a:lnTo>
                  <a:lnTo>
                    <a:pt x="11030449" y="3583637"/>
                  </a:lnTo>
                  <a:lnTo>
                    <a:pt x="11047644" y="3584328"/>
                  </a:lnTo>
                  <a:lnTo>
                    <a:pt x="11054079" y="3584565"/>
                  </a:lnTo>
                  <a:lnTo>
                    <a:pt x="11054891" y="3584593"/>
                  </a:lnTo>
                  <a:lnTo>
                    <a:pt x="12049831" y="3584593"/>
                  </a:lnTo>
                  <a:lnTo>
                    <a:pt x="12049831" y="3579353"/>
                  </a:lnTo>
                  <a:lnTo>
                    <a:pt x="11054891" y="3579353"/>
                  </a:lnTo>
                  <a:lnTo>
                    <a:pt x="11053787" y="3579314"/>
                  </a:lnTo>
                  <a:lnTo>
                    <a:pt x="11046498" y="3579043"/>
                  </a:lnTo>
                  <a:lnTo>
                    <a:pt x="11028013" y="3578294"/>
                  </a:lnTo>
                  <a:lnTo>
                    <a:pt x="10994685" y="3576817"/>
                  </a:lnTo>
                  <a:lnTo>
                    <a:pt x="10944447" y="3574375"/>
                  </a:lnTo>
                  <a:lnTo>
                    <a:pt x="10876961" y="3570764"/>
                  </a:lnTo>
                  <a:lnTo>
                    <a:pt x="10793571" y="3565833"/>
                  </a:lnTo>
                  <a:lnTo>
                    <a:pt x="10697012" y="3559487"/>
                  </a:lnTo>
                  <a:lnTo>
                    <a:pt x="10590913" y="3551690"/>
                  </a:lnTo>
                  <a:lnTo>
                    <a:pt x="10479233" y="3542447"/>
                  </a:lnTo>
                  <a:lnTo>
                    <a:pt x="10365738" y="3531785"/>
                  </a:lnTo>
                  <a:lnTo>
                    <a:pt x="10253641" y="3519733"/>
                  </a:lnTo>
                  <a:lnTo>
                    <a:pt x="10145409" y="3506299"/>
                  </a:lnTo>
                  <a:lnTo>
                    <a:pt x="10042724" y="3491462"/>
                  </a:lnTo>
                  <a:lnTo>
                    <a:pt x="9946561" y="3475158"/>
                  </a:lnTo>
                  <a:lnTo>
                    <a:pt x="9857309" y="3457282"/>
                  </a:lnTo>
                  <a:lnTo>
                    <a:pt x="9774914" y="3437684"/>
                  </a:lnTo>
                  <a:lnTo>
                    <a:pt x="9699010" y="3416168"/>
                  </a:lnTo>
                  <a:lnTo>
                    <a:pt x="9629025" y="3392506"/>
                  </a:lnTo>
                  <a:lnTo>
                    <a:pt x="9564269" y="3366437"/>
                  </a:lnTo>
                  <a:lnTo>
                    <a:pt x="9503994" y="3337688"/>
                  </a:lnTo>
                  <a:lnTo>
                    <a:pt x="9447444" y="3305998"/>
                  </a:lnTo>
                  <a:lnTo>
                    <a:pt x="9393892" y="3271155"/>
                  </a:lnTo>
                  <a:lnTo>
                    <a:pt x="9347647" y="3236964"/>
                  </a:lnTo>
                  <a:lnTo>
                    <a:pt x="9298434" y="3196273"/>
                  </a:lnTo>
                  <a:lnTo>
                    <a:pt x="9250543" y="3152316"/>
                  </a:lnTo>
                  <a:lnTo>
                    <a:pt x="9203580" y="3105029"/>
                  </a:lnTo>
                  <a:lnTo>
                    <a:pt x="9157235" y="3054414"/>
                  </a:lnTo>
                  <a:lnTo>
                    <a:pt x="9111268" y="3000542"/>
                  </a:lnTo>
                  <a:lnTo>
                    <a:pt x="9065499" y="2943567"/>
                  </a:lnTo>
                  <a:lnTo>
                    <a:pt x="9019797" y="2883721"/>
                  </a:lnTo>
                  <a:lnTo>
                    <a:pt x="8974079" y="2821321"/>
                  </a:lnTo>
                  <a:lnTo>
                    <a:pt x="8928300" y="2756762"/>
                  </a:lnTo>
                  <a:lnTo>
                    <a:pt x="8882445" y="2690509"/>
                  </a:lnTo>
                  <a:lnTo>
                    <a:pt x="8836525" y="2623083"/>
                  </a:lnTo>
                  <a:lnTo>
                    <a:pt x="8790567" y="2555048"/>
                  </a:lnTo>
                  <a:lnTo>
                    <a:pt x="8744608" y="2486988"/>
                  </a:lnTo>
                  <a:lnTo>
                    <a:pt x="8698683" y="2419489"/>
                  </a:lnTo>
                  <a:lnTo>
                    <a:pt x="8652822" y="2353116"/>
                  </a:lnTo>
                  <a:lnTo>
                    <a:pt x="8607037" y="2288396"/>
                  </a:lnTo>
                  <a:lnTo>
                    <a:pt x="8561315" y="2225799"/>
                  </a:lnTo>
                  <a:lnTo>
                    <a:pt x="8515614" y="2165726"/>
                  </a:lnTo>
                  <a:lnTo>
                    <a:pt x="8469855" y="2108499"/>
                  </a:lnTo>
                  <a:lnTo>
                    <a:pt x="8423910" y="2054360"/>
                  </a:lnTo>
                  <a:lnTo>
                    <a:pt x="8377606" y="2003468"/>
                  </a:lnTo>
                  <a:lnTo>
                    <a:pt x="8330705" y="1955901"/>
                  </a:lnTo>
                  <a:lnTo>
                    <a:pt x="8282906" y="1911666"/>
                  </a:lnTo>
                  <a:lnTo>
                    <a:pt x="8233821" y="1870704"/>
                  </a:lnTo>
                  <a:lnTo>
                    <a:pt x="8229629" y="1867412"/>
                  </a:lnTo>
                  <a:lnTo>
                    <a:pt x="8178214" y="1829638"/>
                  </a:lnTo>
                  <a:lnTo>
                    <a:pt x="8124396" y="1795113"/>
                  </a:lnTo>
                  <a:lnTo>
                    <a:pt x="8067511" y="1763724"/>
                  </a:lnTo>
                  <a:lnTo>
                    <a:pt x="8006828" y="1735252"/>
                  </a:lnTo>
                  <a:lnTo>
                    <a:pt x="7941588" y="1709433"/>
                  </a:lnTo>
                  <a:lnTo>
                    <a:pt x="7871049" y="1685993"/>
                  </a:lnTo>
                  <a:lnTo>
                    <a:pt x="7794527" y="1664677"/>
                  </a:lnTo>
                  <a:lnTo>
                    <a:pt x="7711467" y="1645256"/>
                  </a:lnTo>
                  <a:lnTo>
                    <a:pt x="7621530" y="1627541"/>
                  </a:lnTo>
                  <a:lnTo>
                    <a:pt x="7524697" y="1611387"/>
                  </a:lnTo>
                  <a:lnTo>
                    <a:pt x="7421411" y="1596690"/>
                  </a:lnTo>
                  <a:lnTo>
                    <a:pt x="7312710" y="1583393"/>
                  </a:lnTo>
                  <a:lnTo>
                    <a:pt x="7200353" y="1571477"/>
                  </a:lnTo>
                  <a:lnTo>
                    <a:pt x="7086883" y="1560954"/>
                  </a:lnTo>
                  <a:lnTo>
                    <a:pt x="6975579" y="1551853"/>
                  </a:lnTo>
                  <a:lnTo>
                    <a:pt x="6870247" y="1544199"/>
                  </a:lnTo>
                  <a:lnTo>
                    <a:pt x="6774836" y="1537995"/>
                  </a:lnTo>
                  <a:lnTo>
                    <a:pt x="6692914" y="1533199"/>
                  </a:lnTo>
                  <a:lnTo>
                    <a:pt x="6627096" y="1529712"/>
                  </a:lnTo>
                  <a:lnTo>
                    <a:pt x="6578571" y="1527375"/>
                  </a:lnTo>
                  <a:lnTo>
                    <a:pt x="6546827" y="1525980"/>
                  </a:lnTo>
                  <a:lnTo>
                    <a:pt x="6529633" y="1525289"/>
                  </a:lnTo>
                  <a:lnTo>
                    <a:pt x="6523198" y="1525052"/>
                  </a:lnTo>
                  <a:lnTo>
                    <a:pt x="6522385" y="1525024"/>
                  </a:lnTo>
                  <a:lnTo>
                    <a:pt x="5527445" y="1525024"/>
                  </a:lnTo>
                  <a:lnTo>
                    <a:pt x="5526327" y="1524995"/>
                  </a:lnTo>
                  <a:lnTo>
                    <a:pt x="5518945" y="1524791"/>
                  </a:lnTo>
                  <a:lnTo>
                    <a:pt x="5500231" y="1524228"/>
                  </a:lnTo>
                  <a:lnTo>
                    <a:pt x="5466507" y="1523116"/>
                  </a:lnTo>
                  <a:lnTo>
                    <a:pt x="5415704" y="1521280"/>
                  </a:lnTo>
                  <a:lnTo>
                    <a:pt x="5347515" y="1518565"/>
                  </a:lnTo>
                  <a:lnTo>
                    <a:pt x="5263339" y="1514859"/>
                  </a:lnTo>
                  <a:lnTo>
                    <a:pt x="5165981" y="1510092"/>
                  </a:lnTo>
                  <a:lnTo>
                    <a:pt x="5059138" y="1504238"/>
                  </a:lnTo>
                  <a:lnTo>
                    <a:pt x="4946820" y="1497302"/>
                  </a:lnTo>
                  <a:lnTo>
                    <a:pt x="4832828" y="1489304"/>
                  </a:lnTo>
                  <a:lnTo>
                    <a:pt x="4720383" y="1480266"/>
                  </a:lnTo>
                  <a:lnTo>
                    <a:pt x="4611945" y="1470193"/>
                  </a:lnTo>
                  <a:lnTo>
                    <a:pt x="4509177" y="1459067"/>
                  </a:lnTo>
                  <a:lnTo>
                    <a:pt x="4413028" y="1446839"/>
                  </a:lnTo>
                  <a:lnTo>
                    <a:pt x="4323859" y="1433428"/>
                  </a:lnTo>
                  <a:lnTo>
                    <a:pt x="4241590" y="1418716"/>
                  </a:lnTo>
                  <a:lnTo>
                    <a:pt x="4165831" y="1402558"/>
                  </a:lnTo>
                  <a:lnTo>
                    <a:pt x="4095992" y="1384777"/>
                  </a:lnTo>
                  <a:lnTo>
                    <a:pt x="4031367" y="1365176"/>
                  </a:lnTo>
                  <a:lnTo>
                    <a:pt x="3971194" y="1343552"/>
                  </a:lnTo>
                  <a:lnTo>
                    <a:pt x="3914710" y="1319708"/>
                  </a:lnTo>
                  <a:lnTo>
                    <a:pt x="3861182" y="1293491"/>
                  </a:lnTo>
                  <a:lnTo>
                    <a:pt x="3820202" y="1270853"/>
                  </a:lnTo>
                  <a:lnTo>
                    <a:pt x="3767036" y="1238074"/>
                  </a:lnTo>
                  <a:lnTo>
                    <a:pt x="3715376" y="1202453"/>
                  </a:lnTo>
                  <a:lnTo>
                    <a:pt x="3664738" y="1163937"/>
                  </a:lnTo>
                  <a:lnTo>
                    <a:pt x="3614749" y="1122541"/>
                  </a:lnTo>
                  <a:lnTo>
                    <a:pt x="3565126" y="1078353"/>
                  </a:lnTo>
                  <a:lnTo>
                    <a:pt x="3515666" y="1031544"/>
                  </a:lnTo>
                  <a:lnTo>
                    <a:pt x="3466233" y="982369"/>
                  </a:lnTo>
                  <a:lnTo>
                    <a:pt x="3416746" y="931165"/>
                  </a:lnTo>
                  <a:lnTo>
                    <a:pt x="3367172" y="878344"/>
                  </a:lnTo>
                  <a:lnTo>
                    <a:pt x="3317518" y="824381"/>
                  </a:lnTo>
                  <a:lnTo>
                    <a:pt x="3267812" y="769797"/>
                  </a:lnTo>
                  <a:lnTo>
                    <a:pt x="3218100" y="715140"/>
                  </a:lnTo>
                  <a:lnTo>
                    <a:pt x="3168428" y="660959"/>
                  </a:lnTo>
                  <a:lnTo>
                    <a:pt x="3118832" y="607785"/>
                  </a:lnTo>
                  <a:lnTo>
                    <a:pt x="3069323" y="556107"/>
                  </a:lnTo>
                  <a:lnTo>
                    <a:pt x="3019881" y="506356"/>
                  </a:lnTo>
                  <a:lnTo>
                    <a:pt x="2970439" y="458889"/>
                  </a:lnTo>
                  <a:lnTo>
                    <a:pt x="2920877" y="413983"/>
                  </a:lnTo>
                  <a:lnTo>
                    <a:pt x="2871009" y="371831"/>
                  </a:lnTo>
                  <a:lnTo>
                    <a:pt x="2820576" y="332544"/>
                  </a:lnTo>
                  <a:lnTo>
                    <a:pt x="2769231" y="296154"/>
                  </a:lnTo>
                  <a:lnTo>
                    <a:pt x="2716521" y="262627"/>
                  </a:lnTo>
                  <a:lnTo>
                    <a:pt x="2702183" y="254170"/>
                  </a:lnTo>
                  <a:lnTo>
                    <a:pt x="2650538" y="226011"/>
                  </a:lnTo>
                  <a:lnTo>
                    <a:pt x="2596466" y="200285"/>
                  </a:lnTo>
                  <a:lnTo>
                    <a:pt x="2539293" y="176906"/>
                  </a:lnTo>
                  <a:lnTo>
                    <a:pt x="2478279" y="155709"/>
                  </a:lnTo>
                  <a:lnTo>
                    <a:pt x="2412655" y="136495"/>
                  </a:lnTo>
                  <a:lnTo>
                    <a:pt x="2341668" y="119059"/>
                  </a:lnTo>
                  <a:lnTo>
                    <a:pt x="2264630" y="103208"/>
                  </a:lnTo>
                  <a:lnTo>
                    <a:pt x="2180983" y="88771"/>
                  </a:lnTo>
                  <a:lnTo>
                    <a:pt x="2090390" y="75608"/>
                  </a:lnTo>
                  <a:lnTo>
                    <a:pt x="1992850" y="63610"/>
                  </a:lnTo>
                  <a:lnTo>
                    <a:pt x="1888833" y="52700"/>
                  </a:lnTo>
                  <a:lnTo>
                    <a:pt x="1779421" y="42838"/>
                  </a:lnTo>
                  <a:lnTo>
                    <a:pt x="1666437" y="34010"/>
                  </a:lnTo>
                  <a:lnTo>
                    <a:pt x="1552502" y="26226"/>
                  </a:lnTo>
                  <a:lnTo>
                    <a:pt x="1440975" y="19509"/>
                  </a:lnTo>
                  <a:lnTo>
                    <a:pt x="1335735" y="13876"/>
                  </a:lnTo>
                  <a:lnTo>
                    <a:pt x="1240776" y="9328"/>
                  </a:lnTo>
                  <a:lnTo>
                    <a:pt x="1159659" y="5830"/>
                  </a:lnTo>
                  <a:lnTo>
                    <a:pt x="1094940" y="3304"/>
                  </a:lnTo>
                  <a:lnTo>
                    <a:pt x="1047689" y="1628"/>
                  </a:lnTo>
                  <a:lnTo>
                    <a:pt x="1017236" y="643"/>
                  </a:lnTo>
                  <a:lnTo>
                    <a:pt x="1001169" y="168"/>
                  </a:lnTo>
                  <a:lnTo>
                    <a:pt x="995512" y="1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7" name="pl156"/>
            <p:cNvSpPr/>
            <p:nvPr/>
          </p:nvSpPr>
          <p:spPr>
            <a:xfrm>
              <a:off x="1199187" y="2667318"/>
              <a:ext cx="12049831" cy="3579353"/>
            </a:xfrm>
            <a:custGeom>
              <a:avLst/>
              <a:pathLst>
                <a:path w="12049831" h="3579353">
                  <a:moveTo>
                    <a:pt x="0" y="0"/>
                  </a:moveTo>
                  <a:lnTo>
                    <a:pt x="994940" y="0"/>
                  </a:lnTo>
                  <a:lnTo>
                    <a:pt x="996058" y="28"/>
                  </a:lnTo>
                  <a:lnTo>
                    <a:pt x="1003440" y="232"/>
                  </a:lnTo>
                  <a:lnTo>
                    <a:pt x="1022154" y="796"/>
                  </a:lnTo>
                  <a:lnTo>
                    <a:pt x="1055878" y="1907"/>
                  </a:lnTo>
                  <a:lnTo>
                    <a:pt x="1106681" y="3744"/>
                  </a:lnTo>
                  <a:lnTo>
                    <a:pt x="1174870" y="6458"/>
                  </a:lnTo>
                  <a:lnTo>
                    <a:pt x="1259046" y="10165"/>
                  </a:lnTo>
                  <a:lnTo>
                    <a:pt x="1356404" y="14932"/>
                  </a:lnTo>
                  <a:lnTo>
                    <a:pt x="1463247" y="20786"/>
                  </a:lnTo>
                  <a:lnTo>
                    <a:pt x="1575565" y="27722"/>
                  </a:lnTo>
                  <a:lnTo>
                    <a:pt x="1689557" y="35719"/>
                  </a:lnTo>
                  <a:lnTo>
                    <a:pt x="1802002" y="44757"/>
                  </a:lnTo>
                  <a:lnTo>
                    <a:pt x="1910440" y="54830"/>
                  </a:lnTo>
                  <a:lnTo>
                    <a:pt x="2013208" y="65956"/>
                  </a:lnTo>
                  <a:lnTo>
                    <a:pt x="2109357" y="78184"/>
                  </a:lnTo>
                  <a:lnTo>
                    <a:pt x="2198526" y="91596"/>
                  </a:lnTo>
                  <a:lnTo>
                    <a:pt x="2280795" y="106307"/>
                  </a:lnTo>
                  <a:lnTo>
                    <a:pt x="2356554" y="122466"/>
                  </a:lnTo>
                  <a:lnTo>
                    <a:pt x="2426393" y="140247"/>
                  </a:lnTo>
                  <a:lnTo>
                    <a:pt x="2491018" y="159847"/>
                  </a:lnTo>
                  <a:lnTo>
                    <a:pt x="2551191" y="181472"/>
                  </a:lnTo>
                  <a:lnTo>
                    <a:pt x="2607675" y="205316"/>
                  </a:lnTo>
                  <a:lnTo>
                    <a:pt x="2661203" y="231532"/>
                  </a:lnTo>
                  <a:lnTo>
                    <a:pt x="2702183" y="254170"/>
                  </a:lnTo>
                  <a:lnTo>
                    <a:pt x="2755349" y="286950"/>
                  </a:lnTo>
                  <a:lnTo>
                    <a:pt x="2807009" y="322571"/>
                  </a:lnTo>
                  <a:lnTo>
                    <a:pt x="2857647" y="361086"/>
                  </a:lnTo>
                  <a:lnTo>
                    <a:pt x="2907636" y="402483"/>
                  </a:lnTo>
                  <a:lnTo>
                    <a:pt x="2957259" y="446671"/>
                  </a:lnTo>
                  <a:lnTo>
                    <a:pt x="3006719" y="493480"/>
                  </a:lnTo>
                  <a:lnTo>
                    <a:pt x="3056152" y="542654"/>
                  </a:lnTo>
                  <a:lnTo>
                    <a:pt x="3105639" y="593858"/>
                  </a:lnTo>
                  <a:lnTo>
                    <a:pt x="3155213" y="646679"/>
                  </a:lnTo>
                  <a:lnTo>
                    <a:pt x="3204867" y="700643"/>
                  </a:lnTo>
                  <a:lnTo>
                    <a:pt x="3254573" y="755226"/>
                  </a:lnTo>
                  <a:lnTo>
                    <a:pt x="3304285" y="809884"/>
                  </a:lnTo>
                  <a:lnTo>
                    <a:pt x="3353957" y="864065"/>
                  </a:lnTo>
                  <a:lnTo>
                    <a:pt x="3403553" y="917239"/>
                  </a:lnTo>
                  <a:lnTo>
                    <a:pt x="3453062" y="968916"/>
                  </a:lnTo>
                  <a:lnTo>
                    <a:pt x="3502504" y="1018668"/>
                  </a:lnTo>
                  <a:lnTo>
                    <a:pt x="3551946" y="1066135"/>
                  </a:lnTo>
                  <a:lnTo>
                    <a:pt x="3601508" y="1111041"/>
                  </a:lnTo>
                  <a:lnTo>
                    <a:pt x="3651376" y="1153193"/>
                  </a:lnTo>
                  <a:lnTo>
                    <a:pt x="3701809" y="1192480"/>
                  </a:lnTo>
                  <a:lnTo>
                    <a:pt x="3753154" y="1228869"/>
                  </a:lnTo>
                  <a:lnTo>
                    <a:pt x="3805864" y="1262397"/>
                  </a:lnTo>
                  <a:lnTo>
                    <a:pt x="3820202" y="1270853"/>
                  </a:lnTo>
                  <a:lnTo>
                    <a:pt x="3871847" y="1299012"/>
                  </a:lnTo>
                  <a:lnTo>
                    <a:pt x="3925919" y="1324738"/>
                  </a:lnTo>
                  <a:lnTo>
                    <a:pt x="3983092" y="1348117"/>
                  </a:lnTo>
                  <a:lnTo>
                    <a:pt x="4044106" y="1369314"/>
                  </a:lnTo>
                  <a:lnTo>
                    <a:pt x="4109730" y="1388529"/>
                  </a:lnTo>
                  <a:lnTo>
                    <a:pt x="4180717" y="1405965"/>
                  </a:lnTo>
                  <a:lnTo>
                    <a:pt x="4257755" y="1421816"/>
                  </a:lnTo>
                  <a:lnTo>
                    <a:pt x="4341402" y="1436252"/>
                  </a:lnTo>
                  <a:lnTo>
                    <a:pt x="4431995" y="1449415"/>
                  </a:lnTo>
                  <a:lnTo>
                    <a:pt x="4529535" y="1461414"/>
                  </a:lnTo>
                  <a:lnTo>
                    <a:pt x="4633552" y="1472323"/>
                  </a:lnTo>
                  <a:lnTo>
                    <a:pt x="4742964" y="1482185"/>
                  </a:lnTo>
                  <a:lnTo>
                    <a:pt x="4855948" y="1491013"/>
                  </a:lnTo>
                  <a:lnTo>
                    <a:pt x="4969883" y="1498797"/>
                  </a:lnTo>
                  <a:lnTo>
                    <a:pt x="5081410" y="1505515"/>
                  </a:lnTo>
                  <a:lnTo>
                    <a:pt x="5186650" y="1511148"/>
                  </a:lnTo>
                  <a:lnTo>
                    <a:pt x="5281609" y="1515696"/>
                  </a:lnTo>
                  <a:lnTo>
                    <a:pt x="5362726" y="1519194"/>
                  </a:lnTo>
                  <a:lnTo>
                    <a:pt x="5427445" y="1521719"/>
                  </a:lnTo>
                  <a:lnTo>
                    <a:pt x="5474696" y="1523395"/>
                  </a:lnTo>
                  <a:lnTo>
                    <a:pt x="5505149" y="1524380"/>
                  </a:lnTo>
                  <a:lnTo>
                    <a:pt x="5521216" y="1524856"/>
                  </a:lnTo>
                  <a:lnTo>
                    <a:pt x="5526873" y="1525010"/>
                  </a:lnTo>
                  <a:lnTo>
                    <a:pt x="5527445" y="1525024"/>
                  </a:lnTo>
                  <a:lnTo>
                    <a:pt x="6522385" y="1525024"/>
                  </a:lnTo>
                  <a:lnTo>
                    <a:pt x="6523489" y="1525062"/>
                  </a:lnTo>
                  <a:lnTo>
                    <a:pt x="6530778" y="1525333"/>
                  </a:lnTo>
                  <a:lnTo>
                    <a:pt x="6549264" y="1526083"/>
                  </a:lnTo>
                  <a:lnTo>
                    <a:pt x="6582591" y="1527560"/>
                  </a:lnTo>
                  <a:lnTo>
                    <a:pt x="6632829" y="1530002"/>
                  </a:lnTo>
                  <a:lnTo>
                    <a:pt x="6700315" y="1533612"/>
                  </a:lnTo>
                  <a:lnTo>
                    <a:pt x="6783705" y="1538544"/>
                  </a:lnTo>
                  <a:lnTo>
                    <a:pt x="6880265" y="1544890"/>
                  </a:lnTo>
                  <a:lnTo>
                    <a:pt x="6986363" y="1552687"/>
                  </a:lnTo>
                  <a:lnTo>
                    <a:pt x="7098044" y="1561930"/>
                  </a:lnTo>
                  <a:lnTo>
                    <a:pt x="7211539" y="1572591"/>
                  </a:lnTo>
                  <a:lnTo>
                    <a:pt x="7323635" y="1584644"/>
                  </a:lnTo>
                  <a:lnTo>
                    <a:pt x="7431868" y="1598078"/>
                  </a:lnTo>
                  <a:lnTo>
                    <a:pt x="7534552" y="1612915"/>
                  </a:lnTo>
                  <a:lnTo>
                    <a:pt x="7630715" y="1629218"/>
                  </a:lnTo>
                  <a:lnTo>
                    <a:pt x="7719967" y="1647094"/>
                  </a:lnTo>
                  <a:lnTo>
                    <a:pt x="7802362" y="1666693"/>
                  </a:lnTo>
                  <a:lnTo>
                    <a:pt x="7878266" y="1688208"/>
                  </a:lnTo>
                  <a:lnTo>
                    <a:pt x="7948251" y="1711871"/>
                  </a:lnTo>
                  <a:lnTo>
                    <a:pt x="8013007" y="1737940"/>
                  </a:lnTo>
                  <a:lnTo>
                    <a:pt x="8073282" y="1766689"/>
                  </a:lnTo>
                  <a:lnTo>
                    <a:pt x="8129833" y="1798378"/>
                  </a:lnTo>
                  <a:lnTo>
                    <a:pt x="8183385" y="1833221"/>
                  </a:lnTo>
                  <a:lnTo>
                    <a:pt x="8229629" y="1867412"/>
                  </a:lnTo>
                  <a:lnTo>
                    <a:pt x="8278842" y="1908104"/>
                  </a:lnTo>
                  <a:lnTo>
                    <a:pt x="8326733" y="1952061"/>
                  </a:lnTo>
                  <a:lnTo>
                    <a:pt x="8373696" y="1999347"/>
                  </a:lnTo>
                  <a:lnTo>
                    <a:pt x="8420041" y="2049963"/>
                  </a:lnTo>
                  <a:lnTo>
                    <a:pt x="8466008" y="2103834"/>
                  </a:lnTo>
                  <a:lnTo>
                    <a:pt x="8511778" y="2160810"/>
                  </a:lnTo>
                  <a:lnTo>
                    <a:pt x="8557480" y="2220656"/>
                  </a:lnTo>
                  <a:lnTo>
                    <a:pt x="8603197" y="2283056"/>
                  </a:lnTo>
                  <a:lnTo>
                    <a:pt x="8648977" y="2347614"/>
                  </a:lnTo>
                  <a:lnTo>
                    <a:pt x="8694832" y="2413868"/>
                  </a:lnTo>
                  <a:lnTo>
                    <a:pt x="8740752" y="2481294"/>
                  </a:lnTo>
                  <a:lnTo>
                    <a:pt x="8786710" y="2549329"/>
                  </a:lnTo>
                  <a:lnTo>
                    <a:pt x="8832669" y="2617389"/>
                  </a:lnTo>
                  <a:lnTo>
                    <a:pt x="8878593" y="2684888"/>
                  </a:lnTo>
                  <a:lnTo>
                    <a:pt x="8924454" y="2751260"/>
                  </a:lnTo>
                  <a:lnTo>
                    <a:pt x="8970240" y="2815980"/>
                  </a:lnTo>
                  <a:lnTo>
                    <a:pt x="9015962" y="2878577"/>
                  </a:lnTo>
                  <a:lnTo>
                    <a:pt x="9061662" y="2938651"/>
                  </a:lnTo>
                  <a:lnTo>
                    <a:pt x="9107422" y="2995877"/>
                  </a:lnTo>
                  <a:lnTo>
                    <a:pt x="9153366" y="3050016"/>
                  </a:lnTo>
                  <a:lnTo>
                    <a:pt x="9199671" y="3100909"/>
                  </a:lnTo>
                  <a:lnTo>
                    <a:pt x="9246571" y="3148476"/>
                  </a:lnTo>
                  <a:lnTo>
                    <a:pt x="9294371" y="3192711"/>
                  </a:lnTo>
                  <a:lnTo>
                    <a:pt x="9343455" y="3233672"/>
                  </a:lnTo>
                  <a:lnTo>
                    <a:pt x="9347647" y="3236964"/>
                  </a:lnTo>
                  <a:lnTo>
                    <a:pt x="9399063" y="3274738"/>
                  </a:lnTo>
                  <a:lnTo>
                    <a:pt x="9452880" y="3309263"/>
                  </a:lnTo>
                  <a:lnTo>
                    <a:pt x="9509765" y="3340652"/>
                  </a:lnTo>
                  <a:lnTo>
                    <a:pt x="9570449" y="3369124"/>
                  </a:lnTo>
                  <a:lnTo>
                    <a:pt x="9635688" y="3394944"/>
                  </a:lnTo>
                  <a:lnTo>
                    <a:pt x="9706228" y="3418383"/>
                  </a:lnTo>
                  <a:lnTo>
                    <a:pt x="9782750" y="3439700"/>
                  </a:lnTo>
                  <a:lnTo>
                    <a:pt x="9865809" y="3459121"/>
                  </a:lnTo>
                  <a:lnTo>
                    <a:pt x="9955747" y="3476835"/>
                  </a:lnTo>
                  <a:lnTo>
                    <a:pt x="10052579" y="3492990"/>
                  </a:lnTo>
                  <a:lnTo>
                    <a:pt x="10155865" y="3507687"/>
                  </a:lnTo>
                  <a:lnTo>
                    <a:pt x="10264567" y="3520984"/>
                  </a:lnTo>
                  <a:lnTo>
                    <a:pt x="10376924" y="3532900"/>
                  </a:lnTo>
                  <a:lnTo>
                    <a:pt x="10490394" y="3543423"/>
                  </a:lnTo>
                  <a:lnTo>
                    <a:pt x="10601697" y="3552524"/>
                  </a:lnTo>
                  <a:lnTo>
                    <a:pt x="10707029" y="3560178"/>
                  </a:lnTo>
                  <a:lnTo>
                    <a:pt x="10802440" y="3566381"/>
                  </a:lnTo>
                  <a:lnTo>
                    <a:pt x="10884363" y="3571177"/>
                  </a:lnTo>
                  <a:lnTo>
                    <a:pt x="10950181" y="3574665"/>
                  </a:lnTo>
                  <a:lnTo>
                    <a:pt x="10998706" y="3577002"/>
                  </a:lnTo>
                  <a:lnTo>
                    <a:pt x="11030449" y="3578396"/>
                  </a:lnTo>
                  <a:lnTo>
                    <a:pt x="11047644" y="3579087"/>
                  </a:lnTo>
                  <a:lnTo>
                    <a:pt x="11054079" y="3579325"/>
                  </a:lnTo>
                  <a:lnTo>
                    <a:pt x="11054891" y="3579353"/>
                  </a:lnTo>
                  <a:lnTo>
                    <a:pt x="12049831" y="3579353"/>
                  </a:lnTo>
                  <a:lnTo>
                    <a:pt x="12049831" y="35793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" name="pl157"/>
            <p:cNvSpPr/>
            <p:nvPr/>
          </p:nvSpPr>
          <p:spPr>
            <a:xfrm>
              <a:off x="1199187" y="2662077"/>
              <a:ext cx="12049831" cy="3579353"/>
            </a:xfrm>
            <a:custGeom>
              <a:avLst/>
              <a:pathLst>
                <a:path w="12049831" h="3579353">
                  <a:moveTo>
                    <a:pt x="12049831" y="3579353"/>
                  </a:moveTo>
                  <a:lnTo>
                    <a:pt x="11054891" y="3579353"/>
                  </a:lnTo>
                  <a:lnTo>
                    <a:pt x="11053787" y="3579314"/>
                  </a:lnTo>
                  <a:lnTo>
                    <a:pt x="11046498" y="3579043"/>
                  </a:lnTo>
                  <a:lnTo>
                    <a:pt x="11028013" y="3578294"/>
                  </a:lnTo>
                  <a:lnTo>
                    <a:pt x="10994685" y="3576817"/>
                  </a:lnTo>
                  <a:lnTo>
                    <a:pt x="10944447" y="3574375"/>
                  </a:lnTo>
                  <a:lnTo>
                    <a:pt x="10876961" y="3570764"/>
                  </a:lnTo>
                  <a:lnTo>
                    <a:pt x="10793571" y="3565833"/>
                  </a:lnTo>
                  <a:lnTo>
                    <a:pt x="10697012" y="3559487"/>
                  </a:lnTo>
                  <a:lnTo>
                    <a:pt x="10590913" y="3551690"/>
                  </a:lnTo>
                  <a:lnTo>
                    <a:pt x="10479233" y="3542447"/>
                  </a:lnTo>
                  <a:lnTo>
                    <a:pt x="10365738" y="3531785"/>
                  </a:lnTo>
                  <a:lnTo>
                    <a:pt x="10253641" y="3519733"/>
                  </a:lnTo>
                  <a:lnTo>
                    <a:pt x="10145409" y="3506299"/>
                  </a:lnTo>
                  <a:lnTo>
                    <a:pt x="10042724" y="3491462"/>
                  </a:lnTo>
                  <a:lnTo>
                    <a:pt x="9946561" y="3475158"/>
                  </a:lnTo>
                  <a:lnTo>
                    <a:pt x="9857309" y="3457282"/>
                  </a:lnTo>
                  <a:lnTo>
                    <a:pt x="9774914" y="3437684"/>
                  </a:lnTo>
                  <a:lnTo>
                    <a:pt x="9699010" y="3416168"/>
                  </a:lnTo>
                  <a:lnTo>
                    <a:pt x="9629025" y="3392506"/>
                  </a:lnTo>
                  <a:lnTo>
                    <a:pt x="9564269" y="3366437"/>
                  </a:lnTo>
                  <a:lnTo>
                    <a:pt x="9503994" y="3337688"/>
                  </a:lnTo>
                  <a:lnTo>
                    <a:pt x="9447444" y="3305998"/>
                  </a:lnTo>
                  <a:lnTo>
                    <a:pt x="9393892" y="3271155"/>
                  </a:lnTo>
                  <a:lnTo>
                    <a:pt x="9347647" y="3236964"/>
                  </a:lnTo>
                  <a:lnTo>
                    <a:pt x="9298434" y="3196273"/>
                  </a:lnTo>
                  <a:lnTo>
                    <a:pt x="9250543" y="3152316"/>
                  </a:lnTo>
                  <a:lnTo>
                    <a:pt x="9203580" y="3105029"/>
                  </a:lnTo>
                  <a:lnTo>
                    <a:pt x="9157235" y="3054414"/>
                  </a:lnTo>
                  <a:lnTo>
                    <a:pt x="9111268" y="3000542"/>
                  </a:lnTo>
                  <a:lnTo>
                    <a:pt x="9065499" y="2943567"/>
                  </a:lnTo>
                  <a:lnTo>
                    <a:pt x="9019797" y="2883721"/>
                  </a:lnTo>
                  <a:lnTo>
                    <a:pt x="8974079" y="2821321"/>
                  </a:lnTo>
                  <a:lnTo>
                    <a:pt x="8928300" y="2756762"/>
                  </a:lnTo>
                  <a:lnTo>
                    <a:pt x="8882445" y="2690509"/>
                  </a:lnTo>
                  <a:lnTo>
                    <a:pt x="8836525" y="2623083"/>
                  </a:lnTo>
                  <a:lnTo>
                    <a:pt x="8790567" y="2555048"/>
                  </a:lnTo>
                  <a:lnTo>
                    <a:pt x="8744608" y="2486988"/>
                  </a:lnTo>
                  <a:lnTo>
                    <a:pt x="8698683" y="2419489"/>
                  </a:lnTo>
                  <a:lnTo>
                    <a:pt x="8652822" y="2353116"/>
                  </a:lnTo>
                  <a:lnTo>
                    <a:pt x="8607037" y="2288396"/>
                  </a:lnTo>
                  <a:lnTo>
                    <a:pt x="8561315" y="2225799"/>
                  </a:lnTo>
                  <a:lnTo>
                    <a:pt x="8515614" y="2165726"/>
                  </a:lnTo>
                  <a:lnTo>
                    <a:pt x="8469855" y="2108499"/>
                  </a:lnTo>
                  <a:lnTo>
                    <a:pt x="8423910" y="2054360"/>
                  </a:lnTo>
                  <a:lnTo>
                    <a:pt x="8377606" y="2003468"/>
                  </a:lnTo>
                  <a:lnTo>
                    <a:pt x="8330705" y="1955901"/>
                  </a:lnTo>
                  <a:lnTo>
                    <a:pt x="8282906" y="1911666"/>
                  </a:lnTo>
                  <a:lnTo>
                    <a:pt x="8233821" y="1870704"/>
                  </a:lnTo>
                  <a:lnTo>
                    <a:pt x="8229629" y="1867412"/>
                  </a:lnTo>
                  <a:lnTo>
                    <a:pt x="8178214" y="1829638"/>
                  </a:lnTo>
                  <a:lnTo>
                    <a:pt x="8124396" y="1795113"/>
                  </a:lnTo>
                  <a:lnTo>
                    <a:pt x="8067511" y="1763724"/>
                  </a:lnTo>
                  <a:lnTo>
                    <a:pt x="8006828" y="1735252"/>
                  </a:lnTo>
                  <a:lnTo>
                    <a:pt x="7941588" y="1709433"/>
                  </a:lnTo>
                  <a:lnTo>
                    <a:pt x="7871049" y="1685993"/>
                  </a:lnTo>
                  <a:lnTo>
                    <a:pt x="7794527" y="1664677"/>
                  </a:lnTo>
                  <a:lnTo>
                    <a:pt x="7711467" y="1645256"/>
                  </a:lnTo>
                  <a:lnTo>
                    <a:pt x="7621530" y="1627541"/>
                  </a:lnTo>
                  <a:lnTo>
                    <a:pt x="7524697" y="1611387"/>
                  </a:lnTo>
                  <a:lnTo>
                    <a:pt x="7421411" y="1596690"/>
                  </a:lnTo>
                  <a:lnTo>
                    <a:pt x="7312710" y="1583393"/>
                  </a:lnTo>
                  <a:lnTo>
                    <a:pt x="7200353" y="1571477"/>
                  </a:lnTo>
                  <a:lnTo>
                    <a:pt x="7086883" y="1560954"/>
                  </a:lnTo>
                  <a:lnTo>
                    <a:pt x="6975579" y="1551853"/>
                  </a:lnTo>
                  <a:lnTo>
                    <a:pt x="6870247" y="1544199"/>
                  </a:lnTo>
                  <a:lnTo>
                    <a:pt x="6774836" y="1537995"/>
                  </a:lnTo>
                  <a:lnTo>
                    <a:pt x="6692914" y="1533199"/>
                  </a:lnTo>
                  <a:lnTo>
                    <a:pt x="6627096" y="1529712"/>
                  </a:lnTo>
                  <a:lnTo>
                    <a:pt x="6578571" y="1527375"/>
                  </a:lnTo>
                  <a:lnTo>
                    <a:pt x="6546827" y="1525980"/>
                  </a:lnTo>
                  <a:lnTo>
                    <a:pt x="6529633" y="1525289"/>
                  </a:lnTo>
                  <a:lnTo>
                    <a:pt x="6523198" y="1525052"/>
                  </a:lnTo>
                  <a:lnTo>
                    <a:pt x="6522385" y="1525024"/>
                  </a:lnTo>
                  <a:lnTo>
                    <a:pt x="5527445" y="1525024"/>
                  </a:lnTo>
                  <a:lnTo>
                    <a:pt x="5526327" y="1524995"/>
                  </a:lnTo>
                  <a:lnTo>
                    <a:pt x="5518945" y="1524791"/>
                  </a:lnTo>
                  <a:lnTo>
                    <a:pt x="5500231" y="1524228"/>
                  </a:lnTo>
                  <a:lnTo>
                    <a:pt x="5466507" y="1523116"/>
                  </a:lnTo>
                  <a:lnTo>
                    <a:pt x="5415704" y="1521280"/>
                  </a:lnTo>
                  <a:lnTo>
                    <a:pt x="5347515" y="1518565"/>
                  </a:lnTo>
                  <a:lnTo>
                    <a:pt x="5263339" y="1514859"/>
                  </a:lnTo>
                  <a:lnTo>
                    <a:pt x="5165981" y="1510092"/>
                  </a:lnTo>
                  <a:lnTo>
                    <a:pt x="5059138" y="1504238"/>
                  </a:lnTo>
                  <a:lnTo>
                    <a:pt x="4946820" y="1497302"/>
                  </a:lnTo>
                  <a:lnTo>
                    <a:pt x="4832828" y="1489304"/>
                  </a:lnTo>
                  <a:lnTo>
                    <a:pt x="4720383" y="1480266"/>
                  </a:lnTo>
                  <a:lnTo>
                    <a:pt x="4611945" y="1470193"/>
                  </a:lnTo>
                  <a:lnTo>
                    <a:pt x="4509177" y="1459067"/>
                  </a:lnTo>
                  <a:lnTo>
                    <a:pt x="4413028" y="1446839"/>
                  </a:lnTo>
                  <a:lnTo>
                    <a:pt x="4323859" y="1433428"/>
                  </a:lnTo>
                  <a:lnTo>
                    <a:pt x="4241590" y="1418716"/>
                  </a:lnTo>
                  <a:lnTo>
                    <a:pt x="4165831" y="1402558"/>
                  </a:lnTo>
                  <a:lnTo>
                    <a:pt x="4095992" y="1384777"/>
                  </a:lnTo>
                  <a:lnTo>
                    <a:pt x="4031367" y="1365176"/>
                  </a:lnTo>
                  <a:lnTo>
                    <a:pt x="3971194" y="1343552"/>
                  </a:lnTo>
                  <a:lnTo>
                    <a:pt x="3914710" y="1319708"/>
                  </a:lnTo>
                  <a:lnTo>
                    <a:pt x="3861182" y="1293491"/>
                  </a:lnTo>
                  <a:lnTo>
                    <a:pt x="3820202" y="1270853"/>
                  </a:lnTo>
                  <a:lnTo>
                    <a:pt x="3767036" y="1238074"/>
                  </a:lnTo>
                  <a:lnTo>
                    <a:pt x="3715376" y="1202453"/>
                  </a:lnTo>
                  <a:lnTo>
                    <a:pt x="3664738" y="1163937"/>
                  </a:lnTo>
                  <a:lnTo>
                    <a:pt x="3614749" y="1122541"/>
                  </a:lnTo>
                  <a:lnTo>
                    <a:pt x="3565126" y="1078353"/>
                  </a:lnTo>
                  <a:lnTo>
                    <a:pt x="3515666" y="1031544"/>
                  </a:lnTo>
                  <a:lnTo>
                    <a:pt x="3466233" y="982369"/>
                  </a:lnTo>
                  <a:lnTo>
                    <a:pt x="3416746" y="931165"/>
                  </a:lnTo>
                  <a:lnTo>
                    <a:pt x="3367172" y="878344"/>
                  </a:lnTo>
                  <a:lnTo>
                    <a:pt x="3317518" y="824381"/>
                  </a:lnTo>
                  <a:lnTo>
                    <a:pt x="3267812" y="769797"/>
                  </a:lnTo>
                  <a:lnTo>
                    <a:pt x="3218100" y="715140"/>
                  </a:lnTo>
                  <a:lnTo>
                    <a:pt x="3168428" y="660959"/>
                  </a:lnTo>
                  <a:lnTo>
                    <a:pt x="3118832" y="607785"/>
                  </a:lnTo>
                  <a:lnTo>
                    <a:pt x="3069323" y="556107"/>
                  </a:lnTo>
                  <a:lnTo>
                    <a:pt x="3019881" y="506356"/>
                  </a:lnTo>
                  <a:lnTo>
                    <a:pt x="2970439" y="458889"/>
                  </a:lnTo>
                  <a:lnTo>
                    <a:pt x="2920877" y="413983"/>
                  </a:lnTo>
                  <a:lnTo>
                    <a:pt x="2871009" y="371831"/>
                  </a:lnTo>
                  <a:lnTo>
                    <a:pt x="2820576" y="332544"/>
                  </a:lnTo>
                  <a:lnTo>
                    <a:pt x="2769231" y="296154"/>
                  </a:lnTo>
                  <a:lnTo>
                    <a:pt x="2716521" y="262627"/>
                  </a:lnTo>
                  <a:lnTo>
                    <a:pt x="2702183" y="254170"/>
                  </a:lnTo>
                  <a:lnTo>
                    <a:pt x="2650538" y="226011"/>
                  </a:lnTo>
                  <a:lnTo>
                    <a:pt x="2596466" y="200285"/>
                  </a:lnTo>
                  <a:lnTo>
                    <a:pt x="2539293" y="176906"/>
                  </a:lnTo>
                  <a:lnTo>
                    <a:pt x="2478279" y="155709"/>
                  </a:lnTo>
                  <a:lnTo>
                    <a:pt x="2412655" y="136495"/>
                  </a:lnTo>
                  <a:lnTo>
                    <a:pt x="2341668" y="119059"/>
                  </a:lnTo>
                  <a:lnTo>
                    <a:pt x="2264630" y="103208"/>
                  </a:lnTo>
                  <a:lnTo>
                    <a:pt x="2180983" y="88771"/>
                  </a:lnTo>
                  <a:lnTo>
                    <a:pt x="2090390" y="75608"/>
                  </a:lnTo>
                  <a:lnTo>
                    <a:pt x="1992850" y="63610"/>
                  </a:lnTo>
                  <a:lnTo>
                    <a:pt x="1888833" y="52700"/>
                  </a:lnTo>
                  <a:lnTo>
                    <a:pt x="1779421" y="42838"/>
                  </a:lnTo>
                  <a:lnTo>
                    <a:pt x="1666437" y="34010"/>
                  </a:lnTo>
                  <a:lnTo>
                    <a:pt x="1552502" y="26226"/>
                  </a:lnTo>
                  <a:lnTo>
                    <a:pt x="1440975" y="19509"/>
                  </a:lnTo>
                  <a:lnTo>
                    <a:pt x="1335735" y="13876"/>
                  </a:lnTo>
                  <a:lnTo>
                    <a:pt x="1240776" y="9328"/>
                  </a:lnTo>
                  <a:lnTo>
                    <a:pt x="1159659" y="5830"/>
                  </a:lnTo>
                  <a:lnTo>
                    <a:pt x="1094940" y="3304"/>
                  </a:lnTo>
                  <a:lnTo>
                    <a:pt x="1047689" y="1628"/>
                  </a:lnTo>
                  <a:lnTo>
                    <a:pt x="1017236" y="643"/>
                  </a:lnTo>
                  <a:lnTo>
                    <a:pt x="1001169" y="168"/>
                  </a:lnTo>
                  <a:lnTo>
                    <a:pt x="995512" y="1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" name="pg158"/>
            <p:cNvSpPr/>
            <p:nvPr/>
          </p:nvSpPr>
          <p:spPr>
            <a:xfrm>
              <a:off x="1199187" y="2452452"/>
              <a:ext cx="12049831" cy="2300638"/>
            </a:xfrm>
            <a:custGeom>
              <a:avLst/>
              <a:pathLst>
                <a:path w="12049831" h="2300638">
                  <a:moveTo>
                    <a:pt x="0" y="524063"/>
                  </a:moveTo>
                  <a:lnTo>
                    <a:pt x="994940" y="524063"/>
                  </a:lnTo>
                  <a:lnTo>
                    <a:pt x="996052" y="524096"/>
                  </a:lnTo>
                  <a:lnTo>
                    <a:pt x="1003392" y="524332"/>
                  </a:lnTo>
                  <a:lnTo>
                    <a:pt x="1022006" y="524985"/>
                  </a:lnTo>
                  <a:lnTo>
                    <a:pt x="1055554" y="526272"/>
                  </a:lnTo>
                  <a:lnTo>
                    <a:pt x="1106107" y="528400"/>
                  </a:lnTo>
                  <a:lnTo>
                    <a:pt x="1173987" y="531544"/>
                  </a:lnTo>
                  <a:lnTo>
                    <a:pt x="1257815" y="535839"/>
                  </a:lnTo>
                  <a:lnTo>
                    <a:pt x="1354821" y="541363"/>
                  </a:lnTo>
                  <a:lnTo>
                    <a:pt x="1461336" y="548149"/>
                  </a:lnTo>
                  <a:lnTo>
                    <a:pt x="1573374" y="556190"/>
                  </a:lnTo>
                  <a:lnTo>
                    <a:pt x="1687148" y="565464"/>
                  </a:lnTo>
                  <a:lnTo>
                    <a:pt x="1799439" y="575947"/>
                  </a:lnTo>
                  <a:lnTo>
                    <a:pt x="1907788" y="587629"/>
                  </a:lnTo>
                  <a:lnTo>
                    <a:pt x="2010520" y="600533"/>
                  </a:lnTo>
                  <a:lnTo>
                    <a:pt x="2106676" y="614714"/>
                  </a:lnTo>
                  <a:lnTo>
                    <a:pt x="2195882" y="630265"/>
                  </a:lnTo>
                  <a:lnTo>
                    <a:pt x="2278207" y="647319"/>
                  </a:lnTo>
                  <a:lnTo>
                    <a:pt x="2354030" y="666047"/>
                  </a:lnTo>
                  <a:lnTo>
                    <a:pt x="2423933" y="686650"/>
                  </a:lnTo>
                  <a:lnTo>
                    <a:pt x="2488616" y="709355"/>
                  </a:lnTo>
                  <a:lnTo>
                    <a:pt x="2548833" y="734401"/>
                  </a:lnTo>
                  <a:lnTo>
                    <a:pt x="2605346" y="762013"/>
                  </a:lnTo>
                  <a:lnTo>
                    <a:pt x="2658884" y="792374"/>
                  </a:lnTo>
                  <a:lnTo>
                    <a:pt x="2702183" y="820159"/>
                  </a:lnTo>
                  <a:lnTo>
                    <a:pt x="2753425" y="856883"/>
                  </a:lnTo>
                  <a:lnTo>
                    <a:pt x="2803251" y="896676"/>
                  </a:lnTo>
                  <a:lnTo>
                    <a:pt x="2852100" y="939596"/>
                  </a:lnTo>
                  <a:lnTo>
                    <a:pt x="2900314" y="985636"/>
                  </a:lnTo>
                  <a:lnTo>
                    <a:pt x="2948154" y="1034713"/>
                  </a:lnTo>
                  <a:lnTo>
                    <a:pt x="2995814" y="1086664"/>
                  </a:lnTo>
                  <a:lnTo>
                    <a:pt x="3043427" y="1141242"/>
                  </a:lnTo>
                  <a:lnTo>
                    <a:pt x="3091076" y="1198115"/>
                  </a:lnTo>
                  <a:lnTo>
                    <a:pt x="3138800" y="1256875"/>
                  </a:lnTo>
                  <a:lnTo>
                    <a:pt x="3186604" y="1317047"/>
                  </a:lnTo>
                  <a:lnTo>
                    <a:pt x="3234468" y="1378101"/>
                  </a:lnTo>
                  <a:lnTo>
                    <a:pt x="3282355" y="1439476"/>
                  </a:lnTo>
                  <a:lnTo>
                    <a:pt x="3330224" y="1500597"/>
                  </a:lnTo>
                  <a:lnTo>
                    <a:pt x="3378036" y="1560899"/>
                  </a:lnTo>
                  <a:lnTo>
                    <a:pt x="3425770" y="1619848"/>
                  </a:lnTo>
                  <a:lnTo>
                    <a:pt x="3473426" y="1676963"/>
                  </a:lnTo>
                  <a:lnTo>
                    <a:pt x="3521039" y="1731826"/>
                  </a:lnTo>
                  <a:lnTo>
                    <a:pt x="3568688" y="1784096"/>
                  </a:lnTo>
                  <a:lnTo>
                    <a:pt x="3616499" y="1833518"/>
                  </a:lnTo>
                  <a:lnTo>
                    <a:pt x="3664658" y="1879916"/>
                  </a:lnTo>
                  <a:lnTo>
                    <a:pt x="3713417" y="1923200"/>
                  </a:lnTo>
                  <a:lnTo>
                    <a:pt x="3763109" y="1963355"/>
                  </a:lnTo>
                  <a:lnTo>
                    <a:pt x="3814160" y="2000430"/>
                  </a:lnTo>
                  <a:lnTo>
                    <a:pt x="3820202" y="2004542"/>
                  </a:lnTo>
                  <a:lnTo>
                    <a:pt x="3871746" y="2037285"/>
                  </a:lnTo>
                  <a:lnTo>
                    <a:pt x="3925705" y="2067205"/>
                  </a:lnTo>
                  <a:lnTo>
                    <a:pt x="3982751" y="2094401"/>
                  </a:lnTo>
                  <a:lnTo>
                    <a:pt x="4043620" y="2119063"/>
                  </a:lnTo>
                  <a:lnTo>
                    <a:pt x="4109074" y="2141422"/>
                  </a:lnTo>
                  <a:lnTo>
                    <a:pt x="4179863" y="2161716"/>
                  </a:lnTo>
                  <a:lnTo>
                    <a:pt x="4256673" y="2180168"/>
                  </a:lnTo>
                  <a:lnTo>
                    <a:pt x="4340061" y="2196976"/>
                  </a:lnTo>
                  <a:lnTo>
                    <a:pt x="4430364" y="2212304"/>
                  </a:lnTo>
                  <a:lnTo>
                    <a:pt x="4527592" y="2226278"/>
                  </a:lnTo>
                  <a:lnTo>
                    <a:pt x="4631287" y="2238987"/>
                  </a:lnTo>
                  <a:lnTo>
                    <a:pt x="4740386" y="2250481"/>
                  </a:lnTo>
                  <a:lnTo>
                    <a:pt x="4853094" y="2260774"/>
                  </a:lnTo>
                  <a:lnTo>
                    <a:pt x="4966825" y="2269857"/>
                  </a:lnTo>
                  <a:lnTo>
                    <a:pt x="5078256" y="2277702"/>
                  </a:lnTo>
                  <a:lnTo>
                    <a:pt x="5183539" y="2284289"/>
                  </a:lnTo>
                  <a:lnTo>
                    <a:pt x="5278701" y="2289617"/>
                  </a:lnTo>
                  <a:lnTo>
                    <a:pt x="5360176" y="2293724"/>
                  </a:lnTo>
                  <a:lnTo>
                    <a:pt x="5425383" y="2296699"/>
                  </a:lnTo>
                  <a:lnTo>
                    <a:pt x="5473197" y="2298681"/>
                  </a:lnTo>
                  <a:lnTo>
                    <a:pt x="5504218" y="2299855"/>
                  </a:lnTo>
                  <a:lnTo>
                    <a:pt x="5520779" y="2300428"/>
                  </a:lnTo>
                  <a:lnTo>
                    <a:pt x="5526774" y="2300618"/>
                  </a:lnTo>
                  <a:lnTo>
                    <a:pt x="5527445" y="2300638"/>
                  </a:lnTo>
                  <a:lnTo>
                    <a:pt x="6522385" y="2300638"/>
                  </a:lnTo>
                  <a:lnTo>
                    <a:pt x="6523482" y="2300596"/>
                  </a:lnTo>
                  <a:lnTo>
                    <a:pt x="6530722" y="2300295"/>
                  </a:lnTo>
                  <a:lnTo>
                    <a:pt x="6549086" y="2299466"/>
                  </a:lnTo>
                  <a:lnTo>
                    <a:pt x="6582204" y="2297831"/>
                  </a:lnTo>
                  <a:lnTo>
                    <a:pt x="6632143" y="2295128"/>
                  </a:lnTo>
                  <a:lnTo>
                    <a:pt x="6699256" y="2291130"/>
                  </a:lnTo>
                  <a:lnTo>
                    <a:pt x="6782229" y="2285668"/>
                  </a:lnTo>
                  <a:lnTo>
                    <a:pt x="6878363" y="2278638"/>
                  </a:lnTo>
                  <a:lnTo>
                    <a:pt x="6984064" y="2269999"/>
                  </a:lnTo>
                  <a:lnTo>
                    <a:pt x="7095404" y="2259754"/>
                  </a:lnTo>
                  <a:lnTo>
                    <a:pt x="7208631" y="2247935"/>
                  </a:lnTo>
                  <a:lnTo>
                    <a:pt x="7320540" y="2234571"/>
                  </a:lnTo>
                  <a:lnTo>
                    <a:pt x="7428660" y="2219675"/>
                  </a:lnTo>
                  <a:lnTo>
                    <a:pt x="7531298" y="2203223"/>
                  </a:lnTo>
                  <a:lnTo>
                    <a:pt x="7627466" y="2185147"/>
                  </a:lnTo>
                  <a:lnTo>
                    <a:pt x="7716760" y="2165332"/>
                  </a:lnTo>
                  <a:lnTo>
                    <a:pt x="7799221" y="2143612"/>
                  </a:lnTo>
                  <a:lnTo>
                    <a:pt x="7875202" y="2119774"/>
                  </a:lnTo>
                  <a:lnTo>
                    <a:pt x="7945265" y="2093566"/>
                  </a:lnTo>
                  <a:lnTo>
                    <a:pt x="8010091" y="2064700"/>
                  </a:lnTo>
                  <a:lnTo>
                    <a:pt x="8070422" y="2032876"/>
                  </a:lnTo>
                  <a:lnTo>
                    <a:pt x="8127009" y="1997801"/>
                  </a:lnTo>
                  <a:lnTo>
                    <a:pt x="8180576" y="1959237"/>
                  </a:lnTo>
                  <a:lnTo>
                    <a:pt x="8229629" y="1918945"/>
                  </a:lnTo>
                  <a:lnTo>
                    <a:pt x="8277221" y="1875157"/>
                  </a:lnTo>
                  <a:lnTo>
                    <a:pt x="8323564" y="1827971"/>
                  </a:lnTo>
                  <a:lnTo>
                    <a:pt x="8369019" y="1777319"/>
                  </a:lnTo>
                  <a:lnTo>
                    <a:pt x="8413871" y="1723196"/>
                  </a:lnTo>
                  <a:lnTo>
                    <a:pt x="8458343" y="1665667"/>
                  </a:lnTo>
                  <a:lnTo>
                    <a:pt x="8502607" y="1604872"/>
                  </a:lnTo>
                  <a:lnTo>
                    <a:pt x="8546786" y="1541032"/>
                  </a:lnTo>
                  <a:lnTo>
                    <a:pt x="8590966" y="1474446"/>
                  </a:lnTo>
                  <a:lnTo>
                    <a:pt x="8635196" y="1405494"/>
                  </a:lnTo>
                  <a:lnTo>
                    <a:pt x="8679495" y="1334624"/>
                  </a:lnTo>
                  <a:lnTo>
                    <a:pt x="8723860" y="1262345"/>
                  </a:lnTo>
                  <a:lnTo>
                    <a:pt x="8768271" y="1189212"/>
                  </a:lnTo>
                  <a:lnTo>
                    <a:pt x="8812698" y="1115808"/>
                  </a:lnTo>
                  <a:lnTo>
                    <a:pt x="8857107" y="1042724"/>
                  </a:lnTo>
                  <a:lnTo>
                    <a:pt x="8901467" y="970542"/>
                  </a:lnTo>
                  <a:lnTo>
                    <a:pt x="8945760" y="899813"/>
                  </a:lnTo>
                  <a:lnTo>
                    <a:pt x="8989984" y="831041"/>
                  </a:lnTo>
                  <a:lnTo>
                    <a:pt x="9034162" y="764670"/>
                  </a:lnTo>
                  <a:lnTo>
                    <a:pt x="9078345" y="701073"/>
                  </a:lnTo>
                  <a:lnTo>
                    <a:pt x="9122621" y="640542"/>
                  </a:lnTo>
                  <a:lnTo>
                    <a:pt x="9167117" y="583292"/>
                  </a:lnTo>
                  <a:lnTo>
                    <a:pt x="9212010" y="529456"/>
                  </a:lnTo>
                  <a:lnTo>
                    <a:pt x="9257527" y="479094"/>
                  </a:lnTo>
                  <a:lnTo>
                    <a:pt x="9303959" y="432194"/>
                  </a:lnTo>
                  <a:lnTo>
                    <a:pt x="9347647" y="392174"/>
                  </a:lnTo>
                  <a:lnTo>
                    <a:pt x="9398940" y="350157"/>
                  </a:lnTo>
                  <a:lnTo>
                    <a:pt x="9452623" y="311747"/>
                  </a:lnTo>
                  <a:lnTo>
                    <a:pt x="9509355" y="276816"/>
                  </a:lnTo>
                  <a:lnTo>
                    <a:pt x="9569863" y="245125"/>
                  </a:lnTo>
                  <a:lnTo>
                    <a:pt x="9634898" y="216379"/>
                  </a:lnTo>
                  <a:lnTo>
                    <a:pt x="9705201" y="190278"/>
                  </a:lnTo>
                  <a:lnTo>
                    <a:pt x="9781449" y="166536"/>
                  </a:lnTo>
                  <a:lnTo>
                    <a:pt x="9864197" y="144901"/>
                  </a:lnTo>
                  <a:lnTo>
                    <a:pt x="9953787" y="125163"/>
                  </a:lnTo>
                  <a:lnTo>
                    <a:pt x="10050244" y="107159"/>
                  </a:lnTo>
                  <a:lnTo>
                    <a:pt x="10153141" y="90774"/>
                  </a:lnTo>
                  <a:lnTo>
                    <a:pt x="10261464" y="75944"/>
                  </a:lnTo>
                  <a:lnTo>
                    <a:pt x="10373485" y="62646"/>
                  </a:lnTo>
                  <a:lnTo>
                    <a:pt x="10486702" y="50894"/>
                  </a:lnTo>
                  <a:lnTo>
                    <a:pt x="10597880" y="40717"/>
                  </a:lnTo>
                  <a:lnTo>
                    <a:pt x="10703252" y="32146"/>
                  </a:lnTo>
                  <a:lnTo>
                    <a:pt x="10798892" y="25185"/>
                  </a:lnTo>
                  <a:lnTo>
                    <a:pt x="10881233" y="19789"/>
                  </a:lnTo>
                  <a:lnTo>
                    <a:pt x="10947627" y="15850"/>
                  </a:lnTo>
                  <a:lnTo>
                    <a:pt x="10996826" y="13198"/>
                  </a:lnTo>
                  <a:lnTo>
                    <a:pt x="11029258" y="11603"/>
                  </a:lnTo>
                  <a:lnTo>
                    <a:pt x="11047062" y="10801"/>
                  </a:lnTo>
                  <a:lnTo>
                    <a:pt x="11053927" y="10518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5" y="42"/>
                  </a:lnTo>
                  <a:lnTo>
                    <a:pt x="11046555" y="342"/>
                  </a:lnTo>
                  <a:lnTo>
                    <a:pt x="11028190" y="1171"/>
                  </a:lnTo>
                  <a:lnTo>
                    <a:pt x="10995072" y="2807"/>
                  </a:lnTo>
                  <a:lnTo>
                    <a:pt x="10945134" y="5510"/>
                  </a:lnTo>
                  <a:lnTo>
                    <a:pt x="10878020" y="9507"/>
                  </a:lnTo>
                  <a:lnTo>
                    <a:pt x="10795048" y="14969"/>
                  </a:lnTo>
                  <a:lnTo>
                    <a:pt x="10698913" y="21999"/>
                  </a:lnTo>
                  <a:lnTo>
                    <a:pt x="10593212" y="30639"/>
                  </a:lnTo>
                  <a:lnTo>
                    <a:pt x="10481873" y="40883"/>
                  </a:lnTo>
                  <a:lnTo>
                    <a:pt x="10368645" y="52703"/>
                  </a:lnTo>
                  <a:lnTo>
                    <a:pt x="10256737" y="66066"/>
                  </a:lnTo>
                  <a:lnTo>
                    <a:pt x="10148616" y="80962"/>
                  </a:lnTo>
                  <a:lnTo>
                    <a:pt x="10045978" y="97414"/>
                  </a:lnTo>
                  <a:lnTo>
                    <a:pt x="9949810" y="115490"/>
                  </a:lnTo>
                  <a:lnTo>
                    <a:pt x="9860516" y="135306"/>
                  </a:lnTo>
                  <a:lnTo>
                    <a:pt x="9778056" y="157026"/>
                  </a:lnTo>
                  <a:lnTo>
                    <a:pt x="9702074" y="180863"/>
                  </a:lnTo>
                  <a:lnTo>
                    <a:pt x="9632012" y="207072"/>
                  </a:lnTo>
                  <a:lnTo>
                    <a:pt x="9567185" y="235937"/>
                  </a:lnTo>
                  <a:lnTo>
                    <a:pt x="9506855" y="267762"/>
                  </a:lnTo>
                  <a:lnTo>
                    <a:pt x="9450267" y="302837"/>
                  </a:lnTo>
                  <a:lnTo>
                    <a:pt x="9396700" y="341400"/>
                  </a:lnTo>
                  <a:lnTo>
                    <a:pt x="9347647" y="381692"/>
                  </a:lnTo>
                  <a:lnTo>
                    <a:pt x="9300056" y="425481"/>
                  </a:lnTo>
                  <a:lnTo>
                    <a:pt x="9253712" y="472667"/>
                  </a:lnTo>
                  <a:lnTo>
                    <a:pt x="9208258" y="523318"/>
                  </a:lnTo>
                  <a:lnTo>
                    <a:pt x="9163406" y="577441"/>
                  </a:lnTo>
                  <a:lnTo>
                    <a:pt x="9118934" y="634970"/>
                  </a:lnTo>
                  <a:lnTo>
                    <a:pt x="9074670" y="695765"/>
                  </a:lnTo>
                  <a:lnTo>
                    <a:pt x="9030490" y="759606"/>
                  </a:lnTo>
                  <a:lnTo>
                    <a:pt x="8986310" y="826191"/>
                  </a:lnTo>
                  <a:lnTo>
                    <a:pt x="8942081" y="895143"/>
                  </a:lnTo>
                  <a:lnTo>
                    <a:pt x="8897782" y="966013"/>
                  </a:lnTo>
                  <a:lnTo>
                    <a:pt x="8853417" y="1038292"/>
                  </a:lnTo>
                  <a:lnTo>
                    <a:pt x="8809005" y="1111425"/>
                  </a:lnTo>
                  <a:lnTo>
                    <a:pt x="8764578" y="1184829"/>
                  </a:lnTo>
                  <a:lnTo>
                    <a:pt x="8720170" y="1257913"/>
                  </a:lnTo>
                  <a:lnTo>
                    <a:pt x="8675809" y="1330095"/>
                  </a:lnTo>
                  <a:lnTo>
                    <a:pt x="8631516" y="1400825"/>
                  </a:lnTo>
                  <a:lnTo>
                    <a:pt x="8587292" y="1469596"/>
                  </a:lnTo>
                  <a:lnTo>
                    <a:pt x="8543114" y="1535967"/>
                  </a:lnTo>
                  <a:lnTo>
                    <a:pt x="8498931" y="1599565"/>
                  </a:lnTo>
                  <a:lnTo>
                    <a:pt x="8454656" y="1660095"/>
                  </a:lnTo>
                  <a:lnTo>
                    <a:pt x="8410159" y="1717345"/>
                  </a:lnTo>
                  <a:lnTo>
                    <a:pt x="8365267" y="1771181"/>
                  </a:lnTo>
                  <a:lnTo>
                    <a:pt x="8319750" y="1821543"/>
                  </a:lnTo>
                  <a:lnTo>
                    <a:pt x="8273317" y="1868444"/>
                  </a:lnTo>
                  <a:lnTo>
                    <a:pt x="8229629" y="1908464"/>
                  </a:lnTo>
                  <a:lnTo>
                    <a:pt x="8178336" y="1950480"/>
                  </a:lnTo>
                  <a:lnTo>
                    <a:pt x="8124654" y="1988891"/>
                  </a:lnTo>
                  <a:lnTo>
                    <a:pt x="8067922" y="2023821"/>
                  </a:lnTo>
                  <a:lnTo>
                    <a:pt x="8007414" y="2055513"/>
                  </a:lnTo>
                  <a:lnTo>
                    <a:pt x="7942379" y="2084258"/>
                  </a:lnTo>
                  <a:lnTo>
                    <a:pt x="7872076" y="2110360"/>
                  </a:lnTo>
                  <a:lnTo>
                    <a:pt x="7795828" y="2134102"/>
                  </a:lnTo>
                  <a:lnTo>
                    <a:pt x="7713080" y="2155736"/>
                  </a:lnTo>
                  <a:lnTo>
                    <a:pt x="7623490" y="2175474"/>
                  </a:lnTo>
                  <a:lnTo>
                    <a:pt x="7527033" y="2193478"/>
                  </a:lnTo>
                  <a:lnTo>
                    <a:pt x="7424135" y="2209863"/>
                  </a:lnTo>
                  <a:lnTo>
                    <a:pt x="7315813" y="2224693"/>
                  </a:lnTo>
                  <a:lnTo>
                    <a:pt x="7203791" y="2237991"/>
                  </a:lnTo>
                  <a:lnTo>
                    <a:pt x="7090574" y="2249744"/>
                  </a:lnTo>
                  <a:lnTo>
                    <a:pt x="6979396" y="2259920"/>
                  </a:lnTo>
                  <a:lnTo>
                    <a:pt x="6874025" y="2268491"/>
                  </a:lnTo>
                  <a:lnTo>
                    <a:pt x="6778385" y="2275452"/>
                  </a:lnTo>
                  <a:lnTo>
                    <a:pt x="6696044" y="2280849"/>
                  </a:lnTo>
                  <a:lnTo>
                    <a:pt x="6629650" y="2284787"/>
                  </a:lnTo>
                  <a:lnTo>
                    <a:pt x="6580451" y="2287440"/>
                  </a:lnTo>
                  <a:lnTo>
                    <a:pt x="6548019" y="2289035"/>
                  </a:lnTo>
                  <a:lnTo>
                    <a:pt x="6530215" y="2289836"/>
                  </a:lnTo>
                  <a:lnTo>
                    <a:pt x="6523349" y="2290120"/>
                  </a:lnTo>
                  <a:lnTo>
                    <a:pt x="6522385" y="2290157"/>
                  </a:lnTo>
                  <a:lnTo>
                    <a:pt x="5527445" y="2290157"/>
                  </a:lnTo>
                  <a:lnTo>
                    <a:pt x="5526333" y="2290123"/>
                  </a:lnTo>
                  <a:lnTo>
                    <a:pt x="5518993" y="2289887"/>
                  </a:lnTo>
                  <a:lnTo>
                    <a:pt x="5500379" y="2289234"/>
                  </a:lnTo>
                  <a:lnTo>
                    <a:pt x="5466831" y="2287947"/>
                  </a:lnTo>
                  <a:lnTo>
                    <a:pt x="5416278" y="2285820"/>
                  </a:lnTo>
                  <a:lnTo>
                    <a:pt x="5348398" y="2282675"/>
                  </a:lnTo>
                  <a:lnTo>
                    <a:pt x="5264570" y="2278381"/>
                  </a:lnTo>
                  <a:lnTo>
                    <a:pt x="5167564" y="2272857"/>
                  </a:lnTo>
                  <a:lnTo>
                    <a:pt x="5061049" y="2266071"/>
                  </a:lnTo>
                  <a:lnTo>
                    <a:pt x="4949011" y="2258029"/>
                  </a:lnTo>
                  <a:lnTo>
                    <a:pt x="4835237" y="2248755"/>
                  </a:lnTo>
                  <a:lnTo>
                    <a:pt x="4722946" y="2238273"/>
                  </a:lnTo>
                  <a:lnTo>
                    <a:pt x="4614597" y="2226590"/>
                  </a:lnTo>
                  <a:lnTo>
                    <a:pt x="4511865" y="2213686"/>
                  </a:lnTo>
                  <a:lnTo>
                    <a:pt x="4415709" y="2199506"/>
                  </a:lnTo>
                  <a:lnTo>
                    <a:pt x="4326503" y="2183955"/>
                  </a:lnTo>
                  <a:lnTo>
                    <a:pt x="4244178" y="2166901"/>
                  </a:lnTo>
                  <a:lnTo>
                    <a:pt x="4168355" y="2148173"/>
                  </a:lnTo>
                  <a:lnTo>
                    <a:pt x="4098452" y="2127570"/>
                  </a:lnTo>
                  <a:lnTo>
                    <a:pt x="4033769" y="2104864"/>
                  </a:lnTo>
                  <a:lnTo>
                    <a:pt x="3973552" y="2079819"/>
                  </a:lnTo>
                  <a:lnTo>
                    <a:pt x="3917039" y="2052206"/>
                  </a:lnTo>
                  <a:lnTo>
                    <a:pt x="3863501" y="2021846"/>
                  </a:lnTo>
                  <a:lnTo>
                    <a:pt x="3820202" y="1994061"/>
                  </a:lnTo>
                  <a:lnTo>
                    <a:pt x="3768960" y="1957336"/>
                  </a:lnTo>
                  <a:lnTo>
                    <a:pt x="3719134" y="1917544"/>
                  </a:lnTo>
                  <a:lnTo>
                    <a:pt x="3670285" y="1874624"/>
                  </a:lnTo>
                  <a:lnTo>
                    <a:pt x="3622071" y="1828584"/>
                  </a:lnTo>
                  <a:lnTo>
                    <a:pt x="3574231" y="1779506"/>
                  </a:lnTo>
                  <a:lnTo>
                    <a:pt x="3526571" y="1727555"/>
                  </a:lnTo>
                  <a:lnTo>
                    <a:pt x="3478958" y="1672978"/>
                  </a:lnTo>
                  <a:lnTo>
                    <a:pt x="3431309" y="1616104"/>
                  </a:lnTo>
                  <a:lnTo>
                    <a:pt x="3383585" y="1557344"/>
                  </a:lnTo>
                  <a:lnTo>
                    <a:pt x="3335781" y="1497173"/>
                  </a:lnTo>
                  <a:lnTo>
                    <a:pt x="3287917" y="1436118"/>
                  </a:lnTo>
                  <a:lnTo>
                    <a:pt x="3240030" y="1374744"/>
                  </a:lnTo>
                  <a:lnTo>
                    <a:pt x="3192161" y="1313623"/>
                  </a:lnTo>
                  <a:lnTo>
                    <a:pt x="3144349" y="1253321"/>
                  </a:lnTo>
                  <a:lnTo>
                    <a:pt x="3096615" y="1194371"/>
                  </a:lnTo>
                  <a:lnTo>
                    <a:pt x="3048959" y="1137256"/>
                  </a:lnTo>
                  <a:lnTo>
                    <a:pt x="3001346" y="1082394"/>
                  </a:lnTo>
                  <a:lnTo>
                    <a:pt x="2953697" y="1030123"/>
                  </a:lnTo>
                  <a:lnTo>
                    <a:pt x="2905886" y="980702"/>
                  </a:lnTo>
                  <a:lnTo>
                    <a:pt x="2857727" y="934303"/>
                  </a:lnTo>
                  <a:lnTo>
                    <a:pt x="2808968" y="891019"/>
                  </a:lnTo>
                  <a:lnTo>
                    <a:pt x="2759276" y="850865"/>
                  </a:lnTo>
                  <a:lnTo>
                    <a:pt x="2708225" y="813789"/>
                  </a:lnTo>
                  <a:lnTo>
                    <a:pt x="2702183" y="809677"/>
                  </a:lnTo>
                  <a:lnTo>
                    <a:pt x="2650639" y="776934"/>
                  </a:lnTo>
                  <a:lnTo>
                    <a:pt x="2596680" y="747014"/>
                  </a:lnTo>
                  <a:lnTo>
                    <a:pt x="2539634" y="719819"/>
                  </a:lnTo>
                  <a:lnTo>
                    <a:pt x="2478765" y="695157"/>
                  </a:lnTo>
                  <a:lnTo>
                    <a:pt x="2413311" y="672797"/>
                  </a:lnTo>
                  <a:lnTo>
                    <a:pt x="2342522" y="652503"/>
                  </a:lnTo>
                  <a:lnTo>
                    <a:pt x="2265712" y="634051"/>
                  </a:lnTo>
                  <a:lnTo>
                    <a:pt x="2182324" y="617244"/>
                  </a:lnTo>
                  <a:lnTo>
                    <a:pt x="2092021" y="601916"/>
                  </a:lnTo>
                  <a:lnTo>
                    <a:pt x="1994793" y="587941"/>
                  </a:lnTo>
                  <a:lnTo>
                    <a:pt x="1891098" y="575232"/>
                  </a:lnTo>
                  <a:lnTo>
                    <a:pt x="1781999" y="563738"/>
                  </a:lnTo>
                  <a:lnTo>
                    <a:pt x="1669291" y="553445"/>
                  </a:lnTo>
                  <a:lnTo>
                    <a:pt x="1555560" y="544363"/>
                  </a:lnTo>
                  <a:lnTo>
                    <a:pt x="1444129" y="536517"/>
                  </a:lnTo>
                  <a:lnTo>
                    <a:pt x="1338846" y="529930"/>
                  </a:lnTo>
                  <a:lnTo>
                    <a:pt x="1243684" y="524602"/>
                  </a:lnTo>
                  <a:lnTo>
                    <a:pt x="1162209" y="520495"/>
                  </a:lnTo>
                  <a:lnTo>
                    <a:pt x="1097002" y="517521"/>
                  </a:lnTo>
                  <a:lnTo>
                    <a:pt x="1049188" y="515538"/>
                  </a:lnTo>
                  <a:lnTo>
                    <a:pt x="1018167" y="514365"/>
                  </a:lnTo>
                  <a:lnTo>
                    <a:pt x="1001606" y="513792"/>
                  </a:lnTo>
                  <a:lnTo>
                    <a:pt x="995611" y="513601"/>
                  </a:lnTo>
                  <a:lnTo>
                    <a:pt x="994940" y="513582"/>
                  </a:lnTo>
                  <a:lnTo>
                    <a:pt x="0" y="513582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0" name="pl159"/>
            <p:cNvSpPr/>
            <p:nvPr/>
          </p:nvSpPr>
          <p:spPr>
            <a:xfrm>
              <a:off x="1199187" y="2462933"/>
              <a:ext cx="12049831" cy="2290157"/>
            </a:xfrm>
            <a:custGeom>
              <a:avLst/>
              <a:pathLst>
                <a:path w="12049831" h="2290157">
                  <a:moveTo>
                    <a:pt x="0" y="513582"/>
                  </a:moveTo>
                  <a:lnTo>
                    <a:pt x="994940" y="513582"/>
                  </a:lnTo>
                  <a:lnTo>
                    <a:pt x="996052" y="513615"/>
                  </a:lnTo>
                  <a:lnTo>
                    <a:pt x="1003392" y="513851"/>
                  </a:lnTo>
                  <a:lnTo>
                    <a:pt x="1022006" y="514504"/>
                  </a:lnTo>
                  <a:lnTo>
                    <a:pt x="1055554" y="515791"/>
                  </a:lnTo>
                  <a:lnTo>
                    <a:pt x="1106107" y="517918"/>
                  </a:lnTo>
                  <a:lnTo>
                    <a:pt x="1173987" y="521063"/>
                  </a:lnTo>
                  <a:lnTo>
                    <a:pt x="1257815" y="525357"/>
                  </a:lnTo>
                  <a:lnTo>
                    <a:pt x="1354821" y="530882"/>
                  </a:lnTo>
                  <a:lnTo>
                    <a:pt x="1461336" y="537667"/>
                  </a:lnTo>
                  <a:lnTo>
                    <a:pt x="1573374" y="545709"/>
                  </a:lnTo>
                  <a:lnTo>
                    <a:pt x="1687148" y="554983"/>
                  </a:lnTo>
                  <a:lnTo>
                    <a:pt x="1799439" y="565465"/>
                  </a:lnTo>
                  <a:lnTo>
                    <a:pt x="1907788" y="577148"/>
                  </a:lnTo>
                  <a:lnTo>
                    <a:pt x="2010520" y="590052"/>
                  </a:lnTo>
                  <a:lnTo>
                    <a:pt x="2106676" y="604232"/>
                  </a:lnTo>
                  <a:lnTo>
                    <a:pt x="2195882" y="619783"/>
                  </a:lnTo>
                  <a:lnTo>
                    <a:pt x="2278207" y="636838"/>
                  </a:lnTo>
                  <a:lnTo>
                    <a:pt x="2354030" y="655565"/>
                  </a:lnTo>
                  <a:lnTo>
                    <a:pt x="2423933" y="676168"/>
                  </a:lnTo>
                  <a:lnTo>
                    <a:pt x="2488616" y="698874"/>
                  </a:lnTo>
                  <a:lnTo>
                    <a:pt x="2548833" y="723919"/>
                  </a:lnTo>
                  <a:lnTo>
                    <a:pt x="2605346" y="751532"/>
                  </a:lnTo>
                  <a:lnTo>
                    <a:pt x="2658884" y="781892"/>
                  </a:lnTo>
                  <a:lnTo>
                    <a:pt x="2702183" y="809677"/>
                  </a:lnTo>
                  <a:lnTo>
                    <a:pt x="2753425" y="846402"/>
                  </a:lnTo>
                  <a:lnTo>
                    <a:pt x="2803251" y="886194"/>
                  </a:lnTo>
                  <a:lnTo>
                    <a:pt x="2852100" y="929115"/>
                  </a:lnTo>
                  <a:lnTo>
                    <a:pt x="2900314" y="975155"/>
                  </a:lnTo>
                  <a:lnTo>
                    <a:pt x="2948154" y="1024232"/>
                  </a:lnTo>
                  <a:lnTo>
                    <a:pt x="2995814" y="1076183"/>
                  </a:lnTo>
                  <a:lnTo>
                    <a:pt x="3043427" y="1130761"/>
                  </a:lnTo>
                  <a:lnTo>
                    <a:pt x="3091076" y="1187634"/>
                  </a:lnTo>
                  <a:lnTo>
                    <a:pt x="3138800" y="1246394"/>
                  </a:lnTo>
                  <a:lnTo>
                    <a:pt x="3186604" y="1306566"/>
                  </a:lnTo>
                  <a:lnTo>
                    <a:pt x="3234468" y="1367620"/>
                  </a:lnTo>
                  <a:lnTo>
                    <a:pt x="3282355" y="1428995"/>
                  </a:lnTo>
                  <a:lnTo>
                    <a:pt x="3330224" y="1490115"/>
                  </a:lnTo>
                  <a:lnTo>
                    <a:pt x="3378036" y="1550417"/>
                  </a:lnTo>
                  <a:lnTo>
                    <a:pt x="3425770" y="1609367"/>
                  </a:lnTo>
                  <a:lnTo>
                    <a:pt x="3473426" y="1666482"/>
                  </a:lnTo>
                  <a:lnTo>
                    <a:pt x="3521039" y="1721345"/>
                  </a:lnTo>
                  <a:lnTo>
                    <a:pt x="3568688" y="1773615"/>
                  </a:lnTo>
                  <a:lnTo>
                    <a:pt x="3616499" y="1823036"/>
                  </a:lnTo>
                  <a:lnTo>
                    <a:pt x="3664658" y="1869435"/>
                  </a:lnTo>
                  <a:lnTo>
                    <a:pt x="3713417" y="1912719"/>
                  </a:lnTo>
                  <a:lnTo>
                    <a:pt x="3763109" y="1952873"/>
                  </a:lnTo>
                  <a:lnTo>
                    <a:pt x="3814160" y="1989949"/>
                  </a:lnTo>
                  <a:lnTo>
                    <a:pt x="3820202" y="1994061"/>
                  </a:lnTo>
                  <a:lnTo>
                    <a:pt x="3871746" y="2026804"/>
                  </a:lnTo>
                  <a:lnTo>
                    <a:pt x="3925705" y="2056724"/>
                  </a:lnTo>
                  <a:lnTo>
                    <a:pt x="3982751" y="2083920"/>
                  </a:lnTo>
                  <a:lnTo>
                    <a:pt x="4043620" y="2108582"/>
                  </a:lnTo>
                  <a:lnTo>
                    <a:pt x="4109074" y="2130941"/>
                  </a:lnTo>
                  <a:lnTo>
                    <a:pt x="4179863" y="2151235"/>
                  </a:lnTo>
                  <a:lnTo>
                    <a:pt x="4256673" y="2169687"/>
                  </a:lnTo>
                  <a:lnTo>
                    <a:pt x="4340061" y="2186495"/>
                  </a:lnTo>
                  <a:lnTo>
                    <a:pt x="4430364" y="2201822"/>
                  </a:lnTo>
                  <a:lnTo>
                    <a:pt x="4527592" y="2215797"/>
                  </a:lnTo>
                  <a:lnTo>
                    <a:pt x="4631287" y="2228506"/>
                  </a:lnTo>
                  <a:lnTo>
                    <a:pt x="4740386" y="2240000"/>
                  </a:lnTo>
                  <a:lnTo>
                    <a:pt x="4853094" y="2250293"/>
                  </a:lnTo>
                  <a:lnTo>
                    <a:pt x="4966825" y="2259375"/>
                  </a:lnTo>
                  <a:lnTo>
                    <a:pt x="5078256" y="2267221"/>
                  </a:lnTo>
                  <a:lnTo>
                    <a:pt x="5183539" y="2273808"/>
                  </a:lnTo>
                  <a:lnTo>
                    <a:pt x="5278701" y="2279136"/>
                  </a:lnTo>
                  <a:lnTo>
                    <a:pt x="5360176" y="2283243"/>
                  </a:lnTo>
                  <a:lnTo>
                    <a:pt x="5425383" y="2286218"/>
                  </a:lnTo>
                  <a:lnTo>
                    <a:pt x="5473197" y="2288200"/>
                  </a:lnTo>
                  <a:lnTo>
                    <a:pt x="5504218" y="2289373"/>
                  </a:lnTo>
                  <a:lnTo>
                    <a:pt x="5520779" y="2289946"/>
                  </a:lnTo>
                  <a:lnTo>
                    <a:pt x="5526774" y="2290137"/>
                  </a:lnTo>
                  <a:lnTo>
                    <a:pt x="5527445" y="2290157"/>
                  </a:lnTo>
                  <a:lnTo>
                    <a:pt x="6522385" y="2290157"/>
                  </a:lnTo>
                  <a:lnTo>
                    <a:pt x="6523482" y="2290114"/>
                  </a:lnTo>
                  <a:lnTo>
                    <a:pt x="6530722" y="2289814"/>
                  </a:lnTo>
                  <a:lnTo>
                    <a:pt x="6549086" y="2288985"/>
                  </a:lnTo>
                  <a:lnTo>
                    <a:pt x="6582204" y="2287350"/>
                  </a:lnTo>
                  <a:lnTo>
                    <a:pt x="6632143" y="2284646"/>
                  </a:lnTo>
                  <a:lnTo>
                    <a:pt x="6699256" y="2280649"/>
                  </a:lnTo>
                  <a:lnTo>
                    <a:pt x="6782229" y="2275187"/>
                  </a:lnTo>
                  <a:lnTo>
                    <a:pt x="6878363" y="2268157"/>
                  </a:lnTo>
                  <a:lnTo>
                    <a:pt x="6984064" y="2259517"/>
                  </a:lnTo>
                  <a:lnTo>
                    <a:pt x="7095404" y="2249273"/>
                  </a:lnTo>
                  <a:lnTo>
                    <a:pt x="7208631" y="2237453"/>
                  </a:lnTo>
                  <a:lnTo>
                    <a:pt x="7320540" y="2224090"/>
                  </a:lnTo>
                  <a:lnTo>
                    <a:pt x="7428660" y="2209194"/>
                  </a:lnTo>
                  <a:lnTo>
                    <a:pt x="7531298" y="2192742"/>
                  </a:lnTo>
                  <a:lnTo>
                    <a:pt x="7627466" y="2174666"/>
                  </a:lnTo>
                  <a:lnTo>
                    <a:pt x="7716760" y="2154851"/>
                  </a:lnTo>
                  <a:lnTo>
                    <a:pt x="7799221" y="2133130"/>
                  </a:lnTo>
                  <a:lnTo>
                    <a:pt x="7875202" y="2109293"/>
                  </a:lnTo>
                  <a:lnTo>
                    <a:pt x="7945265" y="2083084"/>
                  </a:lnTo>
                  <a:lnTo>
                    <a:pt x="8010091" y="2054219"/>
                  </a:lnTo>
                  <a:lnTo>
                    <a:pt x="8070422" y="2022394"/>
                  </a:lnTo>
                  <a:lnTo>
                    <a:pt x="8127009" y="1987319"/>
                  </a:lnTo>
                  <a:lnTo>
                    <a:pt x="8180576" y="1948756"/>
                  </a:lnTo>
                  <a:lnTo>
                    <a:pt x="8229629" y="1908464"/>
                  </a:lnTo>
                  <a:lnTo>
                    <a:pt x="8277221" y="1864675"/>
                  </a:lnTo>
                  <a:lnTo>
                    <a:pt x="8323564" y="1817489"/>
                  </a:lnTo>
                  <a:lnTo>
                    <a:pt x="8369019" y="1766838"/>
                  </a:lnTo>
                  <a:lnTo>
                    <a:pt x="8413871" y="1712715"/>
                  </a:lnTo>
                  <a:lnTo>
                    <a:pt x="8458343" y="1655186"/>
                  </a:lnTo>
                  <a:lnTo>
                    <a:pt x="8502607" y="1594391"/>
                  </a:lnTo>
                  <a:lnTo>
                    <a:pt x="8546786" y="1530550"/>
                  </a:lnTo>
                  <a:lnTo>
                    <a:pt x="8590966" y="1463965"/>
                  </a:lnTo>
                  <a:lnTo>
                    <a:pt x="8635196" y="1395013"/>
                  </a:lnTo>
                  <a:lnTo>
                    <a:pt x="8679495" y="1324143"/>
                  </a:lnTo>
                  <a:lnTo>
                    <a:pt x="8723860" y="1251864"/>
                  </a:lnTo>
                  <a:lnTo>
                    <a:pt x="8768271" y="1178731"/>
                  </a:lnTo>
                  <a:lnTo>
                    <a:pt x="8812698" y="1105327"/>
                  </a:lnTo>
                  <a:lnTo>
                    <a:pt x="8857107" y="1032243"/>
                  </a:lnTo>
                  <a:lnTo>
                    <a:pt x="8901467" y="960061"/>
                  </a:lnTo>
                  <a:lnTo>
                    <a:pt x="8945760" y="889332"/>
                  </a:lnTo>
                  <a:lnTo>
                    <a:pt x="8989984" y="820560"/>
                  </a:lnTo>
                  <a:lnTo>
                    <a:pt x="9034162" y="754189"/>
                  </a:lnTo>
                  <a:lnTo>
                    <a:pt x="9078345" y="690592"/>
                  </a:lnTo>
                  <a:lnTo>
                    <a:pt x="9122621" y="630061"/>
                  </a:lnTo>
                  <a:lnTo>
                    <a:pt x="9167117" y="572811"/>
                  </a:lnTo>
                  <a:lnTo>
                    <a:pt x="9212010" y="518975"/>
                  </a:lnTo>
                  <a:lnTo>
                    <a:pt x="9257527" y="468613"/>
                  </a:lnTo>
                  <a:lnTo>
                    <a:pt x="9303959" y="421712"/>
                  </a:lnTo>
                  <a:lnTo>
                    <a:pt x="9347647" y="381692"/>
                  </a:lnTo>
                  <a:lnTo>
                    <a:pt x="9398940" y="339676"/>
                  </a:lnTo>
                  <a:lnTo>
                    <a:pt x="9452623" y="301265"/>
                  </a:lnTo>
                  <a:lnTo>
                    <a:pt x="9509355" y="266335"/>
                  </a:lnTo>
                  <a:lnTo>
                    <a:pt x="9569863" y="234643"/>
                  </a:lnTo>
                  <a:lnTo>
                    <a:pt x="9634898" y="205898"/>
                  </a:lnTo>
                  <a:lnTo>
                    <a:pt x="9705201" y="179796"/>
                  </a:lnTo>
                  <a:lnTo>
                    <a:pt x="9781449" y="156054"/>
                  </a:lnTo>
                  <a:lnTo>
                    <a:pt x="9864197" y="134420"/>
                  </a:lnTo>
                  <a:lnTo>
                    <a:pt x="9953787" y="114682"/>
                  </a:lnTo>
                  <a:lnTo>
                    <a:pt x="10050244" y="96678"/>
                  </a:lnTo>
                  <a:lnTo>
                    <a:pt x="10153141" y="80293"/>
                  </a:lnTo>
                  <a:lnTo>
                    <a:pt x="10261464" y="65463"/>
                  </a:lnTo>
                  <a:lnTo>
                    <a:pt x="10373485" y="52165"/>
                  </a:lnTo>
                  <a:lnTo>
                    <a:pt x="10486702" y="40412"/>
                  </a:lnTo>
                  <a:lnTo>
                    <a:pt x="10597880" y="30236"/>
                  </a:lnTo>
                  <a:lnTo>
                    <a:pt x="10703252" y="21665"/>
                  </a:lnTo>
                  <a:lnTo>
                    <a:pt x="10798892" y="14704"/>
                  </a:lnTo>
                  <a:lnTo>
                    <a:pt x="10881233" y="9307"/>
                  </a:lnTo>
                  <a:lnTo>
                    <a:pt x="10947627" y="5369"/>
                  </a:lnTo>
                  <a:lnTo>
                    <a:pt x="10996826" y="2716"/>
                  </a:lnTo>
                  <a:lnTo>
                    <a:pt x="11029258" y="1121"/>
                  </a:lnTo>
                  <a:lnTo>
                    <a:pt x="11047062" y="320"/>
                  </a:lnTo>
                  <a:lnTo>
                    <a:pt x="11053927" y="36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" name="pl160"/>
            <p:cNvSpPr/>
            <p:nvPr/>
          </p:nvSpPr>
          <p:spPr>
            <a:xfrm>
              <a:off x="1199187" y="2452452"/>
              <a:ext cx="12049831" cy="2290157"/>
            </a:xfrm>
            <a:custGeom>
              <a:avLst/>
              <a:pathLst>
                <a:path w="12049831" h="2290157">
                  <a:moveTo>
                    <a:pt x="12049831" y="0"/>
                  </a:moveTo>
                  <a:lnTo>
                    <a:pt x="11054891" y="0"/>
                  </a:lnTo>
                  <a:lnTo>
                    <a:pt x="11053795" y="42"/>
                  </a:lnTo>
                  <a:lnTo>
                    <a:pt x="11046555" y="342"/>
                  </a:lnTo>
                  <a:lnTo>
                    <a:pt x="11028190" y="1171"/>
                  </a:lnTo>
                  <a:lnTo>
                    <a:pt x="10995072" y="2807"/>
                  </a:lnTo>
                  <a:lnTo>
                    <a:pt x="10945134" y="5510"/>
                  </a:lnTo>
                  <a:lnTo>
                    <a:pt x="10878020" y="9507"/>
                  </a:lnTo>
                  <a:lnTo>
                    <a:pt x="10795048" y="14969"/>
                  </a:lnTo>
                  <a:lnTo>
                    <a:pt x="10698913" y="21999"/>
                  </a:lnTo>
                  <a:lnTo>
                    <a:pt x="10593212" y="30639"/>
                  </a:lnTo>
                  <a:lnTo>
                    <a:pt x="10481873" y="40883"/>
                  </a:lnTo>
                  <a:lnTo>
                    <a:pt x="10368645" y="52703"/>
                  </a:lnTo>
                  <a:lnTo>
                    <a:pt x="10256737" y="66066"/>
                  </a:lnTo>
                  <a:lnTo>
                    <a:pt x="10148616" y="80962"/>
                  </a:lnTo>
                  <a:lnTo>
                    <a:pt x="10045978" y="97414"/>
                  </a:lnTo>
                  <a:lnTo>
                    <a:pt x="9949810" y="115490"/>
                  </a:lnTo>
                  <a:lnTo>
                    <a:pt x="9860516" y="135306"/>
                  </a:lnTo>
                  <a:lnTo>
                    <a:pt x="9778056" y="157026"/>
                  </a:lnTo>
                  <a:lnTo>
                    <a:pt x="9702074" y="180863"/>
                  </a:lnTo>
                  <a:lnTo>
                    <a:pt x="9632012" y="207072"/>
                  </a:lnTo>
                  <a:lnTo>
                    <a:pt x="9567185" y="235937"/>
                  </a:lnTo>
                  <a:lnTo>
                    <a:pt x="9506855" y="267762"/>
                  </a:lnTo>
                  <a:lnTo>
                    <a:pt x="9450267" y="302837"/>
                  </a:lnTo>
                  <a:lnTo>
                    <a:pt x="9396700" y="341400"/>
                  </a:lnTo>
                  <a:lnTo>
                    <a:pt x="9347647" y="381692"/>
                  </a:lnTo>
                  <a:lnTo>
                    <a:pt x="9300056" y="425481"/>
                  </a:lnTo>
                  <a:lnTo>
                    <a:pt x="9253712" y="472667"/>
                  </a:lnTo>
                  <a:lnTo>
                    <a:pt x="9208258" y="523318"/>
                  </a:lnTo>
                  <a:lnTo>
                    <a:pt x="9163406" y="577441"/>
                  </a:lnTo>
                  <a:lnTo>
                    <a:pt x="9118934" y="634970"/>
                  </a:lnTo>
                  <a:lnTo>
                    <a:pt x="9074670" y="695765"/>
                  </a:lnTo>
                  <a:lnTo>
                    <a:pt x="9030490" y="759606"/>
                  </a:lnTo>
                  <a:lnTo>
                    <a:pt x="8986310" y="826191"/>
                  </a:lnTo>
                  <a:lnTo>
                    <a:pt x="8942081" y="895143"/>
                  </a:lnTo>
                  <a:lnTo>
                    <a:pt x="8897782" y="966013"/>
                  </a:lnTo>
                  <a:lnTo>
                    <a:pt x="8853417" y="1038292"/>
                  </a:lnTo>
                  <a:lnTo>
                    <a:pt x="8809005" y="1111425"/>
                  </a:lnTo>
                  <a:lnTo>
                    <a:pt x="8764578" y="1184829"/>
                  </a:lnTo>
                  <a:lnTo>
                    <a:pt x="8720170" y="1257913"/>
                  </a:lnTo>
                  <a:lnTo>
                    <a:pt x="8675809" y="1330095"/>
                  </a:lnTo>
                  <a:lnTo>
                    <a:pt x="8631516" y="1400825"/>
                  </a:lnTo>
                  <a:lnTo>
                    <a:pt x="8587292" y="1469596"/>
                  </a:lnTo>
                  <a:lnTo>
                    <a:pt x="8543114" y="1535967"/>
                  </a:lnTo>
                  <a:lnTo>
                    <a:pt x="8498931" y="1599565"/>
                  </a:lnTo>
                  <a:lnTo>
                    <a:pt x="8454656" y="1660095"/>
                  </a:lnTo>
                  <a:lnTo>
                    <a:pt x="8410159" y="1717345"/>
                  </a:lnTo>
                  <a:lnTo>
                    <a:pt x="8365267" y="1771181"/>
                  </a:lnTo>
                  <a:lnTo>
                    <a:pt x="8319750" y="1821543"/>
                  </a:lnTo>
                  <a:lnTo>
                    <a:pt x="8273317" y="1868444"/>
                  </a:lnTo>
                  <a:lnTo>
                    <a:pt x="8229629" y="1908464"/>
                  </a:lnTo>
                  <a:lnTo>
                    <a:pt x="8178336" y="1950480"/>
                  </a:lnTo>
                  <a:lnTo>
                    <a:pt x="8124654" y="1988891"/>
                  </a:lnTo>
                  <a:lnTo>
                    <a:pt x="8067922" y="2023821"/>
                  </a:lnTo>
                  <a:lnTo>
                    <a:pt x="8007414" y="2055513"/>
                  </a:lnTo>
                  <a:lnTo>
                    <a:pt x="7942379" y="2084258"/>
                  </a:lnTo>
                  <a:lnTo>
                    <a:pt x="7872076" y="2110360"/>
                  </a:lnTo>
                  <a:lnTo>
                    <a:pt x="7795828" y="2134102"/>
                  </a:lnTo>
                  <a:lnTo>
                    <a:pt x="7713080" y="2155736"/>
                  </a:lnTo>
                  <a:lnTo>
                    <a:pt x="7623490" y="2175474"/>
                  </a:lnTo>
                  <a:lnTo>
                    <a:pt x="7527033" y="2193478"/>
                  </a:lnTo>
                  <a:lnTo>
                    <a:pt x="7424135" y="2209863"/>
                  </a:lnTo>
                  <a:lnTo>
                    <a:pt x="7315813" y="2224693"/>
                  </a:lnTo>
                  <a:lnTo>
                    <a:pt x="7203791" y="2237991"/>
                  </a:lnTo>
                  <a:lnTo>
                    <a:pt x="7090574" y="2249744"/>
                  </a:lnTo>
                  <a:lnTo>
                    <a:pt x="6979396" y="2259920"/>
                  </a:lnTo>
                  <a:lnTo>
                    <a:pt x="6874025" y="2268491"/>
                  </a:lnTo>
                  <a:lnTo>
                    <a:pt x="6778385" y="2275452"/>
                  </a:lnTo>
                  <a:lnTo>
                    <a:pt x="6696044" y="2280849"/>
                  </a:lnTo>
                  <a:lnTo>
                    <a:pt x="6629650" y="2284787"/>
                  </a:lnTo>
                  <a:lnTo>
                    <a:pt x="6580451" y="2287440"/>
                  </a:lnTo>
                  <a:lnTo>
                    <a:pt x="6548019" y="2289035"/>
                  </a:lnTo>
                  <a:lnTo>
                    <a:pt x="6530215" y="2289836"/>
                  </a:lnTo>
                  <a:lnTo>
                    <a:pt x="6523349" y="2290120"/>
                  </a:lnTo>
                  <a:lnTo>
                    <a:pt x="6522385" y="2290157"/>
                  </a:lnTo>
                  <a:lnTo>
                    <a:pt x="5527445" y="2290157"/>
                  </a:lnTo>
                  <a:lnTo>
                    <a:pt x="5526333" y="2290123"/>
                  </a:lnTo>
                  <a:lnTo>
                    <a:pt x="5518993" y="2289887"/>
                  </a:lnTo>
                  <a:lnTo>
                    <a:pt x="5500379" y="2289234"/>
                  </a:lnTo>
                  <a:lnTo>
                    <a:pt x="5466831" y="2287947"/>
                  </a:lnTo>
                  <a:lnTo>
                    <a:pt x="5416278" y="2285820"/>
                  </a:lnTo>
                  <a:lnTo>
                    <a:pt x="5348398" y="2282675"/>
                  </a:lnTo>
                  <a:lnTo>
                    <a:pt x="5264570" y="2278381"/>
                  </a:lnTo>
                  <a:lnTo>
                    <a:pt x="5167564" y="2272857"/>
                  </a:lnTo>
                  <a:lnTo>
                    <a:pt x="5061049" y="2266071"/>
                  </a:lnTo>
                  <a:lnTo>
                    <a:pt x="4949011" y="2258029"/>
                  </a:lnTo>
                  <a:lnTo>
                    <a:pt x="4835237" y="2248755"/>
                  </a:lnTo>
                  <a:lnTo>
                    <a:pt x="4722946" y="2238273"/>
                  </a:lnTo>
                  <a:lnTo>
                    <a:pt x="4614597" y="2226590"/>
                  </a:lnTo>
                  <a:lnTo>
                    <a:pt x="4511865" y="2213686"/>
                  </a:lnTo>
                  <a:lnTo>
                    <a:pt x="4415709" y="2199506"/>
                  </a:lnTo>
                  <a:lnTo>
                    <a:pt x="4326503" y="2183955"/>
                  </a:lnTo>
                  <a:lnTo>
                    <a:pt x="4244178" y="2166901"/>
                  </a:lnTo>
                  <a:lnTo>
                    <a:pt x="4168355" y="2148173"/>
                  </a:lnTo>
                  <a:lnTo>
                    <a:pt x="4098452" y="2127570"/>
                  </a:lnTo>
                  <a:lnTo>
                    <a:pt x="4033769" y="2104864"/>
                  </a:lnTo>
                  <a:lnTo>
                    <a:pt x="3973552" y="2079819"/>
                  </a:lnTo>
                  <a:lnTo>
                    <a:pt x="3917039" y="2052206"/>
                  </a:lnTo>
                  <a:lnTo>
                    <a:pt x="3863501" y="2021846"/>
                  </a:lnTo>
                  <a:lnTo>
                    <a:pt x="3820202" y="1994061"/>
                  </a:lnTo>
                  <a:lnTo>
                    <a:pt x="3768960" y="1957336"/>
                  </a:lnTo>
                  <a:lnTo>
                    <a:pt x="3719134" y="1917544"/>
                  </a:lnTo>
                  <a:lnTo>
                    <a:pt x="3670285" y="1874624"/>
                  </a:lnTo>
                  <a:lnTo>
                    <a:pt x="3622071" y="1828584"/>
                  </a:lnTo>
                  <a:lnTo>
                    <a:pt x="3574231" y="1779506"/>
                  </a:lnTo>
                  <a:lnTo>
                    <a:pt x="3526571" y="1727555"/>
                  </a:lnTo>
                  <a:lnTo>
                    <a:pt x="3478958" y="1672978"/>
                  </a:lnTo>
                  <a:lnTo>
                    <a:pt x="3431309" y="1616104"/>
                  </a:lnTo>
                  <a:lnTo>
                    <a:pt x="3383585" y="1557344"/>
                  </a:lnTo>
                  <a:lnTo>
                    <a:pt x="3335781" y="1497173"/>
                  </a:lnTo>
                  <a:lnTo>
                    <a:pt x="3287917" y="1436118"/>
                  </a:lnTo>
                  <a:lnTo>
                    <a:pt x="3240030" y="1374744"/>
                  </a:lnTo>
                  <a:lnTo>
                    <a:pt x="3192161" y="1313623"/>
                  </a:lnTo>
                  <a:lnTo>
                    <a:pt x="3144349" y="1253321"/>
                  </a:lnTo>
                  <a:lnTo>
                    <a:pt x="3096615" y="1194371"/>
                  </a:lnTo>
                  <a:lnTo>
                    <a:pt x="3048959" y="1137256"/>
                  </a:lnTo>
                  <a:lnTo>
                    <a:pt x="3001346" y="1082394"/>
                  </a:lnTo>
                  <a:lnTo>
                    <a:pt x="2953697" y="1030123"/>
                  </a:lnTo>
                  <a:lnTo>
                    <a:pt x="2905886" y="980702"/>
                  </a:lnTo>
                  <a:lnTo>
                    <a:pt x="2857727" y="934303"/>
                  </a:lnTo>
                  <a:lnTo>
                    <a:pt x="2808968" y="891019"/>
                  </a:lnTo>
                  <a:lnTo>
                    <a:pt x="2759276" y="850865"/>
                  </a:lnTo>
                  <a:lnTo>
                    <a:pt x="2708225" y="813789"/>
                  </a:lnTo>
                  <a:lnTo>
                    <a:pt x="2702183" y="809677"/>
                  </a:lnTo>
                  <a:lnTo>
                    <a:pt x="2650639" y="776934"/>
                  </a:lnTo>
                  <a:lnTo>
                    <a:pt x="2596680" y="747014"/>
                  </a:lnTo>
                  <a:lnTo>
                    <a:pt x="2539634" y="719819"/>
                  </a:lnTo>
                  <a:lnTo>
                    <a:pt x="2478765" y="695157"/>
                  </a:lnTo>
                  <a:lnTo>
                    <a:pt x="2413311" y="672797"/>
                  </a:lnTo>
                  <a:lnTo>
                    <a:pt x="2342522" y="652503"/>
                  </a:lnTo>
                  <a:lnTo>
                    <a:pt x="2265712" y="634051"/>
                  </a:lnTo>
                  <a:lnTo>
                    <a:pt x="2182324" y="617244"/>
                  </a:lnTo>
                  <a:lnTo>
                    <a:pt x="2092021" y="601916"/>
                  </a:lnTo>
                  <a:lnTo>
                    <a:pt x="1994793" y="587941"/>
                  </a:lnTo>
                  <a:lnTo>
                    <a:pt x="1891098" y="575232"/>
                  </a:lnTo>
                  <a:lnTo>
                    <a:pt x="1781999" y="563738"/>
                  </a:lnTo>
                  <a:lnTo>
                    <a:pt x="1669291" y="553445"/>
                  </a:lnTo>
                  <a:lnTo>
                    <a:pt x="1555560" y="544363"/>
                  </a:lnTo>
                  <a:lnTo>
                    <a:pt x="1444129" y="536517"/>
                  </a:lnTo>
                  <a:lnTo>
                    <a:pt x="1338846" y="529930"/>
                  </a:lnTo>
                  <a:lnTo>
                    <a:pt x="1243684" y="524602"/>
                  </a:lnTo>
                  <a:lnTo>
                    <a:pt x="1162209" y="520495"/>
                  </a:lnTo>
                  <a:lnTo>
                    <a:pt x="1097002" y="517521"/>
                  </a:lnTo>
                  <a:lnTo>
                    <a:pt x="1049188" y="515538"/>
                  </a:lnTo>
                  <a:lnTo>
                    <a:pt x="1018167" y="514365"/>
                  </a:lnTo>
                  <a:lnTo>
                    <a:pt x="1001606" y="513792"/>
                  </a:lnTo>
                  <a:lnTo>
                    <a:pt x="995611" y="513601"/>
                  </a:lnTo>
                  <a:lnTo>
                    <a:pt x="994940" y="513582"/>
                  </a:lnTo>
                  <a:lnTo>
                    <a:pt x="0" y="513582"/>
                  </a:lnTo>
                  <a:lnTo>
                    <a:pt x="0" y="5135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" name="pg161"/>
            <p:cNvSpPr/>
            <p:nvPr/>
          </p:nvSpPr>
          <p:spPr>
            <a:xfrm>
              <a:off x="1199187" y="2714483"/>
              <a:ext cx="12049831" cy="2043847"/>
            </a:xfrm>
            <a:custGeom>
              <a:avLst/>
              <a:pathLst>
                <a:path w="12049831" h="2043847">
                  <a:moveTo>
                    <a:pt x="0" y="267272"/>
                  </a:moveTo>
                  <a:lnTo>
                    <a:pt x="994940" y="267272"/>
                  </a:lnTo>
                  <a:lnTo>
                    <a:pt x="996052" y="267305"/>
                  </a:lnTo>
                  <a:lnTo>
                    <a:pt x="1003392" y="267541"/>
                  </a:lnTo>
                  <a:lnTo>
                    <a:pt x="1022006" y="268194"/>
                  </a:lnTo>
                  <a:lnTo>
                    <a:pt x="1055554" y="269481"/>
                  </a:lnTo>
                  <a:lnTo>
                    <a:pt x="1106107" y="271608"/>
                  </a:lnTo>
                  <a:lnTo>
                    <a:pt x="1173987" y="274753"/>
                  </a:lnTo>
                  <a:lnTo>
                    <a:pt x="1257815" y="279047"/>
                  </a:lnTo>
                  <a:lnTo>
                    <a:pt x="1354821" y="284572"/>
                  </a:lnTo>
                  <a:lnTo>
                    <a:pt x="1461336" y="291357"/>
                  </a:lnTo>
                  <a:lnTo>
                    <a:pt x="1573374" y="299399"/>
                  </a:lnTo>
                  <a:lnTo>
                    <a:pt x="1687148" y="308673"/>
                  </a:lnTo>
                  <a:lnTo>
                    <a:pt x="1799439" y="319155"/>
                  </a:lnTo>
                  <a:lnTo>
                    <a:pt x="1907788" y="330838"/>
                  </a:lnTo>
                  <a:lnTo>
                    <a:pt x="2010520" y="343742"/>
                  </a:lnTo>
                  <a:lnTo>
                    <a:pt x="2106676" y="357923"/>
                  </a:lnTo>
                  <a:lnTo>
                    <a:pt x="2195882" y="373473"/>
                  </a:lnTo>
                  <a:lnTo>
                    <a:pt x="2278207" y="390528"/>
                  </a:lnTo>
                  <a:lnTo>
                    <a:pt x="2354030" y="409255"/>
                  </a:lnTo>
                  <a:lnTo>
                    <a:pt x="2423933" y="429859"/>
                  </a:lnTo>
                  <a:lnTo>
                    <a:pt x="2488616" y="452564"/>
                  </a:lnTo>
                  <a:lnTo>
                    <a:pt x="2548833" y="477610"/>
                  </a:lnTo>
                  <a:lnTo>
                    <a:pt x="2605346" y="505222"/>
                  </a:lnTo>
                  <a:lnTo>
                    <a:pt x="2658884" y="535582"/>
                  </a:lnTo>
                  <a:lnTo>
                    <a:pt x="2702183" y="563368"/>
                  </a:lnTo>
                  <a:lnTo>
                    <a:pt x="2753425" y="600092"/>
                  </a:lnTo>
                  <a:lnTo>
                    <a:pt x="2803251" y="639885"/>
                  </a:lnTo>
                  <a:lnTo>
                    <a:pt x="2852100" y="682805"/>
                  </a:lnTo>
                  <a:lnTo>
                    <a:pt x="2900314" y="728845"/>
                  </a:lnTo>
                  <a:lnTo>
                    <a:pt x="2948154" y="777922"/>
                  </a:lnTo>
                  <a:lnTo>
                    <a:pt x="2995814" y="829873"/>
                  </a:lnTo>
                  <a:lnTo>
                    <a:pt x="3043427" y="884451"/>
                  </a:lnTo>
                  <a:lnTo>
                    <a:pt x="3091076" y="941324"/>
                  </a:lnTo>
                  <a:lnTo>
                    <a:pt x="3138800" y="1000084"/>
                  </a:lnTo>
                  <a:lnTo>
                    <a:pt x="3186604" y="1060256"/>
                  </a:lnTo>
                  <a:lnTo>
                    <a:pt x="3234468" y="1121310"/>
                  </a:lnTo>
                  <a:lnTo>
                    <a:pt x="3282355" y="1182685"/>
                  </a:lnTo>
                  <a:lnTo>
                    <a:pt x="3330224" y="1243806"/>
                  </a:lnTo>
                  <a:lnTo>
                    <a:pt x="3378036" y="1304108"/>
                  </a:lnTo>
                  <a:lnTo>
                    <a:pt x="3425770" y="1363057"/>
                  </a:lnTo>
                  <a:lnTo>
                    <a:pt x="3473426" y="1420172"/>
                  </a:lnTo>
                  <a:lnTo>
                    <a:pt x="3521039" y="1475035"/>
                  </a:lnTo>
                  <a:lnTo>
                    <a:pt x="3568688" y="1527305"/>
                  </a:lnTo>
                  <a:lnTo>
                    <a:pt x="3616499" y="1576727"/>
                  </a:lnTo>
                  <a:lnTo>
                    <a:pt x="3664658" y="1623125"/>
                  </a:lnTo>
                  <a:lnTo>
                    <a:pt x="3713417" y="1666409"/>
                  </a:lnTo>
                  <a:lnTo>
                    <a:pt x="3763109" y="1706563"/>
                  </a:lnTo>
                  <a:lnTo>
                    <a:pt x="3814160" y="1743639"/>
                  </a:lnTo>
                  <a:lnTo>
                    <a:pt x="3820202" y="1747751"/>
                  </a:lnTo>
                  <a:lnTo>
                    <a:pt x="3871746" y="1780494"/>
                  </a:lnTo>
                  <a:lnTo>
                    <a:pt x="3925705" y="1810414"/>
                  </a:lnTo>
                  <a:lnTo>
                    <a:pt x="3982751" y="1837610"/>
                  </a:lnTo>
                  <a:lnTo>
                    <a:pt x="4043620" y="1862272"/>
                  </a:lnTo>
                  <a:lnTo>
                    <a:pt x="4109074" y="1884631"/>
                  </a:lnTo>
                  <a:lnTo>
                    <a:pt x="4179863" y="1904925"/>
                  </a:lnTo>
                  <a:lnTo>
                    <a:pt x="4256673" y="1923377"/>
                  </a:lnTo>
                  <a:lnTo>
                    <a:pt x="4340061" y="1940185"/>
                  </a:lnTo>
                  <a:lnTo>
                    <a:pt x="4430364" y="1955513"/>
                  </a:lnTo>
                  <a:lnTo>
                    <a:pt x="4527592" y="1969487"/>
                  </a:lnTo>
                  <a:lnTo>
                    <a:pt x="4631287" y="1982196"/>
                  </a:lnTo>
                  <a:lnTo>
                    <a:pt x="4740386" y="1993690"/>
                  </a:lnTo>
                  <a:lnTo>
                    <a:pt x="4853094" y="2003983"/>
                  </a:lnTo>
                  <a:lnTo>
                    <a:pt x="4966825" y="2013065"/>
                  </a:lnTo>
                  <a:lnTo>
                    <a:pt x="5078256" y="2020911"/>
                  </a:lnTo>
                  <a:lnTo>
                    <a:pt x="5183539" y="2027498"/>
                  </a:lnTo>
                  <a:lnTo>
                    <a:pt x="5278701" y="2032826"/>
                  </a:lnTo>
                  <a:lnTo>
                    <a:pt x="5360176" y="2036933"/>
                  </a:lnTo>
                  <a:lnTo>
                    <a:pt x="5425383" y="2039908"/>
                  </a:lnTo>
                  <a:lnTo>
                    <a:pt x="5473197" y="2041890"/>
                  </a:lnTo>
                  <a:lnTo>
                    <a:pt x="5504218" y="2043063"/>
                  </a:lnTo>
                  <a:lnTo>
                    <a:pt x="5520779" y="2043636"/>
                  </a:lnTo>
                  <a:lnTo>
                    <a:pt x="5526774" y="2043827"/>
                  </a:lnTo>
                  <a:lnTo>
                    <a:pt x="5527445" y="2043847"/>
                  </a:lnTo>
                  <a:lnTo>
                    <a:pt x="6522385" y="2043847"/>
                  </a:lnTo>
                  <a:lnTo>
                    <a:pt x="6523490" y="2043809"/>
                  </a:lnTo>
                  <a:lnTo>
                    <a:pt x="6530782" y="2043540"/>
                  </a:lnTo>
                  <a:lnTo>
                    <a:pt x="6549275" y="2042796"/>
                  </a:lnTo>
                  <a:lnTo>
                    <a:pt x="6582616" y="2041329"/>
                  </a:lnTo>
                  <a:lnTo>
                    <a:pt x="6632873" y="2038905"/>
                  </a:lnTo>
                  <a:lnTo>
                    <a:pt x="6700383" y="2035321"/>
                  </a:lnTo>
                  <a:lnTo>
                    <a:pt x="6783799" y="2030425"/>
                  </a:lnTo>
                  <a:lnTo>
                    <a:pt x="6880385" y="2024125"/>
                  </a:lnTo>
                  <a:lnTo>
                    <a:pt x="6986508" y="2016384"/>
                  </a:lnTo>
                  <a:lnTo>
                    <a:pt x="7098211" y="2007209"/>
                  </a:lnTo>
                  <a:lnTo>
                    <a:pt x="7211722" y="1996625"/>
                  </a:lnTo>
                  <a:lnTo>
                    <a:pt x="7323831" y="1984661"/>
                  </a:lnTo>
                  <a:lnTo>
                    <a:pt x="7432070" y="1971326"/>
                  </a:lnTo>
                  <a:lnTo>
                    <a:pt x="7534758" y="1956597"/>
                  </a:lnTo>
                  <a:lnTo>
                    <a:pt x="7630921" y="1940412"/>
                  </a:lnTo>
                  <a:lnTo>
                    <a:pt x="7720170" y="1922667"/>
                  </a:lnTo>
                  <a:lnTo>
                    <a:pt x="7802560" y="1903211"/>
                  </a:lnTo>
                  <a:lnTo>
                    <a:pt x="7878460" y="1881852"/>
                  </a:lnTo>
                  <a:lnTo>
                    <a:pt x="7948439" y="1858361"/>
                  </a:lnTo>
                  <a:lnTo>
                    <a:pt x="8013191" y="1832480"/>
                  </a:lnTo>
                  <a:lnTo>
                    <a:pt x="8073462" y="1803939"/>
                  </a:lnTo>
                  <a:lnTo>
                    <a:pt x="8130011" y="1772477"/>
                  </a:lnTo>
                  <a:lnTo>
                    <a:pt x="8183562" y="1737886"/>
                  </a:lnTo>
                  <a:lnTo>
                    <a:pt x="8229629" y="1704079"/>
                  </a:lnTo>
                  <a:lnTo>
                    <a:pt x="8278954" y="1663602"/>
                  </a:lnTo>
                  <a:lnTo>
                    <a:pt x="8326951" y="1619870"/>
                  </a:lnTo>
                  <a:lnTo>
                    <a:pt x="8374018" y="1572818"/>
                  </a:lnTo>
                  <a:lnTo>
                    <a:pt x="8420465" y="1522448"/>
                  </a:lnTo>
                  <a:lnTo>
                    <a:pt x="8466535" y="1468833"/>
                  </a:lnTo>
                  <a:lnTo>
                    <a:pt x="8512409" y="1412125"/>
                  </a:lnTo>
                  <a:lnTo>
                    <a:pt x="8558216" y="1352561"/>
                  </a:lnTo>
                  <a:lnTo>
                    <a:pt x="8604039" y="1290455"/>
                  </a:lnTo>
                  <a:lnTo>
                    <a:pt x="8649925" y="1226206"/>
                  </a:lnTo>
                  <a:lnTo>
                    <a:pt x="8695888" y="1160277"/>
                  </a:lnTo>
                  <a:lnTo>
                    <a:pt x="8741915" y="1093192"/>
                  </a:lnTo>
                  <a:lnTo>
                    <a:pt x="8787979" y="1025514"/>
                  </a:lnTo>
                  <a:lnTo>
                    <a:pt x="8834043" y="957828"/>
                  </a:lnTo>
                  <a:lnTo>
                    <a:pt x="8880072" y="890718"/>
                  </a:lnTo>
                  <a:lnTo>
                    <a:pt x="8926036" y="824748"/>
                  </a:lnTo>
                  <a:lnTo>
                    <a:pt x="8971924" y="760444"/>
                  </a:lnTo>
                  <a:lnTo>
                    <a:pt x="9017749" y="698271"/>
                  </a:lnTo>
                  <a:lnTo>
                    <a:pt x="9063555" y="638629"/>
                  </a:lnTo>
                  <a:lnTo>
                    <a:pt x="9109425" y="581836"/>
                  </a:lnTo>
                  <a:lnTo>
                    <a:pt x="9155487" y="528130"/>
                  </a:lnTo>
                  <a:lnTo>
                    <a:pt x="9201921" y="477665"/>
                  </a:lnTo>
                  <a:lnTo>
                    <a:pt x="9248966" y="430518"/>
                  </a:lnTo>
                  <a:lnTo>
                    <a:pt x="9296932" y="386692"/>
                  </a:lnTo>
                  <a:lnTo>
                    <a:pt x="9346212" y="346123"/>
                  </a:lnTo>
                  <a:lnTo>
                    <a:pt x="9347647" y="345008"/>
                  </a:lnTo>
                  <a:lnTo>
                    <a:pt x="9399070" y="307518"/>
                  </a:lnTo>
                  <a:lnTo>
                    <a:pt x="9452897" y="273253"/>
                  </a:lnTo>
                  <a:lnTo>
                    <a:pt x="9509791" y="242101"/>
                  </a:lnTo>
                  <a:lnTo>
                    <a:pt x="9570486" y="213844"/>
                  </a:lnTo>
                  <a:lnTo>
                    <a:pt x="9635738" y="188220"/>
                  </a:lnTo>
                  <a:lnTo>
                    <a:pt x="9706293" y="164958"/>
                  </a:lnTo>
                  <a:lnTo>
                    <a:pt x="9782832" y="143803"/>
                  </a:lnTo>
                  <a:lnTo>
                    <a:pt x="9865911" y="124530"/>
                  </a:lnTo>
                  <a:lnTo>
                    <a:pt x="9955871" y="106951"/>
                  </a:lnTo>
                  <a:lnTo>
                    <a:pt x="10052727" y="90919"/>
                  </a:lnTo>
                  <a:lnTo>
                    <a:pt x="10156038" y="76335"/>
                  </a:lnTo>
                  <a:lnTo>
                    <a:pt x="10264763" y="63140"/>
                  </a:lnTo>
                  <a:lnTo>
                    <a:pt x="10377141" y="51316"/>
                  </a:lnTo>
                  <a:lnTo>
                    <a:pt x="10490627" y="40875"/>
                  </a:lnTo>
                  <a:lnTo>
                    <a:pt x="10601938" y="31845"/>
                  </a:lnTo>
                  <a:lnTo>
                    <a:pt x="10707268" y="24252"/>
                  </a:lnTo>
                  <a:lnTo>
                    <a:pt x="10802664" y="18098"/>
                  </a:lnTo>
                  <a:lnTo>
                    <a:pt x="10884560" y="13342"/>
                  </a:lnTo>
                  <a:lnTo>
                    <a:pt x="10950341" y="9884"/>
                  </a:lnTo>
                  <a:lnTo>
                    <a:pt x="10998823" y="7568"/>
                  </a:lnTo>
                  <a:lnTo>
                    <a:pt x="11030523" y="6186"/>
                  </a:lnTo>
                  <a:lnTo>
                    <a:pt x="11047680" y="5502"/>
                  </a:lnTo>
                  <a:lnTo>
                    <a:pt x="11054088" y="526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7" y="37"/>
                  </a:lnTo>
                  <a:lnTo>
                    <a:pt x="11046495" y="307"/>
                  </a:lnTo>
                  <a:lnTo>
                    <a:pt x="11028001" y="1051"/>
                  </a:lnTo>
                  <a:lnTo>
                    <a:pt x="10994660" y="2517"/>
                  </a:lnTo>
                  <a:lnTo>
                    <a:pt x="10944404" y="4941"/>
                  </a:lnTo>
                  <a:lnTo>
                    <a:pt x="10876894" y="8526"/>
                  </a:lnTo>
                  <a:lnTo>
                    <a:pt x="10793478" y="13422"/>
                  </a:lnTo>
                  <a:lnTo>
                    <a:pt x="10696891" y="19721"/>
                  </a:lnTo>
                  <a:lnTo>
                    <a:pt x="10590768" y="27462"/>
                  </a:lnTo>
                  <a:lnTo>
                    <a:pt x="10479066" y="36637"/>
                  </a:lnTo>
                  <a:lnTo>
                    <a:pt x="10365554" y="47221"/>
                  </a:lnTo>
                  <a:lnTo>
                    <a:pt x="10253446" y="59185"/>
                  </a:lnTo>
                  <a:lnTo>
                    <a:pt x="10145206" y="72521"/>
                  </a:lnTo>
                  <a:lnTo>
                    <a:pt x="10042519" y="87250"/>
                  </a:lnTo>
                  <a:lnTo>
                    <a:pt x="9946356" y="103434"/>
                  </a:lnTo>
                  <a:lnTo>
                    <a:pt x="9857107" y="121179"/>
                  </a:lnTo>
                  <a:lnTo>
                    <a:pt x="9774716" y="140635"/>
                  </a:lnTo>
                  <a:lnTo>
                    <a:pt x="9698817" y="161994"/>
                  </a:lnTo>
                  <a:lnTo>
                    <a:pt x="9628837" y="185486"/>
                  </a:lnTo>
                  <a:lnTo>
                    <a:pt x="9564085" y="211366"/>
                  </a:lnTo>
                  <a:lnTo>
                    <a:pt x="9503814" y="239907"/>
                  </a:lnTo>
                  <a:lnTo>
                    <a:pt x="9447266" y="271369"/>
                  </a:lnTo>
                  <a:lnTo>
                    <a:pt x="9393714" y="305961"/>
                  </a:lnTo>
                  <a:lnTo>
                    <a:pt x="9347647" y="339767"/>
                  </a:lnTo>
                  <a:lnTo>
                    <a:pt x="9298323" y="380244"/>
                  </a:lnTo>
                  <a:lnTo>
                    <a:pt x="9250325" y="423977"/>
                  </a:lnTo>
                  <a:lnTo>
                    <a:pt x="9203259" y="471028"/>
                  </a:lnTo>
                  <a:lnTo>
                    <a:pt x="9156811" y="521398"/>
                  </a:lnTo>
                  <a:lnTo>
                    <a:pt x="9110741" y="575013"/>
                  </a:lnTo>
                  <a:lnTo>
                    <a:pt x="9064867" y="631721"/>
                  </a:lnTo>
                  <a:lnTo>
                    <a:pt x="9019061" y="691286"/>
                  </a:lnTo>
                  <a:lnTo>
                    <a:pt x="8973237" y="753391"/>
                  </a:lnTo>
                  <a:lnTo>
                    <a:pt x="8927351" y="817641"/>
                  </a:lnTo>
                  <a:lnTo>
                    <a:pt x="8881389" y="883569"/>
                  </a:lnTo>
                  <a:lnTo>
                    <a:pt x="8835362" y="950654"/>
                  </a:lnTo>
                  <a:lnTo>
                    <a:pt x="8789298" y="1018332"/>
                  </a:lnTo>
                  <a:lnTo>
                    <a:pt x="8743233" y="1086019"/>
                  </a:lnTo>
                  <a:lnTo>
                    <a:pt x="8697205" y="1153129"/>
                  </a:lnTo>
                  <a:lnTo>
                    <a:pt x="8651241" y="1219098"/>
                  </a:lnTo>
                  <a:lnTo>
                    <a:pt x="8605353" y="1283402"/>
                  </a:lnTo>
                  <a:lnTo>
                    <a:pt x="8559527" y="1345575"/>
                  </a:lnTo>
                  <a:lnTo>
                    <a:pt x="8513721" y="1405217"/>
                  </a:lnTo>
                  <a:lnTo>
                    <a:pt x="8467851" y="1462010"/>
                  </a:lnTo>
                  <a:lnTo>
                    <a:pt x="8421789" y="1515716"/>
                  </a:lnTo>
                  <a:lnTo>
                    <a:pt x="8375355" y="1566181"/>
                  </a:lnTo>
                  <a:lnTo>
                    <a:pt x="8328310" y="1613328"/>
                  </a:lnTo>
                  <a:lnTo>
                    <a:pt x="8280344" y="1657155"/>
                  </a:lnTo>
                  <a:lnTo>
                    <a:pt x="8231065" y="1697723"/>
                  </a:lnTo>
                  <a:lnTo>
                    <a:pt x="8229629" y="1698838"/>
                  </a:lnTo>
                  <a:lnTo>
                    <a:pt x="8178206" y="1736329"/>
                  </a:lnTo>
                  <a:lnTo>
                    <a:pt x="8124380" y="1770593"/>
                  </a:lnTo>
                  <a:lnTo>
                    <a:pt x="8067485" y="1801746"/>
                  </a:lnTo>
                  <a:lnTo>
                    <a:pt x="8006791" y="1830002"/>
                  </a:lnTo>
                  <a:lnTo>
                    <a:pt x="7941538" y="1855627"/>
                  </a:lnTo>
                  <a:lnTo>
                    <a:pt x="7870984" y="1878888"/>
                  </a:lnTo>
                  <a:lnTo>
                    <a:pt x="7794444" y="1900043"/>
                  </a:lnTo>
                  <a:lnTo>
                    <a:pt x="7711365" y="1919316"/>
                  </a:lnTo>
                  <a:lnTo>
                    <a:pt x="7621406" y="1936896"/>
                  </a:lnTo>
                  <a:lnTo>
                    <a:pt x="7524550" y="1952927"/>
                  </a:lnTo>
                  <a:lnTo>
                    <a:pt x="7421239" y="1967511"/>
                  </a:lnTo>
                  <a:lnTo>
                    <a:pt x="7312513" y="1980706"/>
                  </a:lnTo>
                  <a:lnTo>
                    <a:pt x="7200135" y="1992530"/>
                  </a:lnTo>
                  <a:lnTo>
                    <a:pt x="7086650" y="2002971"/>
                  </a:lnTo>
                  <a:lnTo>
                    <a:pt x="6975338" y="2012001"/>
                  </a:lnTo>
                  <a:lnTo>
                    <a:pt x="6870009" y="2019594"/>
                  </a:lnTo>
                  <a:lnTo>
                    <a:pt x="6774613" y="2025748"/>
                  </a:lnTo>
                  <a:lnTo>
                    <a:pt x="6692717" y="2030504"/>
                  </a:lnTo>
                  <a:lnTo>
                    <a:pt x="6626935" y="2033962"/>
                  </a:lnTo>
                  <a:lnTo>
                    <a:pt x="6578453" y="2036279"/>
                  </a:lnTo>
                  <a:lnTo>
                    <a:pt x="6546753" y="2037660"/>
                  </a:lnTo>
                  <a:lnTo>
                    <a:pt x="6529597" y="2038344"/>
                  </a:lnTo>
                  <a:lnTo>
                    <a:pt x="6523189" y="2038579"/>
                  </a:lnTo>
                  <a:lnTo>
                    <a:pt x="6522385" y="2038606"/>
                  </a:lnTo>
                  <a:lnTo>
                    <a:pt x="5527445" y="2038606"/>
                  </a:lnTo>
                  <a:lnTo>
                    <a:pt x="5526333" y="2038573"/>
                  </a:lnTo>
                  <a:lnTo>
                    <a:pt x="5518993" y="2038337"/>
                  </a:lnTo>
                  <a:lnTo>
                    <a:pt x="5500379" y="2037684"/>
                  </a:lnTo>
                  <a:lnTo>
                    <a:pt x="5466831" y="2036397"/>
                  </a:lnTo>
                  <a:lnTo>
                    <a:pt x="5416278" y="2034270"/>
                  </a:lnTo>
                  <a:lnTo>
                    <a:pt x="5348398" y="2031125"/>
                  </a:lnTo>
                  <a:lnTo>
                    <a:pt x="5264570" y="2026831"/>
                  </a:lnTo>
                  <a:lnTo>
                    <a:pt x="5167564" y="2021306"/>
                  </a:lnTo>
                  <a:lnTo>
                    <a:pt x="5061049" y="2014521"/>
                  </a:lnTo>
                  <a:lnTo>
                    <a:pt x="4949011" y="2006479"/>
                  </a:lnTo>
                  <a:lnTo>
                    <a:pt x="4835237" y="1997205"/>
                  </a:lnTo>
                  <a:lnTo>
                    <a:pt x="4722946" y="1986723"/>
                  </a:lnTo>
                  <a:lnTo>
                    <a:pt x="4614597" y="1975040"/>
                  </a:lnTo>
                  <a:lnTo>
                    <a:pt x="4511865" y="1962136"/>
                  </a:lnTo>
                  <a:lnTo>
                    <a:pt x="4415709" y="1947955"/>
                  </a:lnTo>
                  <a:lnTo>
                    <a:pt x="4326503" y="1932405"/>
                  </a:lnTo>
                  <a:lnTo>
                    <a:pt x="4244178" y="1915350"/>
                  </a:lnTo>
                  <a:lnTo>
                    <a:pt x="4168355" y="1896623"/>
                  </a:lnTo>
                  <a:lnTo>
                    <a:pt x="4098452" y="1876019"/>
                  </a:lnTo>
                  <a:lnTo>
                    <a:pt x="4033769" y="1853314"/>
                  </a:lnTo>
                  <a:lnTo>
                    <a:pt x="3973552" y="1828268"/>
                  </a:lnTo>
                  <a:lnTo>
                    <a:pt x="3917039" y="1800656"/>
                  </a:lnTo>
                  <a:lnTo>
                    <a:pt x="3863501" y="1770296"/>
                  </a:lnTo>
                  <a:lnTo>
                    <a:pt x="3820202" y="1742510"/>
                  </a:lnTo>
                  <a:lnTo>
                    <a:pt x="3768960" y="1705786"/>
                  </a:lnTo>
                  <a:lnTo>
                    <a:pt x="3719134" y="1665993"/>
                  </a:lnTo>
                  <a:lnTo>
                    <a:pt x="3670285" y="1623073"/>
                  </a:lnTo>
                  <a:lnTo>
                    <a:pt x="3622071" y="1577033"/>
                  </a:lnTo>
                  <a:lnTo>
                    <a:pt x="3574231" y="1527956"/>
                  </a:lnTo>
                  <a:lnTo>
                    <a:pt x="3526571" y="1476005"/>
                  </a:lnTo>
                  <a:lnTo>
                    <a:pt x="3478958" y="1421427"/>
                  </a:lnTo>
                  <a:lnTo>
                    <a:pt x="3431309" y="1364554"/>
                  </a:lnTo>
                  <a:lnTo>
                    <a:pt x="3383585" y="1305794"/>
                  </a:lnTo>
                  <a:lnTo>
                    <a:pt x="3335781" y="1245622"/>
                  </a:lnTo>
                  <a:lnTo>
                    <a:pt x="3287917" y="1184568"/>
                  </a:lnTo>
                  <a:lnTo>
                    <a:pt x="3240030" y="1123193"/>
                  </a:lnTo>
                  <a:lnTo>
                    <a:pt x="3192161" y="1062072"/>
                  </a:lnTo>
                  <a:lnTo>
                    <a:pt x="3144349" y="1001770"/>
                  </a:lnTo>
                  <a:lnTo>
                    <a:pt x="3096615" y="942821"/>
                  </a:lnTo>
                  <a:lnTo>
                    <a:pt x="3048959" y="885706"/>
                  </a:lnTo>
                  <a:lnTo>
                    <a:pt x="3001346" y="830843"/>
                  </a:lnTo>
                  <a:lnTo>
                    <a:pt x="2953697" y="778573"/>
                  </a:lnTo>
                  <a:lnTo>
                    <a:pt x="2905886" y="729151"/>
                  </a:lnTo>
                  <a:lnTo>
                    <a:pt x="2857727" y="682753"/>
                  </a:lnTo>
                  <a:lnTo>
                    <a:pt x="2808968" y="639469"/>
                  </a:lnTo>
                  <a:lnTo>
                    <a:pt x="2759276" y="599315"/>
                  </a:lnTo>
                  <a:lnTo>
                    <a:pt x="2708225" y="562239"/>
                  </a:lnTo>
                  <a:lnTo>
                    <a:pt x="2702183" y="558127"/>
                  </a:lnTo>
                  <a:lnTo>
                    <a:pt x="2650639" y="525384"/>
                  </a:lnTo>
                  <a:lnTo>
                    <a:pt x="2596680" y="495464"/>
                  </a:lnTo>
                  <a:lnTo>
                    <a:pt x="2539634" y="468268"/>
                  </a:lnTo>
                  <a:lnTo>
                    <a:pt x="2478765" y="443606"/>
                  </a:lnTo>
                  <a:lnTo>
                    <a:pt x="2413311" y="421247"/>
                  </a:lnTo>
                  <a:lnTo>
                    <a:pt x="2342522" y="400953"/>
                  </a:lnTo>
                  <a:lnTo>
                    <a:pt x="2265712" y="382501"/>
                  </a:lnTo>
                  <a:lnTo>
                    <a:pt x="2182324" y="365693"/>
                  </a:lnTo>
                  <a:lnTo>
                    <a:pt x="2092021" y="350365"/>
                  </a:lnTo>
                  <a:lnTo>
                    <a:pt x="1994793" y="336391"/>
                  </a:lnTo>
                  <a:lnTo>
                    <a:pt x="1891098" y="323682"/>
                  </a:lnTo>
                  <a:lnTo>
                    <a:pt x="1781999" y="312188"/>
                  </a:lnTo>
                  <a:lnTo>
                    <a:pt x="1669291" y="301895"/>
                  </a:lnTo>
                  <a:lnTo>
                    <a:pt x="1555560" y="292813"/>
                  </a:lnTo>
                  <a:lnTo>
                    <a:pt x="1444129" y="284967"/>
                  </a:lnTo>
                  <a:lnTo>
                    <a:pt x="1338846" y="278380"/>
                  </a:lnTo>
                  <a:lnTo>
                    <a:pt x="1243684" y="273052"/>
                  </a:lnTo>
                  <a:lnTo>
                    <a:pt x="1162209" y="268945"/>
                  </a:lnTo>
                  <a:lnTo>
                    <a:pt x="1097002" y="265970"/>
                  </a:lnTo>
                  <a:lnTo>
                    <a:pt x="1049188" y="263988"/>
                  </a:lnTo>
                  <a:lnTo>
                    <a:pt x="1018167" y="262815"/>
                  </a:lnTo>
                  <a:lnTo>
                    <a:pt x="1001606" y="262242"/>
                  </a:lnTo>
                  <a:lnTo>
                    <a:pt x="995611" y="262051"/>
                  </a:lnTo>
                  <a:lnTo>
                    <a:pt x="994940" y="262031"/>
                  </a:lnTo>
                  <a:lnTo>
                    <a:pt x="0" y="262031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3" name="pl162"/>
            <p:cNvSpPr/>
            <p:nvPr/>
          </p:nvSpPr>
          <p:spPr>
            <a:xfrm>
              <a:off x="1199187" y="2719724"/>
              <a:ext cx="12049831" cy="2038606"/>
            </a:xfrm>
            <a:custGeom>
              <a:avLst/>
              <a:pathLst>
                <a:path w="12049831" h="2038606">
                  <a:moveTo>
                    <a:pt x="0" y="262031"/>
                  </a:moveTo>
                  <a:lnTo>
                    <a:pt x="994940" y="262031"/>
                  </a:lnTo>
                  <a:lnTo>
                    <a:pt x="996052" y="262064"/>
                  </a:lnTo>
                  <a:lnTo>
                    <a:pt x="1003392" y="262301"/>
                  </a:lnTo>
                  <a:lnTo>
                    <a:pt x="1022006" y="262954"/>
                  </a:lnTo>
                  <a:lnTo>
                    <a:pt x="1055554" y="264241"/>
                  </a:lnTo>
                  <a:lnTo>
                    <a:pt x="1106107" y="266368"/>
                  </a:lnTo>
                  <a:lnTo>
                    <a:pt x="1173987" y="269512"/>
                  </a:lnTo>
                  <a:lnTo>
                    <a:pt x="1257815" y="273807"/>
                  </a:lnTo>
                  <a:lnTo>
                    <a:pt x="1354821" y="279331"/>
                  </a:lnTo>
                  <a:lnTo>
                    <a:pt x="1461336" y="286117"/>
                  </a:lnTo>
                  <a:lnTo>
                    <a:pt x="1573374" y="294159"/>
                  </a:lnTo>
                  <a:lnTo>
                    <a:pt x="1687148" y="303433"/>
                  </a:lnTo>
                  <a:lnTo>
                    <a:pt x="1799439" y="313915"/>
                  </a:lnTo>
                  <a:lnTo>
                    <a:pt x="1907788" y="325598"/>
                  </a:lnTo>
                  <a:lnTo>
                    <a:pt x="2010520" y="338502"/>
                  </a:lnTo>
                  <a:lnTo>
                    <a:pt x="2106676" y="352682"/>
                  </a:lnTo>
                  <a:lnTo>
                    <a:pt x="2195882" y="368233"/>
                  </a:lnTo>
                  <a:lnTo>
                    <a:pt x="2278207" y="385287"/>
                  </a:lnTo>
                  <a:lnTo>
                    <a:pt x="2354030" y="404015"/>
                  </a:lnTo>
                  <a:lnTo>
                    <a:pt x="2423933" y="424618"/>
                  </a:lnTo>
                  <a:lnTo>
                    <a:pt x="2488616" y="447323"/>
                  </a:lnTo>
                  <a:lnTo>
                    <a:pt x="2548833" y="472369"/>
                  </a:lnTo>
                  <a:lnTo>
                    <a:pt x="2605346" y="499982"/>
                  </a:lnTo>
                  <a:lnTo>
                    <a:pt x="2658884" y="530342"/>
                  </a:lnTo>
                  <a:lnTo>
                    <a:pt x="2702183" y="558127"/>
                  </a:lnTo>
                  <a:lnTo>
                    <a:pt x="2753425" y="594851"/>
                  </a:lnTo>
                  <a:lnTo>
                    <a:pt x="2803251" y="634644"/>
                  </a:lnTo>
                  <a:lnTo>
                    <a:pt x="2852100" y="677564"/>
                  </a:lnTo>
                  <a:lnTo>
                    <a:pt x="2900314" y="723604"/>
                  </a:lnTo>
                  <a:lnTo>
                    <a:pt x="2948154" y="772681"/>
                  </a:lnTo>
                  <a:lnTo>
                    <a:pt x="2995814" y="824633"/>
                  </a:lnTo>
                  <a:lnTo>
                    <a:pt x="3043427" y="879210"/>
                  </a:lnTo>
                  <a:lnTo>
                    <a:pt x="3091076" y="936083"/>
                  </a:lnTo>
                  <a:lnTo>
                    <a:pt x="3138800" y="994844"/>
                  </a:lnTo>
                  <a:lnTo>
                    <a:pt x="3186604" y="1055015"/>
                  </a:lnTo>
                  <a:lnTo>
                    <a:pt x="3234468" y="1116069"/>
                  </a:lnTo>
                  <a:lnTo>
                    <a:pt x="3282355" y="1177444"/>
                  </a:lnTo>
                  <a:lnTo>
                    <a:pt x="3330224" y="1238565"/>
                  </a:lnTo>
                  <a:lnTo>
                    <a:pt x="3378036" y="1298867"/>
                  </a:lnTo>
                  <a:lnTo>
                    <a:pt x="3425770" y="1357817"/>
                  </a:lnTo>
                  <a:lnTo>
                    <a:pt x="3473426" y="1414931"/>
                  </a:lnTo>
                  <a:lnTo>
                    <a:pt x="3521039" y="1469794"/>
                  </a:lnTo>
                  <a:lnTo>
                    <a:pt x="3568688" y="1522065"/>
                  </a:lnTo>
                  <a:lnTo>
                    <a:pt x="3616499" y="1571486"/>
                  </a:lnTo>
                  <a:lnTo>
                    <a:pt x="3664658" y="1617884"/>
                  </a:lnTo>
                  <a:lnTo>
                    <a:pt x="3713417" y="1661169"/>
                  </a:lnTo>
                  <a:lnTo>
                    <a:pt x="3763109" y="1701323"/>
                  </a:lnTo>
                  <a:lnTo>
                    <a:pt x="3814160" y="1738399"/>
                  </a:lnTo>
                  <a:lnTo>
                    <a:pt x="3820202" y="1742510"/>
                  </a:lnTo>
                  <a:lnTo>
                    <a:pt x="3871746" y="1775254"/>
                  </a:lnTo>
                  <a:lnTo>
                    <a:pt x="3925705" y="1805174"/>
                  </a:lnTo>
                  <a:lnTo>
                    <a:pt x="3982751" y="1832369"/>
                  </a:lnTo>
                  <a:lnTo>
                    <a:pt x="4043620" y="1857031"/>
                  </a:lnTo>
                  <a:lnTo>
                    <a:pt x="4109074" y="1879391"/>
                  </a:lnTo>
                  <a:lnTo>
                    <a:pt x="4179863" y="1899684"/>
                  </a:lnTo>
                  <a:lnTo>
                    <a:pt x="4256673" y="1918136"/>
                  </a:lnTo>
                  <a:lnTo>
                    <a:pt x="4340061" y="1934944"/>
                  </a:lnTo>
                  <a:lnTo>
                    <a:pt x="4430364" y="1950272"/>
                  </a:lnTo>
                  <a:lnTo>
                    <a:pt x="4527592" y="1964246"/>
                  </a:lnTo>
                  <a:lnTo>
                    <a:pt x="4631287" y="1976956"/>
                  </a:lnTo>
                  <a:lnTo>
                    <a:pt x="4740386" y="1988449"/>
                  </a:lnTo>
                  <a:lnTo>
                    <a:pt x="4853094" y="1998743"/>
                  </a:lnTo>
                  <a:lnTo>
                    <a:pt x="4966825" y="2007825"/>
                  </a:lnTo>
                  <a:lnTo>
                    <a:pt x="5078256" y="2015671"/>
                  </a:lnTo>
                  <a:lnTo>
                    <a:pt x="5183539" y="2022258"/>
                  </a:lnTo>
                  <a:lnTo>
                    <a:pt x="5278701" y="2027585"/>
                  </a:lnTo>
                  <a:lnTo>
                    <a:pt x="5360176" y="2031692"/>
                  </a:lnTo>
                  <a:lnTo>
                    <a:pt x="5425383" y="2034667"/>
                  </a:lnTo>
                  <a:lnTo>
                    <a:pt x="5473197" y="2036650"/>
                  </a:lnTo>
                  <a:lnTo>
                    <a:pt x="5504218" y="2037823"/>
                  </a:lnTo>
                  <a:lnTo>
                    <a:pt x="5520779" y="2038396"/>
                  </a:lnTo>
                  <a:lnTo>
                    <a:pt x="5526774" y="2038586"/>
                  </a:lnTo>
                  <a:lnTo>
                    <a:pt x="5527445" y="2038606"/>
                  </a:lnTo>
                  <a:lnTo>
                    <a:pt x="6522385" y="2038606"/>
                  </a:lnTo>
                  <a:lnTo>
                    <a:pt x="6523490" y="2038568"/>
                  </a:lnTo>
                  <a:lnTo>
                    <a:pt x="6530782" y="2038299"/>
                  </a:lnTo>
                  <a:lnTo>
                    <a:pt x="6549275" y="2037555"/>
                  </a:lnTo>
                  <a:lnTo>
                    <a:pt x="6582616" y="2036089"/>
                  </a:lnTo>
                  <a:lnTo>
                    <a:pt x="6632873" y="2033664"/>
                  </a:lnTo>
                  <a:lnTo>
                    <a:pt x="6700383" y="2030080"/>
                  </a:lnTo>
                  <a:lnTo>
                    <a:pt x="6783799" y="2025184"/>
                  </a:lnTo>
                  <a:lnTo>
                    <a:pt x="6880385" y="2018884"/>
                  </a:lnTo>
                  <a:lnTo>
                    <a:pt x="6986508" y="2011144"/>
                  </a:lnTo>
                  <a:lnTo>
                    <a:pt x="7098211" y="2001968"/>
                  </a:lnTo>
                  <a:lnTo>
                    <a:pt x="7211722" y="1991385"/>
                  </a:lnTo>
                  <a:lnTo>
                    <a:pt x="7323831" y="1979420"/>
                  </a:lnTo>
                  <a:lnTo>
                    <a:pt x="7432070" y="1966085"/>
                  </a:lnTo>
                  <a:lnTo>
                    <a:pt x="7534758" y="1951356"/>
                  </a:lnTo>
                  <a:lnTo>
                    <a:pt x="7630921" y="1935172"/>
                  </a:lnTo>
                  <a:lnTo>
                    <a:pt x="7720170" y="1917426"/>
                  </a:lnTo>
                  <a:lnTo>
                    <a:pt x="7802560" y="1897970"/>
                  </a:lnTo>
                  <a:lnTo>
                    <a:pt x="7878460" y="1876611"/>
                  </a:lnTo>
                  <a:lnTo>
                    <a:pt x="7948439" y="1853120"/>
                  </a:lnTo>
                  <a:lnTo>
                    <a:pt x="8013191" y="1827240"/>
                  </a:lnTo>
                  <a:lnTo>
                    <a:pt x="8073462" y="1798698"/>
                  </a:lnTo>
                  <a:lnTo>
                    <a:pt x="8130011" y="1767237"/>
                  </a:lnTo>
                  <a:lnTo>
                    <a:pt x="8183562" y="1732645"/>
                  </a:lnTo>
                  <a:lnTo>
                    <a:pt x="8229629" y="1698838"/>
                  </a:lnTo>
                  <a:lnTo>
                    <a:pt x="8278954" y="1658361"/>
                  </a:lnTo>
                  <a:lnTo>
                    <a:pt x="8326951" y="1614629"/>
                  </a:lnTo>
                  <a:lnTo>
                    <a:pt x="8374018" y="1567578"/>
                  </a:lnTo>
                  <a:lnTo>
                    <a:pt x="8420465" y="1517207"/>
                  </a:lnTo>
                  <a:lnTo>
                    <a:pt x="8466535" y="1463592"/>
                  </a:lnTo>
                  <a:lnTo>
                    <a:pt x="8512409" y="1406885"/>
                  </a:lnTo>
                  <a:lnTo>
                    <a:pt x="8558216" y="1347320"/>
                  </a:lnTo>
                  <a:lnTo>
                    <a:pt x="8604039" y="1285215"/>
                  </a:lnTo>
                  <a:lnTo>
                    <a:pt x="8649925" y="1220965"/>
                  </a:lnTo>
                  <a:lnTo>
                    <a:pt x="8695888" y="1155036"/>
                  </a:lnTo>
                  <a:lnTo>
                    <a:pt x="8741915" y="1087951"/>
                  </a:lnTo>
                  <a:lnTo>
                    <a:pt x="8787979" y="1020273"/>
                  </a:lnTo>
                  <a:lnTo>
                    <a:pt x="8834043" y="952587"/>
                  </a:lnTo>
                  <a:lnTo>
                    <a:pt x="8880072" y="885477"/>
                  </a:lnTo>
                  <a:lnTo>
                    <a:pt x="8926036" y="819508"/>
                  </a:lnTo>
                  <a:lnTo>
                    <a:pt x="8971924" y="755203"/>
                  </a:lnTo>
                  <a:lnTo>
                    <a:pt x="9017749" y="693031"/>
                  </a:lnTo>
                  <a:lnTo>
                    <a:pt x="9063555" y="633388"/>
                  </a:lnTo>
                  <a:lnTo>
                    <a:pt x="9109425" y="576595"/>
                  </a:lnTo>
                  <a:lnTo>
                    <a:pt x="9155487" y="522889"/>
                  </a:lnTo>
                  <a:lnTo>
                    <a:pt x="9201921" y="472425"/>
                  </a:lnTo>
                  <a:lnTo>
                    <a:pt x="9248966" y="425278"/>
                  </a:lnTo>
                  <a:lnTo>
                    <a:pt x="9296932" y="381451"/>
                  </a:lnTo>
                  <a:lnTo>
                    <a:pt x="9346212" y="340882"/>
                  </a:lnTo>
                  <a:lnTo>
                    <a:pt x="9347647" y="339767"/>
                  </a:lnTo>
                  <a:lnTo>
                    <a:pt x="9399070" y="302277"/>
                  </a:lnTo>
                  <a:lnTo>
                    <a:pt x="9452897" y="268012"/>
                  </a:lnTo>
                  <a:lnTo>
                    <a:pt x="9509791" y="236860"/>
                  </a:lnTo>
                  <a:lnTo>
                    <a:pt x="9570486" y="208603"/>
                  </a:lnTo>
                  <a:lnTo>
                    <a:pt x="9635738" y="182979"/>
                  </a:lnTo>
                  <a:lnTo>
                    <a:pt x="9706293" y="159717"/>
                  </a:lnTo>
                  <a:lnTo>
                    <a:pt x="9782832" y="138563"/>
                  </a:lnTo>
                  <a:lnTo>
                    <a:pt x="9865911" y="119290"/>
                  </a:lnTo>
                  <a:lnTo>
                    <a:pt x="9955871" y="101710"/>
                  </a:lnTo>
                  <a:lnTo>
                    <a:pt x="10052727" y="85679"/>
                  </a:lnTo>
                  <a:lnTo>
                    <a:pt x="10156038" y="71094"/>
                  </a:lnTo>
                  <a:lnTo>
                    <a:pt x="10264763" y="57899"/>
                  </a:lnTo>
                  <a:lnTo>
                    <a:pt x="10377141" y="46075"/>
                  </a:lnTo>
                  <a:lnTo>
                    <a:pt x="10490627" y="35634"/>
                  </a:lnTo>
                  <a:lnTo>
                    <a:pt x="10601938" y="26604"/>
                  </a:lnTo>
                  <a:lnTo>
                    <a:pt x="10707268" y="19012"/>
                  </a:lnTo>
                  <a:lnTo>
                    <a:pt x="10802664" y="12858"/>
                  </a:lnTo>
                  <a:lnTo>
                    <a:pt x="10884560" y="8101"/>
                  </a:lnTo>
                  <a:lnTo>
                    <a:pt x="10950341" y="4643"/>
                  </a:lnTo>
                  <a:lnTo>
                    <a:pt x="10998823" y="2327"/>
                  </a:lnTo>
                  <a:lnTo>
                    <a:pt x="11030523" y="946"/>
                  </a:lnTo>
                  <a:lnTo>
                    <a:pt x="11047680" y="262"/>
                  </a:lnTo>
                  <a:lnTo>
                    <a:pt x="11054088" y="27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" name="pl163"/>
            <p:cNvSpPr/>
            <p:nvPr/>
          </p:nvSpPr>
          <p:spPr>
            <a:xfrm>
              <a:off x="1199187" y="2714483"/>
              <a:ext cx="12049831" cy="2038606"/>
            </a:xfrm>
            <a:custGeom>
              <a:avLst/>
              <a:pathLst>
                <a:path w="12049831" h="2038606">
                  <a:moveTo>
                    <a:pt x="12049831" y="0"/>
                  </a:moveTo>
                  <a:lnTo>
                    <a:pt x="11054891" y="0"/>
                  </a:lnTo>
                  <a:lnTo>
                    <a:pt x="11053787" y="37"/>
                  </a:lnTo>
                  <a:lnTo>
                    <a:pt x="11046495" y="307"/>
                  </a:lnTo>
                  <a:lnTo>
                    <a:pt x="11028001" y="1051"/>
                  </a:lnTo>
                  <a:lnTo>
                    <a:pt x="10994660" y="2517"/>
                  </a:lnTo>
                  <a:lnTo>
                    <a:pt x="10944404" y="4941"/>
                  </a:lnTo>
                  <a:lnTo>
                    <a:pt x="10876894" y="8526"/>
                  </a:lnTo>
                  <a:lnTo>
                    <a:pt x="10793478" y="13422"/>
                  </a:lnTo>
                  <a:lnTo>
                    <a:pt x="10696891" y="19721"/>
                  </a:lnTo>
                  <a:lnTo>
                    <a:pt x="10590768" y="27462"/>
                  </a:lnTo>
                  <a:lnTo>
                    <a:pt x="10479066" y="36637"/>
                  </a:lnTo>
                  <a:lnTo>
                    <a:pt x="10365554" y="47221"/>
                  </a:lnTo>
                  <a:lnTo>
                    <a:pt x="10253446" y="59185"/>
                  </a:lnTo>
                  <a:lnTo>
                    <a:pt x="10145206" y="72521"/>
                  </a:lnTo>
                  <a:lnTo>
                    <a:pt x="10042519" y="87250"/>
                  </a:lnTo>
                  <a:lnTo>
                    <a:pt x="9946356" y="103434"/>
                  </a:lnTo>
                  <a:lnTo>
                    <a:pt x="9857107" y="121179"/>
                  </a:lnTo>
                  <a:lnTo>
                    <a:pt x="9774716" y="140635"/>
                  </a:lnTo>
                  <a:lnTo>
                    <a:pt x="9698817" y="161994"/>
                  </a:lnTo>
                  <a:lnTo>
                    <a:pt x="9628837" y="185486"/>
                  </a:lnTo>
                  <a:lnTo>
                    <a:pt x="9564085" y="211366"/>
                  </a:lnTo>
                  <a:lnTo>
                    <a:pt x="9503814" y="239907"/>
                  </a:lnTo>
                  <a:lnTo>
                    <a:pt x="9447266" y="271369"/>
                  </a:lnTo>
                  <a:lnTo>
                    <a:pt x="9393714" y="305961"/>
                  </a:lnTo>
                  <a:lnTo>
                    <a:pt x="9347647" y="339767"/>
                  </a:lnTo>
                  <a:lnTo>
                    <a:pt x="9298323" y="380244"/>
                  </a:lnTo>
                  <a:lnTo>
                    <a:pt x="9250325" y="423977"/>
                  </a:lnTo>
                  <a:lnTo>
                    <a:pt x="9203259" y="471028"/>
                  </a:lnTo>
                  <a:lnTo>
                    <a:pt x="9156811" y="521398"/>
                  </a:lnTo>
                  <a:lnTo>
                    <a:pt x="9110741" y="575013"/>
                  </a:lnTo>
                  <a:lnTo>
                    <a:pt x="9064867" y="631721"/>
                  </a:lnTo>
                  <a:lnTo>
                    <a:pt x="9019061" y="691286"/>
                  </a:lnTo>
                  <a:lnTo>
                    <a:pt x="8973237" y="753391"/>
                  </a:lnTo>
                  <a:lnTo>
                    <a:pt x="8927351" y="817641"/>
                  </a:lnTo>
                  <a:lnTo>
                    <a:pt x="8881389" y="883569"/>
                  </a:lnTo>
                  <a:lnTo>
                    <a:pt x="8835362" y="950654"/>
                  </a:lnTo>
                  <a:lnTo>
                    <a:pt x="8789298" y="1018332"/>
                  </a:lnTo>
                  <a:lnTo>
                    <a:pt x="8743233" y="1086019"/>
                  </a:lnTo>
                  <a:lnTo>
                    <a:pt x="8697205" y="1153129"/>
                  </a:lnTo>
                  <a:lnTo>
                    <a:pt x="8651241" y="1219098"/>
                  </a:lnTo>
                  <a:lnTo>
                    <a:pt x="8605353" y="1283402"/>
                  </a:lnTo>
                  <a:lnTo>
                    <a:pt x="8559527" y="1345575"/>
                  </a:lnTo>
                  <a:lnTo>
                    <a:pt x="8513721" y="1405217"/>
                  </a:lnTo>
                  <a:lnTo>
                    <a:pt x="8467851" y="1462010"/>
                  </a:lnTo>
                  <a:lnTo>
                    <a:pt x="8421789" y="1515716"/>
                  </a:lnTo>
                  <a:lnTo>
                    <a:pt x="8375355" y="1566181"/>
                  </a:lnTo>
                  <a:lnTo>
                    <a:pt x="8328310" y="1613328"/>
                  </a:lnTo>
                  <a:lnTo>
                    <a:pt x="8280344" y="1657155"/>
                  </a:lnTo>
                  <a:lnTo>
                    <a:pt x="8231065" y="1697723"/>
                  </a:lnTo>
                  <a:lnTo>
                    <a:pt x="8229629" y="1698838"/>
                  </a:lnTo>
                  <a:lnTo>
                    <a:pt x="8178206" y="1736329"/>
                  </a:lnTo>
                  <a:lnTo>
                    <a:pt x="8124380" y="1770593"/>
                  </a:lnTo>
                  <a:lnTo>
                    <a:pt x="8067485" y="1801746"/>
                  </a:lnTo>
                  <a:lnTo>
                    <a:pt x="8006791" y="1830002"/>
                  </a:lnTo>
                  <a:lnTo>
                    <a:pt x="7941538" y="1855627"/>
                  </a:lnTo>
                  <a:lnTo>
                    <a:pt x="7870984" y="1878888"/>
                  </a:lnTo>
                  <a:lnTo>
                    <a:pt x="7794444" y="1900043"/>
                  </a:lnTo>
                  <a:lnTo>
                    <a:pt x="7711365" y="1919316"/>
                  </a:lnTo>
                  <a:lnTo>
                    <a:pt x="7621406" y="1936896"/>
                  </a:lnTo>
                  <a:lnTo>
                    <a:pt x="7524550" y="1952927"/>
                  </a:lnTo>
                  <a:lnTo>
                    <a:pt x="7421239" y="1967511"/>
                  </a:lnTo>
                  <a:lnTo>
                    <a:pt x="7312513" y="1980706"/>
                  </a:lnTo>
                  <a:lnTo>
                    <a:pt x="7200135" y="1992530"/>
                  </a:lnTo>
                  <a:lnTo>
                    <a:pt x="7086650" y="2002971"/>
                  </a:lnTo>
                  <a:lnTo>
                    <a:pt x="6975338" y="2012001"/>
                  </a:lnTo>
                  <a:lnTo>
                    <a:pt x="6870009" y="2019594"/>
                  </a:lnTo>
                  <a:lnTo>
                    <a:pt x="6774613" y="2025748"/>
                  </a:lnTo>
                  <a:lnTo>
                    <a:pt x="6692717" y="2030504"/>
                  </a:lnTo>
                  <a:lnTo>
                    <a:pt x="6626935" y="2033962"/>
                  </a:lnTo>
                  <a:lnTo>
                    <a:pt x="6578453" y="2036279"/>
                  </a:lnTo>
                  <a:lnTo>
                    <a:pt x="6546753" y="2037660"/>
                  </a:lnTo>
                  <a:lnTo>
                    <a:pt x="6529597" y="2038344"/>
                  </a:lnTo>
                  <a:lnTo>
                    <a:pt x="6523189" y="2038579"/>
                  </a:lnTo>
                  <a:lnTo>
                    <a:pt x="6522385" y="2038606"/>
                  </a:lnTo>
                  <a:lnTo>
                    <a:pt x="5527445" y="2038606"/>
                  </a:lnTo>
                  <a:lnTo>
                    <a:pt x="5526333" y="2038573"/>
                  </a:lnTo>
                  <a:lnTo>
                    <a:pt x="5518993" y="2038337"/>
                  </a:lnTo>
                  <a:lnTo>
                    <a:pt x="5500379" y="2037684"/>
                  </a:lnTo>
                  <a:lnTo>
                    <a:pt x="5466831" y="2036397"/>
                  </a:lnTo>
                  <a:lnTo>
                    <a:pt x="5416278" y="2034270"/>
                  </a:lnTo>
                  <a:lnTo>
                    <a:pt x="5348398" y="2031125"/>
                  </a:lnTo>
                  <a:lnTo>
                    <a:pt x="5264570" y="2026831"/>
                  </a:lnTo>
                  <a:lnTo>
                    <a:pt x="5167564" y="2021306"/>
                  </a:lnTo>
                  <a:lnTo>
                    <a:pt x="5061049" y="2014521"/>
                  </a:lnTo>
                  <a:lnTo>
                    <a:pt x="4949011" y="2006479"/>
                  </a:lnTo>
                  <a:lnTo>
                    <a:pt x="4835237" y="1997205"/>
                  </a:lnTo>
                  <a:lnTo>
                    <a:pt x="4722946" y="1986723"/>
                  </a:lnTo>
                  <a:lnTo>
                    <a:pt x="4614597" y="1975040"/>
                  </a:lnTo>
                  <a:lnTo>
                    <a:pt x="4511865" y="1962136"/>
                  </a:lnTo>
                  <a:lnTo>
                    <a:pt x="4415709" y="1947955"/>
                  </a:lnTo>
                  <a:lnTo>
                    <a:pt x="4326503" y="1932405"/>
                  </a:lnTo>
                  <a:lnTo>
                    <a:pt x="4244178" y="1915350"/>
                  </a:lnTo>
                  <a:lnTo>
                    <a:pt x="4168355" y="1896623"/>
                  </a:lnTo>
                  <a:lnTo>
                    <a:pt x="4098452" y="1876019"/>
                  </a:lnTo>
                  <a:lnTo>
                    <a:pt x="4033769" y="1853314"/>
                  </a:lnTo>
                  <a:lnTo>
                    <a:pt x="3973552" y="1828268"/>
                  </a:lnTo>
                  <a:lnTo>
                    <a:pt x="3917039" y="1800656"/>
                  </a:lnTo>
                  <a:lnTo>
                    <a:pt x="3863501" y="1770296"/>
                  </a:lnTo>
                  <a:lnTo>
                    <a:pt x="3820202" y="1742510"/>
                  </a:lnTo>
                  <a:lnTo>
                    <a:pt x="3768960" y="1705786"/>
                  </a:lnTo>
                  <a:lnTo>
                    <a:pt x="3719134" y="1665993"/>
                  </a:lnTo>
                  <a:lnTo>
                    <a:pt x="3670285" y="1623073"/>
                  </a:lnTo>
                  <a:lnTo>
                    <a:pt x="3622071" y="1577033"/>
                  </a:lnTo>
                  <a:lnTo>
                    <a:pt x="3574231" y="1527956"/>
                  </a:lnTo>
                  <a:lnTo>
                    <a:pt x="3526571" y="1476005"/>
                  </a:lnTo>
                  <a:lnTo>
                    <a:pt x="3478958" y="1421427"/>
                  </a:lnTo>
                  <a:lnTo>
                    <a:pt x="3431309" y="1364554"/>
                  </a:lnTo>
                  <a:lnTo>
                    <a:pt x="3383585" y="1305794"/>
                  </a:lnTo>
                  <a:lnTo>
                    <a:pt x="3335781" y="1245622"/>
                  </a:lnTo>
                  <a:lnTo>
                    <a:pt x="3287917" y="1184568"/>
                  </a:lnTo>
                  <a:lnTo>
                    <a:pt x="3240030" y="1123193"/>
                  </a:lnTo>
                  <a:lnTo>
                    <a:pt x="3192161" y="1062072"/>
                  </a:lnTo>
                  <a:lnTo>
                    <a:pt x="3144349" y="1001770"/>
                  </a:lnTo>
                  <a:lnTo>
                    <a:pt x="3096615" y="942821"/>
                  </a:lnTo>
                  <a:lnTo>
                    <a:pt x="3048959" y="885706"/>
                  </a:lnTo>
                  <a:lnTo>
                    <a:pt x="3001346" y="830843"/>
                  </a:lnTo>
                  <a:lnTo>
                    <a:pt x="2953697" y="778573"/>
                  </a:lnTo>
                  <a:lnTo>
                    <a:pt x="2905886" y="729151"/>
                  </a:lnTo>
                  <a:lnTo>
                    <a:pt x="2857727" y="682753"/>
                  </a:lnTo>
                  <a:lnTo>
                    <a:pt x="2808968" y="639469"/>
                  </a:lnTo>
                  <a:lnTo>
                    <a:pt x="2759276" y="599315"/>
                  </a:lnTo>
                  <a:lnTo>
                    <a:pt x="2708225" y="562239"/>
                  </a:lnTo>
                  <a:lnTo>
                    <a:pt x="2702183" y="558127"/>
                  </a:lnTo>
                  <a:lnTo>
                    <a:pt x="2650639" y="525384"/>
                  </a:lnTo>
                  <a:lnTo>
                    <a:pt x="2596680" y="495464"/>
                  </a:lnTo>
                  <a:lnTo>
                    <a:pt x="2539634" y="468268"/>
                  </a:lnTo>
                  <a:lnTo>
                    <a:pt x="2478765" y="443606"/>
                  </a:lnTo>
                  <a:lnTo>
                    <a:pt x="2413311" y="421247"/>
                  </a:lnTo>
                  <a:lnTo>
                    <a:pt x="2342522" y="400953"/>
                  </a:lnTo>
                  <a:lnTo>
                    <a:pt x="2265712" y="382501"/>
                  </a:lnTo>
                  <a:lnTo>
                    <a:pt x="2182324" y="365693"/>
                  </a:lnTo>
                  <a:lnTo>
                    <a:pt x="2092021" y="350365"/>
                  </a:lnTo>
                  <a:lnTo>
                    <a:pt x="1994793" y="336391"/>
                  </a:lnTo>
                  <a:lnTo>
                    <a:pt x="1891098" y="323682"/>
                  </a:lnTo>
                  <a:lnTo>
                    <a:pt x="1781999" y="312188"/>
                  </a:lnTo>
                  <a:lnTo>
                    <a:pt x="1669291" y="301895"/>
                  </a:lnTo>
                  <a:lnTo>
                    <a:pt x="1555560" y="292813"/>
                  </a:lnTo>
                  <a:lnTo>
                    <a:pt x="1444129" y="284967"/>
                  </a:lnTo>
                  <a:lnTo>
                    <a:pt x="1338846" y="278380"/>
                  </a:lnTo>
                  <a:lnTo>
                    <a:pt x="1243684" y="273052"/>
                  </a:lnTo>
                  <a:lnTo>
                    <a:pt x="1162209" y="268945"/>
                  </a:lnTo>
                  <a:lnTo>
                    <a:pt x="1097002" y="265970"/>
                  </a:lnTo>
                  <a:lnTo>
                    <a:pt x="1049188" y="263988"/>
                  </a:lnTo>
                  <a:lnTo>
                    <a:pt x="1018167" y="262815"/>
                  </a:lnTo>
                  <a:lnTo>
                    <a:pt x="1001606" y="262242"/>
                  </a:lnTo>
                  <a:lnTo>
                    <a:pt x="995611" y="262051"/>
                  </a:lnTo>
                  <a:lnTo>
                    <a:pt x="994940" y="262031"/>
                  </a:lnTo>
                  <a:lnTo>
                    <a:pt x="0" y="262031"/>
                  </a:lnTo>
                  <a:lnTo>
                    <a:pt x="0" y="2620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" name="pg164"/>
            <p:cNvSpPr/>
            <p:nvPr/>
          </p:nvSpPr>
          <p:spPr>
            <a:xfrm>
              <a:off x="1199187" y="2981756"/>
              <a:ext cx="12049831" cy="1787056"/>
            </a:xfrm>
            <a:custGeom>
              <a:avLst/>
              <a:pathLst>
                <a:path w="12049831" h="1787056">
                  <a:moveTo>
                    <a:pt x="0" y="10481"/>
                  </a:moveTo>
                  <a:lnTo>
                    <a:pt x="994940" y="10481"/>
                  </a:lnTo>
                  <a:lnTo>
                    <a:pt x="996052" y="10514"/>
                  </a:lnTo>
                  <a:lnTo>
                    <a:pt x="1003392" y="10750"/>
                  </a:lnTo>
                  <a:lnTo>
                    <a:pt x="1022006" y="11403"/>
                  </a:lnTo>
                  <a:lnTo>
                    <a:pt x="1055554" y="12690"/>
                  </a:lnTo>
                  <a:lnTo>
                    <a:pt x="1106107" y="14817"/>
                  </a:lnTo>
                  <a:lnTo>
                    <a:pt x="1173987" y="17962"/>
                  </a:lnTo>
                  <a:lnTo>
                    <a:pt x="1257815" y="22256"/>
                  </a:lnTo>
                  <a:lnTo>
                    <a:pt x="1354821" y="27781"/>
                  </a:lnTo>
                  <a:lnTo>
                    <a:pt x="1461336" y="34566"/>
                  </a:lnTo>
                  <a:lnTo>
                    <a:pt x="1573374" y="42608"/>
                  </a:lnTo>
                  <a:lnTo>
                    <a:pt x="1687148" y="51882"/>
                  </a:lnTo>
                  <a:lnTo>
                    <a:pt x="1799439" y="62364"/>
                  </a:lnTo>
                  <a:lnTo>
                    <a:pt x="1907788" y="74047"/>
                  </a:lnTo>
                  <a:lnTo>
                    <a:pt x="2010520" y="86951"/>
                  </a:lnTo>
                  <a:lnTo>
                    <a:pt x="2106676" y="101131"/>
                  </a:lnTo>
                  <a:lnTo>
                    <a:pt x="2195882" y="116682"/>
                  </a:lnTo>
                  <a:lnTo>
                    <a:pt x="2278207" y="133737"/>
                  </a:lnTo>
                  <a:lnTo>
                    <a:pt x="2354030" y="152464"/>
                  </a:lnTo>
                  <a:lnTo>
                    <a:pt x="2423933" y="173068"/>
                  </a:lnTo>
                  <a:lnTo>
                    <a:pt x="2488616" y="195773"/>
                  </a:lnTo>
                  <a:lnTo>
                    <a:pt x="2548833" y="220819"/>
                  </a:lnTo>
                  <a:lnTo>
                    <a:pt x="2605346" y="248431"/>
                  </a:lnTo>
                  <a:lnTo>
                    <a:pt x="2658884" y="278791"/>
                  </a:lnTo>
                  <a:lnTo>
                    <a:pt x="2702183" y="306577"/>
                  </a:lnTo>
                  <a:lnTo>
                    <a:pt x="2753425" y="343301"/>
                  </a:lnTo>
                  <a:lnTo>
                    <a:pt x="2803251" y="383094"/>
                  </a:lnTo>
                  <a:lnTo>
                    <a:pt x="2852100" y="426014"/>
                  </a:lnTo>
                  <a:lnTo>
                    <a:pt x="2900314" y="472054"/>
                  </a:lnTo>
                  <a:lnTo>
                    <a:pt x="2948154" y="521131"/>
                  </a:lnTo>
                  <a:lnTo>
                    <a:pt x="2995814" y="573082"/>
                  </a:lnTo>
                  <a:lnTo>
                    <a:pt x="3043427" y="627660"/>
                  </a:lnTo>
                  <a:lnTo>
                    <a:pt x="3091076" y="684533"/>
                  </a:lnTo>
                  <a:lnTo>
                    <a:pt x="3138800" y="743293"/>
                  </a:lnTo>
                  <a:lnTo>
                    <a:pt x="3186604" y="803465"/>
                  </a:lnTo>
                  <a:lnTo>
                    <a:pt x="3234468" y="864519"/>
                  </a:lnTo>
                  <a:lnTo>
                    <a:pt x="3282355" y="925894"/>
                  </a:lnTo>
                  <a:lnTo>
                    <a:pt x="3330224" y="987015"/>
                  </a:lnTo>
                  <a:lnTo>
                    <a:pt x="3378036" y="1047317"/>
                  </a:lnTo>
                  <a:lnTo>
                    <a:pt x="3425770" y="1106266"/>
                  </a:lnTo>
                  <a:lnTo>
                    <a:pt x="3473426" y="1163381"/>
                  </a:lnTo>
                  <a:lnTo>
                    <a:pt x="3521039" y="1218244"/>
                  </a:lnTo>
                  <a:lnTo>
                    <a:pt x="3568688" y="1270514"/>
                  </a:lnTo>
                  <a:lnTo>
                    <a:pt x="3616499" y="1319935"/>
                  </a:lnTo>
                  <a:lnTo>
                    <a:pt x="3664658" y="1366334"/>
                  </a:lnTo>
                  <a:lnTo>
                    <a:pt x="3713417" y="1409618"/>
                  </a:lnTo>
                  <a:lnTo>
                    <a:pt x="3763109" y="1449772"/>
                  </a:lnTo>
                  <a:lnTo>
                    <a:pt x="3814160" y="1486848"/>
                  </a:lnTo>
                  <a:lnTo>
                    <a:pt x="3820202" y="1490960"/>
                  </a:lnTo>
                  <a:lnTo>
                    <a:pt x="3871746" y="1523703"/>
                  </a:lnTo>
                  <a:lnTo>
                    <a:pt x="3925705" y="1553623"/>
                  </a:lnTo>
                  <a:lnTo>
                    <a:pt x="3982751" y="1580819"/>
                  </a:lnTo>
                  <a:lnTo>
                    <a:pt x="4043620" y="1605481"/>
                  </a:lnTo>
                  <a:lnTo>
                    <a:pt x="4109074" y="1627840"/>
                  </a:lnTo>
                  <a:lnTo>
                    <a:pt x="4179863" y="1648134"/>
                  </a:lnTo>
                  <a:lnTo>
                    <a:pt x="4256673" y="1666586"/>
                  </a:lnTo>
                  <a:lnTo>
                    <a:pt x="4340061" y="1683394"/>
                  </a:lnTo>
                  <a:lnTo>
                    <a:pt x="4430364" y="1698722"/>
                  </a:lnTo>
                  <a:lnTo>
                    <a:pt x="4527592" y="1712696"/>
                  </a:lnTo>
                  <a:lnTo>
                    <a:pt x="4631287" y="1725405"/>
                  </a:lnTo>
                  <a:lnTo>
                    <a:pt x="4740386" y="1736899"/>
                  </a:lnTo>
                  <a:lnTo>
                    <a:pt x="4853094" y="1747192"/>
                  </a:lnTo>
                  <a:lnTo>
                    <a:pt x="4966825" y="1756274"/>
                  </a:lnTo>
                  <a:lnTo>
                    <a:pt x="5078256" y="1764120"/>
                  </a:lnTo>
                  <a:lnTo>
                    <a:pt x="5183539" y="1770707"/>
                  </a:lnTo>
                  <a:lnTo>
                    <a:pt x="5278701" y="1776035"/>
                  </a:lnTo>
                  <a:lnTo>
                    <a:pt x="5360176" y="1780142"/>
                  </a:lnTo>
                  <a:lnTo>
                    <a:pt x="5425383" y="1783117"/>
                  </a:lnTo>
                  <a:lnTo>
                    <a:pt x="5473197" y="1785099"/>
                  </a:lnTo>
                  <a:lnTo>
                    <a:pt x="5504218" y="1786272"/>
                  </a:lnTo>
                  <a:lnTo>
                    <a:pt x="5520779" y="1786845"/>
                  </a:lnTo>
                  <a:lnTo>
                    <a:pt x="5526774" y="1787036"/>
                  </a:lnTo>
                  <a:lnTo>
                    <a:pt x="5527445" y="1787056"/>
                  </a:lnTo>
                  <a:lnTo>
                    <a:pt x="6522385" y="1787056"/>
                  </a:lnTo>
                  <a:lnTo>
                    <a:pt x="6523507" y="1787030"/>
                  </a:lnTo>
                  <a:lnTo>
                    <a:pt x="6530912" y="1786846"/>
                  </a:lnTo>
                  <a:lnTo>
                    <a:pt x="6549682" y="1786339"/>
                  </a:lnTo>
                  <a:lnTo>
                    <a:pt x="6583503" y="1785339"/>
                  </a:lnTo>
                  <a:lnTo>
                    <a:pt x="6634443" y="1783687"/>
                  </a:lnTo>
                  <a:lnTo>
                    <a:pt x="6702805" y="1781244"/>
                  </a:lnTo>
                  <a:lnTo>
                    <a:pt x="6787171" y="1777910"/>
                  </a:lnTo>
                  <a:lnTo>
                    <a:pt x="6884724" y="1773622"/>
                  </a:lnTo>
                  <a:lnTo>
                    <a:pt x="6991748" y="1768358"/>
                  </a:lnTo>
                  <a:lnTo>
                    <a:pt x="7104220" y="1762120"/>
                  </a:lnTo>
                  <a:lnTo>
                    <a:pt x="7218332" y="1754929"/>
                  </a:lnTo>
                  <a:lnTo>
                    <a:pt x="7330860" y="1746803"/>
                  </a:lnTo>
                  <a:lnTo>
                    <a:pt x="7439347" y="1737746"/>
                  </a:lnTo>
                  <a:lnTo>
                    <a:pt x="7542134" y="1727743"/>
                  </a:lnTo>
                  <a:lnTo>
                    <a:pt x="7638279" y="1716748"/>
                  </a:lnTo>
                  <a:lnTo>
                    <a:pt x="7727428" y="1704688"/>
                  </a:lnTo>
                  <a:lnTo>
                    <a:pt x="7809666" y="1691458"/>
                  </a:lnTo>
                  <a:lnTo>
                    <a:pt x="7885389" y="1676924"/>
                  </a:lnTo>
                  <a:lnTo>
                    <a:pt x="7955193" y="1660929"/>
                  </a:lnTo>
                  <a:lnTo>
                    <a:pt x="8019787" y="1643295"/>
                  </a:lnTo>
                  <a:lnTo>
                    <a:pt x="8079935" y="1623837"/>
                  </a:lnTo>
                  <a:lnTo>
                    <a:pt x="8136404" y="1602381"/>
                  </a:lnTo>
                  <a:lnTo>
                    <a:pt x="8189926" y="1578790"/>
                  </a:lnTo>
                  <a:lnTo>
                    <a:pt x="8229629" y="1559088"/>
                  </a:lnTo>
                  <a:lnTo>
                    <a:pt x="8284021" y="1528969"/>
                  </a:lnTo>
                  <a:lnTo>
                    <a:pt x="8336848" y="1496178"/>
                  </a:lnTo>
                  <a:lnTo>
                    <a:pt x="8388626" y="1460667"/>
                  </a:lnTo>
                  <a:lnTo>
                    <a:pt x="8439747" y="1422454"/>
                  </a:lnTo>
                  <a:lnTo>
                    <a:pt x="8490507" y="1381630"/>
                  </a:lnTo>
                  <a:lnTo>
                    <a:pt x="8541116" y="1338369"/>
                  </a:lnTo>
                  <a:lnTo>
                    <a:pt x="8591713" y="1292925"/>
                  </a:lnTo>
                  <a:lnTo>
                    <a:pt x="8642375" y="1245634"/>
                  </a:lnTo>
                  <a:lnTo>
                    <a:pt x="8693128" y="1196903"/>
                  </a:lnTo>
                  <a:lnTo>
                    <a:pt x="8743961" y="1147200"/>
                  </a:lnTo>
                  <a:lnTo>
                    <a:pt x="8794838" y="1097033"/>
                  </a:lnTo>
                  <a:lnTo>
                    <a:pt x="8845709" y="1046931"/>
                  </a:lnTo>
                  <a:lnTo>
                    <a:pt x="8896525" y="997419"/>
                  </a:lnTo>
                  <a:lnTo>
                    <a:pt x="8947256" y="948999"/>
                  </a:lnTo>
                  <a:lnTo>
                    <a:pt x="8997897" y="902123"/>
                  </a:lnTo>
                  <a:lnTo>
                    <a:pt x="9048488" y="857182"/>
                  </a:lnTo>
                  <a:lnTo>
                    <a:pt x="9099119" y="814495"/>
                  </a:lnTo>
                  <a:lnTo>
                    <a:pt x="9149945" y="774294"/>
                  </a:lnTo>
                  <a:lnTo>
                    <a:pt x="9201195" y="736734"/>
                  </a:lnTo>
                  <a:lnTo>
                    <a:pt x="9253188" y="701887"/>
                  </a:lnTo>
                  <a:lnTo>
                    <a:pt x="9306344" y="669754"/>
                  </a:lnTo>
                  <a:lnTo>
                    <a:pt x="9347647" y="647218"/>
                  </a:lnTo>
                  <a:lnTo>
                    <a:pt x="9399349" y="621936"/>
                  </a:lnTo>
                  <a:lnTo>
                    <a:pt x="9453483" y="598841"/>
                  </a:lnTo>
                  <a:lnTo>
                    <a:pt x="9510726" y="577855"/>
                  </a:lnTo>
                  <a:lnTo>
                    <a:pt x="9571821" y="558830"/>
                  </a:lnTo>
                  <a:lnTo>
                    <a:pt x="9637538" y="541587"/>
                  </a:lnTo>
                  <a:lnTo>
                    <a:pt x="9708634" y="525940"/>
                  </a:lnTo>
                  <a:lnTo>
                    <a:pt x="9785798" y="511717"/>
                  </a:lnTo>
                  <a:lnTo>
                    <a:pt x="9869589" y="498765"/>
                  </a:lnTo>
                  <a:lnTo>
                    <a:pt x="9960341" y="486956"/>
                  </a:lnTo>
                  <a:lnTo>
                    <a:pt x="10058053" y="476194"/>
                  </a:lnTo>
                  <a:lnTo>
                    <a:pt x="10162249" y="466409"/>
                  </a:lnTo>
                  <a:lnTo>
                    <a:pt x="10271833" y="457566"/>
                  </a:lnTo>
                  <a:lnTo>
                    <a:pt x="10384968" y="449652"/>
                  </a:lnTo>
                  <a:lnTo>
                    <a:pt x="10499016" y="442677"/>
                  </a:lnTo>
                  <a:lnTo>
                    <a:pt x="10610594" y="436660"/>
                  </a:lnTo>
                  <a:lnTo>
                    <a:pt x="10715807" y="431619"/>
                  </a:lnTo>
                  <a:lnTo>
                    <a:pt x="10810653" y="427552"/>
                  </a:lnTo>
                  <a:lnTo>
                    <a:pt x="10891570" y="424428"/>
                  </a:lnTo>
                  <a:lnTo>
                    <a:pt x="10956019" y="422177"/>
                  </a:lnTo>
                  <a:lnTo>
                    <a:pt x="11002959" y="420686"/>
                  </a:lnTo>
                  <a:lnTo>
                    <a:pt x="11033098" y="419814"/>
                  </a:lnTo>
                  <a:lnTo>
                    <a:pt x="11048895" y="419395"/>
                  </a:lnTo>
                  <a:lnTo>
                    <a:pt x="11054370" y="419262"/>
                  </a:lnTo>
                  <a:lnTo>
                    <a:pt x="11054891" y="419250"/>
                  </a:lnTo>
                  <a:lnTo>
                    <a:pt x="12049831" y="419250"/>
                  </a:lnTo>
                  <a:lnTo>
                    <a:pt x="12049831" y="408769"/>
                  </a:lnTo>
                  <a:lnTo>
                    <a:pt x="11054891" y="408769"/>
                  </a:lnTo>
                  <a:lnTo>
                    <a:pt x="11053769" y="408795"/>
                  </a:lnTo>
                  <a:lnTo>
                    <a:pt x="11046365" y="408978"/>
                  </a:lnTo>
                  <a:lnTo>
                    <a:pt x="11027594" y="409486"/>
                  </a:lnTo>
                  <a:lnTo>
                    <a:pt x="10993774" y="410485"/>
                  </a:lnTo>
                  <a:lnTo>
                    <a:pt x="10942833" y="412138"/>
                  </a:lnTo>
                  <a:lnTo>
                    <a:pt x="10874472" y="414580"/>
                  </a:lnTo>
                  <a:lnTo>
                    <a:pt x="10790105" y="417914"/>
                  </a:lnTo>
                  <a:lnTo>
                    <a:pt x="10692553" y="422202"/>
                  </a:lnTo>
                  <a:lnTo>
                    <a:pt x="10585529" y="427467"/>
                  </a:lnTo>
                  <a:lnTo>
                    <a:pt x="10473057" y="433704"/>
                  </a:lnTo>
                  <a:lnTo>
                    <a:pt x="10358944" y="440896"/>
                  </a:lnTo>
                  <a:lnTo>
                    <a:pt x="10246416" y="449022"/>
                  </a:lnTo>
                  <a:lnTo>
                    <a:pt x="10137929" y="458079"/>
                  </a:lnTo>
                  <a:lnTo>
                    <a:pt x="10035142" y="468082"/>
                  </a:lnTo>
                  <a:lnTo>
                    <a:pt x="9938997" y="479077"/>
                  </a:lnTo>
                  <a:lnTo>
                    <a:pt x="9849849" y="491137"/>
                  </a:lnTo>
                  <a:lnTo>
                    <a:pt x="9767610" y="504367"/>
                  </a:lnTo>
                  <a:lnTo>
                    <a:pt x="9691887" y="518901"/>
                  </a:lnTo>
                  <a:lnTo>
                    <a:pt x="9622084" y="534896"/>
                  </a:lnTo>
                  <a:lnTo>
                    <a:pt x="9557490" y="552530"/>
                  </a:lnTo>
                  <a:lnTo>
                    <a:pt x="9497342" y="571988"/>
                  </a:lnTo>
                  <a:lnTo>
                    <a:pt x="9440873" y="593444"/>
                  </a:lnTo>
                  <a:lnTo>
                    <a:pt x="9387351" y="617035"/>
                  </a:lnTo>
                  <a:lnTo>
                    <a:pt x="9347647" y="636737"/>
                  </a:lnTo>
                  <a:lnTo>
                    <a:pt x="9293255" y="666856"/>
                  </a:lnTo>
                  <a:lnTo>
                    <a:pt x="9240428" y="699647"/>
                  </a:lnTo>
                  <a:lnTo>
                    <a:pt x="9188651" y="735157"/>
                  </a:lnTo>
                  <a:lnTo>
                    <a:pt x="9137530" y="773371"/>
                  </a:lnTo>
                  <a:lnTo>
                    <a:pt x="9086770" y="814195"/>
                  </a:lnTo>
                  <a:lnTo>
                    <a:pt x="9036160" y="857456"/>
                  </a:lnTo>
                  <a:lnTo>
                    <a:pt x="8985563" y="902900"/>
                  </a:lnTo>
                  <a:lnTo>
                    <a:pt x="8934902" y="950191"/>
                  </a:lnTo>
                  <a:lnTo>
                    <a:pt x="8884149" y="998922"/>
                  </a:lnTo>
                  <a:lnTo>
                    <a:pt x="8833315" y="1048625"/>
                  </a:lnTo>
                  <a:lnTo>
                    <a:pt x="8782438" y="1098792"/>
                  </a:lnTo>
                  <a:lnTo>
                    <a:pt x="8731568" y="1148894"/>
                  </a:lnTo>
                  <a:lnTo>
                    <a:pt x="8680751" y="1198405"/>
                  </a:lnTo>
                  <a:lnTo>
                    <a:pt x="8630021" y="1246826"/>
                  </a:lnTo>
                  <a:lnTo>
                    <a:pt x="8579379" y="1293702"/>
                  </a:lnTo>
                  <a:lnTo>
                    <a:pt x="8528788" y="1338642"/>
                  </a:lnTo>
                  <a:lnTo>
                    <a:pt x="8478158" y="1381330"/>
                  </a:lnTo>
                  <a:lnTo>
                    <a:pt x="8427332" y="1421530"/>
                  </a:lnTo>
                  <a:lnTo>
                    <a:pt x="8376081" y="1459091"/>
                  </a:lnTo>
                  <a:lnTo>
                    <a:pt x="8324089" y="1493938"/>
                  </a:lnTo>
                  <a:lnTo>
                    <a:pt x="8270933" y="1526070"/>
                  </a:lnTo>
                  <a:lnTo>
                    <a:pt x="8229629" y="1548607"/>
                  </a:lnTo>
                  <a:lnTo>
                    <a:pt x="8177927" y="1573889"/>
                  </a:lnTo>
                  <a:lnTo>
                    <a:pt x="8123793" y="1596984"/>
                  </a:lnTo>
                  <a:lnTo>
                    <a:pt x="8066551" y="1617969"/>
                  </a:lnTo>
                  <a:lnTo>
                    <a:pt x="8005456" y="1636994"/>
                  </a:lnTo>
                  <a:lnTo>
                    <a:pt x="7939738" y="1654238"/>
                  </a:lnTo>
                  <a:lnTo>
                    <a:pt x="7868642" y="1669884"/>
                  </a:lnTo>
                  <a:lnTo>
                    <a:pt x="7791478" y="1684107"/>
                  </a:lnTo>
                  <a:lnTo>
                    <a:pt x="7707688" y="1697060"/>
                  </a:lnTo>
                  <a:lnTo>
                    <a:pt x="7616935" y="1708868"/>
                  </a:lnTo>
                  <a:lnTo>
                    <a:pt x="7519223" y="1719631"/>
                  </a:lnTo>
                  <a:lnTo>
                    <a:pt x="7415028" y="1729415"/>
                  </a:lnTo>
                  <a:lnTo>
                    <a:pt x="7305444" y="1738259"/>
                  </a:lnTo>
                  <a:lnTo>
                    <a:pt x="7192308" y="1746173"/>
                  </a:lnTo>
                  <a:lnTo>
                    <a:pt x="7078261" y="1753148"/>
                  </a:lnTo>
                  <a:lnTo>
                    <a:pt x="6966683" y="1759165"/>
                  </a:lnTo>
                  <a:lnTo>
                    <a:pt x="6861469" y="1764206"/>
                  </a:lnTo>
                  <a:lnTo>
                    <a:pt x="6766623" y="1768273"/>
                  </a:lnTo>
                  <a:lnTo>
                    <a:pt x="6685707" y="1771396"/>
                  </a:lnTo>
                  <a:lnTo>
                    <a:pt x="6621258" y="1773648"/>
                  </a:lnTo>
                  <a:lnTo>
                    <a:pt x="6574318" y="1775138"/>
                  </a:lnTo>
                  <a:lnTo>
                    <a:pt x="6544178" y="1776011"/>
                  </a:lnTo>
                  <a:lnTo>
                    <a:pt x="6528382" y="1776429"/>
                  </a:lnTo>
                  <a:lnTo>
                    <a:pt x="6522907" y="1776563"/>
                  </a:lnTo>
                  <a:lnTo>
                    <a:pt x="6522385" y="1776574"/>
                  </a:lnTo>
                  <a:lnTo>
                    <a:pt x="5527445" y="1776574"/>
                  </a:lnTo>
                  <a:lnTo>
                    <a:pt x="5526333" y="1776541"/>
                  </a:lnTo>
                  <a:lnTo>
                    <a:pt x="5518993" y="1776305"/>
                  </a:lnTo>
                  <a:lnTo>
                    <a:pt x="5500379" y="1775652"/>
                  </a:lnTo>
                  <a:lnTo>
                    <a:pt x="5466831" y="1774365"/>
                  </a:lnTo>
                  <a:lnTo>
                    <a:pt x="5416278" y="1772238"/>
                  </a:lnTo>
                  <a:lnTo>
                    <a:pt x="5348398" y="1769093"/>
                  </a:lnTo>
                  <a:lnTo>
                    <a:pt x="5264570" y="1764799"/>
                  </a:lnTo>
                  <a:lnTo>
                    <a:pt x="5167564" y="1759274"/>
                  </a:lnTo>
                  <a:lnTo>
                    <a:pt x="5061049" y="1752489"/>
                  </a:lnTo>
                  <a:lnTo>
                    <a:pt x="4949011" y="1744447"/>
                  </a:lnTo>
                  <a:lnTo>
                    <a:pt x="4835237" y="1735173"/>
                  </a:lnTo>
                  <a:lnTo>
                    <a:pt x="4722946" y="1724691"/>
                  </a:lnTo>
                  <a:lnTo>
                    <a:pt x="4614597" y="1713008"/>
                  </a:lnTo>
                  <a:lnTo>
                    <a:pt x="4511865" y="1700104"/>
                  </a:lnTo>
                  <a:lnTo>
                    <a:pt x="4415709" y="1685924"/>
                  </a:lnTo>
                  <a:lnTo>
                    <a:pt x="4326503" y="1670373"/>
                  </a:lnTo>
                  <a:lnTo>
                    <a:pt x="4244178" y="1653318"/>
                  </a:lnTo>
                  <a:lnTo>
                    <a:pt x="4168355" y="1634591"/>
                  </a:lnTo>
                  <a:lnTo>
                    <a:pt x="4098452" y="1613988"/>
                  </a:lnTo>
                  <a:lnTo>
                    <a:pt x="4033769" y="1591282"/>
                  </a:lnTo>
                  <a:lnTo>
                    <a:pt x="3973552" y="1566237"/>
                  </a:lnTo>
                  <a:lnTo>
                    <a:pt x="3917039" y="1538624"/>
                  </a:lnTo>
                  <a:lnTo>
                    <a:pt x="3863501" y="1508264"/>
                  </a:lnTo>
                  <a:lnTo>
                    <a:pt x="3820202" y="1480479"/>
                  </a:lnTo>
                  <a:lnTo>
                    <a:pt x="3768960" y="1443754"/>
                  </a:lnTo>
                  <a:lnTo>
                    <a:pt x="3719134" y="1403962"/>
                  </a:lnTo>
                  <a:lnTo>
                    <a:pt x="3670285" y="1361041"/>
                  </a:lnTo>
                  <a:lnTo>
                    <a:pt x="3622071" y="1315001"/>
                  </a:lnTo>
                  <a:lnTo>
                    <a:pt x="3574231" y="1265924"/>
                  </a:lnTo>
                  <a:lnTo>
                    <a:pt x="3526571" y="1213973"/>
                  </a:lnTo>
                  <a:lnTo>
                    <a:pt x="3478958" y="1159395"/>
                  </a:lnTo>
                  <a:lnTo>
                    <a:pt x="3431309" y="1102522"/>
                  </a:lnTo>
                  <a:lnTo>
                    <a:pt x="3383585" y="1043762"/>
                  </a:lnTo>
                  <a:lnTo>
                    <a:pt x="3335781" y="983591"/>
                  </a:lnTo>
                  <a:lnTo>
                    <a:pt x="3287917" y="922536"/>
                  </a:lnTo>
                  <a:lnTo>
                    <a:pt x="3240030" y="861161"/>
                  </a:lnTo>
                  <a:lnTo>
                    <a:pt x="3192161" y="800041"/>
                  </a:lnTo>
                  <a:lnTo>
                    <a:pt x="3144349" y="739739"/>
                  </a:lnTo>
                  <a:lnTo>
                    <a:pt x="3096615" y="680789"/>
                  </a:lnTo>
                  <a:lnTo>
                    <a:pt x="3048959" y="623674"/>
                  </a:lnTo>
                  <a:lnTo>
                    <a:pt x="3001346" y="568811"/>
                  </a:lnTo>
                  <a:lnTo>
                    <a:pt x="2953697" y="516541"/>
                  </a:lnTo>
                  <a:lnTo>
                    <a:pt x="2905886" y="467120"/>
                  </a:lnTo>
                  <a:lnTo>
                    <a:pt x="2857727" y="420721"/>
                  </a:lnTo>
                  <a:lnTo>
                    <a:pt x="2808968" y="377437"/>
                  </a:lnTo>
                  <a:lnTo>
                    <a:pt x="2759276" y="337283"/>
                  </a:lnTo>
                  <a:lnTo>
                    <a:pt x="2708225" y="300207"/>
                  </a:lnTo>
                  <a:lnTo>
                    <a:pt x="2702183" y="296095"/>
                  </a:lnTo>
                  <a:lnTo>
                    <a:pt x="2650639" y="263352"/>
                  </a:lnTo>
                  <a:lnTo>
                    <a:pt x="2596680" y="233432"/>
                  </a:lnTo>
                  <a:lnTo>
                    <a:pt x="2539634" y="206237"/>
                  </a:lnTo>
                  <a:lnTo>
                    <a:pt x="2478765" y="181574"/>
                  </a:lnTo>
                  <a:lnTo>
                    <a:pt x="2413311" y="159215"/>
                  </a:lnTo>
                  <a:lnTo>
                    <a:pt x="2342522" y="138921"/>
                  </a:lnTo>
                  <a:lnTo>
                    <a:pt x="2265712" y="120469"/>
                  </a:lnTo>
                  <a:lnTo>
                    <a:pt x="2182324" y="103661"/>
                  </a:lnTo>
                  <a:lnTo>
                    <a:pt x="2092021" y="88334"/>
                  </a:lnTo>
                  <a:lnTo>
                    <a:pt x="1994793" y="74359"/>
                  </a:lnTo>
                  <a:lnTo>
                    <a:pt x="1891098" y="61650"/>
                  </a:lnTo>
                  <a:lnTo>
                    <a:pt x="1781999" y="50156"/>
                  </a:lnTo>
                  <a:lnTo>
                    <a:pt x="1669291" y="39863"/>
                  </a:lnTo>
                  <a:lnTo>
                    <a:pt x="1555560" y="30781"/>
                  </a:lnTo>
                  <a:lnTo>
                    <a:pt x="1444129" y="22935"/>
                  </a:lnTo>
                  <a:lnTo>
                    <a:pt x="1338846" y="16348"/>
                  </a:lnTo>
                  <a:lnTo>
                    <a:pt x="1243684" y="11020"/>
                  </a:lnTo>
                  <a:lnTo>
                    <a:pt x="1162209" y="6913"/>
                  </a:lnTo>
                  <a:lnTo>
                    <a:pt x="1097002" y="3938"/>
                  </a:lnTo>
                  <a:lnTo>
                    <a:pt x="1049188" y="1956"/>
                  </a:lnTo>
                  <a:lnTo>
                    <a:pt x="1018167" y="783"/>
                  </a:lnTo>
                  <a:lnTo>
                    <a:pt x="1001606" y="210"/>
                  </a:lnTo>
                  <a:lnTo>
                    <a:pt x="995611" y="1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6" name="pl165"/>
            <p:cNvSpPr/>
            <p:nvPr/>
          </p:nvSpPr>
          <p:spPr>
            <a:xfrm>
              <a:off x="1199187" y="2992237"/>
              <a:ext cx="12049831" cy="1776574"/>
            </a:xfrm>
            <a:custGeom>
              <a:avLst/>
              <a:pathLst>
                <a:path w="12049831" h="1776574">
                  <a:moveTo>
                    <a:pt x="0" y="0"/>
                  </a:moveTo>
                  <a:lnTo>
                    <a:pt x="994940" y="0"/>
                  </a:lnTo>
                  <a:lnTo>
                    <a:pt x="996052" y="33"/>
                  </a:lnTo>
                  <a:lnTo>
                    <a:pt x="1003392" y="269"/>
                  </a:lnTo>
                  <a:lnTo>
                    <a:pt x="1022006" y="922"/>
                  </a:lnTo>
                  <a:lnTo>
                    <a:pt x="1055554" y="2209"/>
                  </a:lnTo>
                  <a:lnTo>
                    <a:pt x="1106107" y="4336"/>
                  </a:lnTo>
                  <a:lnTo>
                    <a:pt x="1173987" y="7481"/>
                  </a:lnTo>
                  <a:lnTo>
                    <a:pt x="1257815" y="11775"/>
                  </a:lnTo>
                  <a:lnTo>
                    <a:pt x="1354821" y="17299"/>
                  </a:lnTo>
                  <a:lnTo>
                    <a:pt x="1461336" y="24085"/>
                  </a:lnTo>
                  <a:lnTo>
                    <a:pt x="1573374" y="32127"/>
                  </a:lnTo>
                  <a:lnTo>
                    <a:pt x="1687148" y="41401"/>
                  </a:lnTo>
                  <a:lnTo>
                    <a:pt x="1799439" y="51883"/>
                  </a:lnTo>
                  <a:lnTo>
                    <a:pt x="1907788" y="63566"/>
                  </a:lnTo>
                  <a:lnTo>
                    <a:pt x="2010520" y="76470"/>
                  </a:lnTo>
                  <a:lnTo>
                    <a:pt x="2106676" y="90650"/>
                  </a:lnTo>
                  <a:lnTo>
                    <a:pt x="2195882" y="106201"/>
                  </a:lnTo>
                  <a:lnTo>
                    <a:pt x="2278207" y="123256"/>
                  </a:lnTo>
                  <a:lnTo>
                    <a:pt x="2354030" y="141983"/>
                  </a:lnTo>
                  <a:lnTo>
                    <a:pt x="2423933" y="162586"/>
                  </a:lnTo>
                  <a:lnTo>
                    <a:pt x="2488616" y="185292"/>
                  </a:lnTo>
                  <a:lnTo>
                    <a:pt x="2548833" y="210337"/>
                  </a:lnTo>
                  <a:lnTo>
                    <a:pt x="2605346" y="237950"/>
                  </a:lnTo>
                  <a:lnTo>
                    <a:pt x="2658884" y="268310"/>
                  </a:lnTo>
                  <a:lnTo>
                    <a:pt x="2702183" y="296095"/>
                  </a:lnTo>
                  <a:lnTo>
                    <a:pt x="2753425" y="332820"/>
                  </a:lnTo>
                  <a:lnTo>
                    <a:pt x="2803251" y="372612"/>
                  </a:lnTo>
                  <a:lnTo>
                    <a:pt x="2852100" y="415532"/>
                  </a:lnTo>
                  <a:lnTo>
                    <a:pt x="2900314" y="461572"/>
                  </a:lnTo>
                  <a:lnTo>
                    <a:pt x="2948154" y="510650"/>
                  </a:lnTo>
                  <a:lnTo>
                    <a:pt x="2995814" y="562601"/>
                  </a:lnTo>
                  <a:lnTo>
                    <a:pt x="3043427" y="617178"/>
                  </a:lnTo>
                  <a:lnTo>
                    <a:pt x="3091076" y="674052"/>
                  </a:lnTo>
                  <a:lnTo>
                    <a:pt x="3138800" y="732812"/>
                  </a:lnTo>
                  <a:lnTo>
                    <a:pt x="3186604" y="792983"/>
                  </a:lnTo>
                  <a:lnTo>
                    <a:pt x="3234468" y="854038"/>
                  </a:lnTo>
                  <a:lnTo>
                    <a:pt x="3282355" y="915412"/>
                  </a:lnTo>
                  <a:lnTo>
                    <a:pt x="3330224" y="976533"/>
                  </a:lnTo>
                  <a:lnTo>
                    <a:pt x="3378036" y="1036835"/>
                  </a:lnTo>
                  <a:lnTo>
                    <a:pt x="3425770" y="1095785"/>
                  </a:lnTo>
                  <a:lnTo>
                    <a:pt x="3473426" y="1152900"/>
                  </a:lnTo>
                  <a:lnTo>
                    <a:pt x="3521039" y="1207762"/>
                  </a:lnTo>
                  <a:lnTo>
                    <a:pt x="3568688" y="1260033"/>
                  </a:lnTo>
                  <a:lnTo>
                    <a:pt x="3616499" y="1309454"/>
                  </a:lnTo>
                  <a:lnTo>
                    <a:pt x="3664658" y="1355853"/>
                  </a:lnTo>
                  <a:lnTo>
                    <a:pt x="3713417" y="1399137"/>
                  </a:lnTo>
                  <a:lnTo>
                    <a:pt x="3763109" y="1439291"/>
                  </a:lnTo>
                  <a:lnTo>
                    <a:pt x="3814160" y="1476367"/>
                  </a:lnTo>
                  <a:lnTo>
                    <a:pt x="3820202" y="1480479"/>
                  </a:lnTo>
                  <a:lnTo>
                    <a:pt x="3871746" y="1513222"/>
                  </a:lnTo>
                  <a:lnTo>
                    <a:pt x="3925705" y="1543142"/>
                  </a:lnTo>
                  <a:lnTo>
                    <a:pt x="3982751" y="1570337"/>
                  </a:lnTo>
                  <a:lnTo>
                    <a:pt x="4043620" y="1595000"/>
                  </a:lnTo>
                  <a:lnTo>
                    <a:pt x="4109074" y="1617359"/>
                  </a:lnTo>
                  <a:lnTo>
                    <a:pt x="4179863" y="1637653"/>
                  </a:lnTo>
                  <a:lnTo>
                    <a:pt x="4256673" y="1656105"/>
                  </a:lnTo>
                  <a:lnTo>
                    <a:pt x="4340061" y="1672913"/>
                  </a:lnTo>
                  <a:lnTo>
                    <a:pt x="4430364" y="1688240"/>
                  </a:lnTo>
                  <a:lnTo>
                    <a:pt x="4527592" y="1702215"/>
                  </a:lnTo>
                  <a:lnTo>
                    <a:pt x="4631287" y="1714924"/>
                  </a:lnTo>
                  <a:lnTo>
                    <a:pt x="4740386" y="1726418"/>
                  </a:lnTo>
                  <a:lnTo>
                    <a:pt x="4853094" y="1736711"/>
                  </a:lnTo>
                  <a:lnTo>
                    <a:pt x="4966825" y="1745793"/>
                  </a:lnTo>
                  <a:lnTo>
                    <a:pt x="5078256" y="1753639"/>
                  </a:lnTo>
                  <a:lnTo>
                    <a:pt x="5183539" y="1760226"/>
                  </a:lnTo>
                  <a:lnTo>
                    <a:pt x="5278701" y="1765554"/>
                  </a:lnTo>
                  <a:lnTo>
                    <a:pt x="5360176" y="1769661"/>
                  </a:lnTo>
                  <a:lnTo>
                    <a:pt x="5425383" y="1772635"/>
                  </a:lnTo>
                  <a:lnTo>
                    <a:pt x="5473197" y="1774618"/>
                  </a:lnTo>
                  <a:lnTo>
                    <a:pt x="5504218" y="1775791"/>
                  </a:lnTo>
                  <a:lnTo>
                    <a:pt x="5520779" y="1776364"/>
                  </a:lnTo>
                  <a:lnTo>
                    <a:pt x="5526774" y="1776555"/>
                  </a:lnTo>
                  <a:lnTo>
                    <a:pt x="5527445" y="1776574"/>
                  </a:lnTo>
                  <a:lnTo>
                    <a:pt x="6522385" y="1776574"/>
                  </a:lnTo>
                  <a:lnTo>
                    <a:pt x="6523507" y="1776549"/>
                  </a:lnTo>
                  <a:lnTo>
                    <a:pt x="6530912" y="1776365"/>
                  </a:lnTo>
                  <a:lnTo>
                    <a:pt x="6549682" y="1775858"/>
                  </a:lnTo>
                  <a:lnTo>
                    <a:pt x="6583503" y="1774858"/>
                  </a:lnTo>
                  <a:lnTo>
                    <a:pt x="6634443" y="1773205"/>
                  </a:lnTo>
                  <a:lnTo>
                    <a:pt x="6702805" y="1770763"/>
                  </a:lnTo>
                  <a:lnTo>
                    <a:pt x="6787171" y="1767429"/>
                  </a:lnTo>
                  <a:lnTo>
                    <a:pt x="6884724" y="1763141"/>
                  </a:lnTo>
                  <a:lnTo>
                    <a:pt x="6991748" y="1757876"/>
                  </a:lnTo>
                  <a:lnTo>
                    <a:pt x="7104220" y="1751639"/>
                  </a:lnTo>
                  <a:lnTo>
                    <a:pt x="7218332" y="1744448"/>
                  </a:lnTo>
                  <a:lnTo>
                    <a:pt x="7330860" y="1736321"/>
                  </a:lnTo>
                  <a:lnTo>
                    <a:pt x="7439347" y="1727265"/>
                  </a:lnTo>
                  <a:lnTo>
                    <a:pt x="7542134" y="1717261"/>
                  </a:lnTo>
                  <a:lnTo>
                    <a:pt x="7638279" y="1706267"/>
                  </a:lnTo>
                  <a:lnTo>
                    <a:pt x="7727428" y="1694207"/>
                  </a:lnTo>
                  <a:lnTo>
                    <a:pt x="7809666" y="1680976"/>
                  </a:lnTo>
                  <a:lnTo>
                    <a:pt x="7885389" y="1666443"/>
                  </a:lnTo>
                  <a:lnTo>
                    <a:pt x="7955193" y="1650447"/>
                  </a:lnTo>
                  <a:lnTo>
                    <a:pt x="8019787" y="1632813"/>
                  </a:lnTo>
                  <a:lnTo>
                    <a:pt x="8079935" y="1613356"/>
                  </a:lnTo>
                  <a:lnTo>
                    <a:pt x="8136404" y="1591900"/>
                  </a:lnTo>
                  <a:lnTo>
                    <a:pt x="8189926" y="1568309"/>
                  </a:lnTo>
                  <a:lnTo>
                    <a:pt x="8229629" y="1548607"/>
                  </a:lnTo>
                  <a:lnTo>
                    <a:pt x="8284021" y="1518487"/>
                  </a:lnTo>
                  <a:lnTo>
                    <a:pt x="8336848" y="1485697"/>
                  </a:lnTo>
                  <a:lnTo>
                    <a:pt x="8388626" y="1450186"/>
                  </a:lnTo>
                  <a:lnTo>
                    <a:pt x="8439747" y="1411973"/>
                  </a:lnTo>
                  <a:lnTo>
                    <a:pt x="8490507" y="1371149"/>
                  </a:lnTo>
                  <a:lnTo>
                    <a:pt x="8541116" y="1327887"/>
                  </a:lnTo>
                  <a:lnTo>
                    <a:pt x="8591713" y="1282443"/>
                  </a:lnTo>
                  <a:lnTo>
                    <a:pt x="8642375" y="1235152"/>
                  </a:lnTo>
                  <a:lnTo>
                    <a:pt x="8693128" y="1186422"/>
                  </a:lnTo>
                  <a:lnTo>
                    <a:pt x="8743961" y="1136719"/>
                  </a:lnTo>
                  <a:lnTo>
                    <a:pt x="8794838" y="1086552"/>
                  </a:lnTo>
                  <a:lnTo>
                    <a:pt x="8845709" y="1036450"/>
                  </a:lnTo>
                  <a:lnTo>
                    <a:pt x="8896525" y="986938"/>
                  </a:lnTo>
                  <a:lnTo>
                    <a:pt x="8947256" y="938517"/>
                  </a:lnTo>
                  <a:lnTo>
                    <a:pt x="8997897" y="891641"/>
                  </a:lnTo>
                  <a:lnTo>
                    <a:pt x="9048488" y="846701"/>
                  </a:lnTo>
                  <a:lnTo>
                    <a:pt x="9099119" y="804013"/>
                  </a:lnTo>
                  <a:lnTo>
                    <a:pt x="9149945" y="763813"/>
                  </a:lnTo>
                  <a:lnTo>
                    <a:pt x="9201195" y="726253"/>
                  </a:lnTo>
                  <a:lnTo>
                    <a:pt x="9253188" y="691406"/>
                  </a:lnTo>
                  <a:lnTo>
                    <a:pt x="9306344" y="659273"/>
                  </a:lnTo>
                  <a:lnTo>
                    <a:pt x="9347647" y="636737"/>
                  </a:lnTo>
                  <a:lnTo>
                    <a:pt x="9399349" y="611455"/>
                  </a:lnTo>
                  <a:lnTo>
                    <a:pt x="9453483" y="588360"/>
                  </a:lnTo>
                  <a:lnTo>
                    <a:pt x="9510726" y="567374"/>
                  </a:lnTo>
                  <a:lnTo>
                    <a:pt x="9571821" y="548349"/>
                  </a:lnTo>
                  <a:lnTo>
                    <a:pt x="9637538" y="531106"/>
                  </a:lnTo>
                  <a:lnTo>
                    <a:pt x="9708634" y="515459"/>
                  </a:lnTo>
                  <a:lnTo>
                    <a:pt x="9785798" y="501236"/>
                  </a:lnTo>
                  <a:lnTo>
                    <a:pt x="9869589" y="488284"/>
                  </a:lnTo>
                  <a:lnTo>
                    <a:pt x="9960341" y="476475"/>
                  </a:lnTo>
                  <a:lnTo>
                    <a:pt x="10058053" y="465712"/>
                  </a:lnTo>
                  <a:lnTo>
                    <a:pt x="10162249" y="455928"/>
                  </a:lnTo>
                  <a:lnTo>
                    <a:pt x="10271833" y="447084"/>
                  </a:lnTo>
                  <a:lnTo>
                    <a:pt x="10384968" y="439170"/>
                  </a:lnTo>
                  <a:lnTo>
                    <a:pt x="10499016" y="432195"/>
                  </a:lnTo>
                  <a:lnTo>
                    <a:pt x="10610594" y="426179"/>
                  </a:lnTo>
                  <a:lnTo>
                    <a:pt x="10715807" y="421137"/>
                  </a:lnTo>
                  <a:lnTo>
                    <a:pt x="10810653" y="417071"/>
                  </a:lnTo>
                  <a:lnTo>
                    <a:pt x="10891570" y="413947"/>
                  </a:lnTo>
                  <a:lnTo>
                    <a:pt x="10956019" y="411695"/>
                  </a:lnTo>
                  <a:lnTo>
                    <a:pt x="11002959" y="410205"/>
                  </a:lnTo>
                  <a:lnTo>
                    <a:pt x="11033098" y="409332"/>
                  </a:lnTo>
                  <a:lnTo>
                    <a:pt x="11048895" y="408914"/>
                  </a:lnTo>
                  <a:lnTo>
                    <a:pt x="11054370" y="408781"/>
                  </a:lnTo>
                  <a:lnTo>
                    <a:pt x="11054891" y="408769"/>
                  </a:lnTo>
                  <a:lnTo>
                    <a:pt x="12049831" y="408769"/>
                  </a:lnTo>
                  <a:lnTo>
                    <a:pt x="12049831" y="4087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" name="pl166"/>
            <p:cNvSpPr/>
            <p:nvPr/>
          </p:nvSpPr>
          <p:spPr>
            <a:xfrm>
              <a:off x="1199187" y="2981756"/>
              <a:ext cx="12049831" cy="1776574"/>
            </a:xfrm>
            <a:custGeom>
              <a:avLst/>
              <a:pathLst>
                <a:path w="12049831" h="1776574">
                  <a:moveTo>
                    <a:pt x="12049831" y="408769"/>
                  </a:moveTo>
                  <a:lnTo>
                    <a:pt x="11054891" y="408769"/>
                  </a:lnTo>
                  <a:lnTo>
                    <a:pt x="11053769" y="408795"/>
                  </a:lnTo>
                  <a:lnTo>
                    <a:pt x="11046365" y="408978"/>
                  </a:lnTo>
                  <a:lnTo>
                    <a:pt x="11027594" y="409486"/>
                  </a:lnTo>
                  <a:lnTo>
                    <a:pt x="10993774" y="410485"/>
                  </a:lnTo>
                  <a:lnTo>
                    <a:pt x="10942833" y="412138"/>
                  </a:lnTo>
                  <a:lnTo>
                    <a:pt x="10874472" y="414580"/>
                  </a:lnTo>
                  <a:lnTo>
                    <a:pt x="10790105" y="417914"/>
                  </a:lnTo>
                  <a:lnTo>
                    <a:pt x="10692553" y="422202"/>
                  </a:lnTo>
                  <a:lnTo>
                    <a:pt x="10585529" y="427467"/>
                  </a:lnTo>
                  <a:lnTo>
                    <a:pt x="10473057" y="433704"/>
                  </a:lnTo>
                  <a:lnTo>
                    <a:pt x="10358944" y="440896"/>
                  </a:lnTo>
                  <a:lnTo>
                    <a:pt x="10246416" y="449022"/>
                  </a:lnTo>
                  <a:lnTo>
                    <a:pt x="10137929" y="458079"/>
                  </a:lnTo>
                  <a:lnTo>
                    <a:pt x="10035142" y="468082"/>
                  </a:lnTo>
                  <a:lnTo>
                    <a:pt x="9938997" y="479077"/>
                  </a:lnTo>
                  <a:lnTo>
                    <a:pt x="9849849" y="491137"/>
                  </a:lnTo>
                  <a:lnTo>
                    <a:pt x="9767610" y="504367"/>
                  </a:lnTo>
                  <a:lnTo>
                    <a:pt x="9691887" y="518901"/>
                  </a:lnTo>
                  <a:lnTo>
                    <a:pt x="9622084" y="534896"/>
                  </a:lnTo>
                  <a:lnTo>
                    <a:pt x="9557490" y="552530"/>
                  </a:lnTo>
                  <a:lnTo>
                    <a:pt x="9497342" y="571988"/>
                  </a:lnTo>
                  <a:lnTo>
                    <a:pt x="9440873" y="593444"/>
                  </a:lnTo>
                  <a:lnTo>
                    <a:pt x="9387351" y="617035"/>
                  </a:lnTo>
                  <a:lnTo>
                    <a:pt x="9347647" y="636737"/>
                  </a:lnTo>
                  <a:lnTo>
                    <a:pt x="9293255" y="666856"/>
                  </a:lnTo>
                  <a:lnTo>
                    <a:pt x="9240428" y="699647"/>
                  </a:lnTo>
                  <a:lnTo>
                    <a:pt x="9188651" y="735157"/>
                  </a:lnTo>
                  <a:lnTo>
                    <a:pt x="9137530" y="773371"/>
                  </a:lnTo>
                  <a:lnTo>
                    <a:pt x="9086770" y="814195"/>
                  </a:lnTo>
                  <a:lnTo>
                    <a:pt x="9036160" y="857456"/>
                  </a:lnTo>
                  <a:lnTo>
                    <a:pt x="8985563" y="902900"/>
                  </a:lnTo>
                  <a:lnTo>
                    <a:pt x="8934902" y="950191"/>
                  </a:lnTo>
                  <a:lnTo>
                    <a:pt x="8884149" y="998922"/>
                  </a:lnTo>
                  <a:lnTo>
                    <a:pt x="8833315" y="1048625"/>
                  </a:lnTo>
                  <a:lnTo>
                    <a:pt x="8782438" y="1098792"/>
                  </a:lnTo>
                  <a:lnTo>
                    <a:pt x="8731568" y="1148894"/>
                  </a:lnTo>
                  <a:lnTo>
                    <a:pt x="8680751" y="1198405"/>
                  </a:lnTo>
                  <a:lnTo>
                    <a:pt x="8630021" y="1246826"/>
                  </a:lnTo>
                  <a:lnTo>
                    <a:pt x="8579379" y="1293702"/>
                  </a:lnTo>
                  <a:lnTo>
                    <a:pt x="8528788" y="1338642"/>
                  </a:lnTo>
                  <a:lnTo>
                    <a:pt x="8478158" y="1381330"/>
                  </a:lnTo>
                  <a:lnTo>
                    <a:pt x="8427332" y="1421530"/>
                  </a:lnTo>
                  <a:lnTo>
                    <a:pt x="8376081" y="1459091"/>
                  </a:lnTo>
                  <a:lnTo>
                    <a:pt x="8324089" y="1493938"/>
                  </a:lnTo>
                  <a:lnTo>
                    <a:pt x="8270933" y="1526070"/>
                  </a:lnTo>
                  <a:lnTo>
                    <a:pt x="8229629" y="1548607"/>
                  </a:lnTo>
                  <a:lnTo>
                    <a:pt x="8177927" y="1573889"/>
                  </a:lnTo>
                  <a:lnTo>
                    <a:pt x="8123793" y="1596984"/>
                  </a:lnTo>
                  <a:lnTo>
                    <a:pt x="8066551" y="1617969"/>
                  </a:lnTo>
                  <a:lnTo>
                    <a:pt x="8005456" y="1636994"/>
                  </a:lnTo>
                  <a:lnTo>
                    <a:pt x="7939738" y="1654238"/>
                  </a:lnTo>
                  <a:lnTo>
                    <a:pt x="7868642" y="1669884"/>
                  </a:lnTo>
                  <a:lnTo>
                    <a:pt x="7791478" y="1684107"/>
                  </a:lnTo>
                  <a:lnTo>
                    <a:pt x="7707688" y="1697060"/>
                  </a:lnTo>
                  <a:lnTo>
                    <a:pt x="7616935" y="1708868"/>
                  </a:lnTo>
                  <a:lnTo>
                    <a:pt x="7519223" y="1719631"/>
                  </a:lnTo>
                  <a:lnTo>
                    <a:pt x="7415028" y="1729415"/>
                  </a:lnTo>
                  <a:lnTo>
                    <a:pt x="7305444" y="1738259"/>
                  </a:lnTo>
                  <a:lnTo>
                    <a:pt x="7192308" y="1746173"/>
                  </a:lnTo>
                  <a:lnTo>
                    <a:pt x="7078261" y="1753148"/>
                  </a:lnTo>
                  <a:lnTo>
                    <a:pt x="6966683" y="1759165"/>
                  </a:lnTo>
                  <a:lnTo>
                    <a:pt x="6861469" y="1764206"/>
                  </a:lnTo>
                  <a:lnTo>
                    <a:pt x="6766623" y="1768273"/>
                  </a:lnTo>
                  <a:lnTo>
                    <a:pt x="6685707" y="1771396"/>
                  </a:lnTo>
                  <a:lnTo>
                    <a:pt x="6621258" y="1773648"/>
                  </a:lnTo>
                  <a:lnTo>
                    <a:pt x="6574318" y="1775138"/>
                  </a:lnTo>
                  <a:lnTo>
                    <a:pt x="6544178" y="1776011"/>
                  </a:lnTo>
                  <a:lnTo>
                    <a:pt x="6528382" y="1776429"/>
                  </a:lnTo>
                  <a:lnTo>
                    <a:pt x="6522907" y="1776563"/>
                  </a:lnTo>
                  <a:lnTo>
                    <a:pt x="6522385" y="1776574"/>
                  </a:lnTo>
                  <a:lnTo>
                    <a:pt x="5527445" y="1776574"/>
                  </a:lnTo>
                  <a:lnTo>
                    <a:pt x="5526333" y="1776541"/>
                  </a:lnTo>
                  <a:lnTo>
                    <a:pt x="5518993" y="1776305"/>
                  </a:lnTo>
                  <a:lnTo>
                    <a:pt x="5500379" y="1775652"/>
                  </a:lnTo>
                  <a:lnTo>
                    <a:pt x="5466831" y="1774365"/>
                  </a:lnTo>
                  <a:lnTo>
                    <a:pt x="5416278" y="1772238"/>
                  </a:lnTo>
                  <a:lnTo>
                    <a:pt x="5348398" y="1769093"/>
                  </a:lnTo>
                  <a:lnTo>
                    <a:pt x="5264570" y="1764799"/>
                  </a:lnTo>
                  <a:lnTo>
                    <a:pt x="5167564" y="1759274"/>
                  </a:lnTo>
                  <a:lnTo>
                    <a:pt x="5061049" y="1752489"/>
                  </a:lnTo>
                  <a:lnTo>
                    <a:pt x="4949011" y="1744447"/>
                  </a:lnTo>
                  <a:lnTo>
                    <a:pt x="4835237" y="1735173"/>
                  </a:lnTo>
                  <a:lnTo>
                    <a:pt x="4722946" y="1724691"/>
                  </a:lnTo>
                  <a:lnTo>
                    <a:pt x="4614597" y="1713008"/>
                  </a:lnTo>
                  <a:lnTo>
                    <a:pt x="4511865" y="1700104"/>
                  </a:lnTo>
                  <a:lnTo>
                    <a:pt x="4415709" y="1685924"/>
                  </a:lnTo>
                  <a:lnTo>
                    <a:pt x="4326503" y="1670373"/>
                  </a:lnTo>
                  <a:lnTo>
                    <a:pt x="4244178" y="1653318"/>
                  </a:lnTo>
                  <a:lnTo>
                    <a:pt x="4168355" y="1634591"/>
                  </a:lnTo>
                  <a:lnTo>
                    <a:pt x="4098452" y="1613988"/>
                  </a:lnTo>
                  <a:lnTo>
                    <a:pt x="4033769" y="1591282"/>
                  </a:lnTo>
                  <a:lnTo>
                    <a:pt x="3973552" y="1566237"/>
                  </a:lnTo>
                  <a:lnTo>
                    <a:pt x="3917039" y="1538624"/>
                  </a:lnTo>
                  <a:lnTo>
                    <a:pt x="3863501" y="1508264"/>
                  </a:lnTo>
                  <a:lnTo>
                    <a:pt x="3820202" y="1480479"/>
                  </a:lnTo>
                  <a:lnTo>
                    <a:pt x="3768960" y="1443754"/>
                  </a:lnTo>
                  <a:lnTo>
                    <a:pt x="3719134" y="1403962"/>
                  </a:lnTo>
                  <a:lnTo>
                    <a:pt x="3670285" y="1361041"/>
                  </a:lnTo>
                  <a:lnTo>
                    <a:pt x="3622071" y="1315001"/>
                  </a:lnTo>
                  <a:lnTo>
                    <a:pt x="3574231" y="1265924"/>
                  </a:lnTo>
                  <a:lnTo>
                    <a:pt x="3526571" y="1213973"/>
                  </a:lnTo>
                  <a:lnTo>
                    <a:pt x="3478958" y="1159395"/>
                  </a:lnTo>
                  <a:lnTo>
                    <a:pt x="3431309" y="1102522"/>
                  </a:lnTo>
                  <a:lnTo>
                    <a:pt x="3383585" y="1043762"/>
                  </a:lnTo>
                  <a:lnTo>
                    <a:pt x="3335781" y="983591"/>
                  </a:lnTo>
                  <a:lnTo>
                    <a:pt x="3287917" y="922536"/>
                  </a:lnTo>
                  <a:lnTo>
                    <a:pt x="3240030" y="861161"/>
                  </a:lnTo>
                  <a:lnTo>
                    <a:pt x="3192161" y="800041"/>
                  </a:lnTo>
                  <a:lnTo>
                    <a:pt x="3144349" y="739739"/>
                  </a:lnTo>
                  <a:lnTo>
                    <a:pt x="3096615" y="680789"/>
                  </a:lnTo>
                  <a:lnTo>
                    <a:pt x="3048959" y="623674"/>
                  </a:lnTo>
                  <a:lnTo>
                    <a:pt x="3001346" y="568811"/>
                  </a:lnTo>
                  <a:lnTo>
                    <a:pt x="2953697" y="516541"/>
                  </a:lnTo>
                  <a:lnTo>
                    <a:pt x="2905886" y="467120"/>
                  </a:lnTo>
                  <a:lnTo>
                    <a:pt x="2857727" y="420721"/>
                  </a:lnTo>
                  <a:lnTo>
                    <a:pt x="2808968" y="377437"/>
                  </a:lnTo>
                  <a:lnTo>
                    <a:pt x="2759276" y="337283"/>
                  </a:lnTo>
                  <a:lnTo>
                    <a:pt x="2708225" y="300207"/>
                  </a:lnTo>
                  <a:lnTo>
                    <a:pt x="2702183" y="296095"/>
                  </a:lnTo>
                  <a:lnTo>
                    <a:pt x="2650639" y="263352"/>
                  </a:lnTo>
                  <a:lnTo>
                    <a:pt x="2596680" y="233432"/>
                  </a:lnTo>
                  <a:lnTo>
                    <a:pt x="2539634" y="206237"/>
                  </a:lnTo>
                  <a:lnTo>
                    <a:pt x="2478765" y="181574"/>
                  </a:lnTo>
                  <a:lnTo>
                    <a:pt x="2413311" y="159215"/>
                  </a:lnTo>
                  <a:lnTo>
                    <a:pt x="2342522" y="138921"/>
                  </a:lnTo>
                  <a:lnTo>
                    <a:pt x="2265712" y="120469"/>
                  </a:lnTo>
                  <a:lnTo>
                    <a:pt x="2182324" y="103661"/>
                  </a:lnTo>
                  <a:lnTo>
                    <a:pt x="2092021" y="88334"/>
                  </a:lnTo>
                  <a:lnTo>
                    <a:pt x="1994793" y="74359"/>
                  </a:lnTo>
                  <a:lnTo>
                    <a:pt x="1891098" y="61650"/>
                  </a:lnTo>
                  <a:lnTo>
                    <a:pt x="1781999" y="50156"/>
                  </a:lnTo>
                  <a:lnTo>
                    <a:pt x="1669291" y="39863"/>
                  </a:lnTo>
                  <a:lnTo>
                    <a:pt x="1555560" y="30781"/>
                  </a:lnTo>
                  <a:lnTo>
                    <a:pt x="1444129" y="22935"/>
                  </a:lnTo>
                  <a:lnTo>
                    <a:pt x="1338846" y="16348"/>
                  </a:lnTo>
                  <a:lnTo>
                    <a:pt x="1243684" y="11020"/>
                  </a:lnTo>
                  <a:lnTo>
                    <a:pt x="1162209" y="6913"/>
                  </a:lnTo>
                  <a:lnTo>
                    <a:pt x="1097002" y="3938"/>
                  </a:lnTo>
                  <a:lnTo>
                    <a:pt x="1049188" y="1956"/>
                  </a:lnTo>
                  <a:lnTo>
                    <a:pt x="1018167" y="783"/>
                  </a:lnTo>
                  <a:lnTo>
                    <a:pt x="1001606" y="210"/>
                  </a:lnTo>
                  <a:lnTo>
                    <a:pt x="995611" y="1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" name="pg167"/>
            <p:cNvSpPr/>
            <p:nvPr/>
          </p:nvSpPr>
          <p:spPr>
            <a:xfrm>
              <a:off x="1199187" y="2992237"/>
              <a:ext cx="12049831" cy="1787056"/>
            </a:xfrm>
            <a:custGeom>
              <a:avLst/>
              <a:pathLst>
                <a:path w="12049831" h="1787056">
                  <a:moveTo>
                    <a:pt x="0" y="10481"/>
                  </a:moveTo>
                  <a:lnTo>
                    <a:pt x="994940" y="10481"/>
                  </a:lnTo>
                  <a:lnTo>
                    <a:pt x="996052" y="10514"/>
                  </a:lnTo>
                  <a:lnTo>
                    <a:pt x="1003392" y="10750"/>
                  </a:lnTo>
                  <a:lnTo>
                    <a:pt x="1022006" y="11403"/>
                  </a:lnTo>
                  <a:lnTo>
                    <a:pt x="1055554" y="12690"/>
                  </a:lnTo>
                  <a:lnTo>
                    <a:pt x="1106107" y="14817"/>
                  </a:lnTo>
                  <a:lnTo>
                    <a:pt x="1173987" y="17962"/>
                  </a:lnTo>
                  <a:lnTo>
                    <a:pt x="1257815" y="22256"/>
                  </a:lnTo>
                  <a:lnTo>
                    <a:pt x="1354821" y="27781"/>
                  </a:lnTo>
                  <a:lnTo>
                    <a:pt x="1461336" y="34566"/>
                  </a:lnTo>
                  <a:lnTo>
                    <a:pt x="1573374" y="42608"/>
                  </a:lnTo>
                  <a:lnTo>
                    <a:pt x="1687148" y="51882"/>
                  </a:lnTo>
                  <a:lnTo>
                    <a:pt x="1799439" y="62364"/>
                  </a:lnTo>
                  <a:lnTo>
                    <a:pt x="1907788" y="74047"/>
                  </a:lnTo>
                  <a:lnTo>
                    <a:pt x="2010520" y="86951"/>
                  </a:lnTo>
                  <a:lnTo>
                    <a:pt x="2106676" y="101131"/>
                  </a:lnTo>
                  <a:lnTo>
                    <a:pt x="2195882" y="116682"/>
                  </a:lnTo>
                  <a:lnTo>
                    <a:pt x="2278207" y="133737"/>
                  </a:lnTo>
                  <a:lnTo>
                    <a:pt x="2354030" y="152464"/>
                  </a:lnTo>
                  <a:lnTo>
                    <a:pt x="2423933" y="173068"/>
                  </a:lnTo>
                  <a:lnTo>
                    <a:pt x="2488616" y="195773"/>
                  </a:lnTo>
                  <a:lnTo>
                    <a:pt x="2548833" y="220819"/>
                  </a:lnTo>
                  <a:lnTo>
                    <a:pt x="2605346" y="248431"/>
                  </a:lnTo>
                  <a:lnTo>
                    <a:pt x="2658884" y="278791"/>
                  </a:lnTo>
                  <a:lnTo>
                    <a:pt x="2702183" y="306577"/>
                  </a:lnTo>
                  <a:lnTo>
                    <a:pt x="2753425" y="343301"/>
                  </a:lnTo>
                  <a:lnTo>
                    <a:pt x="2803251" y="383094"/>
                  </a:lnTo>
                  <a:lnTo>
                    <a:pt x="2852100" y="426014"/>
                  </a:lnTo>
                  <a:lnTo>
                    <a:pt x="2900314" y="472054"/>
                  </a:lnTo>
                  <a:lnTo>
                    <a:pt x="2948154" y="521131"/>
                  </a:lnTo>
                  <a:lnTo>
                    <a:pt x="2995814" y="573082"/>
                  </a:lnTo>
                  <a:lnTo>
                    <a:pt x="3043427" y="627660"/>
                  </a:lnTo>
                  <a:lnTo>
                    <a:pt x="3091076" y="684533"/>
                  </a:lnTo>
                  <a:lnTo>
                    <a:pt x="3138800" y="743293"/>
                  </a:lnTo>
                  <a:lnTo>
                    <a:pt x="3186604" y="803465"/>
                  </a:lnTo>
                  <a:lnTo>
                    <a:pt x="3234468" y="864519"/>
                  </a:lnTo>
                  <a:lnTo>
                    <a:pt x="3282355" y="925894"/>
                  </a:lnTo>
                  <a:lnTo>
                    <a:pt x="3330224" y="987015"/>
                  </a:lnTo>
                  <a:lnTo>
                    <a:pt x="3378036" y="1047317"/>
                  </a:lnTo>
                  <a:lnTo>
                    <a:pt x="3425770" y="1106266"/>
                  </a:lnTo>
                  <a:lnTo>
                    <a:pt x="3473426" y="1163381"/>
                  </a:lnTo>
                  <a:lnTo>
                    <a:pt x="3521039" y="1218244"/>
                  </a:lnTo>
                  <a:lnTo>
                    <a:pt x="3568688" y="1270514"/>
                  </a:lnTo>
                  <a:lnTo>
                    <a:pt x="3616499" y="1319935"/>
                  </a:lnTo>
                  <a:lnTo>
                    <a:pt x="3664658" y="1366334"/>
                  </a:lnTo>
                  <a:lnTo>
                    <a:pt x="3713417" y="1409618"/>
                  </a:lnTo>
                  <a:lnTo>
                    <a:pt x="3763109" y="1449772"/>
                  </a:lnTo>
                  <a:lnTo>
                    <a:pt x="3814160" y="1486848"/>
                  </a:lnTo>
                  <a:lnTo>
                    <a:pt x="3820202" y="1490960"/>
                  </a:lnTo>
                  <a:lnTo>
                    <a:pt x="3871746" y="1523703"/>
                  </a:lnTo>
                  <a:lnTo>
                    <a:pt x="3925705" y="1553623"/>
                  </a:lnTo>
                  <a:lnTo>
                    <a:pt x="3982751" y="1580819"/>
                  </a:lnTo>
                  <a:lnTo>
                    <a:pt x="4043620" y="1605481"/>
                  </a:lnTo>
                  <a:lnTo>
                    <a:pt x="4109074" y="1627840"/>
                  </a:lnTo>
                  <a:lnTo>
                    <a:pt x="4179863" y="1648134"/>
                  </a:lnTo>
                  <a:lnTo>
                    <a:pt x="4256673" y="1666586"/>
                  </a:lnTo>
                  <a:lnTo>
                    <a:pt x="4340061" y="1683394"/>
                  </a:lnTo>
                  <a:lnTo>
                    <a:pt x="4430364" y="1698722"/>
                  </a:lnTo>
                  <a:lnTo>
                    <a:pt x="4527592" y="1712696"/>
                  </a:lnTo>
                  <a:lnTo>
                    <a:pt x="4631287" y="1725405"/>
                  </a:lnTo>
                  <a:lnTo>
                    <a:pt x="4740386" y="1736899"/>
                  </a:lnTo>
                  <a:lnTo>
                    <a:pt x="4853094" y="1747192"/>
                  </a:lnTo>
                  <a:lnTo>
                    <a:pt x="4966825" y="1756274"/>
                  </a:lnTo>
                  <a:lnTo>
                    <a:pt x="5078256" y="1764120"/>
                  </a:lnTo>
                  <a:lnTo>
                    <a:pt x="5183539" y="1770707"/>
                  </a:lnTo>
                  <a:lnTo>
                    <a:pt x="5278701" y="1776035"/>
                  </a:lnTo>
                  <a:lnTo>
                    <a:pt x="5360176" y="1780142"/>
                  </a:lnTo>
                  <a:lnTo>
                    <a:pt x="5425383" y="1783117"/>
                  </a:lnTo>
                  <a:lnTo>
                    <a:pt x="5473197" y="1785099"/>
                  </a:lnTo>
                  <a:lnTo>
                    <a:pt x="5504218" y="1786272"/>
                  </a:lnTo>
                  <a:lnTo>
                    <a:pt x="5520779" y="1786845"/>
                  </a:lnTo>
                  <a:lnTo>
                    <a:pt x="5526774" y="1787036"/>
                  </a:lnTo>
                  <a:lnTo>
                    <a:pt x="5527445" y="1787056"/>
                  </a:lnTo>
                  <a:lnTo>
                    <a:pt x="6522385" y="1787056"/>
                  </a:lnTo>
                  <a:lnTo>
                    <a:pt x="6523512" y="1787035"/>
                  </a:lnTo>
                  <a:lnTo>
                    <a:pt x="6530949" y="1786886"/>
                  </a:lnTo>
                  <a:lnTo>
                    <a:pt x="6549800" y="1786474"/>
                  </a:lnTo>
                  <a:lnTo>
                    <a:pt x="6583760" y="1785662"/>
                  </a:lnTo>
                  <a:lnTo>
                    <a:pt x="6634899" y="1784320"/>
                  </a:lnTo>
                  <a:lnTo>
                    <a:pt x="6703506" y="1782336"/>
                  </a:lnTo>
                  <a:lnTo>
                    <a:pt x="6788148" y="1779629"/>
                  </a:lnTo>
                  <a:lnTo>
                    <a:pt x="6885979" y="1776149"/>
                  </a:lnTo>
                  <a:lnTo>
                    <a:pt x="6993262" y="1771876"/>
                  </a:lnTo>
                  <a:lnTo>
                    <a:pt x="7105955" y="1766814"/>
                  </a:lnTo>
                  <a:lnTo>
                    <a:pt x="7220239" y="1760980"/>
                  </a:lnTo>
                  <a:lnTo>
                    <a:pt x="7332885" y="1754387"/>
                  </a:lnTo>
                  <a:lnTo>
                    <a:pt x="7441442" y="1747040"/>
                  </a:lnTo>
                  <a:lnTo>
                    <a:pt x="7544256" y="1738924"/>
                  </a:lnTo>
                  <a:lnTo>
                    <a:pt x="7640395" y="1730004"/>
                  </a:lnTo>
                  <a:lnTo>
                    <a:pt x="7729513" y="1720218"/>
                  </a:lnTo>
                  <a:lnTo>
                    <a:pt x="7811707" y="1709481"/>
                  </a:lnTo>
                  <a:lnTo>
                    <a:pt x="7887379" y="1697684"/>
                  </a:lnTo>
                  <a:lnTo>
                    <a:pt x="7957131" y="1684698"/>
                  </a:lnTo>
                  <a:lnTo>
                    <a:pt x="8021681" y="1670378"/>
                  </a:lnTo>
                  <a:lnTo>
                    <a:pt x="8081794" y="1654576"/>
                  </a:lnTo>
                  <a:lnTo>
                    <a:pt x="8138241" y="1637149"/>
                  </a:lnTo>
                  <a:lnTo>
                    <a:pt x="8191756" y="1617987"/>
                  </a:lnTo>
                  <a:lnTo>
                    <a:pt x="8229629" y="1602760"/>
                  </a:lnTo>
                  <a:lnTo>
                    <a:pt x="8286050" y="1577445"/>
                  </a:lnTo>
                  <a:lnTo>
                    <a:pt x="8340809" y="1549801"/>
                  </a:lnTo>
                  <a:lnTo>
                    <a:pt x="8394471" y="1519787"/>
                  </a:lnTo>
                  <a:lnTo>
                    <a:pt x="8447468" y="1487425"/>
                  </a:lnTo>
                  <a:lnTo>
                    <a:pt x="8500114" y="1452809"/>
                  </a:lnTo>
                  <a:lnTo>
                    <a:pt x="8552632" y="1416107"/>
                  </a:lnTo>
                  <a:lnTo>
                    <a:pt x="8605160" y="1377565"/>
                  </a:lnTo>
                  <a:lnTo>
                    <a:pt x="8657770" y="1337503"/>
                  </a:lnTo>
                  <a:lnTo>
                    <a:pt x="8710479" y="1296306"/>
                  </a:lnTo>
                  <a:lnTo>
                    <a:pt x="8763263" y="1254411"/>
                  </a:lnTo>
                  <a:lnTo>
                    <a:pt x="8816073" y="1212285"/>
                  </a:lnTo>
                  <a:lnTo>
                    <a:pt x="8868855" y="1170409"/>
                  </a:lnTo>
                  <a:lnTo>
                    <a:pt x="8921560" y="1129248"/>
                  </a:lnTo>
                  <a:lnTo>
                    <a:pt x="8974166" y="1089239"/>
                  </a:lnTo>
                  <a:lnTo>
                    <a:pt x="9026692" y="1050763"/>
                  </a:lnTo>
                  <a:lnTo>
                    <a:pt x="9079212" y="1014138"/>
                  </a:lnTo>
                  <a:lnTo>
                    <a:pt x="9131867" y="979607"/>
                  </a:lnTo>
                  <a:lnTo>
                    <a:pt x="9184883" y="947336"/>
                  </a:lnTo>
                  <a:lnTo>
                    <a:pt x="9238580" y="917415"/>
                  </a:lnTo>
                  <a:lnTo>
                    <a:pt x="9293391" y="889863"/>
                  </a:lnTo>
                  <a:lnTo>
                    <a:pt x="9347647" y="865578"/>
                  </a:lnTo>
                  <a:lnTo>
                    <a:pt x="9399430" y="845109"/>
                  </a:lnTo>
                  <a:lnTo>
                    <a:pt x="9453652" y="826414"/>
                  </a:lnTo>
                  <a:lnTo>
                    <a:pt x="9510996" y="809429"/>
                  </a:lnTo>
                  <a:lnTo>
                    <a:pt x="9572206" y="794034"/>
                  </a:lnTo>
                  <a:lnTo>
                    <a:pt x="9638059" y="780081"/>
                  </a:lnTo>
                  <a:lnTo>
                    <a:pt x="9709311" y="767423"/>
                  </a:lnTo>
                  <a:lnTo>
                    <a:pt x="9786656" y="755918"/>
                  </a:lnTo>
                  <a:lnTo>
                    <a:pt x="9870652" y="745442"/>
                  </a:lnTo>
                  <a:lnTo>
                    <a:pt x="9961634" y="735893"/>
                  </a:lnTo>
                  <a:lnTo>
                    <a:pt x="10059594" y="727190"/>
                  </a:lnTo>
                  <a:lnTo>
                    <a:pt x="10164044" y="719281"/>
                  </a:lnTo>
                  <a:lnTo>
                    <a:pt x="10273876" y="712134"/>
                  </a:lnTo>
                  <a:lnTo>
                    <a:pt x="10387227" y="705740"/>
                  </a:lnTo>
                  <a:lnTo>
                    <a:pt x="10501434" y="700109"/>
                  </a:lnTo>
                  <a:lnTo>
                    <a:pt x="10613084" y="695254"/>
                  </a:lnTo>
                  <a:lnTo>
                    <a:pt x="10718258" y="691191"/>
                  </a:lnTo>
                  <a:lnTo>
                    <a:pt x="10812937" y="687918"/>
                  </a:lnTo>
                  <a:lnTo>
                    <a:pt x="10893565" y="685409"/>
                  </a:lnTo>
                  <a:lnTo>
                    <a:pt x="10957624" y="683605"/>
                  </a:lnTo>
                  <a:lnTo>
                    <a:pt x="11004116" y="682415"/>
                  </a:lnTo>
                  <a:lnTo>
                    <a:pt x="11033808" y="681722"/>
                  </a:lnTo>
                  <a:lnTo>
                    <a:pt x="11049219" y="681393"/>
                  </a:lnTo>
                  <a:lnTo>
                    <a:pt x="11054437" y="681290"/>
                  </a:lnTo>
                  <a:lnTo>
                    <a:pt x="11054891" y="681282"/>
                  </a:lnTo>
                  <a:lnTo>
                    <a:pt x="12049831" y="681282"/>
                  </a:lnTo>
                  <a:lnTo>
                    <a:pt x="12049831" y="670801"/>
                  </a:lnTo>
                  <a:lnTo>
                    <a:pt x="11054891" y="670801"/>
                  </a:lnTo>
                  <a:lnTo>
                    <a:pt x="11053764" y="670822"/>
                  </a:lnTo>
                  <a:lnTo>
                    <a:pt x="11046327" y="670971"/>
                  </a:lnTo>
                  <a:lnTo>
                    <a:pt x="11027476" y="671383"/>
                  </a:lnTo>
                  <a:lnTo>
                    <a:pt x="10993516" y="672195"/>
                  </a:lnTo>
                  <a:lnTo>
                    <a:pt x="10942378" y="673537"/>
                  </a:lnTo>
                  <a:lnTo>
                    <a:pt x="10873770" y="675520"/>
                  </a:lnTo>
                  <a:lnTo>
                    <a:pt x="10789129" y="678227"/>
                  </a:lnTo>
                  <a:lnTo>
                    <a:pt x="10691297" y="681708"/>
                  </a:lnTo>
                  <a:lnTo>
                    <a:pt x="10584015" y="685981"/>
                  </a:lnTo>
                  <a:lnTo>
                    <a:pt x="10471322" y="691042"/>
                  </a:lnTo>
                  <a:lnTo>
                    <a:pt x="10357038" y="696877"/>
                  </a:lnTo>
                  <a:lnTo>
                    <a:pt x="10244391" y="703469"/>
                  </a:lnTo>
                  <a:lnTo>
                    <a:pt x="10135835" y="710817"/>
                  </a:lnTo>
                  <a:lnTo>
                    <a:pt x="10033021" y="718932"/>
                  </a:lnTo>
                  <a:lnTo>
                    <a:pt x="9936882" y="727852"/>
                  </a:lnTo>
                  <a:lnTo>
                    <a:pt x="9847763" y="737638"/>
                  </a:lnTo>
                  <a:lnTo>
                    <a:pt x="9765570" y="748375"/>
                  </a:lnTo>
                  <a:lnTo>
                    <a:pt x="9689898" y="760172"/>
                  </a:lnTo>
                  <a:lnTo>
                    <a:pt x="9620145" y="773159"/>
                  </a:lnTo>
                  <a:lnTo>
                    <a:pt x="9555596" y="787478"/>
                  </a:lnTo>
                  <a:lnTo>
                    <a:pt x="9495483" y="803281"/>
                  </a:lnTo>
                  <a:lnTo>
                    <a:pt x="9439036" y="820708"/>
                  </a:lnTo>
                  <a:lnTo>
                    <a:pt x="9385521" y="839869"/>
                  </a:lnTo>
                  <a:lnTo>
                    <a:pt x="9347647" y="855096"/>
                  </a:lnTo>
                  <a:lnTo>
                    <a:pt x="9291226" y="880412"/>
                  </a:lnTo>
                  <a:lnTo>
                    <a:pt x="9236468" y="908056"/>
                  </a:lnTo>
                  <a:lnTo>
                    <a:pt x="9182805" y="938070"/>
                  </a:lnTo>
                  <a:lnTo>
                    <a:pt x="9129809" y="970431"/>
                  </a:lnTo>
                  <a:lnTo>
                    <a:pt x="9077162" y="1005047"/>
                  </a:lnTo>
                  <a:lnTo>
                    <a:pt x="9024644" y="1041750"/>
                  </a:lnTo>
                  <a:lnTo>
                    <a:pt x="8972116" y="1080292"/>
                  </a:lnTo>
                  <a:lnTo>
                    <a:pt x="8919506" y="1120354"/>
                  </a:lnTo>
                  <a:lnTo>
                    <a:pt x="8866797" y="1161550"/>
                  </a:lnTo>
                  <a:lnTo>
                    <a:pt x="8814014" y="1203445"/>
                  </a:lnTo>
                  <a:lnTo>
                    <a:pt x="8761203" y="1245571"/>
                  </a:lnTo>
                  <a:lnTo>
                    <a:pt x="8708422" y="1287448"/>
                  </a:lnTo>
                  <a:lnTo>
                    <a:pt x="8655717" y="1328608"/>
                  </a:lnTo>
                  <a:lnTo>
                    <a:pt x="8603110" y="1368617"/>
                  </a:lnTo>
                  <a:lnTo>
                    <a:pt x="8550584" y="1407093"/>
                  </a:lnTo>
                  <a:lnTo>
                    <a:pt x="8498065" y="1443718"/>
                  </a:lnTo>
                  <a:lnTo>
                    <a:pt x="8445409" y="1478249"/>
                  </a:lnTo>
                  <a:lnTo>
                    <a:pt x="8392393" y="1510520"/>
                  </a:lnTo>
                  <a:lnTo>
                    <a:pt x="8338697" y="1540442"/>
                  </a:lnTo>
                  <a:lnTo>
                    <a:pt x="8283885" y="1567994"/>
                  </a:lnTo>
                  <a:lnTo>
                    <a:pt x="8229629" y="1592279"/>
                  </a:lnTo>
                  <a:lnTo>
                    <a:pt x="8177847" y="1612747"/>
                  </a:lnTo>
                  <a:lnTo>
                    <a:pt x="8123624" y="1631442"/>
                  </a:lnTo>
                  <a:lnTo>
                    <a:pt x="8066281" y="1648427"/>
                  </a:lnTo>
                  <a:lnTo>
                    <a:pt x="8005070" y="1663823"/>
                  </a:lnTo>
                  <a:lnTo>
                    <a:pt x="7939218" y="1677775"/>
                  </a:lnTo>
                  <a:lnTo>
                    <a:pt x="7867966" y="1690433"/>
                  </a:lnTo>
                  <a:lnTo>
                    <a:pt x="7790621" y="1701938"/>
                  </a:lnTo>
                  <a:lnTo>
                    <a:pt x="7706624" y="1712414"/>
                  </a:lnTo>
                  <a:lnTo>
                    <a:pt x="7615643" y="1721964"/>
                  </a:lnTo>
                  <a:lnTo>
                    <a:pt x="7517683" y="1730666"/>
                  </a:lnTo>
                  <a:lnTo>
                    <a:pt x="7413232" y="1738576"/>
                  </a:lnTo>
                  <a:lnTo>
                    <a:pt x="7303401" y="1745723"/>
                  </a:lnTo>
                  <a:lnTo>
                    <a:pt x="7190049" y="1752116"/>
                  </a:lnTo>
                  <a:lnTo>
                    <a:pt x="7075843" y="1757748"/>
                  </a:lnTo>
                  <a:lnTo>
                    <a:pt x="6964192" y="1762602"/>
                  </a:lnTo>
                  <a:lnTo>
                    <a:pt x="6859019" y="1766665"/>
                  </a:lnTo>
                  <a:lnTo>
                    <a:pt x="6764339" y="1769938"/>
                  </a:lnTo>
                  <a:lnTo>
                    <a:pt x="6683712" y="1772447"/>
                  </a:lnTo>
                  <a:lnTo>
                    <a:pt x="6619653" y="1774252"/>
                  </a:lnTo>
                  <a:lnTo>
                    <a:pt x="6573160" y="1775442"/>
                  </a:lnTo>
                  <a:lnTo>
                    <a:pt x="6543469" y="1776135"/>
                  </a:lnTo>
                  <a:lnTo>
                    <a:pt x="6528058" y="1776464"/>
                  </a:lnTo>
                  <a:lnTo>
                    <a:pt x="6522840" y="1776566"/>
                  </a:lnTo>
                  <a:lnTo>
                    <a:pt x="6522385" y="1776574"/>
                  </a:lnTo>
                  <a:lnTo>
                    <a:pt x="5527445" y="1776574"/>
                  </a:lnTo>
                  <a:lnTo>
                    <a:pt x="5526333" y="1776541"/>
                  </a:lnTo>
                  <a:lnTo>
                    <a:pt x="5518993" y="1776305"/>
                  </a:lnTo>
                  <a:lnTo>
                    <a:pt x="5500379" y="1775652"/>
                  </a:lnTo>
                  <a:lnTo>
                    <a:pt x="5466831" y="1774365"/>
                  </a:lnTo>
                  <a:lnTo>
                    <a:pt x="5416278" y="1772238"/>
                  </a:lnTo>
                  <a:lnTo>
                    <a:pt x="5348398" y="1769093"/>
                  </a:lnTo>
                  <a:lnTo>
                    <a:pt x="5264570" y="1764799"/>
                  </a:lnTo>
                  <a:lnTo>
                    <a:pt x="5167564" y="1759274"/>
                  </a:lnTo>
                  <a:lnTo>
                    <a:pt x="5061049" y="1752489"/>
                  </a:lnTo>
                  <a:lnTo>
                    <a:pt x="4949011" y="1744447"/>
                  </a:lnTo>
                  <a:lnTo>
                    <a:pt x="4835237" y="1735173"/>
                  </a:lnTo>
                  <a:lnTo>
                    <a:pt x="4722946" y="1724691"/>
                  </a:lnTo>
                  <a:lnTo>
                    <a:pt x="4614597" y="1713008"/>
                  </a:lnTo>
                  <a:lnTo>
                    <a:pt x="4511865" y="1700104"/>
                  </a:lnTo>
                  <a:lnTo>
                    <a:pt x="4415709" y="1685924"/>
                  </a:lnTo>
                  <a:lnTo>
                    <a:pt x="4326503" y="1670373"/>
                  </a:lnTo>
                  <a:lnTo>
                    <a:pt x="4244178" y="1653318"/>
                  </a:lnTo>
                  <a:lnTo>
                    <a:pt x="4168355" y="1634591"/>
                  </a:lnTo>
                  <a:lnTo>
                    <a:pt x="4098452" y="1613988"/>
                  </a:lnTo>
                  <a:lnTo>
                    <a:pt x="4033769" y="1591282"/>
                  </a:lnTo>
                  <a:lnTo>
                    <a:pt x="3973552" y="1566237"/>
                  </a:lnTo>
                  <a:lnTo>
                    <a:pt x="3917039" y="1538624"/>
                  </a:lnTo>
                  <a:lnTo>
                    <a:pt x="3863501" y="1508264"/>
                  </a:lnTo>
                  <a:lnTo>
                    <a:pt x="3820202" y="1480479"/>
                  </a:lnTo>
                  <a:lnTo>
                    <a:pt x="3768960" y="1443754"/>
                  </a:lnTo>
                  <a:lnTo>
                    <a:pt x="3719134" y="1403962"/>
                  </a:lnTo>
                  <a:lnTo>
                    <a:pt x="3670285" y="1361041"/>
                  </a:lnTo>
                  <a:lnTo>
                    <a:pt x="3622071" y="1315001"/>
                  </a:lnTo>
                  <a:lnTo>
                    <a:pt x="3574231" y="1265924"/>
                  </a:lnTo>
                  <a:lnTo>
                    <a:pt x="3526571" y="1213973"/>
                  </a:lnTo>
                  <a:lnTo>
                    <a:pt x="3478958" y="1159395"/>
                  </a:lnTo>
                  <a:lnTo>
                    <a:pt x="3431309" y="1102522"/>
                  </a:lnTo>
                  <a:lnTo>
                    <a:pt x="3383585" y="1043762"/>
                  </a:lnTo>
                  <a:lnTo>
                    <a:pt x="3335781" y="983591"/>
                  </a:lnTo>
                  <a:lnTo>
                    <a:pt x="3287917" y="922536"/>
                  </a:lnTo>
                  <a:lnTo>
                    <a:pt x="3240030" y="861161"/>
                  </a:lnTo>
                  <a:lnTo>
                    <a:pt x="3192161" y="800041"/>
                  </a:lnTo>
                  <a:lnTo>
                    <a:pt x="3144349" y="739739"/>
                  </a:lnTo>
                  <a:lnTo>
                    <a:pt x="3096615" y="680789"/>
                  </a:lnTo>
                  <a:lnTo>
                    <a:pt x="3048959" y="623674"/>
                  </a:lnTo>
                  <a:lnTo>
                    <a:pt x="3001346" y="568811"/>
                  </a:lnTo>
                  <a:lnTo>
                    <a:pt x="2953697" y="516541"/>
                  </a:lnTo>
                  <a:lnTo>
                    <a:pt x="2905886" y="467120"/>
                  </a:lnTo>
                  <a:lnTo>
                    <a:pt x="2857727" y="420721"/>
                  </a:lnTo>
                  <a:lnTo>
                    <a:pt x="2808968" y="377437"/>
                  </a:lnTo>
                  <a:lnTo>
                    <a:pt x="2759276" y="337283"/>
                  </a:lnTo>
                  <a:lnTo>
                    <a:pt x="2708225" y="300207"/>
                  </a:lnTo>
                  <a:lnTo>
                    <a:pt x="2702183" y="296095"/>
                  </a:lnTo>
                  <a:lnTo>
                    <a:pt x="2650639" y="263352"/>
                  </a:lnTo>
                  <a:lnTo>
                    <a:pt x="2596680" y="233432"/>
                  </a:lnTo>
                  <a:lnTo>
                    <a:pt x="2539634" y="206237"/>
                  </a:lnTo>
                  <a:lnTo>
                    <a:pt x="2478765" y="181574"/>
                  </a:lnTo>
                  <a:lnTo>
                    <a:pt x="2413311" y="159215"/>
                  </a:lnTo>
                  <a:lnTo>
                    <a:pt x="2342522" y="138921"/>
                  </a:lnTo>
                  <a:lnTo>
                    <a:pt x="2265712" y="120469"/>
                  </a:lnTo>
                  <a:lnTo>
                    <a:pt x="2182324" y="103661"/>
                  </a:lnTo>
                  <a:lnTo>
                    <a:pt x="2092021" y="88334"/>
                  </a:lnTo>
                  <a:lnTo>
                    <a:pt x="1994793" y="74359"/>
                  </a:lnTo>
                  <a:lnTo>
                    <a:pt x="1891098" y="61650"/>
                  </a:lnTo>
                  <a:lnTo>
                    <a:pt x="1781999" y="50156"/>
                  </a:lnTo>
                  <a:lnTo>
                    <a:pt x="1669291" y="39863"/>
                  </a:lnTo>
                  <a:lnTo>
                    <a:pt x="1555560" y="30781"/>
                  </a:lnTo>
                  <a:lnTo>
                    <a:pt x="1444129" y="22935"/>
                  </a:lnTo>
                  <a:lnTo>
                    <a:pt x="1338846" y="16348"/>
                  </a:lnTo>
                  <a:lnTo>
                    <a:pt x="1243684" y="11020"/>
                  </a:lnTo>
                  <a:lnTo>
                    <a:pt x="1162209" y="6913"/>
                  </a:lnTo>
                  <a:lnTo>
                    <a:pt x="1097002" y="3938"/>
                  </a:lnTo>
                  <a:lnTo>
                    <a:pt x="1049188" y="1956"/>
                  </a:lnTo>
                  <a:lnTo>
                    <a:pt x="1018167" y="783"/>
                  </a:lnTo>
                  <a:lnTo>
                    <a:pt x="1001606" y="210"/>
                  </a:lnTo>
                  <a:lnTo>
                    <a:pt x="995611" y="1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9" name="pl168"/>
            <p:cNvSpPr/>
            <p:nvPr/>
          </p:nvSpPr>
          <p:spPr>
            <a:xfrm>
              <a:off x="1199187" y="3002718"/>
              <a:ext cx="12049831" cy="1776574"/>
            </a:xfrm>
            <a:custGeom>
              <a:avLst/>
              <a:pathLst>
                <a:path w="12049831" h="1776574">
                  <a:moveTo>
                    <a:pt x="0" y="0"/>
                  </a:moveTo>
                  <a:lnTo>
                    <a:pt x="994940" y="0"/>
                  </a:lnTo>
                  <a:lnTo>
                    <a:pt x="996052" y="33"/>
                  </a:lnTo>
                  <a:lnTo>
                    <a:pt x="1003392" y="269"/>
                  </a:lnTo>
                  <a:lnTo>
                    <a:pt x="1022006" y="922"/>
                  </a:lnTo>
                  <a:lnTo>
                    <a:pt x="1055554" y="2209"/>
                  </a:lnTo>
                  <a:lnTo>
                    <a:pt x="1106107" y="4336"/>
                  </a:lnTo>
                  <a:lnTo>
                    <a:pt x="1173987" y="7481"/>
                  </a:lnTo>
                  <a:lnTo>
                    <a:pt x="1257815" y="11775"/>
                  </a:lnTo>
                  <a:lnTo>
                    <a:pt x="1354821" y="17299"/>
                  </a:lnTo>
                  <a:lnTo>
                    <a:pt x="1461336" y="24085"/>
                  </a:lnTo>
                  <a:lnTo>
                    <a:pt x="1573374" y="32127"/>
                  </a:lnTo>
                  <a:lnTo>
                    <a:pt x="1687148" y="41401"/>
                  </a:lnTo>
                  <a:lnTo>
                    <a:pt x="1799439" y="51883"/>
                  </a:lnTo>
                  <a:lnTo>
                    <a:pt x="1907788" y="63566"/>
                  </a:lnTo>
                  <a:lnTo>
                    <a:pt x="2010520" y="76470"/>
                  </a:lnTo>
                  <a:lnTo>
                    <a:pt x="2106676" y="90650"/>
                  </a:lnTo>
                  <a:lnTo>
                    <a:pt x="2195882" y="106201"/>
                  </a:lnTo>
                  <a:lnTo>
                    <a:pt x="2278207" y="123256"/>
                  </a:lnTo>
                  <a:lnTo>
                    <a:pt x="2354030" y="141983"/>
                  </a:lnTo>
                  <a:lnTo>
                    <a:pt x="2423933" y="162586"/>
                  </a:lnTo>
                  <a:lnTo>
                    <a:pt x="2488616" y="185292"/>
                  </a:lnTo>
                  <a:lnTo>
                    <a:pt x="2548833" y="210337"/>
                  </a:lnTo>
                  <a:lnTo>
                    <a:pt x="2605346" y="237950"/>
                  </a:lnTo>
                  <a:lnTo>
                    <a:pt x="2658884" y="268310"/>
                  </a:lnTo>
                  <a:lnTo>
                    <a:pt x="2702183" y="296095"/>
                  </a:lnTo>
                  <a:lnTo>
                    <a:pt x="2753425" y="332820"/>
                  </a:lnTo>
                  <a:lnTo>
                    <a:pt x="2803251" y="372612"/>
                  </a:lnTo>
                  <a:lnTo>
                    <a:pt x="2852100" y="415532"/>
                  </a:lnTo>
                  <a:lnTo>
                    <a:pt x="2900314" y="461572"/>
                  </a:lnTo>
                  <a:lnTo>
                    <a:pt x="2948154" y="510650"/>
                  </a:lnTo>
                  <a:lnTo>
                    <a:pt x="2995814" y="562601"/>
                  </a:lnTo>
                  <a:lnTo>
                    <a:pt x="3043427" y="617178"/>
                  </a:lnTo>
                  <a:lnTo>
                    <a:pt x="3091076" y="674052"/>
                  </a:lnTo>
                  <a:lnTo>
                    <a:pt x="3138800" y="732812"/>
                  </a:lnTo>
                  <a:lnTo>
                    <a:pt x="3186604" y="792983"/>
                  </a:lnTo>
                  <a:lnTo>
                    <a:pt x="3234468" y="854038"/>
                  </a:lnTo>
                  <a:lnTo>
                    <a:pt x="3282355" y="915412"/>
                  </a:lnTo>
                  <a:lnTo>
                    <a:pt x="3330224" y="976533"/>
                  </a:lnTo>
                  <a:lnTo>
                    <a:pt x="3378036" y="1036835"/>
                  </a:lnTo>
                  <a:lnTo>
                    <a:pt x="3425770" y="1095785"/>
                  </a:lnTo>
                  <a:lnTo>
                    <a:pt x="3473426" y="1152900"/>
                  </a:lnTo>
                  <a:lnTo>
                    <a:pt x="3521039" y="1207762"/>
                  </a:lnTo>
                  <a:lnTo>
                    <a:pt x="3568688" y="1260033"/>
                  </a:lnTo>
                  <a:lnTo>
                    <a:pt x="3616499" y="1309454"/>
                  </a:lnTo>
                  <a:lnTo>
                    <a:pt x="3664658" y="1355853"/>
                  </a:lnTo>
                  <a:lnTo>
                    <a:pt x="3713417" y="1399137"/>
                  </a:lnTo>
                  <a:lnTo>
                    <a:pt x="3763109" y="1439291"/>
                  </a:lnTo>
                  <a:lnTo>
                    <a:pt x="3814160" y="1476367"/>
                  </a:lnTo>
                  <a:lnTo>
                    <a:pt x="3820202" y="1480479"/>
                  </a:lnTo>
                  <a:lnTo>
                    <a:pt x="3871746" y="1513222"/>
                  </a:lnTo>
                  <a:lnTo>
                    <a:pt x="3925705" y="1543142"/>
                  </a:lnTo>
                  <a:lnTo>
                    <a:pt x="3982751" y="1570337"/>
                  </a:lnTo>
                  <a:lnTo>
                    <a:pt x="4043620" y="1595000"/>
                  </a:lnTo>
                  <a:lnTo>
                    <a:pt x="4109074" y="1617359"/>
                  </a:lnTo>
                  <a:lnTo>
                    <a:pt x="4179863" y="1637653"/>
                  </a:lnTo>
                  <a:lnTo>
                    <a:pt x="4256673" y="1656105"/>
                  </a:lnTo>
                  <a:lnTo>
                    <a:pt x="4340061" y="1672913"/>
                  </a:lnTo>
                  <a:lnTo>
                    <a:pt x="4430364" y="1688240"/>
                  </a:lnTo>
                  <a:lnTo>
                    <a:pt x="4527592" y="1702215"/>
                  </a:lnTo>
                  <a:lnTo>
                    <a:pt x="4631287" y="1714924"/>
                  </a:lnTo>
                  <a:lnTo>
                    <a:pt x="4740386" y="1726418"/>
                  </a:lnTo>
                  <a:lnTo>
                    <a:pt x="4853094" y="1736711"/>
                  </a:lnTo>
                  <a:lnTo>
                    <a:pt x="4966825" y="1745793"/>
                  </a:lnTo>
                  <a:lnTo>
                    <a:pt x="5078256" y="1753639"/>
                  </a:lnTo>
                  <a:lnTo>
                    <a:pt x="5183539" y="1760226"/>
                  </a:lnTo>
                  <a:lnTo>
                    <a:pt x="5278701" y="1765554"/>
                  </a:lnTo>
                  <a:lnTo>
                    <a:pt x="5360176" y="1769661"/>
                  </a:lnTo>
                  <a:lnTo>
                    <a:pt x="5425383" y="1772635"/>
                  </a:lnTo>
                  <a:lnTo>
                    <a:pt x="5473197" y="1774618"/>
                  </a:lnTo>
                  <a:lnTo>
                    <a:pt x="5504218" y="1775791"/>
                  </a:lnTo>
                  <a:lnTo>
                    <a:pt x="5520779" y="1776364"/>
                  </a:lnTo>
                  <a:lnTo>
                    <a:pt x="5526774" y="1776555"/>
                  </a:lnTo>
                  <a:lnTo>
                    <a:pt x="5527445" y="1776574"/>
                  </a:lnTo>
                  <a:lnTo>
                    <a:pt x="6522385" y="1776574"/>
                  </a:lnTo>
                  <a:lnTo>
                    <a:pt x="6523512" y="1776554"/>
                  </a:lnTo>
                  <a:lnTo>
                    <a:pt x="6530949" y="1776404"/>
                  </a:lnTo>
                  <a:lnTo>
                    <a:pt x="6549800" y="1775992"/>
                  </a:lnTo>
                  <a:lnTo>
                    <a:pt x="6583760" y="1775180"/>
                  </a:lnTo>
                  <a:lnTo>
                    <a:pt x="6634899" y="1773838"/>
                  </a:lnTo>
                  <a:lnTo>
                    <a:pt x="6703506" y="1771855"/>
                  </a:lnTo>
                  <a:lnTo>
                    <a:pt x="6788148" y="1769148"/>
                  </a:lnTo>
                  <a:lnTo>
                    <a:pt x="6885979" y="1765668"/>
                  </a:lnTo>
                  <a:lnTo>
                    <a:pt x="6993262" y="1761395"/>
                  </a:lnTo>
                  <a:lnTo>
                    <a:pt x="7105955" y="1756333"/>
                  </a:lnTo>
                  <a:lnTo>
                    <a:pt x="7220239" y="1750499"/>
                  </a:lnTo>
                  <a:lnTo>
                    <a:pt x="7332885" y="1743906"/>
                  </a:lnTo>
                  <a:lnTo>
                    <a:pt x="7441442" y="1736559"/>
                  </a:lnTo>
                  <a:lnTo>
                    <a:pt x="7544256" y="1728443"/>
                  </a:lnTo>
                  <a:lnTo>
                    <a:pt x="7640395" y="1719523"/>
                  </a:lnTo>
                  <a:lnTo>
                    <a:pt x="7729513" y="1709737"/>
                  </a:lnTo>
                  <a:lnTo>
                    <a:pt x="7811707" y="1699000"/>
                  </a:lnTo>
                  <a:lnTo>
                    <a:pt x="7887379" y="1687203"/>
                  </a:lnTo>
                  <a:lnTo>
                    <a:pt x="7957131" y="1674216"/>
                  </a:lnTo>
                  <a:lnTo>
                    <a:pt x="8021681" y="1659897"/>
                  </a:lnTo>
                  <a:lnTo>
                    <a:pt x="8081794" y="1644095"/>
                  </a:lnTo>
                  <a:lnTo>
                    <a:pt x="8138241" y="1626667"/>
                  </a:lnTo>
                  <a:lnTo>
                    <a:pt x="8191756" y="1607506"/>
                  </a:lnTo>
                  <a:lnTo>
                    <a:pt x="8229629" y="1592279"/>
                  </a:lnTo>
                  <a:lnTo>
                    <a:pt x="8286050" y="1566963"/>
                  </a:lnTo>
                  <a:lnTo>
                    <a:pt x="8340809" y="1539319"/>
                  </a:lnTo>
                  <a:lnTo>
                    <a:pt x="8394471" y="1509305"/>
                  </a:lnTo>
                  <a:lnTo>
                    <a:pt x="8447468" y="1476944"/>
                  </a:lnTo>
                  <a:lnTo>
                    <a:pt x="8500114" y="1442328"/>
                  </a:lnTo>
                  <a:lnTo>
                    <a:pt x="8552632" y="1405626"/>
                  </a:lnTo>
                  <a:lnTo>
                    <a:pt x="8605160" y="1367083"/>
                  </a:lnTo>
                  <a:lnTo>
                    <a:pt x="8657770" y="1327022"/>
                  </a:lnTo>
                  <a:lnTo>
                    <a:pt x="8710479" y="1285825"/>
                  </a:lnTo>
                  <a:lnTo>
                    <a:pt x="8763263" y="1243930"/>
                  </a:lnTo>
                  <a:lnTo>
                    <a:pt x="8816073" y="1201804"/>
                  </a:lnTo>
                  <a:lnTo>
                    <a:pt x="8868855" y="1159927"/>
                  </a:lnTo>
                  <a:lnTo>
                    <a:pt x="8921560" y="1118767"/>
                  </a:lnTo>
                  <a:lnTo>
                    <a:pt x="8974166" y="1078758"/>
                  </a:lnTo>
                  <a:lnTo>
                    <a:pt x="9026692" y="1040282"/>
                  </a:lnTo>
                  <a:lnTo>
                    <a:pt x="9079212" y="1003657"/>
                  </a:lnTo>
                  <a:lnTo>
                    <a:pt x="9131867" y="969126"/>
                  </a:lnTo>
                  <a:lnTo>
                    <a:pt x="9184883" y="936855"/>
                  </a:lnTo>
                  <a:lnTo>
                    <a:pt x="9238580" y="906933"/>
                  </a:lnTo>
                  <a:lnTo>
                    <a:pt x="9293391" y="879381"/>
                  </a:lnTo>
                  <a:lnTo>
                    <a:pt x="9347647" y="855096"/>
                  </a:lnTo>
                  <a:lnTo>
                    <a:pt x="9399430" y="834628"/>
                  </a:lnTo>
                  <a:lnTo>
                    <a:pt x="9453652" y="815933"/>
                  </a:lnTo>
                  <a:lnTo>
                    <a:pt x="9510996" y="798948"/>
                  </a:lnTo>
                  <a:lnTo>
                    <a:pt x="9572206" y="783552"/>
                  </a:lnTo>
                  <a:lnTo>
                    <a:pt x="9638059" y="769600"/>
                  </a:lnTo>
                  <a:lnTo>
                    <a:pt x="9709311" y="756942"/>
                  </a:lnTo>
                  <a:lnTo>
                    <a:pt x="9786656" y="745437"/>
                  </a:lnTo>
                  <a:lnTo>
                    <a:pt x="9870652" y="734961"/>
                  </a:lnTo>
                  <a:lnTo>
                    <a:pt x="9961634" y="725412"/>
                  </a:lnTo>
                  <a:lnTo>
                    <a:pt x="10059594" y="716709"/>
                  </a:lnTo>
                  <a:lnTo>
                    <a:pt x="10164044" y="708799"/>
                  </a:lnTo>
                  <a:lnTo>
                    <a:pt x="10273876" y="701652"/>
                  </a:lnTo>
                  <a:lnTo>
                    <a:pt x="10387227" y="695259"/>
                  </a:lnTo>
                  <a:lnTo>
                    <a:pt x="10501434" y="689627"/>
                  </a:lnTo>
                  <a:lnTo>
                    <a:pt x="10613084" y="684773"/>
                  </a:lnTo>
                  <a:lnTo>
                    <a:pt x="10718258" y="680710"/>
                  </a:lnTo>
                  <a:lnTo>
                    <a:pt x="10812937" y="677437"/>
                  </a:lnTo>
                  <a:lnTo>
                    <a:pt x="10893565" y="674928"/>
                  </a:lnTo>
                  <a:lnTo>
                    <a:pt x="10957624" y="673124"/>
                  </a:lnTo>
                  <a:lnTo>
                    <a:pt x="11004116" y="671933"/>
                  </a:lnTo>
                  <a:lnTo>
                    <a:pt x="11033808" y="671240"/>
                  </a:lnTo>
                  <a:lnTo>
                    <a:pt x="11049219" y="670911"/>
                  </a:lnTo>
                  <a:lnTo>
                    <a:pt x="11054437" y="670809"/>
                  </a:lnTo>
                  <a:lnTo>
                    <a:pt x="11054891" y="670801"/>
                  </a:lnTo>
                  <a:lnTo>
                    <a:pt x="12049831" y="670801"/>
                  </a:lnTo>
                  <a:lnTo>
                    <a:pt x="12049831" y="6708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" name="pl169"/>
            <p:cNvSpPr/>
            <p:nvPr/>
          </p:nvSpPr>
          <p:spPr>
            <a:xfrm>
              <a:off x="1199187" y="2992237"/>
              <a:ext cx="12049831" cy="1776574"/>
            </a:xfrm>
            <a:custGeom>
              <a:avLst/>
              <a:pathLst>
                <a:path w="12049831" h="1776574">
                  <a:moveTo>
                    <a:pt x="12049831" y="670801"/>
                  </a:moveTo>
                  <a:lnTo>
                    <a:pt x="11054891" y="670801"/>
                  </a:lnTo>
                  <a:lnTo>
                    <a:pt x="11053764" y="670822"/>
                  </a:lnTo>
                  <a:lnTo>
                    <a:pt x="11046327" y="670971"/>
                  </a:lnTo>
                  <a:lnTo>
                    <a:pt x="11027476" y="671383"/>
                  </a:lnTo>
                  <a:lnTo>
                    <a:pt x="10993516" y="672195"/>
                  </a:lnTo>
                  <a:lnTo>
                    <a:pt x="10942378" y="673537"/>
                  </a:lnTo>
                  <a:lnTo>
                    <a:pt x="10873770" y="675520"/>
                  </a:lnTo>
                  <a:lnTo>
                    <a:pt x="10789129" y="678227"/>
                  </a:lnTo>
                  <a:lnTo>
                    <a:pt x="10691297" y="681708"/>
                  </a:lnTo>
                  <a:lnTo>
                    <a:pt x="10584015" y="685981"/>
                  </a:lnTo>
                  <a:lnTo>
                    <a:pt x="10471322" y="691042"/>
                  </a:lnTo>
                  <a:lnTo>
                    <a:pt x="10357038" y="696877"/>
                  </a:lnTo>
                  <a:lnTo>
                    <a:pt x="10244391" y="703469"/>
                  </a:lnTo>
                  <a:lnTo>
                    <a:pt x="10135835" y="710817"/>
                  </a:lnTo>
                  <a:lnTo>
                    <a:pt x="10033021" y="718932"/>
                  </a:lnTo>
                  <a:lnTo>
                    <a:pt x="9936882" y="727852"/>
                  </a:lnTo>
                  <a:lnTo>
                    <a:pt x="9847763" y="737638"/>
                  </a:lnTo>
                  <a:lnTo>
                    <a:pt x="9765570" y="748375"/>
                  </a:lnTo>
                  <a:lnTo>
                    <a:pt x="9689898" y="760172"/>
                  </a:lnTo>
                  <a:lnTo>
                    <a:pt x="9620145" y="773159"/>
                  </a:lnTo>
                  <a:lnTo>
                    <a:pt x="9555596" y="787478"/>
                  </a:lnTo>
                  <a:lnTo>
                    <a:pt x="9495483" y="803281"/>
                  </a:lnTo>
                  <a:lnTo>
                    <a:pt x="9439036" y="820708"/>
                  </a:lnTo>
                  <a:lnTo>
                    <a:pt x="9385521" y="839869"/>
                  </a:lnTo>
                  <a:lnTo>
                    <a:pt x="9347647" y="855096"/>
                  </a:lnTo>
                  <a:lnTo>
                    <a:pt x="9291226" y="880412"/>
                  </a:lnTo>
                  <a:lnTo>
                    <a:pt x="9236468" y="908056"/>
                  </a:lnTo>
                  <a:lnTo>
                    <a:pt x="9182805" y="938070"/>
                  </a:lnTo>
                  <a:lnTo>
                    <a:pt x="9129809" y="970431"/>
                  </a:lnTo>
                  <a:lnTo>
                    <a:pt x="9077162" y="1005047"/>
                  </a:lnTo>
                  <a:lnTo>
                    <a:pt x="9024644" y="1041750"/>
                  </a:lnTo>
                  <a:lnTo>
                    <a:pt x="8972116" y="1080292"/>
                  </a:lnTo>
                  <a:lnTo>
                    <a:pt x="8919506" y="1120354"/>
                  </a:lnTo>
                  <a:lnTo>
                    <a:pt x="8866797" y="1161550"/>
                  </a:lnTo>
                  <a:lnTo>
                    <a:pt x="8814014" y="1203445"/>
                  </a:lnTo>
                  <a:lnTo>
                    <a:pt x="8761203" y="1245571"/>
                  </a:lnTo>
                  <a:lnTo>
                    <a:pt x="8708422" y="1287448"/>
                  </a:lnTo>
                  <a:lnTo>
                    <a:pt x="8655717" y="1328608"/>
                  </a:lnTo>
                  <a:lnTo>
                    <a:pt x="8603110" y="1368617"/>
                  </a:lnTo>
                  <a:lnTo>
                    <a:pt x="8550584" y="1407093"/>
                  </a:lnTo>
                  <a:lnTo>
                    <a:pt x="8498065" y="1443718"/>
                  </a:lnTo>
                  <a:lnTo>
                    <a:pt x="8445409" y="1478249"/>
                  </a:lnTo>
                  <a:lnTo>
                    <a:pt x="8392393" y="1510520"/>
                  </a:lnTo>
                  <a:lnTo>
                    <a:pt x="8338697" y="1540442"/>
                  </a:lnTo>
                  <a:lnTo>
                    <a:pt x="8283885" y="1567994"/>
                  </a:lnTo>
                  <a:lnTo>
                    <a:pt x="8229629" y="1592279"/>
                  </a:lnTo>
                  <a:lnTo>
                    <a:pt x="8177847" y="1612747"/>
                  </a:lnTo>
                  <a:lnTo>
                    <a:pt x="8123624" y="1631442"/>
                  </a:lnTo>
                  <a:lnTo>
                    <a:pt x="8066281" y="1648427"/>
                  </a:lnTo>
                  <a:lnTo>
                    <a:pt x="8005070" y="1663823"/>
                  </a:lnTo>
                  <a:lnTo>
                    <a:pt x="7939218" y="1677775"/>
                  </a:lnTo>
                  <a:lnTo>
                    <a:pt x="7867966" y="1690433"/>
                  </a:lnTo>
                  <a:lnTo>
                    <a:pt x="7790621" y="1701938"/>
                  </a:lnTo>
                  <a:lnTo>
                    <a:pt x="7706624" y="1712414"/>
                  </a:lnTo>
                  <a:lnTo>
                    <a:pt x="7615643" y="1721964"/>
                  </a:lnTo>
                  <a:lnTo>
                    <a:pt x="7517683" y="1730666"/>
                  </a:lnTo>
                  <a:lnTo>
                    <a:pt x="7413232" y="1738576"/>
                  </a:lnTo>
                  <a:lnTo>
                    <a:pt x="7303401" y="1745723"/>
                  </a:lnTo>
                  <a:lnTo>
                    <a:pt x="7190049" y="1752116"/>
                  </a:lnTo>
                  <a:lnTo>
                    <a:pt x="7075843" y="1757748"/>
                  </a:lnTo>
                  <a:lnTo>
                    <a:pt x="6964192" y="1762602"/>
                  </a:lnTo>
                  <a:lnTo>
                    <a:pt x="6859019" y="1766665"/>
                  </a:lnTo>
                  <a:lnTo>
                    <a:pt x="6764339" y="1769938"/>
                  </a:lnTo>
                  <a:lnTo>
                    <a:pt x="6683712" y="1772447"/>
                  </a:lnTo>
                  <a:lnTo>
                    <a:pt x="6619653" y="1774252"/>
                  </a:lnTo>
                  <a:lnTo>
                    <a:pt x="6573160" y="1775442"/>
                  </a:lnTo>
                  <a:lnTo>
                    <a:pt x="6543469" y="1776135"/>
                  </a:lnTo>
                  <a:lnTo>
                    <a:pt x="6528058" y="1776464"/>
                  </a:lnTo>
                  <a:lnTo>
                    <a:pt x="6522840" y="1776566"/>
                  </a:lnTo>
                  <a:lnTo>
                    <a:pt x="6522385" y="1776574"/>
                  </a:lnTo>
                  <a:lnTo>
                    <a:pt x="5527445" y="1776574"/>
                  </a:lnTo>
                  <a:lnTo>
                    <a:pt x="5526333" y="1776541"/>
                  </a:lnTo>
                  <a:lnTo>
                    <a:pt x="5518993" y="1776305"/>
                  </a:lnTo>
                  <a:lnTo>
                    <a:pt x="5500379" y="1775652"/>
                  </a:lnTo>
                  <a:lnTo>
                    <a:pt x="5466831" y="1774365"/>
                  </a:lnTo>
                  <a:lnTo>
                    <a:pt x="5416278" y="1772238"/>
                  </a:lnTo>
                  <a:lnTo>
                    <a:pt x="5348398" y="1769093"/>
                  </a:lnTo>
                  <a:lnTo>
                    <a:pt x="5264570" y="1764799"/>
                  </a:lnTo>
                  <a:lnTo>
                    <a:pt x="5167564" y="1759274"/>
                  </a:lnTo>
                  <a:lnTo>
                    <a:pt x="5061049" y="1752489"/>
                  </a:lnTo>
                  <a:lnTo>
                    <a:pt x="4949011" y="1744447"/>
                  </a:lnTo>
                  <a:lnTo>
                    <a:pt x="4835237" y="1735173"/>
                  </a:lnTo>
                  <a:lnTo>
                    <a:pt x="4722946" y="1724691"/>
                  </a:lnTo>
                  <a:lnTo>
                    <a:pt x="4614597" y="1713008"/>
                  </a:lnTo>
                  <a:lnTo>
                    <a:pt x="4511865" y="1700104"/>
                  </a:lnTo>
                  <a:lnTo>
                    <a:pt x="4415709" y="1685924"/>
                  </a:lnTo>
                  <a:lnTo>
                    <a:pt x="4326503" y="1670373"/>
                  </a:lnTo>
                  <a:lnTo>
                    <a:pt x="4244178" y="1653318"/>
                  </a:lnTo>
                  <a:lnTo>
                    <a:pt x="4168355" y="1634591"/>
                  </a:lnTo>
                  <a:lnTo>
                    <a:pt x="4098452" y="1613988"/>
                  </a:lnTo>
                  <a:lnTo>
                    <a:pt x="4033769" y="1591282"/>
                  </a:lnTo>
                  <a:lnTo>
                    <a:pt x="3973552" y="1566237"/>
                  </a:lnTo>
                  <a:lnTo>
                    <a:pt x="3917039" y="1538624"/>
                  </a:lnTo>
                  <a:lnTo>
                    <a:pt x="3863501" y="1508264"/>
                  </a:lnTo>
                  <a:lnTo>
                    <a:pt x="3820202" y="1480479"/>
                  </a:lnTo>
                  <a:lnTo>
                    <a:pt x="3768960" y="1443754"/>
                  </a:lnTo>
                  <a:lnTo>
                    <a:pt x="3719134" y="1403962"/>
                  </a:lnTo>
                  <a:lnTo>
                    <a:pt x="3670285" y="1361041"/>
                  </a:lnTo>
                  <a:lnTo>
                    <a:pt x="3622071" y="1315001"/>
                  </a:lnTo>
                  <a:lnTo>
                    <a:pt x="3574231" y="1265924"/>
                  </a:lnTo>
                  <a:lnTo>
                    <a:pt x="3526571" y="1213973"/>
                  </a:lnTo>
                  <a:lnTo>
                    <a:pt x="3478958" y="1159395"/>
                  </a:lnTo>
                  <a:lnTo>
                    <a:pt x="3431309" y="1102522"/>
                  </a:lnTo>
                  <a:lnTo>
                    <a:pt x="3383585" y="1043762"/>
                  </a:lnTo>
                  <a:lnTo>
                    <a:pt x="3335781" y="983591"/>
                  </a:lnTo>
                  <a:lnTo>
                    <a:pt x="3287917" y="922536"/>
                  </a:lnTo>
                  <a:lnTo>
                    <a:pt x="3240030" y="861161"/>
                  </a:lnTo>
                  <a:lnTo>
                    <a:pt x="3192161" y="800041"/>
                  </a:lnTo>
                  <a:lnTo>
                    <a:pt x="3144349" y="739739"/>
                  </a:lnTo>
                  <a:lnTo>
                    <a:pt x="3096615" y="680789"/>
                  </a:lnTo>
                  <a:lnTo>
                    <a:pt x="3048959" y="623674"/>
                  </a:lnTo>
                  <a:lnTo>
                    <a:pt x="3001346" y="568811"/>
                  </a:lnTo>
                  <a:lnTo>
                    <a:pt x="2953697" y="516541"/>
                  </a:lnTo>
                  <a:lnTo>
                    <a:pt x="2905886" y="467120"/>
                  </a:lnTo>
                  <a:lnTo>
                    <a:pt x="2857727" y="420721"/>
                  </a:lnTo>
                  <a:lnTo>
                    <a:pt x="2808968" y="377437"/>
                  </a:lnTo>
                  <a:lnTo>
                    <a:pt x="2759276" y="337283"/>
                  </a:lnTo>
                  <a:lnTo>
                    <a:pt x="2708225" y="300207"/>
                  </a:lnTo>
                  <a:lnTo>
                    <a:pt x="2702183" y="296095"/>
                  </a:lnTo>
                  <a:lnTo>
                    <a:pt x="2650639" y="263352"/>
                  </a:lnTo>
                  <a:lnTo>
                    <a:pt x="2596680" y="233432"/>
                  </a:lnTo>
                  <a:lnTo>
                    <a:pt x="2539634" y="206237"/>
                  </a:lnTo>
                  <a:lnTo>
                    <a:pt x="2478765" y="181574"/>
                  </a:lnTo>
                  <a:lnTo>
                    <a:pt x="2413311" y="159215"/>
                  </a:lnTo>
                  <a:lnTo>
                    <a:pt x="2342522" y="138921"/>
                  </a:lnTo>
                  <a:lnTo>
                    <a:pt x="2265712" y="120469"/>
                  </a:lnTo>
                  <a:lnTo>
                    <a:pt x="2182324" y="103661"/>
                  </a:lnTo>
                  <a:lnTo>
                    <a:pt x="2092021" y="88334"/>
                  </a:lnTo>
                  <a:lnTo>
                    <a:pt x="1994793" y="74359"/>
                  </a:lnTo>
                  <a:lnTo>
                    <a:pt x="1891098" y="61650"/>
                  </a:lnTo>
                  <a:lnTo>
                    <a:pt x="1781999" y="50156"/>
                  </a:lnTo>
                  <a:lnTo>
                    <a:pt x="1669291" y="39863"/>
                  </a:lnTo>
                  <a:lnTo>
                    <a:pt x="1555560" y="30781"/>
                  </a:lnTo>
                  <a:lnTo>
                    <a:pt x="1444129" y="22935"/>
                  </a:lnTo>
                  <a:lnTo>
                    <a:pt x="1338846" y="16348"/>
                  </a:lnTo>
                  <a:lnTo>
                    <a:pt x="1243684" y="11020"/>
                  </a:lnTo>
                  <a:lnTo>
                    <a:pt x="1162209" y="6913"/>
                  </a:lnTo>
                  <a:lnTo>
                    <a:pt x="1097002" y="3938"/>
                  </a:lnTo>
                  <a:lnTo>
                    <a:pt x="1049188" y="1956"/>
                  </a:lnTo>
                  <a:lnTo>
                    <a:pt x="1018167" y="783"/>
                  </a:lnTo>
                  <a:lnTo>
                    <a:pt x="1001606" y="210"/>
                  </a:lnTo>
                  <a:lnTo>
                    <a:pt x="995611" y="1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" name="pg170"/>
            <p:cNvSpPr/>
            <p:nvPr/>
          </p:nvSpPr>
          <p:spPr>
            <a:xfrm>
              <a:off x="1199187" y="3002718"/>
              <a:ext cx="12049831" cy="1781815"/>
            </a:xfrm>
            <a:custGeom>
              <a:avLst/>
              <a:pathLst>
                <a:path w="12049831" h="1781815">
                  <a:moveTo>
                    <a:pt x="0" y="5240"/>
                  </a:moveTo>
                  <a:lnTo>
                    <a:pt x="994940" y="5240"/>
                  </a:lnTo>
                  <a:lnTo>
                    <a:pt x="996052" y="5273"/>
                  </a:lnTo>
                  <a:lnTo>
                    <a:pt x="1003392" y="5510"/>
                  </a:lnTo>
                  <a:lnTo>
                    <a:pt x="1022006" y="6163"/>
                  </a:lnTo>
                  <a:lnTo>
                    <a:pt x="1055554" y="7449"/>
                  </a:lnTo>
                  <a:lnTo>
                    <a:pt x="1106107" y="9577"/>
                  </a:lnTo>
                  <a:lnTo>
                    <a:pt x="1173987" y="12721"/>
                  </a:lnTo>
                  <a:lnTo>
                    <a:pt x="1257815" y="17016"/>
                  </a:lnTo>
                  <a:lnTo>
                    <a:pt x="1354821" y="22540"/>
                  </a:lnTo>
                  <a:lnTo>
                    <a:pt x="1461336" y="29326"/>
                  </a:lnTo>
                  <a:lnTo>
                    <a:pt x="1573374" y="37368"/>
                  </a:lnTo>
                  <a:lnTo>
                    <a:pt x="1687148" y="46642"/>
                  </a:lnTo>
                  <a:lnTo>
                    <a:pt x="1799439" y="57124"/>
                  </a:lnTo>
                  <a:lnTo>
                    <a:pt x="1907788" y="68807"/>
                  </a:lnTo>
                  <a:lnTo>
                    <a:pt x="2010520" y="81710"/>
                  </a:lnTo>
                  <a:lnTo>
                    <a:pt x="2106676" y="95891"/>
                  </a:lnTo>
                  <a:lnTo>
                    <a:pt x="2195882" y="111442"/>
                  </a:lnTo>
                  <a:lnTo>
                    <a:pt x="2278207" y="128496"/>
                  </a:lnTo>
                  <a:lnTo>
                    <a:pt x="2354030" y="147224"/>
                  </a:lnTo>
                  <a:lnTo>
                    <a:pt x="2423933" y="167827"/>
                  </a:lnTo>
                  <a:lnTo>
                    <a:pt x="2488616" y="190532"/>
                  </a:lnTo>
                  <a:lnTo>
                    <a:pt x="2548833" y="215578"/>
                  </a:lnTo>
                  <a:lnTo>
                    <a:pt x="2605346" y="243191"/>
                  </a:lnTo>
                  <a:lnTo>
                    <a:pt x="2658884" y="273551"/>
                  </a:lnTo>
                  <a:lnTo>
                    <a:pt x="2702183" y="301336"/>
                  </a:lnTo>
                  <a:lnTo>
                    <a:pt x="2753425" y="338060"/>
                  </a:lnTo>
                  <a:lnTo>
                    <a:pt x="2803251" y="377853"/>
                  </a:lnTo>
                  <a:lnTo>
                    <a:pt x="2852100" y="420773"/>
                  </a:lnTo>
                  <a:lnTo>
                    <a:pt x="2900314" y="466813"/>
                  </a:lnTo>
                  <a:lnTo>
                    <a:pt x="2948154" y="515890"/>
                  </a:lnTo>
                  <a:lnTo>
                    <a:pt x="2995814" y="567842"/>
                  </a:lnTo>
                  <a:lnTo>
                    <a:pt x="3043427" y="622419"/>
                  </a:lnTo>
                  <a:lnTo>
                    <a:pt x="3091076" y="679292"/>
                  </a:lnTo>
                  <a:lnTo>
                    <a:pt x="3138800" y="738053"/>
                  </a:lnTo>
                  <a:lnTo>
                    <a:pt x="3186604" y="798224"/>
                  </a:lnTo>
                  <a:lnTo>
                    <a:pt x="3234468" y="859278"/>
                  </a:lnTo>
                  <a:lnTo>
                    <a:pt x="3282355" y="920653"/>
                  </a:lnTo>
                  <a:lnTo>
                    <a:pt x="3330224" y="981774"/>
                  </a:lnTo>
                  <a:lnTo>
                    <a:pt x="3378036" y="1042076"/>
                  </a:lnTo>
                  <a:lnTo>
                    <a:pt x="3425770" y="1101026"/>
                  </a:lnTo>
                  <a:lnTo>
                    <a:pt x="3473426" y="1158140"/>
                  </a:lnTo>
                  <a:lnTo>
                    <a:pt x="3521039" y="1213003"/>
                  </a:lnTo>
                  <a:lnTo>
                    <a:pt x="3568688" y="1265274"/>
                  </a:lnTo>
                  <a:lnTo>
                    <a:pt x="3616499" y="1314695"/>
                  </a:lnTo>
                  <a:lnTo>
                    <a:pt x="3664658" y="1361093"/>
                  </a:lnTo>
                  <a:lnTo>
                    <a:pt x="3713417" y="1404378"/>
                  </a:lnTo>
                  <a:lnTo>
                    <a:pt x="3763109" y="1444532"/>
                  </a:lnTo>
                  <a:lnTo>
                    <a:pt x="3814160" y="1481608"/>
                  </a:lnTo>
                  <a:lnTo>
                    <a:pt x="3820202" y="1485719"/>
                  </a:lnTo>
                  <a:lnTo>
                    <a:pt x="3871746" y="1518463"/>
                  </a:lnTo>
                  <a:lnTo>
                    <a:pt x="3925705" y="1548382"/>
                  </a:lnTo>
                  <a:lnTo>
                    <a:pt x="3982751" y="1575578"/>
                  </a:lnTo>
                  <a:lnTo>
                    <a:pt x="4043620" y="1600240"/>
                  </a:lnTo>
                  <a:lnTo>
                    <a:pt x="4109074" y="1622600"/>
                  </a:lnTo>
                  <a:lnTo>
                    <a:pt x="4179863" y="1642893"/>
                  </a:lnTo>
                  <a:lnTo>
                    <a:pt x="4256673" y="1661345"/>
                  </a:lnTo>
                  <a:lnTo>
                    <a:pt x="4340061" y="1678153"/>
                  </a:lnTo>
                  <a:lnTo>
                    <a:pt x="4430364" y="1693481"/>
                  </a:lnTo>
                  <a:lnTo>
                    <a:pt x="4527592" y="1707455"/>
                  </a:lnTo>
                  <a:lnTo>
                    <a:pt x="4631287" y="1720165"/>
                  </a:lnTo>
                  <a:lnTo>
                    <a:pt x="4740386" y="1731658"/>
                  </a:lnTo>
                  <a:lnTo>
                    <a:pt x="4853094" y="1741952"/>
                  </a:lnTo>
                  <a:lnTo>
                    <a:pt x="4966825" y="1751034"/>
                  </a:lnTo>
                  <a:lnTo>
                    <a:pt x="5078256" y="1758880"/>
                  </a:lnTo>
                  <a:lnTo>
                    <a:pt x="5183539" y="1765467"/>
                  </a:lnTo>
                  <a:lnTo>
                    <a:pt x="5278701" y="1770794"/>
                  </a:lnTo>
                  <a:lnTo>
                    <a:pt x="5360176" y="1774901"/>
                  </a:lnTo>
                  <a:lnTo>
                    <a:pt x="5425383" y="1777876"/>
                  </a:lnTo>
                  <a:lnTo>
                    <a:pt x="5473197" y="1779859"/>
                  </a:lnTo>
                  <a:lnTo>
                    <a:pt x="5504218" y="1781032"/>
                  </a:lnTo>
                  <a:lnTo>
                    <a:pt x="5520779" y="1781605"/>
                  </a:lnTo>
                  <a:lnTo>
                    <a:pt x="5526774" y="1781795"/>
                  </a:lnTo>
                  <a:lnTo>
                    <a:pt x="5527445" y="1781815"/>
                  </a:lnTo>
                  <a:lnTo>
                    <a:pt x="6522385" y="1781815"/>
                  </a:lnTo>
                  <a:lnTo>
                    <a:pt x="6523517" y="1781800"/>
                  </a:lnTo>
                  <a:lnTo>
                    <a:pt x="6530985" y="1781694"/>
                  </a:lnTo>
                  <a:lnTo>
                    <a:pt x="6549911" y="1781400"/>
                  </a:lnTo>
                  <a:lnTo>
                    <a:pt x="6584002" y="1780820"/>
                  </a:lnTo>
                  <a:lnTo>
                    <a:pt x="6635328" y="1779862"/>
                  </a:lnTo>
                  <a:lnTo>
                    <a:pt x="6704167" y="1778446"/>
                  </a:lnTo>
                  <a:lnTo>
                    <a:pt x="6789067" y="1776514"/>
                  </a:lnTo>
                  <a:lnTo>
                    <a:pt x="6887160" y="1774030"/>
                  </a:lnTo>
                  <a:lnTo>
                    <a:pt x="6994686" y="1770981"/>
                  </a:lnTo>
                  <a:lnTo>
                    <a:pt x="7107586" y="1767370"/>
                  </a:lnTo>
                  <a:lnTo>
                    <a:pt x="7222030" y="1763208"/>
                  </a:lnTo>
                  <a:lnTo>
                    <a:pt x="7334788" y="1758506"/>
                  </a:lnTo>
                  <a:lnTo>
                    <a:pt x="7443409" y="1753266"/>
                  </a:lnTo>
                  <a:lnTo>
                    <a:pt x="7546247" y="1747477"/>
                  </a:lnTo>
                  <a:lnTo>
                    <a:pt x="7642379" y="1741115"/>
                  </a:lnTo>
                  <a:lnTo>
                    <a:pt x="7731469" y="1734134"/>
                  </a:lnTo>
                  <a:lnTo>
                    <a:pt x="7813621" y="1726473"/>
                  </a:lnTo>
                  <a:lnTo>
                    <a:pt x="7889245" y="1718054"/>
                  </a:lnTo>
                  <a:lnTo>
                    <a:pt x="7958950" y="1708785"/>
                  </a:lnTo>
                  <a:lnTo>
                    <a:pt x="8023457" y="1698563"/>
                  </a:lnTo>
                  <a:lnTo>
                    <a:pt x="8083538" y="1687280"/>
                  </a:lnTo>
                  <a:lnTo>
                    <a:pt x="8139965" y="1674837"/>
                  </a:lnTo>
                  <a:lnTo>
                    <a:pt x="8193473" y="1661155"/>
                  </a:lnTo>
                  <a:lnTo>
                    <a:pt x="8229629" y="1650799"/>
                  </a:lnTo>
                  <a:lnTo>
                    <a:pt x="8288348" y="1632021"/>
                  </a:lnTo>
                  <a:lnTo>
                    <a:pt x="8345290" y="1611446"/>
                  </a:lnTo>
                  <a:lnTo>
                    <a:pt x="8401087" y="1589044"/>
                  </a:lnTo>
                  <a:lnTo>
                    <a:pt x="8456209" y="1564838"/>
                  </a:lnTo>
                  <a:lnTo>
                    <a:pt x="8510998" y="1538911"/>
                  </a:lnTo>
                  <a:lnTo>
                    <a:pt x="8565685" y="1511411"/>
                  </a:lnTo>
                  <a:lnTo>
                    <a:pt x="8620408" y="1482548"/>
                  </a:lnTo>
                  <a:lnTo>
                    <a:pt x="8675230" y="1452596"/>
                  </a:lnTo>
                  <a:lnTo>
                    <a:pt x="8730154" y="1421876"/>
                  </a:lnTo>
                  <a:lnTo>
                    <a:pt x="8785142" y="1390751"/>
                  </a:lnTo>
                  <a:lnTo>
                    <a:pt x="8840134" y="1359601"/>
                  </a:lnTo>
                  <a:lnTo>
                    <a:pt x="8895069" y="1328810"/>
                  </a:lnTo>
                  <a:lnTo>
                    <a:pt x="8949905" y="1298741"/>
                  </a:lnTo>
                  <a:lnTo>
                    <a:pt x="9004638" y="1269724"/>
                  </a:lnTo>
                  <a:lnTo>
                    <a:pt x="9059324" y="1242037"/>
                  </a:lnTo>
                  <a:lnTo>
                    <a:pt x="9114089" y="1215900"/>
                  </a:lnTo>
                  <a:lnTo>
                    <a:pt x="9169152" y="1191470"/>
                  </a:lnTo>
                  <a:lnTo>
                    <a:pt x="9224840" y="1168835"/>
                  </a:lnTo>
                  <a:lnTo>
                    <a:pt x="9281606" y="1148029"/>
                  </a:lnTo>
                  <a:lnTo>
                    <a:pt x="9340057" y="1129026"/>
                  </a:lnTo>
                  <a:lnTo>
                    <a:pt x="9347647" y="1126736"/>
                  </a:lnTo>
                  <a:lnTo>
                    <a:pt x="9399505" y="1112165"/>
                  </a:lnTo>
                  <a:lnTo>
                    <a:pt x="9453812" y="1098858"/>
                  </a:lnTo>
                  <a:lnTo>
                    <a:pt x="9511249" y="1086771"/>
                  </a:lnTo>
                  <a:lnTo>
                    <a:pt x="9572569" y="1075816"/>
                  </a:lnTo>
                  <a:lnTo>
                    <a:pt x="9638548" y="1065889"/>
                  </a:lnTo>
                  <a:lnTo>
                    <a:pt x="9709947" y="1056884"/>
                  </a:lnTo>
                  <a:lnTo>
                    <a:pt x="9787463" y="1048701"/>
                  </a:lnTo>
                  <a:lnTo>
                    <a:pt x="9871653" y="1041250"/>
                  </a:lnTo>
                  <a:lnTo>
                    <a:pt x="9962850" y="1034460"/>
                  </a:lnTo>
                  <a:lnTo>
                    <a:pt x="10061043" y="1028272"/>
                  </a:lnTo>
                  <a:lnTo>
                    <a:pt x="10165734" y="1022649"/>
                  </a:lnTo>
                  <a:lnTo>
                    <a:pt x="10275797" y="1017570"/>
                  </a:lnTo>
                  <a:lnTo>
                    <a:pt x="10389351" y="1013028"/>
                  </a:lnTo>
                  <a:lnTo>
                    <a:pt x="10503705" y="1009029"/>
                  </a:lnTo>
                  <a:lnTo>
                    <a:pt x="10615422" y="1005585"/>
                  </a:lnTo>
                  <a:lnTo>
                    <a:pt x="10720555" y="1002705"/>
                  </a:lnTo>
                  <a:lnTo>
                    <a:pt x="10815076" y="1000388"/>
                  </a:lnTo>
                  <a:lnTo>
                    <a:pt x="10895428" y="998615"/>
                  </a:lnTo>
                  <a:lnTo>
                    <a:pt x="10959119" y="997343"/>
                  </a:lnTo>
                  <a:lnTo>
                    <a:pt x="11005191" y="996507"/>
                  </a:lnTo>
                  <a:lnTo>
                    <a:pt x="11034462" y="996022"/>
                  </a:lnTo>
                  <a:lnTo>
                    <a:pt x="11049513" y="995794"/>
                  </a:lnTo>
                  <a:lnTo>
                    <a:pt x="11054494" y="995725"/>
                  </a:lnTo>
                  <a:lnTo>
                    <a:pt x="11054891" y="995720"/>
                  </a:lnTo>
                  <a:lnTo>
                    <a:pt x="12049831" y="995720"/>
                  </a:lnTo>
                  <a:lnTo>
                    <a:pt x="12049831" y="990479"/>
                  </a:lnTo>
                  <a:lnTo>
                    <a:pt x="11054891" y="990479"/>
                  </a:lnTo>
                  <a:lnTo>
                    <a:pt x="11053759" y="990494"/>
                  </a:lnTo>
                  <a:lnTo>
                    <a:pt x="11046292" y="990601"/>
                  </a:lnTo>
                  <a:lnTo>
                    <a:pt x="11027365" y="990895"/>
                  </a:lnTo>
                  <a:lnTo>
                    <a:pt x="10993274" y="991475"/>
                  </a:lnTo>
                  <a:lnTo>
                    <a:pt x="10941948" y="992433"/>
                  </a:lnTo>
                  <a:lnTo>
                    <a:pt x="10873109" y="993849"/>
                  </a:lnTo>
                  <a:lnTo>
                    <a:pt x="10788209" y="995781"/>
                  </a:lnTo>
                  <a:lnTo>
                    <a:pt x="10690116" y="998265"/>
                  </a:lnTo>
                  <a:lnTo>
                    <a:pt x="10582591" y="1001314"/>
                  </a:lnTo>
                  <a:lnTo>
                    <a:pt x="10469691" y="1004924"/>
                  </a:lnTo>
                  <a:lnTo>
                    <a:pt x="10355247" y="1009086"/>
                  </a:lnTo>
                  <a:lnTo>
                    <a:pt x="10242489" y="1013789"/>
                  </a:lnTo>
                  <a:lnTo>
                    <a:pt x="10133868" y="1019029"/>
                  </a:lnTo>
                  <a:lnTo>
                    <a:pt x="10031029" y="1024817"/>
                  </a:lnTo>
                  <a:lnTo>
                    <a:pt x="9934897" y="1031180"/>
                  </a:lnTo>
                  <a:lnTo>
                    <a:pt x="9845807" y="1038161"/>
                  </a:lnTo>
                  <a:lnTo>
                    <a:pt x="9763656" y="1045822"/>
                  </a:lnTo>
                  <a:lnTo>
                    <a:pt x="9688032" y="1054240"/>
                  </a:lnTo>
                  <a:lnTo>
                    <a:pt x="9618327" y="1063509"/>
                  </a:lnTo>
                  <a:lnTo>
                    <a:pt x="9553819" y="1073731"/>
                  </a:lnTo>
                  <a:lnTo>
                    <a:pt x="9493739" y="1085014"/>
                  </a:lnTo>
                  <a:lnTo>
                    <a:pt x="9437312" y="1097458"/>
                  </a:lnTo>
                  <a:lnTo>
                    <a:pt x="9383803" y="1111139"/>
                  </a:lnTo>
                  <a:lnTo>
                    <a:pt x="9347647" y="1121495"/>
                  </a:lnTo>
                  <a:lnTo>
                    <a:pt x="9288929" y="1140273"/>
                  </a:lnTo>
                  <a:lnTo>
                    <a:pt x="9231986" y="1160848"/>
                  </a:lnTo>
                  <a:lnTo>
                    <a:pt x="9176190" y="1183250"/>
                  </a:lnTo>
                  <a:lnTo>
                    <a:pt x="9121067" y="1207457"/>
                  </a:lnTo>
                  <a:lnTo>
                    <a:pt x="9066278" y="1233384"/>
                  </a:lnTo>
                  <a:lnTo>
                    <a:pt x="9011592" y="1260884"/>
                  </a:lnTo>
                  <a:lnTo>
                    <a:pt x="8956869" y="1289746"/>
                  </a:lnTo>
                  <a:lnTo>
                    <a:pt x="8902047" y="1319699"/>
                  </a:lnTo>
                  <a:lnTo>
                    <a:pt x="8847123" y="1350418"/>
                  </a:lnTo>
                  <a:lnTo>
                    <a:pt x="8792135" y="1381543"/>
                  </a:lnTo>
                  <a:lnTo>
                    <a:pt x="8737142" y="1412693"/>
                  </a:lnTo>
                  <a:lnTo>
                    <a:pt x="8682207" y="1443485"/>
                  </a:lnTo>
                  <a:lnTo>
                    <a:pt x="8627371" y="1473554"/>
                  </a:lnTo>
                  <a:lnTo>
                    <a:pt x="8572638" y="1502571"/>
                  </a:lnTo>
                  <a:lnTo>
                    <a:pt x="8517953" y="1530258"/>
                  </a:lnTo>
                  <a:lnTo>
                    <a:pt x="8463188" y="1556394"/>
                  </a:lnTo>
                  <a:lnTo>
                    <a:pt x="8408124" y="1580825"/>
                  </a:lnTo>
                  <a:lnTo>
                    <a:pt x="8352436" y="1603459"/>
                  </a:lnTo>
                  <a:lnTo>
                    <a:pt x="8295671" y="1624266"/>
                  </a:lnTo>
                  <a:lnTo>
                    <a:pt x="8237220" y="1643269"/>
                  </a:lnTo>
                  <a:lnTo>
                    <a:pt x="8229629" y="1645559"/>
                  </a:lnTo>
                  <a:lnTo>
                    <a:pt x="8177771" y="1660129"/>
                  </a:lnTo>
                  <a:lnTo>
                    <a:pt x="8123465" y="1673436"/>
                  </a:lnTo>
                  <a:lnTo>
                    <a:pt x="8066027" y="1685524"/>
                  </a:lnTo>
                  <a:lnTo>
                    <a:pt x="8004707" y="1696479"/>
                  </a:lnTo>
                  <a:lnTo>
                    <a:pt x="7938729" y="1706405"/>
                  </a:lnTo>
                  <a:lnTo>
                    <a:pt x="7867329" y="1715410"/>
                  </a:lnTo>
                  <a:lnTo>
                    <a:pt x="7789814" y="1723593"/>
                  </a:lnTo>
                  <a:lnTo>
                    <a:pt x="7705624" y="1731044"/>
                  </a:lnTo>
                  <a:lnTo>
                    <a:pt x="7614426" y="1737835"/>
                  </a:lnTo>
                  <a:lnTo>
                    <a:pt x="7516234" y="1744022"/>
                  </a:lnTo>
                  <a:lnTo>
                    <a:pt x="7411543" y="1749645"/>
                  </a:lnTo>
                  <a:lnTo>
                    <a:pt x="7301480" y="1754724"/>
                  </a:lnTo>
                  <a:lnTo>
                    <a:pt x="7187925" y="1759266"/>
                  </a:lnTo>
                  <a:lnTo>
                    <a:pt x="7073571" y="1763265"/>
                  </a:lnTo>
                  <a:lnTo>
                    <a:pt x="6961855" y="1766709"/>
                  </a:lnTo>
                  <a:lnTo>
                    <a:pt x="6856721" y="1769589"/>
                  </a:lnTo>
                  <a:lnTo>
                    <a:pt x="6762201" y="1771906"/>
                  </a:lnTo>
                  <a:lnTo>
                    <a:pt x="6681848" y="1773680"/>
                  </a:lnTo>
                  <a:lnTo>
                    <a:pt x="6618157" y="1774952"/>
                  </a:lnTo>
                  <a:lnTo>
                    <a:pt x="6572086" y="1775788"/>
                  </a:lnTo>
                  <a:lnTo>
                    <a:pt x="6542815" y="1776272"/>
                  </a:lnTo>
                  <a:lnTo>
                    <a:pt x="6527763" y="1776500"/>
                  </a:lnTo>
                  <a:lnTo>
                    <a:pt x="6522782" y="1776569"/>
                  </a:lnTo>
                  <a:lnTo>
                    <a:pt x="6522385" y="1776574"/>
                  </a:lnTo>
                  <a:lnTo>
                    <a:pt x="5527445" y="1776574"/>
                  </a:lnTo>
                  <a:lnTo>
                    <a:pt x="5526333" y="1776541"/>
                  </a:lnTo>
                  <a:lnTo>
                    <a:pt x="5518993" y="1776305"/>
                  </a:lnTo>
                  <a:lnTo>
                    <a:pt x="5500379" y="1775652"/>
                  </a:lnTo>
                  <a:lnTo>
                    <a:pt x="5466831" y="1774365"/>
                  </a:lnTo>
                  <a:lnTo>
                    <a:pt x="5416278" y="1772238"/>
                  </a:lnTo>
                  <a:lnTo>
                    <a:pt x="5348398" y="1769093"/>
                  </a:lnTo>
                  <a:lnTo>
                    <a:pt x="5264570" y="1764799"/>
                  </a:lnTo>
                  <a:lnTo>
                    <a:pt x="5167564" y="1759274"/>
                  </a:lnTo>
                  <a:lnTo>
                    <a:pt x="5061049" y="1752489"/>
                  </a:lnTo>
                  <a:lnTo>
                    <a:pt x="4949011" y="1744447"/>
                  </a:lnTo>
                  <a:lnTo>
                    <a:pt x="4835237" y="1735173"/>
                  </a:lnTo>
                  <a:lnTo>
                    <a:pt x="4722946" y="1724691"/>
                  </a:lnTo>
                  <a:lnTo>
                    <a:pt x="4614597" y="1713008"/>
                  </a:lnTo>
                  <a:lnTo>
                    <a:pt x="4511865" y="1700104"/>
                  </a:lnTo>
                  <a:lnTo>
                    <a:pt x="4415709" y="1685924"/>
                  </a:lnTo>
                  <a:lnTo>
                    <a:pt x="4326503" y="1670373"/>
                  </a:lnTo>
                  <a:lnTo>
                    <a:pt x="4244178" y="1653318"/>
                  </a:lnTo>
                  <a:lnTo>
                    <a:pt x="4168355" y="1634591"/>
                  </a:lnTo>
                  <a:lnTo>
                    <a:pt x="4098452" y="1613988"/>
                  </a:lnTo>
                  <a:lnTo>
                    <a:pt x="4033769" y="1591282"/>
                  </a:lnTo>
                  <a:lnTo>
                    <a:pt x="3973552" y="1566237"/>
                  </a:lnTo>
                  <a:lnTo>
                    <a:pt x="3917039" y="1538624"/>
                  </a:lnTo>
                  <a:lnTo>
                    <a:pt x="3863501" y="1508264"/>
                  </a:lnTo>
                  <a:lnTo>
                    <a:pt x="3820202" y="1480479"/>
                  </a:lnTo>
                  <a:lnTo>
                    <a:pt x="3768960" y="1443754"/>
                  </a:lnTo>
                  <a:lnTo>
                    <a:pt x="3719134" y="1403962"/>
                  </a:lnTo>
                  <a:lnTo>
                    <a:pt x="3670285" y="1361041"/>
                  </a:lnTo>
                  <a:lnTo>
                    <a:pt x="3622071" y="1315001"/>
                  </a:lnTo>
                  <a:lnTo>
                    <a:pt x="3574231" y="1265924"/>
                  </a:lnTo>
                  <a:lnTo>
                    <a:pt x="3526571" y="1213973"/>
                  </a:lnTo>
                  <a:lnTo>
                    <a:pt x="3478958" y="1159395"/>
                  </a:lnTo>
                  <a:lnTo>
                    <a:pt x="3431309" y="1102522"/>
                  </a:lnTo>
                  <a:lnTo>
                    <a:pt x="3383585" y="1043762"/>
                  </a:lnTo>
                  <a:lnTo>
                    <a:pt x="3335781" y="983591"/>
                  </a:lnTo>
                  <a:lnTo>
                    <a:pt x="3287917" y="922536"/>
                  </a:lnTo>
                  <a:lnTo>
                    <a:pt x="3240030" y="861161"/>
                  </a:lnTo>
                  <a:lnTo>
                    <a:pt x="3192161" y="800041"/>
                  </a:lnTo>
                  <a:lnTo>
                    <a:pt x="3144349" y="739739"/>
                  </a:lnTo>
                  <a:lnTo>
                    <a:pt x="3096615" y="680789"/>
                  </a:lnTo>
                  <a:lnTo>
                    <a:pt x="3048959" y="623674"/>
                  </a:lnTo>
                  <a:lnTo>
                    <a:pt x="3001346" y="568811"/>
                  </a:lnTo>
                  <a:lnTo>
                    <a:pt x="2953697" y="516541"/>
                  </a:lnTo>
                  <a:lnTo>
                    <a:pt x="2905886" y="467120"/>
                  </a:lnTo>
                  <a:lnTo>
                    <a:pt x="2857727" y="420721"/>
                  </a:lnTo>
                  <a:lnTo>
                    <a:pt x="2808968" y="377437"/>
                  </a:lnTo>
                  <a:lnTo>
                    <a:pt x="2759276" y="337283"/>
                  </a:lnTo>
                  <a:lnTo>
                    <a:pt x="2708225" y="300207"/>
                  </a:lnTo>
                  <a:lnTo>
                    <a:pt x="2702183" y="296095"/>
                  </a:lnTo>
                  <a:lnTo>
                    <a:pt x="2650639" y="263352"/>
                  </a:lnTo>
                  <a:lnTo>
                    <a:pt x="2596680" y="233432"/>
                  </a:lnTo>
                  <a:lnTo>
                    <a:pt x="2539634" y="206237"/>
                  </a:lnTo>
                  <a:lnTo>
                    <a:pt x="2478765" y="181574"/>
                  </a:lnTo>
                  <a:lnTo>
                    <a:pt x="2413311" y="159215"/>
                  </a:lnTo>
                  <a:lnTo>
                    <a:pt x="2342522" y="138921"/>
                  </a:lnTo>
                  <a:lnTo>
                    <a:pt x="2265712" y="120469"/>
                  </a:lnTo>
                  <a:lnTo>
                    <a:pt x="2182324" y="103661"/>
                  </a:lnTo>
                  <a:lnTo>
                    <a:pt x="2092021" y="88334"/>
                  </a:lnTo>
                  <a:lnTo>
                    <a:pt x="1994793" y="74359"/>
                  </a:lnTo>
                  <a:lnTo>
                    <a:pt x="1891098" y="61650"/>
                  </a:lnTo>
                  <a:lnTo>
                    <a:pt x="1781999" y="50156"/>
                  </a:lnTo>
                  <a:lnTo>
                    <a:pt x="1669291" y="39863"/>
                  </a:lnTo>
                  <a:lnTo>
                    <a:pt x="1555560" y="30781"/>
                  </a:lnTo>
                  <a:lnTo>
                    <a:pt x="1444129" y="22935"/>
                  </a:lnTo>
                  <a:lnTo>
                    <a:pt x="1338846" y="16348"/>
                  </a:lnTo>
                  <a:lnTo>
                    <a:pt x="1243684" y="11020"/>
                  </a:lnTo>
                  <a:lnTo>
                    <a:pt x="1162209" y="6913"/>
                  </a:lnTo>
                  <a:lnTo>
                    <a:pt x="1097002" y="3938"/>
                  </a:lnTo>
                  <a:lnTo>
                    <a:pt x="1049188" y="1956"/>
                  </a:lnTo>
                  <a:lnTo>
                    <a:pt x="1018167" y="783"/>
                  </a:lnTo>
                  <a:lnTo>
                    <a:pt x="1001606" y="210"/>
                  </a:lnTo>
                  <a:lnTo>
                    <a:pt x="995611" y="1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2" name="pl171"/>
            <p:cNvSpPr/>
            <p:nvPr/>
          </p:nvSpPr>
          <p:spPr>
            <a:xfrm>
              <a:off x="1199187" y="3007959"/>
              <a:ext cx="12049831" cy="1776574"/>
            </a:xfrm>
            <a:custGeom>
              <a:avLst/>
              <a:pathLst>
                <a:path w="12049831" h="1776574">
                  <a:moveTo>
                    <a:pt x="0" y="0"/>
                  </a:moveTo>
                  <a:lnTo>
                    <a:pt x="994940" y="0"/>
                  </a:lnTo>
                  <a:lnTo>
                    <a:pt x="996052" y="33"/>
                  </a:lnTo>
                  <a:lnTo>
                    <a:pt x="1003392" y="269"/>
                  </a:lnTo>
                  <a:lnTo>
                    <a:pt x="1022006" y="922"/>
                  </a:lnTo>
                  <a:lnTo>
                    <a:pt x="1055554" y="2209"/>
                  </a:lnTo>
                  <a:lnTo>
                    <a:pt x="1106107" y="4336"/>
                  </a:lnTo>
                  <a:lnTo>
                    <a:pt x="1173987" y="7481"/>
                  </a:lnTo>
                  <a:lnTo>
                    <a:pt x="1257815" y="11775"/>
                  </a:lnTo>
                  <a:lnTo>
                    <a:pt x="1354821" y="17299"/>
                  </a:lnTo>
                  <a:lnTo>
                    <a:pt x="1461336" y="24085"/>
                  </a:lnTo>
                  <a:lnTo>
                    <a:pt x="1573374" y="32127"/>
                  </a:lnTo>
                  <a:lnTo>
                    <a:pt x="1687148" y="41401"/>
                  </a:lnTo>
                  <a:lnTo>
                    <a:pt x="1799439" y="51883"/>
                  </a:lnTo>
                  <a:lnTo>
                    <a:pt x="1907788" y="63566"/>
                  </a:lnTo>
                  <a:lnTo>
                    <a:pt x="2010520" y="76470"/>
                  </a:lnTo>
                  <a:lnTo>
                    <a:pt x="2106676" y="90650"/>
                  </a:lnTo>
                  <a:lnTo>
                    <a:pt x="2195882" y="106201"/>
                  </a:lnTo>
                  <a:lnTo>
                    <a:pt x="2278207" y="123256"/>
                  </a:lnTo>
                  <a:lnTo>
                    <a:pt x="2354030" y="141983"/>
                  </a:lnTo>
                  <a:lnTo>
                    <a:pt x="2423933" y="162586"/>
                  </a:lnTo>
                  <a:lnTo>
                    <a:pt x="2488616" y="185292"/>
                  </a:lnTo>
                  <a:lnTo>
                    <a:pt x="2548833" y="210337"/>
                  </a:lnTo>
                  <a:lnTo>
                    <a:pt x="2605346" y="237950"/>
                  </a:lnTo>
                  <a:lnTo>
                    <a:pt x="2658884" y="268310"/>
                  </a:lnTo>
                  <a:lnTo>
                    <a:pt x="2702183" y="296095"/>
                  </a:lnTo>
                  <a:lnTo>
                    <a:pt x="2753425" y="332820"/>
                  </a:lnTo>
                  <a:lnTo>
                    <a:pt x="2803251" y="372612"/>
                  </a:lnTo>
                  <a:lnTo>
                    <a:pt x="2852100" y="415532"/>
                  </a:lnTo>
                  <a:lnTo>
                    <a:pt x="2900314" y="461572"/>
                  </a:lnTo>
                  <a:lnTo>
                    <a:pt x="2948154" y="510650"/>
                  </a:lnTo>
                  <a:lnTo>
                    <a:pt x="2995814" y="562601"/>
                  </a:lnTo>
                  <a:lnTo>
                    <a:pt x="3043427" y="617178"/>
                  </a:lnTo>
                  <a:lnTo>
                    <a:pt x="3091076" y="674052"/>
                  </a:lnTo>
                  <a:lnTo>
                    <a:pt x="3138800" y="732812"/>
                  </a:lnTo>
                  <a:lnTo>
                    <a:pt x="3186604" y="792983"/>
                  </a:lnTo>
                  <a:lnTo>
                    <a:pt x="3234468" y="854038"/>
                  </a:lnTo>
                  <a:lnTo>
                    <a:pt x="3282355" y="915412"/>
                  </a:lnTo>
                  <a:lnTo>
                    <a:pt x="3330224" y="976533"/>
                  </a:lnTo>
                  <a:lnTo>
                    <a:pt x="3378036" y="1036835"/>
                  </a:lnTo>
                  <a:lnTo>
                    <a:pt x="3425770" y="1095785"/>
                  </a:lnTo>
                  <a:lnTo>
                    <a:pt x="3473426" y="1152900"/>
                  </a:lnTo>
                  <a:lnTo>
                    <a:pt x="3521039" y="1207762"/>
                  </a:lnTo>
                  <a:lnTo>
                    <a:pt x="3568688" y="1260033"/>
                  </a:lnTo>
                  <a:lnTo>
                    <a:pt x="3616499" y="1309454"/>
                  </a:lnTo>
                  <a:lnTo>
                    <a:pt x="3664658" y="1355853"/>
                  </a:lnTo>
                  <a:lnTo>
                    <a:pt x="3713417" y="1399137"/>
                  </a:lnTo>
                  <a:lnTo>
                    <a:pt x="3763109" y="1439291"/>
                  </a:lnTo>
                  <a:lnTo>
                    <a:pt x="3814160" y="1476367"/>
                  </a:lnTo>
                  <a:lnTo>
                    <a:pt x="3820202" y="1480479"/>
                  </a:lnTo>
                  <a:lnTo>
                    <a:pt x="3871746" y="1513222"/>
                  </a:lnTo>
                  <a:lnTo>
                    <a:pt x="3925705" y="1543142"/>
                  </a:lnTo>
                  <a:lnTo>
                    <a:pt x="3982751" y="1570337"/>
                  </a:lnTo>
                  <a:lnTo>
                    <a:pt x="4043620" y="1595000"/>
                  </a:lnTo>
                  <a:lnTo>
                    <a:pt x="4109074" y="1617359"/>
                  </a:lnTo>
                  <a:lnTo>
                    <a:pt x="4179863" y="1637653"/>
                  </a:lnTo>
                  <a:lnTo>
                    <a:pt x="4256673" y="1656105"/>
                  </a:lnTo>
                  <a:lnTo>
                    <a:pt x="4340061" y="1672913"/>
                  </a:lnTo>
                  <a:lnTo>
                    <a:pt x="4430364" y="1688240"/>
                  </a:lnTo>
                  <a:lnTo>
                    <a:pt x="4527592" y="1702215"/>
                  </a:lnTo>
                  <a:lnTo>
                    <a:pt x="4631287" y="1714924"/>
                  </a:lnTo>
                  <a:lnTo>
                    <a:pt x="4740386" y="1726418"/>
                  </a:lnTo>
                  <a:lnTo>
                    <a:pt x="4853094" y="1736711"/>
                  </a:lnTo>
                  <a:lnTo>
                    <a:pt x="4966825" y="1745793"/>
                  </a:lnTo>
                  <a:lnTo>
                    <a:pt x="5078256" y="1753639"/>
                  </a:lnTo>
                  <a:lnTo>
                    <a:pt x="5183539" y="1760226"/>
                  </a:lnTo>
                  <a:lnTo>
                    <a:pt x="5278701" y="1765554"/>
                  </a:lnTo>
                  <a:lnTo>
                    <a:pt x="5360176" y="1769661"/>
                  </a:lnTo>
                  <a:lnTo>
                    <a:pt x="5425383" y="1772635"/>
                  </a:lnTo>
                  <a:lnTo>
                    <a:pt x="5473197" y="1774618"/>
                  </a:lnTo>
                  <a:lnTo>
                    <a:pt x="5504218" y="1775791"/>
                  </a:lnTo>
                  <a:lnTo>
                    <a:pt x="5520779" y="1776364"/>
                  </a:lnTo>
                  <a:lnTo>
                    <a:pt x="5526774" y="1776555"/>
                  </a:lnTo>
                  <a:lnTo>
                    <a:pt x="5527445" y="1776574"/>
                  </a:lnTo>
                  <a:lnTo>
                    <a:pt x="6522385" y="1776574"/>
                  </a:lnTo>
                  <a:lnTo>
                    <a:pt x="6523517" y="1776560"/>
                  </a:lnTo>
                  <a:lnTo>
                    <a:pt x="6530985" y="1776453"/>
                  </a:lnTo>
                  <a:lnTo>
                    <a:pt x="6549911" y="1776159"/>
                  </a:lnTo>
                  <a:lnTo>
                    <a:pt x="6584002" y="1775579"/>
                  </a:lnTo>
                  <a:lnTo>
                    <a:pt x="6635328" y="1774621"/>
                  </a:lnTo>
                  <a:lnTo>
                    <a:pt x="6704167" y="1773205"/>
                  </a:lnTo>
                  <a:lnTo>
                    <a:pt x="6789067" y="1771273"/>
                  </a:lnTo>
                  <a:lnTo>
                    <a:pt x="6887160" y="1768789"/>
                  </a:lnTo>
                  <a:lnTo>
                    <a:pt x="6994686" y="1765740"/>
                  </a:lnTo>
                  <a:lnTo>
                    <a:pt x="7107586" y="1762129"/>
                  </a:lnTo>
                  <a:lnTo>
                    <a:pt x="7222030" y="1757968"/>
                  </a:lnTo>
                  <a:lnTo>
                    <a:pt x="7334788" y="1753265"/>
                  </a:lnTo>
                  <a:lnTo>
                    <a:pt x="7443409" y="1748025"/>
                  </a:lnTo>
                  <a:lnTo>
                    <a:pt x="7546247" y="1742237"/>
                  </a:lnTo>
                  <a:lnTo>
                    <a:pt x="7642379" y="1735874"/>
                  </a:lnTo>
                  <a:lnTo>
                    <a:pt x="7731469" y="1728893"/>
                  </a:lnTo>
                  <a:lnTo>
                    <a:pt x="7813621" y="1721232"/>
                  </a:lnTo>
                  <a:lnTo>
                    <a:pt x="7889245" y="1712813"/>
                  </a:lnTo>
                  <a:lnTo>
                    <a:pt x="7958950" y="1703545"/>
                  </a:lnTo>
                  <a:lnTo>
                    <a:pt x="8023457" y="1693322"/>
                  </a:lnTo>
                  <a:lnTo>
                    <a:pt x="8083538" y="1682040"/>
                  </a:lnTo>
                  <a:lnTo>
                    <a:pt x="8139965" y="1669596"/>
                  </a:lnTo>
                  <a:lnTo>
                    <a:pt x="8193473" y="1655914"/>
                  </a:lnTo>
                  <a:lnTo>
                    <a:pt x="8229629" y="1645559"/>
                  </a:lnTo>
                  <a:lnTo>
                    <a:pt x="8288348" y="1626781"/>
                  </a:lnTo>
                  <a:lnTo>
                    <a:pt x="8345290" y="1606206"/>
                  </a:lnTo>
                  <a:lnTo>
                    <a:pt x="8401087" y="1583803"/>
                  </a:lnTo>
                  <a:lnTo>
                    <a:pt x="8456209" y="1559597"/>
                  </a:lnTo>
                  <a:lnTo>
                    <a:pt x="8510998" y="1533670"/>
                  </a:lnTo>
                  <a:lnTo>
                    <a:pt x="8565685" y="1506170"/>
                  </a:lnTo>
                  <a:lnTo>
                    <a:pt x="8620408" y="1477308"/>
                  </a:lnTo>
                  <a:lnTo>
                    <a:pt x="8675230" y="1447355"/>
                  </a:lnTo>
                  <a:lnTo>
                    <a:pt x="8730154" y="1416636"/>
                  </a:lnTo>
                  <a:lnTo>
                    <a:pt x="8785142" y="1385510"/>
                  </a:lnTo>
                  <a:lnTo>
                    <a:pt x="8840134" y="1354361"/>
                  </a:lnTo>
                  <a:lnTo>
                    <a:pt x="8895069" y="1323569"/>
                  </a:lnTo>
                  <a:lnTo>
                    <a:pt x="8949905" y="1293500"/>
                  </a:lnTo>
                  <a:lnTo>
                    <a:pt x="9004638" y="1264483"/>
                  </a:lnTo>
                  <a:lnTo>
                    <a:pt x="9059324" y="1236796"/>
                  </a:lnTo>
                  <a:lnTo>
                    <a:pt x="9114089" y="1210660"/>
                  </a:lnTo>
                  <a:lnTo>
                    <a:pt x="9169152" y="1186229"/>
                  </a:lnTo>
                  <a:lnTo>
                    <a:pt x="9224840" y="1163595"/>
                  </a:lnTo>
                  <a:lnTo>
                    <a:pt x="9281606" y="1142788"/>
                  </a:lnTo>
                  <a:lnTo>
                    <a:pt x="9340057" y="1123785"/>
                  </a:lnTo>
                  <a:lnTo>
                    <a:pt x="9347647" y="1121495"/>
                  </a:lnTo>
                  <a:lnTo>
                    <a:pt x="9399505" y="1106924"/>
                  </a:lnTo>
                  <a:lnTo>
                    <a:pt x="9453812" y="1093618"/>
                  </a:lnTo>
                  <a:lnTo>
                    <a:pt x="9511249" y="1081530"/>
                  </a:lnTo>
                  <a:lnTo>
                    <a:pt x="9572569" y="1070575"/>
                  </a:lnTo>
                  <a:lnTo>
                    <a:pt x="9638548" y="1060648"/>
                  </a:lnTo>
                  <a:lnTo>
                    <a:pt x="9709947" y="1051644"/>
                  </a:lnTo>
                  <a:lnTo>
                    <a:pt x="9787463" y="1043460"/>
                  </a:lnTo>
                  <a:lnTo>
                    <a:pt x="9871653" y="1036010"/>
                  </a:lnTo>
                  <a:lnTo>
                    <a:pt x="9962850" y="1029219"/>
                  </a:lnTo>
                  <a:lnTo>
                    <a:pt x="10061043" y="1023031"/>
                  </a:lnTo>
                  <a:lnTo>
                    <a:pt x="10165734" y="1017409"/>
                  </a:lnTo>
                  <a:lnTo>
                    <a:pt x="10275797" y="1012329"/>
                  </a:lnTo>
                  <a:lnTo>
                    <a:pt x="10389351" y="1007787"/>
                  </a:lnTo>
                  <a:lnTo>
                    <a:pt x="10503705" y="1003789"/>
                  </a:lnTo>
                  <a:lnTo>
                    <a:pt x="10615422" y="1000345"/>
                  </a:lnTo>
                  <a:lnTo>
                    <a:pt x="10720555" y="997465"/>
                  </a:lnTo>
                  <a:lnTo>
                    <a:pt x="10815076" y="995148"/>
                  </a:lnTo>
                  <a:lnTo>
                    <a:pt x="10895428" y="993374"/>
                  </a:lnTo>
                  <a:lnTo>
                    <a:pt x="10959119" y="992102"/>
                  </a:lnTo>
                  <a:lnTo>
                    <a:pt x="11005191" y="991266"/>
                  </a:lnTo>
                  <a:lnTo>
                    <a:pt x="11034462" y="990782"/>
                  </a:lnTo>
                  <a:lnTo>
                    <a:pt x="11049513" y="990554"/>
                  </a:lnTo>
                  <a:lnTo>
                    <a:pt x="11054494" y="990484"/>
                  </a:lnTo>
                  <a:lnTo>
                    <a:pt x="11054891" y="990479"/>
                  </a:lnTo>
                  <a:lnTo>
                    <a:pt x="12049831" y="990479"/>
                  </a:lnTo>
                  <a:lnTo>
                    <a:pt x="12049831" y="9904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" name="pl172"/>
            <p:cNvSpPr/>
            <p:nvPr/>
          </p:nvSpPr>
          <p:spPr>
            <a:xfrm>
              <a:off x="1199187" y="3002718"/>
              <a:ext cx="12049831" cy="1776574"/>
            </a:xfrm>
            <a:custGeom>
              <a:avLst/>
              <a:pathLst>
                <a:path w="12049831" h="1776574">
                  <a:moveTo>
                    <a:pt x="12049831" y="990479"/>
                  </a:moveTo>
                  <a:lnTo>
                    <a:pt x="11054891" y="990479"/>
                  </a:lnTo>
                  <a:lnTo>
                    <a:pt x="11053759" y="990494"/>
                  </a:lnTo>
                  <a:lnTo>
                    <a:pt x="11046292" y="990601"/>
                  </a:lnTo>
                  <a:lnTo>
                    <a:pt x="11027365" y="990895"/>
                  </a:lnTo>
                  <a:lnTo>
                    <a:pt x="10993274" y="991475"/>
                  </a:lnTo>
                  <a:lnTo>
                    <a:pt x="10941948" y="992433"/>
                  </a:lnTo>
                  <a:lnTo>
                    <a:pt x="10873109" y="993849"/>
                  </a:lnTo>
                  <a:lnTo>
                    <a:pt x="10788209" y="995781"/>
                  </a:lnTo>
                  <a:lnTo>
                    <a:pt x="10690116" y="998265"/>
                  </a:lnTo>
                  <a:lnTo>
                    <a:pt x="10582591" y="1001314"/>
                  </a:lnTo>
                  <a:lnTo>
                    <a:pt x="10469691" y="1004924"/>
                  </a:lnTo>
                  <a:lnTo>
                    <a:pt x="10355247" y="1009086"/>
                  </a:lnTo>
                  <a:lnTo>
                    <a:pt x="10242489" y="1013789"/>
                  </a:lnTo>
                  <a:lnTo>
                    <a:pt x="10133868" y="1019029"/>
                  </a:lnTo>
                  <a:lnTo>
                    <a:pt x="10031029" y="1024817"/>
                  </a:lnTo>
                  <a:lnTo>
                    <a:pt x="9934897" y="1031180"/>
                  </a:lnTo>
                  <a:lnTo>
                    <a:pt x="9845807" y="1038161"/>
                  </a:lnTo>
                  <a:lnTo>
                    <a:pt x="9763656" y="1045822"/>
                  </a:lnTo>
                  <a:lnTo>
                    <a:pt x="9688032" y="1054240"/>
                  </a:lnTo>
                  <a:lnTo>
                    <a:pt x="9618327" y="1063509"/>
                  </a:lnTo>
                  <a:lnTo>
                    <a:pt x="9553819" y="1073731"/>
                  </a:lnTo>
                  <a:lnTo>
                    <a:pt x="9493739" y="1085014"/>
                  </a:lnTo>
                  <a:lnTo>
                    <a:pt x="9437312" y="1097458"/>
                  </a:lnTo>
                  <a:lnTo>
                    <a:pt x="9383803" y="1111139"/>
                  </a:lnTo>
                  <a:lnTo>
                    <a:pt x="9347647" y="1121495"/>
                  </a:lnTo>
                  <a:lnTo>
                    <a:pt x="9288929" y="1140273"/>
                  </a:lnTo>
                  <a:lnTo>
                    <a:pt x="9231986" y="1160848"/>
                  </a:lnTo>
                  <a:lnTo>
                    <a:pt x="9176190" y="1183250"/>
                  </a:lnTo>
                  <a:lnTo>
                    <a:pt x="9121067" y="1207457"/>
                  </a:lnTo>
                  <a:lnTo>
                    <a:pt x="9066278" y="1233384"/>
                  </a:lnTo>
                  <a:lnTo>
                    <a:pt x="9011592" y="1260884"/>
                  </a:lnTo>
                  <a:lnTo>
                    <a:pt x="8956869" y="1289746"/>
                  </a:lnTo>
                  <a:lnTo>
                    <a:pt x="8902047" y="1319699"/>
                  </a:lnTo>
                  <a:lnTo>
                    <a:pt x="8847123" y="1350418"/>
                  </a:lnTo>
                  <a:lnTo>
                    <a:pt x="8792135" y="1381543"/>
                  </a:lnTo>
                  <a:lnTo>
                    <a:pt x="8737142" y="1412693"/>
                  </a:lnTo>
                  <a:lnTo>
                    <a:pt x="8682207" y="1443485"/>
                  </a:lnTo>
                  <a:lnTo>
                    <a:pt x="8627371" y="1473554"/>
                  </a:lnTo>
                  <a:lnTo>
                    <a:pt x="8572638" y="1502571"/>
                  </a:lnTo>
                  <a:lnTo>
                    <a:pt x="8517953" y="1530258"/>
                  </a:lnTo>
                  <a:lnTo>
                    <a:pt x="8463188" y="1556394"/>
                  </a:lnTo>
                  <a:lnTo>
                    <a:pt x="8408124" y="1580825"/>
                  </a:lnTo>
                  <a:lnTo>
                    <a:pt x="8352436" y="1603459"/>
                  </a:lnTo>
                  <a:lnTo>
                    <a:pt x="8295671" y="1624266"/>
                  </a:lnTo>
                  <a:lnTo>
                    <a:pt x="8237220" y="1643269"/>
                  </a:lnTo>
                  <a:lnTo>
                    <a:pt x="8229629" y="1645559"/>
                  </a:lnTo>
                  <a:lnTo>
                    <a:pt x="8177771" y="1660129"/>
                  </a:lnTo>
                  <a:lnTo>
                    <a:pt x="8123465" y="1673436"/>
                  </a:lnTo>
                  <a:lnTo>
                    <a:pt x="8066027" y="1685524"/>
                  </a:lnTo>
                  <a:lnTo>
                    <a:pt x="8004707" y="1696479"/>
                  </a:lnTo>
                  <a:lnTo>
                    <a:pt x="7938729" y="1706405"/>
                  </a:lnTo>
                  <a:lnTo>
                    <a:pt x="7867329" y="1715410"/>
                  </a:lnTo>
                  <a:lnTo>
                    <a:pt x="7789814" y="1723593"/>
                  </a:lnTo>
                  <a:lnTo>
                    <a:pt x="7705624" y="1731044"/>
                  </a:lnTo>
                  <a:lnTo>
                    <a:pt x="7614426" y="1737835"/>
                  </a:lnTo>
                  <a:lnTo>
                    <a:pt x="7516234" y="1744022"/>
                  </a:lnTo>
                  <a:lnTo>
                    <a:pt x="7411543" y="1749645"/>
                  </a:lnTo>
                  <a:lnTo>
                    <a:pt x="7301480" y="1754724"/>
                  </a:lnTo>
                  <a:lnTo>
                    <a:pt x="7187925" y="1759266"/>
                  </a:lnTo>
                  <a:lnTo>
                    <a:pt x="7073571" y="1763265"/>
                  </a:lnTo>
                  <a:lnTo>
                    <a:pt x="6961855" y="1766709"/>
                  </a:lnTo>
                  <a:lnTo>
                    <a:pt x="6856721" y="1769589"/>
                  </a:lnTo>
                  <a:lnTo>
                    <a:pt x="6762201" y="1771906"/>
                  </a:lnTo>
                  <a:lnTo>
                    <a:pt x="6681848" y="1773680"/>
                  </a:lnTo>
                  <a:lnTo>
                    <a:pt x="6618157" y="1774952"/>
                  </a:lnTo>
                  <a:lnTo>
                    <a:pt x="6572086" y="1775788"/>
                  </a:lnTo>
                  <a:lnTo>
                    <a:pt x="6542815" y="1776272"/>
                  </a:lnTo>
                  <a:lnTo>
                    <a:pt x="6527763" y="1776500"/>
                  </a:lnTo>
                  <a:lnTo>
                    <a:pt x="6522782" y="1776569"/>
                  </a:lnTo>
                  <a:lnTo>
                    <a:pt x="6522385" y="1776574"/>
                  </a:lnTo>
                  <a:lnTo>
                    <a:pt x="5527445" y="1776574"/>
                  </a:lnTo>
                  <a:lnTo>
                    <a:pt x="5526333" y="1776541"/>
                  </a:lnTo>
                  <a:lnTo>
                    <a:pt x="5518993" y="1776305"/>
                  </a:lnTo>
                  <a:lnTo>
                    <a:pt x="5500379" y="1775652"/>
                  </a:lnTo>
                  <a:lnTo>
                    <a:pt x="5466831" y="1774365"/>
                  </a:lnTo>
                  <a:lnTo>
                    <a:pt x="5416278" y="1772238"/>
                  </a:lnTo>
                  <a:lnTo>
                    <a:pt x="5348398" y="1769093"/>
                  </a:lnTo>
                  <a:lnTo>
                    <a:pt x="5264570" y="1764799"/>
                  </a:lnTo>
                  <a:lnTo>
                    <a:pt x="5167564" y="1759274"/>
                  </a:lnTo>
                  <a:lnTo>
                    <a:pt x="5061049" y="1752489"/>
                  </a:lnTo>
                  <a:lnTo>
                    <a:pt x="4949011" y="1744447"/>
                  </a:lnTo>
                  <a:lnTo>
                    <a:pt x="4835237" y="1735173"/>
                  </a:lnTo>
                  <a:lnTo>
                    <a:pt x="4722946" y="1724691"/>
                  </a:lnTo>
                  <a:lnTo>
                    <a:pt x="4614597" y="1713008"/>
                  </a:lnTo>
                  <a:lnTo>
                    <a:pt x="4511865" y="1700104"/>
                  </a:lnTo>
                  <a:lnTo>
                    <a:pt x="4415709" y="1685924"/>
                  </a:lnTo>
                  <a:lnTo>
                    <a:pt x="4326503" y="1670373"/>
                  </a:lnTo>
                  <a:lnTo>
                    <a:pt x="4244178" y="1653318"/>
                  </a:lnTo>
                  <a:lnTo>
                    <a:pt x="4168355" y="1634591"/>
                  </a:lnTo>
                  <a:lnTo>
                    <a:pt x="4098452" y="1613988"/>
                  </a:lnTo>
                  <a:lnTo>
                    <a:pt x="4033769" y="1591282"/>
                  </a:lnTo>
                  <a:lnTo>
                    <a:pt x="3973552" y="1566237"/>
                  </a:lnTo>
                  <a:lnTo>
                    <a:pt x="3917039" y="1538624"/>
                  </a:lnTo>
                  <a:lnTo>
                    <a:pt x="3863501" y="1508264"/>
                  </a:lnTo>
                  <a:lnTo>
                    <a:pt x="3820202" y="1480479"/>
                  </a:lnTo>
                  <a:lnTo>
                    <a:pt x="3768960" y="1443754"/>
                  </a:lnTo>
                  <a:lnTo>
                    <a:pt x="3719134" y="1403962"/>
                  </a:lnTo>
                  <a:lnTo>
                    <a:pt x="3670285" y="1361041"/>
                  </a:lnTo>
                  <a:lnTo>
                    <a:pt x="3622071" y="1315001"/>
                  </a:lnTo>
                  <a:lnTo>
                    <a:pt x="3574231" y="1265924"/>
                  </a:lnTo>
                  <a:lnTo>
                    <a:pt x="3526571" y="1213973"/>
                  </a:lnTo>
                  <a:lnTo>
                    <a:pt x="3478958" y="1159395"/>
                  </a:lnTo>
                  <a:lnTo>
                    <a:pt x="3431309" y="1102522"/>
                  </a:lnTo>
                  <a:lnTo>
                    <a:pt x="3383585" y="1043762"/>
                  </a:lnTo>
                  <a:lnTo>
                    <a:pt x="3335781" y="983591"/>
                  </a:lnTo>
                  <a:lnTo>
                    <a:pt x="3287917" y="922536"/>
                  </a:lnTo>
                  <a:lnTo>
                    <a:pt x="3240030" y="861161"/>
                  </a:lnTo>
                  <a:lnTo>
                    <a:pt x="3192161" y="800041"/>
                  </a:lnTo>
                  <a:lnTo>
                    <a:pt x="3144349" y="739739"/>
                  </a:lnTo>
                  <a:lnTo>
                    <a:pt x="3096615" y="680789"/>
                  </a:lnTo>
                  <a:lnTo>
                    <a:pt x="3048959" y="623674"/>
                  </a:lnTo>
                  <a:lnTo>
                    <a:pt x="3001346" y="568811"/>
                  </a:lnTo>
                  <a:lnTo>
                    <a:pt x="2953697" y="516541"/>
                  </a:lnTo>
                  <a:lnTo>
                    <a:pt x="2905886" y="467120"/>
                  </a:lnTo>
                  <a:lnTo>
                    <a:pt x="2857727" y="420721"/>
                  </a:lnTo>
                  <a:lnTo>
                    <a:pt x="2808968" y="377437"/>
                  </a:lnTo>
                  <a:lnTo>
                    <a:pt x="2759276" y="337283"/>
                  </a:lnTo>
                  <a:lnTo>
                    <a:pt x="2708225" y="300207"/>
                  </a:lnTo>
                  <a:lnTo>
                    <a:pt x="2702183" y="296095"/>
                  </a:lnTo>
                  <a:lnTo>
                    <a:pt x="2650639" y="263352"/>
                  </a:lnTo>
                  <a:lnTo>
                    <a:pt x="2596680" y="233432"/>
                  </a:lnTo>
                  <a:lnTo>
                    <a:pt x="2539634" y="206237"/>
                  </a:lnTo>
                  <a:lnTo>
                    <a:pt x="2478765" y="181574"/>
                  </a:lnTo>
                  <a:lnTo>
                    <a:pt x="2413311" y="159215"/>
                  </a:lnTo>
                  <a:lnTo>
                    <a:pt x="2342522" y="138921"/>
                  </a:lnTo>
                  <a:lnTo>
                    <a:pt x="2265712" y="120469"/>
                  </a:lnTo>
                  <a:lnTo>
                    <a:pt x="2182324" y="103661"/>
                  </a:lnTo>
                  <a:lnTo>
                    <a:pt x="2092021" y="88334"/>
                  </a:lnTo>
                  <a:lnTo>
                    <a:pt x="1994793" y="74359"/>
                  </a:lnTo>
                  <a:lnTo>
                    <a:pt x="1891098" y="61650"/>
                  </a:lnTo>
                  <a:lnTo>
                    <a:pt x="1781999" y="50156"/>
                  </a:lnTo>
                  <a:lnTo>
                    <a:pt x="1669291" y="39863"/>
                  </a:lnTo>
                  <a:lnTo>
                    <a:pt x="1555560" y="30781"/>
                  </a:lnTo>
                  <a:lnTo>
                    <a:pt x="1444129" y="22935"/>
                  </a:lnTo>
                  <a:lnTo>
                    <a:pt x="1338846" y="16348"/>
                  </a:lnTo>
                  <a:lnTo>
                    <a:pt x="1243684" y="11020"/>
                  </a:lnTo>
                  <a:lnTo>
                    <a:pt x="1162209" y="6913"/>
                  </a:lnTo>
                  <a:lnTo>
                    <a:pt x="1097002" y="3938"/>
                  </a:lnTo>
                  <a:lnTo>
                    <a:pt x="1049188" y="1956"/>
                  </a:lnTo>
                  <a:lnTo>
                    <a:pt x="1018167" y="783"/>
                  </a:lnTo>
                  <a:lnTo>
                    <a:pt x="1001606" y="210"/>
                  </a:lnTo>
                  <a:lnTo>
                    <a:pt x="995611" y="1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" name="pg173"/>
            <p:cNvSpPr/>
            <p:nvPr/>
          </p:nvSpPr>
          <p:spPr>
            <a:xfrm>
              <a:off x="1199187" y="3007959"/>
              <a:ext cx="12049831" cy="1792296"/>
            </a:xfrm>
            <a:custGeom>
              <a:avLst/>
              <a:pathLst>
                <a:path w="12049831" h="1792296">
                  <a:moveTo>
                    <a:pt x="0" y="15721"/>
                  </a:moveTo>
                  <a:lnTo>
                    <a:pt x="994940" y="15721"/>
                  </a:lnTo>
                  <a:lnTo>
                    <a:pt x="996052" y="15755"/>
                  </a:lnTo>
                  <a:lnTo>
                    <a:pt x="1003392" y="15991"/>
                  </a:lnTo>
                  <a:lnTo>
                    <a:pt x="1022006" y="16644"/>
                  </a:lnTo>
                  <a:lnTo>
                    <a:pt x="1055554" y="17931"/>
                  </a:lnTo>
                  <a:lnTo>
                    <a:pt x="1106107" y="20058"/>
                  </a:lnTo>
                  <a:lnTo>
                    <a:pt x="1173987" y="23203"/>
                  </a:lnTo>
                  <a:lnTo>
                    <a:pt x="1257815" y="27497"/>
                  </a:lnTo>
                  <a:lnTo>
                    <a:pt x="1354821" y="33021"/>
                  </a:lnTo>
                  <a:lnTo>
                    <a:pt x="1461336" y="39807"/>
                  </a:lnTo>
                  <a:lnTo>
                    <a:pt x="1573374" y="47849"/>
                  </a:lnTo>
                  <a:lnTo>
                    <a:pt x="1687148" y="57123"/>
                  </a:lnTo>
                  <a:lnTo>
                    <a:pt x="1799439" y="67605"/>
                  </a:lnTo>
                  <a:lnTo>
                    <a:pt x="1907788" y="79288"/>
                  </a:lnTo>
                  <a:lnTo>
                    <a:pt x="2010520" y="92192"/>
                  </a:lnTo>
                  <a:lnTo>
                    <a:pt x="2106676" y="106372"/>
                  </a:lnTo>
                  <a:lnTo>
                    <a:pt x="2195882" y="121923"/>
                  </a:lnTo>
                  <a:lnTo>
                    <a:pt x="2278207" y="138977"/>
                  </a:lnTo>
                  <a:lnTo>
                    <a:pt x="2354030" y="157705"/>
                  </a:lnTo>
                  <a:lnTo>
                    <a:pt x="2423933" y="178308"/>
                  </a:lnTo>
                  <a:lnTo>
                    <a:pt x="2488616" y="201014"/>
                  </a:lnTo>
                  <a:lnTo>
                    <a:pt x="2548833" y="226059"/>
                  </a:lnTo>
                  <a:lnTo>
                    <a:pt x="2605346" y="253672"/>
                  </a:lnTo>
                  <a:lnTo>
                    <a:pt x="2658884" y="284032"/>
                  </a:lnTo>
                  <a:lnTo>
                    <a:pt x="2702183" y="311817"/>
                  </a:lnTo>
                  <a:lnTo>
                    <a:pt x="2753425" y="348542"/>
                  </a:lnTo>
                  <a:lnTo>
                    <a:pt x="2803251" y="388334"/>
                  </a:lnTo>
                  <a:lnTo>
                    <a:pt x="2852100" y="431254"/>
                  </a:lnTo>
                  <a:lnTo>
                    <a:pt x="2900314" y="477294"/>
                  </a:lnTo>
                  <a:lnTo>
                    <a:pt x="2948154" y="526372"/>
                  </a:lnTo>
                  <a:lnTo>
                    <a:pt x="2995814" y="578323"/>
                  </a:lnTo>
                  <a:lnTo>
                    <a:pt x="3043427" y="632900"/>
                  </a:lnTo>
                  <a:lnTo>
                    <a:pt x="3091076" y="689774"/>
                  </a:lnTo>
                  <a:lnTo>
                    <a:pt x="3138800" y="748534"/>
                  </a:lnTo>
                  <a:lnTo>
                    <a:pt x="3186604" y="808705"/>
                  </a:lnTo>
                  <a:lnTo>
                    <a:pt x="3234468" y="869760"/>
                  </a:lnTo>
                  <a:lnTo>
                    <a:pt x="3282355" y="931134"/>
                  </a:lnTo>
                  <a:lnTo>
                    <a:pt x="3330224" y="992255"/>
                  </a:lnTo>
                  <a:lnTo>
                    <a:pt x="3378036" y="1052557"/>
                  </a:lnTo>
                  <a:lnTo>
                    <a:pt x="3425770" y="1111507"/>
                  </a:lnTo>
                  <a:lnTo>
                    <a:pt x="3473426" y="1168622"/>
                  </a:lnTo>
                  <a:lnTo>
                    <a:pt x="3521039" y="1223484"/>
                  </a:lnTo>
                  <a:lnTo>
                    <a:pt x="3568688" y="1275755"/>
                  </a:lnTo>
                  <a:lnTo>
                    <a:pt x="3616499" y="1325176"/>
                  </a:lnTo>
                  <a:lnTo>
                    <a:pt x="3664658" y="1371575"/>
                  </a:lnTo>
                  <a:lnTo>
                    <a:pt x="3713417" y="1414859"/>
                  </a:lnTo>
                  <a:lnTo>
                    <a:pt x="3763109" y="1455013"/>
                  </a:lnTo>
                  <a:lnTo>
                    <a:pt x="3814160" y="1492089"/>
                  </a:lnTo>
                  <a:lnTo>
                    <a:pt x="3820202" y="1496201"/>
                  </a:lnTo>
                  <a:lnTo>
                    <a:pt x="3871746" y="1528944"/>
                  </a:lnTo>
                  <a:lnTo>
                    <a:pt x="3925705" y="1558864"/>
                  </a:lnTo>
                  <a:lnTo>
                    <a:pt x="3982751" y="1586059"/>
                  </a:lnTo>
                  <a:lnTo>
                    <a:pt x="4043620" y="1610721"/>
                  </a:lnTo>
                  <a:lnTo>
                    <a:pt x="4109074" y="1633081"/>
                  </a:lnTo>
                  <a:lnTo>
                    <a:pt x="4179863" y="1653375"/>
                  </a:lnTo>
                  <a:lnTo>
                    <a:pt x="4256673" y="1671827"/>
                  </a:lnTo>
                  <a:lnTo>
                    <a:pt x="4340061" y="1688634"/>
                  </a:lnTo>
                  <a:lnTo>
                    <a:pt x="4430364" y="1703962"/>
                  </a:lnTo>
                  <a:lnTo>
                    <a:pt x="4527592" y="1717937"/>
                  </a:lnTo>
                  <a:lnTo>
                    <a:pt x="4631287" y="1730646"/>
                  </a:lnTo>
                  <a:lnTo>
                    <a:pt x="4740386" y="1742140"/>
                  </a:lnTo>
                  <a:lnTo>
                    <a:pt x="4853094" y="1752433"/>
                  </a:lnTo>
                  <a:lnTo>
                    <a:pt x="4966825" y="1761515"/>
                  </a:lnTo>
                  <a:lnTo>
                    <a:pt x="5078256" y="1769361"/>
                  </a:lnTo>
                  <a:lnTo>
                    <a:pt x="5183539" y="1775948"/>
                  </a:lnTo>
                  <a:lnTo>
                    <a:pt x="5278701" y="1781276"/>
                  </a:lnTo>
                  <a:lnTo>
                    <a:pt x="5360176" y="1785383"/>
                  </a:lnTo>
                  <a:lnTo>
                    <a:pt x="5425383" y="1788357"/>
                  </a:lnTo>
                  <a:lnTo>
                    <a:pt x="5473197" y="1790340"/>
                  </a:lnTo>
                  <a:lnTo>
                    <a:pt x="5504218" y="1791513"/>
                  </a:lnTo>
                  <a:lnTo>
                    <a:pt x="5520779" y="1792086"/>
                  </a:lnTo>
                  <a:lnTo>
                    <a:pt x="5526774" y="1792277"/>
                  </a:lnTo>
                  <a:lnTo>
                    <a:pt x="5527445" y="1792296"/>
                  </a:lnTo>
                  <a:lnTo>
                    <a:pt x="6522385" y="1792296"/>
                  </a:lnTo>
                  <a:lnTo>
                    <a:pt x="6523519" y="1792286"/>
                  </a:lnTo>
                  <a:lnTo>
                    <a:pt x="6531003" y="1792210"/>
                  </a:lnTo>
                  <a:lnTo>
                    <a:pt x="6549969" y="1792002"/>
                  </a:lnTo>
                  <a:lnTo>
                    <a:pt x="6584127" y="1791591"/>
                  </a:lnTo>
                  <a:lnTo>
                    <a:pt x="6635549" y="1790913"/>
                  </a:lnTo>
                  <a:lnTo>
                    <a:pt x="6704508" y="1789910"/>
                  </a:lnTo>
                  <a:lnTo>
                    <a:pt x="6789541" y="1788542"/>
                  </a:lnTo>
                  <a:lnTo>
                    <a:pt x="6887768" y="1786783"/>
                  </a:lnTo>
                  <a:lnTo>
                    <a:pt x="6995419" y="1784625"/>
                  </a:lnTo>
                  <a:lnTo>
                    <a:pt x="7108424" y="1782068"/>
                  </a:lnTo>
                  <a:lnTo>
                    <a:pt x="7222951" y="1779122"/>
                  </a:lnTo>
                  <a:lnTo>
                    <a:pt x="7335766" y="1775793"/>
                  </a:lnTo>
                  <a:lnTo>
                    <a:pt x="7444420" y="1772084"/>
                  </a:lnTo>
                  <a:lnTo>
                    <a:pt x="7547270" y="1767987"/>
                  </a:lnTo>
                  <a:lnTo>
                    <a:pt x="7643399" y="1763483"/>
                  </a:lnTo>
                  <a:lnTo>
                    <a:pt x="7732474" y="1758541"/>
                  </a:lnTo>
                  <a:lnTo>
                    <a:pt x="7814604" y="1753117"/>
                  </a:lnTo>
                  <a:lnTo>
                    <a:pt x="7890203" y="1747156"/>
                  </a:lnTo>
                  <a:lnTo>
                    <a:pt x="7959884" y="1740593"/>
                  </a:lnTo>
                  <a:lnTo>
                    <a:pt x="8024369" y="1733353"/>
                  </a:lnTo>
                  <a:lnTo>
                    <a:pt x="8084433" y="1725363"/>
                  </a:lnTo>
                  <a:lnTo>
                    <a:pt x="8140850" y="1716549"/>
                  </a:lnTo>
                  <a:lnTo>
                    <a:pt x="8194355" y="1706859"/>
                  </a:lnTo>
                  <a:lnTo>
                    <a:pt x="8229629" y="1699712"/>
                  </a:lnTo>
                  <a:lnTo>
                    <a:pt x="8289727" y="1686110"/>
                  </a:lnTo>
                  <a:lnTo>
                    <a:pt x="8347980" y="1671175"/>
                  </a:lnTo>
                  <a:lnTo>
                    <a:pt x="8405058" y="1654887"/>
                  </a:lnTo>
                  <a:lnTo>
                    <a:pt x="8461459" y="1637265"/>
                  </a:lnTo>
                  <a:lnTo>
                    <a:pt x="8517538" y="1618377"/>
                  </a:lnTo>
                  <a:lnTo>
                    <a:pt x="8573531" y="1598340"/>
                  </a:lnTo>
                  <a:lnTo>
                    <a:pt x="8629575" y="1577320"/>
                  </a:lnTo>
                  <a:lnTo>
                    <a:pt x="8685728" y="1555530"/>
                  </a:lnTo>
                  <a:lnTo>
                    <a:pt x="8741983" y="1533222"/>
                  </a:lnTo>
                  <a:lnTo>
                    <a:pt x="8798292" y="1510673"/>
                  </a:lnTo>
                  <a:lnTo>
                    <a:pt x="8854590" y="1488174"/>
                  </a:lnTo>
                  <a:lnTo>
                    <a:pt x="8910813" y="1466013"/>
                  </a:lnTo>
                  <a:lnTo>
                    <a:pt x="8966927" y="1444461"/>
                  </a:lnTo>
                  <a:lnTo>
                    <a:pt x="9022944" y="1423756"/>
                  </a:lnTo>
                  <a:lnTo>
                    <a:pt x="9078946" y="1404097"/>
                  </a:lnTo>
                  <a:lnTo>
                    <a:pt x="9135103" y="1385632"/>
                  </a:lnTo>
                  <a:lnTo>
                    <a:pt x="9191689" y="1368462"/>
                  </a:lnTo>
                  <a:lnTo>
                    <a:pt x="9249106" y="1352638"/>
                  </a:lnTo>
                  <a:lnTo>
                    <a:pt x="9307906" y="1338165"/>
                  </a:lnTo>
                  <a:lnTo>
                    <a:pt x="9347647" y="1329374"/>
                  </a:lnTo>
                  <a:lnTo>
                    <a:pt x="9399544" y="1319070"/>
                  </a:lnTo>
                  <a:lnTo>
                    <a:pt x="9453893" y="1309660"/>
                  </a:lnTo>
                  <a:lnTo>
                    <a:pt x="9511380" y="1301114"/>
                  </a:lnTo>
                  <a:lnTo>
                    <a:pt x="9572756" y="1293368"/>
                  </a:lnTo>
                  <a:lnTo>
                    <a:pt x="9638799" y="1286351"/>
                  </a:lnTo>
                  <a:lnTo>
                    <a:pt x="9710275" y="1279985"/>
                  </a:lnTo>
                  <a:lnTo>
                    <a:pt x="9787878" y="1274201"/>
                  </a:lnTo>
                  <a:lnTo>
                    <a:pt x="9872168" y="1268934"/>
                  </a:lnTo>
                  <a:lnTo>
                    <a:pt x="9963476" y="1264135"/>
                  </a:lnTo>
                  <a:lnTo>
                    <a:pt x="10061789" y="1259762"/>
                  </a:lnTo>
                  <a:lnTo>
                    <a:pt x="10166603" y="1255789"/>
                  </a:lnTo>
                  <a:lnTo>
                    <a:pt x="10276785" y="1252200"/>
                  </a:lnTo>
                  <a:lnTo>
                    <a:pt x="10390444" y="1248991"/>
                  </a:lnTo>
                  <a:lnTo>
                    <a:pt x="10504873" y="1246167"/>
                  </a:lnTo>
                  <a:lnTo>
                    <a:pt x="10616623" y="1243736"/>
                  </a:lnTo>
                  <a:lnTo>
                    <a:pt x="10721735" y="1241704"/>
                  </a:lnTo>
                  <a:lnTo>
                    <a:pt x="10816173" y="1240070"/>
                  </a:lnTo>
                  <a:lnTo>
                    <a:pt x="10896382" y="1238821"/>
                  </a:lnTo>
                  <a:lnTo>
                    <a:pt x="10959883" y="1237926"/>
                  </a:lnTo>
                  <a:lnTo>
                    <a:pt x="11005738" y="1237338"/>
                  </a:lnTo>
                  <a:lnTo>
                    <a:pt x="11034793" y="1236999"/>
                  </a:lnTo>
                  <a:lnTo>
                    <a:pt x="11049660" y="1236840"/>
                  </a:lnTo>
                  <a:lnTo>
                    <a:pt x="11054522" y="1236793"/>
                  </a:lnTo>
                  <a:lnTo>
                    <a:pt x="11054891" y="1236789"/>
                  </a:lnTo>
                  <a:lnTo>
                    <a:pt x="12049831" y="1236789"/>
                  </a:lnTo>
                  <a:lnTo>
                    <a:pt x="12049831" y="1221067"/>
                  </a:lnTo>
                  <a:lnTo>
                    <a:pt x="11054891" y="1221067"/>
                  </a:lnTo>
                  <a:lnTo>
                    <a:pt x="11053757" y="1221078"/>
                  </a:lnTo>
                  <a:lnTo>
                    <a:pt x="11046273" y="1221153"/>
                  </a:lnTo>
                  <a:lnTo>
                    <a:pt x="11027308" y="1221362"/>
                  </a:lnTo>
                  <a:lnTo>
                    <a:pt x="10993149" y="1221772"/>
                  </a:lnTo>
                  <a:lnTo>
                    <a:pt x="10941727" y="1222451"/>
                  </a:lnTo>
                  <a:lnTo>
                    <a:pt x="10872769" y="1223453"/>
                  </a:lnTo>
                  <a:lnTo>
                    <a:pt x="10787736" y="1224822"/>
                  </a:lnTo>
                  <a:lnTo>
                    <a:pt x="10689509" y="1226580"/>
                  </a:lnTo>
                  <a:lnTo>
                    <a:pt x="10581858" y="1228739"/>
                  </a:lnTo>
                  <a:lnTo>
                    <a:pt x="10468852" y="1231295"/>
                  </a:lnTo>
                  <a:lnTo>
                    <a:pt x="10354325" y="1234241"/>
                  </a:lnTo>
                  <a:lnTo>
                    <a:pt x="10241511" y="1237570"/>
                  </a:lnTo>
                  <a:lnTo>
                    <a:pt x="10132857" y="1241279"/>
                  </a:lnTo>
                  <a:lnTo>
                    <a:pt x="10030006" y="1245377"/>
                  </a:lnTo>
                  <a:lnTo>
                    <a:pt x="9933878" y="1249881"/>
                  </a:lnTo>
                  <a:lnTo>
                    <a:pt x="9844803" y="1254823"/>
                  </a:lnTo>
                  <a:lnTo>
                    <a:pt x="9762673" y="1260247"/>
                  </a:lnTo>
                  <a:lnTo>
                    <a:pt x="9687073" y="1266207"/>
                  </a:lnTo>
                  <a:lnTo>
                    <a:pt x="9617393" y="1272771"/>
                  </a:lnTo>
                  <a:lnTo>
                    <a:pt x="9552907" y="1280010"/>
                  </a:lnTo>
                  <a:lnTo>
                    <a:pt x="9492843" y="1288001"/>
                  </a:lnTo>
                  <a:lnTo>
                    <a:pt x="9436426" y="1296814"/>
                  </a:lnTo>
                  <a:lnTo>
                    <a:pt x="9382921" y="1306505"/>
                  </a:lnTo>
                  <a:lnTo>
                    <a:pt x="9347647" y="1313652"/>
                  </a:lnTo>
                  <a:lnTo>
                    <a:pt x="9287550" y="1327254"/>
                  </a:lnTo>
                  <a:lnTo>
                    <a:pt x="9229297" y="1342189"/>
                  </a:lnTo>
                  <a:lnTo>
                    <a:pt x="9172218" y="1358477"/>
                  </a:lnTo>
                  <a:lnTo>
                    <a:pt x="9115817" y="1376099"/>
                  </a:lnTo>
                  <a:lnTo>
                    <a:pt x="9059739" y="1394987"/>
                  </a:lnTo>
                  <a:lnTo>
                    <a:pt x="9003746" y="1415024"/>
                  </a:lnTo>
                  <a:lnTo>
                    <a:pt x="8947701" y="1436044"/>
                  </a:lnTo>
                  <a:lnTo>
                    <a:pt x="8891549" y="1457833"/>
                  </a:lnTo>
                  <a:lnTo>
                    <a:pt x="8835294" y="1480142"/>
                  </a:lnTo>
                  <a:lnTo>
                    <a:pt x="8778984" y="1502691"/>
                  </a:lnTo>
                  <a:lnTo>
                    <a:pt x="8722687" y="1525190"/>
                  </a:lnTo>
                  <a:lnTo>
                    <a:pt x="8666463" y="1547351"/>
                  </a:lnTo>
                  <a:lnTo>
                    <a:pt x="8610350" y="1568903"/>
                  </a:lnTo>
                  <a:lnTo>
                    <a:pt x="8554333" y="1589608"/>
                  </a:lnTo>
                  <a:lnTo>
                    <a:pt x="8498331" y="1609267"/>
                  </a:lnTo>
                  <a:lnTo>
                    <a:pt x="8442174" y="1627732"/>
                  </a:lnTo>
                  <a:lnTo>
                    <a:pt x="8385587" y="1644901"/>
                  </a:lnTo>
                  <a:lnTo>
                    <a:pt x="8328170" y="1660726"/>
                  </a:lnTo>
                  <a:lnTo>
                    <a:pt x="8269370" y="1675199"/>
                  </a:lnTo>
                  <a:lnTo>
                    <a:pt x="8229629" y="1683990"/>
                  </a:lnTo>
                  <a:lnTo>
                    <a:pt x="8177732" y="1694294"/>
                  </a:lnTo>
                  <a:lnTo>
                    <a:pt x="8123383" y="1703703"/>
                  </a:lnTo>
                  <a:lnTo>
                    <a:pt x="8065897" y="1712250"/>
                  </a:lnTo>
                  <a:lnTo>
                    <a:pt x="8004521" y="1719995"/>
                  </a:lnTo>
                  <a:lnTo>
                    <a:pt x="7938477" y="1727013"/>
                  </a:lnTo>
                  <a:lnTo>
                    <a:pt x="7867002" y="1733378"/>
                  </a:lnTo>
                  <a:lnTo>
                    <a:pt x="7789399" y="1739163"/>
                  </a:lnTo>
                  <a:lnTo>
                    <a:pt x="7705109" y="1744429"/>
                  </a:lnTo>
                  <a:lnTo>
                    <a:pt x="7613800" y="1749229"/>
                  </a:lnTo>
                  <a:lnTo>
                    <a:pt x="7515488" y="1753602"/>
                  </a:lnTo>
                  <a:lnTo>
                    <a:pt x="7410674" y="1757575"/>
                  </a:lnTo>
                  <a:lnTo>
                    <a:pt x="7300491" y="1761164"/>
                  </a:lnTo>
                  <a:lnTo>
                    <a:pt x="7186833" y="1764372"/>
                  </a:lnTo>
                  <a:lnTo>
                    <a:pt x="7072403" y="1767196"/>
                  </a:lnTo>
                  <a:lnTo>
                    <a:pt x="6960654" y="1769628"/>
                  </a:lnTo>
                  <a:lnTo>
                    <a:pt x="6855542" y="1771660"/>
                  </a:lnTo>
                  <a:lnTo>
                    <a:pt x="6761104" y="1773294"/>
                  </a:lnTo>
                  <a:lnTo>
                    <a:pt x="6680894" y="1774543"/>
                  </a:lnTo>
                  <a:lnTo>
                    <a:pt x="6617393" y="1775438"/>
                  </a:lnTo>
                  <a:lnTo>
                    <a:pt x="6571539" y="1776025"/>
                  </a:lnTo>
                  <a:lnTo>
                    <a:pt x="6542484" y="1776364"/>
                  </a:lnTo>
                  <a:lnTo>
                    <a:pt x="6527616" y="1776523"/>
                  </a:lnTo>
                  <a:lnTo>
                    <a:pt x="6522755" y="1776571"/>
                  </a:lnTo>
                  <a:lnTo>
                    <a:pt x="6522385" y="1776574"/>
                  </a:lnTo>
                  <a:lnTo>
                    <a:pt x="5527445" y="1776574"/>
                  </a:lnTo>
                  <a:lnTo>
                    <a:pt x="5526333" y="1776541"/>
                  </a:lnTo>
                  <a:lnTo>
                    <a:pt x="5518993" y="1776305"/>
                  </a:lnTo>
                  <a:lnTo>
                    <a:pt x="5500379" y="1775652"/>
                  </a:lnTo>
                  <a:lnTo>
                    <a:pt x="5466831" y="1774365"/>
                  </a:lnTo>
                  <a:lnTo>
                    <a:pt x="5416278" y="1772238"/>
                  </a:lnTo>
                  <a:lnTo>
                    <a:pt x="5348398" y="1769093"/>
                  </a:lnTo>
                  <a:lnTo>
                    <a:pt x="5264570" y="1764799"/>
                  </a:lnTo>
                  <a:lnTo>
                    <a:pt x="5167564" y="1759274"/>
                  </a:lnTo>
                  <a:lnTo>
                    <a:pt x="5061049" y="1752489"/>
                  </a:lnTo>
                  <a:lnTo>
                    <a:pt x="4949011" y="1744447"/>
                  </a:lnTo>
                  <a:lnTo>
                    <a:pt x="4835237" y="1735173"/>
                  </a:lnTo>
                  <a:lnTo>
                    <a:pt x="4722946" y="1724691"/>
                  </a:lnTo>
                  <a:lnTo>
                    <a:pt x="4614597" y="1713008"/>
                  </a:lnTo>
                  <a:lnTo>
                    <a:pt x="4511865" y="1700104"/>
                  </a:lnTo>
                  <a:lnTo>
                    <a:pt x="4415709" y="1685924"/>
                  </a:lnTo>
                  <a:lnTo>
                    <a:pt x="4326503" y="1670373"/>
                  </a:lnTo>
                  <a:lnTo>
                    <a:pt x="4244178" y="1653318"/>
                  </a:lnTo>
                  <a:lnTo>
                    <a:pt x="4168355" y="1634591"/>
                  </a:lnTo>
                  <a:lnTo>
                    <a:pt x="4098452" y="1613988"/>
                  </a:lnTo>
                  <a:lnTo>
                    <a:pt x="4033769" y="1591282"/>
                  </a:lnTo>
                  <a:lnTo>
                    <a:pt x="3973552" y="1566237"/>
                  </a:lnTo>
                  <a:lnTo>
                    <a:pt x="3917039" y="1538624"/>
                  </a:lnTo>
                  <a:lnTo>
                    <a:pt x="3863501" y="1508264"/>
                  </a:lnTo>
                  <a:lnTo>
                    <a:pt x="3820202" y="1480479"/>
                  </a:lnTo>
                  <a:lnTo>
                    <a:pt x="3768960" y="1443754"/>
                  </a:lnTo>
                  <a:lnTo>
                    <a:pt x="3719134" y="1403962"/>
                  </a:lnTo>
                  <a:lnTo>
                    <a:pt x="3670285" y="1361041"/>
                  </a:lnTo>
                  <a:lnTo>
                    <a:pt x="3622071" y="1315001"/>
                  </a:lnTo>
                  <a:lnTo>
                    <a:pt x="3574231" y="1265924"/>
                  </a:lnTo>
                  <a:lnTo>
                    <a:pt x="3526571" y="1213973"/>
                  </a:lnTo>
                  <a:lnTo>
                    <a:pt x="3478958" y="1159395"/>
                  </a:lnTo>
                  <a:lnTo>
                    <a:pt x="3431309" y="1102522"/>
                  </a:lnTo>
                  <a:lnTo>
                    <a:pt x="3383585" y="1043762"/>
                  </a:lnTo>
                  <a:lnTo>
                    <a:pt x="3335781" y="983591"/>
                  </a:lnTo>
                  <a:lnTo>
                    <a:pt x="3287917" y="922536"/>
                  </a:lnTo>
                  <a:lnTo>
                    <a:pt x="3240030" y="861161"/>
                  </a:lnTo>
                  <a:lnTo>
                    <a:pt x="3192161" y="800041"/>
                  </a:lnTo>
                  <a:lnTo>
                    <a:pt x="3144349" y="739739"/>
                  </a:lnTo>
                  <a:lnTo>
                    <a:pt x="3096615" y="680789"/>
                  </a:lnTo>
                  <a:lnTo>
                    <a:pt x="3048959" y="623674"/>
                  </a:lnTo>
                  <a:lnTo>
                    <a:pt x="3001346" y="568811"/>
                  </a:lnTo>
                  <a:lnTo>
                    <a:pt x="2953697" y="516541"/>
                  </a:lnTo>
                  <a:lnTo>
                    <a:pt x="2905886" y="467120"/>
                  </a:lnTo>
                  <a:lnTo>
                    <a:pt x="2857727" y="420721"/>
                  </a:lnTo>
                  <a:lnTo>
                    <a:pt x="2808968" y="377437"/>
                  </a:lnTo>
                  <a:lnTo>
                    <a:pt x="2759276" y="337283"/>
                  </a:lnTo>
                  <a:lnTo>
                    <a:pt x="2708225" y="300207"/>
                  </a:lnTo>
                  <a:lnTo>
                    <a:pt x="2702183" y="296095"/>
                  </a:lnTo>
                  <a:lnTo>
                    <a:pt x="2650639" y="263352"/>
                  </a:lnTo>
                  <a:lnTo>
                    <a:pt x="2596680" y="233432"/>
                  </a:lnTo>
                  <a:lnTo>
                    <a:pt x="2539634" y="206237"/>
                  </a:lnTo>
                  <a:lnTo>
                    <a:pt x="2478765" y="181574"/>
                  </a:lnTo>
                  <a:lnTo>
                    <a:pt x="2413311" y="159215"/>
                  </a:lnTo>
                  <a:lnTo>
                    <a:pt x="2342522" y="138921"/>
                  </a:lnTo>
                  <a:lnTo>
                    <a:pt x="2265712" y="120469"/>
                  </a:lnTo>
                  <a:lnTo>
                    <a:pt x="2182324" y="103661"/>
                  </a:lnTo>
                  <a:lnTo>
                    <a:pt x="2092021" y="88334"/>
                  </a:lnTo>
                  <a:lnTo>
                    <a:pt x="1994793" y="74359"/>
                  </a:lnTo>
                  <a:lnTo>
                    <a:pt x="1891098" y="61650"/>
                  </a:lnTo>
                  <a:lnTo>
                    <a:pt x="1781999" y="50156"/>
                  </a:lnTo>
                  <a:lnTo>
                    <a:pt x="1669291" y="39863"/>
                  </a:lnTo>
                  <a:lnTo>
                    <a:pt x="1555560" y="30781"/>
                  </a:lnTo>
                  <a:lnTo>
                    <a:pt x="1444129" y="22935"/>
                  </a:lnTo>
                  <a:lnTo>
                    <a:pt x="1338846" y="16348"/>
                  </a:lnTo>
                  <a:lnTo>
                    <a:pt x="1243684" y="11020"/>
                  </a:lnTo>
                  <a:lnTo>
                    <a:pt x="1162209" y="6913"/>
                  </a:lnTo>
                  <a:lnTo>
                    <a:pt x="1097002" y="3938"/>
                  </a:lnTo>
                  <a:lnTo>
                    <a:pt x="1049188" y="1956"/>
                  </a:lnTo>
                  <a:lnTo>
                    <a:pt x="1018167" y="783"/>
                  </a:lnTo>
                  <a:lnTo>
                    <a:pt x="1001606" y="210"/>
                  </a:lnTo>
                  <a:lnTo>
                    <a:pt x="995611" y="1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5" name="pl174"/>
            <p:cNvSpPr/>
            <p:nvPr/>
          </p:nvSpPr>
          <p:spPr>
            <a:xfrm>
              <a:off x="1199187" y="3023681"/>
              <a:ext cx="12049831" cy="1776574"/>
            </a:xfrm>
            <a:custGeom>
              <a:avLst/>
              <a:pathLst>
                <a:path w="12049831" h="1776574">
                  <a:moveTo>
                    <a:pt x="0" y="0"/>
                  </a:moveTo>
                  <a:lnTo>
                    <a:pt x="994940" y="0"/>
                  </a:lnTo>
                  <a:lnTo>
                    <a:pt x="996052" y="33"/>
                  </a:lnTo>
                  <a:lnTo>
                    <a:pt x="1003392" y="269"/>
                  </a:lnTo>
                  <a:lnTo>
                    <a:pt x="1022006" y="922"/>
                  </a:lnTo>
                  <a:lnTo>
                    <a:pt x="1055554" y="2209"/>
                  </a:lnTo>
                  <a:lnTo>
                    <a:pt x="1106107" y="4336"/>
                  </a:lnTo>
                  <a:lnTo>
                    <a:pt x="1173987" y="7481"/>
                  </a:lnTo>
                  <a:lnTo>
                    <a:pt x="1257815" y="11775"/>
                  </a:lnTo>
                  <a:lnTo>
                    <a:pt x="1354821" y="17299"/>
                  </a:lnTo>
                  <a:lnTo>
                    <a:pt x="1461336" y="24085"/>
                  </a:lnTo>
                  <a:lnTo>
                    <a:pt x="1573374" y="32127"/>
                  </a:lnTo>
                  <a:lnTo>
                    <a:pt x="1687148" y="41401"/>
                  </a:lnTo>
                  <a:lnTo>
                    <a:pt x="1799439" y="51883"/>
                  </a:lnTo>
                  <a:lnTo>
                    <a:pt x="1907788" y="63566"/>
                  </a:lnTo>
                  <a:lnTo>
                    <a:pt x="2010520" y="76470"/>
                  </a:lnTo>
                  <a:lnTo>
                    <a:pt x="2106676" y="90650"/>
                  </a:lnTo>
                  <a:lnTo>
                    <a:pt x="2195882" y="106201"/>
                  </a:lnTo>
                  <a:lnTo>
                    <a:pt x="2278207" y="123256"/>
                  </a:lnTo>
                  <a:lnTo>
                    <a:pt x="2354030" y="141983"/>
                  </a:lnTo>
                  <a:lnTo>
                    <a:pt x="2423933" y="162586"/>
                  </a:lnTo>
                  <a:lnTo>
                    <a:pt x="2488616" y="185292"/>
                  </a:lnTo>
                  <a:lnTo>
                    <a:pt x="2548833" y="210337"/>
                  </a:lnTo>
                  <a:lnTo>
                    <a:pt x="2605346" y="237950"/>
                  </a:lnTo>
                  <a:lnTo>
                    <a:pt x="2658884" y="268310"/>
                  </a:lnTo>
                  <a:lnTo>
                    <a:pt x="2702183" y="296095"/>
                  </a:lnTo>
                  <a:lnTo>
                    <a:pt x="2753425" y="332820"/>
                  </a:lnTo>
                  <a:lnTo>
                    <a:pt x="2803251" y="372612"/>
                  </a:lnTo>
                  <a:lnTo>
                    <a:pt x="2852100" y="415532"/>
                  </a:lnTo>
                  <a:lnTo>
                    <a:pt x="2900314" y="461572"/>
                  </a:lnTo>
                  <a:lnTo>
                    <a:pt x="2948154" y="510650"/>
                  </a:lnTo>
                  <a:lnTo>
                    <a:pt x="2995814" y="562601"/>
                  </a:lnTo>
                  <a:lnTo>
                    <a:pt x="3043427" y="617178"/>
                  </a:lnTo>
                  <a:lnTo>
                    <a:pt x="3091076" y="674052"/>
                  </a:lnTo>
                  <a:lnTo>
                    <a:pt x="3138800" y="732812"/>
                  </a:lnTo>
                  <a:lnTo>
                    <a:pt x="3186604" y="792983"/>
                  </a:lnTo>
                  <a:lnTo>
                    <a:pt x="3234468" y="854038"/>
                  </a:lnTo>
                  <a:lnTo>
                    <a:pt x="3282355" y="915412"/>
                  </a:lnTo>
                  <a:lnTo>
                    <a:pt x="3330224" y="976533"/>
                  </a:lnTo>
                  <a:lnTo>
                    <a:pt x="3378036" y="1036835"/>
                  </a:lnTo>
                  <a:lnTo>
                    <a:pt x="3425770" y="1095785"/>
                  </a:lnTo>
                  <a:lnTo>
                    <a:pt x="3473426" y="1152900"/>
                  </a:lnTo>
                  <a:lnTo>
                    <a:pt x="3521039" y="1207762"/>
                  </a:lnTo>
                  <a:lnTo>
                    <a:pt x="3568688" y="1260033"/>
                  </a:lnTo>
                  <a:lnTo>
                    <a:pt x="3616499" y="1309454"/>
                  </a:lnTo>
                  <a:lnTo>
                    <a:pt x="3664658" y="1355853"/>
                  </a:lnTo>
                  <a:lnTo>
                    <a:pt x="3713417" y="1399137"/>
                  </a:lnTo>
                  <a:lnTo>
                    <a:pt x="3763109" y="1439291"/>
                  </a:lnTo>
                  <a:lnTo>
                    <a:pt x="3814160" y="1476367"/>
                  </a:lnTo>
                  <a:lnTo>
                    <a:pt x="3820202" y="1480479"/>
                  </a:lnTo>
                  <a:lnTo>
                    <a:pt x="3871746" y="1513222"/>
                  </a:lnTo>
                  <a:lnTo>
                    <a:pt x="3925705" y="1543142"/>
                  </a:lnTo>
                  <a:lnTo>
                    <a:pt x="3982751" y="1570337"/>
                  </a:lnTo>
                  <a:lnTo>
                    <a:pt x="4043620" y="1595000"/>
                  </a:lnTo>
                  <a:lnTo>
                    <a:pt x="4109074" y="1617359"/>
                  </a:lnTo>
                  <a:lnTo>
                    <a:pt x="4179863" y="1637653"/>
                  </a:lnTo>
                  <a:lnTo>
                    <a:pt x="4256673" y="1656105"/>
                  </a:lnTo>
                  <a:lnTo>
                    <a:pt x="4340061" y="1672913"/>
                  </a:lnTo>
                  <a:lnTo>
                    <a:pt x="4430364" y="1688240"/>
                  </a:lnTo>
                  <a:lnTo>
                    <a:pt x="4527592" y="1702215"/>
                  </a:lnTo>
                  <a:lnTo>
                    <a:pt x="4631287" y="1714924"/>
                  </a:lnTo>
                  <a:lnTo>
                    <a:pt x="4740386" y="1726418"/>
                  </a:lnTo>
                  <a:lnTo>
                    <a:pt x="4853094" y="1736711"/>
                  </a:lnTo>
                  <a:lnTo>
                    <a:pt x="4966825" y="1745793"/>
                  </a:lnTo>
                  <a:lnTo>
                    <a:pt x="5078256" y="1753639"/>
                  </a:lnTo>
                  <a:lnTo>
                    <a:pt x="5183539" y="1760226"/>
                  </a:lnTo>
                  <a:lnTo>
                    <a:pt x="5278701" y="1765554"/>
                  </a:lnTo>
                  <a:lnTo>
                    <a:pt x="5360176" y="1769661"/>
                  </a:lnTo>
                  <a:lnTo>
                    <a:pt x="5425383" y="1772635"/>
                  </a:lnTo>
                  <a:lnTo>
                    <a:pt x="5473197" y="1774618"/>
                  </a:lnTo>
                  <a:lnTo>
                    <a:pt x="5504218" y="1775791"/>
                  </a:lnTo>
                  <a:lnTo>
                    <a:pt x="5520779" y="1776364"/>
                  </a:lnTo>
                  <a:lnTo>
                    <a:pt x="5526774" y="1776555"/>
                  </a:lnTo>
                  <a:lnTo>
                    <a:pt x="5527445" y="1776574"/>
                  </a:lnTo>
                  <a:lnTo>
                    <a:pt x="6522385" y="1776574"/>
                  </a:lnTo>
                  <a:lnTo>
                    <a:pt x="6523519" y="1776564"/>
                  </a:lnTo>
                  <a:lnTo>
                    <a:pt x="6531003" y="1776488"/>
                  </a:lnTo>
                  <a:lnTo>
                    <a:pt x="6549969" y="1776280"/>
                  </a:lnTo>
                  <a:lnTo>
                    <a:pt x="6584127" y="1775870"/>
                  </a:lnTo>
                  <a:lnTo>
                    <a:pt x="6635549" y="1775191"/>
                  </a:lnTo>
                  <a:lnTo>
                    <a:pt x="6704508" y="1774188"/>
                  </a:lnTo>
                  <a:lnTo>
                    <a:pt x="6789541" y="1772820"/>
                  </a:lnTo>
                  <a:lnTo>
                    <a:pt x="6887768" y="1771061"/>
                  </a:lnTo>
                  <a:lnTo>
                    <a:pt x="6995419" y="1768903"/>
                  </a:lnTo>
                  <a:lnTo>
                    <a:pt x="7108424" y="1766346"/>
                  </a:lnTo>
                  <a:lnTo>
                    <a:pt x="7222951" y="1763400"/>
                  </a:lnTo>
                  <a:lnTo>
                    <a:pt x="7335766" y="1760072"/>
                  </a:lnTo>
                  <a:lnTo>
                    <a:pt x="7444420" y="1756362"/>
                  </a:lnTo>
                  <a:lnTo>
                    <a:pt x="7547270" y="1752265"/>
                  </a:lnTo>
                  <a:lnTo>
                    <a:pt x="7643399" y="1747761"/>
                  </a:lnTo>
                  <a:lnTo>
                    <a:pt x="7732474" y="1742819"/>
                  </a:lnTo>
                  <a:lnTo>
                    <a:pt x="7814604" y="1737395"/>
                  </a:lnTo>
                  <a:lnTo>
                    <a:pt x="7890203" y="1731434"/>
                  </a:lnTo>
                  <a:lnTo>
                    <a:pt x="7959884" y="1724871"/>
                  </a:lnTo>
                  <a:lnTo>
                    <a:pt x="8024369" y="1717632"/>
                  </a:lnTo>
                  <a:lnTo>
                    <a:pt x="8084433" y="1709641"/>
                  </a:lnTo>
                  <a:lnTo>
                    <a:pt x="8140850" y="1700827"/>
                  </a:lnTo>
                  <a:lnTo>
                    <a:pt x="8194355" y="1691137"/>
                  </a:lnTo>
                  <a:lnTo>
                    <a:pt x="8229629" y="1683990"/>
                  </a:lnTo>
                  <a:lnTo>
                    <a:pt x="8289727" y="1670388"/>
                  </a:lnTo>
                  <a:lnTo>
                    <a:pt x="8347980" y="1655453"/>
                  </a:lnTo>
                  <a:lnTo>
                    <a:pt x="8405058" y="1639165"/>
                  </a:lnTo>
                  <a:lnTo>
                    <a:pt x="8461459" y="1621543"/>
                  </a:lnTo>
                  <a:lnTo>
                    <a:pt x="8517538" y="1602655"/>
                  </a:lnTo>
                  <a:lnTo>
                    <a:pt x="8573531" y="1582618"/>
                  </a:lnTo>
                  <a:lnTo>
                    <a:pt x="8629575" y="1561598"/>
                  </a:lnTo>
                  <a:lnTo>
                    <a:pt x="8685728" y="1539808"/>
                  </a:lnTo>
                  <a:lnTo>
                    <a:pt x="8741983" y="1517500"/>
                  </a:lnTo>
                  <a:lnTo>
                    <a:pt x="8798292" y="1494951"/>
                  </a:lnTo>
                  <a:lnTo>
                    <a:pt x="8854590" y="1472452"/>
                  </a:lnTo>
                  <a:lnTo>
                    <a:pt x="8910813" y="1450291"/>
                  </a:lnTo>
                  <a:lnTo>
                    <a:pt x="8966927" y="1428739"/>
                  </a:lnTo>
                  <a:lnTo>
                    <a:pt x="9022944" y="1408034"/>
                  </a:lnTo>
                  <a:lnTo>
                    <a:pt x="9078946" y="1388375"/>
                  </a:lnTo>
                  <a:lnTo>
                    <a:pt x="9135103" y="1369910"/>
                  </a:lnTo>
                  <a:lnTo>
                    <a:pt x="9191689" y="1352740"/>
                  </a:lnTo>
                  <a:lnTo>
                    <a:pt x="9249106" y="1336916"/>
                  </a:lnTo>
                  <a:lnTo>
                    <a:pt x="9307906" y="1322443"/>
                  </a:lnTo>
                  <a:lnTo>
                    <a:pt x="9347647" y="1313652"/>
                  </a:lnTo>
                  <a:lnTo>
                    <a:pt x="9399544" y="1303348"/>
                  </a:lnTo>
                  <a:lnTo>
                    <a:pt x="9453893" y="1293939"/>
                  </a:lnTo>
                  <a:lnTo>
                    <a:pt x="9511380" y="1285392"/>
                  </a:lnTo>
                  <a:lnTo>
                    <a:pt x="9572756" y="1277647"/>
                  </a:lnTo>
                  <a:lnTo>
                    <a:pt x="9638799" y="1270629"/>
                  </a:lnTo>
                  <a:lnTo>
                    <a:pt x="9710275" y="1264263"/>
                  </a:lnTo>
                  <a:lnTo>
                    <a:pt x="9787878" y="1258479"/>
                  </a:lnTo>
                  <a:lnTo>
                    <a:pt x="9872168" y="1253213"/>
                  </a:lnTo>
                  <a:lnTo>
                    <a:pt x="9963476" y="1248413"/>
                  </a:lnTo>
                  <a:lnTo>
                    <a:pt x="10061789" y="1244040"/>
                  </a:lnTo>
                  <a:lnTo>
                    <a:pt x="10166603" y="1240067"/>
                  </a:lnTo>
                  <a:lnTo>
                    <a:pt x="10276785" y="1236478"/>
                  </a:lnTo>
                  <a:lnTo>
                    <a:pt x="10390444" y="1233270"/>
                  </a:lnTo>
                  <a:lnTo>
                    <a:pt x="10504873" y="1230446"/>
                  </a:lnTo>
                  <a:lnTo>
                    <a:pt x="10616623" y="1228014"/>
                  </a:lnTo>
                  <a:lnTo>
                    <a:pt x="10721735" y="1225982"/>
                  </a:lnTo>
                  <a:lnTo>
                    <a:pt x="10816173" y="1224348"/>
                  </a:lnTo>
                  <a:lnTo>
                    <a:pt x="10896382" y="1223099"/>
                  </a:lnTo>
                  <a:lnTo>
                    <a:pt x="10959883" y="1222204"/>
                  </a:lnTo>
                  <a:lnTo>
                    <a:pt x="11005738" y="1221617"/>
                  </a:lnTo>
                  <a:lnTo>
                    <a:pt x="11034793" y="1221277"/>
                  </a:lnTo>
                  <a:lnTo>
                    <a:pt x="11049660" y="1221118"/>
                  </a:lnTo>
                  <a:lnTo>
                    <a:pt x="11054522" y="1221071"/>
                  </a:lnTo>
                  <a:lnTo>
                    <a:pt x="11054891" y="1221067"/>
                  </a:lnTo>
                  <a:lnTo>
                    <a:pt x="12049831" y="1221067"/>
                  </a:lnTo>
                  <a:lnTo>
                    <a:pt x="12049831" y="12210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" name="pl175"/>
            <p:cNvSpPr/>
            <p:nvPr/>
          </p:nvSpPr>
          <p:spPr>
            <a:xfrm>
              <a:off x="1199187" y="3007959"/>
              <a:ext cx="12049831" cy="1776574"/>
            </a:xfrm>
            <a:custGeom>
              <a:avLst/>
              <a:pathLst>
                <a:path w="12049831" h="1776574">
                  <a:moveTo>
                    <a:pt x="12049831" y="1221067"/>
                  </a:moveTo>
                  <a:lnTo>
                    <a:pt x="11054891" y="1221067"/>
                  </a:lnTo>
                  <a:lnTo>
                    <a:pt x="11053757" y="1221078"/>
                  </a:lnTo>
                  <a:lnTo>
                    <a:pt x="11046273" y="1221153"/>
                  </a:lnTo>
                  <a:lnTo>
                    <a:pt x="11027308" y="1221362"/>
                  </a:lnTo>
                  <a:lnTo>
                    <a:pt x="10993149" y="1221772"/>
                  </a:lnTo>
                  <a:lnTo>
                    <a:pt x="10941727" y="1222451"/>
                  </a:lnTo>
                  <a:lnTo>
                    <a:pt x="10872769" y="1223453"/>
                  </a:lnTo>
                  <a:lnTo>
                    <a:pt x="10787736" y="1224822"/>
                  </a:lnTo>
                  <a:lnTo>
                    <a:pt x="10689509" y="1226580"/>
                  </a:lnTo>
                  <a:lnTo>
                    <a:pt x="10581858" y="1228739"/>
                  </a:lnTo>
                  <a:lnTo>
                    <a:pt x="10468852" y="1231295"/>
                  </a:lnTo>
                  <a:lnTo>
                    <a:pt x="10354325" y="1234241"/>
                  </a:lnTo>
                  <a:lnTo>
                    <a:pt x="10241511" y="1237570"/>
                  </a:lnTo>
                  <a:lnTo>
                    <a:pt x="10132857" y="1241279"/>
                  </a:lnTo>
                  <a:lnTo>
                    <a:pt x="10030006" y="1245377"/>
                  </a:lnTo>
                  <a:lnTo>
                    <a:pt x="9933878" y="1249881"/>
                  </a:lnTo>
                  <a:lnTo>
                    <a:pt x="9844803" y="1254823"/>
                  </a:lnTo>
                  <a:lnTo>
                    <a:pt x="9762673" y="1260247"/>
                  </a:lnTo>
                  <a:lnTo>
                    <a:pt x="9687073" y="1266207"/>
                  </a:lnTo>
                  <a:lnTo>
                    <a:pt x="9617393" y="1272771"/>
                  </a:lnTo>
                  <a:lnTo>
                    <a:pt x="9552907" y="1280010"/>
                  </a:lnTo>
                  <a:lnTo>
                    <a:pt x="9492843" y="1288001"/>
                  </a:lnTo>
                  <a:lnTo>
                    <a:pt x="9436426" y="1296814"/>
                  </a:lnTo>
                  <a:lnTo>
                    <a:pt x="9382921" y="1306505"/>
                  </a:lnTo>
                  <a:lnTo>
                    <a:pt x="9347647" y="1313652"/>
                  </a:lnTo>
                  <a:lnTo>
                    <a:pt x="9287550" y="1327254"/>
                  </a:lnTo>
                  <a:lnTo>
                    <a:pt x="9229297" y="1342189"/>
                  </a:lnTo>
                  <a:lnTo>
                    <a:pt x="9172218" y="1358477"/>
                  </a:lnTo>
                  <a:lnTo>
                    <a:pt x="9115817" y="1376099"/>
                  </a:lnTo>
                  <a:lnTo>
                    <a:pt x="9059739" y="1394987"/>
                  </a:lnTo>
                  <a:lnTo>
                    <a:pt x="9003746" y="1415024"/>
                  </a:lnTo>
                  <a:lnTo>
                    <a:pt x="8947701" y="1436044"/>
                  </a:lnTo>
                  <a:lnTo>
                    <a:pt x="8891549" y="1457833"/>
                  </a:lnTo>
                  <a:lnTo>
                    <a:pt x="8835294" y="1480142"/>
                  </a:lnTo>
                  <a:lnTo>
                    <a:pt x="8778984" y="1502691"/>
                  </a:lnTo>
                  <a:lnTo>
                    <a:pt x="8722687" y="1525190"/>
                  </a:lnTo>
                  <a:lnTo>
                    <a:pt x="8666463" y="1547351"/>
                  </a:lnTo>
                  <a:lnTo>
                    <a:pt x="8610350" y="1568903"/>
                  </a:lnTo>
                  <a:lnTo>
                    <a:pt x="8554333" y="1589608"/>
                  </a:lnTo>
                  <a:lnTo>
                    <a:pt x="8498331" y="1609267"/>
                  </a:lnTo>
                  <a:lnTo>
                    <a:pt x="8442174" y="1627732"/>
                  </a:lnTo>
                  <a:lnTo>
                    <a:pt x="8385587" y="1644901"/>
                  </a:lnTo>
                  <a:lnTo>
                    <a:pt x="8328170" y="1660726"/>
                  </a:lnTo>
                  <a:lnTo>
                    <a:pt x="8269370" y="1675199"/>
                  </a:lnTo>
                  <a:lnTo>
                    <a:pt x="8229629" y="1683990"/>
                  </a:lnTo>
                  <a:lnTo>
                    <a:pt x="8177732" y="1694294"/>
                  </a:lnTo>
                  <a:lnTo>
                    <a:pt x="8123383" y="1703703"/>
                  </a:lnTo>
                  <a:lnTo>
                    <a:pt x="8065897" y="1712250"/>
                  </a:lnTo>
                  <a:lnTo>
                    <a:pt x="8004521" y="1719995"/>
                  </a:lnTo>
                  <a:lnTo>
                    <a:pt x="7938477" y="1727013"/>
                  </a:lnTo>
                  <a:lnTo>
                    <a:pt x="7867002" y="1733378"/>
                  </a:lnTo>
                  <a:lnTo>
                    <a:pt x="7789399" y="1739163"/>
                  </a:lnTo>
                  <a:lnTo>
                    <a:pt x="7705109" y="1744429"/>
                  </a:lnTo>
                  <a:lnTo>
                    <a:pt x="7613800" y="1749229"/>
                  </a:lnTo>
                  <a:lnTo>
                    <a:pt x="7515488" y="1753602"/>
                  </a:lnTo>
                  <a:lnTo>
                    <a:pt x="7410674" y="1757575"/>
                  </a:lnTo>
                  <a:lnTo>
                    <a:pt x="7300491" y="1761164"/>
                  </a:lnTo>
                  <a:lnTo>
                    <a:pt x="7186833" y="1764372"/>
                  </a:lnTo>
                  <a:lnTo>
                    <a:pt x="7072403" y="1767196"/>
                  </a:lnTo>
                  <a:lnTo>
                    <a:pt x="6960654" y="1769628"/>
                  </a:lnTo>
                  <a:lnTo>
                    <a:pt x="6855542" y="1771660"/>
                  </a:lnTo>
                  <a:lnTo>
                    <a:pt x="6761104" y="1773294"/>
                  </a:lnTo>
                  <a:lnTo>
                    <a:pt x="6680894" y="1774543"/>
                  </a:lnTo>
                  <a:lnTo>
                    <a:pt x="6617393" y="1775438"/>
                  </a:lnTo>
                  <a:lnTo>
                    <a:pt x="6571539" y="1776025"/>
                  </a:lnTo>
                  <a:lnTo>
                    <a:pt x="6542484" y="1776364"/>
                  </a:lnTo>
                  <a:lnTo>
                    <a:pt x="6527616" y="1776523"/>
                  </a:lnTo>
                  <a:lnTo>
                    <a:pt x="6522755" y="1776571"/>
                  </a:lnTo>
                  <a:lnTo>
                    <a:pt x="6522385" y="1776574"/>
                  </a:lnTo>
                  <a:lnTo>
                    <a:pt x="5527445" y="1776574"/>
                  </a:lnTo>
                  <a:lnTo>
                    <a:pt x="5526333" y="1776541"/>
                  </a:lnTo>
                  <a:lnTo>
                    <a:pt x="5518993" y="1776305"/>
                  </a:lnTo>
                  <a:lnTo>
                    <a:pt x="5500379" y="1775652"/>
                  </a:lnTo>
                  <a:lnTo>
                    <a:pt x="5466831" y="1774365"/>
                  </a:lnTo>
                  <a:lnTo>
                    <a:pt x="5416278" y="1772238"/>
                  </a:lnTo>
                  <a:lnTo>
                    <a:pt x="5348398" y="1769093"/>
                  </a:lnTo>
                  <a:lnTo>
                    <a:pt x="5264570" y="1764799"/>
                  </a:lnTo>
                  <a:lnTo>
                    <a:pt x="5167564" y="1759274"/>
                  </a:lnTo>
                  <a:lnTo>
                    <a:pt x="5061049" y="1752489"/>
                  </a:lnTo>
                  <a:lnTo>
                    <a:pt x="4949011" y="1744447"/>
                  </a:lnTo>
                  <a:lnTo>
                    <a:pt x="4835237" y="1735173"/>
                  </a:lnTo>
                  <a:lnTo>
                    <a:pt x="4722946" y="1724691"/>
                  </a:lnTo>
                  <a:lnTo>
                    <a:pt x="4614597" y="1713008"/>
                  </a:lnTo>
                  <a:lnTo>
                    <a:pt x="4511865" y="1700104"/>
                  </a:lnTo>
                  <a:lnTo>
                    <a:pt x="4415709" y="1685924"/>
                  </a:lnTo>
                  <a:lnTo>
                    <a:pt x="4326503" y="1670373"/>
                  </a:lnTo>
                  <a:lnTo>
                    <a:pt x="4244178" y="1653318"/>
                  </a:lnTo>
                  <a:lnTo>
                    <a:pt x="4168355" y="1634591"/>
                  </a:lnTo>
                  <a:lnTo>
                    <a:pt x="4098452" y="1613988"/>
                  </a:lnTo>
                  <a:lnTo>
                    <a:pt x="4033769" y="1591282"/>
                  </a:lnTo>
                  <a:lnTo>
                    <a:pt x="3973552" y="1566237"/>
                  </a:lnTo>
                  <a:lnTo>
                    <a:pt x="3917039" y="1538624"/>
                  </a:lnTo>
                  <a:lnTo>
                    <a:pt x="3863501" y="1508264"/>
                  </a:lnTo>
                  <a:lnTo>
                    <a:pt x="3820202" y="1480479"/>
                  </a:lnTo>
                  <a:lnTo>
                    <a:pt x="3768960" y="1443754"/>
                  </a:lnTo>
                  <a:lnTo>
                    <a:pt x="3719134" y="1403962"/>
                  </a:lnTo>
                  <a:lnTo>
                    <a:pt x="3670285" y="1361041"/>
                  </a:lnTo>
                  <a:lnTo>
                    <a:pt x="3622071" y="1315001"/>
                  </a:lnTo>
                  <a:lnTo>
                    <a:pt x="3574231" y="1265924"/>
                  </a:lnTo>
                  <a:lnTo>
                    <a:pt x="3526571" y="1213973"/>
                  </a:lnTo>
                  <a:lnTo>
                    <a:pt x="3478958" y="1159395"/>
                  </a:lnTo>
                  <a:lnTo>
                    <a:pt x="3431309" y="1102522"/>
                  </a:lnTo>
                  <a:lnTo>
                    <a:pt x="3383585" y="1043762"/>
                  </a:lnTo>
                  <a:lnTo>
                    <a:pt x="3335781" y="983591"/>
                  </a:lnTo>
                  <a:lnTo>
                    <a:pt x="3287917" y="922536"/>
                  </a:lnTo>
                  <a:lnTo>
                    <a:pt x="3240030" y="861161"/>
                  </a:lnTo>
                  <a:lnTo>
                    <a:pt x="3192161" y="800041"/>
                  </a:lnTo>
                  <a:lnTo>
                    <a:pt x="3144349" y="739739"/>
                  </a:lnTo>
                  <a:lnTo>
                    <a:pt x="3096615" y="680789"/>
                  </a:lnTo>
                  <a:lnTo>
                    <a:pt x="3048959" y="623674"/>
                  </a:lnTo>
                  <a:lnTo>
                    <a:pt x="3001346" y="568811"/>
                  </a:lnTo>
                  <a:lnTo>
                    <a:pt x="2953697" y="516541"/>
                  </a:lnTo>
                  <a:lnTo>
                    <a:pt x="2905886" y="467120"/>
                  </a:lnTo>
                  <a:lnTo>
                    <a:pt x="2857727" y="420721"/>
                  </a:lnTo>
                  <a:lnTo>
                    <a:pt x="2808968" y="377437"/>
                  </a:lnTo>
                  <a:lnTo>
                    <a:pt x="2759276" y="337283"/>
                  </a:lnTo>
                  <a:lnTo>
                    <a:pt x="2708225" y="300207"/>
                  </a:lnTo>
                  <a:lnTo>
                    <a:pt x="2702183" y="296095"/>
                  </a:lnTo>
                  <a:lnTo>
                    <a:pt x="2650639" y="263352"/>
                  </a:lnTo>
                  <a:lnTo>
                    <a:pt x="2596680" y="233432"/>
                  </a:lnTo>
                  <a:lnTo>
                    <a:pt x="2539634" y="206237"/>
                  </a:lnTo>
                  <a:lnTo>
                    <a:pt x="2478765" y="181574"/>
                  </a:lnTo>
                  <a:lnTo>
                    <a:pt x="2413311" y="159215"/>
                  </a:lnTo>
                  <a:lnTo>
                    <a:pt x="2342522" y="138921"/>
                  </a:lnTo>
                  <a:lnTo>
                    <a:pt x="2265712" y="120469"/>
                  </a:lnTo>
                  <a:lnTo>
                    <a:pt x="2182324" y="103661"/>
                  </a:lnTo>
                  <a:lnTo>
                    <a:pt x="2092021" y="88334"/>
                  </a:lnTo>
                  <a:lnTo>
                    <a:pt x="1994793" y="74359"/>
                  </a:lnTo>
                  <a:lnTo>
                    <a:pt x="1891098" y="61650"/>
                  </a:lnTo>
                  <a:lnTo>
                    <a:pt x="1781999" y="50156"/>
                  </a:lnTo>
                  <a:lnTo>
                    <a:pt x="1669291" y="39863"/>
                  </a:lnTo>
                  <a:lnTo>
                    <a:pt x="1555560" y="30781"/>
                  </a:lnTo>
                  <a:lnTo>
                    <a:pt x="1444129" y="22935"/>
                  </a:lnTo>
                  <a:lnTo>
                    <a:pt x="1338846" y="16348"/>
                  </a:lnTo>
                  <a:lnTo>
                    <a:pt x="1243684" y="11020"/>
                  </a:lnTo>
                  <a:lnTo>
                    <a:pt x="1162209" y="6913"/>
                  </a:lnTo>
                  <a:lnTo>
                    <a:pt x="1097002" y="3938"/>
                  </a:lnTo>
                  <a:lnTo>
                    <a:pt x="1049188" y="1956"/>
                  </a:lnTo>
                  <a:lnTo>
                    <a:pt x="1018167" y="783"/>
                  </a:lnTo>
                  <a:lnTo>
                    <a:pt x="1001606" y="210"/>
                  </a:lnTo>
                  <a:lnTo>
                    <a:pt x="995611" y="1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" name="pg176"/>
            <p:cNvSpPr/>
            <p:nvPr/>
          </p:nvSpPr>
          <p:spPr>
            <a:xfrm>
              <a:off x="1199187" y="3023681"/>
              <a:ext cx="12049831" cy="1918072"/>
            </a:xfrm>
            <a:custGeom>
              <a:avLst/>
              <a:pathLst>
                <a:path w="12049831" h="1918072">
                  <a:moveTo>
                    <a:pt x="0" y="5240"/>
                  </a:moveTo>
                  <a:lnTo>
                    <a:pt x="994940" y="5240"/>
                  </a:lnTo>
                  <a:lnTo>
                    <a:pt x="996051" y="5274"/>
                  </a:lnTo>
                  <a:lnTo>
                    <a:pt x="1003390" y="5511"/>
                  </a:lnTo>
                  <a:lnTo>
                    <a:pt x="1021999" y="6168"/>
                  </a:lnTo>
                  <a:lnTo>
                    <a:pt x="1055540" y="7462"/>
                  </a:lnTo>
                  <a:lnTo>
                    <a:pt x="1106082" y="9601"/>
                  </a:lnTo>
                  <a:lnTo>
                    <a:pt x="1173947" y="12764"/>
                  </a:lnTo>
                  <a:lnTo>
                    <a:pt x="1257760" y="17082"/>
                  </a:lnTo>
                  <a:lnTo>
                    <a:pt x="1354751" y="22638"/>
                  </a:lnTo>
                  <a:lnTo>
                    <a:pt x="1461251" y="29462"/>
                  </a:lnTo>
                  <a:lnTo>
                    <a:pt x="1573276" y="37550"/>
                  </a:lnTo>
                  <a:lnTo>
                    <a:pt x="1687040" y="46876"/>
                  </a:lnTo>
                  <a:lnTo>
                    <a:pt x="1799325" y="57418"/>
                  </a:lnTo>
                  <a:lnTo>
                    <a:pt x="1907669" y="69168"/>
                  </a:lnTo>
                  <a:lnTo>
                    <a:pt x="2010399" y="82145"/>
                  </a:lnTo>
                  <a:lnTo>
                    <a:pt x="2106556" y="96406"/>
                  </a:lnTo>
                  <a:lnTo>
                    <a:pt x="2195763" y="112046"/>
                  </a:lnTo>
                  <a:lnTo>
                    <a:pt x="2278091" y="129197"/>
                  </a:lnTo>
                  <a:lnTo>
                    <a:pt x="2353917" y="148031"/>
                  </a:lnTo>
                  <a:lnTo>
                    <a:pt x="2423823" y="168750"/>
                  </a:lnTo>
                  <a:lnTo>
                    <a:pt x="2488508" y="191584"/>
                  </a:lnTo>
                  <a:lnTo>
                    <a:pt x="2548727" y="216771"/>
                  </a:lnTo>
                  <a:lnTo>
                    <a:pt x="2605242" y="244539"/>
                  </a:lnTo>
                  <a:lnTo>
                    <a:pt x="2658780" y="275070"/>
                  </a:lnTo>
                  <a:lnTo>
                    <a:pt x="2702183" y="303083"/>
                  </a:lnTo>
                  <a:lnTo>
                    <a:pt x="2753346" y="339964"/>
                  </a:lnTo>
                  <a:lnTo>
                    <a:pt x="2803097" y="379922"/>
                  </a:lnTo>
                  <a:lnTo>
                    <a:pt x="2851873" y="423015"/>
                  </a:lnTo>
                  <a:lnTo>
                    <a:pt x="2900015" y="469238"/>
                  </a:lnTo>
                  <a:lnTo>
                    <a:pt x="2947782" y="518507"/>
                  </a:lnTo>
                  <a:lnTo>
                    <a:pt x="2995369" y="570659"/>
                  </a:lnTo>
                  <a:lnTo>
                    <a:pt x="3042908" y="625448"/>
                  </a:lnTo>
                  <a:lnTo>
                    <a:pt x="3090482" y="682543"/>
                  </a:lnTo>
                  <a:lnTo>
                    <a:pt x="3138130" y="741536"/>
                  </a:lnTo>
                  <a:lnTo>
                    <a:pt x="3185858" y="801951"/>
                  </a:lnTo>
                  <a:lnTo>
                    <a:pt x="3233647" y="863260"/>
                  </a:lnTo>
                  <a:lnTo>
                    <a:pt x="3281460" y="924900"/>
                  </a:lnTo>
                  <a:lnTo>
                    <a:pt x="3329254" y="986296"/>
                  </a:lnTo>
                  <a:lnTo>
                    <a:pt x="3376994" y="1046882"/>
                  </a:lnTo>
                  <a:lnTo>
                    <a:pt x="3424655" y="1106124"/>
                  </a:lnTo>
                  <a:lnTo>
                    <a:pt x="3472238" y="1163536"/>
                  </a:lnTo>
                  <a:lnTo>
                    <a:pt x="3519778" y="1218699"/>
                  </a:lnTo>
                  <a:lnTo>
                    <a:pt x="3567350" y="1271271"/>
                  </a:lnTo>
                  <a:lnTo>
                    <a:pt x="3615080" y="1320991"/>
                  </a:lnTo>
                  <a:lnTo>
                    <a:pt x="3663149" y="1367685"/>
                  </a:lnTo>
                  <a:lnTo>
                    <a:pt x="3711809" y="1411257"/>
                  </a:lnTo>
                  <a:lnTo>
                    <a:pt x="3761386" y="1451690"/>
                  </a:lnTo>
                  <a:lnTo>
                    <a:pt x="3812301" y="1489033"/>
                  </a:lnTo>
                  <a:lnTo>
                    <a:pt x="3820202" y="1494454"/>
                  </a:lnTo>
                  <a:lnTo>
                    <a:pt x="3871741" y="1527388"/>
                  </a:lnTo>
                  <a:lnTo>
                    <a:pt x="3925696" y="1557482"/>
                  </a:lnTo>
                  <a:lnTo>
                    <a:pt x="3982736" y="1584836"/>
                  </a:lnTo>
                  <a:lnTo>
                    <a:pt x="4043598" y="1609642"/>
                  </a:lnTo>
                  <a:lnTo>
                    <a:pt x="4109044" y="1632132"/>
                  </a:lnTo>
                  <a:lnTo>
                    <a:pt x="4179825" y="1652545"/>
                  </a:lnTo>
                  <a:lnTo>
                    <a:pt x="4256625" y="1671105"/>
                  </a:lnTo>
                  <a:lnTo>
                    <a:pt x="4340001" y="1688012"/>
                  </a:lnTo>
                  <a:lnTo>
                    <a:pt x="4430291" y="1703430"/>
                  </a:lnTo>
                  <a:lnTo>
                    <a:pt x="4527505" y="1717486"/>
                  </a:lnTo>
                  <a:lnTo>
                    <a:pt x="4631186" y="1730271"/>
                  </a:lnTo>
                  <a:lnTo>
                    <a:pt x="4740270" y="1741832"/>
                  </a:lnTo>
                  <a:lnTo>
                    <a:pt x="4852966" y="1752187"/>
                  </a:lnTo>
                  <a:lnTo>
                    <a:pt x="4966689" y="1761323"/>
                  </a:lnTo>
                  <a:lnTo>
                    <a:pt x="5078115" y="1769216"/>
                  </a:lnTo>
                  <a:lnTo>
                    <a:pt x="5183400" y="1775843"/>
                  </a:lnTo>
                  <a:lnTo>
                    <a:pt x="5278571" y="1781204"/>
                  </a:lnTo>
                  <a:lnTo>
                    <a:pt x="5360062" y="1785336"/>
                  </a:lnTo>
                  <a:lnTo>
                    <a:pt x="5425290" y="1788330"/>
                  </a:lnTo>
                  <a:lnTo>
                    <a:pt x="5473129" y="1790326"/>
                  </a:lnTo>
                  <a:lnTo>
                    <a:pt x="5504176" y="1791507"/>
                  </a:lnTo>
                  <a:lnTo>
                    <a:pt x="5520759" y="1792084"/>
                  </a:lnTo>
                  <a:lnTo>
                    <a:pt x="5526769" y="1792276"/>
                  </a:lnTo>
                  <a:lnTo>
                    <a:pt x="5527445" y="1792296"/>
                  </a:lnTo>
                  <a:lnTo>
                    <a:pt x="6522385" y="1792296"/>
                  </a:lnTo>
                  <a:lnTo>
                    <a:pt x="6523522" y="1792299"/>
                  </a:lnTo>
                  <a:lnTo>
                    <a:pt x="6531021" y="1792316"/>
                  </a:lnTo>
                  <a:lnTo>
                    <a:pt x="6550023" y="1792363"/>
                  </a:lnTo>
                  <a:lnTo>
                    <a:pt x="6584246" y="1792456"/>
                  </a:lnTo>
                  <a:lnTo>
                    <a:pt x="6635759" y="1792610"/>
                  </a:lnTo>
                  <a:lnTo>
                    <a:pt x="6704831" y="1792838"/>
                  </a:lnTo>
                  <a:lnTo>
                    <a:pt x="6789990" y="1793148"/>
                  </a:lnTo>
                  <a:lnTo>
                    <a:pt x="6888346" y="1793547"/>
                  </a:lnTo>
                  <a:lnTo>
                    <a:pt x="6996115" y="1794037"/>
                  </a:lnTo>
                  <a:lnTo>
                    <a:pt x="7109221" y="1794616"/>
                  </a:lnTo>
                  <a:lnTo>
                    <a:pt x="7223826" y="1795285"/>
                  </a:lnTo>
                  <a:lnTo>
                    <a:pt x="7336694" y="1796040"/>
                  </a:lnTo>
                  <a:lnTo>
                    <a:pt x="7445379" y="1796881"/>
                  </a:lnTo>
                  <a:lnTo>
                    <a:pt x="7548241" y="1797810"/>
                  </a:lnTo>
                  <a:lnTo>
                    <a:pt x="7644366" y="1798831"/>
                  </a:lnTo>
                  <a:lnTo>
                    <a:pt x="7733427" y="1799952"/>
                  </a:lnTo>
                  <a:lnTo>
                    <a:pt x="7815536" y="1801182"/>
                  </a:lnTo>
                  <a:lnTo>
                    <a:pt x="7891112" y="1802535"/>
                  </a:lnTo>
                  <a:lnTo>
                    <a:pt x="7960770" y="1804024"/>
                  </a:lnTo>
                  <a:lnTo>
                    <a:pt x="8025235" y="1805666"/>
                  </a:lnTo>
                  <a:lnTo>
                    <a:pt x="8085283" y="1807479"/>
                  </a:lnTo>
                  <a:lnTo>
                    <a:pt x="8141690" y="1809479"/>
                  </a:lnTo>
                  <a:lnTo>
                    <a:pt x="8195193" y="1811677"/>
                  </a:lnTo>
                  <a:lnTo>
                    <a:pt x="8229629" y="1813259"/>
                  </a:lnTo>
                  <a:lnTo>
                    <a:pt x="8291198" y="1816419"/>
                  </a:lnTo>
                  <a:lnTo>
                    <a:pt x="8350849" y="1819897"/>
                  </a:lnTo>
                  <a:lnTo>
                    <a:pt x="8409295" y="1823696"/>
                  </a:lnTo>
                  <a:lnTo>
                    <a:pt x="8467061" y="1827812"/>
                  </a:lnTo>
                  <a:lnTo>
                    <a:pt x="8524519" y="1832226"/>
                  </a:lnTo>
                  <a:lnTo>
                    <a:pt x="8581909" y="1836910"/>
                  </a:lnTo>
                  <a:lnTo>
                    <a:pt x="8639367" y="1841820"/>
                  </a:lnTo>
                  <a:lnTo>
                    <a:pt x="8696941" y="1846904"/>
                  </a:lnTo>
                  <a:lnTo>
                    <a:pt x="8754615" y="1852098"/>
                  </a:lnTo>
                  <a:lnTo>
                    <a:pt x="8812332" y="1857334"/>
                  </a:lnTo>
                  <a:lnTo>
                    <a:pt x="8870018" y="1862541"/>
                  </a:lnTo>
                  <a:lnTo>
                    <a:pt x="8927613" y="1867649"/>
                  </a:lnTo>
                  <a:lnTo>
                    <a:pt x="8985090" y="1872594"/>
                  </a:lnTo>
                  <a:lnTo>
                    <a:pt x="9042486" y="1877322"/>
                  </a:lnTo>
                  <a:lnTo>
                    <a:pt x="9099916" y="1881787"/>
                  </a:lnTo>
                  <a:lnTo>
                    <a:pt x="9157604" y="1885958"/>
                  </a:lnTo>
                  <a:lnTo>
                    <a:pt x="9215895" y="1889815"/>
                  </a:lnTo>
                  <a:lnTo>
                    <a:pt x="9275283" y="1893350"/>
                  </a:lnTo>
                  <a:lnTo>
                    <a:pt x="9336447" y="1896566"/>
                  </a:lnTo>
                  <a:lnTo>
                    <a:pt x="9347647" y="1897109"/>
                  </a:lnTo>
                  <a:lnTo>
                    <a:pt x="9399581" y="1899444"/>
                  </a:lnTo>
                  <a:lnTo>
                    <a:pt x="9453971" y="1901575"/>
                  </a:lnTo>
                  <a:lnTo>
                    <a:pt x="9511504" y="1903511"/>
                  </a:lnTo>
                  <a:lnTo>
                    <a:pt x="9572933" y="1905266"/>
                  </a:lnTo>
                  <a:lnTo>
                    <a:pt x="9639039" y="1906855"/>
                  </a:lnTo>
                  <a:lnTo>
                    <a:pt x="9710586" y="1908297"/>
                  </a:lnTo>
                  <a:lnTo>
                    <a:pt x="9788272" y="1909607"/>
                  </a:lnTo>
                  <a:lnTo>
                    <a:pt x="9872657" y="1910800"/>
                  </a:lnTo>
                  <a:lnTo>
                    <a:pt x="9964071" y="1911887"/>
                  </a:lnTo>
                  <a:lnTo>
                    <a:pt x="10062497" y="1912877"/>
                  </a:lnTo>
                  <a:lnTo>
                    <a:pt x="10167429" y="1913776"/>
                  </a:lnTo>
                  <a:lnTo>
                    <a:pt x="10277724" y="1914589"/>
                  </a:lnTo>
                  <a:lnTo>
                    <a:pt x="10391482" y="1915315"/>
                  </a:lnTo>
                  <a:lnTo>
                    <a:pt x="10505983" y="1915954"/>
                  </a:lnTo>
                  <a:lnTo>
                    <a:pt x="10617763" y="1916504"/>
                  </a:lnTo>
                  <a:lnTo>
                    <a:pt x="10722854" y="1916963"/>
                  </a:lnTo>
                  <a:lnTo>
                    <a:pt x="10817212" y="1917333"/>
                  </a:lnTo>
                  <a:lnTo>
                    <a:pt x="10897286" y="1917615"/>
                  </a:lnTo>
                  <a:lnTo>
                    <a:pt x="10960605" y="1917816"/>
                  </a:lnTo>
                  <a:lnTo>
                    <a:pt x="11006254" y="1917949"/>
                  </a:lnTo>
                  <a:lnTo>
                    <a:pt x="11035104" y="1918025"/>
                  </a:lnTo>
                  <a:lnTo>
                    <a:pt x="11049798" y="1918060"/>
                  </a:lnTo>
                  <a:lnTo>
                    <a:pt x="11054547" y="1918071"/>
                  </a:lnTo>
                  <a:lnTo>
                    <a:pt x="11054891" y="1918072"/>
                  </a:lnTo>
                  <a:lnTo>
                    <a:pt x="12049831" y="1918072"/>
                  </a:lnTo>
                  <a:lnTo>
                    <a:pt x="12049831" y="1912831"/>
                  </a:lnTo>
                  <a:lnTo>
                    <a:pt x="11054891" y="1912831"/>
                  </a:lnTo>
                  <a:lnTo>
                    <a:pt x="11053755" y="1912829"/>
                  </a:lnTo>
                  <a:lnTo>
                    <a:pt x="11046256" y="1912811"/>
                  </a:lnTo>
                  <a:lnTo>
                    <a:pt x="11027253" y="1912764"/>
                  </a:lnTo>
                  <a:lnTo>
                    <a:pt x="10993030" y="1912671"/>
                  </a:lnTo>
                  <a:lnTo>
                    <a:pt x="10941517" y="1912517"/>
                  </a:lnTo>
                  <a:lnTo>
                    <a:pt x="10872445" y="1912290"/>
                  </a:lnTo>
                  <a:lnTo>
                    <a:pt x="10787286" y="1911979"/>
                  </a:lnTo>
                  <a:lnTo>
                    <a:pt x="10688931" y="1911580"/>
                  </a:lnTo>
                  <a:lnTo>
                    <a:pt x="10581162" y="1911091"/>
                  </a:lnTo>
                  <a:lnTo>
                    <a:pt x="10468055" y="1910511"/>
                  </a:lnTo>
                  <a:lnTo>
                    <a:pt x="10353451" y="1909843"/>
                  </a:lnTo>
                  <a:lnTo>
                    <a:pt x="10240582" y="1909088"/>
                  </a:lnTo>
                  <a:lnTo>
                    <a:pt x="10131898" y="1908247"/>
                  </a:lnTo>
                  <a:lnTo>
                    <a:pt x="10029035" y="1907317"/>
                  </a:lnTo>
                  <a:lnTo>
                    <a:pt x="9932910" y="1906296"/>
                  </a:lnTo>
                  <a:lnTo>
                    <a:pt x="9843849" y="1905175"/>
                  </a:lnTo>
                  <a:lnTo>
                    <a:pt x="9761740" y="1903945"/>
                  </a:lnTo>
                  <a:lnTo>
                    <a:pt x="9686164" y="1902593"/>
                  </a:lnTo>
                  <a:lnTo>
                    <a:pt x="9616507" y="1901104"/>
                  </a:lnTo>
                  <a:lnTo>
                    <a:pt x="9552042" y="1899461"/>
                  </a:lnTo>
                  <a:lnTo>
                    <a:pt x="9491993" y="1897648"/>
                  </a:lnTo>
                  <a:lnTo>
                    <a:pt x="9435586" y="1895649"/>
                  </a:lnTo>
                  <a:lnTo>
                    <a:pt x="9382084" y="1893450"/>
                  </a:lnTo>
                  <a:lnTo>
                    <a:pt x="9347647" y="1891868"/>
                  </a:lnTo>
                  <a:lnTo>
                    <a:pt x="9286078" y="1888708"/>
                  </a:lnTo>
                  <a:lnTo>
                    <a:pt x="9226427" y="1885231"/>
                  </a:lnTo>
                  <a:lnTo>
                    <a:pt x="9167981" y="1881431"/>
                  </a:lnTo>
                  <a:lnTo>
                    <a:pt x="9110215" y="1877316"/>
                  </a:lnTo>
                  <a:lnTo>
                    <a:pt x="9052758" y="1872901"/>
                  </a:lnTo>
                  <a:lnTo>
                    <a:pt x="8995368" y="1868217"/>
                  </a:lnTo>
                  <a:lnTo>
                    <a:pt x="8937910" y="1863307"/>
                  </a:lnTo>
                  <a:lnTo>
                    <a:pt x="8880336" y="1858224"/>
                  </a:lnTo>
                  <a:lnTo>
                    <a:pt x="8822662" y="1853029"/>
                  </a:lnTo>
                  <a:lnTo>
                    <a:pt x="8764945" y="1847793"/>
                  </a:lnTo>
                  <a:lnTo>
                    <a:pt x="8707258" y="1842587"/>
                  </a:lnTo>
                  <a:lnTo>
                    <a:pt x="8649663" y="1837479"/>
                  </a:lnTo>
                  <a:lnTo>
                    <a:pt x="8592186" y="1832533"/>
                  </a:lnTo>
                  <a:lnTo>
                    <a:pt x="8534791" y="1827805"/>
                  </a:lnTo>
                  <a:lnTo>
                    <a:pt x="8477360" y="1823340"/>
                  </a:lnTo>
                  <a:lnTo>
                    <a:pt x="8419673" y="1819169"/>
                  </a:lnTo>
                  <a:lnTo>
                    <a:pt x="8361382" y="1815313"/>
                  </a:lnTo>
                  <a:lnTo>
                    <a:pt x="8301993" y="1811778"/>
                  </a:lnTo>
                  <a:lnTo>
                    <a:pt x="8240830" y="1808561"/>
                  </a:lnTo>
                  <a:lnTo>
                    <a:pt x="8229629" y="1808018"/>
                  </a:lnTo>
                  <a:lnTo>
                    <a:pt x="8177695" y="1805684"/>
                  </a:lnTo>
                  <a:lnTo>
                    <a:pt x="8123305" y="1803552"/>
                  </a:lnTo>
                  <a:lnTo>
                    <a:pt x="8065773" y="1801616"/>
                  </a:lnTo>
                  <a:lnTo>
                    <a:pt x="8004344" y="1799861"/>
                  </a:lnTo>
                  <a:lnTo>
                    <a:pt x="7938238" y="1798272"/>
                  </a:lnTo>
                  <a:lnTo>
                    <a:pt x="7866690" y="1796830"/>
                  </a:lnTo>
                  <a:lnTo>
                    <a:pt x="7789004" y="1795520"/>
                  </a:lnTo>
                  <a:lnTo>
                    <a:pt x="7704619" y="1794328"/>
                  </a:lnTo>
                  <a:lnTo>
                    <a:pt x="7613205" y="1793241"/>
                  </a:lnTo>
                  <a:lnTo>
                    <a:pt x="7514779" y="1792251"/>
                  </a:lnTo>
                  <a:lnTo>
                    <a:pt x="7409848" y="1791351"/>
                  </a:lnTo>
                  <a:lnTo>
                    <a:pt x="7299552" y="1790539"/>
                  </a:lnTo>
                  <a:lnTo>
                    <a:pt x="7185795" y="1789812"/>
                  </a:lnTo>
                  <a:lnTo>
                    <a:pt x="7071294" y="1789173"/>
                  </a:lnTo>
                  <a:lnTo>
                    <a:pt x="6959514" y="1788623"/>
                  </a:lnTo>
                  <a:lnTo>
                    <a:pt x="6854423" y="1788164"/>
                  </a:lnTo>
                  <a:lnTo>
                    <a:pt x="6760065" y="1787795"/>
                  </a:lnTo>
                  <a:lnTo>
                    <a:pt x="6679991" y="1787513"/>
                  </a:lnTo>
                  <a:lnTo>
                    <a:pt x="6616671" y="1787311"/>
                  </a:lnTo>
                  <a:lnTo>
                    <a:pt x="6571023" y="1787179"/>
                  </a:lnTo>
                  <a:lnTo>
                    <a:pt x="6542172" y="1787102"/>
                  </a:lnTo>
                  <a:lnTo>
                    <a:pt x="6527479" y="1787067"/>
                  </a:lnTo>
                  <a:lnTo>
                    <a:pt x="6522730" y="1787056"/>
                  </a:lnTo>
                  <a:lnTo>
                    <a:pt x="6522385" y="1787056"/>
                  </a:lnTo>
                  <a:lnTo>
                    <a:pt x="5527445" y="1787056"/>
                  </a:lnTo>
                  <a:lnTo>
                    <a:pt x="5526334" y="1787022"/>
                  </a:lnTo>
                  <a:lnTo>
                    <a:pt x="5518995" y="1786785"/>
                  </a:lnTo>
                  <a:lnTo>
                    <a:pt x="5500386" y="1786128"/>
                  </a:lnTo>
                  <a:lnTo>
                    <a:pt x="5466845" y="1784834"/>
                  </a:lnTo>
                  <a:lnTo>
                    <a:pt x="5416303" y="1782695"/>
                  </a:lnTo>
                  <a:lnTo>
                    <a:pt x="5348438" y="1779532"/>
                  </a:lnTo>
                  <a:lnTo>
                    <a:pt x="5264625" y="1775214"/>
                  </a:lnTo>
                  <a:lnTo>
                    <a:pt x="5167634" y="1769658"/>
                  </a:lnTo>
                  <a:lnTo>
                    <a:pt x="5061134" y="1762834"/>
                  </a:lnTo>
                  <a:lnTo>
                    <a:pt x="4949109" y="1754746"/>
                  </a:lnTo>
                  <a:lnTo>
                    <a:pt x="4835345" y="1745420"/>
                  </a:lnTo>
                  <a:lnTo>
                    <a:pt x="4723060" y="1734878"/>
                  </a:lnTo>
                  <a:lnTo>
                    <a:pt x="4614716" y="1723128"/>
                  </a:lnTo>
                  <a:lnTo>
                    <a:pt x="4511986" y="1710151"/>
                  </a:lnTo>
                  <a:lnTo>
                    <a:pt x="4415829" y="1695890"/>
                  </a:lnTo>
                  <a:lnTo>
                    <a:pt x="4326622" y="1680250"/>
                  </a:lnTo>
                  <a:lnTo>
                    <a:pt x="4244294" y="1663099"/>
                  </a:lnTo>
                  <a:lnTo>
                    <a:pt x="4168468" y="1644265"/>
                  </a:lnTo>
                  <a:lnTo>
                    <a:pt x="4098562" y="1623545"/>
                  </a:lnTo>
                  <a:lnTo>
                    <a:pt x="4033877" y="1600712"/>
                  </a:lnTo>
                  <a:lnTo>
                    <a:pt x="3973658" y="1575525"/>
                  </a:lnTo>
                  <a:lnTo>
                    <a:pt x="3917143" y="1547757"/>
                  </a:lnTo>
                  <a:lnTo>
                    <a:pt x="3863605" y="1517226"/>
                  </a:lnTo>
                  <a:lnTo>
                    <a:pt x="3820202" y="1489213"/>
                  </a:lnTo>
                  <a:lnTo>
                    <a:pt x="3769039" y="1452332"/>
                  </a:lnTo>
                  <a:lnTo>
                    <a:pt x="3719288" y="1412374"/>
                  </a:lnTo>
                  <a:lnTo>
                    <a:pt x="3670512" y="1369280"/>
                  </a:lnTo>
                  <a:lnTo>
                    <a:pt x="3622370" y="1323058"/>
                  </a:lnTo>
                  <a:lnTo>
                    <a:pt x="3574603" y="1273789"/>
                  </a:lnTo>
                  <a:lnTo>
                    <a:pt x="3527016" y="1221636"/>
                  </a:lnTo>
                  <a:lnTo>
                    <a:pt x="3479477" y="1166848"/>
                  </a:lnTo>
                  <a:lnTo>
                    <a:pt x="3431903" y="1109753"/>
                  </a:lnTo>
                  <a:lnTo>
                    <a:pt x="3384255" y="1050760"/>
                  </a:lnTo>
                  <a:lnTo>
                    <a:pt x="3336527" y="990345"/>
                  </a:lnTo>
                  <a:lnTo>
                    <a:pt x="3288738" y="929036"/>
                  </a:lnTo>
                  <a:lnTo>
                    <a:pt x="3240925" y="867396"/>
                  </a:lnTo>
                  <a:lnTo>
                    <a:pt x="3193131" y="806000"/>
                  </a:lnTo>
                  <a:lnTo>
                    <a:pt x="3145391" y="745414"/>
                  </a:lnTo>
                  <a:lnTo>
                    <a:pt x="3097730" y="686172"/>
                  </a:lnTo>
                  <a:lnTo>
                    <a:pt x="3050147" y="628760"/>
                  </a:lnTo>
                  <a:lnTo>
                    <a:pt x="3002607" y="573597"/>
                  </a:lnTo>
                  <a:lnTo>
                    <a:pt x="2955035" y="521025"/>
                  </a:lnTo>
                  <a:lnTo>
                    <a:pt x="2907305" y="471305"/>
                  </a:lnTo>
                  <a:lnTo>
                    <a:pt x="2859236" y="424611"/>
                  </a:lnTo>
                  <a:lnTo>
                    <a:pt x="2810576" y="381039"/>
                  </a:lnTo>
                  <a:lnTo>
                    <a:pt x="2760999" y="340606"/>
                  </a:lnTo>
                  <a:lnTo>
                    <a:pt x="2710084" y="303263"/>
                  </a:lnTo>
                  <a:lnTo>
                    <a:pt x="2702183" y="297842"/>
                  </a:lnTo>
                  <a:lnTo>
                    <a:pt x="2650644" y="264908"/>
                  </a:lnTo>
                  <a:lnTo>
                    <a:pt x="2596689" y="234814"/>
                  </a:lnTo>
                  <a:lnTo>
                    <a:pt x="2539649" y="207460"/>
                  </a:lnTo>
                  <a:lnTo>
                    <a:pt x="2478787" y="182654"/>
                  </a:lnTo>
                  <a:lnTo>
                    <a:pt x="2413341" y="160164"/>
                  </a:lnTo>
                  <a:lnTo>
                    <a:pt x="2342560" y="139751"/>
                  </a:lnTo>
                  <a:lnTo>
                    <a:pt x="2265760" y="121191"/>
                  </a:lnTo>
                  <a:lnTo>
                    <a:pt x="2182384" y="104284"/>
                  </a:lnTo>
                  <a:lnTo>
                    <a:pt x="2092094" y="88866"/>
                  </a:lnTo>
                  <a:lnTo>
                    <a:pt x="1994880" y="74809"/>
                  </a:lnTo>
                  <a:lnTo>
                    <a:pt x="1891199" y="62025"/>
                  </a:lnTo>
                  <a:lnTo>
                    <a:pt x="1782115" y="50464"/>
                  </a:lnTo>
                  <a:lnTo>
                    <a:pt x="1669419" y="40109"/>
                  </a:lnTo>
                  <a:lnTo>
                    <a:pt x="1555696" y="30973"/>
                  </a:lnTo>
                  <a:lnTo>
                    <a:pt x="1444270" y="23080"/>
                  </a:lnTo>
                  <a:lnTo>
                    <a:pt x="1338985" y="16453"/>
                  </a:lnTo>
                  <a:lnTo>
                    <a:pt x="1243814" y="11092"/>
                  </a:lnTo>
                  <a:lnTo>
                    <a:pt x="1162323" y="6959"/>
                  </a:lnTo>
                  <a:lnTo>
                    <a:pt x="1097095" y="3966"/>
                  </a:lnTo>
                  <a:lnTo>
                    <a:pt x="1049256" y="1970"/>
                  </a:lnTo>
                  <a:lnTo>
                    <a:pt x="1018209" y="789"/>
                  </a:lnTo>
                  <a:lnTo>
                    <a:pt x="1001626" y="212"/>
                  </a:lnTo>
                  <a:lnTo>
                    <a:pt x="995616" y="2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8" name="pl177"/>
            <p:cNvSpPr/>
            <p:nvPr/>
          </p:nvSpPr>
          <p:spPr>
            <a:xfrm>
              <a:off x="1199187" y="3028921"/>
              <a:ext cx="12049831" cy="1912831"/>
            </a:xfrm>
            <a:custGeom>
              <a:avLst/>
              <a:pathLst>
                <a:path w="12049831" h="1912831">
                  <a:moveTo>
                    <a:pt x="0" y="0"/>
                  </a:moveTo>
                  <a:lnTo>
                    <a:pt x="994940" y="0"/>
                  </a:lnTo>
                  <a:lnTo>
                    <a:pt x="996051" y="33"/>
                  </a:lnTo>
                  <a:lnTo>
                    <a:pt x="1003390" y="271"/>
                  </a:lnTo>
                  <a:lnTo>
                    <a:pt x="1021999" y="927"/>
                  </a:lnTo>
                  <a:lnTo>
                    <a:pt x="1055540" y="2221"/>
                  </a:lnTo>
                  <a:lnTo>
                    <a:pt x="1106082" y="4361"/>
                  </a:lnTo>
                  <a:lnTo>
                    <a:pt x="1173947" y="7523"/>
                  </a:lnTo>
                  <a:lnTo>
                    <a:pt x="1257760" y="11842"/>
                  </a:lnTo>
                  <a:lnTo>
                    <a:pt x="1354751" y="17397"/>
                  </a:lnTo>
                  <a:lnTo>
                    <a:pt x="1461251" y="24221"/>
                  </a:lnTo>
                  <a:lnTo>
                    <a:pt x="1573276" y="32309"/>
                  </a:lnTo>
                  <a:lnTo>
                    <a:pt x="1687040" y="41636"/>
                  </a:lnTo>
                  <a:lnTo>
                    <a:pt x="1799325" y="52178"/>
                  </a:lnTo>
                  <a:lnTo>
                    <a:pt x="1907669" y="63927"/>
                  </a:lnTo>
                  <a:lnTo>
                    <a:pt x="2010399" y="76905"/>
                  </a:lnTo>
                  <a:lnTo>
                    <a:pt x="2106556" y="91166"/>
                  </a:lnTo>
                  <a:lnTo>
                    <a:pt x="2195763" y="106805"/>
                  </a:lnTo>
                  <a:lnTo>
                    <a:pt x="2278091" y="123956"/>
                  </a:lnTo>
                  <a:lnTo>
                    <a:pt x="2353917" y="142790"/>
                  </a:lnTo>
                  <a:lnTo>
                    <a:pt x="2423823" y="163510"/>
                  </a:lnTo>
                  <a:lnTo>
                    <a:pt x="2488508" y="186343"/>
                  </a:lnTo>
                  <a:lnTo>
                    <a:pt x="2548727" y="211530"/>
                  </a:lnTo>
                  <a:lnTo>
                    <a:pt x="2605242" y="239298"/>
                  </a:lnTo>
                  <a:lnTo>
                    <a:pt x="2658780" y="269830"/>
                  </a:lnTo>
                  <a:lnTo>
                    <a:pt x="2702183" y="297842"/>
                  </a:lnTo>
                  <a:lnTo>
                    <a:pt x="2753346" y="334723"/>
                  </a:lnTo>
                  <a:lnTo>
                    <a:pt x="2803097" y="374681"/>
                  </a:lnTo>
                  <a:lnTo>
                    <a:pt x="2851873" y="417775"/>
                  </a:lnTo>
                  <a:lnTo>
                    <a:pt x="2900015" y="463997"/>
                  </a:lnTo>
                  <a:lnTo>
                    <a:pt x="2947782" y="513266"/>
                  </a:lnTo>
                  <a:lnTo>
                    <a:pt x="2995369" y="565419"/>
                  </a:lnTo>
                  <a:lnTo>
                    <a:pt x="3042908" y="620208"/>
                  </a:lnTo>
                  <a:lnTo>
                    <a:pt x="3090482" y="677302"/>
                  </a:lnTo>
                  <a:lnTo>
                    <a:pt x="3138130" y="736295"/>
                  </a:lnTo>
                  <a:lnTo>
                    <a:pt x="3185858" y="796710"/>
                  </a:lnTo>
                  <a:lnTo>
                    <a:pt x="3233647" y="858019"/>
                  </a:lnTo>
                  <a:lnTo>
                    <a:pt x="3281460" y="919659"/>
                  </a:lnTo>
                  <a:lnTo>
                    <a:pt x="3329254" y="981055"/>
                  </a:lnTo>
                  <a:lnTo>
                    <a:pt x="3376994" y="1041642"/>
                  </a:lnTo>
                  <a:lnTo>
                    <a:pt x="3424655" y="1100883"/>
                  </a:lnTo>
                  <a:lnTo>
                    <a:pt x="3472238" y="1158295"/>
                  </a:lnTo>
                  <a:lnTo>
                    <a:pt x="3519778" y="1213458"/>
                  </a:lnTo>
                  <a:lnTo>
                    <a:pt x="3567350" y="1266030"/>
                  </a:lnTo>
                  <a:lnTo>
                    <a:pt x="3615080" y="1315751"/>
                  </a:lnTo>
                  <a:lnTo>
                    <a:pt x="3663149" y="1362444"/>
                  </a:lnTo>
                  <a:lnTo>
                    <a:pt x="3711809" y="1406017"/>
                  </a:lnTo>
                  <a:lnTo>
                    <a:pt x="3761386" y="1446449"/>
                  </a:lnTo>
                  <a:lnTo>
                    <a:pt x="3812301" y="1483793"/>
                  </a:lnTo>
                  <a:lnTo>
                    <a:pt x="3820202" y="1489213"/>
                  </a:lnTo>
                  <a:lnTo>
                    <a:pt x="3871741" y="1522147"/>
                  </a:lnTo>
                  <a:lnTo>
                    <a:pt x="3925696" y="1552241"/>
                  </a:lnTo>
                  <a:lnTo>
                    <a:pt x="3982736" y="1579595"/>
                  </a:lnTo>
                  <a:lnTo>
                    <a:pt x="4043598" y="1604401"/>
                  </a:lnTo>
                  <a:lnTo>
                    <a:pt x="4109044" y="1626892"/>
                  </a:lnTo>
                  <a:lnTo>
                    <a:pt x="4179825" y="1647304"/>
                  </a:lnTo>
                  <a:lnTo>
                    <a:pt x="4256625" y="1665865"/>
                  </a:lnTo>
                  <a:lnTo>
                    <a:pt x="4340001" y="1682771"/>
                  </a:lnTo>
                  <a:lnTo>
                    <a:pt x="4430291" y="1698189"/>
                  </a:lnTo>
                  <a:lnTo>
                    <a:pt x="4527505" y="1712246"/>
                  </a:lnTo>
                  <a:lnTo>
                    <a:pt x="4631186" y="1725030"/>
                  </a:lnTo>
                  <a:lnTo>
                    <a:pt x="4740270" y="1736592"/>
                  </a:lnTo>
                  <a:lnTo>
                    <a:pt x="4852966" y="1746946"/>
                  </a:lnTo>
                  <a:lnTo>
                    <a:pt x="4966689" y="1756083"/>
                  </a:lnTo>
                  <a:lnTo>
                    <a:pt x="5078115" y="1763975"/>
                  </a:lnTo>
                  <a:lnTo>
                    <a:pt x="5183400" y="1770602"/>
                  </a:lnTo>
                  <a:lnTo>
                    <a:pt x="5278571" y="1775963"/>
                  </a:lnTo>
                  <a:lnTo>
                    <a:pt x="5360062" y="1780096"/>
                  </a:lnTo>
                  <a:lnTo>
                    <a:pt x="5425290" y="1783089"/>
                  </a:lnTo>
                  <a:lnTo>
                    <a:pt x="5473129" y="1785085"/>
                  </a:lnTo>
                  <a:lnTo>
                    <a:pt x="5504176" y="1786266"/>
                  </a:lnTo>
                  <a:lnTo>
                    <a:pt x="5520759" y="1786843"/>
                  </a:lnTo>
                  <a:lnTo>
                    <a:pt x="5526769" y="1787036"/>
                  </a:lnTo>
                  <a:lnTo>
                    <a:pt x="5527445" y="1787056"/>
                  </a:lnTo>
                  <a:lnTo>
                    <a:pt x="6522385" y="1787056"/>
                  </a:lnTo>
                  <a:lnTo>
                    <a:pt x="6523522" y="1787058"/>
                  </a:lnTo>
                  <a:lnTo>
                    <a:pt x="6531021" y="1787075"/>
                  </a:lnTo>
                  <a:lnTo>
                    <a:pt x="6550023" y="1787123"/>
                  </a:lnTo>
                  <a:lnTo>
                    <a:pt x="6584246" y="1787216"/>
                  </a:lnTo>
                  <a:lnTo>
                    <a:pt x="6635759" y="1787370"/>
                  </a:lnTo>
                  <a:lnTo>
                    <a:pt x="6704831" y="1787597"/>
                  </a:lnTo>
                  <a:lnTo>
                    <a:pt x="6789990" y="1787907"/>
                  </a:lnTo>
                  <a:lnTo>
                    <a:pt x="6888346" y="1788306"/>
                  </a:lnTo>
                  <a:lnTo>
                    <a:pt x="6996115" y="1788796"/>
                  </a:lnTo>
                  <a:lnTo>
                    <a:pt x="7109221" y="1789376"/>
                  </a:lnTo>
                  <a:lnTo>
                    <a:pt x="7223826" y="1790044"/>
                  </a:lnTo>
                  <a:lnTo>
                    <a:pt x="7336694" y="1790799"/>
                  </a:lnTo>
                  <a:lnTo>
                    <a:pt x="7445379" y="1791640"/>
                  </a:lnTo>
                  <a:lnTo>
                    <a:pt x="7548241" y="1792569"/>
                  </a:lnTo>
                  <a:lnTo>
                    <a:pt x="7644366" y="1793591"/>
                  </a:lnTo>
                  <a:lnTo>
                    <a:pt x="7733427" y="1794712"/>
                  </a:lnTo>
                  <a:lnTo>
                    <a:pt x="7815536" y="1795942"/>
                  </a:lnTo>
                  <a:lnTo>
                    <a:pt x="7891112" y="1797294"/>
                  </a:lnTo>
                  <a:lnTo>
                    <a:pt x="7960770" y="1798783"/>
                  </a:lnTo>
                  <a:lnTo>
                    <a:pt x="8025235" y="1800425"/>
                  </a:lnTo>
                  <a:lnTo>
                    <a:pt x="8085283" y="1802238"/>
                  </a:lnTo>
                  <a:lnTo>
                    <a:pt x="8141690" y="1804238"/>
                  </a:lnTo>
                  <a:lnTo>
                    <a:pt x="8195193" y="1806437"/>
                  </a:lnTo>
                  <a:lnTo>
                    <a:pt x="8229629" y="1808018"/>
                  </a:lnTo>
                  <a:lnTo>
                    <a:pt x="8291198" y="1811179"/>
                  </a:lnTo>
                  <a:lnTo>
                    <a:pt x="8350849" y="1814656"/>
                  </a:lnTo>
                  <a:lnTo>
                    <a:pt x="8409295" y="1818455"/>
                  </a:lnTo>
                  <a:lnTo>
                    <a:pt x="8467061" y="1822571"/>
                  </a:lnTo>
                  <a:lnTo>
                    <a:pt x="8524519" y="1826986"/>
                  </a:lnTo>
                  <a:lnTo>
                    <a:pt x="8581909" y="1831669"/>
                  </a:lnTo>
                  <a:lnTo>
                    <a:pt x="8639367" y="1836580"/>
                  </a:lnTo>
                  <a:lnTo>
                    <a:pt x="8696941" y="1841663"/>
                  </a:lnTo>
                  <a:lnTo>
                    <a:pt x="8754615" y="1846857"/>
                  </a:lnTo>
                  <a:lnTo>
                    <a:pt x="8812332" y="1852093"/>
                  </a:lnTo>
                  <a:lnTo>
                    <a:pt x="8870018" y="1857300"/>
                  </a:lnTo>
                  <a:lnTo>
                    <a:pt x="8927613" y="1862408"/>
                  </a:lnTo>
                  <a:lnTo>
                    <a:pt x="8985090" y="1867354"/>
                  </a:lnTo>
                  <a:lnTo>
                    <a:pt x="9042486" y="1872081"/>
                  </a:lnTo>
                  <a:lnTo>
                    <a:pt x="9099916" y="1876547"/>
                  </a:lnTo>
                  <a:lnTo>
                    <a:pt x="9157604" y="1880717"/>
                  </a:lnTo>
                  <a:lnTo>
                    <a:pt x="9215895" y="1884574"/>
                  </a:lnTo>
                  <a:lnTo>
                    <a:pt x="9275283" y="1888109"/>
                  </a:lnTo>
                  <a:lnTo>
                    <a:pt x="9336447" y="1891326"/>
                  </a:lnTo>
                  <a:lnTo>
                    <a:pt x="9347647" y="1891868"/>
                  </a:lnTo>
                  <a:lnTo>
                    <a:pt x="9399581" y="1894203"/>
                  </a:lnTo>
                  <a:lnTo>
                    <a:pt x="9453971" y="1896335"/>
                  </a:lnTo>
                  <a:lnTo>
                    <a:pt x="9511504" y="1898271"/>
                  </a:lnTo>
                  <a:lnTo>
                    <a:pt x="9572933" y="1900025"/>
                  </a:lnTo>
                  <a:lnTo>
                    <a:pt x="9639039" y="1901615"/>
                  </a:lnTo>
                  <a:lnTo>
                    <a:pt x="9710586" y="1903056"/>
                  </a:lnTo>
                  <a:lnTo>
                    <a:pt x="9788272" y="1904366"/>
                  </a:lnTo>
                  <a:lnTo>
                    <a:pt x="9872657" y="1905559"/>
                  </a:lnTo>
                  <a:lnTo>
                    <a:pt x="9964071" y="1906646"/>
                  </a:lnTo>
                  <a:lnTo>
                    <a:pt x="10062497" y="1907636"/>
                  </a:lnTo>
                  <a:lnTo>
                    <a:pt x="10167429" y="1908536"/>
                  </a:lnTo>
                  <a:lnTo>
                    <a:pt x="10277724" y="1909348"/>
                  </a:lnTo>
                  <a:lnTo>
                    <a:pt x="10391482" y="1910074"/>
                  </a:lnTo>
                  <a:lnTo>
                    <a:pt x="10505983" y="1910713"/>
                  </a:lnTo>
                  <a:lnTo>
                    <a:pt x="10617763" y="1911263"/>
                  </a:lnTo>
                  <a:lnTo>
                    <a:pt x="10722854" y="1911723"/>
                  </a:lnTo>
                  <a:lnTo>
                    <a:pt x="10817212" y="1912092"/>
                  </a:lnTo>
                  <a:lnTo>
                    <a:pt x="10897286" y="1912374"/>
                  </a:lnTo>
                  <a:lnTo>
                    <a:pt x="10960605" y="1912576"/>
                  </a:lnTo>
                  <a:lnTo>
                    <a:pt x="11006254" y="1912708"/>
                  </a:lnTo>
                  <a:lnTo>
                    <a:pt x="11035104" y="1912784"/>
                  </a:lnTo>
                  <a:lnTo>
                    <a:pt x="11049798" y="1912820"/>
                  </a:lnTo>
                  <a:lnTo>
                    <a:pt x="11054547" y="1912830"/>
                  </a:lnTo>
                  <a:lnTo>
                    <a:pt x="11054891" y="1912831"/>
                  </a:lnTo>
                  <a:lnTo>
                    <a:pt x="12049831" y="1912831"/>
                  </a:lnTo>
                  <a:lnTo>
                    <a:pt x="12049831" y="19128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" name="pl178"/>
            <p:cNvSpPr/>
            <p:nvPr/>
          </p:nvSpPr>
          <p:spPr>
            <a:xfrm>
              <a:off x="1199187" y="3023681"/>
              <a:ext cx="12049831" cy="1912831"/>
            </a:xfrm>
            <a:custGeom>
              <a:avLst/>
              <a:pathLst>
                <a:path w="12049831" h="1912831">
                  <a:moveTo>
                    <a:pt x="12049831" y="1912831"/>
                  </a:moveTo>
                  <a:lnTo>
                    <a:pt x="11054891" y="1912831"/>
                  </a:lnTo>
                  <a:lnTo>
                    <a:pt x="11053755" y="1912829"/>
                  </a:lnTo>
                  <a:lnTo>
                    <a:pt x="11046256" y="1912811"/>
                  </a:lnTo>
                  <a:lnTo>
                    <a:pt x="11027253" y="1912764"/>
                  </a:lnTo>
                  <a:lnTo>
                    <a:pt x="10993030" y="1912671"/>
                  </a:lnTo>
                  <a:lnTo>
                    <a:pt x="10941517" y="1912517"/>
                  </a:lnTo>
                  <a:lnTo>
                    <a:pt x="10872445" y="1912290"/>
                  </a:lnTo>
                  <a:lnTo>
                    <a:pt x="10787286" y="1911979"/>
                  </a:lnTo>
                  <a:lnTo>
                    <a:pt x="10688931" y="1911580"/>
                  </a:lnTo>
                  <a:lnTo>
                    <a:pt x="10581162" y="1911091"/>
                  </a:lnTo>
                  <a:lnTo>
                    <a:pt x="10468055" y="1910511"/>
                  </a:lnTo>
                  <a:lnTo>
                    <a:pt x="10353451" y="1909843"/>
                  </a:lnTo>
                  <a:lnTo>
                    <a:pt x="10240582" y="1909088"/>
                  </a:lnTo>
                  <a:lnTo>
                    <a:pt x="10131898" y="1908247"/>
                  </a:lnTo>
                  <a:lnTo>
                    <a:pt x="10029035" y="1907317"/>
                  </a:lnTo>
                  <a:lnTo>
                    <a:pt x="9932910" y="1906296"/>
                  </a:lnTo>
                  <a:lnTo>
                    <a:pt x="9843849" y="1905175"/>
                  </a:lnTo>
                  <a:lnTo>
                    <a:pt x="9761740" y="1903945"/>
                  </a:lnTo>
                  <a:lnTo>
                    <a:pt x="9686164" y="1902593"/>
                  </a:lnTo>
                  <a:lnTo>
                    <a:pt x="9616507" y="1901104"/>
                  </a:lnTo>
                  <a:lnTo>
                    <a:pt x="9552042" y="1899461"/>
                  </a:lnTo>
                  <a:lnTo>
                    <a:pt x="9491993" y="1897648"/>
                  </a:lnTo>
                  <a:lnTo>
                    <a:pt x="9435586" y="1895649"/>
                  </a:lnTo>
                  <a:lnTo>
                    <a:pt x="9382084" y="1893450"/>
                  </a:lnTo>
                  <a:lnTo>
                    <a:pt x="9347647" y="1891868"/>
                  </a:lnTo>
                  <a:lnTo>
                    <a:pt x="9286078" y="1888708"/>
                  </a:lnTo>
                  <a:lnTo>
                    <a:pt x="9226427" y="1885231"/>
                  </a:lnTo>
                  <a:lnTo>
                    <a:pt x="9167981" y="1881431"/>
                  </a:lnTo>
                  <a:lnTo>
                    <a:pt x="9110215" y="1877316"/>
                  </a:lnTo>
                  <a:lnTo>
                    <a:pt x="9052758" y="1872901"/>
                  </a:lnTo>
                  <a:lnTo>
                    <a:pt x="8995368" y="1868217"/>
                  </a:lnTo>
                  <a:lnTo>
                    <a:pt x="8937910" y="1863307"/>
                  </a:lnTo>
                  <a:lnTo>
                    <a:pt x="8880336" y="1858224"/>
                  </a:lnTo>
                  <a:lnTo>
                    <a:pt x="8822662" y="1853029"/>
                  </a:lnTo>
                  <a:lnTo>
                    <a:pt x="8764945" y="1847793"/>
                  </a:lnTo>
                  <a:lnTo>
                    <a:pt x="8707258" y="1842587"/>
                  </a:lnTo>
                  <a:lnTo>
                    <a:pt x="8649663" y="1837479"/>
                  </a:lnTo>
                  <a:lnTo>
                    <a:pt x="8592186" y="1832533"/>
                  </a:lnTo>
                  <a:lnTo>
                    <a:pt x="8534791" y="1827805"/>
                  </a:lnTo>
                  <a:lnTo>
                    <a:pt x="8477360" y="1823340"/>
                  </a:lnTo>
                  <a:lnTo>
                    <a:pt x="8419673" y="1819169"/>
                  </a:lnTo>
                  <a:lnTo>
                    <a:pt x="8361382" y="1815313"/>
                  </a:lnTo>
                  <a:lnTo>
                    <a:pt x="8301993" y="1811778"/>
                  </a:lnTo>
                  <a:lnTo>
                    <a:pt x="8240830" y="1808561"/>
                  </a:lnTo>
                  <a:lnTo>
                    <a:pt x="8229629" y="1808018"/>
                  </a:lnTo>
                  <a:lnTo>
                    <a:pt x="8177695" y="1805684"/>
                  </a:lnTo>
                  <a:lnTo>
                    <a:pt x="8123305" y="1803552"/>
                  </a:lnTo>
                  <a:lnTo>
                    <a:pt x="8065773" y="1801616"/>
                  </a:lnTo>
                  <a:lnTo>
                    <a:pt x="8004344" y="1799861"/>
                  </a:lnTo>
                  <a:lnTo>
                    <a:pt x="7938238" y="1798272"/>
                  </a:lnTo>
                  <a:lnTo>
                    <a:pt x="7866690" y="1796830"/>
                  </a:lnTo>
                  <a:lnTo>
                    <a:pt x="7789004" y="1795520"/>
                  </a:lnTo>
                  <a:lnTo>
                    <a:pt x="7704619" y="1794328"/>
                  </a:lnTo>
                  <a:lnTo>
                    <a:pt x="7613205" y="1793241"/>
                  </a:lnTo>
                  <a:lnTo>
                    <a:pt x="7514779" y="1792251"/>
                  </a:lnTo>
                  <a:lnTo>
                    <a:pt x="7409848" y="1791351"/>
                  </a:lnTo>
                  <a:lnTo>
                    <a:pt x="7299552" y="1790539"/>
                  </a:lnTo>
                  <a:lnTo>
                    <a:pt x="7185795" y="1789812"/>
                  </a:lnTo>
                  <a:lnTo>
                    <a:pt x="7071294" y="1789173"/>
                  </a:lnTo>
                  <a:lnTo>
                    <a:pt x="6959514" y="1788623"/>
                  </a:lnTo>
                  <a:lnTo>
                    <a:pt x="6854423" y="1788164"/>
                  </a:lnTo>
                  <a:lnTo>
                    <a:pt x="6760065" y="1787795"/>
                  </a:lnTo>
                  <a:lnTo>
                    <a:pt x="6679991" y="1787513"/>
                  </a:lnTo>
                  <a:lnTo>
                    <a:pt x="6616671" y="1787311"/>
                  </a:lnTo>
                  <a:lnTo>
                    <a:pt x="6571023" y="1787179"/>
                  </a:lnTo>
                  <a:lnTo>
                    <a:pt x="6542172" y="1787102"/>
                  </a:lnTo>
                  <a:lnTo>
                    <a:pt x="6527479" y="1787067"/>
                  </a:lnTo>
                  <a:lnTo>
                    <a:pt x="6522730" y="1787056"/>
                  </a:lnTo>
                  <a:lnTo>
                    <a:pt x="6522385" y="1787056"/>
                  </a:lnTo>
                  <a:lnTo>
                    <a:pt x="5527445" y="1787056"/>
                  </a:lnTo>
                  <a:lnTo>
                    <a:pt x="5526334" y="1787022"/>
                  </a:lnTo>
                  <a:lnTo>
                    <a:pt x="5518995" y="1786785"/>
                  </a:lnTo>
                  <a:lnTo>
                    <a:pt x="5500386" y="1786128"/>
                  </a:lnTo>
                  <a:lnTo>
                    <a:pt x="5466845" y="1784834"/>
                  </a:lnTo>
                  <a:lnTo>
                    <a:pt x="5416303" y="1782695"/>
                  </a:lnTo>
                  <a:lnTo>
                    <a:pt x="5348438" y="1779532"/>
                  </a:lnTo>
                  <a:lnTo>
                    <a:pt x="5264625" y="1775214"/>
                  </a:lnTo>
                  <a:lnTo>
                    <a:pt x="5167634" y="1769658"/>
                  </a:lnTo>
                  <a:lnTo>
                    <a:pt x="5061134" y="1762834"/>
                  </a:lnTo>
                  <a:lnTo>
                    <a:pt x="4949109" y="1754746"/>
                  </a:lnTo>
                  <a:lnTo>
                    <a:pt x="4835345" y="1745420"/>
                  </a:lnTo>
                  <a:lnTo>
                    <a:pt x="4723060" y="1734878"/>
                  </a:lnTo>
                  <a:lnTo>
                    <a:pt x="4614716" y="1723128"/>
                  </a:lnTo>
                  <a:lnTo>
                    <a:pt x="4511986" y="1710151"/>
                  </a:lnTo>
                  <a:lnTo>
                    <a:pt x="4415829" y="1695890"/>
                  </a:lnTo>
                  <a:lnTo>
                    <a:pt x="4326622" y="1680250"/>
                  </a:lnTo>
                  <a:lnTo>
                    <a:pt x="4244294" y="1663099"/>
                  </a:lnTo>
                  <a:lnTo>
                    <a:pt x="4168468" y="1644265"/>
                  </a:lnTo>
                  <a:lnTo>
                    <a:pt x="4098562" y="1623545"/>
                  </a:lnTo>
                  <a:lnTo>
                    <a:pt x="4033877" y="1600712"/>
                  </a:lnTo>
                  <a:lnTo>
                    <a:pt x="3973658" y="1575525"/>
                  </a:lnTo>
                  <a:lnTo>
                    <a:pt x="3917143" y="1547757"/>
                  </a:lnTo>
                  <a:lnTo>
                    <a:pt x="3863605" y="1517226"/>
                  </a:lnTo>
                  <a:lnTo>
                    <a:pt x="3820202" y="1489213"/>
                  </a:lnTo>
                  <a:lnTo>
                    <a:pt x="3769039" y="1452332"/>
                  </a:lnTo>
                  <a:lnTo>
                    <a:pt x="3719288" y="1412374"/>
                  </a:lnTo>
                  <a:lnTo>
                    <a:pt x="3670512" y="1369280"/>
                  </a:lnTo>
                  <a:lnTo>
                    <a:pt x="3622370" y="1323058"/>
                  </a:lnTo>
                  <a:lnTo>
                    <a:pt x="3574603" y="1273789"/>
                  </a:lnTo>
                  <a:lnTo>
                    <a:pt x="3527016" y="1221636"/>
                  </a:lnTo>
                  <a:lnTo>
                    <a:pt x="3479477" y="1166848"/>
                  </a:lnTo>
                  <a:lnTo>
                    <a:pt x="3431903" y="1109753"/>
                  </a:lnTo>
                  <a:lnTo>
                    <a:pt x="3384255" y="1050760"/>
                  </a:lnTo>
                  <a:lnTo>
                    <a:pt x="3336527" y="990345"/>
                  </a:lnTo>
                  <a:lnTo>
                    <a:pt x="3288738" y="929036"/>
                  </a:lnTo>
                  <a:lnTo>
                    <a:pt x="3240925" y="867396"/>
                  </a:lnTo>
                  <a:lnTo>
                    <a:pt x="3193131" y="806000"/>
                  </a:lnTo>
                  <a:lnTo>
                    <a:pt x="3145391" y="745414"/>
                  </a:lnTo>
                  <a:lnTo>
                    <a:pt x="3097730" y="686172"/>
                  </a:lnTo>
                  <a:lnTo>
                    <a:pt x="3050147" y="628760"/>
                  </a:lnTo>
                  <a:lnTo>
                    <a:pt x="3002607" y="573597"/>
                  </a:lnTo>
                  <a:lnTo>
                    <a:pt x="2955035" y="521025"/>
                  </a:lnTo>
                  <a:lnTo>
                    <a:pt x="2907305" y="471305"/>
                  </a:lnTo>
                  <a:lnTo>
                    <a:pt x="2859236" y="424611"/>
                  </a:lnTo>
                  <a:lnTo>
                    <a:pt x="2810576" y="381039"/>
                  </a:lnTo>
                  <a:lnTo>
                    <a:pt x="2760999" y="340606"/>
                  </a:lnTo>
                  <a:lnTo>
                    <a:pt x="2710084" y="303263"/>
                  </a:lnTo>
                  <a:lnTo>
                    <a:pt x="2702183" y="297842"/>
                  </a:lnTo>
                  <a:lnTo>
                    <a:pt x="2650644" y="264908"/>
                  </a:lnTo>
                  <a:lnTo>
                    <a:pt x="2596689" y="234814"/>
                  </a:lnTo>
                  <a:lnTo>
                    <a:pt x="2539649" y="207460"/>
                  </a:lnTo>
                  <a:lnTo>
                    <a:pt x="2478787" y="182654"/>
                  </a:lnTo>
                  <a:lnTo>
                    <a:pt x="2413341" y="160164"/>
                  </a:lnTo>
                  <a:lnTo>
                    <a:pt x="2342560" y="139751"/>
                  </a:lnTo>
                  <a:lnTo>
                    <a:pt x="2265760" y="121191"/>
                  </a:lnTo>
                  <a:lnTo>
                    <a:pt x="2182384" y="104284"/>
                  </a:lnTo>
                  <a:lnTo>
                    <a:pt x="2092094" y="88866"/>
                  </a:lnTo>
                  <a:lnTo>
                    <a:pt x="1994880" y="74809"/>
                  </a:lnTo>
                  <a:lnTo>
                    <a:pt x="1891199" y="62025"/>
                  </a:lnTo>
                  <a:lnTo>
                    <a:pt x="1782115" y="50464"/>
                  </a:lnTo>
                  <a:lnTo>
                    <a:pt x="1669419" y="40109"/>
                  </a:lnTo>
                  <a:lnTo>
                    <a:pt x="1555696" y="30973"/>
                  </a:lnTo>
                  <a:lnTo>
                    <a:pt x="1444270" y="23080"/>
                  </a:lnTo>
                  <a:lnTo>
                    <a:pt x="1338985" y="16453"/>
                  </a:lnTo>
                  <a:lnTo>
                    <a:pt x="1243814" y="11092"/>
                  </a:lnTo>
                  <a:lnTo>
                    <a:pt x="1162323" y="6959"/>
                  </a:lnTo>
                  <a:lnTo>
                    <a:pt x="1097095" y="3966"/>
                  </a:lnTo>
                  <a:lnTo>
                    <a:pt x="1049256" y="1970"/>
                  </a:lnTo>
                  <a:lnTo>
                    <a:pt x="1018209" y="789"/>
                  </a:lnTo>
                  <a:lnTo>
                    <a:pt x="1001626" y="212"/>
                  </a:lnTo>
                  <a:lnTo>
                    <a:pt x="995616" y="2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" name="pg179"/>
            <p:cNvSpPr/>
            <p:nvPr/>
          </p:nvSpPr>
          <p:spPr>
            <a:xfrm>
              <a:off x="1199187" y="3028921"/>
              <a:ext cx="12049831" cy="2326841"/>
            </a:xfrm>
            <a:custGeom>
              <a:avLst/>
              <a:pathLst>
                <a:path w="12049831" h="2326841">
                  <a:moveTo>
                    <a:pt x="0" y="5240"/>
                  </a:moveTo>
                  <a:lnTo>
                    <a:pt x="994940" y="5240"/>
                  </a:lnTo>
                  <a:lnTo>
                    <a:pt x="996051" y="5274"/>
                  </a:lnTo>
                  <a:lnTo>
                    <a:pt x="1003389" y="5512"/>
                  </a:lnTo>
                  <a:lnTo>
                    <a:pt x="1021996" y="6170"/>
                  </a:lnTo>
                  <a:lnTo>
                    <a:pt x="1055533" y="7468"/>
                  </a:lnTo>
                  <a:lnTo>
                    <a:pt x="1106069" y="9613"/>
                  </a:lnTo>
                  <a:lnTo>
                    <a:pt x="1173927" y="12785"/>
                  </a:lnTo>
                  <a:lnTo>
                    <a:pt x="1257733" y="17115"/>
                  </a:lnTo>
                  <a:lnTo>
                    <a:pt x="1354715" y="22687"/>
                  </a:lnTo>
                  <a:lnTo>
                    <a:pt x="1461208" y="29530"/>
                  </a:lnTo>
                  <a:lnTo>
                    <a:pt x="1573227" y="37641"/>
                  </a:lnTo>
                  <a:lnTo>
                    <a:pt x="1686986" y="46994"/>
                  </a:lnTo>
                  <a:lnTo>
                    <a:pt x="1799267" y="57565"/>
                  </a:lnTo>
                  <a:lnTo>
                    <a:pt x="1907610" y="69348"/>
                  </a:lnTo>
                  <a:lnTo>
                    <a:pt x="2010339" y="82362"/>
                  </a:lnTo>
                  <a:lnTo>
                    <a:pt x="2106495" y="96664"/>
                  </a:lnTo>
                  <a:lnTo>
                    <a:pt x="2195704" y="112348"/>
                  </a:lnTo>
                  <a:lnTo>
                    <a:pt x="2278032" y="129547"/>
                  </a:lnTo>
                  <a:lnTo>
                    <a:pt x="2353860" y="148434"/>
                  </a:lnTo>
                  <a:lnTo>
                    <a:pt x="2423767" y="169212"/>
                  </a:lnTo>
                  <a:lnTo>
                    <a:pt x="2488454" y="192110"/>
                  </a:lnTo>
                  <a:lnTo>
                    <a:pt x="2548674" y="217367"/>
                  </a:lnTo>
                  <a:lnTo>
                    <a:pt x="2605189" y="245213"/>
                  </a:lnTo>
                  <a:lnTo>
                    <a:pt x="2658728" y="275830"/>
                  </a:lnTo>
                  <a:lnTo>
                    <a:pt x="2702183" y="303956"/>
                  </a:lnTo>
                  <a:lnTo>
                    <a:pt x="2753307" y="340915"/>
                  </a:lnTo>
                  <a:lnTo>
                    <a:pt x="2803020" y="380956"/>
                  </a:lnTo>
                  <a:lnTo>
                    <a:pt x="2851760" y="424136"/>
                  </a:lnTo>
                  <a:lnTo>
                    <a:pt x="2899865" y="470449"/>
                  </a:lnTo>
                  <a:lnTo>
                    <a:pt x="2947597" y="519814"/>
                  </a:lnTo>
                  <a:lnTo>
                    <a:pt x="2995147" y="572067"/>
                  </a:lnTo>
                  <a:lnTo>
                    <a:pt x="3042649" y="626961"/>
                  </a:lnTo>
                  <a:lnTo>
                    <a:pt x="3090185" y="684166"/>
                  </a:lnTo>
                  <a:lnTo>
                    <a:pt x="3137795" y="743275"/>
                  </a:lnTo>
                  <a:lnTo>
                    <a:pt x="3185486" y="803811"/>
                  </a:lnTo>
                  <a:lnTo>
                    <a:pt x="3233237" y="865247"/>
                  </a:lnTo>
                  <a:lnTo>
                    <a:pt x="3281012" y="927019"/>
                  </a:lnTo>
                  <a:lnTo>
                    <a:pt x="3328770" y="988552"/>
                  </a:lnTo>
                  <a:lnTo>
                    <a:pt x="3376473" y="1049280"/>
                  </a:lnTo>
                  <a:lnTo>
                    <a:pt x="3424098" y="1108667"/>
                  </a:lnTo>
                  <a:lnTo>
                    <a:pt x="3471645" y="1166228"/>
                  </a:lnTo>
                  <a:lnTo>
                    <a:pt x="3519148" y="1221541"/>
                  </a:lnTo>
                  <a:lnTo>
                    <a:pt x="3566682" y="1274263"/>
                  </a:lnTo>
                  <a:lnTo>
                    <a:pt x="3614371" y="1324133"/>
                  </a:lnTo>
                  <a:lnTo>
                    <a:pt x="3662396" y="1370974"/>
                  </a:lnTo>
                  <a:lnTo>
                    <a:pt x="3711006" y="1414691"/>
                  </a:lnTo>
                  <a:lnTo>
                    <a:pt x="3760526" y="1455263"/>
                  </a:lnTo>
                  <a:lnTo>
                    <a:pt x="3811374" y="1492740"/>
                  </a:lnTo>
                  <a:lnTo>
                    <a:pt x="3820202" y="1498821"/>
                  </a:lnTo>
                  <a:lnTo>
                    <a:pt x="3871739" y="1531850"/>
                  </a:lnTo>
                  <a:lnTo>
                    <a:pt x="3925691" y="1562031"/>
                  </a:lnTo>
                  <a:lnTo>
                    <a:pt x="3982728" y="1589465"/>
                  </a:lnTo>
                  <a:lnTo>
                    <a:pt x="4043587" y="1614343"/>
                  </a:lnTo>
                  <a:lnTo>
                    <a:pt x="4109030" y="1636898"/>
                  </a:lnTo>
                  <a:lnTo>
                    <a:pt x="4179806" y="1657371"/>
                  </a:lnTo>
                  <a:lnTo>
                    <a:pt x="4256601" y="1675985"/>
                  </a:lnTo>
                  <a:lnTo>
                    <a:pt x="4339971" y="1692941"/>
                  </a:lnTo>
                  <a:lnTo>
                    <a:pt x="4430255" y="1708404"/>
                  </a:lnTo>
                  <a:lnTo>
                    <a:pt x="4527461" y="1722502"/>
                  </a:lnTo>
                  <a:lnTo>
                    <a:pt x="4631135" y="1735324"/>
                  </a:lnTo>
                  <a:lnTo>
                    <a:pt x="4740212" y="1746919"/>
                  </a:lnTo>
                  <a:lnTo>
                    <a:pt x="4852902" y="1757304"/>
                  </a:lnTo>
                  <a:lnTo>
                    <a:pt x="4966620" y="1766468"/>
                  </a:lnTo>
                  <a:lnTo>
                    <a:pt x="5078044" y="1774384"/>
                  </a:lnTo>
                  <a:lnTo>
                    <a:pt x="5183330" y="1781031"/>
                  </a:lnTo>
                  <a:lnTo>
                    <a:pt x="5278505" y="1786408"/>
                  </a:lnTo>
                  <a:lnTo>
                    <a:pt x="5360004" y="1790554"/>
                  </a:lnTo>
                  <a:lnTo>
                    <a:pt x="5425243" y="1793557"/>
                  </a:lnTo>
                  <a:lnTo>
                    <a:pt x="5473095" y="1795559"/>
                  </a:lnTo>
                  <a:lnTo>
                    <a:pt x="5504154" y="1796744"/>
                  </a:lnTo>
                  <a:lnTo>
                    <a:pt x="5520749" y="1797324"/>
                  </a:lnTo>
                  <a:lnTo>
                    <a:pt x="5526767" y="1797517"/>
                  </a:lnTo>
                  <a:lnTo>
                    <a:pt x="5527445" y="1797537"/>
                  </a:lnTo>
                  <a:lnTo>
                    <a:pt x="6522385" y="1797537"/>
                  </a:lnTo>
                  <a:lnTo>
                    <a:pt x="6523520" y="1797547"/>
                  </a:lnTo>
                  <a:lnTo>
                    <a:pt x="6531005" y="1797619"/>
                  </a:lnTo>
                  <a:lnTo>
                    <a:pt x="6549974" y="1797818"/>
                  </a:lnTo>
                  <a:lnTo>
                    <a:pt x="6584139" y="1798209"/>
                  </a:lnTo>
                  <a:lnTo>
                    <a:pt x="6635569" y="1798855"/>
                  </a:lnTo>
                  <a:lnTo>
                    <a:pt x="6704539" y="1799811"/>
                  </a:lnTo>
                  <a:lnTo>
                    <a:pt x="6789584" y="1801115"/>
                  </a:lnTo>
                  <a:lnTo>
                    <a:pt x="6887824" y="1802791"/>
                  </a:lnTo>
                  <a:lnTo>
                    <a:pt x="6995486" y="1804848"/>
                  </a:lnTo>
                  <a:lnTo>
                    <a:pt x="7108502" y="1807284"/>
                  </a:lnTo>
                  <a:lnTo>
                    <a:pt x="7223036" y="1810092"/>
                  </a:lnTo>
                  <a:lnTo>
                    <a:pt x="7335856" y="1813264"/>
                  </a:lnTo>
                  <a:lnTo>
                    <a:pt x="7444513" y="1816799"/>
                  </a:lnTo>
                  <a:lnTo>
                    <a:pt x="7547364" y="1820704"/>
                  </a:lnTo>
                  <a:lnTo>
                    <a:pt x="7643493" y="1824996"/>
                  </a:lnTo>
                  <a:lnTo>
                    <a:pt x="7732566" y="1829706"/>
                  </a:lnTo>
                  <a:lnTo>
                    <a:pt x="7814694" y="1834875"/>
                  </a:lnTo>
                  <a:lnTo>
                    <a:pt x="7890291" y="1840555"/>
                  </a:lnTo>
                  <a:lnTo>
                    <a:pt x="7959970" y="1846810"/>
                  </a:lnTo>
                  <a:lnTo>
                    <a:pt x="8024453" y="1853709"/>
                  </a:lnTo>
                  <a:lnTo>
                    <a:pt x="8084516" y="1861325"/>
                  </a:lnTo>
                  <a:lnTo>
                    <a:pt x="8140932" y="1869724"/>
                  </a:lnTo>
                  <a:lnTo>
                    <a:pt x="8194437" y="1878959"/>
                  </a:lnTo>
                  <a:lnTo>
                    <a:pt x="8229629" y="1885754"/>
                  </a:lnTo>
                  <a:lnTo>
                    <a:pt x="8289862" y="1898746"/>
                  </a:lnTo>
                  <a:lnTo>
                    <a:pt x="8348244" y="1913013"/>
                  </a:lnTo>
                  <a:lnTo>
                    <a:pt x="8405448" y="1928576"/>
                  </a:lnTo>
                  <a:lnTo>
                    <a:pt x="8461974" y="1945415"/>
                  </a:lnTo>
                  <a:lnTo>
                    <a:pt x="8518179" y="1963465"/>
                  </a:lnTo>
                  <a:lnTo>
                    <a:pt x="8574300" y="1982614"/>
                  </a:lnTo>
                  <a:lnTo>
                    <a:pt x="8630474" y="2002701"/>
                  </a:lnTo>
                  <a:lnTo>
                    <a:pt x="8686758" y="2023521"/>
                  </a:lnTo>
                  <a:lnTo>
                    <a:pt x="8743143" y="2044832"/>
                  </a:lnTo>
                  <a:lnTo>
                    <a:pt x="8799582" y="2066369"/>
                  </a:lnTo>
                  <a:lnTo>
                    <a:pt x="8856007" y="2087851"/>
                  </a:lnTo>
                  <a:lnTo>
                    <a:pt x="8912357" y="2109003"/>
                  </a:lnTo>
                  <a:lnTo>
                    <a:pt x="8968596" y="2129565"/>
                  </a:lnTo>
                  <a:lnTo>
                    <a:pt x="9024739" y="2149310"/>
                  </a:lnTo>
                  <a:lnTo>
                    <a:pt x="9080871" y="2168049"/>
                  </a:lnTo>
                  <a:lnTo>
                    <a:pt x="9137166" y="2185641"/>
                  </a:lnTo>
                  <a:lnTo>
                    <a:pt x="9193906" y="2201990"/>
                  </a:lnTo>
                  <a:lnTo>
                    <a:pt x="9251498" y="2217050"/>
                  </a:lnTo>
                  <a:lnTo>
                    <a:pt x="9310507" y="2230819"/>
                  </a:lnTo>
                  <a:lnTo>
                    <a:pt x="9347647" y="2238624"/>
                  </a:lnTo>
                  <a:lnTo>
                    <a:pt x="9399548" y="2248442"/>
                  </a:lnTo>
                  <a:lnTo>
                    <a:pt x="9453901" y="2257408"/>
                  </a:lnTo>
                  <a:lnTo>
                    <a:pt x="9511392" y="2265552"/>
                  </a:lnTo>
                  <a:lnTo>
                    <a:pt x="9572773" y="2272932"/>
                  </a:lnTo>
                  <a:lnTo>
                    <a:pt x="9638823" y="2279619"/>
                  </a:lnTo>
                  <a:lnTo>
                    <a:pt x="9710305" y="2285685"/>
                  </a:lnTo>
                  <a:lnTo>
                    <a:pt x="9787916" y="2291197"/>
                  </a:lnTo>
                  <a:lnTo>
                    <a:pt x="9872215" y="2296215"/>
                  </a:lnTo>
                  <a:lnTo>
                    <a:pt x="9963534" y="2300788"/>
                  </a:lnTo>
                  <a:lnTo>
                    <a:pt x="10061857" y="2304955"/>
                  </a:lnTo>
                  <a:lnTo>
                    <a:pt x="10166683" y="2308740"/>
                  </a:lnTo>
                  <a:lnTo>
                    <a:pt x="10276876" y="2312160"/>
                  </a:lnTo>
                  <a:lnTo>
                    <a:pt x="10390544" y="2315217"/>
                  </a:lnTo>
                  <a:lnTo>
                    <a:pt x="10504981" y="2317908"/>
                  </a:lnTo>
                  <a:lnTo>
                    <a:pt x="10616733" y="2320224"/>
                  </a:lnTo>
                  <a:lnTo>
                    <a:pt x="10721843" y="2322160"/>
                  </a:lnTo>
                  <a:lnTo>
                    <a:pt x="10816273" y="2323716"/>
                  </a:lnTo>
                  <a:lnTo>
                    <a:pt x="10896470" y="2324906"/>
                  </a:lnTo>
                  <a:lnTo>
                    <a:pt x="10959953" y="2325759"/>
                  </a:lnTo>
                  <a:lnTo>
                    <a:pt x="11005788" y="2326318"/>
                  </a:lnTo>
                  <a:lnTo>
                    <a:pt x="11034823" y="2326641"/>
                  </a:lnTo>
                  <a:lnTo>
                    <a:pt x="11049674" y="2326792"/>
                  </a:lnTo>
                  <a:lnTo>
                    <a:pt x="11054524" y="2326838"/>
                  </a:lnTo>
                  <a:lnTo>
                    <a:pt x="11054891" y="2326841"/>
                  </a:lnTo>
                  <a:lnTo>
                    <a:pt x="12049831" y="2326841"/>
                  </a:lnTo>
                  <a:lnTo>
                    <a:pt x="12049831" y="2321600"/>
                  </a:lnTo>
                  <a:lnTo>
                    <a:pt x="11054891" y="2321600"/>
                  </a:lnTo>
                  <a:lnTo>
                    <a:pt x="11053757" y="2321590"/>
                  </a:lnTo>
                  <a:lnTo>
                    <a:pt x="11046272" y="2321518"/>
                  </a:lnTo>
                  <a:lnTo>
                    <a:pt x="11027303" y="2321320"/>
                  </a:lnTo>
                  <a:lnTo>
                    <a:pt x="10993138" y="2320929"/>
                  </a:lnTo>
                  <a:lnTo>
                    <a:pt x="10941707" y="2320282"/>
                  </a:lnTo>
                  <a:lnTo>
                    <a:pt x="10872737" y="2319326"/>
                  </a:lnTo>
                  <a:lnTo>
                    <a:pt x="10787692" y="2318022"/>
                  </a:lnTo>
                  <a:lnTo>
                    <a:pt x="10689453" y="2316346"/>
                  </a:lnTo>
                  <a:lnTo>
                    <a:pt x="10581791" y="2314289"/>
                  </a:lnTo>
                  <a:lnTo>
                    <a:pt x="10468775" y="2311853"/>
                  </a:lnTo>
                  <a:lnTo>
                    <a:pt x="10354241" y="2309045"/>
                  </a:lnTo>
                  <a:lnTo>
                    <a:pt x="10241421" y="2305873"/>
                  </a:lnTo>
                  <a:lnTo>
                    <a:pt x="10132764" y="2302338"/>
                  </a:lnTo>
                  <a:lnTo>
                    <a:pt x="10029912" y="2298434"/>
                  </a:lnTo>
                  <a:lnTo>
                    <a:pt x="9933784" y="2294141"/>
                  </a:lnTo>
                  <a:lnTo>
                    <a:pt x="9844710" y="2289432"/>
                  </a:lnTo>
                  <a:lnTo>
                    <a:pt x="9762582" y="2284263"/>
                  </a:lnTo>
                  <a:lnTo>
                    <a:pt x="9686985" y="2278582"/>
                  </a:lnTo>
                  <a:lnTo>
                    <a:pt x="9617307" y="2272327"/>
                  </a:lnTo>
                  <a:lnTo>
                    <a:pt x="9552823" y="2265428"/>
                  </a:lnTo>
                  <a:lnTo>
                    <a:pt x="9492761" y="2257813"/>
                  </a:lnTo>
                  <a:lnTo>
                    <a:pt x="9436345" y="2249413"/>
                  </a:lnTo>
                  <a:lnTo>
                    <a:pt x="9382840" y="2240178"/>
                  </a:lnTo>
                  <a:lnTo>
                    <a:pt x="9347647" y="2233383"/>
                  </a:lnTo>
                  <a:lnTo>
                    <a:pt x="9287414" y="2220391"/>
                  </a:lnTo>
                  <a:lnTo>
                    <a:pt x="9229033" y="2206124"/>
                  </a:lnTo>
                  <a:lnTo>
                    <a:pt x="9171829" y="2190561"/>
                  </a:lnTo>
                  <a:lnTo>
                    <a:pt x="9115303" y="2173722"/>
                  </a:lnTo>
                  <a:lnTo>
                    <a:pt x="9059098" y="2155672"/>
                  </a:lnTo>
                  <a:lnTo>
                    <a:pt x="9002976" y="2136523"/>
                  </a:lnTo>
                  <a:lnTo>
                    <a:pt x="8946802" y="2116437"/>
                  </a:lnTo>
                  <a:lnTo>
                    <a:pt x="8890519" y="2095617"/>
                  </a:lnTo>
                  <a:lnTo>
                    <a:pt x="8834134" y="2074305"/>
                  </a:lnTo>
                  <a:lnTo>
                    <a:pt x="8777695" y="2052768"/>
                  </a:lnTo>
                  <a:lnTo>
                    <a:pt x="8721269" y="2031286"/>
                  </a:lnTo>
                  <a:lnTo>
                    <a:pt x="8664920" y="2010135"/>
                  </a:lnTo>
                  <a:lnTo>
                    <a:pt x="8608681" y="1989572"/>
                  </a:lnTo>
                  <a:lnTo>
                    <a:pt x="8552538" y="1969827"/>
                  </a:lnTo>
                  <a:lnTo>
                    <a:pt x="8496406" y="1951088"/>
                  </a:lnTo>
                  <a:lnTo>
                    <a:pt x="8440110" y="1933497"/>
                  </a:lnTo>
                  <a:lnTo>
                    <a:pt x="8383371" y="1917147"/>
                  </a:lnTo>
                  <a:lnTo>
                    <a:pt x="8325778" y="1902087"/>
                  </a:lnTo>
                  <a:lnTo>
                    <a:pt x="8266770" y="1888319"/>
                  </a:lnTo>
                  <a:lnTo>
                    <a:pt x="8229629" y="1880514"/>
                  </a:lnTo>
                  <a:lnTo>
                    <a:pt x="8177729" y="1870695"/>
                  </a:lnTo>
                  <a:lnTo>
                    <a:pt x="8123376" y="1861729"/>
                  </a:lnTo>
                  <a:lnTo>
                    <a:pt x="8065885" y="1853585"/>
                  </a:lnTo>
                  <a:lnTo>
                    <a:pt x="8004504" y="1846205"/>
                  </a:lnTo>
                  <a:lnTo>
                    <a:pt x="7938454" y="1839518"/>
                  </a:lnTo>
                  <a:lnTo>
                    <a:pt x="7866972" y="1833453"/>
                  </a:lnTo>
                  <a:lnTo>
                    <a:pt x="7789361" y="1827941"/>
                  </a:lnTo>
                  <a:lnTo>
                    <a:pt x="7705061" y="1822923"/>
                  </a:lnTo>
                  <a:lnTo>
                    <a:pt x="7613742" y="1818350"/>
                  </a:lnTo>
                  <a:lnTo>
                    <a:pt x="7515419" y="1814183"/>
                  </a:lnTo>
                  <a:lnTo>
                    <a:pt x="7410594" y="1810397"/>
                  </a:lnTo>
                  <a:lnTo>
                    <a:pt x="7300400" y="1806978"/>
                  </a:lnTo>
                  <a:lnTo>
                    <a:pt x="7186732" y="1803921"/>
                  </a:lnTo>
                  <a:lnTo>
                    <a:pt x="7072296" y="1801230"/>
                  </a:lnTo>
                  <a:lnTo>
                    <a:pt x="6960543" y="1798913"/>
                  </a:lnTo>
                  <a:lnTo>
                    <a:pt x="6855433" y="1796977"/>
                  </a:lnTo>
                  <a:lnTo>
                    <a:pt x="6761003" y="1795421"/>
                  </a:lnTo>
                  <a:lnTo>
                    <a:pt x="6680806" y="1794231"/>
                  </a:lnTo>
                  <a:lnTo>
                    <a:pt x="6617323" y="1793378"/>
                  </a:lnTo>
                  <a:lnTo>
                    <a:pt x="6571489" y="1792819"/>
                  </a:lnTo>
                  <a:lnTo>
                    <a:pt x="6542453" y="1792496"/>
                  </a:lnTo>
                  <a:lnTo>
                    <a:pt x="6527603" y="1792345"/>
                  </a:lnTo>
                  <a:lnTo>
                    <a:pt x="6522752" y="1792300"/>
                  </a:lnTo>
                  <a:lnTo>
                    <a:pt x="6522385" y="1792296"/>
                  </a:lnTo>
                  <a:lnTo>
                    <a:pt x="5527445" y="1792296"/>
                  </a:lnTo>
                  <a:lnTo>
                    <a:pt x="5526334" y="1792263"/>
                  </a:lnTo>
                  <a:lnTo>
                    <a:pt x="5518996" y="1792025"/>
                  </a:lnTo>
                  <a:lnTo>
                    <a:pt x="5500389" y="1791366"/>
                  </a:lnTo>
                  <a:lnTo>
                    <a:pt x="5466852" y="1790068"/>
                  </a:lnTo>
                  <a:lnTo>
                    <a:pt x="5416316" y="1787923"/>
                  </a:lnTo>
                  <a:lnTo>
                    <a:pt x="5348458" y="1784752"/>
                  </a:lnTo>
                  <a:lnTo>
                    <a:pt x="5264652" y="1780421"/>
                  </a:lnTo>
                  <a:lnTo>
                    <a:pt x="5167670" y="1774850"/>
                  </a:lnTo>
                  <a:lnTo>
                    <a:pt x="5061177" y="1768006"/>
                  </a:lnTo>
                  <a:lnTo>
                    <a:pt x="4949158" y="1759896"/>
                  </a:lnTo>
                  <a:lnTo>
                    <a:pt x="4835399" y="1750543"/>
                  </a:lnTo>
                  <a:lnTo>
                    <a:pt x="4723118" y="1739971"/>
                  </a:lnTo>
                  <a:lnTo>
                    <a:pt x="4614775" y="1728188"/>
                  </a:lnTo>
                  <a:lnTo>
                    <a:pt x="4512046" y="1715174"/>
                  </a:lnTo>
                  <a:lnTo>
                    <a:pt x="4415890" y="1700873"/>
                  </a:lnTo>
                  <a:lnTo>
                    <a:pt x="4326681" y="1685189"/>
                  </a:lnTo>
                  <a:lnTo>
                    <a:pt x="4244353" y="1667989"/>
                  </a:lnTo>
                  <a:lnTo>
                    <a:pt x="4168525" y="1649102"/>
                  </a:lnTo>
                  <a:lnTo>
                    <a:pt x="4098618" y="1628324"/>
                  </a:lnTo>
                  <a:lnTo>
                    <a:pt x="4033931" y="1605427"/>
                  </a:lnTo>
                  <a:lnTo>
                    <a:pt x="3973711" y="1580169"/>
                  </a:lnTo>
                  <a:lnTo>
                    <a:pt x="3917196" y="1552324"/>
                  </a:lnTo>
                  <a:lnTo>
                    <a:pt x="3863657" y="1521707"/>
                  </a:lnTo>
                  <a:lnTo>
                    <a:pt x="3820202" y="1493580"/>
                  </a:lnTo>
                  <a:lnTo>
                    <a:pt x="3769078" y="1456621"/>
                  </a:lnTo>
                  <a:lnTo>
                    <a:pt x="3719365" y="1416581"/>
                  </a:lnTo>
                  <a:lnTo>
                    <a:pt x="3670625" y="1373401"/>
                  </a:lnTo>
                  <a:lnTo>
                    <a:pt x="3622520" y="1327087"/>
                  </a:lnTo>
                  <a:lnTo>
                    <a:pt x="3574788" y="1277723"/>
                  </a:lnTo>
                  <a:lnTo>
                    <a:pt x="3527238" y="1225470"/>
                  </a:lnTo>
                  <a:lnTo>
                    <a:pt x="3479736" y="1170576"/>
                  </a:lnTo>
                  <a:lnTo>
                    <a:pt x="3432200" y="1113371"/>
                  </a:lnTo>
                  <a:lnTo>
                    <a:pt x="3384590" y="1054262"/>
                  </a:lnTo>
                  <a:lnTo>
                    <a:pt x="3336899" y="993726"/>
                  </a:lnTo>
                  <a:lnTo>
                    <a:pt x="3289148" y="932290"/>
                  </a:lnTo>
                  <a:lnTo>
                    <a:pt x="3241373" y="870518"/>
                  </a:lnTo>
                  <a:lnTo>
                    <a:pt x="3193615" y="808984"/>
                  </a:lnTo>
                  <a:lnTo>
                    <a:pt x="3145912" y="748256"/>
                  </a:lnTo>
                  <a:lnTo>
                    <a:pt x="3098287" y="688869"/>
                  </a:lnTo>
                  <a:lnTo>
                    <a:pt x="3050740" y="631309"/>
                  </a:lnTo>
                  <a:lnTo>
                    <a:pt x="3003237" y="575996"/>
                  </a:lnTo>
                  <a:lnTo>
                    <a:pt x="2955703" y="523273"/>
                  </a:lnTo>
                  <a:lnTo>
                    <a:pt x="2908014" y="473403"/>
                  </a:lnTo>
                  <a:lnTo>
                    <a:pt x="2859989" y="426562"/>
                  </a:lnTo>
                  <a:lnTo>
                    <a:pt x="2811379" y="382846"/>
                  </a:lnTo>
                  <a:lnTo>
                    <a:pt x="2761859" y="342273"/>
                  </a:lnTo>
                  <a:lnTo>
                    <a:pt x="2711011" y="304796"/>
                  </a:lnTo>
                  <a:lnTo>
                    <a:pt x="2702183" y="298716"/>
                  </a:lnTo>
                  <a:lnTo>
                    <a:pt x="2650646" y="265687"/>
                  </a:lnTo>
                  <a:lnTo>
                    <a:pt x="2596694" y="235505"/>
                  </a:lnTo>
                  <a:lnTo>
                    <a:pt x="2539657" y="208072"/>
                  </a:lnTo>
                  <a:lnTo>
                    <a:pt x="2478798" y="183194"/>
                  </a:lnTo>
                  <a:lnTo>
                    <a:pt x="2413355" y="160638"/>
                  </a:lnTo>
                  <a:lnTo>
                    <a:pt x="2342579" y="140166"/>
                  </a:lnTo>
                  <a:lnTo>
                    <a:pt x="2265784" y="121551"/>
                  </a:lnTo>
                  <a:lnTo>
                    <a:pt x="2182414" y="104596"/>
                  </a:lnTo>
                  <a:lnTo>
                    <a:pt x="2092130" y="89133"/>
                  </a:lnTo>
                  <a:lnTo>
                    <a:pt x="1994924" y="75035"/>
                  </a:lnTo>
                  <a:lnTo>
                    <a:pt x="1891250" y="62213"/>
                  </a:lnTo>
                  <a:lnTo>
                    <a:pt x="1782173" y="50617"/>
                  </a:lnTo>
                  <a:lnTo>
                    <a:pt x="1669483" y="40232"/>
                  </a:lnTo>
                  <a:lnTo>
                    <a:pt x="1555765" y="31069"/>
                  </a:lnTo>
                  <a:lnTo>
                    <a:pt x="1444341" y="23152"/>
                  </a:lnTo>
                  <a:lnTo>
                    <a:pt x="1339055" y="16505"/>
                  </a:lnTo>
                  <a:lnTo>
                    <a:pt x="1243880" y="11128"/>
                  </a:lnTo>
                  <a:lnTo>
                    <a:pt x="1162381" y="6983"/>
                  </a:lnTo>
                  <a:lnTo>
                    <a:pt x="1097142" y="3979"/>
                  </a:lnTo>
                  <a:lnTo>
                    <a:pt x="1049290" y="1977"/>
                  </a:lnTo>
                  <a:lnTo>
                    <a:pt x="1018231" y="792"/>
                  </a:lnTo>
                  <a:lnTo>
                    <a:pt x="1001636" y="213"/>
                  </a:lnTo>
                  <a:lnTo>
                    <a:pt x="995618" y="2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1" name="pl180"/>
            <p:cNvSpPr/>
            <p:nvPr/>
          </p:nvSpPr>
          <p:spPr>
            <a:xfrm>
              <a:off x="1199187" y="3034162"/>
              <a:ext cx="12049831" cy="2321600"/>
            </a:xfrm>
            <a:custGeom>
              <a:avLst/>
              <a:pathLst>
                <a:path w="12049831" h="2321600">
                  <a:moveTo>
                    <a:pt x="0" y="0"/>
                  </a:moveTo>
                  <a:lnTo>
                    <a:pt x="994940" y="0"/>
                  </a:lnTo>
                  <a:lnTo>
                    <a:pt x="996051" y="33"/>
                  </a:lnTo>
                  <a:lnTo>
                    <a:pt x="1003389" y="271"/>
                  </a:lnTo>
                  <a:lnTo>
                    <a:pt x="1021996" y="930"/>
                  </a:lnTo>
                  <a:lnTo>
                    <a:pt x="1055533" y="2228"/>
                  </a:lnTo>
                  <a:lnTo>
                    <a:pt x="1106069" y="4373"/>
                  </a:lnTo>
                  <a:lnTo>
                    <a:pt x="1173927" y="7544"/>
                  </a:lnTo>
                  <a:lnTo>
                    <a:pt x="1257733" y="11875"/>
                  </a:lnTo>
                  <a:lnTo>
                    <a:pt x="1354715" y="17446"/>
                  </a:lnTo>
                  <a:lnTo>
                    <a:pt x="1461208" y="24290"/>
                  </a:lnTo>
                  <a:lnTo>
                    <a:pt x="1573227" y="32400"/>
                  </a:lnTo>
                  <a:lnTo>
                    <a:pt x="1686986" y="41753"/>
                  </a:lnTo>
                  <a:lnTo>
                    <a:pt x="1799267" y="52325"/>
                  </a:lnTo>
                  <a:lnTo>
                    <a:pt x="1907610" y="64108"/>
                  </a:lnTo>
                  <a:lnTo>
                    <a:pt x="2010339" y="77122"/>
                  </a:lnTo>
                  <a:lnTo>
                    <a:pt x="2106495" y="91423"/>
                  </a:lnTo>
                  <a:lnTo>
                    <a:pt x="2195704" y="107107"/>
                  </a:lnTo>
                  <a:lnTo>
                    <a:pt x="2278032" y="124307"/>
                  </a:lnTo>
                  <a:lnTo>
                    <a:pt x="2353860" y="143193"/>
                  </a:lnTo>
                  <a:lnTo>
                    <a:pt x="2423767" y="163971"/>
                  </a:lnTo>
                  <a:lnTo>
                    <a:pt x="2488454" y="186869"/>
                  </a:lnTo>
                  <a:lnTo>
                    <a:pt x="2548674" y="212126"/>
                  </a:lnTo>
                  <a:lnTo>
                    <a:pt x="2605189" y="239972"/>
                  </a:lnTo>
                  <a:lnTo>
                    <a:pt x="2658728" y="270589"/>
                  </a:lnTo>
                  <a:lnTo>
                    <a:pt x="2702183" y="298716"/>
                  </a:lnTo>
                  <a:lnTo>
                    <a:pt x="2753307" y="335675"/>
                  </a:lnTo>
                  <a:lnTo>
                    <a:pt x="2803020" y="375715"/>
                  </a:lnTo>
                  <a:lnTo>
                    <a:pt x="2851760" y="418895"/>
                  </a:lnTo>
                  <a:lnTo>
                    <a:pt x="2899865" y="465209"/>
                  </a:lnTo>
                  <a:lnTo>
                    <a:pt x="2947597" y="514573"/>
                  </a:lnTo>
                  <a:lnTo>
                    <a:pt x="2995147" y="566826"/>
                  </a:lnTo>
                  <a:lnTo>
                    <a:pt x="3042649" y="621720"/>
                  </a:lnTo>
                  <a:lnTo>
                    <a:pt x="3090185" y="678925"/>
                  </a:lnTo>
                  <a:lnTo>
                    <a:pt x="3137795" y="738034"/>
                  </a:lnTo>
                  <a:lnTo>
                    <a:pt x="3185486" y="798570"/>
                  </a:lnTo>
                  <a:lnTo>
                    <a:pt x="3233237" y="860006"/>
                  </a:lnTo>
                  <a:lnTo>
                    <a:pt x="3281012" y="921778"/>
                  </a:lnTo>
                  <a:lnTo>
                    <a:pt x="3328770" y="983312"/>
                  </a:lnTo>
                  <a:lnTo>
                    <a:pt x="3376473" y="1044040"/>
                  </a:lnTo>
                  <a:lnTo>
                    <a:pt x="3424098" y="1103427"/>
                  </a:lnTo>
                  <a:lnTo>
                    <a:pt x="3471645" y="1160987"/>
                  </a:lnTo>
                  <a:lnTo>
                    <a:pt x="3519148" y="1216300"/>
                  </a:lnTo>
                  <a:lnTo>
                    <a:pt x="3566682" y="1269022"/>
                  </a:lnTo>
                  <a:lnTo>
                    <a:pt x="3614371" y="1318893"/>
                  </a:lnTo>
                  <a:lnTo>
                    <a:pt x="3662396" y="1365734"/>
                  </a:lnTo>
                  <a:lnTo>
                    <a:pt x="3711006" y="1409450"/>
                  </a:lnTo>
                  <a:lnTo>
                    <a:pt x="3760526" y="1450022"/>
                  </a:lnTo>
                  <a:lnTo>
                    <a:pt x="3811374" y="1487499"/>
                  </a:lnTo>
                  <a:lnTo>
                    <a:pt x="3820202" y="1493580"/>
                  </a:lnTo>
                  <a:lnTo>
                    <a:pt x="3871739" y="1526609"/>
                  </a:lnTo>
                  <a:lnTo>
                    <a:pt x="3925691" y="1556790"/>
                  </a:lnTo>
                  <a:lnTo>
                    <a:pt x="3982728" y="1584224"/>
                  </a:lnTo>
                  <a:lnTo>
                    <a:pt x="4043587" y="1609102"/>
                  </a:lnTo>
                  <a:lnTo>
                    <a:pt x="4109030" y="1631658"/>
                  </a:lnTo>
                  <a:lnTo>
                    <a:pt x="4179806" y="1652130"/>
                  </a:lnTo>
                  <a:lnTo>
                    <a:pt x="4256601" y="1670744"/>
                  </a:lnTo>
                  <a:lnTo>
                    <a:pt x="4339971" y="1687700"/>
                  </a:lnTo>
                  <a:lnTo>
                    <a:pt x="4430255" y="1703163"/>
                  </a:lnTo>
                  <a:lnTo>
                    <a:pt x="4527461" y="1717261"/>
                  </a:lnTo>
                  <a:lnTo>
                    <a:pt x="4631135" y="1730083"/>
                  </a:lnTo>
                  <a:lnTo>
                    <a:pt x="4740212" y="1741679"/>
                  </a:lnTo>
                  <a:lnTo>
                    <a:pt x="4852902" y="1752064"/>
                  </a:lnTo>
                  <a:lnTo>
                    <a:pt x="4966620" y="1761227"/>
                  </a:lnTo>
                  <a:lnTo>
                    <a:pt x="5078044" y="1769144"/>
                  </a:lnTo>
                  <a:lnTo>
                    <a:pt x="5183330" y="1775791"/>
                  </a:lnTo>
                  <a:lnTo>
                    <a:pt x="5278505" y="1781168"/>
                  </a:lnTo>
                  <a:lnTo>
                    <a:pt x="5360004" y="1785313"/>
                  </a:lnTo>
                  <a:lnTo>
                    <a:pt x="5425243" y="1788316"/>
                  </a:lnTo>
                  <a:lnTo>
                    <a:pt x="5473095" y="1790319"/>
                  </a:lnTo>
                  <a:lnTo>
                    <a:pt x="5504154" y="1791504"/>
                  </a:lnTo>
                  <a:lnTo>
                    <a:pt x="5520749" y="1792083"/>
                  </a:lnTo>
                  <a:lnTo>
                    <a:pt x="5526767" y="1792276"/>
                  </a:lnTo>
                  <a:lnTo>
                    <a:pt x="5527445" y="1792296"/>
                  </a:lnTo>
                  <a:lnTo>
                    <a:pt x="6522385" y="1792296"/>
                  </a:lnTo>
                  <a:lnTo>
                    <a:pt x="6523520" y="1792306"/>
                  </a:lnTo>
                  <a:lnTo>
                    <a:pt x="6531005" y="1792378"/>
                  </a:lnTo>
                  <a:lnTo>
                    <a:pt x="6549974" y="1792577"/>
                  </a:lnTo>
                  <a:lnTo>
                    <a:pt x="6584139" y="1792968"/>
                  </a:lnTo>
                  <a:lnTo>
                    <a:pt x="6635569" y="1793615"/>
                  </a:lnTo>
                  <a:lnTo>
                    <a:pt x="6704539" y="1794570"/>
                  </a:lnTo>
                  <a:lnTo>
                    <a:pt x="6789584" y="1795874"/>
                  </a:lnTo>
                  <a:lnTo>
                    <a:pt x="6887824" y="1797550"/>
                  </a:lnTo>
                  <a:lnTo>
                    <a:pt x="6995486" y="1799608"/>
                  </a:lnTo>
                  <a:lnTo>
                    <a:pt x="7108502" y="1802044"/>
                  </a:lnTo>
                  <a:lnTo>
                    <a:pt x="7223036" y="1804851"/>
                  </a:lnTo>
                  <a:lnTo>
                    <a:pt x="7335856" y="1808024"/>
                  </a:lnTo>
                  <a:lnTo>
                    <a:pt x="7444513" y="1811558"/>
                  </a:lnTo>
                  <a:lnTo>
                    <a:pt x="7547364" y="1815463"/>
                  </a:lnTo>
                  <a:lnTo>
                    <a:pt x="7643493" y="1819755"/>
                  </a:lnTo>
                  <a:lnTo>
                    <a:pt x="7732566" y="1824465"/>
                  </a:lnTo>
                  <a:lnTo>
                    <a:pt x="7814694" y="1829634"/>
                  </a:lnTo>
                  <a:lnTo>
                    <a:pt x="7890291" y="1835315"/>
                  </a:lnTo>
                  <a:lnTo>
                    <a:pt x="7959970" y="1841570"/>
                  </a:lnTo>
                  <a:lnTo>
                    <a:pt x="8024453" y="1848469"/>
                  </a:lnTo>
                  <a:lnTo>
                    <a:pt x="8084516" y="1856084"/>
                  </a:lnTo>
                  <a:lnTo>
                    <a:pt x="8140932" y="1864484"/>
                  </a:lnTo>
                  <a:lnTo>
                    <a:pt x="8194437" y="1873719"/>
                  </a:lnTo>
                  <a:lnTo>
                    <a:pt x="8229629" y="1880514"/>
                  </a:lnTo>
                  <a:lnTo>
                    <a:pt x="8289862" y="1893505"/>
                  </a:lnTo>
                  <a:lnTo>
                    <a:pt x="8348244" y="1907773"/>
                  </a:lnTo>
                  <a:lnTo>
                    <a:pt x="8405448" y="1923336"/>
                  </a:lnTo>
                  <a:lnTo>
                    <a:pt x="8461974" y="1940175"/>
                  </a:lnTo>
                  <a:lnTo>
                    <a:pt x="8518179" y="1958225"/>
                  </a:lnTo>
                  <a:lnTo>
                    <a:pt x="8574300" y="1977373"/>
                  </a:lnTo>
                  <a:lnTo>
                    <a:pt x="8630474" y="1997460"/>
                  </a:lnTo>
                  <a:lnTo>
                    <a:pt x="8686758" y="2018280"/>
                  </a:lnTo>
                  <a:lnTo>
                    <a:pt x="8743143" y="2039592"/>
                  </a:lnTo>
                  <a:lnTo>
                    <a:pt x="8799582" y="2061128"/>
                  </a:lnTo>
                  <a:lnTo>
                    <a:pt x="8856007" y="2082611"/>
                  </a:lnTo>
                  <a:lnTo>
                    <a:pt x="8912357" y="2103762"/>
                  </a:lnTo>
                  <a:lnTo>
                    <a:pt x="8968596" y="2124325"/>
                  </a:lnTo>
                  <a:lnTo>
                    <a:pt x="9024739" y="2144070"/>
                  </a:lnTo>
                  <a:lnTo>
                    <a:pt x="9080871" y="2162809"/>
                  </a:lnTo>
                  <a:lnTo>
                    <a:pt x="9137166" y="2180400"/>
                  </a:lnTo>
                  <a:lnTo>
                    <a:pt x="9193906" y="2196749"/>
                  </a:lnTo>
                  <a:lnTo>
                    <a:pt x="9251498" y="2211810"/>
                  </a:lnTo>
                  <a:lnTo>
                    <a:pt x="9310507" y="2225578"/>
                  </a:lnTo>
                  <a:lnTo>
                    <a:pt x="9347647" y="2233383"/>
                  </a:lnTo>
                  <a:lnTo>
                    <a:pt x="9399548" y="2243202"/>
                  </a:lnTo>
                  <a:lnTo>
                    <a:pt x="9453901" y="2252168"/>
                  </a:lnTo>
                  <a:lnTo>
                    <a:pt x="9511392" y="2260312"/>
                  </a:lnTo>
                  <a:lnTo>
                    <a:pt x="9572773" y="2267692"/>
                  </a:lnTo>
                  <a:lnTo>
                    <a:pt x="9638823" y="2274379"/>
                  </a:lnTo>
                  <a:lnTo>
                    <a:pt x="9710305" y="2280444"/>
                  </a:lnTo>
                  <a:lnTo>
                    <a:pt x="9787916" y="2285956"/>
                  </a:lnTo>
                  <a:lnTo>
                    <a:pt x="9872215" y="2290974"/>
                  </a:lnTo>
                  <a:lnTo>
                    <a:pt x="9963534" y="2295547"/>
                  </a:lnTo>
                  <a:lnTo>
                    <a:pt x="10061857" y="2299714"/>
                  </a:lnTo>
                  <a:lnTo>
                    <a:pt x="10166683" y="2303500"/>
                  </a:lnTo>
                  <a:lnTo>
                    <a:pt x="10276876" y="2306919"/>
                  </a:lnTo>
                  <a:lnTo>
                    <a:pt x="10390544" y="2309976"/>
                  </a:lnTo>
                  <a:lnTo>
                    <a:pt x="10504981" y="2312667"/>
                  </a:lnTo>
                  <a:lnTo>
                    <a:pt x="10616733" y="2314983"/>
                  </a:lnTo>
                  <a:lnTo>
                    <a:pt x="10721843" y="2316919"/>
                  </a:lnTo>
                  <a:lnTo>
                    <a:pt x="10816273" y="2318476"/>
                  </a:lnTo>
                  <a:lnTo>
                    <a:pt x="10896470" y="2319666"/>
                  </a:lnTo>
                  <a:lnTo>
                    <a:pt x="10959953" y="2320518"/>
                  </a:lnTo>
                  <a:lnTo>
                    <a:pt x="11005788" y="2321078"/>
                  </a:lnTo>
                  <a:lnTo>
                    <a:pt x="11034823" y="2321401"/>
                  </a:lnTo>
                  <a:lnTo>
                    <a:pt x="11049674" y="2321552"/>
                  </a:lnTo>
                  <a:lnTo>
                    <a:pt x="11054524" y="2321597"/>
                  </a:lnTo>
                  <a:lnTo>
                    <a:pt x="11054891" y="2321600"/>
                  </a:lnTo>
                  <a:lnTo>
                    <a:pt x="12049831" y="2321600"/>
                  </a:lnTo>
                  <a:lnTo>
                    <a:pt x="12049831" y="23216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" name="pl181"/>
            <p:cNvSpPr/>
            <p:nvPr/>
          </p:nvSpPr>
          <p:spPr>
            <a:xfrm>
              <a:off x="1199187" y="3028921"/>
              <a:ext cx="12049831" cy="2321600"/>
            </a:xfrm>
            <a:custGeom>
              <a:avLst/>
              <a:pathLst>
                <a:path w="12049831" h="2321600">
                  <a:moveTo>
                    <a:pt x="12049831" y="2321600"/>
                  </a:moveTo>
                  <a:lnTo>
                    <a:pt x="11054891" y="2321600"/>
                  </a:lnTo>
                  <a:lnTo>
                    <a:pt x="11053757" y="2321590"/>
                  </a:lnTo>
                  <a:lnTo>
                    <a:pt x="11046272" y="2321518"/>
                  </a:lnTo>
                  <a:lnTo>
                    <a:pt x="11027303" y="2321320"/>
                  </a:lnTo>
                  <a:lnTo>
                    <a:pt x="10993138" y="2320929"/>
                  </a:lnTo>
                  <a:lnTo>
                    <a:pt x="10941707" y="2320282"/>
                  </a:lnTo>
                  <a:lnTo>
                    <a:pt x="10872737" y="2319326"/>
                  </a:lnTo>
                  <a:lnTo>
                    <a:pt x="10787692" y="2318022"/>
                  </a:lnTo>
                  <a:lnTo>
                    <a:pt x="10689453" y="2316346"/>
                  </a:lnTo>
                  <a:lnTo>
                    <a:pt x="10581791" y="2314289"/>
                  </a:lnTo>
                  <a:lnTo>
                    <a:pt x="10468775" y="2311853"/>
                  </a:lnTo>
                  <a:lnTo>
                    <a:pt x="10354241" y="2309045"/>
                  </a:lnTo>
                  <a:lnTo>
                    <a:pt x="10241421" y="2305873"/>
                  </a:lnTo>
                  <a:lnTo>
                    <a:pt x="10132764" y="2302338"/>
                  </a:lnTo>
                  <a:lnTo>
                    <a:pt x="10029912" y="2298434"/>
                  </a:lnTo>
                  <a:lnTo>
                    <a:pt x="9933784" y="2294141"/>
                  </a:lnTo>
                  <a:lnTo>
                    <a:pt x="9844710" y="2289432"/>
                  </a:lnTo>
                  <a:lnTo>
                    <a:pt x="9762582" y="2284263"/>
                  </a:lnTo>
                  <a:lnTo>
                    <a:pt x="9686985" y="2278582"/>
                  </a:lnTo>
                  <a:lnTo>
                    <a:pt x="9617307" y="2272327"/>
                  </a:lnTo>
                  <a:lnTo>
                    <a:pt x="9552823" y="2265428"/>
                  </a:lnTo>
                  <a:lnTo>
                    <a:pt x="9492761" y="2257813"/>
                  </a:lnTo>
                  <a:lnTo>
                    <a:pt x="9436345" y="2249413"/>
                  </a:lnTo>
                  <a:lnTo>
                    <a:pt x="9382840" y="2240178"/>
                  </a:lnTo>
                  <a:lnTo>
                    <a:pt x="9347647" y="2233383"/>
                  </a:lnTo>
                  <a:lnTo>
                    <a:pt x="9287414" y="2220391"/>
                  </a:lnTo>
                  <a:lnTo>
                    <a:pt x="9229033" y="2206124"/>
                  </a:lnTo>
                  <a:lnTo>
                    <a:pt x="9171829" y="2190561"/>
                  </a:lnTo>
                  <a:lnTo>
                    <a:pt x="9115303" y="2173722"/>
                  </a:lnTo>
                  <a:lnTo>
                    <a:pt x="9059098" y="2155672"/>
                  </a:lnTo>
                  <a:lnTo>
                    <a:pt x="9002976" y="2136523"/>
                  </a:lnTo>
                  <a:lnTo>
                    <a:pt x="8946802" y="2116437"/>
                  </a:lnTo>
                  <a:lnTo>
                    <a:pt x="8890519" y="2095617"/>
                  </a:lnTo>
                  <a:lnTo>
                    <a:pt x="8834134" y="2074305"/>
                  </a:lnTo>
                  <a:lnTo>
                    <a:pt x="8777695" y="2052768"/>
                  </a:lnTo>
                  <a:lnTo>
                    <a:pt x="8721269" y="2031286"/>
                  </a:lnTo>
                  <a:lnTo>
                    <a:pt x="8664920" y="2010135"/>
                  </a:lnTo>
                  <a:lnTo>
                    <a:pt x="8608681" y="1989572"/>
                  </a:lnTo>
                  <a:lnTo>
                    <a:pt x="8552538" y="1969827"/>
                  </a:lnTo>
                  <a:lnTo>
                    <a:pt x="8496406" y="1951088"/>
                  </a:lnTo>
                  <a:lnTo>
                    <a:pt x="8440110" y="1933497"/>
                  </a:lnTo>
                  <a:lnTo>
                    <a:pt x="8383371" y="1917147"/>
                  </a:lnTo>
                  <a:lnTo>
                    <a:pt x="8325778" y="1902087"/>
                  </a:lnTo>
                  <a:lnTo>
                    <a:pt x="8266770" y="1888319"/>
                  </a:lnTo>
                  <a:lnTo>
                    <a:pt x="8229629" y="1880514"/>
                  </a:lnTo>
                  <a:lnTo>
                    <a:pt x="8177729" y="1870695"/>
                  </a:lnTo>
                  <a:lnTo>
                    <a:pt x="8123376" y="1861729"/>
                  </a:lnTo>
                  <a:lnTo>
                    <a:pt x="8065885" y="1853585"/>
                  </a:lnTo>
                  <a:lnTo>
                    <a:pt x="8004504" y="1846205"/>
                  </a:lnTo>
                  <a:lnTo>
                    <a:pt x="7938454" y="1839518"/>
                  </a:lnTo>
                  <a:lnTo>
                    <a:pt x="7866972" y="1833453"/>
                  </a:lnTo>
                  <a:lnTo>
                    <a:pt x="7789361" y="1827941"/>
                  </a:lnTo>
                  <a:lnTo>
                    <a:pt x="7705061" y="1822923"/>
                  </a:lnTo>
                  <a:lnTo>
                    <a:pt x="7613742" y="1818350"/>
                  </a:lnTo>
                  <a:lnTo>
                    <a:pt x="7515419" y="1814183"/>
                  </a:lnTo>
                  <a:lnTo>
                    <a:pt x="7410594" y="1810397"/>
                  </a:lnTo>
                  <a:lnTo>
                    <a:pt x="7300400" y="1806978"/>
                  </a:lnTo>
                  <a:lnTo>
                    <a:pt x="7186732" y="1803921"/>
                  </a:lnTo>
                  <a:lnTo>
                    <a:pt x="7072296" y="1801230"/>
                  </a:lnTo>
                  <a:lnTo>
                    <a:pt x="6960543" y="1798913"/>
                  </a:lnTo>
                  <a:lnTo>
                    <a:pt x="6855433" y="1796977"/>
                  </a:lnTo>
                  <a:lnTo>
                    <a:pt x="6761003" y="1795421"/>
                  </a:lnTo>
                  <a:lnTo>
                    <a:pt x="6680806" y="1794231"/>
                  </a:lnTo>
                  <a:lnTo>
                    <a:pt x="6617323" y="1793378"/>
                  </a:lnTo>
                  <a:lnTo>
                    <a:pt x="6571489" y="1792819"/>
                  </a:lnTo>
                  <a:lnTo>
                    <a:pt x="6542453" y="1792496"/>
                  </a:lnTo>
                  <a:lnTo>
                    <a:pt x="6527603" y="1792345"/>
                  </a:lnTo>
                  <a:lnTo>
                    <a:pt x="6522752" y="1792300"/>
                  </a:lnTo>
                  <a:lnTo>
                    <a:pt x="6522385" y="1792296"/>
                  </a:lnTo>
                  <a:lnTo>
                    <a:pt x="5527445" y="1792296"/>
                  </a:lnTo>
                  <a:lnTo>
                    <a:pt x="5526334" y="1792263"/>
                  </a:lnTo>
                  <a:lnTo>
                    <a:pt x="5518996" y="1792025"/>
                  </a:lnTo>
                  <a:lnTo>
                    <a:pt x="5500389" y="1791366"/>
                  </a:lnTo>
                  <a:lnTo>
                    <a:pt x="5466852" y="1790068"/>
                  </a:lnTo>
                  <a:lnTo>
                    <a:pt x="5416316" y="1787923"/>
                  </a:lnTo>
                  <a:lnTo>
                    <a:pt x="5348458" y="1784752"/>
                  </a:lnTo>
                  <a:lnTo>
                    <a:pt x="5264652" y="1780421"/>
                  </a:lnTo>
                  <a:lnTo>
                    <a:pt x="5167670" y="1774850"/>
                  </a:lnTo>
                  <a:lnTo>
                    <a:pt x="5061177" y="1768006"/>
                  </a:lnTo>
                  <a:lnTo>
                    <a:pt x="4949158" y="1759896"/>
                  </a:lnTo>
                  <a:lnTo>
                    <a:pt x="4835399" y="1750543"/>
                  </a:lnTo>
                  <a:lnTo>
                    <a:pt x="4723118" y="1739971"/>
                  </a:lnTo>
                  <a:lnTo>
                    <a:pt x="4614775" y="1728188"/>
                  </a:lnTo>
                  <a:lnTo>
                    <a:pt x="4512046" y="1715174"/>
                  </a:lnTo>
                  <a:lnTo>
                    <a:pt x="4415890" y="1700873"/>
                  </a:lnTo>
                  <a:lnTo>
                    <a:pt x="4326681" y="1685189"/>
                  </a:lnTo>
                  <a:lnTo>
                    <a:pt x="4244353" y="1667989"/>
                  </a:lnTo>
                  <a:lnTo>
                    <a:pt x="4168525" y="1649102"/>
                  </a:lnTo>
                  <a:lnTo>
                    <a:pt x="4098618" y="1628324"/>
                  </a:lnTo>
                  <a:lnTo>
                    <a:pt x="4033931" y="1605427"/>
                  </a:lnTo>
                  <a:lnTo>
                    <a:pt x="3973711" y="1580169"/>
                  </a:lnTo>
                  <a:lnTo>
                    <a:pt x="3917196" y="1552324"/>
                  </a:lnTo>
                  <a:lnTo>
                    <a:pt x="3863657" y="1521707"/>
                  </a:lnTo>
                  <a:lnTo>
                    <a:pt x="3820202" y="1493580"/>
                  </a:lnTo>
                  <a:lnTo>
                    <a:pt x="3769078" y="1456621"/>
                  </a:lnTo>
                  <a:lnTo>
                    <a:pt x="3719365" y="1416581"/>
                  </a:lnTo>
                  <a:lnTo>
                    <a:pt x="3670625" y="1373401"/>
                  </a:lnTo>
                  <a:lnTo>
                    <a:pt x="3622520" y="1327087"/>
                  </a:lnTo>
                  <a:lnTo>
                    <a:pt x="3574788" y="1277723"/>
                  </a:lnTo>
                  <a:lnTo>
                    <a:pt x="3527238" y="1225470"/>
                  </a:lnTo>
                  <a:lnTo>
                    <a:pt x="3479736" y="1170576"/>
                  </a:lnTo>
                  <a:lnTo>
                    <a:pt x="3432200" y="1113371"/>
                  </a:lnTo>
                  <a:lnTo>
                    <a:pt x="3384590" y="1054262"/>
                  </a:lnTo>
                  <a:lnTo>
                    <a:pt x="3336899" y="993726"/>
                  </a:lnTo>
                  <a:lnTo>
                    <a:pt x="3289148" y="932290"/>
                  </a:lnTo>
                  <a:lnTo>
                    <a:pt x="3241373" y="870518"/>
                  </a:lnTo>
                  <a:lnTo>
                    <a:pt x="3193615" y="808984"/>
                  </a:lnTo>
                  <a:lnTo>
                    <a:pt x="3145912" y="748256"/>
                  </a:lnTo>
                  <a:lnTo>
                    <a:pt x="3098287" y="688869"/>
                  </a:lnTo>
                  <a:lnTo>
                    <a:pt x="3050740" y="631309"/>
                  </a:lnTo>
                  <a:lnTo>
                    <a:pt x="3003237" y="575996"/>
                  </a:lnTo>
                  <a:lnTo>
                    <a:pt x="2955703" y="523273"/>
                  </a:lnTo>
                  <a:lnTo>
                    <a:pt x="2908014" y="473403"/>
                  </a:lnTo>
                  <a:lnTo>
                    <a:pt x="2859989" y="426562"/>
                  </a:lnTo>
                  <a:lnTo>
                    <a:pt x="2811379" y="382846"/>
                  </a:lnTo>
                  <a:lnTo>
                    <a:pt x="2761859" y="342273"/>
                  </a:lnTo>
                  <a:lnTo>
                    <a:pt x="2711011" y="304796"/>
                  </a:lnTo>
                  <a:lnTo>
                    <a:pt x="2702183" y="298716"/>
                  </a:lnTo>
                  <a:lnTo>
                    <a:pt x="2650646" y="265687"/>
                  </a:lnTo>
                  <a:lnTo>
                    <a:pt x="2596694" y="235505"/>
                  </a:lnTo>
                  <a:lnTo>
                    <a:pt x="2539657" y="208072"/>
                  </a:lnTo>
                  <a:lnTo>
                    <a:pt x="2478798" y="183194"/>
                  </a:lnTo>
                  <a:lnTo>
                    <a:pt x="2413355" y="160638"/>
                  </a:lnTo>
                  <a:lnTo>
                    <a:pt x="2342579" y="140166"/>
                  </a:lnTo>
                  <a:lnTo>
                    <a:pt x="2265784" y="121551"/>
                  </a:lnTo>
                  <a:lnTo>
                    <a:pt x="2182414" y="104596"/>
                  </a:lnTo>
                  <a:lnTo>
                    <a:pt x="2092130" y="89133"/>
                  </a:lnTo>
                  <a:lnTo>
                    <a:pt x="1994924" y="75035"/>
                  </a:lnTo>
                  <a:lnTo>
                    <a:pt x="1891250" y="62213"/>
                  </a:lnTo>
                  <a:lnTo>
                    <a:pt x="1782173" y="50617"/>
                  </a:lnTo>
                  <a:lnTo>
                    <a:pt x="1669483" y="40232"/>
                  </a:lnTo>
                  <a:lnTo>
                    <a:pt x="1555765" y="31069"/>
                  </a:lnTo>
                  <a:lnTo>
                    <a:pt x="1444341" y="23152"/>
                  </a:lnTo>
                  <a:lnTo>
                    <a:pt x="1339055" y="16505"/>
                  </a:lnTo>
                  <a:lnTo>
                    <a:pt x="1243880" y="11128"/>
                  </a:lnTo>
                  <a:lnTo>
                    <a:pt x="1162381" y="6983"/>
                  </a:lnTo>
                  <a:lnTo>
                    <a:pt x="1097142" y="3979"/>
                  </a:lnTo>
                  <a:lnTo>
                    <a:pt x="1049290" y="1977"/>
                  </a:lnTo>
                  <a:lnTo>
                    <a:pt x="1018231" y="792"/>
                  </a:lnTo>
                  <a:lnTo>
                    <a:pt x="1001636" y="213"/>
                  </a:lnTo>
                  <a:lnTo>
                    <a:pt x="995618" y="2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" name="pg182"/>
            <p:cNvSpPr/>
            <p:nvPr/>
          </p:nvSpPr>
          <p:spPr>
            <a:xfrm>
              <a:off x="1199187" y="3034162"/>
              <a:ext cx="12049831" cy="2641279"/>
            </a:xfrm>
            <a:custGeom>
              <a:avLst/>
              <a:pathLst>
                <a:path w="12049831" h="2641279">
                  <a:moveTo>
                    <a:pt x="0" y="10481"/>
                  </a:moveTo>
                  <a:lnTo>
                    <a:pt x="994940" y="10481"/>
                  </a:lnTo>
                  <a:lnTo>
                    <a:pt x="996051" y="10514"/>
                  </a:lnTo>
                  <a:lnTo>
                    <a:pt x="1003388" y="10753"/>
                  </a:lnTo>
                  <a:lnTo>
                    <a:pt x="1021992" y="11414"/>
                  </a:lnTo>
                  <a:lnTo>
                    <a:pt x="1055525" y="12715"/>
                  </a:lnTo>
                  <a:lnTo>
                    <a:pt x="1106056" y="14866"/>
                  </a:lnTo>
                  <a:lnTo>
                    <a:pt x="1173907" y="18046"/>
                  </a:lnTo>
                  <a:lnTo>
                    <a:pt x="1257705" y="22389"/>
                  </a:lnTo>
                  <a:lnTo>
                    <a:pt x="1354679" y="27976"/>
                  </a:lnTo>
                  <a:lnTo>
                    <a:pt x="1461165" y="34839"/>
                  </a:lnTo>
                  <a:lnTo>
                    <a:pt x="1573177" y="42972"/>
                  </a:lnTo>
                  <a:lnTo>
                    <a:pt x="1686931" y="52352"/>
                  </a:lnTo>
                  <a:lnTo>
                    <a:pt x="1799209" y="62953"/>
                  </a:lnTo>
                  <a:lnTo>
                    <a:pt x="1907550" y="74769"/>
                  </a:lnTo>
                  <a:lnTo>
                    <a:pt x="2010278" y="87820"/>
                  </a:lnTo>
                  <a:lnTo>
                    <a:pt x="2106435" y="102162"/>
                  </a:lnTo>
                  <a:lnTo>
                    <a:pt x="2195644" y="117890"/>
                  </a:lnTo>
                  <a:lnTo>
                    <a:pt x="2277974" y="135138"/>
                  </a:lnTo>
                  <a:lnTo>
                    <a:pt x="2353803" y="154078"/>
                  </a:lnTo>
                  <a:lnTo>
                    <a:pt x="2423712" y="174914"/>
                  </a:lnTo>
                  <a:lnTo>
                    <a:pt x="2488400" y="197876"/>
                  </a:lnTo>
                  <a:lnTo>
                    <a:pt x="2548621" y="223204"/>
                  </a:lnTo>
                  <a:lnTo>
                    <a:pt x="2605137" y="251127"/>
                  </a:lnTo>
                  <a:lnTo>
                    <a:pt x="2658676" y="281829"/>
                  </a:lnTo>
                  <a:lnTo>
                    <a:pt x="2702183" y="310070"/>
                  </a:lnTo>
                  <a:lnTo>
                    <a:pt x="2753268" y="347108"/>
                  </a:lnTo>
                  <a:lnTo>
                    <a:pt x="2802944" y="387230"/>
                  </a:lnTo>
                  <a:lnTo>
                    <a:pt x="2851647" y="430496"/>
                  </a:lnTo>
                  <a:lnTo>
                    <a:pt x="2899716" y="476901"/>
                  </a:lnTo>
                  <a:lnTo>
                    <a:pt x="2947411" y="526360"/>
                  </a:lnTo>
                  <a:lnTo>
                    <a:pt x="2994925" y="578713"/>
                  </a:lnTo>
                  <a:lnTo>
                    <a:pt x="3042389" y="633712"/>
                  </a:lnTo>
                  <a:lnTo>
                    <a:pt x="3089888" y="691028"/>
                  </a:lnTo>
                  <a:lnTo>
                    <a:pt x="3137461" y="750252"/>
                  </a:lnTo>
                  <a:lnTo>
                    <a:pt x="3185114" y="810909"/>
                  </a:lnTo>
                  <a:lnTo>
                    <a:pt x="3232828" y="872472"/>
                  </a:lnTo>
                  <a:lnTo>
                    <a:pt x="3280566" y="934376"/>
                  </a:lnTo>
                  <a:lnTo>
                    <a:pt x="3328287" y="996046"/>
                  </a:lnTo>
                  <a:lnTo>
                    <a:pt x="3375953" y="1056916"/>
                  </a:lnTo>
                  <a:lnTo>
                    <a:pt x="3423542" y="1116448"/>
                  </a:lnTo>
                  <a:lnTo>
                    <a:pt x="3471053" y="1174156"/>
                  </a:lnTo>
                  <a:lnTo>
                    <a:pt x="3518519" y="1229619"/>
                  </a:lnTo>
                  <a:lnTo>
                    <a:pt x="3566015" y="1282492"/>
                  </a:lnTo>
                  <a:lnTo>
                    <a:pt x="3613663" y="1332512"/>
                  </a:lnTo>
                  <a:lnTo>
                    <a:pt x="3661644" y="1379500"/>
                  </a:lnTo>
                  <a:lnTo>
                    <a:pt x="3710204" y="1423361"/>
                  </a:lnTo>
                  <a:lnTo>
                    <a:pt x="3759667" y="1464072"/>
                  </a:lnTo>
                  <a:lnTo>
                    <a:pt x="3810448" y="1501683"/>
                  </a:lnTo>
                  <a:lnTo>
                    <a:pt x="3820202" y="1508429"/>
                  </a:lnTo>
                  <a:lnTo>
                    <a:pt x="3871737" y="1541553"/>
                  </a:lnTo>
                  <a:lnTo>
                    <a:pt x="3925686" y="1571821"/>
                  </a:lnTo>
                  <a:lnTo>
                    <a:pt x="3982721" y="1599334"/>
                  </a:lnTo>
                  <a:lnTo>
                    <a:pt x="4043576" y="1624284"/>
                  </a:lnTo>
                  <a:lnTo>
                    <a:pt x="4109015" y="1646905"/>
                  </a:lnTo>
                  <a:lnTo>
                    <a:pt x="4179786" y="1667437"/>
                  </a:lnTo>
                  <a:lnTo>
                    <a:pt x="4256576" y="1686106"/>
                  </a:lnTo>
                  <a:lnTo>
                    <a:pt x="4339941" y="1703111"/>
                  </a:lnTo>
                  <a:lnTo>
                    <a:pt x="4430218" y="1718619"/>
                  </a:lnTo>
                  <a:lnTo>
                    <a:pt x="4527418" y="1732758"/>
                  </a:lnTo>
                  <a:lnTo>
                    <a:pt x="4631084" y="1745617"/>
                  </a:lnTo>
                  <a:lnTo>
                    <a:pt x="4740154" y="1757247"/>
                  </a:lnTo>
                  <a:lnTo>
                    <a:pt x="4852838" y="1767662"/>
                  </a:lnTo>
                  <a:lnTo>
                    <a:pt x="4966551" y="1776853"/>
                  </a:lnTo>
                  <a:lnTo>
                    <a:pt x="5077973" y="1784793"/>
                  </a:lnTo>
                  <a:lnTo>
                    <a:pt x="5183260" y="1791460"/>
                  </a:lnTo>
                  <a:lnTo>
                    <a:pt x="5278439" y="1796854"/>
                  </a:lnTo>
                  <a:lnTo>
                    <a:pt x="5359947" y="1801012"/>
                  </a:lnTo>
                  <a:lnTo>
                    <a:pt x="5425196" y="1804025"/>
                  </a:lnTo>
                  <a:lnTo>
                    <a:pt x="5473061" y="1806033"/>
                  </a:lnTo>
                  <a:lnTo>
                    <a:pt x="5504133" y="1807223"/>
                  </a:lnTo>
                  <a:lnTo>
                    <a:pt x="5520739" y="1807804"/>
                  </a:lnTo>
                  <a:lnTo>
                    <a:pt x="5526765" y="1807998"/>
                  </a:lnTo>
                  <a:lnTo>
                    <a:pt x="5527445" y="1808018"/>
                  </a:lnTo>
                  <a:lnTo>
                    <a:pt x="6522385" y="1808018"/>
                  </a:lnTo>
                  <a:lnTo>
                    <a:pt x="6523516" y="1808034"/>
                  </a:lnTo>
                  <a:lnTo>
                    <a:pt x="6530980" y="1808147"/>
                  </a:lnTo>
                  <a:lnTo>
                    <a:pt x="6549897" y="1808459"/>
                  </a:lnTo>
                  <a:lnTo>
                    <a:pt x="6583972" y="1809073"/>
                  </a:lnTo>
                  <a:lnTo>
                    <a:pt x="6635274" y="1810088"/>
                  </a:lnTo>
                  <a:lnTo>
                    <a:pt x="6704084" y="1811588"/>
                  </a:lnTo>
                  <a:lnTo>
                    <a:pt x="6788951" y="1813635"/>
                  </a:lnTo>
                  <a:lnTo>
                    <a:pt x="6887010" y="1816266"/>
                  </a:lnTo>
                  <a:lnTo>
                    <a:pt x="6994505" y="1819497"/>
                  </a:lnTo>
                  <a:lnTo>
                    <a:pt x="7107379" y="1823323"/>
                  </a:lnTo>
                  <a:lnTo>
                    <a:pt x="7221803" y="1827732"/>
                  </a:lnTo>
                  <a:lnTo>
                    <a:pt x="7334547" y="1832715"/>
                  </a:lnTo>
                  <a:lnTo>
                    <a:pt x="7443160" y="1838267"/>
                  </a:lnTo>
                  <a:lnTo>
                    <a:pt x="7545995" y="1844400"/>
                  </a:lnTo>
                  <a:lnTo>
                    <a:pt x="7642128" y="1851142"/>
                  </a:lnTo>
                  <a:lnTo>
                    <a:pt x="7731222" y="1858538"/>
                  </a:lnTo>
                  <a:lnTo>
                    <a:pt x="7813378" y="1866655"/>
                  </a:lnTo>
                  <a:lnTo>
                    <a:pt x="7889009" y="1875574"/>
                  </a:lnTo>
                  <a:lnTo>
                    <a:pt x="7958720" y="1885394"/>
                  </a:lnTo>
                  <a:lnTo>
                    <a:pt x="8023232" y="1896224"/>
                  </a:lnTo>
                  <a:lnTo>
                    <a:pt x="8083317" y="1908177"/>
                  </a:lnTo>
                  <a:lnTo>
                    <a:pt x="8139746" y="1921360"/>
                  </a:lnTo>
                  <a:lnTo>
                    <a:pt x="8193256" y="1935855"/>
                  </a:lnTo>
                  <a:lnTo>
                    <a:pt x="8229629" y="1946895"/>
                  </a:lnTo>
                  <a:lnTo>
                    <a:pt x="8288031" y="1966685"/>
                  </a:lnTo>
                  <a:lnTo>
                    <a:pt x="8344672" y="1988359"/>
                  </a:lnTo>
                  <a:lnTo>
                    <a:pt x="8400174" y="2011949"/>
                  </a:lnTo>
                  <a:lnTo>
                    <a:pt x="8455004" y="2037431"/>
                  </a:lnTo>
                  <a:lnTo>
                    <a:pt x="8509497" y="2064719"/>
                  </a:lnTo>
                  <a:lnTo>
                    <a:pt x="8563883" y="2093662"/>
                  </a:lnTo>
                  <a:lnTo>
                    <a:pt x="8618303" y="2124042"/>
                  </a:lnTo>
                  <a:lnTo>
                    <a:pt x="8672819" y="2155577"/>
                  </a:lnTo>
                  <a:lnTo>
                    <a:pt x="8727438" y="2187931"/>
                  </a:lnTo>
                  <a:lnTo>
                    <a:pt x="8782122" y="2220730"/>
                  </a:lnTo>
                  <a:lnTo>
                    <a:pt x="8836814" y="2253578"/>
                  </a:lnTo>
                  <a:lnTo>
                    <a:pt x="8891453" y="2286073"/>
                  </a:lnTo>
                  <a:lnTo>
                    <a:pt x="8945995" y="2317835"/>
                  </a:lnTo>
                  <a:lnTo>
                    <a:pt x="9000434" y="2348518"/>
                  </a:lnTo>
                  <a:lnTo>
                    <a:pt x="9054819" y="2377826"/>
                  </a:lnTo>
                  <a:lnTo>
                    <a:pt x="9109270" y="2405525"/>
                  </a:lnTo>
                  <a:lnTo>
                    <a:pt x="9163993" y="2431447"/>
                  </a:lnTo>
                  <a:lnTo>
                    <a:pt x="9219298" y="2455492"/>
                  </a:lnTo>
                  <a:lnTo>
                    <a:pt x="9275618" y="2477622"/>
                  </a:lnTo>
                  <a:lnTo>
                    <a:pt x="9333534" y="2497855"/>
                  </a:lnTo>
                  <a:lnTo>
                    <a:pt x="9347647" y="2502402"/>
                  </a:lnTo>
                  <a:lnTo>
                    <a:pt x="9399496" y="2517845"/>
                  </a:lnTo>
                  <a:lnTo>
                    <a:pt x="9453791" y="2531948"/>
                  </a:lnTo>
                  <a:lnTo>
                    <a:pt x="9511217" y="2544759"/>
                  </a:lnTo>
                  <a:lnTo>
                    <a:pt x="9572523" y="2556370"/>
                  </a:lnTo>
                  <a:lnTo>
                    <a:pt x="9638486" y="2566891"/>
                  </a:lnTo>
                  <a:lnTo>
                    <a:pt x="9709867" y="2576435"/>
                  </a:lnTo>
                  <a:lnTo>
                    <a:pt x="9787360" y="2585109"/>
                  </a:lnTo>
                  <a:lnTo>
                    <a:pt x="9871526" y="2593006"/>
                  </a:lnTo>
                  <a:lnTo>
                    <a:pt x="9962696" y="2600204"/>
                  </a:lnTo>
                  <a:lnTo>
                    <a:pt x="10060859" y="2606763"/>
                  </a:lnTo>
                  <a:lnTo>
                    <a:pt x="10165520" y="2612723"/>
                  </a:lnTo>
                  <a:lnTo>
                    <a:pt x="10275553" y="2618107"/>
                  </a:lnTo>
                  <a:lnTo>
                    <a:pt x="10389082" y="2622922"/>
                  </a:lnTo>
                  <a:lnTo>
                    <a:pt x="10503418" y="2627161"/>
                  </a:lnTo>
                  <a:lnTo>
                    <a:pt x="10615126" y="2630813"/>
                  </a:lnTo>
                  <a:lnTo>
                    <a:pt x="10720264" y="2633867"/>
                  </a:lnTo>
                  <a:lnTo>
                    <a:pt x="10814806" y="2636324"/>
                  </a:lnTo>
                  <a:lnTo>
                    <a:pt x="10895193" y="2638205"/>
                  </a:lnTo>
                  <a:lnTo>
                    <a:pt x="10958930" y="2639555"/>
                  </a:lnTo>
                  <a:lnTo>
                    <a:pt x="11005055" y="2640443"/>
                  </a:lnTo>
                  <a:lnTo>
                    <a:pt x="11034380" y="2640957"/>
                  </a:lnTo>
                  <a:lnTo>
                    <a:pt x="11049476" y="2641200"/>
                  </a:lnTo>
                  <a:lnTo>
                    <a:pt x="11054487" y="2641274"/>
                  </a:lnTo>
                  <a:lnTo>
                    <a:pt x="11054891" y="2641279"/>
                  </a:lnTo>
                  <a:lnTo>
                    <a:pt x="12049831" y="2641279"/>
                  </a:lnTo>
                  <a:lnTo>
                    <a:pt x="12049831" y="2630798"/>
                  </a:lnTo>
                  <a:lnTo>
                    <a:pt x="11054891" y="2630798"/>
                  </a:lnTo>
                  <a:lnTo>
                    <a:pt x="11053760" y="2630782"/>
                  </a:lnTo>
                  <a:lnTo>
                    <a:pt x="11046296" y="2630669"/>
                  </a:lnTo>
                  <a:lnTo>
                    <a:pt x="11027379" y="2630358"/>
                  </a:lnTo>
                  <a:lnTo>
                    <a:pt x="10993305" y="2629743"/>
                  </a:lnTo>
                  <a:lnTo>
                    <a:pt x="10942003" y="2628728"/>
                  </a:lnTo>
                  <a:lnTo>
                    <a:pt x="10873193" y="2627228"/>
                  </a:lnTo>
                  <a:lnTo>
                    <a:pt x="10788326" y="2625181"/>
                  </a:lnTo>
                  <a:lnTo>
                    <a:pt x="10690266" y="2622550"/>
                  </a:lnTo>
                  <a:lnTo>
                    <a:pt x="10582771" y="2619319"/>
                  </a:lnTo>
                  <a:lnTo>
                    <a:pt x="10469898" y="2615494"/>
                  </a:lnTo>
                  <a:lnTo>
                    <a:pt x="10355473" y="2611084"/>
                  </a:lnTo>
                  <a:lnTo>
                    <a:pt x="10242730" y="2606101"/>
                  </a:lnTo>
                  <a:lnTo>
                    <a:pt x="10134117" y="2600549"/>
                  </a:lnTo>
                  <a:lnTo>
                    <a:pt x="10031282" y="2594416"/>
                  </a:lnTo>
                  <a:lnTo>
                    <a:pt x="9935148" y="2587674"/>
                  </a:lnTo>
                  <a:lnTo>
                    <a:pt x="9846055" y="2580278"/>
                  </a:lnTo>
                  <a:lnTo>
                    <a:pt x="9763898" y="2572161"/>
                  </a:lnTo>
                  <a:lnTo>
                    <a:pt x="9688268" y="2563242"/>
                  </a:lnTo>
                  <a:lnTo>
                    <a:pt x="9618557" y="2553422"/>
                  </a:lnTo>
                  <a:lnTo>
                    <a:pt x="9554044" y="2542592"/>
                  </a:lnTo>
                  <a:lnTo>
                    <a:pt x="9493960" y="2530639"/>
                  </a:lnTo>
                  <a:lnTo>
                    <a:pt x="9437530" y="2517456"/>
                  </a:lnTo>
                  <a:lnTo>
                    <a:pt x="9384021" y="2502961"/>
                  </a:lnTo>
                  <a:lnTo>
                    <a:pt x="9347647" y="2491921"/>
                  </a:lnTo>
                  <a:lnTo>
                    <a:pt x="9289246" y="2472131"/>
                  </a:lnTo>
                  <a:lnTo>
                    <a:pt x="9232604" y="2450457"/>
                  </a:lnTo>
                  <a:lnTo>
                    <a:pt x="9177102" y="2426867"/>
                  </a:lnTo>
                  <a:lnTo>
                    <a:pt x="9122273" y="2401385"/>
                  </a:lnTo>
                  <a:lnTo>
                    <a:pt x="9067780" y="2374097"/>
                  </a:lnTo>
                  <a:lnTo>
                    <a:pt x="9013393" y="2345154"/>
                  </a:lnTo>
                  <a:lnTo>
                    <a:pt x="8958974" y="2314774"/>
                  </a:lnTo>
                  <a:lnTo>
                    <a:pt x="8904457" y="2283240"/>
                  </a:lnTo>
                  <a:lnTo>
                    <a:pt x="8849839" y="2250885"/>
                  </a:lnTo>
                  <a:lnTo>
                    <a:pt x="8795154" y="2218086"/>
                  </a:lnTo>
                  <a:lnTo>
                    <a:pt x="8740462" y="2185238"/>
                  </a:lnTo>
                  <a:lnTo>
                    <a:pt x="8685824" y="2152743"/>
                  </a:lnTo>
                  <a:lnTo>
                    <a:pt x="8631282" y="2120981"/>
                  </a:lnTo>
                  <a:lnTo>
                    <a:pt x="8576842" y="2090298"/>
                  </a:lnTo>
                  <a:lnTo>
                    <a:pt x="8522457" y="2060990"/>
                  </a:lnTo>
                  <a:lnTo>
                    <a:pt x="8468007" y="2033291"/>
                  </a:lnTo>
                  <a:lnTo>
                    <a:pt x="8413284" y="2007369"/>
                  </a:lnTo>
                  <a:lnTo>
                    <a:pt x="8357979" y="1983324"/>
                  </a:lnTo>
                  <a:lnTo>
                    <a:pt x="8301659" y="1961195"/>
                  </a:lnTo>
                  <a:lnTo>
                    <a:pt x="8243743" y="1940961"/>
                  </a:lnTo>
                  <a:lnTo>
                    <a:pt x="8229629" y="1936414"/>
                  </a:lnTo>
                  <a:lnTo>
                    <a:pt x="8177781" y="1920971"/>
                  </a:lnTo>
                  <a:lnTo>
                    <a:pt x="8123485" y="1906869"/>
                  </a:lnTo>
                  <a:lnTo>
                    <a:pt x="8066059" y="1894057"/>
                  </a:lnTo>
                  <a:lnTo>
                    <a:pt x="8004753" y="1882446"/>
                  </a:lnTo>
                  <a:lnTo>
                    <a:pt x="7938791" y="1871925"/>
                  </a:lnTo>
                  <a:lnTo>
                    <a:pt x="7867410" y="1862381"/>
                  </a:lnTo>
                  <a:lnTo>
                    <a:pt x="7789916" y="1853707"/>
                  </a:lnTo>
                  <a:lnTo>
                    <a:pt x="7705750" y="1845810"/>
                  </a:lnTo>
                  <a:lnTo>
                    <a:pt x="7614580" y="1838612"/>
                  </a:lnTo>
                  <a:lnTo>
                    <a:pt x="7516417" y="1832053"/>
                  </a:lnTo>
                  <a:lnTo>
                    <a:pt x="7411757" y="1826093"/>
                  </a:lnTo>
                  <a:lnTo>
                    <a:pt x="7301723" y="1820709"/>
                  </a:lnTo>
                  <a:lnTo>
                    <a:pt x="7188194" y="1815894"/>
                  </a:lnTo>
                  <a:lnTo>
                    <a:pt x="7073859" y="1811655"/>
                  </a:lnTo>
                  <a:lnTo>
                    <a:pt x="6962151" y="1808003"/>
                  </a:lnTo>
                  <a:lnTo>
                    <a:pt x="6857012" y="1804949"/>
                  </a:lnTo>
                  <a:lnTo>
                    <a:pt x="6762471" y="1802492"/>
                  </a:lnTo>
                  <a:lnTo>
                    <a:pt x="6682084" y="1800611"/>
                  </a:lnTo>
                  <a:lnTo>
                    <a:pt x="6618346" y="1799261"/>
                  </a:lnTo>
                  <a:lnTo>
                    <a:pt x="6572221" y="1798373"/>
                  </a:lnTo>
                  <a:lnTo>
                    <a:pt x="6542897" y="1797859"/>
                  </a:lnTo>
                  <a:lnTo>
                    <a:pt x="6527800" y="1797616"/>
                  </a:lnTo>
                  <a:lnTo>
                    <a:pt x="6522789" y="1797543"/>
                  </a:lnTo>
                  <a:lnTo>
                    <a:pt x="6522385" y="1797537"/>
                  </a:lnTo>
                  <a:lnTo>
                    <a:pt x="5527445" y="1797537"/>
                  </a:lnTo>
                  <a:lnTo>
                    <a:pt x="5526334" y="1797503"/>
                  </a:lnTo>
                  <a:lnTo>
                    <a:pt x="5518997" y="1797264"/>
                  </a:lnTo>
                  <a:lnTo>
                    <a:pt x="5500393" y="1796604"/>
                  </a:lnTo>
                  <a:lnTo>
                    <a:pt x="5466860" y="1795303"/>
                  </a:lnTo>
                  <a:lnTo>
                    <a:pt x="5416329" y="1793152"/>
                  </a:lnTo>
                  <a:lnTo>
                    <a:pt x="5348478" y="1789971"/>
                  </a:lnTo>
                  <a:lnTo>
                    <a:pt x="5264680" y="1785628"/>
                  </a:lnTo>
                  <a:lnTo>
                    <a:pt x="5167706" y="1780042"/>
                  </a:lnTo>
                  <a:lnTo>
                    <a:pt x="5061220" y="1773179"/>
                  </a:lnTo>
                  <a:lnTo>
                    <a:pt x="4949208" y="1765046"/>
                  </a:lnTo>
                  <a:lnTo>
                    <a:pt x="4835454" y="1755666"/>
                  </a:lnTo>
                  <a:lnTo>
                    <a:pt x="4723176" y="1745064"/>
                  </a:lnTo>
                  <a:lnTo>
                    <a:pt x="4614835" y="1733248"/>
                  </a:lnTo>
                  <a:lnTo>
                    <a:pt x="4512107" y="1720198"/>
                  </a:lnTo>
                  <a:lnTo>
                    <a:pt x="4415950" y="1705856"/>
                  </a:lnTo>
                  <a:lnTo>
                    <a:pt x="4326741" y="1690128"/>
                  </a:lnTo>
                  <a:lnTo>
                    <a:pt x="4244411" y="1672880"/>
                  </a:lnTo>
                  <a:lnTo>
                    <a:pt x="4168582" y="1653940"/>
                  </a:lnTo>
                  <a:lnTo>
                    <a:pt x="4098673" y="1633104"/>
                  </a:lnTo>
                  <a:lnTo>
                    <a:pt x="4033985" y="1610142"/>
                  </a:lnTo>
                  <a:lnTo>
                    <a:pt x="3973764" y="1584814"/>
                  </a:lnTo>
                  <a:lnTo>
                    <a:pt x="3917248" y="1556891"/>
                  </a:lnTo>
                  <a:lnTo>
                    <a:pt x="3863709" y="1526189"/>
                  </a:lnTo>
                  <a:lnTo>
                    <a:pt x="3820202" y="1497947"/>
                  </a:lnTo>
                  <a:lnTo>
                    <a:pt x="3769117" y="1460910"/>
                  </a:lnTo>
                  <a:lnTo>
                    <a:pt x="3719441" y="1420788"/>
                  </a:lnTo>
                  <a:lnTo>
                    <a:pt x="3670738" y="1377521"/>
                  </a:lnTo>
                  <a:lnTo>
                    <a:pt x="3622669" y="1331117"/>
                  </a:lnTo>
                  <a:lnTo>
                    <a:pt x="3574974" y="1281657"/>
                  </a:lnTo>
                  <a:lnTo>
                    <a:pt x="3527460" y="1229304"/>
                  </a:lnTo>
                  <a:lnTo>
                    <a:pt x="3479996" y="1174305"/>
                  </a:lnTo>
                  <a:lnTo>
                    <a:pt x="3432497" y="1116990"/>
                  </a:lnTo>
                  <a:lnTo>
                    <a:pt x="3384924" y="1057766"/>
                  </a:lnTo>
                  <a:lnTo>
                    <a:pt x="3337271" y="997108"/>
                  </a:lnTo>
                  <a:lnTo>
                    <a:pt x="3289557" y="935546"/>
                  </a:lnTo>
                  <a:lnTo>
                    <a:pt x="3241819" y="873642"/>
                  </a:lnTo>
                  <a:lnTo>
                    <a:pt x="3194098" y="811972"/>
                  </a:lnTo>
                  <a:lnTo>
                    <a:pt x="3146432" y="751102"/>
                  </a:lnTo>
                  <a:lnTo>
                    <a:pt x="3098843" y="691570"/>
                  </a:lnTo>
                  <a:lnTo>
                    <a:pt x="3051332" y="633861"/>
                  </a:lnTo>
                  <a:lnTo>
                    <a:pt x="3003866" y="578398"/>
                  </a:lnTo>
                  <a:lnTo>
                    <a:pt x="2956370" y="525526"/>
                  </a:lnTo>
                  <a:lnTo>
                    <a:pt x="2908722" y="475506"/>
                  </a:lnTo>
                  <a:lnTo>
                    <a:pt x="2860741" y="428518"/>
                  </a:lnTo>
                  <a:lnTo>
                    <a:pt x="2812181" y="384657"/>
                  </a:lnTo>
                  <a:lnTo>
                    <a:pt x="2762718" y="343945"/>
                  </a:lnTo>
                  <a:lnTo>
                    <a:pt x="2711937" y="306334"/>
                  </a:lnTo>
                  <a:lnTo>
                    <a:pt x="2702183" y="299589"/>
                  </a:lnTo>
                  <a:lnTo>
                    <a:pt x="2650648" y="266465"/>
                  </a:lnTo>
                  <a:lnTo>
                    <a:pt x="2596699" y="236196"/>
                  </a:lnTo>
                  <a:lnTo>
                    <a:pt x="2539664" y="208684"/>
                  </a:lnTo>
                  <a:lnTo>
                    <a:pt x="2478809" y="183733"/>
                  </a:lnTo>
                  <a:lnTo>
                    <a:pt x="2413370" y="161112"/>
                  </a:lnTo>
                  <a:lnTo>
                    <a:pt x="2342599" y="140581"/>
                  </a:lnTo>
                  <a:lnTo>
                    <a:pt x="2265809" y="121912"/>
                  </a:lnTo>
                  <a:lnTo>
                    <a:pt x="2182444" y="104907"/>
                  </a:lnTo>
                  <a:lnTo>
                    <a:pt x="2092167" y="89399"/>
                  </a:lnTo>
                  <a:lnTo>
                    <a:pt x="1994967" y="75260"/>
                  </a:lnTo>
                  <a:lnTo>
                    <a:pt x="1891301" y="62401"/>
                  </a:lnTo>
                  <a:lnTo>
                    <a:pt x="1782231" y="50771"/>
                  </a:lnTo>
                  <a:lnTo>
                    <a:pt x="1669547" y="40355"/>
                  </a:lnTo>
                  <a:lnTo>
                    <a:pt x="1555834" y="31165"/>
                  </a:lnTo>
                  <a:lnTo>
                    <a:pt x="1444412" y="23225"/>
                  </a:lnTo>
                  <a:lnTo>
                    <a:pt x="1339125" y="16558"/>
                  </a:lnTo>
                  <a:lnTo>
                    <a:pt x="1243946" y="11164"/>
                  </a:lnTo>
                  <a:lnTo>
                    <a:pt x="1162438" y="7006"/>
                  </a:lnTo>
                  <a:lnTo>
                    <a:pt x="1097189" y="3993"/>
                  </a:lnTo>
                  <a:lnTo>
                    <a:pt x="1049324" y="1984"/>
                  </a:lnTo>
                  <a:lnTo>
                    <a:pt x="1018252" y="795"/>
                  </a:lnTo>
                  <a:lnTo>
                    <a:pt x="1001646" y="214"/>
                  </a:lnTo>
                  <a:lnTo>
                    <a:pt x="995620" y="2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4" name="pl183"/>
            <p:cNvSpPr/>
            <p:nvPr/>
          </p:nvSpPr>
          <p:spPr>
            <a:xfrm>
              <a:off x="1199187" y="3044643"/>
              <a:ext cx="12049831" cy="2630798"/>
            </a:xfrm>
            <a:custGeom>
              <a:avLst/>
              <a:pathLst>
                <a:path w="12049831" h="2630798">
                  <a:moveTo>
                    <a:pt x="0" y="0"/>
                  </a:moveTo>
                  <a:lnTo>
                    <a:pt x="994940" y="0"/>
                  </a:lnTo>
                  <a:lnTo>
                    <a:pt x="996051" y="33"/>
                  </a:lnTo>
                  <a:lnTo>
                    <a:pt x="1003388" y="272"/>
                  </a:lnTo>
                  <a:lnTo>
                    <a:pt x="1021992" y="932"/>
                  </a:lnTo>
                  <a:lnTo>
                    <a:pt x="1055525" y="2234"/>
                  </a:lnTo>
                  <a:lnTo>
                    <a:pt x="1106056" y="4385"/>
                  </a:lnTo>
                  <a:lnTo>
                    <a:pt x="1173907" y="7565"/>
                  </a:lnTo>
                  <a:lnTo>
                    <a:pt x="1257705" y="11908"/>
                  </a:lnTo>
                  <a:lnTo>
                    <a:pt x="1354679" y="17495"/>
                  </a:lnTo>
                  <a:lnTo>
                    <a:pt x="1461165" y="24358"/>
                  </a:lnTo>
                  <a:lnTo>
                    <a:pt x="1573177" y="32491"/>
                  </a:lnTo>
                  <a:lnTo>
                    <a:pt x="1686931" y="41870"/>
                  </a:lnTo>
                  <a:lnTo>
                    <a:pt x="1799209" y="52472"/>
                  </a:lnTo>
                  <a:lnTo>
                    <a:pt x="1907550" y="64288"/>
                  </a:lnTo>
                  <a:lnTo>
                    <a:pt x="2010278" y="77339"/>
                  </a:lnTo>
                  <a:lnTo>
                    <a:pt x="2106435" y="91681"/>
                  </a:lnTo>
                  <a:lnTo>
                    <a:pt x="2195644" y="107409"/>
                  </a:lnTo>
                  <a:lnTo>
                    <a:pt x="2277974" y="124657"/>
                  </a:lnTo>
                  <a:lnTo>
                    <a:pt x="2353803" y="143597"/>
                  </a:lnTo>
                  <a:lnTo>
                    <a:pt x="2423712" y="164433"/>
                  </a:lnTo>
                  <a:lnTo>
                    <a:pt x="2488400" y="187395"/>
                  </a:lnTo>
                  <a:lnTo>
                    <a:pt x="2548621" y="212722"/>
                  </a:lnTo>
                  <a:lnTo>
                    <a:pt x="2605137" y="240646"/>
                  </a:lnTo>
                  <a:lnTo>
                    <a:pt x="2658676" y="271348"/>
                  </a:lnTo>
                  <a:lnTo>
                    <a:pt x="2702183" y="299589"/>
                  </a:lnTo>
                  <a:lnTo>
                    <a:pt x="2753268" y="336626"/>
                  </a:lnTo>
                  <a:lnTo>
                    <a:pt x="2802944" y="376748"/>
                  </a:lnTo>
                  <a:lnTo>
                    <a:pt x="2851647" y="420015"/>
                  </a:lnTo>
                  <a:lnTo>
                    <a:pt x="2899716" y="466419"/>
                  </a:lnTo>
                  <a:lnTo>
                    <a:pt x="2947411" y="515879"/>
                  </a:lnTo>
                  <a:lnTo>
                    <a:pt x="2994925" y="568232"/>
                  </a:lnTo>
                  <a:lnTo>
                    <a:pt x="3042389" y="623231"/>
                  </a:lnTo>
                  <a:lnTo>
                    <a:pt x="3089888" y="680547"/>
                  </a:lnTo>
                  <a:lnTo>
                    <a:pt x="3137461" y="739771"/>
                  </a:lnTo>
                  <a:lnTo>
                    <a:pt x="3185114" y="800428"/>
                  </a:lnTo>
                  <a:lnTo>
                    <a:pt x="3232828" y="861990"/>
                  </a:lnTo>
                  <a:lnTo>
                    <a:pt x="3280566" y="923894"/>
                  </a:lnTo>
                  <a:lnTo>
                    <a:pt x="3328287" y="985565"/>
                  </a:lnTo>
                  <a:lnTo>
                    <a:pt x="3375953" y="1046434"/>
                  </a:lnTo>
                  <a:lnTo>
                    <a:pt x="3423542" y="1105967"/>
                  </a:lnTo>
                  <a:lnTo>
                    <a:pt x="3471053" y="1163675"/>
                  </a:lnTo>
                  <a:lnTo>
                    <a:pt x="3518519" y="1219138"/>
                  </a:lnTo>
                  <a:lnTo>
                    <a:pt x="3566015" y="1272011"/>
                  </a:lnTo>
                  <a:lnTo>
                    <a:pt x="3613663" y="1322030"/>
                  </a:lnTo>
                  <a:lnTo>
                    <a:pt x="3661644" y="1369019"/>
                  </a:lnTo>
                  <a:lnTo>
                    <a:pt x="3710204" y="1412879"/>
                  </a:lnTo>
                  <a:lnTo>
                    <a:pt x="3759667" y="1453591"/>
                  </a:lnTo>
                  <a:lnTo>
                    <a:pt x="3810448" y="1491202"/>
                  </a:lnTo>
                  <a:lnTo>
                    <a:pt x="3820202" y="1497947"/>
                  </a:lnTo>
                  <a:lnTo>
                    <a:pt x="3871737" y="1531072"/>
                  </a:lnTo>
                  <a:lnTo>
                    <a:pt x="3925686" y="1561340"/>
                  </a:lnTo>
                  <a:lnTo>
                    <a:pt x="3982721" y="1588853"/>
                  </a:lnTo>
                  <a:lnTo>
                    <a:pt x="4043576" y="1613803"/>
                  </a:lnTo>
                  <a:lnTo>
                    <a:pt x="4109015" y="1636424"/>
                  </a:lnTo>
                  <a:lnTo>
                    <a:pt x="4179786" y="1656956"/>
                  </a:lnTo>
                  <a:lnTo>
                    <a:pt x="4256576" y="1675624"/>
                  </a:lnTo>
                  <a:lnTo>
                    <a:pt x="4339941" y="1692629"/>
                  </a:lnTo>
                  <a:lnTo>
                    <a:pt x="4430218" y="1708137"/>
                  </a:lnTo>
                  <a:lnTo>
                    <a:pt x="4527418" y="1722277"/>
                  </a:lnTo>
                  <a:lnTo>
                    <a:pt x="4631084" y="1735136"/>
                  </a:lnTo>
                  <a:lnTo>
                    <a:pt x="4740154" y="1746765"/>
                  </a:lnTo>
                  <a:lnTo>
                    <a:pt x="4852838" y="1757181"/>
                  </a:lnTo>
                  <a:lnTo>
                    <a:pt x="4966551" y="1766372"/>
                  </a:lnTo>
                  <a:lnTo>
                    <a:pt x="5077973" y="1774312"/>
                  </a:lnTo>
                  <a:lnTo>
                    <a:pt x="5183260" y="1780979"/>
                  </a:lnTo>
                  <a:lnTo>
                    <a:pt x="5278439" y="1786372"/>
                  </a:lnTo>
                  <a:lnTo>
                    <a:pt x="5359947" y="1790531"/>
                  </a:lnTo>
                  <a:lnTo>
                    <a:pt x="5425196" y="1793543"/>
                  </a:lnTo>
                  <a:lnTo>
                    <a:pt x="5473061" y="1795552"/>
                  </a:lnTo>
                  <a:lnTo>
                    <a:pt x="5504133" y="1796741"/>
                  </a:lnTo>
                  <a:lnTo>
                    <a:pt x="5520739" y="1797323"/>
                  </a:lnTo>
                  <a:lnTo>
                    <a:pt x="5526765" y="1797517"/>
                  </a:lnTo>
                  <a:lnTo>
                    <a:pt x="5527445" y="1797537"/>
                  </a:lnTo>
                  <a:lnTo>
                    <a:pt x="6522385" y="1797537"/>
                  </a:lnTo>
                  <a:lnTo>
                    <a:pt x="6523516" y="1797553"/>
                  </a:lnTo>
                  <a:lnTo>
                    <a:pt x="6530980" y="1797666"/>
                  </a:lnTo>
                  <a:lnTo>
                    <a:pt x="6549897" y="1797977"/>
                  </a:lnTo>
                  <a:lnTo>
                    <a:pt x="6583972" y="1798591"/>
                  </a:lnTo>
                  <a:lnTo>
                    <a:pt x="6635274" y="1799607"/>
                  </a:lnTo>
                  <a:lnTo>
                    <a:pt x="6704084" y="1801106"/>
                  </a:lnTo>
                  <a:lnTo>
                    <a:pt x="6788951" y="1803153"/>
                  </a:lnTo>
                  <a:lnTo>
                    <a:pt x="6887010" y="1805785"/>
                  </a:lnTo>
                  <a:lnTo>
                    <a:pt x="6994505" y="1809015"/>
                  </a:lnTo>
                  <a:lnTo>
                    <a:pt x="7107379" y="1812841"/>
                  </a:lnTo>
                  <a:lnTo>
                    <a:pt x="7221803" y="1817251"/>
                  </a:lnTo>
                  <a:lnTo>
                    <a:pt x="7334547" y="1822233"/>
                  </a:lnTo>
                  <a:lnTo>
                    <a:pt x="7443160" y="1827786"/>
                  </a:lnTo>
                  <a:lnTo>
                    <a:pt x="7545995" y="1833919"/>
                  </a:lnTo>
                  <a:lnTo>
                    <a:pt x="7642128" y="1840660"/>
                  </a:lnTo>
                  <a:lnTo>
                    <a:pt x="7731222" y="1848057"/>
                  </a:lnTo>
                  <a:lnTo>
                    <a:pt x="7813378" y="1856174"/>
                  </a:lnTo>
                  <a:lnTo>
                    <a:pt x="7889009" y="1865093"/>
                  </a:lnTo>
                  <a:lnTo>
                    <a:pt x="7958720" y="1874913"/>
                  </a:lnTo>
                  <a:lnTo>
                    <a:pt x="8023232" y="1885743"/>
                  </a:lnTo>
                  <a:lnTo>
                    <a:pt x="8083317" y="1897696"/>
                  </a:lnTo>
                  <a:lnTo>
                    <a:pt x="8139746" y="1910879"/>
                  </a:lnTo>
                  <a:lnTo>
                    <a:pt x="8193256" y="1925374"/>
                  </a:lnTo>
                  <a:lnTo>
                    <a:pt x="8229629" y="1936414"/>
                  </a:lnTo>
                  <a:lnTo>
                    <a:pt x="8288031" y="1956204"/>
                  </a:lnTo>
                  <a:lnTo>
                    <a:pt x="8344672" y="1977878"/>
                  </a:lnTo>
                  <a:lnTo>
                    <a:pt x="8400174" y="2001468"/>
                  </a:lnTo>
                  <a:lnTo>
                    <a:pt x="8455004" y="2026949"/>
                  </a:lnTo>
                  <a:lnTo>
                    <a:pt x="8509497" y="2054238"/>
                  </a:lnTo>
                  <a:lnTo>
                    <a:pt x="8563883" y="2083181"/>
                  </a:lnTo>
                  <a:lnTo>
                    <a:pt x="8618303" y="2113561"/>
                  </a:lnTo>
                  <a:lnTo>
                    <a:pt x="8672819" y="2145095"/>
                  </a:lnTo>
                  <a:lnTo>
                    <a:pt x="8727438" y="2177450"/>
                  </a:lnTo>
                  <a:lnTo>
                    <a:pt x="8782122" y="2210249"/>
                  </a:lnTo>
                  <a:lnTo>
                    <a:pt x="8836814" y="2243096"/>
                  </a:lnTo>
                  <a:lnTo>
                    <a:pt x="8891453" y="2275592"/>
                  </a:lnTo>
                  <a:lnTo>
                    <a:pt x="8945995" y="2307354"/>
                  </a:lnTo>
                  <a:lnTo>
                    <a:pt x="9000434" y="2338037"/>
                  </a:lnTo>
                  <a:lnTo>
                    <a:pt x="9054819" y="2367344"/>
                  </a:lnTo>
                  <a:lnTo>
                    <a:pt x="9109270" y="2395043"/>
                  </a:lnTo>
                  <a:lnTo>
                    <a:pt x="9163993" y="2420966"/>
                  </a:lnTo>
                  <a:lnTo>
                    <a:pt x="9219298" y="2445011"/>
                  </a:lnTo>
                  <a:lnTo>
                    <a:pt x="9275618" y="2467140"/>
                  </a:lnTo>
                  <a:lnTo>
                    <a:pt x="9333534" y="2487374"/>
                  </a:lnTo>
                  <a:lnTo>
                    <a:pt x="9347647" y="2491921"/>
                  </a:lnTo>
                  <a:lnTo>
                    <a:pt x="9399496" y="2507363"/>
                  </a:lnTo>
                  <a:lnTo>
                    <a:pt x="9453791" y="2521466"/>
                  </a:lnTo>
                  <a:lnTo>
                    <a:pt x="9511217" y="2534277"/>
                  </a:lnTo>
                  <a:lnTo>
                    <a:pt x="9572523" y="2545888"/>
                  </a:lnTo>
                  <a:lnTo>
                    <a:pt x="9638486" y="2556409"/>
                  </a:lnTo>
                  <a:lnTo>
                    <a:pt x="9709867" y="2565954"/>
                  </a:lnTo>
                  <a:lnTo>
                    <a:pt x="9787360" y="2574628"/>
                  </a:lnTo>
                  <a:lnTo>
                    <a:pt x="9871526" y="2582525"/>
                  </a:lnTo>
                  <a:lnTo>
                    <a:pt x="9962696" y="2589723"/>
                  </a:lnTo>
                  <a:lnTo>
                    <a:pt x="10060859" y="2596281"/>
                  </a:lnTo>
                  <a:lnTo>
                    <a:pt x="10165520" y="2602241"/>
                  </a:lnTo>
                  <a:lnTo>
                    <a:pt x="10275553" y="2607626"/>
                  </a:lnTo>
                  <a:lnTo>
                    <a:pt x="10389082" y="2612441"/>
                  </a:lnTo>
                  <a:lnTo>
                    <a:pt x="10503418" y="2616680"/>
                  </a:lnTo>
                  <a:lnTo>
                    <a:pt x="10615126" y="2620332"/>
                  </a:lnTo>
                  <a:lnTo>
                    <a:pt x="10720264" y="2623386"/>
                  </a:lnTo>
                  <a:lnTo>
                    <a:pt x="10814806" y="2625843"/>
                  </a:lnTo>
                  <a:lnTo>
                    <a:pt x="10895193" y="2627724"/>
                  </a:lnTo>
                  <a:lnTo>
                    <a:pt x="10958930" y="2629074"/>
                  </a:lnTo>
                  <a:lnTo>
                    <a:pt x="11005055" y="2629961"/>
                  </a:lnTo>
                  <a:lnTo>
                    <a:pt x="11034380" y="2630476"/>
                  </a:lnTo>
                  <a:lnTo>
                    <a:pt x="11049476" y="2630718"/>
                  </a:lnTo>
                  <a:lnTo>
                    <a:pt x="11054487" y="2630792"/>
                  </a:lnTo>
                  <a:lnTo>
                    <a:pt x="11054891" y="2630798"/>
                  </a:lnTo>
                  <a:lnTo>
                    <a:pt x="12049831" y="2630798"/>
                  </a:lnTo>
                  <a:lnTo>
                    <a:pt x="12049831" y="26307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" name="pl184"/>
            <p:cNvSpPr/>
            <p:nvPr/>
          </p:nvSpPr>
          <p:spPr>
            <a:xfrm>
              <a:off x="1199187" y="3034162"/>
              <a:ext cx="12049831" cy="2630798"/>
            </a:xfrm>
            <a:custGeom>
              <a:avLst/>
              <a:pathLst>
                <a:path w="12049831" h="2630798">
                  <a:moveTo>
                    <a:pt x="12049831" y="2630798"/>
                  </a:moveTo>
                  <a:lnTo>
                    <a:pt x="11054891" y="2630798"/>
                  </a:lnTo>
                  <a:lnTo>
                    <a:pt x="11053760" y="2630782"/>
                  </a:lnTo>
                  <a:lnTo>
                    <a:pt x="11046296" y="2630669"/>
                  </a:lnTo>
                  <a:lnTo>
                    <a:pt x="11027379" y="2630358"/>
                  </a:lnTo>
                  <a:lnTo>
                    <a:pt x="10993305" y="2629743"/>
                  </a:lnTo>
                  <a:lnTo>
                    <a:pt x="10942003" y="2628728"/>
                  </a:lnTo>
                  <a:lnTo>
                    <a:pt x="10873193" y="2627228"/>
                  </a:lnTo>
                  <a:lnTo>
                    <a:pt x="10788326" y="2625181"/>
                  </a:lnTo>
                  <a:lnTo>
                    <a:pt x="10690266" y="2622550"/>
                  </a:lnTo>
                  <a:lnTo>
                    <a:pt x="10582771" y="2619319"/>
                  </a:lnTo>
                  <a:lnTo>
                    <a:pt x="10469898" y="2615494"/>
                  </a:lnTo>
                  <a:lnTo>
                    <a:pt x="10355473" y="2611084"/>
                  </a:lnTo>
                  <a:lnTo>
                    <a:pt x="10242730" y="2606101"/>
                  </a:lnTo>
                  <a:lnTo>
                    <a:pt x="10134117" y="2600549"/>
                  </a:lnTo>
                  <a:lnTo>
                    <a:pt x="10031282" y="2594416"/>
                  </a:lnTo>
                  <a:lnTo>
                    <a:pt x="9935148" y="2587674"/>
                  </a:lnTo>
                  <a:lnTo>
                    <a:pt x="9846055" y="2580278"/>
                  </a:lnTo>
                  <a:lnTo>
                    <a:pt x="9763898" y="2572161"/>
                  </a:lnTo>
                  <a:lnTo>
                    <a:pt x="9688268" y="2563242"/>
                  </a:lnTo>
                  <a:lnTo>
                    <a:pt x="9618557" y="2553422"/>
                  </a:lnTo>
                  <a:lnTo>
                    <a:pt x="9554044" y="2542592"/>
                  </a:lnTo>
                  <a:lnTo>
                    <a:pt x="9493960" y="2530639"/>
                  </a:lnTo>
                  <a:lnTo>
                    <a:pt x="9437530" y="2517456"/>
                  </a:lnTo>
                  <a:lnTo>
                    <a:pt x="9384021" y="2502961"/>
                  </a:lnTo>
                  <a:lnTo>
                    <a:pt x="9347647" y="2491921"/>
                  </a:lnTo>
                  <a:lnTo>
                    <a:pt x="9289246" y="2472131"/>
                  </a:lnTo>
                  <a:lnTo>
                    <a:pt x="9232604" y="2450457"/>
                  </a:lnTo>
                  <a:lnTo>
                    <a:pt x="9177102" y="2426867"/>
                  </a:lnTo>
                  <a:lnTo>
                    <a:pt x="9122273" y="2401385"/>
                  </a:lnTo>
                  <a:lnTo>
                    <a:pt x="9067780" y="2374097"/>
                  </a:lnTo>
                  <a:lnTo>
                    <a:pt x="9013393" y="2345154"/>
                  </a:lnTo>
                  <a:lnTo>
                    <a:pt x="8958974" y="2314774"/>
                  </a:lnTo>
                  <a:lnTo>
                    <a:pt x="8904457" y="2283240"/>
                  </a:lnTo>
                  <a:lnTo>
                    <a:pt x="8849839" y="2250885"/>
                  </a:lnTo>
                  <a:lnTo>
                    <a:pt x="8795154" y="2218086"/>
                  </a:lnTo>
                  <a:lnTo>
                    <a:pt x="8740462" y="2185238"/>
                  </a:lnTo>
                  <a:lnTo>
                    <a:pt x="8685824" y="2152743"/>
                  </a:lnTo>
                  <a:lnTo>
                    <a:pt x="8631282" y="2120981"/>
                  </a:lnTo>
                  <a:lnTo>
                    <a:pt x="8576842" y="2090298"/>
                  </a:lnTo>
                  <a:lnTo>
                    <a:pt x="8522457" y="2060990"/>
                  </a:lnTo>
                  <a:lnTo>
                    <a:pt x="8468007" y="2033291"/>
                  </a:lnTo>
                  <a:lnTo>
                    <a:pt x="8413284" y="2007369"/>
                  </a:lnTo>
                  <a:lnTo>
                    <a:pt x="8357979" y="1983324"/>
                  </a:lnTo>
                  <a:lnTo>
                    <a:pt x="8301659" y="1961195"/>
                  </a:lnTo>
                  <a:lnTo>
                    <a:pt x="8243743" y="1940961"/>
                  </a:lnTo>
                  <a:lnTo>
                    <a:pt x="8229629" y="1936414"/>
                  </a:lnTo>
                  <a:lnTo>
                    <a:pt x="8177781" y="1920971"/>
                  </a:lnTo>
                  <a:lnTo>
                    <a:pt x="8123485" y="1906869"/>
                  </a:lnTo>
                  <a:lnTo>
                    <a:pt x="8066059" y="1894057"/>
                  </a:lnTo>
                  <a:lnTo>
                    <a:pt x="8004753" y="1882446"/>
                  </a:lnTo>
                  <a:lnTo>
                    <a:pt x="7938791" y="1871925"/>
                  </a:lnTo>
                  <a:lnTo>
                    <a:pt x="7867410" y="1862381"/>
                  </a:lnTo>
                  <a:lnTo>
                    <a:pt x="7789916" y="1853707"/>
                  </a:lnTo>
                  <a:lnTo>
                    <a:pt x="7705750" y="1845810"/>
                  </a:lnTo>
                  <a:lnTo>
                    <a:pt x="7614580" y="1838612"/>
                  </a:lnTo>
                  <a:lnTo>
                    <a:pt x="7516417" y="1832053"/>
                  </a:lnTo>
                  <a:lnTo>
                    <a:pt x="7411757" y="1826093"/>
                  </a:lnTo>
                  <a:lnTo>
                    <a:pt x="7301723" y="1820709"/>
                  </a:lnTo>
                  <a:lnTo>
                    <a:pt x="7188194" y="1815894"/>
                  </a:lnTo>
                  <a:lnTo>
                    <a:pt x="7073859" y="1811655"/>
                  </a:lnTo>
                  <a:lnTo>
                    <a:pt x="6962151" y="1808003"/>
                  </a:lnTo>
                  <a:lnTo>
                    <a:pt x="6857012" y="1804949"/>
                  </a:lnTo>
                  <a:lnTo>
                    <a:pt x="6762471" y="1802492"/>
                  </a:lnTo>
                  <a:lnTo>
                    <a:pt x="6682084" y="1800611"/>
                  </a:lnTo>
                  <a:lnTo>
                    <a:pt x="6618346" y="1799261"/>
                  </a:lnTo>
                  <a:lnTo>
                    <a:pt x="6572221" y="1798373"/>
                  </a:lnTo>
                  <a:lnTo>
                    <a:pt x="6542897" y="1797859"/>
                  </a:lnTo>
                  <a:lnTo>
                    <a:pt x="6527800" y="1797616"/>
                  </a:lnTo>
                  <a:lnTo>
                    <a:pt x="6522789" y="1797543"/>
                  </a:lnTo>
                  <a:lnTo>
                    <a:pt x="6522385" y="1797537"/>
                  </a:lnTo>
                  <a:lnTo>
                    <a:pt x="5527445" y="1797537"/>
                  </a:lnTo>
                  <a:lnTo>
                    <a:pt x="5526334" y="1797503"/>
                  </a:lnTo>
                  <a:lnTo>
                    <a:pt x="5518997" y="1797264"/>
                  </a:lnTo>
                  <a:lnTo>
                    <a:pt x="5500393" y="1796604"/>
                  </a:lnTo>
                  <a:lnTo>
                    <a:pt x="5466860" y="1795303"/>
                  </a:lnTo>
                  <a:lnTo>
                    <a:pt x="5416329" y="1793152"/>
                  </a:lnTo>
                  <a:lnTo>
                    <a:pt x="5348478" y="1789971"/>
                  </a:lnTo>
                  <a:lnTo>
                    <a:pt x="5264680" y="1785628"/>
                  </a:lnTo>
                  <a:lnTo>
                    <a:pt x="5167706" y="1780042"/>
                  </a:lnTo>
                  <a:lnTo>
                    <a:pt x="5061220" y="1773179"/>
                  </a:lnTo>
                  <a:lnTo>
                    <a:pt x="4949208" y="1765046"/>
                  </a:lnTo>
                  <a:lnTo>
                    <a:pt x="4835454" y="1755666"/>
                  </a:lnTo>
                  <a:lnTo>
                    <a:pt x="4723176" y="1745064"/>
                  </a:lnTo>
                  <a:lnTo>
                    <a:pt x="4614835" y="1733248"/>
                  </a:lnTo>
                  <a:lnTo>
                    <a:pt x="4512107" y="1720198"/>
                  </a:lnTo>
                  <a:lnTo>
                    <a:pt x="4415950" y="1705856"/>
                  </a:lnTo>
                  <a:lnTo>
                    <a:pt x="4326741" y="1690128"/>
                  </a:lnTo>
                  <a:lnTo>
                    <a:pt x="4244411" y="1672880"/>
                  </a:lnTo>
                  <a:lnTo>
                    <a:pt x="4168582" y="1653940"/>
                  </a:lnTo>
                  <a:lnTo>
                    <a:pt x="4098673" y="1633104"/>
                  </a:lnTo>
                  <a:lnTo>
                    <a:pt x="4033985" y="1610142"/>
                  </a:lnTo>
                  <a:lnTo>
                    <a:pt x="3973764" y="1584814"/>
                  </a:lnTo>
                  <a:lnTo>
                    <a:pt x="3917248" y="1556891"/>
                  </a:lnTo>
                  <a:lnTo>
                    <a:pt x="3863709" y="1526189"/>
                  </a:lnTo>
                  <a:lnTo>
                    <a:pt x="3820202" y="1497947"/>
                  </a:lnTo>
                  <a:lnTo>
                    <a:pt x="3769117" y="1460910"/>
                  </a:lnTo>
                  <a:lnTo>
                    <a:pt x="3719441" y="1420788"/>
                  </a:lnTo>
                  <a:lnTo>
                    <a:pt x="3670738" y="1377521"/>
                  </a:lnTo>
                  <a:lnTo>
                    <a:pt x="3622669" y="1331117"/>
                  </a:lnTo>
                  <a:lnTo>
                    <a:pt x="3574974" y="1281657"/>
                  </a:lnTo>
                  <a:lnTo>
                    <a:pt x="3527460" y="1229304"/>
                  </a:lnTo>
                  <a:lnTo>
                    <a:pt x="3479996" y="1174305"/>
                  </a:lnTo>
                  <a:lnTo>
                    <a:pt x="3432497" y="1116990"/>
                  </a:lnTo>
                  <a:lnTo>
                    <a:pt x="3384924" y="1057766"/>
                  </a:lnTo>
                  <a:lnTo>
                    <a:pt x="3337271" y="997108"/>
                  </a:lnTo>
                  <a:lnTo>
                    <a:pt x="3289557" y="935546"/>
                  </a:lnTo>
                  <a:lnTo>
                    <a:pt x="3241819" y="873642"/>
                  </a:lnTo>
                  <a:lnTo>
                    <a:pt x="3194098" y="811972"/>
                  </a:lnTo>
                  <a:lnTo>
                    <a:pt x="3146432" y="751102"/>
                  </a:lnTo>
                  <a:lnTo>
                    <a:pt x="3098843" y="691570"/>
                  </a:lnTo>
                  <a:lnTo>
                    <a:pt x="3051332" y="633861"/>
                  </a:lnTo>
                  <a:lnTo>
                    <a:pt x="3003866" y="578398"/>
                  </a:lnTo>
                  <a:lnTo>
                    <a:pt x="2956370" y="525526"/>
                  </a:lnTo>
                  <a:lnTo>
                    <a:pt x="2908722" y="475506"/>
                  </a:lnTo>
                  <a:lnTo>
                    <a:pt x="2860741" y="428518"/>
                  </a:lnTo>
                  <a:lnTo>
                    <a:pt x="2812181" y="384657"/>
                  </a:lnTo>
                  <a:lnTo>
                    <a:pt x="2762718" y="343945"/>
                  </a:lnTo>
                  <a:lnTo>
                    <a:pt x="2711937" y="306334"/>
                  </a:lnTo>
                  <a:lnTo>
                    <a:pt x="2702183" y="299589"/>
                  </a:lnTo>
                  <a:lnTo>
                    <a:pt x="2650648" y="266465"/>
                  </a:lnTo>
                  <a:lnTo>
                    <a:pt x="2596699" y="236196"/>
                  </a:lnTo>
                  <a:lnTo>
                    <a:pt x="2539664" y="208684"/>
                  </a:lnTo>
                  <a:lnTo>
                    <a:pt x="2478809" y="183733"/>
                  </a:lnTo>
                  <a:lnTo>
                    <a:pt x="2413370" y="161112"/>
                  </a:lnTo>
                  <a:lnTo>
                    <a:pt x="2342599" y="140581"/>
                  </a:lnTo>
                  <a:lnTo>
                    <a:pt x="2265809" y="121912"/>
                  </a:lnTo>
                  <a:lnTo>
                    <a:pt x="2182444" y="104907"/>
                  </a:lnTo>
                  <a:lnTo>
                    <a:pt x="2092167" y="89399"/>
                  </a:lnTo>
                  <a:lnTo>
                    <a:pt x="1994967" y="75260"/>
                  </a:lnTo>
                  <a:lnTo>
                    <a:pt x="1891301" y="62401"/>
                  </a:lnTo>
                  <a:lnTo>
                    <a:pt x="1782231" y="50771"/>
                  </a:lnTo>
                  <a:lnTo>
                    <a:pt x="1669547" y="40355"/>
                  </a:lnTo>
                  <a:lnTo>
                    <a:pt x="1555834" y="31165"/>
                  </a:lnTo>
                  <a:lnTo>
                    <a:pt x="1444412" y="23225"/>
                  </a:lnTo>
                  <a:lnTo>
                    <a:pt x="1339125" y="16558"/>
                  </a:lnTo>
                  <a:lnTo>
                    <a:pt x="1243946" y="11164"/>
                  </a:lnTo>
                  <a:lnTo>
                    <a:pt x="1162438" y="7006"/>
                  </a:lnTo>
                  <a:lnTo>
                    <a:pt x="1097189" y="3993"/>
                  </a:lnTo>
                  <a:lnTo>
                    <a:pt x="1049324" y="1984"/>
                  </a:lnTo>
                  <a:lnTo>
                    <a:pt x="1018252" y="795"/>
                  </a:lnTo>
                  <a:lnTo>
                    <a:pt x="1001646" y="214"/>
                  </a:lnTo>
                  <a:lnTo>
                    <a:pt x="995620" y="2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" name="pg185"/>
            <p:cNvSpPr/>
            <p:nvPr/>
          </p:nvSpPr>
          <p:spPr>
            <a:xfrm>
              <a:off x="1199187" y="3044643"/>
              <a:ext cx="12049831" cy="3243952"/>
            </a:xfrm>
            <a:custGeom>
              <a:avLst/>
              <a:pathLst>
                <a:path w="12049831" h="3243952">
                  <a:moveTo>
                    <a:pt x="0" y="10481"/>
                  </a:moveTo>
                  <a:lnTo>
                    <a:pt x="994940" y="10481"/>
                  </a:lnTo>
                  <a:lnTo>
                    <a:pt x="996051" y="10515"/>
                  </a:lnTo>
                  <a:lnTo>
                    <a:pt x="1003385" y="10756"/>
                  </a:lnTo>
                  <a:lnTo>
                    <a:pt x="1021982" y="11421"/>
                  </a:lnTo>
                  <a:lnTo>
                    <a:pt x="1055503" y="12734"/>
                  </a:lnTo>
                  <a:lnTo>
                    <a:pt x="1106017" y="14903"/>
                  </a:lnTo>
                  <a:lnTo>
                    <a:pt x="1173847" y="18110"/>
                  </a:lnTo>
                  <a:lnTo>
                    <a:pt x="1257622" y="22489"/>
                  </a:lnTo>
                  <a:lnTo>
                    <a:pt x="1354572" y="28123"/>
                  </a:lnTo>
                  <a:lnTo>
                    <a:pt x="1461035" y="35043"/>
                  </a:lnTo>
                  <a:lnTo>
                    <a:pt x="1573028" y="43245"/>
                  </a:lnTo>
                  <a:lnTo>
                    <a:pt x="1686768" y="52703"/>
                  </a:lnTo>
                  <a:lnTo>
                    <a:pt x="1799035" y="63394"/>
                  </a:lnTo>
                  <a:lnTo>
                    <a:pt x="1907369" y="75310"/>
                  </a:lnTo>
                  <a:lnTo>
                    <a:pt x="2010096" y="88471"/>
                  </a:lnTo>
                  <a:lnTo>
                    <a:pt x="2106252" y="102934"/>
                  </a:lnTo>
                  <a:lnTo>
                    <a:pt x="2195464" y="118794"/>
                  </a:lnTo>
                  <a:lnTo>
                    <a:pt x="2277798" y="136188"/>
                  </a:lnTo>
                  <a:lnTo>
                    <a:pt x="2353631" y="155286"/>
                  </a:lnTo>
                  <a:lnTo>
                    <a:pt x="2423544" y="176297"/>
                  </a:lnTo>
                  <a:lnTo>
                    <a:pt x="2488236" y="199451"/>
                  </a:lnTo>
                  <a:lnTo>
                    <a:pt x="2548461" y="224990"/>
                  </a:lnTo>
                  <a:lnTo>
                    <a:pt x="2604978" y="253147"/>
                  </a:lnTo>
                  <a:lnTo>
                    <a:pt x="2658518" y="284105"/>
                  </a:lnTo>
                  <a:lnTo>
                    <a:pt x="2702183" y="312691"/>
                  </a:lnTo>
                  <a:lnTo>
                    <a:pt x="2753150" y="349961"/>
                  </a:lnTo>
                  <a:lnTo>
                    <a:pt x="2802714" y="390329"/>
                  </a:lnTo>
                  <a:lnTo>
                    <a:pt x="2851308" y="433853"/>
                  </a:lnTo>
                  <a:lnTo>
                    <a:pt x="2899269" y="480529"/>
                  </a:lnTo>
                  <a:lnTo>
                    <a:pt x="2946856" y="530273"/>
                  </a:lnTo>
                  <a:lnTo>
                    <a:pt x="2994260" y="582924"/>
                  </a:lnTo>
                  <a:lnTo>
                    <a:pt x="3041614" y="638237"/>
                  </a:lnTo>
                  <a:lnTo>
                    <a:pt x="3089000" y="695881"/>
                  </a:lnTo>
                  <a:lnTo>
                    <a:pt x="3136461" y="755450"/>
                  </a:lnTo>
                  <a:lnTo>
                    <a:pt x="3184001" y="816469"/>
                  </a:lnTo>
                  <a:lnTo>
                    <a:pt x="3231602" y="878409"/>
                  </a:lnTo>
                  <a:lnTo>
                    <a:pt x="3279228" y="940708"/>
                  </a:lnTo>
                  <a:lnTo>
                    <a:pt x="3326839" y="1002787"/>
                  </a:lnTo>
                  <a:lnTo>
                    <a:pt x="3374397" y="1064080"/>
                  </a:lnTo>
                  <a:lnTo>
                    <a:pt x="3421877" y="1124046"/>
                  </a:lnTo>
                  <a:lnTo>
                    <a:pt x="3469279" y="1182198"/>
                  </a:lnTo>
                  <a:lnTo>
                    <a:pt x="3516635" y="1238110"/>
                  </a:lnTo>
                  <a:lnTo>
                    <a:pt x="3564017" y="1291433"/>
                  </a:lnTo>
                  <a:lnTo>
                    <a:pt x="3611544" y="1341900"/>
                  </a:lnTo>
                  <a:lnTo>
                    <a:pt x="3659393" y="1389331"/>
                  </a:lnTo>
                  <a:lnTo>
                    <a:pt x="3707806" y="1433623"/>
                  </a:lnTo>
                  <a:lnTo>
                    <a:pt x="3757099" y="1474754"/>
                  </a:lnTo>
                  <a:lnTo>
                    <a:pt x="3807679" y="1512767"/>
                  </a:lnTo>
                  <a:lnTo>
                    <a:pt x="3820202" y="1521530"/>
                  </a:lnTo>
                  <a:lnTo>
                    <a:pt x="3871730" y="1554940"/>
                  </a:lnTo>
                  <a:lnTo>
                    <a:pt x="3925672" y="1585470"/>
                  </a:lnTo>
                  <a:lnTo>
                    <a:pt x="3982698" y="1613220"/>
                  </a:lnTo>
                  <a:lnTo>
                    <a:pt x="4043543" y="1638387"/>
                  </a:lnTo>
                  <a:lnTo>
                    <a:pt x="4108970" y="1661204"/>
                  </a:lnTo>
                  <a:lnTo>
                    <a:pt x="4179728" y="1681914"/>
                  </a:lnTo>
                  <a:lnTo>
                    <a:pt x="4256503" y="1700745"/>
                  </a:lnTo>
                  <a:lnTo>
                    <a:pt x="4339850" y="1717898"/>
                  </a:lnTo>
                  <a:lnTo>
                    <a:pt x="4430107" y="1733541"/>
                  </a:lnTo>
                  <a:lnTo>
                    <a:pt x="4527286" y="1747804"/>
                  </a:lnTo>
                  <a:lnTo>
                    <a:pt x="4630930" y="1760775"/>
                  </a:lnTo>
                  <a:lnTo>
                    <a:pt x="4739979" y="1772507"/>
                  </a:lnTo>
                  <a:lnTo>
                    <a:pt x="4852644" y="1783014"/>
                  </a:lnTo>
                  <a:lnTo>
                    <a:pt x="4966343" y="1792286"/>
                  </a:lnTo>
                  <a:lnTo>
                    <a:pt x="5077758" y="1800297"/>
                  </a:lnTo>
                  <a:lnTo>
                    <a:pt x="5183048" y="1807024"/>
                  </a:lnTo>
                  <a:lnTo>
                    <a:pt x="5278241" y="1812467"/>
                  </a:lnTo>
                  <a:lnTo>
                    <a:pt x="5359773" y="1816664"/>
                  </a:lnTo>
                  <a:lnTo>
                    <a:pt x="5425055" y="1819705"/>
                  </a:lnTo>
                  <a:lnTo>
                    <a:pt x="5472958" y="1821734"/>
                  </a:lnTo>
                  <a:lnTo>
                    <a:pt x="5504069" y="1822935"/>
                  </a:lnTo>
                  <a:lnTo>
                    <a:pt x="5520709" y="1823523"/>
                  </a:lnTo>
                  <a:lnTo>
                    <a:pt x="5526758" y="1823719"/>
                  </a:lnTo>
                  <a:lnTo>
                    <a:pt x="5527445" y="1823740"/>
                  </a:lnTo>
                  <a:lnTo>
                    <a:pt x="6522385" y="1823740"/>
                  </a:lnTo>
                  <a:lnTo>
                    <a:pt x="6523506" y="1823767"/>
                  </a:lnTo>
                  <a:lnTo>
                    <a:pt x="6530903" y="1823957"/>
                  </a:lnTo>
                  <a:lnTo>
                    <a:pt x="6549656" y="1824484"/>
                  </a:lnTo>
                  <a:lnTo>
                    <a:pt x="6583445" y="1825521"/>
                  </a:lnTo>
                  <a:lnTo>
                    <a:pt x="6634341" y="1827235"/>
                  </a:lnTo>
                  <a:lnTo>
                    <a:pt x="6702647" y="1829768"/>
                  </a:lnTo>
                  <a:lnTo>
                    <a:pt x="6786953" y="1833227"/>
                  </a:lnTo>
                  <a:lnTo>
                    <a:pt x="6884443" y="1837675"/>
                  </a:lnTo>
                  <a:lnTo>
                    <a:pt x="6991408" y="1843136"/>
                  </a:lnTo>
                  <a:lnTo>
                    <a:pt x="7103831" y="1849607"/>
                  </a:lnTo>
                  <a:lnTo>
                    <a:pt x="7217905" y="1857068"/>
                  </a:lnTo>
                  <a:lnTo>
                    <a:pt x="7330406" y="1865499"/>
                  </a:lnTo>
                  <a:lnTo>
                    <a:pt x="7438877" y="1874895"/>
                  </a:lnTo>
                  <a:lnTo>
                    <a:pt x="7541658" y="1885274"/>
                  </a:lnTo>
                  <a:lnTo>
                    <a:pt x="7637804" y="1896680"/>
                  </a:lnTo>
                  <a:lnTo>
                    <a:pt x="7726960" y="1909192"/>
                  </a:lnTo>
                  <a:lnTo>
                    <a:pt x="7809208" y="1922917"/>
                  </a:lnTo>
                  <a:lnTo>
                    <a:pt x="7884942" y="1937994"/>
                  </a:lnTo>
                  <a:lnTo>
                    <a:pt x="7954757" y="1954587"/>
                  </a:lnTo>
                  <a:lnTo>
                    <a:pt x="8019361" y="1972878"/>
                  </a:lnTo>
                  <a:lnTo>
                    <a:pt x="8079517" y="1993060"/>
                  </a:lnTo>
                  <a:lnTo>
                    <a:pt x="8135991" y="2015315"/>
                  </a:lnTo>
                  <a:lnTo>
                    <a:pt x="8189515" y="2039784"/>
                  </a:lnTo>
                  <a:lnTo>
                    <a:pt x="8229629" y="2060442"/>
                  </a:lnTo>
                  <a:lnTo>
                    <a:pt x="8283612" y="2091466"/>
                  </a:lnTo>
                  <a:lnTo>
                    <a:pt x="8336049" y="2125220"/>
                  </a:lnTo>
                  <a:lnTo>
                    <a:pt x="8387446" y="2161756"/>
                  </a:lnTo>
                  <a:lnTo>
                    <a:pt x="8438189" y="2201056"/>
                  </a:lnTo>
                  <a:lnTo>
                    <a:pt x="8488569" y="2243030"/>
                  </a:lnTo>
                  <a:lnTo>
                    <a:pt x="8538794" y="2287504"/>
                  </a:lnTo>
                  <a:lnTo>
                    <a:pt x="8589002" y="2334224"/>
                  </a:lnTo>
                  <a:lnTo>
                    <a:pt x="8639271" y="2382853"/>
                  </a:lnTo>
                  <a:lnTo>
                    <a:pt x="8689630" y="2432982"/>
                  </a:lnTo>
                  <a:lnTo>
                    <a:pt x="8740070" y="2484139"/>
                  </a:lnTo>
                  <a:lnTo>
                    <a:pt x="8790556" y="2535812"/>
                  </a:lnTo>
                  <a:lnTo>
                    <a:pt x="8841040" y="2587464"/>
                  </a:lnTo>
                  <a:lnTo>
                    <a:pt x="8891474" y="2638560"/>
                  </a:lnTo>
                  <a:lnTo>
                    <a:pt x="8941827" y="2688591"/>
                  </a:lnTo>
                  <a:lnTo>
                    <a:pt x="8992089" y="2737088"/>
                  </a:lnTo>
                  <a:lnTo>
                    <a:pt x="9042295" y="2783648"/>
                  </a:lnTo>
                  <a:lnTo>
                    <a:pt x="9092527" y="2827941"/>
                  </a:lnTo>
                  <a:lnTo>
                    <a:pt x="9142926" y="2869716"/>
                  </a:lnTo>
                  <a:lnTo>
                    <a:pt x="9193707" y="2908809"/>
                  </a:lnTo>
                  <a:lnTo>
                    <a:pt x="9245168" y="2945133"/>
                  </a:lnTo>
                  <a:lnTo>
                    <a:pt x="9297704" y="2978677"/>
                  </a:lnTo>
                  <a:lnTo>
                    <a:pt x="9347647" y="3007250"/>
                  </a:lnTo>
                  <a:lnTo>
                    <a:pt x="9399331" y="3033492"/>
                  </a:lnTo>
                  <a:lnTo>
                    <a:pt x="9453445" y="3057465"/>
                  </a:lnTo>
                  <a:lnTo>
                    <a:pt x="9510665" y="3079249"/>
                  </a:lnTo>
                  <a:lnTo>
                    <a:pt x="9571734" y="3098998"/>
                  </a:lnTo>
                  <a:lnTo>
                    <a:pt x="9637422" y="3116899"/>
                  </a:lnTo>
                  <a:lnTo>
                    <a:pt x="9708482" y="3133142"/>
                  </a:lnTo>
                  <a:lnTo>
                    <a:pt x="9785606" y="3147908"/>
                  </a:lnTo>
                  <a:lnTo>
                    <a:pt x="9869350" y="3161356"/>
                  </a:lnTo>
                  <a:lnTo>
                    <a:pt x="9960051" y="3173616"/>
                  </a:lnTo>
                  <a:lnTo>
                    <a:pt x="10057708" y="3184790"/>
                  </a:lnTo>
                  <a:lnTo>
                    <a:pt x="10161846" y="3194950"/>
                  </a:lnTo>
                  <a:lnTo>
                    <a:pt x="10271375" y="3204133"/>
                  </a:lnTo>
                  <a:lnTo>
                    <a:pt x="10384461" y="3212351"/>
                  </a:lnTo>
                  <a:lnTo>
                    <a:pt x="10498473" y="3219596"/>
                  </a:lnTo>
                  <a:lnTo>
                    <a:pt x="10610035" y="3225846"/>
                  </a:lnTo>
                  <a:lnTo>
                    <a:pt x="10715257" y="3231084"/>
                  </a:lnTo>
                  <a:lnTo>
                    <a:pt x="10810139" y="3235311"/>
                  </a:lnTo>
                  <a:lnTo>
                    <a:pt x="10891120" y="3238559"/>
                  </a:lnTo>
                  <a:lnTo>
                    <a:pt x="10955656" y="3240901"/>
                  </a:lnTo>
                  <a:lnTo>
                    <a:pt x="11002697" y="3242453"/>
                  </a:lnTo>
                  <a:lnTo>
                    <a:pt x="11032937" y="3243362"/>
                  </a:lnTo>
                  <a:lnTo>
                    <a:pt x="11048820" y="3243799"/>
                  </a:lnTo>
                  <a:lnTo>
                    <a:pt x="11054354" y="3243939"/>
                  </a:lnTo>
                  <a:lnTo>
                    <a:pt x="11054891" y="3243952"/>
                  </a:lnTo>
                  <a:lnTo>
                    <a:pt x="12049831" y="3243952"/>
                  </a:lnTo>
                  <a:lnTo>
                    <a:pt x="12049831" y="3233471"/>
                  </a:lnTo>
                  <a:lnTo>
                    <a:pt x="11054891" y="3233471"/>
                  </a:lnTo>
                  <a:lnTo>
                    <a:pt x="11053770" y="3233444"/>
                  </a:lnTo>
                  <a:lnTo>
                    <a:pt x="11046373" y="3233254"/>
                  </a:lnTo>
                  <a:lnTo>
                    <a:pt x="11027621" y="3232727"/>
                  </a:lnTo>
                  <a:lnTo>
                    <a:pt x="10993831" y="3231690"/>
                  </a:lnTo>
                  <a:lnTo>
                    <a:pt x="10942935" y="3229976"/>
                  </a:lnTo>
                  <a:lnTo>
                    <a:pt x="10874629" y="3227443"/>
                  </a:lnTo>
                  <a:lnTo>
                    <a:pt x="10790324" y="3223984"/>
                  </a:lnTo>
                  <a:lnTo>
                    <a:pt x="10692834" y="3219536"/>
                  </a:lnTo>
                  <a:lnTo>
                    <a:pt x="10585868" y="3214075"/>
                  </a:lnTo>
                  <a:lnTo>
                    <a:pt x="10473446" y="3207604"/>
                  </a:lnTo>
                  <a:lnTo>
                    <a:pt x="10359372" y="3200143"/>
                  </a:lnTo>
                  <a:lnTo>
                    <a:pt x="10246871" y="3191712"/>
                  </a:lnTo>
                  <a:lnTo>
                    <a:pt x="10138399" y="3182316"/>
                  </a:lnTo>
                  <a:lnTo>
                    <a:pt x="10035619" y="3171937"/>
                  </a:lnTo>
                  <a:lnTo>
                    <a:pt x="9939472" y="3160531"/>
                  </a:lnTo>
                  <a:lnTo>
                    <a:pt x="9850317" y="3148019"/>
                  </a:lnTo>
                  <a:lnTo>
                    <a:pt x="9768069" y="3134293"/>
                  </a:lnTo>
                  <a:lnTo>
                    <a:pt x="9692334" y="3119217"/>
                  </a:lnTo>
                  <a:lnTo>
                    <a:pt x="9622519" y="3102624"/>
                  </a:lnTo>
                  <a:lnTo>
                    <a:pt x="9557915" y="3084333"/>
                  </a:lnTo>
                  <a:lnTo>
                    <a:pt x="9497760" y="3064151"/>
                  </a:lnTo>
                  <a:lnTo>
                    <a:pt x="9441286" y="3041896"/>
                  </a:lnTo>
                  <a:lnTo>
                    <a:pt x="9387762" y="3017427"/>
                  </a:lnTo>
                  <a:lnTo>
                    <a:pt x="9347647" y="2996769"/>
                  </a:lnTo>
                  <a:lnTo>
                    <a:pt x="9293665" y="2965745"/>
                  </a:lnTo>
                  <a:lnTo>
                    <a:pt x="9241227" y="2931991"/>
                  </a:lnTo>
                  <a:lnTo>
                    <a:pt x="9189831" y="2895455"/>
                  </a:lnTo>
                  <a:lnTo>
                    <a:pt x="9139088" y="2856155"/>
                  </a:lnTo>
                  <a:lnTo>
                    <a:pt x="9088708" y="2814181"/>
                  </a:lnTo>
                  <a:lnTo>
                    <a:pt x="9038482" y="2769707"/>
                  </a:lnTo>
                  <a:lnTo>
                    <a:pt x="8988274" y="2722987"/>
                  </a:lnTo>
                  <a:lnTo>
                    <a:pt x="8938005" y="2674357"/>
                  </a:lnTo>
                  <a:lnTo>
                    <a:pt x="8887646" y="2624229"/>
                  </a:lnTo>
                  <a:lnTo>
                    <a:pt x="8837206" y="2573072"/>
                  </a:lnTo>
                  <a:lnTo>
                    <a:pt x="8786721" y="2521399"/>
                  </a:lnTo>
                  <a:lnTo>
                    <a:pt x="8736237" y="2469747"/>
                  </a:lnTo>
                  <a:lnTo>
                    <a:pt x="8685802" y="2418651"/>
                  </a:lnTo>
                  <a:lnTo>
                    <a:pt x="8635450" y="2368620"/>
                  </a:lnTo>
                  <a:lnTo>
                    <a:pt x="8585187" y="2320123"/>
                  </a:lnTo>
                  <a:lnTo>
                    <a:pt x="8534981" y="2273562"/>
                  </a:lnTo>
                  <a:lnTo>
                    <a:pt x="8484750" y="2229270"/>
                  </a:lnTo>
                  <a:lnTo>
                    <a:pt x="8434351" y="2187494"/>
                  </a:lnTo>
                  <a:lnTo>
                    <a:pt x="8383569" y="2148402"/>
                  </a:lnTo>
                  <a:lnTo>
                    <a:pt x="8332108" y="2112078"/>
                  </a:lnTo>
                  <a:lnTo>
                    <a:pt x="8279573" y="2078533"/>
                  </a:lnTo>
                  <a:lnTo>
                    <a:pt x="8229629" y="2049961"/>
                  </a:lnTo>
                  <a:lnTo>
                    <a:pt x="8177945" y="2023719"/>
                  </a:lnTo>
                  <a:lnTo>
                    <a:pt x="8123831" y="1999746"/>
                  </a:lnTo>
                  <a:lnTo>
                    <a:pt x="8066611" y="1977962"/>
                  </a:lnTo>
                  <a:lnTo>
                    <a:pt x="8005542" y="1958213"/>
                  </a:lnTo>
                  <a:lnTo>
                    <a:pt x="7939855" y="1940312"/>
                  </a:lnTo>
                  <a:lnTo>
                    <a:pt x="7868794" y="1924068"/>
                  </a:lnTo>
                  <a:lnTo>
                    <a:pt x="7791671" y="1909303"/>
                  </a:lnTo>
                  <a:lnTo>
                    <a:pt x="7707926" y="1895855"/>
                  </a:lnTo>
                  <a:lnTo>
                    <a:pt x="7617225" y="1883595"/>
                  </a:lnTo>
                  <a:lnTo>
                    <a:pt x="7519569" y="1872420"/>
                  </a:lnTo>
                  <a:lnTo>
                    <a:pt x="7415430" y="1862261"/>
                  </a:lnTo>
                  <a:lnTo>
                    <a:pt x="7305902" y="1853078"/>
                  </a:lnTo>
                  <a:lnTo>
                    <a:pt x="7192815" y="1844860"/>
                  </a:lnTo>
                  <a:lnTo>
                    <a:pt x="7078804" y="1837615"/>
                  </a:lnTo>
                  <a:lnTo>
                    <a:pt x="6967242" y="1831365"/>
                  </a:lnTo>
                  <a:lnTo>
                    <a:pt x="6862020" y="1826127"/>
                  </a:lnTo>
                  <a:lnTo>
                    <a:pt x="6767137" y="1821900"/>
                  </a:lnTo>
                  <a:lnTo>
                    <a:pt x="6686156" y="1818652"/>
                  </a:lnTo>
                  <a:lnTo>
                    <a:pt x="6621620" y="1816310"/>
                  </a:lnTo>
                  <a:lnTo>
                    <a:pt x="6574580" y="1814758"/>
                  </a:lnTo>
                  <a:lnTo>
                    <a:pt x="6544340" y="1813849"/>
                  </a:lnTo>
                  <a:lnTo>
                    <a:pt x="6528456" y="1813411"/>
                  </a:lnTo>
                  <a:lnTo>
                    <a:pt x="6522923" y="1813272"/>
                  </a:lnTo>
                  <a:lnTo>
                    <a:pt x="6522385" y="1813259"/>
                  </a:lnTo>
                  <a:lnTo>
                    <a:pt x="5527445" y="1813259"/>
                  </a:lnTo>
                  <a:lnTo>
                    <a:pt x="5526334" y="1813225"/>
                  </a:lnTo>
                  <a:lnTo>
                    <a:pt x="5519000" y="1812984"/>
                  </a:lnTo>
                  <a:lnTo>
                    <a:pt x="5500403" y="1812318"/>
                  </a:lnTo>
                  <a:lnTo>
                    <a:pt x="5466882" y="1811006"/>
                  </a:lnTo>
                  <a:lnTo>
                    <a:pt x="5416368" y="1808837"/>
                  </a:lnTo>
                  <a:lnTo>
                    <a:pt x="5348538" y="1805630"/>
                  </a:lnTo>
                  <a:lnTo>
                    <a:pt x="5264763" y="1801251"/>
                  </a:lnTo>
                  <a:lnTo>
                    <a:pt x="5167813" y="1795617"/>
                  </a:lnTo>
                  <a:lnTo>
                    <a:pt x="5061350" y="1788697"/>
                  </a:lnTo>
                  <a:lnTo>
                    <a:pt x="4949357" y="1780495"/>
                  </a:lnTo>
                  <a:lnTo>
                    <a:pt x="4835617" y="1771036"/>
                  </a:lnTo>
                  <a:lnTo>
                    <a:pt x="4723350" y="1760345"/>
                  </a:lnTo>
                  <a:lnTo>
                    <a:pt x="4615016" y="1748429"/>
                  </a:lnTo>
                  <a:lnTo>
                    <a:pt x="4512289" y="1735268"/>
                  </a:lnTo>
                  <a:lnTo>
                    <a:pt x="4416133" y="1720806"/>
                  </a:lnTo>
                  <a:lnTo>
                    <a:pt x="4326921" y="1704945"/>
                  </a:lnTo>
                  <a:lnTo>
                    <a:pt x="4244587" y="1687552"/>
                  </a:lnTo>
                  <a:lnTo>
                    <a:pt x="4168754" y="1668453"/>
                  </a:lnTo>
                  <a:lnTo>
                    <a:pt x="4098841" y="1647442"/>
                  </a:lnTo>
                  <a:lnTo>
                    <a:pt x="4034149" y="1624289"/>
                  </a:lnTo>
                  <a:lnTo>
                    <a:pt x="3973924" y="1598749"/>
                  </a:lnTo>
                  <a:lnTo>
                    <a:pt x="3917407" y="1570593"/>
                  </a:lnTo>
                  <a:lnTo>
                    <a:pt x="3863867" y="1539635"/>
                  </a:lnTo>
                  <a:lnTo>
                    <a:pt x="3820202" y="1511049"/>
                  </a:lnTo>
                  <a:lnTo>
                    <a:pt x="3769235" y="1473779"/>
                  </a:lnTo>
                  <a:lnTo>
                    <a:pt x="3719671" y="1433411"/>
                  </a:lnTo>
                  <a:lnTo>
                    <a:pt x="3671077" y="1389886"/>
                  </a:lnTo>
                  <a:lnTo>
                    <a:pt x="3623116" y="1343211"/>
                  </a:lnTo>
                  <a:lnTo>
                    <a:pt x="3575529" y="1293467"/>
                  </a:lnTo>
                  <a:lnTo>
                    <a:pt x="3528125" y="1240815"/>
                  </a:lnTo>
                  <a:lnTo>
                    <a:pt x="3480771" y="1185503"/>
                  </a:lnTo>
                  <a:lnTo>
                    <a:pt x="3433385" y="1127858"/>
                  </a:lnTo>
                  <a:lnTo>
                    <a:pt x="3385924" y="1068289"/>
                  </a:lnTo>
                  <a:lnTo>
                    <a:pt x="3338384" y="1007271"/>
                  </a:lnTo>
                  <a:lnTo>
                    <a:pt x="3290783" y="945330"/>
                  </a:lnTo>
                  <a:lnTo>
                    <a:pt x="3243157" y="883032"/>
                  </a:lnTo>
                  <a:lnTo>
                    <a:pt x="3195546" y="820953"/>
                  </a:lnTo>
                  <a:lnTo>
                    <a:pt x="3147988" y="759660"/>
                  </a:lnTo>
                  <a:lnTo>
                    <a:pt x="3100508" y="699693"/>
                  </a:lnTo>
                  <a:lnTo>
                    <a:pt x="3053106" y="641542"/>
                  </a:lnTo>
                  <a:lnTo>
                    <a:pt x="3005750" y="585630"/>
                  </a:lnTo>
                  <a:lnTo>
                    <a:pt x="2958368" y="532307"/>
                  </a:lnTo>
                  <a:lnTo>
                    <a:pt x="2910841" y="481839"/>
                  </a:lnTo>
                  <a:lnTo>
                    <a:pt x="2862992" y="434409"/>
                  </a:lnTo>
                  <a:lnTo>
                    <a:pt x="2814579" y="390117"/>
                  </a:lnTo>
                  <a:lnTo>
                    <a:pt x="2765286" y="348986"/>
                  </a:lnTo>
                  <a:lnTo>
                    <a:pt x="2714706" y="310973"/>
                  </a:lnTo>
                  <a:lnTo>
                    <a:pt x="2702183" y="302209"/>
                  </a:lnTo>
                  <a:lnTo>
                    <a:pt x="2650655" y="268800"/>
                  </a:lnTo>
                  <a:lnTo>
                    <a:pt x="2596713" y="238270"/>
                  </a:lnTo>
                  <a:lnTo>
                    <a:pt x="2539687" y="210519"/>
                  </a:lnTo>
                  <a:lnTo>
                    <a:pt x="2478842" y="185353"/>
                  </a:lnTo>
                  <a:lnTo>
                    <a:pt x="2413415" y="162536"/>
                  </a:lnTo>
                  <a:lnTo>
                    <a:pt x="2342657" y="141826"/>
                  </a:lnTo>
                  <a:lnTo>
                    <a:pt x="2265882" y="122995"/>
                  </a:lnTo>
                  <a:lnTo>
                    <a:pt x="2182535" y="105842"/>
                  </a:lnTo>
                  <a:lnTo>
                    <a:pt x="2092278" y="90199"/>
                  </a:lnTo>
                  <a:lnTo>
                    <a:pt x="1995099" y="75936"/>
                  </a:lnTo>
                  <a:lnTo>
                    <a:pt x="1891455" y="62964"/>
                  </a:lnTo>
                  <a:lnTo>
                    <a:pt x="1782406" y="51233"/>
                  </a:lnTo>
                  <a:lnTo>
                    <a:pt x="1669741" y="40725"/>
                  </a:lnTo>
                  <a:lnTo>
                    <a:pt x="1556042" y="31453"/>
                  </a:lnTo>
                  <a:lnTo>
                    <a:pt x="1444627" y="23442"/>
                  </a:lnTo>
                  <a:lnTo>
                    <a:pt x="1339337" y="16715"/>
                  </a:lnTo>
                  <a:lnTo>
                    <a:pt x="1244144" y="11273"/>
                  </a:lnTo>
                  <a:lnTo>
                    <a:pt x="1162612" y="7076"/>
                  </a:lnTo>
                  <a:lnTo>
                    <a:pt x="1097330" y="4034"/>
                  </a:lnTo>
                  <a:lnTo>
                    <a:pt x="1049427" y="2006"/>
                  </a:lnTo>
                  <a:lnTo>
                    <a:pt x="1018316" y="805"/>
                  </a:lnTo>
                  <a:lnTo>
                    <a:pt x="1001676" y="217"/>
                  </a:lnTo>
                  <a:lnTo>
                    <a:pt x="995627" y="2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7" name="pl186"/>
            <p:cNvSpPr/>
            <p:nvPr/>
          </p:nvSpPr>
          <p:spPr>
            <a:xfrm>
              <a:off x="1199187" y="3055125"/>
              <a:ext cx="12049831" cy="3233471"/>
            </a:xfrm>
            <a:custGeom>
              <a:avLst/>
              <a:pathLst>
                <a:path w="12049831" h="3233471">
                  <a:moveTo>
                    <a:pt x="0" y="0"/>
                  </a:moveTo>
                  <a:lnTo>
                    <a:pt x="994940" y="0"/>
                  </a:lnTo>
                  <a:lnTo>
                    <a:pt x="996051" y="33"/>
                  </a:lnTo>
                  <a:lnTo>
                    <a:pt x="1003385" y="274"/>
                  </a:lnTo>
                  <a:lnTo>
                    <a:pt x="1021982" y="940"/>
                  </a:lnTo>
                  <a:lnTo>
                    <a:pt x="1055503" y="2252"/>
                  </a:lnTo>
                  <a:lnTo>
                    <a:pt x="1106017" y="4422"/>
                  </a:lnTo>
                  <a:lnTo>
                    <a:pt x="1173847" y="7628"/>
                  </a:lnTo>
                  <a:lnTo>
                    <a:pt x="1257622" y="12008"/>
                  </a:lnTo>
                  <a:lnTo>
                    <a:pt x="1354572" y="17641"/>
                  </a:lnTo>
                  <a:lnTo>
                    <a:pt x="1461035" y="24562"/>
                  </a:lnTo>
                  <a:lnTo>
                    <a:pt x="1573028" y="32763"/>
                  </a:lnTo>
                  <a:lnTo>
                    <a:pt x="1686768" y="42222"/>
                  </a:lnTo>
                  <a:lnTo>
                    <a:pt x="1799035" y="52913"/>
                  </a:lnTo>
                  <a:lnTo>
                    <a:pt x="1907369" y="64829"/>
                  </a:lnTo>
                  <a:lnTo>
                    <a:pt x="2010096" y="77990"/>
                  </a:lnTo>
                  <a:lnTo>
                    <a:pt x="2106252" y="92453"/>
                  </a:lnTo>
                  <a:lnTo>
                    <a:pt x="2195464" y="108313"/>
                  </a:lnTo>
                  <a:lnTo>
                    <a:pt x="2277798" y="125706"/>
                  </a:lnTo>
                  <a:lnTo>
                    <a:pt x="2353631" y="144805"/>
                  </a:lnTo>
                  <a:lnTo>
                    <a:pt x="2423544" y="165816"/>
                  </a:lnTo>
                  <a:lnTo>
                    <a:pt x="2488236" y="188970"/>
                  </a:lnTo>
                  <a:lnTo>
                    <a:pt x="2548461" y="214509"/>
                  </a:lnTo>
                  <a:lnTo>
                    <a:pt x="2604978" y="242666"/>
                  </a:lnTo>
                  <a:lnTo>
                    <a:pt x="2658518" y="273624"/>
                  </a:lnTo>
                  <a:lnTo>
                    <a:pt x="2702183" y="302209"/>
                  </a:lnTo>
                  <a:lnTo>
                    <a:pt x="2753150" y="339480"/>
                  </a:lnTo>
                  <a:lnTo>
                    <a:pt x="2802714" y="379847"/>
                  </a:lnTo>
                  <a:lnTo>
                    <a:pt x="2851308" y="423372"/>
                  </a:lnTo>
                  <a:lnTo>
                    <a:pt x="2899269" y="470047"/>
                  </a:lnTo>
                  <a:lnTo>
                    <a:pt x="2946856" y="519792"/>
                  </a:lnTo>
                  <a:lnTo>
                    <a:pt x="2994260" y="572443"/>
                  </a:lnTo>
                  <a:lnTo>
                    <a:pt x="3041614" y="627756"/>
                  </a:lnTo>
                  <a:lnTo>
                    <a:pt x="3089000" y="685400"/>
                  </a:lnTo>
                  <a:lnTo>
                    <a:pt x="3136461" y="744969"/>
                  </a:lnTo>
                  <a:lnTo>
                    <a:pt x="3184001" y="805988"/>
                  </a:lnTo>
                  <a:lnTo>
                    <a:pt x="3231602" y="867928"/>
                  </a:lnTo>
                  <a:lnTo>
                    <a:pt x="3279228" y="930226"/>
                  </a:lnTo>
                  <a:lnTo>
                    <a:pt x="3326839" y="992306"/>
                  </a:lnTo>
                  <a:lnTo>
                    <a:pt x="3374397" y="1053598"/>
                  </a:lnTo>
                  <a:lnTo>
                    <a:pt x="3421877" y="1113565"/>
                  </a:lnTo>
                  <a:lnTo>
                    <a:pt x="3469279" y="1171717"/>
                  </a:lnTo>
                  <a:lnTo>
                    <a:pt x="3516635" y="1227628"/>
                  </a:lnTo>
                  <a:lnTo>
                    <a:pt x="3564017" y="1280951"/>
                  </a:lnTo>
                  <a:lnTo>
                    <a:pt x="3611544" y="1331419"/>
                  </a:lnTo>
                  <a:lnTo>
                    <a:pt x="3659393" y="1378849"/>
                  </a:lnTo>
                  <a:lnTo>
                    <a:pt x="3707806" y="1423142"/>
                  </a:lnTo>
                  <a:lnTo>
                    <a:pt x="3757099" y="1464272"/>
                  </a:lnTo>
                  <a:lnTo>
                    <a:pt x="3807679" y="1502285"/>
                  </a:lnTo>
                  <a:lnTo>
                    <a:pt x="3820202" y="1511049"/>
                  </a:lnTo>
                  <a:lnTo>
                    <a:pt x="3871730" y="1544459"/>
                  </a:lnTo>
                  <a:lnTo>
                    <a:pt x="3925672" y="1574988"/>
                  </a:lnTo>
                  <a:lnTo>
                    <a:pt x="3982698" y="1602739"/>
                  </a:lnTo>
                  <a:lnTo>
                    <a:pt x="4043543" y="1627905"/>
                  </a:lnTo>
                  <a:lnTo>
                    <a:pt x="4108970" y="1650723"/>
                  </a:lnTo>
                  <a:lnTo>
                    <a:pt x="4179728" y="1671433"/>
                  </a:lnTo>
                  <a:lnTo>
                    <a:pt x="4256503" y="1690263"/>
                  </a:lnTo>
                  <a:lnTo>
                    <a:pt x="4339850" y="1707417"/>
                  </a:lnTo>
                  <a:lnTo>
                    <a:pt x="4430107" y="1723060"/>
                  </a:lnTo>
                  <a:lnTo>
                    <a:pt x="4527286" y="1737322"/>
                  </a:lnTo>
                  <a:lnTo>
                    <a:pt x="4630930" y="1750294"/>
                  </a:lnTo>
                  <a:lnTo>
                    <a:pt x="4739979" y="1762026"/>
                  </a:lnTo>
                  <a:lnTo>
                    <a:pt x="4852644" y="1772533"/>
                  </a:lnTo>
                  <a:lnTo>
                    <a:pt x="4966343" y="1781805"/>
                  </a:lnTo>
                  <a:lnTo>
                    <a:pt x="5077758" y="1789816"/>
                  </a:lnTo>
                  <a:lnTo>
                    <a:pt x="5183048" y="1796543"/>
                  </a:lnTo>
                  <a:lnTo>
                    <a:pt x="5278241" y="1801986"/>
                  </a:lnTo>
                  <a:lnTo>
                    <a:pt x="5359773" y="1806183"/>
                  </a:lnTo>
                  <a:lnTo>
                    <a:pt x="5425055" y="1809224"/>
                  </a:lnTo>
                  <a:lnTo>
                    <a:pt x="5472958" y="1811252"/>
                  </a:lnTo>
                  <a:lnTo>
                    <a:pt x="5504069" y="1812454"/>
                  </a:lnTo>
                  <a:lnTo>
                    <a:pt x="5520709" y="1813042"/>
                  </a:lnTo>
                  <a:lnTo>
                    <a:pt x="5526758" y="1813238"/>
                  </a:lnTo>
                  <a:lnTo>
                    <a:pt x="5527445" y="1813259"/>
                  </a:lnTo>
                  <a:lnTo>
                    <a:pt x="6522385" y="1813259"/>
                  </a:lnTo>
                  <a:lnTo>
                    <a:pt x="6523506" y="1813286"/>
                  </a:lnTo>
                  <a:lnTo>
                    <a:pt x="6530903" y="1813476"/>
                  </a:lnTo>
                  <a:lnTo>
                    <a:pt x="6549656" y="1814002"/>
                  </a:lnTo>
                  <a:lnTo>
                    <a:pt x="6583445" y="1815039"/>
                  </a:lnTo>
                  <a:lnTo>
                    <a:pt x="6634341" y="1816753"/>
                  </a:lnTo>
                  <a:lnTo>
                    <a:pt x="6702647" y="1819287"/>
                  </a:lnTo>
                  <a:lnTo>
                    <a:pt x="6786953" y="1822745"/>
                  </a:lnTo>
                  <a:lnTo>
                    <a:pt x="6884443" y="1827193"/>
                  </a:lnTo>
                  <a:lnTo>
                    <a:pt x="6991408" y="1832655"/>
                  </a:lnTo>
                  <a:lnTo>
                    <a:pt x="7103831" y="1839126"/>
                  </a:lnTo>
                  <a:lnTo>
                    <a:pt x="7217905" y="1846586"/>
                  </a:lnTo>
                  <a:lnTo>
                    <a:pt x="7330406" y="1855018"/>
                  </a:lnTo>
                  <a:lnTo>
                    <a:pt x="7438877" y="1864414"/>
                  </a:lnTo>
                  <a:lnTo>
                    <a:pt x="7541658" y="1874792"/>
                  </a:lnTo>
                  <a:lnTo>
                    <a:pt x="7637804" y="1886199"/>
                  </a:lnTo>
                  <a:lnTo>
                    <a:pt x="7726960" y="1898711"/>
                  </a:lnTo>
                  <a:lnTo>
                    <a:pt x="7809208" y="1912436"/>
                  </a:lnTo>
                  <a:lnTo>
                    <a:pt x="7884942" y="1927513"/>
                  </a:lnTo>
                  <a:lnTo>
                    <a:pt x="7954757" y="1944105"/>
                  </a:lnTo>
                  <a:lnTo>
                    <a:pt x="8019361" y="1962397"/>
                  </a:lnTo>
                  <a:lnTo>
                    <a:pt x="8079517" y="1982579"/>
                  </a:lnTo>
                  <a:lnTo>
                    <a:pt x="8135991" y="2004834"/>
                  </a:lnTo>
                  <a:lnTo>
                    <a:pt x="8189515" y="2029303"/>
                  </a:lnTo>
                  <a:lnTo>
                    <a:pt x="8229629" y="2049961"/>
                  </a:lnTo>
                  <a:lnTo>
                    <a:pt x="8283612" y="2080985"/>
                  </a:lnTo>
                  <a:lnTo>
                    <a:pt x="8336049" y="2114739"/>
                  </a:lnTo>
                  <a:lnTo>
                    <a:pt x="8387446" y="2151275"/>
                  </a:lnTo>
                  <a:lnTo>
                    <a:pt x="8438189" y="2190575"/>
                  </a:lnTo>
                  <a:lnTo>
                    <a:pt x="8488569" y="2232549"/>
                  </a:lnTo>
                  <a:lnTo>
                    <a:pt x="8538794" y="2277023"/>
                  </a:lnTo>
                  <a:lnTo>
                    <a:pt x="8589002" y="2323743"/>
                  </a:lnTo>
                  <a:lnTo>
                    <a:pt x="8639271" y="2372372"/>
                  </a:lnTo>
                  <a:lnTo>
                    <a:pt x="8689630" y="2422501"/>
                  </a:lnTo>
                  <a:lnTo>
                    <a:pt x="8740070" y="2473658"/>
                  </a:lnTo>
                  <a:lnTo>
                    <a:pt x="8790556" y="2525330"/>
                  </a:lnTo>
                  <a:lnTo>
                    <a:pt x="8841040" y="2576982"/>
                  </a:lnTo>
                  <a:lnTo>
                    <a:pt x="8891474" y="2628079"/>
                  </a:lnTo>
                  <a:lnTo>
                    <a:pt x="8941827" y="2678109"/>
                  </a:lnTo>
                  <a:lnTo>
                    <a:pt x="8992089" y="2726607"/>
                  </a:lnTo>
                  <a:lnTo>
                    <a:pt x="9042295" y="2773167"/>
                  </a:lnTo>
                  <a:lnTo>
                    <a:pt x="9092527" y="2817460"/>
                  </a:lnTo>
                  <a:lnTo>
                    <a:pt x="9142926" y="2859235"/>
                  </a:lnTo>
                  <a:lnTo>
                    <a:pt x="9193707" y="2898328"/>
                  </a:lnTo>
                  <a:lnTo>
                    <a:pt x="9245168" y="2934652"/>
                  </a:lnTo>
                  <a:lnTo>
                    <a:pt x="9297704" y="2968196"/>
                  </a:lnTo>
                  <a:lnTo>
                    <a:pt x="9347647" y="2996769"/>
                  </a:lnTo>
                  <a:lnTo>
                    <a:pt x="9399331" y="3023011"/>
                  </a:lnTo>
                  <a:lnTo>
                    <a:pt x="9453445" y="3046983"/>
                  </a:lnTo>
                  <a:lnTo>
                    <a:pt x="9510665" y="3068767"/>
                  </a:lnTo>
                  <a:lnTo>
                    <a:pt x="9571734" y="3088517"/>
                  </a:lnTo>
                  <a:lnTo>
                    <a:pt x="9637422" y="3106418"/>
                  </a:lnTo>
                  <a:lnTo>
                    <a:pt x="9708482" y="3122661"/>
                  </a:lnTo>
                  <a:lnTo>
                    <a:pt x="9785606" y="3137427"/>
                  </a:lnTo>
                  <a:lnTo>
                    <a:pt x="9869350" y="3150874"/>
                  </a:lnTo>
                  <a:lnTo>
                    <a:pt x="9960051" y="3163134"/>
                  </a:lnTo>
                  <a:lnTo>
                    <a:pt x="10057708" y="3174309"/>
                  </a:lnTo>
                  <a:lnTo>
                    <a:pt x="10161846" y="3184468"/>
                  </a:lnTo>
                  <a:lnTo>
                    <a:pt x="10271375" y="3193652"/>
                  </a:lnTo>
                  <a:lnTo>
                    <a:pt x="10384461" y="3201870"/>
                  </a:lnTo>
                  <a:lnTo>
                    <a:pt x="10498473" y="3209115"/>
                  </a:lnTo>
                  <a:lnTo>
                    <a:pt x="10610035" y="3215365"/>
                  </a:lnTo>
                  <a:lnTo>
                    <a:pt x="10715257" y="3220603"/>
                  </a:lnTo>
                  <a:lnTo>
                    <a:pt x="10810139" y="3224829"/>
                  </a:lnTo>
                  <a:lnTo>
                    <a:pt x="10891120" y="3228077"/>
                  </a:lnTo>
                  <a:lnTo>
                    <a:pt x="10955656" y="3230420"/>
                  </a:lnTo>
                  <a:lnTo>
                    <a:pt x="11002697" y="3231971"/>
                  </a:lnTo>
                  <a:lnTo>
                    <a:pt x="11032937" y="3232881"/>
                  </a:lnTo>
                  <a:lnTo>
                    <a:pt x="11048820" y="3233318"/>
                  </a:lnTo>
                  <a:lnTo>
                    <a:pt x="11054354" y="3233458"/>
                  </a:lnTo>
                  <a:lnTo>
                    <a:pt x="11054891" y="3233471"/>
                  </a:lnTo>
                  <a:lnTo>
                    <a:pt x="12049831" y="3233471"/>
                  </a:lnTo>
                  <a:lnTo>
                    <a:pt x="12049831" y="32334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" name="pl187"/>
            <p:cNvSpPr/>
            <p:nvPr/>
          </p:nvSpPr>
          <p:spPr>
            <a:xfrm>
              <a:off x="1199187" y="3044643"/>
              <a:ext cx="12049831" cy="3233471"/>
            </a:xfrm>
            <a:custGeom>
              <a:avLst/>
              <a:pathLst>
                <a:path w="12049831" h="3233471">
                  <a:moveTo>
                    <a:pt x="12049831" y="3233471"/>
                  </a:moveTo>
                  <a:lnTo>
                    <a:pt x="11054891" y="3233471"/>
                  </a:lnTo>
                  <a:lnTo>
                    <a:pt x="11053770" y="3233444"/>
                  </a:lnTo>
                  <a:lnTo>
                    <a:pt x="11046373" y="3233254"/>
                  </a:lnTo>
                  <a:lnTo>
                    <a:pt x="11027621" y="3232727"/>
                  </a:lnTo>
                  <a:lnTo>
                    <a:pt x="10993831" y="3231690"/>
                  </a:lnTo>
                  <a:lnTo>
                    <a:pt x="10942935" y="3229976"/>
                  </a:lnTo>
                  <a:lnTo>
                    <a:pt x="10874629" y="3227443"/>
                  </a:lnTo>
                  <a:lnTo>
                    <a:pt x="10790324" y="3223984"/>
                  </a:lnTo>
                  <a:lnTo>
                    <a:pt x="10692834" y="3219536"/>
                  </a:lnTo>
                  <a:lnTo>
                    <a:pt x="10585868" y="3214075"/>
                  </a:lnTo>
                  <a:lnTo>
                    <a:pt x="10473446" y="3207604"/>
                  </a:lnTo>
                  <a:lnTo>
                    <a:pt x="10359372" y="3200143"/>
                  </a:lnTo>
                  <a:lnTo>
                    <a:pt x="10246871" y="3191712"/>
                  </a:lnTo>
                  <a:lnTo>
                    <a:pt x="10138399" y="3182316"/>
                  </a:lnTo>
                  <a:lnTo>
                    <a:pt x="10035619" y="3171937"/>
                  </a:lnTo>
                  <a:lnTo>
                    <a:pt x="9939472" y="3160531"/>
                  </a:lnTo>
                  <a:lnTo>
                    <a:pt x="9850317" y="3148019"/>
                  </a:lnTo>
                  <a:lnTo>
                    <a:pt x="9768069" y="3134293"/>
                  </a:lnTo>
                  <a:lnTo>
                    <a:pt x="9692334" y="3119217"/>
                  </a:lnTo>
                  <a:lnTo>
                    <a:pt x="9622519" y="3102624"/>
                  </a:lnTo>
                  <a:lnTo>
                    <a:pt x="9557915" y="3084333"/>
                  </a:lnTo>
                  <a:lnTo>
                    <a:pt x="9497760" y="3064151"/>
                  </a:lnTo>
                  <a:lnTo>
                    <a:pt x="9441286" y="3041896"/>
                  </a:lnTo>
                  <a:lnTo>
                    <a:pt x="9387762" y="3017427"/>
                  </a:lnTo>
                  <a:lnTo>
                    <a:pt x="9347647" y="2996769"/>
                  </a:lnTo>
                  <a:lnTo>
                    <a:pt x="9293665" y="2965745"/>
                  </a:lnTo>
                  <a:lnTo>
                    <a:pt x="9241227" y="2931991"/>
                  </a:lnTo>
                  <a:lnTo>
                    <a:pt x="9189831" y="2895455"/>
                  </a:lnTo>
                  <a:lnTo>
                    <a:pt x="9139088" y="2856155"/>
                  </a:lnTo>
                  <a:lnTo>
                    <a:pt x="9088708" y="2814181"/>
                  </a:lnTo>
                  <a:lnTo>
                    <a:pt x="9038482" y="2769707"/>
                  </a:lnTo>
                  <a:lnTo>
                    <a:pt x="8988274" y="2722987"/>
                  </a:lnTo>
                  <a:lnTo>
                    <a:pt x="8938005" y="2674357"/>
                  </a:lnTo>
                  <a:lnTo>
                    <a:pt x="8887646" y="2624229"/>
                  </a:lnTo>
                  <a:lnTo>
                    <a:pt x="8837206" y="2573072"/>
                  </a:lnTo>
                  <a:lnTo>
                    <a:pt x="8786721" y="2521399"/>
                  </a:lnTo>
                  <a:lnTo>
                    <a:pt x="8736237" y="2469747"/>
                  </a:lnTo>
                  <a:lnTo>
                    <a:pt x="8685802" y="2418651"/>
                  </a:lnTo>
                  <a:lnTo>
                    <a:pt x="8635450" y="2368620"/>
                  </a:lnTo>
                  <a:lnTo>
                    <a:pt x="8585187" y="2320123"/>
                  </a:lnTo>
                  <a:lnTo>
                    <a:pt x="8534981" y="2273562"/>
                  </a:lnTo>
                  <a:lnTo>
                    <a:pt x="8484750" y="2229270"/>
                  </a:lnTo>
                  <a:lnTo>
                    <a:pt x="8434351" y="2187494"/>
                  </a:lnTo>
                  <a:lnTo>
                    <a:pt x="8383569" y="2148402"/>
                  </a:lnTo>
                  <a:lnTo>
                    <a:pt x="8332108" y="2112078"/>
                  </a:lnTo>
                  <a:lnTo>
                    <a:pt x="8279573" y="2078533"/>
                  </a:lnTo>
                  <a:lnTo>
                    <a:pt x="8229629" y="2049961"/>
                  </a:lnTo>
                  <a:lnTo>
                    <a:pt x="8177945" y="2023719"/>
                  </a:lnTo>
                  <a:lnTo>
                    <a:pt x="8123831" y="1999746"/>
                  </a:lnTo>
                  <a:lnTo>
                    <a:pt x="8066611" y="1977962"/>
                  </a:lnTo>
                  <a:lnTo>
                    <a:pt x="8005542" y="1958213"/>
                  </a:lnTo>
                  <a:lnTo>
                    <a:pt x="7939855" y="1940312"/>
                  </a:lnTo>
                  <a:lnTo>
                    <a:pt x="7868794" y="1924068"/>
                  </a:lnTo>
                  <a:lnTo>
                    <a:pt x="7791671" y="1909303"/>
                  </a:lnTo>
                  <a:lnTo>
                    <a:pt x="7707926" y="1895855"/>
                  </a:lnTo>
                  <a:lnTo>
                    <a:pt x="7617225" y="1883595"/>
                  </a:lnTo>
                  <a:lnTo>
                    <a:pt x="7519569" y="1872420"/>
                  </a:lnTo>
                  <a:lnTo>
                    <a:pt x="7415430" y="1862261"/>
                  </a:lnTo>
                  <a:lnTo>
                    <a:pt x="7305902" y="1853078"/>
                  </a:lnTo>
                  <a:lnTo>
                    <a:pt x="7192815" y="1844860"/>
                  </a:lnTo>
                  <a:lnTo>
                    <a:pt x="7078804" y="1837615"/>
                  </a:lnTo>
                  <a:lnTo>
                    <a:pt x="6967242" y="1831365"/>
                  </a:lnTo>
                  <a:lnTo>
                    <a:pt x="6862020" y="1826127"/>
                  </a:lnTo>
                  <a:lnTo>
                    <a:pt x="6767137" y="1821900"/>
                  </a:lnTo>
                  <a:lnTo>
                    <a:pt x="6686156" y="1818652"/>
                  </a:lnTo>
                  <a:lnTo>
                    <a:pt x="6621620" y="1816310"/>
                  </a:lnTo>
                  <a:lnTo>
                    <a:pt x="6574580" y="1814758"/>
                  </a:lnTo>
                  <a:lnTo>
                    <a:pt x="6544340" y="1813849"/>
                  </a:lnTo>
                  <a:lnTo>
                    <a:pt x="6528456" y="1813411"/>
                  </a:lnTo>
                  <a:lnTo>
                    <a:pt x="6522923" y="1813272"/>
                  </a:lnTo>
                  <a:lnTo>
                    <a:pt x="6522385" y="1813259"/>
                  </a:lnTo>
                  <a:lnTo>
                    <a:pt x="5527445" y="1813259"/>
                  </a:lnTo>
                  <a:lnTo>
                    <a:pt x="5526334" y="1813225"/>
                  </a:lnTo>
                  <a:lnTo>
                    <a:pt x="5519000" y="1812984"/>
                  </a:lnTo>
                  <a:lnTo>
                    <a:pt x="5500403" y="1812318"/>
                  </a:lnTo>
                  <a:lnTo>
                    <a:pt x="5466882" y="1811006"/>
                  </a:lnTo>
                  <a:lnTo>
                    <a:pt x="5416368" y="1808837"/>
                  </a:lnTo>
                  <a:lnTo>
                    <a:pt x="5348538" y="1805630"/>
                  </a:lnTo>
                  <a:lnTo>
                    <a:pt x="5264763" y="1801251"/>
                  </a:lnTo>
                  <a:lnTo>
                    <a:pt x="5167813" y="1795617"/>
                  </a:lnTo>
                  <a:lnTo>
                    <a:pt x="5061350" y="1788697"/>
                  </a:lnTo>
                  <a:lnTo>
                    <a:pt x="4949357" y="1780495"/>
                  </a:lnTo>
                  <a:lnTo>
                    <a:pt x="4835617" y="1771036"/>
                  </a:lnTo>
                  <a:lnTo>
                    <a:pt x="4723350" y="1760345"/>
                  </a:lnTo>
                  <a:lnTo>
                    <a:pt x="4615016" y="1748429"/>
                  </a:lnTo>
                  <a:lnTo>
                    <a:pt x="4512289" y="1735268"/>
                  </a:lnTo>
                  <a:lnTo>
                    <a:pt x="4416133" y="1720806"/>
                  </a:lnTo>
                  <a:lnTo>
                    <a:pt x="4326921" y="1704945"/>
                  </a:lnTo>
                  <a:lnTo>
                    <a:pt x="4244587" y="1687552"/>
                  </a:lnTo>
                  <a:lnTo>
                    <a:pt x="4168754" y="1668453"/>
                  </a:lnTo>
                  <a:lnTo>
                    <a:pt x="4098841" y="1647442"/>
                  </a:lnTo>
                  <a:lnTo>
                    <a:pt x="4034149" y="1624289"/>
                  </a:lnTo>
                  <a:lnTo>
                    <a:pt x="3973924" y="1598749"/>
                  </a:lnTo>
                  <a:lnTo>
                    <a:pt x="3917407" y="1570593"/>
                  </a:lnTo>
                  <a:lnTo>
                    <a:pt x="3863867" y="1539635"/>
                  </a:lnTo>
                  <a:lnTo>
                    <a:pt x="3820202" y="1511049"/>
                  </a:lnTo>
                  <a:lnTo>
                    <a:pt x="3769235" y="1473779"/>
                  </a:lnTo>
                  <a:lnTo>
                    <a:pt x="3719671" y="1433411"/>
                  </a:lnTo>
                  <a:lnTo>
                    <a:pt x="3671077" y="1389886"/>
                  </a:lnTo>
                  <a:lnTo>
                    <a:pt x="3623116" y="1343211"/>
                  </a:lnTo>
                  <a:lnTo>
                    <a:pt x="3575529" y="1293467"/>
                  </a:lnTo>
                  <a:lnTo>
                    <a:pt x="3528125" y="1240815"/>
                  </a:lnTo>
                  <a:lnTo>
                    <a:pt x="3480771" y="1185503"/>
                  </a:lnTo>
                  <a:lnTo>
                    <a:pt x="3433385" y="1127858"/>
                  </a:lnTo>
                  <a:lnTo>
                    <a:pt x="3385924" y="1068289"/>
                  </a:lnTo>
                  <a:lnTo>
                    <a:pt x="3338384" y="1007271"/>
                  </a:lnTo>
                  <a:lnTo>
                    <a:pt x="3290783" y="945330"/>
                  </a:lnTo>
                  <a:lnTo>
                    <a:pt x="3243157" y="883032"/>
                  </a:lnTo>
                  <a:lnTo>
                    <a:pt x="3195546" y="820953"/>
                  </a:lnTo>
                  <a:lnTo>
                    <a:pt x="3147988" y="759660"/>
                  </a:lnTo>
                  <a:lnTo>
                    <a:pt x="3100508" y="699693"/>
                  </a:lnTo>
                  <a:lnTo>
                    <a:pt x="3053106" y="641542"/>
                  </a:lnTo>
                  <a:lnTo>
                    <a:pt x="3005750" y="585630"/>
                  </a:lnTo>
                  <a:lnTo>
                    <a:pt x="2958368" y="532307"/>
                  </a:lnTo>
                  <a:lnTo>
                    <a:pt x="2910841" y="481839"/>
                  </a:lnTo>
                  <a:lnTo>
                    <a:pt x="2862992" y="434409"/>
                  </a:lnTo>
                  <a:lnTo>
                    <a:pt x="2814579" y="390117"/>
                  </a:lnTo>
                  <a:lnTo>
                    <a:pt x="2765286" y="348986"/>
                  </a:lnTo>
                  <a:lnTo>
                    <a:pt x="2714706" y="310973"/>
                  </a:lnTo>
                  <a:lnTo>
                    <a:pt x="2702183" y="302209"/>
                  </a:lnTo>
                  <a:lnTo>
                    <a:pt x="2650655" y="268800"/>
                  </a:lnTo>
                  <a:lnTo>
                    <a:pt x="2596713" y="238270"/>
                  </a:lnTo>
                  <a:lnTo>
                    <a:pt x="2539687" y="210519"/>
                  </a:lnTo>
                  <a:lnTo>
                    <a:pt x="2478842" y="185353"/>
                  </a:lnTo>
                  <a:lnTo>
                    <a:pt x="2413415" y="162536"/>
                  </a:lnTo>
                  <a:lnTo>
                    <a:pt x="2342657" y="141826"/>
                  </a:lnTo>
                  <a:lnTo>
                    <a:pt x="2265882" y="122995"/>
                  </a:lnTo>
                  <a:lnTo>
                    <a:pt x="2182535" y="105842"/>
                  </a:lnTo>
                  <a:lnTo>
                    <a:pt x="2092278" y="90199"/>
                  </a:lnTo>
                  <a:lnTo>
                    <a:pt x="1995099" y="75936"/>
                  </a:lnTo>
                  <a:lnTo>
                    <a:pt x="1891455" y="62964"/>
                  </a:lnTo>
                  <a:lnTo>
                    <a:pt x="1782406" y="51233"/>
                  </a:lnTo>
                  <a:lnTo>
                    <a:pt x="1669741" y="40725"/>
                  </a:lnTo>
                  <a:lnTo>
                    <a:pt x="1556042" y="31453"/>
                  </a:lnTo>
                  <a:lnTo>
                    <a:pt x="1444627" y="23442"/>
                  </a:lnTo>
                  <a:lnTo>
                    <a:pt x="1339337" y="16715"/>
                  </a:lnTo>
                  <a:lnTo>
                    <a:pt x="1244144" y="11273"/>
                  </a:lnTo>
                  <a:lnTo>
                    <a:pt x="1162612" y="7076"/>
                  </a:lnTo>
                  <a:lnTo>
                    <a:pt x="1097330" y="4034"/>
                  </a:lnTo>
                  <a:lnTo>
                    <a:pt x="1049427" y="2006"/>
                  </a:lnTo>
                  <a:lnTo>
                    <a:pt x="1018316" y="805"/>
                  </a:lnTo>
                  <a:lnTo>
                    <a:pt x="1001676" y="217"/>
                  </a:lnTo>
                  <a:lnTo>
                    <a:pt x="995627" y="2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" name="pg188"/>
            <p:cNvSpPr/>
            <p:nvPr/>
          </p:nvSpPr>
          <p:spPr>
            <a:xfrm>
              <a:off x="1199187" y="3055125"/>
              <a:ext cx="12049831" cy="3427374"/>
            </a:xfrm>
            <a:custGeom>
              <a:avLst/>
              <a:pathLst>
                <a:path w="12049831" h="3427374">
                  <a:moveTo>
                    <a:pt x="0" y="5240"/>
                  </a:moveTo>
                  <a:lnTo>
                    <a:pt x="994940" y="5240"/>
                  </a:lnTo>
                  <a:lnTo>
                    <a:pt x="996050" y="5274"/>
                  </a:lnTo>
                  <a:lnTo>
                    <a:pt x="1003381" y="5518"/>
                  </a:lnTo>
                  <a:lnTo>
                    <a:pt x="1021969" y="6191"/>
                  </a:lnTo>
                  <a:lnTo>
                    <a:pt x="1055474" y="7518"/>
                  </a:lnTo>
                  <a:lnTo>
                    <a:pt x="1105965" y="9711"/>
                  </a:lnTo>
                  <a:lnTo>
                    <a:pt x="1173767" y="12953"/>
                  </a:lnTo>
                  <a:lnTo>
                    <a:pt x="1257509" y="17381"/>
                  </a:lnTo>
                  <a:lnTo>
                    <a:pt x="1354427" y="23077"/>
                  </a:lnTo>
                  <a:lnTo>
                    <a:pt x="1460861" y="30074"/>
                  </a:lnTo>
                  <a:lnTo>
                    <a:pt x="1572828" y="38367"/>
                  </a:lnTo>
                  <a:lnTo>
                    <a:pt x="1686547" y="47931"/>
                  </a:lnTo>
                  <a:lnTo>
                    <a:pt x="1798801" y="58741"/>
                  </a:lnTo>
                  <a:lnTo>
                    <a:pt x="1907127" y="70790"/>
                  </a:lnTo>
                  <a:lnTo>
                    <a:pt x="2009849" y="84098"/>
                  </a:lnTo>
                  <a:lnTo>
                    <a:pt x="2106007" y="98722"/>
                  </a:lnTo>
                  <a:lnTo>
                    <a:pt x="2195222" y="114759"/>
                  </a:lnTo>
                  <a:lnTo>
                    <a:pt x="2277561" y="132345"/>
                  </a:lnTo>
                  <a:lnTo>
                    <a:pt x="2353400" y="151656"/>
                  </a:lnTo>
                  <a:lnTo>
                    <a:pt x="2423319" y="172899"/>
                  </a:lnTo>
                  <a:lnTo>
                    <a:pt x="2488016" y="196308"/>
                  </a:lnTo>
                  <a:lnTo>
                    <a:pt x="2548245" y="222129"/>
                  </a:lnTo>
                  <a:lnTo>
                    <a:pt x="2604765" y="250596"/>
                  </a:lnTo>
                  <a:lnTo>
                    <a:pt x="2658306" y="281894"/>
                  </a:lnTo>
                  <a:lnTo>
                    <a:pt x="2702183" y="310944"/>
                  </a:lnTo>
                  <a:lnTo>
                    <a:pt x="2752994" y="348523"/>
                  </a:lnTo>
                  <a:lnTo>
                    <a:pt x="2802410" y="389215"/>
                  </a:lnTo>
                  <a:lnTo>
                    <a:pt x="2850858" y="433082"/>
                  </a:lnTo>
                  <a:lnTo>
                    <a:pt x="2898675" y="480115"/>
                  </a:lnTo>
                  <a:lnTo>
                    <a:pt x="2946118" y="530236"/>
                  </a:lnTo>
                  <a:lnTo>
                    <a:pt x="2993376" y="583282"/>
                  </a:lnTo>
                  <a:lnTo>
                    <a:pt x="3040583" y="639009"/>
                  </a:lnTo>
                  <a:lnTo>
                    <a:pt x="3087821" y="697088"/>
                  </a:lnTo>
                  <a:lnTo>
                    <a:pt x="3135132" y="757114"/>
                  </a:lnTo>
                  <a:lnTo>
                    <a:pt x="3182522" y="818610"/>
                  </a:lnTo>
                  <a:lnTo>
                    <a:pt x="3229973" y="881050"/>
                  </a:lnTo>
                  <a:lnTo>
                    <a:pt x="3277452" y="943870"/>
                  </a:lnTo>
                  <a:lnTo>
                    <a:pt x="3324916" y="1006492"/>
                  </a:lnTo>
                  <a:lnTo>
                    <a:pt x="3372328" y="1068345"/>
                  </a:lnTo>
                  <a:lnTo>
                    <a:pt x="3419664" y="1128888"/>
                  </a:lnTo>
                  <a:lnTo>
                    <a:pt x="3466923" y="1187627"/>
                  </a:lnTo>
                  <a:lnTo>
                    <a:pt x="3514132" y="1244135"/>
                  </a:lnTo>
                  <a:lnTo>
                    <a:pt x="3561363" y="1298056"/>
                  </a:lnTo>
                  <a:lnTo>
                    <a:pt x="3608729" y="1349120"/>
                  </a:lnTo>
                  <a:lnTo>
                    <a:pt x="3656404" y="1397139"/>
                  </a:lnTo>
                  <a:lnTo>
                    <a:pt x="3704622" y="1442007"/>
                  </a:lnTo>
                  <a:lnTo>
                    <a:pt x="3753691" y="1483696"/>
                  </a:lnTo>
                  <a:lnTo>
                    <a:pt x="3804009" y="1522246"/>
                  </a:lnTo>
                  <a:lnTo>
                    <a:pt x="3820202" y="1533758"/>
                  </a:lnTo>
                  <a:lnTo>
                    <a:pt x="3871720" y="1567549"/>
                  </a:lnTo>
                  <a:lnTo>
                    <a:pt x="3925652" y="1598427"/>
                  </a:lnTo>
                  <a:lnTo>
                    <a:pt x="3982666" y="1626494"/>
                  </a:lnTo>
                  <a:lnTo>
                    <a:pt x="4043498" y="1651949"/>
                  </a:lnTo>
                  <a:lnTo>
                    <a:pt x="4108910" y="1675027"/>
                  </a:lnTo>
                  <a:lnTo>
                    <a:pt x="4179650" y="1695975"/>
                  </a:lnTo>
                  <a:lnTo>
                    <a:pt x="4256404" y="1715022"/>
                  </a:lnTo>
                  <a:lnTo>
                    <a:pt x="4339727" y="1732373"/>
                  </a:lnTo>
                  <a:lnTo>
                    <a:pt x="4429959" y="1748196"/>
                  </a:lnTo>
                  <a:lnTo>
                    <a:pt x="4527108" y="1762623"/>
                  </a:lnTo>
                  <a:lnTo>
                    <a:pt x="4630723" y="1775745"/>
                  </a:lnTo>
                  <a:lnTo>
                    <a:pt x="4739744" y="1787613"/>
                  </a:lnTo>
                  <a:lnTo>
                    <a:pt x="4852383" y="1798243"/>
                  </a:lnTo>
                  <a:lnTo>
                    <a:pt x="4966063" y="1807623"/>
                  </a:lnTo>
                  <a:lnTo>
                    <a:pt x="5077470" y="1815728"/>
                  </a:lnTo>
                  <a:lnTo>
                    <a:pt x="5182763" y="1822536"/>
                  </a:lnTo>
                  <a:lnTo>
                    <a:pt x="5277974" y="1828044"/>
                  </a:lnTo>
                  <a:lnTo>
                    <a:pt x="5359538" y="1832293"/>
                  </a:lnTo>
                  <a:lnTo>
                    <a:pt x="5424865" y="1835372"/>
                  </a:lnTo>
                  <a:lnTo>
                    <a:pt x="5472819" y="1837427"/>
                  </a:lnTo>
                  <a:lnTo>
                    <a:pt x="5503982" y="1838645"/>
                  </a:lnTo>
                  <a:lnTo>
                    <a:pt x="5520668" y="1839241"/>
                  </a:lnTo>
                  <a:lnTo>
                    <a:pt x="5526748" y="1839441"/>
                  </a:lnTo>
                  <a:lnTo>
                    <a:pt x="5527445" y="1839462"/>
                  </a:lnTo>
                  <a:lnTo>
                    <a:pt x="6522385" y="1839462"/>
                  </a:lnTo>
                  <a:lnTo>
                    <a:pt x="6523502" y="1839492"/>
                  </a:lnTo>
                  <a:lnTo>
                    <a:pt x="6530874" y="1839704"/>
                  </a:lnTo>
                  <a:lnTo>
                    <a:pt x="6549565" y="1840290"/>
                  </a:lnTo>
                  <a:lnTo>
                    <a:pt x="6583247" y="1841446"/>
                  </a:lnTo>
                  <a:lnTo>
                    <a:pt x="6633991" y="1843355"/>
                  </a:lnTo>
                  <a:lnTo>
                    <a:pt x="6702107" y="1846178"/>
                  </a:lnTo>
                  <a:lnTo>
                    <a:pt x="6786200" y="1850032"/>
                  </a:lnTo>
                  <a:lnTo>
                    <a:pt x="6883475" y="1854990"/>
                  </a:lnTo>
                  <a:lnTo>
                    <a:pt x="6990241" y="1861078"/>
                  </a:lnTo>
                  <a:lnTo>
                    <a:pt x="7102492" y="1868292"/>
                  </a:lnTo>
                  <a:lnTo>
                    <a:pt x="7216433" y="1876610"/>
                  </a:lnTo>
                  <a:lnTo>
                    <a:pt x="7328841" y="1886011"/>
                  </a:lnTo>
                  <a:lnTo>
                    <a:pt x="7437259" y="1896489"/>
                  </a:lnTo>
                  <a:lnTo>
                    <a:pt x="7540018" y="1908061"/>
                  </a:lnTo>
                  <a:lnTo>
                    <a:pt x="7636169" y="1920780"/>
                  </a:lnTo>
                  <a:lnTo>
                    <a:pt x="7725347" y="1934729"/>
                  </a:lnTo>
                  <a:lnTo>
                    <a:pt x="7807629" y="1950029"/>
                  </a:lnTo>
                  <a:lnTo>
                    <a:pt x="7883403" y="1966834"/>
                  </a:lnTo>
                  <a:lnTo>
                    <a:pt x="7953257" y="1985325"/>
                  </a:lnTo>
                  <a:lnTo>
                    <a:pt x="8017896" y="2005706"/>
                  </a:lnTo>
                  <a:lnTo>
                    <a:pt x="8078079" y="2028191"/>
                  </a:lnTo>
                  <a:lnTo>
                    <a:pt x="8134570" y="2052984"/>
                  </a:lnTo>
                  <a:lnTo>
                    <a:pt x="8188100" y="2080243"/>
                  </a:lnTo>
                  <a:lnTo>
                    <a:pt x="8229629" y="2104114"/>
                  </a:lnTo>
                  <a:lnTo>
                    <a:pt x="8282308" y="2137914"/>
                  </a:lnTo>
                  <a:lnTo>
                    <a:pt x="8333504" y="2174617"/>
                  </a:lnTo>
                  <a:lnTo>
                    <a:pt x="8383690" y="2214279"/>
                  </a:lnTo>
                  <a:lnTo>
                    <a:pt x="8433230" y="2256886"/>
                  </a:lnTo>
                  <a:lnTo>
                    <a:pt x="8482401" y="2302350"/>
                  </a:lnTo>
                  <a:lnTo>
                    <a:pt x="8531405" y="2350503"/>
                  </a:lnTo>
                  <a:lnTo>
                    <a:pt x="8580377" y="2401091"/>
                  </a:lnTo>
                  <a:lnTo>
                    <a:pt x="8629399" y="2453778"/>
                  </a:lnTo>
                  <a:lnTo>
                    <a:pt x="8678504" y="2508151"/>
                  </a:lnTo>
                  <a:lnTo>
                    <a:pt x="8727690" y="2563734"/>
                  </a:lnTo>
                  <a:lnTo>
                    <a:pt x="8776930" y="2620002"/>
                  </a:lnTo>
                  <a:lnTo>
                    <a:pt x="8826181" y="2676403"/>
                  </a:lnTo>
                  <a:lnTo>
                    <a:pt x="8875398" y="2732380"/>
                  </a:lnTo>
                  <a:lnTo>
                    <a:pt x="8924543" y="2787391"/>
                  </a:lnTo>
                  <a:lnTo>
                    <a:pt x="8973603" y="2840935"/>
                  </a:lnTo>
                  <a:lnTo>
                    <a:pt x="9022591" y="2892568"/>
                  </a:lnTo>
                  <a:lnTo>
                    <a:pt x="9071567" y="2941915"/>
                  </a:lnTo>
                  <a:lnTo>
                    <a:pt x="9120638" y="2988684"/>
                  </a:lnTo>
                  <a:lnTo>
                    <a:pt x="9169973" y="3032665"/>
                  </a:lnTo>
                  <a:lnTo>
                    <a:pt x="9219812" y="3073733"/>
                  </a:lnTo>
                  <a:lnTo>
                    <a:pt x="9270476" y="3111840"/>
                  </a:lnTo>
                  <a:lnTo>
                    <a:pt x="9322383" y="3147009"/>
                  </a:lnTo>
                  <a:lnTo>
                    <a:pt x="9347647" y="3162722"/>
                  </a:lnTo>
                  <a:lnTo>
                    <a:pt x="9399269" y="3192030"/>
                  </a:lnTo>
                  <a:lnTo>
                    <a:pt x="9453314" y="3218806"/>
                  </a:lnTo>
                  <a:lnTo>
                    <a:pt x="9510457" y="3243141"/>
                  </a:lnTo>
                  <a:lnTo>
                    <a:pt x="9571437" y="3265205"/>
                  </a:lnTo>
                  <a:lnTo>
                    <a:pt x="9637021" y="3285207"/>
                  </a:lnTo>
                  <a:lnTo>
                    <a:pt x="9707960" y="3303358"/>
                  </a:lnTo>
                  <a:lnTo>
                    <a:pt x="9784945" y="3319860"/>
                  </a:lnTo>
                  <a:lnTo>
                    <a:pt x="9868531" y="3334890"/>
                  </a:lnTo>
                  <a:lnTo>
                    <a:pt x="9959055" y="3348594"/>
                  </a:lnTo>
                  <a:lnTo>
                    <a:pt x="10056521" y="3361087"/>
                  </a:lnTo>
                  <a:lnTo>
                    <a:pt x="10160462" y="3372446"/>
                  </a:lnTo>
                  <a:lnTo>
                    <a:pt x="10269799" y="3382716"/>
                  </a:lnTo>
                  <a:lnTo>
                    <a:pt x="10382718" y="3391910"/>
                  </a:lnTo>
                  <a:lnTo>
                    <a:pt x="10496606" y="3400018"/>
                  </a:lnTo>
                  <a:lnTo>
                    <a:pt x="10608110" y="3407017"/>
                  </a:lnTo>
                  <a:lnTo>
                    <a:pt x="10713360" y="3412887"/>
                  </a:lnTo>
                  <a:lnTo>
                    <a:pt x="10808368" y="3417629"/>
                  </a:lnTo>
                  <a:lnTo>
                    <a:pt x="10889570" y="3421278"/>
                  </a:lnTo>
                  <a:lnTo>
                    <a:pt x="10954405" y="3423915"/>
                  </a:lnTo>
                  <a:lnTo>
                    <a:pt x="11001789" y="3425666"/>
                  </a:lnTo>
                  <a:lnTo>
                    <a:pt x="11032377" y="3426697"/>
                  </a:lnTo>
                  <a:lnTo>
                    <a:pt x="11048560" y="3427196"/>
                  </a:lnTo>
                  <a:lnTo>
                    <a:pt x="11054297" y="3427359"/>
                  </a:lnTo>
                  <a:lnTo>
                    <a:pt x="11054891" y="3427374"/>
                  </a:lnTo>
                  <a:lnTo>
                    <a:pt x="12049831" y="3427374"/>
                  </a:lnTo>
                  <a:lnTo>
                    <a:pt x="12049831" y="3422134"/>
                  </a:lnTo>
                  <a:lnTo>
                    <a:pt x="11054891" y="3422134"/>
                  </a:lnTo>
                  <a:lnTo>
                    <a:pt x="11053774" y="3422104"/>
                  </a:lnTo>
                  <a:lnTo>
                    <a:pt x="11046402" y="3421892"/>
                  </a:lnTo>
                  <a:lnTo>
                    <a:pt x="11027712" y="3421305"/>
                  </a:lnTo>
                  <a:lnTo>
                    <a:pt x="10994029" y="3420150"/>
                  </a:lnTo>
                  <a:lnTo>
                    <a:pt x="10943286" y="3418240"/>
                  </a:lnTo>
                  <a:lnTo>
                    <a:pt x="10875170" y="3415417"/>
                  </a:lnTo>
                  <a:lnTo>
                    <a:pt x="10791076" y="3411563"/>
                  </a:lnTo>
                  <a:lnTo>
                    <a:pt x="10693801" y="3406606"/>
                  </a:lnTo>
                  <a:lnTo>
                    <a:pt x="10587036" y="3400518"/>
                  </a:lnTo>
                  <a:lnTo>
                    <a:pt x="10474784" y="3393304"/>
                  </a:lnTo>
                  <a:lnTo>
                    <a:pt x="10360843" y="3384985"/>
                  </a:lnTo>
                  <a:lnTo>
                    <a:pt x="10248435" y="3375584"/>
                  </a:lnTo>
                  <a:lnTo>
                    <a:pt x="10140018" y="3365107"/>
                  </a:lnTo>
                  <a:lnTo>
                    <a:pt x="10037259" y="3353534"/>
                  </a:lnTo>
                  <a:lnTo>
                    <a:pt x="9941108" y="3340816"/>
                  </a:lnTo>
                  <a:lnTo>
                    <a:pt x="9851930" y="3326867"/>
                  </a:lnTo>
                  <a:lnTo>
                    <a:pt x="9769647" y="3311566"/>
                  </a:lnTo>
                  <a:lnTo>
                    <a:pt x="9693873" y="3294762"/>
                  </a:lnTo>
                  <a:lnTo>
                    <a:pt x="9624019" y="3276271"/>
                  </a:lnTo>
                  <a:lnTo>
                    <a:pt x="9559380" y="3255890"/>
                  </a:lnTo>
                  <a:lnTo>
                    <a:pt x="9499197" y="3233404"/>
                  </a:lnTo>
                  <a:lnTo>
                    <a:pt x="9442706" y="3208612"/>
                  </a:lnTo>
                  <a:lnTo>
                    <a:pt x="9389176" y="3181352"/>
                  </a:lnTo>
                  <a:lnTo>
                    <a:pt x="9347647" y="3157482"/>
                  </a:lnTo>
                  <a:lnTo>
                    <a:pt x="9294968" y="3123682"/>
                  </a:lnTo>
                  <a:lnTo>
                    <a:pt x="9243772" y="3086978"/>
                  </a:lnTo>
                  <a:lnTo>
                    <a:pt x="9193587" y="3047317"/>
                  </a:lnTo>
                  <a:lnTo>
                    <a:pt x="9144047" y="3004710"/>
                  </a:lnTo>
                  <a:lnTo>
                    <a:pt x="9094875" y="2959245"/>
                  </a:lnTo>
                  <a:lnTo>
                    <a:pt x="9045872" y="2911092"/>
                  </a:lnTo>
                  <a:lnTo>
                    <a:pt x="8996899" y="2860505"/>
                  </a:lnTo>
                  <a:lnTo>
                    <a:pt x="8947878" y="2807818"/>
                  </a:lnTo>
                  <a:lnTo>
                    <a:pt x="8898773" y="2753445"/>
                  </a:lnTo>
                  <a:lnTo>
                    <a:pt x="8849586" y="2697862"/>
                  </a:lnTo>
                  <a:lnTo>
                    <a:pt x="8800346" y="2641594"/>
                  </a:lnTo>
                  <a:lnTo>
                    <a:pt x="8751095" y="2585192"/>
                  </a:lnTo>
                  <a:lnTo>
                    <a:pt x="8701879" y="2529216"/>
                  </a:lnTo>
                  <a:lnTo>
                    <a:pt x="8652733" y="2474205"/>
                  </a:lnTo>
                  <a:lnTo>
                    <a:pt x="8603674" y="2420661"/>
                  </a:lnTo>
                  <a:lnTo>
                    <a:pt x="8554685" y="2369028"/>
                  </a:lnTo>
                  <a:lnTo>
                    <a:pt x="8505710" y="2319681"/>
                  </a:lnTo>
                  <a:lnTo>
                    <a:pt x="8456639" y="2272912"/>
                  </a:lnTo>
                  <a:lnTo>
                    <a:pt x="8407303" y="2228930"/>
                  </a:lnTo>
                  <a:lnTo>
                    <a:pt x="8357465" y="2187863"/>
                  </a:lnTo>
                  <a:lnTo>
                    <a:pt x="8306801" y="2149756"/>
                  </a:lnTo>
                  <a:lnTo>
                    <a:pt x="8254894" y="2114587"/>
                  </a:lnTo>
                  <a:lnTo>
                    <a:pt x="8229629" y="2098873"/>
                  </a:lnTo>
                  <a:lnTo>
                    <a:pt x="8178007" y="2069566"/>
                  </a:lnTo>
                  <a:lnTo>
                    <a:pt x="8123962" y="2042790"/>
                  </a:lnTo>
                  <a:lnTo>
                    <a:pt x="8066819" y="2018455"/>
                  </a:lnTo>
                  <a:lnTo>
                    <a:pt x="8005840" y="1996390"/>
                  </a:lnTo>
                  <a:lnTo>
                    <a:pt x="7940256" y="1976389"/>
                  </a:lnTo>
                  <a:lnTo>
                    <a:pt x="7869316" y="1958238"/>
                  </a:lnTo>
                  <a:lnTo>
                    <a:pt x="7792332" y="1941736"/>
                  </a:lnTo>
                  <a:lnTo>
                    <a:pt x="7708746" y="1926706"/>
                  </a:lnTo>
                  <a:lnTo>
                    <a:pt x="7618222" y="1913002"/>
                  </a:lnTo>
                  <a:lnTo>
                    <a:pt x="7520756" y="1900509"/>
                  </a:lnTo>
                  <a:lnTo>
                    <a:pt x="7416815" y="1889150"/>
                  </a:lnTo>
                  <a:lnTo>
                    <a:pt x="7307477" y="1878880"/>
                  </a:lnTo>
                  <a:lnTo>
                    <a:pt x="7194558" y="1869686"/>
                  </a:lnTo>
                  <a:lnTo>
                    <a:pt x="7080671" y="1861578"/>
                  </a:lnTo>
                  <a:lnTo>
                    <a:pt x="6969166" y="1854579"/>
                  </a:lnTo>
                  <a:lnTo>
                    <a:pt x="6863916" y="1848709"/>
                  </a:lnTo>
                  <a:lnTo>
                    <a:pt x="6768908" y="1843967"/>
                  </a:lnTo>
                  <a:lnTo>
                    <a:pt x="6687706" y="1840318"/>
                  </a:lnTo>
                  <a:lnTo>
                    <a:pt x="6622872" y="1837681"/>
                  </a:lnTo>
                  <a:lnTo>
                    <a:pt x="6575487" y="1835930"/>
                  </a:lnTo>
                  <a:lnTo>
                    <a:pt x="6544900" y="1834899"/>
                  </a:lnTo>
                  <a:lnTo>
                    <a:pt x="6528716" y="1834400"/>
                  </a:lnTo>
                  <a:lnTo>
                    <a:pt x="6522980" y="1834237"/>
                  </a:lnTo>
                  <a:lnTo>
                    <a:pt x="6522385" y="1834221"/>
                  </a:lnTo>
                  <a:lnTo>
                    <a:pt x="5527445" y="1834221"/>
                  </a:lnTo>
                  <a:lnTo>
                    <a:pt x="5526335" y="1834187"/>
                  </a:lnTo>
                  <a:lnTo>
                    <a:pt x="5519004" y="1833944"/>
                  </a:lnTo>
                  <a:lnTo>
                    <a:pt x="5500416" y="1833270"/>
                  </a:lnTo>
                  <a:lnTo>
                    <a:pt x="5466911" y="1831944"/>
                  </a:lnTo>
                  <a:lnTo>
                    <a:pt x="5416420" y="1829751"/>
                  </a:lnTo>
                  <a:lnTo>
                    <a:pt x="5348618" y="1826508"/>
                  </a:lnTo>
                  <a:lnTo>
                    <a:pt x="5264876" y="1822081"/>
                  </a:lnTo>
                  <a:lnTo>
                    <a:pt x="5167958" y="1816385"/>
                  </a:lnTo>
                  <a:lnTo>
                    <a:pt x="5061524" y="1809387"/>
                  </a:lnTo>
                  <a:lnTo>
                    <a:pt x="4949557" y="1801094"/>
                  </a:lnTo>
                  <a:lnTo>
                    <a:pt x="4835838" y="1791531"/>
                  </a:lnTo>
                  <a:lnTo>
                    <a:pt x="4723584" y="1780720"/>
                  </a:lnTo>
                  <a:lnTo>
                    <a:pt x="4615258" y="1768672"/>
                  </a:lnTo>
                  <a:lnTo>
                    <a:pt x="4512536" y="1755364"/>
                  </a:lnTo>
                  <a:lnTo>
                    <a:pt x="4416378" y="1740740"/>
                  </a:lnTo>
                  <a:lnTo>
                    <a:pt x="4327163" y="1724703"/>
                  </a:lnTo>
                  <a:lnTo>
                    <a:pt x="4244824" y="1707117"/>
                  </a:lnTo>
                  <a:lnTo>
                    <a:pt x="4168985" y="1687806"/>
                  </a:lnTo>
                  <a:lnTo>
                    <a:pt x="4099066" y="1666563"/>
                  </a:lnTo>
                  <a:lnTo>
                    <a:pt x="4034369" y="1643153"/>
                  </a:lnTo>
                  <a:lnTo>
                    <a:pt x="3974140" y="1617333"/>
                  </a:lnTo>
                  <a:lnTo>
                    <a:pt x="3917620" y="1588866"/>
                  </a:lnTo>
                  <a:lnTo>
                    <a:pt x="3864079" y="1557567"/>
                  </a:lnTo>
                  <a:lnTo>
                    <a:pt x="3820202" y="1528518"/>
                  </a:lnTo>
                  <a:lnTo>
                    <a:pt x="3769391" y="1490939"/>
                  </a:lnTo>
                  <a:lnTo>
                    <a:pt x="3719975" y="1450246"/>
                  </a:lnTo>
                  <a:lnTo>
                    <a:pt x="3671527" y="1406380"/>
                  </a:lnTo>
                  <a:lnTo>
                    <a:pt x="3623710" y="1359346"/>
                  </a:lnTo>
                  <a:lnTo>
                    <a:pt x="3576267" y="1309225"/>
                  </a:lnTo>
                  <a:lnTo>
                    <a:pt x="3529009" y="1256179"/>
                  </a:lnTo>
                  <a:lnTo>
                    <a:pt x="3481802" y="1200452"/>
                  </a:lnTo>
                  <a:lnTo>
                    <a:pt x="3434564" y="1142373"/>
                  </a:lnTo>
                  <a:lnTo>
                    <a:pt x="3387253" y="1082348"/>
                  </a:lnTo>
                  <a:lnTo>
                    <a:pt x="3339863" y="1020851"/>
                  </a:lnTo>
                  <a:lnTo>
                    <a:pt x="3292412" y="958411"/>
                  </a:lnTo>
                  <a:lnTo>
                    <a:pt x="3244933" y="895591"/>
                  </a:lnTo>
                  <a:lnTo>
                    <a:pt x="3197469" y="832970"/>
                  </a:lnTo>
                  <a:lnTo>
                    <a:pt x="3150057" y="771117"/>
                  </a:lnTo>
                  <a:lnTo>
                    <a:pt x="3102721" y="710574"/>
                  </a:lnTo>
                  <a:lnTo>
                    <a:pt x="3055462" y="651834"/>
                  </a:lnTo>
                  <a:lnTo>
                    <a:pt x="3008253" y="595327"/>
                  </a:lnTo>
                  <a:lnTo>
                    <a:pt x="2961022" y="541406"/>
                  </a:lnTo>
                  <a:lnTo>
                    <a:pt x="2913656" y="490342"/>
                  </a:lnTo>
                  <a:lnTo>
                    <a:pt x="2865981" y="442323"/>
                  </a:lnTo>
                  <a:lnTo>
                    <a:pt x="2817763" y="397454"/>
                  </a:lnTo>
                  <a:lnTo>
                    <a:pt x="2768694" y="355765"/>
                  </a:lnTo>
                  <a:lnTo>
                    <a:pt x="2718376" y="317215"/>
                  </a:lnTo>
                  <a:lnTo>
                    <a:pt x="2702183" y="305703"/>
                  </a:lnTo>
                  <a:lnTo>
                    <a:pt x="2650665" y="271913"/>
                  </a:lnTo>
                  <a:lnTo>
                    <a:pt x="2596733" y="241035"/>
                  </a:lnTo>
                  <a:lnTo>
                    <a:pt x="2539719" y="212967"/>
                  </a:lnTo>
                  <a:lnTo>
                    <a:pt x="2478887" y="187513"/>
                  </a:lnTo>
                  <a:lnTo>
                    <a:pt x="2413475" y="164434"/>
                  </a:lnTo>
                  <a:lnTo>
                    <a:pt x="2342735" y="143487"/>
                  </a:lnTo>
                  <a:lnTo>
                    <a:pt x="2265981" y="124439"/>
                  </a:lnTo>
                  <a:lnTo>
                    <a:pt x="2182658" y="107089"/>
                  </a:lnTo>
                  <a:lnTo>
                    <a:pt x="2092426" y="91265"/>
                  </a:lnTo>
                  <a:lnTo>
                    <a:pt x="1995277" y="76838"/>
                  </a:lnTo>
                  <a:lnTo>
                    <a:pt x="1891662" y="63716"/>
                  </a:lnTo>
                  <a:lnTo>
                    <a:pt x="1782641" y="51849"/>
                  </a:lnTo>
                  <a:lnTo>
                    <a:pt x="1670002" y="41219"/>
                  </a:lnTo>
                  <a:lnTo>
                    <a:pt x="1556322" y="31838"/>
                  </a:lnTo>
                  <a:lnTo>
                    <a:pt x="1444915" y="23733"/>
                  </a:lnTo>
                  <a:lnTo>
                    <a:pt x="1339622" y="16926"/>
                  </a:lnTo>
                  <a:lnTo>
                    <a:pt x="1244411" y="11418"/>
                  </a:lnTo>
                  <a:lnTo>
                    <a:pt x="1162847" y="7169"/>
                  </a:lnTo>
                  <a:lnTo>
                    <a:pt x="1097520" y="4089"/>
                  </a:lnTo>
                  <a:lnTo>
                    <a:pt x="1049566" y="2035"/>
                  </a:lnTo>
                  <a:lnTo>
                    <a:pt x="1018403" y="817"/>
                  </a:lnTo>
                  <a:lnTo>
                    <a:pt x="1001717" y="220"/>
                  </a:lnTo>
                  <a:lnTo>
                    <a:pt x="995637" y="21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0" name="pl189"/>
            <p:cNvSpPr/>
            <p:nvPr/>
          </p:nvSpPr>
          <p:spPr>
            <a:xfrm>
              <a:off x="1199187" y="3060365"/>
              <a:ext cx="12049831" cy="3422134"/>
            </a:xfrm>
            <a:custGeom>
              <a:avLst/>
              <a:pathLst>
                <a:path w="12049831" h="3422134">
                  <a:moveTo>
                    <a:pt x="0" y="0"/>
                  </a:moveTo>
                  <a:lnTo>
                    <a:pt x="994940" y="0"/>
                  </a:lnTo>
                  <a:lnTo>
                    <a:pt x="996050" y="34"/>
                  </a:lnTo>
                  <a:lnTo>
                    <a:pt x="1003381" y="277"/>
                  </a:lnTo>
                  <a:lnTo>
                    <a:pt x="1021969" y="950"/>
                  </a:lnTo>
                  <a:lnTo>
                    <a:pt x="1055474" y="2277"/>
                  </a:lnTo>
                  <a:lnTo>
                    <a:pt x="1105965" y="4470"/>
                  </a:lnTo>
                  <a:lnTo>
                    <a:pt x="1173767" y="7712"/>
                  </a:lnTo>
                  <a:lnTo>
                    <a:pt x="1257509" y="12140"/>
                  </a:lnTo>
                  <a:lnTo>
                    <a:pt x="1354427" y="17836"/>
                  </a:lnTo>
                  <a:lnTo>
                    <a:pt x="1460861" y="24834"/>
                  </a:lnTo>
                  <a:lnTo>
                    <a:pt x="1572828" y="33126"/>
                  </a:lnTo>
                  <a:lnTo>
                    <a:pt x="1686547" y="42690"/>
                  </a:lnTo>
                  <a:lnTo>
                    <a:pt x="1798801" y="53501"/>
                  </a:lnTo>
                  <a:lnTo>
                    <a:pt x="1907127" y="65549"/>
                  </a:lnTo>
                  <a:lnTo>
                    <a:pt x="2009849" y="78857"/>
                  </a:lnTo>
                  <a:lnTo>
                    <a:pt x="2106007" y="93481"/>
                  </a:lnTo>
                  <a:lnTo>
                    <a:pt x="2195222" y="109518"/>
                  </a:lnTo>
                  <a:lnTo>
                    <a:pt x="2277561" y="127104"/>
                  </a:lnTo>
                  <a:lnTo>
                    <a:pt x="2353400" y="146415"/>
                  </a:lnTo>
                  <a:lnTo>
                    <a:pt x="2423319" y="167658"/>
                  </a:lnTo>
                  <a:lnTo>
                    <a:pt x="2488016" y="191068"/>
                  </a:lnTo>
                  <a:lnTo>
                    <a:pt x="2548245" y="216888"/>
                  </a:lnTo>
                  <a:lnTo>
                    <a:pt x="2604765" y="245355"/>
                  </a:lnTo>
                  <a:lnTo>
                    <a:pt x="2658306" y="276654"/>
                  </a:lnTo>
                  <a:lnTo>
                    <a:pt x="2702183" y="305703"/>
                  </a:lnTo>
                  <a:lnTo>
                    <a:pt x="2752994" y="343282"/>
                  </a:lnTo>
                  <a:lnTo>
                    <a:pt x="2802410" y="383975"/>
                  </a:lnTo>
                  <a:lnTo>
                    <a:pt x="2850858" y="427841"/>
                  </a:lnTo>
                  <a:lnTo>
                    <a:pt x="2898675" y="474875"/>
                  </a:lnTo>
                  <a:lnTo>
                    <a:pt x="2946118" y="524996"/>
                  </a:lnTo>
                  <a:lnTo>
                    <a:pt x="2993376" y="578042"/>
                  </a:lnTo>
                  <a:lnTo>
                    <a:pt x="3040583" y="633769"/>
                  </a:lnTo>
                  <a:lnTo>
                    <a:pt x="3087821" y="691848"/>
                  </a:lnTo>
                  <a:lnTo>
                    <a:pt x="3135132" y="751873"/>
                  </a:lnTo>
                  <a:lnTo>
                    <a:pt x="3182522" y="813370"/>
                  </a:lnTo>
                  <a:lnTo>
                    <a:pt x="3229973" y="875810"/>
                  </a:lnTo>
                  <a:lnTo>
                    <a:pt x="3277452" y="938629"/>
                  </a:lnTo>
                  <a:lnTo>
                    <a:pt x="3324916" y="1001251"/>
                  </a:lnTo>
                  <a:lnTo>
                    <a:pt x="3372328" y="1063104"/>
                  </a:lnTo>
                  <a:lnTo>
                    <a:pt x="3419664" y="1123647"/>
                  </a:lnTo>
                  <a:lnTo>
                    <a:pt x="3466923" y="1182387"/>
                  </a:lnTo>
                  <a:lnTo>
                    <a:pt x="3514132" y="1238894"/>
                  </a:lnTo>
                  <a:lnTo>
                    <a:pt x="3561363" y="1292815"/>
                  </a:lnTo>
                  <a:lnTo>
                    <a:pt x="3608729" y="1343879"/>
                  </a:lnTo>
                  <a:lnTo>
                    <a:pt x="3656404" y="1391898"/>
                  </a:lnTo>
                  <a:lnTo>
                    <a:pt x="3704622" y="1436767"/>
                  </a:lnTo>
                  <a:lnTo>
                    <a:pt x="3753691" y="1478456"/>
                  </a:lnTo>
                  <a:lnTo>
                    <a:pt x="3804009" y="1517006"/>
                  </a:lnTo>
                  <a:lnTo>
                    <a:pt x="3820202" y="1528518"/>
                  </a:lnTo>
                  <a:lnTo>
                    <a:pt x="3871720" y="1562308"/>
                  </a:lnTo>
                  <a:lnTo>
                    <a:pt x="3925652" y="1593186"/>
                  </a:lnTo>
                  <a:lnTo>
                    <a:pt x="3982666" y="1621254"/>
                  </a:lnTo>
                  <a:lnTo>
                    <a:pt x="4043498" y="1646708"/>
                  </a:lnTo>
                  <a:lnTo>
                    <a:pt x="4108910" y="1669787"/>
                  </a:lnTo>
                  <a:lnTo>
                    <a:pt x="4179650" y="1690734"/>
                  </a:lnTo>
                  <a:lnTo>
                    <a:pt x="4256404" y="1709782"/>
                  </a:lnTo>
                  <a:lnTo>
                    <a:pt x="4339727" y="1727132"/>
                  </a:lnTo>
                  <a:lnTo>
                    <a:pt x="4429959" y="1742956"/>
                  </a:lnTo>
                  <a:lnTo>
                    <a:pt x="4527108" y="1757383"/>
                  </a:lnTo>
                  <a:lnTo>
                    <a:pt x="4630723" y="1770504"/>
                  </a:lnTo>
                  <a:lnTo>
                    <a:pt x="4739744" y="1782372"/>
                  </a:lnTo>
                  <a:lnTo>
                    <a:pt x="4852383" y="1793002"/>
                  </a:lnTo>
                  <a:lnTo>
                    <a:pt x="4966063" y="1802382"/>
                  </a:lnTo>
                  <a:lnTo>
                    <a:pt x="5077470" y="1810488"/>
                  </a:lnTo>
                  <a:lnTo>
                    <a:pt x="5182763" y="1817295"/>
                  </a:lnTo>
                  <a:lnTo>
                    <a:pt x="5277974" y="1822803"/>
                  </a:lnTo>
                  <a:lnTo>
                    <a:pt x="5359538" y="1827052"/>
                  </a:lnTo>
                  <a:lnTo>
                    <a:pt x="5424865" y="1830131"/>
                  </a:lnTo>
                  <a:lnTo>
                    <a:pt x="5472819" y="1832186"/>
                  </a:lnTo>
                  <a:lnTo>
                    <a:pt x="5503982" y="1833404"/>
                  </a:lnTo>
                  <a:lnTo>
                    <a:pt x="5520668" y="1834000"/>
                  </a:lnTo>
                  <a:lnTo>
                    <a:pt x="5526748" y="1834200"/>
                  </a:lnTo>
                  <a:lnTo>
                    <a:pt x="5527445" y="1834221"/>
                  </a:lnTo>
                  <a:lnTo>
                    <a:pt x="6522385" y="1834221"/>
                  </a:lnTo>
                  <a:lnTo>
                    <a:pt x="6523502" y="1834251"/>
                  </a:lnTo>
                  <a:lnTo>
                    <a:pt x="6530874" y="1834463"/>
                  </a:lnTo>
                  <a:lnTo>
                    <a:pt x="6549565" y="1835050"/>
                  </a:lnTo>
                  <a:lnTo>
                    <a:pt x="6583247" y="1836205"/>
                  </a:lnTo>
                  <a:lnTo>
                    <a:pt x="6633991" y="1838115"/>
                  </a:lnTo>
                  <a:lnTo>
                    <a:pt x="6702107" y="1840938"/>
                  </a:lnTo>
                  <a:lnTo>
                    <a:pt x="6786200" y="1844792"/>
                  </a:lnTo>
                  <a:lnTo>
                    <a:pt x="6883475" y="1849749"/>
                  </a:lnTo>
                  <a:lnTo>
                    <a:pt x="6990241" y="1855837"/>
                  </a:lnTo>
                  <a:lnTo>
                    <a:pt x="7102492" y="1863051"/>
                  </a:lnTo>
                  <a:lnTo>
                    <a:pt x="7216433" y="1871370"/>
                  </a:lnTo>
                  <a:lnTo>
                    <a:pt x="7328841" y="1880771"/>
                  </a:lnTo>
                  <a:lnTo>
                    <a:pt x="7437259" y="1891248"/>
                  </a:lnTo>
                  <a:lnTo>
                    <a:pt x="7540018" y="1902821"/>
                  </a:lnTo>
                  <a:lnTo>
                    <a:pt x="7636169" y="1915539"/>
                  </a:lnTo>
                  <a:lnTo>
                    <a:pt x="7725347" y="1929488"/>
                  </a:lnTo>
                  <a:lnTo>
                    <a:pt x="7807629" y="1944789"/>
                  </a:lnTo>
                  <a:lnTo>
                    <a:pt x="7883403" y="1961593"/>
                  </a:lnTo>
                  <a:lnTo>
                    <a:pt x="7953257" y="1980084"/>
                  </a:lnTo>
                  <a:lnTo>
                    <a:pt x="8017896" y="2000465"/>
                  </a:lnTo>
                  <a:lnTo>
                    <a:pt x="8078079" y="2022951"/>
                  </a:lnTo>
                  <a:lnTo>
                    <a:pt x="8134570" y="2047743"/>
                  </a:lnTo>
                  <a:lnTo>
                    <a:pt x="8188100" y="2075003"/>
                  </a:lnTo>
                  <a:lnTo>
                    <a:pt x="8229629" y="2098873"/>
                  </a:lnTo>
                  <a:lnTo>
                    <a:pt x="8282308" y="2132673"/>
                  </a:lnTo>
                  <a:lnTo>
                    <a:pt x="8333504" y="2169377"/>
                  </a:lnTo>
                  <a:lnTo>
                    <a:pt x="8383690" y="2209038"/>
                  </a:lnTo>
                  <a:lnTo>
                    <a:pt x="8433230" y="2251645"/>
                  </a:lnTo>
                  <a:lnTo>
                    <a:pt x="8482401" y="2297110"/>
                  </a:lnTo>
                  <a:lnTo>
                    <a:pt x="8531405" y="2345263"/>
                  </a:lnTo>
                  <a:lnTo>
                    <a:pt x="8580377" y="2395850"/>
                  </a:lnTo>
                  <a:lnTo>
                    <a:pt x="8629399" y="2448537"/>
                  </a:lnTo>
                  <a:lnTo>
                    <a:pt x="8678504" y="2502910"/>
                  </a:lnTo>
                  <a:lnTo>
                    <a:pt x="8727690" y="2558493"/>
                  </a:lnTo>
                  <a:lnTo>
                    <a:pt x="8776930" y="2614761"/>
                  </a:lnTo>
                  <a:lnTo>
                    <a:pt x="8826181" y="2671163"/>
                  </a:lnTo>
                  <a:lnTo>
                    <a:pt x="8875398" y="2727139"/>
                  </a:lnTo>
                  <a:lnTo>
                    <a:pt x="8924543" y="2782150"/>
                  </a:lnTo>
                  <a:lnTo>
                    <a:pt x="8973603" y="2835694"/>
                  </a:lnTo>
                  <a:lnTo>
                    <a:pt x="9022591" y="2887327"/>
                  </a:lnTo>
                  <a:lnTo>
                    <a:pt x="9071567" y="2936674"/>
                  </a:lnTo>
                  <a:lnTo>
                    <a:pt x="9120638" y="2983443"/>
                  </a:lnTo>
                  <a:lnTo>
                    <a:pt x="9169973" y="3027425"/>
                  </a:lnTo>
                  <a:lnTo>
                    <a:pt x="9219812" y="3068492"/>
                  </a:lnTo>
                  <a:lnTo>
                    <a:pt x="9270476" y="3106599"/>
                  </a:lnTo>
                  <a:lnTo>
                    <a:pt x="9322383" y="3141768"/>
                  </a:lnTo>
                  <a:lnTo>
                    <a:pt x="9347647" y="3157482"/>
                  </a:lnTo>
                  <a:lnTo>
                    <a:pt x="9399269" y="3186789"/>
                  </a:lnTo>
                  <a:lnTo>
                    <a:pt x="9453314" y="3213565"/>
                  </a:lnTo>
                  <a:lnTo>
                    <a:pt x="9510457" y="3237900"/>
                  </a:lnTo>
                  <a:lnTo>
                    <a:pt x="9571437" y="3259965"/>
                  </a:lnTo>
                  <a:lnTo>
                    <a:pt x="9637021" y="3279966"/>
                  </a:lnTo>
                  <a:lnTo>
                    <a:pt x="9707960" y="3298117"/>
                  </a:lnTo>
                  <a:lnTo>
                    <a:pt x="9784945" y="3314619"/>
                  </a:lnTo>
                  <a:lnTo>
                    <a:pt x="9868531" y="3329649"/>
                  </a:lnTo>
                  <a:lnTo>
                    <a:pt x="9959055" y="3343353"/>
                  </a:lnTo>
                  <a:lnTo>
                    <a:pt x="10056521" y="3355846"/>
                  </a:lnTo>
                  <a:lnTo>
                    <a:pt x="10160462" y="3367205"/>
                  </a:lnTo>
                  <a:lnTo>
                    <a:pt x="10269799" y="3377475"/>
                  </a:lnTo>
                  <a:lnTo>
                    <a:pt x="10382718" y="3386669"/>
                  </a:lnTo>
                  <a:lnTo>
                    <a:pt x="10496606" y="3394777"/>
                  </a:lnTo>
                  <a:lnTo>
                    <a:pt x="10608110" y="3401776"/>
                  </a:lnTo>
                  <a:lnTo>
                    <a:pt x="10713360" y="3407646"/>
                  </a:lnTo>
                  <a:lnTo>
                    <a:pt x="10808368" y="3412388"/>
                  </a:lnTo>
                  <a:lnTo>
                    <a:pt x="10889570" y="3416037"/>
                  </a:lnTo>
                  <a:lnTo>
                    <a:pt x="10954405" y="3418674"/>
                  </a:lnTo>
                  <a:lnTo>
                    <a:pt x="11001789" y="3420425"/>
                  </a:lnTo>
                  <a:lnTo>
                    <a:pt x="11032377" y="3421456"/>
                  </a:lnTo>
                  <a:lnTo>
                    <a:pt x="11048560" y="3421955"/>
                  </a:lnTo>
                  <a:lnTo>
                    <a:pt x="11054297" y="3422118"/>
                  </a:lnTo>
                  <a:lnTo>
                    <a:pt x="11054891" y="3422134"/>
                  </a:lnTo>
                  <a:lnTo>
                    <a:pt x="12049831" y="3422134"/>
                  </a:lnTo>
                  <a:lnTo>
                    <a:pt x="12049831" y="34221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" name="pl190"/>
            <p:cNvSpPr/>
            <p:nvPr/>
          </p:nvSpPr>
          <p:spPr>
            <a:xfrm>
              <a:off x="1199187" y="3055125"/>
              <a:ext cx="12049831" cy="3422134"/>
            </a:xfrm>
            <a:custGeom>
              <a:avLst/>
              <a:pathLst>
                <a:path w="12049831" h="3422134">
                  <a:moveTo>
                    <a:pt x="12049831" y="3422134"/>
                  </a:moveTo>
                  <a:lnTo>
                    <a:pt x="11054891" y="3422134"/>
                  </a:lnTo>
                  <a:lnTo>
                    <a:pt x="11053774" y="3422104"/>
                  </a:lnTo>
                  <a:lnTo>
                    <a:pt x="11046402" y="3421892"/>
                  </a:lnTo>
                  <a:lnTo>
                    <a:pt x="11027712" y="3421305"/>
                  </a:lnTo>
                  <a:lnTo>
                    <a:pt x="10994029" y="3420150"/>
                  </a:lnTo>
                  <a:lnTo>
                    <a:pt x="10943286" y="3418240"/>
                  </a:lnTo>
                  <a:lnTo>
                    <a:pt x="10875170" y="3415417"/>
                  </a:lnTo>
                  <a:lnTo>
                    <a:pt x="10791076" y="3411563"/>
                  </a:lnTo>
                  <a:lnTo>
                    <a:pt x="10693801" y="3406606"/>
                  </a:lnTo>
                  <a:lnTo>
                    <a:pt x="10587036" y="3400518"/>
                  </a:lnTo>
                  <a:lnTo>
                    <a:pt x="10474784" y="3393304"/>
                  </a:lnTo>
                  <a:lnTo>
                    <a:pt x="10360843" y="3384985"/>
                  </a:lnTo>
                  <a:lnTo>
                    <a:pt x="10248435" y="3375584"/>
                  </a:lnTo>
                  <a:lnTo>
                    <a:pt x="10140018" y="3365107"/>
                  </a:lnTo>
                  <a:lnTo>
                    <a:pt x="10037259" y="3353534"/>
                  </a:lnTo>
                  <a:lnTo>
                    <a:pt x="9941108" y="3340816"/>
                  </a:lnTo>
                  <a:lnTo>
                    <a:pt x="9851930" y="3326867"/>
                  </a:lnTo>
                  <a:lnTo>
                    <a:pt x="9769647" y="3311566"/>
                  </a:lnTo>
                  <a:lnTo>
                    <a:pt x="9693873" y="3294762"/>
                  </a:lnTo>
                  <a:lnTo>
                    <a:pt x="9624019" y="3276271"/>
                  </a:lnTo>
                  <a:lnTo>
                    <a:pt x="9559380" y="3255890"/>
                  </a:lnTo>
                  <a:lnTo>
                    <a:pt x="9499197" y="3233404"/>
                  </a:lnTo>
                  <a:lnTo>
                    <a:pt x="9442706" y="3208612"/>
                  </a:lnTo>
                  <a:lnTo>
                    <a:pt x="9389176" y="3181352"/>
                  </a:lnTo>
                  <a:lnTo>
                    <a:pt x="9347647" y="3157482"/>
                  </a:lnTo>
                  <a:lnTo>
                    <a:pt x="9294968" y="3123682"/>
                  </a:lnTo>
                  <a:lnTo>
                    <a:pt x="9243772" y="3086978"/>
                  </a:lnTo>
                  <a:lnTo>
                    <a:pt x="9193587" y="3047317"/>
                  </a:lnTo>
                  <a:lnTo>
                    <a:pt x="9144047" y="3004710"/>
                  </a:lnTo>
                  <a:lnTo>
                    <a:pt x="9094875" y="2959245"/>
                  </a:lnTo>
                  <a:lnTo>
                    <a:pt x="9045872" y="2911092"/>
                  </a:lnTo>
                  <a:lnTo>
                    <a:pt x="8996899" y="2860505"/>
                  </a:lnTo>
                  <a:lnTo>
                    <a:pt x="8947878" y="2807818"/>
                  </a:lnTo>
                  <a:lnTo>
                    <a:pt x="8898773" y="2753445"/>
                  </a:lnTo>
                  <a:lnTo>
                    <a:pt x="8849586" y="2697862"/>
                  </a:lnTo>
                  <a:lnTo>
                    <a:pt x="8800346" y="2641594"/>
                  </a:lnTo>
                  <a:lnTo>
                    <a:pt x="8751095" y="2585192"/>
                  </a:lnTo>
                  <a:lnTo>
                    <a:pt x="8701879" y="2529216"/>
                  </a:lnTo>
                  <a:lnTo>
                    <a:pt x="8652733" y="2474205"/>
                  </a:lnTo>
                  <a:lnTo>
                    <a:pt x="8603674" y="2420661"/>
                  </a:lnTo>
                  <a:lnTo>
                    <a:pt x="8554685" y="2369028"/>
                  </a:lnTo>
                  <a:lnTo>
                    <a:pt x="8505710" y="2319681"/>
                  </a:lnTo>
                  <a:lnTo>
                    <a:pt x="8456639" y="2272912"/>
                  </a:lnTo>
                  <a:lnTo>
                    <a:pt x="8407303" y="2228930"/>
                  </a:lnTo>
                  <a:lnTo>
                    <a:pt x="8357465" y="2187863"/>
                  </a:lnTo>
                  <a:lnTo>
                    <a:pt x="8306801" y="2149756"/>
                  </a:lnTo>
                  <a:lnTo>
                    <a:pt x="8254894" y="2114587"/>
                  </a:lnTo>
                  <a:lnTo>
                    <a:pt x="8229629" y="2098873"/>
                  </a:lnTo>
                  <a:lnTo>
                    <a:pt x="8178007" y="2069566"/>
                  </a:lnTo>
                  <a:lnTo>
                    <a:pt x="8123962" y="2042790"/>
                  </a:lnTo>
                  <a:lnTo>
                    <a:pt x="8066819" y="2018455"/>
                  </a:lnTo>
                  <a:lnTo>
                    <a:pt x="8005840" y="1996390"/>
                  </a:lnTo>
                  <a:lnTo>
                    <a:pt x="7940256" y="1976389"/>
                  </a:lnTo>
                  <a:lnTo>
                    <a:pt x="7869316" y="1958238"/>
                  </a:lnTo>
                  <a:lnTo>
                    <a:pt x="7792332" y="1941736"/>
                  </a:lnTo>
                  <a:lnTo>
                    <a:pt x="7708746" y="1926706"/>
                  </a:lnTo>
                  <a:lnTo>
                    <a:pt x="7618222" y="1913002"/>
                  </a:lnTo>
                  <a:lnTo>
                    <a:pt x="7520756" y="1900509"/>
                  </a:lnTo>
                  <a:lnTo>
                    <a:pt x="7416815" y="1889150"/>
                  </a:lnTo>
                  <a:lnTo>
                    <a:pt x="7307477" y="1878880"/>
                  </a:lnTo>
                  <a:lnTo>
                    <a:pt x="7194558" y="1869686"/>
                  </a:lnTo>
                  <a:lnTo>
                    <a:pt x="7080671" y="1861578"/>
                  </a:lnTo>
                  <a:lnTo>
                    <a:pt x="6969166" y="1854579"/>
                  </a:lnTo>
                  <a:lnTo>
                    <a:pt x="6863916" y="1848709"/>
                  </a:lnTo>
                  <a:lnTo>
                    <a:pt x="6768908" y="1843967"/>
                  </a:lnTo>
                  <a:lnTo>
                    <a:pt x="6687706" y="1840318"/>
                  </a:lnTo>
                  <a:lnTo>
                    <a:pt x="6622872" y="1837681"/>
                  </a:lnTo>
                  <a:lnTo>
                    <a:pt x="6575487" y="1835930"/>
                  </a:lnTo>
                  <a:lnTo>
                    <a:pt x="6544900" y="1834899"/>
                  </a:lnTo>
                  <a:lnTo>
                    <a:pt x="6528716" y="1834400"/>
                  </a:lnTo>
                  <a:lnTo>
                    <a:pt x="6522980" y="1834237"/>
                  </a:lnTo>
                  <a:lnTo>
                    <a:pt x="6522385" y="1834221"/>
                  </a:lnTo>
                  <a:lnTo>
                    <a:pt x="5527445" y="1834221"/>
                  </a:lnTo>
                  <a:lnTo>
                    <a:pt x="5526335" y="1834187"/>
                  </a:lnTo>
                  <a:lnTo>
                    <a:pt x="5519004" y="1833944"/>
                  </a:lnTo>
                  <a:lnTo>
                    <a:pt x="5500416" y="1833270"/>
                  </a:lnTo>
                  <a:lnTo>
                    <a:pt x="5466911" y="1831944"/>
                  </a:lnTo>
                  <a:lnTo>
                    <a:pt x="5416420" y="1829751"/>
                  </a:lnTo>
                  <a:lnTo>
                    <a:pt x="5348618" y="1826508"/>
                  </a:lnTo>
                  <a:lnTo>
                    <a:pt x="5264876" y="1822081"/>
                  </a:lnTo>
                  <a:lnTo>
                    <a:pt x="5167958" y="1816385"/>
                  </a:lnTo>
                  <a:lnTo>
                    <a:pt x="5061524" y="1809387"/>
                  </a:lnTo>
                  <a:lnTo>
                    <a:pt x="4949557" y="1801094"/>
                  </a:lnTo>
                  <a:lnTo>
                    <a:pt x="4835838" y="1791531"/>
                  </a:lnTo>
                  <a:lnTo>
                    <a:pt x="4723584" y="1780720"/>
                  </a:lnTo>
                  <a:lnTo>
                    <a:pt x="4615258" y="1768672"/>
                  </a:lnTo>
                  <a:lnTo>
                    <a:pt x="4512536" y="1755364"/>
                  </a:lnTo>
                  <a:lnTo>
                    <a:pt x="4416378" y="1740740"/>
                  </a:lnTo>
                  <a:lnTo>
                    <a:pt x="4327163" y="1724703"/>
                  </a:lnTo>
                  <a:lnTo>
                    <a:pt x="4244824" y="1707117"/>
                  </a:lnTo>
                  <a:lnTo>
                    <a:pt x="4168985" y="1687806"/>
                  </a:lnTo>
                  <a:lnTo>
                    <a:pt x="4099066" y="1666563"/>
                  </a:lnTo>
                  <a:lnTo>
                    <a:pt x="4034369" y="1643153"/>
                  </a:lnTo>
                  <a:lnTo>
                    <a:pt x="3974140" y="1617333"/>
                  </a:lnTo>
                  <a:lnTo>
                    <a:pt x="3917620" y="1588866"/>
                  </a:lnTo>
                  <a:lnTo>
                    <a:pt x="3864079" y="1557567"/>
                  </a:lnTo>
                  <a:lnTo>
                    <a:pt x="3820202" y="1528518"/>
                  </a:lnTo>
                  <a:lnTo>
                    <a:pt x="3769391" y="1490939"/>
                  </a:lnTo>
                  <a:lnTo>
                    <a:pt x="3719975" y="1450246"/>
                  </a:lnTo>
                  <a:lnTo>
                    <a:pt x="3671527" y="1406380"/>
                  </a:lnTo>
                  <a:lnTo>
                    <a:pt x="3623710" y="1359346"/>
                  </a:lnTo>
                  <a:lnTo>
                    <a:pt x="3576267" y="1309225"/>
                  </a:lnTo>
                  <a:lnTo>
                    <a:pt x="3529009" y="1256179"/>
                  </a:lnTo>
                  <a:lnTo>
                    <a:pt x="3481802" y="1200452"/>
                  </a:lnTo>
                  <a:lnTo>
                    <a:pt x="3434564" y="1142373"/>
                  </a:lnTo>
                  <a:lnTo>
                    <a:pt x="3387253" y="1082348"/>
                  </a:lnTo>
                  <a:lnTo>
                    <a:pt x="3339863" y="1020851"/>
                  </a:lnTo>
                  <a:lnTo>
                    <a:pt x="3292412" y="958411"/>
                  </a:lnTo>
                  <a:lnTo>
                    <a:pt x="3244933" y="895591"/>
                  </a:lnTo>
                  <a:lnTo>
                    <a:pt x="3197469" y="832970"/>
                  </a:lnTo>
                  <a:lnTo>
                    <a:pt x="3150057" y="771117"/>
                  </a:lnTo>
                  <a:lnTo>
                    <a:pt x="3102721" y="710574"/>
                  </a:lnTo>
                  <a:lnTo>
                    <a:pt x="3055462" y="651834"/>
                  </a:lnTo>
                  <a:lnTo>
                    <a:pt x="3008253" y="595327"/>
                  </a:lnTo>
                  <a:lnTo>
                    <a:pt x="2961022" y="541406"/>
                  </a:lnTo>
                  <a:lnTo>
                    <a:pt x="2913656" y="490342"/>
                  </a:lnTo>
                  <a:lnTo>
                    <a:pt x="2865981" y="442323"/>
                  </a:lnTo>
                  <a:lnTo>
                    <a:pt x="2817763" y="397454"/>
                  </a:lnTo>
                  <a:lnTo>
                    <a:pt x="2768694" y="355765"/>
                  </a:lnTo>
                  <a:lnTo>
                    <a:pt x="2718376" y="317215"/>
                  </a:lnTo>
                  <a:lnTo>
                    <a:pt x="2702183" y="305703"/>
                  </a:lnTo>
                  <a:lnTo>
                    <a:pt x="2650665" y="271913"/>
                  </a:lnTo>
                  <a:lnTo>
                    <a:pt x="2596733" y="241035"/>
                  </a:lnTo>
                  <a:lnTo>
                    <a:pt x="2539719" y="212967"/>
                  </a:lnTo>
                  <a:lnTo>
                    <a:pt x="2478887" y="187513"/>
                  </a:lnTo>
                  <a:lnTo>
                    <a:pt x="2413475" y="164434"/>
                  </a:lnTo>
                  <a:lnTo>
                    <a:pt x="2342735" y="143487"/>
                  </a:lnTo>
                  <a:lnTo>
                    <a:pt x="2265981" y="124439"/>
                  </a:lnTo>
                  <a:lnTo>
                    <a:pt x="2182658" y="107089"/>
                  </a:lnTo>
                  <a:lnTo>
                    <a:pt x="2092426" y="91265"/>
                  </a:lnTo>
                  <a:lnTo>
                    <a:pt x="1995277" y="76838"/>
                  </a:lnTo>
                  <a:lnTo>
                    <a:pt x="1891662" y="63716"/>
                  </a:lnTo>
                  <a:lnTo>
                    <a:pt x="1782641" y="51849"/>
                  </a:lnTo>
                  <a:lnTo>
                    <a:pt x="1670002" y="41219"/>
                  </a:lnTo>
                  <a:lnTo>
                    <a:pt x="1556322" y="31838"/>
                  </a:lnTo>
                  <a:lnTo>
                    <a:pt x="1444915" y="23733"/>
                  </a:lnTo>
                  <a:lnTo>
                    <a:pt x="1339622" y="16926"/>
                  </a:lnTo>
                  <a:lnTo>
                    <a:pt x="1244411" y="11418"/>
                  </a:lnTo>
                  <a:lnTo>
                    <a:pt x="1162847" y="7169"/>
                  </a:lnTo>
                  <a:lnTo>
                    <a:pt x="1097520" y="4089"/>
                  </a:lnTo>
                  <a:lnTo>
                    <a:pt x="1049566" y="2035"/>
                  </a:lnTo>
                  <a:lnTo>
                    <a:pt x="1018403" y="817"/>
                  </a:lnTo>
                  <a:lnTo>
                    <a:pt x="1001717" y="220"/>
                  </a:lnTo>
                  <a:lnTo>
                    <a:pt x="995637" y="21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" name="pg191"/>
            <p:cNvSpPr/>
            <p:nvPr/>
          </p:nvSpPr>
          <p:spPr>
            <a:xfrm>
              <a:off x="1199187" y="1776410"/>
              <a:ext cx="12049831" cy="3149621"/>
            </a:xfrm>
            <a:custGeom>
              <a:avLst/>
              <a:pathLst>
                <a:path w="12049831" h="3149621">
                  <a:moveTo>
                    <a:pt x="0" y="1310158"/>
                  </a:moveTo>
                  <a:lnTo>
                    <a:pt x="994940" y="1310158"/>
                  </a:lnTo>
                  <a:lnTo>
                    <a:pt x="996050" y="1310192"/>
                  </a:lnTo>
                  <a:lnTo>
                    <a:pt x="1003379" y="1310437"/>
                  </a:lnTo>
                  <a:lnTo>
                    <a:pt x="1021965" y="1311112"/>
                  </a:lnTo>
                  <a:lnTo>
                    <a:pt x="1055466" y="1312442"/>
                  </a:lnTo>
                  <a:lnTo>
                    <a:pt x="1105952" y="1314641"/>
                  </a:lnTo>
                  <a:lnTo>
                    <a:pt x="1173746" y="1317892"/>
                  </a:lnTo>
                  <a:lnTo>
                    <a:pt x="1257481" y="1322332"/>
                  </a:lnTo>
                  <a:lnTo>
                    <a:pt x="1354391" y="1328044"/>
                  </a:lnTo>
                  <a:lnTo>
                    <a:pt x="1460817" y="1335060"/>
                  </a:lnTo>
                  <a:lnTo>
                    <a:pt x="1572778" y="1343376"/>
                  </a:lnTo>
                  <a:lnTo>
                    <a:pt x="1686492" y="1352966"/>
                  </a:lnTo>
                  <a:lnTo>
                    <a:pt x="1798742" y="1363806"/>
                  </a:lnTo>
                  <a:lnTo>
                    <a:pt x="1907066" y="1375888"/>
                  </a:lnTo>
                  <a:lnTo>
                    <a:pt x="2009787" y="1389232"/>
                  </a:lnTo>
                  <a:lnTo>
                    <a:pt x="2105945" y="1403897"/>
                  </a:lnTo>
                  <a:lnTo>
                    <a:pt x="2195161" y="1419977"/>
                  </a:lnTo>
                  <a:lnTo>
                    <a:pt x="2277501" y="1437612"/>
                  </a:lnTo>
                  <a:lnTo>
                    <a:pt x="2353342" y="1456976"/>
                  </a:lnTo>
                  <a:lnTo>
                    <a:pt x="2423262" y="1478277"/>
                  </a:lnTo>
                  <a:lnTo>
                    <a:pt x="2487961" y="1501750"/>
                  </a:lnTo>
                  <a:lnTo>
                    <a:pt x="2548190" y="1527641"/>
                  </a:lnTo>
                  <a:lnTo>
                    <a:pt x="2604711" y="1556185"/>
                  </a:lnTo>
                  <a:lnTo>
                    <a:pt x="2658252" y="1587569"/>
                  </a:lnTo>
                  <a:lnTo>
                    <a:pt x="2702183" y="1616735"/>
                  </a:lnTo>
                  <a:lnTo>
                    <a:pt x="2752955" y="1654391"/>
                  </a:lnTo>
                  <a:lnTo>
                    <a:pt x="2802333" y="1695165"/>
                  </a:lnTo>
                  <a:lnTo>
                    <a:pt x="2850746" y="1739116"/>
                  </a:lnTo>
                  <a:lnTo>
                    <a:pt x="2898527" y="1786239"/>
                  </a:lnTo>
                  <a:lnTo>
                    <a:pt x="2945934" y="1836453"/>
                  </a:lnTo>
                  <a:lnTo>
                    <a:pt x="2993156" y="1889597"/>
                  </a:lnTo>
                  <a:lnTo>
                    <a:pt x="3040326" y="1945427"/>
                  </a:lnTo>
                  <a:lnTo>
                    <a:pt x="3087527" y="2003614"/>
                  </a:lnTo>
                  <a:lnTo>
                    <a:pt x="3134800" y="2063753"/>
                  </a:lnTo>
                  <a:lnTo>
                    <a:pt x="3182153" y="2125368"/>
                  </a:lnTo>
                  <a:lnTo>
                    <a:pt x="3229567" y="2187932"/>
                  </a:lnTo>
                  <a:lnTo>
                    <a:pt x="3277008" y="2250882"/>
                  </a:lnTo>
                  <a:lnTo>
                    <a:pt x="3324436" y="2313638"/>
                  </a:lnTo>
                  <a:lnTo>
                    <a:pt x="3371812" y="2375631"/>
                  </a:lnTo>
                  <a:lnTo>
                    <a:pt x="3419113" y="2436317"/>
                  </a:lnTo>
                  <a:lnTo>
                    <a:pt x="3466335" y="2495203"/>
                  </a:lnTo>
                  <a:lnTo>
                    <a:pt x="3513508" y="2551859"/>
                  </a:lnTo>
                  <a:lnTo>
                    <a:pt x="3560701" y="2605930"/>
                  </a:lnTo>
                  <a:lnTo>
                    <a:pt x="3608028" y="2657143"/>
                  </a:lnTo>
                  <a:lnTo>
                    <a:pt x="3655659" y="2705309"/>
                  </a:lnTo>
                  <a:lnTo>
                    <a:pt x="3703828" y="2750321"/>
                  </a:lnTo>
                  <a:lnTo>
                    <a:pt x="3752842" y="2792150"/>
                  </a:lnTo>
                  <a:lnTo>
                    <a:pt x="3803096" y="2830834"/>
                  </a:lnTo>
                  <a:lnTo>
                    <a:pt x="3820202" y="2843043"/>
                  </a:lnTo>
                  <a:lnTo>
                    <a:pt x="3871718" y="2876929"/>
                  </a:lnTo>
                  <a:lnTo>
                    <a:pt x="3925647" y="2907894"/>
                  </a:lnTo>
                  <a:lnTo>
                    <a:pt x="3982659" y="2936041"/>
                  </a:lnTo>
                  <a:lnTo>
                    <a:pt x="4043487" y="2961567"/>
                  </a:lnTo>
                  <a:lnTo>
                    <a:pt x="4108895" y="2984711"/>
                  </a:lnTo>
                  <a:lnTo>
                    <a:pt x="4179631" y="3005718"/>
                  </a:lnTo>
                  <a:lnTo>
                    <a:pt x="4256379" y="3024819"/>
                  </a:lnTo>
                  <a:lnTo>
                    <a:pt x="4339696" y="3042219"/>
                  </a:lnTo>
                  <a:lnTo>
                    <a:pt x="4429921" y="3058088"/>
                  </a:lnTo>
                  <a:lnTo>
                    <a:pt x="4527064" y="3072556"/>
                  </a:lnTo>
                  <a:lnTo>
                    <a:pt x="4630671" y="3085715"/>
                  </a:lnTo>
                  <a:lnTo>
                    <a:pt x="4739684" y="3097617"/>
                  </a:lnTo>
                  <a:lnTo>
                    <a:pt x="4852317" y="3108278"/>
                  </a:lnTo>
                  <a:lnTo>
                    <a:pt x="4965993" y="3117685"/>
                  </a:lnTo>
                  <a:lnTo>
                    <a:pt x="5077397" y="3125814"/>
                  </a:lnTo>
                  <a:lnTo>
                    <a:pt x="5182691" y="3132642"/>
                  </a:lnTo>
                  <a:lnTo>
                    <a:pt x="5277907" y="3138166"/>
                  </a:lnTo>
                  <a:lnTo>
                    <a:pt x="5359479" y="3142428"/>
                  </a:lnTo>
                  <a:lnTo>
                    <a:pt x="5424817" y="3145517"/>
                  </a:lnTo>
                  <a:lnTo>
                    <a:pt x="5472784" y="3147578"/>
                  </a:lnTo>
                  <a:lnTo>
                    <a:pt x="5503960" y="3148800"/>
                  </a:lnTo>
                  <a:lnTo>
                    <a:pt x="5520657" y="3149399"/>
                  </a:lnTo>
                  <a:lnTo>
                    <a:pt x="5526745" y="3149599"/>
                  </a:lnTo>
                  <a:lnTo>
                    <a:pt x="5527445" y="3149621"/>
                  </a:lnTo>
                  <a:lnTo>
                    <a:pt x="6522385" y="3149621"/>
                  </a:lnTo>
                  <a:lnTo>
                    <a:pt x="6523450" y="3149565"/>
                  </a:lnTo>
                  <a:lnTo>
                    <a:pt x="6530483" y="3149168"/>
                  </a:lnTo>
                  <a:lnTo>
                    <a:pt x="6548337" y="3148070"/>
                  </a:lnTo>
                  <a:lnTo>
                    <a:pt x="6580568" y="3145907"/>
                  </a:lnTo>
                  <a:lnTo>
                    <a:pt x="6629239" y="3142329"/>
                  </a:lnTo>
                  <a:lnTo>
                    <a:pt x="6694770" y="3137034"/>
                  </a:lnTo>
                  <a:lnTo>
                    <a:pt x="6775966" y="3129793"/>
                  </a:lnTo>
                  <a:lnTo>
                    <a:pt x="6870284" y="3120463"/>
                  </a:lnTo>
                  <a:lnTo>
                    <a:pt x="6974279" y="3108982"/>
                  </a:lnTo>
                  <a:lnTo>
                    <a:pt x="7084147" y="3095353"/>
                  </a:lnTo>
                  <a:lnTo>
                    <a:pt x="7196211" y="3079615"/>
                  </a:lnTo>
                  <a:lnTo>
                    <a:pt x="7307294" y="3061809"/>
                  </a:lnTo>
                  <a:lnTo>
                    <a:pt x="7414911" y="3041955"/>
                  </a:lnTo>
                  <a:lnTo>
                    <a:pt x="7517328" y="3020028"/>
                  </a:lnTo>
                  <a:lnTo>
                    <a:pt x="7613500" y="2995947"/>
                  </a:lnTo>
                  <a:lnTo>
                    <a:pt x="7702963" y="2969568"/>
                  </a:lnTo>
                  <a:lnTo>
                    <a:pt x="7785697" y="2940683"/>
                  </a:lnTo>
                  <a:lnTo>
                    <a:pt x="7862005" y="2909019"/>
                  </a:lnTo>
                  <a:lnTo>
                    <a:pt x="7932402" y="2874251"/>
                  </a:lnTo>
                  <a:lnTo>
                    <a:pt x="7997533" y="2836007"/>
                  </a:lnTo>
                  <a:lnTo>
                    <a:pt x="8058110" y="2793887"/>
                  </a:lnTo>
                  <a:lnTo>
                    <a:pt x="8114866" y="2747501"/>
                  </a:lnTo>
                  <a:lnTo>
                    <a:pt x="8168510" y="2696511"/>
                  </a:lnTo>
                  <a:lnTo>
                    <a:pt x="8219697" y="2640714"/>
                  </a:lnTo>
                  <a:lnTo>
                    <a:pt x="8229629" y="2629051"/>
                  </a:lnTo>
                  <a:lnTo>
                    <a:pt x="8272280" y="2575828"/>
                  </a:lnTo>
                  <a:lnTo>
                    <a:pt x="8313899" y="2518906"/>
                  </a:lnTo>
                  <a:lnTo>
                    <a:pt x="8354752" y="2458208"/>
                  </a:lnTo>
                  <a:lnTo>
                    <a:pt x="8395056" y="2393713"/>
                  </a:lnTo>
                  <a:lnTo>
                    <a:pt x="8434987" y="2325457"/>
                  </a:lnTo>
                  <a:lnTo>
                    <a:pt x="8474685" y="2253542"/>
                  </a:lnTo>
                  <a:lnTo>
                    <a:pt x="8514258" y="2178138"/>
                  </a:lnTo>
                  <a:lnTo>
                    <a:pt x="8553785" y="2099485"/>
                  </a:lnTo>
                  <a:lnTo>
                    <a:pt x="8593320" y="2017893"/>
                  </a:lnTo>
                  <a:lnTo>
                    <a:pt x="8632897" y="1933739"/>
                  </a:lnTo>
                  <a:lnTo>
                    <a:pt x="8672529" y="1847462"/>
                  </a:lnTo>
                  <a:lnTo>
                    <a:pt x="8712216" y="1759556"/>
                  </a:lnTo>
                  <a:lnTo>
                    <a:pt x="8751945" y="1670553"/>
                  </a:lnTo>
                  <a:lnTo>
                    <a:pt x="8791697" y="1581017"/>
                  </a:lnTo>
                  <a:lnTo>
                    <a:pt x="8831446" y="1491526"/>
                  </a:lnTo>
                  <a:lnTo>
                    <a:pt x="8871170" y="1402656"/>
                  </a:lnTo>
                  <a:lnTo>
                    <a:pt x="8910850" y="1314966"/>
                  </a:lnTo>
                  <a:lnTo>
                    <a:pt x="8950473" y="1228986"/>
                  </a:lnTo>
                  <a:lnTo>
                    <a:pt x="8990042" y="1145199"/>
                  </a:lnTo>
                  <a:lnTo>
                    <a:pt x="9029573" y="1064036"/>
                  </a:lnTo>
                  <a:lnTo>
                    <a:pt x="9069103" y="985864"/>
                  </a:lnTo>
                  <a:lnTo>
                    <a:pt x="9108689" y="910983"/>
                  </a:lnTo>
                  <a:lnTo>
                    <a:pt x="9148415" y="839622"/>
                  </a:lnTo>
                  <a:lnTo>
                    <a:pt x="9188394" y="771940"/>
                  </a:lnTo>
                  <a:lnTo>
                    <a:pt x="9228770" y="708028"/>
                  </a:lnTo>
                  <a:lnTo>
                    <a:pt x="9269726" y="647914"/>
                  </a:lnTo>
                  <a:lnTo>
                    <a:pt x="9311485" y="591567"/>
                  </a:lnTo>
                  <a:lnTo>
                    <a:pt x="9347647" y="546772"/>
                  </a:lnTo>
                  <a:lnTo>
                    <a:pt x="9398417" y="490016"/>
                  </a:lnTo>
                  <a:lnTo>
                    <a:pt x="9451523" y="438081"/>
                  </a:lnTo>
                  <a:lnTo>
                    <a:pt x="9507605" y="390803"/>
                  </a:lnTo>
                  <a:lnTo>
                    <a:pt x="9567365" y="347866"/>
                  </a:lnTo>
                  <a:lnTo>
                    <a:pt x="9631533" y="308884"/>
                  </a:lnTo>
                  <a:lnTo>
                    <a:pt x="9700829" y="273455"/>
                  </a:lnTo>
                  <a:lnTo>
                    <a:pt x="9775915" y="241203"/>
                  </a:lnTo>
                  <a:lnTo>
                    <a:pt x="9857340" y="211789"/>
                  </a:lnTo>
                  <a:lnTo>
                    <a:pt x="9945455" y="184930"/>
                  </a:lnTo>
                  <a:lnTo>
                    <a:pt x="10040315" y="160406"/>
                  </a:lnTo>
                  <a:lnTo>
                    <a:pt x="10141554" y="138060"/>
                  </a:lnTo>
                  <a:lnTo>
                    <a:pt x="10248253" y="117797"/>
                  </a:lnTo>
                  <a:lnTo>
                    <a:pt x="10358820" y="99584"/>
                  </a:lnTo>
                  <a:lnTo>
                    <a:pt x="10470922" y="83431"/>
                  </a:lnTo>
                  <a:lnTo>
                    <a:pt x="10581507" y="69380"/>
                  </a:lnTo>
                  <a:lnTo>
                    <a:pt x="10686975" y="57470"/>
                  </a:lnTo>
                  <a:lnTo>
                    <a:pt x="10783510" y="47715"/>
                  </a:lnTo>
                  <a:lnTo>
                    <a:pt x="10867553" y="40067"/>
                  </a:lnTo>
                  <a:lnTo>
                    <a:pt x="10936340" y="34401"/>
                  </a:lnTo>
                  <a:lnTo>
                    <a:pt x="10988382" y="30504"/>
                  </a:lnTo>
                  <a:lnTo>
                    <a:pt x="11023767" y="28087"/>
                  </a:lnTo>
                  <a:lnTo>
                    <a:pt x="11044240" y="26806"/>
                  </a:lnTo>
                  <a:lnTo>
                    <a:pt x="11053076" y="26299"/>
                  </a:lnTo>
                  <a:lnTo>
                    <a:pt x="11054891" y="26203"/>
                  </a:lnTo>
                  <a:lnTo>
                    <a:pt x="12049831" y="26203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7" y="55"/>
                  </a:lnTo>
                  <a:lnTo>
                    <a:pt x="11046794" y="453"/>
                  </a:lnTo>
                  <a:lnTo>
                    <a:pt x="11028940" y="1550"/>
                  </a:lnTo>
                  <a:lnTo>
                    <a:pt x="10996709" y="3713"/>
                  </a:lnTo>
                  <a:lnTo>
                    <a:pt x="10948038" y="7291"/>
                  </a:lnTo>
                  <a:lnTo>
                    <a:pt x="10882507" y="12586"/>
                  </a:lnTo>
                  <a:lnTo>
                    <a:pt x="10801310" y="19827"/>
                  </a:lnTo>
                  <a:lnTo>
                    <a:pt x="10706993" y="29157"/>
                  </a:lnTo>
                  <a:lnTo>
                    <a:pt x="10602997" y="40638"/>
                  </a:lnTo>
                  <a:lnTo>
                    <a:pt x="10493130" y="54267"/>
                  </a:lnTo>
                  <a:lnTo>
                    <a:pt x="10381065" y="70005"/>
                  </a:lnTo>
                  <a:lnTo>
                    <a:pt x="10269983" y="87811"/>
                  </a:lnTo>
                  <a:lnTo>
                    <a:pt x="10162365" y="107665"/>
                  </a:lnTo>
                  <a:lnTo>
                    <a:pt x="10059948" y="129592"/>
                  </a:lnTo>
                  <a:lnTo>
                    <a:pt x="9963776" y="153673"/>
                  </a:lnTo>
                  <a:lnTo>
                    <a:pt x="9874313" y="180052"/>
                  </a:lnTo>
                  <a:lnTo>
                    <a:pt x="9791579" y="208938"/>
                  </a:lnTo>
                  <a:lnTo>
                    <a:pt x="9715271" y="240601"/>
                  </a:lnTo>
                  <a:lnTo>
                    <a:pt x="9644875" y="275369"/>
                  </a:lnTo>
                  <a:lnTo>
                    <a:pt x="9579744" y="313613"/>
                  </a:lnTo>
                  <a:lnTo>
                    <a:pt x="9519166" y="355733"/>
                  </a:lnTo>
                  <a:lnTo>
                    <a:pt x="9462411" y="402119"/>
                  </a:lnTo>
                  <a:lnTo>
                    <a:pt x="9408767" y="453109"/>
                  </a:lnTo>
                  <a:lnTo>
                    <a:pt x="9357579" y="508906"/>
                  </a:lnTo>
                  <a:lnTo>
                    <a:pt x="9347647" y="520569"/>
                  </a:lnTo>
                  <a:lnTo>
                    <a:pt x="9304996" y="573792"/>
                  </a:lnTo>
                  <a:lnTo>
                    <a:pt x="9263378" y="630714"/>
                  </a:lnTo>
                  <a:lnTo>
                    <a:pt x="9222525" y="691412"/>
                  </a:lnTo>
                  <a:lnTo>
                    <a:pt x="9182221" y="755907"/>
                  </a:lnTo>
                  <a:lnTo>
                    <a:pt x="9142289" y="824163"/>
                  </a:lnTo>
                  <a:lnTo>
                    <a:pt x="9102591" y="896078"/>
                  </a:lnTo>
                  <a:lnTo>
                    <a:pt x="9063018" y="971482"/>
                  </a:lnTo>
                  <a:lnTo>
                    <a:pt x="9023492" y="1050135"/>
                  </a:lnTo>
                  <a:lnTo>
                    <a:pt x="8983957" y="1131728"/>
                  </a:lnTo>
                  <a:lnTo>
                    <a:pt x="8944380" y="1215881"/>
                  </a:lnTo>
                  <a:lnTo>
                    <a:pt x="8904748" y="1302158"/>
                  </a:lnTo>
                  <a:lnTo>
                    <a:pt x="8865061" y="1390064"/>
                  </a:lnTo>
                  <a:lnTo>
                    <a:pt x="8825331" y="1479067"/>
                  </a:lnTo>
                  <a:lnTo>
                    <a:pt x="8785580" y="1568603"/>
                  </a:lnTo>
                  <a:lnTo>
                    <a:pt x="8745830" y="1658094"/>
                  </a:lnTo>
                  <a:lnTo>
                    <a:pt x="8706106" y="1746964"/>
                  </a:lnTo>
                  <a:lnTo>
                    <a:pt x="8666427" y="1834654"/>
                  </a:lnTo>
                  <a:lnTo>
                    <a:pt x="8626803" y="1920634"/>
                  </a:lnTo>
                  <a:lnTo>
                    <a:pt x="8587234" y="2004421"/>
                  </a:lnTo>
                  <a:lnTo>
                    <a:pt x="8547703" y="2085584"/>
                  </a:lnTo>
                  <a:lnTo>
                    <a:pt x="8508174" y="2163756"/>
                  </a:lnTo>
                  <a:lnTo>
                    <a:pt x="8468588" y="2238637"/>
                  </a:lnTo>
                  <a:lnTo>
                    <a:pt x="8428861" y="2309998"/>
                  </a:lnTo>
                  <a:lnTo>
                    <a:pt x="8388882" y="2377681"/>
                  </a:lnTo>
                  <a:lnTo>
                    <a:pt x="8348506" y="2441592"/>
                  </a:lnTo>
                  <a:lnTo>
                    <a:pt x="8307551" y="2501706"/>
                  </a:lnTo>
                  <a:lnTo>
                    <a:pt x="8265792" y="2558053"/>
                  </a:lnTo>
                  <a:lnTo>
                    <a:pt x="8229629" y="2602848"/>
                  </a:lnTo>
                  <a:lnTo>
                    <a:pt x="8178859" y="2659604"/>
                  </a:lnTo>
                  <a:lnTo>
                    <a:pt x="8125753" y="2711539"/>
                  </a:lnTo>
                  <a:lnTo>
                    <a:pt x="8069672" y="2758817"/>
                  </a:lnTo>
                  <a:lnTo>
                    <a:pt x="8009912" y="2801754"/>
                  </a:lnTo>
                  <a:lnTo>
                    <a:pt x="7945743" y="2840737"/>
                  </a:lnTo>
                  <a:lnTo>
                    <a:pt x="7876448" y="2876165"/>
                  </a:lnTo>
                  <a:lnTo>
                    <a:pt x="7801361" y="2908417"/>
                  </a:lnTo>
                  <a:lnTo>
                    <a:pt x="7719936" y="2937831"/>
                  </a:lnTo>
                  <a:lnTo>
                    <a:pt x="7631821" y="2964690"/>
                  </a:lnTo>
                  <a:lnTo>
                    <a:pt x="7536961" y="2989214"/>
                  </a:lnTo>
                  <a:lnTo>
                    <a:pt x="7435723" y="3011561"/>
                  </a:lnTo>
                  <a:lnTo>
                    <a:pt x="7329024" y="3031823"/>
                  </a:lnTo>
                  <a:lnTo>
                    <a:pt x="7218456" y="3050037"/>
                  </a:lnTo>
                  <a:lnTo>
                    <a:pt x="7106354" y="3066189"/>
                  </a:lnTo>
                  <a:lnTo>
                    <a:pt x="6995769" y="3080240"/>
                  </a:lnTo>
                  <a:lnTo>
                    <a:pt x="6890301" y="3092150"/>
                  </a:lnTo>
                  <a:lnTo>
                    <a:pt x="6793766" y="3101905"/>
                  </a:lnTo>
                  <a:lnTo>
                    <a:pt x="6709724" y="3109553"/>
                  </a:lnTo>
                  <a:lnTo>
                    <a:pt x="6640936" y="3115219"/>
                  </a:lnTo>
                  <a:lnTo>
                    <a:pt x="6588895" y="3119116"/>
                  </a:lnTo>
                  <a:lnTo>
                    <a:pt x="6553509" y="3121534"/>
                  </a:lnTo>
                  <a:lnTo>
                    <a:pt x="6533037" y="3122814"/>
                  </a:lnTo>
                  <a:lnTo>
                    <a:pt x="6524201" y="3123321"/>
                  </a:lnTo>
                  <a:lnTo>
                    <a:pt x="6522385" y="3123417"/>
                  </a:lnTo>
                  <a:lnTo>
                    <a:pt x="5527445" y="3123417"/>
                  </a:lnTo>
                  <a:lnTo>
                    <a:pt x="5526335" y="3123383"/>
                  </a:lnTo>
                  <a:lnTo>
                    <a:pt x="5519006" y="3123139"/>
                  </a:lnTo>
                  <a:lnTo>
                    <a:pt x="5500420" y="3122464"/>
                  </a:lnTo>
                  <a:lnTo>
                    <a:pt x="5466919" y="3121134"/>
                  </a:lnTo>
                  <a:lnTo>
                    <a:pt x="5416433" y="3118934"/>
                  </a:lnTo>
                  <a:lnTo>
                    <a:pt x="5348639" y="3115683"/>
                  </a:lnTo>
                  <a:lnTo>
                    <a:pt x="5264904" y="3111244"/>
                  </a:lnTo>
                  <a:lnTo>
                    <a:pt x="5167994" y="3105532"/>
                  </a:lnTo>
                  <a:lnTo>
                    <a:pt x="5061568" y="3098515"/>
                  </a:lnTo>
                  <a:lnTo>
                    <a:pt x="4949607" y="3090200"/>
                  </a:lnTo>
                  <a:lnTo>
                    <a:pt x="4835893" y="3080610"/>
                  </a:lnTo>
                  <a:lnTo>
                    <a:pt x="4723643" y="3069770"/>
                  </a:lnTo>
                  <a:lnTo>
                    <a:pt x="4615319" y="3057688"/>
                  </a:lnTo>
                  <a:lnTo>
                    <a:pt x="4512598" y="3044343"/>
                  </a:lnTo>
                  <a:lnTo>
                    <a:pt x="4416440" y="3029679"/>
                  </a:lnTo>
                  <a:lnTo>
                    <a:pt x="4327224" y="3013598"/>
                  </a:lnTo>
                  <a:lnTo>
                    <a:pt x="4244884" y="2995963"/>
                  </a:lnTo>
                  <a:lnTo>
                    <a:pt x="4169043" y="2976600"/>
                  </a:lnTo>
                  <a:lnTo>
                    <a:pt x="4099123" y="2955299"/>
                  </a:lnTo>
                  <a:lnTo>
                    <a:pt x="4034424" y="2931825"/>
                  </a:lnTo>
                  <a:lnTo>
                    <a:pt x="3974195" y="2905934"/>
                  </a:lnTo>
                  <a:lnTo>
                    <a:pt x="3917674" y="2877390"/>
                  </a:lnTo>
                  <a:lnTo>
                    <a:pt x="3864133" y="2846006"/>
                  </a:lnTo>
                  <a:lnTo>
                    <a:pt x="3820202" y="2816840"/>
                  </a:lnTo>
                  <a:lnTo>
                    <a:pt x="3769430" y="2779184"/>
                  </a:lnTo>
                  <a:lnTo>
                    <a:pt x="3720052" y="2738411"/>
                  </a:lnTo>
                  <a:lnTo>
                    <a:pt x="3671639" y="2694460"/>
                  </a:lnTo>
                  <a:lnTo>
                    <a:pt x="3623858" y="2647337"/>
                  </a:lnTo>
                  <a:lnTo>
                    <a:pt x="3576451" y="2597123"/>
                  </a:lnTo>
                  <a:lnTo>
                    <a:pt x="3529229" y="2543978"/>
                  </a:lnTo>
                  <a:lnTo>
                    <a:pt x="3482059" y="2488148"/>
                  </a:lnTo>
                  <a:lnTo>
                    <a:pt x="3434858" y="2429961"/>
                  </a:lnTo>
                  <a:lnTo>
                    <a:pt x="3387585" y="2369823"/>
                  </a:lnTo>
                  <a:lnTo>
                    <a:pt x="3340232" y="2308207"/>
                  </a:lnTo>
                  <a:lnTo>
                    <a:pt x="3292818" y="2245643"/>
                  </a:lnTo>
                  <a:lnTo>
                    <a:pt x="3245377" y="2182694"/>
                  </a:lnTo>
                  <a:lnTo>
                    <a:pt x="3197949" y="2119937"/>
                  </a:lnTo>
                  <a:lnTo>
                    <a:pt x="3150573" y="2057945"/>
                  </a:lnTo>
                  <a:lnTo>
                    <a:pt x="3103272" y="1997258"/>
                  </a:lnTo>
                  <a:lnTo>
                    <a:pt x="3056050" y="1938372"/>
                  </a:lnTo>
                  <a:lnTo>
                    <a:pt x="3008877" y="1881716"/>
                  </a:lnTo>
                  <a:lnTo>
                    <a:pt x="2961684" y="1827645"/>
                  </a:lnTo>
                  <a:lnTo>
                    <a:pt x="2914357" y="1776433"/>
                  </a:lnTo>
                  <a:lnTo>
                    <a:pt x="2866726" y="1728267"/>
                  </a:lnTo>
                  <a:lnTo>
                    <a:pt x="2818557" y="1683254"/>
                  </a:lnTo>
                  <a:lnTo>
                    <a:pt x="2769543" y="1641426"/>
                  </a:lnTo>
                  <a:lnTo>
                    <a:pt x="2719289" y="1602741"/>
                  </a:lnTo>
                  <a:lnTo>
                    <a:pt x="2702183" y="1590532"/>
                  </a:lnTo>
                  <a:lnTo>
                    <a:pt x="2650667" y="1556646"/>
                  </a:lnTo>
                  <a:lnTo>
                    <a:pt x="2596738" y="1525682"/>
                  </a:lnTo>
                  <a:lnTo>
                    <a:pt x="2539726" y="1497535"/>
                  </a:lnTo>
                  <a:lnTo>
                    <a:pt x="2478898" y="1472008"/>
                  </a:lnTo>
                  <a:lnTo>
                    <a:pt x="2413490" y="1448864"/>
                  </a:lnTo>
                  <a:lnTo>
                    <a:pt x="2342754" y="1427857"/>
                  </a:lnTo>
                  <a:lnTo>
                    <a:pt x="2266006" y="1408756"/>
                  </a:lnTo>
                  <a:lnTo>
                    <a:pt x="2182689" y="1391356"/>
                  </a:lnTo>
                  <a:lnTo>
                    <a:pt x="2092464" y="1375488"/>
                  </a:lnTo>
                  <a:lnTo>
                    <a:pt x="1995321" y="1361019"/>
                  </a:lnTo>
                  <a:lnTo>
                    <a:pt x="1891714" y="1347860"/>
                  </a:lnTo>
                  <a:lnTo>
                    <a:pt x="1782701" y="1335958"/>
                  </a:lnTo>
                  <a:lnTo>
                    <a:pt x="1670068" y="1325298"/>
                  </a:lnTo>
                  <a:lnTo>
                    <a:pt x="1556392" y="1315890"/>
                  </a:lnTo>
                  <a:lnTo>
                    <a:pt x="1444988" y="1307761"/>
                  </a:lnTo>
                  <a:lnTo>
                    <a:pt x="1339694" y="1300934"/>
                  </a:lnTo>
                  <a:lnTo>
                    <a:pt x="1244478" y="1295409"/>
                  </a:lnTo>
                  <a:lnTo>
                    <a:pt x="1162906" y="1291148"/>
                  </a:lnTo>
                  <a:lnTo>
                    <a:pt x="1097568" y="1288059"/>
                  </a:lnTo>
                  <a:lnTo>
                    <a:pt x="1049601" y="1285997"/>
                  </a:lnTo>
                  <a:lnTo>
                    <a:pt x="1018425" y="1284776"/>
                  </a:lnTo>
                  <a:lnTo>
                    <a:pt x="1001728" y="1284177"/>
                  </a:lnTo>
                  <a:lnTo>
                    <a:pt x="995640" y="1283976"/>
                  </a:lnTo>
                  <a:lnTo>
                    <a:pt x="994940" y="1283955"/>
                  </a:lnTo>
                  <a:lnTo>
                    <a:pt x="0" y="1283955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3" name="pl192"/>
            <p:cNvSpPr/>
            <p:nvPr/>
          </p:nvSpPr>
          <p:spPr>
            <a:xfrm>
              <a:off x="1199187" y="1802613"/>
              <a:ext cx="12049831" cy="3123417"/>
            </a:xfrm>
            <a:custGeom>
              <a:avLst/>
              <a:pathLst>
                <a:path w="12049831" h="3123417">
                  <a:moveTo>
                    <a:pt x="0" y="1283955"/>
                  </a:moveTo>
                  <a:lnTo>
                    <a:pt x="994940" y="1283955"/>
                  </a:lnTo>
                  <a:lnTo>
                    <a:pt x="996050" y="1283989"/>
                  </a:lnTo>
                  <a:lnTo>
                    <a:pt x="1003379" y="1284233"/>
                  </a:lnTo>
                  <a:lnTo>
                    <a:pt x="1021965" y="1284908"/>
                  </a:lnTo>
                  <a:lnTo>
                    <a:pt x="1055466" y="1286239"/>
                  </a:lnTo>
                  <a:lnTo>
                    <a:pt x="1105952" y="1288438"/>
                  </a:lnTo>
                  <a:lnTo>
                    <a:pt x="1173746" y="1291689"/>
                  </a:lnTo>
                  <a:lnTo>
                    <a:pt x="1257481" y="1296129"/>
                  </a:lnTo>
                  <a:lnTo>
                    <a:pt x="1354391" y="1301840"/>
                  </a:lnTo>
                  <a:lnTo>
                    <a:pt x="1460817" y="1308857"/>
                  </a:lnTo>
                  <a:lnTo>
                    <a:pt x="1572778" y="1317172"/>
                  </a:lnTo>
                  <a:lnTo>
                    <a:pt x="1686492" y="1326763"/>
                  </a:lnTo>
                  <a:lnTo>
                    <a:pt x="1798742" y="1337603"/>
                  </a:lnTo>
                  <a:lnTo>
                    <a:pt x="1907066" y="1349685"/>
                  </a:lnTo>
                  <a:lnTo>
                    <a:pt x="2009787" y="1363029"/>
                  </a:lnTo>
                  <a:lnTo>
                    <a:pt x="2105945" y="1377693"/>
                  </a:lnTo>
                  <a:lnTo>
                    <a:pt x="2195161" y="1393774"/>
                  </a:lnTo>
                  <a:lnTo>
                    <a:pt x="2277501" y="1411409"/>
                  </a:lnTo>
                  <a:lnTo>
                    <a:pt x="2353342" y="1430772"/>
                  </a:lnTo>
                  <a:lnTo>
                    <a:pt x="2423262" y="1452074"/>
                  </a:lnTo>
                  <a:lnTo>
                    <a:pt x="2487961" y="1475547"/>
                  </a:lnTo>
                  <a:lnTo>
                    <a:pt x="2548190" y="1501438"/>
                  </a:lnTo>
                  <a:lnTo>
                    <a:pt x="2604711" y="1529982"/>
                  </a:lnTo>
                  <a:lnTo>
                    <a:pt x="2658252" y="1561366"/>
                  </a:lnTo>
                  <a:lnTo>
                    <a:pt x="2702183" y="1590532"/>
                  </a:lnTo>
                  <a:lnTo>
                    <a:pt x="2752955" y="1628188"/>
                  </a:lnTo>
                  <a:lnTo>
                    <a:pt x="2802333" y="1668961"/>
                  </a:lnTo>
                  <a:lnTo>
                    <a:pt x="2850746" y="1712912"/>
                  </a:lnTo>
                  <a:lnTo>
                    <a:pt x="2898527" y="1760035"/>
                  </a:lnTo>
                  <a:lnTo>
                    <a:pt x="2945934" y="1810250"/>
                  </a:lnTo>
                  <a:lnTo>
                    <a:pt x="2993156" y="1863394"/>
                  </a:lnTo>
                  <a:lnTo>
                    <a:pt x="3040326" y="1919224"/>
                  </a:lnTo>
                  <a:lnTo>
                    <a:pt x="3087527" y="1977411"/>
                  </a:lnTo>
                  <a:lnTo>
                    <a:pt x="3134800" y="2037549"/>
                  </a:lnTo>
                  <a:lnTo>
                    <a:pt x="3182153" y="2099165"/>
                  </a:lnTo>
                  <a:lnTo>
                    <a:pt x="3229567" y="2161729"/>
                  </a:lnTo>
                  <a:lnTo>
                    <a:pt x="3277008" y="2224679"/>
                  </a:lnTo>
                  <a:lnTo>
                    <a:pt x="3324436" y="2287435"/>
                  </a:lnTo>
                  <a:lnTo>
                    <a:pt x="3371812" y="2349428"/>
                  </a:lnTo>
                  <a:lnTo>
                    <a:pt x="3419113" y="2410114"/>
                  </a:lnTo>
                  <a:lnTo>
                    <a:pt x="3466335" y="2469000"/>
                  </a:lnTo>
                  <a:lnTo>
                    <a:pt x="3513508" y="2525656"/>
                  </a:lnTo>
                  <a:lnTo>
                    <a:pt x="3560701" y="2579727"/>
                  </a:lnTo>
                  <a:lnTo>
                    <a:pt x="3608028" y="2630940"/>
                  </a:lnTo>
                  <a:lnTo>
                    <a:pt x="3655659" y="2679105"/>
                  </a:lnTo>
                  <a:lnTo>
                    <a:pt x="3703828" y="2724118"/>
                  </a:lnTo>
                  <a:lnTo>
                    <a:pt x="3752842" y="2765947"/>
                  </a:lnTo>
                  <a:lnTo>
                    <a:pt x="3803096" y="2804631"/>
                  </a:lnTo>
                  <a:lnTo>
                    <a:pt x="3820202" y="2816840"/>
                  </a:lnTo>
                  <a:lnTo>
                    <a:pt x="3871718" y="2850726"/>
                  </a:lnTo>
                  <a:lnTo>
                    <a:pt x="3925647" y="2881691"/>
                  </a:lnTo>
                  <a:lnTo>
                    <a:pt x="3982659" y="2909838"/>
                  </a:lnTo>
                  <a:lnTo>
                    <a:pt x="4043487" y="2935364"/>
                  </a:lnTo>
                  <a:lnTo>
                    <a:pt x="4108895" y="2958508"/>
                  </a:lnTo>
                  <a:lnTo>
                    <a:pt x="4179631" y="2979515"/>
                  </a:lnTo>
                  <a:lnTo>
                    <a:pt x="4256379" y="2998616"/>
                  </a:lnTo>
                  <a:lnTo>
                    <a:pt x="4339696" y="3016016"/>
                  </a:lnTo>
                  <a:lnTo>
                    <a:pt x="4429921" y="3031885"/>
                  </a:lnTo>
                  <a:lnTo>
                    <a:pt x="4527064" y="3046353"/>
                  </a:lnTo>
                  <a:lnTo>
                    <a:pt x="4630671" y="3059512"/>
                  </a:lnTo>
                  <a:lnTo>
                    <a:pt x="4739684" y="3071414"/>
                  </a:lnTo>
                  <a:lnTo>
                    <a:pt x="4852317" y="3082074"/>
                  </a:lnTo>
                  <a:lnTo>
                    <a:pt x="4965993" y="3091482"/>
                  </a:lnTo>
                  <a:lnTo>
                    <a:pt x="5077397" y="3099611"/>
                  </a:lnTo>
                  <a:lnTo>
                    <a:pt x="5182691" y="3106438"/>
                  </a:lnTo>
                  <a:lnTo>
                    <a:pt x="5277907" y="3111963"/>
                  </a:lnTo>
                  <a:lnTo>
                    <a:pt x="5359479" y="3116224"/>
                  </a:lnTo>
                  <a:lnTo>
                    <a:pt x="5424817" y="3119314"/>
                  </a:lnTo>
                  <a:lnTo>
                    <a:pt x="5472784" y="3121375"/>
                  </a:lnTo>
                  <a:lnTo>
                    <a:pt x="5503960" y="3122597"/>
                  </a:lnTo>
                  <a:lnTo>
                    <a:pt x="5520657" y="3123195"/>
                  </a:lnTo>
                  <a:lnTo>
                    <a:pt x="5526745" y="3123396"/>
                  </a:lnTo>
                  <a:lnTo>
                    <a:pt x="5527445" y="3123417"/>
                  </a:lnTo>
                  <a:lnTo>
                    <a:pt x="6522385" y="3123417"/>
                  </a:lnTo>
                  <a:lnTo>
                    <a:pt x="6523450" y="3123362"/>
                  </a:lnTo>
                  <a:lnTo>
                    <a:pt x="6530483" y="3122964"/>
                  </a:lnTo>
                  <a:lnTo>
                    <a:pt x="6548337" y="3121867"/>
                  </a:lnTo>
                  <a:lnTo>
                    <a:pt x="6580568" y="3119704"/>
                  </a:lnTo>
                  <a:lnTo>
                    <a:pt x="6629239" y="3116126"/>
                  </a:lnTo>
                  <a:lnTo>
                    <a:pt x="6694770" y="3110831"/>
                  </a:lnTo>
                  <a:lnTo>
                    <a:pt x="6775966" y="3103590"/>
                  </a:lnTo>
                  <a:lnTo>
                    <a:pt x="6870284" y="3094260"/>
                  </a:lnTo>
                  <a:lnTo>
                    <a:pt x="6974279" y="3082779"/>
                  </a:lnTo>
                  <a:lnTo>
                    <a:pt x="7084147" y="3069150"/>
                  </a:lnTo>
                  <a:lnTo>
                    <a:pt x="7196211" y="3053412"/>
                  </a:lnTo>
                  <a:lnTo>
                    <a:pt x="7307294" y="3035606"/>
                  </a:lnTo>
                  <a:lnTo>
                    <a:pt x="7414911" y="3015752"/>
                  </a:lnTo>
                  <a:lnTo>
                    <a:pt x="7517328" y="2993825"/>
                  </a:lnTo>
                  <a:lnTo>
                    <a:pt x="7613500" y="2969744"/>
                  </a:lnTo>
                  <a:lnTo>
                    <a:pt x="7702963" y="2943365"/>
                  </a:lnTo>
                  <a:lnTo>
                    <a:pt x="7785697" y="2914479"/>
                  </a:lnTo>
                  <a:lnTo>
                    <a:pt x="7862005" y="2882816"/>
                  </a:lnTo>
                  <a:lnTo>
                    <a:pt x="7932402" y="2848048"/>
                  </a:lnTo>
                  <a:lnTo>
                    <a:pt x="7997533" y="2809803"/>
                  </a:lnTo>
                  <a:lnTo>
                    <a:pt x="8058110" y="2767684"/>
                  </a:lnTo>
                  <a:lnTo>
                    <a:pt x="8114866" y="2721298"/>
                  </a:lnTo>
                  <a:lnTo>
                    <a:pt x="8168510" y="2670307"/>
                  </a:lnTo>
                  <a:lnTo>
                    <a:pt x="8219697" y="2614511"/>
                  </a:lnTo>
                  <a:lnTo>
                    <a:pt x="8229629" y="2602848"/>
                  </a:lnTo>
                  <a:lnTo>
                    <a:pt x="8272280" y="2549625"/>
                  </a:lnTo>
                  <a:lnTo>
                    <a:pt x="8313899" y="2492703"/>
                  </a:lnTo>
                  <a:lnTo>
                    <a:pt x="8354752" y="2432005"/>
                  </a:lnTo>
                  <a:lnTo>
                    <a:pt x="8395056" y="2367510"/>
                  </a:lnTo>
                  <a:lnTo>
                    <a:pt x="8434987" y="2299254"/>
                  </a:lnTo>
                  <a:lnTo>
                    <a:pt x="8474685" y="2227339"/>
                  </a:lnTo>
                  <a:lnTo>
                    <a:pt x="8514258" y="2151935"/>
                  </a:lnTo>
                  <a:lnTo>
                    <a:pt x="8553785" y="2073282"/>
                  </a:lnTo>
                  <a:lnTo>
                    <a:pt x="8593320" y="1991689"/>
                  </a:lnTo>
                  <a:lnTo>
                    <a:pt x="8632897" y="1907536"/>
                  </a:lnTo>
                  <a:lnTo>
                    <a:pt x="8672529" y="1821259"/>
                  </a:lnTo>
                  <a:lnTo>
                    <a:pt x="8712216" y="1733352"/>
                  </a:lnTo>
                  <a:lnTo>
                    <a:pt x="8751945" y="1644350"/>
                  </a:lnTo>
                  <a:lnTo>
                    <a:pt x="8791697" y="1554814"/>
                  </a:lnTo>
                  <a:lnTo>
                    <a:pt x="8831446" y="1465323"/>
                  </a:lnTo>
                  <a:lnTo>
                    <a:pt x="8871170" y="1376453"/>
                  </a:lnTo>
                  <a:lnTo>
                    <a:pt x="8910850" y="1288763"/>
                  </a:lnTo>
                  <a:lnTo>
                    <a:pt x="8950473" y="1202783"/>
                  </a:lnTo>
                  <a:lnTo>
                    <a:pt x="8990042" y="1118996"/>
                  </a:lnTo>
                  <a:lnTo>
                    <a:pt x="9029573" y="1037833"/>
                  </a:lnTo>
                  <a:lnTo>
                    <a:pt x="9069103" y="959661"/>
                  </a:lnTo>
                  <a:lnTo>
                    <a:pt x="9108689" y="884780"/>
                  </a:lnTo>
                  <a:lnTo>
                    <a:pt x="9148415" y="813419"/>
                  </a:lnTo>
                  <a:lnTo>
                    <a:pt x="9188394" y="745736"/>
                  </a:lnTo>
                  <a:lnTo>
                    <a:pt x="9228770" y="681825"/>
                  </a:lnTo>
                  <a:lnTo>
                    <a:pt x="9269726" y="621711"/>
                  </a:lnTo>
                  <a:lnTo>
                    <a:pt x="9311485" y="565364"/>
                  </a:lnTo>
                  <a:lnTo>
                    <a:pt x="9347647" y="520569"/>
                  </a:lnTo>
                  <a:lnTo>
                    <a:pt x="9398417" y="463813"/>
                  </a:lnTo>
                  <a:lnTo>
                    <a:pt x="9451523" y="411878"/>
                  </a:lnTo>
                  <a:lnTo>
                    <a:pt x="9507605" y="364600"/>
                  </a:lnTo>
                  <a:lnTo>
                    <a:pt x="9567365" y="321663"/>
                  </a:lnTo>
                  <a:lnTo>
                    <a:pt x="9631533" y="282680"/>
                  </a:lnTo>
                  <a:lnTo>
                    <a:pt x="9700829" y="247252"/>
                  </a:lnTo>
                  <a:lnTo>
                    <a:pt x="9775915" y="215000"/>
                  </a:lnTo>
                  <a:lnTo>
                    <a:pt x="9857340" y="185586"/>
                  </a:lnTo>
                  <a:lnTo>
                    <a:pt x="9945455" y="158727"/>
                  </a:lnTo>
                  <a:lnTo>
                    <a:pt x="10040315" y="134203"/>
                  </a:lnTo>
                  <a:lnTo>
                    <a:pt x="10141554" y="111856"/>
                  </a:lnTo>
                  <a:lnTo>
                    <a:pt x="10248253" y="91594"/>
                  </a:lnTo>
                  <a:lnTo>
                    <a:pt x="10358820" y="73380"/>
                  </a:lnTo>
                  <a:lnTo>
                    <a:pt x="10470922" y="57228"/>
                  </a:lnTo>
                  <a:lnTo>
                    <a:pt x="10581507" y="43177"/>
                  </a:lnTo>
                  <a:lnTo>
                    <a:pt x="10686975" y="31267"/>
                  </a:lnTo>
                  <a:lnTo>
                    <a:pt x="10783510" y="21512"/>
                  </a:lnTo>
                  <a:lnTo>
                    <a:pt x="10867553" y="13864"/>
                  </a:lnTo>
                  <a:lnTo>
                    <a:pt x="10936340" y="8198"/>
                  </a:lnTo>
                  <a:lnTo>
                    <a:pt x="10988382" y="4301"/>
                  </a:lnTo>
                  <a:lnTo>
                    <a:pt x="11023767" y="1883"/>
                  </a:lnTo>
                  <a:lnTo>
                    <a:pt x="11044240" y="603"/>
                  </a:lnTo>
                  <a:lnTo>
                    <a:pt x="11053076" y="96"/>
                  </a:lnTo>
                  <a:lnTo>
                    <a:pt x="11054882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" name="pl193"/>
            <p:cNvSpPr/>
            <p:nvPr/>
          </p:nvSpPr>
          <p:spPr>
            <a:xfrm>
              <a:off x="1199187" y="1776410"/>
              <a:ext cx="12049831" cy="3123417"/>
            </a:xfrm>
            <a:custGeom>
              <a:avLst/>
              <a:pathLst>
                <a:path w="12049831" h="3123417">
                  <a:moveTo>
                    <a:pt x="12049831" y="0"/>
                  </a:moveTo>
                  <a:lnTo>
                    <a:pt x="11054891" y="0"/>
                  </a:lnTo>
                  <a:lnTo>
                    <a:pt x="11053827" y="55"/>
                  </a:lnTo>
                  <a:lnTo>
                    <a:pt x="11046794" y="453"/>
                  </a:lnTo>
                  <a:lnTo>
                    <a:pt x="11028940" y="1550"/>
                  </a:lnTo>
                  <a:lnTo>
                    <a:pt x="10996709" y="3713"/>
                  </a:lnTo>
                  <a:lnTo>
                    <a:pt x="10948038" y="7291"/>
                  </a:lnTo>
                  <a:lnTo>
                    <a:pt x="10882507" y="12586"/>
                  </a:lnTo>
                  <a:lnTo>
                    <a:pt x="10801310" y="19827"/>
                  </a:lnTo>
                  <a:lnTo>
                    <a:pt x="10706993" y="29157"/>
                  </a:lnTo>
                  <a:lnTo>
                    <a:pt x="10602997" y="40638"/>
                  </a:lnTo>
                  <a:lnTo>
                    <a:pt x="10493130" y="54267"/>
                  </a:lnTo>
                  <a:lnTo>
                    <a:pt x="10381065" y="70005"/>
                  </a:lnTo>
                  <a:lnTo>
                    <a:pt x="10269983" y="87811"/>
                  </a:lnTo>
                  <a:lnTo>
                    <a:pt x="10162365" y="107665"/>
                  </a:lnTo>
                  <a:lnTo>
                    <a:pt x="10059948" y="129592"/>
                  </a:lnTo>
                  <a:lnTo>
                    <a:pt x="9963776" y="153673"/>
                  </a:lnTo>
                  <a:lnTo>
                    <a:pt x="9874313" y="180052"/>
                  </a:lnTo>
                  <a:lnTo>
                    <a:pt x="9791579" y="208938"/>
                  </a:lnTo>
                  <a:lnTo>
                    <a:pt x="9715271" y="240601"/>
                  </a:lnTo>
                  <a:lnTo>
                    <a:pt x="9644875" y="275369"/>
                  </a:lnTo>
                  <a:lnTo>
                    <a:pt x="9579744" y="313613"/>
                  </a:lnTo>
                  <a:lnTo>
                    <a:pt x="9519166" y="355733"/>
                  </a:lnTo>
                  <a:lnTo>
                    <a:pt x="9462411" y="402119"/>
                  </a:lnTo>
                  <a:lnTo>
                    <a:pt x="9408767" y="453109"/>
                  </a:lnTo>
                  <a:lnTo>
                    <a:pt x="9357579" y="508906"/>
                  </a:lnTo>
                  <a:lnTo>
                    <a:pt x="9347647" y="520569"/>
                  </a:lnTo>
                  <a:lnTo>
                    <a:pt x="9304996" y="573792"/>
                  </a:lnTo>
                  <a:lnTo>
                    <a:pt x="9263378" y="630714"/>
                  </a:lnTo>
                  <a:lnTo>
                    <a:pt x="9222525" y="691412"/>
                  </a:lnTo>
                  <a:lnTo>
                    <a:pt x="9182221" y="755907"/>
                  </a:lnTo>
                  <a:lnTo>
                    <a:pt x="9142289" y="824163"/>
                  </a:lnTo>
                  <a:lnTo>
                    <a:pt x="9102591" y="896078"/>
                  </a:lnTo>
                  <a:lnTo>
                    <a:pt x="9063018" y="971482"/>
                  </a:lnTo>
                  <a:lnTo>
                    <a:pt x="9023492" y="1050135"/>
                  </a:lnTo>
                  <a:lnTo>
                    <a:pt x="8983957" y="1131728"/>
                  </a:lnTo>
                  <a:lnTo>
                    <a:pt x="8944380" y="1215881"/>
                  </a:lnTo>
                  <a:lnTo>
                    <a:pt x="8904748" y="1302158"/>
                  </a:lnTo>
                  <a:lnTo>
                    <a:pt x="8865061" y="1390064"/>
                  </a:lnTo>
                  <a:lnTo>
                    <a:pt x="8825331" y="1479067"/>
                  </a:lnTo>
                  <a:lnTo>
                    <a:pt x="8785580" y="1568603"/>
                  </a:lnTo>
                  <a:lnTo>
                    <a:pt x="8745830" y="1658094"/>
                  </a:lnTo>
                  <a:lnTo>
                    <a:pt x="8706106" y="1746964"/>
                  </a:lnTo>
                  <a:lnTo>
                    <a:pt x="8666427" y="1834654"/>
                  </a:lnTo>
                  <a:lnTo>
                    <a:pt x="8626803" y="1920634"/>
                  </a:lnTo>
                  <a:lnTo>
                    <a:pt x="8587234" y="2004421"/>
                  </a:lnTo>
                  <a:lnTo>
                    <a:pt x="8547703" y="2085584"/>
                  </a:lnTo>
                  <a:lnTo>
                    <a:pt x="8508174" y="2163756"/>
                  </a:lnTo>
                  <a:lnTo>
                    <a:pt x="8468588" y="2238637"/>
                  </a:lnTo>
                  <a:lnTo>
                    <a:pt x="8428861" y="2309998"/>
                  </a:lnTo>
                  <a:lnTo>
                    <a:pt x="8388882" y="2377681"/>
                  </a:lnTo>
                  <a:lnTo>
                    <a:pt x="8348506" y="2441592"/>
                  </a:lnTo>
                  <a:lnTo>
                    <a:pt x="8307551" y="2501706"/>
                  </a:lnTo>
                  <a:lnTo>
                    <a:pt x="8265792" y="2558053"/>
                  </a:lnTo>
                  <a:lnTo>
                    <a:pt x="8229629" y="2602848"/>
                  </a:lnTo>
                  <a:lnTo>
                    <a:pt x="8178859" y="2659604"/>
                  </a:lnTo>
                  <a:lnTo>
                    <a:pt x="8125753" y="2711539"/>
                  </a:lnTo>
                  <a:lnTo>
                    <a:pt x="8069672" y="2758817"/>
                  </a:lnTo>
                  <a:lnTo>
                    <a:pt x="8009912" y="2801754"/>
                  </a:lnTo>
                  <a:lnTo>
                    <a:pt x="7945743" y="2840737"/>
                  </a:lnTo>
                  <a:lnTo>
                    <a:pt x="7876448" y="2876165"/>
                  </a:lnTo>
                  <a:lnTo>
                    <a:pt x="7801361" y="2908417"/>
                  </a:lnTo>
                  <a:lnTo>
                    <a:pt x="7719936" y="2937831"/>
                  </a:lnTo>
                  <a:lnTo>
                    <a:pt x="7631821" y="2964690"/>
                  </a:lnTo>
                  <a:lnTo>
                    <a:pt x="7536961" y="2989214"/>
                  </a:lnTo>
                  <a:lnTo>
                    <a:pt x="7435723" y="3011561"/>
                  </a:lnTo>
                  <a:lnTo>
                    <a:pt x="7329024" y="3031823"/>
                  </a:lnTo>
                  <a:lnTo>
                    <a:pt x="7218456" y="3050037"/>
                  </a:lnTo>
                  <a:lnTo>
                    <a:pt x="7106354" y="3066189"/>
                  </a:lnTo>
                  <a:lnTo>
                    <a:pt x="6995769" y="3080240"/>
                  </a:lnTo>
                  <a:lnTo>
                    <a:pt x="6890301" y="3092150"/>
                  </a:lnTo>
                  <a:lnTo>
                    <a:pt x="6793766" y="3101905"/>
                  </a:lnTo>
                  <a:lnTo>
                    <a:pt x="6709724" y="3109553"/>
                  </a:lnTo>
                  <a:lnTo>
                    <a:pt x="6640936" y="3115219"/>
                  </a:lnTo>
                  <a:lnTo>
                    <a:pt x="6588895" y="3119116"/>
                  </a:lnTo>
                  <a:lnTo>
                    <a:pt x="6553509" y="3121534"/>
                  </a:lnTo>
                  <a:lnTo>
                    <a:pt x="6533037" y="3122814"/>
                  </a:lnTo>
                  <a:lnTo>
                    <a:pt x="6524201" y="3123321"/>
                  </a:lnTo>
                  <a:lnTo>
                    <a:pt x="6522394" y="3123417"/>
                  </a:lnTo>
                  <a:lnTo>
                    <a:pt x="6522385" y="3123417"/>
                  </a:lnTo>
                  <a:lnTo>
                    <a:pt x="5527445" y="3123417"/>
                  </a:lnTo>
                  <a:lnTo>
                    <a:pt x="5526335" y="3123383"/>
                  </a:lnTo>
                  <a:lnTo>
                    <a:pt x="5519006" y="3123139"/>
                  </a:lnTo>
                  <a:lnTo>
                    <a:pt x="5500420" y="3122464"/>
                  </a:lnTo>
                  <a:lnTo>
                    <a:pt x="5466919" y="3121134"/>
                  </a:lnTo>
                  <a:lnTo>
                    <a:pt x="5416433" y="3118934"/>
                  </a:lnTo>
                  <a:lnTo>
                    <a:pt x="5348639" y="3115683"/>
                  </a:lnTo>
                  <a:lnTo>
                    <a:pt x="5264904" y="3111244"/>
                  </a:lnTo>
                  <a:lnTo>
                    <a:pt x="5167994" y="3105532"/>
                  </a:lnTo>
                  <a:lnTo>
                    <a:pt x="5061568" y="3098515"/>
                  </a:lnTo>
                  <a:lnTo>
                    <a:pt x="4949607" y="3090200"/>
                  </a:lnTo>
                  <a:lnTo>
                    <a:pt x="4835893" y="3080610"/>
                  </a:lnTo>
                  <a:lnTo>
                    <a:pt x="4723643" y="3069770"/>
                  </a:lnTo>
                  <a:lnTo>
                    <a:pt x="4615319" y="3057688"/>
                  </a:lnTo>
                  <a:lnTo>
                    <a:pt x="4512598" y="3044343"/>
                  </a:lnTo>
                  <a:lnTo>
                    <a:pt x="4416440" y="3029679"/>
                  </a:lnTo>
                  <a:lnTo>
                    <a:pt x="4327224" y="3013598"/>
                  </a:lnTo>
                  <a:lnTo>
                    <a:pt x="4244884" y="2995963"/>
                  </a:lnTo>
                  <a:lnTo>
                    <a:pt x="4169043" y="2976600"/>
                  </a:lnTo>
                  <a:lnTo>
                    <a:pt x="4099123" y="2955299"/>
                  </a:lnTo>
                  <a:lnTo>
                    <a:pt x="4034424" y="2931825"/>
                  </a:lnTo>
                  <a:lnTo>
                    <a:pt x="3974195" y="2905934"/>
                  </a:lnTo>
                  <a:lnTo>
                    <a:pt x="3917674" y="2877390"/>
                  </a:lnTo>
                  <a:lnTo>
                    <a:pt x="3864133" y="2846006"/>
                  </a:lnTo>
                  <a:lnTo>
                    <a:pt x="3820202" y="2816840"/>
                  </a:lnTo>
                  <a:lnTo>
                    <a:pt x="3769430" y="2779184"/>
                  </a:lnTo>
                  <a:lnTo>
                    <a:pt x="3720052" y="2738411"/>
                  </a:lnTo>
                  <a:lnTo>
                    <a:pt x="3671639" y="2694460"/>
                  </a:lnTo>
                  <a:lnTo>
                    <a:pt x="3623858" y="2647337"/>
                  </a:lnTo>
                  <a:lnTo>
                    <a:pt x="3576451" y="2597123"/>
                  </a:lnTo>
                  <a:lnTo>
                    <a:pt x="3529229" y="2543978"/>
                  </a:lnTo>
                  <a:lnTo>
                    <a:pt x="3482059" y="2488148"/>
                  </a:lnTo>
                  <a:lnTo>
                    <a:pt x="3434858" y="2429961"/>
                  </a:lnTo>
                  <a:lnTo>
                    <a:pt x="3387585" y="2369823"/>
                  </a:lnTo>
                  <a:lnTo>
                    <a:pt x="3340232" y="2308207"/>
                  </a:lnTo>
                  <a:lnTo>
                    <a:pt x="3292818" y="2245643"/>
                  </a:lnTo>
                  <a:lnTo>
                    <a:pt x="3245377" y="2182694"/>
                  </a:lnTo>
                  <a:lnTo>
                    <a:pt x="3197949" y="2119937"/>
                  </a:lnTo>
                  <a:lnTo>
                    <a:pt x="3150573" y="2057945"/>
                  </a:lnTo>
                  <a:lnTo>
                    <a:pt x="3103272" y="1997258"/>
                  </a:lnTo>
                  <a:lnTo>
                    <a:pt x="3056050" y="1938372"/>
                  </a:lnTo>
                  <a:lnTo>
                    <a:pt x="3008877" y="1881716"/>
                  </a:lnTo>
                  <a:lnTo>
                    <a:pt x="2961684" y="1827645"/>
                  </a:lnTo>
                  <a:lnTo>
                    <a:pt x="2914357" y="1776433"/>
                  </a:lnTo>
                  <a:lnTo>
                    <a:pt x="2866726" y="1728267"/>
                  </a:lnTo>
                  <a:lnTo>
                    <a:pt x="2818557" y="1683254"/>
                  </a:lnTo>
                  <a:lnTo>
                    <a:pt x="2769543" y="1641426"/>
                  </a:lnTo>
                  <a:lnTo>
                    <a:pt x="2719289" y="1602741"/>
                  </a:lnTo>
                  <a:lnTo>
                    <a:pt x="2702183" y="1590532"/>
                  </a:lnTo>
                  <a:lnTo>
                    <a:pt x="2650667" y="1556646"/>
                  </a:lnTo>
                  <a:lnTo>
                    <a:pt x="2596738" y="1525682"/>
                  </a:lnTo>
                  <a:lnTo>
                    <a:pt x="2539726" y="1497535"/>
                  </a:lnTo>
                  <a:lnTo>
                    <a:pt x="2478898" y="1472008"/>
                  </a:lnTo>
                  <a:lnTo>
                    <a:pt x="2413490" y="1448864"/>
                  </a:lnTo>
                  <a:lnTo>
                    <a:pt x="2342754" y="1427857"/>
                  </a:lnTo>
                  <a:lnTo>
                    <a:pt x="2266006" y="1408756"/>
                  </a:lnTo>
                  <a:lnTo>
                    <a:pt x="2182689" y="1391356"/>
                  </a:lnTo>
                  <a:lnTo>
                    <a:pt x="2092464" y="1375488"/>
                  </a:lnTo>
                  <a:lnTo>
                    <a:pt x="1995321" y="1361019"/>
                  </a:lnTo>
                  <a:lnTo>
                    <a:pt x="1891714" y="1347860"/>
                  </a:lnTo>
                  <a:lnTo>
                    <a:pt x="1782701" y="1335958"/>
                  </a:lnTo>
                  <a:lnTo>
                    <a:pt x="1670068" y="1325298"/>
                  </a:lnTo>
                  <a:lnTo>
                    <a:pt x="1556392" y="1315890"/>
                  </a:lnTo>
                  <a:lnTo>
                    <a:pt x="1444988" y="1307761"/>
                  </a:lnTo>
                  <a:lnTo>
                    <a:pt x="1339694" y="1300934"/>
                  </a:lnTo>
                  <a:lnTo>
                    <a:pt x="1244478" y="1295409"/>
                  </a:lnTo>
                  <a:lnTo>
                    <a:pt x="1162906" y="1291148"/>
                  </a:lnTo>
                  <a:lnTo>
                    <a:pt x="1097568" y="1288059"/>
                  </a:lnTo>
                  <a:lnTo>
                    <a:pt x="1049601" y="1285997"/>
                  </a:lnTo>
                  <a:lnTo>
                    <a:pt x="1018425" y="1284776"/>
                  </a:lnTo>
                  <a:lnTo>
                    <a:pt x="1001728" y="1284177"/>
                  </a:lnTo>
                  <a:lnTo>
                    <a:pt x="995640" y="1283976"/>
                  </a:lnTo>
                  <a:lnTo>
                    <a:pt x="994940" y="1283955"/>
                  </a:lnTo>
                  <a:lnTo>
                    <a:pt x="0" y="1283955"/>
                  </a:lnTo>
                  <a:lnTo>
                    <a:pt x="0" y="12839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" name="pg194"/>
            <p:cNvSpPr/>
            <p:nvPr/>
          </p:nvSpPr>
          <p:spPr>
            <a:xfrm>
              <a:off x="1199187" y="2022720"/>
              <a:ext cx="12049831" cy="2945236"/>
            </a:xfrm>
            <a:custGeom>
              <a:avLst/>
              <a:pathLst>
                <a:path w="12049831" h="2945236">
                  <a:moveTo>
                    <a:pt x="0" y="1069089"/>
                  </a:moveTo>
                  <a:lnTo>
                    <a:pt x="994940" y="1069089"/>
                  </a:lnTo>
                  <a:lnTo>
                    <a:pt x="996049" y="1069124"/>
                  </a:lnTo>
                  <a:lnTo>
                    <a:pt x="1003372" y="1069373"/>
                  </a:lnTo>
                  <a:lnTo>
                    <a:pt x="1021941" y="1070061"/>
                  </a:lnTo>
                  <a:lnTo>
                    <a:pt x="1055414" y="1071416"/>
                  </a:lnTo>
                  <a:lnTo>
                    <a:pt x="1105859" y="1073657"/>
                  </a:lnTo>
                  <a:lnTo>
                    <a:pt x="1173603" y="1076970"/>
                  </a:lnTo>
                  <a:lnTo>
                    <a:pt x="1257281" y="1081494"/>
                  </a:lnTo>
                  <a:lnTo>
                    <a:pt x="1354134" y="1087315"/>
                  </a:lnTo>
                  <a:lnTo>
                    <a:pt x="1460506" y="1094465"/>
                  </a:lnTo>
                  <a:lnTo>
                    <a:pt x="1572421" y="1102940"/>
                  </a:lnTo>
                  <a:lnTo>
                    <a:pt x="1686099" y="1112714"/>
                  </a:lnTo>
                  <a:lnTo>
                    <a:pt x="1798324" y="1123763"/>
                  </a:lnTo>
                  <a:lnTo>
                    <a:pt x="1906633" y="1136077"/>
                  </a:lnTo>
                  <a:lnTo>
                    <a:pt x="2009349" y="1149677"/>
                  </a:lnTo>
                  <a:lnTo>
                    <a:pt x="2105508" y="1164623"/>
                  </a:lnTo>
                  <a:lnTo>
                    <a:pt x="2194730" y="1181012"/>
                  </a:lnTo>
                  <a:lnTo>
                    <a:pt x="2277079" y="1198984"/>
                  </a:lnTo>
                  <a:lnTo>
                    <a:pt x="2352930" y="1218717"/>
                  </a:lnTo>
                  <a:lnTo>
                    <a:pt x="2422861" y="1240424"/>
                  </a:lnTo>
                  <a:lnTo>
                    <a:pt x="2487569" y="1264344"/>
                  </a:lnTo>
                  <a:lnTo>
                    <a:pt x="2547806" y="1290726"/>
                  </a:lnTo>
                  <a:lnTo>
                    <a:pt x="2604331" y="1319811"/>
                  </a:lnTo>
                  <a:lnTo>
                    <a:pt x="2657874" y="1351790"/>
                  </a:lnTo>
                  <a:lnTo>
                    <a:pt x="2702183" y="1381780"/>
                  </a:lnTo>
                  <a:lnTo>
                    <a:pt x="2752684" y="1419970"/>
                  </a:lnTo>
                  <a:lnTo>
                    <a:pt x="2801804" y="1461305"/>
                  </a:lnTo>
                  <a:lnTo>
                    <a:pt x="2849964" y="1505846"/>
                  </a:lnTo>
                  <a:lnTo>
                    <a:pt x="2897495" y="1553587"/>
                  </a:lnTo>
                  <a:lnTo>
                    <a:pt x="2944651" y="1604450"/>
                  </a:lnTo>
                  <a:lnTo>
                    <a:pt x="2991620" y="1658275"/>
                  </a:lnTo>
                  <a:lnTo>
                    <a:pt x="3038534" y="1714818"/>
                  </a:lnTo>
                  <a:lnTo>
                    <a:pt x="3085477" y="1773754"/>
                  </a:lnTo>
                  <a:lnTo>
                    <a:pt x="3132490" y="1834678"/>
                  </a:lnTo>
                  <a:lnTo>
                    <a:pt x="3179582" y="1897117"/>
                  </a:lnTo>
                  <a:lnTo>
                    <a:pt x="3226736" y="1960544"/>
                  </a:lnTo>
                  <a:lnTo>
                    <a:pt x="3273920" y="2024393"/>
                  </a:lnTo>
                  <a:lnTo>
                    <a:pt x="3321092" y="2088086"/>
                  </a:lnTo>
                  <a:lnTo>
                    <a:pt x="3368216" y="2151048"/>
                  </a:lnTo>
                  <a:lnTo>
                    <a:pt x="3415266" y="2212732"/>
                  </a:lnTo>
                  <a:lnTo>
                    <a:pt x="3462238" y="2272638"/>
                  </a:lnTo>
                  <a:lnTo>
                    <a:pt x="3509158" y="2330329"/>
                  </a:lnTo>
                  <a:lnTo>
                    <a:pt x="3556089" y="2385441"/>
                  </a:lnTo>
                  <a:lnTo>
                    <a:pt x="3603139" y="2437693"/>
                  </a:lnTo>
                  <a:lnTo>
                    <a:pt x="3650470" y="2486887"/>
                  </a:lnTo>
                  <a:lnTo>
                    <a:pt x="3698304" y="2532906"/>
                  </a:lnTo>
                  <a:lnTo>
                    <a:pt x="3746936" y="2575714"/>
                  </a:lnTo>
                  <a:lnTo>
                    <a:pt x="3796741" y="2615341"/>
                  </a:lnTo>
                  <a:lnTo>
                    <a:pt x="3820202" y="2632545"/>
                  </a:lnTo>
                  <a:lnTo>
                    <a:pt x="3871702" y="2667096"/>
                  </a:lnTo>
                  <a:lnTo>
                    <a:pt x="3925613" y="2698669"/>
                  </a:lnTo>
                  <a:lnTo>
                    <a:pt x="3982603" y="2727371"/>
                  </a:lnTo>
                  <a:lnTo>
                    <a:pt x="4043408" y="2753401"/>
                  </a:lnTo>
                  <a:lnTo>
                    <a:pt x="4108788" y="2777002"/>
                  </a:lnTo>
                  <a:lnTo>
                    <a:pt x="4179492" y="2798425"/>
                  </a:lnTo>
                  <a:lnTo>
                    <a:pt x="4256203" y="2817905"/>
                  </a:lnTo>
                  <a:lnTo>
                    <a:pt x="4339478" y="2835650"/>
                  </a:lnTo>
                  <a:lnTo>
                    <a:pt x="4429656" y="2851834"/>
                  </a:lnTo>
                  <a:lnTo>
                    <a:pt x="4526748" y="2866590"/>
                  </a:lnTo>
                  <a:lnTo>
                    <a:pt x="4630302" y="2880012"/>
                  </a:lnTo>
                  <a:lnTo>
                    <a:pt x="4739265" y="2892152"/>
                  </a:lnTo>
                  <a:lnTo>
                    <a:pt x="4851853" y="2903026"/>
                  </a:lnTo>
                  <a:lnTo>
                    <a:pt x="4965495" y="2912624"/>
                  </a:lnTo>
                  <a:lnTo>
                    <a:pt x="5076883" y="2920919"/>
                  </a:lnTo>
                  <a:lnTo>
                    <a:pt x="5182183" y="2927886"/>
                  </a:lnTo>
                  <a:lnTo>
                    <a:pt x="5277432" y="2933526"/>
                  </a:lnTo>
                  <a:lnTo>
                    <a:pt x="5359061" y="2937878"/>
                  </a:lnTo>
                  <a:lnTo>
                    <a:pt x="5424478" y="2941035"/>
                  </a:lnTo>
                  <a:lnTo>
                    <a:pt x="5472537" y="2943142"/>
                  </a:lnTo>
                  <a:lnTo>
                    <a:pt x="5503805" y="2944393"/>
                  </a:lnTo>
                  <a:lnTo>
                    <a:pt x="5520583" y="2945007"/>
                  </a:lnTo>
                  <a:lnTo>
                    <a:pt x="5526728" y="2945213"/>
                  </a:lnTo>
                  <a:lnTo>
                    <a:pt x="5527445" y="2945236"/>
                  </a:lnTo>
                  <a:lnTo>
                    <a:pt x="6522385" y="2945236"/>
                  </a:lnTo>
                  <a:lnTo>
                    <a:pt x="6523458" y="2945183"/>
                  </a:lnTo>
                  <a:lnTo>
                    <a:pt x="6530540" y="2944806"/>
                  </a:lnTo>
                  <a:lnTo>
                    <a:pt x="6548517" y="2943766"/>
                  </a:lnTo>
                  <a:lnTo>
                    <a:pt x="6580961" y="2941714"/>
                  </a:lnTo>
                  <a:lnTo>
                    <a:pt x="6629937" y="2938322"/>
                  </a:lnTo>
                  <a:lnTo>
                    <a:pt x="6695850" y="2933302"/>
                  </a:lnTo>
                  <a:lnTo>
                    <a:pt x="6777475" y="2926440"/>
                  </a:lnTo>
                  <a:lnTo>
                    <a:pt x="6872233" y="2917599"/>
                  </a:lnTo>
                  <a:lnTo>
                    <a:pt x="6976642" y="2906724"/>
                  </a:lnTo>
                  <a:lnTo>
                    <a:pt x="7086868" y="2893818"/>
                  </a:lnTo>
                  <a:lnTo>
                    <a:pt x="7199217" y="2878917"/>
                  </a:lnTo>
                  <a:lnTo>
                    <a:pt x="7310503" y="2862062"/>
                  </a:lnTo>
                  <a:lnTo>
                    <a:pt x="7418246" y="2843269"/>
                  </a:lnTo>
                  <a:lnTo>
                    <a:pt x="7520719" y="2822513"/>
                  </a:lnTo>
                  <a:lnTo>
                    <a:pt x="7616893" y="2799717"/>
                  </a:lnTo>
                  <a:lnTo>
                    <a:pt x="7706317" y="2774741"/>
                  </a:lnTo>
                  <a:lnTo>
                    <a:pt x="7788986" y="2747386"/>
                  </a:lnTo>
                  <a:lnTo>
                    <a:pt x="7865216" y="2717391"/>
                  </a:lnTo>
                  <a:lnTo>
                    <a:pt x="7935531" y="2684444"/>
                  </a:lnTo>
                  <a:lnTo>
                    <a:pt x="8000588" y="2648192"/>
                  </a:lnTo>
                  <a:lnTo>
                    <a:pt x="8061104" y="2608257"/>
                  </a:lnTo>
                  <a:lnTo>
                    <a:pt x="8117817" y="2564267"/>
                  </a:lnTo>
                  <a:lnTo>
                    <a:pt x="8171441" y="2515909"/>
                  </a:lnTo>
                  <a:lnTo>
                    <a:pt x="8222630" y="2463000"/>
                  </a:lnTo>
                  <a:lnTo>
                    <a:pt x="8229629" y="2455237"/>
                  </a:lnTo>
                  <a:lnTo>
                    <a:pt x="8273266" y="2403924"/>
                  </a:lnTo>
                  <a:lnTo>
                    <a:pt x="8315829" y="2348962"/>
                  </a:lnTo>
                  <a:lnTo>
                    <a:pt x="8357601" y="2290276"/>
                  </a:lnTo>
                  <a:lnTo>
                    <a:pt x="8398812" y="2227846"/>
                  </a:lnTo>
                  <a:lnTo>
                    <a:pt x="8439648" y="2161716"/>
                  </a:lnTo>
                  <a:lnTo>
                    <a:pt x="8480255" y="2091994"/>
                  </a:lnTo>
                  <a:lnTo>
                    <a:pt x="8520743" y="2018862"/>
                  </a:lnTo>
                  <a:lnTo>
                    <a:pt x="8561194" y="1942572"/>
                  </a:lnTo>
                  <a:lnTo>
                    <a:pt x="8601663" y="1863450"/>
                  </a:lnTo>
                  <a:lnTo>
                    <a:pt x="8642179" y="1781889"/>
                  </a:lnTo>
                  <a:lnTo>
                    <a:pt x="8682754" y="1698345"/>
                  </a:lnTo>
                  <a:lnTo>
                    <a:pt x="8723385" y="1613326"/>
                  </a:lnTo>
                  <a:lnTo>
                    <a:pt x="8764054" y="1527380"/>
                  </a:lnTo>
                  <a:lnTo>
                    <a:pt x="8804739" y="1441082"/>
                  </a:lnTo>
                  <a:lnTo>
                    <a:pt x="8845414" y="1355015"/>
                  </a:lnTo>
                  <a:lnTo>
                    <a:pt x="8886054" y="1269756"/>
                  </a:lnTo>
                  <a:lnTo>
                    <a:pt x="8926642" y="1185861"/>
                  </a:lnTo>
                  <a:lnTo>
                    <a:pt x="8967170" y="1103847"/>
                  </a:lnTo>
                  <a:lnTo>
                    <a:pt x="9007646" y="1024182"/>
                  </a:lnTo>
                  <a:lnTo>
                    <a:pt x="9048097" y="947272"/>
                  </a:lnTo>
                  <a:lnTo>
                    <a:pt x="9088572" y="873458"/>
                  </a:lnTo>
                  <a:lnTo>
                    <a:pt x="9129146" y="803008"/>
                  </a:lnTo>
                  <a:lnTo>
                    <a:pt x="9169923" y="736117"/>
                  </a:lnTo>
                  <a:lnTo>
                    <a:pt x="9211043" y="672910"/>
                  </a:lnTo>
                  <a:lnTo>
                    <a:pt x="9252680" y="613443"/>
                  </a:lnTo>
                  <a:lnTo>
                    <a:pt x="9295057" y="557709"/>
                  </a:lnTo>
                  <a:lnTo>
                    <a:pt x="9338443" y="505644"/>
                  </a:lnTo>
                  <a:lnTo>
                    <a:pt x="9347647" y="495239"/>
                  </a:lnTo>
                  <a:lnTo>
                    <a:pt x="9398544" y="441692"/>
                  </a:lnTo>
                  <a:lnTo>
                    <a:pt x="9451789" y="392703"/>
                  </a:lnTo>
                  <a:lnTo>
                    <a:pt x="9508028" y="348120"/>
                  </a:lnTo>
                  <a:lnTo>
                    <a:pt x="9567969" y="307639"/>
                  </a:lnTo>
                  <a:lnTo>
                    <a:pt x="9632346" y="270895"/>
                  </a:lnTo>
                  <a:lnTo>
                    <a:pt x="9701885" y="237508"/>
                  </a:lnTo>
                  <a:lnTo>
                    <a:pt x="9777251" y="207120"/>
                  </a:lnTo>
                  <a:lnTo>
                    <a:pt x="9858995" y="179412"/>
                  </a:lnTo>
                  <a:lnTo>
                    <a:pt x="9947466" y="154117"/>
                  </a:lnTo>
                  <a:lnTo>
                    <a:pt x="10042711" y="131026"/>
                  </a:lnTo>
                  <a:lnTo>
                    <a:pt x="10144351" y="109991"/>
                  </a:lnTo>
                  <a:lnTo>
                    <a:pt x="10251444" y="90926"/>
                  </a:lnTo>
                  <a:lnTo>
                    <a:pt x="10362366" y="73800"/>
                  </a:lnTo>
                  <a:lnTo>
                    <a:pt x="10474743" y="58623"/>
                  </a:lnTo>
                  <a:lnTo>
                    <a:pt x="10585480" y="45436"/>
                  </a:lnTo>
                  <a:lnTo>
                    <a:pt x="10690935" y="34275"/>
                  </a:lnTo>
                  <a:lnTo>
                    <a:pt x="10787266" y="25152"/>
                  </a:lnTo>
                  <a:lnTo>
                    <a:pt x="10870909" y="18019"/>
                  </a:lnTo>
                  <a:lnTo>
                    <a:pt x="10939128" y="12753"/>
                  </a:lnTo>
                  <a:lnTo>
                    <a:pt x="10990487" y="9148"/>
                  </a:lnTo>
                  <a:lnTo>
                    <a:pt x="11025156" y="6929"/>
                  </a:lnTo>
                  <a:lnTo>
                    <a:pt x="11044974" y="5767"/>
                  </a:lnTo>
                  <a:lnTo>
                    <a:pt x="11053315" y="531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9" y="52"/>
                  </a:lnTo>
                  <a:lnTo>
                    <a:pt x="11046736" y="429"/>
                  </a:lnTo>
                  <a:lnTo>
                    <a:pt x="11028760" y="1470"/>
                  </a:lnTo>
                  <a:lnTo>
                    <a:pt x="10996315" y="3521"/>
                  </a:lnTo>
                  <a:lnTo>
                    <a:pt x="10947339" y="6913"/>
                  </a:lnTo>
                  <a:lnTo>
                    <a:pt x="10881427" y="11933"/>
                  </a:lnTo>
                  <a:lnTo>
                    <a:pt x="10799801" y="18796"/>
                  </a:lnTo>
                  <a:lnTo>
                    <a:pt x="10705044" y="27636"/>
                  </a:lnTo>
                  <a:lnTo>
                    <a:pt x="10600634" y="38512"/>
                  </a:lnTo>
                  <a:lnTo>
                    <a:pt x="10490408" y="51418"/>
                  </a:lnTo>
                  <a:lnTo>
                    <a:pt x="10378059" y="66318"/>
                  </a:lnTo>
                  <a:lnTo>
                    <a:pt x="10266773" y="83174"/>
                  </a:lnTo>
                  <a:lnTo>
                    <a:pt x="10159031" y="101967"/>
                  </a:lnTo>
                  <a:lnTo>
                    <a:pt x="10056557" y="122722"/>
                  </a:lnTo>
                  <a:lnTo>
                    <a:pt x="9960383" y="145518"/>
                  </a:lnTo>
                  <a:lnTo>
                    <a:pt x="9870959" y="170494"/>
                  </a:lnTo>
                  <a:lnTo>
                    <a:pt x="9788290" y="197850"/>
                  </a:lnTo>
                  <a:lnTo>
                    <a:pt x="9712061" y="227845"/>
                  </a:lnTo>
                  <a:lnTo>
                    <a:pt x="9641745" y="260791"/>
                  </a:lnTo>
                  <a:lnTo>
                    <a:pt x="9576689" y="297043"/>
                  </a:lnTo>
                  <a:lnTo>
                    <a:pt x="9516172" y="336978"/>
                  </a:lnTo>
                  <a:lnTo>
                    <a:pt x="9459459" y="380968"/>
                  </a:lnTo>
                  <a:lnTo>
                    <a:pt x="9405836" y="429326"/>
                  </a:lnTo>
                  <a:lnTo>
                    <a:pt x="9354646" y="482236"/>
                  </a:lnTo>
                  <a:lnTo>
                    <a:pt x="9347647" y="489999"/>
                  </a:lnTo>
                  <a:lnTo>
                    <a:pt x="9304011" y="541311"/>
                  </a:lnTo>
                  <a:lnTo>
                    <a:pt x="9261448" y="596273"/>
                  </a:lnTo>
                  <a:lnTo>
                    <a:pt x="9219676" y="654960"/>
                  </a:lnTo>
                  <a:lnTo>
                    <a:pt x="9178464" y="717389"/>
                  </a:lnTo>
                  <a:lnTo>
                    <a:pt x="9137628" y="783520"/>
                  </a:lnTo>
                  <a:lnTo>
                    <a:pt x="9097022" y="853241"/>
                  </a:lnTo>
                  <a:lnTo>
                    <a:pt x="9056533" y="926373"/>
                  </a:lnTo>
                  <a:lnTo>
                    <a:pt x="9016082" y="1002663"/>
                  </a:lnTo>
                  <a:lnTo>
                    <a:pt x="8975614" y="1081786"/>
                  </a:lnTo>
                  <a:lnTo>
                    <a:pt x="8935098" y="1163347"/>
                  </a:lnTo>
                  <a:lnTo>
                    <a:pt x="8894522" y="1246891"/>
                  </a:lnTo>
                  <a:lnTo>
                    <a:pt x="8853892" y="1331910"/>
                  </a:lnTo>
                  <a:lnTo>
                    <a:pt x="8813223" y="1417855"/>
                  </a:lnTo>
                  <a:lnTo>
                    <a:pt x="8772538" y="1504153"/>
                  </a:lnTo>
                  <a:lnTo>
                    <a:pt x="8731863" y="1590221"/>
                  </a:lnTo>
                  <a:lnTo>
                    <a:pt x="8691223" y="1675479"/>
                  </a:lnTo>
                  <a:lnTo>
                    <a:pt x="8650635" y="1759374"/>
                  </a:lnTo>
                  <a:lnTo>
                    <a:pt x="8610107" y="1841388"/>
                  </a:lnTo>
                  <a:lnTo>
                    <a:pt x="8569631" y="1921054"/>
                  </a:lnTo>
                  <a:lnTo>
                    <a:pt x="8529179" y="1997963"/>
                  </a:lnTo>
                  <a:lnTo>
                    <a:pt x="8488705" y="2071777"/>
                  </a:lnTo>
                  <a:lnTo>
                    <a:pt x="8448131" y="2142228"/>
                  </a:lnTo>
                  <a:lnTo>
                    <a:pt x="8407353" y="2209118"/>
                  </a:lnTo>
                  <a:lnTo>
                    <a:pt x="8366234" y="2272325"/>
                  </a:lnTo>
                  <a:lnTo>
                    <a:pt x="8324596" y="2331792"/>
                  </a:lnTo>
                  <a:lnTo>
                    <a:pt x="8282220" y="2387527"/>
                  </a:lnTo>
                  <a:lnTo>
                    <a:pt x="8238834" y="2439592"/>
                  </a:lnTo>
                  <a:lnTo>
                    <a:pt x="8229629" y="2449996"/>
                  </a:lnTo>
                  <a:lnTo>
                    <a:pt x="8178733" y="2503544"/>
                  </a:lnTo>
                  <a:lnTo>
                    <a:pt x="8125487" y="2552532"/>
                  </a:lnTo>
                  <a:lnTo>
                    <a:pt x="8069248" y="2597116"/>
                  </a:lnTo>
                  <a:lnTo>
                    <a:pt x="8009308" y="2637597"/>
                  </a:lnTo>
                  <a:lnTo>
                    <a:pt x="7944930" y="2674341"/>
                  </a:lnTo>
                  <a:lnTo>
                    <a:pt x="7875392" y="2707727"/>
                  </a:lnTo>
                  <a:lnTo>
                    <a:pt x="7800025" y="2738115"/>
                  </a:lnTo>
                  <a:lnTo>
                    <a:pt x="7718282" y="2765823"/>
                  </a:lnTo>
                  <a:lnTo>
                    <a:pt x="7629811" y="2791118"/>
                  </a:lnTo>
                  <a:lnTo>
                    <a:pt x="7534565" y="2814210"/>
                  </a:lnTo>
                  <a:lnTo>
                    <a:pt x="7432925" y="2835244"/>
                  </a:lnTo>
                  <a:lnTo>
                    <a:pt x="7325833" y="2854309"/>
                  </a:lnTo>
                  <a:lnTo>
                    <a:pt x="7214911" y="2871436"/>
                  </a:lnTo>
                  <a:lnTo>
                    <a:pt x="7102534" y="2886612"/>
                  </a:lnTo>
                  <a:lnTo>
                    <a:pt x="6991797" y="2899800"/>
                  </a:lnTo>
                  <a:lnTo>
                    <a:pt x="6886341" y="2910960"/>
                  </a:lnTo>
                  <a:lnTo>
                    <a:pt x="6790011" y="2920084"/>
                  </a:lnTo>
                  <a:lnTo>
                    <a:pt x="6706367" y="2927217"/>
                  </a:lnTo>
                  <a:lnTo>
                    <a:pt x="6638149" y="2932483"/>
                  </a:lnTo>
                  <a:lnTo>
                    <a:pt x="6586790" y="2936087"/>
                  </a:lnTo>
                  <a:lnTo>
                    <a:pt x="6552120" y="2938307"/>
                  </a:lnTo>
                  <a:lnTo>
                    <a:pt x="6532303" y="2939468"/>
                  </a:lnTo>
                  <a:lnTo>
                    <a:pt x="6523962" y="2939917"/>
                  </a:lnTo>
                  <a:lnTo>
                    <a:pt x="6522385" y="2939995"/>
                  </a:lnTo>
                  <a:lnTo>
                    <a:pt x="5527445" y="2939995"/>
                  </a:lnTo>
                  <a:lnTo>
                    <a:pt x="5526336" y="2939960"/>
                  </a:lnTo>
                  <a:lnTo>
                    <a:pt x="5519013" y="2939711"/>
                  </a:lnTo>
                  <a:lnTo>
                    <a:pt x="5500444" y="2939024"/>
                  </a:lnTo>
                  <a:lnTo>
                    <a:pt x="5466971" y="2937668"/>
                  </a:lnTo>
                  <a:lnTo>
                    <a:pt x="5416526" y="2935427"/>
                  </a:lnTo>
                  <a:lnTo>
                    <a:pt x="5348782" y="2932114"/>
                  </a:lnTo>
                  <a:lnTo>
                    <a:pt x="5265104" y="2927590"/>
                  </a:lnTo>
                  <a:lnTo>
                    <a:pt x="5168251" y="2921769"/>
                  </a:lnTo>
                  <a:lnTo>
                    <a:pt x="5061879" y="2914619"/>
                  </a:lnTo>
                  <a:lnTo>
                    <a:pt x="4949964" y="2906144"/>
                  </a:lnTo>
                  <a:lnTo>
                    <a:pt x="4836286" y="2896370"/>
                  </a:lnTo>
                  <a:lnTo>
                    <a:pt x="4724061" y="2885322"/>
                  </a:lnTo>
                  <a:lnTo>
                    <a:pt x="4615752" y="2873008"/>
                  </a:lnTo>
                  <a:lnTo>
                    <a:pt x="4513036" y="2859407"/>
                  </a:lnTo>
                  <a:lnTo>
                    <a:pt x="4416877" y="2844461"/>
                  </a:lnTo>
                  <a:lnTo>
                    <a:pt x="4327655" y="2828072"/>
                  </a:lnTo>
                  <a:lnTo>
                    <a:pt x="4245306" y="2810100"/>
                  </a:lnTo>
                  <a:lnTo>
                    <a:pt x="4169455" y="2790367"/>
                  </a:lnTo>
                  <a:lnTo>
                    <a:pt x="4099524" y="2768660"/>
                  </a:lnTo>
                  <a:lnTo>
                    <a:pt x="4034816" y="2744740"/>
                  </a:lnTo>
                  <a:lnTo>
                    <a:pt x="3974579" y="2718358"/>
                  </a:lnTo>
                  <a:lnTo>
                    <a:pt x="3918054" y="2689273"/>
                  </a:lnTo>
                  <a:lnTo>
                    <a:pt x="3864511" y="2657294"/>
                  </a:lnTo>
                  <a:lnTo>
                    <a:pt x="3820202" y="2627304"/>
                  </a:lnTo>
                  <a:lnTo>
                    <a:pt x="3769701" y="2589114"/>
                  </a:lnTo>
                  <a:lnTo>
                    <a:pt x="3720581" y="2547779"/>
                  </a:lnTo>
                  <a:lnTo>
                    <a:pt x="3672421" y="2503238"/>
                  </a:lnTo>
                  <a:lnTo>
                    <a:pt x="3624890" y="2455497"/>
                  </a:lnTo>
                  <a:lnTo>
                    <a:pt x="3577734" y="2404634"/>
                  </a:lnTo>
                  <a:lnTo>
                    <a:pt x="3530765" y="2350809"/>
                  </a:lnTo>
                  <a:lnTo>
                    <a:pt x="3483851" y="2294266"/>
                  </a:lnTo>
                  <a:lnTo>
                    <a:pt x="3436908" y="2235330"/>
                  </a:lnTo>
                  <a:lnTo>
                    <a:pt x="3389895" y="2174406"/>
                  </a:lnTo>
                  <a:lnTo>
                    <a:pt x="3342803" y="2111967"/>
                  </a:lnTo>
                  <a:lnTo>
                    <a:pt x="3295649" y="2048540"/>
                  </a:lnTo>
                  <a:lnTo>
                    <a:pt x="3248465" y="1984691"/>
                  </a:lnTo>
                  <a:lnTo>
                    <a:pt x="3201293" y="1920998"/>
                  </a:lnTo>
                  <a:lnTo>
                    <a:pt x="3154169" y="1858036"/>
                  </a:lnTo>
                  <a:lnTo>
                    <a:pt x="3107119" y="1796352"/>
                  </a:lnTo>
                  <a:lnTo>
                    <a:pt x="3060147" y="1736446"/>
                  </a:lnTo>
                  <a:lnTo>
                    <a:pt x="3013227" y="1678755"/>
                  </a:lnTo>
                  <a:lnTo>
                    <a:pt x="2966296" y="1623643"/>
                  </a:lnTo>
                  <a:lnTo>
                    <a:pt x="2919246" y="1571391"/>
                  </a:lnTo>
                  <a:lnTo>
                    <a:pt x="2871915" y="1522197"/>
                  </a:lnTo>
                  <a:lnTo>
                    <a:pt x="2824081" y="1476178"/>
                  </a:lnTo>
                  <a:lnTo>
                    <a:pt x="2775449" y="1433370"/>
                  </a:lnTo>
                  <a:lnTo>
                    <a:pt x="2725644" y="1393743"/>
                  </a:lnTo>
                  <a:lnTo>
                    <a:pt x="2702183" y="1376539"/>
                  </a:lnTo>
                  <a:lnTo>
                    <a:pt x="2650683" y="1341989"/>
                  </a:lnTo>
                  <a:lnTo>
                    <a:pt x="2596772" y="1310415"/>
                  </a:lnTo>
                  <a:lnTo>
                    <a:pt x="2539782" y="1281713"/>
                  </a:lnTo>
                  <a:lnTo>
                    <a:pt x="2478977" y="1255683"/>
                  </a:lnTo>
                  <a:lnTo>
                    <a:pt x="2413597" y="1232082"/>
                  </a:lnTo>
                  <a:lnTo>
                    <a:pt x="2342893" y="1210659"/>
                  </a:lnTo>
                  <a:lnTo>
                    <a:pt x="2266182" y="1191179"/>
                  </a:lnTo>
                  <a:lnTo>
                    <a:pt x="2182907" y="1173434"/>
                  </a:lnTo>
                  <a:lnTo>
                    <a:pt x="2092729" y="1157250"/>
                  </a:lnTo>
                  <a:lnTo>
                    <a:pt x="1995637" y="1142494"/>
                  </a:lnTo>
                  <a:lnTo>
                    <a:pt x="1892083" y="1129072"/>
                  </a:lnTo>
                  <a:lnTo>
                    <a:pt x="1783120" y="1116932"/>
                  </a:lnTo>
                  <a:lnTo>
                    <a:pt x="1670532" y="1106058"/>
                  </a:lnTo>
                  <a:lnTo>
                    <a:pt x="1556890" y="1096460"/>
                  </a:lnTo>
                  <a:lnTo>
                    <a:pt x="1445502" y="1088165"/>
                  </a:lnTo>
                  <a:lnTo>
                    <a:pt x="1340202" y="1081198"/>
                  </a:lnTo>
                  <a:lnTo>
                    <a:pt x="1244953" y="1075558"/>
                  </a:lnTo>
                  <a:lnTo>
                    <a:pt x="1163324" y="1071206"/>
                  </a:lnTo>
                  <a:lnTo>
                    <a:pt x="1097907" y="1068049"/>
                  </a:lnTo>
                  <a:lnTo>
                    <a:pt x="1049848" y="1065942"/>
                  </a:lnTo>
                  <a:lnTo>
                    <a:pt x="1018580" y="1064691"/>
                  </a:lnTo>
                  <a:lnTo>
                    <a:pt x="1001802" y="1064077"/>
                  </a:lnTo>
                  <a:lnTo>
                    <a:pt x="995657" y="1063871"/>
                  </a:lnTo>
                  <a:lnTo>
                    <a:pt x="994940" y="1063848"/>
                  </a:lnTo>
                  <a:lnTo>
                    <a:pt x="0" y="1063848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6" name="pl195"/>
            <p:cNvSpPr/>
            <p:nvPr/>
          </p:nvSpPr>
          <p:spPr>
            <a:xfrm>
              <a:off x="1199187" y="2027960"/>
              <a:ext cx="12049831" cy="2939995"/>
            </a:xfrm>
            <a:custGeom>
              <a:avLst/>
              <a:pathLst>
                <a:path w="12049831" h="2939995">
                  <a:moveTo>
                    <a:pt x="0" y="1063848"/>
                  </a:moveTo>
                  <a:lnTo>
                    <a:pt x="994940" y="1063848"/>
                  </a:lnTo>
                  <a:lnTo>
                    <a:pt x="996049" y="1063883"/>
                  </a:lnTo>
                  <a:lnTo>
                    <a:pt x="1003372" y="1064132"/>
                  </a:lnTo>
                  <a:lnTo>
                    <a:pt x="1021941" y="1064820"/>
                  </a:lnTo>
                  <a:lnTo>
                    <a:pt x="1055414" y="1066175"/>
                  </a:lnTo>
                  <a:lnTo>
                    <a:pt x="1105859" y="1068416"/>
                  </a:lnTo>
                  <a:lnTo>
                    <a:pt x="1173603" y="1071729"/>
                  </a:lnTo>
                  <a:lnTo>
                    <a:pt x="1257281" y="1076253"/>
                  </a:lnTo>
                  <a:lnTo>
                    <a:pt x="1354134" y="1082074"/>
                  </a:lnTo>
                  <a:lnTo>
                    <a:pt x="1460506" y="1089225"/>
                  </a:lnTo>
                  <a:lnTo>
                    <a:pt x="1572421" y="1097700"/>
                  </a:lnTo>
                  <a:lnTo>
                    <a:pt x="1686099" y="1107474"/>
                  </a:lnTo>
                  <a:lnTo>
                    <a:pt x="1798324" y="1118522"/>
                  </a:lnTo>
                  <a:lnTo>
                    <a:pt x="1906633" y="1130836"/>
                  </a:lnTo>
                  <a:lnTo>
                    <a:pt x="2009349" y="1144437"/>
                  </a:lnTo>
                  <a:lnTo>
                    <a:pt x="2105508" y="1159382"/>
                  </a:lnTo>
                  <a:lnTo>
                    <a:pt x="2194730" y="1175771"/>
                  </a:lnTo>
                  <a:lnTo>
                    <a:pt x="2277079" y="1193743"/>
                  </a:lnTo>
                  <a:lnTo>
                    <a:pt x="2352930" y="1213477"/>
                  </a:lnTo>
                  <a:lnTo>
                    <a:pt x="2422861" y="1235184"/>
                  </a:lnTo>
                  <a:lnTo>
                    <a:pt x="2487569" y="1259103"/>
                  </a:lnTo>
                  <a:lnTo>
                    <a:pt x="2547806" y="1285486"/>
                  </a:lnTo>
                  <a:lnTo>
                    <a:pt x="2604331" y="1314571"/>
                  </a:lnTo>
                  <a:lnTo>
                    <a:pt x="2657874" y="1346550"/>
                  </a:lnTo>
                  <a:lnTo>
                    <a:pt x="2702183" y="1376539"/>
                  </a:lnTo>
                  <a:lnTo>
                    <a:pt x="2752684" y="1414730"/>
                  </a:lnTo>
                  <a:lnTo>
                    <a:pt x="2801804" y="1456064"/>
                  </a:lnTo>
                  <a:lnTo>
                    <a:pt x="2849964" y="1500605"/>
                  </a:lnTo>
                  <a:lnTo>
                    <a:pt x="2897495" y="1548346"/>
                  </a:lnTo>
                  <a:lnTo>
                    <a:pt x="2944651" y="1599209"/>
                  </a:lnTo>
                  <a:lnTo>
                    <a:pt x="2991620" y="1653034"/>
                  </a:lnTo>
                  <a:lnTo>
                    <a:pt x="3038534" y="1709578"/>
                  </a:lnTo>
                  <a:lnTo>
                    <a:pt x="3085477" y="1768514"/>
                  </a:lnTo>
                  <a:lnTo>
                    <a:pt x="3132490" y="1829438"/>
                  </a:lnTo>
                  <a:lnTo>
                    <a:pt x="3179582" y="1891877"/>
                  </a:lnTo>
                  <a:lnTo>
                    <a:pt x="3226736" y="1955303"/>
                  </a:lnTo>
                  <a:lnTo>
                    <a:pt x="3273920" y="2019153"/>
                  </a:lnTo>
                  <a:lnTo>
                    <a:pt x="3321092" y="2082845"/>
                  </a:lnTo>
                  <a:lnTo>
                    <a:pt x="3368216" y="2145807"/>
                  </a:lnTo>
                  <a:lnTo>
                    <a:pt x="3415266" y="2207491"/>
                  </a:lnTo>
                  <a:lnTo>
                    <a:pt x="3462238" y="2267398"/>
                  </a:lnTo>
                  <a:lnTo>
                    <a:pt x="3509158" y="2325089"/>
                  </a:lnTo>
                  <a:lnTo>
                    <a:pt x="3556089" y="2380201"/>
                  </a:lnTo>
                  <a:lnTo>
                    <a:pt x="3603139" y="2432453"/>
                  </a:lnTo>
                  <a:lnTo>
                    <a:pt x="3650470" y="2481646"/>
                  </a:lnTo>
                  <a:lnTo>
                    <a:pt x="3698304" y="2527666"/>
                  </a:lnTo>
                  <a:lnTo>
                    <a:pt x="3746936" y="2570473"/>
                  </a:lnTo>
                  <a:lnTo>
                    <a:pt x="3796741" y="2610100"/>
                  </a:lnTo>
                  <a:lnTo>
                    <a:pt x="3820202" y="2627304"/>
                  </a:lnTo>
                  <a:lnTo>
                    <a:pt x="3871702" y="2661855"/>
                  </a:lnTo>
                  <a:lnTo>
                    <a:pt x="3925613" y="2693429"/>
                  </a:lnTo>
                  <a:lnTo>
                    <a:pt x="3982603" y="2722130"/>
                  </a:lnTo>
                  <a:lnTo>
                    <a:pt x="4043408" y="2748160"/>
                  </a:lnTo>
                  <a:lnTo>
                    <a:pt x="4108788" y="2771762"/>
                  </a:lnTo>
                  <a:lnTo>
                    <a:pt x="4179492" y="2793184"/>
                  </a:lnTo>
                  <a:lnTo>
                    <a:pt x="4256203" y="2812664"/>
                  </a:lnTo>
                  <a:lnTo>
                    <a:pt x="4339478" y="2830410"/>
                  </a:lnTo>
                  <a:lnTo>
                    <a:pt x="4429656" y="2846593"/>
                  </a:lnTo>
                  <a:lnTo>
                    <a:pt x="4526748" y="2861350"/>
                  </a:lnTo>
                  <a:lnTo>
                    <a:pt x="4630302" y="2874771"/>
                  </a:lnTo>
                  <a:lnTo>
                    <a:pt x="4739265" y="2886911"/>
                  </a:lnTo>
                  <a:lnTo>
                    <a:pt x="4851853" y="2897786"/>
                  </a:lnTo>
                  <a:lnTo>
                    <a:pt x="4965495" y="2907384"/>
                  </a:lnTo>
                  <a:lnTo>
                    <a:pt x="5076883" y="2915678"/>
                  </a:lnTo>
                  <a:lnTo>
                    <a:pt x="5182183" y="2922646"/>
                  </a:lnTo>
                  <a:lnTo>
                    <a:pt x="5277432" y="2928286"/>
                  </a:lnTo>
                  <a:lnTo>
                    <a:pt x="5359061" y="2932638"/>
                  </a:lnTo>
                  <a:lnTo>
                    <a:pt x="5424478" y="2935794"/>
                  </a:lnTo>
                  <a:lnTo>
                    <a:pt x="5472537" y="2937902"/>
                  </a:lnTo>
                  <a:lnTo>
                    <a:pt x="5503805" y="2939152"/>
                  </a:lnTo>
                  <a:lnTo>
                    <a:pt x="5520583" y="2939766"/>
                  </a:lnTo>
                  <a:lnTo>
                    <a:pt x="5526728" y="2939973"/>
                  </a:lnTo>
                  <a:lnTo>
                    <a:pt x="5527445" y="2939995"/>
                  </a:lnTo>
                  <a:lnTo>
                    <a:pt x="6522385" y="2939995"/>
                  </a:lnTo>
                  <a:lnTo>
                    <a:pt x="6523458" y="2939942"/>
                  </a:lnTo>
                  <a:lnTo>
                    <a:pt x="6530540" y="2939566"/>
                  </a:lnTo>
                  <a:lnTo>
                    <a:pt x="6548517" y="2938525"/>
                  </a:lnTo>
                  <a:lnTo>
                    <a:pt x="6580961" y="2936474"/>
                  </a:lnTo>
                  <a:lnTo>
                    <a:pt x="6629937" y="2933081"/>
                  </a:lnTo>
                  <a:lnTo>
                    <a:pt x="6695850" y="2928062"/>
                  </a:lnTo>
                  <a:lnTo>
                    <a:pt x="6777475" y="2921199"/>
                  </a:lnTo>
                  <a:lnTo>
                    <a:pt x="6872233" y="2912358"/>
                  </a:lnTo>
                  <a:lnTo>
                    <a:pt x="6976642" y="2901483"/>
                  </a:lnTo>
                  <a:lnTo>
                    <a:pt x="7086868" y="2888577"/>
                  </a:lnTo>
                  <a:lnTo>
                    <a:pt x="7199217" y="2873676"/>
                  </a:lnTo>
                  <a:lnTo>
                    <a:pt x="7310503" y="2856821"/>
                  </a:lnTo>
                  <a:lnTo>
                    <a:pt x="7418246" y="2838028"/>
                  </a:lnTo>
                  <a:lnTo>
                    <a:pt x="7520719" y="2817273"/>
                  </a:lnTo>
                  <a:lnTo>
                    <a:pt x="7616893" y="2794477"/>
                  </a:lnTo>
                  <a:lnTo>
                    <a:pt x="7706317" y="2769501"/>
                  </a:lnTo>
                  <a:lnTo>
                    <a:pt x="7788986" y="2742145"/>
                  </a:lnTo>
                  <a:lnTo>
                    <a:pt x="7865216" y="2712150"/>
                  </a:lnTo>
                  <a:lnTo>
                    <a:pt x="7935531" y="2679204"/>
                  </a:lnTo>
                  <a:lnTo>
                    <a:pt x="8000588" y="2642952"/>
                  </a:lnTo>
                  <a:lnTo>
                    <a:pt x="8061104" y="2603016"/>
                  </a:lnTo>
                  <a:lnTo>
                    <a:pt x="8117817" y="2559027"/>
                  </a:lnTo>
                  <a:lnTo>
                    <a:pt x="8171441" y="2510668"/>
                  </a:lnTo>
                  <a:lnTo>
                    <a:pt x="8222630" y="2457759"/>
                  </a:lnTo>
                  <a:lnTo>
                    <a:pt x="8229629" y="2449996"/>
                  </a:lnTo>
                  <a:lnTo>
                    <a:pt x="8273266" y="2398684"/>
                  </a:lnTo>
                  <a:lnTo>
                    <a:pt x="8315829" y="2343721"/>
                  </a:lnTo>
                  <a:lnTo>
                    <a:pt x="8357601" y="2285035"/>
                  </a:lnTo>
                  <a:lnTo>
                    <a:pt x="8398812" y="2222605"/>
                  </a:lnTo>
                  <a:lnTo>
                    <a:pt x="8439648" y="2156475"/>
                  </a:lnTo>
                  <a:lnTo>
                    <a:pt x="8480255" y="2086754"/>
                  </a:lnTo>
                  <a:lnTo>
                    <a:pt x="8520743" y="2013621"/>
                  </a:lnTo>
                  <a:lnTo>
                    <a:pt x="8561194" y="1937332"/>
                  </a:lnTo>
                  <a:lnTo>
                    <a:pt x="8601663" y="1858209"/>
                  </a:lnTo>
                  <a:lnTo>
                    <a:pt x="8642179" y="1776648"/>
                  </a:lnTo>
                  <a:lnTo>
                    <a:pt x="8682754" y="1693104"/>
                  </a:lnTo>
                  <a:lnTo>
                    <a:pt x="8723385" y="1608085"/>
                  </a:lnTo>
                  <a:lnTo>
                    <a:pt x="8764054" y="1522140"/>
                  </a:lnTo>
                  <a:lnTo>
                    <a:pt x="8804739" y="1435841"/>
                  </a:lnTo>
                  <a:lnTo>
                    <a:pt x="8845414" y="1349774"/>
                  </a:lnTo>
                  <a:lnTo>
                    <a:pt x="8886054" y="1264516"/>
                  </a:lnTo>
                  <a:lnTo>
                    <a:pt x="8926642" y="1180621"/>
                  </a:lnTo>
                  <a:lnTo>
                    <a:pt x="8967170" y="1098607"/>
                  </a:lnTo>
                  <a:lnTo>
                    <a:pt x="9007646" y="1018941"/>
                  </a:lnTo>
                  <a:lnTo>
                    <a:pt x="9048097" y="942031"/>
                  </a:lnTo>
                  <a:lnTo>
                    <a:pt x="9088572" y="868217"/>
                  </a:lnTo>
                  <a:lnTo>
                    <a:pt x="9129146" y="797767"/>
                  </a:lnTo>
                  <a:lnTo>
                    <a:pt x="9169923" y="730877"/>
                  </a:lnTo>
                  <a:lnTo>
                    <a:pt x="9211043" y="667670"/>
                  </a:lnTo>
                  <a:lnTo>
                    <a:pt x="9252680" y="608202"/>
                  </a:lnTo>
                  <a:lnTo>
                    <a:pt x="9295057" y="552468"/>
                  </a:lnTo>
                  <a:lnTo>
                    <a:pt x="9338443" y="500403"/>
                  </a:lnTo>
                  <a:lnTo>
                    <a:pt x="9347647" y="489999"/>
                  </a:lnTo>
                  <a:lnTo>
                    <a:pt x="9398544" y="436451"/>
                  </a:lnTo>
                  <a:lnTo>
                    <a:pt x="9451789" y="387463"/>
                  </a:lnTo>
                  <a:lnTo>
                    <a:pt x="9508028" y="342879"/>
                  </a:lnTo>
                  <a:lnTo>
                    <a:pt x="9567969" y="302398"/>
                  </a:lnTo>
                  <a:lnTo>
                    <a:pt x="9632346" y="265654"/>
                  </a:lnTo>
                  <a:lnTo>
                    <a:pt x="9701885" y="232267"/>
                  </a:lnTo>
                  <a:lnTo>
                    <a:pt x="9777251" y="201879"/>
                  </a:lnTo>
                  <a:lnTo>
                    <a:pt x="9858995" y="174171"/>
                  </a:lnTo>
                  <a:lnTo>
                    <a:pt x="9947466" y="148876"/>
                  </a:lnTo>
                  <a:lnTo>
                    <a:pt x="10042711" y="125785"/>
                  </a:lnTo>
                  <a:lnTo>
                    <a:pt x="10144351" y="104751"/>
                  </a:lnTo>
                  <a:lnTo>
                    <a:pt x="10251444" y="85686"/>
                  </a:lnTo>
                  <a:lnTo>
                    <a:pt x="10362366" y="68559"/>
                  </a:lnTo>
                  <a:lnTo>
                    <a:pt x="10474743" y="53383"/>
                  </a:lnTo>
                  <a:lnTo>
                    <a:pt x="10585480" y="40195"/>
                  </a:lnTo>
                  <a:lnTo>
                    <a:pt x="10690935" y="29035"/>
                  </a:lnTo>
                  <a:lnTo>
                    <a:pt x="10787266" y="19911"/>
                  </a:lnTo>
                  <a:lnTo>
                    <a:pt x="10870909" y="12778"/>
                  </a:lnTo>
                  <a:lnTo>
                    <a:pt x="10939128" y="7512"/>
                  </a:lnTo>
                  <a:lnTo>
                    <a:pt x="10990487" y="3908"/>
                  </a:lnTo>
                  <a:lnTo>
                    <a:pt x="11025156" y="1688"/>
                  </a:lnTo>
                  <a:lnTo>
                    <a:pt x="11044974" y="527"/>
                  </a:lnTo>
                  <a:lnTo>
                    <a:pt x="11053315" y="78"/>
                  </a:lnTo>
                  <a:lnTo>
                    <a:pt x="11054888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" name="pl196"/>
            <p:cNvSpPr/>
            <p:nvPr/>
          </p:nvSpPr>
          <p:spPr>
            <a:xfrm>
              <a:off x="1199187" y="2022720"/>
              <a:ext cx="12049831" cy="2939995"/>
            </a:xfrm>
            <a:custGeom>
              <a:avLst/>
              <a:pathLst>
                <a:path w="12049831" h="2939995">
                  <a:moveTo>
                    <a:pt x="12049831" y="0"/>
                  </a:moveTo>
                  <a:lnTo>
                    <a:pt x="11054891" y="0"/>
                  </a:lnTo>
                  <a:lnTo>
                    <a:pt x="11053819" y="52"/>
                  </a:lnTo>
                  <a:lnTo>
                    <a:pt x="11046736" y="429"/>
                  </a:lnTo>
                  <a:lnTo>
                    <a:pt x="11028760" y="1470"/>
                  </a:lnTo>
                  <a:lnTo>
                    <a:pt x="10996315" y="3521"/>
                  </a:lnTo>
                  <a:lnTo>
                    <a:pt x="10947339" y="6913"/>
                  </a:lnTo>
                  <a:lnTo>
                    <a:pt x="10881427" y="11933"/>
                  </a:lnTo>
                  <a:lnTo>
                    <a:pt x="10799801" y="18796"/>
                  </a:lnTo>
                  <a:lnTo>
                    <a:pt x="10705044" y="27636"/>
                  </a:lnTo>
                  <a:lnTo>
                    <a:pt x="10600634" y="38512"/>
                  </a:lnTo>
                  <a:lnTo>
                    <a:pt x="10490408" y="51418"/>
                  </a:lnTo>
                  <a:lnTo>
                    <a:pt x="10378059" y="66318"/>
                  </a:lnTo>
                  <a:lnTo>
                    <a:pt x="10266773" y="83174"/>
                  </a:lnTo>
                  <a:lnTo>
                    <a:pt x="10159031" y="101967"/>
                  </a:lnTo>
                  <a:lnTo>
                    <a:pt x="10056557" y="122722"/>
                  </a:lnTo>
                  <a:lnTo>
                    <a:pt x="9960383" y="145518"/>
                  </a:lnTo>
                  <a:lnTo>
                    <a:pt x="9870959" y="170494"/>
                  </a:lnTo>
                  <a:lnTo>
                    <a:pt x="9788290" y="197850"/>
                  </a:lnTo>
                  <a:lnTo>
                    <a:pt x="9712061" y="227845"/>
                  </a:lnTo>
                  <a:lnTo>
                    <a:pt x="9641745" y="260791"/>
                  </a:lnTo>
                  <a:lnTo>
                    <a:pt x="9576689" y="297043"/>
                  </a:lnTo>
                  <a:lnTo>
                    <a:pt x="9516172" y="336978"/>
                  </a:lnTo>
                  <a:lnTo>
                    <a:pt x="9459459" y="380968"/>
                  </a:lnTo>
                  <a:lnTo>
                    <a:pt x="9405836" y="429326"/>
                  </a:lnTo>
                  <a:lnTo>
                    <a:pt x="9354646" y="482236"/>
                  </a:lnTo>
                  <a:lnTo>
                    <a:pt x="9347647" y="489999"/>
                  </a:lnTo>
                  <a:lnTo>
                    <a:pt x="9304011" y="541311"/>
                  </a:lnTo>
                  <a:lnTo>
                    <a:pt x="9261448" y="596273"/>
                  </a:lnTo>
                  <a:lnTo>
                    <a:pt x="9219676" y="654960"/>
                  </a:lnTo>
                  <a:lnTo>
                    <a:pt x="9178464" y="717389"/>
                  </a:lnTo>
                  <a:lnTo>
                    <a:pt x="9137628" y="783520"/>
                  </a:lnTo>
                  <a:lnTo>
                    <a:pt x="9097022" y="853241"/>
                  </a:lnTo>
                  <a:lnTo>
                    <a:pt x="9056533" y="926373"/>
                  </a:lnTo>
                  <a:lnTo>
                    <a:pt x="9016082" y="1002663"/>
                  </a:lnTo>
                  <a:lnTo>
                    <a:pt x="8975614" y="1081786"/>
                  </a:lnTo>
                  <a:lnTo>
                    <a:pt x="8935098" y="1163347"/>
                  </a:lnTo>
                  <a:lnTo>
                    <a:pt x="8894522" y="1246891"/>
                  </a:lnTo>
                  <a:lnTo>
                    <a:pt x="8853892" y="1331910"/>
                  </a:lnTo>
                  <a:lnTo>
                    <a:pt x="8813223" y="1417855"/>
                  </a:lnTo>
                  <a:lnTo>
                    <a:pt x="8772538" y="1504153"/>
                  </a:lnTo>
                  <a:lnTo>
                    <a:pt x="8731863" y="1590221"/>
                  </a:lnTo>
                  <a:lnTo>
                    <a:pt x="8691223" y="1675479"/>
                  </a:lnTo>
                  <a:lnTo>
                    <a:pt x="8650635" y="1759374"/>
                  </a:lnTo>
                  <a:lnTo>
                    <a:pt x="8610107" y="1841388"/>
                  </a:lnTo>
                  <a:lnTo>
                    <a:pt x="8569631" y="1921054"/>
                  </a:lnTo>
                  <a:lnTo>
                    <a:pt x="8529179" y="1997963"/>
                  </a:lnTo>
                  <a:lnTo>
                    <a:pt x="8488705" y="2071777"/>
                  </a:lnTo>
                  <a:lnTo>
                    <a:pt x="8448131" y="2142228"/>
                  </a:lnTo>
                  <a:lnTo>
                    <a:pt x="8407353" y="2209118"/>
                  </a:lnTo>
                  <a:lnTo>
                    <a:pt x="8366234" y="2272325"/>
                  </a:lnTo>
                  <a:lnTo>
                    <a:pt x="8324596" y="2331792"/>
                  </a:lnTo>
                  <a:lnTo>
                    <a:pt x="8282220" y="2387527"/>
                  </a:lnTo>
                  <a:lnTo>
                    <a:pt x="8238834" y="2439592"/>
                  </a:lnTo>
                  <a:lnTo>
                    <a:pt x="8229629" y="2449996"/>
                  </a:lnTo>
                  <a:lnTo>
                    <a:pt x="8178733" y="2503544"/>
                  </a:lnTo>
                  <a:lnTo>
                    <a:pt x="8125487" y="2552532"/>
                  </a:lnTo>
                  <a:lnTo>
                    <a:pt x="8069248" y="2597116"/>
                  </a:lnTo>
                  <a:lnTo>
                    <a:pt x="8009308" y="2637597"/>
                  </a:lnTo>
                  <a:lnTo>
                    <a:pt x="7944930" y="2674341"/>
                  </a:lnTo>
                  <a:lnTo>
                    <a:pt x="7875392" y="2707727"/>
                  </a:lnTo>
                  <a:lnTo>
                    <a:pt x="7800025" y="2738115"/>
                  </a:lnTo>
                  <a:lnTo>
                    <a:pt x="7718282" y="2765823"/>
                  </a:lnTo>
                  <a:lnTo>
                    <a:pt x="7629811" y="2791118"/>
                  </a:lnTo>
                  <a:lnTo>
                    <a:pt x="7534565" y="2814210"/>
                  </a:lnTo>
                  <a:lnTo>
                    <a:pt x="7432925" y="2835244"/>
                  </a:lnTo>
                  <a:lnTo>
                    <a:pt x="7325833" y="2854309"/>
                  </a:lnTo>
                  <a:lnTo>
                    <a:pt x="7214911" y="2871436"/>
                  </a:lnTo>
                  <a:lnTo>
                    <a:pt x="7102534" y="2886612"/>
                  </a:lnTo>
                  <a:lnTo>
                    <a:pt x="6991797" y="2899800"/>
                  </a:lnTo>
                  <a:lnTo>
                    <a:pt x="6886341" y="2910960"/>
                  </a:lnTo>
                  <a:lnTo>
                    <a:pt x="6790011" y="2920084"/>
                  </a:lnTo>
                  <a:lnTo>
                    <a:pt x="6706367" y="2927217"/>
                  </a:lnTo>
                  <a:lnTo>
                    <a:pt x="6638149" y="2932483"/>
                  </a:lnTo>
                  <a:lnTo>
                    <a:pt x="6586790" y="2936087"/>
                  </a:lnTo>
                  <a:lnTo>
                    <a:pt x="6552120" y="2938307"/>
                  </a:lnTo>
                  <a:lnTo>
                    <a:pt x="6532303" y="2939468"/>
                  </a:lnTo>
                  <a:lnTo>
                    <a:pt x="6523962" y="2939917"/>
                  </a:lnTo>
                  <a:lnTo>
                    <a:pt x="6522389" y="2939995"/>
                  </a:lnTo>
                  <a:lnTo>
                    <a:pt x="6522385" y="2939995"/>
                  </a:lnTo>
                  <a:lnTo>
                    <a:pt x="5527445" y="2939995"/>
                  </a:lnTo>
                  <a:lnTo>
                    <a:pt x="5526336" y="2939960"/>
                  </a:lnTo>
                  <a:lnTo>
                    <a:pt x="5519013" y="2939711"/>
                  </a:lnTo>
                  <a:lnTo>
                    <a:pt x="5500444" y="2939024"/>
                  </a:lnTo>
                  <a:lnTo>
                    <a:pt x="5466971" y="2937668"/>
                  </a:lnTo>
                  <a:lnTo>
                    <a:pt x="5416526" y="2935427"/>
                  </a:lnTo>
                  <a:lnTo>
                    <a:pt x="5348782" y="2932114"/>
                  </a:lnTo>
                  <a:lnTo>
                    <a:pt x="5265104" y="2927590"/>
                  </a:lnTo>
                  <a:lnTo>
                    <a:pt x="5168251" y="2921769"/>
                  </a:lnTo>
                  <a:lnTo>
                    <a:pt x="5061879" y="2914619"/>
                  </a:lnTo>
                  <a:lnTo>
                    <a:pt x="4949964" y="2906144"/>
                  </a:lnTo>
                  <a:lnTo>
                    <a:pt x="4836286" y="2896370"/>
                  </a:lnTo>
                  <a:lnTo>
                    <a:pt x="4724061" y="2885322"/>
                  </a:lnTo>
                  <a:lnTo>
                    <a:pt x="4615752" y="2873008"/>
                  </a:lnTo>
                  <a:lnTo>
                    <a:pt x="4513036" y="2859407"/>
                  </a:lnTo>
                  <a:lnTo>
                    <a:pt x="4416877" y="2844461"/>
                  </a:lnTo>
                  <a:lnTo>
                    <a:pt x="4327655" y="2828072"/>
                  </a:lnTo>
                  <a:lnTo>
                    <a:pt x="4245306" y="2810100"/>
                  </a:lnTo>
                  <a:lnTo>
                    <a:pt x="4169455" y="2790367"/>
                  </a:lnTo>
                  <a:lnTo>
                    <a:pt x="4099524" y="2768660"/>
                  </a:lnTo>
                  <a:lnTo>
                    <a:pt x="4034816" y="2744740"/>
                  </a:lnTo>
                  <a:lnTo>
                    <a:pt x="3974579" y="2718358"/>
                  </a:lnTo>
                  <a:lnTo>
                    <a:pt x="3918054" y="2689273"/>
                  </a:lnTo>
                  <a:lnTo>
                    <a:pt x="3864511" y="2657294"/>
                  </a:lnTo>
                  <a:lnTo>
                    <a:pt x="3820202" y="2627304"/>
                  </a:lnTo>
                  <a:lnTo>
                    <a:pt x="3769701" y="2589114"/>
                  </a:lnTo>
                  <a:lnTo>
                    <a:pt x="3720581" y="2547779"/>
                  </a:lnTo>
                  <a:lnTo>
                    <a:pt x="3672421" y="2503238"/>
                  </a:lnTo>
                  <a:lnTo>
                    <a:pt x="3624890" y="2455497"/>
                  </a:lnTo>
                  <a:lnTo>
                    <a:pt x="3577734" y="2404634"/>
                  </a:lnTo>
                  <a:lnTo>
                    <a:pt x="3530765" y="2350809"/>
                  </a:lnTo>
                  <a:lnTo>
                    <a:pt x="3483851" y="2294266"/>
                  </a:lnTo>
                  <a:lnTo>
                    <a:pt x="3436908" y="2235330"/>
                  </a:lnTo>
                  <a:lnTo>
                    <a:pt x="3389895" y="2174406"/>
                  </a:lnTo>
                  <a:lnTo>
                    <a:pt x="3342803" y="2111967"/>
                  </a:lnTo>
                  <a:lnTo>
                    <a:pt x="3295649" y="2048540"/>
                  </a:lnTo>
                  <a:lnTo>
                    <a:pt x="3248465" y="1984691"/>
                  </a:lnTo>
                  <a:lnTo>
                    <a:pt x="3201293" y="1920998"/>
                  </a:lnTo>
                  <a:lnTo>
                    <a:pt x="3154169" y="1858036"/>
                  </a:lnTo>
                  <a:lnTo>
                    <a:pt x="3107119" y="1796352"/>
                  </a:lnTo>
                  <a:lnTo>
                    <a:pt x="3060147" y="1736446"/>
                  </a:lnTo>
                  <a:lnTo>
                    <a:pt x="3013227" y="1678755"/>
                  </a:lnTo>
                  <a:lnTo>
                    <a:pt x="2966296" y="1623643"/>
                  </a:lnTo>
                  <a:lnTo>
                    <a:pt x="2919246" y="1571391"/>
                  </a:lnTo>
                  <a:lnTo>
                    <a:pt x="2871915" y="1522197"/>
                  </a:lnTo>
                  <a:lnTo>
                    <a:pt x="2824081" y="1476178"/>
                  </a:lnTo>
                  <a:lnTo>
                    <a:pt x="2775449" y="1433370"/>
                  </a:lnTo>
                  <a:lnTo>
                    <a:pt x="2725644" y="1393743"/>
                  </a:lnTo>
                  <a:lnTo>
                    <a:pt x="2702183" y="1376539"/>
                  </a:lnTo>
                  <a:lnTo>
                    <a:pt x="2650683" y="1341989"/>
                  </a:lnTo>
                  <a:lnTo>
                    <a:pt x="2596772" y="1310415"/>
                  </a:lnTo>
                  <a:lnTo>
                    <a:pt x="2539782" y="1281713"/>
                  </a:lnTo>
                  <a:lnTo>
                    <a:pt x="2478977" y="1255683"/>
                  </a:lnTo>
                  <a:lnTo>
                    <a:pt x="2413597" y="1232082"/>
                  </a:lnTo>
                  <a:lnTo>
                    <a:pt x="2342893" y="1210659"/>
                  </a:lnTo>
                  <a:lnTo>
                    <a:pt x="2266182" y="1191179"/>
                  </a:lnTo>
                  <a:lnTo>
                    <a:pt x="2182907" y="1173434"/>
                  </a:lnTo>
                  <a:lnTo>
                    <a:pt x="2092729" y="1157250"/>
                  </a:lnTo>
                  <a:lnTo>
                    <a:pt x="1995637" y="1142494"/>
                  </a:lnTo>
                  <a:lnTo>
                    <a:pt x="1892083" y="1129072"/>
                  </a:lnTo>
                  <a:lnTo>
                    <a:pt x="1783120" y="1116932"/>
                  </a:lnTo>
                  <a:lnTo>
                    <a:pt x="1670532" y="1106058"/>
                  </a:lnTo>
                  <a:lnTo>
                    <a:pt x="1556890" y="1096460"/>
                  </a:lnTo>
                  <a:lnTo>
                    <a:pt x="1445502" y="1088165"/>
                  </a:lnTo>
                  <a:lnTo>
                    <a:pt x="1340202" y="1081198"/>
                  </a:lnTo>
                  <a:lnTo>
                    <a:pt x="1244953" y="1075558"/>
                  </a:lnTo>
                  <a:lnTo>
                    <a:pt x="1163324" y="1071206"/>
                  </a:lnTo>
                  <a:lnTo>
                    <a:pt x="1097907" y="1068049"/>
                  </a:lnTo>
                  <a:lnTo>
                    <a:pt x="1049848" y="1065942"/>
                  </a:lnTo>
                  <a:lnTo>
                    <a:pt x="1018580" y="1064691"/>
                  </a:lnTo>
                  <a:lnTo>
                    <a:pt x="1001802" y="1064077"/>
                  </a:lnTo>
                  <a:lnTo>
                    <a:pt x="995657" y="1063871"/>
                  </a:lnTo>
                  <a:lnTo>
                    <a:pt x="994940" y="1063848"/>
                  </a:lnTo>
                  <a:lnTo>
                    <a:pt x="0" y="1063848"/>
                  </a:lnTo>
                  <a:lnTo>
                    <a:pt x="0" y="10638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" name="pg197"/>
            <p:cNvSpPr/>
            <p:nvPr/>
          </p:nvSpPr>
          <p:spPr>
            <a:xfrm>
              <a:off x="1199187" y="2248067"/>
              <a:ext cx="12049831" cy="2725129"/>
            </a:xfrm>
            <a:custGeom>
              <a:avLst/>
              <a:pathLst>
                <a:path w="12049831" h="2725129">
                  <a:moveTo>
                    <a:pt x="0" y="848982"/>
                  </a:moveTo>
                  <a:lnTo>
                    <a:pt x="994940" y="848982"/>
                  </a:lnTo>
                  <a:lnTo>
                    <a:pt x="996049" y="849017"/>
                  </a:lnTo>
                  <a:lnTo>
                    <a:pt x="1003372" y="849266"/>
                  </a:lnTo>
                  <a:lnTo>
                    <a:pt x="1021941" y="849954"/>
                  </a:lnTo>
                  <a:lnTo>
                    <a:pt x="1055414" y="851309"/>
                  </a:lnTo>
                  <a:lnTo>
                    <a:pt x="1105859" y="853550"/>
                  </a:lnTo>
                  <a:lnTo>
                    <a:pt x="1173603" y="856863"/>
                  </a:lnTo>
                  <a:lnTo>
                    <a:pt x="1257281" y="861387"/>
                  </a:lnTo>
                  <a:lnTo>
                    <a:pt x="1354134" y="867208"/>
                  </a:lnTo>
                  <a:lnTo>
                    <a:pt x="1460506" y="874359"/>
                  </a:lnTo>
                  <a:lnTo>
                    <a:pt x="1572421" y="882834"/>
                  </a:lnTo>
                  <a:lnTo>
                    <a:pt x="1686099" y="892608"/>
                  </a:lnTo>
                  <a:lnTo>
                    <a:pt x="1798324" y="903656"/>
                  </a:lnTo>
                  <a:lnTo>
                    <a:pt x="1906633" y="915970"/>
                  </a:lnTo>
                  <a:lnTo>
                    <a:pt x="2009349" y="929571"/>
                  </a:lnTo>
                  <a:lnTo>
                    <a:pt x="2105508" y="944516"/>
                  </a:lnTo>
                  <a:lnTo>
                    <a:pt x="2194730" y="960905"/>
                  </a:lnTo>
                  <a:lnTo>
                    <a:pt x="2277079" y="978877"/>
                  </a:lnTo>
                  <a:lnTo>
                    <a:pt x="2352930" y="998611"/>
                  </a:lnTo>
                  <a:lnTo>
                    <a:pt x="2422861" y="1020318"/>
                  </a:lnTo>
                  <a:lnTo>
                    <a:pt x="2487569" y="1044237"/>
                  </a:lnTo>
                  <a:lnTo>
                    <a:pt x="2547806" y="1070620"/>
                  </a:lnTo>
                  <a:lnTo>
                    <a:pt x="2604331" y="1099705"/>
                  </a:lnTo>
                  <a:lnTo>
                    <a:pt x="2657874" y="1131684"/>
                  </a:lnTo>
                  <a:lnTo>
                    <a:pt x="2702183" y="1161673"/>
                  </a:lnTo>
                  <a:lnTo>
                    <a:pt x="2752684" y="1199864"/>
                  </a:lnTo>
                  <a:lnTo>
                    <a:pt x="2801804" y="1241198"/>
                  </a:lnTo>
                  <a:lnTo>
                    <a:pt x="2849964" y="1285739"/>
                  </a:lnTo>
                  <a:lnTo>
                    <a:pt x="2897495" y="1333480"/>
                  </a:lnTo>
                  <a:lnTo>
                    <a:pt x="2944651" y="1384343"/>
                  </a:lnTo>
                  <a:lnTo>
                    <a:pt x="2991620" y="1438168"/>
                  </a:lnTo>
                  <a:lnTo>
                    <a:pt x="3038534" y="1494712"/>
                  </a:lnTo>
                  <a:lnTo>
                    <a:pt x="3085477" y="1553648"/>
                  </a:lnTo>
                  <a:lnTo>
                    <a:pt x="3132490" y="1614572"/>
                  </a:lnTo>
                  <a:lnTo>
                    <a:pt x="3179582" y="1677011"/>
                  </a:lnTo>
                  <a:lnTo>
                    <a:pt x="3226736" y="1740437"/>
                  </a:lnTo>
                  <a:lnTo>
                    <a:pt x="3273920" y="1804287"/>
                  </a:lnTo>
                  <a:lnTo>
                    <a:pt x="3321092" y="1867979"/>
                  </a:lnTo>
                  <a:lnTo>
                    <a:pt x="3368216" y="1930941"/>
                  </a:lnTo>
                  <a:lnTo>
                    <a:pt x="3415266" y="1992625"/>
                  </a:lnTo>
                  <a:lnTo>
                    <a:pt x="3462238" y="2052532"/>
                  </a:lnTo>
                  <a:lnTo>
                    <a:pt x="3509158" y="2110223"/>
                  </a:lnTo>
                  <a:lnTo>
                    <a:pt x="3556089" y="2165335"/>
                  </a:lnTo>
                  <a:lnTo>
                    <a:pt x="3603139" y="2217587"/>
                  </a:lnTo>
                  <a:lnTo>
                    <a:pt x="3650470" y="2266780"/>
                  </a:lnTo>
                  <a:lnTo>
                    <a:pt x="3698304" y="2312800"/>
                  </a:lnTo>
                  <a:lnTo>
                    <a:pt x="3746936" y="2355607"/>
                  </a:lnTo>
                  <a:lnTo>
                    <a:pt x="3796741" y="2395234"/>
                  </a:lnTo>
                  <a:lnTo>
                    <a:pt x="3820202" y="2412438"/>
                  </a:lnTo>
                  <a:lnTo>
                    <a:pt x="3871702" y="2446989"/>
                  </a:lnTo>
                  <a:lnTo>
                    <a:pt x="3925613" y="2478563"/>
                  </a:lnTo>
                  <a:lnTo>
                    <a:pt x="3982603" y="2507264"/>
                  </a:lnTo>
                  <a:lnTo>
                    <a:pt x="4043408" y="2533294"/>
                  </a:lnTo>
                  <a:lnTo>
                    <a:pt x="4108788" y="2556896"/>
                  </a:lnTo>
                  <a:lnTo>
                    <a:pt x="4179492" y="2578318"/>
                  </a:lnTo>
                  <a:lnTo>
                    <a:pt x="4256203" y="2597798"/>
                  </a:lnTo>
                  <a:lnTo>
                    <a:pt x="4339478" y="2615544"/>
                  </a:lnTo>
                  <a:lnTo>
                    <a:pt x="4429656" y="2631727"/>
                  </a:lnTo>
                  <a:lnTo>
                    <a:pt x="4526748" y="2646484"/>
                  </a:lnTo>
                  <a:lnTo>
                    <a:pt x="4630302" y="2659905"/>
                  </a:lnTo>
                  <a:lnTo>
                    <a:pt x="4739265" y="2672045"/>
                  </a:lnTo>
                  <a:lnTo>
                    <a:pt x="4851853" y="2682920"/>
                  </a:lnTo>
                  <a:lnTo>
                    <a:pt x="4965495" y="2692518"/>
                  </a:lnTo>
                  <a:lnTo>
                    <a:pt x="5076883" y="2700812"/>
                  </a:lnTo>
                  <a:lnTo>
                    <a:pt x="5182183" y="2707780"/>
                  </a:lnTo>
                  <a:lnTo>
                    <a:pt x="5277432" y="2713420"/>
                  </a:lnTo>
                  <a:lnTo>
                    <a:pt x="5359061" y="2717772"/>
                  </a:lnTo>
                  <a:lnTo>
                    <a:pt x="5424478" y="2720928"/>
                  </a:lnTo>
                  <a:lnTo>
                    <a:pt x="5472537" y="2723036"/>
                  </a:lnTo>
                  <a:lnTo>
                    <a:pt x="5503805" y="2724286"/>
                  </a:lnTo>
                  <a:lnTo>
                    <a:pt x="5520583" y="2724900"/>
                  </a:lnTo>
                  <a:lnTo>
                    <a:pt x="5526728" y="2725107"/>
                  </a:lnTo>
                  <a:lnTo>
                    <a:pt x="5527445" y="2725129"/>
                  </a:lnTo>
                  <a:lnTo>
                    <a:pt x="6522385" y="2725129"/>
                  </a:lnTo>
                  <a:lnTo>
                    <a:pt x="6523466" y="2725080"/>
                  </a:lnTo>
                  <a:lnTo>
                    <a:pt x="6530606" y="2724728"/>
                  </a:lnTo>
                  <a:lnTo>
                    <a:pt x="6548722" y="2723758"/>
                  </a:lnTo>
                  <a:lnTo>
                    <a:pt x="6581410" y="2721844"/>
                  </a:lnTo>
                  <a:lnTo>
                    <a:pt x="6630733" y="2718680"/>
                  </a:lnTo>
                  <a:lnTo>
                    <a:pt x="6697080" y="2713998"/>
                  </a:lnTo>
                  <a:lnTo>
                    <a:pt x="6779192" y="2707600"/>
                  </a:lnTo>
                  <a:lnTo>
                    <a:pt x="6874449" y="2699360"/>
                  </a:lnTo>
                  <a:lnTo>
                    <a:pt x="6979327" y="2689226"/>
                  </a:lnTo>
                  <a:lnTo>
                    <a:pt x="7089958" y="2677204"/>
                  </a:lnTo>
                  <a:lnTo>
                    <a:pt x="7202627" y="2663328"/>
                  </a:lnTo>
                  <a:lnTo>
                    <a:pt x="7314141" y="2647634"/>
                  </a:lnTo>
                  <a:lnTo>
                    <a:pt x="7422023" y="2630138"/>
                  </a:lnTo>
                  <a:lnTo>
                    <a:pt x="7524559" y="2610815"/>
                  </a:lnTo>
                  <a:lnTo>
                    <a:pt x="7620732" y="2589589"/>
                  </a:lnTo>
                  <a:lnTo>
                    <a:pt x="7710111" y="2566329"/>
                  </a:lnTo>
                  <a:lnTo>
                    <a:pt x="7792705" y="2540846"/>
                  </a:lnTo>
                  <a:lnTo>
                    <a:pt x="7868845" y="2512894"/>
                  </a:lnTo>
                  <a:lnTo>
                    <a:pt x="7939069" y="2482182"/>
                  </a:lnTo>
                  <a:lnTo>
                    <a:pt x="8004041" y="2448376"/>
                  </a:lnTo>
                  <a:lnTo>
                    <a:pt x="8064490" y="2411124"/>
                  </a:lnTo>
                  <a:lnTo>
                    <a:pt x="8121156" y="2370083"/>
                  </a:lnTo>
                  <a:lnTo>
                    <a:pt x="8174758" y="2324962"/>
                  </a:lnTo>
                  <a:lnTo>
                    <a:pt x="8225951" y="2275604"/>
                  </a:lnTo>
                  <a:lnTo>
                    <a:pt x="8229629" y="2271814"/>
                  </a:lnTo>
                  <a:lnTo>
                    <a:pt x="8274522" y="2222907"/>
                  </a:lnTo>
                  <a:lnTo>
                    <a:pt x="8318287" y="2170421"/>
                  </a:lnTo>
                  <a:lnTo>
                    <a:pt x="8361230" y="2114282"/>
                  </a:lnTo>
                  <a:lnTo>
                    <a:pt x="8403598" y="2054477"/>
                  </a:lnTo>
                  <a:lnTo>
                    <a:pt x="8445588" y="1991055"/>
                  </a:lnTo>
                  <a:lnTo>
                    <a:pt x="8487354" y="1924136"/>
                  </a:lnTo>
                  <a:lnTo>
                    <a:pt x="8529012" y="1853912"/>
                  </a:lnTo>
                  <a:lnTo>
                    <a:pt x="8570645" y="1780655"/>
                  </a:lnTo>
                  <a:lnTo>
                    <a:pt x="8612305" y="1704706"/>
                  </a:lnTo>
                  <a:lnTo>
                    <a:pt x="8654020" y="1626479"/>
                  </a:lnTo>
                  <a:lnTo>
                    <a:pt x="8695799" y="1546450"/>
                  </a:lnTo>
                  <a:lnTo>
                    <a:pt x="8737631" y="1465145"/>
                  </a:lnTo>
                  <a:lnTo>
                    <a:pt x="8779497" y="1383127"/>
                  </a:lnTo>
                  <a:lnTo>
                    <a:pt x="8821369" y="1300980"/>
                  </a:lnTo>
                  <a:lnTo>
                    <a:pt x="8863219" y="1219293"/>
                  </a:lnTo>
                  <a:lnTo>
                    <a:pt x="8905023" y="1138639"/>
                  </a:lnTo>
                  <a:lnTo>
                    <a:pt x="8946767" y="1059564"/>
                  </a:lnTo>
                  <a:lnTo>
                    <a:pt x="8988449" y="982566"/>
                  </a:lnTo>
                  <a:lnTo>
                    <a:pt x="9030088" y="908087"/>
                  </a:lnTo>
                  <a:lnTo>
                    <a:pt x="9071727" y="836501"/>
                  </a:lnTo>
                  <a:lnTo>
                    <a:pt x="9113433" y="768111"/>
                  </a:lnTo>
                  <a:lnTo>
                    <a:pt x="9155309" y="703143"/>
                  </a:lnTo>
                  <a:lnTo>
                    <a:pt x="9197491" y="641748"/>
                  </a:lnTo>
                  <a:lnTo>
                    <a:pt x="9240155" y="584007"/>
                  </a:lnTo>
                  <a:lnTo>
                    <a:pt x="9283527" y="529932"/>
                  </a:lnTo>
                  <a:lnTo>
                    <a:pt x="9327886" y="479475"/>
                  </a:lnTo>
                  <a:lnTo>
                    <a:pt x="9347647" y="458555"/>
                  </a:lnTo>
                  <a:lnTo>
                    <a:pt x="9398687" y="408885"/>
                  </a:lnTo>
                  <a:lnTo>
                    <a:pt x="9452091" y="363457"/>
                  </a:lnTo>
                  <a:lnTo>
                    <a:pt x="9508508" y="322124"/>
                  </a:lnTo>
                  <a:lnTo>
                    <a:pt x="9568654" y="284606"/>
                  </a:lnTo>
                  <a:lnTo>
                    <a:pt x="9633269" y="250559"/>
                  </a:lnTo>
                  <a:lnTo>
                    <a:pt x="9703084" y="219631"/>
                  </a:lnTo>
                  <a:lnTo>
                    <a:pt x="9778769" y="191488"/>
                  </a:lnTo>
                  <a:lnTo>
                    <a:pt x="9860876" y="165832"/>
                  </a:lnTo>
                  <a:lnTo>
                    <a:pt x="9949751" y="142416"/>
                  </a:lnTo>
                  <a:lnTo>
                    <a:pt x="10045435" y="121046"/>
                  </a:lnTo>
                  <a:lnTo>
                    <a:pt x="10147530" y="101587"/>
                  </a:lnTo>
                  <a:lnTo>
                    <a:pt x="10255069" y="83958"/>
                  </a:lnTo>
                  <a:lnTo>
                    <a:pt x="10366391" y="68132"/>
                  </a:lnTo>
                  <a:lnTo>
                    <a:pt x="10479076" y="54121"/>
                  </a:lnTo>
                  <a:lnTo>
                    <a:pt x="10589979" y="41961"/>
                  </a:lnTo>
                  <a:lnTo>
                    <a:pt x="10695412" y="31689"/>
                  </a:lnTo>
                  <a:lnTo>
                    <a:pt x="10791501" y="23311"/>
                  </a:lnTo>
                  <a:lnTo>
                    <a:pt x="10874682" y="16780"/>
                  </a:lnTo>
                  <a:lnTo>
                    <a:pt x="10942247" y="11979"/>
                  </a:lnTo>
                  <a:lnTo>
                    <a:pt x="10992827" y="8711"/>
                  </a:lnTo>
                  <a:lnTo>
                    <a:pt x="11026685" y="6716"/>
                  </a:lnTo>
                  <a:lnTo>
                    <a:pt x="11045766" y="5687"/>
                  </a:lnTo>
                  <a:lnTo>
                    <a:pt x="11053559" y="530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0" y="49"/>
                  </a:lnTo>
                  <a:lnTo>
                    <a:pt x="11046671" y="400"/>
                  </a:lnTo>
                  <a:lnTo>
                    <a:pt x="11028554" y="1371"/>
                  </a:lnTo>
                  <a:lnTo>
                    <a:pt x="10995867" y="3285"/>
                  </a:lnTo>
                  <a:lnTo>
                    <a:pt x="10946543" y="6449"/>
                  </a:lnTo>
                  <a:lnTo>
                    <a:pt x="10880197" y="11130"/>
                  </a:lnTo>
                  <a:lnTo>
                    <a:pt x="10798084" y="17529"/>
                  </a:lnTo>
                  <a:lnTo>
                    <a:pt x="10702828" y="25769"/>
                  </a:lnTo>
                  <a:lnTo>
                    <a:pt x="10597950" y="35902"/>
                  </a:lnTo>
                  <a:lnTo>
                    <a:pt x="10487318" y="47924"/>
                  </a:lnTo>
                  <a:lnTo>
                    <a:pt x="10374649" y="61801"/>
                  </a:lnTo>
                  <a:lnTo>
                    <a:pt x="10263135" y="77494"/>
                  </a:lnTo>
                  <a:lnTo>
                    <a:pt x="10155253" y="94990"/>
                  </a:lnTo>
                  <a:lnTo>
                    <a:pt x="10052718" y="114314"/>
                  </a:lnTo>
                  <a:lnTo>
                    <a:pt x="9956544" y="135540"/>
                  </a:lnTo>
                  <a:lnTo>
                    <a:pt x="9867166" y="158800"/>
                  </a:lnTo>
                  <a:lnTo>
                    <a:pt x="9784571" y="184283"/>
                  </a:lnTo>
                  <a:lnTo>
                    <a:pt x="9708431" y="212234"/>
                  </a:lnTo>
                  <a:lnTo>
                    <a:pt x="9638208" y="242947"/>
                  </a:lnTo>
                  <a:lnTo>
                    <a:pt x="9573235" y="276753"/>
                  </a:lnTo>
                  <a:lnTo>
                    <a:pt x="9512787" y="314004"/>
                  </a:lnTo>
                  <a:lnTo>
                    <a:pt x="9456121" y="355046"/>
                  </a:lnTo>
                  <a:lnTo>
                    <a:pt x="9402519" y="400167"/>
                  </a:lnTo>
                  <a:lnTo>
                    <a:pt x="9351325" y="449525"/>
                  </a:lnTo>
                  <a:lnTo>
                    <a:pt x="9347647" y="453314"/>
                  </a:lnTo>
                  <a:lnTo>
                    <a:pt x="9302754" y="502222"/>
                  </a:lnTo>
                  <a:lnTo>
                    <a:pt x="9258989" y="554708"/>
                  </a:lnTo>
                  <a:lnTo>
                    <a:pt x="9216046" y="610846"/>
                  </a:lnTo>
                  <a:lnTo>
                    <a:pt x="9173679" y="670651"/>
                  </a:lnTo>
                  <a:lnTo>
                    <a:pt x="9131688" y="734073"/>
                  </a:lnTo>
                  <a:lnTo>
                    <a:pt x="9089922" y="800993"/>
                  </a:lnTo>
                  <a:lnTo>
                    <a:pt x="9048264" y="871216"/>
                  </a:lnTo>
                  <a:lnTo>
                    <a:pt x="9006632" y="944474"/>
                  </a:lnTo>
                  <a:lnTo>
                    <a:pt x="8964972" y="1020423"/>
                  </a:lnTo>
                  <a:lnTo>
                    <a:pt x="8923256" y="1098649"/>
                  </a:lnTo>
                  <a:lnTo>
                    <a:pt x="8881478" y="1178678"/>
                  </a:lnTo>
                  <a:lnTo>
                    <a:pt x="8839645" y="1259984"/>
                  </a:lnTo>
                  <a:lnTo>
                    <a:pt x="8797779" y="1342002"/>
                  </a:lnTo>
                  <a:lnTo>
                    <a:pt x="8755907" y="1424149"/>
                  </a:lnTo>
                  <a:lnTo>
                    <a:pt x="8714057" y="1505836"/>
                  </a:lnTo>
                  <a:lnTo>
                    <a:pt x="8672253" y="1586490"/>
                  </a:lnTo>
                  <a:lnTo>
                    <a:pt x="8630510" y="1665565"/>
                  </a:lnTo>
                  <a:lnTo>
                    <a:pt x="8588828" y="1742563"/>
                  </a:lnTo>
                  <a:lnTo>
                    <a:pt x="8547188" y="1817042"/>
                  </a:lnTo>
                  <a:lnTo>
                    <a:pt x="8505550" y="1888628"/>
                  </a:lnTo>
                  <a:lnTo>
                    <a:pt x="8463843" y="1957018"/>
                  </a:lnTo>
                  <a:lnTo>
                    <a:pt x="8421967" y="2021986"/>
                  </a:lnTo>
                  <a:lnTo>
                    <a:pt x="8379786" y="2083380"/>
                  </a:lnTo>
                  <a:lnTo>
                    <a:pt x="8337122" y="2141121"/>
                  </a:lnTo>
                  <a:lnTo>
                    <a:pt x="8293750" y="2195197"/>
                  </a:lnTo>
                  <a:lnTo>
                    <a:pt x="8249391" y="2245654"/>
                  </a:lnTo>
                  <a:lnTo>
                    <a:pt x="8229629" y="2266574"/>
                  </a:lnTo>
                  <a:lnTo>
                    <a:pt x="8178589" y="2316244"/>
                  </a:lnTo>
                  <a:lnTo>
                    <a:pt x="8125186" y="2361672"/>
                  </a:lnTo>
                  <a:lnTo>
                    <a:pt x="8068768" y="2403005"/>
                  </a:lnTo>
                  <a:lnTo>
                    <a:pt x="8008623" y="2440523"/>
                  </a:lnTo>
                  <a:lnTo>
                    <a:pt x="7944007" y="2474570"/>
                  </a:lnTo>
                  <a:lnTo>
                    <a:pt x="7874192" y="2505497"/>
                  </a:lnTo>
                  <a:lnTo>
                    <a:pt x="7798507" y="2533641"/>
                  </a:lnTo>
                  <a:lnTo>
                    <a:pt x="7716401" y="2559296"/>
                  </a:lnTo>
                  <a:lnTo>
                    <a:pt x="7627525" y="2582713"/>
                  </a:lnTo>
                  <a:lnTo>
                    <a:pt x="7531842" y="2604082"/>
                  </a:lnTo>
                  <a:lnTo>
                    <a:pt x="7429747" y="2623542"/>
                  </a:lnTo>
                  <a:lnTo>
                    <a:pt x="7322208" y="2641171"/>
                  </a:lnTo>
                  <a:lnTo>
                    <a:pt x="7210885" y="2656997"/>
                  </a:lnTo>
                  <a:lnTo>
                    <a:pt x="7098200" y="2671008"/>
                  </a:lnTo>
                  <a:lnTo>
                    <a:pt x="6987298" y="2683167"/>
                  </a:lnTo>
                  <a:lnTo>
                    <a:pt x="6881865" y="2693440"/>
                  </a:lnTo>
                  <a:lnTo>
                    <a:pt x="6785775" y="2701818"/>
                  </a:lnTo>
                  <a:lnTo>
                    <a:pt x="6702595" y="2708349"/>
                  </a:lnTo>
                  <a:lnTo>
                    <a:pt x="6635030" y="2713150"/>
                  </a:lnTo>
                  <a:lnTo>
                    <a:pt x="6584449" y="2716417"/>
                  </a:lnTo>
                  <a:lnTo>
                    <a:pt x="6550591" y="2718413"/>
                  </a:lnTo>
                  <a:lnTo>
                    <a:pt x="6531510" y="2719442"/>
                  </a:lnTo>
                  <a:lnTo>
                    <a:pt x="6523717" y="2719827"/>
                  </a:lnTo>
                  <a:lnTo>
                    <a:pt x="6522385" y="2719889"/>
                  </a:lnTo>
                  <a:lnTo>
                    <a:pt x="5527445" y="2719889"/>
                  </a:lnTo>
                  <a:lnTo>
                    <a:pt x="5526336" y="2719854"/>
                  </a:lnTo>
                  <a:lnTo>
                    <a:pt x="5519013" y="2719605"/>
                  </a:lnTo>
                  <a:lnTo>
                    <a:pt x="5500444" y="2718917"/>
                  </a:lnTo>
                  <a:lnTo>
                    <a:pt x="5466971" y="2717561"/>
                  </a:lnTo>
                  <a:lnTo>
                    <a:pt x="5416526" y="2715320"/>
                  </a:lnTo>
                  <a:lnTo>
                    <a:pt x="5348782" y="2712008"/>
                  </a:lnTo>
                  <a:lnTo>
                    <a:pt x="5265104" y="2707483"/>
                  </a:lnTo>
                  <a:lnTo>
                    <a:pt x="5168251" y="2701663"/>
                  </a:lnTo>
                  <a:lnTo>
                    <a:pt x="5061879" y="2694512"/>
                  </a:lnTo>
                  <a:lnTo>
                    <a:pt x="4949964" y="2686037"/>
                  </a:lnTo>
                  <a:lnTo>
                    <a:pt x="4836286" y="2676263"/>
                  </a:lnTo>
                  <a:lnTo>
                    <a:pt x="4724061" y="2665215"/>
                  </a:lnTo>
                  <a:lnTo>
                    <a:pt x="4615752" y="2652901"/>
                  </a:lnTo>
                  <a:lnTo>
                    <a:pt x="4513036" y="2639300"/>
                  </a:lnTo>
                  <a:lnTo>
                    <a:pt x="4416877" y="2624354"/>
                  </a:lnTo>
                  <a:lnTo>
                    <a:pt x="4327655" y="2607965"/>
                  </a:lnTo>
                  <a:lnTo>
                    <a:pt x="4245306" y="2589993"/>
                  </a:lnTo>
                  <a:lnTo>
                    <a:pt x="4169455" y="2570260"/>
                  </a:lnTo>
                  <a:lnTo>
                    <a:pt x="4099524" y="2548553"/>
                  </a:lnTo>
                  <a:lnTo>
                    <a:pt x="4034816" y="2524634"/>
                  </a:lnTo>
                  <a:lnTo>
                    <a:pt x="3974579" y="2498251"/>
                  </a:lnTo>
                  <a:lnTo>
                    <a:pt x="3918054" y="2469166"/>
                  </a:lnTo>
                  <a:lnTo>
                    <a:pt x="3864511" y="2437187"/>
                  </a:lnTo>
                  <a:lnTo>
                    <a:pt x="3820202" y="2407197"/>
                  </a:lnTo>
                  <a:lnTo>
                    <a:pt x="3769701" y="2369007"/>
                  </a:lnTo>
                  <a:lnTo>
                    <a:pt x="3720581" y="2327672"/>
                  </a:lnTo>
                  <a:lnTo>
                    <a:pt x="3672421" y="2283132"/>
                  </a:lnTo>
                  <a:lnTo>
                    <a:pt x="3624890" y="2235390"/>
                  </a:lnTo>
                  <a:lnTo>
                    <a:pt x="3577734" y="2184528"/>
                  </a:lnTo>
                  <a:lnTo>
                    <a:pt x="3530765" y="2130703"/>
                  </a:lnTo>
                  <a:lnTo>
                    <a:pt x="3483851" y="2074159"/>
                  </a:lnTo>
                  <a:lnTo>
                    <a:pt x="3436908" y="2015223"/>
                  </a:lnTo>
                  <a:lnTo>
                    <a:pt x="3389895" y="1954299"/>
                  </a:lnTo>
                  <a:lnTo>
                    <a:pt x="3342803" y="1891860"/>
                  </a:lnTo>
                  <a:lnTo>
                    <a:pt x="3295649" y="1828434"/>
                  </a:lnTo>
                  <a:lnTo>
                    <a:pt x="3248465" y="1764584"/>
                  </a:lnTo>
                  <a:lnTo>
                    <a:pt x="3201293" y="1700891"/>
                  </a:lnTo>
                  <a:lnTo>
                    <a:pt x="3154169" y="1637930"/>
                  </a:lnTo>
                  <a:lnTo>
                    <a:pt x="3107119" y="1576245"/>
                  </a:lnTo>
                  <a:lnTo>
                    <a:pt x="3060147" y="1516339"/>
                  </a:lnTo>
                  <a:lnTo>
                    <a:pt x="3013227" y="1458648"/>
                  </a:lnTo>
                  <a:lnTo>
                    <a:pt x="2966296" y="1403536"/>
                  </a:lnTo>
                  <a:lnTo>
                    <a:pt x="2919246" y="1351284"/>
                  </a:lnTo>
                  <a:lnTo>
                    <a:pt x="2871915" y="1302091"/>
                  </a:lnTo>
                  <a:lnTo>
                    <a:pt x="2824081" y="1256071"/>
                  </a:lnTo>
                  <a:lnTo>
                    <a:pt x="2775449" y="1213264"/>
                  </a:lnTo>
                  <a:lnTo>
                    <a:pt x="2725644" y="1173637"/>
                  </a:lnTo>
                  <a:lnTo>
                    <a:pt x="2702183" y="1156433"/>
                  </a:lnTo>
                  <a:lnTo>
                    <a:pt x="2650683" y="1121882"/>
                  </a:lnTo>
                  <a:lnTo>
                    <a:pt x="2596772" y="1090308"/>
                  </a:lnTo>
                  <a:lnTo>
                    <a:pt x="2539782" y="1061607"/>
                  </a:lnTo>
                  <a:lnTo>
                    <a:pt x="2478977" y="1035577"/>
                  </a:lnTo>
                  <a:lnTo>
                    <a:pt x="2413597" y="1011975"/>
                  </a:lnTo>
                  <a:lnTo>
                    <a:pt x="2342893" y="990552"/>
                  </a:lnTo>
                  <a:lnTo>
                    <a:pt x="2266182" y="971072"/>
                  </a:lnTo>
                  <a:lnTo>
                    <a:pt x="2182907" y="953327"/>
                  </a:lnTo>
                  <a:lnTo>
                    <a:pt x="2092729" y="937143"/>
                  </a:lnTo>
                  <a:lnTo>
                    <a:pt x="1995637" y="922387"/>
                  </a:lnTo>
                  <a:lnTo>
                    <a:pt x="1892083" y="908965"/>
                  </a:lnTo>
                  <a:lnTo>
                    <a:pt x="1783120" y="896825"/>
                  </a:lnTo>
                  <a:lnTo>
                    <a:pt x="1670532" y="885951"/>
                  </a:lnTo>
                  <a:lnTo>
                    <a:pt x="1556890" y="876353"/>
                  </a:lnTo>
                  <a:lnTo>
                    <a:pt x="1445502" y="868059"/>
                  </a:lnTo>
                  <a:lnTo>
                    <a:pt x="1340202" y="861091"/>
                  </a:lnTo>
                  <a:lnTo>
                    <a:pt x="1244953" y="855451"/>
                  </a:lnTo>
                  <a:lnTo>
                    <a:pt x="1163324" y="851099"/>
                  </a:lnTo>
                  <a:lnTo>
                    <a:pt x="1097907" y="847943"/>
                  </a:lnTo>
                  <a:lnTo>
                    <a:pt x="1049848" y="845835"/>
                  </a:lnTo>
                  <a:lnTo>
                    <a:pt x="1018580" y="844585"/>
                  </a:lnTo>
                  <a:lnTo>
                    <a:pt x="1001802" y="843971"/>
                  </a:lnTo>
                  <a:lnTo>
                    <a:pt x="995657" y="843764"/>
                  </a:lnTo>
                  <a:lnTo>
                    <a:pt x="994940" y="843742"/>
                  </a:lnTo>
                  <a:lnTo>
                    <a:pt x="0" y="843742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9" name="pl198"/>
            <p:cNvSpPr/>
            <p:nvPr/>
          </p:nvSpPr>
          <p:spPr>
            <a:xfrm>
              <a:off x="1199187" y="2253308"/>
              <a:ext cx="12049831" cy="2719889"/>
            </a:xfrm>
            <a:custGeom>
              <a:avLst/>
              <a:pathLst>
                <a:path w="12049831" h="2719889">
                  <a:moveTo>
                    <a:pt x="0" y="843742"/>
                  </a:moveTo>
                  <a:lnTo>
                    <a:pt x="994940" y="843742"/>
                  </a:lnTo>
                  <a:lnTo>
                    <a:pt x="996049" y="843777"/>
                  </a:lnTo>
                  <a:lnTo>
                    <a:pt x="1003372" y="844026"/>
                  </a:lnTo>
                  <a:lnTo>
                    <a:pt x="1021941" y="844713"/>
                  </a:lnTo>
                  <a:lnTo>
                    <a:pt x="1055414" y="846069"/>
                  </a:lnTo>
                  <a:lnTo>
                    <a:pt x="1105859" y="848310"/>
                  </a:lnTo>
                  <a:lnTo>
                    <a:pt x="1173603" y="851622"/>
                  </a:lnTo>
                  <a:lnTo>
                    <a:pt x="1257281" y="856147"/>
                  </a:lnTo>
                  <a:lnTo>
                    <a:pt x="1354134" y="861968"/>
                  </a:lnTo>
                  <a:lnTo>
                    <a:pt x="1460506" y="869118"/>
                  </a:lnTo>
                  <a:lnTo>
                    <a:pt x="1572421" y="877593"/>
                  </a:lnTo>
                  <a:lnTo>
                    <a:pt x="1686099" y="887367"/>
                  </a:lnTo>
                  <a:lnTo>
                    <a:pt x="1798324" y="898415"/>
                  </a:lnTo>
                  <a:lnTo>
                    <a:pt x="1906633" y="910729"/>
                  </a:lnTo>
                  <a:lnTo>
                    <a:pt x="2009349" y="924330"/>
                  </a:lnTo>
                  <a:lnTo>
                    <a:pt x="2105508" y="939276"/>
                  </a:lnTo>
                  <a:lnTo>
                    <a:pt x="2194730" y="955665"/>
                  </a:lnTo>
                  <a:lnTo>
                    <a:pt x="2277079" y="973637"/>
                  </a:lnTo>
                  <a:lnTo>
                    <a:pt x="2352930" y="993370"/>
                  </a:lnTo>
                  <a:lnTo>
                    <a:pt x="2422861" y="1015077"/>
                  </a:lnTo>
                  <a:lnTo>
                    <a:pt x="2487569" y="1038997"/>
                  </a:lnTo>
                  <a:lnTo>
                    <a:pt x="2547806" y="1065379"/>
                  </a:lnTo>
                  <a:lnTo>
                    <a:pt x="2604331" y="1094464"/>
                  </a:lnTo>
                  <a:lnTo>
                    <a:pt x="2657874" y="1126443"/>
                  </a:lnTo>
                  <a:lnTo>
                    <a:pt x="2702183" y="1156433"/>
                  </a:lnTo>
                  <a:lnTo>
                    <a:pt x="2752684" y="1194623"/>
                  </a:lnTo>
                  <a:lnTo>
                    <a:pt x="2801804" y="1235958"/>
                  </a:lnTo>
                  <a:lnTo>
                    <a:pt x="2849964" y="1280498"/>
                  </a:lnTo>
                  <a:lnTo>
                    <a:pt x="2897495" y="1328240"/>
                  </a:lnTo>
                  <a:lnTo>
                    <a:pt x="2944651" y="1379103"/>
                  </a:lnTo>
                  <a:lnTo>
                    <a:pt x="2991620" y="1432927"/>
                  </a:lnTo>
                  <a:lnTo>
                    <a:pt x="3038534" y="1489471"/>
                  </a:lnTo>
                  <a:lnTo>
                    <a:pt x="3085477" y="1548407"/>
                  </a:lnTo>
                  <a:lnTo>
                    <a:pt x="3132490" y="1609331"/>
                  </a:lnTo>
                  <a:lnTo>
                    <a:pt x="3179582" y="1671770"/>
                  </a:lnTo>
                  <a:lnTo>
                    <a:pt x="3226736" y="1735196"/>
                  </a:lnTo>
                  <a:lnTo>
                    <a:pt x="3273920" y="1799046"/>
                  </a:lnTo>
                  <a:lnTo>
                    <a:pt x="3321092" y="1862739"/>
                  </a:lnTo>
                  <a:lnTo>
                    <a:pt x="3368216" y="1925701"/>
                  </a:lnTo>
                  <a:lnTo>
                    <a:pt x="3415266" y="1987385"/>
                  </a:lnTo>
                  <a:lnTo>
                    <a:pt x="3462238" y="2047291"/>
                  </a:lnTo>
                  <a:lnTo>
                    <a:pt x="3509158" y="2104982"/>
                  </a:lnTo>
                  <a:lnTo>
                    <a:pt x="3556089" y="2160094"/>
                  </a:lnTo>
                  <a:lnTo>
                    <a:pt x="3603139" y="2212346"/>
                  </a:lnTo>
                  <a:lnTo>
                    <a:pt x="3650470" y="2261540"/>
                  </a:lnTo>
                  <a:lnTo>
                    <a:pt x="3698304" y="2307559"/>
                  </a:lnTo>
                  <a:lnTo>
                    <a:pt x="3746936" y="2350367"/>
                  </a:lnTo>
                  <a:lnTo>
                    <a:pt x="3796741" y="2389993"/>
                  </a:lnTo>
                  <a:lnTo>
                    <a:pt x="3820202" y="2407197"/>
                  </a:lnTo>
                  <a:lnTo>
                    <a:pt x="3871702" y="2441748"/>
                  </a:lnTo>
                  <a:lnTo>
                    <a:pt x="3925613" y="2473322"/>
                  </a:lnTo>
                  <a:lnTo>
                    <a:pt x="3982603" y="2502024"/>
                  </a:lnTo>
                  <a:lnTo>
                    <a:pt x="4043408" y="2528054"/>
                  </a:lnTo>
                  <a:lnTo>
                    <a:pt x="4108788" y="2551655"/>
                  </a:lnTo>
                  <a:lnTo>
                    <a:pt x="4179492" y="2573078"/>
                  </a:lnTo>
                  <a:lnTo>
                    <a:pt x="4256203" y="2592558"/>
                  </a:lnTo>
                  <a:lnTo>
                    <a:pt x="4339478" y="2610303"/>
                  </a:lnTo>
                  <a:lnTo>
                    <a:pt x="4429656" y="2626487"/>
                  </a:lnTo>
                  <a:lnTo>
                    <a:pt x="4526748" y="2641243"/>
                  </a:lnTo>
                  <a:lnTo>
                    <a:pt x="4630302" y="2654665"/>
                  </a:lnTo>
                  <a:lnTo>
                    <a:pt x="4739265" y="2666805"/>
                  </a:lnTo>
                  <a:lnTo>
                    <a:pt x="4851853" y="2677679"/>
                  </a:lnTo>
                  <a:lnTo>
                    <a:pt x="4965495" y="2687277"/>
                  </a:lnTo>
                  <a:lnTo>
                    <a:pt x="5076883" y="2695571"/>
                  </a:lnTo>
                  <a:lnTo>
                    <a:pt x="5182183" y="2702539"/>
                  </a:lnTo>
                  <a:lnTo>
                    <a:pt x="5277432" y="2708179"/>
                  </a:lnTo>
                  <a:lnTo>
                    <a:pt x="5359061" y="2712531"/>
                  </a:lnTo>
                  <a:lnTo>
                    <a:pt x="5424478" y="2715687"/>
                  </a:lnTo>
                  <a:lnTo>
                    <a:pt x="5472537" y="2717795"/>
                  </a:lnTo>
                  <a:lnTo>
                    <a:pt x="5503805" y="2719046"/>
                  </a:lnTo>
                  <a:lnTo>
                    <a:pt x="5520583" y="2719660"/>
                  </a:lnTo>
                  <a:lnTo>
                    <a:pt x="5526728" y="2719866"/>
                  </a:lnTo>
                  <a:lnTo>
                    <a:pt x="5527445" y="2719889"/>
                  </a:lnTo>
                  <a:lnTo>
                    <a:pt x="6522385" y="2719889"/>
                  </a:lnTo>
                  <a:lnTo>
                    <a:pt x="6523466" y="2719839"/>
                  </a:lnTo>
                  <a:lnTo>
                    <a:pt x="6530606" y="2719488"/>
                  </a:lnTo>
                  <a:lnTo>
                    <a:pt x="6548722" y="2718517"/>
                  </a:lnTo>
                  <a:lnTo>
                    <a:pt x="6581410" y="2716603"/>
                  </a:lnTo>
                  <a:lnTo>
                    <a:pt x="6630733" y="2713439"/>
                  </a:lnTo>
                  <a:lnTo>
                    <a:pt x="6697080" y="2708758"/>
                  </a:lnTo>
                  <a:lnTo>
                    <a:pt x="6779192" y="2702359"/>
                  </a:lnTo>
                  <a:lnTo>
                    <a:pt x="6874449" y="2694119"/>
                  </a:lnTo>
                  <a:lnTo>
                    <a:pt x="6979327" y="2683986"/>
                  </a:lnTo>
                  <a:lnTo>
                    <a:pt x="7089958" y="2671964"/>
                  </a:lnTo>
                  <a:lnTo>
                    <a:pt x="7202627" y="2658088"/>
                  </a:lnTo>
                  <a:lnTo>
                    <a:pt x="7314141" y="2642394"/>
                  </a:lnTo>
                  <a:lnTo>
                    <a:pt x="7422023" y="2624898"/>
                  </a:lnTo>
                  <a:lnTo>
                    <a:pt x="7524559" y="2605574"/>
                  </a:lnTo>
                  <a:lnTo>
                    <a:pt x="7620732" y="2584349"/>
                  </a:lnTo>
                  <a:lnTo>
                    <a:pt x="7710111" y="2561088"/>
                  </a:lnTo>
                  <a:lnTo>
                    <a:pt x="7792705" y="2535605"/>
                  </a:lnTo>
                  <a:lnTo>
                    <a:pt x="7868845" y="2507654"/>
                  </a:lnTo>
                  <a:lnTo>
                    <a:pt x="7939069" y="2476941"/>
                  </a:lnTo>
                  <a:lnTo>
                    <a:pt x="8004041" y="2443136"/>
                  </a:lnTo>
                  <a:lnTo>
                    <a:pt x="8064490" y="2405884"/>
                  </a:lnTo>
                  <a:lnTo>
                    <a:pt x="8121156" y="2364842"/>
                  </a:lnTo>
                  <a:lnTo>
                    <a:pt x="8174758" y="2319721"/>
                  </a:lnTo>
                  <a:lnTo>
                    <a:pt x="8225951" y="2270363"/>
                  </a:lnTo>
                  <a:lnTo>
                    <a:pt x="8229629" y="2266574"/>
                  </a:lnTo>
                  <a:lnTo>
                    <a:pt x="8274522" y="2217667"/>
                  </a:lnTo>
                  <a:lnTo>
                    <a:pt x="8318287" y="2165180"/>
                  </a:lnTo>
                  <a:lnTo>
                    <a:pt x="8361230" y="2109042"/>
                  </a:lnTo>
                  <a:lnTo>
                    <a:pt x="8403598" y="2049237"/>
                  </a:lnTo>
                  <a:lnTo>
                    <a:pt x="8445588" y="1985815"/>
                  </a:lnTo>
                  <a:lnTo>
                    <a:pt x="8487354" y="1918895"/>
                  </a:lnTo>
                  <a:lnTo>
                    <a:pt x="8529012" y="1848672"/>
                  </a:lnTo>
                  <a:lnTo>
                    <a:pt x="8570645" y="1775414"/>
                  </a:lnTo>
                  <a:lnTo>
                    <a:pt x="8612305" y="1699465"/>
                  </a:lnTo>
                  <a:lnTo>
                    <a:pt x="8654020" y="1621239"/>
                  </a:lnTo>
                  <a:lnTo>
                    <a:pt x="8695799" y="1541210"/>
                  </a:lnTo>
                  <a:lnTo>
                    <a:pt x="8737631" y="1459904"/>
                  </a:lnTo>
                  <a:lnTo>
                    <a:pt x="8779497" y="1377886"/>
                  </a:lnTo>
                  <a:lnTo>
                    <a:pt x="8821369" y="1295739"/>
                  </a:lnTo>
                  <a:lnTo>
                    <a:pt x="8863219" y="1214052"/>
                  </a:lnTo>
                  <a:lnTo>
                    <a:pt x="8905023" y="1133398"/>
                  </a:lnTo>
                  <a:lnTo>
                    <a:pt x="8946767" y="1054323"/>
                  </a:lnTo>
                  <a:lnTo>
                    <a:pt x="8988449" y="977325"/>
                  </a:lnTo>
                  <a:lnTo>
                    <a:pt x="9030088" y="902846"/>
                  </a:lnTo>
                  <a:lnTo>
                    <a:pt x="9071727" y="831260"/>
                  </a:lnTo>
                  <a:lnTo>
                    <a:pt x="9113433" y="762870"/>
                  </a:lnTo>
                  <a:lnTo>
                    <a:pt x="9155309" y="697902"/>
                  </a:lnTo>
                  <a:lnTo>
                    <a:pt x="9197491" y="636508"/>
                  </a:lnTo>
                  <a:lnTo>
                    <a:pt x="9240155" y="578767"/>
                  </a:lnTo>
                  <a:lnTo>
                    <a:pt x="9283527" y="524691"/>
                  </a:lnTo>
                  <a:lnTo>
                    <a:pt x="9327886" y="474234"/>
                  </a:lnTo>
                  <a:lnTo>
                    <a:pt x="9347647" y="453314"/>
                  </a:lnTo>
                  <a:lnTo>
                    <a:pt x="9398687" y="403645"/>
                  </a:lnTo>
                  <a:lnTo>
                    <a:pt x="9452091" y="358216"/>
                  </a:lnTo>
                  <a:lnTo>
                    <a:pt x="9508508" y="316883"/>
                  </a:lnTo>
                  <a:lnTo>
                    <a:pt x="9568654" y="279365"/>
                  </a:lnTo>
                  <a:lnTo>
                    <a:pt x="9633269" y="245319"/>
                  </a:lnTo>
                  <a:lnTo>
                    <a:pt x="9703084" y="214391"/>
                  </a:lnTo>
                  <a:lnTo>
                    <a:pt x="9778769" y="186247"/>
                  </a:lnTo>
                  <a:lnTo>
                    <a:pt x="9860876" y="160592"/>
                  </a:lnTo>
                  <a:lnTo>
                    <a:pt x="9949751" y="137176"/>
                  </a:lnTo>
                  <a:lnTo>
                    <a:pt x="10045435" y="115806"/>
                  </a:lnTo>
                  <a:lnTo>
                    <a:pt x="10147530" y="96346"/>
                  </a:lnTo>
                  <a:lnTo>
                    <a:pt x="10255069" y="78717"/>
                  </a:lnTo>
                  <a:lnTo>
                    <a:pt x="10366391" y="62891"/>
                  </a:lnTo>
                  <a:lnTo>
                    <a:pt x="10479076" y="48880"/>
                  </a:lnTo>
                  <a:lnTo>
                    <a:pt x="10589979" y="36721"/>
                  </a:lnTo>
                  <a:lnTo>
                    <a:pt x="10695412" y="26448"/>
                  </a:lnTo>
                  <a:lnTo>
                    <a:pt x="10791501" y="18070"/>
                  </a:lnTo>
                  <a:lnTo>
                    <a:pt x="10874682" y="11540"/>
                  </a:lnTo>
                  <a:lnTo>
                    <a:pt x="10942247" y="6738"/>
                  </a:lnTo>
                  <a:lnTo>
                    <a:pt x="10992827" y="3471"/>
                  </a:lnTo>
                  <a:lnTo>
                    <a:pt x="11026685" y="1476"/>
                  </a:lnTo>
                  <a:lnTo>
                    <a:pt x="11045766" y="447"/>
                  </a:lnTo>
                  <a:lnTo>
                    <a:pt x="11053559" y="61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" name="pl199"/>
            <p:cNvSpPr/>
            <p:nvPr/>
          </p:nvSpPr>
          <p:spPr>
            <a:xfrm>
              <a:off x="1199187" y="2248067"/>
              <a:ext cx="12049831" cy="2719889"/>
            </a:xfrm>
            <a:custGeom>
              <a:avLst/>
              <a:pathLst>
                <a:path w="12049831" h="2719889">
                  <a:moveTo>
                    <a:pt x="12049831" y="0"/>
                  </a:moveTo>
                  <a:lnTo>
                    <a:pt x="11054891" y="0"/>
                  </a:lnTo>
                  <a:lnTo>
                    <a:pt x="11053810" y="49"/>
                  </a:lnTo>
                  <a:lnTo>
                    <a:pt x="11046671" y="400"/>
                  </a:lnTo>
                  <a:lnTo>
                    <a:pt x="11028554" y="1371"/>
                  </a:lnTo>
                  <a:lnTo>
                    <a:pt x="10995867" y="3285"/>
                  </a:lnTo>
                  <a:lnTo>
                    <a:pt x="10946543" y="6449"/>
                  </a:lnTo>
                  <a:lnTo>
                    <a:pt x="10880197" y="11130"/>
                  </a:lnTo>
                  <a:lnTo>
                    <a:pt x="10798084" y="17529"/>
                  </a:lnTo>
                  <a:lnTo>
                    <a:pt x="10702828" y="25769"/>
                  </a:lnTo>
                  <a:lnTo>
                    <a:pt x="10597950" y="35902"/>
                  </a:lnTo>
                  <a:lnTo>
                    <a:pt x="10487318" y="47924"/>
                  </a:lnTo>
                  <a:lnTo>
                    <a:pt x="10374649" y="61801"/>
                  </a:lnTo>
                  <a:lnTo>
                    <a:pt x="10263135" y="77494"/>
                  </a:lnTo>
                  <a:lnTo>
                    <a:pt x="10155253" y="94990"/>
                  </a:lnTo>
                  <a:lnTo>
                    <a:pt x="10052718" y="114314"/>
                  </a:lnTo>
                  <a:lnTo>
                    <a:pt x="9956544" y="135540"/>
                  </a:lnTo>
                  <a:lnTo>
                    <a:pt x="9867166" y="158800"/>
                  </a:lnTo>
                  <a:lnTo>
                    <a:pt x="9784571" y="184283"/>
                  </a:lnTo>
                  <a:lnTo>
                    <a:pt x="9708431" y="212234"/>
                  </a:lnTo>
                  <a:lnTo>
                    <a:pt x="9638208" y="242947"/>
                  </a:lnTo>
                  <a:lnTo>
                    <a:pt x="9573235" y="276753"/>
                  </a:lnTo>
                  <a:lnTo>
                    <a:pt x="9512787" y="314004"/>
                  </a:lnTo>
                  <a:lnTo>
                    <a:pt x="9456121" y="355046"/>
                  </a:lnTo>
                  <a:lnTo>
                    <a:pt x="9402519" y="400167"/>
                  </a:lnTo>
                  <a:lnTo>
                    <a:pt x="9351325" y="449525"/>
                  </a:lnTo>
                  <a:lnTo>
                    <a:pt x="9347647" y="453314"/>
                  </a:lnTo>
                  <a:lnTo>
                    <a:pt x="9302754" y="502222"/>
                  </a:lnTo>
                  <a:lnTo>
                    <a:pt x="9258989" y="554708"/>
                  </a:lnTo>
                  <a:lnTo>
                    <a:pt x="9216046" y="610846"/>
                  </a:lnTo>
                  <a:lnTo>
                    <a:pt x="9173679" y="670651"/>
                  </a:lnTo>
                  <a:lnTo>
                    <a:pt x="9131688" y="734073"/>
                  </a:lnTo>
                  <a:lnTo>
                    <a:pt x="9089922" y="800993"/>
                  </a:lnTo>
                  <a:lnTo>
                    <a:pt x="9048264" y="871216"/>
                  </a:lnTo>
                  <a:lnTo>
                    <a:pt x="9006632" y="944474"/>
                  </a:lnTo>
                  <a:lnTo>
                    <a:pt x="8964972" y="1020423"/>
                  </a:lnTo>
                  <a:lnTo>
                    <a:pt x="8923256" y="1098649"/>
                  </a:lnTo>
                  <a:lnTo>
                    <a:pt x="8881478" y="1178678"/>
                  </a:lnTo>
                  <a:lnTo>
                    <a:pt x="8839645" y="1259984"/>
                  </a:lnTo>
                  <a:lnTo>
                    <a:pt x="8797779" y="1342002"/>
                  </a:lnTo>
                  <a:lnTo>
                    <a:pt x="8755907" y="1424149"/>
                  </a:lnTo>
                  <a:lnTo>
                    <a:pt x="8714057" y="1505836"/>
                  </a:lnTo>
                  <a:lnTo>
                    <a:pt x="8672253" y="1586490"/>
                  </a:lnTo>
                  <a:lnTo>
                    <a:pt x="8630510" y="1665565"/>
                  </a:lnTo>
                  <a:lnTo>
                    <a:pt x="8588828" y="1742563"/>
                  </a:lnTo>
                  <a:lnTo>
                    <a:pt x="8547188" y="1817042"/>
                  </a:lnTo>
                  <a:lnTo>
                    <a:pt x="8505550" y="1888628"/>
                  </a:lnTo>
                  <a:lnTo>
                    <a:pt x="8463843" y="1957018"/>
                  </a:lnTo>
                  <a:lnTo>
                    <a:pt x="8421967" y="2021986"/>
                  </a:lnTo>
                  <a:lnTo>
                    <a:pt x="8379786" y="2083380"/>
                  </a:lnTo>
                  <a:lnTo>
                    <a:pt x="8337122" y="2141121"/>
                  </a:lnTo>
                  <a:lnTo>
                    <a:pt x="8293750" y="2195197"/>
                  </a:lnTo>
                  <a:lnTo>
                    <a:pt x="8249391" y="2245654"/>
                  </a:lnTo>
                  <a:lnTo>
                    <a:pt x="8229629" y="2266574"/>
                  </a:lnTo>
                  <a:lnTo>
                    <a:pt x="8178589" y="2316244"/>
                  </a:lnTo>
                  <a:lnTo>
                    <a:pt x="8125186" y="2361672"/>
                  </a:lnTo>
                  <a:lnTo>
                    <a:pt x="8068768" y="2403005"/>
                  </a:lnTo>
                  <a:lnTo>
                    <a:pt x="8008623" y="2440523"/>
                  </a:lnTo>
                  <a:lnTo>
                    <a:pt x="7944007" y="2474570"/>
                  </a:lnTo>
                  <a:lnTo>
                    <a:pt x="7874192" y="2505497"/>
                  </a:lnTo>
                  <a:lnTo>
                    <a:pt x="7798507" y="2533641"/>
                  </a:lnTo>
                  <a:lnTo>
                    <a:pt x="7716401" y="2559296"/>
                  </a:lnTo>
                  <a:lnTo>
                    <a:pt x="7627525" y="2582713"/>
                  </a:lnTo>
                  <a:lnTo>
                    <a:pt x="7531842" y="2604082"/>
                  </a:lnTo>
                  <a:lnTo>
                    <a:pt x="7429747" y="2623542"/>
                  </a:lnTo>
                  <a:lnTo>
                    <a:pt x="7322208" y="2641171"/>
                  </a:lnTo>
                  <a:lnTo>
                    <a:pt x="7210885" y="2656997"/>
                  </a:lnTo>
                  <a:lnTo>
                    <a:pt x="7098200" y="2671008"/>
                  </a:lnTo>
                  <a:lnTo>
                    <a:pt x="6987298" y="2683167"/>
                  </a:lnTo>
                  <a:lnTo>
                    <a:pt x="6881865" y="2693440"/>
                  </a:lnTo>
                  <a:lnTo>
                    <a:pt x="6785775" y="2701818"/>
                  </a:lnTo>
                  <a:lnTo>
                    <a:pt x="6702595" y="2708349"/>
                  </a:lnTo>
                  <a:lnTo>
                    <a:pt x="6635030" y="2713150"/>
                  </a:lnTo>
                  <a:lnTo>
                    <a:pt x="6584449" y="2716417"/>
                  </a:lnTo>
                  <a:lnTo>
                    <a:pt x="6550591" y="2718413"/>
                  </a:lnTo>
                  <a:lnTo>
                    <a:pt x="6531510" y="2719442"/>
                  </a:lnTo>
                  <a:lnTo>
                    <a:pt x="6523717" y="2719827"/>
                  </a:lnTo>
                  <a:lnTo>
                    <a:pt x="6522386" y="2719889"/>
                  </a:lnTo>
                  <a:lnTo>
                    <a:pt x="6522385" y="2719889"/>
                  </a:lnTo>
                  <a:lnTo>
                    <a:pt x="5527445" y="2719889"/>
                  </a:lnTo>
                  <a:lnTo>
                    <a:pt x="5526336" y="2719854"/>
                  </a:lnTo>
                  <a:lnTo>
                    <a:pt x="5519013" y="2719605"/>
                  </a:lnTo>
                  <a:lnTo>
                    <a:pt x="5500444" y="2718917"/>
                  </a:lnTo>
                  <a:lnTo>
                    <a:pt x="5466971" y="2717561"/>
                  </a:lnTo>
                  <a:lnTo>
                    <a:pt x="5416526" y="2715320"/>
                  </a:lnTo>
                  <a:lnTo>
                    <a:pt x="5348782" y="2712008"/>
                  </a:lnTo>
                  <a:lnTo>
                    <a:pt x="5265104" y="2707483"/>
                  </a:lnTo>
                  <a:lnTo>
                    <a:pt x="5168251" y="2701663"/>
                  </a:lnTo>
                  <a:lnTo>
                    <a:pt x="5061879" y="2694512"/>
                  </a:lnTo>
                  <a:lnTo>
                    <a:pt x="4949964" y="2686037"/>
                  </a:lnTo>
                  <a:lnTo>
                    <a:pt x="4836286" y="2676263"/>
                  </a:lnTo>
                  <a:lnTo>
                    <a:pt x="4724061" y="2665215"/>
                  </a:lnTo>
                  <a:lnTo>
                    <a:pt x="4615752" y="2652901"/>
                  </a:lnTo>
                  <a:lnTo>
                    <a:pt x="4513036" y="2639300"/>
                  </a:lnTo>
                  <a:lnTo>
                    <a:pt x="4416877" y="2624354"/>
                  </a:lnTo>
                  <a:lnTo>
                    <a:pt x="4327655" y="2607965"/>
                  </a:lnTo>
                  <a:lnTo>
                    <a:pt x="4245306" y="2589993"/>
                  </a:lnTo>
                  <a:lnTo>
                    <a:pt x="4169455" y="2570260"/>
                  </a:lnTo>
                  <a:lnTo>
                    <a:pt x="4099524" y="2548553"/>
                  </a:lnTo>
                  <a:lnTo>
                    <a:pt x="4034816" y="2524634"/>
                  </a:lnTo>
                  <a:lnTo>
                    <a:pt x="3974579" y="2498251"/>
                  </a:lnTo>
                  <a:lnTo>
                    <a:pt x="3918054" y="2469166"/>
                  </a:lnTo>
                  <a:lnTo>
                    <a:pt x="3864511" y="2437187"/>
                  </a:lnTo>
                  <a:lnTo>
                    <a:pt x="3820202" y="2407197"/>
                  </a:lnTo>
                  <a:lnTo>
                    <a:pt x="3769701" y="2369007"/>
                  </a:lnTo>
                  <a:lnTo>
                    <a:pt x="3720581" y="2327672"/>
                  </a:lnTo>
                  <a:lnTo>
                    <a:pt x="3672421" y="2283132"/>
                  </a:lnTo>
                  <a:lnTo>
                    <a:pt x="3624890" y="2235390"/>
                  </a:lnTo>
                  <a:lnTo>
                    <a:pt x="3577734" y="2184528"/>
                  </a:lnTo>
                  <a:lnTo>
                    <a:pt x="3530765" y="2130703"/>
                  </a:lnTo>
                  <a:lnTo>
                    <a:pt x="3483851" y="2074159"/>
                  </a:lnTo>
                  <a:lnTo>
                    <a:pt x="3436908" y="2015223"/>
                  </a:lnTo>
                  <a:lnTo>
                    <a:pt x="3389895" y="1954299"/>
                  </a:lnTo>
                  <a:lnTo>
                    <a:pt x="3342803" y="1891860"/>
                  </a:lnTo>
                  <a:lnTo>
                    <a:pt x="3295649" y="1828434"/>
                  </a:lnTo>
                  <a:lnTo>
                    <a:pt x="3248465" y="1764584"/>
                  </a:lnTo>
                  <a:lnTo>
                    <a:pt x="3201293" y="1700891"/>
                  </a:lnTo>
                  <a:lnTo>
                    <a:pt x="3154169" y="1637930"/>
                  </a:lnTo>
                  <a:lnTo>
                    <a:pt x="3107119" y="1576245"/>
                  </a:lnTo>
                  <a:lnTo>
                    <a:pt x="3060147" y="1516339"/>
                  </a:lnTo>
                  <a:lnTo>
                    <a:pt x="3013227" y="1458648"/>
                  </a:lnTo>
                  <a:lnTo>
                    <a:pt x="2966296" y="1403536"/>
                  </a:lnTo>
                  <a:lnTo>
                    <a:pt x="2919246" y="1351284"/>
                  </a:lnTo>
                  <a:lnTo>
                    <a:pt x="2871915" y="1302091"/>
                  </a:lnTo>
                  <a:lnTo>
                    <a:pt x="2824081" y="1256071"/>
                  </a:lnTo>
                  <a:lnTo>
                    <a:pt x="2775449" y="1213264"/>
                  </a:lnTo>
                  <a:lnTo>
                    <a:pt x="2725644" y="1173637"/>
                  </a:lnTo>
                  <a:lnTo>
                    <a:pt x="2702183" y="1156433"/>
                  </a:lnTo>
                  <a:lnTo>
                    <a:pt x="2650683" y="1121882"/>
                  </a:lnTo>
                  <a:lnTo>
                    <a:pt x="2596772" y="1090308"/>
                  </a:lnTo>
                  <a:lnTo>
                    <a:pt x="2539782" y="1061607"/>
                  </a:lnTo>
                  <a:lnTo>
                    <a:pt x="2478977" y="1035577"/>
                  </a:lnTo>
                  <a:lnTo>
                    <a:pt x="2413597" y="1011975"/>
                  </a:lnTo>
                  <a:lnTo>
                    <a:pt x="2342893" y="990552"/>
                  </a:lnTo>
                  <a:lnTo>
                    <a:pt x="2266182" y="971072"/>
                  </a:lnTo>
                  <a:lnTo>
                    <a:pt x="2182907" y="953327"/>
                  </a:lnTo>
                  <a:lnTo>
                    <a:pt x="2092729" y="937143"/>
                  </a:lnTo>
                  <a:lnTo>
                    <a:pt x="1995637" y="922387"/>
                  </a:lnTo>
                  <a:lnTo>
                    <a:pt x="1892083" y="908965"/>
                  </a:lnTo>
                  <a:lnTo>
                    <a:pt x="1783120" y="896825"/>
                  </a:lnTo>
                  <a:lnTo>
                    <a:pt x="1670532" y="885951"/>
                  </a:lnTo>
                  <a:lnTo>
                    <a:pt x="1556890" y="876353"/>
                  </a:lnTo>
                  <a:lnTo>
                    <a:pt x="1445502" y="868059"/>
                  </a:lnTo>
                  <a:lnTo>
                    <a:pt x="1340202" y="861091"/>
                  </a:lnTo>
                  <a:lnTo>
                    <a:pt x="1244953" y="855451"/>
                  </a:lnTo>
                  <a:lnTo>
                    <a:pt x="1163324" y="851099"/>
                  </a:lnTo>
                  <a:lnTo>
                    <a:pt x="1097907" y="847943"/>
                  </a:lnTo>
                  <a:lnTo>
                    <a:pt x="1049848" y="845835"/>
                  </a:lnTo>
                  <a:lnTo>
                    <a:pt x="1018580" y="844585"/>
                  </a:lnTo>
                  <a:lnTo>
                    <a:pt x="1001802" y="843971"/>
                  </a:lnTo>
                  <a:lnTo>
                    <a:pt x="995657" y="843764"/>
                  </a:lnTo>
                  <a:lnTo>
                    <a:pt x="994940" y="843742"/>
                  </a:lnTo>
                  <a:lnTo>
                    <a:pt x="0" y="843742"/>
                  </a:lnTo>
                  <a:lnTo>
                    <a:pt x="0" y="8437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" name="pg200"/>
            <p:cNvSpPr/>
            <p:nvPr/>
          </p:nvSpPr>
          <p:spPr>
            <a:xfrm>
              <a:off x="1199187" y="2719724"/>
              <a:ext cx="12049831" cy="2263953"/>
            </a:xfrm>
            <a:custGeom>
              <a:avLst/>
              <a:pathLst>
                <a:path w="12049831" h="2263953">
                  <a:moveTo>
                    <a:pt x="0" y="382566"/>
                  </a:moveTo>
                  <a:lnTo>
                    <a:pt x="994940" y="382566"/>
                  </a:lnTo>
                  <a:lnTo>
                    <a:pt x="996049" y="382601"/>
                  </a:lnTo>
                  <a:lnTo>
                    <a:pt x="1003371" y="382850"/>
                  </a:lnTo>
                  <a:lnTo>
                    <a:pt x="1021938" y="383540"/>
                  </a:lnTo>
                  <a:lnTo>
                    <a:pt x="1055406" y="384899"/>
                  </a:lnTo>
                  <a:lnTo>
                    <a:pt x="1105845" y="387146"/>
                  </a:lnTo>
                  <a:lnTo>
                    <a:pt x="1173582" y="390468"/>
                  </a:lnTo>
                  <a:lnTo>
                    <a:pt x="1257252" y="395004"/>
                  </a:lnTo>
                  <a:lnTo>
                    <a:pt x="1354097" y="400840"/>
                  </a:lnTo>
                  <a:lnTo>
                    <a:pt x="1460461" y="408010"/>
                  </a:lnTo>
                  <a:lnTo>
                    <a:pt x="1572370" y="416508"/>
                  </a:lnTo>
                  <a:lnTo>
                    <a:pt x="1686043" y="426308"/>
                  </a:lnTo>
                  <a:lnTo>
                    <a:pt x="1798264" y="437386"/>
                  </a:lnTo>
                  <a:lnTo>
                    <a:pt x="1906571" y="449733"/>
                  </a:lnTo>
                  <a:lnTo>
                    <a:pt x="2009286" y="463370"/>
                  </a:lnTo>
                  <a:lnTo>
                    <a:pt x="2105445" y="478356"/>
                  </a:lnTo>
                  <a:lnTo>
                    <a:pt x="2194668" y="494789"/>
                  </a:lnTo>
                  <a:lnTo>
                    <a:pt x="2277018" y="512809"/>
                  </a:lnTo>
                  <a:lnTo>
                    <a:pt x="2352870" y="532595"/>
                  </a:lnTo>
                  <a:lnTo>
                    <a:pt x="2422803" y="554360"/>
                  </a:lnTo>
                  <a:lnTo>
                    <a:pt x="2487512" y="578343"/>
                  </a:lnTo>
                  <a:lnTo>
                    <a:pt x="2547750" y="604796"/>
                  </a:lnTo>
                  <a:lnTo>
                    <a:pt x="2604277" y="633958"/>
                  </a:lnTo>
                  <a:lnTo>
                    <a:pt x="2657820" y="666022"/>
                  </a:lnTo>
                  <a:lnTo>
                    <a:pt x="2702183" y="696130"/>
                  </a:lnTo>
                  <a:lnTo>
                    <a:pt x="2752645" y="734396"/>
                  </a:lnTo>
                  <a:lnTo>
                    <a:pt x="2801728" y="775811"/>
                  </a:lnTo>
                  <a:lnTo>
                    <a:pt x="2849853" y="820435"/>
                  </a:lnTo>
                  <a:lnTo>
                    <a:pt x="2897348" y="868264"/>
                  </a:lnTo>
                  <a:lnTo>
                    <a:pt x="2944469" y="919218"/>
                  </a:lnTo>
                  <a:lnTo>
                    <a:pt x="2991402" y="973140"/>
                  </a:lnTo>
                  <a:lnTo>
                    <a:pt x="3038280" y="1029784"/>
                  </a:lnTo>
                  <a:lnTo>
                    <a:pt x="3085185" y="1088826"/>
                  </a:lnTo>
                  <a:lnTo>
                    <a:pt x="3132161" y="1149861"/>
                  </a:lnTo>
                  <a:lnTo>
                    <a:pt x="3179216" y="1212417"/>
                  </a:lnTo>
                  <a:lnTo>
                    <a:pt x="3226334" y="1275965"/>
                  </a:lnTo>
                  <a:lnTo>
                    <a:pt x="3273480" y="1339942"/>
                  </a:lnTo>
                  <a:lnTo>
                    <a:pt x="3320617" y="1403768"/>
                  </a:lnTo>
                  <a:lnTo>
                    <a:pt x="3367705" y="1466867"/>
                  </a:lnTo>
                  <a:lnTo>
                    <a:pt x="3414719" y="1528693"/>
                  </a:lnTo>
                  <a:lnTo>
                    <a:pt x="3461656" y="1588744"/>
                  </a:lnTo>
                  <a:lnTo>
                    <a:pt x="3508539" y="1646582"/>
                  </a:lnTo>
                  <a:lnTo>
                    <a:pt x="3555433" y="1701843"/>
                  </a:lnTo>
                  <a:lnTo>
                    <a:pt x="3602443" y="1754242"/>
                  </a:lnTo>
                  <a:lnTo>
                    <a:pt x="3649732" y="1803583"/>
                  </a:lnTo>
                  <a:lnTo>
                    <a:pt x="3697519" y="1849746"/>
                  </a:lnTo>
                  <a:lnTo>
                    <a:pt x="3746097" y="1892693"/>
                  </a:lnTo>
                  <a:lnTo>
                    <a:pt x="3795839" y="1932455"/>
                  </a:lnTo>
                  <a:lnTo>
                    <a:pt x="3820202" y="1950389"/>
                  </a:lnTo>
                  <a:lnTo>
                    <a:pt x="3871699" y="1985035"/>
                  </a:lnTo>
                  <a:lnTo>
                    <a:pt x="3925607" y="2016695"/>
                  </a:lnTo>
                  <a:lnTo>
                    <a:pt x="3982595" y="2045476"/>
                  </a:lnTo>
                  <a:lnTo>
                    <a:pt x="4043396" y="2071578"/>
                  </a:lnTo>
                  <a:lnTo>
                    <a:pt x="4108773" y="2095245"/>
                  </a:lnTo>
                  <a:lnTo>
                    <a:pt x="4179472" y="2116727"/>
                  </a:lnTo>
                  <a:lnTo>
                    <a:pt x="4256178" y="2136261"/>
                  </a:lnTo>
                  <a:lnTo>
                    <a:pt x="4339447" y="2154055"/>
                  </a:lnTo>
                  <a:lnTo>
                    <a:pt x="4429618" y="2170284"/>
                  </a:lnTo>
                  <a:lnTo>
                    <a:pt x="4526702" y="2185082"/>
                  </a:lnTo>
                  <a:lnTo>
                    <a:pt x="4630249" y="2198541"/>
                  </a:lnTo>
                  <a:lnTo>
                    <a:pt x="4739204" y="2210715"/>
                  </a:lnTo>
                  <a:lnTo>
                    <a:pt x="4851786" y="2221620"/>
                  </a:lnTo>
                  <a:lnTo>
                    <a:pt x="4965423" y="2231245"/>
                  </a:lnTo>
                  <a:lnTo>
                    <a:pt x="5076809" y="2239563"/>
                  </a:lnTo>
                  <a:lnTo>
                    <a:pt x="5182110" y="2246551"/>
                  </a:lnTo>
                  <a:lnTo>
                    <a:pt x="5277363" y="2252207"/>
                  </a:lnTo>
                  <a:lnTo>
                    <a:pt x="5359001" y="2256572"/>
                  </a:lnTo>
                  <a:lnTo>
                    <a:pt x="5424429" y="2259738"/>
                  </a:lnTo>
                  <a:lnTo>
                    <a:pt x="5472501" y="2261852"/>
                  </a:lnTo>
                  <a:lnTo>
                    <a:pt x="5503783" y="2263107"/>
                  </a:lnTo>
                  <a:lnTo>
                    <a:pt x="5520573" y="2263723"/>
                  </a:lnTo>
                  <a:lnTo>
                    <a:pt x="5526725" y="2263931"/>
                  </a:lnTo>
                  <a:lnTo>
                    <a:pt x="5527445" y="2263953"/>
                  </a:lnTo>
                  <a:lnTo>
                    <a:pt x="6522385" y="2263953"/>
                  </a:lnTo>
                  <a:lnTo>
                    <a:pt x="6523483" y="2263912"/>
                  </a:lnTo>
                  <a:lnTo>
                    <a:pt x="6530730" y="2263615"/>
                  </a:lnTo>
                  <a:lnTo>
                    <a:pt x="6549111" y="2262796"/>
                  </a:lnTo>
                  <a:lnTo>
                    <a:pt x="6582258" y="2261182"/>
                  </a:lnTo>
                  <a:lnTo>
                    <a:pt x="6632238" y="2258513"/>
                  </a:lnTo>
                  <a:lnTo>
                    <a:pt x="6699403" y="2254567"/>
                  </a:lnTo>
                  <a:lnTo>
                    <a:pt x="6782434" y="2249175"/>
                  </a:lnTo>
                  <a:lnTo>
                    <a:pt x="6878627" y="2242236"/>
                  </a:lnTo>
                  <a:lnTo>
                    <a:pt x="6984383" y="2233708"/>
                  </a:lnTo>
                  <a:lnTo>
                    <a:pt x="7095770" y="2223596"/>
                  </a:lnTo>
                  <a:lnTo>
                    <a:pt x="7209035" y="2211929"/>
                  </a:lnTo>
                  <a:lnTo>
                    <a:pt x="7320970" y="2198740"/>
                  </a:lnTo>
                  <a:lnTo>
                    <a:pt x="7429106" y="2184037"/>
                  </a:lnTo>
                  <a:lnTo>
                    <a:pt x="7531751" y="2167799"/>
                  </a:lnTo>
                  <a:lnTo>
                    <a:pt x="7627918" y="2149957"/>
                  </a:lnTo>
                  <a:lnTo>
                    <a:pt x="7717206" y="2130399"/>
                  </a:lnTo>
                  <a:lnTo>
                    <a:pt x="7799658" y="2108959"/>
                  </a:lnTo>
                  <a:lnTo>
                    <a:pt x="7875629" y="2085429"/>
                  </a:lnTo>
                  <a:lnTo>
                    <a:pt x="7945680" y="2059557"/>
                  </a:lnTo>
                  <a:lnTo>
                    <a:pt x="8010497" y="2031061"/>
                  </a:lnTo>
                  <a:lnTo>
                    <a:pt x="8070820" y="1999643"/>
                  </a:lnTo>
                  <a:lnTo>
                    <a:pt x="8127402" y="1965015"/>
                  </a:lnTo>
                  <a:lnTo>
                    <a:pt x="8180967" y="1926943"/>
                  </a:lnTo>
                  <a:lnTo>
                    <a:pt x="8229629" y="1887501"/>
                  </a:lnTo>
                  <a:lnTo>
                    <a:pt x="8277431" y="1844113"/>
                  </a:lnTo>
                  <a:lnTo>
                    <a:pt x="8323976" y="1797343"/>
                  </a:lnTo>
                  <a:lnTo>
                    <a:pt x="8369626" y="1747124"/>
                  </a:lnTo>
                  <a:lnTo>
                    <a:pt x="8414672" y="1693451"/>
                  </a:lnTo>
                  <a:lnTo>
                    <a:pt x="8459338" y="1636390"/>
                  </a:lnTo>
                  <a:lnTo>
                    <a:pt x="8503797" y="1576083"/>
                  </a:lnTo>
                  <a:lnTo>
                    <a:pt x="8548174" y="1512753"/>
                  </a:lnTo>
                  <a:lnTo>
                    <a:pt x="8592553" y="1446702"/>
                  </a:lnTo>
                  <a:lnTo>
                    <a:pt x="8636984" y="1378310"/>
                  </a:lnTo>
                  <a:lnTo>
                    <a:pt x="8681484" y="1308030"/>
                  </a:lnTo>
                  <a:lnTo>
                    <a:pt x="8726052" y="1236371"/>
                  </a:lnTo>
                  <a:lnTo>
                    <a:pt x="8770664" y="1163890"/>
                  </a:lnTo>
                  <a:lnTo>
                    <a:pt x="8815290" y="1091172"/>
                  </a:lnTo>
                  <a:lnTo>
                    <a:pt x="8859896" y="1018806"/>
                  </a:lnTo>
                  <a:lnTo>
                    <a:pt x="8904451" y="947373"/>
                  </a:lnTo>
                  <a:lnTo>
                    <a:pt x="8948938" y="877421"/>
                  </a:lnTo>
                  <a:lnTo>
                    <a:pt x="8993356" y="809451"/>
                  </a:lnTo>
                  <a:lnTo>
                    <a:pt x="9037730" y="743902"/>
                  </a:lnTo>
                  <a:lnTo>
                    <a:pt x="9082115" y="681138"/>
                  </a:lnTo>
                  <a:lnTo>
                    <a:pt x="9126604" y="621448"/>
                  </a:lnTo>
                  <a:lnTo>
                    <a:pt x="9171328" y="565037"/>
                  </a:lnTo>
                  <a:lnTo>
                    <a:pt x="9216472" y="512033"/>
                  </a:lnTo>
                  <a:lnTo>
                    <a:pt x="9262272" y="462487"/>
                  </a:lnTo>
                  <a:lnTo>
                    <a:pt x="9309030" y="416382"/>
                  </a:lnTo>
                  <a:lnTo>
                    <a:pt x="9347647" y="381692"/>
                  </a:lnTo>
                  <a:lnTo>
                    <a:pt x="9398957" y="340240"/>
                  </a:lnTo>
                  <a:lnTo>
                    <a:pt x="9452658" y="302346"/>
                  </a:lnTo>
                  <a:lnTo>
                    <a:pt x="9509412" y="267887"/>
                  </a:lnTo>
                  <a:lnTo>
                    <a:pt x="9569944" y="236624"/>
                  </a:lnTo>
                  <a:lnTo>
                    <a:pt x="9635008" y="208268"/>
                  </a:lnTo>
                  <a:lnTo>
                    <a:pt x="9705343" y="182521"/>
                  </a:lnTo>
                  <a:lnTo>
                    <a:pt x="9781629" y="159102"/>
                  </a:lnTo>
                  <a:lnTo>
                    <a:pt x="9864420" y="137762"/>
                  </a:lnTo>
                  <a:lnTo>
                    <a:pt x="9954059" y="118294"/>
                  </a:lnTo>
                  <a:lnTo>
                    <a:pt x="10050568" y="100536"/>
                  </a:lnTo>
                  <a:lnTo>
                    <a:pt x="10153519" y="84376"/>
                  </a:lnTo>
                  <a:lnTo>
                    <a:pt x="10261895" y="69751"/>
                  </a:lnTo>
                  <a:lnTo>
                    <a:pt x="10373963" y="56637"/>
                  </a:lnTo>
                  <a:lnTo>
                    <a:pt x="10487215" y="45049"/>
                  </a:lnTo>
                  <a:lnTo>
                    <a:pt x="10598411" y="35016"/>
                  </a:lnTo>
                  <a:lnTo>
                    <a:pt x="10703777" y="26569"/>
                  </a:lnTo>
                  <a:lnTo>
                    <a:pt x="10799386" y="19709"/>
                  </a:lnTo>
                  <a:lnTo>
                    <a:pt x="10881669" y="14393"/>
                  </a:lnTo>
                  <a:lnTo>
                    <a:pt x="10947983" y="10516"/>
                  </a:lnTo>
                  <a:lnTo>
                    <a:pt x="10997089" y="7906"/>
                  </a:lnTo>
                  <a:lnTo>
                    <a:pt x="11029425" y="6339"/>
                  </a:lnTo>
                  <a:lnTo>
                    <a:pt x="11047144" y="5553"/>
                  </a:lnTo>
                  <a:lnTo>
                    <a:pt x="11053949" y="527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4" y="41"/>
                  </a:lnTo>
                  <a:lnTo>
                    <a:pt x="11046547" y="338"/>
                  </a:lnTo>
                  <a:lnTo>
                    <a:pt x="11028165" y="1156"/>
                  </a:lnTo>
                  <a:lnTo>
                    <a:pt x="10995019" y="2771"/>
                  </a:lnTo>
                  <a:lnTo>
                    <a:pt x="10945039" y="5439"/>
                  </a:lnTo>
                  <a:lnTo>
                    <a:pt x="10877873" y="9386"/>
                  </a:lnTo>
                  <a:lnTo>
                    <a:pt x="10794843" y="14778"/>
                  </a:lnTo>
                  <a:lnTo>
                    <a:pt x="10698650" y="21717"/>
                  </a:lnTo>
                  <a:lnTo>
                    <a:pt x="10592893" y="30245"/>
                  </a:lnTo>
                  <a:lnTo>
                    <a:pt x="10481506" y="40357"/>
                  </a:lnTo>
                  <a:lnTo>
                    <a:pt x="10368241" y="52024"/>
                  </a:lnTo>
                  <a:lnTo>
                    <a:pt x="10256307" y="65213"/>
                  </a:lnTo>
                  <a:lnTo>
                    <a:pt x="10148170" y="79916"/>
                  </a:lnTo>
                  <a:lnTo>
                    <a:pt x="10045526" y="96154"/>
                  </a:lnTo>
                  <a:lnTo>
                    <a:pt x="9949359" y="113995"/>
                  </a:lnTo>
                  <a:lnTo>
                    <a:pt x="9860070" y="133554"/>
                  </a:lnTo>
                  <a:lnTo>
                    <a:pt x="9777619" y="154994"/>
                  </a:lnTo>
                  <a:lnTo>
                    <a:pt x="9701648" y="178524"/>
                  </a:lnTo>
                  <a:lnTo>
                    <a:pt x="9631596" y="204396"/>
                  </a:lnTo>
                  <a:lnTo>
                    <a:pt x="9566780" y="232892"/>
                  </a:lnTo>
                  <a:lnTo>
                    <a:pt x="9506457" y="264310"/>
                  </a:lnTo>
                  <a:lnTo>
                    <a:pt x="9449875" y="298938"/>
                  </a:lnTo>
                  <a:lnTo>
                    <a:pt x="9396310" y="337010"/>
                  </a:lnTo>
                  <a:lnTo>
                    <a:pt x="9347647" y="376452"/>
                  </a:lnTo>
                  <a:lnTo>
                    <a:pt x="9299845" y="419840"/>
                  </a:lnTo>
                  <a:lnTo>
                    <a:pt x="9253301" y="466610"/>
                  </a:lnTo>
                  <a:lnTo>
                    <a:pt x="9207650" y="516829"/>
                  </a:lnTo>
                  <a:lnTo>
                    <a:pt x="9162605" y="570502"/>
                  </a:lnTo>
                  <a:lnTo>
                    <a:pt x="9117939" y="627563"/>
                  </a:lnTo>
                  <a:lnTo>
                    <a:pt x="9073480" y="687870"/>
                  </a:lnTo>
                  <a:lnTo>
                    <a:pt x="9029103" y="751200"/>
                  </a:lnTo>
                  <a:lnTo>
                    <a:pt x="8984723" y="817251"/>
                  </a:lnTo>
                  <a:lnTo>
                    <a:pt x="8940293" y="885643"/>
                  </a:lnTo>
                  <a:lnTo>
                    <a:pt x="8895792" y="955923"/>
                  </a:lnTo>
                  <a:lnTo>
                    <a:pt x="8851225" y="1027582"/>
                  </a:lnTo>
                  <a:lnTo>
                    <a:pt x="8806613" y="1100062"/>
                  </a:lnTo>
                  <a:lnTo>
                    <a:pt x="8761987" y="1172781"/>
                  </a:lnTo>
                  <a:lnTo>
                    <a:pt x="8717381" y="1245147"/>
                  </a:lnTo>
                  <a:lnTo>
                    <a:pt x="8672825" y="1316580"/>
                  </a:lnTo>
                  <a:lnTo>
                    <a:pt x="8628338" y="1386532"/>
                  </a:lnTo>
                  <a:lnTo>
                    <a:pt x="8583920" y="1454501"/>
                  </a:lnTo>
                  <a:lnTo>
                    <a:pt x="8539546" y="1520051"/>
                  </a:lnTo>
                  <a:lnTo>
                    <a:pt x="8495161" y="1582815"/>
                  </a:lnTo>
                  <a:lnTo>
                    <a:pt x="8450673" y="1642505"/>
                  </a:lnTo>
                  <a:lnTo>
                    <a:pt x="8405948" y="1698916"/>
                  </a:lnTo>
                  <a:lnTo>
                    <a:pt x="8360805" y="1751920"/>
                  </a:lnTo>
                  <a:lnTo>
                    <a:pt x="8315005" y="1801466"/>
                  </a:lnTo>
                  <a:lnTo>
                    <a:pt x="8268247" y="1847571"/>
                  </a:lnTo>
                  <a:lnTo>
                    <a:pt x="8229629" y="1882261"/>
                  </a:lnTo>
                  <a:lnTo>
                    <a:pt x="8178319" y="1923713"/>
                  </a:lnTo>
                  <a:lnTo>
                    <a:pt x="8124618" y="1961607"/>
                  </a:lnTo>
                  <a:lnTo>
                    <a:pt x="8067865" y="1996066"/>
                  </a:lnTo>
                  <a:lnTo>
                    <a:pt x="8007332" y="2027329"/>
                  </a:lnTo>
                  <a:lnTo>
                    <a:pt x="7942269" y="2055685"/>
                  </a:lnTo>
                  <a:lnTo>
                    <a:pt x="7871933" y="2081432"/>
                  </a:lnTo>
                  <a:lnTo>
                    <a:pt x="7795647" y="2104851"/>
                  </a:lnTo>
                  <a:lnTo>
                    <a:pt x="7712856" y="2126191"/>
                  </a:lnTo>
                  <a:lnTo>
                    <a:pt x="7623218" y="2145659"/>
                  </a:lnTo>
                  <a:lnTo>
                    <a:pt x="7526708" y="2163417"/>
                  </a:lnTo>
                  <a:lnTo>
                    <a:pt x="7423757" y="2179577"/>
                  </a:lnTo>
                  <a:lnTo>
                    <a:pt x="7315382" y="2194202"/>
                  </a:lnTo>
                  <a:lnTo>
                    <a:pt x="7203314" y="2207316"/>
                  </a:lnTo>
                  <a:lnTo>
                    <a:pt x="7090061" y="2218904"/>
                  </a:lnTo>
                  <a:lnTo>
                    <a:pt x="6978866" y="2228937"/>
                  </a:lnTo>
                  <a:lnTo>
                    <a:pt x="6873499" y="2237384"/>
                  </a:lnTo>
                  <a:lnTo>
                    <a:pt x="6777891" y="2244244"/>
                  </a:lnTo>
                  <a:lnTo>
                    <a:pt x="6695607" y="2249560"/>
                  </a:lnTo>
                  <a:lnTo>
                    <a:pt x="6629293" y="2253437"/>
                  </a:lnTo>
                  <a:lnTo>
                    <a:pt x="6580188" y="2256046"/>
                  </a:lnTo>
                  <a:lnTo>
                    <a:pt x="6547851" y="2257614"/>
                  </a:lnTo>
                  <a:lnTo>
                    <a:pt x="6530132" y="2258400"/>
                  </a:lnTo>
                  <a:lnTo>
                    <a:pt x="6523327" y="2258677"/>
                  </a:lnTo>
                  <a:lnTo>
                    <a:pt x="6522385" y="2258713"/>
                  </a:lnTo>
                  <a:lnTo>
                    <a:pt x="5527445" y="2258713"/>
                  </a:lnTo>
                  <a:lnTo>
                    <a:pt x="5526336" y="2258678"/>
                  </a:lnTo>
                  <a:lnTo>
                    <a:pt x="5519014" y="2258428"/>
                  </a:lnTo>
                  <a:lnTo>
                    <a:pt x="5500447" y="2257739"/>
                  </a:lnTo>
                  <a:lnTo>
                    <a:pt x="5466979" y="2256379"/>
                  </a:lnTo>
                  <a:lnTo>
                    <a:pt x="5416540" y="2254133"/>
                  </a:lnTo>
                  <a:lnTo>
                    <a:pt x="5348803" y="2250811"/>
                  </a:lnTo>
                  <a:lnTo>
                    <a:pt x="5265133" y="2246275"/>
                  </a:lnTo>
                  <a:lnTo>
                    <a:pt x="5168288" y="2240438"/>
                  </a:lnTo>
                  <a:lnTo>
                    <a:pt x="5061924" y="2233269"/>
                  </a:lnTo>
                  <a:lnTo>
                    <a:pt x="4950015" y="2224771"/>
                  </a:lnTo>
                  <a:lnTo>
                    <a:pt x="4836342" y="2214971"/>
                  </a:lnTo>
                  <a:lnTo>
                    <a:pt x="4724121" y="2203893"/>
                  </a:lnTo>
                  <a:lnTo>
                    <a:pt x="4615814" y="2191546"/>
                  </a:lnTo>
                  <a:lnTo>
                    <a:pt x="4513099" y="2177908"/>
                  </a:lnTo>
                  <a:lnTo>
                    <a:pt x="4416940" y="2162923"/>
                  </a:lnTo>
                  <a:lnTo>
                    <a:pt x="4327717" y="2146489"/>
                  </a:lnTo>
                  <a:lnTo>
                    <a:pt x="4245367" y="2128469"/>
                  </a:lnTo>
                  <a:lnTo>
                    <a:pt x="4169515" y="2108683"/>
                  </a:lnTo>
                  <a:lnTo>
                    <a:pt x="4099582" y="2086918"/>
                  </a:lnTo>
                  <a:lnTo>
                    <a:pt x="4034873" y="2062935"/>
                  </a:lnTo>
                  <a:lnTo>
                    <a:pt x="3974635" y="2036483"/>
                  </a:lnTo>
                  <a:lnTo>
                    <a:pt x="3918108" y="2007320"/>
                  </a:lnTo>
                  <a:lnTo>
                    <a:pt x="3864565" y="1975257"/>
                  </a:lnTo>
                  <a:lnTo>
                    <a:pt x="3820202" y="1945148"/>
                  </a:lnTo>
                  <a:lnTo>
                    <a:pt x="3769740" y="1906882"/>
                  </a:lnTo>
                  <a:lnTo>
                    <a:pt x="3720657" y="1865468"/>
                  </a:lnTo>
                  <a:lnTo>
                    <a:pt x="3672532" y="1820844"/>
                  </a:lnTo>
                  <a:lnTo>
                    <a:pt x="3625037" y="1773015"/>
                  </a:lnTo>
                  <a:lnTo>
                    <a:pt x="3577916" y="1722060"/>
                  </a:lnTo>
                  <a:lnTo>
                    <a:pt x="3530983" y="1668139"/>
                  </a:lnTo>
                  <a:lnTo>
                    <a:pt x="3484105" y="1611495"/>
                  </a:lnTo>
                  <a:lnTo>
                    <a:pt x="3437200" y="1552453"/>
                  </a:lnTo>
                  <a:lnTo>
                    <a:pt x="3390224" y="1491417"/>
                  </a:lnTo>
                  <a:lnTo>
                    <a:pt x="3343169" y="1428862"/>
                  </a:lnTo>
                  <a:lnTo>
                    <a:pt x="3296051" y="1365313"/>
                  </a:lnTo>
                  <a:lnTo>
                    <a:pt x="3248905" y="1301336"/>
                  </a:lnTo>
                  <a:lnTo>
                    <a:pt x="3201768" y="1237511"/>
                  </a:lnTo>
                  <a:lnTo>
                    <a:pt x="3154680" y="1174411"/>
                  </a:lnTo>
                  <a:lnTo>
                    <a:pt x="3107666" y="1112586"/>
                  </a:lnTo>
                  <a:lnTo>
                    <a:pt x="3060729" y="1052534"/>
                  </a:lnTo>
                  <a:lnTo>
                    <a:pt x="3013846" y="994696"/>
                  </a:lnTo>
                  <a:lnTo>
                    <a:pt x="2966952" y="939436"/>
                  </a:lnTo>
                  <a:lnTo>
                    <a:pt x="2919942" y="887036"/>
                  </a:lnTo>
                  <a:lnTo>
                    <a:pt x="2872653" y="837696"/>
                  </a:lnTo>
                  <a:lnTo>
                    <a:pt x="2824866" y="791532"/>
                  </a:lnTo>
                  <a:lnTo>
                    <a:pt x="2776288" y="748585"/>
                  </a:lnTo>
                  <a:lnTo>
                    <a:pt x="2726546" y="708823"/>
                  </a:lnTo>
                  <a:lnTo>
                    <a:pt x="2702183" y="690890"/>
                  </a:lnTo>
                  <a:lnTo>
                    <a:pt x="2650686" y="656244"/>
                  </a:lnTo>
                  <a:lnTo>
                    <a:pt x="2596778" y="624583"/>
                  </a:lnTo>
                  <a:lnTo>
                    <a:pt x="2539790" y="595802"/>
                  </a:lnTo>
                  <a:lnTo>
                    <a:pt x="2478988" y="569700"/>
                  </a:lnTo>
                  <a:lnTo>
                    <a:pt x="2413612" y="546034"/>
                  </a:lnTo>
                  <a:lnTo>
                    <a:pt x="2342913" y="524552"/>
                  </a:lnTo>
                  <a:lnTo>
                    <a:pt x="2266207" y="505018"/>
                  </a:lnTo>
                  <a:lnTo>
                    <a:pt x="2182938" y="487223"/>
                  </a:lnTo>
                  <a:lnTo>
                    <a:pt x="2092767" y="470994"/>
                  </a:lnTo>
                  <a:lnTo>
                    <a:pt x="1995683" y="456197"/>
                  </a:lnTo>
                  <a:lnTo>
                    <a:pt x="1892136" y="442738"/>
                  </a:lnTo>
                  <a:lnTo>
                    <a:pt x="1783181" y="430564"/>
                  </a:lnTo>
                  <a:lnTo>
                    <a:pt x="1670599" y="419659"/>
                  </a:lnTo>
                  <a:lnTo>
                    <a:pt x="1556962" y="410034"/>
                  </a:lnTo>
                  <a:lnTo>
                    <a:pt x="1445576" y="401715"/>
                  </a:lnTo>
                  <a:lnTo>
                    <a:pt x="1340275" y="394728"/>
                  </a:lnTo>
                  <a:lnTo>
                    <a:pt x="1245022" y="389071"/>
                  </a:lnTo>
                  <a:lnTo>
                    <a:pt x="1163384" y="384706"/>
                  </a:lnTo>
                  <a:lnTo>
                    <a:pt x="1097956" y="381540"/>
                  </a:lnTo>
                  <a:lnTo>
                    <a:pt x="1049884" y="379426"/>
                  </a:lnTo>
                  <a:lnTo>
                    <a:pt x="1018602" y="378171"/>
                  </a:lnTo>
                  <a:lnTo>
                    <a:pt x="1001812" y="377555"/>
                  </a:lnTo>
                  <a:lnTo>
                    <a:pt x="995660" y="377348"/>
                  </a:lnTo>
                  <a:lnTo>
                    <a:pt x="994940" y="377325"/>
                  </a:lnTo>
                  <a:lnTo>
                    <a:pt x="0" y="377325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2" name="pl201"/>
            <p:cNvSpPr/>
            <p:nvPr/>
          </p:nvSpPr>
          <p:spPr>
            <a:xfrm>
              <a:off x="1199187" y="2724965"/>
              <a:ext cx="12049831" cy="2258713"/>
            </a:xfrm>
            <a:custGeom>
              <a:avLst/>
              <a:pathLst>
                <a:path w="12049831" h="2258713">
                  <a:moveTo>
                    <a:pt x="0" y="377325"/>
                  </a:moveTo>
                  <a:lnTo>
                    <a:pt x="994940" y="377325"/>
                  </a:lnTo>
                  <a:lnTo>
                    <a:pt x="996049" y="377360"/>
                  </a:lnTo>
                  <a:lnTo>
                    <a:pt x="1003371" y="377610"/>
                  </a:lnTo>
                  <a:lnTo>
                    <a:pt x="1021938" y="378299"/>
                  </a:lnTo>
                  <a:lnTo>
                    <a:pt x="1055406" y="379659"/>
                  </a:lnTo>
                  <a:lnTo>
                    <a:pt x="1105845" y="381905"/>
                  </a:lnTo>
                  <a:lnTo>
                    <a:pt x="1173582" y="385227"/>
                  </a:lnTo>
                  <a:lnTo>
                    <a:pt x="1257252" y="389763"/>
                  </a:lnTo>
                  <a:lnTo>
                    <a:pt x="1354097" y="395600"/>
                  </a:lnTo>
                  <a:lnTo>
                    <a:pt x="1460461" y="402769"/>
                  </a:lnTo>
                  <a:lnTo>
                    <a:pt x="1572370" y="411267"/>
                  </a:lnTo>
                  <a:lnTo>
                    <a:pt x="1686043" y="421067"/>
                  </a:lnTo>
                  <a:lnTo>
                    <a:pt x="1798264" y="432145"/>
                  </a:lnTo>
                  <a:lnTo>
                    <a:pt x="1906571" y="444492"/>
                  </a:lnTo>
                  <a:lnTo>
                    <a:pt x="2009286" y="458130"/>
                  </a:lnTo>
                  <a:lnTo>
                    <a:pt x="2105445" y="473115"/>
                  </a:lnTo>
                  <a:lnTo>
                    <a:pt x="2194668" y="489548"/>
                  </a:lnTo>
                  <a:lnTo>
                    <a:pt x="2277018" y="507569"/>
                  </a:lnTo>
                  <a:lnTo>
                    <a:pt x="2352870" y="527355"/>
                  </a:lnTo>
                  <a:lnTo>
                    <a:pt x="2422803" y="549120"/>
                  </a:lnTo>
                  <a:lnTo>
                    <a:pt x="2487512" y="573103"/>
                  </a:lnTo>
                  <a:lnTo>
                    <a:pt x="2547750" y="599555"/>
                  </a:lnTo>
                  <a:lnTo>
                    <a:pt x="2604277" y="628717"/>
                  </a:lnTo>
                  <a:lnTo>
                    <a:pt x="2657820" y="660781"/>
                  </a:lnTo>
                  <a:lnTo>
                    <a:pt x="2702183" y="690890"/>
                  </a:lnTo>
                  <a:lnTo>
                    <a:pt x="2752645" y="729156"/>
                  </a:lnTo>
                  <a:lnTo>
                    <a:pt x="2801728" y="770570"/>
                  </a:lnTo>
                  <a:lnTo>
                    <a:pt x="2849853" y="815194"/>
                  </a:lnTo>
                  <a:lnTo>
                    <a:pt x="2897348" y="863023"/>
                  </a:lnTo>
                  <a:lnTo>
                    <a:pt x="2944469" y="913978"/>
                  </a:lnTo>
                  <a:lnTo>
                    <a:pt x="2991402" y="967899"/>
                  </a:lnTo>
                  <a:lnTo>
                    <a:pt x="3038280" y="1024543"/>
                  </a:lnTo>
                  <a:lnTo>
                    <a:pt x="3085185" y="1083585"/>
                  </a:lnTo>
                  <a:lnTo>
                    <a:pt x="3132161" y="1144621"/>
                  </a:lnTo>
                  <a:lnTo>
                    <a:pt x="3179216" y="1207176"/>
                  </a:lnTo>
                  <a:lnTo>
                    <a:pt x="3226334" y="1270725"/>
                  </a:lnTo>
                  <a:lnTo>
                    <a:pt x="3273480" y="1334702"/>
                  </a:lnTo>
                  <a:lnTo>
                    <a:pt x="3320617" y="1398527"/>
                  </a:lnTo>
                  <a:lnTo>
                    <a:pt x="3367705" y="1461627"/>
                  </a:lnTo>
                  <a:lnTo>
                    <a:pt x="3414719" y="1523452"/>
                  </a:lnTo>
                  <a:lnTo>
                    <a:pt x="3461656" y="1583504"/>
                  </a:lnTo>
                  <a:lnTo>
                    <a:pt x="3508539" y="1641342"/>
                  </a:lnTo>
                  <a:lnTo>
                    <a:pt x="3555433" y="1696602"/>
                  </a:lnTo>
                  <a:lnTo>
                    <a:pt x="3602443" y="1749002"/>
                  </a:lnTo>
                  <a:lnTo>
                    <a:pt x="3649732" y="1798342"/>
                  </a:lnTo>
                  <a:lnTo>
                    <a:pt x="3697519" y="1844505"/>
                  </a:lnTo>
                  <a:lnTo>
                    <a:pt x="3746097" y="1887453"/>
                  </a:lnTo>
                  <a:lnTo>
                    <a:pt x="3795839" y="1927215"/>
                  </a:lnTo>
                  <a:lnTo>
                    <a:pt x="3820202" y="1945148"/>
                  </a:lnTo>
                  <a:lnTo>
                    <a:pt x="3871699" y="1979794"/>
                  </a:lnTo>
                  <a:lnTo>
                    <a:pt x="3925607" y="2011455"/>
                  </a:lnTo>
                  <a:lnTo>
                    <a:pt x="3982595" y="2040236"/>
                  </a:lnTo>
                  <a:lnTo>
                    <a:pt x="4043396" y="2066337"/>
                  </a:lnTo>
                  <a:lnTo>
                    <a:pt x="4108773" y="2090004"/>
                  </a:lnTo>
                  <a:lnTo>
                    <a:pt x="4179472" y="2111486"/>
                  </a:lnTo>
                  <a:lnTo>
                    <a:pt x="4256178" y="2131020"/>
                  </a:lnTo>
                  <a:lnTo>
                    <a:pt x="4339447" y="2148815"/>
                  </a:lnTo>
                  <a:lnTo>
                    <a:pt x="4429618" y="2165044"/>
                  </a:lnTo>
                  <a:lnTo>
                    <a:pt x="4526702" y="2179841"/>
                  </a:lnTo>
                  <a:lnTo>
                    <a:pt x="4630249" y="2193300"/>
                  </a:lnTo>
                  <a:lnTo>
                    <a:pt x="4739204" y="2205474"/>
                  </a:lnTo>
                  <a:lnTo>
                    <a:pt x="4851786" y="2216379"/>
                  </a:lnTo>
                  <a:lnTo>
                    <a:pt x="4965423" y="2226004"/>
                  </a:lnTo>
                  <a:lnTo>
                    <a:pt x="5076809" y="2234323"/>
                  </a:lnTo>
                  <a:lnTo>
                    <a:pt x="5182110" y="2241310"/>
                  </a:lnTo>
                  <a:lnTo>
                    <a:pt x="5277363" y="2246967"/>
                  </a:lnTo>
                  <a:lnTo>
                    <a:pt x="5359001" y="2251332"/>
                  </a:lnTo>
                  <a:lnTo>
                    <a:pt x="5424429" y="2254498"/>
                  </a:lnTo>
                  <a:lnTo>
                    <a:pt x="5472501" y="2256612"/>
                  </a:lnTo>
                  <a:lnTo>
                    <a:pt x="5503783" y="2257867"/>
                  </a:lnTo>
                  <a:lnTo>
                    <a:pt x="5520573" y="2258483"/>
                  </a:lnTo>
                  <a:lnTo>
                    <a:pt x="5526725" y="2258690"/>
                  </a:lnTo>
                  <a:lnTo>
                    <a:pt x="5527445" y="2258713"/>
                  </a:lnTo>
                  <a:lnTo>
                    <a:pt x="6522385" y="2258713"/>
                  </a:lnTo>
                  <a:lnTo>
                    <a:pt x="6523483" y="2258671"/>
                  </a:lnTo>
                  <a:lnTo>
                    <a:pt x="6530730" y="2258375"/>
                  </a:lnTo>
                  <a:lnTo>
                    <a:pt x="6549111" y="2257556"/>
                  </a:lnTo>
                  <a:lnTo>
                    <a:pt x="6582258" y="2255942"/>
                  </a:lnTo>
                  <a:lnTo>
                    <a:pt x="6632238" y="2253273"/>
                  </a:lnTo>
                  <a:lnTo>
                    <a:pt x="6699403" y="2249326"/>
                  </a:lnTo>
                  <a:lnTo>
                    <a:pt x="6782434" y="2243935"/>
                  </a:lnTo>
                  <a:lnTo>
                    <a:pt x="6878627" y="2236995"/>
                  </a:lnTo>
                  <a:lnTo>
                    <a:pt x="6984383" y="2228467"/>
                  </a:lnTo>
                  <a:lnTo>
                    <a:pt x="7095770" y="2218355"/>
                  </a:lnTo>
                  <a:lnTo>
                    <a:pt x="7209035" y="2206689"/>
                  </a:lnTo>
                  <a:lnTo>
                    <a:pt x="7320970" y="2193499"/>
                  </a:lnTo>
                  <a:lnTo>
                    <a:pt x="7429106" y="2178796"/>
                  </a:lnTo>
                  <a:lnTo>
                    <a:pt x="7531751" y="2162558"/>
                  </a:lnTo>
                  <a:lnTo>
                    <a:pt x="7627918" y="2144717"/>
                  </a:lnTo>
                  <a:lnTo>
                    <a:pt x="7717206" y="2125158"/>
                  </a:lnTo>
                  <a:lnTo>
                    <a:pt x="7799658" y="2103719"/>
                  </a:lnTo>
                  <a:lnTo>
                    <a:pt x="7875629" y="2080188"/>
                  </a:lnTo>
                  <a:lnTo>
                    <a:pt x="7945680" y="2054316"/>
                  </a:lnTo>
                  <a:lnTo>
                    <a:pt x="8010497" y="2025820"/>
                  </a:lnTo>
                  <a:lnTo>
                    <a:pt x="8070820" y="1994402"/>
                  </a:lnTo>
                  <a:lnTo>
                    <a:pt x="8127402" y="1959774"/>
                  </a:lnTo>
                  <a:lnTo>
                    <a:pt x="8180967" y="1921702"/>
                  </a:lnTo>
                  <a:lnTo>
                    <a:pt x="8229629" y="1882261"/>
                  </a:lnTo>
                  <a:lnTo>
                    <a:pt x="8277431" y="1838872"/>
                  </a:lnTo>
                  <a:lnTo>
                    <a:pt x="8323976" y="1792102"/>
                  </a:lnTo>
                  <a:lnTo>
                    <a:pt x="8369626" y="1741883"/>
                  </a:lnTo>
                  <a:lnTo>
                    <a:pt x="8414672" y="1688210"/>
                  </a:lnTo>
                  <a:lnTo>
                    <a:pt x="8459338" y="1631149"/>
                  </a:lnTo>
                  <a:lnTo>
                    <a:pt x="8503797" y="1570843"/>
                  </a:lnTo>
                  <a:lnTo>
                    <a:pt x="8548174" y="1507512"/>
                  </a:lnTo>
                  <a:lnTo>
                    <a:pt x="8592553" y="1441461"/>
                  </a:lnTo>
                  <a:lnTo>
                    <a:pt x="8636984" y="1373069"/>
                  </a:lnTo>
                  <a:lnTo>
                    <a:pt x="8681484" y="1302789"/>
                  </a:lnTo>
                  <a:lnTo>
                    <a:pt x="8726052" y="1231130"/>
                  </a:lnTo>
                  <a:lnTo>
                    <a:pt x="8770664" y="1158650"/>
                  </a:lnTo>
                  <a:lnTo>
                    <a:pt x="8815290" y="1085931"/>
                  </a:lnTo>
                  <a:lnTo>
                    <a:pt x="8859896" y="1013565"/>
                  </a:lnTo>
                  <a:lnTo>
                    <a:pt x="8904451" y="942132"/>
                  </a:lnTo>
                  <a:lnTo>
                    <a:pt x="8948938" y="872181"/>
                  </a:lnTo>
                  <a:lnTo>
                    <a:pt x="8993356" y="804211"/>
                  </a:lnTo>
                  <a:lnTo>
                    <a:pt x="9037730" y="738661"/>
                  </a:lnTo>
                  <a:lnTo>
                    <a:pt x="9082115" y="675898"/>
                  </a:lnTo>
                  <a:lnTo>
                    <a:pt x="9126604" y="616207"/>
                  </a:lnTo>
                  <a:lnTo>
                    <a:pt x="9171328" y="559797"/>
                  </a:lnTo>
                  <a:lnTo>
                    <a:pt x="9216472" y="506793"/>
                  </a:lnTo>
                  <a:lnTo>
                    <a:pt x="9262272" y="457247"/>
                  </a:lnTo>
                  <a:lnTo>
                    <a:pt x="9309030" y="411141"/>
                  </a:lnTo>
                  <a:lnTo>
                    <a:pt x="9347647" y="376452"/>
                  </a:lnTo>
                  <a:lnTo>
                    <a:pt x="9398957" y="334999"/>
                  </a:lnTo>
                  <a:lnTo>
                    <a:pt x="9452658" y="297106"/>
                  </a:lnTo>
                  <a:lnTo>
                    <a:pt x="9509412" y="262646"/>
                  </a:lnTo>
                  <a:lnTo>
                    <a:pt x="9569944" y="231383"/>
                  </a:lnTo>
                  <a:lnTo>
                    <a:pt x="9635008" y="203027"/>
                  </a:lnTo>
                  <a:lnTo>
                    <a:pt x="9705343" y="177280"/>
                  </a:lnTo>
                  <a:lnTo>
                    <a:pt x="9781629" y="153861"/>
                  </a:lnTo>
                  <a:lnTo>
                    <a:pt x="9864420" y="132521"/>
                  </a:lnTo>
                  <a:lnTo>
                    <a:pt x="9954059" y="113053"/>
                  </a:lnTo>
                  <a:lnTo>
                    <a:pt x="10050568" y="95295"/>
                  </a:lnTo>
                  <a:lnTo>
                    <a:pt x="10153519" y="79136"/>
                  </a:lnTo>
                  <a:lnTo>
                    <a:pt x="10261895" y="64510"/>
                  </a:lnTo>
                  <a:lnTo>
                    <a:pt x="10373963" y="51397"/>
                  </a:lnTo>
                  <a:lnTo>
                    <a:pt x="10487215" y="39808"/>
                  </a:lnTo>
                  <a:lnTo>
                    <a:pt x="10598411" y="29776"/>
                  </a:lnTo>
                  <a:lnTo>
                    <a:pt x="10703777" y="21328"/>
                  </a:lnTo>
                  <a:lnTo>
                    <a:pt x="10799386" y="14468"/>
                  </a:lnTo>
                  <a:lnTo>
                    <a:pt x="10881669" y="9153"/>
                  </a:lnTo>
                  <a:lnTo>
                    <a:pt x="10947983" y="5276"/>
                  </a:lnTo>
                  <a:lnTo>
                    <a:pt x="10997089" y="2666"/>
                  </a:lnTo>
                  <a:lnTo>
                    <a:pt x="11029425" y="1098"/>
                  </a:lnTo>
                  <a:lnTo>
                    <a:pt x="11047144" y="312"/>
                  </a:lnTo>
                  <a:lnTo>
                    <a:pt x="11053949" y="3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" name="pl202"/>
            <p:cNvSpPr/>
            <p:nvPr/>
          </p:nvSpPr>
          <p:spPr>
            <a:xfrm>
              <a:off x="1199187" y="2719724"/>
              <a:ext cx="12049831" cy="2258713"/>
            </a:xfrm>
            <a:custGeom>
              <a:avLst/>
              <a:pathLst>
                <a:path w="12049831" h="2258713">
                  <a:moveTo>
                    <a:pt x="12049831" y="0"/>
                  </a:moveTo>
                  <a:lnTo>
                    <a:pt x="11054891" y="0"/>
                  </a:lnTo>
                  <a:lnTo>
                    <a:pt x="11053794" y="41"/>
                  </a:lnTo>
                  <a:lnTo>
                    <a:pt x="11046547" y="338"/>
                  </a:lnTo>
                  <a:lnTo>
                    <a:pt x="11028165" y="1156"/>
                  </a:lnTo>
                  <a:lnTo>
                    <a:pt x="10995019" y="2771"/>
                  </a:lnTo>
                  <a:lnTo>
                    <a:pt x="10945039" y="5439"/>
                  </a:lnTo>
                  <a:lnTo>
                    <a:pt x="10877873" y="9386"/>
                  </a:lnTo>
                  <a:lnTo>
                    <a:pt x="10794843" y="14778"/>
                  </a:lnTo>
                  <a:lnTo>
                    <a:pt x="10698650" y="21717"/>
                  </a:lnTo>
                  <a:lnTo>
                    <a:pt x="10592893" y="30245"/>
                  </a:lnTo>
                  <a:lnTo>
                    <a:pt x="10481506" y="40357"/>
                  </a:lnTo>
                  <a:lnTo>
                    <a:pt x="10368241" y="52024"/>
                  </a:lnTo>
                  <a:lnTo>
                    <a:pt x="10256307" y="65213"/>
                  </a:lnTo>
                  <a:lnTo>
                    <a:pt x="10148170" y="79916"/>
                  </a:lnTo>
                  <a:lnTo>
                    <a:pt x="10045526" y="96154"/>
                  </a:lnTo>
                  <a:lnTo>
                    <a:pt x="9949359" y="113995"/>
                  </a:lnTo>
                  <a:lnTo>
                    <a:pt x="9860070" y="133554"/>
                  </a:lnTo>
                  <a:lnTo>
                    <a:pt x="9777619" y="154994"/>
                  </a:lnTo>
                  <a:lnTo>
                    <a:pt x="9701648" y="178524"/>
                  </a:lnTo>
                  <a:lnTo>
                    <a:pt x="9631596" y="204396"/>
                  </a:lnTo>
                  <a:lnTo>
                    <a:pt x="9566780" y="232892"/>
                  </a:lnTo>
                  <a:lnTo>
                    <a:pt x="9506457" y="264310"/>
                  </a:lnTo>
                  <a:lnTo>
                    <a:pt x="9449875" y="298938"/>
                  </a:lnTo>
                  <a:lnTo>
                    <a:pt x="9396310" y="337010"/>
                  </a:lnTo>
                  <a:lnTo>
                    <a:pt x="9347647" y="376452"/>
                  </a:lnTo>
                  <a:lnTo>
                    <a:pt x="9299845" y="419840"/>
                  </a:lnTo>
                  <a:lnTo>
                    <a:pt x="9253301" y="466610"/>
                  </a:lnTo>
                  <a:lnTo>
                    <a:pt x="9207650" y="516829"/>
                  </a:lnTo>
                  <a:lnTo>
                    <a:pt x="9162605" y="570502"/>
                  </a:lnTo>
                  <a:lnTo>
                    <a:pt x="9117939" y="627563"/>
                  </a:lnTo>
                  <a:lnTo>
                    <a:pt x="9073480" y="687870"/>
                  </a:lnTo>
                  <a:lnTo>
                    <a:pt x="9029103" y="751200"/>
                  </a:lnTo>
                  <a:lnTo>
                    <a:pt x="8984723" y="817251"/>
                  </a:lnTo>
                  <a:lnTo>
                    <a:pt x="8940293" y="885643"/>
                  </a:lnTo>
                  <a:lnTo>
                    <a:pt x="8895792" y="955923"/>
                  </a:lnTo>
                  <a:lnTo>
                    <a:pt x="8851225" y="1027582"/>
                  </a:lnTo>
                  <a:lnTo>
                    <a:pt x="8806613" y="1100062"/>
                  </a:lnTo>
                  <a:lnTo>
                    <a:pt x="8761987" y="1172781"/>
                  </a:lnTo>
                  <a:lnTo>
                    <a:pt x="8717381" y="1245147"/>
                  </a:lnTo>
                  <a:lnTo>
                    <a:pt x="8672825" y="1316580"/>
                  </a:lnTo>
                  <a:lnTo>
                    <a:pt x="8628338" y="1386532"/>
                  </a:lnTo>
                  <a:lnTo>
                    <a:pt x="8583920" y="1454501"/>
                  </a:lnTo>
                  <a:lnTo>
                    <a:pt x="8539546" y="1520051"/>
                  </a:lnTo>
                  <a:lnTo>
                    <a:pt x="8495161" y="1582815"/>
                  </a:lnTo>
                  <a:lnTo>
                    <a:pt x="8450673" y="1642505"/>
                  </a:lnTo>
                  <a:lnTo>
                    <a:pt x="8405948" y="1698916"/>
                  </a:lnTo>
                  <a:lnTo>
                    <a:pt x="8360805" y="1751920"/>
                  </a:lnTo>
                  <a:lnTo>
                    <a:pt x="8315005" y="1801466"/>
                  </a:lnTo>
                  <a:lnTo>
                    <a:pt x="8268247" y="1847571"/>
                  </a:lnTo>
                  <a:lnTo>
                    <a:pt x="8229629" y="1882261"/>
                  </a:lnTo>
                  <a:lnTo>
                    <a:pt x="8178319" y="1923713"/>
                  </a:lnTo>
                  <a:lnTo>
                    <a:pt x="8124618" y="1961607"/>
                  </a:lnTo>
                  <a:lnTo>
                    <a:pt x="8067865" y="1996066"/>
                  </a:lnTo>
                  <a:lnTo>
                    <a:pt x="8007332" y="2027329"/>
                  </a:lnTo>
                  <a:lnTo>
                    <a:pt x="7942269" y="2055685"/>
                  </a:lnTo>
                  <a:lnTo>
                    <a:pt x="7871933" y="2081432"/>
                  </a:lnTo>
                  <a:lnTo>
                    <a:pt x="7795647" y="2104851"/>
                  </a:lnTo>
                  <a:lnTo>
                    <a:pt x="7712856" y="2126191"/>
                  </a:lnTo>
                  <a:lnTo>
                    <a:pt x="7623218" y="2145659"/>
                  </a:lnTo>
                  <a:lnTo>
                    <a:pt x="7526708" y="2163417"/>
                  </a:lnTo>
                  <a:lnTo>
                    <a:pt x="7423757" y="2179577"/>
                  </a:lnTo>
                  <a:lnTo>
                    <a:pt x="7315382" y="2194202"/>
                  </a:lnTo>
                  <a:lnTo>
                    <a:pt x="7203314" y="2207316"/>
                  </a:lnTo>
                  <a:lnTo>
                    <a:pt x="7090061" y="2218904"/>
                  </a:lnTo>
                  <a:lnTo>
                    <a:pt x="6978866" y="2228937"/>
                  </a:lnTo>
                  <a:lnTo>
                    <a:pt x="6873499" y="2237384"/>
                  </a:lnTo>
                  <a:lnTo>
                    <a:pt x="6777891" y="2244244"/>
                  </a:lnTo>
                  <a:lnTo>
                    <a:pt x="6695607" y="2249560"/>
                  </a:lnTo>
                  <a:lnTo>
                    <a:pt x="6629293" y="2253437"/>
                  </a:lnTo>
                  <a:lnTo>
                    <a:pt x="6580188" y="2256046"/>
                  </a:lnTo>
                  <a:lnTo>
                    <a:pt x="6547851" y="2257614"/>
                  </a:lnTo>
                  <a:lnTo>
                    <a:pt x="6530132" y="2258400"/>
                  </a:lnTo>
                  <a:lnTo>
                    <a:pt x="6523327" y="2258677"/>
                  </a:lnTo>
                  <a:lnTo>
                    <a:pt x="6522385" y="2258713"/>
                  </a:lnTo>
                  <a:lnTo>
                    <a:pt x="5527445" y="2258713"/>
                  </a:lnTo>
                  <a:lnTo>
                    <a:pt x="5526336" y="2258678"/>
                  </a:lnTo>
                  <a:lnTo>
                    <a:pt x="5519014" y="2258428"/>
                  </a:lnTo>
                  <a:lnTo>
                    <a:pt x="5500447" y="2257739"/>
                  </a:lnTo>
                  <a:lnTo>
                    <a:pt x="5466979" y="2256379"/>
                  </a:lnTo>
                  <a:lnTo>
                    <a:pt x="5416540" y="2254133"/>
                  </a:lnTo>
                  <a:lnTo>
                    <a:pt x="5348803" y="2250811"/>
                  </a:lnTo>
                  <a:lnTo>
                    <a:pt x="5265133" y="2246275"/>
                  </a:lnTo>
                  <a:lnTo>
                    <a:pt x="5168288" y="2240438"/>
                  </a:lnTo>
                  <a:lnTo>
                    <a:pt x="5061924" y="2233269"/>
                  </a:lnTo>
                  <a:lnTo>
                    <a:pt x="4950015" y="2224771"/>
                  </a:lnTo>
                  <a:lnTo>
                    <a:pt x="4836342" y="2214971"/>
                  </a:lnTo>
                  <a:lnTo>
                    <a:pt x="4724121" y="2203893"/>
                  </a:lnTo>
                  <a:lnTo>
                    <a:pt x="4615814" y="2191546"/>
                  </a:lnTo>
                  <a:lnTo>
                    <a:pt x="4513099" y="2177908"/>
                  </a:lnTo>
                  <a:lnTo>
                    <a:pt x="4416940" y="2162923"/>
                  </a:lnTo>
                  <a:lnTo>
                    <a:pt x="4327717" y="2146489"/>
                  </a:lnTo>
                  <a:lnTo>
                    <a:pt x="4245367" y="2128469"/>
                  </a:lnTo>
                  <a:lnTo>
                    <a:pt x="4169515" y="2108683"/>
                  </a:lnTo>
                  <a:lnTo>
                    <a:pt x="4099582" y="2086918"/>
                  </a:lnTo>
                  <a:lnTo>
                    <a:pt x="4034873" y="2062935"/>
                  </a:lnTo>
                  <a:lnTo>
                    <a:pt x="3974635" y="2036483"/>
                  </a:lnTo>
                  <a:lnTo>
                    <a:pt x="3918108" y="2007320"/>
                  </a:lnTo>
                  <a:lnTo>
                    <a:pt x="3864565" y="1975257"/>
                  </a:lnTo>
                  <a:lnTo>
                    <a:pt x="3820202" y="1945148"/>
                  </a:lnTo>
                  <a:lnTo>
                    <a:pt x="3769740" y="1906882"/>
                  </a:lnTo>
                  <a:lnTo>
                    <a:pt x="3720657" y="1865468"/>
                  </a:lnTo>
                  <a:lnTo>
                    <a:pt x="3672532" y="1820844"/>
                  </a:lnTo>
                  <a:lnTo>
                    <a:pt x="3625037" y="1773015"/>
                  </a:lnTo>
                  <a:lnTo>
                    <a:pt x="3577916" y="1722060"/>
                  </a:lnTo>
                  <a:lnTo>
                    <a:pt x="3530983" y="1668139"/>
                  </a:lnTo>
                  <a:lnTo>
                    <a:pt x="3484105" y="1611495"/>
                  </a:lnTo>
                  <a:lnTo>
                    <a:pt x="3437200" y="1552453"/>
                  </a:lnTo>
                  <a:lnTo>
                    <a:pt x="3390224" y="1491417"/>
                  </a:lnTo>
                  <a:lnTo>
                    <a:pt x="3343169" y="1428862"/>
                  </a:lnTo>
                  <a:lnTo>
                    <a:pt x="3296051" y="1365313"/>
                  </a:lnTo>
                  <a:lnTo>
                    <a:pt x="3248905" y="1301336"/>
                  </a:lnTo>
                  <a:lnTo>
                    <a:pt x="3201768" y="1237511"/>
                  </a:lnTo>
                  <a:lnTo>
                    <a:pt x="3154680" y="1174411"/>
                  </a:lnTo>
                  <a:lnTo>
                    <a:pt x="3107666" y="1112586"/>
                  </a:lnTo>
                  <a:lnTo>
                    <a:pt x="3060729" y="1052534"/>
                  </a:lnTo>
                  <a:lnTo>
                    <a:pt x="3013846" y="994696"/>
                  </a:lnTo>
                  <a:lnTo>
                    <a:pt x="2966952" y="939436"/>
                  </a:lnTo>
                  <a:lnTo>
                    <a:pt x="2919942" y="887036"/>
                  </a:lnTo>
                  <a:lnTo>
                    <a:pt x="2872653" y="837696"/>
                  </a:lnTo>
                  <a:lnTo>
                    <a:pt x="2824866" y="791532"/>
                  </a:lnTo>
                  <a:lnTo>
                    <a:pt x="2776288" y="748585"/>
                  </a:lnTo>
                  <a:lnTo>
                    <a:pt x="2726546" y="708823"/>
                  </a:lnTo>
                  <a:lnTo>
                    <a:pt x="2702183" y="690890"/>
                  </a:lnTo>
                  <a:lnTo>
                    <a:pt x="2650686" y="656244"/>
                  </a:lnTo>
                  <a:lnTo>
                    <a:pt x="2596778" y="624583"/>
                  </a:lnTo>
                  <a:lnTo>
                    <a:pt x="2539790" y="595802"/>
                  </a:lnTo>
                  <a:lnTo>
                    <a:pt x="2478988" y="569700"/>
                  </a:lnTo>
                  <a:lnTo>
                    <a:pt x="2413612" y="546034"/>
                  </a:lnTo>
                  <a:lnTo>
                    <a:pt x="2342913" y="524552"/>
                  </a:lnTo>
                  <a:lnTo>
                    <a:pt x="2266207" y="505018"/>
                  </a:lnTo>
                  <a:lnTo>
                    <a:pt x="2182938" y="487223"/>
                  </a:lnTo>
                  <a:lnTo>
                    <a:pt x="2092767" y="470994"/>
                  </a:lnTo>
                  <a:lnTo>
                    <a:pt x="1995683" y="456197"/>
                  </a:lnTo>
                  <a:lnTo>
                    <a:pt x="1892136" y="442738"/>
                  </a:lnTo>
                  <a:lnTo>
                    <a:pt x="1783181" y="430564"/>
                  </a:lnTo>
                  <a:lnTo>
                    <a:pt x="1670599" y="419659"/>
                  </a:lnTo>
                  <a:lnTo>
                    <a:pt x="1556962" y="410034"/>
                  </a:lnTo>
                  <a:lnTo>
                    <a:pt x="1445576" y="401715"/>
                  </a:lnTo>
                  <a:lnTo>
                    <a:pt x="1340275" y="394728"/>
                  </a:lnTo>
                  <a:lnTo>
                    <a:pt x="1245022" y="389071"/>
                  </a:lnTo>
                  <a:lnTo>
                    <a:pt x="1163384" y="384706"/>
                  </a:lnTo>
                  <a:lnTo>
                    <a:pt x="1097956" y="381540"/>
                  </a:lnTo>
                  <a:lnTo>
                    <a:pt x="1049884" y="379426"/>
                  </a:lnTo>
                  <a:lnTo>
                    <a:pt x="1018602" y="378171"/>
                  </a:lnTo>
                  <a:lnTo>
                    <a:pt x="1001812" y="377555"/>
                  </a:lnTo>
                  <a:lnTo>
                    <a:pt x="995660" y="377348"/>
                  </a:lnTo>
                  <a:lnTo>
                    <a:pt x="994940" y="377325"/>
                  </a:lnTo>
                  <a:lnTo>
                    <a:pt x="0" y="377325"/>
                  </a:lnTo>
                  <a:lnTo>
                    <a:pt x="0" y="3773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" name="pg203"/>
            <p:cNvSpPr/>
            <p:nvPr/>
          </p:nvSpPr>
          <p:spPr>
            <a:xfrm>
              <a:off x="1199187" y="3102290"/>
              <a:ext cx="12049831" cy="1907590"/>
            </a:xfrm>
            <a:custGeom>
              <a:avLst/>
              <a:pathLst>
                <a:path w="12049831" h="1907590">
                  <a:moveTo>
                    <a:pt x="0" y="15721"/>
                  </a:moveTo>
                  <a:lnTo>
                    <a:pt x="994940" y="15721"/>
                  </a:lnTo>
                  <a:lnTo>
                    <a:pt x="996048" y="15757"/>
                  </a:lnTo>
                  <a:lnTo>
                    <a:pt x="1003368" y="16008"/>
                  </a:lnTo>
                  <a:lnTo>
                    <a:pt x="1021931" y="16701"/>
                  </a:lnTo>
                  <a:lnTo>
                    <a:pt x="1055391" y="18067"/>
                  </a:lnTo>
                  <a:lnTo>
                    <a:pt x="1105818" y="20326"/>
                  </a:lnTo>
                  <a:lnTo>
                    <a:pt x="1173541" y="23665"/>
                  </a:lnTo>
                  <a:lnTo>
                    <a:pt x="1257194" y="28226"/>
                  </a:lnTo>
                  <a:lnTo>
                    <a:pt x="1354022" y="34093"/>
                  </a:lnTo>
                  <a:lnTo>
                    <a:pt x="1460371" y="41301"/>
                  </a:lnTo>
                  <a:lnTo>
                    <a:pt x="1572266" y="49844"/>
                  </a:lnTo>
                  <a:lnTo>
                    <a:pt x="1685929" y="59697"/>
                  </a:lnTo>
                  <a:lnTo>
                    <a:pt x="1798143" y="70834"/>
                  </a:lnTo>
                  <a:lnTo>
                    <a:pt x="1906446" y="83247"/>
                  </a:lnTo>
                  <a:lnTo>
                    <a:pt x="2009159" y="96958"/>
                  </a:lnTo>
                  <a:lnTo>
                    <a:pt x="2105318" y="112024"/>
                  </a:lnTo>
                  <a:lnTo>
                    <a:pt x="2194543" y="128545"/>
                  </a:lnTo>
                  <a:lnTo>
                    <a:pt x="2276895" y="146661"/>
                  </a:lnTo>
                  <a:lnTo>
                    <a:pt x="2352751" y="166552"/>
                  </a:lnTo>
                  <a:lnTo>
                    <a:pt x="2422686" y="188433"/>
                  </a:lnTo>
                  <a:lnTo>
                    <a:pt x="2487398" y="212544"/>
                  </a:lnTo>
                  <a:lnTo>
                    <a:pt x="2547639" y="239136"/>
                  </a:lnTo>
                  <a:lnTo>
                    <a:pt x="2604167" y="268453"/>
                  </a:lnTo>
                  <a:lnTo>
                    <a:pt x="2657710" y="300686"/>
                  </a:lnTo>
                  <a:lnTo>
                    <a:pt x="2702183" y="331033"/>
                  </a:lnTo>
                  <a:lnTo>
                    <a:pt x="2752568" y="369450"/>
                  </a:lnTo>
                  <a:lnTo>
                    <a:pt x="2801578" y="411023"/>
                  </a:lnTo>
                  <a:lnTo>
                    <a:pt x="2849631" y="455814"/>
                  </a:lnTo>
                  <a:lnTo>
                    <a:pt x="2897055" y="503817"/>
                  </a:lnTo>
                  <a:lnTo>
                    <a:pt x="2944104" y="554955"/>
                  </a:lnTo>
                  <a:lnTo>
                    <a:pt x="2990966" y="609068"/>
                  </a:lnTo>
                  <a:lnTo>
                    <a:pt x="3037771" y="665914"/>
                  </a:lnTo>
                  <a:lnTo>
                    <a:pt x="3084603" y="725167"/>
                  </a:lnTo>
                  <a:lnTo>
                    <a:pt x="3131505" y="786423"/>
                  </a:lnTo>
                  <a:lnTo>
                    <a:pt x="3178486" y="849211"/>
                  </a:lnTo>
                  <a:lnTo>
                    <a:pt x="3225530" y="913003"/>
                  </a:lnTo>
                  <a:lnTo>
                    <a:pt x="3272603" y="977234"/>
                  </a:lnTo>
                  <a:lnTo>
                    <a:pt x="3319667" y="1041324"/>
                  </a:lnTo>
                  <a:lnTo>
                    <a:pt x="3366683" y="1104698"/>
                  </a:lnTo>
                  <a:lnTo>
                    <a:pt x="3413627" y="1166806"/>
                  </a:lnTo>
                  <a:lnTo>
                    <a:pt x="3460492" y="1227147"/>
                  </a:lnTo>
                  <a:lnTo>
                    <a:pt x="3507304" y="1285278"/>
                  </a:lnTo>
                  <a:lnTo>
                    <a:pt x="3554123" y="1340835"/>
                  </a:lnTo>
                  <a:lnTo>
                    <a:pt x="3601055" y="1393531"/>
                  </a:lnTo>
                  <a:lnTo>
                    <a:pt x="3648259" y="1443164"/>
                  </a:lnTo>
                  <a:lnTo>
                    <a:pt x="3695953" y="1489615"/>
                  </a:lnTo>
                  <a:lnTo>
                    <a:pt x="3744423" y="1532842"/>
                  </a:lnTo>
                  <a:lnTo>
                    <a:pt x="3794041" y="1572874"/>
                  </a:lnTo>
                  <a:lnTo>
                    <a:pt x="3820202" y="1592279"/>
                  </a:lnTo>
                  <a:lnTo>
                    <a:pt x="3871694" y="1627115"/>
                  </a:lnTo>
                  <a:lnTo>
                    <a:pt x="3925597" y="1658949"/>
                  </a:lnTo>
                  <a:lnTo>
                    <a:pt x="3982579" y="1687888"/>
                  </a:lnTo>
                  <a:lnTo>
                    <a:pt x="4043374" y="1714134"/>
                  </a:lnTo>
                  <a:lnTo>
                    <a:pt x="4108742" y="1737932"/>
                  </a:lnTo>
                  <a:lnTo>
                    <a:pt x="4179432" y="1759532"/>
                  </a:lnTo>
                  <a:lnTo>
                    <a:pt x="4256127" y="1779174"/>
                  </a:lnTo>
                  <a:lnTo>
                    <a:pt x="4339383" y="1797068"/>
                  </a:lnTo>
                  <a:lnTo>
                    <a:pt x="4429541" y="1813387"/>
                  </a:lnTo>
                  <a:lnTo>
                    <a:pt x="4526611" y="1828266"/>
                  </a:lnTo>
                  <a:lnTo>
                    <a:pt x="4630143" y="1841801"/>
                  </a:lnTo>
                  <a:lnTo>
                    <a:pt x="4739083" y="1854043"/>
                  </a:lnTo>
                  <a:lnTo>
                    <a:pt x="4851651" y="1865009"/>
                  </a:lnTo>
                  <a:lnTo>
                    <a:pt x="4965279" y="1874688"/>
                  </a:lnTo>
                  <a:lnTo>
                    <a:pt x="5076660" y="1883054"/>
                  </a:lnTo>
                  <a:lnTo>
                    <a:pt x="5181963" y="1890082"/>
                  </a:lnTo>
                  <a:lnTo>
                    <a:pt x="5277225" y="1895771"/>
                  </a:lnTo>
                  <a:lnTo>
                    <a:pt x="5358880" y="1900162"/>
                  </a:lnTo>
                  <a:lnTo>
                    <a:pt x="5424331" y="1903347"/>
                  </a:lnTo>
                  <a:lnTo>
                    <a:pt x="5472429" y="1905475"/>
                  </a:lnTo>
                  <a:lnTo>
                    <a:pt x="5503738" y="1906738"/>
                  </a:lnTo>
                  <a:lnTo>
                    <a:pt x="5520551" y="1907358"/>
                  </a:lnTo>
                  <a:lnTo>
                    <a:pt x="5526720" y="1907567"/>
                  </a:lnTo>
                  <a:lnTo>
                    <a:pt x="5527445" y="1907590"/>
                  </a:lnTo>
                  <a:lnTo>
                    <a:pt x="6522385" y="1907590"/>
                  </a:lnTo>
                  <a:lnTo>
                    <a:pt x="6523517" y="1907576"/>
                  </a:lnTo>
                  <a:lnTo>
                    <a:pt x="6530988" y="1907475"/>
                  </a:lnTo>
                  <a:lnTo>
                    <a:pt x="6549922" y="1907194"/>
                  </a:lnTo>
                  <a:lnTo>
                    <a:pt x="6584025" y="1906641"/>
                  </a:lnTo>
                  <a:lnTo>
                    <a:pt x="6635368" y="1905727"/>
                  </a:lnTo>
                  <a:lnTo>
                    <a:pt x="6704229" y="1904377"/>
                  </a:lnTo>
                  <a:lnTo>
                    <a:pt x="6789153" y="1902534"/>
                  </a:lnTo>
                  <a:lnTo>
                    <a:pt x="6887271" y="1900166"/>
                  </a:lnTo>
                  <a:lnTo>
                    <a:pt x="6994819" y="1897258"/>
                  </a:lnTo>
                  <a:lnTo>
                    <a:pt x="7107738" y="1893814"/>
                  </a:lnTo>
                  <a:lnTo>
                    <a:pt x="7222197" y="1889845"/>
                  </a:lnTo>
                  <a:lnTo>
                    <a:pt x="7334966" y="1885361"/>
                  </a:lnTo>
                  <a:lnTo>
                    <a:pt x="7443593" y="1880364"/>
                  </a:lnTo>
                  <a:lnTo>
                    <a:pt x="7546433" y="1874844"/>
                  </a:lnTo>
                  <a:lnTo>
                    <a:pt x="7642565" y="1868776"/>
                  </a:lnTo>
                  <a:lnTo>
                    <a:pt x="7731652" y="1862119"/>
                  </a:lnTo>
                  <a:lnTo>
                    <a:pt x="7813799" y="1854813"/>
                  </a:lnTo>
                  <a:lnTo>
                    <a:pt x="7889419" y="1846785"/>
                  </a:lnTo>
                  <a:lnTo>
                    <a:pt x="7959120" y="1837945"/>
                  </a:lnTo>
                  <a:lnTo>
                    <a:pt x="8023623" y="1828196"/>
                  </a:lnTo>
                  <a:lnTo>
                    <a:pt x="8083701" y="1817436"/>
                  </a:lnTo>
                  <a:lnTo>
                    <a:pt x="8140126" y="1805568"/>
                  </a:lnTo>
                  <a:lnTo>
                    <a:pt x="8193634" y="1792519"/>
                  </a:lnTo>
                  <a:lnTo>
                    <a:pt x="8229629" y="1782689"/>
                  </a:lnTo>
                  <a:lnTo>
                    <a:pt x="8288587" y="1764709"/>
                  </a:lnTo>
                  <a:lnTo>
                    <a:pt x="8345757" y="1745002"/>
                  </a:lnTo>
                  <a:lnTo>
                    <a:pt x="8401776" y="1723539"/>
                  </a:lnTo>
                  <a:lnTo>
                    <a:pt x="8457120" y="1700342"/>
                  </a:lnTo>
                  <a:lnTo>
                    <a:pt x="8512133" y="1675493"/>
                  </a:lnTo>
                  <a:lnTo>
                    <a:pt x="8567046" y="1649135"/>
                  </a:lnTo>
                  <a:lnTo>
                    <a:pt x="8621998" y="1621473"/>
                  </a:lnTo>
                  <a:lnTo>
                    <a:pt x="8677051" y="1592773"/>
                  </a:lnTo>
                  <a:lnTo>
                    <a:pt x="8732206" y="1563346"/>
                  </a:lnTo>
                  <a:lnTo>
                    <a:pt x="8787423" y="1533542"/>
                  </a:lnTo>
                  <a:lnTo>
                    <a:pt x="8842642" y="1503730"/>
                  </a:lnTo>
                  <a:lnTo>
                    <a:pt x="8897801" y="1474279"/>
                  </a:lnTo>
                  <a:lnTo>
                    <a:pt x="8952859" y="1445540"/>
                  </a:lnTo>
                  <a:lnTo>
                    <a:pt x="9007814" y="1417827"/>
                  </a:lnTo>
                  <a:lnTo>
                    <a:pt x="9062727" y="1391407"/>
                  </a:lnTo>
                  <a:lnTo>
                    <a:pt x="9117731" y="1366488"/>
                  </a:lnTo>
                  <a:lnTo>
                    <a:pt x="9173054" y="1343216"/>
                  </a:lnTo>
                  <a:lnTo>
                    <a:pt x="9229035" y="1321675"/>
                  </a:lnTo>
                  <a:lnTo>
                    <a:pt x="9286142" y="1301891"/>
                  </a:lnTo>
                  <a:lnTo>
                    <a:pt x="9345005" y="1283837"/>
                  </a:lnTo>
                  <a:lnTo>
                    <a:pt x="9347647" y="1283081"/>
                  </a:lnTo>
                  <a:lnTo>
                    <a:pt x="9399512" y="1269189"/>
                  </a:lnTo>
                  <a:lnTo>
                    <a:pt x="9453826" y="1256502"/>
                  </a:lnTo>
                  <a:lnTo>
                    <a:pt x="9511273" y="1244977"/>
                  </a:lnTo>
                  <a:lnTo>
                    <a:pt x="9572603" y="1234532"/>
                  </a:lnTo>
                  <a:lnTo>
                    <a:pt x="9638594" y="1225068"/>
                  </a:lnTo>
                  <a:lnTo>
                    <a:pt x="9710007" y="1216483"/>
                  </a:lnTo>
                  <a:lnTo>
                    <a:pt x="9787538" y="1208681"/>
                  </a:lnTo>
                  <a:lnTo>
                    <a:pt x="9871746" y="1201578"/>
                  </a:lnTo>
                  <a:lnTo>
                    <a:pt x="9962964" y="1195104"/>
                  </a:lnTo>
                  <a:lnTo>
                    <a:pt x="10061178" y="1189205"/>
                  </a:lnTo>
                  <a:lnTo>
                    <a:pt x="10165892" y="1183845"/>
                  </a:lnTo>
                  <a:lnTo>
                    <a:pt x="10275976" y="1179003"/>
                  </a:lnTo>
                  <a:lnTo>
                    <a:pt x="10389550" y="1174673"/>
                  </a:lnTo>
                  <a:lnTo>
                    <a:pt x="10503918" y="1170861"/>
                  </a:lnTo>
                  <a:lnTo>
                    <a:pt x="10615640" y="1167578"/>
                  </a:lnTo>
                  <a:lnTo>
                    <a:pt x="10720770" y="1164834"/>
                  </a:lnTo>
                  <a:lnTo>
                    <a:pt x="10815276" y="1162626"/>
                  </a:lnTo>
                  <a:lnTo>
                    <a:pt x="10895602" y="1160936"/>
                  </a:lnTo>
                  <a:lnTo>
                    <a:pt x="10959258" y="1159724"/>
                  </a:lnTo>
                  <a:lnTo>
                    <a:pt x="11005290" y="1158928"/>
                  </a:lnTo>
                  <a:lnTo>
                    <a:pt x="11034522" y="1158467"/>
                  </a:lnTo>
                  <a:lnTo>
                    <a:pt x="11049540" y="1158250"/>
                  </a:lnTo>
                  <a:lnTo>
                    <a:pt x="11054499" y="1158184"/>
                  </a:lnTo>
                  <a:lnTo>
                    <a:pt x="11054891" y="1158180"/>
                  </a:lnTo>
                  <a:lnTo>
                    <a:pt x="12049831" y="1158180"/>
                  </a:lnTo>
                  <a:lnTo>
                    <a:pt x="12049831" y="1142458"/>
                  </a:lnTo>
                  <a:lnTo>
                    <a:pt x="11054891" y="1142458"/>
                  </a:lnTo>
                  <a:lnTo>
                    <a:pt x="11053759" y="1142472"/>
                  </a:lnTo>
                  <a:lnTo>
                    <a:pt x="11046288" y="1142574"/>
                  </a:lnTo>
                  <a:lnTo>
                    <a:pt x="11027355" y="1142854"/>
                  </a:lnTo>
                  <a:lnTo>
                    <a:pt x="10993251" y="1143407"/>
                  </a:lnTo>
                  <a:lnTo>
                    <a:pt x="10941908" y="1144321"/>
                  </a:lnTo>
                  <a:lnTo>
                    <a:pt x="10873047" y="1145671"/>
                  </a:lnTo>
                  <a:lnTo>
                    <a:pt x="10788123" y="1147514"/>
                  </a:lnTo>
                  <a:lnTo>
                    <a:pt x="10690006" y="1149883"/>
                  </a:lnTo>
                  <a:lnTo>
                    <a:pt x="10582458" y="1152790"/>
                  </a:lnTo>
                  <a:lnTo>
                    <a:pt x="10469538" y="1156234"/>
                  </a:lnTo>
                  <a:lnTo>
                    <a:pt x="10355079" y="1160203"/>
                  </a:lnTo>
                  <a:lnTo>
                    <a:pt x="10242311" y="1164687"/>
                  </a:lnTo>
                  <a:lnTo>
                    <a:pt x="10133684" y="1169684"/>
                  </a:lnTo>
                  <a:lnTo>
                    <a:pt x="10030843" y="1175204"/>
                  </a:lnTo>
                  <a:lnTo>
                    <a:pt x="9934712" y="1181272"/>
                  </a:lnTo>
                  <a:lnTo>
                    <a:pt x="9845625" y="1187929"/>
                  </a:lnTo>
                  <a:lnTo>
                    <a:pt x="9763477" y="1195235"/>
                  </a:lnTo>
                  <a:lnTo>
                    <a:pt x="9687857" y="1203263"/>
                  </a:lnTo>
                  <a:lnTo>
                    <a:pt x="9618157" y="1212103"/>
                  </a:lnTo>
                  <a:lnTo>
                    <a:pt x="9553653" y="1221852"/>
                  </a:lnTo>
                  <a:lnTo>
                    <a:pt x="9493576" y="1232612"/>
                  </a:lnTo>
                  <a:lnTo>
                    <a:pt x="9437151" y="1244480"/>
                  </a:lnTo>
                  <a:lnTo>
                    <a:pt x="9383643" y="1257529"/>
                  </a:lnTo>
                  <a:lnTo>
                    <a:pt x="9347647" y="1267360"/>
                  </a:lnTo>
                  <a:lnTo>
                    <a:pt x="9288690" y="1285339"/>
                  </a:lnTo>
                  <a:lnTo>
                    <a:pt x="9231520" y="1305046"/>
                  </a:lnTo>
                  <a:lnTo>
                    <a:pt x="9175500" y="1326509"/>
                  </a:lnTo>
                  <a:lnTo>
                    <a:pt x="9120156" y="1349706"/>
                  </a:lnTo>
                  <a:lnTo>
                    <a:pt x="9065144" y="1374555"/>
                  </a:lnTo>
                  <a:lnTo>
                    <a:pt x="9010231" y="1400913"/>
                  </a:lnTo>
                  <a:lnTo>
                    <a:pt x="8955279" y="1428575"/>
                  </a:lnTo>
                  <a:lnTo>
                    <a:pt x="8900226" y="1457275"/>
                  </a:lnTo>
                  <a:lnTo>
                    <a:pt x="8845071" y="1486702"/>
                  </a:lnTo>
                  <a:lnTo>
                    <a:pt x="8789853" y="1516506"/>
                  </a:lnTo>
                  <a:lnTo>
                    <a:pt x="8734634" y="1546318"/>
                  </a:lnTo>
                  <a:lnTo>
                    <a:pt x="8679475" y="1575769"/>
                  </a:lnTo>
                  <a:lnTo>
                    <a:pt x="8624418" y="1604508"/>
                  </a:lnTo>
                  <a:lnTo>
                    <a:pt x="8569462" y="1632221"/>
                  </a:lnTo>
                  <a:lnTo>
                    <a:pt x="8514550" y="1658641"/>
                  </a:lnTo>
                  <a:lnTo>
                    <a:pt x="8459546" y="1683560"/>
                  </a:lnTo>
                  <a:lnTo>
                    <a:pt x="8404222" y="1706832"/>
                  </a:lnTo>
                  <a:lnTo>
                    <a:pt x="8348242" y="1728373"/>
                  </a:lnTo>
                  <a:lnTo>
                    <a:pt x="8291135" y="1748157"/>
                  </a:lnTo>
                  <a:lnTo>
                    <a:pt x="8232271" y="1766211"/>
                  </a:lnTo>
                  <a:lnTo>
                    <a:pt x="8229629" y="1766967"/>
                  </a:lnTo>
                  <a:lnTo>
                    <a:pt x="8177764" y="1780859"/>
                  </a:lnTo>
                  <a:lnTo>
                    <a:pt x="8123450" y="1793546"/>
                  </a:lnTo>
                  <a:lnTo>
                    <a:pt x="8066003" y="1805071"/>
                  </a:lnTo>
                  <a:lnTo>
                    <a:pt x="8004674" y="1815516"/>
                  </a:lnTo>
                  <a:lnTo>
                    <a:pt x="7938683" y="1824980"/>
                  </a:lnTo>
                  <a:lnTo>
                    <a:pt x="7867270" y="1833565"/>
                  </a:lnTo>
                  <a:lnTo>
                    <a:pt x="7789739" y="1841367"/>
                  </a:lnTo>
                  <a:lnTo>
                    <a:pt x="7705530" y="1848470"/>
                  </a:lnTo>
                  <a:lnTo>
                    <a:pt x="7614312" y="1854944"/>
                  </a:lnTo>
                  <a:lnTo>
                    <a:pt x="7516098" y="1860843"/>
                  </a:lnTo>
                  <a:lnTo>
                    <a:pt x="7411385" y="1866203"/>
                  </a:lnTo>
                  <a:lnTo>
                    <a:pt x="7301300" y="1871045"/>
                  </a:lnTo>
                  <a:lnTo>
                    <a:pt x="7187726" y="1875375"/>
                  </a:lnTo>
                  <a:lnTo>
                    <a:pt x="7073359" y="1879187"/>
                  </a:lnTo>
                  <a:lnTo>
                    <a:pt x="6961636" y="1882470"/>
                  </a:lnTo>
                  <a:lnTo>
                    <a:pt x="6856507" y="1885214"/>
                  </a:lnTo>
                  <a:lnTo>
                    <a:pt x="6762001" y="1887422"/>
                  </a:lnTo>
                  <a:lnTo>
                    <a:pt x="6681675" y="1889112"/>
                  </a:lnTo>
                  <a:lnTo>
                    <a:pt x="6618018" y="1890324"/>
                  </a:lnTo>
                  <a:lnTo>
                    <a:pt x="6571986" y="1891120"/>
                  </a:lnTo>
                  <a:lnTo>
                    <a:pt x="6542754" y="1891581"/>
                  </a:lnTo>
                  <a:lnTo>
                    <a:pt x="6527736" y="1891798"/>
                  </a:lnTo>
                  <a:lnTo>
                    <a:pt x="6522777" y="1891864"/>
                  </a:lnTo>
                  <a:lnTo>
                    <a:pt x="6522385" y="1891868"/>
                  </a:lnTo>
                  <a:lnTo>
                    <a:pt x="5527445" y="1891868"/>
                  </a:lnTo>
                  <a:lnTo>
                    <a:pt x="5526337" y="1891833"/>
                  </a:lnTo>
                  <a:lnTo>
                    <a:pt x="5519017" y="1891582"/>
                  </a:lnTo>
                  <a:lnTo>
                    <a:pt x="5500454" y="1890889"/>
                  </a:lnTo>
                  <a:lnTo>
                    <a:pt x="5466994" y="1889523"/>
                  </a:lnTo>
                  <a:lnTo>
                    <a:pt x="5416567" y="1887264"/>
                  </a:lnTo>
                  <a:lnTo>
                    <a:pt x="5348844" y="1883925"/>
                  </a:lnTo>
                  <a:lnTo>
                    <a:pt x="5265191" y="1879364"/>
                  </a:lnTo>
                  <a:lnTo>
                    <a:pt x="5168363" y="1873497"/>
                  </a:lnTo>
                  <a:lnTo>
                    <a:pt x="5062014" y="1866289"/>
                  </a:lnTo>
                  <a:lnTo>
                    <a:pt x="4950119" y="1857746"/>
                  </a:lnTo>
                  <a:lnTo>
                    <a:pt x="4836456" y="1847893"/>
                  </a:lnTo>
                  <a:lnTo>
                    <a:pt x="4724242" y="1836756"/>
                  </a:lnTo>
                  <a:lnTo>
                    <a:pt x="4615939" y="1824343"/>
                  </a:lnTo>
                  <a:lnTo>
                    <a:pt x="4513226" y="1810632"/>
                  </a:lnTo>
                  <a:lnTo>
                    <a:pt x="4417067" y="1795566"/>
                  </a:lnTo>
                  <a:lnTo>
                    <a:pt x="4327842" y="1779045"/>
                  </a:lnTo>
                  <a:lnTo>
                    <a:pt x="4245490" y="1760929"/>
                  </a:lnTo>
                  <a:lnTo>
                    <a:pt x="4169634" y="1741037"/>
                  </a:lnTo>
                  <a:lnTo>
                    <a:pt x="4099699" y="1719157"/>
                  </a:lnTo>
                  <a:lnTo>
                    <a:pt x="4034987" y="1695046"/>
                  </a:lnTo>
                  <a:lnTo>
                    <a:pt x="3974746" y="1668454"/>
                  </a:lnTo>
                  <a:lnTo>
                    <a:pt x="3918218" y="1639137"/>
                  </a:lnTo>
                  <a:lnTo>
                    <a:pt x="3864675" y="1606904"/>
                  </a:lnTo>
                  <a:lnTo>
                    <a:pt x="3820202" y="1576557"/>
                  </a:lnTo>
                  <a:lnTo>
                    <a:pt x="3769817" y="1538140"/>
                  </a:lnTo>
                  <a:lnTo>
                    <a:pt x="3720807" y="1496567"/>
                  </a:lnTo>
                  <a:lnTo>
                    <a:pt x="3672754" y="1451776"/>
                  </a:lnTo>
                  <a:lnTo>
                    <a:pt x="3625330" y="1403773"/>
                  </a:lnTo>
                  <a:lnTo>
                    <a:pt x="3578281" y="1352635"/>
                  </a:lnTo>
                  <a:lnTo>
                    <a:pt x="3531419" y="1298522"/>
                  </a:lnTo>
                  <a:lnTo>
                    <a:pt x="3484614" y="1241676"/>
                  </a:lnTo>
                  <a:lnTo>
                    <a:pt x="3437782" y="1182423"/>
                  </a:lnTo>
                  <a:lnTo>
                    <a:pt x="3390880" y="1121166"/>
                  </a:lnTo>
                  <a:lnTo>
                    <a:pt x="3343899" y="1058379"/>
                  </a:lnTo>
                  <a:lnTo>
                    <a:pt x="3296855" y="994587"/>
                  </a:lnTo>
                  <a:lnTo>
                    <a:pt x="3249782" y="930356"/>
                  </a:lnTo>
                  <a:lnTo>
                    <a:pt x="3202718" y="866266"/>
                  </a:lnTo>
                  <a:lnTo>
                    <a:pt x="3155702" y="802892"/>
                  </a:lnTo>
                  <a:lnTo>
                    <a:pt x="3108758" y="740784"/>
                  </a:lnTo>
                  <a:lnTo>
                    <a:pt x="3061893" y="680443"/>
                  </a:lnTo>
                  <a:lnTo>
                    <a:pt x="3015081" y="622311"/>
                  </a:lnTo>
                  <a:lnTo>
                    <a:pt x="2968262" y="566755"/>
                  </a:lnTo>
                  <a:lnTo>
                    <a:pt x="2921330" y="514059"/>
                  </a:lnTo>
                  <a:lnTo>
                    <a:pt x="2874126" y="464426"/>
                  </a:lnTo>
                  <a:lnTo>
                    <a:pt x="2826432" y="417975"/>
                  </a:lnTo>
                  <a:lnTo>
                    <a:pt x="2777962" y="374748"/>
                  </a:lnTo>
                  <a:lnTo>
                    <a:pt x="2728344" y="334716"/>
                  </a:lnTo>
                  <a:lnTo>
                    <a:pt x="2702183" y="315311"/>
                  </a:lnTo>
                  <a:lnTo>
                    <a:pt x="2650691" y="280475"/>
                  </a:lnTo>
                  <a:lnTo>
                    <a:pt x="2596788" y="248640"/>
                  </a:lnTo>
                  <a:lnTo>
                    <a:pt x="2539806" y="219701"/>
                  </a:lnTo>
                  <a:lnTo>
                    <a:pt x="2479011" y="193456"/>
                  </a:lnTo>
                  <a:lnTo>
                    <a:pt x="2413643" y="169658"/>
                  </a:lnTo>
                  <a:lnTo>
                    <a:pt x="2342953" y="148057"/>
                  </a:lnTo>
                  <a:lnTo>
                    <a:pt x="2266258" y="128415"/>
                  </a:lnTo>
                  <a:lnTo>
                    <a:pt x="2183002" y="110522"/>
                  </a:lnTo>
                  <a:lnTo>
                    <a:pt x="2092844" y="94203"/>
                  </a:lnTo>
                  <a:lnTo>
                    <a:pt x="1995774" y="79323"/>
                  </a:lnTo>
                  <a:lnTo>
                    <a:pt x="1892242" y="65789"/>
                  </a:lnTo>
                  <a:lnTo>
                    <a:pt x="1783302" y="53547"/>
                  </a:lnTo>
                  <a:lnTo>
                    <a:pt x="1670734" y="42581"/>
                  </a:lnTo>
                  <a:lnTo>
                    <a:pt x="1557106" y="32902"/>
                  </a:lnTo>
                  <a:lnTo>
                    <a:pt x="1445725" y="24536"/>
                  </a:lnTo>
                  <a:lnTo>
                    <a:pt x="1340422" y="17508"/>
                  </a:lnTo>
                  <a:lnTo>
                    <a:pt x="1245160" y="11819"/>
                  </a:lnTo>
                  <a:lnTo>
                    <a:pt x="1163505" y="7428"/>
                  </a:lnTo>
                  <a:lnTo>
                    <a:pt x="1098054" y="4243"/>
                  </a:lnTo>
                  <a:lnTo>
                    <a:pt x="1049956" y="2115"/>
                  </a:lnTo>
                  <a:lnTo>
                    <a:pt x="1018647" y="852"/>
                  </a:lnTo>
                  <a:lnTo>
                    <a:pt x="1001834" y="232"/>
                  </a:lnTo>
                  <a:lnTo>
                    <a:pt x="995665" y="2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5" name="pl204"/>
            <p:cNvSpPr/>
            <p:nvPr/>
          </p:nvSpPr>
          <p:spPr>
            <a:xfrm>
              <a:off x="1199187" y="3118012"/>
              <a:ext cx="12049831" cy="1891868"/>
            </a:xfrm>
            <a:custGeom>
              <a:avLst/>
              <a:pathLst>
                <a:path w="12049831" h="1891868">
                  <a:moveTo>
                    <a:pt x="0" y="0"/>
                  </a:moveTo>
                  <a:lnTo>
                    <a:pt x="994940" y="0"/>
                  </a:lnTo>
                  <a:lnTo>
                    <a:pt x="996048" y="35"/>
                  </a:lnTo>
                  <a:lnTo>
                    <a:pt x="1003368" y="286"/>
                  </a:lnTo>
                  <a:lnTo>
                    <a:pt x="1021931" y="979"/>
                  </a:lnTo>
                  <a:lnTo>
                    <a:pt x="1055391" y="2345"/>
                  </a:lnTo>
                  <a:lnTo>
                    <a:pt x="1105818" y="4604"/>
                  </a:lnTo>
                  <a:lnTo>
                    <a:pt x="1173541" y="7943"/>
                  </a:lnTo>
                  <a:lnTo>
                    <a:pt x="1257194" y="12504"/>
                  </a:lnTo>
                  <a:lnTo>
                    <a:pt x="1354022" y="18371"/>
                  </a:lnTo>
                  <a:lnTo>
                    <a:pt x="1460371" y="25579"/>
                  </a:lnTo>
                  <a:lnTo>
                    <a:pt x="1572266" y="34122"/>
                  </a:lnTo>
                  <a:lnTo>
                    <a:pt x="1685929" y="43975"/>
                  </a:lnTo>
                  <a:lnTo>
                    <a:pt x="1798143" y="55112"/>
                  </a:lnTo>
                  <a:lnTo>
                    <a:pt x="1906446" y="67525"/>
                  </a:lnTo>
                  <a:lnTo>
                    <a:pt x="2009159" y="81236"/>
                  </a:lnTo>
                  <a:lnTo>
                    <a:pt x="2105318" y="96302"/>
                  </a:lnTo>
                  <a:lnTo>
                    <a:pt x="2194543" y="112823"/>
                  </a:lnTo>
                  <a:lnTo>
                    <a:pt x="2276895" y="130939"/>
                  </a:lnTo>
                  <a:lnTo>
                    <a:pt x="2352751" y="150831"/>
                  </a:lnTo>
                  <a:lnTo>
                    <a:pt x="2422686" y="172711"/>
                  </a:lnTo>
                  <a:lnTo>
                    <a:pt x="2487398" y="196822"/>
                  </a:lnTo>
                  <a:lnTo>
                    <a:pt x="2547639" y="223414"/>
                  </a:lnTo>
                  <a:lnTo>
                    <a:pt x="2604167" y="252731"/>
                  </a:lnTo>
                  <a:lnTo>
                    <a:pt x="2657710" y="284964"/>
                  </a:lnTo>
                  <a:lnTo>
                    <a:pt x="2702183" y="315311"/>
                  </a:lnTo>
                  <a:lnTo>
                    <a:pt x="2752568" y="353728"/>
                  </a:lnTo>
                  <a:lnTo>
                    <a:pt x="2801578" y="395301"/>
                  </a:lnTo>
                  <a:lnTo>
                    <a:pt x="2849631" y="440092"/>
                  </a:lnTo>
                  <a:lnTo>
                    <a:pt x="2897055" y="488095"/>
                  </a:lnTo>
                  <a:lnTo>
                    <a:pt x="2944104" y="539233"/>
                  </a:lnTo>
                  <a:lnTo>
                    <a:pt x="2990966" y="593346"/>
                  </a:lnTo>
                  <a:lnTo>
                    <a:pt x="3037771" y="650192"/>
                  </a:lnTo>
                  <a:lnTo>
                    <a:pt x="3084603" y="709445"/>
                  </a:lnTo>
                  <a:lnTo>
                    <a:pt x="3131505" y="770701"/>
                  </a:lnTo>
                  <a:lnTo>
                    <a:pt x="3178486" y="833489"/>
                  </a:lnTo>
                  <a:lnTo>
                    <a:pt x="3225530" y="897281"/>
                  </a:lnTo>
                  <a:lnTo>
                    <a:pt x="3272603" y="961512"/>
                  </a:lnTo>
                  <a:lnTo>
                    <a:pt x="3319667" y="1025602"/>
                  </a:lnTo>
                  <a:lnTo>
                    <a:pt x="3366683" y="1088976"/>
                  </a:lnTo>
                  <a:lnTo>
                    <a:pt x="3413627" y="1151084"/>
                  </a:lnTo>
                  <a:lnTo>
                    <a:pt x="3460492" y="1211425"/>
                  </a:lnTo>
                  <a:lnTo>
                    <a:pt x="3507304" y="1269557"/>
                  </a:lnTo>
                  <a:lnTo>
                    <a:pt x="3554123" y="1325113"/>
                  </a:lnTo>
                  <a:lnTo>
                    <a:pt x="3601055" y="1377809"/>
                  </a:lnTo>
                  <a:lnTo>
                    <a:pt x="3648259" y="1427442"/>
                  </a:lnTo>
                  <a:lnTo>
                    <a:pt x="3695953" y="1473893"/>
                  </a:lnTo>
                  <a:lnTo>
                    <a:pt x="3744423" y="1517120"/>
                  </a:lnTo>
                  <a:lnTo>
                    <a:pt x="3794041" y="1557152"/>
                  </a:lnTo>
                  <a:lnTo>
                    <a:pt x="3820202" y="1576557"/>
                  </a:lnTo>
                  <a:lnTo>
                    <a:pt x="3871694" y="1611393"/>
                  </a:lnTo>
                  <a:lnTo>
                    <a:pt x="3925597" y="1643227"/>
                  </a:lnTo>
                  <a:lnTo>
                    <a:pt x="3982579" y="1672166"/>
                  </a:lnTo>
                  <a:lnTo>
                    <a:pt x="4043374" y="1698412"/>
                  </a:lnTo>
                  <a:lnTo>
                    <a:pt x="4108742" y="1722210"/>
                  </a:lnTo>
                  <a:lnTo>
                    <a:pt x="4179432" y="1743811"/>
                  </a:lnTo>
                  <a:lnTo>
                    <a:pt x="4256127" y="1763453"/>
                  </a:lnTo>
                  <a:lnTo>
                    <a:pt x="4339383" y="1781346"/>
                  </a:lnTo>
                  <a:lnTo>
                    <a:pt x="4429541" y="1797665"/>
                  </a:lnTo>
                  <a:lnTo>
                    <a:pt x="4526611" y="1812544"/>
                  </a:lnTo>
                  <a:lnTo>
                    <a:pt x="4630143" y="1826079"/>
                  </a:lnTo>
                  <a:lnTo>
                    <a:pt x="4739083" y="1838321"/>
                  </a:lnTo>
                  <a:lnTo>
                    <a:pt x="4851651" y="1849287"/>
                  </a:lnTo>
                  <a:lnTo>
                    <a:pt x="4965279" y="1858966"/>
                  </a:lnTo>
                  <a:lnTo>
                    <a:pt x="5076660" y="1867332"/>
                  </a:lnTo>
                  <a:lnTo>
                    <a:pt x="5181963" y="1874360"/>
                  </a:lnTo>
                  <a:lnTo>
                    <a:pt x="5277225" y="1880049"/>
                  </a:lnTo>
                  <a:lnTo>
                    <a:pt x="5358880" y="1884440"/>
                  </a:lnTo>
                  <a:lnTo>
                    <a:pt x="5424331" y="1887625"/>
                  </a:lnTo>
                  <a:lnTo>
                    <a:pt x="5472429" y="1889753"/>
                  </a:lnTo>
                  <a:lnTo>
                    <a:pt x="5503738" y="1891016"/>
                  </a:lnTo>
                  <a:lnTo>
                    <a:pt x="5520551" y="1891636"/>
                  </a:lnTo>
                  <a:lnTo>
                    <a:pt x="5526720" y="1891846"/>
                  </a:lnTo>
                  <a:lnTo>
                    <a:pt x="5527445" y="1891868"/>
                  </a:lnTo>
                  <a:lnTo>
                    <a:pt x="6522385" y="1891868"/>
                  </a:lnTo>
                  <a:lnTo>
                    <a:pt x="6523517" y="1891854"/>
                  </a:lnTo>
                  <a:lnTo>
                    <a:pt x="6530988" y="1891753"/>
                  </a:lnTo>
                  <a:lnTo>
                    <a:pt x="6549922" y="1891472"/>
                  </a:lnTo>
                  <a:lnTo>
                    <a:pt x="6584025" y="1890919"/>
                  </a:lnTo>
                  <a:lnTo>
                    <a:pt x="6635368" y="1890005"/>
                  </a:lnTo>
                  <a:lnTo>
                    <a:pt x="6704229" y="1888655"/>
                  </a:lnTo>
                  <a:lnTo>
                    <a:pt x="6789153" y="1886812"/>
                  </a:lnTo>
                  <a:lnTo>
                    <a:pt x="6887271" y="1884444"/>
                  </a:lnTo>
                  <a:lnTo>
                    <a:pt x="6994819" y="1881536"/>
                  </a:lnTo>
                  <a:lnTo>
                    <a:pt x="7107738" y="1878093"/>
                  </a:lnTo>
                  <a:lnTo>
                    <a:pt x="7222197" y="1874124"/>
                  </a:lnTo>
                  <a:lnTo>
                    <a:pt x="7334966" y="1869639"/>
                  </a:lnTo>
                  <a:lnTo>
                    <a:pt x="7443593" y="1864642"/>
                  </a:lnTo>
                  <a:lnTo>
                    <a:pt x="7546433" y="1859122"/>
                  </a:lnTo>
                  <a:lnTo>
                    <a:pt x="7642565" y="1853055"/>
                  </a:lnTo>
                  <a:lnTo>
                    <a:pt x="7731652" y="1846397"/>
                  </a:lnTo>
                  <a:lnTo>
                    <a:pt x="7813799" y="1839091"/>
                  </a:lnTo>
                  <a:lnTo>
                    <a:pt x="7889419" y="1831063"/>
                  </a:lnTo>
                  <a:lnTo>
                    <a:pt x="7959120" y="1822223"/>
                  </a:lnTo>
                  <a:lnTo>
                    <a:pt x="8023623" y="1812474"/>
                  </a:lnTo>
                  <a:lnTo>
                    <a:pt x="8083701" y="1801714"/>
                  </a:lnTo>
                  <a:lnTo>
                    <a:pt x="8140126" y="1789846"/>
                  </a:lnTo>
                  <a:lnTo>
                    <a:pt x="8193634" y="1776797"/>
                  </a:lnTo>
                  <a:lnTo>
                    <a:pt x="8229629" y="1766967"/>
                  </a:lnTo>
                  <a:lnTo>
                    <a:pt x="8288587" y="1748987"/>
                  </a:lnTo>
                  <a:lnTo>
                    <a:pt x="8345757" y="1729280"/>
                  </a:lnTo>
                  <a:lnTo>
                    <a:pt x="8401776" y="1707817"/>
                  </a:lnTo>
                  <a:lnTo>
                    <a:pt x="8457120" y="1684620"/>
                  </a:lnTo>
                  <a:lnTo>
                    <a:pt x="8512133" y="1659771"/>
                  </a:lnTo>
                  <a:lnTo>
                    <a:pt x="8567046" y="1633413"/>
                  </a:lnTo>
                  <a:lnTo>
                    <a:pt x="8621998" y="1605751"/>
                  </a:lnTo>
                  <a:lnTo>
                    <a:pt x="8677051" y="1577051"/>
                  </a:lnTo>
                  <a:lnTo>
                    <a:pt x="8732206" y="1547624"/>
                  </a:lnTo>
                  <a:lnTo>
                    <a:pt x="8787423" y="1517820"/>
                  </a:lnTo>
                  <a:lnTo>
                    <a:pt x="8842642" y="1488008"/>
                  </a:lnTo>
                  <a:lnTo>
                    <a:pt x="8897801" y="1458557"/>
                  </a:lnTo>
                  <a:lnTo>
                    <a:pt x="8952859" y="1429818"/>
                  </a:lnTo>
                  <a:lnTo>
                    <a:pt x="9007814" y="1402105"/>
                  </a:lnTo>
                  <a:lnTo>
                    <a:pt x="9062727" y="1375685"/>
                  </a:lnTo>
                  <a:lnTo>
                    <a:pt x="9117731" y="1350766"/>
                  </a:lnTo>
                  <a:lnTo>
                    <a:pt x="9173054" y="1327494"/>
                  </a:lnTo>
                  <a:lnTo>
                    <a:pt x="9229035" y="1305953"/>
                  </a:lnTo>
                  <a:lnTo>
                    <a:pt x="9286142" y="1286169"/>
                  </a:lnTo>
                  <a:lnTo>
                    <a:pt x="9345005" y="1268115"/>
                  </a:lnTo>
                  <a:lnTo>
                    <a:pt x="9347647" y="1267360"/>
                  </a:lnTo>
                  <a:lnTo>
                    <a:pt x="9399512" y="1253467"/>
                  </a:lnTo>
                  <a:lnTo>
                    <a:pt x="9453826" y="1240780"/>
                  </a:lnTo>
                  <a:lnTo>
                    <a:pt x="9511273" y="1229255"/>
                  </a:lnTo>
                  <a:lnTo>
                    <a:pt x="9572603" y="1218810"/>
                  </a:lnTo>
                  <a:lnTo>
                    <a:pt x="9638594" y="1209346"/>
                  </a:lnTo>
                  <a:lnTo>
                    <a:pt x="9710007" y="1200761"/>
                  </a:lnTo>
                  <a:lnTo>
                    <a:pt x="9787538" y="1192959"/>
                  </a:lnTo>
                  <a:lnTo>
                    <a:pt x="9871746" y="1185856"/>
                  </a:lnTo>
                  <a:lnTo>
                    <a:pt x="9962964" y="1179382"/>
                  </a:lnTo>
                  <a:lnTo>
                    <a:pt x="10061178" y="1173483"/>
                  </a:lnTo>
                  <a:lnTo>
                    <a:pt x="10165892" y="1168123"/>
                  </a:lnTo>
                  <a:lnTo>
                    <a:pt x="10275976" y="1163281"/>
                  </a:lnTo>
                  <a:lnTo>
                    <a:pt x="10389550" y="1158951"/>
                  </a:lnTo>
                  <a:lnTo>
                    <a:pt x="10503918" y="1155139"/>
                  </a:lnTo>
                  <a:lnTo>
                    <a:pt x="10615640" y="1151857"/>
                  </a:lnTo>
                  <a:lnTo>
                    <a:pt x="10720770" y="1149112"/>
                  </a:lnTo>
                  <a:lnTo>
                    <a:pt x="10815276" y="1146904"/>
                  </a:lnTo>
                  <a:lnTo>
                    <a:pt x="10895602" y="1145214"/>
                  </a:lnTo>
                  <a:lnTo>
                    <a:pt x="10959258" y="1144002"/>
                  </a:lnTo>
                  <a:lnTo>
                    <a:pt x="11005290" y="1143206"/>
                  </a:lnTo>
                  <a:lnTo>
                    <a:pt x="11034522" y="1142745"/>
                  </a:lnTo>
                  <a:lnTo>
                    <a:pt x="11049540" y="1142528"/>
                  </a:lnTo>
                  <a:lnTo>
                    <a:pt x="11054499" y="1142463"/>
                  </a:lnTo>
                  <a:lnTo>
                    <a:pt x="11054891" y="1142458"/>
                  </a:lnTo>
                  <a:lnTo>
                    <a:pt x="12049831" y="1142458"/>
                  </a:lnTo>
                  <a:lnTo>
                    <a:pt x="12049831" y="11424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" name="pl205"/>
            <p:cNvSpPr/>
            <p:nvPr/>
          </p:nvSpPr>
          <p:spPr>
            <a:xfrm>
              <a:off x="1199187" y="3102290"/>
              <a:ext cx="12049831" cy="1891868"/>
            </a:xfrm>
            <a:custGeom>
              <a:avLst/>
              <a:pathLst>
                <a:path w="12049831" h="1891868">
                  <a:moveTo>
                    <a:pt x="12049831" y="1142458"/>
                  </a:moveTo>
                  <a:lnTo>
                    <a:pt x="11054891" y="1142458"/>
                  </a:lnTo>
                  <a:lnTo>
                    <a:pt x="11053759" y="1142472"/>
                  </a:lnTo>
                  <a:lnTo>
                    <a:pt x="11046288" y="1142574"/>
                  </a:lnTo>
                  <a:lnTo>
                    <a:pt x="11027355" y="1142854"/>
                  </a:lnTo>
                  <a:lnTo>
                    <a:pt x="10993251" y="1143407"/>
                  </a:lnTo>
                  <a:lnTo>
                    <a:pt x="10941908" y="1144321"/>
                  </a:lnTo>
                  <a:lnTo>
                    <a:pt x="10873047" y="1145671"/>
                  </a:lnTo>
                  <a:lnTo>
                    <a:pt x="10788123" y="1147514"/>
                  </a:lnTo>
                  <a:lnTo>
                    <a:pt x="10690006" y="1149883"/>
                  </a:lnTo>
                  <a:lnTo>
                    <a:pt x="10582458" y="1152790"/>
                  </a:lnTo>
                  <a:lnTo>
                    <a:pt x="10469538" y="1156234"/>
                  </a:lnTo>
                  <a:lnTo>
                    <a:pt x="10355079" y="1160203"/>
                  </a:lnTo>
                  <a:lnTo>
                    <a:pt x="10242311" y="1164687"/>
                  </a:lnTo>
                  <a:lnTo>
                    <a:pt x="10133684" y="1169684"/>
                  </a:lnTo>
                  <a:lnTo>
                    <a:pt x="10030843" y="1175204"/>
                  </a:lnTo>
                  <a:lnTo>
                    <a:pt x="9934712" y="1181272"/>
                  </a:lnTo>
                  <a:lnTo>
                    <a:pt x="9845625" y="1187929"/>
                  </a:lnTo>
                  <a:lnTo>
                    <a:pt x="9763477" y="1195235"/>
                  </a:lnTo>
                  <a:lnTo>
                    <a:pt x="9687857" y="1203263"/>
                  </a:lnTo>
                  <a:lnTo>
                    <a:pt x="9618157" y="1212103"/>
                  </a:lnTo>
                  <a:lnTo>
                    <a:pt x="9553653" y="1221852"/>
                  </a:lnTo>
                  <a:lnTo>
                    <a:pt x="9493576" y="1232612"/>
                  </a:lnTo>
                  <a:lnTo>
                    <a:pt x="9437151" y="1244480"/>
                  </a:lnTo>
                  <a:lnTo>
                    <a:pt x="9383643" y="1257529"/>
                  </a:lnTo>
                  <a:lnTo>
                    <a:pt x="9347647" y="1267360"/>
                  </a:lnTo>
                  <a:lnTo>
                    <a:pt x="9288690" y="1285339"/>
                  </a:lnTo>
                  <a:lnTo>
                    <a:pt x="9231520" y="1305046"/>
                  </a:lnTo>
                  <a:lnTo>
                    <a:pt x="9175500" y="1326509"/>
                  </a:lnTo>
                  <a:lnTo>
                    <a:pt x="9120156" y="1349706"/>
                  </a:lnTo>
                  <a:lnTo>
                    <a:pt x="9065144" y="1374555"/>
                  </a:lnTo>
                  <a:lnTo>
                    <a:pt x="9010231" y="1400913"/>
                  </a:lnTo>
                  <a:lnTo>
                    <a:pt x="8955279" y="1428575"/>
                  </a:lnTo>
                  <a:lnTo>
                    <a:pt x="8900226" y="1457275"/>
                  </a:lnTo>
                  <a:lnTo>
                    <a:pt x="8845071" y="1486702"/>
                  </a:lnTo>
                  <a:lnTo>
                    <a:pt x="8789853" y="1516506"/>
                  </a:lnTo>
                  <a:lnTo>
                    <a:pt x="8734634" y="1546318"/>
                  </a:lnTo>
                  <a:lnTo>
                    <a:pt x="8679475" y="1575769"/>
                  </a:lnTo>
                  <a:lnTo>
                    <a:pt x="8624418" y="1604508"/>
                  </a:lnTo>
                  <a:lnTo>
                    <a:pt x="8569462" y="1632221"/>
                  </a:lnTo>
                  <a:lnTo>
                    <a:pt x="8514550" y="1658641"/>
                  </a:lnTo>
                  <a:lnTo>
                    <a:pt x="8459546" y="1683560"/>
                  </a:lnTo>
                  <a:lnTo>
                    <a:pt x="8404222" y="1706832"/>
                  </a:lnTo>
                  <a:lnTo>
                    <a:pt x="8348242" y="1728373"/>
                  </a:lnTo>
                  <a:lnTo>
                    <a:pt x="8291135" y="1748157"/>
                  </a:lnTo>
                  <a:lnTo>
                    <a:pt x="8232271" y="1766211"/>
                  </a:lnTo>
                  <a:lnTo>
                    <a:pt x="8229629" y="1766967"/>
                  </a:lnTo>
                  <a:lnTo>
                    <a:pt x="8177764" y="1780859"/>
                  </a:lnTo>
                  <a:lnTo>
                    <a:pt x="8123450" y="1793546"/>
                  </a:lnTo>
                  <a:lnTo>
                    <a:pt x="8066003" y="1805071"/>
                  </a:lnTo>
                  <a:lnTo>
                    <a:pt x="8004674" y="1815516"/>
                  </a:lnTo>
                  <a:lnTo>
                    <a:pt x="7938683" y="1824980"/>
                  </a:lnTo>
                  <a:lnTo>
                    <a:pt x="7867270" y="1833565"/>
                  </a:lnTo>
                  <a:lnTo>
                    <a:pt x="7789739" y="1841367"/>
                  </a:lnTo>
                  <a:lnTo>
                    <a:pt x="7705530" y="1848470"/>
                  </a:lnTo>
                  <a:lnTo>
                    <a:pt x="7614312" y="1854944"/>
                  </a:lnTo>
                  <a:lnTo>
                    <a:pt x="7516098" y="1860843"/>
                  </a:lnTo>
                  <a:lnTo>
                    <a:pt x="7411385" y="1866203"/>
                  </a:lnTo>
                  <a:lnTo>
                    <a:pt x="7301300" y="1871045"/>
                  </a:lnTo>
                  <a:lnTo>
                    <a:pt x="7187726" y="1875375"/>
                  </a:lnTo>
                  <a:lnTo>
                    <a:pt x="7073359" y="1879187"/>
                  </a:lnTo>
                  <a:lnTo>
                    <a:pt x="6961636" y="1882470"/>
                  </a:lnTo>
                  <a:lnTo>
                    <a:pt x="6856507" y="1885214"/>
                  </a:lnTo>
                  <a:lnTo>
                    <a:pt x="6762001" y="1887422"/>
                  </a:lnTo>
                  <a:lnTo>
                    <a:pt x="6681675" y="1889112"/>
                  </a:lnTo>
                  <a:lnTo>
                    <a:pt x="6618018" y="1890324"/>
                  </a:lnTo>
                  <a:lnTo>
                    <a:pt x="6571986" y="1891120"/>
                  </a:lnTo>
                  <a:lnTo>
                    <a:pt x="6542754" y="1891581"/>
                  </a:lnTo>
                  <a:lnTo>
                    <a:pt x="6527736" y="1891798"/>
                  </a:lnTo>
                  <a:lnTo>
                    <a:pt x="6522777" y="1891864"/>
                  </a:lnTo>
                  <a:lnTo>
                    <a:pt x="6522385" y="1891868"/>
                  </a:lnTo>
                  <a:lnTo>
                    <a:pt x="5527445" y="1891868"/>
                  </a:lnTo>
                  <a:lnTo>
                    <a:pt x="5526337" y="1891833"/>
                  </a:lnTo>
                  <a:lnTo>
                    <a:pt x="5519017" y="1891582"/>
                  </a:lnTo>
                  <a:lnTo>
                    <a:pt x="5500454" y="1890889"/>
                  </a:lnTo>
                  <a:lnTo>
                    <a:pt x="5466994" y="1889523"/>
                  </a:lnTo>
                  <a:lnTo>
                    <a:pt x="5416567" y="1887264"/>
                  </a:lnTo>
                  <a:lnTo>
                    <a:pt x="5348844" y="1883925"/>
                  </a:lnTo>
                  <a:lnTo>
                    <a:pt x="5265191" y="1879364"/>
                  </a:lnTo>
                  <a:lnTo>
                    <a:pt x="5168363" y="1873497"/>
                  </a:lnTo>
                  <a:lnTo>
                    <a:pt x="5062014" y="1866289"/>
                  </a:lnTo>
                  <a:lnTo>
                    <a:pt x="4950119" y="1857746"/>
                  </a:lnTo>
                  <a:lnTo>
                    <a:pt x="4836456" y="1847893"/>
                  </a:lnTo>
                  <a:lnTo>
                    <a:pt x="4724242" y="1836756"/>
                  </a:lnTo>
                  <a:lnTo>
                    <a:pt x="4615939" y="1824343"/>
                  </a:lnTo>
                  <a:lnTo>
                    <a:pt x="4513226" y="1810632"/>
                  </a:lnTo>
                  <a:lnTo>
                    <a:pt x="4417067" y="1795566"/>
                  </a:lnTo>
                  <a:lnTo>
                    <a:pt x="4327842" y="1779045"/>
                  </a:lnTo>
                  <a:lnTo>
                    <a:pt x="4245490" y="1760929"/>
                  </a:lnTo>
                  <a:lnTo>
                    <a:pt x="4169634" y="1741037"/>
                  </a:lnTo>
                  <a:lnTo>
                    <a:pt x="4099699" y="1719157"/>
                  </a:lnTo>
                  <a:lnTo>
                    <a:pt x="4034987" y="1695046"/>
                  </a:lnTo>
                  <a:lnTo>
                    <a:pt x="3974746" y="1668454"/>
                  </a:lnTo>
                  <a:lnTo>
                    <a:pt x="3918218" y="1639137"/>
                  </a:lnTo>
                  <a:lnTo>
                    <a:pt x="3864675" y="1606904"/>
                  </a:lnTo>
                  <a:lnTo>
                    <a:pt x="3820202" y="1576557"/>
                  </a:lnTo>
                  <a:lnTo>
                    <a:pt x="3769817" y="1538140"/>
                  </a:lnTo>
                  <a:lnTo>
                    <a:pt x="3720807" y="1496567"/>
                  </a:lnTo>
                  <a:lnTo>
                    <a:pt x="3672754" y="1451776"/>
                  </a:lnTo>
                  <a:lnTo>
                    <a:pt x="3625330" y="1403773"/>
                  </a:lnTo>
                  <a:lnTo>
                    <a:pt x="3578281" y="1352635"/>
                  </a:lnTo>
                  <a:lnTo>
                    <a:pt x="3531419" y="1298522"/>
                  </a:lnTo>
                  <a:lnTo>
                    <a:pt x="3484614" y="1241676"/>
                  </a:lnTo>
                  <a:lnTo>
                    <a:pt x="3437782" y="1182423"/>
                  </a:lnTo>
                  <a:lnTo>
                    <a:pt x="3390880" y="1121166"/>
                  </a:lnTo>
                  <a:lnTo>
                    <a:pt x="3343899" y="1058379"/>
                  </a:lnTo>
                  <a:lnTo>
                    <a:pt x="3296855" y="994587"/>
                  </a:lnTo>
                  <a:lnTo>
                    <a:pt x="3249782" y="930356"/>
                  </a:lnTo>
                  <a:lnTo>
                    <a:pt x="3202718" y="866266"/>
                  </a:lnTo>
                  <a:lnTo>
                    <a:pt x="3155702" y="802892"/>
                  </a:lnTo>
                  <a:lnTo>
                    <a:pt x="3108758" y="740784"/>
                  </a:lnTo>
                  <a:lnTo>
                    <a:pt x="3061893" y="680443"/>
                  </a:lnTo>
                  <a:lnTo>
                    <a:pt x="3015081" y="622311"/>
                  </a:lnTo>
                  <a:lnTo>
                    <a:pt x="2968262" y="566755"/>
                  </a:lnTo>
                  <a:lnTo>
                    <a:pt x="2921330" y="514059"/>
                  </a:lnTo>
                  <a:lnTo>
                    <a:pt x="2874126" y="464426"/>
                  </a:lnTo>
                  <a:lnTo>
                    <a:pt x="2826432" y="417975"/>
                  </a:lnTo>
                  <a:lnTo>
                    <a:pt x="2777962" y="374748"/>
                  </a:lnTo>
                  <a:lnTo>
                    <a:pt x="2728344" y="334716"/>
                  </a:lnTo>
                  <a:lnTo>
                    <a:pt x="2702183" y="315311"/>
                  </a:lnTo>
                  <a:lnTo>
                    <a:pt x="2650691" y="280475"/>
                  </a:lnTo>
                  <a:lnTo>
                    <a:pt x="2596788" y="248640"/>
                  </a:lnTo>
                  <a:lnTo>
                    <a:pt x="2539806" y="219701"/>
                  </a:lnTo>
                  <a:lnTo>
                    <a:pt x="2479011" y="193456"/>
                  </a:lnTo>
                  <a:lnTo>
                    <a:pt x="2413643" y="169658"/>
                  </a:lnTo>
                  <a:lnTo>
                    <a:pt x="2342953" y="148057"/>
                  </a:lnTo>
                  <a:lnTo>
                    <a:pt x="2266258" y="128415"/>
                  </a:lnTo>
                  <a:lnTo>
                    <a:pt x="2183002" y="110522"/>
                  </a:lnTo>
                  <a:lnTo>
                    <a:pt x="2092844" y="94203"/>
                  </a:lnTo>
                  <a:lnTo>
                    <a:pt x="1995774" y="79323"/>
                  </a:lnTo>
                  <a:lnTo>
                    <a:pt x="1892242" y="65789"/>
                  </a:lnTo>
                  <a:lnTo>
                    <a:pt x="1783302" y="53547"/>
                  </a:lnTo>
                  <a:lnTo>
                    <a:pt x="1670734" y="42581"/>
                  </a:lnTo>
                  <a:lnTo>
                    <a:pt x="1557106" y="32902"/>
                  </a:lnTo>
                  <a:lnTo>
                    <a:pt x="1445725" y="24536"/>
                  </a:lnTo>
                  <a:lnTo>
                    <a:pt x="1340422" y="17508"/>
                  </a:lnTo>
                  <a:lnTo>
                    <a:pt x="1245160" y="11819"/>
                  </a:lnTo>
                  <a:lnTo>
                    <a:pt x="1163505" y="7428"/>
                  </a:lnTo>
                  <a:lnTo>
                    <a:pt x="1098054" y="4243"/>
                  </a:lnTo>
                  <a:lnTo>
                    <a:pt x="1049956" y="2115"/>
                  </a:lnTo>
                  <a:lnTo>
                    <a:pt x="1018647" y="852"/>
                  </a:lnTo>
                  <a:lnTo>
                    <a:pt x="1001834" y="232"/>
                  </a:lnTo>
                  <a:lnTo>
                    <a:pt x="995665" y="2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" name="pg206"/>
            <p:cNvSpPr/>
            <p:nvPr/>
          </p:nvSpPr>
          <p:spPr>
            <a:xfrm>
              <a:off x="1199187" y="3118012"/>
              <a:ext cx="12049831" cy="1907590"/>
            </a:xfrm>
            <a:custGeom>
              <a:avLst/>
              <a:pathLst>
                <a:path w="12049831" h="1907590">
                  <a:moveTo>
                    <a:pt x="0" y="15721"/>
                  </a:moveTo>
                  <a:lnTo>
                    <a:pt x="994940" y="15721"/>
                  </a:lnTo>
                  <a:lnTo>
                    <a:pt x="996048" y="15757"/>
                  </a:lnTo>
                  <a:lnTo>
                    <a:pt x="1003368" y="16008"/>
                  </a:lnTo>
                  <a:lnTo>
                    <a:pt x="1021931" y="16701"/>
                  </a:lnTo>
                  <a:lnTo>
                    <a:pt x="1055391" y="18067"/>
                  </a:lnTo>
                  <a:lnTo>
                    <a:pt x="1105818" y="20326"/>
                  </a:lnTo>
                  <a:lnTo>
                    <a:pt x="1173541" y="23665"/>
                  </a:lnTo>
                  <a:lnTo>
                    <a:pt x="1257194" y="28226"/>
                  </a:lnTo>
                  <a:lnTo>
                    <a:pt x="1354022" y="34093"/>
                  </a:lnTo>
                  <a:lnTo>
                    <a:pt x="1460371" y="41301"/>
                  </a:lnTo>
                  <a:lnTo>
                    <a:pt x="1572266" y="49844"/>
                  </a:lnTo>
                  <a:lnTo>
                    <a:pt x="1685929" y="59697"/>
                  </a:lnTo>
                  <a:lnTo>
                    <a:pt x="1798143" y="70834"/>
                  </a:lnTo>
                  <a:lnTo>
                    <a:pt x="1906446" y="83247"/>
                  </a:lnTo>
                  <a:lnTo>
                    <a:pt x="2009159" y="96958"/>
                  </a:lnTo>
                  <a:lnTo>
                    <a:pt x="2105318" y="112024"/>
                  </a:lnTo>
                  <a:lnTo>
                    <a:pt x="2194543" y="128545"/>
                  </a:lnTo>
                  <a:lnTo>
                    <a:pt x="2276895" y="146661"/>
                  </a:lnTo>
                  <a:lnTo>
                    <a:pt x="2352751" y="166552"/>
                  </a:lnTo>
                  <a:lnTo>
                    <a:pt x="2422686" y="188433"/>
                  </a:lnTo>
                  <a:lnTo>
                    <a:pt x="2487398" y="212544"/>
                  </a:lnTo>
                  <a:lnTo>
                    <a:pt x="2547639" y="239136"/>
                  </a:lnTo>
                  <a:lnTo>
                    <a:pt x="2604167" y="268453"/>
                  </a:lnTo>
                  <a:lnTo>
                    <a:pt x="2657710" y="300686"/>
                  </a:lnTo>
                  <a:lnTo>
                    <a:pt x="2702183" y="331033"/>
                  </a:lnTo>
                  <a:lnTo>
                    <a:pt x="2752568" y="369450"/>
                  </a:lnTo>
                  <a:lnTo>
                    <a:pt x="2801578" y="411023"/>
                  </a:lnTo>
                  <a:lnTo>
                    <a:pt x="2849631" y="455814"/>
                  </a:lnTo>
                  <a:lnTo>
                    <a:pt x="2897055" y="503817"/>
                  </a:lnTo>
                  <a:lnTo>
                    <a:pt x="2944104" y="554955"/>
                  </a:lnTo>
                  <a:lnTo>
                    <a:pt x="2990966" y="609068"/>
                  </a:lnTo>
                  <a:lnTo>
                    <a:pt x="3037771" y="665914"/>
                  </a:lnTo>
                  <a:lnTo>
                    <a:pt x="3084603" y="725167"/>
                  </a:lnTo>
                  <a:lnTo>
                    <a:pt x="3131505" y="786423"/>
                  </a:lnTo>
                  <a:lnTo>
                    <a:pt x="3178486" y="849211"/>
                  </a:lnTo>
                  <a:lnTo>
                    <a:pt x="3225530" y="913003"/>
                  </a:lnTo>
                  <a:lnTo>
                    <a:pt x="3272603" y="977234"/>
                  </a:lnTo>
                  <a:lnTo>
                    <a:pt x="3319667" y="1041324"/>
                  </a:lnTo>
                  <a:lnTo>
                    <a:pt x="3366683" y="1104698"/>
                  </a:lnTo>
                  <a:lnTo>
                    <a:pt x="3413627" y="1166806"/>
                  </a:lnTo>
                  <a:lnTo>
                    <a:pt x="3460492" y="1227147"/>
                  </a:lnTo>
                  <a:lnTo>
                    <a:pt x="3507304" y="1285278"/>
                  </a:lnTo>
                  <a:lnTo>
                    <a:pt x="3554123" y="1340835"/>
                  </a:lnTo>
                  <a:lnTo>
                    <a:pt x="3601055" y="1393531"/>
                  </a:lnTo>
                  <a:lnTo>
                    <a:pt x="3648259" y="1443164"/>
                  </a:lnTo>
                  <a:lnTo>
                    <a:pt x="3695953" y="1489615"/>
                  </a:lnTo>
                  <a:lnTo>
                    <a:pt x="3744423" y="1532842"/>
                  </a:lnTo>
                  <a:lnTo>
                    <a:pt x="3794041" y="1572874"/>
                  </a:lnTo>
                  <a:lnTo>
                    <a:pt x="3820202" y="1592279"/>
                  </a:lnTo>
                  <a:lnTo>
                    <a:pt x="3871694" y="1627115"/>
                  </a:lnTo>
                  <a:lnTo>
                    <a:pt x="3925597" y="1658949"/>
                  </a:lnTo>
                  <a:lnTo>
                    <a:pt x="3982579" y="1687888"/>
                  </a:lnTo>
                  <a:lnTo>
                    <a:pt x="4043374" y="1714134"/>
                  </a:lnTo>
                  <a:lnTo>
                    <a:pt x="4108742" y="1737932"/>
                  </a:lnTo>
                  <a:lnTo>
                    <a:pt x="4179432" y="1759532"/>
                  </a:lnTo>
                  <a:lnTo>
                    <a:pt x="4256127" y="1779174"/>
                  </a:lnTo>
                  <a:lnTo>
                    <a:pt x="4339383" y="1797068"/>
                  </a:lnTo>
                  <a:lnTo>
                    <a:pt x="4429541" y="1813387"/>
                  </a:lnTo>
                  <a:lnTo>
                    <a:pt x="4526611" y="1828266"/>
                  </a:lnTo>
                  <a:lnTo>
                    <a:pt x="4630143" y="1841801"/>
                  </a:lnTo>
                  <a:lnTo>
                    <a:pt x="4739083" y="1854043"/>
                  </a:lnTo>
                  <a:lnTo>
                    <a:pt x="4851651" y="1865009"/>
                  </a:lnTo>
                  <a:lnTo>
                    <a:pt x="4965279" y="1874688"/>
                  </a:lnTo>
                  <a:lnTo>
                    <a:pt x="5076660" y="1883054"/>
                  </a:lnTo>
                  <a:lnTo>
                    <a:pt x="5181963" y="1890082"/>
                  </a:lnTo>
                  <a:lnTo>
                    <a:pt x="5277225" y="1895771"/>
                  </a:lnTo>
                  <a:lnTo>
                    <a:pt x="5358880" y="1900162"/>
                  </a:lnTo>
                  <a:lnTo>
                    <a:pt x="5424331" y="1903347"/>
                  </a:lnTo>
                  <a:lnTo>
                    <a:pt x="5472429" y="1905475"/>
                  </a:lnTo>
                  <a:lnTo>
                    <a:pt x="5503738" y="1906738"/>
                  </a:lnTo>
                  <a:lnTo>
                    <a:pt x="5520551" y="1907358"/>
                  </a:lnTo>
                  <a:lnTo>
                    <a:pt x="5526720" y="1907567"/>
                  </a:lnTo>
                  <a:lnTo>
                    <a:pt x="5527445" y="1907590"/>
                  </a:lnTo>
                  <a:lnTo>
                    <a:pt x="6522385" y="1907590"/>
                  </a:lnTo>
                  <a:lnTo>
                    <a:pt x="6523520" y="1907582"/>
                  </a:lnTo>
                  <a:lnTo>
                    <a:pt x="6531009" y="1907520"/>
                  </a:lnTo>
                  <a:lnTo>
                    <a:pt x="6549987" y="1907349"/>
                  </a:lnTo>
                  <a:lnTo>
                    <a:pt x="6584168" y="1907011"/>
                  </a:lnTo>
                  <a:lnTo>
                    <a:pt x="6635621" y="1906454"/>
                  </a:lnTo>
                  <a:lnTo>
                    <a:pt x="6704619" y="1905631"/>
                  </a:lnTo>
                  <a:lnTo>
                    <a:pt x="6789695" y="1904507"/>
                  </a:lnTo>
                  <a:lnTo>
                    <a:pt x="6887966" y="1903062"/>
                  </a:lnTo>
                  <a:lnTo>
                    <a:pt x="6995658" y="1901290"/>
                  </a:lnTo>
                  <a:lnTo>
                    <a:pt x="7108698" y="1899190"/>
                  </a:lnTo>
                  <a:lnTo>
                    <a:pt x="7223252" y="1896771"/>
                  </a:lnTo>
                  <a:lnTo>
                    <a:pt x="7336085" y="1894037"/>
                  </a:lnTo>
                  <a:lnTo>
                    <a:pt x="7444749" y="1890991"/>
                  </a:lnTo>
                  <a:lnTo>
                    <a:pt x="7547604" y="1887626"/>
                  </a:lnTo>
                  <a:lnTo>
                    <a:pt x="7643731" y="1883928"/>
                  </a:lnTo>
                  <a:lnTo>
                    <a:pt x="7732802" y="1879869"/>
                  </a:lnTo>
                  <a:lnTo>
                    <a:pt x="7814924" y="1875415"/>
                  </a:lnTo>
                  <a:lnTo>
                    <a:pt x="7890515" y="1870519"/>
                  </a:lnTo>
                  <a:lnTo>
                    <a:pt x="7960188" y="1865129"/>
                  </a:lnTo>
                  <a:lnTo>
                    <a:pt x="8024667" y="1859183"/>
                  </a:lnTo>
                  <a:lnTo>
                    <a:pt x="8084725" y="1852620"/>
                  </a:lnTo>
                  <a:lnTo>
                    <a:pt x="8141139" y="1845381"/>
                  </a:lnTo>
                  <a:lnTo>
                    <a:pt x="8194643" y="1837421"/>
                  </a:lnTo>
                  <a:lnTo>
                    <a:pt x="8229629" y="1831601"/>
                  </a:lnTo>
                  <a:lnTo>
                    <a:pt x="8290213" y="1820341"/>
                  </a:lnTo>
                  <a:lnTo>
                    <a:pt x="8348928" y="1807968"/>
                  </a:lnTo>
                  <a:lnTo>
                    <a:pt x="8406458" y="1794466"/>
                  </a:lnTo>
                  <a:lnTo>
                    <a:pt x="8463310" y="1779853"/>
                  </a:lnTo>
                  <a:lnTo>
                    <a:pt x="8519843" y="1764186"/>
                  </a:lnTo>
                  <a:lnTo>
                    <a:pt x="8576297" y="1747565"/>
                  </a:lnTo>
                  <a:lnTo>
                    <a:pt x="8632809" y="1730132"/>
                  </a:lnTo>
                  <a:lnTo>
                    <a:pt x="8689431" y="1712068"/>
                  </a:lnTo>
                  <a:lnTo>
                    <a:pt x="8746154" y="1693586"/>
                  </a:lnTo>
                  <a:lnTo>
                    <a:pt x="8802929" y="1674921"/>
                  </a:lnTo>
                  <a:lnTo>
                    <a:pt x="8859686" y="1656318"/>
                  </a:lnTo>
                  <a:lnTo>
                    <a:pt x="8916363" y="1638018"/>
                  </a:lnTo>
                  <a:lnTo>
                    <a:pt x="8972927" y="1620247"/>
                  </a:lnTo>
                  <a:lnTo>
                    <a:pt x="9029398" y="1603203"/>
                  </a:lnTo>
                  <a:lnTo>
                    <a:pt x="9085869" y="1587047"/>
                  </a:lnTo>
                  <a:lnTo>
                    <a:pt x="9142526" y="1571900"/>
                  </a:lnTo>
                  <a:lnTo>
                    <a:pt x="9199665" y="1557842"/>
                  </a:lnTo>
                  <a:lnTo>
                    <a:pt x="9257718" y="1544908"/>
                  </a:lnTo>
                  <a:lnTo>
                    <a:pt x="9317276" y="1533100"/>
                  </a:lnTo>
                  <a:lnTo>
                    <a:pt x="9347647" y="1527644"/>
                  </a:lnTo>
                  <a:lnTo>
                    <a:pt x="9399557" y="1519185"/>
                  </a:lnTo>
                  <a:lnTo>
                    <a:pt x="9453920" y="1511461"/>
                  </a:lnTo>
                  <a:lnTo>
                    <a:pt x="9511422" y="1504445"/>
                  </a:lnTo>
                  <a:lnTo>
                    <a:pt x="9572816" y="1498087"/>
                  </a:lnTo>
                  <a:lnTo>
                    <a:pt x="9638882" y="1492327"/>
                  </a:lnTo>
                  <a:lnTo>
                    <a:pt x="9710382" y="1487101"/>
                  </a:lnTo>
                  <a:lnTo>
                    <a:pt x="9788013" y="1482353"/>
                  </a:lnTo>
                  <a:lnTo>
                    <a:pt x="9872336" y="1478031"/>
                  </a:lnTo>
                  <a:lnTo>
                    <a:pt x="9963681" y="1474091"/>
                  </a:lnTo>
                  <a:lnTo>
                    <a:pt x="10062032" y="1470502"/>
                  </a:lnTo>
                  <a:lnTo>
                    <a:pt x="10166887" y="1467241"/>
                  </a:lnTo>
                  <a:lnTo>
                    <a:pt x="10277108" y="1464296"/>
                  </a:lnTo>
                  <a:lnTo>
                    <a:pt x="10390800" y="1461663"/>
                  </a:lnTo>
                  <a:lnTo>
                    <a:pt x="10505255" y="1459345"/>
                  </a:lnTo>
                  <a:lnTo>
                    <a:pt x="10617014" y="1457350"/>
                  </a:lnTo>
                  <a:lnTo>
                    <a:pt x="10722119" y="1455683"/>
                  </a:lnTo>
                  <a:lnTo>
                    <a:pt x="10816530" y="1454343"/>
                  </a:lnTo>
                  <a:lnTo>
                    <a:pt x="10896693" y="1453319"/>
                  </a:lnTo>
                  <a:lnTo>
                    <a:pt x="10960132" y="1452585"/>
                  </a:lnTo>
                  <a:lnTo>
                    <a:pt x="11005915" y="1452104"/>
                  </a:lnTo>
                  <a:lnTo>
                    <a:pt x="11034900" y="1451826"/>
                  </a:lnTo>
                  <a:lnTo>
                    <a:pt x="11049708" y="1451697"/>
                  </a:lnTo>
                  <a:lnTo>
                    <a:pt x="11054531" y="1451658"/>
                  </a:lnTo>
                  <a:lnTo>
                    <a:pt x="11054891" y="1451655"/>
                  </a:lnTo>
                  <a:lnTo>
                    <a:pt x="12049831" y="1451655"/>
                  </a:lnTo>
                  <a:lnTo>
                    <a:pt x="12049831" y="1435933"/>
                  </a:lnTo>
                  <a:lnTo>
                    <a:pt x="11054891" y="1435933"/>
                  </a:lnTo>
                  <a:lnTo>
                    <a:pt x="11053756" y="1435942"/>
                  </a:lnTo>
                  <a:lnTo>
                    <a:pt x="11046267" y="1436004"/>
                  </a:lnTo>
                  <a:lnTo>
                    <a:pt x="11027289" y="1436175"/>
                  </a:lnTo>
                  <a:lnTo>
                    <a:pt x="10993108" y="1436512"/>
                  </a:lnTo>
                  <a:lnTo>
                    <a:pt x="10941655" y="1437070"/>
                  </a:lnTo>
                  <a:lnTo>
                    <a:pt x="10872658" y="1437893"/>
                  </a:lnTo>
                  <a:lnTo>
                    <a:pt x="10787581" y="1439017"/>
                  </a:lnTo>
                  <a:lnTo>
                    <a:pt x="10689310" y="1440461"/>
                  </a:lnTo>
                  <a:lnTo>
                    <a:pt x="10581619" y="1442234"/>
                  </a:lnTo>
                  <a:lnTo>
                    <a:pt x="10468578" y="1444333"/>
                  </a:lnTo>
                  <a:lnTo>
                    <a:pt x="10354025" y="1446753"/>
                  </a:lnTo>
                  <a:lnTo>
                    <a:pt x="10241192" y="1449486"/>
                  </a:lnTo>
                  <a:lnTo>
                    <a:pt x="10132527" y="1452532"/>
                  </a:lnTo>
                  <a:lnTo>
                    <a:pt x="10029673" y="1455897"/>
                  </a:lnTo>
                  <a:lnTo>
                    <a:pt x="9933545" y="1459596"/>
                  </a:lnTo>
                  <a:lnTo>
                    <a:pt x="9844475" y="1463655"/>
                  </a:lnTo>
                  <a:lnTo>
                    <a:pt x="9762352" y="1468109"/>
                  </a:lnTo>
                  <a:lnTo>
                    <a:pt x="9686761" y="1473004"/>
                  </a:lnTo>
                  <a:lnTo>
                    <a:pt x="9617088" y="1478395"/>
                  </a:lnTo>
                  <a:lnTo>
                    <a:pt x="9552610" y="1484341"/>
                  </a:lnTo>
                  <a:lnTo>
                    <a:pt x="9492551" y="1490904"/>
                  </a:lnTo>
                  <a:lnTo>
                    <a:pt x="9436138" y="1498143"/>
                  </a:lnTo>
                  <a:lnTo>
                    <a:pt x="9382633" y="1506102"/>
                  </a:lnTo>
                  <a:lnTo>
                    <a:pt x="9347647" y="1511922"/>
                  </a:lnTo>
                  <a:lnTo>
                    <a:pt x="9287063" y="1523183"/>
                  </a:lnTo>
                  <a:lnTo>
                    <a:pt x="9228349" y="1535555"/>
                  </a:lnTo>
                  <a:lnTo>
                    <a:pt x="9170818" y="1549057"/>
                  </a:lnTo>
                  <a:lnTo>
                    <a:pt x="9113967" y="1563671"/>
                  </a:lnTo>
                  <a:lnTo>
                    <a:pt x="9057433" y="1579338"/>
                  </a:lnTo>
                  <a:lnTo>
                    <a:pt x="9000979" y="1595959"/>
                  </a:lnTo>
                  <a:lnTo>
                    <a:pt x="8944468" y="1613392"/>
                  </a:lnTo>
                  <a:lnTo>
                    <a:pt x="8887846" y="1631456"/>
                  </a:lnTo>
                  <a:lnTo>
                    <a:pt x="8831122" y="1649937"/>
                  </a:lnTo>
                  <a:lnTo>
                    <a:pt x="8774347" y="1668602"/>
                  </a:lnTo>
                  <a:lnTo>
                    <a:pt x="8717590" y="1687206"/>
                  </a:lnTo>
                  <a:lnTo>
                    <a:pt x="8660914" y="1705505"/>
                  </a:lnTo>
                  <a:lnTo>
                    <a:pt x="8604350" y="1723276"/>
                  </a:lnTo>
                  <a:lnTo>
                    <a:pt x="8547879" y="1740321"/>
                  </a:lnTo>
                  <a:lnTo>
                    <a:pt x="8491408" y="1756477"/>
                  </a:lnTo>
                  <a:lnTo>
                    <a:pt x="8434751" y="1771623"/>
                  </a:lnTo>
                  <a:lnTo>
                    <a:pt x="8377611" y="1785682"/>
                  </a:lnTo>
                  <a:lnTo>
                    <a:pt x="8319558" y="1798615"/>
                  </a:lnTo>
                  <a:lnTo>
                    <a:pt x="8260001" y="1810424"/>
                  </a:lnTo>
                  <a:lnTo>
                    <a:pt x="8229629" y="1815879"/>
                  </a:lnTo>
                  <a:lnTo>
                    <a:pt x="8177720" y="1824338"/>
                  </a:lnTo>
                  <a:lnTo>
                    <a:pt x="8123356" y="1832062"/>
                  </a:lnTo>
                  <a:lnTo>
                    <a:pt x="8065854" y="1839078"/>
                  </a:lnTo>
                  <a:lnTo>
                    <a:pt x="8004460" y="1845436"/>
                  </a:lnTo>
                  <a:lnTo>
                    <a:pt x="7938395" y="1851197"/>
                  </a:lnTo>
                  <a:lnTo>
                    <a:pt x="7866895" y="1856422"/>
                  </a:lnTo>
                  <a:lnTo>
                    <a:pt x="7789263" y="1861170"/>
                  </a:lnTo>
                  <a:lnTo>
                    <a:pt x="7704941" y="1865493"/>
                  </a:lnTo>
                  <a:lnTo>
                    <a:pt x="7613596" y="1869432"/>
                  </a:lnTo>
                  <a:lnTo>
                    <a:pt x="7515245" y="1873022"/>
                  </a:lnTo>
                  <a:lnTo>
                    <a:pt x="7410390" y="1876283"/>
                  </a:lnTo>
                  <a:lnTo>
                    <a:pt x="7300169" y="1879228"/>
                  </a:lnTo>
                  <a:lnTo>
                    <a:pt x="7186476" y="1881861"/>
                  </a:lnTo>
                  <a:lnTo>
                    <a:pt x="7072022" y="1884178"/>
                  </a:lnTo>
                  <a:lnTo>
                    <a:pt x="6960262" y="1886173"/>
                  </a:lnTo>
                  <a:lnTo>
                    <a:pt x="6855157" y="1887840"/>
                  </a:lnTo>
                  <a:lnTo>
                    <a:pt x="6760747" y="1889180"/>
                  </a:lnTo>
                  <a:lnTo>
                    <a:pt x="6680583" y="1890205"/>
                  </a:lnTo>
                  <a:lnTo>
                    <a:pt x="6617145" y="1890938"/>
                  </a:lnTo>
                  <a:lnTo>
                    <a:pt x="6571361" y="1891419"/>
                  </a:lnTo>
                  <a:lnTo>
                    <a:pt x="6542376" y="1891697"/>
                  </a:lnTo>
                  <a:lnTo>
                    <a:pt x="6527569" y="1891827"/>
                  </a:lnTo>
                  <a:lnTo>
                    <a:pt x="6522746" y="1891866"/>
                  </a:lnTo>
                  <a:lnTo>
                    <a:pt x="6522385" y="1891868"/>
                  </a:lnTo>
                  <a:lnTo>
                    <a:pt x="5527445" y="1891868"/>
                  </a:lnTo>
                  <a:lnTo>
                    <a:pt x="5526337" y="1891833"/>
                  </a:lnTo>
                  <a:lnTo>
                    <a:pt x="5519017" y="1891582"/>
                  </a:lnTo>
                  <a:lnTo>
                    <a:pt x="5500454" y="1890889"/>
                  </a:lnTo>
                  <a:lnTo>
                    <a:pt x="5466994" y="1889523"/>
                  </a:lnTo>
                  <a:lnTo>
                    <a:pt x="5416567" y="1887264"/>
                  </a:lnTo>
                  <a:lnTo>
                    <a:pt x="5348844" y="1883925"/>
                  </a:lnTo>
                  <a:lnTo>
                    <a:pt x="5265191" y="1879364"/>
                  </a:lnTo>
                  <a:lnTo>
                    <a:pt x="5168363" y="1873497"/>
                  </a:lnTo>
                  <a:lnTo>
                    <a:pt x="5062014" y="1866289"/>
                  </a:lnTo>
                  <a:lnTo>
                    <a:pt x="4950119" y="1857746"/>
                  </a:lnTo>
                  <a:lnTo>
                    <a:pt x="4836456" y="1847893"/>
                  </a:lnTo>
                  <a:lnTo>
                    <a:pt x="4724242" y="1836756"/>
                  </a:lnTo>
                  <a:lnTo>
                    <a:pt x="4615939" y="1824343"/>
                  </a:lnTo>
                  <a:lnTo>
                    <a:pt x="4513226" y="1810632"/>
                  </a:lnTo>
                  <a:lnTo>
                    <a:pt x="4417067" y="1795566"/>
                  </a:lnTo>
                  <a:lnTo>
                    <a:pt x="4327842" y="1779045"/>
                  </a:lnTo>
                  <a:lnTo>
                    <a:pt x="4245490" y="1760929"/>
                  </a:lnTo>
                  <a:lnTo>
                    <a:pt x="4169634" y="1741037"/>
                  </a:lnTo>
                  <a:lnTo>
                    <a:pt x="4099699" y="1719157"/>
                  </a:lnTo>
                  <a:lnTo>
                    <a:pt x="4034987" y="1695046"/>
                  </a:lnTo>
                  <a:lnTo>
                    <a:pt x="3974746" y="1668454"/>
                  </a:lnTo>
                  <a:lnTo>
                    <a:pt x="3918218" y="1639137"/>
                  </a:lnTo>
                  <a:lnTo>
                    <a:pt x="3864675" y="1606904"/>
                  </a:lnTo>
                  <a:lnTo>
                    <a:pt x="3820202" y="1576557"/>
                  </a:lnTo>
                  <a:lnTo>
                    <a:pt x="3769817" y="1538140"/>
                  </a:lnTo>
                  <a:lnTo>
                    <a:pt x="3720807" y="1496567"/>
                  </a:lnTo>
                  <a:lnTo>
                    <a:pt x="3672754" y="1451776"/>
                  </a:lnTo>
                  <a:lnTo>
                    <a:pt x="3625330" y="1403773"/>
                  </a:lnTo>
                  <a:lnTo>
                    <a:pt x="3578281" y="1352635"/>
                  </a:lnTo>
                  <a:lnTo>
                    <a:pt x="3531419" y="1298522"/>
                  </a:lnTo>
                  <a:lnTo>
                    <a:pt x="3484614" y="1241676"/>
                  </a:lnTo>
                  <a:lnTo>
                    <a:pt x="3437782" y="1182423"/>
                  </a:lnTo>
                  <a:lnTo>
                    <a:pt x="3390880" y="1121166"/>
                  </a:lnTo>
                  <a:lnTo>
                    <a:pt x="3343899" y="1058379"/>
                  </a:lnTo>
                  <a:lnTo>
                    <a:pt x="3296855" y="994587"/>
                  </a:lnTo>
                  <a:lnTo>
                    <a:pt x="3249782" y="930356"/>
                  </a:lnTo>
                  <a:lnTo>
                    <a:pt x="3202718" y="866266"/>
                  </a:lnTo>
                  <a:lnTo>
                    <a:pt x="3155702" y="802892"/>
                  </a:lnTo>
                  <a:lnTo>
                    <a:pt x="3108758" y="740784"/>
                  </a:lnTo>
                  <a:lnTo>
                    <a:pt x="3061893" y="680443"/>
                  </a:lnTo>
                  <a:lnTo>
                    <a:pt x="3015081" y="622311"/>
                  </a:lnTo>
                  <a:lnTo>
                    <a:pt x="2968262" y="566755"/>
                  </a:lnTo>
                  <a:lnTo>
                    <a:pt x="2921330" y="514059"/>
                  </a:lnTo>
                  <a:lnTo>
                    <a:pt x="2874126" y="464426"/>
                  </a:lnTo>
                  <a:lnTo>
                    <a:pt x="2826432" y="417975"/>
                  </a:lnTo>
                  <a:lnTo>
                    <a:pt x="2777962" y="374748"/>
                  </a:lnTo>
                  <a:lnTo>
                    <a:pt x="2728344" y="334716"/>
                  </a:lnTo>
                  <a:lnTo>
                    <a:pt x="2702183" y="315311"/>
                  </a:lnTo>
                  <a:lnTo>
                    <a:pt x="2650691" y="280475"/>
                  </a:lnTo>
                  <a:lnTo>
                    <a:pt x="2596788" y="248640"/>
                  </a:lnTo>
                  <a:lnTo>
                    <a:pt x="2539806" y="219701"/>
                  </a:lnTo>
                  <a:lnTo>
                    <a:pt x="2479011" y="193456"/>
                  </a:lnTo>
                  <a:lnTo>
                    <a:pt x="2413643" y="169658"/>
                  </a:lnTo>
                  <a:lnTo>
                    <a:pt x="2342953" y="148057"/>
                  </a:lnTo>
                  <a:lnTo>
                    <a:pt x="2266258" y="128415"/>
                  </a:lnTo>
                  <a:lnTo>
                    <a:pt x="2183002" y="110522"/>
                  </a:lnTo>
                  <a:lnTo>
                    <a:pt x="2092844" y="94203"/>
                  </a:lnTo>
                  <a:lnTo>
                    <a:pt x="1995774" y="79323"/>
                  </a:lnTo>
                  <a:lnTo>
                    <a:pt x="1892242" y="65789"/>
                  </a:lnTo>
                  <a:lnTo>
                    <a:pt x="1783302" y="53547"/>
                  </a:lnTo>
                  <a:lnTo>
                    <a:pt x="1670734" y="42581"/>
                  </a:lnTo>
                  <a:lnTo>
                    <a:pt x="1557106" y="32902"/>
                  </a:lnTo>
                  <a:lnTo>
                    <a:pt x="1445725" y="24536"/>
                  </a:lnTo>
                  <a:lnTo>
                    <a:pt x="1340422" y="17508"/>
                  </a:lnTo>
                  <a:lnTo>
                    <a:pt x="1245160" y="11819"/>
                  </a:lnTo>
                  <a:lnTo>
                    <a:pt x="1163505" y="7428"/>
                  </a:lnTo>
                  <a:lnTo>
                    <a:pt x="1098054" y="4243"/>
                  </a:lnTo>
                  <a:lnTo>
                    <a:pt x="1049956" y="2115"/>
                  </a:lnTo>
                  <a:lnTo>
                    <a:pt x="1018647" y="852"/>
                  </a:lnTo>
                  <a:lnTo>
                    <a:pt x="1001834" y="232"/>
                  </a:lnTo>
                  <a:lnTo>
                    <a:pt x="995665" y="2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8" name="pl207"/>
            <p:cNvSpPr/>
            <p:nvPr/>
          </p:nvSpPr>
          <p:spPr>
            <a:xfrm>
              <a:off x="1199187" y="3133734"/>
              <a:ext cx="12049831" cy="1891868"/>
            </a:xfrm>
            <a:custGeom>
              <a:avLst/>
              <a:pathLst>
                <a:path w="12049831" h="1891868">
                  <a:moveTo>
                    <a:pt x="0" y="0"/>
                  </a:moveTo>
                  <a:lnTo>
                    <a:pt x="994940" y="0"/>
                  </a:lnTo>
                  <a:lnTo>
                    <a:pt x="996048" y="35"/>
                  </a:lnTo>
                  <a:lnTo>
                    <a:pt x="1003368" y="286"/>
                  </a:lnTo>
                  <a:lnTo>
                    <a:pt x="1021931" y="979"/>
                  </a:lnTo>
                  <a:lnTo>
                    <a:pt x="1055391" y="2345"/>
                  </a:lnTo>
                  <a:lnTo>
                    <a:pt x="1105818" y="4604"/>
                  </a:lnTo>
                  <a:lnTo>
                    <a:pt x="1173541" y="7943"/>
                  </a:lnTo>
                  <a:lnTo>
                    <a:pt x="1257194" y="12504"/>
                  </a:lnTo>
                  <a:lnTo>
                    <a:pt x="1354022" y="18371"/>
                  </a:lnTo>
                  <a:lnTo>
                    <a:pt x="1460371" y="25579"/>
                  </a:lnTo>
                  <a:lnTo>
                    <a:pt x="1572266" y="34122"/>
                  </a:lnTo>
                  <a:lnTo>
                    <a:pt x="1685929" y="43975"/>
                  </a:lnTo>
                  <a:lnTo>
                    <a:pt x="1798143" y="55112"/>
                  </a:lnTo>
                  <a:lnTo>
                    <a:pt x="1906446" y="67525"/>
                  </a:lnTo>
                  <a:lnTo>
                    <a:pt x="2009159" y="81236"/>
                  </a:lnTo>
                  <a:lnTo>
                    <a:pt x="2105318" y="96302"/>
                  </a:lnTo>
                  <a:lnTo>
                    <a:pt x="2194543" y="112823"/>
                  </a:lnTo>
                  <a:lnTo>
                    <a:pt x="2276895" y="130939"/>
                  </a:lnTo>
                  <a:lnTo>
                    <a:pt x="2352751" y="150831"/>
                  </a:lnTo>
                  <a:lnTo>
                    <a:pt x="2422686" y="172711"/>
                  </a:lnTo>
                  <a:lnTo>
                    <a:pt x="2487398" y="196822"/>
                  </a:lnTo>
                  <a:lnTo>
                    <a:pt x="2547639" y="223414"/>
                  </a:lnTo>
                  <a:lnTo>
                    <a:pt x="2604167" y="252731"/>
                  </a:lnTo>
                  <a:lnTo>
                    <a:pt x="2657710" y="284964"/>
                  </a:lnTo>
                  <a:lnTo>
                    <a:pt x="2702183" y="315311"/>
                  </a:lnTo>
                  <a:lnTo>
                    <a:pt x="2752568" y="353728"/>
                  </a:lnTo>
                  <a:lnTo>
                    <a:pt x="2801578" y="395301"/>
                  </a:lnTo>
                  <a:lnTo>
                    <a:pt x="2849631" y="440092"/>
                  </a:lnTo>
                  <a:lnTo>
                    <a:pt x="2897055" y="488095"/>
                  </a:lnTo>
                  <a:lnTo>
                    <a:pt x="2944104" y="539233"/>
                  </a:lnTo>
                  <a:lnTo>
                    <a:pt x="2990966" y="593346"/>
                  </a:lnTo>
                  <a:lnTo>
                    <a:pt x="3037771" y="650192"/>
                  </a:lnTo>
                  <a:lnTo>
                    <a:pt x="3084603" y="709445"/>
                  </a:lnTo>
                  <a:lnTo>
                    <a:pt x="3131505" y="770701"/>
                  </a:lnTo>
                  <a:lnTo>
                    <a:pt x="3178486" y="833489"/>
                  </a:lnTo>
                  <a:lnTo>
                    <a:pt x="3225530" y="897281"/>
                  </a:lnTo>
                  <a:lnTo>
                    <a:pt x="3272603" y="961512"/>
                  </a:lnTo>
                  <a:lnTo>
                    <a:pt x="3319667" y="1025602"/>
                  </a:lnTo>
                  <a:lnTo>
                    <a:pt x="3366683" y="1088976"/>
                  </a:lnTo>
                  <a:lnTo>
                    <a:pt x="3413627" y="1151084"/>
                  </a:lnTo>
                  <a:lnTo>
                    <a:pt x="3460492" y="1211425"/>
                  </a:lnTo>
                  <a:lnTo>
                    <a:pt x="3507304" y="1269557"/>
                  </a:lnTo>
                  <a:lnTo>
                    <a:pt x="3554123" y="1325113"/>
                  </a:lnTo>
                  <a:lnTo>
                    <a:pt x="3601055" y="1377809"/>
                  </a:lnTo>
                  <a:lnTo>
                    <a:pt x="3648259" y="1427442"/>
                  </a:lnTo>
                  <a:lnTo>
                    <a:pt x="3695953" y="1473893"/>
                  </a:lnTo>
                  <a:lnTo>
                    <a:pt x="3744423" y="1517120"/>
                  </a:lnTo>
                  <a:lnTo>
                    <a:pt x="3794041" y="1557152"/>
                  </a:lnTo>
                  <a:lnTo>
                    <a:pt x="3820202" y="1576557"/>
                  </a:lnTo>
                  <a:lnTo>
                    <a:pt x="3871694" y="1611393"/>
                  </a:lnTo>
                  <a:lnTo>
                    <a:pt x="3925597" y="1643227"/>
                  </a:lnTo>
                  <a:lnTo>
                    <a:pt x="3982579" y="1672166"/>
                  </a:lnTo>
                  <a:lnTo>
                    <a:pt x="4043374" y="1698412"/>
                  </a:lnTo>
                  <a:lnTo>
                    <a:pt x="4108742" y="1722210"/>
                  </a:lnTo>
                  <a:lnTo>
                    <a:pt x="4179432" y="1743811"/>
                  </a:lnTo>
                  <a:lnTo>
                    <a:pt x="4256127" y="1763453"/>
                  </a:lnTo>
                  <a:lnTo>
                    <a:pt x="4339383" y="1781346"/>
                  </a:lnTo>
                  <a:lnTo>
                    <a:pt x="4429541" y="1797665"/>
                  </a:lnTo>
                  <a:lnTo>
                    <a:pt x="4526611" y="1812544"/>
                  </a:lnTo>
                  <a:lnTo>
                    <a:pt x="4630143" y="1826079"/>
                  </a:lnTo>
                  <a:lnTo>
                    <a:pt x="4739083" y="1838321"/>
                  </a:lnTo>
                  <a:lnTo>
                    <a:pt x="4851651" y="1849287"/>
                  </a:lnTo>
                  <a:lnTo>
                    <a:pt x="4965279" y="1858966"/>
                  </a:lnTo>
                  <a:lnTo>
                    <a:pt x="5076660" y="1867332"/>
                  </a:lnTo>
                  <a:lnTo>
                    <a:pt x="5181963" y="1874360"/>
                  </a:lnTo>
                  <a:lnTo>
                    <a:pt x="5277225" y="1880049"/>
                  </a:lnTo>
                  <a:lnTo>
                    <a:pt x="5358880" y="1884440"/>
                  </a:lnTo>
                  <a:lnTo>
                    <a:pt x="5424331" y="1887625"/>
                  </a:lnTo>
                  <a:lnTo>
                    <a:pt x="5472429" y="1889753"/>
                  </a:lnTo>
                  <a:lnTo>
                    <a:pt x="5503738" y="1891016"/>
                  </a:lnTo>
                  <a:lnTo>
                    <a:pt x="5520551" y="1891636"/>
                  </a:lnTo>
                  <a:lnTo>
                    <a:pt x="5526720" y="1891846"/>
                  </a:lnTo>
                  <a:lnTo>
                    <a:pt x="5527445" y="1891868"/>
                  </a:lnTo>
                  <a:lnTo>
                    <a:pt x="6522385" y="1891868"/>
                  </a:lnTo>
                  <a:lnTo>
                    <a:pt x="6523520" y="1891860"/>
                  </a:lnTo>
                  <a:lnTo>
                    <a:pt x="6531009" y="1891798"/>
                  </a:lnTo>
                  <a:lnTo>
                    <a:pt x="6549987" y="1891627"/>
                  </a:lnTo>
                  <a:lnTo>
                    <a:pt x="6584168" y="1891289"/>
                  </a:lnTo>
                  <a:lnTo>
                    <a:pt x="6635621" y="1890732"/>
                  </a:lnTo>
                  <a:lnTo>
                    <a:pt x="6704619" y="1889909"/>
                  </a:lnTo>
                  <a:lnTo>
                    <a:pt x="6789695" y="1888785"/>
                  </a:lnTo>
                  <a:lnTo>
                    <a:pt x="6887966" y="1887340"/>
                  </a:lnTo>
                  <a:lnTo>
                    <a:pt x="6995658" y="1885568"/>
                  </a:lnTo>
                  <a:lnTo>
                    <a:pt x="7108698" y="1883468"/>
                  </a:lnTo>
                  <a:lnTo>
                    <a:pt x="7223252" y="1881049"/>
                  </a:lnTo>
                  <a:lnTo>
                    <a:pt x="7336085" y="1878315"/>
                  </a:lnTo>
                  <a:lnTo>
                    <a:pt x="7444749" y="1875269"/>
                  </a:lnTo>
                  <a:lnTo>
                    <a:pt x="7547604" y="1871904"/>
                  </a:lnTo>
                  <a:lnTo>
                    <a:pt x="7643731" y="1868206"/>
                  </a:lnTo>
                  <a:lnTo>
                    <a:pt x="7732802" y="1864147"/>
                  </a:lnTo>
                  <a:lnTo>
                    <a:pt x="7814924" y="1859693"/>
                  </a:lnTo>
                  <a:lnTo>
                    <a:pt x="7890515" y="1854797"/>
                  </a:lnTo>
                  <a:lnTo>
                    <a:pt x="7960188" y="1849407"/>
                  </a:lnTo>
                  <a:lnTo>
                    <a:pt x="8024667" y="1843461"/>
                  </a:lnTo>
                  <a:lnTo>
                    <a:pt x="8084725" y="1836898"/>
                  </a:lnTo>
                  <a:lnTo>
                    <a:pt x="8141139" y="1829659"/>
                  </a:lnTo>
                  <a:lnTo>
                    <a:pt x="8194643" y="1821699"/>
                  </a:lnTo>
                  <a:lnTo>
                    <a:pt x="8229629" y="1815879"/>
                  </a:lnTo>
                  <a:lnTo>
                    <a:pt x="8290213" y="1804619"/>
                  </a:lnTo>
                  <a:lnTo>
                    <a:pt x="8348928" y="1792246"/>
                  </a:lnTo>
                  <a:lnTo>
                    <a:pt x="8406458" y="1778744"/>
                  </a:lnTo>
                  <a:lnTo>
                    <a:pt x="8463310" y="1764131"/>
                  </a:lnTo>
                  <a:lnTo>
                    <a:pt x="8519843" y="1748464"/>
                  </a:lnTo>
                  <a:lnTo>
                    <a:pt x="8576297" y="1731843"/>
                  </a:lnTo>
                  <a:lnTo>
                    <a:pt x="8632809" y="1714410"/>
                  </a:lnTo>
                  <a:lnTo>
                    <a:pt x="8689431" y="1696346"/>
                  </a:lnTo>
                  <a:lnTo>
                    <a:pt x="8746154" y="1677864"/>
                  </a:lnTo>
                  <a:lnTo>
                    <a:pt x="8802929" y="1659199"/>
                  </a:lnTo>
                  <a:lnTo>
                    <a:pt x="8859686" y="1640596"/>
                  </a:lnTo>
                  <a:lnTo>
                    <a:pt x="8916363" y="1622296"/>
                  </a:lnTo>
                  <a:lnTo>
                    <a:pt x="8972927" y="1604525"/>
                  </a:lnTo>
                  <a:lnTo>
                    <a:pt x="9029398" y="1587481"/>
                  </a:lnTo>
                  <a:lnTo>
                    <a:pt x="9085869" y="1571325"/>
                  </a:lnTo>
                  <a:lnTo>
                    <a:pt x="9142526" y="1556178"/>
                  </a:lnTo>
                  <a:lnTo>
                    <a:pt x="9199665" y="1542120"/>
                  </a:lnTo>
                  <a:lnTo>
                    <a:pt x="9257718" y="1529187"/>
                  </a:lnTo>
                  <a:lnTo>
                    <a:pt x="9317276" y="1517378"/>
                  </a:lnTo>
                  <a:lnTo>
                    <a:pt x="9347647" y="1511922"/>
                  </a:lnTo>
                  <a:lnTo>
                    <a:pt x="9399557" y="1503463"/>
                  </a:lnTo>
                  <a:lnTo>
                    <a:pt x="9453920" y="1495739"/>
                  </a:lnTo>
                  <a:lnTo>
                    <a:pt x="9511422" y="1488723"/>
                  </a:lnTo>
                  <a:lnTo>
                    <a:pt x="9572816" y="1482365"/>
                  </a:lnTo>
                  <a:lnTo>
                    <a:pt x="9638882" y="1476605"/>
                  </a:lnTo>
                  <a:lnTo>
                    <a:pt x="9710382" y="1471380"/>
                  </a:lnTo>
                  <a:lnTo>
                    <a:pt x="9788013" y="1466631"/>
                  </a:lnTo>
                  <a:lnTo>
                    <a:pt x="9872336" y="1462309"/>
                  </a:lnTo>
                  <a:lnTo>
                    <a:pt x="9963681" y="1458369"/>
                  </a:lnTo>
                  <a:lnTo>
                    <a:pt x="10062032" y="1454780"/>
                  </a:lnTo>
                  <a:lnTo>
                    <a:pt x="10166887" y="1451519"/>
                  </a:lnTo>
                  <a:lnTo>
                    <a:pt x="10277108" y="1448574"/>
                  </a:lnTo>
                  <a:lnTo>
                    <a:pt x="10390800" y="1445941"/>
                  </a:lnTo>
                  <a:lnTo>
                    <a:pt x="10505255" y="1443623"/>
                  </a:lnTo>
                  <a:lnTo>
                    <a:pt x="10617014" y="1441628"/>
                  </a:lnTo>
                  <a:lnTo>
                    <a:pt x="10722119" y="1439961"/>
                  </a:lnTo>
                  <a:lnTo>
                    <a:pt x="10816530" y="1438621"/>
                  </a:lnTo>
                  <a:lnTo>
                    <a:pt x="10896693" y="1437597"/>
                  </a:lnTo>
                  <a:lnTo>
                    <a:pt x="10960132" y="1436863"/>
                  </a:lnTo>
                  <a:lnTo>
                    <a:pt x="11005915" y="1436382"/>
                  </a:lnTo>
                  <a:lnTo>
                    <a:pt x="11034900" y="1436105"/>
                  </a:lnTo>
                  <a:lnTo>
                    <a:pt x="11049708" y="1435975"/>
                  </a:lnTo>
                  <a:lnTo>
                    <a:pt x="11054531" y="1435936"/>
                  </a:lnTo>
                  <a:lnTo>
                    <a:pt x="11054891" y="1435933"/>
                  </a:lnTo>
                  <a:lnTo>
                    <a:pt x="12049831" y="1435933"/>
                  </a:lnTo>
                  <a:lnTo>
                    <a:pt x="12049831" y="14359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" name="pl208"/>
            <p:cNvSpPr/>
            <p:nvPr/>
          </p:nvSpPr>
          <p:spPr>
            <a:xfrm>
              <a:off x="1199187" y="3118012"/>
              <a:ext cx="12049831" cy="1891868"/>
            </a:xfrm>
            <a:custGeom>
              <a:avLst/>
              <a:pathLst>
                <a:path w="12049831" h="1891868">
                  <a:moveTo>
                    <a:pt x="12049831" y="1435933"/>
                  </a:moveTo>
                  <a:lnTo>
                    <a:pt x="11054891" y="1435933"/>
                  </a:lnTo>
                  <a:lnTo>
                    <a:pt x="11053756" y="1435942"/>
                  </a:lnTo>
                  <a:lnTo>
                    <a:pt x="11046267" y="1436004"/>
                  </a:lnTo>
                  <a:lnTo>
                    <a:pt x="11027289" y="1436175"/>
                  </a:lnTo>
                  <a:lnTo>
                    <a:pt x="10993108" y="1436512"/>
                  </a:lnTo>
                  <a:lnTo>
                    <a:pt x="10941655" y="1437070"/>
                  </a:lnTo>
                  <a:lnTo>
                    <a:pt x="10872658" y="1437893"/>
                  </a:lnTo>
                  <a:lnTo>
                    <a:pt x="10787581" y="1439017"/>
                  </a:lnTo>
                  <a:lnTo>
                    <a:pt x="10689310" y="1440461"/>
                  </a:lnTo>
                  <a:lnTo>
                    <a:pt x="10581619" y="1442234"/>
                  </a:lnTo>
                  <a:lnTo>
                    <a:pt x="10468578" y="1444333"/>
                  </a:lnTo>
                  <a:lnTo>
                    <a:pt x="10354025" y="1446753"/>
                  </a:lnTo>
                  <a:lnTo>
                    <a:pt x="10241192" y="1449486"/>
                  </a:lnTo>
                  <a:lnTo>
                    <a:pt x="10132527" y="1452532"/>
                  </a:lnTo>
                  <a:lnTo>
                    <a:pt x="10029673" y="1455897"/>
                  </a:lnTo>
                  <a:lnTo>
                    <a:pt x="9933545" y="1459596"/>
                  </a:lnTo>
                  <a:lnTo>
                    <a:pt x="9844475" y="1463655"/>
                  </a:lnTo>
                  <a:lnTo>
                    <a:pt x="9762352" y="1468109"/>
                  </a:lnTo>
                  <a:lnTo>
                    <a:pt x="9686761" y="1473004"/>
                  </a:lnTo>
                  <a:lnTo>
                    <a:pt x="9617088" y="1478395"/>
                  </a:lnTo>
                  <a:lnTo>
                    <a:pt x="9552610" y="1484341"/>
                  </a:lnTo>
                  <a:lnTo>
                    <a:pt x="9492551" y="1490904"/>
                  </a:lnTo>
                  <a:lnTo>
                    <a:pt x="9436138" y="1498143"/>
                  </a:lnTo>
                  <a:lnTo>
                    <a:pt x="9382633" y="1506102"/>
                  </a:lnTo>
                  <a:lnTo>
                    <a:pt x="9347647" y="1511922"/>
                  </a:lnTo>
                  <a:lnTo>
                    <a:pt x="9287063" y="1523183"/>
                  </a:lnTo>
                  <a:lnTo>
                    <a:pt x="9228349" y="1535555"/>
                  </a:lnTo>
                  <a:lnTo>
                    <a:pt x="9170818" y="1549057"/>
                  </a:lnTo>
                  <a:lnTo>
                    <a:pt x="9113967" y="1563671"/>
                  </a:lnTo>
                  <a:lnTo>
                    <a:pt x="9057433" y="1579338"/>
                  </a:lnTo>
                  <a:lnTo>
                    <a:pt x="9000979" y="1595959"/>
                  </a:lnTo>
                  <a:lnTo>
                    <a:pt x="8944468" y="1613392"/>
                  </a:lnTo>
                  <a:lnTo>
                    <a:pt x="8887846" y="1631456"/>
                  </a:lnTo>
                  <a:lnTo>
                    <a:pt x="8831122" y="1649937"/>
                  </a:lnTo>
                  <a:lnTo>
                    <a:pt x="8774347" y="1668602"/>
                  </a:lnTo>
                  <a:lnTo>
                    <a:pt x="8717590" y="1687206"/>
                  </a:lnTo>
                  <a:lnTo>
                    <a:pt x="8660914" y="1705505"/>
                  </a:lnTo>
                  <a:lnTo>
                    <a:pt x="8604350" y="1723276"/>
                  </a:lnTo>
                  <a:lnTo>
                    <a:pt x="8547879" y="1740321"/>
                  </a:lnTo>
                  <a:lnTo>
                    <a:pt x="8491408" y="1756477"/>
                  </a:lnTo>
                  <a:lnTo>
                    <a:pt x="8434751" y="1771623"/>
                  </a:lnTo>
                  <a:lnTo>
                    <a:pt x="8377611" y="1785682"/>
                  </a:lnTo>
                  <a:lnTo>
                    <a:pt x="8319558" y="1798615"/>
                  </a:lnTo>
                  <a:lnTo>
                    <a:pt x="8260001" y="1810424"/>
                  </a:lnTo>
                  <a:lnTo>
                    <a:pt x="8229629" y="1815879"/>
                  </a:lnTo>
                  <a:lnTo>
                    <a:pt x="8177720" y="1824338"/>
                  </a:lnTo>
                  <a:lnTo>
                    <a:pt x="8123356" y="1832062"/>
                  </a:lnTo>
                  <a:lnTo>
                    <a:pt x="8065854" y="1839078"/>
                  </a:lnTo>
                  <a:lnTo>
                    <a:pt x="8004460" y="1845436"/>
                  </a:lnTo>
                  <a:lnTo>
                    <a:pt x="7938395" y="1851197"/>
                  </a:lnTo>
                  <a:lnTo>
                    <a:pt x="7866895" y="1856422"/>
                  </a:lnTo>
                  <a:lnTo>
                    <a:pt x="7789263" y="1861170"/>
                  </a:lnTo>
                  <a:lnTo>
                    <a:pt x="7704941" y="1865493"/>
                  </a:lnTo>
                  <a:lnTo>
                    <a:pt x="7613596" y="1869432"/>
                  </a:lnTo>
                  <a:lnTo>
                    <a:pt x="7515245" y="1873022"/>
                  </a:lnTo>
                  <a:lnTo>
                    <a:pt x="7410390" y="1876283"/>
                  </a:lnTo>
                  <a:lnTo>
                    <a:pt x="7300169" y="1879228"/>
                  </a:lnTo>
                  <a:lnTo>
                    <a:pt x="7186476" y="1881861"/>
                  </a:lnTo>
                  <a:lnTo>
                    <a:pt x="7072022" y="1884178"/>
                  </a:lnTo>
                  <a:lnTo>
                    <a:pt x="6960262" y="1886173"/>
                  </a:lnTo>
                  <a:lnTo>
                    <a:pt x="6855157" y="1887840"/>
                  </a:lnTo>
                  <a:lnTo>
                    <a:pt x="6760747" y="1889180"/>
                  </a:lnTo>
                  <a:lnTo>
                    <a:pt x="6680583" y="1890205"/>
                  </a:lnTo>
                  <a:lnTo>
                    <a:pt x="6617145" y="1890938"/>
                  </a:lnTo>
                  <a:lnTo>
                    <a:pt x="6571361" y="1891419"/>
                  </a:lnTo>
                  <a:lnTo>
                    <a:pt x="6542376" y="1891697"/>
                  </a:lnTo>
                  <a:lnTo>
                    <a:pt x="6527569" y="1891827"/>
                  </a:lnTo>
                  <a:lnTo>
                    <a:pt x="6522746" y="1891866"/>
                  </a:lnTo>
                  <a:lnTo>
                    <a:pt x="6522385" y="1891868"/>
                  </a:lnTo>
                  <a:lnTo>
                    <a:pt x="5527445" y="1891868"/>
                  </a:lnTo>
                  <a:lnTo>
                    <a:pt x="5526337" y="1891833"/>
                  </a:lnTo>
                  <a:lnTo>
                    <a:pt x="5519017" y="1891582"/>
                  </a:lnTo>
                  <a:lnTo>
                    <a:pt x="5500454" y="1890889"/>
                  </a:lnTo>
                  <a:lnTo>
                    <a:pt x="5466994" y="1889523"/>
                  </a:lnTo>
                  <a:lnTo>
                    <a:pt x="5416567" y="1887264"/>
                  </a:lnTo>
                  <a:lnTo>
                    <a:pt x="5348844" y="1883925"/>
                  </a:lnTo>
                  <a:lnTo>
                    <a:pt x="5265191" y="1879364"/>
                  </a:lnTo>
                  <a:lnTo>
                    <a:pt x="5168363" y="1873497"/>
                  </a:lnTo>
                  <a:lnTo>
                    <a:pt x="5062014" y="1866289"/>
                  </a:lnTo>
                  <a:lnTo>
                    <a:pt x="4950119" y="1857746"/>
                  </a:lnTo>
                  <a:lnTo>
                    <a:pt x="4836456" y="1847893"/>
                  </a:lnTo>
                  <a:lnTo>
                    <a:pt x="4724242" y="1836756"/>
                  </a:lnTo>
                  <a:lnTo>
                    <a:pt x="4615939" y="1824343"/>
                  </a:lnTo>
                  <a:lnTo>
                    <a:pt x="4513226" y="1810632"/>
                  </a:lnTo>
                  <a:lnTo>
                    <a:pt x="4417067" y="1795566"/>
                  </a:lnTo>
                  <a:lnTo>
                    <a:pt x="4327842" y="1779045"/>
                  </a:lnTo>
                  <a:lnTo>
                    <a:pt x="4245490" y="1760929"/>
                  </a:lnTo>
                  <a:lnTo>
                    <a:pt x="4169634" y="1741037"/>
                  </a:lnTo>
                  <a:lnTo>
                    <a:pt x="4099699" y="1719157"/>
                  </a:lnTo>
                  <a:lnTo>
                    <a:pt x="4034987" y="1695046"/>
                  </a:lnTo>
                  <a:lnTo>
                    <a:pt x="3974746" y="1668454"/>
                  </a:lnTo>
                  <a:lnTo>
                    <a:pt x="3918218" y="1639137"/>
                  </a:lnTo>
                  <a:lnTo>
                    <a:pt x="3864675" y="1606904"/>
                  </a:lnTo>
                  <a:lnTo>
                    <a:pt x="3820202" y="1576557"/>
                  </a:lnTo>
                  <a:lnTo>
                    <a:pt x="3769817" y="1538140"/>
                  </a:lnTo>
                  <a:lnTo>
                    <a:pt x="3720807" y="1496567"/>
                  </a:lnTo>
                  <a:lnTo>
                    <a:pt x="3672754" y="1451776"/>
                  </a:lnTo>
                  <a:lnTo>
                    <a:pt x="3625330" y="1403773"/>
                  </a:lnTo>
                  <a:lnTo>
                    <a:pt x="3578281" y="1352635"/>
                  </a:lnTo>
                  <a:lnTo>
                    <a:pt x="3531419" y="1298522"/>
                  </a:lnTo>
                  <a:lnTo>
                    <a:pt x="3484614" y="1241676"/>
                  </a:lnTo>
                  <a:lnTo>
                    <a:pt x="3437782" y="1182423"/>
                  </a:lnTo>
                  <a:lnTo>
                    <a:pt x="3390880" y="1121166"/>
                  </a:lnTo>
                  <a:lnTo>
                    <a:pt x="3343899" y="1058379"/>
                  </a:lnTo>
                  <a:lnTo>
                    <a:pt x="3296855" y="994587"/>
                  </a:lnTo>
                  <a:lnTo>
                    <a:pt x="3249782" y="930356"/>
                  </a:lnTo>
                  <a:lnTo>
                    <a:pt x="3202718" y="866266"/>
                  </a:lnTo>
                  <a:lnTo>
                    <a:pt x="3155702" y="802892"/>
                  </a:lnTo>
                  <a:lnTo>
                    <a:pt x="3108758" y="740784"/>
                  </a:lnTo>
                  <a:lnTo>
                    <a:pt x="3061893" y="680443"/>
                  </a:lnTo>
                  <a:lnTo>
                    <a:pt x="3015081" y="622311"/>
                  </a:lnTo>
                  <a:lnTo>
                    <a:pt x="2968262" y="566755"/>
                  </a:lnTo>
                  <a:lnTo>
                    <a:pt x="2921330" y="514059"/>
                  </a:lnTo>
                  <a:lnTo>
                    <a:pt x="2874126" y="464426"/>
                  </a:lnTo>
                  <a:lnTo>
                    <a:pt x="2826432" y="417975"/>
                  </a:lnTo>
                  <a:lnTo>
                    <a:pt x="2777962" y="374748"/>
                  </a:lnTo>
                  <a:lnTo>
                    <a:pt x="2728344" y="334716"/>
                  </a:lnTo>
                  <a:lnTo>
                    <a:pt x="2702183" y="315311"/>
                  </a:lnTo>
                  <a:lnTo>
                    <a:pt x="2650691" y="280475"/>
                  </a:lnTo>
                  <a:lnTo>
                    <a:pt x="2596788" y="248640"/>
                  </a:lnTo>
                  <a:lnTo>
                    <a:pt x="2539806" y="219701"/>
                  </a:lnTo>
                  <a:lnTo>
                    <a:pt x="2479011" y="193456"/>
                  </a:lnTo>
                  <a:lnTo>
                    <a:pt x="2413643" y="169658"/>
                  </a:lnTo>
                  <a:lnTo>
                    <a:pt x="2342953" y="148057"/>
                  </a:lnTo>
                  <a:lnTo>
                    <a:pt x="2266258" y="128415"/>
                  </a:lnTo>
                  <a:lnTo>
                    <a:pt x="2183002" y="110522"/>
                  </a:lnTo>
                  <a:lnTo>
                    <a:pt x="2092844" y="94203"/>
                  </a:lnTo>
                  <a:lnTo>
                    <a:pt x="1995774" y="79323"/>
                  </a:lnTo>
                  <a:lnTo>
                    <a:pt x="1892242" y="65789"/>
                  </a:lnTo>
                  <a:lnTo>
                    <a:pt x="1783302" y="53547"/>
                  </a:lnTo>
                  <a:lnTo>
                    <a:pt x="1670734" y="42581"/>
                  </a:lnTo>
                  <a:lnTo>
                    <a:pt x="1557106" y="32902"/>
                  </a:lnTo>
                  <a:lnTo>
                    <a:pt x="1445725" y="24536"/>
                  </a:lnTo>
                  <a:lnTo>
                    <a:pt x="1340422" y="17508"/>
                  </a:lnTo>
                  <a:lnTo>
                    <a:pt x="1245160" y="11819"/>
                  </a:lnTo>
                  <a:lnTo>
                    <a:pt x="1163505" y="7428"/>
                  </a:lnTo>
                  <a:lnTo>
                    <a:pt x="1098054" y="4243"/>
                  </a:lnTo>
                  <a:lnTo>
                    <a:pt x="1049956" y="2115"/>
                  </a:lnTo>
                  <a:lnTo>
                    <a:pt x="1018647" y="852"/>
                  </a:lnTo>
                  <a:lnTo>
                    <a:pt x="1001834" y="232"/>
                  </a:lnTo>
                  <a:lnTo>
                    <a:pt x="995665" y="2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" name="pg209"/>
            <p:cNvSpPr/>
            <p:nvPr/>
          </p:nvSpPr>
          <p:spPr>
            <a:xfrm>
              <a:off x="1199187" y="3133734"/>
              <a:ext cx="12049831" cy="2552188"/>
            </a:xfrm>
            <a:custGeom>
              <a:avLst/>
              <a:pathLst>
                <a:path w="12049831" h="2552188">
                  <a:moveTo>
                    <a:pt x="0" y="5240"/>
                  </a:moveTo>
                  <a:lnTo>
                    <a:pt x="994940" y="5240"/>
                  </a:lnTo>
                  <a:lnTo>
                    <a:pt x="996048" y="5276"/>
                  </a:lnTo>
                  <a:lnTo>
                    <a:pt x="1003366" y="5528"/>
                  </a:lnTo>
                  <a:lnTo>
                    <a:pt x="1021924" y="6225"/>
                  </a:lnTo>
                  <a:lnTo>
                    <a:pt x="1055376" y="7598"/>
                  </a:lnTo>
                  <a:lnTo>
                    <a:pt x="1105791" y="9869"/>
                  </a:lnTo>
                  <a:lnTo>
                    <a:pt x="1173499" y="13226"/>
                  </a:lnTo>
                  <a:lnTo>
                    <a:pt x="1257136" y="17810"/>
                  </a:lnTo>
                  <a:lnTo>
                    <a:pt x="1353947" y="23709"/>
                  </a:lnTo>
                  <a:lnTo>
                    <a:pt x="1460280" y="30955"/>
                  </a:lnTo>
                  <a:lnTo>
                    <a:pt x="1572162" y="39543"/>
                  </a:lnTo>
                  <a:lnTo>
                    <a:pt x="1685815" y="49448"/>
                  </a:lnTo>
                  <a:lnTo>
                    <a:pt x="1798022" y="60645"/>
                  </a:lnTo>
                  <a:lnTo>
                    <a:pt x="1906320" y="73124"/>
                  </a:lnTo>
                  <a:lnTo>
                    <a:pt x="2009031" y="86908"/>
                  </a:lnTo>
                  <a:lnTo>
                    <a:pt x="2105191" y="102054"/>
                  </a:lnTo>
                  <a:lnTo>
                    <a:pt x="2194417" y="118663"/>
                  </a:lnTo>
                  <a:lnTo>
                    <a:pt x="2276772" y="136875"/>
                  </a:lnTo>
                  <a:lnTo>
                    <a:pt x="2352631" y="156872"/>
                  </a:lnTo>
                  <a:lnTo>
                    <a:pt x="2422569" y="178869"/>
                  </a:lnTo>
                  <a:lnTo>
                    <a:pt x="2487284" y="203106"/>
                  </a:lnTo>
                  <a:lnTo>
                    <a:pt x="2547526" y="229839"/>
                  </a:lnTo>
                  <a:lnTo>
                    <a:pt x="2604056" y="259309"/>
                  </a:lnTo>
                  <a:lnTo>
                    <a:pt x="2657600" y="291712"/>
                  </a:lnTo>
                  <a:lnTo>
                    <a:pt x="2702183" y="322298"/>
                  </a:lnTo>
                  <a:lnTo>
                    <a:pt x="2752491" y="360866"/>
                  </a:lnTo>
                  <a:lnTo>
                    <a:pt x="2801427" y="402597"/>
                  </a:lnTo>
                  <a:lnTo>
                    <a:pt x="2849409" y="447554"/>
                  </a:lnTo>
                  <a:lnTo>
                    <a:pt x="2896763" y="495731"/>
                  </a:lnTo>
                  <a:lnTo>
                    <a:pt x="2943741" y="547051"/>
                  </a:lnTo>
                  <a:lnTo>
                    <a:pt x="2990530" y="601355"/>
                  </a:lnTo>
                  <a:lnTo>
                    <a:pt x="3037263" y="658401"/>
                  </a:lnTo>
                  <a:lnTo>
                    <a:pt x="3084022" y="717864"/>
                  </a:lnTo>
                  <a:lnTo>
                    <a:pt x="3130851" y="779341"/>
                  </a:lnTo>
                  <a:lnTo>
                    <a:pt x="3177758" y="842360"/>
                  </a:lnTo>
                  <a:lnTo>
                    <a:pt x="3224728" y="906394"/>
                  </a:lnTo>
                  <a:lnTo>
                    <a:pt x="3271728" y="970878"/>
                  </a:lnTo>
                  <a:lnTo>
                    <a:pt x="3318719" y="1035232"/>
                  </a:lnTo>
                  <a:lnTo>
                    <a:pt x="3365664" y="1098879"/>
                  </a:lnTo>
                  <a:lnTo>
                    <a:pt x="3412537" y="1161269"/>
                  </a:lnTo>
                  <a:lnTo>
                    <a:pt x="3459331" y="1221898"/>
                  </a:lnTo>
                  <a:lnTo>
                    <a:pt x="3506071" y="1280323"/>
                  </a:lnTo>
                  <a:lnTo>
                    <a:pt x="3552816" y="1336175"/>
                  </a:lnTo>
                  <a:lnTo>
                    <a:pt x="3599671" y="1389166"/>
                  </a:lnTo>
                  <a:lnTo>
                    <a:pt x="3646790" y="1439092"/>
                  </a:lnTo>
                  <a:lnTo>
                    <a:pt x="3694390" y="1485830"/>
                  </a:lnTo>
                  <a:lnTo>
                    <a:pt x="3742754" y="1529337"/>
                  </a:lnTo>
                  <a:lnTo>
                    <a:pt x="3792248" y="1569639"/>
                  </a:lnTo>
                  <a:lnTo>
                    <a:pt x="3820202" y="1590532"/>
                  </a:lnTo>
                  <a:lnTo>
                    <a:pt x="3871690" y="1625558"/>
                  </a:lnTo>
                  <a:lnTo>
                    <a:pt x="3925587" y="1657566"/>
                  </a:lnTo>
                  <a:lnTo>
                    <a:pt x="3982563" y="1686664"/>
                  </a:lnTo>
                  <a:lnTo>
                    <a:pt x="4043350" y="1713053"/>
                  </a:lnTo>
                  <a:lnTo>
                    <a:pt x="4108711" y="1736981"/>
                  </a:lnTo>
                  <a:lnTo>
                    <a:pt x="4179391" y="1758701"/>
                  </a:lnTo>
                  <a:lnTo>
                    <a:pt x="4256076" y="1778451"/>
                  </a:lnTo>
                  <a:lnTo>
                    <a:pt x="4339320" y="1796443"/>
                  </a:lnTo>
                  <a:lnTo>
                    <a:pt x="4429464" y="1812852"/>
                  </a:lnTo>
                  <a:lnTo>
                    <a:pt x="4526519" y="1827814"/>
                  </a:lnTo>
                  <a:lnTo>
                    <a:pt x="4630035" y="1841423"/>
                  </a:lnTo>
                  <a:lnTo>
                    <a:pt x="4738961" y="1853733"/>
                  </a:lnTo>
                  <a:lnTo>
                    <a:pt x="4851516" y="1864761"/>
                  </a:lnTo>
                  <a:lnTo>
                    <a:pt x="4965134" y="1874494"/>
                  </a:lnTo>
                  <a:lnTo>
                    <a:pt x="5076510" y="1882907"/>
                  </a:lnTo>
                  <a:lnTo>
                    <a:pt x="5181815" y="1889975"/>
                  </a:lnTo>
                  <a:lnTo>
                    <a:pt x="5277087" y="1895698"/>
                  </a:lnTo>
                  <a:lnTo>
                    <a:pt x="5358758" y="1900115"/>
                  </a:lnTo>
                  <a:lnTo>
                    <a:pt x="5424232" y="1903319"/>
                  </a:lnTo>
                  <a:lnTo>
                    <a:pt x="5472357" y="1905460"/>
                  </a:lnTo>
                  <a:lnTo>
                    <a:pt x="5503693" y="1906731"/>
                  </a:lnTo>
                  <a:lnTo>
                    <a:pt x="5520530" y="1907356"/>
                  </a:lnTo>
                  <a:lnTo>
                    <a:pt x="5526715" y="1907567"/>
                  </a:lnTo>
                  <a:lnTo>
                    <a:pt x="5527445" y="1907590"/>
                  </a:lnTo>
                  <a:lnTo>
                    <a:pt x="6522385" y="1907590"/>
                  </a:lnTo>
                  <a:lnTo>
                    <a:pt x="6523519" y="1907603"/>
                  </a:lnTo>
                  <a:lnTo>
                    <a:pt x="6530997" y="1907690"/>
                  </a:lnTo>
                  <a:lnTo>
                    <a:pt x="6549949" y="1907932"/>
                  </a:lnTo>
                  <a:lnTo>
                    <a:pt x="6584084" y="1908408"/>
                  </a:lnTo>
                  <a:lnTo>
                    <a:pt x="6635473" y="1909194"/>
                  </a:lnTo>
                  <a:lnTo>
                    <a:pt x="6704390" y="1910357"/>
                  </a:lnTo>
                  <a:lnTo>
                    <a:pt x="6789377" y="1911944"/>
                  </a:lnTo>
                  <a:lnTo>
                    <a:pt x="6887558" y="1913983"/>
                  </a:lnTo>
                  <a:lnTo>
                    <a:pt x="6995165" y="1916486"/>
                  </a:lnTo>
                  <a:lnTo>
                    <a:pt x="7108134" y="1919451"/>
                  </a:lnTo>
                  <a:lnTo>
                    <a:pt x="7222632" y="1922867"/>
                  </a:lnTo>
                  <a:lnTo>
                    <a:pt x="7335427" y="1926727"/>
                  </a:lnTo>
                  <a:lnTo>
                    <a:pt x="7444070" y="1931029"/>
                  </a:lnTo>
                  <a:lnTo>
                    <a:pt x="7546916" y="1935781"/>
                  </a:lnTo>
                  <a:lnTo>
                    <a:pt x="7643046" y="1941004"/>
                  </a:lnTo>
                  <a:lnTo>
                    <a:pt x="7732126" y="1946735"/>
                  </a:lnTo>
                  <a:lnTo>
                    <a:pt x="7814264" y="1953025"/>
                  </a:lnTo>
                  <a:lnTo>
                    <a:pt x="7889872" y="1959937"/>
                  </a:lnTo>
                  <a:lnTo>
                    <a:pt x="7959561" y="1967548"/>
                  </a:lnTo>
                  <a:lnTo>
                    <a:pt x="8024054" y="1975942"/>
                  </a:lnTo>
                  <a:lnTo>
                    <a:pt x="8084123" y="1985207"/>
                  </a:lnTo>
                  <a:lnTo>
                    <a:pt x="8140544" y="1995426"/>
                  </a:lnTo>
                  <a:lnTo>
                    <a:pt x="8194050" y="2006661"/>
                  </a:lnTo>
                  <a:lnTo>
                    <a:pt x="8229629" y="2015023"/>
                  </a:lnTo>
                  <a:lnTo>
                    <a:pt x="8289232" y="2030668"/>
                  </a:lnTo>
                  <a:lnTo>
                    <a:pt x="8347014" y="2047833"/>
                  </a:lnTo>
                  <a:lnTo>
                    <a:pt x="8403633" y="2066543"/>
                  </a:lnTo>
                  <a:lnTo>
                    <a:pt x="8459574" y="2086775"/>
                  </a:lnTo>
                  <a:lnTo>
                    <a:pt x="8515189" y="2108456"/>
                  </a:lnTo>
                  <a:lnTo>
                    <a:pt x="8570713" y="2131454"/>
                  </a:lnTo>
                  <a:lnTo>
                    <a:pt x="8626283" y="2155585"/>
                  </a:lnTo>
                  <a:lnTo>
                    <a:pt x="8681957" y="2180610"/>
                  </a:lnTo>
                  <a:lnTo>
                    <a:pt x="8737734" y="2206247"/>
                  </a:lnTo>
                  <a:lnTo>
                    <a:pt x="8793570" y="2232183"/>
                  </a:lnTo>
                  <a:lnTo>
                    <a:pt x="8849399" y="2258091"/>
                  </a:lnTo>
                  <a:lnTo>
                    <a:pt x="8905160" y="2283641"/>
                  </a:lnTo>
                  <a:lnTo>
                    <a:pt x="8960815" y="2308528"/>
                  </a:lnTo>
                  <a:lnTo>
                    <a:pt x="9016371" y="2332475"/>
                  </a:lnTo>
                  <a:lnTo>
                    <a:pt x="9071898" y="2355252"/>
                  </a:lnTo>
                  <a:lnTo>
                    <a:pt x="9127550" y="2376685"/>
                  </a:lnTo>
                  <a:lnTo>
                    <a:pt x="9183582" y="2396652"/>
                  </a:lnTo>
                  <a:lnTo>
                    <a:pt x="9240367" y="2415089"/>
                  </a:lnTo>
                  <a:lnTo>
                    <a:pt x="9298418" y="2431983"/>
                  </a:lnTo>
                  <a:lnTo>
                    <a:pt x="9347647" y="2444755"/>
                  </a:lnTo>
                  <a:lnTo>
                    <a:pt x="9399531" y="2456709"/>
                  </a:lnTo>
                  <a:lnTo>
                    <a:pt x="9453865" y="2467625"/>
                  </a:lnTo>
                  <a:lnTo>
                    <a:pt x="9511335" y="2477540"/>
                  </a:lnTo>
                  <a:lnTo>
                    <a:pt x="9572691" y="2486526"/>
                  </a:lnTo>
                  <a:lnTo>
                    <a:pt x="9638712" y="2494668"/>
                  </a:lnTo>
                  <a:lnTo>
                    <a:pt x="9710161" y="2502054"/>
                  </a:lnTo>
                  <a:lnTo>
                    <a:pt x="9787734" y="2508765"/>
                  </a:lnTo>
                  <a:lnTo>
                    <a:pt x="9871990" y="2514876"/>
                  </a:lnTo>
                  <a:lnTo>
                    <a:pt x="9963260" y="2520445"/>
                  </a:lnTo>
                  <a:lnTo>
                    <a:pt x="10061530" y="2525519"/>
                  </a:lnTo>
                  <a:lnTo>
                    <a:pt x="10166302" y="2530129"/>
                  </a:lnTo>
                  <a:lnTo>
                    <a:pt x="10276443" y="2534294"/>
                  </a:lnTo>
                  <a:lnTo>
                    <a:pt x="10390066" y="2538018"/>
                  </a:lnTo>
                  <a:lnTo>
                    <a:pt x="10504469" y="2541295"/>
                  </a:lnTo>
                  <a:lnTo>
                    <a:pt x="10616207" y="2544117"/>
                  </a:lnTo>
                  <a:lnTo>
                    <a:pt x="10721327" y="2546477"/>
                  </a:lnTo>
                  <a:lnTo>
                    <a:pt x="10815793" y="2548374"/>
                  </a:lnTo>
                  <a:lnTo>
                    <a:pt x="10896053" y="2549825"/>
                  </a:lnTo>
                  <a:lnTo>
                    <a:pt x="10959619" y="2550865"/>
                  </a:lnTo>
                  <a:lnTo>
                    <a:pt x="11005549" y="2551548"/>
                  </a:lnTo>
                  <a:lnTo>
                    <a:pt x="11034679" y="2551943"/>
                  </a:lnTo>
                  <a:lnTo>
                    <a:pt x="11049610" y="2552128"/>
                  </a:lnTo>
                  <a:lnTo>
                    <a:pt x="11054512" y="2552184"/>
                  </a:lnTo>
                  <a:lnTo>
                    <a:pt x="11054891" y="2552188"/>
                  </a:lnTo>
                  <a:lnTo>
                    <a:pt x="12049831" y="2552188"/>
                  </a:lnTo>
                  <a:lnTo>
                    <a:pt x="12049831" y="2546948"/>
                  </a:lnTo>
                  <a:lnTo>
                    <a:pt x="11054891" y="2546948"/>
                  </a:lnTo>
                  <a:lnTo>
                    <a:pt x="11053758" y="2546935"/>
                  </a:lnTo>
                  <a:lnTo>
                    <a:pt x="11046280" y="2546848"/>
                  </a:lnTo>
                  <a:lnTo>
                    <a:pt x="11027328" y="2546606"/>
                  </a:lnTo>
                  <a:lnTo>
                    <a:pt x="10993192" y="2546130"/>
                  </a:lnTo>
                  <a:lnTo>
                    <a:pt x="10941804" y="2545344"/>
                  </a:lnTo>
                  <a:lnTo>
                    <a:pt x="10872887" y="2544181"/>
                  </a:lnTo>
                  <a:lnTo>
                    <a:pt x="10787900" y="2542594"/>
                  </a:lnTo>
                  <a:lnTo>
                    <a:pt x="10689719" y="2540555"/>
                  </a:lnTo>
                  <a:lnTo>
                    <a:pt x="10582112" y="2538052"/>
                  </a:lnTo>
                  <a:lnTo>
                    <a:pt x="10469142" y="2535087"/>
                  </a:lnTo>
                  <a:lnTo>
                    <a:pt x="10354644" y="2531671"/>
                  </a:lnTo>
                  <a:lnTo>
                    <a:pt x="10241849" y="2527811"/>
                  </a:lnTo>
                  <a:lnTo>
                    <a:pt x="10133207" y="2523509"/>
                  </a:lnTo>
                  <a:lnTo>
                    <a:pt x="10030360" y="2518757"/>
                  </a:lnTo>
                  <a:lnTo>
                    <a:pt x="9934230" y="2513534"/>
                  </a:lnTo>
                  <a:lnTo>
                    <a:pt x="9845150" y="2507803"/>
                  </a:lnTo>
                  <a:lnTo>
                    <a:pt x="9763013" y="2501513"/>
                  </a:lnTo>
                  <a:lnTo>
                    <a:pt x="9687405" y="2494601"/>
                  </a:lnTo>
                  <a:lnTo>
                    <a:pt x="9617716" y="2486990"/>
                  </a:lnTo>
                  <a:lnTo>
                    <a:pt x="9553223" y="2478596"/>
                  </a:lnTo>
                  <a:lnTo>
                    <a:pt x="9493153" y="2469331"/>
                  </a:lnTo>
                  <a:lnTo>
                    <a:pt x="9436733" y="2459112"/>
                  </a:lnTo>
                  <a:lnTo>
                    <a:pt x="9383226" y="2447877"/>
                  </a:lnTo>
                  <a:lnTo>
                    <a:pt x="9347647" y="2439515"/>
                  </a:lnTo>
                  <a:lnTo>
                    <a:pt x="9288045" y="2423870"/>
                  </a:lnTo>
                  <a:lnTo>
                    <a:pt x="9230262" y="2406705"/>
                  </a:lnTo>
                  <a:lnTo>
                    <a:pt x="9173644" y="2387995"/>
                  </a:lnTo>
                  <a:lnTo>
                    <a:pt x="9117702" y="2367763"/>
                  </a:lnTo>
                  <a:lnTo>
                    <a:pt x="9062087" y="2346082"/>
                  </a:lnTo>
                  <a:lnTo>
                    <a:pt x="9006564" y="2323084"/>
                  </a:lnTo>
                  <a:lnTo>
                    <a:pt x="8950994" y="2298953"/>
                  </a:lnTo>
                  <a:lnTo>
                    <a:pt x="8895319" y="2273928"/>
                  </a:lnTo>
                  <a:lnTo>
                    <a:pt x="8839542" y="2248291"/>
                  </a:lnTo>
                  <a:lnTo>
                    <a:pt x="8783707" y="2222355"/>
                  </a:lnTo>
                  <a:lnTo>
                    <a:pt x="8727877" y="2196447"/>
                  </a:lnTo>
                  <a:lnTo>
                    <a:pt x="8672116" y="2170896"/>
                  </a:lnTo>
                  <a:lnTo>
                    <a:pt x="8616461" y="2146010"/>
                  </a:lnTo>
                  <a:lnTo>
                    <a:pt x="8560906" y="2122063"/>
                  </a:lnTo>
                  <a:lnTo>
                    <a:pt x="8505379" y="2099286"/>
                  </a:lnTo>
                  <a:lnTo>
                    <a:pt x="8449726" y="2077853"/>
                  </a:lnTo>
                  <a:lnTo>
                    <a:pt x="8393694" y="2057886"/>
                  </a:lnTo>
                  <a:lnTo>
                    <a:pt x="8336910" y="2039449"/>
                  </a:lnTo>
                  <a:lnTo>
                    <a:pt x="8278859" y="2022555"/>
                  </a:lnTo>
                  <a:lnTo>
                    <a:pt x="8229629" y="2009783"/>
                  </a:lnTo>
                  <a:lnTo>
                    <a:pt x="8177746" y="1997829"/>
                  </a:lnTo>
                  <a:lnTo>
                    <a:pt x="8123411" y="1986913"/>
                  </a:lnTo>
                  <a:lnTo>
                    <a:pt x="8065942" y="1976998"/>
                  </a:lnTo>
                  <a:lnTo>
                    <a:pt x="8004585" y="1968012"/>
                  </a:lnTo>
                  <a:lnTo>
                    <a:pt x="7938564" y="1959870"/>
                  </a:lnTo>
                  <a:lnTo>
                    <a:pt x="7867115" y="1952484"/>
                  </a:lnTo>
                  <a:lnTo>
                    <a:pt x="7789542" y="1945773"/>
                  </a:lnTo>
                  <a:lnTo>
                    <a:pt x="7705287" y="1939662"/>
                  </a:lnTo>
                  <a:lnTo>
                    <a:pt x="7614017" y="1934093"/>
                  </a:lnTo>
                  <a:lnTo>
                    <a:pt x="7515746" y="1929019"/>
                  </a:lnTo>
                  <a:lnTo>
                    <a:pt x="7410974" y="1924409"/>
                  </a:lnTo>
                  <a:lnTo>
                    <a:pt x="7300833" y="1920244"/>
                  </a:lnTo>
                  <a:lnTo>
                    <a:pt x="7187211" y="1916520"/>
                  </a:lnTo>
                  <a:lnTo>
                    <a:pt x="7072807" y="1913243"/>
                  </a:lnTo>
                  <a:lnTo>
                    <a:pt x="6961069" y="1910420"/>
                  </a:lnTo>
                  <a:lnTo>
                    <a:pt x="6855950" y="1908061"/>
                  </a:lnTo>
                  <a:lnTo>
                    <a:pt x="6761483" y="1906164"/>
                  </a:lnTo>
                  <a:lnTo>
                    <a:pt x="6681224" y="1904713"/>
                  </a:lnTo>
                  <a:lnTo>
                    <a:pt x="6617657" y="1903673"/>
                  </a:lnTo>
                  <a:lnTo>
                    <a:pt x="6571728" y="1902990"/>
                  </a:lnTo>
                  <a:lnTo>
                    <a:pt x="6542598" y="1902595"/>
                  </a:lnTo>
                  <a:lnTo>
                    <a:pt x="6527667" y="1902410"/>
                  </a:lnTo>
                  <a:lnTo>
                    <a:pt x="6522764" y="1902354"/>
                  </a:lnTo>
                  <a:lnTo>
                    <a:pt x="6522385" y="1902350"/>
                  </a:lnTo>
                  <a:lnTo>
                    <a:pt x="5527445" y="1902350"/>
                  </a:lnTo>
                  <a:lnTo>
                    <a:pt x="5526337" y="1902314"/>
                  </a:lnTo>
                  <a:lnTo>
                    <a:pt x="5519019" y="1902062"/>
                  </a:lnTo>
                  <a:lnTo>
                    <a:pt x="5500461" y="1901365"/>
                  </a:lnTo>
                  <a:lnTo>
                    <a:pt x="5467009" y="1899992"/>
                  </a:lnTo>
                  <a:lnTo>
                    <a:pt x="5416594" y="1897721"/>
                  </a:lnTo>
                  <a:lnTo>
                    <a:pt x="5348886" y="1894364"/>
                  </a:lnTo>
                  <a:lnTo>
                    <a:pt x="5265249" y="1889780"/>
                  </a:lnTo>
                  <a:lnTo>
                    <a:pt x="5168438" y="1883881"/>
                  </a:lnTo>
                  <a:lnTo>
                    <a:pt x="5062105" y="1876635"/>
                  </a:lnTo>
                  <a:lnTo>
                    <a:pt x="4950223" y="1868047"/>
                  </a:lnTo>
                  <a:lnTo>
                    <a:pt x="4836570" y="1858141"/>
                  </a:lnTo>
                  <a:lnTo>
                    <a:pt x="4724363" y="1846945"/>
                  </a:lnTo>
                  <a:lnTo>
                    <a:pt x="4616065" y="1834465"/>
                  </a:lnTo>
                  <a:lnTo>
                    <a:pt x="4513354" y="1820682"/>
                  </a:lnTo>
                  <a:lnTo>
                    <a:pt x="4417194" y="1805536"/>
                  </a:lnTo>
                  <a:lnTo>
                    <a:pt x="4327968" y="1788927"/>
                  </a:lnTo>
                  <a:lnTo>
                    <a:pt x="4245613" y="1770714"/>
                  </a:lnTo>
                  <a:lnTo>
                    <a:pt x="4169754" y="1750718"/>
                  </a:lnTo>
                  <a:lnTo>
                    <a:pt x="4099816" y="1728721"/>
                  </a:lnTo>
                  <a:lnTo>
                    <a:pt x="4035101" y="1704484"/>
                  </a:lnTo>
                  <a:lnTo>
                    <a:pt x="3974859" y="1677751"/>
                  </a:lnTo>
                  <a:lnTo>
                    <a:pt x="3918329" y="1648281"/>
                  </a:lnTo>
                  <a:lnTo>
                    <a:pt x="3864785" y="1615878"/>
                  </a:lnTo>
                  <a:lnTo>
                    <a:pt x="3820202" y="1585291"/>
                  </a:lnTo>
                  <a:lnTo>
                    <a:pt x="3769894" y="1546724"/>
                  </a:lnTo>
                  <a:lnTo>
                    <a:pt x="3720958" y="1504993"/>
                  </a:lnTo>
                  <a:lnTo>
                    <a:pt x="3672976" y="1460036"/>
                  </a:lnTo>
                  <a:lnTo>
                    <a:pt x="3625622" y="1411859"/>
                  </a:lnTo>
                  <a:lnTo>
                    <a:pt x="3578644" y="1360539"/>
                  </a:lnTo>
                  <a:lnTo>
                    <a:pt x="3531855" y="1306235"/>
                  </a:lnTo>
                  <a:lnTo>
                    <a:pt x="3485122" y="1249189"/>
                  </a:lnTo>
                  <a:lnTo>
                    <a:pt x="3438363" y="1189726"/>
                  </a:lnTo>
                  <a:lnTo>
                    <a:pt x="3391534" y="1128249"/>
                  </a:lnTo>
                  <a:lnTo>
                    <a:pt x="3344627" y="1065230"/>
                  </a:lnTo>
                  <a:lnTo>
                    <a:pt x="3297657" y="1001196"/>
                  </a:lnTo>
                  <a:lnTo>
                    <a:pt x="3250657" y="936712"/>
                  </a:lnTo>
                  <a:lnTo>
                    <a:pt x="3203666" y="872358"/>
                  </a:lnTo>
                  <a:lnTo>
                    <a:pt x="3156721" y="808711"/>
                  </a:lnTo>
                  <a:lnTo>
                    <a:pt x="3109848" y="746321"/>
                  </a:lnTo>
                  <a:lnTo>
                    <a:pt x="3063054" y="685692"/>
                  </a:lnTo>
                  <a:lnTo>
                    <a:pt x="3016314" y="627267"/>
                  </a:lnTo>
                  <a:lnTo>
                    <a:pt x="2969569" y="571415"/>
                  </a:lnTo>
                  <a:lnTo>
                    <a:pt x="2922714" y="518424"/>
                  </a:lnTo>
                  <a:lnTo>
                    <a:pt x="2875595" y="468498"/>
                  </a:lnTo>
                  <a:lnTo>
                    <a:pt x="2827995" y="421759"/>
                  </a:lnTo>
                  <a:lnTo>
                    <a:pt x="2779631" y="378252"/>
                  </a:lnTo>
                  <a:lnTo>
                    <a:pt x="2730137" y="337951"/>
                  </a:lnTo>
                  <a:lnTo>
                    <a:pt x="2702183" y="317058"/>
                  </a:lnTo>
                  <a:lnTo>
                    <a:pt x="2650695" y="282032"/>
                  </a:lnTo>
                  <a:lnTo>
                    <a:pt x="2596798" y="250024"/>
                  </a:lnTo>
                  <a:lnTo>
                    <a:pt x="2539822" y="220926"/>
                  </a:lnTo>
                  <a:lnTo>
                    <a:pt x="2479035" y="194537"/>
                  </a:lnTo>
                  <a:lnTo>
                    <a:pt x="2413674" y="170609"/>
                  </a:lnTo>
                  <a:lnTo>
                    <a:pt x="2342994" y="148889"/>
                  </a:lnTo>
                  <a:lnTo>
                    <a:pt x="2266309" y="129139"/>
                  </a:lnTo>
                  <a:lnTo>
                    <a:pt x="2183065" y="111147"/>
                  </a:lnTo>
                  <a:lnTo>
                    <a:pt x="2092921" y="94738"/>
                  </a:lnTo>
                  <a:lnTo>
                    <a:pt x="1995866" y="79776"/>
                  </a:lnTo>
                  <a:lnTo>
                    <a:pt x="1892350" y="66167"/>
                  </a:lnTo>
                  <a:lnTo>
                    <a:pt x="1783424" y="53857"/>
                  </a:lnTo>
                  <a:lnTo>
                    <a:pt x="1670869" y="42829"/>
                  </a:lnTo>
                  <a:lnTo>
                    <a:pt x="1557251" y="33096"/>
                  </a:lnTo>
                  <a:lnTo>
                    <a:pt x="1445875" y="24683"/>
                  </a:lnTo>
                  <a:lnTo>
                    <a:pt x="1340570" y="17615"/>
                  </a:lnTo>
                  <a:lnTo>
                    <a:pt x="1245298" y="11892"/>
                  </a:lnTo>
                  <a:lnTo>
                    <a:pt x="1163627" y="7475"/>
                  </a:lnTo>
                  <a:lnTo>
                    <a:pt x="1098153" y="4271"/>
                  </a:lnTo>
                  <a:lnTo>
                    <a:pt x="1050028" y="2130"/>
                  </a:lnTo>
                  <a:lnTo>
                    <a:pt x="1018692" y="859"/>
                  </a:lnTo>
                  <a:lnTo>
                    <a:pt x="1001855" y="234"/>
                  </a:lnTo>
                  <a:lnTo>
                    <a:pt x="995670" y="2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1" name="pl210"/>
            <p:cNvSpPr/>
            <p:nvPr/>
          </p:nvSpPr>
          <p:spPr>
            <a:xfrm>
              <a:off x="1199187" y="3138975"/>
              <a:ext cx="12049831" cy="2546948"/>
            </a:xfrm>
            <a:custGeom>
              <a:avLst/>
              <a:pathLst>
                <a:path w="12049831" h="2546948">
                  <a:moveTo>
                    <a:pt x="0" y="0"/>
                  </a:moveTo>
                  <a:lnTo>
                    <a:pt x="994940" y="0"/>
                  </a:lnTo>
                  <a:lnTo>
                    <a:pt x="996048" y="35"/>
                  </a:lnTo>
                  <a:lnTo>
                    <a:pt x="1003366" y="287"/>
                  </a:lnTo>
                  <a:lnTo>
                    <a:pt x="1021924" y="984"/>
                  </a:lnTo>
                  <a:lnTo>
                    <a:pt x="1055376" y="2358"/>
                  </a:lnTo>
                  <a:lnTo>
                    <a:pt x="1105791" y="4628"/>
                  </a:lnTo>
                  <a:lnTo>
                    <a:pt x="1173499" y="7985"/>
                  </a:lnTo>
                  <a:lnTo>
                    <a:pt x="1257136" y="12570"/>
                  </a:lnTo>
                  <a:lnTo>
                    <a:pt x="1353947" y="18468"/>
                  </a:lnTo>
                  <a:lnTo>
                    <a:pt x="1460280" y="25714"/>
                  </a:lnTo>
                  <a:lnTo>
                    <a:pt x="1572162" y="34303"/>
                  </a:lnTo>
                  <a:lnTo>
                    <a:pt x="1685815" y="44208"/>
                  </a:lnTo>
                  <a:lnTo>
                    <a:pt x="1798022" y="55404"/>
                  </a:lnTo>
                  <a:lnTo>
                    <a:pt x="1906320" y="67884"/>
                  </a:lnTo>
                  <a:lnTo>
                    <a:pt x="2009031" y="81667"/>
                  </a:lnTo>
                  <a:lnTo>
                    <a:pt x="2105191" y="96814"/>
                  </a:lnTo>
                  <a:lnTo>
                    <a:pt x="2194417" y="113422"/>
                  </a:lnTo>
                  <a:lnTo>
                    <a:pt x="2276772" y="131635"/>
                  </a:lnTo>
                  <a:lnTo>
                    <a:pt x="2352631" y="151632"/>
                  </a:lnTo>
                  <a:lnTo>
                    <a:pt x="2422569" y="173628"/>
                  </a:lnTo>
                  <a:lnTo>
                    <a:pt x="2487284" y="197865"/>
                  </a:lnTo>
                  <a:lnTo>
                    <a:pt x="2547526" y="224598"/>
                  </a:lnTo>
                  <a:lnTo>
                    <a:pt x="2604056" y="254069"/>
                  </a:lnTo>
                  <a:lnTo>
                    <a:pt x="2657600" y="286471"/>
                  </a:lnTo>
                  <a:lnTo>
                    <a:pt x="2702183" y="317058"/>
                  </a:lnTo>
                  <a:lnTo>
                    <a:pt x="2752491" y="355625"/>
                  </a:lnTo>
                  <a:lnTo>
                    <a:pt x="2801427" y="397357"/>
                  </a:lnTo>
                  <a:lnTo>
                    <a:pt x="2849409" y="442313"/>
                  </a:lnTo>
                  <a:lnTo>
                    <a:pt x="2896763" y="490490"/>
                  </a:lnTo>
                  <a:lnTo>
                    <a:pt x="2943741" y="541810"/>
                  </a:lnTo>
                  <a:lnTo>
                    <a:pt x="2990530" y="596114"/>
                  </a:lnTo>
                  <a:lnTo>
                    <a:pt x="3037263" y="653160"/>
                  </a:lnTo>
                  <a:lnTo>
                    <a:pt x="3084022" y="712623"/>
                  </a:lnTo>
                  <a:lnTo>
                    <a:pt x="3130851" y="774101"/>
                  </a:lnTo>
                  <a:lnTo>
                    <a:pt x="3177758" y="837120"/>
                  </a:lnTo>
                  <a:lnTo>
                    <a:pt x="3224728" y="901153"/>
                  </a:lnTo>
                  <a:lnTo>
                    <a:pt x="3271728" y="965638"/>
                  </a:lnTo>
                  <a:lnTo>
                    <a:pt x="3318719" y="1029991"/>
                  </a:lnTo>
                  <a:lnTo>
                    <a:pt x="3365664" y="1093638"/>
                  </a:lnTo>
                  <a:lnTo>
                    <a:pt x="3412537" y="1156028"/>
                  </a:lnTo>
                  <a:lnTo>
                    <a:pt x="3459331" y="1216657"/>
                  </a:lnTo>
                  <a:lnTo>
                    <a:pt x="3506071" y="1275082"/>
                  </a:lnTo>
                  <a:lnTo>
                    <a:pt x="3552816" y="1330934"/>
                  </a:lnTo>
                  <a:lnTo>
                    <a:pt x="3599671" y="1383925"/>
                  </a:lnTo>
                  <a:lnTo>
                    <a:pt x="3646790" y="1433851"/>
                  </a:lnTo>
                  <a:lnTo>
                    <a:pt x="3694390" y="1480590"/>
                  </a:lnTo>
                  <a:lnTo>
                    <a:pt x="3742754" y="1524097"/>
                  </a:lnTo>
                  <a:lnTo>
                    <a:pt x="3792248" y="1564398"/>
                  </a:lnTo>
                  <a:lnTo>
                    <a:pt x="3820202" y="1585291"/>
                  </a:lnTo>
                  <a:lnTo>
                    <a:pt x="3871690" y="1620317"/>
                  </a:lnTo>
                  <a:lnTo>
                    <a:pt x="3925587" y="1652326"/>
                  </a:lnTo>
                  <a:lnTo>
                    <a:pt x="3982563" y="1681423"/>
                  </a:lnTo>
                  <a:lnTo>
                    <a:pt x="4043350" y="1707813"/>
                  </a:lnTo>
                  <a:lnTo>
                    <a:pt x="4108711" y="1731741"/>
                  </a:lnTo>
                  <a:lnTo>
                    <a:pt x="4179391" y="1753460"/>
                  </a:lnTo>
                  <a:lnTo>
                    <a:pt x="4256076" y="1773210"/>
                  </a:lnTo>
                  <a:lnTo>
                    <a:pt x="4339320" y="1791202"/>
                  </a:lnTo>
                  <a:lnTo>
                    <a:pt x="4429464" y="1807611"/>
                  </a:lnTo>
                  <a:lnTo>
                    <a:pt x="4526519" y="1822573"/>
                  </a:lnTo>
                  <a:lnTo>
                    <a:pt x="4630035" y="1836182"/>
                  </a:lnTo>
                  <a:lnTo>
                    <a:pt x="4738961" y="1848492"/>
                  </a:lnTo>
                  <a:lnTo>
                    <a:pt x="4851516" y="1859520"/>
                  </a:lnTo>
                  <a:lnTo>
                    <a:pt x="4965134" y="1869254"/>
                  </a:lnTo>
                  <a:lnTo>
                    <a:pt x="5076510" y="1877666"/>
                  </a:lnTo>
                  <a:lnTo>
                    <a:pt x="5181815" y="1884735"/>
                  </a:lnTo>
                  <a:lnTo>
                    <a:pt x="5277087" y="1890457"/>
                  </a:lnTo>
                  <a:lnTo>
                    <a:pt x="5358758" y="1894874"/>
                  </a:lnTo>
                  <a:lnTo>
                    <a:pt x="5424232" y="1898078"/>
                  </a:lnTo>
                  <a:lnTo>
                    <a:pt x="5472357" y="1900219"/>
                  </a:lnTo>
                  <a:lnTo>
                    <a:pt x="5503693" y="1901491"/>
                  </a:lnTo>
                  <a:lnTo>
                    <a:pt x="5520530" y="1902116"/>
                  </a:lnTo>
                  <a:lnTo>
                    <a:pt x="5526715" y="1902327"/>
                  </a:lnTo>
                  <a:lnTo>
                    <a:pt x="5527445" y="1902350"/>
                  </a:lnTo>
                  <a:lnTo>
                    <a:pt x="6522385" y="1902350"/>
                  </a:lnTo>
                  <a:lnTo>
                    <a:pt x="6523519" y="1902362"/>
                  </a:lnTo>
                  <a:lnTo>
                    <a:pt x="6530997" y="1902449"/>
                  </a:lnTo>
                  <a:lnTo>
                    <a:pt x="6549949" y="1902691"/>
                  </a:lnTo>
                  <a:lnTo>
                    <a:pt x="6584084" y="1903167"/>
                  </a:lnTo>
                  <a:lnTo>
                    <a:pt x="6635473" y="1903954"/>
                  </a:lnTo>
                  <a:lnTo>
                    <a:pt x="6704390" y="1905116"/>
                  </a:lnTo>
                  <a:lnTo>
                    <a:pt x="6789377" y="1906703"/>
                  </a:lnTo>
                  <a:lnTo>
                    <a:pt x="6887558" y="1908742"/>
                  </a:lnTo>
                  <a:lnTo>
                    <a:pt x="6995165" y="1911246"/>
                  </a:lnTo>
                  <a:lnTo>
                    <a:pt x="7108134" y="1914210"/>
                  </a:lnTo>
                  <a:lnTo>
                    <a:pt x="7222632" y="1917627"/>
                  </a:lnTo>
                  <a:lnTo>
                    <a:pt x="7335427" y="1921487"/>
                  </a:lnTo>
                  <a:lnTo>
                    <a:pt x="7444070" y="1925789"/>
                  </a:lnTo>
                  <a:lnTo>
                    <a:pt x="7546916" y="1930540"/>
                  </a:lnTo>
                  <a:lnTo>
                    <a:pt x="7643046" y="1935763"/>
                  </a:lnTo>
                  <a:lnTo>
                    <a:pt x="7732126" y="1941495"/>
                  </a:lnTo>
                  <a:lnTo>
                    <a:pt x="7814264" y="1947784"/>
                  </a:lnTo>
                  <a:lnTo>
                    <a:pt x="7889872" y="1954696"/>
                  </a:lnTo>
                  <a:lnTo>
                    <a:pt x="7959561" y="1962307"/>
                  </a:lnTo>
                  <a:lnTo>
                    <a:pt x="8024054" y="1970701"/>
                  </a:lnTo>
                  <a:lnTo>
                    <a:pt x="8084123" y="1979966"/>
                  </a:lnTo>
                  <a:lnTo>
                    <a:pt x="8140544" y="1990185"/>
                  </a:lnTo>
                  <a:lnTo>
                    <a:pt x="8194050" y="2001421"/>
                  </a:lnTo>
                  <a:lnTo>
                    <a:pt x="8229629" y="2009783"/>
                  </a:lnTo>
                  <a:lnTo>
                    <a:pt x="8289232" y="2025428"/>
                  </a:lnTo>
                  <a:lnTo>
                    <a:pt x="8347014" y="2042593"/>
                  </a:lnTo>
                  <a:lnTo>
                    <a:pt x="8403633" y="2061302"/>
                  </a:lnTo>
                  <a:lnTo>
                    <a:pt x="8459574" y="2081534"/>
                  </a:lnTo>
                  <a:lnTo>
                    <a:pt x="8515189" y="2103215"/>
                  </a:lnTo>
                  <a:lnTo>
                    <a:pt x="8570713" y="2126214"/>
                  </a:lnTo>
                  <a:lnTo>
                    <a:pt x="8626283" y="2150345"/>
                  </a:lnTo>
                  <a:lnTo>
                    <a:pt x="8681957" y="2175369"/>
                  </a:lnTo>
                  <a:lnTo>
                    <a:pt x="8737734" y="2201006"/>
                  </a:lnTo>
                  <a:lnTo>
                    <a:pt x="8793570" y="2226943"/>
                  </a:lnTo>
                  <a:lnTo>
                    <a:pt x="8849399" y="2252850"/>
                  </a:lnTo>
                  <a:lnTo>
                    <a:pt x="8905160" y="2278401"/>
                  </a:lnTo>
                  <a:lnTo>
                    <a:pt x="8960815" y="2303287"/>
                  </a:lnTo>
                  <a:lnTo>
                    <a:pt x="9016371" y="2327234"/>
                  </a:lnTo>
                  <a:lnTo>
                    <a:pt x="9071898" y="2350012"/>
                  </a:lnTo>
                  <a:lnTo>
                    <a:pt x="9127550" y="2371444"/>
                  </a:lnTo>
                  <a:lnTo>
                    <a:pt x="9183582" y="2391411"/>
                  </a:lnTo>
                  <a:lnTo>
                    <a:pt x="9240367" y="2409848"/>
                  </a:lnTo>
                  <a:lnTo>
                    <a:pt x="9298418" y="2426742"/>
                  </a:lnTo>
                  <a:lnTo>
                    <a:pt x="9347647" y="2439515"/>
                  </a:lnTo>
                  <a:lnTo>
                    <a:pt x="9399531" y="2451468"/>
                  </a:lnTo>
                  <a:lnTo>
                    <a:pt x="9453865" y="2462384"/>
                  </a:lnTo>
                  <a:lnTo>
                    <a:pt x="9511335" y="2472300"/>
                  </a:lnTo>
                  <a:lnTo>
                    <a:pt x="9572691" y="2481286"/>
                  </a:lnTo>
                  <a:lnTo>
                    <a:pt x="9638712" y="2489428"/>
                  </a:lnTo>
                  <a:lnTo>
                    <a:pt x="9710161" y="2496813"/>
                  </a:lnTo>
                  <a:lnTo>
                    <a:pt x="9787734" y="2503525"/>
                  </a:lnTo>
                  <a:lnTo>
                    <a:pt x="9871990" y="2509635"/>
                  </a:lnTo>
                  <a:lnTo>
                    <a:pt x="9963260" y="2515204"/>
                  </a:lnTo>
                  <a:lnTo>
                    <a:pt x="10061530" y="2520278"/>
                  </a:lnTo>
                  <a:lnTo>
                    <a:pt x="10166302" y="2524889"/>
                  </a:lnTo>
                  <a:lnTo>
                    <a:pt x="10276443" y="2529053"/>
                  </a:lnTo>
                  <a:lnTo>
                    <a:pt x="10390066" y="2532777"/>
                  </a:lnTo>
                  <a:lnTo>
                    <a:pt x="10504469" y="2536055"/>
                  </a:lnTo>
                  <a:lnTo>
                    <a:pt x="10616207" y="2538877"/>
                  </a:lnTo>
                  <a:lnTo>
                    <a:pt x="10721327" y="2541236"/>
                  </a:lnTo>
                  <a:lnTo>
                    <a:pt x="10815793" y="2543133"/>
                  </a:lnTo>
                  <a:lnTo>
                    <a:pt x="10896053" y="2544585"/>
                  </a:lnTo>
                  <a:lnTo>
                    <a:pt x="10959619" y="2545625"/>
                  </a:lnTo>
                  <a:lnTo>
                    <a:pt x="11005549" y="2546308"/>
                  </a:lnTo>
                  <a:lnTo>
                    <a:pt x="11034679" y="2546703"/>
                  </a:lnTo>
                  <a:lnTo>
                    <a:pt x="11049610" y="2546888"/>
                  </a:lnTo>
                  <a:lnTo>
                    <a:pt x="11054512" y="2546944"/>
                  </a:lnTo>
                  <a:lnTo>
                    <a:pt x="11054891" y="2546948"/>
                  </a:lnTo>
                  <a:lnTo>
                    <a:pt x="12049831" y="2546948"/>
                  </a:lnTo>
                  <a:lnTo>
                    <a:pt x="12049831" y="25469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" name="pl211"/>
            <p:cNvSpPr/>
            <p:nvPr/>
          </p:nvSpPr>
          <p:spPr>
            <a:xfrm>
              <a:off x="1199187" y="3133734"/>
              <a:ext cx="12049831" cy="2546948"/>
            </a:xfrm>
            <a:custGeom>
              <a:avLst/>
              <a:pathLst>
                <a:path w="12049831" h="2546948">
                  <a:moveTo>
                    <a:pt x="12049831" y="2546948"/>
                  </a:moveTo>
                  <a:lnTo>
                    <a:pt x="11054891" y="2546948"/>
                  </a:lnTo>
                  <a:lnTo>
                    <a:pt x="11053758" y="2546935"/>
                  </a:lnTo>
                  <a:lnTo>
                    <a:pt x="11046280" y="2546848"/>
                  </a:lnTo>
                  <a:lnTo>
                    <a:pt x="11027328" y="2546606"/>
                  </a:lnTo>
                  <a:lnTo>
                    <a:pt x="10993192" y="2546130"/>
                  </a:lnTo>
                  <a:lnTo>
                    <a:pt x="10941804" y="2545344"/>
                  </a:lnTo>
                  <a:lnTo>
                    <a:pt x="10872887" y="2544181"/>
                  </a:lnTo>
                  <a:lnTo>
                    <a:pt x="10787900" y="2542594"/>
                  </a:lnTo>
                  <a:lnTo>
                    <a:pt x="10689719" y="2540555"/>
                  </a:lnTo>
                  <a:lnTo>
                    <a:pt x="10582112" y="2538052"/>
                  </a:lnTo>
                  <a:lnTo>
                    <a:pt x="10469142" y="2535087"/>
                  </a:lnTo>
                  <a:lnTo>
                    <a:pt x="10354644" y="2531671"/>
                  </a:lnTo>
                  <a:lnTo>
                    <a:pt x="10241849" y="2527811"/>
                  </a:lnTo>
                  <a:lnTo>
                    <a:pt x="10133207" y="2523509"/>
                  </a:lnTo>
                  <a:lnTo>
                    <a:pt x="10030360" y="2518757"/>
                  </a:lnTo>
                  <a:lnTo>
                    <a:pt x="9934230" y="2513534"/>
                  </a:lnTo>
                  <a:lnTo>
                    <a:pt x="9845150" y="2507803"/>
                  </a:lnTo>
                  <a:lnTo>
                    <a:pt x="9763013" y="2501513"/>
                  </a:lnTo>
                  <a:lnTo>
                    <a:pt x="9687405" y="2494601"/>
                  </a:lnTo>
                  <a:lnTo>
                    <a:pt x="9617716" y="2486990"/>
                  </a:lnTo>
                  <a:lnTo>
                    <a:pt x="9553223" y="2478596"/>
                  </a:lnTo>
                  <a:lnTo>
                    <a:pt x="9493153" y="2469331"/>
                  </a:lnTo>
                  <a:lnTo>
                    <a:pt x="9436733" y="2459112"/>
                  </a:lnTo>
                  <a:lnTo>
                    <a:pt x="9383226" y="2447877"/>
                  </a:lnTo>
                  <a:lnTo>
                    <a:pt x="9347647" y="2439515"/>
                  </a:lnTo>
                  <a:lnTo>
                    <a:pt x="9288045" y="2423870"/>
                  </a:lnTo>
                  <a:lnTo>
                    <a:pt x="9230262" y="2406705"/>
                  </a:lnTo>
                  <a:lnTo>
                    <a:pt x="9173644" y="2387995"/>
                  </a:lnTo>
                  <a:lnTo>
                    <a:pt x="9117702" y="2367763"/>
                  </a:lnTo>
                  <a:lnTo>
                    <a:pt x="9062087" y="2346082"/>
                  </a:lnTo>
                  <a:lnTo>
                    <a:pt x="9006564" y="2323084"/>
                  </a:lnTo>
                  <a:lnTo>
                    <a:pt x="8950994" y="2298953"/>
                  </a:lnTo>
                  <a:lnTo>
                    <a:pt x="8895319" y="2273928"/>
                  </a:lnTo>
                  <a:lnTo>
                    <a:pt x="8839542" y="2248291"/>
                  </a:lnTo>
                  <a:lnTo>
                    <a:pt x="8783707" y="2222355"/>
                  </a:lnTo>
                  <a:lnTo>
                    <a:pt x="8727877" y="2196447"/>
                  </a:lnTo>
                  <a:lnTo>
                    <a:pt x="8672116" y="2170896"/>
                  </a:lnTo>
                  <a:lnTo>
                    <a:pt x="8616461" y="2146010"/>
                  </a:lnTo>
                  <a:lnTo>
                    <a:pt x="8560906" y="2122063"/>
                  </a:lnTo>
                  <a:lnTo>
                    <a:pt x="8505379" y="2099286"/>
                  </a:lnTo>
                  <a:lnTo>
                    <a:pt x="8449726" y="2077853"/>
                  </a:lnTo>
                  <a:lnTo>
                    <a:pt x="8393694" y="2057886"/>
                  </a:lnTo>
                  <a:lnTo>
                    <a:pt x="8336910" y="2039449"/>
                  </a:lnTo>
                  <a:lnTo>
                    <a:pt x="8278859" y="2022555"/>
                  </a:lnTo>
                  <a:lnTo>
                    <a:pt x="8229629" y="2009783"/>
                  </a:lnTo>
                  <a:lnTo>
                    <a:pt x="8177746" y="1997829"/>
                  </a:lnTo>
                  <a:lnTo>
                    <a:pt x="8123411" y="1986913"/>
                  </a:lnTo>
                  <a:lnTo>
                    <a:pt x="8065942" y="1976998"/>
                  </a:lnTo>
                  <a:lnTo>
                    <a:pt x="8004585" y="1968012"/>
                  </a:lnTo>
                  <a:lnTo>
                    <a:pt x="7938564" y="1959870"/>
                  </a:lnTo>
                  <a:lnTo>
                    <a:pt x="7867115" y="1952484"/>
                  </a:lnTo>
                  <a:lnTo>
                    <a:pt x="7789542" y="1945773"/>
                  </a:lnTo>
                  <a:lnTo>
                    <a:pt x="7705287" y="1939662"/>
                  </a:lnTo>
                  <a:lnTo>
                    <a:pt x="7614017" y="1934093"/>
                  </a:lnTo>
                  <a:lnTo>
                    <a:pt x="7515746" y="1929019"/>
                  </a:lnTo>
                  <a:lnTo>
                    <a:pt x="7410974" y="1924409"/>
                  </a:lnTo>
                  <a:lnTo>
                    <a:pt x="7300833" y="1920244"/>
                  </a:lnTo>
                  <a:lnTo>
                    <a:pt x="7187211" y="1916520"/>
                  </a:lnTo>
                  <a:lnTo>
                    <a:pt x="7072807" y="1913243"/>
                  </a:lnTo>
                  <a:lnTo>
                    <a:pt x="6961069" y="1910420"/>
                  </a:lnTo>
                  <a:lnTo>
                    <a:pt x="6855950" y="1908061"/>
                  </a:lnTo>
                  <a:lnTo>
                    <a:pt x="6761483" y="1906164"/>
                  </a:lnTo>
                  <a:lnTo>
                    <a:pt x="6681224" y="1904713"/>
                  </a:lnTo>
                  <a:lnTo>
                    <a:pt x="6617657" y="1903673"/>
                  </a:lnTo>
                  <a:lnTo>
                    <a:pt x="6571728" y="1902990"/>
                  </a:lnTo>
                  <a:lnTo>
                    <a:pt x="6542598" y="1902595"/>
                  </a:lnTo>
                  <a:lnTo>
                    <a:pt x="6527667" y="1902410"/>
                  </a:lnTo>
                  <a:lnTo>
                    <a:pt x="6522764" y="1902354"/>
                  </a:lnTo>
                  <a:lnTo>
                    <a:pt x="6522385" y="1902350"/>
                  </a:lnTo>
                  <a:lnTo>
                    <a:pt x="5527445" y="1902350"/>
                  </a:lnTo>
                  <a:lnTo>
                    <a:pt x="5526337" y="1902314"/>
                  </a:lnTo>
                  <a:lnTo>
                    <a:pt x="5519019" y="1902062"/>
                  </a:lnTo>
                  <a:lnTo>
                    <a:pt x="5500461" y="1901365"/>
                  </a:lnTo>
                  <a:lnTo>
                    <a:pt x="5467009" y="1899992"/>
                  </a:lnTo>
                  <a:lnTo>
                    <a:pt x="5416594" y="1897721"/>
                  </a:lnTo>
                  <a:lnTo>
                    <a:pt x="5348886" y="1894364"/>
                  </a:lnTo>
                  <a:lnTo>
                    <a:pt x="5265249" y="1889780"/>
                  </a:lnTo>
                  <a:lnTo>
                    <a:pt x="5168438" y="1883881"/>
                  </a:lnTo>
                  <a:lnTo>
                    <a:pt x="5062105" y="1876635"/>
                  </a:lnTo>
                  <a:lnTo>
                    <a:pt x="4950223" y="1868047"/>
                  </a:lnTo>
                  <a:lnTo>
                    <a:pt x="4836570" y="1858141"/>
                  </a:lnTo>
                  <a:lnTo>
                    <a:pt x="4724363" y="1846945"/>
                  </a:lnTo>
                  <a:lnTo>
                    <a:pt x="4616065" y="1834465"/>
                  </a:lnTo>
                  <a:lnTo>
                    <a:pt x="4513354" y="1820682"/>
                  </a:lnTo>
                  <a:lnTo>
                    <a:pt x="4417194" y="1805536"/>
                  </a:lnTo>
                  <a:lnTo>
                    <a:pt x="4327968" y="1788927"/>
                  </a:lnTo>
                  <a:lnTo>
                    <a:pt x="4245613" y="1770714"/>
                  </a:lnTo>
                  <a:lnTo>
                    <a:pt x="4169754" y="1750718"/>
                  </a:lnTo>
                  <a:lnTo>
                    <a:pt x="4099816" y="1728721"/>
                  </a:lnTo>
                  <a:lnTo>
                    <a:pt x="4035101" y="1704484"/>
                  </a:lnTo>
                  <a:lnTo>
                    <a:pt x="3974859" y="1677751"/>
                  </a:lnTo>
                  <a:lnTo>
                    <a:pt x="3918329" y="1648281"/>
                  </a:lnTo>
                  <a:lnTo>
                    <a:pt x="3864785" y="1615878"/>
                  </a:lnTo>
                  <a:lnTo>
                    <a:pt x="3820202" y="1585291"/>
                  </a:lnTo>
                  <a:lnTo>
                    <a:pt x="3769894" y="1546724"/>
                  </a:lnTo>
                  <a:lnTo>
                    <a:pt x="3720958" y="1504993"/>
                  </a:lnTo>
                  <a:lnTo>
                    <a:pt x="3672976" y="1460036"/>
                  </a:lnTo>
                  <a:lnTo>
                    <a:pt x="3625622" y="1411859"/>
                  </a:lnTo>
                  <a:lnTo>
                    <a:pt x="3578644" y="1360539"/>
                  </a:lnTo>
                  <a:lnTo>
                    <a:pt x="3531855" y="1306235"/>
                  </a:lnTo>
                  <a:lnTo>
                    <a:pt x="3485122" y="1249189"/>
                  </a:lnTo>
                  <a:lnTo>
                    <a:pt x="3438363" y="1189726"/>
                  </a:lnTo>
                  <a:lnTo>
                    <a:pt x="3391534" y="1128249"/>
                  </a:lnTo>
                  <a:lnTo>
                    <a:pt x="3344627" y="1065230"/>
                  </a:lnTo>
                  <a:lnTo>
                    <a:pt x="3297657" y="1001196"/>
                  </a:lnTo>
                  <a:lnTo>
                    <a:pt x="3250657" y="936712"/>
                  </a:lnTo>
                  <a:lnTo>
                    <a:pt x="3203666" y="872358"/>
                  </a:lnTo>
                  <a:lnTo>
                    <a:pt x="3156721" y="808711"/>
                  </a:lnTo>
                  <a:lnTo>
                    <a:pt x="3109848" y="746321"/>
                  </a:lnTo>
                  <a:lnTo>
                    <a:pt x="3063054" y="685692"/>
                  </a:lnTo>
                  <a:lnTo>
                    <a:pt x="3016314" y="627267"/>
                  </a:lnTo>
                  <a:lnTo>
                    <a:pt x="2969569" y="571415"/>
                  </a:lnTo>
                  <a:lnTo>
                    <a:pt x="2922714" y="518424"/>
                  </a:lnTo>
                  <a:lnTo>
                    <a:pt x="2875595" y="468498"/>
                  </a:lnTo>
                  <a:lnTo>
                    <a:pt x="2827995" y="421759"/>
                  </a:lnTo>
                  <a:lnTo>
                    <a:pt x="2779631" y="378252"/>
                  </a:lnTo>
                  <a:lnTo>
                    <a:pt x="2730137" y="337951"/>
                  </a:lnTo>
                  <a:lnTo>
                    <a:pt x="2702183" y="317058"/>
                  </a:lnTo>
                  <a:lnTo>
                    <a:pt x="2650695" y="282032"/>
                  </a:lnTo>
                  <a:lnTo>
                    <a:pt x="2596798" y="250024"/>
                  </a:lnTo>
                  <a:lnTo>
                    <a:pt x="2539822" y="220926"/>
                  </a:lnTo>
                  <a:lnTo>
                    <a:pt x="2479035" y="194537"/>
                  </a:lnTo>
                  <a:lnTo>
                    <a:pt x="2413674" y="170609"/>
                  </a:lnTo>
                  <a:lnTo>
                    <a:pt x="2342994" y="148889"/>
                  </a:lnTo>
                  <a:lnTo>
                    <a:pt x="2266309" y="129139"/>
                  </a:lnTo>
                  <a:lnTo>
                    <a:pt x="2183065" y="111147"/>
                  </a:lnTo>
                  <a:lnTo>
                    <a:pt x="2092921" y="94738"/>
                  </a:lnTo>
                  <a:lnTo>
                    <a:pt x="1995866" y="79776"/>
                  </a:lnTo>
                  <a:lnTo>
                    <a:pt x="1892350" y="66167"/>
                  </a:lnTo>
                  <a:lnTo>
                    <a:pt x="1783424" y="53857"/>
                  </a:lnTo>
                  <a:lnTo>
                    <a:pt x="1670869" y="42829"/>
                  </a:lnTo>
                  <a:lnTo>
                    <a:pt x="1557251" y="33096"/>
                  </a:lnTo>
                  <a:lnTo>
                    <a:pt x="1445875" y="24683"/>
                  </a:lnTo>
                  <a:lnTo>
                    <a:pt x="1340570" y="17615"/>
                  </a:lnTo>
                  <a:lnTo>
                    <a:pt x="1245298" y="11892"/>
                  </a:lnTo>
                  <a:lnTo>
                    <a:pt x="1163627" y="7475"/>
                  </a:lnTo>
                  <a:lnTo>
                    <a:pt x="1098153" y="4271"/>
                  </a:lnTo>
                  <a:lnTo>
                    <a:pt x="1050028" y="2130"/>
                  </a:lnTo>
                  <a:lnTo>
                    <a:pt x="1018692" y="859"/>
                  </a:lnTo>
                  <a:lnTo>
                    <a:pt x="1001855" y="234"/>
                  </a:lnTo>
                  <a:lnTo>
                    <a:pt x="995670" y="2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" name="pg212"/>
            <p:cNvSpPr/>
            <p:nvPr/>
          </p:nvSpPr>
          <p:spPr>
            <a:xfrm>
              <a:off x="1199187" y="2054164"/>
              <a:ext cx="12049831" cy="4365448"/>
            </a:xfrm>
            <a:custGeom>
              <a:avLst/>
              <a:pathLst>
                <a:path w="12049831" h="4365448">
                  <a:moveTo>
                    <a:pt x="0" y="1760853"/>
                  </a:moveTo>
                  <a:lnTo>
                    <a:pt x="994940" y="1760853"/>
                  </a:lnTo>
                  <a:lnTo>
                    <a:pt x="996025" y="1760900"/>
                  </a:lnTo>
                  <a:lnTo>
                    <a:pt x="1003193" y="1761238"/>
                  </a:lnTo>
                  <a:lnTo>
                    <a:pt x="1021379" y="1762171"/>
                  </a:lnTo>
                  <a:lnTo>
                    <a:pt x="1054188" y="1764012"/>
                  </a:lnTo>
                  <a:lnTo>
                    <a:pt x="1103685" y="1767054"/>
                  </a:lnTo>
                  <a:lnTo>
                    <a:pt x="1170248" y="1771555"/>
                  </a:lnTo>
                  <a:lnTo>
                    <a:pt x="1252603" y="1777706"/>
                  </a:lnTo>
                  <a:lnTo>
                    <a:pt x="1348108" y="1785626"/>
                  </a:lnTo>
                  <a:lnTo>
                    <a:pt x="1453219" y="1795365"/>
                  </a:lnTo>
                  <a:lnTo>
                    <a:pt x="1564051" y="1806916"/>
                  </a:lnTo>
                  <a:lnTo>
                    <a:pt x="1676879" y="1820248"/>
                  </a:lnTo>
                  <a:lnTo>
                    <a:pt x="1788506" y="1835324"/>
                  </a:lnTo>
                  <a:lnTo>
                    <a:pt x="1896456" y="1852131"/>
                  </a:lnTo>
                  <a:lnTo>
                    <a:pt x="1999021" y="1870694"/>
                  </a:lnTo>
                  <a:lnTo>
                    <a:pt x="2095194" y="1891085"/>
                  </a:lnTo>
                  <a:lnTo>
                    <a:pt x="2184549" y="1913433"/>
                  </a:lnTo>
                  <a:lnTo>
                    <a:pt x="2267106" y="1937921"/>
                  </a:lnTo>
                  <a:lnTo>
                    <a:pt x="2343201" y="1964784"/>
                  </a:lnTo>
                  <a:lnTo>
                    <a:pt x="2413379" y="1994306"/>
                  </a:lnTo>
                  <a:lnTo>
                    <a:pt x="2478310" y="2026807"/>
                  </a:lnTo>
                  <a:lnTo>
                    <a:pt x="2538725" y="2062626"/>
                  </a:lnTo>
                  <a:lnTo>
                    <a:pt x="2595368" y="2102094"/>
                  </a:lnTo>
                  <a:lnTo>
                    <a:pt x="2648960" y="2145485"/>
                  </a:lnTo>
                  <a:lnTo>
                    <a:pt x="2700156" y="2192947"/>
                  </a:lnTo>
                  <a:lnTo>
                    <a:pt x="2702183" y="2194952"/>
                  </a:lnTo>
                  <a:lnTo>
                    <a:pt x="2747768" y="2242544"/>
                  </a:lnTo>
                  <a:lnTo>
                    <a:pt x="2792194" y="2293674"/>
                  </a:lnTo>
                  <a:lnTo>
                    <a:pt x="2835781" y="2348412"/>
                  </a:lnTo>
                  <a:lnTo>
                    <a:pt x="2878785" y="2406771"/>
                  </a:lnTo>
                  <a:lnTo>
                    <a:pt x="2921411" y="2468697"/>
                  </a:lnTo>
                  <a:lnTo>
                    <a:pt x="2963816" y="2534065"/>
                  </a:lnTo>
                  <a:lnTo>
                    <a:pt x="3006119" y="2602675"/>
                  </a:lnTo>
                  <a:lnTo>
                    <a:pt x="3048403" y="2674248"/>
                  </a:lnTo>
                  <a:lnTo>
                    <a:pt x="3090720" y="2748432"/>
                  </a:lnTo>
                  <a:lnTo>
                    <a:pt x="3133097" y="2824803"/>
                  </a:lnTo>
                  <a:lnTo>
                    <a:pt x="3175539" y="2902876"/>
                  </a:lnTo>
                  <a:lnTo>
                    <a:pt x="3218032" y="2982116"/>
                  </a:lnTo>
                  <a:lnTo>
                    <a:pt x="3260556" y="3061953"/>
                  </a:lnTo>
                  <a:lnTo>
                    <a:pt x="3303079" y="3141799"/>
                  </a:lnTo>
                  <a:lnTo>
                    <a:pt x="3345575" y="3221066"/>
                  </a:lnTo>
                  <a:lnTo>
                    <a:pt x="3388018" y="3299182"/>
                  </a:lnTo>
                  <a:lnTo>
                    <a:pt x="3430397" y="3375611"/>
                  </a:lnTo>
                  <a:lnTo>
                    <a:pt x="3472715" y="3449867"/>
                  </a:lnTo>
                  <a:lnTo>
                    <a:pt x="3515000" y="3521524"/>
                  </a:lnTo>
                  <a:lnTo>
                    <a:pt x="3557301" y="3590227"/>
                  </a:lnTo>
                  <a:lnTo>
                    <a:pt x="3599702" y="3655695"/>
                  </a:lnTo>
                  <a:lnTo>
                    <a:pt x="3642319" y="3717727"/>
                  </a:lnTo>
                  <a:lnTo>
                    <a:pt x="3685309" y="3776193"/>
                  </a:lnTo>
                  <a:lnTo>
                    <a:pt x="3728875" y="3831040"/>
                  </a:lnTo>
                  <a:lnTo>
                    <a:pt x="3773271" y="3882277"/>
                  </a:lnTo>
                  <a:lnTo>
                    <a:pt x="3818816" y="3929974"/>
                  </a:lnTo>
                  <a:lnTo>
                    <a:pt x="3820202" y="3931349"/>
                  </a:lnTo>
                  <a:lnTo>
                    <a:pt x="3871313" y="3978975"/>
                  </a:lnTo>
                  <a:lnTo>
                    <a:pt x="3924795" y="4022529"/>
                  </a:lnTo>
                  <a:lnTo>
                    <a:pt x="3981302" y="4062151"/>
                  </a:lnTo>
                  <a:lnTo>
                    <a:pt x="4041550" y="4098112"/>
                  </a:lnTo>
                  <a:lnTo>
                    <a:pt x="4106284" y="4130740"/>
                  </a:lnTo>
                  <a:lnTo>
                    <a:pt x="4176236" y="4160376"/>
                  </a:lnTo>
                  <a:lnTo>
                    <a:pt x="4252080" y="4187341"/>
                  </a:lnTo>
                  <a:lnTo>
                    <a:pt x="4334368" y="4211920"/>
                  </a:lnTo>
                  <a:lnTo>
                    <a:pt x="4423445" y="4234351"/>
                  </a:lnTo>
                  <a:lnTo>
                    <a:pt x="4519347" y="4254818"/>
                  </a:lnTo>
                  <a:lnTo>
                    <a:pt x="4621669" y="4273453"/>
                  </a:lnTo>
                  <a:lnTo>
                    <a:pt x="4729429" y="4290330"/>
                  </a:lnTo>
                  <a:lnTo>
                    <a:pt x="4840950" y="4305477"/>
                  </a:lnTo>
                  <a:lnTo>
                    <a:pt x="4953787" y="4318879"/>
                  </a:lnTo>
                  <a:lnTo>
                    <a:pt x="5064769" y="4330504"/>
                  </a:lnTo>
                  <a:lnTo>
                    <a:pt x="5170188" y="4340315"/>
                  </a:lnTo>
                  <a:lnTo>
                    <a:pt x="5266154" y="4348309"/>
                  </a:lnTo>
                  <a:lnTo>
                    <a:pt x="5349100" y="4354530"/>
                  </a:lnTo>
                  <a:lnTo>
                    <a:pt x="5416337" y="4359094"/>
                  </a:lnTo>
                  <a:lnTo>
                    <a:pt x="5466528" y="4362191"/>
                  </a:lnTo>
                  <a:lnTo>
                    <a:pt x="5499982" y="4364074"/>
                  </a:lnTo>
                  <a:lnTo>
                    <a:pt x="5518700" y="4365038"/>
                  </a:lnTo>
                  <a:lnTo>
                    <a:pt x="5526226" y="4365394"/>
                  </a:lnTo>
                  <a:lnTo>
                    <a:pt x="5527445" y="4365448"/>
                  </a:lnTo>
                  <a:lnTo>
                    <a:pt x="6522385" y="4365448"/>
                  </a:lnTo>
                  <a:lnTo>
                    <a:pt x="6523391" y="4365374"/>
                  </a:lnTo>
                  <a:lnTo>
                    <a:pt x="6530040" y="4364851"/>
                  </a:lnTo>
                  <a:lnTo>
                    <a:pt x="6546944" y="4363407"/>
                  </a:lnTo>
                  <a:lnTo>
                    <a:pt x="6577523" y="4360560"/>
                  </a:lnTo>
                  <a:lnTo>
                    <a:pt x="6623824" y="4355847"/>
                  </a:lnTo>
                  <a:lnTo>
                    <a:pt x="6686379" y="4348863"/>
                  </a:lnTo>
                  <a:lnTo>
                    <a:pt x="6764213" y="4339296"/>
                  </a:lnTo>
                  <a:lnTo>
                    <a:pt x="6855061" y="4326941"/>
                  </a:lnTo>
                  <a:lnTo>
                    <a:pt x="6955766" y="4311705"/>
                  </a:lnTo>
                  <a:lnTo>
                    <a:pt x="7062755" y="4293579"/>
                  </a:lnTo>
                  <a:lnTo>
                    <a:pt x="7172507" y="4272608"/>
                  </a:lnTo>
                  <a:lnTo>
                    <a:pt x="7281907" y="4248851"/>
                  </a:lnTo>
                  <a:lnTo>
                    <a:pt x="7388459" y="4222342"/>
                  </a:lnTo>
                  <a:lnTo>
                    <a:pt x="7490357" y="4193064"/>
                  </a:lnTo>
                  <a:lnTo>
                    <a:pt x="7586456" y="4160932"/>
                  </a:lnTo>
                  <a:lnTo>
                    <a:pt x="7676179" y="4125779"/>
                  </a:lnTo>
                  <a:lnTo>
                    <a:pt x="7759397" y="4087355"/>
                  </a:lnTo>
                  <a:lnTo>
                    <a:pt x="7836309" y="4045329"/>
                  </a:lnTo>
                  <a:lnTo>
                    <a:pt x="7907345" y="3999295"/>
                  </a:lnTo>
                  <a:lnTo>
                    <a:pt x="7973079" y="3948779"/>
                  </a:lnTo>
                  <a:lnTo>
                    <a:pt x="8034166" y="3893268"/>
                  </a:lnTo>
                  <a:lnTo>
                    <a:pt x="8091292" y="3832235"/>
                  </a:lnTo>
                  <a:lnTo>
                    <a:pt x="8145140" y="3765195"/>
                  </a:lnTo>
                  <a:lnTo>
                    <a:pt x="8196357" y="3691791"/>
                  </a:lnTo>
                  <a:lnTo>
                    <a:pt x="8229629" y="3638746"/>
                  </a:lnTo>
                  <a:lnTo>
                    <a:pt x="8266848" y="3574310"/>
                  </a:lnTo>
                  <a:lnTo>
                    <a:pt x="8303255" y="3505968"/>
                  </a:lnTo>
                  <a:lnTo>
                    <a:pt x="8339034" y="3433641"/>
                  </a:lnTo>
                  <a:lnTo>
                    <a:pt x="8374337" y="3357291"/>
                  </a:lnTo>
                  <a:lnTo>
                    <a:pt x="8409293" y="3276928"/>
                  </a:lnTo>
                  <a:lnTo>
                    <a:pt x="8444007" y="3192609"/>
                  </a:lnTo>
                  <a:lnTo>
                    <a:pt x="8478565" y="3104448"/>
                  </a:lnTo>
                  <a:lnTo>
                    <a:pt x="8513035" y="3012610"/>
                  </a:lnTo>
                  <a:lnTo>
                    <a:pt x="8547469" y="2917319"/>
                  </a:lnTo>
                  <a:lnTo>
                    <a:pt x="8581905" y="2818856"/>
                  </a:lnTo>
                  <a:lnTo>
                    <a:pt x="8616366" y="2717555"/>
                  </a:lnTo>
                  <a:lnTo>
                    <a:pt x="8650867" y="2613804"/>
                  </a:lnTo>
                  <a:lnTo>
                    <a:pt x="8685412" y="2508033"/>
                  </a:lnTo>
                  <a:lnTo>
                    <a:pt x="8719995" y="2400713"/>
                  </a:lnTo>
                  <a:lnTo>
                    <a:pt x="8754609" y="2292347"/>
                  </a:lnTo>
                  <a:lnTo>
                    <a:pt x="8789238" y="2183457"/>
                  </a:lnTo>
                  <a:lnTo>
                    <a:pt x="8823867" y="2074576"/>
                  </a:lnTo>
                  <a:lnTo>
                    <a:pt x="8858480" y="1966237"/>
                  </a:lnTo>
                  <a:lnTo>
                    <a:pt x="8893062" y="1858963"/>
                  </a:lnTo>
                  <a:lnTo>
                    <a:pt x="8927605" y="1753254"/>
                  </a:lnTo>
                  <a:lnTo>
                    <a:pt x="8962105" y="1649580"/>
                  </a:lnTo>
                  <a:lnTo>
                    <a:pt x="8996565" y="1548372"/>
                  </a:lnTo>
                  <a:lnTo>
                    <a:pt x="9031000" y="1450014"/>
                  </a:lnTo>
                  <a:lnTo>
                    <a:pt x="9065434" y="1354838"/>
                  </a:lnTo>
                  <a:lnTo>
                    <a:pt x="9099906" y="1263124"/>
                  </a:lnTo>
                  <a:lnTo>
                    <a:pt x="9134469" y="1175093"/>
                  </a:lnTo>
                  <a:lnTo>
                    <a:pt x="9169190" y="1090910"/>
                  </a:lnTo>
                  <a:lnTo>
                    <a:pt x="9204156" y="1010685"/>
                  </a:lnTo>
                  <a:lnTo>
                    <a:pt x="9239473" y="934475"/>
                  </a:lnTo>
                  <a:lnTo>
                    <a:pt x="9275271" y="862286"/>
                  </a:lnTo>
                  <a:lnTo>
                    <a:pt x="9311703" y="794081"/>
                  </a:lnTo>
                  <a:lnTo>
                    <a:pt x="9347647" y="731941"/>
                  </a:lnTo>
                  <a:lnTo>
                    <a:pt x="9397422" y="654170"/>
                  </a:lnTo>
                  <a:lnTo>
                    <a:pt x="9449432" y="582875"/>
                  </a:lnTo>
                  <a:lnTo>
                    <a:pt x="9504279" y="517848"/>
                  </a:lnTo>
                  <a:lnTo>
                    <a:pt x="9562624" y="458678"/>
                  </a:lnTo>
                  <a:lnTo>
                    <a:pt x="9625156" y="404860"/>
                  </a:lnTo>
                  <a:lnTo>
                    <a:pt x="9692556" y="355865"/>
                  </a:lnTo>
                  <a:lnTo>
                    <a:pt x="9765457" y="311191"/>
                  </a:lnTo>
                  <a:lnTo>
                    <a:pt x="9844393" y="270385"/>
                  </a:lnTo>
                  <a:lnTo>
                    <a:pt x="9929730" y="233064"/>
                  </a:lnTo>
                  <a:lnTo>
                    <a:pt x="10021573" y="198922"/>
                  </a:lnTo>
                  <a:lnTo>
                    <a:pt x="10119658" y="167738"/>
                  </a:lnTo>
                  <a:lnTo>
                    <a:pt x="10223235" y="139372"/>
                  </a:lnTo>
                  <a:lnTo>
                    <a:pt x="10330951" y="113761"/>
                  </a:lnTo>
                  <a:lnTo>
                    <a:pt x="10440774" y="90910"/>
                  </a:lnTo>
                  <a:lnTo>
                    <a:pt x="10549990" y="70864"/>
                  </a:lnTo>
                  <a:lnTo>
                    <a:pt x="10655322" y="53680"/>
                  </a:lnTo>
                  <a:lnTo>
                    <a:pt x="10753186" y="39391"/>
                  </a:lnTo>
                  <a:lnTo>
                    <a:pt x="10840091" y="27963"/>
                  </a:lnTo>
                  <a:lnTo>
                    <a:pt x="10913119" y="19269"/>
                  </a:lnTo>
                  <a:lnTo>
                    <a:pt x="10970393" y="13068"/>
                  </a:lnTo>
                  <a:lnTo>
                    <a:pt x="11011417" y="9013"/>
                  </a:lnTo>
                  <a:lnTo>
                    <a:pt x="11037227" y="6677"/>
                  </a:lnTo>
                  <a:lnTo>
                    <a:pt x="11050339" y="5587"/>
                  </a:lnTo>
                  <a:lnTo>
                    <a:pt x="11054580" y="526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86" y="73"/>
                  </a:lnTo>
                  <a:lnTo>
                    <a:pt x="11047237" y="596"/>
                  </a:lnTo>
                  <a:lnTo>
                    <a:pt x="11030332" y="2040"/>
                  </a:lnTo>
                  <a:lnTo>
                    <a:pt x="10999753" y="4887"/>
                  </a:lnTo>
                  <a:lnTo>
                    <a:pt x="10953452" y="9600"/>
                  </a:lnTo>
                  <a:lnTo>
                    <a:pt x="10890898" y="16584"/>
                  </a:lnTo>
                  <a:lnTo>
                    <a:pt x="10813064" y="26152"/>
                  </a:lnTo>
                  <a:lnTo>
                    <a:pt x="10722215" y="38506"/>
                  </a:lnTo>
                  <a:lnTo>
                    <a:pt x="10621510" y="53743"/>
                  </a:lnTo>
                  <a:lnTo>
                    <a:pt x="10514521" y="71869"/>
                  </a:lnTo>
                  <a:lnTo>
                    <a:pt x="10404769" y="92839"/>
                  </a:lnTo>
                  <a:lnTo>
                    <a:pt x="10295369" y="116596"/>
                  </a:lnTo>
                  <a:lnTo>
                    <a:pt x="10188818" y="143106"/>
                  </a:lnTo>
                  <a:lnTo>
                    <a:pt x="10086920" y="172383"/>
                  </a:lnTo>
                  <a:lnTo>
                    <a:pt x="9990820" y="204516"/>
                  </a:lnTo>
                  <a:lnTo>
                    <a:pt x="9901097" y="239669"/>
                  </a:lnTo>
                  <a:lnTo>
                    <a:pt x="9817880" y="278092"/>
                  </a:lnTo>
                  <a:lnTo>
                    <a:pt x="9740968" y="320118"/>
                  </a:lnTo>
                  <a:lnTo>
                    <a:pt x="9669931" y="366153"/>
                  </a:lnTo>
                  <a:lnTo>
                    <a:pt x="9604197" y="416668"/>
                  </a:lnTo>
                  <a:lnTo>
                    <a:pt x="9543111" y="472179"/>
                  </a:lnTo>
                  <a:lnTo>
                    <a:pt x="9485985" y="533212"/>
                  </a:lnTo>
                  <a:lnTo>
                    <a:pt x="9432136" y="600252"/>
                  </a:lnTo>
                  <a:lnTo>
                    <a:pt x="9380920" y="673656"/>
                  </a:lnTo>
                  <a:lnTo>
                    <a:pt x="9347647" y="726701"/>
                  </a:lnTo>
                  <a:lnTo>
                    <a:pt x="9310429" y="791137"/>
                  </a:lnTo>
                  <a:lnTo>
                    <a:pt x="9274021" y="859479"/>
                  </a:lnTo>
                  <a:lnTo>
                    <a:pt x="9238243" y="931806"/>
                  </a:lnTo>
                  <a:lnTo>
                    <a:pt x="9202939" y="1008156"/>
                  </a:lnTo>
                  <a:lnTo>
                    <a:pt x="9167983" y="1088519"/>
                  </a:lnTo>
                  <a:lnTo>
                    <a:pt x="9133269" y="1172838"/>
                  </a:lnTo>
                  <a:lnTo>
                    <a:pt x="9098711" y="1261000"/>
                  </a:lnTo>
                  <a:lnTo>
                    <a:pt x="9064241" y="1352838"/>
                  </a:lnTo>
                  <a:lnTo>
                    <a:pt x="9029807" y="1448128"/>
                  </a:lnTo>
                  <a:lnTo>
                    <a:pt x="8995372" y="1546591"/>
                  </a:lnTo>
                  <a:lnTo>
                    <a:pt x="8960910" y="1647892"/>
                  </a:lnTo>
                  <a:lnTo>
                    <a:pt x="8926409" y="1751643"/>
                  </a:lnTo>
                  <a:lnTo>
                    <a:pt x="8891865" y="1857415"/>
                  </a:lnTo>
                  <a:lnTo>
                    <a:pt x="8857281" y="1964734"/>
                  </a:lnTo>
                  <a:lnTo>
                    <a:pt x="8822668" y="2073100"/>
                  </a:lnTo>
                  <a:lnTo>
                    <a:pt x="8788038" y="2181991"/>
                  </a:lnTo>
                  <a:lnTo>
                    <a:pt x="8753410" y="2290872"/>
                  </a:lnTo>
                  <a:lnTo>
                    <a:pt x="8718797" y="2399210"/>
                  </a:lnTo>
                  <a:lnTo>
                    <a:pt x="8684214" y="2506484"/>
                  </a:lnTo>
                  <a:lnTo>
                    <a:pt x="8649671" y="2612193"/>
                  </a:lnTo>
                  <a:lnTo>
                    <a:pt x="8615172" y="2715867"/>
                  </a:lnTo>
                  <a:lnTo>
                    <a:pt x="8580712" y="2817075"/>
                  </a:lnTo>
                  <a:lnTo>
                    <a:pt x="8546277" y="2915434"/>
                  </a:lnTo>
                  <a:lnTo>
                    <a:pt x="8511842" y="3010609"/>
                  </a:lnTo>
                  <a:lnTo>
                    <a:pt x="8477370" y="3102323"/>
                  </a:lnTo>
                  <a:lnTo>
                    <a:pt x="8442808" y="3190355"/>
                  </a:lnTo>
                  <a:lnTo>
                    <a:pt x="8408087" y="3274537"/>
                  </a:lnTo>
                  <a:lnTo>
                    <a:pt x="8373121" y="3354762"/>
                  </a:lnTo>
                  <a:lnTo>
                    <a:pt x="8337803" y="3430973"/>
                  </a:lnTo>
                  <a:lnTo>
                    <a:pt x="8302006" y="3503161"/>
                  </a:lnTo>
                  <a:lnTo>
                    <a:pt x="8265574" y="3571367"/>
                  </a:lnTo>
                  <a:lnTo>
                    <a:pt x="8229629" y="3633506"/>
                  </a:lnTo>
                  <a:lnTo>
                    <a:pt x="8179855" y="3711277"/>
                  </a:lnTo>
                  <a:lnTo>
                    <a:pt x="8127845" y="3782572"/>
                  </a:lnTo>
                  <a:lnTo>
                    <a:pt x="8072998" y="3847599"/>
                  </a:lnTo>
                  <a:lnTo>
                    <a:pt x="8014652" y="3906769"/>
                  </a:lnTo>
                  <a:lnTo>
                    <a:pt x="7952120" y="3960588"/>
                  </a:lnTo>
                  <a:lnTo>
                    <a:pt x="7884721" y="4009582"/>
                  </a:lnTo>
                  <a:lnTo>
                    <a:pt x="7811820" y="4054257"/>
                  </a:lnTo>
                  <a:lnTo>
                    <a:pt x="7732883" y="4095062"/>
                  </a:lnTo>
                  <a:lnTo>
                    <a:pt x="7647546" y="4132384"/>
                  </a:lnTo>
                  <a:lnTo>
                    <a:pt x="7555703" y="4166525"/>
                  </a:lnTo>
                  <a:lnTo>
                    <a:pt x="7457618" y="4197709"/>
                  </a:lnTo>
                  <a:lnTo>
                    <a:pt x="7354041" y="4226076"/>
                  </a:lnTo>
                  <a:lnTo>
                    <a:pt x="7246325" y="4251686"/>
                  </a:lnTo>
                  <a:lnTo>
                    <a:pt x="7136503" y="4274537"/>
                  </a:lnTo>
                  <a:lnTo>
                    <a:pt x="7027286" y="4294583"/>
                  </a:lnTo>
                  <a:lnTo>
                    <a:pt x="6921954" y="4311767"/>
                  </a:lnTo>
                  <a:lnTo>
                    <a:pt x="6824091" y="4326056"/>
                  </a:lnTo>
                  <a:lnTo>
                    <a:pt x="6737186" y="4337484"/>
                  </a:lnTo>
                  <a:lnTo>
                    <a:pt x="6664157" y="4346178"/>
                  </a:lnTo>
                  <a:lnTo>
                    <a:pt x="6606884" y="4352380"/>
                  </a:lnTo>
                  <a:lnTo>
                    <a:pt x="6565860" y="4356434"/>
                  </a:lnTo>
                  <a:lnTo>
                    <a:pt x="6540050" y="4358770"/>
                  </a:lnTo>
                  <a:lnTo>
                    <a:pt x="6526938" y="4359860"/>
                  </a:lnTo>
                  <a:lnTo>
                    <a:pt x="6522697" y="4360185"/>
                  </a:lnTo>
                  <a:lnTo>
                    <a:pt x="6522385" y="4360207"/>
                  </a:lnTo>
                  <a:lnTo>
                    <a:pt x="5527445" y="4360207"/>
                  </a:lnTo>
                  <a:lnTo>
                    <a:pt x="5526360" y="4360160"/>
                  </a:lnTo>
                  <a:lnTo>
                    <a:pt x="5519192" y="4359822"/>
                  </a:lnTo>
                  <a:lnTo>
                    <a:pt x="5501006" y="4358888"/>
                  </a:lnTo>
                  <a:lnTo>
                    <a:pt x="5468197" y="4357048"/>
                  </a:lnTo>
                  <a:lnTo>
                    <a:pt x="5418700" y="4354005"/>
                  </a:lnTo>
                  <a:lnTo>
                    <a:pt x="5352137" y="4349505"/>
                  </a:lnTo>
                  <a:lnTo>
                    <a:pt x="5269782" y="4343353"/>
                  </a:lnTo>
                  <a:lnTo>
                    <a:pt x="5174277" y="4335433"/>
                  </a:lnTo>
                  <a:lnTo>
                    <a:pt x="5069166" y="4325695"/>
                  </a:lnTo>
                  <a:lnTo>
                    <a:pt x="4958334" y="4314143"/>
                  </a:lnTo>
                  <a:lnTo>
                    <a:pt x="4845506" y="4300812"/>
                  </a:lnTo>
                  <a:lnTo>
                    <a:pt x="4733879" y="4285736"/>
                  </a:lnTo>
                  <a:lnTo>
                    <a:pt x="4625929" y="4268928"/>
                  </a:lnTo>
                  <a:lnTo>
                    <a:pt x="4523364" y="4250366"/>
                  </a:lnTo>
                  <a:lnTo>
                    <a:pt x="4427191" y="4229975"/>
                  </a:lnTo>
                  <a:lnTo>
                    <a:pt x="4337836" y="4207627"/>
                  </a:lnTo>
                  <a:lnTo>
                    <a:pt x="4255279" y="4183139"/>
                  </a:lnTo>
                  <a:lnTo>
                    <a:pt x="4179184" y="4156276"/>
                  </a:lnTo>
                  <a:lnTo>
                    <a:pt x="4109006" y="4126754"/>
                  </a:lnTo>
                  <a:lnTo>
                    <a:pt x="4044075" y="4094253"/>
                  </a:lnTo>
                  <a:lnTo>
                    <a:pt x="3983660" y="4058433"/>
                  </a:lnTo>
                  <a:lnTo>
                    <a:pt x="3927017" y="4018966"/>
                  </a:lnTo>
                  <a:lnTo>
                    <a:pt x="3873425" y="3975574"/>
                  </a:lnTo>
                  <a:lnTo>
                    <a:pt x="3822229" y="3928112"/>
                  </a:lnTo>
                  <a:lnTo>
                    <a:pt x="3820202" y="3926108"/>
                  </a:lnTo>
                  <a:lnTo>
                    <a:pt x="3774617" y="3878515"/>
                  </a:lnTo>
                  <a:lnTo>
                    <a:pt x="3730191" y="3827386"/>
                  </a:lnTo>
                  <a:lnTo>
                    <a:pt x="3686604" y="3772648"/>
                  </a:lnTo>
                  <a:lnTo>
                    <a:pt x="3643600" y="3714289"/>
                  </a:lnTo>
                  <a:lnTo>
                    <a:pt x="3600974" y="3652363"/>
                  </a:lnTo>
                  <a:lnTo>
                    <a:pt x="3558569" y="3586995"/>
                  </a:lnTo>
                  <a:lnTo>
                    <a:pt x="3516266" y="3518385"/>
                  </a:lnTo>
                  <a:lnTo>
                    <a:pt x="3473982" y="3446812"/>
                  </a:lnTo>
                  <a:lnTo>
                    <a:pt x="3431665" y="3372628"/>
                  </a:lnTo>
                  <a:lnTo>
                    <a:pt x="3389288" y="3296257"/>
                  </a:lnTo>
                  <a:lnTo>
                    <a:pt x="3346846" y="3218184"/>
                  </a:lnTo>
                  <a:lnTo>
                    <a:pt x="3304353" y="3138944"/>
                  </a:lnTo>
                  <a:lnTo>
                    <a:pt x="3261829" y="3059106"/>
                  </a:lnTo>
                  <a:lnTo>
                    <a:pt x="3219306" y="2979260"/>
                  </a:lnTo>
                  <a:lnTo>
                    <a:pt x="3176810" y="2899994"/>
                  </a:lnTo>
                  <a:lnTo>
                    <a:pt x="3134367" y="2821878"/>
                  </a:lnTo>
                  <a:lnTo>
                    <a:pt x="3091988" y="2745449"/>
                  </a:lnTo>
                  <a:lnTo>
                    <a:pt x="3049670" y="2671193"/>
                  </a:lnTo>
                  <a:lnTo>
                    <a:pt x="3007385" y="2599536"/>
                  </a:lnTo>
                  <a:lnTo>
                    <a:pt x="2965084" y="2530833"/>
                  </a:lnTo>
                  <a:lnTo>
                    <a:pt x="2922683" y="2465364"/>
                  </a:lnTo>
                  <a:lnTo>
                    <a:pt x="2880066" y="2403333"/>
                  </a:lnTo>
                  <a:lnTo>
                    <a:pt x="2837076" y="2344866"/>
                  </a:lnTo>
                  <a:lnTo>
                    <a:pt x="2793510" y="2290020"/>
                  </a:lnTo>
                  <a:lnTo>
                    <a:pt x="2749114" y="2238783"/>
                  </a:lnTo>
                  <a:lnTo>
                    <a:pt x="2703569" y="2191086"/>
                  </a:lnTo>
                  <a:lnTo>
                    <a:pt x="2702183" y="2189711"/>
                  </a:lnTo>
                  <a:lnTo>
                    <a:pt x="2651072" y="2142084"/>
                  </a:lnTo>
                  <a:lnTo>
                    <a:pt x="2597590" y="2098530"/>
                  </a:lnTo>
                  <a:lnTo>
                    <a:pt x="2541083" y="2058908"/>
                  </a:lnTo>
                  <a:lnTo>
                    <a:pt x="2480835" y="2022948"/>
                  </a:lnTo>
                  <a:lnTo>
                    <a:pt x="2416101" y="1990319"/>
                  </a:lnTo>
                  <a:lnTo>
                    <a:pt x="2346149" y="1960683"/>
                  </a:lnTo>
                  <a:lnTo>
                    <a:pt x="2270305" y="1933718"/>
                  </a:lnTo>
                  <a:lnTo>
                    <a:pt x="2188017" y="1909140"/>
                  </a:lnTo>
                  <a:lnTo>
                    <a:pt x="2098940" y="1886709"/>
                  </a:lnTo>
                  <a:lnTo>
                    <a:pt x="2003038" y="1866241"/>
                  </a:lnTo>
                  <a:lnTo>
                    <a:pt x="1900716" y="1847607"/>
                  </a:lnTo>
                  <a:lnTo>
                    <a:pt x="1792956" y="1830729"/>
                  </a:lnTo>
                  <a:lnTo>
                    <a:pt x="1681435" y="1815583"/>
                  </a:lnTo>
                  <a:lnTo>
                    <a:pt x="1568598" y="1802180"/>
                  </a:lnTo>
                  <a:lnTo>
                    <a:pt x="1457616" y="1790556"/>
                  </a:lnTo>
                  <a:lnTo>
                    <a:pt x="1352197" y="1780744"/>
                  </a:lnTo>
                  <a:lnTo>
                    <a:pt x="1256231" y="1772751"/>
                  </a:lnTo>
                  <a:lnTo>
                    <a:pt x="1173285" y="1766530"/>
                  </a:lnTo>
                  <a:lnTo>
                    <a:pt x="1106048" y="1761966"/>
                  </a:lnTo>
                  <a:lnTo>
                    <a:pt x="1055857" y="1758869"/>
                  </a:lnTo>
                  <a:lnTo>
                    <a:pt x="1022403" y="1756986"/>
                  </a:lnTo>
                  <a:lnTo>
                    <a:pt x="1003685" y="1756021"/>
                  </a:lnTo>
                  <a:lnTo>
                    <a:pt x="996159" y="1755665"/>
                  </a:lnTo>
                  <a:lnTo>
                    <a:pt x="994940" y="1755612"/>
                  </a:lnTo>
                  <a:lnTo>
                    <a:pt x="0" y="1755612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4" name="pl213"/>
            <p:cNvSpPr/>
            <p:nvPr/>
          </p:nvSpPr>
          <p:spPr>
            <a:xfrm>
              <a:off x="1199187" y="2059404"/>
              <a:ext cx="12049831" cy="4360207"/>
            </a:xfrm>
            <a:custGeom>
              <a:avLst/>
              <a:pathLst>
                <a:path w="12049831" h="4360207">
                  <a:moveTo>
                    <a:pt x="0" y="1755612"/>
                  </a:moveTo>
                  <a:lnTo>
                    <a:pt x="994940" y="1755612"/>
                  </a:lnTo>
                  <a:lnTo>
                    <a:pt x="996025" y="1755659"/>
                  </a:lnTo>
                  <a:lnTo>
                    <a:pt x="1003193" y="1755997"/>
                  </a:lnTo>
                  <a:lnTo>
                    <a:pt x="1021379" y="1756931"/>
                  </a:lnTo>
                  <a:lnTo>
                    <a:pt x="1054188" y="1758771"/>
                  </a:lnTo>
                  <a:lnTo>
                    <a:pt x="1103685" y="1761814"/>
                  </a:lnTo>
                  <a:lnTo>
                    <a:pt x="1170248" y="1766314"/>
                  </a:lnTo>
                  <a:lnTo>
                    <a:pt x="1252603" y="1772466"/>
                  </a:lnTo>
                  <a:lnTo>
                    <a:pt x="1348108" y="1780386"/>
                  </a:lnTo>
                  <a:lnTo>
                    <a:pt x="1453219" y="1790124"/>
                  </a:lnTo>
                  <a:lnTo>
                    <a:pt x="1564051" y="1801676"/>
                  </a:lnTo>
                  <a:lnTo>
                    <a:pt x="1676879" y="1815007"/>
                  </a:lnTo>
                  <a:lnTo>
                    <a:pt x="1788506" y="1830083"/>
                  </a:lnTo>
                  <a:lnTo>
                    <a:pt x="1896456" y="1846891"/>
                  </a:lnTo>
                  <a:lnTo>
                    <a:pt x="1999021" y="1865453"/>
                  </a:lnTo>
                  <a:lnTo>
                    <a:pt x="2095194" y="1885844"/>
                  </a:lnTo>
                  <a:lnTo>
                    <a:pt x="2184549" y="1908192"/>
                  </a:lnTo>
                  <a:lnTo>
                    <a:pt x="2267106" y="1932680"/>
                  </a:lnTo>
                  <a:lnTo>
                    <a:pt x="2343201" y="1959543"/>
                  </a:lnTo>
                  <a:lnTo>
                    <a:pt x="2413379" y="1989065"/>
                  </a:lnTo>
                  <a:lnTo>
                    <a:pt x="2478310" y="2021566"/>
                  </a:lnTo>
                  <a:lnTo>
                    <a:pt x="2538725" y="2057386"/>
                  </a:lnTo>
                  <a:lnTo>
                    <a:pt x="2595368" y="2096853"/>
                  </a:lnTo>
                  <a:lnTo>
                    <a:pt x="2648960" y="2140245"/>
                  </a:lnTo>
                  <a:lnTo>
                    <a:pt x="2700156" y="2187707"/>
                  </a:lnTo>
                  <a:lnTo>
                    <a:pt x="2702183" y="2189711"/>
                  </a:lnTo>
                  <a:lnTo>
                    <a:pt x="2747768" y="2237304"/>
                  </a:lnTo>
                  <a:lnTo>
                    <a:pt x="2792194" y="2288433"/>
                  </a:lnTo>
                  <a:lnTo>
                    <a:pt x="2835781" y="2343171"/>
                  </a:lnTo>
                  <a:lnTo>
                    <a:pt x="2878785" y="2401530"/>
                  </a:lnTo>
                  <a:lnTo>
                    <a:pt x="2921411" y="2463456"/>
                  </a:lnTo>
                  <a:lnTo>
                    <a:pt x="2963816" y="2528824"/>
                  </a:lnTo>
                  <a:lnTo>
                    <a:pt x="3006119" y="2597434"/>
                  </a:lnTo>
                  <a:lnTo>
                    <a:pt x="3048403" y="2669007"/>
                  </a:lnTo>
                  <a:lnTo>
                    <a:pt x="3090720" y="2743191"/>
                  </a:lnTo>
                  <a:lnTo>
                    <a:pt x="3133097" y="2819562"/>
                  </a:lnTo>
                  <a:lnTo>
                    <a:pt x="3175539" y="2897635"/>
                  </a:lnTo>
                  <a:lnTo>
                    <a:pt x="3218032" y="2976875"/>
                  </a:lnTo>
                  <a:lnTo>
                    <a:pt x="3260556" y="3056713"/>
                  </a:lnTo>
                  <a:lnTo>
                    <a:pt x="3303079" y="3136559"/>
                  </a:lnTo>
                  <a:lnTo>
                    <a:pt x="3345575" y="3215825"/>
                  </a:lnTo>
                  <a:lnTo>
                    <a:pt x="3388018" y="3293941"/>
                  </a:lnTo>
                  <a:lnTo>
                    <a:pt x="3430397" y="3370370"/>
                  </a:lnTo>
                  <a:lnTo>
                    <a:pt x="3472715" y="3444626"/>
                  </a:lnTo>
                  <a:lnTo>
                    <a:pt x="3515000" y="3516283"/>
                  </a:lnTo>
                  <a:lnTo>
                    <a:pt x="3557301" y="3584986"/>
                  </a:lnTo>
                  <a:lnTo>
                    <a:pt x="3599702" y="3650455"/>
                  </a:lnTo>
                  <a:lnTo>
                    <a:pt x="3642319" y="3712486"/>
                  </a:lnTo>
                  <a:lnTo>
                    <a:pt x="3685309" y="3770953"/>
                  </a:lnTo>
                  <a:lnTo>
                    <a:pt x="3728875" y="3825799"/>
                  </a:lnTo>
                  <a:lnTo>
                    <a:pt x="3773271" y="3877036"/>
                  </a:lnTo>
                  <a:lnTo>
                    <a:pt x="3818816" y="3924733"/>
                  </a:lnTo>
                  <a:lnTo>
                    <a:pt x="3820202" y="3926108"/>
                  </a:lnTo>
                  <a:lnTo>
                    <a:pt x="3871313" y="3973735"/>
                  </a:lnTo>
                  <a:lnTo>
                    <a:pt x="3924795" y="4017289"/>
                  </a:lnTo>
                  <a:lnTo>
                    <a:pt x="3981302" y="4056911"/>
                  </a:lnTo>
                  <a:lnTo>
                    <a:pt x="4041550" y="4092871"/>
                  </a:lnTo>
                  <a:lnTo>
                    <a:pt x="4106284" y="4125500"/>
                  </a:lnTo>
                  <a:lnTo>
                    <a:pt x="4176236" y="4155136"/>
                  </a:lnTo>
                  <a:lnTo>
                    <a:pt x="4252080" y="4182101"/>
                  </a:lnTo>
                  <a:lnTo>
                    <a:pt x="4334368" y="4206679"/>
                  </a:lnTo>
                  <a:lnTo>
                    <a:pt x="4423445" y="4229110"/>
                  </a:lnTo>
                  <a:lnTo>
                    <a:pt x="4519347" y="4249577"/>
                  </a:lnTo>
                  <a:lnTo>
                    <a:pt x="4621669" y="4268212"/>
                  </a:lnTo>
                  <a:lnTo>
                    <a:pt x="4729429" y="4285090"/>
                  </a:lnTo>
                  <a:lnTo>
                    <a:pt x="4840950" y="4300236"/>
                  </a:lnTo>
                  <a:lnTo>
                    <a:pt x="4953787" y="4313639"/>
                  </a:lnTo>
                  <a:lnTo>
                    <a:pt x="5064769" y="4325263"/>
                  </a:lnTo>
                  <a:lnTo>
                    <a:pt x="5170188" y="4335075"/>
                  </a:lnTo>
                  <a:lnTo>
                    <a:pt x="5266154" y="4343068"/>
                  </a:lnTo>
                  <a:lnTo>
                    <a:pt x="5349100" y="4349289"/>
                  </a:lnTo>
                  <a:lnTo>
                    <a:pt x="5416337" y="4353853"/>
                  </a:lnTo>
                  <a:lnTo>
                    <a:pt x="5466528" y="4356950"/>
                  </a:lnTo>
                  <a:lnTo>
                    <a:pt x="5499982" y="4358833"/>
                  </a:lnTo>
                  <a:lnTo>
                    <a:pt x="5518700" y="4359798"/>
                  </a:lnTo>
                  <a:lnTo>
                    <a:pt x="5526226" y="4360154"/>
                  </a:lnTo>
                  <a:lnTo>
                    <a:pt x="5527445" y="4360207"/>
                  </a:lnTo>
                  <a:lnTo>
                    <a:pt x="5527445" y="4360207"/>
                  </a:lnTo>
                  <a:lnTo>
                    <a:pt x="6522385" y="4360207"/>
                  </a:lnTo>
                  <a:lnTo>
                    <a:pt x="6523391" y="4360134"/>
                  </a:lnTo>
                  <a:lnTo>
                    <a:pt x="6530040" y="4359611"/>
                  </a:lnTo>
                  <a:lnTo>
                    <a:pt x="6546944" y="4358167"/>
                  </a:lnTo>
                  <a:lnTo>
                    <a:pt x="6577523" y="4355319"/>
                  </a:lnTo>
                  <a:lnTo>
                    <a:pt x="6623824" y="4350606"/>
                  </a:lnTo>
                  <a:lnTo>
                    <a:pt x="6686379" y="4343622"/>
                  </a:lnTo>
                  <a:lnTo>
                    <a:pt x="6764213" y="4334055"/>
                  </a:lnTo>
                  <a:lnTo>
                    <a:pt x="6855061" y="4321700"/>
                  </a:lnTo>
                  <a:lnTo>
                    <a:pt x="6955766" y="4306464"/>
                  </a:lnTo>
                  <a:lnTo>
                    <a:pt x="7062755" y="4288338"/>
                  </a:lnTo>
                  <a:lnTo>
                    <a:pt x="7172507" y="4267368"/>
                  </a:lnTo>
                  <a:lnTo>
                    <a:pt x="7281907" y="4243610"/>
                  </a:lnTo>
                  <a:lnTo>
                    <a:pt x="7388459" y="4217101"/>
                  </a:lnTo>
                  <a:lnTo>
                    <a:pt x="7490357" y="4187823"/>
                  </a:lnTo>
                  <a:lnTo>
                    <a:pt x="7586456" y="4155691"/>
                  </a:lnTo>
                  <a:lnTo>
                    <a:pt x="7676179" y="4120538"/>
                  </a:lnTo>
                  <a:lnTo>
                    <a:pt x="7759397" y="4082114"/>
                  </a:lnTo>
                  <a:lnTo>
                    <a:pt x="7836309" y="4040089"/>
                  </a:lnTo>
                  <a:lnTo>
                    <a:pt x="7907345" y="3994054"/>
                  </a:lnTo>
                  <a:lnTo>
                    <a:pt x="7973079" y="3943538"/>
                  </a:lnTo>
                  <a:lnTo>
                    <a:pt x="8034166" y="3888027"/>
                  </a:lnTo>
                  <a:lnTo>
                    <a:pt x="8091292" y="3826994"/>
                  </a:lnTo>
                  <a:lnTo>
                    <a:pt x="8145140" y="3759955"/>
                  </a:lnTo>
                  <a:lnTo>
                    <a:pt x="8196357" y="3686550"/>
                  </a:lnTo>
                  <a:lnTo>
                    <a:pt x="8229629" y="3633506"/>
                  </a:lnTo>
                  <a:lnTo>
                    <a:pt x="8266848" y="3569070"/>
                  </a:lnTo>
                  <a:lnTo>
                    <a:pt x="8303255" y="3500728"/>
                  </a:lnTo>
                  <a:lnTo>
                    <a:pt x="8339034" y="3428400"/>
                  </a:lnTo>
                  <a:lnTo>
                    <a:pt x="8374337" y="3352050"/>
                  </a:lnTo>
                  <a:lnTo>
                    <a:pt x="8409293" y="3271687"/>
                  </a:lnTo>
                  <a:lnTo>
                    <a:pt x="8444007" y="3187369"/>
                  </a:lnTo>
                  <a:lnTo>
                    <a:pt x="8478565" y="3099207"/>
                  </a:lnTo>
                  <a:lnTo>
                    <a:pt x="8513035" y="3007369"/>
                  </a:lnTo>
                  <a:lnTo>
                    <a:pt x="8547469" y="2912078"/>
                  </a:lnTo>
                  <a:lnTo>
                    <a:pt x="8581905" y="2813615"/>
                  </a:lnTo>
                  <a:lnTo>
                    <a:pt x="8616366" y="2712315"/>
                  </a:lnTo>
                  <a:lnTo>
                    <a:pt x="8650867" y="2608563"/>
                  </a:lnTo>
                  <a:lnTo>
                    <a:pt x="8685412" y="2502792"/>
                  </a:lnTo>
                  <a:lnTo>
                    <a:pt x="8719995" y="2395473"/>
                  </a:lnTo>
                  <a:lnTo>
                    <a:pt x="8754609" y="2287106"/>
                  </a:lnTo>
                  <a:lnTo>
                    <a:pt x="8789238" y="2178216"/>
                  </a:lnTo>
                  <a:lnTo>
                    <a:pt x="8823867" y="2069335"/>
                  </a:lnTo>
                  <a:lnTo>
                    <a:pt x="8858480" y="1960996"/>
                  </a:lnTo>
                  <a:lnTo>
                    <a:pt x="8893062" y="1853722"/>
                  </a:lnTo>
                  <a:lnTo>
                    <a:pt x="8927605" y="1748013"/>
                  </a:lnTo>
                  <a:lnTo>
                    <a:pt x="8962105" y="1644340"/>
                  </a:lnTo>
                  <a:lnTo>
                    <a:pt x="8996565" y="1543131"/>
                  </a:lnTo>
                  <a:lnTo>
                    <a:pt x="9031000" y="1444773"/>
                  </a:lnTo>
                  <a:lnTo>
                    <a:pt x="9065434" y="1349597"/>
                  </a:lnTo>
                  <a:lnTo>
                    <a:pt x="9099906" y="1257883"/>
                  </a:lnTo>
                  <a:lnTo>
                    <a:pt x="9134469" y="1169852"/>
                  </a:lnTo>
                  <a:lnTo>
                    <a:pt x="9169190" y="1085669"/>
                  </a:lnTo>
                  <a:lnTo>
                    <a:pt x="9204156" y="1005444"/>
                  </a:lnTo>
                  <a:lnTo>
                    <a:pt x="9239473" y="929234"/>
                  </a:lnTo>
                  <a:lnTo>
                    <a:pt x="9275271" y="857046"/>
                  </a:lnTo>
                  <a:lnTo>
                    <a:pt x="9311703" y="788840"/>
                  </a:lnTo>
                  <a:lnTo>
                    <a:pt x="9347647" y="726701"/>
                  </a:lnTo>
                  <a:lnTo>
                    <a:pt x="9397422" y="648930"/>
                  </a:lnTo>
                  <a:lnTo>
                    <a:pt x="9449432" y="577635"/>
                  </a:lnTo>
                  <a:lnTo>
                    <a:pt x="9504279" y="512608"/>
                  </a:lnTo>
                  <a:lnTo>
                    <a:pt x="9562624" y="453438"/>
                  </a:lnTo>
                  <a:lnTo>
                    <a:pt x="9625156" y="399619"/>
                  </a:lnTo>
                  <a:lnTo>
                    <a:pt x="9692556" y="350624"/>
                  </a:lnTo>
                  <a:lnTo>
                    <a:pt x="9765457" y="305950"/>
                  </a:lnTo>
                  <a:lnTo>
                    <a:pt x="9844393" y="265144"/>
                  </a:lnTo>
                  <a:lnTo>
                    <a:pt x="9929730" y="227823"/>
                  </a:lnTo>
                  <a:lnTo>
                    <a:pt x="10021573" y="193682"/>
                  </a:lnTo>
                  <a:lnTo>
                    <a:pt x="10119658" y="162497"/>
                  </a:lnTo>
                  <a:lnTo>
                    <a:pt x="10223235" y="134131"/>
                  </a:lnTo>
                  <a:lnTo>
                    <a:pt x="10330951" y="108521"/>
                  </a:lnTo>
                  <a:lnTo>
                    <a:pt x="10440774" y="85670"/>
                  </a:lnTo>
                  <a:lnTo>
                    <a:pt x="10549990" y="65623"/>
                  </a:lnTo>
                  <a:lnTo>
                    <a:pt x="10655322" y="48439"/>
                  </a:lnTo>
                  <a:lnTo>
                    <a:pt x="10753186" y="34150"/>
                  </a:lnTo>
                  <a:lnTo>
                    <a:pt x="10840091" y="22723"/>
                  </a:lnTo>
                  <a:lnTo>
                    <a:pt x="10913119" y="14028"/>
                  </a:lnTo>
                  <a:lnTo>
                    <a:pt x="10970393" y="7827"/>
                  </a:lnTo>
                  <a:lnTo>
                    <a:pt x="11011417" y="3772"/>
                  </a:lnTo>
                  <a:lnTo>
                    <a:pt x="11037227" y="1436"/>
                  </a:lnTo>
                  <a:lnTo>
                    <a:pt x="11050339" y="347"/>
                  </a:lnTo>
                  <a:lnTo>
                    <a:pt x="11054580" y="2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" name="pl214"/>
            <p:cNvSpPr/>
            <p:nvPr/>
          </p:nvSpPr>
          <p:spPr>
            <a:xfrm>
              <a:off x="1199187" y="2054164"/>
              <a:ext cx="12049831" cy="4360207"/>
            </a:xfrm>
            <a:custGeom>
              <a:avLst/>
              <a:pathLst>
                <a:path w="12049831" h="4360207">
                  <a:moveTo>
                    <a:pt x="12049831" y="0"/>
                  </a:moveTo>
                  <a:lnTo>
                    <a:pt x="11054891" y="0"/>
                  </a:lnTo>
                  <a:lnTo>
                    <a:pt x="11053886" y="73"/>
                  </a:lnTo>
                  <a:lnTo>
                    <a:pt x="11047237" y="596"/>
                  </a:lnTo>
                  <a:lnTo>
                    <a:pt x="11030332" y="2040"/>
                  </a:lnTo>
                  <a:lnTo>
                    <a:pt x="10999753" y="4887"/>
                  </a:lnTo>
                  <a:lnTo>
                    <a:pt x="10953452" y="9600"/>
                  </a:lnTo>
                  <a:lnTo>
                    <a:pt x="10890898" y="16584"/>
                  </a:lnTo>
                  <a:lnTo>
                    <a:pt x="10813064" y="26152"/>
                  </a:lnTo>
                  <a:lnTo>
                    <a:pt x="10722215" y="38506"/>
                  </a:lnTo>
                  <a:lnTo>
                    <a:pt x="10621510" y="53743"/>
                  </a:lnTo>
                  <a:lnTo>
                    <a:pt x="10514521" y="71869"/>
                  </a:lnTo>
                  <a:lnTo>
                    <a:pt x="10404769" y="92839"/>
                  </a:lnTo>
                  <a:lnTo>
                    <a:pt x="10295369" y="116596"/>
                  </a:lnTo>
                  <a:lnTo>
                    <a:pt x="10188818" y="143106"/>
                  </a:lnTo>
                  <a:lnTo>
                    <a:pt x="10086920" y="172383"/>
                  </a:lnTo>
                  <a:lnTo>
                    <a:pt x="9990820" y="204516"/>
                  </a:lnTo>
                  <a:lnTo>
                    <a:pt x="9901097" y="239669"/>
                  </a:lnTo>
                  <a:lnTo>
                    <a:pt x="9817880" y="278092"/>
                  </a:lnTo>
                  <a:lnTo>
                    <a:pt x="9740968" y="320118"/>
                  </a:lnTo>
                  <a:lnTo>
                    <a:pt x="9669931" y="366153"/>
                  </a:lnTo>
                  <a:lnTo>
                    <a:pt x="9604197" y="416668"/>
                  </a:lnTo>
                  <a:lnTo>
                    <a:pt x="9543111" y="472179"/>
                  </a:lnTo>
                  <a:lnTo>
                    <a:pt x="9485985" y="533212"/>
                  </a:lnTo>
                  <a:lnTo>
                    <a:pt x="9432136" y="600252"/>
                  </a:lnTo>
                  <a:lnTo>
                    <a:pt x="9380920" y="673656"/>
                  </a:lnTo>
                  <a:lnTo>
                    <a:pt x="9347647" y="726701"/>
                  </a:lnTo>
                  <a:lnTo>
                    <a:pt x="9310429" y="791137"/>
                  </a:lnTo>
                  <a:lnTo>
                    <a:pt x="9274021" y="859479"/>
                  </a:lnTo>
                  <a:lnTo>
                    <a:pt x="9238243" y="931806"/>
                  </a:lnTo>
                  <a:lnTo>
                    <a:pt x="9202939" y="1008156"/>
                  </a:lnTo>
                  <a:lnTo>
                    <a:pt x="9167983" y="1088519"/>
                  </a:lnTo>
                  <a:lnTo>
                    <a:pt x="9133269" y="1172838"/>
                  </a:lnTo>
                  <a:lnTo>
                    <a:pt x="9098711" y="1261000"/>
                  </a:lnTo>
                  <a:lnTo>
                    <a:pt x="9064241" y="1352838"/>
                  </a:lnTo>
                  <a:lnTo>
                    <a:pt x="9029807" y="1448128"/>
                  </a:lnTo>
                  <a:lnTo>
                    <a:pt x="8995372" y="1546591"/>
                  </a:lnTo>
                  <a:lnTo>
                    <a:pt x="8960910" y="1647892"/>
                  </a:lnTo>
                  <a:lnTo>
                    <a:pt x="8926409" y="1751643"/>
                  </a:lnTo>
                  <a:lnTo>
                    <a:pt x="8891865" y="1857415"/>
                  </a:lnTo>
                  <a:lnTo>
                    <a:pt x="8857281" y="1964734"/>
                  </a:lnTo>
                  <a:lnTo>
                    <a:pt x="8822668" y="2073100"/>
                  </a:lnTo>
                  <a:lnTo>
                    <a:pt x="8788038" y="2181991"/>
                  </a:lnTo>
                  <a:lnTo>
                    <a:pt x="8753410" y="2290872"/>
                  </a:lnTo>
                  <a:lnTo>
                    <a:pt x="8718797" y="2399210"/>
                  </a:lnTo>
                  <a:lnTo>
                    <a:pt x="8684214" y="2506484"/>
                  </a:lnTo>
                  <a:lnTo>
                    <a:pt x="8649671" y="2612193"/>
                  </a:lnTo>
                  <a:lnTo>
                    <a:pt x="8615172" y="2715867"/>
                  </a:lnTo>
                  <a:lnTo>
                    <a:pt x="8580712" y="2817075"/>
                  </a:lnTo>
                  <a:lnTo>
                    <a:pt x="8546277" y="2915434"/>
                  </a:lnTo>
                  <a:lnTo>
                    <a:pt x="8511842" y="3010609"/>
                  </a:lnTo>
                  <a:lnTo>
                    <a:pt x="8477370" y="3102323"/>
                  </a:lnTo>
                  <a:lnTo>
                    <a:pt x="8442808" y="3190355"/>
                  </a:lnTo>
                  <a:lnTo>
                    <a:pt x="8408087" y="3274537"/>
                  </a:lnTo>
                  <a:lnTo>
                    <a:pt x="8373121" y="3354762"/>
                  </a:lnTo>
                  <a:lnTo>
                    <a:pt x="8337803" y="3430973"/>
                  </a:lnTo>
                  <a:lnTo>
                    <a:pt x="8302006" y="3503161"/>
                  </a:lnTo>
                  <a:lnTo>
                    <a:pt x="8265574" y="3571367"/>
                  </a:lnTo>
                  <a:lnTo>
                    <a:pt x="8229629" y="3633506"/>
                  </a:lnTo>
                  <a:lnTo>
                    <a:pt x="8179855" y="3711277"/>
                  </a:lnTo>
                  <a:lnTo>
                    <a:pt x="8127845" y="3782572"/>
                  </a:lnTo>
                  <a:lnTo>
                    <a:pt x="8072998" y="3847599"/>
                  </a:lnTo>
                  <a:lnTo>
                    <a:pt x="8014652" y="3906769"/>
                  </a:lnTo>
                  <a:lnTo>
                    <a:pt x="7952120" y="3960588"/>
                  </a:lnTo>
                  <a:lnTo>
                    <a:pt x="7884721" y="4009582"/>
                  </a:lnTo>
                  <a:lnTo>
                    <a:pt x="7811820" y="4054257"/>
                  </a:lnTo>
                  <a:lnTo>
                    <a:pt x="7732883" y="4095062"/>
                  </a:lnTo>
                  <a:lnTo>
                    <a:pt x="7647546" y="4132384"/>
                  </a:lnTo>
                  <a:lnTo>
                    <a:pt x="7555703" y="4166525"/>
                  </a:lnTo>
                  <a:lnTo>
                    <a:pt x="7457618" y="4197709"/>
                  </a:lnTo>
                  <a:lnTo>
                    <a:pt x="7354041" y="4226076"/>
                  </a:lnTo>
                  <a:lnTo>
                    <a:pt x="7246325" y="4251686"/>
                  </a:lnTo>
                  <a:lnTo>
                    <a:pt x="7136503" y="4274537"/>
                  </a:lnTo>
                  <a:lnTo>
                    <a:pt x="7027286" y="4294583"/>
                  </a:lnTo>
                  <a:lnTo>
                    <a:pt x="6921954" y="4311767"/>
                  </a:lnTo>
                  <a:lnTo>
                    <a:pt x="6824091" y="4326056"/>
                  </a:lnTo>
                  <a:lnTo>
                    <a:pt x="6737186" y="4337484"/>
                  </a:lnTo>
                  <a:lnTo>
                    <a:pt x="6664157" y="4346178"/>
                  </a:lnTo>
                  <a:lnTo>
                    <a:pt x="6606884" y="4352380"/>
                  </a:lnTo>
                  <a:lnTo>
                    <a:pt x="6565860" y="4356434"/>
                  </a:lnTo>
                  <a:lnTo>
                    <a:pt x="6540050" y="4358770"/>
                  </a:lnTo>
                  <a:lnTo>
                    <a:pt x="6526938" y="4359860"/>
                  </a:lnTo>
                  <a:lnTo>
                    <a:pt x="6522697" y="4360185"/>
                  </a:lnTo>
                  <a:lnTo>
                    <a:pt x="6522385" y="4360207"/>
                  </a:lnTo>
                  <a:lnTo>
                    <a:pt x="5527445" y="4360207"/>
                  </a:lnTo>
                  <a:lnTo>
                    <a:pt x="5526360" y="4360160"/>
                  </a:lnTo>
                  <a:lnTo>
                    <a:pt x="5519192" y="4359822"/>
                  </a:lnTo>
                  <a:lnTo>
                    <a:pt x="5501006" y="4358888"/>
                  </a:lnTo>
                  <a:lnTo>
                    <a:pt x="5468197" y="4357048"/>
                  </a:lnTo>
                  <a:lnTo>
                    <a:pt x="5418700" y="4354005"/>
                  </a:lnTo>
                  <a:lnTo>
                    <a:pt x="5352137" y="4349505"/>
                  </a:lnTo>
                  <a:lnTo>
                    <a:pt x="5269782" y="4343353"/>
                  </a:lnTo>
                  <a:lnTo>
                    <a:pt x="5174277" y="4335433"/>
                  </a:lnTo>
                  <a:lnTo>
                    <a:pt x="5069166" y="4325695"/>
                  </a:lnTo>
                  <a:lnTo>
                    <a:pt x="4958334" y="4314143"/>
                  </a:lnTo>
                  <a:lnTo>
                    <a:pt x="4845506" y="4300812"/>
                  </a:lnTo>
                  <a:lnTo>
                    <a:pt x="4733879" y="4285736"/>
                  </a:lnTo>
                  <a:lnTo>
                    <a:pt x="4625929" y="4268928"/>
                  </a:lnTo>
                  <a:lnTo>
                    <a:pt x="4523364" y="4250366"/>
                  </a:lnTo>
                  <a:lnTo>
                    <a:pt x="4427191" y="4229975"/>
                  </a:lnTo>
                  <a:lnTo>
                    <a:pt x="4337836" y="4207627"/>
                  </a:lnTo>
                  <a:lnTo>
                    <a:pt x="4255279" y="4183139"/>
                  </a:lnTo>
                  <a:lnTo>
                    <a:pt x="4179184" y="4156276"/>
                  </a:lnTo>
                  <a:lnTo>
                    <a:pt x="4109006" y="4126754"/>
                  </a:lnTo>
                  <a:lnTo>
                    <a:pt x="4044075" y="4094253"/>
                  </a:lnTo>
                  <a:lnTo>
                    <a:pt x="3983660" y="4058433"/>
                  </a:lnTo>
                  <a:lnTo>
                    <a:pt x="3927017" y="4018966"/>
                  </a:lnTo>
                  <a:lnTo>
                    <a:pt x="3873425" y="3975574"/>
                  </a:lnTo>
                  <a:lnTo>
                    <a:pt x="3822229" y="3928112"/>
                  </a:lnTo>
                  <a:lnTo>
                    <a:pt x="3820202" y="3926108"/>
                  </a:lnTo>
                  <a:lnTo>
                    <a:pt x="3774617" y="3878515"/>
                  </a:lnTo>
                  <a:lnTo>
                    <a:pt x="3730191" y="3827386"/>
                  </a:lnTo>
                  <a:lnTo>
                    <a:pt x="3686604" y="3772648"/>
                  </a:lnTo>
                  <a:lnTo>
                    <a:pt x="3643600" y="3714289"/>
                  </a:lnTo>
                  <a:lnTo>
                    <a:pt x="3600974" y="3652363"/>
                  </a:lnTo>
                  <a:lnTo>
                    <a:pt x="3558569" y="3586995"/>
                  </a:lnTo>
                  <a:lnTo>
                    <a:pt x="3516266" y="3518385"/>
                  </a:lnTo>
                  <a:lnTo>
                    <a:pt x="3473982" y="3446812"/>
                  </a:lnTo>
                  <a:lnTo>
                    <a:pt x="3431665" y="3372628"/>
                  </a:lnTo>
                  <a:lnTo>
                    <a:pt x="3389288" y="3296257"/>
                  </a:lnTo>
                  <a:lnTo>
                    <a:pt x="3346846" y="3218184"/>
                  </a:lnTo>
                  <a:lnTo>
                    <a:pt x="3304353" y="3138944"/>
                  </a:lnTo>
                  <a:lnTo>
                    <a:pt x="3261829" y="3059106"/>
                  </a:lnTo>
                  <a:lnTo>
                    <a:pt x="3219306" y="2979260"/>
                  </a:lnTo>
                  <a:lnTo>
                    <a:pt x="3176810" y="2899994"/>
                  </a:lnTo>
                  <a:lnTo>
                    <a:pt x="3134367" y="2821878"/>
                  </a:lnTo>
                  <a:lnTo>
                    <a:pt x="3091988" y="2745449"/>
                  </a:lnTo>
                  <a:lnTo>
                    <a:pt x="3049670" y="2671193"/>
                  </a:lnTo>
                  <a:lnTo>
                    <a:pt x="3007385" y="2599536"/>
                  </a:lnTo>
                  <a:lnTo>
                    <a:pt x="2965084" y="2530833"/>
                  </a:lnTo>
                  <a:lnTo>
                    <a:pt x="2922683" y="2465364"/>
                  </a:lnTo>
                  <a:lnTo>
                    <a:pt x="2880066" y="2403333"/>
                  </a:lnTo>
                  <a:lnTo>
                    <a:pt x="2837076" y="2344866"/>
                  </a:lnTo>
                  <a:lnTo>
                    <a:pt x="2793510" y="2290020"/>
                  </a:lnTo>
                  <a:lnTo>
                    <a:pt x="2749114" y="2238783"/>
                  </a:lnTo>
                  <a:lnTo>
                    <a:pt x="2703569" y="2191086"/>
                  </a:lnTo>
                  <a:lnTo>
                    <a:pt x="2702183" y="2189711"/>
                  </a:lnTo>
                  <a:lnTo>
                    <a:pt x="2651072" y="2142084"/>
                  </a:lnTo>
                  <a:lnTo>
                    <a:pt x="2597590" y="2098530"/>
                  </a:lnTo>
                  <a:lnTo>
                    <a:pt x="2541083" y="2058908"/>
                  </a:lnTo>
                  <a:lnTo>
                    <a:pt x="2480835" y="2022948"/>
                  </a:lnTo>
                  <a:lnTo>
                    <a:pt x="2416101" y="1990319"/>
                  </a:lnTo>
                  <a:lnTo>
                    <a:pt x="2346149" y="1960683"/>
                  </a:lnTo>
                  <a:lnTo>
                    <a:pt x="2270305" y="1933718"/>
                  </a:lnTo>
                  <a:lnTo>
                    <a:pt x="2188017" y="1909140"/>
                  </a:lnTo>
                  <a:lnTo>
                    <a:pt x="2098940" y="1886709"/>
                  </a:lnTo>
                  <a:lnTo>
                    <a:pt x="2003038" y="1866241"/>
                  </a:lnTo>
                  <a:lnTo>
                    <a:pt x="1900716" y="1847607"/>
                  </a:lnTo>
                  <a:lnTo>
                    <a:pt x="1792956" y="1830729"/>
                  </a:lnTo>
                  <a:lnTo>
                    <a:pt x="1681435" y="1815583"/>
                  </a:lnTo>
                  <a:lnTo>
                    <a:pt x="1568598" y="1802180"/>
                  </a:lnTo>
                  <a:lnTo>
                    <a:pt x="1457616" y="1790556"/>
                  </a:lnTo>
                  <a:lnTo>
                    <a:pt x="1352197" y="1780744"/>
                  </a:lnTo>
                  <a:lnTo>
                    <a:pt x="1256231" y="1772751"/>
                  </a:lnTo>
                  <a:lnTo>
                    <a:pt x="1173285" y="1766530"/>
                  </a:lnTo>
                  <a:lnTo>
                    <a:pt x="1106048" y="1761966"/>
                  </a:lnTo>
                  <a:lnTo>
                    <a:pt x="1055857" y="1758869"/>
                  </a:lnTo>
                  <a:lnTo>
                    <a:pt x="1022403" y="1756986"/>
                  </a:lnTo>
                  <a:lnTo>
                    <a:pt x="1003685" y="1756021"/>
                  </a:lnTo>
                  <a:lnTo>
                    <a:pt x="996159" y="1755665"/>
                  </a:lnTo>
                  <a:lnTo>
                    <a:pt x="994940" y="1755612"/>
                  </a:lnTo>
                  <a:lnTo>
                    <a:pt x="994940" y="1755612"/>
                  </a:lnTo>
                  <a:lnTo>
                    <a:pt x="0" y="1755612"/>
                  </a:lnTo>
                  <a:lnTo>
                    <a:pt x="0" y="17556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" name="pg215"/>
            <p:cNvSpPr/>
            <p:nvPr/>
          </p:nvSpPr>
          <p:spPr>
            <a:xfrm>
              <a:off x="1199187" y="3720685"/>
              <a:ext cx="12049831" cy="2709407"/>
            </a:xfrm>
            <a:custGeom>
              <a:avLst/>
              <a:pathLst>
                <a:path w="12049831" h="2709407">
                  <a:moveTo>
                    <a:pt x="0" y="99572"/>
                  </a:moveTo>
                  <a:lnTo>
                    <a:pt x="994940" y="99572"/>
                  </a:lnTo>
                  <a:lnTo>
                    <a:pt x="996025" y="99619"/>
                  </a:lnTo>
                  <a:lnTo>
                    <a:pt x="1003191" y="99958"/>
                  </a:lnTo>
                  <a:lnTo>
                    <a:pt x="1021374" y="100893"/>
                  </a:lnTo>
                  <a:lnTo>
                    <a:pt x="1054178" y="102736"/>
                  </a:lnTo>
                  <a:lnTo>
                    <a:pt x="1103667" y="105785"/>
                  </a:lnTo>
                  <a:lnTo>
                    <a:pt x="1170220" y="110294"/>
                  </a:lnTo>
                  <a:lnTo>
                    <a:pt x="1252565" y="116456"/>
                  </a:lnTo>
                  <a:lnTo>
                    <a:pt x="1348058" y="124391"/>
                  </a:lnTo>
                  <a:lnTo>
                    <a:pt x="1453159" y="134147"/>
                  </a:lnTo>
                  <a:lnTo>
                    <a:pt x="1563983" y="145720"/>
                  </a:lnTo>
                  <a:lnTo>
                    <a:pt x="1676803" y="159077"/>
                  </a:lnTo>
                  <a:lnTo>
                    <a:pt x="1788425" y="174181"/>
                  </a:lnTo>
                  <a:lnTo>
                    <a:pt x="1896372" y="191020"/>
                  </a:lnTo>
                  <a:lnTo>
                    <a:pt x="1998936" y="209617"/>
                  </a:lnTo>
                  <a:lnTo>
                    <a:pt x="2095109" y="230047"/>
                  </a:lnTo>
                  <a:lnTo>
                    <a:pt x="2184465" y="252436"/>
                  </a:lnTo>
                  <a:lnTo>
                    <a:pt x="2267023" y="276969"/>
                  </a:lnTo>
                  <a:lnTo>
                    <a:pt x="2343120" y="303882"/>
                  </a:lnTo>
                  <a:lnTo>
                    <a:pt x="2413301" y="333459"/>
                  </a:lnTo>
                  <a:lnTo>
                    <a:pt x="2478233" y="366019"/>
                  </a:lnTo>
                  <a:lnTo>
                    <a:pt x="2538650" y="401904"/>
                  </a:lnTo>
                  <a:lnTo>
                    <a:pt x="2595294" y="441444"/>
                  </a:lnTo>
                  <a:lnTo>
                    <a:pt x="2648886" y="484914"/>
                  </a:lnTo>
                  <a:lnTo>
                    <a:pt x="2700082" y="532463"/>
                  </a:lnTo>
                  <a:lnTo>
                    <a:pt x="2702183" y="534544"/>
                  </a:lnTo>
                  <a:lnTo>
                    <a:pt x="2747736" y="582197"/>
                  </a:lnTo>
                  <a:lnTo>
                    <a:pt x="2792132" y="633390"/>
                  </a:lnTo>
                  <a:lnTo>
                    <a:pt x="2835689" y="688192"/>
                  </a:lnTo>
                  <a:lnTo>
                    <a:pt x="2878664" y="746618"/>
                  </a:lnTo>
                  <a:lnTo>
                    <a:pt x="2921260" y="808613"/>
                  </a:lnTo>
                  <a:lnTo>
                    <a:pt x="2963636" y="874053"/>
                  </a:lnTo>
                  <a:lnTo>
                    <a:pt x="3005909" y="942738"/>
                  </a:lnTo>
                  <a:lnTo>
                    <a:pt x="3048163" y="1014389"/>
                  </a:lnTo>
                  <a:lnTo>
                    <a:pt x="3090450" y="1088655"/>
                  </a:lnTo>
                  <a:lnTo>
                    <a:pt x="3132796" y="1165112"/>
                  </a:lnTo>
                  <a:lnTo>
                    <a:pt x="3175207" y="1243276"/>
                  </a:lnTo>
                  <a:lnTo>
                    <a:pt x="3217670" y="1322612"/>
                  </a:lnTo>
                  <a:lnTo>
                    <a:pt x="3260163" y="1402550"/>
                  </a:lnTo>
                  <a:lnTo>
                    <a:pt x="3302656" y="1482503"/>
                  </a:lnTo>
                  <a:lnTo>
                    <a:pt x="3345122" y="1561881"/>
                  </a:lnTo>
                  <a:lnTo>
                    <a:pt x="3387535" y="1640115"/>
                  </a:lnTo>
                  <a:lnTo>
                    <a:pt x="3429885" y="1716666"/>
                  </a:lnTo>
                  <a:lnTo>
                    <a:pt x="3472174" y="1791048"/>
                  </a:lnTo>
                  <a:lnTo>
                    <a:pt x="3514429" y="1862835"/>
                  </a:lnTo>
                  <a:lnTo>
                    <a:pt x="3556699" y="1931670"/>
                  </a:lnTo>
                  <a:lnTo>
                    <a:pt x="3599067" y="1997273"/>
                  </a:lnTo>
                  <a:lnTo>
                    <a:pt x="3641650" y="2059439"/>
                  </a:lnTo>
                  <a:lnTo>
                    <a:pt x="3684602" y="2118039"/>
                  </a:lnTo>
                  <a:lnTo>
                    <a:pt x="3728125" y="2173017"/>
                  </a:lnTo>
                  <a:lnTo>
                    <a:pt x="3772474" y="2224383"/>
                  </a:lnTo>
                  <a:lnTo>
                    <a:pt x="3817962" y="2272206"/>
                  </a:lnTo>
                  <a:lnTo>
                    <a:pt x="3820202" y="2274435"/>
                  </a:lnTo>
                  <a:lnTo>
                    <a:pt x="3871310" y="2322154"/>
                  </a:lnTo>
                  <a:lnTo>
                    <a:pt x="3924789" y="2365794"/>
                  </a:lnTo>
                  <a:lnTo>
                    <a:pt x="3981291" y="2405494"/>
                  </a:lnTo>
                  <a:lnTo>
                    <a:pt x="4041534" y="2441525"/>
                  </a:lnTo>
                  <a:lnTo>
                    <a:pt x="4106263" y="2474218"/>
                  </a:lnTo>
                  <a:lnTo>
                    <a:pt x="4176209" y="2503913"/>
                  </a:lnTo>
                  <a:lnTo>
                    <a:pt x="4252046" y="2530932"/>
                  </a:lnTo>
                  <a:lnTo>
                    <a:pt x="4334326" y="2555559"/>
                  </a:lnTo>
                  <a:lnTo>
                    <a:pt x="4423394" y="2578035"/>
                  </a:lnTo>
                  <a:lnTo>
                    <a:pt x="4519286" y="2598543"/>
                  </a:lnTo>
                  <a:lnTo>
                    <a:pt x="4621598" y="2617215"/>
                  </a:lnTo>
                  <a:lnTo>
                    <a:pt x="4729349" y="2634127"/>
                  </a:lnTo>
                  <a:lnTo>
                    <a:pt x="4840860" y="2649304"/>
                  </a:lnTo>
                  <a:lnTo>
                    <a:pt x="4953691" y="2662735"/>
                  </a:lnTo>
                  <a:lnTo>
                    <a:pt x="5064670" y="2674383"/>
                  </a:lnTo>
                  <a:lnTo>
                    <a:pt x="5170089" y="2684216"/>
                  </a:lnTo>
                  <a:lnTo>
                    <a:pt x="5266060" y="2692226"/>
                  </a:lnTo>
                  <a:lnTo>
                    <a:pt x="5349017" y="2698461"/>
                  </a:lnTo>
                  <a:lnTo>
                    <a:pt x="5416268" y="2703036"/>
                  </a:lnTo>
                  <a:lnTo>
                    <a:pt x="5466477" y="2706141"/>
                  </a:lnTo>
                  <a:lnTo>
                    <a:pt x="5499949" y="2708029"/>
                  </a:lnTo>
                  <a:lnTo>
                    <a:pt x="5518683" y="2708996"/>
                  </a:lnTo>
                  <a:lnTo>
                    <a:pt x="5526221" y="2709354"/>
                  </a:lnTo>
                  <a:lnTo>
                    <a:pt x="5527445" y="2709407"/>
                  </a:lnTo>
                  <a:lnTo>
                    <a:pt x="6522385" y="2709407"/>
                  </a:lnTo>
                  <a:lnTo>
                    <a:pt x="6523467" y="2709358"/>
                  </a:lnTo>
                  <a:lnTo>
                    <a:pt x="6530610" y="2709009"/>
                  </a:lnTo>
                  <a:lnTo>
                    <a:pt x="6548736" y="2708043"/>
                  </a:lnTo>
                  <a:lnTo>
                    <a:pt x="6581441" y="2706139"/>
                  </a:lnTo>
                  <a:lnTo>
                    <a:pt x="6630788" y="2702991"/>
                  </a:lnTo>
                  <a:lnTo>
                    <a:pt x="6697164" y="2698335"/>
                  </a:lnTo>
                  <a:lnTo>
                    <a:pt x="6779311" y="2691970"/>
                  </a:lnTo>
                  <a:lnTo>
                    <a:pt x="6874602" y="2683773"/>
                  </a:lnTo>
                  <a:lnTo>
                    <a:pt x="6979512" y="2673693"/>
                  </a:lnTo>
                  <a:lnTo>
                    <a:pt x="7090171" y="2661735"/>
                  </a:lnTo>
                  <a:lnTo>
                    <a:pt x="7202863" y="2647933"/>
                  </a:lnTo>
                  <a:lnTo>
                    <a:pt x="7314392" y="2632323"/>
                  </a:lnTo>
                  <a:lnTo>
                    <a:pt x="7422284" y="2614920"/>
                  </a:lnTo>
                  <a:lnTo>
                    <a:pt x="7524823" y="2595700"/>
                  </a:lnTo>
                  <a:lnTo>
                    <a:pt x="7620997" y="2574588"/>
                  </a:lnTo>
                  <a:lnTo>
                    <a:pt x="7710372" y="2551452"/>
                  </a:lnTo>
                  <a:lnTo>
                    <a:pt x="7792961" y="2526103"/>
                  </a:lnTo>
                  <a:lnTo>
                    <a:pt x="7869095" y="2498300"/>
                  </a:lnTo>
                  <a:lnTo>
                    <a:pt x="7939312" y="2467749"/>
                  </a:lnTo>
                  <a:lnTo>
                    <a:pt x="8004279" y="2434120"/>
                  </a:lnTo>
                  <a:lnTo>
                    <a:pt x="8064723" y="2397063"/>
                  </a:lnTo>
                  <a:lnTo>
                    <a:pt x="8121386" y="2356234"/>
                  </a:lnTo>
                  <a:lnTo>
                    <a:pt x="8174986" y="2311348"/>
                  </a:lnTo>
                  <a:lnTo>
                    <a:pt x="8226180" y="2262247"/>
                  </a:lnTo>
                  <a:lnTo>
                    <a:pt x="8229629" y="2258713"/>
                  </a:lnTo>
                  <a:lnTo>
                    <a:pt x="8274615" y="2209983"/>
                  </a:lnTo>
                  <a:lnTo>
                    <a:pt x="8318469" y="2157679"/>
                  </a:lnTo>
                  <a:lnTo>
                    <a:pt x="8361498" y="2101728"/>
                  </a:lnTo>
                  <a:lnTo>
                    <a:pt x="8403952" y="2042118"/>
                  </a:lnTo>
                  <a:lnTo>
                    <a:pt x="8446027" y="1978896"/>
                  </a:lnTo>
                  <a:lnTo>
                    <a:pt x="8487879" y="1912185"/>
                  </a:lnTo>
                  <a:lnTo>
                    <a:pt x="8529624" y="1842177"/>
                  </a:lnTo>
                  <a:lnTo>
                    <a:pt x="8571344" y="1769145"/>
                  </a:lnTo>
                  <a:lnTo>
                    <a:pt x="8613092" y="1693433"/>
                  </a:lnTo>
                  <a:lnTo>
                    <a:pt x="8654896" y="1615455"/>
                  </a:lnTo>
                  <a:lnTo>
                    <a:pt x="8696764" y="1535687"/>
                  </a:lnTo>
                  <a:lnTo>
                    <a:pt x="8738686" y="1454659"/>
                  </a:lnTo>
                  <a:lnTo>
                    <a:pt x="8780640" y="1372933"/>
                  </a:lnTo>
                  <a:lnTo>
                    <a:pt x="8822599" y="1291094"/>
                  </a:lnTo>
                  <a:lnTo>
                    <a:pt x="8864536" y="1209732"/>
                  </a:lnTo>
                  <a:lnTo>
                    <a:pt x="8906426" y="1129419"/>
                  </a:lnTo>
                  <a:lnTo>
                    <a:pt x="8948255" y="1050700"/>
                  </a:lnTo>
                  <a:lnTo>
                    <a:pt x="8990023" y="974071"/>
                  </a:lnTo>
                  <a:lnTo>
                    <a:pt x="9031748" y="899972"/>
                  </a:lnTo>
                  <a:lnTo>
                    <a:pt x="9073476" y="828776"/>
                  </a:lnTo>
                  <a:lnTo>
                    <a:pt x="9115275" y="760781"/>
                  </a:lnTo>
                  <a:lnTo>
                    <a:pt x="9157249" y="696211"/>
                  </a:lnTo>
                  <a:lnTo>
                    <a:pt x="9199537" y="635214"/>
                  </a:lnTo>
                  <a:lnTo>
                    <a:pt x="9242321" y="577866"/>
                  </a:lnTo>
                  <a:lnTo>
                    <a:pt x="9285827" y="524178"/>
                  </a:lnTo>
                  <a:lnTo>
                    <a:pt x="9330341" y="474097"/>
                  </a:lnTo>
                  <a:lnTo>
                    <a:pt x="9347647" y="455935"/>
                  </a:lnTo>
                  <a:lnTo>
                    <a:pt x="9398697" y="406543"/>
                  </a:lnTo>
                  <a:lnTo>
                    <a:pt x="9452112" y="361370"/>
                  </a:lnTo>
                  <a:lnTo>
                    <a:pt x="9508541" y="320270"/>
                  </a:lnTo>
                  <a:lnTo>
                    <a:pt x="9568701" y="282964"/>
                  </a:lnTo>
                  <a:lnTo>
                    <a:pt x="9633333" y="249111"/>
                  </a:lnTo>
                  <a:lnTo>
                    <a:pt x="9703167" y="218359"/>
                  </a:lnTo>
                  <a:lnTo>
                    <a:pt x="9778874" y="190376"/>
                  </a:lnTo>
                  <a:lnTo>
                    <a:pt x="9861006" y="164867"/>
                  </a:lnTo>
                  <a:lnTo>
                    <a:pt x="9949909" y="141585"/>
                  </a:lnTo>
                  <a:lnTo>
                    <a:pt x="10045623" y="120338"/>
                  </a:lnTo>
                  <a:lnTo>
                    <a:pt x="10147749" y="100991"/>
                  </a:lnTo>
                  <a:lnTo>
                    <a:pt x="10255319" y="83465"/>
                  </a:lnTo>
                  <a:lnTo>
                    <a:pt x="10366669" y="67731"/>
                  </a:lnTo>
                  <a:lnTo>
                    <a:pt x="10479375" y="53804"/>
                  </a:lnTo>
                  <a:lnTo>
                    <a:pt x="10590289" y="41717"/>
                  </a:lnTo>
                  <a:lnTo>
                    <a:pt x="10695720" y="31508"/>
                  </a:lnTo>
                  <a:lnTo>
                    <a:pt x="10791792" y="23182"/>
                  </a:lnTo>
                  <a:lnTo>
                    <a:pt x="10874941" y="16694"/>
                  </a:lnTo>
                  <a:lnTo>
                    <a:pt x="10942460" y="11926"/>
                  </a:lnTo>
                  <a:lnTo>
                    <a:pt x="10992987" y="8682"/>
                  </a:lnTo>
                  <a:lnTo>
                    <a:pt x="11026789" y="6702"/>
                  </a:lnTo>
                  <a:lnTo>
                    <a:pt x="11045820" y="5682"/>
                  </a:lnTo>
                  <a:lnTo>
                    <a:pt x="11053575" y="5300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0" y="49"/>
                  </a:lnTo>
                  <a:lnTo>
                    <a:pt x="11046666" y="398"/>
                  </a:lnTo>
                  <a:lnTo>
                    <a:pt x="11028540" y="1364"/>
                  </a:lnTo>
                  <a:lnTo>
                    <a:pt x="10995836" y="3268"/>
                  </a:lnTo>
                  <a:lnTo>
                    <a:pt x="10946488" y="6416"/>
                  </a:lnTo>
                  <a:lnTo>
                    <a:pt x="10880112" y="11072"/>
                  </a:lnTo>
                  <a:lnTo>
                    <a:pt x="10797966" y="17437"/>
                  </a:lnTo>
                  <a:lnTo>
                    <a:pt x="10702675" y="25634"/>
                  </a:lnTo>
                  <a:lnTo>
                    <a:pt x="10597764" y="35714"/>
                  </a:lnTo>
                  <a:lnTo>
                    <a:pt x="10487105" y="47672"/>
                  </a:lnTo>
                  <a:lnTo>
                    <a:pt x="10374414" y="61474"/>
                  </a:lnTo>
                  <a:lnTo>
                    <a:pt x="10262884" y="77084"/>
                  </a:lnTo>
                  <a:lnTo>
                    <a:pt x="10154993" y="94487"/>
                  </a:lnTo>
                  <a:lnTo>
                    <a:pt x="10052453" y="113707"/>
                  </a:lnTo>
                  <a:lnTo>
                    <a:pt x="9956280" y="134819"/>
                  </a:lnTo>
                  <a:lnTo>
                    <a:pt x="9866905" y="157955"/>
                  </a:lnTo>
                  <a:lnTo>
                    <a:pt x="9784315" y="183304"/>
                  </a:lnTo>
                  <a:lnTo>
                    <a:pt x="9708182" y="211107"/>
                  </a:lnTo>
                  <a:lnTo>
                    <a:pt x="9637964" y="241658"/>
                  </a:lnTo>
                  <a:lnTo>
                    <a:pt x="9572998" y="275287"/>
                  </a:lnTo>
                  <a:lnTo>
                    <a:pt x="9512554" y="312344"/>
                  </a:lnTo>
                  <a:lnTo>
                    <a:pt x="9455891" y="353173"/>
                  </a:lnTo>
                  <a:lnTo>
                    <a:pt x="9402291" y="398059"/>
                  </a:lnTo>
                  <a:lnTo>
                    <a:pt x="9351097" y="447160"/>
                  </a:lnTo>
                  <a:lnTo>
                    <a:pt x="9347647" y="450694"/>
                  </a:lnTo>
                  <a:lnTo>
                    <a:pt x="9302661" y="499424"/>
                  </a:lnTo>
                  <a:lnTo>
                    <a:pt x="9258807" y="551728"/>
                  </a:lnTo>
                  <a:lnTo>
                    <a:pt x="9215778" y="607678"/>
                  </a:lnTo>
                  <a:lnTo>
                    <a:pt x="9173325" y="667289"/>
                  </a:lnTo>
                  <a:lnTo>
                    <a:pt x="9131249" y="730511"/>
                  </a:lnTo>
                  <a:lnTo>
                    <a:pt x="9089397" y="797222"/>
                  </a:lnTo>
                  <a:lnTo>
                    <a:pt x="9047653" y="867229"/>
                  </a:lnTo>
                  <a:lnTo>
                    <a:pt x="9005933" y="940262"/>
                  </a:lnTo>
                  <a:lnTo>
                    <a:pt x="8964185" y="1015974"/>
                  </a:lnTo>
                  <a:lnTo>
                    <a:pt x="8922380" y="1093952"/>
                  </a:lnTo>
                  <a:lnTo>
                    <a:pt x="8880512" y="1173719"/>
                  </a:lnTo>
                  <a:lnTo>
                    <a:pt x="8838591" y="1254748"/>
                  </a:lnTo>
                  <a:lnTo>
                    <a:pt x="8796637" y="1336474"/>
                  </a:lnTo>
                  <a:lnTo>
                    <a:pt x="8754677" y="1418313"/>
                  </a:lnTo>
                  <a:lnTo>
                    <a:pt x="8712740" y="1499675"/>
                  </a:lnTo>
                  <a:lnTo>
                    <a:pt x="8670850" y="1579988"/>
                  </a:lnTo>
                  <a:lnTo>
                    <a:pt x="8629022" y="1658707"/>
                  </a:lnTo>
                  <a:lnTo>
                    <a:pt x="8587254" y="1735336"/>
                  </a:lnTo>
                  <a:lnTo>
                    <a:pt x="8545528" y="1809435"/>
                  </a:lnTo>
                  <a:lnTo>
                    <a:pt x="8503801" y="1880631"/>
                  </a:lnTo>
                  <a:lnTo>
                    <a:pt x="8462002" y="1948626"/>
                  </a:lnTo>
                  <a:lnTo>
                    <a:pt x="8420027" y="2013196"/>
                  </a:lnTo>
                  <a:lnTo>
                    <a:pt x="8377739" y="2074193"/>
                  </a:lnTo>
                  <a:lnTo>
                    <a:pt x="8334956" y="2131540"/>
                  </a:lnTo>
                  <a:lnTo>
                    <a:pt x="8291449" y="2185229"/>
                  </a:lnTo>
                  <a:lnTo>
                    <a:pt x="8246935" y="2235309"/>
                  </a:lnTo>
                  <a:lnTo>
                    <a:pt x="8229629" y="2253472"/>
                  </a:lnTo>
                  <a:lnTo>
                    <a:pt x="8178579" y="2302864"/>
                  </a:lnTo>
                  <a:lnTo>
                    <a:pt x="8125165" y="2348037"/>
                  </a:lnTo>
                  <a:lnTo>
                    <a:pt x="8068735" y="2389137"/>
                  </a:lnTo>
                  <a:lnTo>
                    <a:pt x="8008575" y="2426443"/>
                  </a:lnTo>
                  <a:lnTo>
                    <a:pt x="7943943" y="2460296"/>
                  </a:lnTo>
                  <a:lnTo>
                    <a:pt x="7874110" y="2491048"/>
                  </a:lnTo>
                  <a:lnTo>
                    <a:pt x="7798402" y="2519031"/>
                  </a:lnTo>
                  <a:lnTo>
                    <a:pt x="7716271" y="2544540"/>
                  </a:lnTo>
                  <a:lnTo>
                    <a:pt x="7627367" y="2567822"/>
                  </a:lnTo>
                  <a:lnTo>
                    <a:pt x="7531654" y="2589068"/>
                  </a:lnTo>
                  <a:lnTo>
                    <a:pt x="7429527" y="2608416"/>
                  </a:lnTo>
                  <a:lnTo>
                    <a:pt x="7321958" y="2625942"/>
                  </a:lnTo>
                  <a:lnTo>
                    <a:pt x="7210608" y="2641675"/>
                  </a:lnTo>
                  <a:lnTo>
                    <a:pt x="7097902" y="2655603"/>
                  </a:lnTo>
                  <a:lnTo>
                    <a:pt x="6986988" y="2667689"/>
                  </a:lnTo>
                  <a:lnTo>
                    <a:pt x="6881557" y="2677899"/>
                  </a:lnTo>
                  <a:lnTo>
                    <a:pt x="6785484" y="2686224"/>
                  </a:lnTo>
                  <a:lnTo>
                    <a:pt x="6702336" y="2692712"/>
                  </a:lnTo>
                  <a:lnTo>
                    <a:pt x="6634816" y="2697481"/>
                  </a:lnTo>
                  <a:lnTo>
                    <a:pt x="6584290" y="2700725"/>
                  </a:lnTo>
                  <a:lnTo>
                    <a:pt x="6550488" y="2702705"/>
                  </a:lnTo>
                  <a:lnTo>
                    <a:pt x="6531457" y="2703725"/>
                  </a:lnTo>
                  <a:lnTo>
                    <a:pt x="6523701" y="2704107"/>
                  </a:lnTo>
                  <a:lnTo>
                    <a:pt x="6522385" y="2704167"/>
                  </a:lnTo>
                  <a:lnTo>
                    <a:pt x="5527445" y="2704167"/>
                  </a:lnTo>
                  <a:lnTo>
                    <a:pt x="5526360" y="2704119"/>
                  </a:lnTo>
                  <a:lnTo>
                    <a:pt x="5519194" y="2703781"/>
                  </a:lnTo>
                  <a:lnTo>
                    <a:pt x="5501010" y="2702845"/>
                  </a:lnTo>
                  <a:lnTo>
                    <a:pt x="5468207" y="2701002"/>
                  </a:lnTo>
                  <a:lnTo>
                    <a:pt x="5418718" y="2697954"/>
                  </a:lnTo>
                  <a:lnTo>
                    <a:pt x="5352165" y="2693445"/>
                  </a:lnTo>
                  <a:lnTo>
                    <a:pt x="5269820" y="2687282"/>
                  </a:lnTo>
                  <a:lnTo>
                    <a:pt x="5174327" y="2679347"/>
                  </a:lnTo>
                  <a:lnTo>
                    <a:pt x="5069226" y="2669591"/>
                  </a:lnTo>
                  <a:lnTo>
                    <a:pt x="4958402" y="2658018"/>
                  </a:lnTo>
                  <a:lnTo>
                    <a:pt x="4845582" y="2644662"/>
                  </a:lnTo>
                  <a:lnTo>
                    <a:pt x="4733960" y="2629557"/>
                  </a:lnTo>
                  <a:lnTo>
                    <a:pt x="4626013" y="2612718"/>
                  </a:lnTo>
                  <a:lnTo>
                    <a:pt x="4523449" y="2594121"/>
                  </a:lnTo>
                  <a:lnTo>
                    <a:pt x="4427276" y="2573692"/>
                  </a:lnTo>
                  <a:lnTo>
                    <a:pt x="4337920" y="2551302"/>
                  </a:lnTo>
                  <a:lnTo>
                    <a:pt x="4255362" y="2526769"/>
                  </a:lnTo>
                  <a:lnTo>
                    <a:pt x="4179265" y="2499856"/>
                  </a:lnTo>
                  <a:lnTo>
                    <a:pt x="4109084" y="2470280"/>
                  </a:lnTo>
                  <a:lnTo>
                    <a:pt x="4044152" y="2437719"/>
                  </a:lnTo>
                  <a:lnTo>
                    <a:pt x="3983735" y="2401834"/>
                  </a:lnTo>
                  <a:lnTo>
                    <a:pt x="3927091" y="2362294"/>
                  </a:lnTo>
                  <a:lnTo>
                    <a:pt x="3873499" y="2318824"/>
                  </a:lnTo>
                  <a:lnTo>
                    <a:pt x="3822303" y="2271275"/>
                  </a:lnTo>
                  <a:lnTo>
                    <a:pt x="3820202" y="2269194"/>
                  </a:lnTo>
                  <a:lnTo>
                    <a:pt x="3774649" y="2221541"/>
                  </a:lnTo>
                  <a:lnTo>
                    <a:pt x="3730253" y="2170349"/>
                  </a:lnTo>
                  <a:lnTo>
                    <a:pt x="3686696" y="2115546"/>
                  </a:lnTo>
                  <a:lnTo>
                    <a:pt x="3643721" y="2057120"/>
                  </a:lnTo>
                  <a:lnTo>
                    <a:pt x="3601125" y="1995125"/>
                  </a:lnTo>
                  <a:lnTo>
                    <a:pt x="3558749" y="1929685"/>
                  </a:lnTo>
                  <a:lnTo>
                    <a:pt x="3516476" y="1861000"/>
                  </a:lnTo>
                  <a:lnTo>
                    <a:pt x="3474222" y="1789349"/>
                  </a:lnTo>
                  <a:lnTo>
                    <a:pt x="3431935" y="1715083"/>
                  </a:lnTo>
                  <a:lnTo>
                    <a:pt x="3389589" y="1638626"/>
                  </a:lnTo>
                  <a:lnTo>
                    <a:pt x="3347178" y="1560462"/>
                  </a:lnTo>
                  <a:lnTo>
                    <a:pt x="3304715" y="1481126"/>
                  </a:lnTo>
                  <a:lnTo>
                    <a:pt x="3262222" y="1401188"/>
                  </a:lnTo>
                  <a:lnTo>
                    <a:pt x="3219729" y="1321235"/>
                  </a:lnTo>
                  <a:lnTo>
                    <a:pt x="3177263" y="1241857"/>
                  </a:lnTo>
                  <a:lnTo>
                    <a:pt x="3134850" y="1163624"/>
                  </a:lnTo>
                  <a:lnTo>
                    <a:pt x="3092500" y="1087072"/>
                  </a:lnTo>
                  <a:lnTo>
                    <a:pt x="3050211" y="1012690"/>
                  </a:lnTo>
                  <a:lnTo>
                    <a:pt x="3007956" y="940903"/>
                  </a:lnTo>
                  <a:lnTo>
                    <a:pt x="2965686" y="872068"/>
                  </a:lnTo>
                  <a:lnTo>
                    <a:pt x="2923317" y="806466"/>
                  </a:lnTo>
                  <a:lnTo>
                    <a:pt x="2880735" y="744300"/>
                  </a:lnTo>
                  <a:lnTo>
                    <a:pt x="2837783" y="685699"/>
                  </a:lnTo>
                  <a:lnTo>
                    <a:pt x="2794260" y="630721"/>
                  </a:lnTo>
                  <a:lnTo>
                    <a:pt x="2749911" y="579355"/>
                  </a:lnTo>
                  <a:lnTo>
                    <a:pt x="2704423" y="531533"/>
                  </a:lnTo>
                  <a:lnTo>
                    <a:pt x="2702183" y="529304"/>
                  </a:lnTo>
                  <a:lnTo>
                    <a:pt x="2651075" y="481584"/>
                  </a:lnTo>
                  <a:lnTo>
                    <a:pt x="2597596" y="437944"/>
                  </a:lnTo>
                  <a:lnTo>
                    <a:pt x="2541094" y="398245"/>
                  </a:lnTo>
                  <a:lnTo>
                    <a:pt x="2480851" y="362213"/>
                  </a:lnTo>
                  <a:lnTo>
                    <a:pt x="2416122" y="329520"/>
                  </a:lnTo>
                  <a:lnTo>
                    <a:pt x="2346176" y="299825"/>
                  </a:lnTo>
                  <a:lnTo>
                    <a:pt x="2270339" y="272807"/>
                  </a:lnTo>
                  <a:lnTo>
                    <a:pt x="2188059" y="248179"/>
                  </a:lnTo>
                  <a:lnTo>
                    <a:pt x="2098991" y="225704"/>
                  </a:lnTo>
                  <a:lnTo>
                    <a:pt x="2003099" y="205195"/>
                  </a:lnTo>
                  <a:lnTo>
                    <a:pt x="1900787" y="186523"/>
                  </a:lnTo>
                  <a:lnTo>
                    <a:pt x="1793036" y="169611"/>
                  </a:lnTo>
                  <a:lnTo>
                    <a:pt x="1681525" y="154434"/>
                  </a:lnTo>
                  <a:lnTo>
                    <a:pt x="1568694" y="141004"/>
                  </a:lnTo>
                  <a:lnTo>
                    <a:pt x="1457715" y="129355"/>
                  </a:lnTo>
                  <a:lnTo>
                    <a:pt x="1352296" y="119522"/>
                  </a:lnTo>
                  <a:lnTo>
                    <a:pt x="1256325" y="111512"/>
                  </a:lnTo>
                  <a:lnTo>
                    <a:pt x="1173368" y="105277"/>
                  </a:lnTo>
                  <a:lnTo>
                    <a:pt x="1106117" y="100702"/>
                  </a:lnTo>
                  <a:lnTo>
                    <a:pt x="1055908" y="97597"/>
                  </a:lnTo>
                  <a:lnTo>
                    <a:pt x="1022436" y="95709"/>
                  </a:lnTo>
                  <a:lnTo>
                    <a:pt x="1003702" y="94742"/>
                  </a:lnTo>
                  <a:lnTo>
                    <a:pt x="996164" y="94385"/>
                  </a:lnTo>
                  <a:lnTo>
                    <a:pt x="994940" y="94331"/>
                  </a:lnTo>
                  <a:lnTo>
                    <a:pt x="0" y="94331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7" name="pl216"/>
            <p:cNvSpPr/>
            <p:nvPr/>
          </p:nvSpPr>
          <p:spPr>
            <a:xfrm>
              <a:off x="1199187" y="3725926"/>
              <a:ext cx="12049831" cy="2704167"/>
            </a:xfrm>
            <a:custGeom>
              <a:avLst/>
              <a:pathLst>
                <a:path w="12049831" h="2704167">
                  <a:moveTo>
                    <a:pt x="0" y="94331"/>
                  </a:moveTo>
                  <a:lnTo>
                    <a:pt x="994940" y="94331"/>
                  </a:lnTo>
                  <a:lnTo>
                    <a:pt x="996025" y="94378"/>
                  </a:lnTo>
                  <a:lnTo>
                    <a:pt x="1003191" y="94717"/>
                  </a:lnTo>
                  <a:lnTo>
                    <a:pt x="1021374" y="95652"/>
                  </a:lnTo>
                  <a:lnTo>
                    <a:pt x="1054178" y="97496"/>
                  </a:lnTo>
                  <a:lnTo>
                    <a:pt x="1103667" y="100544"/>
                  </a:lnTo>
                  <a:lnTo>
                    <a:pt x="1170220" y="105053"/>
                  </a:lnTo>
                  <a:lnTo>
                    <a:pt x="1252565" y="111215"/>
                  </a:lnTo>
                  <a:lnTo>
                    <a:pt x="1348058" y="119150"/>
                  </a:lnTo>
                  <a:lnTo>
                    <a:pt x="1453159" y="128907"/>
                  </a:lnTo>
                  <a:lnTo>
                    <a:pt x="1563983" y="140480"/>
                  </a:lnTo>
                  <a:lnTo>
                    <a:pt x="1676803" y="153836"/>
                  </a:lnTo>
                  <a:lnTo>
                    <a:pt x="1788425" y="168941"/>
                  </a:lnTo>
                  <a:lnTo>
                    <a:pt x="1896372" y="185779"/>
                  </a:lnTo>
                  <a:lnTo>
                    <a:pt x="1998936" y="204376"/>
                  </a:lnTo>
                  <a:lnTo>
                    <a:pt x="2095109" y="224806"/>
                  </a:lnTo>
                  <a:lnTo>
                    <a:pt x="2184465" y="247195"/>
                  </a:lnTo>
                  <a:lnTo>
                    <a:pt x="2267023" y="271728"/>
                  </a:lnTo>
                  <a:lnTo>
                    <a:pt x="2343120" y="298641"/>
                  </a:lnTo>
                  <a:lnTo>
                    <a:pt x="2413301" y="328218"/>
                  </a:lnTo>
                  <a:lnTo>
                    <a:pt x="2478233" y="360779"/>
                  </a:lnTo>
                  <a:lnTo>
                    <a:pt x="2538650" y="396663"/>
                  </a:lnTo>
                  <a:lnTo>
                    <a:pt x="2595294" y="436203"/>
                  </a:lnTo>
                  <a:lnTo>
                    <a:pt x="2648886" y="479674"/>
                  </a:lnTo>
                  <a:lnTo>
                    <a:pt x="2700082" y="527222"/>
                  </a:lnTo>
                  <a:lnTo>
                    <a:pt x="2702183" y="529304"/>
                  </a:lnTo>
                  <a:lnTo>
                    <a:pt x="2747736" y="576957"/>
                  </a:lnTo>
                  <a:lnTo>
                    <a:pt x="2792132" y="628149"/>
                  </a:lnTo>
                  <a:lnTo>
                    <a:pt x="2835689" y="682952"/>
                  </a:lnTo>
                  <a:lnTo>
                    <a:pt x="2878664" y="741377"/>
                  </a:lnTo>
                  <a:lnTo>
                    <a:pt x="2921260" y="803373"/>
                  </a:lnTo>
                  <a:lnTo>
                    <a:pt x="2963636" y="868813"/>
                  </a:lnTo>
                  <a:lnTo>
                    <a:pt x="3005909" y="937497"/>
                  </a:lnTo>
                  <a:lnTo>
                    <a:pt x="3048163" y="1009149"/>
                  </a:lnTo>
                  <a:lnTo>
                    <a:pt x="3090450" y="1083414"/>
                  </a:lnTo>
                  <a:lnTo>
                    <a:pt x="3132796" y="1159871"/>
                  </a:lnTo>
                  <a:lnTo>
                    <a:pt x="3175207" y="1238035"/>
                  </a:lnTo>
                  <a:lnTo>
                    <a:pt x="3217670" y="1317371"/>
                  </a:lnTo>
                  <a:lnTo>
                    <a:pt x="3260163" y="1397309"/>
                  </a:lnTo>
                  <a:lnTo>
                    <a:pt x="3302656" y="1477262"/>
                  </a:lnTo>
                  <a:lnTo>
                    <a:pt x="3345122" y="1556641"/>
                  </a:lnTo>
                  <a:lnTo>
                    <a:pt x="3387535" y="1634874"/>
                  </a:lnTo>
                  <a:lnTo>
                    <a:pt x="3429885" y="1711425"/>
                  </a:lnTo>
                  <a:lnTo>
                    <a:pt x="3472174" y="1785807"/>
                  </a:lnTo>
                  <a:lnTo>
                    <a:pt x="3514429" y="1857594"/>
                  </a:lnTo>
                  <a:lnTo>
                    <a:pt x="3556699" y="1926429"/>
                  </a:lnTo>
                  <a:lnTo>
                    <a:pt x="3599067" y="1992032"/>
                  </a:lnTo>
                  <a:lnTo>
                    <a:pt x="3641650" y="2054198"/>
                  </a:lnTo>
                  <a:lnTo>
                    <a:pt x="3684602" y="2112798"/>
                  </a:lnTo>
                  <a:lnTo>
                    <a:pt x="3728125" y="2167777"/>
                  </a:lnTo>
                  <a:lnTo>
                    <a:pt x="3772474" y="2219143"/>
                  </a:lnTo>
                  <a:lnTo>
                    <a:pt x="3817962" y="2266965"/>
                  </a:lnTo>
                  <a:lnTo>
                    <a:pt x="3820202" y="2269194"/>
                  </a:lnTo>
                  <a:lnTo>
                    <a:pt x="3871310" y="2316914"/>
                  </a:lnTo>
                  <a:lnTo>
                    <a:pt x="3924789" y="2360553"/>
                  </a:lnTo>
                  <a:lnTo>
                    <a:pt x="3981291" y="2400253"/>
                  </a:lnTo>
                  <a:lnTo>
                    <a:pt x="4041534" y="2436285"/>
                  </a:lnTo>
                  <a:lnTo>
                    <a:pt x="4106263" y="2468978"/>
                  </a:lnTo>
                  <a:lnTo>
                    <a:pt x="4176209" y="2498672"/>
                  </a:lnTo>
                  <a:lnTo>
                    <a:pt x="4252046" y="2525691"/>
                  </a:lnTo>
                  <a:lnTo>
                    <a:pt x="4334326" y="2550319"/>
                  </a:lnTo>
                  <a:lnTo>
                    <a:pt x="4423394" y="2572794"/>
                  </a:lnTo>
                  <a:lnTo>
                    <a:pt x="4519286" y="2593303"/>
                  </a:lnTo>
                  <a:lnTo>
                    <a:pt x="4621598" y="2611975"/>
                  </a:lnTo>
                  <a:lnTo>
                    <a:pt x="4729349" y="2628886"/>
                  </a:lnTo>
                  <a:lnTo>
                    <a:pt x="4840860" y="2644064"/>
                  </a:lnTo>
                  <a:lnTo>
                    <a:pt x="4953691" y="2657494"/>
                  </a:lnTo>
                  <a:lnTo>
                    <a:pt x="5064670" y="2669142"/>
                  </a:lnTo>
                  <a:lnTo>
                    <a:pt x="5170089" y="2678975"/>
                  </a:lnTo>
                  <a:lnTo>
                    <a:pt x="5266060" y="2686986"/>
                  </a:lnTo>
                  <a:lnTo>
                    <a:pt x="5349017" y="2693221"/>
                  </a:lnTo>
                  <a:lnTo>
                    <a:pt x="5416268" y="2697796"/>
                  </a:lnTo>
                  <a:lnTo>
                    <a:pt x="5466477" y="2700900"/>
                  </a:lnTo>
                  <a:lnTo>
                    <a:pt x="5499949" y="2702789"/>
                  </a:lnTo>
                  <a:lnTo>
                    <a:pt x="5518683" y="2703756"/>
                  </a:lnTo>
                  <a:lnTo>
                    <a:pt x="5526221" y="2704113"/>
                  </a:lnTo>
                  <a:lnTo>
                    <a:pt x="5527445" y="2704167"/>
                  </a:lnTo>
                  <a:lnTo>
                    <a:pt x="5527445" y="2704167"/>
                  </a:lnTo>
                  <a:lnTo>
                    <a:pt x="6522385" y="2704167"/>
                  </a:lnTo>
                  <a:lnTo>
                    <a:pt x="6523467" y="2704118"/>
                  </a:lnTo>
                  <a:lnTo>
                    <a:pt x="6530610" y="2703768"/>
                  </a:lnTo>
                  <a:lnTo>
                    <a:pt x="6548736" y="2702802"/>
                  </a:lnTo>
                  <a:lnTo>
                    <a:pt x="6581441" y="2700899"/>
                  </a:lnTo>
                  <a:lnTo>
                    <a:pt x="6630788" y="2697751"/>
                  </a:lnTo>
                  <a:lnTo>
                    <a:pt x="6697164" y="2693094"/>
                  </a:lnTo>
                  <a:lnTo>
                    <a:pt x="6779311" y="2686729"/>
                  </a:lnTo>
                  <a:lnTo>
                    <a:pt x="6874602" y="2678532"/>
                  </a:lnTo>
                  <a:lnTo>
                    <a:pt x="6979512" y="2668452"/>
                  </a:lnTo>
                  <a:lnTo>
                    <a:pt x="7090171" y="2656494"/>
                  </a:lnTo>
                  <a:lnTo>
                    <a:pt x="7202863" y="2642692"/>
                  </a:lnTo>
                  <a:lnTo>
                    <a:pt x="7314392" y="2627082"/>
                  </a:lnTo>
                  <a:lnTo>
                    <a:pt x="7422284" y="2609680"/>
                  </a:lnTo>
                  <a:lnTo>
                    <a:pt x="7524823" y="2590460"/>
                  </a:lnTo>
                  <a:lnTo>
                    <a:pt x="7620997" y="2569347"/>
                  </a:lnTo>
                  <a:lnTo>
                    <a:pt x="7710372" y="2546211"/>
                  </a:lnTo>
                  <a:lnTo>
                    <a:pt x="7792961" y="2520863"/>
                  </a:lnTo>
                  <a:lnTo>
                    <a:pt x="7869095" y="2493059"/>
                  </a:lnTo>
                  <a:lnTo>
                    <a:pt x="7939312" y="2462508"/>
                  </a:lnTo>
                  <a:lnTo>
                    <a:pt x="8004279" y="2428879"/>
                  </a:lnTo>
                  <a:lnTo>
                    <a:pt x="8064723" y="2391822"/>
                  </a:lnTo>
                  <a:lnTo>
                    <a:pt x="8121386" y="2350993"/>
                  </a:lnTo>
                  <a:lnTo>
                    <a:pt x="8174986" y="2306107"/>
                  </a:lnTo>
                  <a:lnTo>
                    <a:pt x="8226180" y="2257006"/>
                  </a:lnTo>
                  <a:lnTo>
                    <a:pt x="8229629" y="2253472"/>
                  </a:lnTo>
                  <a:lnTo>
                    <a:pt x="8274615" y="2204742"/>
                  </a:lnTo>
                  <a:lnTo>
                    <a:pt x="8318469" y="2152438"/>
                  </a:lnTo>
                  <a:lnTo>
                    <a:pt x="8361498" y="2096488"/>
                  </a:lnTo>
                  <a:lnTo>
                    <a:pt x="8403952" y="2036877"/>
                  </a:lnTo>
                  <a:lnTo>
                    <a:pt x="8446027" y="1973655"/>
                  </a:lnTo>
                  <a:lnTo>
                    <a:pt x="8487879" y="1906944"/>
                  </a:lnTo>
                  <a:lnTo>
                    <a:pt x="8529624" y="1836937"/>
                  </a:lnTo>
                  <a:lnTo>
                    <a:pt x="8571344" y="1763905"/>
                  </a:lnTo>
                  <a:lnTo>
                    <a:pt x="8613092" y="1688192"/>
                  </a:lnTo>
                  <a:lnTo>
                    <a:pt x="8654896" y="1610214"/>
                  </a:lnTo>
                  <a:lnTo>
                    <a:pt x="8696764" y="1530447"/>
                  </a:lnTo>
                  <a:lnTo>
                    <a:pt x="8738686" y="1449418"/>
                  </a:lnTo>
                  <a:lnTo>
                    <a:pt x="8780640" y="1367692"/>
                  </a:lnTo>
                  <a:lnTo>
                    <a:pt x="8822599" y="1285854"/>
                  </a:lnTo>
                  <a:lnTo>
                    <a:pt x="8864536" y="1204491"/>
                  </a:lnTo>
                  <a:lnTo>
                    <a:pt x="8906426" y="1124178"/>
                  </a:lnTo>
                  <a:lnTo>
                    <a:pt x="8948255" y="1045459"/>
                  </a:lnTo>
                  <a:lnTo>
                    <a:pt x="8990023" y="968830"/>
                  </a:lnTo>
                  <a:lnTo>
                    <a:pt x="9031748" y="894732"/>
                  </a:lnTo>
                  <a:lnTo>
                    <a:pt x="9073476" y="823535"/>
                  </a:lnTo>
                  <a:lnTo>
                    <a:pt x="9115275" y="755540"/>
                  </a:lnTo>
                  <a:lnTo>
                    <a:pt x="9157249" y="690970"/>
                  </a:lnTo>
                  <a:lnTo>
                    <a:pt x="9199537" y="629973"/>
                  </a:lnTo>
                  <a:lnTo>
                    <a:pt x="9242321" y="572626"/>
                  </a:lnTo>
                  <a:lnTo>
                    <a:pt x="9285827" y="518937"/>
                  </a:lnTo>
                  <a:lnTo>
                    <a:pt x="9330341" y="468857"/>
                  </a:lnTo>
                  <a:lnTo>
                    <a:pt x="9347647" y="450694"/>
                  </a:lnTo>
                  <a:lnTo>
                    <a:pt x="9398697" y="401302"/>
                  </a:lnTo>
                  <a:lnTo>
                    <a:pt x="9452112" y="356129"/>
                  </a:lnTo>
                  <a:lnTo>
                    <a:pt x="9508541" y="315030"/>
                  </a:lnTo>
                  <a:lnTo>
                    <a:pt x="9568701" y="277723"/>
                  </a:lnTo>
                  <a:lnTo>
                    <a:pt x="9633333" y="243870"/>
                  </a:lnTo>
                  <a:lnTo>
                    <a:pt x="9703167" y="213118"/>
                  </a:lnTo>
                  <a:lnTo>
                    <a:pt x="9778874" y="185135"/>
                  </a:lnTo>
                  <a:lnTo>
                    <a:pt x="9861006" y="159626"/>
                  </a:lnTo>
                  <a:lnTo>
                    <a:pt x="9949909" y="136345"/>
                  </a:lnTo>
                  <a:lnTo>
                    <a:pt x="10045623" y="115098"/>
                  </a:lnTo>
                  <a:lnTo>
                    <a:pt x="10147749" y="95751"/>
                  </a:lnTo>
                  <a:lnTo>
                    <a:pt x="10255319" y="78224"/>
                  </a:lnTo>
                  <a:lnTo>
                    <a:pt x="10366669" y="62491"/>
                  </a:lnTo>
                  <a:lnTo>
                    <a:pt x="10479375" y="48563"/>
                  </a:lnTo>
                  <a:lnTo>
                    <a:pt x="10590289" y="36477"/>
                  </a:lnTo>
                  <a:lnTo>
                    <a:pt x="10695720" y="26267"/>
                  </a:lnTo>
                  <a:lnTo>
                    <a:pt x="10791792" y="17942"/>
                  </a:lnTo>
                  <a:lnTo>
                    <a:pt x="10874941" y="11454"/>
                  </a:lnTo>
                  <a:lnTo>
                    <a:pt x="10942460" y="6685"/>
                  </a:lnTo>
                  <a:lnTo>
                    <a:pt x="10992987" y="3441"/>
                  </a:lnTo>
                  <a:lnTo>
                    <a:pt x="11026789" y="1461"/>
                  </a:lnTo>
                  <a:lnTo>
                    <a:pt x="11045820" y="441"/>
                  </a:lnTo>
                  <a:lnTo>
                    <a:pt x="11053575" y="60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" name="pl217"/>
            <p:cNvSpPr/>
            <p:nvPr/>
          </p:nvSpPr>
          <p:spPr>
            <a:xfrm>
              <a:off x="1199187" y="3720685"/>
              <a:ext cx="12049831" cy="2704167"/>
            </a:xfrm>
            <a:custGeom>
              <a:avLst/>
              <a:pathLst>
                <a:path w="12049831" h="2704167">
                  <a:moveTo>
                    <a:pt x="12049831" y="0"/>
                  </a:moveTo>
                  <a:lnTo>
                    <a:pt x="11054891" y="0"/>
                  </a:lnTo>
                  <a:lnTo>
                    <a:pt x="11053810" y="49"/>
                  </a:lnTo>
                  <a:lnTo>
                    <a:pt x="11046666" y="398"/>
                  </a:lnTo>
                  <a:lnTo>
                    <a:pt x="11028540" y="1364"/>
                  </a:lnTo>
                  <a:lnTo>
                    <a:pt x="10995836" y="3268"/>
                  </a:lnTo>
                  <a:lnTo>
                    <a:pt x="10946488" y="6416"/>
                  </a:lnTo>
                  <a:lnTo>
                    <a:pt x="10880112" y="11072"/>
                  </a:lnTo>
                  <a:lnTo>
                    <a:pt x="10797966" y="17437"/>
                  </a:lnTo>
                  <a:lnTo>
                    <a:pt x="10702675" y="25634"/>
                  </a:lnTo>
                  <a:lnTo>
                    <a:pt x="10597764" y="35714"/>
                  </a:lnTo>
                  <a:lnTo>
                    <a:pt x="10487105" y="47672"/>
                  </a:lnTo>
                  <a:lnTo>
                    <a:pt x="10374414" y="61474"/>
                  </a:lnTo>
                  <a:lnTo>
                    <a:pt x="10262884" y="77084"/>
                  </a:lnTo>
                  <a:lnTo>
                    <a:pt x="10154993" y="94487"/>
                  </a:lnTo>
                  <a:lnTo>
                    <a:pt x="10052453" y="113707"/>
                  </a:lnTo>
                  <a:lnTo>
                    <a:pt x="9956280" y="134819"/>
                  </a:lnTo>
                  <a:lnTo>
                    <a:pt x="9866905" y="157955"/>
                  </a:lnTo>
                  <a:lnTo>
                    <a:pt x="9784315" y="183304"/>
                  </a:lnTo>
                  <a:lnTo>
                    <a:pt x="9708182" y="211107"/>
                  </a:lnTo>
                  <a:lnTo>
                    <a:pt x="9637964" y="241658"/>
                  </a:lnTo>
                  <a:lnTo>
                    <a:pt x="9572998" y="275287"/>
                  </a:lnTo>
                  <a:lnTo>
                    <a:pt x="9512554" y="312344"/>
                  </a:lnTo>
                  <a:lnTo>
                    <a:pt x="9455891" y="353173"/>
                  </a:lnTo>
                  <a:lnTo>
                    <a:pt x="9402291" y="398059"/>
                  </a:lnTo>
                  <a:lnTo>
                    <a:pt x="9351097" y="447160"/>
                  </a:lnTo>
                  <a:lnTo>
                    <a:pt x="9347647" y="450694"/>
                  </a:lnTo>
                  <a:lnTo>
                    <a:pt x="9302661" y="499424"/>
                  </a:lnTo>
                  <a:lnTo>
                    <a:pt x="9258807" y="551728"/>
                  </a:lnTo>
                  <a:lnTo>
                    <a:pt x="9215778" y="607678"/>
                  </a:lnTo>
                  <a:lnTo>
                    <a:pt x="9173325" y="667289"/>
                  </a:lnTo>
                  <a:lnTo>
                    <a:pt x="9131249" y="730511"/>
                  </a:lnTo>
                  <a:lnTo>
                    <a:pt x="9089397" y="797222"/>
                  </a:lnTo>
                  <a:lnTo>
                    <a:pt x="9047653" y="867229"/>
                  </a:lnTo>
                  <a:lnTo>
                    <a:pt x="9005933" y="940262"/>
                  </a:lnTo>
                  <a:lnTo>
                    <a:pt x="8964185" y="1015974"/>
                  </a:lnTo>
                  <a:lnTo>
                    <a:pt x="8922380" y="1093952"/>
                  </a:lnTo>
                  <a:lnTo>
                    <a:pt x="8880512" y="1173719"/>
                  </a:lnTo>
                  <a:lnTo>
                    <a:pt x="8838591" y="1254748"/>
                  </a:lnTo>
                  <a:lnTo>
                    <a:pt x="8796637" y="1336474"/>
                  </a:lnTo>
                  <a:lnTo>
                    <a:pt x="8754677" y="1418313"/>
                  </a:lnTo>
                  <a:lnTo>
                    <a:pt x="8712740" y="1499675"/>
                  </a:lnTo>
                  <a:lnTo>
                    <a:pt x="8670850" y="1579988"/>
                  </a:lnTo>
                  <a:lnTo>
                    <a:pt x="8629022" y="1658707"/>
                  </a:lnTo>
                  <a:lnTo>
                    <a:pt x="8587254" y="1735336"/>
                  </a:lnTo>
                  <a:lnTo>
                    <a:pt x="8545528" y="1809435"/>
                  </a:lnTo>
                  <a:lnTo>
                    <a:pt x="8503801" y="1880631"/>
                  </a:lnTo>
                  <a:lnTo>
                    <a:pt x="8462002" y="1948626"/>
                  </a:lnTo>
                  <a:lnTo>
                    <a:pt x="8420027" y="2013196"/>
                  </a:lnTo>
                  <a:lnTo>
                    <a:pt x="8377739" y="2074193"/>
                  </a:lnTo>
                  <a:lnTo>
                    <a:pt x="8334956" y="2131540"/>
                  </a:lnTo>
                  <a:lnTo>
                    <a:pt x="8291449" y="2185229"/>
                  </a:lnTo>
                  <a:lnTo>
                    <a:pt x="8246935" y="2235309"/>
                  </a:lnTo>
                  <a:lnTo>
                    <a:pt x="8229629" y="2253472"/>
                  </a:lnTo>
                  <a:lnTo>
                    <a:pt x="8178579" y="2302864"/>
                  </a:lnTo>
                  <a:lnTo>
                    <a:pt x="8125165" y="2348037"/>
                  </a:lnTo>
                  <a:lnTo>
                    <a:pt x="8068735" y="2389137"/>
                  </a:lnTo>
                  <a:lnTo>
                    <a:pt x="8008575" y="2426443"/>
                  </a:lnTo>
                  <a:lnTo>
                    <a:pt x="7943943" y="2460296"/>
                  </a:lnTo>
                  <a:lnTo>
                    <a:pt x="7874110" y="2491048"/>
                  </a:lnTo>
                  <a:lnTo>
                    <a:pt x="7798402" y="2519031"/>
                  </a:lnTo>
                  <a:lnTo>
                    <a:pt x="7716271" y="2544540"/>
                  </a:lnTo>
                  <a:lnTo>
                    <a:pt x="7627367" y="2567822"/>
                  </a:lnTo>
                  <a:lnTo>
                    <a:pt x="7531654" y="2589068"/>
                  </a:lnTo>
                  <a:lnTo>
                    <a:pt x="7429527" y="2608416"/>
                  </a:lnTo>
                  <a:lnTo>
                    <a:pt x="7321958" y="2625942"/>
                  </a:lnTo>
                  <a:lnTo>
                    <a:pt x="7210608" y="2641675"/>
                  </a:lnTo>
                  <a:lnTo>
                    <a:pt x="7097902" y="2655603"/>
                  </a:lnTo>
                  <a:lnTo>
                    <a:pt x="6986988" y="2667689"/>
                  </a:lnTo>
                  <a:lnTo>
                    <a:pt x="6881557" y="2677899"/>
                  </a:lnTo>
                  <a:lnTo>
                    <a:pt x="6785484" y="2686224"/>
                  </a:lnTo>
                  <a:lnTo>
                    <a:pt x="6702336" y="2692712"/>
                  </a:lnTo>
                  <a:lnTo>
                    <a:pt x="6634816" y="2697481"/>
                  </a:lnTo>
                  <a:lnTo>
                    <a:pt x="6584290" y="2700725"/>
                  </a:lnTo>
                  <a:lnTo>
                    <a:pt x="6550488" y="2702705"/>
                  </a:lnTo>
                  <a:lnTo>
                    <a:pt x="6531457" y="2703725"/>
                  </a:lnTo>
                  <a:lnTo>
                    <a:pt x="6523701" y="2704107"/>
                  </a:lnTo>
                  <a:lnTo>
                    <a:pt x="6522386" y="2704167"/>
                  </a:lnTo>
                  <a:lnTo>
                    <a:pt x="6522385" y="2704167"/>
                  </a:lnTo>
                  <a:lnTo>
                    <a:pt x="5527445" y="2704167"/>
                  </a:lnTo>
                  <a:lnTo>
                    <a:pt x="5526360" y="2704119"/>
                  </a:lnTo>
                  <a:lnTo>
                    <a:pt x="5519194" y="2703781"/>
                  </a:lnTo>
                  <a:lnTo>
                    <a:pt x="5501010" y="2702845"/>
                  </a:lnTo>
                  <a:lnTo>
                    <a:pt x="5468207" y="2701002"/>
                  </a:lnTo>
                  <a:lnTo>
                    <a:pt x="5418718" y="2697954"/>
                  </a:lnTo>
                  <a:lnTo>
                    <a:pt x="5352165" y="2693445"/>
                  </a:lnTo>
                  <a:lnTo>
                    <a:pt x="5269820" y="2687282"/>
                  </a:lnTo>
                  <a:lnTo>
                    <a:pt x="5174327" y="2679347"/>
                  </a:lnTo>
                  <a:lnTo>
                    <a:pt x="5069226" y="2669591"/>
                  </a:lnTo>
                  <a:lnTo>
                    <a:pt x="4958402" y="2658018"/>
                  </a:lnTo>
                  <a:lnTo>
                    <a:pt x="4845582" y="2644662"/>
                  </a:lnTo>
                  <a:lnTo>
                    <a:pt x="4733960" y="2629557"/>
                  </a:lnTo>
                  <a:lnTo>
                    <a:pt x="4626013" y="2612718"/>
                  </a:lnTo>
                  <a:lnTo>
                    <a:pt x="4523449" y="2594121"/>
                  </a:lnTo>
                  <a:lnTo>
                    <a:pt x="4427276" y="2573692"/>
                  </a:lnTo>
                  <a:lnTo>
                    <a:pt x="4337920" y="2551302"/>
                  </a:lnTo>
                  <a:lnTo>
                    <a:pt x="4255362" y="2526769"/>
                  </a:lnTo>
                  <a:lnTo>
                    <a:pt x="4179265" y="2499856"/>
                  </a:lnTo>
                  <a:lnTo>
                    <a:pt x="4109084" y="2470280"/>
                  </a:lnTo>
                  <a:lnTo>
                    <a:pt x="4044152" y="2437719"/>
                  </a:lnTo>
                  <a:lnTo>
                    <a:pt x="3983735" y="2401834"/>
                  </a:lnTo>
                  <a:lnTo>
                    <a:pt x="3927091" y="2362294"/>
                  </a:lnTo>
                  <a:lnTo>
                    <a:pt x="3873499" y="2318824"/>
                  </a:lnTo>
                  <a:lnTo>
                    <a:pt x="3822303" y="2271275"/>
                  </a:lnTo>
                  <a:lnTo>
                    <a:pt x="3820202" y="2269194"/>
                  </a:lnTo>
                  <a:lnTo>
                    <a:pt x="3774649" y="2221541"/>
                  </a:lnTo>
                  <a:lnTo>
                    <a:pt x="3730253" y="2170349"/>
                  </a:lnTo>
                  <a:lnTo>
                    <a:pt x="3686696" y="2115546"/>
                  </a:lnTo>
                  <a:lnTo>
                    <a:pt x="3643721" y="2057120"/>
                  </a:lnTo>
                  <a:lnTo>
                    <a:pt x="3601125" y="1995125"/>
                  </a:lnTo>
                  <a:lnTo>
                    <a:pt x="3558749" y="1929685"/>
                  </a:lnTo>
                  <a:lnTo>
                    <a:pt x="3516476" y="1861000"/>
                  </a:lnTo>
                  <a:lnTo>
                    <a:pt x="3474222" y="1789349"/>
                  </a:lnTo>
                  <a:lnTo>
                    <a:pt x="3431935" y="1715083"/>
                  </a:lnTo>
                  <a:lnTo>
                    <a:pt x="3389589" y="1638626"/>
                  </a:lnTo>
                  <a:lnTo>
                    <a:pt x="3347178" y="1560462"/>
                  </a:lnTo>
                  <a:lnTo>
                    <a:pt x="3304715" y="1481126"/>
                  </a:lnTo>
                  <a:lnTo>
                    <a:pt x="3262222" y="1401188"/>
                  </a:lnTo>
                  <a:lnTo>
                    <a:pt x="3219729" y="1321235"/>
                  </a:lnTo>
                  <a:lnTo>
                    <a:pt x="3177263" y="1241857"/>
                  </a:lnTo>
                  <a:lnTo>
                    <a:pt x="3134850" y="1163624"/>
                  </a:lnTo>
                  <a:lnTo>
                    <a:pt x="3092500" y="1087072"/>
                  </a:lnTo>
                  <a:lnTo>
                    <a:pt x="3050211" y="1012690"/>
                  </a:lnTo>
                  <a:lnTo>
                    <a:pt x="3007956" y="940903"/>
                  </a:lnTo>
                  <a:lnTo>
                    <a:pt x="2965686" y="872068"/>
                  </a:lnTo>
                  <a:lnTo>
                    <a:pt x="2923317" y="806466"/>
                  </a:lnTo>
                  <a:lnTo>
                    <a:pt x="2880735" y="744300"/>
                  </a:lnTo>
                  <a:lnTo>
                    <a:pt x="2837783" y="685699"/>
                  </a:lnTo>
                  <a:lnTo>
                    <a:pt x="2794260" y="630721"/>
                  </a:lnTo>
                  <a:lnTo>
                    <a:pt x="2749911" y="579355"/>
                  </a:lnTo>
                  <a:lnTo>
                    <a:pt x="2704423" y="531533"/>
                  </a:lnTo>
                  <a:lnTo>
                    <a:pt x="2702183" y="529304"/>
                  </a:lnTo>
                  <a:lnTo>
                    <a:pt x="2651075" y="481584"/>
                  </a:lnTo>
                  <a:lnTo>
                    <a:pt x="2597596" y="437944"/>
                  </a:lnTo>
                  <a:lnTo>
                    <a:pt x="2541094" y="398245"/>
                  </a:lnTo>
                  <a:lnTo>
                    <a:pt x="2480851" y="362213"/>
                  </a:lnTo>
                  <a:lnTo>
                    <a:pt x="2416122" y="329520"/>
                  </a:lnTo>
                  <a:lnTo>
                    <a:pt x="2346176" y="299825"/>
                  </a:lnTo>
                  <a:lnTo>
                    <a:pt x="2270339" y="272807"/>
                  </a:lnTo>
                  <a:lnTo>
                    <a:pt x="2188059" y="248179"/>
                  </a:lnTo>
                  <a:lnTo>
                    <a:pt x="2098991" y="225704"/>
                  </a:lnTo>
                  <a:lnTo>
                    <a:pt x="2003099" y="205195"/>
                  </a:lnTo>
                  <a:lnTo>
                    <a:pt x="1900787" y="186523"/>
                  </a:lnTo>
                  <a:lnTo>
                    <a:pt x="1793036" y="169611"/>
                  </a:lnTo>
                  <a:lnTo>
                    <a:pt x="1681525" y="154434"/>
                  </a:lnTo>
                  <a:lnTo>
                    <a:pt x="1568694" y="141004"/>
                  </a:lnTo>
                  <a:lnTo>
                    <a:pt x="1457715" y="129355"/>
                  </a:lnTo>
                  <a:lnTo>
                    <a:pt x="1352296" y="119522"/>
                  </a:lnTo>
                  <a:lnTo>
                    <a:pt x="1256325" y="111512"/>
                  </a:lnTo>
                  <a:lnTo>
                    <a:pt x="1173368" y="105277"/>
                  </a:lnTo>
                  <a:lnTo>
                    <a:pt x="1106117" y="100702"/>
                  </a:lnTo>
                  <a:lnTo>
                    <a:pt x="1055908" y="97597"/>
                  </a:lnTo>
                  <a:lnTo>
                    <a:pt x="1022436" y="95709"/>
                  </a:lnTo>
                  <a:lnTo>
                    <a:pt x="1003702" y="94742"/>
                  </a:lnTo>
                  <a:lnTo>
                    <a:pt x="996164" y="94385"/>
                  </a:lnTo>
                  <a:lnTo>
                    <a:pt x="994940" y="94331"/>
                  </a:lnTo>
                  <a:lnTo>
                    <a:pt x="994940" y="94331"/>
                  </a:lnTo>
                  <a:lnTo>
                    <a:pt x="0" y="94331"/>
                  </a:lnTo>
                  <a:lnTo>
                    <a:pt x="0" y="943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9" name="pg218"/>
            <p:cNvSpPr/>
            <p:nvPr/>
          </p:nvSpPr>
          <p:spPr>
            <a:xfrm>
              <a:off x="1199187" y="3820257"/>
              <a:ext cx="12049831" cy="2625557"/>
            </a:xfrm>
            <a:custGeom>
              <a:avLst/>
              <a:pathLst>
                <a:path w="12049831" h="2625557">
                  <a:moveTo>
                    <a:pt x="0" y="5240"/>
                  </a:moveTo>
                  <a:lnTo>
                    <a:pt x="994940" y="5240"/>
                  </a:lnTo>
                  <a:lnTo>
                    <a:pt x="996024" y="5288"/>
                  </a:lnTo>
                  <a:lnTo>
                    <a:pt x="1003188" y="5628"/>
                  </a:lnTo>
                  <a:lnTo>
                    <a:pt x="1021365" y="6566"/>
                  </a:lnTo>
                  <a:lnTo>
                    <a:pt x="1054158" y="8416"/>
                  </a:lnTo>
                  <a:lnTo>
                    <a:pt x="1103631" y="11476"/>
                  </a:lnTo>
                  <a:lnTo>
                    <a:pt x="1170165" y="16001"/>
                  </a:lnTo>
                  <a:lnTo>
                    <a:pt x="1252488" y="22186"/>
                  </a:lnTo>
                  <a:lnTo>
                    <a:pt x="1347959" y="30151"/>
                  </a:lnTo>
                  <a:lnTo>
                    <a:pt x="1453040" y="39943"/>
                  </a:lnTo>
                  <a:lnTo>
                    <a:pt x="1563845" y="51559"/>
                  </a:lnTo>
                  <a:lnTo>
                    <a:pt x="1676651" y="64965"/>
                  </a:lnTo>
                  <a:lnTo>
                    <a:pt x="1788263" y="80126"/>
                  </a:lnTo>
                  <a:lnTo>
                    <a:pt x="1896204" y="97027"/>
                  </a:lnTo>
                  <a:lnTo>
                    <a:pt x="1998765" y="115694"/>
                  </a:lnTo>
                  <a:lnTo>
                    <a:pt x="2094938" y="136200"/>
                  </a:lnTo>
                  <a:lnTo>
                    <a:pt x="2184296" y="158672"/>
                  </a:lnTo>
                  <a:lnTo>
                    <a:pt x="2266858" y="183296"/>
                  </a:lnTo>
                  <a:lnTo>
                    <a:pt x="2342959" y="210309"/>
                  </a:lnTo>
                  <a:lnTo>
                    <a:pt x="2413144" y="239994"/>
                  </a:lnTo>
                  <a:lnTo>
                    <a:pt x="2478080" y="272674"/>
                  </a:lnTo>
                  <a:lnTo>
                    <a:pt x="2538499" y="308689"/>
                  </a:lnTo>
                  <a:lnTo>
                    <a:pt x="2595146" y="348373"/>
                  </a:lnTo>
                  <a:lnTo>
                    <a:pt x="2648739" y="392002"/>
                  </a:lnTo>
                  <a:lnTo>
                    <a:pt x="2699934" y="439724"/>
                  </a:lnTo>
                  <a:lnTo>
                    <a:pt x="2702183" y="441960"/>
                  </a:lnTo>
                  <a:lnTo>
                    <a:pt x="2747673" y="489734"/>
                  </a:lnTo>
                  <a:lnTo>
                    <a:pt x="2792007" y="541051"/>
                  </a:lnTo>
                  <a:lnTo>
                    <a:pt x="2835505" y="595983"/>
                  </a:lnTo>
                  <a:lnTo>
                    <a:pt x="2878421" y="654542"/>
                  </a:lnTo>
                  <a:lnTo>
                    <a:pt x="2920959" y="716675"/>
                  </a:lnTo>
                  <a:lnTo>
                    <a:pt x="2963276" y="782259"/>
                  </a:lnTo>
                  <a:lnTo>
                    <a:pt x="3005489" y="851093"/>
                  </a:lnTo>
                  <a:lnTo>
                    <a:pt x="3047683" y="922900"/>
                  </a:lnTo>
                  <a:lnTo>
                    <a:pt x="3089909" y="997329"/>
                  </a:lnTo>
                  <a:lnTo>
                    <a:pt x="3132195" y="1073957"/>
                  </a:lnTo>
                  <a:lnTo>
                    <a:pt x="3174544" y="1152302"/>
                  </a:lnTo>
                  <a:lnTo>
                    <a:pt x="3216947" y="1231829"/>
                  </a:lnTo>
                  <a:lnTo>
                    <a:pt x="3259379" y="1311969"/>
                  </a:lnTo>
                  <a:lnTo>
                    <a:pt x="3301812" y="1392134"/>
                  </a:lnTo>
                  <a:lnTo>
                    <a:pt x="3344218" y="1471736"/>
                  </a:lnTo>
                  <a:lnTo>
                    <a:pt x="3386573" y="1550203"/>
                  </a:lnTo>
                  <a:lnTo>
                    <a:pt x="3428864" y="1626999"/>
                  </a:lnTo>
                  <a:lnTo>
                    <a:pt x="3471095" y="1701633"/>
                  </a:lnTo>
                  <a:lnTo>
                    <a:pt x="3513289" y="1773679"/>
                  </a:lnTo>
                  <a:lnTo>
                    <a:pt x="3555499" y="1842779"/>
                  </a:lnTo>
                  <a:lnTo>
                    <a:pt x="3597803" y="1908649"/>
                  </a:lnTo>
                  <a:lnTo>
                    <a:pt x="3640316" y="1971083"/>
                  </a:lnTo>
                  <a:lnTo>
                    <a:pt x="3683192" y="2029951"/>
                  </a:lnTo>
                  <a:lnTo>
                    <a:pt x="3726631" y="2085193"/>
                  </a:lnTo>
                  <a:lnTo>
                    <a:pt x="3770883" y="2136817"/>
                  </a:lnTo>
                  <a:lnTo>
                    <a:pt x="3816259" y="2184890"/>
                  </a:lnTo>
                  <a:lnTo>
                    <a:pt x="3820202" y="2188838"/>
                  </a:lnTo>
                  <a:lnTo>
                    <a:pt x="3871304" y="2236743"/>
                  </a:lnTo>
                  <a:lnTo>
                    <a:pt x="3924775" y="2280554"/>
                  </a:lnTo>
                  <a:lnTo>
                    <a:pt x="3981270" y="2320409"/>
                  </a:lnTo>
                  <a:lnTo>
                    <a:pt x="4041504" y="2356582"/>
                  </a:lnTo>
                  <a:lnTo>
                    <a:pt x="4106222" y="2389404"/>
                  </a:lnTo>
                  <a:lnTo>
                    <a:pt x="4176156" y="2419217"/>
                  </a:lnTo>
                  <a:lnTo>
                    <a:pt x="4251979" y="2446343"/>
                  </a:lnTo>
                  <a:lnTo>
                    <a:pt x="4334242" y="2471068"/>
                  </a:lnTo>
                  <a:lnTo>
                    <a:pt x="4423292" y="2493633"/>
                  </a:lnTo>
                  <a:lnTo>
                    <a:pt x="4519165" y="2514224"/>
                  </a:lnTo>
                  <a:lnTo>
                    <a:pt x="4621456" y="2532971"/>
                  </a:lnTo>
                  <a:lnTo>
                    <a:pt x="4729187" y="2549951"/>
                  </a:lnTo>
                  <a:lnTo>
                    <a:pt x="4840681" y="2565190"/>
                  </a:lnTo>
                  <a:lnTo>
                    <a:pt x="4953498" y="2578675"/>
                  </a:lnTo>
                  <a:lnTo>
                    <a:pt x="5064469" y="2590372"/>
                  </a:lnTo>
                  <a:lnTo>
                    <a:pt x="5169890" y="2600247"/>
                  </a:lnTo>
                  <a:lnTo>
                    <a:pt x="5265872" y="2608292"/>
                  </a:lnTo>
                  <a:lnTo>
                    <a:pt x="5348850" y="2614555"/>
                  </a:lnTo>
                  <a:lnTo>
                    <a:pt x="5416131" y="2619152"/>
                  </a:lnTo>
                  <a:lnTo>
                    <a:pt x="5466375" y="2622272"/>
                  </a:lnTo>
                  <a:lnTo>
                    <a:pt x="5499883" y="2624170"/>
                  </a:lnTo>
                  <a:lnTo>
                    <a:pt x="5518649" y="2625143"/>
                  </a:lnTo>
                  <a:lnTo>
                    <a:pt x="5526211" y="2625503"/>
                  </a:lnTo>
                  <a:lnTo>
                    <a:pt x="5527445" y="2625557"/>
                  </a:lnTo>
                  <a:lnTo>
                    <a:pt x="6522385" y="2625557"/>
                  </a:lnTo>
                  <a:lnTo>
                    <a:pt x="6523507" y="2625531"/>
                  </a:lnTo>
                  <a:lnTo>
                    <a:pt x="6530912" y="2625349"/>
                  </a:lnTo>
                  <a:lnTo>
                    <a:pt x="6549685" y="2624843"/>
                  </a:lnTo>
                  <a:lnTo>
                    <a:pt x="6583508" y="2623847"/>
                  </a:lnTo>
                  <a:lnTo>
                    <a:pt x="6634453" y="2622201"/>
                  </a:lnTo>
                  <a:lnTo>
                    <a:pt x="6702820" y="2619768"/>
                  </a:lnTo>
                  <a:lnTo>
                    <a:pt x="6787193" y="2616446"/>
                  </a:lnTo>
                  <a:lnTo>
                    <a:pt x="6884752" y="2612174"/>
                  </a:lnTo>
                  <a:lnTo>
                    <a:pt x="6991781" y="2606929"/>
                  </a:lnTo>
                  <a:lnTo>
                    <a:pt x="7104258" y="2600715"/>
                  </a:lnTo>
                  <a:lnTo>
                    <a:pt x="7218374" y="2593551"/>
                  </a:lnTo>
                  <a:lnTo>
                    <a:pt x="7330905" y="2585455"/>
                  </a:lnTo>
                  <a:lnTo>
                    <a:pt x="7439393" y="2576432"/>
                  </a:lnTo>
                  <a:lnTo>
                    <a:pt x="7542181" y="2566466"/>
                  </a:lnTo>
                  <a:lnTo>
                    <a:pt x="7638326" y="2555513"/>
                  </a:lnTo>
                  <a:lnTo>
                    <a:pt x="7727474" y="2543498"/>
                  </a:lnTo>
                  <a:lnTo>
                    <a:pt x="7809711" y="2530318"/>
                  </a:lnTo>
                  <a:lnTo>
                    <a:pt x="7885433" y="2515838"/>
                  </a:lnTo>
                  <a:lnTo>
                    <a:pt x="7955235" y="2499903"/>
                  </a:lnTo>
                  <a:lnTo>
                    <a:pt x="8019829" y="2482334"/>
                  </a:lnTo>
                  <a:lnTo>
                    <a:pt x="8079976" y="2462949"/>
                  </a:lnTo>
                  <a:lnTo>
                    <a:pt x="8136444" y="2441573"/>
                  </a:lnTo>
                  <a:lnTo>
                    <a:pt x="8189966" y="2418070"/>
                  </a:lnTo>
                  <a:lnTo>
                    <a:pt x="8229629" y="2398463"/>
                  </a:lnTo>
                  <a:lnTo>
                    <a:pt x="8284062" y="2368435"/>
                  </a:lnTo>
                  <a:lnTo>
                    <a:pt x="8336928" y="2335742"/>
                  </a:lnTo>
                  <a:lnTo>
                    <a:pt x="8388744" y="2300335"/>
                  </a:lnTo>
                  <a:lnTo>
                    <a:pt x="8439903" y="2262232"/>
                  </a:lnTo>
                  <a:lnTo>
                    <a:pt x="8490701" y="2221525"/>
                  </a:lnTo>
                  <a:lnTo>
                    <a:pt x="8541349" y="2178386"/>
                  </a:lnTo>
                  <a:lnTo>
                    <a:pt x="8591984" y="2133072"/>
                  </a:lnTo>
                  <a:lnTo>
                    <a:pt x="8642685" y="2085916"/>
                  </a:lnTo>
                  <a:lnTo>
                    <a:pt x="8693478" y="2037327"/>
                  </a:lnTo>
                  <a:lnTo>
                    <a:pt x="8744351" y="1987772"/>
                  </a:lnTo>
                  <a:lnTo>
                    <a:pt x="8795266" y="1937757"/>
                  </a:lnTo>
                  <a:lnTo>
                    <a:pt x="8846176" y="1887812"/>
                  </a:lnTo>
                  <a:lnTo>
                    <a:pt x="8897030" y="1838460"/>
                  </a:lnTo>
                  <a:lnTo>
                    <a:pt x="8947799" y="1790202"/>
                  </a:lnTo>
                  <a:lnTo>
                    <a:pt x="8998478" y="1743489"/>
                  </a:lnTo>
                  <a:lnTo>
                    <a:pt x="9049108" y="1698712"/>
                  </a:lnTo>
                  <a:lnTo>
                    <a:pt x="9099779" y="1656185"/>
                  </a:lnTo>
                  <a:lnTo>
                    <a:pt x="9150647" y="1616142"/>
                  </a:lnTo>
                  <a:lnTo>
                    <a:pt x="9201945" y="1578735"/>
                  </a:lnTo>
                  <a:lnTo>
                    <a:pt x="9253991" y="1544036"/>
                  </a:lnTo>
                  <a:lnTo>
                    <a:pt x="9307210" y="1512044"/>
                  </a:lnTo>
                  <a:lnTo>
                    <a:pt x="9347647" y="1490086"/>
                  </a:lnTo>
                  <a:lnTo>
                    <a:pt x="9399351" y="1464901"/>
                  </a:lnTo>
                  <a:lnTo>
                    <a:pt x="9453487" y="1441894"/>
                  </a:lnTo>
                  <a:lnTo>
                    <a:pt x="9510732" y="1420988"/>
                  </a:lnTo>
                  <a:lnTo>
                    <a:pt x="9571829" y="1402035"/>
                  </a:lnTo>
                  <a:lnTo>
                    <a:pt x="9637550" y="1384857"/>
                  </a:lnTo>
                  <a:lnTo>
                    <a:pt x="9708649" y="1369271"/>
                  </a:lnTo>
                  <a:lnTo>
                    <a:pt x="9785817" y="1355102"/>
                  </a:lnTo>
                  <a:lnTo>
                    <a:pt x="9869612" y="1342199"/>
                  </a:lnTo>
                  <a:lnTo>
                    <a:pt x="9960370" y="1330436"/>
                  </a:lnTo>
                  <a:lnTo>
                    <a:pt x="10058087" y="1319714"/>
                  </a:lnTo>
                  <a:lnTo>
                    <a:pt x="10162288" y="1309967"/>
                  </a:lnTo>
                  <a:lnTo>
                    <a:pt x="10271878" y="1301158"/>
                  </a:lnTo>
                  <a:lnTo>
                    <a:pt x="10385018" y="1293274"/>
                  </a:lnTo>
                  <a:lnTo>
                    <a:pt x="10499069" y="1286326"/>
                  </a:lnTo>
                  <a:lnTo>
                    <a:pt x="10610649" y="1280332"/>
                  </a:lnTo>
                  <a:lnTo>
                    <a:pt x="10715861" y="1275311"/>
                  </a:lnTo>
                  <a:lnTo>
                    <a:pt x="10810703" y="1271260"/>
                  </a:lnTo>
                  <a:lnTo>
                    <a:pt x="10891614" y="1268149"/>
                  </a:lnTo>
                  <a:lnTo>
                    <a:pt x="10956054" y="1265906"/>
                  </a:lnTo>
                  <a:lnTo>
                    <a:pt x="11002984" y="1264422"/>
                  </a:lnTo>
                  <a:lnTo>
                    <a:pt x="11033114" y="1263553"/>
                  </a:lnTo>
                  <a:lnTo>
                    <a:pt x="11048902" y="1263137"/>
                  </a:lnTo>
                  <a:lnTo>
                    <a:pt x="11054371" y="1263004"/>
                  </a:lnTo>
                  <a:lnTo>
                    <a:pt x="11054891" y="1262992"/>
                  </a:lnTo>
                  <a:lnTo>
                    <a:pt x="12049831" y="1262992"/>
                  </a:lnTo>
                  <a:lnTo>
                    <a:pt x="12049831" y="1257752"/>
                  </a:lnTo>
                  <a:lnTo>
                    <a:pt x="11054891" y="1257752"/>
                  </a:lnTo>
                  <a:lnTo>
                    <a:pt x="11053769" y="1257777"/>
                  </a:lnTo>
                  <a:lnTo>
                    <a:pt x="11046364" y="1257960"/>
                  </a:lnTo>
                  <a:lnTo>
                    <a:pt x="11027592" y="1258466"/>
                  </a:lnTo>
                  <a:lnTo>
                    <a:pt x="10993768" y="1259462"/>
                  </a:lnTo>
                  <a:lnTo>
                    <a:pt x="10942823" y="1261108"/>
                  </a:lnTo>
                  <a:lnTo>
                    <a:pt x="10874456" y="1263541"/>
                  </a:lnTo>
                  <a:lnTo>
                    <a:pt x="10790084" y="1266863"/>
                  </a:lnTo>
                  <a:lnTo>
                    <a:pt x="10692525" y="1271135"/>
                  </a:lnTo>
                  <a:lnTo>
                    <a:pt x="10585495" y="1276380"/>
                  </a:lnTo>
                  <a:lnTo>
                    <a:pt x="10473018" y="1282594"/>
                  </a:lnTo>
                  <a:lnTo>
                    <a:pt x="10358902" y="1289758"/>
                  </a:lnTo>
                  <a:lnTo>
                    <a:pt x="10246372" y="1297854"/>
                  </a:lnTo>
                  <a:lnTo>
                    <a:pt x="10137883" y="1306877"/>
                  </a:lnTo>
                  <a:lnTo>
                    <a:pt x="10035096" y="1316842"/>
                  </a:lnTo>
                  <a:lnTo>
                    <a:pt x="9938950" y="1327796"/>
                  </a:lnTo>
                  <a:lnTo>
                    <a:pt x="9849803" y="1339811"/>
                  </a:lnTo>
                  <a:lnTo>
                    <a:pt x="9767565" y="1352991"/>
                  </a:lnTo>
                  <a:lnTo>
                    <a:pt x="9691843" y="1367471"/>
                  </a:lnTo>
                  <a:lnTo>
                    <a:pt x="9622041" y="1383406"/>
                  </a:lnTo>
                  <a:lnTo>
                    <a:pt x="9557448" y="1400974"/>
                  </a:lnTo>
                  <a:lnTo>
                    <a:pt x="9497301" y="1420359"/>
                  </a:lnTo>
                  <a:lnTo>
                    <a:pt x="9440832" y="1441735"/>
                  </a:lnTo>
                  <a:lnTo>
                    <a:pt x="9387310" y="1465239"/>
                  </a:lnTo>
                  <a:lnTo>
                    <a:pt x="9347647" y="1484846"/>
                  </a:lnTo>
                  <a:lnTo>
                    <a:pt x="9293214" y="1514874"/>
                  </a:lnTo>
                  <a:lnTo>
                    <a:pt x="9240348" y="1547567"/>
                  </a:lnTo>
                  <a:lnTo>
                    <a:pt x="9188533" y="1582974"/>
                  </a:lnTo>
                  <a:lnTo>
                    <a:pt x="9137374" y="1621077"/>
                  </a:lnTo>
                  <a:lnTo>
                    <a:pt x="9086576" y="1661784"/>
                  </a:lnTo>
                  <a:lnTo>
                    <a:pt x="9035928" y="1704923"/>
                  </a:lnTo>
                  <a:lnTo>
                    <a:pt x="8985292" y="1750237"/>
                  </a:lnTo>
                  <a:lnTo>
                    <a:pt x="8934591" y="1797393"/>
                  </a:lnTo>
                  <a:lnTo>
                    <a:pt x="8883799" y="1845982"/>
                  </a:lnTo>
                  <a:lnTo>
                    <a:pt x="8832926" y="1895537"/>
                  </a:lnTo>
                  <a:lnTo>
                    <a:pt x="8782010" y="1945552"/>
                  </a:lnTo>
                  <a:lnTo>
                    <a:pt x="8731101" y="1995497"/>
                  </a:lnTo>
                  <a:lnTo>
                    <a:pt x="8680246" y="2044849"/>
                  </a:lnTo>
                  <a:lnTo>
                    <a:pt x="8629478" y="2093107"/>
                  </a:lnTo>
                  <a:lnTo>
                    <a:pt x="8578798" y="2139820"/>
                  </a:lnTo>
                  <a:lnTo>
                    <a:pt x="8528169" y="2184597"/>
                  </a:lnTo>
                  <a:lnTo>
                    <a:pt x="8477498" y="2227124"/>
                  </a:lnTo>
                  <a:lnTo>
                    <a:pt x="8426629" y="2267166"/>
                  </a:lnTo>
                  <a:lnTo>
                    <a:pt x="8375332" y="2304573"/>
                  </a:lnTo>
                  <a:lnTo>
                    <a:pt x="8323285" y="2339273"/>
                  </a:lnTo>
                  <a:lnTo>
                    <a:pt x="8270066" y="2371265"/>
                  </a:lnTo>
                  <a:lnTo>
                    <a:pt x="8229629" y="2393222"/>
                  </a:lnTo>
                  <a:lnTo>
                    <a:pt x="8177926" y="2418408"/>
                  </a:lnTo>
                  <a:lnTo>
                    <a:pt x="8123790" y="2441415"/>
                  </a:lnTo>
                  <a:lnTo>
                    <a:pt x="8066545" y="2462321"/>
                  </a:lnTo>
                  <a:lnTo>
                    <a:pt x="8005447" y="2481274"/>
                  </a:lnTo>
                  <a:lnTo>
                    <a:pt x="7939727" y="2498451"/>
                  </a:lnTo>
                  <a:lnTo>
                    <a:pt x="7868628" y="2514038"/>
                  </a:lnTo>
                  <a:lnTo>
                    <a:pt x="7791459" y="2528207"/>
                  </a:lnTo>
                  <a:lnTo>
                    <a:pt x="7707664" y="2541110"/>
                  </a:lnTo>
                  <a:lnTo>
                    <a:pt x="7616907" y="2552873"/>
                  </a:lnTo>
                  <a:lnTo>
                    <a:pt x="7519189" y="2563595"/>
                  </a:lnTo>
                  <a:lnTo>
                    <a:pt x="7414988" y="2573342"/>
                  </a:lnTo>
                  <a:lnTo>
                    <a:pt x="7305399" y="2582151"/>
                  </a:lnTo>
                  <a:lnTo>
                    <a:pt x="7192259" y="2590035"/>
                  </a:lnTo>
                  <a:lnTo>
                    <a:pt x="7078208" y="2596983"/>
                  </a:lnTo>
                  <a:lnTo>
                    <a:pt x="6966628" y="2602976"/>
                  </a:lnTo>
                  <a:lnTo>
                    <a:pt x="6861415" y="2607998"/>
                  </a:lnTo>
                  <a:lnTo>
                    <a:pt x="6766573" y="2612049"/>
                  </a:lnTo>
                  <a:lnTo>
                    <a:pt x="6685663" y="2615160"/>
                  </a:lnTo>
                  <a:lnTo>
                    <a:pt x="6621222" y="2617402"/>
                  </a:lnTo>
                  <a:lnTo>
                    <a:pt x="6574292" y="2618887"/>
                  </a:lnTo>
                  <a:lnTo>
                    <a:pt x="6544163" y="2619756"/>
                  </a:lnTo>
                  <a:lnTo>
                    <a:pt x="6528374" y="2620172"/>
                  </a:lnTo>
                  <a:lnTo>
                    <a:pt x="6522905" y="2620305"/>
                  </a:lnTo>
                  <a:lnTo>
                    <a:pt x="6522385" y="2620317"/>
                  </a:lnTo>
                  <a:lnTo>
                    <a:pt x="5527445" y="2620317"/>
                  </a:lnTo>
                  <a:lnTo>
                    <a:pt x="5526361" y="2620269"/>
                  </a:lnTo>
                  <a:lnTo>
                    <a:pt x="5519197" y="2619929"/>
                  </a:lnTo>
                  <a:lnTo>
                    <a:pt x="5501020" y="2618990"/>
                  </a:lnTo>
                  <a:lnTo>
                    <a:pt x="5468227" y="2617140"/>
                  </a:lnTo>
                  <a:lnTo>
                    <a:pt x="5418754" y="2614081"/>
                  </a:lnTo>
                  <a:lnTo>
                    <a:pt x="5352220" y="2609555"/>
                  </a:lnTo>
                  <a:lnTo>
                    <a:pt x="5269897" y="2603370"/>
                  </a:lnTo>
                  <a:lnTo>
                    <a:pt x="5174426" y="2595406"/>
                  </a:lnTo>
                  <a:lnTo>
                    <a:pt x="5069345" y="2585614"/>
                  </a:lnTo>
                  <a:lnTo>
                    <a:pt x="4958540" y="2573998"/>
                  </a:lnTo>
                  <a:lnTo>
                    <a:pt x="4845734" y="2560592"/>
                  </a:lnTo>
                  <a:lnTo>
                    <a:pt x="4734122" y="2545431"/>
                  </a:lnTo>
                  <a:lnTo>
                    <a:pt x="4626181" y="2528529"/>
                  </a:lnTo>
                  <a:lnTo>
                    <a:pt x="4523620" y="2509863"/>
                  </a:lnTo>
                  <a:lnTo>
                    <a:pt x="4427447" y="2489357"/>
                  </a:lnTo>
                  <a:lnTo>
                    <a:pt x="4338089" y="2466884"/>
                  </a:lnTo>
                  <a:lnTo>
                    <a:pt x="4255527" y="2442260"/>
                  </a:lnTo>
                  <a:lnTo>
                    <a:pt x="4179426" y="2415248"/>
                  </a:lnTo>
                  <a:lnTo>
                    <a:pt x="4109241" y="2385563"/>
                  </a:lnTo>
                  <a:lnTo>
                    <a:pt x="4044305" y="2352883"/>
                  </a:lnTo>
                  <a:lnTo>
                    <a:pt x="3983886" y="2316867"/>
                  </a:lnTo>
                  <a:lnTo>
                    <a:pt x="3927239" y="2277184"/>
                  </a:lnTo>
                  <a:lnTo>
                    <a:pt x="3873646" y="2233555"/>
                  </a:lnTo>
                  <a:lnTo>
                    <a:pt x="3822451" y="2185833"/>
                  </a:lnTo>
                  <a:lnTo>
                    <a:pt x="3820202" y="2183597"/>
                  </a:lnTo>
                  <a:lnTo>
                    <a:pt x="3774712" y="2135823"/>
                  </a:lnTo>
                  <a:lnTo>
                    <a:pt x="3730378" y="2084506"/>
                  </a:lnTo>
                  <a:lnTo>
                    <a:pt x="3686880" y="2029574"/>
                  </a:lnTo>
                  <a:lnTo>
                    <a:pt x="3643964" y="1971015"/>
                  </a:lnTo>
                  <a:lnTo>
                    <a:pt x="3601426" y="1908881"/>
                  </a:lnTo>
                  <a:lnTo>
                    <a:pt x="3559109" y="1843298"/>
                  </a:lnTo>
                  <a:lnTo>
                    <a:pt x="3516896" y="1774464"/>
                  </a:lnTo>
                  <a:lnTo>
                    <a:pt x="3474702" y="1702657"/>
                  </a:lnTo>
                  <a:lnTo>
                    <a:pt x="3432476" y="1628228"/>
                  </a:lnTo>
                  <a:lnTo>
                    <a:pt x="3390190" y="1551599"/>
                  </a:lnTo>
                  <a:lnTo>
                    <a:pt x="3347841" y="1473255"/>
                  </a:lnTo>
                  <a:lnTo>
                    <a:pt x="3305438" y="1393728"/>
                  </a:lnTo>
                  <a:lnTo>
                    <a:pt x="3263006" y="1313588"/>
                  </a:lnTo>
                  <a:lnTo>
                    <a:pt x="3220573" y="1233422"/>
                  </a:lnTo>
                  <a:lnTo>
                    <a:pt x="3178167" y="1153820"/>
                  </a:lnTo>
                  <a:lnTo>
                    <a:pt x="3135812" y="1075353"/>
                  </a:lnTo>
                  <a:lnTo>
                    <a:pt x="3093521" y="998558"/>
                  </a:lnTo>
                  <a:lnTo>
                    <a:pt x="3051290" y="923924"/>
                  </a:lnTo>
                  <a:lnTo>
                    <a:pt x="3009096" y="851878"/>
                  </a:lnTo>
                  <a:lnTo>
                    <a:pt x="2966886" y="782778"/>
                  </a:lnTo>
                  <a:lnTo>
                    <a:pt x="2924582" y="716908"/>
                  </a:lnTo>
                  <a:lnTo>
                    <a:pt x="2882069" y="654473"/>
                  </a:lnTo>
                  <a:lnTo>
                    <a:pt x="2839193" y="595606"/>
                  </a:lnTo>
                  <a:lnTo>
                    <a:pt x="2795754" y="540364"/>
                  </a:lnTo>
                  <a:lnTo>
                    <a:pt x="2751502" y="488740"/>
                  </a:lnTo>
                  <a:lnTo>
                    <a:pt x="2706126" y="440667"/>
                  </a:lnTo>
                  <a:lnTo>
                    <a:pt x="2702183" y="436719"/>
                  </a:lnTo>
                  <a:lnTo>
                    <a:pt x="2651081" y="388813"/>
                  </a:lnTo>
                  <a:lnTo>
                    <a:pt x="2597610" y="345003"/>
                  </a:lnTo>
                  <a:lnTo>
                    <a:pt x="2541115" y="305148"/>
                  </a:lnTo>
                  <a:lnTo>
                    <a:pt x="2480881" y="268974"/>
                  </a:lnTo>
                  <a:lnTo>
                    <a:pt x="2416163" y="236152"/>
                  </a:lnTo>
                  <a:lnTo>
                    <a:pt x="2346229" y="206340"/>
                  </a:lnTo>
                  <a:lnTo>
                    <a:pt x="2270406" y="179214"/>
                  </a:lnTo>
                  <a:lnTo>
                    <a:pt x="2188143" y="154489"/>
                  </a:lnTo>
                  <a:lnTo>
                    <a:pt x="2099093" y="131924"/>
                  </a:lnTo>
                  <a:lnTo>
                    <a:pt x="2003220" y="111333"/>
                  </a:lnTo>
                  <a:lnTo>
                    <a:pt x="1900929" y="92586"/>
                  </a:lnTo>
                  <a:lnTo>
                    <a:pt x="1793198" y="75606"/>
                  </a:lnTo>
                  <a:lnTo>
                    <a:pt x="1681704" y="60367"/>
                  </a:lnTo>
                  <a:lnTo>
                    <a:pt x="1568887" y="46881"/>
                  </a:lnTo>
                  <a:lnTo>
                    <a:pt x="1457916" y="35184"/>
                  </a:lnTo>
                  <a:lnTo>
                    <a:pt x="1352495" y="25310"/>
                  </a:lnTo>
                  <a:lnTo>
                    <a:pt x="1256513" y="17264"/>
                  </a:lnTo>
                  <a:lnTo>
                    <a:pt x="1173535" y="11001"/>
                  </a:lnTo>
                  <a:lnTo>
                    <a:pt x="1106254" y="6405"/>
                  </a:lnTo>
                  <a:lnTo>
                    <a:pt x="1056010" y="3285"/>
                  </a:lnTo>
                  <a:lnTo>
                    <a:pt x="1022502" y="1387"/>
                  </a:lnTo>
                  <a:lnTo>
                    <a:pt x="1003736" y="414"/>
                  </a:lnTo>
                  <a:lnTo>
                    <a:pt x="996174" y="5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20" name="pl219"/>
            <p:cNvSpPr/>
            <p:nvPr/>
          </p:nvSpPr>
          <p:spPr>
            <a:xfrm>
              <a:off x="1199187" y="3825498"/>
              <a:ext cx="12049831" cy="2620317"/>
            </a:xfrm>
            <a:custGeom>
              <a:avLst/>
              <a:pathLst>
                <a:path w="12049831" h="2620317">
                  <a:moveTo>
                    <a:pt x="0" y="0"/>
                  </a:moveTo>
                  <a:lnTo>
                    <a:pt x="994940" y="0"/>
                  </a:lnTo>
                  <a:lnTo>
                    <a:pt x="996024" y="47"/>
                  </a:lnTo>
                  <a:lnTo>
                    <a:pt x="1003188" y="387"/>
                  </a:lnTo>
                  <a:lnTo>
                    <a:pt x="1021365" y="1326"/>
                  </a:lnTo>
                  <a:lnTo>
                    <a:pt x="1054158" y="3176"/>
                  </a:lnTo>
                  <a:lnTo>
                    <a:pt x="1103631" y="6235"/>
                  </a:lnTo>
                  <a:lnTo>
                    <a:pt x="1170165" y="10761"/>
                  </a:lnTo>
                  <a:lnTo>
                    <a:pt x="1252488" y="16946"/>
                  </a:lnTo>
                  <a:lnTo>
                    <a:pt x="1347959" y="24910"/>
                  </a:lnTo>
                  <a:lnTo>
                    <a:pt x="1453040" y="34702"/>
                  </a:lnTo>
                  <a:lnTo>
                    <a:pt x="1563845" y="46318"/>
                  </a:lnTo>
                  <a:lnTo>
                    <a:pt x="1676651" y="59724"/>
                  </a:lnTo>
                  <a:lnTo>
                    <a:pt x="1788263" y="74885"/>
                  </a:lnTo>
                  <a:lnTo>
                    <a:pt x="1896204" y="91787"/>
                  </a:lnTo>
                  <a:lnTo>
                    <a:pt x="1998765" y="110453"/>
                  </a:lnTo>
                  <a:lnTo>
                    <a:pt x="2094938" y="130959"/>
                  </a:lnTo>
                  <a:lnTo>
                    <a:pt x="2184296" y="153432"/>
                  </a:lnTo>
                  <a:lnTo>
                    <a:pt x="2266858" y="178056"/>
                  </a:lnTo>
                  <a:lnTo>
                    <a:pt x="2342959" y="205068"/>
                  </a:lnTo>
                  <a:lnTo>
                    <a:pt x="2413144" y="234753"/>
                  </a:lnTo>
                  <a:lnTo>
                    <a:pt x="2478080" y="267433"/>
                  </a:lnTo>
                  <a:lnTo>
                    <a:pt x="2538499" y="303449"/>
                  </a:lnTo>
                  <a:lnTo>
                    <a:pt x="2595146" y="343133"/>
                  </a:lnTo>
                  <a:lnTo>
                    <a:pt x="2648739" y="386761"/>
                  </a:lnTo>
                  <a:lnTo>
                    <a:pt x="2699934" y="434483"/>
                  </a:lnTo>
                  <a:lnTo>
                    <a:pt x="2702183" y="436719"/>
                  </a:lnTo>
                  <a:lnTo>
                    <a:pt x="2747673" y="484493"/>
                  </a:lnTo>
                  <a:lnTo>
                    <a:pt x="2792007" y="535810"/>
                  </a:lnTo>
                  <a:lnTo>
                    <a:pt x="2835505" y="590742"/>
                  </a:lnTo>
                  <a:lnTo>
                    <a:pt x="2878421" y="649301"/>
                  </a:lnTo>
                  <a:lnTo>
                    <a:pt x="2920959" y="711435"/>
                  </a:lnTo>
                  <a:lnTo>
                    <a:pt x="2963276" y="777018"/>
                  </a:lnTo>
                  <a:lnTo>
                    <a:pt x="3005489" y="845852"/>
                  </a:lnTo>
                  <a:lnTo>
                    <a:pt x="3047683" y="917659"/>
                  </a:lnTo>
                  <a:lnTo>
                    <a:pt x="3089909" y="992088"/>
                  </a:lnTo>
                  <a:lnTo>
                    <a:pt x="3132195" y="1068717"/>
                  </a:lnTo>
                  <a:lnTo>
                    <a:pt x="3174544" y="1147062"/>
                  </a:lnTo>
                  <a:lnTo>
                    <a:pt x="3216947" y="1226588"/>
                  </a:lnTo>
                  <a:lnTo>
                    <a:pt x="3259379" y="1306728"/>
                  </a:lnTo>
                  <a:lnTo>
                    <a:pt x="3301812" y="1386894"/>
                  </a:lnTo>
                  <a:lnTo>
                    <a:pt x="3344218" y="1466496"/>
                  </a:lnTo>
                  <a:lnTo>
                    <a:pt x="3386573" y="1544963"/>
                  </a:lnTo>
                  <a:lnTo>
                    <a:pt x="3428864" y="1621758"/>
                  </a:lnTo>
                  <a:lnTo>
                    <a:pt x="3471095" y="1696392"/>
                  </a:lnTo>
                  <a:lnTo>
                    <a:pt x="3513289" y="1768438"/>
                  </a:lnTo>
                  <a:lnTo>
                    <a:pt x="3555499" y="1837538"/>
                  </a:lnTo>
                  <a:lnTo>
                    <a:pt x="3597803" y="1903408"/>
                  </a:lnTo>
                  <a:lnTo>
                    <a:pt x="3640316" y="1965843"/>
                  </a:lnTo>
                  <a:lnTo>
                    <a:pt x="3683192" y="2024710"/>
                  </a:lnTo>
                  <a:lnTo>
                    <a:pt x="3726631" y="2079952"/>
                  </a:lnTo>
                  <a:lnTo>
                    <a:pt x="3770883" y="2131576"/>
                  </a:lnTo>
                  <a:lnTo>
                    <a:pt x="3816259" y="2179649"/>
                  </a:lnTo>
                  <a:lnTo>
                    <a:pt x="3820202" y="2183597"/>
                  </a:lnTo>
                  <a:lnTo>
                    <a:pt x="3871304" y="2231503"/>
                  </a:lnTo>
                  <a:lnTo>
                    <a:pt x="3924775" y="2275313"/>
                  </a:lnTo>
                  <a:lnTo>
                    <a:pt x="3981270" y="2315168"/>
                  </a:lnTo>
                  <a:lnTo>
                    <a:pt x="4041504" y="2351342"/>
                  </a:lnTo>
                  <a:lnTo>
                    <a:pt x="4106222" y="2384164"/>
                  </a:lnTo>
                  <a:lnTo>
                    <a:pt x="4176156" y="2413976"/>
                  </a:lnTo>
                  <a:lnTo>
                    <a:pt x="4251979" y="2441102"/>
                  </a:lnTo>
                  <a:lnTo>
                    <a:pt x="4334242" y="2465828"/>
                  </a:lnTo>
                  <a:lnTo>
                    <a:pt x="4423292" y="2488392"/>
                  </a:lnTo>
                  <a:lnTo>
                    <a:pt x="4519165" y="2508983"/>
                  </a:lnTo>
                  <a:lnTo>
                    <a:pt x="4621456" y="2527730"/>
                  </a:lnTo>
                  <a:lnTo>
                    <a:pt x="4729187" y="2544710"/>
                  </a:lnTo>
                  <a:lnTo>
                    <a:pt x="4840681" y="2559949"/>
                  </a:lnTo>
                  <a:lnTo>
                    <a:pt x="4953498" y="2573435"/>
                  </a:lnTo>
                  <a:lnTo>
                    <a:pt x="5064469" y="2585132"/>
                  </a:lnTo>
                  <a:lnTo>
                    <a:pt x="5169890" y="2595006"/>
                  </a:lnTo>
                  <a:lnTo>
                    <a:pt x="5265872" y="2603052"/>
                  </a:lnTo>
                  <a:lnTo>
                    <a:pt x="5348850" y="2609315"/>
                  </a:lnTo>
                  <a:lnTo>
                    <a:pt x="5416131" y="2613911"/>
                  </a:lnTo>
                  <a:lnTo>
                    <a:pt x="5466375" y="2617031"/>
                  </a:lnTo>
                  <a:lnTo>
                    <a:pt x="5499883" y="2618929"/>
                  </a:lnTo>
                  <a:lnTo>
                    <a:pt x="5518649" y="2619902"/>
                  </a:lnTo>
                  <a:lnTo>
                    <a:pt x="5526211" y="2620262"/>
                  </a:lnTo>
                  <a:lnTo>
                    <a:pt x="5527445" y="2620317"/>
                  </a:lnTo>
                  <a:lnTo>
                    <a:pt x="5527445" y="2620317"/>
                  </a:lnTo>
                  <a:lnTo>
                    <a:pt x="6522385" y="2620317"/>
                  </a:lnTo>
                  <a:lnTo>
                    <a:pt x="6523507" y="2620291"/>
                  </a:lnTo>
                  <a:lnTo>
                    <a:pt x="6530912" y="2620108"/>
                  </a:lnTo>
                  <a:lnTo>
                    <a:pt x="6549685" y="2619603"/>
                  </a:lnTo>
                  <a:lnTo>
                    <a:pt x="6583508" y="2618606"/>
                  </a:lnTo>
                  <a:lnTo>
                    <a:pt x="6634453" y="2616960"/>
                  </a:lnTo>
                  <a:lnTo>
                    <a:pt x="6702820" y="2614527"/>
                  </a:lnTo>
                  <a:lnTo>
                    <a:pt x="6787193" y="2611205"/>
                  </a:lnTo>
                  <a:lnTo>
                    <a:pt x="6884752" y="2606934"/>
                  </a:lnTo>
                  <a:lnTo>
                    <a:pt x="6991781" y="2601688"/>
                  </a:lnTo>
                  <a:lnTo>
                    <a:pt x="7104258" y="2595474"/>
                  </a:lnTo>
                  <a:lnTo>
                    <a:pt x="7218374" y="2588310"/>
                  </a:lnTo>
                  <a:lnTo>
                    <a:pt x="7330905" y="2580214"/>
                  </a:lnTo>
                  <a:lnTo>
                    <a:pt x="7439393" y="2571192"/>
                  </a:lnTo>
                  <a:lnTo>
                    <a:pt x="7542181" y="2561226"/>
                  </a:lnTo>
                  <a:lnTo>
                    <a:pt x="7638326" y="2550273"/>
                  </a:lnTo>
                  <a:lnTo>
                    <a:pt x="7727474" y="2538258"/>
                  </a:lnTo>
                  <a:lnTo>
                    <a:pt x="7809711" y="2525077"/>
                  </a:lnTo>
                  <a:lnTo>
                    <a:pt x="7885433" y="2510598"/>
                  </a:lnTo>
                  <a:lnTo>
                    <a:pt x="7955235" y="2494662"/>
                  </a:lnTo>
                  <a:lnTo>
                    <a:pt x="8019829" y="2477094"/>
                  </a:lnTo>
                  <a:lnTo>
                    <a:pt x="8079976" y="2457709"/>
                  </a:lnTo>
                  <a:lnTo>
                    <a:pt x="8136444" y="2436333"/>
                  </a:lnTo>
                  <a:lnTo>
                    <a:pt x="8189966" y="2412830"/>
                  </a:lnTo>
                  <a:lnTo>
                    <a:pt x="8229629" y="2393222"/>
                  </a:lnTo>
                  <a:lnTo>
                    <a:pt x="8284062" y="2363194"/>
                  </a:lnTo>
                  <a:lnTo>
                    <a:pt x="8336928" y="2330501"/>
                  </a:lnTo>
                  <a:lnTo>
                    <a:pt x="8388744" y="2295094"/>
                  </a:lnTo>
                  <a:lnTo>
                    <a:pt x="8439903" y="2256991"/>
                  </a:lnTo>
                  <a:lnTo>
                    <a:pt x="8490701" y="2216284"/>
                  </a:lnTo>
                  <a:lnTo>
                    <a:pt x="8541349" y="2173145"/>
                  </a:lnTo>
                  <a:lnTo>
                    <a:pt x="8591984" y="2127831"/>
                  </a:lnTo>
                  <a:lnTo>
                    <a:pt x="8642685" y="2080675"/>
                  </a:lnTo>
                  <a:lnTo>
                    <a:pt x="8693478" y="2032087"/>
                  </a:lnTo>
                  <a:lnTo>
                    <a:pt x="8744351" y="1982531"/>
                  </a:lnTo>
                  <a:lnTo>
                    <a:pt x="8795266" y="1932517"/>
                  </a:lnTo>
                  <a:lnTo>
                    <a:pt x="8846176" y="1882571"/>
                  </a:lnTo>
                  <a:lnTo>
                    <a:pt x="8897030" y="1833220"/>
                  </a:lnTo>
                  <a:lnTo>
                    <a:pt x="8947799" y="1784961"/>
                  </a:lnTo>
                  <a:lnTo>
                    <a:pt x="8998478" y="1738248"/>
                  </a:lnTo>
                  <a:lnTo>
                    <a:pt x="9049108" y="1693471"/>
                  </a:lnTo>
                  <a:lnTo>
                    <a:pt x="9099779" y="1650944"/>
                  </a:lnTo>
                  <a:lnTo>
                    <a:pt x="9150647" y="1610902"/>
                  </a:lnTo>
                  <a:lnTo>
                    <a:pt x="9201945" y="1573495"/>
                  </a:lnTo>
                  <a:lnTo>
                    <a:pt x="9253991" y="1538796"/>
                  </a:lnTo>
                  <a:lnTo>
                    <a:pt x="9307210" y="1506803"/>
                  </a:lnTo>
                  <a:lnTo>
                    <a:pt x="9347647" y="1484846"/>
                  </a:lnTo>
                  <a:lnTo>
                    <a:pt x="9399351" y="1459660"/>
                  </a:lnTo>
                  <a:lnTo>
                    <a:pt x="9453487" y="1436653"/>
                  </a:lnTo>
                  <a:lnTo>
                    <a:pt x="9510732" y="1415747"/>
                  </a:lnTo>
                  <a:lnTo>
                    <a:pt x="9571829" y="1396795"/>
                  </a:lnTo>
                  <a:lnTo>
                    <a:pt x="9637550" y="1379617"/>
                  </a:lnTo>
                  <a:lnTo>
                    <a:pt x="9708649" y="1364030"/>
                  </a:lnTo>
                  <a:lnTo>
                    <a:pt x="9785817" y="1349861"/>
                  </a:lnTo>
                  <a:lnTo>
                    <a:pt x="9869612" y="1336959"/>
                  </a:lnTo>
                  <a:lnTo>
                    <a:pt x="9960370" y="1325195"/>
                  </a:lnTo>
                  <a:lnTo>
                    <a:pt x="10058087" y="1314473"/>
                  </a:lnTo>
                  <a:lnTo>
                    <a:pt x="10162288" y="1304727"/>
                  </a:lnTo>
                  <a:lnTo>
                    <a:pt x="10271878" y="1295917"/>
                  </a:lnTo>
                  <a:lnTo>
                    <a:pt x="10385018" y="1288033"/>
                  </a:lnTo>
                  <a:lnTo>
                    <a:pt x="10499069" y="1281085"/>
                  </a:lnTo>
                  <a:lnTo>
                    <a:pt x="10610649" y="1275092"/>
                  </a:lnTo>
                  <a:lnTo>
                    <a:pt x="10715861" y="1270070"/>
                  </a:lnTo>
                  <a:lnTo>
                    <a:pt x="10810703" y="1266019"/>
                  </a:lnTo>
                  <a:lnTo>
                    <a:pt x="10891614" y="1262908"/>
                  </a:lnTo>
                  <a:lnTo>
                    <a:pt x="10956054" y="1260666"/>
                  </a:lnTo>
                  <a:lnTo>
                    <a:pt x="11002984" y="1259182"/>
                  </a:lnTo>
                  <a:lnTo>
                    <a:pt x="11033114" y="1258313"/>
                  </a:lnTo>
                  <a:lnTo>
                    <a:pt x="11048902" y="1257896"/>
                  </a:lnTo>
                  <a:lnTo>
                    <a:pt x="11054371" y="1257763"/>
                  </a:lnTo>
                  <a:lnTo>
                    <a:pt x="11054891" y="1257752"/>
                  </a:lnTo>
                  <a:lnTo>
                    <a:pt x="12049831" y="1257752"/>
                  </a:lnTo>
                  <a:lnTo>
                    <a:pt x="12049831" y="12577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1" name="pl220"/>
            <p:cNvSpPr/>
            <p:nvPr/>
          </p:nvSpPr>
          <p:spPr>
            <a:xfrm>
              <a:off x="1199187" y="3820257"/>
              <a:ext cx="12049831" cy="2620317"/>
            </a:xfrm>
            <a:custGeom>
              <a:avLst/>
              <a:pathLst>
                <a:path w="12049831" h="2620317">
                  <a:moveTo>
                    <a:pt x="12049831" y="1257752"/>
                  </a:moveTo>
                  <a:lnTo>
                    <a:pt x="11054891" y="1257752"/>
                  </a:lnTo>
                  <a:lnTo>
                    <a:pt x="11053769" y="1257777"/>
                  </a:lnTo>
                  <a:lnTo>
                    <a:pt x="11046364" y="1257960"/>
                  </a:lnTo>
                  <a:lnTo>
                    <a:pt x="11027592" y="1258466"/>
                  </a:lnTo>
                  <a:lnTo>
                    <a:pt x="10993768" y="1259462"/>
                  </a:lnTo>
                  <a:lnTo>
                    <a:pt x="10942823" y="1261108"/>
                  </a:lnTo>
                  <a:lnTo>
                    <a:pt x="10874456" y="1263541"/>
                  </a:lnTo>
                  <a:lnTo>
                    <a:pt x="10790084" y="1266863"/>
                  </a:lnTo>
                  <a:lnTo>
                    <a:pt x="10692525" y="1271135"/>
                  </a:lnTo>
                  <a:lnTo>
                    <a:pt x="10585495" y="1276380"/>
                  </a:lnTo>
                  <a:lnTo>
                    <a:pt x="10473018" y="1282594"/>
                  </a:lnTo>
                  <a:lnTo>
                    <a:pt x="10358902" y="1289758"/>
                  </a:lnTo>
                  <a:lnTo>
                    <a:pt x="10246372" y="1297854"/>
                  </a:lnTo>
                  <a:lnTo>
                    <a:pt x="10137883" y="1306877"/>
                  </a:lnTo>
                  <a:lnTo>
                    <a:pt x="10035096" y="1316842"/>
                  </a:lnTo>
                  <a:lnTo>
                    <a:pt x="9938950" y="1327796"/>
                  </a:lnTo>
                  <a:lnTo>
                    <a:pt x="9849803" y="1339811"/>
                  </a:lnTo>
                  <a:lnTo>
                    <a:pt x="9767565" y="1352991"/>
                  </a:lnTo>
                  <a:lnTo>
                    <a:pt x="9691843" y="1367471"/>
                  </a:lnTo>
                  <a:lnTo>
                    <a:pt x="9622041" y="1383406"/>
                  </a:lnTo>
                  <a:lnTo>
                    <a:pt x="9557448" y="1400974"/>
                  </a:lnTo>
                  <a:lnTo>
                    <a:pt x="9497301" y="1420359"/>
                  </a:lnTo>
                  <a:lnTo>
                    <a:pt x="9440832" y="1441735"/>
                  </a:lnTo>
                  <a:lnTo>
                    <a:pt x="9387310" y="1465239"/>
                  </a:lnTo>
                  <a:lnTo>
                    <a:pt x="9347647" y="1484846"/>
                  </a:lnTo>
                  <a:lnTo>
                    <a:pt x="9293214" y="1514874"/>
                  </a:lnTo>
                  <a:lnTo>
                    <a:pt x="9240348" y="1547567"/>
                  </a:lnTo>
                  <a:lnTo>
                    <a:pt x="9188533" y="1582974"/>
                  </a:lnTo>
                  <a:lnTo>
                    <a:pt x="9137374" y="1621077"/>
                  </a:lnTo>
                  <a:lnTo>
                    <a:pt x="9086576" y="1661784"/>
                  </a:lnTo>
                  <a:lnTo>
                    <a:pt x="9035928" y="1704923"/>
                  </a:lnTo>
                  <a:lnTo>
                    <a:pt x="8985292" y="1750237"/>
                  </a:lnTo>
                  <a:lnTo>
                    <a:pt x="8934591" y="1797393"/>
                  </a:lnTo>
                  <a:lnTo>
                    <a:pt x="8883799" y="1845982"/>
                  </a:lnTo>
                  <a:lnTo>
                    <a:pt x="8832926" y="1895537"/>
                  </a:lnTo>
                  <a:lnTo>
                    <a:pt x="8782010" y="1945552"/>
                  </a:lnTo>
                  <a:lnTo>
                    <a:pt x="8731101" y="1995497"/>
                  </a:lnTo>
                  <a:lnTo>
                    <a:pt x="8680246" y="2044849"/>
                  </a:lnTo>
                  <a:lnTo>
                    <a:pt x="8629478" y="2093107"/>
                  </a:lnTo>
                  <a:lnTo>
                    <a:pt x="8578798" y="2139820"/>
                  </a:lnTo>
                  <a:lnTo>
                    <a:pt x="8528169" y="2184597"/>
                  </a:lnTo>
                  <a:lnTo>
                    <a:pt x="8477498" y="2227124"/>
                  </a:lnTo>
                  <a:lnTo>
                    <a:pt x="8426629" y="2267166"/>
                  </a:lnTo>
                  <a:lnTo>
                    <a:pt x="8375332" y="2304573"/>
                  </a:lnTo>
                  <a:lnTo>
                    <a:pt x="8323285" y="2339273"/>
                  </a:lnTo>
                  <a:lnTo>
                    <a:pt x="8270066" y="2371265"/>
                  </a:lnTo>
                  <a:lnTo>
                    <a:pt x="8229629" y="2393222"/>
                  </a:lnTo>
                  <a:lnTo>
                    <a:pt x="8177926" y="2418408"/>
                  </a:lnTo>
                  <a:lnTo>
                    <a:pt x="8123790" y="2441415"/>
                  </a:lnTo>
                  <a:lnTo>
                    <a:pt x="8066545" y="2462321"/>
                  </a:lnTo>
                  <a:lnTo>
                    <a:pt x="8005447" y="2481274"/>
                  </a:lnTo>
                  <a:lnTo>
                    <a:pt x="7939727" y="2498451"/>
                  </a:lnTo>
                  <a:lnTo>
                    <a:pt x="7868628" y="2514038"/>
                  </a:lnTo>
                  <a:lnTo>
                    <a:pt x="7791459" y="2528207"/>
                  </a:lnTo>
                  <a:lnTo>
                    <a:pt x="7707664" y="2541110"/>
                  </a:lnTo>
                  <a:lnTo>
                    <a:pt x="7616907" y="2552873"/>
                  </a:lnTo>
                  <a:lnTo>
                    <a:pt x="7519189" y="2563595"/>
                  </a:lnTo>
                  <a:lnTo>
                    <a:pt x="7414988" y="2573342"/>
                  </a:lnTo>
                  <a:lnTo>
                    <a:pt x="7305399" y="2582151"/>
                  </a:lnTo>
                  <a:lnTo>
                    <a:pt x="7192259" y="2590035"/>
                  </a:lnTo>
                  <a:lnTo>
                    <a:pt x="7078208" y="2596983"/>
                  </a:lnTo>
                  <a:lnTo>
                    <a:pt x="6966628" y="2602976"/>
                  </a:lnTo>
                  <a:lnTo>
                    <a:pt x="6861415" y="2607998"/>
                  </a:lnTo>
                  <a:lnTo>
                    <a:pt x="6766573" y="2612049"/>
                  </a:lnTo>
                  <a:lnTo>
                    <a:pt x="6685663" y="2615160"/>
                  </a:lnTo>
                  <a:lnTo>
                    <a:pt x="6621222" y="2617402"/>
                  </a:lnTo>
                  <a:lnTo>
                    <a:pt x="6574292" y="2618887"/>
                  </a:lnTo>
                  <a:lnTo>
                    <a:pt x="6544163" y="2619756"/>
                  </a:lnTo>
                  <a:lnTo>
                    <a:pt x="6528374" y="2620172"/>
                  </a:lnTo>
                  <a:lnTo>
                    <a:pt x="6522905" y="2620305"/>
                  </a:lnTo>
                  <a:lnTo>
                    <a:pt x="6522385" y="2620317"/>
                  </a:lnTo>
                  <a:lnTo>
                    <a:pt x="5527445" y="2620317"/>
                  </a:lnTo>
                  <a:lnTo>
                    <a:pt x="5526361" y="2620269"/>
                  </a:lnTo>
                  <a:lnTo>
                    <a:pt x="5519197" y="2619929"/>
                  </a:lnTo>
                  <a:lnTo>
                    <a:pt x="5501020" y="2618990"/>
                  </a:lnTo>
                  <a:lnTo>
                    <a:pt x="5468227" y="2617140"/>
                  </a:lnTo>
                  <a:lnTo>
                    <a:pt x="5418754" y="2614081"/>
                  </a:lnTo>
                  <a:lnTo>
                    <a:pt x="5352220" y="2609555"/>
                  </a:lnTo>
                  <a:lnTo>
                    <a:pt x="5269897" y="2603370"/>
                  </a:lnTo>
                  <a:lnTo>
                    <a:pt x="5174426" y="2595406"/>
                  </a:lnTo>
                  <a:lnTo>
                    <a:pt x="5069345" y="2585614"/>
                  </a:lnTo>
                  <a:lnTo>
                    <a:pt x="4958540" y="2573998"/>
                  </a:lnTo>
                  <a:lnTo>
                    <a:pt x="4845734" y="2560592"/>
                  </a:lnTo>
                  <a:lnTo>
                    <a:pt x="4734122" y="2545431"/>
                  </a:lnTo>
                  <a:lnTo>
                    <a:pt x="4626181" y="2528529"/>
                  </a:lnTo>
                  <a:lnTo>
                    <a:pt x="4523620" y="2509863"/>
                  </a:lnTo>
                  <a:lnTo>
                    <a:pt x="4427447" y="2489357"/>
                  </a:lnTo>
                  <a:lnTo>
                    <a:pt x="4338089" y="2466884"/>
                  </a:lnTo>
                  <a:lnTo>
                    <a:pt x="4255527" y="2442260"/>
                  </a:lnTo>
                  <a:lnTo>
                    <a:pt x="4179426" y="2415248"/>
                  </a:lnTo>
                  <a:lnTo>
                    <a:pt x="4109241" y="2385563"/>
                  </a:lnTo>
                  <a:lnTo>
                    <a:pt x="4044305" y="2352883"/>
                  </a:lnTo>
                  <a:lnTo>
                    <a:pt x="3983886" y="2316867"/>
                  </a:lnTo>
                  <a:lnTo>
                    <a:pt x="3927239" y="2277184"/>
                  </a:lnTo>
                  <a:lnTo>
                    <a:pt x="3873646" y="2233555"/>
                  </a:lnTo>
                  <a:lnTo>
                    <a:pt x="3822451" y="2185833"/>
                  </a:lnTo>
                  <a:lnTo>
                    <a:pt x="3820202" y="2183597"/>
                  </a:lnTo>
                  <a:lnTo>
                    <a:pt x="3774712" y="2135823"/>
                  </a:lnTo>
                  <a:lnTo>
                    <a:pt x="3730378" y="2084506"/>
                  </a:lnTo>
                  <a:lnTo>
                    <a:pt x="3686880" y="2029574"/>
                  </a:lnTo>
                  <a:lnTo>
                    <a:pt x="3643964" y="1971015"/>
                  </a:lnTo>
                  <a:lnTo>
                    <a:pt x="3601426" y="1908881"/>
                  </a:lnTo>
                  <a:lnTo>
                    <a:pt x="3559109" y="1843298"/>
                  </a:lnTo>
                  <a:lnTo>
                    <a:pt x="3516896" y="1774464"/>
                  </a:lnTo>
                  <a:lnTo>
                    <a:pt x="3474702" y="1702657"/>
                  </a:lnTo>
                  <a:lnTo>
                    <a:pt x="3432476" y="1628228"/>
                  </a:lnTo>
                  <a:lnTo>
                    <a:pt x="3390190" y="1551599"/>
                  </a:lnTo>
                  <a:lnTo>
                    <a:pt x="3347841" y="1473255"/>
                  </a:lnTo>
                  <a:lnTo>
                    <a:pt x="3305438" y="1393728"/>
                  </a:lnTo>
                  <a:lnTo>
                    <a:pt x="3263006" y="1313588"/>
                  </a:lnTo>
                  <a:lnTo>
                    <a:pt x="3220573" y="1233422"/>
                  </a:lnTo>
                  <a:lnTo>
                    <a:pt x="3178167" y="1153820"/>
                  </a:lnTo>
                  <a:lnTo>
                    <a:pt x="3135812" y="1075353"/>
                  </a:lnTo>
                  <a:lnTo>
                    <a:pt x="3093521" y="998558"/>
                  </a:lnTo>
                  <a:lnTo>
                    <a:pt x="3051290" y="923924"/>
                  </a:lnTo>
                  <a:lnTo>
                    <a:pt x="3009096" y="851878"/>
                  </a:lnTo>
                  <a:lnTo>
                    <a:pt x="2966886" y="782778"/>
                  </a:lnTo>
                  <a:lnTo>
                    <a:pt x="2924582" y="716908"/>
                  </a:lnTo>
                  <a:lnTo>
                    <a:pt x="2882069" y="654473"/>
                  </a:lnTo>
                  <a:lnTo>
                    <a:pt x="2839193" y="595606"/>
                  </a:lnTo>
                  <a:lnTo>
                    <a:pt x="2795754" y="540364"/>
                  </a:lnTo>
                  <a:lnTo>
                    <a:pt x="2751502" y="488740"/>
                  </a:lnTo>
                  <a:lnTo>
                    <a:pt x="2706126" y="440667"/>
                  </a:lnTo>
                  <a:lnTo>
                    <a:pt x="2702183" y="436719"/>
                  </a:lnTo>
                  <a:lnTo>
                    <a:pt x="2651081" y="388813"/>
                  </a:lnTo>
                  <a:lnTo>
                    <a:pt x="2597610" y="345003"/>
                  </a:lnTo>
                  <a:lnTo>
                    <a:pt x="2541115" y="305148"/>
                  </a:lnTo>
                  <a:lnTo>
                    <a:pt x="2480881" y="268974"/>
                  </a:lnTo>
                  <a:lnTo>
                    <a:pt x="2416163" y="236152"/>
                  </a:lnTo>
                  <a:lnTo>
                    <a:pt x="2346229" y="206340"/>
                  </a:lnTo>
                  <a:lnTo>
                    <a:pt x="2270406" y="179214"/>
                  </a:lnTo>
                  <a:lnTo>
                    <a:pt x="2188143" y="154489"/>
                  </a:lnTo>
                  <a:lnTo>
                    <a:pt x="2099093" y="131924"/>
                  </a:lnTo>
                  <a:lnTo>
                    <a:pt x="2003220" y="111333"/>
                  </a:lnTo>
                  <a:lnTo>
                    <a:pt x="1900929" y="92586"/>
                  </a:lnTo>
                  <a:lnTo>
                    <a:pt x="1793198" y="75606"/>
                  </a:lnTo>
                  <a:lnTo>
                    <a:pt x="1681704" y="60367"/>
                  </a:lnTo>
                  <a:lnTo>
                    <a:pt x="1568887" y="46881"/>
                  </a:lnTo>
                  <a:lnTo>
                    <a:pt x="1457916" y="35184"/>
                  </a:lnTo>
                  <a:lnTo>
                    <a:pt x="1352495" y="25310"/>
                  </a:lnTo>
                  <a:lnTo>
                    <a:pt x="1256513" y="17264"/>
                  </a:lnTo>
                  <a:lnTo>
                    <a:pt x="1173535" y="11001"/>
                  </a:lnTo>
                  <a:lnTo>
                    <a:pt x="1106254" y="6405"/>
                  </a:lnTo>
                  <a:lnTo>
                    <a:pt x="1056010" y="3285"/>
                  </a:lnTo>
                  <a:lnTo>
                    <a:pt x="1022502" y="1387"/>
                  </a:lnTo>
                  <a:lnTo>
                    <a:pt x="1003736" y="414"/>
                  </a:lnTo>
                  <a:lnTo>
                    <a:pt x="996174" y="54"/>
                  </a:lnTo>
                  <a:lnTo>
                    <a:pt x="994940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2" name="pg221"/>
            <p:cNvSpPr/>
            <p:nvPr/>
          </p:nvSpPr>
          <p:spPr>
            <a:xfrm>
              <a:off x="1199187" y="3825498"/>
              <a:ext cx="12049831" cy="2636038"/>
            </a:xfrm>
            <a:custGeom>
              <a:avLst/>
              <a:pathLst>
                <a:path w="12049831" h="2636038">
                  <a:moveTo>
                    <a:pt x="0" y="5240"/>
                  </a:moveTo>
                  <a:lnTo>
                    <a:pt x="994940" y="5240"/>
                  </a:lnTo>
                  <a:lnTo>
                    <a:pt x="996024" y="5288"/>
                  </a:lnTo>
                  <a:lnTo>
                    <a:pt x="1003185" y="5629"/>
                  </a:lnTo>
                  <a:lnTo>
                    <a:pt x="1021356" y="6571"/>
                  </a:lnTo>
                  <a:lnTo>
                    <a:pt x="1054138" y="8428"/>
                  </a:lnTo>
                  <a:lnTo>
                    <a:pt x="1103596" y="11499"/>
                  </a:lnTo>
                  <a:lnTo>
                    <a:pt x="1170110" y="16040"/>
                  </a:lnTo>
                  <a:lnTo>
                    <a:pt x="1252411" y="22248"/>
                  </a:lnTo>
                  <a:lnTo>
                    <a:pt x="1347860" y="30241"/>
                  </a:lnTo>
                  <a:lnTo>
                    <a:pt x="1452919" y="40070"/>
                  </a:lnTo>
                  <a:lnTo>
                    <a:pt x="1563706" y="51729"/>
                  </a:lnTo>
                  <a:lnTo>
                    <a:pt x="1676499" y="65184"/>
                  </a:lnTo>
                  <a:lnTo>
                    <a:pt x="1788100" y="80402"/>
                  </a:lnTo>
                  <a:lnTo>
                    <a:pt x="1896035" y="97366"/>
                  </a:lnTo>
                  <a:lnTo>
                    <a:pt x="1998594" y="116102"/>
                  </a:lnTo>
                  <a:lnTo>
                    <a:pt x="2094767" y="136684"/>
                  </a:lnTo>
                  <a:lnTo>
                    <a:pt x="2184127" y="159240"/>
                  </a:lnTo>
                  <a:lnTo>
                    <a:pt x="2266692" y="183954"/>
                  </a:lnTo>
                  <a:lnTo>
                    <a:pt x="2342798" y="211066"/>
                  </a:lnTo>
                  <a:lnTo>
                    <a:pt x="2412986" y="240860"/>
                  </a:lnTo>
                  <a:lnTo>
                    <a:pt x="2477926" y="273659"/>
                  </a:lnTo>
                  <a:lnTo>
                    <a:pt x="2538348" y="309805"/>
                  </a:lnTo>
                  <a:lnTo>
                    <a:pt x="2594997" y="349633"/>
                  </a:lnTo>
                  <a:lnTo>
                    <a:pt x="2648591" y="393419"/>
                  </a:lnTo>
                  <a:lnTo>
                    <a:pt x="2699786" y="441314"/>
                  </a:lnTo>
                  <a:lnTo>
                    <a:pt x="2702183" y="443707"/>
                  </a:lnTo>
                  <a:lnTo>
                    <a:pt x="2747609" y="491601"/>
                  </a:lnTo>
                  <a:lnTo>
                    <a:pt x="2791883" y="543043"/>
                  </a:lnTo>
                  <a:lnTo>
                    <a:pt x="2835321" y="598104"/>
                  </a:lnTo>
                  <a:lnTo>
                    <a:pt x="2878179" y="656796"/>
                  </a:lnTo>
                  <a:lnTo>
                    <a:pt x="2920659" y="719067"/>
                  </a:lnTo>
                  <a:lnTo>
                    <a:pt x="2962917" y="784793"/>
                  </a:lnTo>
                  <a:lnTo>
                    <a:pt x="3005071" y="853776"/>
                  </a:lnTo>
                  <a:lnTo>
                    <a:pt x="3047205" y="925738"/>
                  </a:lnTo>
                  <a:lnTo>
                    <a:pt x="3089370" y="1000329"/>
                  </a:lnTo>
                  <a:lnTo>
                    <a:pt x="3131595" y="1077129"/>
                  </a:lnTo>
                  <a:lnTo>
                    <a:pt x="3173884" y="1155654"/>
                  </a:lnTo>
                  <a:lnTo>
                    <a:pt x="3216225" y="1235371"/>
                  </a:lnTo>
                  <a:lnTo>
                    <a:pt x="3258597" y="1315712"/>
                  </a:lnTo>
                  <a:lnTo>
                    <a:pt x="3300971" y="1396089"/>
                  </a:lnTo>
                  <a:lnTo>
                    <a:pt x="3343318" y="1475914"/>
                  </a:lnTo>
                  <a:lnTo>
                    <a:pt x="3385614" y="1554614"/>
                  </a:lnTo>
                  <a:lnTo>
                    <a:pt x="3427846" y="1631652"/>
                  </a:lnTo>
                  <a:lnTo>
                    <a:pt x="3470018" y="1706538"/>
                  </a:lnTo>
                  <a:lnTo>
                    <a:pt x="3512154" y="1778843"/>
                  </a:lnTo>
                  <a:lnTo>
                    <a:pt x="3554302" y="1848207"/>
                  </a:lnTo>
                  <a:lnTo>
                    <a:pt x="3596542" y="1914344"/>
                  </a:lnTo>
                  <a:lnTo>
                    <a:pt x="3638986" y="1977047"/>
                  </a:lnTo>
                  <a:lnTo>
                    <a:pt x="3681788" y="2036181"/>
                  </a:lnTo>
                  <a:lnTo>
                    <a:pt x="3725143" y="2091687"/>
                  </a:lnTo>
                  <a:lnTo>
                    <a:pt x="3769299" y="2143569"/>
                  </a:lnTo>
                  <a:lnTo>
                    <a:pt x="3814564" y="2191893"/>
                  </a:lnTo>
                  <a:lnTo>
                    <a:pt x="3820202" y="2197572"/>
                  </a:lnTo>
                  <a:lnTo>
                    <a:pt x="3871297" y="2245664"/>
                  </a:lnTo>
                  <a:lnTo>
                    <a:pt x="3924762" y="2289645"/>
                  </a:lnTo>
                  <a:lnTo>
                    <a:pt x="3981248" y="2329656"/>
                  </a:lnTo>
                  <a:lnTo>
                    <a:pt x="4041473" y="2365971"/>
                  </a:lnTo>
                  <a:lnTo>
                    <a:pt x="4106181" y="2398922"/>
                  </a:lnTo>
                  <a:lnTo>
                    <a:pt x="4176102" y="2428852"/>
                  </a:lnTo>
                  <a:lnTo>
                    <a:pt x="4251911" y="2456085"/>
                  </a:lnTo>
                  <a:lnTo>
                    <a:pt x="4334158" y="2480908"/>
                  </a:lnTo>
                  <a:lnTo>
                    <a:pt x="4423190" y="2503563"/>
                  </a:lnTo>
                  <a:lnTo>
                    <a:pt x="4519043" y="2524235"/>
                  </a:lnTo>
                  <a:lnTo>
                    <a:pt x="4621314" y="2543058"/>
                  </a:lnTo>
                  <a:lnTo>
                    <a:pt x="4729025" y="2560106"/>
                  </a:lnTo>
                  <a:lnTo>
                    <a:pt x="4840501" y="2575407"/>
                  </a:lnTo>
                  <a:lnTo>
                    <a:pt x="4953304" y="2588947"/>
                  </a:lnTo>
                  <a:lnTo>
                    <a:pt x="5064268" y="2600693"/>
                  </a:lnTo>
                  <a:lnTo>
                    <a:pt x="5169690" y="2610609"/>
                  </a:lnTo>
                  <a:lnTo>
                    <a:pt x="5265684" y="2618690"/>
                  </a:lnTo>
                  <a:lnTo>
                    <a:pt x="5348683" y="2624981"/>
                  </a:lnTo>
                  <a:lnTo>
                    <a:pt x="5415994" y="2629598"/>
                  </a:lnTo>
                  <a:lnTo>
                    <a:pt x="5466272" y="2632734"/>
                  </a:lnTo>
                  <a:lnTo>
                    <a:pt x="5499817" y="2634642"/>
                  </a:lnTo>
                  <a:lnTo>
                    <a:pt x="5518616" y="2635621"/>
                  </a:lnTo>
                  <a:lnTo>
                    <a:pt x="5526201" y="2635983"/>
                  </a:lnTo>
                  <a:lnTo>
                    <a:pt x="5527445" y="2636038"/>
                  </a:lnTo>
                  <a:lnTo>
                    <a:pt x="6522385" y="2636038"/>
                  </a:lnTo>
                  <a:lnTo>
                    <a:pt x="6523521" y="2636031"/>
                  </a:lnTo>
                  <a:lnTo>
                    <a:pt x="6531012" y="2635978"/>
                  </a:lnTo>
                  <a:lnTo>
                    <a:pt x="6549997" y="2635830"/>
                  </a:lnTo>
                  <a:lnTo>
                    <a:pt x="6584190" y="2635539"/>
                  </a:lnTo>
                  <a:lnTo>
                    <a:pt x="6635660" y="2635058"/>
                  </a:lnTo>
                  <a:lnTo>
                    <a:pt x="6704678" y="2634348"/>
                  </a:lnTo>
                  <a:lnTo>
                    <a:pt x="6789777" y="2633379"/>
                  </a:lnTo>
                  <a:lnTo>
                    <a:pt x="6888072" y="2632134"/>
                  </a:lnTo>
                  <a:lnTo>
                    <a:pt x="6995785" y="2630605"/>
                  </a:lnTo>
                  <a:lnTo>
                    <a:pt x="7108844" y="2628795"/>
                  </a:lnTo>
                  <a:lnTo>
                    <a:pt x="7223411" y="2626708"/>
                  </a:lnTo>
                  <a:lnTo>
                    <a:pt x="7336254" y="2624351"/>
                  </a:lnTo>
                  <a:lnTo>
                    <a:pt x="7444924" y="2621724"/>
                  </a:lnTo>
                  <a:lnTo>
                    <a:pt x="7547781" y="2618823"/>
                  </a:lnTo>
                  <a:lnTo>
                    <a:pt x="7643908" y="2615633"/>
                  </a:lnTo>
                  <a:lnTo>
                    <a:pt x="7732975" y="2612133"/>
                  </a:lnTo>
                  <a:lnTo>
                    <a:pt x="7815094" y="2608292"/>
                  </a:lnTo>
                  <a:lnTo>
                    <a:pt x="7890681" y="2604070"/>
                  </a:lnTo>
                  <a:lnTo>
                    <a:pt x="7960350" y="2599422"/>
                  </a:lnTo>
                  <a:lnTo>
                    <a:pt x="8024825" y="2594294"/>
                  </a:lnTo>
                  <a:lnTo>
                    <a:pt x="8084880" y="2588634"/>
                  </a:lnTo>
                  <a:lnTo>
                    <a:pt x="8141292" y="2582391"/>
                  </a:lnTo>
                  <a:lnTo>
                    <a:pt x="8194796" y="2575527"/>
                  </a:lnTo>
                  <a:lnTo>
                    <a:pt x="8229629" y="2570531"/>
                  </a:lnTo>
                  <a:lnTo>
                    <a:pt x="8290479" y="2560778"/>
                  </a:lnTo>
                  <a:lnTo>
                    <a:pt x="8349446" y="2550058"/>
                  </a:lnTo>
                  <a:lnTo>
                    <a:pt x="8407224" y="2538355"/>
                  </a:lnTo>
                  <a:lnTo>
                    <a:pt x="8464322" y="2525686"/>
                  </a:lnTo>
                  <a:lnTo>
                    <a:pt x="8521105" y="2512102"/>
                  </a:lnTo>
                  <a:lnTo>
                    <a:pt x="8577811" y="2497691"/>
                  </a:lnTo>
                  <a:lnTo>
                    <a:pt x="8634578" y="2482577"/>
                  </a:lnTo>
                  <a:lnTo>
                    <a:pt x="8691457" y="2466920"/>
                  </a:lnTo>
                  <a:lnTo>
                    <a:pt x="8748437" y="2450907"/>
                  </a:lnTo>
                  <a:lnTo>
                    <a:pt x="8805466" y="2434742"/>
                  </a:lnTo>
                  <a:lnTo>
                    <a:pt x="8862474" y="2418641"/>
                  </a:lnTo>
                  <a:lnTo>
                    <a:pt x="8919399" y="2402814"/>
                  </a:lnTo>
                  <a:lnTo>
                    <a:pt x="8976209" y="2387457"/>
                  </a:lnTo>
                  <a:lnTo>
                    <a:pt x="9032929" y="2372740"/>
                  </a:lnTo>
                  <a:lnTo>
                    <a:pt x="9089658" y="2358804"/>
                  </a:lnTo>
                  <a:lnTo>
                    <a:pt x="9146591" y="2345752"/>
                  </a:lnTo>
                  <a:lnTo>
                    <a:pt x="9204037" y="2333650"/>
                  </a:lnTo>
                  <a:lnTo>
                    <a:pt x="9262444" y="2322527"/>
                  </a:lnTo>
                  <a:lnTo>
                    <a:pt x="9322425" y="2312381"/>
                  </a:lnTo>
                  <a:lnTo>
                    <a:pt x="9347647" y="2308499"/>
                  </a:lnTo>
                  <a:lnTo>
                    <a:pt x="9399564" y="2301206"/>
                  </a:lnTo>
                  <a:lnTo>
                    <a:pt x="9453934" y="2294546"/>
                  </a:lnTo>
                  <a:lnTo>
                    <a:pt x="9511445" y="2288497"/>
                  </a:lnTo>
                  <a:lnTo>
                    <a:pt x="9572849" y="2283016"/>
                  </a:lnTo>
                  <a:lnTo>
                    <a:pt x="9638925" y="2278049"/>
                  </a:lnTo>
                  <a:lnTo>
                    <a:pt x="9710438" y="2273545"/>
                  </a:lnTo>
                  <a:lnTo>
                    <a:pt x="9788085" y="2269451"/>
                  </a:lnTo>
                  <a:lnTo>
                    <a:pt x="9872425" y="2265725"/>
                  </a:lnTo>
                  <a:lnTo>
                    <a:pt x="9963789" y="2262329"/>
                  </a:lnTo>
                  <a:lnTo>
                    <a:pt x="10062161" y="2259234"/>
                  </a:lnTo>
                  <a:lnTo>
                    <a:pt x="10167037" y="2256423"/>
                  </a:lnTo>
                  <a:lnTo>
                    <a:pt x="10277279" y="2253884"/>
                  </a:lnTo>
                  <a:lnTo>
                    <a:pt x="10390990" y="2251614"/>
                  </a:lnTo>
                  <a:lnTo>
                    <a:pt x="10505457" y="2249617"/>
                  </a:lnTo>
                  <a:lnTo>
                    <a:pt x="10617222" y="2247897"/>
                  </a:lnTo>
                  <a:lnTo>
                    <a:pt x="10722323" y="2246461"/>
                  </a:lnTo>
                  <a:lnTo>
                    <a:pt x="10816719" y="2245306"/>
                  </a:lnTo>
                  <a:lnTo>
                    <a:pt x="10896858" y="2244423"/>
                  </a:lnTo>
                  <a:lnTo>
                    <a:pt x="10960263" y="2243792"/>
                  </a:lnTo>
                  <a:lnTo>
                    <a:pt x="11006009" y="2243377"/>
                  </a:lnTo>
                  <a:lnTo>
                    <a:pt x="11034957" y="2243138"/>
                  </a:lnTo>
                  <a:lnTo>
                    <a:pt x="11049733" y="2243027"/>
                  </a:lnTo>
                  <a:lnTo>
                    <a:pt x="11054535" y="2242993"/>
                  </a:lnTo>
                  <a:lnTo>
                    <a:pt x="11054891" y="2242991"/>
                  </a:lnTo>
                  <a:lnTo>
                    <a:pt x="12049831" y="2242991"/>
                  </a:lnTo>
                  <a:lnTo>
                    <a:pt x="12049831" y="2237750"/>
                  </a:lnTo>
                  <a:lnTo>
                    <a:pt x="11054891" y="2237750"/>
                  </a:lnTo>
                  <a:lnTo>
                    <a:pt x="11053756" y="2237758"/>
                  </a:lnTo>
                  <a:lnTo>
                    <a:pt x="11046264" y="2237811"/>
                  </a:lnTo>
                  <a:lnTo>
                    <a:pt x="11027279" y="2237959"/>
                  </a:lnTo>
                  <a:lnTo>
                    <a:pt x="10993087" y="2238250"/>
                  </a:lnTo>
                  <a:lnTo>
                    <a:pt x="10941617" y="2238730"/>
                  </a:lnTo>
                  <a:lnTo>
                    <a:pt x="10872599" y="2239440"/>
                  </a:lnTo>
                  <a:lnTo>
                    <a:pt x="10787499" y="2240409"/>
                  </a:lnTo>
                  <a:lnTo>
                    <a:pt x="10689205" y="2241655"/>
                  </a:lnTo>
                  <a:lnTo>
                    <a:pt x="10581492" y="2243184"/>
                  </a:lnTo>
                  <a:lnTo>
                    <a:pt x="10468433" y="2244994"/>
                  </a:lnTo>
                  <a:lnTo>
                    <a:pt x="10353865" y="2247081"/>
                  </a:lnTo>
                  <a:lnTo>
                    <a:pt x="10241022" y="2249438"/>
                  </a:lnTo>
                  <a:lnTo>
                    <a:pt x="10132352" y="2252064"/>
                  </a:lnTo>
                  <a:lnTo>
                    <a:pt x="10029495" y="2254966"/>
                  </a:lnTo>
                  <a:lnTo>
                    <a:pt x="9933369" y="2258156"/>
                  </a:lnTo>
                  <a:lnTo>
                    <a:pt x="9844301" y="2261655"/>
                  </a:lnTo>
                  <a:lnTo>
                    <a:pt x="9762182" y="2265497"/>
                  </a:lnTo>
                  <a:lnTo>
                    <a:pt x="9686595" y="2269718"/>
                  </a:lnTo>
                  <a:lnTo>
                    <a:pt x="9616927" y="2274367"/>
                  </a:lnTo>
                  <a:lnTo>
                    <a:pt x="9552452" y="2279495"/>
                  </a:lnTo>
                  <a:lnTo>
                    <a:pt x="9492396" y="2285155"/>
                  </a:lnTo>
                  <a:lnTo>
                    <a:pt x="9435984" y="2291398"/>
                  </a:lnTo>
                  <a:lnTo>
                    <a:pt x="9382481" y="2298262"/>
                  </a:lnTo>
                  <a:lnTo>
                    <a:pt x="9347647" y="2303258"/>
                  </a:lnTo>
                  <a:lnTo>
                    <a:pt x="9286798" y="2313011"/>
                  </a:lnTo>
                  <a:lnTo>
                    <a:pt x="9227830" y="2323731"/>
                  </a:lnTo>
                  <a:lnTo>
                    <a:pt x="9170053" y="2335434"/>
                  </a:lnTo>
                  <a:lnTo>
                    <a:pt x="9112954" y="2348102"/>
                  </a:lnTo>
                  <a:lnTo>
                    <a:pt x="9056172" y="2361686"/>
                  </a:lnTo>
                  <a:lnTo>
                    <a:pt x="8999465" y="2376098"/>
                  </a:lnTo>
                  <a:lnTo>
                    <a:pt x="8942698" y="2391211"/>
                  </a:lnTo>
                  <a:lnTo>
                    <a:pt x="8885819" y="2406869"/>
                  </a:lnTo>
                  <a:lnTo>
                    <a:pt x="8828839" y="2422882"/>
                  </a:lnTo>
                  <a:lnTo>
                    <a:pt x="8771810" y="2439047"/>
                  </a:lnTo>
                  <a:lnTo>
                    <a:pt x="8714802" y="2455148"/>
                  </a:lnTo>
                  <a:lnTo>
                    <a:pt x="8657877" y="2470975"/>
                  </a:lnTo>
                  <a:lnTo>
                    <a:pt x="8601067" y="2486332"/>
                  </a:lnTo>
                  <a:lnTo>
                    <a:pt x="8544347" y="2501049"/>
                  </a:lnTo>
                  <a:lnTo>
                    <a:pt x="8487618" y="2514984"/>
                  </a:lnTo>
                  <a:lnTo>
                    <a:pt x="8430686" y="2528037"/>
                  </a:lnTo>
                  <a:lnTo>
                    <a:pt x="8373239" y="2540139"/>
                  </a:lnTo>
                  <a:lnTo>
                    <a:pt x="8314832" y="2551262"/>
                  </a:lnTo>
                  <a:lnTo>
                    <a:pt x="8254851" y="2561407"/>
                  </a:lnTo>
                  <a:lnTo>
                    <a:pt x="8229629" y="2565290"/>
                  </a:lnTo>
                  <a:lnTo>
                    <a:pt x="8177713" y="2572583"/>
                  </a:lnTo>
                  <a:lnTo>
                    <a:pt x="8123342" y="2579243"/>
                  </a:lnTo>
                  <a:lnTo>
                    <a:pt x="8065832" y="2585291"/>
                  </a:lnTo>
                  <a:lnTo>
                    <a:pt x="8004428" y="2590773"/>
                  </a:lnTo>
                  <a:lnTo>
                    <a:pt x="7938351" y="2595739"/>
                  </a:lnTo>
                  <a:lnTo>
                    <a:pt x="7866838" y="2600244"/>
                  </a:lnTo>
                  <a:lnTo>
                    <a:pt x="7789191" y="2604337"/>
                  </a:lnTo>
                  <a:lnTo>
                    <a:pt x="7704851" y="2608064"/>
                  </a:lnTo>
                  <a:lnTo>
                    <a:pt x="7613487" y="2611460"/>
                  </a:lnTo>
                  <a:lnTo>
                    <a:pt x="7515115" y="2614554"/>
                  </a:lnTo>
                  <a:lnTo>
                    <a:pt x="7410239" y="2617366"/>
                  </a:lnTo>
                  <a:lnTo>
                    <a:pt x="7299997" y="2619905"/>
                  </a:lnTo>
                  <a:lnTo>
                    <a:pt x="7186287" y="2622174"/>
                  </a:lnTo>
                  <a:lnTo>
                    <a:pt x="7071820" y="2624172"/>
                  </a:lnTo>
                  <a:lnTo>
                    <a:pt x="6960054" y="2625891"/>
                  </a:lnTo>
                  <a:lnTo>
                    <a:pt x="6854953" y="2627328"/>
                  </a:lnTo>
                  <a:lnTo>
                    <a:pt x="6760557" y="2628483"/>
                  </a:lnTo>
                  <a:lnTo>
                    <a:pt x="6680419" y="2629365"/>
                  </a:lnTo>
                  <a:lnTo>
                    <a:pt x="6617013" y="2629997"/>
                  </a:lnTo>
                  <a:lnTo>
                    <a:pt x="6571267" y="2630411"/>
                  </a:lnTo>
                  <a:lnTo>
                    <a:pt x="6542320" y="2630651"/>
                  </a:lnTo>
                  <a:lnTo>
                    <a:pt x="6527544" y="2630762"/>
                  </a:lnTo>
                  <a:lnTo>
                    <a:pt x="6522741" y="2630796"/>
                  </a:lnTo>
                  <a:lnTo>
                    <a:pt x="6522385" y="2630798"/>
                  </a:lnTo>
                  <a:lnTo>
                    <a:pt x="5527445" y="2630798"/>
                  </a:lnTo>
                  <a:lnTo>
                    <a:pt x="5526361" y="2630750"/>
                  </a:lnTo>
                  <a:lnTo>
                    <a:pt x="5519200" y="2630409"/>
                  </a:lnTo>
                  <a:lnTo>
                    <a:pt x="5501029" y="2629467"/>
                  </a:lnTo>
                  <a:lnTo>
                    <a:pt x="5468247" y="2627610"/>
                  </a:lnTo>
                  <a:lnTo>
                    <a:pt x="5418789" y="2624539"/>
                  </a:lnTo>
                  <a:lnTo>
                    <a:pt x="5352275" y="2619997"/>
                  </a:lnTo>
                  <a:lnTo>
                    <a:pt x="5269974" y="2613790"/>
                  </a:lnTo>
                  <a:lnTo>
                    <a:pt x="5174525" y="2605797"/>
                  </a:lnTo>
                  <a:lnTo>
                    <a:pt x="5069466" y="2595968"/>
                  </a:lnTo>
                  <a:lnTo>
                    <a:pt x="4958679" y="2584309"/>
                  </a:lnTo>
                  <a:lnTo>
                    <a:pt x="4845886" y="2570854"/>
                  </a:lnTo>
                  <a:lnTo>
                    <a:pt x="4734285" y="2555636"/>
                  </a:lnTo>
                  <a:lnTo>
                    <a:pt x="4626350" y="2538672"/>
                  </a:lnTo>
                  <a:lnTo>
                    <a:pt x="4523791" y="2519936"/>
                  </a:lnTo>
                  <a:lnTo>
                    <a:pt x="4427618" y="2499354"/>
                  </a:lnTo>
                  <a:lnTo>
                    <a:pt x="4338258" y="2476798"/>
                  </a:lnTo>
                  <a:lnTo>
                    <a:pt x="4255693" y="2452083"/>
                  </a:lnTo>
                  <a:lnTo>
                    <a:pt x="4179587" y="2424972"/>
                  </a:lnTo>
                  <a:lnTo>
                    <a:pt x="4109399" y="2395178"/>
                  </a:lnTo>
                  <a:lnTo>
                    <a:pt x="4044459" y="2362379"/>
                  </a:lnTo>
                  <a:lnTo>
                    <a:pt x="3984037" y="2326233"/>
                  </a:lnTo>
                  <a:lnTo>
                    <a:pt x="3927388" y="2286405"/>
                  </a:lnTo>
                  <a:lnTo>
                    <a:pt x="3873794" y="2242619"/>
                  </a:lnTo>
                  <a:lnTo>
                    <a:pt x="3822599" y="2194724"/>
                  </a:lnTo>
                  <a:lnTo>
                    <a:pt x="3820202" y="2192331"/>
                  </a:lnTo>
                  <a:lnTo>
                    <a:pt x="3774776" y="2144436"/>
                  </a:lnTo>
                  <a:lnTo>
                    <a:pt x="3730502" y="2092995"/>
                  </a:lnTo>
                  <a:lnTo>
                    <a:pt x="3687064" y="2037934"/>
                  </a:lnTo>
                  <a:lnTo>
                    <a:pt x="3644206" y="1979242"/>
                  </a:lnTo>
                  <a:lnTo>
                    <a:pt x="3601726" y="1916971"/>
                  </a:lnTo>
                  <a:lnTo>
                    <a:pt x="3559468" y="1851245"/>
                  </a:lnTo>
                  <a:lnTo>
                    <a:pt x="3517314" y="1782262"/>
                  </a:lnTo>
                  <a:lnTo>
                    <a:pt x="3475180" y="1710300"/>
                  </a:lnTo>
                  <a:lnTo>
                    <a:pt x="3433015" y="1635708"/>
                  </a:lnTo>
                  <a:lnTo>
                    <a:pt x="3390790" y="1558909"/>
                  </a:lnTo>
                  <a:lnTo>
                    <a:pt x="3348501" y="1480384"/>
                  </a:lnTo>
                  <a:lnTo>
                    <a:pt x="3306160" y="1400667"/>
                  </a:lnTo>
                  <a:lnTo>
                    <a:pt x="3263788" y="1320326"/>
                  </a:lnTo>
                  <a:lnTo>
                    <a:pt x="3221414" y="1239949"/>
                  </a:lnTo>
                  <a:lnTo>
                    <a:pt x="3179067" y="1160124"/>
                  </a:lnTo>
                  <a:lnTo>
                    <a:pt x="3136771" y="1081424"/>
                  </a:lnTo>
                  <a:lnTo>
                    <a:pt x="3094539" y="1004386"/>
                  </a:lnTo>
                  <a:lnTo>
                    <a:pt x="3052367" y="929500"/>
                  </a:lnTo>
                  <a:lnTo>
                    <a:pt x="3010231" y="857195"/>
                  </a:lnTo>
                  <a:lnTo>
                    <a:pt x="2968083" y="787831"/>
                  </a:lnTo>
                  <a:lnTo>
                    <a:pt x="2925843" y="721694"/>
                  </a:lnTo>
                  <a:lnTo>
                    <a:pt x="2883399" y="658991"/>
                  </a:lnTo>
                  <a:lnTo>
                    <a:pt x="2840597" y="599857"/>
                  </a:lnTo>
                  <a:lnTo>
                    <a:pt x="2797242" y="544351"/>
                  </a:lnTo>
                  <a:lnTo>
                    <a:pt x="2753086" y="492469"/>
                  </a:lnTo>
                  <a:lnTo>
                    <a:pt x="2707821" y="444145"/>
                  </a:lnTo>
                  <a:lnTo>
                    <a:pt x="2702183" y="438466"/>
                  </a:lnTo>
                  <a:lnTo>
                    <a:pt x="2651088" y="390374"/>
                  </a:lnTo>
                  <a:lnTo>
                    <a:pt x="2597623" y="346393"/>
                  </a:lnTo>
                  <a:lnTo>
                    <a:pt x="2541137" y="306382"/>
                  </a:lnTo>
                  <a:lnTo>
                    <a:pt x="2480912" y="270067"/>
                  </a:lnTo>
                  <a:lnTo>
                    <a:pt x="2416204" y="237116"/>
                  </a:lnTo>
                  <a:lnTo>
                    <a:pt x="2346283" y="207186"/>
                  </a:lnTo>
                  <a:lnTo>
                    <a:pt x="2270474" y="179953"/>
                  </a:lnTo>
                  <a:lnTo>
                    <a:pt x="2188227" y="155130"/>
                  </a:lnTo>
                  <a:lnTo>
                    <a:pt x="2099195" y="132475"/>
                  </a:lnTo>
                  <a:lnTo>
                    <a:pt x="2003342" y="111803"/>
                  </a:lnTo>
                  <a:lnTo>
                    <a:pt x="1901071" y="92980"/>
                  </a:lnTo>
                  <a:lnTo>
                    <a:pt x="1793360" y="75932"/>
                  </a:lnTo>
                  <a:lnTo>
                    <a:pt x="1681884" y="60631"/>
                  </a:lnTo>
                  <a:lnTo>
                    <a:pt x="1569081" y="47091"/>
                  </a:lnTo>
                  <a:lnTo>
                    <a:pt x="1458117" y="35345"/>
                  </a:lnTo>
                  <a:lnTo>
                    <a:pt x="1352695" y="25429"/>
                  </a:lnTo>
                  <a:lnTo>
                    <a:pt x="1256701" y="17348"/>
                  </a:lnTo>
                  <a:lnTo>
                    <a:pt x="1173702" y="11057"/>
                  </a:lnTo>
                  <a:lnTo>
                    <a:pt x="1106391" y="6440"/>
                  </a:lnTo>
                  <a:lnTo>
                    <a:pt x="1056113" y="3304"/>
                  </a:lnTo>
                  <a:lnTo>
                    <a:pt x="1022568" y="1396"/>
                  </a:lnTo>
                  <a:lnTo>
                    <a:pt x="1003769" y="417"/>
                  </a:lnTo>
                  <a:lnTo>
                    <a:pt x="996184" y="5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23" name="pl222"/>
            <p:cNvSpPr/>
            <p:nvPr/>
          </p:nvSpPr>
          <p:spPr>
            <a:xfrm>
              <a:off x="1199187" y="3830738"/>
              <a:ext cx="12049831" cy="2630798"/>
            </a:xfrm>
            <a:custGeom>
              <a:avLst/>
              <a:pathLst>
                <a:path w="12049831" h="2630798">
                  <a:moveTo>
                    <a:pt x="0" y="0"/>
                  </a:moveTo>
                  <a:lnTo>
                    <a:pt x="994940" y="0"/>
                  </a:lnTo>
                  <a:lnTo>
                    <a:pt x="996024" y="47"/>
                  </a:lnTo>
                  <a:lnTo>
                    <a:pt x="1003185" y="388"/>
                  </a:lnTo>
                  <a:lnTo>
                    <a:pt x="1021356" y="1330"/>
                  </a:lnTo>
                  <a:lnTo>
                    <a:pt x="1054138" y="3187"/>
                  </a:lnTo>
                  <a:lnTo>
                    <a:pt x="1103596" y="6258"/>
                  </a:lnTo>
                  <a:lnTo>
                    <a:pt x="1170110" y="10800"/>
                  </a:lnTo>
                  <a:lnTo>
                    <a:pt x="1252411" y="17007"/>
                  </a:lnTo>
                  <a:lnTo>
                    <a:pt x="1347860" y="25001"/>
                  </a:lnTo>
                  <a:lnTo>
                    <a:pt x="1452919" y="34829"/>
                  </a:lnTo>
                  <a:lnTo>
                    <a:pt x="1563706" y="46488"/>
                  </a:lnTo>
                  <a:lnTo>
                    <a:pt x="1676499" y="59944"/>
                  </a:lnTo>
                  <a:lnTo>
                    <a:pt x="1788100" y="75161"/>
                  </a:lnTo>
                  <a:lnTo>
                    <a:pt x="1896035" y="92125"/>
                  </a:lnTo>
                  <a:lnTo>
                    <a:pt x="1998594" y="110861"/>
                  </a:lnTo>
                  <a:lnTo>
                    <a:pt x="2094767" y="131443"/>
                  </a:lnTo>
                  <a:lnTo>
                    <a:pt x="2184127" y="153999"/>
                  </a:lnTo>
                  <a:lnTo>
                    <a:pt x="2266692" y="178714"/>
                  </a:lnTo>
                  <a:lnTo>
                    <a:pt x="2342798" y="205825"/>
                  </a:lnTo>
                  <a:lnTo>
                    <a:pt x="2412986" y="235619"/>
                  </a:lnTo>
                  <a:lnTo>
                    <a:pt x="2477926" y="268418"/>
                  </a:lnTo>
                  <a:lnTo>
                    <a:pt x="2538348" y="304565"/>
                  </a:lnTo>
                  <a:lnTo>
                    <a:pt x="2594997" y="344392"/>
                  </a:lnTo>
                  <a:lnTo>
                    <a:pt x="2648591" y="388178"/>
                  </a:lnTo>
                  <a:lnTo>
                    <a:pt x="2699786" y="436073"/>
                  </a:lnTo>
                  <a:lnTo>
                    <a:pt x="2702183" y="438466"/>
                  </a:lnTo>
                  <a:lnTo>
                    <a:pt x="2747609" y="486361"/>
                  </a:lnTo>
                  <a:lnTo>
                    <a:pt x="2791883" y="537803"/>
                  </a:lnTo>
                  <a:lnTo>
                    <a:pt x="2835321" y="592863"/>
                  </a:lnTo>
                  <a:lnTo>
                    <a:pt x="2878179" y="651555"/>
                  </a:lnTo>
                  <a:lnTo>
                    <a:pt x="2920659" y="713826"/>
                  </a:lnTo>
                  <a:lnTo>
                    <a:pt x="2962917" y="779553"/>
                  </a:lnTo>
                  <a:lnTo>
                    <a:pt x="3005071" y="848535"/>
                  </a:lnTo>
                  <a:lnTo>
                    <a:pt x="3047205" y="920497"/>
                  </a:lnTo>
                  <a:lnTo>
                    <a:pt x="3089370" y="995089"/>
                  </a:lnTo>
                  <a:lnTo>
                    <a:pt x="3131595" y="1071889"/>
                  </a:lnTo>
                  <a:lnTo>
                    <a:pt x="3173884" y="1150413"/>
                  </a:lnTo>
                  <a:lnTo>
                    <a:pt x="3216225" y="1230131"/>
                  </a:lnTo>
                  <a:lnTo>
                    <a:pt x="3258597" y="1310471"/>
                  </a:lnTo>
                  <a:lnTo>
                    <a:pt x="3300971" y="1390849"/>
                  </a:lnTo>
                  <a:lnTo>
                    <a:pt x="3343318" y="1470673"/>
                  </a:lnTo>
                  <a:lnTo>
                    <a:pt x="3385614" y="1549374"/>
                  </a:lnTo>
                  <a:lnTo>
                    <a:pt x="3427846" y="1626412"/>
                  </a:lnTo>
                  <a:lnTo>
                    <a:pt x="3470018" y="1701298"/>
                  </a:lnTo>
                  <a:lnTo>
                    <a:pt x="3512154" y="1773602"/>
                  </a:lnTo>
                  <a:lnTo>
                    <a:pt x="3554302" y="1842966"/>
                  </a:lnTo>
                  <a:lnTo>
                    <a:pt x="3596542" y="1909103"/>
                  </a:lnTo>
                  <a:lnTo>
                    <a:pt x="3638986" y="1971806"/>
                  </a:lnTo>
                  <a:lnTo>
                    <a:pt x="3681788" y="2030941"/>
                  </a:lnTo>
                  <a:lnTo>
                    <a:pt x="3725143" y="2086446"/>
                  </a:lnTo>
                  <a:lnTo>
                    <a:pt x="3769299" y="2138329"/>
                  </a:lnTo>
                  <a:lnTo>
                    <a:pt x="3814564" y="2186652"/>
                  </a:lnTo>
                  <a:lnTo>
                    <a:pt x="3820202" y="2192331"/>
                  </a:lnTo>
                  <a:lnTo>
                    <a:pt x="3871297" y="2240423"/>
                  </a:lnTo>
                  <a:lnTo>
                    <a:pt x="3924762" y="2284404"/>
                  </a:lnTo>
                  <a:lnTo>
                    <a:pt x="3981248" y="2324415"/>
                  </a:lnTo>
                  <a:lnTo>
                    <a:pt x="4041473" y="2360730"/>
                  </a:lnTo>
                  <a:lnTo>
                    <a:pt x="4106181" y="2393681"/>
                  </a:lnTo>
                  <a:lnTo>
                    <a:pt x="4176102" y="2423611"/>
                  </a:lnTo>
                  <a:lnTo>
                    <a:pt x="4251911" y="2450844"/>
                  </a:lnTo>
                  <a:lnTo>
                    <a:pt x="4334158" y="2475667"/>
                  </a:lnTo>
                  <a:lnTo>
                    <a:pt x="4423190" y="2498322"/>
                  </a:lnTo>
                  <a:lnTo>
                    <a:pt x="4519043" y="2518995"/>
                  </a:lnTo>
                  <a:lnTo>
                    <a:pt x="4621314" y="2537817"/>
                  </a:lnTo>
                  <a:lnTo>
                    <a:pt x="4729025" y="2554865"/>
                  </a:lnTo>
                  <a:lnTo>
                    <a:pt x="4840501" y="2570166"/>
                  </a:lnTo>
                  <a:lnTo>
                    <a:pt x="4953304" y="2583707"/>
                  </a:lnTo>
                  <a:lnTo>
                    <a:pt x="5064268" y="2595452"/>
                  </a:lnTo>
                  <a:lnTo>
                    <a:pt x="5169690" y="2605369"/>
                  </a:lnTo>
                  <a:lnTo>
                    <a:pt x="5265684" y="2613449"/>
                  </a:lnTo>
                  <a:lnTo>
                    <a:pt x="5348683" y="2619740"/>
                  </a:lnTo>
                  <a:lnTo>
                    <a:pt x="5415994" y="2624358"/>
                  </a:lnTo>
                  <a:lnTo>
                    <a:pt x="5466272" y="2627493"/>
                  </a:lnTo>
                  <a:lnTo>
                    <a:pt x="5499817" y="2629401"/>
                  </a:lnTo>
                  <a:lnTo>
                    <a:pt x="5518616" y="2630380"/>
                  </a:lnTo>
                  <a:lnTo>
                    <a:pt x="5526201" y="2630743"/>
                  </a:lnTo>
                  <a:lnTo>
                    <a:pt x="5527445" y="2630798"/>
                  </a:lnTo>
                  <a:lnTo>
                    <a:pt x="5527445" y="2630798"/>
                  </a:lnTo>
                  <a:lnTo>
                    <a:pt x="6522385" y="2630798"/>
                  </a:lnTo>
                  <a:lnTo>
                    <a:pt x="6523521" y="2630790"/>
                  </a:lnTo>
                  <a:lnTo>
                    <a:pt x="6531012" y="2630737"/>
                  </a:lnTo>
                  <a:lnTo>
                    <a:pt x="6549997" y="2630589"/>
                  </a:lnTo>
                  <a:lnTo>
                    <a:pt x="6584190" y="2630298"/>
                  </a:lnTo>
                  <a:lnTo>
                    <a:pt x="6635660" y="2629818"/>
                  </a:lnTo>
                  <a:lnTo>
                    <a:pt x="6704678" y="2629108"/>
                  </a:lnTo>
                  <a:lnTo>
                    <a:pt x="6789777" y="2628139"/>
                  </a:lnTo>
                  <a:lnTo>
                    <a:pt x="6888072" y="2626893"/>
                  </a:lnTo>
                  <a:lnTo>
                    <a:pt x="6995785" y="2625364"/>
                  </a:lnTo>
                  <a:lnTo>
                    <a:pt x="7108844" y="2623554"/>
                  </a:lnTo>
                  <a:lnTo>
                    <a:pt x="7223411" y="2621467"/>
                  </a:lnTo>
                  <a:lnTo>
                    <a:pt x="7336254" y="2619110"/>
                  </a:lnTo>
                  <a:lnTo>
                    <a:pt x="7444924" y="2616484"/>
                  </a:lnTo>
                  <a:lnTo>
                    <a:pt x="7547781" y="2613582"/>
                  </a:lnTo>
                  <a:lnTo>
                    <a:pt x="7643908" y="2610392"/>
                  </a:lnTo>
                  <a:lnTo>
                    <a:pt x="7732975" y="2606893"/>
                  </a:lnTo>
                  <a:lnTo>
                    <a:pt x="7815094" y="2603051"/>
                  </a:lnTo>
                  <a:lnTo>
                    <a:pt x="7890681" y="2598830"/>
                  </a:lnTo>
                  <a:lnTo>
                    <a:pt x="7960350" y="2594181"/>
                  </a:lnTo>
                  <a:lnTo>
                    <a:pt x="8024825" y="2589054"/>
                  </a:lnTo>
                  <a:lnTo>
                    <a:pt x="8084880" y="2583393"/>
                  </a:lnTo>
                  <a:lnTo>
                    <a:pt x="8141292" y="2577150"/>
                  </a:lnTo>
                  <a:lnTo>
                    <a:pt x="8194796" y="2570286"/>
                  </a:lnTo>
                  <a:lnTo>
                    <a:pt x="8229629" y="2565290"/>
                  </a:lnTo>
                  <a:lnTo>
                    <a:pt x="8290479" y="2555537"/>
                  </a:lnTo>
                  <a:lnTo>
                    <a:pt x="8349446" y="2544817"/>
                  </a:lnTo>
                  <a:lnTo>
                    <a:pt x="8407224" y="2533115"/>
                  </a:lnTo>
                  <a:lnTo>
                    <a:pt x="8464322" y="2520446"/>
                  </a:lnTo>
                  <a:lnTo>
                    <a:pt x="8521105" y="2506862"/>
                  </a:lnTo>
                  <a:lnTo>
                    <a:pt x="8577811" y="2492450"/>
                  </a:lnTo>
                  <a:lnTo>
                    <a:pt x="8634578" y="2477337"/>
                  </a:lnTo>
                  <a:lnTo>
                    <a:pt x="8691457" y="2461680"/>
                  </a:lnTo>
                  <a:lnTo>
                    <a:pt x="8748437" y="2445666"/>
                  </a:lnTo>
                  <a:lnTo>
                    <a:pt x="8805466" y="2429502"/>
                  </a:lnTo>
                  <a:lnTo>
                    <a:pt x="8862474" y="2413400"/>
                  </a:lnTo>
                  <a:lnTo>
                    <a:pt x="8919399" y="2397573"/>
                  </a:lnTo>
                  <a:lnTo>
                    <a:pt x="8976209" y="2382216"/>
                  </a:lnTo>
                  <a:lnTo>
                    <a:pt x="9032929" y="2367500"/>
                  </a:lnTo>
                  <a:lnTo>
                    <a:pt x="9089658" y="2353564"/>
                  </a:lnTo>
                  <a:lnTo>
                    <a:pt x="9146591" y="2340511"/>
                  </a:lnTo>
                  <a:lnTo>
                    <a:pt x="9204037" y="2328409"/>
                  </a:lnTo>
                  <a:lnTo>
                    <a:pt x="9262444" y="2317287"/>
                  </a:lnTo>
                  <a:lnTo>
                    <a:pt x="9322425" y="2307141"/>
                  </a:lnTo>
                  <a:lnTo>
                    <a:pt x="9347647" y="2303258"/>
                  </a:lnTo>
                  <a:lnTo>
                    <a:pt x="9399564" y="2295965"/>
                  </a:lnTo>
                  <a:lnTo>
                    <a:pt x="9453934" y="2289306"/>
                  </a:lnTo>
                  <a:lnTo>
                    <a:pt x="9511445" y="2283257"/>
                  </a:lnTo>
                  <a:lnTo>
                    <a:pt x="9572849" y="2277775"/>
                  </a:lnTo>
                  <a:lnTo>
                    <a:pt x="9638925" y="2272809"/>
                  </a:lnTo>
                  <a:lnTo>
                    <a:pt x="9710438" y="2268304"/>
                  </a:lnTo>
                  <a:lnTo>
                    <a:pt x="9788085" y="2264211"/>
                  </a:lnTo>
                  <a:lnTo>
                    <a:pt x="9872425" y="2260484"/>
                  </a:lnTo>
                  <a:lnTo>
                    <a:pt x="9963789" y="2257088"/>
                  </a:lnTo>
                  <a:lnTo>
                    <a:pt x="10062161" y="2253994"/>
                  </a:lnTo>
                  <a:lnTo>
                    <a:pt x="10167037" y="2251183"/>
                  </a:lnTo>
                  <a:lnTo>
                    <a:pt x="10277279" y="2248643"/>
                  </a:lnTo>
                  <a:lnTo>
                    <a:pt x="10390990" y="2246374"/>
                  </a:lnTo>
                  <a:lnTo>
                    <a:pt x="10505457" y="2244376"/>
                  </a:lnTo>
                  <a:lnTo>
                    <a:pt x="10617222" y="2242657"/>
                  </a:lnTo>
                  <a:lnTo>
                    <a:pt x="10722323" y="2241220"/>
                  </a:lnTo>
                  <a:lnTo>
                    <a:pt x="10816719" y="2240065"/>
                  </a:lnTo>
                  <a:lnTo>
                    <a:pt x="10896858" y="2239183"/>
                  </a:lnTo>
                  <a:lnTo>
                    <a:pt x="10960263" y="2238551"/>
                  </a:lnTo>
                  <a:lnTo>
                    <a:pt x="11006009" y="2238137"/>
                  </a:lnTo>
                  <a:lnTo>
                    <a:pt x="11034957" y="2237898"/>
                  </a:lnTo>
                  <a:lnTo>
                    <a:pt x="11049733" y="2237786"/>
                  </a:lnTo>
                  <a:lnTo>
                    <a:pt x="11054535" y="2237753"/>
                  </a:lnTo>
                  <a:lnTo>
                    <a:pt x="11054891" y="2237750"/>
                  </a:lnTo>
                  <a:lnTo>
                    <a:pt x="12049831" y="2237750"/>
                  </a:lnTo>
                  <a:lnTo>
                    <a:pt x="12049831" y="22377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4" name="pl223"/>
            <p:cNvSpPr/>
            <p:nvPr/>
          </p:nvSpPr>
          <p:spPr>
            <a:xfrm>
              <a:off x="1199187" y="3825498"/>
              <a:ext cx="12049831" cy="2630798"/>
            </a:xfrm>
            <a:custGeom>
              <a:avLst/>
              <a:pathLst>
                <a:path w="12049831" h="2630798">
                  <a:moveTo>
                    <a:pt x="12049831" y="2237750"/>
                  </a:moveTo>
                  <a:lnTo>
                    <a:pt x="11054891" y="2237750"/>
                  </a:lnTo>
                  <a:lnTo>
                    <a:pt x="11053756" y="2237758"/>
                  </a:lnTo>
                  <a:lnTo>
                    <a:pt x="11046264" y="2237811"/>
                  </a:lnTo>
                  <a:lnTo>
                    <a:pt x="11027279" y="2237959"/>
                  </a:lnTo>
                  <a:lnTo>
                    <a:pt x="10993087" y="2238250"/>
                  </a:lnTo>
                  <a:lnTo>
                    <a:pt x="10941617" y="2238730"/>
                  </a:lnTo>
                  <a:lnTo>
                    <a:pt x="10872599" y="2239440"/>
                  </a:lnTo>
                  <a:lnTo>
                    <a:pt x="10787499" y="2240409"/>
                  </a:lnTo>
                  <a:lnTo>
                    <a:pt x="10689205" y="2241655"/>
                  </a:lnTo>
                  <a:lnTo>
                    <a:pt x="10581492" y="2243184"/>
                  </a:lnTo>
                  <a:lnTo>
                    <a:pt x="10468433" y="2244994"/>
                  </a:lnTo>
                  <a:lnTo>
                    <a:pt x="10353865" y="2247081"/>
                  </a:lnTo>
                  <a:lnTo>
                    <a:pt x="10241022" y="2249438"/>
                  </a:lnTo>
                  <a:lnTo>
                    <a:pt x="10132352" y="2252064"/>
                  </a:lnTo>
                  <a:lnTo>
                    <a:pt x="10029495" y="2254966"/>
                  </a:lnTo>
                  <a:lnTo>
                    <a:pt x="9933369" y="2258156"/>
                  </a:lnTo>
                  <a:lnTo>
                    <a:pt x="9844301" y="2261655"/>
                  </a:lnTo>
                  <a:lnTo>
                    <a:pt x="9762182" y="2265497"/>
                  </a:lnTo>
                  <a:lnTo>
                    <a:pt x="9686595" y="2269718"/>
                  </a:lnTo>
                  <a:lnTo>
                    <a:pt x="9616927" y="2274367"/>
                  </a:lnTo>
                  <a:lnTo>
                    <a:pt x="9552452" y="2279495"/>
                  </a:lnTo>
                  <a:lnTo>
                    <a:pt x="9492396" y="2285155"/>
                  </a:lnTo>
                  <a:lnTo>
                    <a:pt x="9435984" y="2291398"/>
                  </a:lnTo>
                  <a:lnTo>
                    <a:pt x="9382481" y="2298262"/>
                  </a:lnTo>
                  <a:lnTo>
                    <a:pt x="9347647" y="2303258"/>
                  </a:lnTo>
                  <a:lnTo>
                    <a:pt x="9286798" y="2313011"/>
                  </a:lnTo>
                  <a:lnTo>
                    <a:pt x="9227830" y="2323731"/>
                  </a:lnTo>
                  <a:lnTo>
                    <a:pt x="9170053" y="2335434"/>
                  </a:lnTo>
                  <a:lnTo>
                    <a:pt x="9112954" y="2348102"/>
                  </a:lnTo>
                  <a:lnTo>
                    <a:pt x="9056172" y="2361686"/>
                  </a:lnTo>
                  <a:lnTo>
                    <a:pt x="8999465" y="2376098"/>
                  </a:lnTo>
                  <a:lnTo>
                    <a:pt x="8942698" y="2391211"/>
                  </a:lnTo>
                  <a:lnTo>
                    <a:pt x="8885819" y="2406869"/>
                  </a:lnTo>
                  <a:lnTo>
                    <a:pt x="8828839" y="2422882"/>
                  </a:lnTo>
                  <a:lnTo>
                    <a:pt x="8771810" y="2439047"/>
                  </a:lnTo>
                  <a:lnTo>
                    <a:pt x="8714802" y="2455148"/>
                  </a:lnTo>
                  <a:lnTo>
                    <a:pt x="8657877" y="2470975"/>
                  </a:lnTo>
                  <a:lnTo>
                    <a:pt x="8601067" y="2486332"/>
                  </a:lnTo>
                  <a:lnTo>
                    <a:pt x="8544347" y="2501049"/>
                  </a:lnTo>
                  <a:lnTo>
                    <a:pt x="8487618" y="2514984"/>
                  </a:lnTo>
                  <a:lnTo>
                    <a:pt x="8430686" y="2528037"/>
                  </a:lnTo>
                  <a:lnTo>
                    <a:pt x="8373239" y="2540139"/>
                  </a:lnTo>
                  <a:lnTo>
                    <a:pt x="8314832" y="2551262"/>
                  </a:lnTo>
                  <a:lnTo>
                    <a:pt x="8254851" y="2561407"/>
                  </a:lnTo>
                  <a:lnTo>
                    <a:pt x="8229629" y="2565290"/>
                  </a:lnTo>
                  <a:lnTo>
                    <a:pt x="8177713" y="2572583"/>
                  </a:lnTo>
                  <a:lnTo>
                    <a:pt x="8123342" y="2579243"/>
                  </a:lnTo>
                  <a:lnTo>
                    <a:pt x="8065832" y="2585291"/>
                  </a:lnTo>
                  <a:lnTo>
                    <a:pt x="8004428" y="2590773"/>
                  </a:lnTo>
                  <a:lnTo>
                    <a:pt x="7938351" y="2595739"/>
                  </a:lnTo>
                  <a:lnTo>
                    <a:pt x="7866838" y="2600244"/>
                  </a:lnTo>
                  <a:lnTo>
                    <a:pt x="7789191" y="2604337"/>
                  </a:lnTo>
                  <a:lnTo>
                    <a:pt x="7704851" y="2608064"/>
                  </a:lnTo>
                  <a:lnTo>
                    <a:pt x="7613487" y="2611460"/>
                  </a:lnTo>
                  <a:lnTo>
                    <a:pt x="7515115" y="2614554"/>
                  </a:lnTo>
                  <a:lnTo>
                    <a:pt x="7410239" y="2617366"/>
                  </a:lnTo>
                  <a:lnTo>
                    <a:pt x="7299997" y="2619905"/>
                  </a:lnTo>
                  <a:lnTo>
                    <a:pt x="7186287" y="2622174"/>
                  </a:lnTo>
                  <a:lnTo>
                    <a:pt x="7071820" y="2624172"/>
                  </a:lnTo>
                  <a:lnTo>
                    <a:pt x="6960054" y="2625891"/>
                  </a:lnTo>
                  <a:lnTo>
                    <a:pt x="6854953" y="2627328"/>
                  </a:lnTo>
                  <a:lnTo>
                    <a:pt x="6760557" y="2628483"/>
                  </a:lnTo>
                  <a:lnTo>
                    <a:pt x="6680419" y="2629365"/>
                  </a:lnTo>
                  <a:lnTo>
                    <a:pt x="6617013" y="2629997"/>
                  </a:lnTo>
                  <a:lnTo>
                    <a:pt x="6571267" y="2630411"/>
                  </a:lnTo>
                  <a:lnTo>
                    <a:pt x="6542320" y="2630651"/>
                  </a:lnTo>
                  <a:lnTo>
                    <a:pt x="6527544" y="2630762"/>
                  </a:lnTo>
                  <a:lnTo>
                    <a:pt x="6522741" y="2630796"/>
                  </a:lnTo>
                  <a:lnTo>
                    <a:pt x="6522385" y="2630798"/>
                  </a:lnTo>
                  <a:lnTo>
                    <a:pt x="5527445" y="2630798"/>
                  </a:lnTo>
                  <a:lnTo>
                    <a:pt x="5526361" y="2630750"/>
                  </a:lnTo>
                  <a:lnTo>
                    <a:pt x="5519200" y="2630409"/>
                  </a:lnTo>
                  <a:lnTo>
                    <a:pt x="5501029" y="2629467"/>
                  </a:lnTo>
                  <a:lnTo>
                    <a:pt x="5468247" y="2627610"/>
                  </a:lnTo>
                  <a:lnTo>
                    <a:pt x="5418789" y="2624539"/>
                  </a:lnTo>
                  <a:lnTo>
                    <a:pt x="5352275" y="2619997"/>
                  </a:lnTo>
                  <a:lnTo>
                    <a:pt x="5269974" y="2613790"/>
                  </a:lnTo>
                  <a:lnTo>
                    <a:pt x="5174525" y="2605797"/>
                  </a:lnTo>
                  <a:lnTo>
                    <a:pt x="5069466" y="2595968"/>
                  </a:lnTo>
                  <a:lnTo>
                    <a:pt x="4958679" y="2584309"/>
                  </a:lnTo>
                  <a:lnTo>
                    <a:pt x="4845886" y="2570854"/>
                  </a:lnTo>
                  <a:lnTo>
                    <a:pt x="4734285" y="2555636"/>
                  </a:lnTo>
                  <a:lnTo>
                    <a:pt x="4626350" y="2538672"/>
                  </a:lnTo>
                  <a:lnTo>
                    <a:pt x="4523791" y="2519936"/>
                  </a:lnTo>
                  <a:lnTo>
                    <a:pt x="4427618" y="2499354"/>
                  </a:lnTo>
                  <a:lnTo>
                    <a:pt x="4338258" y="2476798"/>
                  </a:lnTo>
                  <a:lnTo>
                    <a:pt x="4255693" y="2452083"/>
                  </a:lnTo>
                  <a:lnTo>
                    <a:pt x="4179587" y="2424972"/>
                  </a:lnTo>
                  <a:lnTo>
                    <a:pt x="4109399" y="2395178"/>
                  </a:lnTo>
                  <a:lnTo>
                    <a:pt x="4044459" y="2362379"/>
                  </a:lnTo>
                  <a:lnTo>
                    <a:pt x="3984037" y="2326233"/>
                  </a:lnTo>
                  <a:lnTo>
                    <a:pt x="3927388" y="2286405"/>
                  </a:lnTo>
                  <a:lnTo>
                    <a:pt x="3873794" y="2242619"/>
                  </a:lnTo>
                  <a:lnTo>
                    <a:pt x="3822599" y="2194724"/>
                  </a:lnTo>
                  <a:lnTo>
                    <a:pt x="3820202" y="2192331"/>
                  </a:lnTo>
                  <a:lnTo>
                    <a:pt x="3774776" y="2144436"/>
                  </a:lnTo>
                  <a:lnTo>
                    <a:pt x="3730502" y="2092995"/>
                  </a:lnTo>
                  <a:lnTo>
                    <a:pt x="3687064" y="2037934"/>
                  </a:lnTo>
                  <a:lnTo>
                    <a:pt x="3644206" y="1979242"/>
                  </a:lnTo>
                  <a:lnTo>
                    <a:pt x="3601726" y="1916971"/>
                  </a:lnTo>
                  <a:lnTo>
                    <a:pt x="3559468" y="1851245"/>
                  </a:lnTo>
                  <a:lnTo>
                    <a:pt x="3517314" y="1782262"/>
                  </a:lnTo>
                  <a:lnTo>
                    <a:pt x="3475180" y="1710300"/>
                  </a:lnTo>
                  <a:lnTo>
                    <a:pt x="3433015" y="1635708"/>
                  </a:lnTo>
                  <a:lnTo>
                    <a:pt x="3390790" y="1558909"/>
                  </a:lnTo>
                  <a:lnTo>
                    <a:pt x="3348501" y="1480384"/>
                  </a:lnTo>
                  <a:lnTo>
                    <a:pt x="3306160" y="1400667"/>
                  </a:lnTo>
                  <a:lnTo>
                    <a:pt x="3263788" y="1320326"/>
                  </a:lnTo>
                  <a:lnTo>
                    <a:pt x="3221414" y="1239949"/>
                  </a:lnTo>
                  <a:lnTo>
                    <a:pt x="3179067" y="1160124"/>
                  </a:lnTo>
                  <a:lnTo>
                    <a:pt x="3136771" y="1081424"/>
                  </a:lnTo>
                  <a:lnTo>
                    <a:pt x="3094539" y="1004386"/>
                  </a:lnTo>
                  <a:lnTo>
                    <a:pt x="3052367" y="929500"/>
                  </a:lnTo>
                  <a:lnTo>
                    <a:pt x="3010231" y="857195"/>
                  </a:lnTo>
                  <a:lnTo>
                    <a:pt x="2968083" y="787831"/>
                  </a:lnTo>
                  <a:lnTo>
                    <a:pt x="2925843" y="721694"/>
                  </a:lnTo>
                  <a:lnTo>
                    <a:pt x="2883399" y="658991"/>
                  </a:lnTo>
                  <a:lnTo>
                    <a:pt x="2840597" y="599857"/>
                  </a:lnTo>
                  <a:lnTo>
                    <a:pt x="2797242" y="544351"/>
                  </a:lnTo>
                  <a:lnTo>
                    <a:pt x="2753086" y="492469"/>
                  </a:lnTo>
                  <a:lnTo>
                    <a:pt x="2707821" y="444145"/>
                  </a:lnTo>
                  <a:lnTo>
                    <a:pt x="2702183" y="438466"/>
                  </a:lnTo>
                  <a:lnTo>
                    <a:pt x="2651088" y="390374"/>
                  </a:lnTo>
                  <a:lnTo>
                    <a:pt x="2597623" y="346393"/>
                  </a:lnTo>
                  <a:lnTo>
                    <a:pt x="2541137" y="306382"/>
                  </a:lnTo>
                  <a:lnTo>
                    <a:pt x="2480912" y="270067"/>
                  </a:lnTo>
                  <a:lnTo>
                    <a:pt x="2416204" y="237116"/>
                  </a:lnTo>
                  <a:lnTo>
                    <a:pt x="2346283" y="207186"/>
                  </a:lnTo>
                  <a:lnTo>
                    <a:pt x="2270474" y="179953"/>
                  </a:lnTo>
                  <a:lnTo>
                    <a:pt x="2188227" y="155130"/>
                  </a:lnTo>
                  <a:lnTo>
                    <a:pt x="2099195" y="132475"/>
                  </a:lnTo>
                  <a:lnTo>
                    <a:pt x="2003342" y="111803"/>
                  </a:lnTo>
                  <a:lnTo>
                    <a:pt x="1901071" y="92980"/>
                  </a:lnTo>
                  <a:lnTo>
                    <a:pt x="1793360" y="75932"/>
                  </a:lnTo>
                  <a:lnTo>
                    <a:pt x="1681884" y="60631"/>
                  </a:lnTo>
                  <a:lnTo>
                    <a:pt x="1569081" y="47091"/>
                  </a:lnTo>
                  <a:lnTo>
                    <a:pt x="1458117" y="35345"/>
                  </a:lnTo>
                  <a:lnTo>
                    <a:pt x="1352695" y="25429"/>
                  </a:lnTo>
                  <a:lnTo>
                    <a:pt x="1256701" y="17348"/>
                  </a:lnTo>
                  <a:lnTo>
                    <a:pt x="1173702" y="11057"/>
                  </a:lnTo>
                  <a:lnTo>
                    <a:pt x="1106391" y="6440"/>
                  </a:lnTo>
                  <a:lnTo>
                    <a:pt x="1056113" y="3304"/>
                  </a:lnTo>
                  <a:lnTo>
                    <a:pt x="1022568" y="1396"/>
                  </a:lnTo>
                  <a:lnTo>
                    <a:pt x="1003769" y="417"/>
                  </a:lnTo>
                  <a:lnTo>
                    <a:pt x="996184" y="55"/>
                  </a:lnTo>
                  <a:lnTo>
                    <a:pt x="994940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5" name="pg224"/>
            <p:cNvSpPr/>
            <p:nvPr/>
          </p:nvSpPr>
          <p:spPr>
            <a:xfrm>
              <a:off x="1199187" y="3830738"/>
              <a:ext cx="12049831" cy="2704167"/>
            </a:xfrm>
            <a:custGeom>
              <a:avLst/>
              <a:pathLst>
                <a:path w="12049831" h="2704167">
                  <a:moveTo>
                    <a:pt x="0" y="5240"/>
                  </a:moveTo>
                  <a:lnTo>
                    <a:pt x="994940" y="5240"/>
                  </a:lnTo>
                  <a:lnTo>
                    <a:pt x="996024" y="5288"/>
                  </a:lnTo>
                  <a:lnTo>
                    <a:pt x="1003185" y="5629"/>
                  </a:lnTo>
                  <a:lnTo>
                    <a:pt x="1021356" y="6571"/>
                  </a:lnTo>
                  <a:lnTo>
                    <a:pt x="1054138" y="8428"/>
                  </a:lnTo>
                  <a:lnTo>
                    <a:pt x="1103596" y="11499"/>
                  </a:lnTo>
                  <a:lnTo>
                    <a:pt x="1170110" y="16040"/>
                  </a:lnTo>
                  <a:lnTo>
                    <a:pt x="1252411" y="22248"/>
                  </a:lnTo>
                  <a:lnTo>
                    <a:pt x="1347860" y="30241"/>
                  </a:lnTo>
                  <a:lnTo>
                    <a:pt x="1452919" y="40070"/>
                  </a:lnTo>
                  <a:lnTo>
                    <a:pt x="1563706" y="51729"/>
                  </a:lnTo>
                  <a:lnTo>
                    <a:pt x="1676499" y="65184"/>
                  </a:lnTo>
                  <a:lnTo>
                    <a:pt x="1788100" y="80402"/>
                  </a:lnTo>
                  <a:lnTo>
                    <a:pt x="1896035" y="97366"/>
                  </a:lnTo>
                  <a:lnTo>
                    <a:pt x="1998594" y="116102"/>
                  </a:lnTo>
                  <a:lnTo>
                    <a:pt x="2094767" y="136684"/>
                  </a:lnTo>
                  <a:lnTo>
                    <a:pt x="2184127" y="159240"/>
                  </a:lnTo>
                  <a:lnTo>
                    <a:pt x="2266692" y="183954"/>
                  </a:lnTo>
                  <a:lnTo>
                    <a:pt x="2342798" y="211066"/>
                  </a:lnTo>
                  <a:lnTo>
                    <a:pt x="2412986" y="240860"/>
                  </a:lnTo>
                  <a:lnTo>
                    <a:pt x="2477926" y="273659"/>
                  </a:lnTo>
                  <a:lnTo>
                    <a:pt x="2538348" y="309805"/>
                  </a:lnTo>
                  <a:lnTo>
                    <a:pt x="2594997" y="349633"/>
                  </a:lnTo>
                  <a:lnTo>
                    <a:pt x="2648591" y="393419"/>
                  </a:lnTo>
                  <a:lnTo>
                    <a:pt x="2699786" y="441314"/>
                  </a:lnTo>
                  <a:lnTo>
                    <a:pt x="2702183" y="443707"/>
                  </a:lnTo>
                  <a:lnTo>
                    <a:pt x="2747609" y="491601"/>
                  </a:lnTo>
                  <a:lnTo>
                    <a:pt x="2791883" y="543043"/>
                  </a:lnTo>
                  <a:lnTo>
                    <a:pt x="2835321" y="598104"/>
                  </a:lnTo>
                  <a:lnTo>
                    <a:pt x="2878179" y="656796"/>
                  </a:lnTo>
                  <a:lnTo>
                    <a:pt x="2920659" y="719067"/>
                  </a:lnTo>
                  <a:lnTo>
                    <a:pt x="2962917" y="784793"/>
                  </a:lnTo>
                  <a:lnTo>
                    <a:pt x="3005071" y="853776"/>
                  </a:lnTo>
                  <a:lnTo>
                    <a:pt x="3047205" y="925738"/>
                  </a:lnTo>
                  <a:lnTo>
                    <a:pt x="3089370" y="1000329"/>
                  </a:lnTo>
                  <a:lnTo>
                    <a:pt x="3131595" y="1077129"/>
                  </a:lnTo>
                  <a:lnTo>
                    <a:pt x="3173884" y="1155654"/>
                  </a:lnTo>
                  <a:lnTo>
                    <a:pt x="3216225" y="1235371"/>
                  </a:lnTo>
                  <a:lnTo>
                    <a:pt x="3258597" y="1315712"/>
                  </a:lnTo>
                  <a:lnTo>
                    <a:pt x="3300971" y="1396089"/>
                  </a:lnTo>
                  <a:lnTo>
                    <a:pt x="3343318" y="1475914"/>
                  </a:lnTo>
                  <a:lnTo>
                    <a:pt x="3385614" y="1554614"/>
                  </a:lnTo>
                  <a:lnTo>
                    <a:pt x="3427846" y="1631652"/>
                  </a:lnTo>
                  <a:lnTo>
                    <a:pt x="3470018" y="1706538"/>
                  </a:lnTo>
                  <a:lnTo>
                    <a:pt x="3512154" y="1778843"/>
                  </a:lnTo>
                  <a:lnTo>
                    <a:pt x="3554302" y="1848207"/>
                  </a:lnTo>
                  <a:lnTo>
                    <a:pt x="3596542" y="1914344"/>
                  </a:lnTo>
                  <a:lnTo>
                    <a:pt x="3638986" y="1977047"/>
                  </a:lnTo>
                  <a:lnTo>
                    <a:pt x="3681788" y="2036181"/>
                  </a:lnTo>
                  <a:lnTo>
                    <a:pt x="3725143" y="2091687"/>
                  </a:lnTo>
                  <a:lnTo>
                    <a:pt x="3769299" y="2143569"/>
                  </a:lnTo>
                  <a:lnTo>
                    <a:pt x="3814564" y="2191893"/>
                  </a:lnTo>
                  <a:lnTo>
                    <a:pt x="3820202" y="2197572"/>
                  </a:lnTo>
                  <a:lnTo>
                    <a:pt x="3871297" y="2245664"/>
                  </a:lnTo>
                  <a:lnTo>
                    <a:pt x="3924762" y="2289645"/>
                  </a:lnTo>
                  <a:lnTo>
                    <a:pt x="3981248" y="2329656"/>
                  </a:lnTo>
                  <a:lnTo>
                    <a:pt x="4041473" y="2365971"/>
                  </a:lnTo>
                  <a:lnTo>
                    <a:pt x="4106181" y="2398922"/>
                  </a:lnTo>
                  <a:lnTo>
                    <a:pt x="4176102" y="2428852"/>
                  </a:lnTo>
                  <a:lnTo>
                    <a:pt x="4251911" y="2456085"/>
                  </a:lnTo>
                  <a:lnTo>
                    <a:pt x="4334158" y="2480908"/>
                  </a:lnTo>
                  <a:lnTo>
                    <a:pt x="4423190" y="2503563"/>
                  </a:lnTo>
                  <a:lnTo>
                    <a:pt x="4519043" y="2524235"/>
                  </a:lnTo>
                  <a:lnTo>
                    <a:pt x="4621314" y="2543058"/>
                  </a:lnTo>
                  <a:lnTo>
                    <a:pt x="4729025" y="2560106"/>
                  </a:lnTo>
                  <a:lnTo>
                    <a:pt x="4840501" y="2575407"/>
                  </a:lnTo>
                  <a:lnTo>
                    <a:pt x="4953304" y="2588947"/>
                  </a:lnTo>
                  <a:lnTo>
                    <a:pt x="5064268" y="2600693"/>
                  </a:lnTo>
                  <a:lnTo>
                    <a:pt x="5169690" y="2610609"/>
                  </a:lnTo>
                  <a:lnTo>
                    <a:pt x="5265684" y="2618690"/>
                  </a:lnTo>
                  <a:lnTo>
                    <a:pt x="5348683" y="2624981"/>
                  </a:lnTo>
                  <a:lnTo>
                    <a:pt x="5415994" y="2629598"/>
                  </a:lnTo>
                  <a:lnTo>
                    <a:pt x="5466272" y="2632734"/>
                  </a:lnTo>
                  <a:lnTo>
                    <a:pt x="5499817" y="2634642"/>
                  </a:lnTo>
                  <a:lnTo>
                    <a:pt x="5518616" y="2635621"/>
                  </a:lnTo>
                  <a:lnTo>
                    <a:pt x="5526201" y="2635983"/>
                  </a:lnTo>
                  <a:lnTo>
                    <a:pt x="5527445" y="2636038"/>
                  </a:lnTo>
                  <a:lnTo>
                    <a:pt x="6522385" y="2636038"/>
                  </a:lnTo>
                  <a:lnTo>
                    <a:pt x="6523522" y="2636040"/>
                  </a:lnTo>
                  <a:lnTo>
                    <a:pt x="6531021" y="2636049"/>
                  </a:lnTo>
                  <a:lnTo>
                    <a:pt x="6550025" y="2636075"/>
                  </a:lnTo>
                  <a:lnTo>
                    <a:pt x="6584251" y="2636125"/>
                  </a:lnTo>
                  <a:lnTo>
                    <a:pt x="6635767" y="2636208"/>
                  </a:lnTo>
                  <a:lnTo>
                    <a:pt x="6704844" y="2636332"/>
                  </a:lnTo>
                  <a:lnTo>
                    <a:pt x="6790008" y="2636500"/>
                  </a:lnTo>
                  <a:lnTo>
                    <a:pt x="6888368" y="2636716"/>
                  </a:lnTo>
                  <a:lnTo>
                    <a:pt x="6996141" y="2636981"/>
                  </a:lnTo>
                  <a:lnTo>
                    <a:pt x="7109252" y="2637295"/>
                  </a:lnTo>
                  <a:lnTo>
                    <a:pt x="7223859" y="2637657"/>
                  </a:lnTo>
                  <a:lnTo>
                    <a:pt x="7336730" y="2638066"/>
                  </a:lnTo>
                  <a:lnTo>
                    <a:pt x="7445416" y="2638522"/>
                  </a:lnTo>
                  <a:lnTo>
                    <a:pt x="7548278" y="2639025"/>
                  </a:lnTo>
                  <a:lnTo>
                    <a:pt x="7644403" y="2639578"/>
                  </a:lnTo>
                  <a:lnTo>
                    <a:pt x="7733464" y="2640186"/>
                  </a:lnTo>
                  <a:lnTo>
                    <a:pt x="7815572" y="2640852"/>
                  </a:lnTo>
                  <a:lnTo>
                    <a:pt x="7891147" y="2641585"/>
                  </a:lnTo>
                  <a:lnTo>
                    <a:pt x="7960803" y="2642391"/>
                  </a:lnTo>
                  <a:lnTo>
                    <a:pt x="8025268" y="2643281"/>
                  </a:lnTo>
                  <a:lnTo>
                    <a:pt x="8085316" y="2644263"/>
                  </a:lnTo>
                  <a:lnTo>
                    <a:pt x="8141723" y="2645346"/>
                  </a:lnTo>
                  <a:lnTo>
                    <a:pt x="8195225" y="2646537"/>
                  </a:lnTo>
                  <a:lnTo>
                    <a:pt x="8229629" y="2647393"/>
                  </a:lnTo>
                  <a:lnTo>
                    <a:pt x="8291258" y="2649107"/>
                  </a:lnTo>
                  <a:lnTo>
                    <a:pt x="8350966" y="2650993"/>
                  </a:lnTo>
                  <a:lnTo>
                    <a:pt x="8409468" y="2653053"/>
                  </a:lnTo>
                  <a:lnTo>
                    <a:pt x="8467289" y="2655285"/>
                  </a:lnTo>
                  <a:lnTo>
                    <a:pt x="8524803" y="2657679"/>
                  </a:lnTo>
                  <a:lnTo>
                    <a:pt x="8582250" y="2660220"/>
                  </a:lnTo>
                  <a:lnTo>
                    <a:pt x="8639765" y="2662883"/>
                  </a:lnTo>
                  <a:lnTo>
                    <a:pt x="8697397" y="2665640"/>
                  </a:lnTo>
                  <a:lnTo>
                    <a:pt x="8755129" y="2668456"/>
                  </a:lnTo>
                  <a:lnTo>
                    <a:pt x="8812903" y="2671295"/>
                  </a:lnTo>
                  <a:lnTo>
                    <a:pt x="8870646" y="2674118"/>
                  </a:lnTo>
                  <a:lnTo>
                    <a:pt x="8928297" y="2676887"/>
                  </a:lnTo>
                  <a:lnTo>
                    <a:pt x="8985830" y="2679567"/>
                  </a:lnTo>
                  <a:lnTo>
                    <a:pt x="9043281" y="2682129"/>
                  </a:lnTo>
                  <a:lnTo>
                    <a:pt x="9100771" y="2684547"/>
                  </a:lnTo>
                  <a:lnTo>
                    <a:pt x="9158522" y="2686806"/>
                  </a:lnTo>
                  <a:lnTo>
                    <a:pt x="9216884" y="2688895"/>
                  </a:lnTo>
                  <a:lnTo>
                    <a:pt x="9276356" y="2690808"/>
                  </a:lnTo>
                  <a:lnTo>
                    <a:pt x="9337620" y="2692549"/>
                  </a:lnTo>
                  <a:lnTo>
                    <a:pt x="9347647" y="2692812"/>
                  </a:lnTo>
                  <a:lnTo>
                    <a:pt x="9399582" y="2694077"/>
                  </a:lnTo>
                  <a:lnTo>
                    <a:pt x="9453974" y="2695231"/>
                  </a:lnTo>
                  <a:lnTo>
                    <a:pt x="9511509" y="2696280"/>
                  </a:lnTo>
                  <a:lnTo>
                    <a:pt x="9572940" y="2697230"/>
                  </a:lnTo>
                  <a:lnTo>
                    <a:pt x="9639048" y="2698091"/>
                  </a:lnTo>
                  <a:lnTo>
                    <a:pt x="9710598" y="2698872"/>
                  </a:lnTo>
                  <a:lnTo>
                    <a:pt x="9788287" y="2699582"/>
                  </a:lnTo>
                  <a:lnTo>
                    <a:pt x="9872676" y="2700228"/>
                  </a:lnTo>
                  <a:lnTo>
                    <a:pt x="9964094" y="2700817"/>
                  </a:lnTo>
                  <a:lnTo>
                    <a:pt x="10062524" y="2701353"/>
                  </a:lnTo>
                  <a:lnTo>
                    <a:pt x="10167460" y="2701840"/>
                  </a:lnTo>
                  <a:lnTo>
                    <a:pt x="10277760" y="2702280"/>
                  </a:lnTo>
                  <a:lnTo>
                    <a:pt x="10391521" y="2702674"/>
                  </a:lnTo>
                  <a:lnTo>
                    <a:pt x="10506025" y="2703020"/>
                  </a:lnTo>
                  <a:lnTo>
                    <a:pt x="10617806" y="2703318"/>
                  </a:lnTo>
                  <a:lnTo>
                    <a:pt x="10722896" y="2703567"/>
                  </a:lnTo>
                  <a:lnTo>
                    <a:pt x="10817252" y="2703766"/>
                  </a:lnTo>
                  <a:lnTo>
                    <a:pt x="10897320" y="2703919"/>
                  </a:lnTo>
                  <a:lnTo>
                    <a:pt x="10960633" y="2704029"/>
                  </a:lnTo>
                  <a:lnTo>
                    <a:pt x="11006273" y="2704100"/>
                  </a:lnTo>
                  <a:lnTo>
                    <a:pt x="11035116" y="2704141"/>
                  </a:lnTo>
                  <a:lnTo>
                    <a:pt x="11049803" y="2704161"/>
                  </a:lnTo>
                  <a:lnTo>
                    <a:pt x="11054548" y="2704166"/>
                  </a:lnTo>
                  <a:lnTo>
                    <a:pt x="11054891" y="2704167"/>
                  </a:lnTo>
                  <a:lnTo>
                    <a:pt x="12049831" y="2704167"/>
                  </a:lnTo>
                  <a:lnTo>
                    <a:pt x="12049831" y="2698926"/>
                  </a:lnTo>
                  <a:lnTo>
                    <a:pt x="11054891" y="2698926"/>
                  </a:lnTo>
                  <a:lnTo>
                    <a:pt x="11053755" y="2698925"/>
                  </a:lnTo>
                  <a:lnTo>
                    <a:pt x="11046255" y="2698915"/>
                  </a:lnTo>
                  <a:lnTo>
                    <a:pt x="11027251" y="2698890"/>
                  </a:lnTo>
                  <a:lnTo>
                    <a:pt x="10993026" y="2698839"/>
                  </a:lnTo>
                  <a:lnTo>
                    <a:pt x="10941509" y="2698756"/>
                  </a:lnTo>
                  <a:lnTo>
                    <a:pt x="10872433" y="2698633"/>
                  </a:lnTo>
                  <a:lnTo>
                    <a:pt x="10787269" y="2698465"/>
                  </a:lnTo>
                  <a:lnTo>
                    <a:pt x="10688909" y="2698249"/>
                  </a:lnTo>
                  <a:lnTo>
                    <a:pt x="10581135" y="2697983"/>
                  </a:lnTo>
                  <a:lnTo>
                    <a:pt x="10468025" y="2697669"/>
                  </a:lnTo>
                  <a:lnTo>
                    <a:pt x="10353417" y="2697307"/>
                  </a:lnTo>
                  <a:lnTo>
                    <a:pt x="10240547" y="2696898"/>
                  </a:lnTo>
                  <a:lnTo>
                    <a:pt x="10131861" y="2696443"/>
                  </a:lnTo>
                  <a:lnTo>
                    <a:pt x="10028998" y="2695939"/>
                  </a:lnTo>
                  <a:lnTo>
                    <a:pt x="9932873" y="2695386"/>
                  </a:lnTo>
                  <a:lnTo>
                    <a:pt x="9843813" y="2694779"/>
                  </a:lnTo>
                  <a:lnTo>
                    <a:pt x="9761705" y="2694112"/>
                  </a:lnTo>
                  <a:lnTo>
                    <a:pt x="9686130" y="2693380"/>
                  </a:lnTo>
                  <a:lnTo>
                    <a:pt x="9616473" y="2692573"/>
                  </a:lnTo>
                  <a:lnTo>
                    <a:pt x="9552009" y="2691684"/>
                  </a:lnTo>
                  <a:lnTo>
                    <a:pt x="9491961" y="2690702"/>
                  </a:lnTo>
                  <a:lnTo>
                    <a:pt x="9435554" y="2689618"/>
                  </a:lnTo>
                  <a:lnTo>
                    <a:pt x="9382052" y="2688427"/>
                  </a:lnTo>
                  <a:lnTo>
                    <a:pt x="9347647" y="2687571"/>
                  </a:lnTo>
                  <a:lnTo>
                    <a:pt x="9286018" y="2685858"/>
                  </a:lnTo>
                  <a:lnTo>
                    <a:pt x="9226311" y="2683972"/>
                  </a:lnTo>
                  <a:lnTo>
                    <a:pt x="9167809" y="2681911"/>
                  </a:lnTo>
                  <a:lnTo>
                    <a:pt x="9109987" y="2679679"/>
                  </a:lnTo>
                  <a:lnTo>
                    <a:pt x="9052474" y="2677285"/>
                  </a:lnTo>
                  <a:lnTo>
                    <a:pt x="8995027" y="2674745"/>
                  </a:lnTo>
                  <a:lnTo>
                    <a:pt x="8937511" y="2672082"/>
                  </a:lnTo>
                  <a:lnTo>
                    <a:pt x="8879879" y="2669325"/>
                  </a:lnTo>
                  <a:lnTo>
                    <a:pt x="8822147" y="2666508"/>
                  </a:lnTo>
                  <a:lnTo>
                    <a:pt x="8764373" y="2663669"/>
                  </a:lnTo>
                  <a:lnTo>
                    <a:pt x="8706630" y="2660847"/>
                  </a:lnTo>
                  <a:lnTo>
                    <a:pt x="8648980" y="2658078"/>
                  </a:lnTo>
                  <a:lnTo>
                    <a:pt x="8591447" y="2655398"/>
                  </a:lnTo>
                  <a:lnTo>
                    <a:pt x="8533995" y="2652836"/>
                  </a:lnTo>
                  <a:lnTo>
                    <a:pt x="8476506" y="2650417"/>
                  </a:lnTo>
                  <a:lnTo>
                    <a:pt x="8418755" y="2648158"/>
                  </a:lnTo>
                  <a:lnTo>
                    <a:pt x="8360393" y="2646070"/>
                  </a:lnTo>
                  <a:lnTo>
                    <a:pt x="8300921" y="2644156"/>
                  </a:lnTo>
                  <a:lnTo>
                    <a:pt x="8239656" y="2642415"/>
                  </a:lnTo>
                  <a:lnTo>
                    <a:pt x="8229629" y="2642153"/>
                  </a:lnTo>
                  <a:lnTo>
                    <a:pt x="8177694" y="2640888"/>
                  </a:lnTo>
                  <a:lnTo>
                    <a:pt x="8123302" y="2639733"/>
                  </a:lnTo>
                  <a:lnTo>
                    <a:pt x="8065768" y="2638685"/>
                  </a:lnTo>
                  <a:lnTo>
                    <a:pt x="8004337" y="2637734"/>
                  </a:lnTo>
                  <a:lnTo>
                    <a:pt x="7938229" y="2636873"/>
                  </a:lnTo>
                  <a:lnTo>
                    <a:pt x="7866679" y="2636092"/>
                  </a:lnTo>
                  <a:lnTo>
                    <a:pt x="7788989" y="2635383"/>
                  </a:lnTo>
                  <a:lnTo>
                    <a:pt x="7704601" y="2634737"/>
                  </a:lnTo>
                  <a:lnTo>
                    <a:pt x="7613182" y="2634148"/>
                  </a:lnTo>
                  <a:lnTo>
                    <a:pt x="7514752" y="2633612"/>
                  </a:lnTo>
                  <a:lnTo>
                    <a:pt x="7409816" y="2633124"/>
                  </a:lnTo>
                  <a:lnTo>
                    <a:pt x="7299516" y="2632684"/>
                  </a:lnTo>
                  <a:lnTo>
                    <a:pt x="7185755" y="2632291"/>
                  </a:lnTo>
                  <a:lnTo>
                    <a:pt x="7071252" y="2631945"/>
                  </a:lnTo>
                  <a:lnTo>
                    <a:pt x="6959470" y="2631647"/>
                  </a:lnTo>
                  <a:lnTo>
                    <a:pt x="6854380" y="2631398"/>
                  </a:lnTo>
                  <a:lnTo>
                    <a:pt x="6760025" y="2631198"/>
                  </a:lnTo>
                  <a:lnTo>
                    <a:pt x="6679956" y="2631045"/>
                  </a:lnTo>
                  <a:lnTo>
                    <a:pt x="6616643" y="2630936"/>
                  </a:lnTo>
                  <a:lnTo>
                    <a:pt x="6571003" y="2630864"/>
                  </a:lnTo>
                  <a:lnTo>
                    <a:pt x="6542160" y="2630823"/>
                  </a:lnTo>
                  <a:lnTo>
                    <a:pt x="6527473" y="2630804"/>
                  </a:lnTo>
                  <a:lnTo>
                    <a:pt x="6522729" y="2630798"/>
                  </a:lnTo>
                  <a:lnTo>
                    <a:pt x="6522385" y="2630798"/>
                  </a:lnTo>
                  <a:lnTo>
                    <a:pt x="5527445" y="2630798"/>
                  </a:lnTo>
                  <a:lnTo>
                    <a:pt x="5526361" y="2630750"/>
                  </a:lnTo>
                  <a:lnTo>
                    <a:pt x="5519200" y="2630409"/>
                  </a:lnTo>
                  <a:lnTo>
                    <a:pt x="5501029" y="2629467"/>
                  </a:lnTo>
                  <a:lnTo>
                    <a:pt x="5468247" y="2627610"/>
                  </a:lnTo>
                  <a:lnTo>
                    <a:pt x="5418789" y="2624539"/>
                  </a:lnTo>
                  <a:lnTo>
                    <a:pt x="5352275" y="2619997"/>
                  </a:lnTo>
                  <a:lnTo>
                    <a:pt x="5269974" y="2613790"/>
                  </a:lnTo>
                  <a:lnTo>
                    <a:pt x="5174525" y="2605797"/>
                  </a:lnTo>
                  <a:lnTo>
                    <a:pt x="5069466" y="2595968"/>
                  </a:lnTo>
                  <a:lnTo>
                    <a:pt x="4958679" y="2584309"/>
                  </a:lnTo>
                  <a:lnTo>
                    <a:pt x="4845886" y="2570854"/>
                  </a:lnTo>
                  <a:lnTo>
                    <a:pt x="4734285" y="2555636"/>
                  </a:lnTo>
                  <a:lnTo>
                    <a:pt x="4626350" y="2538672"/>
                  </a:lnTo>
                  <a:lnTo>
                    <a:pt x="4523791" y="2519936"/>
                  </a:lnTo>
                  <a:lnTo>
                    <a:pt x="4427618" y="2499354"/>
                  </a:lnTo>
                  <a:lnTo>
                    <a:pt x="4338258" y="2476798"/>
                  </a:lnTo>
                  <a:lnTo>
                    <a:pt x="4255693" y="2452083"/>
                  </a:lnTo>
                  <a:lnTo>
                    <a:pt x="4179587" y="2424972"/>
                  </a:lnTo>
                  <a:lnTo>
                    <a:pt x="4109399" y="2395178"/>
                  </a:lnTo>
                  <a:lnTo>
                    <a:pt x="4044459" y="2362379"/>
                  </a:lnTo>
                  <a:lnTo>
                    <a:pt x="3984037" y="2326233"/>
                  </a:lnTo>
                  <a:lnTo>
                    <a:pt x="3927388" y="2286405"/>
                  </a:lnTo>
                  <a:lnTo>
                    <a:pt x="3873794" y="2242619"/>
                  </a:lnTo>
                  <a:lnTo>
                    <a:pt x="3822599" y="2194724"/>
                  </a:lnTo>
                  <a:lnTo>
                    <a:pt x="3820202" y="2192331"/>
                  </a:lnTo>
                  <a:lnTo>
                    <a:pt x="3774776" y="2144436"/>
                  </a:lnTo>
                  <a:lnTo>
                    <a:pt x="3730502" y="2092995"/>
                  </a:lnTo>
                  <a:lnTo>
                    <a:pt x="3687064" y="2037934"/>
                  </a:lnTo>
                  <a:lnTo>
                    <a:pt x="3644206" y="1979242"/>
                  </a:lnTo>
                  <a:lnTo>
                    <a:pt x="3601726" y="1916971"/>
                  </a:lnTo>
                  <a:lnTo>
                    <a:pt x="3559468" y="1851245"/>
                  </a:lnTo>
                  <a:lnTo>
                    <a:pt x="3517314" y="1782262"/>
                  </a:lnTo>
                  <a:lnTo>
                    <a:pt x="3475180" y="1710300"/>
                  </a:lnTo>
                  <a:lnTo>
                    <a:pt x="3433015" y="1635708"/>
                  </a:lnTo>
                  <a:lnTo>
                    <a:pt x="3390790" y="1558909"/>
                  </a:lnTo>
                  <a:lnTo>
                    <a:pt x="3348501" y="1480384"/>
                  </a:lnTo>
                  <a:lnTo>
                    <a:pt x="3306160" y="1400667"/>
                  </a:lnTo>
                  <a:lnTo>
                    <a:pt x="3263788" y="1320326"/>
                  </a:lnTo>
                  <a:lnTo>
                    <a:pt x="3221414" y="1239949"/>
                  </a:lnTo>
                  <a:lnTo>
                    <a:pt x="3179067" y="1160124"/>
                  </a:lnTo>
                  <a:lnTo>
                    <a:pt x="3136771" y="1081424"/>
                  </a:lnTo>
                  <a:lnTo>
                    <a:pt x="3094539" y="1004386"/>
                  </a:lnTo>
                  <a:lnTo>
                    <a:pt x="3052367" y="929500"/>
                  </a:lnTo>
                  <a:lnTo>
                    <a:pt x="3010231" y="857195"/>
                  </a:lnTo>
                  <a:lnTo>
                    <a:pt x="2968083" y="787831"/>
                  </a:lnTo>
                  <a:lnTo>
                    <a:pt x="2925843" y="721694"/>
                  </a:lnTo>
                  <a:lnTo>
                    <a:pt x="2883399" y="658991"/>
                  </a:lnTo>
                  <a:lnTo>
                    <a:pt x="2840597" y="599857"/>
                  </a:lnTo>
                  <a:lnTo>
                    <a:pt x="2797242" y="544351"/>
                  </a:lnTo>
                  <a:lnTo>
                    <a:pt x="2753086" y="492469"/>
                  </a:lnTo>
                  <a:lnTo>
                    <a:pt x="2707821" y="444145"/>
                  </a:lnTo>
                  <a:lnTo>
                    <a:pt x="2702183" y="438466"/>
                  </a:lnTo>
                  <a:lnTo>
                    <a:pt x="2651088" y="390374"/>
                  </a:lnTo>
                  <a:lnTo>
                    <a:pt x="2597623" y="346393"/>
                  </a:lnTo>
                  <a:lnTo>
                    <a:pt x="2541137" y="306382"/>
                  </a:lnTo>
                  <a:lnTo>
                    <a:pt x="2480912" y="270067"/>
                  </a:lnTo>
                  <a:lnTo>
                    <a:pt x="2416204" y="237116"/>
                  </a:lnTo>
                  <a:lnTo>
                    <a:pt x="2346283" y="207186"/>
                  </a:lnTo>
                  <a:lnTo>
                    <a:pt x="2270474" y="179953"/>
                  </a:lnTo>
                  <a:lnTo>
                    <a:pt x="2188227" y="155130"/>
                  </a:lnTo>
                  <a:lnTo>
                    <a:pt x="2099195" y="132475"/>
                  </a:lnTo>
                  <a:lnTo>
                    <a:pt x="2003342" y="111803"/>
                  </a:lnTo>
                  <a:lnTo>
                    <a:pt x="1901071" y="92980"/>
                  </a:lnTo>
                  <a:lnTo>
                    <a:pt x="1793360" y="75932"/>
                  </a:lnTo>
                  <a:lnTo>
                    <a:pt x="1681884" y="60631"/>
                  </a:lnTo>
                  <a:lnTo>
                    <a:pt x="1569081" y="47091"/>
                  </a:lnTo>
                  <a:lnTo>
                    <a:pt x="1458117" y="35345"/>
                  </a:lnTo>
                  <a:lnTo>
                    <a:pt x="1352695" y="25429"/>
                  </a:lnTo>
                  <a:lnTo>
                    <a:pt x="1256701" y="17348"/>
                  </a:lnTo>
                  <a:lnTo>
                    <a:pt x="1173702" y="11057"/>
                  </a:lnTo>
                  <a:lnTo>
                    <a:pt x="1106391" y="6440"/>
                  </a:lnTo>
                  <a:lnTo>
                    <a:pt x="1056113" y="3304"/>
                  </a:lnTo>
                  <a:lnTo>
                    <a:pt x="1022568" y="1396"/>
                  </a:lnTo>
                  <a:lnTo>
                    <a:pt x="1003769" y="417"/>
                  </a:lnTo>
                  <a:lnTo>
                    <a:pt x="996184" y="5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26" name="pl225"/>
            <p:cNvSpPr/>
            <p:nvPr/>
          </p:nvSpPr>
          <p:spPr>
            <a:xfrm>
              <a:off x="1199187" y="3835979"/>
              <a:ext cx="12049831" cy="2698926"/>
            </a:xfrm>
            <a:custGeom>
              <a:avLst/>
              <a:pathLst>
                <a:path w="12049831" h="2698926">
                  <a:moveTo>
                    <a:pt x="0" y="0"/>
                  </a:moveTo>
                  <a:lnTo>
                    <a:pt x="994940" y="0"/>
                  </a:lnTo>
                  <a:lnTo>
                    <a:pt x="996024" y="47"/>
                  </a:lnTo>
                  <a:lnTo>
                    <a:pt x="1003185" y="388"/>
                  </a:lnTo>
                  <a:lnTo>
                    <a:pt x="1021356" y="1330"/>
                  </a:lnTo>
                  <a:lnTo>
                    <a:pt x="1054138" y="3187"/>
                  </a:lnTo>
                  <a:lnTo>
                    <a:pt x="1103596" y="6258"/>
                  </a:lnTo>
                  <a:lnTo>
                    <a:pt x="1170110" y="10800"/>
                  </a:lnTo>
                  <a:lnTo>
                    <a:pt x="1252411" y="17007"/>
                  </a:lnTo>
                  <a:lnTo>
                    <a:pt x="1347860" y="25001"/>
                  </a:lnTo>
                  <a:lnTo>
                    <a:pt x="1452919" y="34829"/>
                  </a:lnTo>
                  <a:lnTo>
                    <a:pt x="1563706" y="46488"/>
                  </a:lnTo>
                  <a:lnTo>
                    <a:pt x="1676499" y="59944"/>
                  </a:lnTo>
                  <a:lnTo>
                    <a:pt x="1788100" y="75161"/>
                  </a:lnTo>
                  <a:lnTo>
                    <a:pt x="1896035" y="92125"/>
                  </a:lnTo>
                  <a:lnTo>
                    <a:pt x="1998594" y="110861"/>
                  </a:lnTo>
                  <a:lnTo>
                    <a:pt x="2094767" y="131443"/>
                  </a:lnTo>
                  <a:lnTo>
                    <a:pt x="2184127" y="153999"/>
                  </a:lnTo>
                  <a:lnTo>
                    <a:pt x="2266692" y="178714"/>
                  </a:lnTo>
                  <a:lnTo>
                    <a:pt x="2342798" y="205825"/>
                  </a:lnTo>
                  <a:lnTo>
                    <a:pt x="2412986" y="235619"/>
                  </a:lnTo>
                  <a:lnTo>
                    <a:pt x="2477926" y="268418"/>
                  </a:lnTo>
                  <a:lnTo>
                    <a:pt x="2538348" y="304565"/>
                  </a:lnTo>
                  <a:lnTo>
                    <a:pt x="2594997" y="344392"/>
                  </a:lnTo>
                  <a:lnTo>
                    <a:pt x="2648591" y="388178"/>
                  </a:lnTo>
                  <a:lnTo>
                    <a:pt x="2699786" y="436073"/>
                  </a:lnTo>
                  <a:lnTo>
                    <a:pt x="2702183" y="438466"/>
                  </a:lnTo>
                  <a:lnTo>
                    <a:pt x="2747609" y="486361"/>
                  </a:lnTo>
                  <a:lnTo>
                    <a:pt x="2791883" y="537803"/>
                  </a:lnTo>
                  <a:lnTo>
                    <a:pt x="2835321" y="592863"/>
                  </a:lnTo>
                  <a:lnTo>
                    <a:pt x="2878179" y="651555"/>
                  </a:lnTo>
                  <a:lnTo>
                    <a:pt x="2920659" y="713826"/>
                  </a:lnTo>
                  <a:lnTo>
                    <a:pt x="2962917" y="779553"/>
                  </a:lnTo>
                  <a:lnTo>
                    <a:pt x="3005071" y="848535"/>
                  </a:lnTo>
                  <a:lnTo>
                    <a:pt x="3047205" y="920497"/>
                  </a:lnTo>
                  <a:lnTo>
                    <a:pt x="3089370" y="995089"/>
                  </a:lnTo>
                  <a:lnTo>
                    <a:pt x="3131595" y="1071889"/>
                  </a:lnTo>
                  <a:lnTo>
                    <a:pt x="3173884" y="1150413"/>
                  </a:lnTo>
                  <a:lnTo>
                    <a:pt x="3216225" y="1230131"/>
                  </a:lnTo>
                  <a:lnTo>
                    <a:pt x="3258597" y="1310471"/>
                  </a:lnTo>
                  <a:lnTo>
                    <a:pt x="3300971" y="1390849"/>
                  </a:lnTo>
                  <a:lnTo>
                    <a:pt x="3343318" y="1470673"/>
                  </a:lnTo>
                  <a:lnTo>
                    <a:pt x="3385614" y="1549374"/>
                  </a:lnTo>
                  <a:lnTo>
                    <a:pt x="3427846" y="1626412"/>
                  </a:lnTo>
                  <a:lnTo>
                    <a:pt x="3470018" y="1701298"/>
                  </a:lnTo>
                  <a:lnTo>
                    <a:pt x="3512154" y="1773602"/>
                  </a:lnTo>
                  <a:lnTo>
                    <a:pt x="3554302" y="1842966"/>
                  </a:lnTo>
                  <a:lnTo>
                    <a:pt x="3596542" y="1909103"/>
                  </a:lnTo>
                  <a:lnTo>
                    <a:pt x="3638986" y="1971806"/>
                  </a:lnTo>
                  <a:lnTo>
                    <a:pt x="3681788" y="2030941"/>
                  </a:lnTo>
                  <a:lnTo>
                    <a:pt x="3725143" y="2086446"/>
                  </a:lnTo>
                  <a:lnTo>
                    <a:pt x="3769299" y="2138329"/>
                  </a:lnTo>
                  <a:lnTo>
                    <a:pt x="3814564" y="2186652"/>
                  </a:lnTo>
                  <a:lnTo>
                    <a:pt x="3820202" y="2192331"/>
                  </a:lnTo>
                  <a:lnTo>
                    <a:pt x="3871297" y="2240423"/>
                  </a:lnTo>
                  <a:lnTo>
                    <a:pt x="3924762" y="2284404"/>
                  </a:lnTo>
                  <a:lnTo>
                    <a:pt x="3981248" y="2324415"/>
                  </a:lnTo>
                  <a:lnTo>
                    <a:pt x="4041473" y="2360730"/>
                  </a:lnTo>
                  <a:lnTo>
                    <a:pt x="4106181" y="2393681"/>
                  </a:lnTo>
                  <a:lnTo>
                    <a:pt x="4176102" y="2423611"/>
                  </a:lnTo>
                  <a:lnTo>
                    <a:pt x="4251911" y="2450844"/>
                  </a:lnTo>
                  <a:lnTo>
                    <a:pt x="4334158" y="2475667"/>
                  </a:lnTo>
                  <a:lnTo>
                    <a:pt x="4423190" y="2498322"/>
                  </a:lnTo>
                  <a:lnTo>
                    <a:pt x="4519043" y="2518995"/>
                  </a:lnTo>
                  <a:lnTo>
                    <a:pt x="4621314" y="2537817"/>
                  </a:lnTo>
                  <a:lnTo>
                    <a:pt x="4729025" y="2554865"/>
                  </a:lnTo>
                  <a:lnTo>
                    <a:pt x="4840501" y="2570166"/>
                  </a:lnTo>
                  <a:lnTo>
                    <a:pt x="4953304" y="2583707"/>
                  </a:lnTo>
                  <a:lnTo>
                    <a:pt x="5064268" y="2595452"/>
                  </a:lnTo>
                  <a:lnTo>
                    <a:pt x="5169690" y="2605369"/>
                  </a:lnTo>
                  <a:lnTo>
                    <a:pt x="5265684" y="2613449"/>
                  </a:lnTo>
                  <a:lnTo>
                    <a:pt x="5348683" y="2619740"/>
                  </a:lnTo>
                  <a:lnTo>
                    <a:pt x="5415994" y="2624358"/>
                  </a:lnTo>
                  <a:lnTo>
                    <a:pt x="5466272" y="2627493"/>
                  </a:lnTo>
                  <a:lnTo>
                    <a:pt x="5499817" y="2629401"/>
                  </a:lnTo>
                  <a:lnTo>
                    <a:pt x="5518616" y="2630380"/>
                  </a:lnTo>
                  <a:lnTo>
                    <a:pt x="5526201" y="2630743"/>
                  </a:lnTo>
                  <a:lnTo>
                    <a:pt x="5527445" y="2630798"/>
                  </a:lnTo>
                  <a:lnTo>
                    <a:pt x="5527445" y="2630798"/>
                  </a:lnTo>
                  <a:lnTo>
                    <a:pt x="6522385" y="2630798"/>
                  </a:lnTo>
                  <a:lnTo>
                    <a:pt x="6523522" y="2630799"/>
                  </a:lnTo>
                  <a:lnTo>
                    <a:pt x="6531021" y="2630808"/>
                  </a:lnTo>
                  <a:lnTo>
                    <a:pt x="6550025" y="2630834"/>
                  </a:lnTo>
                  <a:lnTo>
                    <a:pt x="6584251" y="2630884"/>
                  </a:lnTo>
                  <a:lnTo>
                    <a:pt x="6635767" y="2630968"/>
                  </a:lnTo>
                  <a:lnTo>
                    <a:pt x="6704844" y="2631091"/>
                  </a:lnTo>
                  <a:lnTo>
                    <a:pt x="6790008" y="2631259"/>
                  </a:lnTo>
                  <a:lnTo>
                    <a:pt x="6888368" y="2631475"/>
                  </a:lnTo>
                  <a:lnTo>
                    <a:pt x="6996141" y="2631741"/>
                  </a:lnTo>
                  <a:lnTo>
                    <a:pt x="7109252" y="2632055"/>
                  </a:lnTo>
                  <a:lnTo>
                    <a:pt x="7223859" y="2632417"/>
                  </a:lnTo>
                  <a:lnTo>
                    <a:pt x="7336730" y="2632826"/>
                  </a:lnTo>
                  <a:lnTo>
                    <a:pt x="7445416" y="2633281"/>
                  </a:lnTo>
                  <a:lnTo>
                    <a:pt x="7548278" y="2633785"/>
                  </a:lnTo>
                  <a:lnTo>
                    <a:pt x="7644403" y="2634338"/>
                  </a:lnTo>
                  <a:lnTo>
                    <a:pt x="7733464" y="2634945"/>
                  </a:lnTo>
                  <a:lnTo>
                    <a:pt x="7815572" y="2635611"/>
                  </a:lnTo>
                  <a:lnTo>
                    <a:pt x="7891147" y="2636344"/>
                  </a:lnTo>
                  <a:lnTo>
                    <a:pt x="7960803" y="2637150"/>
                  </a:lnTo>
                  <a:lnTo>
                    <a:pt x="8025268" y="2638040"/>
                  </a:lnTo>
                  <a:lnTo>
                    <a:pt x="8085316" y="2639022"/>
                  </a:lnTo>
                  <a:lnTo>
                    <a:pt x="8141723" y="2640106"/>
                  </a:lnTo>
                  <a:lnTo>
                    <a:pt x="8195225" y="2641297"/>
                  </a:lnTo>
                  <a:lnTo>
                    <a:pt x="8229629" y="2642153"/>
                  </a:lnTo>
                  <a:lnTo>
                    <a:pt x="8291258" y="2643866"/>
                  </a:lnTo>
                  <a:lnTo>
                    <a:pt x="8350966" y="2645752"/>
                  </a:lnTo>
                  <a:lnTo>
                    <a:pt x="8409468" y="2647812"/>
                  </a:lnTo>
                  <a:lnTo>
                    <a:pt x="8467289" y="2650045"/>
                  </a:lnTo>
                  <a:lnTo>
                    <a:pt x="8524803" y="2652439"/>
                  </a:lnTo>
                  <a:lnTo>
                    <a:pt x="8582250" y="2654979"/>
                  </a:lnTo>
                  <a:lnTo>
                    <a:pt x="8639765" y="2657642"/>
                  </a:lnTo>
                  <a:lnTo>
                    <a:pt x="8697397" y="2660399"/>
                  </a:lnTo>
                  <a:lnTo>
                    <a:pt x="8755129" y="2663216"/>
                  </a:lnTo>
                  <a:lnTo>
                    <a:pt x="8812903" y="2666055"/>
                  </a:lnTo>
                  <a:lnTo>
                    <a:pt x="8870646" y="2668877"/>
                  </a:lnTo>
                  <a:lnTo>
                    <a:pt x="8928297" y="2671646"/>
                  </a:lnTo>
                  <a:lnTo>
                    <a:pt x="8985830" y="2674326"/>
                  </a:lnTo>
                  <a:lnTo>
                    <a:pt x="9043281" y="2676888"/>
                  </a:lnTo>
                  <a:lnTo>
                    <a:pt x="9100771" y="2679307"/>
                  </a:lnTo>
                  <a:lnTo>
                    <a:pt x="9158522" y="2681566"/>
                  </a:lnTo>
                  <a:lnTo>
                    <a:pt x="9216884" y="2683654"/>
                  </a:lnTo>
                  <a:lnTo>
                    <a:pt x="9276356" y="2685568"/>
                  </a:lnTo>
                  <a:lnTo>
                    <a:pt x="9337620" y="2687308"/>
                  </a:lnTo>
                  <a:lnTo>
                    <a:pt x="9347647" y="2687571"/>
                  </a:lnTo>
                  <a:lnTo>
                    <a:pt x="9399582" y="2688836"/>
                  </a:lnTo>
                  <a:lnTo>
                    <a:pt x="9453974" y="2689991"/>
                  </a:lnTo>
                  <a:lnTo>
                    <a:pt x="9511509" y="2691039"/>
                  </a:lnTo>
                  <a:lnTo>
                    <a:pt x="9572940" y="2691990"/>
                  </a:lnTo>
                  <a:lnTo>
                    <a:pt x="9639048" y="2692851"/>
                  </a:lnTo>
                  <a:lnTo>
                    <a:pt x="9710598" y="2693632"/>
                  </a:lnTo>
                  <a:lnTo>
                    <a:pt x="9788287" y="2694341"/>
                  </a:lnTo>
                  <a:lnTo>
                    <a:pt x="9872676" y="2694987"/>
                  </a:lnTo>
                  <a:lnTo>
                    <a:pt x="9964094" y="2695576"/>
                  </a:lnTo>
                  <a:lnTo>
                    <a:pt x="10062524" y="2696112"/>
                  </a:lnTo>
                  <a:lnTo>
                    <a:pt x="10167460" y="2696600"/>
                  </a:lnTo>
                  <a:lnTo>
                    <a:pt x="10277760" y="2697040"/>
                  </a:lnTo>
                  <a:lnTo>
                    <a:pt x="10391521" y="2697433"/>
                  </a:lnTo>
                  <a:lnTo>
                    <a:pt x="10506025" y="2697779"/>
                  </a:lnTo>
                  <a:lnTo>
                    <a:pt x="10617806" y="2698077"/>
                  </a:lnTo>
                  <a:lnTo>
                    <a:pt x="10722896" y="2698326"/>
                  </a:lnTo>
                  <a:lnTo>
                    <a:pt x="10817252" y="2698526"/>
                  </a:lnTo>
                  <a:lnTo>
                    <a:pt x="10897320" y="2698679"/>
                  </a:lnTo>
                  <a:lnTo>
                    <a:pt x="10960633" y="2698788"/>
                  </a:lnTo>
                  <a:lnTo>
                    <a:pt x="11006273" y="2698859"/>
                  </a:lnTo>
                  <a:lnTo>
                    <a:pt x="11035116" y="2698901"/>
                  </a:lnTo>
                  <a:lnTo>
                    <a:pt x="11049803" y="2698920"/>
                  </a:lnTo>
                  <a:lnTo>
                    <a:pt x="11054548" y="2698926"/>
                  </a:lnTo>
                  <a:lnTo>
                    <a:pt x="11054891" y="2698926"/>
                  </a:lnTo>
                  <a:lnTo>
                    <a:pt x="12049831" y="2698926"/>
                  </a:lnTo>
                  <a:lnTo>
                    <a:pt x="12049831" y="26989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7" name="pl226"/>
            <p:cNvSpPr/>
            <p:nvPr/>
          </p:nvSpPr>
          <p:spPr>
            <a:xfrm>
              <a:off x="1199187" y="3830738"/>
              <a:ext cx="12049831" cy="2698926"/>
            </a:xfrm>
            <a:custGeom>
              <a:avLst/>
              <a:pathLst>
                <a:path w="12049831" h="2698926">
                  <a:moveTo>
                    <a:pt x="12049831" y="2698926"/>
                  </a:moveTo>
                  <a:lnTo>
                    <a:pt x="11054891" y="2698926"/>
                  </a:lnTo>
                  <a:lnTo>
                    <a:pt x="11053755" y="2698925"/>
                  </a:lnTo>
                  <a:lnTo>
                    <a:pt x="11046255" y="2698915"/>
                  </a:lnTo>
                  <a:lnTo>
                    <a:pt x="11027251" y="2698890"/>
                  </a:lnTo>
                  <a:lnTo>
                    <a:pt x="10993026" y="2698839"/>
                  </a:lnTo>
                  <a:lnTo>
                    <a:pt x="10941509" y="2698756"/>
                  </a:lnTo>
                  <a:lnTo>
                    <a:pt x="10872433" y="2698633"/>
                  </a:lnTo>
                  <a:lnTo>
                    <a:pt x="10787269" y="2698465"/>
                  </a:lnTo>
                  <a:lnTo>
                    <a:pt x="10688909" y="2698249"/>
                  </a:lnTo>
                  <a:lnTo>
                    <a:pt x="10581135" y="2697983"/>
                  </a:lnTo>
                  <a:lnTo>
                    <a:pt x="10468025" y="2697669"/>
                  </a:lnTo>
                  <a:lnTo>
                    <a:pt x="10353417" y="2697307"/>
                  </a:lnTo>
                  <a:lnTo>
                    <a:pt x="10240547" y="2696898"/>
                  </a:lnTo>
                  <a:lnTo>
                    <a:pt x="10131861" y="2696443"/>
                  </a:lnTo>
                  <a:lnTo>
                    <a:pt x="10028998" y="2695939"/>
                  </a:lnTo>
                  <a:lnTo>
                    <a:pt x="9932873" y="2695386"/>
                  </a:lnTo>
                  <a:lnTo>
                    <a:pt x="9843813" y="2694779"/>
                  </a:lnTo>
                  <a:lnTo>
                    <a:pt x="9761705" y="2694112"/>
                  </a:lnTo>
                  <a:lnTo>
                    <a:pt x="9686130" y="2693380"/>
                  </a:lnTo>
                  <a:lnTo>
                    <a:pt x="9616473" y="2692573"/>
                  </a:lnTo>
                  <a:lnTo>
                    <a:pt x="9552009" y="2691684"/>
                  </a:lnTo>
                  <a:lnTo>
                    <a:pt x="9491961" y="2690702"/>
                  </a:lnTo>
                  <a:lnTo>
                    <a:pt x="9435554" y="2689618"/>
                  </a:lnTo>
                  <a:lnTo>
                    <a:pt x="9382052" y="2688427"/>
                  </a:lnTo>
                  <a:lnTo>
                    <a:pt x="9347647" y="2687571"/>
                  </a:lnTo>
                  <a:lnTo>
                    <a:pt x="9286018" y="2685858"/>
                  </a:lnTo>
                  <a:lnTo>
                    <a:pt x="9226311" y="2683972"/>
                  </a:lnTo>
                  <a:lnTo>
                    <a:pt x="9167809" y="2681911"/>
                  </a:lnTo>
                  <a:lnTo>
                    <a:pt x="9109987" y="2679679"/>
                  </a:lnTo>
                  <a:lnTo>
                    <a:pt x="9052474" y="2677285"/>
                  </a:lnTo>
                  <a:lnTo>
                    <a:pt x="8995027" y="2674745"/>
                  </a:lnTo>
                  <a:lnTo>
                    <a:pt x="8937511" y="2672082"/>
                  </a:lnTo>
                  <a:lnTo>
                    <a:pt x="8879879" y="2669325"/>
                  </a:lnTo>
                  <a:lnTo>
                    <a:pt x="8822147" y="2666508"/>
                  </a:lnTo>
                  <a:lnTo>
                    <a:pt x="8764373" y="2663669"/>
                  </a:lnTo>
                  <a:lnTo>
                    <a:pt x="8706630" y="2660847"/>
                  </a:lnTo>
                  <a:lnTo>
                    <a:pt x="8648980" y="2658078"/>
                  </a:lnTo>
                  <a:lnTo>
                    <a:pt x="8591447" y="2655398"/>
                  </a:lnTo>
                  <a:lnTo>
                    <a:pt x="8533995" y="2652836"/>
                  </a:lnTo>
                  <a:lnTo>
                    <a:pt x="8476506" y="2650417"/>
                  </a:lnTo>
                  <a:lnTo>
                    <a:pt x="8418755" y="2648158"/>
                  </a:lnTo>
                  <a:lnTo>
                    <a:pt x="8360393" y="2646070"/>
                  </a:lnTo>
                  <a:lnTo>
                    <a:pt x="8300921" y="2644156"/>
                  </a:lnTo>
                  <a:lnTo>
                    <a:pt x="8239656" y="2642415"/>
                  </a:lnTo>
                  <a:lnTo>
                    <a:pt x="8229629" y="2642153"/>
                  </a:lnTo>
                  <a:lnTo>
                    <a:pt x="8177694" y="2640888"/>
                  </a:lnTo>
                  <a:lnTo>
                    <a:pt x="8123302" y="2639733"/>
                  </a:lnTo>
                  <a:lnTo>
                    <a:pt x="8065768" y="2638685"/>
                  </a:lnTo>
                  <a:lnTo>
                    <a:pt x="8004337" y="2637734"/>
                  </a:lnTo>
                  <a:lnTo>
                    <a:pt x="7938229" y="2636873"/>
                  </a:lnTo>
                  <a:lnTo>
                    <a:pt x="7866679" y="2636092"/>
                  </a:lnTo>
                  <a:lnTo>
                    <a:pt x="7788989" y="2635383"/>
                  </a:lnTo>
                  <a:lnTo>
                    <a:pt x="7704601" y="2634737"/>
                  </a:lnTo>
                  <a:lnTo>
                    <a:pt x="7613182" y="2634148"/>
                  </a:lnTo>
                  <a:lnTo>
                    <a:pt x="7514752" y="2633612"/>
                  </a:lnTo>
                  <a:lnTo>
                    <a:pt x="7409816" y="2633124"/>
                  </a:lnTo>
                  <a:lnTo>
                    <a:pt x="7299516" y="2632684"/>
                  </a:lnTo>
                  <a:lnTo>
                    <a:pt x="7185755" y="2632291"/>
                  </a:lnTo>
                  <a:lnTo>
                    <a:pt x="7071252" y="2631945"/>
                  </a:lnTo>
                  <a:lnTo>
                    <a:pt x="6959470" y="2631647"/>
                  </a:lnTo>
                  <a:lnTo>
                    <a:pt x="6854380" y="2631398"/>
                  </a:lnTo>
                  <a:lnTo>
                    <a:pt x="6760025" y="2631198"/>
                  </a:lnTo>
                  <a:lnTo>
                    <a:pt x="6679956" y="2631045"/>
                  </a:lnTo>
                  <a:lnTo>
                    <a:pt x="6616643" y="2630936"/>
                  </a:lnTo>
                  <a:lnTo>
                    <a:pt x="6571003" y="2630864"/>
                  </a:lnTo>
                  <a:lnTo>
                    <a:pt x="6542160" y="2630823"/>
                  </a:lnTo>
                  <a:lnTo>
                    <a:pt x="6527473" y="2630804"/>
                  </a:lnTo>
                  <a:lnTo>
                    <a:pt x="6522729" y="2630798"/>
                  </a:lnTo>
                  <a:lnTo>
                    <a:pt x="6522385" y="2630798"/>
                  </a:lnTo>
                  <a:lnTo>
                    <a:pt x="5527445" y="2630798"/>
                  </a:lnTo>
                  <a:lnTo>
                    <a:pt x="5526361" y="2630750"/>
                  </a:lnTo>
                  <a:lnTo>
                    <a:pt x="5519200" y="2630409"/>
                  </a:lnTo>
                  <a:lnTo>
                    <a:pt x="5501029" y="2629467"/>
                  </a:lnTo>
                  <a:lnTo>
                    <a:pt x="5468247" y="2627610"/>
                  </a:lnTo>
                  <a:lnTo>
                    <a:pt x="5418789" y="2624539"/>
                  </a:lnTo>
                  <a:lnTo>
                    <a:pt x="5352275" y="2619997"/>
                  </a:lnTo>
                  <a:lnTo>
                    <a:pt x="5269974" y="2613790"/>
                  </a:lnTo>
                  <a:lnTo>
                    <a:pt x="5174525" y="2605797"/>
                  </a:lnTo>
                  <a:lnTo>
                    <a:pt x="5069466" y="2595968"/>
                  </a:lnTo>
                  <a:lnTo>
                    <a:pt x="4958679" y="2584309"/>
                  </a:lnTo>
                  <a:lnTo>
                    <a:pt x="4845886" y="2570854"/>
                  </a:lnTo>
                  <a:lnTo>
                    <a:pt x="4734285" y="2555636"/>
                  </a:lnTo>
                  <a:lnTo>
                    <a:pt x="4626350" y="2538672"/>
                  </a:lnTo>
                  <a:lnTo>
                    <a:pt x="4523791" y="2519936"/>
                  </a:lnTo>
                  <a:lnTo>
                    <a:pt x="4427618" y="2499354"/>
                  </a:lnTo>
                  <a:lnTo>
                    <a:pt x="4338258" y="2476798"/>
                  </a:lnTo>
                  <a:lnTo>
                    <a:pt x="4255693" y="2452083"/>
                  </a:lnTo>
                  <a:lnTo>
                    <a:pt x="4179587" y="2424972"/>
                  </a:lnTo>
                  <a:lnTo>
                    <a:pt x="4109399" y="2395178"/>
                  </a:lnTo>
                  <a:lnTo>
                    <a:pt x="4044459" y="2362379"/>
                  </a:lnTo>
                  <a:lnTo>
                    <a:pt x="3984037" y="2326233"/>
                  </a:lnTo>
                  <a:lnTo>
                    <a:pt x="3927388" y="2286405"/>
                  </a:lnTo>
                  <a:lnTo>
                    <a:pt x="3873794" y="2242619"/>
                  </a:lnTo>
                  <a:lnTo>
                    <a:pt x="3822599" y="2194724"/>
                  </a:lnTo>
                  <a:lnTo>
                    <a:pt x="3820202" y="2192331"/>
                  </a:lnTo>
                  <a:lnTo>
                    <a:pt x="3774776" y="2144436"/>
                  </a:lnTo>
                  <a:lnTo>
                    <a:pt x="3730502" y="2092995"/>
                  </a:lnTo>
                  <a:lnTo>
                    <a:pt x="3687064" y="2037934"/>
                  </a:lnTo>
                  <a:lnTo>
                    <a:pt x="3644206" y="1979242"/>
                  </a:lnTo>
                  <a:lnTo>
                    <a:pt x="3601726" y="1916971"/>
                  </a:lnTo>
                  <a:lnTo>
                    <a:pt x="3559468" y="1851245"/>
                  </a:lnTo>
                  <a:lnTo>
                    <a:pt x="3517314" y="1782262"/>
                  </a:lnTo>
                  <a:lnTo>
                    <a:pt x="3475180" y="1710300"/>
                  </a:lnTo>
                  <a:lnTo>
                    <a:pt x="3433015" y="1635708"/>
                  </a:lnTo>
                  <a:lnTo>
                    <a:pt x="3390790" y="1558909"/>
                  </a:lnTo>
                  <a:lnTo>
                    <a:pt x="3348501" y="1480384"/>
                  </a:lnTo>
                  <a:lnTo>
                    <a:pt x="3306160" y="1400667"/>
                  </a:lnTo>
                  <a:lnTo>
                    <a:pt x="3263788" y="1320326"/>
                  </a:lnTo>
                  <a:lnTo>
                    <a:pt x="3221414" y="1239949"/>
                  </a:lnTo>
                  <a:lnTo>
                    <a:pt x="3179067" y="1160124"/>
                  </a:lnTo>
                  <a:lnTo>
                    <a:pt x="3136771" y="1081424"/>
                  </a:lnTo>
                  <a:lnTo>
                    <a:pt x="3094539" y="1004386"/>
                  </a:lnTo>
                  <a:lnTo>
                    <a:pt x="3052367" y="929500"/>
                  </a:lnTo>
                  <a:lnTo>
                    <a:pt x="3010231" y="857195"/>
                  </a:lnTo>
                  <a:lnTo>
                    <a:pt x="2968083" y="787831"/>
                  </a:lnTo>
                  <a:lnTo>
                    <a:pt x="2925843" y="721694"/>
                  </a:lnTo>
                  <a:lnTo>
                    <a:pt x="2883399" y="658991"/>
                  </a:lnTo>
                  <a:lnTo>
                    <a:pt x="2840597" y="599857"/>
                  </a:lnTo>
                  <a:lnTo>
                    <a:pt x="2797242" y="544351"/>
                  </a:lnTo>
                  <a:lnTo>
                    <a:pt x="2753086" y="492469"/>
                  </a:lnTo>
                  <a:lnTo>
                    <a:pt x="2707821" y="444145"/>
                  </a:lnTo>
                  <a:lnTo>
                    <a:pt x="2702183" y="438466"/>
                  </a:lnTo>
                  <a:lnTo>
                    <a:pt x="2651088" y="390374"/>
                  </a:lnTo>
                  <a:lnTo>
                    <a:pt x="2597623" y="346393"/>
                  </a:lnTo>
                  <a:lnTo>
                    <a:pt x="2541137" y="306382"/>
                  </a:lnTo>
                  <a:lnTo>
                    <a:pt x="2480912" y="270067"/>
                  </a:lnTo>
                  <a:lnTo>
                    <a:pt x="2416204" y="237116"/>
                  </a:lnTo>
                  <a:lnTo>
                    <a:pt x="2346283" y="207186"/>
                  </a:lnTo>
                  <a:lnTo>
                    <a:pt x="2270474" y="179953"/>
                  </a:lnTo>
                  <a:lnTo>
                    <a:pt x="2188227" y="155130"/>
                  </a:lnTo>
                  <a:lnTo>
                    <a:pt x="2099195" y="132475"/>
                  </a:lnTo>
                  <a:lnTo>
                    <a:pt x="2003342" y="111803"/>
                  </a:lnTo>
                  <a:lnTo>
                    <a:pt x="1901071" y="92980"/>
                  </a:lnTo>
                  <a:lnTo>
                    <a:pt x="1793360" y="75932"/>
                  </a:lnTo>
                  <a:lnTo>
                    <a:pt x="1681884" y="60631"/>
                  </a:lnTo>
                  <a:lnTo>
                    <a:pt x="1569081" y="47091"/>
                  </a:lnTo>
                  <a:lnTo>
                    <a:pt x="1458117" y="35345"/>
                  </a:lnTo>
                  <a:lnTo>
                    <a:pt x="1352695" y="25429"/>
                  </a:lnTo>
                  <a:lnTo>
                    <a:pt x="1256701" y="17348"/>
                  </a:lnTo>
                  <a:lnTo>
                    <a:pt x="1173702" y="11057"/>
                  </a:lnTo>
                  <a:lnTo>
                    <a:pt x="1106391" y="6440"/>
                  </a:lnTo>
                  <a:lnTo>
                    <a:pt x="1056113" y="3304"/>
                  </a:lnTo>
                  <a:lnTo>
                    <a:pt x="1022568" y="1396"/>
                  </a:lnTo>
                  <a:lnTo>
                    <a:pt x="1003769" y="417"/>
                  </a:lnTo>
                  <a:lnTo>
                    <a:pt x="996184" y="55"/>
                  </a:lnTo>
                  <a:lnTo>
                    <a:pt x="994940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8" name="pg227"/>
            <p:cNvSpPr/>
            <p:nvPr/>
          </p:nvSpPr>
          <p:spPr>
            <a:xfrm>
              <a:off x="1199187" y="1430528"/>
              <a:ext cx="12049831" cy="4637961"/>
            </a:xfrm>
            <a:custGeom>
              <a:avLst/>
              <a:pathLst>
                <a:path w="12049831" h="4637961">
                  <a:moveTo>
                    <a:pt x="0" y="2253472"/>
                  </a:moveTo>
                  <a:lnTo>
                    <a:pt x="994940" y="2253472"/>
                  </a:lnTo>
                  <a:lnTo>
                    <a:pt x="996033" y="2253516"/>
                  </a:lnTo>
                  <a:lnTo>
                    <a:pt x="1003252" y="2253828"/>
                  </a:lnTo>
                  <a:lnTo>
                    <a:pt x="1021565" y="2254689"/>
                  </a:lnTo>
                  <a:lnTo>
                    <a:pt x="1054594" y="2256386"/>
                  </a:lnTo>
                  <a:lnTo>
                    <a:pt x="1104405" y="2259192"/>
                  </a:lnTo>
                  <a:lnTo>
                    <a:pt x="1171359" y="2263342"/>
                  </a:lnTo>
                  <a:lnTo>
                    <a:pt x="1254154" y="2269013"/>
                  </a:lnTo>
                  <a:lnTo>
                    <a:pt x="1350107" y="2276313"/>
                  </a:lnTo>
                  <a:lnTo>
                    <a:pt x="1455638" y="2285285"/>
                  </a:lnTo>
                  <a:lnTo>
                    <a:pt x="1566832" y="2295925"/>
                  </a:lnTo>
                  <a:lnTo>
                    <a:pt x="1679944" y="2308202"/>
                  </a:lnTo>
                  <a:lnTo>
                    <a:pt x="1791772" y="2322084"/>
                  </a:lnTo>
                  <a:lnTo>
                    <a:pt x="1899844" y="2337558"/>
                  </a:lnTo>
                  <a:lnTo>
                    <a:pt x="2002461" y="2354649"/>
                  </a:lnTo>
                  <a:lnTo>
                    <a:pt x="2098631" y="2373425"/>
                  </a:lnTo>
                  <a:lnTo>
                    <a:pt x="2187943" y="2394007"/>
                  </a:lnTo>
                  <a:lnTo>
                    <a:pt x="2270431" y="2416565"/>
                  </a:lnTo>
                  <a:lnTo>
                    <a:pt x="2346446" y="2441319"/>
                  </a:lnTo>
                  <a:lnTo>
                    <a:pt x="2416541" y="2468531"/>
                  </a:lnTo>
                  <a:lnTo>
                    <a:pt x="2481398" y="2498499"/>
                  </a:lnTo>
                  <a:lnTo>
                    <a:pt x="2541753" y="2531535"/>
                  </a:lnTo>
                  <a:lnTo>
                    <a:pt x="2598356" y="2567943"/>
                  </a:lnTo>
                  <a:lnTo>
                    <a:pt x="2651930" y="2607971"/>
                  </a:lnTo>
                  <a:lnTo>
                    <a:pt x="2702183" y="2650887"/>
                  </a:lnTo>
                  <a:lnTo>
                    <a:pt x="2749154" y="2695853"/>
                  </a:lnTo>
                  <a:lnTo>
                    <a:pt x="2794905" y="2744262"/>
                  </a:lnTo>
                  <a:lnTo>
                    <a:pt x="2839782" y="2796184"/>
                  </a:lnTo>
                  <a:lnTo>
                    <a:pt x="2884062" y="2851626"/>
                  </a:lnTo>
                  <a:lnTo>
                    <a:pt x="2927963" y="2910527"/>
                  </a:lnTo>
                  <a:lnTo>
                    <a:pt x="2971651" y="2972751"/>
                  </a:lnTo>
                  <a:lnTo>
                    <a:pt x="3015249" y="3038084"/>
                  </a:lnTo>
                  <a:lnTo>
                    <a:pt x="3058842" y="3106231"/>
                  </a:lnTo>
                  <a:lnTo>
                    <a:pt x="3102479" y="3176822"/>
                  </a:lnTo>
                  <a:lnTo>
                    <a:pt x="3146183" y="3249415"/>
                  </a:lnTo>
                  <a:lnTo>
                    <a:pt x="3189953" y="3323508"/>
                  </a:lnTo>
                  <a:lnTo>
                    <a:pt x="3233772" y="3398551"/>
                  </a:lnTo>
                  <a:lnTo>
                    <a:pt x="3277610" y="3473964"/>
                  </a:lnTo>
                  <a:lnTo>
                    <a:pt x="3321437" y="3549155"/>
                  </a:lnTo>
                  <a:lnTo>
                    <a:pt x="3365221" y="3623540"/>
                  </a:lnTo>
                  <a:lnTo>
                    <a:pt x="3408943" y="3696559"/>
                  </a:lnTo>
                  <a:lnTo>
                    <a:pt x="3452595" y="3767696"/>
                  </a:lnTo>
                  <a:lnTo>
                    <a:pt x="3496196" y="3836495"/>
                  </a:lnTo>
                  <a:lnTo>
                    <a:pt x="3539786" y="3902565"/>
                  </a:lnTo>
                  <a:lnTo>
                    <a:pt x="3583442" y="3965592"/>
                  </a:lnTo>
                  <a:lnTo>
                    <a:pt x="3627275" y="4025343"/>
                  </a:lnTo>
                  <a:lnTo>
                    <a:pt x="3671442" y="4081662"/>
                  </a:lnTo>
                  <a:lnTo>
                    <a:pt x="3716146" y="4134470"/>
                  </a:lnTo>
                  <a:lnTo>
                    <a:pt x="3761647" y="4183756"/>
                  </a:lnTo>
                  <a:lnTo>
                    <a:pt x="3808275" y="4229577"/>
                  </a:lnTo>
                  <a:lnTo>
                    <a:pt x="3820202" y="4240546"/>
                  </a:lnTo>
                  <a:lnTo>
                    <a:pt x="3871442" y="4284251"/>
                  </a:lnTo>
                  <a:lnTo>
                    <a:pt x="3925067" y="4324209"/>
                  </a:lnTo>
                  <a:lnTo>
                    <a:pt x="3981734" y="4360551"/>
                  </a:lnTo>
                  <a:lnTo>
                    <a:pt x="4042167" y="4393526"/>
                  </a:lnTo>
                  <a:lnTo>
                    <a:pt x="4107115" y="4423439"/>
                  </a:lnTo>
                  <a:lnTo>
                    <a:pt x="4177317" y="4450603"/>
                  </a:lnTo>
                  <a:lnTo>
                    <a:pt x="4253448" y="4475313"/>
                  </a:lnTo>
                  <a:lnTo>
                    <a:pt x="4336063" y="4497832"/>
                  </a:lnTo>
                  <a:lnTo>
                    <a:pt x="4425506" y="4518378"/>
                  </a:lnTo>
                  <a:lnTo>
                    <a:pt x="4521802" y="4537122"/>
                  </a:lnTo>
                  <a:lnTo>
                    <a:pt x="4624534" y="4554181"/>
                  </a:lnTo>
                  <a:lnTo>
                    <a:pt x="4732695" y="4569625"/>
                  </a:lnTo>
                  <a:lnTo>
                    <a:pt x="4844572" y="4583477"/>
                  </a:lnTo>
                  <a:lnTo>
                    <a:pt x="4957680" y="4595723"/>
                  </a:lnTo>
                  <a:lnTo>
                    <a:pt x="5068803" y="4606332"/>
                  </a:lnTo>
                  <a:lnTo>
                    <a:pt x="5174189" y="4615273"/>
                  </a:lnTo>
                  <a:lnTo>
                    <a:pt x="5269925" y="4622542"/>
                  </a:lnTo>
                  <a:lnTo>
                    <a:pt x="5352442" y="4628182"/>
                  </a:lnTo>
                  <a:lnTo>
                    <a:pt x="5419080" y="4632305"/>
                  </a:lnTo>
                  <a:lnTo>
                    <a:pt x="5468566" y="4635088"/>
                  </a:lnTo>
                  <a:lnTo>
                    <a:pt x="5501292" y="4636767"/>
                  </a:lnTo>
                  <a:lnTo>
                    <a:pt x="5519358" y="4637615"/>
                  </a:lnTo>
                  <a:lnTo>
                    <a:pt x="5526412" y="4637919"/>
                  </a:lnTo>
                  <a:lnTo>
                    <a:pt x="5527445" y="4637961"/>
                  </a:lnTo>
                  <a:lnTo>
                    <a:pt x="6522385" y="4637961"/>
                  </a:lnTo>
                  <a:lnTo>
                    <a:pt x="6523376" y="4637884"/>
                  </a:lnTo>
                  <a:lnTo>
                    <a:pt x="6529934" y="4637337"/>
                  </a:lnTo>
                  <a:lnTo>
                    <a:pt x="6546611" y="4635827"/>
                  </a:lnTo>
                  <a:lnTo>
                    <a:pt x="6576794" y="4632848"/>
                  </a:lnTo>
                  <a:lnTo>
                    <a:pt x="6622525" y="4627917"/>
                  </a:lnTo>
                  <a:lnTo>
                    <a:pt x="6684361" y="4620609"/>
                  </a:lnTo>
                  <a:lnTo>
                    <a:pt x="6761378" y="4610593"/>
                  </a:lnTo>
                  <a:lnTo>
                    <a:pt x="6851378" y="4597652"/>
                  </a:lnTo>
                  <a:lnTo>
                    <a:pt x="6951272" y="4581683"/>
                  </a:lnTo>
                  <a:lnTo>
                    <a:pt x="7057543" y="4562676"/>
                  </a:lnTo>
                  <a:lnTo>
                    <a:pt x="7166711" y="4540677"/>
                  </a:lnTo>
                  <a:lnTo>
                    <a:pt x="7275679" y="4515745"/>
                  </a:lnTo>
                  <a:lnTo>
                    <a:pt x="7381948" y="4487919"/>
                  </a:lnTo>
                  <a:lnTo>
                    <a:pt x="7483699" y="4457186"/>
                  </a:lnTo>
                  <a:lnTo>
                    <a:pt x="7579764" y="4423461"/>
                  </a:lnTo>
                  <a:lnTo>
                    <a:pt x="7669537" y="4386577"/>
                  </a:lnTo>
                  <a:lnTo>
                    <a:pt x="7752864" y="4346278"/>
                  </a:lnTo>
                  <a:lnTo>
                    <a:pt x="7829919" y="4302224"/>
                  </a:lnTo>
                  <a:lnTo>
                    <a:pt x="7901112" y="4253996"/>
                  </a:lnTo>
                  <a:lnTo>
                    <a:pt x="7966997" y="4201105"/>
                  </a:lnTo>
                  <a:lnTo>
                    <a:pt x="8028215" y="4143016"/>
                  </a:lnTo>
                  <a:lnTo>
                    <a:pt x="8085441" y="4079177"/>
                  </a:lnTo>
                  <a:lnTo>
                    <a:pt x="8139351" y="4009074"/>
                  </a:lnTo>
                  <a:lnTo>
                    <a:pt x="8190586" y="3932312"/>
                  </a:lnTo>
                  <a:lnTo>
                    <a:pt x="8229629" y="3866714"/>
                  </a:lnTo>
                  <a:lnTo>
                    <a:pt x="8265900" y="3800142"/>
                  </a:lnTo>
                  <a:lnTo>
                    <a:pt x="8301396" y="3729638"/>
                  </a:lnTo>
                  <a:lnTo>
                    <a:pt x="8336287" y="3655122"/>
                  </a:lnTo>
                  <a:lnTo>
                    <a:pt x="8370716" y="3576555"/>
                  </a:lnTo>
                  <a:lnTo>
                    <a:pt x="8404805" y="3493943"/>
                  </a:lnTo>
                  <a:lnTo>
                    <a:pt x="8438652" y="3407335"/>
                  </a:lnTo>
                  <a:lnTo>
                    <a:pt x="8472340" y="3316835"/>
                  </a:lnTo>
                  <a:lnTo>
                    <a:pt x="8505934" y="3222597"/>
                  </a:lnTo>
                  <a:lnTo>
                    <a:pt x="8539485" y="3124830"/>
                  </a:lnTo>
                  <a:lnTo>
                    <a:pt x="8573030" y="3023796"/>
                  </a:lnTo>
                  <a:lnTo>
                    <a:pt x="8606594" y="2919812"/>
                  </a:lnTo>
                  <a:lnTo>
                    <a:pt x="8640194" y="2813244"/>
                  </a:lnTo>
                  <a:lnTo>
                    <a:pt x="8673835" y="2704502"/>
                  </a:lnTo>
                  <a:lnTo>
                    <a:pt x="8707515" y="2594037"/>
                  </a:lnTo>
                  <a:lnTo>
                    <a:pt x="8741227" y="2482333"/>
                  </a:lnTo>
                  <a:lnTo>
                    <a:pt x="8774960" y="2369895"/>
                  </a:lnTo>
                  <a:lnTo>
                    <a:pt x="8808699" y="2257245"/>
                  </a:lnTo>
                  <a:lnTo>
                    <a:pt x="8842428" y="2144906"/>
                  </a:lnTo>
                  <a:lnTo>
                    <a:pt x="8876135" y="2033398"/>
                  </a:lnTo>
                  <a:lnTo>
                    <a:pt x="8909808" y="1923223"/>
                  </a:lnTo>
                  <a:lnTo>
                    <a:pt x="8943441" y="1814859"/>
                  </a:lnTo>
                  <a:lnTo>
                    <a:pt x="8977034" y="1708749"/>
                  </a:lnTo>
                  <a:lnTo>
                    <a:pt x="9010593" y="1605297"/>
                  </a:lnTo>
                  <a:lnTo>
                    <a:pt x="9044137" y="1504858"/>
                  </a:lnTo>
                  <a:lnTo>
                    <a:pt x="9077693" y="1407740"/>
                  </a:lnTo>
                  <a:lnTo>
                    <a:pt x="9111300" y="1314195"/>
                  </a:lnTo>
                  <a:lnTo>
                    <a:pt x="9145013" y="1224421"/>
                  </a:lnTo>
                  <a:lnTo>
                    <a:pt x="9178899" y="1138563"/>
                  </a:lnTo>
                  <a:lnTo>
                    <a:pt x="9213043" y="1056713"/>
                  </a:lnTo>
                  <a:lnTo>
                    <a:pt x="9247550" y="978914"/>
                  </a:lnTo>
                  <a:lnTo>
                    <a:pt x="9282544" y="905161"/>
                  </a:lnTo>
                  <a:lnTo>
                    <a:pt x="9318173" y="835408"/>
                  </a:lnTo>
                  <a:lnTo>
                    <a:pt x="9347647" y="781727"/>
                  </a:lnTo>
                  <a:lnTo>
                    <a:pt x="9397179" y="699568"/>
                  </a:lnTo>
                  <a:lnTo>
                    <a:pt x="9448921" y="624216"/>
                  </a:lnTo>
                  <a:lnTo>
                    <a:pt x="9503468" y="555457"/>
                  </a:lnTo>
                  <a:lnTo>
                    <a:pt x="9561470" y="492861"/>
                  </a:lnTo>
                  <a:lnTo>
                    <a:pt x="9623605" y="435901"/>
                  </a:lnTo>
                  <a:lnTo>
                    <a:pt x="9690546" y="384025"/>
                  </a:lnTo>
                  <a:lnTo>
                    <a:pt x="9762918" y="336705"/>
                  </a:lnTo>
                  <a:lnTo>
                    <a:pt x="9841254" y="293466"/>
                  </a:lnTo>
                  <a:lnTo>
                    <a:pt x="9925919" y="253905"/>
                  </a:lnTo>
                  <a:lnTo>
                    <a:pt x="10017030" y="217697"/>
                  </a:lnTo>
                  <a:lnTo>
                    <a:pt x="10114347" y="184607"/>
                  </a:lnTo>
                  <a:lnTo>
                    <a:pt x="10217157" y="154484"/>
                  </a:lnTo>
                  <a:lnTo>
                    <a:pt x="10324161" y="127261"/>
                  </a:lnTo>
                  <a:lnTo>
                    <a:pt x="10433398" y="102935"/>
                  </a:lnTo>
                  <a:lnTo>
                    <a:pt x="10542235" y="81554"/>
                  </a:lnTo>
                  <a:lnTo>
                    <a:pt x="10647472" y="63178"/>
                  </a:lnTo>
                  <a:lnTo>
                    <a:pt x="10745586" y="47844"/>
                  </a:lnTo>
                  <a:lnTo>
                    <a:pt x="10833112" y="35525"/>
                  </a:lnTo>
                  <a:lnTo>
                    <a:pt x="10907108" y="26095"/>
                  </a:lnTo>
                  <a:lnTo>
                    <a:pt x="10965616" y="19313"/>
                  </a:lnTo>
                  <a:lnTo>
                    <a:pt x="11008010" y="14827"/>
                  </a:lnTo>
                  <a:lnTo>
                    <a:pt x="11035162" y="12196"/>
                  </a:lnTo>
                  <a:lnTo>
                    <a:pt x="11049409" y="10928"/>
                  </a:lnTo>
                  <a:lnTo>
                    <a:pt x="11054394" y="10519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900" y="76"/>
                  </a:lnTo>
                  <a:lnTo>
                    <a:pt x="11047343" y="623"/>
                  </a:lnTo>
                  <a:lnTo>
                    <a:pt x="11030665" y="2134"/>
                  </a:lnTo>
                  <a:lnTo>
                    <a:pt x="11000482" y="5112"/>
                  </a:lnTo>
                  <a:lnTo>
                    <a:pt x="10954751" y="10043"/>
                  </a:lnTo>
                  <a:lnTo>
                    <a:pt x="10892916" y="17351"/>
                  </a:lnTo>
                  <a:lnTo>
                    <a:pt x="10815899" y="27367"/>
                  </a:lnTo>
                  <a:lnTo>
                    <a:pt x="10725898" y="40308"/>
                  </a:lnTo>
                  <a:lnTo>
                    <a:pt x="10626005" y="56277"/>
                  </a:lnTo>
                  <a:lnTo>
                    <a:pt x="10519733" y="75284"/>
                  </a:lnTo>
                  <a:lnTo>
                    <a:pt x="10410565" y="97284"/>
                  </a:lnTo>
                  <a:lnTo>
                    <a:pt x="10301598" y="122216"/>
                  </a:lnTo>
                  <a:lnTo>
                    <a:pt x="10195329" y="150041"/>
                  </a:lnTo>
                  <a:lnTo>
                    <a:pt x="10093578" y="180774"/>
                  </a:lnTo>
                  <a:lnTo>
                    <a:pt x="9997513" y="214499"/>
                  </a:lnTo>
                  <a:lnTo>
                    <a:pt x="9907739" y="251383"/>
                  </a:lnTo>
                  <a:lnTo>
                    <a:pt x="9824413" y="291682"/>
                  </a:lnTo>
                  <a:lnTo>
                    <a:pt x="9747357" y="335736"/>
                  </a:lnTo>
                  <a:lnTo>
                    <a:pt x="9676164" y="383964"/>
                  </a:lnTo>
                  <a:lnTo>
                    <a:pt x="9610279" y="436855"/>
                  </a:lnTo>
                  <a:lnTo>
                    <a:pt x="9549062" y="494944"/>
                  </a:lnTo>
                  <a:lnTo>
                    <a:pt x="9491836" y="558783"/>
                  </a:lnTo>
                  <a:lnTo>
                    <a:pt x="9437926" y="628886"/>
                  </a:lnTo>
                  <a:lnTo>
                    <a:pt x="9386690" y="705649"/>
                  </a:lnTo>
                  <a:lnTo>
                    <a:pt x="9347647" y="771246"/>
                  </a:lnTo>
                  <a:lnTo>
                    <a:pt x="9311377" y="837818"/>
                  </a:lnTo>
                  <a:lnTo>
                    <a:pt x="9275881" y="908323"/>
                  </a:lnTo>
                  <a:lnTo>
                    <a:pt x="9240990" y="982838"/>
                  </a:lnTo>
                  <a:lnTo>
                    <a:pt x="9206560" y="1061405"/>
                  </a:lnTo>
                  <a:lnTo>
                    <a:pt x="9172472" y="1144017"/>
                  </a:lnTo>
                  <a:lnTo>
                    <a:pt x="9138624" y="1230625"/>
                  </a:lnTo>
                  <a:lnTo>
                    <a:pt x="9104936" y="1321125"/>
                  </a:lnTo>
                  <a:lnTo>
                    <a:pt x="9071343" y="1415363"/>
                  </a:lnTo>
                  <a:lnTo>
                    <a:pt x="9037792" y="1513130"/>
                  </a:lnTo>
                  <a:lnTo>
                    <a:pt x="9004247" y="1614164"/>
                  </a:lnTo>
                  <a:lnTo>
                    <a:pt x="8970682" y="1718148"/>
                  </a:lnTo>
                  <a:lnTo>
                    <a:pt x="8937082" y="1824716"/>
                  </a:lnTo>
                  <a:lnTo>
                    <a:pt x="8903442" y="1933458"/>
                  </a:lnTo>
                  <a:lnTo>
                    <a:pt x="8869761" y="2043923"/>
                  </a:lnTo>
                  <a:lnTo>
                    <a:pt x="8836049" y="2155627"/>
                  </a:lnTo>
                  <a:lnTo>
                    <a:pt x="8802317" y="2268065"/>
                  </a:lnTo>
                  <a:lnTo>
                    <a:pt x="8768578" y="2380716"/>
                  </a:lnTo>
                  <a:lnTo>
                    <a:pt x="8734848" y="2493054"/>
                  </a:lnTo>
                  <a:lnTo>
                    <a:pt x="8701141" y="2604562"/>
                  </a:lnTo>
                  <a:lnTo>
                    <a:pt x="8667468" y="2714737"/>
                  </a:lnTo>
                  <a:lnTo>
                    <a:pt x="8633835" y="2823101"/>
                  </a:lnTo>
                  <a:lnTo>
                    <a:pt x="8600243" y="2929211"/>
                  </a:lnTo>
                  <a:lnTo>
                    <a:pt x="8566683" y="3032664"/>
                  </a:lnTo>
                  <a:lnTo>
                    <a:pt x="8533139" y="3133102"/>
                  </a:lnTo>
                  <a:lnTo>
                    <a:pt x="8499584" y="3230220"/>
                  </a:lnTo>
                  <a:lnTo>
                    <a:pt x="8465976" y="3323766"/>
                  </a:lnTo>
                  <a:lnTo>
                    <a:pt x="8432264" y="3413540"/>
                  </a:lnTo>
                  <a:lnTo>
                    <a:pt x="8398378" y="3499398"/>
                  </a:lnTo>
                  <a:lnTo>
                    <a:pt x="8364233" y="3581247"/>
                  </a:lnTo>
                  <a:lnTo>
                    <a:pt x="8329726" y="3659046"/>
                  </a:lnTo>
                  <a:lnTo>
                    <a:pt x="8294732" y="3732799"/>
                  </a:lnTo>
                  <a:lnTo>
                    <a:pt x="8259104" y="3802552"/>
                  </a:lnTo>
                  <a:lnTo>
                    <a:pt x="8229629" y="3856233"/>
                  </a:lnTo>
                  <a:lnTo>
                    <a:pt x="8180098" y="3938392"/>
                  </a:lnTo>
                  <a:lnTo>
                    <a:pt x="8128355" y="4013744"/>
                  </a:lnTo>
                  <a:lnTo>
                    <a:pt x="8073808" y="4082503"/>
                  </a:lnTo>
                  <a:lnTo>
                    <a:pt x="8015807" y="4145099"/>
                  </a:lnTo>
                  <a:lnTo>
                    <a:pt x="7953671" y="4202059"/>
                  </a:lnTo>
                  <a:lnTo>
                    <a:pt x="7886731" y="4253935"/>
                  </a:lnTo>
                  <a:lnTo>
                    <a:pt x="7814358" y="4301255"/>
                  </a:lnTo>
                  <a:lnTo>
                    <a:pt x="7736023" y="4344494"/>
                  </a:lnTo>
                  <a:lnTo>
                    <a:pt x="7651358" y="4384056"/>
                  </a:lnTo>
                  <a:lnTo>
                    <a:pt x="7560247" y="4420263"/>
                  </a:lnTo>
                  <a:lnTo>
                    <a:pt x="7462929" y="4453353"/>
                  </a:lnTo>
                  <a:lnTo>
                    <a:pt x="7360120" y="4483476"/>
                  </a:lnTo>
                  <a:lnTo>
                    <a:pt x="7253115" y="4510699"/>
                  </a:lnTo>
                  <a:lnTo>
                    <a:pt x="7143878" y="4535025"/>
                  </a:lnTo>
                  <a:lnTo>
                    <a:pt x="7035042" y="4556406"/>
                  </a:lnTo>
                  <a:lnTo>
                    <a:pt x="6929805" y="4574782"/>
                  </a:lnTo>
                  <a:lnTo>
                    <a:pt x="6831691" y="4590116"/>
                  </a:lnTo>
                  <a:lnTo>
                    <a:pt x="6744164" y="4602435"/>
                  </a:lnTo>
                  <a:lnTo>
                    <a:pt x="6670168" y="4611865"/>
                  </a:lnTo>
                  <a:lnTo>
                    <a:pt x="6611661" y="4618647"/>
                  </a:lnTo>
                  <a:lnTo>
                    <a:pt x="6569267" y="4623133"/>
                  </a:lnTo>
                  <a:lnTo>
                    <a:pt x="6542115" y="4625764"/>
                  </a:lnTo>
                  <a:lnTo>
                    <a:pt x="6527867" y="4627032"/>
                  </a:lnTo>
                  <a:lnTo>
                    <a:pt x="6522882" y="4627441"/>
                  </a:lnTo>
                  <a:lnTo>
                    <a:pt x="6522385" y="4627479"/>
                  </a:lnTo>
                  <a:lnTo>
                    <a:pt x="5527445" y="4627479"/>
                  </a:lnTo>
                  <a:lnTo>
                    <a:pt x="5526352" y="4627436"/>
                  </a:lnTo>
                  <a:lnTo>
                    <a:pt x="5519133" y="4627124"/>
                  </a:lnTo>
                  <a:lnTo>
                    <a:pt x="5500820" y="4626263"/>
                  </a:lnTo>
                  <a:lnTo>
                    <a:pt x="5467791" y="4624566"/>
                  </a:lnTo>
                  <a:lnTo>
                    <a:pt x="5417980" y="4621759"/>
                  </a:lnTo>
                  <a:lnTo>
                    <a:pt x="5351026" y="4617609"/>
                  </a:lnTo>
                  <a:lnTo>
                    <a:pt x="5268231" y="4611939"/>
                  </a:lnTo>
                  <a:lnTo>
                    <a:pt x="5172278" y="4604639"/>
                  </a:lnTo>
                  <a:lnTo>
                    <a:pt x="5066747" y="4595666"/>
                  </a:lnTo>
                  <a:lnTo>
                    <a:pt x="4955553" y="4585026"/>
                  </a:lnTo>
                  <a:lnTo>
                    <a:pt x="4842441" y="4572749"/>
                  </a:lnTo>
                  <a:lnTo>
                    <a:pt x="4730613" y="4558868"/>
                  </a:lnTo>
                  <a:lnTo>
                    <a:pt x="4622541" y="4543393"/>
                  </a:lnTo>
                  <a:lnTo>
                    <a:pt x="4519924" y="4526303"/>
                  </a:lnTo>
                  <a:lnTo>
                    <a:pt x="4423754" y="4507526"/>
                  </a:lnTo>
                  <a:lnTo>
                    <a:pt x="4334442" y="4486945"/>
                  </a:lnTo>
                  <a:lnTo>
                    <a:pt x="4251954" y="4464387"/>
                  </a:lnTo>
                  <a:lnTo>
                    <a:pt x="4175939" y="4439633"/>
                  </a:lnTo>
                  <a:lnTo>
                    <a:pt x="4105843" y="4412420"/>
                  </a:lnTo>
                  <a:lnTo>
                    <a:pt x="4040987" y="4382452"/>
                  </a:lnTo>
                  <a:lnTo>
                    <a:pt x="3980632" y="4349416"/>
                  </a:lnTo>
                  <a:lnTo>
                    <a:pt x="3924029" y="4313008"/>
                  </a:lnTo>
                  <a:lnTo>
                    <a:pt x="3870455" y="4272980"/>
                  </a:lnTo>
                  <a:lnTo>
                    <a:pt x="3820202" y="4230065"/>
                  </a:lnTo>
                  <a:lnTo>
                    <a:pt x="3773231" y="4185099"/>
                  </a:lnTo>
                  <a:lnTo>
                    <a:pt x="3727480" y="4136690"/>
                  </a:lnTo>
                  <a:lnTo>
                    <a:pt x="3682603" y="4084768"/>
                  </a:lnTo>
                  <a:lnTo>
                    <a:pt x="3638323" y="4029326"/>
                  </a:lnTo>
                  <a:lnTo>
                    <a:pt x="3594422" y="3970424"/>
                  </a:lnTo>
                  <a:lnTo>
                    <a:pt x="3550734" y="3908200"/>
                  </a:lnTo>
                  <a:lnTo>
                    <a:pt x="3507136" y="3842868"/>
                  </a:lnTo>
                  <a:lnTo>
                    <a:pt x="3463543" y="3774720"/>
                  </a:lnTo>
                  <a:lnTo>
                    <a:pt x="3419906" y="3704129"/>
                  </a:lnTo>
                  <a:lnTo>
                    <a:pt x="3376202" y="3631536"/>
                  </a:lnTo>
                  <a:lnTo>
                    <a:pt x="3332432" y="3557443"/>
                  </a:lnTo>
                  <a:lnTo>
                    <a:pt x="3288613" y="3482400"/>
                  </a:lnTo>
                  <a:lnTo>
                    <a:pt x="3244775" y="3406987"/>
                  </a:lnTo>
                  <a:lnTo>
                    <a:pt x="3200948" y="3331796"/>
                  </a:lnTo>
                  <a:lnTo>
                    <a:pt x="3157164" y="3257412"/>
                  </a:lnTo>
                  <a:lnTo>
                    <a:pt x="3113442" y="3184393"/>
                  </a:lnTo>
                  <a:lnTo>
                    <a:pt x="3069790" y="3113255"/>
                  </a:lnTo>
                  <a:lnTo>
                    <a:pt x="3026189" y="3044457"/>
                  </a:lnTo>
                  <a:lnTo>
                    <a:pt x="2982599" y="2978387"/>
                  </a:lnTo>
                  <a:lnTo>
                    <a:pt x="2938943" y="2915359"/>
                  </a:lnTo>
                  <a:lnTo>
                    <a:pt x="2895110" y="2855608"/>
                  </a:lnTo>
                  <a:lnTo>
                    <a:pt x="2850943" y="2799289"/>
                  </a:lnTo>
                  <a:lnTo>
                    <a:pt x="2806239" y="2746482"/>
                  </a:lnTo>
                  <a:lnTo>
                    <a:pt x="2760738" y="2697195"/>
                  </a:lnTo>
                  <a:lnTo>
                    <a:pt x="2714110" y="2651375"/>
                  </a:lnTo>
                  <a:lnTo>
                    <a:pt x="2702183" y="2640406"/>
                  </a:lnTo>
                  <a:lnTo>
                    <a:pt x="2650943" y="2596700"/>
                  </a:lnTo>
                  <a:lnTo>
                    <a:pt x="2597318" y="2556742"/>
                  </a:lnTo>
                  <a:lnTo>
                    <a:pt x="2540651" y="2520400"/>
                  </a:lnTo>
                  <a:lnTo>
                    <a:pt x="2480218" y="2487425"/>
                  </a:lnTo>
                  <a:lnTo>
                    <a:pt x="2415270" y="2457512"/>
                  </a:lnTo>
                  <a:lnTo>
                    <a:pt x="2345068" y="2430349"/>
                  </a:lnTo>
                  <a:lnTo>
                    <a:pt x="2268937" y="2405639"/>
                  </a:lnTo>
                  <a:lnTo>
                    <a:pt x="2186322" y="2383120"/>
                  </a:lnTo>
                  <a:lnTo>
                    <a:pt x="2096879" y="2362573"/>
                  </a:lnTo>
                  <a:lnTo>
                    <a:pt x="2000583" y="2343830"/>
                  </a:lnTo>
                  <a:lnTo>
                    <a:pt x="1897851" y="2326770"/>
                  </a:lnTo>
                  <a:lnTo>
                    <a:pt x="1789690" y="2311326"/>
                  </a:lnTo>
                  <a:lnTo>
                    <a:pt x="1677813" y="2297475"/>
                  </a:lnTo>
                  <a:lnTo>
                    <a:pt x="1564705" y="2285228"/>
                  </a:lnTo>
                  <a:lnTo>
                    <a:pt x="1453582" y="2274619"/>
                  </a:lnTo>
                  <a:lnTo>
                    <a:pt x="1348196" y="2265678"/>
                  </a:lnTo>
                  <a:lnTo>
                    <a:pt x="1252460" y="2258410"/>
                  </a:lnTo>
                  <a:lnTo>
                    <a:pt x="1169943" y="2252769"/>
                  </a:lnTo>
                  <a:lnTo>
                    <a:pt x="1103305" y="2248646"/>
                  </a:lnTo>
                  <a:lnTo>
                    <a:pt x="1053819" y="2245863"/>
                  </a:lnTo>
                  <a:lnTo>
                    <a:pt x="1021092" y="2244184"/>
                  </a:lnTo>
                  <a:lnTo>
                    <a:pt x="1003027" y="2243336"/>
                  </a:lnTo>
                  <a:lnTo>
                    <a:pt x="995973" y="2243032"/>
                  </a:lnTo>
                  <a:lnTo>
                    <a:pt x="994940" y="2242991"/>
                  </a:lnTo>
                  <a:lnTo>
                    <a:pt x="0" y="2242991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29" name="pl228"/>
            <p:cNvSpPr/>
            <p:nvPr/>
          </p:nvSpPr>
          <p:spPr>
            <a:xfrm>
              <a:off x="1199187" y="1441009"/>
              <a:ext cx="12049831" cy="4627479"/>
            </a:xfrm>
            <a:custGeom>
              <a:avLst/>
              <a:pathLst>
                <a:path w="12049831" h="4627479">
                  <a:moveTo>
                    <a:pt x="0" y="2242991"/>
                  </a:moveTo>
                  <a:lnTo>
                    <a:pt x="994940" y="2242991"/>
                  </a:lnTo>
                  <a:lnTo>
                    <a:pt x="996033" y="2243035"/>
                  </a:lnTo>
                  <a:lnTo>
                    <a:pt x="1003252" y="2243346"/>
                  </a:lnTo>
                  <a:lnTo>
                    <a:pt x="1021565" y="2244207"/>
                  </a:lnTo>
                  <a:lnTo>
                    <a:pt x="1054594" y="2245905"/>
                  </a:lnTo>
                  <a:lnTo>
                    <a:pt x="1104405" y="2248711"/>
                  </a:lnTo>
                  <a:lnTo>
                    <a:pt x="1171359" y="2252861"/>
                  </a:lnTo>
                  <a:lnTo>
                    <a:pt x="1254154" y="2258532"/>
                  </a:lnTo>
                  <a:lnTo>
                    <a:pt x="1350107" y="2265831"/>
                  </a:lnTo>
                  <a:lnTo>
                    <a:pt x="1455638" y="2274804"/>
                  </a:lnTo>
                  <a:lnTo>
                    <a:pt x="1566832" y="2285444"/>
                  </a:lnTo>
                  <a:lnTo>
                    <a:pt x="1679944" y="2297721"/>
                  </a:lnTo>
                  <a:lnTo>
                    <a:pt x="1791772" y="2311603"/>
                  </a:lnTo>
                  <a:lnTo>
                    <a:pt x="1899844" y="2327077"/>
                  </a:lnTo>
                  <a:lnTo>
                    <a:pt x="2002461" y="2344168"/>
                  </a:lnTo>
                  <a:lnTo>
                    <a:pt x="2098631" y="2362944"/>
                  </a:lnTo>
                  <a:lnTo>
                    <a:pt x="2187943" y="2383526"/>
                  </a:lnTo>
                  <a:lnTo>
                    <a:pt x="2270431" y="2406084"/>
                  </a:lnTo>
                  <a:lnTo>
                    <a:pt x="2346446" y="2430838"/>
                  </a:lnTo>
                  <a:lnTo>
                    <a:pt x="2416541" y="2458050"/>
                  </a:lnTo>
                  <a:lnTo>
                    <a:pt x="2481398" y="2488018"/>
                  </a:lnTo>
                  <a:lnTo>
                    <a:pt x="2541753" y="2521054"/>
                  </a:lnTo>
                  <a:lnTo>
                    <a:pt x="2598356" y="2557462"/>
                  </a:lnTo>
                  <a:lnTo>
                    <a:pt x="2651930" y="2597490"/>
                  </a:lnTo>
                  <a:lnTo>
                    <a:pt x="2702183" y="2640406"/>
                  </a:lnTo>
                  <a:lnTo>
                    <a:pt x="2749154" y="2685372"/>
                  </a:lnTo>
                  <a:lnTo>
                    <a:pt x="2794905" y="2733781"/>
                  </a:lnTo>
                  <a:lnTo>
                    <a:pt x="2839782" y="2785703"/>
                  </a:lnTo>
                  <a:lnTo>
                    <a:pt x="2884062" y="2841145"/>
                  </a:lnTo>
                  <a:lnTo>
                    <a:pt x="2927963" y="2900046"/>
                  </a:lnTo>
                  <a:lnTo>
                    <a:pt x="2971651" y="2962270"/>
                  </a:lnTo>
                  <a:lnTo>
                    <a:pt x="3015249" y="3027603"/>
                  </a:lnTo>
                  <a:lnTo>
                    <a:pt x="3058842" y="3095750"/>
                  </a:lnTo>
                  <a:lnTo>
                    <a:pt x="3102479" y="3166341"/>
                  </a:lnTo>
                  <a:lnTo>
                    <a:pt x="3146183" y="3238934"/>
                  </a:lnTo>
                  <a:lnTo>
                    <a:pt x="3189953" y="3313027"/>
                  </a:lnTo>
                  <a:lnTo>
                    <a:pt x="3233772" y="3388070"/>
                  </a:lnTo>
                  <a:lnTo>
                    <a:pt x="3277610" y="3463483"/>
                  </a:lnTo>
                  <a:lnTo>
                    <a:pt x="3321437" y="3538674"/>
                  </a:lnTo>
                  <a:lnTo>
                    <a:pt x="3365221" y="3613058"/>
                  </a:lnTo>
                  <a:lnTo>
                    <a:pt x="3408943" y="3686077"/>
                  </a:lnTo>
                  <a:lnTo>
                    <a:pt x="3452595" y="3757215"/>
                  </a:lnTo>
                  <a:lnTo>
                    <a:pt x="3496196" y="3826014"/>
                  </a:lnTo>
                  <a:lnTo>
                    <a:pt x="3539786" y="3892083"/>
                  </a:lnTo>
                  <a:lnTo>
                    <a:pt x="3583442" y="3955111"/>
                  </a:lnTo>
                  <a:lnTo>
                    <a:pt x="3627275" y="4014862"/>
                  </a:lnTo>
                  <a:lnTo>
                    <a:pt x="3671442" y="4071181"/>
                  </a:lnTo>
                  <a:lnTo>
                    <a:pt x="3716146" y="4123988"/>
                  </a:lnTo>
                  <a:lnTo>
                    <a:pt x="3761647" y="4173275"/>
                  </a:lnTo>
                  <a:lnTo>
                    <a:pt x="3808275" y="4219096"/>
                  </a:lnTo>
                  <a:lnTo>
                    <a:pt x="3820202" y="4230065"/>
                  </a:lnTo>
                  <a:lnTo>
                    <a:pt x="3871442" y="4273770"/>
                  </a:lnTo>
                  <a:lnTo>
                    <a:pt x="3925067" y="4313728"/>
                  </a:lnTo>
                  <a:lnTo>
                    <a:pt x="3981734" y="4350070"/>
                  </a:lnTo>
                  <a:lnTo>
                    <a:pt x="4042167" y="4383045"/>
                  </a:lnTo>
                  <a:lnTo>
                    <a:pt x="4107115" y="4412958"/>
                  </a:lnTo>
                  <a:lnTo>
                    <a:pt x="4177317" y="4440122"/>
                  </a:lnTo>
                  <a:lnTo>
                    <a:pt x="4253448" y="4464832"/>
                  </a:lnTo>
                  <a:lnTo>
                    <a:pt x="4336063" y="4487351"/>
                  </a:lnTo>
                  <a:lnTo>
                    <a:pt x="4425506" y="4507897"/>
                  </a:lnTo>
                  <a:lnTo>
                    <a:pt x="4521802" y="4526640"/>
                  </a:lnTo>
                  <a:lnTo>
                    <a:pt x="4624534" y="4543700"/>
                  </a:lnTo>
                  <a:lnTo>
                    <a:pt x="4732695" y="4559144"/>
                  </a:lnTo>
                  <a:lnTo>
                    <a:pt x="4844572" y="4572996"/>
                  </a:lnTo>
                  <a:lnTo>
                    <a:pt x="4957680" y="4585242"/>
                  </a:lnTo>
                  <a:lnTo>
                    <a:pt x="5068803" y="4595851"/>
                  </a:lnTo>
                  <a:lnTo>
                    <a:pt x="5174189" y="4604792"/>
                  </a:lnTo>
                  <a:lnTo>
                    <a:pt x="5269925" y="4612060"/>
                  </a:lnTo>
                  <a:lnTo>
                    <a:pt x="5352442" y="4617701"/>
                  </a:lnTo>
                  <a:lnTo>
                    <a:pt x="5419080" y="4621824"/>
                  </a:lnTo>
                  <a:lnTo>
                    <a:pt x="5468566" y="4624607"/>
                  </a:lnTo>
                  <a:lnTo>
                    <a:pt x="5501292" y="4626286"/>
                  </a:lnTo>
                  <a:lnTo>
                    <a:pt x="5519358" y="4627134"/>
                  </a:lnTo>
                  <a:lnTo>
                    <a:pt x="5526412" y="4627438"/>
                  </a:lnTo>
                  <a:lnTo>
                    <a:pt x="5527445" y="4627479"/>
                  </a:lnTo>
                  <a:lnTo>
                    <a:pt x="6522385" y="4627479"/>
                  </a:lnTo>
                  <a:lnTo>
                    <a:pt x="6523376" y="4627403"/>
                  </a:lnTo>
                  <a:lnTo>
                    <a:pt x="6529934" y="4626856"/>
                  </a:lnTo>
                  <a:lnTo>
                    <a:pt x="6546611" y="4625345"/>
                  </a:lnTo>
                  <a:lnTo>
                    <a:pt x="6576794" y="4622367"/>
                  </a:lnTo>
                  <a:lnTo>
                    <a:pt x="6622525" y="4617436"/>
                  </a:lnTo>
                  <a:lnTo>
                    <a:pt x="6684361" y="4610128"/>
                  </a:lnTo>
                  <a:lnTo>
                    <a:pt x="6761378" y="4600112"/>
                  </a:lnTo>
                  <a:lnTo>
                    <a:pt x="6851378" y="4587170"/>
                  </a:lnTo>
                  <a:lnTo>
                    <a:pt x="6951272" y="4571202"/>
                  </a:lnTo>
                  <a:lnTo>
                    <a:pt x="7057543" y="4552195"/>
                  </a:lnTo>
                  <a:lnTo>
                    <a:pt x="7166711" y="4530195"/>
                  </a:lnTo>
                  <a:lnTo>
                    <a:pt x="7275679" y="4505263"/>
                  </a:lnTo>
                  <a:lnTo>
                    <a:pt x="7381948" y="4477438"/>
                  </a:lnTo>
                  <a:lnTo>
                    <a:pt x="7483699" y="4446705"/>
                  </a:lnTo>
                  <a:lnTo>
                    <a:pt x="7579764" y="4412980"/>
                  </a:lnTo>
                  <a:lnTo>
                    <a:pt x="7669537" y="4376096"/>
                  </a:lnTo>
                  <a:lnTo>
                    <a:pt x="7752864" y="4335797"/>
                  </a:lnTo>
                  <a:lnTo>
                    <a:pt x="7829919" y="4291743"/>
                  </a:lnTo>
                  <a:lnTo>
                    <a:pt x="7901112" y="4243515"/>
                  </a:lnTo>
                  <a:lnTo>
                    <a:pt x="7966997" y="4190624"/>
                  </a:lnTo>
                  <a:lnTo>
                    <a:pt x="8028215" y="4132535"/>
                  </a:lnTo>
                  <a:lnTo>
                    <a:pt x="8085441" y="4068696"/>
                  </a:lnTo>
                  <a:lnTo>
                    <a:pt x="8139351" y="3998593"/>
                  </a:lnTo>
                  <a:lnTo>
                    <a:pt x="8190586" y="3921830"/>
                  </a:lnTo>
                  <a:lnTo>
                    <a:pt x="8229629" y="3856233"/>
                  </a:lnTo>
                  <a:lnTo>
                    <a:pt x="8265900" y="3789661"/>
                  </a:lnTo>
                  <a:lnTo>
                    <a:pt x="8301396" y="3719156"/>
                  </a:lnTo>
                  <a:lnTo>
                    <a:pt x="8336287" y="3644640"/>
                  </a:lnTo>
                  <a:lnTo>
                    <a:pt x="8370716" y="3566074"/>
                  </a:lnTo>
                  <a:lnTo>
                    <a:pt x="8404805" y="3483461"/>
                  </a:lnTo>
                  <a:lnTo>
                    <a:pt x="8438652" y="3396854"/>
                  </a:lnTo>
                  <a:lnTo>
                    <a:pt x="8472340" y="3306354"/>
                  </a:lnTo>
                  <a:lnTo>
                    <a:pt x="8505934" y="3212116"/>
                  </a:lnTo>
                  <a:lnTo>
                    <a:pt x="8539485" y="3114348"/>
                  </a:lnTo>
                  <a:lnTo>
                    <a:pt x="8573030" y="3013315"/>
                  </a:lnTo>
                  <a:lnTo>
                    <a:pt x="8606594" y="2909331"/>
                  </a:lnTo>
                  <a:lnTo>
                    <a:pt x="8640194" y="2802763"/>
                  </a:lnTo>
                  <a:lnTo>
                    <a:pt x="8673835" y="2694021"/>
                  </a:lnTo>
                  <a:lnTo>
                    <a:pt x="8707515" y="2583556"/>
                  </a:lnTo>
                  <a:lnTo>
                    <a:pt x="8741227" y="2471852"/>
                  </a:lnTo>
                  <a:lnTo>
                    <a:pt x="8774960" y="2359414"/>
                  </a:lnTo>
                  <a:lnTo>
                    <a:pt x="8808699" y="2246763"/>
                  </a:lnTo>
                  <a:lnTo>
                    <a:pt x="8842428" y="2134425"/>
                  </a:lnTo>
                  <a:lnTo>
                    <a:pt x="8876135" y="2022917"/>
                  </a:lnTo>
                  <a:lnTo>
                    <a:pt x="8909808" y="1912742"/>
                  </a:lnTo>
                  <a:lnTo>
                    <a:pt x="8943441" y="1804377"/>
                  </a:lnTo>
                  <a:lnTo>
                    <a:pt x="8977034" y="1698268"/>
                  </a:lnTo>
                  <a:lnTo>
                    <a:pt x="9010593" y="1594815"/>
                  </a:lnTo>
                  <a:lnTo>
                    <a:pt x="9044137" y="1494377"/>
                  </a:lnTo>
                  <a:lnTo>
                    <a:pt x="9077693" y="1397259"/>
                  </a:lnTo>
                  <a:lnTo>
                    <a:pt x="9111300" y="1303713"/>
                  </a:lnTo>
                  <a:lnTo>
                    <a:pt x="9145013" y="1213939"/>
                  </a:lnTo>
                  <a:lnTo>
                    <a:pt x="9178899" y="1128081"/>
                  </a:lnTo>
                  <a:lnTo>
                    <a:pt x="9213043" y="1046232"/>
                  </a:lnTo>
                  <a:lnTo>
                    <a:pt x="9247550" y="968433"/>
                  </a:lnTo>
                  <a:lnTo>
                    <a:pt x="9282544" y="894680"/>
                  </a:lnTo>
                  <a:lnTo>
                    <a:pt x="9318173" y="824926"/>
                  </a:lnTo>
                  <a:lnTo>
                    <a:pt x="9347647" y="771246"/>
                  </a:lnTo>
                  <a:lnTo>
                    <a:pt x="9397179" y="689087"/>
                  </a:lnTo>
                  <a:lnTo>
                    <a:pt x="9448921" y="613735"/>
                  </a:lnTo>
                  <a:lnTo>
                    <a:pt x="9503468" y="544976"/>
                  </a:lnTo>
                  <a:lnTo>
                    <a:pt x="9561470" y="482380"/>
                  </a:lnTo>
                  <a:lnTo>
                    <a:pt x="9623605" y="425420"/>
                  </a:lnTo>
                  <a:lnTo>
                    <a:pt x="9690546" y="373544"/>
                  </a:lnTo>
                  <a:lnTo>
                    <a:pt x="9762918" y="326224"/>
                  </a:lnTo>
                  <a:lnTo>
                    <a:pt x="9841254" y="282985"/>
                  </a:lnTo>
                  <a:lnTo>
                    <a:pt x="9925919" y="243423"/>
                  </a:lnTo>
                  <a:lnTo>
                    <a:pt x="10017030" y="207216"/>
                  </a:lnTo>
                  <a:lnTo>
                    <a:pt x="10114347" y="174126"/>
                  </a:lnTo>
                  <a:lnTo>
                    <a:pt x="10217157" y="144003"/>
                  </a:lnTo>
                  <a:lnTo>
                    <a:pt x="10324161" y="116779"/>
                  </a:lnTo>
                  <a:lnTo>
                    <a:pt x="10433398" y="92454"/>
                  </a:lnTo>
                  <a:lnTo>
                    <a:pt x="10542235" y="71073"/>
                  </a:lnTo>
                  <a:lnTo>
                    <a:pt x="10647472" y="52697"/>
                  </a:lnTo>
                  <a:lnTo>
                    <a:pt x="10745586" y="37363"/>
                  </a:lnTo>
                  <a:lnTo>
                    <a:pt x="10833112" y="25044"/>
                  </a:lnTo>
                  <a:lnTo>
                    <a:pt x="10907108" y="15614"/>
                  </a:lnTo>
                  <a:lnTo>
                    <a:pt x="10965616" y="8832"/>
                  </a:lnTo>
                  <a:lnTo>
                    <a:pt x="11008010" y="4346"/>
                  </a:lnTo>
                  <a:lnTo>
                    <a:pt x="11035162" y="1714"/>
                  </a:lnTo>
                  <a:lnTo>
                    <a:pt x="11049409" y="447"/>
                  </a:lnTo>
                  <a:lnTo>
                    <a:pt x="11054394" y="3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0" name="pl229"/>
            <p:cNvSpPr/>
            <p:nvPr/>
          </p:nvSpPr>
          <p:spPr>
            <a:xfrm>
              <a:off x="1199187" y="1430528"/>
              <a:ext cx="12049831" cy="4627479"/>
            </a:xfrm>
            <a:custGeom>
              <a:avLst/>
              <a:pathLst>
                <a:path w="12049831" h="4627479">
                  <a:moveTo>
                    <a:pt x="12049831" y="0"/>
                  </a:moveTo>
                  <a:lnTo>
                    <a:pt x="11054891" y="0"/>
                  </a:lnTo>
                  <a:lnTo>
                    <a:pt x="11053900" y="76"/>
                  </a:lnTo>
                  <a:lnTo>
                    <a:pt x="11047343" y="623"/>
                  </a:lnTo>
                  <a:lnTo>
                    <a:pt x="11030665" y="2134"/>
                  </a:lnTo>
                  <a:lnTo>
                    <a:pt x="11000482" y="5112"/>
                  </a:lnTo>
                  <a:lnTo>
                    <a:pt x="10954751" y="10043"/>
                  </a:lnTo>
                  <a:lnTo>
                    <a:pt x="10892916" y="17351"/>
                  </a:lnTo>
                  <a:lnTo>
                    <a:pt x="10815899" y="27367"/>
                  </a:lnTo>
                  <a:lnTo>
                    <a:pt x="10725898" y="40308"/>
                  </a:lnTo>
                  <a:lnTo>
                    <a:pt x="10626005" y="56277"/>
                  </a:lnTo>
                  <a:lnTo>
                    <a:pt x="10519733" y="75284"/>
                  </a:lnTo>
                  <a:lnTo>
                    <a:pt x="10410565" y="97284"/>
                  </a:lnTo>
                  <a:lnTo>
                    <a:pt x="10301598" y="122216"/>
                  </a:lnTo>
                  <a:lnTo>
                    <a:pt x="10195329" y="150041"/>
                  </a:lnTo>
                  <a:lnTo>
                    <a:pt x="10093578" y="180774"/>
                  </a:lnTo>
                  <a:lnTo>
                    <a:pt x="9997513" y="214499"/>
                  </a:lnTo>
                  <a:lnTo>
                    <a:pt x="9907739" y="251383"/>
                  </a:lnTo>
                  <a:lnTo>
                    <a:pt x="9824413" y="291682"/>
                  </a:lnTo>
                  <a:lnTo>
                    <a:pt x="9747357" y="335736"/>
                  </a:lnTo>
                  <a:lnTo>
                    <a:pt x="9676164" y="383964"/>
                  </a:lnTo>
                  <a:lnTo>
                    <a:pt x="9610279" y="436855"/>
                  </a:lnTo>
                  <a:lnTo>
                    <a:pt x="9549062" y="494944"/>
                  </a:lnTo>
                  <a:lnTo>
                    <a:pt x="9491836" y="558783"/>
                  </a:lnTo>
                  <a:lnTo>
                    <a:pt x="9437926" y="628886"/>
                  </a:lnTo>
                  <a:lnTo>
                    <a:pt x="9386690" y="705649"/>
                  </a:lnTo>
                  <a:lnTo>
                    <a:pt x="9347647" y="771246"/>
                  </a:lnTo>
                  <a:lnTo>
                    <a:pt x="9311377" y="837818"/>
                  </a:lnTo>
                  <a:lnTo>
                    <a:pt x="9275881" y="908323"/>
                  </a:lnTo>
                  <a:lnTo>
                    <a:pt x="9240990" y="982838"/>
                  </a:lnTo>
                  <a:lnTo>
                    <a:pt x="9206560" y="1061405"/>
                  </a:lnTo>
                  <a:lnTo>
                    <a:pt x="9172472" y="1144017"/>
                  </a:lnTo>
                  <a:lnTo>
                    <a:pt x="9138624" y="1230625"/>
                  </a:lnTo>
                  <a:lnTo>
                    <a:pt x="9104936" y="1321125"/>
                  </a:lnTo>
                  <a:lnTo>
                    <a:pt x="9071343" y="1415363"/>
                  </a:lnTo>
                  <a:lnTo>
                    <a:pt x="9037792" y="1513130"/>
                  </a:lnTo>
                  <a:lnTo>
                    <a:pt x="9004247" y="1614164"/>
                  </a:lnTo>
                  <a:lnTo>
                    <a:pt x="8970682" y="1718148"/>
                  </a:lnTo>
                  <a:lnTo>
                    <a:pt x="8937082" y="1824716"/>
                  </a:lnTo>
                  <a:lnTo>
                    <a:pt x="8903442" y="1933458"/>
                  </a:lnTo>
                  <a:lnTo>
                    <a:pt x="8869761" y="2043923"/>
                  </a:lnTo>
                  <a:lnTo>
                    <a:pt x="8836049" y="2155627"/>
                  </a:lnTo>
                  <a:lnTo>
                    <a:pt x="8802317" y="2268065"/>
                  </a:lnTo>
                  <a:lnTo>
                    <a:pt x="8768578" y="2380716"/>
                  </a:lnTo>
                  <a:lnTo>
                    <a:pt x="8734848" y="2493054"/>
                  </a:lnTo>
                  <a:lnTo>
                    <a:pt x="8701141" y="2604562"/>
                  </a:lnTo>
                  <a:lnTo>
                    <a:pt x="8667468" y="2714737"/>
                  </a:lnTo>
                  <a:lnTo>
                    <a:pt x="8633835" y="2823101"/>
                  </a:lnTo>
                  <a:lnTo>
                    <a:pt x="8600243" y="2929211"/>
                  </a:lnTo>
                  <a:lnTo>
                    <a:pt x="8566683" y="3032664"/>
                  </a:lnTo>
                  <a:lnTo>
                    <a:pt x="8533139" y="3133102"/>
                  </a:lnTo>
                  <a:lnTo>
                    <a:pt x="8499584" y="3230220"/>
                  </a:lnTo>
                  <a:lnTo>
                    <a:pt x="8465976" y="3323766"/>
                  </a:lnTo>
                  <a:lnTo>
                    <a:pt x="8432264" y="3413540"/>
                  </a:lnTo>
                  <a:lnTo>
                    <a:pt x="8398378" y="3499398"/>
                  </a:lnTo>
                  <a:lnTo>
                    <a:pt x="8364233" y="3581247"/>
                  </a:lnTo>
                  <a:lnTo>
                    <a:pt x="8329726" y="3659046"/>
                  </a:lnTo>
                  <a:lnTo>
                    <a:pt x="8294732" y="3732799"/>
                  </a:lnTo>
                  <a:lnTo>
                    <a:pt x="8259104" y="3802552"/>
                  </a:lnTo>
                  <a:lnTo>
                    <a:pt x="8229629" y="3856233"/>
                  </a:lnTo>
                  <a:lnTo>
                    <a:pt x="8180098" y="3938392"/>
                  </a:lnTo>
                  <a:lnTo>
                    <a:pt x="8128355" y="4013744"/>
                  </a:lnTo>
                  <a:lnTo>
                    <a:pt x="8073808" y="4082503"/>
                  </a:lnTo>
                  <a:lnTo>
                    <a:pt x="8015807" y="4145099"/>
                  </a:lnTo>
                  <a:lnTo>
                    <a:pt x="7953671" y="4202059"/>
                  </a:lnTo>
                  <a:lnTo>
                    <a:pt x="7886731" y="4253935"/>
                  </a:lnTo>
                  <a:lnTo>
                    <a:pt x="7814358" y="4301255"/>
                  </a:lnTo>
                  <a:lnTo>
                    <a:pt x="7736023" y="4344494"/>
                  </a:lnTo>
                  <a:lnTo>
                    <a:pt x="7651358" y="4384056"/>
                  </a:lnTo>
                  <a:lnTo>
                    <a:pt x="7560247" y="4420263"/>
                  </a:lnTo>
                  <a:lnTo>
                    <a:pt x="7462929" y="4453353"/>
                  </a:lnTo>
                  <a:lnTo>
                    <a:pt x="7360120" y="4483476"/>
                  </a:lnTo>
                  <a:lnTo>
                    <a:pt x="7253115" y="4510699"/>
                  </a:lnTo>
                  <a:lnTo>
                    <a:pt x="7143878" y="4535025"/>
                  </a:lnTo>
                  <a:lnTo>
                    <a:pt x="7035042" y="4556406"/>
                  </a:lnTo>
                  <a:lnTo>
                    <a:pt x="6929805" y="4574782"/>
                  </a:lnTo>
                  <a:lnTo>
                    <a:pt x="6831691" y="4590116"/>
                  </a:lnTo>
                  <a:lnTo>
                    <a:pt x="6744164" y="4602435"/>
                  </a:lnTo>
                  <a:lnTo>
                    <a:pt x="6670168" y="4611865"/>
                  </a:lnTo>
                  <a:lnTo>
                    <a:pt x="6611661" y="4618647"/>
                  </a:lnTo>
                  <a:lnTo>
                    <a:pt x="6569267" y="4623133"/>
                  </a:lnTo>
                  <a:lnTo>
                    <a:pt x="6542115" y="4625764"/>
                  </a:lnTo>
                  <a:lnTo>
                    <a:pt x="6527867" y="4627032"/>
                  </a:lnTo>
                  <a:lnTo>
                    <a:pt x="6522882" y="4627441"/>
                  </a:lnTo>
                  <a:lnTo>
                    <a:pt x="6522385" y="4627479"/>
                  </a:lnTo>
                  <a:lnTo>
                    <a:pt x="5527445" y="4627479"/>
                  </a:lnTo>
                  <a:lnTo>
                    <a:pt x="5526352" y="4627436"/>
                  </a:lnTo>
                  <a:lnTo>
                    <a:pt x="5519133" y="4627124"/>
                  </a:lnTo>
                  <a:lnTo>
                    <a:pt x="5500820" y="4626263"/>
                  </a:lnTo>
                  <a:lnTo>
                    <a:pt x="5467791" y="4624566"/>
                  </a:lnTo>
                  <a:lnTo>
                    <a:pt x="5417980" y="4621759"/>
                  </a:lnTo>
                  <a:lnTo>
                    <a:pt x="5351026" y="4617609"/>
                  </a:lnTo>
                  <a:lnTo>
                    <a:pt x="5268231" y="4611939"/>
                  </a:lnTo>
                  <a:lnTo>
                    <a:pt x="5172278" y="4604639"/>
                  </a:lnTo>
                  <a:lnTo>
                    <a:pt x="5066747" y="4595666"/>
                  </a:lnTo>
                  <a:lnTo>
                    <a:pt x="4955553" y="4585026"/>
                  </a:lnTo>
                  <a:lnTo>
                    <a:pt x="4842441" y="4572749"/>
                  </a:lnTo>
                  <a:lnTo>
                    <a:pt x="4730613" y="4558868"/>
                  </a:lnTo>
                  <a:lnTo>
                    <a:pt x="4622541" y="4543393"/>
                  </a:lnTo>
                  <a:lnTo>
                    <a:pt x="4519924" y="4526303"/>
                  </a:lnTo>
                  <a:lnTo>
                    <a:pt x="4423754" y="4507526"/>
                  </a:lnTo>
                  <a:lnTo>
                    <a:pt x="4334442" y="4486945"/>
                  </a:lnTo>
                  <a:lnTo>
                    <a:pt x="4251954" y="4464387"/>
                  </a:lnTo>
                  <a:lnTo>
                    <a:pt x="4175939" y="4439633"/>
                  </a:lnTo>
                  <a:lnTo>
                    <a:pt x="4105843" y="4412420"/>
                  </a:lnTo>
                  <a:lnTo>
                    <a:pt x="4040987" y="4382452"/>
                  </a:lnTo>
                  <a:lnTo>
                    <a:pt x="3980632" y="4349416"/>
                  </a:lnTo>
                  <a:lnTo>
                    <a:pt x="3924029" y="4313008"/>
                  </a:lnTo>
                  <a:lnTo>
                    <a:pt x="3870455" y="4272980"/>
                  </a:lnTo>
                  <a:lnTo>
                    <a:pt x="3820202" y="4230065"/>
                  </a:lnTo>
                  <a:lnTo>
                    <a:pt x="3773231" y="4185099"/>
                  </a:lnTo>
                  <a:lnTo>
                    <a:pt x="3727480" y="4136690"/>
                  </a:lnTo>
                  <a:lnTo>
                    <a:pt x="3682603" y="4084768"/>
                  </a:lnTo>
                  <a:lnTo>
                    <a:pt x="3638323" y="4029326"/>
                  </a:lnTo>
                  <a:lnTo>
                    <a:pt x="3594422" y="3970424"/>
                  </a:lnTo>
                  <a:lnTo>
                    <a:pt x="3550734" y="3908200"/>
                  </a:lnTo>
                  <a:lnTo>
                    <a:pt x="3507136" y="3842868"/>
                  </a:lnTo>
                  <a:lnTo>
                    <a:pt x="3463543" y="3774720"/>
                  </a:lnTo>
                  <a:lnTo>
                    <a:pt x="3419906" y="3704129"/>
                  </a:lnTo>
                  <a:lnTo>
                    <a:pt x="3376202" y="3631536"/>
                  </a:lnTo>
                  <a:lnTo>
                    <a:pt x="3332432" y="3557443"/>
                  </a:lnTo>
                  <a:lnTo>
                    <a:pt x="3288613" y="3482400"/>
                  </a:lnTo>
                  <a:lnTo>
                    <a:pt x="3244775" y="3406987"/>
                  </a:lnTo>
                  <a:lnTo>
                    <a:pt x="3200948" y="3331796"/>
                  </a:lnTo>
                  <a:lnTo>
                    <a:pt x="3157164" y="3257412"/>
                  </a:lnTo>
                  <a:lnTo>
                    <a:pt x="3113442" y="3184393"/>
                  </a:lnTo>
                  <a:lnTo>
                    <a:pt x="3069790" y="3113255"/>
                  </a:lnTo>
                  <a:lnTo>
                    <a:pt x="3026189" y="3044457"/>
                  </a:lnTo>
                  <a:lnTo>
                    <a:pt x="2982599" y="2978387"/>
                  </a:lnTo>
                  <a:lnTo>
                    <a:pt x="2938943" y="2915359"/>
                  </a:lnTo>
                  <a:lnTo>
                    <a:pt x="2895110" y="2855608"/>
                  </a:lnTo>
                  <a:lnTo>
                    <a:pt x="2850943" y="2799289"/>
                  </a:lnTo>
                  <a:lnTo>
                    <a:pt x="2806239" y="2746482"/>
                  </a:lnTo>
                  <a:lnTo>
                    <a:pt x="2760738" y="2697195"/>
                  </a:lnTo>
                  <a:lnTo>
                    <a:pt x="2714110" y="2651375"/>
                  </a:lnTo>
                  <a:lnTo>
                    <a:pt x="2702183" y="2640406"/>
                  </a:lnTo>
                  <a:lnTo>
                    <a:pt x="2650943" y="2596700"/>
                  </a:lnTo>
                  <a:lnTo>
                    <a:pt x="2597318" y="2556742"/>
                  </a:lnTo>
                  <a:lnTo>
                    <a:pt x="2540651" y="2520400"/>
                  </a:lnTo>
                  <a:lnTo>
                    <a:pt x="2480218" y="2487425"/>
                  </a:lnTo>
                  <a:lnTo>
                    <a:pt x="2415270" y="2457512"/>
                  </a:lnTo>
                  <a:lnTo>
                    <a:pt x="2345068" y="2430349"/>
                  </a:lnTo>
                  <a:lnTo>
                    <a:pt x="2268937" y="2405639"/>
                  </a:lnTo>
                  <a:lnTo>
                    <a:pt x="2186322" y="2383120"/>
                  </a:lnTo>
                  <a:lnTo>
                    <a:pt x="2096879" y="2362573"/>
                  </a:lnTo>
                  <a:lnTo>
                    <a:pt x="2000583" y="2343830"/>
                  </a:lnTo>
                  <a:lnTo>
                    <a:pt x="1897851" y="2326770"/>
                  </a:lnTo>
                  <a:lnTo>
                    <a:pt x="1789690" y="2311326"/>
                  </a:lnTo>
                  <a:lnTo>
                    <a:pt x="1677813" y="2297475"/>
                  </a:lnTo>
                  <a:lnTo>
                    <a:pt x="1564705" y="2285228"/>
                  </a:lnTo>
                  <a:lnTo>
                    <a:pt x="1453582" y="2274619"/>
                  </a:lnTo>
                  <a:lnTo>
                    <a:pt x="1348196" y="2265678"/>
                  </a:lnTo>
                  <a:lnTo>
                    <a:pt x="1252460" y="2258410"/>
                  </a:lnTo>
                  <a:lnTo>
                    <a:pt x="1169943" y="2252769"/>
                  </a:lnTo>
                  <a:lnTo>
                    <a:pt x="1103305" y="2248646"/>
                  </a:lnTo>
                  <a:lnTo>
                    <a:pt x="1053819" y="2245863"/>
                  </a:lnTo>
                  <a:lnTo>
                    <a:pt x="1021092" y="2244184"/>
                  </a:lnTo>
                  <a:lnTo>
                    <a:pt x="1003027" y="2243336"/>
                  </a:lnTo>
                  <a:lnTo>
                    <a:pt x="995973" y="2243032"/>
                  </a:lnTo>
                  <a:lnTo>
                    <a:pt x="994940" y="2242991"/>
                  </a:lnTo>
                  <a:lnTo>
                    <a:pt x="0" y="2242991"/>
                  </a:lnTo>
                  <a:lnTo>
                    <a:pt x="0" y="22429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1" name="pg230"/>
            <p:cNvSpPr/>
            <p:nvPr/>
          </p:nvSpPr>
          <p:spPr>
            <a:xfrm>
              <a:off x="1199187" y="1640153"/>
              <a:ext cx="12049831" cy="4433576"/>
            </a:xfrm>
            <a:custGeom>
              <a:avLst/>
              <a:pathLst>
                <a:path w="12049831" h="4433576">
                  <a:moveTo>
                    <a:pt x="0" y="2049087"/>
                  </a:moveTo>
                  <a:lnTo>
                    <a:pt x="994940" y="2049087"/>
                  </a:lnTo>
                  <a:lnTo>
                    <a:pt x="996033" y="2049131"/>
                  </a:lnTo>
                  <a:lnTo>
                    <a:pt x="1003252" y="2049443"/>
                  </a:lnTo>
                  <a:lnTo>
                    <a:pt x="1021565" y="2050304"/>
                  </a:lnTo>
                  <a:lnTo>
                    <a:pt x="1054594" y="2052001"/>
                  </a:lnTo>
                  <a:lnTo>
                    <a:pt x="1104405" y="2054808"/>
                  </a:lnTo>
                  <a:lnTo>
                    <a:pt x="1171359" y="2058958"/>
                  </a:lnTo>
                  <a:lnTo>
                    <a:pt x="1254154" y="2064628"/>
                  </a:lnTo>
                  <a:lnTo>
                    <a:pt x="1350107" y="2071928"/>
                  </a:lnTo>
                  <a:lnTo>
                    <a:pt x="1455638" y="2080900"/>
                  </a:lnTo>
                  <a:lnTo>
                    <a:pt x="1566832" y="2091541"/>
                  </a:lnTo>
                  <a:lnTo>
                    <a:pt x="1679944" y="2103818"/>
                  </a:lnTo>
                  <a:lnTo>
                    <a:pt x="1791772" y="2117699"/>
                  </a:lnTo>
                  <a:lnTo>
                    <a:pt x="1899844" y="2133174"/>
                  </a:lnTo>
                  <a:lnTo>
                    <a:pt x="2002461" y="2150264"/>
                  </a:lnTo>
                  <a:lnTo>
                    <a:pt x="2098631" y="2169040"/>
                  </a:lnTo>
                  <a:lnTo>
                    <a:pt x="2187943" y="2189622"/>
                  </a:lnTo>
                  <a:lnTo>
                    <a:pt x="2270431" y="2212180"/>
                  </a:lnTo>
                  <a:lnTo>
                    <a:pt x="2346446" y="2236934"/>
                  </a:lnTo>
                  <a:lnTo>
                    <a:pt x="2416541" y="2264147"/>
                  </a:lnTo>
                  <a:lnTo>
                    <a:pt x="2481398" y="2294114"/>
                  </a:lnTo>
                  <a:lnTo>
                    <a:pt x="2541753" y="2327151"/>
                  </a:lnTo>
                  <a:lnTo>
                    <a:pt x="2598356" y="2363558"/>
                  </a:lnTo>
                  <a:lnTo>
                    <a:pt x="2651930" y="2403587"/>
                  </a:lnTo>
                  <a:lnTo>
                    <a:pt x="2702183" y="2446502"/>
                  </a:lnTo>
                  <a:lnTo>
                    <a:pt x="2749154" y="2491468"/>
                  </a:lnTo>
                  <a:lnTo>
                    <a:pt x="2794905" y="2539877"/>
                  </a:lnTo>
                  <a:lnTo>
                    <a:pt x="2839782" y="2591799"/>
                  </a:lnTo>
                  <a:lnTo>
                    <a:pt x="2884062" y="2647241"/>
                  </a:lnTo>
                  <a:lnTo>
                    <a:pt x="2927963" y="2706142"/>
                  </a:lnTo>
                  <a:lnTo>
                    <a:pt x="2971651" y="2768367"/>
                  </a:lnTo>
                  <a:lnTo>
                    <a:pt x="3015249" y="2833699"/>
                  </a:lnTo>
                  <a:lnTo>
                    <a:pt x="3058842" y="2901847"/>
                  </a:lnTo>
                  <a:lnTo>
                    <a:pt x="3102479" y="2972438"/>
                  </a:lnTo>
                  <a:lnTo>
                    <a:pt x="3146183" y="3045031"/>
                  </a:lnTo>
                  <a:lnTo>
                    <a:pt x="3189953" y="3119123"/>
                  </a:lnTo>
                  <a:lnTo>
                    <a:pt x="3233772" y="3194166"/>
                  </a:lnTo>
                  <a:lnTo>
                    <a:pt x="3277610" y="3269579"/>
                  </a:lnTo>
                  <a:lnTo>
                    <a:pt x="3321437" y="3344771"/>
                  </a:lnTo>
                  <a:lnTo>
                    <a:pt x="3365221" y="3419155"/>
                  </a:lnTo>
                  <a:lnTo>
                    <a:pt x="3408943" y="3492174"/>
                  </a:lnTo>
                  <a:lnTo>
                    <a:pt x="3452595" y="3563312"/>
                  </a:lnTo>
                  <a:lnTo>
                    <a:pt x="3496196" y="3632110"/>
                  </a:lnTo>
                  <a:lnTo>
                    <a:pt x="3539786" y="3698180"/>
                  </a:lnTo>
                  <a:lnTo>
                    <a:pt x="3583442" y="3761208"/>
                  </a:lnTo>
                  <a:lnTo>
                    <a:pt x="3627275" y="3820959"/>
                  </a:lnTo>
                  <a:lnTo>
                    <a:pt x="3671442" y="3877278"/>
                  </a:lnTo>
                  <a:lnTo>
                    <a:pt x="3716146" y="3930085"/>
                  </a:lnTo>
                  <a:lnTo>
                    <a:pt x="3761647" y="3979372"/>
                  </a:lnTo>
                  <a:lnTo>
                    <a:pt x="3808275" y="4025192"/>
                  </a:lnTo>
                  <a:lnTo>
                    <a:pt x="3820202" y="4036161"/>
                  </a:lnTo>
                  <a:lnTo>
                    <a:pt x="3871442" y="4079866"/>
                  </a:lnTo>
                  <a:lnTo>
                    <a:pt x="3925067" y="4119825"/>
                  </a:lnTo>
                  <a:lnTo>
                    <a:pt x="3981734" y="4156166"/>
                  </a:lnTo>
                  <a:lnTo>
                    <a:pt x="4042167" y="4189142"/>
                  </a:lnTo>
                  <a:lnTo>
                    <a:pt x="4107115" y="4219055"/>
                  </a:lnTo>
                  <a:lnTo>
                    <a:pt x="4177317" y="4246218"/>
                  </a:lnTo>
                  <a:lnTo>
                    <a:pt x="4253448" y="4270928"/>
                  </a:lnTo>
                  <a:lnTo>
                    <a:pt x="4336063" y="4293447"/>
                  </a:lnTo>
                  <a:lnTo>
                    <a:pt x="4425506" y="4313993"/>
                  </a:lnTo>
                  <a:lnTo>
                    <a:pt x="4521802" y="4332737"/>
                  </a:lnTo>
                  <a:lnTo>
                    <a:pt x="4624534" y="4349797"/>
                  </a:lnTo>
                  <a:lnTo>
                    <a:pt x="4732695" y="4365241"/>
                  </a:lnTo>
                  <a:lnTo>
                    <a:pt x="4844572" y="4379092"/>
                  </a:lnTo>
                  <a:lnTo>
                    <a:pt x="4957680" y="4391339"/>
                  </a:lnTo>
                  <a:lnTo>
                    <a:pt x="5068803" y="4401948"/>
                  </a:lnTo>
                  <a:lnTo>
                    <a:pt x="5174189" y="4410889"/>
                  </a:lnTo>
                  <a:lnTo>
                    <a:pt x="5269925" y="4418157"/>
                  </a:lnTo>
                  <a:lnTo>
                    <a:pt x="5352442" y="4423798"/>
                  </a:lnTo>
                  <a:lnTo>
                    <a:pt x="5419080" y="4427921"/>
                  </a:lnTo>
                  <a:lnTo>
                    <a:pt x="5468566" y="4430704"/>
                  </a:lnTo>
                  <a:lnTo>
                    <a:pt x="5501292" y="4432383"/>
                  </a:lnTo>
                  <a:lnTo>
                    <a:pt x="5519358" y="4433231"/>
                  </a:lnTo>
                  <a:lnTo>
                    <a:pt x="5526412" y="4433535"/>
                  </a:lnTo>
                  <a:lnTo>
                    <a:pt x="5527445" y="4433576"/>
                  </a:lnTo>
                  <a:lnTo>
                    <a:pt x="6522385" y="4433576"/>
                  </a:lnTo>
                  <a:lnTo>
                    <a:pt x="6523387" y="4433502"/>
                  </a:lnTo>
                  <a:lnTo>
                    <a:pt x="6530013" y="4432972"/>
                  </a:lnTo>
                  <a:lnTo>
                    <a:pt x="6546860" y="4431511"/>
                  </a:lnTo>
                  <a:lnTo>
                    <a:pt x="6577340" y="4428630"/>
                  </a:lnTo>
                  <a:lnTo>
                    <a:pt x="6623497" y="4423860"/>
                  </a:lnTo>
                  <a:lnTo>
                    <a:pt x="6685870" y="4416793"/>
                  </a:lnTo>
                  <a:lnTo>
                    <a:pt x="6763498" y="4407109"/>
                  </a:lnTo>
                  <a:lnTo>
                    <a:pt x="6854134" y="4394602"/>
                  </a:lnTo>
                  <a:lnTo>
                    <a:pt x="6954635" y="4379176"/>
                  </a:lnTo>
                  <a:lnTo>
                    <a:pt x="7061444" y="4360823"/>
                  </a:lnTo>
                  <a:lnTo>
                    <a:pt x="7171050" y="4339587"/>
                  </a:lnTo>
                  <a:lnTo>
                    <a:pt x="7280342" y="4315526"/>
                  </a:lnTo>
                  <a:lnTo>
                    <a:pt x="7386823" y="4288677"/>
                  </a:lnTo>
                  <a:lnTo>
                    <a:pt x="7488685" y="4259024"/>
                  </a:lnTo>
                  <a:lnTo>
                    <a:pt x="7584776" y="4226480"/>
                  </a:lnTo>
                  <a:lnTo>
                    <a:pt x="7674513" y="4190880"/>
                  </a:lnTo>
                  <a:lnTo>
                    <a:pt x="7757757" y="4151972"/>
                  </a:lnTo>
                  <a:lnTo>
                    <a:pt x="7834706" y="4109423"/>
                  </a:lnTo>
                  <a:lnTo>
                    <a:pt x="7905782" y="4062820"/>
                  </a:lnTo>
                  <a:lnTo>
                    <a:pt x="7971554" y="4011690"/>
                  </a:lnTo>
                  <a:lnTo>
                    <a:pt x="8032673" y="3955511"/>
                  </a:lnTo>
                  <a:lnTo>
                    <a:pt x="8089824" y="3893750"/>
                  </a:lnTo>
                  <a:lnTo>
                    <a:pt x="8143687" y="3825916"/>
                  </a:lnTo>
                  <a:lnTo>
                    <a:pt x="8194908" y="3751640"/>
                  </a:lnTo>
                  <a:lnTo>
                    <a:pt x="8229629" y="3695520"/>
                  </a:lnTo>
                  <a:lnTo>
                    <a:pt x="8266600" y="3630532"/>
                  </a:lnTo>
                  <a:lnTo>
                    <a:pt x="8302769" y="3561630"/>
                  </a:lnTo>
                  <a:lnTo>
                    <a:pt x="8338315" y="3488736"/>
                  </a:lnTo>
                  <a:lnTo>
                    <a:pt x="8373390" y="3411812"/>
                  </a:lnTo>
                  <a:lnTo>
                    <a:pt x="8408119" y="3330866"/>
                  </a:lnTo>
                  <a:lnTo>
                    <a:pt x="8442606" y="3245954"/>
                  </a:lnTo>
                  <a:lnTo>
                    <a:pt x="8476936" y="3157185"/>
                  </a:lnTo>
                  <a:lnTo>
                    <a:pt x="8511177" y="3064723"/>
                  </a:lnTo>
                  <a:lnTo>
                    <a:pt x="8545380" y="2968789"/>
                  </a:lnTo>
                  <a:lnTo>
                    <a:pt x="8579582" y="2869657"/>
                  </a:lnTo>
                  <a:lnTo>
                    <a:pt x="8613809" y="2767658"/>
                  </a:lnTo>
                  <a:lnTo>
                    <a:pt x="8648074" y="2663172"/>
                  </a:lnTo>
                  <a:lnTo>
                    <a:pt x="8682381" y="2556626"/>
                  </a:lnTo>
                  <a:lnTo>
                    <a:pt x="8716729" y="2448487"/>
                  </a:lnTo>
                  <a:lnTo>
                    <a:pt x="8751107" y="2339249"/>
                  </a:lnTo>
                  <a:lnTo>
                    <a:pt x="8785501" y="2229433"/>
                  </a:lnTo>
                  <a:lnTo>
                    <a:pt x="8819898" y="2119568"/>
                  </a:lnTo>
                  <a:lnTo>
                    <a:pt x="8854279" y="2010186"/>
                  </a:lnTo>
                  <a:lnTo>
                    <a:pt x="8888633" y="1901808"/>
                  </a:lnTo>
                  <a:lnTo>
                    <a:pt x="8922949" y="1794936"/>
                  </a:lnTo>
                  <a:lnTo>
                    <a:pt x="8957222" y="1690042"/>
                  </a:lnTo>
                  <a:lnTo>
                    <a:pt x="8991454" y="1587559"/>
                  </a:lnTo>
                  <a:lnTo>
                    <a:pt x="9025660" y="1487878"/>
                  </a:lnTo>
                  <a:lnTo>
                    <a:pt x="9059860" y="1391338"/>
                  </a:lnTo>
                  <a:lnTo>
                    <a:pt x="9094090" y="1298225"/>
                  </a:lnTo>
                  <a:lnTo>
                    <a:pt x="9128399" y="1208769"/>
                  </a:lnTo>
                  <a:lnTo>
                    <a:pt x="9162852" y="1123144"/>
                  </a:lnTo>
                  <a:lnTo>
                    <a:pt x="9197530" y="1041469"/>
                  </a:lnTo>
                  <a:lnTo>
                    <a:pt x="9232533" y="963809"/>
                  </a:lnTo>
                  <a:lnTo>
                    <a:pt x="9267983" y="890182"/>
                  </a:lnTo>
                  <a:lnTo>
                    <a:pt x="9304026" y="820557"/>
                  </a:lnTo>
                  <a:lnTo>
                    <a:pt x="9340835" y="754862"/>
                  </a:lnTo>
                  <a:lnTo>
                    <a:pt x="9347647" y="743296"/>
                  </a:lnTo>
                  <a:lnTo>
                    <a:pt x="9397361" y="664401"/>
                  </a:lnTo>
                  <a:lnTo>
                    <a:pt x="9449303" y="592067"/>
                  </a:lnTo>
                  <a:lnTo>
                    <a:pt x="9504075" y="526085"/>
                  </a:lnTo>
                  <a:lnTo>
                    <a:pt x="9562334" y="466039"/>
                  </a:lnTo>
                  <a:lnTo>
                    <a:pt x="9624766" y="411418"/>
                  </a:lnTo>
                  <a:lnTo>
                    <a:pt x="9692050" y="361687"/>
                  </a:lnTo>
                  <a:lnTo>
                    <a:pt x="9764818" y="316337"/>
                  </a:lnTo>
                  <a:lnTo>
                    <a:pt x="9843603" y="274909"/>
                  </a:lnTo>
                  <a:lnTo>
                    <a:pt x="9928771" y="237016"/>
                  </a:lnTo>
                  <a:lnTo>
                    <a:pt x="10020429" y="202348"/>
                  </a:lnTo>
                  <a:lnTo>
                    <a:pt x="10118321" y="170678"/>
                  </a:lnTo>
                  <a:lnTo>
                    <a:pt x="10221705" y="141864"/>
                  </a:lnTo>
                  <a:lnTo>
                    <a:pt x="10329243" y="115843"/>
                  </a:lnTo>
                  <a:lnTo>
                    <a:pt x="10438919" y="92617"/>
                  </a:lnTo>
                  <a:lnTo>
                    <a:pt x="10548042" y="72231"/>
                  </a:lnTo>
                  <a:lnTo>
                    <a:pt x="10653352" y="54745"/>
                  </a:lnTo>
                  <a:lnTo>
                    <a:pt x="10751281" y="40192"/>
                  </a:lnTo>
                  <a:lnTo>
                    <a:pt x="10838345" y="28540"/>
                  </a:lnTo>
                  <a:lnTo>
                    <a:pt x="10911620" y="19661"/>
                  </a:lnTo>
                  <a:lnTo>
                    <a:pt x="10969206" y="13314"/>
                  </a:lnTo>
                  <a:lnTo>
                    <a:pt x="11010575" y="9152"/>
                  </a:lnTo>
                  <a:lnTo>
                    <a:pt x="11036721" y="6744"/>
                  </a:lnTo>
                  <a:lnTo>
                    <a:pt x="11050116" y="5611"/>
                  </a:lnTo>
                  <a:lnTo>
                    <a:pt x="11054538" y="526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89" y="74"/>
                  </a:lnTo>
                  <a:lnTo>
                    <a:pt x="11047263" y="603"/>
                  </a:lnTo>
                  <a:lnTo>
                    <a:pt x="11030416" y="2064"/>
                  </a:lnTo>
                  <a:lnTo>
                    <a:pt x="10999937" y="4946"/>
                  </a:lnTo>
                  <a:lnTo>
                    <a:pt x="10953780" y="9715"/>
                  </a:lnTo>
                  <a:lnTo>
                    <a:pt x="10891406" y="16783"/>
                  </a:lnTo>
                  <a:lnTo>
                    <a:pt x="10813778" y="26467"/>
                  </a:lnTo>
                  <a:lnTo>
                    <a:pt x="10723143" y="38973"/>
                  </a:lnTo>
                  <a:lnTo>
                    <a:pt x="10622642" y="54399"/>
                  </a:lnTo>
                  <a:lnTo>
                    <a:pt x="10515833" y="72753"/>
                  </a:lnTo>
                  <a:lnTo>
                    <a:pt x="10406227" y="93989"/>
                  </a:lnTo>
                  <a:lnTo>
                    <a:pt x="10296935" y="118049"/>
                  </a:lnTo>
                  <a:lnTo>
                    <a:pt x="10190454" y="144899"/>
                  </a:lnTo>
                  <a:lnTo>
                    <a:pt x="10088592" y="174552"/>
                  </a:lnTo>
                  <a:lnTo>
                    <a:pt x="9992500" y="207095"/>
                  </a:lnTo>
                  <a:lnTo>
                    <a:pt x="9902764" y="242695"/>
                  </a:lnTo>
                  <a:lnTo>
                    <a:pt x="9819519" y="281603"/>
                  </a:lnTo>
                  <a:lnTo>
                    <a:pt x="9742571" y="324153"/>
                  </a:lnTo>
                  <a:lnTo>
                    <a:pt x="9671495" y="370755"/>
                  </a:lnTo>
                  <a:lnTo>
                    <a:pt x="9605723" y="421886"/>
                  </a:lnTo>
                  <a:lnTo>
                    <a:pt x="9544604" y="478065"/>
                  </a:lnTo>
                  <a:lnTo>
                    <a:pt x="9487453" y="539825"/>
                  </a:lnTo>
                  <a:lnTo>
                    <a:pt x="9433589" y="607659"/>
                  </a:lnTo>
                  <a:lnTo>
                    <a:pt x="9382369" y="681935"/>
                  </a:lnTo>
                  <a:lnTo>
                    <a:pt x="9347647" y="738055"/>
                  </a:lnTo>
                  <a:lnTo>
                    <a:pt x="9310677" y="803044"/>
                  </a:lnTo>
                  <a:lnTo>
                    <a:pt x="9274508" y="871945"/>
                  </a:lnTo>
                  <a:lnTo>
                    <a:pt x="9238961" y="944839"/>
                  </a:lnTo>
                  <a:lnTo>
                    <a:pt x="9203887" y="1021763"/>
                  </a:lnTo>
                  <a:lnTo>
                    <a:pt x="9169158" y="1102710"/>
                  </a:lnTo>
                  <a:lnTo>
                    <a:pt x="9134670" y="1187622"/>
                  </a:lnTo>
                  <a:lnTo>
                    <a:pt x="9100340" y="1276390"/>
                  </a:lnTo>
                  <a:lnTo>
                    <a:pt x="9066099" y="1368852"/>
                  </a:lnTo>
                  <a:lnTo>
                    <a:pt x="9031897" y="1464787"/>
                  </a:lnTo>
                  <a:lnTo>
                    <a:pt x="8997695" y="1563918"/>
                  </a:lnTo>
                  <a:lnTo>
                    <a:pt x="8963468" y="1665918"/>
                  </a:lnTo>
                  <a:lnTo>
                    <a:pt x="8929203" y="1770403"/>
                  </a:lnTo>
                  <a:lnTo>
                    <a:pt x="8894895" y="1876949"/>
                  </a:lnTo>
                  <a:lnTo>
                    <a:pt x="8860548" y="1985089"/>
                  </a:lnTo>
                  <a:lnTo>
                    <a:pt x="8826170" y="2094326"/>
                  </a:lnTo>
                  <a:lnTo>
                    <a:pt x="8791775" y="2204142"/>
                  </a:lnTo>
                  <a:lnTo>
                    <a:pt x="8757379" y="2314007"/>
                  </a:lnTo>
                  <a:lnTo>
                    <a:pt x="8722997" y="2423389"/>
                  </a:lnTo>
                  <a:lnTo>
                    <a:pt x="8688643" y="2531767"/>
                  </a:lnTo>
                  <a:lnTo>
                    <a:pt x="8654328" y="2638639"/>
                  </a:lnTo>
                  <a:lnTo>
                    <a:pt x="8620055" y="2743534"/>
                  </a:lnTo>
                  <a:lnTo>
                    <a:pt x="8585822" y="2846016"/>
                  </a:lnTo>
                  <a:lnTo>
                    <a:pt x="8551617" y="2945697"/>
                  </a:lnTo>
                  <a:lnTo>
                    <a:pt x="8517417" y="3042237"/>
                  </a:lnTo>
                  <a:lnTo>
                    <a:pt x="8483186" y="3135350"/>
                  </a:lnTo>
                  <a:lnTo>
                    <a:pt x="8448877" y="3224806"/>
                  </a:lnTo>
                  <a:lnTo>
                    <a:pt x="8414424" y="3310431"/>
                  </a:lnTo>
                  <a:lnTo>
                    <a:pt x="8379747" y="3392107"/>
                  </a:lnTo>
                  <a:lnTo>
                    <a:pt x="8344744" y="3469766"/>
                  </a:lnTo>
                  <a:lnTo>
                    <a:pt x="8309294" y="3543394"/>
                  </a:lnTo>
                  <a:lnTo>
                    <a:pt x="8273251" y="3613019"/>
                  </a:lnTo>
                  <a:lnTo>
                    <a:pt x="8236441" y="3678713"/>
                  </a:lnTo>
                  <a:lnTo>
                    <a:pt x="8229629" y="3690279"/>
                  </a:lnTo>
                  <a:lnTo>
                    <a:pt x="8179916" y="3769174"/>
                  </a:lnTo>
                  <a:lnTo>
                    <a:pt x="8127973" y="3841508"/>
                  </a:lnTo>
                  <a:lnTo>
                    <a:pt x="8073202" y="3907490"/>
                  </a:lnTo>
                  <a:lnTo>
                    <a:pt x="8014943" y="3967536"/>
                  </a:lnTo>
                  <a:lnTo>
                    <a:pt x="7952511" y="4022158"/>
                  </a:lnTo>
                  <a:lnTo>
                    <a:pt x="7885227" y="4071889"/>
                  </a:lnTo>
                  <a:lnTo>
                    <a:pt x="7812459" y="4117239"/>
                  </a:lnTo>
                  <a:lnTo>
                    <a:pt x="7733674" y="4158666"/>
                  </a:lnTo>
                  <a:lnTo>
                    <a:pt x="7648506" y="4196559"/>
                  </a:lnTo>
                  <a:lnTo>
                    <a:pt x="7556847" y="4231228"/>
                  </a:lnTo>
                  <a:lnTo>
                    <a:pt x="7458955" y="4262898"/>
                  </a:lnTo>
                  <a:lnTo>
                    <a:pt x="7355571" y="4291712"/>
                  </a:lnTo>
                  <a:lnTo>
                    <a:pt x="7248034" y="4317733"/>
                  </a:lnTo>
                  <a:lnTo>
                    <a:pt x="7138358" y="4340959"/>
                  </a:lnTo>
                  <a:lnTo>
                    <a:pt x="7029235" y="4361344"/>
                  </a:lnTo>
                  <a:lnTo>
                    <a:pt x="6923925" y="4378830"/>
                  </a:lnTo>
                  <a:lnTo>
                    <a:pt x="6825995" y="4393383"/>
                  </a:lnTo>
                  <a:lnTo>
                    <a:pt x="6738931" y="4405036"/>
                  </a:lnTo>
                  <a:lnTo>
                    <a:pt x="6665657" y="4413915"/>
                  </a:lnTo>
                  <a:lnTo>
                    <a:pt x="6608071" y="4420261"/>
                  </a:lnTo>
                  <a:lnTo>
                    <a:pt x="6566702" y="4424423"/>
                  </a:lnTo>
                  <a:lnTo>
                    <a:pt x="6540556" y="4426832"/>
                  </a:lnTo>
                  <a:lnTo>
                    <a:pt x="6527161" y="4427965"/>
                  </a:lnTo>
                  <a:lnTo>
                    <a:pt x="6522738" y="4428310"/>
                  </a:lnTo>
                  <a:lnTo>
                    <a:pt x="6522385" y="4428335"/>
                  </a:lnTo>
                  <a:lnTo>
                    <a:pt x="5527445" y="4428335"/>
                  </a:lnTo>
                  <a:lnTo>
                    <a:pt x="5526352" y="4428292"/>
                  </a:lnTo>
                  <a:lnTo>
                    <a:pt x="5519133" y="4427980"/>
                  </a:lnTo>
                  <a:lnTo>
                    <a:pt x="5500820" y="4427119"/>
                  </a:lnTo>
                  <a:lnTo>
                    <a:pt x="5467791" y="4425422"/>
                  </a:lnTo>
                  <a:lnTo>
                    <a:pt x="5417980" y="4422615"/>
                  </a:lnTo>
                  <a:lnTo>
                    <a:pt x="5351026" y="4418465"/>
                  </a:lnTo>
                  <a:lnTo>
                    <a:pt x="5268231" y="4412794"/>
                  </a:lnTo>
                  <a:lnTo>
                    <a:pt x="5172278" y="4405495"/>
                  </a:lnTo>
                  <a:lnTo>
                    <a:pt x="5066747" y="4396522"/>
                  </a:lnTo>
                  <a:lnTo>
                    <a:pt x="4955553" y="4385882"/>
                  </a:lnTo>
                  <a:lnTo>
                    <a:pt x="4842441" y="4373605"/>
                  </a:lnTo>
                  <a:lnTo>
                    <a:pt x="4730613" y="4359723"/>
                  </a:lnTo>
                  <a:lnTo>
                    <a:pt x="4622541" y="4344249"/>
                  </a:lnTo>
                  <a:lnTo>
                    <a:pt x="4519924" y="4327159"/>
                  </a:lnTo>
                  <a:lnTo>
                    <a:pt x="4423754" y="4308382"/>
                  </a:lnTo>
                  <a:lnTo>
                    <a:pt x="4334442" y="4287801"/>
                  </a:lnTo>
                  <a:lnTo>
                    <a:pt x="4251954" y="4265242"/>
                  </a:lnTo>
                  <a:lnTo>
                    <a:pt x="4175939" y="4240489"/>
                  </a:lnTo>
                  <a:lnTo>
                    <a:pt x="4105843" y="4213276"/>
                  </a:lnTo>
                  <a:lnTo>
                    <a:pt x="4040987" y="4183308"/>
                  </a:lnTo>
                  <a:lnTo>
                    <a:pt x="3980632" y="4150272"/>
                  </a:lnTo>
                  <a:lnTo>
                    <a:pt x="3924029" y="4113864"/>
                  </a:lnTo>
                  <a:lnTo>
                    <a:pt x="3870455" y="4073836"/>
                  </a:lnTo>
                  <a:lnTo>
                    <a:pt x="3820202" y="4030921"/>
                  </a:lnTo>
                  <a:lnTo>
                    <a:pt x="3773231" y="3985955"/>
                  </a:lnTo>
                  <a:lnTo>
                    <a:pt x="3727480" y="3937545"/>
                  </a:lnTo>
                  <a:lnTo>
                    <a:pt x="3682603" y="3885624"/>
                  </a:lnTo>
                  <a:lnTo>
                    <a:pt x="3638323" y="3830181"/>
                  </a:lnTo>
                  <a:lnTo>
                    <a:pt x="3594422" y="3771280"/>
                  </a:lnTo>
                  <a:lnTo>
                    <a:pt x="3550734" y="3709056"/>
                  </a:lnTo>
                  <a:lnTo>
                    <a:pt x="3507136" y="3643724"/>
                  </a:lnTo>
                  <a:lnTo>
                    <a:pt x="3463543" y="3575576"/>
                  </a:lnTo>
                  <a:lnTo>
                    <a:pt x="3419906" y="3504985"/>
                  </a:lnTo>
                  <a:lnTo>
                    <a:pt x="3376202" y="3432392"/>
                  </a:lnTo>
                  <a:lnTo>
                    <a:pt x="3332432" y="3358299"/>
                  </a:lnTo>
                  <a:lnTo>
                    <a:pt x="3288613" y="3283256"/>
                  </a:lnTo>
                  <a:lnTo>
                    <a:pt x="3244775" y="3207843"/>
                  </a:lnTo>
                  <a:lnTo>
                    <a:pt x="3200948" y="3132652"/>
                  </a:lnTo>
                  <a:lnTo>
                    <a:pt x="3157164" y="3058268"/>
                  </a:lnTo>
                  <a:lnTo>
                    <a:pt x="3113442" y="2985249"/>
                  </a:lnTo>
                  <a:lnTo>
                    <a:pt x="3069790" y="2914111"/>
                  </a:lnTo>
                  <a:lnTo>
                    <a:pt x="3026189" y="2845313"/>
                  </a:lnTo>
                  <a:lnTo>
                    <a:pt x="2982599" y="2779243"/>
                  </a:lnTo>
                  <a:lnTo>
                    <a:pt x="2938943" y="2716215"/>
                  </a:lnTo>
                  <a:lnTo>
                    <a:pt x="2895110" y="2656464"/>
                  </a:lnTo>
                  <a:lnTo>
                    <a:pt x="2850943" y="2600145"/>
                  </a:lnTo>
                  <a:lnTo>
                    <a:pt x="2806239" y="2547338"/>
                  </a:lnTo>
                  <a:lnTo>
                    <a:pt x="2760738" y="2498051"/>
                  </a:lnTo>
                  <a:lnTo>
                    <a:pt x="2714110" y="2452230"/>
                  </a:lnTo>
                  <a:lnTo>
                    <a:pt x="2702183" y="2441262"/>
                  </a:lnTo>
                  <a:lnTo>
                    <a:pt x="2650943" y="2397556"/>
                  </a:lnTo>
                  <a:lnTo>
                    <a:pt x="2597318" y="2357598"/>
                  </a:lnTo>
                  <a:lnTo>
                    <a:pt x="2540651" y="2321256"/>
                  </a:lnTo>
                  <a:lnTo>
                    <a:pt x="2480218" y="2288281"/>
                  </a:lnTo>
                  <a:lnTo>
                    <a:pt x="2415270" y="2258368"/>
                  </a:lnTo>
                  <a:lnTo>
                    <a:pt x="2345068" y="2231205"/>
                  </a:lnTo>
                  <a:lnTo>
                    <a:pt x="2268937" y="2206494"/>
                  </a:lnTo>
                  <a:lnTo>
                    <a:pt x="2186322" y="2183976"/>
                  </a:lnTo>
                  <a:lnTo>
                    <a:pt x="2096879" y="2163429"/>
                  </a:lnTo>
                  <a:lnTo>
                    <a:pt x="2000583" y="2144686"/>
                  </a:lnTo>
                  <a:lnTo>
                    <a:pt x="1897851" y="2127626"/>
                  </a:lnTo>
                  <a:lnTo>
                    <a:pt x="1789690" y="2112182"/>
                  </a:lnTo>
                  <a:lnTo>
                    <a:pt x="1677813" y="2098330"/>
                  </a:lnTo>
                  <a:lnTo>
                    <a:pt x="1564705" y="2086084"/>
                  </a:lnTo>
                  <a:lnTo>
                    <a:pt x="1453582" y="2075475"/>
                  </a:lnTo>
                  <a:lnTo>
                    <a:pt x="1348196" y="2066534"/>
                  </a:lnTo>
                  <a:lnTo>
                    <a:pt x="1252460" y="2059266"/>
                  </a:lnTo>
                  <a:lnTo>
                    <a:pt x="1169943" y="2053625"/>
                  </a:lnTo>
                  <a:lnTo>
                    <a:pt x="1103305" y="2049502"/>
                  </a:lnTo>
                  <a:lnTo>
                    <a:pt x="1053819" y="2046719"/>
                  </a:lnTo>
                  <a:lnTo>
                    <a:pt x="1021092" y="2045040"/>
                  </a:lnTo>
                  <a:lnTo>
                    <a:pt x="1003027" y="2044192"/>
                  </a:lnTo>
                  <a:lnTo>
                    <a:pt x="995973" y="2043888"/>
                  </a:lnTo>
                  <a:lnTo>
                    <a:pt x="994940" y="2043847"/>
                  </a:lnTo>
                  <a:lnTo>
                    <a:pt x="0" y="2043847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32" name="pl231"/>
            <p:cNvSpPr/>
            <p:nvPr/>
          </p:nvSpPr>
          <p:spPr>
            <a:xfrm>
              <a:off x="1199187" y="1645394"/>
              <a:ext cx="12049831" cy="4428335"/>
            </a:xfrm>
            <a:custGeom>
              <a:avLst/>
              <a:pathLst>
                <a:path w="12049831" h="4428335">
                  <a:moveTo>
                    <a:pt x="0" y="2043847"/>
                  </a:moveTo>
                  <a:lnTo>
                    <a:pt x="994940" y="2043847"/>
                  </a:lnTo>
                  <a:lnTo>
                    <a:pt x="996033" y="2043891"/>
                  </a:lnTo>
                  <a:lnTo>
                    <a:pt x="1003252" y="2044202"/>
                  </a:lnTo>
                  <a:lnTo>
                    <a:pt x="1021565" y="2045063"/>
                  </a:lnTo>
                  <a:lnTo>
                    <a:pt x="1054594" y="2046761"/>
                  </a:lnTo>
                  <a:lnTo>
                    <a:pt x="1104405" y="2049567"/>
                  </a:lnTo>
                  <a:lnTo>
                    <a:pt x="1171359" y="2053717"/>
                  </a:lnTo>
                  <a:lnTo>
                    <a:pt x="1254154" y="2059388"/>
                  </a:lnTo>
                  <a:lnTo>
                    <a:pt x="1350107" y="2066687"/>
                  </a:lnTo>
                  <a:lnTo>
                    <a:pt x="1455638" y="2075660"/>
                  </a:lnTo>
                  <a:lnTo>
                    <a:pt x="1566832" y="2086300"/>
                  </a:lnTo>
                  <a:lnTo>
                    <a:pt x="1679944" y="2098577"/>
                  </a:lnTo>
                  <a:lnTo>
                    <a:pt x="1791772" y="2112459"/>
                  </a:lnTo>
                  <a:lnTo>
                    <a:pt x="1899844" y="2127933"/>
                  </a:lnTo>
                  <a:lnTo>
                    <a:pt x="2002461" y="2145023"/>
                  </a:lnTo>
                  <a:lnTo>
                    <a:pt x="2098631" y="2163800"/>
                  </a:lnTo>
                  <a:lnTo>
                    <a:pt x="2187943" y="2184382"/>
                  </a:lnTo>
                  <a:lnTo>
                    <a:pt x="2270431" y="2206940"/>
                  </a:lnTo>
                  <a:lnTo>
                    <a:pt x="2346446" y="2231694"/>
                  </a:lnTo>
                  <a:lnTo>
                    <a:pt x="2416541" y="2258906"/>
                  </a:lnTo>
                  <a:lnTo>
                    <a:pt x="2481398" y="2288874"/>
                  </a:lnTo>
                  <a:lnTo>
                    <a:pt x="2541753" y="2321910"/>
                  </a:lnTo>
                  <a:lnTo>
                    <a:pt x="2598356" y="2358318"/>
                  </a:lnTo>
                  <a:lnTo>
                    <a:pt x="2651930" y="2398346"/>
                  </a:lnTo>
                  <a:lnTo>
                    <a:pt x="2702183" y="2441262"/>
                  </a:lnTo>
                  <a:lnTo>
                    <a:pt x="2749154" y="2486227"/>
                  </a:lnTo>
                  <a:lnTo>
                    <a:pt x="2794905" y="2534637"/>
                  </a:lnTo>
                  <a:lnTo>
                    <a:pt x="2839782" y="2586559"/>
                  </a:lnTo>
                  <a:lnTo>
                    <a:pt x="2884062" y="2642001"/>
                  </a:lnTo>
                  <a:lnTo>
                    <a:pt x="2927963" y="2700902"/>
                  </a:lnTo>
                  <a:lnTo>
                    <a:pt x="2971651" y="2763126"/>
                  </a:lnTo>
                  <a:lnTo>
                    <a:pt x="3015249" y="2828459"/>
                  </a:lnTo>
                  <a:lnTo>
                    <a:pt x="3058842" y="2896606"/>
                  </a:lnTo>
                  <a:lnTo>
                    <a:pt x="3102479" y="2967197"/>
                  </a:lnTo>
                  <a:lnTo>
                    <a:pt x="3146183" y="3039790"/>
                  </a:lnTo>
                  <a:lnTo>
                    <a:pt x="3189953" y="3113883"/>
                  </a:lnTo>
                  <a:lnTo>
                    <a:pt x="3233772" y="3188926"/>
                  </a:lnTo>
                  <a:lnTo>
                    <a:pt x="3277610" y="3264339"/>
                  </a:lnTo>
                  <a:lnTo>
                    <a:pt x="3321437" y="3339530"/>
                  </a:lnTo>
                  <a:lnTo>
                    <a:pt x="3365221" y="3413914"/>
                  </a:lnTo>
                  <a:lnTo>
                    <a:pt x="3408943" y="3486933"/>
                  </a:lnTo>
                  <a:lnTo>
                    <a:pt x="3452595" y="3558071"/>
                  </a:lnTo>
                  <a:lnTo>
                    <a:pt x="3496196" y="3626869"/>
                  </a:lnTo>
                  <a:lnTo>
                    <a:pt x="3539786" y="3692939"/>
                  </a:lnTo>
                  <a:lnTo>
                    <a:pt x="3583442" y="3755967"/>
                  </a:lnTo>
                  <a:lnTo>
                    <a:pt x="3627275" y="3815718"/>
                  </a:lnTo>
                  <a:lnTo>
                    <a:pt x="3671442" y="3872037"/>
                  </a:lnTo>
                  <a:lnTo>
                    <a:pt x="3716146" y="3924844"/>
                  </a:lnTo>
                  <a:lnTo>
                    <a:pt x="3761647" y="3974131"/>
                  </a:lnTo>
                  <a:lnTo>
                    <a:pt x="3808275" y="4019952"/>
                  </a:lnTo>
                  <a:lnTo>
                    <a:pt x="3820202" y="4030921"/>
                  </a:lnTo>
                  <a:lnTo>
                    <a:pt x="3871442" y="4074626"/>
                  </a:lnTo>
                  <a:lnTo>
                    <a:pt x="3925067" y="4114584"/>
                  </a:lnTo>
                  <a:lnTo>
                    <a:pt x="3981734" y="4150926"/>
                  </a:lnTo>
                  <a:lnTo>
                    <a:pt x="4042167" y="4183901"/>
                  </a:lnTo>
                  <a:lnTo>
                    <a:pt x="4107115" y="4213814"/>
                  </a:lnTo>
                  <a:lnTo>
                    <a:pt x="4177317" y="4240977"/>
                  </a:lnTo>
                  <a:lnTo>
                    <a:pt x="4253448" y="4265688"/>
                  </a:lnTo>
                  <a:lnTo>
                    <a:pt x="4336063" y="4288207"/>
                  </a:lnTo>
                  <a:lnTo>
                    <a:pt x="4425506" y="4308753"/>
                  </a:lnTo>
                  <a:lnTo>
                    <a:pt x="4521802" y="4327496"/>
                  </a:lnTo>
                  <a:lnTo>
                    <a:pt x="4624534" y="4344556"/>
                  </a:lnTo>
                  <a:lnTo>
                    <a:pt x="4732695" y="4360000"/>
                  </a:lnTo>
                  <a:lnTo>
                    <a:pt x="4844572" y="4373852"/>
                  </a:lnTo>
                  <a:lnTo>
                    <a:pt x="4957680" y="4386098"/>
                  </a:lnTo>
                  <a:lnTo>
                    <a:pt x="5068803" y="4396707"/>
                  </a:lnTo>
                  <a:lnTo>
                    <a:pt x="5174189" y="4405648"/>
                  </a:lnTo>
                  <a:lnTo>
                    <a:pt x="5269925" y="4412916"/>
                  </a:lnTo>
                  <a:lnTo>
                    <a:pt x="5352442" y="4418557"/>
                  </a:lnTo>
                  <a:lnTo>
                    <a:pt x="5419080" y="4422680"/>
                  </a:lnTo>
                  <a:lnTo>
                    <a:pt x="5468566" y="4425463"/>
                  </a:lnTo>
                  <a:lnTo>
                    <a:pt x="5501292" y="4427142"/>
                  </a:lnTo>
                  <a:lnTo>
                    <a:pt x="5519358" y="4427990"/>
                  </a:lnTo>
                  <a:lnTo>
                    <a:pt x="5526412" y="4428294"/>
                  </a:lnTo>
                  <a:lnTo>
                    <a:pt x="5527445" y="4428335"/>
                  </a:lnTo>
                  <a:lnTo>
                    <a:pt x="6522385" y="4428335"/>
                  </a:lnTo>
                  <a:lnTo>
                    <a:pt x="6523387" y="4428261"/>
                  </a:lnTo>
                  <a:lnTo>
                    <a:pt x="6530013" y="4427732"/>
                  </a:lnTo>
                  <a:lnTo>
                    <a:pt x="6546860" y="4426271"/>
                  </a:lnTo>
                  <a:lnTo>
                    <a:pt x="6577340" y="4423389"/>
                  </a:lnTo>
                  <a:lnTo>
                    <a:pt x="6623497" y="4418620"/>
                  </a:lnTo>
                  <a:lnTo>
                    <a:pt x="6685870" y="4411552"/>
                  </a:lnTo>
                  <a:lnTo>
                    <a:pt x="6763498" y="4401868"/>
                  </a:lnTo>
                  <a:lnTo>
                    <a:pt x="6854134" y="4389362"/>
                  </a:lnTo>
                  <a:lnTo>
                    <a:pt x="6954635" y="4373936"/>
                  </a:lnTo>
                  <a:lnTo>
                    <a:pt x="7061444" y="4355582"/>
                  </a:lnTo>
                  <a:lnTo>
                    <a:pt x="7171050" y="4334346"/>
                  </a:lnTo>
                  <a:lnTo>
                    <a:pt x="7280342" y="4310285"/>
                  </a:lnTo>
                  <a:lnTo>
                    <a:pt x="7386823" y="4283436"/>
                  </a:lnTo>
                  <a:lnTo>
                    <a:pt x="7488685" y="4253783"/>
                  </a:lnTo>
                  <a:lnTo>
                    <a:pt x="7584776" y="4221240"/>
                  </a:lnTo>
                  <a:lnTo>
                    <a:pt x="7674513" y="4185640"/>
                  </a:lnTo>
                  <a:lnTo>
                    <a:pt x="7757757" y="4146732"/>
                  </a:lnTo>
                  <a:lnTo>
                    <a:pt x="7834706" y="4104182"/>
                  </a:lnTo>
                  <a:lnTo>
                    <a:pt x="7905782" y="4057580"/>
                  </a:lnTo>
                  <a:lnTo>
                    <a:pt x="7971554" y="4006449"/>
                  </a:lnTo>
                  <a:lnTo>
                    <a:pt x="8032673" y="3950270"/>
                  </a:lnTo>
                  <a:lnTo>
                    <a:pt x="8089824" y="3888510"/>
                  </a:lnTo>
                  <a:lnTo>
                    <a:pt x="8143687" y="3820676"/>
                  </a:lnTo>
                  <a:lnTo>
                    <a:pt x="8194908" y="3746399"/>
                  </a:lnTo>
                  <a:lnTo>
                    <a:pt x="8229629" y="3690279"/>
                  </a:lnTo>
                  <a:lnTo>
                    <a:pt x="8266600" y="3625291"/>
                  </a:lnTo>
                  <a:lnTo>
                    <a:pt x="8302769" y="3556389"/>
                  </a:lnTo>
                  <a:lnTo>
                    <a:pt x="8338315" y="3483495"/>
                  </a:lnTo>
                  <a:lnTo>
                    <a:pt x="8373390" y="3406572"/>
                  </a:lnTo>
                  <a:lnTo>
                    <a:pt x="8408119" y="3325625"/>
                  </a:lnTo>
                  <a:lnTo>
                    <a:pt x="8442606" y="3240713"/>
                  </a:lnTo>
                  <a:lnTo>
                    <a:pt x="8476936" y="3151944"/>
                  </a:lnTo>
                  <a:lnTo>
                    <a:pt x="8511177" y="3059483"/>
                  </a:lnTo>
                  <a:lnTo>
                    <a:pt x="8545380" y="2963548"/>
                  </a:lnTo>
                  <a:lnTo>
                    <a:pt x="8579582" y="2864416"/>
                  </a:lnTo>
                  <a:lnTo>
                    <a:pt x="8613809" y="2762417"/>
                  </a:lnTo>
                  <a:lnTo>
                    <a:pt x="8648074" y="2657932"/>
                  </a:lnTo>
                  <a:lnTo>
                    <a:pt x="8682381" y="2551386"/>
                  </a:lnTo>
                  <a:lnTo>
                    <a:pt x="8716729" y="2443246"/>
                  </a:lnTo>
                  <a:lnTo>
                    <a:pt x="8751107" y="2334009"/>
                  </a:lnTo>
                  <a:lnTo>
                    <a:pt x="8785501" y="2224192"/>
                  </a:lnTo>
                  <a:lnTo>
                    <a:pt x="8819898" y="2114328"/>
                  </a:lnTo>
                  <a:lnTo>
                    <a:pt x="8854279" y="2004946"/>
                  </a:lnTo>
                  <a:lnTo>
                    <a:pt x="8888633" y="1896568"/>
                  </a:lnTo>
                  <a:lnTo>
                    <a:pt x="8922949" y="1789696"/>
                  </a:lnTo>
                  <a:lnTo>
                    <a:pt x="8957222" y="1684801"/>
                  </a:lnTo>
                  <a:lnTo>
                    <a:pt x="8991454" y="1582319"/>
                  </a:lnTo>
                  <a:lnTo>
                    <a:pt x="9025660" y="1482638"/>
                  </a:lnTo>
                  <a:lnTo>
                    <a:pt x="9059860" y="1386098"/>
                  </a:lnTo>
                  <a:lnTo>
                    <a:pt x="9094090" y="1292985"/>
                  </a:lnTo>
                  <a:lnTo>
                    <a:pt x="9128399" y="1203529"/>
                  </a:lnTo>
                  <a:lnTo>
                    <a:pt x="9162852" y="1117903"/>
                  </a:lnTo>
                  <a:lnTo>
                    <a:pt x="9197530" y="1036228"/>
                  </a:lnTo>
                  <a:lnTo>
                    <a:pt x="9232533" y="958569"/>
                  </a:lnTo>
                  <a:lnTo>
                    <a:pt x="9267983" y="884941"/>
                  </a:lnTo>
                  <a:lnTo>
                    <a:pt x="9304026" y="815316"/>
                  </a:lnTo>
                  <a:lnTo>
                    <a:pt x="9340835" y="749622"/>
                  </a:lnTo>
                  <a:lnTo>
                    <a:pt x="9347647" y="738055"/>
                  </a:lnTo>
                  <a:lnTo>
                    <a:pt x="9397361" y="659160"/>
                  </a:lnTo>
                  <a:lnTo>
                    <a:pt x="9449303" y="586827"/>
                  </a:lnTo>
                  <a:lnTo>
                    <a:pt x="9504075" y="520845"/>
                  </a:lnTo>
                  <a:lnTo>
                    <a:pt x="9562334" y="460799"/>
                  </a:lnTo>
                  <a:lnTo>
                    <a:pt x="9624766" y="406177"/>
                  </a:lnTo>
                  <a:lnTo>
                    <a:pt x="9692050" y="356446"/>
                  </a:lnTo>
                  <a:lnTo>
                    <a:pt x="9764818" y="311096"/>
                  </a:lnTo>
                  <a:lnTo>
                    <a:pt x="9843603" y="269669"/>
                  </a:lnTo>
                  <a:lnTo>
                    <a:pt x="9928771" y="231776"/>
                  </a:lnTo>
                  <a:lnTo>
                    <a:pt x="10020429" y="197107"/>
                  </a:lnTo>
                  <a:lnTo>
                    <a:pt x="10118321" y="165437"/>
                  </a:lnTo>
                  <a:lnTo>
                    <a:pt x="10221705" y="136623"/>
                  </a:lnTo>
                  <a:lnTo>
                    <a:pt x="10329243" y="110602"/>
                  </a:lnTo>
                  <a:lnTo>
                    <a:pt x="10438919" y="87376"/>
                  </a:lnTo>
                  <a:lnTo>
                    <a:pt x="10548042" y="66991"/>
                  </a:lnTo>
                  <a:lnTo>
                    <a:pt x="10653352" y="49505"/>
                  </a:lnTo>
                  <a:lnTo>
                    <a:pt x="10751281" y="34951"/>
                  </a:lnTo>
                  <a:lnTo>
                    <a:pt x="10838345" y="23299"/>
                  </a:lnTo>
                  <a:lnTo>
                    <a:pt x="10911620" y="14420"/>
                  </a:lnTo>
                  <a:lnTo>
                    <a:pt x="10969206" y="8074"/>
                  </a:lnTo>
                  <a:lnTo>
                    <a:pt x="11010575" y="3912"/>
                  </a:lnTo>
                  <a:lnTo>
                    <a:pt x="11036721" y="1503"/>
                  </a:lnTo>
                  <a:lnTo>
                    <a:pt x="11050116" y="370"/>
                  </a:lnTo>
                  <a:lnTo>
                    <a:pt x="11054538" y="2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3" name="pl232"/>
            <p:cNvSpPr/>
            <p:nvPr/>
          </p:nvSpPr>
          <p:spPr>
            <a:xfrm>
              <a:off x="1199187" y="1640153"/>
              <a:ext cx="12049831" cy="4428335"/>
            </a:xfrm>
            <a:custGeom>
              <a:avLst/>
              <a:pathLst>
                <a:path w="12049831" h="4428335">
                  <a:moveTo>
                    <a:pt x="12049831" y="0"/>
                  </a:moveTo>
                  <a:lnTo>
                    <a:pt x="11054891" y="0"/>
                  </a:lnTo>
                  <a:lnTo>
                    <a:pt x="11053889" y="74"/>
                  </a:lnTo>
                  <a:lnTo>
                    <a:pt x="11047263" y="603"/>
                  </a:lnTo>
                  <a:lnTo>
                    <a:pt x="11030416" y="2064"/>
                  </a:lnTo>
                  <a:lnTo>
                    <a:pt x="10999937" y="4946"/>
                  </a:lnTo>
                  <a:lnTo>
                    <a:pt x="10953780" y="9715"/>
                  </a:lnTo>
                  <a:lnTo>
                    <a:pt x="10891406" y="16783"/>
                  </a:lnTo>
                  <a:lnTo>
                    <a:pt x="10813778" y="26467"/>
                  </a:lnTo>
                  <a:lnTo>
                    <a:pt x="10723143" y="38973"/>
                  </a:lnTo>
                  <a:lnTo>
                    <a:pt x="10622642" y="54399"/>
                  </a:lnTo>
                  <a:lnTo>
                    <a:pt x="10515833" y="72753"/>
                  </a:lnTo>
                  <a:lnTo>
                    <a:pt x="10406227" y="93989"/>
                  </a:lnTo>
                  <a:lnTo>
                    <a:pt x="10296935" y="118049"/>
                  </a:lnTo>
                  <a:lnTo>
                    <a:pt x="10190454" y="144899"/>
                  </a:lnTo>
                  <a:lnTo>
                    <a:pt x="10088592" y="174552"/>
                  </a:lnTo>
                  <a:lnTo>
                    <a:pt x="9992500" y="207095"/>
                  </a:lnTo>
                  <a:lnTo>
                    <a:pt x="9902764" y="242695"/>
                  </a:lnTo>
                  <a:lnTo>
                    <a:pt x="9819519" y="281603"/>
                  </a:lnTo>
                  <a:lnTo>
                    <a:pt x="9742571" y="324153"/>
                  </a:lnTo>
                  <a:lnTo>
                    <a:pt x="9671495" y="370755"/>
                  </a:lnTo>
                  <a:lnTo>
                    <a:pt x="9605723" y="421886"/>
                  </a:lnTo>
                  <a:lnTo>
                    <a:pt x="9544604" y="478065"/>
                  </a:lnTo>
                  <a:lnTo>
                    <a:pt x="9487453" y="539825"/>
                  </a:lnTo>
                  <a:lnTo>
                    <a:pt x="9433589" y="607659"/>
                  </a:lnTo>
                  <a:lnTo>
                    <a:pt x="9382369" y="681935"/>
                  </a:lnTo>
                  <a:lnTo>
                    <a:pt x="9347647" y="738055"/>
                  </a:lnTo>
                  <a:lnTo>
                    <a:pt x="9310677" y="803044"/>
                  </a:lnTo>
                  <a:lnTo>
                    <a:pt x="9274508" y="871945"/>
                  </a:lnTo>
                  <a:lnTo>
                    <a:pt x="9238961" y="944839"/>
                  </a:lnTo>
                  <a:lnTo>
                    <a:pt x="9203887" y="1021763"/>
                  </a:lnTo>
                  <a:lnTo>
                    <a:pt x="9169158" y="1102710"/>
                  </a:lnTo>
                  <a:lnTo>
                    <a:pt x="9134670" y="1187622"/>
                  </a:lnTo>
                  <a:lnTo>
                    <a:pt x="9100340" y="1276390"/>
                  </a:lnTo>
                  <a:lnTo>
                    <a:pt x="9066099" y="1368852"/>
                  </a:lnTo>
                  <a:lnTo>
                    <a:pt x="9031897" y="1464787"/>
                  </a:lnTo>
                  <a:lnTo>
                    <a:pt x="8997695" y="1563918"/>
                  </a:lnTo>
                  <a:lnTo>
                    <a:pt x="8963468" y="1665918"/>
                  </a:lnTo>
                  <a:lnTo>
                    <a:pt x="8929203" y="1770403"/>
                  </a:lnTo>
                  <a:lnTo>
                    <a:pt x="8894895" y="1876949"/>
                  </a:lnTo>
                  <a:lnTo>
                    <a:pt x="8860548" y="1985089"/>
                  </a:lnTo>
                  <a:lnTo>
                    <a:pt x="8826170" y="2094326"/>
                  </a:lnTo>
                  <a:lnTo>
                    <a:pt x="8791775" y="2204142"/>
                  </a:lnTo>
                  <a:lnTo>
                    <a:pt x="8757379" y="2314007"/>
                  </a:lnTo>
                  <a:lnTo>
                    <a:pt x="8722997" y="2423389"/>
                  </a:lnTo>
                  <a:lnTo>
                    <a:pt x="8688643" y="2531767"/>
                  </a:lnTo>
                  <a:lnTo>
                    <a:pt x="8654328" y="2638639"/>
                  </a:lnTo>
                  <a:lnTo>
                    <a:pt x="8620055" y="2743534"/>
                  </a:lnTo>
                  <a:lnTo>
                    <a:pt x="8585822" y="2846016"/>
                  </a:lnTo>
                  <a:lnTo>
                    <a:pt x="8551617" y="2945697"/>
                  </a:lnTo>
                  <a:lnTo>
                    <a:pt x="8517417" y="3042237"/>
                  </a:lnTo>
                  <a:lnTo>
                    <a:pt x="8483186" y="3135350"/>
                  </a:lnTo>
                  <a:lnTo>
                    <a:pt x="8448877" y="3224806"/>
                  </a:lnTo>
                  <a:lnTo>
                    <a:pt x="8414424" y="3310431"/>
                  </a:lnTo>
                  <a:lnTo>
                    <a:pt x="8379747" y="3392107"/>
                  </a:lnTo>
                  <a:lnTo>
                    <a:pt x="8344744" y="3469766"/>
                  </a:lnTo>
                  <a:lnTo>
                    <a:pt x="8309294" y="3543394"/>
                  </a:lnTo>
                  <a:lnTo>
                    <a:pt x="8273251" y="3613019"/>
                  </a:lnTo>
                  <a:lnTo>
                    <a:pt x="8236441" y="3678713"/>
                  </a:lnTo>
                  <a:lnTo>
                    <a:pt x="8229629" y="3690279"/>
                  </a:lnTo>
                  <a:lnTo>
                    <a:pt x="8179916" y="3769174"/>
                  </a:lnTo>
                  <a:lnTo>
                    <a:pt x="8127973" y="3841508"/>
                  </a:lnTo>
                  <a:lnTo>
                    <a:pt x="8073202" y="3907490"/>
                  </a:lnTo>
                  <a:lnTo>
                    <a:pt x="8014943" y="3967536"/>
                  </a:lnTo>
                  <a:lnTo>
                    <a:pt x="7952511" y="4022158"/>
                  </a:lnTo>
                  <a:lnTo>
                    <a:pt x="7885227" y="4071889"/>
                  </a:lnTo>
                  <a:lnTo>
                    <a:pt x="7812459" y="4117239"/>
                  </a:lnTo>
                  <a:lnTo>
                    <a:pt x="7733674" y="4158666"/>
                  </a:lnTo>
                  <a:lnTo>
                    <a:pt x="7648506" y="4196559"/>
                  </a:lnTo>
                  <a:lnTo>
                    <a:pt x="7556847" y="4231228"/>
                  </a:lnTo>
                  <a:lnTo>
                    <a:pt x="7458955" y="4262898"/>
                  </a:lnTo>
                  <a:lnTo>
                    <a:pt x="7355571" y="4291712"/>
                  </a:lnTo>
                  <a:lnTo>
                    <a:pt x="7248034" y="4317733"/>
                  </a:lnTo>
                  <a:lnTo>
                    <a:pt x="7138358" y="4340959"/>
                  </a:lnTo>
                  <a:lnTo>
                    <a:pt x="7029235" y="4361344"/>
                  </a:lnTo>
                  <a:lnTo>
                    <a:pt x="6923925" y="4378830"/>
                  </a:lnTo>
                  <a:lnTo>
                    <a:pt x="6825995" y="4393383"/>
                  </a:lnTo>
                  <a:lnTo>
                    <a:pt x="6738931" y="4405036"/>
                  </a:lnTo>
                  <a:lnTo>
                    <a:pt x="6665657" y="4413915"/>
                  </a:lnTo>
                  <a:lnTo>
                    <a:pt x="6608071" y="4420261"/>
                  </a:lnTo>
                  <a:lnTo>
                    <a:pt x="6566702" y="4424423"/>
                  </a:lnTo>
                  <a:lnTo>
                    <a:pt x="6540556" y="4426832"/>
                  </a:lnTo>
                  <a:lnTo>
                    <a:pt x="6527161" y="4427965"/>
                  </a:lnTo>
                  <a:lnTo>
                    <a:pt x="6522738" y="4428310"/>
                  </a:lnTo>
                  <a:lnTo>
                    <a:pt x="6522385" y="4428335"/>
                  </a:lnTo>
                  <a:lnTo>
                    <a:pt x="5527445" y="4428335"/>
                  </a:lnTo>
                  <a:lnTo>
                    <a:pt x="5526352" y="4428292"/>
                  </a:lnTo>
                  <a:lnTo>
                    <a:pt x="5519133" y="4427980"/>
                  </a:lnTo>
                  <a:lnTo>
                    <a:pt x="5500820" y="4427119"/>
                  </a:lnTo>
                  <a:lnTo>
                    <a:pt x="5467791" y="4425422"/>
                  </a:lnTo>
                  <a:lnTo>
                    <a:pt x="5417980" y="4422615"/>
                  </a:lnTo>
                  <a:lnTo>
                    <a:pt x="5351026" y="4418465"/>
                  </a:lnTo>
                  <a:lnTo>
                    <a:pt x="5268231" y="4412794"/>
                  </a:lnTo>
                  <a:lnTo>
                    <a:pt x="5172278" y="4405495"/>
                  </a:lnTo>
                  <a:lnTo>
                    <a:pt x="5066747" y="4396522"/>
                  </a:lnTo>
                  <a:lnTo>
                    <a:pt x="4955553" y="4385882"/>
                  </a:lnTo>
                  <a:lnTo>
                    <a:pt x="4842441" y="4373605"/>
                  </a:lnTo>
                  <a:lnTo>
                    <a:pt x="4730613" y="4359723"/>
                  </a:lnTo>
                  <a:lnTo>
                    <a:pt x="4622541" y="4344249"/>
                  </a:lnTo>
                  <a:lnTo>
                    <a:pt x="4519924" y="4327159"/>
                  </a:lnTo>
                  <a:lnTo>
                    <a:pt x="4423754" y="4308382"/>
                  </a:lnTo>
                  <a:lnTo>
                    <a:pt x="4334442" y="4287801"/>
                  </a:lnTo>
                  <a:lnTo>
                    <a:pt x="4251954" y="4265242"/>
                  </a:lnTo>
                  <a:lnTo>
                    <a:pt x="4175939" y="4240489"/>
                  </a:lnTo>
                  <a:lnTo>
                    <a:pt x="4105843" y="4213276"/>
                  </a:lnTo>
                  <a:lnTo>
                    <a:pt x="4040987" y="4183308"/>
                  </a:lnTo>
                  <a:lnTo>
                    <a:pt x="3980632" y="4150272"/>
                  </a:lnTo>
                  <a:lnTo>
                    <a:pt x="3924029" y="4113864"/>
                  </a:lnTo>
                  <a:lnTo>
                    <a:pt x="3870455" y="4073836"/>
                  </a:lnTo>
                  <a:lnTo>
                    <a:pt x="3820202" y="4030921"/>
                  </a:lnTo>
                  <a:lnTo>
                    <a:pt x="3773231" y="3985955"/>
                  </a:lnTo>
                  <a:lnTo>
                    <a:pt x="3727480" y="3937545"/>
                  </a:lnTo>
                  <a:lnTo>
                    <a:pt x="3682603" y="3885624"/>
                  </a:lnTo>
                  <a:lnTo>
                    <a:pt x="3638323" y="3830181"/>
                  </a:lnTo>
                  <a:lnTo>
                    <a:pt x="3594422" y="3771280"/>
                  </a:lnTo>
                  <a:lnTo>
                    <a:pt x="3550734" y="3709056"/>
                  </a:lnTo>
                  <a:lnTo>
                    <a:pt x="3507136" y="3643724"/>
                  </a:lnTo>
                  <a:lnTo>
                    <a:pt x="3463543" y="3575576"/>
                  </a:lnTo>
                  <a:lnTo>
                    <a:pt x="3419906" y="3504985"/>
                  </a:lnTo>
                  <a:lnTo>
                    <a:pt x="3376202" y="3432392"/>
                  </a:lnTo>
                  <a:lnTo>
                    <a:pt x="3332432" y="3358299"/>
                  </a:lnTo>
                  <a:lnTo>
                    <a:pt x="3288613" y="3283256"/>
                  </a:lnTo>
                  <a:lnTo>
                    <a:pt x="3244775" y="3207843"/>
                  </a:lnTo>
                  <a:lnTo>
                    <a:pt x="3200948" y="3132652"/>
                  </a:lnTo>
                  <a:lnTo>
                    <a:pt x="3157164" y="3058268"/>
                  </a:lnTo>
                  <a:lnTo>
                    <a:pt x="3113442" y="2985249"/>
                  </a:lnTo>
                  <a:lnTo>
                    <a:pt x="3069790" y="2914111"/>
                  </a:lnTo>
                  <a:lnTo>
                    <a:pt x="3026189" y="2845313"/>
                  </a:lnTo>
                  <a:lnTo>
                    <a:pt x="2982599" y="2779243"/>
                  </a:lnTo>
                  <a:lnTo>
                    <a:pt x="2938943" y="2716215"/>
                  </a:lnTo>
                  <a:lnTo>
                    <a:pt x="2895110" y="2656464"/>
                  </a:lnTo>
                  <a:lnTo>
                    <a:pt x="2850943" y="2600145"/>
                  </a:lnTo>
                  <a:lnTo>
                    <a:pt x="2806239" y="2547338"/>
                  </a:lnTo>
                  <a:lnTo>
                    <a:pt x="2760738" y="2498051"/>
                  </a:lnTo>
                  <a:lnTo>
                    <a:pt x="2714110" y="2452230"/>
                  </a:lnTo>
                  <a:lnTo>
                    <a:pt x="2702183" y="2441262"/>
                  </a:lnTo>
                  <a:lnTo>
                    <a:pt x="2650943" y="2397556"/>
                  </a:lnTo>
                  <a:lnTo>
                    <a:pt x="2597318" y="2357598"/>
                  </a:lnTo>
                  <a:lnTo>
                    <a:pt x="2540651" y="2321256"/>
                  </a:lnTo>
                  <a:lnTo>
                    <a:pt x="2480218" y="2288281"/>
                  </a:lnTo>
                  <a:lnTo>
                    <a:pt x="2415270" y="2258368"/>
                  </a:lnTo>
                  <a:lnTo>
                    <a:pt x="2345068" y="2231205"/>
                  </a:lnTo>
                  <a:lnTo>
                    <a:pt x="2268937" y="2206494"/>
                  </a:lnTo>
                  <a:lnTo>
                    <a:pt x="2186322" y="2183976"/>
                  </a:lnTo>
                  <a:lnTo>
                    <a:pt x="2096879" y="2163429"/>
                  </a:lnTo>
                  <a:lnTo>
                    <a:pt x="2000583" y="2144686"/>
                  </a:lnTo>
                  <a:lnTo>
                    <a:pt x="1897851" y="2127626"/>
                  </a:lnTo>
                  <a:lnTo>
                    <a:pt x="1789690" y="2112182"/>
                  </a:lnTo>
                  <a:lnTo>
                    <a:pt x="1677813" y="2098330"/>
                  </a:lnTo>
                  <a:lnTo>
                    <a:pt x="1564705" y="2086084"/>
                  </a:lnTo>
                  <a:lnTo>
                    <a:pt x="1453582" y="2075475"/>
                  </a:lnTo>
                  <a:lnTo>
                    <a:pt x="1348196" y="2066534"/>
                  </a:lnTo>
                  <a:lnTo>
                    <a:pt x="1252460" y="2059266"/>
                  </a:lnTo>
                  <a:lnTo>
                    <a:pt x="1169943" y="2053625"/>
                  </a:lnTo>
                  <a:lnTo>
                    <a:pt x="1103305" y="2049502"/>
                  </a:lnTo>
                  <a:lnTo>
                    <a:pt x="1053819" y="2046719"/>
                  </a:lnTo>
                  <a:lnTo>
                    <a:pt x="1021092" y="2045040"/>
                  </a:lnTo>
                  <a:lnTo>
                    <a:pt x="1003027" y="2044192"/>
                  </a:lnTo>
                  <a:lnTo>
                    <a:pt x="995973" y="2043888"/>
                  </a:lnTo>
                  <a:lnTo>
                    <a:pt x="994940" y="2043847"/>
                  </a:lnTo>
                  <a:lnTo>
                    <a:pt x="0" y="2043847"/>
                  </a:lnTo>
                  <a:lnTo>
                    <a:pt x="0" y="20438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4" name="pg233"/>
            <p:cNvSpPr/>
            <p:nvPr/>
          </p:nvSpPr>
          <p:spPr>
            <a:xfrm>
              <a:off x="1199187" y="1891704"/>
              <a:ext cx="12049831" cy="4192507"/>
            </a:xfrm>
            <a:custGeom>
              <a:avLst/>
              <a:pathLst>
                <a:path w="12049831" h="4192507">
                  <a:moveTo>
                    <a:pt x="0" y="1802778"/>
                  </a:moveTo>
                  <a:lnTo>
                    <a:pt x="994940" y="1802778"/>
                  </a:lnTo>
                  <a:lnTo>
                    <a:pt x="996033" y="1802821"/>
                  </a:lnTo>
                  <a:lnTo>
                    <a:pt x="1003251" y="1803134"/>
                  </a:lnTo>
                  <a:lnTo>
                    <a:pt x="1021561" y="1803997"/>
                  </a:lnTo>
                  <a:lnTo>
                    <a:pt x="1054584" y="1805697"/>
                  </a:lnTo>
                  <a:lnTo>
                    <a:pt x="1104388" y="1808509"/>
                  </a:lnTo>
                  <a:lnTo>
                    <a:pt x="1171334" y="1812668"/>
                  </a:lnTo>
                  <a:lnTo>
                    <a:pt x="1254118" y="1818350"/>
                  </a:lnTo>
                  <a:lnTo>
                    <a:pt x="1350061" y="1825665"/>
                  </a:lnTo>
                  <a:lnTo>
                    <a:pt x="1455582" y="1834656"/>
                  </a:lnTo>
                  <a:lnTo>
                    <a:pt x="1566768" y="1845318"/>
                  </a:lnTo>
                  <a:lnTo>
                    <a:pt x="1679874" y="1857620"/>
                  </a:lnTo>
                  <a:lnTo>
                    <a:pt x="1791697" y="1871530"/>
                  </a:lnTo>
                  <a:lnTo>
                    <a:pt x="1899766" y="1887037"/>
                  </a:lnTo>
                  <a:lnTo>
                    <a:pt x="2002382" y="1904162"/>
                  </a:lnTo>
                  <a:lnTo>
                    <a:pt x="2098552" y="1922978"/>
                  </a:lnTo>
                  <a:lnTo>
                    <a:pt x="2187865" y="1943602"/>
                  </a:lnTo>
                  <a:lnTo>
                    <a:pt x="2270355" y="1966206"/>
                  </a:lnTo>
                  <a:lnTo>
                    <a:pt x="2346371" y="1991011"/>
                  </a:lnTo>
                  <a:lnTo>
                    <a:pt x="2416469" y="2018279"/>
                  </a:lnTo>
                  <a:lnTo>
                    <a:pt x="2481327" y="2048308"/>
                  </a:lnTo>
                  <a:lnTo>
                    <a:pt x="2541683" y="2081411"/>
                  </a:lnTo>
                  <a:lnTo>
                    <a:pt x="2598287" y="2117892"/>
                  </a:lnTo>
                  <a:lnTo>
                    <a:pt x="2651862" y="2158001"/>
                  </a:lnTo>
                  <a:lnTo>
                    <a:pt x="2702183" y="2201066"/>
                  </a:lnTo>
                  <a:lnTo>
                    <a:pt x="2749120" y="2246096"/>
                  </a:lnTo>
                  <a:lnTo>
                    <a:pt x="2794838" y="2294572"/>
                  </a:lnTo>
                  <a:lnTo>
                    <a:pt x="2839684" y="2346564"/>
                  </a:lnTo>
                  <a:lnTo>
                    <a:pt x="2883932" y="2402078"/>
                  </a:lnTo>
                  <a:lnTo>
                    <a:pt x="2927802" y="2461054"/>
                  </a:lnTo>
                  <a:lnTo>
                    <a:pt x="2971459" y="2523356"/>
                  </a:lnTo>
                  <a:lnTo>
                    <a:pt x="3015025" y="2588770"/>
                  </a:lnTo>
                  <a:lnTo>
                    <a:pt x="3058586" y="2657002"/>
                  </a:lnTo>
                  <a:lnTo>
                    <a:pt x="3102190" y="2727682"/>
                  </a:lnTo>
                  <a:lnTo>
                    <a:pt x="3145862" y="2800369"/>
                  </a:lnTo>
                  <a:lnTo>
                    <a:pt x="3189599" y="2874561"/>
                  </a:lnTo>
                  <a:lnTo>
                    <a:pt x="3233385" y="2949708"/>
                  </a:lnTo>
                  <a:lnTo>
                    <a:pt x="3277192" y="3025230"/>
                  </a:lnTo>
                  <a:lnTo>
                    <a:pt x="3320986" y="3100536"/>
                  </a:lnTo>
                  <a:lnTo>
                    <a:pt x="3364739" y="3175041"/>
                  </a:lnTo>
                  <a:lnTo>
                    <a:pt x="3408429" y="3248185"/>
                  </a:lnTo>
                  <a:lnTo>
                    <a:pt x="3452051" y="3319453"/>
                  </a:lnTo>
                  <a:lnTo>
                    <a:pt x="3495619" y="3388385"/>
                  </a:lnTo>
                  <a:lnTo>
                    <a:pt x="3539177" y="3454591"/>
                  </a:lnTo>
                  <a:lnTo>
                    <a:pt x="3582799" y="3517756"/>
                  </a:lnTo>
                  <a:lnTo>
                    <a:pt x="3626597" y="3577645"/>
                  </a:lnTo>
                  <a:lnTo>
                    <a:pt x="3670724" y="3634101"/>
                  </a:lnTo>
                  <a:lnTo>
                    <a:pt x="3715384" y="3687044"/>
                  </a:lnTo>
                  <a:lnTo>
                    <a:pt x="3760836" y="3736464"/>
                  </a:lnTo>
                  <a:lnTo>
                    <a:pt x="3807406" y="3782413"/>
                  </a:lnTo>
                  <a:lnTo>
                    <a:pt x="3820202" y="3794219"/>
                  </a:lnTo>
                  <a:lnTo>
                    <a:pt x="3871439" y="3838017"/>
                  </a:lnTo>
                  <a:lnTo>
                    <a:pt x="3925061" y="3878062"/>
                  </a:lnTo>
                  <a:lnTo>
                    <a:pt x="3981724" y="3914482"/>
                  </a:lnTo>
                  <a:lnTo>
                    <a:pt x="4042153" y="3947528"/>
                  </a:lnTo>
                  <a:lnTo>
                    <a:pt x="4107096" y="3977506"/>
                  </a:lnTo>
                  <a:lnTo>
                    <a:pt x="4177292" y="4004728"/>
                  </a:lnTo>
                  <a:lnTo>
                    <a:pt x="4253417" y="4029492"/>
                  </a:lnTo>
                  <a:lnTo>
                    <a:pt x="4336024" y="4052060"/>
                  </a:lnTo>
                  <a:lnTo>
                    <a:pt x="4425458" y="4072651"/>
                  </a:lnTo>
                  <a:lnTo>
                    <a:pt x="4521746" y="4091436"/>
                  </a:lnTo>
                  <a:lnTo>
                    <a:pt x="4624468" y="4108533"/>
                  </a:lnTo>
                  <a:lnTo>
                    <a:pt x="4732620" y="4124011"/>
                  </a:lnTo>
                  <a:lnTo>
                    <a:pt x="4844489" y="4137894"/>
                  </a:lnTo>
                  <a:lnTo>
                    <a:pt x="4957591" y="4150168"/>
                  </a:lnTo>
                  <a:lnTo>
                    <a:pt x="5068710" y="4160801"/>
                  </a:lnTo>
                  <a:lnTo>
                    <a:pt x="5174098" y="4169762"/>
                  </a:lnTo>
                  <a:lnTo>
                    <a:pt x="5269839" y="4177048"/>
                  </a:lnTo>
                  <a:lnTo>
                    <a:pt x="5352366" y="4182702"/>
                  </a:lnTo>
                  <a:lnTo>
                    <a:pt x="5419018" y="4186835"/>
                  </a:lnTo>
                  <a:lnTo>
                    <a:pt x="5468520" y="4189626"/>
                  </a:lnTo>
                  <a:lnTo>
                    <a:pt x="5501263" y="4191309"/>
                  </a:lnTo>
                  <a:lnTo>
                    <a:pt x="5519344" y="4192160"/>
                  </a:lnTo>
                  <a:lnTo>
                    <a:pt x="5526408" y="4192465"/>
                  </a:lnTo>
                  <a:lnTo>
                    <a:pt x="5527445" y="4192507"/>
                  </a:lnTo>
                  <a:lnTo>
                    <a:pt x="6522385" y="4192507"/>
                  </a:lnTo>
                  <a:lnTo>
                    <a:pt x="6523400" y="4192436"/>
                  </a:lnTo>
                  <a:lnTo>
                    <a:pt x="6530107" y="4191929"/>
                  </a:lnTo>
                  <a:lnTo>
                    <a:pt x="6547155" y="4190529"/>
                  </a:lnTo>
                  <a:lnTo>
                    <a:pt x="6577984" y="4187770"/>
                  </a:lnTo>
                  <a:lnTo>
                    <a:pt x="6624644" y="4183203"/>
                  </a:lnTo>
                  <a:lnTo>
                    <a:pt x="6687652" y="4176437"/>
                  </a:lnTo>
                  <a:lnTo>
                    <a:pt x="6765999" y="4167171"/>
                  </a:lnTo>
                  <a:lnTo>
                    <a:pt x="6857380" y="4155208"/>
                  </a:lnTo>
                  <a:lnTo>
                    <a:pt x="6958593" y="4140461"/>
                  </a:lnTo>
                  <a:lnTo>
                    <a:pt x="7066029" y="4122923"/>
                  </a:lnTo>
                  <a:lnTo>
                    <a:pt x="7176144" y="4102638"/>
                  </a:lnTo>
                  <a:lnTo>
                    <a:pt x="7285811" y="4079663"/>
                  </a:lnTo>
                  <a:lnTo>
                    <a:pt x="7392535" y="4054029"/>
                  </a:lnTo>
                  <a:lnTo>
                    <a:pt x="7494521" y="4025719"/>
                  </a:lnTo>
                  <a:lnTo>
                    <a:pt x="7590639" y="3994645"/>
                  </a:lnTo>
                  <a:lnTo>
                    <a:pt x="7680328" y="3960644"/>
                  </a:lnTo>
                  <a:lnTo>
                    <a:pt x="7763474" y="3923470"/>
                  </a:lnTo>
                  <a:lnTo>
                    <a:pt x="7840296" y="3882797"/>
                  </a:lnTo>
                  <a:lnTo>
                    <a:pt x="7911234" y="3838228"/>
                  </a:lnTo>
                  <a:lnTo>
                    <a:pt x="7976874" y="3789302"/>
                  </a:lnTo>
                  <a:lnTo>
                    <a:pt x="8037879" y="3735520"/>
                  </a:lnTo>
                  <a:lnTo>
                    <a:pt x="8094944" y="3676371"/>
                  </a:lnTo>
                  <a:lnTo>
                    <a:pt x="8148756" y="3611391"/>
                  </a:lnTo>
                  <a:lnTo>
                    <a:pt x="8199963" y="3540246"/>
                  </a:lnTo>
                  <a:lnTo>
                    <a:pt x="8229629" y="3494629"/>
                  </a:lnTo>
                  <a:lnTo>
                    <a:pt x="8267498" y="3431621"/>
                  </a:lnTo>
                  <a:lnTo>
                    <a:pt x="8304531" y="3364726"/>
                  </a:lnTo>
                  <a:lnTo>
                    <a:pt x="8340918" y="3293865"/>
                  </a:lnTo>
                  <a:lnTo>
                    <a:pt x="8376821" y="3219003"/>
                  </a:lnTo>
                  <a:lnTo>
                    <a:pt x="8412372" y="3140152"/>
                  </a:lnTo>
                  <a:lnTo>
                    <a:pt x="8447681" y="3057374"/>
                  </a:lnTo>
                  <a:lnTo>
                    <a:pt x="8482837" y="2970790"/>
                  </a:lnTo>
                  <a:lnTo>
                    <a:pt x="8517909" y="2880573"/>
                  </a:lnTo>
                  <a:lnTo>
                    <a:pt x="8552951" y="2786958"/>
                  </a:lnTo>
                  <a:lnTo>
                    <a:pt x="8587998" y="2690238"/>
                  </a:lnTo>
                  <a:lnTo>
                    <a:pt x="8623076" y="2590761"/>
                  </a:lnTo>
                  <a:lnTo>
                    <a:pt x="8658196" y="2488925"/>
                  </a:lnTo>
                  <a:lnTo>
                    <a:pt x="8693361" y="2385178"/>
                  </a:lnTo>
                  <a:lnTo>
                    <a:pt x="8728565" y="2280003"/>
                  </a:lnTo>
                  <a:lnTo>
                    <a:pt x="8763796" y="2173914"/>
                  </a:lnTo>
                  <a:lnTo>
                    <a:pt x="8799039" y="2067444"/>
                  </a:lnTo>
                  <a:lnTo>
                    <a:pt x="8834278" y="1961134"/>
                  </a:lnTo>
                  <a:lnTo>
                    <a:pt x="8869494" y="1855521"/>
                  </a:lnTo>
                  <a:lnTo>
                    <a:pt x="8904676" y="1751129"/>
                  </a:lnTo>
                  <a:lnTo>
                    <a:pt x="8939815" y="1648454"/>
                  </a:lnTo>
                  <a:lnTo>
                    <a:pt x="8974910" y="1547959"/>
                  </a:lnTo>
                  <a:lnTo>
                    <a:pt x="9009967" y="1450064"/>
                  </a:lnTo>
                  <a:lnTo>
                    <a:pt x="9045007" y="1355138"/>
                  </a:lnTo>
                  <a:lnTo>
                    <a:pt x="9080061" y="1263497"/>
                  </a:lnTo>
                  <a:lnTo>
                    <a:pt x="9115176" y="1175400"/>
                  </a:lnTo>
                  <a:lnTo>
                    <a:pt x="9150413" y="1091045"/>
                  </a:lnTo>
                  <a:lnTo>
                    <a:pt x="9185853" y="1010574"/>
                  </a:lnTo>
                  <a:lnTo>
                    <a:pt x="9221597" y="934073"/>
                  </a:lnTo>
                  <a:lnTo>
                    <a:pt x="9257767" y="861575"/>
                  </a:lnTo>
                  <a:lnTo>
                    <a:pt x="9294514" y="793062"/>
                  </a:lnTo>
                  <a:lnTo>
                    <a:pt x="9332015" y="728473"/>
                  </a:lnTo>
                  <a:lnTo>
                    <a:pt x="9347647" y="703118"/>
                  </a:lnTo>
                  <a:lnTo>
                    <a:pt x="9397574" y="628217"/>
                  </a:lnTo>
                  <a:lnTo>
                    <a:pt x="9449752" y="559571"/>
                  </a:lnTo>
                  <a:lnTo>
                    <a:pt x="9504788" y="496980"/>
                  </a:lnTo>
                  <a:lnTo>
                    <a:pt x="9563350" y="440043"/>
                  </a:lnTo>
                  <a:lnTo>
                    <a:pt x="9626131" y="388270"/>
                  </a:lnTo>
                  <a:lnTo>
                    <a:pt x="9693819" y="341149"/>
                  </a:lnTo>
                  <a:lnTo>
                    <a:pt x="9767053" y="298195"/>
                  </a:lnTo>
                  <a:lnTo>
                    <a:pt x="9846368" y="258969"/>
                  </a:lnTo>
                  <a:lnTo>
                    <a:pt x="9932128" y="223102"/>
                  </a:lnTo>
                  <a:lnTo>
                    <a:pt x="10024431" y="190300"/>
                  </a:lnTo>
                  <a:lnTo>
                    <a:pt x="10122999" y="160350"/>
                  </a:lnTo>
                  <a:lnTo>
                    <a:pt x="10227057" y="133119"/>
                  </a:lnTo>
                  <a:lnTo>
                    <a:pt x="10335216" y="108550"/>
                  </a:lnTo>
                  <a:lnTo>
                    <a:pt x="10445401" y="86648"/>
                  </a:lnTo>
                  <a:lnTo>
                    <a:pt x="10554847" y="67458"/>
                  </a:lnTo>
                  <a:lnTo>
                    <a:pt x="10660226" y="51035"/>
                  </a:lnTo>
                  <a:lnTo>
                    <a:pt x="10757918" y="37410"/>
                  </a:lnTo>
                  <a:lnTo>
                    <a:pt x="10844417" y="26545"/>
                  </a:lnTo>
                  <a:lnTo>
                    <a:pt x="10916824" y="18311"/>
                  </a:lnTo>
                  <a:lnTo>
                    <a:pt x="10973314" y="12469"/>
                  </a:lnTo>
                  <a:lnTo>
                    <a:pt x="11013476" y="8678"/>
                  </a:lnTo>
                  <a:lnTo>
                    <a:pt x="11038450" y="6519"/>
                  </a:lnTo>
                  <a:lnTo>
                    <a:pt x="11050866" y="5534"/>
                  </a:lnTo>
                  <a:lnTo>
                    <a:pt x="11054669" y="525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77" y="71"/>
                  </a:lnTo>
                  <a:lnTo>
                    <a:pt x="11047170" y="577"/>
                  </a:lnTo>
                  <a:lnTo>
                    <a:pt x="11030122" y="1977"/>
                  </a:lnTo>
                  <a:lnTo>
                    <a:pt x="10999293" y="4736"/>
                  </a:lnTo>
                  <a:lnTo>
                    <a:pt x="10952632" y="9303"/>
                  </a:lnTo>
                  <a:lnTo>
                    <a:pt x="10889625" y="16069"/>
                  </a:lnTo>
                  <a:lnTo>
                    <a:pt x="10811278" y="25336"/>
                  </a:lnTo>
                  <a:lnTo>
                    <a:pt x="10719897" y="37298"/>
                  </a:lnTo>
                  <a:lnTo>
                    <a:pt x="10618684" y="52045"/>
                  </a:lnTo>
                  <a:lnTo>
                    <a:pt x="10511247" y="69583"/>
                  </a:lnTo>
                  <a:lnTo>
                    <a:pt x="10401133" y="89868"/>
                  </a:lnTo>
                  <a:lnTo>
                    <a:pt x="10291466" y="112843"/>
                  </a:lnTo>
                  <a:lnTo>
                    <a:pt x="10184742" y="138477"/>
                  </a:lnTo>
                  <a:lnTo>
                    <a:pt x="10082755" y="166788"/>
                  </a:lnTo>
                  <a:lnTo>
                    <a:pt x="9986637" y="197861"/>
                  </a:lnTo>
                  <a:lnTo>
                    <a:pt x="9896949" y="231862"/>
                  </a:lnTo>
                  <a:lnTo>
                    <a:pt x="9813802" y="269036"/>
                  </a:lnTo>
                  <a:lnTo>
                    <a:pt x="9736981" y="309709"/>
                  </a:lnTo>
                  <a:lnTo>
                    <a:pt x="9666043" y="354278"/>
                  </a:lnTo>
                  <a:lnTo>
                    <a:pt x="9600403" y="403204"/>
                  </a:lnTo>
                  <a:lnTo>
                    <a:pt x="9539397" y="456987"/>
                  </a:lnTo>
                  <a:lnTo>
                    <a:pt x="9482332" y="516136"/>
                  </a:lnTo>
                  <a:lnTo>
                    <a:pt x="9428520" y="581115"/>
                  </a:lnTo>
                  <a:lnTo>
                    <a:pt x="9377313" y="652261"/>
                  </a:lnTo>
                  <a:lnTo>
                    <a:pt x="9347647" y="697877"/>
                  </a:lnTo>
                  <a:lnTo>
                    <a:pt x="9309778" y="760886"/>
                  </a:lnTo>
                  <a:lnTo>
                    <a:pt x="9272746" y="827781"/>
                  </a:lnTo>
                  <a:lnTo>
                    <a:pt x="9236358" y="898641"/>
                  </a:lnTo>
                  <a:lnTo>
                    <a:pt x="9200456" y="973503"/>
                  </a:lnTo>
                  <a:lnTo>
                    <a:pt x="9164905" y="1052355"/>
                  </a:lnTo>
                  <a:lnTo>
                    <a:pt x="9129595" y="1135132"/>
                  </a:lnTo>
                  <a:lnTo>
                    <a:pt x="9094439" y="1221717"/>
                  </a:lnTo>
                  <a:lnTo>
                    <a:pt x="9059367" y="1311933"/>
                  </a:lnTo>
                  <a:lnTo>
                    <a:pt x="9024326" y="1405548"/>
                  </a:lnTo>
                  <a:lnTo>
                    <a:pt x="8989278" y="1502268"/>
                  </a:lnTo>
                  <a:lnTo>
                    <a:pt x="8954201" y="1601745"/>
                  </a:lnTo>
                  <a:lnTo>
                    <a:pt x="8919080" y="1703581"/>
                  </a:lnTo>
                  <a:lnTo>
                    <a:pt x="8883915" y="1807328"/>
                  </a:lnTo>
                  <a:lnTo>
                    <a:pt x="8848712" y="1912503"/>
                  </a:lnTo>
                  <a:lnTo>
                    <a:pt x="8813480" y="2018592"/>
                  </a:lnTo>
                  <a:lnTo>
                    <a:pt x="8778237" y="2125062"/>
                  </a:lnTo>
                  <a:lnTo>
                    <a:pt x="8742999" y="2231372"/>
                  </a:lnTo>
                  <a:lnTo>
                    <a:pt x="8707782" y="2336985"/>
                  </a:lnTo>
                  <a:lnTo>
                    <a:pt x="8672600" y="2441378"/>
                  </a:lnTo>
                  <a:lnTo>
                    <a:pt x="8637461" y="2544053"/>
                  </a:lnTo>
                  <a:lnTo>
                    <a:pt x="8602367" y="2644548"/>
                  </a:lnTo>
                  <a:lnTo>
                    <a:pt x="8567309" y="2742443"/>
                  </a:lnTo>
                  <a:lnTo>
                    <a:pt x="8532269" y="2837368"/>
                  </a:lnTo>
                  <a:lnTo>
                    <a:pt x="8497215" y="2929009"/>
                  </a:lnTo>
                  <a:lnTo>
                    <a:pt x="8462101" y="3017106"/>
                  </a:lnTo>
                  <a:lnTo>
                    <a:pt x="8426864" y="3101461"/>
                  </a:lnTo>
                  <a:lnTo>
                    <a:pt x="8391424" y="3181932"/>
                  </a:lnTo>
                  <a:lnTo>
                    <a:pt x="8355680" y="3258433"/>
                  </a:lnTo>
                  <a:lnTo>
                    <a:pt x="8319509" y="3330932"/>
                  </a:lnTo>
                  <a:lnTo>
                    <a:pt x="8282762" y="3399444"/>
                  </a:lnTo>
                  <a:lnTo>
                    <a:pt x="8245261" y="3464033"/>
                  </a:lnTo>
                  <a:lnTo>
                    <a:pt x="8229629" y="3489388"/>
                  </a:lnTo>
                  <a:lnTo>
                    <a:pt x="8179702" y="3564290"/>
                  </a:lnTo>
                  <a:lnTo>
                    <a:pt x="8127524" y="3632935"/>
                  </a:lnTo>
                  <a:lnTo>
                    <a:pt x="8072488" y="3695526"/>
                  </a:lnTo>
                  <a:lnTo>
                    <a:pt x="8013927" y="3752463"/>
                  </a:lnTo>
                  <a:lnTo>
                    <a:pt x="7951146" y="3804237"/>
                  </a:lnTo>
                  <a:lnTo>
                    <a:pt x="7883457" y="3851357"/>
                  </a:lnTo>
                  <a:lnTo>
                    <a:pt x="7810224" y="3894312"/>
                  </a:lnTo>
                  <a:lnTo>
                    <a:pt x="7730908" y="3933537"/>
                  </a:lnTo>
                  <a:lnTo>
                    <a:pt x="7645148" y="3969404"/>
                  </a:lnTo>
                  <a:lnTo>
                    <a:pt x="7552845" y="4002206"/>
                  </a:lnTo>
                  <a:lnTo>
                    <a:pt x="7454277" y="4032156"/>
                  </a:lnTo>
                  <a:lnTo>
                    <a:pt x="7350220" y="4059387"/>
                  </a:lnTo>
                  <a:lnTo>
                    <a:pt x="7242060" y="4083956"/>
                  </a:lnTo>
                  <a:lnTo>
                    <a:pt x="7131876" y="4105858"/>
                  </a:lnTo>
                  <a:lnTo>
                    <a:pt x="7022430" y="4125048"/>
                  </a:lnTo>
                  <a:lnTo>
                    <a:pt x="6917051" y="4141471"/>
                  </a:lnTo>
                  <a:lnTo>
                    <a:pt x="6819359" y="4155097"/>
                  </a:lnTo>
                  <a:lnTo>
                    <a:pt x="6732860" y="4165961"/>
                  </a:lnTo>
                  <a:lnTo>
                    <a:pt x="6660453" y="4174195"/>
                  </a:lnTo>
                  <a:lnTo>
                    <a:pt x="6603963" y="4180038"/>
                  </a:lnTo>
                  <a:lnTo>
                    <a:pt x="6563801" y="4183829"/>
                  </a:lnTo>
                  <a:lnTo>
                    <a:pt x="6538827" y="4185987"/>
                  </a:lnTo>
                  <a:lnTo>
                    <a:pt x="6526410" y="4186973"/>
                  </a:lnTo>
                  <a:lnTo>
                    <a:pt x="6522608" y="4187251"/>
                  </a:lnTo>
                  <a:lnTo>
                    <a:pt x="6522385" y="4187266"/>
                  </a:lnTo>
                  <a:lnTo>
                    <a:pt x="5527445" y="4187266"/>
                  </a:lnTo>
                  <a:lnTo>
                    <a:pt x="5526352" y="4187222"/>
                  </a:lnTo>
                  <a:lnTo>
                    <a:pt x="5519134" y="4186910"/>
                  </a:lnTo>
                  <a:lnTo>
                    <a:pt x="5500824" y="4186047"/>
                  </a:lnTo>
                  <a:lnTo>
                    <a:pt x="5467801" y="4184346"/>
                  </a:lnTo>
                  <a:lnTo>
                    <a:pt x="5417997" y="4181534"/>
                  </a:lnTo>
                  <a:lnTo>
                    <a:pt x="5351051" y="4177376"/>
                  </a:lnTo>
                  <a:lnTo>
                    <a:pt x="5268267" y="4171694"/>
                  </a:lnTo>
                  <a:lnTo>
                    <a:pt x="5172324" y="4164379"/>
                  </a:lnTo>
                  <a:lnTo>
                    <a:pt x="5066803" y="4155388"/>
                  </a:lnTo>
                  <a:lnTo>
                    <a:pt x="4955617" y="4144726"/>
                  </a:lnTo>
                  <a:lnTo>
                    <a:pt x="4842511" y="4132424"/>
                  </a:lnTo>
                  <a:lnTo>
                    <a:pt x="4730688" y="4118513"/>
                  </a:lnTo>
                  <a:lnTo>
                    <a:pt x="4622619" y="4103007"/>
                  </a:lnTo>
                  <a:lnTo>
                    <a:pt x="4520003" y="4085881"/>
                  </a:lnTo>
                  <a:lnTo>
                    <a:pt x="4423833" y="4067066"/>
                  </a:lnTo>
                  <a:lnTo>
                    <a:pt x="4334520" y="4046442"/>
                  </a:lnTo>
                  <a:lnTo>
                    <a:pt x="4252030" y="4023838"/>
                  </a:lnTo>
                  <a:lnTo>
                    <a:pt x="4176014" y="3999033"/>
                  </a:lnTo>
                  <a:lnTo>
                    <a:pt x="4105916" y="3971765"/>
                  </a:lnTo>
                  <a:lnTo>
                    <a:pt x="4041058" y="3941736"/>
                  </a:lnTo>
                  <a:lnTo>
                    <a:pt x="3980702" y="3908633"/>
                  </a:lnTo>
                  <a:lnTo>
                    <a:pt x="3924098" y="3872152"/>
                  </a:lnTo>
                  <a:lnTo>
                    <a:pt x="3870523" y="3832042"/>
                  </a:lnTo>
                  <a:lnTo>
                    <a:pt x="3820202" y="3788978"/>
                  </a:lnTo>
                  <a:lnTo>
                    <a:pt x="3773265" y="3743948"/>
                  </a:lnTo>
                  <a:lnTo>
                    <a:pt x="3727547" y="3695471"/>
                  </a:lnTo>
                  <a:lnTo>
                    <a:pt x="3682701" y="3643480"/>
                  </a:lnTo>
                  <a:lnTo>
                    <a:pt x="3638453" y="3587966"/>
                  </a:lnTo>
                  <a:lnTo>
                    <a:pt x="3594583" y="3528990"/>
                  </a:lnTo>
                  <a:lnTo>
                    <a:pt x="3550926" y="3466688"/>
                  </a:lnTo>
                  <a:lnTo>
                    <a:pt x="3507360" y="3401274"/>
                  </a:lnTo>
                  <a:lnTo>
                    <a:pt x="3463799" y="3333042"/>
                  </a:lnTo>
                  <a:lnTo>
                    <a:pt x="3420195" y="3262362"/>
                  </a:lnTo>
                  <a:lnTo>
                    <a:pt x="3376523" y="3189675"/>
                  </a:lnTo>
                  <a:lnTo>
                    <a:pt x="3332786" y="3115483"/>
                  </a:lnTo>
                  <a:lnTo>
                    <a:pt x="3289000" y="3040336"/>
                  </a:lnTo>
                  <a:lnTo>
                    <a:pt x="3245193" y="2964813"/>
                  </a:lnTo>
                  <a:lnTo>
                    <a:pt x="3201399" y="2889507"/>
                  </a:lnTo>
                  <a:lnTo>
                    <a:pt x="3157646" y="2815003"/>
                  </a:lnTo>
                  <a:lnTo>
                    <a:pt x="3113956" y="2741858"/>
                  </a:lnTo>
                  <a:lnTo>
                    <a:pt x="3070334" y="2670591"/>
                  </a:lnTo>
                  <a:lnTo>
                    <a:pt x="3026766" y="2601659"/>
                  </a:lnTo>
                  <a:lnTo>
                    <a:pt x="2983208" y="2535453"/>
                  </a:lnTo>
                  <a:lnTo>
                    <a:pt x="2939586" y="2472288"/>
                  </a:lnTo>
                  <a:lnTo>
                    <a:pt x="2895788" y="2412399"/>
                  </a:lnTo>
                  <a:lnTo>
                    <a:pt x="2851661" y="2355942"/>
                  </a:lnTo>
                  <a:lnTo>
                    <a:pt x="2807001" y="2302999"/>
                  </a:lnTo>
                  <a:lnTo>
                    <a:pt x="2761549" y="2253580"/>
                  </a:lnTo>
                  <a:lnTo>
                    <a:pt x="2714979" y="2207631"/>
                  </a:lnTo>
                  <a:lnTo>
                    <a:pt x="2702183" y="2195825"/>
                  </a:lnTo>
                  <a:lnTo>
                    <a:pt x="2650946" y="2152026"/>
                  </a:lnTo>
                  <a:lnTo>
                    <a:pt x="2597324" y="2111982"/>
                  </a:lnTo>
                  <a:lnTo>
                    <a:pt x="2540661" y="2075562"/>
                  </a:lnTo>
                  <a:lnTo>
                    <a:pt x="2480232" y="2042516"/>
                  </a:lnTo>
                  <a:lnTo>
                    <a:pt x="2415289" y="2012538"/>
                  </a:lnTo>
                  <a:lnTo>
                    <a:pt x="2345093" y="1985315"/>
                  </a:lnTo>
                  <a:lnTo>
                    <a:pt x="2268968" y="1960551"/>
                  </a:lnTo>
                  <a:lnTo>
                    <a:pt x="2186361" y="1937984"/>
                  </a:lnTo>
                  <a:lnTo>
                    <a:pt x="2096927" y="1917392"/>
                  </a:lnTo>
                  <a:lnTo>
                    <a:pt x="2000639" y="1898608"/>
                  </a:lnTo>
                  <a:lnTo>
                    <a:pt x="1897917" y="1881511"/>
                  </a:lnTo>
                  <a:lnTo>
                    <a:pt x="1789765" y="1866032"/>
                  </a:lnTo>
                  <a:lnTo>
                    <a:pt x="1677896" y="1852150"/>
                  </a:lnTo>
                  <a:lnTo>
                    <a:pt x="1564794" y="1839876"/>
                  </a:lnTo>
                  <a:lnTo>
                    <a:pt x="1453675" y="1829243"/>
                  </a:lnTo>
                  <a:lnTo>
                    <a:pt x="1348287" y="1820282"/>
                  </a:lnTo>
                  <a:lnTo>
                    <a:pt x="1252546" y="1812996"/>
                  </a:lnTo>
                  <a:lnTo>
                    <a:pt x="1170019" y="1807342"/>
                  </a:lnTo>
                  <a:lnTo>
                    <a:pt x="1103367" y="1803208"/>
                  </a:lnTo>
                  <a:lnTo>
                    <a:pt x="1053865" y="1800418"/>
                  </a:lnTo>
                  <a:lnTo>
                    <a:pt x="1021122" y="1798734"/>
                  </a:lnTo>
                  <a:lnTo>
                    <a:pt x="1003041" y="1797884"/>
                  </a:lnTo>
                  <a:lnTo>
                    <a:pt x="995977" y="1797579"/>
                  </a:lnTo>
                  <a:lnTo>
                    <a:pt x="994940" y="1797537"/>
                  </a:lnTo>
                  <a:lnTo>
                    <a:pt x="0" y="1797537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35" name="pl234"/>
            <p:cNvSpPr/>
            <p:nvPr/>
          </p:nvSpPr>
          <p:spPr>
            <a:xfrm>
              <a:off x="1199187" y="1896945"/>
              <a:ext cx="12049831" cy="4187266"/>
            </a:xfrm>
            <a:custGeom>
              <a:avLst/>
              <a:pathLst>
                <a:path w="12049831" h="4187266">
                  <a:moveTo>
                    <a:pt x="0" y="1797537"/>
                  </a:moveTo>
                  <a:lnTo>
                    <a:pt x="994940" y="1797537"/>
                  </a:lnTo>
                  <a:lnTo>
                    <a:pt x="996033" y="1797581"/>
                  </a:lnTo>
                  <a:lnTo>
                    <a:pt x="1003251" y="1797893"/>
                  </a:lnTo>
                  <a:lnTo>
                    <a:pt x="1021561" y="1798756"/>
                  </a:lnTo>
                  <a:lnTo>
                    <a:pt x="1054584" y="1800457"/>
                  </a:lnTo>
                  <a:lnTo>
                    <a:pt x="1104388" y="1803269"/>
                  </a:lnTo>
                  <a:lnTo>
                    <a:pt x="1171334" y="1807427"/>
                  </a:lnTo>
                  <a:lnTo>
                    <a:pt x="1254118" y="1813109"/>
                  </a:lnTo>
                  <a:lnTo>
                    <a:pt x="1350061" y="1820424"/>
                  </a:lnTo>
                  <a:lnTo>
                    <a:pt x="1455582" y="1829415"/>
                  </a:lnTo>
                  <a:lnTo>
                    <a:pt x="1566768" y="1840077"/>
                  </a:lnTo>
                  <a:lnTo>
                    <a:pt x="1679874" y="1852379"/>
                  </a:lnTo>
                  <a:lnTo>
                    <a:pt x="1791697" y="1866290"/>
                  </a:lnTo>
                  <a:lnTo>
                    <a:pt x="1899766" y="1881796"/>
                  </a:lnTo>
                  <a:lnTo>
                    <a:pt x="2002382" y="1898922"/>
                  </a:lnTo>
                  <a:lnTo>
                    <a:pt x="2098552" y="1917737"/>
                  </a:lnTo>
                  <a:lnTo>
                    <a:pt x="2187865" y="1938361"/>
                  </a:lnTo>
                  <a:lnTo>
                    <a:pt x="2270355" y="1960966"/>
                  </a:lnTo>
                  <a:lnTo>
                    <a:pt x="2346371" y="1985770"/>
                  </a:lnTo>
                  <a:lnTo>
                    <a:pt x="2416469" y="2013038"/>
                  </a:lnTo>
                  <a:lnTo>
                    <a:pt x="2481327" y="2043067"/>
                  </a:lnTo>
                  <a:lnTo>
                    <a:pt x="2541683" y="2076170"/>
                  </a:lnTo>
                  <a:lnTo>
                    <a:pt x="2598287" y="2112651"/>
                  </a:lnTo>
                  <a:lnTo>
                    <a:pt x="2651862" y="2152761"/>
                  </a:lnTo>
                  <a:lnTo>
                    <a:pt x="2702183" y="2195825"/>
                  </a:lnTo>
                  <a:lnTo>
                    <a:pt x="2749120" y="2240856"/>
                  </a:lnTo>
                  <a:lnTo>
                    <a:pt x="2794838" y="2289332"/>
                  </a:lnTo>
                  <a:lnTo>
                    <a:pt x="2839684" y="2341323"/>
                  </a:lnTo>
                  <a:lnTo>
                    <a:pt x="2883932" y="2396837"/>
                  </a:lnTo>
                  <a:lnTo>
                    <a:pt x="2927802" y="2455813"/>
                  </a:lnTo>
                  <a:lnTo>
                    <a:pt x="2971459" y="2518115"/>
                  </a:lnTo>
                  <a:lnTo>
                    <a:pt x="3015025" y="2583529"/>
                  </a:lnTo>
                  <a:lnTo>
                    <a:pt x="3058586" y="2651761"/>
                  </a:lnTo>
                  <a:lnTo>
                    <a:pt x="3102190" y="2722442"/>
                  </a:lnTo>
                  <a:lnTo>
                    <a:pt x="3145862" y="2795129"/>
                  </a:lnTo>
                  <a:lnTo>
                    <a:pt x="3189599" y="2869320"/>
                  </a:lnTo>
                  <a:lnTo>
                    <a:pt x="3233385" y="2944467"/>
                  </a:lnTo>
                  <a:lnTo>
                    <a:pt x="3277192" y="3019990"/>
                  </a:lnTo>
                  <a:lnTo>
                    <a:pt x="3320986" y="3095296"/>
                  </a:lnTo>
                  <a:lnTo>
                    <a:pt x="3364739" y="3169801"/>
                  </a:lnTo>
                  <a:lnTo>
                    <a:pt x="3408429" y="3242945"/>
                  </a:lnTo>
                  <a:lnTo>
                    <a:pt x="3452051" y="3314212"/>
                  </a:lnTo>
                  <a:lnTo>
                    <a:pt x="3495619" y="3383144"/>
                  </a:lnTo>
                  <a:lnTo>
                    <a:pt x="3539177" y="3449350"/>
                  </a:lnTo>
                  <a:lnTo>
                    <a:pt x="3582799" y="3512515"/>
                  </a:lnTo>
                  <a:lnTo>
                    <a:pt x="3626597" y="3572404"/>
                  </a:lnTo>
                  <a:lnTo>
                    <a:pt x="3670724" y="3628861"/>
                  </a:lnTo>
                  <a:lnTo>
                    <a:pt x="3715384" y="3681804"/>
                  </a:lnTo>
                  <a:lnTo>
                    <a:pt x="3760836" y="3731223"/>
                  </a:lnTo>
                  <a:lnTo>
                    <a:pt x="3807406" y="3777172"/>
                  </a:lnTo>
                  <a:lnTo>
                    <a:pt x="3820202" y="3788978"/>
                  </a:lnTo>
                  <a:lnTo>
                    <a:pt x="3871439" y="3832777"/>
                  </a:lnTo>
                  <a:lnTo>
                    <a:pt x="3925061" y="3872821"/>
                  </a:lnTo>
                  <a:lnTo>
                    <a:pt x="3981724" y="3909241"/>
                  </a:lnTo>
                  <a:lnTo>
                    <a:pt x="4042153" y="3942288"/>
                  </a:lnTo>
                  <a:lnTo>
                    <a:pt x="4107096" y="3972265"/>
                  </a:lnTo>
                  <a:lnTo>
                    <a:pt x="4177292" y="3999488"/>
                  </a:lnTo>
                  <a:lnTo>
                    <a:pt x="4253417" y="4024252"/>
                  </a:lnTo>
                  <a:lnTo>
                    <a:pt x="4336024" y="4046820"/>
                  </a:lnTo>
                  <a:lnTo>
                    <a:pt x="4425458" y="4067411"/>
                  </a:lnTo>
                  <a:lnTo>
                    <a:pt x="4521746" y="4086195"/>
                  </a:lnTo>
                  <a:lnTo>
                    <a:pt x="4624468" y="4103293"/>
                  </a:lnTo>
                  <a:lnTo>
                    <a:pt x="4732620" y="4118771"/>
                  </a:lnTo>
                  <a:lnTo>
                    <a:pt x="4844489" y="4132653"/>
                  </a:lnTo>
                  <a:lnTo>
                    <a:pt x="4957591" y="4144927"/>
                  </a:lnTo>
                  <a:lnTo>
                    <a:pt x="5068710" y="4155560"/>
                  </a:lnTo>
                  <a:lnTo>
                    <a:pt x="5174098" y="4164522"/>
                  </a:lnTo>
                  <a:lnTo>
                    <a:pt x="5269839" y="4171807"/>
                  </a:lnTo>
                  <a:lnTo>
                    <a:pt x="5352366" y="4177461"/>
                  </a:lnTo>
                  <a:lnTo>
                    <a:pt x="5419018" y="4181595"/>
                  </a:lnTo>
                  <a:lnTo>
                    <a:pt x="5468520" y="4184385"/>
                  </a:lnTo>
                  <a:lnTo>
                    <a:pt x="5501263" y="4186069"/>
                  </a:lnTo>
                  <a:lnTo>
                    <a:pt x="5519344" y="4186919"/>
                  </a:lnTo>
                  <a:lnTo>
                    <a:pt x="5526408" y="4187225"/>
                  </a:lnTo>
                  <a:lnTo>
                    <a:pt x="5527445" y="4187266"/>
                  </a:lnTo>
                  <a:lnTo>
                    <a:pt x="6522385" y="4187266"/>
                  </a:lnTo>
                  <a:lnTo>
                    <a:pt x="6523400" y="4187195"/>
                  </a:lnTo>
                  <a:lnTo>
                    <a:pt x="6530107" y="4186688"/>
                  </a:lnTo>
                  <a:lnTo>
                    <a:pt x="6547155" y="4185289"/>
                  </a:lnTo>
                  <a:lnTo>
                    <a:pt x="6577984" y="4182529"/>
                  </a:lnTo>
                  <a:lnTo>
                    <a:pt x="6624644" y="4177962"/>
                  </a:lnTo>
                  <a:lnTo>
                    <a:pt x="6687652" y="4171196"/>
                  </a:lnTo>
                  <a:lnTo>
                    <a:pt x="6765999" y="4161930"/>
                  </a:lnTo>
                  <a:lnTo>
                    <a:pt x="6857380" y="4149968"/>
                  </a:lnTo>
                  <a:lnTo>
                    <a:pt x="6958593" y="4135220"/>
                  </a:lnTo>
                  <a:lnTo>
                    <a:pt x="7066029" y="4117682"/>
                  </a:lnTo>
                  <a:lnTo>
                    <a:pt x="7176144" y="4097398"/>
                  </a:lnTo>
                  <a:lnTo>
                    <a:pt x="7285811" y="4074422"/>
                  </a:lnTo>
                  <a:lnTo>
                    <a:pt x="7392535" y="4048788"/>
                  </a:lnTo>
                  <a:lnTo>
                    <a:pt x="7494521" y="4020478"/>
                  </a:lnTo>
                  <a:lnTo>
                    <a:pt x="7590639" y="3989405"/>
                  </a:lnTo>
                  <a:lnTo>
                    <a:pt x="7680328" y="3955404"/>
                  </a:lnTo>
                  <a:lnTo>
                    <a:pt x="7763474" y="3918229"/>
                  </a:lnTo>
                  <a:lnTo>
                    <a:pt x="7840296" y="3877557"/>
                  </a:lnTo>
                  <a:lnTo>
                    <a:pt x="7911234" y="3832987"/>
                  </a:lnTo>
                  <a:lnTo>
                    <a:pt x="7976874" y="3784062"/>
                  </a:lnTo>
                  <a:lnTo>
                    <a:pt x="8037879" y="3730279"/>
                  </a:lnTo>
                  <a:lnTo>
                    <a:pt x="8094944" y="3671130"/>
                  </a:lnTo>
                  <a:lnTo>
                    <a:pt x="8148756" y="3606151"/>
                  </a:lnTo>
                  <a:lnTo>
                    <a:pt x="8199963" y="3535005"/>
                  </a:lnTo>
                  <a:lnTo>
                    <a:pt x="8229629" y="3489388"/>
                  </a:lnTo>
                  <a:lnTo>
                    <a:pt x="8267498" y="3426380"/>
                  </a:lnTo>
                  <a:lnTo>
                    <a:pt x="8304531" y="3359485"/>
                  </a:lnTo>
                  <a:lnTo>
                    <a:pt x="8340918" y="3288624"/>
                  </a:lnTo>
                  <a:lnTo>
                    <a:pt x="8376821" y="3213762"/>
                  </a:lnTo>
                  <a:lnTo>
                    <a:pt x="8412372" y="3134911"/>
                  </a:lnTo>
                  <a:lnTo>
                    <a:pt x="8447681" y="3052134"/>
                  </a:lnTo>
                  <a:lnTo>
                    <a:pt x="8482837" y="2965549"/>
                  </a:lnTo>
                  <a:lnTo>
                    <a:pt x="8517909" y="2875332"/>
                  </a:lnTo>
                  <a:lnTo>
                    <a:pt x="8552951" y="2781718"/>
                  </a:lnTo>
                  <a:lnTo>
                    <a:pt x="8587998" y="2684998"/>
                  </a:lnTo>
                  <a:lnTo>
                    <a:pt x="8623076" y="2585520"/>
                  </a:lnTo>
                  <a:lnTo>
                    <a:pt x="8658196" y="2483685"/>
                  </a:lnTo>
                  <a:lnTo>
                    <a:pt x="8693361" y="2379937"/>
                  </a:lnTo>
                  <a:lnTo>
                    <a:pt x="8728565" y="2274763"/>
                  </a:lnTo>
                  <a:lnTo>
                    <a:pt x="8763796" y="2168674"/>
                  </a:lnTo>
                  <a:lnTo>
                    <a:pt x="8799039" y="2062204"/>
                  </a:lnTo>
                  <a:lnTo>
                    <a:pt x="8834278" y="1955894"/>
                  </a:lnTo>
                  <a:lnTo>
                    <a:pt x="8869494" y="1850281"/>
                  </a:lnTo>
                  <a:lnTo>
                    <a:pt x="8904676" y="1745888"/>
                  </a:lnTo>
                  <a:lnTo>
                    <a:pt x="8939815" y="1643213"/>
                  </a:lnTo>
                  <a:lnTo>
                    <a:pt x="8974910" y="1542718"/>
                  </a:lnTo>
                  <a:lnTo>
                    <a:pt x="9009967" y="1444823"/>
                  </a:lnTo>
                  <a:lnTo>
                    <a:pt x="9045007" y="1349897"/>
                  </a:lnTo>
                  <a:lnTo>
                    <a:pt x="9080061" y="1258257"/>
                  </a:lnTo>
                  <a:lnTo>
                    <a:pt x="9115176" y="1170159"/>
                  </a:lnTo>
                  <a:lnTo>
                    <a:pt x="9150413" y="1085804"/>
                  </a:lnTo>
                  <a:lnTo>
                    <a:pt x="9185853" y="1005334"/>
                  </a:lnTo>
                  <a:lnTo>
                    <a:pt x="9221597" y="928833"/>
                  </a:lnTo>
                  <a:lnTo>
                    <a:pt x="9257767" y="856334"/>
                  </a:lnTo>
                  <a:lnTo>
                    <a:pt x="9294514" y="787821"/>
                  </a:lnTo>
                  <a:lnTo>
                    <a:pt x="9332015" y="723232"/>
                  </a:lnTo>
                  <a:lnTo>
                    <a:pt x="9347647" y="697877"/>
                  </a:lnTo>
                  <a:lnTo>
                    <a:pt x="9397574" y="622976"/>
                  </a:lnTo>
                  <a:lnTo>
                    <a:pt x="9449752" y="554331"/>
                  </a:lnTo>
                  <a:lnTo>
                    <a:pt x="9504788" y="491739"/>
                  </a:lnTo>
                  <a:lnTo>
                    <a:pt x="9563350" y="434802"/>
                  </a:lnTo>
                  <a:lnTo>
                    <a:pt x="9626131" y="383029"/>
                  </a:lnTo>
                  <a:lnTo>
                    <a:pt x="9693819" y="335909"/>
                  </a:lnTo>
                  <a:lnTo>
                    <a:pt x="9767053" y="292954"/>
                  </a:lnTo>
                  <a:lnTo>
                    <a:pt x="9846368" y="253728"/>
                  </a:lnTo>
                  <a:lnTo>
                    <a:pt x="9932128" y="217861"/>
                  </a:lnTo>
                  <a:lnTo>
                    <a:pt x="10024431" y="185059"/>
                  </a:lnTo>
                  <a:lnTo>
                    <a:pt x="10122999" y="155109"/>
                  </a:lnTo>
                  <a:lnTo>
                    <a:pt x="10227057" y="127878"/>
                  </a:lnTo>
                  <a:lnTo>
                    <a:pt x="10335216" y="103310"/>
                  </a:lnTo>
                  <a:lnTo>
                    <a:pt x="10445401" y="81407"/>
                  </a:lnTo>
                  <a:lnTo>
                    <a:pt x="10554847" y="62217"/>
                  </a:lnTo>
                  <a:lnTo>
                    <a:pt x="10660226" y="45795"/>
                  </a:lnTo>
                  <a:lnTo>
                    <a:pt x="10757918" y="32169"/>
                  </a:lnTo>
                  <a:lnTo>
                    <a:pt x="10844417" y="21304"/>
                  </a:lnTo>
                  <a:lnTo>
                    <a:pt x="10916824" y="13070"/>
                  </a:lnTo>
                  <a:lnTo>
                    <a:pt x="10973314" y="7228"/>
                  </a:lnTo>
                  <a:lnTo>
                    <a:pt x="11013476" y="3437"/>
                  </a:lnTo>
                  <a:lnTo>
                    <a:pt x="11038450" y="1278"/>
                  </a:lnTo>
                  <a:lnTo>
                    <a:pt x="11050866" y="293"/>
                  </a:lnTo>
                  <a:lnTo>
                    <a:pt x="11054669" y="1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6" name="pl235"/>
            <p:cNvSpPr/>
            <p:nvPr/>
          </p:nvSpPr>
          <p:spPr>
            <a:xfrm>
              <a:off x="1199187" y="1891704"/>
              <a:ext cx="12049831" cy="4187266"/>
            </a:xfrm>
            <a:custGeom>
              <a:avLst/>
              <a:pathLst>
                <a:path w="12049831" h="4187266">
                  <a:moveTo>
                    <a:pt x="12049831" y="0"/>
                  </a:moveTo>
                  <a:lnTo>
                    <a:pt x="11054891" y="0"/>
                  </a:lnTo>
                  <a:lnTo>
                    <a:pt x="11053877" y="71"/>
                  </a:lnTo>
                  <a:lnTo>
                    <a:pt x="11047170" y="577"/>
                  </a:lnTo>
                  <a:lnTo>
                    <a:pt x="11030122" y="1977"/>
                  </a:lnTo>
                  <a:lnTo>
                    <a:pt x="10999293" y="4736"/>
                  </a:lnTo>
                  <a:lnTo>
                    <a:pt x="10952632" y="9303"/>
                  </a:lnTo>
                  <a:lnTo>
                    <a:pt x="10889625" y="16069"/>
                  </a:lnTo>
                  <a:lnTo>
                    <a:pt x="10811278" y="25336"/>
                  </a:lnTo>
                  <a:lnTo>
                    <a:pt x="10719897" y="37298"/>
                  </a:lnTo>
                  <a:lnTo>
                    <a:pt x="10618684" y="52045"/>
                  </a:lnTo>
                  <a:lnTo>
                    <a:pt x="10511247" y="69583"/>
                  </a:lnTo>
                  <a:lnTo>
                    <a:pt x="10401133" y="89868"/>
                  </a:lnTo>
                  <a:lnTo>
                    <a:pt x="10291466" y="112843"/>
                  </a:lnTo>
                  <a:lnTo>
                    <a:pt x="10184742" y="138477"/>
                  </a:lnTo>
                  <a:lnTo>
                    <a:pt x="10082755" y="166788"/>
                  </a:lnTo>
                  <a:lnTo>
                    <a:pt x="9986637" y="197861"/>
                  </a:lnTo>
                  <a:lnTo>
                    <a:pt x="9896949" y="231862"/>
                  </a:lnTo>
                  <a:lnTo>
                    <a:pt x="9813802" y="269036"/>
                  </a:lnTo>
                  <a:lnTo>
                    <a:pt x="9736981" y="309709"/>
                  </a:lnTo>
                  <a:lnTo>
                    <a:pt x="9666043" y="354278"/>
                  </a:lnTo>
                  <a:lnTo>
                    <a:pt x="9600403" y="403204"/>
                  </a:lnTo>
                  <a:lnTo>
                    <a:pt x="9539397" y="456987"/>
                  </a:lnTo>
                  <a:lnTo>
                    <a:pt x="9482332" y="516136"/>
                  </a:lnTo>
                  <a:lnTo>
                    <a:pt x="9428520" y="581115"/>
                  </a:lnTo>
                  <a:lnTo>
                    <a:pt x="9377313" y="652261"/>
                  </a:lnTo>
                  <a:lnTo>
                    <a:pt x="9347647" y="697877"/>
                  </a:lnTo>
                  <a:lnTo>
                    <a:pt x="9309778" y="760886"/>
                  </a:lnTo>
                  <a:lnTo>
                    <a:pt x="9272746" y="827781"/>
                  </a:lnTo>
                  <a:lnTo>
                    <a:pt x="9236358" y="898641"/>
                  </a:lnTo>
                  <a:lnTo>
                    <a:pt x="9200456" y="973503"/>
                  </a:lnTo>
                  <a:lnTo>
                    <a:pt x="9164905" y="1052355"/>
                  </a:lnTo>
                  <a:lnTo>
                    <a:pt x="9129595" y="1135132"/>
                  </a:lnTo>
                  <a:lnTo>
                    <a:pt x="9094439" y="1221717"/>
                  </a:lnTo>
                  <a:lnTo>
                    <a:pt x="9059367" y="1311933"/>
                  </a:lnTo>
                  <a:lnTo>
                    <a:pt x="9024326" y="1405548"/>
                  </a:lnTo>
                  <a:lnTo>
                    <a:pt x="8989278" y="1502268"/>
                  </a:lnTo>
                  <a:lnTo>
                    <a:pt x="8954201" y="1601745"/>
                  </a:lnTo>
                  <a:lnTo>
                    <a:pt x="8919080" y="1703581"/>
                  </a:lnTo>
                  <a:lnTo>
                    <a:pt x="8883915" y="1807328"/>
                  </a:lnTo>
                  <a:lnTo>
                    <a:pt x="8848712" y="1912503"/>
                  </a:lnTo>
                  <a:lnTo>
                    <a:pt x="8813480" y="2018592"/>
                  </a:lnTo>
                  <a:lnTo>
                    <a:pt x="8778237" y="2125062"/>
                  </a:lnTo>
                  <a:lnTo>
                    <a:pt x="8742999" y="2231372"/>
                  </a:lnTo>
                  <a:lnTo>
                    <a:pt x="8707782" y="2336985"/>
                  </a:lnTo>
                  <a:lnTo>
                    <a:pt x="8672600" y="2441378"/>
                  </a:lnTo>
                  <a:lnTo>
                    <a:pt x="8637461" y="2544053"/>
                  </a:lnTo>
                  <a:lnTo>
                    <a:pt x="8602367" y="2644548"/>
                  </a:lnTo>
                  <a:lnTo>
                    <a:pt x="8567309" y="2742443"/>
                  </a:lnTo>
                  <a:lnTo>
                    <a:pt x="8532269" y="2837368"/>
                  </a:lnTo>
                  <a:lnTo>
                    <a:pt x="8497215" y="2929009"/>
                  </a:lnTo>
                  <a:lnTo>
                    <a:pt x="8462101" y="3017106"/>
                  </a:lnTo>
                  <a:lnTo>
                    <a:pt x="8426864" y="3101461"/>
                  </a:lnTo>
                  <a:lnTo>
                    <a:pt x="8391424" y="3181932"/>
                  </a:lnTo>
                  <a:lnTo>
                    <a:pt x="8355680" y="3258433"/>
                  </a:lnTo>
                  <a:lnTo>
                    <a:pt x="8319509" y="3330932"/>
                  </a:lnTo>
                  <a:lnTo>
                    <a:pt x="8282762" y="3399444"/>
                  </a:lnTo>
                  <a:lnTo>
                    <a:pt x="8245261" y="3464033"/>
                  </a:lnTo>
                  <a:lnTo>
                    <a:pt x="8229629" y="3489388"/>
                  </a:lnTo>
                  <a:lnTo>
                    <a:pt x="8179702" y="3564290"/>
                  </a:lnTo>
                  <a:lnTo>
                    <a:pt x="8127524" y="3632935"/>
                  </a:lnTo>
                  <a:lnTo>
                    <a:pt x="8072488" y="3695526"/>
                  </a:lnTo>
                  <a:lnTo>
                    <a:pt x="8013927" y="3752463"/>
                  </a:lnTo>
                  <a:lnTo>
                    <a:pt x="7951146" y="3804237"/>
                  </a:lnTo>
                  <a:lnTo>
                    <a:pt x="7883457" y="3851357"/>
                  </a:lnTo>
                  <a:lnTo>
                    <a:pt x="7810224" y="3894312"/>
                  </a:lnTo>
                  <a:lnTo>
                    <a:pt x="7730908" y="3933537"/>
                  </a:lnTo>
                  <a:lnTo>
                    <a:pt x="7645148" y="3969404"/>
                  </a:lnTo>
                  <a:lnTo>
                    <a:pt x="7552845" y="4002206"/>
                  </a:lnTo>
                  <a:lnTo>
                    <a:pt x="7454277" y="4032156"/>
                  </a:lnTo>
                  <a:lnTo>
                    <a:pt x="7350220" y="4059387"/>
                  </a:lnTo>
                  <a:lnTo>
                    <a:pt x="7242060" y="4083956"/>
                  </a:lnTo>
                  <a:lnTo>
                    <a:pt x="7131876" y="4105858"/>
                  </a:lnTo>
                  <a:lnTo>
                    <a:pt x="7022430" y="4125048"/>
                  </a:lnTo>
                  <a:lnTo>
                    <a:pt x="6917051" y="4141471"/>
                  </a:lnTo>
                  <a:lnTo>
                    <a:pt x="6819359" y="4155097"/>
                  </a:lnTo>
                  <a:lnTo>
                    <a:pt x="6732860" y="4165961"/>
                  </a:lnTo>
                  <a:lnTo>
                    <a:pt x="6660453" y="4174195"/>
                  </a:lnTo>
                  <a:lnTo>
                    <a:pt x="6603963" y="4180038"/>
                  </a:lnTo>
                  <a:lnTo>
                    <a:pt x="6563801" y="4183829"/>
                  </a:lnTo>
                  <a:lnTo>
                    <a:pt x="6538827" y="4185987"/>
                  </a:lnTo>
                  <a:lnTo>
                    <a:pt x="6526410" y="4186973"/>
                  </a:lnTo>
                  <a:lnTo>
                    <a:pt x="6522608" y="4187251"/>
                  </a:lnTo>
                  <a:lnTo>
                    <a:pt x="6522385" y="4187266"/>
                  </a:lnTo>
                  <a:lnTo>
                    <a:pt x="5527445" y="4187266"/>
                  </a:lnTo>
                  <a:lnTo>
                    <a:pt x="5526352" y="4187222"/>
                  </a:lnTo>
                  <a:lnTo>
                    <a:pt x="5519134" y="4186910"/>
                  </a:lnTo>
                  <a:lnTo>
                    <a:pt x="5500824" y="4186047"/>
                  </a:lnTo>
                  <a:lnTo>
                    <a:pt x="5467801" y="4184346"/>
                  </a:lnTo>
                  <a:lnTo>
                    <a:pt x="5417997" y="4181534"/>
                  </a:lnTo>
                  <a:lnTo>
                    <a:pt x="5351051" y="4177376"/>
                  </a:lnTo>
                  <a:lnTo>
                    <a:pt x="5268267" y="4171694"/>
                  </a:lnTo>
                  <a:lnTo>
                    <a:pt x="5172324" y="4164379"/>
                  </a:lnTo>
                  <a:lnTo>
                    <a:pt x="5066803" y="4155388"/>
                  </a:lnTo>
                  <a:lnTo>
                    <a:pt x="4955617" y="4144726"/>
                  </a:lnTo>
                  <a:lnTo>
                    <a:pt x="4842511" y="4132424"/>
                  </a:lnTo>
                  <a:lnTo>
                    <a:pt x="4730688" y="4118513"/>
                  </a:lnTo>
                  <a:lnTo>
                    <a:pt x="4622619" y="4103007"/>
                  </a:lnTo>
                  <a:lnTo>
                    <a:pt x="4520003" y="4085881"/>
                  </a:lnTo>
                  <a:lnTo>
                    <a:pt x="4423833" y="4067066"/>
                  </a:lnTo>
                  <a:lnTo>
                    <a:pt x="4334520" y="4046442"/>
                  </a:lnTo>
                  <a:lnTo>
                    <a:pt x="4252030" y="4023838"/>
                  </a:lnTo>
                  <a:lnTo>
                    <a:pt x="4176014" y="3999033"/>
                  </a:lnTo>
                  <a:lnTo>
                    <a:pt x="4105916" y="3971765"/>
                  </a:lnTo>
                  <a:lnTo>
                    <a:pt x="4041058" y="3941736"/>
                  </a:lnTo>
                  <a:lnTo>
                    <a:pt x="3980702" y="3908633"/>
                  </a:lnTo>
                  <a:lnTo>
                    <a:pt x="3924098" y="3872152"/>
                  </a:lnTo>
                  <a:lnTo>
                    <a:pt x="3870523" y="3832042"/>
                  </a:lnTo>
                  <a:lnTo>
                    <a:pt x="3820202" y="3788978"/>
                  </a:lnTo>
                  <a:lnTo>
                    <a:pt x="3773265" y="3743948"/>
                  </a:lnTo>
                  <a:lnTo>
                    <a:pt x="3727547" y="3695471"/>
                  </a:lnTo>
                  <a:lnTo>
                    <a:pt x="3682701" y="3643480"/>
                  </a:lnTo>
                  <a:lnTo>
                    <a:pt x="3638453" y="3587966"/>
                  </a:lnTo>
                  <a:lnTo>
                    <a:pt x="3594583" y="3528990"/>
                  </a:lnTo>
                  <a:lnTo>
                    <a:pt x="3550926" y="3466688"/>
                  </a:lnTo>
                  <a:lnTo>
                    <a:pt x="3507360" y="3401274"/>
                  </a:lnTo>
                  <a:lnTo>
                    <a:pt x="3463799" y="3333042"/>
                  </a:lnTo>
                  <a:lnTo>
                    <a:pt x="3420195" y="3262362"/>
                  </a:lnTo>
                  <a:lnTo>
                    <a:pt x="3376523" y="3189675"/>
                  </a:lnTo>
                  <a:lnTo>
                    <a:pt x="3332786" y="3115483"/>
                  </a:lnTo>
                  <a:lnTo>
                    <a:pt x="3289000" y="3040336"/>
                  </a:lnTo>
                  <a:lnTo>
                    <a:pt x="3245193" y="2964813"/>
                  </a:lnTo>
                  <a:lnTo>
                    <a:pt x="3201399" y="2889507"/>
                  </a:lnTo>
                  <a:lnTo>
                    <a:pt x="3157646" y="2815003"/>
                  </a:lnTo>
                  <a:lnTo>
                    <a:pt x="3113956" y="2741858"/>
                  </a:lnTo>
                  <a:lnTo>
                    <a:pt x="3070334" y="2670591"/>
                  </a:lnTo>
                  <a:lnTo>
                    <a:pt x="3026766" y="2601659"/>
                  </a:lnTo>
                  <a:lnTo>
                    <a:pt x="2983208" y="2535453"/>
                  </a:lnTo>
                  <a:lnTo>
                    <a:pt x="2939586" y="2472288"/>
                  </a:lnTo>
                  <a:lnTo>
                    <a:pt x="2895788" y="2412399"/>
                  </a:lnTo>
                  <a:lnTo>
                    <a:pt x="2851661" y="2355942"/>
                  </a:lnTo>
                  <a:lnTo>
                    <a:pt x="2807001" y="2302999"/>
                  </a:lnTo>
                  <a:lnTo>
                    <a:pt x="2761549" y="2253580"/>
                  </a:lnTo>
                  <a:lnTo>
                    <a:pt x="2714979" y="2207631"/>
                  </a:lnTo>
                  <a:lnTo>
                    <a:pt x="2702183" y="2195825"/>
                  </a:lnTo>
                  <a:lnTo>
                    <a:pt x="2650946" y="2152026"/>
                  </a:lnTo>
                  <a:lnTo>
                    <a:pt x="2597324" y="2111982"/>
                  </a:lnTo>
                  <a:lnTo>
                    <a:pt x="2540661" y="2075562"/>
                  </a:lnTo>
                  <a:lnTo>
                    <a:pt x="2480232" y="2042516"/>
                  </a:lnTo>
                  <a:lnTo>
                    <a:pt x="2415289" y="2012538"/>
                  </a:lnTo>
                  <a:lnTo>
                    <a:pt x="2345093" y="1985315"/>
                  </a:lnTo>
                  <a:lnTo>
                    <a:pt x="2268968" y="1960551"/>
                  </a:lnTo>
                  <a:lnTo>
                    <a:pt x="2186361" y="1937984"/>
                  </a:lnTo>
                  <a:lnTo>
                    <a:pt x="2096927" y="1917392"/>
                  </a:lnTo>
                  <a:lnTo>
                    <a:pt x="2000639" y="1898608"/>
                  </a:lnTo>
                  <a:lnTo>
                    <a:pt x="1897917" y="1881511"/>
                  </a:lnTo>
                  <a:lnTo>
                    <a:pt x="1789765" y="1866032"/>
                  </a:lnTo>
                  <a:lnTo>
                    <a:pt x="1677896" y="1852150"/>
                  </a:lnTo>
                  <a:lnTo>
                    <a:pt x="1564794" y="1839876"/>
                  </a:lnTo>
                  <a:lnTo>
                    <a:pt x="1453675" y="1829243"/>
                  </a:lnTo>
                  <a:lnTo>
                    <a:pt x="1348287" y="1820282"/>
                  </a:lnTo>
                  <a:lnTo>
                    <a:pt x="1252546" y="1812996"/>
                  </a:lnTo>
                  <a:lnTo>
                    <a:pt x="1170019" y="1807342"/>
                  </a:lnTo>
                  <a:lnTo>
                    <a:pt x="1103367" y="1803208"/>
                  </a:lnTo>
                  <a:lnTo>
                    <a:pt x="1053865" y="1800418"/>
                  </a:lnTo>
                  <a:lnTo>
                    <a:pt x="1021122" y="1798734"/>
                  </a:lnTo>
                  <a:lnTo>
                    <a:pt x="1003041" y="1797884"/>
                  </a:lnTo>
                  <a:lnTo>
                    <a:pt x="995977" y="1797579"/>
                  </a:lnTo>
                  <a:lnTo>
                    <a:pt x="994940" y="1797537"/>
                  </a:lnTo>
                  <a:lnTo>
                    <a:pt x="0" y="1797537"/>
                  </a:lnTo>
                  <a:lnTo>
                    <a:pt x="0" y="17975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7" name="pg236"/>
            <p:cNvSpPr/>
            <p:nvPr/>
          </p:nvSpPr>
          <p:spPr>
            <a:xfrm>
              <a:off x="1199187" y="2038442"/>
              <a:ext cx="12049831" cy="4051010"/>
            </a:xfrm>
            <a:custGeom>
              <a:avLst/>
              <a:pathLst>
                <a:path w="12049831" h="4051010">
                  <a:moveTo>
                    <a:pt x="0" y="1661281"/>
                  </a:moveTo>
                  <a:lnTo>
                    <a:pt x="994940" y="1661281"/>
                  </a:lnTo>
                  <a:lnTo>
                    <a:pt x="996033" y="1661324"/>
                  </a:lnTo>
                  <a:lnTo>
                    <a:pt x="1003251" y="1661637"/>
                  </a:lnTo>
                  <a:lnTo>
                    <a:pt x="1021561" y="1662499"/>
                  </a:lnTo>
                  <a:lnTo>
                    <a:pt x="1054584" y="1664200"/>
                  </a:lnTo>
                  <a:lnTo>
                    <a:pt x="1104388" y="1667012"/>
                  </a:lnTo>
                  <a:lnTo>
                    <a:pt x="1171334" y="1671171"/>
                  </a:lnTo>
                  <a:lnTo>
                    <a:pt x="1254118" y="1676853"/>
                  </a:lnTo>
                  <a:lnTo>
                    <a:pt x="1350061" y="1684168"/>
                  </a:lnTo>
                  <a:lnTo>
                    <a:pt x="1455582" y="1693158"/>
                  </a:lnTo>
                  <a:lnTo>
                    <a:pt x="1566768" y="1703821"/>
                  </a:lnTo>
                  <a:lnTo>
                    <a:pt x="1679874" y="1716123"/>
                  </a:lnTo>
                  <a:lnTo>
                    <a:pt x="1791697" y="1730033"/>
                  </a:lnTo>
                  <a:lnTo>
                    <a:pt x="1899766" y="1745539"/>
                  </a:lnTo>
                  <a:lnTo>
                    <a:pt x="2002382" y="1762665"/>
                  </a:lnTo>
                  <a:lnTo>
                    <a:pt x="2098552" y="1781480"/>
                  </a:lnTo>
                  <a:lnTo>
                    <a:pt x="2187865" y="1802105"/>
                  </a:lnTo>
                  <a:lnTo>
                    <a:pt x="2270355" y="1824709"/>
                  </a:lnTo>
                  <a:lnTo>
                    <a:pt x="2346371" y="1849514"/>
                  </a:lnTo>
                  <a:lnTo>
                    <a:pt x="2416469" y="1876782"/>
                  </a:lnTo>
                  <a:lnTo>
                    <a:pt x="2481327" y="1906810"/>
                  </a:lnTo>
                  <a:lnTo>
                    <a:pt x="2541683" y="1939914"/>
                  </a:lnTo>
                  <a:lnTo>
                    <a:pt x="2598287" y="1976395"/>
                  </a:lnTo>
                  <a:lnTo>
                    <a:pt x="2651862" y="2016504"/>
                  </a:lnTo>
                  <a:lnTo>
                    <a:pt x="2702183" y="2059569"/>
                  </a:lnTo>
                  <a:lnTo>
                    <a:pt x="2749120" y="2104599"/>
                  </a:lnTo>
                  <a:lnTo>
                    <a:pt x="2794838" y="2153075"/>
                  </a:lnTo>
                  <a:lnTo>
                    <a:pt x="2839684" y="2205066"/>
                  </a:lnTo>
                  <a:lnTo>
                    <a:pt x="2883932" y="2260581"/>
                  </a:lnTo>
                  <a:lnTo>
                    <a:pt x="2927802" y="2319557"/>
                  </a:lnTo>
                  <a:lnTo>
                    <a:pt x="2971459" y="2381858"/>
                  </a:lnTo>
                  <a:lnTo>
                    <a:pt x="3015025" y="2447272"/>
                  </a:lnTo>
                  <a:lnTo>
                    <a:pt x="3058586" y="2515505"/>
                  </a:lnTo>
                  <a:lnTo>
                    <a:pt x="3102190" y="2586185"/>
                  </a:lnTo>
                  <a:lnTo>
                    <a:pt x="3145862" y="2658872"/>
                  </a:lnTo>
                  <a:lnTo>
                    <a:pt x="3189599" y="2733064"/>
                  </a:lnTo>
                  <a:lnTo>
                    <a:pt x="3233385" y="2808211"/>
                  </a:lnTo>
                  <a:lnTo>
                    <a:pt x="3277192" y="2883733"/>
                  </a:lnTo>
                  <a:lnTo>
                    <a:pt x="3320986" y="2959039"/>
                  </a:lnTo>
                  <a:lnTo>
                    <a:pt x="3364739" y="3033544"/>
                  </a:lnTo>
                  <a:lnTo>
                    <a:pt x="3408429" y="3106688"/>
                  </a:lnTo>
                  <a:lnTo>
                    <a:pt x="3452051" y="3177956"/>
                  </a:lnTo>
                  <a:lnTo>
                    <a:pt x="3495619" y="3246888"/>
                  </a:lnTo>
                  <a:lnTo>
                    <a:pt x="3539177" y="3313094"/>
                  </a:lnTo>
                  <a:lnTo>
                    <a:pt x="3582799" y="3376259"/>
                  </a:lnTo>
                  <a:lnTo>
                    <a:pt x="3626597" y="3436148"/>
                  </a:lnTo>
                  <a:lnTo>
                    <a:pt x="3670724" y="3492604"/>
                  </a:lnTo>
                  <a:lnTo>
                    <a:pt x="3715384" y="3545547"/>
                  </a:lnTo>
                  <a:lnTo>
                    <a:pt x="3760836" y="3594967"/>
                  </a:lnTo>
                  <a:lnTo>
                    <a:pt x="3807406" y="3640916"/>
                  </a:lnTo>
                  <a:lnTo>
                    <a:pt x="3820202" y="3652721"/>
                  </a:lnTo>
                  <a:lnTo>
                    <a:pt x="3871439" y="3696520"/>
                  </a:lnTo>
                  <a:lnTo>
                    <a:pt x="3925061" y="3736565"/>
                  </a:lnTo>
                  <a:lnTo>
                    <a:pt x="3981724" y="3772984"/>
                  </a:lnTo>
                  <a:lnTo>
                    <a:pt x="4042153" y="3806031"/>
                  </a:lnTo>
                  <a:lnTo>
                    <a:pt x="4107096" y="3836009"/>
                  </a:lnTo>
                  <a:lnTo>
                    <a:pt x="4177292" y="3863231"/>
                  </a:lnTo>
                  <a:lnTo>
                    <a:pt x="4253417" y="3887995"/>
                  </a:lnTo>
                  <a:lnTo>
                    <a:pt x="4336024" y="3910563"/>
                  </a:lnTo>
                  <a:lnTo>
                    <a:pt x="4425458" y="3931154"/>
                  </a:lnTo>
                  <a:lnTo>
                    <a:pt x="4521746" y="3949939"/>
                  </a:lnTo>
                  <a:lnTo>
                    <a:pt x="4624468" y="3967036"/>
                  </a:lnTo>
                  <a:lnTo>
                    <a:pt x="4732620" y="3982514"/>
                  </a:lnTo>
                  <a:lnTo>
                    <a:pt x="4844489" y="3996397"/>
                  </a:lnTo>
                  <a:lnTo>
                    <a:pt x="4957591" y="4008671"/>
                  </a:lnTo>
                  <a:lnTo>
                    <a:pt x="5068710" y="4019304"/>
                  </a:lnTo>
                  <a:lnTo>
                    <a:pt x="5174098" y="4028265"/>
                  </a:lnTo>
                  <a:lnTo>
                    <a:pt x="5269839" y="4035551"/>
                  </a:lnTo>
                  <a:lnTo>
                    <a:pt x="5352366" y="4041205"/>
                  </a:lnTo>
                  <a:lnTo>
                    <a:pt x="5419018" y="4045338"/>
                  </a:lnTo>
                  <a:lnTo>
                    <a:pt x="5468520" y="4048129"/>
                  </a:lnTo>
                  <a:lnTo>
                    <a:pt x="5501263" y="4049812"/>
                  </a:lnTo>
                  <a:lnTo>
                    <a:pt x="5519344" y="4050663"/>
                  </a:lnTo>
                  <a:lnTo>
                    <a:pt x="5526408" y="4050968"/>
                  </a:lnTo>
                  <a:lnTo>
                    <a:pt x="5527445" y="4051010"/>
                  </a:lnTo>
                  <a:lnTo>
                    <a:pt x="6522385" y="4051010"/>
                  </a:lnTo>
                  <a:lnTo>
                    <a:pt x="6523407" y="4050940"/>
                  </a:lnTo>
                  <a:lnTo>
                    <a:pt x="6530160" y="4050447"/>
                  </a:lnTo>
                  <a:lnTo>
                    <a:pt x="6547324" y="4049085"/>
                  </a:lnTo>
                  <a:lnTo>
                    <a:pt x="6578353" y="4046400"/>
                  </a:lnTo>
                  <a:lnTo>
                    <a:pt x="6625302" y="4041955"/>
                  </a:lnTo>
                  <a:lnTo>
                    <a:pt x="6688672" y="4035372"/>
                  </a:lnTo>
                  <a:lnTo>
                    <a:pt x="6767430" y="4026358"/>
                  </a:lnTo>
                  <a:lnTo>
                    <a:pt x="6859236" y="4014724"/>
                  </a:lnTo>
                  <a:lnTo>
                    <a:pt x="6960854" y="4000386"/>
                  </a:lnTo>
                  <a:lnTo>
                    <a:pt x="7068646" y="3983339"/>
                  </a:lnTo>
                  <a:lnTo>
                    <a:pt x="7179048" y="3963627"/>
                  </a:lnTo>
                  <a:lnTo>
                    <a:pt x="7288926" y="3941304"/>
                  </a:lnTo>
                  <a:lnTo>
                    <a:pt x="7395786" y="3916400"/>
                  </a:lnTo>
                  <a:lnTo>
                    <a:pt x="7497840" y="3888896"/>
                  </a:lnTo>
                  <a:lnTo>
                    <a:pt x="7593971" y="3858705"/>
                  </a:lnTo>
                  <a:lnTo>
                    <a:pt x="7683630" y="3825666"/>
                  </a:lnTo>
                  <a:lnTo>
                    <a:pt x="7766720" y="3789534"/>
                  </a:lnTo>
                  <a:lnTo>
                    <a:pt x="7843468" y="3749992"/>
                  </a:lnTo>
                  <a:lnTo>
                    <a:pt x="7914328" y="3706649"/>
                  </a:lnTo>
                  <a:lnTo>
                    <a:pt x="7979893" y="3659055"/>
                  </a:lnTo>
                  <a:lnTo>
                    <a:pt x="8040835" y="3606721"/>
                  </a:lnTo>
                  <a:lnTo>
                    <a:pt x="8097852" y="3549154"/>
                  </a:lnTo>
                  <a:lnTo>
                    <a:pt x="8151636" y="3485906"/>
                  </a:lnTo>
                  <a:lnTo>
                    <a:pt x="8202837" y="3416659"/>
                  </a:lnTo>
                  <a:lnTo>
                    <a:pt x="8229629" y="3376715"/>
                  </a:lnTo>
                  <a:lnTo>
                    <a:pt x="8268054" y="3314904"/>
                  </a:lnTo>
                  <a:lnTo>
                    <a:pt x="8305620" y="3249223"/>
                  </a:lnTo>
                  <a:lnTo>
                    <a:pt x="8342527" y="3179595"/>
                  </a:lnTo>
                  <a:lnTo>
                    <a:pt x="8378941" y="3105985"/>
                  </a:lnTo>
                  <a:lnTo>
                    <a:pt x="8415001" y="3028407"/>
                  </a:lnTo>
                  <a:lnTo>
                    <a:pt x="8450818" y="2946929"/>
                  </a:lnTo>
                  <a:lnTo>
                    <a:pt x="8486486" y="2861676"/>
                  </a:lnTo>
                  <a:lnTo>
                    <a:pt x="8522073" y="2772830"/>
                  </a:lnTo>
                  <a:lnTo>
                    <a:pt x="8557634" y="2680635"/>
                  </a:lnTo>
                  <a:lnTo>
                    <a:pt x="8593205" y="2585393"/>
                  </a:lnTo>
                  <a:lnTo>
                    <a:pt x="8628810" y="2487462"/>
                  </a:lnTo>
                  <a:lnTo>
                    <a:pt x="8664459" y="2387256"/>
                  </a:lnTo>
                  <a:lnTo>
                    <a:pt x="8700154" y="2285229"/>
                  </a:lnTo>
                  <a:lnTo>
                    <a:pt x="8735888" y="2181879"/>
                  </a:lnTo>
                  <a:lnTo>
                    <a:pt x="8771646" y="2077729"/>
                  </a:lnTo>
                  <a:lnTo>
                    <a:pt x="8807413" y="1973319"/>
                  </a:lnTo>
                  <a:lnTo>
                    <a:pt x="8843171" y="1869196"/>
                  </a:lnTo>
                  <a:lnTo>
                    <a:pt x="8878902" y="1765899"/>
                  </a:lnTo>
                  <a:lnTo>
                    <a:pt x="8914595" y="1663952"/>
                  </a:lnTo>
                  <a:lnTo>
                    <a:pt x="8950243" y="1563849"/>
                  </a:lnTo>
                  <a:lnTo>
                    <a:pt x="8985845" y="1466043"/>
                  </a:lnTo>
                  <a:lnTo>
                    <a:pt x="9021415" y="1370944"/>
                  </a:lnTo>
                  <a:lnTo>
                    <a:pt x="9056976" y="1278909"/>
                  </a:lnTo>
                  <a:lnTo>
                    <a:pt x="9092566" y="1190238"/>
                  </a:lnTo>
                  <a:lnTo>
                    <a:pt x="9128239" y="1105169"/>
                  </a:lnTo>
                  <a:lnTo>
                    <a:pt x="9164067" y="1023883"/>
                  </a:lnTo>
                  <a:lnTo>
                    <a:pt x="9200141" y="946502"/>
                  </a:lnTo>
                  <a:lnTo>
                    <a:pt x="9236576" y="873090"/>
                  </a:lnTo>
                  <a:lnTo>
                    <a:pt x="9273512" y="803660"/>
                  </a:lnTo>
                  <a:lnTo>
                    <a:pt x="9311116" y="738175"/>
                  </a:lnTo>
                  <a:lnTo>
                    <a:pt x="9347647" y="679535"/>
                  </a:lnTo>
                  <a:lnTo>
                    <a:pt x="9397696" y="606999"/>
                  </a:lnTo>
                  <a:lnTo>
                    <a:pt x="9450008" y="540536"/>
                  </a:lnTo>
                  <a:lnTo>
                    <a:pt x="9505195" y="479949"/>
                  </a:lnTo>
                  <a:lnTo>
                    <a:pt x="9563929" y="424848"/>
                  </a:lnTo>
                  <a:lnTo>
                    <a:pt x="9626910" y="374756"/>
                  </a:lnTo>
                  <a:lnTo>
                    <a:pt x="9694830" y="329175"/>
                  </a:lnTo>
                  <a:lnTo>
                    <a:pt x="9768330" y="287632"/>
                  </a:lnTo>
                  <a:lnTo>
                    <a:pt x="9847948" y="249702"/>
                  </a:lnTo>
                  <a:lnTo>
                    <a:pt x="9934047" y="215027"/>
                  </a:lnTo>
                  <a:lnTo>
                    <a:pt x="10026718" y="183323"/>
                  </a:lnTo>
                  <a:lnTo>
                    <a:pt x="10125672" y="154383"/>
                  </a:lnTo>
                  <a:lnTo>
                    <a:pt x="10230113" y="128080"/>
                  </a:lnTo>
                  <a:lnTo>
                    <a:pt x="10338625" y="104362"/>
                  </a:lnTo>
                  <a:lnTo>
                    <a:pt x="10449096" y="83233"/>
                  </a:lnTo>
                  <a:lnTo>
                    <a:pt x="10558720" y="64739"/>
                  </a:lnTo>
                  <a:lnTo>
                    <a:pt x="10664130" y="48934"/>
                  </a:lnTo>
                  <a:lnTo>
                    <a:pt x="10761676" y="35844"/>
                  </a:lnTo>
                  <a:lnTo>
                    <a:pt x="10847843" y="25431"/>
                  </a:lnTo>
                  <a:lnTo>
                    <a:pt x="10919746" y="17565"/>
                  </a:lnTo>
                  <a:lnTo>
                    <a:pt x="10975604" y="12007"/>
                  </a:lnTo>
                  <a:lnTo>
                    <a:pt x="11015077" y="8423"/>
                  </a:lnTo>
                  <a:lnTo>
                    <a:pt x="11039387" y="6402"/>
                  </a:lnTo>
                  <a:lnTo>
                    <a:pt x="11051258" y="5495"/>
                  </a:lnTo>
                  <a:lnTo>
                    <a:pt x="11054726" y="525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70" y="69"/>
                  </a:lnTo>
                  <a:lnTo>
                    <a:pt x="11047116" y="562"/>
                  </a:lnTo>
                  <a:lnTo>
                    <a:pt x="11029953" y="1924"/>
                  </a:lnTo>
                  <a:lnTo>
                    <a:pt x="10998923" y="4610"/>
                  </a:lnTo>
                  <a:lnTo>
                    <a:pt x="10951974" y="9054"/>
                  </a:lnTo>
                  <a:lnTo>
                    <a:pt x="10888605" y="15637"/>
                  </a:lnTo>
                  <a:lnTo>
                    <a:pt x="10809847" y="24651"/>
                  </a:lnTo>
                  <a:lnTo>
                    <a:pt x="10718040" y="36285"/>
                  </a:lnTo>
                  <a:lnTo>
                    <a:pt x="10616423" y="50623"/>
                  </a:lnTo>
                  <a:lnTo>
                    <a:pt x="10508631" y="67670"/>
                  </a:lnTo>
                  <a:lnTo>
                    <a:pt x="10398229" y="87382"/>
                  </a:lnTo>
                  <a:lnTo>
                    <a:pt x="10288350" y="109706"/>
                  </a:lnTo>
                  <a:lnTo>
                    <a:pt x="10181491" y="134609"/>
                  </a:lnTo>
                  <a:lnTo>
                    <a:pt x="10079436" y="162113"/>
                  </a:lnTo>
                  <a:lnTo>
                    <a:pt x="9983306" y="192304"/>
                  </a:lnTo>
                  <a:lnTo>
                    <a:pt x="9893646" y="225344"/>
                  </a:lnTo>
                  <a:lnTo>
                    <a:pt x="9810557" y="261475"/>
                  </a:lnTo>
                  <a:lnTo>
                    <a:pt x="9733809" y="301017"/>
                  </a:lnTo>
                  <a:lnTo>
                    <a:pt x="9662949" y="344360"/>
                  </a:lnTo>
                  <a:lnTo>
                    <a:pt x="9597383" y="391954"/>
                  </a:lnTo>
                  <a:lnTo>
                    <a:pt x="9536442" y="444288"/>
                  </a:lnTo>
                  <a:lnTo>
                    <a:pt x="9479425" y="501855"/>
                  </a:lnTo>
                  <a:lnTo>
                    <a:pt x="9425640" y="565103"/>
                  </a:lnTo>
                  <a:lnTo>
                    <a:pt x="9374440" y="634350"/>
                  </a:lnTo>
                  <a:lnTo>
                    <a:pt x="9347647" y="674294"/>
                  </a:lnTo>
                  <a:lnTo>
                    <a:pt x="9309223" y="736106"/>
                  </a:lnTo>
                  <a:lnTo>
                    <a:pt x="9271657" y="801786"/>
                  </a:lnTo>
                  <a:lnTo>
                    <a:pt x="9234750" y="871414"/>
                  </a:lnTo>
                  <a:lnTo>
                    <a:pt x="9198336" y="945025"/>
                  </a:lnTo>
                  <a:lnTo>
                    <a:pt x="9162276" y="1022602"/>
                  </a:lnTo>
                  <a:lnTo>
                    <a:pt x="9126458" y="1104080"/>
                  </a:lnTo>
                  <a:lnTo>
                    <a:pt x="9090791" y="1189333"/>
                  </a:lnTo>
                  <a:lnTo>
                    <a:pt x="9055204" y="1278179"/>
                  </a:lnTo>
                  <a:lnTo>
                    <a:pt x="9019643" y="1370374"/>
                  </a:lnTo>
                  <a:lnTo>
                    <a:pt x="8984072" y="1465616"/>
                  </a:lnTo>
                  <a:lnTo>
                    <a:pt x="8948467" y="1563547"/>
                  </a:lnTo>
                  <a:lnTo>
                    <a:pt x="8912817" y="1663754"/>
                  </a:lnTo>
                  <a:lnTo>
                    <a:pt x="8877122" y="1765780"/>
                  </a:lnTo>
                  <a:lnTo>
                    <a:pt x="8841389" y="1869130"/>
                  </a:lnTo>
                  <a:lnTo>
                    <a:pt x="8805630" y="1973280"/>
                  </a:lnTo>
                  <a:lnTo>
                    <a:pt x="8769863" y="2077690"/>
                  </a:lnTo>
                  <a:lnTo>
                    <a:pt x="8734106" y="2181813"/>
                  </a:lnTo>
                  <a:lnTo>
                    <a:pt x="8698374" y="2285110"/>
                  </a:lnTo>
                  <a:lnTo>
                    <a:pt x="8662681" y="2387057"/>
                  </a:lnTo>
                  <a:lnTo>
                    <a:pt x="8627034" y="2487161"/>
                  </a:lnTo>
                  <a:lnTo>
                    <a:pt x="8591431" y="2584966"/>
                  </a:lnTo>
                  <a:lnTo>
                    <a:pt x="8555861" y="2680065"/>
                  </a:lnTo>
                  <a:lnTo>
                    <a:pt x="8520300" y="2772100"/>
                  </a:lnTo>
                  <a:lnTo>
                    <a:pt x="8484710" y="2860772"/>
                  </a:lnTo>
                  <a:lnTo>
                    <a:pt x="8449037" y="2945840"/>
                  </a:lnTo>
                  <a:lnTo>
                    <a:pt x="8413210" y="3027126"/>
                  </a:lnTo>
                  <a:lnTo>
                    <a:pt x="8377135" y="3104507"/>
                  </a:lnTo>
                  <a:lnTo>
                    <a:pt x="8340700" y="3177919"/>
                  </a:lnTo>
                  <a:lnTo>
                    <a:pt x="8303765" y="3247349"/>
                  </a:lnTo>
                  <a:lnTo>
                    <a:pt x="8266161" y="3312835"/>
                  </a:lnTo>
                  <a:lnTo>
                    <a:pt x="8229629" y="3371474"/>
                  </a:lnTo>
                  <a:lnTo>
                    <a:pt x="8179580" y="3444010"/>
                  </a:lnTo>
                  <a:lnTo>
                    <a:pt x="8127268" y="3510473"/>
                  </a:lnTo>
                  <a:lnTo>
                    <a:pt x="8072081" y="3571060"/>
                  </a:lnTo>
                  <a:lnTo>
                    <a:pt x="8013347" y="3626161"/>
                  </a:lnTo>
                  <a:lnTo>
                    <a:pt x="7950366" y="3676253"/>
                  </a:lnTo>
                  <a:lnTo>
                    <a:pt x="7882447" y="3721834"/>
                  </a:lnTo>
                  <a:lnTo>
                    <a:pt x="7808947" y="3763377"/>
                  </a:lnTo>
                  <a:lnTo>
                    <a:pt x="7729328" y="3801307"/>
                  </a:lnTo>
                  <a:lnTo>
                    <a:pt x="7643229" y="3835982"/>
                  </a:lnTo>
                  <a:lnTo>
                    <a:pt x="7550558" y="3867687"/>
                  </a:lnTo>
                  <a:lnTo>
                    <a:pt x="7451605" y="3896627"/>
                  </a:lnTo>
                  <a:lnTo>
                    <a:pt x="7347164" y="3922929"/>
                  </a:lnTo>
                  <a:lnTo>
                    <a:pt x="7238651" y="3946647"/>
                  </a:lnTo>
                  <a:lnTo>
                    <a:pt x="7128181" y="3967776"/>
                  </a:lnTo>
                  <a:lnTo>
                    <a:pt x="7018557" y="3986270"/>
                  </a:lnTo>
                  <a:lnTo>
                    <a:pt x="6913146" y="4002075"/>
                  </a:lnTo>
                  <a:lnTo>
                    <a:pt x="6815600" y="4015165"/>
                  </a:lnTo>
                  <a:lnTo>
                    <a:pt x="6729434" y="4025578"/>
                  </a:lnTo>
                  <a:lnTo>
                    <a:pt x="6657531" y="4033445"/>
                  </a:lnTo>
                  <a:lnTo>
                    <a:pt x="6601672" y="4039002"/>
                  </a:lnTo>
                  <a:lnTo>
                    <a:pt x="6562200" y="4042587"/>
                  </a:lnTo>
                  <a:lnTo>
                    <a:pt x="6537889" y="4044608"/>
                  </a:lnTo>
                  <a:lnTo>
                    <a:pt x="6526019" y="4045514"/>
                  </a:lnTo>
                  <a:lnTo>
                    <a:pt x="6522550" y="4045758"/>
                  </a:lnTo>
                  <a:lnTo>
                    <a:pt x="6522385" y="4045769"/>
                  </a:lnTo>
                  <a:lnTo>
                    <a:pt x="5527445" y="4045769"/>
                  </a:lnTo>
                  <a:lnTo>
                    <a:pt x="5526352" y="4045725"/>
                  </a:lnTo>
                  <a:lnTo>
                    <a:pt x="5519134" y="4045413"/>
                  </a:lnTo>
                  <a:lnTo>
                    <a:pt x="5500824" y="4044550"/>
                  </a:lnTo>
                  <a:lnTo>
                    <a:pt x="5467801" y="4042849"/>
                  </a:lnTo>
                  <a:lnTo>
                    <a:pt x="5417997" y="4040037"/>
                  </a:lnTo>
                  <a:lnTo>
                    <a:pt x="5351051" y="4035879"/>
                  </a:lnTo>
                  <a:lnTo>
                    <a:pt x="5268267" y="4030197"/>
                  </a:lnTo>
                  <a:lnTo>
                    <a:pt x="5172324" y="4022882"/>
                  </a:lnTo>
                  <a:lnTo>
                    <a:pt x="5066803" y="4013891"/>
                  </a:lnTo>
                  <a:lnTo>
                    <a:pt x="4955617" y="4003229"/>
                  </a:lnTo>
                  <a:lnTo>
                    <a:pt x="4842511" y="3990927"/>
                  </a:lnTo>
                  <a:lnTo>
                    <a:pt x="4730688" y="3977016"/>
                  </a:lnTo>
                  <a:lnTo>
                    <a:pt x="4622619" y="3961510"/>
                  </a:lnTo>
                  <a:lnTo>
                    <a:pt x="4520003" y="3944384"/>
                  </a:lnTo>
                  <a:lnTo>
                    <a:pt x="4423833" y="3925569"/>
                  </a:lnTo>
                  <a:lnTo>
                    <a:pt x="4334520" y="3904945"/>
                  </a:lnTo>
                  <a:lnTo>
                    <a:pt x="4252030" y="3882341"/>
                  </a:lnTo>
                  <a:lnTo>
                    <a:pt x="4176014" y="3857536"/>
                  </a:lnTo>
                  <a:lnTo>
                    <a:pt x="4105916" y="3830268"/>
                  </a:lnTo>
                  <a:lnTo>
                    <a:pt x="4041058" y="3800239"/>
                  </a:lnTo>
                  <a:lnTo>
                    <a:pt x="3980702" y="3767136"/>
                  </a:lnTo>
                  <a:lnTo>
                    <a:pt x="3924098" y="3730655"/>
                  </a:lnTo>
                  <a:lnTo>
                    <a:pt x="3870523" y="3690545"/>
                  </a:lnTo>
                  <a:lnTo>
                    <a:pt x="3820202" y="3647481"/>
                  </a:lnTo>
                  <a:lnTo>
                    <a:pt x="3773265" y="3602451"/>
                  </a:lnTo>
                  <a:lnTo>
                    <a:pt x="3727547" y="3553974"/>
                  </a:lnTo>
                  <a:lnTo>
                    <a:pt x="3682701" y="3501983"/>
                  </a:lnTo>
                  <a:lnTo>
                    <a:pt x="3638453" y="3446469"/>
                  </a:lnTo>
                  <a:lnTo>
                    <a:pt x="3594583" y="3387493"/>
                  </a:lnTo>
                  <a:lnTo>
                    <a:pt x="3550926" y="3325191"/>
                  </a:lnTo>
                  <a:lnTo>
                    <a:pt x="3507360" y="3259777"/>
                  </a:lnTo>
                  <a:lnTo>
                    <a:pt x="3463799" y="3191545"/>
                  </a:lnTo>
                  <a:lnTo>
                    <a:pt x="3420195" y="3120864"/>
                  </a:lnTo>
                  <a:lnTo>
                    <a:pt x="3376523" y="3048177"/>
                  </a:lnTo>
                  <a:lnTo>
                    <a:pt x="3332786" y="2973986"/>
                  </a:lnTo>
                  <a:lnTo>
                    <a:pt x="3289000" y="2898839"/>
                  </a:lnTo>
                  <a:lnTo>
                    <a:pt x="3245193" y="2823316"/>
                  </a:lnTo>
                  <a:lnTo>
                    <a:pt x="3201399" y="2748010"/>
                  </a:lnTo>
                  <a:lnTo>
                    <a:pt x="3157646" y="2673505"/>
                  </a:lnTo>
                  <a:lnTo>
                    <a:pt x="3113956" y="2600361"/>
                  </a:lnTo>
                  <a:lnTo>
                    <a:pt x="3070334" y="2529094"/>
                  </a:lnTo>
                  <a:lnTo>
                    <a:pt x="3026766" y="2460162"/>
                  </a:lnTo>
                  <a:lnTo>
                    <a:pt x="2983208" y="2393956"/>
                  </a:lnTo>
                  <a:lnTo>
                    <a:pt x="2939586" y="2330791"/>
                  </a:lnTo>
                  <a:lnTo>
                    <a:pt x="2895788" y="2270902"/>
                  </a:lnTo>
                  <a:lnTo>
                    <a:pt x="2851661" y="2214445"/>
                  </a:lnTo>
                  <a:lnTo>
                    <a:pt x="2807001" y="2161502"/>
                  </a:lnTo>
                  <a:lnTo>
                    <a:pt x="2761549" y="2112083"/>
                  </a:lnTo>
                  <a:lnTo>
                    <a:pt x="2714979" y="2066134"/>
                  </a:lnTo>
                  <a:lnTo>
                    <a:pt x="2702183" y="2054328"/>
                  </a:lnTo>
                  <a:lnTo>
                    <a:pt x="2650946" y="2010529"/>
                  </a:lnTo>
                  <a:lnTo>
                    <a:pt x="2597324" y="1970485"/>
                  </a:lnTo>
                  <a:lnTo>
                    <a:pt x="2540661" y="1934065"/>
                  </a:lnTo>
                  <a:lnTo>
                    <a:pt x="2480232" y="1901018"/>
                  </a:lnTo>
                  <a:lnTo>
                    <a:pt x="2415289" y="1871041"/>
                  </a:lnTo>
                  <a:lnTo>
                    <a:pt x="2345093" y="1843818"/>
                  </a:lnTo>
                  <a:lnTo>
                    <a:pt x="2268968" y="1819054"/>
                  </a:lnTo>
                  <a:lnTo>
                    <a:pt x="2186361" y="1796486"/>
                  </a:lnTo>
                  <a:lnTo>
                    <a:pt x="2096927" y="1775895"/>
                  </a:lnTo>
                  <a:lnTo>
                    <a:pt x="2000639" y="1757111"/>
                  </a:lnTo>
                  <a:lnTo>
                    <a:pt x="1897917" y="1740013"/>
                  </a:lnTo>
                  <a:lnTo>
                    <a:pt x="1789765" y="1724535"/>
                  </a:lnTo>
                  <a:lnTo>
                    <a:pt x="1677896" y="1710653"/>
                  </a:lnTo>
                  <a:lnTo>
                    <a:pt x="1564794" y="1698379"/>
                  </a:lnTo>
                  <a:lnTo>
                    <a:pt x="1453675" y="1687746"/>
                  </a:lnTo>
                  <a:lnTo>
                    <a:pt x="1348287" y="1678784"/>
                  </a:lnTo>
                  <a:lnTo>
                    <a:pt x="1252546" y="1671499"/>
                  </a:lnTo>
                  <a:lnTo>
                    <a:pt x="1170019" y="1665845"/>
                  </a:lnTo>
                  <a:lnTo>
                    <a:pt x="1103367" y="1661711"/>
                  </a:lnTo>
                  <a:lnTo>
                    <a:pt x="1053865" y="1658921"/>
                  </a:lnTo>
                  <a:lnTo>
                    <a:pt x="1021122" y="1657237"/>
                  </a:lnTo>
                  <a:lnTo>
                    <a:pt x="1003041" y="1656387"/>
                  </a:lnTo>
                  <a:lnTo>
                    <a:pt x="995977" y="1656081"/>
                  </a:lnTo>
                  <a:lnTo>
                    <a:pt x="994940" y="1656040"/>
                  </a:lnTo>
                  <a:lnTo>
                    <a:pt x="0" y="165604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38" name="pl237"/>
            <p:cNvSpPr/>
            <p:nvPr/>
          </p:nvSpPr>
          <p:spPr>
            <a:xfrm>
              <a:off x="1199187" y="2043682"/>
              <a:ext cx="12049831" cy="4045769"/>
            </a:xfrm>
            <a:custGeom>
              <a:avLst/>
              <a:pathLst>
                <a:path w="12049831" h="4045769">
                  <a:moveTo>
                    <a:pt x="0" y="1656040"/>
                  </a:moveTo>
                  <a:lnTo>
                    <a:pt x="994940" y="1656040"/>
                  </a:lnTo>
                  <a:lnTo>
                    <a:pt x="996033" y="1656084"/>
                  </a:lnTo>
                  <a:lnTo>
                    <a:pt x="1003251" y="1656396"/>
                  </a:lnTo>
                  <a:lnTo>
                    <a:pt x="1021561" y="1657259"/>
                  </a:lnTo>
                  <a:lnTo>
                    <a:pt x="1054584" y="1658960"/>
                  </a:lnTo>
                  <a:lnTo>
                    <a:pt x="1104388" y="1661772"/>
                  </a:lnTo>
                  <a:lnTo>
                    <a:pt x="1171334" y="1665930"/>
                  </a:lnTo>
                  <a:lnTo>
                    <a:pt x="1254118" y="1671612"/>
                  </a:lnTo>
                  <a:lnTo>
                    <a:pt x="1350061" y="1678927"/>
                  </a:lnTo>
                  <a:lnTo>
                    <a:pt x="1455582" y="1687918"/>
                  </a:lnTo>
                  <a:lnTo>
                    <a:pt x="1566768" y="1698580"/>
                  </a:lnTo>
                  <a:lnTo>
                    <a:pt x="1679874" y="1710882"/>
                  </a:lnTo>
                  <a:lnTo>
                    <a:pt x="1791697" y="1724793"/>
                  </a:lnTo>
                  <a:lnTo>
                    <a:pt x="1899766" y="1740299"/>
                  </a:lnTo>
                  <a:lnTo>
                    <a:pt x="2002382" y="1757425"/>
                  </a:lnTo>
                  <a:lnTo>
                    <a:pt x="2098552" y="1776240"/>
                  </a:lnTo>
                  <a:lnTo>
                    <a:pt x="2187865" y="1796864"/>
                  </a:lnTo>
                  <a:lnTo>
                    <a:pt x="2270355" y="1819468"/>
                  </a:lnTo>
                  <a:lnTo>
                    <a:pt x="2346371" y="1844273"/>
                  </a:lnTo>
                  <a:lnTo>
                    <a:pt x="2416469" y="1871541"/>
                  </a:lnTo>
                  <a:lnTo>
                    <a:pt x="2481327" y="1901570"/>
                  </a:lnTo>
                  <a:lnTo>
                    <a:pt x="2541683" y="1934673"/>
                  </a:lnTo>
                  <a:lnTo>
                    <a:pt x="2598287" y="1971154"/>
                  </a:lnTo>
                  <a:lnTo>
                    <a:pt x="2651862" y="2011264"/>
                  </a:lnTo>
                  <a:lnTo>
                    <a:pt x="2702183" y="2054328"/>
                  </a:lnTo>
                  <a:lnTo>
                    <a:pt x="2749120" y="2099358"/>
                  </a:lnTo>
                  <a:lnTo>
                    <a:pt x="2794838" y="2147835"/>
                  </a:lnTo>
                  <a:lnTo>
                    <a:pt x="2839684" y="2199826"/>
                  </a:lnTo>
                  <a:lnTo>
                    <a:pt x="2883932" y="2255340"/>
                  </a:lnTo>
                  <a:lnTo>
                    <a:pt x="2927802" y="2314316"/>
                  </a:lnTo>
                  <a:lnTo>
                    <a:pt x="2971459" y="2376618"/>
                  </a:lnTo>
                  <a:lnTo>
                    <a:pt x="3015025" y="2442032"/>
                  </a:lnTo>
                  <a:lnTo>
                    <a:pt x="3058586" y="2510264"/>
                  </a:lnTo>
                  <a:lnTo>
                    <a:pt x="3102190" y="2580944"/>
                  </a:lnTo>
                  <a:lnTo>
                    <a:pt x="3145862" y="2653631"/>
                  </a:lnTo>
                  <a:lnTo>
                    <a:pt x="3189599" y="2727823"/>
                  </a:lnTo>
                  <a:lnTo>
                    <a:pt x="3233385" y="2802970"/>
                  </a:lnTo>
                  <a:lnTo>
                    <a:pt x="3277192" y="2878493"/>
                  </a:lnTo>
                  <a:lnTo>
                    <a:pt x="3320986" y="2953799"/>
                  </a:lnTo>
                  <a:lnTo>
                    <a:pt x="3364739" y="3028304"/>
                  </a:lnTo>
                  <a:lnTo>
                    <a:pt x="3408429" y="3101448"/>
                  </a:lnTo>
                  <a:lnTo>
                    <a:pt x="3452051" y="3172715"/>
                  </a:lnTo>
                  <a:lnTo>
                    <a:pt x="3495619" y="3241647"/>
                  </a:lnTo>
                  <a:lnTo>
                    <a:pt x="3539177" y="3307853"/>
                  </a:lnTo>
                  <a:lnTo>
                    <a:pt x="3582799" y="3371018"/>
                  </a:lnTo>
                  <a:lnTo>
                    <a:pt x="3626597" y="3430907"/>
                  </a:lnTo>
                  <a:lnTo>
                    <a:pt x="3670724" y="3487364"/>
                  </a:lnTo>
                  <a:lnTo>
                    <a:pt x="3715384" y="3540307"/>
                  </a:lnTo>
                  <a:lnTo>
                    <a:pt x="3760836" y="3589726"/>
                  </a:lnTo>
                  <a:lnTo>
                    <a:pt x="3807406" y="3635675"/>
                  </a:lnTo>
                  <a:lnTo>
                    <a:pt x="3820202" y="3647481"/>
                  </a:lnTo>
                  <a:lnTo>
                    <a:pt x="3871439" y="3691280"/>
                  </a:lnTo>
                  <a:lnTo>
                    <a:pt x="3925061" y="3731324"/>
                  </a:lnTo>
                  <a:lnTo>
                    <a:pt x="3981724" y="3767744"/>
                  </a:lnTo>
                  <a:lnTo>
                    <a:pt x="4042153" y="3800790"/>
                  </a:lnTo>
                  <a:lnTo>
                    <a:pt x="4107096" y="3830768"/>
                  </a:lnTo>
                  <a:lnTo>
                    <a:pt x="4177292" y="3857991"/>
                  </a:lnTo>
                  <a:lnTo>
                    <a:pt x="4253417" y="3882755"/>
                  </a:lnTo>
                  <a:lnTo>
                    <a:pt x="4336024" y="3905323"/>
                  </a:lnTo>
                  <a:lnTo>
                    <a:pt x="4425458" y="3925914"/>
                  </a:lnTo>
                  <a:lnTo>
                    <a:pt x="4521746" y="3944698"/>
                  </a:lnTo>
                  <a:lnTo>
                    <a:pt x="4624468" y="3961795"/>
                  </a:lnTo>
                  <a:lnTo>
                    <a:pt x="4732620" y="3977274"/>
                  </a:lnTo>
                  <a:lnTo>
                    <a:pt x="4844489" y="3991156"/>
                  </a:lnTo>
                  <a:lnTo>
                    <a:pt x="4957591" y="4003430"/>
                  </a:lnTo>
                  <a:lnTo>
                    <a:pt x="5068710" y="4014063"/>
                  </a:lnTo>
                  <a:lnTo>
                    <a:pt x="5174098" y="4023024"/>
                  </a:lnTo>
                  <a:lnTo>
                    <a:pt x="5269839" y="4030310"/>
                  </a:lnTo>
                  <a:lnTo>
                    <a:pt x="5352366" y="4035964"/>
                  </a:lnTo>
                  <a:lnTo>
                    <a:pt x="5419018" y="4040098"/>
                  </a:lnTo>
                  <a:lnTo>
                    <a:pt x="5468520" y="4042888"/>
                  </a:lnTo>
                  <a:lnTo>
                    <a:pt x="5501263" y="4044572"/>
                  </a:lnTo>
                  <a:lnTo>
                    <a:pt x="5519344" y="4045422"/>
                  </a:lnTo>
                  <a:lnTo>
                    <a:pt x="5526408" y="4045727"/>
                  </a:lnTo>
                  <a:lnTo>
                    <a:pt x="5527445" y="4045769"/>
                  </a:lnTo>
                  <a:lnTo>
                    <a:pt x="6522385" y="4045769"/>
                  </a:lnTo>
                  <a:lnTo>
                    <a:pt x="6523407" y="4045700"/>
                  </a:lnTo>
                  <a:lnTo>
                    <a:pt x="6530160" y="4045207"/>
                  </a:lnTo>
                  <a:lnTo>
                    <a:pt x="6547324" y="4043845"/>
                  </a:lnTo>
                  <a:lnTo>
                    <a:pt x="6578353" y="4041159"/>
                  </a:lnTo>
                  <a:lnTo>
                    <a:pt x="6625302" y="4036715"/>
                  </a:lnTo>
                  <a:lnTo>
                    <a:pt x="6688672" y="4030132"/>
                  </a:lnTo>
                  <a:lnTo>
                    <a:pt x="6767430" y="4021117"/>
                  </a:lnTo>
                  <a:lnTo>
                    <a:pt x="6859236" y="4009484"/>
                  </a:lnTo>
                  <a:lnTo>
                    <a:pt x="6960854" y="3995145"/>
                  </a:lnTo>
                  <a:lnTo>
                    <a:pt x="7068646" y="3978098"/>
                  </a:lnTo>
                  <a:lnTo>
                    <a:pt x="7179048" y="3958386"/>
                  </a:lnTo>
                  <a:lnTo>
                    <a:pt x="7288926" y="3936063"/>
                  </a:lnTo>
                  <a:lnTo>
                    <a:pt x="7395786" y="3911159"/>
                  </a:lnTo>
                  <a:lnTo>
                    <a:pt x="7497840" y="3883655"/>
                  </a:lnTo>
                  <a:lnTo>
                    <a:pt x="7593971" y="3853465"/>
                  </a:lnTo>
                  <a:lnTo>
                    <a:pt x="7683630" y="3820425"/>
                  </a:lnTo>
                  <a:lnTo>
                    <a:pt x="7766720" y="3784294"/>
                  </a:lnTo>
                  <a:lnTo>
                    <a:pt x="7843468" y="3744751"/>
                  </a:lnTo>
                  <a:lnTo>
                    <a:pt x="7914328" y="3701408"/>
                  </a:lnTo>
                  <a:lnTo>
                    <a:pt x="7979893" y="3653814"/>
                  </a:lnTo>
                  <a:lnTo>
                    <a:pt x="8040835" y="3601481"/>
                  </a:lnTo>
                  <a:lnTo>
                    <a:pt x="8097852" y="3543914"/>
                  </a:lnTo>
                  <a:lnTo>
                    <a:pt x="8151636" y="3480665"/>
                  </a:lnTo>
                  <a:lnTo>
                    <a:pt x="8202837" y="3411418"/>
                  </a:lnTo>
                  <a:lnTo>
                    <a:pt x="8229629" y="3371474"/>
                  </a:lnTo>
                  <a:lnTo>
                    <a:pt x="8268054" y="3309663"/>
                  </a:lnTo>
                  <a:lnTo>
                    <a:pt x="8305620" y="3243982"/>
                  </a:lnTo>
                  <a:lnTo>
                    <a:pt x="8342527" y="3174354"/>
                  </a:lnTo>
                  <a:lnTo>
                    <a:pt x="8378941" y="3100744"/>
                  </a:lnTo>
                  <a:lnTo>
                    <a:pt x="8415001" y="3023166"/>
                  </a:lnTo>
                  <a:lnTo>
                    <a:pt x="8450818" y="2941689"/>
                  </a:lnTo>
                  <a:lnTo>
                    <a:pt x="8486486" y="2856435"/>
                  </a:lnTo>
                  <a:lnTo>
                    <a:pt x="8522073" y="2767590"/>
                  </a:lnTo>
                  <a:lnTo>
                    <a:pt x="8557634" y="2675394"/>
                  </a:lnTo>
                  <a:lnTo>
                    <a:pt x="8593205" y="2580152"/>
                  </a:lnTo>
                  <a:lnTo>
                    <a:pt x="8628810" y="2482222"/>
                  </a:lnTo>
                  <a:lnTo>
                    <a:pt x="8664459" y="2382015"/>
                  </a:lnTo>
                  <a:lnTo>
                    <a:pt x="8700154" y="2279989"/>
                  </a:lnTo>
                  <a:lnTo>
                    <a:pt x="8735888" y="2176639"/>
                  </a:lnTo>
                  <a:lnTo>
                    <a:pt x="8771646" y="2072488"/>
                  </a:lnTo>
                  <a:lnTo>
                    <a:pt x="8807413" y="1968078"/>
                  </a:lnTo>
                  <a:lnTo>
                    <a:pt x="8843171" y="1863955"/>
                  </a:lnTo>
                  <a:lnTo>
                    <a:pt x="8878902" y="1760659"/>
                  </a:lnTo>
                  <a:lnTo>
                    <a:pt x="8914595" y="1658712"/>
                  </a:lnTo>
                  <a:lnTo>
                    <a:pt x="8950243" y="1558608"/>
                  </a:lnTo>
                  <a:lnTo>
                    <a:pt x="8985845" y="1460802"/>
                  </a:lnTo>
                  <a:lnTo>
                    <a:pt x="9021415" y="1365704"/>
                  </a:lnTo>
                  <a:lnTo>
                    <a:pt x="9056976" y="1273669"/>
                  </a:lnTo>
                  <a:lnTo>
                    <a:pt x="9092566" y="1184997"/>
                  </a:lnTo>
                  <a:lnTo>
                    <a:pt x="9128239" y="1099928"/>
                  </a:lnTo>
                  <a:lnTo>
                    <a:pt x="9164067" y="1018642"/>
                  </a:lnTo>
                  <a:lnTo>
                    <a:pt x="9200141" y="941261"/>
                  </a:lnTo>
                  <a:lnTo>
                    <a:pt x="9236576" y="867850"/>
                  </a:lnTo>
                  <a:lnTo>
                    <a:pt x="9273512" y="798419"/>
                  </a:lnTo>
                  <a:lnTo>
                    <a:pt x="9311116" y="732934"/>
                  </a:lnTo>
                  <a:lnTo>
                    <a:pt x="9347647" y="674294"/>
                  </a:lnTo>
                  <a:lnTo>
                    <a:pt x="9397696" y="601758"/>
                  </a:lnTo>
                  <a:lnTo>
                    <a:pt x="9450008" y="535296"/>
                  </a:lnTo>
                  <a:lnTo>
                    <a:pt x="9505195" y="474709"/>
                  </a:lnTo>
                  <a:lnTo>
                    <a:pt x="9563929" y="419608"/>
                  </a:lnTo>
                  <a:lnTo>
                    <a:pt x="9626910" y="369515"/>
                  </a:lnTo>
                  <a:lnTo>
                    <a:pt x="9694830" y="323934"/>
                  </a:lnTo>
                  <a:lnTo>
                    <a:pt x="9768330" y="282391"/>
                  </a:lnTo>
                  <a:lnTo>
                    <a:pt x="9847948" y="244461"/>
                  </a:lnTo>
                  <a:lnTo>
                    <a:pt x="9934047" y="209787"/>
                  </a:lnTo>
                  <a:lnTo>
                    <a:pt x="10026718" y="178082"/>
                  </a:lnTo>
                  <a:lnTo>
                    <a:pt x="10125672" y="149142"/>
                  </a:lnTo>
                  <a:lnTo>
                    <a:pt x="10230113" y="122840"/>
                  </a:lnTo>
                  <a:lnTo>
                    <a:pt x="10338625" y="99121"/>
                  </a:lnTo>
                  <a:lnTo>
                    <a:pt x="10449096" y="77993"/>
                  </a:lnTo>
                  <a:lnTo>
                    <a:pt x="10558720" y="59499"/>
                  </a:lnTo>
                  <a:lnTo>
                    <a:pt x="10664130" y="43694"/>
                  </a:lnTo>
                  <a:lnTo>
                    <a:pt x="10761676" y="30604"/>
                  </a:lnTo>
                  <a:lnTo>
                    <a:pt x="10847843" y="20191"/>
                  </a:lnTo>
                  <a:lnTo>
                    <a:pt x="10919746" y="12324"/>
                  </a:lnTo>
                  <a:lnTo>
                    <a:pt x="10975604" y="6766"/>
                  </a:lnTo>
                  <a:lnTo>
                    <a:pt x="11015077" y="3182"/>
                  </a:lnTo>
                  <a:lnTo>
                    <a:pt x="11039387" y="1161"/>
                  </a:lnTo>
                  <a:lnTo>
                    <a:pt x="11051258" y="255"/>
                  </a:lnTo>
                  <a:lnTo>
                    <a:pt x="11054726" y="1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9" name="pl238"/>
            <p:cNvSpPr/>
            <p:nvPr/>
          </p:nvSpPr>
          <p:spPr>
            <a:xfrm>
              <a:off x="1199187" y="2038442"/>
              <a:ext cx="12049831" cy="4045769"/>
            </a:xfrm>
            <a:custGeom>
              <a:avLst/>
              <a:pathLst>
                <a:path w="12049831" h="4045769">
                  <a:moveTo>
                    <a:pt x="12049831" y="0"/>
                  </a:moveTo>
                  <a:lnTo>
                    <a:pt x="11054891" y="0"/>
                  </a:lnTo>
                  <a:lnTo>
                    <a:pt x="11053870" y="69"/>
                  </a:lnTo>
                  <a:lnTo>
                    <a:pt x="11047116" y="562"/>
                  </a:lnTo>
                  <a:lnTo>
                    <a:pt x="11029953" y="1924"/>
                  </a:lnTo>
                  <a:lnTo>
                    <a:pt x="10998923" y="4610"/>
                  </a:lnTo>
                  <a:lnTo>
                    <a:pt x="10951974" y="9054"/>
                  </a:lnTo>
                  <a:lnTo>
                    <a:pt x="10888605" y="15637"/>
                  </a:lnTo>
                  <a:lnTo>
                    <a:pt x="10809847" y="24651"/>
                  </a:lnTo>
                  <a:lnTo>
                    <a:pt x="10718040" y="36285"/>
                  </a:lnTo>
                  <a:lnTo>
                    <a:pt x="10616423" y="50623"/>
                  </a:lnTo>
                  <a:lnTo>
                    <a:pt x="10508631" y="67670"/>
                  </a:lnTo>
                  <a:lnTo>
                    <a:pt x="10398229" y="87382"/>
                  </a:lnTo>
                  <a:lnTo>
                    <a:pt x="10288350" y="109706"/>
                  </a:lnTo>
                  <a:lnTo>
                    <a:pt x="10181491" y="134609"/>
                  </a:lnTo>
                  <a:lnTo>
                    <a:pt x="10079436" y="162113"/>
                  </a:lnTo>
                  <a:lnTo>
                    <a:pt x="9983306" y="192304"/>
                  </a:lnTo>
                  <a:lnTo>
                    <a:pt x="9893646" y="225344"/>
                  </a:lnTo>
                  <a:lnTo>
                    <a:pt x="9810557" y="261475"/>
                  </a:lnTo>
                  <a:lnTo>
                    <a:pt x="9733809" y="301017"/>
                  </a:lnTo>
                  <a:lnTo>
                    <a:pt x="9662949" y="344360"/>
                  </a:lnTo>
                  <a:lnTo>
                    <a:pt x="9597383" y="391954"/>
                  </a:lnTo>
                  <a:lnTo>
                    <a:pt x="9536442" y="444288"/>
                  </a:lnTo>
                  <a:lnTo>
                    <a:pt x="9479425" y="501855"/>
                  </a:lnTo>
                  <a:lnTo>
                    <a:pt x="9425640" y="565103"/>
                  </a:lnTo>
                  <a:lnTo>
                    <a:pt x="9374440" y="634350"/>
                  </a:lnTo>
                  <a:lnTo>
                    <a:pt x="9347647" y="674294"/>
                  </a:lnTo>
                  <a:lnTo>
                    <a:pt x="9309223" y="736106"/>
                  </a:lnTo>
                  <a:lnTo>
                    <a:pt x="9271657" y="801786"/>
                  </a:lnTo>
                  <a:lnTo>
                    <a:pt x="9234750" y="871414"/>
                  </a:lnTo>
                  <a:lnTo>
                    <a:pt x="9198336" y="945025"/>
                  </a:lnTo>
                  <a:lnTo>
                    <a:pt x="9162276" y="1022602"/>
                  </a:lnTo>
                  <a:lnTo>
                    <a:pt x="9126458" y="1104080"/>
                  </a:lnTo>
                  <a:lnTo>
                    <a:pt x="9090791" y="1189333"/>
                  </a:lnTo>
                  <a:lnTo>
                    <a:pt x="9055204" y="1278179"/>
                  </a:lnTo>
                  <a:lnTo>
                    <a:pt x="9019643" y="1370374"/>
                  </a:lnTo>
                  <a:lnTo>
                    <a:pt x="8984072" y="1465616"/>
                  </a:lnTo>
                  <a:lnTo>
                    <a:pt x="8948467" y="1563547"/>
                  </a:lnTo>
                  <a:lnTo>
                    <a:pt x="8912817" y="1663754"/>
                  </a:lnTo>
                  <a:lnTo>
                    <a:pt x="8877122" y="1765780"/>
                  </a:lnTo>
                  <a:lnTo>
                    <a:pt x="8841389" y="1869130"/>
                  </a:lnTo>
                  <a:lnTo>
                    <a:pt x="8805630" y="1973280"/>
                  </a:lnTo>
                  <a:lnTo>
                    <a:pt x="8769863" y="2077690"/>
                  </a:lnTo>
                  <a:lnTo>
                    <a:pt x="8734106" y="2181813"/>
                  </a:lnTo>
                  <a:lnTo>
                    <a:pt x="8698374" y="2285110"/>
                  </a:lnTo>
                  <a:lnTo>
                    <a:pt x="8662681" y="2387057"/>
                  </a:lnTo>
                  <a:lnTo>
                    <a:pt x="8627034" y="2487161"/>
                  </a:lnTo>
                  <a:lnTo>
                    <a:pt x="8591431" y="2584966"/>
                  </a:lnTo>
                  <a:lnTo>
                    <a:pt x="8555861" y="2680065"/>
                  </a:lnTo>
                  <a:lnTo>
                    <a:pt x="8520300" y="2772100"/>
                  </a:lnTo>
                  <a:lnTo>
                    <a:pt x="8484710" y="2860772"/>
                  </a:lnTo>
                  <a:lnTo>
                    <a:pt x="8449037" y="2945840"/>
                  </a:lnTo>
                  <a:lnTo>
                    <a:pt x="8413210" y="3027126"/>
                  </a:lnTo>
                  <a:lnTo>
                    <a:pt x="8377135" y="3104507"/>
                  </a:lnTo>
                  <a:lnTo>
                    <a:pt x="8340700" y="3177919"/>
                  </a:lnTo>
                  <a:lnTo>
                    <a:pt x="8303765" y="3247349"/>
                  </a:lnTo>
                  <a:lnTo>
                    <a:pt x="8266161" y="3312835"/>
                  </a:lnTo>
                  <a:lnTo>
                    <a:pt x="8229629" y="3371474"/>
                  </a:lnTo>
                  <a:lnTo>
                    <a:pt x="8179580" y="3444010"/>
                  </a:lnTo>
                  <a:lnTo>
                    <a:pt x="8127268" y="3510473"/>
                  </a:lnTo>
                  <a:lnTo>
                    <a:pt x="8072081" y="3571060"/>
                  </a:lnTo>
                  <a:lnTo>
                    <a:pt x="8013347" y="3626161"/>
                  </a:lnTo>
                  <a:lnTo>
                    <a:pt x="7950366" y="3676253"/>
                  </a:lnTo>
                  <a:lnTo>
                    <a:pt x="7882447" y="3721834"/>
                  </a:lnTo>
                  <a:lnTo>
                    <a:pt x="7808947" y="3763377"/>
                  </a:lnTo>
                  <a:lnTo>
                    <a:pt x="7729328" y="3801307"/>
                  </a:lnTo>
                  <a:lnTo>
                    <a:pt x="7643229" y="3835982"/>
                  </a:lnTo>
                  <a:lnTo>
                    <a:pt x="7550558" y="3867687"/>
                  </a:lnTo>
                  <a:lnTo>
                    <a:pt x="7451605" y="3896627"/>
                  </a:lnTo>
                  <a:lnTo>
                    <a:pt x="7347164" y="3922929"/>
                  </a:lnTo>
                  <a:lnTo>
                    <a:pt x="7238651" y="3946647"/>
                  </a:lnTo>
                  <a:lnTo>
                    <a:pt x="7128181" y="3967776"/>
                  </a:lnTo>
                  <a:lnTo>
                    <a:pt x="7018557" y="3986270"/>
                  </a:lnTo>
                  <a:lnTo>
                    <a:pt x="6913146" y="4002075"/>
                  </a:lnTo>
                  <a:lnTo>
                    <a:pt x="6815600" y="4015165"/>
                  </a:lnTo>
                  <a:lnTo>
                    <a:pt x="6729434" y="4025578"/>
                  </a:lnTo>
                  <a:lnTo>
                    <a:pt x="6657531" y="4033445"/>
                  </a:lnTo>
                  <a:lnTo>
                    <a:pt x="6601672" y="4039002"/>
                  </a:lnTo>
                  <a:lnTo>
                    <a:pt x="6562200" y="4042587"/>
                  </a:lnTo>
                  <a:lnTo>
                    <a:pt x="6537889" y="4044608"/>
                  </a:lnTo>
                  <a:lnTo>
                    <a:pt x="6526019" y="4045514"/>
                  </a:lnTo>
                  <a:lnTo>
                    <a:pt x="6522550" y="4045758"/>
                  </a:lnTo>
                  <a:lnTo>
                    <a:pt x="6522385" y="4045769"/>
                  </a:lnTo>
                  <a:lnTo>
                    <a:pt x="5527445" y="4045769"/>
                  </a:lnTo>
                  <a:lnTo>
                    <a:pt x="5526352" y="4045725"/>
                  </a:lnTo>
                  <a:lnTo>
                    <a:pt x="5519134" y="4045413"/>
                  </a:lnTo>
                  <a:lnTo>
                    <a:pt x="5500824" y="4044550"/>
                  </a:lnTo>
                  <a:lnTo>
                    <a:pt x="5467801" y="4042849"/>
                  </a:lnTo>
                  <a:lnTo>
                    <a:pt x="5417997" y="4040037"/>
                  </a:lnTo>
                  <a:lnTo>
                    <a:pt x="5351051" y="4035879"/>
                  </a:lnTo>
                  <a:lnTo>
                    <a:pt x="5268267" y="4030197"/>
                  </a:lnTo>
                  <a:lnTo>
                    <a:pt x="5172324" y="4022882"/>
                  </a:lnTo>
                  <a:lnTo>
                    <a:pt x="5066803" y="4013891"/>
                  </a:lnTo>
                  <a:lnTo>
                    <a:pt x="4955617" y="4003229"/>
                  </a:lnTo>
                  <a:lnTo>
                    <a:pt x="4842511" y="3990927"/>
                  </a:lnTo>
                  <a:lnTo>
                    <a:pt x="4730688" y="3977016"/>
                  </a:lnTo>
                  <a:lnTo>
                    <a:pt x="4622619" y="3961510"/>
                  </a:lnTo>
                  <a:lnTo>
                    <a:pt x="4520003" y="3944384"/>
                  </a:lnTo>
                  <a:lnTo>
                    <a:pt x="4423833" y="3925569"/>
                  </a:lnTo>
                  <a:lnTo>
                    <a:pt x="4334520" y="3904945"/>
                  </a:lnTo>
                  <a:lnTo>
                    <a:pt x="4252030" y="3882341"/>
                  </a:lnTo>
                  <a:lnTo>
                    <a:pt x="4176014" y="3857536"/>
                  </a:lnTo>
                  <a:lnTo>
                    <a:pt x="4105916" y="3830268"/>
                  </a:lnTo>
                  <a:lnTo>
                    <a:pt x="4041058" y="3800239"/>
                  </a:lnTo>
                  <a:lnTo>
                    <a:pt x="3980702" y="3767136"/>
                  </a:lnTo>
                  <a:lnTo>
                    <a:pt x="3924098" y="3730655"/>
                  </a:lnTo>
                  <a:lnTo>
                    <a:pt x="3870523" y="3690545"/>
                  </a:lnTo>
                  <a:lnTo>
                    <a:pt x="3820202" y="3647481"/>
                  </a:lnTo>
                  <a:lnTo>
                    <a:pt x="3773265" y="3602451"/>
                  </a:lnTo>
                  <a:lnTo>
                    <a:pt x="3727547" y="3553974"/>
                  </a:lnTo>
                  <a:lnTo>
                    <a:pt x="3682701" y="3501983"/>
                  </a:lnTo>
                  <a:lnTo>
                    <a:pt x="3638453" y="3446469"/>
                  </a:lnTo>
                  <a:lnTo>
                    <a:pt x="3594583" y="3387493"/>
                  </a:lnTo>
                  <a:lnTo>
                    <a:pt x="3550926" y="3325191"/>
                  </a:lnTo>
                  <a:lnTo>
                    <a:pt x="3507360" y="3259777"/>
                  </a:lnTo>
                  <a:lnTo>
                    <a:pt x="3463799" y="3191545"/>
                  </a:lnTo>
                  <a:lnTo>
                    <a:pt x="3420195" y="3120864"/>
                  </a:lnTo>
                  <a:lnTo>
                    <a:pt x="3376523" y="3048177"/>
                  </a:lnTo>
                  <a:lnTo>
                    <a:pt x="3332786" y="2973986"/>
                  </a:lnTo>
                  <a:lnTo>
                    <a:pt x="3289000" y="2898839"/>
                  </a:lnTo>
                  <a:lnTo>
                    <a:pt x="3245193" y="2823316"/>
                  </a:lnTo>
                  <a:lnTo>
                    <a:pt x="3201399" y="2748010"/>
                  </a:lnTo>
                  <a:lnTo>
                    <a:pt x="3157646" y="2673505"/>
                  </a:lnTo>
                  <a:lnTo>
                    <a:pt x="3113956" y="2600361"/>
                  </a:lnTo>
                  <a:lnTo>
                    <a:pt x="3070334" y="2529094"/>
                  </a:lnTo>
                  <a:lnTo>
                    <a:pt x="3026766" y="2460162"/>
                  </a:lnTo>
                  <a:lnTo>
                    <a:pt x="2983208" y="2393956"/>
                  </a:lnTo>
                  <a:lnTo>
                    <a:pt x="2939586" y="2330791"/>
                  </a:lnTo>
                  <a:lnTo>
                    <a:pt x="2895788" y="2270902"/>
                  </a:lnTo>
                  <a:lnTo>
                    <a:pt x="2851661" y="2214445"/>
                  </a:lnTo>
                  <a:lnTo>
                    <a:pt x="2807001" y="2161502"/>
                  </a:lnTo>
                  <a:lnTo>
                    <a:pt x="2761549" y="2112083"/>
                  </a:lnTo>
                  <a:lnTo>
                    <a:pt x="2714979" y="2066134"/>
                  </a:lnTo>
                  <a:lnTo>
                    <a:pt x="2702183" y="2054328"/>
                  </a:lnTo>
                  <a:lnTo>
                    <a:pt x="2650946" y="2010529"/>
                  </a:lnTo>
                  <a:lnTo>
                    <a:pt x="2597324" y="1970485"/>
                  </a:lnTo>
                  <a:lnTo>
                    <a:pt x="2540661" y="1934065"/>
                  </a:lnTo>
                  <a:lnTo>
                    <a:pt x="2480232" y="1901018"/>
                  </a:lnTo>
                  <a:lnTo>
                    <a:pt x="2415289" y="1871041"/>
                  </a:lnTo>
                  <a:lnTo>
                    <a:pt x="2345093" y="1843818"/>
                  </a:lnTo>
                  <a:lnTo>
                    <a:pt x="2268968" y="1819054"/>
                  </a:lnTo>
                  <a:lnTo>
                    <a:pt x="2186361" y="1796486"/>
                  </a:lnTo>
                  <a:lnTo>
                    <a:pt x="2096927" y="1775895"/>
                  </a:lnTo>
                  <a:lnTo>
                    <a:pt x="2000639" y="1757111"/>
                  </a:lnTo>
                  <a:lnTo>
                    <a:pt x="1897917" y="1740013"/>
                  </a:lnTo>
                  <a:lnTo>
                    <a:pt x="1789765" y="1724535"/>
                  </a:lnTo>
                  <a:lnTo>
                    <a:pt x="1677896" y="1710653"/>
                  </a:lnTo>
                  <a:lnTo>
                    <a:pt x="1564794" y="1698379"/>
                  </a:lnTo>
                  <a:lnTo>
                    <a:pt x="1453675" y="1687746"/>
                  </a:lnTo>
                  <a:lnTo>
                    <a:pt x="1348287" y="1678784"/>
                  </a:lnTo>
                  <a:lnTo>
                    <a:pt x="1252546" y="1671499"/>
                  </a:lnTo>
                  <a:lnTo>
                    <a:pt x="1170019" y="1665845"/>
                  </a:lnTo>
                  <a:lnTo>
                    <a:pt x="1103367" y="1661711"/>
                  </a:lnTo>
                  <a:lnTo>
                    <a:pt x="1053865" y="1658921"/>
                  </a:lnTo>
                  <a:lnTo>
                    <a:pt x="1021122" y="1657237"/>
                  </a:lnTo>
                  <a:lnTo>
                    <a:pt x="1003041" y="1656387"/>
                  </a:lnTo>
                  <a:lnTo>
                    <a:pt x="995977" y="1656081"/>
                  </a:lnTo>
                  <a:lnTo>
                    <a:pt x="994940" y="1656040"/>
                  </a:lnTo>
                  <a:lnTo>
                    <a:pt x="0" y="1656040"/>
                  </a:lnTo>
                  <a:lnTo>
                    <a:pt x="0" y="16560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0" name="pg239"/>
            <p:cNvSpPr/>
            <p:nvPr/>
          </p:nvSpPr>
          <p:spPr>
            <a:xfrm>
              <a:off x="1199187" y="2289992"/>
              <a:ext cx="12049831" cy="3815181"/>
            </a:xfrm>
            <a:custGeom>
              <a:avLst/>
              <a:pathLst>
                <a:path w="12049831" h="3815181">
                  <a:moveTo>
                    <a:pt x="0" y="1414971"/>
                  </a:moveTo>
                  <a:lnTo>
                    <a:pt x="994940" y="1414971"/>
                  </a:lnTo>
                  <a:lnTo>
                    <a:pt x="996032" y="1415015"/>
                  </a:lnTo>
                  <a:lnTo>
                    <a:pt x="1003248" y="1415328"/>
                  </a:lnTo>
                  <a:lnTo>
                    <a:pt x="1021552" y="1416195"/>
                  </a:lnTo>
                  <a:lnTo>
                    <a:pt x="1054566" y="1417902"/>
                  </a:lnTo>
                  <a:lnTo>
                    <a:pt x="1104355" y="1420726"/>
                  </a:lnTo>
                  <a:lnTo>
                    <a:pt x="1171282" y="1424901"/>
                  </a:lnTo>
                  <a:lnTo>
                    <a:pt x="1254047" y="1430606"/>
                  </a:lnTo>
                  <a:lnTo>
                    <a:pt x="1349969" y="1437951"/>
                  </a:lnTo>
                  <a:lnTo>
                    <a:pt x="1455471" y="1446978"/>
                  </a:lnTo>
                  <a:lnTo>
                    <a:pt x="1566640" y="1457684"/>
                  </a:lnTo>
                  <a:lnTo>
                    <a:pt x="1679733" y="1470037"/>
                  </a:lnTo>
                  <a:lnTo>
                    <a:pt x="1791547" y="1484005"/>
                  </a:lnTo>
                  <a:lnTo>
                    <a:pt x="1899611" y="1499575"/>
                  </a:lnTo>
                  <a:lnTo>
                    <a:pt x="2002224" y="1516772"/>
                  </a:lnTo>
                  <a:lnTo>
                    <a:pt x="2098394" y="1535664"/>
                  </a:lnTo>
                  <a:lnTo>
                    <a:pt x="2187709" y="1556373"/>
                  </a:lnTo>
                  <a:lnTo>
                    <a:pt x="2270203" y="1579070"/>
                  </a:lnTo>
                  <a:lnTo>
                    <a:pt x="2346222" y="1603976"/>
                  </a:lnTo>
                  <a:lnTo>
                    <a:pt x="2416324" y="1631355"/>
                  </a:lnTo>
                  <a:lnTo>
                    <a:pt x="2481185" y="1661506"/>
                  </a:lnTo>
                  <a:lnTo>
                    <a:pt x="2541544" y="1694743"/>
                  </a:lnTo>
                  <a:lnTo>
                    <a:pt x="2598150" y="1731371"/>
                  </a:lnTo>
                  <a:lnTo>
                    <a:pt x="2651725" y="1771643"/>
                  </a:lnTo>
                  <a:lnTo>
                    <a:pt x="2702183" y="1815006"/>
                  </a:lnTo>
                  <a:lnTo>
                    <a:pt x="2749052" y="1860165"/>
                  </a:lnTo>
                  <a:lnTo>
                    <a:pt x="2794706" y="1908774"/>
                  </a:lnTo>
                  <a:lnTo>
                    <a:pt x="2839488" y="1960904"/>
                  </a:lnTo>
                  <a:lnTo>
                    <a:pt x="2883674" y="2016562"/>
                  </a:lnTo>
                  <a:lnTo>
                    <a:pt x="2927481" y="2075687"/>
                  </a:lnTo>
                  <a:lnTo>
                    <a:pt x="2971075" y="2138144"/>
                  </a:lnTo>
                  <a:lnTo>
                    <a:pt x="3014578" y="2203720"/>
                  </a:lnTo>
                  <a:lnTo>
                    <a:pt x="3058074" y="2272122"/>
                  </a:lnTo>
                  <a:lnTo>
                    <a:pt x="3101614" y="2342980"/>
                  </a:lnTo>
                  <a:lnTo>
                    <a:pt x="3145220" y="2415854"/>
                  </a:lnTo>
                  <a:lnTo>
                    <a:pt x="3188893" y="2490243"/>
                  </a:lnTo>
                  <a:lnTo>
                    <a:pt x="3232614" y="2565597"/>
                  </a:lnTo>
                  <a:lnTo>
                    <a:pt x="3276356" y="2641338"/>
                  </a:lnTo>
                  <a:lnTo>
                    <a:pt x="3320087" y="2716874"/>
                  </a:lnTo>
                  <a:lnTo>
                    <a:pt x="3363777" y="2791619"/>
                  </a:lnTo>
                  <a:lnTo>
                    <a:pt x="3407404" y="2865013"/>
                  </a:lnTo>
                  <a:lnTo>
                    <a:pt x="3450963" y="2936539"/>
                  </a:lnTo>
                  <a:lnTo>
                    <a:pt x="3494469" y="3005737"/>
                  </a:lnTo>
                  <a:lnTo>
                    <a:pt x="3537963" y="3072215"/>
                  </a:lnTo>
                  <a:lnTo>
                    <a:pt x="3581518" y="3135655"/>
                  </a:lnTo>
                  <a:lnTo>
                    <a:pt x="3625244" y="3195820"/>
                  </a:lnTo>
                  <a:lnTo>
                    <a:pt x="3669293" y="3252551"/>
                  </a:lnTo>
                  <a:lnTo>
                    <a:pt x="3713866" y="3305765"/>
                  </a:lnTo>
                  <a:lnTo>
                    <a:pt x="3759219" y="3355450"/>
                  </a:lnTo>
                  <a:lnTo>
                    <a:pt x="3805674" y="3401656"/>
                  </a:lnTo>
                  <a:lnTo>
                    <a:pt x="3820202" y="3415146"/>
                  </a:lnTo>
                  <a:lnTo>
                    <a:pt x="3871433" y="3459132"/>
                  </a:lnTo>
                  <a:lnTo>
                    <a:pt x="3925048" y="3499348"/>
                  </a:lnTo>
                  <a:lnTo>
                    <a:pt x="3981704" y="3535925"/>
                  </a:lnTo>
                  <a:lnTo>
                    <a:pt x="4042124" y="3569114"/>
                  </a:lnTo>
                  <a:lnTo>
                    <a:pt x="4107058" y="3599221"/>
                  </a:lnTo>
                  <a:lnTo>
                    <a:pt x="4177242" y="3626561"/>
                  </a:lnTo>
                  <a:lnTo>
                    <a:pt x="4253354" y="3651433"/>
                  </a:lnTo>
                  <a:lnTo>
                    <a:pt x="4335946" y="3674099"/>
                  </a:lnTo>
                  <a:lnTo>
                    <a:pt x="4425363" y="3694780"/>
                  </a:lnTo>
                  <a:lnTo>
                    <a:pt x="4521633" y="3713647"/>
                  </a:lnTo>
                  <a:lnTo>
                    <a:pt x="4624336" y="3730819"/>
                  </a:lnTo>
                  <a:lnTo>
                    <a:pt x="4732470" y="3746365"/>
                  </a:lnTo>
                  <a:lnTo>
                    <a:pt x="4844322" y="3760309"/>
                  </a:lnTo>
                  <a:lnTo>
                    <a:pt x="4957412" y="3772638"/>
                  </a:lnTo>
                  <a:lnTo>
                    <a:pt x="5068525" y="3783319"/>
                  </a:lnTo>
                  <a:lnTo>
                    <a:pt x="5173914" y="3792322"/>
                  </a:lnTo>
                  <a:lnTo>
                    <a:pt x="5269666" y="3799642"/>
                  </a:lnTo>
                  <a:lnTo>
                    <a:pt x="5352213" y="3805323"/>
                  </a:lnTo>
                  <a:lnTo>
                    <a:pt x="5418893" y="3809477"/>
                  </a:lnTo>
                  <a:lnTo>
                    <a:pt x="5468427" y="3812282"/>
                  </a:lnTo>
                  <a:lnTo>
                    <a:pt x="5501204" y="3813975"/>
                  </a:lnTo>
                  <a:lnTo>
                    <a:pt x="5519314" y="3814831"/>
                  </a:lnTo>
                  <a:lnTo>
                    <a:pt x="5526400" y="3815139"/>
                  </a:lnTo>
                  <a:lnTo>
                    <a:pt x="5527445" y="3815181"/>
                  </a:lnTo>
                  <a:lnTo>
                    <a:pt x="6522385" y="3815181"/>
                  </a:lnTo>
                  <a:lnTo>
                    <a:pt x="6523418" y="3815115"/>
                  </a:lnTo>
                  <a:lnTo>
                    <a:pt x="6530248" y="3814645"/>
                  </a:lnTo>
                  <a:lnTo>
                    <a:pt x="6547598" y="3813347"/>
                  </a:lnTo>
                  <a:lnTo>
                    <a:pt x="6578953" y="3810789"/>
                  </a:lnTo>
                  <a:lnTo>
                    <a:pt x="6626369" y="3806555"/>
                  </a:lnTo>
                  <a:lnTo>
                    <a:pt x="6690327" y="3800286"/>
                  </a:lnTo>
                  <a:lnTo>
                    <a:pt x="6769749" y="3791704"/>
                  </a:lnTo>
                  <a:lnTo>
                    <a:pt x="6862242" y="3780633"/>
                  </a:lnTo>
                  <a:lnTo>
                    <a:pt x="6964511" y="3766994"/>
                  </a:lnTo>
                  <a:lnTo>
                    <a:pt x="7072875" y="3750786"/>
                  </a:lnTo>
                  <a:lnTo>
                    <a:pt x="7183738" y="3732050"/>
                  </a:lnTo>
                  <a:lnTo>
                    <a:pt x="7293953" y="3710838"/>
                  </a:lnTo>
                  <a:lnTo>
                    <a:pt x="7401027" y="3687178"/>
                  </a:lnTo>
                  <a:lnTo>
                    <a:pt x="7503187" y="3661048"/>
                  </a:lnTo>
                  <a:lnTo>
                    <a:pt x="7599335" y="3632362"/>
                  </a:lnTo>
                  <a:lnTo>
                    <a:pt x="7688945" y="3600961"/>
                  </a:lnTo>
                  <a:lnTo>
                    <a:pt x="7771940" y="3566609"/>
                  </a:lnTo>
                  <a:lnTo>
                    <a:pt x="7848569" y="3528998"/>
                  </a:lnTo>
                  <a:lnTo>
                    <a:pt x="7919302" y="3487751"/>
                  </a:lnTo>
                  <a:lnTo>
                    <a:pt x="7984748" y="3442438"/>
                  </a:lnTo>
                  <a:lnTo>
                    <a:pt x="8045587" y="3392591"/>
                  </a:lnTo>
                  <a:lnTo>
                    <a:pt x="8102530" y="3337740"/>
                  </a:lnTo>
                  <a:lnTo>
                    <a:pt x="8156272" y="3277466"/>
                  </a:lnTo>
                  <a:lnTo>
                    <a:pt x="8207465" y="3211483"/>
                  </a:lnTo>
                  <a:lnTo>
                    <a:pt x="8229629" y="3180191"/>
                  </a:lnTo>
                  <a:lnTo>
                    <a:pt x="8269030" y="3120438"/>
                  </a:lnTo>
                  <a:lnTo>
                    <a:pt x="8307533" y="3056849"/>
                  </a:lnTo>
                  <a:lnTo>
                    <a:pt x="8345352" y="2989346"/>
                  </a:lnTo>
                  <a:lnTo>
                    <a:pt x="8382665" y="2917898"/>
                  </a:lnTo>
                  <a:lnTo>
                    <a:pt x="8419618" y="2842523"/>
                  </a:lnTo>
                  <a:lnTo>
                    <a:pt x="8456330" y="2763297"/>
                  </a:lnTo>
                  <a:lnTo>
                    <a:pt x="8492897" y="2680355"/>
                  </a:lnTo>
                  <a:lnTo>
                    <a:pt x="8529390" y="2593893"/>
                  </a:lnTo>
                  <a:lnTo>
                    <a:pt x="8565865" y="2504169"/>
                  </a:lnTo>
                  <a:lnTo>
                    <a:pt x="8602358" y="2411504"/>
                  </a:lnTo>
                  <a:lnTo>
                    <a:pt x="8638890" y="2316276"/>
                  </a:lnTo>
                  <a:lnTo>
                    <a:pt x="8675471" y="2218916"/>
                  </a:lnTo>
                  <a:lnTo>
                    <a:pt x="8712098" y="2119903"/>
                  </a:lnTo>
                  <a:lnTo>
                    <a:pt x="8748761" y="2019748"/>
                  </a:lnTo>
                  <a:lnTo>
                    <a:pt x="8785444" y="1918992"/>
                  </a:lnTo>
                  <a:lnTo>
                    <a:pt x="8822130" y="1818188"/>
                  </a:lnTo>
                  <a:lnTo>
                    <a:pt x="8858797" y="1717889"/>
                  </a:lnTo>
                  <a:lnTo>
                    <a:pt x="8895432" y="1618639"/>
                  </a:lnTo>
                  <a:lnTo>
                    <a:pt x="8932021" y="1520956"/>
                  </a:lnTo>
                  <a:lnTo>
                    <a:pt x="8968561" y="1425325"/>
                  </a:lnTo>
                  <a:lnTo>
                    <a:pt x="9005060" y="1332185"/>
                  </a:lnTo>
                  <a:lnTo>
                    <a:pt x="9041535" y="1241924"/>
                  </a:lnTo>
                  <a:lnTo>
                    <a:pt x="9078023" y="1154874"/>
                  </a:lnTo>
                  <a:lnTo>
                    <a:pt x="9114572" y="1071303"/>
                  </a:lnTo>
                  <a:lnTo>
                    <a:pt x="9151252" y="991418"/>
                  </a:lnTo>
                  <a:lnTo>
                    <a:pt x="9188156" y="915366"/>
                  </a:lnTo>
                  <a:lnTo>
                    <a:pt x="9225396" y="843231"/>
                  </a:lnTo>
                  <a:lnTo>
                    <a:pt x="9263115" y="775042"/>
                  </a:lnTo>
                  <a:lnTo>
                    <a:pt x="9301485" y="710776"/>
                  </a:lnTo>
                  <a:lnTo>
                    <a:pt x="9340712" y="650363"/>
                  </a:lnTo>
                  <a:lnTo>
                    <a:pt x="9347647" y="640230"/>
                  </a:lnTo>
                  <a:lnTo>
                    <a:pt x="9397893" y="571670"/>
                  </a:lnTo>
                  <a:lnTo>
                    <a:pt x="9450422" y="508873"/>
                  </a:lnTo>
                  <a:lnTo>
                    <a:pt x="9505853" y="451650"/>
                  </a:lnTo>
                  <a:lnTo>
                    <a:pt x="9564866" y="399627"/>
                  </a:lnTo>
                  <a:lnTo>
                    <a:pt x="9628171" y="352351"/>
                  </a:lnTo>
                  <a:lnTo>
                    <a:pt x="9696465" y="309347"/>
                  </a:lnTo>
                  <a:lnTo>
                    <a:pt x="9770396" y="270164"/>
                  </a:lnTo>
                  <a:lnTo>
                    <a:pt x="9850506" y="234401"/>
                  </a:lnTo>
                  <a:lnTo>
                    <a:pt x="9937153" y="201717"/>
                  </a:lnTo>
                  <a:lnTo>
                    <a:pt x="10030420" y="171844"/>
                  </a:lnTo>
                  <a:lnTo>
                    <a:pt x="10129997" y="144589"/>
                  </a:lnTo>
                  <a:lnTo>
                    <a:pt x="10235057" y="119833"/>
                  </a:lnTo>
                  <a:lnTo>
                    <a:pt x="10344136" y="97529"/>
                  </a:lnTo>
                  <a:lnTo>
                    <a:pt x="10455062" y="77683"/>
                  </a:lnTo>
                  <a:lnTo>
                    <a:pt x="10564965" y="60341"/>
                  </a:lnTo>
                  <a:lnTo>
                    <a:pt x="10670412" y="45553"/>
                  </a:lnTo>
                  <a:lnTo>
                    <a:pt x="10767708" y="33341"/>
                  </a:lnTo>
                  <a:lnTo>
                    <a:pt x="10853320" y="23665"/>
                  </a:lnTo>
                  <a:lnTo>
                    <a:pt x="10924395" y="16392"/>
                  </a:lnTo>
                  <a:lnTo>
                    <a:pt x="10979225" y="11291"/>
                  </a:lnTo>
                  <a:lnTo>
                    <a:pt x="11017582" y="8034"/>
                  </a:lnTo>
                  <a:lnTo>
                    <a:pt x="11040828" y="6227"/>
                  </a:lnTo>
                  <a:lnTo>
                    <a:pt x="11051837" y="544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58" y="66"/>
                  </a:lnTo>
                  <a:lnTo>
                    <a:pt x="11047029" y="535"/>
                  </a:lnTo>
                  <a:lnTo>
                    <a:pt x="11029679" y="1833"/>
                  </a:lnTo>
                  <a:lnTo>
                    <a:pt x="10998323" y="4392"/>
                  </a:lnTo>
                  <a:lnTo>
                    <a:pt x="10950907" y="8626"/>
                  </a:lnTo>
                  <a:lnTo>
                    <a:pt x="10886950" y="14895"/>
                  </a:lnTo>
                  <a:lnTo>
                    <a:pt x="10807527" y="23477"/>
                  </a:lnTo>
                  <a:lnTo>
                    <a:pt x="10715035" y="34548"/>
                  </a:lnTo>
                  <a:lnTo>
                    <a:pt x="10612765" y="48187"/>
                  </a:lnTo>
                  <a:lnTo>
                    <a:pt x="10504401" y="64395"/>
                  </a:lnTo>
                  <a:lnTo>
                    <a:pt x="10393538" y="83131"/>
                  </a:lnTo>
                  <a:lnTo>
                    <a:pt x="10283324" y="104342"/>
                  </a:lnTo>
                  <a:lnTo>
                    <a:pt x="10176250" y="128002"/>
                  </a:lnTo>
                  <a:lnTo>
                    <a:pt x="10074090" y="154132"/>
                  </a:lnTo>
                  <a:lnTo>
                    <a:pt x="9977942" y="182819"/>
                  </a:lnTo>
                  <a:lnTo>
                    <a:pt x="9888332" y="214220"/>
                  </a:lnTo>
                  <a:lnTo>
                    <a:pt x="9805337" y="248572"/>
                  </a:lnTo>
                  <a:lnTo>
                    <a:pt x="9728707" y="286183"/>
                  </a:lnTo>
                  <a:lnTo>
                    <a:pt x="9657974" y="327429"/>
                  </a:lnTo>
                  <a:lnTo>
                    <a:pt x="9592529" y="372742"/>
                  </a:lnTo>
                  <a:lnTo>
                    <a:pt x="9531689" y="422589"/>
                  </a:lnTo>
                  <a:lnTo>
                    <a:pt x="9474747" y="477440"/>
                  </a:lnTo>
                  <a:lnTo>
                    <a:pt x="9421005" y="537714"/>
                  </a:lnTo>
                  <a:lnTo>
                    <a:pt x="9369812" y="603698"/>
                  </a:lnTo>
                  <a:lnTo>
                    <a:pt x="9347647" y="634990"/>
                  </a:lnTo>
                  <a:lnTo>
                    <a:pt x="9308247" y="694743"/>
                  </a:lnTo>
                  <a:lnTo>
                    <a:pt x="9269744" y="758331"/>
                  </a:lnTo>
                  <a:lnTo>
                    <a:pt x="9231925" y="825834"/>
                  </a:lnTo>
                  <a:lnTo>
                    <a:pt x="9194612" y="897283"/>
                  </a:lnTo>
                  <a:lnTo>
                    <a:pt x="9157659" y="972658"/>
                  </a:lnTo>
                  <a:lnTo>
                    <a:pt x="9120946" y="1051884"/>
                  </a:lnTo>
                  <a:lnTo>
                    <a:pt x="9084380" y="1134826"/>
                  </a:lnTo>
                  <a:lnTo>
                    <a:pt x="9047886" y="1221288"/>
                  </a:lnTo>
                  <a:lnTo>
                    <a:pt x="9011411" y="1311012"/>
                  </a:lnTo>
                  <a:lnTo>
                    <a:pt x="8974918" y="1403677"/>
                  </a:lnTo>
                  <a:lnTo>
                    <a:pt x="8938386" y="1498905"/>
                  </a:lnTo>
                  <a:lnTo>
                    <a:pt x="8901805" y="1596264"/>
                  </a:lnTo>
                  <a:lnTo>
                    <a:pt x="8865179" y="1695278"/>
                  </a:lnTo>
                  <a:lnTo>
                    <a:pt x="8828515" y="1795433"/>
                  </a:lnTo>
                  <a:lnTo>
                    <a:pt x="8791832" y="1896188"/>
                  </a:lnTo>
                  <a:lnTo>
                    <a:pt x="8755147" y="1996993"/>
                  </a:lnTo>
                  <a:lnTo>
                    <a:pt x="8718479" y="2097291"/>
                  </a:lnTo>
                  <a:lnTo>
                    <a:pt x="8681845" y="2196542"/>
                  </a:lnTo>
                  <a:lnTo>
                    <a:pt x="8645256" y="2294225"/>
                  </a:lnTo>
                  <a:lnTo>
                    <a:pt x="8608715" y="2389856"/>
                  </a:lnTo>
                  <a:lnTo>
                    <a:pt x="8572217" y="2482996"/>
                  </a:lnTo>
                  <a:lnTo>
                    <a:pt x="8535741" y="2573257"/>
                  </a:lnTo>
                  <a:lnTo>
                    <a:pt x="8499254" y="2660307"/>
                  </a:lnTo>
                  <a:lnTo>
                    <a:pt x="8462705" y="2743878"/>
                  </a:lnTo>
                  <a:lnTo>
                    <a:pt x="8426024" y="2823762"/>
                  </a:lnTo>
                  <a:lnTo>
                    <a:pt x="8389121" y="2899815"/>
                  </a:lnTo>
                  <a:lnTo>
                    <a:pt x="8351880" y="2971950"/>
                  </a:lnTo>
                  <a:lnTo>
                    <a:pt x="8314161" y="3040139"/>
                  </a:lnTo>
                  <a:lnTo>
                    <a:pt x="8275792" y="3104405"/>
                  </a:lnTo>
                  <a:lnTo>
                    <a:pt x="8236564" y="3164818"/>
                  </a:lnTo>
                  <a:lnTo>
                    <a:pt x="8229629" y="3174950"/>
                  </a:lnTo>
                  <a:lnTo>
                    <a:pt x="8179383" y="3243511"/>
                  </a:lnTo>
                  <a:lnTo>
                    <a:pt x="8126855" y="3306308"/>
                  </a:lnTo>
                  <a:lnTo>
                    <a:pt x="8071424" y="3363531"/>
                  </a:lnTo>
                  <a:lnTo>
                    <a:pt x="8012410" y="3415553"/>
                  </a:lnTo>
                  <a:lnTo>
                    <a:pt x="7949106" y="3462830"/>
                  </a:lnTo>
                  <a:lnTo>
                    <a:pt x="7880812" y="3505834"/>
                  </a:lnTo>
                  <a:lnTo>
                    <a:pt x="7806881" y="3545016"/>
                  </a:lnTo>
                  <a:lnTo>
                    <a:pt x="7726771" y="3580780"/>
                  </a:lnTo>
                  <a:lnTo>
                    <a:pt x="7640124" y="3613463"/>
                  </a:lnTo>
                  <a:lnTo>
                    <a:pt x="7546857" y="3643336"/>
                  </a:lnTo>
                  <a:lnTo>
                    <a:pt x="7447279" y="3670592"/>
                  </a:lnTo>
                  <a:lnTo>
                    <a:pt x="7342220" y="3695347"/>
                  </a:lnTo>
                  <a:lnTo>
                    <a:pt x="7233141" y="3717652"/>
                  </a:lnTo>
                  <a:lnTo>
                    <a:pt x="7122214" y="3737497"/>
                  </a:lnTo>
                  <a:lnTo>
                    <a:pt x="7012312" y="3754840"/>
                  </a:lnTo>
                  <a:lnTo>
                    <a:pt x="6906864" y="3769628"/>
                  </a:lnTo>
                  <a:lnTo>
                    <a:pt x="6809569" y="3781839"/>
                  </a:lnTo>
                  <a:lnTo>
                    <a:pt x="6723956" y="3791516"/>
                  </a:lnTo>
                  <a:lnTo>
                    <a:pt x="6652882" y="3798788"/>
                  </a:lnTo>
                  <a:lnTo>
                    <a:pt x="6598052" y="3803890"/>
                  </a:lnTo>
                  <a:lnTo>
                    <a:pt x="6559695" y="3807147"/>
                  </a:lnTo>
                  <a:lnTo>
                    <a:pt x="6536448" y="3808954"/>
                  </a:lnTo>
                  <a:lnTo>
                    <a:pt x="6525440" y="3809740"/>
                  </a:lnTo>
                  <a:lnTo>
                    <a:pt x="6522385" y="3809940"/>
                  </a:lnTo>
                  <a:lnTo>
                    <a:pt x="5527445" y="3809940"/>
                  </a:lnTo>
                  <a:lnTo>
                    <a:pt x="5526353" y="3809896"/>
                  </a:lnTo>
                  <a:lnTo>
                    <a:pt x="5519137" y="3809583"/>
                  </a:lnTo>
                  <a:lnTo>
                    <a:pt x="5500833" y="3808717"/>
                  </a:lnTo>
                  <a:lnTo>
                    <a:pt x="5467819" y="3807009"/>
                  </a:lnTo>
                  <a:lnTo>
                    <a:pt x="5418030" y="3804186"/>
                  </a:lnTo>
                  <a:lnTo>
                    <a:pt x="5351103" y="3800010"/>
                  </a:lnTo>
                  <a:lnTo>
                    <a:pt x="5268338" y="3794305"/>
                  </a:lnTo>
                  <a:lnTo>
                    <a:pt x="5172416" y="3786961"/>
                  </a:lnTo>
                  <a:lnTo>
                    <a:pt x="5066914" y="3777933"/>
                  </a:lnTo>
                  <a:lnTo>
                    <a:pt x="4955745" y="3767227"/>
                  </a:lnTo>
                  <a:lnTo>
                    <a:pt x="4842652" y="3754874"/>
                  </a:lnTo>
                  <a:lnTo>
                    <a:pt x="4730838" y="3740906"/>
                  </a:lnTo>
                  <a:lnTo>
                    <a:pt x="4622774" y="3725336"/>
                  </a:lnTo>
                  <a:lnTo>
                    <a:pt x="4520161" y="3708140"/>
                  </a:lnTo>
                  <a:lnTo>
                    <a:pt x="4423991" y="3689247"/>
                  </a:lnTo>
                  <a:lnTo>
                    <a:pt x="4334676" y="3668538"/>
                  </a:lnTo>
                  <a:lnTo>
                    <a:pt x="4252182" y="3645841"/>
                  </a:lnTo>
                  <a:lnTo>
                    <a:pt x="4176163" y="3620935"/>
                  </a:lnTo>
                  <a:lnTo>
                    <a:pt x="4106061" y="3593556"/>
                  </a:lnTo>
                  <a:lnTo>
                    <a:pt x="4041200" y="3563405"/>
                  </a:lnTo>
                  <a:lnTo>
                    <a:pt x="3980841" y="3530168"/>
                  </a:lnTo>
                  <a:lnTo>
                    <a:pt x="3924235" y="3493540"/>
                  </a:lnTo>
                  <a:lnTo>
                    <a:pt x="3870660" y="3453269"/>
                  </a:lnTo>
                  <a:lnTo>
                    <a:pt x="3820202" y="3409905"/>
                  </a:lnTo>
                  <a:lnTo>
                    <a:pt x="3773333" y="3364746"/>
                  </a:lnTo>
                  <a:lnTo>
                    <a:pt x="3727679" y="3316137"/>
                  </a:lnTo>
                  <a:lnTo>
                    <a:pt x="3682897" y="3264007"/>
                  </a:lnTo>
                  <a:lnTo>
                    <a:pt x="3638711" y="3208349"/>
                  </a:lnTo>
                  <a:lnTo>
                    <a:pt x="3594904" y="3149224"/>
                  </a:lnTo>
                  <a:lnTo>
                    <a:pt x="3551310" y="3086767"/>
                  </a:lnTo>
                  <a:lnTo>
                    <a:pt x="3507807" y="3021191"/>
                  </a:lnTo>
                  <a:lnTo>
                    <a:pt x="3464311" y="2952789"/>
                  </a:lnTo>
                  <a:lnTo>
                    <a:pt x="3420771" y="2881931"/>
                  </a:lnTo>
                  <a:lnTo>
                    <a:pt x="3377165" y="2809057"/>
                  </a:lnTo>
                  <a:lnTo>
                    <a:pt x="3333492" y="2734668"/>
                  </a:lnTo>
                  <a:lnTo>
                    <a:pt x="3289771" y="2659314"/>
                  </a:lnTo>
                  <a:lnTo>
                    <a:pt x="3246029" y="2583573"/>
                  </a:lnTo>
                  <a:lnTo>
                    <a:pt x="3202298" y="2508037"/>
                  </a:lnTo>
                  <a:lnTo>
                    <a:pt x="3158608" y="2433292"/>
                  </a:lnTo>
                  <a:lnTo>
                    <a:pt x="3114981" y="2359898"/>
                  </a:lnTo>
                  <a:lnTo>
                    <a:pt x="3071422" y="2288372"/>
                  </a:lnTo>
                  <a:lnTo>
                    <a:pt x="3027916" y="2219174"/>
                  </a:lnTo>
                  <a:lnTo>
                    <a:pt x="2984422" y="2152696"/>
                  </a:lnTo>
                  <a:lnTo>
                    <a:pt x="2940867" y="2089256"/>
                  </a:lnTo>
                  <a:lnTo>
                    <a:pt x="2897141" y="2029091"/>
                  </a:lnTo>
                  <a:lnTo>
                    <a:pt x="2853092" y="1972360"/>
                  </a:lnTo>
                  <a:lnTo>
                    <a:pt x="2808519" y="1919146"/>
                  </a:lnTo>
                  <a:lnTo>
                    <a:pt x="2763166" y="1869462"/>
                  </a:lnTo>
                  <a:lnTo>
                    <a:pt x="2716711" y="1823255"/>
                  </a:lnTo>
                  <a:lnTo>
                    <a:pt x="2702183" y="1809765"/>
                  </a:lnTo>
                  <a:lnTo>
                    <a:pt x="2650952" y="1765779"/>
                  </a:lnTo>
                  <a:lnTo>
                    <a:pt x="2597337" y="1725563"/>
                  </a:lnTo>
                  <a:lnTo>
                    <a:pt x="2540681" y="1688987"/>
                  </a:lnTo>
                  <a:lnTo>
                    <a:pt x="2480261" y="1655797"/>
                  </a:lnTo>
                  <a:lnTo>
                    <a:pt x="2415327" y="1625690"/>
                  </a:lnTo>
                  <a:lnTo>
                    <a:pt x="2345143" y="1598350"/>
                  </a:lnTo>
                  <a:lnTo>
                    <a:pt x="2269031" y="1573478"/>
                  </a:lnTo>
                  <a:lnTo>
                    <a:pt x="2186439" y="1550812"/>
                  </a:lnTo>
                  <a:lnTo>
                    <a:pt x="2097022" y="1530131"/>
                  </a:lnTo>
                  <a:lnTo>
                    <a:pt x="2000752" y="1511264"/>
                  </a:lnTo>
                  <a:lnTo>
                    <a:pt x="1898049" y="1494092"/>
                  </a:lnTo>
                  <a:lnTo>
                    <a:pt x="1789915" y="1478546"/>
                  </a:lnTo>
                  <a:lnTo>
                    <a:pt x="1678063" y="1464602"/>
                  </a:lnTo>
                  <a:lnTo>
                    <a:pt x="1564973" y="1452273"/>
                  </a:lnTo>
                  <a:lnTo>
                    <a:pt x="1453860" y="1441592"/>
                  </a:lnTo>
                  <a:lnTo>
                    <a:pt x="1348471" y="1432589"/>
                  </a:lnTo>
                  <a:lnTo>
                    <a:pt x="1252719" y="1425270"/>
                  </a:lnTo>
                  <a:lnTo>
                    <a:pt x="1170172" y="1419588"/>
                  </a:lnTo>
                  <a:lnTo>
                    <a:pt x="1103492" y="1415434"/>
                  </a:lnTo>
                  <a:lnTo>
                    <a:pt x="1053958" y="1412629"/>
                  </a:lnTo>
                  <a:lnTo>
                    <a:pt x="1021181" y="1410936"/>
                  </a:lnTo>
                  <a:lnTo>
                    <a:pt x="1003071" y="1410080"/>
                  </a:lnTo>
                  <a:lnTo>
                    <a:pt x="995985" y="1409772"/>
                  </a:lnTo>
                  <a:lnTo>
                    <a:pt x="994940" y="1409730"/>
                  </a:lnTo>
                  <a:lnTo>
                    <a:pt x="0" y="140973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41" name="pl240"/>
            <p:cNvSpPr/>
            <p:nvPr/>
          </p:nvSpPr>
          <p:spPr>
            <a:xfrm>
              <a:off x="1199187" y="2295233"/>
              <a:ext cx="12049831" cy="3809940"/>
            </a:xfrm>
            <a:custGeom>
              <a:avLst/>
              <a:pathLst>
                <a:path w="12049831" h="3809940">
                  <a:moveTo>
                    <a:pt x="0" y="1409730"/>
                  </a:moveTo>
                  <a:lnTo>
                    <a:pt x="994940" y="1409730"/>
                  </a:lnTo>
                  <a:lnTo>
                    <a:pt x="996032" y="1409774"/>
                  </a:lnTo>
                  <a:lnTo>
                    <a:pt x="1003248" y="1410088"/>
                  </a:lnTo>
                  <a:lnTo>
                    <a:pt x="1021552" y="1410954"/>
                  </a:lnTo>
                  <a:lnTo>
                    <a:pt x="1054566" y="1412662"/>
                  </a:lnTo>
                  <a:lnTo>
                    <a:pt x="1104355" y="1415485"/>
                  </a:lnTo>
                  <a:lnTo>
                    <a:pt x="1171282" y="1419660"/>
                  </a:lnTo>
                  <a:lnTo>
                    <a:pt x="1254047" y="1425366"/>
                  </a:lnTo>
                  <a:lnTo>
                    <a:pt x="1349969" y="1432710"/>
                  </a:lnTo>
                  <a:lnTo>
                    <a:pt x="1455471" y="1441738"/>
                  </a:lnTo>
                  <a:lnTo>
                    <a:pt x="1566640" y="1452444"/>
                  </a:lnTo>
                  <a:lnTo>
                    <a:pt x="1679733" y="1464797"/>
                  </a:lnTo>
                  <a:lnTo>
                    <a:pt x="1791547" y="1478764"/>
                  </a:lnTo>
                  <a:lnTo>
                    <a:pt x="1899611" y="1494334"/>
                  </a:lnTo>
                  <a:lnTo>
                    <a:pt x="2002224" y="1511531"/>
                  </a:lnTo>
                  <a:lnTo>
                    <a:pt x="2098394" y="1530424"/>
                  </a:lnTo>
                  <a:lnTo>
                    <a:pt x="2187709" y="1551132"/>
                  </a:lnTo>
                  <a:lnTo>
                    <a:pt x="2270203" y="1573830"/>
                  </a:lnTo>
                  <a:lnTo>
                    <a:pt x="2346222" y="1598735"/>
                  </a:lnTo>
                  <a:lnTo>
                    <a:pt x="2416324" y="1626115"/>
                  </a:lnTo>
                  <a:lnTo>
                    <a:pt x="2481185" y="1656265"/>
                  </a:lnTo>
                  <a:lnTo>
                    <a:pt x="2541544" y="1689502"/>
                  </a:lnTo>
                  <a:lnTo>
                    <a:pt x="2598150" y="1726131"/>
                  </a:lnTo>
                  <a:lnTo>
                    <a:pt x="2651725" y="1766402"/>
                  </a:lnTo>
                  <a:lnTo>
                    <a:pt x="2702183" y="1809765"/>
                  </a:lnTo>
                  <a:lnTo>
                    <a:pt x="2749052" y="1854924"/>
                  </a:lnTo>
                  <a:lnTo>
                    <a:pt x="2794706" y="1903534"/>
                  </a:lnTo>
                  <a:lnTo>
                    <a:pt x="2839488" y="1955663"/>
                  </a:lnTo>
                  <a:lnTo>
                    <a:pt x="2883674" y="2011321"/>
                  </a:lnTo>
                  <a:lnTo>
                    <a:pt x="2927481" y="2070446"/>
                  </a:lnTo>
                  <a:lnTo>
                    <a:pt x="2971075" y="2132904"/>
                  </a:lnTo>
                  <a:lnTo>
                    <a:pt x="3014578" y="2198480"/>
                  </a:lnTo>
                  <a:lnTo>
                    <a:pt x="3058074" y="2266882"/>
                  </a:lnTo>
                  <a:lnTo>
                    <a:pt x="3101614" y="2337740"/>
                  </a:lnTo>
                  <a:lnTo>
                    <a:pt x="3145220" y="2410614"/>
                  </a:lnTo>
                  <a:lnTo>
                    <a:pt x="3188893" y="2485002"/>
                  </a:lnTo>
                  <a:lnTo>
                    <a:pt x="3232614" y="2560357"/>
                  </a:lnTo>
                  <a:lnTo>
                    <a:pt x="3276356" y="2636098"/>
                  </a:lnTo>
                  <a:lnTo>
                    <a:pt x="3320087" y="2711633"/>
                  </a:lnTo>
                  <a:lnTo>
                    <a:pt x="3363777" y="2786378"/>
                  </a:lnTo>
                  <a:lnTo>
                    <a:pt x="3407404" y="2859772"/>
                  </a:lnTo>
                  <a:lnTo>
                    <a:pt x="3450963" y="2931299"/>
                  </a:lnTo>
                  <a:lnTo>
                    <a:pt x="3494469" y="3000497"/>
                  </a:lnTo>
                  <a:lnTo>
                    <a:pt x="3537963" y="3066974"/>
                  </a:lnTo>
                  <a:lnTo>
                    <a:pt x="3581518" y="3130414"/>
                  </a:lnTo>
                  <a:lnTo>
                    <a:pt x="3625244" y="3190579"/>
                  </a:lnTo>
                  <a:lnTo>
                    <a:pt x="3669293" y="3247310"/>
                  </a:lnTo>
                  <a:lnTo>
                    <a:pt x="3713866" y="3300524"/>
                  </a:lnTo>
                  <a:lnTo>
                    <a:pt x="3759219" y="3350209"/>
                  </a:lnTo>
                  <a:lnTo>
                    <a:pt x="3805674" y="3396416"/>
                  </a:lnTo>
                  <a:lnTo>
                    <a:pt x="3820202" y="3409905"/>
                  </a:lnTo>
                  <a:lnTo>
                    <a:pt x="3871433" y="3453892"/>
                  </a:lnTo>
                  <a:lnTo>
                    <a:pt x="3925048" y="3494108"/>
                  </a:lnTo>
                  <a:lnTo>
                    <a:pt x="3981704" y="3530684"/>
                  </a:lnTo>
                  <a:lnTo>
                    <a:pt x="4042124" y="3563873"/>
                  </a:lnTo>
                  <a:lnTo>
                    <a:pt x="4107058" y="3593980"/>
                  </a:lnTo>
                  <a:lnTo>
                    <a:pt x="4177242" y="3621321"/>
                  </a:lnTo>
                  <a:lnTo>
                    <a:pt x="4253354" y="3646192"/>
                  </a:lnTo>
                  <a:lnTo>
                    <a:pt x="4335946" y="3668858"/>
                  </a:lnTo>
                  <a:lnTo>
                    <a:pt x="4425363" y="3689539"/>
                  </a:lnTo>
                  <a:lnTo>
                    <a:pt x="4521633" y="3708406"/>
                  </a:lnTo>
                  <a:lnTo>
                    <a:pt x="4624336" y="3725578"/>
                  </a:lnTo>
                  <a:lnTo>
                    <a:pt x="4732470" y="3741125"/>
                  </a:lnTo>
                  <a:lnTo>
                    <a:pt x="4844322" y="3755069"/>
                  </a:lnTo>
                  <a:lnTo>
                    <a:pt x="4957412" y="3767397"/>
                  </a:lnTo>
                  <a:lnTo>
                    <a:pt x="5068525" y="3778079"/>
                  </a:lnTo>
                  <a:lnTo>
                    <a:pt x="5173914" y="3787081"/>
                  </a:lnTo>
                  <a:lnTo>
                    <a:pt x="5269666" y="3794401"/>
                  </a:lnTo>
                  <a:lnTo>
                    <a:pt x="5352213" y="3800083"/>
                  </a:lnTo>
                  <a:lnTo>
                    <a:pt x="5418893" y="3804237"/>
                  </a:lnTo>
                  <a:lnTo>
                    <a:pt x="5468427" y="3807042"/>
                  </a:lnTo>
                  <a:lnTo>
                    <a:pt x="5501204" y="3808735"/>
                  </a:lnTo>
                  <a:lnTo>
                    <a:pt x="5519314" y="3809591"/>
                  </a:lnTo>
                  <a:lnTo>
                    <a:pt x="5526400" y="3809898"/>
                  </a:lnTo>
                  <a:lnTo>
                    <a:pt x="5527445" y="3809940"/>
                  </a:lnTo>
                  <a:lnTo>
                    <a:pt x="6522385" y="3809940"/>
                  </a:lnTo>
                  <a:lnTo>
                    <a:pt x="6523418" y="3809874"/>
                  </a:lnTo>
                  <a:lnTo>
                    <a:pt x="6530248" y="3809405"/>
                  </a:lnTo>
                  <a:lnTo>
                    <a:pt x="6547598" y="3808107"/>
                  </a:lnTo>
                  <a:lnTo>
                    <a:pt x="6578953" y="3805548"/>
                  </a:lnTo>
                  <a:lnTo>
                    <a:pt x="6626369" y="3801314"/>
                  </a:lnTo>
                  <a:lnTo>
                    <a:pt x="6690327" y="3795045"/>
                  </a:lnTo>
                  <a:lnTo>
                    <a:pt x="6769749" y="3786463"/>
                  </a:lnTo>
                  <a:lnTo>
                    <a:pt x="6862242" y="3775392"/>
                  </a:lnTo>
                  <a:lnTo>
                    <a:pt x="6964511" y="3761753"/>
                  </a:lnTo>
                  <a:lnTo>
                    <a:pt x="7072875" y="3745545"/>
                  </a:lnTo>
                  <a:lnTo>
                    <a:pt x="7183738" y="3726809"/>
                  </a:lnTo>
                  <a:lnTo>
                    <a:pt x="7293953" y="3705598"/>
                  </a:lnTo>
                  <a:lnTo>
                    <a:pt x="7401027" y="3681938"/>
                  </a:lnTo>
                  <a:lnTo>
                    <a:pt x="7503187" y="3655808"/>
                  </a:lnTo>
                  <a:lnTo>
                    <a:pt x="7599335" y="3627121"/>
                  </a:lnTo>
                  <a:lnTo>
                    <a:pt x="7688945" y="3595720"/>
                  </a:lnTo>
                  <a:lnTo>
                    <a:pt x="7771940" y="3561368"/>
                  </a:lnTo>
                  <a:lnTo>
                    <a:pt x="7848569" y="3523757"/>
                  </a:lnTo>
                  <a:lnTo>
                    <a:pt x="7919302" y="3482511"/>
                  </a:lnTo>
                  <a:lnTo>
                    <a:pt x="7984748" y="3437198"/>
                  </a:lnTo>
                  <a:lnTo>
                    <a:pt x="8045587" y="3387350"/>
                  </a:lnTo>
                  <a:lnTo>
                    <a:pt x="8102530" y="3332500"/>
                  </a:lnTo>
                  <a:lnTo>
                    <a:pt x="8156272" y="3272226"/>
                  </a:lnTo>
                  <a:lnTo>
                    <a:pt x="8207465" y="3206242"/>
                  </a:lnTo>
                  <a:lnTo>
                    <a:pt x="8229629" y="3174950"/>
                  </a:lnTo>
                  <a:lnTo>
                    <a:pt x="8269030" y="3115197"/>
                  </a:lnTo>
                  <a:lnTo>
                    <a:pt x="8307533" y="3051609"/>
                  </a:lnTo>
                  <a:lnTo>
                    <a:pt x="8345352" y="2984106"/>
                  </a:lnTo>
                  <a:lnTo>
                    <a:pt x="8382665" y="2912657"/>
                  </a:lnTo>
                  <a:lnTo>
                    <a:pt x="8419618" y="2837282"/>
                  </a:lnTo>
                  <a:lnTo>
                    <a:pt x="8456330" y="2758056"/>
                  </a:lnTo>
                  <a:lnTo>
                    <a:pt x="8492897" y="2675114"/>
                  </a:lnTo>
                  <a:lnTo>
                    <a:pt x="8529390" y="2588652"/>
                  </a:lnTo>
                  <a:lnTo>
                    <a:pt x="8565865" y="2498928"/>
                  </a:lnTo>
                  <a:lnTo>
                    <a:pt x="8602358" y="2406263"/>
                  </a:lnTo>
                  <a:lnTo>
                    <a:pt x="8638890" y="2311035"/>
                  </a:lnTo>
                  <a:lnTo>
                    <a:pt x="8675471" y="2213676"/>
                  </a:lnTo>
                  <a:lnTo>
                    <a:pt x="8712098" y="2114662"/>
                  </a:lnTo>
                  <a:lnTo>
                    <a:pt x="8748761" y="2014507"/>
                  </a:lnTo>
                  <a:lnTo>
                    <a:pt x="8785444" y="1913751"/>
                  </a:lnTo>
                  <a:lnTo>
                    <a:pt x="8822130" y="1812947"/>
                  </a:lnTo>
                  <a:lnTo>
                    <a:pt x="8858797" y="1712649"/>
                  </a:lnTo>
                  <a:lnTo>
                    <a:pt x="8895432" y="1613398"/>
                  </a:lnTo>
                  <a:lnTo>
                    <a:pt x="8932021" y="1515715"/>
                  </a:lnTo>
                  <a:lnTo>
                    <a:pt x="8968561" y="1420084"/>
                  </a:lnTo>
                  <a:lnTo>
                    <a:pt x="9005060" y="1326944"/>
                  </a:lnTo>
                  <a:lnTo>
                    <a:pt x="9041535" y="1236683"/>
                  </a:lnTo>
                  <a:lnTo>
                    <a:pt x="9078023" y="1149633"/>
                  </a:lnTo>
                  <a:lnTo>
                    <a:pt x="9114572" y="1066062"/>
                  </a:lnTo>
                  <a:lnTo>
                    <a:pt x="9151252" y="986178"/>
                  </a:lnTo>
                  <a:lnTo>
                    <a:pt x="9188156" y="910125"/>
                  </a:lnTo>
                  <a:lnTo>
                    <a:pt x="9225396" y="837990"/>
                  </a:lnTo>
                  <a:lnTo>
                    <a:pt x="9263115" y="769801"/>
                  </a:lnTo>
                  <a:lnTo>
                    <a:pt x="9301485" y="705535"/>
                  </a:lnTo>
                  <a:lnTo>
                    <a:pt x="9340712" y="645122"/>
                  </a:lnTo>
                  <a:lnTo>
                    <a:pt x="9347647" y="634990"/>
                  </a:lnTo>
                  <a:lnTo>
                    <a:pt x="9397893" y="566429"/>
                  </a:lnTo>
                  <a:lnTo>
                    <a:pt x="9450422" y="503632"/>
                  </a:lnTo>
                  <a:lnTo>
                    <a:pt x="9505853" y="446409"/>
                  </a:lnTo>
                  <a:lnTo>
                    <a:pt x="9564866" y="394387"/>
                  </a:lnTo>
                  <a:lnTo>
                    <a:pt x="9628171" y="347110"/>
                  </a:lnTo>
                  <a:lnTo>
                    <a:pt x="9696465" y="304106"/>
                  </a:lnTo>
                  <a:lnTo>
                    <a:pt x="9770396" y="264924"/>
                  </a:lnTo>
                  <a:lnTo>
                    <a:pt x="9850506" y="229160"/>
                  </a:lnTo>
                  <a:lnTo>
                    <a:pt x="9937153" y="196477"/>
                  </a:lnTo>
                  <a:lnTo>
                    <a:pt x="10030420" y="166604"/>
                  </a:lnTo>
                  <a:lnTo>
                    <a:pt x="10129997" y="139348"/>
                  </a:lnTo>
                  <a:lnTo>
                    <a:pt x="10235057" y="114593"/>
                  </a:lnTo>
                  <a:lnTo>
                    <a:pt x="10344136" y="92288"/>
                  </a:lnTo>
                  <a:lnTo>
                    <a:pt x="10455062" y="72443"/>
                  </a:lnTo>
                  <a:lnTo>
                    <a:pt x="10564965" y="55100"/>
                  </a:lnTo>
                  <a:lnTo>
                    <a:pt x="10670412" y="40312"/>
                  </a:lnTo>
                  <a:lnTo>
                    <a:pt x="10767708" y="28101"/>
                  </a:lnTo>
                  <a:lnTo>
                    <a:pt x="10853320" y="18424"/>
                  </a:lnTo>
                  <a:lnTo>
                    <a:pt x="10924395" y="11152"/>
                  </a:lnTo>
                  <a:lnTo>
                    <a:pt x="10979225" y="6050"/>
                  </a:lnTo>
                  <a:lnTo>
                    <a:pt x="11017582" y="2793"/>
                  </a:lnTo>
                  <a:lnTo>
                    <a:pt x="11040828" y="986"/>
                  </a:lnTo>
                  <a:lnTo>
                    <a:pt x="11051837" y="200"/>
                  </a:lnTo>
                  <a:lnTo>
                    <a:pt x="11054797" y="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2" name="pl241"/>
            <p:cNvSpPr/>
            <p:nvPr/>
          </p:nvSpPr>
          <p:spPr>
            <a:xfrm>
              <a:off x="1199187" y="2289992"/>
              <a:ext cx="12049831" cy="3809940"/>
            </a:xfrm>
            <a:custGeom>
              <a:avLst/>
              <a:pathLst>
                <a:path w="12049831" h="3809940">
                  <a:moveTo>
                    <a:pt x="12049831" y="0"/>
                  </a:moveTo>
                  <a:lnTo>
                    <a:pt x="11054891" y="0"/>
                  </a:lnTo>
                  <a:lnTo>
                    <a:pt x="11053858" y="66"/>
                  </a:lnTo>
                  <a:lnTo>
                    <a:pt x="11047029" y="535"/>
                  </a:lnTo>
                  <a:lnTo>
                    <a:pt x="11029679" y="1833"/>
                  </a:lnTo>
                  <a:lnTo>
                    <a:pt x="10998323" y="4392"/>
                  </a:lnTo>
                  <a:lnTo>
                    <a:pt x="10950907" y="8626"/>
                  </a:lnTo>
                  <a:lnTo>
                    <a:pt x="10886950" y="14895"/>
                  </a:lnTo>
                  <a:lnTo>
                    <a:pt x="10807527" y="23477"/>
                  </a:lnTo>
                  <a:lnTo>
                    <a:pt x="10715035" y="34548"/>
                  </a:lnTo>
                  <a:lnTo>
                    <a:pt x="10612765" y="48187"/>
                  </a:lnTo>
                  <a:lnTo>
                    <a:pt x="10504401" y="64395"/>
                  </a:lnTo>
                  <a:lnTo>
                    <a:pt x="10393538" y="83131"/>
                  </a:lnTo>
                  <a:lnTo>
                    <a:pt x="10283324" y="104342"/>
                  </a:lnTo>
                  <a:lnTo>
                    <a:pt x="10176250" y="128002"/>
                  </a:lnTo>
                  <a:lnTo>
                    <a:pt x="10074090" y="154132"/>
                  </a:lnTo>
                  <a:lnTo>
                    <a:pt x="9977942" y="182819"/>
                  </a:lnTo>
                  <a:lnTo>
                    <a:pt x="9888332" y="214220"/>
                  </a:lnTo>
                  <a:lnTo>
                    <a:pt x="9805337" y="248572"/>
                  </a:lnTo>
                  <a:lnTo>
                    <a:pt x="9728707" y="286183"/>
                  </a:lnTo>
                  <a:lnTo>
                    <a:pt x="9657974" y="327429"/>
                  </a:lnTo>
                  <a:lnTo>
                    <a:pt x="9592529" y="372742"/>
                  </a:lnTo>
                  <a:lnTo>
                    <a:pt x="9531689" y="422589"/>
                  </a:lnTo>
                  <a:lnTo>
                    <a:pt x="9474747" y="477440"/>
                  </a:lnTo>
                  <a:lnTo>
                    <a:pt x="9421005" y="537714"/>
                  </a:lnTo>
                  <a:lnTo>
                    <a:pt x="9369812" y="603698"/>
                  </a:lnTo>
                  <a:lnTo>
                    <a:pt x="9347647" y="634990"/>
                  </a:lnTo>
                  <a:lnTo>
                    <a:pt x="9308247" y="694743"/>
                  </a:lnTo>
                  <a:lnTo>
                    <a:pt x="9269744" y="758331"/>
                  </a:lnTo>
                  <a:lnTo>
                    <a:pt x="9231925" y="825834"/>
                  </a:lnTo>
                  <a:lnTo>
                    <a:pt x="9194612" y="897283"/>
                  </a:lnTo>
                  <a:lnTo>
                    <a:pt x="9157659" y="972658"/>
                  </a:lnTo>
                  <a:lnTo>
                    <a:pt x="9120946" y="1051884"/>
                  </a:lnTo>
                  <a:lnTo>
                    <a:pt x="9084380" y="1134826"/>
                  </a:lnTo>
                  <a:lnTo>
                    <a:pt x="9047886" y="1221288"/>
                  </a:lnTo>
                  <a:lnTo>
                    <a:pt x="9011411" y="1311012"/>
                  </a:lnTo>
                  <a:lnTo>
                    <a:pt x="8974918" y="1403677"/>
                  </a:lnTo>
                  <a:lnTo>
                    <a:pt x="8938386" y="1498905"/>
                  </a:lnTo>
                  <a:lnTo>
                    <a:pt x="8901805" y="1596264"/>
                  </a:lnTo>
                  <a:lnTo>
                    <a:pt x="8865179" y="1695278"/>
                  </a:lnTo>
                  <a:lnTo>
                    <a:pt x="8828515" y="1795433"/>
                  </a:lnTo>
                  <a:lnTo>
                    <a:pt x="8791832" y="1896188"/>
                  </a:lnTo>
                  <a:lnTo>
                    <a:pt x="8755147" y="1996993"/>
                  </a:lnTo>
                  <a:lnTo>
                    <a:pt x="8718479" y="2097291"/>
                  </a:lnTo>
                  <a:lnTo>
                    <a:pt x="8681845" y="2196542"/>
                  </a:lnTo>
                  <a:lnTo>
                    <a:pt x="8645256" y="2294225"/>
                  </a:lnTo>
                  <a:lnTo>
                    <a:pt x="8608715" y="2389856"/>
                  </a:lnTo>
                  <a:lnTo>
                    <a:pt x="8572217" y="2482996"/>
                  </a:lnTo>
                  <a:lnTo>
                    <a:pt x="8535741" y="2573257"/>
                  </a:lnTo>
                  <a:lnTo>
                    <a:pt x="8499254" y="2660307"/>
                  </a:lnTo>
                  <a:lnTo>
                    <a:pt x="8462705" y="2743878"/>
                  </a:lnTo>
                  <a:lnTo>
                    <a:pt x="8426024" y="2823762"/>
                  </a:lnTo>
                  <a:lnTo>
                    <a:pt x="8389121" y="2899815"/>
                  </a:lnTo>
                  <a:lnTo>
                    <a:pt x="8351880" y="2971950"/>
                  </a:lnTo>
                  <a:lnTo>
                    <a:pt x="8314161" y="3040139"/>
                  </a:lnTo>
                  <a:lnTo>
                    <a:pt x="8275792" y="3104405"/>
                  </a:lnTo>
                  <a:lnTo>
                    <a:pt x="8236564" y="3164818"/>
                  </a:lnTo>
                  <a:lnTo>
                    <a:pt x="8229629" y="3174950"/>
                  </a:lnTo>
                  <a:lnTo>
                    <a:pt x="8179383" y="3243511"/>
                  </a:lnTo>
                  <a:lnTo>
                    <a:pt x="8126855" y="3306308"/>
                  </a:lnTo>
                  <a:lnTo>
                    <a:pt x="8071424" y="3363531"/>
                  </a:lnTo>
                  <a:lnTo>
                    <a:pt x="8012410" y="3415553"/>
                  </a:lnTo>
                  <a:lnTo>
                    <a:pt x="7949106" y="3462830"/>
                  </a:lnTo>
                  <a:lnTo>
                    <a:pt x="7880812" y="3505834"/>
                  </a:lnTo>
                  <a:lnTo>
                    <a:pt x="7806881" y="3545016"/>
                  </a:lnTo>
                  <a:lnTo>
                    <a:pt x="7726771" y="3580780"/>
                  </a:lnTo>
                  <a:lnTo>
                    <a:pt x="7640124" y="3613463"/>
                  </a:lnTo>
                  <a:lnTo>
                    <a:pt x="7546857" y="3643336"/>
                  </a:lnTo>
                  <a:lnTo>
                    <a:pt x="7447279" y="3670592"/>
                  </a:lnTo>
                  <a:lnTo>
                    <a:pt x="7342220" y="3695347"/>
                  </a:lnTo>
                  <a:lnTo>
                    <a:pt x="7233141" y="3717652"/>
                  </a:lnTo>
                  <a:lnTo>
                    <a:pt x="7122214" y="3737497"/>
                  </a:lnTo>
                  <a:lnTo>
                    <a:pt x="7012312" y="3754840"/>
                  </a:lnTo>
                  <a:lnTo>
                    <a:pt x="6906864" y="3769628"/>
                  </a:lnTo>
                  <a:lnTo>
                    <a:pt x="6809569" y="3781839"/>
                  </a:lnTo>
                  <a:lnTo>
                    <a:pt x="6723956" y="3791516"/>
                  </a:lnTo>
                  <a:lnTo>
                    <a:pt x="6652882" y="3798788"/>
                  </a:lnTo>
                  <a:lnTo>
                    <a:pt x="6598052" y="3803890"/>
                  </a:lnTo>
                  <a:lnTo>
                    <a:pt x="6559695" y="3807147"/>
                  </a:lnTo>
                  <a:lnTo>
                    <a:pt x="6536448" y="3808954"/>
                  </a:lnTo>
                  <a:lnTo>
                    <a:pt x="6525440" y="3809740"/>
                  </a:lnTo>
                  <a:lnTo>
                    <a:pt x="6522480" y="3809935"/>
                  </a:lnTo>
                  <a:lnTo>
                    <a:pt x="6522385" y="3809940"/>
                  </a:lnTo>
                  <a:lnTo>
                    <a:pt x="5527445" y="3809940"/>
                  </a:lnTo>
                  <a:lnTo>
                    <a:pt x="5526353" y="3809896"/>
                  </a:lnTo>
                  <a:lnTo>
                    <a:pt x="5519137" y="3809583"/>
                  </a:lnTo>
                  <a:lnTo>
                    <a:pt x="5500833" y="3808717"/>
                  </a:lnTo>
                  <a:lnTo>
                    <a:pt x="5467819" y="3807009"/>
                  </a:lnTo>
                  <a:lnTo>
                    <a:pt x="5418030" y="3804186"/>
                  </a:lnTo>
                  <a:lnTo>
                    <a:pt x="5351103" y="3800010"/>
                  </a:lnTo>
                  <a:lnTo>
                    <a:pt x="5268338" y="3794305"/>
                  </a:lnTo>
                  <a:lnTo>
                    <a:pt x="5172416" y="3786961"/>
                  </a:lnTo>
                  <a:lnTo>
                    <a:pt x="5066914" y="3777933"/>
                  </a:lnTo>
                  <a:lnTo>
                    <a:pt x="4955745" y="3767227"/>
                  </a:lnTo>
                  <a:lnTo>
                    <a:pt x="4842652" y="3754874"/>
                  </a:lnTo>
                  <a:lnTo>
                    <a:pt x="4730838" y="3740906"/>
                  </a:lnTo>
                  <a:lnTo>
                    <a:pt x="4622774" y="3725336"/>
                  </a:lnTo>
                  <a:lnTo>
                    <a:pt x="4520161" y="3708140"/>
                  </a:lnTo>
                  <a:lnTo>
                    <a:pt x="4423991" y="3689247"/>
                  </a:lnTo>
                  <a:lnTo>
                    <a:pt x="4334676" y="3668538"/>
                  </a:lnTo>
                  <a:lnTo>
                    <a:pt x="4252182" y="3645841"/>
                  </a:lnTo>
                  <a:lnTo>
                    <a:pt x="4176163" y="3620935"/>
                  </a:lnTo>
                  <a:lnTo>
                    <a:pt x="4106061" y="3593556"/>
                  </a:lnTo>
                  <a:lnTo>
                    <a:pt x="4041200" y="3563405"/>
                  </a:lnTo>
                  <a:lnTo>
                    <a:pt x="3980841" y="3530168"/>
                  </a:lnTo>
                  <a:lnTo>
                    <a:pt x="3924235" y="3493540"/>
                  </a:lnTo>
                  <a:lnTo>
                    <a:pt x="3870660" y="3453269"/>
                  </a:lnTo>
                  <a:lnTo>
                    <a:pt x="3820202" y="3409905"/>
                  </a:lnTo>
                  <a:lnTo>
                    <a:pt x="3773333" y="3364746"/>
                  </a:lnTo>
                  <a:lnTo>
                    <a:pt x="3727679" y="3316137"/>
                  </a:lnTo>
                  <a:lnTo>
                    <a:pt x="3682897" y="3264007"/>
                  </a:lnTo>
                  <a:lnTo>
                    <a:pt x="3638711" y="3208349"/>
                  </a:lnTo>
                  <a:lnTo>
                    <a:pt x="3594904" y="3149224"/>
                  </a:lnTo>
                  <a:lnTo>
                    <a:pt x="3551310" y="3086767"/>
                  </a:lnTo>
                  <a:lnTo>
                    <a:pt x="3507807" y="3021191"/>
                  </a:lnTo>
                  <a:lnTo>
                    <a:pt x="3464311" y="2952789"/>
                  </a:lnTo>
                  <a:lnTo>
                    <a:pt x="3420771" y="2881931"/>
                  </a:lnTo>
                  <a:lnTo>
                    <a:pt x="3377165" y="2809057"/>
                  </a:lnTo>
                  <a:lnTo>
                    <a:pt x="3333492" y="2734668"/>
                  </a:lnTo>
                  <a:lnTo>
                    <a:pt x="3289771" y="2659314"/>
                  </a:lnTo>
                  <a:lnTo>
                    <a:pt x="3246029" y="2583573"/>
                  </a:lnTo>
                  <a:lnTo>
                    <a:pt x="3202298" y="2508037"/>
                  </a:lnTo>
                  <a:lnTo>
                    <a:pt x="3158608" y="2433292"/>
                  </a:lnTo>
                  <a:lnTo>
                    <a:pt x="3114981" y="2359898"/>
                  </a:lnTo>
                  <a:lnTo>
                    <a:pt x="3071422" y="2288372"/>
                  </a:lnTo>
                  <a:lnTo>
                    <a:pt x="3027916" y="2219174"/>
                  </a:lnTo>
                  <a:lnTo>
                    <a:pt x="2984422" y="2152696"/>
                  </a:lnTo>
                  <a:lnTo>
                    <a:pt x="2940867" y="2089256"/>
                  </a:lnTo>
                  <a:lnTo>
                    <a:pt x="2897141" y="2029091"/>
                  </a:lnTo>
                  <a:lnTo>
                    <a:pt x="2853092" y="1972360"/>
                  </a:lnTo>
                  <a:lnTo>
                    <a:pt x="2808519" y="1919146"/>
                  </a:lnTo>
                  <a:lnTo>
                    <a:pt x="2763166" y="1869462"/>
                  </a:lnTo>
                  <a:lnTo>
                    <a:pt x="2716711" y="1823255"/>
                  </a:lnTo>
                  <a:lnTo>
                    <a:pt x="2702183" y="1809765"/>
                  </a:lnTo>
                  <a:lnTo>
                    <a:pt x="2650952" y="1765779"/>
                  </a:lnTo>
                  <a:lnTo>
                    <a:pt x="2597337" y="1725563"/>
                  </a:lnTo>
                  <a:lnTo>
                    <a:pt x="2540681" y="1688987"/>
                  </a:lnTo>
                  <a:lnTo>
                    <a:pt x="2480261" y="1655797"/>
                  </a:lnTo>
                  <a:lnTo>
                    <a:pt x="2415327" y="1625690"/>
                  </a:lnTo>
                  <a:lnTo>
                    <a:pt x="2345143" y="1598350"/>
                  </a:lnTo>
                  <a:lnTo>
                    <a:pt x="2269031" y="1573478"/>
                  </a:lnTo>
                  <a:lnTo>
                    <a:pt x="2186439" y="1550812"/>
                  </a:lnTo>
                  <a:lnTo>
                    <a:pt x="2097022" y="1530131"/>
                  </a:lnTo>
                  <a:lnTo>
                    <a:pt x="2000752" y="1511264"/>
                  </a:lnTo>
                  <a:lnTo>
                    <a:pt x="1898049" y="1494092"/>
                  </a:lnTo>
                  <a:lnTo>
                    <a:pt x="1789915" y="1478546"/>
                  </a:lnTo>
                  <a:lnTo>
                    <a:pt x="1678063" y="1464602"/>
                  </a:lnTo>
                  <a:lnTo>
                    <a:pt x="1564973" y="1452273"/>
                  </a:lnTo>
                  <a:lnTo>
                    <a:pt x="1453860" y="1441592"/>
                  </a:lnTo>
                  <a:lnTo>
                    <a:pt x="1348471" y="1432589"/>
                  </a:lnTo>
                  <a:lnTo>
                    <a:pt x="1252719" y="1425270"/>
                  </a:lnTo>
                  <a:lnTo>
                    <a:pt x="1170172" y="1419588"/>
                  </a:lnTo>
                  <a:lnTo>
                    <a:pt x="1103492" y="1415434"/>
                  </a:lnTo>
                  <a:lnTo>
                    <a:pt x="1053958" y="1412629"/>
                  </a:lnTo>
                  <a:lnTo>
                    <a:pt x="1021181" y="1410936"/>
                  </a:lnTo>
                  <a:lnTo>
                    <a:pt x="1003071" y="1410080"/>
                  </a:lnTo>
                  <a:lnTo>
                    <a:pt x="995985" y="1409772"/>
                  </a:lnTo>
                  <a:lnTo>
                    <a:pt x="994940" y="1409730"/>
                  </a:lnTo>
                  <a:lnTo>
                    <a:pt x="0" y="1409730"/>
                  </a:lnTo>
                  <a:lnTo>
                    <a:pt x="0" y="14097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3" name="pg242"/>
            <p:cNvSpPr/>
            <p:nvPr/>
          </p:nvSpPr>
          <p:spPr>
            <a:xfrm>
              <a:off x="1199187" y="2520580"/>
              <a:ext cx="12049831" cy="3595074"/>
            </a:xfrm>
            <a:custGeom>
              <a:avLst/>
              <a:pathLst>
                <a:path w="12049831" h="3595074">
                  <a:moveTo>
                    <a:pt x="0" y="1194864"/>
                  </a:moveTo>
                  <a:lnTo>
                    <a:pt x="994940" y="1194864"/>
                  </a:lnTo>
                  <a:lnTo>
                    <a:pt x="996032" y="1194908"/>
                  </a:lnTo>
                  <a:lnTo>
                    <a:pt x="1003248" y="1195222"/>
                  </a:lnTo>
                  <a:lnTo>
                    <a:pt x="1021552" y="1196088"/>
                  </a:lnTo>
                  <a:lnTo>
                    <a:pt x="1054566" y="1197796"/>
                  </a:lnTo>
                  <a:lnTo>
                    <a:pt x="1104355" y="1200619"/>
                  </a:lnTo>
                  <a:lnTo>
                    <a:pt x="1171282" y="1204794"/>
                  </a:lnTo>
                  <a:lnTo>
                    <a:pt x="1254047" y="1210500"/>
                  </a:lnTo>
                  <a:lnTo>
                    <a:pt x="1349969" y="1217844"/>
                  </a:lnTo>
                  <a:lnTo>
                    <a:pt x="1455471" y="1226872"/>
                  </a:lnTo>
                  <a:lnTo>
                    <a:pt x="1566640" y="1237578"/>
                  </a:lnTo>
                  <a:lnTo>
                    <a:pt x="1679733" y="1249931"/>
                  </a:lnTo>
                  <a:lnTo>
                    <a:pt x="1791547" y="1263898"/>
                  </a:lnTo>
                  <a:lnTo>
                    <a:pt x="1899611" y="1279468"/>
                  </a:lnTo>
                  <a:lnTo>
                    <a:pt x="2002224" y="1296665"/>
                  </a:lnTo>
                  <a:lnTo>
                    <a:pt x="2098394" y="1315558"/>
                  </a:lnTo>
                  <a:lnTo>
                    <a:pt x="2187709" y="1336266"/>
                  </a:lnTo>
                  <a:lnTo>
                    <a:pt x="2270203" y="1358964"/>
                  </a:lnTo>
                  <a:lnTo>
                    <a:pt x="2346222" y="1383870"/>
                  </a:lnTo>
                  <a:lnTo>
                    <a:pt x="2416324" y="1411249"/>
                  </a:lnTo>
                  <a:lnTo>
                    <a:pt x="2481185" y="1441399"/>
                  </a:lnTo>
                  <a:lnTo>
                    <a:pt x="2541544" y="1474636"/>
                  </a:lnTo>
                  <a:lnTo>
                    <a:pt x="2598150" y="1511265"/>
                  </a:lnTo>
                  <a:lnTo>
                    <a:pt x="2651725" y="1551536"/>
                  </a:lnTo>
                  <a:lnTo>
                    <a:pt x="2702183" y="1594899"/>
                  </a:lnTo>
                  <a:lnTo>
                    <a:pt x="2749052" y="1640058"/>
                  </a:lnTo>
                  <a:lnTo>
                    <a:pt x="2794706" y="1688668"/>
                  </a:lnTo>
                  <a:lnTo>
                    <a:pt x="2839488" y="1740797"/>
                  </a:lnTo>
                  <a:lnTo>
                    <a:pt x="2883674" y="1796455"/>
                  </a:lnTo>
                  <a:lnTo>
                    <a:pt x="2927481" y="1855580"/>
                  </a:lnTo>
                  <a:lnTo>
                    <a:pt x="2971075" y="1918038"/>
                  </a:lnTo>
                  <a:lnTo>
                    <a:pt x="3014578" y="1983614"/>
                  </a:lnTo>
                  <a:lnTo>
                    <a:pt x="3058074" y="2052016"/>
                  </a:lnTo>
                  <a:lnTo>
                    <a:pt x="3101614" y="2122874"/>
                  </a:lnTo>
                  <a:lnTo>
                    <a:pt x="3145220" y="2195748"/>
                  </a:lnTo>
                  <a:lnTo>
                    <a:pt x="3188893" y="2270136"/>
                  </a:lnTo>
                  <a:lnTo>
                    <a:pt x="3232614" y="2345491"/>
                  </a:lnTo>
                  <a:lnTo>
                    <a:pt x="3276356" y="2421232"/>
                  </a:lnTo>
                  <a:lnTo>
                    <a:pt x="3320087" y="2496767"/>
                  </a:lnTo>
                  <a:lnTo>
                    <a:pt x="3363777" y="2571512"/>
                  </a:lnTo>
                  <a:lnTo>
                    <a:pt x="3407404" y="2644906"/>
                  </a:lnTo>
                  <a:lnTo>
                    <a:pt x="3450963" y="2716433"/>
                  </a:lnTo>
                  <a:lnTo>
                    <a:pt x="3494469" y="2785631"/>
                  </a:lnTo>
                  <a:lnTo>
                    <a:pt x="3537963" y="2852108"/>
                  </a:lnTo>
                  <a:lnTo>
                    <a:pt x="3581518" y="2915548"/>
                  </a:lnTo>
                  <a:lnTo>
                    <a:pt x="3625244" y="2975713"/>
                  </a:lnTo>
                  <a:lnTo>
                    <a:pt x="3669293" y="3032444"/>
                  </a:lnTo>
                  <a:lnTo>
                    <a:pt x="3713866" y="3085658"/>
                  </a:lnTo>
                  <a:lnTo>
                    <a:pt x="3759219" y="3135343"/>
                  </a:lnTo>
                  <a:lnTo>
                    <a:pt x="3805674" y="3181550"/>
                  </a:lnTo>
                  <a:lnTo>
                    <a:pt x="3820202" y="3195039"/>
                  </a:lnTo>
                  <a:lnTo>
                    <a:pt x="3871433" y="3239026"/>
                  </a:lnTo>
                  <a:lnTo>
                    <a:pt x="3925048" y="3279242"/>
                  </a:lnTo>
                  <a:lnTo>
                    <a:pt x="3981704" y="3315818"/>
                  </a:lnTo>
                  <a:lnTo>
                    <a:pt x="4042124" y="3349007"/>
                  </a:lnTo>
                  <a:lnTo>
                    <a:pt x="4107058" y="3379114"/>
                  </a:lnTo>
                  <a:lnTo>
                    <a:pt x="4177242" y="3406455"/>
                  </a:lnTo>
                  <a:lnTo>
                    <a:pt x="4253354" y="3431326"/>
                  </a:lnTo>
                  <a:lnTo>
                    <a:pt x="4335946" y="3453992"/>
                  </a:lnTo>
                  <a:lnTo>
                    <a:pt x="4425363" y="3474673"/>
                  </a:lnTo>
                  <a:lnTo>
                    <a:pt x="4521633" y="3493540"/>
                  </a:lnTo>
                  <a:lnTo>
                    <a:pt x="4624336" y="3510712"/>
                  </a:lnTo>
                  <a:lnTo>
                    <a:pt x="4732470" y="3526259"/>
                  </a:lnTo>
                  <a:lnTo>
                    <a:pt x="4844322" y="3540203"/>
                  </a:lnTo>
                  <a:lnTo>
                    <a:pt x="4957412" y="3552531"/>
                  </a:lnTo>
                  <a:lnTo>
                    <a:pt x="5068525" y="3563213"/>
                  </a:lnTo>
                  <a:lnTo>
                    <a:pt x="5173914" y="3572215"/>
                  </a:lnTo>
                  <a:lnTo>
                    <a:pt x="5269666" y="3579535"/>
                  </a:lnTo>
                  <a:lnTo>
                    <a:pt x="5352213" y="3585217"/>
                  </a:lnTo>
                  <a:lnTo>
                    <a:pt x="5418893" y="3589371"/>
                  </a:lnTo>
                  <a:lnTo>
                    <a:pt x="5468427" y="3592176"/>
                  </a:lnTo>
                  <a:lnTo>
                    <a:pt x="5501204" y="3593869"/>
                  </a:lnTo>
                  <a:lnTo>
                    <a:pt x="5519314" y="3594725"/>
                  </a:lnTo>
                  <a:lnTo>
                    <a:pt x="5526400" y="3595032"/>
                  </a:lnTo>
                  <a:lnTo>
                    <a:pt x="5527445" y="3595074"/>
                  </a:lnTo>
                  <a:lnTo>
                    <a:pt x="6522385" y="3595074"/>
                  </a:lnTo>
                  <a:lnTo>
                    <a:pt x="6523429" y="3595012"/>
                  </a:lnTo>
                  <a:lnTo>
                    <a:pt x="6530328" y="3594565"/>
                  </a:lnTo>
                  <a:lnTo>
                    <a:pt x="6547851" y="3593331"/>
                  </a:lnTo>
                  <a:lnTo>
                    <a:pt x="6579506" y="3590898"/>
                  </a:lnTo>
                  <a:lnTo>
                    <a:pt x="6627352" y="3586872"/>
                  </a:lnTo>
                  <a:lnTo>
                    <a:pt x="6691850" y="3580913"/>
                  </a:lnTo>
                  <a:lnTo>
                    <a:pt x="6771882" y="3572758"/>
                  </a:lnTo>
                  <a:lnTo>
                    <a:pt x="6865003" y="3562241"/>
                  </a:lnTo>
                  <a:lnTo>
                    <a:pt x="6967869" y="3549291"/>
                  </a:lnTo>
                  <a:lnTo>
                    <a:pt x="7076754" y="3533908"/>
                  </a:lnTo>
                  <a:lnTo>
                    <a:pt x="7188034" y="3516131"/>
                  </a:lnTo>
                  <a:lnTo>
                    <a:pt x="7298552" y="3496010"/>
                  </a:lnTo>
                  <a:lnTo>
                    <a:pt x="7405818" y="3473569"/>
                  </a:lnTo>
                  <a:lnTo>
                    <a:pt x="7508070" y="3448786"/>
                  </a:lnTo>
                  <a:lnTo>
                    <a:pt x="7604230" y="3421575"/>
                  </a:lnTo>
                  <a:lnTo>
                    <a:pt x="7693792" y="3391781"/>
                  </a:lnTo>
                  <a:lnTo>
                    <a:pt x="7776699" y="3359177"/>
                  </a:lnTo>
                  <a:lnTo>
                    <a:pt x="7853218" y="3323466"/>
                  </a:lnTo>
                  <a:lnTo>
                    <a:pt x="7923835" y="3284285"/>
                  </a:lnTo>
                  <a:lnTo>
                    <a:pt x="7989171" y="3241223"/>
                  </a:lnTo>
                  <a:lnTo>
                    <a:pt x="8049919" y="3193833"/>
                  </a:lnTo>
                  <a:lnTo>
                    <a:pt x="8106795" y="3141670"/>
                  </a:lnTo>
                  <a:lnTo>
                    <a:pt x="8160501" y="3084342"/>
                  </a:lnTo>
                  <a:lnTo>
                    <a:pt x="8211690" y="3021592"/>
                  </a:lnTo>
                  <a:lnTo>
                    <a:pt x="8229629" y="2997642"/>
                  </a:lnTo>
                  <a:lnTo>
                    <a:pt x="8270026" y="2939937"/>
                  </a:lnTo>
                  <a:lnTo>
                    <a:pt x="8309484" y="2878434"/>
                  </a:lnTo>
                  <a:lnTo>
                    <a:pt x="8348233" y="2813055"/>
                  </a:lnTo>
                  <a:lnTo>
                    <a:pt x="8386463" y="2743770"/>
                  </a:lnTo>
                  <a:lnTo>
                    <a:pt x="8424328" y="2670606"/>
                  </a:lnTo>
                  <a:lnTo>
                    <a:pt x="8461954" y="2593644"/>
                  </a:lnTo>
                  <a:lnTo>
                    <a:pt x="8499440" y="2513030"/>
                  </a:lnTo>
                  <a:lnTo>
                    <a:pt x="8536860" y="2428975"/>
                  </a:lnTo>
                  <a:lnTo>
                    <a:pt x="8574270" y="2341752"/>
                  </a:lnTo>
                  <a:lnTo>
                    <a:pt x="8611706" y="2251699"/>
                  </a:lnTo>
                  <a:lnTo>
                    <a:pt x="8649186" y="2159216"/>
                  </a:lnTo>
                  <a:lnTo>
                    <a:pt x="8686718" y="2064751"/>
                  </a:lnTo>
                  <a:lnTo>
                    <a:pt x="8724296" y="1968803"/>
                  </a:lnTo>
                  <a:lnTo>
                    <a:pt x="8761906" y="1871901"/>
                  </a:lnTo>
                  <a:lnTo>
                    <a:pt x="8799532" y="1774599"/>
                  </a:lnTo>
                  <a:lnTo>
                    <a:pt x="8837151" y="1677460"/>
                  </a:lnTo>
                  <a:lnTo>
                    <a:pt x="8874745" y="1581044"/>
                  </a:lnTo>
                  <a:lnTo>
                    <a:pt x="8912297" y="1485892"/>
                  </a:lnTo>
                  <a:lnTo>
                    <a:pt x="8949799" y="1392516"/>
                  </a:lnTo>
                  <a:lnTo>
                    <a:pt x="8987252" y="1301389"/>
                  </a:lnTo>
                  <a:lnTo>
                    <a:pt x="9024669" y="1212930"/>
                  </a:lnTo>
                  <a:lnTo>
                    <a:pt x="9062080" y="1127504"/>
                  </a:lnTo>
                  <a:lnTo>
                    <a:pt x="9099530" y="1045412"/>
                  </a:lnTo>
                  <a:lnTo>
                    <a:pt x="9137087" y="966892"/>
                  </a:lnTo>
                  <a:lnTo>
                    <a:pt x="9174837" y="892115"/>
                  </a:lnTo>
                  <a:lnTo>
                    <a:pt x="9212896" y="821191"/>
                  </a:lnTo>
                  <a:lnTo>
                    <a:pt x="9251406" y="754168"/>
                  </a:lnTo>
                  <a:lnTo>
                    <a:pt x="9290540" y="691040"/>
                  </a:lnTo>
                  <a:lnTo>
                    <a:pt x="9330511" y="631748"/>
                  </a:lnTo>
                  <a:lnTo>
                    <a:pt x="9347647" y="607913"/>
                  </a:lnTo>
                  <a:lnTo>
                    <a:pt x="9398074" y="543191"/>
                  </a:lnTo>
                  <a:lnTo>
                    <a:pt x="9450801" y="483928"/>
                  </a:lnTo>
                  <a:lnTo>
                    <a:pt x="9506456" y="429945"/>
                  </a:lnTo>
                  <a:lnTo>
                    <a:pt x="9565726" y="380885"/>
                  </a:lnTo>
                  <a:lnTo>
                    <a:pt x="9629327" y="336315"/>
                  </a:lnTo>
                  <a:lnTo>
                    <a:pt x="9697965" y="295786"/>
                  </a:lnTo>
                  <a:lnTo>
                    <a:pt x="9772293" y="258869"/>
                  </a:lnTo>
                  <a:lnTo>
                    <a:pt x="9852854" y="225184"/>
                  </a:lnTo>
                  <a:lnTo>
                    <a:pt x="9940005" y="194407"/>
                  </a:lnTo>
                  <a:lnTo>
                    <a:pt x="10033820" y="166287"/>
                  </a:lnTo>
                  <a:lnTo>
                    <a:pt x="10133969" y="140643"/>
                  </a:lnTo>
                  <a:lnTo>
                    <a:pt x="10239594" y="117363"/>
                  </a:lnTo>
                  <a:lnTo>
                    <a:pt x="10349188" y="96406"/>
                  </a:lnTo>
                  <a:lnTo>
                    <a:pt x="10460526" y="77780"/>
                  </a:lnTo>
                  <a:lnTo>
                    <a:pt x="10570673" y="61528"/>
                  </a:lnTo>
                  <a:lnTo>
                    <a:pt x="10676141" y="47698"/>
                  </a:lnTo>
                  <a:lnTo>
                    <a:pt x="10773190" y="36309"/>
                  </a:lnTo>
                  <a:lnTo>
                    <a:pt x="10858278" y="27317"/>
                  </a:lnTo>
                  <a:lnTo>
                    <a:pt x="10928578" y="20592"/>
                  </a:lnTo>
                  <a:lnTo>
                    <a:pt x="10982456" y="15905"/>
                  </a:lnTo>
                  <a:lnTo>
                    <a:pt x="11019789" y="12942"/>
                  </a:lnTo>
                  <a:lnTo>
                    <a:pt x="11042071" y="11323"/>
                  </a:lnTo>
                  <a:lnTo>
                    <a:pt x="11052311" y="10640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47" y="62"/>
                  </a:lnTo>
                  <a:lnTo>
                    <a:pt x="11046948" y="509"/>
                  </a:lnTo>
                  <a:lnTo>
                    <a:pt x="11029426" y="1743"/>
                  </a:lnTo>
                  <a:lnTo>
                    <a:pt x="10997770" y="4176"/>
                  </a:lnTo>
                  <a:lnTo>
                    <a:pt x="10949924" y="8202"/>
                  </a:lnTo>
                  <a:lnTo>
                    <a:pt x="10885427" y="14161"/>
                  </a:lnTo>
                  <a:lnTo>
                    <a:pt x="10805394" y="22316"/>
                  </a:lnTo>
                  <a:lnTo>
                    <a:pt x="10712273" y="32833"/>
                  </a:lnTo>
                  <a:lnTo>
                    <a:pt x="10609407" y="45783"/>
                  </a:lnTo>
                  <a:lnTo>
                    <a:pt x="10500523" y="61166"/>
                  </a:lnTo>
                  <a:lnTo>
                    <a:pt x="10389242" y="78943"/>
                  </a:lnTo>
                  <a:lnTo>
                    <a:pt x="10278725" y="99064"/>
                  </a:lnTo>
                  <a:lnTo>
                    <a:pt x="10171459" y="121505"/>
                  </a:lnTo>
                  <a:lnTo>
                    <a:pt x="10069206" y="146288"/>
                  </a:lnTo>
                  <a:lnTo>
                    <a:pt x="9973047" y="173499"/>
                  </a:lnTo>
                  <a:lnTo>
                    <a:pt x="9883485" y="203293"/>
                  </a:lnTo>
                  <a:lnTo>
                    <a:pt x="9800578" y="235897"/>
                  </a:lnTo>
                  <a:lnTo>
                    <a:pt x="9724059" y="271608"/>
                  </a:lnTo>
                  <a:lnTo>
                    <a:pt x="9653442" y="310789"/>
                  </a:lnTo>
                  <a:lnTo>
                    <a:pt x="9588105" y="353851"/>
                  </a:lnTo>
                  <a:lnTo>
                    <a:pt x="9527357" y="401241"/>
                  </a:lnTo>
                  <a:lnTo>
                    <a:pt x="9470482" y="453404"/>
                  </a:lnTo>
                  <a:lnTo>
                    <a:pt x="9416776" y="510732"/>
                  </a:lnTo>
                  <a:lnTo>
                    <a:pt x="9365587" y="573482"/>
                  </a:lnTo>
                  <a:lnTo>
                    <a:pt x="9347647" y="597432"/>
                  </a:lnTo>
                  <a:lnTo>
                    <a:pt x="9307251" y="655137"/>
                  </a:lnTo>
                  <a:lnTo>
                    <a:pt x="9267792" y="716640"/>
                  </a:lnTo>
                  <a:lnTo>
                    <a:pt x="9229043" y="782019"/>
                  </a:lnTo>
                  <a:lnTo>
                    <a:pt x="9190813" y="851304"/>
                  </a:lnTo>
                  <a:lnTo>
                    <a:pt x="9152948" y="924468"/>
                  </a:lnTo>
                  <a:lnTo>
                    <a:pt x="9115322" y="1001430"/>
                  </a:lnTo>
                  <a:lnTo>
                    <a:pt x="9077837" y="1082044"/>
                  </a:lnTo>
                  <a:lnTo>
                    <a:pt x="9040416" y="1166099"/>
                  </a:lnTo>
                  <a:lnTo>
                    <a:pt x="9003006" y="1253322"/>
                  </a:lnTo>
                  <a:lnTo>
                    <a:pt x="8965571" y="1343374"/>
                  </a:lnTo>
                  <a:lnTo>
                    <a:pt x="8928090" y="1435858"/>
                  </a:lnTo>
                  <a:lnTo>
                    <a:pt x="8890559" y="1530323"/>
                  </a:lnTo>
                  <a:lnTo>
                    <a:pt x="8852981" y="1626271"/>
                  </a:lnTo>
                  <a:lnTo>
                    <a:pt x="8815370" y="1723173"/>
                  </a:lnTo>
                  <a:lnTo>
                    <a:pt x="8777745" y="1820475"/>
                  </a:lnTo>
                  <a:lnTo>
                    <a:pt x="8740125" y="1917614"/>
                  </a:lnTo>
                  <a:lnTo>
                    <a:pt x="8702532" y="2014030"/>
                  </a:lnTo>
                  <a:lnTo>
                    <a:pt x="8664979" y="2109182"/>
                  </a:lnTo>
                  <a:lnTo>
                    <a:pt x="8627477" y="2202558"/>
                  </a:lnTo>
                  <a:lnTo>
                    <a:pt x="8590025" y="2293685"/>
                  </a:lnTo>
                  <a:lnTo>
                    <a:pt x="8552607" y="2382144"/>
                  </a:lnTo>
                  <a:lnTo>
                    <a:pt x="8515196" y="2467570"/>
                  </a:lnTo>
                  <a:lnTo>
                    <a:pt x="8477746" y="2549662"/>
                  </a:lnTo>
                  <a:lnTo>
                    <a:pt x="8440190" y="2628182"/>
                  </a:lnTo>
                  <a:lnTo>
                    <a:pt x="8402439" y="2702959"/>
                  </a:lnTo>
                  <a:lnTo>
                    <a:pt x="8364380" y="2773883"/>
                  </a:lnTo>
                  <a:lnTo>
                    <a:pt x="8325871" y="2840906"/>
                  </a:lnTo>
                  <a:lnTo>
                    <a:pt x="8286736" y="2904034"/>
                  </a:lnTo>
                  <a:lnTo>
                    <a:pt x="8246765" y="2963326"/>
                  </a:lnTo>
                  <a:lnTo>
                    <a:pt x="8229629" y="2987161"/>
                  </a:lnTo>
                  <a:lnTo>
                    <a:pt x="8179203" y="3051883"/>
                  </a:lnTo>
                  <a:lnTo>
                    <a:pt x="8126475" y="3111146"/>
                  </a:lnTo>
                  <a:lnTo>
                    <a:pt x="8070821" y="3165129"/>
                  </a:lnTo>
                  <a:lnTo>
                    <a:pt x="8011551" y="3214189"/>
                  </a:lnTo>
                  <a:lnTo>
                    <a:pt x="7947950" y="3258758"/>
                  </a:lnTo>
                  <a:lnTo>
                    <a:pt x="7879312" y="3299288"/>
                  </a:lnTo>
                  <a:lnTo>
                    <a:pt x="7804984" y="3336205"/>
                  </a:lnTo>
                  <a:lnTo>
                    <a:pt x="7724423" y="3369890"/>
                  </a:lnTo>
                  <a:lnTo>
                    <a:pt x="7637271" y="3400667"/>
                  </a:lnTo>
                  <a:lnTo>
                    <a:pt x="7543457" y="3428787"/>
                  </a:lnTo>
                  <a:lnTo>
                    <a:pt x="7443308" y="3454431"/>
                  </a:lnTo>
                  <a:lnTo>
                    <a:pt x="7337683" y="3477711"/>
                  </a:lnTo>
                  <a:lnTo>
                    <a:pt x="7228088" y="3498668"/>
                  </a:lnTo>
                  <a:lnTo>
                    <a:pt x="7116751" y="3517294"/>
                  </a:lnTo>
                  <a:lnTo>
                    <a:pt x="7006603" y="3533546"/>
                  </a:lnTo>
                  <a:lnTo>
                    <a:pt x="6901136" y="3547376"/>
                  </a:lnTo>
                  <a:lnTo>
                    <a:pt x="6804087" y="3558765"/>
                  </a:lnTo>
                  <a:lnTo>
                    <a:pt x="6718999" y="3567757"/>
                  </a:lnTo>
                  <a:lnTo>
                    <a:pt x="6648699" y="3574482"/>
                  </a:lnTo>
                  <a:lnTo>
                    <a:pt x="6594821" y="3579169"/>
                  </a:lnTo>
                  <a:lnTo>
                    <a:pt x="6557487" y="3582132"/>
                  </a:lnTo>
                  <a:lnTo>
                    <a:pt x="6535205" y="3583751"/>
                  </a:lnTo>
                  <a:lnTo>
                    <a:pt x="6524966" y="3584434"/>
                  </a:lnTo>
                  <a:lnTo>
                    <a:pt x="6522385" y="3584593"/>
                  </a:lnTo>
                  <a:lnTo>
                    <a:pt x="5527445" y="3584593"/>
                  </a:lnTo>
                  <a:lnTo>
                    <a:pt x="5526353" y="3584549"/>
                  </a:lnTo>
                  <a:lnTo>
                    <a:pt x="5519137" y="3584236"/>
                  </a:lnTo>
                  <a:lnTo>
                    <a:pt x="5500833" y="3583369"/>
                  </a:lnTo>
                  <a:lnTo>
                    <a:pt x="5467819" y="3581662"/>
                  </a:lnTo>
                  <a:lnTo>
                    <a:pt x="5418030" y="3578838"/>
                  </a:lnTo>
                  <a:lnTo>
                    <a:pt x="5351103" y="3574663"/>
                  </a:lnTo>
                  <a:lnTo>
                    <a:pt x="5268338" y="3568958"/>
                  </a:lnTo>
                  <a:lnTo>
                    <a:pt x="5172416" y="3561613"/>
                  </a:lnTo>
                  <a:lnTo>
                    <a:pt x="5066914" y="3552586"/>
                  </a:lnTo>
                  <a:lnTo>
                    <a:pt x="4955745" y="3541880"/>
                  </a:lnTo>
                  <a:lnTo>
                    <a:pt x="4842652" y="3529527"/>
                  </a:lnTo>
                  <a:lnTo>
                    <a:pt x="4730838" y="3515559"/>
                  </a:lnTo>
                  <a:lnTo>
                    <a:pt x="4622774" y="3499989"/>
                  </a:lnTo>
                  <a:lnTo>
                    <a:pt x="4520161" y="3482792"/>
                  </a:lnTo>
                  <a:lnTo>
                    <a:pt x="4423991" y="3463900"/>
                  </a:lnTo>
                  <a:lnTo>
                    <a:pt x="4334676" y="3443191"/>
                  </a:lnTo>
                  <a:lnTo>
                    <a:pt x="4252182" y="3420494"/>
                  </a:lnTo>
                  <a:lnTo>
                    <a:pt x="4176163" y="3395588"/>
                  </a:lnTo>
                  <a:lnTo>
                    <a:pt x="4106061" y="3368209"/>
                  </a:lnTo>
                  <a:lnTo>
                    <a:pt x="4041200" y="3338058"/>
                  </a:lnTo>
                  <a:lnTo>
                    <a:pt x="3980841" y="3304821"/>
                  </a:lnTo>
                  <a:lnTo>
                    <a:pt x="3924235" y="3268193"/>
                  </a:lnTo>
                  <a:lnTo>
                    <a:pt x="3870660" y="3227921"/>
                  </a:lnTo>
                  <a:lnTo>
                    <a:pt x="3820202" y="3184558"/>
                  </a:lnTo>
                  <a:lnTo>
                    <a:pt x="3773333" y="3139399"/>
                  </a:lnTo>
                  <a:lnTo>
                    <a:pt x="3727679" y="3090790"/>
                  </a:lnTo>
                  <a:lnTo>
                    <a:pt x="3682897" y="3038660"/>
                  </a:lnTo>
                  <a:lnTo>
                    <a:pt x="3638711" y="2983002"/>
                  </a:lnTo>
                  <a:lnTo>
                    <a:pt x="3594904" y="2923877"/>
                  </a:lnTo>
                  <a:lnTo>
                    <a:pt x="3551310" y="2861420"/>
                  </a:lnTo>
                  <a:lnTo>
                    <a:pt x="3507807" y="2795844"/>
                  </a:lnTo>
                  <a:lnTo>
                    <a:pt x="3464311" y="2727442"/>
                  </a:lnTo>
                  <a:lnTo>
                    <a:pt x="3420771" y="2656584"/>
                  </a:lnTo>
                  <a:lnTo>
                    <a:pt x="3377165" y="2583710"/>
                  </a:lnTo>
                  <a:lnTo>
                    <a:pt x="3333492" y="2509321"/>
                  </a:lnTo>
                  <a:lnTo>
                    <a:pt x="3289771" y="2433967"/>
                  </a:lnTo>
                  <a:lnTo>
                    <a:pt x="3246029" y="2358226"/>
                  </a:lnTo>
                  <a:lnTo>
                    <a:pt x="3202298" y="2282690"/>
                  </a:lnTo>
                  <a:lnTo>
                    <a:pt x="3158608" y="2207945"/>
                  </a:lnTo>
                  <a:lnTo>
                    <a:pt x="3114981" y="2134551"/>
                  </a:lnTo>
                  <a:lnTo>
                    <a:pt x="3071422" y="2063025"/>
                  </a:lnTo>
                  <a:lnTo>
                    <a:pt x="3027916" y="1993827"/>
                  </a:lnTo>
                  <a:lnTo>
                    <a:pt x="2984422" y="1927349"/>
                  </a:lnTo>
                  <a:lnTo>
                    <a:pt x="2940867" y="1863909"/>
                  </a:lnTo>
                  <a:lnTo>
                    <a:pt x="2897141" y="1803744"/>
                  </a:lnTo>
                  <a:lnTo>
                    <a:pt x="2853092" y="1747013"/>
                  </a:lnTo>
                  <a:lnTo>
                    <a:pt x="2808519" y="1693799"/>
                  </a:lnTo>
                  <a:lnTo>
                    <a:pt x="2763166" y="1644114"/>
                  </a:lnTo>
                  <a:lnTo>
                    <a:pt x="2716711" y="1597908"/>
                  </a:lnTo>
                  <a:lnTo>
                    <a:pt x="2702183" y="1584418"/>
                  </a:lnTo>
                  <a:lnTo>
                    <a:pt x="2650952" y="1540432"/>
                  </a:lnTo>
                  <a:lnTo>
                    <a:pt x="2597337" y="1500216"/>
                  </a:lnTo>
                  <a:lnTo>
                    <a:pt x="2540681" y="1463639"/>
                  </a:lnTo>
                  <a:lnTo>
                    <a:pt x="2480261" y="1430450"/>
                  </a:lnTo>
                  <a:lnTo>
                    <a:pt x="2415327" y="1400343"/>
                  </a:lnTo>
                  <a:lnTo>
                    <a:pt x="2345143" y="1373003"/>
                  </a:lnTo>
                  <a:lnTo>
                    <a:pt x="2269031" y="1348131"/>
                  </a:lnTo>
                  <a:lnTo>
                    <a:pt x="2186439" y="1325465"/>
                  </a:lnTo>
                  <a:lnTo>
                    <a:pt x="2097022" y="1304784"/>
                  </a:lnTo>
                  <a:lnTo>
                    <a:pt x="2000752" y="1285917"/>
                  </a:lnTo>
                  <a:lnTo>
                    <a:pt x="1898049" y="1268745"/>
                  </a:lnTo>
                  <a:lnTo>
                    <a:pt x="1789915" y="1253199"/>
                  </a:lnTo>
                  <a:lnTo>
                    <a:pt x="1678063" y="1239255"/>
                  </a:lnTo>
                  <a:lnTo>
                    <a:pt x="1564973" y="1226926"/>
                  </a:lnTo>
                  <a:lnTo>
                    <a:pt x="1453860" y="1216245"/>
                  </a:lnTo>
                  <a:lnTo>
                    <a:pt x="1348471" y="1207242"/>
                  </a:lnTo>
                  <a:lnTo>
                    <a:pt x="1252719" y="1199922"/>
                  </a:lnTo>
                  <a:lnTo>
                    <a:pt x="1170172" y="1194241"/>
                  </a:lnTo>
                  <a:lnTo>
                    <a:pt x="1103492" y="1190087"/>
                  </a:lnTo>
                  <a:lnTo>
                    <a:pt x="1053958" y="1187282"/>
                  </a:lnTo>
                  <a:lnTo>
                    <a:pt x="1021181" y="1185588"/>
                  </a:lnTo>
                  <a:lnTo>
                    <a:pt x="1003071" y="1184732"/>
                  </a:lnTo>
                  <a:lnTo>
                    <a:pt x="995985" y="1184425"/>
                  </a:lnTo>
                  <a:lnTo>
                    <a:pt x="994940" y="1184383"/>
                  </a:lnTo>
                  <a:lnTo>
                    <a:pt x="0" y="1184383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44" name="pl243"/>
            <p:cNvSpPr/>
            <p:nvPr/>
          </p:nvSpPr>
          <p:spPr>
            <a:xfrm>
              <a:off x="1199187" y="2531061"/>
              <a:ext cx="12049831" cy="3584593"/>
            </a:xfrm>
            <a:custGeom>
              <a:avLst/>
              <a:pathLst>
                <a:path w="12049831" h="3584593">
                  <a:moveTo>
                    <a:pt x="0" y="1184383"/>
                  </a:moveTo>
                  <a:lnTo>
                    <a:pt x="994940" y="1184383"/>
                  </a:lnTo>
                  <a:lnTo>
                    <a:pt x="996032" y="1184427"/>
                  </a:lnTo>
                  <a:lnTo>
                    <a:pt x="1003248" y="1184740"/>
                  </a:lnTo>
                  <a:lnTo>
                    <a:pt x="1021552" y="1185607"/>
                  </a:lnTo>
                  <a:lnTo>
                    <a:pt x="1054566" y="1187314"/>
                  </a:lnTo>
                  <a:lnTo>
                    <a:pt x="1104355" y="1190138"/>
                  </a:lnTo>
                  <a:lnTo>
                    <a:pt x="1171282" y="1194313"/>
                  </a:lnTo>
                  <a:lnTo>
                    <a:pt x="1254047" y="1200018"/>
                  </a:lnTo>
                  <a:lnTo>
                    <a:pt x="1349969" y="1207363"/>
                  </a:lnTo>
                  <a:lnTo>
                    <a:pt x="1455471" y="1216390"/>
                  </a:lnTo>
                  <a:lnTo>
                    <a:pt x="1566640" y="1227096"/>
                  </a:lnTo>
                  <a:lnTo>
                    <a:pt x="1679733" y="1239449"/>
                  </a:lnTo>
                  <a:lnTo>
                    <a:pt x="1791547" y="1253417"/>
                  </a:lnTo>
                  <a:lnTo>
                    <a:pt x="1899611" y="1268987"/>
                  </a:lnTo>
                  <a:lnTo>
                    <a:pt x="2002224" y="1286184"/>
                  </a:lnTo>
                  <a:lnTo>
                    <a:pt x="2098394" y="1305076"/>
                  </a:lnTo>
                  <a:lnTo>
                    <a:pt x="2187709" y="1325785"/>
                  </a:lnTo>
                  <a:lnTo>
                    <a:pt x="2270203" y="1348482"/>
                  </a:lnTo>
                  <a:lnTo>
                    <a:pt x="2346222" y="1373388"/>
                  </a:lnTo>
                  <a:lnTo>
                    <a:pt x="2416324" y="1400767"/>
                  </a:lnTo>
                  <a:lnTo>
                    <a:pt x="2481185" y="1430918"/>
                  </a:lnTo>
                  <a:lnTo>
                    <a:pt x="2541544" y="1464155"/>
                  </a:lnTo>
                  <a:lnTo>
                    <a:pt x="2598150" y="1500783"/>
                  </a:lnTo>
                  <a:lnTo>
                    <a:pt x="2651725" y="1541055"/>
                  </a:lnTo>
                  <a:lnTo>
                    <a:pt x="2702183" y="1584418"/>
                  </a:lnTo>
                  <a:lnTo>
                    <a:pt x="2749052" y="1629577"/>
                  </a:lnTo>
                  <a:lnTo>
                    <a:pt x="2794706" y="1678186"/>
                  </a:lnTo>
                  <a:lnTo>
                    <a:pt x="2839488" y="1730316"/>
                  </a:lnTo>
                  <a:lnTo>
                    <a:pt x="2883674" y="1785974"/>
                  </a:lnTo>
                  <a:lnTo>
                    <a:pt x="2927481" y="1845099"/>
                  </a:lnTo>
                  <a:lnTo>
                    <a:pt x="2971075" y="1907556"/>
                  </a:lnTo>
                  <a:lnTo>
                    <a:pt x="3014578" y="1973132"/>
                  </a:lnTo>
                  <a:lnTo>
                    <a:pt x="3058074" y="2041534"/>
                  </a:lnTo>
                  <a:lnTo>
                    <a:pt x="3101614" y="2112392"/>
                  </a:lnTo>
                  <a:lnTo>
                    <a:pt x="3145220" y="2185266"/>
                  </a:lnTo>
                  <a:lnTo>
                    <a:pt x="3188893" y="2259655"/>
                  </a:lnTo>
                  <a:lnTo>
                    <a:pt x="3232614" y="2335009"/>
                  </a:lnTo>
                  <a:lnTo>
                    <a:pt x="3276356" y="2410750"/>
                  </a:lnTo>
                  <a:lnTo>
                    <a:pt x="3320087" y="2486286"/>
                  </a:lnTo>
                  <a:lnTo>
                    <a:pt x="3363777" y="2561031"/>
                  </a:lnTo>
                  <a:lnTo>
                    <a:pt x="3407404" y="2634425"/>
                  </a:lnTo>
                  <a:lnTo>
                    <a:pt x="3450963" y="2705952"/>
                  </a:lnTo>
                  <a:lnTo>
                    <a:pt x="3494469" y="2775150"/>
                  </a:lnTo>
                  <a:lnTo>
                    <a:pt x="3537963" y="2841627"/>
                  </a:lnTo>
                  <a:lnTo>
                    <a:pt x="3581518" y="2905067"/>
                  </a:lnTo>
                  <a:lnTo>
                    <a:pt x="3625244" y="2965232"/>
                  </a:lnTo>
                  <a:lnTo>
                    <a:pt x="3669293" y="3021963"/>
                  </a:lnTo>
                  <a:lnTo>
                    <a:pt x="3713866" y="3075177"/>
                  </a:lnTo>
                  <a:lnTo>
                    <a:pt x="3759219" y="3124862"/>
                  </a:lnTo>
                  <a:lnTo>
                    <a:pt x="3805674" y="3171068"/>
                  </a:lnTo>
                  <a:lnTo>
                    <a:pt x="3820202" y="3184558"/>
                  </a:lnTo>
                  <a:lnTo>
                    <a:pt x="3871433" y="3228544"/>
                  </a:lnTo>
                  <a:lnTo>
                    <a:pt x="3925048" y="3268760"/>
                  </a:lnTo>
                  <a:lnTo>
                    <a:pt x="3981704" y="3305337"/>
                  </a:lnTo>
                  <a:lnTo>
                    <a:pt x="4042124" y="3338526"/>
                  </a:lnTo>
                  <a:lnTo>
                    <a:pt x="4107058" y="3368633"/>
                  </a:lnTo>
                  <a:lnTo>
                    <a:pt x="4177242" y="3395973"/>
                  </a:lnTo>
                  <a:lnTo>
                    <a:pt x="4253354" y="3420845"/>
                  </a:lnTo>
                  <a:lnTo>
                    <a:pt x="4335946" y="3443511"/>
                  </a:lnTo>
                  <a:lnTo>
                    <a:pt x="4425363" y="3464192"/>
                  </a:lnTo>
                  <a:lnTo>
                    <a:pt x="4521633" y="3483059"/>
                  </a:lnTo>
                  <a:lnTo>
                    <a:pt x="4624336" y="3500231"/>
                  </a:lnTo>
                  <a:lnTo>
                    <a:pt x="4732470" y="3515777"/>
                  </a:lnTo>
                  <a:lnTo>
                    <a:pt x="4844322" y="3529721"/>
                  </a:lnTo>
                  <a:lnTo>
                    <a:pt x="4957412" y="3542050"/>
                  </a:lnTo>
                  <a:lnTo>
                    <a:pt x="5068525" y="3552731"/>
                  </a:lnTo>
                  <a:lnTo>
                    <a:pt x="5173914" y="3561734"/>
                  </a:lnTo>
                  <a:lnTo>
                    <a:pt x="5269666" y="3569054"/>
                  </a:lnTo>
                  <a:lnTo>
                    <a:pt x="5352213" y="3574735"/>
                  </a:lnTo>
                  <a:lnTo>
                    <a:pt x="5418893" y="3578889"/>
                  </a:lnTo>
                  <a:lnTo>
                    <a:pt x="5468427" y="3581694"/>
                  </a:lnTo>
                  <a:lnTo>
                    <a:pt x="5501204" y="3583388"/>
                  </a:lnTo>
                  <a:lnTo>
                    <a:pt x="5519314" y="3584244"/>
                  </a:lnTo>
                  <a:lnTo>
                    <a:pt x="5526400" y="3584551"/>
                  </a:lnTo>
                  <a:lnTo>
                    <a:pt x="5527445" y="3584593"/>
                  </a:lnTo>
                  <a:lnTo>
                    <a:pt x="6522385" y="3584593"/>
                  </a:lnTo>
                  <a:lnTo>
                    <a:pt x="6523429" y="3584530"/>
                  </a:lnTo>
                  <a:lnTo>
                    <a:pt x="6530328" y="3584084"/>
                  </a:lnTo>
                  <a:lnTo>
                    <a:pt x="6547851" y="3582850"/>
                  </a:lnTo>
                  <a:lnTo>
                    <a:pt x="6579506" y="3580416"/>
                  </a:lnTo>
                  <a:lnTo>
                    <a:pt x="6627352" y="3576391"/>
                  </a:lnTo>
                  <a:lnTo>
                    <a:pt x="6691850" y="3570431"/>
                  </a:lnTo>
                  <a:lnTo>
                    <a:pt x="6771882" y="3562276"/>
                  </a:lnTo>
                  <a:lnTo>
                    <a:pt x="6865003" y="3551760"/>
                  </a:lnTo>
                  <a:lnTo>
                    <a:pt x="6967869" y="3538810"/>
                  </a:lnTo>
                  <a:lnTo>
                    <a:pt x="7076754" y="3523426"/>
                  </a:lnTo>
                  <a:lnTo>
                    <a:pt x="7188034" y="3505650"/>
                  </a:lnTo>
                  <a:lnTo>
                    <a:pt x="7298552" y="3485529"/>
                  </a:lnTo>
                  <a:lnTo>
                    <a:pt x="7405818" y="3463088"/>
                  </a:lnTo>
                  <a:lnTo>
                    <a:pt x="7508070" y="3438305"/>
                  </a:lnTo>
                  <a:lnTo>
                    <a:pt x="7604230" y="3411094"/>
                  </a:lnTo>
                  <a:lnTo>
                    <a:pt x="7693792" y="3381300"/>
                  </a:lnTo>
                  <a:lnTo>
                    <a:pt x="7776699" y="3348696"/>
                  </a:lnTo>
                  <a:lnTo>
                    <a:pt x="7853218" y="3312984"/>
                  </a:lnTo>
                  <a:lnTo>
                    <a:pt x="7923835" y="3273804"/>
                  </a:lnTo>
                  <a:lnTo>
                    <a:pt x="7989171" y="3230742"/>
                  </a:lnTo>
                  <a:lnTo>
                    <a:pt x="8049919" y="3183352"/>
                  </a:lnTo>
                  <a:lnTo>
                    <a:pt x="8106795" y="3131189"/>
                  </a:lnTo>
                  <a:lnTo>
                    <a:pt x="8160501" y="3073861"/>
                  </a:lnTo>
                  <a:lnTo>
                    <a:pt x="8211690" y="3011111"/>
                  </a:lnTo>
                  <a:lnTo>
                    <a:pt x="8229629" y="2987161"/>
                  </a:lnTo>
                  <a:lnTo>
                    <a:pt x="8270026" y="2929456"/>
                  </a:lnTo>
                  <a:lnTo>
                    <a:pt x="8309484" y="2867953"/>
                  </a:lnTo>
                  <a:lnTo>
                    <a:pt x="8348233" y="2802573"/>
                  </a:lnTo>
                  <a:lnTo>
                    <a:pt x="8386463" y="2733289"/>
                  </a:lnTo>
                  <a:lnTo>
                    <a:pt x="8424328" y="2660124"/>
                  </a:lnTo>
                  <a:lnTo>
                    <a:pt x="8461954" y="2583163"/>
                  </a:lnTo>
                  <a:lnTo>
                    <a:pt x="8499440" y="2502549"/>
                  </a:lnTo>
                  <a:lnTo>
                    <a:pt x="8536860" y="2418493"/>
                  </a:lnTo>
                  <a:lnTo>
                    <a:pt x="8574270" y="2331270"/>
                  </a:lnTo>
                  <a:lnTo>
                    <a:pt x="8611706" y="2241218"/>
                  </a:lnTo>
                  <a:lnTo>
                    <a:pt x="8649186" y="2148734"/>
                  </a:lnTo>
                  <a:lnTo>
                    <a:pt x="8686718" y="2054270"/>
                  </a:lnTo>
                  <a:lnTo>
                    <a:pt x="8724296" y="1958321"/>
                  </a:lnTo>
                  <a:lnTo>
                    <a:pt x="8761906" y="1861419"/>
                  </a:lnTo>
                  <a:lnTo>
                    <a:pt x="8799532" y="1764117"/>
                  </a:lnTo>
                  <a:lnTo>
                    <a:pt x="8837151" y="1666979"/>
                  </a:lnTo>
                  <a:lnTo>
                    <a:pt x="8874745" y="1570562"/>
                  </a:lnTo>
                  <a:lnTo>
                    <a:pt x="8912297" y="1475410"/>
                  </a:lnTo>
                  <a:lnTo>
                    <a:pt x="8949799" y="1382035"/>
                  </a:lnTo>
                  <a:lnTo>
                    <a:pt x="8987252" y="1290907"/>
                  </a:lnTo>
                  <a:lnTo>
                    <a:pt x="9024669" y="1202449"/>
                  </a:lnTo>
                  <a:lnTo>
                    <a:pt x="9062080" y="1117023"/>
                  </a:lnTo>
                  <a:lnTo>
                    <a:pt x="9099530" y="1034931"/>
                  </a:lnTo>
                  <a:lnTo>
                    <a:pt x="9137087" y="956410"/>
                  </a:lnTo>
                  <a:lnTo>
                    <a:pt x="9174837" y="881634"/>
                  </a:lnTo>
                  <a:lnTo>
                    <a:pt x="9212896" y="810709"/>
                  </a:lnTo>
                  <a:lnTo>
                    <a:pt x="9251406" y="743687"/>
                  </a:lnTo>
                  <a:lnTo>
                    <a:pt x="9290540" y="680559"/>
                  </a:lnTo>
                  <a:lnTo>
                    <a:pt x="9330511" y="621267"/>
                  </a:lnTo>
                  <a:lnTo>
                    <a:pt x="9347647" y="597432"/>
                  </a:lnTo>
                  <a:lnTo>
                    <a:pt x="9398074" y="532709"/>
                  </a:lnTo>
                  <a:lnTo>
                    <a:pt x="9450801" y="473447"/>
                  </a:lnTo>
                  <a:lnTo>
                    <a:pt x="9506456" y="419464"/>
                  </a:lnTo>
                  <a:lnTo>
                    <a:pt x="9565726" y="370404"/>
                  </a:lnTo>
                  <a:lnTo>
                    <a:pt x="9629327" y="325834"/>
                  </a:lnTo>
                  <a:lnTo>
                    <a:pt x="9697965" y="285305"/>
                  </a:lnTo>
                  <a:lnTo>
                    <a:pt x="9772293" y="248388"/>
                  </a:lnTo>
                  <a:lnTo>
                    <a:pt x="9852854" y="214702"/>
                  </a:lnTo>
                  <a:lnTo>
                    <a:pt x="9940005" y="183926"/>
                  </a:lnTo>
                  <a:lnTo>
                    <a:pt x="10033820" y="155806"/>
                  </a:lnTo>
                  <a:lnTo>
                    <a:pt x="10133969" y="130161"/>
                  </a:lnTo>
                  <a:lnTo>
                    <a:pt x="10239594" y="106882"/>
                  </a:lnTo>
                  <a:lnTo>
                    <a:pt x="10349188" y="85925"/>
                  </a:lnTo>
                  <a:lnTo>
                    <a:pt x="10460526" y="67298"/>
                  </a:lnTo>
                  <a:lnTo>
                    <a:pt x="10570673" y="51047"/>
                  </a:lnTo>
                  <a:lnTo>
                    <a:pt x="10676141" y="37217"/>
                  </a:lnTo>
                  <a:lnTo>
                    <a:pt x="10773190" y="25828"/>
                  </a:lnTo>
                  <a:lnTo>
                    <a:pt x="10858278" y="16836"/>
                  </a:lnTo>
                  <a:lnTo>
                    <a:pt x="10928578" y="10111"/>
                  </a:lnTo>
                  <a:lnTo>
                    <a:pt x="10982456" y="5424"/>
                  </a:lnTo>
                  <a:lnTo>
                    <a:pt x="11019789" y="2460"/>
                  </a:lnTo>
                  <a:lnTo>
                    <a:pt x="11042071" y="841"/>
                  </a:lnTo>
                  <a:lnTo>
                    <a:pt x="11052311" y="158"/>
                  </a:lnTo>
                  <a:lnTo>
                    <a:pt x="11054841" y="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5" name="pl244"/>
            <p:cNvSpPr/>
            <p:nvPr/>
          </p:nvSpPr>
          <p:spPr>
            <a:xfrm>
              <a:off x="1199187" y="2520580"/>
              <a:ext cx="12049831" cy="3584593"/>
            </a:xfrm>
            <a:custGeom>
              <a:avLst/>
              <a:pathLst>
                <a:path w="12049831" h="3584593">
                  <a:moveTo>
                    <a:pt x="12049831" y="0"/>
                  </a:moveTo>
                  <a:lnTo>
                    <a:pt x="11054891" y="0"/>
                  </a:lnTo>
                  <a:lnTo>
                    <a:pt x="11053847" y="62"/>
                  </a:lnTo>
                  <a:lnTo>
                    <a:pt x="11046948" y="509"/>
                  </a:lnTo>
                  <a:lnTo>
                    <a:pt x="11029426" y="1743"/>
                  </a:lnTo>
                  <a:lnTo>
                    <a:pt x="10997770" y="4176"/>
                  </a:lnTo>
                  <a:lnTo>
                    <a:pt x="10949924" y="8202"/>
                  </a:lnTo>
                  <a:lnTo>
                    <a:pt x="10885427" y="14161"/>
                  </a:lnTo>
                  <a:lnTo>
                    <a:pt x="10805394" y="22316"/>
                  </a:lnTo>
                  <a:lnTo>
                    <a:pt x="10712273" y="32833"/>
                  </a:lnTo>
                  <a:lnTo>
                    <a:pt x="10609407" y="45783"/>
                  </a:lnTo>
                  <a:lnTo>
                    <a:pt x="10500523" y="61166"/>
                  </a:lnTo>
                  <a:lnTo>
                    <a:pt x="10389242" y="78943"/>
                  </a:lnTo>
                  <a:lnTo>
                    <a:pt x="10278725" y="99064"/>
                  </a:lnTo>
                  <a:lnTo>
                    <a:pt x="10171459" y="121505"/>
                  </a:lnTo>
                  <a:lnTo>
                    <a:pt x="10069206" y="146288"/>
                  </a:lnTo>
                  <a:lnTo>
                    <a:pt x="9973047" y="173499"/>
                  </a:lnTo>
                  <a:lnTo>
                    <a:pt x="9883485" y="203293"/>
                  </a:lnTo>
                  <a:lnTo>
                    <a:pt x="9800578" y="235897"/>
                  </a:lnTo>
                  <a:lnTo>
                    <a:pt x="9724059" y="271608"/>
                  </a:lnTo>
                  <a:lnTo>
                    <a:pt x="9653442" y="310789"/>
                  </a:lnTo>
                  <a:lnTo>
                    <a:pt x="9588105" y="353851"/>
                  </a:lnTo>
                  <a:lnTo>
                    <a:pt x="9527357" y="401241"/>
                  </a:lnTo>
                  <a:lnTo>
                    <a:pt x="9470482" y="453404"/>
                  </a:lnTo>
                  <a:lnTo>
                    <a:pt x="9416776" y="510732"/>
                  </a:lnTo>
                  <a:lnTo>
                    <a:pt x="9365587" y="573482"/>
                  </a:lnTo>
                  <a:lnTo>
                    <a:pt x="9347647" y="597432"/>
                  </a:lnTo>
                  <a:lnTo>
                    <a:pt x="9307251" y="655137"/>
                  </a:lnTo>
                  <a:lnTo>
                    <a:pt x="9267792" y="716640"/>
                  </a:lnTo>
                  <a:lnTo>
                    <a:pt x="9229043" y="782019"/>
                  </a:lnTo>
                  <a:lnTo>
                    <a:pt x="9190813" y="851304"/>
                  </a:lnTo>
                  <a:lnTo>
                    <a:pt x="9152948" y="924468"/>
                  </a:lnTo>
                  <a:lnTo>
                    <a:pt x="9115322" y="1001430"/>
                  </a:lnTo>
                  <a:lnTo>
                    <a:pt x="9077837" y="1082044"/>
                  </a:lnTo>
                  <a:lnTo>
                    <a:pt x="9040416" y="1166099"/>
                  </a:lnTo>
                  <a:lnTo>
                    <a:pt x="9003006" y="1253322"/>
                  </a:lnTo>
                  <a:lnTo>
                    <a:pt x="8965571" y="1343374"/>
                  </a:lnTo>
                  <a:lnTo>
                    <a:pt x="8928090" y="1435858"/>
                  </a:lnTo>
                  <a:lnTo>
                    <a:pt x="8890559" y="1530323"/>
                  </a:lnTo>
                  <a:lnTo>
                    <a:pt x="8852981" y="1626271"/>
                  </a:lnTo>
                  <a:lnTo>
                    <a:pt x="8815370" y="1723173"/>
                  </a:lnTo>
                  <a:lnTo>
                    <a:pt x="8777745" y="1820475"/>
                  </a:lnTo>
                  <a:lnTo>
                    <a:pt x="8740125" y="1917614"/>
                  </a:lnTo>
                  <a:lnTo>
                    <a:pt x="8702532" y="2014030"/>
                  </a:lnTo>
                  <a:lnTo>
                    <a:pt x="8664979" y="2109182"/>
                  </a:lnTo>
                  <a:lnTo>
                    <a:pt x="8627477" y="2202558"/>
                  </a:lnTo>
                  <a:lnTo>
                    <a:pt x="8590025" y="2293685"/>
                  </a:lnTo>
                  <a:lnTo>
                    <a:pt x="8552607" y="2382144"/>
                  </a:lnTo>
                  <a:lnTo>
                    <a:pt x="8515196" y="2467570"/>
                  </a:lnTo>
                  <a:lnTo>
                    <a:pt x="8477746" y="2549662"/>
                  </a:lnTo>
                  <a:lnTo>
                    <a:pt x="8440190" y="2628182"/>
                  </a:lnTo>
                  <a:lnTo>
                    <a:pt x="8402439" y="2702959"/>
                  </a:lnTo>
                  <a:lnTo>
                    <a:pt x="8364380" y="2773883"/>
                  </a:lnTo>
                  <a:lnTo>
                    <a:pt x="8325871" y="2840906"/>
                  </a:lnTo>
                  <a:lnTo>
                    <a:pt x="8286736" y="2904034"/>
                  </a:lnTo>
                  <a:lnTo>
                    <a:pt x="8246765" y="2963326"/>
                  </a:lnTo>
                  <a:lnTo>
                    <a:pt x="8229629" y="2987161"/>
                  </a:lnTo>
                  <a:lnTo>
                    <a:pt x="8179203" y="3051883"/>
                  </a:lnTo>
                  <a:lnTo>
                    <a:pt x="8126475" y="3111146"/>
                  </a:lnTo>
                  <a:lnTo>
                    <a:pt x="8070821" y="3165129"/>
                  </a:lnTo>
                  <a:lnTo>
                    <a:pt x="8011551" y="3214189"/>
                  </a:lnTo>
                  <a:lnTo>
                    <a:pt x="7947950" y="3258758"/>
                  </a:lnTo>
                  <a:lnTo>
                    <a:pt x="7879312" y="3299288"/>
                  </a:lnTo>
                  <a:lnTo>
                    <a:pt x="7804984" y="3336205"/>
                  </a:lnTo>
                  <a:lnTo>
                    <a:pt x="7724423" y="3369890"/>
                  </a:lnTo>
                  <a:lnTo>
                    <a:pt x="7637271" y="3400667"/>
                  </a:lnTo>
                  <a:lnTo>
                    <a:pt x="7543457" y="3428787"/>
                  </a:lnTo>
                  <a:lnTo>
                    <a:pt x="7443308" y="3454431"/>
                  </a:lnTo>
                  <a:lnTo>
                    <a:pt x="7337683" y="3477711"/>
                  </a:lnTo>
                  <a:lnTo>
                    <a:pt x="7228088" y="3498668"/>
                  </a:lnTo>
                  <a:lnTo>
                    <a:pt x="7116751" y="3517294"/>
                  </a:lnTo>
                  <a:lnTo>
                    <a:pt x="7006603" y="3533546"/>
                  </a:lnTo>
                  <a:lnTo>
                    <a:pt x="6901136" y="3547376"/>
                  </a:lnTo>
                  <a:lnTo>
                    <a:pt x="6804087" y="3558765"/>
                  </a:lnTo>
                  <a:lnTo>
                    <a:pt x="6718999" y="3567757"/>
                  </a:lnTo>
                  <a:lnTo>
                    <a:pt x="6648699" y="3574482"/>
                  </a:lnTo>
                  <a:lnTo>
                    <a:pt x="6594821" y="3579169"/>
                  </a:lnTo>
                  <a:lnTo>
                    <a:pt x="6557487" y="3582132"/>
                  </a:lnTo>
                  <a:lnTo>
                    <a:pt x="6535205" y="3583751"/>
                  </a:lnTo>
                  <a:lnTo>
                    <a:pt x="6524966" y="3584434"/>
                  </a:lnTo>
                  <a:lnTo>
                    <a:pt x="6522436" y="3584590"/>
                  </a:lnTo>
                  <a:lnTo>
                    <a:pt x="6522385" y="3584593"/>
                  </a:lnTo>
                  <a:lnTo>
                    <a:pt x="5527445" y="3584593"/>
                  </a:lnTo>
                  <a:lnTo>
                    <a:pt x="5526353" y="3584549"/>
                  </a:lnTo>
                  <a:lnTo>
                    <a:pt x="5519137" y="3584236"/>
                  </a:lnTo>
                  <a:lnTo>
                    <a:pt x="5500833" y="3583369"/>
                  </a:lnTo>
                  <a:lnTo>
                    <a:pt x="5467819" y="3581662"/>
                  </a:lnTo>
                  <a:lnTo>
                    <a:pt x="5418030" y="3578838"/>
                  </a:lnTo>
                  <a:lnTo>
                    <a:pt x="5351103" y="3574663"/>
                  </a:lnTo>
                  <a:lnTo>
                    <a:pt x="5268338" y="3568958"/>
                  </a:lnTo>
                  <a:lnTo>
                    <a:pt x="5172416" y="3561613"/>
                  </a:lnTo>
                  <a:lnTo>
                    <a:pt x="5066914" y="3552586"/>
                  </a:lnTo>
                  <a:lnTo>
                    <a:pt x="4955745" y="3541880"/>
                  </a:lnTo>
                  <a:lnTo>
                    <a:pt x="4842652" y="3529527"/>
                  </a:lnTo>
                  <a:lnTo>
                    <a:pt x="4730838" y="3515559"/>
                  </a:lnTo>
                  <a:lnTo>
                    <a:pt x="4622774" y="3499989"/>
                  </a:lnTo>
                  <a:lnTo>
                    <a:pt x="4520161" y="3482792"/>
                  </a:lnTo>
                  <a:lnTo>
                    <a:pt x="4423991" y="3463900"/>
                  </a:lnTo>
                  <a:lnTo>
                    <a:pt x="4334676" y="3443191"/>
                  </a:lnTo>
                  <a:lnTo>
                    <a:pt x="4252182" y="3420494"/>
                  </a:lnTo>
                  <a:lnTo>
                    <a:pt x="4176163" y="3395588"/>
                  </a:lnTo>
                  <a:lnTo>
                    <a:pt x="4106061" y="3368209"/>
                  </a:lnTo>
                  <a:lnTo>
                    <a:pt x="4041200" y="3338058"/>
                  </a:lnTo>
                  <a:lnTo>
                    <a:pt x="3980841" y="3304821"/>
                  </a:lnTo>
                  <a:lnTo>
                    <a:pt x="3924235" y="3268193"/>
                  </a:lnTo>
                  <a:lnTo>
                    <a:pt x="3870660" y="3227921"/>
                  </a:lnTo>
                  <a:lnTo>
                    <a:pt x="3820202" y="3184558"/>
                  </a:lnTo>
                  <a:lnTo>
                    <a:pt x="3773333" y="3139399"/>
                  </a:lnTo>
                  <a:lnTo>
                    <a:pt x="3727679" y="3090790"/>
                  </a:lnTo>
                  <a:lnTo>
                    <a:pt x="3682897" y="3038660"/>
                  </a:lnTo>
                  <a:lnTo>
                    <a:pt x="3638711" y="2983002"/>
                  </a:lnTo>
                  <a:lnTo>
                    <a:pt x="3594904" y="2923877"/>
                  </a:lnTo>
                  <a:lnTo>
                    <a:pt x="3551310" y="2861420"/>
                  </a:lnTo>
                  <a:lnTo>
                    <a:pt x="3507807" y="2795844"/>
                  </a:lnTo>
                  <a:lnTo>
                    <a:pt x="3464311" y="2727442"/>
                  </a:lnTo>
                  <a:lnTo>
                    <a:pt x="3420771" y="2656584"/>
                  </a:lnTo>
                  <a:lnTo>
                    <a:pt x="3377165" y="2583710"/>
                  </a:lnTo>
                  <a:lnTo>
                    <a:pt x="3333492" y="2509321"/>
                  </a:lnTo>
                  <a:lnTo>
                    <a:pt x="3289771" y="2433967"/>
                  </a:lnTo>
                  <a:lnTo>
                    <a:pt x="3246029" y="2358226"/>
                  </a:lnTo>
                  <a:lnTo>
                    <a:pt x="3202298" y="2282690"/>
                  </a:lnTo>
                  <a:lnTo>
                    <a:pt x="3158608" y="2207945"/>
                  </a:lnTo>
                  <a:lnTo>
                    <a:pt x="3114981" y="2134551"/>
                  </a:lnTo>
                  <a:lnTo>
                    <a:pt x="3071422" y="2063025"/>
                  </a:lnTo>
                  <a:lnTo>
                    <a:pt x="3027916" y="1993827"/>
                  </a:lnTo>
                  <a:lnTo>
                    <a:pt x="2984422" y="1927349"/>
                  </a:lnTo>
                  <a:lnTo>
                    <a:pt x="2940867" y="1863909"/>
                  </a:lnTo>
                  <a:lnTo>
                    <a:pt x="2897141" y="1803744"/>
                  </a:lnTo>
                  <a:lnTo>
                    <a:pt x="2853092" y="1747013"/>
                  </a:lnTo>
                  <a:lnTo>
                    <a:pt x="2808519" y="1693799"/>
                  </a:lnTo>
                  <a:lnTo>
                    <a:pt x="2763166" y="1644114"/>
                  </a:lnTo>
                  <a:lnTo>
                    <a:pt x="2716711" y="1597908"/>
                  </a:lnTo>
                  <a:lnTo>
                    <a:pt x="2702183" y="1584418"/>
                  </a:lnTo>
                  <a:lnTo>
                    <a:pt x="2650952" y="1540432"/>
                  </a:lnTo>
                  <a:lnTo>
                    <a:pt x="2597337" y="1500216"/>
                  </a:lnTo>
                  <a:lnTo>
                    <a:pt x="2540681" y="1463639"/>
                  </a:lnTo>
                  <a:lnTo>
                    <a:pt x="2480261" y="1430450"/>
                  </a:lnTo>
                  <a:lnTo>
                    <a:pt x="2415327" y="1400343"/>
                  </a:lnTo>
                  <a:lnTo>
                    <a:pt x="2345143" y="1373003"/>
                  </a:lnTo>
                  <a:lnTo>
                    <a:pt x="2269031" y="1348131"/>
                  </a:lnTo>
                  <a:lnTo>
                    <a:pt x="2186439" y="1325465"/>
                  </a:lnTo>
                  <a:lnTo>
                    <a:pt x="2097022" y="1304784"/>
                  </a:lnTo>
                  <a:lnTo>
                    <a:pt x="2000752" y="1285917"/>
                  </a:lnTo>
                  <a:lnTo>
                    <a:pt x="1898049" y="1268745"/>
                  </a:lnTo>
                  <a:lnTo>
                    <a:pt x="1789915" y="1253199"/>
                  </a:lnTo>
                  <a:lnTo>
                    <a:pt x="1678063" y="1239255"/>
                  </a:lnTo>
                  <a:lnTo>
                    <a:pt x="1564973" y="1226926"/>
                  </a:lnTo>
                  <a:lnTo>
                    <a:pt x="1453860" y="1216245"/>
                  </a:lnTo>
                  <a:lnTo>
                    <a:pt x="1348471" y="1207242"/>
                  </a:lnTo>
                  <a:lnTo>
                    <a:pt x="1252719" y="1199922"/>
                  </a:lnTo>
                  <a:lnTo>
                    <a:pt x="1170172" y="1194241"/>
                  </a:lnTo>
                  <a:lnTo>
                    <a:pt x="1103492" y="1190087"/>
                  </a:lnTo>
                  <a:lnTo>
                    <a:pt x="1053958" y="1187282"/>
                  </a:lnTo>
                  <a:lnTo>
                    <a:pt x="1021181" y="1185588"/>
                  </a:lnTo>
                  <a:lnTo>
                    <a:pt x="1003071" y="1184732"/>
                  </a:lnTo>
                  <a:lnTo>
                    <a:pt x="995985" y="1184425"/>
                  </a:lnTo>
                  <a:lnTo>
                    <a:pt x="994940" y="1184383"/>
                  </a:lnTo>
                  <a:lnTo>
                    <a:pt x="0" y="1184383"/>
                  </a:lnTo>
                  <a:lnTo>
                    <a:pt x="0" y="11843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6" name="pg245"/>
            <p:cNvSpPr/>
            <p:nvPr/>
          </p:nvSpPr>
          <p:spPr>
            <a:xfrm>
              <a:off x="1199187" y="3704963"/>
              <a:ext cx="12049831" cy="2431654"/>
            </a:xfrm>
            <a:custGeom>
              <a:avLst/>
              <a:pathLst>
                <a:path w="12049831" h="2431654">
                  <a:moveTo>
                    <a:pt x="0" y="15721"/>
                  </a:moveTo>
                  <a:lnTo>
                    <a:pt x="994940" y="15721"/>
                  </a:lnTo>
                  <a:lnTo>
                    <a:pt x="996032" y="15766"/>
                  </a:lnTo>
                  <a:lnTo>
                    <a:pt x="1003244" y="16081"/>
                  </a:lnTo>
                  <a:lnTo>
                    <a:pt x="1021539" y="16953"/>
                  </a:lnTo>
                  <a:lnTo>
                    <a:pt x="1054537" y="18671"/>
                  </a:lnTo>
                  <a:lnTo>
                    <a:pt x="1104305" y="21511"/>
                  </a:lnTo>
                  <a:lnTo>
                    <a:pt x="1171205" y="25712"/>
                  </a:lnTo>
                  <a:lnTo>
                    <a:pt x="1253939" y="31452"/>
                  </a:lnTo>
                  <a:lnTo>
                    <a:pt x="1349830" y="38841"/>
                  </a:lnTo>
                  <a:lnTo>
                    <a:pt x="1455303" y="47923"/>
                  </a:lnTo>
                  <a:lnTo>
                    <a:pt x="1566447" y="58695"/>
                  </a:lnTo>
                  <a:lnTo>
                    <a:pt x="1679521" y="71124"/>
                  </a:lnTo>
                  <a:lnTo>
                    <a:pt x="1791321" y="85177"/>
                  </a:lnTo>
                  <a:lnTo>
                    <a:pt x="1899376" y="100843"/>
                  </a:lnTo>
                  <a:lnTo>
                    <a:pt x="2001986" y="118146"/>
                  </a:lnTo>
                  <a:lnTo>
                    <a:pt x="2098156" y="137154"/>
                  </a:lnTo>
                  <a:lnTo>
                    <a:pt x="2187474" y="157990"/>
                  </a:lnTo>
                  <a:lnTo>
                    <a:pt x="2269973" y="180826"/>
                  </a:lnTo>
                  <a:lnTo>
                    <a:pt x="2345998" y="205884"/>
                  </a:lnTo>
                  <a:lnTo>
                    <a:pt x="2416105" y="233429"/>
                  </a:lnTo>
                  <a:lnTo>
                    <a:pt x="2480972" y="263762"/>
                  </a:lnTo>
                  <a:lnTo>
                    <a:pt x="2541335" y="297200"/>
                  </a:lnTo>
                  <a:lnTo>
                    <a:pt x="2597943" y="334049"/>
                  </a:lnTo>
                  <a:lnTo>
                    <a:pt x="2651520" y="374563"/>
                  </a:lnTo>
                  <a:lnTo>
                    <a:pt x="2702183" y="418377"/>
                  </a:lnTo>
                  <a:lnTo>
                    <a:pt x="2748951" y="463728"/>
                  </a:lnTo>
                  <a:lnTo>
                    <a:pt x="2794507" y="512537"/>
                  </a:lnTo>
                  <a:lnTo>
                    <a:pt x="2839195" y="564873"/>
                  </a:lnTo>
                  <a:lnTo>
                    <a:pt x="2883288" y="620746"/>
                  </a:lnTo>
                  <a:lnTo>
                    <a:pt x="2927001" y="680094"/>
                  </a:lnTo>
                  <a:lnTo>
                    <a:pt x="2970501" y="742783"/>
                  </a:lnTo>
                  <a:lnTo>
                    <a:pt x="3013909" y="808600"/>
                  </a:lnTo>
                  <a:lnTo>
                    <a:pt x="3057310" y="877255"/>
                  </a:lnTo>
                  <a:lnTo>
                    <a:pt x="3100753" y="948379"/>
                  </a:lnTo>
                  <a:lnTo>
                    <a:pt x="3144262" y="1021532"/>
                  </a:lnTo>
                  <a:lnTo>
                    <a:pt x="3187837" y="1096214"/>
                  </a:lnTo>
                  <a:lnTo>
                    <a:pt x="3231461" y="1171879"/>
                  </a:lnTo>
                  <a:lnTo>
                    <a:pt x="3275107" y="1247946"/>
                  </a:lnTo>
                  <a:lnTo>
                    <a:pt x="3318743" y="1323824"/>
                  </a:lnTo>
                  <a:lnTo>
                    <a:pt x="3362339" y="1398928"/>
                  </a:lnTo>
                  <a:lnTo>
                    <a:pt x="3405873" y="1472695"/>
                  </a:lnTo>
                  <a:lnTo>
                    <a:pt x="3449338" y="1544609"/>
                  </a:lnTo>
                  <a:lnTo>
                    <a:pt x="3492750" y="1614205"/>
                  </a:lnTo>
                  <a:lnTo>
                    <a:pt x="3536148" y="1681088"/>
                  </a:lnTo>
                  <a:lnTo>
                    <a:pt x="3579602" y="1744940"/>
                  </a:lnTo>
                  <a:lnTo>
                    <a:pt x="3623221" y="1805518"/>
                  </a:lnTo>
                  <a:lnTo>
                    <a:pt x="3667155" y="1862661"/>
                  </a:lnTo>
                  <a:lnTo>
                    <a:pt x="3711599" y="1916281"/>
                  </a:lnTo>
                  <a:lnTo>
                    <a:pt x="3756805" y="1966363"/>
                  </a:lnTo>
                  <a:lnTo>
                    <a:pt x="3803089" y="2012956"/>
                  </a:lnTo>
                  <a:lnTo>
                    <a:pt x="3820202" y="2028998"/>
                  </a:lnTo>
                  <a:lnTo>
                    <a:pt x="3871424" y="2073265"/>
                  </a:lnTo>
                  <a:lnTo>
                    <a:pt x="3925029" y="2113739"/>
                  </a:lnTo>
                  <a:lnTo>
                    <a:pt x="3981674" y="2150550"/>
                  </a:lnTo>
                  <a:lnTo>
                    <a:pt x="4042081" y="2183953"/>
                  </a:lnTo>
                  <a:lnTo>
                    <a:pt x="4107000" y="2214254"/>
                  </a:lnTo>
                  <a:lnTo>
                    <a:pt x="4177167" y="2241772"/>
                  </a:lnTo>
                  <a:lnTo>
                    <a:pt x="4253259" y="2266804"/>
                  </a:lnTo>
                  <a:lnTo>
                    <a:pt x="4335829" y="2289618"/>
                  </a:lnTo>
                  <a:lnTo>
                    <a:pt x="4425221" y="2310433"/>
                  </a:lnTo>
                  <a:lnTo>
                    <a:pt x="4521463" y="2329423"/>
                  </a:lnTo>
                  <a:lnTo>
                    <a:pt x="4624138" y="2346708"/>
                  </a:lnTo>
                  <a:lnTo>
                    <a:pt x="4732243" y="2362357"/>
                  </a:lnTo>
                  <a:lnTo>
                    <a:pt x="4844071" y="2376393"/>
                  </a:lnTo>
                  <a:lnTo>
                    <a:pt x="4957142" y="2388804"/>
                  </a:lnTo>
                  <a:lnTo>
                    <a:pt x="5068246" y="2399558"/>
                  </a:lnTo>
                  <a:lnTo>
                    <a:pt x="5173637" y="2408622"/>
                  </a:lnTo>
                  <a:lnTo>
                    <a:pt x="5269405" y="2415994"/>
                  </a:lnTo>
                  <a:lnTo>
                    <a:pt x="5351982" y="2421716"/>
                  </a:lnTo>
                  <a:lnTo>
                    <a:pt x="5418703" y="2425901"/>
                  </a:lnTo>
                  <a:lnTo>
                    <a:pt x="5468287" y="2428728"/>
                  </a:lnTo>
                  <a:lnTo>
                    <a:pt x="5501114" y="2430436"/>
                  </a:lnTo>
                  <a:lnTo>
                    <a:pt x="5519269" y="2431300"/>
                  </a:lnTo>
                  <a:lnTo>
                    <a:pt x="5526387" y="2431611"/>
                  </a:lnTo>
                  <a:lnTo>
                    <a:pt x="5527445" y="2431654"/>
                  </a:lnTo>
                  <a:lnTo>
                    <a:pt x="6522385" y="2431654"/>
                  </a:lnTo>
                  <a:lnTo>
                    <a:pt x="6523477" y="2431609"/>
                  </a:lnTo>
                  <a:lnTo>
                    <a:pt x="6530687" y="2431292"/>
                  </a:lnTo>
                  <a:lnTo>
                    <a:pt x="6548976" y="2430418"/>
                  </a:lnTo>
                  <a:lnTo>
                    <a:pt x="6581964" y="2428693"/>
                  </a:lnTo>
                  <a:lnTo>
                    <a:pt x="6631717" y="2425841"/>
                  </a:lnTo>
                  <a:lnTo>
                    <a:pt x="6698599" y="2421624"/>
                  </a:lnTo>
                  <a:lnTo>
                    <a:pt x="6781313" y="2415861"/>
                  </a:lnTo>
                  <a:lnTo>
                    <a:pt x="6877183" y="2408442"/>
                  </a:lnTo>
                  <a:lnTo>
                    <a:pt x="6982637" y="2399322"/>
                  </a:lnTo>
                  <a:lnTo>
                    <a:pt x="7093764" y="2388507"/>
                  </a:lnTo>
                  <a:lnTo>
                    <a:pt x="7206824" y="2376028"/>
                  </a:lnTo>
                  <a:lnTo>
                    <a:pt x="7318615" y="2361917"/>
                  </a:lnTo>
                  <a:lnTo>
                    <a:pt x="7426665" y="2346187"/>
                  </a:lnTo>
                  <a:lnTo>
                    <a:pt x="7529272" y="2328814"/>
                  </a:lnTo>
                  <a:lnTo>
                    <a:pt x="7625443" y="2309728"/>
                  </a:lnTo>
                  <a:lnTo>
                    <a:pt x="7714763" y="2288808"/>
                  </a:lnTo>
                  <a:lnTo>
                    <a:pt x="7797264" y="2265879"/>
                  </a:lnTo>
                  <a:lnTo>
                    <a:pt x="7873293" y="2240720"/>
                  </a:lnTo>
                  <a:lnTo>
                    <a:pt x="7943404" y="2213064"/>
                  </a:lnTo>
                  <a:lnTo>
                    <a:pt x="8008274" y="2182610"/>
                  </a:lnTo>
                  <a:lnTo>
                    <a:pt x="8068640" y="2149039"/>
                  </a:lnTo>
                  <a:lnTo>
                    <a:pt x="8125251" y="2112043"/>
                  </a:lnTo>
                  <a:lnTo>
                    <a:pt x="8178828" y="2071368"/>
                  </a:lnTo>
                  <a:lnTo>
                    <a:pt x="8229629" y="2027251"/>
                  </a:lnTo>
                  <a:lnTo>
                    <a:pt x="8276329" y="1981773"/>
                  </a:lnTo>
                  <a:lnTo>
                    <a:pt x="8321821" y="1932831"/>
                  </a:lnTo>
                  <a:lnTo>
                    <a:pt x="8366446" y="1880357"/>
                  </a:lnTo>
                  <a:lnTo>
                    <a:pt x="8410477" y="1824343"/>
                  </a:lnTo>
                  <a:lnTo>
                    <a:pt x="8454129" y="1764847"/>
                  </a:lnTo>
                  <a:lnTo>
                    <a:pt x="8497566" y="1702004"/>
                  </a:lnTo>
                  <a:lnTo>
                    <a:pt x="8540911" y="1636026"/>
                  </a:lnTo>
                  <a:lnTo>
                    <a:pt x="8584248" y="1567203"/>
                  </a:lnTo>
                  <a:lnTo>
                    <a:pt x="8627627" y="1495904"/>
                  </a:lnTo>
                  <a:lnTo>
                    <a:pt x="8671071" y="1422566"/>
                  </a:lnTo>
                  <a:lnTo>
                    <a:pt x="8714582" y="1347688"/>
                  </a:lnTo>
                  <a:lnTo>
                    <a:pt x="8758142" y="1271819"/>
                  </a:lnTo>
                  <a:lnTo>
                    <a:pt x="8801724" y="1195535"/>
                  </a:lnTo>
                  <a:lnTo>
                    <a:pt x="8845296" y="1119430"/>
                  </a:lnTo>
                  <a:lnTo>
                    <a:pt x="8888829" y="1044088"/>
                  </a:lnTo>
                  <a:lnTo>
                    <a:pt x="8932301" y="970072"/>
                  </a:lnTo>
                  <a:lnTo>
                    <a:pt x="8975705" y="897902"/>
                  </a:lnTo>
                  <a:lnTo>
                    <a:pt x="9019054" y="828041"/>
                  </a:lnTo>
                  <a:lnTo>
                    <a:pt x="9062388" y="760887"/>
                  </a:lnTo>
                  <a:lnTo>
                    <a:pt x="9105776" y="696762"/>
                  </a:lnTo>
                  <a:lnTo>
                    <a:pt x="9149325" y="635909"/>
                  </a:lnTo>
                  <a:lnTo>
                    <a:pt x="9193181" y="578492"/>
                  </a:lnTo>
                  <a:lnTo>
                    <a:pt x="9237539" y="524601"/>
                  </a:lnTo>
                  <a:lnTo>
                    <a:pt x="9282648" y="474254"/>
                  </a:lnTo>
                  <a:lnTo>
                    <a:pt x="9328820" y="427403"/>
                  </a:lnTo>
                  <a:lnTo>
                    <a:pt x="9347647" y="409642"/>
                  </a:lnTo>
                  <a:lnTo>
                    <a:pt x="9398864" y="365188"/>
                  </a:lnTo>
                  <a:lnTo>
                    <a:pt x="9452463" y="324543"/>
                  </a:lnTo>
                  <a:lnTo>
                    <a:pt x="9509100" y="287575"/>
                  </a:lnTo>
                  <a:lnTo>
                    <a:pt x="9569499" y="254030"/>
                  </a:lnTo>
                  <a:lnTo>
                    <a:pt x="9634407" y="223599"/>
                  </a:lnTo>
                  <a:lnTo>
                    <a:pt x="9704563" y="195964"/>
                  </a:lnTo>
                  <a:lnTo>
                    <a:pt x="9780641" y="170824"/>
                  </a:lnTo>
                  <a:lnTo>
                    <a:pt x="9863196" y="147912"/>
                  </a:lnTo>
                  <a:lnTo>
                    <a:pt x="9952571" y="127007"/>
                  </a:lnTo>
                  <a:lnTo>
                    <a:pt x="10048795" y="107935"/>
                  </a:lnTo>
                  <a:lnTo>
                    <a:pt x="10151450" y="90575"/>
                  </a:lnTo>
                  <a:lnTo>
                    <a:pt x="10259537" y="74858"/>
                  </a:lnTo>
                  <a:lnTo>
                    <a:pt x="10371349" y="60760"/>
                  </a:lnTo>
                  <a:lnTo>
                    <a:pt x="10484407" y="48294"/>
                  </a:lnTo>
                  <a:lnTo>
                    <a:pt x="10595505" y="37492"/>
                  </a:lnTo>
                  <a:lnTo>
                    <a:pt x="10700898" y="28386"/>
                  </a:lnTo>
                  <a:lnTo>
                    <a:pt x="10796676" y="20981"/>
                  </a:lnTo>
                  <a:lnTo>
                    <a:pt x="10879273" y="15231"/>
                  </a:lnTo>
                  <a:lnTo>
                    <a:pt x="10946022" y="11025"/>
                  </a:lnTo>
                  <a:lnTo>
                    <a:pt x="10995639" y="8183"/>
                  </a:lnTo>
                  <a:lnTo>
                    <a:pt x="11028499" y="6466"/>
                  </a:lnTo>
                  <a:lnTo>
                    <a:pt x="11046685" y="5597"/>
                  </a:lnTo>
                  <a:lnTo>
                    <a:pt x="11053825" y="528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9" y="44"/>
                  </a:lnTo>
                  <a:lnTo>
                    <a:pt x="11046590" y="361"/>
                  </a:lnTo>
                  <a:lnTo>
                    <a:pt x="11028300" y="1236"/>
                  </a:lnTo>
                  <a:lnTo>
                    <a:pt x="10995312" y="2960"/>
                  </a:lnTo>
                  <a:lnTo>
                    <a:pt x="10945559" y="5812"/>
                  </a:lnTo>
                  <a:lnTo>
                    <a:pt x="10878677" y="10030"/>
                  </a:lnTo>
                  <a:lnTo>
                    <a:pt x="10795963" y="15793"/>
                  </a:lnTo>
                  <a:lnTo>
                    <a:pt x="10700093" y="23211"/>
                  </a:lnTo>
                  <a:lnTo>
                    <a:pt x="10594640" y="32331"/>
                  </a:lnTo>
                  <a:lnTo>
                    <a:pt x="10483513" y="43146"/>
                  </a:lnTo>
                  <a:lnTo>
                    <a:pt x="10370452" y="55625"/>
                  </a:lnTo>
                  <a:lnTo>
                    <a:pt x="10258662" y="69736"/>
                  </a:lnTo>
                  <a:lnTo>
                    <a:pt x="10150612" y="85466"/>
                  </a:lnTo>
                  <a:lnTo>
                    <a:pt x="10048004" y="102839"/>
                  </a:lnTo>
                  <a:lnTo>
                    <a:pt x="9951834" y="121925"/>
                  </a:lnTo>
                  <a:lnTo>
                    <a:pt x="9862514" y="142846"/>
                  </a:lnTo>
                  <a:lnTo>
                    <a:pt x="9780012" y="165774"/>
                  </a:lnTo>
                  <a:lnTo>
                    <a:pt x="9703983" y="190933"/>
                  </a:lnTo>
                  <a:lnTo>
                    <a:pt x="9633872" y="218589"/>
                  </a:lnTo>
                  <a:lnTo>
                    <a:pt x="9569002" y="249043"/>
                  </a:lnTo>
                  <a:lnTo>
                    <a:pt x="9508636" y="282614"/>
                  </a:lnTo>
                  <a:lnTo>
                    <a:pt x="9452026" y="319611"/>
                  </a:lnTo>
                  <a:lnTo>
                    <a:pt x="9398449" y="360286"/>
                  </a:lnTo>
                  <a:lnTo>
                    <a:pt x="9347647" y="404402"/>
                  </a:lnTo>
                  <a:lnTo>
                    <a:pt x="9300947" y="449881"/>
                  </a:lnTo>
                  <a:lnTo>
                    <a:pt x="9255455" y="498822"/>
                  </a:lnTo>
                  <a:lnTo>
                    <a:pt x="9210830" y="551296"/>
                  </a:lnTo>
                  <a:lnTo>
                    <a:pt x="9166799" y="607310"/>
                  </a:lnTo>
                  <a:lnTo>
                    <a:pt x="9123148" y="666806"/>
                  </a:lnTo>
                  <a:lnTo>
                    <a:pt x="9079710" y="729649"/>
                  </a:lnTo>
                  <a:lnTo>
                    <a:pt x="9036365" y="795627"/>
                  </a:lnTo>
                  <a:lnTo>
                    <a:pt x="8993029" y="864450"/>
                  </a:lnTo>
                  <a:lnTo>
                    <a:pt x="8949650" y="935749"/>
                  </a:lnTo>
                  <a:lnTo>
                    <a:pt x="8906205" y="1009087"/>
                  </a:lnTo>
                  <a:lnTo>
                    <a:pt x="8862695" y="1083965"/>
                  </a:lnTo>
                  <a:lnTo>
                    <a:pt x="8819135" y="1159835"/>
                  </a:lnTo>
                  <a:lnTo>
                    <a:pt x="8775553" y="1236118"/>
                  </a:lnTo>
                  <a:lnTo>
                    <a:pt x="8731980" y="1312224"/>
                  </a:lnTo>
                  <a:lnTo>
                    <a:pt x="8688447" y="1387565"/>
                  </a:lnTo>
                  <a:lnTo>
                    <a:pt x="8644975" y="1461581"/>
                  </a:lnTo>
                  <a:lnTo>
                    <a:pt x="8601572" y="1533751"/>
                  </a:lnTo>
                  <a:lnTo>
                    <a:pt x="8558222" y="1603612"/>
                  </a:lnTo>
                  <a:lnTo>
                    <a:pt x="8514889" y="1670766"/>
                  </a:lnTo>
                  <a:lnTo>
                    <a:pt x="8471501" y="1734891"/>
                  </a:lnTo>
                  <a:lnTo>
                    <a:pt x="8427952" y="1795744"/>
                  </a:lnTo>
                  <a:lnTo>
                    <a:pt x="8384096" y="1853161"/>
                  </a:lnTo>
                  <a:lnTo>
                    <a:pt x="8339737" y="1907052"/>
                  </a:lnTo>
                  <a:lnTo>
                    <a:pt x="8294628" y="1957399"/>
                  </a:lnTo>
                  <a:lnTo>
                    <a:pt x="8248457" y="2004250"/>
                  </a:lnTo>
                  <a:lnTo>
                    <a:pt x="8229629" y="2022011"/>
                  </a:lnTo>
                  <a:lnTo>
                    <a:pt x="8178412" y="2066465"/>
                  </a:lnTo>
                  <a:lnTo>
                    <a:pt x="8124814" y="2107110"/>
                  </a:lnTo>
                  <a:lnTo>
                    <a:pt x="8068177" y="2144078"/>
                  </a:lnTo>
                  <a:lnTo>
                    <a:pt x="8007778" y="2177623"/>
                  </a:lnTo>
                  <a:lnTo>
                    <a:pt x="7942869" y="2208054"/>
                  </a:lnTo>
                  <a:lnTo>
                    <a:pt x="7872714" y="2235689"/>
                  </a:lnTo>
                  <a:lnTo>
                    <a:pt x="7796635" y="2260829"/>
                  </a:lnTo>
                  <a:lnTo>
                    <a:pt x="7714081" y="2283741"/>
                  </a:lnTo>
                  <a:lnTo>
                    <a:pt x="7624706" y="2304646"/>
                  </a:lnTo>
                  <a:lnTo>
                    <a:pt x="7528482" y="2323718"/>
                  </a:lnTo>
                  <a:lnTo>
                    <a:pt x="7425826" y="2341078"/>
                  </a:lnTo>
                  <a:lnTo>
                    <a:pt x="7317739" y="2356795"/>
                  </a:lnTo>
                  <a:lnTo>
                    <a:pt x="7205928" y="2370893"/>
                  </a:lnTo>
                  <a:lnTo>
                    <a:pt x="7092869" y="2383359"/>
                  </a:lnTo>
                  <a:lnTo>
                    <a:pt x="6981772" y="2394161"/>
                  </a:lnTo>
                  <a:lnTo>
                    <a:pt x="6876379" y="2403267"/>
                  </a:lnTo>
                  <a:lnTo>
                    <a:pt x="6780600" y="2410672"/>
                  </a:lnTo>
                  <a:lnTo>
                    <a:pt x="6698003" y="2416422"/>
                  </a:lnTo>
                  <a:lnTo>
                    <a:pt x="6631254" y="2420628"/>
                  </a:lnTo>
                  <a:lnTo>
                    <a:pt x="6581638" y="2423470"/>
                  </a:lnTo>
                  <a:lnTo>
                    <a:pt x="6548777" y="2425187"/>
                  </a:lnTo>
                  <a:lnTo>
                    <a:pt x="6530591" y="2426056"/>
                  </a:lnTo>
                  <a:lnTo>
                    <a:pt x="6523452" y="2426370"/>
                  </a:lnTo>
                  <a:lnTo>
                    <a:pt x="6522385" y="2426413"/>
                  </a:lnTo>
                  <a:lnTo>
                    <a:pt x="5527445" y="2426413"/>
                  </a:lnTo>
                  <a:lnTo>
                    <a:pt x="5526353" y="2426369"/>
                  </a:lnTo>
                  <a:lnTo>
                    <a:pt x="5519141" y="2426053"/>
                  </a:lnTo>
                  <a:lnTo>
                    <a:pt x="5500846" y="2425182"/>
                  </a:lnTo>
                  <a:lnTo>
                    <a:pt x="5467848" y="2423464"/>
                  </a:lnTo>
                  <a:lnTo>
                    <a:pt x="5418080" y="2420624"/>
                  </a:lnTo>
                  <a:lnTo>
                    <a:pt x="5351180" y="2416423"/>
                  </a:lnTo>
                  <a:lnTo>
                    <a:pt x="5268446" y="2410683"/>
                  </a:lnTo>
                  <a:lnTo>
                    <a:pt x="5172555" y="2403294"/>
                  </a:lnTo>
                  <a:lnTo>
                    <a:pt x="5067082" y="2394211"/>
                  </a:lnTo>
                  <a:lnTo>
                    <a:pt x="4955938" y="2383440"/>
                  </a:lnTo>
                  <a:lnTo>
                    <a:pt x="4842864" y="2371011"/>
                  </a:lnTo>
                  <a:lnTo>
                    <a:pt x="4731064" y="2356957"/>
                  </a:lnTo>
                  <a:lnTo>
                    <a:pt x="4623009" y="2341291"/>
                  </a:lnTo>
                  <a:lnTo>
                    <a:pt x="4520399" y="2323989"/>
                  </a:lnTo>
                  <a:lnTo>
                    <a:pt x="4424229" y="2304980"/>
                  </a:lnTo>
                  <a:lnTo>
                    <a:pt x="4334911" y="2284144"/>
                  </a:lnTo>
                  <a:lnTo>
                    <a:pt x="4252412" y="2261308"/>
                  </a:lnTo>
                  <a:lnTo>
                    <a:pt x="4176387" y="2236250"/>
                  </a:lnTo>
                  <a:lnTo>
                    <a:pt x="4106280" y="2208705"/>
                  </a:lnTo>
                  <a:lnTo>
                    <a:pt x="4041413" y="2178372"/>
                  </a:lnTo>
                  <a:lnTo>
                    <a:pt x="3981050" y="2144935"/>
                  </a:lnTo>
                  <a:lnTo>
                    <a:pt x="3924442" y="2108085"/>
                  </a:lnTo>
                  <a:lnTo>
                    <a:pt x="3870865" y="2067572"/>
                  </a:lnTo>
                  <a:lnTo>
                    <a:pt x="3820202" y="2023758"/>
                  </a:lnTo>
                  <a:lnTo>
                    <a:pt x="3773434" y="1978407"/>
                  </a:lnTo>
                  <a:lnTo>
                    <a:pt x="3727878" y="1929597"/>
                  </a:lnTo>
                  <a:lnTo>
                    <a:pt x="3683190" y="1877261"/>
                  </a:lnTo>
                  <a:lnTo>
                    <a:pt x="3639097" y="1821389"/>
                  </a:lnTo>
                  <a:lnTo>
                    <a:pt x="3595384" y="1762041"/>
                  </a:lnTo>
                  <a:lnTo>
                    <a:pt x="3551884" y="1699352"/>
                  </a:lnTo>
                  <a:lnTo>
                    <a:pt x="3508476" y="1633534"/>
                  </a:lnTo>
                  <a:lnTo>
                    <a:pt x="3465075" y="1564879"/>
                  </a:lnTo>
                  <a:lnTo>
                    <a:pt x="3421632" y="1493756"/>
                  </a:lnTo>
                  <a:lnTo>
                    <a:pt x="3378123" y="1420602"/>
                  </a:lnTo>
                  <a:lnTo>
                    <a:pt x="3334548" y="1345920"/>
                  </a:lnTo>
                  <a:lnTo>
                    <a:pt x="3290924" y="1270256"/>
                  </a:lnTo>
                  <a:lnTo>
                    <a:pt x="3247278" y="1194189"/>
                  </a:lnTo>
                  <a:lnTo>
                    <a:pt x="3203642" y="1118310"/>
                  </a:lnTo>
                  <a:lnTo>
                    <a:pt x="3160046" y="1043207"/>
                  </a:lnTo>
                  <a:lnTo>
                    <a:pt x="3116512" y="969439"/>
                  </a:lnTo>
                  <a:lnTo>
                    <a:pt x="3073047" y="897526"/>
                  </a:lnTo>
                  <a:lnTo>
                    <a:pt x="3029635" y="827930"/>
                  </a:lnTo>
                  <a:lnTo>
                    <a:pt x="2986237" y="761046"/>
                  </a:lnTo>
                  <a:lnTo>
                    <a:pt x="2942783" y="697194"/>
                  </a:lnTo>
                  <a:lnTo>
                    <a:pt x="2899164" y="636616"/>
                  </a:lnTo>
                  <a:lnTo>
                    <a:pt x="2855230" y="579474"/>
                  </a:lnTo>
                  <a:lnTo>
                    <a:pt x="2810786" y="525853"/>
                  </a:lnTo>
                  <a:lnTo>
                    <a:pt x="2765580" y="475771"/>
                  </a:lnTo>
                  <a:lnTo>
                    <a:pt x="2719296" y="429178"/>
                  </a:lnTo>
                  <a:lnTo>
                    <a:pt x="2702183" y="413136"/>
                  </a:lnTo>
                  <a:lnTo>
                    <a:pt x="2650961" y="368869"/>
                  </a:lnTo>
                  <a:lnTo>
                    <a:pt x="2597356" y="328396"/>
                  </a:lnTo>
                  <a:lnTo>
                    <a:pt x="2540711" y="291584"/>
                  </a:lnTo>
                  <a:lnTo>
                    <a:pt x="2480304" y="258182"/>
                  </a:lnTo>
                  <a:lnTo>
                    <a:pt x="2415385" y="227880"/>
                  </a:lnTo>
                  <a:lnTo>
                    <a:pt x="2345218" y="200363"/>
                  </a:lnTo>
                  <a:lnTo>
                    <a:pt x="2269126" y="175330"/>
                  </a:lnTo>
                  <a:lnTo>
                    <a:pt x="2186556" y="152517"/>
                  </a:lnTo>
                  <a:lnTo>
                    <a:pt x="2097164" y="131701"/>
                  </a:lnTo>
                  <a:lnTo>
                    <a:pt x="2000922" y="112711"/>
                  </a:lnTo>
                  <a:lnTo>
                    <a:pt x="1898247" y="95427"/>
                  </a:lnTo>
                  <a:lnTo>
                    <a:pt x="1790142" y="79778"/>
                  </a:lnTo>
                  <a:lnTo>
                    <a:pt x="1678314" y="65742"/>
                  </a:lnTo>
                  <a:lnTo>
                    <a:pt x="1565243" y="53330"/>
                  </a:lnTo>
                  <a:lnTo>
                    <a:pt x="1454139" y="42577"/>
                  </a:lnTo>
                  <a:lnTo>
                    <a:pt x="1348748" y="33512"/>
                  </a:lnTo>
                  <a:lnTo>
                    <a:pt x="1252980" y="26141"/>
                  </a:lnTo>
                  <a:lnTo>
                    <a:pt x="1170403" y="20418"/>
                  </a:lnTo>
                  <a:lnTo>
                    <a:pt x="1103682" y="16233"/>
                  </a:lnTo>
                  <a:lnTo>
                    <a:pt x="1054098" y="13406"/>
                  </a:lnTo>
                  <a:lnTo>
                    <a:pt x="1021271" y="11699"/>
                  </a:lnTo>
                  <a:lnTo>
                    <a:pt x="1003116" y="10835"/>
                  </a:lnTo>
                  <a:lnTo>
                    <a:pt x="995998" y="10524"/>
                  </a:lnTo>
                  <a:lnTo>
                    <a:pt x="994940" y="10481"/>
                  </a:lnTo>
                  <a:lnTo>
                    <a:pt x="0" y="10481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47" name="pl246"/>
            <p:cNvSpPr/>
            <p:nvPr/>
          </p:nvSpPr>
          <p:spPr>
            <a:xfrm>
              <a:off x="1199187" y="3710204"/>
              <a:ext cx="12049831" cy="2426413"/>
            </a:xfrm>
            <a:custGeom>
              <a:avLst/>
              <a:pathLst>
                <a:path w="12049831" h="2426413">
                  <a:moveTo>
                    <a:pt x="0" y="10481"/>
                  </a:moveTo>
                  <a:lnTo>
                    <a:pt x="994940" y="10481"/>
                  </a:lnTo>
                  <a:lnTo>
                    <a:pt x="996032" y="10525"/>
                  </a:lnTo>
                  <a:lnTo>
                    <a:pt x="1003244" y="10841"/>
                  </a:lnTo>
                  <a:lnTo>
                    <a:pt x="1021539" y="11712"/>
                  </a:lnTo>
                  <a:lnTo>
                    <a:pt x="1054537" y="13430"/>
                  </a:lnTo>
                  <a:lnTo>
                    <a:pt x="1104305" y="16270"/>
                  </a:lnTo>
                  <a:lnTo>
                    <a:pt x="1171205" y="20471"/>
                  </a:lnTo>
                  <a:lnTo>
                    <a:pt x="1253939" y="26211"/>
                  </a:lnTo>
                  <a:lnTo>
                    <a:pt x="1349830" y="33600"/>
                  </a:lnTo>
                  <a:lnTo>
                    <a:pt x="1455303" y="42683"/>
                  </a:lnTo>
                  <a:lnTo>
                    <a:pt x="1566447" y="53454"/>
                  </a:lnTo>
                  <a:lnTo>
                    <a:pt x="1679521" y="65883"/>
                  </a:lnTo>
                  <a:lnTo>
                    <a:pt x="1791321" y="79937"/>
                  </a:lnTo>
                  <a:lnTo>
                    <a:pt x="1899376" y="95603"/>
                  </a:lnTo>
                  <a:lnTo>
                    <a:pt x="2001986" y="112905"/>
                  </a:lnTo>
                  <a:lnTo>
                    <a:pt x="2098156" y="131914"/>
                  </a:lnTo>
                  <a:lnTo>
                    <a:pt x="2187474" y="152750"/>
                  </a:lnTo>
                  <a:lnTo>
                    <a:pt x="2269973" y="175586"/>
                  </a:lnTo>
                  <a:lnTo>
                    <a:pt x="2345998" y="200643"/>
                  </a:lnTo>
                  <a:lnTo>
                    <a:pt x="2416105" y="228189"/>
                  </a:lnTo>
                  <a:lnTo>
                    <a:pt x="2480972" y="258522"/>
                  </a:lnTo>
                  <a:lnTo>
                    <a:pt x="2541335" y="291959"/>
                  </a:lnTo>
                  <a:lnTo>
                    <a:pt x="2597943" y="328809"/>
                  </a:lnTo>
                  <a:lnTo>
                    <a:pt x="2651520" y="369322"/>
                  </a:lnTo>
                  <a:lnTo>
                    <a:pt x="2702183" y="413136"/>
                  </a:lnTo>
                  <a:lnTo>
                    <a:pt x="2748951" y="458487"/>
                  </a:lnTo>
                  <a:lnTo>
                    <a:pt x="2794507" y="507296"/>
                  </a:lnTo>
                  <a:lnTo>
                    <a:pt x="2839195" y="559633"/>
                  </a:lnTo>
                  <a:lnTo>
                    <a:pt x="2883288" y="615505"/>
                  </a:lnTo>
                  <a:lnTo>
                    <a:pt x="2927001" y="674853"/>
                  </a:lnTo>
                  <a:lnTo>
                    <a:pt x="2970501" y="737542"/>
                  </a:lnTo>
                  <a:lnTo>
                    <a:pt x="3013909" y="803360"/>
                  </a:lnTo>
                  <a:lnTo>
                    <a:pt x="3057310" y="872015"/>
                  </a:lnTo>
                  <a:lnTo>
                    <a:pt x="3100753" y="943138"/>
                  </a:lnTo>
                  <a:lnTo>
                    <a:pt x="3144262" y="1016291"/>
                  </a:lnTo>
                  <a:lnTo>
                    <a:pt x="3187837" y="1090974"/>
                  </a:lnTo>
                  <a:lnTo>
                    <a:pt x="3231461" y="1166638"/>
                  </a:lnTo>
                  <a:lnTo>
                    <a:pt x="3275107" y="1242705"/>
                  </a:lnTo>
                  <a:lnTo>
                    <a:pt x="3318743" y="1318583"/>
                  </a:lnTo>
                  <a:lnTo>
                    <a:pt x="3362339" y="1393687"/>
                  </a:lnTo>
                  <a:lnTo>
                    <a:pt x="3405873" y="1467455"/>
                  </a:lnTo>
                  <a:lnTo>
                    <a:pt x="3449338" y="1539368"/>
                  </a:lnTo>
                  <a:lnTo>
                    <a:pt x="3492750" y="1608964"/>
                  </a:lnTo>
                  <a:lnTo>
                    <a:pt x="3536148" y="1675848"/>
                  </a:lnTo>
                  <a:lnTo>
                    <a:pt x="3579602" y="1739699"/>
                  </a:lnTo>
                  <a:lnTo>
                    <a:pt x="3623221" y="1800278"/>
                  </a:lnTo>
                  <a:lnTo>
                    <a:pt x="3667155" y="1857420"/>
                  </a:lnTo>
                  <a:lnTo>
                    <a:pt x="3711599" y="1911040"/>
                  </a:lnTo>
                  <a:lnTo>
                    <a:pt x="3756805" y="1961123"/>
                  </a:lnTo>
                  <a:lnTo>
                    <a:pt x="3803089" y="2007716"/>
                  </a:lnTo>
                  <a:lnTo>
                    <a:pt x="3820202" y="2023758"/>
                  </a:lnTo>
                  <a:lnTo>
                    <a:pt x="3871424" y="2068025"/>
                  </a:lnTo>
                  <a:lnTo>
                    <a:pt x="3925029" y="2108498"/>
                  </a:lnTo>
                  <a:lnTo>
                    <a:pt x="3981674" y="2145309"/>
                  </a:lnTo>
                  <a:lnTo>
                    <a:pt x="4042081" y="2178712"/>
                  </a:lnTo>
                  <a:lnTo>
                    <a:pt x="4107000" y="2209014"/>
                  </a:lnTo>
                  <a:lnTo>
                    <a:pt x="4177167" y="2236531"/>
                  </a:lnTo>
                  <a:lnTo>
                    <a:pt x="4253259" y="2261564"/>
                  </a:lnTo>
                  <a:lnTo>
                    <a:pt x="4335829" y="2284377"/>
                  </a:lnTo>
                  <a:lnTo>
                    <a:pt x="4425221" y="2305193"/>
                  </a:lnTo>
                  <a:lnTo>
                    <a:pt x="4521463" y="2324183"/>
                  </a:lnTo>
                  <a:lnTo>
                    <a:pt x="4624138" y="2341467"/>
                  </a:lnTo>
                  <a:lnTo>
                    <a:pt x="4732243" y="2357116"/>
                  </a:lnTo>
                  <a:lnTo>
                    <a:pt x="4844071" y="2371152"/>
                  </a:lnTo>
                  <a:lnTo>
                    <a:pt x="4957142" y="2383564"/>
                  </a:lnTo>
                  <a:lnTo>
                    <a:pt x="5068246" y="2394317"/>
                  </a:lnTo>
                  <a:lnTo>
                    <a:pt x="5173637" y="2403382"/>
                  </a:lnTo>
                  <a:lnTo>
                    <a:pt x="5269405" y="2410753"/>
                  </a:lnTo>
                  <a:lnTo>
                    <a:pt x="5351982" y="2416476"/>
                  </a:lnTo>
                  <a:lnTo>
                    <a:pt x="5418703" y="2420661"/>
                  </a:lnTo>
                  <a:lnTo>
                    <a:pt x="5468287" y="2423488"/>
                  </a:lnTo>
                  <a:lnTo>
                    <a:pt x="5501114" y="2425195"/>
                  </a:lnTo>
                  <a:lnTo>
                    <a:pt x="5519269" y="2426059"/>
                  </a:lnTo>
                  <a:lnTo>
                    <a:pt x="5526387" y="2426370"/>
                  </a:lnTo>
                  <a:lnTo>
                    <a:pt x="5527445" y="2426413"/>
                  </a:lnTo>
                  <a:lnTo>
                    <a:pt x="6522385" y="2426413"/>
                  </a:lnTo>
                  <a:lnTo>
                    <a:pt x="6523477" y="2426369"/>
                  </a:lnTo>
                  <a:lnTo>
                    <a:pt x="6530687" y="2426052"/>
                  </a:lnTo>
                  <a:lnTo>
                    <a:pt x="6548976" y="2425177"/>
                  </a:lnTo>
                  <a:lnTo>
                    <a:pt x="6581964" y="2423452"/>
                  </a:lnTo>
                  <a:lnTo>
                    <a:pt x="6631717" y="2420600"/>
                  </a:lnTo>
                  <a:lnTo>
                    <a:pt x="6698599" y="2416383"/>
                  </a:lnTo>
                  <a:lnTo>
                    <a:pt x="6781313" y="2410620"/>
                  </a:lnTo>
                  <a:lnTo>
                    <a:pt x="6877183" y="2403201"/>
                  </a:lnTo>
                  <a:lnTo>
                    <a:pt x="6982637" y="2394082"/>
                  </a:lnTo>
                  <a:lnTo>
                    <a:pt x="7093764" y="2383267"/>
                  </a:lnTo>
                  <a:lnTo>
                    <a:pt x="7206824" y="2370787"/>
                  </a:lnTo>
                  <a:lnTo>
                    <a:pt x="7318615" y="2356676"/>
                  </a:lnTo>
                  <a:lnTo>
                    <a:pt x="7426665" y="2340947"/>
                  </a:lnTo>
                  <a:lnTo>
                    <a:pt x="7529272" y="2323574"/>
                  </a:lnTo>
                  <a:lnTo>
                    <a:pt x="7625443" y="2304488"/>
                  </a:lnTo>
                  <a:lnTo>
                    <a:pt x="7714763" y="2283567"/>
                  </a:lnTo>
                  <a:lnTo>
                    <a:pt x="7797264" y="2260639"/>
                  </a:lnTo>
                  <a:lnTo>
                    <a:pt x="7873293" y="2235480"/>
                  </a:lnTo>
                  <a:lnTo>
                    <a:pt x="7943404" y="2207824"/>
                  </a:lnTo>
                  <a:lnTo>
                    <a:pt x="8008274" y="2177369"/>
                  </a:lnTo>
                  <a:lnTo>
                    <a:pt x="8068640" y="2143798"/>
                  </a:lnTo>
                  <a:lnTo>
                    <a:pt x="8125251" y="2106802"/>
                  </a:lnTo>
                  <a:lnTo>
                    <a:pt x="8178828" y="2066127"/>
                  </a:lnTo>
                  <a:lnTo>
                    <a:pt x="8229629" y="2022011"/>
                  </a:lnTo>
                  <a:lnTo>
                    <a:pt x="8276329" y="1976532"/>
                  </a:lnTo>
                  <a:lnTo>
                    <a:pt x="8321821" y="1927591"/>
                  </a:lnTo>
                  <a:lnTo>
                    <a:pt x="8366446" y="1875117"/>
                  </a:lnTo>
                  <a:lnTo>
                    <a:pt x="8410477" y="1819102"/>
                  </a:lnTo>
                  <a:lnTo>
                    <a:pt x="8454129" y="1759607"/>
                  </a:lnTo>
                  <a:lnTo>
                    <a:pt x="8497566" y="1696764"/>
                  </a:lnTo>
                  <a:lnTo>
                    <a:pt x="8540911" y="1630786"/>
                  </a:lnTo>
                  <a:lnTo>
                    <a:pt x="8584248" y="1561963"/>
                  </a:lnTo>
                  <a:lnTo>
                    <a:pt x="8627627" y="1490663"/>
                  </a:lnTo>
                  <a:lnTo>
                    <a:pt x="8671071" y="1417325"/>
                  </a:lnTo>
                  <a:lnTo>
                    <a:pt x="8714582" y="1342448"/>
                  </a:lnTo>
                  <a:lnTo>
                    <a:pt x="8758142" y="1266578"/>
                  </a:lnTo>
                  <a:lnTo>
                    <a:pt x="8801724" y="1190295"/>
                  </a:lnTo>
                  <a:lnTo>
                    <a:pt x="8845296" y="1114189"/>
                  </a:lnTo>
                  <a:lnTo>
                    <a:pt x="8888829" y="1038847"/>
                  </a:lnTo>
                  <a:lnTo>
                    <a:pt x="8932301" y="964831"/>
                  </a:lnTo>
                  <a:lnTo>
                    <a:pt x="8975705" y="892661"/>
                  </a:lnTo>
                  <a:lnTo>
                    <a:pt x="9019054" y="822801"/>
                  </a:lnTo>
                  <a:lnTo>
                    <a:pt x="9062388" y="755647"/>
                  </a:lnTo>
                  <a:lnTo>
                    <a:pt x="9105776" y="691521"/>
                  </a:lnTo>
                  <a:lnTo>
                    <a:pt x="9149325" y="630668"/>
                  </a:lnTo>
                  <a:lnTo>
                    <a:pt x="9193181" y="573252"/>
                  </a:lnTo>
                  <a:lnTo>
                    <a:pt x="9237539" y="519361"/>
                  </a:lnTo>
                  <a:lnTo>
                    <a:pt x="9282648" y="469013"/>
                  </a:lnTo>
                  <a:lnTo>
                    <a:pt x="9328820" y="422163"/>
                  </a:lnTo>
                  <a:lnTo>
                    <a:pt x="9347647" y="404402"/>
                  </a:lnTo>
                  <a:lnTo>
                    <a:pt x="9398864" y="359948"/>
                  </a:lnTo>
                  <a:lnTo>
                    <a:pt x="9452463" y="319303"/>
                  </a:lnTo>
                  <a:lnTo>
                    <a:pt x="9509100" y="282335"/>
                  </a:lnTo>
                  <a:lnTo>
                    <a:pt x="9569499" y="248790"/>
                  </a:lnTo>
                  <a:lnTo>
                    <a:pt x="9634407" y="218359"/>
                  </a:lnTo>
                  <a:lnTo>
                    <a:pt x="9704563" y="190724"/>
                  </a:lnTo>
                  <a:lnTo>
                    <a:pt x="9780641" y="165583"/>
                  </a:lnTo>
                  <a:lnTo>
                    <a:pt x="9863196" y="142672"/>
                  </a:lnTo>
                  <a:lnTo>
                    <a:pt x="9952571" y="121766"/>
                  </a:lnTo>
                  <a:lnTo>
                    <a:pt x="10048795" y="102694"/>
                  </a:lnTo>
                  <a:lnTo>
                    <a:pt x="10151450" y="85335"/>
                  </a:lnTo>
                  <a:lnTo>
                    <a:pt x="10259537" y="69618"/>
                  </a:lnTo>
                  <a:lnTo>
                    <a:pt x="10371349" y="55520"/>
                  </a:lnTo>
                  <a:lnTo>
                    <a:pt x="10484407" y="43054"/>
                  </a:lnTo>
                  <a:lnTo>
                    <a:pt x="10595505" y="32252"/>
                  </a:lnTo>
                  <a:lnTo>
                    <a:pt x="10700898" y="23146"/>
                  </a:lnTo>
                  <a:lnTo>
                    <a:pt x="10796676" y="15740"/>
                  </a:lnTo>
                  <a:lnTo>
                    <a:pt x="10879273" y="9990"/>
                  </a:lnTo>
                  <a:lnTo>
                    <a:pt x="10946022" y="5784"/>
                  </a:lnTo>
                  <a:lnTo>
                    <a:pt x="10995639" y="2943"/>
                  </a:lnTo>
                  <a:lnTo>
                    <a:pt x="11028499" y="1226"/>
                  </a:lnTo>
                  <a:lnTo>
                    <a:pt x="11046685" y="356"/>
                  </a:lnTo>
                  <a:lnTo>
                    <a:pt x="11053825" y="4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8" name="pl247"/>
            <p:cNvSpPr/>
            <p:nvPr/>
          </p:nvSpPr>
          <p:spPr>
            <a:xfrm>
              <a:off x="1199187" y="3704963"/>
              <a:ext cx="12049831" cy="2426413"/>
            </a:xfrm>
            <a:custGeom>
              <a:avLst/>
              <a:pathLst>
                <a:path w="12049831" h="2426413">
                  <a:moveTo>
                    <a:pt x="12049831" y="0"/>
                  </a:moveTo>
                  <a:lnTo>
                    <a:pt x="11054891" y="0"/>
                  </a:lnTo>
                  <a:lnTo>
                    <a:pt x="11053799" y="44"/>
                  </a:lnTo>
                  <a:lnTo>
                    <a:pt x="11046590" y="361"/>
                  </a:lnTo>
                  <a:lnTo>
                    <a:pt x="11028300" y="1236"/>
                  </a:lnTo>
                  <a:lnTo>
                    <a:pt x="10995312" y="2960"/>
                  </a:lnTo>
                  <a:lnTo>
                    <a:pt x="10945559" y="5812"/>
                  </a:lnTo>
                  <a:lnTo>
                    <a:pt x="10878677" y="10030"/>
                  </a:lnTo>
                  <a:lnTo>
                    <a:pt x="10795963" y="15793"/>
                  </a:lnTo>
                  <a:lnTo>
                    <a:pt x="10700093" y="23211"/>
                  </a:lnTo>
                  <a:lnTo>
                    <a:pt x="10594640" y="32331"/>
                  </a:lnTo>
                  <a:lnTo>
                    <a:pt x="10483513" y="43146"/>
                  </a:lnTo>
                  <a:lnTo>
                    <a:pt x="10370452" y="55625"/>
                  </a:lnTo>
                  <a:lnTo>
                    <a:pt x="10258662" y="69736"/>
                  </a:lnTo>
                  <a:lnTo>
                    <a:pt x="10150612" y="85466"/>
                  </a:lnTo>
                  <a:lnTo>
                    <a:pt x="10048004" y="102839"/>
                  </a:lnTo>
                  <a:lnTo>
                    <a:pt x="9951834" y="121925"/>
                  </a:lnTo>
                  <a:lnTo>
                    <a:pt x="9862514" y="142846"/>
                  </a:lnTo>
                  <a:lnTo>
                    <a:pt x="9780012" y="165774"/>
                  </a:lnTo>
                  <a:lnTo>
                    <a:pt x="9703983" y="190933"/>
                  </a:lnTo>
                  <a:lnTo>
                    <a:pt x="9633872" y="218589"/>
                  </a:lnTo>
                  <a:lnTo>
                    <a:pt x="9569002" y="249043"/>
                  </a:lnTo>
                  <a:lnTo>
                    <a:pt x="9508636" y="282614"/>
                  </a:lnTo>
                  <a:lnTo>
                    <a:pt x="9452026" y="319611"/>
                  </a:lnTo>
                  <a:lnTo>
                    <a:pt x="9398449" y="360286"/>
                  </a:lnTo>
                  <a:lnTo>
                    <a:pt x="9347647" y="404402"/>
                  </a:lnTo>
                  <a:lnTo>
                    <a:pt x="9300947" y="449881"/>
                  </a:lnTo>
                  <a:lnTo>
                    <a:pt x="9255455" y="498822"/>
                  </a:lnTo>
                  <a:lnTo>
                    <a:pt x="9210830" y="551296"/>
                  </a:lnTo>
                  <a:lnTo>
                    <a:pt x="9166799" y="607310"/>
                  </a:lnTo>
                  <a:lnTo>
                    <a:pt x="9123148" y="666806"/>
                  </a:lnTo>
                  <a:lnTo>
                    <a:pt x="9079710" y="729649"/>
                  </a:lnTo>
                  <a:lnTo>
                    <a:pt x="9036365" y="795627"/>
                  </a:lnTo>
                  <a:lnTo>
                    <a:pt x="8993029" y="864450"/>
                  </a:lnTo>
                  <a:lnTo>
                    <a:pt x="8949650" y="935749"/>
                  </a:lnTo>
                  <a:lnTo>
                    <a:pt x="8906205" y="1009087"/>
                  </a:lnTo>
                  <a:lnTo>
                    <a:pt x="8862695" y="1083965"/>
                  </a:lnTo>
                  <a:lnTo>
                    <a:pt x="8819135" y="1159835"/>
                  </a:lnTo>
                  <a:lnTo>
                    <a:pt x="8775553" y="1236118"/>
                  </a:lnTo>
                  <a:lnTo>
                    <a:pt x="8731980" y="1312224"/>
                  </a:lnTo>
                  <a:lnTo>
                    <a:pt x="8688447" y="1387565"/>
                  </a:lnTo>
                  <a:lnTo>
                    <a:pt x="8644975" y="1461581"/>
                  </a:lnTo>
                  <a:lnTo>
                    <a:pt x="8601572" y="1533751"/>
                  </a:lnTo>
                  <a:lnTo>
                    <a:pt x="8558222" y="1603612"/>
                  </a:lnTo>
                  <a:lnTo>
                    <a:pt x="8514889" y="1670766"/>
                  </a:lnTo>
                  <a:lnTo>
                    <a:pt x="8471501" y="1734891"/>
                  </a:lnTo>
                  <a:lnTo>
                    <a:pt x="8427952" y="1795744"/>
                  </a:lnTo>
                  <a:lnTo>
                    <a:pt x="8384096" y="1853161"/>
                  </a:lnTo>
                  <a:lnTo>
                    <a:pt x="8339737" y="1907052"/>
                  </a:lnTo>
                  <a:lnTo>
                    <a:pt x="8294628" y="1957399"/>
                  </a:lnTo>
                  <a:lnTo>
                    <a:pt x="8248457" y="2004250"/>
                  </a:lnTo>
                  <a:lnTo>
                    <a:pt x="8229629" y="2022011"/>
                  </a:lnTo>
                  <a:lnTo>
                    <a:pt x="8178412" y="2066465"/>
                  </a:lnTo>
                  <a:lnTo>
                    <a:pt x="8124814" y="2107110"/>
                  </a:lnTo>
                  <a:lnTo>
                    <a:pt x="8068177" y="2144078"/>
                  </a:lnTo>
                  <a:lnTo>
                    <a:pt x="8007778" y="2177623"/>
                  </a:lnTo>
                  <a:lnTo>
                    <a:pt x="7942869" y="2208054"/>
                  </a:lnTo>
                  <a:lnTo>
                    <a:pt x="7872714" y="2235689"/>
                  </a:lnTo>
                  <a:lnTo>
                    <a:pt x="7796635" y="2260829"/>
                  </a:lnTo>
                  <a:lnTo>
                    <a:pt x="7714081" y="2283741"/>
                  </a:lnTo>
                  <a:lnTo>
                    <a:pt x="7624706" y="2304646"/>
                  </a:lnTo>
                  <a:lnTo>
                    <a:pt x="7528482" y="2323718"/>
                  </a:lnTo>
                  <a:lnTo>
                    <a:pt x="7425826" y="2341078"/>
                  </a:lnTo>
                  <a:lnTo>
                    <a:pt x="7317739" y="2356795"/>
                  </a:lnTo>
                  <a:lnTo>
                    <a:pt x="7205928" y="2370893"/>
                  </a:lnTo>
                  <a:lnTo>
                    <a:pt x="7092869" y="2383359"/>
                  </a:lnTo>
                  <a:lnTo>
                    <a:pt x="6981772" y="2394161"/>
                  </a:lnTo>
                  <a:lnTo>
                    <a:pt x="6876379" y="2403267"/>
                  </a:lnTo>
                  <a:lnTo>
                    <a:pt x="6780600" y="2410672"/>
                  </a:lnTo>
                  <a:lnTo>
                    <a:pt x="6698003" y="2416422"/>
                  </a:lnTo>
                  <a:lnTo>
                    <a:pt x="6631254" y="2420628"/>
                  </a:lnTo>
                  <a:lnTo>
                    <a:pt x="6581638" y="2423470"/>
                  </a:lnTo>
                  <a:lnTo>
                    <a:pt x="6548777" y="2425187"/>
                  </a:lnTo>
                  <a:lnTo>
                    <a:pt x="6530591" y="2426056"/>
                  </a:lnTo>
                  <a:lnTo>
                    <a:pt x="6523452" y="2426370"/>
                  </a:lnTo>
                  <a:lnTo>
                    <a:pt x="6522385" y="2426413"/>
                  </a:lnTo>
                  <a:lnTo>
                    <a:pt x="5527445" y="2426413"/>
                  </a:lnTo>
                  <a:lnTo>
                    <a:pt x="5526353" y="2426369"/>
                  </a:lnTo>
                  <a:lnTo>
                    <a:pt x="5519141" y="2426053"/>
                  </a:lnTo>
                  <a:lnTo>
                    <a:pt x="5500846" y="2425182"/>
                  </a:lnTo>
                  <a:lnTo>
                    <a:pt x="5467848" y="2423464"/>
                  </a:lnTo>
                  <a:lnTo>
                    <a:pt x="5418080" y="2420624"/>
                  </a:lnTo>
                  <a:lnTo>
                    <a:pt x="5351180" y="2416423"/>
                  </a:lnTo>
                  <a:lnTo>
                    <a:pt x="5268446" y="2410683"/>
                  </a:lnTo>
                  <a:lnTo>
                    <a:pt x="5172555" y="2403294"/>
                  </a:lnTo>
                  <a:lnTo>
                    <a:pt x="5067082" y="2394211"/>
                  </a:lnTo>
                  <a:lnTo>
                    <a:pt x="4955938" y="2383440"/>
                  </a:lnTo>
                  <a:lnTo>
                    <a:pt x="4842864" y="2371011"/>
                  </a:lnTo>
                  <a:lnTo>
                    <a:pt x="4731064" y="2356957"/>
                  </a:lnTo>
                  <a:lnTo>
                    <a:pt x="4623009" y="2341291"/>
                  </a:lnTo>
                  <a:lnTo>
                    <a:pt x="4520399" y="2323989"/>
                  </a:lnTo>
                  <a:lnTo>
                    <a:pt x="4424229" y="2304980"/>
                  </a:lnTo>
                  <a:lnTo>
                    <a:pt x="4334911" y="2284144"/>
                  </a:lnTo>
                  <a:lnTo>
                    <a:pt x="4252412" y="2261308"/>
                  </a:lnTo>
                  <a:lnTo>
                    <a:pt x="4176387" y="2236250"/>
                  </a:lnTo>
                  <a:lnTo>
                    <a:pt x="4106280" y="2208705"/>
                  </a:lnTo>
                  <a:lnTo>
                    <a:pt x="4041413" y="2178372"/>
                  </a:lnTo>
                  <a:lnTo>
                    <a:pt x="3981050" y="2144935"/>
                  </a:lnTo>
                  <a:lnTo>
                    <a:pt x="3924442" y="2108085"/>
                  </a:lnTo>
                  <a:lnTo>
                    <a:pt x="3870865" y="2067572"/>
                  </a:lnTo>
                  <a:lnTo>
                    <a:pt x="3820202" y="2023758"/>
                  </a:lnTo>
                  <a:lnTo>
                    <a:pt x="3773434" y="1978407"/>
                  </a:lnTo>
                  <a:lnTo>
                    <a:pt x="3727878" y="1929597"/>
                  </a:lnTo>
                  <a:lnTo>
                    <a:pt x="3683190" y="1877261"/>
                  </a:lnTo>
                  <a:lnTo>
                    <a:pt x="3639097" y="1821389"/>
                  </a:lnTo>
                  <a:lnTo>
                    <a:pt x="3595384" y="1762041"/>
                  </a:lnTo>
                  <a:lnTo>
                    <a:pt x="3551884" y="1699352"/>
                  </a:lnTo>
                  <a:lnTo>
                    <a:pt x="3508476" y="1633534"/>
                  </a:lnTo>
                  <a:lnTo>
                    <a:pt x="3465075" y="1564879"/>
                  </a:lnTo>
                  <a:lnTo>
                    <a:pt x="3421632" y="1493756"/>
                  </a:lnTo>
                  <a:lnTo>
                    <a:pt x="3378123" y="1420602"/>
                  </a:lnTo>
                  <a:lnTo>
                    <a:pt x="3334548" y="1345920"/>
                  </a:lnTo>
                  <a:lnTo>
                    <a:pt x="3290924" y="1270256"/>
                  </a:lnTo>
                  <a:lnTo>
                    <a:pt x="3247278" y="1194189"/>
                  </a:lnTo>
                  <a:lnTo>
                    <a:pt x="3203642" y="1118310"/>
                  </a:lnTo>
                  <a:lnTo>
                    <a:pt x="3160046" y="1043207"/>
                  </a:lnTo>
                  <a:lnTo>
                    <a:pt x="3116512" y="969439"/>
                  </a:lnTo>
                  <a:lnTo>
                    <a:pt x="3073047" y="897526"/>
                  </a:lnTo>
                  <a:lnTo>
                    <a:pt x="3029635" y="827930"/>
                  </a:lnTo>
                  <a:lnTo>
                    <a:pt x="2986237" y="761046"/>
                  </a:lnTo>
                  <a:lnTo>
                    <a:pt x="2942783" y="697194"/>
                  </a:lnTo>
                  <a:lnTo>
                    <a:pt x="2899164" y="636616"/>
                  </a:lnTo>
                  <a:lnTo>
                    <a:pt x="2855230" y="579474"/>
                  </a:lnTo>
                  <a:lnTo>
                    <a:pt x="2810786" y="525853"/>
                  </a:lnTo>
                  <a:lnTo>
                    <a:pt x="2765580" y="475771"/>
                  </a:lnTo>
                  <a:lnTo>
                    <a:pt x="2719296" y="429178"/>
                  </a:lnTo>
                  <a:lnTo>
                    <a:pt x="2702183" y="413136"/>
                  </a:lnTo>
                  <a:lnTo>
                    <a:pt x="2650961" y="368869"/>
                  </a:lnTo>
                  <a:lnTo>
                    <a:pt x="2597356" y="328396"/>
                  </a:lnTo>
                  <a:lnTo>
                    <a:pt x="2540711" y="291584"/>
                  </a:lnTo>
                  <a:lnTo>
                    <a:pt x="2480304" y="258182"/>
                  </a:lnTo>
                  <a:lnTo>
                    <a:pt x="2415385" y="227880"/>
                  </a:lnTo>
                  <a:lnTo>
                    <a:pt x="2345218" y="200363"/>
                  </a:lnTo>
                  <a:lnTo>
                    <a:pt x="2269126" y="175330"/>
                  </a:lnTo>
                  <a:lnTo>
                    <a:pt x="2186556" y="152517"/>
                  </a:lnTo>
                  <a:lnTo>
                    <a:pt x="2097164" y="131701"/>
                  </a:lnTo>
                  <a:lnTo>
                    <a:pt x="2000922" y="112711"/>
                  </a:lnTo>
                  <a:lnTo>
                    <a:pt x="1898247" y="95427"/>
                  </a:lnTo>
                  <a:lnTo>
                    <a:pt x="1790142" y="79778"/>
                  </a:lnTo>
                  <a:lnTo>
                    <a:pt x="1678314" y="65742"/>
                  </a:lnTo>
                  <a:lnTo>
                    <a:pt x="1565243" y="53330"/>
                  </a:lnTo>
                  <a:lnTo>
                    <a:pt x="1454139" y="42577"/>
                  </a:lnTo>
                  <a:lnTo>
                    <a:pt x="1348748" y="33512"/>
                  </a:lnTo>
                  <a:lnTo>
                    <a:pt x="1252980" y="26141"/>
                  </a:lnTo>
                  <a:lnTo>
                    <a:pt x="1170403" y="20418"/>
                  </a:lnTo>
                  <a:lnTo>
                    <a:pt x="1103682" y="16233"/>
                  </a:lnTo>
                  <a:lnTo>
                    <a:pt x="1054098" y="13406"/>
                  </a:lnTo>
                  <a:lnTo>
                    <a:pt x="1021271" y="11699"/>
                  </a:lnTo>
                  <a:lnTo>
                    <a:pt x="1003116" y="10835"/>
                  </a:lnTo>
                  <a:lnTo>
                    <a:pt x="995998" y="10524"/>
                  </a:lnTo>
                  <a:lnTo>
                    <a:pt x="994940" y="10481"/>
                  </a:lnTo>
                  <a:lnTo>
                    <a:pt x="0" y="10481"/>
                  </a:lnTo>
                  <a:lnTo>
                    <a:pt x="0" y="104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9" name="pg248"/>
            <p:cNvSpPr/>
            <p:nvPr/>
          </p:nvSpPr>
          <p:spPr>
            <a:xfrm>
              <a:off x="1199187" y="3720685"/>
              <a:ext cx="12049831" cy="2431654"/>
            </a:xfrm>
            <a:custGeom>
              <a:avLst/>
              <a:pathLst>
                <a:path w="12049831" h="2431654">
                  <a:moveTo>
                    <a:pt x="0" y="10481"/>
                  </a:moveTo>
                  <a:lnTo>
                    <a:pt x="994940" y="10481"/>
                  </a:lnTo>
                  <a:lnTo>
                    <a:pt x="996032" y="10525"/>
                  </a:lnTo>
                  <a:lnTo>
                    <a:pt x="1003242" y="10841"/>
                  </a:lnTo>
                  <a:lnTo>
                    <a:pt x="1021535" y="11715"/>
                  </a:lnTo>
                  <a:lnTo>
                    <a:pt x="1054528" y="13436"/>
                  </a:lnTo>
                  <a:lnTo>
                    <a:pt x="1104288" y="16282"/>
                  </a:lnTo>
                  <a:lnTo>
                    <a:pt x="1171180" y="20491"/>
                  </a:lnTo>
                  <a:lnTo>
                    <a:pt x="1253903" y="26242"/>
                  </a:lnTo>
                  <a:lnTo>
                    <a:pt x="1349784" y="33646"/>
                  </a:lnTo>
                  <a:lnTo>
                    <a:pt x="1455247" y="42747"/>
                  </a:lnTo>
                  <a:lnTo>
                    <a:pt x="1566383" y="53541"/>
                  </a:lnTo>
                  <a:lnTo>
                    <a:pt x="1679450" y="65995"/>
                  </a:lnTo>
                  <a:lnTo>
                    <a:pt x="1791245" y="80077"/>
                  </a:lnTo>
                  <a:lnTo>
                    <a:pt x="1899297" y="95775"/>
                  </a:lnTo>
                  <a:lnTo>
                    <a:pt x="2001906" y="113113"/>
                  </a:lnTo>
                  <a:lnTo>
                    <a:pt x="2098077" y="132160"/>
                  </a:lnTo>
                  <a:lnTo>
                    <a:pt x="2187396" y="153038"/>
                  </a:lnTo>
                  <a:lnTo>
                    <a:pt x="2269896" y="175920"/>
                  </a:lnTo>
                  <a:lnTo>
                    <a:pt x="2345923" y="201029"/>
                  </a:lnTo>
                  <a:lnTo>
                    <a:pt x="2416032" y="228630"/>
                  </a:lnTo>
                  <a:lnTo>
                    <a:pt x="2480900" y="259023"/>
                  </a:lnTo>
                  <a:lnTo>
                    <a:pt x="2541265" y="292528"/>
                  </a:lnTo>
                  <a:lnTo>
                    <a:pt x="2597874" y="329450"/>
                  </a:lnTo>
                  <a:lnTo>
                    <a:pt x="2651451" y="370045"/>
                  </a:lnTo>
                  <a:lnTo>
                    <a:pt x="2702183" y="414010"/>
                  </a:lnTo>
                  <a:lnTo>
                    <a:pt x="2748917" y="459425"/>
                  </a:lnTo>
                  <a:lnTo>
                    <a:pt x="2794441" y="508300"/>
                  </a:lnTo>
                  <a:lnTo>
                    <a:pt x="2839098" y="560705"/>
                  </a:lnTo>
                  <a:lnTo>
                    <a:pt x="2883160" y="616649"/>
                  </a:lnTo>
                  <a:lnTo>
                    <a:pt x="2926842" y="676070"/>
                  </a:lnTo>
                  <a:lnTo>
                    <a:pt x="2970311" y="738836"/>
                  </a:lnTo>
                  <a:lnTo>
                    <a:pt x="3013687" y="804735"/>
                  </a:lnTo>
                  <a:lnTo>
                    <a:pt x="3057056" y="873473"/>
                  </a:lnTo>
                  <a:lnTo>
                    <a:pt x="3100467" y="944685"/>
                  </a:lnTo>
                  <a:lnTo>
                    <a:pt x="3143944" y="1017931"/>
                  </a:lnTo>
                  <a:lnTo>
                    <a:pt x="3187486" y="1092711"/>
                  </a:lnTo>
                  <a:lnTo>
                    <a:pt x="3231078" y="1168478"/>
                  </a:lnTo>
                  <a:lnTo>
                    <a:pt x="3274692" y="1244653"/>
                  </a:lnTo>
                  <a:lnTo>
                    <a:pt x="3318296" y="1320645"/>
                  </a:lnTo>
                  <a:lnTo>
                    <a:pt x="3361861" y="1395868"/>
                  </a:lnTo>
                  <a:lnTo>
                    <a:pt x="3405364" y="1469760"/>
                  </a:lnTo>
                  <a:lnTo>
                    <a:pt x="3448798" y="1541802"/>
                  </a:lnTo>
                  <a:lnTo>
                    <a:pt x="3492179" y="1611530"/>
                  </a:lnTo>
                  <a:lnTo>
                    <a:pt x="3535544" y="1678549"/>
                  </a:lnTo>
                  <a:lnTo>
                    <a:pt x="3578966" y="1742538"/>
                  </a:lnTo>
                  <a:lnTo>
                    <a:pt x="3622550" y="1803253"/>
                  </a:lnTo>
                  <a:lnTo>
                    <a:pt x="3666444" y="1860533"/>
                  </a:lnTo>
                  <a:lnTo>
                    <a:pt x="3710845" y="1914289"/>
                  </a:lnTo>
                  <a:lnTo>
                    <a:pt x="3756003" y="1964504"/>
                  </a:lnTo>
                  <a:lnTo>
                    <a:pt x="3802230" y="2011225"/>
                  </a:lnTo>
                  <a:lnTo>
                    <a:pt x="3820202" y="2028125"/>
                  </a:lnTo>
                  <a:lnTo>
                    <a:pt x="3871421" y="2072486"/>
                  </a:lnTo>
                  <a:lnTo>
                    <a:pt x="3925023" y="2113045"/>
                  </a:lnTo>
                  <a:lnTo>
                    <a:pt x="3981664" y="2149934"/>
                  </a:lnTo>
                  <a:lnTo>
                    <a:pt x="4042067" y="2183408"/>
                  </a:lnTo>
                  <a:lnTo>
                    <a:pt x="4106981" y="2213774"/>
                  </a:lnTo>
                  <a:lnTo>
                    <a:pt x="4177142" y="2241351"/>
                  </a:lnTo>
                  <a:lnTo>
                    <a:pt x="4253227" y="2266437"/>
                  </a:lnTo>
                  <a:lnTo>
                    <a:pt x="4335789" y="2289300"/>
                  </a:lnTo>
                  <a:lnTo>
                    <a:pt x="4425173" y="2310160"/>
                  </a:lnTo>
                  <a:lnTo>
                    <a:pt x="4521406" y="2329191"/>
                  </a:lnTo>
                  <a:lnTo>
                    <a:pt x="4624071" y="2346513"/>
                  </a:lnTo>
                  <a:lnTo>
                    <a:pt x="4732167" y="2362196"/>
                  </a:lnTo>
                  <a:lnTo>
                    <a:pt x="4843987" y="2376263"/>
                  </a:lnTo>
                  <a:lnTo>
                    <a:pt x="4957052" y="2388702"/>
                  </a:lnTo>
                  <a:lnTo>
                    <a:pt x="5068152" y="2399480"/>
                  </a:lnTo>
                  <a:lnTo>
                    <a:pt x="5173545" y="2408565"/>
                  </a:lnTo>
                  <a:lnTo>
                    <a:pt x="5269318" y="2415953"/>
                  </a:lnTo>
                  <a:lnTo>
                    <a:pt x="5351905" y="2421690"/>
                  </a:lnTo>
                  <a:lnTo>
                    <a:pt x="5418640" y="2425885"/>
                  </a:lnTo>
                  <a:lnTo>
                    <a:pt x="5468240" y="2428719"/>
                  </a:lnTo>
                  <a:lnTo>
                    <a:pt x="5501084" y="2430432"/>
                  </a:lnTo>
                  <a:lnTo>
                    <a:pt x="5519254" y="2431298"/>
                  </a:lnTo>
                  <a:lnTo>
                    <a:pt x="5526383" y="2431611"/>
                  </a:lnTo>
                  <a:lnTo>
                    <a:pt x="5527445" y="2431654"/>
                  </a:lnTo>
                  <a:lnTo>
                    <a:pt x="6522385" y="2431654"/>
                  </a:lnTo>
                  <a:lnTo>
                    <a:pt x="6523521" y="2431646"/>
                  </a:lnTo>
                  <a:lnTo>
                    <a:pt x="6531012" y="2431592"/>
                  </a:lnTo>
                  <a:lnTo>
                    <a:pt x="6549997" y="2431442"/>
                  </a:lnTo>
                  <a:lnTo>
                    <a:pt x="6584188" y="2431148"/>
                  </a:lnTo>
                  <a:lnTo>
                    <a:pt x="6635657" y="2430661"/>
                  </a:lnTo>
                  <a:lnTo>
                    <a:pt x="6704673" y="2429941"/>
                  </a:lnTo>
                  <a:lnTo>
                    <a:pt x="6789771" y="2428959"/>
                  </a:lnTo>
                  <a:lnTo>
                    <a:pt x="6888064" y="2427697"/>
                  </a:lnTo>
                  <a:lnTo>
                    <a:pt x="6995775" y="2426148"/>
                  </a:lnTo>
                  <a:lnTo>
                    <a:pt x="7108832" y="2424313"/>
                  </a:lnTo>
                  <a:lnTo>
                    <a:pt x="7223399" y="2422199"/>
                  </a:lnTo>
                  <a:lnTo>
                    <a:pt x="7336241" y="2419811"/>
                  </a:lnTo>
                  <a:lnTo>
                    <a:pt x="7444911" y="2417149"/>
                  </a:lnTo>
                  <a:lnTo>
                    <a:pt x="7547767" y="2414209"/>
                  </a:lnTo>
                  <a:lnTo>
                    <a:pt x="7643894" y="2410977"/>
                  </a:lnTo>
                  <a:lnTo>
                    <a:pt x="7732962" y="2407430"/>
                  </a:lnTo>
                  <a:lnTo>
                    <a:pt x="7815081" y="2403538"/>
                  </a:lnTo>
                  <a:lnTo>
                    <a:pt x="7890668" y="2399260"/>
                  </a:lnTo>
                  <a:lnTo>
                    <a:pt x="7960337" y="2394550"/>
                  </a:lnTo>
                  <a:lnTo>
                    <a:pt x="8024812" y="2389354"/>
                  </a:lnTo>
                  <a:lnTo>
                    <a:pt x="8084868" y="2383619"/>
                  </a:lnTo>
                  <a:lnTo>
                    <a:pt x="8141280" y="2377292"/>
                  </a:lnTo>
                  <a:lnTo>
                    <a:pt x="8194784" y="2370337"/>
                  </a:lnTo>
                  <a:lnTo>
                    <a:pt x="8229629" y="2365272"/>
                  </a:lnTo>
                  <a:lnTo>
                    <a:pt x="8290458" y="2355393"/>
                  </a:lnTo>
                  <a:lnTo>
                    <a:pt x="8349406" y="2344534"/>
                  </a:lnTo>
                  <a:lnTo>
                    <a:pt x="8407164" y="2332681"/>
                  </a:lnTo>
                  <a:lnTo>
                    <a:pt x="8464243" y="2319849"/>
                  </a:lnTo>
                  <a:lnTo>
                    <a:pt x="8521006" y="2306090"/>
                  </a:lnTo>
                  <a:lnTo>
                    <a:pt x="8577693" y="2291493"/>
                  </a:lnTo>
                  <a:lnTo>
                    <a:pt x="8634439" y="2276185"/>
                  </a:lnTo>
                  <a:lnTo>
                    <a:pt x="8691298" y="2260325"/>
                  </a:lnTo>
                  <a:lnTo>
                    <a:pt x="8748258" y="2244105"/>
                  </a:lnTo>
                  <a:lnTo>
                    <a:pt x="8805267" y="2227731"/>
                  </a:lnTo>
                  <a:lnTo>
                    <a:pt x="8862256" y="2211420"/>
                  </a:lnTo>
                  <a:lnTo>
                    <a:pt x="8919161" y="2195386"/>
                  </a:lnTo>
                  <a:lnTo>
                    <a:pt x="8975952" y="2179827"/>
                  </a:lnTo>
                  <a:lnTo>
                    <a:pt x="9032652" y="2164916"/>
                  </a:lnTo>
                  <a:lnTo>
                    <a:pt x="9089361" y="2150795"/>
                  </a:lnTo>
                  <a:lnTo>
                    <a:pt x="9146272" y="2137568"/>
                  </a:lnTo>
                  <a:lnTo>
                    <a:pt x="9203694" y="2125303"/>
                  </a:lnTo>
                  <a:lnTo>
                    <a:pt x="9262073" y="2114030"/>
                  </a:lnTo>
                  <a:lnTo>
                    <a:pt x="9322021" y="2103746"/>
                  </a:lnTo>
                  <a:lnTo>
                    <a:pt x="9347647" y="2099747"/>
                  </a:lnTo>
                  <a:lnTo>
                    <a:pt x="9399563" y="2092357"/>
                  </a:lnTo>
                  <a:lnTo>
                    <a:pt x="9453933" y="2085608"/>
                  </a:lnTo>
                  <a:lnTo>
                    <a:pt x="9511443" y="2079479"/>
                  </a:lnTo>
                  <a:lnTo>
                    <a:pt x="9572846" y="2073924"/>
                  </a:lnTo>
                  <a:lnTo>
                    <a:pt x="9638922" y="2068892"/>
                  </a:lnTo>
                  <a:lnTo>
                    <a:pt x="9710434" y="2064327"/>
                  </a:lnTo>
                  <a:lnTo>
                    <a:pt x="9788080" y="2060179"/>
                  </a:lnTo>
                  <a:lnTo>
                    <a:pt x="9872418" y="2056403"/>
                  </a:lnTo>
                  <a:lnTo>
                    <a:pt x="9963781" y="2052961"/>
                  </a:lnTo>
                  <a:lnTo>
                    <a:pt x="10062151" y="2049826"/>
                  </a:lnTo>
                  <a:lnTo>
                    <a:pt x="10167025" y="2046977"/>
                  </a:lnTo>
                  <a:lnTo>
                    <a:pt x="10277266" y="2044404"/>
                  </a:lnTo>
                  <a:lnTo>
                    <a:pt x="10390975" y="2042104"/>
                  </a:lnTo>
                  <a:lnTo>
                    <a:pt x="10505441" y="2040080"/>
                  </a:lnTo>
                  <a:lnTo>
                    <a:pt x="10617206" y="2038338"/>
                  </a:lnTo>
                  <a:lnTo>
                    <a:pt x="10722307" y="2036882"/>
                  </a:lnTo>
                  <a:lnTo>
                    <a:pt x="10816705" y="2035712"/>
                  </a:lnTo>
                  <a:lnTo>
                    <a:pt x="10896845" y="2034817"/>
                  </a:lnTo>
                  <a:lnTo>
                    <a:pt x="10960253" y="2034177"/>
                  </a:lnTo>
                  <a:lnTo>
                    <a:pt x="11006002" y="2033757"/>
                  </a:lnTo>
                  <a:lnTo>
                    <a:pt x="11034953" y="2033515"/>
                  </a:lnTo>
                  <a:lnTo>
                    <a:pt x="11049731" y="2033402"/>
                  </a:lnTo>
                  <a:lnTo>
                    <a:pt x="11054535" y="2033368"/>
                  </a:lnTo>
                  <a:lnTo>
                    <a:pt x="11054891" y="2033366"/>
                  </a:lnTo>
                  <a:lnTo>
                    <a:pt x="12049831" y="2033366"/>
                  </a:lnTo>
                  <a:lnTo>
                    <a:pt x="12049831" y="2022884"/>
                  </a:lnTo>
                  <a:lnTo>
                    <a:pt x="11054891" y="2022884"/>
                  </a:lnTo>
                  <a:lnTo>
                    <a:pt x="11053756" y="2022892"/>
                  </a:lnTo>
                  <a:lnTo>
                    <a:pt x="11046264" y="2022946"/>
                  </a:lnTo>
                  <a:lnTo>
                    <a:pt x="11027280" y="2023096"/>
                  </a:lnTo>
                  <a:lnTo>
                    <a:pt x="10993088" y="2023390"/>
                  </a:lnTo>
                  <a:lnTo>
                    <a:pt x="10941620" y="2023877"/>
                  </a:lnTo>
                  <a:lnTo>
                    <a:pt x="10872603" y="2024597"/>
                  </a:lnTo>
                  <a:lnTo>
                    <a:pt x="10787506" y="2025579"/>
                  </a:lnTo>
                  <a:lnTo>
                    <a:pt x="10689213" y="2026841"/>
                  </a:lnTo>
                  <a:lnTo>
                    <a:pt x="10581502" y="2028390"/>
                  </a:lnTo>
                  <a:lnTo>
                    <a:pt x="10468444" y="2030225"/>
                  </a:lnTo>
                  <a:lnTo>
                    <a:pt x="10353878" y="2032339"/>
                  </a:lnTo>
                  <a:lnTo>
                    <a:pt x="10241036" y="2034727"/>
                  </a:lnTo>
                  <a:lnTo>
                    <a:pt x="10132366" y="2037389"/>
                  </a:lnTo>
                  <a:lnTo>
                    <a:pt x="10029509" y="2040329"/>
                  </a:lnTo>
                  <a:lnTo>
                    <a:pt x="9933382" y="2043561"/>
                  </a:lnTo>
                  <a:lnTo>
                    <a:pt x="9844315" y="2047108"/>
                  </a:lnTo>
                  <a:lnTo>
                    <a:pt x="9762196" y="2051000"/>
                  </a:lnTo>
                  <a:lnTo>
                    <a:pt x="9686608" y="2055278"/>
                  </a:lnTo>
                  <a:lnTo>
                    <a:pt x="9616939" y="2059988"/>
                  </a:lnTo>
                  <a:lnTo>
                    <a:pt x="9552464" y="2065184"/>
                  </a:lnTo>
                  <a:lnTo>
                    <a:pt x="9492408" y="2070919"/>
                  </a:lnTo>
                  <a:lnTo>
                    <a:pt x="9435996" y="2077246"/>
                  </a:lnTo>
                  <a:lnTo>
                    <a:pt x="9382493" y="2084201"/>
                  </a:lnTo>
                  <a:lnTo>
                    <a:pt x="9347647" y="2089266"/>
                  </a:lnTo>
                  <a:lnTo>
                    <a:pt x="9286818" y="2099145"/>
                  </a:lnTo>
                  <a:lnTo>
                    <a:pt x="9227871" y="2110004"/>
                  </a:lnTo>
                  <a:lnTo>
                    <a:pt x="9170113" y="2121857"/>
                  </a:lnTo>
                  <a:lnTo>
                    <a:pt x="9113034" y="2134689"/>
                  </a:lnTo>
                  <a:lnTo>
                    <a:pt x="9056271" y="2148448"/>
                  </a:lnTo>
                  <a:lnTo>
                    <a:pt x="8999584" y="2163045"/>
                  </a:lnTo>
                  <a:lnTo>
                    <a:pt x="8942837" y="2178353"/>
                  </a:lnTo>
                  <a:lnTo>
                    <a:pt x="8885978" y="2194213"/>
                  </a:lnTo>
                  <a:lnTo>
                    <a:pt x="8829018" y="2210433"/>
                  </a:lnTo>
                  <a:lnTo>
                    <a:pt x="8772009" y="2226807"/>
                  </a:lnTo>
                  <a:lnTo>
                    <a:pt x="8715021" y="2243118"/>
                  </a:lnTo>
                  <a:lnTo>
                    <a:pt x="8658116" y="2259152"/>
                  </a:lnTo>
                  <a:lnTo>
                    <a:pt x="8601325" y="2274711"/>
                  </a:lnTo>
                  <a:lnTo>
                    <a:pt x="8544624" y="2289622"/>
                  </a:lnTo>
                  <a:lnTo>
                    <a:pt x="8487916" y="2303743"/>
                  </a:lnTo>
                  <a:lnTo>
                    <a:pt x="8431005" y="2316970"/>
                  </a:lnTo>
                  <a:lnTo>
                    <a:pt x="8373583" y="2329235"/>
                  </a:lnTo>
                  <a:lnTo>
                    <a:pt x="8315203" y="2340508"/>
                  </a:lnTo>
                  <a:lnTo>
                    <a:pt x="8255256" y="2350792"/>
                  </a:lnTo>
                  <a:lnTo>
                    <a:pt x="8229629" y="2354791"/>
                  </a:lnTo>
                  <a:lnTo>
                    <a:pt x="8177713" y="2362181"/>
                  </a:lnTo>
                  <a:lnTo>
                    <a:pt x="8123343" y="2368930"/>
                  </a:lnTo>
                  <a:lnTo>
                    <a:pt x="8065833" y="2375059"/>
                  </a:lnTo>
                  <a:lnTo>
                    <a:pt x="8004430" y="2380614"/>
                  </a:lnTo>
                  <a:lnTo>
                    <a:pt x="7938355" y="2385646"/>
                  </a:lnTo>
                  <a:lnTo>
                    <a:pt x="7866842" y="2390211"/>
                  </a:lnTo>
                  <a:lnTo>
                    <a:pt x="7789197" y="2394359"/>
                  </a:lnTo>
                  <a:lnTo>
                    <a:pt x="7704858" y="2398135"/>
                  </a:lnTo>
                  <a:lnTo>
                    <a:pt x="7613496" y="2401577"/>
                  </a:lnTo>
                  <a:lnTo>
                    <a:pt x="7515125" y="2404712"/>
                  </a:lnTo>
                  <a:lnTo>
                    <a:pt x="7410251" y="2407561"/>
                  </a:lnTo>
                  <a:lnTo>
                    <a:pt x="7300011" y="2410134"/>
                  </a:lnTo>
                  <a:lnTo>
                    <a:pt x="7186302" y="2412434"/>
                  </a:lnTo>
                  <a:lnTo>
                    <a:pt x="7071835" y="2414458"/>
                  </a:lnTo>
                  <a:lnTo>
                    <a:pt x="6960070" y="2416200"/>
                  </a:lnTo>
                  <a:lnTo>
                    <a:pt x="6854969" y="2417656"/>
                  </a:lnTo>
                  <a:lnTo>
                    <a:pt x="6760572" y="2418826"/>
                  </a:lnTo>
                  <a:lnTo>
                    <a:pt x="6680431" y="2419721"/>
                  </a:lnTo>
                  <a:lnTo>
                    <a:pt x="6617023" y="2420361"/>
                  </a:lnTo>
                  <a:lnTo>
                    <a:pt x="6571274" y="2420781"/>
                  </a:lnTo>
                  <a:lnTo>
                    <a:pt x="6542324" y="2421023"/>
                  </a:lnTo>
                  <a:lnTo>
                    <a:pt x="6527545" y="2421136"/>
                  </a:lnTo>
                  <a:lnTo>
                    <a:pt x="6522742" y="2421170"/>
                  </a:lnTo>
                  <a:lnTo>
                    <a:pt x="6522385" y="2421172"/>
                  </a:lnTo>
                  <a:lnTo>
                    <a:pt x="5527445" y="2421172"/>
                  </a:lnTo>
                  <a:lnTo>
                    <a:pt x="5526353" y="2421128"/>
                  </a:lnTo>
                  <a:lnTo>
                    <a:pt x="5519143" y="2420812"/>
                  </a:lnTo>
                  <a:lnTo>
                    <a:pt x="5500850" y="2419939"/>
                  </a:lnTo>
                  <a:lnTo>
                    <a:pt x="5467857" y="2418217"/>
                  </a:lnTo>
                  <a:lnTo>
                    <a:pt x="5418097" y="2415371"/>
                  </a:lnTo>
                  <a:lnTo>
                    <a:pt x="5351205" y="2411162"/>
                  </a:lnTo>
                  <a:lnTo>
                    <a:pt x="5268482" y="2405411"/>
                  </a:lnTo>
                  <a:lnTo>
                    <a:pt x="5172601" y="2398007"/>
                  </a:lnTo>
                  <a:lnTo>
                    <a:pt x="5067138" y="2388906"/>
                  </a:lnTo>
                  <a:lnTo>
                    <a:pt x="4956002" y="2378112"/>
                  </a:lnTo>
                  <a:lnTo>
                    <a:pt x="4842935" y="2365658"/>
                  </a:lnTo>
                  <a:lnTo>
                    <a:pt x="4731140" y="2351576"/>
                  </a:lnTo>
                  <a:lnTo>
                    <a:pt x="4623088" y="2335878"/>
                  </a:lnTo>
                  <a:lnTo>
                    <a:pt x="4520479" y="2318541"/>
                  </a:lnTo>
                  <a:lnTo>
                    <a:pt x="4424308" y="2299493"/>
                  </a:lnTo>
                  <a:lnTo>
                    <a:pt x="4334989" y="2278615"/>
                  </a:lnTo>
                  <a:lnTo>
                    <a:pt x="4252489" y="2255733"/>
                  </a:lnTo>
                  <a:lnTo>
                    <a:pt x="4176462" y="2230624"/>
                  </a:lnTo>
                  <a:lnTo>
                    <a:pt x="4106353" y="2203024"/>
                  </a:lnTo>
                  <a:lnTo>
                    <a:pt x="4041485" y="2172630"/>
                  </a:lnTo>
                  <a:lnTo>
                    <a:pt x="3981120" y="2139126"/>
                  </a:lnTo>
                  <a:lnTo>
                    <a:pt x="3924511" y="2102203"/>
                  </a:lnTo>
                  <a:lnTo>
                    <a:pt x="3870934" y="2061609"/>
                  </a:lnTo>
                  <a:lnTo>
                    <a:pt x="3820202" y="2017644"/>
                  </a:lnTo>
                  <a:lnTo>
                    <a:pt x="3773468" y="1972229"/>
                  </a:lnTo>
                  <a:lnTo>
                    <a:pt x="3727944" y="1923353"/>
                  </a:lnTo>
                  <a:lnTo>
                    <a:pt x="3683287" y="1870948"/>
                  </a:lnTo>
                  <a:lnTo>
                    <a:pt x="3639225" y="1815005"/>
                  </a:lnTo>
                  <a:lnTo>
                    <a:pt x="3595543" y="1755583"/>
                  </a:lnTo>
                  <a:lnTo>
                    <a:pt x="3552074" y="1692817"/>
                  </a:lnTo>
                  <a:lnTo>
                    <a:pt x="3508698" y="1626919"/>
                  </a:lnTo>
                  <a:lnTo>
                    <a:pt x="3465329" y="1558180"/>
                  </a:lnTo>
                  <a:lnTo>
                    <a:pt x="3421918" y="1486968"/>
                  </a:lnTo>
                  <a:lnTo>
                    <a:pt x="3378441" y="1413722"/>
                  </a:lnTo>
                  <a:lnTo>
                    <a:pt x="3334899" y="1338942"/>
                  </a:lnTo>
                  <a:lnTo>
                    <a:pt x="3291307" y="1263175"/>
                  </a:lnTo>
                  <a:lnTo>
                    <a:pt x="3247693" y="1187000"/>
                  </a:lnTo>
                  <a:lnTo>
                    <a:pt x="3204088" y="1111008"/>
                  </a:lnTo>
                  <a:lnTo>
                    <a:pt x="3160524" y="1035785"/>
                  </a:lnTo>
                  <a:lnTo>
                    <a:pt x="3117021" y="961893"/>
                  </a:lnTo>
                  <a:lnTo>
                    <a:pt x="3073587" y="889851"/>
                  </a:lnTo>
                  <a:lnTo>
                    <a:pt x="3030206" y="820123"/>
                  </a:lnTo>
                  <a:lnTo>
                    <a:pt x="2986841" y="753104"/>
                  </a:lnTo>
                  <a:lnTo>
                    <a:pt x="2943419" y="689116"/>
                  </a:lnTo>
                  <a:lnTo>
                    <a:pt x="2899835" y="628400"/>
                  </a:lnTo>
                  <a:lnTo>
                    <a:pt x="2855941" y="571120"/>
                  </a:lnTo>
                  <a:lnTo>
                    <a:pt x="2811540" y="517365"/>
                  </a:lnTo>
                  <a:lnTo>
                    <a:pt x="2766382" y="467150"/>
                  </a:lnTo>
                  <a:lnTo>
                    <a:pt x="2720155" y="420428"/>
                  </a:lnTo>
                  <a:lnTo>
                    <a:pt x="2702183" y="403528"/>
                  </a:lnTo>
                  <a:lnTo>
                    <a:pt x="2650964" y="359168"/>
                  </a:lnTo>
                  <a:lnTo>
                    <a:pt x="2597362" y="318608"/>
                  </a:lnTo>
                  <a:lnTo>
                    <a:pt x="2540721" y="281719"/>
                  </a:lnTo>
                  <a:lnTo>
                    <a:pt x="2480318" y="248245"/>
                  </a:lnTo>
                  <a:lnTo>
                    <a:pt x="2415404" y="217879"/>
                  </a:lnTo>
                  <a:lnTo>
                    <a:pt x="2345243" y="190303"/>
                  </a:lnTo>
                  <a:lnTo>
                    <a:pt x="2269158" y="165216"/>
                  </a:lnTo>
                  <a:lnTo>
                    <a:pt x="2186596" y="142354"/>
                  </a:lnTo>
                  <a:lnTo>
                    <a:pt x="2097212" y="121493"/>
                  </a:lnTo>
                  <a:lnTo>
                    <a:pt x="2000979" y="102462"/>
                  </a:lnTo>
                  <a:lnTo>
                    <a:pt x="1898314" y="85140"/>
                  </a:lnTo>
                  <a:lnTo>
                    <a:pt x="1790218" y="69457"/>
                  </a:lnTo>
                  <a:lnTo>
                    <a:pt x="1678398" y="55390"/>
                  </a:lnTo>
                  <a:lnTo>
                    <a:pt x="1565333" y="42951"/>
                  </a:lnTo>
                  <a:lnTo>
                    <a:pt x="1454233" y="32174"/>
                  </a:lnTo>
                  <a:lnTo>
                    <a:pt x="1348840" y="23088"/>
                  </a:lnTo>
                  <a:lnTo>
                    <a:pt x="1253067" y="15700"/>
                  </a:lnTo>
                  <a:lnTo>
                    <a:pt x="1170480" y="9964"/>
                  </a:lnTo>
                  <a:lnTo>
                    <a:pt x="1103745" y="5768"/>
                  </a:lnTo>
                  <a:lnTo>
                    <a:pt x="1054145" y="2934"/>
                  </a:lnTo>
                  <a:lnTo>
                    <a:pt x="1021301" y="1222"/>
                  </a:lnTo>
                  <a:lnTo>
                    <a:pt x="1003131" y="355"/>
                  </a:lnTo>
                  <a:lnTo>
                    <a:pt x="996002" y="4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50" name="pl249"/>
            <p:cNvSpPr/>
            <p:nvPr/>
          </p:nvSpPr>
          <p:spPr>
            <a:xfrm>
              <a:off x="1199187" y="3731166"/>
              <a:ext cx="12049831" cy="2421172"/>
            </a:xfrm>
            <a:custGeom>
              <a:avLst/>
              <a:pathLst>
                <a:path w="12049831" h="2421172">
                  <a:moveTo>
                    <a:pt x="0" y="0"/>
                  </a:moveTo>
                  <a:lnTo>
                    <a:pt x="994940" y="0"/>
                  </a:lnTo>
                  <a:lnTo>
                    <a:pt x="996032" y="44"/>
                  </a:lnTo>
                  <a:lnTo>
                    <a:pt x="1003242" y="360"/>
                  </a:lnTo>
                  <a:lnTo>
                    <a:pt x="1021535" y="1233"/>
                  </a:lnTo>
                  <a:lnTo>
                    <a:pt x="1054528" y="2955"/>
                  </a:lnTo>
                  <a:lnTo>
                    <a:pt x="1104288" y="5801"/>
                  </a:lnTo>
                  <a:lnTo>
                    <a:pt x="1171180" y="10010"/>
                  </a:lnTo>
                  <a:lnTo>
                    <a:pt x="1253903" y="15761"/>
                  </a:lnTo>
                  <a:lnTo>
                    <a:pt x="1349784" y="23165"/>
                  </a:lnTo>
                  <a:lnTo>
                    <a:pt x="1455247" y="32266"/>
                  </a:lnTo>
                  <a:lnTo>
                    <a:pt x="1566383" y="43059"/>
                  </a:lnTo>
                  <a:lnTo>
                    <a:pt x="1679450" y="55514"/>
                  </a:lnTo>
                  <a:lnTo>
                    <a:pt x="1791245" y="69596"/>
                  </a:lnTo>
                  <a:lnTo>
                    <a:pt x="1899297" y="85294"/>
                  </a:lnTo>
                  <a:lnTo>
                    <a:pt x="2001906" y="102631"/>
                  </a:lnTo>
                  <a:lnTo>
                    <a:pt x="2098077" y="121679"/>
                  </a:lnTo>
                  <a:lnTo>
                    <a:pt x="2187396" y="142557"/>
                  </a:lnTo>
                  <a:lnTo>
                    <a:pt x="2269896" y="165439"/>
                  </a:lnTo>
                  <a:lnTo>
                    <a:pt x="2345923" y="190548"/>
                  </a:lnTo>
                  <a:lnTo>
                    <a:pt x="2416032" y="218148"/>
                  </a:lnTo>
                  <a:lnTo>
                    <a:pt x="2480900" y="248542"/>
                  </a:lnTo>
                  <a:lnTo>
                    <a:pt x="2541265" y="282046"/>
                  </a:lnTo>
                  <a:lnTo>
                    <a:pt x="2597874" y="318969"/>
                  </a:lnTo>
                  <a:lnTo>
                    <a:pt x="2651451" y="359563"/>
                  </a:lnTo>
                  <a:lnTo>
                    <a:pt x="2702183" y="403528"/>
                  </a:lnTo>
                  <a:lnTo>
                    <a:pt x="2748917" y="448943"/>
                  </a:lnTo>
                  <a:lnTo>
                    <a:pt x="2794441" y="497819"/>
                  </a:lnTo>
                  <a:lnTo>
                    <a:pt x="2839098" y="550224"/>
                  </a:lnTo>
                  <a:lnTo>
                    <a:pt x="2883160" y="606167"/>
                  </a:lnTo>
                  <a:lnTo>
                    <a:pt x="2926842" y="665589"/>
                  </a:lnTo>
                  <a:lnTo>
                    <a:pt x="2970311" y="728355"/>
                  </a:lnTo>
                  <a:lnTo>
                    <a:pt x="3013687" y="794253"/>
                  </a:lnTo>
                  <a:lnTo>
                    <a:pt x="3057056" y="862992"/>
                  </a:lnTo>
                  <a:lnTo>
                    <a:pt x="3100467" y="934204"/>
                  </a:lnTo>
                  <a:lnTo>
                    <a:pt x="3143944" y="1007450"/>
                  </a:lnTo>
                  <a:lnTo>
                    <a:pt x="3187486" y="1082230"/>
                  </a:lnTo>
                  <a:lnTo>
                    <a:pt x="3231078" y="1157997"/>
                  </a:lnTo>
                  <a:lnTo>
                    <a:pt x="3274692" y="1234172"/>
                  </a:lnTo>
                  <a:lnTo>
                    <a:pt x="3318296" y="1310164"/>
                  </a:lnTo>
                  <a:lnTo>
                    <a:pt x="3361861" y="1385387"/>
                  </a:lnTo>
                  <a:lnTo>
                    <a:pt x="3405364" y="1459279"/>
                  </a:lnTo>
                  <a:lnTo>
                    <a:pt x="3448798" y="1531320"/>
                  </a:lnTo>
                  <a:lnTo>
                    <a:pt x="3492179" y="1601049"/>
                  </a:lnTo>
                  <a:lnTo>
                    <a:pt x="3535544" y="1668068"/>
                  </a:lnTo>
                  <a:lnTo>
                    <a:pt x="3578966" y="1732056"/>
                  </a:lnTo>
                  <a:lnTo>
                    <a:pt x="3622550" y="1792772"/>
                  </a:lnTo>
                  <a:lnTo>
                    <a:pt x="3666444" y="1850052"/>
                  </a:lnTo>
                  <a:lnTo>
                    <a:pt x="3710845" y="1903807"/>
                  </a:lnTo>
                  <a:lnTo>
                    <a:pt x="3756003" y="1954022"/>
                  </a:lnTo>
                  <a:lnTo>
                    <a:pt x="3802230" y="2000744"/>
                  </a:lnTo>
                  <a:lnTo>
                    <a:pt x="3820202" y="2017644"/>
                  </a:lnTo>
                  <a:lnTo>
                    <a:pt x="3871421" y="2062004"/>
                  </a:lnTo>
                  <a:lnTo>
                    <a:pt x="3925023" y="2102564"/>
                  </a:lnTo>
                  <a:lnTo>
                    <a:pt x="3981664" y="2139453"/>
                  </a:lnTo>
                  <a:lnTo>
                    <a:pt x="4042067" y="2172927"/>
                  </a:lnTo>
                  <a:lnTo>
                    <a:pt x="4106981" y="2203293"/>
                  </a:lnTo>
                  <a:lnTo>
                    <a:pt x="4177142" y="2230869"/>
                  </a:lnTo>
                  <a:lnTo>
                    <a:pt x="4253227" y="2255956"/>
                  </a:lnTo>
                  <a:lnTo>
                    <a:pt x="4335789" y="2278818"/>
                  </a:lnTo>
                  <a:lnTo>
                    <a:pt x="4425173" y="2299679"/>
                  </a:lnTo>
                  <a:lnTo>
                    <a:pt x="4521406" y="2318710"/>
                  </a:lnTo>
                  <a:lnTo>
                    <a:pt x="4624071" y="2336032"/>
                  </a:lnTo>
                  <a:lnTo>
                    <a:pt x="4732167" y="2351715"/>
                  </a:lnTo>
                  <a:lnTo>
                    <a:pt x="4843987" y="2365782"/>
                  </a:lnTo>
                  <a:lnTo>
                    <a:pt x="4957052" y="2378221"/>
                  </a:lnTo>
                  <a:lnTo>
                    <a:pt x="5068152" y="2388998"/>
                  </a:lnTo>
                  <a:lnTo>
                    <a:pt x="5173545" y="2398084"/>
                  </a:lnTo>
                  <a:lnTo>
                    <a:pt x="5269318" y="2405472"/>
                  </a:lnTo>
                  <a:lnTo>
                    <a:pt x="5351905" y="2411208"/>
                  </a:lnTo>
                  <a:lnTo>
                    <a:pt x="5418640" y="2415404"/>
                  </a:lnTo>
                  <a:lnTo>
                    <a:pt x="5468240" y="2418238"/>
                  </a:lnTo>
                  <a:lnTo>
                    <a:pt x="5501084" y="2419950"/>
                  </a:lnTo>
                  <a:lnTo>
                    <a:pt x="5519254" y="2420817"/>
                  </a:lnTo>
                  <a:lnTo>
                    <a:pt x="5526383" y="2421129"/>
                  </a:lnTo>
                  <a:lnTo>
                    <a:pt x="5527445" y="2421172"/>
                  </a:lnTo>
                  <a:lnTo>
                    <a:pt x="6522385" y="2421172"/>
                  </a:lnTo>
                  <a:lnTo>
                    <a:pt x="6523521" y="2421165"/>
                  </a:lnTo>
                  <a:lnTo>
                    <a:pt x="6531012" y="2421111"/>
                  </a:lnTo>
                  <a:lnTo>
                    <a:pt x="6549997" y="2420961"/>
                  </a:lnTo>
                  <a:lnTo>
                    <a:pt x="6584188" y="2420666"/>
                  </a:lnTo>
                  <a:lnTo>
                    <a:pt x="6635657" y="2420179"/>
                  </a:lnTo>
                  <a:lnTo>
                    <a:pt x="6704673" y="2419460"/>
                  </a:lnTo>
                  <a:lnTo>
                    <a:pt x="6789771" y="2418478"/>
                  </a:lnTo>
                  <a:lnTo>
                    <a:pt x="6888064" y="2417216"/>
                  </a:lnTo>
                  <a:lnTo>
                    <a:pt x="6995775" y="2415667"/>
                  </a:lnTo>
                  <a:lnTo>
                    <a:pt x="7108832" y="2413832"/>
                  </a:lnTo>
                  <a:lnTo>
                    <a:pt x="7223399" y="2411718"/>
                  </a:lnTo>
                  <a:lnTo>
                    <a:pt x="7336241" y="2409329"/>
                  </a:lnTo>
                  <a:lnTo>
                    <a:pt x="7444911" y="2406668"/>
                  </a:lnTo>
                  <a:lnTo>
                    <a:pt x="7547767" y="2403728"/>
                  </a:lnTo>
                  <a:lnTo>
                    <a:pt x="7643894" y="2400496"/>
                  </a:lnTo>
                  <a:lnTo>
                    <a:pt x="7732962" y="2396949"/>
                  </a:lnTo>
                  <a:lnTo>
                    <a:pt x="7815081" y="2393057"/>
                  </a:lnTo>
                  <a:lnTo>
                    <a:pt x="7890668" y="2388779"/>
                  </a:lnTo>
                  <a:lnTo>
                    <a:pt x="7960337" y="2384068"/>
                  </a:lnTo>
                  <a:lnTo>
                    <a:pt x="8024812" y="2378873"/>
                  </a:lnTo>
                  <a:lnTo>
                    <a:pt x="8084868" y="2373137"/>
                  </a:lnTo>
                  <a:lnTo>
                    <a:pt x="8141280" y="2366811"/>
                  </a:lnTo>
                  <a:lnTo>
                    <a:pt x="8194784" y="2359856"/>
                  </a:lnTo>
                  <a:lnTo>
                    <a:pt x="8229629" y="2354791"/>
                  </a:lnTo>
                  <a:lnTo>
                    <a:pt x="8290458" y="2344912"/>
                  </a:lnTo>
                  <a:lnTo>
                    <a:pt x="8349406" y="2334053"/>
                  </a:lnTo>
                  <a:lnTo>
                    <a:pt x="8407164" y="2322200"/>
                  </a:lnTo>
                  <a:lnTo>
                    <a:pt x="8464243" y="2309368"/>
                  </a:lnTo>
                  <a:lnTo>
                    <a:pt x="8521006" y="2295609"/>
                  </a:lnTo>
                  <a:lnTo>
                    <a:pt x="8577693" y="2281012"/>
                  </a:lnTo>
                  <a:lnTo>
                    <a:pt x="8634439" y="2265703"/>
                  </a:lnTo>
                  <a:lnTo>
                    <a:pt x="8691298" y="2249844"/>
                  </a:lnTo>
                  <a:lnTo>
                    <a:pt x="8748258" y="2233623"/>
                  </a:lnTo>
                  <a:lnTo>
                    <a:pt x="8805267" y="2217249"/>
                  </a:lnTo>
                  <a:lnTo>
                    <a:pt x="8862256" y="2200939"/>
                  </a:lnTo>
                  <a:lnTo>
                    <a:pt x="8919161" y="2184905"/>
                  </a:lnTo>
                  <a:lnTo>
                    <a:pt x="8975952" y="2169345"/>
                  </a:lnTo>
                  <a:lnTo>
                    <a:pt x="9032652" y="2154435"/>
                  </a:lnTo>
                  <a:lnTo>
                    <a:pt x="9089361" y="2140313"/>
                  </a:lnTo>
                  <a:lnTo>
                    <a:pt x="9146272" y="2127087"/>
                  </a:lnTo>
                  <a:lnTo>
                    <a:pt x="9203694" y="2114822"/>
                  </a:lnTo>
                  <a:lnTo>
                    <a:pt x="9262073" y="2103549"/>
                  </a:lnTo>
                  <a:lnTo>
                    <a:pt x="9322021" y="2093265"/>
                  </a:lnTo>
                  <a:lnTo>
                    <a:pt x="9347647" y="2089266"/>
                  </a:lnTo>
                  <a:lnTo>
                    <a:pt x="9399563" y="2081875"/>
                  </a:lnTo>
                  <a:lnTo>
                    <a:pt x="9453933" y="2075127"/>
                  </a:lnTo>
                  <a:lnTo>
                    <a:pt x="9511443" y="2068998"/>
                  </a:lnTo>
                  <a:lnTo>
                    <a:pt x="9572846" y="2063443"/>
                  </a:lnTo>
                  <a:lnTo>
                    <a:pt x="9638922" y="2058411"/>
                  </a:lnTo>
                  <a:lnTo>
                    <a:pt x="9710434" y="2053846"/>
                  </a:lnTo>
                  <a:lnTo>
                    <a:pt x="9788080" y="2049698"/>
                  </a:lnTo>
                  <a:lnTo>
                    <a:pt x="9872418" y="2045922"/>
                  </a:lnTo>
                  <a:lnTo>
                    <a:pt x="9963781" y="2042480"/>
                  </a:lnTo>
                  <a:lnTo>
                    <a:pt x="10062151" y="2039345"/>
                  </a:lnTo>
                  <a:lnTo>
                    <a:pt x="10167025" y="2036496"/>
                  </a:lnTo>
                  <a:lnTo>
                    <a:pt x="10277266" y="2033923"/>
                  </a:lnTo>
                  <a:lnTo>
                    <a:pt x="10390975" y="2031623"/>
                  </a:lnTo>
                  <a:lnTo>
                    <a:pt x="10505441" y="2029599"/>
                  </a:lnTo>
                  <a:lnTo>
                    <a:pt x="10617206" y="2027856"/>
                  </a:lnTo>
                  <a:lnTo>
                    <a:pt x="10722307" y="2026400"/>
                  </a:lnTo>
                  <a:lnTo>
                    <a:pt x="10816705" y="2025230"/>
                  </a:lnTo>
                  <a:lnTo>
                    <a:pt x="10896845" y="2024336"/>
                  </a:lnTo>
                  <a:lnTo>
                    <a:pt x="10960253" y="2023696"/>
                  </a:lnTo>
                  <a:lnTo>
                    <a:pt x="11006002" y="2023276"/>
                  </a:lnTo>
                  <a:lnTo>
                    <a:pt x="11034953" y="2023034"/>
                  </a:lnTo>
                  <a:lnTo>
                    <a:pt x="11049731" y="2022920"/>
                  </a:lnTo>
                  <a:lnTo>
                    <a:pt x="11054535" y="2022887"/>
                  </a:lnTo>
                  <a:lnTo>
                    <a:pt x="11054891" y="2022884"/>
                  </a:lnTo>
                  <a:lnTo>
                    <a:pt x="12049831" y="2022884"/>
                  </a:lnTo>
                  <a:lnTo>
                    <a:pt x="12049831" y="20228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1" name="pl250"/>
            <p:cNvSpPr/>
            <p:nvPr/>
          </p:nvSpPr>
          <p:spPr>
            <a:xfrm>
              <a:off x="1199187" y="3720685"/>
              <a:ext cx="12049831" cy="2421172"/>
            </a:xfrm>
            <a:custGeom>
              <a:avLst/>
              <a:pathLst>
                <a:path w="12049831" h="2421172">
                  <a:moveTo>
                    <a:pt x="12049831" y="2022884"/>
                  </a:moveTo>
                  <a:lnTo>
                    <a:pt x="11054891" y="2022884"/>
                  </a:lnTo>
                  <a:lnTo>
                    <a:pt x="11053756" y="2022892"/>
                  </a:lnTo>
                  <a:lnTo>
                    <a:pt x="11046264" y="2022946"/>
                  </a:lnTo>
                  <a:lnTo>
                    <a:pt x="11027280" y="2023096"/>
                  </a:lnTo>
                  <a:lnTo>
                    <a:pt x="10993088" y="2023390"/>
                  </a:lnTo>
                  <a:lnTo>
                    <a:pt x="10941620" y="2023877"/>
                  </a:lnTo>
                  <a:lnTo>
                    <a:pt x="10872603" y="2024597"/>
                  </a:lnTo>
                  <a:lnTo>
                    <a:pt x="10787506" y="2025579"/>
                  </a:lnTo>
                  <a:lnTo>
                    <a:pt x="10689213" y="2026841"/>
                  </a:lnTo>
                  <a:lnTo>
                    <a:pt x="10581502" y="2028390"/>
                  </a:lnTo>
                  <a:lnTo>
                    <a:pt x="10468444" y="2030225"/>
                  </a:lnTo>
                  <a:lnTo>
                    <a:pt x="10353878" y="2032339"/>
                  </a:lnTo>
                  <a:lnTo>
                    <a:pt x="10241036" y="2034727"/>
                  </a:lnTo>
                  <a:lnTo>
                    <a:pt x="10132366" y="2037389"/>
                  </a:lnTo>
                  <a:lnTo>
                    <a:pt x="10029509" y="2040329"/>
                  </a:lnTo>
                  <a:lnTo>
                    <a:pt x="9933382" y="2043561"/>
                  </a:lnTo>
                  <a:lnTo>
                    <a:pt x="9844315" y="2047108"/>
                  </a:lnTo>
                  <a:lnTo>
                    <a:pt x="9762196" y="2051000"/>
                  </a:lnTo>
                  <a:lnTo>
                    <a:pt x="9686608" y="2055278"/>
                  </a:lnTo>
                  <a:lnTo>
                    <a:pt x="9616939" y="2059988"/>
                  </a:lnTo>
                  <a:lnTo>
                    <a:pt x="9552464" y="2065184"/>
                  </a:lnTo>
                  <a:lnTo>
                    <a:pt x="9492408" y="2070919"/>
                  </a:lnTo>
                  <a:lnTo>
                    <a:pt x="9435996" y="2077246"/>
                  </a:lnTo>
                  <a:lnTo>
                    <a:pt x="9382493" y="2084201"/>
                  </a:lnTo>
                  <a:lnTo>
                    <a:pt x="9347647" y="2089266"/>
                  </a:lnTo>
                  <a:lnTo>
                    <a:pt x="9286818" y="2099145"/>
                  </a:lnTo>
                  <a:lnTo>
                    <a:pt x="9227871" y="2110004"/>
                  </a:lnTo>
                  <a:lnTo>
                    <a:pt x="9170113" y="2121857"/>
                  </a:lnTo>
                  <a:lnTo>
                    <a:pt x="9113034" y="2134689"/>
                  </a:lnTo>
                  <a:lnTo>
                    <a:pt x="9056271" y="2148448"/>
                  </a:lnTo>
                  <a:lnTo>
                    <a:pt x="8999584" y="2163045"/>
                  </a:lnTo>
                  <a:lnTo>
                    <a:pt x="8942837" y="2178353"/>
                  </a:lnTo>
                  <a:lnTo>
                    <a:pt x="8885978" y="2194213"/>
                  </a:lnTo>
                  <a:lnTo>
                    <a:pt x="8829018" y="2210433"/>
                  </a:lnTo>
                  <a:lnTo>
                    <a:pt x="8772009" y="2226807"/>
                  </a:lnTo>
                  <a:lnTo>
                    <a:pt x="8715021" y="2243118"/>
                  </a:lnTo>
                  <a:lnTo>
                    <a:pt x="8658116" y="2259152"/>
                  </a:lnTo>
                  <a:lnTo>
                    <a:pt x="8601325" y="2274711"/>
                  </a:lnTo>
                  <a:lnTo>
                    <a:pt x="8544624" y="2289622"/>
                  </a:lnTo>
                  <a:lnTo>
                    <a:pt x="8487916" y="2303743"/>
                  </a:lnTo>
                  <a:lnTo>
                    <a:pt x="8431005" y="2316970"/>
                  </a:lnTo>
                  <a:lnTo>
                    <a:pt x="8373583" y="2329235"/>
                  </a:lnTo>
                  <a:lnTo>
                    <a:pt x="8315203" y="2340508"/>
                  </a:lnTo>
                  <a:lnTo>
                    <a:pt x="8255256" y="2350792"/>
                  </a:lnTo>
                  <a:lnTo>
                    <a:pt x="8229629" y="2354791"/>
                  </a:lnTo>
                  <a:lnTo>
                    <a:pt x="8177713" y="2362181"/>
                  </a:lnTo>
                  <a:lnTo>
                    <a:pt x="8123343" y="2368930"/>
                  </a:lnTo>
                  <a:lnTo>
                    <a:pt x="8065833" y="2375059"/>
                  </a:lnTo>
                  <a:lnTo>
                    <a:pt x="8004430" y="2380614"/>
                  </a:lnTo>
                  <a:lnTo>
                    <a:pt x="7938355" y="2385646"/>
                  </a:lnTo>
                  <a:lnTo>
                    <a:pt x="7866842" y="2390211"/>
                  </a:lnTo>
                  <a:lnTo>
                    <a:pt x="7789197" y="2394359"/>
                  </a:lnTo>
                  <a:lnTo>
                    <a:pt x="7704858" y="2398135"/>
                  </a:lnTo>
                  <a:lnTo>
                    <a:pt x="7613496" y="2401577"/>
                  </a:lnTo>
                  <a:lnTo>
                    <a:pt x="7515125" y="2404712"/>
                  </a:lnTo>
                  <a:lnTo>
                    <a:pt x="7410251" y="2407561"/>
                  </a:lnTo>
                  <a:lnTo>
                    <a:pt x="7300011" y="2410134"/>
                  </a:lnTo>
                  <a:lnTo>
                    <a:pt x="7186302" y="2412434"/>
                  </a:lnTo>
                  <a:lnTo>
                    <a:pt x="7071835" y="2414458"/>
                  </a:lnTo>
                  <a:lnTo>
                    <a:pt x="6960070" y="2416200"/>
                  </a:lnTo>
                  <a:lnTo>
                    <a:pt x="6854969" y="2417656"/>
                  </a:lnTo>
                  <a:lnTo>
                    <a:pt x="6760572" y="2418826"/>
                  </a:lnTo>
                  <a:lnTo>
                    <a:pt x="6680431" y="2419721"/>
                  </a:lnTo>
                  <a:lnTo>
                    <a:pt x="6617023" y="2420361"/>
                  </a:lnTo>
                  <a:lnTo>
                    <a:pt x="6571274" y="2420781"/>
                  </a:lnTo>
                  <a:lnTo>
                    <a:pt x="6542324" y="2421023"/>
                  </a:lnTo>
                  <a:lnTo>
                    <a:pt x="6527545" y="2421136"/>
                  </a:lnTo>
                  <a:lnTo>
                    <a:pt x="6522742" y="2421170"/>
                  </a:lnTo>
                  <a:lnTo>
                    <a:pt x="6522385" y="2421172"/>
                  </a:lnTo>
                  <a:lnTo>
                    <a:pt x="5527445" y="2421172"/>
                  </a:lnTo>
                  <a:lnTo>
                    <a:pt x="5526353" y="2421128"/>
                  </a:lnTo>
                  <a:lnTo>
                    <a:pt x="5519143" y="2420812"/>
                  </a:lnTo>
                  <a:lnTo>
                    <a:pt x="5500850" y="2419939"/>
                  </a:lnTo>
                  <a:lnTo>
                    <a:pt x="5467857" y="2418217"/>
                  </a:lnTo>
                  <a:lnTo>
                    <a:pt x="5418097" y="2415371"/>
                  </a:lnTo>
                  <a:lnTo>
                    <a:pt x="5351205" y="2411162"/>
                  </a:lnTo>
                  <a:lnTo>
                    <a:pt x="5268482" y="2405411"/>
                  </a:lnTo>
                  <a:lnTo>
                    <a:pt x="5172601" y="2398007"/>
                  </a:lnTo>
                  <a:lnTo>
                    <a:pt x="5067138" y="2388906"/>
                  </a:lnTo>
                  <a:lnTo>
                    <a:pt x="4956002" y="2378112"/>
                  </a:lnTo>
                  <a:lnTo>
                    <a:pt x="4842935" y="2365658"/>
                  </a:lnTo>
                  <a:lnTo>
                    <a:pt x="4731140" y="2351576"/>
                  </a:lnTo>
                  <a:lnTo>
                    <a:pt x="4623088" y="2335878"/>
                  </a:lnTo>
                  <a:lnTo>
                    <a:pt x="4520479" y="2318541"/>
                  </a:lnTo>
                  <a:lnTo>
                    <a:pt x="4424308" y="2299493"/>
                  </a:lnTo>
                  <a:lnTo>
                    <a:pt x="4334989" y="2278615"/>
                  </a:lnTo>
                  <a:lnTo>
                    <a:pt x="4252489" y="2255733"/>
                  </a:lnTo>
                  <a:lnTo>
                    <a:pt x="4176462" y="2230624"/>
                  </a:lnTo>
                  <a:lnTo>
                    <a:pt x="4106353" y="2203024"/>
                  </a:lnTo>
                  <a:lnTo>
                    <a:pt x="4041485" y="2172630"/>
                  </a:lnTo>
                  <a:lnTo>
                    <a:pt x="3981120" y="2139126"/>
                  </a:lnTo>
                  <a:lnTo>
                    <a:pt x="3924511" y="2102203"/>
                  </a:lnTo>
                  <a:lnTo>
                    <a:pt x="3870934" y="2061609"/>
                  </a:lnTo>
                  <a:lnTo>
                    <a:pt x="3820202" y="2017644"/>
                  </a:lnTo>
                  <a:lnTo>
                    <a:pt x="3773468" y="1972229"/>
                  </a:lnTo>
                  <a:lnTo>
                    <a:pt x="3727944" y="1923353"/>
                  </a:lnTo>
                  <a:lnTo>
                    <a:pt x="3683287" y="1870948"/>
                  </a:lnTo>
                  <a:lnTo>
                    <a:pt x="3639225" y="1815005"/>
                  </a:lnTo>
                  <a:lnTo>
                    <a:pt x="3595543" y="1755583"/>
                  </a:lnTo>
                  <a:lnTo>
                    <a:pt x="3552074" y="1692817"/>
                  </a:lnTo>
                  <a:lnTo>
                    <a:pt x="3508698" y="1626919"/>
                  </a:lnTo>
                  <a:lnTo>
                    <a:pt x="3465329" y="1558180"/>
                  </a:lnTo>
                  <a:lnTo>
                    <a:pt x="3421918" y="1486968"/>
                  </a:lnTo>
                  <a:lnTo>
                    <a:pt x="3378441" y="1413722"/>
                  </a:lnTo>
                  <a:lnTo>
                    <a:pt x="3334899" y="1338942"/>
                  </a:lnTo>
                  <a:lnTo>
                    <a:pt x="3291307" y="1263175"/>
                  </a:lnTo>
                  <a:lnTo>
                    <a:pt x="3247693" y="1187000"/>
                  </a:lnTo>
                  <a:lnTo>
                    <a:pt x="3204088" y="1111008"/>
                  </a:lnTo>
                  <a:lnTo>
                    <a:pt x="3160524" y="1035785"/>
                  </a:lnTo>
                  <a:lnTo>
                    <a:pt x="3117021" y="961893"/>
                  </a:lnTo>
                  <a:lnTo>
                    <a:pt x="3073587" y="889851"/>
                  </a:lnTo>
                  <a:lnTo>
                    <a:pt x="3030206" y="820123"/>
                  </a:lnTo>
                  <a:lnTo>
                    <a:pt x="2986841" y="753104"/>
                  </a:lnTo>
                  <a:lnTo>
                    <a:pt x="2943419" y="689116"/>
                  </a:lnTo>
                  <a:lnTo>
                    <a:pt x="2899835" y="628400"/>
                  </a:lnTo>
                  <a:lnTo>
                    <a:pt x="2855941" y="571120"/>
                  </a:lnTo>
                  <a:lnTo>
                    <a:pt x="2811540" y="517365"/>
                  </a:lnTo>
                  <a:lnTo>
                    <a:pt x="2766382" y="467150"/>
                  </a:lnTo>
                  <a:lnTo>
                    <a:pt x="2720155" y="420428"/>
                  </a:lnTo>
                  <a:lnTo>
                    <a:pt x="2702183" y="403528"/>
                  </a:lnTo>
                  <a:lnTo>
                    <a:pt x="2650964" y="359168"/>
                  </a:lnTo>
                  <a:lnTo>
                    <a:pt x="2597362" y="318608"/>
                  </a:lnTo>
                  <a:lnTo>
                    <a:pt x="2540721" y="281719"/>
                  </a:lnTo>
                  <a:lnTo>
                    <a:pt x="2480318" y="248245"/>
                  </a:lnTo>
                  <a:lnTo>
                    <a:pt x="2415404" y="217879"/>
                  </a:lnTo>
                  <a:lnTo>
                    <a:pt x="2345243" y="190303"/>
                  </a:lnTo>
                  <a:lnTo>
                    <a:pt x="2269158" y="165216"/>
                  </a:lnTo>
                  <a:lnTo>
                    <a:pt x="2186596" y="142354"/>
                  </a:lnTo>
                  <a:lnTo>
                    <a:pt x="2097212" y="121493"/>
                  </a:lnTo>
                  <a:lnTo>
                    <a:pt x="2000979" y="102462"/>
                  </a:lnTo>
                  <a:lnTo>
                    <a:pt x="1898314" y="85140"/>
                  </a:lnTo>
                  <a:lnTo>
                    <a:pt x="1790218" y="69457"/>
                  </a:lnTo>
                  <a:lnTo>
                    <a:pt x="1678398" y="55390"/>
                  </a:lnTo>
                  <a:lnTo>
                    <a:pt x="1565333" y="42951"/>
                  </a:lnTo>
                  <a:lnTo>
                    <a:pt x="1454233" y="32174"/>
                  </a:lnTo>
                  <a:lnTo>
                    <a:pt x="1348840" y="23088"/>
                  </a:lnTo>
                  <a:lnTo>
                    <a:pt x="1253067" y="15700"/>
                  </a:lnTo>
                  <a:lnTo>
                    <a:pt x="1170480" y="9964"/>
                  </a:lnTo>
                  <a:lnTo>
                    <a:pt x="1103745" y="5768"/>
                  </a:lnTo>
                  <a:lnTo>
                    <a:pt x="1054145" y="2934"/>
                  </a:lnTo>
                  <a:lnTo>
                    <a:pt x="1021301" y="1222"/>
                  </a:lnTo>
                  <a:lnTo>
                    <a:pt x="1003131" y="355"/>
                  </a:lnTo>
                  <a:lnTo>
                    <a:pt x="996002" y="4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2" name="pg251"/>
            <p:cNvSpPr/>
            <p:nvPr/>
          </p:nvSpPr>
          <p:spPr>
            <a:xfrm>
              <a:off x="1199187" y="3731166"/>
              <a:ext cx="12049831" cy="2777536"/>
            </a:xfrm>
            <a:custGeom>
              <a:avLst/>
              <a:pathLst>
                <a:path w="12049831" h="2777536">
                  <a:moveTo>
                    <a:pt x="0" y="5240"/>
                  </a:moveTo>
                  <a:lnTo>
                    <a:pt x="994940" y="5240"/>
                  </a:lnTo>
                  <a:lnTo>
                    <a:pt x="996031" y="5285"/>
                  </a:lnTo>
                  <a:lnTo>
                    <a:pt x="1003241" y="5601"/>
                  </a:lnTo>
                  <a:lnTo>
                    <a:pt x="1021531" y="6476"/>
                  </a:lnTo>
                  <a:lnTo>
                    <a:pt x="1054519" y="8201"/>
                  </a:lnTo>
                  <a:lnTo>
                    <a:pt x="1104272" y="11053"/>
                  </a:lnTo>
                  <a:lnTo>
                    <a:pt x="1171154" y="15270"/>
                  </a:lnTo>
                  <a:lnTo>
                    <a:pt x="1253867" y="21033"/>
                  </a:lnTo>
                  <a:lnTo>
                    <a:pt x="1349737" y="28452"/>
                  </a:lnTo>
                  <a:lnTo>
                    <a:pt x="1455191" y="37572"/>
                  </a:lnTo>
                  <a:lnTo>
                    <a:pt x="1566318" y="48387"/>
                  </a:lnTo>
                  <a:lnTo>
                    <a:pt x="1679378" y="60866"/>
                  </a:lnTo>
                  <a:lnTo>
                    <a:pt x="1791169" y="74977"/>
                  </a:lnTo>
                  <a:lnTo>
                    <a:pt x="1899219" y="90707"/>
                  </a:lnTo>
                  <a:lnTo>
                    <a:pt x="2001827" y="108080"/>
                  </a:lnTo>
                  <a:lnTo>
                    <a:pt x="2097997" y="127166"/>
                  </a:lnTo>
                  <a:lnTo>
                    <a:pt x="2187317" y="148086"/>
                  </a:lnTo>
                  <a:lnTo>
                    <a:pt x="2269818" y="171015"/>
                  </a:lnTo>
                  <a:lnTo>
                    <a:pt x="2345848" y="196173"/>
                  </a:lnTo>
                  <a:lnTo>
                    <a:pt x="2415959" y="223830"/>
                  </a:lnTo>
                  <a:lnTo>
                    <a:pt x="2480829" y="254284"/>
                  </a:lnTo>
                  <a:lnTo>
                    <a:pt x="2541194" y="287855"/>
                  </a:lnTo>
                  <a:lnTo>
                    <a:pt x="2597805" y="324851"/>
                  </a:lnTo>
                  <a:lnTo>
                    <a:pt x="2651382" y="365526"/>
                  </a:lnTo>
                  <a:lnTo>
                    <a:pt x="2702183" y="409642"/>
                  </a:lnTo>
                  <a:lnTo>
                    <a:pt x="2748883" y="455121"/>
                  </a:lnTo>
                  <a:lnTo>
                    <a:pt x="2794375" y="504063"/>
                  </a:lnTo>
                  <a:lnTo>
                    <a:pt x="2839001" y="556536"/>
                  </a:lnTo>
                  <a:lnTo>
                    <a:pt x="2883031" y="612551"/>
                  </a:lnTo>
                  <a:lnTo>
                    <a:pt x="2926683" y="672047"/>
                  </a:lnTo>
                  <a:lnTo>
                    <a:pt x="2970120" y="734889"/>
                  </a:lnTo>
                  <a:lnTo>
                    <a:pt x="3013465" y="800868"/>
                  </a:lnTo>
                  <a:lnTo>
                    <a:pt x="3056802" y="869690"/>
                  </a:lnTo>
                  <a:lnTo>
                    <a:pt x="3100181" y="940990"/>
                  </a:lnTo>
                  <a:lnTo>
                    <a:pt x="3143626" y="1014328"/>
                  </a:lnTo>
                  <a:lnTo>
                    <a:pt x="3187136" y="1089206"/>
                  </a:lnTo>
                  <a:lnTo>
                    <a:pt x="3230696" y="1165075"/>
                  </a:lnTo>
                  <a:lnTo>
                    <a:pt x="3274278" y="1241359"/>
                  </a:lnTo>
                  <a:lnTo>
                    <a:pt x="3317851" y="1317464"/>
                  </a:lnTo>
                  <a:lnTo>
                    <a:pt x="3361383" y="1392806"/>
                  </a:lnTo>
                  <a:lnTo>
                    <a:pt x="3404855" y="1466822"/>
                  </a:lnTo>
                  <a:lnTo>
                    <a:pt x="3448259" y="1538992"/>
                  </a:lnTo>
                  <a:lnTo>
                    <a:pt x="3491608" y="1608853"/>
                  </a:lnTo>
                  <a:lnTo>
                    <a:pt x="3534942" y="1676006"/>
                  </a:lnTo>
                  <a:lnTo>
                    <a:pt x="3578330" y="1740132"/>
                  </a:lnTo>
                  <a:lnTo>
                    <a:pt x="3621879" y="1800985"/>
                  </a:lnTo>
                  <a:lnTo>
                    <a:pt x="3665735" y="1858402"/>
                  </a:lnTo>
                  <a:lnTo>
                    <a:pt x="3710094" y="1912293"/>
                  </a:lnTo>
                  <a:lnTo>
                    <a:pt x="3755202" y="1962640"/>
                  </a:lnTo>
                  <a:lnTo>
                    <a:pt x="3801374" y="2009490"/>
                  </a:lnTo>
                  <a:lnTo>
                    <a:pt x="3820202" y="2027251"/>
                  </a:lnTo>
                  <a:lnTo>
                    <a:pt x="3871418" y="2071706"/>
                  </a:lnTo>
                  <a:lnTo>
                    <a:pt x="3925017" y="2112351"/>
                  </a:lnTo>
                  <a:lnTo>
                    <a:pt x="3981654" y="2149318"/>
                  </a:lnTo>
                  <a:lnTo>
                    <a:pt x="4042053" y="2182864"/>
                  </a:lnTo>
                  <a:lnTo>
                    <a:pt x="4106962" y="2213294"/>
                  </a:lnTo>
                  <a:lnTo>
                    <a:pt x="4177117" y="2240930"/>
                  </a:lnTo>
                  <a:lnTo>
                    <a:pt x="4253196" y="2266070"/>
                  </a:lnTo>
                  <a:lnTo>
                    <a:pt x="4335750" y="2288981"/>
                  </a:lnTo>
                  <a:lnTo>
                    <a:pt x="4425125" y="2309887"/>
                  </a:lnTo>
                  <a:lnTo>
                    <a:pt x="4521349" y="2328959"/>
                  </a:lnTo>
                  <a:lnTo>
                    <a:pt x="4624005" y="2346319"/>
                  </a:lnTo>
                  <a:lnTo>
                    <a:pt x="4732092" y="2362036"/>
                  </a:lnTo>
                  <a:lnTo>
                    <a:pt x="4843903" y="2376133"/>
                  </a:lnTo>
                  <a:lnTo>
                    <a:pt x="4956962" y="2388600"/>
                  </a:lnTo>
                  <a:lnTo>
                    <a:pt x="5068059" y="2399401"/>
                  </a:lnTo>
                  <a:lnTo>
                    <a:pt x="5173452" y="2408507"/>
                  </a:lnTo>
                  <a:lnTo>
                    <a:pt x="5269231" y="2415913"/>
                  </a:lnTo>
                  <a:lnTo>
                    <a:pt x="5351828" y="2421663"/>
                  </a:lnTo>
                  <a:lnTo>
                    <a:pt x="5418577" y="2425869"/>
                  </a:lnTo>
                  <a:lnTo>
                    <a:pt x="5468193" y="2428711"/>
                  </a:lnTo>
                  <a:lnTo>
                    <a:pt x="5501054" y="2430427"/>
                  </a:lnTo>
                  <a:lnTo>
                    <a:pt x="5519239" y="2431297"/>
                  </a:lnTo>
                  <a:lnTo>
                    <a:pt x="5526379" y="2431610"/>
                  </a:lnTo>
                  <a:lnTo>
                    <a:pt x="5527445" y="2431654"/>
                  </a:lnTo>
                  <a:lnTo>
                    <a:pt x="6522385" y="2431654"/>
                  </a:lnTo>
                  <a:lnTo>
                    <a:pt x="6523521" y="2431660"/>
                  </a:lnTo>
                  <a:lnTo>
                    <a:pt x="6531014" y="2431707"/>
                  </a:lnTo>
                  <a:lnTo>
                    <a:pt x="6550004" y="2431837"/>
                  </a:lnTo>
                  <a:lnTo>
                    <a:pt x="6584204" y="2432093"/>
                  </a:lnTo>
                  <a:lnTo>
                    <a:pt x="6635685" y="2432516"/>
                  </a:lnTo>
                  <a:lnTo>
                    <a:pt x="6704716" y="2433141"/>
                  </a:lnTo>
                  <a:lnTo>
                    <a:pt x="6789831" y="2433994"/>
                  </a:lnTo>
                  <a:lnTo>
                    <a:pt x="6888141" y="2435091"/>
                  </a:lnTo>
                  <a:lnTo>
                    <a:pt x="6995867" y="2436436"/>
                  </a:lnTo>
                  <a:lnTo>
                    <a:pt x="7108938" y="2438030"/>
                  </a:lnTo>
                  <a:lnTo>
                    <a:pt x="7223515" y="2439866"/>
                  </a:lnTo>
                  <a:lnTo>
                    <a:pt x="7336365" y="2441941"/>
                  </a:lnTo>
                  <a:lnTo>
                    <a:pt x="7445038" y="2444253"/>
                  </a:lnTo>
                  <a:lnTo>
                    <a:pt x="7547897" y="2446807"/>
                  </a:lnTo>
                  <a:lnTo>
                    <a:pt x="7644023" y="2449614"/>
                  </a:lnTo>
                  <a:lnTo>
                    <a:pt x="7733089" y="2452695"/>
                  </a:lnTo>
                  <a:lnTo>
                    <a:pt x="7815205" y="2456075"/>
                  </a:lnTo>
                  <a:lnTo>
                    <a:pt x="7890789" y="2459791"/>
                  </a:lnTo>
                  <a:lnTo>
                    <a:pt x="7960455" y="2463883"/>
                  </a:lnTo>
                  <a:lnTo>
                    <a:pt x="8024928" y="2468397"/>
                  </a:lnTo>
                  <a:lnTo>
                    <a:pt x="8084982" y="2473379"/>
                  </a:lnTo>
                  <a:lnTo>
                    <a:pt x="8141392" y="2478874"/>
                  </a:lnTo>
                  <a:lnTo>
                    <a:pt x="8194896" y="2484916"/>
                  </a:lnTo>
                  <a:lnTo>
                    <a:pt x="8229629" y="2489301"/>
                  </a:lnTo>
                  <a:lnTo>
                    <a:pt x="8290656" y="2497910"/>
                  </a:lnTo>
                  <a:lnTo>
                    <a:pt x="8349791" y="2507375"/>
                  </a:lnTo>
                  <a:lnTo>
                    <a:pt x="8407733" y="2517710"/>
                  </a:lnTo>
                  <a:lnTo>
                    <a:pt x="8464995" y="2528900"/>
                  </a:lnTo>
                  <a:lnTo>
                    <a:pt x="8521944" y="2540900"/>
                  </a:lnTo>
                  <a:lnTo>
                    <a:pt x="8578818" y="2553631"/>
                  </a:lnTo>
                  <a:lnTo>
                    <a:pt x="8635755" y="2566981"/>
                  </a:lnTo>
                  <a:lnTo>
                    <a:pt x="8692805" y="2580808"/>
                  </a:lnTo>
                  <a:lnTo>
                    <a:pt x="8749955" y="2594948"/>
                  </a:lnTo>
                  <a:lnTo>
                    <a:pt x="8807154" y="2609215"/>
                  </a:lnTo>
                  <a:lnTo>
                    <a:pt x="8864328" y="2623421"/>
                  </a:lnTo>
                  <a:lnTo>
                    <a:pt x="8921418" y="2637379"/>
                  </a:lnTo>
                  <a:lnTo>
                    <a:pt x="8978392" y="2650915"/>
                  </a:lnTo>
                  <a:lnTo>
                    <a:pt x="9035278" y="2663879"/>
                  </a:lnTo>
                  <a:lnTo>
                    <a:pt x="9092179" y="2676147"/>
                  </a:lnTo>
                  <a:lnTo>
                    <a:pt x="9149296" y="2687629"/>
                  </a:lnTo>
                  <a:lnTo>
                    <a:pt x="9206947" y="2698269"/>
                  </a:lnTo>
                  <a:lnTo>
                    <a:pt x="9265592" y="2708041"/>
                  </a:lnTo>
                  <a:lnTo>
                    <a:pt x="9325859" y="2716949"/>
                  </a:lnTo>
                  <a:lnTo>
                    <a:pt x="9347647" y="2719889"/>
                  </a:lnTo>
                  <a:lnTo>
                    <a:pt x="9399568" y="2726307"/>
                  </a:lnTo>
                  <a:lnTo>
                    <a:pt x="9453944" y="2732168"/>
                  </a:lnTo>
                  <a:lnTo>
                    <a:pt x="9511460" y="2737491"/>
                  </a:lnTo>
                  <a:lnTo>
                    <a:pt x="9572870" y="2742315"/>
                  </a:lnTo>
                  <a:lnTo>
                    <a:pt x="9638954" y="2746686"/>
                  </a:lnTo>
                  <a:lnTo>
                    <a:pt x="9710476" y="2750650"/>
                  </a:lnTo>
                  <a:lnTo>
                    <a:pt x="9788132" y="2754252"/>
                  </a:lnTo>
                  <a:lnTo>
                    <a:pt x="9872483" y="2757532"/>
                  </a:lnTo>
                  <a:lnTo>
                    <a:pt x="9963860" y="2760521"/>
                  </a:lnTo>
                  <a:lnTo>
                    <a:pt x="10062246" y="2763243"/>
                  </a:lnTo>
                  <a:lnTo>
                    <a:pt x="10167136" y="2765717"/>
                  </a:lnTo>
                  <a:lnTo>
                    <a:pt x="10277391" y="2767952"/>
                  </a:lnTo>
                  <a:lnTo>
                    <a:pt x="10391113" y="2769949"/>
                  </a:lnTo>
                  <a:lnTo>
                    <a:pt x="10505589" y="2771707"/>
                  </a:lnTo>
                  <a:lnTo>
                    <a:pt x="10617358" y="2773220"/>
                  </a:lnTo>
                  <a:lnTo>
                    <a:pt x="10722456" y="2774484"/>
                  </a:lnTo>
                  <a:lnTo>
                    <a:pt x="10816843" y="2775500"/>
                  </a:lnTo>
                  <a:lnTo>
                    <a:pt x="10896966" y="2776276"/>
                  </a:lnTo>
                  <a:lnTo>
                    <a:pt x="10960349" y="2776832"/>
                  </a:lnTo>
                  <a:lnTo>
                    <a:pt x="11006071" y="2777196"/>
                  </a:lnTo>
                  <a:lnTo>
                    <a:pt x="11034994" y="2777406"/>
                  </a:lnTo>
                  <a:lnTo>
                    <a:pt x="11049749" y="2777504"/>
                  </a:lnTo>
                  <a:lnTo>
                    <a:pt x="11054538" y="2777534"/>
                  </a:lnTo>
                  <a:lnTo>
                    <a:pt x="11054891" y="2777536"/>
                  </a:lnTo>
                  <a:lnTo>
                    <a:pt x="12049831" y="2777536"/>
                  </a:lnTo>
                  <a:lnTo>
                    <a:pt x="12049831" y="2772295"/>
                  </a:lnTo>
                  <a:lnTo>
                    <a:pt x="11054891" y="2772295"/>
                  </a:lnTo>
                  <a:lnTo>
                    <a:pt x="11053756" y="2772288"/>
                  </a:lnTo>
                  <a:lnTo>
                    <a:pt x="11046262" y="2772241"/>
                  </a:lnTo>
                  <a:lnTo>
                    <a:pt x="11027273" y="2772111"/>
                  </a:lnTo>
                  <a:lnTo>
                    <a:pt x="10993073" y="2771855"/>
                  </a:lnTo>
                  <a:lnTo>
                    <a:pt x="10941592" y="2771432"/>
                  </a:lnTo>
                  <a:lnTo>
                    <a:pt x="10872560" y="2770807"/>
                  </a:lnTo>
                  <a:lnTo>
                    <a:pt x="10787446" y="2769954"/>
                  </a:lnTo>
                  <a:lnTo>
                    <a:pt x="10689136" y="2768858"/>
                  </a:lnTo>
                  <a:lnTo>
                    <a:pt x="10581409" y="2767512"/>
                  </a:lnTo>
                  <a:lnTo>
                    <a:pt x="10468338" y="2765919"/>
                  </a:lnTo>
                  <a:lnTo>
                    <a:pt x="10353761" y="2764082"/>
                  </a:lnTo>
                  <a:lnTo>
                    <a:pt x="10240912" y="2762008"/>
                  </a:lnTo>
                  <a:lnTo>
                    <a:pt x="10132238" y="2759696"/>
                  </a:lnTo>
                  <a:lnTo>
                    <a:pt x="10029380" y="2757142"/>
                  </a:lnTo>
                  <a:lnTo>
                    <a:pt x="9933253" y="2754335"/>
                  </a:lnTo>
                  <a:lnTo>
                    <a:pt x="9844188" y="2751254"/>
                  </a:lnTo>
                  <a:lnTo>
                    <a:pt x="9762071" y="2747873"/>
                  </a:lnTo>
                  <a:lnTo>
                    <a:pt x="9686487" y="2744157"/>
                  </a:lnTo>
                  <a:lnTo>
                    <a:pt x="9616821" y="2740065"/>
                  </a:lnTo>
                  <a:lnTo>
                    <a:pt x="9552349" y="2735552"/>
                  </a:lnTo>
                  <a:lnTo>
                    <a:pt x="9492295" y="2730570"/>
                  </a:lnTo>
                  <a:lnTo>
                    <a:pt x="9435884" y="2725075"/>
                  </a:lnTo>
                  <a:lnTo>
                    <a:pt x="9382381" y="2719033"/>
                  </a:lnTo>
                  <a:lnTo>
                    <a:pt x="9347647" y="2714648"/>
                  </a:lnTo>
                  <a:lnTo>
                    <a:pt x="9286621" y="2706039"/>
                  </a:lnTo>
                  <a:lnTo>
                    <a:pt x="9227485" y="2696573"/>
                  </a:lnTo>
                  <a:lnTo>
                    <a:pt x="9169544" y="2686238"/>
                  </a:lnTo>
                  <a:lnTo>
                    <a:pt x="9112281" y="2675048"/>
                  </a:lnTo>
                  <a:lnTo>
                    <a:pt x="9055333" y="2663049"/>
                  </a:lnTo>
                  <a:lnTo>
                    <a:pt x="8998458" y="2650318"/>
                  </a:lnTo>
                  <a:lnTo>
                    <a:pt x="8941522" y="2636968"/>
                  </a:lnTo>
                  <a:lnTo>
                    <a:pt x="8884472" y="2623140"/>
                  </a:lnTo>
                  <a:lnTo>
                    <a:pt x="8827321" y="2609001"/>
                  </a:lnTo>
                  <a:lnTo>
                    <a:pt x="8770123" y="2594733"/>
                  </a:lnTo>
                  <a:lnTo>
                    <a:pt x="8712948" y="2580527"/>
                  </a:lnTo>
                  <a:lnTo>
                    <a:pt x="8655859" y="2566570"/>
                  </a:lnTo>
                  <a:lnTo>
                    <a:pt x="8598884" y="2553034"/>
                  </a:lnTo>
                  <a:lnTo>
                    <a:pt x="8541999" y="2540070"/>
                  </a:lnTo>
                  <a:lnTo>
                    <a:pt x="8485098" y="2527802"/>
                  </a:lnTo>
                  <a:lnTo>
                    <a:pt x="8427981" y="2516320"/>
                  </a:lnTo>
                  <a:lnTo>
                    <a:pt x="8370329" y="2505680"/>
                  </a:lnTo>
                  <a:lnTo>
                    <a:pt x="8311684" y="2495908"/>
                  </a:lnTo>
                  <a:lnTo>
                    <a:pt x="8251417" y="2487000"/>
                  </a:lnTo>
                  <a:lnTo>
                    <a:pt x="8229629" y="2484060"/>
                  </a:lnTo>
                  <a:lnTo>
                    <a:pt x="8177709" y="2477642"/>
                  </a:lnTo>
                  <a:lnTo>
                    <a:pt x="8123333" y="2471781"/>
                  </a:lnTo>
                  <a:lnTo>
                    <a:pt x="8065817" y="2466457"/>
                  </a:lnTo>
                  <a:lnTo>
                    <a:pt x="8004407" y="2461633"/>
                  </a:lnTo>
                  <a:lnTo>
                    <a:pt x="7938323" y="2457263"/>
                  </a:lnTo>
                  <a:lnTo>
                    <a:pt x="7866801" y="2453299"/>
                  </a:lnTo>
                  <a:lnTo>
                    <a:pt x="7789144" y="2449696"/>
                  </a:lnTo>
                  <a:lnTo>
                    <a:pt x="7704793" y="2446417"/>
                  </a:lnTo>
                  <a:lnTo>
                    <a:pt x="7613416" y="2443428"/>
                  </a:lnTo>
                  <a:lnTo>
                    <a:pt x="7515031" y="2440705"/>
                  </a:lnTo>
                  <a:lnTo>
                    <a:pt x="7410141" y="2438231"/>
                  </a:lnTo>
                  <a:lnTo>
                    <a:pt x="7299886" y="2435997"/>
                  </a:lnTo>
                  <a:lnTo>
                    <a:pt x="7186163" y="2434000"/>
                  </a:lnTo>
                  <a:lnTo>
                    <a:pt x="7071688" y="2432242"/>
                  </a:lnTo>
                  <a:lnTo>
                    <a:pt x="6959919" y="2430729"/>
                  </a:lnTo>
                  <a:lnTo>
                    <a:pt x="6854820" y="2429465"/>
                  </a:lnTo>
                  <a:lnTo>
                    <a:pt x="6760433" y="2428449"/>
                  </a:lnTo>
                  <a:lnTo>
                    <a:pt x="6680311" y="2427673"/>
                  </a:lnTo>
                  <a:lnTo>
                    <a:pt x="6616927" y="2427117"/>
                  </a:lnTo>
                  <a:lnTo>
                    <a:pt x="6571206" y="2426753"/>
                  </a:lnTo>
                  <a:lnTo>
                    <a:pt x="6542283" y="2426542"/>
                  </a:lnTo>
                  <a:lnTo>
                    <a:pt x="6527527" y="2426444"/>
                  </a:lnTo>
                  <a:lnTo>
                    <a:pt x="6522738" y="2426415"/>
                  </a:lnTo>
                  <a:lnTo>
                    <a:pt x="6522385" y="2426413"/>
                  </a:lnTo>
                  <a:lnTo>
                    <a:pt x="5527445" y="2426413"/>
                  </a:lnTo>
                  <a:lnTo>
                    <a:pt x="5526354" y="2426369"/>
                  </a:lnTo>
                  <a:lnTo>
                    <a:pt x="5519144" y="2426052"/>
                  </a:lnTo>
                  <a:lnTo>
                    <a:pt x="5500854" y="2425177"/>
                  </a:lnTo>
                  <a:lnTo>
                    <a:pt x="5467866" y="2423452"/>
                  </a:lnTo>
                  <a:lnTo>
                    <a:pt x="5418113" y="2420600"/>
                  </a:lnTo>
                  <a:lnTo>
                    <a:pt x="5351231" y="2416383"/>
                  </a:lnTo>
                  <a:lnTo>
                    <a:pt x="5268518" y="2410620"/>
                  </a:lnTo>
                  <a:lnTo>
                    <a:pt x="5172648" y="2403201"/>
                  </a:lnTo>
                  <a:lnTo>
                    <a:pt x="5067194" y="2394082"/>
                  </a:lnTo>
                  <a:lnTo>
                    <a:pt x="4956067" y="2383267"/>
                  </a:lnTo>
                  <a:lnTo>
                    <a:pt x="4843007" y="2370787"/>
                  </a:lnTo>
                  <a:lnTo>
                    <a:pt x="4731216" y="2356676"/>
                  </a:lnTo>
                  <a:lnTo>
                    <a:pt x="4623166" y="2340947"/>
                  </a:lnTo>
                  <a:lnTo>
                    <a:pt x="4520558" y="2323574"/>
                  </a:lnTo>
                  <a:lnTo>
                    <a:pt x="4424388" y="2304488"/>
                  </a:lnTo>
                  <a:lnTo>
                    <a:pt x="4335068" y="2283567"/>
                  </a:lnTo>
                  <a:lnTo>
                    <a:pt x="4252567" y="2260639"/>
                  </a:lnTo>
                  <a:lnTo>
                    <a:pt x="4176537" y="2235480"/>
                  </a:lnTo>
                  <a:lnTo>
                    <a:pt x="4106426" y="2207824"/>
                  </a:lnTo>
                  <a:lnTo>
                    <a:pt x="4041556" y="2177369"/>
                  </a:lnTo>
                  <a:lnTo>
                    <a:pt x="3981191" y="2143798"/>
                  </a:lnTo>
                  <a:lnTo>
                    <a:pt x="3924580" y="2106802"/>
                  </a:lnTo>
                  <a:lnTo>
                    <a:pt x="3871003" y="2066127"/>
                  </a:lnTo>
                  <a:lnTo>
                    <a:pt x="3820202" y="2022011"/>
                  </a:lnTo>
                  <a:lnTo>
                    <a:pt x="3773502" y="1976532"/>
                  </a:lnTo>
                  <a:lnTo>
                    <a:pt x="3728010" y="1927591"/>
                  </a:lnTo>
                  <a:lnTo>
                    <a:pt x="3683384" y="1875117"/>
                  </a:lnTo>
                  <a:lnTo>
                    <a:pt x="3639354" y="1819102"/>
                  </a:lnTo>
                  <a:lnTo>
                    <a:pt x="3595702" y="1759607"/>
                  </a:lnTo>
                  <a:lnTo>
                    <a:pt x="3552265" y="1696764"/>
                  </a:lnTo>
                  <a:lnTo>
                    <a:pt x="3508920" y="1630786"/>
                  </a:lnTo>
                  <a:lnTo>
                    <a:pt x="3465583" y="1561963"/>
                  </a:lnTo>
                  <a:lnTo>
                    <a:pt x="3422204" y="1490663"/>
                  </a:lnTo>
                  <a:lnTo>
                    <a:pt x="3378759" y="1417325"/>
                  </a:lnTo>
                  <a:lnTo>
                    <a:pt x="3335249" y="1342448"/>
                  </a:lnTo>
                  <a:lnTo>
                    <a:pt x="3291689" y="1266578"/>
                  </a:lnTo>
                  <a:lnTo>
                    <a:pt x="3248107" y="1190295"/>
                  </a:lnTo>
                  <a:lnTo>
                    <a:pt x="3204534" y="1114189"/>
                  </a:lnTo>
                  <a:lnTo>
                    <a:pt x="3161002" y="1038847"/>
                  </a:lnTo>
                  <a:lnTo>
                    <a:pt x="3117530" y="964831"/>
                  </a:lnTo>
                  <a:lnTo>
                    <a:pt x="3074126" y="892661"/>
                  </a:lnTo>
                  <a:lnTo>
                    <a:pt x="3030777" y="822801"/>
                  </a:lnTo>
                  <a:lnTo>
                    <a:pt x="2987443" y="755647"/>
                  </a:lnTo>
                  <a:lnTo>
                    <a:pt x="2944055" y="691521"/>
                  </a:lnTo>
                  <a:lnTo>
                    <a:pt x="2900506" y="630668"/>
                  </a:lnTo>
                  <a:lnTo>
                    <a:pt x="2856650" y="573252"/>
                  </a:lnTo>
                  <a:lnTo>
                    <a:pt x="2812291" y="519361"/>
                  </a:lnTo>
                  <a:lnTo>
                    <a:pt x="2767183" y="469013"/>
                  </a:lnTo>
                  <a:lnTo>
                    <a:pt x="2721011" y="422163"/>
                  </a:lnTo>
                  <a:lnTo>
                    <a:pt x="2702183" y="404402"/>
                  </a:lnTo>
                  <a:lnTo>
                    <a:pt x="2650967" y="359948"/>
                  </a:lnTo>
                  <a:lnTo>
                    <a:pt x="2597368" y="319303"/>
                  </a:lnTo>
                  <a:lnTo>
                    <a:pt x="2540731" y="282335"/>
                  </a:lnTo>
                  <a:lnTo>
                    <a:pt x="2480332" y="248790"/>
                  </a:lnTo>
                  <a:lnTo>
                    <a:pt x="2415423" y="218359"/>
                  </a:lnTo>
                  <a:lnTo>
                    <a:pt x="2345268" y="190724"/>
                  </a:lnTo>
                  <a:lnTo>
                    <a:pt x="2269189" y="165583"/>
                  </a:lnTo>
                  <a:lnTo>
                    <a:pt x="2186635" y="142672"/>
                  </a:lnTo>
                  <a:lnTo>
                    <a:pt x="2097260" y="121766"/>
                  </a:lnTo>
                  <a:lnTo>
                    <a:pt x="2001036" y="102694"/>
                  </a:lnTo>
                  <a:lnTo>
                    <a:pt x="1898380" y="85335"/>
                  </a:lnTo>
                  <a:lnTo>
                    <a:pt x="1790293" y="69618"/>
                  </a:lnTo>
                  <a:lnTo>
                    <a:pt x="1678482" y="55520"/>
                  </a:lnTo>
                  <a:lnTo>
                    <a:pt x="1565423" y="43054"/>
                  </a:lnTo>
                  <a:lnTo>
                    <a:pt x="1454326" y="32252"/>
                  </a:lnTo>
                  <a:lnTo>
                    <a:pt x="1348933" y="23146"/>
                  </a:lnTo>
                  <a:lnTo>
                    <a:pt x="1253154" y="15740"/>
                  </a:lnTo>
                  <a:lnTo>
                    <a:pt x="1170557" y="9990"/>
                  </a:lnTo>
                  <a:lnTo>
                    <a:pt x="1103808" y="5784"/>
                  </a:lnTo>
                  <a:lnTo>
                    <a:pt x="1054192" y="2943"/>
                  </a:lnTo>
                  <a:lnTo>
                    <a:pt x="1021331" y="1226"/>
                  </a:lnTo>
                  <a:lnTo>
                    <a:pt x="1003146" y="356"/>
                  </a:lnTo>
                  <a:lnTo>
                    <a:pt x="996006" y="4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53" name="pl252"/>
            <p:cNvSpPr/>
            <p:nvPr/>
          </p:nvSpPr>
          <p:spPr>
            <a:xfrm>
              <a:off x="1199187" y="3736407"/>
              <a:ext cx="12049831" cy="2772295"/>
            </a:xfrm>
            <a:custGeom>
              <a:avLst/>
              <a:pathLst>
                <a:path w="12049831" h="2772295">
                  <a:moveTo>
                    <a:pt x="0" y="0"/>
                  </a:moveTo>
                  <a:lnTo>
                    <a:pt x="994940" y="0"/>
                  </a:lnTo>
                  <a:lnTo>
                    <a:pt x="996031" y="44"/>
                  </a:lnTo>
                  <a:lnTo>
                    <a:pt x="1003241" y="361"/>
                  </a:lnTo>
                  <a:lnTo>
                    <a:pt x="1021531" y="1236"/>
                  </a:lnTo>
                  <a:lnTo>
                    <a:pt x="1054519" y="2960"/>
                  </a:lnTo>
                  <a:lnTo>
                    <a:pt x="1104272" y="5812"/>
                  </a:lnTo>
                  <a:lnTo>
                    <a:pt x="1171154" y="10030"/>
                  </a:lnTo>
                  <a:lnTo>
                    <a:pt x="1253867" y="15793"/>
                  </a:lnTo>
                  <a:lnTo>
                    <a:pt x="1349737" y="23211"/>
                  </a:lnTo>
                  <a:lnTo>
                    <a:pt x="1455191" y="32331"/>
                  </a:lnTo>
                  <a:lnTo>
                    <a:pt x="1566318" y="43146"/>
                  </a:lnTo>
                  <a:lnTo>
                    <a:pt x="1679378" y="55625"/>
                  </a:lnTo>
                  <a:lnTo>
                    <a:pt x="1791169" y="69736"/>
                  </a:lnTo>
                  <a:lnTo>
                    <a:pt x="1899219" y="85466"/>
                  </a:lnTo>
                  <a:lnTo>
                    <a:pt x="2001827" y="102839"/>
                  </a:lnTo>
                  <a:lnTo>
                    <a:pt x="2097997" y="121925"/>
                  </a:lnTo>
                  <a:lnTo>
                    <a:pt x="2187317" y="142846"/>
                  </a:lnTo>
                  <a:lnTo>
                    <a:pt x="2269818" y="165774"/>
                  </a:lnTo>
                  <a:lnTo>
                    <a:pt x="2345848" y="190933"/>
                  </a:lnTo>
                  <a:lnTo>
                    <a:pt x="2415959" y="218589"/>
                  </a:lnTo>
                  <a:lnTo>
                    <a:pt x="2480829" y="249043"/>
                  </a:lnTo>
                  <a:lnTo>
                    <a:pt x="2541194" y="282614"/>
                  </a:lnTo>
                  <a:lnTo>
                    <a:pt x="2597805" y="319611"/>
                  </a:lnTo>
                  <a:lnTo>
                    <a:pt x="2651382" y="360286"/>
                  </a:lnTo>
                  <a:lnTo>
                    <a:pt x="2702183" y="404402"/>
                  </a:lnTo>
                  <a:lnTo>
                    <a:pt x="2748883" y="449881"/>
                  </a:lnTo>
                  <a:lnTo>
                    <a:pt x="2794375" y="498822"/>
                  </a:lnTo>
                  <a:lnTo>
                    <a:pt x="2839001" y="551296"/>
                  </a:lnTo>
                  <a:lnTo>
                    <a:pt x="2883031" y="607310"/>
                  </a:lnTo>
                  <a:lnTo>
                    <a:pt x="2926683" y="666806"/>
                  </a:lnTo>
                  <a:lnTo>
                    <a:pt x="2970120" y="729649"/>
                  </a:lnTo>
                  <a:lnTo>
                    <a:pt x="3013465" y="795627"/>
                  </a:lnTo>
                  <a:lnTo>
                    <a:pt x="3056802" y="864450"/>
                  </a:lnTo>
                  <a:lnTo>
                    <a:pt x="3100181" y="935749"/>
                  </a:lnTo>
                  <a:lnTo>
                    <a:pt x="3143626" y="1009087"/>
                  </a:lnTo>
                  <a:lnTo>
                    <a:pt x="3187136" y="1083965"/>
                  </a:lnTo>
                  <a:lnTo>
                    <a:pt x="3230696" y="1159835"/>
                  </a:lnTo>
                  <a:lnTo>
                    <a:pt x="3274278" y="1236118"/>
                  </a:lnTo>
                  <a:lnTo>
                    <a:pt x="3317851" y="1312224"/>
                  </a:lnTo>
                  <a:lnTo>
                    <a:pt x="3361383" y="1387565"/>
                  </a:lnTo>
                  <a:lnTo>
                    <a:pt x="3404855" y="1461581"/>
                  </a:lnTo>
                  <a:lnTo>
                    <a:pt x="3448259" y="1533751"/>
                  </a:lnTo>
                  <a:lnTo>
                    <a:pt x="3491608" y="1603612"/>
                  </a:lnTo>
                  <a:lnTo>
                    <a:pt x="3534942" y="1670766"/>
                  </a:lnTo>
                  <a:lnTo>
                    <a:pt x="3578330" y="1734891"/>
                  </a:lnTo>
                  <a:lnTo>
                    <a:pt x="3621879" y="1795744"/>
                  </a:lnTo>
                  <a:lnTo>
                    <a:pt x="3665735" y="1853161"/>
                  </a:lnTo>
                  <a:lnTo>
                    <a:pt x="3710094" y="1907052"/>
                  </a:lnTo>
                  <a:lnTo>
                    <a:pt x="3755202" y="1957399"/>
                  </a:lnTo>
                  <a:lnTo>
                    <a:pt x="3801374" y="2004250"/>
                  </a:lnTo>
                  <a:lnTo>
                    <a:pt x="3820202" y="2022011"/>
                  </a:lnTo>
                  <a:lnTo>
                    <a:pt x="3871418" y="2066465"/>
                  </a:lnTo>
                  <a:lnTo>
                    <a:pt x="3925017" y="2107110"/>
                  </a:lnTo>
                  <a:lnTo>
                    <a:pt x="3981654" y="2144078"/>
                  </a:lnTo>
                  <a:lnTo>
                    <a:pt x="4042053" y="2177623"/>
                  </a:lnTo>
                  <a:lnTo>
                    <a:pt x="4106962" y="2208054"/>
                  </a:lnTo>
                  <a:lnTo>
                    <a:pt x="4177117" y="2235689"/>
                  </a:lnTo>
                  <a:lnTo>
                    <a:pt x="4253196" y="2260829"/>
                  </a:lnTo>
                  <a:lnTo>
                    <a:pt x="4335750" y="2283741"/>
                  </a:lnTo>
                  <a:lnTo>
                    <a:pt x="4425125" y="2304646"/>
                  </a:lnTo>
                  <a:lnTo>
                    <a:pt x="4521349" y="2323718"/>
                  </a:lnTo>
                  <a:lnTo>
                    <a:pt x="4624005" y="2341078"/>
                  </a:lnTo>
                  <a:lnTo>
                    <a:pt x="4732092" y="2356795"/>
                  </a:lnTo>
                  <a:lnTo>
                    <a:pt x="4843903" y="2370893"/>
                  </a:lnTo>
                  <a:lnTo>
                    <a:pt x="4956962" y="2383359"/>
                  </a:lnTo>
                  <a:lnTo>
                    <a:pt x="5068059" y="2394161"/>
                  </a:lnTo>
                  <a:lnTo>
                    <a:pt x="5173452" y="2403267"/>
                  </a:lnTo>
                  <a:lnTo>
                    <a:pt x="5269231" y="2410672"/>
                  </a:lnTo>
                  <a:lnTo>
                    <a:pt x="5351828" y="2416422"/>
                  </a:lnTo>
                  <a:lnTo>
                    <a:pt x="5418577" y="2420628"/>
                  </a:lnTo>
                  <a:lnTo>
                    <a:pt x="5468193" y="2423470"/>
                  </a:lnTo>
                  <a:lnTo>
                    <a:pt x="5501054" y="2425187"/>
                  </a:lnTo>
                  <a:lnTo>
                    <a:pt x="5519239" y="2426056"/>
                  </a:lnTo>
                  <a:lnTo>
                    <a:pt x="5526379" y="2426370"/>
                  </a:lnTo>
                  <a:lnTo>
                    <a:pt x="5527445" y="2426413"/>
                  </a:lnTo>
                  <a:lnTo>
                    <a:pt x="6522385" y="2426413"/>
                  </a:lnTo>
                  <a:lnTo>
                    <a:pt x="6523521" y="2426420"/>
                  </a:lnTo>
                  <a:lnTo>
                    <a:pt x="6531014" y="2426467"/>
                  </a:lnTo>
                  <a:lnTo>
                    <a:pt x="6550004" y="2426597"/>
                  </a:lnTo>
                  <a:lnTo>
                    <a:pt x="6584204" y="2426853"/>
                  </a:lnTo>
                  <a:lnTo>
                    <a:pt x="6635685" y="2427276"/>
                  </a:lnTo>
                  <a:lnTo>
                    <a:pt x="6704716" y="2427901"/>
                  </a:lnTo>
                  <a:lnTo>
                    <a:pt x="6789831" y="2428754"/>
                  </a:lnTo>
                  <a:lnTo>
                    <a:pt x="6888141" y="2429850"/>
                  </a:lnTo>
                  <a:lnTo>
                    <a:pt x="6995867" y="2431196"/>
                  </a:lnTo>
                  <a:lnTo>
                    <a:pt x="7108938" y="2432789"/>
                  </a:lnTo>
                  <a:lnTo>
                    <a:pt x="7223515" y="2434626"/>
                  </a:lnTo>
                  <a:lnTo>
                    <a:pt x="7336365" y="2436700"/>
                  </a:lnTo>
                  <a:lnTo>
                    <a:pt x="7445038" y="2439012"/>
                  </a:lnTo>
                  <a:lnTo>
                    <a:pt x="7547897" y="2441566"/>
                  </a:lnTo>
                  <a:lnTo>
                    <a:pt x="7644023" y="2444373"/>
                  </a:lnTo>
                  <a:lnTo>
                    <a:pt x="7733089" y="2447454"/>
                  </a:lnTo>
                  <a:lnTo>
                    <a:pt x="7815205" y="2450835"/>
                  </a:lnTo>
                  <a:lnTo>
                    <a:pt x="7890789" y="2454551"/>
                  </a:lnTo>
                  <a:lnTo>
                    <a:pt x="7960455" y="2458643"/>
                  </a:lnTo>
                  <a:lnTo>
                    <a:pt x="8024928" y="2463156"/>
                  </a:lnTo>
                  <a:lnTo>
                    <a:pt x="8084982" y="2468138"/>
                  </a:lnTo>
                  <a:lnTo>
                    <a:pt x="8141392" y="2473633"/>
                  </a:lnTo>
                  <a:lnTo>
                    <a:pt x="8194896" y="2479675"/>
                  </a:lnTo>
                  <a:lnTo>
                    <a:pt x="8229629" y="2484060"/>
                  </a:lnTo>
                  <a:lnTo>
                    <a:pt x="8290656" y="2492669"/>
                  </a:lnTo>
                  <a:lnTo>
                    <a:pt x="8349791" y="2502135"/>
                  </a:lnTo>
                  <a:lnTo>
                    <a:pt x="8407733" y="2512470"/>
                  </a:lnTo>
                  <a:lnTo>
                    <a:pt x="8464995" y="2523660"/>
                  </a:lnTo>
                  <a:lnTo>
                    <a:pt x="8521944" y="2535659"/>
                  </a:lnTo>
                  <a:lnTo>
                    <a:pt x="8578818" y="2548390"/>
                  </a:lnTo>
                  <a:lnTo>
                    <a:pt x="8635755" y="2561740"/>
                  </a:lnTo>
                  <a:lnTo>
                    <a:pt x="8692805" y="2575568"/>
                  </a:lnTo>
                  <a:lnTo>
                    <a:pt x="8749955" y="2589707"/>
                  </a:lnTo>
                  <a:lnTo>
                    <a:pt x="8807154" y="2603975"/>
                  </a:lnTo>
                  <a:lnTo>
                    <a:pt x="8864328" y="2618181"/>
                  </a:lnTo>
                  <a:lnTo>
                    <a:pt x="8921418" y="2632138"/>
                  </a:lnTo>
                  <a:lnTo>
                    <a:pt x="8978392" y="2645675"/>
                  </a:lnTo>
                  <a:lnTo>
                    <a:pt x="9035278" y="2658638"/>
                  </a:lnTo>
                  <a:lnTo>
                    <a:pt x="9092179" y="2670906"/>
                  </a:lnTo>
                  <a:lnTo>
                    <a:pt x="9149296" y="2682388"/>
                  </a:lnTo>
                  <a:lnTo>
                    <a:pt x="9206947" y="2693028"/>
                  </a:lnTo>
                  <a:lnTo>
                    <a:pt x="9265592" y="2702800"/>
                  </a:lnTo>
                  <a:lnTo>
                    <a:pt x="9325859" y="2711708"/>
                  </a:lnTo>
                  <a:lnTo>
                    <a:pt x="9347647" y="2714648"/>
                  </a:lnTo>
                  <a:lnTo>
                    <a:pt x="9399568" y="2721066"/>
                  </a:lnTo>
                  <a:lnTo>
                    <a:pt x="9453944" y="2726927"/>
                  </a:lnTo>
                  <a:lnTo>
                    <a:pt x="9511460" y="2732251"/>
                  </a:lnTo>
                  <a:lnTo>
                    <a:pt x="9572870" y="2737075"/>
                  </a:lnTo>
                  <a:lnTo>
                    <a:pt x="9638954" y="2741445"/>
                  </a:lnTo>
                  <a:lnTo>
                    <a:pt x="9710476" y="2745409"/>
                  </a:lnTo>
                  <a:lnTo>
                    <a:pt x="9788132" y="2749012"/>
                  </a:lnTo>
                  <a:lnTo>
                    <a:pt x="9872483" y="2752291"/>
                  </a:lnTo>
                  <a:lnTo>
                    <a:pt x="9963860" y="2755280"/>
                  </a:lnTo>
                  <a:lnTo>
                    <a:pt x="10062246" y="2758003"/>
                  </a:lnTo>
                  <a:lnTo>
                    <a:pt x="10167136" y="2760477"/>
                  </a:lnTo>
                  <a:lnTo>
                    <a:pt x="10277391" y="2762711"/>
                  </a:lnTo>
                  <a:lnTo>
                    <a:pt x="10391113" y="2764708"/>
                  </a:lnTo>
                  <a:lnTo>
                    <a:pt x="10505589" y="2766466"/>
                  </a:lnTo>
                  <a:lnTo>
                    <a:pt x="10617358" y="2767979"/>
                  </a:lnTo>
                  <a:lnTo>
                    <a:pt x="10722456" y="2769243"/>
                  </a:lnTo>
                  <a:lnTo>
                    <a:pt x="10816843" y="2770259"/>
                  </a:lnTo>
                  <a:lnTo>
                    <a:pt x="10896966" y="2771035"/>
                  </a:lnTo>
                  <a:lnTo>
                    <a:pt x="10960349" y="2771591"/>
                  </a:lnTo>
                  <a:lnTo>
                    <a:pt x="11006071" y="2771955"/>
                  </a:lnTo>
                  <a:lnTo>
                    <a:pt x="11034994" y="2772166"/>
                  </a:lnTo>
                  <a:lnTo>
                    <a:pt x="11049749" y="2772264"/>
                  </a:lnTo>
                  <a:lnTo>
                    <a:pt x="11054538" y="2772293"/>
                  </a:lnTo>
                  <a:lnTo>
                    <a:pt x="11054891" y="2772295"/>
                  </a:lnTo>
                  <a:lnTo>
                    <a:pt x="12049831" y="2772295"/>
                  </a:lnTo>
                  <a:lnTo>
                    <a:pt x="12049831" y="27722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4" name="pl253"/>
            <p:cNvSpPr/>
            <p:nvPr/>
          </p:nvSpPr>
          <p:spPr>
            <a:xfrm>
              <a:off x="1199187" y="3731166"/>
              <a:ext cx="12049831" cy="2772295"/>
            </a:xfrm>
            <a:custGeom>
              <a:avLst/>
              <a:pathLst>
                <a:path w="12049831" h="2772295">
                  <a:moveTo>
                    <a:pt x="12049831" y="2772295"/>
                  </a:moveTo>
                  <a:lnTo>
                    <a:pt x="11054891" y="2772295"/>
                  </a:lnTo>
                  <a:lnTo>
                    <a:pt x="11053756" y="2772288"/>
                  </a:lnTo>
                  <a:lnTo>
                    <a:pt x="11046262" y="2772241"/>
                  </a:lnTo>
                  <a:lnTo>
                    <a:pt x="11027273" y="2772111"/>
                  </a:lnTo>
                  <a:lnTo>
                    <a:pt x="10993073" y="2771855"/>
                  </a:lnTo>
                  <a:lnTo>
                    <a:pt x="10941592" y="2771432"/>
                  </a:lnTo>
                  <a:lnTo>
                    <a:pt x="10872560" y="2770807"/>
                  </a:lnTo>
                  <a:lnTo>
                    <a:pt x="10787446" y="2769954"/>
                  </a:lnTo>
                  <a:lnTo>
                    <a:pt x="10689136" y="2768858"/>
                  </a:lnTo>
                  <a:lnTo>
                    <a:pt x="10581409" y="2767512"/>
                  </a:lnTo>
                  <a:lnTo>
                    <a:pt x="10468338" y="2765919"/>
                  </a:lnTo>
                  <a:lnTo>
                    <a:pt x="10353761" y="2764082"/>
                  </a:lnTo>
                  <a:lnTo>
                    <a:pt x="10240912" y="2762008"/>
                  </a:lnTo>
                  <a:lnTo>
                    <a:pt x="10132238" y="2759696"/>
                  </a:lnTo>
                  <a:lnTo>
                    <a:pt x="10029380" y="2757142"/>
                  </a:lnTo>
                  <a:lnTo>
                    <a:pt x="9933253" y="2754335"/>
                  </a:lnTo>
                  <a:lnTo>
                    <a:pt x="9844188" y="2751254"/>
                  </a:lnTo>
                  <a:lnTo>
                    <a:pt x="9762071" y="2747873"/>
                  </a:lnTo>
                  <a:lnTo>
                    <a:pt x="9686487" y="2744157"/>
                  </a:lnTo>
                  <a:lnTo>
                    <a:pt x="9616821" y="2740065"/>
                  </a:lnTo>
                  <a:lnTo>
                    <a:pt x="9552349" y="2735552"/>
                  </a:lnTo>
                  <a:lnTo>
                    <a:pt x="9492295" y="2730570"/>
                  </a:lnTo>
                  <a:lnTo>
                    <a:pt x="9435884" y="2725075"/>
                  </a:lnTo>
                  <a:lnTo>
                    <a:pt x="9382381" y="2719033"/>
                  </a:lnTo>
                  <a:lnTo>
                    <a:pt x="9347647" y="2714648"/>
                  </a:lnTo>
                  <a:lnTo>
                    <a:pt x="9286621" y="2706039"/>
                  </a:lnTo>
                  <a:lnTo>
                    <a:pt x="9227485" y="2696573"/>
                  </a:lnTo>
                  <a:lnTo>
                    <a:pt x="9169544" y="2686238"/>
                  </a:lnTo>
                  <a:lnTo>
                    <a:pt x="9112281" y="2675048"/>
                  </a:lnTo>
                  <a:lnTo>
                    <a:pt x="9055333" y="2663049"/>
                  </a:lnTo>
                  <a:lnTo>
                    <a:pt x="8998458" y="2650318"/>
                  </a:lnTo>
                  <a:lnTo>
                    <a:pt x="8941522" y="2636968"/>
                  </a:lnTo>
                  <a:lnTo>
                    <a:pt x="8884472" y="2623140"/>
                  </a:lnTo>
                  <a:lnTo>
                    <a:pt x="8827321" y="2609001"/>
                  </a:lnTo>
                  <a:lnTo>
                    <a:pt x="8770123" y="2594733"/>
                  </a:lnTo>
                  <a:lnTo>
                    <a:pt x="8712948" y="2580527"/>
                  </a:lnTo>
                  <a:lnTo>
                    <a:pt x="8655859" y="2566570"/>
                  </a:lnTo>
                  <a:lnTo>
                    <a:pt x="8598884" y="2553034"/>
                  </a:lnTo>
                  <a:lnTo>
                    <a:pt x="8541999" y="2540070"/>
                  </a:lnTo>
                  <a:lnTo>
                    <a:pt x="8485098" y="2527802"/>
                  </a:lnTo>
                  <a:lnTo>
                    <a:pt x="8427981" y="2516320"/>
                  </a:lnTo>
                  <a:lnTo>
                    <a:pt x="8370329" y="2505680"/>
                  </a:lnTo>
                  <a:lnTo>
                    <a:pt x="8311684" y="2495908"/>
                  </a:lnTo>
                  <a:lnTo>
                    <a:pt x="8251417" y="2487000"/>
                  </a:lnTo>
                  <a:lnTo>
                    <a:pt x="8229629" y="2484060"/>
                  </a:lnTo>
                  <a:lnTo>
                    <a:pt x="8177709" y="2477642"/>
                  </a:lnTo>
                  <a:lnTo>
                    <a:pt x="8123333" y="2471781"/>
                  </a:lnTo>
                  <a:lnTo>
                    <a:pt x="8065817" y="2466457"/>
                  </a:lnTo>
                  <a:lnTo>
                    <a:pt x="8004407" y="2461633"/>
                  </a:lnTo>
                  <a:lnTo>
                    <a:pt x="7938323" y="2457263"/>
                  </a:lnTo>
                  <a:lnTo>
                    <a:pt x="7866801" y="2453299"/>
                  </a:lnTo>
                  <a:lnTo>
                    <a:pt x="7789144" y="2449696"/>
                  </a:lnTo>
                  <a:lnTo>
                    <a:pt x="7704793" y="2446417"/>
                  </a:lnTo>
                  <a:lnTo>
                    <a:pt x="7613416" y="2443428"/>
                  </a:lnTo>
                  <a:lnTo>
                    <a:pt x="7515031" y="2440705"/>
                  </a:lnTo>
                  <a:lnTo>
                    <a:pt x="7410141" y="2438231"/>
                  </a:lnTo>
                  <a:lnTo>
                    <a:pt x="7299886" y="2435997"/>
                  </a:lnTo>
                  <a:lnTo>
                    <a:pt x="7186163" y="2434000"/>
                  </a:lnTo>
                  <a:lnTo>
                    <a:pt x="7071688" y="2432242"/>
                  </a:lnTo>
                  <a:lnTo>
                    <a:pt x="6959919" y="2430729"/>
                  </a:lnTo>
                  <a:lnTo>
                    <a:pt x="6854820" y="2429465"/>
                  </a:lnTo>
                  <a:lnTo>
                    <a:pt x="6760433" y="2428449"/>
                  </a:lnTo>
                  <a:lnTo>
                    <a:pt x="6680311" y="2427673"/>
                  </a:lnTo>
                  <a:lnTo>
                    <a:pt x="6616927" y="2427117"/>
                  </a:lnTo>
                  <a:lnTo>
                    <a:pt x="6571206" y="2426753"/>
                  </a:lnTo>
                  <a:lnTo>
                    <a:pt x="6542283" y="2426542"/>
                  </a:lnTo>
                  <a:lnTo>
                    <a:pt x="6527527" y="2426444"/>
                  </a:lnTo>
                  <a:lnTo>
                    <a:pt x="6522738" y="2426415"/>
                  </a:lnTo>
                  <a:lnTo>
                    <a:pt x="6522385" y="2426413"/>
                  </a:lnTo>
                  <a:lnTo>
                    <a:pt x="5527445" y="2426413"/>
                  </a:lnTo>
                  <a:lnTo>
                    <a:pt x="5526354" y="2426369"/>
                  </a:lnTo>
                  <a:lnTo>
                    <a:pt x="5519144" y="2426052"/>
                  </a:lnTo>
                  <a:lnTo>
                    <a:pt x="5500854" y="2425177"/>
                  </a:lnTo>
                  <a:lnTo>
                    <a:pt x="5467866" y="2423452"/>
                  </a:lnTo>
                  <a:lnTo>
                    <a:pt x="5418113" y="2420600"/>
                  </a:lnTo>
                  <a:lnTo>
                    <a:pt x="5351231" y="2416383"/>
                  </a:lnTo>
                  <a:lnTo>
                    <a:pt x="5268518" y="2410620"/>
                  </a:lnTo>
                  <a:lnTo>
                    <a:pt x="5172648" y="2403201"/>
                  </a:lnTo>
                  <a:lnTo>
                    <a:pt x="5067194" y="2394082"/>
                  </a:lnTo>
                  <a:lnTo>
                    <a:pt x="4956067" y="2383267"/>
                  </a:lnTo>
                  <a:lnTo>
                    <a:pt x="4843007" y="2370787"/>
                  </a:lnTo>
                  <a:lnTo>
                    <a:pt x="4731216" y="2356676"/>
                  </a:lnTo>
                  <a:lnTo>
                    <a:pt x="4623166" y="2340947"/>
                  </a:lnTo>
                  <a:lnTo>
                    <a:pt x="4520558" y="2323574"/>
                  </a:lnTo>
                  <a:lnTo>
                    <a:pt x="4424388" y="2304488"/>
                  </a:lnTo>
                  <a:lnTo>
                    <a:pt x="4335068" y="2283567"/>
                  </a:lnTo>
                  <a:lnTo>
                    <a:pt x="4252567" y="2260639"/>
                  </a:lnTo>
                  <a:lnTo>
                    <a:pt x="4176537" y="2235480"/>
                  </a:lnTo>
                  <a:lnTo>
                    <a:pt x="4106426" y="2207824"/>
                  </a:lnTo>
                  <a:lnTo>
                    <a:pt x="4041556" y="2177369"/>
                  </a:lnTo>
                  <a:lnTo>
                    <a:pt x="3981191" y="2143798"/>
                  </a:lnTo>
                  <a:lnTo>
                    <a:pt x="3924580" y="2106802"/>
                  </a:lnTo>
                  <a:lnTo>
                    <a:pt x="3871003" y="2066127"/>
                  </a:lnTo>
                  <a:lnTo>
                    <a:pt x="3820202" y="2022011"/>
                  </a:lnTo>
                  <a:lnTo>
                    <a:pt x="3773502" y="1976532"/>
                  </a:lnTo>
                  <a:lnTo>
                    <a:pt x="3728010" y="1927591"/>
                  </a:lnTo>
                  <a:lnTo>
                    <a:pt x="3683384" y="1875117"/>
                  </a:lnTo>
                  <a:lnTo>
                    <a:pt x="3639354" y="1819102"/>
                  </a:lnTo>
                  <a:lnTo>
                    <a:pt x="3595702" y="1759607"/>
                  </a:lnTo>
                  <a:lnTo>
                    <a:pt x="3552265" y="1696764"/>
                  </a:lnTo>
                  <a:lnTo>
                    <a:pt x="3508920" y="1630786"/>
                  </a:lnTo>
                  <a:lnTo>
                    <a:pt x="3465583" y="1561963"/>
                  </a:lnTo>
                  <a:lnTo>
                    <a:pt x="3422204" y="1490663"/>
                  </a:lnTo>
                  <a:lnTo>
                    <a:pt x="3378759" y="1417325"/>
                  </a:lnTo>
                  <a:lnTo>
                    <a:pt x="3335249" y="1342448"/>
                  </a:lnTo>
                  <a:lnTo>
                    <a:pt x="3291689" y="1266578"/>
                  </a:lnTo>
                  <a:lnTo>
                    <a:pt x="3248107" y="1190295"/>
                  </a:lnTo>
                  <a:lnTo>
                    <a:pt x="3204534" y="1114189"/>
                  </a:lnTo>
                  <a:lnTo>
                    <a:pt x="3161002" y="1038847"/>
                  </a:lnTo>
                  <a:lnTo>
                    <a:pt x="3117530" y="964831"/>
                  </a:lnTo>
                  <a:lnTo>
                    <a:pt x="3074126" y="892661"/>
                  </a:lnTo>
                  <a:lnTo>
                    <a:pt x="3030777" y="822801"/>
                  </a:lnTo>
                  <a:lnTo>
                    <a:pt x="2987443" y="755647"/>
                  </a:lnTo>
                  <a:lnTo>
                    <a:pt x="2944055" y="691521"/>
                  </a:lnTo>
                  <a:lnTo>
                    <a:pt x="2900506" y="630668"/>
                  </a:lnTo>
                  <a:lnTo>
                    <a:pt x="2856650" y="573252"/>
                  </a:lnTo>
                  <a:lnTo>
                    <a:pt x="2812291" y="519361"/>
                  </a:lnTo>
                  <a:lnTo>
                    <a:pt x="2767183" y="469013"/>
                  </a:lnTo>
                  <a:lnTo>
                    <a:pt x="2721011" y="422163"/>
                  </a:lnTo>
                  <a:lnTo>
                    <a:pt x="2702183" y="404402"/>
                  </a:lnTo>
                  <a:lnTo>
                    <a:pt x="2650967" y="359948"/>
                  </a:lnTo>
                  <a:lnTo>
                    <a:pt x="2597368" y="319303"/>
                  </a:lnTo>
                  <a:lnTo>
                    <a:pt x="2540731" y="282335"/>
                  </a:lnTo>
                  <a:lnTo>
                    <a:pt x="2480332" y="248790"/>
                  </a:lnTo>
                  <a:lnTo>
                    <a:pt x="2415423" y="218359"/>
                  </a:lnTo>
                  <a:lnTo>
                    <a:pt x="2345268" y="190724"/>
                  </a:lnTo>
                  <a:lnTo>
                    <a:pt x="2269189" y="165583"/>
                  </a:lnTo>
                  <a:lnTo>
                    <a:pt x="2186635" y="142672"/>
                  </a:lnTo>
                  <a:lnTo>
                    <a:pt x="2097260" y="121766"/>
                  </a:lnTo>
                  <a:lnTo>
                    <a:pt x="2001036" y="102694"/>
                  </a:lnTo>
                  <a:lnTo>
                    <a:pt x="1898380" y="85335"/>
                  </a:lnTo>
                  <a:lnTo>
                    <a:pt x="1790293" y="69618"/>
                  </a:lnTo>
                  <a:lnTo>
                    <a:pt x="1678482" y="55520"/>
                  </a:lnTo>
                  <a:lnTo>
                    <a:pt x="1565423" y="43054"/>
                  </a:lnTo>
                  <a:lnTo>
                    <a:pt x="1454326" y="32252"/>
                  </a:lnTo>
                  <a:lnTo>
                    <a:pt x="1348933" y="23146"/>
                  </a:lnTo>
                  <a:lnTo>
                    <a:pt x="1253154" y="15740"/>
                  </a:lnTo>
                  <a:lnTo>
                    <a:pt x="1170557" y="9990"/>
                  </a:lnTo>
                  <a:lnTo>
                    <a:pt x="1103808" y="5784"/>
                  </a:lnTo>
                  <a:lnTo>
                    <a:pt x="1054192" y="2943"/>
                  </a:lnTo>
                  <a:lnTo>
                    <a:pt x="1021331" y="1226"/>
                  </a:lnTo>
                  <a:lnTo>
                    <a:pt x="1003146" y="356"/>
                  </a:lnTo>
                  <a:lnTo>
                    <a:pt x="996006" y="4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5" name="pg254"/>
            <p:cNvSpPr/>
            <p:nvPr/>
          </p:nvSpPr>
          <p:spPr>
            <a:xfrm>
              <a:off x="1199187" y="1724004"/>
              <a:ext cx="12049831" cy="1551227"/>
            </a:xfrm>
            <a:custGeom>
              <a:avLst/>
              <a:pathLst>
                <a:path w="12049831" h="1551227">
                  <a:moveTo>
                    <a:pt x="0" y="497860"/>
                  </a:moveTo>
                  <a:lnTo>
                    <a:pt x="994940" y="497860"/>
                  </a:lnTo>
                  <a:lnTo>
                    <a:pt x="996067" y="497880"/>
                  </a:lnTo>
                  <a:lnTo>
                    <a:pt x="1003510" y="498022"/>
                  </a:lnTo>
                  <a:lnTo>
                    <a:pt x="1022375" y="498415"/>
                  </a:lnTo>
                  <a:lnTo>
                    <a:pt x="1056359" y="499189"/>
                  </a:lnTo>
                  <a:lnTo>
                    <a:pt x="1107533" y="500468"/>
                  </a:lnTo>
                  <a:lnTo>
                    <a:pt x="1176184" y="502359"/>
                  </a:lnTo>
                  <a:lnTo>
                    <a:pt x="1260874" y="504940"/>
                  </a:lnTo>
                  <a:lnTo>
                    <a:pt x="1358754" y="508258"/>
                  </a:lnTo>
                  <a:lnTo>
                    <a:pt x="1466082" y="512331"/>
                  </a:lnTo>
                  <a:lnTo>
                    <a:pt x="1578813" y="517156"/>
                  </a:lnTo>
                  <a:lnTo>
                    <a:pt x="1693127" y="522717"/>
                  </a:lnTo>
                  <a:lnTo>
                    <a:pt x="1805795" y="529001"/>
                  </a:lnTo>
                  <a:lnTo>
                    <a:pt x="1914363" y="536005"/>
                  </a:lnTo>
                  <a:lnTo>
                    <a:pt x="2017182" y="543740"/>
                  </a:lnTo>
                  <a:lnTo>
                    <a:pt x="2113319" y="552243"/>
                  </a:lnTo>
                  <a:lnTo>
                    <a:pt x="2202433" y="561571"/>
                  </a:lnTo>
                  <a:lnTo>
                    <a:pt x="2284618" y="571806"/>
                  </a:lnTo>
                  <a:lnTo>
                    <a:pt x="2360281" y="583053"/>
                  </a:lnTo>
                  <a:lnTo>
                    <a:pt x="2430025" y="595432"/>
                  </a:lnTo>
                  <a:lnTo>
                    <a:pt x="2494567" y="609084"/>
                  </a:lnTo>
                  <a:lnTo>
                    <a:pt x="2554673" y="624149"/>
                  </a:lnTo>
                  <a:lnTo>
                    <a:pt x="2611117" y="640764"/>
                  </a:lnTo>
                  <a:lnTo>
                    <a:pt x="2664630" y="659033"/>
                  </a:lnTo>
                  <a:lnTo>
                    <a:pt x="2702183" y="673421"/>
                  </a:lnTo>
                  <a:lnTo>
                    <a:pt x="2759001" y="697717"/>
                  </a:lnTo>
                  <a:lnTo>
                    <a:pt x="2814135" y="724263"/>
                  </a:lnTo>
                  <a:lnTo>
                    <a:pt x="2868166" y="753099"/>
                  </a:lnTo>
                  <a:lnTo>
                    <a:pt x="2921528" y="784202"/>
                  </a:lnTo>
                  <a:lnTo>
                    <a:pt x="2974544" y="817480"/>
                  </a:lnTo>
                  <a:lnTo>
                    <a:pt x="3027435" y="852766"/>
                  </a:lnTo>
                  <a:lnTo>
                    <a:pt x="3080340" y="889818"/>
                  </a:lnTo>
                  <a:lnTo>
                    <a:pt x="3133331" y="928322"/>
                  </a:lnTo>
                  <a:lnTo>
                    <a:pt x="3186421" y="967899"/>
                  </a:lnTo>
                  <a:lnTo>
                    <a:pt x="3239585" y="1008122"/>
                  </a:lnTo>
                  <a:lnTo>
                    <a:pt x="3292772" y="1048536"/>
                  </a:lnTo>
                  <a:lnTo>
                    <a:pt x="3345926" y="1088672"/>
                  </a:lnTo>
                  <a:lnTo>
                    <a:pt x="3398998" y="1128079"/>
                  </a:lnTo>
                  <a:lnTo>
                    <a:pt x="3451971" y="1166337"/>
                  </a:lnTo>
                  <a:lnTo>
                    <a:pt x="3504866" y="1203080"/>
                  </a:lnTo>
                  <a:lnTo>
                    <a:pt x="3557768" y="1238006"/>
                  </a:lnTo>
                  <a:lnTo>
                    <a:pt x="3610829" y="1270887"/>
                  </a:lnTo>
                  <a:lnTo>
                    <a:pt x="3664289" y="1301570"/>
                  </a:lnTo>
                  <a:lnTo>
                    <a:pt x="3718489" y="1329976"/>
                  </a:lnTo>
                  <a:lnTo>
                    <a:pt x="3773891" y="1356095"/>
                  </a:lnTo>
                  <a:lnTo>
                    <a:pt x="3820202" y="1375666"/>
                  </a:lnTo>
                  <a:lnTo>
                    <a:pt x="3871998" y="1395169"/>
                  </a:lnTo>
                  <a:lnTo>
                    <a:pt x="3926236" y="1412982"/>
                  </a:lnTo>
                  <a:lnTo>
                    <a:pt x="3983597" y="1429166"/>
                  </a:lnTo>
                  <a:lnTo>
                    <a:pt x="4044828" y="1443834"/>
                  </a:lnTo>
                  <a:lnTo>
                    <a:pt x="4110704" y="1457127"/>
                  </a:lnTo>
                  <a:lnTo>
                    <a:pt x="4181984" y="1469187"/>
                  </a:lnTo>
                  <a:lnTo>
                    <a:pt x="4259360" y="1480148"/>
                  </a:lnTo>
                  <a:lnTo>
                    <a:pt x="4343393" y="1490128"/>
                  </a:lnTo>
                  <a:lnTo>
                    <a:pt x="4434415" y="1499225"/>
                  </a:lnTo>
                  <a:lnTo>
                    <a:pt x="4532418" y="1507516"/>
                  </a:lnTo>
                  <a:lnTo>
                    <a:pt x="4636914" y="1515050"/>
                  </a:lnTo>
                  <a:lnTo>
                    <a:pt x="4746788" y="1521858"/>
                  </a:lnTo>
                  <a:lnTo>
                    <a:pt x="4860178" y="1527948"/>
                  </a:lnTo>
                  <a:lnTo>
                    <a:pt x="4974412" y="1533311"/>
                  </a:lnTo>
                  <a:lnTo>
                    <a:pt x="5086075" y="1537934"/>
                  </a:lnTo>
                  <a:lnTo>
                    <a:pt x="5191241" y="1541802"/>
                  </a:lnTo>
                  <a:lnTo>
                    <a:pt x="5285891" y="1544918"/>
                  </a:lnTo>
                  <a:lnTo>
                    <a:pt x="5366467" y="1547305"/>
                  </a:lnTo>
                  <a:lnTo>
                    <a:pt x="5430458" y="1549022"/>
                  </a:lnTo>
                  <a:lnTo>
                    <a:pt x="5476872" y="1550153"/>
                  </a:lnTo>
                  <a:lnTo>
                    <a:pt x="5506485" y="1550811"/>
                  </a:lnTo>
                  <a:lnTo>
                    <a:pt x="5521829" y="1551123"/>
                  </a:lnTo>
                  <a:lnTo>
                    <a:pt x="5527002" y="1551219"/>
                  </a:lnTo>
                  <a:lnTo>
                    <a:pt x="5527445" y="1551227"/>
                  </a:lnTo>
                  <a:lnTo>
                    <a:pt x="6522385" y="1551227"/>
                  </a:lnTo>
                  <a:lnTo>
                    <a:pt x="6523503" y="1551198"/>
                  </a:lnTo>
                  <a:lnTo>
                    <a:pt x="6530883" y="1550992"/>
                  </a:lnTo>
                  <a:lnTo>
                    <a:pt x="6549591" y="1550423"/>
                  </a:lnTo>
                  <a:lnTo>
                    <a:pt x="6583305" y="1549301"/>
                  </a:lnTo>
                  <a:lnTo>
                    <a:pt x="6634093" y="1547446"/>
                  </a:lnTo>
                  <a:lnTo>
                    <a:pt x="6702264" y="1544704"/>
                  </a:lnTo>
                  <a:lnTo>
                    <a:pt x="6786420" y="1540961"/>
                  </a:lnTo>
                  <a:lnTo>
                    <a:pt x="6883757" y="1536146"/>
                  </a:lnTo>
                  <a:lnTo>
                    <a:pt x="6990581" y="1530233"/>
                  </a:lnTo>
                  <a:lnTo>
                    <a:pt x="7102883" y="1523228"/>
                  </a:lnTo>
                  <a:lnTo>
                    <a:pt x="7216863" y="1515150"/>
                  </a:lnTo>
                  <a:lnTo>
                    <a:pt x="7329298" y="1506021"/>
                  </a:lnTo>
                  <a:lnTo>
                    <a:pt x="7437731" y="1495847"/>
                  </a:lnTo>
                  <a:lnTo>
                    <a:pt x="7540497" y="1484609"/>
                  </a:lnTo>
                  <a:lnTo>
                    <a:pt x="7636647" y="1472258"/>
                  </a:lnTo>
                  <a:lnTo>
                    <a:pt x="7725818" y="1458712"/>
                  </a:lnTo>
                  <a:lnTo>
                    <a:pt x="7808090" y="1443853"/>
                  </a:lnTo>
                  <a:lnTo>
                    <a:pt x="7883853" y="1427533"/>
                  </a:lnTo>
                  <a:lnTo>
                    <a:pt x="7953695" y="1409574"/>
                  </a:lnTo>
                  <a:lnTo>
                    <a:pt x="8018324" y="1389778"/>
                  </a:lnTo>
                  <a:lnTo>
                    <a:pt x="8078499" y="1367938"/>
                  </a:lnTo>
                  <a:lnTo>
                    <a:pt x="8134985" y="1343857"/>
                  </a:lnTo>
                  <a:lnTo>
                    <a:pt x="8188513" y="1317379"/>
                  </a:lnTo>
                  <a:lnTo>
                    <a:pt x="8229629" y="1294436"/>
                  </a:lnTo>
                  <a:lnTo>
                    <a:pt x="8282673" y="1261399"/>
                  </a:lnTo>
                  <a:lnTo>
                    <a:pt x="8334217" y="1225505"/>
                  </a:lnTo>
                  <a:lnTo>
                    <a:pt x="8384741" y="1186700"/>
                  </a:lnTo>
                  <a:lnTo>
                    <a:pt x="8434618" y="1144998"/>
                  </a:lnTo>
                  <a:lnTo>
                    <a:pt x="8484127" y="1100487"/>
                  </a:lnTo>
                  <a:lnTo>
                    <a:pt x="8533473" y="1053338"/>
                  </a:lnTo>
                  <a:lnTo>
                    <a:pt x="8582791" y="1003806"/>
                  </a:lnTo>
                  <a:lnTo>
                    <a:pt x="8632161" y="952227"/>
                  </a:lnTo>
                  <a:lnTo>
                    <a:pt x="8681617" y="899014"/>
                  </a:lnTo>
                  <a:lnTo>
                    <a:pt x="8731155" y="844641"/>
                  </a:lnTo>
                  <a:lnTo>
                    <a:pt x="8780744" y="789632"/>
                  </a:lnTo>
                  <a:lnTo>
                    <a:pt x="8830340" y="734534"/>
                  </a:lnTo>
                  <a:lnTo>
                    <a:pt x="8879898" y="679901"/>
                  </a:lnTo>
                  <a:lnTo>
                    <a:pt x="8929381" y="626264"/>
                  </a:lnTo>
                  <a:lnTo>
                    <a:pt x="8978778" y="574117"/>
                  </a:lnTo>
                  <a:lnTo>
                    <a:pt x="9028106" y="523893"/>
                  </a:lnTo>
                  <a:lnTo>
                    <a:pt x="9077431" y="475954"/>
                  </a:lnTo>
                  <a:lnTo>
                    <a:pt x="9126869" y="430581"/>
                  </a:lnTo>
                  <a:lnTo>
                    <a:pt x="9176603" y="387971"/>
                  </a:lnTo>
                  <a:lnTo>
                    <a:pt x="9226885" y="348239"/>
                  </a:lnTo>
                  <a:lnTo>
                    <a:pt x="9278058" y="311421"/>
                  </a:lnTo>
                  <a:lnTo>
                    <a:pt x="9330565" y="277484"/>
                  </a:lnTo>
                  <a:lnTo>
                    <a:pt x="9347647" y="267272"/>
                  </a:lnTo>
                  <a:lnTo>
                    <a:pt x="9399287" y="238826"/>
                  </a:lnTo>
                  <a:lnTo>
                    <a:pt x="9453353" y="212837"/>
                  </a:lnTo>
                  <a:lnTo>
                    <a:pt x="9510518" y="189219"/>
                  </a:lnTo>
                  <a:lnTo>
                    <a:pt x="9571524" y="167805"/>
                  </a:lnTo>
                  <a:lnTo>
                    <a:pt x="9637138" y="148394"/>
                  </a:lnTo>
                  <a:lnTo>
                    <a:pt x="9708113" y="130779"/>
                  </a:lnTo>
                  <a:lnTo>
                    <a:pt x="9785138" y="114765"/>
                  </a:lnTo>
                  <a:lnTo>
                    <a:pt x="9868770" y="100180"/>
                  </a:lnTo>
                  <a:lnTo>
                    <a:pt x="9959346" y="86882"/>
                  </a:lnTo>
                  <a:lnTo>
                    <a:pt x="10056867" y="74760"/>
                  </a:lnTo>
                  <a:lnTo>
                    <a:pt x="10160866" y="63738"/>
                  </a:lnTo>
                  <a:lnTo>
                    <a:pt x="10270259" y="53774"/>
                  </a:lnTo>
                  <a:lnTo>
                    <a:pt x="10383227" y="44854"/>
                  </a:lnTo>
                  <a:lnTo>
                    <a:pt x="10497151" y="36989"/>
                  </a:lnTo>
                  <a:lnTo>
                    <a:pt x="10608672" y="30202"/>
                  </a:lnTo>
                  <a:lnTo>
                    <a:pt x="10713914" y="24509"/>
                  </a:lnTo>
                  <a:lnTo>
                    <a:pt x="10808886" y="19913"/>
                  </a:lnTo>
                  <a:lnTo>
                    <a:pt x="10890023" y="16377"/>
                  </a:lnTo>
                  <a:lnTo>
                    <a:pt x="10954771" y="13824"/>
                  </a:lnTo>
                  <a:lnTo>
                    <a:pt x="11002055" y="12129"/>
                  </a:lnTo>
                  <a:lnTo>
                    <a:pt x="11032541" y="11133"/>
                  </a:lnTo>
                  <a:lnTo>
                    <a:pt x="11048637" y="10651"/>
                  </a:lnTo>
                  <a:lnTo>
                    <a:pt x="11054314" y="10496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3" y="28"/>
                  </a:lnTo>
                  <a:lnTo>
                    <a:pt x="11046394" y="235"/>
                  </a:lnTo>
                  <a:lnTo>
                    <a:pt x="11027685" y="804"/>
                  </a:lnTo>
                  <a:lnTo>
                    <a:pt x="10993972" y="1926"/>
                  </a:lnTo>
                  <a:lnTo>
                    <a:pt x="10943184" y="3781"/>
                  </a:lnTo>
                  <a:lnTo>
                    <a:pt x="10875012" y="6523"/>
                  </a:lnTo>
                  <a:lnTo>
                    <a:pt x="10790857" y="10266"/>
                  </a:lnTo>
                  <a:lnTo>
                    <a:pt x="10693519" y="15081"/>
                  </a:lnTo>
                  <a:lnTo>
                    <a:pt x="10586695" y="20993"/>
                  </a:lnTo>
                  <a:lnTo>
                    <a:pt x="10474394" y="27999"/>
                  </a:lnTo>
                  <a:lnTo>
                    <a:pt x="10360414" y="36077"/>
                  </a:lnTo>
                  <a:lnTo>
                    <a:pt x="10247978" y="45206"/>
                  </a:lnTo>
                  <a:lnTo>
                    <a:pt x="10139545" y="55380"/>
                  </a:lnTo>
                  <a:lnTo>
                    <a:pt x="10036780" y="66618"/>
                  </a:lnTo>
                  <a:lnTo>
                    <a:pt x="9940630" y="78968"/>
                  </a:lnTo>
                  <a:lnTo>
                    <a:pt x="9851459" y="92515"/>
                  </a:lnTo>
                  <a:lnTo>
                    <a:pt x="9769186" y="107373"/>
                  </a:lnTo>
                  <a:lnTo>
                    <a:pt x="9693424" y="123694"/>
                  </a:lnTo>
                  <a:lnTo>
                    <a:pt x="9623581" y="141652"/>
                  </a:lnTo>
                  <a:lnTo>
                    <a:pt x="9558952" y="161448"/>
                  </a:lnTo>
                  <a:lnTo>
                    <a:pt x="9498777" y="183288"/>
                  </a:lnTo>
                  <a:lnTo>
                    <a:pt x="9442291" y="207370"/>
                  </a:lnTo>
                  <a:lnTo>
                    <a:pt x="9388763" y="233848"/>
                  </a:lnTo>
                  <a:lnTo>
                    <a:pt x="9347647" y="256791"/>
                  </a:lnTo>
                  <a:lnTo>
                    <a:pt x="9294603" y="289827"/>
                  </a:lnTo>
                  <a:lnTo>
                    <a:pt x="9243060" y="325721"/>
                  </a:lnTo>
                  <a:lnTo>
                    <a:pt x="9192535" y="364526"/>
                  </a:lnTo>
                  <a:lnTo>
                    <a:pt x="9142659" y="406229"/>
                  </a:lnTo>
                  <a:lnTo>
                    <a:pt x="9093149" y="450740"/>
                  </a:lnTo>
                  <a:lnTo>
                    <a:pt x="9043804" y="497888"/>
                  </a:lnTo>
                  <a:lnTo>
                    <a:pt x="8994486" y="547421"/>
                  </a:lnTo>
                  <a:lnTo>
                    <a:pt x="8945115" y="598999"/>
                  </a:lnTo>
                  <a:lnTo>
                    <a:pt x="8895659" y="652213"/>
                  </a:lnTo>
                  <a:lnTo>
                    <a:pt x="8846122" y="706585"/>
                  </a:lnTo>
                  <a:lnTo>
                    <a:pt x="8796533" y="761595"/>
                  </a:lnTo>
                  <a:lnTo>
                    <a:pt x="8746937" y="816692"/>
                  </a:lnTo>
                  <a:lnTo>
                    <a:pt x="8697379" y="871326"/>
                  </a:lnTo>
                  <a:lnTo>
                    <a:pt x="8647895" y="924962"/>
                  </a:lnTo>
                  <a:lnTo>
                    <a:pt x="8598499" y="977110"/>
                  </a:lnTo>
                  <a:lnTo>
                    <a:pt x="8549170" y="1027334"/>
                  </a:lnTo>
                  <a:lnTo>
                    <a:pt x="8499846" y="1075273"/>
                  </a:lnTo>
                  <a:lnTo>
                    <a:pt x="8450407" y="1120646"/>
                  </a:lnTo>
                  <a:lnTo>
                    <a:pt x="8400674" y="1163255"/>
                  </a:lnTo>
                  <a:lnTo>
                    <a:pt x="8350391" y="1202988"/>
                  </a:lnTo>
                  <a:lnTo>
                    <a:pt x="8299218" y="1239806"/>
                  </a:lnTo>
                  <a:lnTo>
                    <a:pt x="8246712" y="1273743"/>
                  </a:lnTo>
                  <a:lnTo>
                    <a:pt x="8229629" y="1283955"/>
                  </a:lnTo>
                  <a:lnTo>
                    <a:pt x="8177989" y="1312401"/>
                  </a:lnTo>
                  <a:lnTo>
                    <a:pt x="8123924" y="1338390"/>
                  </a:lnTo>
                  <a:lnTo>
                    <a:pt x="8066759" y="1362008"/>
                  </a:lnTo>
                  <a:lnTo>
                    <a:pt x="8005753" y="1383422"/>
                  </a:lnTo>
                  <a:lnTo>
                    <a:pt x="7940139" y="1402833"/>
                  </a:lnTo>
                  <a:lnTo>
                    <a:pt x="7869164" y="1420448"/>
                  </a:lnTo>
                  <a:lnTo>
                    <a:pt x="7792139" y="1436462"/>
                  </a:lnTo>
                  <a:lnTo>
                    <a:pt x="7708507" y="1451047"/>
                  </a:lnTo>
                  <a:lnTo>
                    <a:pt x="7617931" y="1464345"/>
                  </a:lnTo>
                  <a:lnTo>
                    <a:pt x="7520409" y="1476467"/>
                  </a:lnTo>
                  <a:lnTo>
                    <a:pt x="7416411" y="1487489"/>
                  </a:lnTo>
                  <a:lnTo>
                    <a:pt x="7307017" y="1497453"/>
                  </a:lnTo>
                  <a:lnTo>
                    <a:pt x="7194050" y="1506372"/>
                  </a:lnTo>
                  <a:lnTo>
                    <a:pt x="7080126" y="1514237"/>
                  </a:lnTo>
                  <a:lnTo>
                    <a:pt x="6968604" y="1521025"/>
                  </a:lnTo>
                  <a:lnTo>
                    <a:pt x="6863362" y="1526717"/>
                  </a:lnTo>
                  <a:lnTo>
                    <a:pt x="6768391" y="1531314"/>
                  </a:lnTo>
                  <a:lnTo>
                    <a:pt x="6687253" y="1534849"/>
                  </a:lnTo>
                  <a:lnTo>
                    <a:pt x="6622505" y="1537403"/>
                  </a:lnTo>
                  <a:lnTo>
                    <a:pt x="6575221" y="1539097"/>
                  </a:lnTo>
                  <a:lnTo>
                    <a:pt x="6544735" y="1540094"/>
                  </a:lnTo>
                  <a:lnTo>
                    <a:pt x="6528640" y="1540575"/>
                  </a:lnTo>
                  <a:lnTo>
                    <a:pt x="6522963" y="1540731"/>
                  </a:lnTo>
                  <a:lnTo>
                    <a:pt x="6522385" y="1540746"/>
                  </a:lnTo>
                  <a:lnTo>
                    <a:pt x="5527445" y="1540746"/>
                  </a:lnTo>
                  <a:lnTo>
                    <a:pt x="5526318" y="1540726"/>
                  </a:lnTo>
                  <a:lnTo>
                    <a:pt x="5518875" y="1540584"/>
                  </a:lnTo>
                  <a:lnTo>
                    <a:pt x="5500010" y="1540191"/>
                  </a:lnTo>
                  <a:lnTo>
                    <a:pt x="5466026" y="1539417"/>
                  </a:lnTo>
                  <a:lnTo>
                    <a:pt x="5414852" y="1538137"/>
                  </a:lnTo>
                  <a:lnTo>
                    <a:pt x="5346201" y="1536247"/>
                  </a:lnTo>
                  <a:lnTo>
                    <a:pt x="5261511" y="1533666"/>
                  </a:lnTo>
                  <a:lnTo>
                    <a:pt x="5163631" y="1530348"/>
                  </a:lnTo>
                  <a:lnTo>
                    <a:pt x="5056303" y="1526275"/>
                  </a:lnTo>
                  <a:lnTo>
                    <a:pt x="4943572" y="1521450"/>
                  </a:lnTo>
                  <a:lnTo>
                    <a:pt x="4829258" y="1515888"/>
                  </a:lnTo>
                  <a:lnTo>
                    <a:pt x="4716590" y="1509604"/>
                  </a:lnTo>
                  <a:lnTo>
                    <a:pt x="4608022" y="1502601"/>
                  </a:lnTo>
                  <a:lnTo>
                    <a:pt x="4505203" y="1494865"/>
                  </a:lnTo>
                  <a:lnTo>
                    <a:pt x="4409066" y="1486363"/>
                  </a:lnTo>
                  <a:lnTo>
                    <a:pt x="4319952" y="1477034"/>
                  </a:lnTo>
                  <a:lnTo>
                    <a:pt x="4237767" y="1466799"/>
                  </a:lnTo>
                  <a:lnTo>
                    <a:pt x="4162104" y="1455553"/>
                  </a:lnTo>
                  <a:lnTo>
                    <a:pt x="4092360" y="1443173"/>
                  </a:lnTo>
                  <a:lnTo>
                    <a:pt x="4027818" y="1429522"/>
                  </a:lnTo>
                  <a:lnTo>
                    <a:pt x="3967712" y="1414456"/>
                  </a:lnTo>
                  <a:lnTo>
                    <a:pt x="3911268" y="1397841"/>
                  </a:lnTo>
                  <a:lnTo>
                    <a:pt x="3857755" y="1379573"/>
                  </a:lnTo>
                  <a:lnTo>
                    <a:pt x="3820202" y="1365185"/>
                  </a:lnTo>
                  <a:lnTo>
                    <a:pt x="3763384" y="1340889"/>
                  </a:lnTo>
                  <a:lnTo>
                    <a:pt x="3708250" y="1314343"/>
                  </a:lnTo>
                  <a:lnTo>
                    <a:pt x="3654219" y="1285507"/>
                  </a:lnTo>
                  <a:lnTo>
                    <a:pt x="3600857" y="1254404"/>
                  </a:lnTo>
                  <a:lnTo>
                    <a:pt x="3547841" y="1221126"/>
                  </a:lnTo>
                  <a:lnTo>
                    <a:pt x="3494950" y="1185839"/>
                  </a:lnTo>
                  <a:lnTo>
                    <a:pt x="3442045" y="1148787"/>
                  </a:lnTo>
                  <a:lnTo>
                    <a:pt x="3389054" y="1110284"/>
                  </a:lnTo>
                  <a:lnTo>
                    <a:pt x="3335964" y="1070707"/>
                  </a:lnTo>
                  <a:lnTo>
                    <a:pt x="3282800" y="1030483"/>
                  </a:lnTo>
                  <a:lnTo>
                    <a:pt x="3229613" y="990070"/>
                  </a:lnTo>
                  <a:lnTo>
                    <a:pt x="3176459" y="949933"/>
                  </a:lnTo>
                  <a:lnTo>
                    <a:pt x="3123387" y="910527"/>
                  </a:lnTo>
                  <a:lnTo>
                    <a:pt x="3070414" y="872268"/>
                  </a:lnTo>
                  <a:lnTo>
                    <a:pt x="3017519" y="835525"/>
                  </a:lnTo>
                  <a:lnTo>
                    <a:pt x="2964617" y="800599"/>
                  </a:lnTo>
                  <a:lnTo>
                    <a:pt x="2911556" y="767719"/>
                  </a:lnTo>
                  <a:lnTo>
                    <a:pt x="2858096" y="737036"/>
                  </a:lnTo>
                  <a:lnTo>
                    <a:pt x="2803896" y="708630"/>
                  </a:lnTo>
                  <a:lnTo>
                    <a:pt x="2748494" y="682510"/>
                  </a:lnTo>
                  <a:lnTo>
                    <a:pt x="2702183" y="662940"/>
                  </a:lnTo>
                  <a:lnTo>
                    <a:pt x="2650387" y="643437"/>
                  </a:lnTo>
                  <a:lnTo>
                    <a:pt x="2596149" y="625623"/>
                  </a:lnTo>
                  <a:lnTo>
                    <a:pt x="2538788" y="609440"/>
                  </a:lnTo>
                  <a:lnTo>
                    <a:pt x="2477557" y="594772"/>
                  </a:lnTo>
                  <a:lnTo>
                    <a:pt x="2411681" y="581479"/>
                  </a:lnTo>
                  <a:lnTo>
                    <a:pt x="2340401" y="569419"/>
                  </a:lnTo>
                  <a:lnTo>
                    <a:pt x="2263025" y="558458"/>
                  </a:lnTo>
                  <a:lnTo>
                    <a:pt x="2178992" y="548478"/>
                  </a:lnTo>
                  <a:lnTo>
                    <a:pt x="2087970" y="539380"/>
                  </a:lnTo>
                  <a:lnTo>
                    <a:pt x="1989967" y="531090"/>
                  </a:lnTo>
                  <a:lnTo>
                    <a:pt x="1885471" y="523555"/>
                  </a:lnTo>
                  <a:lnTo>
                    <a:pt x="1775597" y="516747"/>
                  </a:lnTo>
                  <a:lnTo>
                    <a:pt x="1662207" y="510658"/>
                  </a:lnTo>
                  <a:lnTo>
                    <a:pt x="1547973" y="505294"/>
                  </a:lnTo>
                  <a:lnTo>
                    <a:pt x="1436310" y="500672"/>
                  </a:lnTo>
                  <a:lnTo>
                    <a:pt x="1331144" y="496803"/>
                  </a:lnTo>
                  <a:lnTo>
                    <a:pt x="1236494" y="493688"/>
                  </a:lnTo>
                  <a:lnTo>
                    <a:pt x="1155918" y="491300"/>
                  </a:lnTo>
                  <a:lnTo>
                    <a:pt x="1091927" y="489584"/>
                  </a:lnTo>
                  <a:lnTo>
                    <a:pt x="1045513" y="488453"/>
                  </a:lnTo>
                  <a:lnTo>
                    <a:pt x="1015900" y="487795"/>
                  </a:lnTo>
                  <a:lnTo>
                    <a:pt x="1000556" y="487483"/>
                  </a:lnTo>
                  <a:lnTo>
                    <a:pt x="995383" y="487386"/>
                  </a:lnTo>
                  <a:lnTo>
                    <a:pt x="994940" y="487378"/>
                  </a:lnTo>
                  <a:lnTo>
                    <a:pt x="0" y="487378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56" name="pl255"/>
            <p:cNvSpPr/>
            <p:nvPr/>
          </p:nvSpPr>
          <p:spPr>
            <a:xfrm>
              <a:off x="1199187" y="1734485"/>
              <a:ext cx="12049831" cy="1540746"/>
            </a:xfrm>
            <a:custGeom>
              <a:avLst/>
              <a:pathLst>
                <a:path w="12049831" h="1540746">
                  <a:moveTo>
                    <a:pt x="0" y="487378"/>
                  </a:moveTo>
                  <a:lnTo>
                    <a:pt x="994940" y="487378"/>
                  </a:lnTo>
                  <a:lnTo>
                    <a:pt x="996067" y="487398"/>
                  </a:lnTo>
                  <a:lnTo>
                    <a:pt x="1003510" y="487541"/>
                  </a:lnTo>
                  <a:lnTo>
                    <a:pt x="1022375" y="487933"/>
                  </a:lnTo>
                  <a:lnTo>
                    <a:pt x="1056359" y="488708"/>
                  </a:lnTo>
                  <a:lnTo>
                    <a:pt x="1107533" y="489987"/>
                  </a:lnTo>
                  <a:lnTo>
                    <a:pt x="1176184" y="491878"/>
                  </a:lnTo>
                  <a:lnTo>
                    <a:pt x="1260874" y="494458"/>
                  </a:lnTo>
                  <a:lnTo>
                    <a:pt x="1358754" y="497776"/>
                  </a:lnTo>
                  <a:lnTo>
                    <a:pt x="1466082" y="501850"/>
                  </a:lnTo>
                  <a:lnTo>
                    <a:pt x="1578813" y="506674"/>
                  </a:lnTo>
                  <a:lnTo>
                    <a:pt x="1693127" y="512236"/>
                  </a:lnTo>
                  <a:lnTo>
                    <a:pt x="1805795" y="518520"/>
                  </a:lnTo>
                  <a:lnTo>
                    <a:pt x="1914363" y="525523"/>
                  </a:lnTo>
                  <a:lnTo>
                    <a:pt x="2017182" y="533259"/>
                  </a:lnTo>
                  <a:lnTo>
                    <a:pt x="2113319" y="541762"/>
                  </a:lnTo>
                  <a:lnTo>
                    <a:pt x="2202433" y="551090"/>
                  </a:lnTo>
                  <a:lnTo>
                    <a:pt x="2284618" y="561325"/>
                  </a:lnTo>
                  <a:lnTo>
                    <a:pt x="2360281" y="572571"/>
                  </a:lnTo>
                  <a:lnTo>
                    <a:pt x="2430025" y="584951"/>
                  </a:lnTo>
                  <a:lnTo>
                    <a:pt x="2494567" y="598602"/>
                  </a:lnTo>
                  <a:lnTo>
                    <a:pt x="2554673" y="613668"/>
                  </a:lnTo>
                  <a:lnTo>
                    <a:pt x="2611117" y="630283"/>
                  </a:lnTo>
                  <a:lnTo>
                    <a:pt x="2664630" y="648551"/>
                  </a:lnTo>
                  <a:lnTo>
                    <a:pt x="2702183" y="662940"/>
                  </a:lnTo>
                  <a:lnTo>
                    <a:pt x="2759001" y="687235"/>
                  </a:lnTo>
                  <a:lnTo>
                    <a:pt x="2814135" y="713781"/>
                  </a:lnTo>
                  <a:lnTo>
                    <a:pt x="2868166" y="742617"/>
                  </a:lnTo>
                  <a:lnTo>
                    <a:pt x="2921528" y="773720"/>
                  </a:lnTo>
                  <a:lnTo>
                    <a:pt x="2974544" y="806999"/>
                  </a:lnTo>
                  <a:lnTo>
                    <a:pt x="3027435" y="842285"/>
                  </a:lnTo>
                  <a:lnTo>
                    <a:pt x="3080340" y="879337"/>
                  </a:lnTo>
                  <a:lnTo>
                    <a:pt x="3133331" y="917841"/>
                  </a:lnTo>
                  <a:lnTo>
                    <a:pt x="3186421" y="957418"/>
                  </a:lnTo>
                  <a:lnTo>
                    <a:pt x="3239585" y="997641"/>
                  </a:lnTo>
                  <a:lnTo>
                    <a:pt x="3292772" y="1038054"/>
                  </a:lnTo>
                  <a:lnTo>
                    <a:pt x="3345926" y="1078191"/>
                  </a:lnTo>
                  <a:lnTo>
                    <a:pt x="3398998" y="1117598"/>
                  </a:lnTo>
                  <a:lnTo>
                    <a:pt x="3451971" y="1155856"/>
                  </a:lnTo>
                  <a:lnTo>
                    <a:pt x="3504866" y="1192599"/>
                  </a:lnTo>
                  <a:lnTo>
                    <a:pt x="3557768" y="1227525"/>
                  </a:lnTo>
                  <a:lnTo>
                    <a:pt x="3610829" y="1260406"/>
                  </a:lnTo>
                  <a:lnTo>
                    <a:pt x="3664289" y="1291089"/>
                  </a:lnTo>
                  <a:lnTo>
                    <a:pt x="3718489" y="1319495"/>
                  </a:lnTo>
                  <a:lnTo>
                    <a:pt x="3773891" y="1345614"/>
                  </a:lnTo>
                  <a:lnTo>
                    <a:pt x="3820202" y="1365185"/>
                  </a:lnTo>
                  <a:lnTo>
                    <a:pt x="3871998" y="1384688"/>
                  </a:lnTo>
                  <a:lnTo>
                    <a:pt x="3926236" y="1402501"/>
                  </a:lnTo>
                  <a:lnTo>
                    <a:pt x="3983597" y="1418684"/>
                  </a:lnTo>
                  <a:lnTo>
                    <a:pt x="4044828" y="1433353"/>
                  </a:lnTo>
                  <a:lnTo>
                    <a:pt x="4110704" y="1446646"/>
                  </a:lnTo>
                  <a:lnTo>
                    <a:pt x="4181984" y="1458706"/>
                  </a:lnTo>
                  <a:lnTo>
                    <a:pt x="4259360" y="1469666"/>
                  </a:lnTo>
                  <a:lnTo>
                    <a:pt x="4343393" y="1479647"/>
                  </a:lnTo>
                  <a:lnTo>
                    <a:pt x="4434415" y="1488744"/>
                  </a:lnTo>
                  <a:lnTo>
                    <a:pt x="4532418" y="1497034"/>
                  </a:lnTo>
                  <a:lnTo>
                    <a:pt x="4636914" y="1504569"/>
                  </a:lnTo>
                  <a:lnTo>
                    <a:pt x="4746788" y="1511377"/>
                  </a:lnTo>
                  <a:lnTo>
                    <a:pt x="4860178" y="1517467"/>
                  </a:lnTo>
                  <a:lnTo>
                    <a:pt x="4974412" y="1522830"/>
                  </a:lnTo>
                  <a:lnTo>
                    <a:pt x="5086075" y="1527453"/>
                  </a:lnTo>
                  <a:lnTo>
                    <a:pt x="5191241" y="1531321"/>
                  </a:lnTo>
                  <a:lnTo>
                    <a:pt x="5285891" y="1534436"/>
                  </a:lnTo>
                  <a:lnTo>
                    <a:pt x="5366467" y="1536824"/>
                  </a:lnTo>
                  <a:lnTo>
                    <a:pt x="5430458" y="1538540"/>
                  </a:lnTo>
                  <a:lnTo>
                    <a:pt x="5476872" y="1539671"/>
                  </a:lnTo>
                  <a:lnTo>
                    <a:pt x="5506485" y="1540330"/>
                  </a:lnTo>
                  <a:lnTo>
                    <a:pt x="5521829" y="1540642"/>
                  </a:lnTo>
                  <a:lnTo>
                    <a:pt x="5527002" y="1540738"/>
                  </a:lnTo>
                  <a:lnTo>
                    <a:pt x="5527445" y="1540746"/>
                  </a:lnTo>
                  <a:lnTo>
                    <a:pt x="6522385" y="1540746"/>
                  </a:lnTo>
                  <a:lnTo>
                    <a:pt x="6523503" y="1540717"/>
                  </a:lnTo>
                  <a:lnTo>
                    <a:pt x="6530883" y="1540511"/>
                  </a:lnTo>
                  <a:lnTo>
                    <a:pt x="6549591" y="1539942"/>
                  </a:lnTo>
                  <a:lnTo>
                    <a:pt x="6583305" y="1538819"/>
                  </a:lnTo>
                  <a:lnTo>
                    <a:pt x="6634093" y="1536964"/>
                  </a:lnTo>
                  <a:lnTo>
                    <a:pt x="6702264" y="1534223"/>
                  </a:lnTo>
                  <a:lnTo>
                    <a:pt x="6786420" y="1530479"/>
                  </a:lnTo>
                  <a:lnTo>
                    <a:pt x="6883757" y="1525665"/>
                  </a:lnTo>
                  <a:lnTo>
                    <a:pt x="6990581" y="1519752"/>
                  </a:lnTo>
                  <a:lnTo>
                    <a:pt x="7102883" y="1512746"/>
                  </a:lnTo>
                  <a:lnTo>
                    <a:pt x="7216863" y="1504669"/>
                  </a:lnTo>
                  <a:lnTo>
                    <a:pt x="7329298" y="1495540"/>
                  </a:lnTo>
                  <a:lnTo>
                    <a:pt x="7437731" y="1485365"/>
                  </a:lnTo>
                  <a:lnTo>
                    <a:pt x="7540497" y="1474128"/>
                  </a:lnTo>
                  <a:lnTo>
                    <a:pt x="7636647" y="1461777"/>
                  </a:lnTo>
                  <a:lnTo>
                    <a:pt x="7725818" y="1448231"/>
                  </a:lnTo>
                  <a:lnTo>
                    <a:pt x="7808090" y="1433372"/>
                  </a:lnTo>
                  <a:lnTo>
                    <a:pt x="7883853" y="1417052"/>
                  </a:lnTo>
                  <a:lnTo>
                    <a:pt x="7953695" y="1399093"/>
                  </a:lnTo>
                  <a:lnTo>
                    <a:pt x="8018324" y="1379297"/>
                  </a:lnTo>
                  <a:lnTo>
                    <a:pt x="8078499" y="1357457"/>
                  </a:lnTo>
                  <a:lnTo>
                    <a:pt x="8134985" y="1333375"/>
                  </a:lnTo>
                  <a:lnTo>
                    <a:pt x="8188513" y="1306898"/>
                  </a:lnTo>
                  <a:lnTo>
                    <a:pt x="8229629" y="1283955"/>
                  </a:lnTo>
                  <a:lnTo>
                    <a:pt x="8282673" y="1250918"/>
                  </a:lnTo>
                  <a:lnTo>
                    <a:pt x="8334217" y="1215024"/>
                  </a:lnTo>
                  <a:lnTo>
                    <a:pt x="8384741" y="1176219"/>
                  </a:lnTo>
                  <a:lnTo>
                    <a:pt x="8434618" y="1134517"/>
                  </a:lnTo>
                  <a:lnTo>
                    <a:pt x="8484127" y="1090006"/>
                  </a:lnTo>
                  <a:lnTo>
                    <a:pt x="8533473" y="1042857"/>
                  </a:lnTo>
                  <a:lnTo>
                    <a:pt x="8582791" y="993325"/>
                  </a:lnTo>
                  <a:lnTo>
                    <a:pt x="8632161" y="941746"/>
                  </a:lnTo>
                  <a:lnTo>
                    <a:pt x="8681617" y="888533"/>
                  </a:lnTo>
                  <a:lnTo>
                    <a:pt x="8731155" y="834160"/>
                  </a:lnTo>
                  <a:lnTo>
                    <a:pt x="8780744" y="779151"/>
                  </a:lnTo>
                  <a:lnTo>
                    <a:pt x="8830340" y="724053"/>
                  </a:lnTo>
                  <a:lnTo>
                    <a:pt x="8879898" y="669420"/>
                  </a:lnTo>
                  <a:lnTo>
                    <a:pt x="8929381" y="615783"/>
                  </a:lnTo>
                  <a:lnTo>
                    <a:pt x="8978778" y="563636"/>
                  </a:lnTo>
                  <a:lnTo>
                    <a:pt x="9028106" y="513412"/>
                  </a:lnTo>
                  <a:lnTo>
                    <a:pt x="9077431" y="465473"/>
                  </a:lnTo>
                  <a:lnTo>
                    <a:pt x="9126869" y="420100"/>
                  </a:lnTo>
                  <a:lnTo>
                    <a:pt x="9176603" y="377490"/>
                  </a:lnTo>
                  <a:lnTo>
                    <a:pt x="9226885" y="337758"/>
                  </a:lnTo>
                  <a:lnTo>
                    <a:pt x="9278058" y="300940"/>
                  </a:lnTo>
                  <a:lnTo>
                    <a:pt x="9330565" y="267003"/>
                  </a:lnTo>
                  <a:lnTo>
                    <a:pt x="9347647" y="256791"/>
                  </a:lnTo>
                  <a:lnTo>
                    <a:pt x="9399287" y="228344"/>
                  </a:lnTo>
                  <a:lnTo>
                    <a:pt x="9453353" y="202356"/>
                  </a:lnTo>
                  <a:lnTo>
                    <a:pt x="9510518" y="178738"/>
                  </a:lnTo>
                  <a:lnTo>
                    <a:pt x="9571524" y="157324"/>
                  </a:lnTo>
                  <a:lnTo>
                    <a:pt x="9637138" y="137913"/>
                  </a:lnTo>
                  <a:lnTo>
                    <a:pt x="9708113" y="120297"/>
                  </a:lnTo>
                  <a:lnTo>
                    <a:pt x="9785138" y="104284"/>
                  </a:lnTo>
                  <a:lnTo>
                    <a:pt x="9868770" y="89699"/>
                  </a:lnTo>
                  <a:lnTo>
                    <a:pt x="9959346" y="76400"/>
                  </a:lnTo>
                  <a:lnTo>
                    <a:pt x="10056867" y="64278"/>
                  </a:lnTo>
                  <a:lnTo>
                    <a:pt x="10160866" y="53257"/>
                  </a:lnTo>
                  <a:lnTo>
                    <a:pt x="10270259" y="43292"/>
                  </a:lnTo>
                  <a:lnTo>
                    <a:pt x="10383227" y="34373"/>
                  </a:lnTo>
                  <a:lnTo>
                    <a:pt x="10497151" y="26508"/>
                  </a:lnTo>
                  <a:lnTo>
                    <a:pt x="10608672" y="19720"/>
                  </a:lnTo>
                  <a:lnTo>
                    <a:pt x="10713914" y="14028"/>
                  </a:lnTo>
                  <a:lnTo>
                    <a:pt x="10808886" y="9432"/>
                  </a:lnTo>
                  <a:lnTo>
                    <a:pt x="10890023" y="5896"/>
                  </a:lnTo>
                  <a:lnTo>
                    <a:pt x="10954771" y="3343"/>
                  </a:lnTo>
                  <a:lnTo>
                    <a:pt x="11002055" y="1648"/>
                  </a:lnTo>
                  <a:lnTo>
                    <a:pt x="11032541" y="652"/>
                  </a:lnTo>
                  <a:lnTo>
                    <a:pt x="11048637" y="170"/>
                  </a:lnTo>
                  <a:lnTo>
                    <a:pt x="11054314" y="1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7" name="pl256"/>
            <p:cNvSpPr/>
            <p:nvPr/>
          </p:nvSpPr>
          <p:spPr>
            <a:xfrm>
              <a:off x="1199187" y="1724004"/>
              <a:ext cx="12049831" cy="1540746"/>
            </a:xfrm>
            <a:custGeom>
              <a:avLst/>
              <a:pathLst>
                <a:path w="12049831" h="1540746">
                  <a:moveTo>
                    <a:pt x="12049831" y="0"/>
                  </a:moveTo>
                  <a:lnTo>
                    <a:pt x="11054891" y="0"/>
                  </a:lnTo>
                  <a:lnTo>
                    <a:pt x="11053773" y="28"/>
                  </a:lnTo>
                  <a:lnTo>
                    <a:pt x="11046394" y="235"/>
                  </a:lnTo>
                  <a:lnTo>
                    <a:pt x="11027685" y="804"/>
                  </a:lnTo>
                  <a:lnTo>
                    <a:pt x="10993972" y="1926"/>
                  </a:lnTo>
                  <a:lnTo>
                    <a:pt x="10943184" y="3781"/>
                  </a:lnTo>
                  <a:lnTo>
                    <a:pt x="10875012" y="6523"/>
                  </a:lnTo>
                  <a:lnTo>
                    <a:pt x="10790857" y="10266"/>
                  </a:lnTo>
                  <a:lnTo>
                    <a:pt x="10693519" y="15081"/>
                  </a:lnTo>
                  <a:lnTo>
                    <a:pt x="10586695" y="20993"/>
                  </a:lnTo>
                  <a:lnTo>
                    <a:pt x="10474394" y="27999"/>
                  </a:lnTo>
                  <a:lnTo>
                    <a:pt x="10360414" y="36077"/>
                  </a:lnTo>
                  <a:lnTo>
                    <a:pt x="10247978" y="45206"/>
                  </a:lnTo>
                  <a:lnTo>
                    <a:pt x="10139545" y="55380"/>
                  </a:lnTo>
                  <a:lnTo>
                    <a:pt x="10036780" y="66618"/>
                  </a:lnTo>
                  <a:lnTo>
                    <a:pt x="9940630" y="78968"/>
                  </a:lnTo>
                  <a:lnTo>
                    <a:pt x="9851459" y="92515"/>
                  </a:lnTo>
                  <a:lnTo>
                    <a:pt x="9769186" y="107373"/>
                  </a:lnTo>
                  <a:lnTo>
                    <a:pt x="9693424" y="123694"/>
                  </a:lnTo>
                  <a:lnTo>
                    <a:pt x="9623581" y="141652"/>
                  </a:lnTo>
                  <a:lnTo>
                    <a:pt x="9558952" y="161448"/>
                  </a:lnTo>
                  <a:lnTo>
                    <a:pt x="9498777" y="183288"/>
                  </a:lnTo>
                  <a:lnTo>
                    <a:pt x="9442291" y="207370"/>
                  </a:lnTo>
                  <a:lnTo>
                    <a:pt x="9388763" y="233848"/>
                  </a:lnTo>
                  <a:lnTo>
                    <a:pt x="9347647" y="256791"/>
                  </a:lnTo>
                  <a:lnTo>
                    <a:pt x="9294603" y="289827"/>
                  </a:lnTo>
                  <a:lnTo>
                    <a:pt x="9243060" y="325721"/>
                  </a:lnTo>
                  <a:lnTo>
                    <a:pt x="9192535" y="364526"/>
                  </a:lnTo>
                  <a:lnTo>
                    <a:pt x="9142659" y="406229"/>
                  </a:lnTo>
                  <a:lnTo>
                    <a:pt x="9093149" y="450740"/>
                  </a:lnTo>
                  <a:lnTo>
                    <a:pt x="9043804" y="497888"/>
                  </a:lnTo>
                  <a:lnTo>
                    <a:pt x="8994486" y="547421"/>
                  </a:lnTo>
                  <a:lnTo>
                    <a:pt x="8945115" y="598999"/>
                  </a:lnTo>
                  <a:lnTo>
                    <a:pt x="8895659" y="652213"/>
                  </a:lnTo>
                  <a:lnTo>
                    <a:pt x="8846122" y="706585"/>
                  </a:lnTo>
                  <a:lnTo>
                    <a:pt x="8796533" y="761595"/>
                  </a:lnTo>
                  <a:lnTo>
                    <a:pt x="8746937" y="816692"/>
                  </a:lnTo>
                  <a:lnTo>
                    <a:pt x="8697379" y="871326"/>
                  </a:lnTo>
                  <a:lnTo>
                    <a:pt x="8647895" y="924962"/>
                  </a:lnTo>
                  <a:lnTo>
                    <a:pt x="8598499" y="977110"/>
                  </a:lnTo>
                  <a:lnTo>
                    <a:pt x="8549170" y="1027334"/>
                  </a:lnTo>
                  <a:lnTo>
                    <a:pt x="8499846" y="1075273"/>
                  </a:lnTo>
                  <a:lnTo>
                    <a:pt x="8450407" y="1120646"/>
                  </a:lnTo>
                  <a:lnTo>
                    <a:pt x="8400674" y="1163255"/>
                  </a:lnTo>
                  <a:lnTo>
                    <a:pt x="8350391" y="1202988"/>
                  </a:lnTo>
                  <a:lnTo>
                    <a:pt x="8299218" y="1239806"/>
                  </a:lnTo>
                  <a:lnTo>
                    <a:pt x="8246712" y="1273743"/>
                  </a:lnTo>
                  <a:lnTo>
                    <a:pt x="8229629" y="1283955"/>
                  </a:lnTo>
                  <a:lnTo>
                    <a:pt x="8177989" y="1312401"/>
                  </a:lnTo>
                  <a:lnTo>
                    <a:pt x="8123924" y="1338390"/>
                  </a:lnTo>
                  <a:lnTo>
                    <a:pt x="8066759" y="1362008"/>
                  </a:lnTo>
                  <a:lnTo>
                    <a:pt x="8005753" y="1383422"/>
                  </a:lnTo>
                  <a:lnTo>
                    <a:pt x="7940139" y="1402833"/>
                  </a:lnTo>
                  <a:lnTo>
                    <a:pt x="7869164" y="1420448"/>
                  </a:lnTo>
                  <a:lnTo>
                    <a:pt x="7792139" y="1436462"/>
                  </a:lnTo>
                  <a:lnTo>
                    <a:pt x="7708507" y="1451047"/>
                  </a:lnTo>
                  <a:lnTo>
                    <a:pt x="7617931" y="1464345"/>
                  </a:lnTo>
                  <a:lnTo>
                    <a:pt x="7520409" y="1476467"/>
                  </a:lnTo>
                  <a:lnTo>
                    <a:pt x="7416411" y="1487489"/>
                  </a:lnTo>
                  <a:lnTo>
                    <a:pt x="7307017" y="1497453"/>
                  </a:lnTo>
                  <a:lnTo>
                    <a:pt x="7194050" y="1506372"/>
                  </a:lnTo>
                  <a:lnTo>
                    <a:pt x="7080126" y="1514237"/>
                  </a:lnTo>
                  <a:lnTo>
                    <a:pt x="6968604" y="1521025"/>
                  </a:lnTo>
                  <a:lnTo>
                    <a:pt x="6863362" y="1526717"/>
                  </a:lnTo>
                  <a:lnTo>
                    <a:pt x="6768391" y="1531314"/>
                  </a:lnTo>
                  <a:lnTo>
                    <a:pt x="6687253" y="1534849"/>
                  </a:lnTo>
                  <a:lnTo>
                    <a:pt x="6622505" y="1537403"/>
                  </a:lnTo>
                  <a:lnTo>
                    <a:pt x="6575221" y="1539097"/>
                  </a:lnTo>
                  <a:lnTo>
                    <a:pt x="6544735" y="1540094"/>
                  </a:lnTo>
                  <a:lnTo>
                    <a:pt x="6528640" y="1540575"/>
                  </a:lnTo>
                  <a:lnTo>
                    <a:pt x="6522963" y="1540731"/>
                  </a:lnTo>
                  <a:lnTo>
                    <a:pt x="6522385" y="1540746"/>
                  </a:lnTo>
                  <a:lnTo>
                    <a:pt x="5527445" y="1540746"/>
                  </a:lnTo>
                  <a:lnTo>
                    <a:pt x="5526318" y="1540726"/>
                  </a:lnTo>
                  <a:lnTo>
                    <a:pt x="5518875" y="1540584"/>
                  </a:lnTo>
                  <a:lnTo>
                    <a:pt x="5500010" y="1540191"/>
                  </a:lnTo>
                  <a:lnTo>
                    <a:pt x="5466026" y="1539417"/>
                  </a:lnTo>
                  <a:lnTo>
                    <a:pt x="5414852" y="1538137"/>
                  </a:lnTo>
                  <a:lnTo>
                    <a:pt x="5346201" y="1536247"/>
                  </a:lnTo>
                  <a:lnTo>
                    <a:pt x="5261511" y="1533666"/>
                  </a:lnTo>
                  <a:lnTo>
                    <a:pt x="5163631" y="1530348"/>
                  </a:lnTo>
                  <a:lnTo>
                    <a:pt x="5056303" y="1526275"/>
                  </a:lnTo>
                  <a:lnTo>
                    <a:pt x="4943572" y="1521450"/>
                  </a:lnTo>
                  <a:lnTo>
                    <a:pt x="4829258" y="1515888"/>
                  </a:lnTo>
                  <a:lnTo>
                    <a:pt x="4716590" y="1509604"/>
                  </a:lnTo>
                  <a:lnTo>
                    <a:pt x="4608022" y="1502601"/>
                  </a:lnTo>
                  <a:lnTo>
                    <a:pt x="4505203" y="1494865"/>
                  </a:lnTo>
                  <a:lnTo>
                    <a:pt x="4409066" y="1486363"/>
                  </a:lnTo>
                  <a:lnTo>
                    <a:pt x="4319952" y="1477034"/>
                  </a:lnTo>
                  <a:lnTo>
                    <a:pt x="4237767" y="1466799"/>
                  </a:lnTo>
                  <a:lnTo>
                    <a:pt x="4162104" y="1455553"/>
                  </a:lnTo>
                  <a:lnTo>
                    <a:pt x="4092360" y="1443173"/>
                  </a:lnTo>
                  <a:lnTo>
                    <a:pt x="4027818" y="1429522"/>
                  </a:lnTo>
                  <a:lnTo>
                    <a:pt x="3967712" y="1414456"/>
                  </a:lnTo>
                  <a:lnTo>
                    <a:pt x="3911268" y="1397841"/>
                  </a:lnTo>
                  <a:lnTo>
                    <a:pt x="3857755" y="1379573"/>
                  </a:lnTo>
                  <a:lnTo>
                    <a:pt x="3820202" y="1365185"/>
                  </a:lnTo>
                  <a:lnTo>
                    <a:pt x="3763384" y="1340889"/>
                  </a:lnTo>
                  <a:lnTo>
                    <a:pt x="3708250" y="1314343"/>
                  </a:lnTo>
                  <a:lnTo>
                    <a:pt x="3654219" y="1285507"/>
                  </a:lnTo>
                  <a:lnTo>
                    <a:pt x="3600857" y="1254404"/>
                  </a:lnTo>
                  <a:lnTo>
                    <a:pt x="3547841" y="1221126"/>
                  </a:lnTo>
                  <a:lnTo>
                    <a:pt x="3494950" y="1185839"/>
                  </a:lnTo>
                  <a:lnTo>
                    <a:pt x="3442045" y="1148787"/>
                  </a:lnTo>
                  <a:lnTo>
                    <a:pt x="3389054" y="1110284"/>
                  </a:lnTo>
                  <a:lnTo>
                    <a:pt x="3335964" y="1070707"/>
                  </a:lnTo>
                  <a:lnTo>
                    <a:pt x="3282800" y="1030483"/>
                  </a:lnTo>
                  <a:lnTo>
                    <a:pt x="3229613" y="990070"/>
                  </a:lnTo>
                  <a:lnTo>
                    <a:pt x="3176459" y="949933"/>
                  </a:lnTo>
                  <a:lnTo>
                    <a:pt x="3123387" y="910527"/>
                  </a:lnTo>
                  <a:lnTo>
                    <a:pt x="3070414" y="872268"/>
                  </a:lnTo>
                  <a:lnTo>
                    <a:pt x="3017519" y="835525"/>
                  </a:lnTo>
                  <a:lnTo>
                    <a:pt x="2964617" y="800599"/>
                  </a:lnTo>
                  <a:lnTo>
                    <a:pt x="2911556" y="767719"/>
                  </a:lnTo>
                  <a:lnTo>
                    <a:pt x="2858096" y="737036"/>
                  </a:lnTo>
                  <a:lnTo>
                    <a:pt x="2803896" y="708630"/>
                  </a:lnTo>
                  <a:lnTo>
                    <a:pt x="2748494" y="682510"/>
                  </a:lnTo>
                  <a:lnTo>
                    <a:pt x="2702183" y="662940"/>
                  </a:lnTo>
                  <a:lnTo>
                    <a:pt x="2650387" y="643437"/>
                  </a:lnTo>
                  <a:lnTo>
                    <a:pt x="2596149" y="625623"/>
                  </a:lnTo>
                  <a:lnTo>
                    <a:pt x="2538788" y="609440"/>
                  </a:lnTo>
                  <a:lnTo>
                    <a:pt x="2477557" y="594772"/>
                  </a:lnTo>
                  <a:lnTo>
                    <a:pt x="2411681" y="581479"/>
                  </a:lnTo>
                  <a:lnTo>
                    <a:pt x="2340401" y="569419"/>
                  </a:lnTo>
                  <a:lnTo>
                    <a:pt x="2263025" y="558458"/>
                  </a:lnTo>
                  <a:lnTo>
                    <a:pt x="2178992" y="548478"/>
                  </a:lnTo>
                  <a:lnTo>
                    <a:pt x="2087970" y="539380"/>
                  </a:lnTo>
                  <a:lnTo>
                    <a:pt x="1989967" y="531090"/>
                  </a:lnTo>
                  <a:lnTo>
                    <a:pt x="1885471" y="523555"/>
                  </a:lnTo>
                  <a:lnTo>
                    <a:pt x="1775597" y="516747"/>
                  </a:lnTo>
                  <a:lnTo>
                    <a:pt x="1662207" y="510658"/>
                  </a:lnTo>
                  <a:lnTo>
                    <a:pt x="1547973" y="505294"/>
                  </a:lnTo>
                  <a:lnTo>
                    <a:pt x="1436310" y="500672"/>
                  </a:lnTo>
                  <a:lnTo>
                    <a:pt x="1331144" y="496803"/>
                  </a:lnTo>
                  <a:lnTo>
                    <a:pt x="1236494" y="493688"/>
                  </a:lnTo>
                  <a:lnTo>
                    <a:pt x="1155918" y="491300"/>
                  </a:lnTo>
                  <a:lnTo>
                    <a:pt x="1091927" y="489584"/>
                  </a:lnTo>
                  <a:lnTo>
                    <a:pt x="1045513" y="488453"/>
                  </a:lnTo>
                  <a:lnTo>
                    <a:pt x="1015900" y="487795"/>
                  </a:lnTo>
                  <a:lnTo>
                    <a:pt x="1000556" y="487483"/>
                  </a:lnTo>
                  <a:lnTo>
                    <a:pt x="995383" y="487386"/>
                  </a:lnTo>
                  <a:lnTo>
                    <a:pt x="994940" y="487378"/>
                  </a:lnTo>
                  <a:lnTo>
                    <a:pt x="0" y="487378"/>
                  </a:lnTo>
                  <a:lnTo>
                    <a:pt x="0" y="4873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8" name="pg257"/>
            <p:cNvSpPr/>
            <p:nvPr/>
          </p:nvSpPr>
          <p:spPr>
            <a:xfrm>
              <a:off x="1199187" y="2221864"/>
              <a:ext cx="12049831" cy="1069089"/>
            </a:xfrm>
            <a:custGeom>
              <a:avLst/>
              <a:pathLst>
                <a:path w="12049831" h="1069089">
                  <a:moveTo>
                    <a:pt x="0" y="5240"/>
                  </a:moveTo>
                  <a:lnTo>
                    <a:pt x="994940" y="5240"/>
                  </a:lnTo>
                  <a:lnTo>
                    <a:pt x="996067" y="5260"/>
                  </a:lnTo>
                  <a:lnTo>
                    <a:pt x="1003509" y="5404"/>
                  </a:lnTo>
                  <a:lnTo>
                    <a:pt x="1022371" y="5800"/>
                  </a:lnTo>
                  <a:lnTo>
                    <a:pt x="1056351" y="6582"/>
                  </a:lnTo>
                  <a:lnTo>
                    <a:pt x="1107517" y="7874"/>
                  </a:lnTo>
                  <a:lnTo>
                    <a:pt x="1176160" y="9783"/>
                  </a:lnTo>
                  <a:lnTo>
                    <a:pt x="1260840" y="12389"/>
                  </a:lnTo>
                  <a:lnTo>
                    <a:pt x="1358710" y="15740"/>
                  </a:lnTo>
                  <a:lnTo>
                    <a:pt x="1466029" y="19853"/>
                  </a:lnTo>
                  <a:lnTo>
                    <a:pt x="1578753" y="24725"/>
                  </a:lnTo>
                  <a:lnTo>
                    <a:pt x="1693061" y="30341"/>
                  </a:lnTo>
                  <a:lnTo>
                    <a:pt x="1805725" y="36688"/>
                  </a:lnTo>
                  <a:lnTo>
                    <a:pt x="1914291" y="43760"/>
                  </a:lnTo>
                  <a:lnTo>
                    <a:pt x="2017109" y="51571"/>
                  </a:lnTo>
                  <a:lnTo>
                    <a:pt x="2113247" y="60158"/>
                  </a:lnTo>
                  <a:lnTo>
                    <a:pt x="2202361" y="69577"/>
                  </a:lnTo>
                  <a:lnTo>
                    <a:pt x="2284548" y="79913"/>
                  </a:lnTo>
                  <a:lnTo>
                    <a:pt x="2360213" y="91269"/>
                  </a:lnTo>
                  <a:lnTo>
                    <a:pt x="2429959" y="103771"/>
                  </a:lnTo>
                  <a:lnTo>
                    <a:pt x="2494502" y="117556"/>
                  </a:lnTo>
                  <a:lnTo>
                    <a:pt x="2554610" y="132769"/>
                  </a:lnTo>
                  <a:lnTo>
                    <a:pt x="2611054" y="149546"/>
                  </a:lnTo>
                  <a:lnTo>
                    <a:pt x="2664568" y="167993"/>
                  </a:lnTo>
                  <a:lnTo>
                    <a:pt x="2702183" y="182548"/>
                  </a:lnTo>
                  <a:lnTo>
                    <a:pt x="2758922" y="207050"/>
                  </a:lnTo>
                  <a:lnTo>
                    <a:pt x="2813982" y="233817"/>
                  </a:lnTo>
                  <a:lnTo>
                    <a:pt x="2867939" y="262891"/>
                  </a:lnTo>
                  <a:lnTo>
                    <a:pt x="2921229" y="294248"/>
                  </a:lnTo>
                  <a:lnTo>
                    <a:pt x="2974171" y="327796"/>
                  </a:lnTo>
                  <a:lnTo>
                    <a:pt x="3026987" y="363369"/>
                  </a:lnTo>
                  <a:lnTo>
                    <a:pt x="3079818" y="400722"/>
                  </a:lnTo>
                  <a:lnTo>
                    <a:pt x="3132733" y="439540"/>
                  </a:lnTo>
                  <a:lnTo>
                    <a:pt x="3185747" y="479444"/>
                  </a:lnTo>
                  <a:lnTo>
                    <a:pt x="3238836" y="520005"/>
                  </a:lnTo>
                  <a:lnTo>
                    <a:pt x="3291948" y="560764"/>
                  </a:lnTo>
                  <a:lnTo>
                    <a:pt x="3345027" y="601251"/>
                  </a:lnTo>
                  <a:lnTo>
                    <a:pt x="3398027" y="641010"/>
                  </a:lnTo>
                  <a:lnTo>
                    <a:pt x="3450926" y="679621"/>
                  </a:lnTo>
                  <a:lnTo>
                    <a:pt x="3503748" y="716711"/>
                  </a:lnTo>
                  <a:lnTo>
                    <a:pt x="3556574" y="751978"/>
                  </a:lnTo>
                  <a:lnTo>
                    <a:pt x="3609554" y="785189"/>
                  </a:lnTo>
                  <a:lnTo>
                    <a:pt x="3662925" y="816189"/>
                  </a:lnTo>
                  <a:lnTo>
                    <a:pt x="3717024" y="844898"/>
                  </a:lnTo>
                  <a:lnTo>
                    <a:pt x="3772307" y="871303"/>
                  </a:lnTo>
                  <a:lnTo>
                    <a:pt x="3820202" y="891781"/>
                  </a:lnTo>
                  <a:lnTo>
                    <a:pt x="3871995" y="911477"/>
                  </a:lnTo>
                  <a:lnTo>
                    <a:pt x="3926230" y="929467"/>
                  </a:lnTo>
                  <a:lnTo>
                    <a:pt x="3983588" y="945810"/>
                  </a:lnTo>
                  <a:lnTo>
                    <a:pt x="4044815" y="960624"/>
                  </a:lnTo>
                  <a:lnTo>
                    <a:pt x="4110686" y="974049"/>
                  </a:lnTo>
                  <a:lnTo>
                    <a:pt x="4181960" y="986229"/>
                  </a:lnTo>
                  <a:lnTo>
                    <a:pt x="4259331" y="997298"/>
                  </a:lnTo>
                  <a:lnTo>
                    <a:pt x="4343357" y="1007378"/>
                  </a:lnTo>
                  <a:lnTo>
                    <a:pt x="4434371" y="1016565"/>
                  </a:lnTo>
                  <a:lnTo>
                    <a:pt x="4532365" y="1024938"/>
                  </a:lnTo>
                  <a:lnTo>
                    <a:pt x="4636852" y="1032548"/>
                  </a:lnTo>
                  <a:lnTo>
                    <a:pt x="4746718" y="1039424"/>
                  </a:lnTo>
                  <a:lnTo>
                    <a:pt x="4860100" y="1045574"/>
                  </a:lnTo>
                  <a:lnTo>
                    <a:pt x="4974329" y="1050991"/>
                  </a:lnTo>
                  <a:lnTo>
                    <a:pt x="5085989" y="1055660"/>
                  </a:lnTo>
                  <a:lnTo>
                    <a:pt x="5191157" y="1059567"/>
                  </a:lnTo>
                  <a:lnTo>
                    <a:pt x="5285813" y="1062714"/>
                  </a:lnTo>
                  <a:lnTo>
                    <a:pt x="5366399" y="1065126"/>
                  </a:lnTo>
                  <a:lnTo>
                    <a:pt x="5430403" y="1066860"/>
                  </a:lnTo>
                  <a:lnTo>
                    <a:pt x="5476833" y="1068003"/>
                  </a:lnTo>
                  <a:lnTo>
                    <a:pt x="5506461" y="1068668"/>
                  </a:lnTo>
                  <a:lnTo>
                    <a:pt x="5521818" y="1068983"/>
                  </a:lnTo>
                  <a:lnTo>
                    <a:pt x="5527000" y="1069081"/>
                  </a:lnTo>
                  <a:lnTo>
                    <a:pt x="5527445" y="1069089"/>
                  </a:lnTo>
                  <a:lnTo>
                    <a:pt x="6522385" y="1069089"/>
                  </a:lnTo>
                  <a:lnTo>
                    <a:pt x="6523515" y="1069072"/>
                  </a:lnTo>
                  <a:lnTo>
                    <a:pt x="6530973" y="1068949"/>
                  </a:lnTo>
                  <a:lnTo>
                    <a:pt x="6549874" y="1068610"/>
                  </a:lnTo>
                  <a:lnTo>
                    <a:pt x="6583920" y="1067943"/>
                  </a:lnTo>
                  <a:lnTo>
                    <a:pt x="6635183" y="1066839"/>
                  </a:lnTo>
                  <a:lnTo>
                    <a:pt x="6703944" y="1065209"/>
                  </a:lnTo>
                  <a:lnTo>
                    <a:pt x="6788756" y="1062983"/>
                  </a:lnTo>
                  <a:lnTo>
                    <a:pt x="6886761" y="1060122"/>
                  </a:lnTo>
                  <a:lnTo>
                    <a:pt x="6994204" y="1056610"/>
                  </a:lnTo>
                  <a:lnTo>
                    <a:pt x="7107034" y="1052451"/>
                  </a:lnTo>
                  <a:lnTo>
                    <a:pt x="7221424" y="1047656"/>
                  </a:lnTo>
                  <a:lnTo>
                    <a:pt x="7334145" y="1042239"/>
                  </a:lnTo>
                  <a:lnTo>
                    <a:pt x="7442744" y="1036202"/>
                  </a:lnTo>
                  <a:lnTo>
                    <a:pt x="7545574" y="1029533"/>
                  </a:lnTo>
                  <a:lnTo>
                    <a:pt x="7641709" y="1022203"/>
                  </a:lnTo>
                  <a:lnTo>
                    <a:pt x="7730808" y="1014161"/>
                  </a:lnTo>
                  <a:lnTo>
                    <a:pt x="7812974" y="1005337"/>
                  </a:lnTo>
                  <a:lnTo>
                    <a:pt x="7888614" y="995640"/>
                  </a:lnTo>
                  <a:lnTo>
                    <a:pt x="7958335" y="984964"/>
                  </a:lnTo>
                  <a:lnTo>
                    <a:pt x="8022857" y="973191"/>
                  </a:lnTo>
                  <a:lnTo>
                    <a:pt x="8082948" y="960197"/>
                  </a:lnTo>
                  <a:lnTo>
                    <a:pt x="8139382" y="945867"/>
                  </a:lnTo>
                  <a:lnTo>
                    <a:pt x="8192893" y="930111"/>
                  </a:lnTo>
                  <a:lnTo>
                    <a:pt x="8229629" y="917984"/>
                  </a:lnTo>
                  <a:lnTo>
                    <a:pt x="8287520" y="896652"/>
                  </a:lnTo>
                  <a:lnTo>
                    <a:pt x="8343675" y="873307"/>
                  </a:lnTo>
                  <a:lnTo>
                    <a:pt x="8398703" y="847914"/>
                  </a:lnTo>
                  <a:lnTo>
                    <a:pt x="8453059" y="820498"/>
                  </a:lnTo>
                  <a:lnTo>
                    <a:pt x="8507075" y="791146"/>
                  </a:lnTo>
                  <a:lnTo>
                    <a:pt x="8560979" y="760017"/>
                  </a:lnTo>
                  <a:lnTo>
                    <a:pt x="8614911" y="727338"/>
                  </a:lnTo>
                  <a:lnTo>
                    <a:pt x="8668935" y="693405"/>
                  </a:lnTo>
                  <a:lnTo>
                    <a:pt x="8723060" y="658568"/>
                  </a:lnTo>
                  <a:lnTo>
                    <a:pt x="8777255" y="623222"/>
                  </a:lnTo>
                  <a:lnTo>
                    <a:pt x="8831462" y="587786"/>
                  </a:lnTo>
                  <a:lnTo>
                    <a:pt x="8885622" y="552686"/>
                  </a:lnTo>
                  <a:lnTo>
                    <a:pt x="8939691" y="518327"/>
                  </a:lnTo>
                  <a:lnTo>
                    <a:pt x="8993657" y="485082"/>
                  </a:lnTo>
                  <a:lnTo>
                    <a:pt x="9047559" y="453270"/>
                  </a:lnTo>
                  <a:lnTo>
                    <a:pt x="9101506" y="423148"/>
                  </a:lnTo>
                  <a:lnTo>
                    <a:pt x="9155686" y="394905"/>
                  </a:lnTo>
                  <a:lnTo>
                    <a:pt x="9210383" y="368656"/>
                  </a:lnTo>
                  <a:lnTo>
                    <a:pt x="9266001" y="344452"/>
                  </a:lnTo>
                  <a:lnTo>
                    <a:pt x="9323078" y="322282"/>
                  </a:lnTo>
                  <a:lnTo>
                    <a:pt x="9347647" y="313564"/>
                  </a:lnTo>
                  <a:lnTo>
                    <a:pt x="9399480" y="296767"/>
                  </a:lnTo>
                  <a:lnTo>
                    <a:pt x="9453758" y="281426"/>
                  </a:lnTo>
                  <a:lnTo>
                    <a:pt x="9511164" y="267490"/>
                  </a:lnTo>
                  <a:lnTo>
                    <a:pt x="9572446" y="254859"/>
                  </a:lnTo>
                  <a:lnTo>
                    <a:pt x="9638382" y="243414"/>
                  </a:lnTo>
                  <a:lnTo>
                    <a:pt x="9709732" y="233031"/>
                  </a:lnTo>
                  <a:lnTo>
                    <a:pt x="9787190" y="223594"/>
                  </a:lnTo>
                  <a:lnTo>
                    <a:pt x="9871314" y="215003"/>
                  </a:lnTo>
                  <a:lnTo>
                    <a:pt x="9962439" y="207171"/>
                  </a:lnTo>
                  <a:lnTo>
                    <a:pt x="10060553" y="200035"/>
                  </a:lnTo>
                  <a:lnTo>
                    <a:pt x="10165162" y="193550"/>
                  </a:lnTo>
                  <a:lnTo>
                    <a:pt x="10275147" y="187692"/>
                  </a:lnTo>
                  <a:lnTo>
                    <a:pt x="10388633" y="182452"/>
                  </a:lnTo>
                  <a:lnTo>
                    <a:pt x="10502937" y="177838"/>
                  </a:lnTo>
                  <a:lnTo>
                    <a:pt x="10614631" y="173863"/>
                  </a:lnTo>
                  <a:lnTo>
                    <a:pt x="10719779" y="170539"/>
                  </a:lnTo>
                  <a:lnTo>
                    <a:pt x="10814354" y="167862"/>
                  </a:lnTo>
                  <a:lnTo>
                    <a:pt x="10894799" y="165813"/>
                  </a:lnTo>
                  <a:lnTo>
                    <a:pt x="10958615" y="164342"/>
                  </a:lnTo>
                  <a:lnTo>
                    <a:pt x="11004829" y="163374"/>
                  </a:lnTo>
                  <a:lnTo>
                    <a:pt x="11034242" y="162812"/>
                  </a:lnTo>
                  <a:lnTo>
                    <a:pt x="11049415" y="162547"/>
                  </a:lnTo>
                  <a:lnTo>
                    <a:pt x="11054475" y="162465"/>
                  </a:lnTo>
                  <a:lnTo>
                    <a:pt x="11054891" y="162459"/>
                  </a:lnTo>
                  <a:lnTo>
                    <a:pt x="12049831" y="162459"/>
                  </a:lnTo>
                  <a:lnTo>
                    <a:pt x="12049831" y="157219"/>
                  </a:lnTo>
                  <a:lnTo>
                    <a:pt x="11054891" y="157219"/>
                  </a:lnTo>
                  <a:lnTo>
                    <a:pt x="11053761" y="157236"/>
                  </a:lnTo>
                  <a:lnTo>
                    <a:pt x="11046304" y="157358"/>
                  </a:lnTo>
                  <a:lnTo>
                    <a:pt x="11027403" y="157697"/>
                  </a:lnTo>
                  <a:lnTo>
                    <a:pt x="10993356" y="158365"/>
                  </a:lnTo>
                  <a:lnTo>
                    <a:pt x="10942094" y="159468"/>
                  </a:lnTo>
                  <a:lnTo>
                    <a:pt x="10873333" y="161099"/>
                  </a:lnTo>
                  <a:lnTo>
                    <a:pt x="10788520" y="163324"/>
                  </a:lnTo>
                  <a:lnTo>
                    <a:pt x="10690516" y="166185"/>
                  </a:lnTo>
                  <a:lnTo>
                    <a:pt x="10583072" y="169697"/>
                  </a:lnTo>
                  <a:lnTo>
                    <a:pt x="10470243" y="173857"/>
                  </a:lnTo>
                  <a:lnTo>
                    <a:pt x="10355852" y="178651"/>
                  </a:lnTo>
                  <a:lnTo>
                    <a:pt x="10243132" y="184069"/>
                  </a:lnTo>
                  <a:lnTo>
                    <a:pt x="10134533" y="190106"/>
                  </a:lnTo>
                  <a:lnTo>
                    <a:pt x="10031702" y="196774"/>
                  </a:lnTo>
                  <a:lnTo>
                    <a:pt x="9935568" y="204104"/>
                  </a:lnTo>
                  <a:lnTo>
                    <a:pt x="9846468" y="212146"/>
                  </a:lnTo>
                  <a:lnTo>
                    <a:pt x="9764303" y="220971"/>
                  </a:lnTo>
                  <a:lnTo>
                    <a:pt x="9688662" y="230668"/>
                  </a:lnTo>
                  <a:lnTo>
                    <a:pt x="9618941" y="241343"/>
                  </a:lnTo>
                  <a:lnTo>
                    <a:pt x="9554420" y="253116"/>
                  </a:lnTo>
                  <a:lnTo>
                    <a:pt x="9494328" y="266110"/>
                  </a:lnTo>
                  <a:lnTo>
                    <a:pt x="9437894" y="280440"/>
                  </a:lnTo>
                  <a:lnTo>
                    <a:pt x="9384384" y="296197"/>
                  </a:lnTo>
                  <a:lnTo>
                    <a:pt x="9347647" y="308323"/>
                  </a:lnTo>
                  <a:lnTo>
                    <a:pt x="9289757" y="329655"/>
                  </a:lnTo>
                  <a:lnTo>
                    <a:pt x="9233601" y="353000"/>
                  </a:lnTo>
                  <a:lnTo>
                    <a:pt x="9178573" y="378393"/>
                  </a:lnTo>
                  <a:lnTo>
                    <a:pt x="9124217" y="405809"/>
                  </a:lnTo>
                  <a:lnTo>
                    <a:pt x="9070201" y="435161"/>
                  </a:lnTo>
                  <a:lnTo>
                    <a:pt x="9016297" y="466290"/>
                  </a:lnTo>
                  <a:lnTo>
                    <a:pt x="8962366" y="498969"/>
                  </a:lnTo>
                  <a:lnTo>
                    <a:pt x="8908342" y="532903"/>
                  </a:lnTo>
                  <a:lnTo>
                    <a:pt x="8854216" y="567740"/>
                  </a:lnTo>
                  <a:lnTo>
                    <a:pt x="8800022" y="603086"/>
                  </a:lnTo>
                  <a:lnTo>
                    <a:pt x="8745815" y="638521"/>
                  </a:lnTo>
                  <a:lnTo>
                    <a:pt x="8691654" y="673622"/>
                  </a:lnTo>
                  <a:lnTo>
                    <a:pt x="8637586" y="707981"/>
                  </a:lnTo>
                  <a:lnTo>
                    <a:pt x="8583620" y="741226"/>
                  </a:lnTo>
                  <a:lnTo>
                    <a:pt x="8529717" y="773037"/>
                  </a:lnTo>
                  <a:lnTo>
                    <a:pt x="8475770" y="803159"/>
                  </a:lnTo>
                  <a:lnTo>
                    <a:pt x="8421591" y="831403"/>
                  </a:lnTo>
                  <a:lnTo>
                    <a:pt x="8366893" y="857652"/>
                  </a:lnTo>
                  <a:lnTo>
                    <a:pt x="8311276" y="881856"/>
                  </a:lnTo>
                  <a:lnTo>
                    <a:pt x="8254199" y="904025"/>
                  </a:lnTo>
                  <a:lnTo>
                    <a:pt x="8229629" y="912743"/>
                  </a:lnTo>
                  <a:lnTo>
                    <a:pt x="8177797" y="929541"/>
                  </a:lnTo>
                  <a:lnTo>
                    <a:pt x="8123519" y="944881"/>
                  </a:lnTo>
                  <a:lnTo>
                    <a:pt x="8066113" y="958817"/>
                  </a:lnTo>
                  <a:lnTo>
                    <a:pt x="8004830" y="971448"/>
                  </a:lnTo>
                  <a:lnTo>
                    <a:pt x="7938894" y="982894"/>
                  </a:lnTo>
                  <a:lnTo>
                    <a:pt x="7867545" y="993277"/>
                  </a:lnTo>
                  <a:lnTo>
                    <a:pt x="7790087" y="1002713"/>
                  </a:lnTo>
                  <a:lnTo>
                    <a:pt x="7705962" y="1011305"/>
                  </a:lnTo>
                  <a:lnTo>
                    <a:pt x="7614838" y="1019136"/>
                  </a:lnTo>
                  <a:lnTo>
                    <a:pt x="7516724" y="1026272"/>
                  </a:lnTo>
                  <a:lnTo>
                    <a:pt x="7412114" y="1032757"/>
                  </a:lnTo>
                  <a:lnTo>
                    <a:pt x="7302130" y="1038616"/>
                  </a:lnTo>
                  <a:lnTo>
                    <a:pt x="7188643" y="1043855"/>
                  </a:lnTo>
                  <a:lnTo>
                    <a:pt x="7074339" y="1048469"/>
                  </a:lnTo>
                  <a:lnTo>
                    <a:pt x="6962645" y="1052444"/>
                  </a:lnTo>
                  <a:lnTo>
                    <a:pt x="6857498" y="1055769"/>
                  </a:lnTo>
                  <a:lnTo>
                    <a:pt x="6762923" y="1058445"/>
                  </a:lnTo>
                  <a:lnTo>
                    <a:pt x="6682477" y="1060494"/>
                  </a:lnTo>
                  <a:lnTo>
                    <a:pt x="6618662" y="1061965"/>
                  </a:lnTo>
                  <a:lnTo>
                    <a:pt x="6572448" y="1062934"/>
                  </a:lnTo>
                  <a:lnTo>
                    <a:pt x="6543034" y="1063496"/>
                  </a:lnTo>
                  <a:lnTo>
                    <a:pt x="6527862" y="1063761"/>
                  </a:lnTo>
                  <a:lnTo>
                    <a:pt x="6522801" y="1063842"/>
                  </a:lnTo>
                  <a:lnTo>
                    <a:pt x="6522385" y="1063848"/>
                  </a:lnTo>
                  <a:lnTo>
                    <a:pt x="5527445" y="1063848"/>
                  </a:lnTo>
                  <a:lnTo>
                    <a:pt x="5526318" y="1063828"/>
                  </a:lnTo>
                  <a:lnTo>
                    <a:pt x="5518876" y="1063684"/>
                  </a:lnTo>
                  <a:lnTo>
                    <a:pt x="5500014" y="1063288"/>
                  </a:lnTo>
                  <a:lnTo>
                    <a:pt x="5466034" y="1062506"/>
                  </a:lnTo>
                  <a:lnTo>
                    <a:pt x="5414868" y="1061214"/>
                  </a:lnTo>
                  <a:lnTo>
                    <a:pt x="5346225" y="1059305"/>
                  </a:lnTo>
                  <a:lnTo>
                    <a:pt x="5261545" y="1056699"/>
                  </a:lnTo>
                  <a:lnTo>
                    <a:pt x="5163675" y="1053348"/>
                  </a:lnTo>
                  <a:lnTo>
                    <a:pt x="5056356" y="1049235"/>
                  </a:lnTo>
                  <a:lnTo>
                    <a:pt x="4943632" y="1044363"/>
                  </a:lnTo>
                  <a:lnTo>
                    <a:pt x="4829324" y="1038747"/>
                  </a:lnTo>
                  <a:lnTo>
                    <a:pt x="4716660" y="1032401"/>
                  </a:lnTo>
                  <a:lnTo>
                    <a:pt x="4608094" y="1025329"/>
                  </a:lnTo>
                  <a:lnTo>
                    <a:pt x="4505276" y="1017517"/>
                  </a:lnTo>
                  <a:lnTo>
                    <a:pt x="4409138" y="1008931"/>
                  </a:lnTo>
                  <a:lnTo>
                    <a:pt x="4320024" y="999511"/>
                  </a:lnTo>
                  <a:lnTo>
                    <a:pt x="4237837" y="989175"/>
                  </a:lnTo>
                  <a:lnTo>
                    <a:pt x="4162172" y="977819"/>
                  </a:lnTo>
                  <a:lnTo>
                    <a:pt x="4092426" y="965318"/>
                  </a:lnTo>
                  <a:lnTo>
                    <a:pt x="4027883" y="951533"/>
                  </a:lnTo>
                  <a:lnTo>
                    <a:pt x="3967775" y="936319"/>
                  </a:lnTo>
                  <a:lnTo>
                    <a:pt x="3911331" y="919542"/>
                  </a:lnTo>
                  <a:lnTo>
                    <a:pt x="3857817" y="901095"/>
                  </a:lnTo>
                  <a:lnTo>
                    <a:pt x="3820202" y="886540"/>
                  </a:lnTo>
                  <a:lnTo>
                    <a:pt x="3763463" y="862039"/>
                  </a:lnTo>
                  <a:lnTo>
                    <a:pt x="3708403" y="835271"/>
                  </a:lnTo>
                  <a:lnTo>
                    <a:pt x="3654446" y="806198"/>
                  </a:lnTo>
                  <a:lnTo>
                    <a:pt x="3601156" y="774840"/>
                  </a:lnTo>
                  <a:lnTo>
                    <a:pt x="3548214" y="741292"/>
                  </a:lnTo>
                  <a:lnTo>
                    <a:pt x="3495398" y="705720"/>
                  </a:lnTo>
                  <a:lnTo>
                    <a:pt x="3442567" y="668366"/>
                  </a:lnTo>
                  <a:lnTo>
                    <a:pt x="3389652" y="629548"/>
                  </a:lnTo>
                  <a:lnTo>
                    <a:pt x="3336638" y="589644"/>
                  </a:lnTo>
                  <a:lnTo>
                    <a:pt x="3283549" y="549083"/>
                  </a:lnTo>
                  <a:lnTo>
                    <a:pt x="3230437" y="508325"/>
                  </a:lnTo>
                  <a:lnTo>
                    <a:pt x="3177358" y="467838"/>
                  </a:lnTo>
                  <a:lnTo>
                    <a:pt x="3124358" y="428078"/>
                  </a:lnTo>
                  <a:lnTo>
                    <a:pt x="3071459" y="389468"/>
                  </a:lnTo>
                  <a:lnTo>
                    <a:pt x="3018637" y="352377"/>
                  </a:lnTo>
                  <a:lnTo>
                    <a:pt x="2965811" y="317110"/>
                  </a:lnTo>
                  <a:lnTo>
                    <a:pt x="2912831" y="283899"/>
                  </a:lnTo>
                  <a:lnTo>
                    <a:pt x="2859460" y="252899"/>
                  </a:lnTo>
                  <a:lnTo>
                    <a:pt x="2805361" y="224190"/>
                  </a:lnTo>
                  <a:lnTo>
                    <a:pt x="2750078" y="197785"/>
                  </a:lnTo>
                  <a:lnTo>
                    <a:pt x="2702183" y="177308"/>
                  </a:lnTo>
                  <a:lnTo>
                    <a:pt x="2650390" y="157611"/>
                  </a:lnTo>
                  <a:lnTo>
                    <a:pt x="2596155" y="139622"/>
                  </a:lnTo>
                  <a:lnTo>
                    <a:pt x="2538797" y="123278"/>
                  </a:lnTo>
                  <a:lnTo>
                    <a:pt x="2477570" y="108464"/>
                  </a:lnTo>
                  <a:lnTo>
                    <a:pt x="2411699" y="95039"/>
                  </a:lnTo>
                  <a:lnTo>
                    <a:pt x="2340425" y="82860"/>
                  </a:lnTo>
                  <a:lnTo>
                    <a:pt x="2263054" y="71790"/>
                  </a:lnTo>
                  <a:lnTo>
                    <a:pt x="2179028" y="61711"/>
                  </a:lnTo>
                  <a:lnTo>
                    <a:pt x="2088014" y="52523"/>
                  </a:lnTo>
                  <a:lnTo>
                    <a:pt x="1990020" y="44150"/>
                  </a:lnTo>
                  <a:lnTo>
                    <a:pt x="1885533" y="36540"/>
                  </a:lnTo>
                  <a:lnTo>
                    <a:pt x="1775667" y="29665"/>
                  </a:lnTo>
                  <a:lnTo>
                    <a:pt x="1662285" y="23514"/>
                  </a:lnTo>
                  <a:lnTo>
                    <a:pt x="1548056" y="18097"/>
                  </a:lnTo>
                  <a:lnTo>
                    <a:pt x="1436396" y="13428"/>
                  </a:lnTo>
                  <a:lnTo>
                    <a:pt x="1331228" y="9521"/>
                  </a:lnTo>
                  <a:lnTo>
                    <a:pt x="1236572" y="6374"/>
                  </a:lnTo>
                  <a:lnTo>
                    <a:pt x="1155986" y="3962"/>
                  </a:lnTo>
                  <a:lnTo>
                    <a:pt x="1091982" y="2228"/>
                  </a:lnTo>
                  <a:lnTo>
                    <a:pt x="1045552" y="1086"/>
                  </a:lnTo>
                  <a:lnTo>
                    <a:pt x="1015924" y="420"/>
                  </a:lnTo>
                  <a:lnTo>
                    <a:pt x="1000567" y="105"/>
                  </a:lnTo>
                  <a:lnTo>
                    <a:pt x="995385" y="7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59" name="pl258"/>
            <p:cNvSpPr/>
            <p:nvPr/>
          </p:nvSpPr>
          <p:spPr>
            <a:xfrm>
              <a:off x="1199187" y="2227104"/>
              <a:ext cx="12049831" cy="1063848"/>
            </a:xfrm>
            <a:custGeom>
              <a:avLst/>
              <a:pathLst>
                <a:path w="12049831" h="1063848">
                  <a:moveTo>
                    <a:pt x="0" y="0"/>
                  </a:moveTo>
                  <a:lnTo>
                    <a:pt x="994940" y="0"/>
                  </a:lnTo>
                  <a:lnTo>
                    <a:pt x="996067" y="20"/>
                  </a:lnTo>
                  <a:lnTo>
                    <a:pt x="1003509" y="163"/>
                  </a:lnTo>
                  <a:lnTo>
                    <a:pt x="1022371" y="560"/>
                  </a:lnTo>
                  <a:lnTo>
                    <a:pt x="1056351" y="1342"/>
                  </a:lnTo>
                  <a:lnTo>
                    <a:pt x="1107517" y="2634"/>
                  </a:lnTo>
                  <a:lnTo>
                    <a:pt x="1176160" y="4543"/>
                  </a:lnTo>
                  <a:lnTo>
                    <a:pt x="1260840" y="7149"/>
                  </a:lnTo>
                  <a:lnTo>
                    <a:pt x="1358710" y="10499"/>
                  </a:lnTo>
                  <a:lnTo>
                    <a:pt x="1466029" y="14613"/>
                  </a:lnTo>
                  <a:lnTo>
                    <a:pt x="1578753" y="19485"/>
                  </a:lnTo>
                  <a:lnTo>
                    <a:pt x="1693061" y="25101"/>
                  </a:lnTo>
                  <a:lnTo>
                    <a:pt x="1805725" y="31447"/>
                  </a:lnTo>
                  <a:lnTo>
                    <a:pt x="1914291" y="38519"/>
                  </a:lnTo>
                  <a:lnTo>
                    <a:pt x="2017109" y="46331"/>
                  </a:lnTo>
                  <a:lnTo>
                    <a:pt x="2113247" y="54917"/>
                  </a:lnTo>
                  <a:lnTo>
                    <a:pt x="2202361" y="64337"/>
                  </a:lnTo>
                  <a:lnTo>
                    <a:pt x="2284548" y="74672"/>
                  </a:lnTo>
                  <a:lnTo>
                    <a:pt x="2360213" y="86029"/>
                  </a:lnTo>
                  <a:lnTo>
                    <a:pt x="2429959" y="98530"/>
                  </a:lnTo>
                  <a:lnTo>
                    <a:pt x="2494502" y="112315"/>
                  </a:lnTo>
                  <a:lnTo>
                    <a:pt x="2554610" y="127528"/>
                  </a:lnTo>
                  <a:lnTo>
                    <a:pt x="2611054" y="144306"/>
                  </a:lnTo>
                  <a:lnTo>
                    <a:pt x="2664568" y="162753"/>
                  </a:lnTo>
                  <a:lnTo>
                    <a:pt x="2702183" y="177308"/>
                  </a:lnTo>
                  <a:lnTo>
                    <a:pt x="2758922" y="201809"/>
                  </a:lnTo>
                  <a:lnTo>
                    <a:pt x="2813982" y="228576"/>
                  </a:lnTo>
                  <a:lnTo>
                    <a:pt x="2867939" y="257650"/>
                  </a:lnTo>
                  <a:lnTo>
                    <a:pt x="2921229" y="289007"/>
                  </a:lnTo>
                  <a:lnTo>
                    <a:pt x="2974171" y="322556"/>
                  </a:lnTo>
                  <a:lnTo>
                    <a:pt x="3026987" y="358128"/>
                  </a:lnTo>
                  <a:lnTo>
                    <a:pt x="3079818" y="395481"/>
                  </a:lnTo>
                  <a:lnTo>
                    <a:pt x="3132733" y="434300"/>
                  </a:lnTo>
                  <a:lnTo>
                    <a:pt x="3185747" y="474203"/>
                  </a:lnTo>
                  <a:lnTo>
                    <a:pt x="3238836" y="514764"/>
                  </a:lnTo>
                  <a:lnTo>
                    <a:pt x="3291948" y="555523"/>
                  </a:lnTo>
                  <a:lnTo>
                    <a:pt x="3345027" y="596010"/>
                  </a:lnTo>
                  <a:lnTo>
                    <a:pt x="3398027" y="635770"/>
                  </a:lnTo>
                  <a:lnTo>
                    <a:pt x="3450926" y="674380"/>
                  </a:lnTo>
                  <a:lnTo>
                    <a:pt x="3503748" y="711471"/>
                  </a:lnTo>
                  <a:lnTo>
                    <a:pt x="3556574" y="746737"/>
                  </a:lnTo>
                  <a:lnTo>
                    <a:pt x="3609554" y="779948"/>
                  </a:lnTo>
                  <a:lnTo>
                    <a:pt x="3662925" y="810949"/>
                  </a:lnTo>
                  <a:lnTo>
                    <a:pt x="3717024" y="839657"/>
                  </a:lnTo>
                  <a:lnTo>
                    <a:pt x="3772307" y="866063"/>
                  </a:lnTo>
                  <a:lnTo>
                    <a:pt x="3820202" y="886540"/>
                  </a:lnTo>
                  <a:lnTo>
                    <a:pt x="3871995" y="906236"/>
                  </a:lnTo>
                  <a:lnTo>
                    <a:pt x="3926230" y="924226"/>
                  </a:lnTo>
                  <a:lnTo>
                    <a:pt x="3983588" y="940570"/>
                  </a:lnTo>
                  <a:lnTo>
                    <a:pt x="4044815" y="955384"/>
                  </a:lnTo>
                  <a:lnTo>
                    <a:pt x="4110686" y="968808"/>
                  </a:lnTo>
                  <a:lnTo>
                    <a:pt x="4181960" y="980988"/>
                  </a:lnTo>
                  <a:lnTo>
                    <a:pt x="4259331" y="992058"/>
                  </a:lnTo>
                  <a:lnTo>
                    <a:pt x="4343357" y="1002137"/>
                  </a:lnTo>
                  <a:lnTo>
                    <a:pt x="4434371" y="1011325"/>
                  </a:lnTo>
                  <a:lnTo>
                    <a:pt x="4532365" y="1019698"/>
                  </a:lnTo>
                  <a:lnTo>
                    <a:pt x="4636852" y="1027307"/>
                  </a:lnTo>
                  <a:lnTo>
                    <a:pt x="4746718" y="1034183"/>
                  </a:lnTo>
                  <a:lnTo>
                    <a:pt x="4860100" y="1040333"/>
                  </a:lnTo>
                  <a:lnTo>
                    <a:pt x="4974329" y="1045751"/>
                  </a:lnTo>
                  <a:lnTo>
                    <a:pt x="5085989" y="1050419"/>
                  </a:lnTo>
                  <a:lnTo>
                    <a:pt x="5191157" y="1054327"/>
                  </a:lnTo>
                  <a:lnTo>
                    <a:pt x="5285813" y="1057473"/>
                  </a:lnTo>
                  <a:lnTo>
                    <a:pt x="5366399" y="1059886"/>
                  </a:lnTo>
                  <a:lnTo>
                    <a:pt x="5430403" y="1061619"/>
                  </a:lnTo>
                  <a:lnTo>
                    <a:pt x="5476833" y="1062762"/>
                  </a:lnTo>
                  <a:lnTo>
                    <a:pt x="5506461" y="1063427"/>
                  </a:lnTo>
                  <a:lnTo>
                    <a:pt x="5521818" y="1063743"/>
                  </a:lnTo>
                  <a:lnTo>
                    <a:pt x="5527000" y="1063840"/>
                  </a:lnTo>
                  <a:lnTo>
                    <a:pt x="5527445" y="1063848"/>
                  </a:lnTo>
                  <a:lnTo>
                    <a:pt x="6522385" y="1063848"/>
                  </a:lnTo>
                  <a:lnTo>
                    <a:pt x="6523515" y="1063831"/>
                  </a:lnTo>
                  <a:lnTo>
                    <a:pt x="6530973" y="1063708"/>
                  </a:lnTo>
                  <a:lnTo>
                    <a:pt x="6549874" y="1063370"/>
                  </a:lnTo>
                  <a:lnTo>
                    <a:pt x="6583920" y="1062702"/>
                  </a:lnTo>
                  <a:lnTo>
                    <a:pt x="6635183" y="1061599"/>
                  </a:lnTo>
                  <a:lnTo>
                    <a:pt x="6703944" y="1059968"/>
                  </a:lnTo>
                  <a:lnTo>
                    <a:pt x="6788756" y="1057743"/>
                  </a:lnTo>
                  <a:lnTo>
                    <a:pt x="6886761" y="1054882"/>
                  </a:lnTo>
                  <a:lnTo>
                    <a:pt x="6994204" y="1051369"/>
                  </a:lnTo>
                  <a:lnTo>
                    <a:pt x="7107034" y="1047210"/>
                  </a:lnTo>
                  <a:lnTo>
                    <a:pt x="7221424" y="1042415"/>
                  </a:lnTo>
                  <a:lnTo>
                    <a:pt x="7334145" y="1036998"/>
                  </a:lnTo>
                  <a:lnTo>
                    <a:pt x="7442744" y="1030961"/>
                  </a:lnTo>
                  <a:lnTo>
                    <a:pt x="7545574" y="1024293"/>
                  </a:lnTo>
                  <a:lnTo>
                    <a:pt x="7641709" y="1016963"/>
                  </a:lnTo>
                  <a:lnTo>
                    <a:pt x="7730808" y="1008921"/>
                  </a:lnTo>
                  <a:lnTo>
                    <a:pt x="7812974" y="1000096"/>
                  </a:lnTo>
                  <a:lnTo>
                    <a:pt x="7888614" y="990399"/>
                  </a:lnTo>
                  <a:lnTo>
                    <a:pt x="7958335" y="979723"/>
                  </a:lnTo>
                  <a:lnTo>
                    <a:pt x="8022857" y="967950"/>
                  </a:lnTo>
                  <a:lnTo>
                    <a:pt x="8082948" y="954957"/>
                  </a:lnTo>
                  <a:lnTo>
                    <a:pt x="8139382" y="940626"/>
                  </a:lnTo>
                  <a:lnTo>
                    <a:pt x="8192893" y="924870"/>
                  </a:lnTo>
                  <a:lnTo>
                    <a:pt x="8229629" y="912743"/>
                  </a:lnTo>
                  <a:lnTo>
                    <a:pt x="8287520" y="891411"/>
                  </a:lnTo>
                  <a:lnTo>
                    <a:pt x="8343675" y="868066"/>
                  </a:lnTo>
                  <a:lnTo>
                    <a:pt x="8398703" y="842674"/>
                  </a:lnTo>
                  <a:lnTo>
                    <a:pt x="8453059" y="815257"/>
                  </a:lnTo>
                  <a:lnTo>
                    <a:pt x="8507075" y="785906"/>
                  </a:lnTo>
                  <a:lnTo>
                    <a:pt x="8560979" y="754776"/>
                  </a:lnTo>
                  <a:lnTo>
                    <a:pt x="8614911" y="722098"/>
                  </a:lnTo>
                  <a:lnTo>
                    <a:pt x="8668935" y="688164"/>
                  </a:lnTo>
                  <a:lnTo>
                    <a:pt x="8723060" y="653327"/>
                  </a:lnTo>
                  <a:lnTo>
                    <a:pt x="8777255" y="617981"/>
                  </a:lnTo>
                  <a:lnTo>
                    <a:pt x="8831462" y="582546"/>
                  </a:lnTo>
                  <a:lnTo>
                    <a:pt x="8885622" y="547445"/>
                  </a:lnTo>
                  <a:lnTo>
                    <a:pt x="8939691" y="513086"/>
                  </a:lnTo>
                  <a:lnTo>
                    <a:pt x="8993657" y="479841"/>
                  </a:lnTo>
                  <a:lnTo>
                    <a:pt x="9047559" y="448029"/>
                  </a:lnTo>
                  <a:lnTo>
                    <a:pt x="9101506" y="417908"/>
                  </a:lnTo>
                  <a:lnTo>
                    <a:pt x="9155686" y="389664"/>
                  </a:lnTo>
                  <a:lnTo>
                    <a:pt x="9210383" y="363415"/>
                  </a:lnTo>
                  <a:lnTo>
                    <a:pt x="9266001" y="339211"/>
                  </a:lnTo>
                  <a:lnTo>
                    <a:pt x="9323078" y="317041"/>
                  </a:lnTo>
                  <a:lnTo>
                    <a:pt x="9347647" y="308323"/>
                  </a:lnTo>
                  <a:lnTo>
                    <a:pt x="9399480" y="291526"/>
                  </a:lnTo>
                  <a:lnTo>
                    <a:pt x="9453758" y="276186"/>
                  </a:lnTo>
                  <a:lnTo>
                    <a:pt x="9511164" y="262250"/>
                  </a:lnTo>
                  <a:lnTo>
                    <a:pt x="9572446" y="249619"/>
                  </a:lnTo>
                  <a:lnTo>
                    <a:pt x="9638382" y="238173"/>
                  </a:lnTo>
                  <a:lnTo>
                    <a:pt x="9709732" y="227790"/>
                  </a:lnTo>
                  <a:lnTo>
                    <a:pt x="9787190" y="218354"/>
                  </a:lnTo>
                  <a:lnTo>
                    <a:pt x="9871314" y="209762"/>
                  </a:lnTo>
                  <a:lnTo>
                    <a:pt x="9962439" y="201931"/>
                  </a:lnTo>
                  <a:lnTo>
                    <a:pt x="10060553" y="194795"/>
                  </a:lnTo>
                  <a:lnTo>
                    <a:pt x="10165162" y="188310"/>
                  </a:lnTo>
                  <a:lnTo>
                    <a:pt x="10275147" y="182451"/>
                  </a:lnTo>
                  <a:lnTo>
                    <a:pt x="10388633" y="177211"/>
                  </a:lnTo>
                  <a:lnTo>
                    <a:pt x="10502937" y="172598"/>
                  </a:lnTo>
                  <a:lnTo>
                    <a:pt x="10614631" y="168623"/>
                  </a:lnTo>
                  <a:lnTo>
                    <a:pt x="10719779" y="165298"/>
                  </a:lnTo>
                  <a:lnTo>
                    <a:pt x="10814354" y="162622"/>
                  </a:lnTo>
                  <a:lnTo>
                    <a:pt x="10894799" y="160572"/>
                  </a:lnTo>
                  <a:lnTo>
                    <a:pt x="10958615" y="159101"/>
                  </a:lnTo>
                  <a:lnTo>
                    <a:pt x="11004829" y="158133"/>
                  </a:lnTo>
                  <a:lnTo>
                    <a:pt x="11034242" y="157571"/>
                  </a:lnTo>
                  <a:lnTo>
                    <a:pt x="11049415" y="157306"/>
                  </a:lnTo>
                  <a:lnTo>
                    <a:pt x="11054475" y="157225"/>
                  </a:lnTo>
                  <a:lnTo>
                    <a:pt x="11054891" y="157219"/>
                  </a:lnTo>
                  <a:lnTo>
                    <a:pt x="12049831" y="157219"/>
                  </a:lnTo>
                  <a:lnTo>
                    <a:pt x="12049831" y="1572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0" name="pl259"/>
            <p:cNvSpPr/>
            <p:nvPr/>
          </p:nvSpPr>
          <p:spPr>
            <a:xfrm>
              <a:off x="1199187" y="2221864"/>
              <a:ext cx="12049831" cy="1063848"/>
            </a:xfrm>
            <a:custGeom>
              <a:avLst/>
              <a:pathLst>
                <a:path w="12049831" h="1063848">
                  <a:moveTo>
                    <a:pt x="12049831" y="157219"/>
                  </a:moveTo>
                  <a:lnTo>
                    <a:pt x="11054891" y="157219"/>
                  </a:lnTo>
                  <a:lnTo>
                    <a:pt x="11053761" y="157236"/>
                  </a:lnTo>
                  <a:lnTo>
                    <a:pt x="11046304" y="157358"/>
                  </a:lnTo>
                  <a:lnTo>
                    <a:pt x="11027403" y="157697"/>
                  </a:lnTo>
                  <a:lnTo>
                    <a:pt x="10993356" y="158365"/>
                  </a:lnTo>
                  <a:lnTo>
                    <a:pt x="10942094" y="159468"/>
                  </a:lnTo>
                  <a:lnTo>
                    <a:pt x="10873333" y="161099"/>
                  </a:lnTo>
                  <a:lnTo>
                    <a:pt x="10788520" y="163324"/>
                  </a:lnTo>
                  <a:lnTo>
                    <a:pt x="10690516" y="166185"/>
                  </a:lnTo>
                  <a:lnTo>
                    <a:pt x="10583072" y="169697"/>
                  </a:lnTo>
                  <a:lnTo>
                    <a:pt x="10470243" y="173857"/>
                  </a:lnTo>
                  <a:lnTo>
                    <a:pt x="10355852" y="178651"/>
                  </a:lnTo>
                  <a:lnTo>
                    <a:pt x="10243132" y="184069"/>
                  </a:lnTo>
                  <a:lnTo>
                    <a:pt x="10134533" y="190106"/>
                  </a:lnTo>
                  <a:lnTo>
                    <a:pt x="10031702" y="196774"/>
                  </a:lnTo>
                  <a:lnTo>
                    <a:pt x="9935568" y="204104"/>
                  </a:lnTo>
                  <a:lnTo>
                    <a:pt x="9846468" y="212146"/>
                  </a:lnTo>
                  <a:lnTo>
                    <a:pt x="9764303" y="220971"/>
                  </a:lnTo>
                  <a:lnTo>
                    <a:pt x="9688662" y="230668"/>
                  </a:lnTo>
                  <a:lnTo>
                    <a:pt x="9618941" y="241343"/>
                  </a:lnTo>
                  <a:lnTo>
                    <a:pt x="9554420" y="253116"/>
                  </a:lnTo>
                  <a:lnTo>
                    <a:pt x="9494328" y="266110"/>
                  </a:lnTo>
                  <a:lnTo>
                    <a:pt x="9437894" y="280440"/>
                  </a:lnTo>
                  <a:lnTo>
                    <a:pt x="9384384" y="296197"/>
                  </a:lnTo>
                  <a:lnTo>
                    <a:pt x="9347647" y="308323"/>
                  </a:lnTo>
                  <a:lnTo>
                    <a:pt x="9289757" y="329655"/>
                  </a:lnTo>
                  <a:lnTo>
                    <a:pt x="9233601" y="353000"/>
                  </a:lnTo>
                  <a:lnTo>
                    <a:pt x="9178573" y="378393"/>
                  </a:lnTo>
                  <a:lnTo>
                    <a:pt x="9124217" y="405809"/>
                  </a:lnTo>
                  <a:lnTo>
                    <a:pt x="9070201" y="435161"/>
                  </a:lnTo>
                  <a:lnTo>
                    <a:pt x="9016297" y="466290"/>
                  </a:lnTo>
                  <a:lnTo>
                    <a:pt x="8962366" y="498969"/>
                  </a:lnTo>
                  <a:lnTo>
                    <a:pt x="8908342" y="532903"/>
                  </a:lnTo>
                  <a:lnTo>
                    <a:pt x="8854216" y="567740"/>
                  </a:lnTo>
                  <a:lnTo>
                    <a:pt x="8800022" y="603086"/>
                  </a:lnTo>
                  <a:lnTo>
                    <a:pt x="8745815" y="638521"/>
                  </a:lnTo>
                  <a:lnTo>
                    <a:pt x="8691654" y="673622"/>
                  </a:lnTo>
                  <a:lnTo>
                    <a:pt x="8637586" y="707981"/>
                  </a:lnTo>
                  <a:lnTo>
                    <a:pt x="8583620" y="741226"/>
                  </a:lnTo>
                  <a:lnTo>
                    <a:pt x="8529717" y="773037"/>
                  </a:lnTo>
                  <a:lnTo>
                    <a:pt x="8475770" y="803159"/>
                  </a:lnTo>
                  <a:lnTo>
                    <a:pt x="8421591" y="831403"/>
                  </a:lnTo>
                  <a:lnTo>
                    <a:pt x="8366893" y="857652"/>
                  </a:lnTo>
                  <a:lnTo>
                    <a:pt x="8311276" y="881856"/>
                  </a:lnTo>
                  <a:lnTo>
                    <a:pt x="8254199" y="904025"/>
                  </a:lnTo>
                  <a:lnTo>
                    <a:pt x="8229629" y="912743"/>
                  </a:lnTo>
                  <a:lnTo>
                    <a:pt x="8177797" y="929541"/>
                  </a:lnTo>
                  <a:lnTo>
                    <a:pt x="8123519" y="944881"/>
                  </a:lnTo>
                  <a:lnTo>
                    <a:pt x="8066113" y="958817"/>
                  </a:lnTo>
                  <a:lnTo>
                    <a:pt x="8004830" y="971448"/>
                  </a:lnTo>
                  <a:lnTo>
                    <a:pt x="7938894" y="982894"/>
                  </a:lnTo>
                  <a:lnTo>
                    <a:pt x="7867545" y="993277"/>
                  </a:lnTo>
                  <a:lnTo>
                    <a:pt x="7790087" y="1002713"/>
                  </a:lnTo>
                  <a:lnTo>
                    <a:pt x="7705962" y="1011305"/>
                  </a:lnTo>
                  <a:lnTo>
                    <a:pt x="7614838" y="1019136"/>
                  </a:lnTo>
                  <a:lnTo>
                    <a:pt x="7516724" y="1026272"/>
                  </a:lnTo>
                  <a:lnTo>
                    <a:pt x="7412114" y="1032757"/>
                  </a:lnTo>
                  <a:lnTo>
                    <a:pt x="7302130" y="1038616"/>
                  </a:lnTo>
                  <a:lnTo>
                    <a:pt x="7188643" y="1043855"/>
                  </a:lnTo>
                  <a:lnTo>
                    <a:pt x="7074339" y="1048469"/>
                  </a:lnTo>
                  <a:lnTo>
                    <a:pt x="6962645" y="1052444"/>
                  </a:lnTo>
                  <a:lnTo>
                    <a:pt x="6857498" y="1055769"/>
                  </a:lnTo>
                  <a:lnTo>
                    <a:pt x="6762923" y="1058445"/>
                  </a:lnTo>
                  <a:lnTo>
                    <a:pt x="6682477" y="1060494"/>
                  </a:lnTo>
                  <a:lnTo>
                    <a:pt x="6618662" y="1061965"/>
                  </a:lnTo>
                  <a:lnTo>
                    <a:pt x="6572448" y="1062934"/>
                  </a:lnTo>
                  <a:lnTo>
                    <a:pt x="6543034" y="1063496"/>
                  </a:lnTo>
                  <a:lnTo>
                    <a:pt x="6527862" y="1063761"/>
                  </a:lnTo>
                  <a:lnTo>
                    <a:pt x="6522801" y="1063842"/>
                  </a:lnTo>
                  <a:lnTo>
                    <a:pt x="6522385" y="1063848"/>
                  </a:lnTo>
                  <a:lnTo>
                    <a:pt x="5527445" y="1063848"/>
                  </a:lnTo>
                  <a:lnTo>
                    <a:pt x="5526318" y="1063828"/>
                  </a:lnTo>
                  <a:lnTo>
                    <a:pt x="5518876" y="1063684"/>
                  </a:lnTo>
                  <a:lnTo>
                    <a:pt x="5500014" y="1063288"/>
                  </a:lnTo>
                  <a:lnTo>
                    <a:pt x="5466034" y="1062506"/>
                  </a:lnTo>
                  <a:lnTo>
                    <a:pt x="5414868" y="1061214"/>
                  </a:lnTo>
                  <a:lnTo>
                    <a:pt x="5346225" y="1059305"/>
                  </a:lnTo>
                  <a:lnTo>
                    <a:pt x="5261545" y="1056699"/>
                  </a:lnTo>
                  <a:lnTo>
                    <a:pt x="5163675" y="1053348"/>
                  </a:lnTo>
                  <a:lnTo>
                    <a:pt x="5056356" y="1049235"/>
                  </a:lnTo>
                  <a:lnTo>
                    <a:pt x="4943632" y="1044363"/>
                  </a:lnTo>
                  <a:lnTo>
                    <a:pt x="4829324" y="1038747"/>
                  </a:lnTo>
                  <a:lnTo>
                    <a:pt x="4716660" y="1032401"/>
                  </a:lnTo>
                  <a:lnTo>
                    <a:pt x="4608094" y="1025329"/>
                  </a:lnTo>
                  <a:lnTo>
                    <a:pt x="4505276" y="1017517"/>
                  </a:lnTo>
                  <a:lnTo>
                    <a:pt x="4409138" y="1008931"/>
                  </a:lnTo>
                  <a:lnTo>
                    <a:pt x="4320024" y="999511"/>
                  </a:lnTo>
                  <a:lnTo>
                    <a:pt x="4237837" y="989175"/>
                  </a:lnTo>
                  <a:lnTo>
                    <a:pt x="4162172" y="977819"/>
                  </a:lnTo>
                  <a:lnTo>
                    <a:pt x="4092426" y="965318"/>
                  </a:lnTo>
                  <a:lnTo>
                    <a:pt x="4027883" y="951533"/>
                  </a:lnTo>
                  <a:lnTo>
                    <a:pt x="3967775" y="936319"/>
                  </a:lnTo>
                  <a:lnTo>
                    <a:pt x="3911331" y="919542"/>
                  </a:lnTo>
                  <a:lnTo>
                    <a:pt x="3857817" y="901095"/>
                  </a:lnTo>
                  <a:lnTo>
                    <a:pt x="3820202" y="886540"/>
                  </a:lnTo>
                  <a:lnTo>
                    <a:pt x="3763463" y="862039"/>
                  </a:lnTo>
                  <a:lnTo>
                    <a:pt x="3708403" y="835271"/>
                  </a:lnTo>
                  <a:lnTo>
                    <a:pt x="3654446" y="806198"/>
                  </a:lnTo>
                  <a:lnTo>
                    <a:pt x="3601156" y="774840"/>
                  </a:lnTo>
                  <a:lnTo>
                    <a:pt x="3548214" y="741292"/>
                  </a:lnTo>
                  <a:lnTo>
                    <a:pt x="3495398" y="705720"/>
                  </a:lnTo>
                  <a:lnTo>
                    <a:pt x="3442567" y="668366"/>
                  </a:lnTo>
                  <a:lnTo>
                    <a:pt x="3389652" y="629548"/>
                  </a:lnTo>
                  <a:lnTo>
                    <a:pt x="3336638" y="589644"/>
                  </a:lnTo>
                  <a:lnTo>
                    <a:pt x="3283549" y="549083"/>
                  </a:lnTo>
                  <a:lnTo>
                    <a:pt x="3230437" y="508325"/>
                  </a:lnTo>
                  <a:lnTo>
                    <a:pt x="3177358" y="467838"/>
                  </a:lnTo>
                  <a:lnTo>
                    <a:pt x="3124358" y="428078"/>
                  </a:lnTo>
                  <a:lnTo>
                    <a:pt x="3071459" y="389468"/>
                  </a:lnTo>
                  <a:lnTo>
                    <a:pt x="3018637" y="352377"/>
                  </a:lnTo>
                  <a:lnTo>
                    <a:pt x="2965811" y="317110"/>
                  </a:lnTo>
                  <a:lnTo>
                    <a:pt x="2912831" y="283899"/>
                  </a:lnTo>
                  <a:lnTo>
                    <a:pt x="2859460" y="252899"/>
                  </a:lnTo>
                  <a:lnTo>
                    <a:pt x="2805361" y="224190"/>
                  </a:lnTo>
                  <a:lnTo>
                    <a:pt x="2750078" y="197785"/>
                  </a:lnTo>
                  <a:lnTo>
                    <a:pt x="2702183" y="177308"/>
                  </a:lnTo>
                  <a:lnTo>
                    <a:pt x="2650390" y="157611"/>
                  </a:lnTo>
                  <a:lnTo>
                    <a:pt x="2596155" y="139622"/>
                  </a:lnTo>
                  <a:lnTo>
                    <a:pt x="2538797" y="123278"/>
                  </a:lnTo>
                  <a:lnTo>
                    <a:pt x="2477570" y="108464"/>
                  </a:lnTo>
                  <a:lnTo>
                    <a:pt x="2411699" y="95039"/>
                  </a:lnTo>
                  <a:lnTo>
                    <a:pt x="2340425" y="82860"/>
                  </a:lnTo>
                  <a:lnTo>
                    <a:pt x="2263054" y="71790"/>
                  </a:lnTo>
                  <a:lnTo>
                    <a:pt x="2179028" y="61711"/>
                  </a:lnTo>
                  <a:lnTo>
                    <a:pt x="2088014" y="52523"/>
                  </a:lnTo>
                  <a:lnTo>
                    <a:pt x="1990020" y="44150"/>
                  </a:lnTo>
                  <a:lnTo>
                    <a:pt x="1885533" y="36540"/>
                  </a:lnTo>
                  <a:lnTo>
                    <a:pt x="1775667" y="29665"/>
                  </a:lnTo>
                  <a:lnTo>
                    <a:pt x="1662285" y="23514"/>
                  </a:lnTo>
                  <a:lnTo>
                    <a:pt x="1548056" y="18097"/>
                  </a:lnTo>
                  <a:lnTo>
                    <a:pt x="1436396" y="13428"/>
                  </a:lnTo>
                  <a:lnTo>
                    <a:pt x="1331228" y="9521"/>
                  </a:lnTo>
                  <a:lnTo>
                    <a:pt x="1236572" y="6374"/>
                  </a:lnTo>
                  <a:lnTo>
                    <a:pt x="1155986" y="3962"/>
                  </a:lnTo>
                  <a:lnTo>
                    <a:pt x="1091982" y="2228"/>
                  </a:lnTo>
                  <a:lnTo>
                    <a:pt x="1045552" y="1086"/>
                  </a:lnTo>
                  <a:lnTo>
                    <a:pt x="1015924" y="420"/>
                  </a:lnTo>
                  <a:lnTo>
                    <a:pt x="1000567" y="105"/>
                  </a:lnTo>
                  <a:lnTo>
                    <a:pt x="995385" y="7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1" name="pg260"/>
            <p:cNvSpPr/>
            <p:nvPr/>
          </p:nvSpPr>
          <p:spPr>
            <a:xfrm>
              <a:off x="1199187" y="2227104"/>
              <a:ext cx="12049831" cy="1069089"/>
            </a:xfrm>
            <a:custGeom>
              <a:avLst/>
              <a:pathLst>
                <a:path w="12049831" h="1069089">
                  <a:moveTo>
                    <a:pt x="0" y="5240"/>
                  </a:moveTo>
                  <a:lnTo>
                    <a:pt x="994940" y="5240"/>
                  </a:lnTo>
                  <a:lnTo>
                    <a:pt x="996067" y="5260"/>
                  </a:lnTo>
                  <a:lnTo>
                    <a:pt x="1003509" y="5404"/>
                  </a:lnTo>
                  <a:lnTo>
                    <a:pt x="1022371" y="5800"/>
                  </a:lnTo>
                  <a:lnTo>
                    <a:pt x="1056351" y="6582"/>
                  </a:lnTo>
                  <a:lnTo>
                    <a:pt x="1107517" y="7874"/>
                  </a:lnTo>
                  <a:lnTo>
                    <a:pt x="1176160" y="9783"/>
                  </a:lnTo>
                  <a:lnTo>
                    <a:pt x="1260840" y="12389"/>
                  </a:lnTo>
                  <a:lnTo>
                    <a:pt x="1358710" y="15740"/>
                  </a:lnTo>
                  <a:lnTo>
                    <a:pt x="1466029" y="19853"/>
                  </a:lnTo>
                  <a:lnTo>
                    <a:pt x="1578753" y="24725"/>
                  </a:lnTo>
                  <a:lnTo>
                    <a:pt x="1693061" y="30341"/>
                  </a:lnTo>
                  <a:lnTo>
                    <a:pt x="1805725" y="36688"/>
                  </a:lnTo>
                  <a:lnTo>
                    <a:pt x="1914291" y="43760"/>
                  </a:lnTo>
                  <a:lnTo>
                    <a:pt x="2017109" y="51571"/>
                  </a:lnTo>
                  <a:lnTo>
                    <a:pt x="2113247" y="60158"/>
                  </a:lnTo>
                  <a:lnTo>
                    <a:pt x="2202361" y="69577"/>
                  </a:lnTo>
                  <a:lnTo>
                    <a:pt x="2284548" y="79913"/>
                  </a:lnTo>
                  <a:lnTo>
                    <a:pt x="2360213" y="91269"/>
                  </a:lnTo>
                  <a:lnTo>
                    <a:pt x="2429959" y="103771"/>
                  </a:lnTo>
                  <a:lnTo>
                    <a:pt x="2494502" y="117556"/>
                  </a:lnTo>
                  <a:lnTo>
                    <a:pt x="2554610" y="132769"/>
                  </a:lnTo>
                  <a:lnTo>
                    <a:pt x="2611054" y="149546"/>
                  </a:lnTo>
                  <a:lnTo>
                    <a:pt x="2664568" y="167993"/>
                  </a:lnTo>
                  <a:lnTo>
                    <a:pt x="2702183" y="182548"/>
                  </a:lnTo>
                  <a:lnTo>
                    <a:pt x="2758922" y="207050"/>
                  </a:lnTo>
                  <a:lnTo>
                    <a:pt x="2813982" y="233817"/>
                  </a:lnTo>
                  <a:lnTo>
                    <a:pt x="2867939" y="262891"/>
                  </a:lnTo>
                  <a:lnTo>
                    <a:pt x="2921229" y="294248"/>
                  </a:lnTo>
                  <a:lnTo>
                    <a:pt x="2974171" y="327796"/>
                  </a:lnTo>
                  <a:lnTo>
                    <a:pt x="3026987" y="363369"/>
                  </a:lnTo>
                  <a:lnTo>
                    <a:pt x="3079818" y="400722"/>
                  </a:lnTo>
                  <a:lnTo>
                    <a:pt x="3132733" y="439540"/>
                  </a:lnTo>
                  <a:lnTo>
                    <a:pt x="3185747" y="479444"/>
                  </a:lnTo>
                  <a:lnTo>
                    <a:pt x="3238836" y="520005"/>
                  </a:lnTo>
                  <a:lnTo>
                    <a:pt x="3291948" y="560764"/>
                  </a:lnTo>
                  <a:lnTo>
                    <a:pt x="3345027" y="601251"/>
                  </a:lnTo>
                  <a:lnTo>
                    <a:pt x="3398027" y="641010"/>
                  </a:lnTo>
                  <a:lnTo>
                    <a:pt x="3450926" y="679621"/>
                  </a:lnTo>
                  <a:lnTo>
                    <a:pt x="3503748" y="716711"/>
                  </a:lnTo>
                  <a:lnTo>
                    <a:pt x="3556574" y="751978"/>
                  </a:lnTo>
                  <a:lnTo>
                    <a:pt x="3609554" y="785189"/>
                  </a:lnTo>
                  <a:lnTo>
                    <a:pt x="3662925" y="816189"/>
                  </a:lnTo>
                  <a:lnTo>
                    <a:pt x="3717024" y="844898"/>
                  </a:lnTo>
                  <a:lnTo>
                    <a:pt x="3772307" y="871303"/>
                  </a:lnTo>
                  <a:lnTo>
                    <a:pt x="3820202" y="891781"/>
                  </a:lnTo>
                  <a:lnTo>
                    <a:pt x="3871995" y="911477"/>
                  </a:lnTo>
                  <a:lnTo>
                    <a:pt x="3926230" y="929467"/>
                  </a:lnTo>
                  <a:lnTo>
                    <a:pt x="3983588" y="945810"/>
                  </a:lnTo>
                  <a:lnTo>
                    <a:pt x="4044815" y="960624"/>
                  </a:lnTo>
                  <a:lnTo>
                    <a:pt x="4110686" y="974049"/>
                  </a:lnTo>
                  <a:lnTo>
                    <a:pt x="4181960" y="986229"/>
                  </a:lnTo>
                  <a:lnTo>
                    <a:pt x="4259331" y="997298"/>
                  </a:lnTo>
                  <a:lnTo>
                    <a:pt x="4343357" y="1007378"/>
                  </a:lnTo>
                  <a:lnTo>
                    <a:pt x="4434371" y="1016565"/>
                  </a:lnTo>
                  <a:lnTo>
                    <a:pt x="4532365" y="1024938"/>
                  </a:lnTo>
                  <a:lnTo>
                    <a:pt x="4636852" y="1032548"/>
                  </a:lnTo>
                  <a:lnTo>
                    <a:pt x="4746718" y="1039424"/>
                  </a:lnTo>
                  <a:lnTo>
                    <a:pt x="4860100" y="1045574"/>
                  </a:lnTo>
                  <a:lnTo>
                    <a:pt x="4974329" y="1050991"/>
                  </a:lnTo>
                  <a:lnTo>
                    <a:pt x="5085989" y="1055660"/>
                  </a:lnTo>
                  <a:lnTo>
                    <a:pt x="5191157" y="1059567"/>
                  </a:lnTo>
                  <a:lnTo>
                    <a:pt x="5285813" y="1062714"/>
                  </a:lnTo>
                  <a:lnTo>
                    <a:pt x="5366399" y="1065126"/>
                  </a:lnTo>
                  <a:lnTo>
                    <a:pt x="5430403" y="1066860"/>
                  </a:lnTo>
                  <a:lnTo>
                    <a:pt x="5476833" y="1068003"/>
                  </a:lnTo>
                  <a:lnTo>
                    <a:pt x="5506461" y="1068668"/>
                  </a:lnTo>
                  <a:lnTo>
                    <a:pt x="5521818" y="1068983"/>
                  </a:lnTo>
                  <a:lnTo>
                    <a:pt x="5527000" y="1069081"/>
                  </a:lnTo>
                  <a:lnTo>
                    <a:pt x="5527445" y="1069089"/>
                  </a:lnTo>
                  <a:lnTo>
                    <a:pt x="6522385" y="1069089"/>
                  </a:lnTo>
                  <a:lnTo>
                    <a:pt x="6523519" y="1069076"/>
                  </a:lnTo>
                  <a:lnTo>
                    <a:pt x="6530996" y="1068988"/>
                  </a:lnTo>
                  <a:lnTo>
                    <a:pt x="6549948" y="1068745"/>
                  </a:lnTo>
                  <a:lnTo>
                    <a:pt x="6584081" y="1068265"/>
                  </a:lnTo>
                  <a:lnTo>
                    <a:pt x="6635468" y="1067472"/>
                  </a:lnTo>
                  <a:lnTo>
                    <a:pt x="6704383" y="1066300"/>
                  </a:lnTo>
                  <a:lnTo>
                    <a:pt x="6789366" y="1064700"/>
                  </a:lnTo>
                  <a:lnTo>
                    <a:pt x="6887544" y="1062645"/>
                  </a:lnTo>
                  <a:lnTo>
                    <a:pt x="6995149" y="1060121"/>
                  </a:lnTo>
                  <a:lnTo>
                    <a:pt x="7108116" y="1057133"/>
                  </a:lnTo>
                  <a:lnTo>
                    <a:pt x="7222612" y="1053688"/>
                  </a:lnTo>
                  <a:lnTo>
                    <a:pt x="7335406" y="1049797"/>
                  </a:lnTo>
                  <a:lnTo>
                    <a:pt x="7444048" y="1045460"/>
                  </a:lnTo>
                  <a:lnTo>
                    <a:pt x="7546894" y="1040670"/>
                  </a:lnTo>
                  <a:lnTo>
                    <a:pt x="7643024" y="1035405"/>
                  </a:lnTo>
                  <a:lnTo>
                    <a:pt x="7732104" y="1029627"/>
                  </a:lnTo>
                  <a:lnTo>
                    <a:pt x="7814242" y="1023287"/>
                  </a:lnTo>
                  <a:lnTo>
                    <a:pt x="7889851" y="1016319"/>
                  </a:lnTo>
                  <a:lnTo>
                    <a:pt x="7959540" y="1008647"/>
                  </a:lnTo>
                  <a:lnTo>
                    <a:pt x="8024034" y="1000185"/>
                  </a:lnTo>
                  <a:lnTo>
                    <a:pt x="8084104" y="990845"/>
                  </a:lnTo>
                  <a:lnTo>
                    <a:pt x="8140524" y="980543"/>
                  </a:lnTo>
                  <a:lnTo>
                    <a:pt x="8194031" y="969217"/>
                  </a:lnTo>
                  <a:lnTo>
                    <a:pt x="8229629" y="960782"/>
                  </a:lnTo>
                  <a:lnTo>
                    <a:pt x="8289201" y="945019"/>
                  </a:lnTo>
                  <a:lnTo>
                    <a:pt x="8346954" y="927725"/>
                  </a:lnTo>
                  <a:lnTo>
                    <a:pt x="8403544" y="908875"/>
                  </a:lnTo>
                  <a:lnTo>
                    <a:pt x="8459457" y="888492"/>
                  </a:lnTo>
                  <a:lnTo>
                    <a:pt x="8515044" y="866650"/>
                  </a:lnTo>
                  <a:lnTo>
                    <a:pt x="8570538" y="843480"/>
                  </a:lnTo>
                  <a:lnTo>
                    <a:pt x="8626078" y="819169"/>
                  </a:lnTo>
                  <a:lnTo>
                    <a:pt x="8681723" y="793957"/>
                  </a:lnTo>
                  <a:lnTo>
                    <a:pt x="8737471" y="768127"/>
                  </a:lnTo>
                  <a:lnTo>
                    <a:pt x="8793277" y="741994"/>
                  </a:lnTo>
                  <a:lnTo>
                    <a:pt x="8849077" y="715889"/>
                  </a:lnTo>
                  <a:lnTo>
                    <a:pt x="8904810" y="690141"/>
                  </a:lnTo>
                  <a:lnTo>
                    <a:pt x="8960436" y="665060"/>
                  </a:lnTo>
                  <a:lnTo>
                    <a:pt x="9015963" y="640924"/>
                  </a:lnTo>
                  <a:lnTo>
                    <a:pt x="9071460" y="617963"/>
                  </a:lnTo>
                  <a:lnTo>
                    <a:pt x="9127082" y="596356"/>
                  </a:lnTo>
                  <a:lnTo>
                    <a:pt x="9183080" y="576224"/>
                  </a:lnTo>
                  <a:lnTo>
                    <a:pt x="9239825" y="557632"/>
                  </a:lnTo>
                  <a:lnTo>
                    <a:pt x="9297830" y="540595"/>
                  </a:lnTo>
                  <a:lnTo>
                    <a:pt x="9347647" y="527557"/>
                  </a:lnTo>
                  <a:lnTo>
                    <a:pt x="9399530" y="515506"/>
                  </a:lnTo>
                  <a:lnTo>
                    <a:pt x="9453863" y="504502"/>
                  </a:lnTo>
                  <a:lnTo>
                    <a:pt x="9511332" y="494506"/>
                  </a:lnTo>
                  <a:lnTo>
                    <a:pt x="9572687" y="485447"/>
                  </a:lnTo>
                  <a:lnTo>
                    <a:pt x="9638707" y="477239"/>
                  </a:lnTo>
                  <a:lnTo>
                    <a:pt x="9710154" y="469793"/>
                  </a:lnTo>
                  <a:lnTo>
                    <a:pt x="9787725" y="463027"/>
                  </a:lnTo>
                  <a:lnTo>
                    <a:pt x="9871978" y="456867"/>
                  </a:lnTo>
                  <a:lnTo>
                    <a:pt x="9963246" y="451253"/>
                  </a:lnTo>
                  <a:lnTo>
                    <a:pt x="10061514" y="446137"/>
                  </a:lnTo>
                  <a:lnTo>
                    <a:pt x="10166283" y="441489"/>
                  </a:lnTo>
                  <a:lnTo>
                    <a:pt x="10276421" y="437291"/>
                  </a:lnTo>
                  <a:lnTo>
                    <a:pt x="10390042" y="433537"/>
                  </a:lnTo>
                  <a:lnTo>
                    <a:pt x="10504444" y="430233"/>
                  </a:lnTo>
                  <a:lnTo>
                    <a:pt x="10616181" y="427387"/>
                  </a:lnTo>
                  <a:lnTo>
                    <a:pt x="10721301" y="425009"/>
                  </a:lnTo>
                  <a:lnTo>
                    <a:pt x="10815769" y="423096"/>
                  </a:lnTo>
                  <a:lnTo>
                    <a:pt x="10896032" y="421633"/>
                  </a:lnTo>
                  <a:lnTo>
                    <a:pt x="10959602" y="420584"/>
                  </a:lnTo>
                  <a:lnTo>
                    <a:pt x="11005537" y="419896"/>
                  </a:lnTo>
                  <a:lnTo>
                    <a:pt x="11034671" y="419497"/>
                  </a:lnTo>
                  <a:lnTo>
                    <a:pt x="11049606" y="419311"/>
                  </a:lnTo>
                  <a:lnTo>
                    <a:pt x="11054512" y="419254"/>
                  </a:lnTo>
                  <a:lnTo>
                    <a:pt x="11054891" y="419250"/>
                  </a:lnTo>
                  <a:lnTo>
                    <a:pt x="12049831" y="419250"/>
                  </a:lnTo>
                  <a:lnTo>
                    <a:pt x="12049831" y="414010"/>
                  </a:lnTo>
                  <a:lnTo>
                    <a:pt x="11054891" y="414010"/>
                  </a:lnTo>
                  <a:lnTo>
                    <a:pt x="11053758" y="414022"/>
                  </a:lnTo>
                  <a:lnTo>
                    <a:pt x="11046280" y="414110"/>
                  </a:lnTo>
                  <a:lnTo>
                    <a:pt x="11027329" y="414354"/>
                  </a:lnTo>
                  <a:lnTo>
                    <a:pt x="10993195" y="414834"/>
                  </a:lnTo>
                  <a:lnTo>
                    <a:pt x="10941809" y="415627"/>
                  </a:lnTo>
                  <a:lnTo>
                    <a:pt x="10872894" y="416799"/>
                  </a:lnTo>
                  <a:lnTo>
                    <a:pt x="10787910" y="418398"/>
                  </a:lnTo>
                  <a:lnTo>
                    <a:pt x="10689732" y="420454"/>
                  </a:lnTo>
                  <a:lnTo>
                    <a:pt x="10582128" y="422977"/>
                  </a:lnTo>
                  <a:lnTo>
                    <a:pt x="10469161" y="425966"/>
                  </a:lnTo>
                  <a:lnTo>
                    <a:pt x="10354664" y="429410"/>
                  </a:lnTo>
                  <a:lnTo>
                    <a:pt x="10241871" y="433302"/>
                  </a:lnTo>
                  <a:lnTo>
                    <a:pt x="10133229" y="437638"/>
                  </a:lnTo>
                  <a:lnTo>
                    <a:pt x="10030383" y="442428"/>
                  </a:lnTo>
                  <a:lnTo>
                    <a:pt x="9934253" y="447694"/>
                  </a:lnTo>
                  <a:lnTo>
                    <a:pt x="9845172" y="453471"/>
                  </a:lnTo>
                  <a:lnTo>
                    <a:pt x="9763034" y="459812"/>
                  </a:lnTo>
                  <a:lnTo>
                    <a:pt x="9687426" y="466780"/>
                  </a:lnTo>
                  <a:lnTo>
                    <a:pt x="9617736" y="474452"/>
                  </a:lnTo>
                  <a:lnTo>
                    <a:pt x="9553243" y="482914"/>
                  </a:lnTo>
                  <a:lnTo>
                    <a:pt x="9493173" y="492254"/>
                  </a:lnTo>
                  <a:lnTo>
                    <a:pt x="9436752" y="502555"/>
                  </a:lnTo>
                  <a:lnTo>
                    <a:pt x="9383246" y="513882"/>
                  </a:lnTo>
                  <a:lnTo>
                    <a:pt x="9347647" y="522316"/>
                  </a:lnTo>
                  <a:lnTo>
                    <a:pt x="9288076" y="538080"/>
                  </a:lnTo>
                  <a:lnTo>
                    <a:pt x="9230322" y="555374"/>
                  </a:lnTo>
                  <a:lnTo>
                    <a:pt x="9173732" y="574224"/>
                  </a:lnTo>
                  <a:lnTo>
                    <a:pt x="9117819" y="594607"/>
                  </a:lnTo>
                  <a:lnTo>
                    <a:pt x="9062233" y="616449"/>
                  </a:lnTo>
                  <a:lnTo>
                    <a:pt x="9006738" y="639619"/>
                  </a:lnTo>
                  <a:lnTo>
                    <a:pt x="8951198" y="663930"/>
                  </a:lnTo>
                  <a:lnTo>
                    <a:pt x="8895553" y="689141"/>
                  </a:lnTo>
                  <a:lnTo>
                    <a:pt x="8839806" y="714971"/>
                  </a:lnTo>
                  <a:lnTo>
                    <a:pt x="8784000" y="741104"/>
                  </a:lnTo>
                  <a:lnTo>
                    <a:pt x="8728199" y="767209"/>
                  </a:lnTo>
                  <a:lnTo>
                    <a:pt x="8672467" y="792958"/>
                  </a:lnTo>
                  <a:lnTo>
                    <a:pt x="8616841" y="818038"/>
                  </a:lnTo>
                  <a:lnTo>
                    <a:pt x="8561314" y="842175"/>
                  </a:lnTo>
                  <a:lnTo>
                    <a:pt x="8505816" y="865136"/>
                  </a:lnTo>
                  <a:lnTo>
                    <a:pt x="8450195" y="886743"/>
                  </a:lnTo>
                  <a:lnTo>
                    <a:pt x="8394197" y="906875"/>
                  </a:lnTo>
                  <a:lnTo>
                    <a:pt x="8337451" y="925466"/>
                  </a:lnTo>
                  <a:lnTo>
                    <a:pt x="8279446" y="942503"/>
                  </a:lnTo>
                  <a:lnTo>
                    <a:pt x="8229629" y="955542"/>
                  </a:lnTo>
                  <a:lnTo>
                    <a:pt x="8177747" y="967592"/>
                  </a:lnTo>
                  <a:lnTo>
                    <a:pt x="8123413" y="978597"/>
                  </a:lnTo>
                  <a:lnTo>
                    <a:pt x="8065945" y="988593"/>
                  </a:lnTo>
                  <a:lnTo>
                    <a:pt x="8004590" y="997652"/>
                  </a:lnTo>
                  <a:lnTo>
                    <a:pt x="7938570" y="1005860"/>
                  </a:lnTo>
                  <a:lnTo>
                    <a:pt x="7867122" y="1013305"/>
                  </a:lnTo>
                  <a:lnTo>
                    <a:pt x="7789552" y="1020072"/>
                  </a:lnTo>
                  <a:lnTo>
                    <a:pt x="7705298" y="1026232"/>
                  </a:lnTo>
                  <a:lnTo>
                    <a:pt x="7614030" y="1031846"/>
                  </a:lnTo>
                  <a:lnTo>
                    <a:pt x="7515762" y="1036961"/>
                  </a:lnTo>
                  <a:lnTo>
                    <a:pt x="7410994" y="1041609"/>
                  </a:lnTo>
                  <a:lnTo>
                    <a:pt x="7300855" y="1045808"/>
                  </a:lnTo>
                  <a:lnTo>
                    <a:pt x="7187235" y="1049561"/>
                  </a:lnTo>
                  <a:lnTo>
                    <a:pt x="7072833" y="1052866"/>
                  </a:lnTo>
                  <a:lnTo>
                    <a:pt x="6961096" y="1055711"/>
                  </a:lnTo>
                  <a:lnTo>
                    <a:pt x="6855976" y="1058090"/>
                  </a:lnTo>
                  <a:lnTo>
                    <a:pt x="6761507" y="1060002"/>
                  </a:lnTo>
                  <a:lnTo>
                    <a:pt x="6681245" y="1061466"/>
                  </a:lnTo>
                  <a:lnTo>
                    <a:pt x="6617674" y="1062514"/>
                  </a:lnTo>
                  <a:lnTo>
                    <a:pt x="6571740" y="1063203"/>
                  </a:lnTo>
                  <a:lnTo>
                    <a:pt x="6542605" y="1063601"/>
                  </a:lnTo>
                  <a:lnTo>
                    <a:pt x="6527670" y="1063788"/>
                  </a:lnTo>
                  <a:lnTo>
                    <a:pt x="6522765" y="1063844"/>
                  </a:lnTo>
                  <a:lnTo>
                    <a:pt x="6522385" y="1063848"/>
                  </a:lnTo>
                  <a:lnTo>
                    <a:pt x="5527445" y="1063848"/>
                  </a:lnTo>
                  <a:lnTo>
                    <a:pt x="5526318" y="1063828"/>
                  </a:lnTo>
                  <a:lnTo>
                    <a:pt x="5518876" y="1063684"/>
                  </a:lnTo>
                  <a:lnTo>
                    <a:pt x="5500014" y="1063288"/>
                  </a:lnTo>
                  <a:lnTo>
                    <a:pt x="5466034" y="1062506"/>
                  </a:lnTo>
                  <a:lnTo>
                    <a:pt x="5414868" y="1061214"/>
                  </a:lnTo>
                  <a:lnTo>
                    <a:pt x="5346225" y="1059305"/>
                  </a:lnTo>
                  <a:lnTo>
                    <a:pt x="5261545" y="1056699"/>
                  </a:lnTo>
                  <a:lnTo>
                    <a:pt x="5163675" y="1053348"/>
                  </a:lnTo>
                  <a:lnTo>
                    <a:pt x="5056356" y="1049235"/>
                  </a:lnTo>
                  <a:lnTo>
                    <a:pt x="4943632" y="1044363"/>
                  </a:lnTo>
                  <a:lnTo>
                    <a:pt x="4829324" y="1038747"/>
                  </a:lnTo>
                  <a:lnTo>
                    <a:pt x="4716660" y="1032401"/>
                  </a:lnTo>
                  <a:lnTo>
                    <a:pt x="4608094" y="1025329"/>
                  </a:lnTo>
                  <a:lnTo>
                    <a:pt x="4505276" y="1017517"/>
                  </a:lnTo>
                  <a:lnTo>
                    <a:pt x="4409138" y="1008931"/>
                  </a:lnTo>
                  <a:lnTo>
                    <a:pt x="4320024" y="999511"/>
                  </a:lnTo>
                  <a:lnTo>
                    <a:pt x="4237837" y="989175"/>
                  </a:lnTo>
                  <a:lnTo>
                    <a:pt x="4162172" y="977819"/>
                  </a:lnTo>
                  <a:lnTo>
                    <a:pt x="4092426" y="965318"/>
                  </a:lnTo>
                  <a:lnTo>
                    <a:pt x="4027883" y="951533"/>
                  </a:lnTo>
                  <a:lnTo>
                    <a:pt x="3967775" y="936319"/>
                  </a:lnTo>
                  <a:lnTo>
                    <a:pt x="3911331" y="919542"/>
                  </a:lnTo>
                  <a:lnTo>
                    <a:pt x="3857817" y="901095"/>
                  </a:lnTo>
                  <a:lnTo>
                    <a:pt x="3820202" y="886540"/>
                  </a:lnTo>
                  <a:lnTo>
                    <a:pt x="3763463" y="862039"/>
                  </a:lnTo>
                  <a:lnTo>
                    <a:pt x="3708403" y="835271"/>
                  </a:lnTo>
                  <a:lnTo>
                    <a:pt x="3654446" y="806198"/>
                  </a:lnTo>
                  <a:lnTo>
                    <a:pt x="3601156" y="774840"/>
                  </a:lnTo>
                  <a:lnTo>
                    <a:pt x="3548214" y="741292"/>
                  </a:lnTo>
                  <a:lnTo>
                    <a:pt x="3495398" y="705720"/>
                  </a:lnTo>
                  <a:lnTo>
                    <a:pt x="3442567" y="668366"/>
                  </a:lnTo>
                  <a:lnTo>
                    <a:pt x="3389652" y="629548"/>
                  </a:lnTo>
                  <a:lnTo>
                    <a:pt x="3336638" y="589644"/>
                  </a:lnTo>
                  <a:lnTo>
                    <a:pt x="3283549" y="549083"/>
                  </a:lnTo>
                  <a:lnTo>
                    <a:pt x="3230437" y="508325"/>
                  </a:lnTo>
                  <a:lnTo>
                    <a:pt x="3177358" y="467838"/>
                  </a:lnTo>
                  <a:lnTo>
                    <a:pt x="3124358" y="428078"/>
                  </a:lnTo>
                  <a:lnTo>
                    <a:pt x="3071459" y="389468"/>
                  </a:lnTo>
                  <a:lnTo>
                    <a:pt x="3018637" y="352377"/>
                  </a:lnTo>
                  <a:lnTo>
                    <a:pt x="2965811" y="317110"/>
                  </a:lnTo>
                  <a:lnTo>
                    <a:pt x="2912831" y="283899"/>
                  </a:lnTo>
                  <a:lnTo>
                    <a:pt x="2859460" y="252899"/>
                  </a:lnTo>
                  <a:lnTo>
                    <a:pt x="2805361" y="224190"/>
                  </a:lnTo>
                  <a:lnTo>
                    <a:pt x="2750078" y="197785"/>
                  </a:lnTo>
                  <a:lnTo>
                    <a:pt x="2702183" y="177308"/>
                  </a:lnTo>
                  <a:lnTo>
                    <a:pt x="2650390" y="157611"/>
                  </a:lnTo>
                  <a:lnTo>
                    <a:pt x="2596155" y="139622"/>
                  </a:lnTo>
                  <a:lnTo>
                    <a:pt x="2538797" y="123278"/>
                  </a:lnTo>
                  <a:lnTo>
                    <a:pt x="2477570" y="108464"/>
                  </a:lnTo>
                  <a:lnTo>
                    <a:pt x="2411699" y="95039"/>
                  </a:lnTo>
                  <a:lnTo>
                    <a:pt x="2340425" y="82860"/>
                  </a:lnTo>
                  <a:lnTo>
                    <a:pt x="2263054" y="71790"/>
                  </a:lnTo>
                  <a:lnTo>
                    <a:pt x="2179028" y="61711"/>
                  </a:lnTo>
                  <a:lnTo>
                    <a:pt x="2088014" y="52523"/>
                  </a:lnTo>
                  <a:lnTo>
                    <a:pt x="1990020" y="44150"/>
                  </a:lnTo>
                  <a:lnTo>
                    <a:pt x="1885533" y="36540"/>
                  </a:lnTo>
                  <a:lnTo>
                    <a:pt x="1775667" y="29665"/>
                  </a:lnTo>
                  <a:lnTo>
                    <a:pt x="1662285" y="23514"/>
                  </a:lnTo>
                  <a:lnTo>
                    <a:pt x="1548056" y="18097"/>
                  </a:lnTo>
                  <a:lnTo>
                    <a:pt x="1436396" y="13428"/>
                  </a:lnTo>
                  <a:lnTo>
                    <a:pt x="1331228" y="9521"/>
                  </a:lnTo>
                  <a:lnTo>
                    <a:pt x="1236572" y="6374"/>
                  </a:lnTo>
                  <a:lnTo>
                    <a:pt x="1155986" y="3962"/>
                  </a:lnTo>
                  <a:lnTo>
                    <a:pt x="1091982" y="2228"/>
                  </a:lnTo>
                  <a:lnTo>
                    <a:pt x="1045552" y="1086"/>
                  </a:lnTo>
                  <a:lnTo>
                    <a:pt x="1015924" y="420"/>
                  </a:lnTo>
                  <a:lnTo>
                    <a:pt x="1000567" y="105"/>
                  </a:lnTo>
                  <a:lnTo>
                    <a:pt x="995385" y="7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62" name="pl261"/>
            <p:cNvSpPr/>
            <p:nvPr/>
          </p:nvSpPr>
          <p:spPr>
            <a:xfrm>
              <a:off x="1199187" y="2232345"/>
              <a:ext cx="12049831" cy="1063848"/>
            </a:xfrm>
            <a:custGeom>
              <a:avLst/>
              <a:pathLst>
                <a:path w="12049831" h="1063848">
                  <a:moveTo>
                    <a:pt x="0" y="0"/>
                  </a:moveTo>
                  <a:lnTo>
                    <a:pt x="994940" y="0"/>
                  </a:lnTo>
                  <a:lnTo>
                    <a:pt x="996067" y="20"/>
                  </a:lnTo>
                  <a:lnTo>
                    <a:pt x="1003509" y="163"/>
                  </a:lnTo>
                  <a:lnTo>
                    <a:pt x="1022371" y="560"/>
                  </a:lnTo>
                  <a:lnTo>
                    <a:pt x="1056351" y="1342"/>
                  </a:lnTo>
                  <a:lnTo>
                    <a:pt x="1107517" y="2634"/>
                  </a:lnTo>
                  <a:lnTo>
                    <a:pt x="1176160" y="4543"/>
                  </a:lnTo>
                  <a:lnTo>
                    <a:pt x="1260840" y="7149"/>
                  </a:lnTo>
                  <a:lnTo>
                    <a:pt x="1358710" y="10499"/>
                  </a:lnTo>
                  <a:lnTo>
                    <a:pt x="1466029" y="14613"/>
                  </a:lnTo>
                  <a:lnTo>
                    <a:pt x="1578753" y="19485"/>
                  </a:lnTo>
                  <a:lnTo>
                    <a:pt x="1693061" y="25101"/>
                  </a:lnTo>
                  <a:lnTo>
                    <a:pt x="1805725" y="31447"/>
                  </a:lnTo>
                  <a:lnTo>
                    <a:pt x="1914291" y="38519"/>
                  </a:lnTo>
                  <a:lnTo>
                    <a:pt x="2017109" y="46331"/>
                  </a:lnTo>
                  <a:lnTo>
                    <a:pt x="2113247" y="54917"/>
                  </a:lnTo>
                  <a:lnTo>
                    <a:pt x="2202361" y="64337"/>
                  </a:lnTo>
                  <a:lnTo>
                    <a:pt x="2284548" y="74672"/>
                  </a:lnTo>
                  <a:lnTo>
                    <a:pt x="2360213" y="86029"/>
                  </a:lnTo>
                  <a:lnTo>
                    <a:pt x="2429959" y="98530"/>
                  </a:lnTo>
                  <a:lnTo>
                    <a:pt x="2494502" y="112315"/>
                  </a:lnTo>
                  <a:lnTo>
                    <a:pt x="2554610" y="127528"/>
                  </a:lnTo>
                  <a:lnTo>
                    <a:pt x="2611054" y="144306"/>
                  </a:lnTo>
                  <a:lnTo>
                    <a:pt x="2664568" y="162753"/>
                  </a:lnTo>
                  <a:lnTo>
                    <a:pt x="2702183" y="177308"/>
                  </a:lnTo>
                  <a:lnTo>
                    <a:pt x="2758922" y="201809"/>
                  </a:lnTo>
                  <a:lnTo>
                    <a:pt x="2813982" y="228576"/>
                  </a:lnTo>
                  <a:lnTo>
                    <a:pt x="2867939" y="257650"/>
                  </a:lnTo>
                  <a:lnTo>
                    <a:pt x="2921229" y="289007"/>
                  </a:lnTo>
                  <a:lnTo>
                    <a:pt x="2974171" y="322556"/>
                  </a:lnTo>
                  <a:lnTo>
                    <a:pt x="3026987" y="358128"/>
                  </a:lnTo>
                  <a:lnTo>
                    <a:pt x="3079818" y="395481"/>
                  </a:lnTo>
                  <a:lnTo>
                    <a:pt x="3132733" y="434300"/>
                  </a:lnTo>
                  <a:lnTo>
                    <a:pt x="3185747" y="474203"/>
                  </a:lnTo>
                  <a:lnTo>
                    <a:pt x="3238836" y="514764"/>
                  </a:lnTo>
                  <a:lnTo>
                    <a:pt x="3291948" y="555523"/>
                  </a:lnTo>
                  <a:lnTo>
                    <a:pt x="3345027" y="596010"/>
                  </a:lnTo>
                  <a:lnTo>
                    <a:pt x="3398027" y="635770"/>
                  </a:lnTo>
                  <a:lnTo>
                    <a:pt x="3450926" y="674380"/>
                  </a:lnTo>
                  <a:lnTo>
                    <a:pt x="3503748" y="711471"/>
                  </a:lnTo>
                  <a:lnTo>
                    <a:pt x="3556574" y="746737"/>
                  </a:lnTo>
                  <a:lnTo>
                    <a:pt x="3609554" y="779948"/>
                  </a:lnTo>
                  <a:lnTo>
                    <a:pt x="3662925" y="810949"/>
                  </a:lnTo>
                  <a:lnTo>
                    <a:pt x="3717024" y="839657"/>
                  </a:lnTo>
                  <a:lnTo>
                    <a:pt x="3772307" y="866063"/>
                  </a:lnTo>
                  <a:lnTo>
                    <a:pt x="3820202" y="886540"/>
                  </a:lnTo>
                  <a:lnTo>
                    <a:pt x="3871995" y="906236"/>
                  </a:lnTo>
                  <a:lnTo>
                    <a:pt x="3926230" y="924226"/>
                  </a:lnTo>
                  <a:lnTo>
                    <a:pt x="3983588" y="940570"/>
                  </a:lnTo>
                  <a:lnTo>
                    <a:pt x="4044815" y="955384"/>
                  </a:lnTo>
                  <a:lnTo>
                    <a:pt x="4110686" y="968808"/>
                  </a:lnTo>
                  <a:lnTo>
                    <a:pt x="4181960" y="980988"/>
                  </a:lnTo>
                  <a:lnTo>
                    <a:pt x="4259331" y="992058"/>
                  </a:lnTo>
                  <a:lnTo>
                    <a:pt x="4343357" y="1002137"/>
                  </a:lnTo>
                  <a:lnTo>
                    <a:pt x="4434371" y="1011325"/>
                  </a:lnTo>
                  <a:lnTo>
                    <a:pt x="4532365" y="1019698"/>
                  </a:lnTo>
                  <a:lnTo>
                    <a:pt x="4636852" y="1027307"/>
                  </a:lnTo>
                  <a:lnTo>
                    <a:pt x="4746718" y="1034183"/>
                  </a:lnTo>
                  <a:lnTo>
                    <a:pt x="4860100" y="1040333"/>
                  </a:lnTo>
                  <a:lnTo>
                    <a:pt x="4974329" y="1045751"/>
                  </a:lnTo>
                  <a:lnTo>
                    <a:pt x="5085989" y="1050419"/>
                  </a:lnTo>
                  <a:lnTo>
                    <a:pt x="5191157" y="1054327"/>
                  </a:lnTo>
                  <a:lnTo>
                    <a:pt x="5285813" y="1057473"/>
                  </a:lnTo>
                  <a:lnTo>
                    <a:pt x="5366399" y="1059886"/>
                  </a:lnTo>
                  <a:lnTo>
                    <a:pt x="5430403" y="1061619"/>
                  </a:lnTo>
                  <a:lnTo>
                    <a:pt x="5476833" y="1062762"/>
                  </a:lnTo>
                  <a:lnTo>
                    <a:pt x="5506461" y="1063427"/>
                  </a:lnTo>
                  <a:lnTo>
                    <a:pt x="5521818" y="1063743"/>
                  </a:lnTo>
                  <a:lnTo>
                    <a:pt x="5527000" y="1063840"/>
                  </a:lnTo>
                  <a:lnTo>
                    <a:pt x="5527445" y="1063848"/>
                  </a:lnTo>
                  <a:lnTo>
                    <a:pt x="6522385" y="1063848"/>
                  </a:lnTo>
                  <a:lnTo>
                    <a:pt x="6523519" y="1063836"/>
                  </a:lnTo>
                  <a:lnTo>
                    <a:pt x="6530996" y="1063748"/>
                  </a:lnTo>
                  <a:lnTo>
                    <a:pt x="6549948" y="1063504"/>
                  </a:lnTo>
                  <a:lnTo>
                    <a:pt x="6584081" y="1063024"/>
                  </a:lnTo>
                  <a:lnTo>
                    <a:pt x="6635468" y="1062231"/>
                  </a:lnTo>
                  <a:lnTo>
                    <a:pt x="6704383" y="1061059"/>
                  </a:lnTo>
                  <a:lnTo>
                    <a:pt x="6789366" y="1059460"/>
                  </a:lnTo>
                  <a:lnTo>
                    <a:pt x="6887544" y="1057404"/>
                  </a:lnTo>
                  <a:lnTo>
                    <a:pt x="6995149" y="1054880"/>
                  </a:lnTo>
                  <a:lnTo>
                    <a:pt x="7108116" y="1051892"/>
                  </a:lnTo>
                  <a:lnTo>
                    <a:pt x="7222612" y="1048448"/>
                  </a:lnTo>
                  <a:lnTo>
                    <a:pt x="7335406" y="1044556"/>
                  </a:lnTo>
                  <a:lnTo>
                    <a:pt x="7444048" y="1040220"/>
                  </a:lnTo>
                  <a:lnTo>
                    <a:pt x="7546894" y="1035430"/>
                  </a:lnTo>
                  <a:lnTo>
                    <a:pt x="7643024" y="1030164"/>
                  </a:lnTo>
                  <a:lnTo>
                    <a:pt x="7732104" y="1024387"/>
                  </a:lnTo>
                  <a:lnTo>
                    <a:pt x="7814242" y="1018046"/>
                  </a:lnTo>
                  <a:lnTo>
                    <a:pt x="7889851" y="1011078"/>
                  </a:lnTo>
                  <a:lnTo>
                    <a:pt x="7959540" y="1003406"/>
                  </a:lnTo>
                  <a:lnTo>
                    <a:pt x="8024034" y="994944"/>
                  </a:lnTo>
                  <a:lnTo>
                    <a:pt x="8084104" y="985604"/>
                  </a:lnTo>
                  <a:lnTo>
                    <a:pt x="8140524" y="975303"/>
                  </a:lnTo>
                  <a:lnTo>
                    <a:pt x="8194031" y="963976"/>
                  </a:lnTo>
                  <a:lnTo>
                    <a:pt x="8229629" y="955542"/>
                  </a:lnTo>
                  <a:lnTo>
                    <a:pt x="8289201" y="939778"/>
                  </a:lnTo>
                  <a:lnTo>
                    <a:pt x="8346954" y="922484"/>
                  </a:lnTo>
                  <a:lnTo>
                    <a:pt x="8403544" y="903634"/>
                  </a:lnTo>
                  <a:lnTo>
                    <a:pt x="8459457" y="883251"/>
                  </a:lnTo>
                  <a:lnTo>
                    <a:pt x="8515044" y="861409"/>
                  </a:lnTo>
                  <a:lnTo>
                    <a:pt x="8570538" y="838239"/>
                  </a:lnTo>
                  <a:lnTo>
                    <a:pt x="8626078" y="813928"/>
                  </a:lnTo>
                  <a:lnTo>
                    <a:pt x="8681723" y="788716"/>
                  </a:lnTo>
                  <a:lnTo>
                    <a:pt x="8737471" y="762886"/>
                  </a:lnTo>
                  <a:lnTo>
                    <a:pt x="8793277" y="736754"/>
                  </a:lnTo>
                  <a:lnTo>
                    <a:pt x="8849077" y="710648"/>
                  </a:lnTo>
                  <a:lnTo>
                    <a:pt x="8904810" y="684900"/>
                  </a:lnTo>
                  <a:lnTo>
                    <a:pt x="8960436" y="659819"/>
                  </a:lnTo>
                  <a:lnTo>
                    <a:pt x="9015963" y="635683"/>
                  </a:lnTo>
                  <a:lnTo>
                    <a:pt x="9071460" y="612722"/>
                  </a:lnTo>
                  <a:lnTo>
                    <a:pt x="9127082" y="591115"/>
                  </a:lnTo>
                  <a:lnTo>
                    <a:pt x="9183080" y="570983"/>
                  </a:lnTo>
                  <a:lnTo>
                    <a:pt x="9239825" y="552392"/>
                  </a:lnTo>
                  <a:lnTo>
                    <a:pt x="9297830" y="535355"/>
                  </a:lnTo>
                  <a:lnTo>
                    <a:pt x="9347647" y="522316"/>
                  </a:lnTo>
                  <a:lnTo>
                    <a:pt x="9399530" y="510265"/>
                  </a:lnTo>
                  <a:lnTo>
                    <a:pt x="9453863" y="499261"/>
                  </a:lnTo>
                  <a:lnTo>
                    <a:pt x="9511332" y="489265"/>
                  </a:lnTo>
                  <a:lnTo>
                    <a:pt x="9572687" y="480206"/>
                  </a:lnTo>
                  <a:lnTo>
                    <a:pt x="9638707" y="471998"/>
                  </a:lnTo>
                  <a:lnTo>
                    <a:pt x="9710154" y="464552"/>
                  </a:lnTo>
                  <a:lnTo>
                    <a:pt x="9787725" y="457786"/>
                  </a:lnTo>
                  <a:lnTo>
                    <a:pt x="9871978" y="451626"/>
                  </a:lnTo>
                  <a:lnTo>
                    <a:pt x="9963246" y="446012"/>
                  </a:lnTo>
                  <a:lnTo>
                    <a:pt x="10061514" y="440897"/>
                  </a:lnTo>
                  <a:lnTo>
                    <a:pt x="10166283" y="436249"/>
                  </a:lnTo>
                  <a:lnTo>
                    <a:pt x="10276421" y="432050"/>
                  </a:lnTo>
                  <a:lnTo>
                    <a:pt x="10390042" y="428296"/>
                  </a:lnTo>
                  <a:lnTo>
                    <a:pt x="10504444" y="424992"/>
                  </a:lnTo>
                  <a:lnTo>
                    <a:pt x="10616181" y="422147"/>
                  </a:lnTo>
                  <a:lnTo>
                    <a:pt x="10721301" y="419768"/>
                  </a:lnTo>
                  <a:lnTo>
                    <a:pt x="10815769" y="417855"/>
                  </a:lnTo>
                  <a:lnTo>
                    <a:pt x="10896032" y="416392"/>
                  </a:lnTo>
                  <a:lnTo>
                    <a:pt x="10959602" y="415344"/>
                  </a:lnTo>
                  <a:lnTo>
                    <a:pt x="11005537" y="414655"/>
                  </a:lnTo>
                  <a:lnTo>
                    <a:pt x="11034671" y="414257"/>
                  </a:lnTo>
                  <a:lnTo>
                    <a:pt x="11049606" y="414070"/>
                  </a:lnTo>
                  <a:lnTo>
                    <a:pt x="11054512" y="414014"/>
                  </a:lnTo>
                  <a:lnTo>
                    <a:pt x="11054891" y="414010"/>
                  </a:lnTo>
                  <a:lnTo>
                    <a:pt x="12049831" y="414010"/>
                  </a:lnTo>
                  <a:lnTo>
                    <a:pt x="12049831" y="4140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3" name="pl262"/>
            <p:cNvSpPr/>
            <p:nvPr/>
          </p:nvSpPr>
          <p:spPr>
            <a:xfrm>
              <a:off x="1199187" y="2227104"/>
              <a:ext cx="12049831" cy="1063848"/>
            </a:xfrm>
            <a:custGeom>
              <a:avLst/>
              <a:pathLst>
                <a:path w="12049831" h="1063848">
                  <a:moveTo>
                    <a:pt x="12049831" y="414010"/>
                  </a:moveTo>
                  <a:lnTo>
                    <a:pt x="11054891" y="414010"/>
                  </a:lnTo>
                  <a:lnTo>
                    <a:pt x="11053758" y="414022"/>
                  </a:lnTo>
                  <a:lnTo>
                    <a:pt x="11046280" y="414110"/>
                  </a:lnTo>
                  <a:lnTo>
                    <a:pt x="11027329" y="414354"/>
                  </a:lnTo>
                  <a:lnTo>
                    <a:pt x="10993195" y="414834"/>
                  </a:lnTo>
                  <a:lnTo>
                    <a:pt x="10941809" y="415627"/>
                  </a:lnTo>
                  <a:lnTo>
                    <a:pt x="10872894" y="416799"/>
                  </a:lnTo>
                  <a:lnTo>
                    <a:pt x="10787910" y="418398"/>
                  </a:lnTo>
                  <a:lnTo>
                    <a:pt x="10689732" y="420454"/>
                  </a:lnTo>
                  <a:lnTo>
                    <a:pt x="10582128" y="422977"/>
                  </a:lnTo>
                  <a:lnTo>
                    <a:pt x="10469161" y="425966"/>
                  </a:lnTo>
                  <a:lnTo>
                    <a:pt x="10354664" y="429410"/>
                  </a:lnTo>
                  <a:lnTo>
                    <a:pt x="10241871" y="433302"/>
                  </a:lnTo>
                  <a:lnTo>
                    <a:pt x="10133229" y="437638"/>
                  </a:lnTo>
                  <a:lnTo>
                    <a:pt x="10030383" y="442428"/>
                  </a:lnTo>
                  <a:lnTo>
                    <a:pt x="9934253" y="447694"/>
                  </a:lnTo>
                  <a:lnTo>
                    <a:pt x="9845172" y="453471"/>
                  </a:lnTo>
                  <a:lnTo>
                    <a:pt x="9763034" y="459812"/>
                  </a:lnTo>
                  <a:lnTo>
                    <a:pt x="9687426" y="466780"/>
                  </a:lnTo>
                  <a:lnTo>
                    <a:pt x="9617736" y="474452"/>
                  </a:lnTo>
                  <a:lnTo>
                    <a:pt x="9553243" y="482914"/>
                  </a:lnTo>
                  <a:lnTo>
                    <a:pt x="9493173" y="492254"/>
                  </a:lnTo>
                  <a:lnTo>
                    <a:pt x="9436752" y="502555"/>
                  </a:lnTo>
                  <a:lnTo>
                    <a:pt x="9383246" y="513882"/>
                  </a:lnTo>
                  <a:lnTo>
                    <a:pt x="9347647" y="522316"/>
                  </a:lnTo>
                  <a:lnTo>
                    <a:pt x="9288076" y="538080"/>
                  </a:lnTo>
                  <a:lnTo>
                    <a:pt x="9230322" y="555374"/>
                  </a:lnTo>
                  <a:lnTo>
                    <a:pt x="9173732" y="574224"/>
                  </a:lnTo>
                  <a:lnTo>
                    <a:pt x="9117819" y="594607"/>
                  </a:lnTo>
                  <a:lnTo>
                    <a:pt x="9062233" y="616449"/>
                  </a:lnTo>
                  <a:lnTo>
                    <a:pt x="9006738" y="639619"/>
                  </a:lnTo>
                  <a:lnTo>
                    <a:pt x="8951198" y="663930"/>
                  </a:lnTo>
                  <a:lnTo>
                    <a:pt x="8895553" y="689141"/>
                  </a:lnTo>
                  <a:lnTo>
                    <a:pt x="8839806" y="714971"/>
                  </a:lnTo>
                  <a:lnTo>
                    <a:pt x="8784000" y="741104"/>
                  </a:lnTo>
                  <a:lnTo>
                    <a:pt x="8728199" y="767209"/>
                  </a:lnTo>
                  <a:lnTo>
                    <a:pt x="8672467" y="792958"/>
                  </a:lnTo>
                  <a:lnTo>
                    <a:pt x="8616841" y="818038"/>
                  </a:lnTo>
                  <a:lnTo>
                    <a:pt x="8561314" y="842175"/>
                  </a:lnTo>
                  <a:lnTo>
                    <a:pt x="8505816" y="865136"/>
                  </a:lnTo>
                  <a:lnTo>
                    <a:pt x="8450195" y="886743"/>
                  </a:lnTo>
                  <a:lnTo>
                    <a:pt x="8394197" y="906875"/>
                  </a:lnTo>
                  <a:lnTo>
                    <a:pt x="8337451" y="925466"/>
                  </a:lnTo>
                  <a:lnTo>
                    <a:pt x="8279446" y="942503"/>
                  </a:lnTo>
                  <a:lnTo>
                    <a:pt x="8229629" y="955542"/>
                  </a:lnTo>
                  <a:lnTo>
                    <a:pt x="8177747" y="967592"/>
                  </a:lnTo>
                  <a:lnTo>
                    <a:pt x="8123413" y="978597"/>
                  </a:lnTo>
                  <a:lnTo>
                    <a:pt x="8065945" y="988593"/>
                  </a:lnTo>
                  <a:lnTo>
                    <a:pt x="8004590" y="997652"/>
                  </a:lnTo>
                  <a:lnTo>
                    <a:pt x="7938570" y="1005860"/>
                  </a:lnTo>
                  <a:lnTo>
                    <a:pt x="7867122" y="1013305"/>
                  </a:lnTo>
                  <a:lnTo>
                    <a:pt x="7789552" y="1020072"/>
                  </a:lnTo>
                  <a:lnTo>
                    <a:pt x="7705298" y="1026232"/>
                  </a:lnTo>
                  <a:lnTo>
                    <a:pt x="7614030" y="1031846"/>
                  </a:lnTo>
                  <a:lnTo>
                    <a:pt x="7515762" y="1036961"/>
                  </a:lnTo>
                  <a:lnTo>
                    <a:pt x="7410994" y="1041609"/>
                  </a:lnTo>
                  <a:lnTo>
                    <a:pt x="7300855" y="1045808"/>
                  </a:lnTo>
                  <a:lnTo>
                    <a:pt x="7187235" y="1049561"/>
                  </a:lnTo>
                  <a:lnTo>
                    <a:pt x="7072833" y="1052866"/>
                  </a:lnTo>
                  <a:lnTo>
                    <a:pt x="6961096" y="1055711"/>
                  </a:lnTo>
                  <a:lnTo>
                    <a:pt x="6855976" y="1058090"/>
                  </a:lnTo>
                  <a:lnTo>
                    <a:pt x="6761507" y="1060002"/>
                  </a:lnTo>
                  <a:lnTo>
                    <a:pt x="6681245" y="1061466"/>
                  </a:lnTo>
                  <a:lnTo>
                    <a:pt x="6617674" y="1062514"/>
                  </a:lnTo>
                  <a:lnTo>
                    <a:pt x="6571740" y="1063203"/>
                  </a:lnTo>
                  <a:lnTo>
                    <a:pt x="6542605" y="1063601"/>
                  </a:lnTo>
                  <a:lnTo>
                    <a:pt x="6527670" y="1063788"/>
                  </a:lnTo>
                  <a:lnTo>
                    <a:pt x="6522765" y="1063844"/>
                  </a:lnTo>
                  <a:lnTo>
                    <a:pt x="6522385" y="1063848"/>
                  </a:lnTo>
                  <a:lnTo>
                    <a:pt x="5527445" y="1063848"/>
                  </a:lnTo>
                  <a:lnTo>
                    <a:pt x="5526318" y="1063828"/>
                  </a:lnTo>
                  <a:lnTo>
                    <a:pt x="5518876" y="1063684"/>
                  </a:lnTo>
                  <a:lnTo>
                    <a:pt x="5500014" y="1063288"/>
                  </a:lnTo>
                  <a:lnTo>
                    <a:pt x="5466034" y="1062506"/>
                  </a:lnTo>
                  <a:lnTo>
                    <a:pt x="5414868" y="1061214"/>
                  </a:lnTo>
                  <a:lnTo>
                    <a:pt x="5346225" y="1059305"/>
                  </a:lnTo>
                  <a:lnTo>
                    <a:pt x="5261545" y="1056699"/>
                  </a:lnTo>
                  <a:lnTo>
                    <a:pt x="5163675" y="1053348"/>
                  </a:lnTo>
                  <a:lnTo>
                    <a:pt x="5056356" y="1049235"/>
                  </a:lnTo>
                  <a:lnTo>
                    <a:pt x="4943632" y="1044363"/>
                  </a:lnTo>
                  <a:lnTo>
                    <a:pt x="4829324" y="1038747"/>
                  </a:lnTo>
                  <a:lnTo>
                    <a:pt x="4716660" y="1032401"/>
                  </a:lnTo>
                  <a:lnTo>
                    <a:pt x="4608094" y="1025329"/>
                  </a:lnTo>
                  <a:lnTo>
                    <a:pt x="4505276" y="1017517"/>
                  </a:lnTo>
                  <a:lnTo>
                    <a:pt x="4409138" y="1008931"/>
                  </a:lnTo>
                  <a:lnTo>
                    <a:pt x="4320024" y="999511"/>
                  </a:lnTo>
                  <a:lnTo>
                    <a:pt x="4237837" y="989175"/>
                  </a:lnTo>
                  <a:lnTo>
                    <a:pt x="4162172" y="977819"/>
                  </a:lnTo>
                  <a:lnTo>
                    <a:pt x="4092426" y="965318"/>
                  </a:lnTo>
                  <a:lnTo>
                    <a:pt x="4027883" y="951533"/>
                  </a:lnTo>
                  <a:lnTo>
                    <a:pt x="3967775" y="936319"/>
                  </a:lnTo>
                  <a:lnTo>
                    <a:pt x="3911331" y="919542"/>
                  </a:lnTo>
                  <a:lnTo>
                    <a:pt x="3857817" y="901095"/>
                  </a:lnTo>
                  <a:lnTo>
                    <a:pt x="3820202" y="886540"/>
                  </a:lnTo>
                  <a:lnTo>
                    <a:pt x="3763463" y="862039"/>
                  </a:lnTo>
                  <a:lnTo>
                    <a:pt x="3708403" y="835271"/>
                  </a:lnTo>
                  <a:lnTo>
                    <a:pt x="3654446" y="806198"/>
                  </a:lnTo>
                  <a:lnTo>
                    <a:pt x="3601156" y="774840"/>
                  </a:lnTo>
                  <a:lnTo>
                    <a:pt x="3548214" y="741292"/>
                  </a:lnTo>
                  <a:lnTo>
                    <a:pt x="3495398" y="705720"/>
                  </a:lnTo>
                  <a:lnTo>
                    <a:pt x="3442567" y="668366"/>
                  </a:lnTo>
                  <a:lnTo>
                    <a:pt x="3389652" y="629548"/>
                  </a:lnTo>
                  <a:lnTo>
                    <a:pt x="3336638" y="589644"/>
                  </a:lnTo>
                  <a:lnTo>
                    <a:pt x="3283549" y="549083"/>
                  </a:lnTo>
                  <a:lnTo>
                    <a:pt x="3230437" y="508325"/>
                  </a:lnTo>
                  <a:lnTo>
                    <a:pt x="3177358" y="467838"/>
                  </a:lnTo>
                  <a:lnTo>
                    <a:pt x="3124358" y="428078"/>
                  </a:lnTo>
                  <a:lnTo>
                    <a:pt x="3071459" y="389468"/>
                  </a:lnTo>
                  <a:lnTo>
                    <a:pt x="3018637" y="352377"/>
                  </a:lnTo>
                  <a:lnTo>
                    <a:pt x="2965811" y="317110"/>
                  </a:lnTo>
                  <a:lnTo>
                    <a:pt x="2912831" y="283899"/>
                  </a:lnTo>
                  <a:lnTo>
                    <a:pt x="2859460" y="252899"/>
                  </a:lnTo>
                  <a:lnTo>
                    <a:pt x="2805361" y="224190"/>
                  </a:lnTo>
                  <a:lnTo>
                    <a:pt x="2750078" y="197785"/>
                  </a:lnTo>
                  <a:lnTo>
                    <a:pt x="2702183" y="177308"/>
                  </a:lnTo>
                  <a:lnTo>
                    <a:pt x="2650390" y="157611"/>
                  </a:lnTo>
                  <a:lnTo>
                    <a:pt x="2596155" y="139622"/>
                  </a:lnTo>
                  <a:lnTo>
                    <a:pt x="2538797" y="123278"/>
                  </a:lnTo>
                  <a:lnTo>
                    <a:pt x="2477570" y="108464"/>
                  </a:lnTo>
                  <a:lnTo>
                    <a:pt x="2411699" y="95039"/>
                  </a:lnTo>
                  <a:lnTo>
                    <a:pt x="2340425" y="82860"/>
                  </a:lnTo>
                  <a:lnTo>
                    <a:pt x="2263054" y="71790"/>
                  </a:lnTo>
                  <a:lnTo>
                    <a:pt x="2179028" y="61711"/>
                  </a:lnTo>
                  <a:lnTo>
                    <a:pt x="2088014" y="52523"/>
                  </a:lnTo>
                  <a:lnTo>
                    <a:pt x="1990020" y="44150"/>
                  </a:lnTo>
                  <a:lnTo>
                    <a:pt x="1885533" y="36540"/>
                  </a:lnTo>
                  <a:lnTo>
                    <a:pt x="1775667" y="29665"/>
                  </a:lnTo>
                  <a:lnTo>
                    <a:pt x="1662285" y="23514"/>
                  </a:lnTo>
                  <a:lnTo>
                    <a:pt x="1548056" y="18097"/>
                  </a:lnTo>
                  <a:lnTo>
                    <a:pt x="1436396" y="13428"/>
                  </a:lnTo>
                  <a:lnTo>
                    <a:pt x="1331228" y="9521"/>
                  </a:lnTo>
                  <a:lnTo>
                    <a:pt x="1236572" y="6374"/>
                  </a:lnTo>
                  <a:lnTo>
                    <a:pt x="1155986" y="3962"/>
                  </a:lnTo>
                  <a:lnTo>
                    <a:pt x="1091982" y="2228"/>
                  </a:lnTo>
                  <a:lnTo>
                    <a:pt x="1045552" y="1086"/>
                  </a:lnTo>
                  <a:lnTo>
                    <a:pt x="1015924" y="420"/>
                  </a:lnTo>
                  <a:lnTo>
                    <a:pt x="1000567" y="105"/>
                  </a:lnTo>
                  <a:lnTo>
                    <a:pt x="995385" y="7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4" name="pg263"/>
            <p:cNvSpPr/>
            <p:nvPr/>
          </p:nvSpPr>
          <p:spPr>
            <a:xfrm>
              <a:off x="1199187" y="2232345"/>
              <a:ext cx="12049831" cy="1079570"/>
            </a:xfrm>
            <a:custGeom>
              <a:avLst/>
              <a:pathLst>
                <a:path w="12049831" h="1079570">
                  <a:moveTo>
                    <a:pt x="0" y="5240"/>
                  </a:moveTo>
                  <a:lnTo>
                    <a:pt x="994940" y="5240"/>
                  </a:lnTo>
                  <a:lnTo>
                    <a:pt x="996067" y="5260"/>
                  </a:lnTo>
                  <a:lnTo>
                    <a:pt x="1003508" y="5405"/>
                  </a:lnTo>
                  <a:lnTo>
                    <a:pt x="1022367" y="5806"/>
                  </a:lnTo>
                  <a:lnTo>
                    <a:pt x="1056342" y="6595"/>
                  </a:lnTo>
                  <a:lnTo>
                    <a:pt x="1107502" y="7900"/>
                  </a:lnTo>
                  <a:lnTo>
                    <a:pt x="1176135" y="9827"/>
                  </a:lnTo>
                  <a:lnTo>
                    <a:pt x="1260806" y="12459"/>
                  </a:lnTo>
                  <a:lnTo>
                    <a:pt x="1358667" y="15842"/>
                  </a:lnTo>
                  <a:lnTo>
                    <a:pt x="1465977" y="19995"/>
                  </a:lnTo>
                  <a:lnTo>
                    <a:pt x="1578693" y="24914"/>
                  </a:lnTo>
                  <a:lnTo>
                    <a:pt x="1692995" y="30585"/>
                  </a:lnTo>
                  <a:lnTo>
                    <a:pt x="1805655" y="36993"/>
                  </a:lnTo>
                  <a:lnTo>
                    <a:pt x="1914218" y="44134"/>
                  </a:lnTo>
                  <a:lnTo>
                    <a:pt x="2017035" y="52022"/>
                  </a:lnTo>
                  <a:lnTo>
                    <a:pt x="2113173" y="60691"/>
                  </a:lnTo>
                  <a:lnTo>
                    <a:pt x="2202289" y="70203"/>
                  </a:lnTo>
                  <a:lnTo>
                    <a:pt x="2284477" y="80639"/>
                  </a:lnTo>
                  <a:lnTo>
                    <a:pt x="2360144" y="92106"/>
                  </a:lnTo>
                  <a:lnTo>
                    <a:pt x="2429891" y="104728"/>
                  </a:lnTo>
                  <a:lnTo>
                    <a:pt x="2494436" y="118647"/>
                  </a:lnTo>
                  <a:lnTo>
                    <a:pt x="2554545" y="134007"/>
                  </a:lnTo>
                  <a:lnTo>
                    <a:pt x="2610990" y="150948"/>
                  </a:lnTo>
                  <a:lnTo>
                    <a:pt x="2664504" y="169573"/>
                  </a:lnTo>
                  <a:lnTo>
                    <a:pt x="2702183" y="184295"/>
                  </a:lnTo>
                  <a:lnTo>
                    <a:pt x="2758843" y="209001"/>
                  </a:lnTo>
                  <a:lnTo>
                    <a:pt x="2813828" y="235989"/>
                  </a:lnTo>
                  <a:lnTo>
                    <a:pt x="2867711" y="265300"/>
                  </a:lnTo>
                  <a:lnTo>
                    <a:pt x="2920928" y="296910"/>
                  </a:lnTo>
                  <a:lnTo>
                    <a:pt x="2973797" y="330727"/>
                  </a:lnTo>
                  <a:lnTo>
                    <a:pt x="3026539" y="366584"/>
                  </a:lnTo>
                  <a:lnTo>
                    <a:pt x="3079294" y="404237"/>
                  </a:lnTo>
                  <a:lnTo>
                    <a:pt x="3132133" y="443368"/>
                  </a:lnTo>
                  <a:lnTo>
                    <a:pt x="3185071" y="483598"/>
                  </a:lnTo>
                  <a:lnTo>
                    <a:pt x="3238084" y="524494"/>
                  </a:lnTo>
                  <a:lnTo>
                    <a:pt x="3291121" y="565597"/>
                  </a:lnTo>
                  <a:lnTo>
                    <a:pt x="3344126" y="606433"/>
                  </a:lnTo>
                  <a:lnTo>
                    <a:pt x="3397052" y="646544"/>
                  </a:lnTo>
                  <a:lnTo>
                    <a:pt x="3449879" y="685506"/>
                  </a:lnTo>
                  <a:lnTo>
                    <a:pt x="3502627" y="722944"/>
                  </a:lnTo>
                  <a:lnTo>
                    <a:pt x="3555376" y="758551"/>
                  </a:lnTo>
                  <a:lnTo>
                    <a:pt x="3608275" y="792092"/>
                  </a:lnTo>
                  <a:lnTo>
                    <a:pt x="3661558" y="823410"/>
                  </a:lnTo>
                  <a:lnTo>
                    <a:pt x="3715556" y="852421"/>
                  </a:lnTo>
                  <a:lnTo>
                    <a:pt x="3770721" y="879113"/>
                  </a:lnTo>
                  <a:lnTo>
                    <a:pt x="3820202" y="900515"/>
                  </a:lnTo>
                  <a:lnTo>
                    <a:pt x="3871992" y="920404"/>
                  </a:lnTo>
                  <a:lnTo>
                    <a:pt x="3926225" y="938570"/>
                  </a:lnTo>
                  <a:lnTo>
                    <a:pt x="3983579" y="955074"/>
                  </a:lnTo>
                  <a:lnTo>
                    <a:pt x="4044802" y="970034"/>
                  </a:lnTo>
                  <a:lnTo>
                    <a:pt x="4110668" y="983591"/>
                  </a:lnTo>
                  <a:lnTo>
                    <a:pt x="4181937" y="995890"/>
                  </a:lnTo>
                  <a:lnTo>
                    <a:pt x="4259301" y="1007068"/>
                  </a:lnTo>
                  <a:lnTo>
                    <a:pt x="4343320" y="1017247"/>
                  </a:lnTo>
                  <a:lnTo>
                    <a:pt x="4434326" y="1026525"/>
                  </a:lnTo>
                  <a:lnTo>
                    <a:pt x="4532311" y="1034980"/>
                  </a:lnTo>
                  <a:lnTo>
                    <a:pt x="4636789" y="1042665"/>
                  </a:lnTo>
                  <a:lnTo>
                    <a:pt x="4746647" y="1049609"/>
                  </a:lnTo>
                  <a:lnTo>
                    <a:pt x="4860022" y="1055820"/>
                  </a:lnTo>
                  <a:lnTo>
                    <a:pt x="4974245" y="1061290"/>
                  </a:lnTo>
                  <a:lnTo>
                    <a:pt x="5085903" y="1066005"/>
                  </a:lnTo>
                  <a:lnTo>
                    <a:pt x="5191072" y="1069952"/>
                  </a:lnTo>
                  <a:lnTo>
                    <a:pt x="5285734" y="1073130"/>
                  </a:lnTo>
                  <a:lnTo>
                    <a:pt x="5366330" y="1075566"/>
                  </a:lnTo>
                  <a:lnTo>
                    <a:pt x="5430348" y="1077318"/>
                  </a:lnTo>
                  <a:lnTo>
                    <a:pt x="5476793" y="1078472"/>
                  </a:lnTo>
                  <a:lnTo>
                    <a:pt x="5506437" y="1079144"/>
                  </a:lnTo>
                  <a:lnTo>
                    <a:pt x="5521807" y="1079463"/>
                  </a:lnTo>
                  <a:lnTo>
                    <a:pt x="5526998" y="1079562"/>
                  </a:lnTo>
                  <a:lnTo>
                    <a:pt x="5527445" y="1079570"/>
                  </a:lnTo>
                  <a:lnTo>
                    <a:pt x="6522385" y="1079570"/>
                  </a:lnTo>
                  <a:lnTo>
                    <a:pt x="6523521" y="1079565"/>
                  </a:lnTo>
                  <a:lnTo>
                    <a:pt x="6531017" y="1079529"/>
                  </a:lnTo>
                  <a:lnTo>
                    <a:pt x="6550013" y="1079431"/>
                  </a:lnTo>
                  <a:lnTo>
                    <a:pt x="6584225" y="1079237"/>
                  </a:lnTo>
                  <a:lnTo>
                    <a:pt x="6635721" y="1078916"/>
                  </a:lnTo>
                  <a:lnTo>
                    <a:pt x="6704773" y="1078443"/>
                  </a:lnTo>
                  <a:lnTo>
                    <a:pt x="6789909" y="1077796"/>
                  </a:lnTo>
                  <a:lnTo>
                    <a:pt x="6888241" y="1076965"/>
                  </a:lnTo>
                  <a:lnTo>
                    <a:pt x="6995989" y="1075946"/>
                  </a:lnTo>
                  <a:lnTo>
                    <a:pt x="7109077" y="1074738"/>
                  </a:lnTo>
                  <a:lnTo>
                    <a:pt x="7223668" y="1073347"/>
                  </a:lnTo>
                  <a:lnTo>
                    <a:pt x="7336526" y="1071774"/>
                  </a:lnTo>
                  <a:lnTo>
                    <a:pt x="7445206" y="1070022"/>
                  </a:lnTo>
                  <a:lnTo>
                    <a:pt x="7548066" y="1068087"/>
                  </a:lnTo>
                  <a:lnTo>
                    <a:pt x="7644192" y="1065960"/>
                  </a:lnTo>
                  <a:lnTo>
                    <a:pt x="7733255" y="1063625"/>
                  </a:lnTo>
                  <a:lnTo>
                    <a:pt x="7815368" y="1061063"/>
                  </a:lnTo>
                  <a:lnTo>
                    <a:pt x="7890948" y="1058247"/>
                  </a:lnTo>
                  <a:lnTo>
                    <a:pt x="7960609" y="1055146"/>
                  </a:lnTo>
                  <a:lnTo>
                    <a:pt x="8025078" y="1051726"/>
                  </a:lnTo>
                  <a:lnTo>
                    <a:pt x="8085130" y="1047950"/>
                  </a:lnTo>
                  <a:lnTo>
                    <a:pt x="8141539" y="1043786"/>
                  </a:lnTo>
                  <a:lnTo>
                    <a:pt x="8195041" y="1039207"/>
                  </a:lnTo>
                  <a:lnTo>
                    <a:pt x="8229629" y="1035898"/>
                  </a:lnTo>
                  <a:lnTo>
                    <a:pt x="8290919" y="1029346"/>
                  </a:lnTo>
                  <a:lnTo>
                    <a:pt x="8350305" y="1022139"/>
                  </a:lnTo>
                  <a:lnTo>
                    <a:pt x="8408491" y="1014268"/>
                  </a:lnTo>
                  <a:lnTo>
                    <a:pt x="8465998" y="1005744"/>
                  </a:lnTo>
                  <a:lnTo>
                    <a:pt x="8523194" y="996602"/>
                  </a:lnTo>
                  <a:lnTo>
                    <a:pt x="8580318" y="986902"/>
                  </a:lnTo>
                  <a:lnTo>
                    <a:pt x="8637508" y="976732"/>
                  </a:lnTo>
                  <a:lnTo>
                    <a:pt x="8694812" y="966201"/>
                  </a:lnTo>
                  <a:lnTo>
                    <a:pt x="8752217" y="955436"/>
                  </a:lnTo>
                  <a:lnTo>
                    <a:pt x="8809667" y="944579"/>
                  </a:lnTo>
                  <a:lnTo>
                    <a:pt x="8867090" y="933775"/>
                  </a:lnTo>
                  <a:lnTo>
                    <a:pt x="8924425" y="923168"/>
                  </a:lnTo>
                  <a:lnTo>
                    <a:pt x="8981644" y="912889"/>
                  </a:lnTo>
                  <a:lnTo>
                    <a:pt x="9038776" y="903054"/>
                  </a:lnTo>
                  <a:lnTo>
                    <a:pt x="9095934" y="893756"/>
                  </a:lnTo>
                  <a:lnTo>
                    <a:pt x="9153327" y="885062"/>
                  </a:lnTo>
                  <a:lnTo>
                    <a:pt x="9211287" y="877013"/>
                  </a:lnTo>
                  <a:lnTo>
                    <a:pt x="9270291" y="869629"/>
                  </a:lnTo>
                  <a:lnTo>
                    <a:pt x="9330989" y="862903"/>
                  </a:lnTo>
                  <a:lnTo>
                    <a:pt x="9347647" y="861210"/>
                  </a:lnTo>
                  <a:lnTo>
                    <a:pt x="9399574" y="856347"/>
                  </a:lnTo>
                  <a:lnTo>
                    <a:pt x="9453957" y="851907"/>
                  </a:lnTo>
                  <a:lnTo>
                    <a:pt x="9511481" y="847874"/>
                  </a:lnTo>
                  <a:lnTo>
                    <a:pt x="9572901" y="844219"/>
                  </a:lnTo>
                  <a:lnTo>
                    <a:pt x="9638995" y="840908"/>
                  </a:lnTo>
                  <a:lnTo>
                    <a:pt x="9710530" y="837904"/>
                  </a:lnTo>
                  <a:lnTo>
                    <a:pt x="9788201" y="835175"/>
                  </a:lnTo>
                  <a:lnTo>
                    <a:pt x="9872569" y="832690"/>
                  </a:lnTo>
                  <a:lnTo>
                    <a:pt x="9963964" y="830426"/>
                  </a:lnTo>
                  <a:lnTo>
                    <a:pt x="10062369" y="828363"/>
                  </a:lnTo>
                  <a:lnTo>
                    <a:pt x="10167279" y="826489"/>
                  </a:lnTo>
                  <a:lnTo>
                    <a:pt x="10277555" y="824797"/>
                  </a:lnTo>
                  <a:lnTo>
                    <a:pt x="10391294" y="823284"/>
                  </a:lnTo>
                  <a:lnTo>
                    <a:pt x="10505782" y="821952"/>
                  </a:lnTo>
                  <a:lnTo>
                    <a:pt x="10617557" y="820806"/>
                  </a:lnTo>
                  <a:lnTo>
                    <a:pt x="10722651" y="819849"/>
                  </a:lnTo>
                  <a:lnTo>
                    <a:pt x="10817024" y="819079"/>
                  </a:lnTo>
                  <a:lnTo>
                    <a:pt x="10897123" y="818492"/>
                  </a:lnTo>
                  <a:lnTo>
                    <a:pt x="10960475" y="818071"/>
                  </a:lnTo>
                  <a:lnTo>
                    <a:pt x="11006161" y="817795"/>
                  </a:lnTo>
                  <a:lnTo>
                    <a:pt x="11035048" y="817636"/>
                  </a:lnTo>
                  <a:lnTo>
                    <a:pt x="11049773" y="817562"/>
                  </a:lnTo>
                  <a:lnTo>
                    <a:pt x="11054542" y="817540"/>
                  </a:lnTo>
                  <a:lnTo>
                    <a:pt x="11054891" y="817538"/>
                  </a:lnTo>
                  <a:lnTo>
                    <a:pt x="12049831" y="817538"/>
                  </a:lnTo>
                  <a:lnTo>
                    <a:pt x="12049831" y="812298"/>
                  </a:lnTo>
                  <a:lnTo>
                    <a:pt x="11054891" y="812298"/>
                  </a:lnTo>
                  <a:lnTo>
                    <a:pt x="11053755" y="812303"/>
                  </a:lnTo>
                  <a:lnTo>
                    <a:pt x="11046259" y="812338"/>
                  </a:lnTo>
                  <a:lnTo>
                    <a:pt x="11027263" y="812437"/>
                  </a:lnTo>
                  <a:lnTo>
                    <a:pt x="10993052" y="812631"/>
                  </a:lnTo>
                  <a:lnTo>
                    <a:pt x="10941555" y="812951"/>
                  </a:lnTo>
                  <a:lnTo>
                    <a:pt x="10872504" y="813425"/>
                  </a:lnTo>
                  <a:lnTo>
                    <a:pt x="10787367" y="814072"/>
                  </a:lnTo>
                  <a:lnTo>
                    <a:pt x="10689035" y="814903"/>
                  </a:lnTo>
                  <a:lnTo>
                    <a:pt x="10581288" y="815922"/>
                  </a:lnTo>
                  <a:lnTo>
                    <a:pt x="10468199" y="817130"/>
                  </a:lnTo>
                  <a:lnTo>
                    <a:pt x="10353609" y="818521"/>
                  </a:lnTo>
                  <a:lnTo>
                    <a:pt x="10240750" y="820094"/>
                  </a:lnTo>
                  <a:lnTo>
                    <a:pt x="10132071" y="821845"/>
                  </a:lnTo>
                  <a:lnTo>
                    <a:pt x="10029211" y="823781"/>
                  </a:lnTo>
                  <a:lnTo>
                    <a:pt x="9933085" y="825908"/>
                  </a:lnTo>
                  <a:lnTo>
                    <a:pt x="9844022" y="828243"/>
                  </a:lnTo>
                  <a:lnTo>
                    <a:pt x="9761909" y="830805"/>
                  </a:lnTo>
                  <a:lnTo>
                    <a:pt x="9686329" y="833621"/>
                  </a:lnTo>
                  <a:lnTo>
                    <a:pt x="9616667" y="836722"/>
                  </a:lnTo>
                  <a:lnTo>
                    <a:pt x="9552198" y="840142"/>
                  </a:lnTo>
                  <a:lnTo>
                    <a:pt x="9492147" y="843918"/>
                  </a:lnTo>
                  <a:lnTo>
                    <a:pt x="9435738" y="848082"/>
                  </a:lnTo>
                  <a:lnTo>
                    <a:pt x="9382235" y="852661"/>
                  </a:lnTo>
                  <a:lnTo>
                    <a:pt x="9347647" y="855970"/>
                  </a:lnTo>
                  <a:lnTo>
                    <a:pt x="9286357" y="862522"/>
                  </a:lnTo>
                  <a:lnTo>
                    <a:pt x="9226972" y="869729"/>
                  </a:lnTo>
                  <a:lnTo>
                    <a:pt x="9168785" y="877600"/>
                  </a:lnTo>
                  <a:lnTo>
                    <a:pt x="9111278" y="886124"/>
                  </a:lnTo>
                  <a:lnTo>
                    <a:pt x="9054083" y="895266"/>
                  </a:lnTo>
                  <a:lnTo>
                    <a:pt x="8996958" y="904966"/>
                  </a:lnTo>
                  <a:lnTo>
                    <a:pt x="8939769" y="915136"/>
                  </a:lnTo>
                  <a:lnTo>
                    <a:pt x="8882464" y="925667"/>
                  </a:lnTo>
                  <a:lnTo>
                    <a:pt x="8825060" y="936432"/>
                  </a:lnTo>
                  <a:lnTo>
                    <a:pt x="8767610" y="947289"/>
                  </a:lnTo>
                  <a:lnTo>
                    <a:pt x="8710186" y="958093"/>
                  </a:lnTo>
                  <a:lnTo>
                    <a:pt x="8652851" y="968700"/>
                  </a:lnTo>
                  <a:lnTo>
                    <a:pt x="8595633" y="978979"/>
                  </a:lnTo>
                  <a:lnTo>
                    <a:pt x="8538500" y="988813"/>
                  </a:lnTo>
                  <a:lnTo>
                    <a:pt x="8481343" y="998112"/>
                  </a:lnTo>
                  <a:lnTo>
                    <a:pt x="8423950" y="1006806"/>
                  </a:lnTo>
                  <a:lnTo>
                    <a:pt x="8365989" y="1014855"/>
                  </a:lnTo>
                  <a:lnTo>
                    <a:pt x="8306986" y="1022239"/>
                  </a:lnTo>
                  <a:lnTo>
                    <a:pt x="8246288" y="1028965"/>
                  </a:lnTo>
                  <a:lnTo>
                    <a:pt x="8229629" y="1030658"/>
                  </a:lnTo>
                  <a:lnTo>
                    <a:pt x="8177702" y="1035521"/>
                  </a:lnTo>
                  <a:lnTo>
                    <a:pt x="8123319" y="1039961"/>
                  </a:lnTo>
                  <a:lnTo>
                    <a:pt x="8065795" y="1043994"/>
                  </a:lnTo>
                  <a:lnTo>
                    <a:pt x="8004376" y="1047649"/>
                  </a:lnTo>
                  <a:lnTo>
                    <a:pt x="7938281" y="1050960"/>
                  </a:lnTo>
                  <a:lnTo>
                    <a:pt x="7866747" y="1053964"/>
                  </a:lnTo>
                  <a:lnTo>
                    <a:pt x="7789076" y="1056693"/>
                  </a:lnTo>
                  <a:lnTo>
                    <a:pt x="7704708" y="1059177"/>
                  </a:lnTo>
                  <a:lnTo>
                    <a:pt x="7613313" y="1061442"/>
                  </a:lnTo>
                  <a:lnTo>
                    <a:pt x="7514907" y="1063504"/>
                  </a:lnTo>
                  <a:lnTo>
                    <a:pt x="7409997" y="1065379"/>
                  </a:lnTo>
                  <a:lnTo>
                    <a:pt x="7299722" y="1067071"/>
                  </a:lnTo>
                  <a:lnTo>
                    <a:pt x="7185983" y="1068584"/>
                  </a:lnTo>
                  <a:lnTo>
                    <a:pt x="7071494" y="1069916"/>
                  </a:lnTo>
                  <a:lnTo>
                    <a:pt x="6959720" y="1071062"/>
                  </a:lnTo>
                  <a:lnTo>
                    <a:pt x="6854625" y="1072019"/>
                  </a:lnTo>
                  <a:lnTo>
                    <a:pt x="6760252" y="1072788"/>
                  </a:lnTo>
                  <a:lnTo>
                    <a:pt x="6680154" y="1073376"/>
                  </a:lnTo>
                  <a:lnTo>
                    <a:pt x="6616801" y="1073797"/>
                  </a:lnTo>
                  <a:lnTo>
                    <a:pt x="6571116" y="1074073"/>
                  </a:lnTo>
                  <a:lnTo>
                    <a:pt x="6542228" y="1074232"/>
                  </a:lnTo>
                  <a:lnTo>
                    <a:pt x="6527503" y="1074306"/>
                  </a:lnTo>
                  <a:lnTo>
                    <a:pt x="6522734" y="1074328"/>
                  </a:lnTo>
                  <a:lnTo>
                    <a:pt x="6522385" y="1074329"/>
                  </a:lnTo>
                  <a:lnTo>
                    <a:pt x="5527445" y="1074329"/>
                  </a:lnTo>
                  <a:lnTo>
                    <a:pt x="5526318" y="1074309"/>
                  </a:lnTo>
                  <a:lnTo>
                    <a:pt x="5518877" y="1074164"/>
                  </a:lnTo>
                  <a:lnTo>
                    <a:pt x="5500018" y="1073764"/>
                  </a:lnTo>
                  <a:lnTo>
                    <a:pt x="5466043" y="1072974"/>
                  </a:lnTo>
                  <a:lnTo>
                    <a:pt x="5414883" y="1071670"/>
                  </a:lnTo>
                  <a:lnTo>
                    <a:pt x="5346250" y="1069742"/>
                  </a:lnTo>
                  <a:lnTo>
                    <a:pt x="5261579" y="1067111"/>
                  </a:lnTo>
                  <a:lnTo>
                    <a:pt x="5163718" y="1063728"/>
                  </a:lnTo>
                  <a:lnTo>
                    <a:pt x="5056408" y="1059575"/>
                  </a:lnTo>
                  <a:lnTo>
                    <a:pt x="4943692" y="1054655"/>
                  </a:lnTo>
                  <a:lnTo>
                    <a:pt x="4829390" y="1048984"/>
                  </a:lnTo>
                  <a:lnTo>
                    <a:pt x="4716730" y="1042577"/>
                  </a:lnTo>
                  <a:lnTo>
                    <a:pt x="4608167" y="1035436"/>
                  </a:lnTo>
                  <a:lnTo>
                    <a:pt x="4505350" y="1027548"/>
                  </a:lnTo>
                  <a:lnTo>
                    <a:pt x="4409212" y="1018878"/>
                  </a:lnTo>
                  <a:lnTo>
                    <a:pt x="4320096" y="1009367"/>
                  </a:lnTo>
                  <a:lnTo>
                    <a:pt x="4237908" y="998931"/>
                  </a:lnTo>
                  <a:lnTo>
                    <a:pt x="4162241" y="987464"/>
                  </a:lnTo>
                  <a:lnTo>
                    <a:pt x="4092494" y="974841"/>
                  </a:lnTo>
                  <a:lnTo>
                    <a:pt x="4027949" y="960923"/>
                  </a:lnTo>
                  <a:lnTo>
                    <a:pt x="3967840" y="945562"/>
                  </a:lnTo>
                  <a:lnTo>
                    <a:pt x="3911395" y="928622"/>
                  </a:lnTo>
                  <a:lnTo>
                    <a:pt x="3857881" y="909996"/>
                  </a:lnTo>
                  <a:lnTo>
                    <a:pt x="3820202" y="895274"/>
                  </a:lnTo>
                  <a:lnTo>
                    <a:pt x="3763542" y="870568"/>
                  </a:lnTo>
                  <a:lnTo>
                    <a:pt x="3708557" y="843580"/>
                  </a:lnTo>
                  <a:lnTo>
                    <a:pt x="3654674" y="814270"/>
                  </a:lnTo>
                  <a:lnTo>
                    <a:pt x="3601457" y="782660"/>
                  </a:lnTo>
                  <a:lnTo>
                    <a:pt x="3548588" y="748843"/>
                  </a:lnTo>
                  <a:lnTo>
                    <a:pt x="3495846" y="712986"/>
                  </a:lnTo>
                  <a:lnTo>
                    <a:pt x="3443091" y="675333"/>
                  </a:lnTo>
                  <a:lnTo>
                    <a:pt x="3390252" y="636201"/>
                  </a:lnTo>
                  <a:lnTo>
                    <a:pt x="3337314" y="595972"/>
                  </a:lnTo>
                  <a:lnTo>
                    <a:pt x="3284301" y="555075"/>
                  </a:lnTo>
                  <a:lnTo>
                    <a:pt x="3231264" y="513973"/>
                  </a:lnTo>
                  <a:lnTo>
                    <a:pt x="3178259" y="473137"/>
                  </a:lnTo>
                  <a:lnTo>
                    <a:pt x="3125333" y="433025"/>
                  </a:lnTo>
                  <a:lnTo>
                    <a:pt x="3072506" y="394064"/>
                  </a:lnTo>
                  <a:lnTo>
                    <a:pt x="3019758" y="356626"/>
                  </a:lnTo>
                  <a:lnTo>
                    <a:pt x="2967009" y="321019"/>
                  </a:lnTo>
                  <a:lnTo>
                    <a:pt x="2914110" y="287478"/>
                  </a:lnTo>
                  <a:lnTo>
                    <a:pt x="2860827" y="256160"/>
                  </a:lnTo>
                  <a:lnTo>
                    <a:pt x="2806829" y="227148"/>
                  </a:lnTo>
                  <a:lnTo>
                    <a:pt x="2751664" y="200457"/>
                  </a:lnTo>
                  <a:lnTo>
                    <a:pt x="2702183" y="179054"/>
                  </a:lnTo>
                  <a:lnTo>
                    <a:pt x="2650393" y="159165"/>
                  </a:lnTo>
                  <a:lnTo>
                    <a:pt x="2596160" y="140999"/>
                  </a:lnTo>
                  <a:lnTo>
                    <a:pt x="2538806" y="124495"/>
                  </a:lnTo>
                  <a:lnTo>
                    <a:pt x="2477583" y="109536"/>
                  </a:lnTo>
                  <a:lnTo>
                    <a:pt x="2411717" y="95979"/>
                  </a:lnTo>
                  <a:lnTo>
                    <a:pt x="2340448" y="83680"/>
                  </a:lnTo>
                  <a:lnTo>
                    <a:pt x="2263084" y="72501"/>
                  </a:lnTo>
                  <a:lnTo>
                    <a:pt x="2179065" y="62323"/>
                  </a:lnTo>
                  <a:lnTo>
                    <a:pt x="2088059" y="53045"/>
                  </a:lnTo>
                  <a:lnTo>
                    <a:pt x="1990074" y="44589"/>
                  </a:lnTo>
                  <a:lnTo>
                    <a:pt x="1885596" y="36905"/>
                  </a:lnTo>
                  <a:lnTo>
                    <a:pt x="1775738" y="29961"/>
                  </a:lnTo>
                  <a:lnTo>
                    <a:pt x="1662363" y="23750"/>
                  </a:lnTo>
                  <a:lnTo>
                    <a:pt x="1548140" y="18279"/>
                  </a:lnTo>
                  <a:lnTo>
                    <a:pt x="1436482" y="13564"/>
                  </a:lnTo>
                  <a:lnTo>
                    <a:pt x="1331313" y="9618"/>
                  </a:lnTo>
                  <a:lnTo>
                    <a:pt x="1236651" y="6440"/>
                  </a:lnTo>
                  <a:lnTo>
                    <a:pt x="1156055" y="4003"/>
                  </a:lnTo>
                  <a:lnTo>
                    <a:pt x="1092037" y="2252"/>
                  </a:lnTo>
                  <a:lnTo>
                    <a:pt x="1045592" y="1097"/>
                  </a:lnTo>
                  <a:lnTo>
                    <a:pt x="1015948" y="425"/>
                  </a:lnTo>
                  <a:lnTo>
                    <a:pt x="1000578" y="106"/>
                  </a:lnTo>
                  <a:lnTo>
                    <a:pt x="995387" y="7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65" name="pl264"/>
            <p:cNvSpPr/>
            <p:nvPr/>
          </p:nvSpPr>
          <p:spPr>
            <a:xfrm>
              <a:off x="1199187" y="2237586"/>
              <a:ext cx="12049831" cy="1074329"/>
            </a:xfrm>
            <a:custGeom>
              <a:avLst/>
              <a:pathLst>
                <a:path w="12049831" h="1074329">
                  <a:moveTo>
                    <a:pt x="0" y="0"/>
                  </a:moveTo>
                  <a:lnTo>
                    <a:pt x="994940" y="0"/>
                  </a:lnTo>
                  <a:lnTo>
                    <a:pt x="996067" y="20"/>
                  </a:lnTo>
                  <a:lnTo>
                    <a:pt x="1003508" y="165"/>
                  </a:lnTo>
                  <a:lnTo>
                    <a:pt x="1022367" y="565"/>
                  </a:lnTo>
                  <a:lnTo>
                    <a:pt x="1056342" y="1355"/>
                  </a:lnTo>
                  <a:lnTo>
                    <a:pt x="1107502" y="2659"/>
                  </a:lnTo>
                  <a:lnTo>
                    <a:pt x="1176135" y="4587"/>
                  </a:lnTo>
                  <a:lnTo>
                    <a:pt x="1260806" y="7218"/>
                  </a:lnTo>
                  <a:lnTo>
                    <a:pt x="1358667" y="10601"/>
                  </a:lnTo>
                  <a:lnTo>
                    <a:pt x="1465977" y="14754"/>
                  </a:lnTo>
                  <a:lnTo>
                    <a:pt x="1578693" y="19674"/>
                  </a:lnTo>
                  <a:lnTo>
                    <a:pt x="1692995" y="25345"/>
                  </a:lnTo>
                  <a:lnTo>
                    <a:pt x="1805655" y="31752"/>
                  </a:lnTo>
                  <a:lnTo>
                    <a:pt x="1914218" y="38893"/>
                  </a:lnTo>
                  <a:lnTo>
                    <a:pt x="2017035" y="46781"/>
                  </a:lnTo>
                  <a:lnTo>
                    <a:pt x="2113173" y="55451"/>
                  </a:lnTo>
                  <a:lnTo>
                    <a:pt x="2202289" y="64962"/>
                  </a:lnTo>
                  <a:lnTo>
                    <a:pt x="2284477" y="75398"/>
                  </a:lnTo>
                  <a:lnTo>
                    <a:pt x="2360144" y="86865"/>
                  </a:lnTo>
                  <a:lnTo>
                    <a:pt x="2429891" y="99488"/>
                  </a:lnTo>
                  <a:lnTo>
                    <a:pt x="2494436" y="113406"/>
                  </a:lnTo>
                  <a:lnTo>
                    <a:pt x="2554545" y="128767"/>
                  </a:lnTo>
                  <a:lnTo>
                    <a:pt x="2610990" y="145707"/>
                  </a:lnTo>
                  <a:lnTo>
                    <a:pt x="2664504" y="164333"/>
                  </a:lnTo>
                  <a:lnTo>
                    <a:pt x="2702183" y="179054"/>
                  </a:lnTo>
                  <a:lnTo>
                    <a:pt x="2758843" y="203761"/>
                  </a:lnTo>
                  <a:lnTo>
                    <a:pt x="2813828" y="230749"/>
                  </a:lnTo>
                  <a:lnTo>
                    <a:pt x="2867711" y="260059"/>
                  </a:lnTo>
                  <a:lnTo>
                    <a:pt x="2920928" y="291669"/>
                  </a:lnTo>
                  <a:lnTo>
                    <a:pt x="2973797" y="325486"/>
                  </a:lnTo>
                  <a:lnTo>
                    <a:pt x="3026539" y="361343"/>
                  </a:lnTo>
                  <a:lnTo>
                    <a:pt x="3079294" y="398996"/>
                  </a:lnTo>
                  <a:lnTo>
                    <a:pt x="3132133" y="438128"/>
                  </a:lnTo>
                  <a:lnTo>
                    <a:pt x="3185071" y="478357"/>
                  </a:lnTo>
                  <a:lnTo>
                    <a:pt x="3238084" y="519254"/>
                  </a:lnTo>
                  <a:lnTo>
                    <a:pt x="3291121" y="560356"/>
                  </a:lnTo>
                  <a:lnTo>
                    <a:pt x="3344126" y="601192"/>
                  </a:lnTo>
                  <a:lnTo>
                    <a:pt x="3397052" y="641304"/>
                  </a:lnTo>
                  <a:lnTo>
                    <a:pt x="3449879" y="680265"/>
                  </a:lnTo>
                  <a:lnTo>
                    <a:pt x="3502627" y="717703"/>
                  </a:lnTo>
                  <a:lnTo>
                    <a:pt x="3555376" y="753310"/>
                  </a:lnTo>
                  <a:lnTo>
                    <a:pt x="3608275" y="786851"/>
                  </a:lnTo>
                  <a:lnTo>
                    <a:pt x="3661558" y="818169"/>
                  </a:lnTo>
                  <a:lnTo>
                    <a:pt x="3715556" y="847181"/>
                  </a:lnTo>
                  <a:lnTo>
                    <a:pt x="3770721" y="873872"/>
                  </a:lnTo>
                  <a:lnTo>
                    <a:pt x="3820202" y="895274"/>
                  </a:lnTo>
                  <a:lnTo>
                    <a:pt x="3871992" y="915164"/>
                  </a:lnTo>
                  <a:lnTo>
                    <a:pt x="3926225" y="933330"/>
                  </a:lnTo>
                  <a:lnTo>
                    <a:pt x="3983579" y="949834"/>
                  </a:lnTo>
                  <a:lnTo>
                    <a:pt x="4044802" y="964793"/>
                  </a:lnTo>
                  <a:lnTo>
                    <a:pt x="4110668" y="978350"/>
                  </a:lnTo>
                  <a:lnTo>
                    <a:pt x="4181937" y="990649"/>
                  </a:lnTo>
                  <a:lnTo>
                    <a:pt x="4259301" y="1001828"/>
                  </a:lnTo>
                  <a:lnTo>
                    <a:pt x="4343320" y="1012006"/>
                  </a:lnTo>
                  <a:lnTo>
                    <a:pt x="4434326" y="1021284"/>
                  </a:lnTo>
                  <a:lnTo>
                    <a:pt x="4532311" y="1029740"/>
                  </a:lnTo>
                  <a:lnTo>
                    <a:pt x="4636789" y="1037424"/>
                  </a:lnTo>
                  <a:lnTo>
                    <a:pt x="4746647" y="1044368"/>
                  </a:lnTo>
                  <a:lnTo>
                    <a:pt x="4860022" y="1050579"/>
                  </a:lnTo>
                  <a:lnTo>
                    <a:pt x="4974245" y="1056050"/>
                  </a:lnTo>
                  <a:lnTo>
                    <a:pt x="5085903" y="1060765"/>
                  </a:lnTo>
                  <a:lnTo>
                    <a:pt x="5191072" y="1064711"/>
                  </a:lnTo>
                  <a:lnTo>
                    <a:pt x="5285734" y="1067889"/>
                  </a:lnTo>
                  <a:lnTo>
                    <a:pt x="5366330" y="1070326"/>
                  </a:lnTo>
                  <a:lnTo>
                    <a:pt x="5430348" y="1072077"/>
                  </a:lnTo>
                  <a:lnTo>
                    <a:pt x="5476793" y="1073232"/>
                  </a:lnTo>
                  <a:lnTo>
                    <a:pt x="5506437" y="1073904"/>
                  </a:lnTo>
                  <a:lnTo>
                    <a:pt x="5521807" y="1074223"/>
                  </a:lnTo>
                  <a:lnTo>
                    <a:pt x="5526998" y="1074322"/>
                  </a:lnTo>
                  <a:lnTo>
                    <a:pt x="5527445" y="1074329"/>
                  </a:lnTo>
                  <a:lnTo>
                    <a:pt x="6522385" y="1074329"/>
                  </a:lnTo>
                  <a:lnTo>
                    <a:pt x="6523521" y="1074324"/>
                  </a:lnTo>
                  <a:lnTo>
                    <a:pt x="6531017" y="1074289"/>
                  </a:lnTo>
                  <a:lnTo>
                    <a:pt x="6550013" y="1074190"/>
                  </a:lnTo>
                  <a:lnTo>
                    <a:pt x="6584225" y="1073996"/>
                  </a:lnTo>
                  <a:lnTo>
                    <a:pt x="6635721" y="1073676"/>
                  </a:lnTo>
                  <a:lnTo>
                    <a:pt x="6704773" y="1073202"/>
                  </a:lnTo>
                  <a:lnTo>
                    <a:pt x="6789909" y="1072556"/>
                  </a:lnTo>
                  <a:lnTo>
                    <a:pt x="6888241" y="1071725"/>
                  </a:lnTo>
                  <a:lnTo>
                    <a:pt x="6995989" y="1070705"/>
                  </a:lnTo>
                  <a:lnTo>
                    <a:pt x="7109077" y="1069498"/>
                  </a:lnTo>
                  <a:lnTo>
                    <a:pt x="7223668" y="1068106"/>
                  </a:lnTo>
                  <a:lnTo>
                    <a:pt x="7336526" y="1066534"/>
                  </a:lnTo>
                  <a:lnTo>
                    <a:pt x="7445206" y="1064782"/>
                  </a:lnTo>
                  <a:lnTo>
                    <a:pt x="7548066" y="1062847"/>
                  </a:lnTo>
                  <a:lnTo>
                    <a:pt x="7644192" y="1060719"/>
                  </a:lnTo>
                  <a:lnTo>
                    <a:pt x="7733255" y="1058385"/>
                  </a:lnTo>
                  <a:lnTo>
                    <a:pt x="7815368" y="1055823"/>
                  </a:lnTo>
                  <a:lnTo>
                    <a:pt x="7890948" y="1053007"/>
                  </a:lnTo>
                  <a:lnTo>
                    <a:pt x="7960609" y="1049906"/>
                  </a:lnTo>
                  <a:lnTo>
                    <a:pt x="8025078" y="1046485"/>
                  </a:lnTo>
                  <a:lnTo>
                    <a:pt x="8085130" y="1042710"/>
                  </a:lnTo>
                  <a:lnTo>
                    <a:pt x="8141539" y="1038545"/>
                  </a:lnTo>
                  <a:lnTo>
                    <a:pt x="8195041" y="1033966"/>
                  </a:lnTo>
                  <a:lnTo>
                    <a:pt x="8229629" y="1030658"/>
                  </a:lnTo>
                  <a:lnTo>
                    <a:pt x="8290919" y="1024105"/>
                  </a:lnTo>
                  <a:lnTo>
                    <a:pt x="8350305" y="1016899"/>
                  </a:lnTo>
                  <a:lnTo>
                    <a:pt x="8408491" y="1009028"/>
                  </a:lnTo>
                  <a:lnTo>
                    <a:pt x="8465998" y="1000503"/>
                  </a:lnTo>
                  <a:lnTo>
                    <a:pt x="8523194" y="991361"/>
                  </a:lnTo>
                  <a:lnTo>
                    <a:pt x="8580318" y="981662"/>
                  </a:lnTo>
                  <a:lnTo>
                    <a:pt x="8637508" y="971492"/>
                  </a:lnTo>
                  <a:lnTo>
                    <a:pt x="8694812" y="960960"/>
                  </a:lnTo>
                  <a:lnTo>
                    <a:pt x="8752217" y="950195"/>
                  </a:lnTo>
                  <a:lnTo>
                    <a:pt x="8809667" y="939338"/>
                  </a:lnTo>
                  <a:lnTo>
                    <a:pt x="8867090" y="928534"/>
                  </a:lnTo>
                  <a:lnTo>
                    <a:pt x="8924425" y="917927"/>
                  </a:lnTo>
                  <a:lnTo>
                    <a:pt x="8981644" y="907649"/>
                  </a:lnTo>
                  <a:lnTo>
                    <a:pt x="9038776" y="897814"/>
                  </a:lnTo>
                  <a:lnTo>
                    <a:pt x="9095934" y="888515"/>
                  </a:lnTo>
                  <a:lnTo>
                    <a:pt x="9153327" y="879821"/>
                  </a:lnTo>
                  <a:lnTo>
                    <a:pt x="9211287" y="871773"/>
                  </a:lnTo>
                  <a:lnTo>
                    <a:pt x="9270291" y="864388"/>
                  </a:lnTo>
                  <a:lnTo>
                    <a:pt x="9330989" y="857663"/>
                  </a:lnTo>
                  <a:lnTo>
                    <a:pt x="9347647" y="855970"/>
                  </a:lnTo>
                  <a:lnTo>
                    <a:pt x="9399574" y="851107"/>
                  </a:lnTo>
                  <a:lnTo>
                    <a:pt x="9453957" y="846666"/>
                  </a:lnTo>
                  <a:lnTo>
                    <a:pt x="9511481" y="842633"/>
                  </a:lnTo>
                  <a:lnTo>
                    <a:pt x="9572901" y="838978"/>
                  </a:lnTo>
                  <a:lnTo>
                    <a:pt x="9638995" y="835667"/>
                  </a:lnTo>
                  <a:lnTo>
                    <a:pt x="9710530" y="832664"/>
                  </a:lnTo>
                  <a:lnTo>
                    <a:pt x="9788201" y="829934"/>
                  </a:lnTo>
                  <a:lnTo>
                    <a:pt x="9872569" y="827450"/>
                  </a:lnTo>
                  <a:lnTo>
                    <a:pt x="9963964" y="825186"/>
                  </a:lnTo>
                  <a:lnTo>
                    <a:pt x="10062369" y="823123"/>
                  </a:lnTo>
                  <a:lnTo>
                    <a:pt x="10167279" y="821249"/>
                  </a:lnTo>
                  <a:lnTo>
                    <a:pt x="10277555" y="819556"/>
                  </a:lnTo>
                  <a:lnTo>
                    <a:pt x="10391294" y="818043"/>
                  </a:lnTo>
                  <a:lnTo>
                    <a:pt x="10505782" y="816712"/>
                  </a:lnTo>
                  <a:lnTo>
                    <a:pt x="10617557" y="815566"/>
                  </a:lnTo>
                  <a:lnTo>
                    <a:pt x="10722651" y="814608"/>
                  </a:lnTo>
                  <a:lnTo>
                    <a:pt x="10817024" y="813839"/>
                  </a:lnTo>
                  <a:lnTo>
                    <a:pt x="10897123" y="813251"/>
                  </a:lnTo>
                  <a:lnTo>
                    <a:pt x="10960475" y="812830"/>
                  </a:lnTo>
                  <a:lnTo>
                    <a:pt x="11006161" y="812554"/>
                  </a:lnTo>
                  <a:lnTo>
                    <a:pt x="11035048" y="812395"/>
                  </a:lnTo>
                  <a:lnTo>
                    <a:pt x="11049773" y="812321"/>
                  </a:lnTo>
                  <a:lnTo>
                    <a:pt x="11054542" y="812299"/>
                  </a:lnTo>
                  <a:lnTo>
                    <a:pt x="11054891" y="812298"/>
                  </a:lnTo>
                  <a:lnTo>
                    <a:pt x="12049831" y="812298"/>
                  </a:lnTo>
                  <a:lnTo>
                    <a:pt x="12049831" y="8122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6" name="pl265"/>
            <p:cNvSpPr/>
            <p:nvPr/>
          </p:nvSpPr>
          <p:spPr>
            <a:xfrm>
              <a:off x="1199187" y="2232345"/>
              <a:ext cx="12049831" cy="1074329"/>
            </a:xfrm>
            <a:custGeom>
              <a:avLst/>
              <a:pathLst>
                <a:path w="12049831" h="1074329">
                  <a:moveTo>
                    <a:pt x="12049831" y="812298"/>
                  </a:moveTo>
                  <a:lnTo>
                    <a:pt x="11054891" y="812298"/>
                  </a:lnTo>
                  <a:lnTo>
                    <a:pt x="11053755" y="812303"/>
                  </a:lnTo>
                  <a:lnTo>
                    <a:pt x="11046259" y="812338"/>
                  </a:lnTo>
                  <a:lnTo>
                    <a:pt x="11027263" y="812437"/>
                  </a:lnTo>
                  <a:lnTo>
                    <a:pt x="10993052" y="812631"/>
                  </a:lnTo>
                  <a:lnTo>
                    <a:pt x="10941555" y="812951"/>
                  </a:lnTo>
                  <a:lnTo>
                    <a:pt x="10872504" y="813425"/>
                  </a:lnTo>
                  <a:lnTo>
                    <a:pt x="10787367" y="814072"/>
                  </a:lnTo>
                  <a:lnTo>
                    <a:pt x="10689035" y="814903"/>
                  </a:lnTo>
                  <a:lnTo>
                    <a:pt x="10581288" y="815922"/>
                  </a:lnTo>
                  <a:lnTo>
                    <a:pt x="10468199" y="817130"/>
                  </a:lnTo>
                  <a:lnTo>
                    <a:pt x="10353609" y="818521"/>
                  </a:lnTo>
                  <a:lnTo>
                    <a:pt x="10240750" y="820094"/>
                  </a:lnTo>
                  <a:lnTo>
                    <a:pt x="10132071" y="821845"/>
                  </a:lnTo>
                  <a:lnTo>
                    <a:pt x="10029211" y="823781"/>
                  </a:lnTo>
                  <a:lnTo>
                    <a:pt x="9933085" y="825908"/>
                  </a:lnTo>
                  <a:lnTo>
                    <a:pt x="9844022" y="828243"/>
                  </a:lnTo>
                  <a:lnTo>
                    <a:pt x="9761909" y="830805"/>
                  </a:lnTo>
                  <a:lnTo>
                    <a:pt x="9686329" y="833621"/>
                  </a:lnTo>
                  <a:lnTo>
                    <a:pt x="9616667" y="836722"/>
                  </a:lnTo>
                  <a:lnTo>
                    <a:pt x="9552198" y="840142"/>
                  </a:lnTo>
                  <a:lnTo>
                    <a:pt x="9492147" y="843918"/>
                  </a:lnTo>
                  <a:lnTo>
                    <a:pt x="9435738" y="848082"/>
                  </a:lnTo>
                  <a:lnTo>
                    <a:pt x="9382235" y="852661"/>
                  </a:lnTo>
                  <a:lnTo>
                    <a:pt x="9347647" y="855970"/>
                  </a:lnTo>
                  <a:lnTo>
                    <a:pt x="9286357" y="862522"/>
                  </a:lnTo>
                  <a:lnTo>
                    <a:pt x="9226972" y="869729"/>
                  </a:lnTo>
                  <a:lnTo>
                    <a:pt x="9168785" y="877600"/>
                  </a:lnTo>
                  <a:lnTo>
                    <a:pt x="9111278" y="886124"/>
                  </a:lnTo>
                  <a:lnTo>
                    <a:pt x="9054083" y="895266"/>
                  </a:lnTo>
                  <a:lnTo>
                    <a:pt x="8996958" y="904966"/>
                  </a:lnTo>
                  <a:lnTo>
                    <a:pt x="8939769" y="915136"/>
                  </a:lnTo>
                  <a:lnTo>
                    <a:pt x="8882464" y="925667"/>
                  </a:lnTo>
                  <a:lnTo>
                    <a:pt x="8825060" y="936432"/>
                  </a:lnTo>
                  <a:lnTo>
                    <a:pt x="8767610" y="947289"/>
                  </a:lnTo>
                  <a:lnTo>
                    <a:pt x="8710186" y="958093"/>
                  </a:lnTo>
                  <a:lnTo>
                    <a:pt x="8652851" y="968700"/>
                  </a:lnTo>
                  <a:lnTo>
                    <a:pt x="8595633" y="978979"/>
                  </a:lnTo>
                  <a:lnTo>
                    <a:pt x="8538500" y="988813"/>
                  </a:lnTo>
                  <a:lnTo>
                    <a:pt x="8481343" y="998112"/>
                  </a:lnTo>
                  <a:lnTo>
                    <a:pt x="8423950" y="1006806"/>
                  </a:lnTo>
                  <a:lnTo>
                    <a:pt x="8365989" y="1014855"/>
                  </a:lnTo>
                  <a:lnTo>
                    <a:pt x="8306986" y="1022239"/>
                  </a:lnTo>
                  <a:lnTo>
                    <a:pt x="8246288" y="1028965"/>
                  </a:lnTo>
                  <a:lnTo>
                    <a:pt x="8229629" y="1030658"/>
                  </a:lnTo>
                  <a:lnTo>
                    <a:pt x="8177702" y="1035521"/>
                  </a:lnTo>
                  <a:lnTo>
                    <a:pt x="8123319" y="1039961"/>
                  </a:lnTo>
                  <a:lnTo>
                    <a:pt x="8065795" y="1043994"/>
                  </a:lnTo>
                  <a:lnTo>
                    <a:pt x="8004376" y="1047649"/>
                  </a:lnTo>
                  <a:lnTo>
                    <a:pt x="7938281" y="1050960"/>
                  </a:lnTo>
                  <a:lnTo>
                    <a:pt x="7866747" y="1053964"/>
                  </a:lnTo>
                  <a:lnTo>
                    <a:pt x="7789076" y="1056693"/>
                  </a:lnTo>
                  <a:lnTo>
                    <a:pt x="7704708" y="1059177"/>
                  </a:lnTo>
                  <a:lnTo>
                    <a:pt x="7613313" y="1061442"/>
                  </a:lnTo>
                  <a:lnTo>
                    <a:pt x="7514907" y="1063504"/>
                  </a:lnTo>
                  <a:lnTo>
                    <a:pt x="7409997" y="1065379"/>
                  </a:lnTo>
                  <a:lnTo>
                    <a:pt x="7299722" y="1067071"/>
                  </a:lnTo>
                  <a:lnTo>
                    <a:pt x="7185983" y="1068584"/>
                  </a:lnTo>
                  <a:lnTo>
                    <a:pt x="7071494" y="1069916"/>
                  </a:lnTo>
                  <a:lnTo>
                    <a:pt x="6959720" y="1071062"/>
                  </a:lnTo>
                  <a:lnTo>
                    <a:pt x="6854625" y="1072019"/>
                  </a:lnTo>
                  <a:lnTo>
                    <a:pt x="6760252" y="1072788"/>
                  </a:lnTo>
                  <a:lnTo>
                    <a:pt x="6680154" y="1073376"/>
                  </a:lnTo>
                  <a:lnTo>
                    <a:pt x="6616801" y="1073797"/>
                  </a:lnTo>
                  <a:lnTo>
                    <a:pt x="6571116" y="1074073"/>
                  </a:lnTo>
                  <a:lnTo>
                    <a:pt x="6542228" y="1074232"/>
                  </a:lnTo>
                  <a:lnTo>
                    <a:pt x="6527503" y="1074306"/>
                  </a:lnTo>
                  <a:lnTo>
                    <a:pt x="6522734" y="1074328"/>
                  </a:lnTo>
                  <a:lnTo>
                    <a:pt x="6522385" y="1074329"/>
                  </a:lnTo>
                  <a:lnTo>
                    <a:pt x="5527445" y="1074329"/>
                  </a:lnTo>
                  <a:lnTo>
                    <a:pt x="5526318" y="1074309"/>
                  </a:lnTo>
                  <a:lnTo>
                    <a:pt x="5518877" y="1074164"/>
                  </a:lnTo>
                  <a:lnTo>
                    <a:pt x="5500018" y="1073764"/>
                  </a:lnTo>
                  <a:lnTo>
                    <a:pt x="5466043" y="1072974"/>
                  </a:lnTo>
                  <a:lnTo>
                    <a:pt x="5414883" y="1071670"/>
                  </a:lnTo>
                  <a:lnTo>
                    <a:pt x="5346250" y="1069742"/>
                  </a:lnTo>
                  <a:lnTo>
                    <a:pt x="5261579" y="1067111"/>
                  </a:lnTo>
                  <a:lnTo>
                    <a:pt x="5163718" y="1063728"/>
                  </a:lnTo>
                  <a:lnTo>
                    <a:pt x="5056408" y="1059575"/>
                  </a:lnTo>
                  <a:lnTo>
                    <a:pt x="4943692" y="1054655"/>
                  </a:lnTo>
                  <a:lnTo>
                    <a:pt x="4829390" y="1048984"/>
                  </a:lnTo>
                  <a:lnTo>
                    <a:pt x="4716730" y="1042577"/>
                  </a:lnTo>
                  <a:lnTo>
                    <a:pt x="4608167" y="1035436"/>
                  </a:lnTo>
                  <a:lnTo>
                    <a:pt x="4505350" y="1027548"/>
                  </a:lnTo>
                  <a:lnTo>
                    <a:pt x="4409212" y="1018878"/>
                  </a:lnTo>
                  <a:lnTo>
                    <a:pt x="4320096" y="1009367"/>
                  </a:lnTo>
                  <a:lnTo>
                    <a:pt x="4237908" y="998931"/>
                  </a:lnTo>
                  <a:lnTo>
                    <a:pt x="4162241" y="987464"/>
                  </a:lnTo>
                  <a:lnTo>
                    <a:pt x="4092494" y="974841"/>
                  </a:lnTo>
                  <a:lnTo>
                    <a:pt x="4027949" y="960923"/>
                  </a:lnTo>
                  <a:lnTo>
                    <a:pt x="3967840" y="945562"/>
                  </a:lnTo>
                  <a:lnTo>
                    <a:pt x="3911395" y="928622"/>
                  </a:lnTo>
                  <a:lnTo>
                    <a:pt x="3857881" y="909996"/>
                  </a:lnTo>
                  <a:lnTo>
                    <a:pt x="3820202" y="895274"/>
                  </a:lnTo>
                  <a:lnTo>
                    <a:pt x="3763542" y="870568"/>
                  </a:lnTo>
                  <a:lnTo>
                    <a:pt x="3708557" y="843580"/>
                  </a:lnTo>
                  <a:lnTo>
                    <a:pt x="3654674" y="814270"/>
                  </a:lnTo>
                  <a:lnTo>
                    <a:pt x="3601457" y="782660"/>
                  </a:lnTo>
                  <a:lnTo>
                    <a:pt x="3548588" y="748843"/>
                  </a:lnTo>
                  <a:lnTo>
                    <a:pt x="3495846" y="712986"/>
                  </a:lnTo>
                  <a:lnTo>
                    <a:pt x="3443091" y="675333"/>
                  </a:lnTo>
                  <a:lnTo>
                    <a:pt x="3390252" y="636201"/>
                  </a:lnTo>
                  <a:lnTo>
                    <a:pt x="3337314" y="595972"/>
                  </a:lnTo>
                  <a:lnTo>
                    <a:pt x="3284301" y="555075"/>
                  </a:lnTo>
                  <a:lnTo>
                    <a:pt x="3231264" y="513973"/>
                  </a:lnTo>
                  <a:lnTo>
                    <a:pt x="3178259" y="473137"/>
                  </a:lnTo>
                  <a:lnTo>
                    <a:pt x="3125333" y="433025"/>
                  </a:lnTo>
                  <a:lnTo>
                    <a:pt x="3072506" y="394064"/>
                  </a:lnTo>
                  <a:lnTo>
                    <a:pt x="3019758" y="356626"/>
                  </a:lnTo>
                  <a:lnTo>
                    <a:pt x="2967009" y="321019"/>
                  </a:lnTo>
                  <a:lnTo>
                    <a:pt x="2914110" y="287478"/>
                  </a:lnTo>
                  <a:lnTo>
                    <a:pt x="2860827" y="256160"/>
                  </a:lnTo>
                  <a:lnTo>
                    <a:pt x="2806829" y="227148"/>
                  </a:lnTo>
                  <a:lnTo>
                    <a:pt x="2751664" y="200457"/>
                  </a:lnTo>
                  <a:lnTo>
                    <a:pt x="2702183" y="179054"/>
                  </a:lnTo>
                  <a:lnTo>
                    <a:pt x="2650393" y="159165"/>
                  </a:lnTo>
                  <a:lnTo>
                    <a:pt x="2596160" y="140999"/>
                  </a:lnTo>
                  <a:lnTo>
                    <a:pt x="2538806" y="124495"/>
                  </a:lnTo>
                  <a:lnTo>
                    <a:pt x="2477583" y="109536"/>
                  </a:lnTo>
                  <a:lnTo>
                    <a:pt x="2411717" y="95979"/>
                  </a:lnTo>
                  <a:lnTo>
                    <a:pt x="2340448" y="83680"/>
                  </a:lnTo>
                  <a:lnTo>
                    <a:pt x="2263084" y="72501"/>
                  </a:lnTo>
                  <a:lnTo>
                    <a:pt x="2179065" y="62323"/>
                  </a:lnTo>
                  <a:lnTo>
                    <a:pt x="2088059" y="53045"/>
                  </a:lnTo>
                  <a:lnTo>
                    <a:pt x="1990074" y="44589"/>
                  </a:lnTo>
                  <a:lnTo>
                    <a:pt x="1885596" y="36905"/>
                  </a:lnTo>
                  <a:lnTo>
                    <a:pt x="1775738" y="29961"/>
                  </a:lnTo>
                  <a:lnTo>
                    <a:pt x="1662363" y="23750"/>
                  </a:lnTo>
                  <a:lnTo>
                    <a:pt x="1548140" y="18279"/>
                  </a:lnTo>
                  <a:lnTo>
                    <a:pt x="1436482" y="13564"/>
                  </a:lnTo>
                  <a:lnTo>
                    <a:pt x="1331313" y="9618"/>
                  </a:lnTo>
                  <a:lnTo>
                    <a:pt x="1236651" y="6440"/>
                  </a:lnTo>
                  <a:lnTo>
                    <a:pt x="1156055" y="4003"/>
                  </a:lnTo>
                  <a:lnTo>
                    <a:pt x="1092037" y="2252"/>
                  </a:lnTo>
                  <a:lnTo>
                    <a:pt x="1045592" y="1097"/>
                  </a:lnTo>
                  <a:lnTo>
                    <a:pt x="1015948" y="425"/>
                  </a:lnTo>
                  <a:lnTo>
                    <a:pt x="1000578" y="106"/>
                  </a:lnTo>
                  <a:lnTo>
                    <a:pt x="995387" y="7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7" name="pg266"/>
            <p:cNvSpPr/>
            <p:nvPr/>
          </p:nvSpPr>
          <p:spPr>
            <a:xfrm>
              <a:off x="1199187" y="2237586"/>
              <a:ext cx="12049831" cy="1357324"/>
            </a:xfrm>
            <a:custGeom>
              <a:avLst/>
              <a:pathLst>
                <a:path w="12049831" h="1357324">
                  <a:moveTo>
                    <a:pt x="0" y="5240"/>
                  </a:moveTo>
                  <a:lnTo>
                    <a:pt x="994940" y="5240"/>
                  </a:lnTo>
                  <a:lnTo>
                    <a:pt x="996067" y="5261"/>
                  </a:lnTo>
                  <a:lnTo>
                    <a:pt x="1003505" y="5409"/>
                  </a:lnTo>
                  <a:lnTo>
                    <a:pt x="1022359" y="5817"/>
                  </a:lnTo>
                  <a:lnTo>
                    <a:pt x="1056324" y="6621"/>
                  </a:lnTo>
                  <a:lnTo>
                    <a:pt x="1107469" y="7951"/>
                  </a:lnTo>
                  <a:lnTo>
                    <a:pt x="1176086" y="9915"/>
                  </a:lnTo>
                  <a:lnTo>
                    <a:pt x="1260737" y="12597"/>
                  </a:lnTo>
                  <a:lnTo>
                    <a:pt x="1358578" y="16045"/>
                  </a:lnTo>
                  <a:lnTo>
                    <a:pt x="1465870" y="20278"/>
                  </a:lnTo>
                  <a:lnTo>
                    <a:pt x="1578571" y="25293"/>
                  </a:lnTo>
                  <a:lnTo>
                    <a:pt x="1692861" y="31073"/>
                  </a:lnTo>
                  <a:lnTo>
                    <a:pt x="1805512" y="37604"/>
                  </a:lnTo>
                  <a:lnTo>
                    <a:pt x="1914071" y="44882"/>
                  </a:lnTo>
                  <a:lnTo>
                    <a:pt x="2016886" y="52922"/>
                  </a:lnTo>
                  <a:lnTo>
                    <a:pt x="2113024" y="61759"/>
                  </a:lnTo>
                  <a:lnTo>
                    <a:pt x="2202142" y="71453"/>
                  </a:lnTo>
                  <a:lnTo>
                    <a:pt x="2284334" y="82090"/>
                  </a:lnTo>
                  <a:lnTo>
                    <a:pt x="2360004" y="93777"/>
                  </a:lnTo>
                  <a:lnTo>
                    <a:pt x="2429755" y="106642"/>
                  </a:lnTo>
                  <a:lnTo>
                    <a:pt x="2494303" y="120828"/>
                  </a:lnTo>
                  <a:lnTo>
                    <a:pt x="2554414" y="136483"/>
                  </a:lnTo>
                  <a:lnTo>
                    <a:pt x="2610861" y="153748"/>
                  </a:lnTo>
                  <a:lnTo>
                    <a:pt x="2664375" y="172731"/>
                  </a:lnTo>
                  <a:lnTo>
                    <a:pt x="2702183" y="187789"/>
                  </a:lnTo>
                  <a:lnTo>
                    <a:pt x="2758684" y="212902"/>
                  </a:lnTo>
                  <a:lnTo>
                    <a:pt x="2813518" y="240328"/>
                  </a:lnTo>
                  <a:lnTo>
                    <a:pt x="2867255" y="270109"/>
                  </a:lnTo>
                  <a:lnTo>
                    <a:pt x="2920325" y="302221"/>
                  </a:lnTo>
                  <a:lnTo>
                    <a:pt x="2973046" y="336572"/>
                  </a:lnTo>
                  <a:lnTo>
                    <a:pt x="3025638" y="372994"/>
                  </a:lnTo>
                  <a:lnTo>
                    <a:pt x="3078242" y="411241"/>
                  </a:lnTo>
                  <a:lnTo>
                    <a:pt x="3130929" y="450995"/>
                  </a:lnTo>
                  <a:lnTo>
                    <a:pt x="3183714" y="491870"/>
                  </a:lnTo>
                  <a:lnTo>
                    <a:pt x="3236574" y="533434"/>
                  </a:lnTo>
                  <a:lnTo>
                    <a:pt x="3289461" y="575220"/>
                  </a:lnTo>
                  <a:lnTo>
                    <a:pt x="3342317" y="616751"/>
                  </a:lnTo>
                  <a:lnTo>
                    <a:pt x="3395096" y="657563"/>
                  </a:lnTo>
                  <a:lnTo>
                    <a:pt x="3447776" y="697224"/>
                  </a:lnTo>
                  <a:lnTo>
                    <a:pt x="3500376" y="735355"/>
                  </a:lnTo>
                  <a:lnTo>
                    <a:pt x="3552972" y="771641"/>
                  </a:lnTo>
                  <a:lnTo>
                    <a:pt x="3605709" y="805842"/>
                  </a:lnTo>
                  <a:lnTo>
                    <a:pt x="3658814" y="837795"/>
                  </a:lnTo>
                  <a:lnTo>
                    <a:pt x="3712611" y="867413"/>
                  </a:lnTo>
                  <a:lnTo>
                    <a:pt x="3767540" y="894678"/>
                  </a:lnTo>
                  <a:lnTo>
                    <a:pt x="3820202" y="917984"/>
                  </a:lnTo>
                  <a:lnTo>
                    <a:pt x="3871987" y="938259"/>
                  </a:lnTo>
                  <a:lnTo>
                    <a:pt x="3926213" y="956778"/>
                  </a:lnTo>
                  <a:lnTo>
                    <a:pt x="3983560" y="973603"/>
                  </a:lnTo>
                  <a:lnTo>
                    <a:pt x="4044774" y="988853"/>
                  </a:lnTo>
                  <a:lnTo>
                    <a:pt x="4110631" y="1002673"/>
                  </a:lnTo>
                  <a:lnTo>
                    <a:pt x="4181889" y="1015212"/>
                  </a:lnTo>
                  <a:lnTo>
                    <a:pt x="4259241" y="1026608"/>
                  </a:lnTo>
                  <a:lnTo>
                    <a:pt x="4343245" y="1036985"/>
                  </a:lnTo>
                  <a:lnTo>
                    <a:pt x="4434234" y="1046444"/>
                  </a:lnTo>
                  <a:lnTo>
                    <a:pt x="4532203" y="1055064"/>
                  </a:lnTo>
                  <a:lnTo>
                    <a:pt x="4636663" y="1062899"/>
                  </a:lnTo>
                  <a:lnTo>
                    <a:pt x="4746503" y="1069978"/>
                  </a:lnTo>
                  <a:lnTo>
                    <a:pt x="4859862" y="1076310"/>
                  </a:lnTo>
                  <a:lnTo>
                    <a:pt x="4974074" y="1081888"/>
                  </a:lnTo>
                  <a:lnTo>
                    <a:pt x="5085727" y="1086696"/>
                  </a:lnTo>
                  <a:lnTo>
                    <a:pt x="5190899" y="1090720"/>
                  </a:lnTo>
                  <a:lnTo>
                    <a:pt x="5285573" y="1093962"/>
                  </a:lnTo>
                  <a:lnTo>
                    <a:pt x="5366190" y="1096447"/>
                  </a:lnTo>
                  <a:lnTo>
                    <a:pt x="5430235" y="1098233"/>
                  </a:lnTo>
                  <a:lnTo>
                    <a:pt x="5476712" y="1099412"/>
                  </a:lnTo>
                  <a:lnTo>
                    <a:pt x="5506387" y="1100098"/>
                  </a:lnTo>
                  <a:lnTo>
                    <a:pt x="5521784" y="1100423"/>
                  </a:lnTo>
                  <a:lnTo>
                    <a:pt x="5526993" y="1100524"/>
                  </a:lnTo>
                  <a:lnTo>
                    <a:pt x="5527445" y="1100533"/>
                  </a:lnTo>
                  <a:lnTo>
                    <a:pt x="6522385" y="1100533"/>
                  </a:lnTo>
                  <a:lnTo>
                    <a:pt x="6523521" y="1100538"/>
                  </a:lnTo>
                  <a:lnTo>
                    <a:pt x="6531018" y="1100572"/>
                  </a:lnTo>
                  <a:lnTo>
                    <a:pt x="6550014" y="1100669"/>
                  </a:lnTo>
                  <a:lnTo>
                    <a:pt x="6584226" y="1100859"/>
                  </a:lnTo>
                  <a:lnTo>
                    <a:pt x="6635723" y="1101173"/>
                  </a:lnTo>
                  <a:lnTo>
                    <a:pt x="6704776" y="1101638"/>
                  </a:lnTo>
                  <a:lnTo>
                    <a:pt x="6789913" y="1102271"/>
                  </a:lnTo>
                  <a:lnTo>
                    <a:pt x="6888247" y="1103085"/>
                  </a:lnTo>
                  <a:lnTo>
                    <a:pt x="6995995" y="1104085"/>
                  </a:lnTo>
                  <a:lnTo>
                    <a:pt x="7109085" y="1105268"/>
                  </a:lnTo>
                  <a:lnTo>
                    <a:pt x="7223676" y="1106632"/>
                  </a:lnTo>
                  <a:lnTo>
                    <a:pt x="7336535" y="1108173"/>
                  </a:lnTo>
                  <a:lnTo>
                    <a:pt x="7445215" y="1109890"/>
                  </a:lnTo>
                  <a:lnTo>
                    <a:pt x="7548075" y="1111786"/>
                  </a:lnTo>
                  <a:lnTo>
                    <a:pt x="7644201" y="1113871"/>
                  </a:lnTo>
                  <a:lnTo>
                    <a:pt x="7733264" y="1116159"/>
                  </a:lnTo>
                  <a:lnTo>
                    <a:pt x="7815376" y="1118670"/>
                  </a:lnTo>
                  <a:lnTo>
                    <a:pt x="7890956" y="1121429"/>
                  </a:lnTo>
                  <a:lnTo>
                    <a:pt x="7960618" y="1124468"/>
                  </a:lnTo>
                  <a:lnTo>
                    <a:pt x="8025087" y="1127820"/>
                  </a:lnTo>
                  <a:lnTo>
                    <a:pt x="8085137" y="1131521"/>
                  </a:lnTo>
                  <a:lnTo>
                    <a:pt x="8141546" y="1135602"/>
                  </a:lnTo>
                  <a:lnTo>
                    <a:pt x="8195049" y="1140090"/>
                  </a:lnTo>
                  <a:lnTo>
                    <a:pt x="8229629" y="1143331"/>
                  </a:lnTo>
                  <a:lnTo>
                    <a:pt x="8290933" y="1149754"/>
                  </a:lnTo>
                  <a:lnTo>
                    <a:pt x="8350332" y="1156818"/>
                  </a:lnTo>
                  <a:lnTo>
                    <a:pt x="8408532" y="1164534"/>
                  </a:lnTo>
                  <a:lnTo>
                    <a:pt x="8466052" y="1172891"/>
                  </a:lnTo>
                  <a:lnTo>
                    <a:pt x="8523261" y="1181853"/>
                  </a:lnTo>
                  <a:lnTo>
                    <a:pt x="8580399" y="1191361"/>
                  </a:lnTo>
                  <a:lnTo>
                    <a:pt x="8637602" y="1201330"/>
                  </a:lnTo>
                  <a:lnTo>
                    <a:pt x="8694920" y="1211654"/>
                  </a:lnTo>
                  <a:lnTo>
                    <a:pt x="8752339" y="1222207"/>
                  </a:lnTo>
                  <a:lnTo>
                    <a:pt x="8809802" y="1232849"/>
                  </a:lnTo>
                  <a:lnTo>
                    <a:pt x="8867239" y="1243439"/>
                  </a:lnTo>
                  <a:lnTo>
                    <a:pt x="8924587" y="1253836"/>
                  </a:lnTo>
                  <a:lnTo>
                    <a:pt x="8981819" y="1263910"/>
                  </a:lnTo>
                  <a:lnTo>
                    <a:pt x="9038965" y="1273549"/>
                  </a:lnTo>
                  <a:lnTo>
                    <a:pt x="9096136" y="1282662"/>
                  </a:lnTo>
                  <a:lnTo>
                    <a:pt x="9153544" y="1291182"/>
                  </a:lnTo>
                  <a:lnTo>
                    <a:pt x="9211521" y="1299069"/>
                  </a:lnTo>
                  <a:lnTo>
                    <a:pt x="9270544" y="1306305"/>
                  </a:lnTo>
                  <a:lnTo>
                    <a:pt x="9331266" y="1312894"/>
                  </a:lnTo>
                  <a:lnTo>
                    <a:pt x="9347647" y="1314525"/>
                  </a:lnTo>
                  <a:lnTo>
                    <a:pt x="9399575" y="1319291"/>
                  </a:lnTo>
                  <a:lnTo>
                    <a:pt x="9453958" y="1323643"/>
                  </a:lnTo>
                  <a:lnTo>
                    <a:pt x="9511483" y="1327595"/>
                  </a:lnTo>
                  <a:lnTo>
                    <a:pt x="9572902" y="1331177"/>
                  </a:lnTo>
                  <a:lnTo>
                    <a:pt x="9638998" y="1334422"/>
                  </a:lnTo>
                  <a:lnTo>
                    <a:pt x="9710533" y="1337365"/>
                  </a:lnTo>
                  <a:lnTo>
                    <a:pt x="9788205" y="1340040"/>
                  </a:lnTo>
                  <a:lnTo>
                    <a:pt x="9872573" y="1342475"/>
                  </a:lnTo>
                  <a:lnTo>
                    <a:pt x="9963969" y="1344694"/>
                  </a:lnTo>
                  <a:lnTo>
                    <a:pt x="10062376" y="1346715"/>
                  </a:lnTo>
                  <a:lnTo>
                    <a:pt x="10167287" y="1348552"/>
                  </a:lnTo>
                  <a:lnTo>
                    <a:pt x="10277563" y="1350211"/>
                  </a:lnTo>
                  <a:lnTo>
                    <a:pt x="10391304" y="1351694"/>
                  </a:lnTo>
                  <a:lnTo>
                    <a:pt x="10505792" y="1352998"/>
                  </a:lnTo>
                  <a:lnTo>
                    <a:pt x="10617567" y="1354121"/>
                  </a:lnTo>
                  <a:lnTo>
                    <a:pt x="10722662" y="1355060"/>
                  </a:lnTo>
                  <a:lnTo>
                    <a:pt x="10817034" y="1355814"/>
                  </a:lnTo>
                  <a:lnTo>
                    <a:pt x="10897131" y="1356390"/>
                  </a:lnTo>
                  <a:lnTo>
                    <a:pt x="10960482" y="1356802"/>
                  </a:lnTo>
                  <a:lnTo>
                    <a:pt x="11006166" y="1357072"/>
                  </a:lnTo>
                  <a:lnTo>
                    <a:pt x="11035051" y="1357228"/>
                  </a:lnTo>
                  <a:lnTo>
                    <a:pt x="11049774" y="1357301"/>
                  </a:lnTo>
                  <a:lnTo>
                    <a:pt x="11054543" y="1357322"/>
                  </a:lnTo>
                  <a:lnTo>
                    <a:pt x="11054891" y="1357324"/>
                  </a:lnTo>
                  <a:lnTo>
                    <a:pt x="12049831" y="1357324"/>
                  </a:lnTo>
                  <a:lnTo>
                    <a:pt x="12049831" y="1352083"/>
                  </a:lnTo>
                  <a:lnTo>
                    <a:pt x="11054891" y="1352083"/>
                  </a:lnTo>
                  <a:lnTo>
                    <a:pt x="11053755" y="1352078"/>
                  </a:lnTo>
                  <a:lnTo>
                    <a:pt x="11046259" y="1352043"/>
                  </a:lnTo>
                  <a:lnTo>
                    <a:pt x="11027263" y="1351947"/>
                  </a:lnTo>
                  <a:lnTo>
                    <a:pt x="10993051" y="1351757"/>
                  </a:lnTo>
                  <a:lnTo>
                    <a:pt x="10941553" y="1351442"/>
                  </a:lnTo>
                  <a:lnTo>
                    <a:pt x="10872501" y="1350978"/>
                  </a:lnTo>
                  <a:lnTo>
                    <a:pt x="10787363" y="1350345"/>
                  </a:lnTo>
                  <a:lnTo>
                    <a:pt x="10689030" y="1349530"/>
                  </a:lnTo>
                  <a:lnTo>
                    <a:pt x="10581281" y="1348531"/>
                  </a:lnTo>
                  <a:lnTo>
                    <a:pt x="10468192" y="1347348"/>
                  </a:lnTo>
                  <a:lnTo>
                    <a:pt x="10353601" y="1345984"/>
                  </a:lnTo>
                  <a:lnTo>
                    <a:pt x="10240741" y="1344443"/>
                  </a:lnTo>
                  <a:lnTo>
                    <a:pt x="10132062" y="1342726"/>
                  </a:lnTo>
                  <a:lnTo>
                    <a:pt x="10029202" y="1340830"/>
                  </a:lnTo>
                  <a:lnTo>
                    <a:pt x="9933076" y="1338745"/>
                  </a:lnTo>
                  <a:lnTo>
                    <a:pt x="9844013" y="1336457"/>
                  </a:lnTo>
                  <a:lnTo>
                    <a:pt x="9761900" y="1333946"/>
                  </a:lnTo>
                  <a:lnTo>
                    <a:pt x="9686320" y="1331186"/>
                  </a:lnTo>
                  <a:lnTo>
                    <a:pt x="9616659" y="1328147"/>
                  </a:lnTo>
                  <a:lnTo>
                    <a:pt x="9552190" y="1324795"/>
                  </a:lnTo>
                  <a:lnTo>
                    <a:pt x="9492139" y="1321095"/>
                  </a:lnTo>
                  <a:lnTo>
                    <a:pt x="9435730" y="1317014"/>
                  </a:lnTo>
                  <a:lnTo>
                    <a:pt x="9382227" y="1312526"/>
                  </a:lnTo>
                  <a:lnTo>
                    <a:pt x="9347647" y="1309285"/>
                  </a:lnTo>
                  <a:lnTo>
                    <a:pt x="9286343" y="1302862"/>
                  </a:lnTo>
                  <a:lnTo>
                    <a:pt x="9226944" y="1295797"/>
                  </a:lnTo>
                  <a:lnTo>
                    <a:pt x="9168744" y="1288081"/>
                  </a:lnTo>
                  <a:lnTo>
                    <a:pt x="9111224" y="1279725"/>
                  </a:lnTo>
                  <a:lnTo>
                    <a:pt x="9054016" y="1270763"/>
                  </a:lnTo>
                  <a:lnTo>
                    <a:pt x="8996877" y="1261255"/>
                  </a:lnTo>
                  <a:lnTo>
                    <a:pt x="8939674" y="1251285"/>
                  </a:lnTo>
                  <a:lnTo>
                    <a:pt x="8882356" y="1240961"/>
                  </a:lnTo>
                  <a:lnTo>
                    <a:pt x="8824938" y="1230409"/>
                  </a:lnTo>
                  <a:lnTo>
                    <a:pt x="8767474" y="1219766"/>
                  </a:lnTo>
                  <a:lnTo>
                    <a:pt x="8710037" y="1209177"/>
                  </a:lnTo>
                  <a:lnTo>
                    <a:pt x="8652689" y="1198780"/>
                  </a:lnTo>
                  <a:lnTo>
                    <a:pt x="8595458" y="1188706"/>
                  </a:lnTo>
                  <a:lnTo>
                    <a:pt x="8538311" y="1179067"/>
                  </a:lnTo>
                  <a:lnTo>
                    <a:pt x="8481140" y="1169954"/>
                  </a:lnTo>
                  <a:lnTo>
                    <a:pt x="8423732" y="1161434"/>
                  </a:lnTo>
                  <a:lnTo>
                    <a:pt x="8365755" y="1153547"/>
                  </a:lnTo>
                  <a:lnTo>
                    <a:pt x="8306732" y="1146311"/>
                  </a:lnTo>
                  <a:lnTo>
                    <a:pt x="8246010" y="1139721"/>
                  </a:lnTo>
                  <a:lnTo>
                    <a:pt x="8229629" y="1138091"/>
                  </a:lnTo>
                  <a:lnTo>
                    <a:pt x="8177702" y="1133325"/>
                  </a:lnTo>
                  <a:lnTo>
                    <a:pt x="8123319" y="1128973"/>
                  </a:lnTo>
                  <a:lnTo>
                    <a:pt x="8065794" y="1125020"/>
                  </a:lnTo>
                  <a:lnTo>
                    <a:pt x="8004374" y="1121439"/>
                  </a:lnTo>
                  <a:lnTo>
                    <a:pt x="7938279" y="1118194"/>
                  </a:lnTo>
                  <a:lnTo>
                    <a:pt x="7866744" y="1115250"/>
                  </a:lnTo>
                  <a:lnTo>
                    <a:pt x="7789072" y="1112576"/>
                  </a:lnTo>
                  <a:lnTo>
                    <a:pt x="7704703" y="1110141"/>
                  </a:lnTo>
                  <a:lnTo>
                    <a:pt x="7613307" y="1107922"/>
                  </a:lnTo>
                  <a:lnTo>
                    <a:pt x="7514901" y="1105900"/>
                  </a:lnTo>
                  <a:lnTo>
                    <a:pt x="7409989" y="1104064"/>
                  </a:lnTo>
                  <a:lnTo>
                    <a:pt x="7299713" y="1102405"/>
                  </a:lnTo>
                  <a:lnTo>
                    <a:pt x="7185973" y="1100922"/>
                  </a:lnTo>
                  <a:lnTo>
                    <a:pt x="7071484" y="1099617"/>
                  </a:lnTo>
                  <a:lnTo>
                    <a:pt x="6959709" y="1098494"/>
                  </a:lnTo>
                  <a:lnTo>
                    <a:pt x="6854615" y="1097556"/>
                  </a:lnTo>
                  <a:lnTo>
                    <a:pt x="6760243" y="1096802"/>
                  </a:lnTo>
                  <a:lnTo>
                    <a:pt x="6680145" y="1096226"/>
                  </a:lnTo>
                  <a:lnTo>
                    <a:pt x="6616795" y="1095814"/>
                  </a:lnTo>
                  <a:lnTo>
                    <a:pt x="6571111" y="1095544"/>
                  </a:lnTo>
                  <a:lnTo>
                    <a:pt x="6542225" y="1095388"/>
                  </a:lnTo>
                  <a:lnTo>
                    <a:pt x="6527502" y="1095315"/>
                  </a:lnTo>
                  <a:lnTo>
                    <a:pt x="6522734" y="1095293"/>
                  </a:lnTo>
                  <a:lnTo>
                    <a:pt x="6522385" y="1095292"/>
                  </a:lnTo>
                  <a:lnTo>
                    <a:pt x="5527445" y="1095292"/>
                  </a:lnTo>
                  <a:lnTo>
                    <a:pt x="5526318" y="1095271"/>
                  </a:lnTo>
                  <a:lnTo>
                    <a:pt x="5518880" y="1095124"/>
                  </a:lnTo>
                  <a:lnTo>
                    <a:pt x="5500026" y="1094715"/>
                  </a:lnTo>
                  <a:lnTo>
                    <a:pt x="5466061" y="1093911"/>
                  </a:lnTo>
                  <a:lnTo>
                    <a:pt x="5414916" y="1092581"/>
                  </a:lnTo>
                  <a:lnTo>
                    <a:pt x="5346299" y="1090617"/>
                  </a:lnTo>
                  <a:lnTo>
                    <a:pt x="5261648" y="1087935"/>
                  </a:lnTo>
                  <a:lnTo>
                    <a:pt x="5163807" y="1084487"/>
                  </a:lnTo>
                  <a:lnTo>
                    <a:pt x="5056515" y="1080254"/>
                  </a:lnTo>
                  <a:lnTo>
                    <a:pt x="4943814" y="1075240"/>
                  </a:lnTo>
                  <a:lnTo>
                    <a:pt x="4829524" y="1069460"/>
                  </a:lnTo>
                  <a:lnTo>
                    <a:pt x="4716873" y="1062928"/>
                  </a:lnTo>
                  <a:lnTo>
                    <a:pt x="4608314" y="1055650"/>
                  </a:lnTo>
                  <a:lnTo>
                    <a:pt x="4505499" y="1047610"/>
                  </a:lnTo>
                  <a:lnTo>
                    <a:pt x="4409361" y="1038774"/>
                  </a:lnTo>
                  <a:lnTo>
                    <a:pt x="4320243" y="1029079"/>
                  </a:lnTo>
                  <a:lnTo>
                    <a:pt x="4238051" y="1018442"/>
                  </a:lnTo>
                  <a:lnTo>
                    <a:pt x="4162381" y="1006755"/>
                  </a:lnTo>
                  <a:lnTo>
                    <a:pt x="4092630" y="993890"/>
                  </a:lnTo>
                  <a:lnTo>
                    <a:pt x="4028082" y="979704"/>
                  </a:lnTo>
                  <a:lnTo>
                    <a:pt x="3967971" y="964049"/>
                  </a:lnTo>
                  <a:lnTo>
                    <a:pt x="3911524" y="946784"/>
                  </a:lnTo>
                  <a:lnTo>
                    <a:pt x="3858010" y="927801"/>
                  </a:lnTo>
                  <a:lnTo>
                    <a:pt x="3820202" y="912743"/>
                  </a:lnTo>
                  <a:lnTo>
                    <a:pt x="3763701" y="887630"/>
                  </a:lnTo>
                  <a:lnTo>
                    <a:pt x="3708867" y="860204"/>
                  </a:lnTo>
                  <a:lnTo>
                    <a:pt x="3655130" y="830423"/>
                  </a:lnTo>
                  <a:lnTo>
                    <a:pt x="3602060" y="798311"/>
                  </a:lnTo>
                  <a:lnTo>
                    <a:pt x="3549339" y="763960"/>
                  </a:lnTo>
                  <a:lnTo>
                    <a:pt x="3496747" y="727538"/>
                  </a:lnTo>
                  <a:lnTo>
                    <a:pt x="3444143" y="689291"/>
                  </a:lnTo>
                  <a:lnTo>
                    <a:pt x="3391456" y="649538"/>
                  </a:lnTo>
                  <a:lnTo>
                    <a:pt x="3338671" y="608662"/>
                  </a:lnTo>
                  <a:lnTo>
                    <a:pt x="3285811" y="567098"/>
                  </a:lnTo>
                  <a:lnTo>
                    <a:pt x="3232924" y="525312"/>
                  </a:lnTo>
                  <a:lnTo>
                    <a:pt x="3180068" y="483781"/>
                  </a:lnTo>
                  <a:lnTo>
                    <a:pt x="3127289" y="442969"/>
                  </a:lnTo>
                  <a:lnTo>
                    <a:pt x="3074609" y="403308"/>
                  </a:lnTo>
                  <a:lnTo>
                    <a:pt x="3022009" y="365178"/>
                  </a:lnTo>
                  <a:lnTo>
                    <a:pt x="2969413" y="328892"/>
                  </a:lnTo>
                  <a:lnTo>
                    <a:pt x="2916676" y="294690"/>
                  </a:lnTo>
                  <a:lnTo>
                    <a:pt x="2863571" y="262737"/>
                  </a:lnTo>
                  <a:lnTo>
                    <a:pt x="2809774" y="233119"/>
                  </a:lnTo>
                  <a:lnTo>
                    <a:pt x="2754845" y="205854"/>
                  </a:lnTo>
                  <a:lnTo>
                    <a:pt x="2702183" y="182548"/>
                  </a:lnTo>
                  <a:lnTo>
                    <a:pt x="2650398" y="162273"/>
                  </a:lnTo>
                  <a:lnTo>
                    <a:pt x="2596172" y="143754"/>
                  </a:lnTo>
                  <a:lnTo>
                    <a:pt x="2538825" y="126930"/>
                  </a:lnTo>
                  <a:lnTo>
                    <a:pt x="2477611" y="111679"/>
                  </a:lnTo>
                  <a:lnTo>
                    <a:pt x="2411754" y="97859"/>
                  </a:lnTo>
                  <a:lnTo>
                    <a:pt x="2340496" y="85320"/>
                  </a:lnTo>
                  <a:lnTo>
                    <a:pt x="2263144" y="73924"/>
                  </a:lnTo>
                  <a:lnTo>
                    <a:pt x="2179140" y="63547"/>
                  </a:lnTo>
                  <a:lnTo>
                    <a:pt x="2088151" y="54088"/>
                  </a:lnTo>
                  <a:lnTo>
                    <a:pt x="1990182" y="45468"/>
                  </a:lnTo>
                  <a:lnTo>
                    <a:pt x="1885722" y="37634"/>
                  </a:lnTo>
                  <a:lnTo>
                    <a:pt x="1775882" y="30554"/>
                  </a:lnTo>
                  <a:lnTo>
                    <a:pt x="1662523" y="24222"/>
                  </a:lnTo>
                  <a:lnTo>
                    <a:pt x="1548311" y="18644"/>
                  </a:lnTo>
                  <a:lnTo>
                    <a:pt x="1436658" y="13836"/>
                  </a:lnTo>
                  <a:lnTo>
                    <a:pt x="1331486" y="9812"/>
                  </a:lnTo>
                  <a:lnTo>
                    <a:pt x="1236812" y="6570"/>
                  </a:lnTo>
                  <a:lnTo>
                    <a:pt x="1156195" y="4085"/>
                  </a:lnTo>
                  <a:lnTo>
                    <a:pt x="1092150" y="2299"/>
                  </a:lnTo>
                  <a:lnTo>
                    <a:pt x="1045673" y="1121"/>
                  </a:lnTo>
                  <a:lnTo>
                    <a:pt x="1015998" y="435"/>
                  </a:lnTo>
                  <a:lnTo>
                    <a:pt x="1000600" y="109"/>
                  </a:lnTo>
                  <a:lnTo>
                    <a:pt x="995392" y="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68" name="pl267"/>
            <p:cNvSpPr/>
            <p:nvPr/>
          </p:nvSpPr>
          <p:spPr>
            <a:xfrm>
              <a:off x="1199187" y="2242826"/>
              <a:ext cx="12049831" cy="1352083"/>
            </a:xfrm>
            <a:custGeom>
              <a:avLst/>
              <a:pathLst>
                <a:path w="12049831" h="1352083">
                  <a:moveTo>
                    <a:pt x="0" y="0"/>
                  </a:moveTo>
                  <a:lnTo>
                    <a:pt x="994940" y="0"/>
                  </a:lnTo>
                  <a:lnTo>
                    <a:pt x="996067" y="20"/>
                  </a:lnTo>
                  <a:lnTo>
                    <a:pt x="1003505" y="168"/>
                  </a:lnTo>
                  <a:lnTo>
                    <a:pt x="1022359" y="576"/>
                  </a:lnTo>
                  <a:lnTo>
                    <a:pt x="1056324" y="1381"/>
                  </a:lnTo>
                  <a:lnTo>
                    <a:pt x="1107469" y="2710"/>
                  </a:lnTo>
                  <a:lnTo>
                    <a:pt x="1176086" y="4675"/>
                  </a:lnTo>
                  <a:lnTo>
                    <a:pt x="1260737" y="7357"/>
                  </a:lnTo>
                  <a:lnTo>
                    <a:pt x="1358578" y="10805"/>
                  </a:lnTo>
                  <a:lnTo>
                    <a:pt x="1465870" y="15038"/>
                  </a:lnTo>
                  <a:lnTo>
                    <a:pt x="1578571" y="20052"/>
                  </a:lnTo>
                  <a:lnTo>
                    <a:pt x="1692861" y="25832"/>
                  </a:lnTo>
                  <a:lnTo>
                    <a:pt x="1805512" y="32363"/>
                  </a:lnTo>
                  <a:lnTo>
                    <a:pt x="1914071" y="39642"/>
                  </a:lnTo>
                  <a:lnTo>
                    <a:pt x="2016886" y="47681"/>
                  </a:lnTo>
                  <a:lnTo>
                    <a:pt x="2113024" y="56518"/>
                  </a:lnTo>
                  <a:lnTo>
                    <a:pt x="2202142" y="66212"/>
                  </a:lnTo>
                  <a:lnTo>
                    <a:pt x="2284334" y="76849"/>
                  </a:lnTo>
                  <a:lnTo>
                    <a:pt x="2360004" y="88536"/>
                  </a:lnTo>
                  <a:lnTo>
                    <a:pt x="2429755" y="101401"/>
                  </a:lnTo>
                  <a:lnTo>
                    <a:pt x="2494303" y="115587"/>
                  </a:lnTo>
                  <a:lnTo>
                    <a:pt x="2554414" y="131242"/>
                  </a:lnTo>
                  <a:lnTo>
                    <a:pt x="2610861" y="148507"/>
                  </a:lnTo>
                  <a:lnTo>
                    <a:pt x="2664375" y="167490"/>
                  </a:lnTo>
                  <a:lnTo>
                    <a:pt x="2702183" y="182548"/>
                  </a:lnTo>
                  <a:lnTo>
                    <a:pt x="2758684" y="207661"/>
                  </a:lnTo>
                  <a:lnTo>
                    <a:pt x="2813518" y="235088"/>
                  </a:lnTo>
                  <a:lnTo>
                    <a:pt x="2867255" y="264868"/>
                  </a:lnTo>
                  <a:lnTo>
                    <a:pt x="2920325" y="296980"/>
                  </a:lnTo>
                  <a:lnTo>
                    <a:pt x="2973046" y="331332"/>
                  </a:lnTo>
                  <a:lnTo>
                    <a:pt x="3025638" y="367754"/>
                  </a:lnTo>
                  <a:lnTo>
                    <a:pt x="3078242" y="406001"/>
                  </a:lnTo>
                  <a:lnTo>
                    <a:pt x="3130929" y="445754"/>
                  </a:lnTo>
                  <a:lnTo>
                    <a:pt x="3183714" y="486630"/>
                  </a:lnTo>
                  <a:lnTo>
                    <a:pt x="3236574" y="528194"/>
                  </a:lnTo>
                  <a:lnTo>
                    <a:pt x="3289461" y="569980"/>
                  </a:lnTo>
                  <a:lnTo>
                    <a:pt x="3342317" y="611511"/>
                  </a:lnTo>
                  <a:lnTo>
                    <a:pt x="3395096" y="652322"/>
                  </a:lnTo>
                  <a:lnTo>
                    <a:pt x="3447776" y="691983"/>
                  </a:lnTo>
                  <a:lnTo>
                    <a:pt x="3500376" y="730114"/>
                  </a:lnTo>
                  <a:lnTo>
                    <a:pt x="3552972" y="766400"/>
                  </a:lnTo>
                  <a:lnTo>
                    <a:pt x="3605709" y="800601"/>
                  </a:lnTo>
                  <a:lnTo>
                    <a:pt x="3658814" y="832555"/>
                  </a:lnTo>
                  <a:lnTo>
                    <a:pt x="3712611" y="862172"/>
                  </a:lnTo>
                  <a:lnTo>
                    <a:pt x="3767540" y="889437"/>
                  </a:lnTo>
                  <a:lnTo>
                    <a:pt x="3820202" y="912743"/>
                  </a:lnTo>
                  <a:lnTo>
                    <a:pt x="3871987" y="933019"/>
                  </a:lnTo>
                  <a:lnTo>
                    <a:pt x="3926213" y="951537"/>
                  </a:lnTo>
                  <a:lnTo>
                    <a:pt x="3983560" y="968362"/>
                  </a:lnTo>
                  <a:lnTo>
                    <a:pt x="4044774" y="983612"/>
                  </a:lnTo>
                  <a:lnTo>
                    <a:pt x="4110631" y="997433"/>
                  </a:lnTo>
                  <a:lnTo>
                    <a:pt x="4181889" y="1009971"/>
                  </a:lnTo>
                  <a:lnTo>
                    <a:pt x="4259241" y="1021367"/>
                  </a:lnTo>
                  <a:lnTo>
                    <a:pt x="4343245" y="1031744"/>
                  </a:lnTo>
                  <a:lnTo>
                    <a:pt x="4434234" y="1041203"/>
                  </a:lnTo>
                  <a:lnTo>
                    <a:pt x="4532203" y="1049823"/>
                  </a:lnTo>
                  <a:lnTo>
                    <a:pt x="4636663" y="1057658"/>
                  </a:lnTo>
                  <a:lnTo>
                    <a:pt x="4746503" y="1064737"/>
                  </a:lnTo>
                  <a:lnTo>
                    <a:pt x="4859862" y="1071070"/>
                  </a:lnTo>
                  <a:lnTo>
                    <a:pt x="4974074" y="1076648"/>
                  </a:lnTo>
                  <a:lnTo>
                    <a:pt x="5085727" y="1081456"/>
                  </a:lnTo>
                  <a:lnTo>
                    <a:pt x="5190899" y="1085480"/>
                  </a:lnTo>
                  <a:lnTo>
                    <a:pt x="5285573" y="1088721"/>
                  </a:lnTo>
                  <a:lnTo>
                    <a:pt x="5366190" y="1091206"/>
                  </a:lnTo>
                  <a:lnTo>
                    <a:pt x="5430235" y="1092993"/>
                  </a:lnTo>
                  <a:lnTo>
                    <a:pt x="5476712" y="1094171"/>
                  </a:lnTo>
                  <a:lnTo>
                    <a:pt x="5506387" y="1094857"/>
                  </a:lnTo>
                  <a:lnTo>
                    <a:pt x="5521784" y="1095183"/>
                  </a:lnTo>
                  <a:lnTo>
                    <a:pt x="5526993" y="1095284"/>
                  </a:lnTo>
                  <a:lnTo>
                    <a:pt x="5527445" y="1095292"/>
                  </a:lnTo>
                  <a:lnTo>
                    <a:pt x="6522385" y="1095292"/>
                  </a:lnTo>
                  <a:lnTo>
                    <a:pt x="6523521" y="1095297"/>
                  </a:lnTo>
                  <a:lnTo>
                    <a:pt x="6531018" y="1095332"/>
                  </a:lnTo>
                  <a:lnTo>
                    <a:pt x="6550014" y="1095428"/>
                  </a:lnTo>
                  <a:lnTo>
                    <a:pt x="6584226" y="1095618"/>
                  </a:lnTo>
                  <a:lnTo>
                    <a:pt x="6635723" y="1095933"/>
                  </a:lnTo>
                  <a:lnTo>
                    <a:pt x="6704776" y="1096397"/>
                  </a:lnTo>
                  <a:lnTo>
                    <a:pt x="6789913" y="1097030"/>
                  </a:lnTo>
                  <a:lnTo>
                    <a:pt x="6888247" y="1097845"/>
                  </a:lnTo>
                  <a:lnTo>
                    <a:pt x="6995995" y="1098844"/>
                  </a:lnTo>
                  <a:lnTo>
                    <a:pt x="7109085" y="1100027"/>
                  </a:lnTo>
                  <a:lnTo>
                    <a:pt x="7223676" y="1101391"/>
                  </a:lnTo>
                  <a:lnTo>
                    <a:pt x="7336535" y="1102932"/>
                  </a:lnTo>
                  <a:lnTo>
                    <a:pt x="7445215" y="1104649"/>
                  </a:lnTo>
                  <a:lnTo>
                    <a:pt x="7548075" y="1106545"/>
                  </a:lnTo>
                  <a:lnTo>
                    <a:pt x="7644201" y="1108630"/>
                  </a:lnTo>
                  <a:lnTo>
                    <a:pt x="7733264" y="1110918"/>
                  </a:lnTo>
                  <a:lnTo>
                    <a:pt x="7815376" y="1113429"/>
                  </a:lnTo>
                  <a:lnTo>
                    <a:pt x="7890956" y="1116189"/>
                  </a:lnTo>
                  <a:lnTo>
                    <a:pt x="7960618" y="1119228"/>
                  </a:lnTo>
                  <a:lnTo>
                    <a:pt x="8025087" y="1122580"/>
                  </a:lnTo>
                  <a:lnTo>
                    <a:pt x="8085137" y="1126280"/>
                  </a:lnTo>
                  <a:lnTo>
                    <a:pt x="8141546" y="1130361"/>
                  </a:lnTo>
                  <a:lnTo>
                    <a:pt x="8195049" y="1134849"/>
                  </a:lnTo>
                  <a:lnTo>
                    <a:pt x="8229629" y="1138091"/>
                  </a:lnTo>
                  <a:lnTo>
                    <a:pt x="8290933" y="1144513"/>
                  </a:lnTo>
                  <a:lnTo>
                    <a:pt x="8350332" y="1151578"/>
                  </a:lnTo>
                  <a:lnTo>
                    <a:pt x="8408532" y="1159294"/>
                  </a:lnTo>
                  <a:lnTo>
                    <a:pt x="8466052" y="1167650"/>
                  </a:lnTo>
                  <a:lnTo>
                    <a:pt x="8523261" y="1176612"/>
                  </a:lnTo>
                  <a:lnTo>
                    <a:pt x="8580399" y="1186120"/>
                  </a:lnTo>
                  <a:lnTo>
                    <a:pt x="8637602" y="1196090"/>
                  </a:lnTo>
                  <a:lnTo>
                    <a:pt x="8694920" y="1206414"/>
                  </a:lnTo>
                  <a:lnTo>
                    <a:pt x="8752339" y="1216966"/>
                  </a:lnTo>
                  <a:lnTo>
                    <a:pt x="8809802" y="1227609"/>
                  </a:lnTo>
                  <a:lnTo>
                    <a:pt x="8867239" y="1238199"/>
                  </a:lnTo>
                  <a:lnTo>
                    <a:pt x="8924587" y="1248595"/>
                  </a:lnTo>
                  <a:lnTo>
                    <a:pt x="8981819" y="1258670"/>
                  </a:lnTo>
                  <a:lnTo>
                    <a:pt x="9038965" y="1268308"/>
                  </a:lnTo>
                  <a:lnTo>
                    <a:pt x="9096136" y="1277421"/>
                  </a:lnTo>
                  <a:lnTo>
                    <a:pt x="9153544" y="1285941"/>
                  </a:lnTo>
                  <a:lnTo>
                    <a:pt x="9211521" y="1293828"/>
                  </a:lnTo>
                  <a:lnTo>
                    <a:pt x="9270544" y="1301064"/>
                  </a:lnTo>
                  <a:lnTo>
                    <a:pt x="9331266" y="1307654"/>
                  </a:lnTo>
                  <a:lnTo>
                    <a:pt x="9347647" y="1309285"/>
                  </a:lnTo>
                  <a:lnTo>
                    <a:pt x="9399575" y="1314050"/>
                  </a:lnTo>
                  <a:lnTo>
                    <a:pt x="9453958" y="1318402"/>
                  </a:lnTo>
                  <a:lnTo>
                    <a:pt x="9511483" y="1322355"/>
                  </a:lnTo>
                  <a:lnTo>
                    <a:pt x="9572902" y="1325936"/>
                  </a:lnTo>
                  <a:lnTo>
                    <a:pt x="9638998" y="1329181"/>
                  </a:lnTo>
                  <a:lnTo>
                    <a:pt x="9710533" y="1332125"/>
                  </a:lnTo>
                  <a:lnTo>
                    <a:pt x="9788205" y="1334799"/>
                  </a:lnTo>
                  <a:lnTo>
                    <a:pt x="9872573" y="1337234"/>
                  </a:lnTo>
                  <a:lnTo>
                    <a:pt x="9963969" y="1339453"/>
                  </a:lnTo>
                  <a:lnTo>
                    <a:pt x="10062376" y="1341475"/>
                  </a:lnTo>
                  <a:lnTo>
                    <a:pt x="10167287" y="1343311"/>
                  </a:lnTo>
                  <a:lnTo>
                    <a:pt x="10277563" y="1344970"/>
                  </a:lnTo>
                  <a:lnTo>
                    <a:pt x="10391304" y="1346453"/>
                  </a:lnTo>
                  <a:lnTo>
                    <a:pt x="10505792" y="1347758"/>
                  </a:lnTo>
                  <a:lnTo>
                    <a:pt x="10617567" y="1348881"/>
                  </a:lnTo>
                  <a:lnTo>
                    <a:pt x="10722662" y="1349819"/>
                  </a:lnTo>
                  <a:lnTo>
                    <a:pt x="10817034" y="1350573"/>
                  </a:lnTo>
                  <a:lnTo>
                    <a:pt x="10897131" y="1351149"/>
                  </a:lnTo>
                  <a:lnTo>
                    <a:pt x="10960482" y="1351561"/>
                  </a:lnTo>
                  <a:lnTo>
                    <a:pt x="11006166" y="1351832"/>
                  </a:lnTo>
                  <a:lnTo>
                    <a:pt x="11035051" y="1351987"/>
                  </a:lnTo>
                  <a:lnTo>
                    <a:pt x="11049774" y="1352060"/>
                  </a:lnTo>
                  <a:lnTo>
                    <a:pt x="11054543" y="1352082"/>
                  </a:lnTo>
                  <a:lnTo>
                    <a:pt x="11054891" y="1352083"/>
                  </a:lnTo>
                  <a:lnTo>
                    <a:pt x="12049831" y="1352083"/>
                  </a:lnTo>
                  <a:lnTo>
                    <a:pt x="12049831" y="13520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9" name="pl268"/>
            <p:cNvSpPr/>
            <p:nvPr/>
          </p:nvSpPr>
          <p:spPr>
            <a:xfrm>
              <a:off x="1199187" y="2237586"/>
              <a:ext cx="12049831" cy="1352083"/>
            </a:xfrm>
            <a:custGeom>
              <a:avLst/>
              <a:pathLst>
                <a:path w="12049831" h="1352083">
                  <a:moveTo>
                    <a:pt x="12049831" y="1352083"/>
                  </a:moveTo>
                  <a:lnTo>
                    <a:pt x="11054891" y="1352083"/>
                  </a:lnTo>
                  <a:lnTo>
                    <a:pt x="11053755" y="1352078"/>
                  </a:lnTo>
                  <a:lnTo>
                    <a:pt x="11046259" y="1352043"/>
                  </a:lnTo>
                  <a:lnTo>
                    <a:pt x="11027263" y="1351947"/>
                  </a:lnTo>
                  <a:lnTo>
                    <a:pt x="10993051" y="1351757"/>
                  </a:lnTo>
                  <a:lnTo>
                    <a:pt x="10941553" y="1351442"/>
                  </a:lnTo>
                  <a:lnTo>
                    <a:pt x="10872501" y="1350978"/>
                  </a:lnTo>
                  <a:lnTo>
                    <a:pt x="10787363" y="1350345"/>
                  </a:lnTo>
                  <a:lnTo>
                    <a:pt x="10689030" y="1349530"/>
                  </a:lnTo>
                  <a:lnTo>
                    <a:pt x="10581281" y="1348531"/>
                  </a:lnTo>
                  <a:lnTo>
                    <a:pt x="10468192" y="1347348"/>
                  </a:lnTo>
                  <a:lnTo>
                    <a:pt x="10353601" y="1345984"/>
                  </a:lnTo>
                  <a:lnTo>
                    <a:pt x="10240741" y="1344443"/>
                  </a:lnTo>
                  <a:lnTo>
                    <a:pt x="10132062" y="1342726"/>
                  </a:lnTo>
                  <a:lnTo>
                    <a:pt x="10029202" y="1340830"/>
                  </a:lnTo>
                  <a:lnTo>
                    <a:pt x="9933076" y="1338745"/>
                  </a:lnTo>
                  <a:lnTo>
                    <a:pt x="9844013" y="1336457"/>
                  </a:lnTo>
                  <a:lnTo>
                    <a:pt x="9761900" y="1333946"/>
                  </a:lnTo>
                  <a:lnTo>
                    <a:pt x="9686320" y="1331186"/>
                  </a:lnTo>
                  <a:lnTo>
                    <a:pt x="9616659" y="1328147"/>
                  </a:lnTo>
                  <a:lnTo>
                    <a:pt x="9552190" y="1324795"/>
                  </a:lnTo>
                  <a:lnTo>
                    <a:pt x="9492139" y="1321095"/>
                  </a:lnTo>
                  <a:lnTo>
                    <a:pt x="9435730" y="1317014"/>
                  </a:lnTo>
                  <a:lnTo>
                    <a:pt x="9382227" y="1312526"/>
                  </a:lnTo>
                  <a:lnTo>
                    <a:pt x="9347647" y="1309285"/>
                  </a:lnTo>
                  <a:lnTo>
                    <a:pt x="9286343" y="1302862"/>
                  </a:lnTo>
                  <a:lnTo>
                    <a:pt x="9226944" y="1295797"/>
                  </a:lnTo>
                  <a:lnTo>
                    <a:pt x="9168744" y="1288081"/>
                  </a:lnTo>
                  <a:lnTo>
                    <a:pt x="9111224" y="1279725"/>
                  </a:lnTo>
                  <a:lnTo>
                    <a:pt x="9054016" y="1270763"/>
                  </a:lnTo>
                  <a:lnTo>
                    <a:pt x="8996877" y="1261255"/>
                  </a:lnTo>
                  <a:lnTo>
                    <a:pt x="8939674" y="1251285"/>
                  </a:lnTo>
                  <a:lnTo>
                    <a:pt x="8882356" y="1240961"/>
                  </a:lnTo>
                  <a:lnTo>
                    <a:pt x="8824938" y="1230409"/>
                  </a:lnTo>
                  <a:lnTo>
                    <a:pt x="8767474" y="1219766"/>
                  </a:lnTo>
                  <a:lnTo>
                    <a:pt x="8710037" y="1209177"/>
                  </a:lnTo>
                  <a:lnTo>
                    <a:pt x="8652689" y="1198780"/>
                  </a:lnTo>
                  <a:lnTo>
                    <a:pt x="8595458" y="1188706"/>
                  </a:lnTo>
                  <a:lnTo>
                    <a:pt x="8538311" y="1179067"/>
                  </a:lnTo>
                  <a:lnTo>
                    <a:pt x="8481140" y="1169954"/>
                  </a:lnTo>
                  <a:lnTo>
                    <a:pt x="8423732" y="1161434"/>
                  </a:lnTo>
                  <a:lnTo>
                    <a:pt x="8365755" y="1153547"/>
                  </a:lnTo>
                  <a:lnTo>
                    <a:pt x="8306732" y="1146311"/>
                  </a:lnTo>
                  <a:lnTo>
                    <a:pt x="8246010" y="1139721"/>
                  </a:lnTo>
                  <a:lnTo>
                    <a:pt x="8229629" y="1138091"/>
                  </a:lnTo>
                  <a:lnTo>
                    <a:pt x="8177702" y="1133325"/>
                  </a:lnTo>
                  <a:lnTo>
                    <a:pt x="8123319" y="1128973"/>
                  </a:lnTo>
                  <a:lnTo>
                    <a:pt x="8065794" y="1125020"/>
                  </a:lnTo>
                  <a:lnTo>
                    <a:pt x="8004374" y="1121439"/>
                  </a:lnTo>
                  <a:lnTo>
                    <a:pt x="7938279" y="1118194"/>
                  </a:lnTo>
                  <a:lnTo>
                    <a:pt x="7866744" y="1115250"/>
                  </a:lnTo>
                  <a:lnTo>
                    <a:pt x="7789072" y="1112576"/>
                  </a:lnTo>
                  <a:lnTo>
                    <a:pt x="7704703" y="1110141"/>
                  </a:lnTo>
                  <a:lnTo>
                    <a:pt x="7613307" y="1107922"/>
                  </a:lnTo>
                  <a:lnTo>
                    <a:pt x="7514901" y="1105900"/>
                  </a:lnTo>
                  <a:lnTo>
                    <a:pt x="7409989" y="1104064"/>
                  </a:lnTo>
                  <a:lnTo>
                    <a:pt x="7299713" y="1102405"/>
                  </a:lnTo>
                  <a:lnTo>
                    <a:pt x="7185973" y="1100922"/>
                  </a:lnTo>
                  <a:lnTo>
                    <a:pt x="7071484" y="1099617"/>
                  </a:lnTo>
                  <a:lnTo>
                    <a:pt x="6959709" y="1098494"/>
                  </a:lnTo>
                  <a:lnTo>
                    <a:pt x="6854615" y="1097556"/>
                  </a:lnTo>
                  <a:lnTo>
                    <a:pt x="6760243" y="1096802"/>
                  </a:lnTo>
                  <a:lnTo>
                    <a:pt x="6680145" y="1096226"/>
                  </a:lnTo>
                  <a:lnTo>
                    <a:pt x="6616795" y="1095814"/>
                  </a:lnTo>
                  <a:lnTo>
                    <a:pt x="6571111" y="1095544"/>
                  </a:lnTo>
                  <a:lnTo>
                    <a:pt x="6542225" y="1095388"/>
                  </a:lnTo>
                  <a:lnTo>
                    <a:pt x="6527502" y="1095315"/>
                  </a:lnTo>
                  <a:lnTo>
                    <a:pt x="6522734" y="1095293"/>
                  </a:lnTo>
                  <a:lnTo>
                    <a:pt x="6522385" y="1095292"/>
                  </a:lnTo>
                  <a:lnTo>
                    <a:pt x="5527445" y="1095292"/>
                  </a:lnTo>
                  <a:lnTo>
                    <a:pt x="5526318" y="1095271"/>
                  </a:lnTo>
                  <a:lnTo>
                    <a:pt x="5518880" y="1095124"/>
                  </a:lnTo>
                  <a:lnTo>
                    <a:pt x="5500026" y="1094715"/>
                  </a:lnTo>
                  <a:lnTo>
                    <a:pt x="5466061" y="1093911"/>
                  </a:lnTo>
                  <a:lnTo>
                    <a:pt x="5414916" y="1092581"/>
                  </a:lnTo>
                  <a:lnTo>
                    <a:pt x="5346299" y="1090617"/>
                  </a:lnTo>
                  <a:lnTo>
                    <a:pt x="5261648" y="1087935"/>
                  </a:lnTo>
                  <a:lnTo>
                    <a:pt x="5163807" y="1084487"/>
                  </a:lnTo>
                  <a:lnTo>
                    <a:pt x="5056515" y="1080254"/>
                  </a:lnTo>
                  <a:lnTo>
                    <a:pt x="4943814" y="1075240"/>
                  </a:lnTo>
                  <a:lnTo>
                    <a:pt x="4829524" y="1069460"/>
                  </a:lnTo>
                  <a:lnTo>
                    <a:pt x="4716873" y="1062928"/>
                  </a:lnTo>
                  <a:lnTo>
                    <a:pt x="4608314" y="1055650"/>
                  </a:lnTo>
                  <a:lnTo>
                    <a:pt x="4505499" y="1047610"/>
                  </a:lnTo>
                  <a:lnTo>
                    <a:pt x="4409361" y="1038774"/>
                  </a:lnTo>
                  <a:lnTo>
                    <a:pt x="4320243" y="1029079"/>
                  </a:lnTo>
                  <a:lnTo>
                    <a:pt x="4238051" y="1018442"/>
                  </a:lnTo>
                  <a:lnTo>
                    <a:pt x="4162381" y="1006755"/>
                  </a:lnTo>
                  <a:lnTo>
                    <a:pt x="4092630" y="993890"/>
                  </a:lnTo>
                  <a:lnTo>
                    <a:pt x="4028082" y="979704"/>
                  </a:lnTo>
                  <a:lnTo>
                    <a:pt x="3967971" y="964049"/>
                  </a:lnTo>
                  <a:lnTo>
                    <a:pt x="3911524" y="946784"/>
                  </a:lnTo>
                  <a:lnTo>
                    <a:pt x="3858010" y="927801"/>
                  </a:lnTo>
                  <a:lnTo>
                    <a:pt x="3820202" y="912743"/>
                  </a:lnTo>
                  <a:lnTo>
                    <a:pt x="3763701" y="887630"/>
                  </a:lnTo>
                  <a:lnTo>
                    <a:pt x="3708867" y="860204"/>
                  </a:lnTo>
                  <a:lnTo>
                    <a:pt x="3655130" y="830423"/>
                  </a:lnTo>
                  <a:lnTo>
                    <a:pt x="3602060" y="798311"/>
                  </a:lnTo>
                  <a:lnTo>
                    <a:pt x="3549339" y="763960"/>
                  </a:lnTo>
                  <a:lnTo>
                    <a:pt x="3496747" y="727538"/>
                  </a:lnTo>
                  <a:lnTo>
                    <a:pt x="3444143" y="689291"/>
                  </a:lnTo>
                  <a:lnTo>
                    <a:pt x="3391456" y="649538"/>
                  </a:lnTo>
                  <a:lnTo>
                    <a:pt x="3338671" y="608662"/>
                  </a:lnTo>
                  <a:lnTo>
                    <a:pt x="3285811" y="567098"/>
                  </a:lnTo>
                  <a:lnTo>
                    <a:pt x="3232924" y="525312"/>
                  </a:lnTo>
                  <a:lnTo>
                    <a:pt x="3180068" y="483781"/>
                  </a:lnTo>
                  <a:lnTo>
                    <a:pt x="3127289" y="442969"/>
                  </a:lnTo>
                  <a:lnTo>
                    <a:pt x="3074609" y="403308"/>
                  </a:lnTo>
                  <a:lnTo>
                    <a:pt x="3022009" y="365178"/>
                  </a:lnTo>
                  <a:lnTo>
                    <a:pt x="2969413" y="328892"/>
                  </a:lnTo>
                  <a:lnTo>
                    <a:pt x="2916676" y="294690"/>
                  </a:lnTo>
                  <a:lnTo>
                    <a:pt x="2863571" y="262737"/>
                  </a:lnTo>
                  <a:lnTo>
                    <a:pt x="2809774" y="233119"/>
                  </a:lnTo>
                  <a:lnTo>
                    <a:pt x="2754845" y="205854"/>
                  </a:lnTo>
                  <a:lnTo>
                    <a:pt x="2702183" y="182548"/>
                  </a:lnTo>
                  <a:lnTo>
                    <a:pt x="2650398" y="162273"/>
                  </a:lnTo>
                  <a:lnTo>
                    <a:pt x="2596172" y="143754"/>
                  </a:lnTo>
                  <a:lnTo>
                    <a:pt x="2538825" y="126930"/>
                  </a:lnTo>
                  <a:lnTo>
                    <a:pt x="2477611" y="111679"/>
                  </a:lnTo>
                  <a:lnTo>
                    <a:pt x="2411754" y="97859"/>
                  </a:lnTo>
                  <a:lnTo>
                    <a:pt x="2340496" y="85320"/>
                  </a:lnTo>
                  <a:lnTo>
                    <a:pt x="2263144" y="73924"/>
                  </a:lnTo>
                  <a:lnTo>
                    <a:pt x="2179140" y="63547"/>
                  </a:lnTo>
                  <a:lnTo>
                    <a:pt x="2088151" y="54088"/>
                  </a:lnTo>
                  <a:lnTo>
                    <a:pt x="1990182" y="45468"/>
                  </a:lnTo>
                  <a:lnTo>
                    <a:pt x="1885722" y="37634"/>
                  </a:lnTo>
                  <a:lnTo>
                    <a:pt x="1775882" y="30554"/>
                  </a:lnTo>
                  <a:lnTo>
                    <a:pt x="1662523" y="24222"/>
                  </a:lnTo>
                  <a:lnTo>
                    <a:pt x="1548311" y="18644"/>
                  </a:lnTo>
                  <a:lnTo>
                    <a:pt x="1436658" y="13836"/>
                  </a:lnTo>
                  <a:lnTo>
                    <a:pt x="1331486" y="9812"/>
                  </a:lnTo>
                  <a:lnTo>
                    <a:pt x="1236812" y="6570"/>
                  </a:lnTo>
                  <a:lnTo>
                    <a:pt x="1156195" y="4085"/>
                  </a:lnTo>
                  <a:lnTo>
                    <a:pt x="1092150" y="2299"/>
                  </a:lnTo>
                  <a:lnTo>
                    <a:pt x="1045673" y="1121"/>
                  </a:lnTo>
                  <a:lnTo>
                    <a:pt x="1015998" y="435"/>
                  </a:lnTo>
                  <a:lnTo>
                    <a:pt x="1000600" y="109"/>
                  </a:lnTo>
                  <a:lnTo>
                    <a:pt x="995392" y="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0" name="pg269"/>
            <p:cNvSpPr/>
            <p:nvPr/>
          </p:nvSpPr>
          <p:spPr>
            <a:xfrm>
              <a:off x="1199187" y="2242826"/>
              <a:ext cx="12049831" cy="1692724"/>
            </a:xfrm>
            <a:custGeom>
              <a:avLst/>
              <a:pathLst>
                <a:path w="12049831" h="1692724">
                  <a:moveTo>
                    <a:pt x="0" y="31443"/>
                  </a:moveTo>
                  <a:lnTo>
                    <a:pt x="994940" y="31443"/>
                  </a:lnTo>
                  <a:lnTo>
                    <a:pt x="996067" y="31464"/>
                  </a:lnTo>
                  <a:lnTo>
                    <a:pt x="1003505" y="31612"/>
                  </a:lnTo>
                  <a:lnTo>
                    <a:pt x="1022359" y="32020"/>
                  </a:lnTo>
                  <a:lnTo>
                    <a:pt x="1056324" y="32824"/>
                  </a:lnTo>
                  <a:lnTo>
                    <a:pt x="1107469" y="34154"/>
                  </a:lnTo>
                  <a:lnTo>
                    <a:pt x="1176086" y="36119"/>
                  </a:lnTo>
                  <a:lnTo>
                    <a:pt x="1260737" y="38800"/>
                  </a:lnTo>
                  <a:lnTo>
                    <a:pt x="1358578" y="42249"/>
                  </a:lnTo>
                  <a:lnTo>
                    <a:pt x="1465870" y="46482"/>
                  </a:lnTo>
                  <a:lnTo>
                    <a:pt x="1578571" y="51496"/>
                  </a:lnTo>
                  <a:lnTo>
                    <a:pt x="1692861" y="57276"/>
                  </a:lnTo>
                  <a:lnTo>
                    <a:pt x="1805512" y="63807"/>
                  </a:lnTo>
                  <a:lnTo>
                    <a:pt x="1914071" y="71085"/>
                  </a:lnTo>
                  <a:lnTo>
                    <a:pt x="2016886" y="79125"/>
                  </a:lnTo>
                  <a:lnTo>
                    <a:pt x="2113024" y="87962"/>
                  </a:lnTo>
                  <a:lnTo>
                    <a:pt x="2202142" y="97656"/>
                  </a:lnTo>
                  <a:lnTo>
                    <a:pt x="2284334" y="108293"/>
                  </a:lnTo>
                  <a:lnTo>
                    <a:pt x="2360004" y="119980"/>
                  </a:lnTo>
                  <a:lnTo>
                    <a:pt x="2429755" y="132845"/>
                  </a:lnTo>
                  <a:lnTo>
                    <a:pt x="2494303" y="147031"/>
                  </a:lnTo>
                  <a:lnTo>
                    <a:pt x="2554414" y="162686"/>
                  </a:lnTo>
                  <a:lnTo>
                    <a:pt x="2610861" y="179951"/>
                  </a:lnTo>
                  <a:lnTo>
                    <a:pt x="2664375" y="198934"/>
                  </a:lnTo>
                  <a:lnTo>
                    <a:pt x="2702183" y="213992"/>
                  </a:lnTo>
                  <a:lnTo>
                    <a:pt x="2758684" y="239105"/>
                  </a:lnTo>
                  <a:lnTo>
                    <a:pt x="2813518" y="266532"/>
                  </a:lnTo>
                  <a:lnTo>
                    <a:pt x="2867255" y="296312"/>
                  </a:lnTo>
                  <a:lnTo>
                    <a:pt x="2920325" y="328424"/>
                  </a:lnTo>
                  <a:lnTo>
                    <a:pt x="2973046" y="362775"/>
                  </a:lnTo>
                  <a:lnTo>
                    <a:pt x="3025638" y="399197"/>
                  </a:lnTo>
                  <a:lnTo>
                    <a:pt x="3078242" y="437444"/>
                  </a:lnTo>
                  <a:lnTo>
                    <a:pt x="3130929" y="477198"/>
                  </a:lnTo>
                  <a:lnTo>
                    <a:pt x="3183714" y="518073"/>
                  </a:lnTo>
                  <a:lnTo>
                    <a:pt x="3236574" y="559637"/>
                  </a:lnTo>
                  <a:lnTo>
                    <a:pt x="3289461" y="601423"/>
                  </a:lnTo>
                  <a:lnTo>
                    <a:pt x="3342317" y="642954"/>
                  </a:lnTo>
                  <a:lnTo>
                    <a:pt x="3395096" y="683766"/>
                  </a:lnTo>
                  <a:lnTo>
                    <a:pt x="3447776" y="723427"/>
                  </a:lnTo>
                  <a:lnTo>
                    <a:pt x="3500376" y="761558"/>
                  </a:lnTo>
                  <a:lnTo>
                    <a:pt x="3552972" y="797844"/>
                  </a:lnTo>
                  <a:lnTo>
                    <a:pt x="3605709" y="832045"/>
                  </a:lnTo>
                  <a:lnTo>
                    <a:pt x="3658814" y="863998"/>
                  </a:lnTo>
                  <a:lnTo>
                    <a:pt x="3712611" y="893616"/>
                  </a:lnTo>
                  <a:lnTo>
                    <a:pt x="3767540" y="920881"/>
                  </a:lnTo>
                  <a:lnTo>
                    <a:pt x="3820202" y="944187"/>
                  </a:lnTo>
                  <a:lnTo>
                    <a:pt x="3871987" y="964462"/>
                  </a:lnTo>
                  <a:lnTo>
                    <a:pt x="3926213" y="982981"/>
                  </a:lnTo>
                  <a:lnTo>
                    <a:pt x="3983560" y="999806"/>
                  </a:lnTo>
                  <a:lnTo>
                    <a:pt x="4044774" y="1015056"/>
                  </a:lnTo>
                  <a:lnTo>
                    <a:pt x="4110631" y="1028876"/>
                  </a:lnTo>
                  <a:lnTo>
                    <a:pt x="4181889" y="1041415"/>
                  </a:lnTo>
                  <a:lnTo>
                    <a:pt x="4259241" y="1052811"/>
                  </a:lnTo>
                  <a:lnTo>
                    <a:pt x="4343245" y="1063188"/>
                  </a:lnTo>
                  <a:lnTo>
                    <a:pt x="4434234" y="1072647"/>
                  </a:lnTo>
                  <a:lnTo>
                    <a:pt x="4532203" y="1081267"/>
                  </a:lnTo>
                  <a:lnTo>
                    <a:pt x="4636663" y="1089102"/>
                  </a:lnTo>
                  <a:lnTo>
                    <a:pt x="4746503" y="1096181"/>
                  </a:lnTo>
                  <a:lnTo>
                    <a:pt x="4859862" y="1102514"/>
                  </a:lnTo>
                  <a:lnTo>
                    <a:pt x="4974074" y="1108092"/>
                  </a:lnTo>
                  <a:lnTo>
                    <a:pt x="5085727" y="1112899"/>
                  </a:lnTo>
                  <a:lnTo>
                    <a:pt x="5190899" y="1116923"/>
                  </a:lnTo>
                  <a:lnTo>
                    <a:pt x="5285573" y="1120165"/>
                  </a:lnTo>
                  <a:lnTo>
                    <a:pt x="5366190" y="1122650"/>
                  </a:lnTo>
                  <a:lnTo>
                    <a:pt x="5430235" y="1124437"/>
                  </a:lnTo>
                  <a:lnTo>
                    <a:pt x="5476712" y="1125615"/>
                  </a:lnTo>
                  <a:lnTo>
                    <a:pt x="5506387" y="1126301"/>
                  </a:lnTo>
                  <a:lnTo>
                    <a:pt x="5521784" y="1126626"/>
                  </a:lnTo>
                  <a:lnTo>
                    <a:pt x="5526993" y="1126728"/>
                  </a:lnTo>
                  <a:lnTo>
                    <a:pt x="5527445" y="1126736"/>
                  </a:lnTo>
                  <a:lnTo>
                    <a:pt x="6522385" y="1126736"/>
                  </a:lnTo>
                  <a:lnTo>
                    <a:pt x="6523519" y="1126747"/>
                  </a:lnTo>
                  <a:lnTo>
                    <a:pt x="6531002" y="1126823"/>
                  </a:lnTo>
                  <a:lnTo>
                    <a:pt x="6549967" y="1127036"/>
                  </a:lnTo>
                  <a:lnTo>
                    <a:pt x="6584123" y="1127454"/>
                  </a:lnTo>
                  <a:lnTo>
                    <a:pt x="6635541" y="1128145"/>
                  </a:lnTo>
                  <a:lnTo>
                    <a:pt x="6704495" y="1129167"/>
                  </a:lnTo>
                  <a:lnTo>
                    <a:pt x="6789523" y="1130561"/>
                  </a:lnTo>
                  <a:lnTo>
                    <a:pt x="6887745" y="1132352"/>
                  </a:lnTo>
                  <a:lnTo>
                    <a:pt x="6995391" y="1134552"/>
                  </a:lnTo>
                  <a:lnTo>
                    <a:pt x="7108393" y="1137156"/>
                  </a:lnTo>
                  <a:lnTo>
                    <a:pt x="7222916" y="1140158"/>
                  </a:lnTo>
                  <a:lnTo>
                    <a:pt x="7335729" y="1143549"/>
                  </a:lnTo>
                  <a:lnTo>
                    <a:pt x="7444381" y="1147328"/>
                  </a:lnTo>
                  <a:lnTo>
                    <a:pt x="7547231" y="1151502"/>
                  </a:lnTo>
                  <a:lnTo>
                    <a:pt x="7643360" y="1156091"/>
                  </a:lnTo>
                  <a:lnTo>
                    <a:pt x="7732436" y="1161126"/>
                  </a:lnTo>
                  <a:lnTo>
                    <a:pt x="7814566" y="1166652"/>
                  </a:lnTo>
                  <a:lnTo>
                    <a:pt x="7890167" y="1172725"/>
                  </a:lnTo>
                  <a:lnTo>
                    <a:pt x="7959848" y="1179411"/>
                  </a:lnTo>
                  <a:lnTo>
                    <a:pt x="8024335" y="1186787"/>
                  </a:lnTo>
                  <a:lnTo>
                    <a:pt x="8084399" y="1194927"/>
                  </a:lnTo>
                  <a:lnTo>
                    <a:pt x="8140816" y="1203906"/>
                  </a:lnTo>
                  <a:lnTo>
                    <a:pt x="8194322" y="1213779"/>
                  </a:lnTo>
                  <a:lnTo>
                    <a:pt x="8229629" y="1221067"/>
                  </a:lnTo>
                  <a:lnTo>
                    <a:pt x="8289671" y="1234913"/>
                  </a:lnTo>
                  <a:lnTo>
                    <a:pt x="8347872" y="1250113"/>
                  </a:lnTo>
                  <a:lnTo>
                    <a:pt x="8404899" y="1266690"/>
                  </a:lnTo>
                  <a:lnTo>
                    <a:pt x="8461248" y="1284623"/>
                  </a:lnTo>
                  <a:lnTo>
                    <a:pt x="8517275" y="1303844"/>
                  </a:lnTo>
                  <a:lnTo>
                    <a:pt x="8573215" y="1324234"/>
                  </a:lnTo>
                  <a:lnTo>
                    <a:pt x="8629206" y="1345625"/>
                  </a:lnTo>
                  <a:lnTo>
                    <a:pt x="8685306" y="1367800"/>
                  </a:lnTo>
                  <a:lnTo>
                    <a:pt x="8741507" y="1390505"/>
                  </a:lnTo>
                  <a:lnTo>
                    <a:pt x="8797763" y="1413457"/>
                  </a:lnTo>
                  <a:lnTo>
                    <a:pt x="8854008" y="1436361"/>
                  </a:lnTo>
                  <a:lnTo>
                    <a:pt x="8910180" y="1458924"/>
                  </a:lnTo>
                  <a:lnTo>
                    <a:pt x="8966242" y="1480871"/>
                  </a:lnTo>
                  <a:lnTo>
                    <a:pt x="9022207" y="1501959"/>
                  </a:lnTo>
                  <a:lnTo>
                    <a:pt x="9078156" y="1521986"/>
                  </a:lnTo>
                  <a:lnTo>
                    <a:pt x="9134256" y="1540800"/>
                  </a:lnTo>
                  <a:lnTo>
                    <a:pt x="9190780" y="1558298"/>
                  </a:lnTo>
                  <a:lnTo>
                    <a:pt x="9248126" y="1574428"/>
                  </a:lnTo>
                  <a:lnTo>
                    <a:pt x="9306841" y="1589185"/>
                  </a:lnTo>
                  <a:lnTo>
                    <a:pt x="9347647" y="1598393"/>
                  </a:lnTo>
                  <a:lnTo>
                    <a:pt x="9399543" y="1608891"/>
                  </a:lnTo>
                  <a:lnTo>
                    <a:pt x="9453890" y="1618478"/>
                  </a:lnTo>
                  <a:lnTo>
                    <a:pt x="9511375" y="1627185"/>
                  </a:lnTo>
                  <a:lnTo>
                    <a:pt x="9572748" y="1635077"/>
                  </a:lnTo>
                  <a:lnTo>
                    <a:pt x="9638790" y="1642227"/>
                  </a:lnTo>
                  <a:lnTo>
                    <a:pt x="9710262" y="1648712"/>
                  </a:lnTo>
                  <a:lnTo>
                    <a:pt x="9787862" y="1654606"/>
                  </a:lnTo>
                  <a:lnTo>
                    <a:pt x="9872148" y="1659971"/>
                  </a:lnTo>
                  <a:lnTo>
                    <a:pt x="9963453" y="1664861"/>
                  </a:lnTo>
                  <a:lnTo>
                    <a:pt x="10061760" y="1669317"/>
                  </a:lnTo>
                  <a:lnTo>
                    <a:pt x="10166570" y="1673365"/>
                  </a:lnTo>
                  <a:lnTo>
                    <a:pt x="10276748" y="1677022"/>
                  </a:lnTo>
                  <a:lnTo>
                    <a:pt x="10390402" y="1680291"/>
                  </a:lnTo>
                  <a:lnTo>
                    <a:pt x="10504829" y="1683168"/>
                  </a:lnTo>
                  <a:lnTo>
                    <a:pt x="10616577" y="1685645"/>
                  </a:lnTo>
                  <a:lnTo>
                    <a:pt x="10721690" y="1687716"/>
                  </a:lnTo>
                  <a:lnTo>
                    <a:pt x="10816131" y="1689381"/>
                  </a:lnTo>
                  <a:lnTo>
                    <a:pt x="10896346" y="1690654"/>
                  </a:lnTo>
                  <a:lnTo>
                    <a:pt x="10959854" y="1691566"/>
                  </a:lnTo>
                  <a:lnTo>
                    <a:pt x="11005717" y="1692164"/>
                  </a:lnTo>
                  <a:lnTo>
                    <a:pt x="11034780" y="1692510"/>
                  </a:lnTo>
                  <a:lnTo>
                    <a:pt x="11049655" y="1692672"/>
                  </a:lnTo>
                  <a:lnTo>
                    <a:pt x="11054521" y="1692721"/>
                  </a:lnTo>
                  <a:lnTo>
                    <a:pt x="11054891" y="1692724"/>
                  </a:lnTo>
                  <a:lnTo>
                    <a:pt x="12049831" y="1692724"/>
                  </a:lnTo>
                  <a:lnTo>
                    <a:pt x="12049831" y="1661281"/>
                  </a:lnTo>
                  <a:lnTo>
                    <a:pt x="11054891" y="1661281"/>
                  </a:lnTo>
                  <a:lnTo>
                    <a:pt x="11053757" y="1661270"/>
                  </a:lnTo>
                  <a:lnTo>
                    <a:pt x="11046274" y="1661193"/>
                  </a:lnTo>
                  <a:lnTo>
                    <a:pt x="11027310" y="1660981"/>
                  </a:lnTo>
                  <a:lnTo>
                    <a:pt x="10993154" y="1660562"/>
                  </a:lnTo>
                  <a:lnTo>
                    <a:pt x="10941736" y="1659871"/>
                  </a:lnTo>
                  <a:lnTo>
                    <a:pt x="10872782" y="1658850"/>
                  </a:lnTo>
                  <a:lnTo>
                    <a:pt x="10787754" y="1657456"/>
                  </a:lnTo>
                  <a:lnTo>
                    <a:pt x="10689532" y="1655664"/>
                  </a:lnTo>
                  <a:lnTo>
                    <a:pt x="10581886" y="1653465"/>
                  </a:lnTo>
                  <a:lnTo>
                    <a:pt x="10468884" y="1650860"/>
                  </a:lnTo>
                  <a:lnTo>
                    <a:pt x="10354360" y="1647859"/>
                  </a:lnTo>
                  <a:lnTo>
                    <a:pt x="10241548" y="1644467"/>
                  </a:lnTo>
                  <a:lnTo>
                    <a:pt x="10132895" y="1640688"/>
                  </a:lnTo>
                  <a:lnTo>
                    <a:pt x="10030045" y="1636514"/>
                  </a:lnTo>
                  <a:lnTo>
                    <a:pt x="9933916" y="1631925"/>
                  </a:lnTo>
                  <a:lnTo>
                    <a:pt x="9844841" y="1626890"/>
                  </a:lnTo>
                  <a:lnTo>
                    <a:pt x="9762710" y="1621365"/>
                  </a:lnTo>
                  <a:lnTo>
                    <a:pt x="9687110" y="1615292"/>
                  </a:lnTo>
                  <a:lnTo>
                    <a:pt x="9617428" y="1608605"/>
                  </a:lnTo>
                  <a:lnTo>
                    <a:pt x="9552942" y="1601230"/>
                  </a:lnTo>
                  <a:lnTo>
                    <a:pt x="9492877" y="1593089"/>
                  </a:lnTo>
                  <a:lnTo>
                    <a:pt x="9436460" y="1584110"/>
                  </a:lnTo>
                  <a:lnTo>
                    <a:pt x="9382955" y="1574238"/>
                  </a:lnTo>
                  <a:lnTo>
                    <a:pt x="9347647" y="1566949"/>
                  </a:lnTo>
                  <a:lnTo>
                    <a:pt x="9287605" y="1553104"/>
                  </a:lnTo>
                  <a:lnTo>
                    <a:pt x="9229405" y="1537904"/>
                  </a:lnTo>
                  <a:lnTo>
                    <a:pt x="9172378" y="1521327"/>
                  </a:lnTo>
                  <a:lnTo>
                    <a:pt x="9116028" y="1503394"/>
                  </a:lnTo>
                  <a:lnTo>
                    <a:pt x="9060002" y="1484173"/>
                  </a:lnTo>
                  <a:lnTo>
                    <a:pt x="9004062" y="1463782"/>
                  </a:lnTo>
                  <a:lnTo>
                    <a:pt x="8948070" y="1442391"/>
                  </a:lnTo>
                  <a:lnTo>
                    <a:pt x="8891971" y="1420216"/>
                  </a:lnTo>
                  <a:lnTo>
                    <a:pt x="8835770" y="1397511"/>
                  </a:lnTo>
                  <a:lnTo>
                    <a:pt x="8779513" y="1374559"/>
                  </a:lnTo>
                  <a:lnTo>
                    <a:pt x="8723268" y="1351655"/>
                  </a:lnTo>
                  <a:lnTo>
                    <a:pt x="8667096" y="1329092"/>
                  </a:lnTo>
                  <a:lnTo>
                    <a:pt x="8611034" y="1307145"/>
                  </a:lnTo>
                  <a:lnTo>
                    <a:pt x="8555069" y="1286058"/>
                  </a:lnTo>
                  <a:lnTo>
                    <a:pt x="8499120" y="1266030"/>
                  </a:lnTo>
                  <a:lnTo>
                    <a:pt x="8443020" y="1247216"/>
                  </a:lnTo>
                  <a:lnTo>
                    <a:pt x="8386496" y="1229718"/>
                  </a:lnTo>
                  <a:lnTo>
                    <a:pt x="8329151" y="1213588"/>
                  </a:lnTo>
                  <a:lnTo>
                    <a:pt x="8270436" y="1198831"/>
                  </a:lnTo>
                  <a:lnTo>
                    <a:pt x="8229629" y="1189623"/>
                  </a:lnTo>
                  <a:lnTo>
                    <a:pt x="8177734" y="1179125"/>
                  </a:lnTo>
                  <a:lnTo>
                    <a:pt x="8123386" y="1169539"/>
                  </a:lnTo>
                  <a:lnTo>
                    <a:pt x="8065902" y="1160831"/>
                  </a:lnTo>
                  <a:lnTo>
                    <a:pt x="8004528" y="1152940"/>
                  </a:lnTo>
                  <a:lnTo>
                    <a:pt x="7938487" y="1145790"/>
                  </a:lnTo>
                  <a:lnTo>
                    <a:pt x="7867014" y="1139304"/>
                  </a:lnTo>
                  <a:lnTo>
                    <a:pt x="7789415" y="1133411"/>
                  </a:lnTo>
                  <a:lnTo>
                    <a:pt x="7705128" y="1128045"/>
                  </a:lnTo>
                  <a:lnTo>
                    <a:pt x="7613824" y="1123155"/>
                  </a:lnTo>
                  <a:lnTo>
                    <a:pt x="7515516" y="1118700"/>
                  </a:lnTo>
                  <a:lnTo>
                    <a:pt x="7410707" y="1114651"/>
                  </a:lnTo>
                  <a:lnTo>
                    <a:pt x="7300529" y="1110995"/>
                  </a:lnTo>
                  <a:lnTo>
                    <a:pt x="7186874" y="1107726"/>
                  </a:lnTo>
                  <a:lnTo>
                    <a:pt x="7072448" y="1104848"/>
                  </a:lnTo>
                  <a:lnTo>
                    <a:pt x="6960700" y="1102371"/>
                  </a:lnTo>
                  <a:lnTo>
                    <a:pt x="6855587" y="1100300"/>
                  </a:lnTo>
                  <a:lnTo>
                    <a:pt x="6761146" y="1098636"/>
                  </a:lnTo>
                  <a:lnTo>
                    <a:pt x="6680930" y="1097363"/>
                  </a:lnTo>
                  <a:lnTo>
                    <a:pt x="6617422" y="1096450"/>
                  </a:lnTo>
                  <a:lnTo>
                    <a:pt x="6571560" y="1095852"/>
                  </a:lnTo>
                  <a:lnTo>
                    <a:pt x="6542496" y="1095506"/>
                  </a:lnTo>
                  <a:lnTo>
                    <a:pt x="6527622" y="1095344"/>
                  </a:lnTo>
                  <a:lnTo>
                    <a:pt x="6522756" y="1095295"/>
                  </a:lnTo>
                  <a:lnTo>
                    <a:pt x="6522385" y="1095292"/>
                  </a:lnTo>
                  <a:lnTo>
                    <a:pt x="5527445" y="1095292"/>
                  </a:lnTo>
                  <a:lnTo>
                    <a:pt x="5526318" y="1095271"/>
                  </a:lnTo>
                  <a:lnTo>
                    <a:pt x="5518880" y="1095124"/>
                  </a:lnTo>
                  <a:lnTo>
                    <a:pt x="5500026" y="1094715"/>
                  </a:lnTo>
                  <a:lnTo>
                    <a:pt x="5466061" y="1093911"/>
                  </a:lnTo>
                  <a:lnTo>
                    <a:pt x="5414916" y="1092581"/>
                  </a:lnTo>
                  <a:lnTo>
                    <a:pt x="5346299" y="1090617"/>
                  </a:lnTo>
                  <a:lnTo>
                    <a:pt x="5261648" y="1087935"/>
                  </a:lnTo>
                  <a:lnTo>
                    <a:pt x="5163807" y="1084487"/>
                  </a:lnTo>
                  <a:lnTo>
                    <a:pt x="5056515" y="1080254"/>
                  </a:lnTo>
                  <a:lnTo>
                    <a:pt x="4943814" y="1075240"/>
                  </a:lnTo>
                  <a:lnTo>
                    <a:pt x="4829524" y="1069460"/>
                  </a:lnTo>
                  <a:lnTo>
                    <a:pt x="4716873" y="1062928"/>
                  </a:lnTo>
                  <a:lnTo>
                    <a:pt x="4608314" y="1055650"/>
                  </a:lnTo>
                  <a:lnTo>
                    <a:pt x="4505499" y="1047610"/>
                  </a:lnTo>
                  <a:lnTo>
                    <a:pt x="4409361" y="1038774"/>
                  </a:lnTo>
                  <a:lnTo>
                    <a:pt x="4320243" y="1029079"/>
                  </a:lnTo>
                  <a:lnTo>
                    <a:pt x="4238051" y="1018442"/>
                  </a:lnTo>
                  <a:lnTo>
                    <a:pt x="4162381" y="1006755"/>
                  </a:lnTo>
                  <a:lnTo>
                    <a:pt x="4092630" y="993890"/>
                  </a:lnTo>
                  <a:lnTo>
                    <a:pt x="4028082" y="979704"/>
                  </a:lnTo>
                  <a:lnTo>
                    <a:pt x="3967971" y="964049"/>
                  </a:lnTo>
                  <a:lnTo>
                    <a:pt x="3911524" y="946784"/>
                  </a:lnTo>
                  <a:lnTo>
                    <a:pt x="3858010" y="927801"/>
                  </a:lnTo>
                  <a:lnTo>
                    <a:pt x="3820202" y="912743"/>
                  </a:lnTo>
                  <a:lnTo>
                    <a:pt x="3763701" y="887630"/>
                  </a:lnTo>
                  <a:lnTo>
                    <a:pt x="3708867" y="860204"/>
                  </a:lnTo>
                  <a:lnTo>
                    <a:pt x="3655130" y="830423"/>
                  </a:lnTo>
                  <a:lnTo>
                    <a:pt x="3602060" y="798311"/>
                  </a:lnTo>
                  <a:lnTo>
                    <a:pt x="3549339" y="763960"/>
                  </a:lnTo>
                  <a:lnTo>
                    <a:pt x="3496747" y="727538"/>
                  </a:lnTo>
                  <a:lnTo>
                    <a:pt x="3444143" y="689291"/>
                  </a:lnTo>
                  <a:lnTo>
                    <a:pt x="3391456" y="649538"/>
                  </a:lnTo>
                  <a:lnTo>
                    <a:pt x="3338671" y="608662"/>
                  </a:lnTo>
                  <a:lnTo>
                    <a:pt x="3285811" y="567098"/>
                  </a:lnTo>
                  <a:lnTo>
                    <a:pt x="3232924" y="525312"/>
                  </a:lnTo>
                  <a:lnTo>
                    <a:pt x="3180068" y="483781"/>
                  </a:lnTo>
                  <a:lnTo>
                    <a:pt x="3127289" y="442969"/>
                  </a:lnTo>
                  <a:lnTo>
                    <a:pt x="3074609" y="403308"/>
                  </a:lnTo>
                  <a:lnTo>
                    <a:pt x="3022009" y="365178"/>
                  </a:lnTo>
                  <a:lnTo>
                    <a:pt x="2969413" y="328892"/>
                  </a:lnTo>
                  <a:lnTo>
                    <a:pt x="2916676" y="294690"/>
                  </a:lnTo>
                  <a:lnTo>
                    <a:pt x="2863571" y="262737"/>
                  </a:lnTo>
                  <a:lnTo>
                    <a:pt x="2809774" y="233119"/>
                  </a:lnTo>
                  <a:lnTo>
                    <a:pt x="2754845" y="205854"/>
                  </a:lnTo>
                  <a:lnTo>
                    <a:pt x="2702183" y="182548"/>
                  </a:lnTo>
                  <a:lnTo>
                    <a:pt x="2650398" y="162273"/>
                  </a:lnTo>
                  <a:lnTo>
                    <a:pt x="2596172" y="143754"/>
                  </a:lnTo>
                  <a:lnTo>
                    <a:pt x="2538825" y="126930"/>
                  </a:lnTo>
                  <a:lnTo>
                    <a:pt x="2477611" y="111679"/>
                  </a:lnTo>
                  <a:lnTo>
                    <a:pt x="2411754" y="97859"/>
                  </a:lnTo>
                  <a:lnTo>
                    <a:pt x="2340496" y="85320"/>
                  </a:lnTo>
                  <a:lnTo>
                    <a:pt x="2263144" y="73924"/>
                  </a:lnTo>
                  <a:lnTo>
                    <a:pt x="2179140" y="63547"/>
                  </a:lnTo>
                  <a:lnTo>
                    <a:pt x="2088151" y="54088"/>
                  </a:lnTo>
                  <a:lnTo>
                    <a:pt x="1990182" y="45468"/>
                  </a:lnTo>
                  <a:lnTo>
                    <a:pt x="1885722" y="37634"/>
                  </a:lnTo>
                  <a:lnTo>
                    <a:pt x="1775882" y="30554"/>
                  </a:lnTo>
                  <a:lnTo>
                    <a:pt x="1662523" y="24222"/>
                  </a:lnTo>
                  <a:lnTo>
                    <a:pt x="1548311" y="18644"/>
                  </a:lnTo>
                  <a:lnTo>
                    <a:pt x="1436658" y="13836"/>
                  </a:lnTo>
                  <a:lnTo>
                    <a:pt x="1331486" y="9812"/>
                  </a:lnTo>
                  <a:lnTo>
                    <a:pt x="1236812" y="6570"/>
                  </a:lnTo>
                  <a:lnTo>
                    <a:pt x="1156195" y="4085"/>
                  </a:lnTo>
                  <a:lnTo>
                    <a:pt x="1092150" y="2299"/>
                  </a:lnTo>
                  <a:lnTo>
                    <a:pt x="1045673" y="1121"/>
                  </a:lnTo>
                  <a:lnTo>
                    <a:pt x="1015998" y="435"/>
                  </a:lnTo>
                  <a:lnTo>
                    <a:pt x="1000600" y="109"/>
                  </a:lnTo>
                  <a:lnTo>
                    <a:pt x="995392" y="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71" name="pl270"/>
            <p:cNvSpPr/>
            <p:nvPr/>
          </p:nvSpPr>
          <p:spPr>
            <a:xfrm>
              <a:off x="1199187" y="2274270"/>
              <a:ext cx="12049831" cy="1661281"/>
            </a:xfrm>
            <a:custGeom>
              <a:avLst/>
              <a:pathLst>
                <a:path w="12049831" h="1661281">
                  <a:moveTo>
                    <a:pt x="0" y="0"/>
                  </a:moveTo>
                  <a:lnTo>
                    <a:pt x="994940" y="0"/>
                  </a:lnTo>
                  <a:lnTo>
                    <a:pt x="996067" y="20"/>
                  </a:lnTo>
                  <a:lnTo>
                    <a:pt x="1003505" y="168"/>
                  </a:lnTo>
                  <a:lnTo>
                    <a:pt x="1022359" y="576"/>
                  </a:lnTo>
                  <a:lnTo>
                    <a:pt x="1056324" y="1381"/>
                  </a:lnTo>
                  <a:lnTo>
                    <a:pt x="1107469" y="2710"/>
                  </a:lnTo>
                  <a:lnTo>
                    <a:pt x="1176086" y="4675"/>
                  </a:lnTo>
                  <a:lnTo>
                    <a:pt x="1260737" y="7357"/>
                  </a:lnTo>
                  <a:lnTo>
                    <a:pt x="1358578" y="10805"/>
                  </a:lnTo>
                  <a:lnTo>
                    <a:pt x="1465870" y="15038"/>
                  </a:lnTo>
                  <a:lnTo>
                    <a:pt x="1578571" y="20052"/>
                  </a:lnTo>
                  <a:lnTo>
                    <a:pt x="1692861" y="25832"/>
                  </a:lnTo>
                  <a:lnTo>
                    <a:pt x="1805512" y="32363"/>
                  </a:lnTo>
                  <a:lnTo>
                    <a:pt x="1914071" y="39642"/>
                  </a:lnTo>
                  <a:lnTo>
                    <a:pt x="2016886" y="47681"/>
                  </a:lnTo>
                  <a:lnTo>
                    <a:pt x="2113024" y="56518"/>
                  </a:lnTo>
                  <a:lnTo>
                    <a:pt x="2202142" y="66212"/>
                  </a:lnTo>
                  <a:lnTo>
                    <a:pt x="2284334" y="76849"/>
                  </a:lnTo>
                  <a:lnTo>
                    <a:pt x="2360004" y="88536"/>
                  </a:lnTo>
                  <a:lnTo>
                    <a:pt x="2429755" y="101401"/>
                  </a:lnTo>
                  <a:lnTo>
                    <a:pt x="2494303" y="115587"/>
                  </a:lnTo>
                  <a:lnTo>
                    <a:pt x="2554414" y="131242"/>
                  </a:lnTo>
                  <a:lnTo>
                    <a:pt x="2610861" y="148507"/>
                  </a:lnTo>
                  <a:lnTo>
                    <a:pt x="2664375" y="167490"/>
                  </a:lnTo>
                  <a:lnTo>
                    <a:pt x="2702183" y="182548"/>
                  </a:lnTo>
                  <a:lnTo>
                    <a:pt x="2758684" y="207661"/>
                  </a:lnTo>
                  <a:lnTo>
                    <a:pt x="2813518" y="235088"/>
                  </a:lnTo>
                  <a:lnTo>
                    <a:pt x="2867255" y="264868"/>
                  </a:lnTo>
                  <a:lnTo>
                    <a:pt x="2920325" y="296980"/>
                  </a:lnTo>
                  <a:lnTo>
                    <a:pt x="2973046" y="331332"/>
                  </a:lnTo>
                  <a:lnTo>
                    <a:pt x="3025638" y="367754"/>
                  </a:lnTo>
                  <a:lnTo>
                    <a:pt x="3078242" y="406001"/>
                  </a:lnTo>
                  <a:lnTo>
                    <a:pt x="3130929" y="445754"/>
                  </a:lnTo>
                  <a:lnTo>
                    <a:pt x="3183714" y="486630"/>
                  </a:lnTo>
                  <a:lnTo>
                    <a:pt x="3236574" y="528194"/>
                  </a:lnTo>
                  <a:lnTo>
                    <a:pt x="3289461" y="569980"/>
                  </a:lnTo>
                  <a:lnTo>
                    <a:pt x="3342317" y="611511"/>
                  </a:lnTo>
                  <a:lnTo>
                    <a:pt x="3395096" y="652322"/>
                  </a:lnTo>
                  <a:lnTo>
                    <a:pt x="3447776" y="691983"/>
                  </a:lnTo>
                  <a:lnTo>
                    <a:pt x="3500376" y="730114"/>
                  </a:lnTo>
                  <a:lnTo>
                    <a:pt x="3552972" y="766400"/>
                  </a:lnTo>
                  <a:lnTo>
                    <a:pt x="3605709" y="800601"/>
                  </a:lnTo>
                  <a:lnTo>
                    <a:pt x="3658814" y="832555"/>
                  </a:lnTo>
                  <a:lnTo>
                    <a:pt x="3712611" y="862172"/>
                  </a:lnTo>
                  <a:lnTo>
                    <a:pt x="3767540" y="889437"/>
                  </a:lnTo>
                  <a:lnTo>
                    <a:pt x="3820202" y="912743"/>
                  </a:lnTo>
                  <a:lnTo>
                    <a:pt x="3871987" y="933019"/>
                  </a:lnTo>
                  <a:lnTo>
                    <a:pt x="3926213" y="951537"/>
                  </a:lnTo>
                  <a:lnTo>
                    <a:pt x="3983560" y="968362"/>
                  </a:lnTo>
                  <a:lnTo>
                    <a:pt x="4044774" y="983612"/>
                  </a:lnTo>
                  <a:lnTo>
                    <a:pt x="4110631" y="997433"/>
                  </a:lnTo>
                  <a:lnTo>
                    <a:pt x="4181889" y="1009971"/>
                  </a:lnTo>
                  <a:lnTo>
                    <a:pt x="4259241" y="1021367"/>
                  </a:lnTo>
                  <a:lnTo>
                    <a:pt x="4343245" y="1031744"/>
                  </a:lnTo>
                  <a:lnTo>
                    <a:pt x="4434234" y="1041203"/>
                  </a:lnTo>
                  <a:lnTo>
                    <a:pt x="4532203" y="1049823"/>
                  </a:lnTo>
                  <a:lnTo>
                    <a:pt x="4636663" y="1057658"/>
                  </a:lnTo>
                  <a:lnTo>
                    <a:pt x="4746503" y="1064737"/>
                  </a:lnTo>
                  <a:lnTo>
                    <a:pt x="4859862" y="1071070"/>
                  </a:lnTo>
                  <a:lnTo>
                    <a:pt x="4974074" y="1076648"/>
                  </a:lnTo>
                  <a:lnTo>
                    <a:pt x="5085727" y="1081456"/>
                  </a:lnTo>
                  <a:lnTo>
                    <a:pt x="5190899" y="1085480"/>
                  </a:lnTo>
                  <a:lnTo>
                    <a:pt x="5285573" y="1088721"/>
                  </a:lnTo>
                  <a:lnTo>
                    <a:pt x="5366190" y="1091206"/>
                  </a:lnTo>
                  <a:lnTo>
                    <a:pt x="5430235" y="1092993"/>
                  </a:lnTo>
                  <a:lnTo>
                    <a:pt x="5476712" y="1094171"/>
                  </a:lnTo>
                  <a:lnTo>
                    <a:pt x="5506387" y="1094857"/>
                  </a:lnTo>
                  <a:lnTo>
                    <a:pt x="5521784" y="1095183"/>
                  </a:lnTo>
                  <a:lnTo>
                    <a:pt x="5526993" y="1095284"/>
                  </a:lnTo>
                  <a:lnTo>
                    <a:pt x="5527445" y="1095292"/>
                  </a:lnTo>
                  <a:lnTo>
                    <a:pt x="6522385" y="1095292"/>
                  </a:lnTo>
                  <a:lnTo>
                    <a:pt x="6523519" y="1095303"/>
                  </a:lnTo>
                  <a:lnTo>
                    <a:pt x="6531002" y="1095380"/>
                  </a:lnTo>
                  <a:lnTo>
                    <a:pt x="6549967" y="1095592"/>
                  </a:lnTo>
                  <a:lnTo>
                    <a:pt x="6584123" y="1096010"/>
                  </a:lnTo>
                  <a:lnTo>
                    <a:pt x="6635541" y="1096702"/>
                  </a:lnTo>
                  <a:lnTo>
                    <a:pt x="6704495" y="1097723"/>
                  </a:lnTo>
                  <a:lnTo>
                    <a:pt x="6789523" y="1099117"/>
                  </a:lnTo>
                  <a:lnTo>
                    <a:pt x="6887745" y="1100909"/>
                  </a:lnTo>
                  <a:lnTo>
                    <a:pt x="6995391" y="1103108"/>
                  </a:lnTo>
                  <a:lnTo>
                    <a:pt x="7108393" y="1105712"/>
                  </a:lnTo>
                  <a:lnTo>
                    <a:pt x="7222916" y="1108714"/>
                  </a:lnTo>
                  <a:lnTo>
                    <a:pt x="7335729" y="1112105"/>
                  </a:lnTo>
                  <a:lnTo>
                    <a:pt x="7444381" y="1115884"/>
                  </a:lnTo>
                  <a:lnTo>
                    <a:pt x="7547231" y="1120058"/>
                  </a:lnTo>
                  <a:lnTo>
                    <a:pt x="7643360" y="1124647"/>
                  </a:lnTo>
                  <a:lnTo>
                    <a:pt x="7732436" y="1129682"/>
                  </a:lnTo>
                  <a:lnTo>
                    <a:pt x="7814566" y="1135208"/>
                  </a:lnTo>
                  <a:lnTo>
                    <a:pt x="7890167" y="1141281"/>
                  </a:lnTo>
                  <a:lnTo>
                    <a:pt x="7959848" y="1147968"/>
                  </a:lnTo>
                  <a:lnTo>
                    <a:pt x="8024335" y="1155343"/>
                  </a:lnTo>
                  <a:lnTo>
                    <a:pt x="8084399" y="1163484"/>
                  </a:lnTo>
                  <a:lnTo>
                    <a:pt x="8140816" y="1172463"/>
                  </a:lnTo>
                  <a:lnTo>
                    <a:pt x="8194322" y="1182335"/>
                  </a:lnTo>
                  <a:lnTo>
                    <a:pt x="8229629" y="1189623"/>
                  </a:lnTo>
                  <a:lnTo>
                    <a:pt x="8289671" y="1203469"/>
                  </a:lnTo>
                  <a:lnTo>
                    <a:pt x="8347872" y="1218669"/>
                  </a:lnTo>
                  <a:lnTo>
                    <a:pt x="8404899" y="1235246"/>
                  </a:lnTo>
                  <a:lnTo>
                    <a:pt x="8461248" y="1253179"/>
                  </a:lnTo>
                  <a:lnTo>
                    <a:pt x="8517275" y="1272400"/>
                  </a:lnTo>
                  <a:lnTo>
                    <a:pt x="8573215" y="1292790"/>
                  </a:lnTo>
                  <a:lnTo>
                    <a:pt x="8629206" y="1314181"/>
                  </a:lnTo>
                  <a:lnTo>
                    <a:pt x="8685306" y="1336356"/>
                  </a:lnTo>
                  <a:lnTo>
                    <a:pt x="8741507" y="1359061"/>
                  </a:lnTo>
                  <a:lnTo>
                    <a:pt x="8797763" y="1382013"/>
                  </a:lnTo>
                  <a:lnTo>
                    <a:pt x="8854008" y="1404917"/>
                  </a:lnTo>
                  <a:lnTo>
                    <a:pt x="8910180" y="1427480"/>
                  </a:lnTo>
                  <a:lnTo>
                    <a:pt x="8966242" y="1449427"/>
                  </a:lnTo>
                  <a:lnTo>
                    <a:pt x="9022207" y="1470515"/>
                  </a:lnTo>
                  <a:lnTo>
                    <a:pt x="9078156" y="1490542"/>
                  </a:lnTo>
                  <a:lnTo>
                    <a:pt x="9134256" y="1509356"/>
                  </a:lnTo>
                  <a:lnTo>
                    <a:pt x="9190780" y="1526854"/>
                  </a:lnTo>
                  <a:lnTo>
                    <a:pt x="9248126" y="1542985"/>
                  </a:lnTo>
                  <a:lnTo>
                    <a:pt x="9306841" y="1557741"/>
                  </a:lnTo>
                  <a:lnTo>
                    <a:pt x="9347647" y="1566949"/>
                  </a:lnTo>
                  <a:lnTo>
                    <a:pt x="9399543" y="1577447"/>
                  </a:lnTo>
                  <a:lnTo>
                    <a:pt x="9453890" y="1587034"/>
                  </a:lnTo>
                  <a:lnTo>
                    <a:pt x="9511375" y="1595742"/>
                  </a:lnTo>
                  <a:lnTo>
                    <a:pt x="9572748" y="1603633"/>
                  </a:lnTo>
                  <a:lnTo>
                    <a:pt x="9638790" y="1610783"/>
                  </a:lnTo>
                  <a:lnTo>
                    <a:pt x="9710262" y="1617268"/>
                  </a:lnTo>
                  <a:lnTo>
                    <a:pt x="9787862" y="1623162"/>
                  </a:lnTo>
                  <a:lnTo>
                    <a:pt x="9872148" y="1628527"/>
                  </a:lnTo>
                  <a:lnTo>
                    <a:pt x="9963453" y="1633418"/>
                  </a:lnTo>
                  <a:lnTo>
                    <a:pt x="10061760" y="1637873"/>
                  </a:lnTo>
                  <a:lnTo>
                    <a:pt x="10166570" y="1641921"/>
                  </a:lnTo>
                  <a:lnTo>
                    <a:pt x="10276748" y="1645578"/>
                  </a:lnTo>
                  <a:lnTo>
                    <a:pt x="10390402" y="1648847"/>
                  </a:lnTo>
                  <a:lnTo>
                    <a:pt x="10504829" y="1651724"/>
                  </a:lnTo>
                  <a:lnTo>
                    <a:pt x="10616577" y="1654202"/>
                  </a:lnTo>
                  <a:lnTo>
                    <a:pt x="10721690" y="1656272"/>
                  </a:lnTo>
                  <a:lnTo>
                    <a:pt x="10816131" y="1657937"/>
                  </a:lnTo>
                  <a:lnTo>
                    <a:pt x="10896346" y="1659210"/>
                  </a:lnTo>
                  <a:lnTo>
                    <a:pt x="10959854" y="1660122"/>
                  </a:lnTo>
                  <a:lnTo>
                    <a:pt x="11005717" y="1660721"/>
                  </a:lnTo>
                  <a:lnTo>
                    <a:pt x="11034780" y="1661066"/>
                  </a:lnTo>
                  <a:lnTo>
                    <a:pt x="11049655" y="1661228"/>
                  </a:lnTo>
                  <a:lnTo>
                    <a:pt x="11054521" y="1661277"/>
                  </a:lnTo>
                  <a:lnTo>
                    <a:pt x="11054891" y="1661281"/>
                  </a:lnTo>
                  <a:lnTo>
                    <a:pt x="12049831" y="1661281"/>
                  </a:lnTo>
                  <a:lnTo>
                    <a:pt x="12049831" y="16612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2" name="pl271"/>
            <p:cNvSpPr/>
            <p:nvPr/>
          </p:nvSpPr>
          <p:spPr>
            <a:xfrm>
              <a:off x="1199187" y="2242826"/>
              <a:ext cx="12049831" cy="1661281"/>
            </a:xfrm>
            <a:custGeom>
              <a:avLst/>
              <a:pathLst>
                <a:path w="12049831" h="1661281">
                  <a:moveTo>
                    <a:pt x="12049831" y="1661281"/>
                  </a:moveTo>
                  <a:lnTo>
                    <a:pt x="11054891" y="1661281"/>
                  </a:lnTo>
                  <a:lnTo>
                    <a:pt x="11053757" y="1661270"/>
                  </a:lnTo>
                  <a:lnTo>
                    <a:pt x="11046274" y="1661193"/>
                  </a:lnTo>
                  <a:lnTo>
                    <a:pt x="11027310" y="1660981"/>
                  </a:lnTo>
                  <a:lnTo>
                    <a:pt x="10993154" y="1660562"/>
                  </a:lnTo>
                  <a:lnTo>
                    <a:pt x="10941736" y="1659871"/>
                  </a:lnTo>
                  <a:lnTo>
                    <a:pt x="10872782" y="1658850"/>
                  </a:lnTo>
                  <a:lnTo>
                    <a:pt x="10787754" y="1657456"/>
                  </a:lnTo>
                  <a:lnTo>
                    <a:pt x="10689532" y="1655664"/>
                  </a:lnTo>
                  <a:lnTo>
                    <a:pt x="10581886" y="1653465"/>
                  </a:lnTo>
                  <a:lnTo>
                    <a:pt x="10468884" y="1650860"/>
                  </a:lnTo>
                  <a:lnTo>
                    <a:pt x="10354360" y="1647859"/>
                  </a:lnTo>
                  <a:lnTo>
                    <a:pt x="10241548" y="1644467"/>
                  </a:lnTo>
                  <a:lnTo>
                    <a:pt x="10132895" y="1640688"/>
                  </a:lnTo>
                  <a:lnTo>
                    <a:pt x="10030045" y="1636514"/>
                  </a:lnTo>
                  <a:lnTo>
                    <a:pt x="9933916" y="1631925"/>
                  </a:lnTo>
                  <a:lnTo>
                    <a:pt x="9844841" y="1626890"/>
                  </a:lnTo>
                  <a:lnTo>
                    <a:pt x="9762710" y="1621365"/>
                  </a:lnTo>
                  <a:lnTo>
                    <a:pt x="9687110" y="1615292"/>
                  </a:lnTo>
                  <a:lnTo>
                    <a:pt x="9617428" y="1608605"/>
                  </a:lnTo>
                  <a:lnTo>
                    <a:pt x="9552942" y="1601230"/>
                  </a:lnTo>
                  <a:lnTo>
                    <a:pt x="9492877" y="1593089"/>
                  </a:lnTo>
                  <a:lnTo>
                    <a:pt x="9436460" y="1584110"/>
                  </a:lnTo>
                  <a:lnTo>
                    <a:pt x="9382955" y="1574238"/>
                  </a:lnTo>
                  <a:lnTo>
                    <a:pt x="9347647" y="1566949"/>
                  </a:lnTo>
                  <a:lnTo>
                    <a:pt x="9287605" y="1553104"/>
                  </a:lnTo>
                  <a:lnTo>
                    <a:pt x="9229405" y="1537904"/>
                  </a:lnTo>
                  <a:lnTo>
                    <a:pt x="9172378" y="1521327"/>
                  </a:lnTo>
                  <a:lnTo>
                    <a:pt x="9116028" y="1503394"/>
                  </a:lnTo>
                  <a:lnTo>
                    <a:pt x="9060002" y="1484173"/>
                  </a:lnTo>
                  <a:lnTo>
                    <a:pt x="9004062" y="1463782"/>
                  </a:lnTo>
                  <a:lnTo>
                    <a:pt x="8948070" y="1442391"/>
                  </a:lnTo>
                  <a:lnTo>
                    <a:pt x="8891971" y="1420216"/>
                  </a:lnTo>
                  <a:lnTo>
                    <a:pt x="8835770" y="1397511"/>
                  </a:lnTo>
                  <a:lnTo>
                    <a:pt x="8779513" y="1374559"/>
                  </a:lnTo>
                  <a:lnTo>
                    <a:pt x="8723268" y="1351655"/>
                  </a:lnTo>
                  <a:lnTo>
                    <a:pt x="8667096" y="1329092"/>
                  </a:lnTo>
                  <a:lnTo>
                    <a:pt x="8611034" y="1307145"/>
                  </a:lnTo>
                  <a:lnTo>
                    <a:pt x="8555069" y="1286058"/>
                  </a:lnTo>
                  <a:lnTo>
                    <a:pt x="8499120" y="1266030"/>
                  </a:lnTo>
                  <a:lnTo>
                    <a:pt x="8443020" y="1247216"/>
                  </a:lnTo>
                  <a:lnTo>
                    <a:pt x="8386496" y="1229718"/>
                  </a:lnTo>
                  <a:lnTo>
                    <a:pt x="8329151" y="1213588"/>
                  </a:lnTo>
                  <a:lnTo>
                    <a:pt x="8270436" y="1198831"/>
                  </a:lnTo>
                  <a:lnTo>
                    <a:pt x="8229629" y="1189623"/>
                  </a:lnTo>
                  <a:lnTo>
                    <a:pt x="8177734" y="1179125"/>
                  </a:lnTo>
                  <a:lnTo>
                    <a:pt x="8123386" y="1169539"/>
                  </a:lnTo>
                  <a:lnTo>
                    <a:pt x="8065902" y="1160831"/>
                  </a:lnTo>
                  <a:lnTo>
                    <a:pt x="8004528" y="1152940"/>
                  </a:lnTo>
                  <a:lnTo>
                    <a:pt x="7938487" y="1145790"/>
                  </a:lnTo>
                  <a:lnTo>
                    <a:pt x="7867014" y="1139304"/>
                  </a:lnTo>
                  <a:lnTo>
                    <a:pt x="7789415" y="1133411"/>
                  </a:lnTo>
                  <a:lnTo>
                    <a:pt x="7705128" y="1128045"/>
                  </a:lnTo>
                  <a:lnTo>
                    <a:pt x="7613824" y="1123155"/>
                  </a:lnTo>
                  <a:lnTo>
                    <a:pt x="7515516" y="1118700"/>
                  </a:lnTo>
                  <a:lnTo>
                    <a:pt x="7410707" y="1114651"/>
                  </a:lnTo>
                  <a:lnTo>
                    <a:pt x="7300529" y="1110995"/>
                  </a:lnTo>
                  <a:lnTo>
                    <a:pt x="7186874" y="1107726"/>
                  </a:lnTo>
                  <a:lnTo>
                    <a:pt x="7072448" y="1104848"/>
                  </a:lnTo>
                  <a:lnTo>
                    <a:pt x="6960700" y="1102371"/>
                  </a:lnTo>
                  <a:lnTo>
                    <a:pt x="6855587" y="1100300"/>
                  </a:lnTo>
                  <a:lnTo>
                    <a:pt x="6761146" y="1098636"/>
                  </a:lnTo>
                  <a:lnTo>
                    <a:pt x="6680930" y="1097363"/>
                  </a:lnTo>
                  <a:lnTo>
                    <a:pt x="6617422" y="1096450"/>
                  </a:lnTo>
                  <a:lnTo>
                    <a:pt x="6571560" y="1095852"/>
                  </a:lnTo>
                  <a:lnTo>
                    <a:pt x="6542496" y="1095506"/>
                  </a:lnTo>
                  <a:lnTo>
                    <a:pt x="6527622" y="1095344"/>
                  </a:lnTo>
                  <a:lnTo>
                    <a:pt x="6522756" y="1095295"/>
                  </a:lnTo>
                  <a:lnTo>
                    <a:pt x="6522385" y="1095292"/>
                  </a:lnTo>
                  <a:lnTo>
                    <a:pt x="5527445" y="1095292"/>
                  </a:lnTo>
                  <a:lnTo>
                    <a:pt x="5526318" y="1095271"/>
                  </a:lnTo>
                  <a:lnTo>
                    <a:pt x="5518880" y="1095124"/>
                  </a:lnTo>
                  <a:lnTo>
                    <a:pt x="5500026" y="1094715"/>
                  </a:lnTo>
                  <a:lnTo>
                    <a:pt x="5466061" y="1093911"/>
                  </a:lnTo>
                  <a:lnTo>
                    <a:pt x="5414916" y="1092581"/>
                  </a:lnTo>
                  <a:lnTo>
                    <a:pt x="5346299" y="1090617"/>
                  </a:lnTo>
                  <a:lnTo>
                    <a:pt x="5261648" y="1087935"/>
                  </a:lnTo>
                  <a:lnTo>
                    <a:pt x="5163807" y="1084487"/>
                  </a:lnTo>
                  <a:lnTo>
                    <a:pt x="5056515" y="1080254"/>
                  </a:lnTo>
                  <a:lnTo>
                    <a:pt x="4943814" y="1075240"/>
                  </a:lnTo>
                  <a:lnTo>
                    <a:pt x="4829524" y="1069460"/>
                  </a:lnTo>
                  <a:lnTo>
                    <a:pt x="4716873" y="1062928"/>
                  </a:lnTo>
                  <a:lnTo>
                    <a:pt x="4608314" y="1055650"/>
                  </a:lnTo>
                  <a:lnTo>
                    <a:pt x="4505499" y="1047610"/>
                  </a:lnTo>
                  <a:lnTo>
                    <a:pt x="4409361" y="1038774"/>
                  </a:lnTo>
                  <a:lnTo>
                    <a:pt x="4320243" y="1029079"/>
                  </a:lnTo>
                  <a:lnTo>
                    <a:pt x="4238051" y="1018442"/>
                  </a:lnTo>
                  <a:lnTo>
                    <a:pt x="4162381" y="1006755"/>
                  </a:lnTo>
                  <a:lnTo>
                    <a:pt x="4092630" y="993890"/>
                  </a:lnTo>
                  <a:lnTo>
                    <a:pt x="4028082" y="979704"/>
                  </a:lnTo>
                  <a:lnTo>
                    <a:pt x="3967971" y="964049"/>
                  </a:lnTo>
                  <a:lnTo>
                    <a:pt x="3911524" y="946784"/>
                  </a:lnTo>
                  <a:lnTo>
                    <a:pt x="3858010" y="927801"/>
                  </a:lnTo>
                  <a:lnTo>
                    <a:pt x="3820202" y="912743"/>
                  </a:lnTo>
                  <a:lnTo>
                    <a:pt x="3763701" y="887630"/>
                  </a:lnTo>
                  <a:lnTo>
                    <a:pt x="3708867" y="860204"/>
                  </a:lnTo>
                  <a:lnTo>
                    <a:pt x="3655130" y="830423"/>
                  </a:lnTo>
                  <a:lnTo>
                    <a:pt x="3602060" y="798311"/>
                  </a:lnTo>
                  <a:lnTo>
                    <a:pt x="3549339" y="763960"/>
                  </a:lnTo>
                  <a:lnTo>
                    <a:pt x="3496747" y="727538"/>
                  </a:lnTo>
                  <a:lnTo>
                    <a:pt x="3444143" y="689291"/>
                  </a:lnTo>
                  <a:lnTo>
                    <a:pt x="3391456" y="649538"/>
                  </a:lnTo>
                  <a:lnTo>
                    <a:pt x="3338671" y="608662"/>
                  </a:lnTo>
                  <a:lnTo>
                    <a:pt x="3285811" y="567098"/>
                  </a:lnTo>
                  <a:lnTo>
                    <a:pt x="3232924" y="525312"/>
                  </a:lnTo>
                  <a:lnTo>
                    <a:pt x="3180068" y="483781"/>
                  </a:lnTo>
                  <a:lnTo>
                    <a:pt x="3127289" y="442969"/>
                  </a:lnTo>
                  <a:lnTo>
                    <a:pt x="3074609" y="403308"/>
                  </a:lnTo>
                  <a:lnTo>
                    <a:pt x="3022009" y="365178"/>
                  </a:lnTo>
                  <a:lnTo>
                    <a:pt x="2969413" y="328892"/>
                  </a:lnTo>
                  <a:lnTo>
                    <a:pt x="2916676" y="294690"/>
                  </a:lnTo>
                  <a:lnTo>
                    <a:pt x="2863571" y="262737"/>
                  </a:lnTo>
                  <a:lnTo>
                    <a:pt x="2809774" y="233119"/>
                  </a:lnTo>
                  <a:lnTo>
                    <a:pt x="2754845" y="205854"/>
                  </a:lnTo>
                  <a:lnTo>
                    <a:pt x="2702183" y="182548"/>
                  </a:lnTo>
                  <a:lnTo>
                    <a:pt x="2650398" y="162273"/>
                  </a:lnTo>
                  <a:lnTo>
                    <a:pt x="2596172" y="143754"/>
                  </a:lnTo>
                  <a:lnTo>
                    <a:pt x="2538825" y="126930"/>
                  </a:lnTo>
                  <a:lnTo>
                    <a:pt x="2477611" y="111679"/>
                  </a:lnTo>
                  <a:lnTo>
                    <a:pt x="2411754" y="97859"/>
                  </a:lnTo>
                  <a:lnTo>
                    <a:pt x="2340496" y="85320"/>
                  </a:lnTo>
                  <a:lnTo>
                    <a:pt x="2263144" y="73924"/>
                  </a:lnTo>
                  <a:lnTo>
                    <a:pt x="2179140" y="63547"/>
                  </a:lnTo>
                  <a:lnTo>
                    <a:pt x="2088151" y="54088"/>
                  </a:lnTo>
                  <a:lnTo>
                    <a:pt x="1990182" y="45468"/>
                  </a:lnTo>
                  <a:lnTo>
                    <a:pt x="1885722" y="37634"/>
                  </a:lnTo>
                  <a:lnTo>
                    <a:pt x="1775882" y="30554"/>
                  </a:lnTo>
                  <a:lnTo>
                    <a:pt x="1662523" y="24222"/>
                  </a:lnTo>
                  <a:lnTo>
                    <a:pt x="1548311" y="18644"/>
                  </a:lnTo>
                  <a:lnTo>
                    <a:pt x="1436658" y="13836"/>
                  </a:lnTo>
                  <a:lnTo>
                    <a:pt x="1331486" y="9812"/>
                  </a:lnTo>
                  <a:lnTo>
                    <a:pt x="1236812" y="6570"/>
                  </a:lnTo>
                  <a:lnTo>
                    <a:pt x="1156195" y="4085"/>
                  </a:lnTo>
                  <a:lnTo>
                    <a:pt x="1092150" y="2299"/>
                  </a:lnTo>
                  <a:lnTo>
                    <a:pt x="1045673" y="1121"/>
                  </a:lnTo>
                  <a:lnTo>
                    <a:pt x="1015998" y="435"/>
                  </a:lnTo>
                  <a:lnTo>
                    <a:pt x="1000600" y="109"/>
                  </a:lnTo>
                  <a:lnTo>
                    <a:pt x="995392" y="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3" name="pg272"/>
            <p:cNvSpPr/>
            <p:nvPr/>
          </p:nvSpPr>
          <p:spPr>
            <a:xfrm>
              <a:off x="1199187" y="2274270"/>
              <a:ext cx="12049831" cy="1886628"/>
            </a:xfrm>
            <a:custGeom>
              <a:avLst/>
              <a:pathLst>
                <a:path w="12049831" h="1886628">
                  <a:moveTo>
                    <a:pt x="0" y="5240"/>
                  </a:moveTo>
                  <a:lnTo>
                    <a:pt x="994940" y="5240"/>
                  </a:lnTo>
                  <a:lnTo>
                    <a:pt x="996067" y="5261"/>
                  </a:lnTo>
                  <a:lnTo>
                    <a:pt x="1003505" y="5409"/>
                  </a:lnTo>
                  <a:lnTo>
                    <a:pt x="1022359" y="5817"/>
                  </a:lnTo>
                  <a:lnTo>
                    <a:pt x="1056324" y="6621"/>
                  </a:lnTo>
                  <a:lnTo>
                    <a:pt x="1107469" y="7951"/>
                  </a:lnTo>
                  <a:lnTo>
                    <a:pt x="1176086" y="9915"/>
                  </a:lnTo>
                  <a:lnTo>
                    <a:pt x="1260737" y="12597"/>
                  </a:lnTo>
                  <a:lnTo>
                    <a:pt x="1358578" y="16045"/>
                  </a:lnTo>
                  <a:lnTo>
                    <a:pt x="1465870" y="20278"/>
                  </a:lnTo>
                  <a:lnTo>
                    <a:pt x="1578571" y="25293"/>
                  </a:lnTo>
                  <a:lnTo>
                    <a:pt x="1692861" y="31073"/>
                  </a:lnTo>
                  <a:lnTo>
                    <a:pt x="1805512" y="37604"/>
                  </a:lnTo>
                  <a:lnTo>
                    <a:pt x="1914071" y="44882"/>
                  </a:lnTo>
                  <a:lnTo>
                    <a:pt x="2016886" y="52922"/>
                  </a:lnTo>
                  <a:lnTo>
                    <a:pt x="2113024" y="61759"/>
                  </a:lnTo>
                  <a:lnTo>
                    <a:pt x="2202142" y="71453"/>
                  </a:lnTo>
                  <a:lnTo>
                    <a:pt x="2284334" y="82090"/>
                  </a:lnTo>
                  <a:lnTo>
                    <a:pt x="2360004" y="93777"/>
                  </a:lnTo>
                  <a:lnTo>
                    <a:pt x="2429755" y="106642"/>
                  </a:lnTo>
                  <a:lnTo>
                    <a:pt x="2494303" y="120828"/>
                  </a:lnTo>
                  <a:lnTo>
                    <a:pt x="2554414" y="136483"/>
                  </a:lnTo>
                  <a:lnTo>
                    <a:pt x="2610861" y="153748"/>
                  </a:lnTo>
                  <a:lnTo>
                    <a:pt x="2664375" y="172731"/>
                  </a:lnTo>
                  <a:lnTo>
                    <a:pt x="2702183" y="187789"/>
                  </a:lnTo>
                  <a:lnTo>
                    <a:pt x="2758684" y="212902"/>
                  </a:lnTo>
                  <a:lnTo>
                    <a:pt x="2813518" y="240328"/>
                  </a:lnTo>
                  <a:lnTo>
                    <a:pt x="2867255" y="270109"/>
                  </a:lnTo>
                  <a:lnTo>
                    <a:pt x="2920325" y="302221"/>
                  </a:lnTo>
                  <a:lnTo>
                    <a:pt x="2973046" y="336572"/>
                  </a:lnTo>
                  <a:lnTo>
                    <a:pt x="3025638" y="372994"/>
                  </a:lnTo>
                  <a:lnTo>
                    <a:pt x="3078242" y="411241"/>
                  </a:lnTo>
                  <a:lnTo>
                    <a:pt x="3130929" y="450995"/>
                  </a:lnTo>
                  <a:lnTo>
                    <a:pt x="3183714" y="491870"/>
                  </a:lnTo>
                  <a:lnTo>
                    <a:pt x="3236574" y="533434"/>
                  </a:lnTo>
                  <a:lnTo>
                    <a:pt x="3289461" y="575220"/>
                  </a:lnTo>
                  <a:lnTo>
                    <a:pt x="3342317" y="616751"/>
                  </a:lnTo>
                  <a:lnTo>
                    <a:pt x="3395096" y="657563"/>
                  </a:lnTo>
                  <a:lnTo>
                    <a:pt x="3447776" y="697224"/>
                  </a:lnTo>
                  <a:lnTo>
                    <a:pt x="3500376" y="735355"/>
                  </a:lnTo>
                  <a:lnTo>
                    <a:pt x="3552972" y="771641"/>
                  </a:lnTo>
                  <a:lnTo>
                    <a:pt x="3605709" y="805842"/>
                  </a:lnTo>
                  <a:lnTo>
                    <a:pt x="3658814" y="837795"/>
                  </a:lnTo>
                  <a:lnTo>
                    <a:pt x="3712611" y="867413"/>
                  </a:lnTo>
                  <a:lnTo>
                    <a:pt x="3767540" y="894678"/>
                  </a:lnTo>
                  <a:lnTo>
                    <a:pt x="3820202" y="917984"/>
                  </a:lnTo>
                  <a:lnTo>
                    <a:pt x="3871987" y="938259"/>
                  </a:lnTo>
                  <a:lnTo>
                    <a:pt x="3926213" y="956778"/>
                  </a:lnTo>
                  <a:lnTo>
                    <a:pt x="3983560" y="973603"/>
                  </a:lnTo>
                  <a:lnTo>
                    <a:pt x="4044774" y="988853"/>
                  </a:lnTo>
                  <a:lnTo>
                    <a:pt x="4110631" y="1002673"/>
                  </a:lnTo>
                  <a:lnTo>
                    <a:pt x="4181889" y="1015212"/>
                  </a:lnTo>
                  <a:lnTo>
                    <a:pt x="4259241" y="1026608"/>
                  </a:lnTo>
                  <a:lnTo>
                    <a:pt x="4343245" y="1036985"/>
                  </a:lnTo>
                  <a:lnTo>
                    <a:pt x="4434234" y="1046444"/>
                  </a:lnTo>
                  <a:lnTo>
                    <a:pt x="4532203" y="1055064"/>
                  </a:lnTo>
                  <a:lnTo>
                    <a:pt x="4636663" y="1062899"/>
                  </a:lnTo>
                  <a:lnTo>
                    <a:pt x="4746503" y="1069978"/>
                  </a:lnTo>
                  <a:lnTo>
                    <a:pt x="4859862" y="1076310"/>
                  </a:lnTo>
                  <a:lnTo>
                    <a:pt x="4974074" y="1081888"/>
                  </a:lnTo>
                  <a:lnTo>
                    <a:pt x="5085727" y="1086696"/>
                  </a:lnTo>
                  <a:lnTo>
                    <a:pt x="5190899" y="1090720"/>
                  </a:lnTo>
                  <a:lnTo>
                    <a:pt x="5285573" y="1093962"/>
                  </a:lnTo>
                  <a:lnTo>
                    <a:pt x="5366190" y="1096447"/>
                  </a:lnTo>
                  <a:lnTo>
                    <a:pt x="5430235" y="1098233"/>
                  </a:lnTo>
                  <a:lnTo>
                    <a:pt x="5476712" y="1099412"/>
                  </a:lnTo>
                  <a:lnTo>
                    <a:pt x="5506387" y="1100098"/>
                  </a:lnTo>
                  <a:lnTo>
                    <a:pt x="5521784" y="1100423"/>
                  </a:lnTo>
                  <a:lnTo>
                    <a:pt x="5526993" y="1100524"/>
                  </a:lnTo>
                  <a:lnTo>
                    <a:pt x="5527445" y="1100533"/>
                  </a:lnTo>
                  <a:lnTo>
                    <a:pt x="6522385" y="1100533"/>
                  </a:lnTo>
                  <a:lnTo>
                    <a:pt x="6523517" y="1100548"/>
                  </a:lnTo>
                  <a:lnTo>
                    <a:pt x="6530985" y="1100654"/>
                  </a:lnTo>
                  <a:lnTo>
                    <a:pt x="6549911" y="1100948"/>
                  </a:lnTo>
                  <a:lnTo>
                    <a:pt x="6584002" y="1101528"/>
                  </a:lnTo>
                  <a:lnTo>
                    <a:pt x="6635328" y="1102486"/>
                  </a:lnTo>
                  <a:lnTo>
                    <a:pt x="6704167" y="1103902"/>
                  </a:lnTo>
                  <a:lnTo>
                    <a:pt x="6789067" y="1105834"/>
                  </a:lnTo>
                  <a:lnTo>
                    <a:pt x="6887160" y="1108318"/>
                  </a:lnTo>
                  <a:lnTo>
                    <a:pt x="6994686" y="1111367"/>
                  </a:lnTo>
                  <a:lnTo>
                    <a:pt x="7107586" y="1114978"/>
                  </a:lnTo>
                  <a:lnTo>
                    <a:pt x="7222030" y="1119140"/>
                  </a:lnTo>
                  <a:lnTo>
                    <a:pt x="7334788" y="1123842"/>
                  </a:lnTo>
                  <a:lnTo>
                    <a:pt x="7443409" y="1129082"/>
                  </a:lnTo>
                  <a:lnTo>
                    <a:pt x="7546247" y="1134870"/>
                  </a:lnTo>
                  <a:lnTo>
                    <a:pt x="7642379" y="1141233"/>
                  </a:lnTo>
                  <a:lnTo>
                    <a:pt x="7731469" y="1148214"/>
                  </a:lnTo>
                  <a:lnTo>
                    <a:pt x="7813621" y="1155875"/>
                  </a:lnTo>
                  <a:lnTo>
                    <a:pt x="7889245" y="1164294"/>
                  </a:lnTo>
                  <a:lnTo>
                    <a:pt x="7958950" y="1173563"/>
                  </a:lnTo>
                  <a:lnTo>
                    <a:pt x="8023457" y="1183785"/>
                  </a:lnTo>
                  <a:lnTo>
                    <a:pt x="8083538" y="1195067"/>
                  </a:lnTo>
                  <a:lnTo>
                    <a:pt x="8139965" y="1207511"/>
                  </a:lnTo>
                  <a:lnTo>
                    <a:pt x="8193473" y="1221193"/>
                  </a:lnTo>
                  <a:lnTo>
                    <a:pt x="8229629" y="1231549"/>
                  </a:lnTo>
                  <a:lnTo>
                    <a:pt x="8288348" y="1250326"/>
                  </a:lnTo>
                  <a:lnTo>
                    <a:pt x="8345290" y="1270901"/>
                  </a:lnTo>
                  <a:lnTo>
                    <a:pt x="8401087" y="1293304"/>
                  </a:lnTo>
                  <a:lnTo>
                    <a:pt x="8456209" y="1317510"/>
                  </a:lnTo>
                  <a:lnTo>
                    <a:pt x="8510998" y="1343437"/>
                  </a:lnTo>
                  <a:lnTo>
                    <a:pt x="8565685" y="1370937"/>
                  </a:lnTo>
                  <a:lnTo>
                    <a:pt x="8620408" y="1399800"/>
                  </a:lnTo>
                  <a:lnTo>
                    <a:pt x="8675230" y="1429752"/>
                  </a:lnTo>
                  <a:lnTo>
                    <a:pt x="8730154" y="1460471"/>
                  </a:lnTo>
                  <a:lnTo>
                    <a:pt x="8785142" y="1491597"/>
                  </a:lnTo>
                  <a:lnTo>
                    <a:pt x="8840134" y="1522747"/>
                  </a:lnTo>
                  <a:lnTo>
                    <a:pt x="8895069" y="1553538"/>
                  </a:lnTo>
                  <a:lnTo>
                    <a:pt x="8949905" y="1583607"/>
                  </a:lnTo>
                  <a:lnTo>
                    <a:pt x="9004638" y="1612624"/>
                  </a:lnTo>
                  <a:lnTo>
                    <a:pt x="9059324" y="1640311"/>
                  </a:lnTo>
                  <a:lnTo>
                    <a:pt x="9114089" y="1666447"/>
                  </a:lnTo>
                  <a:lnTo>
                    <a:pt x="9169152" y="1690878"/>
                  </a:lnTo>
                  <a:lnTo>
                    <a:pt x="9224840" y="1713512"/>
                  </a:lnTo>
                  <a:lnTo>
                    <a:pt x="9281606" y="1734319"/>
                  </a:lnTo>
                  <a:lnTo>
                    <a:pt x="9340057" y="1753322"/>
                  </a:lnTo>
                  <a:lnTo>
                    <a:pt x="9347647" y="1755612"/>
                  </a:lnTo>
                  <a:lnTo>
                    <a:pt x="9399505" y="1770183"/>
                  </a:lnTo>
                  <a:lnTo>
                    <a:pt x="9453812" y="1783489"/>
                  </a:lnTo>
                  <a:lnTo>
                    <a:pt x="9511249" y="1795577"/>
                  </a:lnTo>
                  <a:lnTo>
                    <a:pt x="9572569" y="1806532"/>
                  </a:lnTo>
                  <a:lnTo>
                    <a:pt x="9638548" y="1816459"/>
                  </a:lnTo>
                  <a:lnTo>
                    <a:pt x="9709947" y="1825463"/>
                  </a:lnTo>
                  <a:lnTo>
                    <a:pt x="9787463" y="1833647"/>
                  </a:lnTo>
                  <a:lnTo>
                    <a:pt x="9871653" y="1841097"/>
                  </a:lnTo>
                  <a:lnTo>
                    <a:pt x="9962850" y="1847888"/>
                  </a:lnTo>
                  <a:lnTo>
                    <a:pt x="10061043" y="1854076"/>
                  </a:lnTo>
                  <a:lnTo>
                    <a:pt x="10165734" y="1859698"/>
                  </a:lnTo>
                  <a:lnTo>
                    <a:pt x="10275797" y="1864778"/>
                  </a:lnTo>
                  <a:lnTo>
                    <a:pt x="10389351" y="1869320"/>
                  </a:lnTo>
                  <a:lnTo>
                    <a:pt x="10503705" y="1873318"/>
                  </a:lnTo>
                  <a:lnTo>
                    <a:pt x="10615422" y="1876763"/>
                  </a:lnTo>
                  <a:lnTo>
                    <a:pt x="10720555" y="1879643"/>
                  </a:lnTo>
                  <a:lnTo>
                    <a:pt x="10815076" y="1881960"/>
                  </a:lnTo>
                  <a:lnTo>
                    <a:pt x="10895428" y="1883733"/>
                  </a:lnTo>
                  <a:lnTo>
                    <a:pt x="10959119" y="1885005"/>
                  </a:lnTo>
                  <a:lnTo>
                    <a:pt x="11005191" y="1885841"/>
                  </a:lnTo>
                  <a:lnTo>
                    <a:pt x="11034462" y="1886325"/>
                  </a:lnTo>
                  <a:lnTo>
                    <a:pt x="11049513" y="1886553"/>
                  </a:lnTo>
                  <a:lnTo>
                    <a:pt x="11054494" y="1886623"/>
                  </a:lnTo>
                  <a:lnTo>
                    <a:pt x="11054891" y="1886628"/>
                  </a:lnTo>
                  <a:lnTo>
                    <a:pt x="12049831" y="1886628"/>
                  </a:lnTo>
                  <a:lnTo>
                    <a:pt x="12049831" y="1881387"/>
                  </a:lnTo>
                  <a:lnTo>
                    <a:pt x="11054891" y="1881387"/>
                  </a:lnTo>
                  <a:lnTo>
                    <a:pt x="11053759" y="1881372"/>
                  </a:lnTo>
                  <a:lnTo>
                    <a:pt x="11046292" y="1881266"/>
                  </a:lnTo>
                  <a:lnTo>
                    <a:pt x="11027365" y="1880972"/>
                  </a:lnTo>
                  <a:lnTo>
                    <a:pt x="10993274" y="1880392"/>
                  </a:lnTo>
                  <a:lnTo>
                    <a:pt x="10941948" y="1879434"/>
                  </a:lnTo>
                  <a:lnTo>
                    <a:pt x="10873109" y="1878018"/>
                  </a:lnTo>
                  <a:lnTo>
                    <a:pt x="10788209" y="1876086"/>
                  </a:lnTo>
                  <a:lnTo>
                    <a:pt x="10690116" y="1873602"/>
                  </a:lnTo>
                  <a:lnTo>
                    <a:pt x="10582591" y="1870553"/>
                  </a:lnTo>
                  <a:lnTo>
                    <a:pt x="10469691" y="1866942"/>
                  </a:lnTo>
                  <a:lnTo>
                    <a:pt x="10355247" y="1862780"/>
                  </a:lnTo>
                  <a:lnTo>
                    <a:pt x="10242489" y="1858078"/>
                  </a:lnTo>
                  <a:lnTo>
                    <a:pt x="10133868" y="1852838"/>
                  </a:lnTo>
                  <a:lnTo>
                    <a:pt x="10031029" y="1847049"/>
                  </a:lnTo>
                  <a:lnTo>
                    <a:pt x="9934897" y="1840687"/>
                  </a:lnTo>
                  <a:lnTo>
                    <a:pt x="9845807" y="1833706"/>
                  </a:lnTo>
                  <a:lnTo>
                    <a:pt x="9763656" y="1826045"/>
                  </a:lnTo>
                  <a:lnTo>
                    <a:pt x="9688032" y="1817626"/>
                  </a:lnTo>
                  <a:lnTo>
                    <a:pt x="9618327" y="1808357"/>
                  </a:lnTo>
                  <a:lnTo>
                    <a:pt x="9553819" y="1798135"/>
                  </a:lnTo>
                  <a:lnTo>
                    <a:pt x="9493739" y="1786853"/>
                  </a:lnTo>
                  <a:lnTo>
                    <a:pt x="9437312" y="1774409"/>
                  </a:lnTo>
                  <a:lnTo>
                    <a:pt x="9383803" y="1760727"/>
                  </a:lnTo>
                  <a:lnTo>
                    <a:pt x="9347647" y="1750371"/>
                  </a:lnTo>
                  <a:lnTo>
                    <a:pt x="9288929" y="1731594"/>
                  </a:lnTo>
                  <a:lnTo>
                    <a:pt x="9231986" y="1711018"/>
                  </a:lnTo>
                  <a:lnTo>
                    <a:pt x="9176190" y="1688616"/>
                  </a:lnTo>
                  <a:lnTo>
                    <a:pt x="9121067" y="1664410"/>
                  </a:lnTo>
                  <a:lnTo>
                    <a:pt x="9066278" y="1638483"/>
                  </a:lnTo>
                  <a:lnTo>
                    <a:pt x="9011592" y="1610983"/>
                  </a:lnTo>
                  <a:lnTo>
                    <a:pt x="8956869" y="1582120"/>
                  </a:lnTo>
                  <a:lnTo>
                    <a:pt x="8902047" y="1552168"/>
                  </a:lnTo>
                  <a:lnTo>
                    <a:pt x="8847123" y="1521448"/>
                  </a:lnTo>
                  <a:lnTo>
                    <a:pt x="8792135" y="1490323"/>
                  </a:lnTo>
                  <a:lnTo>
                    <a:pt x="8737142" y="1459173"/>
                  </a:lnTo>
                  <a:lnTo>
                    <a:pt x="8682207" y="1428382"/>
                  </a:lnTo>
                  <a:lnTo>
                    <a:pt x="8627371" y="1398313"/>
                  </a:lnTo>
                  <a:lnTo>
                    <a:pt x="8572638" y="1369296"/>
                  </a:lnTo>
                  <a:lnTo>
                    <a:pt x="8517953" y="1341609"/>
                  </a:lnTo>
                  <a:lnTo>
                    <a:pt x="8463188" y="1315473"/>
                  </a:lnTo>
                  <a:lnTo>
                    <a:pt x="8408124" y="1291042"/>
                  </a:lnTo>
                  <a:lnTo>
                    <a:pt x="8352436" y="1268407"/>
                  </a:lnTo>
                  <a:lnTo>
                    <a:pt x="8295671" y="1247601"/>
                  </a:lnTo>
                  <a:lnTo>
                    <a:pt x="8237220" y="1228598"/>
                  </a:lnTo>
                  <a:lnTo>
                    <a:pt x="8229629" y="1226308"/>
                  </a:lnTo>
                  <a:lnTo>
                    <a:pt x="8177771" y="1211737"/>
                  </a:lnTo>
                  <a:lnTo>
                    <a:pt x="8123465" y="1198430"/>
                  </a:lnTo>
                  <a:lnTo>
                    <a:pt x="8066027" y="1186343"/>
                  </a:lnTo>
                  <a:lnTo>
                    <a:pt x="8004707" y="1175388"/>
                  </a:lnTo>
                  <a:lnTo>
                    <a:pt x="7938729" y="1165461"/>
                  </a:lnTo>
                  <a:lnTo>
                    <a:pt x="7867329" y="1156456"/>
                  </a:lnTo>
                  <a:lnTo>
                    <a:pt x="7789814" y="1148273"/>
                  </a:lnTo>
                  <a:lnTo>
                    <a:pt x="7705624" y="1140822"/>
                  </a:lnTo>
                  <a:lnTo>
                    <a:pt x="7614426" y="1134032"/>
                  </a:lnTo>
                  <a:lnTo>
                    <a:pt x="7516234" y="1127844"/>
                  </a:lnTo>
                  <a:lnTo>
                    <a:pt x="7411543" y="1122221"/>
                  </a:lnTo>
                  <a:lnTo>
                    <a:pt x="7301480" y="1117142"/>
                  </a:lnTo>
                  <a:lnTo>
                    <a:pt x="7187925" y="1112600"/>
                  </a:lnTo>
                  <a:lnTo>
                    <a:pt x="7073571" y="1108601"/>
                  </a:lnTo>
                  <a:lnTo>
                    <a:pt x="6961855" y="1105157"/>
                  </a:lnTo>
                  <a:lnTo>
                    <a:pt x="6856721" y="1102277"/>
                  </a:lnTo>
                  <a:lnTo>
                    <a:pt x="6762201" y="1099960"/>
                  </a:lnTo>
                  <a:lnTo>
                    <a:pt x="6681848" y="1098187"/>
                  </a:lnTo>
                  <a:lnTo>
                    <a:pt x="6618157" y="1096915"/>
                  </a:lnTo>
                  <a:lnTo>
                    <a:pt x="6572086" y="1096079"/>
                  </a:lnTo>
                  <a:lnTo>
                    <a:pt x="6542815" y="1095594"/>
                  </a:lnTo>
                  <a:lnTo>
                    <a:pt x="6527763" y="1095366"/>
                  </a:lnTo>
                  <a:lnTo>
                    <a:pt x="6522782" y="1095297"/>
                  </a:lnTo>
                  <a:lnTo>
                    <a:pt x="6522385" y="1095292"/>
                  </a:lnTo>
                  <a:lnTo>
                    <a:pt x="5527445" y="1095292"/>
                  </a:lnTo>
                  <a:lnTo>
                    <a:pt x="5526318" y="1095271"/>
                  </a:lnTo>
                  <a:lnTo>
                    <a:pt x="5518880" y="1095124"/>
                  </a:lnTo>
                  <a:lnTo>
                    <a:pt x="5500026" y="1094715"/>
                  </a:lnTo>
                  <a:lnTo>
                    <a:pt x="5466061" y="1093911"/>
                  </a:lnTo>
                  <a:lnTo>
                    <a:pt x="5414916" y="1092581"/>
                  </a:lnTo>
                  <a:lnTo>
                    <a:pt x="5346299" y="1090617"/>
                  </a:lnTo>
                  <a:lnTo>
                    <a:pt x="5261648" y="1087935"/>
                  </a:lnTo>
                  <a:lnTo>
                    <a:pt x="5163807" y="1084487"/>
                  </a:lnTo>
                  <a:lnTo>
                    <a:pt x="5056515" y="1080254"/>
                  </a:lnTo>
                  <a:lnTo>
                    <a:pt x="4943814" y="1075240"/>
                  </a:lnTo>
                  <a:lnTo>
                    <a:pt x="4829524" y="1069460"/>
                  </a:lnTo>
                  <a:lnTo>
                    <a:pt x="4716873" y="1062928"/>
                  </a:lnTo>
                  <a:lnTo>
                    <a:pt x="4608314" y="1055650"/>
                  </a:lnTo>
                  <a:lnTo>
                    <a:pt x="4505499" y="1047610"/>
                  </a:lnTo>
                  <a:lnTo>
                    <a:pt x="4409361" y="1038774"/>
                  </a:lnTo>
                  <a:lnTo>
                    <a:pt x="4320243" y="1029079"/>
                  </a:lnTo>
                  <a:lnTo>
                    <a:pt x="4238051" y="1018442"/>
                  </a:lnTo>
                  <a:lnTo>
                    <a:pt x="4162381" y="1006755"/>
                  </a:lnTo>
                  <a:lnTo>
                    <a:pt x="4092630" y="993890"/>
                  </a:lnTo>
                  <a:lnTo>
                    <a:pt x="4028082" y="979704"/>
                  </a:lnTo>
                  <a:lnTo>
                    <a:pt x="3967971" y="964049"/>
                  </a:lnTo>
                  <a:lnTo>
                    <a:pt x="3911524" y="946784"/>
                  </a:lnTo>
                  <a:lnTo>
                    <a:pt x="3858010" y="927801"/>
                  </a:lnTo>
                  <a:lnTo>
                    <a:pt x="3820202" y="912743"/>
                  </a:lnTo>
                  <a:lnTo>
                    <a:pt x="3763701" y="887630"/>
                  </a:lnTo>
                  <a:lnTo>
                    <a:pt x="3708867" y="860204"/>
                  </a:lnTo>
                  <a:lnTo>
                    <a:pt x="3655130" y="830423"/>
                  </a:lnTo>
                  <a:lnTo>
                    <a:pt x="3602060" y="798311"/>
                  </a:lnTo>
                  <a:lnTo>
                    <a:pt x="3549339" y="763960"/>
                  </a:lnTo>
                  <a:lnTo>
                    <a:pt x="3496747" y="727538"/>
                  </a:lnTo>
                  <a:lnTo>
                    <a:pt x="3444143" y="689291"/>
                  </a:lnTo>
                  <a:lnTo>
                    <a:pt x="3391456" y="649538"/>
                  </a:lnTo>
                  <a:lnTo>
                    <a:pt x="3338671" y="608662"/>
                  </a:lnTo>
                  <a:lnTo>
                    <a:pt x="3285811" y="567098"/>
                  </a:lnTo>
                  <a:lnTo>
                    <a:pt x="3232924" y="525312"/>
                  </a:lnTo>
                  <a:lnTo>
                    <a:pt x="3180068" y="483781"/>
                  </a:lnTo>
                  <a:lnTo>
                    <a:pt x="3127289" y="442969"/>
                  </a:lnTo>
                  <a:lnTo>
                    <a:pt x="3074609" y="403308"/>
                  </a:lnTo>
                  <a:lnTo>
                    <a:pt x="3022009" y="365178"/>
                  </a:lnTo>
                  <a:lnTo>
                    <a:pt x="2969413" y="328892"/>
                  </a:lnTo>
                  <a:lnTo>
                    <a:pt x="2916676" y="294690"/>
                  </a:lnTo>
                  <a:lnTo>
                    <a:pt x="2863571" y="262737"/>
                  </a:lnTo>
                  <a:lnTo>
                    <a:pt x="2809774" y="233119"/>
                  </a:lnTo>
                  <a:lnTo>
                    <a:pt x="2754845" y="205854"/>
                  </a:lnTo>
                  <a:lnTo>
                    <a:pt x="2702183" y="182548"/>
                  </a:lnTo>
                  <a:lnTo>
                    <a:pt x="2650398" y="162273"/>
                  </a:lnTo>
                  <a:lnTo>
                    <a:pt x="2596172" y="143754"/>
                  </a:lnTo>
                  <a:lnTo>
                    <a:pt x="2538825" y="126930"/>
                  </a:lnTo>
                  <a:lnTo>
                    <a:pt x="2477611" y="111679"/>
                  </a:lnTo>
                  <a:lnTo>
                    <a:pt x="2411754" y="97859"/>
                  </a:lnTo>
                  <a:lnTo>
                    <a:pt x="2340496" y="85320"/>
                  </a:lnTo>
                  <a:lnTo>
                    <a:pt x="2263144" y="73924"/>
                  </a:lnTo>
                  <a:lnTo>
                    <a:pt x="2179140" y="63547"/>
                  </a:lnTo>
                  <a:lnTo>
                    <a:pt x="2088151" y="54088"/>
                  </a:lnTo>
                  <a:lnTo>
                    <a:pt x="1990182" y="45468"/>
                  </a:lnTo>
                  <a:lnTo>
                    <a:pt x="1885722" y="37634"/>
                  </a:lnTo>
                  <a:lnTo>
                    <a:pt x="1775882" y="30554"/>
                  </a:lnTo>
                  <a:lnTo>
                    <a:pt x="1662523" y="24222"/>
                  </a:lnTo>
                  <a:lnTo>
                    <a:pt x="1548311" y="18644"/>
                  </a:lnTo>
                  <a:lnTo>
                    <a:pt x="1436658" y="13836"/>
                  </a:lnTo>
                  <a:lnTo>
                    <a:pt x="1331486" y="9812"/>
                  </a:lnTo>
                  <a:lnTo>
                    <a:pt x="1236812" y="6570"/>
                  </a:lnTo>
                  <a:lnTo>
                    <a:pt x="1156195" y="4085"/>
                  </a:lnTo>
                  <a:lnTo>
                    <a:pt x="1092150" y="2299"/>
                  </a:lnTo>
                  <a:lnTo>
                    <a:pt x="1045673" y="1121"/>
                  </a:lnTo>
                  <a:lnTo>
                    <a:pt x="1015998" y="435"/>
                  </a:lnTo>
                  <a:lnTo>
                    <a:pt x="1000600" y="109"/>
                  </a:lnTo>
                  <a:lnTo>
                    <a:pt x="995392" y="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74" name="pl273"/>
            <p:cNvSpPr/>
            <p:nvPr/>
          </p:nvSpPr>
          <p:spPr>
            <a:xfrm>
              <a:off x="1199187" y="2279511"/>
              <a:ext cx="12049831" cy="1881387"/>
            </a:xfrm>
            <a:custGeom>
              <a:avLst/>
              <a:pathLst>
                <a:path w="12049831" h="1881387">
                  <a:moveTo>
                    <a:pt x="0" y="0"/>
                  </a:moveTo>
                  <a:lnTo>
                    <a:pt x="994940" y="0"/>
                  </a:lnTo>
                  <a:lnTo>
                    <a:pt x="996067" y="20"/>
                  </a:lnTo>
                  <a:lnTo>
                    <a:pt x="1003505" y="168"/>
                  </a:lnTo>
                  <a:lnTo>
                    <a:pt x="1022359" y="576"/>
                  </a:lnTo>
                  <a:lnTo>
                    <a:pt x="1056324" y="1381"/>
                  </a:lnTo>
                  <a:lnTo>
                    <a:pt x="1107469" y="2710"/>
                  </a:lnTo>
                  <a:lnTo>
                    <a:pt x="1176086" y="4675"/>
                  </a:lnTo>
                  <a:lnTo>
                    <a:pt x="1260737" y="7357"/>
                  </a:lnTo>
                  <a:lnTo>
                    <a:pt x="1358578" y="10805"/>
                  </a:lnTo>
                  <a:lnTo>
                    <a:pt x="1465870" y="15038"/>
                  </a:lnTo>
                  <a:lnTo>
                    <a:pt x="1578571" y="20052"/>
                  </a:lnTo>
                  <a:lnTo>
                    <a:pt x="1692861" y="25832"/>
                  </a:lnTo>
                  <a:lnTo>
                    <a:pt x="1805512" y="32363"/>
                  </a:lnTo>
                  <a:lnTo>
                    <a:pt x="1914071" y="39642"/>
                  </a:lnTo>
                  <a:lnTo>
                    <a:pt x="2016886" y="47681"/>
                  </a:lnTo>
                  <a:lnTo>
                    <a:pt x="2113024" y="56518"/>
                  </a:lnTo>
                  <a:lnTo>
                    <a:pt x="2202142" y="66212"/>
                  </a:lnTo>
                  <a:lnTo>
                    <a:pt x="2284334" y="76849"/>
                  </a:lnTo>
                  <a:lnTo>
                    <a:pt x="2360004" y="88536"/>
                  </a:lnTo>
                  <a:lnTo>
                    <a:pt x="2429755" y="101401"/>
                  </a:lnTo>
                  <a:lnTo>
                    <a:pt x="2494303" y="115587"/>
                  </a:lnTo>
                  <a:lnTo>
                    <a:pt x="2554414" y="131242"/>
                  </a:lnTo>
                  <a:lnTo>
                    <a:pt x="2610861" y="148507"/>
                  </a:lnTo>
                  <a:lnTo>
                    <a:pt x="2664375" y="167490"/>
                  </a:lnTo>
                  <a:lnTo>
                    <a:pt x="2702183" y="182548"/>
                  </a:lnTo>
                  <a:lnTo>
                    <a:pt x="2758684" y="207661"/>
                  </a:lnTo>
                  <a:lnTo>
                    <a:pt x="2813518" y="235088"/>
                  </a:lnTo>
                  <a:lnTo>
                    <a:pt x="2867255" y="264868"/>
                  </a:lnTo>
                  <a:lnTo>
                    <a:pt x="2920325" y="296980"/>
                  </a:lnTo>
                  <a:lnTo>
                    <a:pt x="2973046" y="331332"/>
                  </a:lnTo>
                  <a:lnTo>
                    <a:pt x="3025638" y="367754"/>
                  </a:lnTo>
                  <a:lnTo>
                    <a:pt x="3078242" y="406001"/>
                  </a:lnTo>
                  <a:lnTo>
                    <a:pt x="3130929" y="445754"/>
                  </a:lnTo>
                  <a:lnTo>
                    <a:pt x="3183714" y="486630"/>
                  </a:lnTo>
                  <a:lnTo>
                    <a:pt x="3236574" y="528194"/>
                  </a:lnTo>
                  <a:lnTo>
                    <a:pt x="3289461" y="569980"/>
                  </a:lnTo>
                  <a:lnTo>
                    <a:pt x="3342317" y="611511"/>
                  </a:lnTo>
                  <a:lnTo>
                    <a:pt x="3395096" y="652322"/>
                  </a:lnTo>
                  <a:lnTo>
                    <a:pt x="3447776" y="691983"/>
                  </a:lnTo>
                  <a:lnTo>
                    <a:pt x="3500376" y="730114"/>
                  </a:lnTo>
                  <a:lnTo>
                    <a:pt x="3552972" y="766400"/>
                  </a:lnTo>
                  <a:lnTo>
                    <a:pt x="3605709" y="800601"/>
                  </a:lnTo>
                  <a:lnTo>
                    <a:pt x="3658814" y="832555"/>
                  </a:lnTo>
                  <a:lnTo>
                    <a:pt x="3712611" y="862172"/>
                  </a:lnTo>
                  <a:lnTo>
                    <a:pt x="3767540" y="889437"/>
                  </a:lnTo>
                  <a:lnTo>
                    <a:pt x="3820202" y="912743"/>
                  </a:lnTo>
                  <a:lnTo>
                    <a:pt x="3871987" y="933019"/>
                  </a:lnTo>
                  <a:lnTo>
                    <a:pt x="3926213" y="951537"/>
                  </a:lnTo>
                  <a:lnTo>
                    <a:pt x="3983560" y="968362"/>
                  </a:lnTo>
                  <a:lnTo>
                    <a:pt x="4044774" y="983612"/>
                  </a:lnTo>
                  <a:lnTo>
                    <a:pt x="4110631" y="997433"/>
                  </a:lnTo>
                  <a:lnTo>
                    <a:pt x="4181889" y="1009971"/>
                  </a:lnTo>
                  <a:lnTo>
                    <a:pt x="4259241" y="1021367"/>
                  </a:lnTo>
                  <a:lnTo>
                    <a:pt x="4343245" y="1031744"/>
                  </a:lnTo>
                  <a:lnTo>
                    <a:pt x="4434234" y="1041203"/>
                  </a:lnTo>
                  <a:lnTo>
                    <a:pt x="4532203" y="1049823"/>
                  </a:lnTo>
                  <a:lnTo>
                    <a:pt x="4636663" y="1057658"/>
                  </a:lnTo>
                  <a:lnTo>
                    <a:pt x="4746503" y="1064737"/>
                  </a:lnTo>
                  <a:lnTo>
                    <a:pt x="4859862" y="1071070"/>
                  </a:lnTo>
                  <a:lnTo>
                    <a:pt x="4974074" y="1076648"/>
                  </a:lnTo>
                  <a:lnTo>
                    <a:pt x="5085727" y="1081456"/>
                  </a:lnTo>
                  <a:lnTo>
                    <a:pt x="5190899" y="1085480"/>
                  </a:lnTo>
                  <a:lnTo>
                    <a:pt x="5285573" y="1088721"/>
                  </a:lnTo>
                  <a:lnTo>
                    <a:pt x="5366190" y="1091206"/>
                  </a:lnTo>
                  <a:lnTo>
                    <a:pt x="5430235" y="1092993"/>
                  </a:lnTo>
                  <a:lnTo>
                    <a:pt x="5476712" y="1094171"/>
                  </a:lnTo>
                  <a:lnTo>
                    <a:pt x="5506387" y="1094857"/>
                  </a:lnTo>
                  <a:lnTo>
                    <a:pt x="5521784" y="1095183"/>
                  </a:lnTo>
                  <a:lnTo>
                    <a:pt x="5526993" y="1095284"/>
                  </a:lnTo>
                  <a:lnTo>
                    <a:pt x="5527445" y="1095292"/>
                  </a:lnTo>
                  <a:lnTo>
                    <a:pt x="6522385" y="1095292"/>
                  </a:lnTo>
                  <a:lnTo>
                    <a:pt x="6523517" y="1095307"/>
                  </a:lnTo>
                  <a:lnTo>
                    <a:pt x="6530985" y="1095413"/>
                  </a:lnTo>
                  <a:lnTo>
                    <a:pt x="6549911" y="1095708"/>
                  </a:lnTo>
                  <a:lnTo>
                    <a:pt x="6584002" y="1096287"/>
                  </a:lnTo>
                  <a:lnTo>
                    <a:pt x="6635328" y="1097245"/>
                  </a:lnTo>
                  <a:lnTo>
                    <a:pt x="6704167" y="1098661"/>
                  </a:lnTo>
                  <a:lnTo>
                    <a:pt x="6789067" y="1100593"/>
                  </a:lnTo>
                  <a:lnTo>
                    <a:pt x="6887160" y="1103077"/>
                  </a:lnTo>
                  <a:lnTo>
                    <a:pt x="6994686" y="1106126"/>
                  </a:lnTo>
                  <a:lnTo>
                    <a:pt x="7107586" y="1109737"/>
                  </a:lnTo>
                  <a:lnTo>
                    <a:pt x="7222030" y="1113899"/>
                  </a:lnTo>
                  <a:lnTo>
                    <a:pt x="7334788" y="1118601"/>
                  </a:lnTo>
                  <a:lnTo>
                    <a:pt x="7443409" y="1123842"/>
                  </a:lnTo>
                  <a:lnTo>
                    <a:pt x="7546247" y="1129630"/>
                  </a:lnTo>
                  <a:lnTo>
                    <a:pt x="7642379" y="1135993"/>
                  </a:lnTo>
                  <a:lnTo>
                    <a:pt x="7731469" y="1142974"/>
                  </a:lnTo>
                  <a:lnTo>
                    <a:pt x="7813621" y="1150634"/>
                  </a:lnTo>
                  <a:lnTo>
                    <a:pt x="7889245" y="1159053"/>
                  </a:lnTo>
                  <a:lnTo>
                    <a:pt x="7958950" y="1168322"/>
                  </a:lnTo>
                  <a:lnTo>
                    <a:pt x="8023457" y="1178544"/>
                  </a:lnTo>
                  <a:lnTo>
                    <a:pt x="8083538" y="1189827"/>
                  </a:lnTo>
                  <a:lnTo>
                    <a:pt x="8139965" y="1202270"/>
                  </a:lnTo>
                  <a:lnTo>
                    <a:pt x="8193473" y="1215952"/>
                  </a:lnTo>
                  <a:lnTo>
                    <a:pt x="8229629" y="1226308"/>
                  </a:lnTo>
                  <a:lnTo>
                    <a:pt x="8288348" y="1245086"/>
                  </a:lnTo>
                  <a:lnTo>
                    <a:pt x="8345290" y="1265661"/>
                  </a:lnTo>
                  <a:lnTo>
                    <a:pt x="8401087" y="1288063"/>
                  </a:lnTo>
                  <a:lnTo>
                    <a:pt x="8456209" y="1312269"/>
                  </a:lnTo>
                  <a:lnTo>
                    <a:pt x="8510998" y="1338196"/>
                  </a:lnTo>
                  <a:lnTo>
                    <a:pt x="8565685" y="1365697"/>
                  </a:lnTo>
                  <a:lnTo>
                    <a:pt x="8620408" y="1394559"/>
                  </a:lnTo>
                  <a:lnTo>
                    <a:pt x="8675230" y="1424511"/>
                  </a:lnTo>
                  <a:lnTo>
                    <a:pt x="8730154" y="1455231"/>
                  </a:lnTo>
                  <a:lnTo>
                    <a:pt x="8785142" y="1486356"/>
                  </a:lnTo>
                  <a:lnTo>
                    <a:pt x="8840134" y="1517506"/>
                  </a:lnTo>
                  <a:lnTo>
                    <a:pt x="8895069" y="1548298"/>
                  </a:lnTo>
                  <a:lnTo>
                    <a:pt x="8949905" y="1578366"/>
                  </a:lnTo>
                  <a:lnTo>
                    <a:pt x="9004638" y="1607384"/>
                  </a:lnTo>
                  <a:lnTo>
                    <a:pt x="9059324" y="1635070"/>
                  </a:lnTo>
                  <a:lnTo>
                    <a:pt x="9114089" y="1661207"/>
                  </a:lnTo>
                  <a:lnTo>
                    <a:pt x="9169152" y="1685638"/>
                  </a:lnTo>
                  <a:lnTo>
                    <a:pt x="9224840" y="1708272"/>
                  </a:lnTo>
                  <a:lnTo>
                    <a:pt x="9281606" y="1729079"/>
                  </a:lnTo>
                  <a:lnTo>
                    <a:pt x="9340057" y="1748081"/>
                  </a:lnTo>
                  <a:lnTo>
                    <a:pt x="9347647" y="1750371"/>
                  </a:lnTo>
                  <a:lnTo>
                    <a:pt x="9399505" y="1764942"/>
                  </a:lnTo>
                  <a:lnTo>
                    <a:pt x="9453812" y="1778249"/>
                  </a:lnTo>
                  <a:lnTo>
                    <a:pt x="9511249" y="1790336"/>
                  </a:lnTo>
                  <a:lnTo>
                    <a:pt x="9572569" y="1801291"/>
                  </a:lnTo>
                  <a:lnTo>
                    <a:pt x="9638548" y="1811218"/>
                  </a:lnTo>
                  <a:lnTo>
                    <a:pt x="9709947" y="1820223"/>
                  </a:lnTo>
                  <a:lnTo>
                    <a:pt x="9787463" y="1828406"/>
                  </a:lnTo>
                  <a:lnTo>
                    <a:pt x="9871653" y="1835857"/>
                  </a:lnTo>
                  <a:lnTo>
                    <a:pt x="9962850" y="1842648"/>
                  </a:lnTo>
                  <a:lnTo>
                    <a:pt x="10061043" y="1848835"/>
                  </a:lnTo>
                  <a:lnTo>
                    <a:pt x="10165734" y="1854458"/>
                  </a:lnTo>
                  <a:lnTo>
                    <a:pt x="10275797" y="1859537"/>
                  </a:lnTo>
                  <a:lnTo>
                    <a:pt x="10389351" y="1864079"/>
                  </a:lnTo>
                  <a:lnTo>
                    <a:pt x="10503705" y="1868078"/>
                  </a:lnTo>
                  <a:lnTo>
                    <a:pt x="10615422" y="1871522"/>
                  </a:lnTo>
                  <a:lnTo>
                    <a:pt x="10720555" y="1874402"/>
                  </a:lnTo>
                  <a:lnTo>
                    <a:pt x="10815076" y="1876719"/>
                  </a:lnTo>
                  <a:lnTo>
                    <a:pt x="10895428" y="1878492"/>
                  </a:lnTo>
                  <a:lnTo>
                    <a:pt x="10959119" y="1879764"/>
                  </a:lnTo>
                  <a:lnTo>
                    <a:pt x="11005191" y="1880600"/>
                  </a:lnTo>
                  <a:lnTo>
                    <a:pt x="11034462" y="1881085"/>
                  </a:lnTo>
                  <a:lnTo>
                    <a:pt x="11049513" y="1881313"/>
                  </a:lnTo>
                  <a:lnTo>
                    <a:pt x="11054494" y="1881382"/>
                  </a:lnTo>
                  <a:lnTo>
                    <a:pt x="11054891" y="1881387"/>
                  </a:lnTo>
                  <a:lnTo>
                    <a:pt x="12049831" y="1881387"/>
                  </a:lnTo>
                  <a:lnTo>
                    <a:pt x="12049831" y="18813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5" name="pl274"/>
            <p:cNvSpPr/>
            <p:nvPr/>
          </p:nvSpPr>
          <p:spPr>
            <a:xfrm>
              <a:off x="1199187" y="2274270"/>
              <a:ext cx="12049831" cy="1881387"/>
            </a:xfrm>
            <a:custGeom>
              <a:avLst/>
              <a:pathLst>
                <a:path w="12049831" h="1881387">
                  <a:moveTo>
                    <a:pt x="12049831" y="1881387"/>
                  </a:moveTo>
                  <a:lnTo>
                    <a:pt x="11054891" y="1881387"/>
                  </a:lnTo>
                  <a:lnTo>
                    <a:pt x="11053759" y="1881372"/>
                  </a:lnTo>
                  <a:lnTo>
                    <a:pt x="11046292" y="1881266"/>
                  </a:lnTo>
                  <a:lnTo>
                    <a:pt x="11027365" y="1880972"/>
                  </a:lnTo>
                  <a:lnTo>
                    <a:pt x="10993274" y="1880392"/>
                  </a:lnTo>
                  <a:lnTo>
                    <a:pt x="10941948" y="1879434"/>
                  </a:lnTo>
                  <a:lnTo>
                    <a:pt x="10873109" y="1878018"/>
                  </a:lnTo>
                  <a:lnTo>
                    <a:pt x="10788209" y="1876086"/>
                  </a:lnTo>
                  <a:lnTo>
                    <a:pt x="10690116" y="1873602"/>
                  </a:lnTo>
                  <a:lnTo>
                    <a:pt x="10582591" y="1870553"/>
                  </a:lnTo>
                  <a:lnTo>
                    <a:pt x="10469691" y="1866942"/>
                  </a:lnTo>
                  <a:lnTo>
                    <a:pt x="10355247" y="1862780"/>
                  </a:lnTo>
                  <a:lnTo>
                    <a:pt x="10242489" y="1858078"/>
                  </a:lnTo>
                  <a:lnTo>
                    <a:pt x="10133868" y="1852838"/>
                  </a:lnTo>
                  <a:lnTo>
                    <a:pt x="10031029" y="1847049"/>
                  </a:lnTo>
                  <a:lnTo>
                    <a:pt x="9934897" y="1840687"/>
                  </a:lnTo>
                  <a:lnTo>
                    <a:pt x="9845807" y="1833706"/>
                  </a:lnTo>
                  <a:lnTo>
                    <a:pt x="9763656" y="1826045"/>
                  </a:lnTo>
                  <a:lnTo>
                    <a:pt x="9688032" y="1817626"/>
                  </a:lnTo>
                  <a:lnTo>
                    <a:pt x="9618327" y="1808357"/>
                  </a:lnTo>
                  <a:lnTo>
                    <a:pt x="9553819" y="1798135"/>
                  </a:lnTo>
                  <a:lnTo>
                    <a:pt x="9493739" y="1786853"/>
                  </a:lnTo>
                  <a:lnTo>
                    <a:pt x="9437312" y="1774409"/>
                  </a:lnTo>
                  <a:lnTo>
                    <a:pt x="9383803" y="1760727"/>
                  </a:lnTo>
                  <a:lnTo>
                    <a:pt x="9347647" y="1750371"/>
                  </a:lnTo>
                  <a:lnTo>
                    <a:pt x="9288929" y="1731594"/>
                  </a:lnTo>
                  <a:lnTo>
                    <a:pt x="9231986" y="1711018"/>
                  </a:lnTo>
                  <a:lnTo>
                    <a:pt x="9176190" y="1688616"/>
                  </a:lnTo>
                  <a:lnTo>
                    <a:pt x="9121067" y="1664410"/>
                  </a:lnTo>
                  <a:lnTo>
                    <a:pt x="9066278" y="1638483"/>
                  </a:lnTo>
                  <a:lnTo>
                    <a:pt x="9011592" y="1610983"/>
                  </a:lnTo>
                  <a:lnTo>
                    <a:pt x="8956869" y="1582120"/>
                  </a:lnTo>
                  <a:lnTo>
                    <a:pt x="8902047" y="1552168"/>
                  </a:lnTo>
                  <a:lnTo>
                    <a:pt x="8847123" y="1521448"/>
                  </a:lnTo>
                  <a:lnTo>
                    <a:pt x="8792135" y="1490323"/>
                  </a:lnTo>
                  <a:lnTo>
                    <a:pt x="8737142" y="1459173"/>
                  </a:lnTo>
                  <a:lnTo>
                    <a:pt x="8682207" y="1428382"/>
                  </a:lnTo>
                  <a:lnTo>
                    <a:pt x="8627371" y="1398313"/>
                  </a:lnTo>
                  <a:lnTo>
                    <a:pt x="8572638" y="1369296"/>
                  </a:lnTo>
                  <a:lnTo>
                    <a:pt x="8517953" y="1341609"/>
                  </a:lnTo>
                  <a:lnTo>
                    <a:pt x="8463188" y="1315473"/>
                  </a:lnTo>
                  <a:lnTo>
                    <a:pt x="8408124" y="1291042"/>
                  </a:lnTo>
                  <a:lnTo>
                    <a:pt x="8352436" y="1268407"/>
                  </a:lnTo>
                  <a:lnTo>
                    <a:pt x="8295671" y="1247601"/>
                  </a:lnTo>
                  <a:lnTo>
                    <a:pt x="8237220" y="1228598"/>
                  </a:lnTo>
                  <a:lnTo>
                    <a:pt x="8229629" y="1226308"/>
                  </a:lnTo>
                  <a:lnTo>
                    <a:pt x="8177771" y="1211737"/>
                  </a:lnTo>
                  <a:lnTo>
                    <a:pt x="8123465" y="1198430"/>
                  </a:lnTo>
                  <a:lnTo>
                    <a:pt x="8066027" y="1186343"/>
                  </a:lnTo>
                  <a:lnTo>
                    <a:pt x="8004707" y="1175388"/>
                  </a:lnTo>
                  <a:lnTo>
                    <a:pt x="7938729" y="1165461"/>
                  </a:lnTo>
                  <a:lnTo>
                    <a:pt x="7867329" y="1156456"/>
                  </a:lnTo>
                  <a:lnTo>
                    <a:pt x="7789814" y="1148273"/>
                  </a:lnTo>
                  <a:lnTo>
                    <a:pt x="7705624" y="1140822"/>
                  </a:lnTo>
                  <a:lnTo>
                    <a:pt x="7614426" y="1134032"/>
                  </a:lnTo>
                  <a:lnTo>
                    <a:pt x="7516234" y="1127844"/>
                  </a:lnTo>
                  <a:lnTo>
                    <a:pt x="7411543" y="1122221"/>
                  </a:lnTo>
                  <a:lnTo>
                    <a:pt x="7301480" y="1117142"/>
                  </a:lnTo>
                  <a:lnTo>
                    <a:pt x="7187925" y="1112600"/>
                  </a:lnTo>
                  <a:lnTo>
                    <a:pt x="7073571" y="1108601"/>
                  </a:lnTo>
                  <a:lnTo>
                    <a:pt x="6961855" y="1105157"/>
                  </a:lnTo>
                  <a:lnTo>
                    <a:pt x="6856721" y="1102277"/>
                  </a:lnTo>
                  <a:lnTo>
                    <a:pt x="6762201" y="1099960"/>
                  </a:lnTo>
                  <a:lnTo>
                    <a:pt x="6681848" y="1098187"/>
                  </a:lnTo>
                  <a:lnTo>
                    <a:pt x="6618157" y="1096915"/>
                  </a:lnTo>
                  <a:lnTo>
                    <a:pt x="6572086" y="1096079"/>
                  </a:lnTo>
                  <a:lnTo>
                    <a:pt x="6542815" y="1095594"/>
                  </a:lnTo>
                  <a:lnTo>
                    <a:pt x="6527763" y="1095366"/>
                  </a:lnTo>
                  <a:lnTo>
                    <a:pt x="6522782" y="1095297"/>
                  </a:lnTo>
                  <a:lnTo>
                    <a:pt x="6522385" y="1095292"/>
                  </a:lnTo>
                  <a:lnTo>
                    <a:pt x="5527445" y="1095292"/>
                  </a:lnTo>
                  <a:lnTo>
                    <a:pt x="5526318" y="1095271"/>
                  </a:lnTo>
                  <a:lnTo>
                    <a:pt x="5518880" y="1095124"/>
                  </a:lnTo>
                  <a:lnTo>
                    <a:pt x="5500026" y="1094715"/>
                  </a:lnTo>
                  <a:lnTo>
                    <a:pt x="5466061" y="1093911"/>
                  </a:lnTo>
                  <a:lnTo>
                    <a:pt x="5414916" y="1092581"/>
                  </a:lnTo>
                  <a:lnTo>
                    <a:pt x="5346299" y="1090617"/>
                  </a:lnTo>
                  <a:lnTo>
                    <a:pt x="5261648" y="1087935"/>
                  </a:lnTo>
                  <a:lnTo>
                    <a:pt x="5163807" y="1084487"/>
                  </a:lnTo>
                  <a:lnTo>
                    <a:pt x="5056515" y="1080254"/>
                  </a:lnTo>
                  <a:lnTo>
                    <a:pt x="4943814" y="1075240"/>
                  </a:lnTo>
                  <a:lnTo>
                    <a:pt x="4829524" y="1069460"/>
                  </a:lnTo>
                  <a:lnTo>
                    <a:pt x="4716873" y="1062928"/>
                  </a:lnTo>
                  <a:lnTo>
                    <a:pt x="4608314" y="1055650"/>
                  </a:lnTo>
                  <a:lnTo>
                    <a:pt x="4505499" y="1047610"/>
                  </a:lnTo>
                  <a:lnTo>
                    <a:pt x="4409361" y="1038774"/>
                  </a:lnTo>
                  <a:lnTo>
                    <a:pt x="4320243" y="1029079"/>
                  </a:lnTo>
                  <a:lnTo>
                    <a:pt x="4238051" y="1018442"/>
                  </a:lnTo>
                  <a:lnTo>
                    <a:pt x="4162381" y="1006755"/>
                  </a:lnTo>
                  <a:lnTo>
                    <a:pt x="4092630" y="993890"/>
                  </a:lnTo>
                  <a:lnTo>
                    <a:pt x="4028082" y="979704"/>
                  </a:lnTo>
                  <a:lnTo>
                    <a:pt x="3967971" y="964049"/>
                  </a:lnTo>
                  <a:lnTo>
                    <a:pt x="3911524" y="946784"/>
                  </a:lnTo>
                  <a:lnTo>
                    <a:pt x="3858010" y="927801"/>
                  </a:lnTo>
                  <a:lnTo>
                    <a:pt x="3820202" y="912743"/>
                  </a:lnTo>
                  <a:lnTo>
                    <a:pt x="3763701" y="887630"/>
                  </a:lnTo>
                  <a:lnTo>
                    <a:pt x="3708867" y="860204"/>
                  </a:lnTo>
                  <a:lnTo>
                    <a:pt x="3655130" y="830423"/>
                  </a:lnTo>
                  <a:lnTo>
                    <a:pt x="3602060" y="798311"/>
                  </a:lnTo>
                  <a:lnTo>
                    <a:pt x="3549339" y="763960"/>
                  </a:lnTo>
                  <a:lnTo>
                    <a:pt x="3496747" y="727538"/>
                  </a:lnTo>
                  <a:lnTo>
                    <a:pt x="3444143" y="689291"/>
                  </a:lnTo>
                  <a:lnTo>
                    <a:pt x="3391456" y="649538"/>
                  </a:lnTo>
                  <a:lnTo>
                    <a:pt x="3338671" y="608662"/>
                  </a:lnTo>
                  <a:lnTo>
                    <a:pt x="3285811" y="567098"/>
                  </a:lnTo>
                  <a:lnTo>
                    <a:pt x="3232924" y="525312"/>
                  </a:lnTo>
                  <a:lnTo>
                    <a:pt x="3180068" y="483781"/>
                  </a:lnTo>
                  <a:lnTo>
                    <a:pt x="3127289" y="442969"/>
                  </a:lnTo>
                  <a:lnTo>
                    <a:pt x="3074609" y="403308"/>
                  </a:lnTo>
                  <a:lnTo>
                    <a:pt x="3022009" y="365178"/>
                  </a:lnTo>
                  <a:lnTo>
                    <a:pt x="2969413" y="328892"/>
                  </a:lnTo>
                  <a:lnTo>
                    <a:pt x="2916676" y="294690"/>
                  </a:lnTo>
                  <a:lnTo>
                    <a:pt x="2863571" y="262737"/>
                  </a:lnTo>
                  <a:lnTo>
                    <a:pt x="2809774" y="233119"/>
                  </a:lnTo>
                  <a:lnTo>
                    <a:pt x="2754845" y="205854"/>
                  </a:lnTo>
                  <a:lnTo>
                    <a:pt x="2702183" y="182548"/>
                  </a:lnTo>
                  <a:lnTo>
                    <a:pt x="2650398" y="162273"/>
                  </a:lnTo>
                  <a:lnTo>
                    <a:pt x="2596172" y="143754"/>
                  </a:lnTo>
                  <a:lnTo>
                    <a:pt x="2538825" y="126930"/>
                  </a:lnTo>
                  <a:lnTo>
                    <a:pt x="2477611" y="111679"/>
                  </a:lnTo>
                  <a:lnTo>
                    <a:pt x="2411754" y="97859"/>
                  </a:lnTo>
                  <a:lnTo>
                    <a:pt x="2340496" y="85320"/>
                  </a:lnTo>
                  <a:lnTo>
                    <a:pt x="2263144" y="73924"/>
                  </a:lnTo>
                  <a:lnTo>
                    <a:pt x="2179140" y="63547"/>
                  </a:lnTo>
                  <a:lnTo>
                    <a:pt x="2088151" y="54088"/>
                  </a:lnTo>
                  <a:lnTo>
                    <a:pt x="1990182" y="45468"/>
                  </a:lnTo>
                  <a:lnTo>
                    <a:pt x="1885722" y="37634"/>
                  </a:lnTo>
                  <a:lnTo>
                    <a:pt x="1775882" y="30554"/>
                  </a:lnTo>
                  <a:lnTo>
                    <a:pt x="1662523" y="24222"/>
                  </a:lnTo>
                  <a:lnTo>
                    <a:pt x="1548311" y="18644"/>
                  </a:lnTo>
                  <a:lnTo>
                    <a:pt x="1436658" y="13836"/>
                  </a:lnTo>
                  <a:lnTo>
                    <a:pt x="1331486" y="9812"/>
                  </a:lnTo>
                  <a:lnTo>
                    <a:pt x="1236812" y="6570"/>
                  </a:lnTo>
                  <a:lnTo>
                    <a:pt x="1156195" y="4085"/>
                  </a:lnTo>
                  <a:lnTo>
                    <a:pt x="1092150" y="2299"/>
                  </a:lnTo>
                  <a:lnTo>
                    <a:pt x="1045673" y="1121"/>
                  </a:lnTo>
                  <a:lnTo>
                    <a:pt x="1015998" y="435"/>
                  </a:lnTo>
                  <a:lnTo>
                    <a:pt x="1000600" y="109"/>
                  </a:lnTo>
                  <a:lnTo>
                    <a:pt x="995392" y="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6" name="pg275"/>
            <p:cNvSpPr/>
            <p:nvPr/>
          </p:nvSpPr>
          <p:spPr>
            <a:xfrm>
              <a:off x="1199187" y="2279511"/>
              <a:ext cx="12049831" cy="2552188"/>
            </a:xfrm>
            <a:custGeom>
              <a:avLst/>
              <a:pathLst>
                <a:path w="12049831" h="2552188">
                  <a:moveTo>
                    <a:pt x="0" y="15721"/>
                  </a:moveTo>
                  <a:lnTo>
                    <a:pt x="994940" y="15721"/>
                  </a:lnTo>
                  <a:lnTo>
                    <a:pt x="996067" y="15742"/>
                  </a:lnTo>
                  <a:lnTo>
                    <a:pt x="1003504" y="15891"/>
                  </a:lnTo>
                  <a:lnTo>
                    <a:pt x="1022354" y="16303"/>
                  </a:lnTo>
                  <a:lnTo>
                    <a:pt x="1056314" y="17115"/>
                  </a:lnTo>
                  <a:lnTo>
                    <a:pt x="1107453" y="18457"/>
                  </a:lnTo>
                  <a:lnTo>
                    <a:pt x="1176061" y="20441"/>
                  </a:lnTo>
                  <a:lnTo>
                    <a:pt x="1260702" y="23148"/>
                  </a:lnTo>
                  <a:lnTo>
                    <a:pt x="1358533" y="26628"/>
                  </a:lnTo>
                  <a:lnTo>
                    <a:pt x="1465816" y="30901"/>
                  </a:lnTo>
                  <a:lnTo>
                    <a:pt x="1578509" y="35963"/>
                  </a:lnTo>
                  <a:lnTo>
                    <a:pt x="1692793" y="41797"/>
                  </a:lnTo>
                  <a:lnTo>
                    <a:pt x="1805440" y="48390"/>
                  </a:lnTo>
                  <a:lnTo>
                    <a:pt x="1913996" y="55737"/>
                  </a:lnTo>
                  <a:lnTo>
                    <a:pt x="2016810" y="63853"/>
                  </a:lnTo>
                  <a:lnTo>
                    <a:pt x="2112949" y="72773"/>
                  </a:lnTo>
                  <a:lnTo>
                    <a:pt x="2202067" y="82559"/>
                  </a:lnTo>
                  <a:lnTo>
                    <a:pt x="2284261" y="93296"/>
                  </a:lnTo>
                  <a:lnTo>
                    <a:pt x="2359933" y="105093"/>
                  </a:lnTo>
                  <a:lnTo>
                    <a:pt x="2429686" y="118079"/>
                  </a:lnTo>
                  <a:lnTo>
                    <a:pt x="2494235" y="132399"/>
                  </a:lnTo>
                  <a:lnTo>
                    <a:pt x="2554348" y="148201"/>
                  </a:lnTo>
                  <a:lnTo>
                    <a:pt x="2610795" y="165628"/>
                  </a:lnTo>
                  <a:lnTo>
                    <a:pt x="2664310" y="184790"/>
                  </a:lnTo>
                  <a:lnTo>
                    <a:pt x="2702183" y="200017"/>
                  </a:lnTo>
                  <a:lnTo>
                    <a:pt x="2758605" y="225333"/>
                  </a:lnTo>
                  <a:lnTo>
                    <a:pt x="2813363" y="252977"/>
                  </a:lnTo>
                  <a:lnTo>
                    <a:pt x="2867025" y="282990"/>
                  </a:lnTo>
                  <a:lnTo>
                    <a:pt x="2920022" y="315352"/>
                  </a:lnTo>
                  <a:lnTo>
                    <a:pt x="2972669" y="349968"/>
                  </a:lnTo>
                  <a:lnTo>
                    <a:pt x="3025186" y="386670"/>
                  </a:lnTo>
                  <a:lnTo>
                    <a:pt x="3077715" y="425212"/>
                  </a:lnTo>
                  <a:lnTo>
                    <a:pt x="3130325" y="465274"/>
                  </a:lnTo>
                  <a:lnTo>
                    <a:pt x="3183033" y="506471"/>
                  </a:lnTo>
                  <a:lnTo>
                    <a:pt x="3235817" y="548366"/>
                  </a:lnTo>
                  <a:lnTo>
                    <a:pt x="3288628" y="590492"/>
                  </a:lnTo>
                  <a:lnTo>
                    <a:pt x="3341409" y="632368"/>
                  </a:lnTo>
                  <a:lnTo>
                    <a:pt x="3394114" y="673529"/>
                  </a:lnTo>
                  <a:lnTo>
                    <a:pt x="3446720" y="713538"/>
                  </a:lnTo>
                  <a:lnTo>
                    <a:pt x="3499246" y="752014"/>
                  </a:lnTo>
                  <a:lnTo>
                    <a:pt x="3551766" y="788639"/>
                  </a:lnTo>
                  <a:lnTo>
                    <a:pt x="3604422" y="823170"/>
                  </a:lnTo>
                  <a:lnTo>
                    <a:pt x="3657438" y="855441"/>
                  </a:lnTo>
                  <a:lnTo>
                    <a:pt x="3711134" y="885363"/>
                  </a:lnTo>
                  <a:lnTo>
                    <a:pt x="3765946" y="912915"/>
                  </a:lnTo>
                  <a:lnTo>
                    <a:pt x="3820202" y="937200"/>
                  </a:lnTo>
                  <a:lnTo>
                    <a:pt x="3871984" y="957668"/>
                  </a:lnTo>
                  <a:lnTo>
                    <a:pt x="3926207" y="976363"/>
                  </a:lnTo>
                  <a:lnTo>
                    <a:pt x="3983550" y="993348"/>
                  </a:lnTo>
                  <a:lnTo>
                    <a:pt x="4044761" y="1008744"/>
                  </a:lnTo>
                  <a:lnTo>
                    <a:pt x="4110613" y="1022696"/>
                  </a:lnTo>
                  <a:lnTo>
                    <a:pt x="4181865" y="1035354"/>
                  </a:lnTo>
                  <a:lnTo>
                    <a:pt x="4259210" y="1046859"/>
                  </a:lnTo>
                  <a:lnTo>
                    <a:pt x="4343207" y="1057335"/>
                  </a:lnTo>
                  <a:lnTo>
                    <a:pt x="4434188" y="1066884"/>
                  </a:lnTo>
                  <a:lnTo>
                    <a:pt x="4532148" y="1075587"/>
                  </a:lnTo>
                  <a:lnTo>
                    <a:pt x="4636599" y="1083496"/>
                  </a:lnTo>
                  <a:lnTo>
                    <a:pt x="4746430" y="1090644"/>
                  </a:lnTo>
                  <a:lnTo>
                    <a:pt x="4859782" y="1097037"/>
                  </a:lnTo>
                  <a:lnTo>
                    <a:pt x="4973988" y="1102669"/>
                  </a:lnTo>
                  <a:lnTo>
                    <a:pt x="5085638" y="1107523"/>
                  </a:lnTo>
                  <a:lnTo>
                    <a:pt x="5190812" y="1111586"/>
                  </a:lnTo>
                  <a:lnTo>
                    <a:pt x="5285492" y="1114859"/>
                  </a:lnTo>
                  <a:lnTo>
                    <a:pt x="5366119" y="1117368"/>
                  </a:lnTo>
                  <a:lnTo>
                    <a:pt x="5430178" y="1119172"/>
                  </a:lnTo>
                  <a:lnTo>
                    <a:pt x="5476671" y="1120362"/>
                  </a:lnTo>
                  <a:lnTo>
                    <a:pt x="5506362" y="1121055"/>
                  </a:lnTo>
                  <a:lnTo>
                    <a:pt x="5521773" y="1121385"/>
                  </a:lnTo>
                  <a:lnTo>
                    <a:pt x="5526991" y="1121487"/>
                  </a:lnTo>
                  <a:lnTo>
                    <a:pt x="5527445" y="1121495"/>
                  </a:lnTo>
                  <a:lnTo>
                    <a:pt x="6522385" y="1121495"/>
                  </a:lnTo>
                  <a:lnTo>
                    <a:pt x="6523506" y="1121522"/>
                  </a:lnTo>
                  <a:lnTo>
                    <a:pt x="6530901" y="1121714"/>
                  </a:lnTo>
                  <a:lnTo>
                    <a:pt x="6549650" y="1122244"/>
                  </a:lnTo>
                  <a:lnTo>
                    <a:pt x="6583433" y="1123288"/>
                  </a:lnTo>
                  <a:lnTo>
                    <a:pt x="6634321" y="1125015"/>
                  </a:lnTo>
                  <a:lnTo>
                    <a:pt x="6702615" y="1127566"/>
                  </a:lnTo>
                  <a:lnTo>
                    <a:pt x="6786908" y="1131050"/>
                  </a:lnTo>
                  <a:lnTo>
                    <a:pt x="6884385" y="1135530"/>
                  </a:lnTo>
                  <a:lnTo>
                    <a:pt x="6991339" y="1141031"/>
                  </a:lnTo>
                  <a:lnTo>
                    <a:pt x="7103751" y="1147548"/>
                  </a:lnTo>
                  <a:lnTo>
                    <a:pt x="7217817" y="1155063"/>
                  </a:lnTo>
                  <a:lnTo>
                    <a:pt x="7330313" y="1163555"/>
                  </a:lnTo>
                  <a:lnTo>
                    <a:pt x="7438781" y="1173019"/>
                  </a:lnTo>
                  <a:lnTo>
                    <a:pt x="7541560" y="1183472"/>
                  </a:lnTo>
                  <a:lnTo>
                    <a:pt x="7637707" y="1194961"/>
                  </a:lnTo>
                  <a:lnTo>
                    <a:pt x="7726864" y="1207563"/>
                  </a:lnTo>
                  <a:lnTo>
                    <a:pt x="7809114" y="1221387"/>
                  </a:lnTo>
                  <a:lnTo>
                    <a:pt x="7884851" y="1236572"/>
                  </a:lnTo>
                  <a:lnTo>
                    <a:pt x="7954668" y="1253284"/>
                  </a:lnTo>
                  <a:lnTo>
                    <a:pt x="8019274" y="1271707"/>
                  </a:lnTo>
                  <a:lnTo>
                    <a:pt x="8079432" y="1292034"/>
                  </a:lnTo>
                  <a:lnTo>
                    <a:pt x="8135907" y="1314448"/>
                  </a:lnTo>
                  <a:lnTo>
                    <a:pt x="8189431" y="1339092"/>
                  </a:lnTo>
                  <a:lnTo>
                    <a:pt x="8229629" y="1359944"/>
                  </a:lnTo>
                  <a:lnTo>
                    <a:pt x="8283530" y="1391147"/>
                  </a:lnTo>
                  <a:lnTo>
                    <a:pt x="8335889" y="1425091"/>
                  </a:lnTo>
                  <a:lnTo>
                    <a:pt x="8387210" y="1461829"/>
                  </a:lnTo>
                  <a:lnTo>
                    <a:pt x="8437878" y="1501343"/>
                  </a:lnTo>
                  <a:lnTo>
                    <a:pt x="8488182" y="1543544"/>
                  </a:lnTo>
                  <a:lnTo>
                    <a:pt x="8538330" y="1588257"/>
                  </a:lnTo>
                  <a:lnTo>
                    <a:pt x="8588460" y="1635228"/>
                  </a:lnTo>
                  <a:lnTo>
                    <a:pt x="8638651" y="1684121"/>
                  </a:lnTo>
                  <a:lnTo>
                    <a:pt x="8688931" y="1734525"/>
                  </a:lnTo>
                  <a:lnTo>
                    <a:pt x="8739292" y="1785969"/>
                  </a:lnTo>
                  <a:lnTo>
                    <a:pt x="8789700" y="1837938"/>
                  </a:lnTo>
                  <a:lnTo>
                    <a:pt x="8840107" y="1889896"/>
                  </a:lnTo>
                  <a:lnTo>
                    <a:pt x="8890465" y="1941306"/>
                  </a:lnTo>
                  <a:lnTo>
                    <a:pt x="8940741" y="1991656"/>
                  </a:lnTo>
                  <a:lnTo>
                    <a:pt x="8990929" y="2040475"/>
                  </a:lnTo>
                  <a:lnTo>
                    <a:pt x="9041058" y="2087358"/>
                  </a:lnTo>
                  <a:lnTo>
                    <a:pt x="9091209" y="2131970"/>
                  </a:lnTo>
                  <a:lnTo>
                    <a:pt x="9141524" y="2174060"/>
                  </a:lnTo>
                  <a:lnTo>
                    <a:pt x="9192213" y="2213458"/>
                  </a:lnTo>
                  <a:lnTo>
                    <a:pt x="9243569" y="2250078"/>
                  </a:lnTo>
                  <a:lnTo>
                    <a:pt x="9295982" y="2283906"/>
                  </a:lnTo>
                  <a:lnTo>
                    <a:pt x="9347647" y="2313739"/>
                  </a:lnTo>
                  <a:lnTo>
                    <a:pt x="9399327" y="2340173"/>
                  </a:lnTo>
                  <a:lnTo>
                    <a:pt x="9453437" y="2364321"/>
                  </a:lnTo>
                  <a:lnTo>
                    <a:pt x="9510653" y="2386265"/>
                  </a:lnTo>
                  <a:lnTo>
                    <a:pt x="9571717" y="2406159"/>
                  </a:lnTo>
                  <a:lnTo>
                    <a:pt x="9637398" y="2424192"/>
                  </a:lnTo>
                  <a:lnTo>
                    <a:pt x="9708451" y="2440554"/>
                  </a:lnTo>
                  <a:lnTo>
                    <a:pt x="9785567" y="2455429"/>
                  </a:lnTo>
                  <a:lnTo>
                    <a:pt x="9869302" y="2468975"/>
                  </a:lnTo>
                  <a:lnTo>
                    <a:pt x="9959992" y="2481325"/>
                  </a:lnTo>
                  <a:lnTo>
                    <a:pt x="10057637" y="2492583"/>
                  </a:lnTo>
                  <a:lnTo>
                    <a:pt x="10161764" y="2502817"/>
                  </a:lnTo>
                  <a:lnTo>
                    <a:pt x="10271281" y="2512068"/>
                  </a:lnTo>
                  <a:lnTo>
                    <a:pt x="10384358" y="2520347"/>
                  </a:lnTo>
                  <a:lnTo>
                    <a:pt x="10498362" y="2527646"/>
                  </a:lnTo>
                  <a:lnTo>
                    <a:pt x="10609921" y="2533942"/>
                  </a:lnTo>
                  <a:lnTo>
                    <a:pt x="10715144" y="2539220"/>
                  </a:lnTo>
                  <a:lnTo>
                    <a:pt x="10810034" y="2543479"/>
                  </a:lnTo>
                  <a:lnTo>
                    <a:pt x="10891029" y="2546752"/>
                  </a:lnTo>
                  <a:lnTo>
                    <a:pt x="10955582" y="2549112"/>
                  </a:lnTo>
                  <a:lnTo>
                    <a:pt x="11002643" y="2550676"/>
                  </a:lnTo>
                  <a:lnTo>
                    <a:pt x="11032904" y="2551593"/>
                  </a:lnTo>
                  <a:lnTo>
                    <a:pt x="11048805" y="2552034"/>
                  </a:lnTo>
                  <a:lnTo>
                    <a:pt x="11054350" y="2552175"/>
                  </a:lnTo>
                  <a:lnTo>
                    <a:pt x="11054891" y="2552188"/>
                  </a:lnTo>
                  <a:lnTo>
                    <a:pt x="12049831" y="2552188"/>
                  </a:lnTo>
                  <a:lnTo>
                    <a:pt x="12049831" y="2536466"/>
                  </a:lnTo>
                  <a:lnTo>
                    <a:pt x="11054891" y="2536466"/>
                  </a:lnTo>
                  <a:lnTo>
                    <a:pt x="11053771" y="2536439"/>
                  </a:lnTo>
                  <a:lnTo>
                    <a:pt x="11046375" y="2536248"/>
                  </a:lnTo>
                  <a:lnTo>
                    <a:pt x="11027626" y="2535718"/>
                  </a:lnTo>
                  <a:lnTo>
                    <a:pt x="10993843" y="2534673"/>
                  </a:lnTo>
                  <a:lnTo>
                    <a:pt x="10942956" y="2532947"/>
                  </a:lnTo>
                  <a:lnTo>
                    <a:pt x="10874661" y="2530395"/>
                  </a:lnTo>
                  <a:lnTo>
                    <a:pt x="10790369" y="2526912"/>
                  </a:lnTo>
                  <a:lnTo>
                    <a:pt x="10692891" y="2522432"/>
                  </a:lnTo>
                  <a:lnTo>
                    <a:pt x="10585938" y="2516931"/>
                  </a:lnTo>
                  <a:lnTo>
                    <a:pt x="10473525" y="2510413"/>
                  </a:lnTo>
                  <a:lnTo>
                    <a:pt x="10359459" y="2502899"/>
                  </a:lnTo>
                  <a:lnTo>
                    <a:pt x="10246964" y="2494407"/>
                  </a:lnTo>
                  <a:lnTo>
                    <a:pt x="10138496" y="2484943"/>
                  </a:lnTo>
                  <a:lnTo>
                    <a:pt x="10035716" y="2474489"/>
                  </a:lnTo>
                  <a:lnTo>
                    <a:pt x="9939569" y="2463001"/>
                  </a:lnTo>
                  <a:lnTo>
                    <a:pt x="9850413" y="2450399"/>
                  </a:lnTo>
                  <a:lnTo>
                    <a:pt x="9768162" y="2436574"/>
                  </a:lnTo>
                  <a:lnTo>
                    <a:pt x="9692426" y="2421389"/>
                  </a:lnTo>
                  <a:lnTo>
                    <a:pt x="9622608" y="2404678"/>
                  </a:lnTo>
                  <a:lnTo>
                    <a:pt x="9558002" y="2386255"/>
                  </a:lnTo>
                  <a:lnTo>
                    <a:pt x="9497845" y="2365928"/>
                  </a:lnTo>
                  <a:lnTo>
                    <a:pt x="9441370" y="2343514"/>
                  </a:lnTo>
                  <a:lnTo>
                    <a:pt x="9387846" y="2318869"/>
                  </a:lnTo>
                  <a:lnTo>
                    <a:pt x="9347647" y="2298018"/>
                  </a:lnTo>
                  <a:lnTo>
                    <a:pt x="9293747" y="2266815"/>
                  </a:lnTo>
                  <a:lnTo>
                    <a:pt x="9241387" y="2232870"/>
                  </a:lnTo>
                  <a:lnTo>
                    <a:pt x="9190067" y="2196133"/>
                  </a:lnTo>
                  <a:lnTo>
                    <a:pt x="9139399" y="2156618"/>
                  </a:lnTo>
                  <a:lnTo>
                    <a:pt x="9089095" y="2114418"/>
                  </a:lnTo>
                  <a:lnTo>
                    <a:pt x="9038947" y="2069705"/>
                  </a:lnTo>
                  <a:lnTo>
                    <a:pt x="8988816" y="2022733"/>
                  </a:lnTo>
                  <a:lnTo>
                    <a:pt x="8938625" y="1973841"/>
                  </a:lnTo>
                  <a:lnTo>
                    <a:pt x="8888345" y="1923437"/>
                  </a:lnTo>
                  <a:lnTo>
                    <a:pt x="8837984" y="1871993"/>
                  </a:lnTo>
                  <a:lnTo>
                    <a:pt x="8787576" y="1820024"/>
                  </a:lnTo>
                  <a:lnTo>
                    <a:pt x="8737170" y="1768065"/>
                  </a:lnTo>
                  <a:lnTo>
                    <a:pt x="8686812" y="1716655"/>
                  </a:lnTo>
                  <a:lnTo>
                    <a:pt x="8636535" y="1666306"/>
                  </a:lnTo>
                  <a:lnTo>
                    <a:pt x="8586348" y="1617486"/>
                  </a:lnTo>
                  <a:lnTo>
                    <a:pt x="8536219" y="1570604"/>
                  </a:lnTo>
                  <a:lnTo>
                    <a:pt x="8486067" y="1525992"/>
                  </a:lnTo>
                  <a:lnTo>
                    <a:pt x="8435752" y="1483902"/>
                  </a:lnTo>
                  <a:lnTo>
                    <a:pt x="8385064" y="1444503"/>
                  </a:lnTo>
                  <a:lnTo>
                    <a:pt x="8333708" y="1407883"/>
                  </a:lnTo>
                  <a:lnTo>
                    <a:pt x="8281295" y="1374056"/>
                  </a:lnTo>
                  <a:lnTo>
                    <a:pt x="8229629" y="1344222"/>
                  </a:lnTo>
                  <a:lnTo>
                    <a:pt x="8177949" y="1317788"/>
                  </a:lnTo>
                  <a:lnTo>
                    <a:pt x="8123839" y="1293640"/>
                  </a:lnTo>
                  <a:lnTo>
                    <a:pt x="8066624" y="1271697"/>
                  </a:lnTo>
                  <a:lnTo>
                    <a:pt x="8005560" y="1251802"/>
                  </a:lnTo>
                  <a:lnTo>
                    <a:pt x="7939879" y="1233770"/>
                  </a:lnTo>
                  <a:lnTo>
                    <a:pt x="7868825" y="1217407"/>
                  </a:lnTo>
                  <a:lnTo>
                    <a:pt x="7791710" y="1202533"/>
                  </a:lnTo>
                  <a:lnTo>
                    <a:pt x="7707975" y="1188987"/>
                  </a:lnTo>
                  <a:lnTo>
                    <a:pt x="7617284" y="1176636"/>
                  </a:lnTo>
                  <a:lnTo>
                    <a:pt x="7519639" y="1165379"/>
                  </a:lnTo>
                  <a:lnTo>
                    <a:pt x="7415513" y="1155145"/>
                  </a:lnTo>
                  <a:lnTo>
                    <a:pt x="7305995" y="1145894"/>
                  </a:lnTo>
                  <a:lnTo>
                    <a:pt x="7192919" y="1137614"/>
                  </a:lnTo>
                  <a:lnTo>
                    <a:pt x="7078915" y="1130316"/>
                  </a:lnTo>
                  <a:lnTo>
                    <a:pt x="6967356" y="1124019"/>
                  </a:lnTo>
                  <a:lnTo>
                    <a:pt x="6862132" y="1118742"/>
                  </a:lnTo>
                  <a:lnTo>
                    <a:pt x="6767242" y="1114483"/>
                  </a:lnTo>
                  <a:lnTo>
                    <a:pt x="6686248" y="1111210"/>
                  </a:lnTo>
                  <a:lnTo>
                    <a:pt x="6621694" y="1108849"/>
                  </a:lnTo>
                  <a:lnTo>
                    <a:pt x="6574634" y="1107285"/>
                  </a:lnTo>
                  <a:lnTo>
                    <a:pt x="6544373" y="1106368"/>
                  </a:lnTo>
                  <a:lnTo>
                    <a:pt x="6528471" y="1105927"/>
                  </a:lnTo>
                  <a:lnTo>
                    <a:pt x="6522926" y="1105786"/>
                  </a:lnTo>
                  <a:lnTo>
                    <a:pt x="6522385" y="1105773"/>
                  </a:lnTo>
                  <a:lnTo>
                    <a:pt x="5527445" y="1105773"/>
                  </a:lnTo>
                  <a:lnTo>
                    <a:pt x="5526318" y="1105752"/>
                  </a:lnTo>
                  <a:lnTo>
                    <a:pt x="5518881" y="1105603"/>
                  </a:lnTo>
                  <a:lnTo>
                    <a:pt x="5500031" y="1105191"/>
                  </a:lnTo>
                  <a:lnTo>
                    <a:pt x="5466071" y="1104379"/>
                  </a:lnTo>
                  <a:lnTo>
                    <a:pt x="5414932" y="1103037"/>
                  </a:lnTo>
                  <a:lnTo>
                    <a:pt x="5346324" y="1101054"/>
                  </a:lnTo>
                  <a:lnTo>
                    <a:pt x="5261683" y="1098347"/>
                  </a:lnTo>
                  <a:lnTo>
                    <a:pt x="5163852" y="1094866"/>
                  </a:lnTo>
                  <a:lnTo>
                    <a:pt x="5056569" y="1090593"/>
                  </a:lnTo>
                  <a:lnTo>
                    <a:pt x="4943876" y="1085532"/>
                  </a:lnTo>
                  <a:lnTo>
                    <a:pt x="4829592" y="1079697"/>
                  </a:lnTo>
                  <a:lnTo>
                    <a:pt x="4716945" y="1073104"/>
                  </a:lnTo>
                  <a:lnTo>
                    <a:pt x="4608389" y="1065757"/>
                  </a:lnTo>
                  <a:lnTo>
                    <a:pt x="4505575" y="1057642"/>
                  </a:lnTo>
                  <a:lnTo>
                    <a:pt x="4409436" y="1048722"/>
                  </a:lnTo>
                  <a:lnTo>
                    <a:pt x="4320318" y="1038936"/>
                  </a:lnTo>
                  <a:lnTo>
                    <a:pt x="4238124" y="1028199"/>
                  </a:lnTo>
                  <a:lnTo>
                    <a:pt x="4162452" y="1016401"/>
                  </a:lnTo>
                  <a:lnTo>
                    <a:pt x="4092699" y="1003415"/>
                  </a:lnTo>
                  <a:lnTo>
                    <a:pt x="4028150" y="989096"/>
                  </a:lnTo>
                  <a:lnTo>
                    <a:pt x="3968037" y="973293"/>
                  </a:lnTo>
                  <a:lnTo>
                    <a:pt x="3911590" y="955866"/>
                  </a:lnTo>
                  <a:lnTo>
                    <a:pt x="3858075" y="936705"/>
                  </a:lnTo>
                  <a:lnTo>
                    <a:pt x="3820202" y="921478"/>
                  </a:lnTo>
                  <a:lnTo>
                    <a:pt x="3763780" y="896162"/>
                  </a:lnTo>
                  <a:lnTo>
                    <a:pt x="3709022" y="868518"/>
                  </a:lnTo>
                  <a:lnTo>
                    <a:pt x="3655360" y="838504"/>
                  </a:lnTo>
                  <a:lnTo>
                    <a:pt x="3602363" y="806143"/>
                  </a:lnTo>
                  <a:lnTo>
                    <a:pt x="3549716" y="771527"/>
                  </a:lnTo>
                  <a:lnTo>
                    <a:pt x="3497199" y="734824"/>
                  </a:lnTo>
                  <a:lnTo>
                    <a:pt x="3444670" y="696282"/>
                  </a:lnTo>
                  <a:lnTo>
                    <a:pt x="3392060" y="656220"/>
                  </a:lnTo>
                  <a:lnTo>
                    <a:pt x="3339352" y="615024"/>
                  </a:lnTo>
                  <a:lnTo>
                    <a:pt x="3286568" y="573128"/>
                  </a:lnTo>
                  <a:lnTo>
                    <a:pt x="3233757" y="531003"/>
                  </a:lnTo>
                  <a:lnTo>
                    <a:pt x="3180976" y="489126"/>
                  </a:lnTo>
                  <a:lnTo>
                    <a:pt x="3128271" y="447966"/>
                  </a:lnTo>
                  <a:lnTo>
                    <a:pt x="3075665" y="407957"/>
                  </a:lnTo>
                  <a:lnTo>
                    <a:pt x="3023139" y="369481"/>
                  </a:lnTo>
                  <a:lnTo>
                    <a:pt x="2970619" y="332856"/>
                  </a:lnTo>
                  <a:lnTo>
                    <a:pt x="2917963" y="298325"/>
                  </a:lnTo>
                  <a:lnTo>
                    <a:pt x="2864947" y="266054"/>
                  </a:lnTo>
                  <a:lnTo>
                    <a:pt x="2811251" y="236132"/>
                  </a:lnTo>
                  <a:lnTo>
                    <a:pt x="2756439" y="208580"/>
                  </a:lnTo>
                  <a:lnTo>
                    <a:pt x="2702183" y="184295"/>
                  </a:lnTo>
                  <a:lnTo>
                    <a:pt x="2650401" y="163827"/>
                  </a:lnTo>
                  <a:lnTo>
                    <a:pt x="2596178" y="145132"/>
                  </a:lnTo>
                  <a:lnTo>
                    <a:pt x="2538835" y="128147"/>
                  </a:lnTo>
                  <a:lnTo>
                    <a:pt x="2477624" y="112751"/>
                  </a:lnTo>
                  <a:lnTo>
                    <a:pt x="2411772" y="98799"/>
                  </a:lnTo>
                  <a:lnTo>
                    <a:pt x="2340520" y="86141"/>
                  </a:lnTo>
                  <a:lnTo>
                    <a:pt x="2263175" y="74636"/>
                  </a:lnTo>
                  <a:lnTo>
                    <a:pt x="2179178" y="64160"/>
                  </a:lnTo>
                  <a:lnTo>
                    <a:pt x="2088197" y="54610"/>
                  </a:lnTo>
                  <a:lnTo>
                    <a:pt x="1990237" y="45908"/>
                  </a:lnTo>
                  <a:lnTo>
                    <a:pt x="1885786" y="37998"/>
                  </a:lnTo>
                  <a:lnTo>
                    <a:pt x="1775955" y="30851"/>
                  </a:lnTo>
                  <a:lnTo>
                    <a:pt x="1662603" y="24458"/>
                  </a:lnTo>
                  <a:lnTo>
                    <a:pt x="1548397" y="18826"/>
                  </a:lnTo>
                  <a:lnTo>
                    <a:pt x="1436747" y="13972"/>
                  </a:lnTo>
                  <a:lnTo>
                    <a:pt x="1331573" y="9909"/>
                  </a:lnTo>
                  <a:lnTo>
                    <a:pt x="1236893" y="6636"/>
                  </a:lnTo>
                  <a:lnTo>
                    <a:pt x="1156266" y="4127"/>
                  </a:lnTo>
                  <a:lnTo>
                    <a:pt x="1092207" y="2322"/>
                  </a:lnTo>
                  <a:lnTo>
                    <a:pt x="1045714" y="1132"/>
                  </a:lnTo>
                  <a:lnTo>
                    <a:pt x="1016023" y="439"/>
                  </a:lnTo>
                  <a:lnTo>
                    <a:pt x="1000612" y="110"/>
                  </a:lnTo>
                  <a:lnTo>
                    <a:pt x="995394" y="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77" name="pl276"/>
            <p:cNvSpPr/>
            <p:nvPr/>
          </p:nvSpPr>
          <p:spPr>
            <a:xfrm>
              <a:off x="1199187" y="2295233"/>
              <a:ext cx="12049831" cy="2536466"/>
            </a:xfrm>
            <a:custGeom>
              <a:avLst/>
              <a:pathLst>
                <a:path w="12049831" h="2536466">
                  <a:moveTo>
                    <a:pt x="0" y="0"/>
                  </a:moveTo>
                  <a:lnTo>
                    <a:pt x="994940" y="0"/>
                  </a:lnTo>
                  <a:lnTo>
                    <a:pt x="996067" y="20"/>
                  </a:lnTo>
                  <a:lnTo>
                    <a:pt x="1003504" y="170"/>
                  </a:lnTo>
                  <a:lnTo>
                    <a:pt x="1022354" y="582"/>
                  </a:lnTo>
                  <a:lnTo>
                    <a:pt x="1056314" y="1394"/>
                  </a:lnTo>
                  <a:lnTo>
                    <a:pt x="1107453" y="2736"/>
                  </a:lnTo>
                  <a:lnTo>
                    <a:pt x="1176061" y="4719"/>
                  </a:lnTo>
                  <a:lnTo>
                    <a:pt x="1260702" y="7426"/>
                  </a:lnTo>
                  <a:lnTo>
                    <a:pt x="1358533" y="10906"/>
                  </a:lnTo>
                  <a:lnTo>
                    <a:pt x="1465816" y="15179"/>
                  </a:lnTo>
                  <a:lnTo>
                    <a:pt x="1578509" y="20241"/>
                  </a:lnTo>
                  <a:lnTo>
                    <a:pt x="1692793" y="26075"/>
                  </a:lnTo>
                  <a:lnTo>
                    <a:pt x="1805440" y="32668"/>
                  </a:lnTo>
                  <a:lnTo>
                    <a:pt x="1913996" y="40015"/>
                  </a:lnTo>
                  <a:lnTo>
                    <a:pt x="2016810" y="48131"/>
                  </a:lnTo>
                  <a:lnTo>
                    <a:pt x="2112949" y="57051"/>
                  </a:lnTo>
                  <a:lnTo>
                    <a:pt x="2202067" y="66837"/>
                  </a:lnTo>
                  <a:lnTo>
                    <a:pt x="2284261" y="77574"/>
                  </a:lnTo>
                  <a:lnTo>
                    <a:pt x="2359933" y="89371"/>
                  </a:lnTo>
                  <a:lnTo>
                    <a:pt x="2429686" y="102358"/>
                  </a:lnTo>
                  <a:lnTo>
                    <a:pt x="2494235" y="116677"/>
                  </a:lnTo>
                  <a:lnTo>
                    <a:pt x="2554348" y="132479"/>
                  </a:lnTo>
                  <a:lnTo>
                    <a:pt x="2610795" y="149907"/>
                  </a:lnTo>
                  <a:lnTo>
                    <a:pt x="2664310" y="169068"/>
                  </a:lnTo>
                  <a:lnTo>
                    <a:pt x="2702183" y="184295"/>
                  </a:lnTo>
                  <a:lnTo>
                    <a:pt x="2758605" y="209611"/>
                  </a:lnTo>
                  <a:lnTo>
                    <a:pt x="2813363" y="237255"/>
                  </a:lnTo>
                  <a:lnTo>
                    <a:pt x="2867025" y="267268"/>
                  </a:lnTo>
                  <a:lnTo>
                    <a:pt x="2920022" y="299630"/>
                  </a:lnTo>
                  <a:lnTo>
                    <a:pt x="2972669" y="334246"/>
                  </a:lnTo>
                  <a:lnTo>
                    <a:pt x="3025186" y="370948"/>
                  </a:lnTo>
                  <a:lnTo>
                    <a:pt x="3077715" y="409491"/>
                  </a:lnTo>
                  <a:lnTo>
                    <a:pt x="3130325" y="449552"/>
                  </a:lnTo>
                  <a:lnTo>
                    <a:pt x="3183033" y="490749"/>
                  </a:lnTo>
                  <a:lnTo>
                    <a:pt x="3235817" y="532644"/>
                  </a:lnTo>
                  <a:lnTo>
                    <a:pt x="3288628" y="574770"/>
                  </a:lnTo>
                  <a:lnTo>
                    <a:pt x="3341409" y="616647"/>
                  </a:lnTo>
                  <a:lnTo>
                    <a:pt x="3394114" y="657807"/>
                  </a:lnTo>
                  <a:lnTo>
                    <a:pt x="3446720" y="697816"/>
                  </a:lnTo>
                  <a:lnTo>
                    <a:pt x="3499246" y="736292"/>
                  </a:lnTo>
                  <a:lnTo>
                    <a:pt x="3551766" y="772917"/>
                  </a:lnTo>
                  <a:lnTo>
                    <a:pt x="3604422" y="807448"/>
                  </a:lnTo>
                  <a:lnTo>
                    <a:pt x="3657438" y="839719"/>
                  </a:lnTo>
                  <a:lnTo>
                    <a:pt x="3711134" y="869641"/>
                  </a:lnTo>
                  <a:lnTo>
                    <a:pt x="3765946" y="897193"/>
                  </a:lnTo>
                  <a:lnTo>
                    <a:pt x="3820202" y="921478"/>
                  </a:lnTo>
                  <a:lnTo>
                    <a:pt x="3871984" y="941946"/>
                  </a:lnTo>
                  <a:lnTo>
                    <a:pt x="3926207" y="960641"/>
                  </a:lnTo>
                  <a:lnTo>
                    <a:pt x="3983550" y="977626"/>
                  </a:lnTo>
                  <a:lnTo>
                    <a:pt x="4044761" y="993022"/>
                  </a:lnTo>
                  <a:lnTo>
                    <a:pt x="4110613" y="1006974"/>
                  </a:lnTo>
                  <a:lnTo>
                    <a:pt x="4181865" y="1019632"/>
                  </a:lnTo>
                  <a:lnTo>
                    <a:pt x="4259210" y="1031137"/>
                  </a:lnTo>
                  <a:lnTo>
                    <a:pt x="4343207" y="1041613"/>
                  </a:lnTo>
                  <a:lnTo>
                    <a:pt x="4434188" y="1051162"/>
                  </a:lnTo>
                  <a:lnTo>
                    <a:pt x="4532148" y="1059865"/>
                  </a:lnTo>
                  <a:lnTo>
                    <a:pt x="4636599" y="1067775"/>
                  </a:lnTo>
                  <a:lnTo>
                    <a:pt x="4746430" y="1074922"/>
                  </a:lnTo>
                  <a:lnTo>
                    <a:pt x="4859782" y="1081315"/>
                  </a:lnTo>
                  <a:lnTo>
                    <a:pt x="4973988" y="1086947"/>
                  </a:lnTo>
                  <a:lnTo>
                    <a:pt x="5085638" y="1091801"/>
                  </a:lnTo>
                  <a:lnTo>
                    <a:pt x="5190812" y="1095864"/>
                  </a:lnTo>
                  <a:lnTo>
                    <a:pt x="5285492" y="1099137"/>
                  </a:lnTo>
                  <a:lnTo>
                    <a:pt x="5366119" y="1101646"/>
                  </a:lnTo>
                  <a:lnTo>
                    <a:pt x="5430178" y="1103450"/>
                  </a:lnTo>
                  <a:lnTo>
                    <a:pt x="5476671" y="1104640"/>
                  </a:lnTo>
                  <a:lnTo>
                    <a:pt x="5506362" y="1105334"/>
                  </a:lnTo>
                  <a:lnTo>
                    <a:pt x="5521773" y="1105663"/>
                  </a:lnTo>
                  <a:lnTo>
                    <a:pt x="5526991" y="1105765"/>
                  </a:lnTo>
                  <a:lnTo>
                    <a:pt x="5527445" y="1105773"/>
                  </a:lnTo>
                  <a:lnTo>
                    <a:pt x="6522385" y="1105773"/>
                  </a:lnTo>
                  <a:lnTo>
                    <a:pt x="6523506" y="1105800"/>
                  </a:lnTo>
                  <a:lnTo>
                    <a:pt x="6530901" y="1105992"/>
                  </a:lnTo>
                  <a:lnTo>
                    <a:pt x="6549650" y="1106522"/>
                  </a:lnTo>
                  <a:lnTo>
                    <a:pt x="6583433" y="1107566"/>
                  </a:lnTo>
                  <a:lnTo>
                    <a:pt x="6634321" y="1109293"/>
                  </a:lnTo>
                  <a:lnTo>
                    <a:pt x="6702615" y="1111844"/>
                  </a:lnTo>
                  <a:lnTo>
                    <a:pt x="6786908" y="1115328"/>
                  </a:lnTo>
                  <a:lnTo>
                    <a:pt x="6884385" y="1119808"/>
                  </a:lnTo>
                  <a:lnTo>
                    <a:pt x="6991339" y="1125309"/>
                  </a:lnTo>
                  <a:lnTo>
                    <a:pt x="7103751" y="1131826"/>
                  </a:lnTo>
                  <a:lnTo>
                    <a:pt x="7217817" y="1139341"/>
                  </a:lnTo>
                  <a:lnTo>
                    <a:pt x="7330313" y="1147833"/>
                  </a:lnTo>
                  <a:lnTo>
                    <a:pt x="7438781" y="1157297"/>
                  </a:lnTo>
                  <a:lnTo>
                    <a:pt x="7541560" y="1167750"/>
                  </a:lnTo>
                  <a:lnTo>
                    <a:pt x="7637707" y="1179239"/>
                  </a:lnTo>
                  <a:lnTo>
                    <a:pt x="7726864" y="1191841"/>
                  </a:lnTo>
                  <a:lnTo>
                    <a:pt x="7809114" y="1205665"/>
                  </a:lnTo>
                  <a:lnTo>
                    <a:pt x="7884851" y="1220851"/>
                  </a:lnTo>
                  <a:lnTo>
                    <a:pt x="7954668" y="1237562"/>
                  </a:lnTo>
                  <a:lnTo>
                    <a:pt x="8019274" y="1255985"/>
                  </a:lnTo>
                  <a:lnTo>
                    <a:pt x="8079432" y="1276312"/>
                  </a:lnTo>
                  <a:lnTo>
                    <a:pt x="8135907" y="1298726"/>
                  </a:lnTo>
                  <a:lnTo>
                    <a:pt x="8189431" y="1323370"/>
                  </a:lnTo>
                  <a:lnTo>
                    <a:pt x="8229629" y="1344222"/>
                  </a:lnTo>
                  <a:lnTo>
                    <a:pt x="8283530" y="1375425"/>
                  </a:lnTo>
                  <a:lnTo>
                    <a:pt x="8335889" y="1409369"/>
                  </a:lnTo>
                  <a:lnTo>
                    <a:pt x="8387210" y="1446107"/>
                  </a:lnTo>
                  <a:lnTo>
                    <a:pt x="8437878" y="1485622"/>
                  </a:lnTo>
                  <a:lnTo>
                    <a:pt x="8488182" y="1527822"/>
                  </a:lnTo>
                  <a:lnTo>
                    <a:pt x="8538330" y="1572535"/>
                  </a:lnTo>
                  <a:lnTo>
                    <a:pt x="8588460" y="1619506"/>
                  </a:lnTo>
                  <a:lnTo>
                    <a:pt x="8638651" y="1668399"/>
                  </a:lnTo>
                  <a:lnTo>
                    <a:pt x="8688931" y="1718803"/>
                  </a:lnTo>
                  <a:lnTo>
                    <a:pt x="8739292" y="1770247"/>
                  </a:lnTo>
                  <a:lnTo>
                    <a:pt x="8789700" y="1822216"/>
                  </a:lnTo>
                  <a:lnTo>
                    <a:pt x="8840107" y="1874174"/>
                  </a:lnTo>
                  <a:lnTo>
                    <a:pt x="8890465" y="1925585"/>
                  </a:lnTo>
                  <a:lnTo>
                    <a:pt x="8940741" y="1975934"/>
                  </a:lnTo>
                  <a:lnTo>
                    <a:pt x="8990929" y="2024753"/>
                  </a:lnTo>
                  <a:lnTo>
                    <a:pt x="9041058" y="2071636"/>
                  </a:lnTo>
                  <a:lnTo>
                    <a:pt x="9091209" y="2116248"/>
                  </a:lnTo>
                  <a:lnTo>
                    <a:pt x="9141524" y="2158338"/>
                  </a:lnTo>
                  <a:lnTo>
                    <a:pt x="9192213" y="2197736"/>
                  </a:lnTo>
                  <a:lnTo>
                    <a:pt x="9243569" y="2234356"/>
                  </a:lnTo>
                  <a:lnTo>
                    <a:pt x="9295982" y="2268184"/>
                  </a:lnTo>
                  <a:lnTo>
                    <a:pt x="9347647" y="2298018"/>
                  </a:lnTo>
                  <a:lnTo>
                    <a:pt x="9399327" y="2324451"/>
                  </a:lnTo>
                  <a:lnTo>
                    <a:pt x="9453437" y="2348599"/>
                  </a:lnTo>
                  <a:lnTo>
                    <a:pt x="9510653" y="2370543"/>
                  </a:lnTo>
                  <a:lnTo>
                    <a:pt x="9571717" y="2390437"/>
                  </a:lnTo>
                  <a:lnTo>
                    <a:pt x="9637398" y="2408470"/>
                  </a:lnTo>
                  <a:lnTo>
                    <a:pt x="9708451" y="2424833"/>
                  </a:lnTo>
                  <a:lnTo>
                    <a:pt x="9785567" y="2439707"/>
                  </a:lnTo>
                  <a:lnTo>
                    <a:pt x="9869302" y="2453253"/>
                  </a:lnTo>
                  <a:lnTo>
                    <a:pt x="9959992" y="2465604"/>
                  </a:lnTo>
                  <a:lnTo>
                    <a:pt x="10057637" y="2476861"/>
                  </a:lnTo>
                  <a:lnTo>
                    <a:pt x="10161764" y="2487095"/>
                  </a:lnTo>
                  <a:lnTo>
                    <a:pt x="10271281" y="2496346"/>
                  </a:lnTo>
                  <a:lnTo>
                    <a:pt x="10384358" y="2504625"/>
                  </a:lnTo>
                  <a:lnTo>
                    <a:pt x="10498362" y="2511924"/>
                  </a:lnTo>
                  <a:lnTo>
                    <a:pt x="10609921" y="2518221"/>
                  </a:lnTo>
                  <a:lnTo>
                    <a:pt x="10715144" y="2523498"/>
                  </a:lnTo>
                  <a:lnTo>
                    <a:pt x="10810034" y="2527757"/>
                  </a:lnTo>
                  <a:lnTo>
                    <a:pt x="10891029" y="2531030"/>
                  </a:lnTo>
                  <a:lnTo>
                    <a:pt x="10955582" y="2533390"/>
                  </a:lnTo>
                  <a:lnTo>
                    <a:pt x="11002643" y="2534954"/>
                  </a:lnTo>
                  <a:lnTo>
                    <a:pt x="11032904" y="2535871"/>
                  </a:lnTo>
                  <a:lnTo>
                    <a:pt x="11048805" y="2536312"/>
                  </a:lnTo>
                  <a:lnTo>
                    <a:pt x="11054350" y="2536454"/>
                  </a:lnTo>
                  <a:lnTo>
                    <a:pt x="11054891" y="2536466"/>
                  </a:lnTo>
                  <a:lnTo>
                    <a:pt x="12049831" y="2536466"/>
                  </a:lnTo>
                  <a:lnTo>
                    <a:pt x="12049831" y="25364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8" name="pl277"/>
            <p:cNvSpPr/>
            <p:nvPr/>
          </p:nvSpPr>
          <p:spPr>
            <a:xfrm>
              <a:off x="1199187" y="2279511"/>
              <a:ext cx="12049831" cy="2536466"/>
            </a:xfrm>
            <a:custGeom>
              <a:avLst/>
              <a:pathLst>
                <a:path w="12049831" h="2536466">
                  <a:moveTo>
                    <a:pt x="12049831" y="2536466"/>
                  </a:moveTo>
                  <a:lnTo>
                    <a:pt x="11054891" y="2536466"/>
                  </a:lnTo>
                  <a:lnTo>
                    <a:pt x="11053771" y="2536439"/>
                  </a:lnTo>
                  <a:lnTo>
                    <a:pt x="11046375" y="2536248"/>
                  </a:lnTo>
                  <a:lnTo>
                    <a:pt x="11027626" y="2535718"/>
                  </a:lnTo>
                  <a:lnTo>
                    <a:pt x="10993843" y="2534673"/>
                  </a:lnTo>
                  <a:lnTo>
                    <a:pt x="10942956" y="2532947"/>
                  </a:lnTo>
                  <a:lnTo>
                    <a:pt x="10874661" y="2530395"/>
                  </a:lnTo>
                  <a:lnTo>
                    <a:pt x="10790369" y="2526912"/>
                  </a:lnTo>
                  <a:lnTo>
                    <a:pt x="10692891" y="2522432"/>
                  </a:lnTo>
                  <a:lnTo>
                    <a:pt x="10585938" y="2516931"/>
                  </a:lnTo>
                  <a:lnTo>
                    <a:pt x="10473525" y="2510413"/>
                  </a:lnTo>
                  <a:lnTo>
                    <a:pt x="10359459" y="2502899"/>
                  </a:lnTo>
                  <a:lnTo>
                    <a:pt x="10246964" y="2494407"/>
                  </a:lnTo>
                  <a:lnTo>
                    <a:pt x="10138496" y="2484943"/>
                  </a:lnTo>
                  <a:lnTo>
                    <a:pt x="10035716" y="2474489"/>
                  </a:lnTo>
                  <a:lnTo>
                    <a:pt x="9939569" y="2463001"/>
                  </a:lnTo>
                  <a:lnTo>
                    <a:pt x="9850413" y="2450399"/>
                  </a:lnTo>
                  <a:lnTo>
                    <a:pt x="9768162" y="2436574"/>
                  </a:lnTo>
                  <a:lnTo>
                    <a:pt x="9692426" y="2421389"/>
                  </a:lnTo>
                  <a:lnTo>
                    <a:pt x="9622608" y="2404678"/>
                  </a:lnTo>
                  <a:lnTo>
                    <a:pt x="9558002" y="2386255"/>
                  </a:lnTo>
                  <a:lnTo>
                    <a:pt x="9497845" y="2365928"/>
                  </a:lnTo>
                  <a:lnTo>
                    <a:pt x="9441370" y="2343514"/>
                  </a:lnTo>
                  <a:lnTo>
                    <a:pt x="9387846" y="2318869"/>
                  </a:lnTo>
                  <a:lnTo>
                    <a:pt x="9347647" y="2298018"/>
                  </a:lnTo>
                  <a:lnTo>
                    <a:pt x="9293747" y="2266815"/>
                  </a:lnTo>
                  <a:lnTo>
                    <a:pt x="9241387" y="2232870"/>
                  </a:lnTo>
                  <a:lnTo>
                    <a:pt x="9190067" y="2196133"/>
                  </a:lnTo>
                  <a:lnTo>
                    <a:pt x="9139399" y="2156618"/>
                  </a:lnTo>
                  <a:lnTo>
                    <a:pt x="9089095" y="2114418"/>
                  </a:lnTo>
                  <a:lnTo>
                    <a:pt x="9038947" y="2069705"/>
                  </a:lnTo>
                  <a:lnTo>
                    <a:pt x="8988816" y="2022733"/>
                  </a:lnTo>
                  <a:lnTo>
                    <a:pt x="8938625" y="1973841"/>
                  </a:lnTo>
                  <a:lnTo>
                    <a:pt x="8888345" y="1923437"/>
                  </a:lnTo>
                  <a:lnTo>
                    <a:pt x="8837984" y="1871993"/>
                  </a:lnTo>
                  <a:lnTo>
                    <a:pt x="8787576" y="1820024"/>
                  </a:lnTo>
                  <a:lnTo>
                    <a:pt x="8737170" y="1768065"/>
                  </a:lnTo>
                  <a:lnTo>
                    <a:pt x="8686812" y="1716655"/>
                  </a:lnTo>
                  <a:lnTo>
                    <a:pt x="8636535" y="1666306"/>
                  </a:lnTo>
                  <a:lnTo>
                    <a:pt x="8586348" y="1617486"/>
                  </a:lnTo>
                  <a:lnTo>
                    <a:pt x="8536219" y="1570604"/>
                  </a:lnTo>
                  <a:lnTo>
                    <a:pt x="8486067" y="1525992"/>
                  </a:lnTo>
                  <a:lnTo>
                    <a:pt x="8435752" y="1483902"/>
                  </a:lnTo>
                  <a:lnTo>
                    <a:pt x="8385064" y="1444503"/>
                  </a:lnTo>
                  <a:lnTo>
                    <a:pt x="8333708" y="1407883"/>
                  </a:lnTo>
                  <a:lnTo>
                    <a:pt x="8281295" y="1374056"/>
                  </a:lnTo>
                  <a:lnTo>
                    <a:pt x="8229629" y="1344222"/>
                  </a:lnTo>
                  <a:lnTo>
                    <a:pt x="8177949" y="1317788"/>
                  </a:lnTo>
                  <a:lnTo>
                    <a:pt x="8123839" y="1293640"/>
                  </a:lnTo>
                  <a:lnTo>
                    <a:pt x="8066624" y="1271697"/>
                  </a:lnTo>
                  <a:lnTo>
                    <a:pt x="8005560" y="1251802"/>
                  </a:lnTo>
                  <a:lnTo>
                    <a:pt x="7939879" y="1233770"/>
                  </a:lnTo>
                  <a:lnTo>
                    <a:pt x="7868825" y="1217407"/>
                  </a:lnTo>
                  <a:lnTo>
                    <a:pt x="7791710" y="1202533"/>
                  </a:lnTo>
                  <a:lnTo>
                    <a:pt x="7707975" y="1188987"/>
                  </a:lnTo>
                  <a:lnTo>
                    <a:pt x="7617284" y="1176636"/>
                  </a:lnTo>
                  <a:lnTo>
                    <a:pt x="7519639" y="1165379"/>
                  </a:lnTo>
                  <a:lnTo>
                    <a:pt x="7415513" y="1155145"/>
                  </a:lnTo>
                  <a:lnTo>
                    <a:pt x="7305995" y="1145894"/>
                  </a:lnTo>
                  <a:lnTo>
                    <a:pt x="7192919" y="1137614"/>
                  </a:lnTo>
                  <a:lnTo>
                    <a:pt x="7078915" y="1130316"/>
                  </a:lnTo>
                  <a:lnTo>
                    <a:pt x="6967356" y="1124019"/>
                  </a:lnTo>
                  <a:lnTo>
                    <a:pt x="6862132" y="1118742"/>
                  </a:lnTo>
                  <a:lnTo>
                    <a:pt x="6767242" y="1114483"/>
                  </a:lnTo>
                  <a:lnTo>
                    <a:pt x="6686248" y="1111210"/>
                  </a:lnTo>
                  <a:lnTo>
                    <a:pt x="6621694" y="1108849"/>
                  </a:lnTo>
                  <a:lnTo>
                    <a:pt x="6574634" y="1107285"/>
                  </a:lnTo>
                  <a:lnTo>
                    <a:pt x="6544373" y="1106368"/>
                  </a:lnTo>
                  <a:lnTo>
                    <a:pt x="6528471" y="1105927"/>
                  </a:lnTo>
                  <a:lnTo>
                    <a:pt x="6522926" y="1105786"/>
                  </a:lnTo>
                  <a:lnTo>
                    <a:pt x="6522385" y="1105773"/>
                  </a:lnTo>
                  <a:lnTo>
                    <a:pt x="5527445" y="1105773"/>
                  </a:lnTo>
                  <a:lnTo>
                    <a:pt x="5526318" y="1105752"/>
                  </a:lnTo>
                  <a:lnTo>
                    <a:pt x="5518881" y="1105603"/>
                  </a:lnTo>
                  <a:lnTo>
                    <a:pt x="5500031" y="1105191"/>
                  </a:lnTo>
                  <a:lnTo>
                    <a:pt x="5466071" y="1104379"/>
                  </a:lnTo>
                  <a:lnTo>
                    <a:pt x="5414932" y="1103037"/>
                  </a:lnTo>
                  <a:lnTo>
                    <a:pt x="5346324" y="1101054"/>
                  </a:lnTo>
                  <a:lnTo>
                    <a:pt x="5261683" y="1098347"/>
                  </a:lnTo>
                  <a:lnTo>
                    <a:pt x="5163852" y="1094866"/>
                  </a:lnTo>
                  <a:lnTo>
                    <a:pt x="5056569" y="1090593"/>
                  </a:lnTo>
                  <a:lnTo>
                    <a:pt x="4943876" y="1085532"/>
                  </a:lnTo>
                  <a:lnTo>
                    <a:pt x="4829592" y="1079697"/>
                  </a:lnTo>
                  <a:lnTo>
                    <a:pt x="4716945" y="1073104"/>
                  </a:lnTo>
                  <a:lnTo>
                    <a:pt x="4608389" y="1065757"/>
                  </a:lnTo>
                  <a:lnTo>
                    <a:pt x="4505575" y="1057642"/>
                  </a:lnTo>
                  <a:lnTo>
                    <a:pt x="4409436" y="1048722"/>
                  </a:lnTo>
                  <a:lnTo>
                    <a:pt x="4320318" y="1038936"/>
                  </a:lnTo>
                  <a:lnTo>
                    <a:pt x="4238124" y="1028199"/>
                  </a:lnTo>
                  <a:lnTo>
                    <a:pt x="4162452" y="1016401"/>
                  </a:lnTo>
                  <a:lnTo>
                    <a:pt x="4092699" y="1003415"/>
                  </a:lnTo>
                  <a:lnTo>
                    <a:pt x="4028150" y="989096"/>
                  </a:lnTo>
                  <a:lnTo>
                    <a:pt x="3968037" y="973293"/>
                  </a:lnTo>
                  <a:lnTo>
                    <a:pt x="3911590" y="955866"/>
                  </a:lnTo>
                  <a:lnTo>
                    <a:pt x="3858075" y="936705"/>
                  </a:lnTo>
                  <a:lnTo>
                    <a:pt x="3820202" y="921478"/>
                  </a:lnTo>
                  <a:lnTo>
                    <a:pt x="3763780" y="896162"/>
                  </a:lnTo>
                  <a:lnTo>
                    <a:pt x="3709022" y="868518"/>
                  </a:lnTo>
                  <a:lnTo>
                    <a:pt x="3655360" y="838504"/>
                  </a:lnTo>
                  <a:lnTo>
                    <a:pt x="3602363" y="806143"/>
                  </a:lnTo>
                  <a:lnTo>
                    <a:pt x="3549716" y="771527"/>
                  </a:lnTo>
                  <a:lnTo>
                    <a:pt x="3497199" y="734824"/>
                  </a:lnTo>
                  <a:lnTo>
                    <a:pt x="3444670" y="696282"/>
                  </a:lnTo>
                  <a:lnTo>
                    <a:pt x="3392060" y="656220"/>
                  </a:lnTo>
                  <a:lnTo>
                    <a:pt x="3339352" y="615024"/>
                  </a:lnTo>
                  <a:lnTo>
                    <a:pt x="3286568" y="573128"/>
                  </a:lnTo>
                  <a:lnTo>
                    <a:pt x="3233757" y="531003"/>
                  </a:lnTo>
                  <a:lnTo>
                    <a:pt x="3180976" y="489126"/>
                  </a:lnTo>
                  <a:lnTo>
                    <a:pt x="3128271" y="447966"/>
                  </a:lnTo>
                  <a:lnTo>
                    <a:pt x="3075665" y="407957"/>
                  </a:lnTo>
                  <a:lnTo>
                    <a:pt x="3023139" y="369481"/>
                  </a:lnTo>
                  <a:lnTo>
                    <a:pt x="2970619" y="332856"/>
                  </a:lnTo>
                  <a:lnTo>
                    <a:pt x="2917963" y="298325"/>
                  </a:lnTo>
                  <a:lnTo>
                    <a:pt x="2864947" y="266054"/>
                  </a:lnTo>
                  <a:lnTo>
                    <a:pt x="2811251" y="236132"/>
                  </a:lnTo>
                  <a:lnTo>
                    <a:pt x="2756439" y="208580"/>
                  </a:lnTo>
                  <a:lnTo>
                    <a:pt x="2702183" y="184295"/>
                  </a:lnTo>
                  <a:lnTo>
                    <a:pt x="2650401" y="163827"/>
                  </a:lnTo>
                  <a:lnTo>
                    <a:pt x="2596178" y="145132"/>
                  </a:lnTo>
                  <a:lnTo>
                    <a:pt x="2538835" y="128147"/>
                  </a:lnTo>
                  <a:lnTo>
                    <a:pt x="2477624" y="112751"/>
                  </a:lnTo>
                  <a:lnTo>
                    <a:pt x="2411772" y="98799"/>
                  </a:lnTo>
                  <a:lnTo>
                    <a:pt x="2340520" y="86141"/>
                  </a:lnTo>
                  <a:lnTo>
                    <a:pt x="2263175" y="74636"/>
                  </a:lnTo>
                  <a:lnTo>
                    <a:pt x="2179178" y="64160"/>
                  </a:lnTo>
                  <a:lnTo>
                    <a:pt x="2088197" y="54610"/>
                  </a:lnTo>
                  <a:lnTo>
                    <a:pt x="1990237" y="45908"/>
                  </a:lnTo>
                  <a:lnTo>
                    <a:pt x="1885786" y="37998"/>
                  </a:lnTo>
                  <a:lnTo>
                    <a:pt x="1775955" y="30851"/>
                  </a:lnTo>
                  <a:lnTo>
                    <a:pt x="1662603" y="24458"/>
                  </a:lnTo>
                  <a:lnTo>
                    <a:pt x="1548397" y="18826"/>
                  </a:lnTo>
                  <a:lnTo>
                    <a:pt x="1436747" y="13972"/>
                  </a:lnTo>
                  <a:lnTo>
                    <a:pt x="1331573" y="9909"/>
                  </a:lnTo>
                  <a:lnTo>
                    <a:pt x="1236893" y="6636"/>
                  </a:lnTo>
                  <a:lnTo>
                    <a:pt x="1156266" y="4127"/>
                  </a:lnTo>
                  <a:lnTo>
                    <a:pt x="1092207" y="2322"/>
                  </a:lnTo>
                  <a:lnTo>
                    <a:pt x="1045714" y="1132"/>
                  </a:lnTo>
                  <a:lnTo>
                    <a:pt x="1016023" y="439"/>
                  </a:lnTo>
                  <a:lnTo>
                    <a:pt x="1000612" y="110"/>
                  </a:lnTo>
                  <a:lnTo>
                    <a:pt x="995394" y="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9" name="pg278"/>
            <p:cNvSpPr/>
            <p:nvPr/>
          </p:nvSpPr>
          <p:spPr>
            <a:xfrm>
              <a:off x="1199187" y="2295233"/>
              <a:ext cx="12049831" cy="3280636"/>
            </a:xfrm>
            <a:custGeom>
              <a:avLst/>
              <a:pathLst>
                <a:path w="12049831" h="3280636">
                  <a:moveTo>
                    <a:pt x="0" y="10481"/>
                  </a:moveTo>
                  <a:lnTo>
                    <a:pt x="994940" y="10481"/>
                  </a:lnTo>
                  <a:lnTo>
                    <a:pt x="996066" y="10502"/>
                  </a:lnTo>
                  <a:lnTo>
                    <a:pt x="1003503" y="10652"/>
                  </a:lnTo>
                  <a:lnTo>
                    <a:pt x="1022352" y="11066"/>
                  </a:lnTo>
                  <a:lnTo>
                    <a:pt x="1056310" y="11881"/>
                  </a:lnTo>
                  <a:lnTo>
                    <a:pt x="1107445" y="13230"/>
                  </a:lnTo>
                  <a:lnTo>
                    <a:pt x="1176048" y="15222"/>
                  </a:lnTo>
                  <a:lnTo>
                    <a:pt x="1260685" y="17942"/>
                  </a:lnTo>
                  <a:lnTo>
                    <a:pt x="1358511" y="21439"/>
                  </a:lnTo>
                  <a:lnTo>
                    <a:pt x="1465789" y="25731"/>
                  </a:lnTo>
                  <a:lnTo>
                    <a:pt x="1578478" y="30817"/>
                  </a:lnTo>
                  <a:lnTo>
                    <a:pt x="1692759" y="36678"/>
                  </a:lnTo>
                  <a:lnTo>
                    <a:pt x="1805403" y="43302"/>
                  </a:lnTo>
                  <a:lnTo>
                    <a:pt x="1913958" y="50684"/>
                  </a:lnTo>
                  <a:lnTo>
                    <a:pt x="2016772" y="58837"/>
                  </a:lnTo>
                  <a:lnTo>
                    <a:pt x="2112911" y="67799"/>
                  </a:lnTo>
                  <a:lnTo>
                    <a:pt x="2202030" y="77631"/>
                  </a:lnTo>
                  <a:lnTo>
                    <a:pt x="2284224" y="88418"/>
                  </a:lnTo>
                  <a:lnTo>
                    <a:pt x="2359897" y="100270"/>
                  </a:lnTo>
                  <a:lnTo>
                    <a:pt x="2429651" y="113317"/>
                  </a:lnTo>
                  <a:lnTo>
                    <a:pt x="2494201" y="127703"/>
                  </a:lnTo>
                  <a:lnTo>
                    <a:pt x="2554314" y="143579"/>
                  </a:lnTo>
                  <a:lnTo>
                    <a:pt x="2610762" y="161087"/>
                  </a:lnTo>
                  <a:lnTo>
                    <a:pt x="2664277" y="180338"/>
                  </a:lnTo>
                  <a:lnTo>
                    <a:pt x="2702183" y="195650"/>
                  </a:lnTo>
                  <a:lnTo>
                    <a:pt x="2758565" y="221066"/>
                  </a:lnTo>
                  <a:lnTo>
                    <a:pt x="2813285" y="248819"/>
                  </a:lnTo>
                  <a:lnTo>
                    <a:pt x="2866911" y="278949"/>
                  </a:lnTo>
                  <a:lnTo>
                    <a:pt x="2919870" y="311434"/>
                  </a:lnTo>
                  <a:lnTo>
                    <a:pt x="2972480" y="346183"/>
                  </a:lnTo>
                  <a:lnTo>
                    <a:pt x="3024960" y="383025"/>
                  </a:lnTo>
                  <a:lnTo>
                    <a:pt x="3077450" y="421714"/>
                  </a:lnTo>
                  <a:lnTo>
                    <a:pt x="3130022" y="461929"/>
                  </a:lnTo>
                  <a:lnTo>
                    <a:pt x="3182692" y="503286"/>
                  </a:lnTo>
                  <a:lnTo>
                    <a:pt x="3235438" y="545346"/>
                  </a:lnTo>
                  <a:lnTo>
                    <a:pt x="3288210" y="587641"/>
                  </a:lnTo>
                  <a:lnTo>
                    <a:pt x="3340954" y="629690"/>
                  </a:lnTo>
                  <a:lnTo>
                    <a:pt x="3393622" y="671024"/>
                  </a:lnTo>
                  <a:lnTo>
                    <a:pt x="3446192" y="711207"/>
                  </a:lnTo>
                  <a:lnTo>
                    <a:pt x="3498681" y="749856"/>
                  </a:lnTo>
                  <a:lnTo>
                    <a:pt x="3551162" y="786650"/>
                  </a:lnTo>
                  <a:lnTo>
                    <a:pt x="3603777" y="821346"/>
                  </a:lnTo>
                  <a:lnTo>
                    <a:pt x="3656748" y="853776"/>
                  </a:lnTo>
                  <a:lnTo>
                    <a:pt x="3710395" y="883849"/>
                  </a:lnTo>
                  <a:lnTo>
                    <a:pt x="3765148" y="911545"/>
                  </a:lnTo>
                  <a:lnTo>
                    <a:pt x="3820202" y="936326"/>
                  </a:lnTo>
                  <a:lnTo>
                    <a:pt x="3871982" y="956891"/>
                  </a:lnTo>
                  <a:lnTo>
                    <a:pt x="3926204" y="975674"/>
                  </a:lnTo>
                  <a:lnTo>
                    <a:pt x="3983545" y="992739"/>
                  </a:lnTo>
                  <a:lnTo>
                    <a:pt x="4044754" y="1008208"/>
                  </a:lnTo>
                  <a:lnTo>
                    <a:pt x="4110603" y="1022226"/>
                  </a:lnTo>
                  <a:lnTo>
                    <a:pt x="4181853" y="1034944"/>
                  </a:lnTo>
                  <a:lnTo>
                    <a:pt x="4259195" y="1046503"/>
                  </a:lnTo>
                  <a:lnTo>
                    <a:pt x="4343187" y="1057028"/>
                  </a:lnTo>
                  <a:lnTo>
                    <a:pt x="4434165" y="1066623"/>
                  </a:lnTo>
                  <a:lnTo>
                    <a:pt x="4532120" y="1075367"/>
                  </a:lnTo>
                  <a:lnTo>
                    <a:pt x="4636566" y="1083314"/>
                  </a:lnTo>
                  <a:lnTo>
                    <a:pt x="4746393" y="1090495"/>
                  </a:lnTo>
                  <a:lnTo>
                    <a:pt x="4859741" y="1096919"/>
                  </a:lnTo>
                  <a:lnTo>
                    <a:pt x="4973944" y="1102577"/>
                  </a:lnTo>
                  <a:lnTo>
                    <a:pt x="5085594" y="1107455"/>
                  </a:lnTo>
                  <a:lnTo>
                    <a:pt x="5190768" y="1111537"/>
                  </a:lnTo>
                  <a:lnTo>
                    <a:pt x="5285451" y="1114826"/>
                  </a:lnTo>
                  <a:lnTo>
                    <a:pt x="5366083" y="1117347"/>
                  </a:lnTo>
                  <a:lnTo>
                    <a:pt x="5430149" y="1119161"/>
                  </a:lnTo>
                  <a:lnTo>
                    <a:pt x="5476650" y="1120356"/>
                  </a:lnTo>
                  <a:lnTo>
                    <a:pt x="5506350" y="1121053"/>
                  </a:lnTo>
                  <a:lnTo>
                    <a:pt x="5521767" y="1121384"/>
                  </a:lnTo>
                  <a:lnTo>
                    <a:pt x="5526990" y="1121487"/>
                  </a:lnTo>
                  <a:lnTo>
                    <a:pt x="5527445" y="1121495"/>
                  </a:lnTo>
                  <a:lnTo>
                    <a:pt x="6522385" y="1121495"/>
                  </a:lnTo>
                  <a:lnTo>
                    <a:pt x="6523486" y="1121535"/>
                  </a:lnTo>
                  <a:lnTo>
                    <a:pt x="6530754" y="1121819"/>
                  </a:lnTo>
                  <a:lnTo>
                    <a:pt x="6549187" y="1122605"/>
                  </a:lnTo>
                  <a:lnTo>
                    <a:pt x="6582424" y="1124152"/>
                  </a:lnTo>
                  <a:lnTo>
                    <a:pt x="6632532" y="1126711"/>
                  </a:lnTo>
                  <a:lnTo>
                    <a:pt x="6699857" y="1130495"/>
                  </a:lnTo>
                  <a:lnTo>
                    <a:pt x="6783066" y="1135663"/>
                  </a:lnTo>
                  <a:lnTo>
                    <a:pt x="6879442" y="1142315"/>
                  </a:lnTo>
                  <a:lnTo>
                    <a:pt x="6985369" y="1150488"/>
                  </a:lnTo>
                  <a:lnTo>
                    <a:pt x="7096902" y="1160178"/>
                  </a:lnTo>
                  <a:lnTo>
                    <a:pt x="7210281" y="1171357"/>
                  </a:lnTo>
                  <a:lnTo>
                    <a:pt x="7322297" y="1183995"/>
                  </a:lnTo>
                  <a:lnTo>
                    <a:pt x="7430481" y="1198081"/>
                  </a:lnTo>
                  <a:lnTo>
                    <a:pt x="7533146" y="1213640"/>
                  </a:lnTo>
                  <a:lnTo>
                    <a:pt x="7629311" y="1230734"/>
                  </a:lnTo>
                  <a:lnTo>
                    <a:pt x="7718582" y="1249476"/>
                  </a:lnTo>
                  <a:lnTo>
                    <a:pt x="7801005" y="1270023"/>
                  </a:lnTo>
                  <a:lnTo>
                    <a:pt x="7876943" y="1292575"/>
                  </a:lnTo>
                  <a:lnTo>
                    <a:pt x="7946961" y="1317376"/>
                  </a:lnTo>
                  <a:lnTo>
                    <a:pt x="8011747" y="1344694"/>
                  </a:lnTo>
                  <a:lnTo>
                    <a:pt x="8072046" y="1374818"/>
                  </a:lnTo>
                  <a:lnTo>
                    <a:pt x="8128612" y="1408022"/>
                  </a:lnTo>
                  <a:lnTo>
                    <a:pt x="8182171" y="1444528"/>
                  </a:lnTo>
                  <a:lnTo>
                    <a:pt x="8229629" y="1481352"/>
                  </a:lnTo>
                  <a:lnTo>
                    <a:pt x="8278109" y="1523448"/>
                  </a:lnTo>
                  <a:lnTo>
                    <a:pt x="8325301" y="1568872"/>
                  </a:lnTo>
                  <a:lnTo>
                    <a:pt x="8371583" y="1617690"/>
                  </a:lnTo>
                  <a:lnTo>
                    <a:pt x="8417253" y="1669903"/>
                  </a:lnTo>
                  <a:lnTo>
                    <a:pt x="8462544" y="1725442"/>
                  </a:lnTo>
                  <a:lnTo>
                    <a:pt x="8507633" y="1784161"/>
                  </a:lnTo>
                  <a:lnTo>
                    <a:pt x="8552646" y="1845832"/>
                  </a:lnTo>
                  <a:lnTo>
                    <a:pt x="8597668" y="1910144"/>
                  </a:lnTo>
                  <a:lnTo>
                    <a:pt x="8642747" y="1976711"/>
                  </a:lnTo>
                  <a:lnTo>
                    <a:pt x="8687898" y="2045073"/>
                  </a:lnTo>
                  <a:lnTo>
                    <a:pt x="8733116" y="2114714"/>
                  </a:lnTo>
                  <a:lnTo>
                    <a:pt x="8778375" y="2185075"/>
                  </a:lnTo>
                  <a:lnTo>
                    <a:pt x="8823642" y="2255569"/>
                  </a:lnTo>
                  <a:lnTo>
                    <a:pt x="8868883" y="2325607"/>
                  </a:lnTo>
                  <a:lnTo>
                    <a:pt x="8914066" y="2394616"/>
                  </a:lnTo>
                  <a:lnTo>
                    <a:pt x="8959177" y="2462058"/>
                  </a:lnTo>
                  <a:lnTo>
                    <a:pt x="9004221" y="2527445"/>
                  </a:lnTo>
                  <a:lnTo>
                    <a:pt x="9049230" y="2590356"/>
                  </a:lnTo>
                  <a:lnTo>
                    <a:pt x="9094272" y="2650447"/>
                  </a:lnTo>
                  <a:lnTo>
                    <a:pt x="9139453" y="2707451"/>
                  </a:lnTo>
                  <a:lnTo>
                    <a:pt x="9184925" y="2761186"/>
                  </a:lnTo>
                  <a:lnTo>
                    <a:pt x="9230897" y="2811547"/>
                  </a:lnTo>
                  <a:lnTo>
                    <a:pt x="9277634" y="2858505"/>
                  </a:lnTo>
                  <a:lnTo>
                    <a:pt x="9325478" y="2902098"/>
                  </a:lnTo>
                  <a:lnTo>
                    <a:pt x="9347647" y="2920780"/>
                  </a:lnTo>
                  <a:lnTo>
                    <a:pt x="9399010" y="2960442"/>
                  </a:lnTo>
                  <a:lnTo>
                    <a:pt x="9452769" y="2996697"/>
                  </a:lnTo>
                  <a:lnTo>
                    <a:pt x="9509588" y="3029662"/>
                  </a:lnTo>
                  <a:lnTo>
                    <a:pt x="9570195" y="3059567"/>
                  </a:lnTo>
                  <a:lnTo>
                    <a:pt x="9635346" y="3086689"/>
                  </a:lnTo>
                  <a:lnTo>
                    <a:pt x="9705783" y="3111312"/>
                  </a:lnTo>
                  <a:lnTo>
                    <a:pt x="9782187" y="3133707"/>
                  </a:lnTo>
                  <a:lnTo>
                    <a:pt x="9865111" y="3154113"/>
                  </a:lnTo>
                  <a:lnTo>
                    <a:pt x="9954899" y="3172727"/>
                  </a:lnTo>
                  <a:lnTo>
                    <a:pt x="10051569" y="3189704"/>
                  </a:lnTo>
                  <a:lnTo>
                    <a:pt x="10154687" y="3205151"/>
                  </a:lnTo>
                  <a:lnTo>
                    <a:pt x="10263225" y="3219129"/>
                  </a:lnTo>
                  <a:lnTo>
                    <a:pt x="10375437" y="3231659"/>
                  </a:lnTo>
                  <a:lnTo>
                    <a:pt x="10488797" y="3242727"/>
                  </a:lnTo>
                  <a:lnTo>
                    <a:pt x="10600047" y="3252306"/>
                  </a:lnTo>
                  <a:lnTo>
                    <a:pt x="10705397" y="3260365"/>
                  </a:lnTo>
                  <a:lnTo>
                    <a:pt x="10800908" y="3266904"/>
                  </a:lnTo>
                  <a:lnTo>
                    <a:pt x="10883013" y="3271965"/>
                  </a:lnTo>
                  <a:lnTo>
                    <a:pt x="10949080" y="3275651"/>
                  </a:lnTo>
                  <a:lnTo>
                    <a:pt x="10997897" y="3278127"/>
                  </a:lnTo>
                  <a:lnTo>
                    <a:pt x="11029938" y="3279609"/>
                  </a:lnTo>
                  <a:lnTo>
                    <a:pt x="11047396" y="3280348"/>
                  </a:lnTo>
                  <a:lnTo>
                    <a:pt x="11054015" y="3280605"/>
                  </a:lnTo>
                  <a:lnTo>
                    <a:pt x="11054891" y="3280636"/>
                  </a:lnTo>
                  <a:lnTo>
                    <a:pt x="12049831" y="3280636"/>
                  </a:lnTo>
                  <a:lnTo>
                    <a:pt x="12049831" y="3270155"/>
                  </a:lnTo>
                  <a:lnTo>
                    <a:pt x="11054891" y="3270155"/>
                  </a:lnTo>
                  <a:lnTo>
                    <a:pt x="11053790" y="3270115"/>
                  </a:lnTo>
                  <a:lnTo>
                    <a:pt x="11046523" y="3269831"/>
                  </a:lnTo>
                  <a:lnTo>
                    <a:pt x="11028089" y="3269046"/>
                  </a:lnTo>
                  <a:lnTo>
                    <a:pt x="10994853" y="3267498"/>
                  </a:lnTo>
                  <a:lnTo>
                    <a:pt x="10944745" y="3264939"/>
                  </a:lnTo>
                  <a:lnTo>
                    <a:pt x="10877420" y="3261156"/>
                  </a:lnTo>
                  <a:lnTo>
                    <a:pt x="10794210" y="3255987"/>
                  </a:lnTo>
                  <a:lnTo>
                    <a:pt x="10697835" y="3249336"/>
                  </a:lnTo>
                  <a:lnTo>
                    <a:pt x="10591908" y="3241162"/>
                  </a:lnTo>
                  <a:lnTo>
                    <a:pt x="10480375" y="3231472"/>
                  </a:lnTo>
                  <a:lnTo>
                    <a:pt x="10366995" y="3220293"/>
                  </a:lnTo>
                  <a:lnTo>
                    <a:pt x="10254980" y="3207656"/>
                  </a:lnTo>
                  <a:lnTo>
                    <a:pt x="10146795" y="3193569"/>
                  </a:lnTo>
                  <a:lnTo>
                    <a:pt x="10044131" y="3178011"/>
                  </a:lnTo>
                  <a:lnTo>
                    <a:pt x="9947965" y="3160916"/>
                  </a:lnTo>
                  <a:lnTo>
                    <a:pt x="9858695" y="3142174"/>
                  </a:lnTo>
                  <a:lnTo>
                    <a:pt x="9776272" y="3121628"/>
                  </a:lnTo>
                  <a:lnTo>
                    <a:pt x="9700334" y="3099075"/>
                  </a:lnTo>
                  <a:lnTo>
                    <a:pt x="9630316" y="3074275"/>
                  </a:lnTo>
                  <a:lnTo>
                    <a:pt x="9565529" y="3046956"/>
                  </a:lnTo>
                  <a:lnTo>
                    <a:pt x="9505230" y="3016832"/>
                  </a:lnTo>
                  <a:lnTo>
                    <a:pt x="9448664" y="2983629"/>
                  </a:lnTo>
                  <a:lnTo>
                    <a:pt x="9395105" y="2947122"/>
                  </a:lnTo>
                  <a:lnTo>
                    <a:pt x="9347647" y="2910298"/>
                  </a:lnTo>
                  <a:lnTo>
                    <a:pt x="9299167" y="2868202"/>
                  </a:lnTo>
                  <a:lnTo>
                    <a:pt x="9251975" y="2822778"/>
                  </a:lnTo>
                  <a:lnTo>
                    <a:pt x="9205694" y="2773961"/>
                  </a:lnTo>
                  <a:lnTo>
                    <a:pt x="9160024" y="2721747"/>
                  </a:lnTo>
                  <a:lnTo>
                    <a:pt x="9114733" y="2666208"/>
                  </a:lnTo>
                  <a:lnTo>
                    <a:pt x="9069644" y="2607489"/>
                  </a:lnTo>
                  <a:lnTo>
                    <a:pt x="9024630" y="2545818"/>
                  </a:lnTo>
                  <a:lnTo>
                    <a:pt x="8979608" y="2481506"/>
                  </a:lnTo>
                  <a:lnTo>
                    <a:pt x="8934530" y="2414940"/>
                  </a:lnTo>
                  <a:lnTo>
                    <a:pt x="8889378" y="2346577"/>
                  </a:lnTo>
                  <a:lnTo>
                    <a:pt x="8844161" y="2276936"/>
                  </a:lnTo>
                  <a:lnTo>
                    <a:pt x="8798902" y="2206576"/>
                  </a:lnTo>
                  <a:lnTo>
                    <a:pt x="8753634" y="2136082"/>
                  </a:lnTo>
                  <a:lnTo>
                    <a:pt x="8708394" y="2066043"/>
                  </a:lnTo>
                  <a:lnTo>
                    <a:pt x="8663210" y="1997034"/>
                  </a:lnTo>
                  <a:lnTo>
                    <a:pt x="8618099" y="1929593"/>
                  </a:lnTo>
                  <a:lnTo>
                    <a:pt x="8573055" y="1864206"/>
                  </a:lnTo>
                  <a:lnTo>
                    <a:pt x="8528046" y="1801294"/>
                  </a:lnTo>
                  <a:lnTo>
                    <a:pt x="8483005" y="1741204"/>
                  </a:lnTo>
                  <a:lnTo>
                    <a:pt x="8437824" y="1684199"/>
                  </a:lnTo>
                  <a:lnTo>
                    <a:pt x="8392351" y="1630465"/>
                  </a:lnTo>
                  <a:lnTo>
                    <a:pt x="8346380" y="1580104"/>
                  </a:lnTo>
                  <a:lnTo>
                    <a:pt x="8299642" y="1533146"/>
                  </a:lnTo>
                  <a:lnTo>
                    <a:pt x="8251799" y="1489553"/>
                  </a:lnTo>
                  <a:lnTo>
                    <a:pt x="8229629" y="1470871"/>
                  </a:lnTo>
                  <a:lnTo>
                    <a:pt x="8178267" y="1431208"/>
                  </a:lnTo>
                  <a:lnTo>
                    <a:pt x="8124508" y="1394953"/>
                  </a:lnTo>
                  <a:lnTo>
                    <a:pt x="8067689" y="1361988"/>
                  </a:lnTo>
                  <a:lnTo>
                    <a:pt x="8007081" y="1332083"/>
                  </a:lnTo>
                  <a:lnTo>
                    <a:pt x="7941930" y="1304962"/>
                  </a:lnTo>
                  <a:lnTo>
                    <a:pt x="7871493" y="1280338"/>
                  </a:lnTo>
                  <a:lnTo>
                    <a:pt x="7795090" y="1257943"/>
                  </a:lnTo>
                  <a:lnTo>
                    <a:pt x="7712165" y="1237538"/>
                  </a:lnTo>
                  <a:lnTo>
                    <a:pt x="7622378" y="1218923"/>
                  </a:lnTo>
                  <a:lnTo>
                    <a:pt x="7525708" y="1201946"/>
                  </a:lnTo>
                  <a:lnTo>
                    <a:pt x="7422590" y="1186500"/>
                  </a:lnTo>
                  <a:lnTo>
                    <a:pt x="7314052" y="1172521"/>
                  </a:lnTo>
                  <a:lnTo>
                    <a:pt x="7201840" y="1159992"/>
                  </a:lnTo>
                  <a:lnTo>
                    <a:pt x="7088479" y="1148923"/>
                  </a:lnTo>
                  <a:lnTo>
                    <a:pt x="6977229" y="1139345"/>
                  </a:lnTo>
                  <a:lnTo>
                    <a:pt x="6871879" y="1131285"/>
                  </a:lnTo>
                  <a:lnTo>
                    <a:pt x="6776368" y="1124746"/>
                  </a:lnTo>
                  <a:lnTo>
                    <a:pt x="6694264" y="1119685"/>
                  </a:lnTo>
                  <a:lnTo>
                    <a:pt x="6628196" y="1115999"/>
                  </a:lnTo>
                  <a:lnTo>
                    <a:pt x="6579379" y="1113524"/>
                  </a:lnTo>
                  <a:lnTo>
                    <a:pt x="6547338" y="1112042"/>
                  </a:lnTo>
                  <a:lnTo>
                    <a:pt x="6529881" y="1111303"/>
                  </a:lnTo>
                  <a:lnTo>
                    <a:pt x="6523261" y="1111046"/>
                  </a:lnTo>
                  <a:lnTo>
                    <a:pt x="6522385" y="1111014"/>
                  </a:lnTo>
                  <a:lnTo>
                    <a:pt x="5527445" y="1111014"/>
                  </a:lnTo>
                  <a:lnTo>
                    <a:pt x="5526319" y="1110993"/>
                  </a:lnTo>
                  <a:lnTo>
                    <a:pt x="5518882" y="1110843"/>
                  </a:lnTo>
                  <a:lnTo>
                    <a:pt x="5500033" y="1110429"/>
                  </a:lnTo>
                  <a:lnTo>
                    <a:pt x="5466075" y="1109613"/>
                  </a:lnTo>
                  <a:lnTo>
                    <a:pt x="5414940" y="1108265"/>
                  </a:lnTo>
                  <a:lnTo>
                    <a:pt x="5346337" y="1106273"/>
                  </a:lnTo>
                  <a:lnTo>
                    <a:pt x="5261700" y="1103553"/>
                  </a:lnTo>
                  <a:lnTo>
                    <a:pt x="5163874" y="1100056"/>
                  </a:lnTo>
                  <a:lnTo>
                    <a:pt x="5056596" y="1095763"/>
                  </a:lnTo>
                  <a:lnTo>
                    <a:pt x="4943907" y="1090678"/>
                  </a:lnTo>
                  <a:lnTo>
                    <a:pt x="4829626" y="1084816"/>
                  </a:lnTo>
                  <a:lnTo>
                    <a:pt x="4716982" y="1078193"/>
                  </a:lnTo>
                  <a:lnTo>
                    <a:pt x="4608426" y="1070811"/>
                  </a:lnTo>
                  <a:lnTo>
                    <a:pt x="4505613" y="1062658"/>
                  </a:lnTo>
                  <a:lnTo>
                    <a:pt x="4409474" y="1053696"/>
                  </a:lnTo>
                  <a:lnTo>
                    <a:pt x="4320355" y="1043864"/>
                  </a:lnTo>
                  <a:lnTo>
                    <a:pt x="4238161" y="1033077"/>
                  </a:lnTo>
                  <a:lnTo>
                    <a:pt x="4162488" y="1021225"/>
                  </a:lnTo>
                  <a:lnTo>
                    <a:pt x="4092734" y="1008178"/>
                  </a:lnTo>
                  <a:lnTo>
                    <a:pt x="4028184" y="993792"/>
                  </a:lnTo>
                  <a:lnTo>
                    <a:pt x="3968071" y="977916"/>
                  </a:lnTo>
                  <a:lnTo>
                    <a:pt x="3911623" y="960407"/>
                  </a:lnTo>
                  <a:lnTo>
                    <a:pt x="3858108" y="941157"/>
                  </a:lnTo>
                  <a:lnTo>
                    <a:pt x="3820202" y="925845"/>
                  </a:lnTo>
                  <a:lnTo>
                    <a:pt x="3763820" y="900429"/>
                  </a:lnTo>
                  <a:lnTo>
                    <a:pt x="3709100" y="872676"/>
                  </a:lnTo>
                  <a:lnTo>
                    <a:pt x="3655474" y="842546"/>
                  </a:lnTo>
                  <a:lnTo>
                    <a:pt x="3602515" y="810060"/>
                  </a:lnTo>
                  <a:lnTo>
                    <a:pt x="3549905" y="775312"/>
                  </a:lnTo>
                  <a:lnTo>
                    <a:pt x="3497425" y="738470"/>
                  </a:lnTo>
                  <a:lnTo>
                    <a:pt x="3444935" y="699781"/>
                  </a:lnTo>
                  <a:lnTo>
                    <a:pt x="3392363" y="659565"/>
                  </a:lnTo>
                  <a:lnTo>
                    <a:pt x="3339693" y="618209"/>
                  </a:lnTo>
                  <a:lnTo>
                    <a:pt x="3286947" y="576149"/>
                  </a:lnTo>
                  <a:lnTo>
                    <a:pt x="3234175" y="533854"/>
                  </a:lnTo>
                  <a:lnTo>
                    <a:pt x="3181431" y="491805"/>
                  </a:lnTo>
                  <a:lnTo>
                    <a:pt x="3128763" y="450471"/>
                  </a:lnTo>
                  <a:lnTo>
                    <a:pt x="3076193" y="410287"/>
                  </a:lnTo>
                  <a:lnTo>
                    <a:pt x="3023704" y="371639"/>
                  </a:lnTo>
                  <a:lnTo>
                    <a:pt x="2971223" y="334845"/>
                  </a:lnTo>
                  <a:lnTo>
                    <a:pt x="2918608" y="300149"/>
                  </a:lnTo>
                  <a:lnTo>
                    <a:pt x="2865637" y="267719"/>
                  </a:lnTo>
                  <a:lnTo>
                    <a:pt x="2811990" y="237646"/>
                  </a:lnTo>
                  <a:lnTo>
                    <a:pt x="2757237" y="209950"/>
                  </a:lnTo>
                  <a:lnTo>
                    <a:pt x="2702183" y="185169"/>
                  </a:lnTo>
                  <a:lnTo>
                    <a:pt x="2650403" y="164604"/>
                  </a:lnTo>
                  <a:lnTo>
                    <a:pt x="2596181" y="145821"/>
                  </a:lnTo>
                  <a:lnTo>
                    <a:pt x="2538840" y="128755"/>
                  </a:lnTo>
                  <a:lnTo>
                    <a:pt x="2477631" y="113287"/>
                  </a:lnTo>
                  <a:lnTo>
                    <a:pt x="2411782" y="99269"/>
                  </a:lnTo>
                  <a:lnTo>
                    <a:pt x="2340532" y="86551"/>
                  </a:lnTo>
                  <a:lnTo>
                    <a:pt x="2263190" y="74992"/>
                  </a:lnTo>
                  <a:lnTo>
                    <a:pt x="2179198" y="64466"/>
                  </a:lnTo>
                  <a:lnTo>
                    <a:pt x="2088220" y="54871"/>
                  </a:lnTo>
                  <a:lnTo>
                    <a:pt x="1990265" y="46128"/>
                  </a:lnTo>
                  <a:lnTo>
                    <a:pt x="1885819" y="38181"/>
                  </a:lnTo>
                  <a:lnTo>
                    <a:pt x="1775992" y="31000"/>
                  </a:lnTo>
                  <a:lnTo>
                    <a:pt x="1662644" y="24576"/>
                  </a:lnTo>
                  <a:lnTo>
                    <a:pt x="1548441" y="18917"/>
                  </a:lnTo>
                  <a:lnTo>
                    <a:pt x="1436791" y="14040"/>
                  </a:lnTo>
                  <a:lnTo>
                    <a:pt x="1331617" y="9958"/>
                  </a:lnTo>
                  <a:lnTo>
                    <a:pt x="1236934" y="6669"/>
                  </a:lnTo>
                  <a:lnTo>
                    <a:pt x="1156302" y="4147"/>
                  </a:lnTo>
                  <a:lnTo>
                    <a:pt x="1092236" y="2334"/>
                  </a:lnTo>
                  <a:lnTo>
                    <a:pt x="1045735" y="1138"/>
                  </a:lnTo>
                  <a:lnTo>
                    <a:pt x="1016035" y="442"/>
                  </a:lnTo>
                  <a:lnTo>
                    <a:pt x="1000618" y="111"/>
                  </a:lnTo>
                  <a:lnTo>
                    <a:pt x="995395" y="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80" name="pl279"/>
            <p:cNvSpPr/>
            <p:nvPr/>
          </p:nvSpPr>
          <p:spPr>
            <a:xfrm>
              <a:off x="1199187" y="2305714"/>
              <a:ext cx="12049831" cy="3270155"/>
            </a:xfrm>
            <a:custGeom>
              <a:avLst/>
              <a:pathLst>
                <a:path w="12049831" h="3270155">
                  <a:moveTo>
                    <a:pt x="0" y="0"/>
                  </a:moveTo>
                  <a:lnTo>
                    <a:pt x="994940" y="0"/>
                  </a:lnTo>
                  <a:lnTo>
                    <a:pt x="996066" y="21"/>
                  </a:lnTo>
                  <a:lnTo>
                    <a:pt x="1003503" y="170"/>
                  </a:lnTo>
                  <a:lnTo>
                    <a:pt x="1022352" y="584"/>
                  </a:lnTo>
                  <a:lnTo>
                    <a:pt x="1056310" y="1400"/>
                  </a:lnTo>
                  <a:lnTo>
                    <a:pt x="1107445" y="2748"/>
                  </a:lnTo>
                  <a:lnTo>
                    <a:pt x="1176048" y="4741"/>
                  </a:lnTo>
                  <a:lnTo>
                    <a:pt x="1260685" y="7460"/>
                  </a:lnTo>
                  <a:lnTo>
                    <a:pt x="1358511" y="10957"/>
                  </a:lnTo>
                  <a:lnTo>
                    <a:pt x="1465789" y="15250"/>
                  </a:lnTo>
                  <a:lnTo>
                    <a:pt x="1578478" y="20335"/>
                  </a:lnTo>
                  <a:lnTo>
                    <a:pt x="1692759" y="26197"/>
                  </a:lnTo>
                  <a:lnTo>
                    <a:pt x="1805403" y="32821"/>
                  </a:lnTo>
                  <a:lnTo>
                    <a:pt x="1913958" y="40202"/>
                  </a:lnTo>
                  <a:lnTo>
                    <a:pt x="2016772" y="48356"/>
                  </a:lnTo>
                  <a:lnTo>
                    <a:pt x="2112911" y="57318"/>
                  </a:lnTo>
                  <a:lnTo>
                    <a:pt x="2202030" y="67149"/>
                  </a:lnTo>
                  <a:lnTo>
                    <a:pt x="2284224" y="77937"/>
                  </a:lnTo>
                  <a:lnTo>
                    <a:pt x="2359897" y="89789"/>
                  </a:lnTo>
                  <a:lnTo>
                    <a:pt x="2429651" y="102836"/>
                  </a:lnTo>
                  <a:lnTo>
                    <a:pt x="2494201" y="117222"/>
                  </a:lnTo>
                  <a:lnTo>
                    <a:pt x="2554314" y="133098"/>
                  </a:lnTo>
                  <a:lnTo>
                    <a:pt x="2610762" y="150606"/>
                  </a:lnTo>
                  <a:lnTo>
                    <a:pt x="2664277" y="169856"/>
                  </a:lnTo>
                  <a:lnTo>
                    <a:pt x="2702183" y="185169"/>
                  </a:lnTo>
                  <a:lnTo>
                    <a:pt x="2758565" y="210585"/>
                  </a:lnTo>
                  <a:lnTo>
                    <a:pt x="2813285" y="238338"/>
                  </a:lnTo>
                  <a:lnTo>
                    <a:pt x="2866911" y="268468"/>
                  </a:lnTo>
                  <a:lnTo>
                    <a:pt x="2919870" y="300953"/>
                  </a:lnTo>
                  <a:lnTo>
                    <a:pt x="2972480" y="335701"/>
                  </a:lnTo>
                  <a:lnTo>
                    <a:pt x="3024960" y="372543"/>
                  </a:lnTo>
                  <a:lnTo>
                    <a:pt x="3077450" y="411232"/>
                  </a:lnTo>
                  <a:lnTo>
                    <a:pt x="3130022" y="451448"/>
                  </a:lnTo>
                  <a:lnTo>
                    <a:pt x="3182692" y="492804"/>
                  </a:lnTo>
                  <a:lnTo>
                    <a:pt x="3235438" y="534865"/>
                  </a:lnTo>
                  <a:lnTo>
                    <a:pt x="3288210" y="577160"/>
                  </a:lnTo>
                  <a:lnTo>
                    <a:pt x="3340954" y="619209"/>
                  </a:lnTo>
                  <a:lnTo>
                    <a:pt x="3393622" y="660543"/>
                  </a:lnTo>
                  <a:lnTo>
                    <a:pt x="3446192" y="700726"/>
                  </a:lnTo>
                  <a:lnTo>
                    <a:pt x="3498681" y="739374"/>
                  </a:lnTo>
                  <a:lnTo>
                    <a:pt x="3551162" y="776169"/>
                  </a:lnTo>
                  <a:lnTo>
                    <a:pt x="3603777" y="810865"/>
                  </a:lnTo>
                  <a:lnTo>
                    <a:pt x="3656748" y="843295"/>
                  </a:lnTo>
                  <a:lnTo>
                    <a:pt x="3710395" y="873368"/>
                  </a:lnTo>
                  <a:lnTo>
                    <a:pt x="3765148" y="901064"/>
                  </a:lnTo>
                  <a:lnTo>
                    <a:pt x="3820202" y="925845"/>
                  </a:lnTo>
                  <a:lnTo>
                    <a:pt x="3871982" y="946410"/>
                  </a:lnTo>
                  <a:lnTo>
                    <a:pt x="3926204" y="965193"/>
                  </a:lnTo>
                  <a:lnTo>
                    <a:pt x="3983545" y="982258"/>
                  </a:lnTo>
                  <a:lnTo>
                    <a:pt x="4044754" y="997726"/>
                  </a:lnTo>
                  <a:lnTo>
                    <a:pt x="4110603" y="1011744"/>
                  </a:lnTo>
                  <a:lnTo>
                    <a:pt x="4181853" y="1024462"/>
                  </a:lnTo>
                  <a:lnTo>
                    <a:pt x="4259195" y="1036022"/>
                  </a:lnTo>
                  <a:lnTo>
                    <a:pt x="4343187" y="1046547"/>
                  </a:lnTo>
                  <a:lnTo>
                    <a:pt x="4434165" y="1056142"/>
                  </a:lnTo>
                  <a:lnTo>
                    <a:pt x="4532120" y="1064886"/>
                  </a:lnTo>
                  <a:lnTo>
                    <a:pt x="4636566" y="1072833"/>
                  </a:lnTo>
                  <a:lnTo>
                    <a:pt x="4746393" y="1080014"/>
                  </a:lnTo>
                  <a:lnTo>
                    <a:pt x="4859741" y="1086437"/>
                  </a:lnTo>
                  <a:lnTo>
                    <a:pt x="4973944" y="1092096"/>
                  </a:lnTo>
                  <a:lnTo>
                    <a:pt x="5085594" y="1096973"/>
                  </a:lnTo>
                  <a:lnTo>
                    <a:pt x="5190768" y="1101056"/>
                  </a:lnTo>
                  <a:lnTo>
                    <a:pt x="5285451" y="1104345"/>
                  </a:lnTo>
                  <a:lnTo>
                    <a:pt x="5366083" y="1106866"/>
                  </a:lnTo>
                  <a:lnTo>
                    <a:pt x="5430149" y="1108679"/>
                  </a:lnTo>
                  <a:lnTo>
                    <a:pt x="5476650" y="1109875"/>
                  </a:lnTo>
                  <a:lnTo>
                    <a:pt x="5506350" y="1110572"/>
                  </a:lnTo>
                  <a:lnTo>
                    <a:pt x="5521767" y="1110903"/>
                  </a:lnTo>
                  <a:lnTo>
                    <a:pt x="5526990" y="1111006"/>
                  </a:lnTo>
                  <a:lnTo>
                    <a:pt x="5527445" y="1111014"/>
                  </a:lnTo>
                  <a:lnTo>
                    <a:pt x="6522385" y="1111014"/>
                  </a:lnTo>
                  <a:lnTo>
                    <a:pt x="6523486" y="1111054"/>
                  </a:lnTo>
                  <a:lnTo>
                    <a:pt x="6530754" y="1111338"/>
                  </a:lnTo>
                  <a:lnTo>
                    <a:pt x="6549187" y="1112123"/>
                  </a:lnTo>
                  <a:lnTo>
                    <a:pt x="6582424" y="1113671"/>
                  </a:lnTo>
                  <a:lnTo>
                    <a:pt x="6632532" y="1116230"/>
                  </a:lnTo>
                  <a:lnTo>
                    <a:pt x="6699857" y="1120013"/>
                  </a:lnTo>
                  <a:lnTo>
                    <a:pt x="6783066" y="1125182"/>
                  </a:lnTo>
                  <a:lnTo>
                    <a:pt x="6879442" y="1131833"/>
                  </a:lnTo>
                  <a:lnTo>
                    <a:pt x="6985369" y="1140007"/>
                  </a:lnTo>
                  <a:lnTo>
                    <a:pt x="7096902" y="1149697"/>
                  </a:lnTo>
                  <a:lnTo>
                    <a:pt x="7210281" y="1160876"/>
                  </a:lnTo>
                  <a:lnTo>
                    <a:pt x="7322297" y="1173513"/>
                  </a:lnTo>
                  <a:lnTo>
                    <a:pt x="7430481" y="1187600"/>
                  </a:lnTo>
                  <a:lnTo>
                    <a:pt x="7533146" y="1203158"/>
                  </a:lnTo>
                  <a:lnTo>
                    <a:pt x="7629311" y="1220253"/>
                  </a:lnTo>
                  <a:lnTo>
                    <a:pt x="7718582" y="1238995"/>
                  </a:lnTo>
                  <a:lnTo>
                    <a:pt x="7801005" y="1259541"/>
                  </a:lnTo>
                  <a:lnTo>
                    <a:pt x="7876943" y="1282094"/>
                  </a:lnTo>
                  <a:lnTo>
                    <a:pt x="7946961" y="1306894"/>
                  </a:lnTo>
                  <a:lnTo>
                    <a:pt x="8011747" y="1334213"/>
                  </a:lnTo>
                  <a:lnTo>
                    <a:pt x="8072046" y="1364337"/>
                  </a:lnTo>
                  <a:lnTo>
                    <a:pt x="8128612" y="1397540"/>
                  </a:lnTo>
                  <a:lnTo>
                    <a:pt x="8182171" y="1434047"/>
                  </a:lnTo>
                  <a:lnTo>
                    <a:pt x="8229629" y="1470871"/>
                  </a:lnTo>
                  <a:lnTo>
                    <a:pt x="8278109" y="1512967"/>
                  </a:lnTo>
                  <a:lnTo>
                    <a:pt x="8325301" y="1558391"/>
                  </a:lnTo>
                  <a:lnTo>
                    <a:pt x="8371583" y="1607208"/>
                  </a:lnTo>
                  <a:lnTo>
                    <a:pt x="8417253" y="1659422"/>
                  </a:lnTo>
                  <a:lnTo>
                    <a:pt x="8462544" y="1714961"/>
                  </a:lnTo>
                  <a:lnTo>
                    <a:pt x="8507633" y="1773680"/>
                  </a:lnTo>
                  <a:lnTo>
                    <a:pt x="8552646" y="1835351"/>
                  </a:lnTo>
                  <a:lnTo>
                    <a:pt x="8597668" y="1899663"/>
                  </a:lnTo>
                  <a:lnTo>
                    <a:pt x="8642747" y="1966230"/>
                  </a:lnTo>
                  <a:lnTo>
                    <a:pt x="8687898" y="2034592"/>
                  </a:lnTo>
                  <a:lnTo>
                    <a:pt x="8733116" y="2104233"/>
                  </a:lnTo>
                  <a:lnTo>
                    <a:pt x="8778375" y="2174593"/>
                  </a:lnTo>
                  <a:lnTo>
                    <a:pt x="8823642" y="2245087"/>
                  </a:lnTo>
                  <a:lnTo>
                    <a:pt x="8868883" y="2315126"/>
                  </a:lnTo>
                  <a:lnTo>
                    <a:pt x="8914066" y="2384135"/>
                  </a:lnTo>
                  <a:lnTo>
                    <a:pt x="8959177" y="2451577"/>
                  </a:lnTo>
                  <a:lnTo>
                    <a:pt x="9004221" y="2516963"/>
                  </a:lnTo>
                  <a:lnTo>
                    <a:pt x="9049230" y="2579875"/>
                  </a:lnTo>
                  <a:lnTo>
                    <a:pt x="9094272" y="2639966"/>
                  </a:lnTo>
                  <a:lnTo>
                    <a:pt x="9139453" y="2696970"/>
                  </a:lnTo>
                  <a:lnTo>
                    <a:pt x="9184925" y="2750704"/>
                  </a:lnTo>
                  <a:lnTo>
                    <a:pt x="9230897" y="2801065"/>
                  </a:lnTo>
                  <a:lnTo>
                    <a:pt x="9277634" y="2848023"/>
                  </a:lnTo>
                  <a:lnTo>
                    <a:pt x="9325478" y="2891617"/>
                  </a:lnTo>
                  <a:lnTo>
                    <a:pt x="9347647" y="2910298"/>
                  </a:lnTo>
                  <a:lnTo>
                    <a:pt x="9399010" y="2949961"/>
                  </a:lnTo>
                  <a:lnTo>
                    <a:pt x="9452769" y="2986216"/>
                  </a:lnTo>
                  <a:lnTo>
                    <a:pt x="9509588" y="3019181"/>
                  </a:lnTo>
                  <a:lnTo>
                    <a:pt x="9570195" y="3049086"/>
                  </a:lnTo>
                  <a:lnTo>
                    <a:pt x="9635346" y="3076207"/>
                  </a:lnTo>
                  <a:lnTo>
                    <a:pt x="9705783" y="3100831"/>
                  </a:lnTo>
                  <a:lnTo>
                    <a:pt x="9782187" y="3123226"/>
                  </a:lnTo>
                  <a:lnTo>
                    <a:pt x="9865111" y="3143632"/>
                  </a:lnTo>
                  <a:lnTo>
                    <a:pt x="9954899" y="3162246"/>
                  </a:lnTo>
                  <a:lnTo>
                    <a:pt x="10051569" y="3179223"/>
                  </a:lnTo>
                  <a:lnTo>
                    <a:pt x="10154687" y="3194670"/>
                  </a:lnTo>
                  <a:lnTo>
                    <a:pt x="10263225" y="3208648"/>
                  </a:lnTo>
                  <a:lnTo>
                    <a:pt x="10375437" y="3221178"/>
                  </a:lnTo>
                  <a:lnTo>
                    <a:pt x="10488797" y="3232246"/>
                  </a:lnTo>
                  <a:lnTo>
                    <a:pt x="10600047" y="3241824"/>
                  </a:lnTo>
                  <a:lnTo>
                    <a:pt x="10705397" y="3249884"/>
                  </a:lnTo>
                  <a:lnTo>
                    <a:pt x="10800908" y="3256423"/>
                  </a:lnTo>
                  <a:lnTo>
                    <a:pt x="10883013" y="3261484"/>
                  </a:lnTo>
                  <a:lnTo>
                    <a:pt x="10949080" y="3265170"/>
                  </a:lnTo>
                  <a:lnTo>
                    <a:pt x="10997897" y="3267645"/>
                  </a:lnTo>
                  <a:lnTo>
                    <a:pt x="11029938" y="3269127"/>
                  </a:lnTo>
                  <a:lnTo>
                    <a:pt x="11047396" y="3269866"/>
                  </a:lnTo>
                  <a:lnTo>
                    <a:pt x="11054015" y="3270124"/>
                  </a:lnTo>
                  <a:lnTo>
                    <a:pt x="11054891" y="3270155"/>
                  </a:lnTo>
                  <a:lnTo>
                    <a:pt x="12049831" y="3270155"/>
                  </a:lnTo>
                  <a:lnTo>
                    <a:pt x="12049831" y="32701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1" name="pl280"/>
            <p:cNvSpPr/>
            <p:nvPr/>
          </p:nvSpPr>
          <p:spPr>
            <a:xfrm>
              <a:off x="1199187" y="2295233"/>
              <a:ext cx="12049831" cy="3270155"/>
            </a:xfrm>
            <a:custGeom>
              <a:avLst/>
              <a:pathLst>
                <a:path w="12049831" h="3270155">
                  <a:moveTo>
                    <a:pt x="12049831" y="3270155"/>
                  </a:moveTo>
                  <a:lnTo>
                    <a:pt x="11054891" y="3270155"/>
                  </a:lnTo>
                  <a:lnTo>
                    <a:pt x="11053790" y="3270115"/>
                  </a:lnTo>
                  <a:lnTo>
                    <a:pt x="11046523" y="3269831"/>
                  </a:lnTo>
                  <a:lnTo>
                    <a:pt x="11028089" y="3269046"/>
                  </a:lnTo>
                  <a:lnTo>
                    <a:pt x="10994853" y="3267498"/>
                  </a:lnTo>
                  <a:lnTo>
                    <a:pt x="10944745" y="3264939"/>
                  </a:lnTo>
                  <a:lnTo>
                    <a:pt x="10877420" y="3261156"/>
                  </a:lnTo>
                  <a:lnTo>
                    <a:pt x="10794210" y="3255987"/>
                  </a:lnTo>
                  <a:lnTo>
                    <a:pt x="10697835" y="3249336"/>
                  </a:lnTo>
                  <a:lnTo>
                    <a:pt x="10591908" y="3241162"/>
                  </a:lnTo>
                  <a:lnTo>
                    <a:pt x="10480375" y="3231472"/>
                  </a:lnTo>
                  <a:lnTo>
                    <a:pt x="10366995" y="3220293"/>
                  </a:lnTo>
                  <a:lnTo>
                    <a:pt x="10254980" y="3207656"/>
                  </a:lnTo>
                  <a:lnTo>
                    <a:pt x="10146795" y="3193569"/>
                  </a:lnTo>
                  <a:lnTo>
                    <a:pt x="10044131" y="3178011"/>
                  </a:lnTo>
                  <a:lnTo>
                    <a:pt x="9947965" y="3160916"/>
                  </a:lnTo>
                  <a:lnTo>
                    <a:pt x="9858695" y="3142174"/>
                  </a:lnTo>
                  <a:lnTo>
                    <a:pt x="9776272" y="3121628"/>
                  </a:lnTo>
                  <a:lnTo>
                    <a:pt x="9700334" y="3099075"/>
                  </a:lnTo>
                  <a:lnTo>
                    <a:pt x="9630316" y="3074275"/>
                  </a:lnTo>
                  <a:lnTo>
                    <a:pt x="9565529" y="3046956"/>
                  </a:lnTo>
                  <a:lnTo>
                    <a:pt x="9505230" y="3016832"/>
                  </a:lnTo>
                  <a:lnTo>
                    <a:pt x="9448664" y="2983629"/>
                  </a:lnTo>
                  <a:lnTo>
                    <a:pt x="9395105" y="2947122"/>
                  </a:lnTo>
                  <a:lnTo>
                    <a:pt x="9347647" y="2910298"/>
                  </a:lnTo>
                  <a:lnTo>
                    <a:pt x="9299167" y="2868202"/>
                  </a:lnTo>
                  <a:lnTo>
                    <a:pt x="9251975" y="2822778"/>
                  </a:lnTo>
                  <a:lnTo>
                    <a:pt x="9205694" y="2773961"/>
                  </a:lnTo>
                  <a:lnTo>
                    <a:pt x="9160024" y="2721747"/>
                  </a:lnTo>
                  <a:lnTo>
                    <a:pt x="9114733" y="2666208"/>
                  </a:lnTo>
                  <a:lnTo>
                    <a:pt x="9069644" y="2607489"/>
                  </a:lnTo>
                  <a:lnTo>
                    <a:pt x="9024630" y="2545818"/>
                  </a:lnTo>
                  <a:lnTo>
                    <a:pt x="8979608" y="2481506"/>
                  </a:lnTo>
                  <a:lnTo>
                    <a:pt x="8934530" y="2414940"/>
                  </a:lnTo>
                  <a:lnTo>
                    <a:pt x="8889378" y="2346577"/>
                  </a:lnTo>
                  <a:lnTo>
                    <a:pt x="8844161" y="2276936"/>
                  </a:lnTo>
                  <a:lnTo>
                    <a:pt x="8798902" y="2206576"/>
                  </a:lnTo>
                  <a:lnTo>
                    <a:pt x="8753634" y="2136082"/>
                  </a:lnTo>
                  <a:lnTo>
                    <a:pt x="8708394" y="2066043"/>
                  </a:lnTo>
                  <a:lnTo>
                    <a:pt x="8663210" y="1997034"/>
                  </a:lnTo>
                  <a:lnTo>
                    <a:pt x="8618099" y="1929593"/>
                  </a:lnTo>
                  <a:lnTo>
                    <a:pt x="8573055" y="1864206"/>
                  </a:lnTo>
                  <a:lnTo>
                    <a:pt x="8528046" y="1801294"/>
                  </a:lnTo>
                  <a:lnTo>
                    <a:pt x="8483005" y="1741204"/>
                  </a:lnTo>
                  <a:lnTo>
                    <a:pt x="8437824" y="1684199"/>
                  </a:lnTo>
                  <a:lnTo>
                    <a:pt x="8392351" y="1630465"/>
                  </a:lnTo>
                  <a:lnTo>
                    <a:pt x="8346380" y="1580104"/>
                  </a:lnTo>
                  <a:lnTo>
                    <a:pt x="8299642" y="1533146"/>
                  </a:lnTo>
                  <a:lnTo>
                    <a:pt x="8251799" y="1489553"/>
                  </a:lnTo>
                  <a:lnTo>
                    <a:pt x="8229629" y="1470871"/>
                  </a:lnTo>
                  <a:lnTo>
                    <a:pt x="8178267" y="1431208"/>
                  </a:lnTo>
                  <a:lnTo>
                    <a:pt x="8124508" y="1394953"/>
                  </a:lnTo>
                  <a:lnTo>
                    <a:pt x="8067689" y="1361988"/>
                  </a:lnTo>
                  <a:lnTo>
                    <a:pt x="8007081" y="1332083"/>
                  </a:lnTo>
                  <a:lnTo>
                    <a:pt x="7941930" y="1304962"/>
                  </a:lnTo>
                  <a:lnTo>
                    <a:pt x="7871493" y="1280338"/>
                  </a:lnTo>
                  <a:lnTo>
                    <a:pt x="7795090" y="1257943"/>
                  </a:lnTo>
                  <a:lnTo>
                    <a:pt x="7712165" y="1237538"/>
                  </a:lnTo>
                  <a:lnTo>
                    <a:pt x="7622378" y="1218923"/>
                  </a:lnTo>
                  <a:lnTo>
                    <a:pt x="7525708" y="1201946"/>
                  </a:lnTo>
                  <a:lnTo>
                    <a:pt x="7422590" y="1186500"/>
                  </a:lnTo>
                  <a:lnTo>
                    <a:pt x="7314052" y="1172521"/>
                  </a:lnTo>
                  <a:lnTo>
                    <a:pt x="7201840" y="1159992"/>
                  </a:lnTo>
                  <a:lnTo>
                    <a:pt x="7088479" y="1148923"/>
                  </a:lnTo>
                  <a:lnTo>
                    <a:pt x="6977229" y="1139345"/>
                  </a:lnTo>
                  <a:lnTo>
                    <a:pt x="6871879" y="1131285"/>
                  </a:lnTo>
                  <a:lnTo>
                    <a:pt x="6776368" y="1124746"/>
                  </a:lnTo>
                  <a:lnTo>
                    <a:pt x="6694264" y="1119685"/>
                  </a:lnTo>
                  <a:lnTo>
                    <a:pt x="6628196" y="1115999"/>
                  </a:lnTo>
                  <a:lnTo>
                    <a:pt x="6579379" y="1113524"/>
                  </a:lnTo>
                  <a:lnTo>
                    <a:pt x="6547338" y="1112042"/>
                  </a:lnTo>
                  <a:lnTo>
                    <a:pt x="6529881" y="1111303"/>
                  </a:lnTo>
                  <a:lnTo>
                    <a:pt x="6523261" y="1111046"/>
                  </a:lnTo>
                  <a:lnTo>
                    <a:pt x="6522385" y="1111014"/>
                  </a:lnTo>
                  <a:lnTo>
                    <a:pt x="5527445" y="1111014"/>
                  </a:lnTo>
                  <a:lnTo>
                    <a:pt x="5526319" y="1110993"/>
                  </a:lnTo>
                  <a:lnTo>
                    <a:pt x="5518882" y="1110843"/>
                  </a:lnTo>
                  <a:lnTo>
                    <a:pt x="5500033" y="1110429"/>
                  </a:lnTo>
                  <a:lnTo>
                    <a:pt x="5466075" y="1109613"/>
                  </a:lnTo>
                  <a:lnTo>
                    <a:pt x="5414940" y="1108265"/>
                  </a:lnTo>
                  <a:lnTo>
                    <a:pt x="5346337" y="1106273"/>
                  </a:lnTo>
                  <a:lnTo>
                    <a:pt x="5261700" y="1103553"/>
                  </a:lnTo>
                  <a:lnTo>
                    <a:pt x="5163874" y="1100056"/>
                  </a:lnTo>
                  <a:lnTo>
                    <a:pt x="5056596" y="1095763"/>
                  </a:lnTo>
                  <a:lnTo>
                    <a:pt x="4943907" y="1090678"/>
                  </a:lnTo>
                  <a:lnTo>
                    <a:pt x="4829626" y="1084816"/>
                  </a:lnTo>
                  <a:lnTo>
                    <a:pt x="4716982" y="1078193"/>
                  </a:lnTo>
                  <a:lnTo>
                    <a:pt x="4608426" y="1070811"/>
                  </a:lnTo>
                  <a:lnTo>
                    <a:pt x="4505613" y="1062658"/>
                  </a:lnTo>
                  <a:lnTo>
                    <a:pt x="4409474" y="1053696"/>
                  </a:lnTo>
                  <a:lnTo>
                    <a:pt x="4320355" y="1043864"/>
                  </a:lnTo>
                  <a:lnTo>
                    <a:pt x="4238161" y="1033077"/>
                  </a:lnTo>
                  <a:lnTo>
                    <a:pt x="4162488" y="1021225"/>
                  </a:lnTo>
                  <a:lnTo>
                    <a:pt x="4092734" y="1008178"/>
                  </a:lnTo>
                  <a:lnTo>
                    <a:pt x="4028184" y="993792"/>
                  </a:lnTo>
                  <a:lnTo>
                    <a:pt x="3968071" y="977916"/>
                  </a:lnTo>
                  <a:lnTo>
                    <a:pt x="3911623" y="960407"/>
                  </a:lnTo>
                  <a:lnTo>
                    <a:pt x="3858108" y="941157"/>
                  </a:lnTo>
                  <a:lnTo>
                    <a:pt x="3820202" y="925845"/>
                  </a:lnTo>
                  <a:lnTo>
                    <a:pt x="3763820" y="900429"/>
                  </a:lnTo>
                  <a:lnTo>
                    <a:pt x="3709100" y="872676"/>
                  </a:lnTo>
                  <a:lnTo>
                    <a:pt x="3655474" y="842546"/>
                  </a:lnTo>
                  <a:lnTo>
                    <a:pt x="3602515" y="810060"/>
                  </a:lnTo>
                  <a:lnTo>
                    <a:pt x="3549905" y="775312"/>
                  </a:lnTo>
                  <a:lnTo>
                    <a:pt x="3497425" y="738470"/>
                  </a:lnTo>
                  <a:lnTo>
                    <a:pt x="3444935" y="699781"/>
                  </a:lnTo>
                  <a:lnTo>
                    <a:pt x="3392363" y="659565"/>
                  </a:lnTo>
                  <a:lnTo>
                    <a:pt x="3339693" y="618209"/>
                  </a:lnTo>
                  <a:lnTo>
                    <a:pt x="3286947" y="576149"/>
                  </a:lnTo>
                  <a:lnTo>
                    <a:pt x="3234175" y="533854"/>
                  </a:lnTo>
                  <a:lnTo>
                    <a:pt x="3181431" y="491805"/>
                  </a:lnTo>
                  <a:lnTo>
                    <a:pt x="3128763" y="450471"/>
                  </a:lnTo>
                  <a:lnTo>
                    <a:pt x="3076193" y="410287"/>
                  </a:lnTo>
                  <a:lnTo>
                    <a:pt x="3023704" y="371639"/>
                  </a:lnTo>
                  <a:lnTo>
                    <a:pt x="2971223" y="334845"/>
                  </a:lnTo>
                  <a:lnTo>
                    <a:pt x="2918608" y="300149"/>
                  </a:lnTo>
                  <a:lnTo>
                    <a:pt x="2865637" y="267719"/>
                  </a:lnTo>
                  <a:lnTo>
                    <a:pt x="2811990" y="237646"/>
                  </a:lnTo>
                  <a:lnTo>
                    <a:pt x="2757237" y="209950"/>
                  </a:lnTo>
                  <a:lnTo>
                    <a:pt x="2702183" y="185169"/>
                  </a:lnTo>
                  <a:lnTo>
                    <a:pt x="2650403" y="164604"/>
                  </a:lnTo>
                  <a:lnTo>
                    <a:pt x="2596181" y="145821"/>
                  </a:lnTo>
                  <a:lnTo>
                    <a:pt x="2538840" y="128755"/>
                  </a:lnTo>
                  <a:lnTo>
                    <a:pt x="2477631" y="113287"/>
                  </a:lnTo>
                  <a:lnTo>
                    <a:pt x="2411782" y="99269"/>
                  </a:lnTo>
                  <a:lnTo>
                    <a:pt x="2340532" y="86551"/>
                  </a:lnTo>
                  <a:lnTo>
                    <a:pt x="2263190" y="74992"/>
                  </a:lnTo>
                  <a:lnTo>
                    <a:pt x="2179198" y="64466"/>
                  </a:lnTo>
                  <a:lnTo>
                    <a:pt x="2088220" y="54871"/>
                  </a:lnTo>
                  <a:lnTo>
                    <a:pt x="1990265" y="46128"/>
                  </a:lnTo>
                  <a:lnTo>
                    <a:pt x="1885819" y="38181"/>
                  </a:lnTo>
                  <a:lnTo>
                    <a:pt x="1775992" y="31000"/>
                  </a:lnTo>
                  <a:lnTo>
                    <a:pt x="1662644" y="24576"/>
                  </a:lnTo>
                  <a:lnTo>
                    <a:pt x="1548441" y="18917"/>
                  </a:lnTo>
                  <a:lnTo>
                    <a:pt x="1436791" y="14040"/>
                  </a:lnTo>
                  <a:lnTo>
                    <a:pt x="1331617" y="9958"/>
                  </a:lnTo>
                  <a:lnTo>
                    <a:pt x="1236934" y="6669"/>
                  </a:lnTo>
                  <a:lnTo>
                    <a:pt x="1156302" y="4147"/>
                  </a:lnTo>
                  <a:lnTo>
                    <a:pt x="1092236" y="2334"/>
                  </a:lnTo>
                  <a:lnTo>
                    <a:pt x="1045735" y="1138"/>
                  </a:lnTo>
                  <a:lnTo>
                    <a:pt x="1016035" y="442"/>
                  </a:lnTo>
                  <a:lnTo>
                    <a:pt x="1000618" y="111"/>
                  </a:lnTo>
                  <a:lnTo>
                    <a:pt x="995395" y="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2" name="pg281"/>
            <p:cNvSpPr/>
            <p:nvPr/>
          </p:nvSpPr>
          <p:spPr>
            <a:xfrm>
              <a:off x="1199187" y="2305714"/>
              <a:ext cx="12049831" cy="3605556"/>
            </a:xfrm>
            <a:custGeom>
              <a:avLst/>
              <a:pathLst>
                <a:path w="12049831" h="3605556">
                  <a:moveTo>
                    <a:pt x="0" y="5240"/>
                  </a:moveTo>
                  <a:lnTo>
                    <a:pt x="994940" y="5240"/>
                  </a:lnTo>
                  <a:lnTo>
                    <a:pt x="996066" y="5261"/>
                  </a:lnTo>
                  <a:lnTo>
                    <a:pt x="1003502" y="5412"/>
                  </a:lnTo>
                  <a:lnTo>
                    <a:pt x="1022350" y="5828"/>
                  </a:lnTo>
                  <a:lnTo>
                    <a:pt x="1056305" y="6647"/>
                  </a:lnTo>
                  <a:lnTo>
                    <a:pt x="1107437" y="8002"/>
                  </a:lnTo>
                  <a:lnTo>
                    <a:pt x="1176035" y="10003"/>
                  </a:lnTo>
                  <a:lnTo>
                    <a:pt x="1260667" y="12736"/>
                  </a:lnTo>
                  <a:lnTo>
                    <a:pt x="1358488" y="16249"/>
                  </a:lnTo>
                  <a:lnTo>
                    <a:pt x="1465761" y="20562"/>
                  </a:lnTo>
                  <a:lnTo>
                    <a:pt x="1578446" y="25670"/>
                  </a:lnTo>
                  <a:lnTo>
                    <a:pt x="1692724" y="31559"/>
                  </a:lnTo>
                  <a:lnTo>
                    <a:pt x="1805367" y="38214"/>
                  </a:lnTo>
                  <a:lnTo>
                    <a:pt x="1913921" y="45630"/>
                  </a:lnTo>
                  <a:lnTo>
                    <a:pt x="2016733" y="53821"/>
                  </a:lnTo>
                  <a:lnTo>
                    <a:pt x="2112873" y="62825"/>
                  </a:lnTo>
                  <a:lnTo>
                    <a:pt x="2201992" y="72702"/>
                  </a:lnTo>
                  <a:lnTo>
                    <a:pt x="2284187" y="83540"/>
                  </a:lnTo>
                  <a:lnTo>
                    <a:pt x="2359861" y="95447"/>
                  </a:lnTo>
                  <a:lnTo>
                    <a:pt x="2429616" y="108554"/>
                  </a:lnTo>
                  <a:lnTo>
                    <a:pt x="2494167" y="123007"/>
                  </a:lnTo>
                  <a:lnTo>
                    <a:pt x="2554281" y="138956"/>
                  </a:lnTo>
                  <a:lnTo>
                    <a:pt x="2610729" y="156546"/>
                  </a:lnTo>
                  <a:lnTo>
                    <a:pt x="2664244" y="175885"/>
                  </a:lnTo>
                  <a:lnTo>
                    <a:pt x="2702183" y="191283"/>
                  </a:lnTo>
                  <a:lnTo>
                    <a:pt x="2758525" y="216800"/>
                  </a:lnTo>
                  <a:lnTo>
                    <a:pt x="2813207" y="244661"/>
                  </a:lnTo>
                  <a:lnTo>
                    <a:pt x="2866796" y="274907"/>
                  </a:lnTo>
                  <a:lnTo>
                    <a:pt x="2919718" y="307516"/>
                  </a:lnTo>
                  <a:lnTo>
                    <a:pt x="2972291" y="342396"/>
                  </a:lnTo>
                  <a:lnTo>
                    <a:pt x="3024734" y="379377"/>
                  </a:lnTo>
                  <a:lnTo>
                    <a:pt x="3077186" y="418213"/>
                  </a:lnTo>
                  <a:lnTo>
                    <a:pt x="3129719" y="458582"/>
                  </a:lnTo>
                  <a:lnTo>
                    <a:pt x="3182351" y="500098"/>
                  </a:lnTo>
                  <a:lnTo>
                    <a:pt x="3235058" y="542323"/>
                  </a:lnTo>
                  <a:lnTo>
                    <a:pt x="3287792" y="584787"/>
                  </a:lnTo>
                  <a:lnTo>
                    <a:pt x="3340499" y="627008"/>
                  </a:lnTo>
                  <a:lnTo>
                    <a:pt x="3393130" y="668515"/>
                  </a:lnTo>
                  <a:lnTo>
                    <a:pt x="3445662" y="708872"/>
                  </a:lnTo>
                  <a:lnTo>
                    <a:pt x="3498114" y="747693"/>
                  </a:lnTo>
                  <a:lnTo>
                    <a:pt x="3550557" y="784656"/>
                  </a:lnTo>
                  <a:lnTo>
                    <a:pt x="3603132" y="819517"/>
                  </a:lnTo>
                  <a:lnTo>
                    <a:pt x="3656059" y="852106"/>
                  </a:lnTo>
                  <a:lnTo>
                    <a:pt x="3709655" y="882331"/>
                  </a:lnTo>
                  <a:lnTo>
                    <a:pt x="3764349" y="910171"/>
                  </a:lnTo>
                  <a:lnTo>
                    <a:pt x="3820202" y="935453"/>
                  </a:lnTo>
                  <a:lnTo>
                    <a:pt x="3871981" y="956114"/>
                  </a:lnTo>
                  <a:lnTo>
                    <a:pt x="3926200" y="974985"/>
                  </a:lnTo>
                  <a:lnTo>
                    <a:pt x="3983540" y="992131"/>
                  </a:lnTo>
                  <a:lnTo>
                    <a:pt x="4044747" y="1007672"/>
                  </a:lnTo>
                  <a:lnTo>
                    <a:pt x="4110594" y="1021756"/>
                  </a:lnTo>
                  <a:lnTo>
                    <a:pt x="4181841" y="1034533"/>
                  </a:lnTo>
                  <a:lnTo>
                    <a:pt x="4259179" y="1046147"/>
                  </a:lnTo>
                  <a:lnTo>
                    <a:pt x="4343168" y="1056722"/>
                  </a:lnTo>
                  <a:lnTo>
                    <a:pt x="4434142" y="1066362"/>
                  </a:lnTo>
                  <a:lnTo>
                    <a:pt x="4532092" y="1075147"/>
                  </a:lnTo>
                  <a:lnTo>
                    <a:pt x="4636534" y="1083132"/>
                  </a:lnTo>
                  <a:lnTo>
                    <a:pt x="4746356" y="1090347"/>
                  </a:lnTo>
                  <a:lnTo>
                    <a:pt x="4859700" y="1096801"/>
                  </a:lnTo>
                  <a:lnTo>
                    <a:pt x="4973901" y="1102486"/>
                  </a:lnTo>
                  <a:lnTo>
                    <a:pt x="5085549" y="1107387"/>
                  </a:lnTo>
                  <a:lnTo>
                    <a:pt x="5190724" y="1111489"/>
                  </a:lnTo>
                  <a:lnTo>
                    <a:pt x="5285409" y="1114793"/>
                  </a:lnTo>
                  <a:lnTo>
                    <a:pt x="5366047" y="1117327"/>
                  </a:lnTo>
                  <a:lnTo>
                    <a:pt x="5430120" y="1119149"/>
                  </a:lnTo>
                  <a:lnTo>
                    <a:pt x="5476629" y="1120351"/>
                  </a:lnTo>
                  <a:lnTo>
                    <a:pt x="5506337" y="1121051"/>
                  </a:lnTo>
                  <a:lnTo>
                    <a:pt x="5521762" y="1121383"/>
                  </a:lnTo>
                  <a:lnTo>
                    <a:pt x="5526988" y="1121487"/>
                  </a:lnTo>
                  <a:lnTo>
                    <a:pt x="5527445" y="1121495"/>
                  </a:lnTo>
                  <a:lnTo>
                    <a:pt x="6522385" y="1121495"/>
                  </a:lnTo>
                  <a:lnTo>
                    <a:pt x="6523475" y="1121541"/>
                  </a:lnTo>
                  <a:lnTo>
                    <a:pt x="6530671" y="1121864"/>
                  </a:lnTo>
                  <a:lnTo>
                    <a:pt x="6548928" y="1122758"/>
                  </a:lnTo>
                  <a:lnTo>
                    <a:pt x="6581859" y="1124521"/>
                  </a:lnTo>
                  <a:lnTo>
                    <a:pt x="6631531" y="1127435"/>
                  </a:lnTo>
                  <a:lnTo>
                    <a:pt x="6698312" y="1131744"/>
                  </a:lnTo>
                  <a:lnTo>
                    <a:pt x="6780912" y="1137633"/>
                  </a:lnTo>
                  <a:lnTo>
                    <a:pt x="6876666" y="1145215"/>
                  </a:lnTo>
                  <a:lnTo>
                    <a:pt x="6982012" y="1154536"/>
                  </a:lnTo>
                  <a:lnTo>
                    <a:pt x="7093046" y="1165591"/>
                  </a:lnTo>
                  <a:lnTo>
                    <a:pt x="7206032" y="1178347"/>
                  </a:lnTo>
                  <a:lnTo>
                    <a:pt x="7317771" y="1192772"/>
                  </a:lnTo>
                  <a:lnTo>
                    <a:pt x="7425789" y="1208852"/>
                  </a:lnTo>
                  <a:lnTo>
                    <a:pt x="7528384" y="1226611"/>
                  </a:lnTo>
                  <a:lnTo>
                    <a:pt x="7624555" y="1246122"/>
                  </a:lnTo>
                  <a:lnTo>
                    <a:pt x="7713886" y="1267507"/>
                  </a:lnTo>
                  <a:lnTo>
                    <a:pt x="7796405" y="1290942"/>
                  </a:lnTo>
                  <a:lnTo>
                    <a:pt x="7872455" y="1316655"/>
                  </a:lnTo>
                  <a:lnTo>
                    <a:pt x="7942588" y="1344918"/>
                  </a:lnTo>
                  <a:lnTo>
                    <a:pt x="8007477" y="1376039"/>
                  </a:lnTo>
                  <a:lnTo>
                    <a:pt x="8067858" y="1410342"/>
                  </a:lnTo>
                  <a:lnTo>
                    <a:pt x="8124479" y="1448143"/>
                  </a:lnTo>
                  <a:lnTo>
                    <a:pt x="8178061" y="1489702"/>
                  </a:lnTo>
                  <a:lnTo>
                    <a:pt x="8229260" y="1535156"/>
                  </a:lnTo>
                  <a:lnTo>
                    <a:pt x="8229629" y="1535505"/>
                  </a:lnTo>
                  <a:lnTo>
                    <a:pt x="8275962" y="1581680"/>
                  </a:lnTo>
                  <a:lnTo>
                    <a:pt x="8321103" y="1631342"/>
                  </a:lnTo>
                  <a:lnTo>
                    <a:pt x="8365387" y="1684562"/>
                  </a:lnTo>
                  <a:lnTo>
                    <a:pt x="8409080" y="1741350"/>
                  </a:lnTo>
                  <a:lnTo>
                    <a:pt x="8452394" y="1801649"/>
                  </a:lnTo>
                  <a:lnTo>
                    <a:pt x="8495491" y="1865327"/>
                  </a:lnTo>
                  <a:lnTo>
                    <a:pt x="8538493" y="1932176"/>
                  </a:lnTo>
                  <a:lnTo>
                    <a:pt x="8581483" y="2001909"/>
                  </a:lnTo>
                  <a:lnTo>
                    <a:pt x="8624512" y="2074164"/>
                  </a:lnTo>
                  <a:lnTo>
                    <a:pt x="8667605" y="2148506"/>
                  </a:lnTo>
                  <a:lnTo>
                    <a:pt x="8710764" y="2224442"/>
                  </a:lnTo>
                  <a:lnTo>
                    <a:pt x="8753973" y="2301427"/>
                  </a:lnTo>
                  <a:lnTo>
                    <a:pt x="8797207" y="2378885"/>
                  </a:lnTo>
                  <a:lnTo>
                    <a:pt x="8840434" y="2456226"/>
                  </a:lnTo>
                  <a:lnTo>
                    <a:pt x="8883626" y="2532863"/>
                  </a:lnTo>
                  <a:lnTo>
                    <a:pt x="8926759" y="2608229"/>
                  </a:lnTo>
                  <a:lnTo>
                    <a:pt x="8969826" y="2681800"/>
                  </a:lnTo>
                  <a:lnTo>
                    <a:pt x="9012835" y="2753104"/>
                  </a:lnTo>
                  <a:lnTo>
                    <a:pt x="9055822" y="2821733"/>
                  </a:lnTo>
                  <a:lnTo>
                    <a:pt x="9098850" y="2887355"/>
                  </a:lnTo>
                  <a:lnTo>
                    <a:pt x="9142016" y="2949714"/>
                  </a:lnTo>
                  <a:lnTo>
                    <a:pt x="9185458" y="3008633"/>
                  </a:lnTo>
                  <a:lnTo>
                    <a:pt x="9229357" y="3064010"/>
                  </a:lnTo>
                  <a:lnTo>
                    <a:pt x="9273945" y="3115816"/>
                  </a:lnTo>
                  <a:lnTo>
                    <a:pt x="9319515" y="3164084"/>
                  </a:lnTo>
                  <a:lnTo>
                    <a:pt x="9347647" y="3191546"/>
                  </a:lnTo>
                  <a:lnTo>
                    <a:pt x="9398831" y="3237028"/>
                  </a:lnTo>
                  <a:lnTo>
                    <a:pt x="9452392" y="3278616"/>
                  </a:lnTo>
                  <a:lnTo>
                    <a:pt x="9508988" y="3316444"/>
                  </a:lnTo>
                  <a:lnTo>
                    <a:pt x="9569339" y="3350771"/>
                  </a:lnTo>
                  <a:lnTo>
                    <a:pt x="9634192" y="3381914"/>
                  </a:lnTo>
                  <a:lnTo>
                    <a:pt x="9704284" y="3410197"/>
                  </a:lnTo>
                  <a:lnTo>
                    <a:pt x="9780288" y="3435928"/>
                  </a:lnTo>
                  <a:lnTo>
                    <a:pt x="9862758" y="3459380"/>
                  </a:lnTo>
                  <a:lnTo>
                    <a:pt x="9952038" y="3480779"/>
                  </a:lnTo>
                  <a:lnTo>
                    <a:pt x="10048160" y="3500302"/>
                  </a:lnTo>
                  <a:lnTo>
                    <a:pt x="10150710" y="3518074"/>
                  </a:lnTo>
                  <a:lnTo>
                    <a:pt x="10258694" y="3534167"/>
                  </a:lnTo>
                  <a:lnTo>
                    <a:pt x="10370413" y="3548604"/>
                  </a:lnTo>
                  <a:lnTo>
                    <a:pt x="10483402" y="3561372"/>
                  </a:lnTo>
                  <a:lnTo>
                    <a:pt x="10594463" y="3572440"/>
                  </a:lnTo>
                  <a:lnTo>
                    <a:pt x="10699864" y="3581773"/>
                  </a:lnTo>
                  <a:lnTo>
                    <a:pt x="10795703" y="3589368"/>
                  </a:lnTo>
                  <a:lnTo>
                    <a:pt x="10878411" y="3595269"/>
                  </a:lnTo>
                  <a:lnTo>
                    <a:pt x="10945315" y="3599590"/>
                  </a:lnTo>
                  <a:lnTo>
                    <a:pt x="10995114" y="3602513"/>
                  </a:lnTo>
                  <a:lnTo>
                    <a:pt x="11028163" y="3604283"/>
                  </a:lnTo>
                  <a:lnTo>
                    <a:pt x="11046516" y="3605183"/>
                  </a:lnTo>
                  <a:lnTo>
                    <a:pt x="11053778" y="3605509"/>
                  </a:lnTo>
                  <a:lnTo>
                    <a:pt x="11054891" y="3605556"/>
                  </a:lnTo>
                  <a:lnTo>
                    <a:pt x="12049831" y="3605556"/>
                  </a:lnTo>
                  <a:lnTo>
                    <a:pt x="12049831" y="3600315"/>
                  </a:lnTo>
                  <a:lnTo>
                    <a:pt x="11054891" y="3600315"/>
                  </a:lnTo>
                  <a:lnTo>
                    <a:pt x="11053801" y="3600270"/>
                  </a:lnTo>
                  <a:lnTo>
                    <a:pt x="11046605" y="3599946"/>
                  </a:lnTo>
                  <a:lnTo>
                    <a:pt x="11028348" y="3599052"/>
                  </a:lnTo>
                  <a:lnTo>
                    <a:pt x="10995417" y="3597290"/>
                  </a:lnTo>
                  <a:lnTo>
                    <a:pt x="10945745" y="3594376"/>
                  </a:lnTo>
                  <a:lnTo>
                    <a:pt x="10878964" y="3590066"/>
                  </a:lnTo>
                  <a:lnTo>
                    <a:pt x="10796364" y="3584177"/>
                  </a:lnTo>
                  <a:lnTo>
                    <a:pt x="10700610" y="3576595"/>
                  </a:lnTo>
                  <a:lnTo>
                    <a:pt x="10595265" y="3567274"/>
                  </a:lnTo>
                  <a:lnTo>
                    <a:pt x="10484231" y="3556220"/>
                  </a:lnTo>
                  <a:lnTo>
                    <a:pt x="10371244" y="3543463"/>
                  </a:lnTo>
                  <a:lnTo>
                    <a:pt x="10259505" y="3529038"/>
                  </a:lnTo>
                  <a:lnTo>
                    <a:pt x="10151487" y="3512958"/>
                  </a:lnTo>
                  <a:lnTo>
                    <a:pt x="10048893" y="3495199"/>
                  </a:lnTo>
                  <a:lnTo>
                    <a:pt x="9952721" y="3475688"/>
                  </a:lnTo>
                  <a:lnTo>
                    <a:pt x="9863390" y="3454304"/>
                  </a:lnTo>
                  <a:lnTo>
                    <a:pt x="9780871" y="3430868"/>
                  </a:lnTo>
                  <a:lnTo>
                    <a:pt x="9704821" y="3405155"/>
                  </a:lnTo>
                  <a:lnTo>
                    <a:pt x="9634689" y="3376892"/>
                  </a:lnTo>
                  <a:lnTo>
                    <a:pt x="9569799" y="3345771"/>
                  </a:lnTo>
                  <a:lnTo>
                    <a:pt x="9509418" y="3311468"/>
                  </a:lnTo>
                  <a:lnTo>
                    <a:pt x="9452797" y="3273668"/>
                  </a:lnTo>
                  <a:lnTo>
                    <a:pt x="9399216" y="3232108"/>
                  </a:lnTo>
                  <a:lnTo>
                    <a:pt x="9348017" y="3186654"/>
                  </a:lnTo>
                  <a:lnTo>
                    <a:pt x="9347647" y="3186305"/>
                  </a:lnTo>
                  <a:lnTo>
                    <a:pt x="9301314" y="3140131"/>
                  </a:lnTo>
                  <a:lnTo>
                    <a:pt x="9256173" y="3090469"/>
                  </a:lnTo>
                  <a:lnTo>
                    <a:pt x="9211890" y="3037248"/>
                  </a:lnTo>
                  <a:lnTo>
                    <a:pt x="9168197" y="2980460"/>
                  </a:lnTo>
                  <a:lnTo>
                    <a:pt x="9124883" y="2920161"/>
                  </a:lnTo>
                  <a:lnTo>
                    <a:pt x="9081785" y="2856484"/>
                  </a:lnTo>
                  <a:lnTo>
                    <a:pt x="9038784" y="2789635"/>
                  </a:lnTo>
                  <a:lnTo>
                    <a:pt x="8995794" y="2719901"/>
                  </a:lnTo>
                  <a:lnTo>
                    <a:pt x="8952764" y="2647647"/>
                  </a:lnTo>
                  <a:lnTo>
                    <a:pt x="8909671" y="2573304"/>
                  </a:lnTo>
                  <a:lnTo>
                    <a:pt x="8866513" y="2497369"/>
                  </a:lnTo>
                  <a:lnTo>
                    <a:pt x="8823304" y="2420384"/>
                  </a:lnTo>
                  <a:lnTo>
                    <a:pt x="8780070" y="2342925"/>
                  </a:lnTo>
                  <a:lnTo>
                    <a:pt x="8736842" y="2265584"/>
                  </a:lnTo>
                  <a:lnTo>
                    <a:pt x="8693651" y="2188948"/>
                  </a:lnTo>
                  <a:lnTo>
                    <a:pt x="8650517" y="2113581"/>
                  </a:lnTo>
                  <a:lnTo>
                    <a:pt x="8607451" y="2040010"/>
                  </a:lnTo>
                  <a:lnTo>
                    <a:pt x="8564441" y="1968706"/>
                  </a:lnTo>
                  <a:lnTo>
                    <a:pt x="8521455" y="1900077"/>
                  </a:lnTo>
                  <a:lnTo>
                    <a:pt x="8478427" y="1834455"/>
                  </a:lnTo>
                  <a:lnTo>
                    <a:pt x="8435260" y="1772096"/>
                  </a:lnTo>
                  <a:lnTo>
                    <a:pt x="8391818" y="1713177"/>
                  </a:lnTo>
                  <a:lnTo>
                    <a:pt x="8347919" y="1657800"/>
                  </a:lnTo>
                  <a:lnTo>
                    <a:pt x="8303331" y="1605995"/>
                  </a:lnTo>
                  <a:lnTo>
                    <a:pt x="8257762" y="1557726"/>
                  </a:lnTo>
                  <a:lnTo>
                    <a:pt x="8229629" y="1530265"/>
                  </a:lnTo>
                  <a:lnTo>
                    <a:pt x="8178446" y="1484782"/>
                  </a:lnTo>
                  <a:lnTo>
                    <a:pt x="8124884" y="1443194"/>
                  </a:lnTo>
                  <a:lnTo>
                    <a:pt x="8068288" y="1405367"/>
                  </a:lnTo>
                  <a:lnTo>
                    <a:pt x="8007937" y="1371039"/>
                  </a:lnTo>
                  <a:lnTo>
                    <a:pt x="7943084" y="1339896"/>
                  </a:lnTo>
                  <a:lnTo>
                    <a:pt x="7872993" y="1311613"/>
                  </a:lnTo>
                  <a:lnTo>
                    <a:pt x="7796989" y="1285882"/>
                  </a:lnTo>
                  <a:lnTo>
                    <a:pt x="7714519" y="1262431"/>
                  </a:lnTo>
                  <a:lnTo>
                    <a:pt x="7625238" y="1241032"/>
                  </a:lnTo>
                  <a:lnTo>
                    <a:pt x="7529117" y="1221508"/>
                  </a:lnTo>
                  <a:lnTo>
                    <a:pt x="7426567" y="1203736"/>
                  </a:lnTo>
                  <a:lnTo>
                    <a:pt x="7318583" y="1187644"/>
                  </a:lnTo>
                  <a:lnTo>
                    <a:pt x="7206863" y="1173207"/>
                  </a:lnTo>
                  <a:lnTo>
                    <a:pt x="7093875" y="1160438"/>
                  </a:lnTo>
                  <a:lnTo>
                    <a:pt x="6982814" y="1149371"/>
                  </a:lnTo>
                  <a:lnTo>
                    <a:pt x="6877412" y="1140037"/>
                  </a:lnTo>
                  <a:lnTo>
                    <a:pt x="6781573" y="1132442"/>
                  </a:lnTo>
                  <a:lnTo>
                    <a:pt x="6698865" y="1126541"/>
                  </a:lnTo>
                  <a:lnTo>
                    <a:pt x="6631961" y="1122220"/>
                  </a:lnTo>
                  <a:lnTo>
                    <a:pt x="6582163" y="1119297"/>
                  </a:lnTo>
                  <a:lnTo>
                    <a:pt x="6549114" y="1117527"/>
                  </a:lnTo>
                  <a:lnTo>
                    <a:pt x="6530760" y="1116628"/>
                  </a:lnTo>
                  <a:lnTo>
                    <a:pt x="6523499" y="1116301"/>
                  </a:lnTo>
                  <a:lnTo>
                    <a:pt x="6522385" y="1116255"/>
                  </a:lnTo>
                  <a:lnTo>
                    <a:pt x="5527445" y="1116255"/>
                  </a:lnTo>
                  <a:lnTo>
                    <a:pt x="5526319" y="1116233"/>
                  </a:lnTo>
                  <a:lnTo>
                    <a:pt x="5518883" y="1116083"/>
                  </a:lnTo>
                  <a:lnTo>
                    <a:pt x="5500035" y="1115667"/>
                  </a:lnTo>
                  <a:lnTo>
                    <a:pt x="5466080" y="1114848"/>
                  </a:lnTo>
                  <a:lnTo>
                    <a:pt x="5414948" y="1113493"/>
                  </a:lnTo>
                  <a:lnTo>
                    <a:pt x="5346350" y="1111491"/>
                  </a:lnTo>
                  <a:lnTo>
                    <a:pt x="5261718" y="1108759"/>
                  </a:lnTo>
                  <a:lnTo>
                    <a:pt x="5163897" y="1105246"/>
                  </a:lnTo>
                  <a:lnTo>
                    <a:pt x="5056624" y="1100933"/>
                  </a:lnTo>
                  <a:lnTo>
                    <a:pt x="4943939" y="1095824"/>
                  </a:lnTo>
                  <a:lnTo>
                    <a:pt x="4829661" y="1089935"/>
                  </a:lnTo>
                  <a:lnTo>
                    <a:pt x="4717018" y="1083281"/>
                  </a:lnTo>
                  <a:lnTo>
                    <a:pt x="4608464" y="1075865"/>
                  </a:lnTo>
                  <a:lnTo>
                    <a:pt x="4505652" y="1067674"/>
                  </a:lnTo>
                  <a:lnTo>
                    <a:pt x="4409512" y="1058670"/>
                  </a:lnTo>
                  <a:lnTo>
                    <a:pt x="4320393" y="1048793"/>
                  </a:lnTo>
                  <a:lnTo>
                    <a:pt x="4238198" y="1037955"/>
                  </a:lnTo>
                  <a:lnTo>
                    <a:pt x="4162524" y="1026048"/>
                  </a:lnTo>
                  <a:lnTo>
                    <a:pt x="4092769" y="1012941"/>
                  </a:lnTo>
                  <a:lnTo>
                    <a:pt x="4028218" y="998488"/>
                  </a:lnTo>
                  <a:lnTo>
                    <a:pt x="3968104" y="982538"/>
                  </a:lnTo>
                  <a:lnTo>
                    <a:pt x="3911656" y="964949"/>
                  </a:lnTo>
                  <a:lnTo>
                    <a:pt x="3858141" y="945609"/>
                  </a:lnTo>
                  <a:lnTo>
                    <a:pt x="3820202" y="930212"/>
                  </a:lnTo>
                  <a:lnTo>
                    <a:pt x="3763860" y="904695"/>
                  </a:lnTo>
                  <a:lnTo>
                    <a:pt x="3709178" y="876834"/>
                  </a:lnTo>
                  <a:lnTo>
                    <a:pt x="3655589" y="846588"/>
                  </a:lnTo>
                  <a:lnTo>
                    <a:pt x="3602667" y="813979"/>
                  </a:lnTo>
                  <a:lnTo>
                    <a:pt x="3550094" y="779099"/>
                  </a:lnTo>
                  <a:lnTo>
                    <a:pt x="3497651" y="742117"/>
                  </a:lnTo>
                  <a:lnTo>
                    <a:pt x="3445199" y="703282"/>
                  </a:lnTo>
                  <a:lnTo>
                    <a:pt x="3392666" y="662913"/>
                  </a:lnTo>
                  <a:lnTo>
                    <a:pt x="3340034" y="621397"/>
                  </a:lnTo>
                  <a:lnTo>
                    <a:pt x="3287327" y="579172"/>
                  </a:lnTo>
                  <a:lnTo>
                    <a:pt x="3234593" y="536708"/>
                  </a:lnTo>
                  <a:lnTo>
                    <a:pt x="3181886" y="494487"/>
                  </a:lnTo>
                  <a:lnTo>
                    <a:pt x="3129255" y="452979"/>
                  </a:lnTo>
                  <a:lnTo>
                    <a:pt x="3076723" y="412622"/>
                  </a:lnTo>
                  <a:lnTo>
                    <a:pt x="3024271" y="373802"/>
                  </a:lnTo>
                  <a:lnTo>
                    <a:pt x="2971828" y="336838"/>
                  </a:lnTo>
                  <a:lnTo>
                    <a:pt x="2919253" y="301978"/>
                  </a:lnTo>
                  <a:lnTo>
                    <a:pt x="2866326" y="269389"/>
                  </a:lnTo>
                  <a:lnTo>
                    <a:pt x="2812730" y="239164"/>
                  </a:lnTo>
                  <a:lnTo>
                    <a:pt x="2758036" y="211324"/>
                  </a:lnTo>
                  <a:lnTo>
                    <a:pt x="2702183" y="186042"/>
                  </a:lnTo>
                  <a:lnTo>
                    <a:pt x="2650404" y="165381"/>
                  </a:lnTo>
                  <a:lnTo>
                    <a:pt x="2596184" y="146509"/>
                  </a:lnTo>
                  <a:lnTo>
                    <a:pt x="2538845" y="129364"/>
                  </a:lnTo>
                  <a:lnTo>
                    <a:pt x="2477638" y="113823"/>
                  </a:lnTo>
                  <a:lnTo>
                    <a:pt x="2411791" y="99739"/>
                  </a:lnTo>
                  <a:lnTo>
                    <a:pt x="2340544" y="86961"/>
                  </a:lnTo>
                  <a:lnTo>
                    <a:pt x="2263206" y="75348"/>
                  </a:lnTo>
                  <a:lnTo>
                    <a:pt x="2179217" y="64773"/>
                  </a:lnTo>
                  <a:lnTo>
                    <a:pt x="2088243" y="55133"/>
                  </a:lnTo>
                  <a:lnTo>
                    <a:pt x="1990293" y="46348"/>
                  </a:lnTo>
                  <a:lnTo>
                    <a:pt x="1885851" y="38363"/>
                  </a:lnTo>
                  <a:lnTo>
                    <a:pt x="1776029" y="31148"/>
                  </a:lnTo>
                  <a:lnTo>
                    <a:pt x="1662685" y="24694"/>
                  </a:lnTo>
                  <a:lnTo>
                    <a:pt x="1548484" y="19009"/>
                  </a:lnTo>
                  <a:lnTo>
                    <a:pt x="1436836" y="14108"/>
                  </a:lnTo>
                  <a:lnTo>
                    <a:pt x="1331661" y="10006"/>
                  </a:lnTo>
                  <a:lnTo>
                    <a:pt x="1236976" y="6702"/>
                  </a:lnTo>
                  <a:lnTo>
                    <a:pt x="1156338" y="4168"/>
                  </a:lnTo>
                  <a:lnTo>
                    <a:pt x="1092265" y="2346"/>
                  </a:lnTo>
                  <a:lnTo>
                    <a:pt x="1045756" y="1144"/>
                  </a:lnTo>
                  <a:lnTo>
                    <a:pt x="1016048" y="444"/>
                  </a:lnTo>
                  <a:lnTo>
                    <a:pt x="1000623" y="111"/>
                  </a:lnTo>
                  <a:lnTo>
                    <a:pt x="995397" y="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83" name="pl282"/>
            <p:cNvSpPr/>
            <p:nvPr/>
          </p:nvSpPr>
          <p:spPr>
            <a:xfrm>
              <a:off x="1199187" y="2310955"/>
              <a:ext cx="12049831" cy="3600315"/>
            </a:xfrm>
            <a:custGeom>
              <a:avLst/>
              <a:pathLst>
                <a:path w="12049831" h="3600315">
                  <a:moveTo>
                    <a:pt x="0" y="0"/>
                  </a:moveTo>
                  <a:lnTo>
                    <a:pt x="994940" y="0"/>
                  </a:lnTo>
                  <a:lnTo>
                    <a:pt x="996066" y="21"/>
                  </a:lnTo>
                  <a:lnTo>
                    <a:pt x="1003502" y="171"/>
                  </a:lnTo>
                  <a:lnTo>
                    <a:pt x="1022350" y="587"/>
                  </a:lnTo>
                  <a:lnTo>
                    <a:pt x="1056305" y="1407"/>
                  </a:lnTo>
                  <a:lnTo>
                    <a:pt x="1107437" y="2761"/>
                  </a:lnTo>
                  <a:lnTo>
                    <a:pt x="1176035" y="4763"/>
                  </a:lnTo>
                  <a:lnTo>
                    <a:pt x="1260667" y="7495"/>
                  </a:lnTo>
                  <a:lnTo>
                    <a:pt x="1358488" y="11008"/>
                  </a:lnTo>
                  <a:lnTo>
                    <a:pt x="1465761" y="15321"/>
                  </a:lnTo>
                  <a:lnTo>
                    <a:pt x="1578446" y="20430"/>
                  </a:lnTo>
                  <a:lnTo>
                    <a:pt x="1692724" y="26319"/>
                  </a:lnTo>
                  <a:lnTo>
                    <a:pt x="1805367" y="32973"/>
                  </a:lnTo>
                  <a:lnTo>
                    <a:pt x="1913921" y="40389"/>
                  </a:lnTo>
                  <a:lnTo>
                    <a:pt x="2016733" y="48581"/>
                  </a:lnTo>
                  <a:lnTo>
                    <a:pt x="2112873" y="57584"/>
                  </a:lnTo>
                  <a:lnTo>
                    <a:pt x="2201992" y="67461"/>
                  </a:lnTo>
                  <a:lnTo>
                    <a:pt x="2284187" y="78299"/>
                  </a:lnTo>
                  <a:lnTo>
                    <a:pt x="2359861" y="90206"/>
                  </a:lnTo>
                  <a:lnTo>
                    <a:pt x="2429616" y="103313"/>
                  </a:lnTo>
                  <a:lnTo>
                    <a:pt x="2494167" y="117766"/>
                  </a:lnTo>
                  <a:lnTo>
                    <a:pt x="2554281" y="133716"/>
                  </a:lnTo>
                  <a:lnTo>
                    <a:pt x="2610729" y="151305"/>
                  </a:lnTo>
                  <a:lnTo>
                    <a:pt x="2664244" y="170645"/>
                  </a:lnTo>
                  <a:lnTo>
                    <a:pt x="2702183" y="186042"/>
                  </a:lnTo>
                  <a:lnTo>
                    <a:pt x="2758525" y="211559"/>
                  </a:lnTo>
                  <a:lnTo>
                    <a:pt x="2813207" y="239420"/>
                  </a:lnTo>
                  <a:lnTo>
                    <a:pt x="2866796" y="269666"/>
                  </a:lnTo>
                  <a:lnTo>
                    <a:pt x="2919718" y="302276"/>
                  </a:lnTo>
                  <a:lnTo>
                    <a:pt x="2972291" y="337155"/>
                  </a:lnTo>
                  <a:lnTo>
                    <a:pt x="3024734" y="374137"/>
                  </a:lnTo>
                  <a:lnTo>
                    <a:pt x="3077186" y="412972"/>
                  </a:lnTo>
                  <a:lnTo>
                    <a:pt x="3129719" y="453341"/>
                  </a:lnTo>
                  <a:lnTo>
                    <a:pt x="3182351" y="494857"/>
                  </a:lnTo>
                  <a:lnTo>
                    <a:pt x="3235058" y="537082"/>
                  </a:lnTo>
                  <a:lnTo>
                    <a:pt x="3287792" y="579546"/>
                  </a:lnTo>
                  <a:lnTo>
                    <a:pt x="3340499" y="621767"/>
                  </a:lnTo>
                  <a:lnTo>
                    <a:pt x="3393130" y="663275"/>
                  </a:lnTo>
                  <a:lnTo>
                    <a:pt x="3445662" y="703632"/>
                  </a:lnTo>
                  <a:lnTo>
                    <a:pt x="3498114" y="742452"/>
                  </a:lnTo>
                  <a:lnTo>
                    <a:pt x="3550557" y="779416"/>
                  </a:lnTo>
                  <a:lnTo>
                    <a:pt x="3603132" y="814276"/>
                  </a:lnTo>
                  <a:lnTo>
                    <a:pt x="3656059" y="846865"/>
                  </a:lnTo>
                  <a:lnTo>
                    <a:pt x="3709655" y="877090"/>
                  </a:lnTo>
                  <a:lnTo>
                    <a:pt x="3764349" y="904930"/>
                  </a:lnTo>
                  <a:lnTo>
                    <a:pt x="3820202" y="930212"/>
                  </a:lnTo>
                  <a:lnTo>
                    <a:pt x="3871981" y="950873"/>
                  </a:lnTo>
                  <a:lnTo>
                    <a:pt x="3926200" y="969745"/>
                  </a:lnTo>
                  <a:lnTo>
                    <a:pt x="3983540" y="986890"/>
                  </a:lnTo>
                  <a:lnTo>
                    <a:pt x="4044747" y="1002431"/>
                  </a:lnTo>
                  <a:lnTo>
                    <a:pt x="4110594" y="1016515"/>
                  </a:lnTo>
                  <a:lnTo>
                    <a:pt x="4181841" y="1029293"/>
                  </a:lnTo>
                  <a:lnTo>
                    <a:pt x="4259179" y="1040907"/>
                  </a:lnTo>
                  <a:lnTo>
                    <a:pt x="4343168" y="1051482"/>
                  </a:lnTo>
                  <a:lnTo>
                    <a:pt x="4434142" y="1061122"/>
                  </a:lnTo>
                  <a:lnTo>
                    <a:pt x="4532092" y="1069906"/>
                  </a:lnTo>
                  <a:lnTo>
                    <a:pt x="4636534" y="1077891"/>
                  </a:lnTo>
                  <a:lnTo>
                    <a:pt x="4746356" y="1085106"/>
                  </a:lnTo>
                  <a:lnTo>
                    <a:pt x="4859700" y="1091560"/>
                  </a:lnTo>
                  <a:lnTo>
                    <a:pt x="4973901" y="1097245"/>
                  </a:lnTo>
                  <a:lnTo>
                    <a:pt x="5085549" y="1102146"/>
                  </a:lnTo>
                  <a:lnTo>
                    <a:pt x="5190724" y="1106248"/>
                  </a:lnTo>
                  <a:lnTo>
                    <a:pt x="5285409" y="1109552"/>
                  </a:lnTo>
                  <a:lnTo>
                    <a:pt x="5366047" y="1112086"/>
                  </a:lnTo>
                  <a:lnTo>
                    <a:pt x="5430120" y="1113908"/>
                  </a:lnTo>
                  <a:lnTo>
                    <a:pt x="5476629" y="1115110"/>
                  </a:lnTo>
                  <a:lnTo>
                    <a:pt x="5506337" y="1115810"/>
                  </a:lnTo>
                  <a:lnTo>
                    <a:pt x="5521762" y="1116143"/>
                  </a:lnTo>
                  <a:lnTo>
                    <a:pt x="5526988" y="1116246"/>
                  </a:lnTo>
                  <a:lnTo>
                    <a:pt x="5527445" y="1116255"/>
                  </a:lnTo>
                  <a:lnTo>
                    <a:pt x="6522385" y="1116255"/>
                  </a:lnTo>
                  <a:lnTo>
                    <a:pt x="6523475" y="1116300"/>
                  </a:lnTo>
                  <a:lnTo>
                    <a:pt x="6530671" y="1116624"/>
                  </a:lnTo>
                  <a:lnTo>
                    <a:pt x="6548928" y="1117518"/>
                  </a:lnTo>
                  <a:lnTo>
                    <a:pt x="6581859" y="1119280"/>
                  </a:lnTo>
                  <a:lnTo>
                    <a:pt x="6631531" y="1122194"/>
                  </a:lnTo>
                  <a:lnTo>
                    <a:pt x="6698312" y="1126504"/>
                  </a:lnTo>
                  <a:lnTo>
                    <a:pt x="6780912" y="1132393"/>
                  </a:lnTo>
                  <a:lnTo>
                    <a:pt x="6876666" y="1139975"/>
                  </a:lnTo>
                  <a:lnTo>
                    <a:pt x="6982012" y="1149296"/>
                  </a:lnTo>
                  <a:lnTo>
                    <a:pt x="7093046" y="1160350"/>
                  </a:lnTo>
                  <a:lnTo>
                    <a:pt x="7206032" y="1173107"/>
                  </a:lnTo>
                  <a:lnTo>
                    <a:pt x="7317771" y="1187531"/>
                  </a:lnTo>
                  <a:lnTo>
                    <a:pt x="7425789" y="1203611"/>
                  </a:lnTo>
                  <a:lnTo>
                    <a:pt x="7528384" y="1221371"/>
                  </a:lnTo>
                  <a:lnTo>
                    <a:pt x="7624555" y="1240881"/>
                  </a:lnTo>
                  <a:lnTo>
                    <a:pt x="7713886" y="1262266"/>
                  </a:lnTo>
                  <a:lnTo>
                    <a:pt x="7796405" y="1285701"/>
                  </a:lnTo>
                  <a:lnTo>
                    <a:pt x="7872455" y="1311415"/>
                  </a:lnTo>
                  <a:lnTo>
                    <a:pt x="7942588" y="1339678"/>
                  </a:lnTo>
                  <a:lnTo>
                    <a:pt x="8007477" y="1370798"/>
                  </a:lnTo>
                  <a:lnTo>
                    <a:pt x="8067858" y="1405101"/>
                  </a:lnTo>
                  <a:lnTo>
                    <a:pt x="8124479" y="1442902"/>
                  </a:lnTo>
                  <a:lnTo>
                    <a:pt x="8178061" y="1484462"/>
                  </a:lnTo>
                  <a:lnTo>
                    <a:pt x="8229260" y="1529915"/>
                  </a:lnTo>
                  <a:lnTo>
                    <a:pt x="8229629" y="1530265"/>
                  </a:lnTo>
                  <a:lnTo>
                    <a:pt x="8275962" y="1576439"/>
                  </a:lnTo>
                  <a:lnTo>
                    <a:pt x="8321103" y="1626101"/>
                  </a:lnTo>
                  <a:lnTo>
                    <a:pt x="8365387" y="1679321"/>
                  </a:lnTo>
                  <a:lnTo>
                    <a:pt x="8409080" y="1736110"/>
                  </a:lnTo>
                  <a:lnTo>
                    <a:pt x="8452394" y="1796408"/>
                  </a:lnTo>
                  <a:lnTo>
                    <a:pt x="8495491" y="1860086"/>
                  </a:lnTo>
                  <a:lnTo>
                    <a:pt x="8538493" y="1926935"/>
                  </a:lnTo>
                  <a:lnTo>
                    <a:pt x="8581483" y="1996668"/>
                  </a:lnTo>
                  <a:lnTo>
                    <a:pt x="8624512" y="2068923"/>
                  </a:lnTo>
                  <a:lnTo>
                    <a:pt x="8667605" y="2143266"/>
                  </a:lnTo>
                  <a:lnTo>
                    <a:pt x="8710764" y="2219201"/>
                  </a:lnTo>
                  <a:lnTo>
                    <a:pt x="8753973" y="2296186"/>
                  </a:lnTo>
                  <a:lnTo>
                    <a:pt x="8797207" y="2373645"/>
                  </a:lnTo>
                  <a:lnTo>
                    <a:pt x="8840434" y="2450986"/>
                  </a:lnTo>
                  <a:lnTo>
                    <a:pt x="8883626" y="2527622"/>
                  </a:lnTo>
                  <a:lnTo>
                    <a:pt x="8926759" y="2602989"/>
                  </a:lnTo>
                  <a:lnTo>
                    <a:pt x="8969826" y="2676560"/>
                  </a:lnTo>
                  <a:lnTo>
                    <a:pt x="9012835" y="2747863"/>
                  </a:lnTo>
                  <a:lnTo>
                    <a:pt x="9055822" y="2816493"/>
                  </a:lnTo>
                  <a:lnTo>
                    <a:pt x="9098850" y="2882115"/>
                  </a:lnTo>
                  <a:lnTo>
                    <a:pt x="9142016" y="2944474"/>
                  </a:lnTo>
                  <a:lnTo>
                    <a:pt x="9185458" y="3003393"/>
                  </a:lnTo>
                  <a:lnTo>
                    <a:pt x="9229357" y="3058770"/>
                  </a:lnTo>
                  <a:lnTo>
                    <a:pt x="9273945" y="3110575"/>
                  </a:lnTo>
                  <a:lnTo>
                    <a:pt x="9319515" y="3158843"/>
                  </a:lnTo>
                  <a:lnTo>
                    <a:pt x="9347647" y="3186305"/>
                  </a:lnTo>
                  <a:lnTo>
                    <a:pt x="9398831" y="3231788"/>
                  </a:lnTo>
                  <a:lnTo>
                    <a:pt x="9452392" y="3273375"/>
                  </a:lnTo>
                  <a:lnTo>
                    <a:pt x="9508988" y="3311203"/>
                  </a:lnTo>
                  <a:lnTo>
                    <a:pt x="9569339" y="3345531"/>
                  </a:lnTo>
                  <a:lnTo>
                    <a:pt x="9634192" y="3376673"/>
                  </a:lnTo>
                  <a:lnTo>
                    <a:pt x="9704284" y="3404957"/>
                  </a:lnTo>
                  <a:lnTo>
                    <a:pt x="9780288" y="3430688"/>
                  </a:lnTo>
                  <a:lnTo>
                    <a:pt x="9862758" y="3454139"/>
                  </a:lnTo>
                  <a:lnTo>
                    <a:pt x="9952038" y="3475538"/>
                  </a:lnTo>
                  <a:lnTo>
                    <a:pt x="10048160" y="3495062"/>
                  </a:lnTo>
                  <a:lnTo>
                    <a:pt x="10150710" y="3512834"/>
                  </a:lnTo>
                  <a:lnTo>
                    <a:pt x="10258694" y="3528926"/>
                  </a:lnTo>
                  <a:lnTo>
                    <a:pt x="10370413" y="3543363"/>
                  </a:lnTo>
                  <a:lnTo>
                    <a:pt x="10483402" y="3556132"/>
                  </a:lnTo>
                  <a:lnTo>
                    <a:pt x="10594463" y="3567199"/>
                  </a:lnTo>
                  <a:lnTo>
                    <a:pt x="10699864" y="3576533"/>
                  </a:lnTo>
                  <a:lnTo>
                    <a:pt x="10795703" y="3584127"/>
                  </a:lnTo>
                  <a:lnTo>
                    <a:pt x="10878411" y="3590029"/>
                  </a:lnTo>
                  <a:lnTo>
                    <a:pt x="10945315" y="3594349"/>
                  </a:lnTo>
                  <a:lnTo>
                    <a:pt x="10995114" y="3597273"/>
                  </a:lnTo>
                  <a:lnTo>
                    <a:pt x="11028163" y="3599043"/>
                  </a:lnTo>
                  <a:lnTo>
                    <a:pt x="11046516" y="3599942"/>
                  </a:lnTo>
                  <a:lnTo>
                    <a:pt x="11053778" y="3600269"/>
                  </a:lnTo>
                  <a:lnTo>
                    <a:pt x="11054891" y="3600315"/>
                  </a:lnTo>
                  <a:lnTo>
                    <a:pt x="11054891" y="3600315"/>
                  </a:lnTo>
                  <a:lnTo>
                    <a:pt x="12049831" y="3600315"/>
                  </a:lnTo>
                  <a:lnTo>
                    <a:pt x="12049831" y="36003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4" name="pl283"/>
            <p:cNvSpPr/>
            <p:nvPr/>
          </p:nvSpPr>
          <p:spPr>
            <a:xfrm>
              <a:off x="1199187" y="2305714"/>
              <a:ext cx="12049831" cy="3600315"/>
            </a:xfrm>
            <a:custGeom>
              <a:avLst/>
              <a:pathLst>
                <a:path w="12049831" h="3600315">
                  <a:moveTo>
                    <a:pt x="12049831" y="3600315"/>
                  </a:moveTo>
                  <a:lnTo>
                    <a:pt x="11054891" y="3600315"/>
                  </a:lnTo>
                  <a:lnTo>
                    <a:pt x="11053801" y="3600270"/>
                  </a:lnTo>
                  <a:lnTo>
                    <a:pt x="11046605" y="3599946"/>
                  </a:lnTo>
                  <a:lnTo>
                    <a:pt x="11028348" y="3599052"/>
                  </a:lnTo>
                  <a:lnTo>
                    <a:pt x="10995417" y="3597290"/>
                  </a:lnTo>
                  <a:lnTo>
                    <a:pt x="10945745" y="3594376"/>
                  </a:lnTo>
                  <a:lnTo>
                    <a:pt x="10878964" y="3590066"/>
                  </a:lnTo>
                  <a:lnTo>
                    <a:pt x="10796364" y="3584177"/>
                  </a:lnTo>
                  <a:lnTo>
                    <a:pt x="10700610" y="3576595"/>
                  </a:lnTo>
                  <a:lnTo>
                    <a:pt x="10595265" y="3567274"/>
                  </a:lnTo>
                  <a:lnTo>
                    <a:pt x="10484231" y="3556220"/>
                  </a:lnTo>
                  <a:lnTo>
                    <a:pt x="10371244" y="3543463"/>
                  </a:lnTo>
                  <a:lnTo>
                    <a:pt x="10259505" y="3529038"/>
                  </a:lnTo>
                  <a:lnTo>
                    <a:pt x="10151487" y="3512958"/>
                  </a:lnTo>
                  <a:lnTo>
                    <a:pt x="10048893" y="3495199"/>
                  </a:lnTo>
                  <a:lnTo>
                    <a:pt x="9952721" y="3475688"/>
                  </a:lnTo>
                  <a:lnTo>
                    <a:pt x="9863390" y="3454304"/>
                  </a:lnTo>
                  <a:lnTo>
                    <a:pt x="9780871" y="3430868"/>
                  </a:lnTo>
                  <a:lnTo>
                    <a:pt x="9704821" y="3405155"/>
                  </a:lnTo>
                  <a:lnTo>
                    <a:pt x="9634689" y="3376892"/>
                  </a:lnTo>
                  <a:lnTo>
                    <a:pt x="9569799" y="3345771"/>
                  </a:lnTo>
                  <a:lnTo>
                    <a:pt x="9509418" y="3311468"/>
                  </a:lnTo>
                  <a:lnTo>
                    <a:pt x="9452797" y="3273668"/>
                  </a:lnTo>
                  <a:lnTo>
                    <a:pt x="9399216" y="3232108"/>
                  </a:lnTo>
                  <a:lnTo>
                    <a:pt x="9348017" y="3186654"/>
                  </a:lnTo>
                  <a:lnTo>
                    <a:pt x="9347647" y="3186305"/>
                  </a:lnTo>
                  <a:lnTo>
                    <a:pt x="9301314" y="3140131"/>
                  </a:lnTo>
                  <a:lnTo>
                    <a:pt x="9256173" y="3090469"/>
                  </a:lnTo>
                  <a:lnTo>
                    <a:pt x="9211890" y="3037248"/>
                  </a:lnTo>
                  <a:lnTo>
                    <a:pt x="9168197" y="2980460"/>
                  </a:lnTo>
                  <a:lnTo>
                    <a:pt x="9124883" y="2920161"/>
                  </a:lnTo>
                  <a:lnTo>
                    <a:pt x="9081785" y="2856484"/>
                  </a:lnTo>
                  <a:lnTo>
                    <a:pt x="9038784" y="2789635"/>
                  </a:lnTo>
                  <a:lnTo>
                    <a:pt x="8995794" y="2719901"/>
                  </a:lnTo>
                  <a:lnTo>
                    <a:pt x="8952764" y="2647647"/>
                  </a:lnTo>
                  <a:lnTo>
                    <a:pt x="8909671" y="2573304"/>
                  </a:lnTo>
                  <a:lnTo>
                    <a:pt x="8866513" y="2497369"/>
                  </a:lnTo>
                  <a:lnTo>
                    <a:pt x="8823304" y="2420384"/>
                  </a:lnTo>
                  <a:lnTo>
                    <a:pt x="8780070" y="2342925"/>
                  </a:lnTo>
                  <a:lnTo>
                    <a:pt x="8736842" y="2265584"/>
                  </a:lnTo>
                  <a:lnTo>
                    <a:pt x="8693651" y="2188948"/>
                  </a:lnTo>
                  <a:lnTo>
                    <a:pt x="8650517" y="2113581"/>
                  </a:lnTo>
                  <a:lnTo>
                    <a:pt x="8607451" y="2040010"/>
                  </a:lnTo>
                  <a:lnTo>
                    <a:pt x="8564441" y="1968706"/>
                  </a:lnTo>
                  <a:lnTo>
                    <a:pt x="8521455" y="1900077"/>
                  </a:lnTo>
                  <a:lnTo>
                    <a:pt x="8478427" y="1834455"/>
                  </a:lnTo>
                  <a:lnTo>
                    <a:pt x="8435260" y="1772096"/>
                  </a:lnTo>
                  <a:lnTo>
                    <a:pt x="8391818" y="1713177"/>
                  </a:lnTo>
                  <a:lnTo>
                    <a:pt x="8347919" y="1657800"/>
                  </a:lnTo>
                  <a:lnTo>
                    <a:pt x="8303331" y="1605995"/>
                  </a:lnTo>
                  <a:lnTo>
                    <a:pt x="8257762" y="1557726"/>
                  </a:lnTo>
                  <a:lnTo>
                    <a:pt x="8229629" y="1530265"/>
                  </a:lnTo>
                  <a:lnTo>
                    <a:pt x="8178446" y="1484782"/>
                  </a:lnTo>
                  <a:lnTo>
                    <a:pt x="8124884" y="1443194"/>
                  </a:lnTo>
                  <a:lnTo>
                    <a:pt x="8068288" y="1405367"/>
                  </a:lnTo>
                  <a:lnTo>
                    <a:pt x="8007937" y="1371039"/>
                  </a:lnTo>
                  <a:lnTo>
                    <a:pt x="7943084" y="1339896"/>
                  </a:lnTo>
                  <a:lnTo>
                    <a:pt x="7872993" y="1311613"/>
                  </a:lnTo>
                  <a:lnTo>
                    <a:pt x="7796989" y="1285882"/>
                  </a:lnTo>
                  <a:lnTo>
                    <a:pt x="7714519" y="1262431"/>
                  </a:lnTo>
                  <a:lnTo>
                    <a:pt x="7625238" y="1241032"/>
                  </a:lnTo>
                  <a:lnTo>
                    <a:pt x="7529117" y="1221508"/>
                  </a:lnTo>
                  <a:lnTo>
                    <a:pt x="7426567" y="1203736"/>
                  </a:lnTo>
                  <a:lnTo>
                    <a:pt x="7318583" y="1187644"/>
                  </a:lnTo>
                  <a:lnTo>
                    <a:pt x="7206863" y="1173207"/>
                  </a:lnTo>
                  <a:lnTo>
                    <a:pt x="7093875" y="1160438"/>
                  </a:lnTo>
                  <a:lnTo>
                    <a:pt x="6982814" y="1149371"/>
                  </a:lnTo>
                  <a:lnTo>
                    <a:pt x="6877412" y="1140037"/>
                  </a:lnTo>
                  <a:lnTo>
                    <a:pt x="6781573" y="1132442"/>
                  </a:lnTo>
                  <a:lnTo>
                    <a:pt x="6698865" y="1126541"/>
                  </a:lnTo>
                  <a:lnTo>
                    <a:pt x="6631961" y="1122220"/>
                  </a:lnTo>
                  <a:lnTo>
                    <a:pt x="6582163" y="1119297"/>
                  </a:lnTo>
                  <a:lnTo>
                    <a:pt x="6549114" y="1117527"/>
                  </a:lnTo>
                  <a:lnTo>
                    <a:pt x="6530760" y="1116628"/>
                  </a:lnTo>
                  <a:lnTo>
                    <a:pt x="6523499" y="1116301"/>
                  </a:lnTo>
                  <a:lnTo>
                    <a:pt x="6522385" y="1116255"/>
                  </a:lnTo>
                  <a:lnTo>
                    <a:pt x="6522385" y="1116255"/>
                  </a:lnTo>
                  <a:lnTo>
                    <a:pt x="5527445" y="1116255"/>
                  </a:lnTo>
                  <a:lnTo>
                    <a:pt x="5526319" y="1116233"/>
                  </a:lnTo>
                  <a:lnTo>
                    <a:pt x="5518883" y="1116083"/>
                  </a:lnTo>
                  <a:lnTo>
                    <a:pt x="5500035" y="1115667"/>
                  </a:lnTo>
                  <a:lnTo>
                    <a:pt x="5466080" y="1114848"/>
                  </a:lnTo>
                  <a:lnTo>
                    <a:pt x="5414948" y="1113493"/>
                  </a:lnTo>
                  <a:lnTo>
                    <a:pt x="5346350" y="1111491"/>
                  </a:lnTo>
                  <a:lnTo>
                    <a:pt x="5261718" y="1108759"/>
                  </a:lnTo>
                  <a:lnTo>
                    <a:pt x="5163897" y="1105246"/>
                  </a:lnTo>
                  <a:lnTo>
                    <a:pt x="5056624" y="1100933"/>
                  </a:lnTo>
                  <a:lnTo>
                    <a:pt x="4943939" y="1095824"/>
                  </a:lnTo>
                  <a:lnTo>
                    <a:pt x="4829661" y="1089935"/>
                  </a:lnTo>
                  <a:lnTo>
                    <a:pt x="4717018" y="1083281"/>
                  </a:lnTo>
                  <a:lnTo>
                    <a:pt x="4608464" y="1075865"/>
                  </a:lnTo>
                  <a:lnTo>
                    <a:pt x="4505652" y="1067674"/>
                  </a:lnTo>
                  <a:lnTo>
                    <a:pt x="4409512" y="1058670"/>
                  </a:lnTo>
                  <a:lnTo>
                    <a:pt x="4320393" y="1048793"/>
                  </a:lnTo>
                  <a:lnTo>
                    <a:pt x="4238198" y="1037955"/>
                  </a:lnTo>
                  <a:lnTo>
                    <a:pt x="4162524" y="1026048"/>
                  </a:lnTo>
                  <a:lnTo>
                    <a:pt x="4092769" y="1012941"/>
                  </a:lnTo>
                  <a:lnTo>
                    <a:pt x="4028218" y="998488"/>
                  </a:lnTo>
                  <a:lnTo>
                    <a:pt x="3968104" y="982538"/>
                  </a:lnTo>
                  <a:lnTo>
                    <a:pt x="3911656" y="964949"/>
                  </a:lnTo>
                  <a:lnTo>
                    <a:pt x="3858141" y="945609"/>
                  </a:lnTo>
                  <a:lnTo>
                    <a:pt x="3820202" y="930212"/>
                  </a:lnTo>
                  <a:lnTo>
                    <a:pt x="3763860" y="904695"/>
                  </a:lnTo>
                  <a:lnTo>
                    <a:pt x="3709178" y="876834"/>
                  </a:lnTo>
                  <a:lnTo>
                    <a:pt x="3655589" y="846588"/>
                  </a:lnTo>
                  <a:lnTo>
                    <a:pt x="3602667" y="813979"/>
                  </a:lnTo>
                  <a:lnTo>
                    <a:pt x="3550094" y="779099"/>
                  </a:lnTo>
                  <a:lnTo>
                    <a:pt x="3497651" y="742117"/>
                  </a:lnTo>
                  <a:lnTo>
                    <a:pt x="3445199" y="703282"/>
                  </a:lnTo>
                  <a:lnTo>
                    <a:pt x="3392666" y="662913"/>
                  </a:lnTo>
                  <a:lnTo>
                    <a:pt x="3340034" y="621397"/>
                  </a:lnTo>
                  <a:lnTo>
                    <a:pt x="3287327" y="579172"/>
                  </a:lnTo>
                  <a:lnTo>
                    <a:pt x="3234593" y="536708"/>
                  </a:lnTo>
                  <a:lnTo>
                    <a:pt x="3181886" y="494487"/>
                  </a:lnTo>
                  <a:lnTo>
                    <a:pt x="3129255" y="452979"/>
                  </a:lnTo>
                  <a:lnTo>
                    <a:pt x="3076723" y="412622"/>
                  </a:lnTo>
                  <a:lnTo>
                    <a:pt x="3024271" y="373802"/>
                  </a:lnTo>
                  <a:lnTo>
                    <a:pt x="2971828" y="336838"/>
                  </a:lnTo>
                  <a:lnTo>
                    <a:pt x="2919253" y="301978"/>
                  </a:lnTo>
                  <a:lnTo>
                    <a:pt x="2866326" y="269389"/>
                  </a:lnTo>
                  <a:lnTo>
                    <a:pt x="2812730" y="239164"/>
                  </a:lnTo>
                  <a:lnTo>
                    <a:pt x="2758036" y="211324"/>
                  </a:lnTo>
                  <a:lnTo>
                    <a:pt x="2702183" y="186042"/>
                  </a:lnTo>
                  <a:lnTo>
                    <a:pt x="2650404" y="165381"/>
                  </a:lnTo>
                  <a:lnTo>
                    <a:pt x="2596184" y="146509"/>
                  </a:lnTo>
                  <a:lnTo>
                    <a:pt x="2538845" y="129364"/>
                  </a:lnTo>
                  <a:lnTo>
                    <a:pt x="2477638" y="113823"/>
                  </a:lnTo>
                  <a:lnTo>
                    <a:pt x="2411791" y="99739"/>
                  </a:lnTo>
                  <a:lnTo>
                    <a:pt x="2340544" y="86961"/>
                  </a:lnTo>
                  <a:lnTo>
                    <a:pt x="2263206" y="75348"/>
                  </a:lnTo>
                  <a:lnTo>
                    <a:pt x="2179217" y="64773"/>
                  </a:lnTo>
                  <a:lnTo>
                    <a:pt x="2088243" y="55133"/>
                  </a:lnTo>
                  <a:lnTo>
                    <a:pt x="1990293" y="46348"/>
                  </a:lnTo>
                  <a:lnTo>
                    <a:pt x="1885851" y="38363"/>
                  </a:lnTo>
                  <a:lnTo>
                    <a:pt x="1776029" y="31148"/>
                  </a:lnTo>
                  <a:lnTo>
                    <a:pt x="1662685" y="24694"/>
                  </a:lnTo>
                  <a:lnTo>
                    <a:pt x="1548484" y="19009"/>
                  </a:lnTo>
                  <a:lnTo>
                    <a:pt x="1436836" y="14108"/>
                  </a:lnTo>
                  <a:lnTo>
                    <a:pt x="1331661" y="10006"/>
                  </a:lnTo>
                  <a:lnTo>
                    <a:pt x="1236976" y="6702"/>
                  </a:lnTo>
                  <a:lnTo>
                    <a:pt x="1156338" y="4168"/>
                  </a:lnTo>
                  <a:lnTo>
                    <a:pt x="1092265" y="2346"/>
                  </a:lnTo>
                  <a:lnTo>
                    <a:pt x="1045756" y="1144"/>
                  </a:lnTo>
                  <a:lnTo>
                    <a:pt x="1016048" y="444"/>
                  </a:lnTo>
                  <a:lnTo>
                    <a:pt x="1000623" y="111"/>
                  </a:lnTo>
                  <a:lnTo>
                    <a:pt x="995397" y="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5" name="pg284"/>
            <p:cNvSpPr/>
            <p:nvPr/>
          </p:nvSpPr>
          <p:spPr>
            <a:xfrm>
              <a:off x="1199187" y="2310955"/>
              <a:ext cx="12049831" cy="3904272"/>
            </a:xfrm>
            <a:custGeom>
              <a:avLst/>
              <a:pathLst>
                <a:path w="12049831" h="3904272">
                  <a:moveTo>
                    <a:pt x="0" y="10481"/>
                  </a:moveTo>
                  <a:lnTo>
                    <a:pt x="994940" y="10481"/>
                  </a:lnTo>
                  <a:lnTo>
                    <a:pt x="996066" y="10502"/>
                  </a:lnTo>
                  <a:lnTo>
                    <a:pt x="1003500" y="10655"/>
                  </a:lnTo>
                  <a:lnTo>
                    <a:pt x="1022344" y="11076"/>
                  </a:lnTo>
                  <a:lnTo>
                    <a:pt x="1056291" y="11907"/>
                  </a:lnTo>
                  <a:lnTo>
                    <a:pt x="1107412" y="13281"/>
                  </a:lnTo>
                  <a:lnTo>
                    <a:pt x="1175997" y="15310"/>
                  </a:lnTo>
                  <a:lnTo>
                    <a:pt x="1260614" y="18080"/>
                  </a:lnTo>
                  <a:lnTo>
                    <a:pt x="1358419" y="21642"/>
                  </a:lnTo>
                  <a:lnTo>
                    <a:pt x="1465678" y="26014"/>
                  </a:lnTo>
                  <a:lnTo>
                    <a:pt x="1578351" y="31194"/>
                  </a:lnTo>
                  <a:lnTo>
                    <a:pt x="1692620" y="37165"/>
                  </a:lnTo>
                  <a:lnTo>
                    <a:pt x="1805256" y="43912"/>
                  </a:lnTo>
                  <a:lnTo>
                    <a:pt x="1913806" y="51431"/>
                  </a:lnTo>
                  <a:lnTo>
                    <a:pt x="2016617" y="59736"/>
                  </a:lnTo>
                  <a:lnTo>
                    <a:pt x="2112757" y="68865"/>
                  </a:lnTo>
                  <a:lnTo>
                    <a:pt x="2201878" y="78879"/>
                  </a:lnTo>
                  <a:lnTo>
                    <a:pt x="2284076" y="89867"/>
                  </a:lnTo>
                  <a:lnTo>
                    <a:pt x="2359753" y="101939"/>
                  </a:lnTo>
                  <a:lnTo>
                    <a:pt x="2429510" y="115228"/>
                  </a:lnTo>
                  <a:lnTo>
                    <a:pt x="2494063" y="129880"/>
                  </a:lnTo>
                  <a:lnTo>
                    <a:pt x="2554179" y="146051"/>
                  </a:lnTo>
                  <a:lnTo>
                    <a:pt x="2610628" y="163883"/>
                  </a:lnTo>
                  <a:lnTo>
                    <a:pt x="2664144" y="183490"/>
                  </a:lnTo>
                  <a:lnTo>
                    <a:pt x="2702183" y="199144"/>
                  </a:lnTo>
                  <a:lnTo>
                    <a:pt x="2758405" y="224961"/>
                  </a:lnTo>
                  <a:lnTo>
                    <a:pt x="2812973" y="253146"/>
                  </a:lnTo>
                  <a:lnTo>
                    <a:pt x="2866450" y="283738"/>
                  </a:lnTo>
                  <a:lnTo>
                    <a:pt x="2919262" y="316718"/>
                  </a:lnTo>
                  <a:lnTo>
                    <a:pt x="2971723" y="351991"/>
                  </a:lnTo>
                  <a:lnTo>
                    <a:pt x="3024052" y="389387"/>
                  </a:lnTo>
                  <a:lnTo>
                    <a:pt x="3076390" y="428660"/>
                  </a:lnTo>
                  <a:lnTo>
                    <a:pt x="3128808" y="469487"/>
                  </a:lnTo>
                  <a:lnTo>
                    <a:pt x="3181324" y="511479"/>
                  </a:lnTo>
                  <a:lnTo>
                    <a:pt x="3233916" y="554196"/>
                  </a:lnTo>
                  <a:lnTo>
                    <a:pt x="3286536" y="597165"/>
                  </a:lnTo>
                  <a:lnTo>
                    <a:pt x="3339130" y="639900"/>
                  </a:lnTo>
                  <a:lnTo>
                    <a:pt x="3391650" y="681927"/>
                  </a:lnTo>
                  <a:lnTo>
                    <a:pt x="3444071" y="722804"/>
                  </a:lnTo>
                  <a:lnTo>
                    <a:pt x="3496411" y="762140"/>
                  </a:lnTo>
                  <a:lnTo>
                    <a:pt x="3548739" y="799610"/>
                  </a:lnTo>
                  <a:lnTo>
                    <a:pt x="3601191" y="834965"/>
                  </a:lnTo>
                  <a:lnTo>
                    <a:pt x="3653985" y="868031"/>
                  </a:lnTo>
                  <a:lnTo>
                    <a:pt x="3707431" y="898712"/>
                  </a:lnTo>
                  <a:lnTo>
                    <a:pt x="3761950" y="926984"/>
                  </a:lnTo>
                  <a:lnTo>
                    <a:pt x="3818099" y="952887"/>
                  </a:lnTo>
                  <a:lnTo>
                    <a:pt x="3820202" y="953795"/>
                  </a:lnTo>
                  <a:lnTo>
                    <a:pt x="3871977" y="974745"/>
                  </a:lnTo>
                  <a:lnTo>
                    <a:pt x="3926191" y="993881"/>
                  </a:lnTo>
                  <a:lnTo>
                    <a:pt x="3983525" y="1011267"/>
                  </a:lnTo>
                  <a:lnTo>
                    <a:pt x="4044726" y="1027026"/>
                  </a:lnTo>
                  <a:lnTo>
                    <a:pt x="4110566" y="1041308"/>
                  </a:lnTo>
                  <a:lnTo>
                    <a:pt x="4181804" y="1054265"/>
                  </a:lnTo>
                  <a:lnTo>
                    <a:pt x="4259132" y="1066042"/>
                  </a:lnTo>
                  <a:lnTo>
                    <a:pt x="4343110" y="1076766"/>
                  </a:lnTo>
                  <a:lnTo>
                    <a:pt x="4434071" y="1086541"/>
                  </a:lnTo>
                  <a:lnTo>
                    <a:pt x="4532008" y="1095450"/>
                  </a:lnTo>
                  <a:lnTo>
                    <a:pt x="4636436" y="1103547"/>
                  </a:lnTo>
                  <a:lnTo>
                    <a:pt x="4746244" y="1110864"/>
                  </a:lnTo>
                  <a:lnTo>
                    <a:pt x="4859577" y="1117409"/>
                  </a:lnTo>
                  <a:lnTo>
                    <a:pt x="4973768" y="1123175"/>
                  </a:lnTo>
                  <a:lnTo>
                    <a:pt x="5085412" y="1128145"/>
                  </a:lnTo>
                  <a:lnTo>
                    <a:pt x="5190590" y="1132305"/>
                  </a:lnTo>
                  <a:lnTo>
                    <a:pt x="5285285" y="1135657"/>
                  </a:lnTo>
                  <a:lnTo>
                    <a:pt x="5365938" y="1138227"/>
                  </a:lnTo>
                  <a:lnTo>
                    <a:pt x="5430033" y="1140076"/>
                  </a:lnTo>
                  <a:lnTo>
                    <a:pt x="5476566" y="1141295"/>
                  </a:lnTo>
                  <a:lnTo>
                    <a:pt x="5506298" y="1142006"/>
                  </a:lnTo>
                  <a:lnTo>
                    <a:pt x="5521744" y="1142344"/>
                  </a:lnTo>
                  <a:lnTo>
                    <a:pt x="5526985" y="1142449"/>
                  </a:lnTo>
                  <a:lnTo>
                    <a:pt x="5527445" y="1142458"/>
                  </a:lnTo>
                  <a:lnTo>
                    <a:pt x="6522385" y="1142458"/>
                  </a:lnTo>
                  <a:lnTo>
                    <a:pt x="6523465" y="1142508"/>
                  </a:lnTo>
                  <a:lnTo>
                    <a:pt x="6530593" y="1142864"/>
                  </a:lnTo>
                  <a:lnTo>
                    <a:pt x="6548684" y="1143848"/>
                  </a:lnTo>
                  <a:lnTo>
                    <a:pt x="6581326" y="1145788"/>
                  </a:lnTo>
                  <a:lnTo>
                    <a:pt x="6630585" y="1148997"/>
                  </a:lnTo>
                  <a:lnTo>
                    <a:pt x="6696851" y="1153743"/>
                  </a:lnTo>
                  <a:lnTo>
                    <a:pt x="6778873" y="1160231"/>
                  </a:lnTo>
                  <a:lnTo>
                    <a:pt x="6874037" y="1168587"/>
                  </a:lnTo>
                  <a:lnTo>
                    <a:pt x="6978829" y="1178862"/>
                  </a:lnTo>
                  <a:lnTo>
                    <a:pt x="7089385" y="1191054"/>
                  </a:lnTo>
                  <a:lnTo>
                    <a:pt x="7201995" y="1205127"/>
                  </a:lnTo>
                  <a:lnTo>
                    <a:pt x="7313467" y="1221044"/>
                  </a:lnTo>
                  <a:lnTo>
                    <a:pt x="7421323" y="1238789"/>
                  </a:lnTo>
                  <a:lnTo>
                    <a:pt x="7523847" y="1258387"/>
                  </a:lnTo>
                  <a:lnTo>
                    <a:pt x="7620021" y="1279914"/>
                  </a:lnTo>
                  <a:lnTo>
                    <a:pt x="7709408" y="1303504"/>
                  </a:lnTo>
                  <a:lnTo>
                    <a:pt x="7792016" y="1329347"/>
                  </a:lnTo>
                  <a:lnTo>
                    <a:pt x="7868173" y="1357691"/>
                  </a:lnTo>
                  <a:lnTo>
                    <a:pt x="7938414" y="1388833"/>
                  </a:lnTo>
                  <a:lnTo>
                    <a:pt x="8003402" y="1423109"/>
                  </a:lnTo>
                  <a:lnTo>
                    <a:pt x="8063863" y="1460877"/>
                  </a:lnTo>
                  <a:lnTo>
                    <a:pt x="8120537" y="1502486"/>
                  </a:lnTo>
                  <a:lnTo>
                    <a:pt x="8174143" y="1548230"/>
                  </a:lnTo>
                  <a:lnTo>
                    <a:pt x="8225336" y="1598272"/>
                  </a:lnTo>
                  <a:lnTo>
                    <a:pt x="8229629" y="1602760"/>
                  </a:lnTo>
                  <a:lnTo>
                    <a:pt x="8274277" y="1652136"/>
                  </a:lnTo>
                  <a:lnTo>
                    <a:pt x="8317807" y="1705105"/>
                  </a:lnTo>
                  <a:lnTo>
                    <a:pt x="8360520" y="1761741"/>
                  </a:lnTo>
                  <a:lnTo>
                    <a:pt x="8402662" y="1822059"/>
                  </a:lnTo>
                  <a:lnTo>
                    <a:pt x="8444427" y="1886011"/>
                  </a:lnTo>
                  <a:lnTo>
                    <a:pt x="8485966" y="1953480"/>
                  </a:lnTo>
                  <a:lnTo>
                    <a:pt x="8527395" y="2024274"/>
                  </a:lnTo>
                  <a:lnTo>
                    <a:pt x="8568796" y="2098127"/>
                  </a:lnTo>
                  <a:lnTo>
                    <a:pt x="8610223" y="2174700"/>
                  </a:lnTo>
                  <a:lnTo>
                    <a:pt x="8651704" y="2253582"/>
                  </a:lnTo>
                  <a:lnTo>
                    <a:pt x="8693247" y="2334302"/>
                  </a:lnTo>
                  <a:lnTo>
                    <a:pt x="8734844" y="2416337"/>
                  </a:lnTo>
                  <a:lnTo>
                    <a:pt x="8776476" y="2499126"/>
                  </a:lnTo>
                  <a:lnTo>
                    <a:pt x="8818116" y="2582088"/>
                  </a:lnTo>
                  <a:lnTo>
                    <a:pt x="8859737" y="2664633"/>
                  </a:lnTo>
                  <a:lnTo>
                    <a:pt x="8901314" y="2746188"/>
                  </a:lnTo>
                  <a:lnTo>
                    <a:pt x="8942831" y="2826204"/>
                  </a:lnTo>
                  <a:lnTo>
                    <a:pt x="8984288" y="2904180"/>
                  </a:lnTo>
                  <a:lnTo>
                    <a:pt x="9025699" y="2979667"/>
                  </a:lnTo>
                  <a:lnTo>
                    <a:pt x="9067103" y="3052285"/>
                  </a:lnTo>
                  <a:lnTo>
                    <a:pt x="9108567" y="3121724"/>
                  </a:lnTo>
                  <a:lnTo>
                    <a:pt x="9150183" y="3187750"/>
                  </a:lnTo>
                  <a:lnTo>
                    <a:pt x="9192084" y="3250201"/>
                  </a:lnTo>
                  <a:lnTo>
                    <a:pt x="9234437" y="3308990"/>
                  </a:lnTo>
                  <a:lnTo>
                    <a:pt x="9277458" y="3364096"/>
                  </a:lnTo>
                  <a:lnTo>
                    <a:pt x="9321412" y="3415558"/>
                  </a:lnTo>
                  <a:lnTo>
                    <a:pt x="9347647" y="3443970"/>
                  </a:lnTo>
                  <a:lnTo>
                    <a:pt x="9398661" y="3494380"/>
                  </a:lnTo>
                  <a:lnTo>
                    <a:pt x="9452035" y="3540489"/>
                  </a:lnTo>
                  <a:lnTo>
                    <a:pt x="9508419" y="3582442"/>
                  </a:lnTo>
                  <a:lnTo>
                    <a:pt x="9568527" y="3620526"/>
                  </a:lnTo>
                  <a:lnTo>
                    <a:pt x="9633098" y="3655087"/>
                  </a:lnTo>
                  <a:lnTo>
                    <a:pt x="9702861" y="3686484"/>
                  </a:lnTo>
                  <a:lnTo>
                    <a:pt x="9778487" y="3715056"/>
                  </a:lnTo>
                  <a:lnTo>
                    <a:pt x="9860527" y="3741103"/>
                  </a:lnTo>
                  <a:lnTo>
                    <a:pt x="9949327" y="3764877"/>
                  </a:lnTo>
                  <a:lnTo>
                    <a:pt x="10044929" y="3786575"/>
                  </a:lnTo>
                  <a:lnTo>
                    <a:pt x="10146940" y="3806335"/>
                  </a:lnTo>
                  <a:lnTo>
                    <a:pt x="10254396" y="3824237"/>
                  </a:lnTo>
                  <a:lnTo>
                    <a:pt x="10365644" y="3840310"/>
                  </a:lnTo>
                  <a:lnTo>
                    <a:pt x="10478272" y="3854543"/>
                  </a:lnTo>
                  <a:lnTo>
                    <a:pt x="10589145" y="3866897"/>
                  </a:lnTo>
                  <a:lnTo>
                    <a:pt x="10694582" y="3877338"/>
                  </a:lnTo>
                  <a:lnTo>
                    <a:pt x="10790718" y="3885857"/>
                  </a:lnTo>
                  <a:lnTo>
                    <a:pt x="10873985" y="3892501"/>
                  </a:lnTo>
                  <a:lnTo>
                    <a:pt x="10941672" y="3897390"/>
                  </a:lnTo>
                  <a:lnTo>
                    <a:pt x="10992397" y="3900720"/>
                  </a:lnTo>
                  <a:lnTo>
                    <a:pt x="11026405" y="3902757"/>
                  </a:lnTo>
                  <a:lnTo>
                    <a:pt x="11045623" y="3903810"/>
                  </a:lnTo>
                  <a:lnTo>
                    <a:pt x="11053516" y="3904208"/>
                  </a:lnTo>
                  <a:lnTo>
                    <a:pt x="11054891" y="3904272"/>
                  </a:lnTo>
                  <a:lnTo>
                    <a:pt x="12049831" y="3904272"/>
                  </a:lnTo>
                  <a:lnTo>
                    <a:pt x="12049831" y="3893791"/>
                  </a:lnTo>
                  <a:lnTo>
                    <a:pt x="11054891" y="3893791"/>
                  </a:lnTo>
                  <a:lnTo>
                    <a:pt x="11053812" y="3893741"/>
                  </a:lnTo>
                  <a:lnTo>
                    <a:pt x="11046683" y="3893384"/>
                  </a:lnTo>
                  <a:lnTo>
                    <a:pt x="11028592" y="3892400"/>
                  </a:lnTo>
                  <a:lnTo>
                    <a:pt x="10995950" y="3890460"/>
                  </a:lnTo>
                  <a:lnTo>
                    <a:pt x="10946691" y="3887252"/>
                  </a:lnTo>
                  <a:lnTo>
                    <a:pt x="10880425" y="3882505"/>
                  </a:lnTo>
                  <a:lnTo>
                    <a:pt x="10798403" y="3876018"/>
                  </a:lnTo>
                  <a:lnTo>
                    <a:pt x="10703239" y="3867662"/>
                  </a:lnTo>
                  <a:lnTo>
                    <a:pt x="10598448" y="3857386"/>
                  </a:lnTo>
                  <a:lnTo>
                    <a:pt x="10487892" y="3845194"/>
                  </a:lnTo>
                  <a:lnTo>
                    <a:pt x="10375282" y="3831121"/>
                  </a:lnTo>
                  <a:lnTo>
                    <a:pt x="10263810" y="3815205"/>
                  </a:lnTo>
                  <a:lnTo>
                    <a:pt x="10155953" y="3797459"/>
                  </a:lnTo>
                  <a:lnTo>
                    <a:pt x="10053429" y="3777861"/>
                  </a:lnTo>
                  <a:lnTo>
                    <a:pt x="9957255" y="3756334"/>
                  </a:lnTo>
                  <a:lnTo>
                    <a:pt x="9867869" y="3732745"/>
                  </a:lnTo>
                  <a:lnTo>
                    <a:pt x="9785260" y="3706901"/>
                  </a:lnTo>
                  <a:lnTo>
                    <a:pt x="9709104" y="3678557"/>
                  </a:lnTo>
                  <a:lnTo>
                    <a:pt x="9638863" y="3647416"/>
                  </a:lnTo>
                  <a:lnTo>
                    <a:pt x="9573875" y="3613139"/>
                  </a:lnTo>
                  <a:lnTo>
                    <a:pt x="9513414" y="3575371"/>
                  </a:lnTo>
                  <a:lnTo>
                    <a:pt x="9456739" y="3533762"/>
                  </a:lnTo>
                  <a:lnTo>
                    <a:pt x="9403134" y="3488018"/>
                  </a:lnTo>
                  <a:lnTo>
                    <a:pt x="9351941" y="3437976"/>
                  </a:lnTo>
                  <a:lnTo>
                    <a:pt x="9347647" y="3433488"/>
                  </a:lnTo>
                  <a:lnTo>
                    <a:pt x="9303000" y="3384113"/>
                  </a:lnTo>
                  <a:lnTo>
                    <a:pt x="9259470" y="3331144"/>
                  </a:lnTo>
                  <a:lnTo>
                    <a:pt x="9216756" y="3274508"/>
                  </a:lnTo>
                  <a:lnTo>
                    <a:pt x="9174614" y="3214189"/>
                  </a:lnTo>
                  <a:lnTo>
                    <a:pt x="9132850" y="3150237"/>
                  </a:lnTo>
                  <a:lnTo>
                    <a:pt x="9091311" y="3082768"/>
                  </a:lnTo>
                  <a:lnTo>
                    <a:pt x="9049882" y="3011974"/>
                  </a:lnTo>
                  <a:lnTo>
                    <a:pt x="9008481" y="2938121"/>
                  </a:lnTo>
                  <a:lnTo>
                    <a:pt x="8967054" y="2861548"/>
                  </a:lnTo>
                  <a:lnTo>
                    <a:pt x="8925573" y="2782666"/>
                  </a:lnTo>
                  <a:lnTo>
                    <a:pt x="8884030" y="2701947"/>
                  </a:lnTo>
                  <a:lnTo>
                    <a:pt x="8842432" y="2619912"/>
                  </a:lnTo>
                  <a:lnTo>
                    <a:pt x="8800800" y="2537122"/>
                  </a:lnTo>
                  <a:lnTo>
                    <a:pt x="8759160" y="2454161"/>
                  </a:lnTo>
                  <a:lnTo>
                    <a:pt x="8717540" y="2371615"/>
                  </a:lnTo>
                  <a:lnTo>
                    <a:pt x="8675963" y="2290061"/>
                  </a:lnTo>
                  <a:lnTo>
                    <a:pt x="8634445" y="2210044"/>
                  </a:lnTo>
                  <a:lnTo>
                    <a:pt x="8592989" y="2132069"/>
                  </a:lnTo>
                  <a:lnTo>
                    <a:pt x="8551578" y="2056581"/>
                  </a:lnTo>
                  <a:lnTo>
                    <a:pt x="8510173" y="1983963"/>
                  </a:lnTo>
                  <a:lnTo>
                    <a:pt x="8468710" y="1914524"/>
                  </a:lnTo>
                  <a:lnTo>
                    <a:pt x="8427093" y="1848499"/>
                  </a:lnTo>
                  <a:lnTo>
                    <a:pt x="8385193" y="1786047"/>
                  </a:lnTo>
                  <a:lnTo>
                    <a:pt x="8342839" y="1727258"/>
                  </a:lnTo>
                  <a:lnTo>
                    <a:pt x="8299819" y="1672153"/>
                  </a:lnTo>
                  <a:lnTo>
                    <a:pt x="8255864" y="1620690"/>
                  </a:lnTo>
                  <a:lnTo>
                    <a:pt x="8229629" y="1592279"/>
                  </a:lnTo>
                  <a:lnTo>
                    <a:pt x="8178616" y="1541868"/>
                  </a:lnTo>
                  <a:lnTo>
                    <a:pt x="8125242" y="1495760"/>
                  </a:lnTo>
                  <a:lnTo>
                    <a:pt x="8068857" y="1453806"/>
                  </a:lnTo>
                  <a:lnTo>
                    <a:pt x="8008750" y="1415722"/>
                  </a:lnTo>
                  <a:lnTo>
                    <a:pt x="7944179" y="1381161"/>
                  </a:lnTo>
                  <a:lnTo>
                    <a:pt x="7874415" y="1349764"/>
                  </a:lnTo>
                  <a:lnTo>
                    <a:pt x="7798789" y="1321193"/>
                  </a:lnTo>
                  <a:lnTo>
                    <a:pt x="7716750" y="1295146"/>
                  </a:lnTo>
                  <a:lnTo>
                    <a:pt x="7627950" y="1271371"/>
                  </a:lnTo>
                  <a:lnTo>
                    <a:pt x="7532347" y="1249673"/>
                  </a:lnTo>
                  <a:lnTo>
                    <a:pt x="7430337" y="1229914"/>
                  </a:lnTo>
                  <a:lnTo>
                    <a:pt x="7322881" y="1212011"/>
                  </a:lnTo>
                  <a:lnTo>
                    <a:pt x="7211632" y="1195938"/>
                  </a:lnTo>
                  <a:lnTo>
                    <a:pt x="7099004" y="1181706"/>
                  </a:lnTo>
                  <a:lnTo>
                    <a:pt x="6988132" y="1169351"/>
                  </a:lnTo>
                  <a:lnTo>
                    <a:pt x="6882694" y="1158910"/>
                  </a:lnTo>
                  <a:lnTo>
                    <a:pt x="6786559" y="1150391"/>
                  </a:lnTo>
                  <a:lnTo>
                    <a:pt x="6703292" y="1143747"/>
                  </a:lnTo>
                  <a:lnTo>
                    <a:pt x="6635605" y="1138859"/>
                  </a:lnTo>
                  <a:lnTo>
                    <a:pt x="6584879" y="1135528"/>
                  </a:lnTo>
                  <a:lnTo>
                    <a:pt x="6550871" y="1133491"/>
                  </a:lnTo>
                  <a:lnTo>
                    <a:pt x="6531654" y="1132438"/>
                  </a:lnTo>
                  <a:lnTo>
                    <a:pt x="6523761" y="1132041"/>
                  </a:lnTo>
                  <a:lnTo>
                    <a:pt x="6522385" y="1131976"/>
                  </a:lnTo>
                  <a:lnTo>
                    <a:pt x="5527445" y="1131976"/>
                  </a:lnTo>
                  <a:lnTo>
                    <a:pt x="5526319" y="1131955"/>
                  </a:lnTo>
                  <a:lnTo>
                    <a:pt x="5518885" y="1131802"/>
                  </a:lnTo>
                  <a:lnTo>
                    <a:pt x="5500041" y="1131381"/>
                  </a:lnTo>
                  <a:lnTo>
                    <a:pt x="5466094" y="1130550"/>
                  </a:lnTo>
                  <a:lnTo>
                    <a:pt x="5414973" y="1129177"/>
                  </a:lnTo>
                  <a:lnTo>
                    <a:pt x="5346388" y="1127147"/>
                  </a:lnTo>
                  <a:lnTo>
                    <a:pt x="5261771" y="1124377"/>
                  </a:lnTo>
                  <a:lnTo>
                    <a:pt x="5163966" y="1120815"/>
                  </a:lnTo>
                  <a:lnTo>
                    <a:pt x="5056707" y="1116443"/>
                  </a:lnTo>
                  <a:lnTo>
                    <a:pt x="4944034" y="1111263"/>
                  </a:lnTo>
                  <a:lnTo>
                    <a:pt x="4829765" y="1105292"/>
                  </a:lnTo>
                  <a:lnTo>
                    <a:pt x="4717129" y="1098545"/>
                  </a:lnTo>
                  <a:lnTo>
                    <a:pt x="4608579" y="1091026"/>
                  </a:lnTo>
                  <a:lnTo>
                    <a:pt x="4505768" y="1082721"/>
                  </a:lnTo>
                  <a:lnTo>
                    <a:pt x="4409628" y="1073593"/>
                  </a:lnTo>
                  <a:lnTo>
                    <a:pt x="4320507" y="1063578"/>
                  </a:lnTo>
                  <a:lnTo>
                    <a:pt x="4238309" y="1052591"/>
                  </a:lnTo>
                  <a:lnTo>
                    <a:pt x="4162632" y="1040518"/>
                  </a:lnTo>
                  <a:lnTo>
                    <a:pt x="4092875" y="1027229"/>
                  </a:lnTo>
                  <a:lnTo>
                    <a:pt x="4028322" y="1012577"/>
                  </a:lnTo>
                  <a:lnTo>
                    <a:pt x="3968206" y="996407"/>
                  </a:lnTo>
                  <a:lnTo>
                    <a:pt x="3911757" y="978574"/>
                  </a:lnTo>
                  <a:lnTo>
                    <a:pt x="3858241" y="958967"/>
                  </a:lnTo>
                  <a:lnTo>
                    <a:pt x="3820202" y="943314"/>
                  </a:lnTo>
                  <a:lnTo>
                    <a:pt x="3763980" y="917496"/>
                  </a:lnTo>
                  <a:lnTo>
                    <a:pt x="3709412" y="889312"/>
                  </a:lnTo>
                  <a:lnTo>
                    <a:pt x="3655935" y="858719"/>
                  </a:lnTo>
                  <a:lnTo>
                    <a:pt x="3603123" y="825740"/>
                  </a:lnTo>
                  <a:lnTo>
                    <a:pt x="3550662" y="790467"/>
                  </a:lnTo>
                  <a:lnTo>
                    <a:pt x="3498333" y="753070"/>
                  </a:lnTo>
                  <a:lnTo>
                    <a:pt x="3445995" y="713797"/>
                  </a:lnTo>
                  <a:lnTo>
                    <a:pt x="3393577" y="672970"/>
                  </a:lnTo>
                  <a:lnTo>
                    <a:pt x="3341061" y="630978"/>
                  </a:lnTo>
                  <a:lnTo>
                    <a:pt x="3288469" y="588261"/>
                  </a:lnTo>
                  <a:lnTo>
                    <a:pt x="3235849" y="545292"/>
                  </a:lnTo>
                  <a:lnTo>
                    <a:pt x="3183255" y="502557"/>
                  </a:lnTo>
                  <a:lnTo>
                    <a:pt x="3130735" y="460530"/>
                  </a:lnTo>
                  <a:lnTo>
                    <a:pt x="3078314" y="419654"/>
                  </a:lnTo>
                  <a:lnTo>
                    <a:pt x="3025974" y="380317"/>
                  </a:lnTo>
                  <a:lnTo>
                    <a:pt x="2973646" y="342847"/>
                  </a:lnTo>
                  <a:lnTo>
                    <a:pt x="2921194" y="307492"/>
                  </a:lnTo>
                  <a:lnTo>
                    <a:pt x="2868400" y="274427"/>
                  </a:lnTo>
                  <a:lnTo>
                    <a:pt x="2814954" y="243746"/>
                  </a:lnTo>
                  <a:lnTo>
                    <a:pt x="2760435" y="215473"/>
                  </a:lnTo>
                  <a:lnTo>
                    <a:pt x="2704286" y="189570"/>
                  </a:lnTo>
                  <a:lnTo>
                    <a:pt x="2702183" y="188662"/>
                  </a:lnTo>
                  <a:lnTo>
                    <a:pt x="2650408" y="167712"/>
                  </a:lnTo>
                  <a:lnTo>
                    <a:pt x="2596194" y="148576"/>
                  </a:lnTo>
                  <a:lnTo>
                    <a:pt x="2538860" y="131190"/>
                  </a:lnTo>
                  <a:lnTo>
                    <a:pt x="2477659" y="115431"/>
                  </a:lnTo>
                  <a:lnTo>
                    <a:pt x="2411819" y="101150"/>
                  </a:lnTo>
                  <a:lnTo>
                    <a:pt x="2340581" y="88192"/>
                  </a:lnTo>
                  <a:lnTo>
                    <a:pt x="2263253" y="76415"/>
                  </a:lnTo>
                  <a:lnTo>
                    <a:pt x="2179275" y="65692"/>
                  </a:lnTo>
                  <a:lnTo>
                    <a:pt x="2088314" y="55916"/>
                  </a:lnTo>
                  <a:lnTo>
                    <a:pt x="1990377" y="47008"/>
                  </a:lnTo>
                  <a:lnTo>
                    <a:pt x="1885949" y="38910"/>
                  </a:lnTo>
                  <a:lnTo>
                    <a:pt x="1776141" y="31594"/>
                  </a:lnTo>
                  <a:lnTo>
                    <a:pt x="1662808" y="25048"/>
                  </a:lnTo>
                  <a:lnTo>
                    <a:pt x="1548617" y="19283"/>
                  </a:lnTo>
                  <a:lnTo>
                    <a:pt x="1436973" y="14313"/>
                  </a:lnTo>
                  <a:lnTo>
                    <a:pt x="1331795" y="10152"/>
                  </a:lnTo>
                  <a:lnTo>
                    <a:pt x="1237100" y="6800"/>
                  </a:lnTo>
                  <a:lnTo>
                    <a:pt x="1156447" y="4230"/>
                  </a:lnTo>
                  <a:lnTo>
                    <a:pt x="1092352" y="2381"/>
                  </a:lnTo>
                  <a:lnTo>
                    <a:pt x="1045819" y="1162"/>
                  </a:lnTo>
                  <a:lnTo>
                    <a:pt x="1016087" y="451"/>
                  </a:lnTo>
                  <a:lnTo>
                    <a:pt x="1000641" y="113"/>
                  </a:lnTo>
                  <a:lnTo>
                    <a:pt x="995400" y="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86" name="pl285"/>
            <p:cNvSpPr/>
            <p:nvPr/>
          </p:nvSpPr>
          <p:spPr>
            <a:xfrm>
              <a:off x="1199187" y="2321436"/>
              <a:ext cx="12049831" cy="3893791"/>
            </a:xfrm>
            <a:custGeom>
              <a:avLst/>
              <a:pathLst>
                <a:path w="12049831" h="3893791">
                  <a:moveTo>
                    <a:pt x="0" y="0"/>
                  </a:moveTo>
                  <a:lnTo>
                    <a:pt x="994940" y="0"/>
                  </a:lnTo>
                  <a:lnTo>
                    <a:pt x="996066" y="21"/>
                  </a:lnTo>
                  <a:lnTo>
                    <a:pt x="1003500" y="174"/>
                  </a:lnTo>
                  <a:lnTo>
                    <a:pt x="1022344" y="595"/>
                  </a:lnTo>
                  <a:lnTo>
                    <a:pt x="1056291" y="1426"/>
                  </a:lnTo>
                  <a:lnTo>
                    <a:pt x="1107412" y="2799"/>
                  </a:lnTo>
                  <a:lnTo>
                    <a:pt x="1175997" y="4829"/>
                  </a:lnTo>
                  <a:lnTo>
                    <a:pt x="1260614" y="7599"/>
                  </a:lnTo>
                  <a:lnTo>
                    <a:pt x="1358419" y="11160"/>
                  </a:lnTo>
                  <a:lnTo>
                    <a:pt x="1465678" y="15533"/>
                  </a:lnTo>
                  <a:lnTo>
                    <a:pt x="1578351" y="20713"/>
                  </a:lnTo>
                  <a:lnTo>
                    <a:pt x="1692620" y="26684"/>
                  </a:lnTo>
                  <a:lnTo>
                    <a:pt x="1805256" y="33431"/>
                  </a:lnTo>
                  <a:lnTo>
                    <a:pt x="1913806" y="40950"/>
                  </a:lnTo>
                  <a:lnTo>
                    <a:pt x="2016617" y="49255"/>
                  </a:lnTo>
                  <a:lnTo>
                    <a:pt x="2112757" y="58383"/>
                  </a:lnTo>
                  <a:lnTo>
                    <a:pt x="2201878" y="68398"/>
                  </a:lnTo>
                  <a:lnTo>
                    <a:pt x="2284076" y="79385"/>
                  </a:lnTo>
                  <a:lnTo>
                    <a:pt x="2359753" y="91458"/>
                  </a:lnTo>
                  <a:lnTo>
                    <a:pt x="2429510" y="104747"/>
                  </a:lnTo>
                  <a:lnTo>
                    <a:pt x="2494063" y="119399"/>
                  </a:lnTo>
                  <a:lnTo>
                    <a:pt x="2554179" y="135569"/>
                  </a:lnTo>
                  <a:lnTo>
                    <a:pt x="2610628" y="153402"/>
                  </a:lnTo>
                  <a:lnTo>
                    <a:pt x="2664144" y="173009"/>
                  </a:lnTo>
                  <a:lnTo>
                    <a:pt x="2702183" y="188662"/>
                  </a:lnTo>
                  <a:lnTo>
                    <a:pt x="2758405" y="214480"/>
                  </a:lnTo>
                  <a:lnTo>
                    <a:pt x="2812973" y="242664"/>
                  </a:lnTo>
                  <a:lnTo>
                    <a:pt x="2866450" y="273257"/>
                  </a:lnTo>
                  <a:lnTo>
                    <a:pt x="2919262" y="306236"/>
                  </a:lnTo>
                  <a:lnTo>
                    <a:pt x="2971723" y="341509"/>
                  </a:lnTo>
                  <a:lnTo>
                    <a:pt x="3024052" y="378906"/>
                  </a:lnTo>
                  <a:lnTo>
                    <a:pt x="3076390" y="418179"/>
                  </a:lnTo>
                  <a:lnTo>
                    <a:pt x="3128808" y="459006"/>
                  </a:lnTo>
                  <a:lnTo>
                    <a:pt x="3181324" y="500998"/>
                  </a:lnTo>
                  <a:lnTo>
                    <a:pt x="3233916" y="543715"/>
                  </a:lnTo>
                  <a:lnTo>
                    <a:pt x="3286536" y="586684"/>
                  </a:lnTo>
                  <a:lnTo>
                    <a:pt x="3339130" y="629419"/>
                  </a:lnTo>
                  <a:lnTo>
                    <a:pt x="3391650" y="671446"/>
                  </a:lnTo>
                  <a:lnTo>
                    <a:pt x="3444071" y="712322"/>
                  </a:lnTo>
                  <a:lnTo>
                    <a:pt x="3496411" y="751659"/>
                  </a:lnTo>
                  <a:lnTo>
                    <a:pt x="3548739" y="789129"/>
                  </a:lnTo>
                  <a:lnTo>
                    <a:pt x="3601191" y="824484"/>
                  </a:lnTo>
                  <a:lnTo>
                    <a:pt x="3653985" y="857549"/>
                  </a:lnTo>
                  <a:lnTo>
                    <a:pt x="3707431" y="888230"/>
                  </a:lnTo>
                  <a:lnTo>
                    <a:pt x="3761950" y="916503"/>
                  </a:lnTo>
                  <a:lnTo>
                    <a:pt x="3818099" y="942406"/>
                  </a:lnTo>
                  <a:lnTo>
                    <a:pt x="3820202" y="943314"/>
                  </a:lnTo>
                  <a:lnTo>
                    <a:pt x="3871977" y="964264"/>
                  </a:lnTo>
                  <a:lnTo>
                    <a:pt x="3926191" y="983400"/>
                  </a:lnTo>
                  <a:lnTo>
                    <a:pt x="3983525" y="1000786"/>
                  </a:lnTo>
                  <a:lnTo>
                    <a:pt x="4044726" y="1016545"/>
                  </a:lnTo>
                  <a:lnTo>
                    <a:pt x="4110566" y="1030826"/>
                  </a:lnTo>
                  <a:lnTo>
                    <a:pt x="4181804" y="1043784"/>
                  </a:lnTo>
                  <a:lnTo>
                    <a:pt x="4259132" y="1055561"/>
                  </a:lnTo>
                  <a:lnTo>
                    <a:pt x="4343110" y="1066284"/>
                  </a:lnTo>
                  <a:lnTo>
                    <a:pt x="4434071" y="1076060"/>
                  </a:lnTo>
                  <a:lnTo>
                    <a:pt x="4532008" y="1084968"/>
                  </a:lnTo>
                  <a:lnTo>
                    <a:pt x="4636436" y="1093066"/>
                  </a:lnTo>
                  <a:lnTo>
                    <a:pt x="4746244" y="1100382"/>
                  </a:lnTo>
                  <a:lnTo>
                    <a:pt x="4859577" y="1106927"/>
                  </a:lnTo>
                  <a:lnTo>
                    <a:pt x="4973768" y="1112693"/>
                  </a:lnTo>
                  <a:lnTo>
                    <a:pt x="5085412" y="1117663"/>
                  </a:lnTo>
                  <a:lnTo>
                    <a:pt x="5190590" y="1121824"/>
                  </a:lnTo>
                  <a:lnTo>
                    <a:pt x="5285285" y="1125176"/>
                  </a:lnTo>
                  <a:lnTo>
                    <a:pt x="5365938" y="1127746"/>
                  </a:lnTo>
                  <a:lnTo>
                    <a:pt x="5430033" y="1129595"/>
                  </a:lnTo>
                  <a:lnTo>
                    <a:pt x="5476566" y="1130814"/>
                  </a:lnTo>
                  <a:lnTo>
                    <a:pt x="5506298" y="1131525"/>
                  </a:lnTo>
                  <a:lnTo>
                    <a:pt x="5521744" y="1131863"/>
                  </a:lnTo>
                  <a:lnTo>
                    <a:pt x="5526985" y="1131968"/>
                  </a:lnTo>
                  <a:lnTo>
                    <a:pt x="5527445" y="1131976"/>
                  </a:lnTo>
                  <a:lnTo>
                    <a:pt x="6522385" y="1131976"/>
                  </a:lnTo>
                  <a:lnTo>
                    <a:pt x="6523465" y="1132027"/>
                  </a:lnTo>
                  <a:lnTo>
                    <a:pt x="6530593" y="1132383"/>
                  </a:lnTo>
                  <a:lnTo>
                    <a:pt x="6548684" y="1133367"/>
                  </a:lnTo>
                  <a:lnTo>
                    <a:pt x="6581326" y="1135307"/>
                  </a:lnTo>
                  <a:lnTo>
                    <a:pt x="6630585" y="1138516"/>
                  </a:lnTo>
                  <a:lnTo>
                    <a:pt x="6696851" y="1143262"/>
                  </a:lnTo>
                  <a:lnTo>
                    <a:pt x="6778873" y="1149750"/>
                  </a:lnTo>
                  <a:lnTo>
                    <a:pt x="6874037" y="1158105"/>
                  </a:lnTo>
                  <a:lnTo>
                    <a:pt x="6978829" y="1168381"/>
                  </a:lnTo>
                  <a:lnTo>
                    <a:pt x="7089385" y="1180573"/>
                  </a:lnTo>
                  <a:lnTo>
                    <a:pt x="7201995" y="1194646"/>
                  </a:lnTo>
                  <a:lnTo>
                    <a:pt x="7313467" y="1210562"/>
                  </a:lnTo>
                  <a:lnTo>
                    <a:pt x="7421323" y="1228308"/>
                  </a:lnTo>
                  <a:lnTo>
                    <a:pt x="7523847" y="1247906"/>
                  </a:lnTo>
                  <a:lnTo>
                    <a:pt x="7620021" y="1269433"/>
                  </a:lnTo>
                  <a:lnTo>
                    <a:pt x="7709408" y="1293022"/>
                  </a:lnTo>
                  <a:lnTo>
                    <a:pt x="7792016" y="1318866"/>
                  </a:lnTo>
                  <a:lnTo>
                    <a:pt x="7868173" y="1347210"/>
                  </a:lnTo>
                  <a:lnTo>
                    <a:pt x="7938414" y="1378352"/>
                  </a:lnTo>
                  <a:lnTo>
                    <a:pt x="8003402" y="1412628"/>
                  </a:lnTo>
                  <a:lnTo>
                    <a:pt x="8063863" y="1450396"/>
                  </a:lnTo>
                  <a:lnTo>
                    <a:pt x="8120537" y="1492005"/>
                  </a:lnTo>
                  <a:lnTo>
                    <a:pt x="8174143" y="1537749"/>
                  </a:lnTo>
                  <a:lnTo>
                    <a:pt x="8225336" y="1587791"/>
                  </a:lnTo>
                  <a:lnTo>
                    <a:pt x="8229629" y="1592279"/>
                  </a:lnTo>
                  <a:lnTo>
                    <a:pt x="8274277" y="1641654"/>
                  </a:lnTo>
                  <a:lnTo>
                    <a:pt x="8317807" y="1694624"/>
                  </a:lnTo>
                  <a:lnTo>
                    <a:pt x="8360520" y="1751259"/>
                  </a:lnTo>
                  <a:lnTo>
                    <a:pt x="8402662" y="1811578"/>
                  </a:lnTo>
                  <a:lnTo>
                    <a:pt x="8444427" y="1875530"/>
                  </a:lnTo>
                  <a:lnTo>
                    <a:pt x="8485966" y="1942999"/>
                  </a:lnTo>
                  <a:lnTo>
                    <a:pt x="8527395" y="2013793"/>
                  </a:lnTo>
                  <a:lnTo>
                    <a:pt x="8568796" y="2087646"/>
                  </a:lnTo>
                  <a:lnTo>
                    <a:pt x="8610223" y="2164219"/>
                  </a:lnTo>
                  <a:lnTo>
                    <a:pt x="8651704" y="2243101"/>
                  </a:lnTo>
                  <a:lnTo>
                    <a:pt x="8693247" y="2323821"/>
                  </a:lnTo>
                  <a:lnTo>
                    <a:pt x="8734844" y="2405856"/>
                  </a:lnTo>
                  <a:lnTo>
                    <a:pt x="8776476" y="2488645"/>
                  </a:lnTo>
                  <a:lnTo>
                    <a:pt x="8818116" y="2571607"/>
                  </a:lnTo>
                  <a:lnTo>
                    <a:pt x="8859737" y="2654152"/>
                  </a:lnTo>
                  <a:lnTo>
                    <a:pt x="8901314" y="2735707"/>
                  </a:lnTo>
                  <a:lnTo>
                    <a:pt x="8942831" y="2815723"/>
                  </a:lnTo>
                  <a:lnTo>
                    <a:pt x="8984288" y="2893698"/>
                  </a:lnTo>
                  <a:lnTo>
                    <a:pt x="9025699" y="2969186"/>
                  </a:lnTo>
                  <a:lnTo>
                    <a:pt x="9067103" y="3041804"/>
                  </a:lnTo>
                  <a:lnTo>
                    <a:pt x="9108567" y="3111243"/>
                  </a:lnTo>
                  <a:lnTo>
                    <a:pt x="9150183" y="3177269"/>
                  </a:lnTo>
                  <a:lnTo>
                    <a:pt x="9192084" y="3239720"/>
                  </a:lnTo>
                  <a:lnTo>
                    <a:pt x="9234437" y="3298509"/>
                  </a:lnTo>
                  <a:lnTo>
                    <a:pt x="9277458" y="3353614"/>
                  </a:lnTo>
                  <a:lnTo>
                    <a:pt x="9321412" y="3405077"/>
                  </a:lnTo>
                  <a:lnTo>
                    <a:pt x="9347647" y="3433488"/>
                  </a:lnTo>
                  <a:lnTo>
                    <a:pt x="9398661" y="3483899"/>
                  </a:lnTo>
                  <a:lnTo>
                    <a:pt x="9452035" y="3530007"/>
                  </a:lnTo>
                  <a:lnTo>
                    <a:pt x="9508419" y="3571961"/>
                  </a:lnTo>
                  <a:lnTo>
                    <a:pt x="9568527" y="3610045"/>
                  </a:lnTo>
                  <a:lnTo>
                    <a:pt x="9633098" y="3644606"/>
                  </a:lnTo>
                  <a:lnTo>
                    <a:pt x="9702861" y="3676003"/>
                  </a:lnTo>
                  <a:lnTo>
                    <a:pt x="9778487" y="3704574"/>
                  </a:lnTo>
                  <a:lnTo>
                    <a:pt x="9860527" y="3730621"/>
                  </a:lnTo>
                  <a:lnTo>
                    <a:pt x="9949327" y="3754396"/>
                  </a:lnTo>
                  <a:lnTo>
                    <a:pt x="10044929" y="3776094"/>
                  </a:lnTo>
                  <a:lnTo>
                    <a:pt x="10146940" y="3795853"/>
                  </a:lnTo>
                  <a:lnTo>
                    <a:pt x="10254396" y="3813756"/>
                  </a:lnTo>
                  <a:lnTo>
                    <a:pt x="10365644" y="3829829"/>
                  </a:lnTo>
                  <a:lnTo>
                    <a:pt x="10478272" y="3844061"/>
                  </a:lnTo>
                  <a:lnTo>
                    <a:pt x="10589145" y="3856416"/>
                  </a:lnTo>
                  <a:lnTo>
                    <a:pt x="10694582" y="3866857"/>
                  </a:lnTo>
                  <a:lnTo>
                    <a:pt x="10790718" y="3875376"/>
                  </a:lnTo>
                  <a:lnTo>
                    <a:pt x="10873985" y="3882020"/>
                  </a:lnTo>
                  <a:lnTo>
                    <a:pt x="10941672" y="3886908"/>
                  </a:lnTo>
                  <a:lnTo>
                    <a:pt x="10992397" y="3890239"/>
                  </a:lnTo>
                  <a:lnTo>
                    <a:pt x="11026405" y="3892276"/>
                  </a:lnTo>
                  <a:lnTo>
                    <a:pt x="11045623" y="3893329"/>
                  </a:lnTo>
                  <a:lnTo>
                    <a:pt x="11053516" y="3893727"/>
                  </a:lnTo>
                  <a:lnTo>
                    <a:pt x="11054890" y="3893791"/>
                  </a:lnTo>
                  <a:lnTo>
                    <a:pt x="11054891" y="3893791"/>
                  </a:lnTo>
                  <a:lnTo>
                    <a:pt x="12049831" y="3893791"/>
                  </a:lnTo>
                  <a:lnTo>
                    <a:pt x="12049831" y="38937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7" name="pl286"/>
            <p:cNvSpPr/>
            <p:nvPr/>
          </p:nvSpPr>
          <p:spPr>
            <a:xfrm>
              <a:off x="1199187" y="2310955"/>
              <a:ext cx="12049831" cy="3893791"/>
            </a:xfrm>
            <a:custGeom>
              <a:avLst/>
              <a:pathLst>
                <a:path w="12049831" h="3893791">
                  <a:moveTo>
                    <a:pt x="12049831" y="3893791"/>
                  </a:moveTo>
                  <a:lnTo>
                    <a:pt x="11054891" y="3893791"/>
                  </a:lnTo>
                  <a:lnTo>
                    <a:pt x="11053812" y="3893741"/>
                  </a:lnTo>
                  <a:lnTo>
                    <a:pt x="11046683" y="3893384"/>
                  </a:lnTo>
                  <a:lnTo>
                    <a:pt x="11028592" y="3892400"/>
                  </a:lnTo>
                  <a:lnTo>
                    <a:pt x="10995950" y="3890460"/>
                  </a:lnTo>
                  <a:lnTo>
                    <a:pt x="10946691" y="3887252"/>
                  </a:lnTo>
                  <a:lnTo>
                    <a:pt x="10880425" y="3882505"/>
                  </a:lnTo>
                  <a:lnTo>
                    <a:pt x="10798403" y="3876018"/>
                  </a:lnTo>
                  <a:lnTo>
                    <a:pt x="10703239" y="3867662"/>
                  </a:lnTo>
                  <a:lnTo>
                    <a:pt x="10598448" y="3857386"/>
                  </a:lnTo>
                  <a:lnTo>
                    <a:pt x="10487892" y="3845194"/>
                  </a:lnTo>
                  <a:lnTo>
                    <a:pt x="10375282" y="3831121"/>
                  </a:lnTo>
                  <a:lnTo>
                    <a:pt x="10263810" y="3815205"/>
                  </a:lnTo>
                  <a:lnTo>
                    <a:pt x="10155953" y="3797459"/>
                  </a:lnTo>
                  <a:lnTo>
                    <a:pt x="10053429" y="3777861"/>
                  </a:lnTo>
                  <a:lnTo>
                    <a:pt x="9957255" y="3756334"/>
                  </a:lnTo>
                  <a:lnTo>
                    <a:pt x="9867869" y="3732745"/>
                  </a:lnTo>
                  <a:lnTo>
                    <a:pt x="9785260" y="3706901"/>
                  </a:lnTo>
                  <a:lnTo>
                    <a:pt x="9709104" y="3678557"/>
                  </a:lnTo>
                  <a:lnTo>
                    <a:pt x="9638863" y="3647416"/>
                  </a:lnTo>
                  <a:lnTo>
                    <a:pt x="9573875" y="3613139"/>
                  </a:lnTo>
                  <a:lnTo>
                    <a:pt x="9513414" y="3575371"/>
                  </a:lnTo>
                  <a:lnTo>
                    <a:pt x="9456739" y="3533762"/>
                  </a:lnTo>
                  <a:lnTo>
                    <a:pt x="9403134" y="3488018"/>
                  </a:lnTo>
                  <a:lnTo>
                    <a:pt x="9351941" y="3437976"/>
                  </a:lnTo>
                  <a:lnTo>
                    <a:pt x="9347647" y="3433488"/>
                  </a:lnTo>
                  <a:lnTo>
                    <a:pt x="9303000" y="3384113"/>
                  </a:lnTo>
                  <a:lnTo>
                    <a:pt x="9259470" y="3331144"/>
                  </a:lnTo>
                  <a:lnTo>
                    <a:pt x="9216756" y="3274508"/>
                  </a:lnTo>
                  <a:lnTo>
                    <a:pt x="9174614" y="3214189"/>
                  </a:lnTo>
                  <a:lnTo>
                    <a:pt x="9132850" y="3150237"/>
                  </a:lnTo>
                  <a:lnTo>
                    <a:pt x="9091311" y="3082768"/>
                  </a:lnTo>
                  <a:lnTo>
                    <a:pt x="9049882" y="3011974"/>
                  </a:lnTo>
                  <a:lnTo>
                    <a:pt x="9008481" y="2938121"/>
                  </a:lnTo>
                  <a:lnTo>
                    <a:pt x="8967054" y="2861548"/>
                  </a:lnTo>
                  <a:lnTo>
                    <a:pt x="8925573" y="2782666"/>
                  </a:lnTo>
                  <a:lnTo>
                    <a:pt x="8884030" y="2701947"/>
                  </a:lnTo>
                  <a:lnTo>
                    <a:pt x="8842432" y="2619912"/>
                  </a:lnTo>
                  <a:lnTo>
                    <a:pt x="8800800" y="2537122"/>
                  </a:lnTo>
                  <a:lnTo>
                    <a:pt x="8759160" y="2454161"/>
                  </a:lnTo>
                  <a:lnTo>
                    <a:pt x="8717540" y="2371615"/>
                  </a:lnTo>
                  <a:lnTo>
                    <a:pt x="8675963" y="2290061"/>
                  </a:lnTo>
                  <a:lnTo>
                    <a:pt x="8634445" y="2210044"/>
                  </a:lnTo>
                  <a:lnTo>
                    <a:pt x="8592989" y="2132069"/>
                  </a:lnTo>
                  <a:lnTo>
                    <a:pt x="8551578" y="2056581"/>
                  </a:lnTo>
                  <a:lnTo>
                    <a:pt x="8510173" y="1983963"/>
                  </a:lnTo>
                  <a:lnTo>
                    <a:pt x="8468710" y="1914524"/>
                  </a:lnTo>
                  <a:lnTo>
                    <a:pt x="8427093" y="1848499"/>
                  </a:lnTo>
                  <a:lnTo>
                    <a:pt x="8385193" y="1786047"/>
                  </a:lnTo>
                  <a:lnTo>
                    <a:pt x="8342839" y="1727258"/>
                  </a:lnTo>
                  <a:lnTo>
                    <a:pt x="8299819" y="1672153"/>
                  </a:lnTo>
                  <a:lnTo>
                    <a:pt x="8255864" y="1620690"/>
                  </a:lnTo>
                  <a:lnTo>
                    <a:pt x="8229629" y="1592279"/>
                  </a:lnTo>
                  <a:lnTo>
                    <a:pt x="8178616" y="1541868"/>
                  </a:lnTo>
                  <a:lnTo>
                    <a:pt x="8125242" y="1495760"/>
                  </a:lnTo>
                  <a:lnTo>
                    <a:pt x="8068857" y="1453806"/>
                  </a:lnTo>
                  <a:lnTo>
                    <a:pt x="8008750" y="1415722"/>
                  </a:lnTo>
                  <a:lnTo>
                    <a:pt x="7944179" y="1381161"/>
                  </a:lnTo>
                  <a:lnTo>
                    <a:pt x="7874415" y="1349764"/>
                  </a:lnTo>
                  <a:lnTo>
                    <a:pt x="7798789" y="1321193"/>
                  </a:lnTo>
                  <a:lnTo>
                    <a:pt x="7716750" y="1295146"/>
                  </a:lnTo>
                  <a:lnTo>
                    <a:pt x="7627950" y="1271371"/>
                  </a:lnTo>
                  <a:lnTo>
                    <a:pt x="7532347" y="1249673"/>
                  </a:lnTo>
                  <a:lnTo>
                    <a:pt x="7430337" y="1229914"/>
                  </a:lnTo>
                  <a:lnTo>
                    <a:pt x="7322881" y="1212011"/>
                  </a:lnTo>
                  <a:lnTo>
                    <a:pt x="7211632" y="1195938"/>
                  </a:lnTo>
                  <a:lnTo>
                    <a:pt x="7099004" y="1181706"/>
                  </a:lnTo>
                  <a:lnTo>
                    <a:pt x="6988132" y="1169351"/>
                  </a:lnTo>
                  <a:lnTo>
                    <a:pt x="6882694" y="1158910"/>
                  </a:lnTo>
                  <a:lnTo>
                    <a:pt x="6786559" y="1150391"/>
                  </a:lnTo>
                  <a:lnTo>
                    <a:pt x="6703292" y="1143747"/>
                  </a:lnTo>
                  <a:lnTo>
                    <a:pt x="6635605" y="1138859"/>
                  </a:lnTo>
                  <a:lnTo>
                    <a:pt x="6584879" y="1135528"/>
                  </a:lnTo>
                  <a:lnTo>
                    <a:pt x="6550871" y="1133491"/>
                  </a:lnTo>
                  <a:lnTo>
                    <a:pt x="6531654" y="1132438"/>
                  </a:lnTo>
                  <a:lnTo>
                    <a:pt x="6523761" y="1132041"/>
                  </a:lnTo>
                  <a:lnTo>
                    <a:pt x="6522386" y="1131976"/>
                  </a:lnTo>
                  <a:lnTo>
                    <a:pt x="6522385" y="1131976"/>
                  </a:lnTo>
                  <a:lnTo>
                    <a:pt x="5527445" y="1131976"/>
                  </a:lnTo>
                  <a:lnTo>
                    <a:pt x="5526319" y="1131955"/>
                  </a:lnTo>
                  <a:lnTo>
                    <a:pt x="5518885" y="1131802"/>
                  </a:lnTo>
                  <a:lnTo>
                    <a:pt x="5500041" y="1131381"/>
                  </a:lnTo>
                  <a:lnTo>
                    <a:pt x="5466094" y="1130550"/>
                  </a:lnTo>
                  <a:lnTo>
                    <a:pt x="5414973" y="1129177"/>
                  </a:lnTo>
                  <a:lnTo>
                    <a:pt x="5346388" y="1127147"/>
                  </a:lnTo>
                  <a:lnTo>
                    <a:pt x="5261771" y="1124377"/>
                  </a:lnTo>
                  <a:lnTo>
                    <a:pt x="5163966" y="1120815"/>
                  </a:lnTo>
                  <a:lnTo>
                    <a:pt x="5056707" y="1116443"/>
                  </a:lnTo>
                  <a:lnTo>
                    <a:pt x="4944034" y="1111263"/>
                  </a:lnTo>
                  <a:lnTo>
                    <a:pt x="4829765" y="1105292"/>
                  </a:lnTo>
                  <a:lnTo>
                    <a:pt x="4717129" y="1098545"/>
                  </a:lnTo>
                  <a:lnTo>
                    <a:pt x="4608579" y="1091026"/>
                  </a:lnTo>
                  <a:lnTo>
                    <a:pt x="4505768" y="1082721"/>
                  </a:lnTo>
                  <a:lnTo>
                    <a:pt x="4409628" y="1073593"/>
                  </a:lnTo>
                  <a:lnTo>
                    <a:pt x="4320507" y="1063578"/>
                  </a:lnTo>
                  <a:lnTo>
                    <a:pt x="4238309" y="1052591"/>
                  </a:lnTo>
                  <a:lnTo>
                    <a:pt x="4162632" y="1040518"/>
                  </a:lnTo>
                  <a:lnTo>
                    <a:pt x="4092875" y="1027229"/>
                  </a:lnTo>
                  <a:lnTo>
                    <a:pt x="4028322" y="1012577"/>
                  </a:lnTo>
                  <a:lnTo>
                    <a:pt x="3968206" y="996407"/>
                  </a:lnTo>
                  <a:lnTo>
                    <a:pt x="3911757" y="978574"/>
                  </a:lnTo>
                  <a:lnTo>
                    <a:pt x="3858241" y="958967"/>
                  </a:lnTo>
                  <a:lnTo>
                    <a:pt x="3820202" y="943314"/>
                  </a:lnTo>
                  <a:lnTo>
                    <a:pt x="3763980" y="917496"/>
                  </a:lnTo>
                  <a:lnTo>
                    <a:pt x="3709412" y="889312"/>
                  </a:lnTo>
                  <a:lnTo>
                    <a:pt x="3655935" y="858719"/>
                  </a:lnTo>
                  <a:lnTo>
                    <a:pt x="3603123" y="825740"/>
                  </a:lnTo>
                  <a:lnTo>
                    <a:pt x="3550662" y="790467"/>
                  </a:lnTo>
                  <a:lnTo>
                    <a:pt x="3498333" y="753070"/>
                  </a:lnTo>
                  <a:lnTo>
                    <a:pt x="3445995" y="713797"/>
                  </a:lnTo>
                  <a:lnTo>
                    <a:pt x="3393577" y="672970"/>
                  </a:lnTo>
                  <a:lnTo>
                    <a:pt x="3341061" y="630978"/>
                  </a:lnTo>
                  <a:lnTo>
                    <a:pt x="3288469" y="588261"/>
                  </a:lnTo>
                  <a:lnTo>
                    <a:pt x="3235849" y="545292"/>
                  </a:lnTo>
                  <a:lnTo>
                    <a:pt x="3183255" y="502557"/>
                  </a:lnTo>
                  <a:lnTo>
                    <a:pt x="3130735" y="460530"/>
                  </a:lnTo>
                  <a:lnTo>
                    <a:pt x="3078314" y="419654"/>
                  </a:lnTo>
                  <a:lnTo>
                    <a:pt x="3025974" y="380317"/>
                  </a:lnTo>
                  <a:lnTo>
                    <a:pt x="2973646" y="342847"/>
                  </a:lnTo>
                  <a:lnTo>
                    <a:pt x="2921194" y="307492"/>
                  </a:lnTo>
                  <a:lnTo>
                    <a:pt x="2868400" y="274427"/>
                  </a:lnTo>
                  <a:lnTo>
                    <a:pt x="2814954" y="243746"/>
                  </a:lnTo>
                  <a:lnTo>
                    <a:pt x="2760435" y="215473"/>
                  </a:lnTo>
                  <a:lnTo>
                    <a:pt x="2704286" y="189570"/>
                  </a:lnTo>
                  <a:lnTo>
                    <a:pt x="2702183" y="188662"/>
                  </a:lnTo>
                  <a:lnTo>
                    <a:pt x="2650408" y="167712"/>
                  </a:lnTo>
                  <a:lnTo>
                    <a:pt x="2596194" y="148576"/>
                  </a:lnTo>
                  <a:lnTo>
                    <a:pt x="2538860" y="131190"/>
                  </a:lnTo>
                  <a:lnTo>
                    <a:pt x="2477659" y="115431"/>
                  </a:lnTo>
                  <a:lnTo>
                    <a:pt x="2411819" y="101150"/>
                  </a:lnTo>
                  <a:lnTo>
                    <a:pt x="2340581" y="88192"/>
                  </a:lnTo>
                  <a:lnTo>
                    <a:pt x="2263253" y="76415"/>
                  </a:lnTo>
                  <a:lnTo>
                    <a:pt x="2179275" y="65692"/>
                  </a:lnTo>
                  <a:lnTo>
                    <a:pt x="2088314" y="55916"/>
                  </a:lnTo>
                  <a:lnTo>
                    <a:pt x="1990377" y="47008"/>
                  </a:lnTo>
                  <a:lnTo>
                    <a:pt x="1885949" y="38910"/>
                  </a:lnTo>
                  <a:lnTo>
                    <a:pt x="1776141" y="31594"/>
                  </a:lnTo>
                  <a:lnTo>
                    <a:pt x="1662808" y="25048"/>
                  </a:lnTo>
                  <a:lnTo>
                    <a:pt x="1548617" y="19283"/>
                  </a:lnTo>
                  <a:lnTo>
                    <a:pt x="1436973" y="14313"/>
                  </a:lnTo>
                  <a:lnTo>
                    <a:pt x="1331795" y="10152"/>
                  </a:lnTo>
                  <a:lnTo>
                    <a:pt x="1237100" y="6800"/>
                  </a:lnTo>
                  <a:lnTo>
                    <a:pt x="1156447" y="4230"/>
                  </a:lnTo>
                  <a:lnTo>
                    <a:pt x="1092352" y="2381"/>
                  </a:lnTo>
                  <a:lnTo>
                    <a:pt x="1045819" y="1162"/>
                  </a:lnTo>
                  <a:lnTo>
                    <a:pt x="1016087" y="451"/>
                  </a:lnTo>
                  <a:lnTo>
                    <a:pt x="1000641" y="113"/>
                  </a:lnTo>
                  <a:lnTo>
                    <a:pt x="995400" y="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8" name="pg287"/>
            <p:cNvSpPr/>
            <p:nvPr/>
          </p:nvSpPr>
          <p:spPr>
            <a:xfrm>
              <a:off x="1199187" y="2321436"/>
              <a:ext cx="12049831" cy="4244913"/>
            </a:xfrm>
            <a:custGeom>
              <a:avLst/>
              <a:pathLst>
                <a:path w="12049831" h="4244913">
                  <a:moveTo>
                    <a:pt x="0" y="5240"/>
                  </a:moveTo>
                  <a:lnTo>
                    <a:pt x="994940" y="5240"/>
                  </a:lnTo>
                  <a:lnTo>
                    <a:pt x="996066" y="5262"/>
                  </a:lnTo>
                  <a:lnTo>
                    <a:pt x="1003500" y="5414"/>
                  </a:lnTo>
                  <a:lnTo>
                    <a:pt x="1022344" y="5836"/>
                  </a:lnTo>
                  <a:lnTo>
                    <a:pt x="1056291" y="6667"/>
                  </a:lnTo>
                  <a:lnTo>
                    <a:pt x="1107412" y="8040"/>
                  </a:lnTo>
                  <a:lnTo>
                    <a:pt x="1175997" y="10069"/>
                  </a:lnTo>
                  <a:lnTo>
                    <a:pt x="1260614" y="12839"/>
                  </a:lnTo>
                  <a:lnTo>
                    <a:pt x="1358419" y="16401"/>
                  </a:lnTo>
                  <a:lnTo>
                    <a:pt x="1465678" y="20774"/>
                  </a:lnTo>
                  <a:lnTo>
                    <a:pt x="1578351" y="25953"/>
                  </a:lnTo>
                  <a:lnTo>
                    <a:pt x="1692620" y="31924"/>
                  </a:lnTo>
                  <a:lnTo>
                    <a:pt x="1805256" y="38671"/>
                  </a:lnTo>
                  <a:lnTo>
                    <a:pt x="1913806" y="46190"/>
                  </a:lnTo>
                  <a:lnTo>
                    <a:pt x="2016617" y="54495"/>
                  </a:lnTo>
                  <a:lnTo>
                    <a:pt x="2112757" y="63624"/>
                  </a:lnTo>
                  <a:lnTo>
                    <a:pt x="2201878" y="73638"/>
                  </a:lnTo>
                  <a:lnTo>
                    <a:pt x="2284076" y="84626"/>
                  </a:lnTo>
                  <a:lnTo>
                    <a:pt x="2359753" y="96698"/>
                  </a:lnTo>
                  <a:lnTo>
                    <a:pt x="2429510" y="109987"/>
                  </a:lnTo>
                  <a:lnTo>
                    <a:pt x="2494063" y="124640"/>
                  </a:lnTo>
                  <a:lnTo>
                    <a:pt x="2554179" y="140810"/>
                  </a:lnTo>
                  <a:lnTo>
                    <a:pt x="2610628" y="158643"/>
                  </a:lnTo>
                  <a:lnTo>
                    <a:pt x="2664144" y="178250"/>
                  </a:lnTo>
                  <a:lnTo>
                    <a:pt x="2702183" y="193903"/>
                  </a:lnTo>
                  <a:lnTo>
                    <a:pt x="2758405" y="219721"/>
                  </a:lnTo>
                  <a:lnTo>
                    <a:pt x="2812973" y="247905"/>
                  </a:lnTo>
                  <a:lnTo>
                    <a:pt x="2866450" y="278498"/>
                  </a:lnTo>
                  <a:lnTo>
                    <a:pt x="2919262" y="311477"/>
                  </a:lnTo>
                  <a:lnTo>
                    <a:pt x="2971723" y="346750"/>
                  </a:lnTo>
                  <a:lnTo>
                    <a:pt x="3024052" y="384147"/>
                  </a:lnTo>
                  <a:lnTo>
                    <a:pt x="3076390" y="423420"/>
                  </a:lnTo>
                  <a:lnTo>
                    <a:pt x="3128808" y="464247"/>
                  </a:lnTo>
                  <a:lnTo>
                    <a:pt x="3181324" y="506239"/>
                  </a:lnTo>
                  <a:lnTo>
                    <a:pt x="3233916" y="548956"/>
                  </a:lnTo>
                  <a:lnTo>
                    <a:pt x="3286536" y="591925"/>
                  </a:lnTo>
                  <a:lnTo>
                    <a:pt x="3339130" y="634659"/>
                  </a:lnTo>
                  <a:lnTo>
                    <a:pt x="3391650" y="676686"/>
                  </a:lnTo>
                  <a:lnTo>
                    <a:pt x="3444071" y="717563"/>
                  </a:lnTo>
                  <a:lnTo>
                    <a:pt x="3496411" y="756899"/>
                  </a:lnTo>
                  <a:lnTo>
                    <a:pt x="3548739" y="794370"/>
                  </a:lnTo>
                  <a:lnTo>
                    <a:pt x="3601191" y="829724"/>
                  </a:lnTo>
                  <a:lnTo>
                    <a:pt x="3653985" y="862790"/>
                  </a:lnTo>
                  <a:lnTo>
                    <a:pt x="3707431" y="893471"/>
                  </a:lnTo>
                  <a:lnTo>
                    <a:pt x="3761950" y="921743"/>
                  </a:lnTo>
                  <a:lnTo>
                    <a:pt x="3818099" y="947647"/>
                  </a:lnTo>
                  <a:lnTo>
                    <a:pt x="3820202" y="948554"/>
                  </a:lnTo>
                  <a:lnTo>
                    <a:pt x="3871977" y="969505"/>
                  </a:lnTo>
                  <a:lnTo>
                    <a:pt x="3926191" y="988641"/>
                  </a:lnTo>
                  <a:lnTo>
                    <a:pt x="3983525" y="1006026"/>
                  </a:lnTo>
                  <a:lnTo>
                    <a:pt x="4044726" y="1021785"/>
                  </a:lnTo>
                  <a:lnTo>
                    <a:pt x="4110566" y="1036067"/>
                  </a:lnTo>
                  <a:lnTo>
                    <a:pt x="4181804" y="1049024"/>
                  </a:lnTo>
                  <a:lnTo>
                    <a:pt x="4259132" y="1060801"/>
                  </a:lnTo>
                  <a:lnTo>
                    <a:pt x="4343110" y="1071525"/>
                  </a:lnTo>
                  <a:lnTo>
                    <a:pt x="4434071" y="1081301"/>
                  </a:lnTo>
                  <a:lnTo>
                    <a:pt x="4532008" y="1090209"/>
                  </a:lnTo>
                  <a:lnTo>
                    <a:pt x="4636436" y="1098306"/>
                  </a:lnTo>
                  <a:lnTo>
                    <a:pt x="4746244" y="1105623"/>
                  </a:lnTo>
                  <a:lnTo>
                    <a:pt x="4859577" y="1112168"/>
                  </a:lnTo>
                  <a:lnTo>
                    <a:pt x="4973768" y="1117934"/>
                  </a:lnTo>
                  <a:lnTo>
                    <a:pt x="5085412" y="1122904"/>
                  </a:lnTo>
                  <a:lnTo>
                    <a:pt x="5190590" y="1127065"/>
                  </a:lnTo>
                  <a:lnTo>
                    <a:pt x="5285285" y="1130416"/>
                  </a:lnTo>
                  <a:lnTo>
                    <a:pt x="5365938" y="1132987"/>
                  </a:lnTo>
                  <a:lnTo>
                    <a:pt x="5430033" y="1134835"/>
                  </a:lnTo>
                  <a:lnTo>
                    <a:pt x="5476566" y="1136055"/>
                  </a:lnTo>
                  <a:lnTo>
                    <a:pt x="5506298" y="1136765"/>
                  </a:lnTo>
                  <a:lnTo>
                    <a:pt x="5521744" y="1137103"/>
                  </a:lnTo>
                  <a:lnTo>
                    <a:pt x="5526985" y="1137208"/>
                  </a:lnTo>
                  <a:lnTo>
                    <a:pt x="5527445" y="1137217"/>
                  </a:lnTo>
                  <a:lnTo>
                    <a:pt x="6522385" y="1137217"/>
                  </a:lnTo>
                  <a:lnTo>
                    <a:pt x="6523451" y="1137273"/>
                  </a:lnTo>
                  <a:lnTo>
                    <a:pt x="6530488" y="1137668"/>
                  </a:lnTo>
                  <a:lnTo>
                    <a:pt x="6548352" y="1138761"/>
                  </a:lnTo>
                  <a:lnTo>
                    <a:pt x="6580602" y="1140914"/>
                  </a:lnTo>
                  <a:lnTo>
                    <a:pt x="6629300" y="1144477"/>
                  </a:lnTo>
                  <a:lnTo>
                    <a:pt x="6694864" y="1149748"/>
                  </a:lnTo>
                  <a:lnTo>
                    <a:pt x="6776098" y="1156957"/>
                  </a:lnTo>
                  <a:lnTo>
                    <a:pt x="6870454" y="1166246"/>
                  </a:lnTo>
                  <a:lnTo>
                    <a:pt x="6974486" y="1177675"/>
                  </a:lnTo>
                  <a:lnTo>
                    <a:pt x="7084385" y="1191242"/>
                  </a:lnTo>
                  <a:lnTo>
                    <a:pt x="7196475" y="1206910"/>
                  </a:lnTo>
                  <a:lnTo>
                    <a:pt x="7307575" y="1224635"/>
                  </a:lnTo>
                  <a:lnTo>
                    <a:pt x="7415203" y="1244399"/>
                  </a:lnTo>
                  <a:lnTo>
                    <a:pt x="7517625" y="1266226"/>
                  </a:lnTo>
                  <a:lnTo>
                    <a:pt x="7613798" y="1290198"/>
                  </a:lnTo>
                  <a:lnTo>
                    <a:pt x="7703257" y="1316457"/>
                  </a:lnTo>
                  <a:lnTo>
                    <a:pt x="7785986" y="1345213"/>
                  </a:lnTo>
                  <a:lnTo>
                    <a:pt x="7862287" y="1376734"/>
                  </a:lnTo>
                  <a:lnTo>
                    <a:pt x="7932676" y="1411347"/>
                  </a:lnTo>
                  <a:lnTo>
                    <a:pt x="7997801" y="1449423"/>
                  </a:lnTo>
                  <a:lnTo>
                    <a:pt x="8058373" y="1491357"/>
                  </a:lnTo>
                  <a:lnTo>
                    <a:pt x="8115125" y="1537540"/>
                  </a:lnTo>
                  <a:lnTo>
                    <a:pt x="8168767" y="1588307"/>
                  </a:lnTo>
                  <a:lnTo>
                    <a:pt x="8219955" y="1643859"/>
                  </a:lnTo>
                  <a:lnTo>
                    <a:pt x="8229629" y="1655166"/>
                  </a:lnTo>
                  <a:lnTo>
                    <a:pt x="8272362" y="1708228"/>
                  </a:lnTo>
                  <a:lnTo>
                    <a:pt x="8314060" y="1764986"/>
                  </a:lnTo>
                  <a:lnTo>
                    <a:pt x="8354990" y="1825515"/>
                  </a:lnTo>
                  <a:lnTo>
                    <a:pt x="8395370" y="1889837"/>
                  </a:lnTo>
                  <a:lnTo>
                    <a:pt x="8435377" y="1957915"/>
                  </a:lnTo>
                  <a:lnTo>
                    <a:pt x="8475151" y="2029647"/>
                  </a:lnTo>
                  <a:lnTo>
                    <a:pt x="8514800" y="2104861"/>
                  </a:lnTo>
                  <a:lnTo>
                    <a:pt x="8554404" y="2183317"/>
                  </a:lnTo>
                  <a:lnTo>
                    <a:pt x="8594017" y="2264703"/>
                  </a:lnTo>
                  <a:lnTo>
                    <a:pt x="8633672" y="2348641"/>
                  </a:lnTo>
                  <a:lnTo>
                    <a:pt x="8673383" y="2434690"/>
                  </a:lnTo>
                  <a:lnTo>
                    <a:pt x="8713149" y="2522356"/>
                  </a:lnTo>
                  <a:lnTo>
                    <a:pt x="8752957" y="2611103"/>
                  </a:lnTo>
                  <a:lnTo>
                    <a:pt x="8792787" y="2700369"/>
                  </a:lnTo>
                  <a:lnTo>
                    <a:pt x="8832614" y="2789574"/>
                  </a:lnTo>
                  <a:lnTo>
                    <a:pt x="8872414" y="2878142"/>
                  </a:lnTo>
                  <a:lnTo>
                    <a:pt x="8912170" y="2965515"/>
                  </a:lnTo>
                  <a:lnTo>
                    <a:pt x="8951869" y="3051163"/>
                  </a:lnTo>
                  <a:lnTo>
                    <a:pt x="8991513" y="3134603"/>
                  </a:lnTo>
                  <a:lnTo>
                    <a:pt x="9031121" y="3215408"/>
                  </a:lnTo>
                  <a:lnTo>
                    <a:pt x="9070729" y="3293212"/>
                  </a:lnTo>
                  <a:lnTo>
                    <a:pt x="9110397" y="3367719"/>
                  </a:lnTo>
                  <a:lnTo>
                    <a:pt x="9150210" y="3438701"/>
                  </a:lnTo>
                  <a:lnTo>
                    <a:pt x="9190282" y="3506003"/>
                  </a:lnTo>
                  <a:lnTo>
                    <a:pt x="9230760" y="3569536"/>
                  </a:lnTo>
                  <a:lnTo>
                    <a:pt x="9271830" y="3629276"/>
                  </a:lnTo>
                  <a:lnTo>
                    <a:pt x="9313720" y="3685256"/>
                  </a:lnTo>
                  <a:lnTo>
                    <a:pt x="9347647" y="3726964"/>
                  </a:lnTo>
                  <a:lnTo>
                    <a:pt x="9398429" y="3783446"/>
                  </a:lnTo>
                  <a:lnTo>
                    <a:pt x="9451547" y="3835129"/>
                  </a:lnTo>
                  <a:lnTo>
                    <a:pt x="9507642" y="3882176"/>
                  </a:lnTo>
                  <a:lnTo>
                    <a:pt x="9567418" y="3924903"/>
                  </a:lnTo>
                  <a:lnTo>
                    <a:pt x="9631604" y="3963695"/>
                  </a:lnTo>
                  <a:lnTo>
                    <a:pt x="9700921" y="3998948"/>
                  </a:lnTo>
                  <a:lnTo>
                    <a:pt x="9776032" y="4031041"/>
                  </a:lnTo>
                  <a:lnTo>
                    <a:pt x="9857485" y="4060309"/>
                  </a:lnTo>
                  <a:lnTo>
                    <a:pt x="9945631" y="4087033"/>
                  </a:lnTo>
                  <a:lnTo>
                    <a:pt x="10040525" y="4111435"/>
                  </a:lnTo>
                  <a:lnTo>
                    <a:pt x="10141799" y="4133669"/>
                  </a:lnTo>
                  <a:lnTo>
                    <a:pt x="10248532" y="4153829"/>
                  </a:lnTo>
                  <a:lnTo>
                    <a:pt x="10359131" y="4171949"/>
                  </a:lnTo>
                  <a:lnTo>
                    <a:pt x="10471257" y="4188018"/>
                  </a:lnTo>
                  <a:lnTo>
                    <a:pt x="10581856" y="4201995"/>
                  </a:lnTo>
                  <a:lnTo>
                    <a:pt x="10687323" y="4213840"/>
                  </a:lnTo>
                  <a:lnTo>
                    <a:pt x="10783840" y="4223540"/>
                  </a:lnTo>
                  <a:lnTo>
                    <a:pt x="10867848" y="4231143"/>
                  </a:lnTo>
                  <a:lnTo>
                    <a:pt x="10936586" y="4236775"/>
                  </a:lnTo>
                  <a:lnTo>
                    <a:pt x="10988568" y="4240646"/>
                  </a:lnTo>
                  <a:lnTo>
                    <a:pt x="11023890" y="4243047"/>
                  </a:lnTo>
                  <a:lnTo>
                    <a:pt x="11044305" y="4244316"/>
                  </a:lnTo>
                  <a:lnTo>
                    <a:pt x="11053098" y="4244818"/>
                  </a:lnTo>
                  <a:lnTo>
                    <a:pt x="11054891" y="4244913"/>
                  </a:lnTo>
                  <a:lnTo>
                    <a:pt x="12049831" y="4244913"/>
                  </a:lnTo>
                  <a:lnTo>
                    <a:pt x="12049831" y="4239672"/>
                  </a:lnTo>
                  <a:lnTo>
                    <a:pt x="11054891" y="4239672"/>
                  </a:lnTo>
                  <a:lnTo>
                    <a:pt x="11053826" y="4239617"/>
                  </a:lnTo>
                  <a:lnTo>
                    <a:pt x="11046789" y="4239221"/>
                  </a:lnTo>
                  <a:lnTo>
                    <a:pt x="11028924" y="4238129"/>
                  </a:lnTo>
                  <a:lnTo>
                    <a:pt x="10996674" y="4235975"/>
                  </a:lnTo>
                  <a:lnTo>
                    <a:pt x="10947976" y="4232413"/>
                  </a:lnTo>
                  <a:lnTo>
                    <a:pt x="10882412" y="4227141"/>
                  </a:lnTo>
                  <a:lnTo>
                    <a:pt x="10801178" y="4219933"/>
                  </a:lnTo>
                  <a:lnTo>
                    <a:pt x="10706822" y="4210644"/>
                  </a:lnTo>
                  <a:lnTo>
                    <a:pt x="10602790" y="4199214"/>
                  </a:lnTo>
                  <a:lnTo>
                    <a:pt x="10492891" y="4185647"/>
                  </a:lnTo>
                  <a:lnTo>
                    <a:pt x="10380802" y="4169980"/>
                  </a:lnTo>
                  <a:lnTo>
                    <a:pt x="10269702" y="4152255"/>
                  </a:lnTo>
                  <a:lnTo>
                    <a:pt x="10162073" y="4132491"/>
                  </a:lnTo>
                  <a:lnTo>
                    <a:pt x="10059651" y="4110664"/>
                  </a:lnTo>
                  <a:lnTo>
                    <a:pt x="9963478" y="4086692"/>
                  </a:lnTo>
                  <a:lnTo>
                    <a:pt x="9874019" y="4060432"/>
                  </a:lnTo>
                  <a:lnTo>
                    <a:pt x="9791290" y="4031677"/>
                  </a:lnTo>
                  <a:lnTo>
                    <a:pt x="9714990" y="4000155"/>
                  </a:lnTo>
                  <a:lnTo>
                    <a:pt x="9644600" y="3965542"/>
                  </a:lnTo>
                  <a:lnTo>
                    <a:pt x="9579476" y="3927466"/>
                  </a:lnTo>
                  <a:lnTo>
                    <a:pt x="9518903" y="3885532"/>
                  </a:lnTo>
                  <a:lnTo>
                    <a:pt x="9462152" y="3839349"/>
                  </a:lnTo>
                  <a:lnTo>
                    <a:pt x="9408510" y="3788582"/>
                  </a:lnTo>
                  <a:lnTo>
                    <a:pt x="9357322" y="3733031"/>
                  </a:lnTo>
                  <a:lnTo>
                    <a:pt x="9347647" y="3721723"/>
                  </a:lnTo>
                  <a:lnTo>
                    <a:pt x="9304914" y="3668661"/>
                  </a:lnTo>
                  <a:lnTo>
                    <a:pt x="9263216" y="3611904"/>
                  </a:lnTo>
                  <a:lnTo>
                    <a:pt x="9222287" y="3551375"/>
                  </a:lnTo>
                  <a:lnTo>
                    <a:pt x="9181907" y="3487052"/>
                  </a:lnTo>
                  <a:lnTo>
                    <a:pt x="9141900" y="3418975"/>
                  </a:lnTo>
                  <a:lnTo>
                    <a:pt x="9102126" y="3347243"/>
                  </a:lnTo>
                  <a:lnTo>
                    <a:pt x="9062476" y="3272029"/>
                  </a:lnTo>
                  <a:lnTo>
                    <a:pt x="9022873" y="3193573"/>
                  </a:lnTo>
                  <a:lnTo>
                    <a:pt x="8983260" y="3112186"/>
                  </a:lnTo>
                  <a:lnTo>
                    <a:pt x="8943604" y="3028249"/>
                  </a:lnTo>
                  <a:lnTo>
                    <a:pt x="8903893" y="2942200"/>
                  </a:lnTo>
                  <a:lnTo>
                    <a:pt x="8864127" y="2854534"/>
                  </a:lnTo>
                  <a:lnTo>
                    <a:pt x="8824319" y="2765786"/>
                  </a:lnTo>
                  <a:lnTo>
                    <a:pt x="8784490" y="2676521"/>
                  </a:lnTo>
                  <a:lnTo>
                    <a:pt x="8744663" y="2587315"/>
                  </a:lnTo>
                  <a:lnTo>
                    <a:pt x="8704862" y="2498747"/>
                  </a:lnTo>
                  <a:lnTo>
                    <a:pt x="8665107" y="2411375"/>
                  </a:lnTo>
                  <a:lnTo>
                    <a:pt x="8625408" y="2325727"/>
                  </a:lnTo>
                  <a:lnTo>
                    <a:pt x="8585763" y="2242286"/>
                  </a:lnTo>
                  <a:lnTo>
                    <a:pt x="8546155" y="2161481"/>
                  </a:lnTo>
                  <a:lnTo>
                    <a:pt x="8506547" y="2083677"/>
                  </a:lnTo>
                  <a:lnTo>
                    <a:pt x="8466880" y="2009171"/>
                  </a:lnTo>
                  <a:lnTo>
                    <a:pt x="8427067" y="1938188"/>
                  </a:lnTo>
                  <a:lnTo>
                    <a:pt x="8386995" y="1870887"/>
                  </a:lnTo>
                  <a:lnTo>
                    <a:pt x="8346516" y="1807354"/>
                  </a:lnTo>
                  <a:lnTo>
                    <a:pt x="8305446" y="1747614"/>
                  </a:lnTo>
                  <a:lnTo>
                    <a:pt x="8263557" y="1691634"/>
                  </a:lnTo>
                  <a:lnTo>
                    <a:pt x="8229629" y="1649926"/>
                  </a:lnTo>
                  <a:lnTo>
                    <a:pt x="8178848" y="1593444"/>
                  </a:lnTo>
                  <a:lnTo>
                    <a:pt x="8125730" y="1541760"/>
                  </a:lnTo>
                  <a:lnTo>
                    <a:pt x="8069634" y="1494713"/>
                  </a:lnTo>
                  <a:lnTo>
                    <a:pt x="8009859" y="1451986"/>
                  </a:lnTo>
                  <a:lnTo>
                    <a:pt x="7945672" y="1413195"/>
                  </a:lnTo>
                  <a:lnTo>
                    <a:pt x="7876355" y="1377942"/>
                  </a:lnTo>
                  <a:lnTo>
                    <a:pt x="7801244" y="1345849"/>
                  </a:lnTo>
                  <a:lnTo>
                    <a:pt x="7719791" y="1316581"/>
                  </a:lnTo>
                  <a:lnTo>
                    <a:pt x="7631645" y="1289856"/>
                  </a:lnTo>
                  <a:lnTo>
                    <a:pt x="7536752" y="1265455"/>
                  </a:lnTo>
                  <a:lnTo>
                    <a:pt x="7435478" y="1243221"/>
                  </a:lnTo>
                  <a:lnTo>
                    <a:pt x="7328744" y="1223061"/>
                  </a:lnTo>
                  <a:lnTo>
                    <a:pt x="7218146" y="1204940"/>
                  </a:lnTo>
                  <a:lnTo>
                    <a:pt x="7106019" y="1188872"/>
                  </a:lnTo>
                  <a:lnTo>
                    <a:pt x="6995421" y="1174895"/>
                  </a:lnTo>
                  <a:lnTo>
                    <a:pt x="6889954" y="1163050"/>
                  </a:lnTo>
                  <a:lnTo>
                    <a:pt x="6793437" y="1153349"/>
                  </a:lnTo>
                  <a:lnTo>
                    <a:pt x="6709428" y="1145746"/>
                  </a:lnTo>
                  <a:lnTo>
                    <a:pt x="6640691" y="1140115"/>
                  </a:lnTo>
                  <a:lnTo>
                    <a:pt x="6588709" y="1136243"/>
                  </a:lnTo>
                  <a:lnTo>
                    <a:pt x="6553386" y="1133843"/>
                  </a:lnTo>
                  <a:lnTo>
                    <a:pt x="6532971" y="1132573"/>
                  </a:lnTo>
                  <a:lnTo>
                    <a:pt x="6524179" y="1132071"/>
                  </a:lnTo>
                  <a:lnTo>
                    <a:pt x="6522385" y="1131976"/>
                  </a:lnTo>
                  <a:lnTo>
                    <a:pt x="5527445" y="1131976"/>
                  </a:lnTo>
                  <a:lnTo>
                    <a:pt x="5526319" y="1131955"/>
                  </a:lnTo>
                  <a:lnTo>
                    <a:pt x="5518885" y="1131802"/>
                  </a:lnTo>
                  <a:lnTo>
                    <a:pt x="5500041" y="1131381"/>
                  </a:lnTo>
                  <a:lnTo>
                    <a:pt x="5466094" y="1130550"/>
                  </a:lnTo>
                  <a:lnTo>
                    <a:pt x="5414973" y="1129177"/>
                  </a:lnTo>
                  <a:lnTo>
                    <a:pt x="5346388" y="1127147"/>
                  </a:lnTo>
                  <a:lnTo>
                    <a:pt x="5261771" y="1124377"/>
                  </a:lnTo>
                  <a:lnTo>
                    <a:pt x="5163966" y="1120815"/>
                  </a:lnTo>
                  <a:lnTo>
                    <a:pt x="5056707" y="1116443"/>
                  </a:lnTo>
                  <a:lnTo>
                    <a:pt x="4944034" y="1111263"/>
                  </a:lnTo>
                  <a:lnTo>
                    <a:pt x="4829765" y="1105292"/>
                  </a:lnTo>
                  <a:lnTo>
                    <a:pt x="4717129" y="1098545"/>
                  </a:lnTo>
                  <a:lnTo>
                    <a:pt x="4608579" y="1091026"/>
                  </a:lnTo>
                  <a:lnTo>
                    <a:pt x="4505768" y="1082721"/>
                  </a:lnTo>
                  <a:lnTo>
                    <a:pt x="4409628" y="1073593"/>
                  </a:lnTo>
                  <a:lnTo>
                    <a:pt x="4320507" y="1063578"/>
                  </a:lnTo>
                  <a:lnTo>
                    <a:pt x="4238309" y="1052591"/>
                  </a:lnTo>
                  <a:lnTo>
                    <a:pt x="4162632" y="1040518"/>
                  </a:lnTo>
                  <a:lnTo>
                    <a:pt x="4092875" y="1027229"/>
                  </a:lnTo>
                  <a:lnTo>
                    <a:pt x="4028322" y="1012577"/>
                  </a:lnTo>
                  <a:lnTo>
                    <a:pt x="3968206" y="996407"/>
                  </a:lnTo>
                  <a:lnTo>
                    <a:pt x="3911757" y="978574"/>
                  </a:lnTo>
                  <a:lnTo>
                    <a:pt x="3858241" y="958967"/>
                  </a:lnTo>
                  <a:lnTo>
                    <a:pt x="3820202" y="943314"/>
                  </a:lnTo>
                  <a:lnTo>
                    <a:pt x="3763980" y="917496"/>
                  </a:lnTo>
                  <a:lnTo>
                    <a:pt x="3709412" y="889312"/>
                  </a:lnTo>
                  <a:lnTo>
                    <a:pt x="3655935" y="858719"/>
                  </a:lnTo>
                  <a:lnTo>
                    <a:pt x="3603123" y="825740"/>
                  </a:lnTo>
                  <a:lnTo>
                    <a:pt x="3550662" y="790467"/>
                  </a:lnTo>
                  <a:lnTo>
                    <a:pt x="3498333" y="753070"/>
                  </a:lnTo>
                  <a:lnTo>
                    <a:pt x="3445995" y="713797"/>
                  </a:lnTo>
                  <a:lnTo>
                    <a:pt x="3393577" y="672970"/>
                  </a:lnTo>
                  <a:lnTo>
                    <a:pt x="3341061" y="630978"/>
                  </a:lnTo>
                  <a:lnTo>
                    <a:pt x="3288469" y="588261"/>
                  </a:lnTo>
                  <a:lnTo>
                    <a:pt x="3235849" y="545292"/>
                  </a:lnTo>
                  <a:lnTo>
                    <a:pt x="3183255" y="502557"/>
                  </a:lnTo>
                  <a:lnTo>
                    <a:pt x="3130735" y="460530"/>
                  </a:lnTo>
                  <a:lnTo>
                    <a:pt x="3078314" y="419654"/>
                  </a:lnTo>
                  <a:lnTo>
                    <a:pt x="3025974" y="380317"/>
                  </a:lnTo>
                  <a:lnTo>
                    <a:pt x="2973646" y="342847"/>
                  </a:lnTo>
                  <a:lnTo>
                    <a:pt x="2921194" y="307492"/>
                  </a:lnTo>
                  <a:lnTo>
                    <a:pt x="2868400" y="274427"/>
                  </a:lnTo>
                  <a:lnTo>
                    <a:pt x="2814954" y="243746"/>
                  </a:lnTo>
                  <a:lnTo>
                    <a:pt x="2760435" y="215473"/>
                  </a:lnTo>
                  <a:lnTo>
                    <a:pt x="2704286" y="189570"/>
                  </a:lnTo>
                  <a:lnTo>
                    <a:pt x="2702183" y="188662"/>
                  </a:lnTo>
                  <a:lnTo>
                    <a:pt x="2650408" y="167712"/>
                  </a:lnTo>
                  <a:lnTo>
                    <a:pt x="2596194" y="148576"/>
                  </a:lnTo>
                  <a:lnTo>
                    <a:pt x="2538860" y="131190"/>
                  </a:lnTo>
                  <a:lnTo>
                    <a:pt x="2477659" y="115431"/>
                  </a:lnTo>
                  <a:lnTo>
                    <a:pt x="2411819" y="101150"/>
                  </a:lnTo>
                  <a:lnTo>
                    <a:pt x="2340581" y="88192"/>
                  </a:lnTo>
                  <a:lnTo>
                    <a:pt x="2263253" y="76415"/>
                  </a:lnTo>
                  <a:lnTo>
                    <a:pt x="2179275" y="65692"/>
                  </a:lnTo>
                  <a:lnTo>
                    <a:pt x="2088314" y="55916"/>
                  </a:lnTo>
                  <a:lnTo>
                    <a:pt x="1990377" y="47008"/>
                  </a:lnTo>
                  <a:lnTo>
                    <a:pt x="1885949" y="38910"/>
                  </a:lnTo>
                  <a:lnTo>
                    <a:pt x="1776141" y="31594"/>
                  </a:lnTo>
                  <a:lnTo>
                    <a:pt x="1662808" y="25048"/>
                  </a:lnTo>
                  <a:lnTo>
                    <a:pt x="1548617" y="19283"/>
                  </a:lnTo>
                  <a:lnTo>
                    <a:pt x="1436973" y="14313"/>
                  </a:lnTo>
                  <a:lnTo>
                    <a:pt x="1331795" y="10152"/>
                  </a:lnTo>
                  <a:lnTo>
                    <a:pt x="1237100" y="6800"/>
                  </a:lnTo>
                  <a:lnTo>
                    <a:pt x="1156447" y="4230"/>
                  </a:lnTo>
                  <a:lnTo>
                    <a:pt x="1092352" y="2381"/>
                  </a:lnTo>
                  <a:lnTo>
                    <a:pt x="1045819" y="1162"/>
                  </a:lnTo>
                  <a:lnTo>
                    <a:pt x="1016087" y="451"/>
                  </a:lnTo>
                  <a:lnTo>
                    <a:pt x="1000641" y="113"/>
                  </a:lnTo>
                  <a:lnTo>
                    <a:pt x="995400" y="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89" name="pl288"/>
            <p:cNvSpPr/>
            <p:nvPr/>
          </p:nvSpPr>
          <p:spPr>
            <a:xfrm>
              <a:off x="1199187" y="2326677"/>
              <a:ext cx="12049831" cy="4239672"/>
            </a:xfrm>
            <a:custGeom>
              <a:avLst/>
              <a:pathLst>
                <a:path w="12049831" h="4239672">
                  <a:moveTo>
                    <a:pt x="0" y="0"/>
                  </a:moveTo>
                  <a:lnTo>
                    <a:pt x="994940" y="0"/>
                  </a:lnTo>
                  <a:lnTo>
                    <a:pt x="996066" y="21"/>
                  </a:lnTo>
                  <a:lnTo>
                    <a:pt x="1003500" y="174"/>
                  </a:lnTo>
                  <a:lnTo>
                    <a:pt x="1022344" y="595"/>
                  </a:lnTo>
                  <a:lnTo>
                    <a:pt x="1056291" y="1426"/>
                  </a:lnTo>
                  <a:lnTo>
                    <a:pt x="1107412" y="2799"/>
                  </a:lnTo>
                  <a:lnTo>
                    <a:pt x="1175997" y="4829"/>
                  </a:lnTo>
                  <a:lnTo>
                    <a:pt x="1260614" y="7599"/>
                  </a:lnTo>
                  <a:lnTo>
                    <a:pt x="1358419" y="11160"/>
                  </a:lnTo>
                  <a:lnTo>
                    <a:pt x="1465678" y="15533"/>
                  </a:lnTo>
                  <a:lnTo>
                    <a:pt x="1578351" y="20713"/>
                  </a:lnTo>
                  <a:lnTo>
                    <a:pt x="1692620" y="26684"/>
                  </a:lnTo>
                  <a:lnTo>
                    <a:pt x="1805256" y="33431"/>
                  </a:lnTo>
                  <a:lnTo>
                    <a:pt x="1913806" y="40950"/>
                  </a:lnTo>
                  <a:lnTo>
                    <a:pt x="2016617" y="49255"/>
                  </a:lnTo>
                  <a:lnTo>
                    <a:pt x="2112757" y="58383"/>
                  </a:lnTo>
                  <a:lnTo>
                    <a:pt x="2201878" y="68398"/>
                  </a:lnTo>
                  <a:lnTo>
                    <a:pt x="2284076" y="79385"/>
                  </a:lnTo>
                  <a:lnTo>
                    <a:pt x="2359753" y="91458"/>
                  </a:lnTo>
                  <a:lnTo>
                    <a:pt x="2429510" y="104747"/>
                  </a:lnTo>
                  <a:lnTo>
                    <a:pt x="2494063" y="119399"/>
                  </a:lnTo>
                  <a:lnTo>
                    <a:pt x="2554179" y="135569"/>
                  </a:lnTo>
                  <a:lnTo>
                    <a:pt x="2610628" y="153402"/>
                  </a:lnTo>
                  <a:lnTo>
                    <a:pt x="2664144" y="173009"/>
                  </a:lnTo>
                  <a:lnTo>
                    <a:pt x="2702183" y="188662"/>
                  </a:lnTo>
                  <a:lnTo>
                    <a:pt x="2758405" y="214480"/>
                  </a:lnTo>
                  <a:lnTo>
                    <a:pt x="2812973" y="242664"/>
                  </a:lnTo>
                  <a:lnTo>
                    <a:pt x="2866450" y="273257"/>
                  </a:lnTo>
                  <a:lnTo>
                    <a:pt x="2919262" y="306236"/>
                  </a:lnTo>
                  <a:lnTo>
                    <a:pt x="2971723" y="341509"/>
                  </a:lnTo>
                  <a:lnTo>
                    <a:pt x="3024052" y="378906"/>
                  </a:lnTo>
                  <a:lnTo>
                    <a:pt x="3076390" y="418179"/>
                  </a:lnTo>
                  <a:lnTo>
                    <a:pt x="3128808" y="459006"/>
                  </a:lnTo>
                  <a:lnTo>
                    <a:pt x="3181324" y="500998"/>
                  </a:lnTo>
                  <a:lnTo>
                    <a:pt x="3233916" y="543715"/>
                  </a:lnTo>
                  <a:lnTo>
                    <a:pt x="3286536" y="586684"/>
                  </a:lnTo>
                  <a:lnTo>
                    <a:pt x="3339130" y="629419"/>
                  </a:lnTo>
                  <a:lnTo>
                    <a:pt x="3391650" y="671446"/>
                  </a:lnTo>
                  <a:lnTo>
                    <a:pt x="3444071" y="712322"/>
                  </a:lnTo>
                  <a:lnTo>
                    <a:pt x="3496411" y="751659"/>
                  </a:lnTo>
                  <a:lnTo>
                    <a:pt x="3548739" y="789129"/>
                  </a:lnTo>
                  <a:lnTo>
                    <a:pt x="3601191" y="824484"/>
                  </a:lnTo>
                  <a:lnTo>
                    <a:pt x="3653985" y="857549"/>
                  </a:lnTo>
                  <a:lnTo>
                    <a:pt x="3707431" y="888230"/>
                  </a:lnTo>
                  <a:lnTo>
                    <a:pt x="3761950" y="916503"/>
                  </a:lnTo>
                  <a:lnTo>
                    <a:pt x="3818099" y="942406"/>
                  </a:lnTo>
                  <a:lnTo>
                    <a:pt x="3820202" y="943314"/>
                  </a:lnTo>
                  <a:lnTo>
                    <a:pt x="3871977" y="964264"/>
                  </a:lnTo>
                  <a:lnTo>
                    <a:pt x="3926191" y="983400"/>
                  </a:lnTo>
                  <a:lnTo>
                    <a:pt x="3983525" y="1000786"/>
                  </a:lnTo>
                  <a:lnTo>
                    <a:pt x="4044726" y="1016545"/>
                  </a:lnTo>
                  <a:lnTo>
                    <a:pt x="4110566" y="1030826"/>
                  </a:lnTo>
                  <a:lnTo>
                    <a:pt x="4181804" y="1043784"/>
                  </a:lnTo>
                  <a:lnTo>
                    <a:pt x="4259132" y="1055561"/>
                  </a:lnTo>
                  <a:lnTo>
                    <a:pt x="4343110" y="1066284"/>
                  </a:lnTo>
                  <a:lnTo>
                    <a:pt x="4434071" y="1076060"/>
                  </a:lnTo>
                  <a:lnTo>
                    <a:pt x="4532008" y="1084968"/>
                  </a:lnTo>
                  <a:lnTo>
                    <a:pt x="4636436" y="1093066"/>
                  </a:lnTo>
                  <a:lnTo>
                    <a:pt x="4746244" y="1100382"/>
                  </a:lnTo>
                  <a:lnTo>
                    <a:pt x="4859577" y="1106927"/>
                  </a:lnTo>
                  <a:lnTo>
                    <a:pt x="4973768" y="1112693"/>
                  </a:lnTo>
                  <a:lnTo>
                    <a:pt x="5085412" y="1117663"/>
                  </a:lnTo>
                  <a:lnTo>
                    <a:pt x="5190590" y="1121824"/>
                  </a:lnTo>
                  <a:lnTo>
                    <a:pt x="5285285" y="1125176"/>
                  </a:lnTo>
                  <a:lnTo>
                    <a:pt x="5365938" y="1127746"/>
                  </a:lnTo>
                  <a:lnTo>
                    <a:pt x="5430033" y="1129595"/>
                  </a:lnTo>
                  <a:lnTo>
                    <a:pt x="5476566" y="1130814"/>
                  </a:lnTo>
                  <a:lnTo>
                    <a:pt x="5506298" y="1131525"/>
                  </a:lnTo>
                  <a:lnTo>
                    <a:pt x="5521744" y="1131863"/>
                  </a:lnTo>
                  <a:lnTo>
                    <a:pt x="5526985" y="1131968"/>
                  </a:lnTo>
                  <a:lnTo>
                    <a:pt x="5527445" y="1131976"/>
                  </a:lnTo>
                  <a:lnTo>
                    <a:pt x="6522385" y="1131976"/>
                  </a:lnTo>
                  <a:lnTo>
                    <a:pt x="6523451" y="1132032"/>
                  </a:lnTo>
                  <a:lnTo>
                    <a:pt x="6530488" y="1132428"/>
                  </a:lnTo>
                  <a:lnTo>
                    <a:pt x="6548352" y="1133520"/>
                  </a:lnTo>
                  <a:lnTo>
                    <a:pt x="6580602" y="1135674"/>
                  </a:lnTo>
                  <a:lnTo>
                    <a:pt x="6629300" y="1139236"/>
                  </a:lnTo>
                  <a:lnTo>
                    <a:pt x="6694864" y="1144508"/>
                  </a:lnTo>
                  <a:lnTo>
                    <a:pt x="6776098" y="1151716"/>
                  </a:lnTo>
                  <a:lnTo>
                    <a:pt x="6870454" y="1161005"/>
                  </a:lnTo>
                  <a:lnTo>
                    <a:pt x="6974486" y="1172435"/>
                  </a:lnTo>
                  <a:lnTo>
                    <a:pt x="7084385" y="1186002"/>
                  </a:lnTo>
                  <a:lnTo>
                    <a:pt x="7196475" y="1201669"/>
                  </a:lnTo>
                  <a:lnTo>
                    <a:pt x="7307575" y="1219394"/>
                  </a:lnTo>
                  <a:lnTo>
                    <a:pt x="7415203" y="1239158"/>
                  </a:lnTo>
                  <a:lnTo>
                    <a:pt x="7517625" y="1260985"/>
                  </a:lnTo>
                  <a:lnTo>
                    <a:pt x="7613798" y="1284957"/>
                  </a:lnTo>
                  <a:lnTo>
                    <a:pt x="7703257" y="1311217"/>
                  </a:lnTo>
                  <a:lnTo>
                    <a:pt x="7785986" y="1339972"/>
                  </a:lnTo>
                  <a:lnTo>
                    <a:pt x="7862287" y="1371494"/>
                  </a:lnTo>
                  <a:lnTo>
                    <a:pt x="7932676" y="1406107"/>
                  </a:lnTo>
                  <a:lnTo>
                    <a:pt x="7997801" y="1444182"/>
                  </a:lnTo>
                  <a:lnTo>
                    <a:pt x="8058373" y="1486117"/>
                  </a:lnTo>
                  <a:lnTo>
                    <a:pt x="8115125" y="1532300"/>
                  </a:lnTo>
                  <a:lnTo>
                    <a:pt x="8168767" y="1583067"/>
                  </a:lnTo>
                  <a:lnTo>
                    <a:pt x="8219955" y="1638618"/>
                  </a:lnTo>
                  <a:lnTo>
                    <a:pt x="8229629" y="1649926"/>
                  </a:lnTo>
                  <a:lnTo>
                    <a:pt x="8272362" y="1702988"/>
                  </a:lnTo>
                  <a:lnTo>
                    <a:pt x="8314060" y="1759745"/>
                  </a:lnTo>
                  <a:lnTo>
                    <a:pt x="8354990" y="1820274"/>
                  </a:lnTo>
                  <a:lnTo>
                    <a:pt x="8395370" y="1884596"/>
                  </a:lnTo>
                  <a:lnTo>
                    <a:pt x="8435377" y="1952674"/>
                  </a:lnTo>
                  <a:lnTo>
                    <a:pt x="8475151" y="2024406"/>
                  </a:lnTo>
                  <a:lnTo>
                    <a:pt x="8514800" y="2099620"/>
                  </a:lnTo>
                  <a:lnTo>
                    <a:pt x="8554404" y="2178076"/>
                  </a:lnTo>
                  <a:lnTo>
                    <a:pt x="8594017" y="2259463"/>
                  </a:lnTo>
                  <a:lnTo>
                    <a:pt x="8633672" y="2343400"/>
                  </a:lnTo>
                  <a:lnTo>
                    <a:pt x="8673383" y="2429449"/>
                  </a:lnTo>
                  <a:lnTo>
                    <a:pt x="8713149" y="2517115"/>
                  </a:lnTo>
                  <a:lnTo>
                    <a:pt x="8752957" y="2605863"/>
                  </a:lnTo>
                  <a:lnTo>
                    <a:pt x="8792787" y="2695128"/>
                  </a:lnTo>
                  <a:lnTo>
                    <a:pt x="8832614" y="2784334"/>
                  </a:lnTo>
                  <a:lnTo>
                    <a:pt x="8872414" y="2872902"/>
                  </a:lnTo>
                  <a:lnTo>
                    <a:pt x="8912170" y="2960274"/>
                  </a:lnTo>
                  <a:lnTo>
                    <a:pt x="8951869" y="3045922"/>
                  </a:lnTo>
                  <a:lnTo>
                    <a:pt x="8991513" y="3129363"/>
                  </a:lnTo>
                  <a:lnTo>
                    <a:pt x="9031121" y="3210168"/>
                  </a:lnTo>
                  <a:lnTo>
                    <a:pt x="9070729" y="3287972"/>
                  </a:lnTo>
                  <a:lnTo>
                    <a:pt x="9110397" y="3362478"/>
                  </a:lnTo>
                  <a:lnTo>
                    <a:pt x="9150210" y="3433461"/>
                  </a:lnTo>
                  <a:lnTo>
                    <a:pt x="9190282" y="3500762"/>
                  </a:lnTo>
                  <a:lnTo>
                    <a:pt x="9230760" y="3564295"/>
                  </a:lnTo>
                  <a:lnTo>
                    <a:pt x="9271830" y="3624035"/>
                  </a:lnTo>
                  <a:lnTo>
                    <a:pt x="9313720" y="3680015"/>
                  </a:lnTo>
                  <a:lnTo>
                    <a:pt x="9347647" y="3721723"/>
                  </a:lnTo>
                  <a:lnTo>
                    <a:pt x="9398429" y="3778205"/>
                  </a:lnTo>
                  <a:lnTo>
                    <a:pt x="9451547" y="3829888"/>
                  </a:lnTo>
                  <a:lnTo>
                    <a:pt x="9507642" y="3876936"/>
                  </a:lnTo>
                  <a:lnTo>
                    <a:pt x="9567418" y="3919663"/>
                  </a:lnTo>
                  <a:lnTo>
                    <a:pt x="9631604" y="3958454"/>
                  </a:lnTo>
                  <a:lnTo>
                    <a:pt x="9700921" y="3993707"/>
                  </a:lnTo>
                  <a:lnTo>
                    <a:pt x="9776032" y="4025800"/>
                  </a:lnTo>
                  <a:lnTo>
                    <a:pt x="9857485" y="4055068"/>
                  </a:lnTo>
                  <a:lnTo>
                    <a:pt x="9945631" y="4081793"/>
                  </a:lnTo>
                  <a:lnTo>
                    <a:pt x="10040525" y="4106194"/>
                  </a:lnTo>
                  <a:lnTo>
                    <a:pt x="10141799" y="4128428"/>
                  </a:lnTo>
                  <a:lnTo>
                    <a:pt x="10248532" y="4148588"/>
                  </a:lnTo>
                  <a:lnTo>
                    <a:pt x="10359131" y="4166708"/>
                  </a:lnTo>
                  <a:lnTo>
                    <a:pt x="10471257" y="4182777"/>
                  </a:lnTo>
                  <a:lnTo>
                    <a:pt x="10581856" y="4196754"/>
                  </a:lnTo>
                  <a:lnTo>
                    <a:pt x="10687323" y="4208599"/>
                  </a:lnTo>
                  <a:lnTo>
                    <a:pt x="10783840" y="4218300"/>
                  </a:lnTo>
                  <a:lnTo>
                    <a:pt x="10867848" y="4225903"/>
                  </a:lnTo>
                  <a:lnTo>
                    <a:pt x="10936586" y="4231534"/>
                  </a:lnTo>
                  <a:lnTo>
                    <a:pt x="10988568" y="4235406"/>
                  </a:lnTo>
                  <a:lnTo>
                    <a:pt x="11023890" y="4237806"/>
                  </a:lnTo>
                  <a:lnTo>
                    <a:pt x="11044305" y="4239076"/>
                  </a:lnTo>
                  <a:lnTo>
                    <a:pt x="11053098" y="4239578"/>
                  </a:lnTo>
                  <a:lnTo>
                    <a:pt x="11054883" y="4239672"/>
                  </a:lnTo>
                  <a:lnTo>
                    <a:pt x="11054891" y="4239672"/>
                  </a:lnTo>
                  <a:lnTo>
                    <a:pt x="12049831" y="4239672"/>
                  </a:lnTo>
                  <a:lnTo>
                    <a:pt x="12049831" y="42396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0" name="pl289"/>
            <p:cNvSpPr/>
            <p:nvPr/>
          </p:nvSpPr>
          <p:spPr>
            <a:xfrm>
              <a:off x="1199187" y="2321436"/>
              <a:ext cx="12049831" cy="4239672"/>
            </a:xfrm>
            <a:custGeom>
              <a:avLst/>
              <a:pathLst>
                <a:path w="12049831" h="4239672">
                  <a:moveTo>
                    <a:pt x="12049831" y="4239672"/>
                  </a:moveTo>
                  <a:lnTo>
                    <a:pt x="11054891" y="4239672"/>
                  </a:lnTo>
                  <a:lnTo>
                    <a:pt x="11053826" y="4239617"/>
                  </a:lnTo>
                  <a:lnTo>
                    <a:pt x="11046789" y="4239221"/>
                  </a:lnTo>
                  <a:lnTo>
                    <a:pt x="11028924" y="4238129"/>
                  </a:lnTo>
                  <a:lnTo>
                    <a:pt x="10996674" y="4235975"/>
                  </a:lnTo>
                  <a:lnTo>
                    <a:pt x="10947976" y="4232413"/>
                  </a:lnTo>
                  <a:lnTo>
                    <a:pt x="10882412" y="4227141"/>
                  </a:lnTo>
                  <a:lnTo>
                    <a:pt x="10801178" y="4219933"/>
                  </a:lnTo>
                  <a:lnTo>
                    <a:pt x="10706822" y="4210644"/>
                  </a:lnTo>
                  <a:lnTo>
                    <a:pt x="10602790" y="4199214"/>
                  </a:lnTo>
                  <a:lnTo>
                    <a:pt x="10492891" y="4185647"/>
                  </a:lnTo>
                  <a:lnTo>
                    <a:pt x="10380802" y="4169980"/>
                  </a:lnTo>
                  <a:lnTo>
                    <a:pt x="10269702" y="4152255"/>
                  </a:lnTo>
                  <a:lnTo>
                    <a:pt x="10162073" y="4132491"/>
                  </a:lnTo>
                  <a:lnTo>
                    <a:pt x="10059651" y="4110664"/>
                  </a:lnTo>
                  <a:lnTo>
                    <a:pt x="9963478" y="4086692"/>
                  </a:lnTo>
                  <a:lnTo>
                    <a:pt x="9874019" y="4060432"/>
                  </a:lnTo>
                  <a:lnTo>
                    <a:pt x="9791290" y="4031677"/>
                  </a:lnTo>
                  <a:lnTo>
                    <a:pt x="9714990" y="4000155"/>
                  </a:lnTo>
                  <a:lnTo>
                    <a:pt x="9644600" y="3965542"/>
                  </a:lnTo>
                  <a:lnTo>
                    <a:pt x="9579476" y="3927466"/>
                  </a:lnTo>
                  <a:lnTo>
                    <a:pt x="9518903" y="3885532"/>
                  </a:lnTo>
                  <a:lnTo>
                    <a:pt x="9462152" y="3839349"/>
                  </a:lnTo>
                  <a:lnTo>
                    <a:pt x="9408510" y="3788582"/>
                  </a:lnTo>
                  <a:lnTo>
                    <a:pt x="9357322" y="3733031"/>
                  </a:lnTo>
                  <a:lnTo>
                    <a:pt x="9347647" y="3721723"/>
                  </a:lnTo>
                  <a:lnTo>
                    <a:pt x="9304914" y="3668661"/>
                  </a:lnTo>
                  <a:lnTo>
                    <a:pt x="9263216" y="3611904"/>
                  </a:lnTo>
                  <a:lnTo>
                    <a:pt x="9222287" y="3551375"/>
                  </a:lnTo>
                  <a:lnTo>
                    <a:pt x="9181907" y="3487052"/>
                  </a:lnTo>
                  <a:lnTo>
                    <a:pt x="9141900" y="3418975"/>
                  </a:lnTo>
                  <a:lnTo>
                    <a:pt x="9102126" y="3347243"/>
                  </a:lnTo>
                  <a:lnTo>
                    <a:pt x="9062476" y="3272029"/>
                  </a:lnTo>
                  <a:lnTo>
                    <a:pt x="9022873" y="3193573"/>
                  </a:lnTo>
                  <a:lnTo>
                    <a:pt x="8983260" y="3112186"/>
                  </a:lnTo>
                  <a:lnTo>
                    <a:pt x="8943604" y="3028249"/>
                  </a:lnTo>
                  <a:lnTo>
                    <a:pt x="8903893" y="2942200"/>
                  </a:lnTo>
                  <a:lnTo>
                    <a:pt x="8864127" y="2854534"/>
                  </a:lnTo>
                  <a:lnTo>
                    <a:pt x="8824319" y="2765786"/>
                  </a:lnTo>
                  <a:lnTo>
                    <a:pt x="8784490" y="2676521"/>
                  </a:lnTo>
                  <a:lnTo>
                    <a:pt x="8744663" y="2587315"/>
                  </a:lnTo>
                  <a:lnTo>
                    <a:pt x="8704862" y="2498747"/>
                  </a:lnTo>
                  <a:lnTo>
                    <a:pt x="8665107" y="2411375"/>
                  </a:lnTo>
                  <a:lnTo>
                    <a:pt x="8625408" y="2325727"/>
                  </a:lnTo>
                  <a:lnTo>
                    <a:pt x="8585763" y="2242286"/>
                  </a:lnTo>
                  <a:lnTo>
                    <a:pt x="8546155" y="2161481"/>
                  </a:lnTo>
                  <a:lnTo>
                    <a:pt x="8506547" y="2083677"/>
                  </a:lnTo>
                  <a:lnTo>
                    <a:pt x="8466880" y="2009171"/>
                  </a:lnTo>
                  <a:lnTo>
                    <a:pt x="8427067" y="1938188"/>
                  </a:lnTo>
                  <a:lnTo>
                    <a:pt x="8386995" y="1870887"/>
                  </a:lnTo>
                  <a:lnTo>
                    <a:pt x="8346516" y="1807354"/>
                  </a:lnTo>
                  <a:lnTo>
                    <a:pt x="8305446" y="1747614"/>
                  </a:lnTo>
                  <a:lnTo>
                    <a:pt x="8263557" y="1691634"/>
                  </a:lnTo>
                  <a:lnTo>
                    <a:pt x="8229629" y="1649926"/>
                  </a:lnTo>
                  <a:lnTo>
                    <a:pt x="8178848" y="1593444"/>
                  </a:lnTo>
                  <a:lnTo>
                    <a:pt x="8125730" y="1541760"/>
                  </a:lnTo>
                  <a:lnTo>
                    <a:pt x="8069634" y="1494713"/>
                  </a:lnTo>
                  <a:lnTo>
                    <a:pt x="8009859" y="1451986"/>
                  </a:lnTo>
                  <a:lnTo>
                    <a:pt x="7945672" y="1413195"/>
                  </a:lnTo>
                  <a:lnTo>
                    <a:pt x="7876355" y="1377942"/>
                  </a:lnTo>
                  <a:lnTo>
                    <a:pt x="7801244" y="1345849"/>
                  </a:lnTo>
                  <a:lnTo>
                    <a:pt x="7719791" y="1316581"/>
                  </a:lnTo>
                  <a:lnTo>
                    <a:pt x="7631645" y="1289856"/>
                  </a:lnTo>
                  <a:lnTo>
                    <a:pt x="7536752" y="1265455"/>
                  </a:lnTo>
                  <a:lnTo>
                    <a:pt x="7435478" y="1243221"/>
                  </a:lnTo>
                  <a:lnTo>
                    <a:pt x="7328744" y="1223061"/>
                  </a:lnTo>
                  <a:lnTo>
                    <a:pt x="7218146" y="1204940"/>
                  </a:lnTo>
                  <a:lnTo>
                    <a:pt x="7106019" y="1188872"/>
                  </a:lnTo>
                  <a:lnTo>
                    <a:pt x="6995421" y="1174895"/>
                  </a:lnTo>
                  <a:lnTo>
                    <a:pt x="6889954" y="1163050"/>
                  </a:lnTo>
                  <a:lnTo>
                    <a:pt x="6793437" y="1153349"/>
                  </a:lnTo>
                  <a:lnTo>
                    <a:pt x="6709428" y="1145746"/>
                  </a:lnTo>
                  <a:lnTo>
                    <a:pt x="6640691" y="1140115"/>
                  </a:lnTo>
                  <a:lnTo>
                    <a:pt x="6588709" y="1136243"/>
                  </a:lnTo>
                  <a:lnTo>
                    <a:pt x="6553386" y="1133843"/>
                  </a:lnTo>
                  <a:lnTo>
                    <a:pt x="6532971" y="1132573"/>
                  </a:lnTo>
                  <a:lnTo>
                    <a:pt x="6524179" y="1132071"/>
                  </a:lnTo>
                  <a:lnTo>
                    <a:pt x="6522394" y="1131977"/>
                  </a:lnTo>
                  <a:lnTo>
                    <a:pt x="6522385" y="1131976"/>
                  </a:lnTo>
                  <a:lnTo>
                    <a:pt x="5527445" y="1131976"/>
                  </a:lnTo>
                  <a:lnTo>
                    <a:pt x="5526319" y="1131955"/>
                  </a:lnTo>
                  <a:lnTo>
                    <a:pt x="5518885" y="1131802"/>
                  </a:lnTo>
                  <a:lnTo>
                    <a:pt x="5500041" y="1131381"/>
                  </a:lnTo>
                  <a:lnTo>
                    <a:pt x="5466094" y="1130550"/>
                  </a:lnTo>
                  <a:lnTo>
                    <a:pt x="5414973" y="1129177"/>
                  </a:lnTo>
                  <a:lnTo>
                    <a:pt x="5346388" y="1127147"/>
                  </a:lnTo>
                  <a:lnTo>
                    <a:pt x="5261771" y="1124377"/>
                  </a:lnTo>
                  <a:lnTo>
                    <a:pt x="5163966" y="1120815"/>
                  </a:lnTo>
                  <a:lnTo>
                    <a:pt x="5056707" y="1116443"/>
                  </a:lnTo>
                  <a:lnTo>
                    <a:pt x="4944034" y="1111263"/>
                  </a:lnTo>
                  <a:lnTo>
                    <a:pt x="4829765" y="1105292"/>
                  </a:lnTo>
                  <a:lnTo>
                    <a:pt x="4717129" y="1098545"/>
                  </a:lnTo>
                  <a:lnTo>
                    <a:pt x="4608579" y="1091026"/>
                  </a:lnTo>
                  <a:lnTo>
                    <a:pt x="4505768" y="1082721"/>
                  </a:lnTo>
                  <a:lnTo>
                    <a:pt x="4409628" y="1073593"/>
                  </a:lnTo>
                  <a:lnTo>
                    <a:pt x="4320507" y="1063578"/>
                  </a:lnTo>
                  <a:lnTo>
                    <a:pt x="4238309" y="1052591"/>
                  </a:lnTo>
                  <a:lnTo>
                    <a:pt x="4162632" y="1040518"/>
                  </a:lnTo>
                  <a:lnTo>
                    <a:pt x="4092875" y="1027229"/>
                  </a:lnTo>
                  <a:lnTo>
                    <a:pt x="4028322" y="1012577"/>
                  </a:lnTo>
                  <a:lnTo>
                    <a:pt x="3968206" y="996407"/>
                  </a:lnTo>
                  <a:lnTo>
                    <a:pt x="3911757" y="978574"/>
                  </a:lnTo>
                  <a:lnTo>
                    <a:pt x="3858241" y="958967"/>
                  </a:lnTo>
                  <a:lnTo>
                    <a:pt x="3820202" y="943314"/>
                  </a:lnTo>
                  <a:lnTo>
                    <a:pt x="3763980" y="917496"/>
                  </a:lnTo>
                  <a:lnTo>
                    <a:pt x="3709412" y="889312"/>
                  </a:lnTo>
                  <a:lnTo>
                    <a:pt x="3655935" y="858719"/>
                  </a:lnTo>
                  <a:lnTo>
                    <a:pt x="3603123" y="825740"/>
                  </a:lnTo>
                  <a:lnTo>
                    <a:pt x="3550662" y="790467"/>
                  </a:lnTo>
                  <a:lnTo>
                    <a:pt x="3498333" y="753070"/>
                  </a:lnTo>
                  <a:lnTo>
                    <a:pt x="3445995" y="713797"/>
                  </a:lnTo>
                  <a:lnTo>
                    <a:pt x="3393577" y="672970"/>
                  </a:lnTo>
                  <a:lnTo>
                    <a:pt x="3341061" y="630978"/>
                  </a:lnTo>
                  <a:lnTo>
                    <a:pt x="3288469" y="588261"/>
                  </a:lnTo>
                  <a:lnTo>
                    <a:pt x="3235849" y="545292"/>
                  </a:lnTo>
                  <a:lnTo>
                    <a:pt x="3183255" y="502557"/>
                  </a:lnTo>
                  <a:lnTo>
                    <a:pt x="3130735" y="460530"/>
                  </a:lnTo>
                  <a:lnTo>
                    <a:pt x="3078314" y="419654"/>
                  </a:lnTo>
                  <a:lnTo>
                    <a:pt x="3025974" y="380317"/>
                  </a:lnTo>
                  <a:lnTo>
                    <a:pt x="2973646" y="342847"/>
                  </a:lnTo>
                  <a:lnTo>
                    <a:pt x="2921194" y="307492"/>
                  </a:lnTo>
                  <a:lnTo>
                    <a:pt x="2868400" y="274427"/>
                  </a:lnTo>
                  <a:lnTo>
                    <a:pt x="2814954" y="243746"/>
                  </a:lnTo>
                  <a:lnTo>
                    <a:pt x="2760435" y="215473"/>
                  </a:lnTo>
                  <a:lnTo>
                    <a:pt x="2704286" y="189570"/>
                  </a:lnTo>
                  <a:lnTo>
                    <a:pt x="2702183" y="188662"/>
                  </a:lnTo>
                  <a:lnTo>
                    <a:pt x="2650408" y="167712"/>
                  </a:lnTo>
                  <a:lnTo>
                    <a:pt x="2596194" y="148576"/>
                  </a:lnTo>
                  <a:lnTo>
                    <a:pt x="2538860" y="131190"/>
                  </a:lnTo>
                  <a:lnTo>
                    <a:pt x="2477659" y="115431"/>
                  </a:lnTo>
                  <a:lnTo>
                    <a:pt x="2411819" y="101150"/>
                  </a:lnTo>
                  <a:lnTo>
                    <a:pt x="2340581" y="88192"/>
                  </a:lnTo>
                  <a:lnTo>
                    <a:pt x="2263253" y="76415"/>
                  </a:lnTo>
                  <a:lnTo>
                    <a:pt x="2179275" y="65692"/>
                  </a:lnTo>
                  <a:lnTo>
                    <a:pt x="2088314" y="55916"/>
                  </a:lnTo>
                  <a:lnTo>
                    <a:pt x="1990377" y="47008"/>
                  </a:lnTo>
                  <a:lnTo>
                    <a:pt x="1885949" y="38910"/>
                  </a:lnTo>
                  <a:lnTo>
                    <a:pt x="1776141" y="31594"/>
                  </a:lnTo>
                  <a:lnTo>
                    <a:pt x="1662808" y="25048"/>
                  </a:lnTo>
                  <a:lnTo>
                    <a:pt x="1548617" y="19283"/>
                  </a:lnTo>
                  <a:lnTo>
                    <a:pt x="1436973" y="14313"/>
                  </a:lnTo>
                  <a:lnTo>
                    <a:pt x="1331795" y="10152"/>
                  </a:lnTo>
                  <a:lnTo>
                    <a:pt x="1237100" y="6800"/>
                  </a:lnTo>
                  <a:lnTo>
                    <a:pt x="1156447" y="4230"/>
                  </a:lnTo>
                  <a:lnTo>
                    <a:pt x="1092352" y="2381"/>
                  </a:lnTo>
                  <a:lnTo>
                    <a:pt x="1045819" y="1162"/>
                  </a:lnTo>
                  <a:lnTo>
                    <a:pt x="1016087" y="451"/>
                  </a:lnTo>
                  <a:lnTo>
                    <a:pt x="1000641" y="113"/>
                  </a:lnTo>
                  <a:lnTo>
                    <a:pt x="995400" y="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1" name="pg290"/>
            <p:cNvSpPr/>
            <p:nvPr/>
          </p:nvSpPr>
          <p:spPr>
            <a:xfrm>
              <a:off x="1199187" y="2080367"/>
              <a:ext cx="12049831" cy="4517426"/>
            </a:xfrm>
            <a:custGeom>
              <a:avLst/>
              <a:pathLst>
                <a:path w="12049831" h="4517426">
                  <a:moveTo>
                    <a:pt x="0" y="1818500"/>
                  </a:moveTo>
                  <a:lnTo>
                    <a:pt x="994940" y="1818500"/>
                  </a:lnTo>
                  <a:lnTo>
                    <a:pt x="996021" y="1818549"/>
                  </a:lnTo>
                  <a:lnTo>
                    <a:pt x="1003166" y="1818898"/>
                  </a:lnTo>
                  <a:lnTo>
                    <a:pt x="1021295" y="1819862"/>
                  </a:lnTo>
                  <a:lnTo>
                    <a:pt x="1054005" y="1821762"/>
                  </a:lnTo>
                  <a:lnTo>
                    <a:pt x="1103361" y="1824904"/>
                  </a:lnTo>
                  <a:lnTo>
                    <a:pt x="1169747" y="1829553"/>
                  </a:lnTo>
                  <a:lnTo>
                    <a:pt x="1251905" y="1835907"/>
                  </a:lnTo>
                  <a:lnTo>
                    <a:pt x="1347207" y="1844089"/>
                  </a:lnTo>
                  <a:lnTo>
                    <a:pt x="1452128" y="1854151"/>
                  </a:lnTo>
                  <a:lnTo>
                    <a:pt x="1562796" y="1866088"/>
                  </a:lnTo>
                  <a:lnTo>
                    <a:pt x="1675495" y="1879865"/>
                  </a:lnTo>
                  <a:lnTo>
                    <a:pt x="1787030" y="1895447"/>
                  </a:lnTo>
                  <a:lnTo>
                    <a:pt x="1894924" y="1912818"/>
                  </a:lnTo>
                  <a:lnTo>
                    <a:pt x="1997465" y="1932004"/>
                  </a:lnTo>
                  <a:lnTo>
                    <a:pt x="2093639" y="1953079"/>
                  </a:lnTo>
                  <a:lnTo>
                    <a:pt x="2183013" y="1976174"/>
                  </a:lnTo>
                  <a:lnTo>
                    <a:pt x="2265600" y="2001477"/>
                  </a:lnTo>
                  <a:lnTo>
                    <a:pt x="2341732" y="2029231"/>
                  </a:lnTo>
                  <a:lnTo>
                    <a:pt x="2411947" y="2059728"/>
                  </a:lnTo>
                  <a:lnTo>
                    <a:pt x="2476912" y="2093298"/>
                  </a:lnTo>
                  <a:lnTo>
                    <a:pt x="2537354" y="2130290"/>
                  </a:lnTo>
                  <a:lnTo>
                    <a:pt x="2594016" y="2171048"/>
                  </a:lnTo>
                  <a:lnTo>
                    <a:pt x="2647616" y="2215856"/>
                  </a:lnTo>
                  <a:lnTo>
                    <a:pt x="2698810" y="2264871"/>
                  </a:lnTo>
                  <a:lnTo>
                    <a:pt x="2702183" y="2268321"/>
                  </a:lnTo>
                  <a:lnTo>
                    <a:pt x="2747201" y="2316992"/>
                  </a:lnTo>
                  <a:lnTo>
                    <a:pt x="2791084" y="2369235"/>
                  </a:lnTo>
                  <a:lnTo>
                    <a:pt x="2834142" y="2425122"/>
                  </a:lnTo>
                  <a:lnTo>
                    <a:pt x="2876624" y="2484668"/>
                  </a:lnTo>
                  <a:lnTo>
                    <a:pt x="2918728" y="2547822"/>
                  </a:lnTo>
                  <a:lnTo>
                    <a:pt x="2960609" y="2614464"/>
                  </a:lnTo>
                  <a:lnTo>
                    <a:pt x="3002383" y="2684399"/>
                  </a:lnTo>
                  <a:lnTo>
                    <a:pt x="3044132" y="2757356"/>
                  </a:lnTo>
                  <a:lnTo>
                    <a:pt x="3085910" y="2832989"/>
                  </a:lnTo>
                  <a:lnTo>
                    <a:pt x="3127744" y="2910884"/>
                  </a:lnTo>
                  <a:lnTo>
                    <a:pt x="3169641" y="2990564"/>
                  </a:lnTo>
                  <a:lnTo>
                    <a:pt x="3211592" y="3071500"/>
                  </a:lnTo>
                  <a:lnTo>
                    <a:pt x="3253576" y="3153128"/>
                  </a:lnTo>
                  <a:lnTo>
                    <a:pt x="3295565" y="3234863"/>
                  </a:lnTo>
                  <a:lnTo>
                    <a:pt x="3337531" y="3316117"/>
                  </a:lnTo>
                  <a:lnTo>
                    <a:pt x="3379449" y="3396316"/>
                  </a:lnTo>
                  <a:lnTo>
                    <a:pt x="3421307" y="3474917"/>
                  </a:lnTo>
                  <a:lnTo>
                    <a:pt x="3463103" y="3551422"/>
                  </a:lnTo>
                  <a:lnTo>
                    <a:pt x="3504858" y="3625393"/>
                  </a:lnTo>
                  <a:lnTo>
                    <a:pt x="3546615" y="3696460"/>
                  </a:lnTo>
                  <a:lnTo>
                    <a:pt x="3588445" y="3764323"/>
                  </a:lnTo>
                  <a:lnTo>
                    <a:pt x="3630452" y="3828760"/>
                  </a:lnTo>
                  <a:lnTo>
                    <a:pt x="3672776" y="3889624"/>
                  </a:lnTo>
                  <a:lnTo>
                    <a:pt x="3715600" y="3946840"/>
                  </a:lnTo>
                  <a:lnTo>
                    <a:pt x="3759152" y="4000400"/>
                  </a:lnTo>
                  <a:lnTo>
                    <a:pt x="3803718" y="4050355"/>
                  </a:lnTo>
                  <a:lnTo>
                    <a:pt x="3820202" y="4067605"/>
                  </a:lnTo>
                  <a:lnTo>
                    <a:pt x="3871255" y="4116904"/>
                  </a:lnTo>
                  <a:lnTo>
                    <a:pt x="3924673" y="4161992"/>
                  </a:lnTo>
                  <a:lnTo>
                    <a:pt x="3981107" y="4203014"/>
                  </a:lnTo>
                  <a:lnTo>
                    <a:pt x="4041271" y="4240250"/>
                  </a:lnTo>
                  <a:lnTo>
                    <a:pt x="4105908" y="4274038"/>
                  </a:lnTo>
                  <a:lnTo>
                    <a:pt x="4175749" y="4304732"/>
                  </a:lnTo>
                  <a:lnTo>
                    <a:pt x="4251463" y="4332661"/>
                  </a:lnTo>
                  <a:lnTo>
                    <a:pt x="4333603" y="4358121"/>
                  </a:lnTo>
                  <a:lnTo>
                    <a:pt x="4422516" y="4381358"/>
                  </a:lnTo>
                  <a:lnTo>
                    <a:pt x="4518239" y="4402564"/>
                  </a:lnTo>
                  <a:lnTo>
                    <a:pt x="4620376" y="4421873"/>
                  </a:lnTo>
                  <a:lnTo>
                    <a:pt x="4727956" y="4439366"/>
                  </a:lnTo>
                  <a:lnTo>
                    <a:pt x="4839315" y="4455068"/>
                  </a:lnTo>
                  <a:lnTo>
                    <a:pt x="4952028" y="4468968"/>
                  </a:lnTo>
                  <a:lnTo>
                    <a:pt x="5062946" y="4481030"/>
                  </a:lnTo>
                  <a:lnTo>
                    <a:pt x="5168376" y="4491219"/>
                  </a:lnTo>
                  <a:lnTo>
                    <a:pt x="5264443" y="4499527"/>
                  </a:lnTo>
                  <a:lnTo>
                    <a:pt x="5347581" y="4506000"/>
                  </a:lnTo>
                  <a:lnTo>
                    <a:pt x="5415085" y="4510758"/>
                  </a:lnTo>
                  <a:lnTo>
                    <a:pt x="5465594" y="4513994"/>
                  </a:lnTo>
                  <a:lnTo>
                    <a:pt x="5499378" y="4515969"/>
                  </a:lnTo>
                  <a:lnTo>
                    <a:pt x="5518391" y="4516986"/>
                  </a:lnTo>
                  <a:lnTo>
                    <a:pt x="5526135" y="4517366"/>
                  </a:lnTo>
                  <a:lnTo>
                    <a:pt x="5527445" y="4517426"/>
                  </a:lnTo>
                  <a:lnTo>
                    <a:pt x="6522385" y="4517426"/>
                  </a:lnTo>
                  <a:lnTo>
                    <a:pt x="6523383" y="4517351"/>
                  </a:lnTo>
                  <a:lnTo>
                    <a:pt x="6529980" y="4516814"/>
                  </a:lnTo>
                  <a:lnTo>
                    <a:pt x="6546756" y="4515332"/>
                  </a:lnTo>
                  <a:lnTo>
                    <a:pt x="6577111" y="4512409"/>
                  </a:lnTo>
                  <a:lnTo>
                    <a:pt x="6623090" y="4507571"/>
                  </a:lnTo>
                  <a:lnTo>
                    <a:pt x="6685239" y="4500401"/>
                  </a:lnTo>
                  <a:lnTo>
                    <a:pt x="6762611" y="4490576"/>
                  </a:lnTo>
                  <a:lnTo>
                    <a:pt x="6852981" y="4477885"/>
                  </a:lnTo>
                  <a:lnTo>
                    <a:pt x="6953229" y="4462229"/>
                  </a:lnTo>
                  <a:lnTo>
                    <a:pt x="7059814" y="4443598"/>
                  </a:lnTo>
                  <a:lnTo>
                    <a:pt x="7169237" y="4422037"/>
                  </a:lnTo>
                  <a:lnTo>
                    <a:pt x="7278394" y="4397607"/>
                  </a:lnTo>
                  <a:lnTo>
                    <a:pt x="7384787" y="4370344"/>
                  </a:lnTo>
                  <a:lnTo>
                    <a:pt x="7486603" y="4340233"/>
                  </a:lnTo>
                  <a:lnTo>
                    <a:pt x="7582684" y="4307188"/>
                  </a:lnTo>
                  <a:lnTo>
                    <a:pt x="7672436" y="4271043"/>
                  </a:lnTo>
                  <a:lnTo>
                    <a:pt x="7755715" y="4231545"/>
                  </a:lnTo>
                  <a:lnTo>
                    <a:pt x="7832709" y="4188357"/>
                  </a:lnTo>
                  <a:lnTo>
                    <a:pt x="7903833" y="4141064"/>
                  </a:lnTo>
                  <a:lnTo>
                    <a:pt x="7969652" y="4089186"/>
                  </a:lnTo>
                  <a:lnTo>
                    <a:pt x="8030813" y="4032195"/>
                  </a:lnTo>
                  <a:lnTo>
                    <a:pt x="8087995" y="3969551"/>
                  </a:lnTo>
                  <a:lnTo>
                    <a:pt x="8141877" y="3900751"/>
                  </a:lnTo>
                  <a:lnTo>
                    <a:pt x="8193104" y="3825417"/>
                  </a:lnTo>
                  <a:lnTo>
                    <a:pt x="8229629" y="3765395"/>
                  </a:lnTo>
                  <a:lnTo>
                    <a:pt x="8266301" y="3699735"/>
                  </a:lnTo>
                  <a:lnTo>
                    <a:pt x="8302182" y="3630152"/>
                  </a:lnTo>
                  <a:lnTo>
                    <a:pt x="8337448" y="3556569"/>
                  </a:lnTo>
                  <a:lnTo>
                    <a:pt x="8372247" y="3478948"/>
                  </a:lnTo>
                  <a:lnTo>
                    <a:pt x="8406703" y="3397293"/>
                  </a:lnTo>
                  <a:lnTo>
                    <a:pt x="8440916" y="3311660"/>
                  </a:lnTo>
                  <a:lnTo>
                    <a:pt x="8474972" y="3222155"/>
                  </a:lnTo>
                  <a:lnTo>
                    <a:pt x="8508936" y="3128937"/>
                  </a:lnTo>
                  <a:lnTo>
                    <a:pt x="8542860" y="3032222"/>
                  </a:lnTo>
                  <a:lnTo>
                    <a:pt x="8576781" y="2932280"/>
                  </a:lnTo>
                  <a:lnTo>
                    <a:pt x="8610724" y="2829435"/>
                  </a:lnTo>
                  <a:lnTo>
                    <a:pt x="8644705" y="2724061"/>
                  </a:lnTo>
                  <a:lnTo>
                    <a:pt x="8678728" y="2616578"/>
                  </a:lnTo>
                  <a:lnTo>
                    <a:pt x="8712790" y="2507447"/>
                  </a:lnTo>
                  <a:lnTo>
                    <a:pt x="8746883" y="2397157"/>
                  </a:lnTo>
                  <a:lnTo>
                    <a:pt x="8780995" y="2286222"/>
                  </a:lnTo>
                  <a:lnTo>
                    <a:pt x="8815110" y="2175168"/>
                  </a:lnTo>
                  <a:lnTo>
                    <a:pt x="8849214" y="2064525"/>
                  </a:lnTo>
                  <a:lnTo>
                    <a:pt x="8883291" y="1954811"/>
                  </a:lnTo>
                  <a:lnTo>
                    <a:pt x="8917332" y="1846531"/>
                  </a:lnTo>
                  <a:lnTo>
                    <a:pt x="8951331" y="1740158"/>
                  </a:lnTo>
                  <a:lnTo>
                    <a:pt x="8985290" y="1636131"/>
                  </a:lnTo>
                  <a:lnTo>
                    <a:pt x="9019219" y="1534845"/>
                  </a:lnTo>
                  <a:lnTo>
                    <a:pt x="9053138" y="1436647"/>
                  </a:lnTo>
                  <a:lnTo>
                    <a:pt x="9087078" y="1341832"/>
                  </a:lnTo>
                  <a:lnTo>
                    <a:pt x="9121086" y="1250641"/>
                  </a:lnTo>
                  <a:lnTo>
                    <a:pt x="9155219" y="1163256"/>
                  </a:lnTo>
                  <a:lnTo>
                    <a:pt x="9189555" y="1079809"/>
                  </a:lnTo>
                  <a:lnTo>
                    <a:pt x="9224186" y="1000377"/>
                  </a:lnTo>
                  <a:lnTo>
                    <a:pt x="9259226" y="924986"/>
                  </a:lnTo>
                  <a:lnTo>
                    <a:pt x="9294812" y="853619"/>
                  </a:lnTo>
                  <a:lnTo>
                    <a:pt x="9331106" y="786213"/>
                  </a:lnTo>
                  <a:lnTo>
                    <a:pt x="9347647" y="757271"/>
                  </a:lnTo>
                  <a:lnTo>
                    <a:pt x="9397284" y="676998"/>
                  </a:lnTo>
                  <a:lnTo>
                    <a:pt x="9449144" y="603390"/>
                  </a:lnTo>
                  <a:lnTo>
                    <a:pt x="9503821" y="536236"/>
                  </a:lnTo>
                  <a:lnTo>
                    <a:pt x="9561973" y="475114"/>
                  </a:lnTo>
                  <a:lnTo>
                    <a:pt x="9624281" y="419506"/>
                  </a:lnTo>
                  <a:lnTo>
                    <a:pt x="9691421" y="368871"/>
                  </a:lnTo>
                  <a:lnTo>
                    <a:pt x="9764024" y="322691"/>
                  </a:lnTo>
                  <a:lnTo>
                    <a:pt x="9842621" y="280500"/>
                  </a:lnTo>
                  <a:lnTo>
                    <a:pt x="9927578" y="241904"/>
                  </a:lnTo>
                  <a:lnTo>
                    <a:pt x="10019008" y="206587"/>
                  </a:lnTo>
                  <a:lnTo>
                    <a:pt x="10116659" y="174318"/>
                  </a:lnTo>
                  <a:lnTo>
                    <a:pt x="10219804" y="144954"/>
                  </a:lnTo>
                  <a:lnTo>
                    <a:pt x="10327119" y="118427"/>
                  </a:lnTo>
                  <a:lnTo>
                    <a:pt x="10436612" y="94738"/>
                  </a:lnTo>
                  <a:lnTo>
                    <a:pt x="10545616" y="73935"/>
                  </a:lnTo>
                  <a:lnTo>
                    <a:pt x="10650898" y="56075"/>
                  </a:lnTo>
                  <a:lnTo>
                    <a:pt x="10748906" y="41195"/>
                  </a:lnTo>
                  <a:lnTo>
                    <a:pt x="10836166" y="29263"/>
                  </a:lnTo>
                  <a:lnTo>
                    <a:pt x="10909744" y="20154"/>
                  </a:lnTo>
                  <a:lnTo>
                    <a:pt x="10967716" y="13627"/>
                  </a:lnTo>
                  <a:lnTo>
                    <a:pt x="11009513" y="9330"/>
                  </a:lnTo>
                  <a:lnTo>
                    <a:pt x="11036079" y="6830"/>
                  </a:lnTo>
                  <a:lnTo>
                    <a:pt x="11049828" y="5641"/>
                  </a:lnTo>
                  <a:lnTo>
                    <a:pt x="11054482" y="527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94" y="75"/>
                  </a:lnTo>
                  <a:lnTo>
                    <a:pt x="11047297" y="612"/>
                  </a:lnTo>
                  <a:lnTo>
                    <a:pt x="11030520" y="2094"/>
                  </a:lnTo>
                  <a:lnTo>
                    <a:pt x="11000165" y="5016"/>
                  </a:lnTo>
                  <a:lnTo>
                    <a:pt x="10954186" y="9854"/>
                  </a:lnTo>
                  <a:lnTo>
                    <a:pt x="10892038" y="17024"/>
                  </a:lnTo>
                  <a:lnTo>
                    <a:pt x="10814665" y="26850"/>
                  </a:lnTo>
                  <a:lnTo>
                    <a:pt x="10724295" y="39541"/>
                  </a:lnTo>
                  <a:lnTo>
                    <a:pt x="10624048" y="55197"/>
                  </a:lnTo>
                  <a:lnTo>
                    <a:pt x="10517463" y="73828"/>
                  </a:lnTo>
                  <a:lnTo>
                    <a:pt x="10408040" y="95388"/>
                  </a:lnTo>
                  <a:lnTo>
                    <a:pt x="10298883" y="119819"/>
                  </a:lnTo>
                  <a:lnTo>
                    <a:pt x="10192490" y="147082"/>
                  </a:lnTo>
                  <a:lnTo>
                    <a:pt x="10090674" y="177193"/>
                  </a:lnTo>
                  <a:lnTo>
                    <a:pt x="9994593" y="210237"/>
                  </a:lnTo>
                  <a:lnTo>
                    <a:pt x="9904840" y="246382"/>
                  </a:lnTo>
                  <a:lnTo>
                    <a:pt x="9821561" y="285880"/>
                  </a:lnTo>
                  <a:lnTo>
                    <a:pt x="9744568" y="329069"/>
                  </a:lnTo>
                  <a:lnTo>
                    <a:pt x="9673443" y="376361"/>
                  </a:lnTo>
                  <a:lnTo>
                    <a:pt x="9607624" y="428240"/>
                  </a:lnTo>
                  <a:lnTo>
                    <a:pt x="9546464" y="485231"/>
                  </a:lnTo>
                  <a:lnTo>
                    <a:pt x="9489282" y="547875"/>
                  </a:lnTo>
                  <a:lnTo>
                    <a:pt x="9435399" y="616674"/>
                  </a:lnTo>
                  <a:lnTo>
                    <a:pt x="9384173" y="692008"/>
                  </a:lnTo>
                  <a:lnTo>
                    <a:pt x="9347647" y="752030"/>
                  </a:lnTo>
                  <a:lnTo>
                    <a:pt x="9310976" y="817691"/>
                  </a:lnTo>
                  <a:lnTo>
                    <a:pt x="9275095" y="887273"/>
                  </a:lnTo>
                  <a:lnTo>
                    <a:pt x="9239828" y="960856"/>
                  </a:lnTo>
                  <a:lnTo>
                    <a:pt x="9205029" y="1038478"/>
                  </a:lnTo>
                  <a:lnTo>
                    <a:pt x="9170574" y="1120133"/>
                  </a:lnTo>
                  <a:lnTo>
                    <a:pt x="9136360" y="1205766"/>
                  </a:lnTo>
                  <a:lnTo>
                    <a:pt x="9102305" y="1295271"/>
                  </a:lnTo>
                  <a:lnTo>
                    <a:pt x="9068341" y="1388489"/>
                  </a:lnTo>
                  <a:lnTo>
                    <a:pt x="9034417" y="1485204"/>
                  </a:lnTo>
                  <a:lnTo>
                    <a:pt x="9000496" y="1585146"/>
                  </a:lnTo>
                  <a:lnTo>
                    <a:pt x="8966552" y="1687991"/>
                  </a:lnTo>
                  <a:lnTo>
                    <a:pt x="8932572" y="1793365"/>
                  </a:lnTo>
                  <a:lnTo>
                    <a:pt x="8898549" y="1900847"/>
                  </a:lnTo>
                  <a:lnTo>
                    <a:pt x="8864487" y="2009979"/>
                  </a:lnTo>
                  <a:lnTo>
                    <a:pt x="8830393" y="2120269"/>
                  </a:lnTo>
                  <a:lnTo>
                    <a:pt x="8796282" y="2231204"/>
                  </a:lnTo>
                  <a:lnTo>
                    <a:pt x="8762166" y="2342258"/>
                  </a:lnTo>
                  <a:lnTo>
                    <a:pt x="8728063" y="2452901"/>
                  </a:lnTo>
                  <a:lnTo>
                    <a:pt x="8693985" y="2562614"/>
                  </a:lnTo>
                  <a:lnTo>
                    <a:pt x="8659944" y="2670895"/>
                  </a:lnTo>
                  <a:lnTo>
                    <a:pt x="8625945" y="2777268"/>
                  </a:lnTo>
                  <a:lnTo>
                    <a:pt x="8591986" y="2881295"/>
                  </a:lnTo>
                  <a:lnTo>
                    <a:pt x="8558057" y="2982581"/>
                  </a:lnTo>
                  <a:lnTo>
                    <a:pt x="8524139" y="3080778"/>
                  </a:lnTo>
                  <a:lnTo>
                    <a:pt x="8490198" y="3175593"/>
                  </a:lnTo>
                  <a:lnTo>
                    <a:pt x="8456191" y="3266785"/>
                  </a:lnTo>
                  <a:lnTo>
                    <a:pt x="8422057" y="3354169"/>
                  </a:lnTo>
                  <a:lnTo>
                    <a:pt x="8387722" y="3437616"/>
                  </a:lnTo>
                  <a:lnTo>
                    <a:pt x="8353091" y="3517049"/>
                  </a:lnTo>
                  <a:lnTo>
                    <a:pt x="8318050" y="3592439"/>
                  </a:lnTo>
                  <a:lnTo>
                    <a:pt x="8282465" y="3663807"/>
                  </a:lnTo>
                  <a:lnTo>
                    <a:pt x="8246171" y="3731212"/>
                  </a:lnTo>
                  <a:lnTo>
                    <a:pt x="8229629" y="3760154"/>
                  </a:lnTo>
                  <a:lnTo>
                    <a:pt x="8179992" y="3840428"/>
                  </a:lnTo>
                  <a:lnTo>
                    <a:pt x="8128133" y="3914036"/>
                  </a:lnTo>
                  <a:lnTo>
                    <a:pt x="8073455" y="3981190"/>
                  </a:lnTo>
                  <a:lnTo>
                    <a:pt x="8015304" y="4042311"/>
                  </a:lnTo>
                  <a:lnTo>
                    <a:pt x="7952996" y="4097919"/>
                  </a:lnTo>
                  <a:lnTo>
                    <a:pt x="7885856" y="4148555"/>
                  </a:lnTo>
                  <a:lnTo>
                    <a:pt x="7813253" y="4194735"/>
                  </a:lnTo>
                  <a:lnTo>
                    <a:pt x="7734656" y="4236926"/>
                  </a:lnTo>
                  <a:lnTo>
                    <a:pt x="7649698" y="4275522"/>
                  </a:lnTo>
                  <a:lnTo>
                    <a:pt x="7558269" y="4310839"/>
                  </a:lnTo>
                  <a:lnTo>
                    <a:pt x="7460617" y="4343107"/>
                  </a:lnTo>
                  <a:lnTo>
                    <a:pt x="7357473" y="4372472"/>
                  </a:lnTo>
                  <a:lnTo>
                    <a:pt x="7250158" y="4398999"/>
                  </a:lnTo>
                  <a:lnTo>
                    <a:pt x="7140664" y="4422687"/>
                  </a:lnTo>
                  <a:lnTo>
                    <a:pt x="7031660" y="4443491"/>
                  </a:lnTo>
                  <a:lnTo>
                    <a:pt x="6926379" y="4461350"/>
                  </a:lnTo>
                  <a:lnTo>
                    <a:pt x="6828370" y="4476231"/>
                  </a:lnTo>
                  <a:lnTo>
                    <a:pt x="6741111" y="4488162"/>
                  </a:lnTo>
                  <a:lnTo>
                    <a:pt x="6667533" y="4497271"/>
                  </a:lnTo>
                  <a:lnTo>
                    <a:pt x="6609561" y="4503799"/>
                  </a:lnTo>
                  <a:lnTo>
                    <a:pt x="6567763" y="4508095"/>
                  </a:lnTo>
                  <a:lnTo>
                    <a:pt x="6541197" y="4510596"/>
                  </a:lnTo>
                  <a:lnTo>
                    <a:pt x="6527448" y="4511784"/>
                  </a:lnTo>
                  <a:lnTo>
                    <a:pt x="6522794" y="4512155"/>
                  </a:lnTo>
                  <a:lnTo>
                    <a:pt x="6522385" y="4512185"/>
                  </a:lnTo>
                  <a:lnTo>
                    <a:pt x="5527445" y="4512185"/>
                  </a:lnTo>
                  <a:lnTo>
                    <a:pt x="5526364" y="4512136"/>
                  </a:lnTo>
                  <a:lnTo>
                    <a:pt x="5519219" y="4511787"/>
                  </a:lnTo>
                  <a:lnTo>
                    <a:pt x="5501090" y="4510823"/>
                  </a:lnTo>
                  <a:lnTo>
                    <a:pt x="5468380" y="4508923"/>
                  </a:lnTo>
                  <a:lnTo>
                    <a:pt x="5419024" y="4505781"/>
                  </a:lnTo>
                  <a:lnTo>
                    <a:pt x="5352638" y="4501132"/>
                  </a:lnTo>
                  <a:lnTo>
                    <a:pt x="5270480" y="4494778"/>
                  </a:lnTo>
                  <a:lnTo>
                    <a:pt x="5175178" y="4486596"/>
                  </a:lnTo>
                  <a:lnTo>
                    <a:pt x="5070257" y="4476534"/>
                  </a:lnTo>
                  <a:lnTo>
                    <a:pt x="4959589" y="4464597"/>
                  </a:lnTo>
                  <a:lnTo>
                    <a:pt x="4846890" y="4450820"/>
                  </a:lnTo>
                  <a:lnTo>
                    <a:pt x="4735355" y="4435238"/>
                  </a:lnTo>
                  <a:lnTo>
                    <a:pt x="4627461" y="4417867"/>
                  </a:lnTo>
                  <a:lnTo>
                    <a:pt x="4524920" y="4398681"/>
                  </a:lnTo>
                  <a:lnTo>
                    <a:pt x="4428746" y="4377606"/>
                  </a:lnTo>
                  <a:lnTo>
                    <a:pt x="4339372" y="4354511"/>
                  </a:lnTo>
                  <a:lnTo>
                    <a:pt x="4256785" y="4329208"/>
                  </a:lnTo>
                  <a:lnTo>
                    <a:pt x="4180653" y="4301454"/>
                  </a:lnTo>
                  <a:lnTo>
                    <a:pt x="4110438" y="4270957"/>
                  </a:lnTo>
                  <a:lnTo>
                    <a:pt x="4045473" y="4237387"/>
                  </a:lnTo>
                  <a:lnTo>
                    <a:pt x="3985031" y="4200395"/>
                  </a:lnTo>
                  <a:lnTo>
                    <a:pt x="3928369" y="4159637"/>
                  </a:lnTo>
                  <a:lnTo>
                    <a:pt x="3874769" y="4114829"/>
                  </a:lnTo>
                  <a:lnTo>
                    <a:pt x="3823575" y="4065814"/>
                  </a:lnTo>
                  <a:lnTo>
                    <a:pt x="3820202" y="4062364"/>
                  </a:lnTo>
                  <a:lnTo>
                    <a:pt x="3775184" y="4013693"/>
                  </a:lnTo>
                  <a:lnTo>
                    <a:pt x="3731301" y="3961450"/>
                  </a:lnTo>
                  <a:lnTo>
                    <a:pt x="3688243" y="3905563"/>
                  </a:lnTo>
                  <a:lnTo>
                    <a:pt x="3645761" y="3846017"/>
                  </a:lnTo>
                  <a:lnTo>
                    <a:pt x="3603657" y="3782863"/>
                  </a:lnTo>
                  <a:lnTo>
                    <a:pt x="3561776" y="3716221"/>
                  </a:lnTo>
                  <a:lnTo>
                    <a:pt x="3520002" y="3646286"/>
                  </a:lnTo>
                  <a:lnTo>
                    <a:pt x="3478253" y="3573329"/>
                  </a:lnTo>
                  <a:lnTo>
                    <a:pt x="3436475" y="3497696"/>
                  </a:lnTo>
                  <a:lnTo>
                    <a:pt x="3394641" y="3419801"/>
                  </a:lnTo>
                  <a:lnTo>
                    <a:pt x="3352744" y="3340121"/>
                  </a:lnTo>
                  <a:lnTo>
                    <a:pt x="3310793" y="3259185"/>
                  </a:lnTo>
                  <a:lnTo>
                    <a:pt x="3268809" y="3177557"/>
                  </a:lnTo>
                  <a:lnTo>
                    <a:pt x="3226820" y="3095822"/>
                  </a:lnTo>
                  <a:lnTo>
                    <a:pt x="3184854" y="3014568"/>
                  </a:lnTo>
                  <a:lnTo>
                    <a:pt x="3142936" y="2934369"/>
                  </a:lnTo>
                  <a:lnTo>
                    <a:pt x="3101078" y="2855768"/>
                  </a:lnTo>
                  <a:lnTo>
                    <a:pt x="3059282" y="2779263"/>
                  </a:lnTo>
                  <a:lnTo>
                    <a:pt x="3017527" y="2705292"/>
                  </a:lnTo>
                  <a:lnTo>
                    <a:pt x="2975770" y="2634225"/>
                  </a:lnTo>
                  <a:lnTo>
                    <a:pt x="2933940" y="2566362"/>
                  </a:lnTo>
                  <a:lnTo>
                    <a:pt x="2891933" y="2501925"/>
                  </a:lnTo>
                  <a:lnTo>
                    <a:pt x="2849609" y="2441061"/>
                  </a:lnTo>
                  <a:lnTo>
                    <a:pt x="2806785" y="2383845"/>
                  </a:lnTo>
                  <a:lnTo>
                    <a:pt x="2763233" y="2330285"/>
                  </a:lnTo>
                  <a:lnTo>
                    <a:pt x="2718667" y="2280330"/>
                  </a:lnTo>
                  <a:lnTo>
                    <a:pt x="2702183" y="2263080"/>
                  </a:lnTo>
                  <a:lnTo>
                    <a:pt x="2651130" y="2213781"/>
                  </a:lnTo>
                  <a:lnTo>
                    <a:pt x="2597712" y="2168693"/>
                  </a:lnTo>
                  <a:lnTo>
                    <a:pt x="2541278" y="2127671"/>
                  </a:lnTo>
                  <a:lnTo>
                    <a:pt x="2481114" y="2090435"/>
                  </a:lnTo>
                  <a:lnTo>
                    <a:pt x="2416477" y="2056647"/>
                  </a:lnTo>
                  <a:lnTo>
                    <a:pt x="2346636" y="2025953"/>
                  </a:lnTo>
                  <a:lnTo>
                    <a:pt x="2270922" y="1998024"/>
                  </a:lnTo>
                  <a:lnTo>
                    <a:pt x="2188782" y="1972564"/>
                  </a:lnTo>
                  <a:lnTo>
                    <a:pt x="2099869" y="1949327"/>
                  </a:lnTo>
                  <a:lnTo>
                    <a:pt x="2004145" y="1928121"/>
                  </a:lnTo>
                  <a:lnTo>
                    <a:pt x="1902009" y="1908812"/>
                  </a:lnTo>
                  <a:lnTo>
                    <a:pt x="1794429" y="1891319"/>
                  </a:lnTo>
                  <a:lnTo>
                    <a:pt x="1683070" y="1875617"/>
                  </a:lnTo>
                  <a:lnTo>
                    <a:pt x="1570357" y="1861717"/>
                  </a:lnTo>
                  <a:lnTo>
                    <a:pt x="1459439" y="1849655"/>
                  </a:lnTo>
                  <a:lnTo>
                    <a:pt x="1354009" y="1839466"/>
                  </a:lnTo>
                  <a:lnTo>
                    <a:pt x="1257942" y="1831158"/>
                  </a:lnTo>
                  <a:lnTo>
                    <a:pt x="1174804" y="1824685"/>
                  </a:lnTo>
                  <a:lnTo>
                    <a:pt x="1107300" y="1819927"/>
                  </a:lnTo>
                  <a:lnTo>
                    <a:pt x="1056791" y="1816691"/>
                  </a:lnTo>
                  <a:lnTo>
                    <a:pt x="1023007" y="1814716"/>
                  </a:lnTo>
                  <a:lnTo>
                    <a:pt x="1003994" y="1813699"/>
                  </a:lnTo>
                  <a:lnTo>
                    <a:pt x="996250" y="1813319"/>
                  </a:lnTo>
                  <a:lnTo>
                    <a:pt x="994940" y="1813259"/>
                  </a:lnTo>
                  <a:lnTo>
                    <a:pt x="0" y="1813259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92" name="pl291"/>
            <p:cNvSpPr/>
            <p:nvPr/>
          </p:nvSpPr>
          <p:spPr>
            <a:xfrm>
              <a:off x="1199187" y="2085607"/>
              <a:ext cx="12049831" cy="4512185"/>
            </a:xfrm>
            <a:custGeom>
              <a:avLst/>
              <a:pathLst>
                <a:path w="12049831" h="4512185">
                  <a:moveTo>
                    <a:pt x="0" y="1813259"/>
                  </a:moveTo>
                  <a:lnTo>
                    <a:pt x="994940" y="1813259"/>
                  </a:lnTo>
                  <a:lnTo>
                    <a:pt x="996021" y="1813308"/>
                  </a:lnTo>
                  <a:lnTo>
                    <a:pt x="1003166" y="1813657"/>
                  </a:lnTo>
                  <a:lnTo>
                    <a:pt x="1021295" y="1814621"/>
                  </a:lnTo>
                  <a:lnTo>
                    <a:pt x="1054005" y="1816521"/>
                  </a:lnTo>
                  <a:lnTo>
                    <a:pt x="1103361" y="1819664"/>
                  </a:lnTo>
                  <a:lnTo>
                    <a:pt x="1169747" y="1824312"/>
                  </a:lnTo>
                  <a:lnTo>
                    <a:pt x="1251905" y="1830666"/>
                  </a:lnTo>
                  <a:lnTo>
                    <a:pt x="1347207" y="1838848"/>
                  </a:lnTo>
                  <a:lnTo>
                    <a:pt x="1452128" y="1848910"/>
                  </a:lnTo>
                  <a:lnTo>
                    <a:pt x="1562796" y="1860847"/>
                  </a:lnTo>
                  <a:lnTo>
                    <a:pt x="1675495" y="1874624"/>
                  </a:lnTo>
                  <a:lnTo>
                    <a:pt x="1787030" y="1890206"/>
                  </a:lnTo>
                  <a:lnTo>
                    <a:pt x="1894924" y="1907578"/>
                  </a:lnTo>
                  <a:lnTo>
                    <a:pt x="1997465" y="1926763"/>
                  </a:lnTo>
                  <a:lnTo>
                    <a:pt x="2093639" y="1947838"/>
                  </a:lnTo>
                  <a:lnTo>
                    <a:pt x="2183013" y="1970933"/>
                  </a:lnTo>
                  <a:lnTo>
                    <a:pt x="2265600" y="1996236"/>
                  </a:lnTo>
                  <a:lnTo>
                    <a:pt x="2341732" y="2023990"/>
                  </a:lnTo>
                  <a:lnTo>
                    <a:pt x="2411947" y="2054488"/>
                  </a:lnTo>
                  <a:lnTo>
                    <a:pt x="2476912" y="2088057"/>
                  </a:lnTo>
                  <a:lnTo>
                    <a:pt x="2537354" y="2125050"/>
                  </a:lnTo>
                  <a:lnTo>
                    <a:pt x="2594016" y="2165807"/>
                  </a:lnTo>
                  <a:lnTo>
                    <a:pt x="2647616" y="2210615"/>
                  </a:lnTo>
                  <a:lnTo>
                    <a:pt x="2698810" y="2259630"/>
                  </a:lnTo>
                  <a:lnTo>
                    <a:pt x="2702183" y="2263080"/>
                  </a:lnTo>
                  <a:lnTo>
                    <a:pt x="2747201" y="2311751"/>
                  </a:lnTo>
                  <a:lnTo>
                    <a:pt x="2791084" y="2363994"/>
                  </a:lnTo>
                  <a:lnTo>
                    <a:pt x="2834142" y="2419881"/>
                  </a:lnTo>
                  <a:lnTo>
                    <a:pt x="2876624" y="2479427"/>
                  </a:lnTo>
                  <a:lnTo>
                    <a:pt x="2918728" y="2542582"/>
                  </a:lnTo>
                  <a:lnTo>
                    <a:pt x="2960609" y="2609224"/>
                  </a:lnTo>
                  <a:lnTo>
                    <a:pt x="3002383" y="2679158"/>
                  </a:lnTo>
                  <a:lnTo>
                    <a:pt x="3044132" y="2752115"/>
                  </a:lnTo>
                  <a:lnTo>
                    <a:pt x="3085910" y="2827749"/>
                  </a:lnTo>
                  <a:lnTo>
                    <a:pt x="3127744" y="2905644"/>
                  </a:lnTo>
                  <a:lnTo>
                    <a:pt x="3169641" y="2985323"/>
                  </a:lnTo>
                  <a:lnTo>
                    <a:pt x="3211592" y="3066259"/>
                  </a:lnTo>
                  <a:lnTo>
                    <a:pt x="3253576" y="3147888"/>
                  </a:lnTo>
                  <a:lnTo>
                    <a:pt x="3295565" y="3229623"/>
                  </a:lnTo>
                  <a:lnTo>
                    <a:pt x="3337531" y="3310877"/>
                  </a:lnTo>
                  <a:lnTo>
                    <a:pt x="3379449" y="3391075"/>
                  </a:lnTo>
                  <a:lnTo>
                    <a:pt x="3421307" y="3469676"/>
                  </a:lnTo>
                  <a:lnTo>
                    <a:pt x="3463103" y="3546181"/>
                  </a:lnTo>
                  <a:lnTo>
                    <a:pt x="3504858" y="3620153"/>
                  </a:lnTo>
                  <a:lnTo>
                    <a:pt x="3546615" y="3691219"/>
                  </a:lnTo>
                  <a:lnTo>
                    <a:pt x="3588445" y="3759082"/>
                  </a:lnTo>
                  <a:lnTo>
                    <a:pt x="3630452" y="3823519"/>
                  </a:lnTo>
                  <a:lnTo>
                    <a:pt x="3672776" y="3884384"/>
                  </a:lnTo>
                  <a:lnTo>
                    <a:pt x="3715600" y="3941600"/>
                  </a:lnTo>
                  <a:lnTo>
                    <a:pt x="3759152" y="3995159"/>
                  </a:lnTo>
                  <a:lnTo>
                    <a:pt x="3803718" y="4045114"/>
                  </a:lnTo>
                  <a:lnTo>
                    <a:pt x="3820202" y="4062364"/>
                  </a:lnTo>
                  <a:lnTo>
                    <a:pt x="3871255" y="4111663"/>
                  </a:lnTo>
                  <a:lnTo>
                    <a:pt x="3924673" y="4156751"/>
                  </a:lnTo>
                  <a:lnTo>
                    <a:pt x="3981107" y="4197773"/>
                  </a:lnTo>
                  <a:lnTo>
                    <a:pt x="4041271" y="4235009"/>
                  </a:lnTo>
                  <a:lnTo>
                    <a:pt x="4105908" y="4268798"/>
                  </a:lnTo>
                  <a:lnTo>
                    <a:pt x="4175749" y="4299491"/>
                  </a:lnTo>
                  <a:lnTo>
                    <a:pt x="4251463" y="4327420"/>
                  </a:lnTo>
                  <a:lnTo>
                    <a:pt x="4333603" y="4352880"/>
                  </a:lnTo>
                  <a:lnTo>
                    <a:pt x="4422516" y="4376117"/>
                  </a:lnTo>
                  <a:lnTo>
                    <a:pt x="4518239" y="4397323"/>
                  </a:lnTo>
                  <a:lnTo>
                    <a:pt x="4620376" y="4416633"/>
                  </a:lnTo>
                  <a:lnTo>
                    <a:pt x="4727956" y="4434125"/>
                  </a:lnTo>
                  <a:lnTo>
                    <a:pt x="4839315" y="4449827"/>
                  </a:lnTo>
                  <a:lnTo>
                    <a:pt x="4952028" y="4463728"/>
                  </a:lnTo>
                  <a:lnTo>
                    <a:pt x="5062946" y="4475789"/>
                  </a:lnTo>
                  <a:lnTo>
                    <a:pt x="5168376" y="4485978"/>
                  </a:lnTo>
                  <a:lnTo>
                    <a:pt x="5264443" y="4494286"/>
                  </a:lnTo>
                  <a:lnTo>
                    <a:pt x="5347581" y="4500760"/>
                  </a:lnTo>
                  <a:lnTo>
                    <a:pt x="5415085" y="4505518"/>
                  </a:lnTo>
                  <a:lnTo>
                    <a:pt x="5465594" y="4508754"/>
                  </a:lnTo>
                  <a:lnTo>
                    <a:pt x="5499378" y="4510728"/>
                  </a:lnTo>
                  <a:lnTo>
                    <a:pt x="5518391" y="4511745"/>
                  </a:lnTo>
                  <a:lnTo>
                    <a:pt x="5526135" y="4512126"/>
                  </a:lnTo>
                  <a:lnTo>
                    <a:pt x="5527445" y="4512185"/>
                  </a:lnTo>
                  <a:lnTo>
                    <a:pt x="5527445" y="4512185"/>
                  </a:lnTo>
                  <a:lnTo>
                    <a:pt x="6522385" y="4512185"/>
                  </a:lnTo>
                  <a:lnTo>
                    <a:pt x="6523383" y="4512110"/>
                  </a:lnTo>
                  <a:lnTo>
                    <a:pt x="6529980" y="4511573"/>
                  </a:lnTo>
                  <a:lnTo>
                    <a:pt x="6546756" y="4510091"/>
                  </a:lnTo>
                  <a:lnTo>
                    <a:pt x="6577111" y="4507169"/>
                  </a:lnTo>
                  <a:lnTo>
                    <a:pt x="6623090" y="4502330"/>
                  </a:lnTo>
                  <a:lnTo>
                    <a:pt x="6685239" y="4495161"/>
                  </a:lnTo>
                  <a:lnTo>
                    <a:pt x="6762611" y="4485335"/>
                  </a:lnTo>
                  <a:lnTo>
                    <a:pt x="6852981" y="4472644"/>
                  </a:lnTo>
                  <a:lnTo>
                    <a:pt x="6953229" y="4456988"/>
                  </a:lnTo>
                  <a:lnTo>
                    <a:pt x="7059814" y="4438357"/>
                  </a:lnTo>
                  <a:lnTo>
                    <a:pt x="7169237" y="4416797"/>
                  </a:lnTo>
                  <a:lnTo>
                    <a:pt x="7278394" y="4392366"/>
                  </a:lnTo>
                  <a:lnTo>
                    <a:pt x="7384787" y="4365103"/>
                  </a:lnTo>
                  <a:lnTo>
                    <a:pt x="7486603" y="4334992"/>
                  </a:lnTo>
                  <a:lnTo>
                    <a:pt x="7582684" y="4301948"/>
                  </a:lnTo>
                  <a:lnTo>
                    <a:pt x="7672436" y="4265803"/>
                  </a:lnTo>
                  <a:lnTo>
                    <a:pt x="7755715" y="4226305"/>
                  </a:lnTo>
                  <a:lnTo>
                    <a:pt x="7832709" y="4183116"/>
                  </a:lnTo>
                  <a:lnTo>
                    <a:pt x="7903833" y="4135824"/>
                  </a:lnTo>
                  <a:lnTo>
                    <a:pt x="7969652" y="4083945"/>
                  </a:lnTo>
                  <a:lnTo>
                    <a:pt x="8030813" y="4026954"/>
                  </a:lnTo>
                  <a:lnTo>
                    <a:pt x="8087995" y="3964310"/>
                  </a:lnTo>
                  <a:lnTo>
                    <a:pt x="8141877" y="3895511"/>
                  </a:lnTo>
                  <a:lnTo>
                    <a:pt x="8193104" y="3820177"/>
                  </a:lnTo>
                  <a:lnTo>
                    <a:pt x="8229629" y="3760154"/>
                  </a:lnTo>
                  <a:lnTo>
                    <a:pt x="8266301" y="3694494"/>
                  </a:lnTo>
                  <a:lnTo>
                    <a:pt x="8302182" y="3624912"/>
                  </a:lnTo>
                  <a:lnTo>
                    <a:pt x="8337448" y="3551329"/>
                  </a:lnTo>
                  <a:lnTo>
                    <a:pt x="8372247" y="3473707"/>
                  </a:lnTo>
                  <a:lnTo>
                    <a:pt x="8406703" y="3392052"/>
                  </a:lnTo>
                  <a:lnTo>
                    <a:pt x="8440916" y="3306419"/>
                  </a:lnTo>
                  <a:lnTo>
                    <a:pt x="8474972" y="3216914"/>
                  </a:lnTo>
                  <a:lnTo>
                    <a:pt x="8508936" y="3123696"/>
                  </a:lnTo>
                  <a:lnTo>
                    <a:pt x="8542860" y="3026981"/>
                  </a:lnTo>
                  <a:lnTo>
                    <a:pt x="8576781" y="2927039"/>
                  </a:lnTo>
                  <a:lnTo>
                    <a:pt x="8610724" y="2824194"/>
                  </a:lnTo>
                  <a:lnTo>
                    <a:pt x="8644705" y="2718820"/>
                  </a:lnTo>
                  <a:lnTo>
                    <a:pt x="8678728" y="2611338"/>
                  </a:lnTo>
                  <a:lnTo>
                    <a:pt x="8712790" y="2502206"/>
                  </a:lnTo>
                  <a:lnTo>
                    <a:pt x="8746883" y="2391916"/>
                  </a:lnTo>
                  <a:lnTo>
                    <a:pt x="8780995" y="2280981"/>
                  </a:lnTo>
                  <a:lnTo>
                    <a:pt x="8815110" y="2169927"/>
                  </a:lnTo>
                  <a:lnTo>
                    <a:pt x="8849214" y="2059284"/>
                  </a:lnTo>
                  <a:lnTo>
                    <a:pt x="8883291" y="1949571"/>
                  </a:lnTo>
                  <a:lnTo>
                    <a:pt x="8917332" y="1841290"/>
                  </a:lnTo>
                  <a:lnTo>
                    <a:pt x="8951331" y="1734917"/>
                  </a:lnTo>
                  <a:lnTo>
                    <a:pt x="8985290" y="1630890"/>
                  </a:lnTo>
                  <a:lnTo>
                    <a:pt x="9019219" y="1529604"/>
                  </a:lnTo>
                  <a:lnTo>
                    <a:pt x="9053138" y="1431407"/>
                  </a:lnTo>
                  <a:lnTo>
                    <a:pt x="9087078" y="1336592"/>
                  </a:lnTo>
                  <a:lnTo>
                    <a:pt x="9121086" y="1245400"/>
                  </a:lnTo>
                  <a:lnTo>
                    <a:pt x="9155219" y="1158016"/>
                  </a:lnTo>
                  <a:lnTo>
                    <a:pt x="9189555" y="1074569"/>
                  </a:lnTo>
                  <a:lnTo>
                    <a:pt x="9224186" y="995136"/>
                  </a:lnTo>
                  <a:lnTo>
                    <a:pt x="9259226" y="919746"/>
                  </a:lnTo>
                  <a:lnTo>
                    <a:pt x="9294812" y="848378"/>
                  </a:lnTo>
                  <a:lnTo>
                    <a:pt x="9331106" y="780973"/>
                  </a:lnTo>
                  <a:lnTo>
                    <a:pt x="9347647" y="752030"/>
                  </a:lnTo>
                  <a:lnTo>
                    <a:pt x="9397284" y="671757"/>
                  </a:lnTo>
                  <a:lnTo>
                    <a:pt x="9449144" y="598149"/>
                  </a:lnTo>
                  <a:lnTo>
                    <a:pt x="9503821" y="530995"/>
                  </a:lnTo>
                  <a:lnTo>
                    <a:pt x="9561973" y="469874"/>
                  </a:lnTo>
                  <a:lnTo>
                    <a:pt x="9624281" y="414266"/>
                  </a:lnTo>
                  <a:lnTo>
                    <a:pt x="9691421" y="363630"/>
                  </a:lnTo>
                  <a:lnTo>
                    <a:pt x="9764024" y="317450"/>
                  </a:lnTo>
                  <a:lnTo>
                    <a:pt x="9842621" y="275259"/>
                  </a:lnTo>
                  <a:lnTo>
                    <a:pt x="9927578" y="236663"/>
                  </a:lnTo>
                  <a:lnTo>
                    <a:pt x="10019008" y="201346"/>
                  </a:lnTo>
                  <a:lnTo>
                    <a:pt x="10116659" y="169078"/>
                  </a:lnTo>
                  <a:lnTo>
                    <a:pt x="10219804" y="139713"/>
                  </a:lnTo>
                  <a:lnTo>
                    <a:pt x="10327119" y="113186"/>
                  </a:lnTo>
                  <a:lnTo>
                    <a:pt x="10436612" y="89498"/>
                  </a:lnTo>
                  <a:lnTo>
                    <a:pt x="10545616" y="68694"/>
                  </a:lnTo>
                  <a:lnTo>
                    <a:pt x="10650898" y="50835"/>
                  </a:lnTo>
                  <a:lnTo>
                    <a:pt x="10748906" y="35954"/>
                  </a:lnTo>
                  <a:lnTo>
                    <a:pt x="10836166" y="24023"/>
                  </a:lnTo>
                  <a:lnTo>
                    <a:pt x="10909744" y="14914"/>
                  </a:lnTo>
                  <a:lnTo>
                    <a:pt x="10967716" y="8386"/>
                  </a:lnTo>
                  <a:lnTo>
                    <a:pt x="11009513" y="4090"/>
                  </a:lnTo>
                  <a:lnTo>
                    <a:pt x="11036079" y="1589"/>
                  </a:lnTo>
                  <a:lnTo>
                    <a:pt x="11049828" y="401"/>
                  </a:lnTo>
                  <a:lnTo>
                    <a:pt x="11054482" y="3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3" name="pl292"/>
            <p:cNvSpPr/>
            <p:nvPr/>
          </p:nvSpPr>
          <p:spPr>
            <a:xfrm>
              <a:off x="1199187" y="2080367"/>
              <a:ext cx="12049831" cy="4512185"/>
            </a:xfrm>
            <a:custGeom>
              <a:avLst/>
              <a:pathLst>
                <a:path w="12049831" h="4512185">
                  <a:moveTo>
                    <a:pt x="12049831" y="0"/>
                  </a:moveTo>
                  <a:lnTo>
                    <a:pt x="11054891" y="0"/>
                  </a:lnTo>
                  <a:lnTo>
                    <a:pt x="11053894" y="75"/>
                  </a:lnTo>
                  <a:lnTo>
                    <a:pt x="11047297" y="612"/>
                  </a:lnTo>
                  <a:lnTo>
                    <a:pt x="11030520" y="2094"/>
                  </a:lnTo>
                  <a:lnTo>
                    <a:pt x="11000165" y="5016"/>
                  </a:lnTo>
                  <a:lnTo>
                    <a:pt x="10954186" y="9854"/>
                  </a:lnTo>
                  <a:lnTo>
                    <a:pt x="10892038" y="17024"/>
                  </a:lnTo>
                  <a:lnTo>
                    <a:pt x="10814665" y="26850"/>
                  </a:lnTo>
                  <a:lnTo>
                    <a:pt x="10724295" y="39541"/>
                  </a:lnTo>
                  <a:lnTo>
                    <a:pt x="10624048" y="55197"/>
                  </a:lnTo>
                  <a:lnTo>
                    <a:pt x="10517463" y="73828"/>
                  </a:lnTo>
                  <a:lnTo>
                    <a:pt x="10408040" y="95388"/>
                  </a:lnTo>
                  <a:lnTo>
                    <a:pt x="10298883" y="119819"/>
                  </a:lnTo>
                  <a:lnTo>
                    <a:pt x="10192490" y="147082"/>
                  </a:lnTo>
                  <a:lnTo>
                    <a:pt x="10090674" y="177193"/>
                  </a:lnTo>
                  <a:lnTo>
                    <a:pt x="9994593" y="210237"/>
                  </a:lnTo>
                  <a:lnTo>
                    <a:pt x="9904840" y="246382"/>
                  </a:lnTo>
                  <a:lnTo>
                    <a:pt x="9821561" y="285880"/>
                  </a:lnTo>
                  <a:lnTo>
                    <a:pt x="9744568" y="329069"/>
                  </a:lnTo>
                  <a:lnTo>
                    <a:pt x="9673443" y="376361"/>
                  </a:lnTo>
                  <a:lnTo>
                    <a:pt x="9607624" y="428240"/>
                  </a:lnTo>
                  <a:lnTo>
                    <a:pt x="9546464" y="485231"/>
                  </a:lnTo>
                  <a:lnTo>
                    <a:pt x="9489282" y="547875"/>
                  </a:lnTo>
                  <a:lnTo>
                    <a:pt x="9435399" y="616674"/>
                  </a:lnTo>
                  <a:lnTo>
                    <a:pt x="9384173" y="692008"/>
                  </a:lnTo>
                  <a:lnTo>
                    <a:pt x="9347647" y="752030"/>
                  </a:lnTo>
                  <a:lnTo>
                    <a:pt x="9310976" y="817691"/>
                  </a:lnTo>
                  <a:lnTo>
                    <a:pt x="9275095" y="887273"/>
                  </a:lnTo>
                  <a:lnTo>
                    <a:pt x="9239828" y="960856"/>
                  </a:lnTo>
                  <a:lnTo>
                    <a:pt x="9205029" y="1038478"/>
                  </a:lnTo>
                  <a:lnTo>
                    <a:pt x="9170574" y="1120133"/>
                  </a:lnTo>
                  <a:lnTo>
                    <a:pt x="9136360" y="1205766"/>
                  </a:lnTo>
                  <a:lnTo>
                    <a:pt x="9102305" y="1295271"/>
                  </a:lnTo>
                  <a:lnTo>
                    <a:pt x="9068341" y="1388489"/>
                  </a:lnTo>
                  <a:lnTo>
                    <a:pt x="9034417" y="1485204"/>
                  </a:lnTo>
                  <a:lnTo>
                    <a:pt x="9000496" y="1585146"/>
                  </a:lnTo>
                  <a:lnTo>
                    <a:pt x="8966552" y="1687991"/>
                  </a:lnTo>
                  <a:lnTo>
                    <a:pt x="8932572" y="1793365"/>
                  </a:lnTo>
                  <a:lnTo>
                    <a:pt x="8898549" y="1900847"/>
                  </a:lnTo>
                  <a:lnTo>
                    <a:pt x="8864487" y="2009979"/>
                  </a:lnTo>
                  <a:lnTo>
                    <a:pt x="8830393" y="2120269"/>
                  </a:lnTo>
                  <a:lnTo>
                    <a:pt x="8796282" y="2231204"/>
                  </a:lnTo>
                  <a:lnTo>
                    <a:pt x="8762166" y="2342258"/>
                  </a:lnTo>
                  <a:lnTo>
                    <a:pt x="8728063" y="2452901"/>
                  </a:lnTo>
                  <a:lnTo>
                    <a:pt x="8693985" y="2562614"/>
                  </a:lnTo>
                  <a:lnTo>
                    <a:pt x="8659944" y="2670895"/>
                  </a:lnTo>
                  <a:lnTo>
                    <a:pt x="8625945" y="2777268"/>
                  </a:lnTo>
                  <a:lnTo>
                    <a:pt x="8591986" y="2881295"/>
                  </a:lnTo>
                  <a:lnTo>
                    <a:pt x="8558057" y="2982581"/>
                  </a:lnTo>
                  <a:lnTo>
                    <a:pt x="8524139" y="3080778"/>
                  </a:lnTo>
                  <a:lnTo>
                    <a:pt x="8490198" y="3175593"/>
                  </a:lnTo>
                  <a:lnTo>
                    <a:pt x="8456191" y="3266785"/>
                  </a:lnTo>
                  <a:lnTo>
                    <a:pt x="8422057" y="3354169"/>
                  </a:lnTo>
                  <a:lnTo>
                    <a:pt x="8387722" y="3437616"/>
                  </a:lnTo>
                  <a:lnTo>
                    <a:pt x="8353091" y="3517049"/>
                  </a:lnTo>
                  <a:lnTo>
                    <a:pt x="8318050" y="3592439"/>
                  </a:lnTo>
                  <a:lnTo>
                    <a:pt x="8282465" y="3663807"/>
                  </a:lnTo>
                  <a:lnTo>
                    <a:pt x="8246171" y="3731212"/>
                  </a:lnTo>
                  <a:lnTo>
                    <a:pt x="8229629" y="3760154"/>
                  </a:lnTo>
                  <a:lnTo>
                    <a:pt x="8179992" y="3840428"/>
                  </a:lnTo>
                  <a:lnTo>
                    <a:pt x="8128133" y="3914036"/>
                  </a:lnTo>
                  <a:lnTo>
                    <a:pt x="8073455" y="3981190"/>
                  </a:lnTo>
                  <a:lnTo>
                    <a:pt x="8015304" y="4042311"/>
                  </a:lnTo>
                  <a:lnTo>
                    <a:pt x="7952996" y="4097919"/>
                  </a:lnTo>
                  <a:lnTo>
                    <a:pt x="7885856" y="4148555"/>
                  </a:lnTo>
                  <a:lnTo>
                    <a:pt x="7813253" y="4194735"/>
                  </a:lnTo>
                  <a:lnTo>
                    <a:pt x="7734656" y="4236926"/>
                  </a:lnTo>
                  <a:lnTo>
                    <a:pt x="7649698" y="4275522"/>
                  </a:lnTo>
                  <a:lnTo>
                    <a:pt x="7558269" y="4310839"/>
                  </a:lnTo>
                  <a:lnTo>
                    <a:pt x="7460617" y="4343107"/>
                  </a:lnTo>
                  <a:lnTo>
                    <a:pt x="7357473" y="4372472"/>
                  </a:lnTo>
                  <a:lnTo>
                    <a:pt x="7250158" y="4398999"/>
                  </a:lnTo>
                  <a:lnTo>
                    <a:pt x="7140664" y="4422687"/>
                  </a:lnTo>
                  <a:lnTo>
                    <a:pt x="7031660" y="4443491"/>
                  </a:lnTo>
                  <a:lnTo>
                    <a:pt x="6926379" y="4461350"/>
                  </a:lnTo>
                  <a:lnTo>
                    <a:pt x="6828370" y="4476231"/>
                  </a:lnTo>
                  <a:lnTo>
                    <a:pt x="6741111" y="4488162"/>
                  </a:lnTo>
                  <a:lnTo>
                    <a:pt x="6667533" y="4497271"/>
                  </a:lnTo>
                  <a:lnTo>
                    <a:pt x="6609561" y="4503799"/>
                  </a:lnTo>
                  <a:lnTo>
                    <a:pt x="6567763" y="4508095"/>
                  </a:lnTo>
                  <a:lnTo>
                    <a:pt x="6541197" y="4510596"/>
                  </a:lnTo>
                  <a:lnTo>
                    <a:pt x="6527448" y="4511784"/>
                  </a:lnTo>
                  <a:lnTo>
                    <a:pt x="6522794" y="4512155"/>
                  </a:lnTo>
                  <a:lnTo>
                    <a:pt x="6522385" y="4512185"/>
                  </a:lnTo>
                  <a:lnTo>
                    <a:pt x="5527445" y="4512185"/>
                  </a:lnTo>
                  <a:lnTo>
                    <a:pt x="5526364" y="4512136"/>
                  </a:lnTo>
                  <a:lnTo>
                    <a:pt x="5519219" y="4511787"/>
                  </a:lnTo>
                  <a:lnTo>
                    <a:pt x="5501090" y="4510823"/>
                  </a:lnTo>
                  <a:lnTo>
                    <a:pt x="5468380" y="4508923"/>
                  </a:lnTo>
                  <a:lnTo>
                    <a:pt x="5419024" y="4505781"/>
                  </a:lnTo>
                  <a:lnTo>
                    <a:pt x="5352638" y="4501132"/>
                  </a:lnTo>
                  <a:lnTo>
                    <a:pt x="5270480" y="4494778"/>
                  </a:lnTo>
                  <a:lnTo>
                    <a:pt x="5175178" y="4486596"/>
                  </a:lnTo>
                  <a:lnTo>
                    <a:pt x="5070257" y="4476534"/>
                  </a:lnTo>
                  <a:lnTo>
                    <a:pt x="4959589" y="4464597"/>
                  </a:lnTo>
                  <a:lnTo>
                    <a:pt x="4846890" y="4450820"/>
                  </a:lnTo>
                  <a:lnTo>
                    <a:pt x="4735355" y="4435238"/>
                  </a:lnTo>
                  <a:lnTo>
                    <a:pt x="4627461" y="4417867"/>
                  </a:lnTo>
                  <a:lnTo>
                    <a:pt x="4524920" y="4398681"/>
                  </a:lnTo>
                  <a:lnTo>
                    <a:pt x="4428746" y="4377606"/>
                  </a:lnTo>
                  <a:lnTo>
                    <a:pt x="4339372" y="4354511"/>
                  </a:lnTo>
                  <a:lnTo>
                    <a:pt x="4256785" y="4329208"/>
                  </a:lnTo>
                  <a:lnTo>
                    <a:pt x="4180653" y="4301454"/>
                  </a:lnTo>
                  <a:lnTo>
                    <a:pt x="4110438" y="4270957"/>
                  </a:lnTo>
                  <a:lnTo>
                    <a:pt x="4045473" y="4237387"/>
                  </a:lnTo>
                  <a:lnTo>
                    <a:pt x="3985031" y="4200395"/>
                  </a:lnTo>
                  <a:lnTo>
                    <a:pt x="3928369" y="4159637"/>
                  </a:lnTo>
                  <a:lnTo>
                    <a:pt x="3874769" y="4114829"/>
                  </a:lnTo>
                  <a:lnTo>
                    <a:pt x="3823575" y="4065814"/>
                  </a:lnTo>
                  <a:lnTo>
                    <a:pt x="3820202" y="4062364"/>
                  </a:lnTo>
                  <a:lnTo>
                    <a:pt x="3775184" y="4013693"/>
                  </a:lnTo>
                  <a:lnTo>
                    <a:pt x="3731301" y="3961450"/>
                  </a:lnTo>
                  <a:lnTo>
                    <a:pt x="3688243" y="3905563"/>
                  </a:lnTo>
                  <a:lnTo>
                    <a:pt x="3645761" y="3846017"/>
                  </a:lnTo>
                  <a:lnTo>
                    <a:pt x="3603657" y="3782863"/>
                  </a:lnTo>
                  <a:lnTo>
                    <a:pt x="3561776" y="3716221"/>
                  </a:lnTo>
                  <a:lnTo>
                    <a:pt x="3520002" y="3646286"/>
                  </a:lnTo>
                  <a:lnTo>
                    <a:pt x="3478253" y="3573329"/>
                  </a:lnTo>
                  <a:lnTo>
                    <a:pt x="3436475" y="3497696"/>
                  </a:lnTo>
                  <a:lnTo>
                    <a:pt x="3394641" y="3419801"/>
                  </a:lnTo>
                  <a:lnTo>
                    <a:pt x="3352744" y="3340121"/>
                  </a:lnTo>
                  <a:lnTo>
                    <a:pt x="3310793" y="3259185"/>
                  </a:lnTo>
                  <a:lnTo>
                    <a:pt x="3268809" y="3177557"/>
                  </a:lnTo>
                  <a:lnTo>
                    <a:pt x="3226820" y="3095822"/>
                  </a:lnTo>
                  <a:lnTo>
                    <a:pt x="3184854" y="3014568"/>
                  </a:lnTo>
                  <a:lnTo>
                    <a:pt x="3142936" y="2934369"/>
                  </a:lnTo>
                  <a:lnTo>
                    <a:pt x="3101078" y="2855768"/>
                  </a:lnTo>
                  <a:lnTo>
                    <a:pt x="3059282" y="2779263"/>
                  </a:lnTo>
                  <a:lnTo>
                    <a:pt x="3017527" y="2705292"/>
                  </a:lnTo>
                  <a:lnTo>
                    <a:pt x="2975770" y="2634225"/>
                  </a:lnTo>
                  <a:lnTo>
                    <a:pt x="2933940" y="2566362"/>
                  </a:lnTo>
                  <a:lnTo>
                    <a:pt x="2891933" y="2501925"/>
                  </a:lnTo>
                  <a:lnTo>
                    <a:pt x="2849609" y="2441061"/>
                  </a:lnTo>
                  <a:lnTo>
                    <a:pt x="2806785" y="2383845"/>
                  </a:lnTo>
                  <a:lnTo>
                    <a:pt x="2763233" y="2330285"/>
                  </a:lnTo>
                  <a:lnTo>
                    <a:pt x="2718667" y="2280330"/>
                  </a:lnTo>
                  <a:lnTo>
                    <a:pt x="2702183" y="2263080"/>
                  </a:lnTo>
                  <a:lnTo>
                    <a:pt x="2651130" y="2213781"/>
                  </a:lnTo>
                  <a:lnTo>
                    <a:pt x="2597712" y="2168693"/>
                  </a:lnTo>
                  <a:lnTo>
                    <a:pt x="2541278" y="2127671"/>
                  </a:lnTo>
                  <a:lnTo>
                    <a:pt x="2481114" y="2090435"/>
                  </a:lnTo>
                  <a:lnTo>
                    <a:pt x="2416477" y="2056647"/>
                  </a:lnTo>
                  <a:lnTo>
                    <a:pt x="2346636" y="2025953"/>
                  </a:lnTo>
                  <a:lnTo>
                    <a:pt x="2270922" y="1998024"/>
                  </a:lnTo>
                  <a:lnTo>
                    <a:pt x="2188782" y="1972564"/>
                  </a:lnTo>
                  <a:lnTo>
                    <a:pt x="2099869" y="1949327"/>
                  </a:lnTo>
                  <a:lnTo>
                    <a:pt x="2004145" y="1928121"/>
                  </a:lnTo>
                  <a:lnTo>
                    <a:pt x="1902009" y="1908812"/>
                  </a:lnTo>
                  <a:lnTo>
                    <a:pt x="1794429" y="1891319"/>
                  </a:lnTo>
                  <a:lnTo>
                    <a:pt x="1683070" y="1875617"/>
                  </a:lnTo>
                  <a:lnTo>
                    <a:pt x="1570357" y="1861717"/>
                  </a:lnTo>
                  <a:lnTo>
                    <a:pt x="1459439" y="1849655"/>
                  </a:lnTo>
                  <a:lnTo>
                    <a:pt x="1354009" y="1839466"/>
                  </a:lnTo>
                  <a:lnTo>
                    <a:pt x="1257942" y="1831158"/>
                  </a:lnTo>
                  <a:lnTo>
                    <a:pt x="1174804" y="1824685"/>
                  </a:lnTo>
                  <a:lnTo>
                    <a:pt x="1107300" y="1819927"/>
                  </a:lnTo>
                  <a:lnTo>
                    <a:pt x="1056791" y="1816691"/>
                  </a:lnTo>
                  <a:lnTo>
                    <a:pt x="1023007" y="1814716"/>
                  </a:lnTo>
                  <a:lnTo>
                    <a:pt x="1003994" y="1813699"/>
                  </a:lnTo>
                  <a:lnTo>
                    <a:pt x="996250" y="1813319"/>
                  </a:lnTo>
                  <a:lnTo>
                    <a:pt x="994940" y="1813259"/>
                  </a:lnTo>
                  <a:lnTo>
                    <a:pt x="994940" y="1813259"/>
                  </a:lnTo>
                  <a:lnTo>
                    <a:pt x="0" y="1813259"/>
                  </a:lnTo>
                  <a:lnTo>
                    <a:pt x="0" y="18132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4" name="pg293"/>
            <p:cNvSpPr/>
            <p:nvPr/>
          </p:nvSpPr>
          <p:spPr>
            <a:xfrm>
              <a:off x="1199187" y="1289031"/>
              <a:ext cx="12049831" cy="2919033"/>
            </a:xfrm>
            <a:custGeom>
              <a:avLst/>
              <a:pathLst>
                <a:path w="12049831" h="2919033">
                  <a:moveTo>
                    <a:pt x="0" y="1383527"/>
                  </a:moveTo>
                  <a:lnTo>
                    <a:pt x="994940" y="1383527"/>
                  </a:lnTo>
                  <a:lnTo>
                    <a:pt x="996058" y="1383556"/>
                  </a:lnTo>
                  <a:lnTo>
                    <a:pt x="1003438" y="1383761"/>
                  </a:lnTo>
                  <a:lnTo>
                    <a:pt x="1022148" y="1384329"/>
                  </a:lnTo>
                  <a:lnTo>
                    <a:pt x="1055865" y="1385447"/>
                  </a:lnTo>
                  <a:lnTo>
                    <a:pt x="1106658" y="1387296"/>
                  </a:lnTo>
                  <a:lnTo>
                    <a:pt x="1174836" y="1390029"/>
                  </a:lnTo>
                  <a:lnTo>
                    <a:pt x="1258998" y="1393760"/>
                  </a:lnTo>
                  <a:lnTo>
                    <a:pt x="1356343" y="1398558"/>
                  </a:lnTo>
                  <a:lnTo>
                    <a:pt x="1463173" y="1404451"/>
                  </a:lnTo>
                  <a:lnTo>
                    <a:pt x="1575480" y="1411434"/>
                  </a:lnTo>
                  <a:lnTo>
                    <a:pt x="1689464" y="1419485"/>
                  </a:lnTo>
                  <a:lnTo>
                    <a:pt x="1801902" y="1428584"/>
                  </a:lnTo>
                  <a:lnTo>
                    <a:pt x="1910337" y="1438724"/>
                  </a:lnTo>
                  <a:lnTo>
                    <a:pt x="2013103" y="1449925"/>
                  </a:lnTo>
                  <a:lnTo>
                    <a:pt x="2109253" y="1462235"/>
                  </a:lnTo>
                  <a:lnTo>
                    <a:pt x="2198424" y="1475736"/>
                  </a:lnTo>
                  <a:lnTo>
                    <a:pt x="2280695" y="1490546"/>
                  </a:lnTo>
                  <a:lnTo>
                    <a:pt x="2356456" y="1506812"/>
                  </a:lnTo>
                  <a:lnTo>
                    <a:pt x="2426297" y="1524711"/>
                  </a:lnTo>
                  <a:lnTo>
                    <a:pt x="2490925" y="1544442"/>
                  </a:lnTo>
                  <a:lnTo>
                    <a:pt x="2551099" y="1566210"/>
                  </a:lnTo>
                  <a:lnTo>
                    <a:pt x="2607585" y="1590213"/>
                  </a:lnTo>
                  <a:lnTo>
                    <a:pt x="2661113" y="1616604"/>
                  </a:lnTo>
                  <a:lnTo>
                    <a:pt x="2702183" y="1639445"/>
                  </a:lnTo>
                  <a:lnTo>
                    <a:pt x="2755268" y="1672396"/>
                  </a:lnTo>
                  <a:lnTo>
                    <a:pt x="2806850" y="1708199"/>
                  </a:lnTo>
                  <a:lnTo>
                    <a:pt x="2857413" y="1746908"/>
                  </a:lnTo>
                  <a:lnTo>
                    <a:pt x="2907327" y="1788508"/>
                  </a:lnTo>
                  <a:lnTo>
                    <a:pt x="2956874" y="1832912"/>
                  </a:lnTo>
                  <a:lnTo>
                    <a:pt x="3006258" y="1879948"/>
                  </a:lnTo>
                  <a:lnTo>
                    <a:pt x="3055614" y="1929361"/>
                  </a:lnTo>
                  <a:lnTo>
                    <a:pt x="3105023" y="1980815"/>
                  </a:lnTo>
                  <a:lnTo>
                    <a:pt x="3154518" y="2033898"/>
                  </a:lnTo>
                  <a:lnTo>
                    <a:pt x="3204095" y="2088135"/>
                  </a:lnTo>
                  <a:lnTo>
                    <a:pt x="3253723" y="2143002"/>
                  </a:lnTo>
                  <a:lnTo>
                    <a:pt x="3303357" y="2197953"/>
                  </a:lnTo>
                  <a:lnTo>
                    <a:pt x="3352953" y="2252436"/>
                  </a:lnTo>
                  <a:lnTo>
                    <a:pt x="3402475" y="2305919"/>
                  </a:lnTo>
                  <a:lnTo>
                    <a:pt x="3451908" y="2357910"/>
                  </a:lnTo>
                  <a:lnTo>
                    <a:pt x="3501275" y="2407977"/>
                  </a:lnTo>
                  <a:lnTo>
                    <a:pt x="3550638" y="2455758"/>
                  </a:lnTo>
                  <a:lnTo>
                    <a:pt x="3600118" y="2500976"/>
                  </a:lnTo>
                  <a:lnTo>
                    <a:pt x="3649896" y="2543433"/>
                  </a:lnTo>
                  <a:lnTo>
                    <a:pt x="3700229" y="2583017"/>
                  </a:lnTo>
                  <a:lnTo>
                    <a:pt x="3751459" y="2619692"/>
                  </a:lnTo>
                  <a:lnTo>
                    <a:pt x="3804033" y="2653492"/>
                  </a:lnTo>
                  <a:lnTo>
                    <a:pt x="3820202" y="2663115"/>
                  </a:lnTo>
                  <a:lnTo>
                    <a:pt x="3871843" y="2691466"/>
                  </a:lnTo>
                  <a:lnTo>
                    <a:pt x="3925911" y="2717367"/>
                  </a:lnTo>
                  <a:lnTo>
                    <a:pt x="3983079" y="2740905"/>
                  </a:lnTo>
                  <a:lnTo>
                    <a:pt x="4044087" y="2762247"/>
                  </a:lnTo>
                  <a:lnTo>
                    <a:pt x="4109705" y="2781592"/>
                  </a:lnTo>
                  <a:lnTo>
                    <a:pt x="4180684" y="2799148"/>
                  </a:lnTo>
                  <a:lnTo>
                    <a:pt x="4257713" y="2815107"/>
                  </a:lnTo>
                  <a:lnTo>
                    <a:pt x="4341350" y="2829643"/>
                  </a:lnTo>
                  <a:lnTo>
                    <a:pt x="4431932" y="2842896"/>
                  </a:lnTo>
                  <a:lnTo>
                    <a:pt x="4529459" y="2854977"/>
                  </a:lnTo>
                  <a:lnTo>
                    <a:pt x="4633464" y="2865961"/>
                  </a:lnTo>
                  <a:lnTo>
                    <a:pt x="4742864" y="2875891"/>
                  </a:lnTo>
                  <a:lnTo>
                    <a:pt x="4855837" y="2884780"/>
                  </a:lnTo>
                  <a:lnTo>
                    <a:pt x="4969765" y="2892618"/>
                  </a:lnTo>
                  <a:lnTo>
                    <a:pt x="5081288" y="2899383"/>
                  </a:lnTo>
                  <a:lnTo>
                    <a:pt x="5186529" y="2905055"/>
                  </a:lnTo>
                  <a:lnTo>
                    <a:pt x="5281497" y="2909635"/>
                  </a:lnTo>
                  <a:lnTo>
                    <a:pt x="5362627" y="2913158"/>
                  </a:lnTo>
                  <a:lnTo>
                    <a:pt x="5427365" y="2915702"/>
                  </a:lnTo>
                  <a:lnTo>
                    <a:pt x="5474638" y="2917391"/>
                  </a:lnTo>
                  <a:lnTo>
                    <a:pt x="5505113" y="2918383"/>
                  </a:lnTo>
                  <a:lnTo>
                    <a:pt x="5521200" y="2918863"/>
                  </a:lnTo>
                  <a:lnTo>
                    <a:pt x="5526870" y="2919018"/>
                  </a:lnTo>
                  <a:lnTo>
                    <a:pt x="5527445" y="2919033"/>
                  </a:lnTo>
                  <a:lnTo>
                    <a:pt x="6522385" y="2919033"/>
                  </a:lnTo>
                  <a:lnTo>
                    <a:pt x="6523459" y="2918980"/>
                  </a:lnTo>
                  <a:lnTo>
                    <a:pt x="6530548" y="2918606"/>
                  </a:lnTo>
                  <a:lnTo>
                    <a:pt x="6548542" y="2917574"/>
                  </a:lnTo>
                  <a:lnTo>
                    <a:pt x="6581016" y="2915539"/>
                  </a:lnTo>
                  <a:lnTo>
                    <a:pt x="6630035" y="2912173"/>
                  </a:lnTo>
                  <a:lnTo>
                    <a:pt x="6696000" y="2907194"/>
                  </a:lnTo>
                  <a:lnTo>
                    <a:pt x="6777685" y="2900386"/>
                  </a:lnTo>
                  <a:lnTo>
                    <a:pt x="6872504" y="2891616"/>
                  </a:lnTo>
                  <a:lnTo>
                    <a:pt x="6976971" y="2880828"/>
                  </a:lnTo>
                  <a:lnTo>
                    <a:pt x="7087246" y="2868026"/>
                  </a:lnTo>
                  <a:lnTo>
                    <a:pt x="7199635" y="2853246"/>
                  </a:lnTo>
                  <a:lnTo>
                    <a:pt x="7310949" y="2836528"/>
                  </a:lnTo>
                  <a:lnTo>
                    <a:pt x="7418708" y="2817888"/>
                  </a:lnTo>
                  <a:lnTo>
                    <a:pt x="7521190" y="2797302"/>
                  </a:lnTo>
                  <a:lnTo>
                    <a:pt x="7617364" y="2774691"/>
                  </a:lnTo>
                  <a:lnTo>
                    <a:pt x="7706782" y="2749918"/>
                  </a:lnTo>
                  <a:lnTo>
                    <a:pt x="7789442" y="2722783"/>
                  </a:lnTo>
                  <a:lnTo>
                    <a:pt x="7865661" y="2693029"/>
                  </a:lnTo>
                  <a:lnTo>
                    <a:pt x="7935965" y="2660346"/>
                  </a:lnTo>
                  <a:lnTo>
                    <a:pt x="8001011" y="2624382"/>
                  </a:lnTo>
                  <a:lnTo>
                    <a:pt x="8061519" y="2584762"/>
                  </a:lnTo>
                  <a:lnTo>
                    <a:pt x="8118226" y="2541120"/>
                  </a:lnTo>
                  <a:lnTo>
                    <a:pt x="8171847" y="2493142"/>
                  </a:lnTo>
                  <a:lnTo>
                    <a:pt x="8223037" y="2440651"/>
                  </a:lnTo>
                  <a:lnTo>
                    <a:pt x="8229629" y="2433401"/>
                  </a:lnTo>
                  <a:lnTo>
                    <a:pt x="8273411" y="2382368"/>
                  </a:lnTo>
                  <a:lnTo>
                    <a:pt x="8316113" y="2327693"/>
                  </a:lnTo>
                  <a:lnTo>
                    <a:pt x="8358020" y="2269302"/>
                  </a:lnTo>
                  <a:lnTo>
                    <a:pt x="8399366" y="2207176"/>
                  </a:lnTo>
                  <a:lnTo>
                    <a:pt x="8440335" y="2141359"/>
                  </a:lnTo>
                  <a:lnTo>
                    <a:pt x="8481076" y="2071961"/>
                  </a:lnTo>
                  <a:lnTo>
                    <a:pt x="8521699" y="1999164"/>
                  </a:lnTo>
                  <a:lnTo>
                    <a:pt x="8562287" y="1923223"/>
                  </a:lnTo>
                  <a:lnTo>
                    <a:pt x="8602893" y="1844466"/>
                  </a:lnTo>
                  <a:lnTo>
                    <a:pt x="8643547" y="1763289"/>
                  </a:lnTo>
                  <a:lnTo>
                    <a:pt x="8684262" y="1680149"/>
                  </a:lnTo>
                  <a:lnTo>
                    <a:pt x="8725031" y="1595557"/>
                  </a:lnTo>
                  <a:lnTo>
                    <a:pt x="8765839" y="1510064"/>
                  </a:lnTo>
                  <a:lnTo>
                    <a:pt x="8806662" y="1424244"/>
                  </a:lnTo>
                  <a:lnTo>
                    <a:pt x="8847473" y="1338682"/>
                  </a:lnTo>
                  <a:lnTo>
                    <a:pt x="8888247" y="1253956"/>
                  </a:lnTo>
                  <a:lnTo>
                    <a:pt x="8928969" y="1170619"/>
                  </a:lnTo>
                  <a:lnTo>
                    <a:pt x="8969630" y="1089187"/>
                  </a:lnTo>
                  <a:lnTo>
                    <a:pt x="9010241" y="1010125"/>
                  </a:lnTo>
                  <a:lnTo>
                    <a:pt x="9050828" y="933837"/>
                  </a:lnTo>
                  <a:lnTo>
                    <a:pt x="9091444" y="860658"/>
                  </a:lnTo>
                  <a:lnTo>
                    <a:pt x="9132165" y="790851"/>
                  </a:lnTo>
                  <a:lnTo>
                    <a:pt x="9173101" y="724608"/>
                  </a:lnTo>
                  <a:lnTo>
                    <a:pt x="9214394" y="662047"/>
                  </a:lnTo>
                  <a:lnTo>
                    <a:pt x="9256224" y="603218"/>
                  </a:lnTo>
                  <a:lnTo>
                    <a:pt x="9298820" y="548112"/>
                  </a:lnTo>
                  <a:lnTo>
                    <a:pt x="9342459" y="496658"/>
                  </a:lnTo>
                  <a:lnTo>
                    <a:pt x="9347647" y="490872"/>
                  </a:lnTo>
                  <a:lnTo>
                    <a:pt x="9398561" y="437784"/>
                  </a:lnTo>
                  <a:lnTo>
                    <a:pt x="9451826" y="389219"/>
                  </a:lnTo>
                  <a:lnTo>
                    <a:pt x="9508087" y="345021"/>
                  </a:lnTo>
                  <a:lnTo>
                    <a:pt x="9568052" y="304892"/>
                  </a:lnTo>
                  <a:lnTo>
                    <a:pt x="9632459" y="268468"/>
                  </a:lnTo>
                  <a:lnTo>
                    <a:pt x="9702031" y="235374"/>
                  </a:lnTo>
                  <a:lnTo>
                    <a:pt x="9777437" y="205253"/>
                  </a:lnTo>
                  <a:lnTo>
                    <a:pt x="9859225" y="177789"/>
                  </a:lnTo>
                  <a:lnTo>
                    <a:pt x="9947745" y="152717"/>
                  </a:lnTo>
                  <a:lnTo>
                    <a:pt x="10043044" y="129831"/>
                  </a:lnTo>
                  <a:lnTo>
                    <a:pt x="10144740" y="108984"/>
                  </a:lnTo>
                  <a:lnTo>
                    <a:pt x="10251887" y="90090"/>
                  </a:lnTo>
                  <a:lnTo>
                    <a:pt x="10362858" y="73118"/>
                  </a:lnTo>
                  <a:lnTo>
                    <a:pt x="10475273" y="58081"/>
                  </a:lnTo>
                  <a:lnTo>
                    <a:pt x="10586031" y="45016"/>
                  </a:lnTo>
                  <a:lnTo>
                    <a:pt x="10691484" y="33962"/>
                  </a:lnTo>
                  <a:lnTo>
                    <a:pt x="10787786" y="24928"/>
                  </a:lnTo>
                  <a:lnTo>
                    <a:pt x="10871373" y="17867"/>
                  </a:lnTo>
                  <a:lnTo>
                    <a:pt x="10939512" y="12658"/>
                  </a:lnTo>
                  <a:lnTo>
                    <a:pt x="10990776" y="9094"/>
                  </a:lnTo>
                  <a:lnTo>
                    <a:pt x="11025346" y="6902"/>
                  </a:lnTo>
                  <a:lnTo>
                    <a:pt x="11045073" y="5757"/>
                  </a:lnTo>
                  <a:lnTo>
                    <a:pt x="11053346" y="531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8" y="52"/>
                  </a:lnTo>
                  <a:lnTo>
                    <a:pt x="11046728" y="426"/>
                  </a:lnTo>
                  <a:lnTo>
                    <a:pt x="11028735" y="1458"/>
                  </a:lnTo>
                  <a:lnTo>
                    <a:pt x="10996261" y="3493"/>
                  </a:lnTo>
                  <a:lnTo>
                    <a:pt x="10947242" y="6859"/>
                  </a:lnTo>
                  <a:lnTo>
                    <a:pt x="10881277" y="11838"/>
                  </a:lnTo>
                  <a:lnTo>
                    <a:pt x="10799591" y="18647"/>
                  </a:lnTo>
                  <a:lnTo>
                    <a:pt x="10704773" y="27417"/>
                  </a:lnTo>
                  <a:lnTo>
                    <a:pt x="10600306" y="38204"/>
                  </a:lnTo>
                  <a:lnTo>
                    <a:pt x="10490030" y="51006"/>
                  </a:lnTo>
                  <a:lnTo>
                    <a:pt x="10377642" y="65786"/>
                  </a:lnTo>
                  <a:lnTo>
                    <a:pt x="10266328" y="82504"/>
                  </a:lnTo>
                  <a:lnTo>
                    <a:pt x="10158568" y="101144"/>
                  </a:lnTo>
                  <a:lnTo>
                    <a:pt x="10056087" y="121730"/>
                  </a:lnTo>
                  <a:lnTo>
                    <a:pt x="9959913" y="144341"/>
                  </a:lnTo>
                  <a:lnTo>
                    <a:pt x="9870494" y="169114"/>
                  </a:lnTo>
                  <a:lnTo>
                    <a:pt x="9787834" y="196249"/>
                  </a:lnTo>
                  <a:lnTo>
                    <a:pt x="9711616" y="226003"/>
                  </a:lnTo>
                  <a:lnTo>
                    <a:pt x="9641312" y="258686"/>
                  </a:lnTo>
                  <a:lnTo>
                    <a:pt x="9576265" y="294650"/>
                  </a:lnTo>
                  <a:lnTo>
                    <a:pt x="9515757" y="334270"/>
                  </a:lnTo>
                  <a:lnTo>
                    <a:pt x="9459050" y="377913"/>
                  </a:lnTo>
                  <a:lnTo>
                    <a:pt x="9405429" y="425890"/>
                  </a:lnTo>
                  <a:lnTo>
                    <a:pt x="9354239" y="478381"/>
                  </a:lnTo>
                  <a:lnTo>
                    <a:pt x="9347647" y="485632"/>
                  </a:lnTo>
                  <a:lnTo>
                    <a:pt x="9303865" y="536664"/>
                  </a:lnTo>
                  <a:lnTo>
                    <a:pt x="9261164" y="591339"/>
                  </a:lnTo>
                  <a:lnTo>
                    <a:pt x="9219256" y="649730"/>
                  </a:lnTo>
                  <a:lnTo>
                    <a:pt x="9177911" y="711856"/>
                  </a:lnTo>
                  <a:lnTo>
                    <a:pt x="9136941" y="777673"/>
                  </a:lnTo>
                  <a:lnTo>
                    <a:pt x="9096201" y="847072"/>
                  </a:lnTo>
                  <a:lnTo>
                    <a:pt x="9055577" y="919868"/>
                  </a:lnTo>
                  <a:lnTo>
                    <a:pt x="9014990" y="995809"/>
                  </a:lnTo>
                  <a:lnTo>
                    <a:pt x="8974384" y="1074566"/>
                  </a:lnTo>
                  <a:lnTo>
                    <a:pt x="8933729" y="1155744"/>
                  </a:lnTo>
                  <a:lnTo>
                    <a:pt x="8893015" y="1238883"/>
                  </a:lnTo>
                  <a:lnTo>
                    <a:pt x="8852245" y="1323475"/>
                  </a:lnTo>
                  <a:lnTo>
                    <a:pt x="8811437" y="1408968"/>
                  </a:lnTo>
                  <a:lnTo>
                    <a:pt x="8770615" y="1494788"/>
                  </a:lnTo>
                  <a:lnTo>
                    <a:pt x="8729804" y="1580350"/>
                  </a:lnTo>
                  <a:lnTo>
                    <a:pt x="8689029" y="1665076"/>
                  </a:lnTo>
                  <a:lnTo>
                    <a:pt x="8648308" y="1748413"/>
                  </a:lnTo>
                  <a:lnTo>
                    <a:pt x="8607646" y="1829845"/>
                  </a:lnTo>
                  <a:lnTo>
                    <a:pt x="8567036" y="1908907"/>
                  </a:lnTo>
                  <a:lnTo>
                    <a:pt x="8526448" y="1985195"/>
                  </a:lnTo>
                  <a:lnTo>
                    <a:pt x="8485833" y="2058374"/>
                  </a:lnTo>
                  <a:lnTo>
                    <a:pt x="8445111" y="2128181"/>
                  </a:lnTo>
                  <a:lnTo>
                    <a:pt x="8404175" y="2194424"/>
                  </a:lnTo>
                  <a:lnTo>
                    <a:pt x="8362883" y="2256986"/>
                  </a:lnTo>
                  <a:lnTo>
                    <a:pt x="8321052" y="2315814"/>
                  </a:lnTo>
                  <a:lnTo>
                    <a:pt x="8278457" y="2370921"/>
                  </a:lnTo>
                  <a:lnTo>
                    <a:pt x="8234818" y="2422374"/>
                  </a:lnTo>
                  <a:lnTo>
                    <a:pt x="8229629" y="2428160"/>
                  </a:lnTo>
                  <a:lnTo>
                    <a:pt x="8178715" y="2481248"/>
                  </a:lnTo>
                  <a:lnTo>
                    <a:pt x="8125450" y="2529813"/>
                  </a:lnTo>
                  <a:lnTo>
                    <a:pt x="8069190" y="2574011"/>
                  </a:lnTo>
                  <a:lnTo>
                    <a:pt x="8009224" y="2614140"/>
                  </a:lnTo>
                  <a:lnTo>
                    <a:pt x="7944818" y="2650564"/>
                  </a:lnTo>
                  <a:lnTo>
                    <a:pt x="7875245" y="2683658"/>
                  </a:lnTo>
                  <a:lnTo>
                    <a:pt x="7799840" y="2713779"/>
                  </a:lnTo>
                  <a:lnTo>
                    <a:pt x="7718052" y="2741243"/>
                  </a:lnTo>
                  <a:lnTo>
                    <a:pt x="7629531" y="2766315"/>
                  </a:lnTo>
                  <a:lnTo>
                    <a:pt x="7534232" y="2789201"/>
                  </a:lnTo>
                  <a:lnTo>
                    <a:pt x="7432537" y="2810048"/>
                  </a:lnTo>
                  <a:lnTo>
                    <a:pt x="7325389" y="2828942"/>
                  </a:lnTo>
                  <a:lnTo>
                    <a:pt x="7214418" y="2845914"/>
                  </a:lnTo>
                  <a:lnTo>
                    <a:pt x="7102003" y="2860951"/>
                  </a:lnTo>
                  <a:lnTo>
                    <a:pt x="6991246" y="2874016"/>
                  </a:lnTo>
                  <a:lnTo>
                    <a:pt x="6885793" y="2885070"/>
                  </a:lnTo>
                  <a:lnTo>
                    <a:pt x="6789491" y="2894104"/>
                  </a:lnTo>
                  <a:lnTo>
                    <a:pt x="6705904" y="2901165"/>
                  </a:lnTo>
                  <a:lnTo>
                    <a:pt x="6637765" y="2906375"/>
                  </a:lnTo>
                  <a:lnTo>
                    <a:pt x="6586500" y="2909938"/>
                  </a:lnTo>
                  <a:lnTo>
                    <a:pt x="6551930" y="2912130"/>
                  </a:lnTo>
                  <a:lnTo>
                    <a:pt x="6532203" y="2913275"/>
                  </a:lnTo>
                  <a:lnTo>
                    <a:pt x="6523931" y="2913716"/>
                  </a:lnTo>
                  <a:lnTo>
                    <a:pt x="6522385" y="2913792"/>
                  </a:lnTo>
                  <a:lnTo>
                    <a:pt x="5527445" y="2913792"/>
                  </a:lnTo>
                  <a:lnTo>
                    <a:pt x="5526327" y="2913763"/>
                  </a:lnTo>
                  <a:lnTo>
                    <a:pt x="5518947" y="2913558"/>
                  </a:lnTo>
                  <a:lnTo>
                    <a:pt x="5500237" y="2912990"/>
                  </a:lnTo>
                  <a:lnTo>
                    <a:pt x="5466520" y="2911872"/>
                  </a:lnTo>
                  <a:lnTo>
                    <a:pt x="5415727" y="2910023"/>
                  </a:lnTo>
                  <a:lnTo>
                    <a:pt x="5347549" y="2907290"/>
                  </a:lnTo>
                  <a:lnTo>
                    <a:pt x="5263387" y="2903559"/>
                  </a:lnTo>
                  <a:lnTo>
                    <a:pt x="5166042" y="2898761"/>
                  </a:lnTo>
                  <a:lnTo>
                    <a:pt x="5059212" y="2892867"/>
                  </a:lnTo>
                  <a:lnTo>
                    <a:pt x="4946905" y="2885885"/>
                  </a:lnTo>
                  <a:lnTo>
                    <a:pt x="4832921" y="2877834"/>
                  </a:lnTo>
                  <a:lnTo>
                    <a:pt x="4720483" y="2868735"/>
                  </a:lnTo>
                  <a:lnTo>
                    <a:pt x="4612048" y="2858595"/>
                  </a:lnTo>
                  <a:lnTo>
                    <a:pt x="4509282" y="2847394"/>
                  </a:lnTo>
                  <a:lnTo>
                    <a:pt x="4413132" y="2835084"/>
                  </a:lnTo>
                  <a:lnTo>
                    <a:pt x="4323961" y="2821583"/>
                  </a:lnTo>
                  <a:lnTo>
                    <a:pt x="4241690" y="2806773"/>
                  </a:lnTo>
                  <a:lnTo>
                    <a:pt x="4165929" y="2790507"/>
                  </a:lnTo>
                  <a:lnTo>
                    <a:pt x="4096088" y="2772607"/>
                  </a:lnTo>
                  <a:lnTo>
                    <a:pt x="4031460" y="2752877"/>
                  </a:lnTo>
                  <a:lnTo>
                    <a:pt x="3971286" y="2731109"/>
                  </a:lnTo>
                  <a:lnTo>
                    <a:pt x="3914800" y="2707106"/>
                  </a:lnTo>
                  <a:lnTo>
                    <a:pt x="3861272" y="2680715"/>
                  </a:lnTo>
                  <a:lnTo>
                    <a:pt x="3820202" y="2657874"/>
                  </a:lnTo>
                  <a:lnTo>
                    <a:pt x="3767117" y="2624923"/>
                  </a:lnTo>
                  <a:lnTo>
                    <a:pt x="3715535" y="2589120"/>
                  </a:lnTo>
                  <a:lnTo>
                    <a:pt x="3664972" y="2550411"/>
                  </a:lnTo>
                  <a:lnTo>
                    <a:pt x="3615058" y="2508810"/>
                  </a:lnTo>
                  <a:lnTo>
                    <a:pt x="3565511" y="2464407"/>
                  </a:lnTo>
                  <a:lnTo>
                    <a:pt x="3516127" y="2417371"/>
                  </a:lnTo>
                  <a:lnTo>
                    <a:pt x="3466771" y="2367958"/>
                  </a:lnTo>
                  <a:lnTo>
                    <a:pt x="3417362" y="2316504"/>
                  </a:lnTo>
                  <a:lnTo>
                    <a:pt x="3367867" y="2263421"/>
                  </a:lnTo>
                  <a:lnTo>
                    <a:pt x="3318290" y="2209184"/>
                  </a:lnTo>
                  <a:lnTo>
                    <a:pt x="3268662" y="2154317"/>
                  </a:lnTo>
                  <a:lnTo>
                    <a:pt x="3219028" y="2099365"/>
                  </a:lnTo>
                  <a:lnTo>
                    <a:pt x="3169432" y="2044883"/>
                  </a:lnTo>
                  <a:lnTo>
                    <a:pt x="3119910" y="1991400"/>
                  </a:lnTo>
                  <a:lnTo>
                    <a:pt x="3070477" y="1939409"/>
                  </a:lnTo>
                  <a:lnTo>
                    <a:pt x="3021110" y="1889342"/>
                  </a:lnTo>
                  <a:lnTo>
                    <a:pt x="2971747" y="1841561"/>
                  </a:lnTo>
                  <a:lnTo>
                    <a:pt x="2922267" y="1796343"/>
                  </a:lnTo>
                  <a:lnTo>
                    <a:pt x="2872489" y="1753886"/>
                  </a:lnTo>
                  <a:lnTo>
                    <a:pt x="2822156" y="1714302"/>
                  </a:lnTo>
                  <a:lnTo>
                    <a:pt x="2770926" y="1677627"/>
                  </a:lnTo>
                  <a:lnTo>
                    <a:pt x="2718352" y="1643827"/>
                  </a:lnTo>
                  <a:lnTo>
                    <a:pt x="2702183" y="1634204"/>
                  </a:lnTo>
                  <a:lnTo>
                    <a:pt x="2650542" y="1605853"/>
                  </a:lnTo>
                  <a:lnTo>
                    <a:pt x="2596474" y="1579952"/>
                  </a:lnTo>
                  <a:lnTo>
                    <a:pt x="2539306" y="1556414"/>
                  </a:lnTo>
                  <a:lnTo>
                    <a:pt x="2478297" y="1535072"/>
                  </a:lnTo>
                  <a:lnTo>
                    <a:pt x="2412680" y="1515727"/>
                  </a:lnTo>
                  <a:lnTo>
                    <a:pt x="2341701" y="1498171"/>
                  </a:lnTo>
                  <a:lnTo>
                    <a:pt x="2264672" y="1482212"/>
                  </a:lnTo>
                  <a:lnTo>
                    <a:pt x="2181035" y="1467676"/>
                  </a:lnTo>
                  <a:lnTo>
                    <a:pt x="2090453" y="1454423"/>
                  </a:lnTo>
                  <a:lnTo>
                    <a:pt x="1992926" y="1442342"/>
                  </a:lnTo>
                  <a:lnTo>
                    <a:pt x="1888921" y="1431358"/>
                  </a:lnTo>
                  <a:lnTo>
                    <a:pt x="1779521" y="1421428"/>
                  </a:lnTo>
                  <a:lnTo>
                    <a:pt x="1666548" y="1412539"/>
                  </a:lnTo>
                  <a:lnTo>
                    <a:pt x="1552620" y="1404701"/>
                  </a:lnTo>
                  <a:lnTo>
                    <a:pt x="1441097" y="1397936"/>
                  </a:lnTo>
                  <a:lnTo>
                    <a:pt x="1335856" y="1392264"/>
                  </a:lnTo>
                  <a:lnTo>
                    <a:pt x="1240888" y="1387684"/>
                  </a:lnTo>
                  <a:lnTo>
                    <a:pt x="1159758" y="1384161"/>
                  </a:lnTo>
                  <a:lnTo>
                    <a:pt x="1095020" y="1381617"/>
                  </a:lnTo>
                  <a:lnTo>
                    <a:pt x="1047747" y="1379928"/>
                  </a:lnTo>
                  <a:lnTo>
                    <a:pt x="1017272" y="1378936"/>
                  </a:lnTo>
                  <a:lnTo>
                    <a:pt x="1001185" y="1378456"/>
                  </a:lnTo>
                  <a:lnTo>
                    <a:pt x="995515" y="1378301"/>
                  </a:lnTo>
                  <a:lnTo>
                    <a:pt x="994940" y="1378286"/>
                  </a:lnTo>
                  <a:lnTo>
                    <a:pt x="0" y="1378286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95" name="pl294"/>
            <p:cNvSpPr/>
            <p:nvPr/>
          </p:nvSpPr>
          <p:spPr>
            <a:xfrm>
              <a:off x="1199187" y="1294272"/>
              <a:ext cx="12049831" cy="2913792"/>
            </a:xfrm>
            <a:custGeom>
              <a:avLst/>
              <a:pathLst>
                <a:path w="12049831" h="2913792">
                  <a:moveTo>
                    <a:pt x="0" y="1378286"/>
                  </a:moveTo>
                  <a:lnTo>
                    <a:pt x="994940" y="1378286"/>
                  </a:lnTo>
                  <a:lnTo>
                    <a:pt x="996058" y="1378315"/>
                  </a:lnTo>
                  <a:lnTo>
                    <a:pt x="1003438" y="1378521"/>
                  </a:lnTo>
                  <a:lnTo>
                    <a:pt x="1022148" y="1379088"/>
                  </a:lnTo>
                  <a:lnTo>
                    <a:pt x="1055865" y="1380207"/>
                  </a:lnTo>
                  <a:lnTo>
                    <a:pt x="1106658" y="1382055"/>
                  </a:lnTo>
                  <a:lnTo>
                    <a:pt x="1174836" y="1384788"/>
                  </a:lnTo>
                  <a:lnTo>
                    <a:pt x="1258998" y="1388519"/>
                  </a:lnTo>
                  <a:lnTo>
                    <a:pt x="1356343" y="1393318"/>
                  </a:lnTo>
                  <a:lnTo>
                    <a:pt x="1463173" y="1399211"/>
                  </a:lnTo>
                  <a:lnTo>
                    <a:pt x="1575480" y="1406193"/>
                  </a:lnTo>
                  <a:lnTo>
                    <a:pt x="1689464" y="1414244"/>
                  </a:lnTo>
                  <a:lnTo>
                    <a:pt x="1801902" y="1423343"/>
                  </a:lnTo>
                  <a:lnTo>
                    <a:pt x="1910337" y="1433484"/>
                  </a:lnTo>
                  <a:lnTo>
                    <a:pt x="2013103" y="1444684"/>
                  </a:lnTo>
                  <a:lnTo>
                    <a:pt x="2109253" y="1456994"/>
                  </a:lnTo>
                  <a:lnTo>
                    <a:pt x="2198424" y="1470495"/>
                  </a:lnTo>
                  <a:lnTo>
                    <a:pt x="2280695" y="1485305"/>
                  </a:lnTo>
                  <a:lnTo>
                    <a:pt x="2356456" y="1501571"/>
                  </a:lnTo>
                  <a:lnTo>
                    <a:pt x="2426297" y="1519471"/>
                  </a:lnTo>
                  <a:lnTo>
                    <a:pt x="2490925" y="1539201"/>
                  </a:lnTo>
                  <a:lnTo>
                    <a:pt x="2551099" y="1560970"/>
                  </a:lnTo>
                  <a:lnTo>
                    <a:pt x="2607585" y="1584972"/>
                  </a:lnTo>
                  <a:lnTo>
                    <a:pt x="2661113" y="1611363"/>
                  </a:lnTo>
                  <a:lnTo>
                    <a:pt x="2702183" y="1634204"/>
                  </a:lnTo>
                  <a:lnTo>
                    <a:pt x="2755268" y="1667155"/>
                  </a:lnTo>
                  <a:lnTo>
                    <a:pt x="2806850" y="1702958"/>
                  </a:lnTo>
                  <a:lnTo>
                    <a:pt x="2857413" y="1741667"/>
                  </a:lnTo>
                  <a:lnTo>
                    <a:pt x="2907327" y="1783268"/>
                  </a:lnTo>
                  <a:lnTo>
                    <a:pt x="2956874" y="1827671"/>
                  </a:lnTo>
                  <a:lnTo>
                    <a:pt x="3006258" y="1874707"/>
                  </a:lnTo>
                  <a:lnTo>
                    <a:pt x="3055614" y="1924120"/>
                  </a:lnTo>
                  <a:lnTo>
                    <a:pt x="3105023" y="1975574"/>
                  </a:lnTo>
                  <a:lnTo>
                    <a:pt x="3154518" y="2028657"/>
                  </a:lnTo>
                  <a:lnTo>
                    <a:pt x="3204095" y="2082894"/>
                  </a:lnTo>
                  <a:lnTo>
                    <a:pt x="3253723" y="2137762"/>
                  </a:lnTo>
                  <a:lnTo>
                    <a:pt x="3303357" y="2192713"/>
                  </a:lnTo>
                  <a:lnTo>
                    <a:pt x="3352953" y="2247196"/>
                  </a:lnTo>
                  <a:lnTo>
                    <a:pt x="3402475" y="2300678"/>
                  </a:lnTo>
                  <a:lnTo>
                    <a:pt x="3451908" y="2352669"/>
                  </a:lnTo>
                  <a:lnTo>
                    <a:pt x="3501275" y="2402736"/>
                  </a:lnTo>
                  <a:lnTo>
                    <a:pt x="3550638" y="2450518"/>
                  </a:lnTo>
                  <a:lnTo>
                    <a:pt x="3600118" y="2495735"/>
                  </a:lnTo>
                  <a:lnTo>
                    <a:pt x="3649896" y="2538192"/>
                  </a:lnTo>
                  <a:lnTo>
                    <a:pt x="3700229" y="2577776"/>
                  </a:lnTo>
                  <a:lnTo>
                    <a:pt x="3751459" y="2614451"/>
                  </a:lnTo>
                  <a:lnTo>
                    <a:pt x="3804033" y="2648252"/>
                  </a:lnTo>
                  <a:lnTo>
                    <a:pt x="3820202" y="2657874"/>
                  </a:lnTo>
                  <a:lnTo>
                    <a:pt x="3871843" y="2686225"/>
                  </a:lnTo>
                  <a:lnTo>
                    <a:pt x="3925911" y="2712126"/>
                  </a:lnTo>
                  <a:lnTo>
                    <a:pt x="3983079" y="2735664"/>
                  </a:lnTo>
                  <a:lnTo>
                    <a:pt x="4044087" y="2757006"/>
                  </a:lnTo>
                  <a:lnTo>
                    <a:pt x="4109705" y="2776352"/>
                  </a:lnTo>
                  <a:lnTo>
                    <a:pt x="4180684" y="2793907"/>
                  </a:lnTo>
                  <a:lnTo>
                    <a:pt x="4257713" y="2809867"/>
                  </a:lnTo>
                  <a:lnTo>
                    <a:pt x="4341350" y="2824402"/>
                  </a:lnTo>
                  <a:lnTo>
                    <a:pt x="4431932" y="2837655"/>
                  </a:lnTo>
                  <a:lnTo>
                    <a:pt x="4529459" y="2849736"/>
                  </a:lnTo>
                  <a:lnTo>
                    <a:pt x="4633464" y="2860720"/>
                  </a:lnTo>
                  <a:lnTo>
                    <a:pt x="4742864" y="2870651"/>
                  </a:lnTo>
                  <a:lnTo>
                    <a:pt x="4855837" y="2879540"/>
                  </a:lnTo>
                  <a:lnTo>
                    <a:pt x="4969765" y="2887377"/>
                  </a:lnTo>
                  <a:lnTo>
                    <a:pt x="5081288" y="2894142"/>
                  </a:lnTo>
                  <a:lnTo>
                    <a:pt x="5186529" y="2899814"/>
                  </a:lnTo>
                  <a:lnTo>
                    <a:pt x="5281497" y="2904395"/>
                  </a:lnTo>
                  <a:lnTo>
                    <a:pt x="5362627" y="2907918"/>
                  </a:lnTo>
                  <a:lnTo>
                    <a:pt x="5427365" y="2910462"/>
                  </a:lnTo>
                  <a:lnTo>
                    <a:pt x="5474638" y="2912150"/>
                  </a:lnTo>
                  <a:lnTo>
                    <a:pt x="5505113" y="2913143"/>
                  </a:lnTo>
                  <a:lnTo>
                    <a:pt x="5521200" y="2913622"/>
                  </a:lnTo>
                  <a:lnTo>
                    <a:pt x="5526870" y="2913777"/>
                  </a:lnTo>
                  <a:lnTo>
                    <a:pt x="5527445" y="2913792"/>
                  </a:lnTo>
                  <a:lnTo>
                    <a:pt x="6522385" y="2913792"/>
                  </a:lnTo>
                  <a:lnTo>
                    <a:pt x="6523459" y="2913740"/>
                  </a:lnTo>
                  <a:lnTo>
                    <a:pt x="6530548" y="2913366"/>
                  </a:lnTo>
                  <a:lnTo>
                    <a:pt x="6548542" y="2912333"/>
                  </a:lnTo>
                  <a:lnTo>
                    <a:pt x="6581016" y="2910298"/>
                  </a:lnTo>
                  <a:lnTo>
                    <a:pt x="6630035" y="2906933"/>
                  </a:lnTo>
                  <a:lnTo>
                    <a:pt x="6696000" y="2901953"/>
                  </a:lnTo>
                  <a:lnTo>
                    <a:pt x="6777685" y="2895145"/>
                  </a:lnTo>
                  <a:lnTo>
                    <a:pt x="6872504" y="2886375"/>
                  </a:lnTo>
                  <a:lnTo>
                    <a:pt x="6976971" y="2875587"/>
                  </a:lnTo>
                  <a:lnTo>
                    <a:pt x="7087246" y="2862785"/>
                  </a:lnTo>
                  <a:lnTo>
                    <a:pt x="7199635" y="2848006"/>
                  </a:lnTo>
                  <a:lnTo>
                    <a:pt x="7310949" y="2831287"/>
                  </a:lnTo>
                  <a:lnTo>
                    <a:pt x="7418708" y="2812647"/>
                  </a:lnTo>
                  <a:lnTo>
                    <a:pt x="7521190" y="2792061"/>
                  </a:lnTo>
                  <a:lnTo>
                    <a:pt x="7617364" y="2769451"/>
                  </a:lnTo>
                  <a:lnTo>
                    <a:pt x="7706782" y="2744677"/>
                  </a:lnTo>
                  <a:lnTo>
                    <a:pt x="7789442" y="2717542"/>
                  </a:lnTo>
                  <a:lnTo>
                    <a:pt x="7865661" y="2687788"/>
                  </a:lnTo>
                  <a:lnTo>
                    <a:pt x="7935965" y="2655105"/>
                  </a:lnTo>
                  <a:lnTo>
                    <a:pt x="8001011" y="2619141"/>
                  </a:lnTo>
                  <a:lnTo>
                    <a:pt x="8061519" y="2579522"/>
                  </a:lnTo>
                  <a:lnTo>
                    <a:pt x="8118226" y="2535879"/>
                  </a:lnTo>
                  <a:lnTo>
                    <a:pt x="8171847" y="2487902"/>
                  </a:lnTo>
                  <a:lnTo>
                    <a:pt x="8223037" y="2435410"/>
                  </a:lnTo>
                  <a:lnTo>
                    <a:pt x="8229629" y="2428160"/>
                  </a:lnTo>
                  <a:lnTo>
                    <a:pt x="8273411" y="2377127"/>
                  </a:lnTo>
                  <a:lnTo>
                    <a:pt x="8316113" y="2322452"/>
                  </a:lnTo>
                  <a:lnTo>
                    <a:pt x="8358020" y="2264061"/>
                  </a:lnTo>
                  <a:lnTo>
                    <a:pt x="8399366" y="2201935"/>
                  </a:lnTo>
                  <a:lnTo>
                    <a:pt x="8440335" y="2136118"/>
                  </a:lnTo>
                  <a:lnTo>
                    <a:pt x="8481076" y="2066720"/>
                  </a:lnTo>
                  <a:lnTo>
                    <a:pt x="8521699" y="1993923"/>
                  </a:lnTo>
                  <a:lnTo>
                    <a:pt x="8562287" y="1917982"/>
                  </a:lnTo>
                  <a:lnTo>
                    <a:pt x="8602893" y="1839225"/>
                  </a:lnTo>
                  <a:lnTo>
                    <a:pt x="8643547" y="1758048"/>
                  </a:lnTo>
                  <a:lnTo>
                    <a:pt x="8684262" y="1674908"/>
                  </a:lnTo>
                  <a:lnTo>
                    <a:pt x="8725031" y="1590317"/>
                  </a:lnTo>
                  <a:lnTo>
                    <a:pt x="8765839" y="1504823"/>
                  </a:lnTo>
                  <a:lnTo>
                    <a:pt x="8806662" y="1419003"/>
                  </a:lnTo>
                  <a:lnTo>
                    <a:pt x="8847473" y="1333442"/>
                  </a:lnTo>
                  <a:lnTo>
                    <a:pt x="8888247" y="1248715"/>
                  </a:lnTo>
                  <a:lnTo>
                    <a:pt x="8928969" y="1165379"/>
                  </a:lnTo>
                  <a:lnTo>
                    <a:pt x="8969630" y="1083947"/>
                  </a:lnTo>
                  <a:lnTo>
                    <a:pt x="9010241" y="1004885"/>
                  </a:lnTo>
                  <a:lnTo>
                    <a:pt x="9050828" y="928596"/>
                  </a:lnTo>
                  <a:lnTo>
                    <a:pt x="9091444" y="855417"/>
                  </a:lnTo>
                  <a:lnTo>
                    <a:pt x="9132165" y="785611"/>
                  </a:lnTo>
                  <a:lnTo>
                    <a:pt x="9173101" y="719367"/>
                  </a:lnTo>
                  <a:lnTo>
                    <a:pt x="9214394" y="656806"/>
                  </a:lnTo>
                  <a:lnTo>
                    <a:pt x="9256224" y="597978"/>
                  </a:lnTo>
                  <a:lnTo>
                    <a:pt x="9298820" y="542871"/>
                  </a:lnTo>
                  <a:lnTo>
                    <a:pt x="9342459" y="491418"/>
                  </a:lnTo>
                  <a:lnTo>
                    <a:pt x="9347647" y="485632"/>
                  </a:lnTo>
                  <a:lnTo>
                    <a:pt x="9398561" y="432544"/>
                  </a:lnTo>
                  <a:lnTo>
                    <a:pt x="9451826" y="383978"/>
                  </a:lnTo>
                  <a:lnTo>
                    <a:pt x="9508087" y="339780"/>
                  </a:lnTo>
                  <a:lnTo>
                    <a:pt x="9568052" y="299651"/>
                  </a:lnTo>
                  <a:lnTo>
                    <a:pt x="9632459" y="263228"/>
                  </a:lnTo>
                  <a:lnTo>
                    <a:pt x="9702031" y="230133"/>
                  </a:lnTo>
                  <a:lnTo>
                    <a:pt x="9777437" y="200012"/>
                  </a:lnTo>
                  <a:lnTo>
                    <a:pt x="9859225" y="172548"/>
                  </a:lnTo>
                  <a:lnTo>
                    <a:pt x="9947745" y="147477"/>
                  </a:lnTo>
                  <a:lnTo>
                    <a:pt x="10043044" y="124590"/>
                  </a:lnTo>
                  <a:lnTo>
                    <a:pt x="10144740" y="103743"/>
                  </a:lnTo>
                  <a:lnTo>
                    <a:pt x="10251887" y="84849"/>
                  </a:lnTo>
                  <a:lnTo>
                    <a:pt x="10362858" y="67878"/>
                  </a:lnTo>
                  <a:lnTo>
                    <a:pt x="10475273" y="52841"/>
                  </a:lnTo>
                  <a:lnTo>
                    <a:pt x="10586031" y="39776"/>
                  </a:lnTo>
                  <a:lnTo>
                    <a:pt x="10691484" y="28722"/>
                  </a:lnTo>
                  <a:lnTo>
                    <a:pt x="10787786" y="19687"/>
                  </a:lnTo>
                  <a:lnTo>
                    <a:pt x="10871373" y="12627"/>
                  </a:lnTo>
                  <a:lnTo>
                    <a:pt x="10939512" y="7417"/>
                  </a:lnTo>
                  <a:lnTo>
                    <a:pt x="10990776" y="3854"/>
                  </a:lnTo>
                  <a:lnTo>
                    <a:pt x="11025346" y="1661"/>
                  </a:lnTo>
                  <a:lnTo>
                    <a:pt x="11045073" y="517"/>
                  </a:lnTo>
                  <a:lnTo>
                    <a:pt x="11053346" y="76"/>
                  </a:lnTo>
                  <a:lnTo>
                    <a:pt x="11054888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6" name="pl295"/>
            <p:cNvSpPr/>
            <p:nvPr/>
          </p:nvSpPr>
          <p:spPr>
            <a:xfrm>
              <a:off x="1199187" y="1289031"/>
              <a:ext cx="12049831" cy="2913792"/>
            </a:xfrm>
            <a:custGeom>
              <a:avLst/>
              <a:pathLst>
                <a:path w="12049831" h="2913792">
                  <a:moveTo>
                    <a:pt x="12049831" y="0"/>
                  </a:moveTo>
                  <a:lnTo>
                    <a:pt x="11054891" y="0"/>
                  </a:lnTo>
                  <a:lnTo>
                    <a:pt x="11053818" y="52"/>
                  </a:lnTo>
                  <a:lnTo>
                    <a:pt x="11046728" y="426"/>
                  </a:lnTo>
                  <a:lnTo>
                    <a:pt x="11028735" y="1458"/>
                  </a:lnTo>
                  <a:lnTo>
                    <a:pt x="10996261" y="3493"/>
                  </a:lnTo>
                  <a:lnTo>
                    <a:pt x="10947242" y="6859"/>
                  </a:lnTo>
                  <a:lnTo>
                    <a:pt x="10881277" y="11838"/>
                  </a:lnTo>
                  <a:lnTo>
                    <a:pt x="10799591" y="18647"/>
                  </a:lnTo>
                  <a:lnTo>
                    <a:pt x="10704773" y="27417"/>
                  </a:lnTo>
                  <a:lnTo>
                    <a:pt x="10600306" y="38204"/>
                  </a:lnTo>
                  <a:lnTo>
                    <a:pt x="10490030" y="51006"/>
                  </a:lnTo>
                  <a:lnTo>
                    <a:pt x="10377642" y="65786"/>
                  </a:lnTo>
                  <a:lnTo>
                    <a:pt x="10266328" y="82504"/>
                  </a:lnTo>
                  <a:lnTo>
                    <a:pt x="10158568" y="101144"/>
                  </a:lnTo>
                  <a:lnTo>
                    <a:pt x="10056087" y="121730"/>
                  </a:lnTo>
                  <a:lnTo>
                    <a:pt x="9959913" y="144341"/>
                  </a:lnTo>
                  <a:lnTo>
                    <a:pt x="9870494" y="169114"/>
                  </a:lnTo>
                  <a:lnTo>
                    <a:pt x="9787834" y="196249"/>
                  </a:lnTo>
                  <a:lnTo>
                    <a:pt x="9711616" y="226003"/>
                  </a:lnTo>
                  <a:lnTo>
                    <a:pt x="9641312" y="258686"/>
                  </a:lnTo>
                  <a:lnTo>
                    <a:pt x="9576265" y="294650"/>
                  </a:lnTo>
                  <a:lnTo>
                    <a:pt x="9515757" y="334270"/>
                  </a:lnTo>
                  <a:lnTo>
                    <a:pt x="9459050" y="377913"/>
                  </a:lnTo>
                  <a:lnTo>
                    <a:pt x="9405429" y="425890"/>
                  </a:lnTo>
                  <a:lnTo>
                    <a:pt x="9354239" y="478381"/>
                  </a:lnTo>
                  <a:lnTo>
                    <a:pt x="9347647" y="485632"/>
                  </a:lnTo>
                  <a:lnTo>
                    <a:pt x="9303865" y="536664"/>
                  </a:lnTo>
                  <a:lnTo>
                    <a:pt x="9261164" y="591339"/>
                  </a:lnTo>
                  <a:lnTo>
                    <a:pt x="9219256" y="649730"/>
                  </a:lnTo>
                  <a:lnTo>
                    <a:pt x="9177911" y="711856"/>
                  </a:lnTo>
                  <a:lnTo>
                    <a:pt x="9136941" y="777673"/>
                  </a:lnTo>
                  <a:lnTo>
                    <a:pt x="9096201" y="847072"/>
                  </a:lnTo>
                  <a:lnTo>
                    <a:pt x="9055577" y="919868"/>
                  </a:lnTo>
                  <a:lnTo>
                    <a:pt x="9014990" y="995809"/>
                  </a:lnTo>
                  <a:lnTo>
                    <a:pt x="8974384" y="1074566"/>
                  </a:lnTo>
                  <a:lnTo>
                    <a:pt x="8933729" y="1155744"/>
                  </a:lnTo>
                  <a:lnTo>
                    <a:pt x="8893015" y="1238883"/>
                  </a:lnTo>
                  <a:lnTo>
                    <a:pt x="8852245" y="1323475"/>
                  </a:lnTo>
                  <a:lnTo>
                    <a:pt x="8811437" y="1408968"/>
                  </a:lnTo>
                  <a:lnTo>
                    <a:pt x="8770615" y="1494788"/>
                  </a:lnTo>
                  <a:lnTo>
                    <a:pt x="8729804" y="1580350"/>
                  </a:lnTo>
                  <a:lnTo>
                    <a:pt x="8689029" y="1665076"/>
                  </a:lnTo>
                  <a:lnTo>
                    <a:pt x="8648308" y="1748413"/>
                  </a:lnTo>
                  <a:lnTo>
                    <a:pt x="8607646" y="1829845"/>
                  </a:lnTo>
                  <a:lnTo>
                    <a:pt x="8567036" y="1908907"/>
                  </a:lnTo>
                  <a:lnTo>
                    <a:pt x="8526448" y="1985195"/>
                  </a:lnTo>
                  <a:lnTo>
                    <a:pt x="8485833" y="2058374"/>
                  </a:lnTo>
                  <a:lnTo>
                    <a:pt x="8445111" y="2128181"/>
                  </a:lnTo>
                  <a:lnTo>
                    <a:pt x="8404175" y="2194424"/>
                  </a:lnTo>
                  <a:lnTo>
                    <a:pt x="8362883" y="2256986"/>
                  </a:lnTo>
                  <a:lnTo>
                    <a:pt x="8321052" y="2315814"/>
                  </a:lnTo>
                  <a:lnTo>
                    <a:pt x="8278457" y="2370921"/>
                  </a:lnTo>
                  <a:lnTo>
                    <a:pt x="8234818" y="2422374"/>
                  </a:lnTo>
                  <a:lnTo>
                    <a:pt x="8229629" y="2428160"/>
                  </a:lnTo>
                  <a:lnTo>
                    <a:pt x="8178715" y="2481248"/>
                  </a:lnTo>
                  <a:lnTo>
                    <a:pt x="8125450" y="2529813"/>
                  </a:lnTo>
                  <a:lnTo>
                    <a:pt x="8069190" y="2574011"/>
                  </a:lnTo>
                  <a:lnTo>
                    <a:pt x="8009224" y="2614140"/>
                  </a:lnTo>
                  <a:lnTo>
                    <a:pt x="7944818" y="2650564"/>
                  </a:lnTo>
                  <a:lnTo>
                    <a:pt x="7875245" y="2683658"/>
                  </a:lnTo>
                  <a:lnTo>
                    <a:pt x="7799840" y="2713779"/>
                  </a:lnTo>
                  <a:lnTo>
                    <a:pt x="7718052" y="2741243"/>
                  </a:lnTo>
                  <a:lnTo>
                    <a:pt x="7629531" y="2766315"/>
                  </a:lnTo>
                  <a:lnTo>
                    <a:pt x="7534232" y="2789201"/>
                  </a:lnTo>
                  <a:lnTo>
                    <a:pt x="7432537" y="2810048"/>
                  </a:lnTo>
                  <a:lnTo>
                    <a:pt x="7325389" y="2828942"/>
                  </a:lnTo>
                  <a:lnTo>
                    <a:pt x="7214418" y="2845914"/>
                  </a:lnTo>
                  <a:lnTo>
                    <a:pt x="7102003" y="2860951"/>
                  </a:lnTo>
                  <a:lnTo>
                    <a:pt x="6991246" y="2874016"/>
                  </a:lnTo>
                  <a:lnTo>
                    <a:pt x="6885793" y="2885070"/>
                  </a:lnTo>
                  <a:lnTo>
                    <a:pt x="6789491" y="2894104"/>
                  </a:lnTo>
                  <a:lnTo>
                    <a:pt x="6705904" y="2901165"/>
                  </a:lnTo>
                  <a:lnTo>
                    <a:pt x="6637765" y="2906375"/>
                  </a:lnTo>
                  <a:lnTo>
                    <a:pt x="6586500" y="2909938"/>
                  </a:lnTo>
                  <a:lnTo>
                    <a:pt x="6551930" y="2912130"/>
                  </a:lnTo>
                  <a:lnTo>
                    <a:pt x="6532203" y="2913275"/>
                  </a:lnTo>
                  <a:lnTo>
                    <a:pt x="6523931" y="2913716"/>
                  </a:lnTo>
                  <a:lnTo>
                    <a:pt x="6522388" y="2913792"/>
                  </a:lnTo>
                  <a:lnTo>
                    <a:pt x="6522385" y="2913792"/>
                  </a:lnTo>
                  <a:lnTo>
                    <a:pt x="5527445" y="2913792"/>
                  </a:lnTo>
                  <a:lnTo>
                    <a:pt x="5526327" y="2913763"/>
                  </a:lnTo>
                  <a:lnTo>
                    <a:pt x="5518947" y="2913558"/>
                  </a:lnTo>
                  <a:lnTo>
                    <a:pt x="5500237" y="2912990"/>
                  </a:lnTo>
                  <a:lnTo>
                    <a:pt x="5466520" y="2911872"/>
                  </a:lnTo>
                  <a:lnTo>
                    <a:pt x="5415727" y="2910023"/>
                  </a:lnTo>
                  <a:lnTo>
                    <a:pt x="5347549" y="2907290"/>
                  </a:lnTo>
                  <a:lnTo>
                    <a:pt x="5263387" y="2903559"/>
                  </a:lnTo>
                  <a:lnTo>
                    <a:pt x="5166042" y="2898761"/>
                  </a:lnTo>
                  <a:lnTo>
                    <a:pt x="5059212" y="2892867"/>
                  </a:lnTo>
                  <a:lnTo>
                    <a:pt x="4946905" y="2885885"/>
                  </a:lnTo>
                  <a:lnTo>
                    <a:pt x="4832921" y="2877834"/>
                  </a:lnTo>
                  <a:lnTo>
                    <a:pt x="4720483" y="2868735"/>
                  </a:lnTo>
                  <a:lnTo>
                    <a:pt x="4612048" y="2858595"/>
                  </a:lnTo>
                  <a:lnTo>
                    <a:pt x="4509282" y="2847394"/>
                  </a:lnTo>
                  <a:lnTo>
                    <a:pt x="4413132" y="2835084"/>
                  </a:lnTo>
                  <a:lnTo>
                    <a:pt x="4323961" y="2821583"/>
                  </a:lnTo>
                  <a:lnTo>
                    <a:pt x="4241690" y="2806773"/>
                  </a:lnTo>
                  <a:lnTo>
                    <a:pt x="4165929" y="2790507"/>
                  </a:lnTo>
                  <a:lnTo>
                    <a:pt x="4096088" y="2772607"/>
                  </a:lnTo>
                  <a:lnTo>
                    <a:pt x="4031460" y="2752877"/>
                  </a:lnTo>
                  <a:lnTo>
                    <a:pt x="3971286" y="2731109"/>
                  </a:lnTo>
                  <a:lnTo>
                    <a:pt x="3914800" y="2707106"/>
                  </a:lnTo>
                  <a:lnTo>
                    <a:pt x="3861272" y="2680715"/>
                  </a:lnTo>
                  <a:lnTo>
                    <a:pt x="3820202" y="2657874"/>
                  </a:lnTo>
                  <a:lnTo>
                    <a:pt x="3767117" y="2624923"/>
                  </a:lnTo>
                  <a:lnTo>
                    <a:pt x="3715535" y="2589120"/>
                  </a:lnTo>
                  <a:lnTo>
                    <a:pt x="3664972" y="2550411"/>
                  </a:lnTo>
                  <a:lnTo>
                    <a:pt x="3615058" y="2508810"/>
                  </a:lnTo>
                  <a:lnTo>
                    <a:pt x="3565511" y="2464407"/>
                  </a:lnTo>
                  <a:lnTo>
                    <a:pt x="3516127" y="2417371"/>
                  </a:lnTo>
                  <a:lnTo>
                    <a:pt x="3466771" y="2367958"/>
                  </a:lnTo>
                  <a:lnTo>
                    <a:pt x="3417362" y="2316504"/>
                  </a:lnTo>
                  <a:lnTo>
                    <a:pt x="3367867" y="2263421"/>
                  </a:lnTo>
                  <a:lnTo>
                    <a:pt x="3318290" y="2209184"/>
                  </a:lnTo>
                  <a:lnTo>
                    <a:pt x="3268662" y="2154317"/>
                  </a:lnTo>
                  <a:lnTo>
                    <a:pt x="3219028" y="2099365"/>
                  </a:lnTo>
                  <a:lnTo>
                    <a:pt x="3169432" y="2044883"/>
                  </a:lnTo>
                  <a:lnTo>
                    <a:pt x="3119910" y="1991400"/>
                  </a:lnTo>
                  <a:lnTo>
                    <a:pt x="3070477" y="1939409"/>
                  </a:lnTo>
                  <a:lnTo>
                    <a:pt x="3021110" y="1889342"/>
                  </a:lnTo>
                  <a:lnTo>
                    <a:pt x="2971747" y="1841561"/>
                  </a:lnTo>
                  <a:lnTo>
                    <a:pt x="2922267" y="1796343"/>
                  </a:lnTo>
                  <a:lnTo>
                    <a:pt x="2872489" y="1753886"/>
                  </a:lnTo>
                  <a:lnTo>
                    <a:pt x="2822156" y="1714302"/>
                  </a:lnTo>
                  <a:lnTo>
                    <a:pt x="2770926" y="1677627"/>
                  </a:lnTo>
                  <a:lnTo>
                    <a:pt x="2718352" y="1643827"/>
                  </a:lnTo>
                  <a:lnTo>
                    <a:pt x="2702183" y="1634204"/>
                  </a:lnTo>
                  <a:lnTo>
                    <a:pt x="2650542" y="1605853"/>
                  </a:lnTo>
                  <a:lnTo>
                    <a:pt x="2596474" y="1579952"/>
                  </a:lnTo>
                  <a:lnTo>
                    <a:pt x="2539306" y="1556414"/>
                  </a:lnTo>
                  <a:lnTo>
                    <a:pt x="2478297" y="1535072"/>
                  </a:lnTo>
                  <a:lnTo>
                    <a:pt x="2412680" y="1515727"/>
                  </a:lnTo>
                  <a:lnTo>
                    <a:pt x="2341701" y="1498171"/>
                  </a:lnTo>
                  <a:lnTo>
                    <a:pt x="2264672" y="1482212"/>
                  </a:lnTo>
                  <a:lnTo>
                    <a:pt x="2181035" y="1467676"/>
                  </a:lnTo>
                  <a:lnTo>
                    <a:pt x="2090453" y="1454423"/>
                  </a:lnTo>
                  <a:lnTo>
                    <a:pt x="1992926" y="1442342"/>
                  </a:lnTo>
                  <a:lnTo>
                    <a:pt x="1888921" y="1431358"/>
                  </a:lnTo>
                  <a:lnTo>
                    <a:pt x="1779521" y="1421428"/>
                  </a:lnTo>
                  <a:lnTo>
                    <a:pt x="1666548" y="1412539"/>
                  </a:lnTo>
                  <a:lnTo>
                    <a:pt x="1552620" y="1404701"/>
                  </a:lnTo>
                  <a:lnTo>
                    <a:pt x="1441097" y="1397936"/>
                  </a:lnTo>
                  <a:lnTo>
                    <a:pt x="1335856" y="1392264"/>
                  </a:lnTo>
                  <a:lnTo>
                    <a:pt x="1240888" y="1387684"/>
                  </a:lnTo>
                  <a:lnTo>
                    <a:pt x="1159758" y="1384161"/>
                  </a:lnTo>
                  <a:lnTo>
                    <a:pt x="1095020" y="1381617"/>
                  </a:lnTo>
                  <a:lnTo>
                    <a:pt x="1047747" y="1379928"/>
                  </a:lnTo>
                  <a:lnTo>
                    <a:pt x="1017272" y="1378936"/>
                  </a:lnTo>
                  <a:lnTo>
                    <a:pt x="1001185" y="1378456"/>
                  </a:lnTo>
                  <a:lnTo>
                    <a:pt x="995515" y="1378301"/>
                  </a:lnTo>
                  <a:lnTo>
                    <a:pt x="994940" y="1378286"/>
                  </a:lnTo>
                  <a:lnTo>
                    <a:pt x="0" y="1378286"/>
                  </a:lnTo>
                  <a:lnTo>
                    <a:pt x="0" y="13782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7" name="pg296"/>
            <p:cNvSpPr/>
            <p:nvPr/>
          </p:nvSpPr>
          <p:spPr>
            <a:xfrm>
              <a:off x="1199187" y="1461972"/>
              <a:ext cx="12049831" cy="2756573"/>
            </a:xfrm>
            <a:custGeom>
              <a:avLst/>
              <a:pathLst>
                <a:path w="12049831" h="2756573">
                  <a:moveTo>
                    <a:pt x="0" y="1215827"/>
                  </a:moveTo>
                  <a:lnTo>
                    <a:pt x="994940" y="1215827"/>
                  </a:lnTo>
                  <a:lnTo>
                    <a:pt x="996058" y="1215856"/>
                  </a:lnTo>
                  <a:lnTo>
                    <a:pt x="1003437" y="1216062"/>
                  </a:lnTo>
                  <a:lnTo>
                    <a:pt x="1022145" y="1216631"/>
                  </a:lnTo>
                  <a:lnTo>
                    <a:pt x="1055859" y="1217753"/>
                  </a:lnTo>
                  <a:lnTo>
                    <a:pt x="1106647" y="1219608"/>
                  </a:lnTo>
                  <a:lnTo>
                    <a:pt x="1174819" y="1222350"/>
                  </a:lnTo>
                  <a:lnTo>
                    <a:pt x="1258974" y="1226093"/>
                  </a:lnTo>
                  <a:lnTo>
                    <a:pt x="1356312" y="1230908"/>
                  </a:lnTo>
                  <a:lnTo>
                    <a:pt x="1463136" y="1236820"/>
                  </a:lnTo>
                  <a:lnTo>
                    <a:pt x="1575437" y="1243826"/>
                  </a:lnTo>
                  <a:lnTo>
                    <a:pt x="1689417" y="1251904"/>
                  </a:lnTo>
                  <a:lnTo>
                    <a:pt x="1801852" y="1261033"/>
                  </a:lnTo>
                  <a:lnTo>
                    <a:pt x="1910285" y="1271207"/>
                  </a:lnTo>
                  <a:lnTo>
                    <a:pt x="2013051" y="1282445"/>
                  </a:lnTo>
                  <a:lnTo>
                    <a:pt x="2109201" y="1294796"/>
                  </a:lnTo>
                  <a:lnTo>
                    <a:pt x="2198372" y="1308342"/>
                  </a:lnTo>
                  <a:lnTo>
                    <a:pt x="2280644" y="1323201"/>
                  </a:lnTo>
                  <a:lnTo>
                    <a:pt x="2356407" y="1339521"/>
                  </a:lnTo>
                  <a:lnTo>
                    <a:pt x="2426249" y="1357480"/>
                  </a:lnTo>
                  <a:lnTo>
                    <a:pt x="2490878" y="1377275"/>
                  </a:lnTo>
                  <a:lnTo>
                    <a:pt x="2551053" y="1399116"/>
                  </a:lnTo>
                  <a:lnTo>
                    <a:pt x="2607540" y="1423197"/>
                  </a:lnTo>
                  <a:lnTo>
                    <a:pt x="2661068" y="1449675"/>
                  </a:lnTo>
                  <a:lnTo>
                    <a:pt x="2702183" y="1472618"/>
                  </a:lnTo>
                  <a:lnTo>
                    <a:pt x="2755227" y="1505654"/>
                  </a:lnTo>
                  <a:lnTo>
                    <a:pt x="2806771" y="1541549"/>
                  </a:lnTo>
                  <a:lnTo>
                    <a:pt x="2857295" y="1580354"/>
                  </a:lnTo>
                  <a:lnTo>
                    <a:pt x="2907172" y="1622056"/>
                  </a:lnTo>
                  <a:lnTo>
                    <a:pt x="2956682" y="1666567"/>
                  </a:lnTo>
                  <a:lnTo>
                    <a:pt x="3006027" y="1713716"/>
                  </a:lnTo>
                  <a:lnTo>
                    <a:pt x="3055345" y="1763248"/>
                  </a:lnTo>
                  <a:lnTo>
                    <a:pt x="3104716" y="1814826"/>
                  </a:lnTo>
                  <a:lnTo>
                    <a:pt x="3154172" y="1868040"/>
                  </a:lnTo>
                  <a:lnTo>
                    <a:pt x="3203709" y="1922412"/>
                  </a:lnTo>
                  <a:lnTo>
                    <a:pt x="3253298" y="1977422"/>
                  </a:lnTo>
                  <a:lnTo>
                    <a:pt x="3302894" y="2032519"/>
                  </a:lnTo>
                  <a:lnTo>
                    <a:pt x="3352452" y="2087153"/>
                  </a:lnTo>
                  <a:lnTo>
                    <a:pt x="3401936" y="2140790"/>
                  </a:lnTo>
                  <a:lnTo>
                    <a:pt x="3451332" y="2192937"/>
                  </a:lnTo>
                  <a:lnTo>
                    <a:pt x="3500660" y="2243161"/>
                  </a:lnTo>
                  <a:lnTo>
                    <a:pt x="3549985" y="2291100"/>
                  </a:lnTo>
                  <a:lnTo>
                    <a:pt x="3599424" y="2336473"/>
                  </a:lnTo>
                  <a:lnTo>
                    <a:pt x="3649157" y="2379083"/>
                  </a:lnTo>
                  <a:lnTo>
                    <a:pt x="3699440" y="2418815"/>
                  </a:lnTo>
                  <a:lnTo>
                    <a:pt x="3750612" y="2455633"/>
                  </a:lnTo>
                  <a:lnTo>
                    <a:pt x="3803119" y="2489570"/>
                  </a:lnTo>
                  <a:lnTo>
                    <a:pt x="3820202" y="2499782"/>
                  </a:lnTo>
                  <a:lnTo>
                    <a:pt x="3871841" y="2528228"/>
                  </a:lnTo>
                  <a:lnTo>
                    <a:pt x="3925907" y="2554217"/>
                  </a:lnTo>
                  <a:lnTo>
                    <a:pt x="3983072" y="2577835"/>
                  </a:lnTo>
                  <a:lnTo>
                    <a:pt x="4044078" y="2599249"/>
                  </a:lnTo>
                  <a:lnTo>
                    <a:pt x="4109692" y="2618660"/>
                  </a:lnTo>
                  <a:lnTo>
                    <a:pt x="4180667" y="2636275"/>
                  </a:lnTo>
                  <a:lnTo>
                    <a:pt x="4257692" y="2652289"/>
                  </a:lnTo>
                  <a:lnTo>
                    <a:pt x="4341324" y="2666874"/>
                  </a:lnTo>
                  <a:lnTo>
                    <a:pt x="4431900" y="2680172"/>
                  </a:lnTo>
                  <a:lnTo>
                    <a:pt x="4529421" y="2692294"/>
                  </a:lnTo>
                  <a:lnTo>
                    <a:pt x="4633420" y="2703316"/>
                  </a:lnTo>
                  <a:lnTo>
                    <a:pt x="4742813" y="2713280"/>
                  </a:lnTo>
                  <a:lnTo>
                    <a:pt x="4855781" y="2722200"/>
                  </a:lnTo>
                  <a:lnTo>
                    <a:pt x="4969705" y="2730064"/>
                  </a:lnTo>
                  <a:lnTo>
                    <a:pt x="5081226" y="2736852"/>
                  </a:lnTo>
                  <a:lnTo>
                    <a:pt x="5186469" y="2742544"/>
                  </a:lnTo>
                  <a:lnTo>
                    <a:pt x="5281440" y="2747141"/>
                  </a:lnTo>
                  <a:lnTo>
                    <a:pt x="5362578" y="2750677"/>
                  </a:lnTo>
                  <a:lnTo>
                    <a:pt x="5427325" y="2753230"/>
                  </a:lnTo>
                  <a:lnTo>
                    <a:pt x="5474609" y="2754925"/>
                  </a:lnTo>
                  <a:lnTo>
                    <a:pt x="5505095" y="2755921"/>
                  </a:lnTo>
                  <a:lnTo>
                    <a:pt x="5521191" y="2756402"/>
                  </a:lnTo>
                  <a:lnTo>
                    <a:pt x="5526868" y="2756558"/>
                  </a:lnTo>
                  <a:lnTo>
                    <a:pt x="5527445" y="2756573"/>
                  </a:lnTo>
                  <a:lnTo>
                    <a:pt x="6522385" y="2756573"/>
                  </a:lnTo>
                  <a:lnTo>
                    <a:pt x="6523465" y="2756523"/>
                  </a:lnTo>
                  <a:lnTo>
                    <a:pt x="6530597" y="2756168"/>
                  </a:lnTo>
                  <a:lnTo>
                    <a:pt x="6548694" y="2755187"/>
                  </a:lnTo>
                  <a:lnTo>
                    <a:pt x="6581347" y="2753254"/>
                  </a:lnTo>
                  <a:lnTo>
                    <a:pt x="6630622" y="2750056"/>
                  </a:lnTo>
                  <a:lnTo>
                    <a:pt x="6696908" y="2745326"/>
                  </a:lnTo>
                  <a:lnTo>
                    <a:pt x="6778954" y="2738861"/>
                  </a:lnTo>
                  <a:lnTo>
                    <a:pt x="6874140" y="2730534"/>
                  </a:lnTo>
                  <a:lnTo>
                    <a:pt x="6978954" y="2720294"/>
                  </a:lnTo>
                  <a:lnTo>
                    <a:pt x="7089529" y="2708144"/>
                  </a:lnTo>
                  <a:lnTo>
                    <a:pt x="7202154" y="2694120"/>
                  </a:lnTo>
                  <a:lnTo>
                    <a:pt x="7313636" y="2678259"/>
                  </a:lnTo>
                  <a:lnTo>
                    <a:pt x="7421499" y="2660576"/>
                  </a:lnTo>
                  <a:lnTo>
                    <a:pt x="7524026" y="2641047"/>
                  </a:lnTo>
                  <a:lnTo>
                    <a:pt x="7620200" y="2619595"/>
                  </a:lnTo>
                  <a:lnTo>
                    <a:pt x="7709585" y="2596088"/>
                  </a:lnTo>
                  <a:lnTo>
                    <a:pt x="7792190" y="2570334"/>
                  </a:lnTo>
                  <a:lnTo>
                    <a:pt x="7868342" y="2542088"/>
                  </a:lnTo>
                  <a:lnTo>
                    <a:pt x="7938578" y="2511054"/>
                  </a:lnTo>
                  <a:lnTo>
                    <a:pt x="8003562" y="2476895"/>
                  </a:lnTo>
                  <a:lnTo>
                    <a:pt x="8064020" y="2439256"/>
                  </a:lnTo>
                  <a:lnTo>
                    <a:pt x="8120693" y="2397788"/>
                  </a:lnTo>
                  <a:lnTo>
                    <a:pt x="8174297" y="2352200"/>
                  </a:lnTo>
                  <a:lnTo>
                    <a:pt x="8225490" y="2302328"/>
                  </a:lnTo>
                  <a:lnTo>
                    <a:pt x="8229629" y="2298018"/>
                  </a:lnTo>
                  <a:lnTo>
                    <a:pt x="8274338" y="2248759"/>
                  </a:lnTo>
                  <a:lnTo>
                    <a:pt x="8317926" y="2195910"/>
                  </a:lnTo>
                  <a:lnTo>
                    <a:pt x="8360697" y="2139398"/>
                  </a:lnTo>
                  <a:lnTo>
                    <a:pt x="8402895" y="2079207"/>
                  </a:lnTo>
                  <a:lnTo>
                    <a:pt x="8444716" y="2015387"/>
                  </a:lnTo>
                  <a:lnTo>
                    <a:pt x="8486311" y="1948054"/>
                  </a:lnTo>
                  <a:lnTo>
                    <a:pt x="8527797" y="1877402"/>
                  </a:lnTo>
                  <a:lnTo>
                    <a:pt x="8569256" y="1803697"/>
                  </a:lnTo>
                  <a:lnTo>
                    <a:pt x="8610741" y="1727280"/>
                  </a:lnTo>
                  <a:lnTo>
                    <a:pt x="8652280" y="1648560"/>
                  </a:lnTo>
                  <a:lnTo>
                    <a:pt x="8693882" y="1568012"/>
                  </a:lnTo>
                  <a:lnTo>
                    <a:pt x="8735538" y="1486159"/>
                  </a:lnTo>
                  <a:lnTo>
                    <a:pt x="8777228" y="1403561"/>
                  </a:lnTo>
                  <a:lnTo>
                    <a:pt x="8818926" y="1320802"/>
                  </a:lnTo>
                  <a:lnTo>
                    <a:pt x="8860603" y="1238470"/>
                  </a:lnTo>
                  <a:lnTo>
                    <a:pt x="8902237" y="1157140"/>
                  </a:lnTo>
                  <a:lnTo>
                    <a:pt x="8943811" y="1077358"/>
                  </a:lnTo>
                  <a:lnTo>
                    <a:pt x="8985323" y="999625"/>
                  </a:lnTo>
                  <a:lnTo>
                    <a:pt x="9026791" y="924389"/>
                  </a:lnTo>
                  <a:lnTo>
                    <a:pt x="9068254" y="852028"/>
                  </a:lnTo>
                  <a:lnTo>
                    <a:pt x="9109777" y="782851"/>
                  </a:lnTo>
                  <a:lnTo>
                    <a:pt x="9151458" y="717089"/>
                  </a:lnTo>
                  <a:lnTo>
                    <a:pt x="9193429" y="654902"/>
                  </a:lnTo>
                  <a:lnTo>
                    <a:pt x="9235859" y="596374"/>
                  </a:lnTo>
                  <a:lnTo>
                    <a:pt x="9278966" y="541526"/>
                  </a:lnTo>
                  <a:lnTo>
                    <a:pt x="9323020" y="490315"/>
                  </a:lnTo>
                  <a:lnTo>
                    <a:pt x="9347647" y="463796"/>
                  </a:lnTo>
                  <a:lnTo>
                    <a:pt x="9398667" y="413570"/>
                  </a:lnTo>
                  <a:lnTo>
                    <a:pt x="9452049" y="367632"/>
                  </a:lnTo>
                  <a:lnTo>
                    <a:pt x="9508442" y="325833"/>
                  </a:lnTo>
                  <a:lnTo>
                    <a:pt x="9568559" y="287891"/>
                  </a:lnTo>
                  <a:lnTo>
                    <a:pt x="9633141" y="253458"/>
                  </a:lnTo>
                  <a:lnTo>
                    <a:pt x="9702917" y="222178"/>
                  </a:lnTo>
                  <a:lnTo>
                    <a:pt x="9778558" y="193714"/>
                  </a:lnTo>
                  <a:lnTo>
                    <a:pt x="9860614" y="167765"/>
                  </a:lnTo>
                  <a:lnTo>
                    <a:pt x="9949434" y="144080"/>
                  </a:lnTo>
                  <a:lnTo>
                    <a:pt x="10045056" y="122464"/>
                  </a:lnTo>
                  <a:lnTo>
                    <a:pt x="10147088" y="102779"/>
                  </a:lnTo>
                  <a:lnTo>
                    <a:pt x="10254565" y="84945"/>
                  </a:lnTo>
                  <a:lnTo>
                    <a:pt x="10365832" y="68934"/>
                  </a:lnTo>
                  <a:lnTo>
                    <a:pt x="10478474" y="54757"/>
                  </a:lnTo>
                  <a:lnTo>
                    <a:pt x="10589354" y="42451"/>
                  </a:lnTo>
                  <a:lnTo>
                    <a:pt x="10694791" y="32052"/>
                  </a:lnTo>
                  <a:lnTo>
                    <a:pt x="10790915" y="23569"/>
                  </a:lnTo>
                  <a:lnTo>
                    <a:pt x="10874160" y="16953"/>
                  </a:lnTo>
                  <a:lnTo>
                    <a:pt x="10941816" y="12086"/>
                  </a:lnTo>
                  <a:lnTo>
                    <a:pt x="10992505" y="8772"/>
                  </a:lnTo>
                  <a:lnTo>
                    <a:pt x="11026476" y="6745"/>
                  </a:lnTo>
                  <a:lnTo>
                    <a:pt x="11045659" y="5698"/>
                  </a:lnTo>
                  <a:lnTo>
                    <a:pt x="11053527" y="530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1" y="49"/>
                  </a:lnTo>
                  <a:lnTo>
                    <a:pt x="11046680" y="404"/>
                  </a:lnTo>
                  <a:lnTo>
                    <a:pt x="11028583" y="1385"/>
                  </a:lnTo>
                  <a:lnTo>
                    <a:pt x="10995929" y="3319"/>
                  </a:lnTo>
                  <a:lnTo>
                    <a:pt x="10946654" y="6516"/>
                  </a:lnTo>
                  <a:lnTo>
                    <a:pt x="10880368" y="11246"/>
                  </a:lnTo>
                  <a:lnTo>
                    <a:pt x="10798323" y="17712"/>
                  </a:lnTo>
                  <a:lnTo>
                    <a:pt x="10703136" y="26039"/>
                  </a:lnTo>
                  <a:lnTo>
                    <a:pt x="10598323" y="36279"/>
                  </a:lnTo>
                  <a:lnTo>
                    <a:pt x="10487748" y="48428"/>
                  </a:lnTo>
                  <a:lnTo>
                    <a:pt x="10375123" y="62452"/>
                  </a:lnTo>
                  <a:lnTo>
                    <a:pt x="10263640" y="78313"/>
                  </a:lnTo>
                  <a:lnTo>
                    <a:pt x="10155777" y="95996"/>
                  </a:lnTo>
                  <a:lnTo>
                    <a:pt x="10053251" y="115526"/>
                  </a:lnTo>
                  <a:lnTo>
                    <a:pt x="9957077" y="136978"/>
                  </a:lnTo>
                  <a:lnTo>
                    <a:pt x="9867692" y="160485"/>
                  </a:lnTo>
                  <a:lnTo>
                    <a:pt x="9785087" y="186238"/>
                  </a:lnTo>
                  <a:lnTo>
                    <a:pt x="9708935" y="214484"/>
                  </a:lnTo>
                  <a:lnTo>
                    <a:pt x="9638698" y="245519"/>
                  </a:lnTo>
                  <a:lnTo>
                    <a:pt x="9573714" y="279678"/>
                  </a:lnTo>
                  <a:lnTo>
                    <a:pt x="9513256" y="317317"/>
                  </a:lnTo>
                  <a:lnTo>
                    <a:pt x="9456584" y="358785"/>
                  </a:lnTo>
                  <a:lnTo>
                    <a:pt x="9402979" y="404373"/>
                  </a:lnTo>
                  <a:lnTo>
                    <a:pt x="9351786" y="454244"/>
                  </a:lnTo>
                  <a:lnTo>
                    <a:pt x="9347647" y="458555"/>
                  </a:lnTo>
                  <a:lnTo>
                    <a:pt x="9302939" y="507814"/>
                  </a:lnTo>
                  <a:lnTo>
                    <a:pt x="9259350" y="560663"/>
                  </a:lnTo>
                  <a:lnTo>
                    <a:pt x="9216579" y="617175"/>
                  </a:lnTo>
                  <a:lnTo>
                    <a:pt x="9174381" y="677366"/>
                  </a:lnTo>
                  <a:lnTo>
                    <a:pt x="9132561" y="741186"/>
                  </a:lnTo>
                  <a:lnTo>
                    <a:pt x="9090965" y="808518"/>
                  </a:lnTo>
                  <a:lnTo>
                    <a:pt x="9049479" y="879170"/>
                  </a:lnTo>
                  <a:lnTo>
                    <a:pt x="9008021" y="952876"/>
                  </a:lnTo>
                  <a:lnTo>
                    <a:pt x="8966536" y="1029293"/>
                  </a:lnTo>
                  <a:lnTo>
                    <a:pt x="8924997" y="1108012"/>
                  </a:lnTo>
                  <a:lnTo>
                    <a:pt x="8883395" y="1188560"/>
                  </a:lnTo>
                  <a:lnTo>
                    <a:pt x="8841739" y="1270414"/>
                  </a:lnTo>
                  <a:lnTo>
                    <a:pt x="8800049" y="1353012"/>
                  </a:lnTo>
                  <a:lnTo>
                    <a:pt x="8758351" y="1435770"/>
                  </a:lnTo>
                  <a:lnTo>
                    <a:pt x="8716673" y="1518103"/>
                  </a:lnTo>
                  <a:lnTo>
                    <a:pt x="8675040" y="1599433"/>
                  </a:lnTo>
                  <a:lnTo>
                    <a:pt x="8633466" y="1679215"/>
                  </a:lnTo>
                  <a:lnTo>
                    <a:pt x="8591954" y="1756947"/>
                  </a:lnTo>
                  <a:lnTo>
                    <a:pt x="8550486" y="1832183"/>
                  </a:lnTo>
                  <a:lnTo>
                    <a:pt x="8509023" y="1904544"/>
                  </a:lnTo>
                  <a:lnTo>
                    <a:pt x="8467499" y="1973722"/>
                  </a:lnTo>
                  <a:lnTo>
                    <a:pt x="8425818" y="2039483"/>
                  </a:lnTo>
                  <a:lnTo>
                    <a:pt x="8383848" y="2101671"/>
                  </a:lnTo>
                  <a:lnTo>
                    <a:pt x="8341418" y="2160198"/>
                  </a:lnTo>
                  <a:lnTo>
                    <a:pt x="8298310" y="2215046"/>
                  </a:lnTo>
                  <a:lnTo>
                    <a:pt x="8254256" y="2266258"/>
                  </a:lnTo>
                  <a:lnTo>
                    <a:pt x="8229629" y="2292777"/>
                  </a:lnTo>
                  <a:lnTo>
                    <a:pt x="8178609" y="2343003"/>
                  </a:lnTo>
                  <a:lnTo>
                    <a:pt x="8125227" y="2388941"/>
                  </a:lnTo>
                  <a:lnTo>
                    <a:pt x="8068835" y="2430739"/>
                  </a:lnTo>
                  <a:lnTo>
                    <a:pt x="8008718" y="2468682"/>
                  </a:lnTo>
                  <a:lnTo>
                    <a:pt x="7944136" y="2503115"/>
                  </a:lnTo>
                  <a:lnTo>
                    <a:pt x="7874359" y="2534394"/>
                  </a:lnTo>
                  <a:lnTo>
                    <a:pt x="7798718" y="2562859"/>
                  </a:lnTo>
                  <a:lnTo>
                    <a:pt x="7716662" y="2588808"/>
                  </a:lnTo>
                  <a:lnTo>
                    <a:pt x="7627843" y="2612493"/>
                  </a:lnTo>
                  <a:lnTo>
                    <a:pt x="7532220" y="2634109"/>
                  </a:lnTo>
                  <a:lnTo>
                    <a:pt x="7430189" y="2653793"/>
                  </a:lnTo>
                  <a:lnTo>
                    <a:pt x="7322712" y="2671627"/>
                  </a:lnTo>
                  <a:lnTo>
                    <a:pt x="7211445" y="2687639"/>
                  </a:lnTo>
                  <a:lnTo>
                    <a:pt x="7098802" y="2701816"/>
                  </a:lnTo>
                  <a:lnTo>
                    <a:pt x="6987922" y="2714121"/>
                  </a:lnTo>
                  <a:lnTo>
                    <a:pt x="6882486" y="2724520"/>
                  </a:lnTo>
                  <a:lnTo>
                    <a:pt x="6786362" y="2733004"/>
                  </a:lnTo>
                  <a:lnTo>
                    <a:pt x="6703116" y="2739620"/>
                  </a:lnTo>
                  <a:lnTo>
                    <a:pt x="6635460" y="2744486"/>
                  </a:lnTo>
                  <a:lnTo>
                    <a:pt x="6584771" y="2747801"/>
                  </a:lnTo>
                  <a:lnTo>
                    <a:pt x="6550801" y="2749827"/>
                  </a:lnTo>
                  <a:lnTo>
                    <a:pt x="6531618" y="2750875"/>
                  </a:lnTo>
                  <a:lnTo>
                    <a:pt x="6523750" y="2751269"/>
                  </a:lnTo>
                  <a:lnTo>
                    <a:pt x="6522385" y="2751332"/>
                  </a:lnTo>
                  <a:lnTo>
                    <a:pt x="5527445" y="2751332"/>
                  </a:lnTo>
                  <a:lnTo>
                    <a:pt x="5526327" y="2751303"/>
                  </a:lnTo>
                  <a:lnTo>
                    <a:pt x="5518948" y="2751097"/>
                  </a:lnTo>
                  <a:lnTo>
                    <a:pt x="5500240" y="2750528"/>
                  </a:lnTo>
                  <a:lnTo>
                    <a:pt x="5466526" y="2749406"/>
                  </a:lnTo>
                  <a:lnTo>
                    <a:pt x="5415738" y="2747551"/>
                  </a:lnTo>
                  <a:lnTo>
                    <a:pt x="5347566" y="2744809"/>
                  </a:lnTo>
                  <a:lnTo>
                    <a:pt x="5263411" y="2741066"/>
                  </a:lnTo>
                  <a:lnTo>
                    <a:pt x="5166073" y="2736251"/>
                  </a:lnTo>
                  <a:lnTo>
                    <a:pt x="5059249" y="2730339"/>
                  </a:lnTo>
                  <a:lnTo>
                    <a:pt x="4946948" y="2723333"/>
                  </a:lnTo>
                  <a:lnTo>
                    <a:pt x="4832968" y="2715255"/>
                  </a:lnTo>
                  <a:lnTo>
                    <a:pt x="4720533" y="2706126"/>
                  </a:lnTo>
                  <a:lnTo>
                    <a:pt x="4612100" y="2695952"/>
                  </a:lnTo>
                  <a:lnTo>
                    <a:pt x="4509334" y="2684714"/>
                  </a:lnTo>
                  <a:lnTo>
                    <a:pt x="4413184" y="2672363"/>
                  </a:lnTo>
                  <a:lnTo>
                    <a:pt x="4324013" y="2658817"/>
                  </a:lnTo>
                  <a:lnTo>
                    <a:pt x="4241741" y="2643958"/>
                  </a:lnTo>
                  <a:lnTo>
                    <a:pt x="4165978" y="2627638"/>
                  </a:lnTo>
                  <a:lnTo>
                    <a:pt x="4096135" y="2609679"/>
                  </a:lnTo>
                  <a:lnTo>
                    <a:pt x="4031507" y="2589884"/>
                  </a:lnTo>
                  <a:lnTo>
                    <a:pt x="3971332" y="2568043"/>
                  </a:lnTo>
                  <a:lnTo>
                    <a:pt x="3914845" y="2543962"/>
                  </a:lnTo>
                  <a:lnTo>
                    <a:pt x="3861317" y="2517484"/>
                  </a:lnTo>
                  <a:lnTo>
                    <a:pt x="3820202" y="2494541"/>
                  </a:lnTo>
                  <a:lnTo>
                    <a:pt x="3767158" y="2461505"/>
                  </a:lnTo>
                  <a:lnTo>
                    <a:pt x="3715614" y="2425610"/>
                  </a:lnTo>
                  <a:lnTo>
                    <a:pt x="3665090" y="2386805"/>
                  </a:lnTo>
                  <a:lnTo>
                    <a:pt x="3615213" y="2345103"/>
                  </a:lnTo>
                  <a:lnTo>
                    <a:pt x="3565703" y="2300592"/>
                  </a:lnTo>
                  <a:lnTo>
                    <a:pt x="3516358" y="2253444"/>
                  </a:lnTo>
                  <a:lnTo>
                    <a:pt x="3467040" y="2203911"/>
                  </a:lnTo>
                  <a:lnTo>
                    <a:pt x="3417669" y="2152333"/>
                  </a:lnTo>
                  <a:lnTo>
                    <a:pt x="3368213" y="2099119"/>
                  </a:lnTo>
                  <a:lnTo>
                    <a:pt x="3318676" y="2044747"/>
                  </a:lnTo>
                  <a:lnTo>
                    <a:pt x="3269087" y="1989737"/>
                  </a:lnTo>
                  <a:lnTo>
                    <a:pt x="3219491" y="1934640"/>
                  </a:lnTo>
                  <a:lnTo>
                    <a:pt x="3169933" y="1880006"/>
                  </a:lnTo>
                  <a:lnTo>
                    <a:pt x="3120449" y="1826369"/>
                  </a:lnTo>
                  <a:lnTo>
                    <a:pt x="3071053" y="1774222"/>
                  </a:lnTo>
                  <a:lnTo>
                    <a:pt x="3021725" y="1723998"/>
                  </a:lnTo>
                  <a:lnTo>
                    <a:pt x="2972400" y="1676059"/>
                  </a:lnTo>
                  <a:lnTo>
                    <a:pt x="2922961" y="1630686"/>
                  </a:lnTo>
                  <a:lnTo>
                    <a:pt x="2873228" y="1588076"/>
                  </a:lnTo>
                  <a:lnTo>
                    <a:pt x="2822945" y="1548344"/>
                  </a:lnTo>
                  <a:lnTo>
                    <a:pt x="2771773" y="1511526"/>
                  </a:lnTo>
                  <a:lnTo>
                    <a:pt x="2719266" y="1477589"/>
                  </a:lnTo>
                  <a:lnTo>
                    <a:pt x="2702183" y="1467377"/>
                  </a:lnTo>
                  <a:lnTo>
                    <a:pt x="2650544" y="1438931"/>
                  </a:lnTo>
                  <a:lnTo>
                    <a:pt x="2596478" y="1412942"/>
                  </a:lnTo>
                  <a:lnTo>
                    <a:pt x="2539313" y="1389324"/>
                  </a:lnTo>
                  <a:lnTo>
                    <a:pt x="2478307" y="1367910"/>
                  </a:lnTo>
                  <a:lnTo>
                    <a:pt x="2412693" y="1348499"/>
                  </a:lnTo>
                  <a:lnTo>
                    <a:pt x="2341718" y="1330884"/>
                  </a:lnTo>
                  <a:lnTo>
                    <a:pt x="2264693" y="1314870"/>
                  </a:lnTo>
                  <a:lnTo>
                    <a:pt x="2181061" y="1300285"/>
                  </a:lnTo>
                  <a:lnTo>
                    <a:pt x="2090485" y="1286987"/>
                  </a:lnTo>
                  <a:lnTo>
                    <a:pt x="1992964" y="1274865"/>
                  </a:lnTo>
                  <a:lnTo>
                    <a:pt x="1888965" y="1263843"/>
                  </a:lnTo>
                  <a:lnTo>
                    <a:pt x="1779572" y="1253879"/>
                  </a:lnTo>
                  <a:lnTo>
                    <a:pt x="1666604" y="1244959"/>
                  </a:lnTo>
                  <a:lnTo>
                    <a:pt x="1552680" y="1237095"/>
                  </a:lnTo>
                  <a:lnTo>
                    <a:pt x="1441159" y="1230307"/>
                  </a:lnTo>
                  <a:lnTo>
                    <a:pt x="1335916" y="1224615"/>
                  </a:lnTo>
                  <a:lnTo>
                    <a:pt x="1240945" y="1220018"/>
                  </a:lnTo>
                  <a:lnTo>
                    <a:pt x="1159807" y="1216482"/>
                  </a:lnTo>
                  <a:lnTo>
                    <a:pt x="1095060" y="1213929"/>
                  </a:lnTo>
                  <a:lnTo>
                    <a:pt x="1047776" y="1212234"/>
                  </a:lnTo>
                  <a:lnTo>
                    <a:pt x="1017290" y="1211238"/>
                  </a:lnTo>
                  <a:lnTo>
                    <a:pt x="1001194" y="1210757"/>
                  </a:lnTo>
                  <a:lnTo>
                    <a:pt x="995517" y="1210601"/>
                  </a:lnTo>
                  <a:lnTo>
                    <a:pt x="994940" y="1210586"/>
                  </a:lnTo>
                  <a:lnTo>
                    <a:pt x="0" y="1210586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98" name="pl297"/>
            <p:cNvSpPr/>
            <p:nvPr/>
          </p:nvSpPr>
          <p:spPr>
            <a:xfrm>
              <a:off x="1199187" y="1467213"/>
              <a:ext cx="12049831" cy="2751332"/>
            </a:xfrm>
            <a:custGeom>
              <a:avLst/>
              <a:pathLst>
                <a:path w="12049831" h="2751332">
                  <a:moveTo>
                    <a:pt x="0" y="1210586"/>
                  </a:moveTo>
                  <a:lnTo>
                    <a:pt x="994940" y="1210586"/>
                  </a:lnTo>
                  <a:lnTo>
                    <a:pt x="996058" y="1210615"/>
                  </a:lnTo>
                  <a:lnTo>
                    <a:pt x="1003437" y="1210821"/>
                  </a:lnTo>
                  <a:lnTo>
                    <a:pt x="1022145" y="1211390"/>
                  </a:lnTo>
                  <a:lnTo>
                    <a:pt x="1055859" y="1212513"/>
                  </a:lnTo>
                  <a:lnTo>
                    <a:pt x="1106647" y="1214368"/>
                  </a:lnTo>
                  <a:lnTo>
                    <a:pt x="1174819" y="1217109"/>
                  </a:lnTo>
                  <a:lnTo>
                    <a:pt x="1258974" y="1220853"/>
                  </a:lnTo>
                  <a:lnTo>
                    <a:pt x="1356312" y="1225667"/>
                  </a:lnTo>
                  <a:lnTo>
                    <a:pt x="1463136" y="1231580"/>
                  </a:lnTo>
                  <a:lnTo>
                    <a:pt x="1575437" y="1238585"/>
                  </a:lnTo>
                  <a:lnTo>
                    <a:pt x="1689417" y="1246663"/>
                  </a:lnTo>
                  <a:lnTo>
                    <a:pt x="1801852" y="1255792"/>
                  </a:lnTo>
                  <a:lnTo>
                    <a:pt x="1910285" y="1265967"/>
                  </a:lnTo>
                  <a:lnTo>
                    <a:pt x="2013051" y="1277204"/>
                  </a:lnTo>
                  <a:lnTo>
                    <a:pt x="2109201" y="1289555"/>
                  </a:lnTo>
                  <a:lnTo>
                    <a:pt x="2198372" y="1303101"/>
                  </a:lnTo>
                  <a:lnTo>
                    <a:pt x="2280644" y="1317960"/>
                  </a:lnTo>
                  <a:lnTo>
                    <a:pt x="2356407" y="1334280"/>
                  </a:lnTo>
                  <a:lnTo>
                    <a:pt x="2426249" y="1352239"/>
                  </a:lnTo>
                  <a:lnTo>
                    <a:pt x="2490878" y="1372035"/>
                  </a:lnTo>
                  <a:lnTo>
                    <a:pt x="2551053" y="1393875"/>
                  </a:lnTo>
                  <a:lnTo>
                    <a:pt x="2607540" y="1417956"/>
                  </a:lnTo>
                  <a:lnTo>
                    <a:pt x="2661068" y="1444434"/>
                  </a:lnTo>
                  <a:lnTo>
                    <a:pt x="2702183" y="1467377"/>
                  </a:lnTo>
                  <a:lnTo>
                    <a:pt x="2755227" y="1500414"/>
                  </a:lnTo>
                  <a:lnTo>
                    <a:pt x="2806771" y="1536308"/>
                  </a:lnTo>
                  <a:lnTo>
                    <a:pt x="2857295" y="1575113"/>
                  </a:lnTo>
                  <a:lnTo>
                    <a:pt x="2907172" y="1616815"/>
                  </a:lnTo>
                  <a:lnTo>
                    <a:pt x="2956682" y="1661326"/>
                  </a:lnTo>
                  <a:lnTo>
                    <a:pt x="3006027" y="1708475"/>
                  </a:lnTo>
                  <a:lnTo>
                    <a:pt x="3055345" y="1758007"/>
                  </a:lnTo>
                  <a:lnTo>
                    <a:pt x="3104716" y="1809586"/>
                  </a:lnTo>
                  <a:lnTo>
                    <a:pt x="3154172" y="1862799"/>
                  </a:lnTo>
                  <a:lnTo>
                    <a:pt x="3203709" y="1917172"/>
                  </a:lnTo>
                  <a:lnTo>
                    <a:pt x="3253298" y="1972181"/>
                  </a:lnTo>
                  <a:lnTo>
                    <a:pt x="3302894" y="2027279"/>
                  </a:lnTo>
                  <a:lnTo>
                    <a:pt x="3352452" y="2081912"/>
                  </a:lnTo>
                  <a:lnTo>
                    <a:pt x="3401936" y="2135549"/>
                  </a:lnTo>
                  <a:lnTo>
                    <a:pt x="3451332" y="2187696"/>
                  </a:lnTo>
                  <a:lnTo>
                    <a:pt x="3500660" y="2237920"/>
                  </a:lnTo>
                  <a:lnTo>
                    <a:pt x="3549985" y="2285859"/>
                  </a:lnTo>
                  <a:lnTo>
                    <a:pt x="3599424" y="2331232"/>
                  </a:lnTo>
                  <a:lnTo>
                    <a:pt x="3649157" y="2373842"/>
                  </a:lnTo>
                  <a:lnTo>
                    <a:pt x="3699440" y="2413574"/>
                  </a:lnTo>
                  <a:lnTo>
                    <a:pt x="3750612" y="2450392"/>
                  </a:lnTo>
                  <a:lnTo>
                    <a:pt x="3803119" y="2484329"/>
                  </a:lnTo>
                  <a:lnTo>
                    <a:pt x="3820202" y="2494541"/>
                  </a:lnTo>
                  <a:lnTo>
                    <a:pt x="3871841" y="2522988"/>
                  </a:lnTo>
                  <a:lnTo>
                    <a:pt x="3925907" y="2548976"/>
                  </a:lnTo>
                  <a:lnTo>
                    <a:pt x="3983072" y="2572594"/>
                  </a:lnTo>
                  <a:lnTo>
                    <a:pt x="4044078" y="2594008"/>
                  </a:lnTo>
                  <a:lnTo>
                    <a:pt x="4109692" y="2613419"/>
                  </a:lnTo>
                  <a:lnTo>
                    <a:pt x="4180667" y="2631034"/>
                  </a:lnTo>
                  <a:lnTo>
                    <a:pt x="4257692" y="2647048"/>
                  </a:lnTo>
                  <a:lnTo>
                    <a:pt x="4341324" y="2661633"/>
                  </a:lnTo>
                  <a:lnTo>
                    <a:pt x="4431900" y="2674931"/>
                  </a:lnTo>
                  <a:lnTo>
                    <a:pt x="4529421" y="2687053"/>
                  </a:lnTo>
                  <a:lnTo>
                    <a:pt x="4633420" y="2698075"/>
                  </a:lnTo>
                  <a:lnTo>
                    <a:pt x="4742813" y="2708039"/>
                  </a:lnTo>
                  <a:lnTo>
                    <a:pt x="4855781" y="2716959"/>
                  </a:lnTo>
                  <a:lnTo>
                    <a:pt x="4969705" y="2724824"/>
                  </a:lnTo>
                  <a:lnTo>
                    <a:pt x="5081226" y="2731612"/>
                  </a:lnTo>
                  <a:lnTo>
                    <a:pt x="5186469" y="2737304"/>
                  </a:lnTo>
                  <a:lnTo>
                    <a:pt x="5281440" y="2741900"/>
                  </a:lnTo>
                  <a:lnTo>
                    <a:pt x="5362578" y="2745436"/>
                  </a:lnTo>
                  <a:lnTo>
                    <a:pt x="5427325" y="2747989"/>
                  </a:lnTo>
                  <a:lnTo>
                    <a:pt x="5474609" y="2749684"/>
                  </a:lnTo>
                  <a:lnTo>
                    <a:pt x="5505095" y="2750680"/>
                  </a:lnTo>
                  <a:lnTo>
                    <a:pt x="5521191" y="2751162"/>
                  </a:lnTo>
                  <a:lnTo>
                    <a:pt x="5526868" y="2751318"/>
                  </a:lnTo>
                  <a:lnTo>
                    <a:pt x="5527445" y="2751332"/>
                  </a:lnTo>
                  <a:lnTo>
                    <a:pt x="6522385" y="2751332"/>
                  </a:lnTo>
                  <a:lnTo>
                    <a:pt x="6523465" y="2751283"/>
                  </a:lnTo>
                  <a:lnTo>
                    <a:pt x="6530597" y="2750927"/>
                  </a:lnTo>
                  <a:lnTo>
                    <a:pt x="6548694" y="2749947"/>
                  </a:lnTo>
                  <a:lnTo>
                    <a:pt x="6581347" y="2748013"/>
                  </a:lnTo>
                  <a:lnTo>
                    <a:pt x="6630622" y="2744816"/>
                  </a:lnTo>
                  <a:lnTo>
                    <a:pt x="6696908" y="2740086"/>
                  </a:lnTo>
                  <a:lnTo>
                    <a:pt x="6778954" y="2733620"/>
                  </a:lnTo>
                  <a:lnTo>
                    <a:pt x="6874140" y="2725293"/>
                  </a:lnTo>
                  <a:lnTo>
                    <a:pt x="6978954" y="2715053"/>
                  </a:lnTo>
                  <a:lnTo>
                    <a:pt x="7089529" y="2702904"/>
                  </a:lnTo>
                  <a:lnTo>
                    <a:pt x="7202154" y="2688880"/>
                  </a:lnTo>
                  <a:lnTo>
                    <a:pt x="7313636" y="2673019"/>
                  </a:lnTo>
                  <a:lnTo>
                    <a:pt x="7421499" y="2655336"/>
                  </a:lnTo>
                  <a:lnTo>
                    <a:pt x="7524026" y="2635806"/>
                  </a:lnTo>
                  <a:lnTo>
                    <a:pt x="7620200" y="2614354"/>
                  </a:lnTo>
                  <a:lnTo>
                    <a:pt x="7709585" y="2590847"/>
                  </a:lnTo>
                  <a:lnTo>
                    <a:pt x="7792190" y="2565094"/>
                  </a:lnTo>
                  <a:lnTo>
                    <a:pt x="7868342" y="2536848"/>
                  </a:lnTo>
                  <a:lnTo>
                    <a:pt x="7938578" y="2505813"/>
                  </a:lnTo>
                  <a:lnTo>
                    <a:pt x="8003562" y="2471654"/>
                  </a:lnTo>
                  <a:lnTo>
                    <a:pt x="8064020" y="2434015"/>
                  </a:lnTo>
                  <a:lnTo>
                    <a:pt x="8120693" y="2392547"/>
                  </a:lnTo>
                  <a:lnTo>
                    <a:pt x="8174297" y="2346959"/>
                  </a:lnTo>
                  <a:lnTo>
                    <a:pt x="8225490" y="2297088"/>
                  </a:lnTo>
                  <a:lnTo>
                    <a:pt x="8229629" y="2292777"/>
                  </a:lnTo>
                  <a:lnTo>
                    <a:pt x="8274338" y="2243518"/>
                  </a:lnTo>
                  <a:lnTo>
                    <a:pt x="8317926" y="2190669"/>
                  </a:lnTo>
                  <a:lnTo>
                    <a:pt x="8360697" y="2134157"/>
                  </a:lnTo>
                  <a:lnTo>
                    <a:pt x="8402895" y="2073966"/>
                  </a:lnTo>
                  <a:lnTo>
                    <a:pt x="8444716" y="2010146"/>
                  </a:lnTo>
                  <a:lnTo>
                    <a:pt x="8486311" y="1942814"/>
                  </a:lnTo>
                  <a:lnTo>
                    <a:pt x="8527797" y="1872162"/>
                  </a:lnTo>
                  <a:lnTo>
                    <a:pt x="8569256" y="1798456"/>
                  </a:lnTo>
                  <a:lnTo>
                    <a:pt x="8610741" y="1722039"/>
                  </a:lnTo>
                  <a:lnTo>
                    <a:pt x="8652280" y="1643320"/>
                  </a:lnTo>
                  <a:lnTo>
                    <a:pt x="8693882" y="1562772"/>
                  </a:lnTo>
                  <a:lnTo>
                    <a:pt x="8735538" y="1480918"/>
                  </a:lnTo>
                  <a:lnTo>
                    <a:pt x="8777228" y="1398320"/>
                  </a:lnTo>
                  <a:lnTo>
                    <a:pt x="8818926" y="1315561"/>
                  </a:lnTo>
                  <a:lnTo>
                    <a:pt x="8860603" y="1233229"/>
                  </a:lnTo>
                  <a:lnTo>
                    <a:pt x="8902237" y="1151899"/>
                  </a:lnTo>
                  <a:lnTo>
                    <a:pt x="8943811" y="1072117"/>
                  </a:lnTo>
                  <a:lnTo>
                    <a:pt x="8985323" y="994385"/>
                  </a:lnTo>
                  <a:lnTo>
                    <a:pt x="9026791" y="919149"/>
                  </a:lnTo>
                  <a:lnTo>
                    <a:pt x="9068254" y="846788"/>
                  </a:lnTo>
                  <a:lnTo>
                    <a:pt x="9109777" y="777610"/>
                  </a:lnTo>
                  <a:lnTo>
                    <a:pt x="9151458" y="711848"/>
                  </a:lnTo>
                  <a:lnTo>
                    <a:pt x="9193429" y="649661"/>
                  </a:lnTo>
                  <a:lnTo>
                    <a:pt x="9235859" y="591134"/>
                  </a:lnTo>
                  <a:lnTo>
                    <a:pt x="9278966" y="536286"/>
                  </a:lnTo>
                  <a:lnTo>
                    <a:pt x="9323020" y="485074"/>
                  </a:lnTo>
                  <a:lnTo>
                    <a:pt x="9347647" y="458555"/>
                  </a:lnTo>
                  <a:lnTo>
                    <a:pt x="9398667" y="408329"/>
                  </a:lnTo>
                  <a:lnTo>
                    <a:pt x="9452049" y="362391"/>
                  </a:lnTo>
                  <a:lnTo>
                    <a:pt x="9508442" y="320593"/>
                  </a:lnTo>
                  <a:lnTo>
                    <a:pt x="9568559" y="282650"/>
                  </a:lnTo>
                  <a:lnTo>
                    <a:pt x="9633141" y="248217"/>
                  </a:lnTo>
                  <a:lnTo>
                    <a:pt x="9702917" y="216938"/>
                  </a:lnTo>
                  <a:lnTo>
                    <a:pt x="9778558" y="188473"/>
                  </a:lnTo>
                  <a:lnTo>
                    <a:pt x="9860614" y="162524"/>
                  </a:lnTo>
                  <a:lnTo>
                    <a:pt x="9949434" y="138839"/>
                  </a:lnTo>
                  <a:lnTo>
                    <a:pt x="10045056" y="117223"/>
                  </a:lnTo>
                  <a:lnTo>
                    <a:pt x="10147088" y="97539"/>
                  </a:lnTo>
                  <a:lnTo>
                    <a:pt x="10254565" y="79705"/>
                  </a:lnTo>
                  <a:lnTo>
                    <a:pt x="10365832" y="63693"/>
                  </a:lnTo>
                  <a:lnTo>
                    <a:pt x="10478474" y="49516"/>
                  </a:lnTo>
                  <a:lnTo>
                    <a:pt x="10589354" y="37211"/>
                  </a:lnTo>
                  <a:lnTo>
                    <a:pt x="10694791" y="26812"/>
                  </a:lnTo>
                  <a:lnTo>
                    <a:pt x="10790915" y="18328"/>
                  </a:lnTo>
                  <a:lnTo>
                    <a:pt x="10874160" y="11712"/>
                  </a:lnTo>
                  <a:lnTo>
                    <a:pt x="10941816" y="6846"/>
                  </a:lnTo>
                  <a:lnTo>
                    <a:pt x="10992505" y="3531"/>
                  </a:lnTo>
                  <a:lnTo>
                    <a:pt x="11026476" y="1504"/>
                  </a:lnTo>
                  <a:lnTo>
                    <a:pt x="11045659" y="457"/>
                  </a:lnTo>
                  <a:lnTo>
                    <a:pt x="11053527" y="63"/>
                  </a:lnTo>
                  <a:lnTo>
                    <a:pt x="11054890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9" name="pl298"/>
            <p:cNvSpPr/>
            <p:nvPr/>
          </p:nvSpPr>
          <p:spPr>
            <a:xfrm>
              <a:off x="1199187" y="1461972"/>
              <a:ext cx="12049831" cy="2751332"/>
            </a:xfrm>
            <a:custGeom>
              <a:avLst/>
              <a:pathLst>
                <a:path w="12049831" h="2751332">
                  <a:moveTo>
                    <a:pt x="12049831" y="0"/>
                  </a:moveTo>
                  <a:lnTo>
                    <a:pt x="11054891" y="0"/>
                  </a:lnTo>
                  <a:lnTo>
                    <a:pt x="11053811" y="49"/>
                  </a:lnTo>
                  <a:lnTo>
                    <a:pt x="11046680" y="404"/>
                  </a:lnTo>
                  <a:lnTo>
                    <a:pt x="11028583" y="1385"/>
                  </a:lnTo>
                  <a:lnTo>
                    <a:pt x="10995929" y="3319"/>
                  </a:lnTo>
                  <a:lnTo>
                    <a:pt x="10946654" y="6516"/>
                  </a:lnTo>
                  <a:lnTo>
                    <a:pt x="10880368" y="11246"/>
                  </a:lnTo>
                  <a:lnTo>
                    <a:pt x="10798323" y="17712"/>
                  </a:lnTo>
                  <a:lnTo>
                    <a:pt x="10703136" y="26039"/>
                  </a:lnTo>
                  <a:lnTo>
                    <a:pt x="10598323" y="36279"/>
                  </a:lnTo>
                  <a:lnTo>
                    <a:pt x="10487748" y="48428"/>
                  </a:lnTo>
                  <a:lnTo>
                    <a:pt x="10375123" y="62452"/>
                  </a:lnTo>
                  <a:lnTo>
                    <a:pt x="10263640" y="78313"/>
                  </a:lnTo>
                  <a:lnTo>
                    <a:pt x="10155777" y="95996"/>
                  </a:lnTo>
                  <a:lnTo>
                    <a:pt x="10053251" y="115526"/>
                  </a:lnTo>
                  <a:lnTo>
                    <a:pt x="9957077" y="136978"/>
                  </a:lnTo>
                  <a:lnTo>
                    <a:pt x="9867692" y="160485"/>
                  </a:lnTo>
                  <a:lnTo>
                    <a:pt x="9785087" y="186238"/>
                  </a:lnTo>
                  <a:lnTo>
                    <a:pt x="9708935" y="214484"/>
                  </a:lnTo>
                  <a:lnTo>
                    <a:pt x="9638698" y="245519"/>
                  </a:lnTo>
                  <a:lnTo>
                    <a:pt x="9573714" y="279678"/>
                  </a:lnTo>
                  <a:lnTo>
                    <a:pt x="9513256" y="317317"/>
                  </a:lnTo>
                  <a:lnTo>
                    <a:pt x="9456584" y="358785"/>
                  </a:lnTo>
                  <a:lnTo>
                    <a:pt x="9402979" y="404373"/>
                  </a:lnTo>
                  <a:lnTo>
                    <a:pt x="9351786" y="454244"/>
                  </a:lnTo>
                  <a:lnTo>
                    <a:pt x="9347647" y="458555"/>
                  </a:lnTo>
                  <a:lnTo>
                    <a:pt x="9302939" y="507814"/>
                  </a:lnTo>
                  <a:lnTo>
                    <a:pt x="9259350" y="560663"/>
                  </a:lnTo>
                  <a:lnTo>
                    <a:pt x="9216579" y="617175"/>
                  </a:lnTo>
                  <a:lnTo>
                    <a:pt x="9174381" y="677366"/>
                  </a:lnTo>
                  <a:lnTo>
                    <a:pt x="9132561" y="741186"/>
                  </a:lnTo>
                  <a:lnTo>
                    <a:pt x="9090965" y="808518"/>
                  </a:lnTo>
                  <a:lnTo>
                    <a:pt x="9049479" y="879170"/>
                  </a:lnTo>
                  <a:lnTo>
                    <a:pt x="9008021" y="952876"/>
                  </a:lnTo>
                  <a:lnTo>
                    <a:pt x="8966536" y="1029293"/>
                  </a:lnTo>
                  <a:lnTo>
                    <a:pt x="8924997" y="1108012"/>
                  </a:lnTo>
                  <a:lnTo>
                    <a:pt x="8883395" y="1188560"/>
                  </a:lnTo>
                  <a:lnTo>
                    <a:pt x="8841739" y="1270414"/>
                  </a:lnTo>
                  <a:lnTo>
                    <a:pt x="8800049" y="1353012"/>
                  </a:lnTo>
                  <a:lnTo>
                    <a:pt x="8758351" y="1435770"/>
                  </a:lnTo>
                  <a:lnTo>
                    <a:pt x="8716673" y="1518103"/>
                  </a:lnTo>
                  <a:lnTo>
                    <a:pt x="8675040" y="1599433"/>
                  </a:lnTo>
                  <a:lnTo>
                    <a:pt x="8633466" y="1679215"/>
                  </a:lnTo>
                  <a:lnTo>
                    <a:pt x="8591954" y="1756947"/>
                  </a:lnTo>
                  <a:lnTo>
                    <a:pt x="8550486" y="1832183"/>
                  </a:lnTo>
                  <a:lnTo>
                    <a:pt x="8509023" y="1904544"/>
                  </a:lnTo>
                  <a:lnTo>
                    <a:pt x="8467499" y="1973722"/>
                  </a:lnTo>
                  <a:lnTo>
                    <a:pt x="8425818" y="2039483"/>
                  </a:lnTo>
                  <a:lnTo>
                    <a:pt x="8383848" y="2101671"/>
                  </a:lnTo>
                  <a:lnTo>
                    <a:pt x="8341418" y="2160198"/>
                  </a:lnTo>
                  <a:lnTo>
                    <a:pt x="8298310" y="2215046"/>
                  </a:lnTo>
                  <a:lnTo>
                    <a:pt x="8254256" y="2266258"/>
                  </a:lnTo>
                  <a:lnTo>
                    <a:pt x="8229629" y="2292777"/>
                  </a:lnTo>
                  <a:lnTo>
                    <a:pt x="8178609" y="2343003"/>
                  </a:lnTo>
                  <a:lnTo>
                    <a:pt x="8125227" y="2388941"/>
                  </a:lnTo>
                  <a:lnTo>
                    <a:pt x="8068835" y="2430739"/>
                  </a:lnTo>
                  <a:lnTo>
                    <a:pt x="8008718" y="2468682"/>
                  </a:lnTo>
                  <a:lnTo>
                    <a:pt x="7944136" y="2503115"/>
                  </a:lnTo>
                  <a:lnTo>
                    <a:pt x="7874359" y="2534394"/>
                  </a:lnTo>
                  <a:lnTo>
                    <a:pt x="7798718" y="2562859"/>
                  </a:lnTo>
                  <a:lnTo>
                    <a:pt x="7716662" y="2588808"/>
                  </a:lnTo>
                  <a:lnTo>
                    <a:pt x="7627843" y="2612493"/>
                  </a:lnTo>
                  <a:lnTo>
                    <a:pt x="7532220" y="2634109"/>
                  </a:lnTo>
                  <a:lnTo>
                    <a:pt x="7430189" y="2653793"/>
                  </a:lnTo>
                  <a:lnTo>
                    <a:pt x="7322712" y="2671627"/>
                  </a:lnTo>
                  <a:lnTo>
                    <a:pt x="7211445" y="2687639"/>
                  </a:lnTo>
                  <a:lnTo>
                    <a:pt x="7098802" y="2701816"/>
                  </a:lnTo>
                  <a:lnTo>
                    <a:pt x="6987922" y="2714121"/>
                  </a:lnTo>
                  <a:lnTo>
                    <a:pt x="6882486" y="2724520"/>
                  </a:lnTo>
                  <a:lnTo>
                    <a:pt x="6786362" y="2733004"/>
                  </a:lnTo>
                  <a:lnTo>
                    <a:pt x="6703116" y="2739620"/>
                  </a:lnTo>
                  <a:lnTo>
                    <a:pt x="6635460" y="2744486"/>
                  </a:lnTo>
                  <a:lnTo>
                    <a:pt x="6584771" y="2747801"/>
                  </a:lnTo>
                  <a:lnTo>
                    <a:pt x="6550801" y="2749827"/>
                  </a:lnTo>
                  <a:lnTo>
                    <a:pt x="6531618" y="2750875"/>
                  </a:lnTo>
                  <a:lnTo>
                    <a:pt x="6523750" y="2751269"/>
                  </a:lnTo>
                  <a:lnTo>
                    <a:pt x="6522386" y="2751332"/>
                  </a:lnTo>
                  <a:lnTo>
                    <a:pt x="6522385" y="2751332"/>
                  </a:lnTo>
                  <a:lnTo>
                    <a:pt x="5527445" y="2751332"/>
                  </a:lnTo>
                  <a:lnTo>
                    <a:pt x="5526327" y="2751303"/>
                  </a:lnTo>
                  <a:lnTo>
                    <a:pt x="5518948" y="2751097"/>
                  </a:lnTo>
                  <a:lnTo>
                    <a:pt x="5500240" y="2750528"/>
                  </a:lnTo>
                  <a:lnTo>
                    <a:pt x="5466526" y="2749406"/>
                  </a:lnTo>
                  <a:lnTo>
                    <a:pt x="5415738" y="2747551"/>
                  </a:lnTo>
                  <a:lnTo>
                    <a:pt x="5347566" y="2744809"/>
                  </a:lnTo>
                  <a:lnTo>
                    <a:pt x="5263411" y="2741066"/>
                  </a:lnTo>
                  <a:lnTo>
                    <a:pt x="5166073" y="2736251"/>
                  </a:lnTo>
                  <a:lnTo>
                    <a:pt x="5059249" y="2730339"/>
                  </a:lnTo>
                  <a:lnTo>
                    <a:pt x="4946948" y="2723333"/>
                  </a:lnTo>
                  <a:lnTo>
                    <a:pt x="4832968" y="2715255"/>
                  </a:lnTo>
                  <a:lnTo>
                    <a:pt x="4720533" y="2706126"/>
                  </a:lnTo>
                  <a:lnTo>
                    <a:pt x="4612100" y="2695952"/>
                  </a:lnTo>
                  <a:lnTo>
                    <a:pt x="4509334" y="2684714"/>
                  </a:lnTo>
                  <a:lnTo>
                    <a:pt x="4413184" y="2672363"/>
                  </a:lnTo>
                  <a:lnTo>
                    <a:pt x="4324013" y="2658817"/>
                  </a:lnTo>
                  <a:lnTo>
                    <a:pt x="4241741" y="2643958"/>
                  </a:lnTo>
                  <a:lnTo>
                    <a:pt x="4165978" y="2627638"/>
                  </a:lnTo>
                  <a:lnTo>
                    <a:pt x="4096135" y="2609679"/>
                  </a:lnTo>
                  <a:lnTo>
                    <a:pt x="4031507" y="2589884"/>
                  </a:lnTo>
                  <a:lnTo>
                    <a:pt x="3971332" y="2568043"/>
                  </a:lnTo>
                  <a:lnTo>
                    <a:pt x="3914845" y="2543962"/>
                  </a:lnTo>
                  <a:lnTo>
                    <a:pt x="3861317" y="2517484"/>
                  </a:lnTo>
                  <a:lnTo>
                    <a:pt x="3820202" y="2494541"/>
                  </a:lnTo>
                  <a:lnTo>
                    <a:pt x="3767158" y="2461505"/>
                  </a:lnTo>
                  <a:lnTo>
                    <a:pt x="3715614" y="2425610"/>
                  </a:lnTo>
                  <a:lnTo>
                    <a:pt x="3665090" y="2386805"/>
                  </a:lnTo>
                  <a:lnTo>
                    <a:pt x="3615213" y="2345103"/>
                  </a:lnTo>
                  <a:lnTo>
                    <a:pt x="3565703" y="2300592"/>
                  </a:lnTo>
                  <a:lnTo>
                    <a:pt x="3516358" y="2253444"/>
                  </a:lnTo>
                  <a:lnTo>
                    <a:pt x="3467040" y="2203911"/>
                  </a:lnTo>
                  <a:lnTo>
                    <a:pt x="3417669" y="2152333"/>
                  </a:lnTo>
                  <a:lnTo>
                    <a:pt x="3368213" y="2099119"/>
                  </a:lnTo>
                  <a:lnTo>
                    <a:pt x="3318676" y="2044747"/>
                  </a:lnTo>
                  <a:lnTo>
                    <a:pt x="3269087" y="1989737"/>
                  </a:lnTo>
                  <a:lnTo>
                    <a:pt x="3219491" y="1934640"/>
                  </a:lnTo>
                  <a:lnTo>
                    <a:pt x="3169933" y="1880006"/>
                  </a:lnTo>
                  <a:lnTo>
                    <a:pt x="3120449" y="1826369"/>
                  </a:lnTo>
                  <a:lnTo>
                    <a:pt x="3071053" y="1774222"/>
                  </a:lnTo>
                  <a:lnTo>
                    <a:pt x="3021725" y="1723998"/>
                  </a:lnTo>
                  <a:lnTo>
                    <a:pt x="2972400" y="1676059"/>
                  </a:lnTo>
                  <a:lnTo>
                    <a:pt x="2922961" y="1630686"/>
                  </a:lnTo>
                  <a:lnTo>
                    <a:pt x="2873228" y="1588076"/>
                  </a:lnTo>
                  <a:lnTo>
                    <a:pt x="2822945" y="1548344"/>
                  </a:lnTo>
                  <a:lnTo>
                    <a:pt x="2771773" y="1511526"/>
                  </a:lnTo>
                  <a:lnTo>
                    <a:pt x="2719266" y="1477589"/>
                  </a:lnTo>
                  <a:lnTo>
                    <a:pt x="2702183" y="1467377"/>
                  </a:lnTo>
                  <a:lnTo>
                    <a:pt x="2650544" y="1438931"/>
                  </a:lnTo>
                  <a:lnTo>
                    <a:pt x="2596478" y="1412942"/>
                  </a:lnTo>
                  <a:lnTo>
                    <a:pt x="2539313" y="1389324"/>
                  </a:lnTo>
                  <a:lnTo>
                    <a:pt x="2478307" y="1367910"/>
                  </a:lnTo>
                  <a:lnTo>
                    <a:pt x="2412693" y="1348499"/>
                  </a:lnTo>
                  <a:lnTo>
                    <a:pt x="2341718" y="1330884"/>
                  </a:lnTo>
                  <a:lnTo>
                    <a:pt x="2264693" y="1314870"/>
                  </a:lnTo>
                  <a:lnTo>
                    <a:pt x="2181061" y="1300285"/>
                  </a:lnTo>
                  <a:lnTo>
                    <a:pt x="2090485" y="1286987"/>
                  </a:lnTo>
                  <a:lnTo>
                    <a:pt x="1992964" y="1274865"/>
                  </a:lnTo>
                  <a:lnTo>
                    <a:pt x="1888965" y="1263843"/>
                  </a:lnTo>
                  <a:lnTo>
                    <a:pt x="1779572" y="1253879"/>
                  </a:lnTo>
                  <a:lnTo>
                    <a:pt x="1666604" y="1244959"/>
                  </a:lnTo>
                  <a:lnTo>
                    <a:pt x="1552680" y="1237095"/>
                  </a:lnTo>
                  <a:lnTo>
                    <a:pt x="1441159" y="1230307"/>
                  </a:lnTo>
                  <a:lnTo>
                    <a:pt x="1335916" y="1224615"/>
                  </a:lnTo>
                  <a:lnTo>
                    <a:pt x="1240945" y="1220018"/>
                  </a:lnTo>
                  <a:lnTo>
                    <a:pt x="1159807" y="1216482"/>
                  </a:lnTo>
                  <a:lnTo>
                    <a:pt x="1095060" y="1213929"/>
                  </a:lnTo>
                  <a:lnTo>
                    <a:pt x="1047776" y="1212234"/>
                  </a:lnTo>
                  <a:lnTo>
                    <a:pt x="1017290" y="1211238"/>
                  </a:lnTo>
                  <a:lnTo>
                    <a:pt x="1001194" y="1210757"/>
                  </a:lnTo>
                  <a:lnTo>
                    <a:pt x="995517" y="1210601"/>
                  </a:lnTo>
                  <a:lnTo>
                    <a:pt x="994940" y="1210586"/>
                  </a:lnTo>
                  <a:lnTo>
                    <a:pt x="0" y="1210586"/>
                  </a:lnTo>
                  <a:lnTo>
                    <a:pt x="0" y="12105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0" name="pg299"/>
            <p:cNvSpPr/>
            <p:nvPr/>
          </p:nvSpPr>
          <p:spPr>
            <a:xfrm>
              <a:off x="1199187" y="2227104"/>
              <a:ext cx="12049831" cy="1996681"/>
            </a:xfrm>
            <a:custGeom>
              <a:avLst/>
              <a:pathLst>
                <a:path w="12049831" h="1996681">
                  <a:moveTo>
                    <a:pt x="0" y="455935"/>
                  </a:moveTo>
                  <a:lnTo>
                    <a:pt x="994940" y="455935"/>
                  </a:lnTo>
                  <a:lnTo>
                    <a:pt x="996058" y="455964"/>
                  </a:lnTo>
                  <a:lnTo>
                    <a:pt x="1003437" y="456170"/>
                  </a:lnTo>
                  <a:lnTo>
                    <a:pt x="1022145" y="456739"/>
                  </a:lnTo>
                  <a:lnTo>
                    <a:pt x="1055859" y="457861"/>
                  </a:lnTo>
                  <a:lnTo>
                    <a:pt x="1106647" y="459716"/>
                  </a:lnTo>
                  <a:lnTo>
                    <a:pt x="1174819" y="462458"/>
                  </a:lnTo>
                  <a:lnTo>
                    <a:pt x="1258974" y="466201"/>
                  </a:lnTo>
                  <a:lnTo>
                    <a:pt x="1356312" y="471016"/>
                  </a:lnTo>
                  <a:lnTo>
                    <a:pt x="1463136" y="476928"/>
                  </a:lnTo>
                  <a:lnTo>
                    <a:pt x="1575437" y="483934"/>
                  </a:lnTo>
                  <a:lnTo>
                    <a:pt x="1689417" y="492012"/>
                  </a:lnTo>
                  <a:lnTo>
                    <a:pt x="1801852" y="501141"/>
                  </a:lnTo>
                  <a:lnTo>
                    <a:pt x="1910285" y="511315"/>
                  </a:lnTo>
                  <a:lnTo>
                    <a:pt x="2013051" y="522553"/>
                  </a:lnTo>
                  <a:lnTo>
                    <a:pt x="2109201" y="534904"/>
                  </a:lnTo>
                  <a:lnTo>
                    <a:pt x="2198372" y="548450"/>
                  </a:lnTo>
                  <a:lnTo>
                    <a:pt x="2280644" y="563309"/>
                  </a:lnTo>
                  <a:lnTo>
                    <a:pt x="2356407" y="579629"/>
                  </a:lnTo>
                  <a:lnTo>
                    <a:pt x="2426249" y="597588"/>
                  </a:lnTo>
                  <a:lnTo>
                    <a:pt x="2490878" y="617383"/>
                  </a:lnTo>
                  <a:lnTo>
                    <a:pt x="2551053" y="639224"/>
                  </a:lnTo>
                  <a:lnTo>
                    <a:pt x="2607540" y="663305"/>
                  </a:lnTo>
                  <a:lnTo>
                    <a:pt x="2661068" y="689783"/>
                  </a:lnTo>
                  <a:lnTo>
                    <a:pt x="2702183" y="712726"/>
                  </a:lnTo>
                  <a:lnTo>
                    <a:pt x="2755227" y="745763"/>
                  </a:lnTo>
                  <a:lnTo>
                    <a:pt x="2806771" y="781657"/>
                  </a:lnTo>
                  <a:lnTo>
                    <a:pt x="2857295" y="820462"/>
                  </a:lnTo>
                  <a:lnTo>
                    <a:pt x="2907172" y="862164"/>
                  </a:lnTo>
                  <a:lnTo>
                    <a:pt x="2956682" y="906675"/>
                  </a:lnTo>
                  <a:lnTo>
                    <a:pt x="3006027" y="953824"/>
                  </a:lnTo>
                  <a:lnTo>
                    <a:pt x="3055345" y="1003356"/>
                  </a:lnTo>
                  <a:lnTo>
                    <a:pt x="3104716" y="1054935"/>
                  </a:lnTo>
                  <a:lnTo>
                    <a:pt x="3154172" y="1108148"/>
                  </a:lnTo>
                  <a:lnTo>
                    <a:pt x="3203709" y="1162521"/>
                  </a:lnTo>
                  <a:lnTo>
                    <a:pt x="3253298" y="1217530"/>
                  </a:lnTo>
                  <a:lnTo>
                    <a:pt x="3302894" y="1272627"/>
                  </a:lnTo>
                  <a:lnTo>
                    <a:pt x="3352452" y="1327261"/>
                  </a:lnTo>
                  <a:lnTo>
                    <a:pt x="3401936" y="1380898"/>
                  </a:lnTo>
                  <a:lnTo>
                    <a:pt x="3451332" y="1433045"/>
                  </a:lnTo>
                  <a:lnTo>
                    <a:pt x="3500660" y="1483269"/>
                  </a:lnTo>
                  <a:lnTo>
                    <a:pt x="3549985" y="1531208"/>
                  </a:lnTo>
                  <a:lnTo>
                    <a:pt x="3599424" y="1576581"/>
                  </a:lnTo>
                  <a:lnTo>
                    <a:pt x="3649157" y="1619191"/>
                  </a:lnTo>
                  <a:lnTo>
                    <a:pt x="3699440" y="1658923"/>
                  </a:lnTo>
                  <a:lnTo>
                    <a:pt x="3750612" y="1695741"/>
                  </a:lnTo>
                  <a:lnTo>
                    <a:pt x="3803119" y="1729678"/>
                  </a:lnTo>
                  <a:lnTo>
                    <a:pt x="3820202" y="1739890"/>
                  </a:lnTo>
                  <a:lnTo>
                    <a:pt x="3871841" y="1768336"/>
                  </a:lnTo>
                  <a:lnTo>
                    <a:pt x="3925907" y="1794325"/>
                  </a:lnTo>
                  <a:lnTo>
                    <a:pt x="3983072" y="1817943"/>
                  </a:lnTo>
                  <a:lnTo>
                    <a:pt x="4044078" y="1839357"/>
                  </a:lnTo>
                  <a:lnTo>
                    <a:pt x="4109692" y="1858768"/>
                  </a:lnTo>
                  <a:lnTo>
                    <a:pt x="4180667" y="1876383"/>
                  </a:lnTo>
                  <a:lnTo>
                    <a:pt x="4257692" y="1892397"/>
                  </a:lnTo>
                  <a:lnTo>
                    <a:pt x="4341324" y="1906982"/>
                  </a:lnTo>
                  <a:lnTo>
                    <a:pt x="4431900" y="1920280"/>
                  </a:lnTo>
                  <a:lnTo>
                    <a:pt x="4529421" y="1932402"/>
                  </a:lnTo>
                  <a:lnTo>
                    <a:pt x="4633420" y="1943424"/>
                  </a:lnTo>
                  <a:lnTo>
                    <a:pt x="4742813" y="1953388"/>
                  </a:lnTo>
                  <a:lnTo>
                    <a:pt x="4855781" y="1962308"/>
                  </a:lnTo>
                  <a:lnTo>
                    <a:pt x="4969705" y="1970172"/>
                  </a:lnTo>
                  <a:lnTo>
                    <a:pt x="5081226" y="1976960"/>
                  </a:lnTo>
                  <a:lnTo>
                    <a:pt x="5186469" y="1982652"/>
                  </a:lnTo>
                  <a:lnTo>
                    <a:pt x="5281440" y="1987249"/>
                  </a:lnTo>
                  <a:lnTo>
                    <a:pt x="5362578" y="1990785"/>
                  </a:lnTo>
                  <a:lnTo>
                    <a:pt x="5427325" y="1993338"/>
                  </a:lnTo>
                  <a:lnTo>
                    <a:pt x="5474609" y="1995033"/>
                  </a:lnTo>
                  <a:lnTo>
                    <a:pt x="5505095" y="1996029"/>
                  </a:lnTo>
                  <a:lnTo>
                    <a:pt x="5521191" y="1996510"/>
                  </a:lnTo>
                  <a:lnTo>
                    <a:pt x="5526868" y="1996666"/>
                  </a:lnTo>
                  <a:lnTo>
                    <a:pt x="5527445" y="1996681"/>
                  </a:lnTo>
                  <a:lnTo>
                    <a:pt x="6522385" y="1996681"/>
                  </a:lnTo>
                  <a:lnTo>
                    <a:pt x="6523491" y="1996644"/>
                  </a:lnTo>
                  <a:lnTo>
                    <a:pt x="6530793" y="1996381"/>
                  </a:lnTo>
                  <a:lnTo>
                    <a:pt x="6549309" y="1995653"/>
                  </a:lnTo>
                  <a:lnTo>
                    <a:pt x="6582689" y="1994219"/>
                  </a:lnTo>
                  <a:lnTo>
                    <a:pt x="6633001" y="1991847"/>
                  </a:lnTo>
                  <a:lnTo>
                    <a:pt x="6700581" y="1988341"/>
                  </a:lnTo>
                  <a:lnTo>
                    <a:pt x="6784075" y="1983553"/>
                  </a:lnTo>
                  <a:lnTo>
                    <a:pt x="6880741" y="1977392"/>
                  </a:lnTo>
                  <a:lnTo>
                    <a:pt x="6986939" y="1969822"/>
                  </a:lnTo>
                  <a:lnTo>
                    <a:pt x="7098704" y="1960849"/>
                  </a:lnTo>
                  <a:lnTo>
                    <a:pt x="7212266" y="1950499"/>
                  </a:lnTo>
                  <a:lnTo>
                    <a:pt x="7324409" y="1938800"/>
                  </a:lnTo>
                  <a:lnTo>
                    <a:pt x="7432669" y="1925760"/>
                  </a:lnTo>
                  <a:lnTo>
                    <a:pt x="7535366" y="1911357"/>
                  </a:lnTo>
                  <a:lnTo>
                    <a:pt x="7631527" y="1895531"/>
                  </a:lnTo>
                  <a:lnTo>
                    <a:pt x="7720768" y="1878178"/>
                  </a:lnTo>
                  <a:lnTo>
                    <a:pt x="7803146" y="1859151"/>
                  </a:lnTo>
                  <a:lnTo>
                    <a:pt x="7879031" y="1838262"/>
                  </a:lnTo>
                  <a:lnTo>
                    <a:pt x="7948996" y="1815287"/>
                  </a:lnTo>
                  <a:lnTo>
                    <a:pt x="8013735" y="1789973"/>
                  </a:lnTo>
                  <a:lnTo>
                    <a:pt x="8073996" y="1762056"/>
                  </a:lnTo>
                  <a:lnTo>
                    <a:pt x="8130538" y="1731281"/>
                  </a:lnTo>
                  <a:lnTo>
                    <a:pt x="8184087" y="1697444"/>
                  </a:lnTo>
                  <a:lnTo>
                    <a:pt x="8229629" y="1664774"/>
                  </a:lnTo>
                  <a:lnTo>
                    <a:pt x="8279291" y="1624948"/>
                  </a:lnTo>
                  <a:lnTo>
                    <a:pt x="8327610" y="1581898"/>
                  </a:lnTo>
                  <a:lnTo>
                    <a:pt x="8374990" y="1535559"/>
                  </a:lnTo>
                  <a:lnTo>
                    <a:pt x="8421748" y="1485934"/>
                  </a:lnTo>
                  <a:lnTo>
                    <a:pt x="8468129" y="1433099"/>
                  </a:lnTo>
                  <a:lnTo>
                    <a:pt x="8514316" y="1377207"/>
                  </a:lnTo>
                  <a:lnTo>
                    <a:pt x="8560440" y="1318497"/>
                  </a:lnTo>
                  <a:lnTo>
                    <a:pt x="8606584" y="1257288"/>
                  </a:lnTo>
                  <a:lnTo>
                    <a:pt x="8652793" y="1193979"/>
                  </a:lnTo>
                  <a:lnTo>
                    <a:pt x="8699079" y="1129037"/>
                  </a:lnTo>
                  <a:lnTo>
                    <a:pt x="8745429" y="1062988"/>
                  </a:lnTo>
                  <a:lnTo>
                    <a:pt x="8791814" y="996396"/>
                  </a:lnTo>
                  <a:lnTo>
                    <a:pt x="8838197" y="929844"/>
                  </a:lnTo>
                  <a:lnTo>
                    <a:pt x="8884539" y="863914"/>
                  </a:lnTo>
                  <a:lnTo>
                    <a:pt x="8930815" y="799166"/>
                  </a:lnTo>
                  <a:lnTo>
                    <a:pt x="8977014" y="736119"/>
                  </a:lnTo>
                  <a:lnTo>
                    <a:pt x="9023152" y="675230"/>
                  </a:lnTo>
                  <a:lnTo>
                    <a:pt x="9069278" y="616888"/>
                  </a:lnTo>
                  <a:lnTo>
                    <a:pt x="9115483" y="561403"/>
                  </a:lnTo>
                  <a:lnTo>
                    <a:pt x="9161904" y="509000"/>
                  </a:lnTo>
                  <a:lnTo>
                    <a:pt x="9208731" y="459822"/>
                  </a:lnTo>
                  <a:lnTo>
                    <a:pt x="9256219" y="413935"/>
                  </a:lnTo>
                  <a:lnTo>
                    <a:pt x="9304696" y="371331"/>
                  </a:lnTo>
                  <a:lnTo>
                    <a:pt x="9347647" y="337147"/>
                  </a:lnTo>
                  <a:lnTo>
                    <a:pt x="9399093" y="300509"/>
                  </a:lnTo>
                  <a:lnTo>
                    <a:pt x="9452945" y="267024"/>
                  </a:lnTo>
                  <a:lnTo>
                    <a:pt x="9509868" y="236583"/>
                  </a:lnTo>
                  <a:lnTo>
                    <a:pt x="9570595" y="208972"/>
                  </a:lnTo>
                  <a:lnTo>
                    <a:pt x="9635886" y="183934"/>
                  </a:lnTo>
                  <a:lnTo>
                    <a:pt x="9706485" y="161206"/>
                  </a:lnTo>
                  <a:lnTo>
                    <a:pt x="9783076" y="140537"/>
                  </a:lnTo>
                  <a:lnTo>
                    <a:pt x="9866213" y="121708"/>
                  </a:lnTo>
                  <a:lnTo>
                    <a:pt x="9956238" y="104533"/>
                  </a:lnTo>
                  <a:lnTo>
                    <a:pt x="10053164" y="88872"/>
                  </a:lnTo>
                  <a:lnTo>
                    <a:pt x="10156547" y="74625"/>
                  </a:lnTo>
                  <a:lnTo>
                    <a:pt x="10265343" y="61737"/>
                  </a:lnTo>
                  <a:lnTo>
                    <a:pt x="10377784" y="50188"/>
                  </a:lnTo>
                  <a:lnTo>
                    <a:pt x="10491317" y="39992"/>
                  </a:lnTo>
                  <a:lnTo>
                    <a:pt x="10602651" y="31176"/>
                  </a:lnTo>
                  <a:lnTo>
                    <a:pt x="10707972" y="23766"/>
                  </a:lnTo>
                  <a:lnTo>
                    <a:pt x="10803325" y="17762"/>
                  </a:lnTo>
                  <a:lnTo>
                    <a:pt x="10885141" y="13123"/>
                  </a:lnTo>
                  <a:lnTo>
                    <a:pt x="10950814" y="9754"/>
                  </a:lnTo>
                  <a:lnTo>
                    <a:pt x="10999170" y="7498"/>
                  </a:lnTo>
                  <a:lnTo>
                    <a:pt x="11030742" y="6155"/>
                  </a:lnTo>
                  <a:lnTo>
                    <a:pt x="11047785" y="5492"/>
                  </a:lnTo>
                  <a:lnTo>
                    <a:pt x="11054114" y="526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5" y="36"/>
                  </a:lnTo>
                  <a:lnTo>
                    <a:pt x="11046484" y="300"/>
                  </a:lnTo>
                  <a:lnTo>
                    <a:pt x="11027968" y="1028"/>
                  </a:lnTo>
                  <a:lnTo>
                    <a:pt x="10994588" y="2462"/>
                  </a:lnTo>
                  <a:lnTo>
                    <a:pt x="10944275" y="4833"/>
                  </a:lnTo>
                  <a:lnTo>
                    <a:pt x="10876696" y="8339"/>
                  </a:lnTo>
                  <a:lnTo>
                    <a:pt x="10793201" y="13128"/>
                  </a:lnTo>
                  <a:lnTo>
                    <a:pt x="10696536" y="19289"/>
                  </a:lnTo>
                  <a:lnTo>
                    <a:pt x="10590338" y="26859"/>
                  </a:lnTo>
                  <a:lnTo>
                    <a:pt x="10478572" y="35832"/>
                  </a:lnTo>
                  <a:lnTo>
                    <a:pt x="10365011" y="46181"/>
                  </a:lnTo>
                  <a:lnTo>
                    <a:pt x="10252868" y="57881"/>
                  </a:lnTo>
                  <a:lnTo>
                    <a:pt x="10144607" y="70921"/>
                  </a:lnTo>
                  <a:lnTo>
                    <a:pt x="10041911" y="85323"/>
                  </a:lnTo>
                  <a:lnTo>
                    <a:pt x="9945750" y="101149"/>
                  </a:lnTo>
                  <a:lnTo>
                    <a:pt x="9856508" y="118502"/>
                  </a:lnTo>
                  <a:lnTo>
                    <a:pt x="9774130" y="137529"/>
                  </a:lnTo>
                  <a:lnTo>
                    <a:pt x="9698245" y="158418"/>
                  </a:lnTo>
                  <a:lnTo>
                    <a:pt x="9628280" y="181394"/>
                  </a:lnTo>
                  <a:lnTo>
                    <a:pt x="9563542" y="206707"/>
                  </a:lnTo>
                  <a:lnTo>
                    <a:pt x="9503280" y="234625"/>
                  </a:lnTo>
                  <a:lnTo>
                    <a:pt x="9446739" y="265400"/>
                  </a:lnTo>
                  <a:lnTo>
                    <a:pt x="9393190" y="299237"/>
                  </a:lnTo>
                  <a:lnTo>
                    <a:pt x="9347647" y="331906"/>
                  </a:lnTo>
                  <a:lnTo>
                    <a:pt x="9297986" y="371732"/>
                  </a:lnTo>
                  <a:lnTo>
                    <a:pt x="9249667" y="414783"/>
                  </a:lnTo>
                  <a:lnTo>
                    <a:pt x="9202286" y="461122"/>
                  </a:lnTo>
                  <a:lnTo>
                    <a:pt x="9155528" y="510746"/>
                  </a:lnTo>
                  <a:lnTo>
                    <a:pt x="9109147" y="563582"/>
                  </a:lnTo>
                  <a:lnTo>
                    <a:pt x="9062960" y="619474"/>
                  </a:lnTo>
                  <a:lnTo>
                    <a:pt x="9016836" y="678184"/>
                  </a:lnTo>
                  <a:lnTo>
                    <a:pt x="8970692" y="739393"/>
                  </a:lnTo>
                  <a:lnTo>
                    <a:pt x="8924483" y="802702"/>
                  </a:lnTo>
                  <a:lnTo>
                    <a:pt x="8878197" y="867643"/>
                  </a:lnTo>
                  <a:lnTo>
                    <a:pt x="8831847" y="933692"/>
                  </a:lnTo>
                  <a:lnTo>
                    <a:pt x="8785462" y="1000284"/>
                  </a:lnTo>
                  <a:lnTo>
                    <a:pt x="8739080" y="1066837"/>
                  </a:lnTo>
                  <a:lnTo>
                    <a:pt x="8692737" y="1132766"/>
                  </a:lnTo>
                  <a:lnTo>
                    <a:pt x="8646462" y="1197514"/>
                  </a:lnTo>
                  <a:lnTo>
                    <a:pt x="8600263" y="1260562"/>
                  </a:lnTo>
                  <a:lnTo>
                    <a:pt x="8554125" y="1321451"/>
                  </a:lnTo>
                  <a:lnTo>
                    <a:pt x="8507998" y="1379792"/>
                  </a:lnTo>
                  <a:lnTo>
                    <a:pt x="8461793" y="1435277"/>
                  </a:lnTo>
                  <a:lnTo>
                    <a:pt x="8415373" y="1487681"/>
                  </a:lnTo>
                  <a:lnTo>
                    <a:pt x="8368546" y="1536858"/>
                  </a:lnTo>
                  <a:lnTo>
                    <a:pt x="8321057" y="1582745"/>
                  </a:lnTo>
                  <a:lnTo>
                    <a:pt x="8272580" y="1625349"/>
                  </a:lnTo>
                  <a:lnTo>
                    <a:pt x="8229629" y="1659534"/>
                  </a:lnTo>
                  <a:lnTo>
                    <a:pt x="8178183" y="1696172"/>
                  </a:lnTo>
                  <a:lnTo>
                    <a:pt x="8124332" y="1729656"/>
                  </a:lnTo>
                  <a:lnTo>
                    <a:pt x="8067408" y="1760098"/>
                  </a:lnTo>
                  <a:lnTo>
                    <a:pt x="8006681" y="1787709"/>
                  </a:lnTo>
                  <a:lnTo>
                    <a:pt x="7941391" y="1812746"/>
                  </a:lnTo>
                  <a:lnTo>
                    <a:pt x="7870792" y="1835474"/>
                  </a:lnTo>
                  <a:lnTo>
                    <a:pt x="7794201" y="1856143"/>
                  </a:lnTo>
                  <a:lnTo>
                    <a:pt x="7711064" y="1874973"/>
                  </a:lnTo>
                  <a:lnTo>
                    <a:pt x="7621039" y="1892147"/>
                  </a:lnTo>
                  <a:lnTo>
                    <a:pt x="7524113" y="1907809"/>
                  </a:lnTo>
                  <a:lnTo>
                    <a:pt x="7420729" y="1922055"/>
                  </a:lnTo>
                  <a:lnTo>
                    <a:pt x="7311933" y="1934944"/>
                  </a:lnTo>
                  <a:lnTo>
                    <a:pt x="7199492" y="1946492"/>
                  </a:lnTo>
                  <a:lnTo>
                    <a:pt x="7085960" y="1956688"/>
                  </a:lnTo>
                  <a:lnTo>
                    <a:pt x="6974625" y="1965504"/>
                  </a:lnTo>
                  <a:lnTo>
                    <a:pt x="6869304" y="1972915"/>
                  </a:lnTo>
                  <a:lnTo>
                    <a:pt x="6773952" y="1978919"/>
                  </a:lnTo>
                  <a:lnTo>
                    <a:pt x="6692135" y="1983557"/>
                  </a:lnTo>
                  <a:lnTo>
                    <a:pt x="6626462" y="1986927"/>
                  </a:lnTo>
                  <a:lnTo>
                    <a:pt x="6578106" y="1989182"/>
                  </a:lnTo>
                  <a:lnTo>
                    <a:pt x="6546535" y="1990525"/>
                  </a:lnTo>
                  <a:lnTo>
                    <a:pt x="6529491" y="1991188"/>
                  </a:lnTo>
                  <a:lnTo>
                    <a:pt x="6523163" y="1991415"/>
                  </a:lnTo>
                  <a:lnTo>
                    <a:pt x="6522385" y="1991440"/>
                  </a:lnTo>
                  <a:lnTo>
                    <a:pt x="5527445" y="1991440"/>
                  </a:lnTo>
                  <a:lnTo>
                    <a:pt x="5526327" y="1991412"/>
                  </a:lnTo>
                  <a:lnTo>
                    <a:pt x="5518948" y="1991205"/>
                  </a:lnTo>
                  <a:lnTo>
                    <a:pt x="5500240" y="1990636"/>
                  </a:lnTo>
                  <a:lnTo>
                    <a:pt x="5466526" y="1989514"/>
                  </a:lnTo>
                  <a:lnTo>
                    <a:pt x="5415738" y="1987659"/>
                  </a:lnTo>
                  <a:lnTo>
                    <a:pt x="5347566" y="1984917"/>
                  </a:lnTo>
                  <a:lnTo>
                    <a:pt x="5263411" y="1981174"/>
                  </a:lnTo>
                  <a:lnTo>
                    <a:pt x="5166073" y="1976359"/>
                  </a:lnTo>
                  <a:lnTo>
                    <a:pt x="5059249" y="1970447"/>
                  </a:lnTo>
                  <a:lnTo>
                    <a:pt x="4946948" y="1963441"/>
                  </a:lnTo>
                  <a:lnTo>
                    <a:pt x="4832968" y="1955363"/>
                  </a:lnTo>
                  <a:lnTo>
                    <a:pt x="4720533" y="1946234"/>
                  </a:lnTo>
                  <a:lnTo>
                    <a:pt x="4612100" y="1936060"/>
                  </a:lnTo>
                  <a:lnTo>
                    <a:pt x="4509334" y="1924822"/>
                  </a:lnTo>
                  <a:lnTo>
                    <a:pt x="4413184" y="1912472"/>
                  </a:lnTo>
                  <a:lnTo>
                    <a:pt x="4324013" y="1898925"/>
                  </a:lnTo>
                  <a:lnTo>
                    <a:pt x="4241741" y="1884067"/>
                  </a:lnTo>
                  <a:lnTo>
                    <a:pt x="4165978" y="1867746"/>
                  </a:lnTo>
                  <a:lnTo>
                    <a:pt x="4096135" y="1849787"/>
                  </a:lnTo>
                  <a:lnTo>
                    <a:pt x="4031507" y="1829992"/>
                  </a:lnTo>
                  <a:lnTo>
                    <a:pt x="3971332" y="1808152"/>
                  </a:lnTo>
                  <a:lnTo>
                    <a:pt x="3914845" y="1784070"/>
                  </a:lnTo>
                  <a:lnTo>
                    <a:pt x="3861317" y="1757592"/>
                  </a:lnTo>
                  <a:lnTo>
                    <a:pt x="3820202" y="1734649"/>
                  </a:lnTo>
                  <a:lnTo>
                    <a:pt x="3767158" y="1701613"/>
                  </a:lnTo>
                  <a:lnTo>
                    <a:pt x="3715614" y="1665719"/>
                  </a:lnTo>
                  <a:lnTo>
                    <a:pt x="3665090" y="1626913"/>
                  </a:lnTo>
                  <a:lnTo>
                    <a:pt x="3615213" y="1585211"/>
                  </a:lnTo>
                  <a:lnTo>
                    <a:pt x="3565703" y="1540700"/>
                  </a:lnTo>
                  <a:lnTo>
                    <a:pt x="3516358" y="1493552"/>
                  </a:lnTo>
                  <a:lnTo>
                    <a:pt x="3467040" y="1444019"/>
                  </a:lnTo>
                  <a:lnTo>
                    <a:pt x="3417669" y="1392441"/>
                  </a:lnTo>
                  <a:lnTo>
                    <a:pt x="3368213" y="1339227"/>
                  </a:lnTo>
                  <a:lnTo>
                    <a:pt x="3318676" y="1284855"/>
                  </a:lnTo>
                  <a:lnTo>
                    <a:pt x="3269087" y="1229845"/>
                  </a:lnTo>
                  <a:lnTo>
                    <a:pt x="3219491" y="1174748"/>
                  </a:lnTo>
                  <a:lnTo>
                    <a:pt x="3169933" y="1120114"/>
                  </a:lnTo>
                  <a:lnTo>
                    <a:pt x="3120449" y="1066478"/>
                  </a:lnTo>
                  <a:lnTo>
                    <a:pt x="3071053" y="1014330"/>
                  </a:lnTo>
                  <a:lnTo>
                    <a:pt x="3021725" y="964106"/>
                  </a:lnTo>
                  <a:lnTo>
                    <a:pt x="2972400" y="916167"/>
                  </a:lnTo>
                  <a:lnTo>
                    <a:pt x="2922961" y="870794"/>
                  </a:lnTo>
                  <a:lnTo>
                    <a:pt x="2873228" y="828184"/>
                  </a:lnTo>
                  <a:lnTo>
                    <a:pt x="2822945" y="788452"/>
                  </a:lnTo>
                  <a:lnTo>
                    <a:pt x="2771773" y="751634"/>
                  </a:lnTo>
                  <a:lnTo>
                    <a:pt x="2719266" y="717697"/>
                  </a:lnTo>
                  <a:lnTo>
                    <a:pt x="2702183" y="707485"/>
                  </a:lnTo>
                  <a:lnTo>
                    <a:pt x="2650544" y="679039"/>
                  </a:lnTo>
                  <a:lnTo>
                    <a:pt x="2596478" y="653050"/>
                  </a:lnTo>
                  <a:lnTo>
                    <a:pt x="2539313" y="629432"/>
                  </a:lnTo>
                  <a:lnTo>
                    <a:pt x="2478307" y="608018"/>
                  </a:lnTo>
                  <a:lnTo>
                    <a:pt x="2412693" y="588607"/>
                  </a:lnTo>
                  <a:lnTo>
                    <a:pt x="2341718" y="570992"/>
                  </a:lnTo>
                  <a:lnTo>
                    <a:pt x="2264693" y="554978"/>
                  </a:lnTo>
                  <a:lnTo>
                    <a:pt x="2181061" y="540393"/>
                  </a:lnTo>
                  <a:lnTo>
                    <a:pt x="2090485" y="527095"/>
                  </a:lnTo>
                  <a:lnTo>
                    <a:pt x="1992964" y="514973"/>
                  </a:lnTo>
                  <a:lnTo>
                    <a:pt x="1888965" y="503951"/>
                  </a:lnTo>
                  <a:lnTo>
                    <a:pt x="1779572" y="493987"/>
                  </a:lnTo>
                  <a:lnTo>
                    <a:pt x="1666604" y="485068"/>
                  </a:lnTo>
                  <a:lnTo>
                    <a:pt x="1552680" y="477203"/>
                  </a:lnTo>
                  <a:lnTo>
                    <a:pt x="1441159" y="470415"/>
                  </a:lnTo>
                  <a:lnTo>
                    <a:pt x="1335916" y="464723"/>
                  </a:lnTo>
                  <a:lnTo>
                    <a:pt x="1240945" y="460126"/>
                  </a:lnTo>
                  <a:lnTo>
                    <a:pt x="1159807" y="456591"/>
                  </a:lnTo>
                  <a:lnTo>
                    <a:pt x="1095060" y="454037"/>
                  </a:lnTo>
                  <a:lnTo>
                    <a:pt x="1047776" y="452343"/>
                  </a:lnTo>
                  <a:lnTo>
                    <a:pt x="1017290" y="451346"/>
                  </a:lnTo>
                  <a:lnTo>
                    <a:pt x="1001194" y="450865"/>
                  </a:lnTo>
                  <a:lnTo>
                    <a:pt x="995517" y="450709"/>
                  </a:lnTo>
                  <a:lnTo>
                    <a:pt x="994940" y="450694"/>
                  </a:lnTo>
                  <a:lnTo>
                    <a:pt x="0" y="450694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01" name="pl300"/>
            <p:cNvSpPr/>
            <p:nvPr/>
          </p:nvSpPr>
          <p:spPr>
            <a:xfrm>
              <a:off x="1199187" y="2232345"/>
              <a:ext cx="12049831" cy="1991440"/>
            </a:xfrm>
            <a:custGeom>
              <a:avLst/>
              <a:pathLst>
                <a:path w="12049831" h="1991440">
                  <a:moveTo>
                    <a:pt x="0" y="450694"/>
                  </a:moveTo>
                  <a:lnTo>
                    <a:pt x="994940" y="450694"/>
                  </a:lnTo>
                  <a:lnTo>
                    <a:pt x="996058" y="450723"/>
                  </a:lnTo>
                  <a:lnTo>
                    <a:pt x="1003437" y="450929"/>
                  </a:lnTo>
                  <a:lnTo>
                    <a:pt x="1022145" y="451498"/>
                  </a:lnTo>
                  <a:lnTo>
                    <a:pt x="1055859" y="452621"/>
                  </a:lnTo>
                  <a:lnTo>
                    <a:pt x="1106647" y="454476"/>
                  </a:lnTo>
                  <a:lnTo>
                    <a:pt x="1174819" y="457217"/>
                  </a:lnTo>
                  <a:lnTo>
                    <a:pt x="1258974" y="460961"/>
                  </a:lnTo>
                  <a:lnTo>
                    <a:pt x="1356312" y="465775"/>
                  </a:lnTo>
                  <a:lnTo>
                    <a:pt x="1463136" y="471688"/>
                  </a:lnTo>
                  <a:lnTo>
                    <a:pt x="1575437" y="478694"/>
                  </a:lnTo>
                  <a:lnTo>
                    <a:pt x="1689417" y="486771"/>
                  </a:lnTo>
                  <a:lnTo>
                    <a:pt x="1801852" y="495900"/>
                  </a:lnTo>
                  <a:lnTo>
                    <a:pt x="1910285" y="506075"/>
                  </a:lnTo>
                  <a:lnTo>
                    <a:pt x="2013051" y="517312"/>
                  </a:lnTo>
                  <a:lnTo>
                    <a:pt x="2109201" y="529663"/>
                  </a:lnTo>
                  <a:lnTo>
                    <a:pt x="2198372" y="543209"/>
                  </a:lnTo>
                  <a:lnTo>
                    <a:pt x="2280644" y="558068"/>
                  </a:lnTo>
                  <a:lnTo>
                    <a:pt x="2356407" y="574388"/>
                  </a:lnTo>
                  <a:lnTo>
                    <a:pt x="2426249" y="592347"/>
                  </a:lnTo>
                  <a:lnTo>
                    <a:pt x="2490878" y="612143"/>
                  </a:lnTo>
                  <a:lnTo>
                    <a:pt x="2551053" y="633983"/>
                  </a:lnTo>
                  <a:lnTo>
                    <a:pt x="2607540" y="658065"/>
                  </a:lnTo>
                  <a:lnTo>
                    <a:pt x="2661068" y="684542"/>
                  </a:lnTo>
                  <a:lnTo>
                    <a:pt x="2702183" y="707485"/>
                  </a:lnTo>
                  <a:lnTo>
                    <a:pt x="2755227" y="740522"/>
                  </a:lnTo>
                  <a:lnTo>
                    <a:pt x="2806771" y="776416"/>
                  </a:lnTo>
                  <a:lnTo>
                    <a:pt x="2857295" y="815221"/>
                  </a:lnTo>
                  <a:lnTo>
                    <a:pt x="2907172" y="856923"/>
                  </a:lnTo>
                  <a:lnTo>
                    <a:pt x="2956682" y="901434"/>
                  </a:lnTo>
                  <a:lnTo>
                    <a:pt x="3006027" y="948583"/>
                  </a:lnTo>
                  <a:lnTo>
                    <a:pt x="3055345" y="998115"/>
                  </a:lnTo>
                  <a:lnTo>
                    <a:pt x="3104716" y="1049694"/>
                  </a:lnTo>
                  <a:lnTo>
                    <a:pt x="3154172" y="1102907"/>
                  </a:lnTo>
                  <a:lnTo>
                    <a:pt x="3203709" y="1157280"/>
                  </a:lnTo>
                  <a:lnTo>
                    <a:pt x="3253298" y="1212289"/>
                  </a:lnTo>
                  <a:lnTo>
                    <a:pt x="3302894" y="1267387"/>
                  </a:lnTo>
                  <a:lnTo>
                    <a:pt x="3352452" y="1322020"/>
                  </a:lnTo>
                  <a:lnTo>
                    <a:pt x="3401936" y="1375657"/>
                  </a:lnTo>
                  <a:lnTo>
                    <a:pt x="3451332" y="1427804"/>
                  </a:lnTo>
                  <a:lnTo>
                    <a:pt x="3500660" y="1478028"/>
                  </a:lnTo>
                  <a:lnTo>
                    <a:pt x="3549985" y="1525967"/>
                  </a:lnTo>
                  <a:lnTo>
                    <a:pt x="3599424" y="1571340"/>
                  </a:lnTo>
                  <a:lnTo>
                    <a:pt x="3649157" y="1613950"/>
                  </a:lnTo>
                  <a:lnTo>
                    <a:pt x="3699440" y="1653682"/>
                  </a:lnTo>
                  <a:lnTo>
                    <a:pt x="3750612" y="1690500"/>
                  </a:lnTo>
                  <a:lnTo>
                    <a:pt x="3803119" y="1724437"/>
                  </a:lnTo>
                  <a:lnTo>
                    <a:pt x="3820202" y="1734649"/>
                  </a:lnTo>
                  <a:lnTo>
                    <a:pt x="3871841" y="1763096"/>
                  </a:lnTo>
                  <a:lnTo>
                    <a:pt x="3925907" y="1789084"/>
                  </a:lnTo>
                  <a:lnTo>
                    <a:pt x="3983072" y="1812702"/>
                  </a:lnTo>
                  <a:lnTo>
                    <a:pt x="4044078" y="1834116"/>
                  </a:lnTo>
                  <a:lnTo>
                    <a:pt x="4109692" y="1853527"/>
                  </a:lnTo>
                  <a:lnTo>
                    <a:pt x="4180667" y="1871142"/>
                  </a:lnTo>
                  <a:lnTo>
                    <a:pt x="4257692" y="1887156"/>
                  </a:lnTo>
                  <a:lnTo>
                    <a:pt x="4341324" y="1901741"/>
                  </a:lnTo>
                  <a:lnTo>
                    <a:pt x="4431900" y="1915039"/>
                  </a:lnTo>
                  <a:lnTo>
                    <a:pt x="4529421" y="1927161"/>
                  </a:lnTo>
                  <a:lnTo>
                    <a:pt x="4633420" y="1938183"/>
                  </a:lnTo>
                  <a:lnTo>
                    <a:pt x="4742813" y="1948147"/>
                  </a:lnTo>
                  <a:lnTo>
                    <a:pt x="4855781" y="1957067"/>
                  </a:lnTo>
                  <a:lnTo>
                    <a:pt x="4969705" y="1964932"/>
                  </a:lnTo>
                  <a:lnTo>
                    <a:pt x="5081226" y="1971720"/>
                  </a:lnTo>
                  <a:lnTo>
                    <a:pt x="5186469" y="1977412"/>
                  </a:lnTo>
                  <a:lnTo>
                    <a:pt x="5281440" y="1982008"/>
                  </a:lnTo>
                  <a:lnTo>
                    <a:pt x="5362578" y="1985544"/>
                  </a:lnTo>
                  <a:lnTo>
                    <a:pt x="5427325" y="1988097"/>
                  </a:lnTo>
                  <a:lnTo>
                    <a:pt x="5474609" y="1989792"/>
                  </a:lnTo>
                  <a:lnTo>
                    <a:pt x="5505095" y="1990788"/>
                  </a:lnTo>
                  <a:lnTo>
                    <a:pt x="5521191" y="1991270"/>
                  </a:lnTo>
                  <a:lnTo>
                    <a:pt x="5526868" y="1991426"/>
                  </a:lnTo>
                  <a:lnTo>
                    <a:pt x="5527445" y="1991440"/>
                  </a:lnTo>
                  <a:lnTo>
                    <a:pt x="6522385" y="1991440"/>
                  </a:lnTo>
                  <a:lnTo>
                    <a:pt x="6523491" y="1991403"/>
                  </a:lnTo>
                  <a:lnTo>
                    <a:pt x="6530793" y="1991140"/>
                  </a:lnTo>
                  <a:lnTo>
                    <a:pt x="6549309" y="1990412"/>
                  </a:lnTo>
                  <a:lnTo>
                    <a:pt x="6582689" y="1988978"/>
                  </a:lnTo>
                  <a:lnTo>
                    <a:pt x="6633001" y="1986607"/>
                  </a:lnTo>
                  <a:lnTo>
                    <a:pt x="6700581" y="1983101"/>
                  </a:lnTo>
                  <a:lnTo>
                    <a:pt x="6784075" y="1978312"/>
                  </a:lnTo>
                  <a:lnTo>
                    <a:pt x="6880741" y="1972151"/>
                  </a:lnTo>
                  <a:lnTo>
                    <a:pt x="6986939" y="1964581"/>
                  </a:lnTo>
                  <a:lnTo>
                    <a:pt x="7098704" y="1955608"/>
                  </a:lnTo>
                  <a:lnTo>
                    <a:pt x="7212266" y="1945259"/>
                  </a:lnTo>
                  <a:lnTo>
                    <a:pt x="7324409" y="1933559"/>
                  </a:lnTo>
                  <a:lnTo>
                    <a:pt x="7432669" y="1920519"/>
                  </a:lnTo>
                  <a:lnTo>
                    <a:pt x="7535366" y="1906117"/>
                  </a:lnTo>
                  <a:lnTo>
                    <a:pt x="7631527" y="1890291"/>
                  </a:lnTo>
                  <a:lnTo>
                    <a:pt x="7720768" y="1872938"/>
                  </a:lnTo>
                  <a:lnTo>
                    <a:pt x="7803146" y="1853911"/>
                  </a:lnTo>
                  <a:lnTo>
                    <a:pt x="7879031" y="1833022"/>
                  </a:lnTo>
                  <a:lnTo>
                    <a:pt x="7948996" y="1810046"/>
                  </a:lnTo>
                  <a:lnTo>
                    <a:pt x="8013735" y="1784732"/>
                  </a:lnTo>
                  <a:lnTo>
                    <a:pt x="8073996" y="1756815"/>
                  </a:lnTo>
                  <a:lnTo>
                    <a:pt x="8130538" y="1726040"/>
                  </a:lnTo>
                  <a:lnTo>
                    <a:pt x="8184087" y="1692203"/>
                  </a:lnTo>
                  <a:lnTo>
                    <a:pt x="8229629" y="1659534"/>
                  </a:lnTo>
                  <a:lnTo>
                    <a:pt x="8279291" y="1619708"/>
                  </a:lnTo>
                  <a:lnTo>
                    <a:pt x="8327610" y="1576657"/>
                  </a:lnTo>
                  <a:lnTo>
                    <a:pt x="8374990" y="1530318"/>
                  </a:lnTo>
                  <a:lnTo>
                    <a:pt x="8421748" y="1480694"/>
                  </a:lnTo>
                  <a:lnTo>
                    <a:pt x="8468129" y="1427858"/>
                  </a:lnTo>
                  <a:lnTo>
                    <a:pt x="8514316" y="1371966"/>
                  </a:lnTo>
                  <a:lnTo>
                    <a:pt x="8560440" y="1313256"/>
                  </a:lnTo>
                  <a:lnTo>
                    <a:pt x="8606584" y="1252047"/>
                  </a:lnTo>
                  <a:lnTo>
                    <a:pt x="8652793" y="1188738"/>
                  </a:lnTo>
                  <a:lnTo>
                    <a:pt x="8699079" y="1123797"/>
                  </a:lnTo>
                  <a:lnTo>
                    <a:pt x="8745429" y="1057748"/>
                  </a:lnTo>
                  <a:lnTo>
                    <a:pt x="8791814" y="991155"/>
                  </a:lnTo>
                  <a:lnTo>
                    <a:pt x="8838197" y="924603"/>
                  </a:lnTo>
                  <a:lnTo>
                    <a:pt x="8884539" y="858673"/>
                  </a:lnTo>
                  <a:lnTo>
                    <a:pt x="8930815" y="793926"/>
                  </a:lnTo>
                  <a:lnTo>
                    <a:pt x="8977014" y="730878"/>
                  </a:lnTo>
                  <a:lnTo>
                    <a:pt x="9023152" y="669989"/>
                  </a:lnTo>
                  <a:lnTo>
                    <a:pt x="9069278" y="611648"/>
                  </a:lnTo>
                  <a:lnTo>
                    <a:pt x="9115483" y="556162"/>
                  </a:lnTo>
                  <a:lnTo>
                    <a:pt x="9161904" y="503759"/>
                  </a:lnTo>
                  <a:lnTo>
                    <a:pt x="9208731" y="454582"/>
                  </a:lnTo>
                  <a:lnTo>
                    <a:pt x="9256219" y="408695"/>
                  </a:lnTo>
                  <a:lnTo>
                    <a:pt x="9304696" y="366091"/>
                  </a:lnTo>
                  <a:lnTo>
                    <a:pt x="9347647" y="331906"/>
                  </a:lnTo>
                  <a:lnTo>
                    <a:pt x="9399093" y="295268"/>
                  </a:lnTo>
                  <a:lnTo>
                    <a:pt x="9452945" y="261784"/>
                  </a:lnTo>
                  <a:lnTo>
                    <a:pt x="9509868" y="231342"/>
                  </a:lnTo>
                  <a:lnTo>
                    <a:pt x="9570595" y="203731"/>
                  </a:lnTo>
                  <a:lnTo>
                    <a:pt x="9635886" y="178694"/>
                  </a:lnTo>
                  <a:lnTo>
                    <a:pt x="9706485" y="155965"/>
                  </a:lnTo>
                  <a:lnTo>
                    <a:pt x="9783076" y="135297"/>
                  </a:lnTo>
                  <a:lnTo>
                    <a:pt x="9866213" y="116467"/>
                  </a:lnTo>
                  <a:lnTo>
                    <a:pt x="9956238" y="99293"/>
                  </a:lnTo>
                  <a:lnTo>
                    <a:pt x="10053164" y="83631"/>
                  </a:lnTo>
                  <a:lnTo>
                    <a:pt x="10156547" y="69384"/>
                  </a:lnTo>
                  <a:lnTo>
                    <a:pt x="10265343" y="56496"/>
                  </a:lnTo>
                  <a:lnTo>
                    <a:pt x="10377784" y="44948"/>
                  </a:lnTo>
                  <a:lnTo>
                    <a:pt x="10491317" y="34752"/>
                  </a:lnTo>
                  <a:lnTo>
                    <a:pt x="10602651" y="25936"/>
                  </a:lnTo>
                  <a:lnTo>
                    <a:pt x="10707972" y="18525"/>
                  </a:lnTo>
                  <a:lnTo>
                    <a:pt x="10803325" y="12521"/>
                  </a:lnTo>
                  <a:lnTo>
                    <a:pt x="10885141" y="7882"/>
                  </a:lnTo>
                  <a:lnTo>
                    <a:pt x="10950814" y="4513"/>
                  </a:lnTo>
                  <a:lnTo>
                    <a:pt x="10999170" y="2258"/>
                  </a:lnTo>
                  <a:lnTo>
                    <a:pt x="11030742" y="915"/>
                  </a:lnTo>
                  <a:lnTo>
                    <a:pt x="11047785" y="252"/>
                  </a:lnTo>
                  <a:lnTo>
                    <a:pt x="11054114" y="2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2" name="pl301"/>
            <p:cNvSpPr/>
            <p:nvPr/>
          </p:nvSpPr>
          <p:spPr>
            <a:xfrm>
              <a:off x="1199187" y="2227104"/>
              <a:ext cx="12049831" cy="1991440"/>
            </a:xfrm>
            <a:custGeom>
              <a:avLst/>
              <a:pathLst>
                <a:path w="12049831" h="1991440">
                  <a:moveTo>
                    <a:pt x="12049831" y="0"/>
                  </a:moveTo>
                  <a:lnTo>
                    <a:pt x="11054891" y="0"/>
                  </a:lnTo>
                  <a:lnTo>
                    <a:pt x="11053785" y="36"/>
                  </a:lnTo>
                  <a:lnTo>
                    <a:pt x="11046484" y="300"/>
                  </a:lnTo>
                  <a:lnTo>
                    <a:pt x="11027968" y="1028"/>
                  </a:lnTo>
                  <a:lnTo>
                    <a:pt x="10994588" y="2462"/>
                  </a:lnTo>
                  <a:lnTo>
                    <a:pt x="10944275" y="4833"/>
                  </a:lnTo>
                  <a:lnTo>
                    <a:pt x="10876696" y="8339"/>
                  </a:lnTo>
                  <a:lnTo>
                    <a:pt x="10793201" y="13128"/>
                  </a:lnTo>
                  <a:lnTo>
                    <a:pt x="10696536" y="19289"/>
                  </a:lnTo>
                  <a:lnTo>
                    <a:pt x="10590338" y="26859"/>
                  </a:lnTo>
                  <a:lnTo>
                    <a:pt x="10478572" y="35832"/>
                  </a:lnTo>
                  <a:lnTo>
                    <a:pt x="10365011" y="46181"/>
                  </a:lnTo>
                  <a:lnTo>
                    <a:pt x="10252868" y="57881"/>
                  </a:lnTo>
                  <a:lnTo>
                    <a:pt x="10144607" y="70921"/>
                  </a:lnTo>
                  <a:lnTo>
                    <a:pt x="10041911" y="85323"/>
                  </a:lnTo>
                  <a:lnTo>
                    <a:pt x="9945750" y="101149"/>
                  </a:lnTo>
                  <a:lnTo>
                    <a:pt x="9856508" y="118502"/>
                  </a:lnTo>
                  <a:lnTo>
                    <a:pt x="9774130" y="137529"/>
                  </a:lnTo>
                  <a:lnTo>
                    <a:pt x="9698245" y="158418"/>
                  </a:lnTo>
                  <a:lnTo>
                    <a:pt x="9628280" y="181394"/>
                  </a:lnTo>
                  <a:lnTo>
                    <a:pt x="9563542" y="206707"/>
                  </a:lnTo>
                  <a:lnTo>
                    <a:pt x="9503280" y="234625"/>
                  </a:lnTo>
                  <a:lnTo>
                    <a:pt x="9446739" y="265400"/>
                  </a:lnTo>
                  <a:lnTo>
                    <a:pt x="9393190" y="299237"/>
                  </a:lnTo>
                  <a:lnTo>
                    <a:pt x="9347647" y="331906"/>
                  </a:lnTo>
                  <a:lnTo>
                    <a:pt x="9297986" y="371732"/>
                  </a:lnTo>
                  <a:lnTo>
                    <a:pt x="9249667" y="414783"/>
                  </a:lnTo>
                  <a:lnTo>
                    <a:pt x="9202286" y="461122"/>
                  </a:lnTo>
                  <a:lnTo>
                    <a:pt x="9155528" y="510746"/>
                  </a:lnTo>
                  <a:lnTo>
                    <a:pt x="9109147" y="563582"/>
                  </a:lnTo>
                  <a:lnTo>
                    <a:pt x="9062960" y="619474"/>
                  </a:lnTo>
                  <a:lnTo>
                    <a:pt x="9016836" y="678184"/>
                  </a:lnTo>
                  <a:lnTo>
                    <a:pt x="8970692" y="739393"/>
                  </a:lnTo>
                  <a:lnTo>
                    <a:pt x="8924483" y="802702"/>
                  </a:lnTo>
                  <a:lnTo>
                    <a:pt x="8878197" y="867643"/>
                  </a:lnTo>
                  <a:lnTo>
                    <a:pt x="8831847" y="933692"/>
                  </a:lnTo>
                  <a:lnTo>
                    <a:pt x="8785462" y="1000284"/>
                  </a:lnTo>
                  <a:lnTo>
                    <a:pt x="8739080" y="1066837"/>
                  </a:lnTo>
                  <a:lnTo>
                    <a:pt x="8692737" y="1132766"/>
                  </a:lnTo>
                  <a:lnTo>
                    <a:pt x="8646462" y="1197514"/>
                  </a:lnTo>
                  <a:lnTo>
                    <a:pt x="8600263" y="1260562"/>
                  </a:lnTo>
                  <a:lnTo>
                    <a:pt x="8554125" y="1321451"/>
                  </a:lnTo>
                  <a:lnTo>
                    <a:pt x="8507998" y="1379792"/>
                  </a:lnTo>
                  <a:lnTo>
                    <a:pt x="8461793" y="1435277"/>
                  </a:lnTo>
                  <a:lnTo>
                    <a:pt x="8415373" y="1487681"/>
                  </a:lnTo>
                  <a:lnTo>
                    <a:pt x="8368546" y="1536858"/>
                  </a:lnTo>
                  <a:lnTo>
                    <a:pt x="8321057" y="1582745"/>
                  </a:lnTo>
                  <a:lnTo>
                    <a:pt x="8272580" y="1625349"/>
                  </a:lnTo>
                  <a:lnTo>
                    <a:pt x="8229629" y="1659534"/>
                  </a:lnTo>
                  <a:lnTo>
                    <a:pt x="8178183" y="1696172"/>
                  </a:lnTo>
                  <a:lnTo>
                    <a:pt x="8124332" y="1729656"/>
                  </a:lnTo>
                  <a:lnTo>
                    <a:pt x="8067408" y="1760098"/>
                  </a:lnTo>
                  <a:lnTo>
                    <a:pt x="8006681" y="1787709"/>
                  </a:lnTo>
                  <a:lnTo>
                    <a:pt x="7941391" y="1812746"/>
                  </a:lnTo>
                  <a:lnTo>
                    <a:pt x="7870792" y="1835474"/>
                  </a:lnTo>
                  <a:lnTo>
                    <a:pt x="7794201" y="1856143"/>
                  </a:lnTo>
                  <a:lnTo>
                    <a:pt x="7711064" y="1874973"/>
                  </a:lnTo>
                  <a:lnTo>
                    <a:pt x="7621039" y="1892147"/>
                  </a:lnTo>
                  <a:lnTo>
                    <a:pt x="7524113" y="1907809"/>
                  </a:lnTo>
                  <a:lnTo>
                    <a:pt x="7420729" y="1922055"/>
                  </a:lnTo>
                  <a:lnTo>
                    <a:pt x="7311933" y="1934944"/>
                  </a:lnTo>
                  <a:lnTo>
                    <a:pt x="7199492" y="1946492"/>
                  </a:lnTo>
                  <a:lnTo>
                    <a:pt x="7085960" y="1956688"/>
                  </a:lnTo>
                  <a:lnTo>
                    <a:pt x="6974625" y="1965504"/>
                  </a:lnTo>
                  <a:lnTo>
                    <a:pt x="6869304" y="1972915"/>
                  </a:lnTo>
                  <a:lnTo>
                    <a:pt x="6773952" y="1978919"/>
                  </a:lnTo>
                  <a:lnTo>
                    <a:pt x="6692135" y="1983557"/>
                  </a:lnTo>
                  <a:lnTo>
                    <a:pt x="6626462" y="1986927"/>
                  </a:lnTo>
                  <a:lnTo>
                    <a:pt x="6578106" y="1989182"/>
                  </a:lnTo>
                  <a:lnTo>
                    <a:pt x="6546535" y="1990525"/>
                  </a:lnTo>
                  <a:lnTo>
                    <a:pt x="6529491" y="1991188"/>
                  </a:lnTo>
                  <a:lnTo>
                    <a:pt x="6523163" y="1991415"/>
                  </a:lnTo>
                  <a:lnTo>
                    <a:pt x="6522385" y="1991440"/>
                  </a:lnTo>
                  <a:lnTo>
                    <a:pt x="5527445" y="1991440"/>
                  </a:lnTo>
                  <a:lnTo>
                    <a:pt x="5526327" y="1991412"/>
                  </a:lnTo>
                  <a:lnTo>
                    <a:pt x="5518948" y="1991205"/>
                  </a:lnTo>
                  <a:lnTo>
                    <a:pt x="5500240" y="1990636"/>
                  </a:lnTo>
                  <a:lnTo>
                    <a:pt x="5466526" y="1989514"/>
                  </a:lnTo>
                  <a:lnTo>
                    <a:pt x="5415738" y="1987659"/>
                  </a:lnTo>
                  <a:lnTo>
                    <a:pt x="5347566" y="1984917"/>
                  </a:lnTo>
                  <a:lnTo>
                    <a:pt x="5263411" y="1981174"/>
                  </a:lnTo>
                  <a:lnTo>
                    <a:pt x="5166073" y="1976359"/>
                  </a:lnTo>
                  <a:lnTo>
                    <a:pt x="5059249" y="1970447"/>
                  </a:lnTo>
                  <a:lnTo>
                    <a:pt x="4946948" y="1963441"/>
                  </a:lnTo>
                  <a:lnTo>
                    <a:pt x="4832968" y="1955363"/>
                  </a:lnTo>
                  <a:lnTo>
                    <a:pt x="4720533" y="1946234"/>
                  </a:lnTo>
                  <a:lnTo>
                    <a:pt x="4612100" y="1936060"/>
                  </a:lnTo>
                  <a:lnTo>
                    <a:pt x="4509334" y="1924822"/>
                  </a:lnTo>
                  <a:lnTo>
                    <a:pt x="4413184" y="1912472"/>
                  </a:lnTo>
                  <a:lnTo>
                    <a:pt x="4324013" y="1898925"/>
                  </a:lnTo>
                  <a:lnTo>
                    <a:pt x="4241741" y="1884067"/>
                  </a:lnTo>
                  <a:lnTo>
                    <a:pt x="4165978" y="1867746"/>
                  </a:lnTo>
                  <a:lnTo>
                    <a:pt x="4096135" y="1849787"/>
                  </a:lnTo>
                  <a:lnTo>
                    <a:pt x="4031507" y="1829992"/>
                  </a:lnTo>
                  <a:lnTo>
                    <a:pt x="3971332" y="1808152"/>
                  </a:lnTo>
                  <a:lnTo>
                    <a:pt x="3914845" y="1784070"/>
                  </a:lnTo>
                  <a:lnTo>
                    <a:pt x="3861317" y="1757592"/>
                  </a:lnTo>
                  <a:lnTo>
                    <a:pt x="3820202" y="1734649"/>
                  </a:lnTo>
                  <a:lnTo>
                    <a:pt x="3767158" y="1701613"/>
                  </a:lnTo>
                  <a:lnTo>
                    <a:pt x="3715614" y="1665719"/>
                  </a:lnTo>
                  <a:lnTo>
                    <a:pt x="3665090" y="1626913"/>
                  </a:lnTo>
                  <a:lnTo>
                    <a:pt x="3615213" y="1585211"/>
                  </a:lnTo>
                  <a:lnTo>
                    <a:pt x="3565703" y="1540700"/>
                  </a:lnTo>
                  <a:lnTo>
                    <a:pt x="3516358" y="1493552"/>
                  </a:lnTo>
                  <a:lnTo>
                    <a:pt x="3467040" y="1444019"/>
                  </a:lnTo>
                  <a:lnTo>
                    <a:pt x="3417669" y="1392441"/>
                  </a:lnTo>
                  <a:lnTo>
                    <a:pt x="3368213" y="1339227"/>
                  </a:lnTo>
                  <a:lnTo>
                    <a:pt x="3318676" y="1284855"/>
                  </a:lnTo>
                  <a:lnTo>
                    <a:pt x="3269087" y="1229845"/>
                  </a:lnTo>
                  <a:lnTo>
                    <a:pt x="3219491" y="1174748"/>
                  </a:lnTo>
                  <a:lnTo>
                    <a:pt x="3169933" y="1120114"/>
                  </a:lnTo>
                  <a:lnTo>
                    <a:pt x="3120449" y="1066478"/>
                  </a:lnTo>
                  <a:lnTo>
                    <a:pt x="3071053" y="1014330"/>
                  </a:lnTo>
                  <a:lnTo>
                    <a:pt x="3021725" y="964106"/>
                  </a:lnTo>
                  <a:lnTo>
                    <a:pt x="2972400" y="916167"/>
                  </a:lnTo>
                  <a:lnTo>
                    <a:pt x="2922961" y="870794"/>
                  </a:lnTo>
                  <a:lnTo>
                    <a:pt x="2873228" y="828184"/>
                  </a:lnTo>
                  <a:lnTo>
                    <a:pt x="2822945" y="788452"/>
                  </a:lnTo>
                  <a:lnTo>
                    <a:pt x="2771773" y="751634"/>
                  </a:lnTo>
                  <a:lnTo>
                    <a:pt x="2719266" y="717697"/>
                  </a:lnTo>
                  <a:lnTo>
                    <a:pt x="2702183" y="707485"/>
                  </a:lnTo>
                  <a:lnTo>
                    <a:pt x="2650544" y="679039"/>
                  </a:lnTo>
                  <a:lnTo>
                    <a:pt x="2596478" y="653050"/>
                  </a:lnTo>
                  <a:lnTo>
                    <a:pt x="2539313" y="629432"/>
                  </a:lnTo>
                  <a:lnTo>
                    <a:pt x="2478307" y="608018"/>
                  </a:lnTo>
                  <a:lnTo>
                    <a:pt x="2412693" y="588607"/>
                  </a:lnTo>
                  <a:lnTo>
                    <a:pt x="2341718" y="570992"/>
                  </a:lnTo>
                  <a:lnTo>
                    <a:pt x="2264693" y="554978"/>
                  </a:lnTo>
                  <a:lnTo>
                    <a:pt x="2181061" y="540393"/>
                  </a:lnTo>
                  <a:lnTo>
                    <a:pt x="2090485" y="527095"/>
                  </a:lnTo>
                  <a:lnTo>
                    <a:pt x="1992964" y="514973"/>
                  </a:lnTo>
                  <a:lnTo>
                    <a:pt x="1888965" y="503951"/>
                  </a:lnTo>
                  <a:lnTo>
                    <a:pt x="1779572" y="493987"/>
                  </a:lnTo>
                  <a:lnTo>
                    <a:pt x="1666604" y="485068"/>
                  </a:lnTo>
                  <a:lnTo>
                    <a:pt x="1552680" y="477203"/>
                  </a:lnTo>
                  <a:lnTo>
                    <a:pt x="1441159" y="470415"/>
                  </a:lnTo>
                  <a:lnTo>
                    <a:pt x="1335916" y="464723"/>
                  </a:lnTo>
                  <a:lnTo>
                    <a:pt x="1240945" y="460126"/>
                  </a:lnTo>
                  <a:lnTo>
                    <a:pt x="1159807" y="456591"/>
                  </a:lnTo>
                  <a:lnTo>
                    <a:pt x="1095060" y="454037"/>
                  </a:lnTo>
                  <a:lnTo>
                    <a:pt x="1047776" y="452343"/>
                  </a:lnTo>
                  <a:lnTo>
                    <a:pt x="1017290" y="451346"/>
                  </a:lnTo>
                  <a:lnTo>
                    <a:pt x="1001194" y="450865"/>
                  </a:lnTo>
                  <a:lnTo>
                    <a:pt x="995517" y="450709"/>
                  </a:lnTo>
                  <a:lnTo>
                    <a:pt x="994940" y="450694"/>
                  </a:lnTo>
                  <a:lnTo>
                    <a:pt x="0" y="450694"/>
                  </a:lnTo>
                  <a:lnTo>
                    <a:pt x="0" y="4506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3" name="pg302"/>
            <p:cNvSpPr/>
            <p:nvPr/>
          </p:nvSpPr>
          <p:spPr>
            <a:xfrm>
              <a:off x="1199187" y="2672558"/>
              <a:ext cx="12049831" cy="1566949"/>
            </a:xfrm>
            <a:custGeom>
              <a:avLst/>
              <a:pathLst>
                <a:path w="12049831" h="1566949">
                  <a:moveTo>
                    <a:pt x="0" y="26203"/>
                  </a:moveTo>
                  <a:lnTo>
                    <a:pt x="994940" y="26203"/>
                  </a:lnTo>
                  <a:lnTo>
                    <a:pt x="996058" y="26232"/>
                  </a:lnTo>
                  <a:lnTo>
                    <a:pt x="1003437" y="26438"/>
                  </a:lnTo>
                  <a:lnTo>
                    <a:pt x="1022145" y="27007"/>
                  </a:lnTo>
                  <a:lnTo>
                    <a:pt x="1055859" y="28129"/>
                  </a:lnTo>
                  <a:lnTo>
                    <a:pt x="1106647" y="29984"/>
                  </a:lnTo>
                  <a:lnTo>
                    <a:pt x="1174819" y="32726"/>
                  </a:lnTo>
                  <a:lnTo>
                    <a:pt x="1258974" y="36469"/>
                  </a:lnTo>
                  <a:lnTo>
                    <a:pt x="1356312" y="41284"/>
                  </a:lnTo>
                  <a:lnTo>
                    <a:pt x="1463136" y="47196"/>
                  </a:lnTo>
                  <a:lnTo>
                    <a:pt x="1575437" y="54202"/>
                  </a:lnTo>
                  <a:lnTo>
                    <a:pt x="1689417" y="62280"/>
                  </a:lnTo>
                  <a:lnTo>
                    <a:pt x="1801852" y="71409"/>
                  </a:lnTo>
                  <a:lnTo>
                    <a:pt x="1910285" y="81583"/>
                  </a:lnTo>
                  <a:lnTo>
                    <a:pt x="2013051" y="92821"/>
                  </a:lnTo>
                  <a:lnTo>
                    <a:pt x="2109201" y="105172"/>
                  </a:lnTo>
                  <a:lnTo>
                    <a:pt x="2198372" y="118718"/>
                  </a:lnTo>
                  <a:lnTo>
                    <a:pt x="2280644" y="133577"/>
                  </a:lnTo>
                  <a:lnTo>
                    <a:pt x="2356407" y="149897"/>
                  </a:lnTo>
                  <a:lnTo>
                    <a:pt x="2426249" y="167856"/>
                  </a:lnTo>
                  <a:lnTo>
                    <a:pt x="2490878" y="187651"/>
                  </a:lnTo>
                  <a:lnTo>
                    <a:pt x="2551053" y="209492"/>
                  </a:lnTo>
                  <a:lnTo>
                    <a:pt x="2607540" y="233573"/>
                  </a:lnTo>
                  <a:lnTo>
                    <a:pt x="2661068" y="260051"/>
                  </a:lnTo>
                  <a:lnTo>
                    <a:pt x="2702183" y="282994"/>
                  </a:lnTo>
                  <a:lnTo>
                    <a:pt x="2755227" y="316031"/>
                  </a:lnTo>
                  <a:lnTo>
                    <a:pt x="2806771" y="351925"/>
                  </a:lnTo>
                  <a:lnTo>
                    <a:pt x="2857295" y="390730"/>
                  </a:lnTo>
                  <a:lnTo>
                    <a:pt x="2907172" y="432432"/>
                  </a:lnTo>
                  <a:lnTo>
                    <a:pt x="2956682" y="476943"/>
                  </a:lnTo>
                  <a:lnTo>
                    <a:pt x="3006027" y="524092"/>
                  </a:lnTo>
                  <a:lnTo>
                    <a:pt x="3055345" y="573624"/>
                  </a:lnTo>
                  <a:lnTo>
                    <a:pt x="3104716" y="625203"/>
                  </a:lnTo>
                  <a:lnTo>
                    <a:pt x="3154172" y="678416"/>
                  </a:lnTo>
                  <a:lnTo>
                    <a:pt x="3203709" y="732789"/>
                  </a:lnTo>
                  <a:lnTo>
                    <a:pt x="3253298" y="787798"/>
                  </a:lnTo>
                  <a:lnTo>
                    <a:pt x="3302894" y="842895"/>
                  </a:lnTo>
                  <a:lnTo>
                    <a:pt x="3352452" y="897529"/>
                  </a:lnTo>
                  <a:lnTo>
                    <a:pt x="3401936" y="951166"/>
                  </a:lnTo>
                  <a:lnTo>
                    <a:pt x="3451332" y="1003313"/>
                  </a:lnTo>
                  <a:lnTo>
                    <a:pt x="3500660" y="1053537"/>
                  </a:lnTo>
                  <a:lnTo>
                    <a:pt x="3549985" y="1101476"/>
                  </a:lnTo>
                  <a:lnTo>
                    <a:pt x="3599424" y="1146849"/>
                  </a:lnTo>
                  <a:lnTo>
                    <a:pt x="3649157" y="1189459"/>
                  </a:lnTo>
                  <a:lnTo>
                    <a:pt x="3699440" y="1229191"/>
                  </a:lnTo>
                  <a:lnTo>
                    <a:pt x="3750612" y="1266009"/>
                  </a:lnTo>
                  <a:lnTo>
                    <a:pt x="3803119" y="1299946"/>
                  </a:lnTo>
                  <a:lnTo>
                    <a:pt x="3820202" y="1310158"/>
                  </a:lnTo>
                  <a:lnTo>
                    <a:pt x="3871841" y="1338604"/>
                  </a:lnTo>
                  <a:lnTo>
                    <a:pt x="3925907" y="1364593"/>
                  </a:lnTo>
                  <a:lnTo>
                    <a:pt x="3983072" y="1388211"/>
                  </a:lnTo>
                  <a:lnTo>
                    <a:pt x="4044078" y="1409625"/>
                  </a:lnTo>
                  <a:lnTo>
                    <a:pt x="4109692" y="1429036"/>
                  </a:lnTo>
                  <a:lnTo>
                    <a:pt x="4180667" y="1446651"/>
                  </a:lnTo>
                  <a:lnTo>
                    <a:pt x="4257692" y="1462665"/>
                  </a:lnTo>
                  <a:lnTo>
                    <a:pt x="4341324" y="1477250"/>
                  </a:lnTo>
                  <a:lnTo>
                    <a:pt x="4431900" y="1490548"/>
                  </a:lnTo>
                  <a:lnTo>
                    <a:pt x="4529421" y="1502670"/>
                  </a:lnTo>
                  <a:lnTo>
                    <a:pt x="4633420" y="1513692"/>
                  </a:lnTo>
                  <a:lnTo>
                    <a:pt x="4742813" y="1523656"/>
                  </a:lnTo>
                  <a:lnTo>
                    <a:pt x="4855781" y="1532576"/>
                  </a:lnTo>
                  <a:lnTo>
                    <a:pt x="4969705" y="1540440"/>
                  </a:lnTo>
                  <a:lnTo>
                    <a:pt x="5081226" y="1547228"/>
                  </a:lnTo>
                  <a:lnTo>
                    <a:pt x="5186469" y="1552920"/>
                  </a:lnTo>
                  <a:lnTo>
                    <a:pt x="5281440" y="1557517"/>
                  </a:lnTo>
                  <a:lnTo>
                    <a:pt x="5362578" y="1561053"/>
                  </a:lnTo>
                  <a:lnTo>
                    <a:pt x="5427325" y="1563606"/>
                  </a:lnTo>
                  <a:lnTo>
                    <a:pt x="5474609" y="1565301"/>
                  </a:lnTo>
                  <a:lnTo>
                    <a:pt x="5505095" y="1566297"/>
                  </a:lnTo>
                  <a:lnTo>
                    <a:pt x="5521191" y="1566778"/>
                  </a:lnTo>
                  <a:lnTo>
                    <a:pt x="5526868" y="1566934"/>
                  </a:lnTo>
                  <a:lnTo>
                    <a:pt x="5527445" y="1566949"/>
                  </a:lnTo>
                  <a:lnTo>
                    <a:pt x="6522385" y="1566949"/>
                  </a:lnTo>
                  <a:lnTo>
                    <a:pt x="6523503" y="1566920"/>
                  </a:lnTo>
                  <a:lnTo>
                    <a:pt x="6530881" y="1566713"/>
                  </a:lnTo>
                  <a:lnTo>
                    <a:pt x="6549585" y="1566139"/>
                  </a:lnTo>
                  <a:lnTo>
                    <a:pt x="6583292" y="1565010"/>
                  </a:lnTo>
                  <a:lnTo>
                    <a:pt x="6634071" y="1563143"/>
                  </a:lnTo>
                  <a:lnTo>
                    <a:pt x="6702230" y="1560383"/>
                  </a:lnTo>
                  <a:lnTo>
                    <a:pt x="6786372" y="1556615"/>
                  </a:lnTo>
                  <a:lnTo>
                    <a:pt x="6883695" y="1551769"/>
                  </a:lnTo>
                  <a:lnTo>
                    <a:pt x="6990506" y="1545817"/>
                  </a:lnTo>
                  <a:lnTo>
                    <a:pt x="7102797" y="1538765"/>
                  </a:lnTo>
                  <a:lnTo>
                    <a:pt x="7216768" y="1530634"/>
                  </a:lnTo>
                  <a:lnTo>
                    <a:pt x="7329198" y="1521444"/>
                  </a:lnTo>
                  <a:lnTo>
                    <a:pt x="7437627" y="1511202"/>
                  </a:lnTo>
                  <a:lnTo>
                    <a:pt x="7540392" y="1499890"/>
                  </a:lnTo>
                  <a:lnTo>
                    <a:pt x="7636542" y="1487458"/>
                  </a:lnTo>
                  <a:lnTo>
                    <a:pt x="7725714" y="1473822"/>
                  </a:lnTo>
                  <a:lnTo>
                    <a:pt x="7807989" y="1458865"/>
                  </a:lnTo>
                  <a:lnTo>
                    <a:pt x="7883754" y="1442437"/>
                  </a:lnTo>
                  <a:lnTo>
                    <a:pt x="7953599" y="1424360"/>
                  </a:lnTo>
                  <a:lnTo>
                    <a:pt x="8018230" y="1404434"/>
                  </a:lnTo>
                  <a:lnTo>
                    <a:pt x="8078407" y="1382450"/>
                  </a:lnTo>
                  <a:lnTo>
                    <a:pt x="8134894" y="1358210"/>
                  </a:lnTo>
                  <a:lnTo>
                    <a:pt x="8188423" y="1331558"/>
                  </a:lnTo>
                  <a:lnTo>
                    <a:pt x="8229629" y="1308411"/>
                  </a:lnTo>
                  <a:lnTo>
                    <a:pt x="8282592" y="1275204"/>
                  </a:lnTo>
                  <a:lnTo>
                    <a:pt x="8334058" y="1239128"/>
                  </a:lnTo>
                  <a:lnTo>
                    <a:pt x="8384507" y="1200132"/>
                  </a:lnTo>
                  <a:lnTo>
                    <a:pt x="8434309" y="1158226"/>
                  </a:lnTo>
                  <a:lnTo>
                    <a:pt x="8483743" y="1113502"/>
                  </a:lnTo>
                  <a:lnTo>
                    <a:pt x="8533013" y="1066128"/>
                  </a:lnTo>
                  <a:lnTo>
                    <a:pt x="8582254" y="1016359"/>
                  </a:lnTo>
                  <a:lnTo>
                    <a:pt x="8631546" y="964532"/>
                  </a:lnTo>
                  <a:lnTo>
                    <a:pt x="8680924" y="911059"/>
                  </a:lnTo>
                  <a:lnTo>
                    <a:pt x="8730383" y="856415"/>
                  </a:lnTo>
                  <a:lnTo>
                    <a:pt x="8779894" y="801123"/>
                  </a:lnTo>
                  <a:lnTo>
                    <a:pt x="8829414" y="745734"/>
                  </a:lnTo>
                  <a:lnTo>
                    <a:pt x="8878896" y="690800"/>
                  </a:lnTo>
                  <a:lnTo>
                    <a:pt x="8928304" y="636856"/>
                  </a:lnTo>
                  <a:lnTo>
                    <a:pt x="8977626" y="584397"/>
                  </a:lnTo>
                  <a:lnTo>
                    <a:pt x="9026878" y="533859"/>
                  </a:lnTo>
                  <a:lnTo>
                    <a:pt x="9076125" y="485606"/>
                  </a:lnTo>
                  <a:lnTo>
                    <a:pt x="9125482" y="439922"/>
                  </a:lnTo>
                  <a:lnTo>
                    <a:pt x="9175126" y="397007"/>
                  </a:lnTo>
                  <a:lnTo>
                    <a:pt x="9225309" y="356978"/>
                  </a:lnTo>
                  <a:lnTo>
                    <a:pt x="9276368" y="319874"/>
                  </a:lnTo>
                  <a:lnTo>
                    <a:pt x="9328739" y="285664"/>
                  </a:lnTo>
                  <a:lnTo>
                    <a:pt x="9347647" y="274259"/>
                  </a:lnTo>
                  <a:lnTo>
                    <a:pt x="9399283" y="245622"/>
                  </a:lnTo>
                  <a:lnTo>
                    <a:pt x="9453344" y="219458"/>
                  </a:lnTo>
                  <a:lnTo>
                    <a:pt x="9510505" y="195680"/>
                  </a:lnTo>
                  <a:lnTo>
                    <a:pt x="9571505" y="174122"/>
                  </a:lnTo>
                  <a:lnTo>
                    <a:pt x="9637112" y="154580"/>
                  </a:lnTo>
                  <a:lnTo>
                    <a:pt x="9708079" y="136845"/>
                  </a:lnTo>
                  <a:lnTo>
                    <a:pt x="9785095" y="120723"/>
                  </a:lnTo>
                  <a:lnTo>
                    <a:pt x="9868717" y="106039"/>
                  </a:lnTo>
                  <a:lnTo>
                    <a:pt x="9959282" y="92651"/>
                  </a:lnTo>
                  <a:lnTo>
                    <a:pt x="10056791" y="80446"/>
                  </a:lnTo>
                  <a:lnTo>
                    <a:pt x="10160777" y="69350"/>
                  </a:lnTo>
                  <a:lnTo>
                    <a:pt x="10270158" y="59318"/>
                  </a:lnTo>
                  <a:lnTo>
                    <a:pt x="10383115" y="50337"/>
                  </a:lnTo>
                  <a:lnTo>
                    <a:pt x="10497031" y="42418"/>
                  </a:lnTo>
                  <a:lnTo>
                    <a:pt x="10608549" y="35583"/>
                  </a:lnTo>
                  <a:lnTo>
                    <a:pt x="10713793" y="29852"/>
                  </a:lnTo>
                  <a:lnTo>
                    <a:pt x="10808772" y="25223"/>
                  </a:lnTo>
                  <a:lnTo>
                    <a:pt x="10889924" y="21662"/>
                  </a:lnTo>
                  <a:lnTo>
                    <a:pt x="10954691" y="19090"/>
                  </a:lnTo>
                  <a:lnTo>
                    <a:pt x="11001997" y="17383"/>
                  </a:lnTo>
                  <a:lnTo>
                    <a:pt x="11032505" y="16379"/>
                  </a:lnTo>
                  <a:lnTo>
                    <a:pt x="11048620" y="15894"/>
                  </a:lnTo>
                  <a:lnTo>
                    <a:pt x="11054310" y="15736"/>
                  </a:lnTo>
                  <a:lnTo>
                    <a:pt x="11054891" y="15721"/>
                  </a:lnTo>
                  <a:lnTo>
                    <a:pt x="12049831" y="1572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3" y="29"/>
                  </a:lnTo>
                  <a:lnTo>
                    <a:pt x="11046396" y="236"/>
                  </a:lnTo>
                  <a:lnTo>
                    <a:pt x="11027691" y="809"/>
                  </a:lnTo>
                  <a:lnTo>
                    <a:pt x="10993984" y="1939"/>
                  </a:lnTo>
                  <a:lnTo>
                    <a:pt x="10943206" y="3806"/>
                  </a:lnTo>
                  <a:lnTo>
                    <a:pt x="10875047" y="6566"/>
                  </a:lnTo>
                  <a:lnTo>
                    <a:pt x="10790905" y="10334"/>
                  </a:lnTo>
                  <a:lnTo>
                    <a:pt x="10693581" y="15180"/>
                  </a:lnTo>
                  <a:lnTo>
                    <a:pt x="10586770" y="21132"/>
                  </a:lnTo>
                  <a:lnTo>
                    <a:pt x="10474479" y="28184"/>
                  </a:lnTo>
                  <a:lnTo>
                    <a:pt x="10360508" y="36315"/>
                  </a:lnTo>
                  <a:lnTo>
                    <a:pt x="10248079" y="45505"/>
                  </a:lnTo>
                  <a:lnTo>
                    <a:pt x="10139649" y="55746"/>
                  </a:lnTo>
                  <a:lnTo>
                    <a:pt x="10036885" y="67059"/>
                  </a:lnTo>
                  <a:lnTo>
                    <a:pt x="9940735" y="79491"/>
                  </a:lnTo>
                  <a:lnTo>
                    <a:pt x="9851562" y="93127"/>
                  </a:lnTo>
                  <a:lnTo>
                    <a:pt x="9769288" y="108084"/>
                  </a:lnTo>
                  <a:lnTo>
                    <a:pt x="9693523" y="124512"/>
                  </a:lnTo>
                  <a:lnTo>
                    <a:pt x="9623678" y="142589"/>
                  </a:lnTo>
                  <a:lnTo>
                    <a:pt x="9559046" y="162515"/>
                  </a:lnTo>
                  <a:lnTo>
                    <a:pt x="9498870" y="184499"/>
                  </a:lnTo>
                  <a:lnTo>
                    <a:pt x="9442382" y="208738"/>
                  </a:lnTo>
                  <a:lnTo>
                    <a:pt x="9388854" y="235390"/>
                  </a:lnTo>
                  <a:lnTo>
                    <a:pt x="9347647" y="258537"/>
                  </a:lnTo>
                  <a:lnTo>
                    <a:pt x="9294685" y="291745"/>
                  </a:lnTo>
                  <a:lnTo>
                    <a:pt x="9243218" y="327820"/>
                  </a:lnTo>
                  <a:lnTo>
                    <a:pt x="9192769" y="366817"/>
                  </a:lnTo>
                  <a:lnTo>
                    <a:pt x="9142968" y="408722"/>
                  </a:lnTo>
                  <a:lnTo>
                    <a:pt x="9093533" y="453447"/>
                  </a:lnTo>
                  <a:lnTo>
                    <a:pt x="9044264" y="500821"/>
                  </a:lnTo>
                  <a:lnTo>
                    <a:pt x="8995023" y="550589"/>
                  </a:lnTo>
                  <a:lnTo>
                    <a:pt x="8945730" y="602417"/>
                  </a:lnTo>
                  <a:lnTo>
                    <a:pt x="8896352" y="655890"/>
                  </a:lnTo>
                  <a:lnTo>
                    <a:pt x="8846893" y="710534"/>
                  </a:lnTo>
                  <a:lnTo>
                    <a:pt x="8797382" y="765825"/>
                  </a:lnTo>
                  <a:lnTo>
                    <a:pt x="8747863" y="821215"/>
                  </a:lnTo>
                  <a:lnTo>
                    <a:pt x="8698381" y="876149"/>
                  </a:lnTo>
                  <a:lnTo>
                    <a:pt x="8648972" y="930093"/>
                  </a:lnTo>
                  <a:lnTo>
                    <a:pt x="8599651" y="982552"/>
                  </a:lnTo>
                  <a:lnTo>
                    <a:pt x="8550398" y="1033090"/>
                  </a:lnTo>
                  <a:lnTo>
                    <a:pt x="8501151" y="1081343"/>
                  </a:lnTo>
                  <a:lnTo>
                    <a:pt x="8451795" y="1127027"/>
                  </a:lnTo>
                  <a:lnTo>
                    <a:pt x="8402150" y="1169942"/>
                  </a:lnTo>
                  <a:lnTo>
                    <a:pt x="8351967" y="1209971"/>
                  </a:lnTo>
                  <a:lnTo>
                    <a:pt x="8300909" y="1247075"/>
                  </a:lnTo>
                  <a:lnTo>
                    <a:pt x="8248537" y="1281285"/>
                  </a:lnTo>
                  <a:lnTo>
                    <a:pt x="8229629" y="1292689"/>
                  </a:lnTo>
                  <a:lnTo>
                    <a:pt x="8177993" y="1321327"/>
                  </a:lnTo>
                  <a:lnTo>
                    <a:pt x="8123932" y="1347491"/>
                  </a:lnTo>
                  <a:lnTo>
                    <a:pt x="8066772" y="1371268"/>
                  </a:lnTo>
                  <a:lnTo>
                    <a:pt x="8005772" y="1392827"/>
                  </a:lnTo>
                  <a:lnTo>
                    <a:pt x="7940165" y="1412369"/>
                  </a:lnTo>
                  <a:lnTo>
                    <a:pt x="7869197" y="1430103"/>
                  </a:lnTo>
                  <a:lnTo>
                    <a:pt x="7792181" y="1446226"/>
                  </a:lnTo>
                  <a:lnTo>
                    <a:pt x="7708559" y="1460909"/>
                  </a:lnTo>
                  <a:lnTo>
                    <a:pt x="7617995" y="1474298"/>
                  </a:lnTo>
                  <a:lnTo>
                    <a:pt x="7520486" y="1486502"/>
                  </a:lnTo>
                  <a:lnTo>
                    <a:pt x="7416499" y="1497599"/>
                  </a:lnTo>
                  <a:lnTo>
                    <a:pt x="7307118" y="1507631"/>
                  </a:lnTo>
                  <a:lnTo>
                    <a:pt x="7194161" y="1516612"/>
                  </a:lnTo>
                  <a:lnTo>
                    <a:pt x="7080245" y="1524530"/>
                  </a:lnTo>
                  <a:lnTo>
                    <a:pt x="6968728" y="1531365"/>
                  </a:lnTo>
                  <a:lnTo>
                    <a:pt x="6863484" y="1537097"/>
                  </a:lnTo>
                  <a:lnTo>
                    <a:pt x="6768504" y="1541726"/>
                  </a:lnTo>
                  <a:lnTo>
                    <a:pt x="6687353" y="1545286"/>
                  </a:lnTo>
                  <a:lnTo>
                    <a:pt x="6622586" y="1547858"/>
                  </a:lnTo>
                  <a:lnTo>
                    <a:pt x="6575280" y="1549565"/>
                  </a:lnTo>
                  <a:lnTo>
                    <a:pt x="6544772" y="1550570"/>
                  </a:lnTo>
                  <a:lnTo>
                    <a:pt x="6528656" y="1551055"/>
                  </a:lnTo>
                  <a:lnTo>
                    <a:pt x="6522967" y="1551212"/>
                  </a:lnTo>
                  <a:lnTo>
                    <a:pt x="6522385" y="1551227"/>
                  </a:lnTo>
                  <a:lnTo>
                    <a:pt x="5527445" y="1551227"/>
                  </a:lnTo>
                  <a:lnTo>
                    <a:pt x="5526327" y="1551198"/>
                  </a:lnTo>
                  <a:lnTo>
                    <a:pt x="5518948" y="1550992"/>
                  </a:lnTo>
                  <a:lnTo>
                    <a:pt x="5500240" y="1550423"/>
                  </a:lnTo>
                  <a:lnTo>
                    <a:pt x="5466526" y="1549301"/>
                  </a:lnTo>
                  <a:lnTo>
                    <a:pt x="5415738" y="1547446"/>
                  </a:lnTo>
                  <a:lnTo>
                    <a:pt x="5347566" y="1544704"/>
                  </a:lnTo>
                  <a:lnTo>
                    <a:pt x="5263411" y="1540961"/>
                  </a:lnTo>
                  <a:lnTo>
                    <a:pt x="5166073" y="1536146"/>
                  </a:lnTo>
                  <a:lnTo>
                    <a:pt x="5059249" y="1530233"/>
                  </a:lnTo>
                  <a:lnTo>
                    <a:pt x="4946948" y="1523228"/>
                  </a:lnTo>
                  <a:lnTo>
                    <a:pt x="4832968" y="1515150"/>
                  </a:lnTo>
                  <a:lnTo>
                    <a:pt x="4720533" y="1506021"/>
                  </a:lnTo>
                  <a:lnTo>
                    <a:pt x="4612100" y="1495847"/>
                  </a:lnTo>
                  <a:lnTo>
                    <a:pt x="4509334" y="1484609"/>
                  </a:lnTo>
                  <a:lnTo>
                    <a:pt x="4413184" y="1472258"/>
                  </a:lnTo>
                  <a:lnTo>
                    <a:pt x="4324013" y="1458712"/>
                  </a:lnTo>
                  <a:lnTo>
                    <a:pt x="4241741" y="1443853"/>
                  </a:lnTo>
                  <a:lnTo>
                    <a:pt x="4165978" y="1427533"/>
                  </a:lnTo>
                  <a:lnTo>
                    <a:pt x="4096135" y="1409574"/>
                  </a:lnTo>
                  <a:lnTo>
                    <a:pt x="4031507" y="1389778"/>
                  </a:lnTo>
                  <a:lnTo>
                    <a:pt x="3971332" y="1367938"/>
                  </a:lnTo>
                  <a:lnTo>
                    <a:pt x="3914845" y="1343857"/>
                  </a:lnTo>
                  <a:lnTo>
                    <a:pt x="3861317" y="1317379"/>
                  </a:lnTo>
                  <a:lnTo>
                    <a:pt x="3820202" y="1294436"/>
                  </a:lnTo>
                  <a:lnTo>
                    <a:pt x="3767158" y="1261399"/>
                  </a:lnTo>
                  <a:lnTo>
                    <a:pt x="3715614" y="1225505"/>
                  </a:lnTo>
                  <a:lnTo>
                    <a:pt x="3665090" y="1186700"/>
                  </a:lnTo>
                  <a:lnTo>
                    <a:pt x="3615213" y="1144998"/>
                  </a:lnTo>
                  <a:lnTo>
                    <a:pt x="3565703" y="1100487"/>
                  </a:lnTo>
                  <a:lnTo>
                    <a:pt x="3516358" y="1053338"/>
                  </a:lnTo>
                  <a:lnTo>
                    <a:pt x="3467040" y="1003806"/>
                  </a:lnTo>
                  <a:lnTo>
                    <a:pt x="3417669" y="952227"/>
                  </a:lnTo>
                  <a:lnTo>
                    <a:pt x="3368213" y="899014"/>
                  </a:lnTo>
                  <a:lnTo>
                    <a:pt x="3318676" y="844641"/>
                  </a:lnTo>
                  <a:lnTo>
                    <a:pt x="3269087" y="789632"/>
                  </a:lnTo>
                  <a:lnTo>
                    <a:pt x="3219491" y="734534"/>
                  </a:lnTo>
                  <a:lnTo>
                    <a:pt x="3169933" y="679901"/>
                  </a:lnTo>
                  <a:lnTo>
                    <a:pt x="3120449" y="626264"/>
                  </a:lnTo>
                  <a:lnTo>
                    <a:pt x="3071053" y="574117"/>
                  </a:lnTo>
                  <a:lnTo>
                    <a:pt x="3021725" y="523893"/>
                  </a:lnTo>
                  <a:lnTo>
                    <a:pt x="2972400" y="475954"/>
                  </a:lnTo>
                  <a:lnTo>
                    <a:pt x="2922961" y="430581"/>
                  </a:lnTo>
                  <a:lnTo>
                    <a:pt x="2873228" y="387971"/>
                  </a:lnTo>
                  <a:lnTo>
                    <a:pt x="2822945" y="348239"/>
                  </a:lnTo>
                  <a:lnTo>
                    <a:pt x="2771773" y="311421"/>
                  </a:lnTo>
                  <a:lnTo>
                    <a:pt x="2719266" y="277484"/>
                  </a:lnTo>
                  <a:lnTo>
                    <a:pt x="2702183" y="267272"/>
                  </a:lnTo>
                  <a:lnTo>
                    <a:pt x="2650544" y="238826"/>
                  </a:lnTo>
                  <a:lnTo>
                    <a:pt x="2596478" y="212837"/>
                  </a:lnTo>
                  <a:lnTo>
                    <a:pt x="2539313" y="189219"/>
                  </a:lnTo>
                  <a:lnTo>
                    <a:pt x="2478307" y="167805"/>
                  </a:lnTo>
                  <a:lnTo>
                    <a:pt x="2412693" y="148394"/>
                  </a:lnTo>
                  <a:lnTo>
                    <a:pt x="2341718" y="130779"/>
                  </a:lnTo>
                  <a:lnTo>
                    <a:pt x="2264693" y="114765"/>
                  </a:lnTo>
                  <a:lnTo>
                    <a:pt x="2181061" y="100180"/>
                  </a:lnTo>
                  <a:lnTo>
                    <a:pt x="2090485" y="86882"/>
                  </a:lnTo>
                  <a:lnTo>
                    <a:pt x="1992964" y="74760"/>
                  </a:lnTo>
                  <a:lnTo>
                    <a:pt x="1888965" y="63738"/>
                  </a:lnTo>
                  <a:lnTo>
                    <a:pt x="1779572" y="53774"/>
                  </a:lnTo>
                  <a:lnTo>
                    <a:pt x="1666604" y="44854"/>
                  </a:lnTo>
                  <a:lnTo>
                    <a:pt x="1552680" y="36989"/>
                  </a:lnTo>
                  <a:lnTo>
                    <a:pt x="1441159" y="30202"/>
                  </a:lnTo>
                  <a:lnTo>
                    <a:pt x="1335916" y="24509"/>
                  </a:lnTo>
                  <a:lnTo>
                    <a:pt x="1240945" y="19913"/>
                  </a:lnTo>
                  <a:lnTo>
                    <a:pt x="1159807" y="16377"/>
                  </a:lnTo>
                  <a:lnTo>
                    <a:pt x="1095060" y="13824"/>
                  </a:lnTo>
                  <a:lnTo>
                    <a:pt x="1047776" y="12129"/>
                  </a:lnTo>
                  <a:lnTo>
                    <a:pt x="1017290" y="11133"/>
                  </a:lnTo>
                  <a:lnTo>
                    <a:pt x="1001194" y="10651"/>
                  </a:lnTo>
                  <a:lnTo>
                    <a:pt x="995517" y="10496"/>
                  </a:lnTo>
                  <a:lnTo>
                    <a:pt x="994940" y="10481"/>
                  </a:lnTo>
                  <a:lnTo>
                    <a:pt x="0" y="10481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04" name="pl303"/>
            <p:cNvSpPr/>
            <p:nvPr/>
          </p:nvSpPr>
          <p:spPr>
            <a:xfrm>
              <a:off x="1199187" y="2688280"/>
              <a:ext cx="12049831" cy="1551227"/>
            </a:xfrm>
            <a:custGeom>
              <a:avLst/>
              <a:pathLst>
                <a:path w="12049831" h="1551227">
                  <a:moveTo>
                    <a:pt x="0" y="10481"/>
                  </a:moveTo>
                  <a:lnTo>
                    <a:pt x="994940" y="10481"/>
                  </a:lnTo>
                  <a:lnTo>
                    <a:pt x="996058" y="10510"/>
                  </a:lnTo>
                  <a:lnTo>
                    <a:pt x="1003437" y="10716"/>
                  </a:lnTo>
                  <a:lnTo>
                    <a:pt x="1022145" y="11285"/>
                  </a:lnTo>
                  <a:lnTo>
                    <a:pt x="1055859" y="12407"/>
                  </a:lnTo>
                  <a:lnTo>
                    <a:pt x="1106647" y="14262"/>
                  </a:lnTo>
                  <a:lnTo>
                    <a:pt x="1174819" y="17004"/>
                  </a:lnTo>
                  <a:lnTo>
                    <a:pt x="1258974" y="20747"/>
                  </a:lnTo>
                  <a:lnTo>
                    <a:pt x="1356312" y="25562"/>
                  </a:lnTo>
                  <a:lnTo>
                    <a:pt x="1463136" y="31475"/>
                  </a:lnTo>
                  <a:lnTo>
                    <a:pt x="1575437" y="38480"/>
                  </a:lnTo>
                  <a:lnTo>
                    <a:pt x="1689417" y="46558"/>
                  </a:lnTo>
                  <a:lnTo>
                    <a:pt x="1801852" y="55687"/>
                  </a:lnTo>
                  <a:lnTo>
                    <a:pt x="1910285" y="65861"/>
                  </a:lnTo>
                  <a:lnTo>
                    <a:pt x="2013051" y="77099"/>
                  </a:lnTo>
                  <a:lnTo>
                    <a:pt x="2109201" y="89450"/>
                  </a:lnTo>
                  <a:lnTo>
                    <a:pt x="2198372" y="102996"/>
                  </a:lnTo>
                  <a:lnTo>
                    <a:pt x="2280644" y="117855"/>
                  </a:lnTo>
                  <a:lnTo>
                    <a:pt x="2356407" y="134175"/>
                  </a:lnTo>
                  <a:lnTo>
                    <a:pt x="2426249" y="152134"/>
                  </a:lnTo>
                  <a:lnTo>
                    <a:pt x="2490878" y="171930"/>
                  </a:lnTo>
                  <a:lnTo>
                    <a:pt x="2551053" y="193770"/>
                  </a:lnTo>
                  <a:lnTo>
                    <a:pt x="2607540" y="217851"/>
                  </a:lnTo>
                  <a:lnTo>
                    <a:pt x="2661068" y="244329"/>
                  </a:lnTo>
                  <a:lnTo>
                    <a:pt x="2702183" y="267272"/>
                  </a:lnTo>
                  <a:lnTo>
                    <a:pt x="2755227" y="300309"/>
                  </a:lnTo>
                  <a:lnTo>
                    <a:pt x="2806771" y="336203"/>
                  </a:lnTo>
                  <a:lnTo>
                    <a:pt x="2857295" y="375008"/>
                  </a:lnTo>
                  <a:lnTo>
                    <a:pt x="2907172" y="416710"/>
                  </a:lnTo>
                  <a:lnTo>
                    <a:pt x="2956682" y="461221"/>
                  </a:lnTo>
                  <a:lnTo>
                    <a:pt x="3006027" y="508370"/>
                  </a:lnTo>
                  <a:lnTo>
                    <a:pt x="3055345" y="557902"/>
                  </a:lnTo>
                  <a:lnTo>
                    <a:pt x="3104716" y="609481"/>
                  </a:lnTo>
                  <a:lnTo>
                    <a:pt x="3154172" y="662694"/>
                  </a:lnTo>
                  <a:lnTo>
                    <a:pt x="3203709" y="717067"/>
                  </a:lnTo>
                  <a:lnTo>
                    <a:pt x="3253298" y="772076"/>
                  </a:lnTo>
                  <a:lnTo>
                    <a:pt x="3302894" y="827173"/>
                  </a:lnTo>
                  <a:lnTo>
                    <a:pt x="3352452" y="881807"/>
                  </a:lnTo>
                  <a:lnTo>
                    <a:pt x="3401936" y="935444"/>
                  </a:lnTo>
                  <a:lnTo>
                    <a:pt x="3451332" y="987591"/>
                  </a:lnTo>
                  <a:lnTo>
                    <a:pt x="3500660" y="1037815"/>
                  </a:lnTo>
                  <a:lnTo>
                    <a:pt x="3549985" y="1085754"/>
                  </a:lnTo>
                  <a:lnTo>
                    <a:pt x="3599424" y="1131127"/>
                  </a:lnTo>
                  <a:lnTo>
                    <a:pt x="3649157" y="1173737"/>
                  </a:lnTo>
                  <a:lnTo>
                    <a:pt x="3699440" y="1213469"/>
                  </a:lnTo>
                  <a:lnTo>
                    <a:pt x="3750612" y="1250287"/>
                  </a:lnTo>
                  <a:lnTo>
                    <a:pt x="3803119" y="1284224"/>
                  </a:lnTo>
                  <a:lnTo>
                    <a:pt x="3820202" y="1294436"/>
                  </a:lnTo>
                  <a:lnTo>
                    <a:pt x="3871841" y="1322882"/>
                  </a:lnTo>
                  <a:lnTo>
                    <a:pt x="3925907" y="1348871"/>
                  </a:lnTo>
                  <a:lnTo>
                    <a:pt x="3983072" y="1372489"/>
                  </a:lnTo>
                  <a:lnTo>
                    <a:pt x="4044078" y="1393903"/>
                  </a:lnTo>
                  <a:lnTo>
                    <a:pt x="4109692" y="1413314"/>
                  </a:lnTo>
                  <a:lnTo>
                    <a:pt x="4180667" y="1430929"/>
                  </a:lnTo>
                  <a:lnTo>
                    <a:pt x="4257692" y="1446943"/>
                  </a:lnTo>
                  <a:lnTo>
                    <a:pt x="4341324" y="1461528"/>
                  </a:lnTo>
                  <a:lnTo>
                    <a:pt x="4431900" y="1474826"/>
                  </a:lnTo>
                  <a:lnTo>
                    <a:pt x="4529421" y="1486948"/>
                  </a:lnTo>
                  <a:lnTo>
                    <a:pt x="4633420" y="1497970"/>
                  </a:lnTo>
                  <a:lnTo>
                    <a:pt x="4742813" y="1507934"/>
                  </a:lnTo>
                  <a:lnTo>
                    <a:pt x="4855781" y="1516854"/>
                  </a:lnTo>
                  <a:lnTo>
                    <a:pt x="4969705" y="1524718"/>
                  </a:lnTo>
                  <a:lnTo>
                    <a:pt x="5081226" y="1531506"/>
                  </a:lnTo>
                  <a:lnTo>
                    <a:pt x="5186469" y="1537199"/>
                  </a:lnTo>
                  <a:lnTo>
                    <a:pt x="5281440" y="1541795"/>
                  </a:lnTo>
                  <a:lnTo>
                    <a:pt x="5362578" y="1545331"/>
                  </a:lnTo>
                  <a:lnTo>
                    <a:pt x="5427325" y="1547884"/>
                  </a:lnTo>
                  <a:lnTo>
                    <a:pt x="5474609" y="1549579"/>
                  </a:lnTo>
                  <a:lnTo>
                    <a:pt x="5505095" y="1550575"/>
                  </a:lnTo>
                  <a:lnTo>
                    <a:pt x="5521191" y="1551056"/>
                  </a:lnTo>
                  <a:lnTo>
                    <a:pt x="5526868" y="1551212"/>
                  </a:lnTo>
                  <a:lnTo>
                    <a:pt x="5527445" y="1551227"/>
                  </a:lnTo>
                  <a:lnTo>
                    <a:pt x="6522385" y="1551227"/>
                  </a:lnTo>
                  <a:lnTo>
                    <a:pt x="6523503" y="1551198"/>
                  </a:lnTo>
                  <a:lnTo>
                    <a:pt x="6530881" y="1550991"/>
                  </a:lnTo>
                  <a:lnTo>
                    <a:pt x="6549585" y="1550417"/>
                  </a:lnTo>
                  <a:lnTo>
                    <a:pt x="6583292" y="1549288"/>
                  </a:lnTo>
                  <a:lnTo>
                    <a:pt x="6634071" y="1547421"/>
                  </a:lnTo>
                  <a:lnTo>
                    <a:pt x="6702230" y="1544661"/>
                  </a:lnTo>
                  <a:lnTo>
                    <a:pt x="6786372" y="1540893"/>
                  </a:lnTo>
                  <a:lnTo>
                    <a:pt x="6883695" y="1536047"/>
                  </a:lnTo>
                  <a:lnTo>
                    <a:pt x="6990506" y="1530095"/>
                  </a:lnTo>
                  <a:lnTo>
                    <a:pt x="7102797" y="1523043"/>
                  </a:lnTo>
                  <a:lnTo>
                    <a:pt x="7216768" y="1514912"/>
                  </a:lnTo>
                  <a:lnTo>
                    <a:pt x="7329198" y="1505722"/>
                  </a:lnTo>
                  <a:lnTo>
                    <a:pt x="7437627" y="1495480"/>
                  </a:lnTo>
                  <a:lnTo>
                    <a:pt x="7540392" y="1484168"/>
                  </a:lnTo>
                  <a:lnTo>
                    <a:pt x="7636542" y="1471736"/>
                  </a:lnTo>
                  <a:lnTo>
                    <a:pt x="7725714" y="1458100"/>
                  </a:lnTo>
                  <a:lnTo>
                    <a:pt x="7807989" y="1443143"/>
                  </a:lnTo>
                  <a:lnTo>
                    <a:pt x="7883754" y="1426715"/>
                  </a:lnTo>
                  <a:lnTo>
                    <a:pt x="7953599" y="1408638"/>
                  </a:lnTo>
                  <a:lnTo>
                    <a:pt x="8018230" y="1388712"/>
                  </a:lnTo>
                  <a:lnTo>
                    <a:pt x="8078407" y="1366728"/>
                  </a:lnTo>
                  <a:lnTo>
                    <a:pt x="8134894" y="1342488"/>
                  </a:lnTo>
                  <a:lnTo>
                    <a:pt x="8188423" y="1315836"/>
                  </a:lnTo>
                  <a:lnTo>
                    <a:pt x="8229629" y="1292689"/>
                  </a:lnTo>
                  <a:lnTo>
                    <a:pt x="8282592" y="1259482"/>
                  </a:lnTo>
                  <a:lnTo>
                    <a:pt x="8334058" y="1223406"/>
                  </a:lnTo>
                  <a:lnTo>
                    <a:pt x="8384507" y="1184410"/>
                  </a:lnTo>
                  <a:lnTo>
                    <a:pt x="8434309" y="1142505"/>
                  </a:lnTo>
                  <a:lnTo>
                    <a:pt x="8483743" y="1097780"/>
                  </a:lnTo>
                  <a:lnTo>
                    <a:pt x="8533013" y="1050406"/>
                  </a:lnTo>
                  <a:lnTo>
                    <a:pt x="8582254" y="1000637"/>
                  </a:lnTo>
                  <a:lnTo>
                    <a:pt x="8631546" y="948810"/>
                  </a:lnTo>
                  <a:lnTo>
                    <a:pt x="8680924" y="895337"/>
                  </a:lnTo>
                  <a:lnTo>
                    <a:pt x="8730383" y="840693"/>
                  </a:lnTo>
                  <a:lnTo>
                    <a:pt x="8779894" y="785401"/>
                  </a:lnTo>
                  <a:lnTo>
                    <a:pt x="8829414" y="730012"/>
                  </a:lnTo>
                  <a:lnTo>
                    <a:pt x="8878896" y="675078"/>
                  </a:lnTo>
                  <a:lnTo>
                    <a:pt x="8928304" y="621134"/>
                  </a:lnTo>
                  <a:lnTo>
                    <a:pt x="8977626" y="568675"/>
                  </a:lnTo>
                  <a:lnTo>
                    <a:pt x="9026878" y="518137"/>
                  </a:lnTo>
                  <a:lnTo>
                    <a:pt x="9076125" y="469884"/>
                  </a:lnTo>
                  <a:lnTo>
                    <a:pt x="9125482" y="424200"/>
                  </a:lnTo>
                  <a:lnTo>
                    <a:pt x="9175126" y="381285"/>
                  </a:lnTo>
                  <a:lnTo>
                    <a:pt x="9225309" y="341256"/>
                  </a:lnTo>
                  <a:lnTo>
                    <a:pt x="9276368" y="304152"/>
                  </a:lnTo>
                  <a:lnTo>
                    <a:pt x="9328739" y="269942"/>
                  </a:lnTo>
                  <a:lnTo>
                    <a:pt x="9347647" y="258537"/>
                  </a:lnTo>
                  <a:lnTo>
                    <a:pt x="9399283" y="229900"/>
                  </a:lnTo>
                  <a:lnTo>
                    <a:pt x="9453344" y="203736"/>
                  </a:lnTo>
                  <a:lnTo>
                    <a:pt x="9510505" y="179959"/>
                  </a:lnTo>
                  <a:lnTo>
                    <a:pt x="9571505" y="158400"/>
                  </a:lnTo>
                  <a:lnTo>
                    <a:pt x="9637112" y="138858"/>
                  </a:lnTo>
                  <a:lnTo>
                    <a:pt x="9708079" y="121123"/>
                  </a:lnTo>
                  <a:lnTo>
                    <a:pt x="9785095" y="105001"/>
                  </a:lnTo>
                  <a:lnTo>
                    <a:pt x="9868717" y="90317"/>
                  </a:lnTo>
                  <a:lnTo>
                    <a:pt x="9959282" y="76929"/>
                  </a:lnTo>
                  <a:lnTo>
                    <a:pt x="10056791" y="64725"/>
                  </a:lnTo>
                  <a:lnTo>
                    <a:pt x="10160777" y="53628"/>
                  </a:lnTo>
                  <a:lnTo>
                    <a:pt x="10270158" y="43596"/>
                  </a:lnTo>
                  <a:lnTo>
                    <a:pt x="10383115" y="34615"/>
                  </a:lnTo>
                  <a:lnTo>
                    <a:pt x="10497031" y="26696"/>
                  </a:lnTo>
                  <a:lnTo>
                    <a:pt x="10608549" y="19862"/>
                  </a:lnTo>
                  <a:lnTo>
                    <a:pt x="10713793" y="14130"/>
                  </a:lnTo>
                  <a:lnTo>
                    <a:pt x="10808772" y="9501"/>
                  </a:lnTo>
                  <a:lnTo>
                    <a:pt x="10889924" y="5940"/>
                  </a:lnTo>
                  <a:lnTo>
                    <a:pt x="10954691" y="3368"/>
                  </a:lnTo>
                  <a:lnTo>
                    <a:pt x="11001997" y="1661"/>
                  </a:lnTo>
                  <a:lnTo>
                    <a:pt x="11032505" y="657"/>
                  </a:lnTo>
                  <a:lnTo>
                    <a:pt x="11048620" y="172"/>
                  </a:lnTo>
                  <a:lnTo>
                    <a:pt x="11054310" y="1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5" name="pl304"/>
            <p:cNvSpPr/>
            <p:nvPr/>
          </p:nvSpPr>
          <p:spPr>
            <a:xfrm>
              <a:off x="1199187" y="2672558"/>
              <a:ext cx="12049831" cy="1551227"/>
            </a:xfrm>
            <a:custGeom>
              <a:avLst/>
              <a:pathLst>
                <a:path w="12049831" h="1551227">
                  <a:moveTo>
                    <a:pt x="12049831" y="0"/>
                  </a:moveTo>
                  <a:lnTo>
                    <a:pt x="11054891" y="0"/>
                  </a:lnTo>
                  <a:lnTo>
                    <a:pt x="11053773" y="29"/>
                  </a:lnTo>
                  <a:lnTo>
                    <a:pt x="11046396" y="236"/>
                  </a:lnTo>
                  <a:lnTo>
                    <a:pt x="11027691" y="809"/>
                  </a:lnTo>
                  <a:lnTo>
                    <a:pt x="10993984" y="1939"/>
                  </a:lnTo>
                  <a:lnTo>
                    <a:pt x="10943206" y="3806"/>
                  </a:lnTo>
                  <a:lnTo>
                    <a:pt x="10875047" y="6566"/>
                  </a:lnTo>
                  <a:lnTo>
                    <a:pt x="10790905" y="10334"/>
                  </a:lnTo>
                  <a:lnTo>
                    <a:pt x="10693581" y="15180"/>
                  </a:lnTo>
                  <a:lnTo>
                    <a:pt x="10586770" y="21132"/>
                  </a:lnTo>
                  <a:lnTo>
                    <a:pt x="10474479" y="28184"/>
                  </a:lnTo>
                  <a:lnTo>
                    <a:pt x="10360508" y="36315"/>
                  </a:lnTo>
                  <a:lnTo>
                    <a:pt x="10248079" y="45505"/>
                  </a:lnTo>
                  <a:lnTo>
                    <a:pt x="10139649" y="55746"/>
                  </a:lnTo>
                  <a:lnTo>
                    <a:pt x="10036885" y="67059"/>
                  </a:lnTo>
                  <a:lnTo>
                    <a:pt x="9940735" y="79491"/>
                  </a:lnTo>
                  <a:lnTo>
                    <a:pt x="9851562" y="93127"/>
                  </a:lnTo>
                  <a:lnTo>
                    <a:pt x="9769288" y="108084"/>
                  </a:lnTo>
                  <a:lnTo>
                    <a:pt x="9693523" y="124512"/>
                  </a:lnTo>
                  <a:lnTo>
                    <a:pt x="9623678" y="142589"/>
                  </a:lnTo>
                  <a:lnTo>
                    <a:pt x="9559046" y="162515"/>
                  </a:lnTo>
                  <a:lnTo>
                    <a:pt x="9498870" y="184499"/>
                  </a:lnTo>
                  <a:lnTo>
                    <a:pt x="9442382" y="208738"/>
                  </a:lnTo>
                  <a:lnTo>
                    <a:pt x="9388854" y="235390"/>
                  </a:lnTo>
                  <a:lnTo>
                    <a:pt x="9347647" y="258537"/>
                  </a:lnTo>
                  <a:lnTo>
                    <a:pt x="9294685" y="291745"/>
                  </a:lnTo>
                  <a:lnTo>
                    <a:pt x="9243218" y="327820"/>
                  </a:lnTo>
                  <a:lnTo>
                    <a:pt x="9192769" y="366817"/>
                  </a:lnTo>
                  <a:lnTo>
                    <a:pt x="9142968" y="408722"/>
                  </a:lnTo>
                  <a:lnTo>
                    <a:pt x="9093533" y="453447"/>
                  </a:lnTo>
                  <a:lnTo>
                    <a:pt x="9044264" y="500821"/>
                  </a:lnTo>
                  <a:lnTo>
                    <a:pt x="8995023" y="550589"/>
                  </a:lnTo>
                  <a:lnTo>
                    <a:pt x="8945730" y="602417"/>
                  </a:lnTo>
                  <a:lnTo>
                    <a:pt x="8896352" y="655890"/>
                  </a:lnTo>
                  <a:lnTo>
                    <a:pt x="8846893" y="710534"/>
                  </a:lnTo>
                  <a:lnTo>
                    <a:pt x="8797382" y="765825"/>
                  </a:lnTo>
                  <a:lnTo>
                    <a:pt x="8747863" y="821215"/>
                  </a:lnTo>
                  <a:lnTo>
                    <a:pt x="8698381" y="876149"/>
                  </a:lnTo>
                  <a:lnTo>
                    <a:pt x="8648972" y="930093"/>
                  </a:lnTo>
                  <a:lnTo>
                    <a:pt x="8599651" y="982552"/>
                  </a:lnTo>
                  <a:lnTo>
                    <a:pt x="8550398" y="1033090"/>
                  </a:lnTo>
                  <a:lnTo>
                    <a:pt x="8501151" y="1081343"/>
                  </a:lnTo>
                  <a:lnTo>
                    <a:pt x="8451795" y="1127027"/>
                  </a:lnTo>
                  <a:lnTo>
                    <a:pt x="8402150" y="1169942"/>
                  </a:lnTo>
                  <a:lnTo>
                    <a:pt x="8351967" y="1209971"/>
                  </a:lnTo>
                  <a:lnTo>
                    <a:pt x="8300909" y="1247075"/>
                  </a:lnTo>
                  <a:lnTo>
                    <a:pt x="8248537" y="1281285"/>
                  </a:lnTo>
                  <a:lnTo>
                    <a:pt x="8229629" y="1292689"/>
                  </a:lnTo>
                  <a:lnTo>
                    <a:pt x="8177993" y="1321327"/>
                  </a:lnTo>
                  <a:lnTo>
                    <a:pt x="8123932" y="1347491"/>
                  </a:lnTo>
                  <a:lnTo>
                    <a:pt x="8066772" y="1371268"/>
                  </a:lnTo>
                  <a:lnTo>
                    <a:pt x="8005772" y="1392827"/>
                  </a:lnTo>
                  <a:lnTo>
                    <a:pt x="7940165" y="1412369"/>
                  </a:lnTo>
                  <a:lnTo>
                    <a:pt x="7869197" y="1430103"/>
                  </a:lnTo>
                  <a:lnTo>
                    <a:pt x="7792181" y="1446226"/>
                  </a:lnTo>
                  <a:lnTo>
                    <a:pt x="7708559" y="1460909"/>
                  </a:lnTo>
                  <a:lnTo>
                    <a:pt x="7617995" y="1474298"/>
                  </a:lnTo>
                  <a:lnTo>
                    <a:pt x="7520486" y="1486502"/>
                  </a:lnTo>
                  <a:lnTo>
                    <a:pt x="7416499" y="1497599"/>
                  </a:lnTo>
                  <a:lnTo>
                    <a:pt x="7307118" y="1507631"/>
                  </a:lnTo>
                  <a:lnTo>
                    <a:pt x="7194161" y="1516612"/>
                  </a:lnTo>
                  <a:lnTo>
                    <a:pt x="7080245" y="1524530"/>
                  </a:lnTo>
                  <a:lnTo>
                    <a:pt x="6968728" y="1531365"/>
                  </a:lnTo>
                  <a:lnTo>
                    <a:pt x="6863484" y="1537097"/>
                  </a:lnTo>
                  <a:lnTo>
                    <a:pt x="6768504" y="1541726"/>
                  </a:lnTo>
                  <a:lnTo>
                    <a:pt x="6687353" y="1545286"/>
                  </a:lnTo>
                  <a:lnTo>
                    <a:pt x="6622586" y="1547858"/>
                  </a:lnTo>
                  <a:lnTo>
                    <a:pt x="6575280" y="1549565"/>
                  </a:lnTo>
                  <a:lnTo>
                    <a:pt x="6544772" y="1550570"/>
                  </a:lnTo>
                  <a:lnTo>
                    <a:pt x="6528656" y="1551055"/>
                  </a:lnTo>
                  <a:lnTo>
                    <a:pt x="6522967" y="1551212"/>
                  </a:lnTo>
                  <a:lnTo>
                    <a:pt x="6522385" y="1551227"/>
                  </a:lnTo>
                  <a:lnTo>
                    <a:pt x="5527445" y="1551227"/>
                  </a:lnTo>
                  <a:lnTo>
                    <a:pt x="5526327" y="1551198"/>
                  </a:lnTo>
                  <a:lnTo>
                    <a:pt x="5518948" y="1550992"/>
                  </a:lnTo>
                  <a:lnTo>
                    <a:pt x="5500240" y="1550423"/>
                  </a:lnTo>
                  <a:lnTo>
                    <a:pt x="5466526" y="1549301"/>
                  </a:lnTo>
                  <a:lnTo>
                    <a:pt x="5415738" y="1547446"/>
                  </a:lnTo>
                  <a:lnTo>
                    <a:pt x="5347566" y="1544704"/>
                  </a:lnTo>
                  <a:lnTo>
                    <a:pt x="5263411" y="1540961"/>
                  </a:lnTo>
                  <a:lnTo>
                    <a:pt x="5166073" y="1536146"/>
                  </a:lnTo>
                  <a:lnTo>
                    <a:pt x="5059249" y="1530233"/>
                  </a:lnTo>
                  <a:lnTo>
                    <a:pt x="4946948" y="1523228"/>
                  </a:lnTo>
                  <a:lnTo>
                    <a:pt x="4832968" y="1515150"/>
                  </a:lnTo>
                  <a:lnTo>
                    <a:pt x="4720533" y="1506021"/>
                  </a:lnTo>
                  <a:lnTo>
                    <a:pt x="4612100" y="1495847"/>
                  </a:lnTo>
                  <a:lnTo>
                    <a:pt x="4509334" y="1484609"/>
                  </a:lnTo>
                  <a:lnTo>
                    <a:pt x="4413184" y="1472258"/>
                  </a:lnTo>
                  <a:lnTo>
                    <a:pt x="4324013" y="1458712"/>
                  </a:lnTo>
                  <a:lnTo>
                    <a:pt x="4241741" y="1443853"/>
                  </a:lnTo>
                  <a:lnTo>
                    <a:pt x="4165978" y="1427533"/>
                  </a:lnTo>
                  <a:lnTo>
                    <a:pt x="4096135" y="1409574"/>
                  </a:lnTo>
                  <a:lnTo>
                    <a:pt x="4031507" y="1389778"/>
                  </a:lnTo>
                  <a:lnTo>
                    <a:pt x="3971332" y="1367938"/>
                  </a:lnTo>
                  <a:lnTo>
                    <a:pt x="3914845" y="1343857"/>
                  </a:lnTo>
                  <a:lnTo>
                    <a:pt x="3861317" y="1317379"/>
                  </a:lnTo>
                  <a:lnTo>
                    <a:pt x="3820202" y="1294436"/>
                  </a:lnTo>
                  <a:lnTo>
                    <a:pt x="3767158" y="1261399"/>
                  </a:lnTo>
                  <a:lnTo>
                    <a:pt x="3715614" y="1225505"/>
                  </a:lnTo>
                  <a:lnTo>
                    <a:pt x="3665090" y="1186700"/>
                  </a:lnTo>
                  <a:lnTo>
                    <a:pt x="3615213" y="1144998"/>
                  </a:lnTo>
                  <a:lnTo>
                    <a:pt x="3565703" y="1100487"/>
                  </a:lnTo>
                  <a:lnTo>
                    <a:pt x="3516358" y="1053338"/>
                  </a:lnTo>
                  <a:lnTo>
                    <a:pt x="3467040" y="1003806"/>
                  </a:lnTo>
                  <a:lnTo>
                    <a:pt x="3417669" y="952227"/>
                  </a:lnTo>
                  <a:lnTo>
                    <a:pt x="3368213" y="899014"/>
                  </a:lnTo>
                  <a:lnTo>
                    <a:pt x="3318676" y="844641"/>
                  </a:lnTo>
                  <a:lnTo>
                    <a:pt x="3269087" y="789632"/>
                  </a:lnTo>
                  <a:lnTo>
                    <a:pt x="3219491" y="734534"/>
                  </a:lnTo>
                  <a:lnTo>
                    <a:pt x="3169933" y="679901"/>
                  </a:lnTo>
                  <a:lnTo>
                    <a:pt x="3120449" y="626264"/>
                  </a:lnTo>
                  <a:lnTo>
                    <a:pt x="3071053" y="574117"/>
                  </a:lnTo>
                  <a:lnTo>
                    <a:pt x="3021725" y="523893"/>
                  </a:lnTo>
                  <a:lnTo>
                    <a:pt x="2972400" y="475954"/>
                  </a:lnTo>
                  <a:lnTo>
                    <a:pt x="2922961" y="430581"/>
                  </a:lnTo>
                  <a:lnTo>
                    <a:pt x="2873228" y="387971"/>
                  </a:lnTo>
                  <a:lnTo>
                    <a:pt x="2822945" y="348239"/>
                  </a:lnTo>
                  <a:lnTo>
                    <a:pt x="2771773" y="311421"/>
                  </a:lnTo>
                  <a:lnTo>
                    <a:pt x="2719266" y="277484"/>
                  </a:lnTo>
                  <a:lnTo>
                    <a:pt x="2702183" y="267272"/>
                  </a:lnTo>
                  <a:lnTo>
                    <a:pt x="2650544" y="238826"/>
                  </a:lnTo>
                  <a:lnTo>
                    <a:pt x="2596478" y="212837"/>
                  </a:lnTo>
                  <a:lnTo>
                    <a:pt x="2539313" y="189219"/>
                  </a:lnTo>
                  <a:lnTo>
                    <a:pt x="2478307" y="167805"/>
                  </a:lnTo>
                  <a:lnTo>
                    <a:pt x="2412693" y="148394"/>
                  </a:lnTo>
                  <a:lnTo>
                    <a:pt x="2341718" y="130779"/>
                  </a:lnTo>
                  <a:lnTo>
                    <a:pt x="2264693" y="114765"/>
                  </a:lnTo>
                  <a:lnTo>
                    <a:pt x="2181061" y="100180"/>
                  </a:lnTo>
                  <a:lnTo>
                    <a:pt x="2090485" y="86882"/>
                  </a:lnTo>
                  <a:lnTo>
                    <a:pt x="1992964" y="74760"/>
                  </a:lnTo>
                  <a:lnTo>
                    <a:pt x="1888965" y="63738"/>
                  </a:lnTo>
                  <a:lnTo>
                    <a:pt x="1779572" y="53774"/>
                  </a:lnTo>
                  <a:lnTo>
                    <a:pt x="1666604" y="44854"/>
                  </a:lnTo>
                  <a:lnTo>
                    <a:pt x="1552680" y="36989"/>
                  </a:lnTo>
                  <a:lnTo>
                    <a:pt x="1441159" y="30202"/>
                  </a:lnTo>
                  <a:lnTo>
                    <a:pt x="1335916" y="24509"/>
                  </a:lnTo>
                  <a:lnTo>
                    <a:pt x="1240945" y="19913"/>
                  </a:lnTo>
                  <a:lnTo>
                    <a:pt x="1159807" y="16377"/>
                  </a:lnTo>
                  <a:lnTo>
                    <a:pt x="1095060" y="13824"/>
                  </a:lnTo>
                  <a:lnTo>
                    <a:pt x="1047776" y="12129"/>
                  </a:lnTo>
                  <a:lnTo>
                    <a:pt x="1017290" y="11133"/>
                  </a:lnTo>
                  <a:lnTo>
                    <a:pt x="1001194" y="10651"/>
                  </a:lnTo>
                  <a:lnTo>
                    <a:pt x="995517" y="10496"/>
                  </a:lnTo>
                  <a:lnTo>
                    <a:pt x="994940" y="10481"/>
                  </a:lnTo>
                  <a:lnTo>
                    <a:pt x="0" y="10481"/>
                  </a:lnTo>
                  <a:lnTo>
                    <a:pt x="0" y="104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6" name="pg305"/>
            <p:cNvSpPr/>
            <p:nvPr/>
          </p:nvSpPr>
          <p:spPr>
            <a:xfrm>
              <a:off x="1199187" y="2698762"/>
              <a:ext cx="12049831" cy="1551227"/>
            </a:xfrm>
            <a:custGeom>
              <a:avLst/>
              <a:pathLst>
                <a:path w="12049831" h="1551227">
                  <a:moveTo>
                    <a:pt x="0" y="10481"/>
                  </a:moveTo>
                  <a:lnTo>
                    <a:pt x="994940" y="10481"/>
                  </a:lnTo>
                  <a:lnTo>
                    <a:pt x="996058" y="10510"/>
                  </a:lnTo>
                  <a:lnTo>
                    <a:pt x="1003437" y="10716"/>
                  </a:lnTo>
                  <a:lnTo>
                    <a:pt x="1022145" y="11285"/>
                  </a:lnTo>
                  <a:lnTo>
                    <a:pt x="1055859" y="12407"/>
                  </a:lnTo>
                  <a:lnTo>
                    <a:pt x="1106647" y="14262"/>
                  </a:lnTo>
                  <a:lnTo>
                    <a:pt x="1174819" y="17004"/>
                  </a:lnTo>
                  <a:lnTo>
                    <a:pt x="1258974" y="20747"/>
                  </a:lnTo>
                  <a:lnTo>
                    <a:pt x="1356312" y="25562"/>
                  </a:lnTo>
                  <a:lnTo>
                    <a:pt x="1463136" y="31475"/>
                  </a:lnTo>
                  <a:lnTo>
                    <a:pt x="1575437" y="38480"/>
                  </a:lnTo>
                  <a:lnTo>
                    <a:pt x="1689417" y="46558"/>
                  </a:lnTo>
                  <a:lnTo>
                    <a:pt x="1801852" y="55687"/>
                  </a:lnTo>
                  <a:lnTo>
                    <a:pt x="1910285" y="65861"/>
                  </a:lnTo>
                  <a:lnTo>
                    <a:pt x="2013051" y="77099"/>
                  </a:lnTo>
                  <a:lnTo>
                    <a:pt x="2109201" y="89450"/>
                  </a:lnTo>
                  <a:lnTo>
                    <a:pt x="2198372" y="102996"/>
                  </a:lnTo>
                  <a:lnTo>
                    <a:pt x="2280644" y="117855"/>
                  </a:lnTo>
                  <a:lnTo>
                    <a:pt x="2356407" y="134175"/>
                  </a:lnTo>
                  <a:lnTo>
                    <a:pt x="2426249" y="152134"/>
                  </a:lnTo>
                  <a:lnTo>
                    <a:pt x="2490878" y="171930"/>
                  </a:lnTo>
                  <a:lnTo>
                    <a:pt x="2551053" y="193770"/>
                  </a:lnTo>
                  <a:lnTo>
                    <a:pt x="2607540" y="217851"/>
                  </a:lnTo>
                  <a:lnTo>
                    <a:pt x="2661068" y="244329"/>
                  </a:lnTo>
                  <a:lnTo>
                    <a:pt x="2702183" y="267272"/>
                  </a:lnTo>
                  <a:lnTo>
                    <a:pt x="2755227" y="300309"/>
                  </a:lnTo>
                  <a:lnTo>
                    <a:pt x="2806771" y="336203"/>
                  </a:lnTo>
                  <a:lnTo>
                    <a:pt x="2857295" y="375008"/>
                  </a:lnTo>
                  <a:lnTo>
                    <a:pt x="2907172" y="416710"/>
                  </a:lnTo>
                  <a:lnTo>
                    <a:pt x="2956682" y="461221"/>
                  </a:lnTo>
                  <a:lnTo>
                    <a:pt x="3006027" y="508370"/>
                  </a:lnTo>
                  <a:lnTo>
                    <a:pt x="3055345" y="557902"/>
                  </a:lnTo>
                  <a:lnTo>
                    <a:pt x="3104716" y="609481"/>
                  </a:lnTo>
                  <a:lnTo>
                    <a:pt x="3154172" y="662694"/>
                  </a:lnTo>
                  <a:lnTo>
                    <a:pt x="3203709" y="717067"/>
                  </a:lnTo>
                  <a:lnTo>
                    <a:pt x="3253298" y="772076"/>
                  </a:lnTo>
                  <a:lnTo>
                    <a:pt x="3302894" y="827173"/>
                  </a:lnTo>
                  <a:lnTo>
                    <a:pt x="3352452" y="881807"/>
                  </a:lnTo>
                  <a:lnTo>
                    <a:pt x="3401936" y="935444"/>
                  </a:lnTo>
                  <a:lnTo>
                    <a:pt x="3451332" y="987591"/>
                  </a:lnTo>
                  <a:lnTo>
                    <a:pt x="3500660" y="1037815"/>
                  </a:lnTo>
                  <a:lnTo>
                    <a:pt x="3549985" y="1085754"/>
                  </a:lnTo>
                  <a:lnTo>
                    <a:pt x="3599424" y="1131127"/>
                  </a:lnTo>
                  <a:lnTo>
                    <a:pt x="3649157" y="1173737"/>
                  </a:lnTo>
                  <a:lnTo>
                    <a:pt x="3699440" y="1213469"/>
                  </a:lnTo>
                  <a:lnTo>
                    <a:pt x="3750612" y="1250287"/>
                  </a:lnTo>
                  <a:lnTo>
                    <a:pt x="3803119" y="1284224"/>
                  </a:lnTo>
                  <a:lnTo>
                    <a:pt x="3820202" y="1294436"/>
                  </a:lnTo>
                  <a:lnTo>
                    <a:pt x="3871841" y="1322882"/>
                  </a:lnTo>
                  <a:lnTo>
                    <a:pt x="3925907" y="1348871"/>
                  </a:lnTo>
                  <a:lnTo>
                    <a:pt x="3983072" y="1372489"/>
                  </a:lnTo>
                  <a:lnTo>
                    <a:pt x="4044078" y="1393903"/>
                  </a:lnTo>
                  <a:lnTo>
                    <a:pt x="4109692" y="1413314"/>
                  </a:lnTo>
                  <a:lnTo>
                    <a:pt x="4180667" y="1430929"/>
                  </a:lnTo>
                  <a:lnTo>
                    <a:pt x="4257692" y="1446943"/>
                  </a:lnTo>
                  <a:lnTo>
                    <a:pt x="4341324" y="1461528"/>
                  </a:lnTo>
                  <a:lnTo>
                    <a:pt x="4431900" y="1474826"/>
                  </a:lnTo>
                  <a:lnTo>
                    <a:pt x="4529421" y="1486948"/>
                  </a:lnTo>
                  <a:lnTo>
                    <a:pt x="4633420" y="1497970"/>
                  </a:lnTo>
                  <a:lnTo>
                    <a:pt x="4742813" y="1507934"/>
                  </a:lnTo>
                  <a:lnTo>
                    <a:pt x="4855781" y="1516854"/>
                  </a:lnTo>
                  <a:lnTo>
                    <a:pt x="4969705" y="1524718"/>
                  </a:lnTo>
                  <a:lnTo>
                    <a:pt x="5081226" y="1531506"/>
                  </a:lnTo>
                  <a:lnTo>
                    <a:pt x="5186469" y="1537199"/>
                  </a:lnTo>
                  <a:lnTo>
                    <a:pt x="5281440" y="1541795"/>
                  </a:lnTo>
                  <a:lnTo>
                    <a:pt x="5362578" y="1545331"/>
                  </a:lnTo>
                  <a:lnTo>
                    <a:pt x="5427325" y="1547884"/>
                  </a:lnTo>
                  <a:lnTo>
                    <a:pt x="5474609" y="1549579"/>
                  </a:lnTo>
                  <a:lnTo>
                    <a:pt x="5505095" y="1550575"/>
                  </a:lnTo>
                  <a:lnTo>
                    <a:pt x="5521191" y="1551056"/>
                  </a:lnTo>
                  <a:lnTo>
                    <a:pt x="5526868" y="1551212"/>
                  </a:lnTo>
                  <a:lnTo>
                    <a:pt x="5527445" y="1551227"/>
                  </a:lnTo>
                  <a:lnTo>
                    <a:pt x="6522385" y="1551227"/>
                  </a:lnTo>
                  <a:lnTo>
                    <a:pt x="6523516" y="1551211"/>
                  </a:lnTo>
                  <a:lnTo>
                    <a:pt x="6530976" y="1551092"/>
                  </a:lnTo>
                  <a:lnTo>
                    <a:pt x="6549884" y="1550765"/>
                  </a:lnTo>
                  <a:lnTo>
                    <a:pt x="6583943" y="1550120"/>
                  </a:lnTo>
                  <a:lnTo>
                    <a:pt x="6635223" y="1549055"/>
                  </a:lnTo>
                  <a:lnTo>
                    <a:pt x="6704005" y="1547480"/>
                  </a:lnTo>
                  <a:lnTo>
                    <a:pt x="6788842" y="1545331"/>
                  </a:lnTo>
                  <a:lnTo>
                    <a:pt x="6886870" y="1542568"/>
                  </a:lnTo>
                  <a:lnTo>
                    <a:pt x="6994336" y="1539177"/>
                  </a:lnTo>
                  <a:lnTo>
                    <a:pt x="7107185" y="1535160"/>
                  </a:lnTo>
                  <a:lnTo>
                    <a:pt x="7221590" y="1530530"/>
                  </a:lnTo>
                  <a:lnTo>
                    <a:pt x="7334321" y="1525299"/>
                  </a:lnTo>
                  <a:lnTo>
                    <a:pt x="7442926" y="1519470"/>
                  </a:lnTo>
                  <a:lnTo>
                    <a:pt x="7545759" y="1513031"/>
                  </a:lnTo>
                  <a:lnTo>
                    <a:pt x="7641893" y="1505953"/>
                  </a:lnTo>
                  <a:lnTo>
                    <a:pt x="7730990" y="1498187"/>
                  </a:lnTo>
                  <a:lnTo>
                    <a:pt x="7813151" y="1489666"/>
                  </a:lnTo>
                  <a:lnTo>
                    <a:pt x="7888787" y="1480302"/>
                  </a:lnTo>
                  <a:lnTo>
                    <a:pt x="7958504" y="1469993"/>
                  </a:lnTo>
                  <a:lnTo>
                    <a:pt x="8023022" y="1458624"/>
                  </a:lnTo>
                  <a:lnTo>
                    <a:pt x="8083110" y="1446076"/>
                  </a:lnTo>
                  <a:lnTo>
                    <a:pt x="8139542" y="1432237"/>
                  </a:lnTo>
                  <a:lnTo>
                    <a:pt x="8193052" y="1417021"/>
                  </a:lnTo>
                  <a:lnTo>
                    <a:pt x="8229629" y="1405363"/>
                  </a:lnTo>
                  <a:lnTo>
                    <a:pt x="8287741" y="1384687"/>
                  </a:lnTo>
                  <a:lnTo>
                    <a:pt x="8344107" y="1362052"/>
                  </a:lnTo>
                  <a:lnTo>
                    <a:pt x="8399341" y="1337426"/>
                  </a:lnTo>
                  <a:lnTo>
                    <a:pt x="8453902" y="1310831"/>
                  </a:lnTo>
                  <a:lnTo>
                    <a:pt x="8508125" y="1282355"/>
                  </a:lnTo>
                  <a:lnTo>
                    <a:pt x="8562238" y="1252154"/>
                  </a:lnTo>
                  <a:lnTo>
                    <a:pt x="8616381" y="1220452"/>
                  </a:lnTo>
                  <a:lnTo>
                    <a:pt x="8670618" y="1187537"/>
                  </a:lnTo>
                  <a:lnTo>
                    <a:pt x="8724958" y="1153755"/>
                  </a:lnTo>
                  <a:lnTo>
                    <a:pt x="8779364" y="1119491"/>
                  </a:lnTo>
                  <a:lnTo>
                    <a:pt x="8833782" y="1085157"/>
                  </a:lnTo>
                  <a:lnTo>
                    <a:pt x="8888149" y="1051166"/>
                  </a:lnTo>
                  <a:lnTo>
                    <a:pt x="8942423" y="1017915"/>
                  </a:lnTo>
                  <a:lnTo>
                    <a:pt x="8996594" y="985763"/>
                  </a:lnTo>
                  <a:lnTo>
                    <a:pt x="9050706" y="955022"/>
                  </a:lnTo>
                  <a:lnTo>
                    <a:pt x="9104870" y="925937"/>
                  </a:lnTo>
                  <a:lnTo>
                    <a:pt x="9159284" y="898688"/>
                  </a:lnTo>
                  <a:lnTo>
                    <a:pt x="9214244" y="873385"/>
                  </a:lnTo>
                  <a:lnTo>
                    <a:pt x="9270163" y="850073"/>
                  </a:lnTo>
                  <a:lnTo>
                    <a:pt x="9327601" y="828736"/>
                  </a:lnTo>
                  <a:lnTo>
                    <a:pt x="9347647" y="821906"/>
                  </a:lnTo>
                  <a:lnTo>
                    <a:pt x="9399487" y="805689"/>
                  </a:lnTo>
                  <a:lnTo>
                    <a:pt x="9453772" y="790879"/>
                  </a:lnTo>
                  <a:lnTo>
                    <a:pt x="9511187" y="777425"/>
                  </a:lnTo>
                  <a:lnTo>
                    <a:pt x="9572480" y="765231"/>
                  </a:lnTo>
                  <a:lnTo>
                    <a:pt x="9638428" y="754181"/>
                  </a:lnTo>
                  <a:lnTo>
                    <a:pt x="9709791" y="744158"/>
                  </a:lnTo>
                  <a:lnTo>
                    <a:pt x="9787265" y="735048"/>
                  </a:lnTo>
                  <a:lnTo>
                    <a:pt x="9871407" y="726754"/>
                  </a:lnTo>
                  <a:lnTo>
                    <a:pt x="9962552" y="719194"/>
                  </a:lnTo>
                  <a:lnTo>
                    <a:pt x="10060687" y="712306"/>
                  </a:lnTo>
                  <a:lnTo>
                    <a:pt x="10165319" y="706046"/>
                  </a:lnTo>
                  <a:lnTo>
                    <a:pt x="10275325" y="700390"/>
                  </a:lnTo>
                  <a:lnTo>
                    <a:pt x="10388830" y="695333"/>
                  </a:lnTo>
                  <a:lnTo>
                    <a:pt x="10503148" y="690879"/>
                  </a:lnTo>
                  <a:lnTo>
                    <a:pt x="10614848" y="687043"/>
                  </a:lnTo>
                  <a:lnTo>
                    <a:pt x="10719992" y="683834"/>
                  </a:lnTo>
                  <a:lnTo>
                    <a:pt x="10814552" y="681252"/>
                  </a:lnTo>
                  <a:lnTo>
                    <a:pt x="10894972" y="679275"/>
                  </a:lnTo>
                  <a:lnTo>
                    <a:pt x="10958753" y="677856"/>
                  </a:lnTo>
                  <a:lnTo>
                    <a:pt x="11004928" y="676922"/>
                  </a:lnTo>
                  <a:lnTo>
                    <a:pt x="11034302" y="676381"/>
                  </a:lnTo>
                  <a:lnTo>
                    <a:pt x="11049442" y="676125"/>
                  </a:lnTo>
                  <a:lnTo>
                    <a:pt x="11054480" y="676047"/>
                  </a:lnTo>
                  <a:lnTo>
                    <a:pt x="11054891" y="676041"/>
                  </a:lnTo>
                  <a:lnTo>
                    <a:pt x="12049831" y="676041"/>
                  </a:lnTo>
                  <a:lnTo>
                    <a:pt x="12049831" y="665560"/>
                  </a:lnTo>
                  <a:lnTo>
                    <a:pt x="11054891" y="665560"/>
                  </a:lnTo>
                  <a:lnTo>
                    <a:pt x="11053761" y="665577"/>
                  </a:lnTo>
                  <a:lnTo>
                    <a:pt x="11046300" y="665695"/>
                  </a:lnTo>
                  <a:lnTo>
                    <a:pt x="11027392" y="666022"/>
                  </a:lnTo>
                  <a:lnTo>
                    <a:pt x="10993334" y="666667"/>
                  </a:lnTo>
                  <a:lnTo>
                    <a:pt x="10942054" y="667733"/>
                  </a:lnTo>
                  <a:lnTo>
                    <a:pt x="10873271" y="669307"/>
                  </a:lnTo>
                  <a:lnTo>
                    <a:pt x="10788435" y="671456"/>
                  </a:lnTo>
                  <a:lnTo>
                    <a:pt x="10690406" y="674219"/>
                  </a:lnTo>
                  <a:lnTo>
                    <a:pt x="10582940" y="677610"/>
                  </a:lnTo>
                  <a:lnTo>
                    <a:pt x="10470091" y="681627"/>
                  </a:lnTo>
                  <a:lnTo>
                    <a:pt x="10355686" y="686257"/>
                  </a:lnTo>
                  <a:lnTo>
                    <a:pt x="10242955" y="691488"/>
                  </a:lnTo>
                  <a:lnTo>
                    <a:pt x="10134350" y="697317"/>
                  </a:lnTo>
                  <a:lnTo>
                    <a:pt x="10031518" y="703756"/>
                  </a:lnTo>
                  <a:lnTo>
                    <a:pt x="9935384" y="710834"/>
                  </a:lnTo>
                  <a:lnTo>
                    <a:pt x="9846287" y="718600"/>
                  </a:lnTo>
                  <a:lnTo>
                    <a:pt x="9764125" y="727121"/>
                  </a:lnTo>
                  <a:lnTo>
                    <a:pt x="9688489" y="736485"/>
                  </a:lnTo>
                  <a:lnTo>
                    <a:pt x="9618772" y="746795"/>
                  </a:lnTo>
                  <a:lnTo>
                    <a:pt x="9554255" y="758164"/>
                  </a:lnTo>
                  <a:lnTo>
                    <a:pt x="9494167" y="770712"/>
                  </a:lnTo>
                  <a:lnTo>
                    <a:pt x="9437735" y="784551"/>
                  </a:lnTo>
                  <a:lnTo>
                    <a:pt x="9384225" y="799767"/>
                  </a:lnTo>
                  <a:lnTo>
                    <a:pt x="9347647" y="811424"/>
                  </a:lnTo>
                  <a:lnTo>
                    <a:pt x="9289535" y="832100"/>
                  </a:lnTo>
                  <a:lnTo>
                    <a:pt x="9233169" y="854735"/>
                  </a:lnTo>
                  <a:lnTo>
                    <a:pt x="9177936" y="879362"/>
                  </a:lnTo>
                  <a:lnTo>
                    <a:pt x="9123375" y="905956"/>
                  </a:lnTo>
                  <a:lnTo>
                    <a:pt x="9069152" y="934432"/>
                  </a:lnTo>
                  <a:lnTo>
                    <a:pt x="9015039" y="964633"/>
                  </a:lnTo>
                  <a:lnTo>
                    <a:pt x="8960896" y="996336"/>
                  </a:lnTo>
                  <a:lnTo>
                    <a:pt x="8906658" y="1029250"/>
                  </a:lnTo>
                  <a:lnTo>
                    <a:pt x="8852319" y="1063033"/>
                  </a:lnTo>
                  <a:lnTo>
                    <a:pt x="8797912" y="1097296"/>
                  </a:lnTo>
                  <a:lnTo>
                    <a:pt x="8743495" y="1131630"/>
                  </a:lnTo>
                  <a:lnTo>
                    <a:pt x="8689127" y="1165621"/>
                  </a:lnTo>
                  <a:lnTo>
                    <a:pt x="8634853" y="1198873"/>
                  </a:lnTo>
                  <a:lnTo>
                    <a:pt x="8580682" y="1231024"/>
                  </a:lnTo>
                  <a:lnTo>
                    <a:pt x="8526571" y="1261765"/>
                  </a:lnTo>
                  <a:lnTo>
                    <a:pt x="8472406" y="1290850"/>
                  </a:lnTo>
                  <a:lnTo>
                    <a:pt x="8417992" y="1318099"/>
                  </a:lnTo>
                  <a:lnTo>
                    <a:pt x="8363033" y="1343402"/>
                  </a:lnTo>
                  <a:lnTo>
                    <a:pt x="8307113" y="1366714"/>
                  </a:lnTo>
                  <a:lnTo>
                    <a:pt x="8249676" y="1388051"/>
                  </a:lnTo>
                  <a:lnTo>
                    <a:pt x="8229629" y="1394882"/>
                  </a:lnTo>
                  <a:lnTo>
                    <a:pt x="8177790" y="1411098"/>
                  </a:lnTo>
                  <a:lnTo>
                    <a:pt x="8123504" y="1425909"/>
                  </a:lnTo>
                  <a:lnTo>
                    <a:pt x="8066089" y="1439363"/>
                  </a:lnTo>
                  <a:lnTo>
                    <a:pt x="8004796" y="1451557"/>
                  </a:lnTo>
                  <a:lnTo>
                    <a:pt x="7938849" y="1462606"/>
                  </a:lnTo>
                  <a:lnTo>
                    <a:pt x="7867485" y="1472630"/>
                  </a:lnTo>
                  <a:lnTo>
                    <a:pt x="7790012" y="1481739"/>
                  </a:lnTo>
                  <a:lnTo>
                    <a:pt x="7705869" y="1490033"/>
                  </a:lnTo>
                  <a:lnTo>
                    <a:pt x="7614725" y="1497593"/>
                  </a:lnTo>
                  <a:lnTo>
                    <a:pt x="7516590" y="1504482"/>
                  </a:lnTo>
                  <a:lnTo>
                    <a:pt x="7411958" y="1510742"/>
                  </a:lnTo>
                  <a:lnTo>
                    <a:pt x="7301951" y="1516397"/>
                  </a:lnTo>
                  <a:lnTo>
                    <a:pt x="7188446" y="1521455"/>
                  </a:lnTo>
                  <a:lnTo>
                    <a:pt x="7074128" y="1525908"/>
                  </a:lnTo>
                  <a:lnTo>
                    <a:pt x="6962428" y="1529744"/>
                  </a:lnTo>
                  <a:lnTo>
                    <a:pt x="6857285" y="1532953"/>
                  </a:lnTo>
                  <a:lnTo>
                    <a:pt x="6762725" y="1535535"/>
                  </a:lnTo>
                  <a:lnTo>
                    <a:pt x="6682305" y="1537512"/>
                  </a:lnTo>
                  <a:lnTo>
                    <a:pt x="6618523" y="1538931"/>
                  </a:lnTo>
                  <a:lnTo>
                    <a:pt x="6572348" y="1539865"/>
                  </a:lnTo>
                  <a:lnTo>
                    <a:pt x="6542974" y="1540407"/>
                  </a:lnTo>
                  <a:lnTo>
                    <a:pt x="6527835" y="1540662"/>
                  </a:lnTo>
                  <a:lnTo>
                    <a:pt x="6522796" y="1540740"/>
                  </a:lnTo>
                  <a:lnTo>
                    <a:pt x="6522385" y="1540746"/>
                  </a:lnTo>
                  <a:lnTo>
                    <a:pt x="5527445" y="1540746"/>
                  </a:lnTo>
                  <a:lnTo>
                    <a:pt x="5526327" y="1540717"/>
                  </a:lnTo>
                  <a:lnTo>
                    <a:pt x="5518948" y="1540511"/>
                  </a:lnTo>
                  <a:lnTo>
                    <a:pt x="5500240" y="1539942"/>
                  </a:lnTo>
                  <a:lnTo>
                    <a:pt x="5466526" y="1538819"/>
                  </a:lnTo>
                  <a:lnTo>
                    <a:pt x="5415738" y="1536964"/>
                  </a:lnTo>
                  <a:lnTo>
                    <a:pt x="5347566" y="1534223"/>
                  </a:lnTo>
                  <a:lnTo>
                    <a:pt x="5263411" y="1530479"/>
                  </a:lnTo>
                  <a:lnTo>
                    <a:pt x="5166073" y="1525665"/>
                  </a:lnTo>
                  <a:lnTo>
                    <a:pt x="5059249" y="1519752"/>
                  </a:lnTo>
                  <a:lnTo>
                    <a:pt x="4946948" y="1512746"/>
                  </a:lnTo>
                  <a:lnTo>
                    <a:pt x="4832968" y="1504669"/>
                  </a:lnTo>
                  <a:lnTo>
                    <a:pt x="4720533" y="1495540"/>
                  </a:lnTo>
                  <a:lnTo>
                    <a:pt x="4612100" y="1485365"/>
                  </a:lnTo>
                  <a:lnTo>
                    <a:pt x="4509334" y="1474128"/>
                  </a:lnTo>
                  <a:lnTo>
                    <a:pt x="4413184" y="1461777"/>
                  </a:lnTo>
                  <a:lnTo>
                    <a:pt x="4324013" y="1448231"/>
                  </a:lnTo>
                  <a:lnTo>
                    <a:pt x="4241741" y="1433372"/>
                  </a:lnTo>
                  <a:lnTo>
                    <a:pt x="4165978" y="1417052"/>
                  </a:lnTo>
                  <a:lnTo>
                    <a:pt x="4096135" y="1399093"/>
                  </a:lnTo>
                  <a:lnTo>
                    <a:pt x="4031507" y="1379297"/>
                  </a:lnTo>
                  <a:lnTo>
                    <a:pt x="3971332" y="1357457"/>
                  </a:lnTo>
                  <a:lnTo>
                    <a:pt x="3914845" y="1333375"/>
                  </a:lnTo>
                  <a:lnTo>
                    <a:pt x="3861317" y="1306898"/>
                  </a:lnTo>
                  <a:lnTo>
                    <a:pt x="3820202" y="1283955"/>
                  </a:lnTo>
                  <a:lnTo>
                    <a:pt x="3767158" y="1250918"/>
                  </a:lnTo>
                  <a:lnTo>
                    <a:pt x="3715614" y="1215024"/>
                  </a:lnTo>
                  <a:lnTo>
                    <a:pt x="3665090" y="1176219"/>
                  </a:lnTo>
                  <a:lnTo>
                    <a:pt x="3615213" y="1134517"/>
                  </a:lnTo>
                  <a:lnTo>
                    <a:pt x="3565703" y="1090006"/>
                  </a:lnTo>
                  <a:lnTo>
                    <a:pt x="3516358" y="1042857"/>
                  </a:lnTo>
                  <a:lnTo>
                    <a:pt x="3467040" y="993325"/>
                  </a:lnTo>
                  <a:lnTo>
                    <a:pt x="3417669" y="941746"/>
                  </a:lnTo>
                  <a:lnTo>
                    <a:pt x="3368213" y="888533"/>
                  </a:lnTo>
                  <a:lnTo>
                    <a:pt x="3318676" y="834160"/>
                  </a:lnTo>
                  <a:lnTo>
                    <a:pt x="3269087" y="779151"/>
                  </a:lnTo>
                  <a:lnTo>
                    <a:pt x="3219491" y="724053"/>
                  </a:lnTo>
                  <a:lnTo>
                    <a:pt x="3169933" y="669420"/>
                  </a:lnTo>
                  <a:lnTo>
                    <a:pt x="3120449" y="615783"/>
                  </a:lnTo>
                  <a:lnTo>
                    <a:pt x="3071053" y="563636"/>
                  </a:lnTo>
                  <a:lnTo>
                    <a:pt x="3021725" y="513412"/>
                  </a:lnTo>
                  <a:lnTo>
                    <a:pt x="2972400" y="465473"/>
                  </a:lnTo>
                  <a:lnTo>
                    <a:pt x="2922961" y="420100"/>
                  </a:lnTo>
                  <a:lnTo>
                    <a:pt x="2873228" y="377490"/>
                  </a:lnTo>
                  <a:lnTo>
                    <a:pt x="2822945" y="337758"/>
                  </a:lnTo>
                  <a:lnTo>
                    <a:pt x="2771773" y="300940"/>
                  </a:lnTo>
                  <a:lnTo>
                    <a:pt x="2719266" y="267003"/>
                  </a:lnTo>
                  <a:lnTo>
                    <a:pt x="2702183" y="256791"/>
                  </a:lnTo>
                  <a:lnTo>
                    <a:pt x="2650544" y="228344"/>
                  </a:lnTo>
                  <a:lnTo>
                    <a:pt x="2596478" y="202356"/>
                  </a:lnTo>
                  <a:lnTo>
                    <a:pt x="2539313" y="178738"/>
                  </a:lnTo>
                  <a:lnTo>
                    <a:pt x="2478307" y="157324"/>
                  </a:lnTo>
                  <a:lnTo>
                    <a:pt x="2412693" y="137913"/>
                  </a:lnTo>
                  <a:lnTo>
                    <a:pt x="2341718" y="120297"/>
                  </a:lnTo>
                  <a:lnTo>
                    <a:pt x="2264693" y="104284"/>
                  </a:lnTo>
                  <a:lnTo>
                    <a:pt x="2181061" y="89699"/>
                  </a:lnTo>
                  <a:lnTo>
                    <a:pt x="2090485" y="76400"/>
                  </a:lnTo>
                  <a:lnTo>
                    <a:pt x="1992964" y="64278"/>
                  </a:lnTo>
                  <a:lnTo>
                    <a:pt x="1888965" y="53257"/>
                  </a:lnTo>
                  <a:lnTo>
                    <a:pt x="1779572" y="43292"/>
                  </a:lnTo>
                  <a:lnTo>
                    <a:pt x="1666604" y="34373"/>
                  </a:lnTo>
                  <a:lnTo>
                    <a:pt x="1552680" y="26508"/>
                  </a:lnTo>
                  <a:lnTo>
                    <a:pt x="1441159" y="19720"/>
                  </a:lnTo>
                  <a:lnTo>
                    <a:pt x="1335916" y="14028"/>
                  </a:lnTo>
                  <a:lnTo>
                    <a:pt x="1240945" y="9432"/>
                  </a:lnTo>
                  <a:lnTo>
                    <a:pt x="1159807" y="5896"/>
                  </a:lnTo>
                  <a:lnTo>
                    <a:pt x="1095060" y="3343"/>
                  </a:lnTo>
                  <a:lnTo>
                    <a:pt x="1047776" y="1648"/>
                  </a:lnTo>
                  <a:lnTo>
                    <a:pt x="1017290" y="652"/>
                  </a:lnTo>
                  <a:lnTo>
                    <a:pt x="1001194" y="170"/>
                  </a:lnTo>
                  <a:lnTo>
                    <a:pt x="995517" y="1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07" name="pl306"/>
            <p:cNvSpPr/>
            <p:nvPr/>
          </p:nvSpPr>
          <p:spPr>
            <a:xfrm>
              <a:off x="1199187" y="2709243"/>
              <a:ext cx="12049831" cy="1540746"/>
            </a:xfrm>
            <a:custGeom>
              <a:avLst/>
              <a:pathLst>
                <a:path w="12049831" h="1540746">
                  <a:moveTo>
                    <a:pt x="0" y="0"/>
                  </a:moveTo>
                  <a:lnTo>
                    <a:pt x="994940" y="0"/>
                  </a:lnTo>
                  <a:lnTo>
                    <a:pt x="996058" y="28"/>
                  </a:lnTo>
                  <a:lnTo>
                    <a:pt x="1003437" y="235"/>
                  </a:lnTo>
                  <a:lnTo>
                    <a:pt x="1022145" y="804"/>
                  </a:lnTo>
                  <a:lnTo>
                    <a:pt x="1055859" y="1926"/>
                  </a:lnTo>
                  <a:lnTo>
                    <a:pt x="1106647" y="3781"/>
                  </a:lnTo>
                  <a:lnTo>
                    <a:pt x="1174819" y="6523"/>
                  </a:lnTo>
                  <a:lnTo>
                    <a:pt x="1258974" y="10266"/>
                  </a:lnTo>
                  <a:lnTo>
                    <a:pt x="1356312" y="15081"/>
                  </a:lnTo>
                  <a:lnTo>
                    <a:pt x="1463136" y="20993"/>
                  </a:lnTo>
                  <a:lnTo>
                    <a:pt x="1575437" y="27999"/>
                  </a:lnTo>
                  <a:lnTo>
                    <a:pt x="1689417" y="36077"/>
                  </a:lnTo>
                  <a:lnTo>
                    <a:pt x="1801852" y="45206"/>
                  </a:lnTo>
                  <a:lnTo>
                    <a:pt x="1910285" y="55380"/>
                  </a:lnTo>
                  <a:lnTo>
                    <a:pt x="2013051" y="66618"/>
                  </a:lnTo>
                  <a:lnTo>
                    <a:pt x="2109201" y="78968"/>
                  </a:lnTo>
                  <a:lnTo>
                    <a:pt x="2198372" y="92515"/>
                  </a:lnTo>
                  <a:lnTo>
                    <a:pt x="2280644" y="107373"/>
                  </a:lnTo>
                  <a:lnTo>
                    <a:pt x="2356407" y="123694"/>
                  </a:lnTo>
                  <a:lnTo>
                    <a:pt x="2426249" y="141652"/>
                  </a:lnTo>
                  <a:lnTo>
                    <a:pt x="2490878" y="161448"/>
                  </a:lnTo>
                  <a:lnTo>
                    <a:pt x="2551053" y="183288"/>
                  </a:lnTo>
                  <a:lnTo>
                    <a:pt x="2607540" y="207370"/>
                  </a:lnTo>
                  <a:lnTo>
                    <a:pt x="2661068" y="233848"/>
                  </a:lnTo>
                  <a:lnTo>
                    <a:pt x="2702183" y="256791"/>
                  </a:lnTo>
                  <a:lnTo>
                    <a:pt x="2755227" y="289827"/>
                  </a:lnTo>
                  <a:lnTo>
                    <a:pt x="2806771" y="325721"/>
                  </a:lnTo>
                  <a:lnTo>
                    <a:pt x="2857295" y="364526"/>
                  </a:lnTo>
                  <a:lnTo>
                    <a:pt x="2907172" y="406229"/>
                  </a:lnTo>
                  <a:lnTo>
                    <a:pt x="2956682" y="450740"/>
                  </a:lnTo>
                  <a:lnTo>
                    <a:pt x="3006027" y="497888"/>
                  </a:lnTo>
                  <a:lnTo>
                    <a:pt x="3055345" y="547421"/>
                  </a:lnTo>
                  <a:lnTo>
                    <a:pt x="3104716" y="598999"/>
                  </a:lnTo>
                  <a:lnTo>
                    <a:pt x="3154172" y="652213"/>
                  </a:lnTo>
                  <a:lnTo>
                    <a:pt x="3203709" y="706585"/>
                  </a:lnTo>
                  <a:lnTo>
                    <a:pt x="3253298" y="761595"/>
                  </a:lnTo>
                  <a:lnTo>
                    <a:pt x="3302894" y="816692"/>
                  </a:lnTo>
                  <a:lnTo>
                    <a:pt x="3352452" y="871326"/>
                  </a:lnTo>
                  <a:lnTo>
                    <a:pt x="3401936" y="924962"/>
                  </a:lnTo>
                  <a:lnTo>
                    <a:pt x="3451332" y="977110"/>
                  </a:lnTo>
                  <a:lnTo>
                    <a:pt x="3500660" y="1027334"/>
                  </a:lnTo>
                  <a:lnTo>
                    <a:pt x="3549985" y="1075273"/>
                  </a:lnTo>
                  <a:lnTo>
                    <a:pt x="3599424" y="1120646"/>
                  </a:lnTo>
                  <a:lnTo>
                    <a:pt x="3649157" y="1163255"/>
                  </a:lnTo>
                  <a:lnTo>
                    <a:pt x="3699440" y="1202988"/>
                  </a:lnTo>
                  <a:lnTo>
                    <a:pt x="3750612" y="1239806"/>
                  </a:lnTo>
                  <a:lnTo>
                    <a:pt x="3803119" y="1273743"/>
                  </a:lnTo>
                  <a:lnTo>
                    <a:pt x="3820202" y="1283955"/>
                  </a:lnTo>
                  <a:lnTo>
                    <a:pt x="3871841" y="1312401"/>
                  </a:lnTo>
                  <a:lnTo>
                    <a:pt x="3925907" y="1338390"/>
                  </a:lnTo>
                  <a:lnTo>
                    <a:pt x="3983072" y="1362008"/>
                  </a:lnTo>
                  <a:lnTo>
                    <a:pt x="4044078" y="1383422"/>
                  </a:lnTo>
                  <a:lnTo>
                    <a:pt x="4109692" y="1402833"/>
                  </a:lnTo>
                  <a:lnTo>
                    <a:pt x="4180667" y="1420448"/>
                  </a:lnTo>
                  <a:lnTo>
                    <a:pt x="4257692" y="1436462"/>
                  </a:lnTo>
                  <a:lnTo>
                    <a:pt x="4341324" y="1451047"/>
                  </a:lnTo>
                  <a:lnTo>
                    <a:pt x="4431900" y="1464345"/>
                  </a:lnTo>
                  <a:lnTo>
                    <a:pt x="4529421" y="1476467"/>
                  </a:lnTo>
                  <a:lnTo>
                    <a:pt x="4633420" y="1487489"/>
                  </a:lnTo>
                  <a:lnTo>
                    <a:pt x="4742813" y="1497453"/>
                  </a:lnTo>
                  <a:lnTo>
                    <a:pt x="4855781" y="1506372"/>
                  </a:lnTo>
                  <a:lnTo>
                    <a:pt x="4969705" y="1514237"/>
                  </a:lnTo>
                  <a:lnTo>
                    <a:pt x="5081226" y="1521025"/>
                  </a:lnTo>
                  <a:lnTo>
                    <a:pt x="5186469" y="1526717"/>
                  </a:lnTo>
                  <a:lnTo>
                    <a:pt x="5281440" y="1531314"/>
                  </a:lnTo>
                  <a:lnTo>
                    <a:pt x="5362578" y="1534849"/>
                  </a:lnTo>
                  <a:lnTo>
                    <a:pt x="5427325" y="1537403"/>
                  </a:lnTo>
                  <a:lnTo>
                    <a:pt x="5474609" y="1539097"/>
                  </a:lnTo>
                  <a:lnTo>
                    <a:pt x="5505095" y="1540094"/>
                  </a:lnTo>
                  <a:lnTo>
                    <a:pt x="5521191" y="1540575"/>
                  </a:lnTo>
                  <a:lnTo>
                    <a:pt x="5526868" y="1540731"/>
                  </a:lnTo>
                  <a:lnTo>
                    <a:pt x="5527445" y="1540746"/>
                  </a:lnTo>
                  <a:lnTo>
                    <a:pt x="6522385" y="1540746"/>
                  </a:lnTo>
                  <a:lnTo>
                    <a:pt x="6523516" y="1540729"/>
                  </a:lnTo>
                  <a:lnTo>
                    <a:pt x="6530976" y="1540611"/>
                  </a:lnTo>
                  <a:lnTo>
                    <a:pt x="6549884" y="1540284"/>
                  </a:lnTo>
                  <a:lnTo>
                    <a:pt x="6583943" y="1539639"/>
                  </a:lnTo>
                  <a:lnTo>
                    <a:pt x="6635223" y="1538573"/>
                  </a:lnTo>
                  <a:lnTo>
                    <a:pt x="6704005" y="1536999"/>
                  </a:lnTo>
                  <a:lnTo>
                    <a:pt x="6788842" y="1534850"/>
                  </a:lnTo>
                  <a:lnTo>
                    <a:pt x="6886870" y="1532087"/>
                  </a:lnTo>
                  <a:lnTo>
                    <a:pt x="6994336" y="1528696"/>
                  </a:lnTo>
                  <a:lnTo>
                    <a:pt x="7107185" y="1524679"/>
                  </a:lnTo>
                  <a:lnTo>
                    <a:pt x="7221590" y="1520049"/>
                  </a:lnTo>
                  <a:lnTo>
                    <a:pt x="7334321" y="1514818"/>
                  </a:lnTo>
                  <a:lnTo>
                    <a:pt x="7442926" y="1508989"/>
                  </a:lnTo>
                  <a:lnTo>
                    <a:pt x="7545759" y="1502550"/>
                  </a:lnTo>
                  <a:lnTo>
                    <a:pt x="7641893" y="1495472"/>
                  </a:lnTo>
                  <a:lnTo>
                    <a:pt x="7730990" y="1487706"/>
                  </a:lnTo>
                  <a:lnTo>
                    <a:pt x="7813151" y="1479185"/>
                  </a:lnTo>
                  <a:lnTo>
                    <a:pt x="7888787" y="1469821"/>
                  </a:lnTo>
                  <a:lnTo>
                    <a:pt x="7958504" y="1459511"/>
                  </a:lnTo>
                  <a:lnTo>
                    <a:pt x="8023022" y="1448142"/>
                  </a:lnTo>
                  <a:lnTo>
                    <a:pt x="8083110" y="1435594"/>
                  </a:lnTo>
                  <a:lnTo>
                    <a:pt x="8139542" y="1421755"/>
                  </a:lnTo>
                  <a:lnTo>
                    <a:pt x="8193052" y="1406539"/>
                  </a:lnTo>
                  <a:lnTo>
                    <a:pt x="8229629" y="1394882"/>
                  </a:lnTo>
                  <a:lnTo>
                    <a:pt x="8287741" y="1374206"/>
                  </a:lnTo>
                  <a:lnTo>
                    <a:pt x="8344107" y="1351571"/>
                  </a:lnTo>
                  <a:lnTo>
                    <a:pt x="8399341" y="1326944"/>
                  </a:lnTo>
                  <a:lnTo>
                    <a:pt x="8453902" y="1300350"/>
                  </a:lnTo>
                  <a:lnTo>
                    <a:pt x="8508125" y="1271874"/>
                  </a:lnTo>
                  <a:lnTo>
                    <a:pt x="8562238" y="1241673"/>
                  </a:lnTo>
                  <a:lnTo>
                    <a:pt x="8616381" y="1209970"/>
                  </a:lnTo>
                  <a:lnTo>
                    <a:pt x="8670618" y="1177056"/>
                  </a:lnTo>
                  <a:lnTo>
                    <a:pt x="8724958" y="1143273"/>
                  </a:lnTo>
                  <a:lnTo>
                    <a:pt x="8779364" y="1109010"/>
                  </a:lnTo>
                  <a:lnTo>
                    <a:pt x="8833782" y="1074676"/>
                  </a:lnTo>
                  <a:lnTo>
                    <a:pt x="8888149" y="1040685"/>
                  </a:lnTo>
                  <a:lnTo>
                    <a:pt x="8942423" y="1007433"/>
                  </a:lnTo>
                  <a:lnTo>
                    <a:pt x="8996594" y="975282"/>
                  </a:lnTo>
                  <a:lnTo>
                    <a:pt x="9050706" y="944541"/>
                  </a:lnTo>
                  <a:lnTo>
                    <a:pt x="9104870" y="915456"/>
                  </a:lnTo>
                  <a:lnTo>
                    <a:pt x="9159284" y="888207"/>
                  </a:lnTo>
                  <a:lnTo>
                    <a:pt x="9214244" y="862904"/>
                  </a:lnTo>
                  <a:lnTo>
                    <a:pt x="9270163" y="839592"/>
                  </a:lnTo>
                  <a:lnTo>
                    <a:pt x="9327601" y="818255"/>
                  </a:lnTo>
                  <a:lnTo>
                    <a:pt x="9347647" y="811424"/>
                  </a:lnTo>
                  <a:lnTo>
                    <a:pt x="9399487" y="795208"/>
                  </a:lnTo>
                  <a:lnTo>
                    <a:pt x="9453772" y="780397"/>
                  </a:lnTo>
                  <a:lnTo>
                    <a:pt x="9511187" y="766943"/>
                  </a:lnTo>
                  <a:lnTo>
                    <a:pt x="9572480" y="754749"/>
                  </a:lnTo>
                  <a:lnTo>
                    <a:pt x="9638428" y="743700"/>
                  </a:lnTo>
                  <a:lnTo>
                    <a:pt x="9709791" y="733676"/>
                  </a:lnTo>
                  <a:lnTo>
                    <a:pt x="9787265" y="724567"/>
                  </a:lnTo>
                  <a:lnTo>
                    <a:pt x="9871407" y="716273"/>
                  </a:lnTo>
                  <a:lnTo>
                    <a:pt x="9962552" y="708713"/>
                  </a:lnTo>
                  <a:lnTo>
                    <a:pt x="10060687" y="701824"/>
                  </a:lnTo>
                  <a:lnTo>
                    <a:pt x="10165319" y="695564"/>
                  </a:lnTo>
                  <a:lnTo>
                    <a:pt x="10275325" y="689909"/>
                  </a:lnTo>
                  <a:lnTo>
                    <a:pt x="10388830" y="684851"/>
                  </a:lnTo>
                  <a:lnTo>
                    <a:pt x="10503148" y="680398"/>
                  </a:lnTo>
                  <a:lnTo>
                    <a:pt x="10614848" y="676562"/>
                  </a:lnTo>
                  <a:lnTo>
                    <a:pt x="10719992" y="673353"/>
                  </a:lnTo>
                  <a:lnTo>
                    <a:pt x="10814552" y="670771"/>
                  </a:lnTo>
                  <a:lnTo>
                    <a:pt x="10894972" y="668794"/>
                  </a:lnTo>
                  <a:lnTo>
                    <a:pt x="10958753" y="667375"/>
                  </a:lnTo>
                  <a:lnTo>
                    <a:pt x="11004928" y="666441"/>
                  </a:lnTo>
                  <a:lnTo>
                    <a:pt x="11034302" y="665899"/>
                  </a:lnTo>
                  <a:lnTo>
                    <a:pt x="11049442" y="665644"/>
                  </a:lnTo>
                  <a:lnTo>
                    <a:pt x="11054480" y="665566"/>
                  </a:lnTo>
                  <a:lnTo>
                    <a:pt x="11054891" y="665560"/>
                  </a:lnTo>
                  <a:lnTo>
                    <a:pt x="12049831" y="665560"/>
                  </a:lnTo>
                  <a:lnTo>
                    <a:pt x="12049831" y="6655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8" name="pl307"/>
            <p:cNvSpPr/>
            <p:nvPr/>
          </p:nvSpPr>
          <p:spPr>
            <a:xfrm>
              <a:off x="1199187" y="2698762"/>
              <a:ext cx="12049831" cy="1540746"/>
            </a:xfrm>
            <a:custGeom>
              <a:avLst/>
              <a:pathLst>
                <a:path w="12049831" h="1540746">
                  <a:moveTo>
                    <a:pt x="12049831" y="665560"/>
                  </a:moveTo>
                  <a:lnTo>
                    <a:pt x="11054891" y="665560"/>
                  </a:lnTo>
                  <a:lnTo>
                    <a:pt x="11053761" y="665577"/>
                  </a:lnTo>
                  <a:lnTo>
                    <a:pt x="11046300" y="665695"/>
                  </a:lnTo>
                  <a:lnTo>
                    <a:pt x="11027392" y="666022"/>
                  </a:lnTo>
                  <a:lnTo>
                    <a:pt x="10993334" y="666667"/>
                  </a:lnTo>
                  <a:lnTo>
                    <a:pt x="10942054" y="667733"/>
                  </a:lnTo>
                  <a:lnTo>
                    <a:pt x="10873271" y="669307"/>
                  </a:lnTo>
                  <a:lnTo>
                    <a:pt x="10788435" y="671456"/>
                  </a:lnTo>
                  <a:lnTo>
                    <a:pt x="10690406" y="674219"/>
                  </a:lnTo>
                  <a:lnTo>
                    <a:pt x="10582940" y="677610"/>
                  </a:lnTo>
                  <a:lnTo>
                    <a:pt x="10470091" y="681627"/>
                  </a:lnTo>
                  <a:lnTo>
                    <a:pt x="10355686" y="686257"/>
                  </a:lnTo>
                  <a:lnTo>
                    <a:pt x="10242955" y="691488"/>
                  </a:lnTo>
                  <a:lnTo>
                    <a:pt x="10134350" y="697317"/>
                  </a:lnTo>
                  <a:lnTo>
                    <a:pt x="10031518" y="703756"/>
                  </a:lnTo>
                  <a:lnTo>
                    <a:pt x="9935384" y="710834"/>
                  </a:lnTo>
                  <a:lnTo>
                    <a:pt x="9846287" y="718600"/>
                  </a:lnTo>
                  <a:lnTo>
                    <a:pt x="9764125" y="727121"/>
                  </a:lnTo>
                  <a:lnTo>
                    <a:pt x="9688489" y="736485"/>
                  </a:lnTo>
                  <a:lnTo>
                    <a:pt x="9618772" y="746795"/>
                  </a:lnTo>
                  <a:lnTo>
                    <a:pt x="9554255" y="758164"/>
                  </a:lnTo>
                  <a:lnTo>
                    <a:pt x="9494167" y="770712"/>
                  </a:lnTo>
                  <a:lnTo>
                    <a:pt x="9437735" y="784551"/>
                  </a:lnTo>
                  <a:lnTo>
                    <a:pt x="9384225" y="799767"/>
                  </a:lnTo>
                  <a:lnTo>
                    <a:pt x="9347647" y="811424"/>
                  </a:lnTo>
                  <a:lnTo>
                    <a:pt x="9289535" y="832100"/>
                  </a:lnTo>
                  <a:lnTo>
                    <a:pt x="9233169" y="854735"/>
                  </a:lnTo>
                  <a:lnTo>
                    <a:pt x="9177936" y="879362"/>
                  </a:lnTo>
                  <a:lnTo>
                    <a:pt x="9123375" y="905956"/>
                  </a:lnTo>
                  <a:lnTo>
                    <a:pt x="9069152" y="934432"/>
                  </a:lnTo>
                  <a:lnTo>
                    <a:pt x="9015039" y="964633"/>
                  </a:lnTo>
                  <a:lnTo>
                    <a:pt x="8960896" y="996336"/>
                  </a:lnTo>
                  <a:lnTo>
                    <a:pt x="8906658" y="1029250"/>
                  </a:lnTo>
                  <a:lnTo>
                    <a:pt x="8852319" y="1063033"/>
                  </a:lnTo>
                  <a:lnTo>
                    <a:pt x="8797912" y="1097296"/>
                  </a:lnTo>
                  <a:lnTo>
                    <a:pt x="8743495" y="1131630"/>
                  </a:lnTo>
                  <a:lnTo>
                    <a:pt x="8689127" y="1165621"/>
                  </a:lnTo>
                  <a:lnTo>
                    <a:pt x="8634853" y="1198873"/>
                  </a:lnTo>
                  <a:lnTo>
                    <a:pt x="8580682" y="1231024"/>
                  </a:lnTo>
                  <a:lnTo>
                    <a:pt x="8526571" y="1261765"/>
                  </a:lnTo>
                  <a:lnTo>
                    <a:pt x="8472406" y="1290850"/>
                  </a:lnTo>
                  <a:lnTo>
                    <a:pt x="8417992" y="1318099"/>
                  </a:lnTo>
                  <a:lnTo>
                    <a:pt x="8363033" y="1343402"/>
                  </a:lnTo>
                  <a:lnTo>
                    <a:pt x="8307113" y="1366714"/>
                  </a:lnTo>
                  <a:lnTo>
                    <a:pt x="8249676" y="1388051"/>
                  </a:lnTo>
                  <a:lnTo>
                    <a:pt x="8229629" y="1394882"/>
                  </a:lnTo>
                  <a:lnTo>
                    <a:pt x="8177790" y="1411098"/>
                  </a:lnTo>
                  <a:lnTo>
                    <a:pt x="8123504" y="1425909"/>
                  </a:lnTo>
                  <a:lnTo>
                    <a:pt x="8066089" y="1439363"/>
                  </a:lnTo>
                  <a:lnTo>
                    <a:pt x="8004796" y="1451557"/>
                  </a:lnTo>
                  <a:lnTo>
                    <a:pt x="7938849" y="1462606"/>
                  </a:lnTo>
                  <a:lnTo>
                    <a:pt x="7867485" y="1472630"/>
                  </a:lnTo>
                  <a:lnTo>
                    <a:pt x="7790012" y="1481739"/>
                  </a:lnTo>
                  <a:lnTo>
                    <a:pt x="7705869" y="1490033"/>
                  </a:lnTo>
                  <a:lnTo>
                    <a:pt x="7614725" y="1497593"/>
                  </a:lnTo>
                  <a:lnTo>
                    <a:pt x="7516590" y="1504482"/>
                  </a:lnTo>
                  <a:lnTo>
                    <a:pt x="7411958" y="1510742"/>
                  </a:lnTo>
                  <a:lnTo>
                    <a:pt x="7301951" y="1516397"/>
                  </a:lnTo>
                  <a:lnTo>
                    <a:pt x="7188446" y="1521455"/>
                  </a:lnTo>
                  <a:lnTo>
                    <a:pt x="7074128" y="1525908"/>
                  </a:lnTo>
                  <a:lnTo>
                    <a:pt x="6962428" y="1529744"/>
                  </a:lnTo>
                  <a:lnTo>
                    <a:pt x="6857285" y="1532953"/>
                  </a:lnTo>
                  <a:lnTo>
                    <a:pt x="6762725" y="1535535"/>
                  </a:lnTo>
                  <a:lnTo>
                    <a:pt x="6682305" y="1537512"/>
                  </a:lnTo>
                  <a:lnTo>
                    <a:pt x="6618523" y="1538931"/>
                  </a:lnTo>
                  <a:lnTo>
                    <a:pt x="6572348" y="1539865"/>
                  </a:lnTo>
                  <a:lnTo>
                    <a:pt x="6542974" y="1540407"/>
                  </a:lnTo>
                  <a:lnTo>
                    <a:pt x="6527835" y="1540662"/>
                  </a:lnTo>
                  <a:lnTo>
                    <a:pt x="6522796" y="1540740"/>
                  </a:lnTo>
                  <a:lnTo>
                    <a:pt x="6522385" y="1540746"/>
                  </a:lnTo>
                  <a:lnTo>
                    <a:pt x="5527445" y="1540746"/>
                  </a:lnTo>
                  <a:lnTo>
                    <a:pt x="5526327" y="1540717"/>
                  </a:lnTo>
                  <a:lnTo>
                    <a:pt x="5518948" y="1540511"/>
                  </a:lnTo>
                  <a:lnTo>
                    <a:pt x="5500240" y="1539942"/>
                  </a:lnTo>
                  <a:lnTo>
                    <a:pt x="5466526" y="1538819"/>
                  </a:lnTo>
                  <a:lnTo>
                    <a:pt x="5415738" y="1536964"/>
                  </a:lnTo>
                  <a:lnTo>
                    <a:pt x="5347566" y="1534223"/>
                  </a:lnTo>
                  <a:lnTo>
                    <a:pt x="5263411" y="1530479"/>
                  </a:lnTo>
                  <a:lnTo>
                    <a:pt x="5166073" y="1525665"/>
                  </a:lnTo>
                  <a:lnTo>
                    <a:pt x="5059249" y="1519752"/>
                  </a:lnTo>
                  <a:lnTo>
                    <a:pt x="4946948" y="1512746"/>
                  </a:lnTo>
                  <a:lnTo>
                    <a:pt x="4832968" y="1504669"/>
                  </a:lnTo>
                  <a:lnTo>
                    <a:pt x="4720533" y="1495540"/>
                  </a:lnTo>
                  <a:lnTo>
                    <a:pt x="4612100" y="1485365"/>
                  </a:lnTo>
                  <a:lnTo>
                    <a:pt x="4509334" y="1474128"/>
                  </a:lnTo>
                  <a:lnTo>
                    <a:pt x="4413184" y="1461777"/>
                  </a:lnTo>
                  <a:lnTo>
                    <a:pt x="4324013" y="1448231"/>
                  </a:lnTo>
                  <a:lnTo>
                    <a:pt x="4241741" y="1433372"/>
                  </a:lnTo>
                  <a:lnTo>
                    <a:pt x="4165978" y="1417052"/>
                  </a:lnTo>
                  <a:lnTo>
                    <a:pt x="4096135" y="1399093"/>
                  </a:lnTo>
                  <a:lnTo>
                    <a:pt x="4031507" y="1379297"/>
                  </a:lnTo>
                  <a:lnTo>
                    <a:pt x="3971332" y="1357457"/>
                  </a:lnTo>
                  <a:lnTo>
                    <a:pt x="3914845" y="1333375"/>
                  </a:lnTo>
                  <a:lnTo>
                    <a:pt x="3861317" y="1306898"/>
                  </a:lnTo>
                  <a:lnTo>
                    <a:pt x="3820202" y="1283955"/>
                  </a:lnTo>
                  <a:lnTo>
                    <a:pt x="3767158" y="1250918"/>
                  </a:lnTo>
                  <a:lnTo>
                    <a:pt x="3715614" y="1215024"/>
                  </a:lnTo>
                  <a:lnTo>
                    <a:pt x="3665090" y="1176219"/>
                  </a:lnTo>
                  <a:lnTo>
                    <a:pt x="3615213" y="1134517"/>
                  </a:lnTo>
                  <a:lnTo>
                    <a:pt x="3565703" y="1090006"/>
                  </a:lnTo>
                  <a:lnTo>
                    <a:pt x="3516358" y="1042857"/>
                  </a:lnTo>
                  <a:lnTo>
                    <a:pt x="3467040" y="993325"/>
                  </a:lnTo>
                  <a:lnTo>
                    <a:pt x="3417669" y="941746"/>
                  </a:lnTo>
                  <a:lnTo>
                    <a:pt x="3368213" y="888533"/>
                  </a:lnTo>
                  <a:lnTo>
                    <a:pt x="3318676" y="834160"/>
                  </a:lnTo>
                  <a:lnTo>
                    <a:pt x="3269087" y="779151"/>
                  </a:lnTo>
                  <a:lnTo>
                    <a:pt x="3219491" y="724053"/>
                  </a:lnTo>
                  <a:lnTo>
                    <a:pt x="3169933" y="669420"/>
                  </a:lnTo>
                  <a:lnTo>
                    <a:pt x="3120449" y="615783"/>
                  </a:lnTo>
                  <a:lnTo>
                    <a:pt x="3071053" y="563636"/>
                  </a:lnTo>
                  <a:lnTo>
                    <a:pt x="3021725" y="513412"/>
                  </a:lnTo>
                  <a:lnTo>
                    <a:pt x="2972400" y="465473"/>
                  </a:lnTo>
                  <a:lnTo>
                    <a:pt x="2922961" y="420100"/>
                  </a:lnTo>
                  <a:lnTo>
                    <a:pt x="2873228" y="377490"/>
                  </a:lnTo>
                  <a:lnTo>
                    <a:pt x="2822945" y="337758"/>
                  </a:lnTo>
                  <a:lnTo>
                    <a:pt x="2771773" y="300940"/>
                  </a:lnTo>
                  <a:lnTo>
                    <a:pt x="2719266" y="267003"/>
                  </a:lnTo>
                  <a:lnTo>
                    <a:pt x="2702183" y="256791"/>
                  </a:lnTo>
                  <a:lnTo>
                    <a:pt x="2650544" y="228344"/>
                  </a:lnTo>
                  <a:lnTo>
                    <a:pt x="2596478" y="202356"/>
                  </a:lnTo>
                  <a:lnTo>
                    <a:pt x="2539313" y="178738"/>
                  </a:lnTo>
                  <a:lnTo>
                    <a:pt x="2478307" y="157324"/>
                  </a:lnTo>
                  <a:lnTo>
                    <a:pt x="2412693" y="137913"/>
                  </a:lnTo>
                  <a:lnTo>
                    <a:pt x="2341718" y="120297"/>
                  </a:lnTo>
                  <a:lnTo>
                    <a:pt x="2264693" y="104284"/>
                  </a:lnTo>
                  <a:lnTo>
                    <a:pt x="2181061" y="89699"/>
                  </a:lnTo>
                  <a:lnTo>
                    <a:pt x="2090485" y="76400"/>
                  </a:lnTo>
                  <a:lnTo>
                    <a:pt x="1992964" y="64278"/>
                  </a:lnTo>
                  <a:lnTo>
                    <a:pt x="1888965" y="53257"/>
                  </a:lnTo>
                  <a:lnTo>
                    <a:pt x="1779572" y="43292"/>
                  </a:lnTo>
                  <a:lnTo>
                    <a:pt x="1666604" y="34373"/>
                  </a:lnTo>
                  <a:lnTo>
                    <a:pt x="1552680" y="26508"/>
                  </a:lnTo>
                  <a:lnTo>
                    <a:pt x="1441159" y="19720"/>
                  </a:lnTo>
                  <a:lnTo>
                    <a:pt x="1335916" y="14028"/>
                  </a:lnTo>
                  <a:lnTo>
                    <a:pt x="1240945" y="9432"/>
                  </a:lnTo>
                  <a:lnTo>
                    <a:pt x="1159807" y="5896"/>
                  </a:lnTo>
                  <a:lnTo>
                    <a:pt x="1095060" y="3343"/>
                  </a:lnTo>
                  <a:lnTo>
                    <a:pt x="1047776" y="1648"/>
                  </a:lnTo>
                  <a:lnTo>
                    <a:pt x="1017290" y="652"/>
                  </a:lnTo>
                  <a:lnTo>
                    <a:pt x="1001194" y="170"/>
                  </a:lnTo>
                  <a:lnTo>
                    <a:pt x="995517" y="1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9" name="pg308"/>
            <p:cNvSpPr/>
            <p:nvPr/>
          </p:nvSpPr>
          <p:spPr>
            <a:xfrm>
              <a:off x="1199187" y="2709243"/>
              <a:ext cx="12049831" cy="1556468"/>
            </a:xfrm>
            <a:custGeom>
              <a:avLst/>
              <a:pathLst>
                <a:path w="12049831" h="1556468">
                  <a:moveTo>
                    <a:pt x="0" y="5240"/>
                  </a:moveTo>
                  <a:lnTo>
                    <a:pt x="994940" y="5240"/>
                  </a:lnTo>
                  <a:lnTo>
                    <a:pt x="996057" y="5269"/>
                  </a:lnTo>
                  <a:lnTo>
                    <a:pt x="1003435" y="5477"/>
                  </a:lnTo>
                  <a:lnTo>
                    <a:pt x="1022140" y="6050"/>
                  </a:lnTo>
                  <a:lnTo>
                    <a:pt x="1055846" y="7179"/>
                  </a:lnTo>
                  <a:lnTo>
                    <a:pt x="1106625" y="9047"/>
                  </a:lnTo>
                  <a:lnTo>
                    <a:pt x="1174784" y="11806"/>
                  </a:lnTo>
                  <a:lnTo>
                    <a:pt x="1258926" y="15574"/>
                  </a:lnTo>
                  <a:lnTo>
                    <a:pt x="1356250" y="20421"/>
                  </a:lnTo>
                  <a:lnTo>
                    <a:pt x="1463061" y="26372"/>
                  </a:lnTo>
                  <a:lnTo>
                    <a:pt x="1575351" y="33424"/>
                  </a:lnTo>
                  <a:lnTo>
                    <a:pt x="1689322" y="41556"/>
                  </a:lnTo>
                  <a:lnTo>
                    <a:pt x="1801752" y="50745"/>
                  </a:lnTo>
                  <a:lnTo>
                    <a:pt x="1910182" y="60987"/>
                  </a:lnTo>
                  <a:lnTo>
                    <a:pt x="2012946" y="72299"/>
                  </a:lnTo>
                  <a:lnTo>
                    <a:pt x="2109096" y="84732"/>
                  </a:lnTo>
                  <a:lnTo>
                    <a:pt x="2198269" y="98367"/>
                  </a:lnTo>
                  <a:lnTo>
                    <a:pt x="2280543" y="113324"/>
                  </a:lnTo>
                  <a:lnTo>
                    <a:pt x="2356308" y="129752"/>
                  </a:lnTo>
                  <a:lnTo>
                    <a:pt x="2426153" y="147830"/>
                  </a:lnTo>
                  <a:lnTo>
                    <a:pt x="2490784" y="167756"/>
                  </a:lnTo>
                  <a:lnTo>
                    <a:pt x="2550961" y="189739"/>
                  </a:lnTo>
                  <a:lnTo>
                    <a:pt x="2607448" y="213979"/>
                  </a:lnTo>
                  <a:lnTo>
                    <a:pt x="2660977" y="240631"/>
                  </a:lnTo>
                  <a:lnTo>
                    <a:pt x="2702183" y="263778"/>
                  </a:lnTo>
                  <a:lnTo>
                    <a:pt x="2755146" y="296986"/>
                  </a:lnTo>
                  <a:lnTo>
                    <a:pt x="2806612" y="333061"/>
                  </a:lnTo>
                  <a:lnTo>
                    <a:pt x="2857061" y="372058"/>
                  </a:lnTo>
                  <a:lnTo>
                    <a:pt x="2906863" y="413963"/>
                  </a:lnTo>
                  <a:lnTo>
                    <a:pt x="2956297" y="458687"/>
                  </a:lnTo>
                  <a:lnTo>
                    <a:pt x="3005567" y="506061"/>
                  </a:lnTo>
                  <a:lnTo>
                    <a:pt x="3054808" y="555830"/>
                  </a:lnTo>
                  <a:lnTo>
                    <a:pt x="3104101" y="607657"/>
                  </a:lnTo>
                  <a:lnTo>
                    <a:pt x="3153478" y="661131"/>
                  </a:lnTo>
                  <a:lnTo>
                    <a:pt x="3202938" y="715775"/>
                  </a:lnTo>
                  <a:lnTo>
                    <a:pt x="3252449" y="771066"/>
                  </a:lnTo>
                  <a:lnTo>
                    <a:pt x="3301968" y="826455"/>
                  </a:lnTo>
                  <a:lnTo>
                    <a:pt x="3351450" y="881389"/>
                  </a:lnTo>
                  <a:lnTo>
                    <a:pt x="3400859" y="935333"/>
                  </a:lnTo>
                  <a:lnTo>
                    <a:pt x="3450180" y="987792"/>
                  </a:lnTo>
                  <a:lnTo>
                    <a:pt x="3499433" y="1038331"/>
                  </a:lnTo>
                  <a:lnTo>
                    <a:pt x="3548679" y="1086583"/>
                  </a:lnTo>
                  <a:lnTo>
                    <a:pt x="3598036" y="1132267"/>
                  </a:lnTo>
                  <a:lnTo>
                    <a:pt x="3647680" y="1175182"/>
                  </a:lnTo>
                  <a:lnTo>
                    <a:pt x="3697863" y="1215211"/>
                  </a:lnTo>
                  <a:lnTo>
                    <a:pt x="3748922" y="1252315"/>
                  </a:lnTo>
                  <a:lnTo>
                    <a:pt x="3801293" y="1286525"/>
                  </a:lnTo>
                  <a:lnTo>
                    <a:pt x="3820202" y="1297930"/>
                  </a:lnTo>
                  <a:lnTo>
                    <a:pt x="3871837" y="1326568"/>
                  </a:lnTo>
                  <a:lnTo>
                    <a:pt x="3925898" y="1352731"/>
                  </a:lnTo>
                  <a:lnTo>
                    <a:pt x="3983059" y="1376509"/>
                  </a:lnTo>
                  <a:lnTo>
                    <a:pt x="4044059" y="1398067"/>
                  </a:lnTo>
                  <a:lnTo>
                    <a:pt x="4109666" y="1417610"/>
                  </a:lnTo>
                  <a:lnTo>
                    <a:pt x="4180634" y="1435344"/>
                  </a:lnTo>
                  <a:lnTo>
                    <a:pt x="4257650" y="1451466"/>
                  </a:lnTo>
                  <a:lnTo>
                    <a:pt x="4341271" y="1466150"/>
                  </a:lnTo>
                  <a:lnTo>
                    <a:pt x="4431836" y="1479538"/>
                  </a:lnTo>
                  <a:lnTo>
                    <a:pt x="4529345" y="1491743"/>
                  </a:lnTo>
                  <a:lnTo>
                    <a:pt x="4633331" y="1502840"/>
                  </a:lnTo>
                  <a:lnTo>
                    <a:pt x="4742712" y="1512872"/>
                  </a:lnTo>
                  <a:lnTo>
                    <a:pt x="4855669" y="1521852"/>
                  </a:lnTo>
                  <a:lnTo>
                    <a:pt x="4969585" y="1529771"/>
                  </a:lnTo>
                  <a:lnTo>
                    <a:pt x="5081103" y="1536606"/>
                  </a:lnTo>
                  <a:lnTo>
                    <a:pt x="5186347" y="1542338"/>
                  </a:lnTo>
                  <a:lnTo>
                    <a:pt x="5281326" y="1546966"/>
                  </a:lnTo>
                  <a:lnTo>
                    <a:pt x="5362478" y="1550527"/>
                  </a:lnTo>
                  <a:lnTo>
                    <a:pt x="5427245" y="1553099"/>
                  </a:lnTo>
                  <a:lnTo>
                    <a:pt x="5474551" y="1554806"/>
                  </a:lnTo>
                  <a:lnTo>
                    <a:pt x="5505059" y="1555810"/>
                  </a:lnTo>
                  <a:lnTo>
                    <a:pt x="5521174" y="1556295"/>
                  </a:lnTo>
                  <a:lnTo>
                    <a:pt x="5526864" y="1556453"/>
                  </a:lnTo>
                  <a:lnTo>
                    <a:pt x="5527445" y="1556468"/>
                  </a:lnTo>
                  <a:lnTo>
                    <a:pt x="6522385" y="1556468"/>
                  </a:lnTo>
                  <a:lnTo>
                    <a:pt x="6523521" y="1556462"/>
                  </a:lnTo>
                  <a:lnTo>
                    <a:pt x="6531017" y="1556423"/>
                  </a:lnTo>
                  <a:lnTo>
                    <a:pt x="6550011" y="1556315"/>
                  </a:lnTo>
                  <a:lnTo>
                    <a:pt x="6584219" y="1556101"/>
                  </a:lnTo>
                  <a:lnTo>
                    <a:pt x="6635711" y="1555749"/>
                  </a:lnTo>
                  <a:lnTo>
                    <a:pt x="6704757" y="1555228"/>
                  </a:lnTo>
                  <a:lnTo>
                    <a:pt x="6789887" y="1554517"/>
                  </a:lnTo>
                  <a:lnTo>
                    <a:pt x="6888213" y="1553603"/>
                  </a:lnTo>
                  <a:lnTo>
                    <a:pt x="6995954" y="1552481"/>
                  </a:lnTo>
                  <a:lnTo>
                    <a:pt x="7109038" y="1551153"/>
                  </a:lnTo>
                  <a:lnTo>
                    <a:pt x="7223625" y="1549623"/>
                  </a:lnTo>
                  <a:lnTo>
                    <a:pt x="7336481" y="1547893"/>
                  </a:lnTo>
                  <a:lnTo>
                    <a:pt x="7445158" y="1545966"/>
                  </a:lnTo>
                  <a:lnTo>
                    <a:pt x="7548018" y="1543838"/>
                  </a:lnTo>
                  <a:lnTo>
                    <a:pt x="7644144" y="1541498"/>
                  </a:lnTo>
                  <a:lnTo>
                    <a:pt x="7733208" y="1538930"/>
                  </a:lnTo>
                  <a:lnTo>
                    <a:pt x="7815322" y="1536112"/>
                  </a:lnTo>
                  <a:lnTo>
                    <a:pt x="7890903" y="1533015"/>
                  </a:lnTo>
                  <a:lnTo>
                    <a:pt x="7960566" y="1529604"/>
                  </a:lnTo>
                  <a:lnTo>
                    <a:pt x="8025036" y="1525842"/>
                  </a:lnTo>
                  <a:lnTo>
                    <a:pt x="8085088" y="1521689"/>
                  </a:lnTo>
                  <a:lnTo>
                    <a:pt x="8141497" y="1517108"/>
                  </a:lnTo>
                  <a:lnTo>
                    <a:pt x="8195000" y="1512072"/>
                  </a:lnTo>
                  <a:lnTo>
                    <a:pt x="8229629" y="1508429"/>
                  </a:lnTo>
                  <a:lnTo>
                    <a:pt x="8290844" y="1501231"/>
                  </a:lnTo>
                  <a:lnTo>
                    <a:pt x="8350158" y="1493315"/>
                  </a:lnTo>
                  <a:lnTo>
                    <a:pt x="8408275" y="1484669"/>
                  </a:lnTo>
                  <a:lnTo>
                    <a:pt x="8465712" y="1475307"/>
                  </a:lnTo>
                  <a:lnTo>
                    <a:pt x="8522837" y="1465267"/>
                  </a:lnTo>
                  <a:lnTo>
                    <a:pt x="8579891" y="1454615"/>
                  </a:lnTo>
                  <a:lnTo>
                    <a:pt x="8637008" y="1443446"/>
                  </a:lnTo>
                  <a:lnTo>
                    <a:pt x="8694240" y="1431879"/>
                  </a:lnTo>
                  <a:lnTo>
                    <a:pt x="8751572" y="1420054"/>
                  </a:lnTo>
                  <a:lnTo>
                    <a:pt x="8808950" y="1408126"/>
                  </a:lnTo>
                  <a:lnTo>
                    <a:pt x="8866303" y="1396255"/>
                  </a:lnTo>
                  <a:lnTo>
                    <a:pt x="8923568" y="1384598"/>
                  </a:lnTo>
                  <a:lnTo>
                    <a:pt x="8980717" y="1373299"/>
                  </a:lnTo>
                  <a:lnTo>
                    <a:pt x="9037779" y="1362485"/>
                  </a:lnTo>
                  <a:lnTo>
                    <a:pt x="9094863" y="1352258"/>
                  </a:lnTo>
                  <a:lnTo>
                    <a:pt x="9152177" y="1342692"/>
                  </a:lnTo>
                  <a:lnTo>
                    <a:pt x="9210049" y="1333835"/>
                  </a:lnTo>
                  <a:lnTo>
                    <a:pt x="9268950" y="1325707"/>
                  </a:lnTo>
                  <a:lnTo>
                    <a:pt x="9329525" y="1318301"/>
                  </a:lnTo>
                  <a:lnTo>
                    <a:pt x="9347647" y="1316272"/>
                  </a:lnTo>
                  <a:lnTo>
                    <a:pt x="9399573" y="1310923"/>
                  </a:lnTo>
                  <a:lnTo>
                    <a:pt x="9453953" y="1306039"/>
                  </a:lnTo>
                  <a:lnTo>
                    <a:pt x="9511475" y="1301602"/>
                  </a:lnTo>
                  <a:lnTo>
                    <a:pt x="9572892" y="1297582"/>
                  </a:lnTo>
                  <a:lnTo>
                    <a:pt x="9638984" y="1293940"/>
                  </a:lnTo>
                  <a:lnTo>
                    <a:pt x="9710514" y="1290636"/>
                  </a:lnTo>
                  <a:lnTo>
                    <a:pt x="9788181" y="1287634"/>
                  </a:lnTo>
                  <a:lnTo>
                    <a:pt x="9872545" y="1284901"/>
                  </a:lnTo>
                  <a:lnTo>
                    <a:pt x="9963934" y="1282410"/>
                  </a:lnTo>
                  <a:lnTo>
                    <a:pt x="10062334" y="1280141"/>
                  </a:lnTo>
                  <a:lnTo>
                    <a:pt x="10167239" y="1278080"/>
                  </a:lnTo>
                  <a:lnTo>
                    <a:pt x="10277508" y="1276218"/>
                  </a:lnTo>
                  <a:lnTo>
                    <a:pt x="10391243" y="1274553"/>
                  </a:lnTo>
                  <a:lnTo>
                    <a:pt x="10505727" y="1273089"/>
                  </a:lnTo>
                  <a:lnTo>
                    <a:pt x="10617500" y="1271828"/>
                  </a:lnTo>
                  <a:lnTo>
                    <a:pt x="10722596" y="1270775"/>
                  </a:lnTo>
                  <a:lnTo>
                    <a:pt x="10816973" y="1269929"/>
                  </a:lnTo>
                  <a:lnTo>
                    <a:pt x="10897078" y="1269282"/>
                  </a:lnTo>
                  <a:lnTo>
                    <a:pt x="10960440" y="1268819"/>
                  </a:lnTo>
                  <a:lnTo>
                    <a:pt x="11006135" y="1268515"/>
                  </a:lnTo>
                  <a:lnTo>
                    <a:pt x="11035033" y="1268341"/>
                  </a:lnTo>
                  <a:lnTo>
                    <a:pt x="11049766" y="1268259"/>
                  </a:lnTo>
                  <a:lnTo>
                    <a:pt x="11054541" y="1268235"/>
                  </a:lnTo>
                  <a:lnTo>
                    <a:pt x="11054891" y="1268233"/>
                  </a:lnTo>
                  <a:lnTo>
                    <a:pt x="12049831" y="1268233"/>
                  </a:lnTo>
                  <a:lnTo>
                    <a:pt x="12049831" y="1262992"/>
                  </a:lnTo>
                  <a:lnTo>
                    <a:pt x="11054891" y="1262992"/>
                  </a:lnTo>
                  <a:lnTo>
                    <a:pt x="11053755" y="1262998"/>
                  </a:lnTo>
                  <a:lnTo>
                    <a:pt x="11046260" y="1263037"/>
                  </a:lnTo>
                  <a:lnTo>
                    <a:pt x="11027266" y="1263145"/>
                  </a:lnTo>
                  <a:lnTo>
                    <a:pt x="10993058" y="1263359"/>
                  </a:lnTo>
                  <a:lnTo>
                    <a:pt x="10941566" y="1263711"/>
                  </a:lnTo>
                  <a:lnTo>
                    <a:pt x="10872520" y="1264232"/>
                  </a:lnTo>
                  <a:lnTo>
                    <a:pt x="10787390" y="1264943"/>
                  </a:lnTo>
                  <a:lnTo>
                    <a:pt x="10689064" y="1265857"/>
                  </a:lnTo>
                  <a:lnTo>
                    <a:pt x="10581322" y="1266979"/>
                  </a:lnTo>
                  <a:lnTo>
                    <a:pt x="10468239" y="1268307"/>
                  </a:lnTo>
                  <a:lnTo>
                    <a:pt x="10353652" y="1269838"/>
                  </a:lnTo>
                  <a:lnTo>
                    <a:pt x="10240796" y="1271567"/>
                  </a:lnTo>
                  <a:lnTo>
                    <a:pt x="10132118" y="1273494"/>
                  </a:lnTo>
                  <a:lnTo>
                    <a:pt x="10029259" y="1275622"/>
                  </a:lnTo>
                  <a:lnTo>
                    <a:pt x="9933133" y="1277962"/>
                  </a:lnTo>
                  <a:lnTo>
                    <a:pt x="9844069" y="1280530"/>
                  </a:lnTo>
                  <a:lnTo>
                    <a:pt x="9761955" y="1283348"/>
                  </a:lnTo>
                  <a:lnTo>
                    <a:pt x="9686373" y="1286445"/>
                  </a:lnTo>
                  <a:lnTo>
                    <a:pt x="9616711" y="1289856"/>
                  </a:lnTo>
                  <a:lnTo>
                    <a:pt x="9552241" y="1293618"/>
                  </a:lnTo>
                  <a:lnTo>
                    <a:pt x="9492189" y="1297771"/>
                  </a:lnTo>
                  <a:lnTo>
                    <a:pt x="9435779" y="1302352"/>
                  </a:lnTo>
                  <a:lnTo>
                    <a:pt x="9382276" y="1307388"/>
                  </a:lnTo>
                  <a:lnTo>
                    <a:pt x="9347647" y="1311031"/>
                  </a:lnTo>
                  <a:lnTo>
                    <a:pt x="9286432" y="1318229"/>
                  </a:lnTo>
                  <a:lnTo>
                    <a:pt x="9227118" y="1326145"/>
                  </a:lnTo>
                  <a:lnTo>
                    <a:pt x="9169001" y="1334791"/>
                  </a:lnTo>
                  <a:lnTo>
                    <a:pt x="9111564" y="1344153"/>
                  </a:lnTo>
                  <a:lnTo>
                    <a:pt x="9054439" y="1354193"/>
                  </a:lnTo>
                  <a:lnTo>
                    <a:pt x="8997386" y="1364845"/>
                  </a:lnTo>
                  <a:lnTo>
                    <a:pt x="8940268" y="1376014"/>
                  </a:lnTo>
                  <a:lnTo>
                    <a:pt x="8883037" y="1387581"/>
                  </a:lnTo>
                  <a:lnTo>
                    <a:pt x="8825704" y="1399406"/>
                  </a:lnTo>
                  <a:lnTo>
                    <a:pt x="8768326" y="1411334"/>
                  </a:lnTo>
                  <a:lnTo>
                    <a:pt x="8710974" y="1423205"/>
                  </a:lnTo>
                  <a:lnTo>
                    <a:pt x="8653709" y="1434863"/>
                  </a:lnTo>
                  <a:lnTo>
                    <a:pt x="8596560" y="1446161"/>
                  </a:lnTo>
                  <a:lnTo>
                    <a:pt x="8539498" y="1456975"/>
                  </a:lnTo>
                  <a:lnTo>
                    <a:pt x="8482413" y="1467202"/>
                  </a:lnTo>
                  <a:lnTo>
                    <a:pt x="8425099" y="1476768"/>
                  </a:lnTo>
                  <a:lnTo>
                    <a:pt x="8367227" y="1485625"/>
                  </a:lnTo>
                  <a:lnTo>
                    <a:pt x="8308326" y="1493754"/>
                  </a:lnTo>
                  <a:lnTo>
                    <a:pt x="8247752" y="1501159"/>
                  </a:lnTo>
                  <a:lnTo>
                    <a:pt x="8229629" y="1503188"/>
                  </a:lnTo>
                  <a:lnTo>
                    <a:pt x="8177704" y="1508537"/>
                  </a:lnTo>
                  <a:lnTo>
                    <a:pt x="8123323" y="1513422"/>
                  </a:lnTo>
                  <a:lnTo>
                    <a:pt x="8065801" y="1517858"/>
                  </a:lnTo>
                  <a:lnTo>
                    <a:pt x="8004385" y="1521878"/>
                  </a:lnTo>
                  <a:lnTo>
                    <a:pt x="7938293" y="1525521"/>
                  </a:lnTo>
                  <a:lnTo>
                    <a:pt x="7866762" y="1528824"/>
                  </a:lnTo>
                  <a:lnTo>
                    <a:pt x="7789095" y="1531826"/>
                  </a:lnTo>
                  <a:lnTo>
                    <a:pt x="7704732" y="1534559"/>
                  </a:lnTo>
                  <a:lnTo>
                    <a:pt x="7613342" y="1537050"/>
                  </a:lnTo>
                  <a:lnTo>
                    <a:pt x="7514942" y="1539319"/>
                  </a:lnTo>
                  <a:lnTo>
                    <a:pt x="7410038" y="1541381"/>
                  </a:lnTo>
                  <a:lnTo>
                    <a:pt x="7299768" y="1543242"/>
                  </a:lnTo>
                  <a:lnTo>
                    <a:pt x="7186034" y="1544907"/>
                  </a:lnTo>
                  <a:lnTo>
                    <a:pt x="7071549" y="1546371"/>
                  </a:lnTo>
                  <a:lnTo>
                    <a:pt x="6959776" y="1547632"/>
                  </a:lnTo>
                  <a:lnTo>
                    <a:pt x="6854680" y="1548685"/>
                  </a:lnTo>
                  <a:lnTo>
                    <a:pt x="6760303" y="1549532"/>
                  </a:lnTo>
                  <a:lnTo>
                    <a:pt x="6680198" y="1550178"/>
                  </a:lnTo>
                  <a:lnTo>
                    <a:pt x="6616837" y="1550641"/>
                  </a:lnTo>
                  <a:lnTo>
                    <a:pt x="6571141" y="1550945"/>
                  </a:lnTo>
                  <a:lnTo>
                    <a:pt x="6542244" y="1551120"/>
                  </a:lnTo>
                  <a:lnTo>
                    <a:pt x="6527510" y="1551201"/>
                  </a:lnTo>
                  <a:lnTo>
                    <a:pt x="6522735" y="1551226"/>
                  </a:lnTo>
                  <a:lnTo>
                    <a:pt x="6522385" y="1551227"/>
                  </a:lnTo>
                  <a:lnTo>
                    <a:pt x="5527445" y="1551227"/>
                  </a:lnTo>
                  <a:lnTo>
                    <a:pt x="5526328" y="1551198"/>
                  </a:lnTo>
                  <a:lnTo>
                    <a:pt x="5518950" y="1550991"/>
                  </a:lnTo>
                  <a:lnTo>
                    <a:pt x="5500245" y="1550417"/>
                  </a:lnTo>
                  <a:lnTo>
                    <a:pt x="5466539" y="1549288"/>
                  </a:lnTo>
                  <a:lnTo>
                    <a:pt x="5415760" y="1547421"/>
                  </a:lnTo>
                  <a:lnTo>
                    <a:pt x="5347601" y="1544661"/>
                  </a:lnTo>
                  <a:lnTo>
                    <a:pt x="5263459" y="1540893"/>
                  </a:lnTo>
                  <a:lnTo>
                    <a:pt x="5166135" y="1536047"/>
                  </a:lnTo>
                  <a:lnTo>
                    <a:pt x="5059324" y="1530095"/>
                  </a:lnTo>
                  <a:lnTo>
                    <a:pt x="4947034" y="1523043"/>
                  </a:lnTo>
                  <a:lnTo>
                    <a:pt x="4833062" y="1514912"/>
                  </a:lnTo>
                  <a:lnTo>
                    <a:pt x="4720633" y="1505722"/>
                  </a:lnTo>
                  <a:lnTo>
                    <a:pt x="4612203" y="1495480"/>
                  </a:lnTo>
                  <a:lnTo>
                    <a:pt x="4509439" y="1484168"/>
                  </a:lnTo>
                  <a:lnTo>
                    <a:pt x="4413289" y="1471736"/>
                  </a:lnTo>
                  <a:lnTo>
                    <a:pt x="4324116" y="1458100"/>
                  </a:lnTo>
                  <a:lnTo>
                    <a:pt x="4241842" y="1443143"/>
                  </a:lnTo>
                  <a:lnTo>
                    <a:pt x="4166077" y="1426715"/>
                  </a:lnTo>
                  <a:lnTo>
                    <a:pt x="4096232" y="1408638"/>
                  </a:lnTo>
                  <a:lnTo>
                    <a:pt x="4031601" y="1388712"/>
                  </a:lnTo>
                  <a:lnTo>
                    <a:pt x="3971424" y="1366728"/>
                  </a:lnTo>
                  <a:lnTo>
                    <a:pt x="3914937" y="1342488"/>
                  </a:lnTo>
                  <a:lnTo>
                    <a:pt x="3861408" y="1315836"/>
                  </a:lnTo>
                  <a:lnTo>
                    <a:pt x="3820202" y="1292689"/>
                  </a:lnTo>
                  <a:lnTo>
                    <a:pt x="3767239" y="1259482"/>
                  </a:lnTo>
                  <a:lnTo>
                    <a:pt x="3715773" y="1223406"/>
                  </a:lnTo>
                  <a:lnTo>
                    <a:pt x="3665324" y="1184410"/>
                  </a:lnTo>
                  <a:lnTo>
                    <a:pt x="3615522" y="1142505"/>
                  </a:lnTo>
                  <a:lnTo>
                    <a:pt x="3566088" y="1097780"/>
                  </a:lnTo>
                  <a:lnTo>
                    <a:pt x="3516818" y="1050406"/>
                  </a:lnTo>
                  <a:lnTo>
                    <a:pt x="3467577" y="1000637"/>
                  </a:lnTo>
                  <a:lnTo>
                    <a:pt x="3418284" y="948810"/>
                  </a:lnTo>
                  <a:lnTo>
                    <a:pt x="3368907" y="895337"/>
                  </a:lnTo>
                  <a:lnTo>
                    <a:pt x="3319447" y="840693"/>
                  </a:lnTo>
                  <a:lnTo>
                    <a:pt x="3269936" y="785401"/>
                  </a:lnTo>
                  <a:lnTo>
                    <a:pt x="3220417" y="730012"/>
                  </a:lnTo>
                  <a:lnTo>
                    <a:pt x="3170935" y="675078"/>
                  </a:lnTo>
                  <a:lnTo>
                    <a:pt x="3121526" y="621134"/>
                  </a:lnTo>
                  <a:lnTo>
                    <a:pt x="3072205" y="568675"/>
                  </a:lnTo>
                  <a:lnTo>
                    <a:pt x="3022952" y="518137"/>
                  </a:lnTo>
                  <a:lnTo>
                    <a:pt x="2973706" y="469884"/>
                  </a:lnTo>
                  <a:lnTo>
                    <a:pt x="2924349" y="424200"/>
                  </a:lnTo>
                  <a:lnTo>
                    <a:pt x="2874705" y="381285"/>
                  </a:lnTo>
                  <a:lnTo>
                    <a:pt x="2824522" y="341256"/>
                  </a:lnTo>
                  <a:lnTo>
                    <a:pt x="2773463" y="304152"/>
                  </a:lnTo>
                  <a:lnTo>
                    <a:pt x="2721092" y="269942"/>
                  </a:lnTo>
                  <a:lnTo>
                    <a:pt x="2702183" y="258537"/>
                  </a:lnTo>
                  <a:lnTo>
                    <a:pt x="2650548" y="229900"/>
                  </a:lnTo>
                  <a:lnTo>
                    <a:pt x="2596487" y="203736"/>
                  </a:lnTo>
                  <a:lnTo>
                    <a:pt x="2539326" y="179959"/>
                  </a:lnTo>
                  <a:lnTo>
                    <a:pt x="2478326" y="158400"/>
                  </a:lnTo>
                  <a:lnTo>
                    <a:pt x="2412719" y="138858"/>
                  </a:lnTo>
                  <a:lnTo>
                    <a:pt x="2341751" y="121123"/>
                  </a:lnTo>
                  <a:lnTo>
                    <a:pt x="2264735" y="105001"/>
                  </a:lnTo>
                  <a:lnTo>
                    <a:pt x="2181114" y="90317"/>
                  </a:lnTo>
                  <a:lnTo>
                    <a:pt x="2090549" y="76929"/>
                  </a:lnTo>
                  <a:lnTo>
                    <a:pt x="1993040" y="64725"/>
                  </a:lnTo>
                  <a:lnTo>
                    <a:pt x="1889054" y="53628"/>
                  </a:lnTo>
                  <a:lnTo>
                    <a:pt x="1779673" y="43596"/>
                  </a:lnTo>
                  <a:lnTo>
                    <a:pt x="1666716" y="34615"/>
                  </a:lnTo>
                  <a:lnTo>
                    <a:pt x="1552800" y="26696"/>
                  </a:lnTo>
                  <a:lnTo>
                    <a:pt x="1441282" y="19862"/>
                  </a:lnTo>
                  <a:lnTo>
                    <a:pt x="1336038" y="14130"/>
                  </a:lnTo>
                  <a:lnTo>
                    <a:pt x="1241059" y="9501"/>
                  </a:lnTo>
                  <a:lnTo>
                    <a:pt x="1159907" y="5940"/>
                  </a:lnTo>
                  <a:lnTo>
                    <a:pt x="1095140" y="3368"/>
                  </a:lnTo>
                  <a:lnTo>
                    <a:pt x="1047834" y="1661"/>
                  </a:lnTo>
                  <a:lnTo>
                    <a:pt x="1017326" y="657"/>
                  </a:lnTo>
                  <a:lnTo>
                    <a:pt x="1001211" y="172"/>
                  </a:lnTo>
                  <a:lnTo>
                    <a:pt x="995521" y="1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10" name="pl309"/>
            <p:cNvSpPr/>
            <p:nvPr/>
          </p:nvSpPr>
          <p:spPr>
            <a:xfrm>
              <a:off x="1199187" y="2714483"/>
              <a:ext cx="12049831" cy="1551227"/>
            </a:xfrm>
            <a:custGeom>
              <a:avLst/>
              <a:pathLst>
                <a:path w="12049831" h="1551227">
                  <a:moveTo>
                    <a:pt x="0" y="0"/>
                  </a:moveTo>
                  <a:lnTo>
                    <a:pt x="994940" y="0"/>
                  </a:lnTo>
                  <a:lnTo>
                    <a:pt x="996057" y="29"/>
                  </a:lnTo>
                  <a:lnTo>
                    <a:pt x="1003435" y="236"/>
                  </a:lnTo>
                  <a:lnTo>
                    <a:pt x="1022140" y="809"/>
                  </a:lnTo>
                  <a:lnTo>
                    <a:pt x="1055846" y="1939"/>
                  </a:lnTo>
                  <a:lnTo>
                    <a:pt x="1106625" y="3806"/>
                  </a:lnTo>
                  <a:lnTo>
                    <a:pt x="1174784" y="6566"/>
                  </a:lnTo>
                  <a:lnTo>
                    <a:pt x="1258926" y="10334"/>
                  </a:lnTo>
                  <a:lnTo>
                    <a:pt x="1356250" y="15180"/>
                  </a:lnTo>
                  <a:lnTo>
                    <a:pt x="1463061" y="21132"/>
                  </a:lnTo>
                  <a:lnTo>
                    <a:pt x="1575351" y="28184"/>
                  </a:lnTo>
                  <a:lnTo>
                    <a:pt x="1689322" y="36315"/>
                  </a:lnTo>
                  <a:lnTo>
                    <a:pt x="1801752" y="45505"/>
                  </a:lnTo>
                  <a:lnTo>
                    <a:pt x="1910182" y="55746"/>
                  </a:lnTo>
                  <a:lnTo>
                    <a:pt x="2012946" y="67059"/>
                  </a:lnTo>
                  <a:lnTo>
                    <a:pt x="2109096" y="79491"/>
                  </a:lnTo>
                  <a:lnTo>
                    <a:pt x="2198269" y="93127"/>
                  </a:lnTo>
                  <a:lnTo>
                    <a:pt x="2280543" y="108084"/>
                  </a:lnTo>
                  <a:lnTo>
                    <a:pt x="2356308" y="124512"/>
                  </a:lnTo>
                  <a:lnTo>
                    <a:pt x="2426153" y="142589"/>
                  </a:lnTo>
                  <a:lnTo>
                    <a:pt x="2490784" y="162515"/>
                  </a:lnTo>
                  <a:lnTo>
                    <a:pt x="2550961" y="184499"/>
                  </a:lnTo>
                  <a:lnTo>
                    <a:pt x="2607448" y="208738"/>
                  </a:lnTo>
                  <a:lnTo>
                    <a:pt x="2660977" y="235390"/>
                  </a:lnTo>
                  <a:lnTo>
                    <a:pt x="2702183" y="258537"/>
                  </a:lnTo>
                  <a:lnTo>
                    <a:pt x="2755146" y="291745"/>
                  </a:lnTo>
                  <a:lnTo>
                    <a:pt x="2806612" y="327820"/>
                  </a:lnTo>
                  <a:lnTo>
                    <a:pt x="2857061" y="366817"/>
                  </a:lnTo>
                  <a:lnTo>
                    <a:pt x="2906863" y="408722"/>
                  </a:lnTo>
                  <a:lnTo>
                    <a:pt x="2956297" y="453447"/>
                  </a:lnTo>
                  <a:lnTo>
                    <a:pt x="3005567" y="500821"/>
                  </a:lnTo>
                  <a:lnTo>
                    <a:pt x="3054808" y="550589"/>
                  </a:lnTo>
                  <a:lnTo>
                    <a:pt x="3104101" y="602417"/>
                  </a:lnTo>
                  <a:lnTo>
                    <a:pt x="3153478" y="655890"/>
                  </a:lnTo>
                  <a:lnTo>
                    <a:pt x="3202938" y="710534"/>
                  </a:lnTo>
                  <a:lnTo>
                    <a:pt x="3252449" y="765825"/>
                  </a:lnTo>
                  <a:lnTo>
                    <a:pt x="3301968" y="821215"/>
                  </a:lnTo>
                  <a:lnTo>
                    <a:pt x="3351450" y="876149"/>
                  </a:lnTo>
                  <a:lnTo>
                    <a:pt x="3400859" y="930093"/>
                  </a:lnTo>
                  <a:lnTo>
                    <a:pt x="3450180" y="982552"/>
                  </a:lnTo>
                  <a:lnTo>
                    <a:pt x="3499433" y="1033090"/>
                  </a:lnTo>
                  <a:lnTo>
                    <a:pt x="3548679" y="1081343"/>
                  </a:lnTo>
                  <a:lnTo>
                    <a:pt x="3598036" y="1127027"/>
                  </a:lnTo>
                  <a:lnTo>
                    <a:pt x="3647680" y="1169942"/>
                  </a:lnTo>
                  <a:lnTo>
                    <a:pt x="3697863" y="1209971"/>
                  </a:lnTo>
                  <a:lnTo>
                    <a:pt x="3748922" y="1247075"/>
                  </a:lnTo>
                  <a:lnTo>
                    <a:pt x="3801293" y="1281285"/>
                  </a:lnTo>
                  <a:lnTo>
                    <a:pt x="3820202" y="1292689"/>
                  </a:lnTo>
                  <a:lnTo>
                    <a:pt x="3871837" y="1321327"/>
                  </a:lnTo>
                  <a:lnTo>
                    <a:pt x="3925898" y="1347491"/>
                  </a:lnTo>
                  <a:lnTo>
                    <a:pt x="3983059" y="1371268"/>
                  </a:lnTo>
                  <a:lnTo>
                    <a:pt x="4044059" y="1392827"/>
                  </a:lnTo>
                  <a:lnTo>
                    <a:pt x="4109666" y="1412369"/>
                  </a:lnTo>
                  <a:lnTo>
                    <a:pt x="4180634" y="1430103"/>
                  </a:lnTo>
                  <a:lnTo>
                    <a:pt x="4257650" y="1446226"/>
                  </a:lnTo>
                  <a:lnTo>
                    <a:pt x="4341271" y="1460909"/>
                  </a:lnTo>
                  <a:lnTo>
                    <a:pt x="4431836" y="1474298"/>
                  </a:lnTo>
                  <a:lnTo>
                    <a:pt x="4529345" y="1486502"/>
                  </a:lnTo>
                  <a:lnTo>
                    <a:pt x="4633331" y="1497599"/>
                  </a:lnTo>
                  <a:lnTo>
                    <a:pt x="4742712" y="1507631"/>
                  </a:lnTo>
                  <a:lnTo>
                    <a:pt x="4855669" y="1516612"/>
                  </a:lnTo>
                  <a:lnTo>
                    <a:pt x="4969585" y="1524530"/>
                  </a:lnTo>
                  <a:lnTo>
                    <a:pt x="5081103" y="1531365"/>
                  </a:lnTo>
                  <a:lnTo>
                    <a:pt x="5186347" y="1537097"/>
                  </a:lnTo>
                  <a:lnTo>
                    <a:pt x="5281326" y="1541726"/>
                  </a:lnTo>
                  <a:lnTo>
                    <a:pt x="5362478" y="1545286"/>
                  </a:lnTo>
                  <a:lnTo>
                    <a:pt x="5427245" y="1547858"/>
                  </a:lnTo>
                  <a:lnTo>
                    <a:pt x="5474551" y="1549565"/>
                  </a:lnTo>
                  <a:lnTo>
                    <a:pt x="5505059" y="1550570"/>
                  </a:lnTo>
                  <a:lnTo>
                    <a:pt x="5521174" y="1551055"/>
                  </a:lnTo>
                  <a:lnTo>
                    <a:pt x="5526864" y="1551212"/>
                  </a:lnTo>
                  <a:lnTo>
                    <a:pt x="5527445" y="1551227"/>
                  </a:lnTo>
                  <a:lnTo>
                    <a:pt x="6522385" y="1551227"/>
                  </a:lnTo>
                  <a:lnTo>
                    <a:pt x="6523521" y="1551222"/>
                  </a:lnTo>
                  <a:lnTo>
                    <a:pt x="6531017" y="1551182"/>
                  </a:lnTo>
                  <a:lnTo>
                    <a:pt x="6550011" y="1551074"/>
                  </a:lnTo>
                  <a:lnTo>
                    <a:pt x="6584219" y="1550861"/>
                  </a:lnTo>
                  <a:lnTo>
                    <a:pt x="6635711" y="1550508"/>
                  </a:lnTo>
                  <a:lnTo>
                    <a:pt x="6704757" y="1549987"/>
                  </a:lnTo>
                  <a:lnTo>
                    <a:pt x="6789887" y="1549276"/>
                  </a:lnTo>
                  <a:lnTo>
                    <a:pt x="6888213" y="1548362"/>
                  </a:lnTo>
                  <a:lnTo>
                    <a:pt x="6995954" y="1547241"/>
                  </a:lnTo>
                  <a:lnTo>
                    <a:pt x="7109038" y="1545913"/>
                  </a:lnTo>
                  <a:lnTo>
                    <a:pt x="7223625" y="1544382"/>
                  </a:lnTo>
                  <a:lnTo>
                    <a:pt x="7336481" y="1542653"/>
                  </a:lnTo>
                  <a:lnTo>
                    <a:pt x="7445158" y="1540726"/>
                  </a:lnTo>
                  <a:lnTo>
                    <a:pt x="7548018" y="1538597"/>
                  </a:lnTo>
                  <a:lnTo>
                    <a:pt x="7644144" y="1536257"/>
                  </a:lnTo>
                  <a:lnTo>
                    <a:pt x="7733208" y="1533689"/>
                  </a:lnTo>
                  <a:lnTo>
                    <a:pt x="7815322" y="1530871"/>
                  </a:lnTo>
                  <a:lnTo>
                    <a:pt x="7890903" y="1527774"/>
                  </a:lnTo>
                  <a:lnTo>
                    <a:pt x="7960566" y="1524363"/>
                  </a:lnTo>
                  <a:lnTo>
                    <a:pt x="8025036" y="1520601"/>
                  </a:lnTo>
                  <a:lnTo>
                    <a:pt x="8085088" y="1516448"/>
                  </a:lnTo>
                  <a:lnTo>
                    <a:pt x="8141497" y="1511868"/>
                  </a:lnTo>
                  <a:lnTo>
                    <a:pt x="8195000" y="1506832"/>
                  </a:lnTo>
                  <a:lnTo>
                    <a:pt x="8229629" y="1503188"/>
                  </a:lnTo>
                  <a:lnTo>
                    <a:pt x="8290844" y="1495990"/>
                  </a:lnTo>
                  <a:lnTo>
                    <a:pt x="8350158" y="1488074"/>
                  </a:lnTo>
                  <a:lnTo>
                    <a:pt x="8408275" y="1479429"/>
                  </a:lnTo>
                  <a:lnTo>
                    <a:pt x="8465712" y="1470067"/>
                  </a:lnTo>
                  <a:lnTo>
                    <a:pt x="8522837" y="1460026"/>
                  </a:lnTo>
                  <a:lnTo>
                    <a:pt x="8579891" y="1449375"/>
                  </a:lnTo>
                  <a:lnTo>
                    <a:pt x="8637008" y="1438205"/>
                  </a:lnTo>
                  <a:lnTo>
                    <a:pt x="8694240" y="1426638"/>
                  </a:lnTo>
                  <a:lnTo>
                    <a:pt x="8751572" y="1414813"/>
                  </a:lnTo>
                  <a:lnTo>
                    <a:pt x="8808950" y="1402886"/>
                  </a:lnTo>
                  <a:lnTo>
                    <a:pt x="8866303" y="1391015"/>
                  </a:lnTo>
                  <a:lnTo>
                    <a:pt x="8923568" y="1379357"/>
                  </a:lnTo>
                  <a:lnTo>
                    <a:pt x="8980717" y="1368058"/>
                  </a:lnTo>
                  <a:lnTo>
                    <a:pt x="9037779" y="1357244"/>
                  </a:lnTo>
                  <a:lnTo>
                    <a:pt x="9094863" y="1347017"/>
                  </a:lnTo>
                  <a:lnTo>
                    <a:pt x="9152177" y="1337452"/>
                  </a:lnTo>
                  <a:lnTo>
                    <a:pt x="9210049" y="1328595"/>
                  </a:lnTo>
                  <a:lnTo>
                    <a:pt x="9268950" y="1320466"/>
                  </a:lnTo>
                  <a:lnTo>
                    <a:pt x="9329525" y="1313061"/>
                  </a:lnTo>
                  <a:lnTo>
                    <a:pt x="9347647" y="1311031"/>
                  </a:lnTo>
                  <a:lnTo>
                    <a:pt x="9399573" y="1305682"/>
                  </a:lnTo>
                  <a:lnTo>
                    <a:pt x="9453953" y="1300798"/>
                  </a:lnTo>
                  <a:lnTo>
                    <a:pt x="9511475" y="1296361"/>
                  </a:lnTo>
                  <a:lnTo>
                    <a:pt x="9572892" y="1292341"/>
                  </a:lnTo>
                  <a:lnTo>
                    <a:pt x="9638984" y="1288699"/>
                  </a:lnTo>
                  <a:lnTo>
                    <a:pt x="9710514" y="1285395"/>
                  </a:lnTo>
                  <a:lnTo>
                    <a:pt x="9788181" y="1282393"/>
                  </a:lnTo>
                  <a:lnTo>
                    <a:pt x="9872545" y="1279660"/>
                  </a:lnTo>
                  <a:lnTo>
                    <a:pt x="9963934" y="1277170"/>
                  </a:lnTo>
                  <a:lnTo>
                    <a:pt x="10062334" y="1274901"/>
                  </a:lnTo>
                  <a:lnTo>
                    <a:pt x="10167239" y="1272839"/>
                  </a:lnTo>
                  <a:lnTo>
                    <a:pt x="10277508" y="1270977"/>
                  </a:lnTo>
                  <a:lnTo>
                    <a:pt x="10391243" y="1269313"/>
                  </a:lnTo>
                  <a:lnTo>
                    <a:pt x="10505727" y="1267848"/>
                  </a:lnTo>
                  <a:lnTo>
                    <a:pt x="10617500" y="1266587"/>
                  </a:lnTo>
                  <a:lnTo>
                    <a:pt x="10722596" y="1265534"/>
                  </a:lnTo>
                  <a:lnTo>
                    <a:pt x="10816973" y="1264688"/>
                  </a:lnTo>
                  <a:lnTo>
                    <a:pt x="10897078" y="1264041"/>
                  </a:lnTo>
                  <a:lnTo>
                    <a:pt x="10960440" y="1263578"/>
                  </a:lnTo>
                  <a:lnTo>
                    <a:pt x="11006135" y="1263275"/>
                  </a:lnTo>
                  <a:lnTo>
                    <a:pt x="11035033" y="1263100"/>
                  </a:lnTo>
                  <a:lnTo>
                    <a:pt x="11049766" y="1263018"/>
                  </a:lnTo>
                  <a:lnTo>
                    <a:pt x="11054541" y="1262994"/>
                  </a:lnTo>
                  <a:lnTo>
                    <a:pt x="11054891" y="1262992"/>
                  </a:lnTo>
                  <a:lnTo>
                    <a:pt x="12049831" y="1262992"/>
                  </a:lnTo>
                  <a:lnTo>
                    <a:pt x="12049831" y="12629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1" name="pl310"/>
            <p:cNvSpPr/>
            <p:nvPr/>
          </p:nvSpPr>
          <p:spPr>
            <a:xfrm>
              <a:off x="1199187" y="2709243"/>
              <a:ext cx="12049831" cy="1551227"/>
            </a:xfrm>
            <a:custGeom>
              <a:avLst/>
              <a:pathLst>
                <a:path w="12049831" h="1551227">
                  <a:moveTo>
                    <a:pt x="12049831" y="1262992"/>
                  </a:moveTo>
                  <a:lnTo>
                    <a:pt x="11054891" y="1262992"/>
                  </a:lnTo>
                  <a:lnTo>
                    <a:pt x="11053755" y="1262998"/>
                  </a:lnTo>
                  <a:lnTo>
                    <a:pt x="11046260" y="1263037"/>
                  </a:lnTo>
                  <a:lnTo>
                    <a:pt x="11027266" y="1263145"/>
                  </a:lnTo>
                  <a:lnTo>
                    <a:pt x="10993058" y="1263359"/>
                  </a:lnTo>
                  <a:lnTo>
                    <a:pt x="10941566" y="1263711"/>
                  </a:lnTo>
                  <a:lnTo>
                    <a:pt x="10872520" y="1264232"/>
                  </a:lnTo>
                  <a:lnTo>
                    <a:pt x="10787390" y="1264943"/>
                  </a:lnTo>
                  <a:lnTo>
                    <a:pt x="10689064" y="1265857"/>
                  </a:lnTo>
                  <a:lnTo>
                    <a:pt x="10581322" y="1266979"/>
                  </a:lnTo>
                  <a:lnTo>
                    <a:pt x="10468239" y="1268307"/>
                  </a:lnTo>
                  <a:lnTo>
                    <a:pt x="10353652" y="1269838"/>
                  </a:lnTo>
                  <a:lnTo>
                    <a:pt x="10240796" y="1271567"/>
                  </a:lnTo>
                  <a:lnTo>
                    <a:pt x="10132118" y="1273494"/>
                  </a:lnTo>
                  <a:lnTo>
                    <a:pt x="10029259" y="1275622"/>
                  </a:lnTo>
                  <a:lnTo>
                    <a:pt x="9933133" y="1277962"/>
                  </a:lnTo>
                  <a:lnTo>
                    <a:pt x="9844069" y="1280530"/>
                  </a:lnTo>
                  <a:lnTo>
                    <a:pt x="9761955" y="1283348"/>
                  </a:lnTo>
                  <a:lnTo>
                    <a:pt x="9686373" y="1286445"/>
                  </a:lnTo>
                  <a:lnTo>
                    <a:pt x="9616711" y="1289856"/>
                  </a:lnTo>
                  <a:lnTo>
                    <a:pt x="9552241" y="1293618"/>
                  </a:lnTo>
                  <a:lnTo>
                    <a:pt x="9492189" y="1297771"/>
                  </a:lnTo>
                  <a:lnTo>
                    <a:pt x="9435779" y="1302352"/>
                  </a:lnTo>
                  <a:lnTo>
                    <a:pt x="9382276" y="1307388"/>
                  </a:lnTo>
                  <a:lnTo>
                    <a:pt x="9347647" y="1311031"/>
                  </a:lnTo>
                  <a:lnTo>
                    <a:pt x="9286432" y="1318229"/>
                  </a:lnTo>
                  <a:lnTo>
                    <a:pt x="9227118" y="1326145"/>
                  </a:lnTo>
                  <a:lnTo>
                    <a:pt x="9169001" y="1334791"/>
                  </a:lnTo>
                  <a:lnTo>
                    <a:pt x="9111564" y="1344153"/>
                  </a:lnTo>
                  <a:lnTo>
                    <a:pt x="9054439" y="1354193"/>
                  </a:lnTo>
                  <a:lnTo>
                    <a:pt x="8997386" y="1364845"/>
                  </a:lnTo>
                  <a:lnTo>
                    <a:pt x="8940268" y="1376014"/>
                  </a:lnTo>
                  <a:lnTo>
                    <a:pt x="8883037" y="1387581"/>
                  </a:lnTo>
                  <a:lnTo>
                    <a:pt x="8825704" y="1399406"/>
                  </a:lnTo>
                  <a:lnTo>
                    <a:pt x="8768326" y="1411334"/>
                  </a:lnTo>
                  <a:lnTo>
                    <a:pt x="8710974" y="1423205"/>
                  </a:lnTo>
                  <a:lnTo>
                    <a:pt x="8653709" y="1434863"/>
                  </a:lnTo>
                  <a:lnTo>
                    <a:pt x="8596560" y="1446161"/>
                  </a:lnTo>
                  <a:lnTo>
                    <a:pt x="8539498" y="1456975"/>
                  </a:lnTo>
                  <a:lnTo>
                    <a:pt x="8482413" y="1467202"/>
                  </a:lnTo>
                  <a:lnTo>
                    <a:pt x="8425099" y="1476768"/>
                  </a:lnTo>
                  <a:lnTo>
                    <a:pt x="8367227" y="1485625"/>
                  </a:lnTo>
                  <a:lnTo>
                    <a:pt x="8308326" y="1493754"/>
                  </a:lnTo>
                  <a:lnTo>
                    <a:pt x="8247752" y="1501159"/>
                  </a:lnTo>
                  <a:lnTo>
                    <a:pt x="8229629" y="1503188"/>
                  </a:lnTo>
                  <a:lnTo>
                    <a:pt x="8177704" y="1508537"/>
                  </a:lnTo>
                  <a:lnTo>
                    <a:pt x="8123323" y="1513422"/>
                  </a:lnTo>
                  <a:lnTo>
                    <a:pt x="8065801" y="1517858"/>
                  </a:lnTo>
                  <a:lnTo>
                    <a:pt x="8004385" y="1521878"/>
                  </a:lnTo>
                  <a:lnTo>
                    <a:pt x="7938293" y="1525521"/>
                  </a:lnTo>
                  <a:lnTo>
                    <a:pt x="7866762" y="1528824"/>
                  </a:lnTo>
                  <a:lnTo>
                    <a:pt x="7789095" y="1531826"/>
                  </a:lnTo>
                  <a:lnTo>
                    <a:pt x="7704732" y="1534559"/>
                  </a:lnTo>
                  <a:lnTo>
                    <a:pt x="7613342" y="1537050"/>
                  </a:lnTo>
                  <a:lnTo>
                    <a:pt x="7514942" y="1539319"/>
                  </a:lnTo>
                  <a:lnTo>
                    <a:pt x="7410038" y="1541381"/>
                  </a:lnTo>
                  <a:lnTo>
                    <a:pt x="7299768" y="1543242"/>
                  </a:lnTo>
                  <a:lnTo>
                    <a:pt x="7186034" y="1544907"/>
                  </a:lnTo>
                  <a:lnTo>
                    <a:pt x="7071549" y="1546371"/>
                  </a:lnTo>
                  <a:lnTo>
                    <a:pt x="6959776" y="1547632"/>
                  </a:lnTo>
                  <a:lnTo>
                    <a:pt x="6854680" y="1548685"/>
                  </a:lnTo>
                  <a:lnTo>
                    <a:pt x="6760303" y="1549532"/>
                  </a:lnTo>
                  <a:lnTo>
                    <a:pt x="6680198" y="1550178"/>
                  </a:lnTo>
                  <a:lnTo>
                    <a:pt x="6616837" y="1550641"/>
                  </a:lnTo>
                  <a:lnTo>
                    <a:pt x="6571141" y="1550945"/>
                  </a:lnTo>
                  <a:lnTo>
                    <a:pt x="6542244" y="1551120"/>
                  </a:lnTo>
                  <a:lnTo>
                    <a:pt x="6527510" y="1551201"/>
                  </a:lnTo>
                  <a:lnTo>
                    <a:pt x="6522735" y="1551226"/>
                  </a:lnTo>
                  <a:lnTo>
                    <a:pt x="6522385" y="1551227"/>
                  </a:lnTo>
                  <a:lnTo>
                    <a:pt x="5527445" y="1551227"/>
                  </a:lnTo>
                  <a:lnTo>
                    <a:pt x="5526328" y="1551198"/>
                  </a:lnTo>
                  <a:lnTo>
                    <a:pt x="5518950" y="1550991"/>
                  </a:lnTo>
                  <a:lnTo>
                    <a:pt x="5500245" y="1550417"/>
                  </a:lnTo>
                  <a:lnTo>
                    <a:pt x="5466539" y="1549288"/>
                  </a:lnTo>
                  <a:lnTo>
                    <a:pt x="5415760" y="1547421"/>
                  </a:lnTo>
                  <a:lnTo>
                    <a:pt x="5347601" y="1544661"/>
                  </a:lnTo>
                  <a:lnTo>
                    <a:pt x="5263459" y="1540893"/>
                  </a:lnTo>
                  <a:lnTo>
                    <a:pt x="5166135" y="1536047"/>
                  </a:lnTo>
                  <a:lnTo>
                    <a:pt x="5059324" y="1530095"/>
                  </a:lnTo>
                  <a:lnTo>
                    <a:pt x="4947034" y="1523043"/>
                  </a:lnTo>
                  <a:lnTo>
                    <a:pt x="4833062" y="1514912"/>
                  </a:lnTo>
                  <a:lnTo>
                    <a:pt x="4720633" y="1505722"/>
                  </a:lnTo>
                  <a:lnTo>
                    <a:pt x="4612203" y="1495480"/>
                  </a:lnTo>
                  <a:lnTo>
                    <a:pt x="4509439" y="1484168"/>
                  </a:lnTo>
                  <a:lnTo>
                    <a:pt x="4413289" y="1471736"/>
                  </a:lnTo>
                  <a:lnTo>
                    <a:pt x="4324116" y="1458100"/>
                  </a:lnTo>
                  <a:lnTo>
                    <a:pt x="4241842" y="1443143"/>
                  </a:lnTo>
                  <a:lnTo>
                    <a:pt x="4166077" y="1426715"/>
                  </a:lnTo>
                  <a:lnTo>
                    <a:pt x="4096232" y="1408638"/>
                  </a:lnTo>
                  <a:lnTo>
                    <a:pt x="4031601" y="1388712"/>
                  </a:lnTo>
                  <a:lnTo>
                    <a:pt x="3971424" y="1366728"/>
                  </a:lnTo>
                  <a:lnTo>
                    <a:pt x="3914937" y="1342488"/>
                  </a:lnTo>
                  <a:lnTo>
                    <a:pt x="3861408" y="1315836"/>
                  </a:lnTo>
                  <a:lnTo>
                    <a:pt x="3820202" y="1292689"/>
                  </a:lnTo>
                  <a:lnTo>
                    <a:pt x="3767239" y="1259482"/>
                  </a:lnTo>
                  <a:lnTo>
                    <a:pt x="3715773" y="1223406"/>
                  </a:lnTo>
                  <a:lnTo>
                    <a:pt x="3665324" y="1184410"/>
                  </a:lnTo>
                  <a:lnTo>
                    <a:pt x="3615522" y="1142505"/>
                  </a:lnTo>
                  <a:lnTo>
                    <a:pt x="3566088" y="1097780"/>
                  </a:lnTo>
                  <a:lnTo>
                    <a:pt x="3516818" y="1050406"/>
                  </a:lnTo>
                  <a:lnTo>
                    <a:pt x="3467577" y="1000637"/>
                  </a:lnTo>
                  <a:lnTo>
                    <a:pt x="3418284" y="948810"/>
                  </a:lnTo>
                  <a:lnTo>
                    <a:pt x="3368907" y="895337"/>
                  </a:lnTo>
                  <a:lnTo>
                    <a:pt x="3319447" y="840693"/>
                  </a:lnTo>
                  <a:lnTo>
                    <a:pt x="3269936" y="785401"/>
                  </a:lnTo>
                  <a:lnTo>
                    <a:pt x="3220417" y="730012"/>
                  </a:lnTo>
                  <a:lnTo>
                    <a:pt x="3170935" y="675078"/>
                  </a:lnTo>
                  <a:lnTo>
                    <a:pt x="3121526" y="621134"/>
                  </a:lnTo>
                  <a:lnTo>
                    <a:pt x="3072205" y="568675"/>
                  </a:lnTo>
                  <a:lnTo>
                    <a:pt x="3022952" y="518137"/>
                  </a:lnTo>
                  <a:lnTo>
                    <a:pt x="2973706" y="469884"/>
                  </a:lnTo>
                  <a:lnTo>
                    <a:pt x="2924349" y="424200"/>
                  </a:lnTo>
                  <a:lnTo>
                    <a:pt x="2874705" y="381285"/>
                  </a:lnTo>
                  <a:lnTo>
                    <a:pt x="2824522" y="341256"/>
                  </a:lnTo>
                  <a:lnTo>
                    <a:pt x="2773463" y="304152"/>
                  </a:lnTo>
                  <a:lnTo>
                    <a:pt x="2721092" y="269942"/>
                  </a:lnTo>
                  <a:lnTo>
                    <a:pt x="2702183" y="258537"/>
                  </a:lnTo>
                  <a:lnTo>
                    <a:pt x="2650548" y="229900"/>
                  </a:lnTo>
                  <a:lnTo>
                    <a:pt x="2596487" y="203736"/>
                  </a:lnTo>
                  <a:lnTo>
                    <a:pt x="2539326" y="179959"/>
                  </a:lnTo>
                  <a:lnTo>
                    <a:pt x="2478326" y="158400"/>
                  </a:lnTo>
                  <a:lnTo>
                    <a:pt x="2412719" y="138858"/>
                  </a:lnTo>
                  <a:lnTo>
                    <a:pt x="2341751" y="121123"/>
                  </a:lnTo>
                  <a:lnTo>
                    <a:pt x="2264735" y="105001"/>
                  </a:lnTo>
                  <a:lnTo>
                    <a:pt x="2181114" y="90317"/>
                  </a:lnTo>
                  <a:lnTo>
                    <a:pt x="2090549" y="76929"/>
                  </a:lnTo>
                  <a:lnTo>
                    <a:pt x="1993040" y="64725"/>
                  </a:lnTo>
                  <a:lnTo>
                    <a:pt x="1889054" y="53628"/>
                  </a:lnTo>
                  <a:lnTo>
                    <a:pt x="1779673" y="43596"/>
                  </a:lnTo>
                  <a:lnTo>
                    <a:pt x="1666716" y="34615"/>
                  </a:lnTo>
                  <a:lnTo>
                    <a:pt x="1552800" y="26696"/>
                  </a:lnTo>
                  <a:lnTo>
                    <a:pt x="1441282" y="19862"/>
                  </a:lnTo>
                  <a:lnTo>
                    <a:pt x="1336038" y="14130"/>
                  </a:lnTo>
                  <a:lnTo>
                    <a:pt x="1241059" y="9501"/>
                  </a:lnTo>
                  <a:lnTo>
                    <a:pt x="1159907" y="5940"/>
                  </a:lnTo>
                  <a:lnTo>
                    <a:pt x="1095140" y="3368"/>
                  </a:lnTo>
                  <a:lnTo>
                    <a:pt x="1047834" y="1661"/>
                  </a:lnTo>
                  <a:lnTo>
                    <a:pt x="1017326" y="657"/>
                  </a:lnTo>
                  <a:lnTo>
                    <a:pt x="1001211" y="172"/>
                  </a:lnTo>
                  <a:lnTo>
                    <a:pt x="995521" y="1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2" name="pg311"/>
            <p:cNvSpPr/>
            <p:nvPr/>
          </p:nvSpPr>
          <p:spPr>
            <a:xfrm>
              <a:off x="1199187" y="2714483"/>
              <a:ext cx="12049831" cy="1572190"/>
            </a:xfrm>
            <a:custGeom>
              <a:avLst/>
              <a:pathLst>
                <a:path w="12049831" h="1572190">
                  <a:moveTo>
                    <a:pt x="0" y="20962"/>
                  </a:moveTo>
                  <a:lnTo>
                    <a:pt x="994940" y="20962"/>
                  </a:lnTo>
                  <a:lnTo>
                    <a:pt x="996057" y="20991"/>
                  </a:lnTo>
                  <a:lnTo>
                    <a:pt x="1003435" y="21199"/>
                  </a:lnTo>
                  <a:lnTo>
                    <a:pt x="1022140" y="21772"/>
                  </a:lnTo>
                  <a:lnTo>
                    <a:pt x="1055846" y="22901"/>
                  </a:lnTo>
                  <a:lnTo>
                    <a:pt x="1106625" y="24768"/>
                  </a:lnTo>
                  <a:lnTo>
                    <a:pt x="1174784" y="27528"/>
                  </a:lnTo>
                  <a:lnTo>
                    <a:pt x="1258926" y="31296"/>
                  </a:lnTo>
                  <a:lnTo>
                    <a:pt x="1356250" y="36143"/>
                  </a:lnTo>
                  <a:lnTo>
                    <a:pt x="1463061" y="42094"/>
                  </a:lnTo>
                  <a:lnTo>
                    <a:pt x="1575351" y="49146"/>
                  </a:lnTo>
                  <a:lnTo>
                    <a:pt x="1689322" y="57277"/>
                  </a:lnTo>
                  <a:lnTo>
                    <a:pt x="1801752" y="66467"/>
                  </a:lnTo>
                  <a:lnTo>
                    <a:pt x="1910182" y="76709"/>
                  </a:lnTo>
                  <a:lnTo>
                    <a:pt x="2012946" y="88021"/>
                  </a:lnTo>
                  <a:lnTo>
                    <a:pt x="2109096" y="100453"/>
                  </a:lnTo>
                  <a:lnTo>
                    <a:pt x="2198269" y="114089"/>
                  </a:lnTo>
                  <a:lnTo>
                    <a:pt x="2280543" y="129046"/>
                  </a:lnTo>
                  <a:lnTo>
                    <a:pt x="2356308" y="145474"/>
                  </a:lnTo>
                  <a:lnTo>
                    <a:pt x="2426153" y="163551"/>
                  </a:lnTo>
                  <a:lnTo>
                    <a:pt x="2490784" y="183477"/>
                  </a:lnTo>
                  <a:lnTo>
                    <a:pt x="2550961" y="205461"/>
                  </a:lnTo>
                  <a:lnTo>
                    <a:pt x="2607448" y="229701"/>
                  </a:lnTo>
                  <a:lnTo>
                    <a:pt x="2660977" y="256353"/>
                  </a:lnTo>
                  <a:lnTo>
                    <a:pt x="2702183" y="279500"/>
                  </a:lnTo>
                  <a:lnTo>
                    <a:pt x="2755146" y="312708"/>
                  </a:lnTo>
                  <a:lnTo>
                    <a:pt x="2806612" y="348783"/>
                  </a:lnTo>
                  <a:lnTo>
                    <a:pt x="2857061" y="387780"/>
                  </a:lnTo>
                  <a:lnTo>
                    <a:pt x="2906863" y="429685"/>
                  </a:lnTo>
                  <a:lnTo>
                    <a:pt x="2956297" y="474409"/>
                  </a:lnTo>
                  <a:lnTo>
                    <a:pt x="3005567" y="521783"/>
                  </a:lnTo>
                  <a:lnTo>
                    <a:pt x="3054808" y="571552"/>
                  </a:lnTo>
                  <a:lnTo>
                    <a:pt x="3104101" y="623379"/>
                  </a:lnTo>
                  <a:lnTo>
                    <a:pt x="3153478" y="676853"/>
                  </a:lnTo>
                  <a:lnTo>
                    <a:pt x="3202938" y="731496"/>
                  </a:lnTo>
                  <a:lnTo>
                    <a:pt x="3252449" y="786788"/>
                  </a:lnTo>
                  <a:lnTo>
                    <a:pt x="3301968" y="842177"/>
                  </a:lnTo>
                  <a:lnTo>
                    <a:pt x="3351450" y="897111"/>
                  </a:lnTo>
                  <a:lnTo>
                    <a:pt x="3400859" y="951055"/>
                  </a:lnTo>
                  <a:lnTo>
                    <a:pt x="3450180" y="1003514"/>
                  </a:lnTo>
                  <a:lnTo>
                    <a:pt x="3499433" y="1054052"/>
                  </a:lnTo>
                  <a:lnTo>
                    <a:pt x="3548679" y="1102305"/>
                  </a:lnTo>
                  <a:lnTo>
                    <a:pt x="3598036" y="1147989"/>
                  </a:lnTo>
                  <a:lnTo>
                    <a:pt x="3647680" y="1190904"/>
                  </a:lnTo>
                  <a:lnTo>
                    <a:pt x="3697863" y="1230933"/>
                  </a:lnTo>
                  <a:lnTo>
                    <a:pt x="3748922" y="1268037"/>
                  </a:lnTo>
                  <a:lnTo>
                    <a:pt x="3801293" y="1302247"/>
                  </a:lnTo>
                  <a:lnTo>
                    <a:pt x="3820202" y="1313652"/>
                  </a:lnTo>
                  <a:lnTo>
                    <a:pt x="3871837" y="1342290"/>
                  </a:lnTo>
                  <a:lnTo>
                    <a:pt x="3925898" y="1368453"/>
                  </a:lnTo>
                  <a:lnTo>
                    <a:pt x="3983059" y="1392231"/>
                  </a:lnTo>
                  <a:lnTo>
                    <a:pt x="4044059" y="1413789"/>
                  </a:lnTo>
                  <a:lnTo>
                    <a:pt x="4109666" y="1433331"/>
                  </a:lnTo>
                  <a:lnTo>
                    <a:pt x="4180634" y="1451066"/>
                  </a:lnTo>
                  <a:lnTo>
                    <a:pt x="4257650" y="1467188"/>
                  </a:lnTo>
                  <a:lnTo>
                    <a:pt x="4341271" y="1481872"/>
                  </a:lnTo>
                  <a:lnTo>
                    <a:pt x="4431836" y="1495260"/>
                  </a:lnTo>
                  <a:lnTo>
                    <a:pt x="4529345" y="1507465"/>
                  </a:lnTo>
                  <a:lnTo>
                    <a:pt x="4633331" y="1518561"/>
                  </a:lnTo>
                  <a:lnTo>
                    <a:pt x="4742712" y="1528594"/>
                  </a:lnTo>
                  <a:lnTo>
                    <a:pt x="4855669" y="1537574"/>
                  </a:lnTo>
                  <a:lnTo>
                    <a:pt x="4969585" y="1545493"/>
                  </a:lnTo>
                  <a:lnTo>
                    <a:pt x="5081103" y="1552328"/>
                  </a:lnTo>
                  <a:lnTo>
                    <a:pt x="5186347" y="1558059"/>
                  </a:lnTo>
                  <a:lnTo>
                    <a:pt x="5281326" y="1562688"/>
                  </a:lnTo>
                  <a:lnTo>
                    <a:pt x="5362478" y="1566249"/>
                  </a:lnTo>
                  <a:lnTo>
                    <a:pt x="5427245" y="1568821"/>
                  </a:lnTo>
                  <a:lnTo>
                    <a:pt x="5474551" y="1570528"/>
                  </a:lnTo>
                  <a:lnTo>
                    <a:pt x="5505059" y="1571532"/>
                  </a:lnTo>
                  <a:lnTo>
                    <a:pt x="5521174" y="1572017"/>
                  </a:lnTo>
                  <a:lnTo>
                    <a:pt x="5526864" y="1572175"/>
                  </a:lnTo>
                  <a:lnTo>
                    <a:pt x="5527445" y="1572190"/>
                  </a:lnTo>
                  <a:lnTo>
                    <a:pt x="6522385" y="1572190"/>
                  </a:lnTo>
                  <a:lnTo>
                    <a:pt x="6523522" y="1572188"/>
                  </a:lnTo>
                  <a:lnTo>
                    <a:pt x="6531021" y="1572179"/>
                  </a:lnTo>
                  <a:lnTo>
                    <a:pt x="6550025" y="1572154"/>
                  </a:lnTo>
                  <a:lnTo>
                    <a:pt x="6584251" y="1572103"/>
                  </a:lnTo>
                  <a:lnTo>
                    <a:pt x="6635767" y="1572020"/>
                  </a:lnTo>
                  <a:lnTo>
                    <a:pt x="6704844" y="1571896"/>
                  </a:lnTo>
                  <a:lnTo>
                    <a:pt x="6790008" y="1571728"/>
                  </a:lnTo>
                  <a:lnTo>
                    <a:pt x="6888368" y="1571512"/>
                  </a:lnTo>
                  <a:lnTo>
                    <a:pt x="6996141" y="1571247"/>
                  </a:lnTo>
                  <a:lnTo>
                    <a:pt x="7109252" y="1570933"/>
                  </a:lnTo>
                  <a:lnTo>
                    <a:pt x="7223859" y="1570571"/>
                  </a:lnTo>
                  <a:lnTo>
                    <a:pt x="7336730" y="1570162"/>
                  </a:lnTo>
                  <a:lnTo>
                    <a:pt x="7445416" y="1569706"/>
                  </a:lnTo>
                  <a:lnTo>
                    <a:pt x="7548278" y="1569203"/>
                  </a:lnTo>
                  <a:lnTo>
                    <a:pt x="7644403" y="1568650"/>
                  </a:lnTo>
                  <a:lnTo>
                    <a:pt x="7733464" y="1568043"/>
                  </a:lnTo>
                  <a:lnTo>
                    <a:pt x="7815572" y="1567376"/>
                  </a:lnTo>
                  <a:lnTo>
                    <a:pt x="7891147" y="1566644"/>
                  </a:lnTo>
                  <a:lnTo>
                    <a:pt x="7960803" y="1565837"/>
                  </a:lnTo>
                  <a:lnTo>
                    <a:pt x="8025268" y="1564947"/>
                  </a:lnTo>
                  <a:lnTo>
                    <a:pt x="8085316" y="1563965"/>
                  </a:lnTo>
                  <a:lnTo>
                    <a:pt x="8141723" y="1562882"/>
                  </a:lnTo>
                  <a:lnTo>
                    <a:pt x="8195225" y="1561691"/>
                  </a:lnTo>
                  <a:lnTo>
                    <a:pt x="8229629" y="1560835"/>
                  </a:lnTo>
                  <a:lnTo>
                    <a:pt x="8291258" y="1559121"/>
                  </a:lnTo>
                  <a:lnTo>
                    <a:pt x="8350966" y="1557236"/>
                  </a:lnTo>
                  <a:lnTo>
                    <a:pt x="8409468" y="1555175"/>
                  </a:lnTo>
                  <a:lnTo>
                    <a:pt x="8467289" y="1552943"/>
                  </a:lnTo>
                  <a:lnTo>
                    <a:pt x="8524803" y="1550549"/>
                  </a:lnTo>
                  <a:lnTo>
                    <a:pt x="8582250" y="1548009"/>
                  </a:lnTo>
                  <a:lnTo>
                    <a:pt x="8639765" y="1545345"/>
                  </a:lnTo>
                  <a:lnTo>
                    <a:pt x="8697397" y="1542589"/>
                  </a:lnTo>
                  <a:lnTo>
                    <a:pt x="8755129" y="1539772"/>
                  </a:lnTo>
                  <a:lnTo>
                    <a:pt x="8812903" y="1536933"/>
                  </a:lnTo>
                  <a:lnTo>
                    <a:pt x="8870646" y="1534110"/>
                  </a:lnTo>
                  <a:lnTo>
                    <a:pt x="8928297" y="1531341"/>
                  </a:lnTo>
                  <a:lnTo>
                    <a:pt x="8985830" y="1528661"/>
                  </a:lnTo>
                  <a:lnTo>
                    <a:pt x="9043281" y="1526100"/>
                  </a:lnTo>
                  <a:lnTo>
                    <a:pt x="9100771" y="1523681"/>
                  </a:lnTo>
                  <a:lnTo>
                    <a:pt x="9158522" y="1521422"/>
                  </a:lnTo>
                  <a:lnTo>
                    <a:pt x="9216884" y="1519334"/>
                  </a:lnTo>
                  <a:lnTo>
                    <a:pt x="9276356" y="1517420"/>
                  </a:lnTo>
                  <a:lnTo>
                    <a:pt x="9337620" y="1515679"/>
                  </a:lnTo>
                  <a:lnTo>
                    <a:pt x="9347647" y="1515416"/>
                  </a:lnTo>
                  <a:lnTo>
                    <a:pt x="9399582" y="1514152"/>
                  </a:lnTo>
                  <a:lnTo>
                    <a:pt x="9453974" y="1512997"/>
                  </a:lnTo>
                  <a:lnTo>
                    <a:pt x="9511509" y="1511948"/>
                  </a:lnTo>
                  <a:lnTo>
                    <a:pt x="9572940" y="1510998"/>
                  </a:lnTo>
                  <a:lnTo>
                    <a:pt x="9639048" y="1510137"/>
                  </a:lnTo>
                  <a:lnTo>
                    <a:pt x="9710598" y="1509356"/>
                  </a:lnTo>
                  <a:lnTo>
                    <a:pt x="9788287" y="1508646"/>
                  </a:lnTo>
                  <a:lnTo>
                    <a:pt x="9872676" y="1508000"/>
                  </a:lnTo>
                  <a:lnTo>
                    <a:pt x="9964094" y="1507412"/>
                  </a:lnTo>
                  <a:lnTo>
                    <a:pt x="10062524" y="1506875"/>
                  </a:lnTo>
                  <a:lnTo>
                    <a:pt x="10167460" y="1506388"/>
                  </a:lnTo>
                  <a:lnTo>
                    <a:pt x="10277760" y="1505948"/>
                  </a:lnTo>
                  <a:lnTo>
                    <a:pt x="10391521" y="1505555"/>
                  </a:lnTo>
                  <a:lnTo>
                    <a:pt x="10506025" y="1505208"/>
                  </a:lnTo>
                  <a:lnTo>
                    <a:pt x="10617806" y="1504910"/>
                  </a:lnTo>
                  <a:lnTo>
                    <a:pt x="10722896" y="1504662"/>
                  </a:lnTo>
                  <a:lnTo>
                    <a:pt x="10817252" y="1504462"/>
                  </a:lnTo>
                  <a:lnTo>
                    <a:pt x="10897320" y="1504309"/>
                  </a:lnTo>
                  <a:lnTo>
                    <a:pt x="10960633" y="1504200"/>
                  </a:lnTo>
                  <a:lnTo>
                    <a:pt x="11006273" y="1504128"/>
                  </a:lnTo>
                  <a:lnTo>
                    <a:pt x="11035116" y="1504087"/>
                  </a:lnTo>
                  <a:lnTo>
                    <a:pt x="11049803" y="1504068"/>
                  </a:lnTo>
                  <a:lnTo>
                    <a:pt x="11054548" y="1504062"/>
                  </a:lnTo>
                  <a:lnTo>
                    <a:pt x="11054891" y="1504061"/>
                  </a:lnTo>
                  <a:lnTo>
                    <a:pt x="12049831" y="1504061"/>
                  </a:lnTo>
                  <a:lnTo>
                    <a:pt x="12049831" y="1483099"/>
                  </a:lnTo>
                  <a:lnTo>
                    <a:pt x="11054891" y="1483099"/>
                  </a:lnTo>
                  <a:lnTo>
                    <a:pt x="11053755" y="1483100"/>
                  </a:lnTo>
                  <a:lnTo>
                    <a:pt x="11046255" y="1483110"/>
                  </a:lnTo>
                  <a:lnTo>
                    <a:pt x="11027251" y="1483135"/>
                  </a:lnTo>
                  <a:lnTo>
                    <a:pt x="10993026" y="1483186"/>
                  </a:lnTo>
                  <a:lnTo>
                    <a:pt x="10941509" y="1483269"/>
                  </a:lnTo>
                  <a:lnTo>
                    <a:pt x="10872433" y="1483392"/>
                  </a:lnTo>
                  <a:lnTo>
                    <a:pt x="10787269" y="1483560"/>
                  </a:lnTo>
                  <a:lnTo>
                    <a:pt x="10688909" y="1483776"/>
                  </a:lnTo>
                  <a:lnTo>
                    <a:pt x="10581135" y="1484042"/>
                  </a:lnTo>
                  <a:lnTo>
                    <a:pt x="10468025" y="1484356"/>
                  </a:lnTo>
                  <a:lnTo>
                    <a:pt x="10353417" y="1484718"/>
                  </a:lnTo>
                  <a:lnTo>
                    <a:pt x="10240547" y="1485127"/>
                  </a:lnTo>
                  <a:lnTo>
                    <a:pt x="10131861" y="1485582"/>
                  </a:lnTo>
                  <a:lnTo>
                    <a:pt x="10028998" y="1486086"/>
                  </a:lnTo>
                  <a:lnTo>
                    <a:pt x="9932873" y="1486639"/>
                  </a:lnTo>
                  <a:lnTo>
                    <a:pt x="9843813" y="1487246"/>
                  </a:lnTo>
                  <a:lnTo>
                    <a:pt x="9761705" y="1487913"/>
                  </a:lnTo>
                  <a:lnTo>
                    <a:pt x="9686130" y="1488645"/>
                  </a:lnTo>
                  <a:lnTo>
                    <a:pt x="9616473" y="1489452"/>
                  </a:lnTo>
                  <a:lnTo>
                    <a:pt x="9552009" y="1490341"/>
                  </a:lnTo>
                  <a:lnTo>
                    <a:pt x="9491961" y="1491323"/>
                  </a:lnTo>
                  <a:lnTo>
                    <a:pt x="9435554" y="1492407"/>
                  </a:lnTo>
                  <a:lnTo>
                    <a:pt x="9382052" y="1493598"/>
                  </a:lnTo>
                  <a:lnTo>
                    <a:pt x="9347647" y="1494454"/>
                  </a:lnTo>
                  <a:lnTo>
                    <a:pt x="9286018" y="1496167"/>
                  </a:lnTo>
                  <a:lnTo>
                    <a:pt x="9226311" y="1498053"/>
                  </a:lnTo>
                  <a:lnTo>
                    <a:pt x="9167809" y="1500114"/>
                  </a:lnTo>
                  <a:lnTo>
                    <a:pt x="9109987" y="1502346"/>
                  </a:lnTo>
                  <a:lnTo>
                    <a:pt x="9052474" y="1504740"/>
                  </a:lnTo>
                  <a:lnTo>
                    <a:pt x="8995027" y="1507280"/>
                  </a:lnTo>
                  <a:lnTo>
                    <a:pt x="8937511" y="1509943"/>
                  </a:lnTo>
                  <a:lnTo>
                    <a:pt x="8879879" y="1512700"/>
                  </a:lnTo>
                  <a:lnTo>
                    <a:pt x="8822147" y="1515517"/>
                  </a:lnTo>
                  <a:lnTo>
                    <a:pt x="8764373" y="1518356"/>
                  </a:lnTo>
                  <a:lnTo>
                    <a:pt x="8706630" y="1521178"/>
                  </a:lnTo>
                  <a:lnTo>
                    <a:pt x="8648980" y="1523947"/>
                  </a:lnTo>
                  <a:lnTo>
                    <a:pt x="8591447" y="1526627"/>
                  </a:lnTo>
                  <a:lnTo>
                    <a:pt x="8533995" y="1529189"/>
                  </a:lnTo>
                  <a:lnTo>
                    <a:pt x="8476506" y="1531608"/>
                  </a:lnTo>
                  <a:lnTo>
                    <a:pt x="8418755" y="1533867"/>
                  </a:lnTo>
                  <a:lnTo>
                    <a:pt x="8360393" y="1535955"/>
                  </a:lnTo>
                  <a:lnTo>
                    <a:pt x="8300921" y="1537869"/>
                  </a:lnTo>
                  <a:lnTo>
                    <a:pt x="8239656" y="1539610"/>
                  </a:lnTo>
                  <a:lnTo>
                    <a:pt x="8229629" y="1539872"/>
                  </a:lnTo>
                  <a:lnTo>
                    <a:pt x="8177694" y="1541137"/>
                  </a:lnTo>
                  <a:lnTo>
                    <a:pt x="8123302" y="1542292"/>
                  </a:lnTo>
                  <a:lnTo>
                    <a:pt x="8065768" y="1543340"/>
                  </a:lnTo>
                  <a:lnTo>
                    <a:pt x="8004337" y="1544291"/>
                  </a:lnTo>
                  <a:lnTo>
                    <a:pt x="7938229" y="1545152"/>
                  </a:lnTo>
                  <a:lnTo>
                    <a:pt x="7866679" y="1545933"/>
                  </a:lnTo>
                  <a:lnTo>
                    <a:pt x="7788989" y="1546642"/>
                  </a:lnTo>
                  <a:lnTo>
                    <a:pt x="7704601" y="1547288"/>
                  </a:lnTo>
                  <a:lnTo>
                    <a:pt x="7613182" y="1547877"/>
                  </a:lnTo>
                  <a:lnTo>
                    <a:pt x="7514752" y="1548413"/>
                  </a:lnTo>
                  <a:lnTo>
                    <a:pt x="7409816" y="1548901"/>
                  </a:lnTo>
                  <a:lnTo>
                    <a:pt x="7299516" y="1549341"/>
                  </a:lnTo>
                  <a:lnTo>
                    <a:pt x="7185755" y="1549734"/>
                  </a:lnTo>
                  <a:lnTo>
                    <a:pt x="7071252" y="1550080"/>
                  </a:lnTo>
                  <a:lnTo>
                    <a:pt x="6959470" y="1550378"/>
                  </a:lnTo>
                  <a:lnTo>
                    <a:pt x="6854380" y="1550627"/>
                  </a:lnTo>
                  <a:lnTo>
                    <a:pt x="6760025" y="1550827"/>
                  </a:lnTo>
                  <a:lnTo>
                    <a:pt x="6679956" y="1550980"/>
                  </a:lnTo>
                  <a:lnTo>
                    <a:pt x="6616643" y="1551089"/>
                  </a:lnTo>
                  <a:lnTo>
                    <a:pt x="6571003" y="1551161"/>
                  </a:lnTo>
                  <a:lnTo>
                    <a:pt x="6542160" y="1551202"/>
                  </a:lnTo>
                  <a:lnTo>
                    <a:pt x="6527473" y="1551221"/>
                  </a:lnTo>
                  <a:lnTo>
                    <a:pt x="6522729" y="1551227"/>
                  </a:lnTo>
                  <a:lnTo>
                    <a:pt x="6522385" y="1551227"/>
                  </a:lnTo>
                  <a:lnTo>
                    <a:pt x="5527445" y="1551227"/>
                  </a:lnTo>
                  <a:lnTo>
                    <a:pt x="5526328" y="1551198"/>
                  </a:lnTo>
                  <a:lnTo>
                    <a:pt x="5518950" y="1550991"/>
                  </a:lnTo>
                  <a:lnTo>
                    <a:pt x="5500245" y="1550417"/>
                  </a:lnTo>
                  <a:lnTo>
                    <a:pt x="5466539" y="1549288"/>
                  </a:lnTo>
                  <a:lnTo>
                    <a:pt x="5415760" y="1547421"/>
                  </a:lnTo>
                  <a:lnTo>
                    <a:pt x="5347601" y="1544661"/>
                  </a:lnTo>
                  <a:lnTo>
                    <a:pt x="5263459" y="1540893"/>
                  </a:lnTo>
                  <a:lnTo>
                    <a:pt x="5166135" y="1536047"/>
                  </a:lnTo>
                  <a:lnTo>
                    <a:pt x="5059324" y="1530095"/>
                  </a:lnTo>
                  <a:lnTo>
                    <a:pt x="4947034" y="1523043"/>
                  </a:lnTo>
                  <a:lnTo>
                    <a:pt x="4833062" y="1514912"/>
                  </a:lnTo>
                  <a:lnTo>
                    <a:pt x="4720633" y="1505722"/>
                  </a:lnTo>
                  <a:lnTo>
                    <a:pt x="4612203" y="1495480"/>
                  </a:lnTo>
                  <a:lnTo>
                    <a:pt x="4509439" y="1484168"/>
                  </a:lnTo>
                  <a:lnTo>
                    <a:pt x="4413289" y="1471736"/>
                  </a:lnTo>
                  <a:lnTo>
                    <a:pt x="4324116" y="1458100"/>
                  </a:lnTo>
                  <a:lnTo>
                    <a:pt x="4241842" y="1443143"/>
                  </a:lnTo>
                  <a:lnTo>
                    <a:pt x="4166077" y="1426715"/>
                  </a:lnTo>
                  <a:lnTo>
                    <a:pt x="4096232" y="1408638"/>
                  </a:lnTo>
                  <a:lnTo>
                    <a:pt x="4031601" y="1388712"/>
                  </a:lnTo>
                  <a:lnTo>
                    <a:pt x="3971424" y="1366728"/>
                  </a:lnTo>
                  <a:lnTo>
                    <a:pt x="3914937" y="1342488"/>
                  </a:lnTo>
                  <a:lnTo>
                    <a:pt x="3861408" y="1315836"/>
                  </a:lnTo>
                  <a:lnTo>
                    <a:pt x="3820202" y="1292689"/>
                  </a:lnTo>
                  <a:lnTo>
                    <a:pt x="3767239" y="1259482"/>
                  </a:lnTo>
                  <a:lnTo>
                    <a:pt x="3715773" y="1223406"/>
                  </a:lnTo>
                  <a:lnTo>
                    <a:pt x="3665324" y="1184410"/>
                  </a:lnTo>
                  <a:lnTo>
                    <a:pt x="3615522" y="1142505"/>
                  </a:lnTo>
                  <a:lnTo>
                    <a:pt x="3566088" y="1097780"/>
                  </a:lnTo>
                  <a:lnTo>
                    <a:pt x="3516818" y="1050406"/>
                  </a:lnTo>
                  <a:lnTo>
                    <a:pt x="3467577" y="1000637"/>
                  </a:lnTo>
                  <a:lnTo>
                    <a:pt x="3418284" y="948810"/>
                  </a:lnTo>
                  <a:lnTo>
                    <a:pt x="3368907" y="895337"/>
                  </a:lnTo>
                  <a:lnTo>
                    <a:pt x="3319447" y="840693"/>
                  </a:lnTo>
                  <a:lnTo>
                    <a:pt x="3269936" y="785401"/>
                  </a:lnTo>
                  <a:lnTo>
                    <a:pt x="3220417" y="730012"/>
                  </a:lnTo>
                  <a:lnTo>
                    <a:pt x="3170935" y="675078"/>
                  </a:lnTo>
                  <a:lnTo>
                    <a:pt x="3121526" y="621134"/>
                  </a:lnTo>
                  <a:lnTo>
                    <a:pt x="3072205" y="568675"/>
                  </a:lnTo>
                  <a:lnTo>
                    <a:pt x="3022952" y="518137"/>
                  </a:lnTo>
                  <a:lnTo>
                    <a:pt x="2973706" y="469884"/>
                  </a:lnTo>
                  <a:lnTo>
                    <a:pt x="2924349" y="424200"/>
                  </a:lnTo>
                  <a:lnTo>
                    <a:pt x="2874705" y="381285"/>
                  </a:lnTo>
                  <a:lnTo>
                    <a:pt x="2824522" y="341256"/>
                  </a:lnTo>
                  <a:lnTo>
                    <a:pt x="2773463" y="304152"/>
                  </a:lnTo>
                  <a:lnTo>
                    <a:pt x="2721092" y="269942"/>
                  </a:lnTo>
                  <a:lnTo>
                    <a:pt x="2702183" y="258537"/>
                  </a:lnTo>
                  <a:lnTo>
                    <a:pt x="2650548" y="229900"/>
                  </a:lnTo>
                  <a:lnTo>
                    <a:pt x="2596487" y="203736"/>
                  </a:lnTo>
                  <a:lnTo>
                    <a:pt x="2539326" y="179959"/>
                  </a:lnTo>
                  <a:lnTo>
                    <a:pt x="2478326" y="158400"/>
                  </a:lnTo>
                  <a:lnTo>
                    <a:pt x="2412719" y="138858"/>
                  </a:lnTo>
                  <a:lnTo>
                    <a:pt x="2341751" y="121123"/>
                  </a:lnTo>
                  <a:lnTo>
                    <a:pt x="2264735" y="105001"/>
                  </a:lnTo>
                  <a:lnTo>
                    <a:pt x="2181114" y="90317"/>
                  </a:lnTo>
                  <a:lnTo>
                    <a:pt x="2090549" y="76929"/>
                  </a:lnTo>
                  <a:lnTo>
                    <a:pt x="1993040" y="64725"/>
                  </a:lnTo>
                  <a:lnTo>
                    <a:pt x="1889054" y="53628"/>
                  </a:lnTo>
                  <a:lnTo>
                    <a:pt x="1779673" y="43596"/>
                  </a:lnTo>
                  <a:lnTo>
                    <a:pt x="1666716" y="34615"/>
                  </a:lnTo>
                  <a:lnTo>
                    <a:pt x="1552800" y="26696"/>
                  </a:lnTo>
                  <a:lnTo>
                    <a:pt x="1441282" y="19862"/>
                  </a:lnTo>
                  <a:lnTo>
                    <a:pt x="1336038" y="14130"/>
                  </a:lnTo>
                  <a:lnTo>
                    <a:pt x="1241059" y="9501"/>
                  </a:lnTo>
                  <a:lnTo>
                    <a:pt x="1159907" y="5940"/>
                  </a:lnTo>
                  <a:lnTo>
                    <a:pt x="1095140" y="3368"/>
                  </a:lnTo>
                  <a:lnTo>
                    <a:pt x="1047834" y="1661"/>
                  </a:lnTo>
                  <a:lnTo>
                    <a:pt x="1017326" y="657"/>
                  </a:lnTo>
                  <a:lnTo>
                    <a:pt x="1001211" y="172"/>
                  </a:lnTo>
                  <a:lnTo>
                    <a:pt x="995521" y="1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13" name="pl312"/>
            <p:cNvSpPr/>
            <p:nvPr/>
          </p:nvSpPr>
          <p:spPr>
            <a:xfrm>
              <a:off x="1199187" y="2735446"/>
              <a:ext cx="12049831" cy="1551227"/>
            </a:xfrm>
            <a:custGeom>
              <a:avLst/>
              <a:pathLst>
                <a:path w="12049831" h="1551227">
                  <a:moveTo>
                    <a:pt x="0" y="0"/>
                  </a:moveTo>
                  <a:lnTo>
                    <a:pt x="994940" y="0"/>
                  </a:lnTo>
                  <a:lnTo>
                    <a:pt x="996057" y="29"/>
                  </a:lnTo>
                  <a:lnTo>
                    <a:pt x="1003435" y="236"/>
                  </a:lnTo>
                  <a:lnTo>
                    <a:pt x="1022140" y="809"/>
                  </a:lnTo>
                  <a:lnTo>
                    <a:pt x="1055846" y="1939"/>
                  </a:lnTo>
                  <a:lnTo>
                    <a:pt x="1106625" y="3806"/>
                  </a:lnTo>
                  <a:lnTo>
                    <a:pt x="1174784" y="6566"/>
                  </a:lnTo>
                  <a:lnTo>
                    <a:pt x="1258926" y="10334"/>
                  </a:lnTo>
                  <a:lnTo>
                    <a:pt x="1356250" y="15180"/>
                  </a:lnTo>
                  <a:lnTo>
                    <a:pt x="1463061" y="21132"/>
                  </a:lnTo>
                  <a:lnTo>
                    <a:pt x="1575351" y="28184"/>
                  </a:lnTo>
                  <a:lnTo>
                    <a:pt x="1689322" y="36315"/>
                  </a:lnTo>
                  <a:lnTo>
                    <a:pt x="1801752" y="45505"/>
                  </a:lnTo>
                  <a:lnTo>
                    <a:pt x="1910182" y="55746"/>
                  </a:lnTo>
                  <a:lnTo>
                    <a:pt x="2012946" y="67059"/>
                  </a:lnTo>
                  <a:lnTo>
                    <a:pt x="2109096" y="79491"/>
                  </a:lnTo>
                  <a:lnTo>
                    <a:pt x="2198269" y="93127"/>
                  </a:lnTo>
                  <a:lnTo>
                    <a:pt x="2280543" y="108084"/>
                  </a:lnTo>
                  <a:lnTo>
                    <a:pt x="2356308" y="124512"/>
                  </a:lnTo>
                  <a:lnTo>
                    <a:pt x="2426153" y="142589"/>
                  </a:lnTo>
                  <a:lnTo>
                    <a:pt x="2490784" y="162515"/>
                  </a:lnTo>
                  <a:lnTo>
                    <a:pt x="2550961" y="184499"/>
                  </a:lnTo>
                  <a:lnTo>
                    <a:pt x="2607448" y="208738"/>
                  </a:lnTo>
                  <a:lnTo>
                    <a:pt x="2660977" y="235390"/>
                  </a:lnTo>
                  <a:lnTo>
                    <a:pt x="2702183" y="258537"/>
                  </a:lnTo>
                  <a:lnTo>
                    <a:pt x="2755146" y="291745"/>
                  </a:lnTo>
                  <a:lnTo>
                    <a:pt x="2806612" y="327820"/>
                  </a:lnTo>
                  <a:lnTo>
                    <a:pt x="2857061" y="366817"/>
                  </a:lnTo>
                  <a:lnTo>
                    <a:pt x="2906863" y="408722"/>
                  </a:lnTo>
                  <a:lnTo>
                    <a:pt x="2956297" y="453447"/>
                  </a:lnTo>
                  <a:lnTo>
                    <a:pt x="3005567" y="500821"/>
                  </a:lnTo>
                  <a:lnTo>
                    <a:pt x="3054808" y="550589"/>
                  </a:lnTo>
                  <a:lnTo>
                    <a:pt x="3104101" y="602417"/>
                  </a:lnTo>
                  <a:lnTo>
                    <a:pt x="3153478" y="655890"/>
                  </a:lnTo>
                  <a:lnTo>
                    <a:pt x="3202938" y="710534"/>
                  </a:lnTo>
                  <a:lnTo>
                    <a:pt x="3252449" y="765825"/>
                  </a:lnTo>
                  <a:lnTo>
                    <a:pt x="3301968" y="821215"/>
                  </a:lnTo>
                  <a:lnTo>
                    <a:pt x="3351450" y="876149"/>
                  </a:lnTo>
                  <a:lnTo>
                    <a:pt x="3400859" y="930093"/>
                  </a:lnTo>
                  <a:lnTo>
                    <a:pt x="3450180" y="982552"/>
                  </a:lnTo>
                  <a:lnTo>
                    <a:pt x="3499433" y="1033090"/>
                  </a:lnTo>
                  <a:lnTo>
                    <a:pt x="3548679" y="1081343"/>
                  </a:lnTo>
                  <a:lnTo>
                    <a:pt x="3598036" y="1127027"/>
                  </a:lnTo>
                  <a:lnTo>
                    <a:pt x="3647680" y="1169942"/>
                  </a:lnTo>
                  <a:lnTo>
                    <a:pt x="3697863" y="1209971"/>
                  </a:lnTo>
                  <a:lnTo>
                    <a:pt x="3748922" y="1247075"/>
                  </a:lnTo>
                  <a:lnTo>
                    <a:pt x="3801293" y="1281285"/>
                  </a:lnTo>
                  <a:lnTo>
                    <a:pt x="3820202" y="1292689"/>
                  </a:lnTo>
                  <a:lnTo>
                    <a:pt x="3871837" y="1321327"/>
                  </a:lnTo>
                  <a:lnTo>
                    <a:pt x="3925898" y="1347491"/>
                  </a:lnTo>
                  <a:lnTo>
                    <a:pt x="3983059" y="1371268"/>
                  </a:lnTo>
                  <a:lnTo>
                    <a:pt x="4044059" y="1392827"/>
                  </a:lnTo>
                  <a:lnTo>
                    <a:pt x="4109666" y="1412369"/>
                  </a:lnTo>
                  <a:lnTo>
                    <a:pt x="4180634" y="1430103"/>
                  </a:lnTo>
                  <a:lnTo>
                    <a:pt x="4257650" y="1446226"/>
                  </a:lnTo>
                  <a:lnTo>
                    <a:pt x="4341271" y="1460909"/>
                  </a:lnTo>
                  <a:lnTo>
                    <a:pt x="4431836" y="1474298"/>
                  </a:lnTo>
                  <a:lnTo>
                    <a:pt x="4529345" y="1486502"/>
                  </a:lnTo>
                  <a:lnTo>
                    <a:pt x="4633331" y="1497599"/>
                  </a:lnTo>
                  <a:lnTo>
                    <a:pt x="4742712" y="1507631"/>
                  </a:lnTo>
                  <a:lnTo>
                    <a:pt x="4855669" y="1516612"/>
                  </a:lnTo>
                  <a:lnTo>
                    <a:pt x="4969585" y="1524530"/>
                  </a:lnTo>
                  <a:lnTo>
                    <a:pt x="5081103" y="1531365"/>
                  </a:lnTo>
                  <a:lnTo>
                    <a:pt x="5186347" y="1537097"/>
                  </a:lnTo>
                  <a:lnTo>
                    <a:pt x="5281326" y="1541726"/>
                  </a:lnTo>
                  <a:lnTo>
                    <a:pt x="5362478" y="1545286"/>
                  </a:lnTo>
                  <a:lnTo>
                    <a:pt x="5427245" y="1547858"/>
                  </a:lnTo>
                  <a:lnTo>
                    <a:pt x="5474551" y="1549565"/>
                  </a:lnTo>
                  <a:lnTo>
                    <a:pt x="5505059" y="1550570"/>
                  </a:lnTo>
                  <a:lnTo>
                    <a:pt x="5521174" y="1551055"/>
                  </a:lnTo>
                  <a:lnTo>
                    <a:pt x="5526864" y="1551212"/>
                  </a:lnTo>
                  <a:lnTo>
                    <a:pt x="5527445" y="1551227"/>
                  </a:lnTo>
                  <a:lnTo>
                    <a:pt x="6522385" y="1551227"/>
                  </a:lnTo>
                  <a:lnTo>
                    <a:pt x="6523522" y="1551226"/>
                  </a:lnTo>
                  <a:lnTo>
                    <a:pt x="6531021" y="1551217"/>
                  </a:lnTo>
                  <a:lnTo>
                    <a:pt x="6550025" y="1551191"/>
                  </a:lnTo>
                  <a:lnTo>
                    <a:pt x="6584251" y="1551141"/>
                  </a:lnTo>
                  <a:lnTo>
                    <a:pt x="6635767" y="1551057"/>
                  </a:lnTo>
                  <a:lnTo>
                    <a:pt x="6704844" y="1550934"/>
                  </a:lnTo>
                  <a:lnTo>
                    <a:pt x="6790008" y="1550766"/>
                  </a:lnTo>
                  <a:lnTo>
                    <a:pt x="6888368" y="1550550"/>
                  </a:lnTo>
                  <a:lnTo>
                    <a:pt x="6996141" y="1550284"/>
                  </a:lnTo>
                  <a:lnTo>
                    <a:pt x="7109252" y="1549970"/>
                  </a:lnTo>
                  <a:lnTo>
                    <a:pt x="7223859" y="1549608"/>
                  </a:lnTo>
                  <a:lnTo>
                    <a:pt x="7336730" y="1549200"/>
                  </a:lnTo>
                  <a:lnTo>
                    <a:pt x="7445416" y="1548744"/>
                  </a:lnTo>
                  <a:lnTo>
                    <a:pt x="7548278" y="1548241"/>
                  </a:lnTo>
                  <a:lnTo>
                    <a:pt x="7644403" y="1547687"/>
                  </a:lnTo>
                  <a:lnTo>
                    <a:pt x="7733464" y="1547080"/>
                  </a:lnTo>
                  <a:lnTo>
                    <a:pt x="7815572" y="1546414"/>
                  </a:lnTo>
                  <a:lnTo>
                    <a:pt x="7891147" y="1545681"/>
                  </a:lnTo>
                  <a:lnTo>
                    <a:pt x="7960803" y="1544875"/>
                  </a:lnTo>
                  <a:lnTo>
                    <a:pt x="8025268" y="1543985"/>
                  </a:lnTo>
                  <a:lnTo>
                    <a:pt x="8085316" y="1543003"/>
                  </a:lnTo>
                  <a:lnTo>
                    <a:pt x="8141723" y="1541919"/>
                  </a:lnTo>
                  <a:lnTo>
                    <a:pt x="8195225" y="1540728"/>
                  </a:lnTo>
                  <a:lnTo>
                    <a:pt x="8229629" y="1539872"/>
                  </a:lnTo>
                  <a:lnTo>
                    <a:pt x="8291258" y="1538159"/>
                  </a:lnTo>
                  <a:lnTo>
                    <a:pt x="8350966" y="1536273"/>
                  </a:lnTo>
                  <a:lnTo>
                    <a:pt x="8409468" y="1534213"/>
                  </a:lnTo>
                  <a:lnTo>
                    <a:pt x="8467289" y="1531981"/>
                  </a:lnTo>
                  <a:lnTo>
                    <a:pt x="8524803" y="1529586"/>
                  </a:lnTo>
                  <a:lnTo>
                    <a:pt x="8582250" y="1527046"/>
                  </a:lnTo>
                  <a:lnTo>
                    <a:pt x="8639765" y="1524383"/>
                  </a:lnTo>
                  <a:lnTo>
                    <a:pt x="8697397" y="1521626"/>
                  </a:lnTo>
                  <a:lnTo>
                    <a:pt x="8755129" y="1518809"/>
                  </a:lnTo>
                  <a:lnTo>
                    <a:pt x="8812903" y="1515970"/>
                  </a:lnTo>
                  <a:lnTo>
                    <a:pt x="8870646" y="1513148"/>
                  </a:lnTo>
                  <a:lnTo>
                    <a:pt x="8928297" y="1510379"/>
                  </a:lnTo>
                  <a:lnTo>
                    <a:pt x="8985830" y="1507699"/>
                  </a:lnTo>
                  <a:lnTo>
                    <a:pt x="9043281" y="1505137"/>
                  </a:lnTo>
                  <a:lnTo>
                    <a:pt x="9100771" y="1502718"/>
                  </a:lnTo>
                  <a:lnTo>
                    <a:pt x="9158522" y="1500459"/>
                  </a:lnTo>
                  <a:lnTo>
                    <a:pt x="9216884" y="1498371"/>
                  </a:lnTo>
                  <a:lnTo>
                    <a:pt x="9276356" y="1496457"/>
                  </a:lnTo>
                  <a:lnTo>
                    <a:pt x="9337620" y="1494717"/>
                  </a:lnTo>
                  <a:lnTo>
                    <a:pt x="9347647" y="1494454"/>
                  </a:lnTo>
                  <a:lnTo>
                    <a:pt x="9399582" y="1493189"/>
                  </a:lnTo>
                  <a:lnTo>
                    <a:pt x="9453974" y="1492034"/>
                  </a:lnTo>
                  <a:lnTo>
                    <a:pt x="9511509" y="1490986"/>
                  </a:lnTo>
                  <a:lnTo>
                    <a:pt x="9572940" y="1490035"/>
                  </a:lnTo>
                  <a:lnTo>
                    <a:pt x="9639048" y="1489174"/>
                  </a:lnTo>
                  <a:lnTo>
                    <a:pt x="9710598" y="1488393"/>
                  </a:lnTo>
                  <a:lnTo>
                    <a:pt x="9788287" y="1487684"/>
                  </a:lnTo>
                  <a:lnTo>
                    <a:pt x="9872676" y="1487038"/>
                  </a:lnTo>
                  <a:lnTo>
                    <a:pt x="9964094" y="1486449"/>
                  </a:lnTo>
                  <a:lnTo>
                    <a:pt x="10062524" y="1485913"/>
                  </a:lnTo>
                  <a:lnTo>
                    <a:pt x="10167460" y="1485425"/>
                  </a:lnTo>
                  <a:lnTo>
                    <a:pt x="10277760" y="1484985"/>
                  </a:lnTo>
                  <a:lnTo>
                    <a:pt x="10391521" y="1484592"/>
                  </a:lnTo>
                  <a:lnTo>
                    <a:pt x="10506025" y="1484246"/>
                  </a:lnTo>
                  <a:lnTo>
                    <a:pt x="10617806" y="1483948"/>
                  </a:lnTo>
                  <a:lnTo>
                    <a:pt x="10722896" y="1483699"/>
                  </a:lnTo>
                  <a:lnTo>
                    <a:pt x="10817252" y="1483499"/>
                  </a:lnTo>
                  <a:lnTo>
                    <a:pt x="10897320" y="1483346"/>
                  </a:lnTo>
                  <a:lnTo>
                    <a:pt x="10960633" y="1483237"/>
                  </a:lnTo>
                  <a:lnTo>
                    <a:pt x="11006273" y="1483166"/>
                  </a:lnTo>
                  <a:lnTo>
                    <a:pt x="11035116" y="1483124"/>
                  </a:lnTo>
                  <a:lnTo>
                    <a:pt x="11049803" y="1483105"/>
                  </a:lnTo>
                  <a:lnTo>
                    <a:pt x="11054548" y="1483099"/>
                  </a:lnTo>
                  <a:lnTo>
                    <a:pt x="11054891" y="1483099"/>
                  </a:lnTo>
                  <a:lnTo>
                    <a:pt x="12049831" y="1483099"/>
                  </a:lnTo>
                  <a:lnTo>
                    <a:pt x="12049831" y="14830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4" name="pl313"/>
            <p:cNvSpPr/>
            <p:nvPr/>
          </p:nvSpPr>
          <p:spPr>
            <a:xfrm>
              <a:off x="1199187" y="2714483"/>
              <a:ext cx="12049831" cy="1551227"/>
            </a:xfrm>
            <a:custGeom>
              <a:avLst/>
              <a:pathLst>
                <a:path w="12049831" h="1551227">
                  <a:moveTo>
                    <a:pt x="12049831" y="1483099"/>
                  </a:moveTo>
                  <a:lnTo>
                    <a:pt x="11054891" y="1483099"/>
                  </a:lnTo>
                  <a:lnTo>
                    <a:pt x="11053755" y="1483100"/>
                  </a:lnTo>
                  <a:lnTo>
                    <a:pt x="11046255" y="1483110"/>
                  </a:lnTo>
                  <a:lnTo>
                    <a:pt x="11027251" y="1483135"/>
                  </a:lnTo>
                  <a:lnTo>
                    <a:pt x="10993026" y="1483186"/>
                  </a:lnTo>
                  <a:lnTo>
                    <a:pt x="10941509" y="1483269"/>
                  </a:lnTo>
                  <a:lnTo>
                    <a:pt x="10872433" y="1483392"/>
                  </a:lnTo>
                  <a:lnTo>
                    <a:pt x="10787269" y="1483560"/>
                  </a:lnTo>
                  <a:lnTo>
                    <a:pt x="10688909" y="1483776"/>
                  </a:lnTo>
                  <a:lnTo>
                    <a:pt x="10581135" y="1484042"/>
                  </a:lnTo>
                  <a:lnTo>
                    <a:pt x="10468025" y="1484356"/>
                  </a:lnTo>
                  <a:lnTo>
                    <a:pt x="10353417" y="1484718"/>
                  </a:lnTo>
                  <a:lnTo>
                    <a:pt x="10240547" y="1485127"/>
                  </a:lnTo>
                  <a:lnTo>
                    <a:pt x="10131861" y="1485582"/>
                  </a:lnTo>
                  <a:lnTo>
                    <a:pt x="10028998" y="1486086"/>
                  </a:lnTo>
                  <a:lnTo>
                    <a:pt x="9932873" y="1486639"/>
                  </a:lnTo>
                  <a:lnTo>
                    <a:pt x="9843813" y="1487246"/>
                  </a:lnTo>
                  <a:lnTo>
                    <a:pt x="9761705" y="1487913"/>
                  </a:lnTo>
                  <a:lnTo>
                    <a:pt x="9686130" y="1488645"/>
                  </a:lnTo>
                  <a:lnTo>
                    <a:pt x="9616473" y="1489452"/>
                  </a:lnTo>
                  <a:lnTo>
                    <a:pt x="9552009" y="1490341"/>
                  </a:lnTo>
                  <a:lnTo>
                    <a:pt x="9491961" y="1491323"/>
                  </a:lnTo>
                  <a:lnTo>
                    <a:pt x="9435554" y="1492407"/>
                  </a:lnTo>
                  <a:lnTo>
                    <a:pt x="9382052" y="1493598"/>
                  </a:lnTo>
                  <a:lnTo>
                    <a:pt x="9347647" y="1494454"/>
                  </a:lnTo>
                  <a:lnTo>
                    <a:pt x="9286018" y="1496167"/>
                  </a:lnTo>
                  <a:lnTo>
                    <a:pt x="9226311" y="1498053"/>
                  </a:lnTo>
                  <a:lnTo>
                    <a:pt x="9167809" y="1500114"/>
                  </a:lnTo>
                  <a:lnTo>
                    <a:pt x="9109987" y="1502346"/>
                  </a:lnTo>
                  <a:lnTo>
                    <a:pt x="9052474" y="1504740"/>
                  </a:lnTo>
                  <a:lnTo>
                    <a:pt x="8995027" y="1507280"/>
                  </a:lnTo>
                  <a:lnTo>
                    <a:pt x="8937511" y="1509943"/>
                  </a:lnTo>
                  <a:lnTo>
                    <a:pt x="8879879" y="1512700"/>
                  </a:lnTo>
                  <a:lnTo>
                    <a:pt x="8822147" y="1515517"/>
                  </a:lnTo>
                  <a:lnTo>
                    <a:pt x="8764373" y="1518356"/>
                  </a:lnTo>
                  <a:lnTo>
                    <a:pt x="8706630" y="1521178"/>
                  </a:lnTo>
                  <a:lnTo>
                    <a:pt x="8648980" y="1523947"/>
                  </a:lnTo>
                  <a:lnTo>
                    <a:pt x="8591447" y="1526627"/>
                  </a:lnTo>
                  <a:lnTo>
                    <a:pt x="8533995" y="1529189"/>
                  </a:lnTo>
                  <a:lnTo>
                    <a:pt x="8476506" y="1531608"/>
                  </a:lnTo>
                  <a:lnTo>
                    <a:pt x="8418755" y="1533867"/>
                  </a:lnTo>
                  <a:lnTo>
                    <a:pt x="8360393" y="1535955"/>
                  </a:lnTo>
                  <a:lnTo>
                    <a:pt x="8300921" y="1537869"/>
                  </a:lnTo>
                  <a:lnTo>
                    <a:pt x="8239656" y="1539610"/>
                  </a:lnTo>
                  <a:lnTo>
                    <a:pt x="8229629" y="1539872"/>
                  </a:lnTo>
                  <a:lnTo>
                    <a:pt x="8177694" y="1541137"/>
                  </a:lnTo>
                  <a:lnTo>
                    <a:pt x="8123302" y="1542292"/>
                  </a:lnTo>
                  <a:lnTo>
                    <a:pt x="8065768" y="1543340"/>
                  </a:lnTo>
                  <a:lnTo>
                    <a:pt x="8004337" y="1544291"/>
                  </a:lnTo>
                  <a:lnTo>
                    <a:pt x="7938229" y="1545152"/>
                  </a:lnTo>
                  <a:lnTo>
                    <a:pt x="7866679" y="1545933"/>
                  </a:lnTo>
                  <a:lnTo>
                    <a:pt x="7788989" y="1546642"/>
                  </a:lnTo>
                  <a:lnTo>
                    <a:pt x="7704601" y="1547288"/>
                  </a:lnTo>
                  <a:lnTo>
                    <a:pt x="7613182" y="1547877"/>
                  </a:lnTo>
                  <a:lnTo>
                    <a:pt x="7514752" y="1548413"/>
                  </a:lnTo>
                  <a:lnTo>
                    <a:pt x="7409816" y="1548901"/>
                  </a:lnTo>
                  <a:lnTo>
                    <a:pt x="7299516" y="1549341"/>
                  </a:lnTo>
                  <a:lnTo>
                    <a:pt x="7185755" y="1549734"/>
                  </a:lnTo>
                  <a:lnTo>
                    <a:pt x="7071252" y="1550080"/>
                  </a:lnTo>
                  <a:lnTo>
                    <a:pt x="6959470" y="1550378"/>
                  </a:lnTo>
                  <a:lnTo>
                    <a:pt x="6854380" y="1550627"/>
                  </a:lnTo>
                  <a:lnTo>
                    <a:pt x="6760025" y="1550827"/>
                  </a:lnTo>
                  <a:lnTo>
                    <a:pt x="6679956" y="1550980"/>
                  </a:lnTo>
                  <a:lnTo>
                    <a:pt x="6616643" y="1551089"/>
                  </a:lnTo>
                  <a:lnTo>
                    <a:pt x="6571003" y="1551161"/>
                  </a:lnTo>
                  <a:lnTo>
                    <a:pt x="6542160" y="1551202"/>
                  </a:lnTo>
                  <a:lnTo>
                    <a:pt x="6527473" y="1551221"/>
                  </a:lnTo>
                  <a:lnTo>
                    <a:pt x="6522729" y="1551227"/>
                  </a:lnTo>
                  <a:lnTo>
                    <a:pt x="6522385" y="1551227"/>
                  </a:lnTo>
                  <a:lnTo>
                    <a:pt x="5527445" y="1551227"/>
                  </a:lnTo>
                  <a:lnTo>
                    <a:pt x="5526328" y="1551198"/>
                  </a:lnTo>
                  <a:lnTo>
                    <a:pt x="5518950" y="1550991"/>
                  </a:lnTo>
                  <a:lnTo>
                    <a:pt x="5500245" y="1550417"/>
                  </a:lnTo>
                  <a:lnTo>
                    <a:pt x="5466539" y="1549288"/>
                  </a:lnTo>
                  <a:lnTo>
                    <a:pt x="5415760" y="1547421"/>
                  </a:lnTo>
                  <a:lnTo>
                    <a:pt x="5347601" y="1544661"/>
                  </a:lnTo>
                  <a:lnTo>
                    <a:pt x="5263459" y="1540893"/>
                  </a:lnTo>
                  <a:lnTo>
                    <a:pt x="5166135" y="1536047"/>
                  </a:lnTo>
                  <a:lnTo>
                    <a:pt x="5059324" y="1530095"/>
                  </a:lnTo>
                  <a:lnTo>
                    <a:pt x="4947034" y="1523043"/>
                  </a:lnTo>
                  <a:lnTo>
                    <a:pt x="4833062" y="1514912"/>
                  </a:lnTo>
                  <a:lnTo>
                    <a:pt x="4720633" y="1505722"/>
                  </a:lnTo>
                  <a:lnTo>
                    <a:pt x="4612203" y="1495480"/>
                  </a:lnTo>
                  <a:lnTo>
                    <a:pt x="4509439" y="1484168"/>
                  </a:lnTo>
                  <a:lnTo>
                    <a:pt x="4413289" y="1471736"/>
                  </a:lnTo>
                  <a:lnTo>
                    <a:pt x="4324116" y="1458100"/>
                  </a:lnTo>
                  <a:lnTo>
                    <a:pt x="4241842" y="1443143"/>
                  </a:lnTo>
                  <a:lnTo>
                    <a:pt x="4166077" y="1426715"/>
                  </a:lnTo>
                  <a:lnTo>
                    <a:pt x="4096232" y="1408638"/>
                  </a:lnTo>
                  <a:lnTo>
                    <a:pt x="4031601" y="1388712"/>
                  </a:lnTo>
                  <a:lnTo>
                    <a:pt x="3971424" y="1366728"/>
                  </a:lnTo>
                  <a:lnTo>
                    <a:pt x="3914937" y="1342488"/>
                  </a:lnTo>
                  <a:lnTo>
                    <a:pt x="3861408" y="1315836"/>
                  </a:lnTo>
                  <a:lnTo>
                    <a:pt x="3820202" y="1292689"/>
                  </a:lnTo>
                  <a:lnTo>
                    <a:pt x="3767239" y="1259482"/>
                  </a:lnTo>
                  <a:lnTo>
                    <a:pt x="3715773" y="1223406"/>
                  </a:lnTo>
                  <a:lnTo>
                    <a:pt x="3665324" y="1184410"/>
                  </a:lnTo>
                  <a:lnTo>
                    <a:pt x="3615522" y="1142505"/>
                  </a:lnTo>
                  <a:lnTo>
                    <a:pt x="3566088" y="1097780"/>
                  </a:lnTo>
                  <a:lnTo>
                    <a:pt x="3516818" y="1050406"/>
                  </a:lnTo>
                  <a:lnTo>
                    <a:pt x="3467577" y="1000637"/>
                  </a:lnTo>
                  <a:lnTo>
                    <a:pt x="3418284" y="948810"/>
                  </a:lnTo>
                  <a:lnTo>
                    <a:pt x="3368907" y="895337"/>
                  </a:lnTo>
                  <a:lnTo>
                    <a:pt x="3319447" y="840693"/>
                  </a:lnTo>
                  <a:lnTo>
                    <a:pt x="3269936" y="785401"/>
                  </a:lnTo>
                  <a:lnTo>
                    <a:pt x="3220417" y="730012"/>
                  </a:lnTo>
                  <a:lnTo>
                    <a:pt x="3170935" y="675078"/>
                  </a:lnTo>
                  <a:lnTo>
                    <a:pt x="3121526" y="621134"/>
                  </a:lnTo>
                  <a:lnTo>
                    <a:pt x="3072205" y="568675"/>
                  </a:lnTo>
                  <a:lnTo>
                    <a:pt x="3022952" y="518137"/>
                  </a:lnTo>
                  <a:lnTo>
                    <a:pt x="2973706" y="469884"/>
                  </a:lnTo>
                  <a:lnTo>
                    <a:pt x="2924349" y="424200"/>
                  </a:lnTo>
                  <a:lnTo>
                    <a:pt x="2874705" y="381285"/>
                  </a:lnTo>
                  <a:lnTo>
                    <a:pt x="2824522" y="341256"/>
                  </a:lnTo>
                  <a:lnTo>
                    <a:pt x="2773463" y="304152"/>
                  </a:lnTo>
                  <a:lnTo>
                    <a:pt x="2721092" y="269942"/>
                  </a:lnTo>
                  <a:lnTo>
                    <a:pt x="2702183" y="258537"/>
                  </a:lnTo>
                  <a:lnTo>
                    <a:pt x="2650548" y="229900"/>
                  </a:lnTo>
                  <a:lnTo>
                    <a:pt x="2596487" y="203736"/>
                  </a:lnTo>
                  <a:lnTo>
                    <a:pt x="2539326" y="179959"/>
                  </a:lnTo>
                  <a:lnTo>
                    <a:pt x="2478326" y="158400"/>
                  </a:lnTo>
                  <a:lnTo>
                    <a:pt x="2412719" y="138858"/>
                  </a:lnTo>
                  <a:lnTo>
                    <a:pt x="2341751" y="121123"/>
                  </a:lnTo>
                  <a:lnTo>
                    <a:pt x="2264735" y="105001"/>
                  </a:lnTo>
                  <a:lnTo>
                    <a:pt x="2181114" y="90317"/>
                  </a:lnTo>
                  <a:lnTo>
                    <a:pt x="2090549" y="76929"/>
                  </a:lnTo>
                  <a:lnTo>
                    <a:pt x="1993040" y="64725"/>
                  </a:lnTo>
                  <a:lnTo>
                    <a:pt x="1889054" y="53628"/>
                  </a:lnTo>
                  <a:lnTo>
                    <a:pt x="1779673" y="43596"/>
                  </a:lnTo>
                  <a:lnTo>
                    <a:pt x="1666716" y="34615"/>
                  </a:lnTo>
                  <a:lnTo>
                    <a:pt x="1552800" y="26696"/>
                  </a:lnTo>
                  <a:lnTo>
                    <a:pt x="1441282" y="19862"/>
                  </a:lnTo>
                  <a:lnTo>
                    <a:pt x="1336038" y="14130"/>
                  </a:lnTo>
                  <a:lnTo>
                    <a:pt x="1241059" y="9501"/>
                  </a:lnTo>
                  <a:lnTo>
                    <a:pt x="1159907" y="5940"/>
                  </a:lnTo>
                  <a:lnTo>
                    <a:pt x="1095140" y="3368"/>
                  </a:lnTo>
                  <a:lnTo>
                    <a:pt x="1047834" y="1661"/>
                  </a:lnTo>
                  <a:lnTo>
                    <a:pt x="1017326" y="657"/>
                  </a:lnTo>
                  <a:lnTo>
                    <a:pt x="1001211" y="172"/>
                  </a:lnTo>
                  <a:lnTo>
                    <a:pt x="995521" y="1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5" name="pg314"/>
            <p:cNvSpPr/>
            <p:nvPr/>
          </p:nvSpPr>
          <p:spPr>
            <a:xfrm>
              <a:off x="1199187" y="2735446"/>
              <a:ext cx="12049831" cy="2195825"/>
            </a:xfrm>
            <a:custGeom>
              <a:avLst/>
              <a:pathLst>
                <a:path w="12049831" h="2195825">
                  <a:moveTo>
                    <a:pt x="0" y="20962"/>
                  </a:moveTo>
                  <a:lnTo>
                    <a:pt x="994940" y="20962"/>
                  </a:lnTo>
                  <a:lnTo>
                    <a:pt x="996057" y="20991"/>
                  </a:lnTo>
                  <a:lnTo>
                    <a:pt x="1003433" y="21200"/>
                  </a:lnTo>
                  <a:lnTo>
                    <a:pt x="1022134" y="21777"/>
                  </a:lnTo>
                  <a:lnTo>
                    <a:pt x="1055834" y="22914"/>
                  </a:lnTo>
                  <a:lnTo>
                    <a:pt x="1106602" y="24793"/>
                  </a:lnTo>
                  <a:lnTo>
                    <a:pt x="1174749" y="27571"/>
                  </a:lnTo>
                  <a:lnTo>
                    <a:pt x="1258877" y="31364"/>
                  </a:lnTo>
                  <a:lnTo>
                    <a:pt x="1356187" y="36242"/>
                  </a:lnTo>
                  <a:lnTo>
                    <a:pt x="1462985" y="42233"/>
                  </a:lnTo>
                  <a:lnTo>
                    <a:pt x="1575265" y="49331"/>
                  </a:lnTo>
                  <a:lnTo>
                    <a:pt x="1689227" y="57516"/>
                  </a:lnTo>
                  <a:lnTo>
                    <a:pt x="1801651" y="66766"/>
                  </a:lnTo>
                  <a:lnTo>
                    <a:pt x="1910077" y="77075"/>
                  </a:lnTo>
                  <a:lnTo>
                    <a:pt x="2012840" y="88461"/>
                  </a:lnTo>
                  <a:lnTo>
                    <a:pt x="2108990" y="100976"/>
                  </a:lnTo>
                  <a:lnTo>
                    <a:pt x="2198165" y="114701"/>
                  </a:lnTo>
                  <a:lnTo>
                    <a:pt x="2280441" y="129756"/>
                  </a:lnTo>
                  <a:lnTo>
                    <a:pt x="2356209" y="146292"/>
                  </a:lnTo>
                  <a:lnTo>
                    <a:pt x="2426056" y="164487"/>
                  </a:lnTo>
                  <a:lnTo>
                    <a:pt x="2490690" y="184544"/>
                  </a:lnTo>
                  <a:lnTo>
                    <a:pt x="2550868" y="206671"/>
                  </a:lnTo>
                  <a:lnTo>
                    <a:pt x="2607357" y="231069"/>
                  </a:lnTo>
                  <a:lnTo>
                    <a:pt x="2660886" y="257894"/>
                  </a:lnTo>
                  <a:lnTo>
                    <a:pt x="2702183" y="281247"/>
                  </a:lnTo>
                  <a:lnTo>
                    <a:pt x="2755065" y="314625"/>
                  </a:lnTo>
                  <a:lnTo>
                    <a:pt x="2806454" y="350880"/>
                  </a:lnTo>
                  <a:lnTo>
                    <a:pt x="2856827" y="390068"/>
                  </a:lnTo>
                  <a:lnTo>
                    <a:pt x="2906554" y="432175"/>
                  </a:lnTo>
                  <a:lnTo>
                    <a:pt x="2955913" y="477112"/>
                  </a:lnTo>
                  <a:lnTo>
                    <a:pt x="3005107" y="524710"/>
                  </a:lnTo>
                  <a:lnTo>
                    <a:pt x="3054271" y="574714"/>
                  </a:lnTo>
                  <a:lnTo>
                    <a:pt x="3103486" y="626789"/>
                  </a:lnTo>
                  <a:lnTo>
                    <a:pt x="3152786" y="680521"/>
                  </a:lnTo>
                  <a:lnTo>
                    <a:pt x="3202167" y="735434"/>
                  </a:lnTo>
                  <a:lnTo>
                    <a:pt x="3251601" y="791007"/>
                  </a:lnTo>
                  <a:lnTo>
                    <a:pt x="3301043" y="846687"/>
                  </a:lnTo>
                  <a:lnTo>
                    <a:pt x="3350449" y="901920"/>
                  </a:lnTo>
                  <a:lnTo>
                    <a:pt x="3399783" y="956170"/>
                  </a:lnTo>
                  <a:lnTo>
                    <a:pt x="3449029" y="1008940"/>
                  </a:lnTo>
                  <a:lnTo>
                    <a:pt x="3498206" y="1059792"/>
                  </a:lnTo>
                  <a:lnTo>
                    <a:pt x="3547375" y="1108358"/>
                  </a:lnTo>
                  <a:lnTo>
                    <a:pt x="3596650" y="1154353"/>
                  </a:lnTo>
                  <a:lnTo>
                    <a:pt x="3646205" y="1197572"/>
                  </a:lnTo>
                  <a:lnTo>
                    <a:pt x="3696290" y="1237898"/>
                  </a:lnTo>
                  <a:lnTo>
                    <a:pt x="3747234" y="1275288"/>
                  </a:lnTo>
                  <a:lnTo>
                    <a:pt x="3799472" y="1309772"/>
                  </a:lnTo>
                  <a:lnTo>
                    <a:pt x="3820202" y="1322386"/>
                  </a:lnTo>
                  <a:lnTo>
                    <a:pt x="3871833" y="1351215"/>
                  </a:lnTo>
                  <a:lnTo>
                    <a:pt x="3925890" y="1377554"/>
                  </a:lnTo>
                  <a:lnTo>
                    <a:pt x="3983045" y="1401491"/>
                  </a:lnTo>
                  <a:lnTo>
                    <a:pt x="4044040" y="1423194"/>
                  </a:lnTo>
                  <a:lnTo>
                    <a:pt x="4109640" y="1442867"/>
                  </a:lnTo>
                  <a:lnTo>
                    <a:pt x="4180600" y="1460721"/>
                  </a:lnTo>
                  <a:lnTo>
                    <a:pt x="4257607" y="1476952"/>
                  </a:lnTo>
                  <a:lnTo>
                    <a:pt x="4341219" y="1491734"/>
                  </a:lnTo>
                  <a:lnTo>
                    <a:pt x="4431772" y="1505213"/>
                  </a:lnTo>
                  <a:lnTo>
                    <a:pt x="4529269" y="1517500"/>
                  </a:lnTo>
                  <a:lnTo>
                    <a:pt x="4633242" y="1528671"/>
                  </a:lnTo>
                  <a:lnTo>
                    <a:pt x="4742611" y="1538772"/>
                  </a:lnTo>
                  <a:lnTo>
                    <a:pt x="4855557" y="1547813"/>
                  </a:lnTo>
                  <a:lnTo>
                    <a:pt x="4969465" y="1555786"/>
                  </a:lnTo>
                  <a:lnTo>
                    <a:pt x="5080979" y="1562668"/>
                  </a:lnTo>
                  <a:lnTo>
                    <a:pt x="5186224" y="1568439"/>
                  </a:lnTo>
                  <a:lnTo>
                    <a:pt x="5281212" y="1573100"/>
                  </a:lnTo>
                  <a:lnTo>
                    <a:pt x="5362378" y="1576686"/>
                  </a:lnTo>
                  <a:lnTo>
                    <a:pt x="5427164" y="1579276"/>
                  </a:lnTo>
                  <a:lnTo>
                    <a:pt x="5474492" y="1580996"/>
                  </a:lnTo>
                  <a:lnTo>
                    <a:pt x="5505023" y="1582008"/>
                  </a:lnTo>
                  <a:lnTo>
                    <a:pt x="5521157" y="1582497"/>
                  </a:lnTo>
                  <a:lnTo>
                    <a:pt x="5526860" y="1582656"/>
                  </a:lnTo>
                  <a:lnTo>
                    <a:pt x="5527445" y="1582671"/>
                  </a:lnTo>
                  <a:lnTo>
                    <a:pt x="6522385" y="1582671"/>
                  </a:lnTo>
                  <a:lnTo>
                    <a:pt x="6523519" y="1582683"/>
                  </a:lnTo>
                  <a:lnTo>
                    <a:pt x="6530999" y="1582766"/>
                  </a:lnTo>
                  <a:lnTo>
                    <a:pt x="6549956" y="1582996"/>
                  </a:lnTo>
                  <a:lnTo>
                    <a:pt x="6584100" y="1583449"/>
                  </a:lnTo>
                  <a:lnTo>
                    <a:pt x="6635501" y="1584197"/>
                  </a:lnTo>
                  <a:lnTo>
                    <a:pt x="6704434" y="1585303"/>
                  </a:lnTo>
                  <a:lnTo>
                    <a:pt x="6789437" y="1586813"/>
                  </a:lnTo>
                  <a:lnTo>
                    <a:pt x="6887635" y="1588753"/>
                  </a:lnTo>
                  <a:lnTo>
                    <a:pt x="6995259" y="1591135"/>
                  </a:lnTo>
                  <a:lnTo>
                    <a:pt x="7108241" y="1593956"/>
                  </a:lnTo>
                  <a:lnTo>
                    <a:pt x="7222750" y="1597206"/>
                  </a:lnTo>
                  <a:lnTo>
                    <a:pt x="7335553" y="1600879"/>
                  </a:lnTo>
                  <a:lnTo>
                    <a:pt x="7444199" y="1604972"/>
                  </a:lnTo>
                  <a:lnTo>
                    <a:pt x="7547047" y="1609493"/>
                  </a:lnTo>
                  <a:lnTo>
                    <a:pt x="7643177" y="1614462"/>
                  </a:lnTo>
                  <a:lnTo>
                    <a:pt x="7732255" y="1619915"/>
                  </a:lnTo>
                  <a:lnTo>
                    <a:pt x="7814389" y="1625899"/>
                  </a:lnTo>
                  <a:lnTo>
                    <a:pt x="7889994" y="1632476"/>
                  </a:lnTo>
                  <a:lnTo>
                    <a:pt x="7959680" y="1639717"/>
                  </a:lnTo>
                  <a:lnTo>
                    <a:pt x="8024170" y="1647704"/>
                  </a:lnTo>
                  <a:lnTo>
                    <a:pt x="8084238" y="1656519"/>
                  </a:lnTo>
                  <a:lnTo>
                    <a:pt x="8140657" y="1666243"/>
                  </a:lnTo>
                  <a:lnTo>
                    <a:pt x="8194163" y="1676933"/>
                  </a:lnTo>
                  <a:lnTo>
                    <a:pt x="8229629" y="1684863"/>
                  </a:lnTo>
                  <a:lnTo>
                    <a:pt x="8289412" y="1699793"/>
                  </a:lnTo>
                  <a:lnTo>
                    <a:pt x="8347367" y="1716178"/>
                  </a:lnTo>
                  <a:lnTo>
                    <a:pt x="8404153" y="1734041"/>
                  </a:lnTo>
                  <a:lnTo>
                    <a:pt x="8460262" y="1753362"/>
                  </a:lnTo>
                  <a:lnTo>
                    <a:pt x="8516047" y="1774067"/>
                  </a:lnTo>
                  <a:lnTo>
                    <a:pt x="8571741" y="1796031"/>
                  </a:lnTo>
                  <a:lnTo>
                    <a:pt x="8627484" y="1819075"/>
                  </a:lnTo>
                  <a:lnTo>
                    <a:pt x="8683334" y="1842969"/>
                  </a:lnTo>
                  <a:lnTo>
                    <a:pt x="8739285" y="1867442"/>
                  </a:lnTo>
                  <a:lnTo>
                    <a:pt x="8795293" y="1892193"/>
                  </a:lnTo>
                  <a:lnTo>
                    <a:pt x="8851294" y="1916906"/>
                  </a:lnTo>
                  <a:lnTo>
                    <a:pt x="8907224" y="1941268"/>
                  </a:lnTo>
                  <a:lnTo>
                    <a:pt x="8963046" y="1964983"/>
                  </a:lnTo>
                  <a:lnTo>
                    <a:pt x="9018770" y="1987790"/>
                  </a:lnTo>
                  <a:lnTo>
                    <a:pt x="9074470" y="2009469"/>
                  </a:lnTo>
                  <a:lnTo>
                    <a:pt x="9130306" y="2029854"/>
                  </a:lnTo>
                  <a:lnTo>
                    <a:pt x="9186540" y="2048833"/>
                  </a:lnTo>
                  <a:lnTo>
                    <a:pt x="9243553" y="2066345"/>
                  </a:lnTo>
                  <a:lnTo>
                    <a:pt x="9301875" y="2082380"/>
                  </a:lnTo>
                  <a:lnTo>
                    <a:pt x="9347647" y="2093633"/>
                  </a:lnTo>
                  <a:lnTo>
                    <a:pt x="9399536" y="2105004"/>
                  </a:lnTo>
                  <a:lnTo>
                    <a:pt x="9453876" y="2115389"/>
                  </a:lnTo>
                  <a:lnTo>
                    <a:pt x="9511351" y="2124821"/>
                  </a:lnTo>
                  <a:lnTo>
                    <a:pt x="9572715" y="2133369"/>
                  </a:lnTo>
                  <a:lnTo>
                    <a:pt x="9638745" y="2141114"/>
                  </a:lnTo>
                  <a:lnTo>
                    <a:pt x="9710203" y="2148140"/>
                  </a:lnTo>
                  <a:lnTo>
                    <a:pt x="9787787" y="2154524"/>
                  </a:lnTo>
                  <a:lnTo>
                    <a:pt x="9872056" y="2160337"/>
                  </a:lnTo>
                  <a:lnTo>
                    <a:pt x="9963340" y="2165634"/>
                  </a:lnTo>
                  <a:lnTo>
                    <a:pt x="10061626" y="2170461"/>
                  </a:lnTo>
                  <a:lnTo>
                    <a:pt x="10166413" y="2174847"/>
                  </a:lnTo>
                  <a:lnTo>
                    <a:pt x="10276570" y="2178808"/>
                  </a:lnTo>
                  <a:lnTo>
                    <a:pt x="10390206" y="2182350"/>
                  </a:lnTo>
                  <a:lnTo>
                    <a:pt x="10504619" y="2185467"/>
                  </a:lnTo>
                  <a:lnTo>
                    <a:pt x="10616361" y="2188152"/>
                  </a:lnTo>
                  <a:lnTo>
                    <a:pt x="10721478" y="2190395"/>
                  </a:lnTo>
                  <a:lnTo>
                    <a:pt x="10815934" y="2192199"/>
                  </a:lnTo>
                  <a:lnTo>
                    <a:pt x="10896175" y="2193579"/>
                  </a:lnTo>
                  <a:lnTo>
                    <a:pt x="10959717" y="2194568"/>
                  </a:lnTo>
                  <a:lnTo>
                    <a:pt x="11005619" y="2195217"/>
                  </a:lnTo>
                  <a:lnTo>
                    <a:pt x="11034721" y="2195593"/>
                  </a:lnTo>
                  <a:lnTo>
                    <a:pt x="11049628" y="2195768"/>
                  </a:lnTo>
                  <a:lnTo>
                    <a:pt x="11054516" y="2195821"/>
                  </a:lnTo>
                  <a:lnTo>
                    <a:pt x="11054891" y="2195825"/>
                  </a:lnTo>
                  <a:lnTo>
                    <a:pt x="12049831" y="2195825"/>
                  </a:lnTo>
                  <a:lnTo>
                    <a:pt x="12049831" y="2174863"/>
                  </a:lnTo>
                  <a:lnTo>
                    <a:pt x="11054891" y="2174863"/>
                  </a:lnTo>
                  <a:lnTo>
                    <a:pt x="11053758" y="2174851"/>
                  </a:lnTo>
                  <a:lnTo>
                    <a:pt x="11046277" y="2174768"/>
                  </a:lnTo>
                  <a:lnTo>
                    <a:pt x="11027320" y="2174538"/>
                  </a:lnTo>
                  <a:lnTo>
                    <a:pt x="10993176" y="2174085"/>
                  </a:lnTo>
                  <a:lnTo>
                    <a:pt x="10941776" y="2173336"/>
                  </a:lnTo>
                  <a:lnTo>
                    <a:pt x="10872843" y="2172230"/>
                  </a:lnTo>
                  <a:lnTo>
                    <a:pt x="10787839" y="2170721"/>
                  </a:lnTo>
                  <a:lnTo>
                    <a:pt x="10689641" y="2168780"/>
                  </a:lnTo>
                  <a:lnTo>
                    <a:pt x="10582018" y="2166399"/>
                  </a:lnTo>
                  <a:lnTo>
                    <a:pt x="10469035" y="2163578"/>
                  </a:lnTo>
                  <a:lnTo>
                    <a:pt x="10354526" y="2160327"/>
                  </a:lnTo>
                  <a:lnTo>
                    <a:pt x="10241724" y="2156655"/>
                  </a:lnTo>
                  <a:lnTo>
                    <a:pt x="10133077" y="2152562"/>
                  </a:lnTo>
                  <a:lnTo>
                    <a:pt x="10030229" y="2148041"/>
                  </a:lnTo>
                  <a:lnTo>
                    <a:pt x="9934100" y="2143071"/>
                  </a:lnTo>
                  <a:lnTo>
                    <a:pt x="9845022" y="2137619"/>
                  </a:lnTo>
                  <a:lnTo>
                    <a:pt x="9762887" y="2131634"/>
                  </a:lnTo>
                  <a:lnTo>
                    <a:pt x="9687282" y="2125058"/>
                  </a:lnTo>
                  <a:lnTo>
                    <a:pt x="9617596" y="2117817"/>
                  </a:lnTo>
                  <a:lnTo>
                    <a:pt x="9553106" y="2109830"/>
                  </a:lnTo>
                  <a:lnTo>
                    <a:pt x="9493038" y="2101014"/>
                  </a:lnTo>
                  <a:lnTo>
                    <a:pt x="9436619" y="2091291"/>
                  </a:lnTo>
                  <a:lnTo>
                    <a:pt x="9383113" y="2080600"/>
                  </a:lnTo>
                  <a:lnTo>
                    <a:pt x="9347647" y="2072670"/>
                  </a:lnTo>
                  <a:lnTo>
                    <a:pt x="9287864" y="2057740"/>
                  </a:lnTo>
                  <a:lnTo>
                    <a:pt x="9229910" y="2041355"/>
                  </a:lnTo>
                  <a:lnTo>
                    <a:pt x="9173123" y="2023492"/>
                  </a:lnTo>
                  <a:lnTo>
                    <a:pt x="9117014" y="2004172"/>
                  </a:lnTo>
                  <a:lnTo>
                    <a:pt x="9061230" y="1983467"/>
                  </a:lnTo>
                  <a:lnTo>
                    <a:pt x="9005535" y="1961503"/>
                  </a:lnTo>
                  <a:lnTo>
                    <a:pt x="8949792" y="1938459"/>
                  </a:lnTo>
                  <a:lnTo>
                    <a:pt x="8893943" y="1914565"/>
                  </a:lnTo>
                  <a:lnTo>
                    <a:pt x="8837992" y="1890092"/>
                  </a:lnTo>
                  <a:lnTo>
                    <a:pt x="8781983" y="1865341"/>
                  </a:lnTo>
                  <a:lnTo>
                    <a:pt x="8725983" y="1840627"/>
                  </a:lnTo>
                  <a:lnTo>
                    <a:pt x="8670053" y="1816266"/>
                  </a:lnTo>
                  <a:lnTo>
                    <a:pt x="8614230" y="1792550"/>
                  </a:lnTo>
                  <a:lnTo>
                    <a:pt x="8558507" y="1769744"/>
                  </a:lnTo>
                  <a:lnTo>
                    <a:pt x="8502807" y="1748064"/>
                  </a:lnTo>
                  <a:lnTo>
                    <a:pt x="8446970" y="1727679"/>
                  </a:lnTo>
                  <a:lnTo>
                    <a:pt x="8390737" y="1708701"/>
                  </a:lnTo>
                  <a:lnTo>
                    <a:pt x="8333723" y="1691189"/>
                  </a:lnTo>
                  <a:lnTo>
                    <a:pt x="8275401" y="1675153"/>
                  </a:lnTo>
                  <a:lnTo>
                    <a:pt x="8229629" y="1663901"/>
                  </a:lnTo>
                  <a:lnTo>
                    <a:pt x="8177741" y="1652529"/>
                  </a:lnTo>
                  <a:lnTo>
                    <a:pt x="8123401" y="1642145"/>
                  </a:lnTo>
                  <a:lnTo>
                    <a:pt x="8065925" y="1632713"/>
                  </a:lnTo>
                  <a:lnTo>
                    <a:pt x="8004562" y="1624164"/>
                  </a:lnTo>
                  <a:lnTo>
                    <a:pt x="7938532" y="1616419"/>
                  </a:lnTo>
                  <a:lnTo>
                    <a:pt x="7867073" y="1609394"/>
                  </a:lnTo>
                  <a:lnTo>
                    <a:pt x="7789489" y="1603009"/>
                  </a:lnTo>
                  <a:lnTo>
                    <a:pt x="7705221" y="1597197"/>
                  </a:lnTo>
                  <a:lnTo>
                    <a:pt x="7613937" y="1591899"/>
                  </a:lnTo>
                  <a:lnTo>
                    <a:pt x="7515651" y="1587073"/>
                  </a:lnTo>
                  <a:lnTo>
                    <a:pt x="7410863" y="1582687"/>
                  </a:lnTo>
                  <a:lnTo>
                    <a:pt x="7300707" y="1578726"/>
                  </a:lnTo>
                  <a:lnTo>
                    <a:pt x="7187071" y="1575184"/>
                  </a:lnTo>
                  <a:lnTo>
                    <a:pt x="7072658" y="1572066"/>
                  </a:lnTo>
                  <a:lnTo>
                    <a:pt x="6960916" y="1569382"/>
                  </a:lnTo>
                  <a:lnTo>
                    <a:pt x="6855799" y="1567138"/>
                  </a:lnTo>
                  <a:lnTo>
                    <a:pt x="6761343" y="1565334"/>
                  </a:lnTo>
                  <a:lnTo>
                    <a:pt x="6681102" y="1563954"/>
                  </a:lnTo>
                  <a:lnTo>
                    <a:pt x="6617560" y="1562965"/>
                  </a:lnTo>
                  <a:lnTo>
                    <a:pt x="6571658" y="1562316"/>
                  </a:lnTo>
                  <a:lnTo>
                    <a:pt x="6542556" y="1561941"/>
                  </a:lnTo>
                  <a:lnTo>
                    <a:pt x="6527648" y="1561765"/>
                  </a:lnTo>
                  <a:lnTo>
                    <a:pt x="6522761" y="1561712"/>
                  </a:lnTo>
                  <a:lnTo>
                    <a:pt x="6522385" y="1561708"/>
                  </a:lnTo>
                  <a:lnTo>
                    <a:pt x="5527445" y="1561708"/>
                  </a:lnTo>
                  <a:lnTo>
                    <a:pt x="5526328" y="1561679"/>
                  </a:lnTo>
                  <a:lnTo>
                    <a:pt x="5518952" y="1561470"/>
                  </a:lnTo>
                  <a:lnTo>
                    <a:pt x="5500251" y="1560893"/>
                  </a:lnTo>
                  <a:lnTo>
                    <a:pt x="5466551" y="1559756"/>
                  </a:lnTo>
                  <a:lnTo>
                    <a:pt x="5415783" y="1557877"/>
                  </a:lnTo>
                  <a:lnTo>
                    <a:pt x="5347636" y="1555099"/>
                  </a:lnTo>
                  <a:lnTo>
                    <a:pt x="5263508" y="1551307"/>
                  </a:lnTo>
                  <a:lnTo>
                    <a:pt x="5166198" y="1546429"/>
                  </a:lnTo>
                  <a:lnTo>
                    <a:pt x="5059400" y="1540438"/>
                  </a:lnTo>
                  <a:lnTo>
                    <a:pt x="4947120" y="1533340"/>
                  </a:lnTo>
                  <a:lnTo>
                    <a:pt x="4833158" y="1525155"/>
                  </a:lnTo>
                  <a:lnTo>
                    <a:pt x="4720734" y="1515905"/>
                  </a:lnTo>
                  <a:lnTo>
                    <a:pt x="4612308" y="1505596"/>
                  </a:lnTo>
                  <a:lnTo>
                    <a:pt x="4509545" y="1494209"/>
                  </a:lnTo>
                  <a:lnTo>
                    <a:pt x="4413395" y="1481695"/>
                  </a:lnTo>
                  <a:lnTo>
                    <a:pt x="4324220" y="1467969"/>
                  </a:lnTo>
                  <a:lnTo>
                    <a:pt x="4241944" y="1452914"/>
                  </a:lnTo>
                  <a:lnTo>
                    <a:pt x="4166176" y="1436379"/>
                  </a:lnTo>
                  <a:lnTo>
                    <a:pt x="4096329" y="1418183"/>
                  </a:lnTo>
                  <a:lnTo>
                    <a:pt x="4031695" y="1398127"/>
                  </a:lnTo>
                  <a:lnTo>
                    <a:pt x="3971517" y="1376000"/>
                  </a:lnTo>
                  <a:lnTo>
                    <a:pt x="3915028" y="1351602"/>
                  </a:lnTo>
                  <a:lnTo>
                    <a:pt x="3861499" y="1324776"/>
                  </a:lnTo>
                  <a:lnTo>
                    <a:pt x="3820202" y="1301424"/>
                  </a:lnTo>
                  <a:lnTo>
                    <a:pt x="3767320" y="1268046"/>
                  </a:lnTo>
                  <a:lnTo>
                    <a:pt x="3715931" y="1231790"/>
                  </a:lnTo>
                  <a:lnTo>
                    <a:pt x="3665558" y="1192603"/>
                  </a:lnTo>
                  <a:lnTo>
                    <a:pt x="3615831" y="1150496"/>
                  </a:lnTo>
                  <a:lnTo>
                    <a:pt x="3566472" y="1105558"/>
                  </a:lnTo>
                  <a:lnTo>
                    <a:pt x="3517278" y="1057961"/>
                  </a:lnTo>
                  <a:lnTo>
                    <a:pt x="3468114" y="1007956"/>
                  </a:lnTo>
                  <a:lnTo>
                    <a:pt x="3418899" y="955882"/>
                  </a:lnTo>
                  <a:lnTo>
                    <a:pt x="3369599" y="902150"/>
                  </a:lnTo>
                  <a:lnTo>
                    <a:pt x="3320218" y="847236"/>
                  </a:lnTo>
                  <a:lnTo>
                    <a:pt x="3270784" y="791664"/>
                  </a:lnTo>
                  <a:lnTo>
                    <a:pt x="3221342" y="735984"/>
                  </a:lnTo>
                  <a:lnTo>
                    <a:pt x="3171936" y="680751"/>
                  </a:lnTo>
                  <a:lnTo>
                    <a:pt x="3122602" y="626501"/>
                  </a:lnTo>
                  <a:lnTo>
                    <a:pt x="3073356" y="573730"/>
                  </a:lnTo>
                  <a:lnTo>
                    <a:pt x="3024179" y="522879"/>
                  </a:lnTo>
                  <a:lnTo>
                    <a:pt x="2975010" y="474312"/>
                  </a:lnTo>
                  <a:lnTo>
                    <a:pt x="2925735" y="428318"/>
                  </a:lnTo>
                  <a:lnTo>
                    <a:pt x="2876180" y="385098"/>
                  </a:lnTo>
                  <a:lnTo>
                    <a:pt x="2826095" y="344772"/>
                  </a:lnTo>
                  <a:lnTo>
                    <a:pt x="2775151" y="307382"/>
                  </a:lnTo>
                  <a:lnTo>
                    <a:pt x="2722913" y="272898"/>
                  </a:lnTo>
                  <a:lnTo>
                    <a:pt x="2702183" y="260284"/>
                  </a:lnTo>
                  <a:lnTo>
                    <a:pt x="2650552" y="231455"/>
                  </a:lnTo>
                  <a:lnTo>
                    <a:pt x="2596495" y="205116"/>
                  </a:lnTo>
                  <a:lnTo>
                    <a:pt x="2539340" y="181180"/>
                  </a:lnTo>
                  <a:lnTo>
                    <a:pt x="2478345" y="159477"/>
                  </a:lnTo>
                  <a:lnTo>
                    <a:pt x="2412745" y="139803"/>
                  </a:lnTo>
                  <a:lnTo>
                    <a:pt x="2341785" y="121950"/>
                  </a:lnTo>
                  <a:lnTo>
                    <a:pt x="2264778" y="105719"/>
                  </a:lnTo>
                  <a:lnTo>
                    <a:pt x="2181166" y="90936"/>
                  </a:lnTo>
                  <a:lnTo>
                    <a:pt x="2090613" y="77457"/>
                  </a:lnTo>
                  <a:lnTo>
                    <a:pt x="1993116" y="65171"/>
                  </a:lnTo>
                  <a:lnTo>
                    <a:pt x="1889143" y="53999"/>
                  </a:lnTo>
                  <a:lnTo>
                    <a:pt x="1779774" y="43899"/>
                  </a:lnTo>
                  <a:lnTo>
                    <a:pt x="1666828" y="34857"/>
                  </a:lnTo>
                  <a:lnTo>
                    <a:pt x="1552920" y="26885"/>
                  </a:lnTo>
                  <a:lnTo>
                    <a:pt x="1441406" y="20003"/>
                  </a:lnTo>
                  <a:lnTo>
                    <a:pt x="1336161" y="14232"/>
                  </a:lnTo>
                  <a:lnTo>
                    <a:pt x="1241173" y="9571"/>
                  </a:lnTo>
                  <a:lnTo>
                    <a:pt x="1160007" y="5985"/>
                  </a:lnTo>
                  <a:lnTo>
                    <a:pt x="1095221" y="3394"/>
                  </a:lnTo>
                  <a:lnTo>
                    <a:pt x="1047893" y="1674"/>
                  </a:lnTo>
                  <a:lnTo>
                    <a:pt x="1017362" y="663"/>
                  </a:lnTo>
                  <a:lnTo>
                    <a:pt x="1001228" y="174"/>
                  </a:lnTo>
                  <a:lnTo>
                    <a:pt x="995525" y="1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16" name="pl315"/>
            <p:cNvSpPr/>
            <p:nvPr/>
          </p:nvSpPr>
          <p:spPr>
            <a:xfrm>
              <a:off x="1199187" y="2756409"/>
              <a:ext cx="12049831" cy="2174863"/>
            </a:xfrm>
            <a:custGeom>
              <a:avLst/>
              <a:pathLst>
                <a:path w="12049831" h="2174863">
                  <a:moveTo>
                    <a:pt x="0" y="0"/>
                  </a:moveTo>
                  <a:lnTo>
                    <a:pt x="994940" y="0"/>
                  </a:lnTo>
                  <a:lnTo>
                    <a:pt x="996057" y="29"/>
                  </a:lnTo>
                  <a:lnTo>
                    <a:pt x="1003433" y="238"/>
                  </a:lnTo>
                  <a:lnTo>
                    <a:pt x="1022134" y="814"/>
                  </a:lnTo>
                  <a:lnTo>
                    <a:pt x="1055834" y="1951"/>
                  </a:lnTo>
                  <a:lnTo>
                    <a:pt x="1106602" y="3831"/>
                  </a:lnTo>
                  <a:lnTo>
                    <a:pt x="1174749" y="6609"/>
                  </a:lnTo>
                  <a:lnTo>
                    <a:pt x="1258877" y="10401"/>
                  </a:lnTo>
                  <a:lnTo>
                    <a:pt x="1356187" y="15279"/>
                  </a:lnTo>
                  <a:lnTo>
                    <a:pt x="1462985" y="21270"/>
                  </a:lnTo>
                  <a:lnTo>
                    <a:pt x="1575265" y="28368"/>
                  </a:lnTo>
                  <a:lnTo>
                    <a:pt x="1689227" y="36553"/>
                  </a:lnTo>
                  <a:lnTo>
                    <a:pt x="1801651" y="45803"/>
                  </a:lnTo>
                  <a:lnTo>
                    <a:pt x="1910077" y="56112"/>
                  </a:lnTo>
                  <a:lnTo>
                    <a:pt x="2012840" y="67499"/>
                  </a:lnTo>
                  <a:lnTo>
                    <a:pt x="2108990" y="80013"/>
                  </a:lnTo>
                  <a:lnTo>
                    <a:pt x="2198165" y="93739"/>
                  </a:lnTo>
                  <a:lnTo>
                    <a:pt x="2280441" y="108794"/>
                  </a:lnTo>
                  <a:lnTo>
                    <a:pt x="2356209" y="125329"/>
                  </a:lnTo>
                  <a:lnTo>
                    <a:pt x="2426056" y="143525"/>
                  </a:lnTo>
                  <a:lnTo>
                    <a:pt x="2490690" y="163581"/>
                  </a:lnTo>
                  <a:lnTo>
                    <a:pt x="2550868" y="185708"/>
                  </a:lnTo>
                  <a:lnTo>
                    <a:pt x="2607357" y="210106"/>
                  </a:lnTo>
                  <a:lnTo>
                    <a:pt x="2660886" y="236932"/>
                  </a:lnTo>
                  <a:lnTo>
                    <a:pt x="2702183" y="260284"/>
                  </a:lnTo>
                  <a:lnTo>
                    <a:pt x="2755065" y="293662"/>
                  </a:lnTo>
                  <a:lnTo>
                    <a:pt x="2806454" y="329918"/>
                  </a:lnTo>
                  <a:lnTo>
                    <a:pt x="2856827" y="369105"/>
                  </a:lnTo>
                  <a:lnTo>
                    <a:pt x="2906554" y="411212"/>
                  </a:lnTo>
                  <a:lnTo>
                    <a:pt x="2955913" y="456150"/>
                  </a:lnTo>
                  <a:lnTo>
                    <a:pt x="3005107" y="503747"/>
                  </a:lnTo>
                  <a:lnTo>
                    <a:pt x="3054271" y="553752"/>
                  </a:lnTo>
                  <a:lnTo>
                    <a:pt x="3103486" y="605826"/>
                  </a:lnTo>
                  <a:lnTo>
                    <a:pt x="3152786" y="659558"/>
                  </a:lnTo>
                  <a:lnTo>
                    <a:pt x="3202167" y="714472"/>
                  </a:lnTo>
                  <a:lnTo>
                    <a:pt x="3251601" y="770044"/>
                  </a:lnTo>
                  <a:lnTo>
                    <a:pt x="3301043" y="825724"/>
                  </a:lnTo>
                  <a:lnTo>
                    <a:pt x="3350449" y="880957"/>
                  </a:lnTo>
                  <a:lnTo>
                    <a:pt x="3399783" y="935207"/>
                  </a:lnTo>
                  <a:lnTo>
                    <a:pt x="3449029" y="987978"/>
                  </a:lnTo>
                  <a:lnTo>
                    <a:pt x="3498206" y="1038829"/>
                  </a:lnTo>
                  <a:lnTo>
                    <a:pt x="3547375" y="1087396"/>
                  </a:lnTo>
                  <a:lnTo>
                    <a:pt x="3596650" y="1133390"/>
                  </a:lnTo>
                  <a:lnTo>
                    <a:pt x="3646205" y="1176610"/>
                  </a:lnTo>
                  <a:lnTo>
                    <a:pt x="3696290" y="1216936"/>
                  </a:lnTo>
                  <a:lnTo>
                    <a:pt x="3747234" y="1254326"/>
                  </a:lnTo>
                  <a:lnTo>
                    <a:pt x="3799472" y="1288810"/>
                  </a:lnTo>
                  <a:lnTo>
                    <a:pt x="3820202" y="1301424"/>
                  </a:lnTo>
                  <a:lnTo>
                    <a:pt x="3871833" y="1330253"/>
                  </a:lnTo>
                  <a:lnTo>
                    <a:pt x="3925890" y="1356592"/>
                  </a:lnTo>
                  <a:lnTo>
                    <a:pt x="3983045" y="1380528"/>
                  </a:lnTo>
                  <a:lnTo>
                    <a:pt x="4044040" y="1402231"/>
                  </a:lnTo>
                  <a:lnTo>
                    <a:pt x="4109640" y="1421905"/>
                  </a:lnTo>
                  <a:lnTo>
                    <a:pt x="4180600" y="1439758"/>
                  </a:lnTo>
                  <a:lnTo>
                    <a:pt x="4257607" y="1455989"/>
                  </a:lnTo>
                  <a:lnTo>
                    <a:pt x="4341219" y="1470772"/>
                  </a:lnTo>
                  <a:lnTo>
                    <a:pt x="4431772" y="1484250"/>
                  </a:lnTo>
                  <a:lnTo>
                    <a:pt x="4529269" y="1496537"/>
                  </a:lnTo>
                  <a:lnTo>
                    <a:pt x="4633242" y="1507709"/>
                  </a:lnTo>
                  <a:lnTo>
                    <a:pt x="4742611" y="1517809"/>
                  </a:lnTo>
                  <a:lnTo>
                    <a:pt x="4855557" y="1526851"/>
                  </a:lnTo>
                  <a:lnTo>
                    <a:pt x="4969465" y="1534823"/>
                  </a:lnTo>
                  <a:lnTo>
                    <a:pt x="5080979" y="1541705"/>
                  </a:lnTo>
                  <a:lnTo>
                    <a:pt x="5186224" y="1547476"/>
                  </a:lnTo>
                  <a:lnTo>
                    <a:pt x="5281212" y="1552137"/>
                  </a:lnTo>
                  <a:lnTo>
                    <a:pt x="5362378" y="1555723"/>
                  </a:lnTo>
                  <a:lnTo>
                    <a:pt x="5427164" y="1558314"/>
                  </a:lnTo>
                  <a:lnTo>
                    <a:pt x="5474492" y="1560033"/>
                  </a:lnTo>
                  <a:lnTo>
                    <a:pt x="5505023" y="1561045"/>
                  </a:lnTo>
                  <a:lnTo>
                    <a:pt x="5521157" y="1561534"/>
                  </a:lnTo>
                  <a:lnTo>
                    <a:pt x="5526860" y="1561693"/>
                  </a:lnTo>
                  <a:lnTo>
                    <a:pt x="5527445" y="1561708"/>
                  </a:lnTo>
                  <a:lnTo>
                    <a:pt x="6522385" y="1561708"/>
                  </a:lnTo>
                  <a:lnTo>
                    <a:pt x="6523519" y="1561720"/>
                  </a:lnTo>
                  <a:lnTo>
                    <a:pt x="6530999" y="1561803"/>
                  </a:lnTo>
                  <a:lnTo>
                    <a:pt x="6549956" y="1562033"/>
                  </a:lnTo>
                  <a:lnTo>
                    <a:pt x="6584100" y="1562486"/>
                  </a:lnTo>
                  <a:lnTo>
                    <a:pt x="6635501" y="1563235"/>
                  </a:lnTo>
                  <a:lnTo>
                    <a:pt x="6704434" y="1564341"/>
                  </a:lnTo>
                  <a:lnTo>
                    <a:pt x="6789437" y="1565850"/>
                  </a:lnTo>
                  <a:lnTo>
                    <a:pt x="6887635" y="1567791"/>
                  </a:lnTo>
                  <a:lnTo>
                    <a:pt x="6995259" y="1570173"/>
                  </a:lnTo>
                  <a:lnTo>
                    <a:pt x="7108241" y="1572993"/>
                  </a:lnTo>
                  <a:lnTo>
                    <a:pt x="7222750" y="1576244"/>
                  </a:lnTo>
                  <a:lnTo>
                    <a:pt x="7335553" y="1579916"/>
                  </a:lnTo>
                  <a:lnTo>
                    <a:pt x="7444199" y="1584009"/>
                  </a:lnTo>
                  <a:lnTo>
                    <a:pt x="7547047" y="1588530"/>
                  </a:lnTo>
                  <a:lnTo>
                    <a:pt x="7643177" y="1593500"/>
                  </a:lnTo>
                  <a:lnTo>
                    <a:pt x="7732255" y="1598952"/>
                  </a:lnTo>
                  <a:lnTo>
                    <a:pt x="7814389" y="1604937"/>
                  </a:lnTo>
                  <a:lnTo>
                    <a:pt x="7889994" y="1611513"/>
                  </a:lnTo>
                  <a:lnTo>
                    <a:pt x="7959680" y="1618755"/>
                  </a:lnTo>
                  <a:lnTo>
                    <a:pt x="8024170" y="1626741"/>
                  </a:lnTo>
                  <a:lnTo>
                    <a:pt x="8084238" y="1635557"/>
                  </a:lnTo>
                  <a:lnTo>
                    <a:pt x="8140657" y="1645280"/>
                  </a:lnTo>
                  <a:lnTo>
                    <a:pt x="8194163" y="1655971"/>
                  </a:lnTo>
                  <a:lnTo>
                    <a:pt x="8229629" y="1663901"/>
                  </a:lnTo>
                  <a:lnTo>
                    <a:pt x="8289412" y="1678831"/>
                  </a:lnTo>
                  <a:lnTo>
                    <a:pt x="8347367" y="1695216"/>
                  </a:lnTo>
                  <a:lnTo>
                    <a:pt x="8404153" y="1713079"/>
                  </a:lnTo>
                  <a:lnTo>
                    <a:pt x="8460262" y="1732399"/>
                  </a:lnTo>
                  <a:lnTo>
                    <a:pt x="8516047" y="1753104"/>
                  </a:lnTo>
                  <a:lnTo>
                    <a:pt x="8571741" y="1775068"/>
                  </a:lnTo>
                  <a:lnTo>
                    <a:pt x="8627484" y="1798112"/>
                  </a:lnTo>
                  <a:lnTo>
                    <a:pt x="8683334" y="1822006"/>
                  </a:lnTo>
                  <a:lnTo>
                    <a:pt x="8739285" y="1846479"/>
                  </a:lnTo>
                  <a:lnTo>
                    <a:pt x="8795293" y="1871230"/>
                  </a:lnTo>
                  <a:lnTo>
                    <a:pt x="8851294" y="1895944"/>
                  </a:lnTo>
                  <a:lnTo>
                    <a:pt x="8907224" y="1920306"/>
                  </a:lnTo>
                  <a:lnTo>
                    <a:pt x="8963046" y="1944021"/>
                  </a:lnTo>
                  <a:lnTo>
                    <a:pt x="9018770" y="1966827"/>
                  </a:lnTo>
                  <a:lnTo>
                    <a:pt x="9074470" y="1988507"/>
                  </a:lnTo>
                  <a:lnTo>
                    <a:pt x="9130306" y="2008892"/>
                  </a:lnTo>
                  <a:lnTo>
                    <a:pt x="9186540" y="2027870"/>
                  </a:lnTo>
                  <a:lnTo>
                    <a:pt x="9243553" y="2045382"/>
                  </a:lnTo>
                  <a:lnTo>
                    <a:pt x="9301875" y="2061418"/>
                  </a:lnTo>
                  <a:lnTo>
                    <a:pt x="9347647" y="2072670"/>
                  </a:lnTo>
                  <a:lnTo>
                    <a:pt x="9399536" y="2084042"/>
                  </a:lnTo>
                  <a:lnTo>
                    <a:pt x="9453876" y="2094426"/>
                  </a:lnTo>
                  <a:lnTo>
                    <a:pt x="9511351" y="2103859"/>
                  </a:lnTo>
                  <a:lnTo>
                    <a:pt x="9572715" y="2112407"/>
                  </a:lnTo>
                  <a:lnTo>
                    <a:pt x="9638745" y="2120152"/>
                  </a:lnTo>
                  <a:lnTo>
                    <a:pt x="9710203" y="2127177"/>
                  </a:lnTo>
                  <a:lnTo>
                    <a:pt x="9787787" y="2133562"/>
                  </a:lnTo>
                  <a:lnTo>
                    <a:pt x="9872056" y="2139374"/>
                  </a:lnTo>
                  <a:lnTo>
                    <a:pt x="9963340" y="2144672"/>
                  </a:lnTo>
                  <a:lnTo>
                    <a:pt x="10061626" y="2149498"/>
                  </a:lnTo>
                  <a:lnTo>
                    <a:pt x="10166413" y="2153884"/>
                  </a:lnTo>
                  <a:lnTo>
                    <a:pt x="10276570" y="2157846"/>
                  </a:lnTo>
                  <a:lnTo>
                    <a:pt x="10390206" y="2161387"/>
                  </a:lnTo>
                  <a:lnTo>
                    <a:pt x="10504619" y="2164505"/>
                  </a:lnTo>
                  <a:lnTo>
                    <a:pt x="10616361" y="2167189"/>
                  </a:lnTo>
                  <a:lnTo>
                    <a:pt x="10721478" y="2169433"/>
                  </a:lnTo>
                  <a:lnTo>
                    <a:pt x="10815934" y="2171237"/>
                  </a:lnTo>
                  <a:lnTo>
                    <a:pt x="10896175" y="2172617"/>
                  </a:lnTo>
                  <a:lnTo>
                    <a:pt x="10959717" y="2173606"/>
                  </a:lnTo>
                  <a:lnTo>
                    <a:pt x="11005619" y="2174255"/>
                  </a:lnTo>
                  <a:lnTo>
                    <a:pt x="11034721" y="2174630"/>
                  </a:lnTo>
                  <a:lnTo>
                    <a:pt x="11049628" y="2174806"/>
                  </a:lnTo>
                  <a:lnTo>
                    <a:pt x="11054516" y="2174859"/>
                  </a:lnTo>
                  <a:lnTo>
                    <a:pt x="11054891" y="2174863"/>
                  </a:lnTo>
                  <a:lnTo>
                    <a:pt x="12049831" y="2174863"/>
                  </a:lnTo>
                  <a:lnTo>
                    <a:pt x="12049831" y="21748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7" name="pl316"/>
            <p:cNvSpPr/>
            <p:nvPr/>
          </p:nvSpPr>
          <p:spPr>
            <a:xfrm>
              <a:off x="1199187" y="2735446"/>
              <a:ext cx="12049831" cy="2174863"/>
            </a:xfrm>
            <a:custGeom>
              <a:avLst/>
              <a:pathLst>
                <a:path w="12049831" h="2174863">
                  <a:moveTo>
                    <a:pt x="12049831" y="2174863"/>
                  </a:moveTo>
                  <a:lnTo>
                    <a:pt x="11054891" y="2174863"/>
                  </a:lnTo>
                  <a:lnTo>
                    <a:pt x="11053758" y="2174851"/>
                  </a:lnTo>
                  <a:lnTo>
                    <a:pt x="11046277" y="2174768"/>
                  </a:lnTo>
                  <a:lnTo>
                    <a:pt x="11027320" y="2174538"/>
                  </a:lnTo>
                  <a:lnTo>
                    <a:pt x="10993176" y="2174085"/>
                  </a:lnTo>
                  <a:lnTo>
                    <a:pt x="10941776" y="2173336"/>
                  </a:lnTo>
                  <a:lnTo>
                    <a:pt x="10872843" y="2172230"/>
                  </a:lnTo>
                  <a:lnTo>
                    <a:pt x="10787839" y="2170721"/>
                  </a:lnTo>
                  <a:lnTo>
                    <a:pt x="10689641" y="2168780"/>
                  </a:lnTo>
                  <a:lnTo>
                    <a:pt x="10582018" y="2166399"/>
                  </a:lnTo>
                  <a:lnTo>
                    <a:pt x="10469035" y="2163578"/>
                  </a:lnTo>
                  <a:lnTo>
                    <a:pt x="10354526" y="2160327"/>
                  </a:lnTo>
                  <a:lnTo>
                    <a:pt x="10241724" y="2156655"/>
                  </a:lnTo>
                  <a:lnTo>
                    <a:pt x="10133077" y="2152562"/>
                  </a:lnTo>
                  <a:lnTo>
                    <a:pt x="10030229" y="2148041"/>
                  </a:lnTo>
                  <a:lnTo>
                    <a:pt x="9934100" y="2143071"/>
                  </a:lnTo>
                  <a:lnTo>
                    <a:pt x="9845022" y="2137619"/>
                  </a:lnTo>
                  <a:lnTo>
                    <a:pt x="9762887" y="2131634"/>
                  </a:lnTo>
                  <a:lnTo>
                    <a:pt x="9687282" y="2125058"/>
                  </a:lnTo>
                  <a:lnTo>
                    <a:pt x="9617596" y="2117817"/>
                  </a:lnTo>
                  <a:lnTo>
                    <a:pt x="9553106" y="2109830"/>
                  </a:lnTo>
                  <a:lnTo>
                    <a:pt x="9493038" y="2101014"/>
                  </a:lnTo>
                  <a:lnTo>
                    <a:pt x="9436619" y="2091291"/>
                  </a:lnTo>
                  <a:lnTo>
                    <a:pt x="9383113" y="2080600"/>
                  </a:lnTo>
                  <a:lnTo>
                    <a:pt x="9347647" y="2072670"/>
                  </a:lnTo>
                  <a:lnTo>
                    <a:pt x="9287864" y="2057740"/>
                  </a:lnTo>
                  <a:lnTo>
                    <a:pt x="9229910" y="2041355"/>
                  </a:lnTo>
                  <a:lnTo>
                    <a:pt x="9173123" y="2023492"/>
                  </a:lnTo>
                  <a:lnTo>
                    <a:pt x="9117014" y="2004172"/>
                  </a:lnTo>
                  <a:lnTo>
                    <a:pt x="9061230" y="1983467"/>
                  </a:lnTo>
                  <a:lnTo>
                    <a:pt x="9005535" y="1961503"/>
                  </a:lnTo>
                  <a:lnTo>
                    <a:pt x="8949792" y="1938459"/>
                  </a:lnTo>
                  <a:lnTo>
                    <a:pt x="8893943" y="1914565"/>
                  </a:lnTo>
                  <a:lnTo>
                    <a:pt x="8837992" y="1890092"/>
                  </a:lnTo>
                  <a:lnTo>
                    <a:pt x="8781983" y="1865341"/>
                  </a:lnTo>
                  <a:lnTo>
                    <a:pt x="8725983" y="1840627"/>
                  </a:lnTo>
                  <a:lnTo>
                    <a:pt x="8670053" y="1816266"/>
                  </a:lnTo>
                  <a:lnTo>
                    <a:pt x="8614230" y="1792550"/>
                  </a:lnTo>
                  <a:lnTo>
                    <a:pt x="8558507" y="1769744"/>
                  </a:lnTo>
                  <a:lnTo>
                    <a:pt x="8502807" y="1748064"/>
                  </a:lnTo>
                  <a:lnTo>
                    <a:pt x="8446970" y="1727679"/>
                  </a:lnTo>
                  <a:lnTo>
                    <a:pt x="8390737" y="1708701"/>
                  </a:lnTo>
                  <a:lnTo>
                    <a:pt x="8333723" y="1691189"/>
                  </a:lnTo>
                  <a:lnTo>
                    <a:pt x="8275401" y="1675153"/>
                  </a:lnTo>
                  <a:lnTo>
                    <a:pt x="8229629" y="1663901"/>
                  </a:lnTo>
                  <a:lnTo>
                    <a:pt x="8177741" y="1652529"/>
                  </a:lnTo>
                  <a:lnTo>
                    <a:pt x="8123401" y="1642145"/>
                  </a:lnTo>
                  <a:lnTo>
                    <a:pt x="8065925" y="1632713"/>
                  </a:lnTo>
                  <a:lnTo>
                    <a:pt x="8004562" y="1624164"/>
                  </a:lnTo>
                  <a:lnTo>
                    <a:pt x="7938532" y="1616419"/>
                  </a:lnTo>
                  <a:lnTo>
                    <a:pt x="7867073" y="1609394"/>
                  </a:lnTo>
                  <a:lnTo>
                    <a:pt x="7789489" y="1603009"/>
                  </a:lnTo>
                  <a:lnTo>
                    <a:pt x="7705221" y="1597197"/>
                  </a:lnTo>
                  <a:lnTo>
                    <a:pt x="7613937" y="1591899"/>
                  </a:lnTo>
                  <a:lnTo>
                    <a:pt x="7515651" y="1587073"/>
                  </a:lnTo>
                  <a:lnTo>
                    <a:pt x="7410863" y="1582687"/>
                  </a:lnTo>
                  <a:lnTo>
                    <a:pt x="7300707" y="1578726"/>
                  </a:lnTo>
                  <a:lnTo>
                    <a:pt x="7187071" y="1575184"/>
                  </a:lnTo>
                  <a:lnTo>
                    <a:pt x="7072658" y="1572066"/>
                  </a:lnTo>
                  <a:lnTo>
                    <a:pt x="6960916" y="1569382"/>
                  </a:lnTo>
                  <a:lnTo>
                    <a:pt x="6855799" y="1567138"/>
                  </a:lnTo>
                  <a:lnTo>
                    <a:pt x="6761343" y="1565334"/>
                  </a:lnTo>
                  <a:lnTo>
                    <a:pt x="6681102" y="1563954"/>
                  </a:lnTo>
                  <a:lnTo>
                    <a:pt x="6617560" y="1562965"/>
                  </a:lnTo>
                  <a:lnTo>
                    <a:pt x="6571658" y="1562316"/>
                  </a:lnTo>
                  <a:lnTo>
                    <a:pt x="6542556" y="1561941"/>
                  </a:lnTo>
                  <a:lnTo>
                    <a:pt x="6527648" y="1561765"/>
                  </a:lnTo>
                  <a:lnTo>
                    <a:pt x="6522761" y="1561712"/>
                  </a:lnTo>
                  <a:lnTo>
                    <a:pt x="6522385" y="1561708"/>
                  </a:lnTo>
                  <a:lnTo>
                    <a:pt x="5527445" y="1561708"/>
                  </a:lnTo>
                  <a:lnTo>
                    <a:pt x="5526328" y="1561679"/>
                  </a:lnTo>
                  <a:lnTo>
                    <a:pt x="5518952" y="1561470"/>
                  </a:lnTo>
                  <a:lnTo>
                    <a:pt x="5500251" y="1560893"/>
                  </a:lnTo>
                  <a:lnTo>
                    <a:pt x="5466551" y="1559756"/>
                  </a:lnTo>
                  <a:lnTo>
                    <a:pt x="5415783" y="1557877"/>
                  </a:lnTo>
                  <a:lnTo>
                    <a:pt x="5347636" y="1555099"/>
                  </a:lnTo>
                  <a:lnTo>
                    <a:pt x="5263508" y="1551307"/>
                  </a:lnTo>
                  <a:lnTo>
                    <a:pt x="5166198" y="1546429"/>
                  </a:lnTo>
                  <a:lnTo>
                    <a:pt x="5059400" y="1540438"/>
                  </a:lnTo>
                  <a:lnTo>
                    <a:pt x="4947120" y="1533340"/>
                  </a:lnTo>
                  <a:lnTo>
                    <a:pt x="4833158" y="1525155"/>
                  </a:lnTo>
                  <a:lnTo>
                    <a:pt x="4720734" y="1515905"/>
                  </a:lnTo>
                  <a:lnTo>
                    <a:pt x="4612308" y="1505596"/>
                  </a:lnTo>
                  <a:lnTo>
                    <a:pt x="4509545" y="1494209"/>
                  </a:lnTo>
                  <a:lnTo>
                    <a:pt x="4413395" y="1481695"/>
                  </a:lnTo>
                  <a:lnTo>
                    <a:pt x="4324220" y="1467969"/>
                  </a:lnTo>
                  <a:lnTo>
                    <a:pt x="4241944" y="1452914"/>
                  </a:lnTo>
                  <a:lnTo>
                    <a:pt x="4166176" y="1436379"/>
                  </a:lnTo>
                  <a:lnTo>
                    <a:pt x="4096329" y="1418183"/>
                  </a:lnTo>
                  <a:lnTo>
                    <a:pt x="4031695" y="1398127"/>
                  </a:lnTo>
                  <a:lnTo>
                    <a:pt x="3971517" y="1376000"/>
                  </a:lnTo>
                  <a:lnTo>
                    <a:pt x="3915028" y="1351602"/>
                  </a:lnTo>
                  <a:lnTo>
                    <a:pt x="3861499" y="1324776"/>
                  </a:lnTo>
                  <a:lnTo>
                    <a:pt x="3820202" y="1301424"/>
                  </a:lnTo>
                  <a:lnTo>
                    <a:pt x="3767320" y="1268046"/>
                  </a:lnTo>
                  <a:lnTo>
                    <a:pt x="3715931" y="1231790"/>
                  </a:lnTo>
                  <a:lnTo>
                    <a:pt x="3665558" y="1192603"/>
                  </a:lnTo>
                  <a:lnTo>
                    <a:pt x="3615831" y="1150496"/>
                  </a:lnTo>
                  <a:lnTo>
                    <a:pt x="3566472" y="1105558"/>
                  </a:lnTo>
                  <a:lnTo>
                    <a:pt x="3517278" y="1057961"/>
                  </a:lnTo>
                  <a:lnTo>
                    <a:pt x="3468114" y="1007956"/>
                  </a:lnTo>
                  <a:lnTo>
                    <a:pt x="3418899" y="955882"/>
                  </a:lnTo>
                  <a:lnTo>
                    <a:pt x="3369599" y="902150"/>
                  </a:lnTo>
                  <a:lnTo>
                    <a:pt x="3320218" y="847236"/>
                  </a:lnTo>
                  <a:lnTo>
                    <a:pt x="3270784" y="791664"/>
                  </a:lnTo>
                  <a:lnTo>
                    <a:pt x="3221342" y="735984"/>
                  </a:lnTo>
                  <a:lnTo>
                    <a:pt x="3171936" y="680751"/>
                  </a:lnTo>
                  <a:lnTo>
                    <a:pt x="3122602" y="626501"/>
                  </a:lnTo>
                  <a:lnTo>
                    <a:pt x="3073356" y="573730"/>
                  </a:lnTo>
                  <a:lnTo>
                    <a:pt x="3024179" y="522879"/>
                  </a:lnTo>
                  <a:lnTo>
                    <a:pt x="2975010" y="474312"/>
                  </a:lnTo>
                  <a:lnTo>
                    <a:pt x="2925735" y="428318"/>
                  </a:lnTo>
                  <a:lnTo>
                    <a:pt x="2876180" y="385098"/>
                  </a:lnTo>
                  <a:lnTo>
                    <a:pt x="2826095" y="344772"/>
                  </a:lnTo>
                  <a:lnTo>
                    <a:pt x="2775151" y="307382"/>
                  </a:lnTo>
                  <a:lnTo>
                    <a:pt x="2722913" y="272898"/>
                  </a:lnTo>
                  <a:lnTo>
                    <a:pt x="2702183" y="260284"/>
                  </a:lnTo>
                  <a:lnTo>
                    <a:pt x="2650552" y="231455"/>
                  </a:lnTo>
                  <a:lnTo>
                    <a:pt x="2596495" y="205116"/>
                  </a:lnTo>
                  <a:lnTo>
                    <a:pt x="2539340" y="181180"/>
                  </a:lnTo>
                  <a:lnTo>
                    <a:pt x="2478345" y="159477"/>
                  </a:lnTo>
                  <a:lnTo>
                    <a:pt x="2412745" y="139803"/>
                  </a:lnTo>
                  <a:lnTo>
                    <a:pt x="2341785" y="121950"/>
                  </a:lnTo>
                  <a:lnTo>
                    <a:pt x="2264778" y="105719"/>
                  </a:lnTo>
                  <a:lnTo>
                    <a:pt x="2181166" y="90936"/>
                  </a:lnTo>
                  <a:lnTo>
                    <a:pt x="2090613" y="77457"/>
                  </a:lnTo>
                  <a:lnTo>
                    <a:pt x="1993116" y="65171"/>
                  </a:lnTo>
                  <a:lnTo>
                    <a:pt x="1889143" y="53999"/>
                  </a:lnTo>
                  <a:lnTo>
                    <a:pt x="1779774" y="43899"/>
                  </a:lnTo>
                  <a:lnTo>
                    <a:pt x="1666828" y="34857"/>
                  </a:lnTo>
                  <a:lnTo>
                    <a:pt x="1552920" y="26885"/>
                  </a:lnTo>
                  <a:lnTo>
                    <a:pt x="1441406" y="20003"/>
                  </a:lnTo>
                  <a:lnTo>
                    <a:pt x="1336161" y="14232"/>
                  </a:lnTo>
                  <a:lnTo>
                    <a:pt x="1241173" y="9571"/>
                  </a:lnTo>
                  <a:lnTo>
                    <a:pt x="1160007" y="5985"/>
                  </a:lnTo>
                  <a:lnTo>
                    <a:pt x="1095221" y="3394"/>
                  </a:lnTo>
                  <a:lnTo>
                    <a:pt x="1047893" y="1674"/>
                  </a:lnTo>
                  <a:lnTo>
                    <a:pt x="1017362" y="663"/>
                  </a:lnTo>
                  <a:lnTo>
                    <a:pt x="1001228" y="174"/>
                  </a:lnTo>
                  <a:lnTo>
                    <a:pt x="995525" y="1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8" name="pg317"/>
            <p:cNvSpPr/>
            <p:nvPr/>
          </p:nvSpPr>
          <p:spPr>
            <a:xfrm>
              <a:off x="1199187" y="2756409"/>
              <a:ext cx="12049831" cy="2562670"/>
            </a:xfrm>
            <a:custGeom>
              <a:avLst/>
              <a:pathLst>
                <a:path w="12049831" h="2562670">
                  <a:moveTo>
                    <a:pt x="0" y="10481"/>
                  </a:moveTo>
                  <a:lnTo>
                    <a:pt x="994940" y="10481"/>
                  </a:lnTo>
                  <a:lnTo>
                    <a:pt x="996057" y="10510"/>
                  </a:lnTo>
                  <a:lnTo>
                    <a:pt x="1003432" y="10720"/>
                  </a:lnTo>
                  <a:lnTo>
                    <a:pt x="1022131" y="11298"/>
                  </a:lnTo>
                  <a:lnTo>
                    <a:pt x="1055827" y="12439"/>
                  </a:lnTo>
                  <a:lnTo>
                    <a:pt x="1106591" y="14324"/>
                  </a:lnTo>
                  <a:lnTo>
                    <a:pt x="1174732" y="17111"/>
                  </a:lnTo>
                  <a:lnTo>
                    <a:pt x="1258853" y="20916"/>
                  </a:lnTo>
                  <a:lnTo>
                    <a:pt x="1356156" y="25810"/>
                  </a:lnTo>
                  <a:lnTo>
                    <a:pt x="1462948" y="31820"/>
                  </a:lnTo>
                  <a:lnTo>
                    <a:pt x="1575222" y="38942"/>
                  </a:lnTo>
                  <a:lnTo>
                    <a:pt x="1689180" y="47153"/>
                  </a:lnTo>
                  <a:lnTo>
                    <a:pt x="1801600" y="56434"/>
                  </a:lnTo>
                  <a:lnTo>
                    <a:pt x="1910025" y="66776"/>
                  </a:lnTo>
                  <a:lnTo>
                    <a:pt x="2012787" y="78200"/>
                  </a:lnTo>
                  <a:lnTo>
                    <a:pt x="2108937" y="90755"/>
                  </a:lnTo>
                  <a:lnTo>
                    <a:pt x="2198112" y="104526"/>
                  </a:lnTo>
                  <a:lnTo>
                    <a:pt x="2280390" y="119630"/>
                  </a:lnTo>
                  <a:lnTo>
                    <a:pt x="2356159" y="136219"/>
                  </a:lnTo>
                  <a:lnTo>
                    <a:pt x="2426008" y="154474"/>
                  </a:lnTo>
                  <a:lnTo>
                    <a:pt x="2490642" y="174595"/>
                  </a:lnTo>
                  <a:lnTo>
                    <a:pt x="2550822" y="196794"/>
                  </a:lnTo>
                  <a:lnTo>
                    <a:pt x="2607310" y="221271"/>
                  </a:lnTo>
                  <a:lnTo>
                    <a:pt x="2660840" y="248183"/>
                  </a:lnTo>
                  <a:lnTo>
                    <a:pt x="2702183" y="271639"/>
                  </a:lnTo>
                  <a:lnTo>
                    <a:pt x="2755024" y="305101"/>
                  </a:lnTo>
                  <a:lnTo>
                    <a:pt x="2806375" y="341447"/>
                  </a:lnTo>
                  <a:lnTo>
                    <a:pt x="2856711" y="380730"/>
                  </a:lnTo>
                  <a:lnTo>
                    <a:pt x="2906400" y="422937"/>
                  </a:lnTo>
                  <a:lnTo>
                    <a:pt x="2955722" y="467981"/>
                  </a:lnTo>
                  <a:lnTo>
                    <a:pt x="3004877" y="515690"/>
                  </a:lnTo>
                  <a:lnTo>
                    <a:pt x="3054003" y="565812"/>
                  </a:lnTo>
                  <a:lnTo>
                    <a:pt x="3103179" y="618009"/>
                  </a:lnTo>
                  <a:lnTo>
                    <a:pt x="3152440" y="671870"/>
                  </a:lnTo>
                  <a:lnTo>
                    <a:pt x="3201782" y="726918"/>
                  </a:lnTo>
                  <a:lnTo>
                    <a:pt x="3251177" y="782630"/>
                  </a:lnTo>
                  <a:lnTo>
                    <a:pt x="3300581" y="838455"/>
                  </a:lnTo>
                  <a:lnTo>
                    <a:pt x="3349949" y="893838"/>
                  </a:lnTo>
                  <a:lnTo>
                    <a:pt x="3399245" y="948240"/>
                  </a:lnTo>
                  <a:lnTo>
                    <a:pt x="3448454" y="1001166"/>
                  </a:lnTo>
                  <a:lnTo>
                    <a:pt x="3497593" y="1052174"/>
                  </a:lnTo>
                  <a:lnTo>
                    <a:pt x="3546724" y="1100897"/>
                  </a:lnTo>
                  <a:lnTo>
                    <a:pt x="3595957" y="1147046"/>
                  </a:lnTo>
                  <a:lnTo>
                    <a:pt x="3645469" y="1190419"/>
                  </a:lnTo>
                  <a:lnTo>
                    <a:pt x="3695504" y="1230893"/>
                  </a:lnTo>
                  <a:lnTo>
                    <a:pt x="3746392" y="1268426"/>
                  </a:lnTo>
                  <a:lnTo>
                    <a:pt x="3798563" y="1303047"/>
                  </a:lnTo>
                  <a:lnTo>
                    <a:pt x="3820202" y="1316272"/>
                  </a:lnTo>
                  <a:lnTo>
                    <a:pt x="3871831" y="1345197"/>
                  </a:lnTo>
                  <a:lnTo>
                    <a:pt x="3925886" y="1371623"/>
                  </a:lnTo>
                  <a:lnTo>
                    <a:pt x="3983039" y="1395640"/>
                  </a:lnTo>
                  <a:lnTo>
                    <a:pt x="4044030" y="1417415"/>
                  </a:lnTo>
                  <a:lnTo>
                    <a:pt x="4109627" y="1437154"/>
                  </a:lnTo>
                  <a:lnTo>
                    <a:pt x="4180583" y="1455067"/>
                  </a:lnTo>
                  <a:lnTo>
                    <a:pt x="4257585" y="1471352"/>
                  </a:lnTo>
                  <a:lnTo>
                    <a:pt x="4341192" y="1486184"/>
                  </a:lnTo>
                  <a:lnTo>
                    <a:pt x="4431739" y="1499708"/>
                  </a:lnTo>
                  <a:lnTo>
                    <a:pt x="4529230" y="1512036"/>
                  </a:lnTo>
                  <a:lnTo>
                    <a:pt x="4633197" y="1523245"/>
                  </a:lnTo>
                  <a:lnTo>
                    <a:pt x="4742560" y="1533379"/>
                  </a:lnTo>
                  <a:lnTo>
                    <a:pt x="4855500" y="1542451"/>
                  </a:lnTo>
                  <a:lnTo>
                    <a:pt x="4969404" y="1550451"/>
                  </a:lnTo>
                  <a:lnTo>
                    <a:pt x="5080916" y="1557356"/>
                  </a:lnTo>
                  <a:lnTo>
                    <a:pt x="5186163" y="1563147"/>
                  </a:lnTo>
                  <a:lnTo>
                    <a:pt x="5281154" y="1567825"/>
                  </a:lnTo>
                  <a:lnTo>
                    <a:pt x="5362328" y="1571423"/>
                  </a:lnTo>
                  <a:lnTo>
                    <a:pt x="5427123" y="1574023"/>
                  </a:lnTo>
                  <a:lnTo>
                    <a:pt x="5474463" y="1575749"/>
                  </a:lnTo>
                  <a:lnTo>
                    <a:pt x="5505005" y="1576764"/>
                  </a:lnTo>
                  <a:lnTo>
                    <a:pt x="5521149" y="1577256"/>
                  </a:lnTo>
                  <a:lnTo>
                    <a:pt x="5526859" y="1577415"/>
                  </a:lnTo>
                  <a:lnTo>
                    <a:pt x="5527445" y="1577430"/>
                  </a:lnTo>
                  <a:lnTo>
                    <a:pt x="6522385" y="1577430"/>
                  </a:lnTo>
                  <a:lnTo>
                    <a:pt x="6523514" y="1577449"/>
                  </a:lnTo>
                  <a:lnTo>
                    <a:pt x="6530964" y="1577582"/>
                  </a:lnTo>
                  <a:lnTo>
                    <a:pt x="6549846" y="1577950"/>
                  </a:lnTo>
                  <a:lnTo>
                    <a:pt x="6583861" y="1578675"/>
                  </a:lnTo>
                  <a:lnTo>
                    <a:pt x="6635077" y="1579873"/>
                  </a:lnTo>
                  <a:lnTo>
                    <a:pt x="6703781" y="1581643"/>
                  </a:lnTo>
                  <a:lnTo>
                    <a:pt x="6788530" y="1584059"/>
                  </a:lnTo>
                  <a:lnTo>
                    <a:pt x="6886470" y="1587165"/>
                  </a:lnTo>
                  <a:lnTo>
                    <a:pt x="6993854" y="1590978"/>
                  </a:lnTo>
                  <a:lnTo>
                    <a:pt x="7106633" y="1595494"/>
                  </a:lnTo>
                  <a:lnTo>
                    <a:pt x="7220984" y="1600700"/>
                  </a:lnTo>
                  <a:lnTo>
                    <a:pt x="7333677" y="1606582"/>
                  </a:lnTo>
                  <a:lnTo>
                    <a:pt x="7442260" y="1613138"/>
                  </a:lnTo>
                  <a:lnTo>
                    <a:pt x="7545084" y="1620378"/>
                  </a:lnTo>
                  <a:lnTo>
                    <a:pt x="7641220" y="1628337"/>
                  </a:lnTo>
                  <a:lnTo>
                    <a:pt x="7730327" y="1637069"/>
                  </a:lnTo>
                  <a:lnTo>
                    <a:pt x="7812503" y="1646650"/>
                  </a:lnTo>
                  <a:lnTo>
                    <a:pt x="7888155" y="1657178"/>
                  </a:lnTo>
                  <a:lnTo>
                    <a:pt x="7957888" y="1668768"/>
                  </a:lnTo>
                  <a:lnTo>
                    <a:pt x="8022420" y="1681549"/>
                  </a:lnTo>
                  <a:lnTo>
                    <a:pt x="8082519" y="1695654"/>
                  </a:lnTo>
                  <a:lnTo>
                    <a:pt x="8138958" y="1711210"/>
                  </a:lnTo>
                  <a:lnTo>
                    <a:pt x="8192470" y="1728314"/>
                  </a:lnTo>
                  <a:lnTo>
                    <a:pt x="8229629" y="1741637"/>
                  </a:lnTo>
                  <a:lnTo>
                    <a:pt x="8286952" y="1764576"/>
                  </a:lnTo>
                  <a:lnTo>
                    <a:pt x="8342568" y="1789660"/>
                  </a:lnTo>
                  <a:lnTo>
                    <a:pt x="8397068" y="1816924"/>
                  </a:lnTo>
                  <a:lnTo>
                    <a:pt x="8450899" y="1846345"/>
                  </a:lnTo>
                  <a:lnTo>
                    <a:pt x="8504385" y="1877833"/>
                  </a:lnTo>
                  <a:lnTo>
                    <a:pt x="8557753" y="1911225"/>
                  </a:lnTo>
                  <a:lnTo>
                    <a:pt x="8611142" y="1946284"/>
                  </a:lnTo>
                  <a:lnTo>
                    <a:pt x="8664619" y="1982704"/>
                  </a:lnTo>
                  <a:lnTo>
                    <a:pt x="8718197" y="2020118"/>
                  </a:lnTo>
                  <a:lnTo>
                    <a:pt x="8771847" y="2058113"/>
                  </a:lnTo>
                  <a:lnTo>
                    <a:pt x="8825515" y="2096248"/>
                  </a:lnTo>
                  <a:lnTo>
                    <a:pt x="8879143" y="2134076"/>
                  </a:lnTo>
                  <a:lnTo>
                    <a:pt x="8932685" y="2171164"/>
                  </a:lnTo>
                  <a:lnTo>
                    <a:pt x="8986125" y="2207115"/>
                  </a:lnTo>
                  <a:lnTo>
                    <a:pt x="9039494" y="2241582"/>
                  </a:lnTo>
                  <a:lnTo>
                    <a:pt x="9092886" y="2274285"/>
                  </a:lnTo>
                  <a:lnTo>
                    <a:pt x="9146470" y="2305015"/>
                  </a:lnTo>
                  <a:lnTo>
                    <a:pt x="9200507" y="2333636"/>
                  </a:lnTo>
                  <a:lnTo>
                    <a:pt x="9255365" y="2360083"/>
                  </a:lnTo>
                  <a:lnTo>
                    <a:pt x="9311542" y="2384356"/>
                  </a:lnTo>
                  <a:lnTo>
                    <a:pt x="9347647" y="2398463"/>
                  </a:lnTo>
                  <a:lnTo>
                    <a:pt x="9399461" y="2416711"/>
                  </a:lnTo>
                  <a:lnTo>
                    <a:pt x="9453719" y="2433376"/>
                  </a:lnTo>
                  <a:lnTo>
                    <a:pt x="9511101" y="2448517"/>
                  </a:lnTo>
                  <a:lnTo>
                    <a:pt x="9572357" y="2462239"/>
                  </a:lnTo>
                  <a:lnTo>
                    <a:pt x="9638262" y="2474675"/>
                  </a:lnTo>
                  <a:lnTo>
                    <a:pt x="9709575" y="2485956"/>
                  </a:lnTo>
                  <a:lnTo>
                    <a:pt x="9786991" y="2496210"/>
                  </a:lnTo>
                  <a:lnTo>
                    <a:pt x="9871068" y="2505545"/>
                  </a:lnTo>
                  <a:lnTo>
                    <a:pt x="9962140" y="2514055"/>
                  </a:lnTo>
                  <a:lnTo>
                    <a:pt x="10060196" y="2521809"/>
                  </a:lnTo>
                  <a:lnTo>
                    <a:pt x="10164747" y="2528857"/>
                  </a:lnTo>
                  <a:lnTo>
                    <a:pt x="10274674" y="2535224"/>
                  </a:lnTo>
                  <a:lnTo>
                    <a:pt x="10388111" y="2540919"/>
                  </a:lnTo>
                  <a:lnTo>
                    <a:pt x="10502378" y="2545934"/>
                  </a:lnTo>
                  <a:lnTo>
                    <a:pt x="10614057" y="2550256"/>
                  </a:lnTo>
                  <a:lnTo>
                    <a:pt x="10719214" y="2553871"/>
                  </a:lnTo>
                  <a:lnTo>
                    <a:pt x="10813828" y="2556782"/>
                  </a:lnTo>
                  <a:lnTo>
                    <a:pt x="10894341" y="2559013"/>
                  </a:lnTo>
                  <a:lnTo>
                    <a:pt x="10958247" y="2560615"/>
                  </a:lnTo>
                  <a:lnTo>
                    <a:pt x="11004565" y="2561670"/>
                  </a:lnTo>
                  <a:lnTo>
                    <a:pt x="11034081" y="2562283"/>
                  </a:lnTo>
                  <a:lnTo>
                    <a:pt x="11049342" y="2562573"/>
                  </a:lnTo>
                  <a:lnTo>
                    <a:pt x="11054461" y="2562663"/>
                  </a:lnTo>
                  <a:lnTo>
                    <a:pt x="11054891" y="2562670"/>
                  </a:lnTo>
                  <a:lnTo>
                    <a:pt x="12049831" y="2562670"/>
                  </a:lnTo>
                  <a:lnTo>
                    <a:pt x="12049831" y="2552188"/>
                  </a:lnTo>
                  <a:lnTo>
                    <a:pt x="11054891" y="2552188"/>
                  </a:lnTo>
                  <a:lnTo>
                    <a:pt x="11053762" y="2552170"/>
                  </a:lnTo>
                  <a:lnTo>
                    <a:pt x="11046312" y="2552036"/>
                  </a:lnTo>
                  <a:lnTo>
                    <a:pt x="11027430" y="2551669"/>
                  </a:lnTo>
                  <a:lnTo>
                    <a:pt x="10993416" y="2550944"/>
                  </a:lnTo>
                  <a:lnTo>
                    <a:pt x="10942199" y="2549746"/>
                  </a:lnTo>
                  <a:lnTo>
                    <a:pt x="10873495" y="2547976"/>
                  </a:lnTo>
                  <a:lnTo>
                    <a:pt x="10788746" y="2545560"/>
                  </a:lnTo>
                  <a:lnTo>
                    <a:pt x="10690806" y="2542454"/>
                  </a:lnTo>
                  <a:lnTo>
                    <a:pt x="10583423" y="2538641"/>
                  </a:lnTo>
                  <a:lnTo>
                    <a:pt x="10470644" y="2534124"/>
                  </a:lnTo>
                  <a:lnTo>
                    <a:pt x="10356293" y="2528919"/>
                  </a:lnTo>
                  <a:lnTo>
                    <a:pt x="10243600" y="2523036"/>
                  </a:lnTo>
                  <a:lnTo>
                    <a:pt x="10135016" y="2516481"/>
                  </a:lnTo>
                  <a:lnTo>
                    <a:pt x="10032192" y="2509240"/>
                  </a:lnTo>
                  <a:lnTo>
                    <a:pt x="9936056" y="2501281"/>
                  </a:lnTo>
                  <a:lnTo>
                    <a:pt x="9846949" y="2492550"/>
                  </a:lnTo>
                  <a:lnTo>
                    <a:pt x="9764773" y="2482968"/>
                  </a:lnTo>
                  <a:lnTo>
                    <a:pt x="9689121" y="2472440"/>
                  </a:lnTo>
                  <a:lnTo>
                    <a:pt x="9619388" y="2460851"/>
                  </a:lnTo>
                  <a:lnTo>
                    <a:pt x="9554857" y="2448070"/>
                  </a:lnTo>
                  <a:lnTo>
                    <a:pt x="9494757" y="2433965"/>
                  </a:lnTo>
                  <a:lnTo>
                    <a:pt x="9438318" y="2418409"/>
                  </a:lnTo>
                  <a:lnTo>
                    <a:pt x="9384806" y="2401305"/>
                  </a:lnTo>
                  <a:lnTo>
                    <a:pt x="9347647" y="2387982"/>
                  </a:lnTo>
                  <a:lnTo>
                    <a:pt x="9290324" y="2365042"/>
                  </a:lnTo>
                  <a:lnTo>
                    <a:pt x="9234709" y="2339959"/>
                  </a:lnTo>
                  <a:lnTo>
                    <a:pt x="9180208" y="2312695"/>
                  </a:lnTo>
                  <a:lnTo>
                    <a:pt x="9126378" y="2283273"/>
                  </a:lnTo>
                  <a:lnTo>
                    <a:pt x="9072891" y="2251785"/>
                  </a:lnTo>
                  <a:lnTo>
                    <a:pt x="9019523" y="2218393"/>
                  </a:lnTo>
                  <a:lnTo>
                    <a:pt x="8966135" y="2183335"/>
                  </a:lnTo>
                  <a:lnTo>
                    <a:pt x="8912657" y="2146915"/>
                  </a:lnTo>
                  <a:lnTo>
                    <a:pt x="8859079" y="2109501"/>
                  </a:lnTo>
                  <a:lnTo>
                    <a:pt x="8805430" y="2071506"/>
                  </a:lnTo>
                  <a:lnTo>
                    <a:pt x="8751762" y="2033371"/>
                  </a:lnTo>
                  <a:lnTo>
                    <a:pt x="8698134" y="1995542"/>
                  </a:lnTo>
                  <a:lnTo>
                    <a:pt x="8644592" y="1958454"/>
                  </a:lnTo>
                  <a:lnTo>
                    <a:pt x="8591152" y="1922504"/>
                  </a:lnTo>
                  <a:lnTo>
                    <a:pt x="8537782" y="1888037"/>
                  </a:lnTo>
                  <a:lnTo>
                    <a:pt x="8484391" y="1855334"/>
                  </a:lnTo>
                  <a:lnTo>
                    <a:pt x="8430807" y="1824604"/>
                  </a:lnTo>
                  <a:lnTo>
                    <a:pt x="8376770" y="1795983"/>
                  </a:lnTo>
                  <a:lnTo>
                    <a:pt x="8321911" y="1769536"/>
                  </a:lnTo>
                  <a:lnTo>
                    <a:pt x="8265735" y="1745262"/>
                  </a:lnTo>
                  <a:lnTo>
                    <a:pt x="8229629" y="1731156"/>
                  </a:lnTo>
                  <a:lnTo>
                    <a:pt x="8177815" y="1712908"/>
                  </a:lnTo>
                  <a:lnTo>
                    <a:pt x="8123558" y="1696242"/>
                  </a:lnTo>
                  <a:lnTo>
                    <a:pt x="8066175" y="1681102"/>
                  </a:lnTo>
                  <a:lnTo>
                    <a:pt x="8004919" y="1667379"/>
                  </a:lnTo>
                  <a:lnTo>
                    <a:pt x="7939015" y="1654944"/>
                  </a:lnTo>
                  <a:lnTo>
                    <a:pt x="7867701" y="1643662"/>
                  </a:lnTo>
                  <a:lnTo>
                    <a:pt x="7790285" y="1633409"/>
                  </a:lnTo>
                  <a:lnTo>
                    <a:pt x="7706208" y="1624073"/>
                  </a:lnTo>
                  <a:lnTo>
                    <a:pt x="7615137" y="1615564"/>
                  </a:lnTo>
                  <a:lnTo>
                    <a:pt x="7517080" y="1607809"/>
                  </a:lnTo>
                  <a:lnTo>
                    <a:pt x="7412530" y="1600762"/>
                  </a:lnTo>
                  <a:lnTo>
                    <a:pt x="7302602" y="1594395"/>
                  </a:lnTo>
                  <a:lnTo>
                    <a:pt x="7189166" y="1588700"/>
                  </a:lnTo>
                  <a:lnTo>
                    <a:pt x="7074898" y="1583685"/>
                  </a:lnTo>
                  <a:lnTo>
                    <a:pt x="6963220" y="1579363"/>
                  </a:lnTo>
                  <a:lnTo>
                    <a:pt x="6858063" y="1575747"/>
                  </a:lnTo>
                  <a:lnTo>
                    <a:pt x="6763449" y="1572836"/>
                  </a:lnTo>
                  <a:lnTo>
                    <a:pt x="6682936" y="1570606"/>
                  </a:lnTo>
                  <a:lnTo>
                    <a:pt x="6619029" y="1569004"/>
                  </a:lnTo>
                  <a:lnTo>
                    <a:pt x="6572712" y="1567949"/>
                  </a:lnTo>
                  <a:lnTo>
                    <a:pt x="6543195" y="1567336"/>
                  </a:lnTo>
                  <a:lnTo>
                    <a:pt x="6527934" y="1567045"/>
                  </a:lnTo>
                  <a:lnTo>
                    <a:pt x="6522815" y="1566956"/>
                  </a:lnTo>
                  <a:lnTo>
                    <a:pt x="6522385" y="1566949"/>
                  </a:lnTo>
                  <a:lnTo>
                    <a:pt x="5527445" y="1566949"/>
                  </a:lnTo>
                  <a:lnTo>
                    <a:pt x="5526328" y="1566920"/>
                  </a:lnTo>
                  <a:lnTo>
                    <a:pt x="5518953" y="1566710"/>
                  </a:lnTo>
                  <a:lnTo>
                    <a:pt x="5500254" y="1566131"/>
                  </a:lnTo>
                  <a:lnTo>
                    <a:pt x="5466558" y="1564991"/>
                  </a:lnTo>
                  <a:lnTo>
                    <a:pt x="5415794" y="1563105"/>
                  </a:lnTo>
                  <a:lnTo>
                    <a:pt x="5347653" y="1560319"/>
                  </a:lnTo>
                  <a:lnTo>
                    <a:pt x="5263532" y="1556514"/>
                  </a:lnTo>
                  <a:lnTo>
                    <a:pt x="5166229" y="1551620"/>
                  </a:lnTo>
                  <a:lnTo>
                    <a:pt x="5059437" y="1545609"/>
                  </a:lnTo>
                  <a:lnTo>
                    <a:pt x="4947163" y="1538488"/>
                  </a:lnTo>
                  <a:lnTo>
                    <a:pt x="4833205" y="1530277"/>
                  </a:lnTo>
                  <a:lnTo>
                    <a:pt x="4720785" y="1520996"/>
                  </a:lnTo>
                  <a:lnTo>
                    <a:pt x="4612360" y="1510654"/>
                  </a:lnTo>
                  <a:lnTo>
                    <a:pt x="4509598" y="1499230"/>
                  </a:lnTo>
                  <a:lnTo>
                    <a:pt x="4413448" y="1486675"/>
                  </a:lnTo>
                  <a:lnTo>
                    <a:pt x="4324273" y="1472904"/>
                  </a:lnTo>
                  <a:lnTo>
                    <a:pt x="4241995" y="1457800"/>
                  </a:lnTo>
                  <a:lnTo>
                    <a:pt x="4166226" y="1441211"/>
                  </a:lnTo>
                  <a:lnTo>
                    <a:pt x="4096377" y="1422956"/>
                  </a:lnTo>
                  <a:lnTo>
                    <a:pt x="4031743" y="1402835"/>
                  </a:lnTo>
                  <a:lnTo>
                    <a:pt x="3971563" y="1380636"/>
                  </a:lnTo>
                  <a:lnTo>
                    <a:pt x="3915075" y="1356159"/>
                  </a:lnTo>
                  <a:lnTo>
                    <a:pt x="3861545" y="1329247"/>
                  </a:lnTo>
                  <a:lnTo>
                    <a:pt x="3820202" y="1305791"/>
                  </a:lnTo>
                  <a:lnTo>
                    <a:pt x="3767361" y="1272328"/>
                  </a:lnTo>
                  <a:lnTo>
                    <a:pt x="3716010" y="1235983"/>
                  </a:lnTo>
                  <a:lnTo>
                    <a:pt x="3665674" y="1196700"/>
                  </a:lnTo>
                  <a:lnTo>
                    <a:pt x="3615985" y="1154493"/>
                  </a:lnTo>
                  <a:lnTo>
                    <a:pt x="3566663" y="1109449"/>
                  </a:lnTo>
                  <a:lnTo>
                    <a:pt x="3517508" y="1061740"/>
                  </a:lnTo>
                  <a:lnTo>
                    <a:pt x="3468382" y="1011618"/>
                  </a:lnTo>
                  <a:lnTo>
                    <a:pt x="3419206" y="959421"/>
                  </a:lnTo>
                  <a:lnTo>
                    <a:pt x="3369945" y="905560"/>
                  </a:lnTo>
                  <a:lnTo>
                    <a:pt x="3320603" y="850512"/>
                  </a:lnTo>
                  <a:lnTo>
                    <a:pt x="3271208" y="794800"/>
                  </a:lnTo>
                  <a:lnTo>
                    <a:pt x="3221804" y="738975"/>
                  </a:lnTo>
                  <a:lnTo>
                    <a:pt x="3172436" y="683592"/>
                  </a:lnTo>
                  <a:lnTo>
                    <a:pt x="3123140" y="629189"/>
                  </a:lnTo>
                  <a:lnTo>
                    <a:pt x="3073931" y="576264"/>
                  </a:lnTo>
                  <a:lnTo>
                    <a:pt x="3024792" y="525256"/>
                  </a:lnTo>
                  <a:lnTo>
                    <a:pt x="2975661" y="476533"/>
                  </a:lnTo>
                  <a:lnTo>
                    <a:pt x="2926428" y="430384"/>
                  </a:lnTo>
                  <a:lnTo>
                    <a:pt x="2876916" y="387011"/>
                  </a:lnTo>
                  <a:lnTo>
                    <a:pt x="2826881" y="346537"/>
                  </a:lnTo>
                  <a:lnTo>
                    <a:pt x="2775993" y="309004"/>
                  </a:lnTo>
                  <a:lnTo>
                    <a:pt x="2723822" y="274383"/>
                  </a:lnTo>
                  <a:lnTo>
                    <a:pt x="2702183" y="261158"/>
                  </a:lnTo>
                  <a:lnTo>
                    <a:pt x="2650554" y="232233"/>
                  </a:lnTo>
                  <a:lnTo>
                    <a:pt x="2596499" y="205807"/>
                  </a:lnTo>
                  <a:lnTo>
                    <a:pt x="2539346" y="181790"/>
                  </a:lnTo>
                  <a:lnTo>
                    <a:pt x="2478355" y="160015"/>
                  </a:lnTo>
                  <a:lnTo>
                    <a:pt x="2412758" y="140276"/>
                  </a:lnTo>
                  <a:lnTo>
                    <a:pt x="2341802" y="122363"/>
                  </a:lnTo>
                  <a:lnTo>
                    <a:pt x="2264800" y="106078"/>
                  </a:lnTo>
                  <a:lnTo>
                    <a:pt x="2181193" y="91246"/>
                  </a:lnTo>
                  <a:lnTo>
                    <a:pt x="2090646" y="77722"/>
                  </a:lnTo>
                  <a:lnTo>
                    <a:pt x="1993155" y="65394"/>
                  </a:lnTo>
                  <a:lnTo>
                    <a:pt x="1889188" y="54185"/>
                  </a:lnTo>
                  <a:lnTo>
                    <a:pt x="1779825" y="44051"/>
                  </a:lnTo>
                  <a:lnTo>
                    <a:pt x="1666885" y="34979"/>
                  </a:lnTo>
                  <a:lnTo>
                    <a:pt x="1552981" y="26979"/>
                  </a:lnTo>
                  <a:lnTo>
                    <a:pt x="1441469" y="20074"/>
                  </a:lnTo>
                  <a:lnTo>
                    <a:pt x="1336222" y="14283"/>
                  </a:lnTo>
                  <a:lnTo>
                    <a:pt x="1241231" y="9605"/>
                  </a:lnTo>
                  <a:lnTo>
                    <a:pt x="1160057" y="6007"/>
                  </a:lnTo>
                  <a:lnTo>
                    <a:pt x="1095262" y="3407"/>
                  </a:lnTo>
                  <a:lnTo>
                    <a:pt x="1047922" y="1681"/>
                  </a:lnTo>
                  <a:lnTo>
                    <a:pt x="1017380" y="665"/>
                  </a:lnTo>
                  <a:lnTo>
                    <a:pt x="1001236" y="174"/>
                  </a:lnTo>
                  <a:lnTo>
                    <a:pt x="995526" y="1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19" name="pl318"/>
            <p:cNvSpPr/>
            <p:nvPr/>
          </p:nvSpPr>
          <p:spPr>
            <a:xfrm>
              <a:off x="1199187" y="2766890"/>
              <a:ext cx="12049831" cy="2552188"/>
            </a:xfrm>
            <a:custGeom>
              <a:avLst/>
              <a:pathLst>
                <a:path w="12049831" h="2552188">
                  <a:moveTo>
                    <a:pt x="0" y="0"/>
                  </a:moveTo>
                  <a:lnTo>
                    <a:pt x="994940" y="0"/>
                  </a:lnTo>
                  <a:lnTo>
                    <a:pt x="996057" y="29"/>
                  </a:lnTo>
                  <a:lnTo>
                    <a:pt x="1003432" y="238"/>
                  </a:lnTo>
                  <a:lnTo>
                    <a:pt x="1022131" y="817"/>
                  </a:lnTo>
                  <a:lnTo>
                    <a:pt x="1055827" y="1958"/>
                  </a:lnTo>
                  <a:lnTo>
                    <a:pt x="1106591" y="3843"/>
                  </a:lnTo>
                  <a:lnTo>
                    <a:pt x="1174732" y="6630"/>
                  </a:lnTo>
                  <a:lnTo>
                    <a:pt x="1258853" y="10435"/>
                  </a:lnTo>
                  <a:lnTo>
                    <a:pt x="1356156" y="15329"/>
                  </a:lnTo>
                  <a:lnTo>
                    <a:pt x="1462948" y="21339"/>
                  </a:lnTo>
                  <a:lnTo>
                    <a:pt x="1575222" y="28461"/>
                  </a:lnTo>
                  <a:lnTo>
                    <a:pt x="1689180" y="36672"/>
                  </a:lnTo>
                  <a:lnTo>
                    <a:pt x="1801600" y="45952"/>
                  </a:lnTo>
                  <a:lnTo>
                    <a:pt x="1910025" y="56295"/>
                  </a:lnTo>
                  <a:lnTo>
                    <a:pt x="2012787" y="67719"/>
                  </a:lnTo>
                  <a:lnTo>
                    <a:pt x="2108937" y="80274"/>
                  </a:lnTo>
                  <a:lnTo>
                    <a:pt x="2198112" y="94044"/>
                  </a:lnTo>
                  <a:lnTo>
                    <a:pt x="2280390" y="109148"/>
                  </a:lnTo>
                  <a:lnTo>
                    <a:pt x="2356159" y="125738"/>
                  </a:lnTo>
                  <a:lnTo>
                    <a:pt x="2426008" y="143993"/>
                  </a:lnTo>
                  <a:lnTo>
                    <a:pt x="2490642" y="164114"/>
                  </a:lnTo>
                  <a:lnTo>
                    <a:pt x="2550822" y="186313"/>
                  </a:lnTo>
                  <a:lnTo>
                    <a:pt x="2607310" y="210790"/>
                  </a:lnTo>
                  <a:lnTo>
                    <a:pt x="2660840" y="237702"/>
                  </a:lnTo>
                  <a:lnTo>
                    <a:pt x="2702183" y="261158"/>
                  </a:lnTo>
                  <a:lnTo>
                    <a:pt x="2755024" y="294620"/>
                  </a:lnTo>
                  <a:lnTo>
                    <a:pt x="2806375" y="330966"/>
                  </a:lnTo>
                  <a:lnTo>
                    <a:pt x="2856711" y="370249"/>
                  </a:lnTo>
                  <a:lnTo>
                    <a:pt x="2906400" y="412456"/>
                  </a:lnTo>
                  <a:lnTo>
                    <a:pt x="2955722" y="457499"/>
                  </a:lnTo>
                  <a:lnTo>
                    <a:pt x="3004877" y="505209"/>
                  </a:lnTo>
                  <a:lnTo>
                    <a:pt x="3054003" y="555330"/>
                  </a:lnTo>
                  <a:lnTo>
                    <a:pt x="3103179" y="607528"/>
                  </a:lnTo>
                  <a:lnTo>
                    <a:pt x="3152440" y="661389"/>
                  </a:lnTo>
                  <a:lnTo>
                    <a:pt x="3201782" y="716437"/>
                  </a:lnTo>
                  <a:lnTo>
                    <a:pt x="3251177" y="772149"/>
                  </a:lnTo>
                  <a:lnTo>
                    <a:pt x="3300581" y="827974"/>
                  </a:lnTo>
                  <a:lnTo>
                    <a:pt x="3349949" y="883356"/>
                  </a:lnTo>
                  <a:lnTo>
                    <a:pt x="3399245" y="937759"/>
                  </a:lnTo>
                  <a:lnTo>
                    <a:pt x="3448454" y="990685"/>
                  </a:lnTo>
                  <a:lnTo>
                    <a:pt x="3497593" y="1041693"/>
                  </a:lnTo>
                  <a:lnTo>
                    <a:pt x="3546724" y="1090416"/>
                  </a:lnTo>
                  <a:lnTo>
                    <a:pt x="3595957" y="1136565"/>
                  </a:lnTo>
                  <a:lnTo>
                    <a:pt x="3645469" y="1179937"/>
                  </a:lnTo>
                  <a:lnTo>
                    <a:pt x="3695504" y="1220412"/>
                  </a:lnTo>
                  <a:lnTo>
                    <a:pt x="3746392" y="1257945"/>
                  </a:lnTo>
                  <a:lnTo>
                    <a:pt x="3798563" y="1292566"/>
                  </a:lnTo>
                  <a:lnTo>
                    <a:pt x="3820202" y="1305791"/>
                  </a:lnTo>
                  <a:lnTo>
                    <a:pt x="3871831" y="1334716"/>
                  </a:lnTo>
                  <a:lnTo>
                    <a:pt x="3925886" y="1361142"/>
                  </a:lnTo>
                  <a:lnTo>
                    <a:pt x="3983039" y="1385158"/>
                  </a:lnTo>
                  <a:lnTo>
                    <a:pt x="4044030" y="1406934"/>
                  </a:lnTo>
                  <a:lnTo>
                    <a:pt x="4109627" y="1426673"/>
                  </a:lnTo>
                  <a:lnTo>
                    <a:pt x="4180583" y="1444586"/>
                  </a:lnTo>
                  <a:lnTo>
                    <a:pt x="4257585" y="1460871"/>
                  </a:lnTo>
                  <a:lnTo>
                    <a:pt x="4341192" y="1475703"/>
                  </a:lnTo>
                  <a:lnTo>
                    <a:pt x="4431739" y="1489227"/>
                  </a:lnTo>
                  <a:lnTo>
                    <a:pt x="4529230" y="1501555"/>
                  </a:lnTo>
                  <a:lnTo>
                    <a:pt x="4633197" y="1512764"/>
                  </a:lnTo>
                  <a:lnTo>
                    <a:pt x="4742560" y="1522898"/>
                  </a:lnTo>
                  <a:lnTo>
                    <a:pt x="4855500" y="1531970"/>
                  </a:lnTo>
                  <a:lnTo>
                    <a:pt x="4969404" y="1539970"/>
                  </a:lnTo>
                  <a:lnTo>
                    <a:pt x="5080916" y="1546875"/>
                  </a:lnTo>
                  <a:lnTo>
                    <a:pt x="5186163" y="1552666"/>
                  </a:lnTo>
                  <a:lnTo>
                    <a:pt x="5281154" y="1557343"/>
                  </a:lnTo>
                  <a:lnTo>
                    <a:pt x="5362328" y="1560942"/>
                  </a:lnTo>
                  <a:lnTo>
                    <a:pt x="5427123" y="1563541"/>
                  </a:lnTo>
                  <a:lnTo>
                    <a:pt x="5474463" y="1565267"/>
                  </a:lnTo>
                  <a:lnTo>
                    <a:pt x="5505005" y="1566283"/>
                  </a:lnTo>
                  <a:lnTo>
                    <a:pt x="5521149" y="1566774"/>
                  </a:lnTo>
                  <a:lnTo>
                    <a:pt x="5526859" y="1566934"/>
                  </a:lnTo>
                  <a:lnTo>
                    <a:pt x="5527445" y="1566949"/>
                  </a:lnTo>
                  <a:lnTo>
                    <a:pt x="6522385" y="1566949"/>
                  </a:lnTo>
                  <a:lnTo>
                    <a:pt x="6523514" y="1566968"/>
                  </a:lnTo>
                  <a:lnTo>
                    <a:pt x="6530964" y="1567101"/>
                  </a:lnTo>
                  <a:lnTo>
                    <a:pt x="6549846" y="1567469"/>
                  </a:lnTo>
                  <a:lnTo>
                    <a:pt x="6583861" y="1568193"/>
                  </a:lnTo>
                  <a:lnTo>
                    <a:pt x="6635077" y="1569391"/>
                  </a:lnTo>
                  <a:lnTo>
                    <a:pt x="6703781" y="1571161"/>
                  </a:lnTo>
                  <a:lnTo>
                    <a:pt x="6788530" y="1573577"/>
                  </a:lnTo>
                  <a:lnTo>
                    <a:pt x="6886470" y="1576684"/>
                  </a:lnTo>
                  <a:lnTo>
                    <a:pt x="6993854" y="1580497"/>
                  </a:lnTo>
                  <a:lnTo>
                    <a:pt x="7106633" y="1585013"/>
                  </a:lnTo>
                  <a:lnTo>
                    <a:pt x="7220984" y="1590219"/>
                  </a:lnTo>
                  <a:lnTo>
                    <a:pt x="7333677" y="1596101"/>
                  </a:lnTo>
                  <a:lnTo>
                    <a:pt x="7442260" y="1602656"/>
                  </a:lnTo>
                  <a:lnTo>
                    <a:pt x="7545084" y="1609897"/>
                  </a:lnTo>
                  <a:lnTo>
                    <a:pt x="7641220" y="1617856"/>
                  </a:lnTo>
                  <a:lnTo>
                    <a:pt x="7730327" y="1626588"/>
                  </a:lnTo>
                  <a:lnTo>
                    <a:pt x="7812503" y="1636169"/>
                  </a:lnTo>
                  <a:lnTo>
                    <a:pt x="7888155" y="1646697"/>
                  </a:lnTo>
                  <a:lnTo>
                    <a:pt x="7957888" y="1658287"/>
                  </a:lnTo>
                  <a:lnTo>
                    <a:pt x="8022420" y="1671067"/>
                  </a:lnTo>
                  <a:lnTo>
                    <a:pt x="8082519" y="1685173"/>
                  </a:lnTo>
                  <a:lnTo>
                    <a:pt x="8138958" y="1700729"/>
                  </a:lnTo>
                  <a:lnTo>
                    <a:pt x="8192470" y="1717833"/>
                  </a:lnTo>
                  <a:lnTo>
                    <a:pt x="8229629" y="1731156"/>
                  </a:lnTo>
                  <a:lnTo>
                    <a:pt x="8286952" y="1754095"/>
                  </a:lnTo>
                  <a:lnTo>
                    <a:pt x="8342568" y="1779178"/>
                  </a:lnTo>
                  <a:lnTo>
                    <a:pt x="8397068" y="1806442"/>
                  </a:lnTo>
                  <a:lnTo>
                    <a:pt x="8450899" y="1835864"/>
                  </a:lnTo>
                  <a:lnTo>
                    <a:pt x="8504385" y="1867352"/>
                  </a:lnTo>
                  <a:lnTo>
                    <a:pt x="8557753" y="1900744"/>
                  </a:lnTo>
                  <a:lnTo>
                    <a:pt x="8611142" y="1935803"/>
                  </a:lnTo>
                  <a:lnTo>
                    <a:pt x="8664619" y="1972223"/>
                  </a:lnTo>
                  <a:lnTo>
                    <a:pt x="8718197" y="2009636"/>
                  </a:lnTo>
                  <a:lnTo>
                    <a:pt x="8771847" y="2047631"/>
                  </a:lnTo>
                  <a:lnTo>
                    <a:pt x="8825515" y="2085767"/>
                  </a:lnTo>
                  <a:lnTo>
                    <a:pt x="8879143" y="2123595"/>
                  </a:lnTo>
                  <a:lnTo>
                    <a:pt x="8932685" y="2160683"/>
                  </a:lnTo>
                  <a:lnTo>
                    <a:pt x="8986125" y="2196633"/>
                  </a:lnTo>
                  <a:lnTo>
                    <a:pt x="9039494" y="2231100"/>
                  </a:lnTo>
                  <a:lnTo>
                    <a:pt x="9092886" y="2263804"/>
                  </a:lnTo>
                  <a:lnTo>
                    <a:pt x="9146470" y="2294533"/>
                  </a:lnTo>
                  <a:lnTo>
                    <a:pt x="9200507" y="2323154"/>
                  </a:lnTo>
                  <a:lnTo>
                    <a:pt x="9255365" y="2349601"/>
                  </a:lnTo>
                  <a:lnTo>
                    <a:pt x="9311542" y="2373875"/>
                  </a:lnTo>
                  <a:lnTo>
                    <a:pt x="9347647" y="2387982"/>
                  </a:lnTo>
                  <a:lnTo>
                    <a:pt x="9399461" y="2406229"/>
                  </a:lnTo>
                  <a:lnTo>
                    <a:pt x="9453719" y="2422895"/>
                  </a:lnTo>
                  <a:lnTo>
                    <a:pt x="9511101" y="2438035"/>
                  </a:lnTo>
                  <a:lnTo>
                    <a:pt x="9572357" y="2451758"/>
                  </a:lnTo>
                  <a:lnTo>
                    <a:pt x="9638262" y="2464194"/>
                  </a:lnTo>
                  <a:lnTo>
                    <a:pt x="9709575" y="2475475"/>
                  </a:lnTo>
                  <a:lnTo>
                    <a:pt x="9786991" y="2485728"/>
                  </a:lnTo>
                  <a:lnTo>
                    <a:pt x="9871068" y="2495064"/>
                  </a:lnTo>
                  <a:lnTo>
                    <a:pt x="9962140" y="2503574"/>
                  </a:lnTo>
                  <a:lnTo>
                    <a:pt x="10060196" y="2511328"/>
                  </a:lnTo>
                  <a:lnTo>
                    <a:pt x="10164747" y="2518375"/>
                  </a:lnTo>
                  <a:lnTo>
                    <a:pt x="10274674" y="2524743"/>
                  </a:lnTo>
                  <a:lnTo>
                    <a:pt x="10388111" y="2530437"/>
                  </a:lnTo>
                  <a:lnTo>
                    <a:pt x="10502378" y="2535453"/>
                  </a:lnTo>
                  <a:lnTo>
                    <a:pt x="10614057" y="2539774"/>
                  </a:lnTo>
                  <a:lnTo>
                    <a:pt x="10719214" y="2543390"/>
                  </a:lnTo>
                  <a:lnTo>
                    <a:pt x="10813828" y="2546301"/>
                  </a:lnTo>
                  <a:lnTo>
                    <a:pt x="10894341" y="2548531"/>
                  </a:lnTo>
                  <a:lnTo>
                    <a:pt x="10958247" y="2550134"/>
                  </a:lnTo>
                  <a:lnTo>
                    <a:pt x="11004565" y="2551189"/>
                  </a:lnTo>
                  <a:lnTo>
                    <a:pt x="11034081" y="2551802"/>
                  </a:lnTo>
                  <a:lnTo>
                    <a:pt x="11049342" y="2552092"/>
                  </a:lnTo>
                  <a:lnTo>
                    <a:pt x="11054461" y="2552181"/>
                  </a:lnTo>
                  <a:lnTo>
                    <a:pt x="11054891" y="2552188"/>
                  </a:lnTo>
                  <a:lnTo>
                    <a:pt x="12049831" y="2552188"/>
                  </a:lnTo>
                  <a:lnTo>
                    <a:pt x="12049831" y="25521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0" name="pl319"/>
            <p:cNvSpPr/>
            <p:nvPr/>
          </p:nvSpPr>
          <p:spPr>
            <a:xfrm>
              <a:off x="1199187" y="2756409"/>
              <a:ext cx="12049831" cy="2552188"/>
            </a:xfrm>
            <a:custGeom>
              <a:avLst/>
              <a:pathLst>
                <a:path w="12049831" h="2552188">
                  <a:moveTo>
                    <a:pt x="12049831" y="2552188"/>
                  </a:moveTo>
                  <a:lnTo>
                    <a:pt x="11054891" y="2552188"/>
                  </a:lnTo>
                  <a:lnTo>
                    <a:pt x="11053762" y="2552170"/>
                  </a:lnTo>
                  <a:lnTo>
                    <a:pt x="11046312" y="2552036"/>
                  </a:lnTo>
                  <a:lnTo>
                    <a:pt x="11027430" y="2551669"/>
                  </a:lnTo>
                  <a:lnTo>
                    <a:pt x="10993416" y="2550944"/>
                  </a:lnTo>
                  <a:lnTo>
                    <a:pt x="10942199" y="2549746"/>
                  </a:lnTo>
                  <a:lnTo>
                    <a:pt x="10873495" y="2547976"/>
                  </a:lnTo>
                  <a:lnTo>
                    <a:pt x="10788746" y="2545560"/>
                  </a:lnTo>
                  <a:lnTo>
                    <a:pt x="10690806" y="2542454"/>
                  </a:lnTo>
                  <a:lnTo>
                    <a:pt x="10583423" y="2538641"/>
                  </a:lnTo>
                  <a:lnTo>
                    <a:pt x="10470644" y="2534124"/>
                  </a:lnTo>
                  <a:lnTo>
                    <a:pt x="10356293" y="2528919"/>
                  </a:lnTo>
                  <a:lnTo>
                    <a:pt x="10243600" y="2523036"/>
                  </a:lnTo>
                  <a:lnTo>
                    <a:pt x="10135016" y="2516481"/>
                  </a:lnTo>
                  <a:lnTo>
                    <a:pt x="10032192" y="2509240"/>
                  </a:lnTo>
                  <a:lnTo>
                    <a:pt x="9936056" y="2501281"/>
                  </a:lnTo>
                  <a:lnTo>
                    <a:pt x="9846949" y="2492550"/>
                  </a:lnTo>
                  <a:lnTo>
                    <a:pt x="9764773" y="2482968"/>
                  </a:lnTo>
                  <a:lnTo>
                    <a:pt x="9689121" y="2472440"/>
                  </a:lnTo>
                  <a:lnTo>
                    <a:pt x="9619388" y="2460851"/>
                  </a:lnTo>
                  <a:lnTo>
                    <a:pt x="9554857" y="2448070"/>
                  </a:lnTo>
                  <a:lnTo>
                    <a:pt x="9494757" y="2433965"/>
                  </a:lnTo>
                  <a:lnTo>
                    <a:pt x="9438318" y="2418409"/>
                  </a:lnTo>
                  <a:lnTo>
                    <a:pt x="9384806" y="2401305"/>
                  </a:lnTo>
                  <a:lnTo>
                    <a:pt x="9347647" y="2387982"/>
                  </a:lnTo>
                  <a:lnTo>
                    <a:pt x="9290324" y="2365042"/>
                  </a:lnTo>
                  <a:lnTo>
                    <a:pt x="9234709" y="2339959"/>
                  </a:lnTo>
                  <a:lnTo>
                    <a:pt x="9180208" y="2312695"/>
                  </a:lnTo>
                  <a:lnTo>
                    <a:pt x="9126378" y="2283273"/>
                  </a:lnTo>
                  <a:lnTo>
                    <a:pt x="9072891" y="2251785"/>
                  </a:lnTo>
                  <a:lnTo>
                    <a:pt x="9019523" y="2218393"/>
                  </a:lnTo>
                  <a:lnTo>
                    <a:pt x="8966135" y="2183335"/>
                  </a:lnTo>
                  <a:lnTo>
                    <a:pt x="8912657" y="2146915"/>
                  </a:lnTo>
                  <a:lnTo>
                    <a:pt x="8859079" y="2109501"/>
                  </a:lnTo>
                  <a:lnTo>
                    <a:pt x="8805430" y="2071506"/>
                  </a:lnTo>
                  <a:lnTo>
                    <a:pt x="8751762" y="2033371"/>
                  </a:lnTo>
                  <a:lnTo>
                    <a:pt x="8698134" y="1995542"/>
                  </a:lnTo>
                  <a:lnTo>
                    <a:pt x="8644592" y="1958454"/>
                  </a:lnTo>
                  <a:lnTo>
                    <a:pt x="8591152" y="1922504"/>
                  </a:lnTo>
                  <a:lnTo>
                    <a:pt x="8537782" y="1888037"/>
                  </a:lnTo>
                  <a:lnTo>
                    <a:pt x="8484391" y="1855334"/>
                  </a:lnTo>
                  <a:lnTo>
                    <a:pt x="8430807" y="1824604"/>
                  </a:lnTo>
                  <a:lnTo>
                    <a:pt x="8376770" y="1795983"/>
                  </a:lnTo>
                  <a:lnTo>
                    <a:pt x="8321911" y="1769536"/>
                  </a:lnTo>
                  <a:lnTo>
                    <a:pt x="8265735" y="1745262"/>
                  </a:lnTo>
                  <a:lnTo>
                    <a:pt x="8229629" y="1731156"/>
                  </a:lnTo>
                  <a:lnTo>
                    <a:pt x="8177815" y="1712908"/>
                  </a:lnTo>
                  <a:lnTo>
                    <a:pt x="8123558" y="1696242"/>
                  </a:lnTo>
                  <a:lnTo>
                    <a:pt x="8066175" y="1681102"/>
                  </a:lnTo>
                  <a:lnTo>
                    <a:pt x="8004919" y="1667379"/>
                  </a:lnTo>
                  <a:lnTo>
                    <a:pt x="7939015" y="1654944"/>
                  </a:lnTo>
                  <a:lnTo>
                    <a:pt x="7867701" y="1643662"/>
                  </a:lnTo>
                  <a:lnTo>
                    <a:pt x="7790285" y="1633409"/>
                  </a:lnTo>
                  <a:lnTo>
                    <a:pt x="7706208" y="1624073"/>
                  </a:lnTo>
                  <a:lnTo>
                    <a:pt x="7615137" y="1615564"/>
                  </a:lnTo>
                  <a:lnTo>
                    <a:pt x="7517080" y="1607809"/>
                  </a:lnTo>
                  <a:lnTo>
                    <a:pt x="7412530" y="1600762"/>
                  </a:lnTo>
                  <a:lnTo>
                    <a:pt x="7302602" y="1594395"/>
                  </a:lnTo>
                  <a:lnTo>
                    <a:pt x="7189166" y="1588700"/>
                  </a:lnTo>
                  <a:lnTo>
                    <a:pt x="7074898" y="1583685"/>
                  </a:lnTo>
                  <a:lnTo>
                    <a:pt x="6963220" y="1579363"/>
                  </a:lnTo>
                  <a:lnTo>
                    <a:pt x="6858063" y="1575747"/>
                  </a:lnTo>
                  <a:lnTo>
                    <a:pt x="6763449" y="1572836"/>
                  </a:lnTo>
                  <a:lnTo>
                    <a:pt x="6682936" y="1570606"/>
                  </a:lnTo>
                  <a:lnTo>
                    <a:pt x="6619029" y="1569004"/>
                  </a:lnTo>
                  <a:lnTo>
                    <a:pt x="6572712" y="1567949"/>
                  </a:lnTo>
                  <a:lnTo>
                    <a:pt x="6543195" y="1567336"/>
                  </a:lnTo>
                  <a:lnTo>
                    <a:pt x="6527934" y="1567045"/>
                  </a:lnTo>
                  <a:lnTo>
                    <a:pt x="6522815" y="1566956"/>
                  </a:lnTo>
                  <a:lnTo>
                    <a:pt x="6522385" y="1566949"/>
                  </a:lnTo>
                  <a:lnTo>
                    <a:pt x="5527445" y="1566949"/>
                  </a:lnTo>
                  <a:lnTo>
                    <a:pt x="5526328" y="1566920"/>
                  </a:lnTo>
                  <a:lnTo>
                    <a:pt x="5518953" y="1566710"/>
                  </a:lnTo>
                  <a:lnTo>
                    <a:pt x="5500254" y="1566131"/>
                  </a:lnTo>
                  <a:lnTo>
                    <a:pt x="5466558" y="1564991"/>
                  </a:lnTo>
                  <a:lnTo>
                    <a:pt x="5415794" y="1563105"/>
                  </a:lnTo>
                  <a:lnTo>
                    <a:pt x="5347653" y="1560319"/>
                  </a:lnTo>
                  <a:lnTo>
                    <a:pt x="5263532" y="1556514"/>
                  </a:lnTo>
                  <a:lnTo>
                    <a:pt x="5166229" y="1551620"/>
                  </a:lnTo>
                  <a:lnTo>
                    <a:pt x="5059437" y="1545609"/>
                  </a:lnTo>
                  <a:lnTo>
                    <a:pt x="4947163" y="1538488"/>
                  </a:lnTo>
                  <a:lnTo>
                    <a:pt x="4833205" y="1530277"/>
                  </a:lnTo>
                  <a:lnTo>
                    <a:pt x="4720785" y="1520996"/>
                  </a:lnTo>
                  <a:lnTo>
                    <a:pt x="4612360" y="1510654"/>
                  </a:lnTo>
                  <a:lnTo>
                    <a:pt x="4509598" y="1499230"/>
                  </a:lnTo>
                  <a:lnTo>
                    <a:pt x="4413448" y="1486675"/>
                  </a:lnTo>
                  <a:lnTo>
                    <a:pt x="4324273" y="1472904"/>
                  </a:lnTo>
                  <a:lnTo>
                    <a:pt x="4241995" y="1457800"/>
                  </a:lnTo>
                  <a:lnTo>
                    <a:pt x="4166226" y="1441211"/>
                  </a:lnTo>
                  <a:lnTo>
                    <a:pt x="4096377" y="1422956"/>
                  </a:lnTo>
                  <a:lnTo>
                    <a:pt x="4031743" y="1402835"/>
                  </a:lnTo>
                  <a:lnTo>
                    <a:pt x="3971563" y="1380636"/>
                  </a:lnTo>
                  <a:lnTo>
                    <a:pt x="3915075" y="1356159"/>
                  </a:lnTo>
                  <a:lnTo>
                    <a:pt x="3861545" y="1329247"/>
                  </a:lnTo>
                  <a:lnTo>
                    <a:pt x="3820202" y="1305791"/>
                  </a:lnTo>
                  <a:lnTo>
                    <a:pt x="3767361" y="1272328"/>
                  </a:lnTo>
                  <a:lnTo>
                    <a:pt x="3716010" y="1235983"/>
                  </a:lnTo>
                  <a:lnTo>
                    <a:pt x="3665674" y="1196700"/>
                  </a:lnTo>
                  <a:lnTo>
                    <a:pt x="3615985" y="1154493"/>
                  </a:lnTo>
                  <a:lnTo>
                    <a:pt x="3566663" y="1109449"/>
                  </a:lnTo>
                  <a:lnTo>
                    <a:pt x="3517508" y="1061740"/>
                  </a:lnTo>
                  <a:lnTo>
                    <a:pt x="3468382" y="1011618"/>
                  </a:lnTo>
                  <a:lnTo>
                    <a:pt x="3419206" y="959421"/>
                  </a:lnTo>
                  <a:lnTo>
                    <a:pt x="3369945" y="905560"/>
                  </a:lnTo>
                  <a:lnTo>
                    <a:pt x="3320603" y="850512"/>
                  </a:lnTo>
                  <a:lnTo>
                    <a:pt x="3271208" y="794800"/>
                  </a:lnTo>
                  <a:lnTo>
                    <a:pt x="3221804" y="738975"/>
                  </a:lnTo>
                  <a:lnTo>
                    <a:pt x="3172436" y="683592"/>
                  </a:lnTo>
                  <a:lnTo>
                    <a:pt x="3123140" y="629189"/>
                  </a:lnTo>
                  <a:lnTo>
                    <a:pt x="3073931" y="576264"/>
                  </a:lnTo>
                  <a:lnTo>
                    <a:pt x="3024792" y="525256"/>
                  </a:lnTo>
                  <a:lnTo>
                    <a:pt x="2975661" y="476533"/>
                  </a:lnTo>
                  <a:lnTo>
                    <a:pt x="2926428" y="430384"/>
                  </a:lnTo>
                  <a:lnTo>
                    <a:pt x="2876916" y="387011"/>
                  </a:lnTo>
                  <a:lnTo>
                    <a:pt x="2826881" y="346537"/>
                  </a:lnTo>
                  <a:lnTo>
                    <a:pt x="2775993" y="309004"/>
                  </a:lnTo>
                  <a:lnTo>
                    <a:pt x="2723822" y="274383"/>
                  </a:lnTo>
                  <a:lnTo>
                    <a:pt x="2702183" y="261158"/>
                  </a:lnTo>
                  <a:lnTo>
                    <a:pt x="2650554" y="232233"/>
                  </a:lnTo>
                  <a:lnTo>
                    <a:pt x="2596499" y="205807"/>
                  </a:lnTo>
                  <a:lnTo>
                    <a:pt x="2539346" y="181790"/>
                  </a:lnTo>
                  <a:lnTo>
                    <a:pt x="2478355" y="160015"/>
                  </a:lnTo>
                  <a:lnTo>
                    <a:pt x="2412758" y="140276"/>
                  </a:lnTo>
                  <a:lnTo>
                    <a:pt x="2341802" y="122363"/>
                  </a:lnTo>
                  <a:lnTo>
                    <a:pt x="2264800" y="106078"/>
                  </a:lnTo>
                  <a:lnTo>
                    <a:pt x="2181193" y="91246"/>
                  </a:lnTo>
                  <a:lnTo>
                    <a:pt x="2090646" y="77722"/>
                  </a:lnTo>
                  <a:lnTo>
                    <a:pt x="1993155" y="65394"/>
                  </a:lnTo>
                  <a:lnTo>
                    <a:pt x="1889188" y="54185"/>
                  </a:lnTo>
                  <a:lnTo>
                    <a:pt x="1779825" y="44051"/>
                  </a:lnTo>
                  <a:lnTo>
                    <a:pt x="1666885" y="34979"/>
                  </a:lnTo>
                  <a:lnTo>
                    <a:pt x="1552981" y="26979"/>
                  </a:lnTo>
                  <a:lnTo>
                    <a:pt x="1441469" y="20074"/>
                  </a:lnTo>
                  <a:lnTo>
                    <a:pt x="1336222" y="14283"/>
                  </a:lnTo>
                  <a:lnTo>
                    <a:pt x="1241231" y="9605"/>
                  </a:lnTo>
                  <a:lnTo>
                    <a:pt x="1160057" y="6007"/>
                  </a:lnTo>
                  <a:lnTo>
                    <a:pt x="1095262" y="3407"/>
                  </a:lnTo>
                  <a:lnTo>
                    <a:pt x="1047922" y="1681"/>
                  </a:lnTo>
                  <a:lnTo>
                    <a:pt x="1017380" y="665"/>
                  </a:lnTo>
                  <a:lnTo>
                    <a:pt x="1001236" y="174"/>
                  </a:lnTo>
                  <a:lnTo>
                    <a:pt x="995526" y="1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1" name="pg320"/>
            <p:cNvSpPr/>
            <p:nvPr/>
          </p:nvSpPr>
          <p:spPr>
            <a:xfrm>
              <a:off x="1199187" y="2766890"/>
              <a:ext cx="12049831" cy="2877108"/>
            </a:xfrm>
            <a:custGeom>
              <a:avLst/>
              <a:pathLst>
                <a:path w="12049831" h="2877108">
                  <a:moveTo>
                    <a:pt x="0" y="10481"/>
                  </a:moveTo>
                  <a:lnTo>
                    <a:pt x="994940" y="10481"/>
                  </a:lnTo>
                  <a:lnTo>
                    <a:pt x="996057" y="10510"/>
                  </a:lnTo>
                  <a:lnTo>
                    <a:pt x="1003430" y="10721"/>
                  </a:lnTo>
                  <a:lnTo>
                    <a:pt x="1022125" y="11304"/>
                  </a:lnTo>
                  <a:lnTo>
                    <a:pt x="1055814" y="12452"/>
                  </a:lnTo>
                  <a:lnTo>
                    <a:pt x="1106568" y="14349"/>
                  </a:lnTo>
                  <a:lnTo>
                    <a:pt x="1174696" y="17154"/>
                  </a:lnTo>
                  <a:lnTo>
                    <a:pt x="1258804" y="20984"/>
                  </a:lnTo>
                  <a:lnTo>
                    <a:pt x="1356093" y="25909"/>
                  </a:lnTo>
                  <a:lnTo>
                    <a:pt x="1462871" y="31959"/>
                  </a:lnTo>
                  <a:lnTo>
                    <a:pt x="1575134" y="39126"/>
                  </a:lnTo>
                  <a:lnTo>
                    <a:pt x="1689084" y="47391"/>
                  </a:lnTo>
                  <a:lnTo>
                    <a:pt x="1801498" y="56732"/>
                  </a:lnTo>
                  <a:lnTo>
                    <a:pt x="1909919" y="67142"/>
                  </a:lnTo>
                  <a:lnTo>
                    <a:pt x="2012680" y="78640"/>
                  </a:lnTo>
                  <a:lnTo>
                    <a:pt x="2108830" y="91277"/>
                  </a:lnTo>
                  <a:lnTo>
                    <a:pt x="2198007" y="105137"/>
                  </a:lnTo>
                  <a:lnTo>
                    <a:pt x="2280287" y="120339"/>
                  </a:lnTo>
                  <a:lnTo>
                    <a:pt x="2356058" y="137036"/>
                  </a:lnTo>
                  <a:lnTo>
                    <a:pt x="2425910" y="155409"/>
                  </a:lnTo>
                  <a:lnTo>
                    <a:pt x="2490547" y="175660"/>
                  </a:lnTo>
                  <a:lnTo>
                    <a:pt x="2550728" y="198002"/>
                  </a:lnTo>
                  <a:lnTo>
                    <a:pt x="2607218" y="222637"/>
                  </a:lnTo>
                  <a:lnTo>
                    <a:pt x="2660747" y="249723"/>
                  </a:lnTo>
                  <a:lnTo>
                    <a:pt x="2702183" y="273386"/>
                  </a:lnTo>
                  <a:lnTo>
                    <a:pt x="2754943" y="307017"/>
                  </a:lnTo>
                  <a:lnTo>
                    <a:pt x="2806216" y="343542"/>
                  </a:lnTo>
                  <a:lnTo>
                    <a:pt x="2856477" y="383015"/>
                  </a:lnTo>
                  <a:lnTo>
                    <a:pt x="2906092" y="425422"/>
                  </a:lnTo>
                  <a:lnTo>
                    <a:pt x="2955338" y="470677"/>
                  </a:lnTo>
                  <a:lnTo>
                    <a:pt x="3004418" y="518609"/>
                  </a:lnTo>
                  <a:lnTo>
                    <a:pt x="3053467" y="568964"/>
                  </a:lnTo>
                  <a:lnTo>
                    <a:pt x="3102566" y="621407"/>
                  </a:lnTo>
                  <a:lnTo>
                    <a:pt x="3151749" y="675524"/>
                  </a:lnTo>
                  <a:lnTo>
                    <a:pt x="3201013" y="730840"/>
                  </a:lnTo>
                  <a:lnTo>
                    <a:pt x="3250330" y="786831"/>
                  </a:lnTo>
                  <a:lnTo>
                    <a:pt x="3299658" y="842945"/>
                  </a:lnTo>
                  <a:lnTo>
                    <a:pt x="3348950" y="898625"/>
                  </a:lnTo>
                  <a:lnTo>
                    <a:pt x="3398171" y="953333"/>
                  </a:lnTo>
                  <a:lnTo>
                    <a:pt x="3447305" y="1006568"/>
                  </a:lnTo>
                  <a:lnTo>
                    <a:pt x="3496369" y="1057888"/>
                  </a:lnTo>
                  <a:lnTo>
                    <a:pt x="3545422" y="1106924"/>
                  </a:lnTo>
                  <a:lnTo>
                    <a:pt x="3594574" y="1153383"/>
                  </a:lnTo>
                  <a:lnTo>
                    <a:pt x="3643997" y="1197060"/>
                  </a:lnTo>
                  <a:lnTo>
                    <a:pt x="3693934" y="1237831"/>
                  </a:lnTo>
                  <a:lnTo>
                    <a:pt x="3744709" y="1275651"/>
                  </a:lnTo>
                  <a:lnTo>
                    <a:pt x="3796748" y="1310546"/>
                  </a:lnTo>
                  <a:lnTo>
                    <a:pt x="3820202" y="1325006"/>
                  </a:lnTo>
                  <a:lnTo>
                    <a:pt x="3871827" y="1354123"/>
                  </a:lnTo>
                  <a:lnTo>
                    <a:pt x="3925877" y="1380724"/>
                  </a:lnTo>
                  <a:lnTo>
                    <a:pt x="3983025" y="1404900"/>
                  </a:lnTo>
                  <a:lnTo>
                    <a:pt x="4044011" y="1426819"/>
                  </a:lnTo>
                  <a:lnTo>
                    <a:pt x="4109601" y="1446690"/>
                  </a:lnTo>
                  <a:lnTo>
                    <a:pt x="4180549" y="1464722"/>
                  </a:lnTo>
                  <a:lnTo>
                    <a:pt x="4257542" y="1481115"/>
                  </a:lnTo>
                  <a:lnTo>
                    <a:pt x="4341139" y="1496046"/>
                  </a:lnTo>
                  <a:lnTo>
                    <a:pt x="4431674" y="1509660"/>
                  </a:lnTo>
                  <a:lnTo>
                    <a:pt x="4529153" y="1522071"/>
                  </a:lnTo>
                  <a:lnTo>
                    <a:pt x="4633107" y="1533355"/>
                  </a:lnTo>
                  <a:lnTo>
                    <a:pt x="4742457" y="1543557"/>
                  </a:lnTo>
                  <a:lnTo>
                    <a:pt x="4855387" y="1552690"/>
                  </a:lnTo>
                  <a:lnTo>
                    <a:pt x="4969283" y="1560744"/>
                  </a:lnTo>
                  <a:lnTo>
                    <a:pt x="5080791" y="1567696"/>
                  </a:lnTo>
                  <a:lnTo>
                    <a:pt x="5186039" y="1573527"/>
                  </a:lnTo>
                  <a:lnTo>
                    <a:pt x="5281039" y="1578236"/>
                  </a:lnTo>
                  <a:lnTo>
                    <a:pt x="5362226" y="1581860"/>
                  </a:lnTo>
                  <a:lnTo>
                    <a:pt x="5427042" y="1584478"/>
                  </a:lnTo>
                  <a:lnTo>
                    <a:pt x="5474403" y="1586217"/>
                  </a:lnTo>
                  <a:lnTo>
                    <a:pt x="5504968" y="1587240"/>
                  </a:lnTo>
                  <a:lnTo>
                    <a:pt x="5521132" y="1587735"/>
                  </a:lnTo>
                  <a:lnTo>
                    <a:pt x="5526855" y="1587896"/>
                  </a:lnTo>
                  <a:lnTo>
                    <a:pt x="5527445" y="1587912"/>
                  </a:lnTo>
                  <a:lnTo>
                    <a:pt x="6522385" y="1587912"/>
                  </a:lnTo>
                  <a:lnTo>
                    <a:pt x="6523509" y="1587936"/>
                  </a:lnTo>
                  <a:lnTo>
                    <a:pt x="6530924" y="1588109"/>
                  </a:lnTo>
                  <a:lnTo>
                    <a:pt x="6549720" y="1588588"/>
                  </a:lnTo>
                  <a:lnTo>
                    <a:pt x="6583585" y="1589532"/>
                  </a:lnTo>
                  <a:lnTo>
                    <a:pt x="6634590" y="1591092"/>
                  </a:lnTo>
                  <a:lnTo>
                    <a:pt x="6703030" y="1593397"/>
                  </a:lnTo>
                  <a:lnTo>
                    <a:pt x="6787485" y="1596544"/>
                  </a:lnTo>
                  <a:lnTo>
                    <a:pt x="6885127" y="1600590"/>
                  </a:lnTo>
                  <a:lnTo>
                    <a:pt x="6992234" y="1605559"/>
                  </a:lnTo>
                  <a:lnTo>
                    <a:pt x="7104777" y="1611445"/>
                  </a:lnTo>
                  <a:lnTo>
                    <a:pt x="7218945" y="1618231"/>
                  </a:lnTo>
                  <a:lnTo>
                    <a:pt x="7331511" y="1625899"/>
                  </a:lnTo>
                  <a:lnTo>
                    <a:pt x="7440021" y="1634445"/>
                  </a:lnTo>
                  <a:lnTo>
                    <a:pt x="7542816" y="1643884"/>
                  </a:lnTo>
                  <a:lnTo>
                    <a:pt x="7638960" y="1654258"/>
                  </a:lnTo>
                  <a:lnTo>
                    <a:pt x="7728099" y="1665639"/>
                  </a:lnTo>
                  <a:lnTo>
                    <a:pt x="7810322" y="1678124"/>
                  </a:lnTo>
                  <a:lnTo>
                    <a:pt x="7886029" y="1691841"/>
                  </a:lnTo>
                  <a:lnTo>
                    <a:pt x="7955816" y="1706937"/>
                  </a:lnTo>
                  <a:lnTo>
                    <a:pt x="8020396" y="1723582"/>
                  </a:lnTo>
                  <a:lnTo>
                    <a:pt x="8080533" y="1741948"/>
                  </a:lnTo>
                  <a:lnTo>
                    <a:pt x="8136995" y="1762201"/>
                  </a:lnTo>
                  <a:lnTo>
                    <a:pt x="8190514" y="1784470"/>
                  </a:lnTo>
                  <a:lnTo>
                    <a:pt x="8229629" y="1802778"/>
                  </a:lnTo>
                  <a:lnTo>
                    <a:pt x="8284635" y="1831506"/>
                  </a:lnTo>
                  <a:lnTo>
                    <a:pt x="8338046" y="1862811"/>
                  </a:lnTo>
                  <a:lnTo>
                    <a:pt x="8390394" y="1896740"/>
                  </a:lnTo>
                  <a:lnTo>
                    <a:pt x="8442082" y="1933272"/>
                  </a:lnTo>
                  <a:lnTo>
                    <a:pt x="8493412" y="1972315"/>
                  </a:lnTo>
                  <a:lnTo>
                    <a:pt x="8544598" y="2013697"/>
                  </a:lnTo>
                  <a:lnTo>
                    <a:pt x="8595778" y="2057164"/>
                  </a:lnTo>
                  <a:lnTo>
                    <a:pt x="8647028" y="2102382"/>
                  </a:lnTo>
                  <a:lnTo>
                    <a:pt x="8698373" y="2148949"/>
                  </a:lnTo>
                  <a:lnTo>
                    <a:pt x="8749796" y="2196405"/>
                  </a:lnTo>
                  <a:lnTo>
                    <a:pt x="8801258" y="2244250"/>
                  </a:lnTo>
                  <a:lnTo>
                    <a:pt x="8852708" y="2291968"/>
                  </a:lnTo>
                  <a:lnTo>
                    <a:pt x="8904096" y="2339049"/>
                  </a:lnTo>
                  <a:lnTo>
                    <a:pt x="8955394" y="2385009"/>
                  </a:lnTo>
                  <a:lnTo>
                    <a:pt x="9006604" y="2429414"/>
                  </a:lnTo>
                  <a:lnTo>
                    <a:pt x="9057774" y="2471895"/>
                  </a:lnTo>
                  <a:lnTo>
                    <a:pt x="9109009" y="2512157"/>
                  </a:lnTo>
                  <a:lnTo>
                    <a:pt x="9160483" y="2549985"/>
                  </a:lnTo>
                  <a:lnTo>
                    <a:pt x="9212451" y="2585247"/>
                  </a:lnTo>
                  <a:lnTo>
                    <a:pt x="9265262" y="2617887"/>
                  </a:lnTo>
                  <a:lnTo>
                    <a:pt x="9319380" y="2647919"/>
                  </a:lnTo>
                  <a:lnTo>
                    <a:pt x="9347647" y="2662242"/>
                  </a:lnTo>
                  <a:lnTo>
                    <a:pt x="9399375" y="2686082"/>
                  </a:lnTo>
                  <a:lnTo>
                    <a:pt x="9453537" y="2707858"/>
                  </a:lnTo>
                  <a:lnTo>
                    <a:pt x="9510813" y="2727645"/>
                  </a:lnTo>
                  <a:lnTo>
                    <a:pt x="9571945" y="2745583"/>
                  </a:lnTo>
                  <a:lnTo>
                    <a:pt x="9637706" y="2761840"/>
                  </a:lnTo>
                  <a:lnTo>
                    <a:pt x="9708851" y="2776590"/>
                  </a:lnTo>
                  <a:lnTo>
                    <a:pt x="9786074" y="2789998"/>
                  </a:lnTo>
                  <a:lnTo>
                    <a:pt x="9869931" y="2802208"/>
                  </a:lnTo>
                  <a:lnTo>
                    <a:pt x="9960757" y="2813339"/>
                  </a:lnTo>
                  <a:lnTo>
                    <a:pt x="10058548" y="2823484"/>
                  </a:lnTo>
                  <a:lnTo>
                    <a:pt x="10162826" y="2832706"/>
                  </a:lnTo>
                  <a:lnTo>
                    <a:pt x="10272489" y="2841041"/>
                  </a:lnTo>
                  <a:lnTo>
                    <a:pt x="10385694" y="2848498"/>
                  </a:lnTo>
                  <a:lnTo>
                    <a:pt x="10499793" y="2855070"/>
                  </a:lnTo>
                  <a:lnTo>
                    <a:pt x="10611395" y="2860737"/>
                  </a:lnTo>
                  <a:lnTo>
                    <a:pt x="10716596" y="2865484"/>
                  </a:lnTo>
                  <a:lnTo>
                    <a:pt x="10811388" y="2869311"/>
                  </a:lnTo>
                  <a:lnTo>
                    <a:pt x="10892212" y="2872249"/>
                  </a:lnTo>
                  <a:lnTo>
                    <a:pt x="10956536" y="2874365"/>
                  </a:lnTo>
                  <a:lnTo>
                    <a:pt x="11003332" y="2875765"/>
                  </a:lnTo>
                  <a:lnTo>
                    <a:pt x="11033328" y="2876582"/>
                  </a:lnTo>
                  <a:lnTo>
                    <a:pt x="11049000" y="2876973"/>
                  </a:lnTo>
                  <a:lnTo>
                    <a:pt x="11054392" y="2877097"/>
                  </a:lnTo>
                  <a:lnTo>
                    <a:pt x="11054891" y="2877108"/>
                  </a:lnTo>
                  <a:lnTo>
                    <a:pt x="12049831" y="2877108"/>
                  </a:lnTo>
                  <a:lnTo>
                    <a:pt x="12049831" y="2866626"/>
                  </a:lnTo>
                  <a:lnTo>
                    <a:pt x="11054891" y="2866626"/>
                  </a:lnTo>
                  <a:lnTo>
                    <a:pt x="11053768" y="2866602"/>
                  </a:lnTo>
                  <a:lnTo>
                    <a:pt x="11046353" y="2866429"/>
                  </a:lnTo>
                  <a:lnTo>
                    <a:pt x="11027557" y="2865950"/>
                  </a:lnTo>
                  <a:lnTo>
                    <a:pt x="10993691" y="2865006"/>
                  </a:lnTo>
                  <a:lnTo>
                    <a:pt x="10942687" y="2863446"/>
                  </a:lnTo>
                  <a:lnTo>
                    <a:pt x="10874246" y="2861141"/>
                  </a:lnTo>
                  <a:lnTo>
                    <a:pt x="10789791" y="2857994"/>
                  </a:lnTo>
                  <a:lnTo>
                    <a:pt x="10692149" y="2853948"/>
                  </a:lnTo>
                  <a:lnTo>
                    <a:pt x="10585042" y="2848979"/>
                  </a:lnTo>
                  <a:lnTo>
                    <a:pt x="10472499" y="2843093"/>
                  </a:lnTo>
                  <a:lnTo>
                    <a:pt x="10358331" y="2836307"/>
                  </a:lnTo>
                  <a:lnTo>
                    <a:pt x="10245765" y="2828639"/>
                  </a:lnTo>
                  <a:lnTo>
                    <a:pt x="10137256" y="2820093"/>
                  </a:lnTo>
                  <a:lnTo>
                    <a:pt x="10034460" y="2810654"/>
                  </a:lnTo>
                  <a:lnTo>
                    <a:pt x="9938317" y="2800280"/>
                  </a:lnTo>
                  <a:lnTo>
                    <a:pt x="9849178" y="2788899"/>
                  </a:lnTo>
                  <a:lnTo>
                    <a:pt x="9766954" y="2776414"/>
                  </a:lnTo>
                  <a:lnTo>
                    <a:pt x="9691247" y="2762697"/>
                  </a:lnTo>
                  <a:lnTo>
                    <a:pt x="9621460" y="2747601"/>
                  </a:lnTo>
                  <a:lnTo>
                    <a:pt x="9556881" y="2730956"/>
                  </a:lnTo>
                  <a:lnTo>
                    <a:pt x="9496744" y="2712590"/>
                  </a:lnTo>
                  <a:lnTo>
                    <a:pt x="9440282" y="2692336"/>
                  </a:lnTo>
                  <a:lnTo>
                    <a:pt x="9386762" y="2670068"/>
                  </a:lnTo>
                  <a:lnTo>
                    <a:pt x="9347647" y="2651760"/>
                  </a:lnTo>
                  <a:lnTo>
                    <a:pt x="9292642" y="2623032"/>
                  </a:lnTo>
                  <a:lnTo>
                    <a:pt x="9239230" y="2591727"/>
                  </a:lnTo>
                  <a:lnTo>
                    <a:pt x="9186883" y="2557798"/>
                  </a:lnTo>
                  <a:lnTo>
                    <a:pt x="9135195" y="2521266"/>
                  </a:lnTo>
                  <a:lnTo>
                    <a:pt x="9083865" y="2482223"/>
                  </a:lnTo>
                  <a:lnTo>
                    <a:pt x="9032679" y="2440841"/>
                  </a:lnTo>
                  <a:lnTo>
                    <a:pt x="8981498" y="2397374"/>
                  </a:lnTo>
                  <a:lnTo>
                    <a:pt x="8930248" y="2352156"/>
                  </a:lnTo>
                  <a:lnTo>
                    <a:pt x="8878904" y="2305589"/>
                  </a:lnTo>
                  <a:lnTo>
                    <a:pt x="8827480" y="2258133"/>
                  </a:lnTo>
                  <a:lnTo>
                    <a:pt x="8776018" y="2210288"/>
                  </a:lnTo>
                  <a:lnTo>
                    <a:pt x="8724569" y="2162570"/>
                  </a:lnTo>
                  <a:lnTo>
                    <a:pt x="8673180" y="2115489"/>
                  </a:lnTo>
                  <a:lnTo>
                    <a:pt x="8621882" y="2069529"/>
                  </a:lnTo>
                  <a:lnTo>
                    <a:pt x="8570672" y="2025124"/>
                  </a:lnTo>
                  <a:lnTo>
                    <a:pt x="8519502" y="1982643"/>
                  </a:lnTo>
                  <a:lnTo>
                    <a:pt x="8468267" y="1942381"/>
                  </a:lnTo>
                  <a:lnTo>
                    <a:pt x="8416794" y="1904553"/>
                  </a:lnTo>
                  <a:lnTo>
                    <a:pt x="8364826" y="1869291"/>
                  </a:lnTo>
                  <a:lnTo>
                    <a:pt x="8312014" y="1836651"/>
                  </a:lnTo>
                  <a:lnTo>
                    <a:pt x="8257896" y="1806619"/>
                  </a:lnTo>
                  <a:lnTo>
                    <a:pt x="8229629" y="1792296"/>
                  </a:lnTo>
                  <a:lnTo>
                    <a:pt x="8177901" y="1768456"/>
                  </a:lnTo>
                  <a:lnTo>
                    <a:pt x="8123739" y="1746680"/>
                  </a:lnTo>
                  <a:lnTo>
                    <a:pt x="8066464" y="1726893"/>
                  </a:lnTo>
                  <a:lnTo>
                    <a:pt x="8005332" y="1708955"/>
                  </a:lnTo>
                  <a:lnTo>
                    <a:pt x="7939571" y="1692698"/>
                  </a:lnTo>
                  <a:lnTo>
                    <a:pt x="7868425" y="1677948"/>
                  </a:lnTo>
                  <a:lnTo>
                    <a:pt x="7791203" y="1664540"/>
                  </a:lnTo>
                  <a:lnTo>
                    <a:pt x="7707346" y="1652330"/>
                  </a:lnTo>
                  <a:lnTo>
                    <a:pt x="7616520" y="1641199"/>
                  </a:lnTo>
                  <a:lnTo>
                    <a:pt x="7518728" y="1631054"/>
                  </a:lnTo>
                  <a:lnTo>
                    <a:pt x="7414451" y="1621832"/>
                  </a:lnTo>
                  <a:lnTo>
                    <a:pt x="7304787" y="1613497"/>
                  </a:lnTo>
                  <a:lnTo>
                    <a:pt x="7191582" y="1606040"/>
                  </a:lnTo>
                  <a:lnTo>
                    <a:pt x="7077484" y="1599468"/>
                  </a:lnTo>
                  <a:lnTo>
                    <a:pt x="6965882" y="1593801"/>
                  </a:lnTo>
                  <a:lnTo>
                    <a:pt x="6860681" y="1589054"/>
                  </a:lnTo>
                  <a:lnTo>
                    <a:pt x="6765888" y="1585227"/>
                  </a:lnTo>
                  <a:lnTo>
                    <a:pt x="6685064" y="1582289"/>
                  </a:lnTo>
                  <a:lnTo>
                    <a:pt x="6620740" y="1580172"/>
                  </a:lnTo>
                  <a:lnTo>
                    <a:pt x="6573944" y="1578773"/>
                  </a:lnTo>
                  <a:lnTo>
                    <a:pt x="6543949" y="1577956"/>
                  </a:lnTo>
                  <a:lnTo>
                    <a:pt x="6528276" y="1577565"/>
                  </a:lnTo>
                  <a:lnTo>
                    <a:pt x="6522885" y="1577441"/>
                  </a:lnTo>
                  <a:lnTo>
                    <a:pt x="6522385" y="1577430"/>
                  </a:lnTo>
                  <a:lnTo>
                    <a:pt x="5527445" y="1577430"/>
                  </a:lnTo>
                  <a:lnTo>
                    <a:pt x="5526328" y="1577401"/>
                  </a:lnTo>
                  <a:lnTo>
                    <a:pt x="5518955" y="1577190"/>
                  </a:lnTo>
                  <a:lnTo>
                    <a:pt x="5500260" y="1576607"/>
                  </a:lnTo>
                  <a:lnTo>
                    <a:pt x="5466571" y="1575459"/>
                  </a:lnTo>
                  <a:lnTo>
                    <a:pt x="5415817" y="1573562"/>
                  </a:lnTo>
                  <a:lnTo>
                    <a:pt x="5347689" y="1570757"/>
                  </a:lnTo>
                  <a:lnTo>
                    <a:pt x="5263581" y="1566927"/>
                  </a:lnTo>
                  <a:lnTo>
                    <a:pt x="5166292" y="1562002"/>
                  </a:lnTo>
                  <a:lnTo>
                    <a:pt x="5059514" y="1555953"/>
                  </a:lnTo>
                  <a:lnTo>
                    <a:pt x="4947251" y="1548785"/>
                  </a:lnTo>
                  <a:lnTo>
                    <a:pt x="4833301" y="1540520"/>
                  </a:lnTo>
                  <a:lnTo>
                    <a:pt x="4720887" y="1531179"/>
                  </a:lnTo>
                  <a:lnTo>
                    <a:pt x="4612466" y="1520769"/>
                  </a:lnTo>
                  <a:lnTo>
                    <a:pt x="4509705" y="1509271"/>
                  </a:lnTo>
                  <a:lnTo>
                    <a:pt x="4413554" y="1496634"/>
                  </a:lnTo>
                  <a:lnTo>
                    <a:pt x="4324378" y="1482774"/>
                  </a:lnTo>
                  <a:lnTo>
                    <a:pt x="4242098" y="1467572"/>
                  </a:lnTo>
                  <a:lnTo>
                    <a:pt x="4166327" y="1450875"/>
                  </a:lnTo>
                  <a:lnTo>
                    <a:pt x="4096475" y="1432502"/>
                  </a:lnTo>
                  <a:lnTo>
                    <a:pt x="4031838" y="1412251"/>
                  </a:lnTo>
                  <a:lnTo>
                    <a:pt x="3971657" y="1389909"/>
                  </a:lnTo>
                  <a:lnTo>
                    <a:pt x="3915167" y="1365274"/>
                  </a:lnTo>
                  <a:lnTo>
                    <a:pt x="3861638" y="1338188"/>
                  </a:lnTo>
                  <a:lnTo>
                    <a:pt x="3820202" y="1314525"/>
                  </a:lnTo>
                  <a:lnTo>
                    <a:pt x="3767442" y="1280894"/>
                  </a:lnTo>
                  <a:lnTo>
                    <a:pt x="3716169" y="1244369"/>
                  </a:lnTo>
                  <a:lnTo>
                    <a:pt x="3665908" y="1204896"/>
                  </a:lnTo>
                  <a:lnTo>
                    <a:pt x="3616293" y="1162489"/>
                  </a:lnTo>
                  <a:lnTo>
                    <a:pt x="3567047" y="1117234"/>
                  </a:lnTo>
                  <a:lnTo>
                    <a:pt x="3517967" y="1069302"/>
                  </a:lnTo>
                  <a:lnTo>
                    <a:pt x="3468918" y="1018947"/>
                  </a:lnTo>
                  <a:lnTo>
                    <a:pt x="3419819" y="966505"/>
                  </a:lnTo>
                  <a:lnTo>
                    <a:pt x="3370636" y="912387"/>
                  </a:lnTo>
                  <a:lnTo>
                    <a:pt x="3321372" y="857071"/>
                  </a:lnTo>
                  <a:lnTo>
                    <a:pt x="3272055" y="801080"/>
                  </a:lnTo>
                  <a:lnTo>
                    <a:pt x="3222727" y="744966"/>
                  </a:lnTo>
                  <a:lnTo>
                    <a:pt x="3173435" y="689286"/>
                  </a:lnTo>
                  <a:lnTo>
                    <a:pt x="3124214" y="634579"/>
                  </a:lnTo>
                  <a:lnTo>
                    <a:pt x="3075080" y="581343"/>
                  </a:lnTo>
                  <a:lnTo>
                    <a:pt x="3026016" y="530023"/>
                  </a:lnTo>
                  <a:lnTo>
                    <a:pt x="2976963" y="480987"/>
                  </a:lnTo>
                  <a:lnTo>
                    <a:pt x="2927811" y="434528"/>
                  </a:lnTo>
                  <a:lnTo>
                    <a:pt x="2878388" y="390851"/>
                  </a:lnTo>
                  <a:lnTo>
                    <a:pt x="2828451" y="350080"/>
                  </a:lnTo>
                  <a:lnTo>
                    <a:pt x="2777676" y="312260"/>
                  </a:lnTo>
                  <a:lnTo>
                    <a:pt x="2725637" y="277365"/>
                  </a:lnTo>
                  <a:lnTo>
                    <a:pt x="2702183" y="262905"/>
                  </a:lnTo>
                  <a:lnTo>
                    <a:pt x="2650558" y="233788"/>
                  </a:lnTo>
                  <a:lnTo>
                    <a:pt x="2596508" y="207187"/>
                  </a:lnTo>
                  <a:lnTo>
                    <a:pt x="2539360" y="183012"/>
                  </a:lnTo>
                  <a:lnTo>
                    <a:pt x="2478374" y="161092"/>
                  </a:lnTo>
                  <a:lnTo>
                    <a:pt x="2412784" y="141221"/>
                  </a:lnTo>
                  <a:lnTo>
                    <a:pt x="2341836" y="123189"/>
                  </a:lnTo>
                  <a:lnTo>
                    <a:pt x="2264843" y="106796"/>
                  </a:lnTo>
                  <a:lnTo>
                    <a:pt x="2181246" y="91865"/>
                  </a:lnTo>
                  <a:lnTo>
                    <a:pt x="2090711" y="78251"/>
                  </a:lnTo>
                  <a:lnTo>
                    <a:pt x="1993232" y="65840"/>
                  </a:lnTo>
                  <a:lnTo>
                    <a:pt x="1889278" y="54556"/>
                  </a:lnTo>
                  <a:lnTo>
                    <a:pt x="1779928" y="44354"/>
                  </a:lnTo>
                  <a:lnTo>
                    <a:pt x="1666998" y="35221"/>
                  </a:lnTo>
                  <a:lnTo>
                    <a:pt x="1553102" y="27167"/>
                  </a:lnTo>
                  <a:lnTo>
                    <a:pt x="1441594" y="20215"/>
                  </a:lnTo>
                  <a:lnTo>
                    <a:pt x="1336346" y="14385"/>
                  </a:lnTo>
                  <a:lnTo>
                    <a:pt x="1241346" y="9675"/>
                  </a:lnTo>
                  <a:lnTo>
                    <a:pt x="1160159" y="6051"/>
                  </a:lnTo>
                  <a:lnTo>
                    <a:pt x="1095343" y="3433"/>
                  </a:lnTo>
                  <a:lnTo>
                    <a:pt x="1047982" y="1694"/>
                  </a:lnTo>
                  <a:lnTo>
                    <a:pt x="1017417" y="671"/>
                  </a:lnTo>
                  <a:lnTo>
                    <a:pt x="1001253" y="176"/>
                  </a:lnTo>
                  <a:lnTo>
                    <a:pt x="995530" y="1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22" name="pl321"/>
            <p:cNvSpPr/>
            <p:nvPr/>
          </p:nvSpPr>
          <p:spPr>
            <a:xfrm>
              <a:off x="1199187" y="2777371"/>
              <a:ext cx="12049831" cy="2866626"/>
            </a:xfrm>
            <a:custGeom>
              <a:avLst/>
              <a:pathLst>
                <a:path w="12049831" h="2866626">
                  <a:moveTo>
                    <a:pt x="0" y="0"/>
                  </a:moveTo>
                  <a:lnTo>
                    <a:pt x="994940" y="0"/>
                  </a:lnTo>
                  <a:lnTo>
                    <a:pt x="996057" y="29"/>
                  </a:lnTo>
                  <a:lnTo>
                    <a:pt x="1003430" y="240"/>
                  </a:lnTo>
                  <a:lnTo>
                    <a:pt x="1022125" y="822"/>
                  </a:lnTo>
                  <a:lnTo>
                    <a:pt x="1055814" y="1970"/>
                  </a:lnTo>
                  <a:lnTo>
                    <a:pt x="1106568" y="3868"/>
                  </a:lnTo>
                  <a:lnTo>
                    <a:pt x="1174696" y="6673"/>
                  </a:lnTo>
                  <a:lnTo>
                    <a:pt x="1258804" y="10502"/>
                  </a:lnTo>
                  <a:lnTo>
                    <a:pt x="1356093" y="15428"/>
                  </a:lnTo>
                  <a:lnTo>
                    <a:pt x="1462871" y="21477"/>
                  </a:lnTo>
                  <a:lnTo>
                    <a:pt x="1575134" y="28645"/>
                  </a:lnTo>
                  <a:lnTo>
                    <a:pt x="1689084" y="36910"/>
                  </a:lnTo>
                  <a:lnTo>
                    <a:pt x="1801498" y="46251"/>
                  </a:lnTo>
                  <a:lnTo>
                    <a:pt x="1909919" y="56661"/>
                  </a:lnTo>
                  <a:lnTo>
                    <a:pt x="2012680" y="68159"/>
                  </a:lnTo>
                  <a:lnTo>
                    <a:pt x="2108830" y="80796"/>
                  </a:lnTo>
                  <a:lnTo>
                    <a:pt x="2198007" y="94656"/>
                  </a:lnTo>
                  <a:lnTo>
                    <a:pt x="2280287" y="109858"/>
                  </a:lnTo>
                  <a:lnTo>
                    <a:pt x="2356058" y="126555"/>
                  </a:lnTo>
                  <a:lnTo>
                    <a:pt x="2425910" y="144928"/>
                  </a:lnTo>
                  <a:lnTo>
                    <a:pt x="2490547" y="165179"/>
                  </a:lnTo>
                  <a:lnTo>
                    <a:pt x="2550728" y="187521"/>
                  </a:lnTo>
                  <a:lnTo>
                    <a:pt x="2607218" y="212156"/>
                  </a:lnTo>
                  <a:lnTo>
                    <a:pt x="2660747" y="239242"/>
                  </a:lnTo>
                  <a:lnTo>
                    <a:pt x="2702183" y="262905"/>
                  </a:lnTo>
                  <a:lnTo>
                    <a:pt x="2754943" y="296536"/>
                  </a:lnTo>
                  <a:lnTo>
                    <a:pt x="2806216" y="333061"/>
                  </a:lnTo>
                  <a:lnTo>
                    <a:pt x="2856477" y="372533"/>
                  </a:lnTo>
                  <a:lnTo>
                    <a:pt x="2906092" y="414941"/>
                  </a:lnTo>
                  <a:lnTo>
                    <a:pt x="2955338" y="460196"/>
                  </a:lnTo>
                  <a:lnTo>
                    <a:pt x="3004418" y="508127"/>
                  </a:lnTo>
                  <a:lnTo>
                    <a:pt x="3053467" y="558483"/>
                  </a:lnTo>
                  <a:lnTo>
                    <a:pt x="3102566" y="610925"/>
                  </a:lnTo>
                  <a:lnTo>
                    <a:pt x="3151749" y="665043"/>
                  </a:lnTo>
                  <a:lnTo>
                    <a:pt x="3201013" y="720359"/>
                  </a:lnTo>
                  <a:lnTo>
                    <a:pt x="3250330" y="776350"/>
                  </a:lnTo>
                  <a:lnTo>
                    <a:pt x="3299658" y="832464"/>
                  </a:lnTo>
                  <a:lnTo>
                    <a:pt x="3348950" y="888144"/>
                  </a:lnTo>
                  <a:lnTo>
                    <a:pt x="3398171" y="942851"/>
                  </a:lnTo>
                  <a:lnTo>
                    <a:pt x="3447305" y="996087"/>
                  </a:lnTo>
                  <a:lnTo>
                    <a:pt x="3496369" y="1047407"/>
                  </a:lnTo>
                  <a:lnTo>
                    <a:pt x="3545422" y="1096443"/>
                  </a:lnTo>
                  <a:lnTo>
                    <a:pt x="3594574" y="1142902"/>
                  </a:lnTo>
                  <a:lnTo>
                    <a:pt x="3643997" y="1186579"/>
                  </a:lnTo>
                  <a:lnTo>
                    <a:pt x="3693934" y="1227350"/>
                  </a:lnTo>
                  <a:lnTo>
                    <a:pt x="3744709" y="1265170"/>
                  </a:lnTo>
                  <a:lnTo>
                    <a:pt x="3796748" y="1300065"/>
                  </a:lnTo>
                  <a:lnTo>
                    <a:pt x="3820202" y="1314525"/>
                  </a:lnTo>
                  <a:lnTo>
                    <a:pt x="3871827" y="1343641"/>
                  </a:lnTo>
                  <a:lnTo>
                    <a:pt x="3925877" y="1370243"/>
                  </a:lnTo>
                  <a:lnTo>
                    <a:pt x="3983025" y="1394418"/>
                  </a:lnTo>
                  <a:lnTo>
                    <a:pt x="4044011" y="1416338"/>
                  </a:lnTo>
                  <a:lnTo>
                    <a:pt x="4109601" y="1436208"/>
                  </a:lnTo>
                  <a:lnTo>
                    <a:pt x="4180549" y="1454241"/>
                  </a:lnTo>
                  <a:lnTo>
                    <a:pt x="4257542" y="1470634"/>
                  </a:lnTo>
                  <a:lnTo>
                    <a:pt x="4341139" y="1485565"/>
                  </a:lnTo>
                  <a:lnTo>
                    <a:pt x="4431674" y="1499179"/>
                  </a:lnTo>
                  <a:lnTo>
                    <a:pt x="4529153" y="1511589"/>
                  </a:lnTo>
                  <a:lnTo>
                    <a:pt x="4633107" y="1522874"/>
                  </a:lnTo>
                  <a:lnTo>
                    <a:pt x="4742457" y="1533076"/>
                  </a:lnTo>
                  <a:lnTo>
                    <a:pt x="4855387" y="1542209"/>
                  </a:lnTo>
                  <a:lnTo>
                    <a:pt x="4969283" y="1550262"/>
                  </a:lnTo>
                  <a:lnTo>
                    <a:pt x="5080791" y="1557215"/>
                  </a:lnTo>
                  <a:lnTo>
                    <a:pt x="5186039" y="1563045"/>
                  </a:lnTo>
                  <a:lnTo>
                    <a:pt x="5281039" y="1567755"/>
                  </a:lnTo>
                  <a:lnTo>
                    <a:pt x="5362226" y="1571379"/>
                  </a:lnTo>
                  <a:lnTo>
                    <a:pt x="5427042" y="1573997"/>
                  </a:lnTo>
                  <a:lnTo>
                    <a:pt x="5474403" y="1575735"/>
                  </a:lnTo>
                  <a:lnTo>
                    <a:pt x="5504968" y="1576759"/>
                  </a:lnTo>
                  <a:lnTo>
                    <a:pt x="5521132" y="1577254"/>
                  </a:lnTo>
                  <a:lnTo>
                    <a:pt x="5526855" y="1577415"/>
                  </a:lnTo>
                  <a:lnTo>
                    <a:pt x="5527445" y="1577430"/>
                  </a:lnTo>
                  <a:lnTo>
                    <a:pt x="6522385" y="1577430"/>
                  </a:lnTo>
                  <a:lnTo>
                    <a:pt x="6523509" y="1577455"/>
                  </a:lnTo>
                  <a:lnTo>
                    <a:pt x="6530924" y="1577628"/>
                  </a:lnTo>
                  <a:lnTo>
                    <a:pt x="6549720" y="1578107"/>
                  </a:lnTo>
                  <a:lnTo>
                    <a:pt x="6583585" y="1579051"/>
                  </a:lnTo>
                  <a:lnTo>
                    <a:pt x="6634590" y="1580610"/>
                  </a:lnTo>
                  <a:lnTo>
                    <a:pt x="6703030" y="1582916"/>
                  </a:lnTo>
                  <a:lnTo>
                    <a:pt x="6787485" y="1586063"/>
                  </a:lnTo>
                  <a:lnTo>
                    <a:pt x="6885127" y="1590109"/>
                  </a:lnTo>
                  <a:lnTo>
                    <a:pt x="6992234" y="1595078"/>
                  </a:lnTo>
                  <a:lnTo>
                    <a:pt x="7104777" y="1600964"/>
                  </a:lnTo>
                  <a:lnTo>
                    <a:pt x="7218945" y="1607749"/>
                  </a:lnTo>
                  <a:lnTo>
                    <a:pt x="7331511" y="1615418"/>
                  </a:lnTo>
                  <a:lnTo>
                    <a:pt x="7440021" y="1623963"/>
                  </a:lnTo>
                  <a:lnTo>
                    <a:pt x="7542816" y="1633402"/>
                  </a:lnTo>
                  <a:lnTo>
                    <a:pt x="7638960" y="1643777"/>
                  </a:lnTo>
                  <a:lnTo>
                    <a:pt x="7728099" y="1655158"/>
                  </a:lnTo>
                  <a:lnTo>
                    <a:pt x="7810322" y="1667643"/>
                  </a:lnTo>
                  <a:lnTo>
                    <a:pt x="7886029" y="1681359"/>
                  </a:lnTo>
                  <a:lnTo>
                    <a:pt x="7955816" y="1696456"/>
                  </a:lnTo>
                  <a:lnTo>
                    <a:pt x="8020396" y="1713100"/>
                  </a:lnTo>
                  <a:lnTo>
                    <a:pt x="8080533" y="1731467"/>
                  </a:lnTo>
                  <a:lnTo>
                    <a:pt x="8136995" y="1751720"/>
                  </a:lnTo>
                  <a:lnTo>
                    <a:pt x="8190514" y="1773989"/>
                  </a:lnTo>
                  <a:lnTo>
                    <a:pt x="8229629" y="1792296"/>
                  </a:lnTo>
                  <a:lnTo>
                    <a:pt x="8284635" y="1821025"/>
                  </a:lnTo>
                  <a:lnTo>
                    <a:pt x="8338046" y="1852330"/>
                  </a:lnTo>
                  <a:lnTo>
                    <a:pt x="8390394" y="1886258"/>
                  </a:lnTo>
                  <a:lnTo>
                    <a:pt x="8442082" y="1922791"/>
                  </a:lnTo>
                  <a:lnTo>
                    <a:pt x="8493412" y="1961834"/>
                  </a:lnTo>
                  <a:lnTo>
                    <a:pt x="8544598" y="2003216"/>
                  </a:lnTo>
                  <a:lnTo>
                    <a:pt x="8595778" y="2046683"/>
                  </a:lnTo>
                  <a:lnTo>
                    <a:pt x="8647028" y="2091901"/>
                  </a:lnTo>
                  <a:lnTo>
                    <a:pt x="8698373" y="2138468"/>
                  </a:lnTo>
                  <a:lnTo>
                    <a:pt x="8749796" y="2185924"/>
                  </a:lnTo>
                  <a:lnTo>
                    <a:pt x="8801258" y="2233769"/>
                  </a:lnTo>
                  <a:lnTo>
                    <a:pt x="8852708" y="2281487"/>
                  </a:lnTo>
                  <a:lnTo>
                    <a:pt x="8904096" y="2328567"/>
                  </a:lnTo>
                  <a:lnTo>
                    <a:pt x="8955394" y="2374527"/>
                  </a:lnTo>
                  <a:lnTo>
                    <a:pt x="9006604" y="2418933"/>
                  </a:lnTo>
                  <a:lnTo>
                    <a:pt x="9057774" y="2461414"/>
                  </a:lnTo>
                  <a:lnTo>
                    <a:pt x="9109009" y="2501676"/>
                  </a:lnTo>
                  <a:lnTo>
                    <a:pt x="9160483" y="2539504"/>
                  </a:lnTo>
                  <a:lnTo>
                    <a:pt x="9212451" y="2574766"/>
                  </a:lnTo>
                  <a:lnTo>
                    <a:pt x="9265262" y="2607406"/>
                  </a:lnTo>
                  <a:lnTo>
                    <a:pt x="9319380" y="2637438"/>
                  </a:lnTo>
                  <a:lnTo>
                    <a:pt x="9347647" y="2651760"/>
                  </a:lnTo>
                  <a:lnTo>
                    <a:pt x="9399375" y="2675600"/>
                  </a:lnTo>
                  <a:lnTo>
                    <a:pt x="9453537" y="2697377"/>
                  </a:lnTo>
                  <a:lnTo>
                    <a:pt x="9510813" y="2717164"/>
                  </a:lnTo>
                  <a:lnTo>
                    <a:pt x="9571945" y="2735101"/>
                  </a:lnTo>
                  <a:lnTo>
                    <a:pt x="9637706" y="2751358"/>
                  </a:lnTo>
                  <a:lnTo>
                    <a:pt x="9708851" y="2766109"/>
                  </a:lnTo>
                  <a:lnTo>
                    <a:pt x="9786074" y="2779517"/>
                  </a:lnTo>
                  <a:lnTo>
                    <a:pt x="9869931" y="2791727"/>
                  </a:lnTo>
                  <a:lnTo>
                    <a:pt x="9960757" y="2802858"/>
                  </a:lnTo>
                  <a:lnTo>
                    <a:pt x="10058548" y="2813003"/>
                  </a:lnTo>
                  <a:lnTo>
                    <a:pt x="10162826" y="2822225"/>
                  </a:lnTo>
                  <a:lnTo>
                    <a:pt x="10272489" y="2830559"/>
                  </a:lnTo>
                  <a:lnTo>
                    <a:pt x="10385694" y="2838017"/>
                  </a:lnTo>
                  <a:lnTo>
                    <a:pt x="10499793" y="2844588"/>
                  </a:lnTo>
                  <a:lnTo>
                    <a:pt x="10611395" y="2850256"/>
                  </a:lnTo>
                  <a:lnTo>
                    <a:pt x="10716596" y="2855002"/>
                  </a:lnTo>
                  <a:lnTo>
                    <a:pt x="10811388" y="2858830"/>
                  </a:lnTo>
                  <a:lnTo>
                    <a:pt x="10892212" y="2861768"/>
                  </a:lnTo>
                  <a:lnTo>
                    <a:pt x="10956536" y="2863884"/>
                  </a:lnTo>
                  <a:lnTo>
                    <a:pt x="11003332" y="2865283"/>
                  </a:lnTo>
                  <a:lnTo>
                    <a:pt x="11033328" y="2866101"/>
                  </a:lnTo>
                  <a:lnTo>
                    <a:pt x="11049000" y="2866492"/>
                  </a:lnTo>
                  <a:lnTo>
                    <a:pt x="11054392" y="2866616"/>
                  </a:lnTo>
                  <a:lnTo>
                    <a:pt x="11054891" y="2866626"/>
                  </a:lnTo>
                  <a:lnTo>
                    <a:pt x="12049831" y="2866626"/>
                  </a:lnTo>
                  <a:lnTo>
                    <a:pt x="12049831" y="28666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3" name="pl322"/>
            <p:cNvSpPr/>
            <p:nvPr/>
          </p:nvSpPr>
          <p:spPr>
            <a:xfrm>
              <a:off x="1199187" y="2766890"/>
              <a:ext cx="12049831" cy="2866626"/>
            </a:xfrm>
            <a:custGeom>
              <a:avLst/>
              <a:pathLst>
                <a:path w="12049831" h="2866626">
                  <a:moveTo>
                    <a:pt x="12049831" y="2866626"/>
                  </a:moveTo>
                  <a:lnTo>
                    <a:pt x="11054891" y="2866626"/>
                  </a:lnTo>
                  <a:lnTo>
                    <a:pt x="11053768" y="2866602"/>
                  </a:lnTo>
                  <a:lnTo>
                    <a:pt x="11046353" y="2866429"/>
                  </a:lnTo>
                  <a:lnTo>
                    <a:pt x="11027557" y="2865950"/>
                  </a:lnTo>
                  <a:lnTo>
                    <a:pt x="10993691" y="2865006"/>
                  </a:lnTo>
                  <a:lnTo>
                    <a:pt x="10942687" y="2863446"/>
                  </a:lnTo>
                  <a:lnTo>
                    <a:pt x="10874246" y="2861141"/>
                  </a:lnTo>
                  <a:lnTo>
                    <a:pt x="10789791" y="2857994"/>
                  </a:lnTo>
                  <a:lnTo>
                    <a:pt x="10692149" y="2853948"/>
                  </a:lnTo>
                  <a:lnTo>
                    <a:pt x="10585042" y="2848979"/>
                  </a:lnTo>
                  <a:lnTo>
                    <a:pt x="10472499" y="2843093"/>
                  </a:lnTo>
                  <a:lnTo>
                    <a:pt x="10358331" y="2836307"/>
                  </a:lnTo>
                  <a:lnTo>
                    <a:pt x="10245765" y="2828639"/>
                  </a:lnTo>
                  <a:lnTo>
                    <a:pt x="10137256" y="2820093"/>
                  </a:lnTo>
                  <a:lnTo>
                    <a:pt x="10034460" y="2810654"/>
                  </a:lnTo>
                  <a:lnTo>
                    <a:pt x="9938317" y="2800280"/>
                  </a:lnTo>
                  <a:lnTo>
                    <a:pt x="9849178" y="2788899"/>
                  </a:lnTo>
                  <a:lnTo>
                    <a:pt x="9766954" y="2776414"/>
                  </a:lnTo>
                  <a:lnTo>
                    <a:pt x="9691247" y="2762697"/>
                  </a:lnTo>
                  <a:lnTo>
                    <a:pt x="9621460" y="2747601"/>
                  </a:lnTo>
                  <a:lnTo>
                    <a:pt x="9556881" y="2730956"/>
                  </a:lnTo>
                  <a:lnTo>
                    <a:pt x="9496744" y="2712590"/>
                  </a:lnTo>
                  <a:lnTo>
                    <a:pt x="9440282" y="2692336"/>
                  </a:lnTo>
                  <a:lnTo>
                    <a:pt x="9386762" y="2670068"/>
                  </a:lnTo>
                  <a:lnTo>
                    <a:pt x="9347647" y="2651760"/>
                  </a:lnTo>
                  <a:lnTo>
                    <a:pt x="9292642" y="2623032"/>
                  </a:lnTo>
                  <a:lnTo>
                    <a:pt x="9239230" y="2591727"/>
                  </a:lnTo>
                  <a:lnTo>
                    <a:pt x="9186883" y="2557798"/>
                  </a:lnTo>
                  <a:lnTo>
                    <a:pt x="9135195" y="2521266"/>
                  </a:lnTo>
                  <a:lnTo>
                    <a:pt x="9083865" y="2482223"/>
                  </a:lnTo>
                  <a:lnTo>
                    <a:pt x="9032679" y="2440841"/>
                  </a:lnTo>
                  <a:lnTo>
                    <a:pt x="8981498" y="2397374"/>
                  </a:lnTo>
                  <a:lnTo>
                    <a:pt x="8930248" y="2352156"/>
                  </a:lnTo>
                  <a:lnTo>
                    <a:pt x="8878904" y="2305589"/>
                  </a:lnTo>
                  <a:lnTo>
                    <a:pt x="8827480" y="2258133"/>
                  </a:lnTo>
                  <a:lnTo>
                    <a:pt x="8776018" y="2210288"/>
                  </a:lnTo>
                  <a:lnTo>
                    <a:pt x="8724569" y="2162570"/>
                  </a:lnTo>
                  <a:lnTo>
                    <a:pt x="8673180" y="2115489"/>
                  </a:lnTo>
                  <a:lnTo>
                    <a:pt x="8621882" y="2069529"/>
                  </a:lnTo>
                  <a:lnTo>
                    <a:pt x="8570672" y="2025124"/>
                  </a:lnTo>
                  <a:lnTo>
                    <a:pt x="8519502" y="1982643"/>
                  </a:lnTo>
                  <a:lnTo>
                    <a:pt x="8468267" y="1942381"/>
                  </a:lnTo>
                  <a:lnTo>
                    <a:pt x="8416794" y="1904553"/>
                  </a:lnTo>
                  <a:lnTo>
                    <a:pt x="8364826" y="1869291"/>
                  </a:lnTo>
                  <a:lnTo>
                    <a:pt x="8312014" y="1836651"/>
                  </a:lnTo>
                  <a:lnTo>
                    <a:pt x="8257896" y="1806619"/>
                  </a:lnTo>
                  <a:lnTo>
                    <a:pt x="8229629" y="1792296"/>
                  </a:lnTo>
                  <a:lnTo>
                    <a:pt x="8177901" y="1768456"/>
                  </a:lnTo>
                  <a:lnTo>
                    <a:pt x="8123739" y="1746680"/>
                  </a:lnTo>
                  <a:lnTo>
                    <a:pt x="8066464" y="1726893"/>
                  </a:lnTo>
                  <a:lnTo>
                    <a:pt x="8005332" y="1708955"/>
                  </a:lnTo>
                  <a:lnTo>
                    <a:pt x="7939571" y="1692698"/>
                  </a:lnTo>
                  <a:lnTo>
                    <a:pt x="7868425" y="1677948"/>
                  </a:lnTo>
                  <a:lnTo>
                    <a:pt x="7791203" y="1664540"/>
                  </a:lnTo>
                  <a:lnTo>
                    <a:pt x="7707346" y="1652330"/>
                  </a:lnTo>
                  <a:lnTo>
                    <a:pt x="7616520" y="1641199"/>
                  </a:lnTo>
                  <a:lnTo>
                    <a:pt x="7518728" y="1631054"/>
                  </a:lnTo>
                  <a:lnTo>
                    <a:pt x="7414451" y="1621832"/>
                  </a:lnTo>
                  <a:lnTo>
                    <a:pt x="7304787" y="1613497"/>
                  </a:lnTo>
                  <a:lnTo>
                    <a:pt x="7191582" y="1606040"/>
                  </a:lnTo>
                  <a:lnTo>
                    <a:pt x="7077484" y="1599468"/>
                  </a:lnTo>
                  <a:lnTo>
                    <a:pt x="6965882" y="1593801"/>
                  </a:lnTo>
                  <a:lnTo>
                    <a:pt x="6860681" y="1589054"/>
                  </a:lnTo>
                  <a:lnTo>
                    <a:pt x="6765888" y="1585227"/>
                  </a:lnTo>
                  <a:lnTo>
                    <a:pt x="6685064" y="1582289"/>
                  </a:lnTo>
                  <a:lnTo>
                    <a:pt x="6620740" y="1580172"/>
                  </a:lnTo>
                  <a:lnTo>
                    <a:pt x="6573944" y="1578773"/>
                  </a:lnTo>
                  <a:lnTo>
                    <a:pt x="6543949" y="1577956"/>
                  </a:lnTo>
                  <a:lnTo>
                    <a:pt x="6528276" y="1577565"/>
                  </a:lnTo>
                  <a:lnTo>
                    <a:pt x="6522885" y="1577441"/>
                  </a:lnTo>
                  <a:lnTo>
                    <a:pt x="6522385" y="1577430"/>
                  </a:lnTo>
                  <a:lnTo>
                    <a:pt x="5527445" y="1577430"/>
                  </a:lnTo>
                  <a:lnTo>
                    <a:pt x="5526328" y="1577401"/>
                  </a:lnTo>
                  <a:lnTo>
                    <a:pt x="5518955" y="1577190"/>
                  </a:lnTo>
                  <a:lnTo>
                    <a:pt x="5500260" y="1576607"/>
                  </a:lnTo>
                  <a:lnTo>
                    <a:pt x="5466571" y="1575459"/>
                  </a:lnTo>
                  <a:lnTo>
                    <a:pt x="5415817" y="1573562"/>
                  </a:lnTo>
                  <a:lnTo>
                    <a:pt x="5347689" y="1570757"/>
                  </a:lnTo>
                  <a:lnTo>
                    <a:pt x="5263581" y="1566927"/>
                  </a:lnTo>
                  <a:lnTo>
                    <a:pt x="5166292" y="1562002"/>
                  </a:lnTo>
                  <a:lnTo>
                    <a:pt x="5059514" y="1555953"/>
                  </a:lnTo>
                  <a:lnTo>
                    <a:pt x="4947251" y="1548785"/>
                  </a:lnTo>
                  <a:lnTo>
                    <a:pt x="4833301" y="1540520"/>
                  </a:lnTo>
                  <a:lnTo>
                    <a:pt x="4720887" y="1531179"/>
                  </a:lnTo>
                  <a:lnTo>
                    <a:pt x="4612466" y="1520769"/>
                  </a:lnTo>
                  <a:lnTo>
                    <a:pt x="4509705" y="1509271"/>
                  </a:lnTo>
                  <a:lnTo>
                    <a:pt x="4413554" y="1496634"/>
                  </a:lnTo>
                  <a:lnTo>
                    <a:pt x="4324378" y="1482774"/>
                  </a:lnTo>
                  <a:lnTo>
                    <a:pt x="4242098" y="1467572"/>
                  </a:lnTo>
                  <a:lnTo>
                    <a:pt x="4166327" y="1450875"/>
                  </a:lnTo>
                  <a:lnTo>
                    <a:pt x="4096475" y="1432502"/>
                  </a:lnTo>
                  <a:lnTo>
                    <a:pt x="4031838" y="1412251"/>
                  </a:lnTo>
                  <a:lnTo>
                    <a:pt x="3971657" y="1389909"/>
                  </a:lnTo>
                  <a:lnTo>
                    <a:pt x="3915167" y="1365274"/>
                  </a:lnTo>
                  <a:lnTo>
                    <a:pt x="3861638" y="1338188"/>
                  </a:lnTo>
                  <a:lnTo>
                    <a:pt x="3820202" y="1314525"/>
                  </a:lnTo>
                  <a:lnTo>
                    <a:pt x="3767442" y="1280894"/>
                  </a:lnTo>
                  <a:lnTo>
                    <a:pt x="3716169" y="1244369"/>
                  </a:lnTo>
                  <a:lnTo>
                    <a:pt x="3665908" y="1204896"/>
                  </a:lnTo>
                  <a:lnTo>
                    <a:pt x="3616293" y="1162489"/>
                  </a:lnTo>
                  <a:lnTo>
                    <a:pt x="3567047" y="1117234"/>
                  </a:lnTo>
                  <a:lnTo>
                    <a:pt x="3517967" y="1069302"/>
                  </a:lnTo>
                  <a:lnTo>
                    <a:pt x="3468918" y="1018947"/>
                  </a:lnTo>
                  <a:lnTo>
                    <a:pt x="3419819" y="966505"/>
                  </a:lnTo>
                  <a:lnTo>
                    <a:pt x="3370636" y="912387"/>
                  </a:lnTo>
                  <a:lnTo>
                    <a:pt x="3321372" y="857071"/>
                  </a:lnTo>
                  <a:lnTo>
                    <a:pt x="3272055" y="801080"/>
                  </a:lnTo>
                  <a:lnTo>
                    <a:pt x="3222727" y="744966"/>
                  </a:lnTo>
                  <a:lnTo>
                    <a:pt x="3173435" y="689286"/>
                  </a:lnTo>
                  <a:lnTo>
                    <a:pt x="3124214" y="634579"/>
                  </a:lnTo>
                  <a:lnTo>
                    <a:pt x="3075080" y="581343"/>
                  </a:lnTo>
                  <a:lnTo>
                    <a:pt x="3026016" y="530023"/>
                  </a:lnTo>
                  <a:lnTo>
                    <a:pt x="2976963" y="480987"/>
                  </a:lnTo>
                  <a:lnTo>
                    <a:pt x="2927811" y="434528"/>
                  </a:lnTo>
                  <a:lnTo>
                    <a:pt x="2878388" y="390851"/>
                  </a:lnTo>
                  <a:lnTo>
                    <a:pt x="2828451" y="350080"/>
                  </a:lnTo>
                  <a:lnTo>
                    <a:pt x="2777676" y="312260"/>
                  </a:lnTo>
                  <a:lnTo>
                    <a:pt x="2725637" y="277365"/>
                  </a:lnTo>
                  <a:lnTo>
                    <a:pt x="2702183" y="262905"/>
                  </a:lnTo>
                  <a:lnTo>
                    <a:pt x="2650558" y="233788"/>
                  </a:lnTo>
                  <a:lnTo>
                    <a:pt x="2596508" y="207187"/>
                  </a:lnTo>
                  <a:lnTo>
                    <a:pt x="2539360" y="183012"/>
                  </a:lnTo>
                  <a:lnTo>
                    <a:pt x="2478374" y="161092"/>
                  </a:lnTo>
                  <a:lnTo>
                    <a:pt x="2412784" y="141221"/>
                  </a:lnTo>
                  <a:lnTo>
                    <a:pt x="2341836" y="123189"/>
                  </a:lnTo>
                  <a:lnTo>
                    <a:pt x="2264843" y="106796"/>
                  </a:lnTo>
                  <a:lnTo>
                    <a:pt x="2181246" y="91865"/>
                  </a:lnTo>
                  <a:lnTo>
                    <a:pt x="2090711" y="78251"/>
                  </a:lnTo>
                  <a:lnTo>
                    <a:pt x="1993232" y="65840"/>
                  </a:lnTo>
                  <a:lnTo>
                    <a:pt x="1889278" y="54556"/>
                  </a:lnTo>
                  <a:lnTo>
                    <a:pt x="1779928" y="44354"/>
                  </a:lnTo>
                  <a:lnTo>
                    <a:pt x="1666998" y="35221"/>
                  </a:lnTo>
                  <a:lnTo>
                    <a:pt x="1553102" y="27167"/>
                  </a:lnTo>
                  <a:lnTo>
                    <a:pt x="1441594" y="20215"/>
                  </a:lnTo>
                  <a:lnTo>
                    <a:pt x="1336346" y="14385"/>
                  </a:lnTo>
                  <a:lnTo>
                    <a:pt x="1241346" y="9675"/>
                  </a:lnTo>
                  <a:lnTo>
                    <a:pt x="1160159" y="6051"/>
                  </a:lnTo>
                  <a:lnTo>
                    <a:pt x="1095343" y="3433"/>
                  </a:lnTo>
                  <a:lnTo>
                    <a:pt x="1047982" y="1694"/>
                  </a:lnTo>
                  <a:lnTo>
                    <a:pt x="1017417" y="671"/>
                  </a:lnTo>
                  <a:lnTo>
                    <a:pt x="1001253" y="176"/>
                  </a:lnTo>
                  <a:lnTo>
                    <a:pt x="995530" y="1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4" name="pg323"/>
            <p:cNvSpPr/>
            <p:nvPr/>
          </p:nvSpPr>
          <p:spPr>
            <a:xfrm>
              <a:off x="1199187" y="2777371"/>
              <a:ext cx="12049831" cy="3196786"/>
            </a:xfrm>
            <a:custGeom>
              <a:avLst/>
              <a:pathLst>
                <a:path w="12049831" h="3196786">
                  <a:moveTo>
                    <a:pt x="0" y="10481"/>
                  </a:moveTo>
                  <a:lnTo>
                    <a:pt x="994940" y="10481"/>
                  </a:lnTo>
                  <a:lnTo>
                    <a:pt x="996057" y="10510"/>
                  </a:lnTo>
                  <a:lnTo>
                    <a:pt x="1003430" y="10721"/>
                  </a:lnTo>
                  <a:lnTo>
                    <a:pt x="1022125" y="11304"/>
                  </a:lnTo>
                  <a:lnTo>
                    <a:pt x="1055814" y="12452"/>
                  </a:lnTo>
                  <a:lnTo>
                    <a:pt x="1106568" y="14349"/>
                  </a:lnTo>
                  <a:lnTo>
                    <a:pt x="1174696" y="17154"/>
                  </a:lnTo>
                  <a:lnTo>
                    <a:pt x="1258804" y="20984"/>
                  </a:lnTo>
                  <a:lnTo>
                    <a:pt x="1356093" y="25909"/>
                  </a:lnTo>
                  <a:lnTo>
                    <a:pt x="1462871" y="31959"/>
                  </a:lnTo>
                  <a:lnTo>
                    <a:pt x="1575134" y="39126"/>
                  </a:lnTo>
                  <a:lnTo>
                    <a:pt x="1689084" y="47391"/>
                  </a:lnTo>
                  <a:lnTo>
                    <a:pt x="1801498" y="56732"/>
                  </a:lnTo>
                  <a:lnTo>
                    <a:pt x="1909919" y="67142"/>
                  </a:lnTo>
                  <a:lnTo>
                    <a:pt x="2012680" y="78640"/>
                  </a:lnTo>
                  <a:lnTo>
                    <a:pt x="2108830" y="91277"/>
                  </a:lnTo>
                  <a:lnTo>
                    <a:pt x="2198007" y="105137"/>
                  </a:lnTo>
                  <a:lnTo>
                    <a:pt x="2280287" y="120339"/>
                  </a:lnTo>
                  <a:lnTo>
                    <a:pt x="2356058" y="137036"/>
                  </a:lnTo>
                  <a:lnTo>
                    <a:pt x="2425910" y="155409"/>
                  </a:lnTo>
                  <a:lnTo>
                    <a:pt x="2490547" y="175660"/>
                  </a:lnTo>
                  <a:lnTo>
                    <a:pt x="2550728" y="198002"/>
                  </a:lnTo>
                  <a:lnTo>
                    <a:pt x="2607218" y="222637"/>
                  </a:lnTo>
                  <a:lnTo>
                    <a:pt x="2660747" y="249723"/>
                  </a:lnTo>
                  <a:lnTo>
                    <a:pt x="2702183" y="273386"/>
                  </a:lnTo>
                  <a:lnTo>
                    <a:pt x="2754943" y="307017"/>
                  </a:lnTo>
                  <a:lnTo>
                    <a:pt x="2806216" y="343542"/>
                  </a:lnTo>
                  <a:lnTo>
                    <a:pt x="2856477" y="383015"/>
                  </a:lnTo>
                  <a:lnTo>
                    <a:pt x="2906092" y="425422"/>
                  </a:lnTo>
                  <a:lnTo>
                    <a:pt x="2955338" y="470677"/>
                  </a:lnTo>
                  <a:lnTo>
                    <a:pt x="3004418" y="518609"/>
                  </a:lnTo>
                  <a:lnTo>
                    <a:pt x="3053467" y="568964"/>
                  </a:lnTo>
                  <a:lnTo>
                    <a:pt x="3102566" y="621407"/>
                  </a:lnTo>
                  <a:lnTo>
                    <a:pt x="3151749" y="675524"/>
                  </a:lnTo>
                  <a:lnTo>
                    <a:pt x="3201013" y="730840"/>
                  </a:lnTo>
                  <a:lnTo>
                    <a:pt x="3250330" y="786831"/>
                  </a:lnTo>
                  <a:lnTo>
                    <a:pt x="3299658" y="842945"/>
                  </a:lnTo>
                  <a:lnTo>
                    <a:pt x="3348950" y="898625"/>
                  </a:lnTo>
                  <a:lnTo>
                    <a:pt x="3398171" y="953333"/>
                  </a:lnTo>
                  <a:lnTo>
                    <a:pt x="3447305" y="1006568"/>
                  </a:lnTo>
                  <a:lnTo>
                    <a:pt x="3496369" y="1057888"/>
                  </a:lnTo>
                  <a:lnTo>
                    <a:pt x="3545422" y="1106924"/>
                  </a:lnTo>
                  <a:lnTo>
                    <a:pt x="3594574" y="1153383"/>
                  </a:lnTo>
                  <a:lnTo>
                    <a:pt x="3643997" y="1197060"/>
                  </a:lnTo>
                  <a:lnTo>
                    <a:pt x="3693934" y="1237831"/>
                  </a:lnTo>
                  <a:lnTo>
                    <a:pt x="3744709" y="1275651"/>
                  </a:lnTo>
                  <a:lnTo>
                    <a:pt x="3796748" y="1310546"/>
                  </a:lnTo>
                  <a:lnTo>
                    <a:pt x="3820202" y="1325006"/>
                  </a:lnTo>
                  <a:lnTo>
                    <a:pt x="3871827" y="1354123"/>
                  </a:lnTo>
                  <a:lnTo>
                    <a:pt x="3925877" y="1380724"/>
                  </a:lnTo>
                  <a:lnTo>
                    <a:pt x="3983025" y="1404900"/>
                  </a:lnTo>
                  <a:lnTo>
                    <a:pt x="4044011" y="1426819"/>
                  </a:lnTo>
                  <a:lnTo>
                    <a:pt x="4109601" y="1446690"/>
                  </a:lnTo>
                  <a:lnTo>
                    <a:pt x="4180549" y="1464722"/>
                  </a:lnTo>
                  <a:lnTo>
                    <a:pt x="4257542" y="1481115"/>
                  </a:lnTo>
                  <a:lnTo>
                    <a:pt x="4341139" y="1496046"/>
                  </a:lnTo>
                  <a:lnTo>
                    <a:pt x="4431674" y="1509660"/>
                  </a:lnTo>
                  <a:lnTo>
                    <a:pt x="4529153" y="1522071"/>
                  </a:lnTo>
                  <a:lnTo>
                    <a:pt x="4633107" y="1533355"/>
                  </a:lnTo>
                  <a:lnTo>
                    <a:pt x="4742457" y="1543557"/>
                  </a:lnTo>
                  <a:lnTo>
                    <a:pt x="4855387" y="1552690"/>
                  </a:lnTo>
                  <a:lnTo>
                    <a:pt x="4969283" y="1560744"/>
                  </a:lnTo>
                  <a:lnTo>
                    <a:pt x="5080791" y="1567696"/>
                  </a:lnTo>
                  <a:lnTo>
                    <a:pt x="5186039" y="1573527"/>
                  </a:lnTo>
                  <a:lnTo>
                    <a:pt x="5281039" y="1578236"/>
                  </a:lnTo>
                  <a:lnTo>
                    <a:pt x="5362226" y="1581860"/>
                  </a:lnTo>
                  <a:lnTo>
                    <a:pt x="5427042" y="1584478"/>
                  </a:lnTo>
                  <a:lnTo>
                    <a:pt x="5474403" y="1586217"/>
                  </a:lnTo>
                  <a:lnTo>
                    <a:pt x="5504968" y="1587240"/>
                  </a:lnTo>
                  <a:lnTo>
                    <a:pt x="5521132" y="1587735"/>
                  </a:lnTo>
                  <a:lnTo>
                    <a:pt x="5526855" y="1587896"/>
                  </a:lnTo>
                  <a:lnTo>
                    <a:pt x="5527445" y="1587912"/>
                  </a:lnTo>
                  <a:lnTo>
                    <a:pt x="6522385" y="1587912"/>
                  </a:lnTo>
                  <a:lnTo>
                    <a:pt x="6523502" y="1587942"/>
                  </a:lnTo>
                  <a:lnTo>
                    <a:pt x="6530870" y="1588157"/>
                  </a:lnTo>
                  <a:lnTo>
                    <a:pt x="6549553" y="1588750"/>
                  </a:lnTo>
                  <a:lnTo>
                    <a:pt x="6583221" y="1589920"/>
                  </a:lnTo>
                  <a:lnTo>
                    <a:pt x="6633944" y="1591854"/>
                  </a:lnTo>
                  <a:lnTo>
                    <a:pt x="6702035" y="1594713"/>
                  </a:lnTo>
                  <a:lnTo>
                    <a:pt x="6786101" y="1598617"/>
                  </a:lnTo>
                  <a:lnTo>
                    <a:pt x="6883347" y="1603637"/>
                  </a:lnTo>
                  <a:lnTo>
                    <a:pt x="6990086" y="1609803"/>
                  </a:lnTo>
                  <a:lnTo>
                    <a:pt x="7102315" y="1617110"/>
                  </a:lnTo>
                  <a:lnTo>
                    <a:pt x="7216238" y="1625535"/>
                  </a:lnTo>
                  <a:lnTo>
                    <a:pt x="7328634" y="1635056"/>
                  </a:lnTo>
                  <a:lnTo>
                    <a:pt x="7437044" y="1645668"/>
                  </a:lnTo>
                  <a:lnTo>
                    <a:pt x="7539801" y="1657390"/>
                  </a:lnTo>
                  <a:lnTo>
                    <a:pt x="7635952" y="1670271"/>
                  </a:lnTo>
                  <a:lnTo>
                    <a:pt x="7725133" y="1684399"/>
                  </a:lnTo>
                  <a:lnTo>
                    <a:pt x="7807420" y="1699895"/>
                  </a:lnTo>
                  <a:lnTo>
                    <a:pt x="7883199" y="1716915"/>
                  </a:lnTo>
                  <a:lnTo>
                    <a:pt x="7953058" y="1735642"/>
                  </a:lnTo>
                  <a:lnTo>
                    <a:pt x="8017702" y="1756283"/>
                  </a:lnTo>
                  <a:lnTo>
                    <a:pt x="8077889" y="1779054"/>
                  </a:lnTo>
                  <a:lnTo>
                    <a:pt x="8134382" y="1804162"/>
                  </a:lnTo>
                  <a:lnTo>
                    <a:pt x="8187913" y="1831768"/>
                  </a:lnTo>
                  <a:lnTo>
                    <a:pt x="8229629" y="1856057"/>
                  </a:lnTo>
                  <a:lnTo>
                    <a:pt x="8282147" y="1890192"/>
                  </a:lnTo>
                  <a:lnTo>
                    <a:pt x="8333189" y="1927250"/>
                  </a:lnTo>
                  <a:lnTo>
                    <a:pt x="8383224" y="1967287"/>
                  </a:lnTo>
                  <a:lnTo>
                    <a:pt x="8432615" y="2010289"/>
                  </a:lnTo>
                  <a:lnTo>
                    <a:pt x="8481637" y="2056171"/>
                  </a:lnTo>
                  <a:lnTo>
                    <a:pt x="8530489" y="2104763"/>
                  </a:lnTo>
                  <a:lnTo>
                    <a:pt x="8579309" y="2155813"/>
                  </a:lnTo>
                  <a:lnTo>
                    <a:pt x="8628176" y="2208983"/>
                  </a:lnTo>
                  <a:lnTo>
                    <a:pt x="8677125" y="2263864"/>
                  </a:lnTo>
                  <a:lnTo>
                    <a:pt x="8726156" y="2319976"/>
                  </a:lnTo>
                  <a:lnTo>
                    <a:pt x="8775242" y="2376796"/>
                  </a:lnTo>
                  <a:lnTo>
                    <a:pt x="8824340" y="2433769"/>
                  </a:lnTo>
                  <a:lnTo>
                    <a:pt x="8873405" y="2490335"/>
                  </a:lnTo>
                  <a:lnTo>
                    <a:pt x="8922401" y="2545950"/>
                  </a:lnTo>
                  <a:lnTo>
                    <a:pt x="8971311" y="2600109"/>
                  </a:lnTo>
                  <a:lnTo>
                    <a:pt x="9020150" y="2652363"/>
                  </a:lnTo>
                  <a:lnTo>
                    <a:pt x="9068971" y="2702333"/>
                  </a:lnTo>
                  <a:lnTo>
                    <a:pt x="9117880" y="2749720"/>
                  </a:lnTo>
                  <a:lnTo>
                    <a:pt x="9167041" y="2794309"/>
                  </a:lnTo>
                  <a:lnTo>
                    <a:pt x="9216685" y="2835971"/>
                  </a:lnTo>
                  <a:lnTo>
                    <a:pt x="9267127" y="2874651"/>
                  </a:lnTo>
                  <a:lnTo>
                    <a:pt x="9318774" y="2910370"/>
                  </a:lnTo>
                  <a:lnTo>
                    <a:pt x="9347647" y="2928641"/>
                  </a:lnTo>
                  <a:lnTo>
                    <a:pt x="9399261" y="2958331"/>
                  </a:lnTo>
                  <a:lnTo>
                    <a:pt x="9453297" y="2985457"/>
                  </a:lnTo>
                  <a:lnTo>
                    <a:pt x="9510430" y="3010110"/>
                  </a:lnTo>
                  <a:lnTo>
                    <a:pt x="9571398" y="3032463"/>
                  </a:lnTo>
                  <a:lnTo>
                    <a:pt x="9636967" y="3052727"/>
                  </a:lnTo>
                  <a:lnTo>
                    <a:pt x="9707891" y="3071117"/>
                  </a:lnTo>
                  <a:lnTo>
                    <a:pt x="9784857" y="3087835"/>
                  </a:lnTo>
                  <a:lnTo>
                    <a:pt x="9868422" y="3103063"/>
                  </a:lnTo>
                  <a:lnTo>
                    <a:pt x="9958923" y="3116947"/>
                  </a:lnTo>
                  <a:lnTo>
                    <a:pt x="10056363" y="3129605"/>
                  </a:lnTo>
                  <a:lnTo>
                    <a:pt x="10160279" y="3141114"/>
                  </a:lnTo>
                  <a:lnTo>
                    <a:pt x="10269591" y="3151520"/>
                  </a:lnTo>
                  <a:lnTo>
                    <a:pt x="10382487" y="3160836"/>
                  </a:lnTo>
                  <a:lnTo>
                    <a:pt x="10496359" y="3169052"/>
                  </a:lnTo>
                  <a:lnTo>
                    <a:pt x="10607855" y="3176145"/>
                  </a:lnTo>
                  <a:lnTo>
                    <a:pt x="10713109" y="3182094"/>
                  </a:lnTo>
                  <a:lnTo>
                    <a:pt x="10808133" y="3186901"/>
                  </a:lnTo>
                  <a:lnTo>
                    <a:pt x="10889364" y="3190601"/>
                  </a:lnTo>
                  <a:lnTo>
                    <a:pt x="10954239" y="3193274"/>
                  </a:lnTo>
                  <a:lnTo>
                    <a:pt x="11001669" y="3195051"/>
                  </a:lnTo>
                  <a:lnTo>
                    <a:pt x="11032302" y="3196098"/>
                  </a:lnTo>
                  <a:lnTo>
                    <a:pt x="11048525" y="3196605"/>
                  </a:lnTo>
                  <a:lnTo>
                    <a:pt x="11054289" y="3196770"/>
                  </a:lnTo>
                  <a:lnTo>
                    <a:pt x="11054891" y="3196786"/>
                  </a:lnTo>
                  <a:lnTo>
                    <a:pt x="12049831" y="3196786"/>
                  </a:lnTo>
                  <a:lnTo>
                    <a:pt x="12049831" y="3186305"/>
                  </a:lnTo>
                  <a:lnTo>
                    <a:pt x="11054891" y="3186305"/>
                  </a:lnTo>
                  <a:lnTo>
                    <a:pt x="11053775" y="3186275"/>
                  </a:lnTo>
                  <a:lnTo>
                    <a:pt x="11046406" y="3186060"/>
                  </a:lnTo>
                  <a:lnTo>
                    <a:pt x="11027724" y="3185466"/>
                  </a:lnTo>
                  <a:lnTo>
                    <a:pt x="10994056" y="3184296"/>
                  </a:lnTo>
                  <a:lnTo>
                    <a:pt x="10943332" y="3182362"/>
                  </a:lnTo>
                  <a:lnTo>
                    <a:pt x="10875241" y="3179503"/>
                  </a:lnTo>
                  <a:lnTo>
                    <a:pt x="10791176" y="3175600"/>
                  </a:lnTo>
                  <a:lnTo>
                    <a:pt x="10693929" y="3170579"/>
                  </a:lnTo>
                  <a:lnTo>
                    <a:pt x="10587190" y="3164413"/>
                  </a:lnTo>
                  <a:lnTo>
                    <a:pt x="10474961" y="3157107"/>
                  </a:lnTo>
                  <a:lnTo>
                    <a:pt x="10361038" y="3148682"/>
                  </a:lnTo>
                  <a:lnTo>
                    <a:pt x="10248642" y="3139160"/>
                  </a:lnTo>
                  <a:lnTo>
                    <a:pt x="10140232" y="3128548"/>
                  </a:lnTo>
                  <a:lnTo>
                    <a:pt x="10037476" y="3116827"/>
                  </a:lnTo>
                  <a:lnTo>
                    <a:pt x="9941324" y="3103945"/>
                  </a:lnTo>
                  <a:lnTo>
                    <a:pt x="9852143" y="3089817"/>
                  </a:lnTo>
                  <a:lnTo>
                    <a:pt x="9769857" y="3074321"/>
                  </a:lnTo>
                  <a:lnTo>
                    <a:pt x="9694077" y="3057302"/>
                  </a:lnTo>
                  <a:lnTo>
                    <a:pt x="9624218" y="3038575"/>
                  </a:lnTo>
                  <a:lnTo>
                    <a:pt x="9559574" y="3017934"/>
                  </a:lnTo>
                  <a:lnTo>
                    <a:pt x="9499388" y="2995162"/>
                  </a:lnTo>
                  <a:lnTo>
                    <a:pt x="9442894" y="2970055"/>
                  </a:lnTo>
                  <a:lnTo>
                    <a:pt x="9389364" y="2942449"/>
                  </a:lnTo>
                  <a:lnTo>
                    <a:pt x="9347647" y="2918159"/>
                  </a:lnTo>
                  <a:lnTo>
                    <a:pt x="9295130" y="2884024"/>
                  </a:lnTo>
                  <a:lnTo>
                    <a:pt x="9244088" y="2846966"/>
                  </a:lnTo>
                  <a:lnTo>
                    <a:pt x="9194053" y="2806930"/>
                  </a:lnTo>
                  <a:lnTo>
                    <a:pt x="9144662" y="2763927"/>
                  </a:lnTo>
                  <a:lnTo>
                    <a:pt x="9095640" y="2718045"/>
                  </a:lnTo>
                  <a:lnTo>
                    <a:pt x="9046787" y="2669453"/>
                  </a:lnTo>
                  <a:lnTo>
                    <a:pt x="8997968" y="2618404"/>
                  </a:lnTo>
                  <a:lnTo>
                    <a:pt x="8949101" y="2565233"/>
                  </a:lnTo>
                  <a:lnTo>
                    <a:pt x="8900151" y="2510353"/>
                  </a:lnTo>
                  <a:lnTo>
                    <a:pt x="8851120" y="2454240"/>
                  </a:lnTo>
                  <a:lnTo>
                    <a:pt x="8802035" y="2397421"/>
                  </a:lnTo>
                  <a:lnTo>
                    <a:pt x="8752937" y="2340448"/>
                  </a:lnTo>
                  <a:lnTo>
                    <a:pt x="8703872" y="2283882"/>
                  </a:lnTo>
                  <a:lnTo>
                    <a:pt x="8654876" y="2228266"/>
                  </a:lnTo>
                  <a:lnTo>
                    <a:pt x="8605965" y="2174107"/>
                  </a:lnTo>
                  <a:lnTo>
                    <a:pt x="8557127" y="2121854"/>
                  </a:lnTo>
                  <a:lnTo>
                    <a:pt x="8508305" y="2071884"/>
                  </a:lnTo>
                  <a:lnTo>
                    <a:pt x="8459396" y="2024497"/>
                  </a:lnTo>
                  <a:lnTo>
                    <a:pt x="8410236" y="1979907"/>
                  </a:lnTo>
                  <a:lnTo>
                    <a:pt x="8360591" y="1938246"/>
                  </a:lnTo>
                  <a:lnTo>
                    <a:pt x="8310150" y="1899566"/>
                  </a:lnTo>
                  <a:lnTo>
                    <a:pt x="8258502" y="1863846"/>
                  </a:lnTo>
                  <a:lnTo>
                    <a:pt x="8229629" y="1845576"/>
                  </a:lnTo>
                  <a:lnTo>
                    <a:pt x="8178016" y="1815886"/>
                  </a:lnTo>
                  <a:lnTo>
                    <a:pt x="8123979" y="1788760"/>
                  </a:lnTo>
                  <a:lnTo>
                    <a:pt x="8066847" y="1764107"/>
                  </a:lnTo>
                  <a:lnTo>
                    <a:pt x="8005879" y="1741753"/>
                  </a:lnTo>
                  <a:lnTo>
                    <a:pt x="7940309" y="1721490"/>
                  </a:lnTo>
                  <a:lnTo>
                    <a:pt x="7869385" y="1703100"/>
                  </a:lnTo>
                  <a:lnTo>
                    <a:pt x="7792419" y="1686381"/>
                  </a:lnTo>
                  <a:lnTo>
                    <a:pt x="7708854" y="1671154"/>
                  </a:lnTo>
                  <a:lnTo>
                    <a:pt x="7618354" y="1657269"/>
                  </a:lnTo>
                  <a:lnTo>
                    <a:pt x="7520913" y="1644612"/>
                  </a:lnTo>
                  <a:lnTo>
                    <a:pt x="7416998" y="1633103"/>
                  </a:lnTo>
                  <a:lnTo>
                    <a:pt x="7307686" y="1622697"/>
                  </a:lnTo>
                  <a:lnTo>
                    <a:pt x="7194789" y="1613381"/>
                  </a:lnTo>
                  <a:lnTo>
                    <a:pt x="7080918" y="1605165"/>
                  </a:lnTo>
                  <a:lnTo>
                    <a:pt x="6969421" y="1598072"/>
                  </a:lnTo>
                  <a:lnTo>
                    <a:pt x="6864167" y="1592122"/>
                  </a:lnTo>
                  <a:lnTo>
                    <a:pt x="6769143" y="1587316"/>
                  </a:lnTo>
                  <a:lnTo>
                    <a:pt x="6687912" y="1583616"/>
                  </a:lnTo>
                  <a:lnTo>
                    <a:pt x="6623038" y="1580942"/>
                  </a:lnTo>
                  <a:lnTo>
                    <a:pt x="6575608" y="1579166"/>
                  </a:lnTo>
                  <a:lnTo>
                    <a:pt x="6544975" y="1578119"/>
                  </a:lnTo>
                  <a:lnTo>
                    <a:pt x="6528751" y="1577612"/>
                  </a:lnTo>
                  <a:lnTo>
                    <a:pt x="6522988" y="1577446"/>
                  </a:lnTo>
                  <a:lnTo>
                    <a:pt x="6522385" y="1577430"/>
                  </a:lnTo>
                  <a:lnTo>
                    <a:pt x="5527445" y="1577430"/>
                  </a:lnTo>
                  <a:lnTo>
                    <a:pt x="5526328" y="1577401"/>
                  </a:lnTo>
                  <a:lnTo>
                    <a:pt x="5518955" y="1577190"/>
                  </a:lnTo>
                  <a:lnTo>
                    <a:pt x="5500260" y="1576607"/>
                  </a:lnTo>
                  <a:lnTo>
                    <a:pt x="5466571" y="1575459"/>
                  </a:lnTo>
                  <a:lnTo>
                    <a:pt x="5415817" y="1573562"/>
                  </a:lnTo>
                  <a:lnTo>
                    <a:pt x="5347689" y="1570757"/>
                  </a:lnTo>
                  <a:lnTo>
                    <a:pt x="5263581" y="1566927"/>
                  </a:lnTo>
                  <a:lnTo>
                    <a:pt x="5166292" y="1562002"/>
                  </a:lnTo>
                  <a:lnTo>
                    <a:pt x="5059514" y="1555953"/>
                  </a:lnTo>
                  <a:lnTo>
                    <a:pt x="4947251" y="1548785"/>
                  </a:lnTo>
                  <a:lnTo>
                    <a:pt x="4833301" y="1540520"/>
                  </a:lnTo>
                  <a:lnTo>
                    <a:pt x="4720887" y="1531179"/>
                  </a:lnTo>
                  <a:lnTo>
                    <a:pt x="4612466" y="1520769"/>
                  </a:lnTo>
                  <a:lnTo>
                    <a:pt x="4509705" y="1509271"/>
                  </a:lnTo>
                  <a:lnTo>
                    <a:pt x="4413554" y="1496634"/>
                  </a:lnTo>
                  <a:lnTo>
                    <a:pt x="4324378" y="1482774"/>
                  </a:lnTo>
                  <a:lnTo>
                    <a:pt x="4242098" y="1467572"/>
                  </a:lnTo>
                  <a:lnTo>
                    <a:pt x="4166327" y="1450875"/>
                  </a:lnTo>
                  <a:lnTo>
                    <a:pt x="4096475" y="1432502"/>
                  </a:lnTo>
                  <a:lnTo>
                    <a:pt x="4031838" y="1412251"/>
                  </a:lnTo>
                  <a:lnTo>
                    <a:pt x="3971657" y="1389909"/>
                  </a:lnTo>
                  <a:lnTo>
                    <a:pt x="3915167" y="1365274"/>
                  </a:lnTo>
                  <a:lnTo>
                    <a:pt x="3861638" y="1338188"/>
                  </a:lnTo>
                  <a:lnTo>
                    <a:pt x="3820202" y="1314525"/>
                  </a:lnTo>
                  <a:lnTo>
                    <a:pt x="3767442" y="1280894"/>
                  </a:lnTo>
                  <a:lnTo>
                    <a:pt x="3716169" y="1244369"/>
                  </a:lnTo>
                  <a:lnTo>
                    <a:pt x="3665908" y="1204896"/>
                  </a:lnTo>
                  <a:lnTo>
                    <a:pt x="3616293" y="1162489"/>
                  </a:lnTo>
                  <a:lnTo>
                    <a:pt x="3567047" y="1117234"/>
                  </a:lnTo>
                  <a:lnTo>
                    <a:pt x="3517967" y="1069302"/>
                  </a:lnTo>
                  <a:lnTo>
                    <a:pt x="3468918" y="1018947"/>
                  </a:lnTo>
                  <a:lnTo>
                    <a:pt x="3419819" y="966505"/>
                  </a:lnTo>
                  <a:lnTo>
                    <a:pt x="3370636" y="912387"/>
                  </a:lnTo>
                  <a:lnTo>
                    <a:pt x="3321372" y="857071"/>
                  </a:lnTo>
                  <a:lnTo>
                    <a:pt x="3272055" y="801080"/>
                  </a:lnTo>
                  <a:lnTo>
                    <a:pt x="3222727" y="744966"/>
                  </a:lnTo>
                  <a:lnTo>
                    <a:pt x="3173435" y="689286"/>
                  </a:lnTo>
                  <a:lnTo>
                    <a:pt x="3124214" y="634579"/>
                  </a:lnTo>
                  <a:lnTo>
                    <a:pt x="3075080" y="581343"/>
                  </a:lnTo>
                  <a:lnTo>
                    <a:pt x="3026016" y="530023"/>
                  </a:lnTo>
                  <a:lnTo>
                    <a:pt x="2976963" y="480987"/>
                  </a:lnTo>
                  <a:lnTo>
                    <a:pt x="2927811" y="434528"/>
                  </a:lnTo>
                  <a:lnTo>
                    <a:pt x="2878388" y="390851"/>
                  </a:lnTo>
                  <a:lnTo>
                    <a:pt x="2828451" y="350080"/>
                  </a:lnTo>
                  <a:lnTo>
                    <a:pt x="2777676" y="312260"/>
                  </a:lnTo>
                  <a:lnTo>
                    <a:pt x="2725637" y="277365"/>
                  </a:lnTo>
                  <a:lnTo>
                    <a:pt x="2702183" y="262905"/>
                  </a:lnTo>
                  <a:lnTo>
                    <a:pt x="2650558" y="233788"/>
                  </a:lnTo>
                  <a:lnTo>
                    <a:pt x="2596508" y="207187"/>
                  </a:lnTo>
                  <a:lnTo>
                    <a:pt x="2539360" y="183012"/>
                  </a:lnTo>
                  <a:lnTo>
                    <a:pt x="2478374" y="161092"/>
                  </a:lnTo>
                  <a:lnTo>
                    <a:pt x="2412784" y="141221"/>
                  </a:lnTo>
                  <a:lnTo>
                    <a:pt x="2341836" y="123189"/>
                  </a:lnTo>
                  <a:lnTo>
                    <a:pt x="2264843" y="106796"/>
                  </a:lnTo>
                  <a:lnTo>
                    <a:pt x="2181246" y="91865"/>
                  </a:lnTo>
                  <a:lnTo>
                    <a:pt x="2090711" y="78251"/>
                  </a:lnTo>
                  <a:lnTo>
                    <a:pt x="1993232" y="65840"/>
                  </a:lnTo>
                  <a:lnTo>
                    <a:pt x="1889278" y="54556"/>
                  </a:lnTo>
                  <a:lnTo>
                    <a:pt x="1779928" y="44354"/>
                  </a:lnTo>
                  <a:lnTo>
                    <a:pt x="1666998" y="35221"/>
                  </a:lnTo>
                  <a:lnTo>
                    <a:pt x="1553102" y="27167"/>
                  </a:lnTo>
                  <a:lnTo>
                    <a:pt x="1441594" y="20215"/>
                  </a:lnTo>
                  <a:lnTo>
                    <a:pt x="1336346" y="14385"/>
                  </a:lnTo>
                  <a:lnTo>
                    <a:pt x="1241346" y="9675"/>
                  </a:lnTo>
                  <a:lnTo>
                    <a:pt x="1160159" y="6051"/>
                  </a:lnTo>
                  <a:lnTo>
                    <a:pt x="1095343" y="3433"/>
                  </a:lnTo>
                  <a:lnTo>
                    <a:pt x="1047982" y="1694"/>
                  </a:lnTo>
                  <a:lnTo>
                    <a:pt x="1017417" y="671"/>
                  </a:lnTo>
                  <a:lnTo>
                    <a:pt x="1001253" y="176"/>
                  </a:lnTo>
                  <a:lnTo>
                    <a:pt x="995530" y="1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25" name="pl324"/>
            <p:cNvSpPr/>
            <p:nvPr/>
          </p:nvSpPr>
          <p:spPr>
            <a:xfrm>
              <a:off x="1199187" y="2787852"/>
              <a:ext cx="12049831" cy="3186305"/>
            </a:xfrm>
            <a:custGeom>
              <a:avLst/>
              <a:pathLst>
                <a:path w="12049831" h="3186305">
                  <a:moveTo>
                    <a:pt x="0" y="0"/>
                  </a:moveTo>
                  <a:lnTo>
                    <a:pt x="994940" y="0"/>
                  </a:lnTo>
                  <a:lnTo>
                    <a:pt x="996057" y="29"/>
                  </a:lnTo>
                  <a:lnTo>
                    <a:pt x="1003430" y="240"/>
                  </a:lnTo>
                  <a:lnTo>
                    <a:pt x="1022125" y="822"/>
                  </a:lnTo>
                  <a:lnTo>
                    <a:pt x="1055814" y="1970"/>
                  </a:lnTo>
                  <a:lnTo>
                    <a:pt x="1106568" y="3868"/>
                  </a:lnTo>
                  <a:lnTo>
                    <a:pt x="1174696" y="6673"/>
                  </a:lnTo>
                  <a:lnTo>
                    <a:pt x="1258804" y="10502"/>
                  </a:lnTo>
                  <a:lnTo>
                    <a:pt x="1356093" y="15428"/>
                  </a:lnTo>
                  <a:lnTo>
                    <a:pt x="1462871" y="21477"/>
                  </a:lnTo>
                  <a:lnTo>
                    <a:pt x="1575134" y="28645"/>
                  </a:lnTo>
                  <a:lnTo>
                    <a:pt x="1689084" y="36910"/>
                  </a:lnTo>
                  <a:lnTo>
                    <a:pt x="1801498" y="46251"/>
                  </a:lnTo>
                  <a:lnTo>
                    <a:pt x="1909919" y="56661"/>
                  </a:lnTo>
                  <a:lnTo>
                    <a:pt x="2012680" y="68159"/>
                  </a:lnTo>
                  <a:lnTo>
                    <a:pt x="2108830" y="80796"/>
                  </a:lnTo>
                  <a:lnTo>
                    <a:pt x="2198007" y="94656"/>
                  </a:lnTo>
                  <a:lnTo>
                    <a:pt x="2280287" y="109858"/>
                  </a:lnTo>
                  <a:lnTo>
                    <a:pt x="2356058" y="126555"/>
                  </a:lnTo>
                  <a:lnTo>
                    <a:pt x="2425910" y="144928"/>
                  </a:lnTo>
                  <a:lnTo>
                    <a:pt x="2490547" y="165179"/>
                  </a:lnTo>
                  <a:lnTo>
                    <a:pt x="2550728" y="187521"/>
                  </a:lnTo>
                  <a:lnTo>
                    <a:pt x="2607218" y="212156"/>
                  </a:lnTo>
                  <a:lnTo>
                    <a:pt x="2660747" y="239242"/>
                  </a:lnTo>
                  <a:lnTo>
                    <a:pt x="2702183" y="262905"/>
                  </a:lnTo>
                  <a:lnTo>
                    <a:pt x="2754943" y="296536"/>
                  </a:lnTo>
                  <a:lnTo>
                    <a:pt x="2806216" y="333061"/>
                  </a:lnTo>
                  <a:lnTo>
                    <a:pt x="2856477" y="372533"/>
                  </a:lnTo>
                  <a:lnTo>
                    <a:pt x="2906092" y="414941"/>
                  </a:lnTo>
                  <a:lnTo>
                    <a:pt x="2955338" y="460196"/>
                  </a:lnTo>
                  <a:lnTo>
                    <a:pt x="3004418" y="508127"/>
                  </a:lnTo>
                  <a:lnTo>
                    <a:pt x="3053467" y="558483"/>
                  </a:lnTo>
                  <a:lnTo>
                    <a:pt x="3102566" y="610925"/>
                  </a:lnTo>
                  <a:lnTo>
                    <a:pt x="3151749" y="665043"/>
                  </a:lnTo>
                  <a:lnTo>
                    <a:pt x="3201013" y="720359"/>
                  </a:lnTo>
                  <a:lnTo>
                    <a:pt x="3250330" y="776350"/>
                  </a:lnTo>
                  <a:lnTo>
                    <a:pt x="3299658" y="832464"/>
                  </a:lnTo>
                  <a:lnTo>
                    <a:pt x="3348950" y="888144"/>
                  </a:lnTo>
                  <a:lnTo>
                    <a:pt x="3398171" y="942851"/>
                  </a:lnTo>
                  <a:lnTo>
                    <a:pt x="3447305" y="996087"/>
                  </a:lnTo>
                  <a:lnTo>
                    <a:pt x="3496369" y="1047407"/>
                  </a:lnTo>
                  <a:lnTo>
                    <a:pt x="3545422" y="1096443"/>
                  </a:lnTo>
                  <a:lnTo>
                    <a:pt x="3594574" y="1142902"/>
                  </a:lnTo>
                  <a:lnTo>
                    <a:pt x="3643997" y="1186579"/>
                  </a:lnTo>
                  <a:lnTo>
                    <a:pt x="3693934" y="1227350"/>
                  </a:lnTo>
                  <a:lnTo>
                    <a:pt x="3744709" y="1265170"/>
                  </a:lnTo>
                  <a:lnTo>
                    <a:pt x="3796748" y="1300065"/>
                  </a:lnTo>
                  <a:lnTo>
                    <a:pt x="3820202" y="1314525"/>
                  </a:lnTo>
                  <a:lnTo>
                    <a:pt x="3871827" y="1343641"/>
                  </a:lnTo>
                  <a:lnTo>
                    <a:pt x="3925877" y="1370243"/>
                  </a:lnTo>
                  <a:lnTo>
                    <a:pt x="3983025" y="1394418"/>
                  </a:lnTo>
                  <a:lnTo>
                    <a:pt x="4044011" y="1416338"/>
                  </a:lnTo>
                  <a:lnTo>
                    <a:pt x="4109601" y="1436208"/>
                  </a:lnTo>
                  <a:lnTo>
                    <a:pt x="4180549" y="1454241"/>
                  </a:lnTo>
                  <a:lnTo>
                    <a:pt x="4257542" y="1470634"/>
                  </a:lnTo>
                  <a:lnTo>
                    <a:pt x="4341139" y="1485565"/>
                  </a:lnTo>
                  <a:lnTo>
                    <a:pt x="4431674" y="1499179"/>
                  </a:lnTo>
                  <a:lnTo>
                    <a:pt x="4529153" y="1511589"/>
                  </a:lnTo>
                  <a:lnTo>
                    <a:pt x="4633107" y="1522874"/>
                  </a:lnTo>
                  <a:lnTo>
                    <a:pt x="4742457" y="1533076"/>
                  </a:lnTo>
                  <a:lnTo>
                    <a:pt x="4855387" y="1542209"/>
                  </a:lnTo>
                  <a:lnTo>
                    <a:pt x="4969283" y="1550262"/>
                  </a:lnTo>
                  <a:lnTo>
                    <a:pt x="5080791" y="1557215"/>
                  </a:lnTo>
                  <a:lnTo>
                    <a:pt x="5186039" y="1563045"/>
                  </a:lnTo>
                  <a:lnTo>
                    <a:pt x="5281039" y="1567755"/>
                  </a:lnTo>
                  <a:lnTo>
                    <a:pt x="5362226" y="1571379"/>
                  </a:lnTo>
                  <a:lnTo>
                    <a:pt x="5427042" y="1573997"/>
                  </a:lnTo>
                  <a:lnTo>
                    <a:pt x="5474403" y="1575735"/>
                  </a:lnTo>
                  <a:lnTo>
                    <a:pt x="5504968" y="1576759"/>
                  </a:lnTo>
                  <a:lnTo>
                    <a:pt x="5521132" y="1577254"/>
                  </a:lnTo>
                  <a:lnTo>
                    <a:pt x="5526855" y="1577415"/>
                  </a:lnTo>
                  <a:lnTo>
                    <a:pt x="5527445" y="1577430"/>
                  </a:lnTo>
                  <a:lnTo>
                    <a:pt x="6522385" y="1577430"/>
                  </a:lnTo>
                  <a:lnTo>
                    <a:pt x="6523502" y="1577461"/>
                  </a:lnTo>
                  <a:lnTo>
                    <a:pt x="6530870" y="1577675"/>
                  </a:lnTo>
                  <a:lnTo>
                    <a:pt x="6549553" y="1578269"/>
                  </a:lnTo>
                  <a:lnTo>
                    <a:pt x="6583221" y="1579439"/>
                  </a:lnTo>
                  <a:lnTo>
                    <a:pt x="6633944" y="1581373"/>
                  </a:lnTo>
                  <a:lnTo>
                    <a:pt x="6702035" y="1584232"/>
                  </a:lnTo>
                  <a:lnTo>
                    <a:pt x="6786101" y="1588135"/>
                  </a:lnTo>
                  <a:lnTo>
                    <a:pt x="6883347" y="1593156"/>
                  </a:lnTo>
                  <a:lnTo>
                    <a:pt x="6990086" y="1599322"/>
                  </a:lnTo>
                  <a:lnTo>
                    <a:pt x="7102315" y="1606629"/>
                  </a:lnTo>
                  <a:lnTo>
                    <a:pt x="7216238" y="1615053"/>
                  </a:lnTo>
                  <a:lnTo>
                    <a:pt x="7328634" y="1624575"/>
                  </a:lnTo>
                  <a:lnTo>
                    <a:pt x="7437044" y="1635187"/>
                  </a:lnTo>
                  <a:lnTo>
                    <a:pt x="7539801" y="1646908"/>
                  </a:lnTo>
                  <a:lnTo>
                    <a:pt x="7635952" y="1659790"/>
                  </a:lnTo>
                  <a:lnTo>
                    <a:pt x="7725133" y="1673918"/>
                  </a:lnTo>
                  <a:lnTo>
                    <a:pt x="7807420" y="1689414"/>
                  </a:lnTo>
                  <a:lnTo>
                    <a:pt x="7883199" y="1706433"/>
                  </a:lnTo>
                  <a:lnTo>
                    <a:pt x="7953058" y="1725160"/>
                  </a:lnTo>
                  <a:lnTo>
                    <a:pt x="8017702" y="1745801"/>
                  </a:lnTo>
                  <a:lnTo>
                    <a:pt x="8077889" y="1768573"/>
                  </a:lnTo>
                  <a:lnTo>
                    <a:pt x="8134382" y="1793681"/>
                  </a:lnTo>
                  <a:lnTo>
                    <a:pt x="8187913" y="1821287"/>
                  </a:lnTo>
                  <a:lnTo>
                    <a:pt x="8229629" y="1845576"/>
                  </a:lnTo>
                  <a:lnTo>
                    <a:pt x="8282147" y="1879711"/>
                  </a:lnTo>
                  <a:lnTo>
                    <a:pt x="8333189" y="1916769"/>
                  </a:lnTo>
                  <a:lnTo>
                    <a:pt x="8383224" y="1956805"/>
                  </a:lnTo>
                  <a:lnTo>
                    <a:pt x="8432615" y="1999808"/>
                  </a:lnTo>
                  <a:lnTo>
                    <a:pt x="8481637" y="2045690"/>
                  </a:lnTo>
                  <a:lnTo>
                    <a:pt x="8530489" y="2094282"/>
                  </a:lnTo>
                  <a:lnTo>
                    <a:pt x="8579309" y="2145331"/>
                  </a:lnTo>
                  <a:lnTo>
                    <a:pt x="8628176" y="2198502"/>
                  </a:lnTo>
                  <a:lnTo>
                    <a:pt x="8677125" y="2253382"/>
                  </a:lnTo>
                  <a:lnTo>
                    <a:pt x="8726156" y="2309495"/>
                  </a:lnTo>
                  <a:lnTo>
                    <a:pt x="8775242" y="2366315"/>
                  </a:lnTo>
                  <a:lnTo>
                    <a:pt x="8824340" y="2423288"/>
                  </a:lnTo>
                  <a:lnTo>
                    <a:pt x="8873405" y="2479854"/>
                  </a:lnTo>
                  <a:lnTo>
                    <a:pt x="8922401" y="2535469"/>
                  </a:lnTo>
                  <a:lnTo>
                    <a:pt x="8971311" y="2589628"/>
                  </a:lnTo>
                  <a:lnTo>
                    <a:pt x="9020150" y="2641882"/>
                  </a:lnTo>
                  <a:lnTo>
                    <a:pt x="9068971" y="2691851"/>
                  </a:lnTo>
                  <a:lnTo>
                    <a:pt x="9117880" y="2739238"/>
                  </a:lnTo>
                  <a:lnTo>
                    <a:pt x="9167041" y="2783828"/>
                  </a:lnTo>
                  <a:lnTo>
                    <a:pt x="9216685" y="2825489"/>
                  </a:lnTo>
                  <a:lnTo>
                    <a:pt x="9267127" y="2864170"/>
                  </a:lnTo>
                  <a:lnTo>
                    <a:pt x="9318774" y="2899889"/>
                  </a:lnTo>
                  <a:lnTo>
                    <a:pt x="9347647" y="2918159"/>
                  </a:lnTo>
                  <a:lnTo>
                    <a:pt x="9399261" y="2947849"/>
                  </a:lnTo>
                  <a:lnTo>
                    <a:pt x="9453297" y="2974975"/>
                  </a:lnTo>
                  <a:lnTo>
                    <a:pt x="9510430" y="2999628"/>
                  </a:lnTo>
                  <a:lnTo>
                    <a:pt x="9571398" y="3021982"/>
                  </a:lnTo>
                  <a:lnTo>
                    <a:pt x="9636967" y="3042246"/>
                  </a:lnTo>
                  <a:lnTo>
                    <a:pt x="9707891" y="3060635"/>
                  </a:lnTo>
                  <a:lnTo>
                    <a:pt x="9784857" y="3077354"/>
                  </a:lnTo>
                  <a:lnTo>
                    <a:pt x="9868422" y="3092581"/>
                  </a:lnTo>
                  <a:lnTo>
                    <a:pt x="9958923" y="3106466"/>
                  </a:lnTo>
                  <a:lnTo>
                    <a:pt x="10056363" y="3119123"/>
                  </a:lnTo>
                  <a:lnTo>
                    <a:pt x="10160279" y="3130633"/>
                  </a:lnTo>
                  <a:lnTo>
                    <a:pt x="10269591" y="3141039"/>
                  </a:lnTo>
                  <a:lnTo>
                    <a:pt x="10382487" y="3150355"/>
                  </a:lnTo>
                  <a:lnTo>
                    <a:pt x="10496359" y="3158571"/>
                  </a:lnTo>
                  <a:lnTo>
                    <a:pt x="10607855" y="3165663"/>
                  </a:lnTo>
                  <a:lnTo>
                    <a:pt x="10713109" y="3171613"/>
                  </a:lnTo>
                  <a:lnTo>
                    <a:pt x="10808133" y="3176420"/>
                  </a:lnTo>
                  <a:lnTo>
                    <a:pt x="10889364" y="3180119"/>
                  </a:lnTo>
                  <a:lnTo>
                    <a:pt x="10954239" y="3182793"/>
                  </a:lnTo>
                  <a:lnTo>
                    <a:pt x="11001669" y="3184570"/>
                  </a:lnTo>
                  <a:lnTo>
                    <a:pt x="11032302" y="3185616"/>
                  </a:lnTo>
                  <a:lnTo>
                    <a:pt x="11048525" y="3186123"/>
                  </a:lnTo>
                  <a:lnTo>
                    <a:pt x="11054289" y="3186289"/>
                  </a:lnTo>
                  <a:lnTo>
                    <a:pt x="11054891" y="3186305"/>
                  </a:lnTo>
                  <a:lnTo>
                    <a:pt x="12049831" y="3186305"/>
                  </a:lnTo>
                  <a:lnTo>
                    <a:pt x="12049831" y="31863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6" name="pl325"/>
            <p:cNvSpPr/>
            <p:nvPr/>
          </p:nvSpPr>
          <p:spPr>
            <a:xfrm>
              <a:off x="1199187" y="2777371"/>
              <a:ext cx="12049831" cy="3186305"/>
            </a:xfrm>
            <a:custGeom>
              <a:avLst/>
              <a:pathLst>
                <a:path w="12049831" h="3186305">
                  <a:moveTo>
                    <a:pt x="12049831" y="3186305"/>
                  </a:moveTo>
                  <a:lnTo>
                    <a:pt x="11054891" y="3186305"/>
                  </a:lnTo>
                  <a:lnTo>
                    <a:pt x="11053775" y="3186275"/>
                  </a:lnTo>
                  <a:lnTo>
                    <a:pt x="11046406" y="3186060"/>
                  </a:lnTo>
                  <a:lnTo>
                    <a:pt x="11027724" y="3185466"/>
                  </a:lnTo>
                  <a:lnTo>
                    <a:pt x="10994056" y="3184296"/>
                  </a:lnTo>
                  <a:lnTo>
                    <a:pt x="10943332" y="3182362"/>
                  </a:lnTo>
                  <a:lnTo>
                    <a:pt x="10875241" y="3179503"/>
                  </a:lnTo>
                  <a:lnTo>
                    <a:pt x="10791176" y="3175600"/>
                  </a:lnTo>
                  <a:lnTo>
                    <a:pt x="10693929" y="3170579"/>
                  </a:lnTo>
                  <a:lnTo>
                    <a:pt x="10587190" y="3164413"/>
                  </a:lnTo>
                  <a:lnTo>
                    <a:pt x="10474961" y="3157107"/>
                  </a:lnTo>
                  <a:lnTo>
                    <a:pt x="10361038" y="3148682"/>
                  </a:lnTo>
                  <a:lnTo>
                    <a:pt x="10248642" y="3139160"/>
                  </a:lnTo>
                  <a:lnTo>
                    <a:pt x="10140232" y="3128548"/>
                  </a:lnTo>
                  <a:lnTo>
                    <a:pt x="10037476" y="3116827"/>
                  </a:lnTo>
                  <a:lnTo>
                    <a:pt x="9941324" y="3103945"/>
                  </a:lnTo>
                  <a:lnTo>
                    <a:pt x="9852143" y="3089817"/>
                  </a:lnTo>
                  <a:lnTo>
                    <a:pt x="9769857" y="3074321"/>
                  </a:lnTo>
                  <a:lnTo>
                    <a:pt x="9694077" y="3057302"/>
                  </a:lnTo>
                  <a:lnTo>
                    <a:pt x="9624218" y="3038575"/>
                  </a:lnTo>
                  <a:lnTo>
                    <a:pt x="9559574" y="3017934"/>
                  </a:lnTo>
                  <a:lnTo>
                    <a:pt x="9499388" y="2995162"/>
                  </a:lnTo>
                  <a:lnTo>
                    <a:pt x="9442894" y="2970055"/>
                  </a:lnTo>
                  <a:lnTo>
                    <a:pt x="9389364" y="2942449"/>
                  </a:lnTo>
                  <a:lnTo>
                    <a:pt x="9347647" y="2918159"/>
                  </a:lnTo>
                  <a:lnTo>
                    <a:pt x="9295130" y="2884024"/>
                  </a:lnTo>
                  <a:lnTo>
                    <a:pt x="9244088" y="2846966"/>
                  </a:lnTo>
                  <a:lnTo>
                    <a:pt x="9194053" y="2806930"/>
                  </a:lnTo>
                  <a:lnTo>
                    <a:pt x="9144662" y="2763927"/>
                  </a:lnTo>
                  <a:lnTo>
                    <a:pt x="9095640" y="2718045"/>
                  </a:lnTo>
                  <a:lnTo>
                    <a:pt x="9046787" y="2669453"/>
                  </a:lnTo>
                  <a:lnTo>
                    <a:pt x="8997968" y="2618404"/>
                  </a:lnTo>
                  <a:lnTo>
                    <a:pt x="8949101" y="2565233"/>
                  </a:lnTo>
                  <a:lnTo>
                    <a:pt x="8900151" y="2510353"/>
                  </a:lnTo>
                  <a:lnTo>
                    <a:pt x="8851120" y="2454240"/>
                  </a:lnTo>
                  <a:lnTo>
                    <a:pt x="8802035" y="2397421"/>
                  </a:lnTo>
                  <a:lnTo>
                    <a:pt x="8752937" y="2340448"/>
                  </a:lnTo>
                  <a:lnTo>
                    <a:pt x="8703872" y="2283882"/>
                  </a:lnTo>
                  <a:lnTo>
                    <a:pt x="8654876" y="2228266"/>
                  </a:lnTo>
                  <a:lnTo>
                    <a:pt x="8605965" y="2174107"/>
                  </a:lnTo>
                  <a:lnTo>
                    <a:pt x="8557127" y="2121854"/>
                  </a:lnTo>
                  <a:lnTo>
                    <a:pt x="8508305" y="2071884"/>
                  </a:lnTo>
                  <a:lnTo>
                    <a:pt x="8459396" y="2024497"/>
                  </a:lnTo>
                  <a:lnTo>
                    <a:pt x="8410236" y="1979907"/>
                  </a:lnTo>
                  <a:lnTo>
                    <a:pt x="8360591" y="1938246"/>
                  </a:lnTo>
                  <a:lnTo>
                    <a:pt x="8310150" y="1899566"/>
                  </a:lnTo>
                  <a:lnTo>
                    <a:pt x="8258502" y="1863846"/>
                  </a:lnTo>
                  <a:lnTo>
                    <a:pt x="8229629" y="1845576"/>
                  </a:lnTo>
                  <a:lnTo>
                    <a:pt x="8178016" y="1815886"/>
                  </a:lnTo>
                  <a:lnTo>
                    <a:pt x="8123979" y="1788760"/>
                  </a:lnTo>
                  <a:lnTo>
                    <a:pt x="8066847" y="1764107"/>
                  </a:lnTo>
                  <a:lnTo>
                    <a:pt x="8005879" y="1741753"/>
                  </a:lnTo>
                  <a:lnTo>
                    <a:pt x="7940309" y="1721490"/>
                  </a:lnTo>
                  <a:lnTo>
                    <a:pt x="7869385" y="1703100"/>
                  </a:lnTo>
                  <a:lnTo>
                    <a:pt x="7792419" y="1686381"/>
                  </a:lnTo>
                  <a:lnTo>
                    <a:pt x="7708854" y="1671154"/>
                  </a:lnTo>
                  <a:lnTo>
                    <a:pt x="7618354" y="1657269"/>
                  </a:lnTo>
                  <a:lnTo>
                    <a:pt x="7520913" y="1644612"/>
                  </a:lnTo>
                  <a:lnTo>
                    <a:pt x="7416998" y="1633103"/>
                  </a:lnTo>
                  <a:lnTo>
                    <a:pt x="7307686" y="1622697"/>
                  </a:lnTo>
                  <a:lnTo>
                    <a:pt x="7194789" y="1613381"/>
                  </a:lnTo>
                  <a:lnTo>
                    <a:pt x="7080918" y="1605165"/>
                  </a:lnTo>
                  <a:lnTo>
                    <a:pt x="6969421" y="1598072"/>
                  </a:lnTo>
                  <a:lnTo>
                    <a:pt x="6864167" y="1592122"/>
                  </a:lnTo>
                  <a:lnTo>
                    <a:pt x="6769143" y="1587316"/>
                  </a:lnTo>
                  <a:lnTo>
                    <a:pt x="6687912" y="1583616"/>
                  </a:lnTo>
                  <a:lnTo>
                    <a:pt x="6623038" y="1580942"/>
                  </a:lnTo>
                  <a:lnTo>
                    <a:pt x="6575608" y="1579166"/>
                  </a:lnTo>
                  <a:lnTo>
                    <a:pt x="6544975" y="1578119"/>
                  </a:lnTo>
                  <a:lnTo>
                    <a:pt x="6528751" y="1577612"/>
                  </a:lnTo>
                  <a:lnTo>
                    <a:pt x="6522988" y="1577446"/>
                  </a:lnTo>
                  <a:lnTo>
                    <a:pt x="6522385" y="1577430"/>
                  </a:lnTo>
                  <a:lnTo>
                    <a:pt x="5527445" y="1577430"/>
                  </a:lnTo>
                  <a:lnTo>
                    <a:pt x="5526328" y="1577401"/>
                  </a:lnTo>
                  <a:lnTo>
                    <a:pt x="5518955" y="1577190"/>
                  </a:lnTo>
                  <a:lnTo>
                    <a:pt x="5500260" y="1576607"/>
                  </a:lnTo>
                  <a:lnTo>
                    <a:pt x="5466571" y="1575459"/>
                  </a:lnTo>
                  <a:lnTo>
                    <a:pt x="5415817" y="1573562"/>
                  </a:lnTo>
                  <a:lnTo>
                    <a:pt x="5347689" y="1570757"/>
                  </a:lnTo>
                  <a:lnTo>
                    <a:pt x="5263581" y="1566927"/>
                  </a:lnTo>
                  <a:lnTo>
                    <a:pt x="5166292" y="1562002"/>
                  </a:lnTo>
                  <a:lnTo>
                    <a:pt x="5059514" y="1555953"/>
                  </a:lnTo>
                  <a:lnTo>
                    <a:pt x="4947251" y="1548785"/>
                  </a:lnTo>
                  <a:lnTo>
                    <a:pt x="4833301" y="1540520"/>
                  </a:lnTo>
                  <a:lnTo>
                    <a:pt x="4720887" y="1531179"/>
                  </a:lnTo>
                  <a:lnTo>
                    <a:pt x="4612466" y="1520769"/>
                  </a:lnTo>
                  <a:lnTo>
                    <a:pt x="4509705" y="1509271"/>
                  </a:lnTo>
                  <a:lnTo>
                    <a:pt x="4413554" y="1496634"/>
                  </a:lnTo>
                  <a:lnTo>
                    <a:pt x="4324378" y="1482774"/>
                  </a:lnTo>
                  <a:lnTo>
                    <a:pt x="4242098" y="1467572"/>
                  </a:lnTo>
                  <a:lnTo>
                    <a:pt x="4166327" y="1450875"/>
                  </a:lnTo>
                  <a:lnTo>
                    <a:pt x="4096475" y="1432502"/>
                  </a:lnTo>
                  <a:lnTo>
                    <a:pt x="4031838" y="1412251"/>
                  </a:lnTo>
                  <a:lnTo>
                    <a:pt x="3971657" y="1389909"/>
                  </a:lnTo>
                  <a:lnTo>
                    <a:pt x="3915167" y="1365274"/>
                  </a:lnTo>
                  <a:lnTo>
                    <a:pt x="3861638" y="1338188"/>
                  </a:lnTo>
                  <a:lnTo>
                    <a:pt x="3820202" y="1314525"/>
                  </a:lnTo>
                  <a:lnTo>
                    <a:pt x="3767442" y="1280894"/>
                  </a:lnTo>
                  <a:lnTo>
                    <a:pt x="3716169" y="1244369"/>
                  </a:lnTo>
                  <a:lnTo>
                    <a:pt x="3665908" y="1204896"/>
                  </a:lnTo>
                  <a:lnTo>
                    <a:pt x="3616293" y="1162489"/>
                  </a:lnTo>
                  <a:lnTo>
                    <a:pt x="3567047" y="1117234"/>
                  </a:lnTo>
                  <a:lnTo>
                    <a:pt x="3517967" y="1069302"/>
                  </a:lnTo>
                  <a:lnTo>
                    <a:pt x="3468918" y="1018947"/>
                  </a:lnTo>
                  <a:lnTo>
                    <a:pt x="3419819" y="966505"/>
                  </a:lnTo>
                  <a:lnTo>
                    <a:pt x="3370636" y="912387"/>
                  </a:lnTo>
                  <a:lnTo>
                    <a:pt x="3321372" y="857071"/>
                  </a:lnTo>
                  <a:lnTo>
                    <a:pt x="3272055" y="801080"/>
                  </a:lnTo>
                  <a:lnTo>
                    <a:pt x="3222727" y="744966"/>
                  </a:lnTo>
                  <a:lnTo>
                    <a:pt x="3173435" y="689286"/>
                  </a:lnTo>
                  <a:lnTo>
                    <a:pt x="3124214" y="634579"/>
                  </a:lnTo>
                  <a:lnTo>
                    <a:pt x="3075080" y="581343"/>
                  </a:lnTo>
                  <a:lnTo>
                    <a:pt x="3026016" y="530023"/>
                  </a:lnTo>
                  <a:lnTo>
                    <a:pt x="2976963" y="480987"/>
                  </a:lnTo>
                  <a:lnTo>
                    <a:pt x="2927811" y="434528"/>
                  </a:lnTo>
                  <a:lnTo>
                    <a:pt x="2878388" y="390851"/>
                  </a:lnTo>
                  <a:lnTo>
                    <a:pt x="2828451" y="350080"/>
                  </a:lnTo>
                  <a:lnTo>
                    <a:pt x="2777676" y="312260"/>
                  </a:lnTo>
                  <a:lnTo>
                    <a:pt x="2725637" y="277365"/>
                  </a:lnTo>
                  <a:lnTo>
                    <a:pt x="2702183" y="262905"/>
                  </a:lnTo>
                  <a:lnTo>
                    <a:pt x="2650558" y="233788"/>
                  </a:lnTo>
                  <a:lnTo>
                    <a:pt x="2596508" y="207187"/>
                  </a:lnTo>
                  <a:lnTo>
                    <a:pt x="2539360" y="183012"/>
                  </a:lnTo>
                  <a:lnTo>
                    <a:pt x="2478374" y="161092"/>
                  </a:lnTo>
                  <a:lnTo>
                    <a:pt x="2412784" y="141221"/>
                  </a:lnTo>
                  <a:lnTo>
                    <a:pt x="2341836" y="123189"/>
                  </a:lnTo>
                  <a:lnTo>
                    <a:pt x="2264843" y="106796"/>
                  </a:lnTo>
                  <a:lnTo>
                    <a:pt x="2181246" y="91865"/>
                  </a:lnTo>
                  <a:lnTo>
                    <a:pt x="2090711" y="78251"/>
                  </a:lnTo>
                  <a:lnTo>
                    <a:pt x="1993232" y="65840"/>
                  </a:lnTo>
                  <a:lnTo>
                    <a:pt x="1889278" y="54556"/>
                  </a:lnTo>
                  <a:lnTo>
                    <a:pt x="1779928" y="44354"/>
                  </a:lnTo>
                  <a:lnTo>
                    <a:pt x="1666998" y="35221"/>
                  </a:lnTo>
                  <a:lnTo>
                    <a:pt x="1553102" y="27167"/>
                  </a:lnTo>
                  <a:lnTo>
                    <a:pt x="1441594" y="20215"/>
                  </a:lnTo>
                  <a:lnTo>
                    <a:pt x="1336346" y="14385"/>
                  </a:lnTo>
                  <a:lnTo>
                    <a:pt x="1241346" y="9675"/>
                  </a:lnTo>
                  <a:lnTo>
                    <a:pt x="1160159" y="6051"/>
                  </a:lnTo>
                  <a:lnTo>
                    <a:pt x="1095343" y="3433"/>
                  </a:lnTo>
                  <a:lnTo>
                    <a:pt x="1047982" y="1694"/>
                  </a:lnTo>
                  <a:lnTo>
                    <a:pt x="1017417" y="671"/>
                  </a:lnTo>
                  <a:lnTo>
                    <a:pt x="1001253" y="176"/>
                  </a:lnTo>
                  <a:lnTo>
                    <a:pt x="995530" y="1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7" name="pg326"/>
            <p:cNvSpPr/>
            <p:nvPr/>
          </p:nvSpPr>
          <p:spPr>
            <a:xfrm>
              <a:off x="1199187" y="2787852"/>
              <a:ext cx="12049831" cy="3464059"/>
            </a:xfrm>
            <a:custGeom>
              <a:avLst/>
              <a:pathLst>
                <a:path w="12049831" h="3464059">
                  <a:moveTo>
                    <a:pt x="0" y="5240"/>
                  </a:moveTo>
                  <a:lnTo>
                    <a:pt x="994940" y="5240"/>
                  </a:lnTo>
                  <a:lnTo>
                    <a:pt x="996057" y="5270"/>
                  </a:lnTo>
                  <a:lnTo>
                    <a:pt x="1003429" y="5481"/>
                  </a:lnTo>
                  <a:lnTo>
                    <a:pt x="1022122" y="6066"/>
                  </a:lnTo>
                  <a:lnTo>
                    <a:pt x="1055808" y="7217"/>
                  </a:lnTo>
                  <a:lnTo>
                    <a:pt x="1106556" y="9121"/>
                  </a:lnTo>
                  <a:lnTo>
                    <a:pt x="1174679" y="11935"/>
                  </a:lnTo>
                  <a:lnTo>
                    <a:pt x="1258779" y="15777"/>
                  </a:lnTo>
                  <a:lnTo>
                    <a:pt x="1356061" y="20718"/>
                  </a:lnTo>
                  <a:lnTo>
                    <a:pt x="1462833" y="26787"/>
                  </a:lnTo>
                  <a:lnTo>
                    <a:pt x="1575090" y="33978"/>
                  </a:lnTo>
                  <a:lnTo>
                    <a:pt x="1689036" y="42269"/>
                  </a:lnTo>
                  <a:lnTo>
                    <a:pt x="1801447" y="51640"/>
                  </a:lnTo>
                  <a:lnTo>
                    <a:pt x="1909866" y="62084"/>
                  </a:lnTo>
                  <a:lnTo>
                    <a:pt x="2012626" y="73620"/>
                  </a:lnTo>
                  <a:lnTo>
                    <a:pt x="2108777" y="86297"/>
                  </a:lnTo>
                  <a:lnTo>
                    <a:pt x="2197954" y="100202"/>
                  </a:lnTo>
                  <a:lnTo>
                    <a:pt x="2280235" y="115453"/>
                  </a:lnTo>
                  <a:lnTo>
                    <a:pt x="2356008" y="132204"/>
                  </a:lnTo>
                  <a:lnTo>
                    <a:pt x="2425861" y="150636"/>
                  </a:lnTo>
                  <a:lnTo>
                    <a:pt x="2490499" y="170952"/>
                  </a:lnTo>
                  <a:lnTo>
                    <a:pt x="2550681" y="193366"/>
                  </a:lnTo>
                  <a:lnTo>
                    <a:pt x="2607171" y="218079"/>
                  </a:lnTo>
                  <a:lnTo>
                    <a:pt x="2660701" y="245252"/>
                  </a:lnTo>
                  <a:lnTo>
                    <a:pt x="2702183" y="269019"/>
                  </a:lnTo>
                  <a:lnTo>
                    <a:pt x="2754903" y="302735"/>
                  </a:lnTo>
                  <a:lnTo>
                    <a:pt x="2806137" y="339349"/>
                  </a:lnTo>
                  <a:lnTo>
                    <a:pt x="2856360" y="378916"/>
                  </a:lnTo>
                  <a:lnTo>
                    <a:pt x="2905938" y="421423"/>
                  </a:lnTo>
                  <a:lnTo>
                    <a:pt x="2955147" y="466783"/>
                  </a:lnTo>
                  <a:lnTo>
                    <a:pt x="3004188" y="514825"/>
                  </a:lnTo>
                  <a:lnTo>
                    <a:pt x="3053199" y="565297"/>
                  </a:lnTo>
                  <a:lnTo>
                    <a:pt x="3102259" y="617862"/>
                  </a:lnTo>
                  <a:lnTo>
                    <a:pt x="3151403" y="672107"/>
                  </a:lnTo>
                  <a:lnTo>
                    <a:pt x="3200628" y="727557"/>
                  </a:lnTo>
                  <a:lnTo>
                    <a:pt x="3249907" y="783687"/>
                  </a:lnTo>
                  <a:lnTo>
                    <a:pt x="3299196" y="839945"/>
                  </a:lnTo>
                  <a:lnTo>
                    <a:pt x="3348451" y="895773"/>
                  </a:lnTo>
                  <a:lnTo>
                    <a:pt x="3397634" y="950632"/>
                  </a:lnTo>
                  <a:lnTo>
                    <a:pt x="3446731" y="1004022"/>
                  </a:lnTo>
                  <a:lnTo>
                    <a:pt x="3495757" y="1055499"/>
                  </a:lnTo>
                  <a:lnTo>
                    <a:pt x="3544771" y="1104690"/>
                  </a:lnTo>
                  <a:lnTo>
                    <a:pt x="3593883" y="1151304"/>
                  </a:lnTo>
                  <a:lnTo>
                    <a:pt x="3643262" y="1195134"/>
                  </a:lnTo>
                  <a:lnTo>
                    <a:pt x="3693150" y="1236053"/>
                  </a:lnTo>
                  <a:lnTo>
                    <a:pt x="3743869" y="1274016"/>
                  </a:lnTo>
                  <a:lnTo>
                    <a:pt x="3795842" y="1309048"/>
                  </a:lnTo>
                  <a:lnTo>
                    <a:pt x="3820202" y="1324133"/>
                  </a:lnTo>
                  <a:lnTo>
                    <a:pt x="3871825" y="1353345"/>
                  </a:lnTo>
                  <a:lnTo>
                    <a:pt x="3925873" y="1380034"/>
                  </a:lnTo>
                  <a:lnTo>
                    <a:pt x="3983018" y="1404289"/>
                  </a:lnTo>
                  <a:lnTo>
                    <a:pt x="4044001" y="1426281"/>
                  </a:lnTo>
                  <a:lnTo>
                    <a:pt x="4109588" y="1446217"/>
                  </a:lnTo>
                  <a:lnTo>
                    <a:pt x="4180532" y="1464309"/>
                  </a:lnTo>
                  <a:lnTo>
                    <a:pt x="4257521" y="1480756"/>
                  </a:lnTo>
                  <a:lnTo>
                    <a:pt x="4341112" y="1495737"/>
                  </a:lnTo>
                  <a:lnTo>
                    <a:pt x="4431642" y="1509396"/>
                  </a:lnTo>
                  <a:lnTo>
                    <a:pt x="4529114" y="1521847"/>
                  </a:lnTo>
                  <a:lnTo>
                    <a:pt x="4633061" y="1533169"/>
                  </a:lnTo>
                  <a:lnTo>
                    <a:pt x="4742405" y="1543405"/>
                  </a:lnTo>
                  <a:lnTo>
                    <a:pt x="4855330" y="1552569"/>
                  </a:lnTo>
                  <a:lnTo>
                    <a:pt x="4969221" y="1560649"/>
                  </a:lnTo>
                  <a:lnTo>
                    <a:pt x="5080728" y="1567625"/>
                  </a:lnTo>
                  <a:lnTo>
                    <a:pt x="5185977" y="1573476"/>
                  </a:lnTo>
                  <a:lnTo>
                    <a:pt x="5280981" y="1578201"/>
                  </a:lnTo>
                  <a:lnTo>
                    <a:pt x="5362175" y="1581838"/>
                  </a:lnTo>
                  <a:lnTo>
                    <a:pt x="5427000" y="1584465"/>
                  </a:lnTo>
                  <a:lnTo>
                    <a:pt x="5474374" y="1586210"/>
                  </a:lnTo>
                  <a:lnTo>
                    <a:pt x="5504949" y="1587237"/>
                  </a:lnTo>
                  <a:lnTo>
                    <a:pt x="5521123" y="1587734"/>
                  </a:lnTo>
                  <a:lnTo>
                    <a:pt x="5526853" y="1587896"/>
                  </a:lnTo>
                  <a:lnTo>
                    <a:pt x="5527445" y="1587912"/>
                  </a:lnTo>
                  <a:lnTo>
                    <a:pt x="6522385" y="1587912"/>
                  </a:lnTo>
                  <a:lnTo>
                    <a:pt x="6523495" y="1587947"/>
                  </a:lnTo>
                  <a:lnTo>
                    <a:pt x="6530818" y="1588196"/>
                  </a:lnTo>
                  <a:lnTo>
                    <a:pt x="6549387" y="1588883"/>
                  </a:lnTo>
                  <a:lnTo>
                    <a:pt x="6582860" y="1590239"/>
                  </a:lnTo>
                  <a:lnTo>
                    <a:pt x="6633304" y="1592480"/>
                  </a:lnTo>
                  <a:lnTo>
                    <a:pt x="6701049" y="1595793"/>
                  </a:lnTo>
                  <a:lnTo>
                    <a:pt x="6784727" y="1600317"/>
                  </a:lnTo>
                  <a:lnTo>
                    <a:pt x="6881579" y="1606138"/>
                  </a:lnTo>
                  <a:lnTo>
                    <a:pt x="6987952" y="1613288"/>
                  </a:lnTo>
                  <a:lnTo>
                    <a:pt x="7099867" y="1621763"/>
                  </a:lnTo>
                  <a:lnTo>
                    <a:pt x="7213545" y="1631537"/>
                  </a:lnTo>
                  <a:lnTo>
                    <a:pt x="7325770" y="1642585"/>
                  </a:lnTo>
                  <a:lnTo>
                    <a:pt x="7434079" y="1654899"/>
                  </a:lnTo>
                  <a:lnTo>
                    <a:pt x="7536795" y="1668500"/>
                  </a:lnTo>
                  <a:lnTo>
                    <a:pt x="7632954" y="1683446"/>
                  </a:lnTo>
                  <a:lnTo>
                    <a:pt x="7722176" y="1699835"/>
                  </a:lnTo>
                  <a:lnTo>
                    <a:pt x="7804524" y="1717807"/>
                  </a:lnTo>
                  <a:lnTo>
                    <a:pt x="7880375" y="1737540"/>
                  </a:lnTo>
                  <a:lnTo>
                    <a:pt x="7950306" y="1759247"/>
                  </a:lnTo>
                  <a:lnTo>
                    <a:pt x="8015014" y="1783167"/>
                  </a:lnTo>
                  <a:lnTo>
                    <a:pt x="8075251" y="1809549"/>
                  </a:lnTo>
                  <a:lnTo>
                    <a:pt x="8131777" y="1838634"/>
                  </a:lnTo>
                  <a:lnTo>
                    <a:pt x="8185320" y="1870613"/>
                  </a:lnTo>
                  <a:lnTo>
                    <a:pt x="8229629" y="1900603"/>
                  </a:lnTo>
                  <a:lnTo>
                    <a:pt x="8280130" y="1938793"/>
                  </a:lnTo>
                  <a:lnTo>
                    <a:pt x="8329249" y="1980128"/>
                  </a:lnTo>
                  <a:lnTo>
                    <a:pt x="8377410" y="2024668"/>
                  </a:lnTo>
                  <a:lnTo>
                    <a:pt x="8424941" y="2072410"/>
                  </a:lnTo>
                  <a:lnTo>
                    <a:pt x="8472097" y="2123273"/>
                  </a:lnTo>
                  <a:lnTo>
                    <a:pt x="8519066" y="2177097"/>
                  </a:lnTo>
                  <a:lnTo>
                    <a:pt x="8565980" y="2233641"/>
                  </a:lnTo>
                  <a:lnTo>
                    <a:pt x="8612923" y="2292577"/>
                  </a:lnTo>
                  <a:lnTo>
                    <a:pt x="8659936" y="2353501"/>
                  </a:lnTo>
                  <a:lnTo>
                    <a:pt x="8707028" y="2415940"/>
                  </a:lnTo>
                  <a:lnTo>
                    <a:pt x="8754182" y="2479366"/>
                  </a:lnTo>
                  <a:lnTo>
                    <a:pt x="8801366" y="2543216"/>
                  </a:lnTo>
                  <a:lnTo>
                    <a:pt x="8848538" y="2606909"/>
                  </a:lnTo>
                  <a:lnTo>
                    <a:pt x="8895662" y="2669871"/>
                  </a:lnTo>
                  <a:lnTo>
                    <a:pt x="8942712" y="2731555"/>
                  </a:lnTo>
                  <a:lnTo>
                    <a:pt x="8989684" y="2791461"/>
                  </a:lnTo>
                  <a:lnTo>
                    <a:pt x="9036604" y="2849152"/>
                  </a:lnTo>
                  <a:lnTo>
                    <a:pt x="9083534" y="2904264"/>
                  </a:lnTo>
                  <a:lnTo>
                    <a:pt x="9130584" y="2956516"/>
                  </a:lnTo>
                  <a:lnTo>
                    <a:pt x="9177915" y="3005710"/>
                  </a:lnTo>
                  <a:lnTo>
                    <a:pt x="9225750" y="3051729"/>
                  </a:lnTo>
                  <a:lnTo>
                    <a:pt x="9274381" y="3094537"/>
                  </a:lnTo>
                  <a:lnTo>
                    <a:pt x="9324187" y="3134164"/>
                  </a:lnTo>
                  <a:lnTo>
                    <a:pt x="9347647" y="3151367"/>
                  </a:lnTo>
                  <a:lnTo>
                    <a:pt x="9399147" y="3185918"/>
                  </a:lnTo>
                  <a:lnTo>
                    <a:pt x="9453058" y="3217492"/>
                  </a:lnTo>
                  <a:lnTo>
                    <a:pt x="9510049" y="3246194"/>
                  </a:lnTo>
                  <a:lnTo>
                    <a:pt x="9570854" y="3272224"/>
                  </a:lnTo>
                  <a:lnTo>
                    <a:pt x="9636234" y="3295825"/>
                  </a:lnTo>
                  <a:lnTo>
                    <a:pt x="9706938" y="3317248"/>
                  </a:lnTo>
                  <a:lnTo>
                    <a:pt x="9783649" y="3336728"/>
                  </a:lnTo>
                  <a:lnTo>
                    <a:pt x="9866924" y="3354473"/>
                  </a:lnTo>
                  <a:lnTo>
                    <a:pt x="9957102" y="3370657"/>
                  </a:lnTo>
                  <a:lnTo>
                    <a:pt x="10054194" y="3385413"/>
                  </a:lnTo>
                  <a:lnTo>
                    <a:pt x="10157748" y="3398835"/>
                  </a:lnTo>
                  <a:lnTo>
                    <a:pt x="10266711" y="3410975"/>
                  </a:lnTo>
                  <a:lnTo>
                    <a:pt x="10379299" y="3421849"/>
                  </a:lnTo>
                  <a:lnTo>
                    <a:pt x="10492941" y="3431447"/>
                  </a:lnTo>
                  <a:lnTo>
                    <a:pt x="10604328" y="3439741"/>
                  </a:lnTo>
                  <a:lnTo>
                    <a:pt x="10709629" y="3446709"/>
                  </a:lnTo>
                  <a:lnTo>
                    <a:pt x="10804877" y="3452349"/>
                  </a:lnTo>
                  <a:lnTo>
                    <a:pt x="10886507" y="3456701"/>
                  </a:lnTo>
                  <a:lnTo>
                    <a:pt x="10951924" y="3459857"/>
                  </a:lnTo>
                  <a:lnTo>
                    <a:pt x="10999982" y="3461965"/>
                  </a:lnTo>
                  <a:lnTo>
                    <a:pt x="11031251" y="3463216"/>
                  </a:lnTo>
                  <a:lnTo>
                    <a:pt x="11048029" y="3463830"/>
                  </a:lnTo>
                  <a:lnTo>
                    <a:pt x="11054173" y="3464036"/>
                  </a:lnTo>
                  <a:lnTo>
                    <a:pt x="11054891" y="3464059"/>
                  </a:lnTo>
                  <a:lnTo>
                    <a:pt x="12049831" y="3464059"/>
                  </a:lnTo>
                  <a:lnTo>
                    <a:pt x="12049831" y="3458818"/>
                  </a:lnTo>
                  <a:lnTo>
                    <a:pt x="11054891" y="3458818"/>
                  </a:lnTo>
                  <a:lnTo>
                    <a:pt x="11053782" y="3458783"/>
                  </a:lnTo>
                  <a:lnTo>
                    <a:pt x="11046459" y="3458534"/>
                  </a:lnTo>
                  <a:lnTo>
                    <a:pt x="11027890" y="3457846"/>
                  </a:lnTo>
                  <a:lnTo>
                    <a:pt x="10994417" y="3456491"/>
                  </a:lnTo>
                  <a:lnTo>
                    <a:pt x="10943972" y="3454250"/>
                  </a:lnTo>
                  <a:lnTo>
                    <a:pt x="10876228" y="3450937"/>
                  </a:lnTo>
                  <a:lnTo>
                    <a:pt x="10792550" y="3446413"/>
                  </a:lnTo>
                  <a:lnTo>
                    <a:pt x="10695697" y="3440592"/>
                  </a:lnTo>
                  <a:lnTo>
                    <a:pt x="10589325" y="3433442"/>
                  </a:lnTo>
                  <a:lnTo>
                    <a:pt x="10477410" y="3424967"/>
                  </a:lnTo>
                  <a:lnTo>
                    <a:pt x="10363731" y="3415192"/>
                  </a:lnTo>
                  <a:lnTo>
                    <a:pt x="10251506" y="3404144"/>
                  </a:lnTo>
                  <a:lnTo>
                    <a:pt x="10143197" y="3391830"/>
                  </a:lnTo>
                  <a:lnTo>
                    <a:pt x="10040481" y="3378230"/>
                  </a:lnTo>
                  <a:lnTo>
                    <a:pt x="9944323" y="3363284"/>
                  </a:lnTo>
                  <a:lnTo>
                    <a:pt x="9855101" y="3346895"/>
                  </a:lnTo>
                  <a:lnTo>
                    <a:pt x="9772752" y="3328923"/>
                  </a:lnTo>
                  <a:lnTo>
                    <a:pt x="9696901" y="3309190"/>
                  </a:lnTo>
                  <a:lnTo>
                    <a:pt x="9626970" y="3287482"/>
                  </a:lnTo>
                  <a:lnTo>
                    <a:pt x="9562262" y="3263563"/>
                  </a:lnTo>
                  <a:lnTo>
                    <a:pt x="9502025" y="3237180"/>
                  </a:lnTo>
                  <a:lnTo>
                    <a:pt x="9445499" y="3208095"/>
                  </a:lnTo>
                  <a:lnTo>
                    <a:pt x="9391957" y="3176117"/>
                  </a:lnTo>
                  <a:lnTo>
                    <a:pt x="9347647" y="3146127"/>
                  </a:lnTo>
                  <a:lnTo>
                    <a:pt x="9297147" y="3107937"/>
                  </a:lnTo>
                  <a:lnTo>
                    <a:pt x="9248027" y="3066602"/>
                  </a:lnTo>
                  <a:lnTo>
                    <a:pt x="9199867" y="3022061"/>
                  </a:lnTo>
                  <a:lnTo>
                    <a:pt x="9152336" y="2974320"/>
                  </a:lnTo>
                  <a:lnTo>
                    <a:pt x="9105180" y="2923457"/>
                  </a:lnTo>
                  <a:lnTo>
                    <a:pt x="9058211" y="2869632"/>
                  </a:lnTo>
                  <a:lnTo>
                    <a:pt x="9011296" y="2813089"/>
                  </a:lnTo>
                  <a:lnTo>
                    <a:pt x="8964354" y="2754153"/>
                  </a:lnTo>
                  <a:lnTo>
                    <a:pt x="8917341" y="2693229"/>
                  </a:lnTo>
                  <a:lnTo>
                    <a:pt x="8870249" y="2630790"/>
                  </a:lnTo>
                  <a:lnTo>
                    <a:pt x="8823094" y="2567363"/>
                  </a:lnTo>
                  <a:lnTo>
                    <a:pt x="8775911" y="2503514"/>
                  </a:lnTo>
                  <a:lnTo>
                    <a:pt x="8728738" y="2439821"/>
                  </a:lnTo>
                  <a:lnTo>
                    <a:pt x="8681614" y="2376859"/>
                  </a:lnTo>
                  <a:lnTo>
                    <a:pt x="8634564" y="2315175"/>
                  </a:lnTo>
                  <a:lnTo>
                    <a:pt x="8587592" y="2255268"/>
                  </a:lnTo>
                  <a:lnTo>
                    <a:pt x="8540673" y="2197578"/>
                  </a:lnTo>
                  <a:lnTo>
                    <a:pt x="8493742" y="2142465"/>
                  </a:lnTo>
                  <a:lnTo>
                    <a:pt x="8446692" y="2090214"/>
                  </a:lnTo>
                  <a:lnTo>
                    <a:pt x="8399361" y="2041020"/>
                  </a:lnTo>
                  <a:lnTo>
                    <a:pt x="8351527" y="1995000"/>
                  </a:lnTo>
                  <a:lnTo>
                    <a:pt x="8302895" y="1952193"/>
                  </a:lnTo>
                  <a:lnTo>
                    <a:pt x="8253090" y="1912566"/>
                  </a:lnTo>
                  <a:lnTo>
                    <a:pt x="8229629" y="1895362"/>
                  </a:lnTo>
                  <a:lnTo>
                    <a:pt x="8178129" y="1860811"/>
                  </a:lnTo>
                  <a:lnTo>
                    <a:pt x="8124218" y="1829237"/>
                  </a:lnTo>
                  <a:lnTo>
                    <a:pt x="8067228" y="1800536"/>
                  </a:lnTo>
                  <a:lnTo>
                    <a:pt x="8006423" y="1774506"/>
                  </a:lnTo>
                  <a:lnTo>
                    <a:pt x="7941042" y="1750905"/>
                  </a:lnTo>
                  <a:lnTo>
                    <a:pt x="7870339" y="1729482"/>
                  </a:lnTo>
                  <a:lnTo>
                    <a:pt x="7793628" y="1710002"/>
                  </a:lnTo>
                  <a:lnTo>
                    <a:pt x="7710353" y="1692257"/>
                  </a:lnTo>
                  <a:lnTo>
                    <a:pt x="7620175" y="1676073"/>
                  </a:lnTo>
                  <a:lnTo>
                    <a:pt x="7523083" y="1661317"/>
                  </a:lnTo>
                  <a:lnTo>
                    <a:pt x="7419528" y="1647895"/>
                  </a:lnTo>
                  <a:lnTo>
                    <a:pt x="7310566" y="1635755"/>
                  </a:lnTo>
                  <a:lnTo>
                    <a:pt x="7197978" y="1624880"/>
                  </a:lnTo>
                  <a:lnTo>
                    <a:pt x="7084336" y="1615283"/>
                  </a:lnTo>
                  <a:lnTo>
                    <a:pt x="6972948" y="1606988"/>
                  </a:lnTo>
                  <a:lnTo>
                    <a:pt x="6867647" y="1600020"/>
                  </a:lnTo>
                  <a:lnTo>
                    <a:pt x="6772399" y="1594380"/>
                  </a:lnTo>
                  <a:lnTo>
                    <a:pt x="6690769" y="1590028"/>
                  </a:lnTo>
                  <a:lnTo>
                    <a:pt x="6625353" y="1586872"/>
                  </a:lnTo>
                  <a:lnTo>
                    <a:pt x="6577294" y="1584765"/>
                  </a:lnTo>
                  <a:lnTo>
                    <a:pt x="6546025" y="1583514"/>
                  </a:lnTo>
                  <a:lnTo>
                    <a:pt x="6529247" y="1582900"/>
                  </a:lnTo>
                  <a:lnTo>
                    <a:pt x="6523103" y="1582693"/>
                  </a:lnTo>
                  <a:lnTo>
                    <a:pt x="6522385" y="1582671"/>
                  </a:lnTo>
                  <a:lnTo>
                    <a:pt x="5527445" y="1582671"/>
                  </a:lnTo>
                  <a:lnTo>
                    <a:pt x="5526328" y="1582641"/>
                  </a:lnTo>
                  <a:lnTo>
                    <a:pt x="5518956" y="1582430"/>
                  </a:lnTo>
                  <a:lnTo>
                    <a:pt x="5500263" y="1581845"/>
                  </a:lnTo>
                  <a:lnTo>
                    <a:pt x="5466577" y="1580694"/>
                  </a:lnTo>
                  <a:lnTo>
                    <a:pt x="5415829" y="1578790"/>
                  </a:lnTo>
                  <a:lnTo>
                    <a:pt x="5347706" y="1575976"/>
                  </a:lnTo>
                  <a:lnTo>
                    <a:pt x="5263606" y="1572134"/>
                  </a:lnTo>
                  <a:lnTo>
                    <a:pt x="5166324" y="1567193"/>
                  </a:lnTo>
                  <a:lnTo>
                    <a:pt x="5059552" y="1561124"/>
                  </a:lnTo>
                  <a:lnTo>
                    <a:pt x="4947295" y="1553933"/>
                  </a:lnTo>
                  <a:lnTo>
                    <a:pt x="4833349" y="1545642"/>
                  </a:lnTo>
                  <a:lnTo>
                    <a:pt x="4720938" y="1536271"/>
                  </a:lnTo>
                  <a:lnTo>
                    <a:pt x="4612519" y="1525827"/>
                  </a:lnTo>
                  <a:lnTo>
                    <a:pt x="4509759" y="1514292"/>
                  </a:lnTo>
                  <a:lnTo>
                    <a:pt x="4413608" y="1501614"/>
                  </a:lnTo>
                  <a:lnTo>
                    <a:pt x="4324431" y="1487709"/>
                  </a:lnTo>
                  <a:lnTo>
                    <a:pt x="4242150" y="1472458"/>
                  </a:lnTo>
                  <a:lnTo>
                    <a:pt x="4166377" y="1455707"/>
                  </a:lnTo>
                  <a:lnTo>
                    <a:pt x="4096524" y="1437276"/>
                  </a:lnTo>
                  <a:lnTo>
                    <a:pt x="4031886" y="1416959"/>
                  </a:lnTo>
                  <a:lnTo>
                    <a:pt x="3971704" y="1394545"/>
                  </a:lnTo>
                  <a:lnTo>
                    <a:pt x="3915214" y="1369832"/>
                  </a:lnTo>
                  <a:lnTo>
                    <a:pt x="3861684" y="1342659"/>
                  </a:lnTo>
                  <a:lnTo>
                    <a:pt x="3820202" y="1318892"/>
                  </a:lnTo>
                  <a:lnTo>
                    <a:pt x="3767482" y="1285177"/>
                  </a:lnTo>
                  <a:lnTo>
                    <a:pt x="3716248" y="1248562"/>
                  </a:lnTo>
                  <a:lnTo>
                    <a:pt x="3666025" y="1208995"/>
                  </a:lnTo>
                  <a:lnTo>
                    <a:pt x="3616447" y="1166488"/>
                  </a:lnTo>
                  <a:lnTo>
                    <a:pt x="3567238" y="1121128"/>
                  </a:lnTo>
                  <a:lnTo>
                    <a:pt x="3518197" y="1073086"/>
                  </a:lnTo>
                  <a:lnTo>
                    <a:pt x="3469186" y="1022614"/>
                  </a:lnTo>
                  <a:lnTo>
                    <a:pt x="3420126" y="970049"/>
                  </a:lnTo>
                  <a:lnTo>
                    <a:pt x="3370982" y="915804"/>
                  </a:lnTo>
                  <a:lnTo>
                    <a:pt x="3321757" y="860354"/>
                  </a:lnTo>
                  <a:lnTo>
                    <a:pt x="3272478" y="804224"/>
                  </a:lnTo>
                  <a:lnTo>
                    <a:pt x="3223189" y="747967"/>
                  </a:lnTo>
                  <a:lnTo>
                    <a:pt x="3173934" y="692138"/>
                  </a:lnTo>
                  <a:lnTo>
                    <a:pt x="3124751" y="637279"/>
                  </a:lnTo>
                  <a:lnTo>
                    <a:pt x="3075654" y="583889"/>
                  </a:lnTo>
                  <a:lnTo>
                    <a:pt x="3026628" y="532412"/>
                  </a:lnTo>
                  <a:lnTo>
                    <a:pt x="2977614" y="483221"/>
                  </a:lnTo>
                  <a:lnTo>
                    <a:pt x="2928502" y="436607"/>
                  </a:lnTo>
                  <a:lnTo>
                    <a:pt x="2879123" y="392777"/>
                  </a:lnTo>
                  <a:lnTo>
                    <a:pt x="2829235" y="351858"/>
                  </a:lnTo>
                  <a:lnTo>
                    <a:pt x="2778516" y="313895"/>
                  </a:lnTo>
                  <a:lnTo>
                    <a:pt x="2726543" y="278863"/>
                  </a:lnTo>
                  <a:lnTo>
                    <a:pt x="2702183" y="263778"/>
                  </a:lnTo>
                  <a:lnTo>
                    <a:pt x="2650560" y="234566"/>
                  </a:lnTo>
                  <a:lnTo>
                    <a:pt x="2596512" y="207877"/>
                  </a:lnTo>
                  <a:lnTo>
                    <a:pt x="2539367" y="183622"/>
                  </a:lnTo>
                  <a:lnTo>
                    <a:pt x="2478384" y="161630"/>
                  </a:lnTo>
                  <a:lnTo>
                    <a:pt x="2412797" y="141694"/>
                  </a:lnTo>
                  <a:lnTo>
                    <a:pt x="2341853" y="123602"/>
                  </a:lnTo>
                  <a:lnTo>
                    <a:pt x="2264864" y="107155"/>
                  </a:lnTo>
                  <a:lnTo>
                    <a:pt x="2181273" y="92174"/>
                  </a:lnTo>
                  <a:lnTo>
                    <a:pt x="2090743" y="78515"/>
                  </a:lnTo>
                  <a:lnTo>
                    <a:pt x="1993271" y="66064"/>
                  </a:lnTo>
                  <a:lnTo>
                    <a:pt x="1889324" y="54742"/>
                  </a:lnTo>
                  <a:lnTo>
                    <a:pt x="1779980" y="44506"/>
                  </a:lnTo>
                  <a:lnTo>
                    <a:pt x="1667055" y="35342"/>
                  </a:lnTo>
                  <a:lnTo>
                    <a:pt x="1553164" y="27262"/>
                  </a:lnTo>
                  <a:lnTo>
                    <a:pt x="1441657" y="20286"/>
                  </a:lnTo>
                  <a:lnTo>
                    <a:pt x="1336408" y="14436"/>
                  </a:lnTo>
                  <a:lnTo>
                    <a:pt x="1241404" y="9710"/>
                  </a:lnTo>
                  <a:lnTo>
                    <a:pt x="1160210" y="6074"/>
                  </a:lnTo>
                  <a:lnTo>
                    <a:pt x="1095385" y="3446"/>
                  </a:lnTo>
                  <a:lnTo>
                    <a:pt x="1048011" y="1701"/>
                  </a:lnTo>
                  <a:lnTo>
                    <a:pt x="1017436" y="674"/>
                  </a:lnTo>
                  <a:lnTo>
                    <a:pt x="1001262" y="177"/>
                  </a:lnTo>
                  <a:lnTo>
                    <a:pt x="995532" y="1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28" name="pl327"/>
            <p:cNvSpPr/>
            <p:nvPr/>
          </p:nvSpPr>
          <p:spPr>
            <a:xfrm>
              <a:off x="1199187" y="2793093"/>
              <a:ext cx="12049831" cy="3458818"/>
            </a:xfrm>
            <a:custGeom>
              <a:avLst/>
              <a:pathLst>
                <a:path w="12049831" h="3458818">
                  <a:moveTo>
                    <a:pt x="0" y="0"/>
                  </a:moveTo>
                  <a:lnTo>
                    <a:pt x="994940" y="0"/>
                  </a:lnTo>
                  <a:lnTo>
                    <a:pt x="996057" y="29"/>
                  </a:lnTo>
                  <a:lnTo>
                    <a:pt x="1003429" y="241"/>
                  </a:lnTo>
                  <a:lnTo>
                    <a:pt x="1022122" y="825"/>
                  </a:lnTo>
                  <a:lnTo>
                    <a:pt x="1055808" y="1977"/>
                  </a:lnTo>
                  <a:lnTo>
                    <a:pt x="1106556" y="3880"/>
                  </a:lnTo>
                  <a:lnTo>
                    <a:pt x="1174679" y="6694"/>
                  </a:lnTo>
                  <a:lnTo>
                    <a:pt x="1258779" y="10536"/>
                  </a:lnTo>
                  <a:lnTo>
                    <a:pt x="1356061" y="15478"/>
                  </a:lnTo>
                  <a:lnTo>
                    <a:pt x="1462833" y="21546"/>
                  </a:lnTo>
                  <a:lnTo>
                    <a:pt x="1575090" y="28737"/>
                  </a:lnTo>
                  <a:lnTo>
                    <a:pt x="1689036" y="37029"/>
                  </a:lnTo>
                  <a:lnTo>
                    <a:pt x="1801447" y="46400"/>
                  </a:lnTo>
                  <a:lnTo>
                    <a:pt x="1909866" y="56843"/>
                  </a:lnTo>
                  <a:lnTo>
                    <a:pt x="2012626" y="68379"/>
                  </a:lnTo>
                  <a:lnTo>
                    <a:pt x="2108777" y="81057"/>
                  </a:lnTo>
                  <a:lnTo>
                    <a:pt x="2197954" y="94961"/>
                  </a:lnTo>
                  <a:lnTo>
                    <a:pt x="2280235" y="110212"/>
                  </a:lnTo>
                  <a:lnTo>
                    <a:pt x="2356008" y="126963"/>
                  </a:lnTo>
                  <a:lnTo>
                    <a:pt x="2425861" y="145395"/>
                  </a:lnTo>
                  <a:lnTo>
                    <a:pt x="2490499" y="165711"/>
                  </a:lnTo>
                  <a:lnTo>
                    <a:pt x="2550681" y="188125"/>
                  </a:lnTo>
                  <a:lnTo>
                    <a:pt x="2607171" y="212839"/>
                  </a:lnTo>
                  <a:lnTo>
                    <a:pt x="2660701" y="240012"/>
                  </a:lnTo>
                  <a:lnTo>
                    <a:pt x="2702183" y="263778"/>
                  </a:lnTo>
                  <a:lnTo>
                    <a:pt x="2754903" y="297494"/>
                  </a:lnTo>
                  <a:lnTo>
                    <a:pt x="2806137" y="334108"/>
                  </a:lnTo>
                  <a:lnTo>
                    <a:pt x="2856360" y="373675"/>
                  </a:lnTo>
                  <a:lnTo>
                    <a:pt x="2905938" y="416182"/>
                  </a:lnTo>
                  <a:lnTo>
                    <a:pt x="2955147" y="461542"/>
                  </a:lnTo>
                  <a:lnTo>
                    <a:pt x="3004188" y="509585"/>
                  </a:lnTo>
                  <a:lnTo>
                    <a:pt x="3053199" y="560056"/>
                  </a:lnTo>
                  <a:lnTo>
                    <a:pt x="3102259" y="612621"/>
                  </a:lnTo>
                  <a:lnTo>
                    <a:pt x="3151403" y="666867"/>
                  </a:lnTo>
                  <a:lnTo>
                    <a:pt x="3200628" y="722316"/>
                  </a:lnTo>
                  <a:lnTo>
                    <a:pt x="3249907" y="778446"/>
                  </a:lnTo>
                  <a:lnTo>
                    <a:pt x="3299196" y="834704"/>
                  </a:lnTo>
                  <a:lnTo>
                    <a:pt x="3348451" y="890532"/>
                  </a:lnTo>
                  <a:lnTo>
                    <a:pt x="3397634" y="945392"/>
                  </a:lnTo>
                  <a:lnTo>
                    <a:pt x="3446731" y="998782"/>
                  </a:lnTo>
                  <a:lnTo>
                    <a:pt x="3495757" y="1050258"/>
                  </a:lnTo>
                  <a:lnTo>
                    <a:pt x="3544771" y="1099450"/>
                  </a:lnTo>
                  <a:lnTo>
                    <a:pt x="3593883" y="1146064"/>
                  </a:lnTo>
                  <a:lnTo>
                    <a:pt x="3643262" y="1189893"/>
                  </a:lnTo>
                  <a:lnTo>
                    <a:pt x="3693150" y="1230812"/>
                  </a:lnTo>
                  <a:lnTo>
                    <a:pt x="3743869" y="1268776"/>
                  </a:lnTo>
                  <a:lnTo>
                    <a:pt x="3795842" y="1303808"/>
                  </a:lnTo>
                  <a:lnTo>
                    <a:pt x="3820202" y="1318892"/>
                  </a:lnTo>
                  <a:lnTo>
                    <a:pt x="3871825" y="1348104"/>
                  </a:lnTo>
                  <a:lnTo>
                    <a:pt x="3925873" y="1374793"/>
                  </a:lnTo>
                  <a:lnTo>
                    <a:pt x="3983018" y="1399048"/>
                  </a:lnTo>
                  <a:lnTo>
                    <a:pt x="4044001" y="1421040"/>
                  </a:lnTo>
                  <a:lnTo>
                    <a:pt x="4109588" y="1440976"/>
                  </a:lnTo>
                  <a:lnTo>
                    <a:pt x="4180532" y="1459068"/>
                  </a:lnTo>
                  <a:lnTo>
                    <a:pt x="4257521" y="1475516"/>
                  </a:lnTo>
                  <a:lnTo>
                    <a:pt x="4341112" y="1490496"/>
                  </a:lnTo>
                  <a:lnTo>
                    <a:pt x="4431642" y="1504155"/>
                  </a:lnTo>
                  <a:lnTo>
                    <a:pt x="4529114" y="1516607"/>
                  </a:lnTo>
                  <a:lnTo>
                    <a:pt x="4633061" y="1527928"/>
                  </a:lnTo>
                  <a:lnTo>
                    <a:pt x="4742405" y="1538164"/>
                  </a:lnTo>
                  <a:lnTo>
                    <a:pt x="4855330" y="1547328"/>
                  </a:lnTo>
                  <a:lnTo>
                    <a:pt x="4969221" y="1555409"/>
                  </a:lnTo>
                  <a:lnTo>
                    <a:pt x="5080728" y="1562384"/>
                  </a:lnTo>
                  <a:lnTo>
                    <a:pt x="5185977" y="1568235"/>
                  </a:lnTo>
                  <a:lnTo>
                    <a:pt x="5280981" y="1572961"/>
                  </a:lnTo>
                  <a:lnTo>
                    <a:pt x="5362175" y="1576597"/>
                  </a:lnTo>
                  <a:lnTo>
                    <a:pt x="5427000" y="1579224"/>
                  </a:lnTo>
                  <a:lnTo>
                    <a:pt x="5474374" y="1580969"/>
                  </a:lnTo>
                  <a:lnTo>
                    <a:pt x="5504949" y="1581997"/>
                  </a:lnTo>
                  <a:lnTo>
                    <a:pt x="5521123" y="1582494"/>
                  </a:lnTo>
                  <a:lnTo>
                    <a:pt x="5526853" y="1582655"/>
                  </a:lnTo>
                  <a:lnTo>
                    <a:pt x="5527445" y="1582671"/>
                  </a:lnTo>
                  <a:lnTo>
                    <a:pt x="6522385" y="1582671"/>
                  </a:lnTo>
                  <a:lnTo>
                    <a:pt x="6523495" y="1582706"/>
                  </a:lnTo>
                  <a:lnTo>
                    <a:pt x="6530818" y="1582955"/>
                  </a:lnTo>
                  <a:lnTo>
                    <a:pt x="6549387" y="1583643"/>
                  </a:lnTo>
                  <a:lnTo>
                    <a:pt x="6582860" y="1584998"/>
                  </a:lnTo>
                  <a:lnTo>
                    <a:pt x="6633304" y="1587239"/>
                  </a:lnTo>
                  <a:lnTo>
                    <a:pt x="6701049" y="1590552"/>
                  </a:lnTo>
                  <a:lnTo>
                    <a:pt x="6784727" y="1595076"/>
                  </a:lnTo>
                  <a:lnTo>
                    <a:pt x="6881579" y="1600897"/>
                  </a:lnTo>
                  <a:lnTo>
                    <a:pt x="6987952" y="1608047"/>
                  </a:lnTo>
                  <a:lnTo>
                    <a:pt x="7099867" y="1616522"/>
                  </a:lnTo>
                  <a:lnTo>
                    <a:pt x="7213545" y="1626297"/>
                  </a:lnTo>
                  <a:lnTo>
                    <a:pt x="7325770" y="1637345"/>
                  </a:lnTo>
                  <a:lnTo>
                    <a:pt x="7434079" y="1649659"/>
                  </a:lnTo>
                  <a:lnTo>
                    <a:pt x="7536795" y="1663259"/>
                  </a:lnTo>
                  <a:lnTo>
                    <a:pt x="7632954" y="1678205"/>
                  </a:lnTo>
                  <a:lnTo>
                    <a:pt x="7722176" y="1694594"/>
                  </a:lnTo>
                  <a:lnTo>
                    <a:pt x="7804524" y="1712566"/>
                  </a:lnTo>
                  <a:lnTo>
                    <a:pt x="7880375" y="1732299"/>
                  </a:lnTo>
                  <a:lnTo>
                    <a:pt x="7950306" y="1754007"/>
                  </a:lnTo>
                  <a:lnTo>
                    <a:pt x="8015014" y="1777926"/>
                  </a:lnTo>
                  <a:lnTo>
                    <a:pt x="8075251" y="1804309"/>
                  </a:lnTo>
                  <a:lnTo>
                    <a:pt x="8131777" y="1833394"/>
                  </a:lnTo>
                  <a:lnTo>
                    <a:pt x="8185320" y="1865372"/>
                  </a:lnTo>
                  <a:lnTo>
                    <a:pt x="8229629" y="1895362"/>
                  </a:lnTo>
                  <a:lnTo>
                    <a:pt x="8280130" y="1933552"/>
                  </a:lnTo>
                  <a:lnTo>
                    <a:pt x="8329249" y="1974887"/>
                  </a:lnTo>
                  <a:lnTo>
                    <a:pt x="8377410" y="2019428"/>
                  </a:lnTo>
                  <a:lnTo>
                    <a:pt x="8424941" y="2067169"/>
                  </a:lnTo>
                  <a:lnTo>
                    <a:pt x="8472097" y="2118032"/>
                  </a:lnTo>
                  <a:lnTo>
                    <a:pt x="8519066" y="2171857"/>
                  </a:lnTo>
                  <a:lnTo>
                    <a:pt x="8565980" y="2228400"/>
                  </a:lnTo>
                  <a:lnTo>
                    <a:pt x="8612923" y="2287336"/>
                  </a:lnTo>
                  <a:lnTo>
                    <a:pt x="8659936" y="2348260"/>
                  </a:lnTo>
                  <a:lnTo>
                    <a:pt x="8707028" y="2410699"/>
                  </a:lnTo>
                  <a:lnTo>
                    <a:pt x="8754182" y="2474126"/>
                  </a:lnTo>
                  <a:lnTo>
                    <a:pt x="8801366" y="2537975"/>
                  </a:lnTo>
                  <a:lnTo>
                    <a:pt x="8848538" y="2601668"/>
                  </a:lnTo>
                  <a:lnTo>
                    <a:pt x="8895662" y="2664630"/>
                  </a:lnTo>
                  <a:lnTo>
                    <a:pt x="8942712" y="2726314"/>
                  </a:lnTo>
                  <a:lnTo>
                    <a:pt x="8989684" y="2786221"/>
                  </a:lnTo>
                  <a:lnTo>
                    <a:pt x="9036604" y="2843911"/>
                  </a:lnTo>
                  <a:lnTo>
                    <a:pt x="9083534" y="2899024"/>
                  </a:lnTo>
                  <a:lnTo>
                    <a:pt x="9130584" y="2951275"/>
                  </a:lnTo>
                  <a:lnTo>
                    <a:pt x="9177915" y="3000469"/>
                  </a:lnTo>
                  <a:lnTo>
                    <a:pt x="9225750" y="3046489"/>
                  </a:lnTo>
                  <a:lnTo>
                    <a:pt x="9274381" y="3089296"/>
                  </a:lnTo>
                  <a:lnTo>
                    <a:pt x="9324187" y="3128923"/>
                  </a:lnTo>
                  <a:lnTo>
                    <a:pt x="9347647" y="3146127"/>
                  </a:lnTo>
                  <a:lnTo>
                    <a:pt x="9399147" y="3180678"/>
                  </a:lnTo>
                  <a:lnTo>
                    <a:pt x="9453058" y="3212252"/>
                  </a:lnTo>
                  <a:lnTo>
                    <a:pt x="9510049" y="3240953"/>
                  </a:lnTo>
                  <a:lnTo>
                    <a:pt x="9570854" y="3266983"/>
                  </a:lnTo>
                  <a:lnTo>
                    <a:pt x="9636234" y="3290584"/>
                  </a:lnTo>
                  <a:lnTo>
                    <a:pt x="9706938" y="3312007"/>
                  </a:lnTo>
                  <a:lnTo>
                    <a:pt x="9783649" y="3331487"/>
                  </a:lnTo>
                  <a:lnTo>
                    <a:pt x="9866924" y="3349232"/>
                  </a:lnTo>
                  <a:lnTo>
                    <a:pt x="9957102" y="3365416"/>
                  </a:lnTo>
                  <a:lnTo>
                    <a:pt x="10054194" y="3380172"/>
                  </a:lnTo>
                  <a:lnTo>
                    <a:pt x="10157748" y="3393594"/>
                  </a:lnTo>
                  <a:lnTo>
                    <a:pt x="10266711" y="3405734"/>
                  </a:lnTo>
                  <a:lnTo>
                    <a:pt x="10379299" y="3416609"/>
                  </a:lnTo>
                  <a:lnTo>
                    <a:pt x="10492941" y="3426206"/>
                  </a:lnTo>
                  <a:lnTo>
                    <a:pt x="10604328" y="3434501"/>
                  </a:lnTo>
                  <a:lnTo>
                    <a:pt x="10709629" y="3441469"/>
                  </a:lnTo>
                  <a:lnTo>
                    <a:pt x="10804877" y="3447109"/>
                  </a:lnTo>
                  <a:lnTo>
                    <a:pt x="10886507" y="3451461"/>
                  </a:lnTo>
                  <a:lnTo>
                    <a:pt x="10951924" y="3454617"/>
                  </a:lnTo>
                  <a:lnTo>
                    <a:pt x="10999982" y="3456724"/>
                  </a:lnTo>
                  <a:lnTo>
                    <a:pt x="11031251" y="3457975"/>
                  </a:lnTo>
                  <a:lnTo>
                    <a:pt x="11048029" y="3458589"/>
                  </a:lnTo>
                  <a:lnTo>
                    <a:pt x="11054173" y="3458796"/>
                  </a:lnTo>
                  <a:lnTo>
                    <a:pt x="11054891" y="3458818"/>
                  </a:lnTo>
                  <a:lnTo>
                    <a:pt x="12049831" y="3458818"/>
                  </a:lnTo>
                  <a:lnTo>
                    <a:pt x="12049831" y="34588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9" name="pl328"/>
            <p:cNvSpPr/>
            <p:nvPr/>
          </p:nvSpPr>
          <p:spPr>
            <a:xfrm>
              <a:off x="1199187" y="2787852"/>
              <a:ext cx="12049831" cy="3458818"/>
            </a:xfrm>
            <a:custGeom>
              <a:avLst/>
              <a:pathLst>
                <a:path w="12049831" h="3458818">
                  <a:moveTo>
                    <a:pt x="12049831" y="3458818"/>
                  </a:moveTo>
                  <a:lnTo>
                    <a:pt x="11054891" y="3458818"/>
                  </a:lnTo>
                  <a:lnTo>
                    <a:pt x="11053782" y="3458783"/>
                  </a:lnTo>
                  <a:lnTo>
                    <a:pt x="11046459" y="3458534"/>
                  </a:lnTo>
                  <a:lnTo>
                    <a:pt x="11027890" y="3457846"/>
                  </a:lnTo>
                  <a:lnTo>
                    <a:pt x="10994417" y="3456491"/>
                  </a:lnTo>
                  <a:lnTo>
                    <a:pt x="10943972" y="3454250"/>
                  </a:lnTo>
                  <a:lnTo>
                    <a:pt x="10876228" y="3450937"/>
                  </a:lnTo>
                  <a:lnTo>
                    <a:pt x="10792550" y="3446413"/>
                  </a:lnTo>
                  <a:lnTo>
                    <a:pt x="10695697" y="3440592"/>
                  </a:lnTo>
                  <a:lnTo>
                    <a:pt x="10589325" y="3433442"/>
                  </a:lnTo>
                  <a:lnTo>
                    <a:pt x="10477410" y="3424967"/>
                  </a:lnTo>
                  <a:lnTo>
                    <a:pt x="10363731" y="3415192"/>
                  </a:lnTo>
                  <a:lnTo>
                    <a:pt x="10251506" y="3404144"/>
                  </a:lnTo>
                  <a:lnTo>
                    <a:pt x="10143197" y="3391830"/>
                  </a:lnTo>
                  <a:lnTo>
                    <a:pt x="10040481" y="3378230"/>
                  </a:lnTo>
                  <a:lnTo>
                    <a:pt x="9944323" y="3363284"/>
                  </a:lnTo>
                  <a:lnTo>
                    <a:pt x="9855101" y="3346895"/>
                  </a:lnTo>
                  <a:lnTo>
                    <a:pt x="9772752" y="3328923"/>
                  </a:lnTo>
                  <a:lnTo>
                    <a:pt x="9696901" y="3309190"/>
                  </a:lnTo>
                  <a:lnTo>
                    <a:pt x="9626970" y="3287482"/>
                  </a:lnTo>
                  <a:lnTo>
                    <a:pt x="9562262" y="3263563"/>
                  </a:lnTo>
                  <a:lnTo>
                    <a:pt x="9502025" y="3237180"/>
                  </a:lnTo>
                  <a:lnTo>
                    <a:pt x="9445499" y="3208095"/>
                  </a:lnTo>
                  <a:lnTo>
                    <a:pt x="9391957" y="3176117"/>
                  </a:lnTo>
                  <a:lnTo>
                    <a:pt x="9347647" y="3146127"/>
                  </a:lnTo>
                  <a:lnTo>
                    <a:pt x="9297147" y="3107937"/>
                  </a:lnTo>
                  <a:lnTo>
                    <a:pt x="9248027" y="3066602"/>
                  </a:lnTo>
                  <a:lnTo>
                    <a:pt x="9199867" y="3022061"/>
                  </a:lnTo>
                  <a:lnTo>
                    <a:pt x="9152336" y="2974320"/>
                  </a:lnTo>
                  <a:lnTo>
                    <a:pt x="9105180" y="2923457"/>
                  </a:lnTo>
                  <a:lnTo>
                    <a:pt x="9058211" y="2869632"/>
                  </a:lnTo>
                  <a:lnTo>
                    <a:pt x="9011296" y="2813089"/>
                  </a:lnTo>
                  <a:lnTo>
                    <a:pt x="8964354" y="2754153"/>
                  </a:lnTo>
                  <a:lnTo>
                    <a:pt x="8917341" y="2693229"/>
                  </a:lnTo>
                  <a:lnTo>
                    <a:pt x="8870249" y="2630790"/>
                  </a:lnTo>
                  <a:lnTo>
                    <a:pt x="8823094" y="2567363"/>
                  </a:lnTo>
                  <a:lnTo>
                    <a:pt x="8775911" y="2503514"/>
                  </a:lnTo>
                  <a:lnTo>
                    <a:pt x="8728738" y="2439821"/>
                  </a:lnTo>
                  <a:lnTo>
                    <a:pt x="8681614" y="2376859"/>
                  </a:lnTo>
                  <a:lnTo>
                    <a:pt x="8634564" y="2315175"/>
                  </a:lnTo>
                  <a:lnTo>
                    <a:pt x="8587592" y="2255268"/>
                  </a:lnTo>
                  <a:lnTo>
                    <a:pt x="8540673" y="2197578"/>
                  </a:lnTo>
                  <a:lnTo>
                    <a:pt x="8493742" y="2142465"/>
                  </a:lnTo>
                  <a:lnTo>
                    <a:pt x="8446692" y="2090214"/>
                  </a:lnTo>
                  <a:lnTo>
                    <a:pt x="8399361" y="2041020"/>
                  </a:lnTo>
                  <a:lnTo>
                    <a:pt x="8351527" y="1995000"/>
                  </a:lnTo>
                  <a:lnTo>
                    <a:pt x="8302895" y="1952193"/>
                  </a:lnTo>
                  <a:lnTo>
                    <a:pt x="8253090" y="1912566"/>
                  </a:lnTo>
                  <a:lnTo>
                    <a:pt x="8229629" y="1895362"/>
                  </a:lnTo>
                  <a:lnTo>
                    <a:pt x="8178129" y="1860811"/>
                  </a:lnTo>
                  <a:lnTo>
                    <a:pt x="8124218" y="1829237"/>
                  </a:lnTo>
                  <a:lnTo>
                    <a:pt x="8067228" y="1800536"/>
                  </a:lnTo>
                  <a:lnTo>
                    <a:pt x="8006423" y="1774506"/>
                  </a:lnTo>
                  <a:lnTo>
                    <a:pt x="7941042" y="1750905"/>
                  </a:lnTo>
                  <a:lnTo>
                    <a:pt x="7870339" y="1729482"/>
                  </a:lnTo>
                  <a:lnTo>
                    <a:pt x="7793628" y="1710002"/>
                  </a:lnTo>
                  <a:lnTo>
                    <a:pt x="7710353" y="1692257"/>
                  </a:lnTo>
                  <a:lnTo>
                    <a:pt x="7620175" y="1676073"/>
                  </a:lnTo>
                  <a:lnTo>
                    <a:pt x="7523083" y="1661317"/>
                  </a:lnTo>
                  <a:lnTo>
                    <a:pt x="7419528" y="1647895"/>
                  </a:lnTo>
                  <a:lnTo>
                    <a:pt x="7310566" y="1635755"/>
                  </a:lnTo>
                  <a:lnTo>
                    <a:pt x="7197978" y="1624880"/>
                  </a:lnTo>
                  <a:lnTo>
                    <a:pt x="7084336" y="1615283"/>
                  </a:lnTo>
                  <a:lnTo>
                    <a:pt x="6972948" y="1606988"/>
                  </a:lnTo>
                  <a:lnTo>
                    <a:pt x="6867647" y="1600020"/>
                  </a:lnTo>
                  <a:lnTo>
                    <a:pt x="6772399" y="1594380"/>
                  </a:lnTo>
                  <a:lnTo>
                    <a:pt x="6690769" y="1590028"/>
                  </a:lnTo>
                  <a:lnTo>
                    <a:pt x="6625353" y="1586872"/>
                  </a:lnTo>
                  <a:lnTo>
                    <a:pt x="6577294" y="1584765"/>
                  </a:lnTo>
                  <a:lnTo>
                    <a:pt x="6546025" y="1583514"/>
                  </a:lnTo>
                  <a:lnTo>
                    <a:pt x="6529247" y="1582900"/>
                  </a:lnTo>
                  <a:lnTo>
                    <a:pt x="6523103" y="1582693"/>
                  </a:lnTo>
                  <a:lnTo>
                    <a:pt x="6522385" y="1582671"/>
                  </a:lnTo>
                  <a:lnTo>
                    <a:pt x="5527445" y="1582671"/>
                  </a:lnTo>
                  <a:lnTo>
                    <a:pt x="5526328" y="1582641"/>
                  </a:lnTo>
                  <a:lnTo>
                    <a:pt x="5518956" y="1582430"/>
                  </a:lnTo>
                  <a:lnTo>
                    <a:pt x="5500263" y="1581845"/>
                  </a:lnTo>
                  <a:lnTo>
                    <a:pt x="5466577" y="1580694"/>
                  </a:lnTo>
                  <a:lnTo>
                    <a:pt x="5415829" y="1578790"/>
                  </a:lnTo>
                  <a:lnTo>
                    <a:pt x="5347706" y="1575976"/>
                  </a:lnTo>
                  <a:lnTo>
                    <a:pt x="5263606" y="1572134"/>
                  </a:lnTo>
                  <a:lnTo>
                    <a:pt x="5166324" y="1567193"/>
                  </a:lnTo>
                  <a:lnTo>
                    <a:pt x="5059552" y="1561124"/>
                  </a:lnTo>
                  <a:lnTo>
                    <a:pt x="4947295" y="1553933"/>
                  </a:lnTo>
                  <a:lnTo>
                    <a:pt x="4833349" y="1545642"/>
                  </a:lnTo>
                  <a:lnTo>
                    <a:pt x="4720938" y="1536271"/>
                  </a:lnTo>
                  <a:lnTo>
                    <a:pt x="4612519" y="1525827"/>
                  </a:lnTo>
                  <a:lnTo>
                    <a:pt x="4509759" y="1514292"/>
                  </a:lnTo>
                  <a:lnTo>
                    <a:pt x="4413608" y="1501614"/>
                  </a:lnTo>
                  <a:lnTo>
                    <a:pt x="4324431" y="1487709"/>
                  </a:lnTo>
                  <a:lnTo>
                    <a:pt x="4242150" y="1472458"/>
                  </a:lnTo>
                  <a:lnTo>
                    <a:pt x="4166377" y="1455707"/>
                  </a:lnTo>
                  <a:lnTo>
                    <a:pt x="4096524" y="1437276"/>
                  </a:lnTo>
                  <a:lnTo>
                    <a:pt x="4031886" y="1416959"/>
                  </a:lnTo>
                  <a:lnTo>
                    <a:pt x="3971704" y="1394545"/>
                  </a:lnTo>
                  <a:lnTo>
                    <a:pt x="3915214" y="1369832"/>
                  </a:lnTo>
                  <a:lnTo>
                    <a:pt x="3861684" y="1342659"/>
                  </a:lnTo>
                  <a:lnTo>
                    <a:pt x="3820202" y="1318892"/>
                  </a:lnTo>
                  <a:lnTo>
                    <a:pt x="3767482" y="1285177"/>
                  </a:lnTo>
                  <a:lnTo>
                    <a:pt x="3716248" y="1248562"/>
                  </a:lnTo>
                  <a:lnTo>
                    <a:pt x="3666025" y="1208995"/>
                  </a:lnTo>
                  <a:lnTo>
                    <a:pt x="3616447" y="1166488"/>
                  </a:lnTo>
                  <a:lnTo>
                    <a:pt x="3567238" y="1121128"/>
                  </a:lnTo>
                  <a:lnTo>
                    <a:pt x="3518197" y="1073086"/>
                  </a:lnTo>
                  <a:lnTo>
                    <a:pt x="3469186" y="1022614"/>
                  </a:lnTo>
                  <a:lnTo>
                    <a:pt x="3420126" y="970049"/>
                  </a:lnTo>
                  <a:lnTo>
                    <a:pt x="3370982" y="915804"/>
                  </a:lnTo>
                  <a:lnTo>
                    <a:pt x="3321757" y="860354"/>
                  </a:lnTo>
                  <a:lnTo>
                    <a:pt x="3272478" y="804224"/>
                  </a:lnTo>
                  <a:lnTo>
                    <a:pt x="3223189" y="747967"/>
                  </a:lnTo>
                  <a:lnTo>
                    <a:pt x="3173934" y="692138"/>
                  </a:lnTo>
                  <a:lnTo>
                    <a:pt x="3124751" y="637279"/>
                  </a:lnTo>
                  <a:lnTo>
                    <a:pt x="3075654" y="583889"/>
                  </a:lnTo>
                  <a:lnTo>
                    <a:pt x="3026628" y="532412"/>
                  </a:lnTo>
                  <a:lnTo>
                    <a:pt x="2977614" y="483221"/>
                  </a:lnTo>
                  <a:lnTo>
                    <a:pt x="2928502" y="436607"/>
                  </a:lnTo>
                  <a:lnTo>
                    <a:pt x="2879123" y="392777"/>
                  </a:lnTo>
                  <a:lnTo>
                    <a:pt x="2829235" y="351858"/>
                  </a:lnTo>
                  <a:lnTo>
                    <a:pt x="2778516" y="313895"/>
                  </a:lnTo>
                  <a:lnTo>
                    <a:pt x="2726543" y="278863"/>
                  </a:lnTo>
                  <a:lnTo>
                    <a:pt x="2702183" y="263778"/>
                  </a:lnTo>
                  <a:lnTo>
                    <a:pt x="2650560" y="234566"/>
                  </a:lnTo>
                  <a:lnTo>
                    <a:pt x="2596512" y="207877"/>
                  </a:lnTo>
                  <a:lnTo>
                    <a:pt x="2539367" y="183622"/>
                  </a:lnTo>
                  <a:lnTo>
                    <a:pt x="2478384" y="161630"/>
                  </a:lnTo>
                  <a:lnTo>
                    <a:pt x="2412797" y="141694"/>
                  </a:lnTo>
                  <a:lnTo>
                    <a:pt x="2341853" y="123602"/>
                  </a:lnTo>
                  <a:lnTo>
                    <a:pt x="2264864" y="107155"/>
                  </a:lnTo>
                  <a:lnTo>
                    <a:pt x="2181273" y="92174"/>
                  </a:lnTo>
                  <a:lnTo>
                    <a:pt x="2090743" y="78515"/>
                  </a:lnTo>
                  <a:lnTo>
                    <a:pt x="1993271" y="66064"/>
                  </a:lnTo>
                  <a:lnTo>
                    <a:pt x="1889324" y="54742"/>
                  </a:lnTo>
                  <a:lnTo>
                    <a:pt x="1779980" y="44506"/>
                  </a:lnTo>
                  <a:lnTo>
                    <a:pt x="1667055" y="35342"/>
                  </a:lnTo>
                  <a:lnTo>
                    <a:pt x="1553164" y="27262"/>
                  </a:lnTo>
                  <a:lnTo>
                    <a:pt x="1441657" y="20286"/>
                  </a:lnTo>
                  <a:lnTo>
                    <a:pt x="1336408" y="14436"/>
                  </a:lnTo>
                  <a:lnTo>
                    <a:pt x="1241404" y="9710"/>
                  </a:lnTo>
                  <a:lnTo>
                    <a:pt x="1160210" y="6074"/>
                  </a:lnTo>
                  <a:lnTo>
                    <a:pt x="1095385" y="3446"/>
                  </a:lnTo>
                  <a:lnTo>
                    <a:pt x="1048011" y="1701"/>
                  </a:lnTo>
                  <a:lnTo>
                    <a:pt x="1017436" y="674"/>
                  </a:lnTo>
                  <a:lnTo>
                    <a:pt x="1001262" y="177"/>
                  </a:lnTo>
                  <a:lnTo>
                    <a:pt x="995532" y="1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0" name="pg329"/>
            <p:cNvSpPr/>
            <p:nvPr/>
          </p:nvSpPr>
          <p:spPr>
            <a:xfrm>
              <a:off x="1199187" y="1446250"/>
              <a:ext cx="12049831" cy="220106"/>
            </a:xfrm>
            <a:custGeom>
              <a:avLst/>
              <a:pathLst>
                <a:path w="12049831" h="220106">
                  <a:moveTo>
                    <a:pt x="0" y="5240"/>
                  </a:moveTo>
                  <a:lnTo>
                    <a:pt x="994940" y="5240"/>
                  </a:lnTo>
                  <a:lnTo>
                    <a:pt x="996076" y="5243"/>
                  </a:lnTo>
                  <a:lnTo>
                    <a:pt x="1003574" y="5263"/>
                  </a:lnTo>
                  <a:lnTo>
                    <a:pt x="1022576" y="5318"/>
                  </a:lnTo>
                  <a:lnTo>
                    <a:pt x="1056798" y="5427"/>
                  </a:lnTo>
                  <a:lnTo>
                    <a:pt x="1108309" y="5606"/>
                  </a:lnTo>
                  <a:lnTo>
                    <a:pt x="1177379" y="5872"/>
                  </a:lnTo>
                  <a:lnTo>
                    <a:pt x="1262536" y="6234"/>
                  </a:lnTo>
                  <a:lnTo>
                    <a:pt x="1360889" y="6699"/>
                  </a:lnTo>
                  <a:lnTo>
                    <a:pt x="1468655" y="7270"/>
                  </a:lnTo>
                  <a:lnTo>
                    <a:pt x="1581760" y="7947"/>
                  </a:lnTo>
                  <a:lnTo>
                    <a:pt x="1696363" y="8726"/>
                  </a:lnTo>
                  <a:lnTo>
                    <a:pt x="1809230" y="9607"/>
                  </a:lnTo>
                  <a:lnTo>
                    <a:pt x="1917914" y="10588"/>
                  </a:lnTo>
                  <a:lnTo>
                    <a:pt x="2020777" y="11672"/>
                  </a:lnTo>
                  <a:lnTo>
                    <a:pt x="2116902" y="12864"/>
                  </a:lnTo>
                  <a:lnTo>
                    <a:pt x="2205963" y="14172"/>
                  </a:lnTo>
                  <a:lnTo>
                    <a:pt x="2288072" y="15607"/>
                  </a:lnTo>
                  <a:lnTo>
                    <a:pt x="2363649" y="17184"/>
                  </a:lnTo>
                  <a:lnTo>
                    <a:pt x="2433306" y="18921"/>
                  </a:lnTo>
                  <a:lnTo>
                    <a:pt x="2497772" y="20837"/>
                  </a:lnTo>
                  <a:lnTo>
                    <a:pt x="2557821" y="22953"/>
                  </a:lnTo>
                  <a:lnTo>
                    <a:pt x="2614228" y="25286"/>
                  </a:lnTo>
                  <a:lnTo>
                    <a:pt x="2667731" y="27851"/>
                  </a:lnTo>
                  <a:lnTo>
                    <a:pt x="2702183" y="29696"/>
                  </a:lnTo>
                  <a:lnTo>
                    <a:pt x="2763722" y="33382"/>
                  </a:lnTo>
                  <a:lnTo>
                    <a:pt x="2823344" y="37436"/>
                  </a:lnTo>
                  <a:lnTo>
                    <a:pt x="2881762" y="41866"/>
                  </a:lnTo>
                  <a:lnTo>
                    <a:pt x="2939499" y="46665"/>
                  </a:lnTo>
                  <a:lnTo>
                    <a:pt x="2996928" y="51812"/>
                  </a:lnTo>
                  <a:lnTo>
                    <a:pt x="3054289" y="57272"/>
                  </a:lnTo>
                  <a:lnTo>
                    <a:pt x="3111718" y="62997"/>
                  </a:lnTo>
                  <a:lnTo>
                    <a:pt x="3169262" y="68925"/>
                  </a:lnTo>
                  <a:lnTo>
                    <a:pt x="3226907" y="74981"/>
                  </a:lnTo>
                  <a:lnTo>
                    <a:pt x="3284595" y="81086"/>
                  </a:lnTo>
                  <a:lnTo>
                    <a:pt x="3342253" y="87158"/>
                  </a:lnTo>
                  <a:lnTo>
                    <a:pt x="3399819" y="93116"/>
                  </a:lnTo>
                  <a:lnTo>
                    <a:pt x="3457268" y="98884"/>
                  </a:lnTo>
                  <a:lnTo>
                    <a:pt x="3514635" y="104399"/>
                  </a:lnTo>
                  <a:lnTo>
                    <a:pt x="3572035" y="109608"/>
                  </a:lnTo>
                  <a:lnTo>
                    <a:pt x="3629691" y="114474"/>
                  </a:lnTo>
                  <a:lnTo>
                    <a:pt x="3687945" y="118975"/>
                  </a:lnTo>
                  <a:lnTo>
                    <a:pt x="3747291" y="123100"/>
                  </a:lnTo>
                  <a:lnTo>
                    <a:pt x="3808404" y="126854"/>
                  </a:lnTo>
                  <a:lnTo>
                    <a:pt x="3820202" y="127522"/>
                  </a:lnTo>
                  <a:lnTo>
                    <a:pt x="3872135" y="130245"/>
                  </a:lnTo>
                  <a:lnTo>
                    <a:pt x="3926524" y="132732"/>
                  </a:lnTo>
                  <a:lnTo>
                    <a:pt x="3984056" y="134991"/>
                  </a:lnTo>
                  <a:lnTo>
                    <a:pt x="4045484" y="137038"/>
                  </a:lnTo>
                  <a:lnTo>
                    <a:pt x="4111588" y="138892"/>
                  </a:lnTo>
                  <a:lnTo>
                    <a:pt x="4183134" y="140574"/>
                  </a:lnTo>
                  <a:lnTo>
                    <a:pt x="4260819" y="142103"/>
                  </a:lnTo>
                  <a:lnTo>
                    <a:pt x="4345202" y="143494"/>
                  </a:lnTo>
                  <a:lnTo>
                    <a:pt x="4436614" y="144762"/>
                  </a:lnTo>
                  <a:lnTo>
                    <a:pt x="4535038" y="145917"/>
                  </a:lnTo>
                  <a:lnTo>
                    <a:pt x="4639967" y="146967"/>
                  </a:lnTo>
                  <a:lnTo>
                    <a:pt x="4750260" y="147914"/>
                  </a:lnTo>
                  <a:lnTo>
                    <a:pt x="4864016" y="148762"/>
                  </a:lnTo>
                  <a:lnTo>
                    <a:pt x="4978515" y="149507"/>
                  </a:lnTo>
                  <a:lnTo>
                    <a:pt x="5090295" y="150149"/>
                  </a:lnTo>
                  <a:lnTo>
                    <a:pt x="5195386" y="150685"/>
                  </a:lnTo>
                  <a:lnTo>
                    <a:pt x="5289746" y="151116"/>
                  </a:lnTo>
                  <a:lnTo>
                    <a:pt x="5369823" y="151445"/>
                  </a:lnTo>
                  <a:lnTo>
                    <a:pt x="5433146" y="151680"/>
                  </a:lnTo>
                  <a:lnTo>
                    <a:pt x="5478798" y="151834"/>
                  </a:lnTo>
                  <a:lnTo>
                    <a:pt x="5507652" y="151923"/>
                  </a:lnTo>
                  <a:lnTo>
                    <a:pt x="5522349" y="151965"/>
                  </a:lnTo>
                  <a:lnTo>
                    <a:pt x="5527101" y="151977"/>
                  </a:lnTo>
                  <a:lnTo>
                    <a:pt x="5527445" y="151978"/>
                  </a:lnTo>
                  <a:lnTo>
                    <a:pt x="6522385" y="151978"/>
                  </a:lnTo>
                  <a:lnTo>
                    <a:pt x="6523522" y="151979"/>
                  </a:lnTo>
                  <a:lnTo>
                    <a:pt x="6531021" y="151988"/>
                  </a:lnTo>
                  <a:lnTo>
                    <a:pt x="6550025" y="152014"/>
                  </a:lnTo>
                  <a:lnTo>
                    <a:pt x="6584251" y="152065"/>
                  </a:lnTo>
                  <a:lnTo>
                    <a:pt x="6635767" y="152148"/>
                  </a:lnTo>
                  <a:lnTo>
                    <a:pt x="6704844" y="152271"/>
                  </a:lnTo>
                  <a:lnTo>
                    <a:pt x="6790008" y="152439"/>
                  </a:lnTo>
                  <a:lnTo>
                    <a:pt x="6888368" y="152655"/>
                  </a:lnTo>
                  <a:lnTo>
                    <a:pt x="6996141" y="152921"/>
                  </a:lnTo>
                  <a:lnTo>
                    <a:pt x="7109252" y="153235"/>
                  </a:lnTo>
                  <a:lnTo>
                    <a:pt x="7223859" y="153597"/>
                  </a:lnTo>
                  <a:lnTo>
                    <a:pt x="7336730" y="154006"/>
                  </a:lnTo>
                  <a:lnTo>
                    <a:pt x="7445416" y="154461"/>
                  </a:lnTo>
                  <a:lnTo>
                    <a:pt x="7548278" y="154965"/>
                  </a:lnTo>
                  <a:lnTo>
                    <a:pt x="7644403" y="155518"/>
                  </a:lnTo>
                  <a:lnTo>
                    <a:pt x="7733464" y="156125"/>
                  </a:lnTo>
                  <a:lnTo>
                    <a:pt x="7815572" y="156791"/>
                  </a:lnTo>
                  <a:lnTo>
                    <a:pt x="7891147" y="157524"/>
                  </a:lnTo>
                  <a:lnTo>
                    <a:pt x="7960803" y="158331"/>
                  </a:lnTo>
                  <a:lnTo>
                    <a:pt x="8025268" y="159220"/>
                  </a:lnTo>
                  <a:lnTo>
                    <a:pt x="8085316" y="160202"/>
                  </a:lnTo>
                  <a:lnTo>
                    <a:pt x="8141723" y="161286"/>
                  </a:lnTo>
                  <a:lnTo>
                    <a:pt x="8195225" y="162477"/>
                  </a:lnTo>
                  <a:lnTo>
                    <a:pt x="8229629" y="163333"/>
                  </a:lnTo>
                  <a:lnTo>
                    <a:pt x="8291258" y="165046"/>
                  </a:lnTo>
                  <a:lnTo>
                    <a:pt x="8350966" y="166932"/>
                  </a:lnTo>
                  <a:lnTo>
                    <a:pt x="8409468" y="168992"/>
                  </a:lnTo>
                  <a:lnTo>
                    <a:pt x="8467289" y="171225"/>
                  </a:lnTo>
                  <a:lnTo>
                    <a:pt x="8524803" y="173619"/>
                  </a:lnTo>
                  <a:lnTo>
                    <a:pt x="8582250" y="176159"/>
                  </a:lnTo>
                  <a:lnTo>
                    <a:pt x="8639765" y="178822"/>
                  </a:lnTo>
                  <a:lnTo>
                    <a:pt x="8697397" y="181579"/>
                  </a:lnTo>
                  <a:lnTo>
                    <a:pt x="8755129" y="184396"/>
                  </a:lnTo>
                  <a:lnTo>
                    <a:pt x="8812903" y="187235"/>
                  </a:lnTo>
                  <a:lnTo>
                    <a:pt x="8870646" y="190057"/>
                  </a:lnTo>
                  <a:lnTo>
                    <a:pt x="8928297" y="192826"/>
                  </a:lnTo>
                  <a:lnTo>
                    <a:pt x="8985830" y="195506"/>
                  </a:lnTo>
                  <a:lnTo>
                    <a:pt x="9043281" y="198068"/>
                  </a:lnTo>
                  <a:lnTo>
                    <a:pt x="9100771" y="200487"/>
                  </a:lnTo>
                  <a:lnTo>
                    <a:pt x="9158522" y="202746"/>
                  </a:lnTo>
                  <a:lnTo>
                    <a:pt x="9216884" y="204834"/>
                  </a:lnTo>
                  <a:lnTo>
                    <a:pt x="9276356" y="206748"/>
                  </a:lnTo>
                  <a:lnTo>
                    <a:pt x="9337620" y="208489"/>
                  </a:lnTo>
                  <a:lnTo>
                    <a:pt x="9347647" y="208751"/>
                  </a:lnTo>
                  <a:lnTo>
                    <a:pt x="9399582" y="210016"/>
                  </a:lnTo>
                  <a:lnTo>
                    <a:pt x="9453974" y="211171"/>
                  </a:lnTo>
                  <a:lnTo>
                    <a:pt x="9511509" y="212219"/>
                  </a:lnTo>
                  <a:lnTo>
                    <a:pt x="9572940" y="213170"/>
                  </a:lnTo>
                  <a:lnTo>
                    <a:pt x="9639048" y="214031"/>
                  </a:lnTo>
                  <a:lnTo>
                    <a:pt x="9710598" y="214812"/>
                  </a:lnTo>
                  <a:lnTo>
                    <a:pt x="9788287" y="215521"/>
                  </a:lnTo>
                  <a:lnTo>
                    <a:pt x="9872676" y="216167"/>
                  </a:lnTo>
                  <a:lnTo>
                    <a:pt x="9964094" y="216756"/>
                  </a:lnTo>
                  <a:lnTo>
                    <a:pt x="10062524" y="217292"/>
                  </a:lnTo>
                  <a:lnTo>
                    <a:pt x="10167460" y="217780"/>
                  </a:lnTo>
                  <a:lnTo>
                    <a:pt x="10277760" y="218220"/>
                  </a:lnTo>
                  <a:lnTo>
                    <a:pt x="10391521" y="218613"/>
                  </a:lnTo>
                  <a:lnTo>
                    <a:pt x="10506025" y="218959"/>
                  </a:lnTo>
                  <a:lnTo>
                    <a:pt x="10617806" y="219257"/>
                  </a:lnTo>
                  <a:lnTo>
                    <a:pt x="10722896" y="219506"/>
                  </a:lnTo>
                  <a:lnTo>
                    <a:pt x="10817252" y="219706"/>
                  </a:lnTo>
                  <a:lnTo>
                    <a:pt x="10897320" y="219859"/>
                  </a:lnTo>
                  <a:lnTo>
                    <a:pt x="10960633" y="219968"/>
                  </a:lnTo>
                  <a:lnTo>
                    <a:pt x="11006273" y="220040"/>
                  </a:lnTo>
                  <a:lnTo>
                    <a:pt x="11035116" y="220081"/>
                  </a:lnTo>
                  <a:lnTo>
                    <a:pt x="11049803" y="220100"/>
                  </a:lnTo>
                  <a:lnTo>
                    <a:pt x="11054548" y="220106"/>
                  </a:lnTo>
                  <a:lnTo>
                    <a:pt x="11054891" y="220106"/>
                  </a:lnTo>
                  <a:lnTo>
                    <a:pt x="12049831" y="220106"/>
                  </a:lnTo>
                  <a:lnTo>
                    <a:pt x="12049831" y="214865"/>
                  </a:lnTo>
                  <a:lnTo>
                    <a:pt x="11054891" y="214865"/>
                  </a:lnTo>
                  <a:lnTo>
                    <a:pt x="11053755" y="214864"/>
                  </a:lnTo>
                  <a:lnTo>
                    <a:pt x="11046255" y="214855"/>
                  </a:lnTo>
                  <a:lnTo>
                    <a:pt x="11027251" y="214829"/>
                  </a:lnTo>
                  <a:lnTo>
                    <a:pt x="10993026" y="214779"/>
                  </a:lnTo>
                  <a:lnTo>
                    <a:pt x="10941509" y="214695"/>
                  </a:lnTo>
                  <a:lnTo>
                    <a:pt x="10872433" y="214572"/>
                  </a:lnTo>
                  <a:lnTo>
                    <a:pt x="10787269" y="214404"/>
                  </a:lnTo>
                  <a:lnTo>
                    <a:pt x="10688909" y="214188"/>
                  </a:lnTo>
                  <a:lnTo>
                    <a:pt x="10581135" y="213923"/>
                  </a:lnTo>
                  <a:lnTo>
                    <a:pt x="10468025" y="213609"/>
                  </a:lnTo>
                  <a:lnTo>
                    <a:pt x="10353417" y="213247"/>
                  </a:lnTo>
                  <a:lnTo>
                    <a:pt x="10240547" y="212838"/>
                  </a:lnTo>
                  <a:lnTo>
                    <a:pt x="10131861" y="212382"/>
                  </a:lnTo>
                  <a:lnTo>
                    <a:pt x="10028998" y="211879"/>
                  </a:lnTo>
                  <a:lnTo>
                    <a:pt x="9932873" y="211325"/>
                  </a:lnTo>
                  <a:lnTo>
                    <a:pt x="9843813" y="210718"/>
                  </a:lnTo>
                  <a:lnTo>
                    <a:pt x="9761705" y="210052"/>
                  </a:lnTo>
                  <a:lnTo>
                    <a:pt x="9686130" y="209319"/>
                  </a:lnTo>
                  <a:lnTo>
                    <a:pt x="9616473" y="208513"/>
                  </a:lnTo>
                  <a:lnTo>
                    <a:pt x="9552009" y="207623"/>
                  </a:lnTo>
                  <a:lnTo>
                    <a:pt x="9491961" y="206641"/>
                  </a:lnTo>
                  <a:lnTo>
                    <a:pt x="9435554" y="205558"/>
                  </a:lnTo>
                  <a:lnTo>
                    <a:pt x="9382052" y="204367"/>
                  </a:lnTo>
                  <a:lnTo>
                    <a:pt x="9347647" y="203511"/>
                  </a:lnTo>
                  <a:lnTo>
                    <a:pt x="9286018" y="201797"/>
                  </a:lnTo>
                  <a:lnTo>
                    <a:pt x="9226311" y="199911"/>
                  </a:lnTo>
                  <a:lnTo>
                    <a:pt x="9167809" y="197851"/>
                  </a:lnTo>
                  <a:lnTo>
                    <a:pt x="9109987" y="195619"/>
                  </a:lnTo>
                  <a:lnTo>
                    <a:pt x="9052474" y="193225"/>
                  </a:lnTo>
                  <a:lnTo>
                    <a:pt x="8995027" y="190684"/>
                  </a:lnTo>
                  <a:lnTo>
                    <a:pt x="8937511" y="188021"/>
                  </a:lnTo>
                  <a:lnTo>
                    <a:pt x="8879879" y="185264"/>
                  </a:lnTo>
                  <a:lnTo>
                    <a:pt x="8822147" y="182448"/>
                  </a:lnTo>
                  <a:lnTo>
                    <a:pt x="8764373" y="179609"/>
                  </a:lnTo>
                  <a:lnTo>
                    <a:pt x="8706630" y="176786"/>
                  </a:lnTo>
                  <a:lnTo>
                    <a:pt x="8648980" y="174017"/>
                  </a:lnTo>
                  <a:lnTo>
                    <a:pt x="8591447" y="171337"/>
                  </a:lnTo>
                  <a:lnTo>
                    <a:pt x="8533995" y="168775"/>
                  </a:lnTo>
                  <a:lnTo>
                    <a:pt x="8476506" y="166357"/>
                  </a:lnTo>
                  <a:lnTo>
                    <a:pt x="8418755" y="164098"/>
                  </a:lnTo>
                  <a:lnTo>
                    <a:pt x="8360393" y="162009"/>
                  </a:lnTo>
                  <a:lnTo>
                    <a:pt x="8300921" y="160096"/>
                  </a:lnTo>
                  <a:lnTo>
                    <a:pt x="8239656" y="158355"/>
                  </a:lnTo>
                  <a:lnTo>
                    <a:pt x="8229629" y="158092"/>
                  </a:lnTo>
                  <a:lnTo>
                    <a:pt x="8177694" y="156827"/>
                  </a:lnTo>
                  <a:lnTo>
                    <a:pt x="8123302" y="155673"/>
                  </a:lnTo>
                  <a:lnTo>
                    <a:pt x="8065768" y="154624"/>
                  </a:lnTo>
                  <a:lnTo>
                    <a:pt x="8004337" y="153674"/>
                  </a:lnTo>
                  <a:lnTo>
                    <a:pt x="7938229" y="152813"/>
                  </a:lnTo>
                  <a:lnTo>
                    <a:pt x="7866679" y="152032"/>
                  </a:lnTo>
                  <a:lnTo>
                    <a:pt x="7788989" y="151322"/>
                  </a:lnTo>
                  <a:lnTo>
                    <a:pt x="7704601" y="150676"/>
                  </a:lnTo>
                  <a:lnTo>
                    <a:pt x="7613182" y="150087"/>
                  </a:lnTo>
                  <a:lnTo>
                    <a:pt x="7514752" y="149551"/>
                  </a:lnTo>
                  <a:lnTo>
                    <a:pt x="7409816" y="149064"/>
                  </a:lnTo>
                  <a:lnTo>
                    <a:pt x="7299516" y="148624"/>
                  </a:lnTo>
                  <a:lnTo>
                    <a:pt x="7185755" y="148230"/>
                  </a:lnTo>
                  <a:lnTo>
                    <a:pt x="7071252" y="147884"/>
                  </a:lnTo>
                  <a:lnTo>
                    <a:pt x="6959470" y="147586"/>
                  </a:lnTo>
                  <a:lnTo>
                    <a:pt x="6854380" y="147337"/>
                  </a:lnTo>
                  <a:lnTo>
                    <a:pt x="6760025" y="147137"/>
                  </a:lnTo>
                  <a:lnTo>
                    <a:pt x="6679956" y="146985"/>
                  </a:lnTo>
                  <a:lnTo>
                    <a:pt x="6616643" y="146875"/>
                  </a:lnTo>
                  <a:lnTo>
                    <a:pt x="6571003" y="146804"/>
                  </a:lnTo>
                  <a:lnTo>
                    <a:pt x="6542160" y="146763"/>
                  </a:lnTo>
                  <a:lnTo>
                    <a:pt x="6527473" y="146743"/>
                  </a:lnTo>
                  <a:lnTo>
                    <a:pt x="6522729" y="146738"/>
                  </a:lnTo>
                  <a:lnTo>
                    <a:pt x="6522385" y="146737"/>
                  </a:lnTo>
                  <a:lnTo>
                    <a:pt x="5527445" y="146737"/>
                  </a:lnTo>
                  <a:lnTo>
                    <a:pt x="5526309" y="146734"/>
                  </a:lnTo>
                  <a:lnTo>
                    <a:pt x="5518811" y="146714"/>
                  </a:lnTo>
                  <a:lnTo>
                    <a:pt x="5499809" y="146659"/>
                  </a:lnTo>
                  <a:lnTo>
                    <a:pt x="5465587" y="146551"/>
                  </a:lnTo>
                  <a:lnTo>
                    <a:pt x="5414076" y="146371"/>
                  </a:lnTo>
                  <a:lnTo>
                    <a:pt x="5345006" y="146106"/>
                  </a:lnTo>
                  <a:lnTo>
                    <a:pt x="5259849" y="145744"/>
                  </a:lnTo>
                  <a:lnTo>
                    <a:pt x="5161496" y="145278"/>
                  </a:lnTo>
                  <a:lnTo>
                    <a:pt x="5053730" y="144707"/>
                  </a:lnTo>
                  <a:lnTo>
                    <a:pt x="4940625" y="144031"/>
                  </a:lnTo>
                  <a:lnTo>
                    <a:pt x="4826022" y="143251"/>
                  </a:lnTo>
                  <a:lnTo>
                    <a:pt x="4713155" y="142370"/>
                  </a:lnTo>
                  <a:lnTo>
                    <a:pt x="4604471" y="141389"/>
                  </a:lnTo>
                  <a:lnTo>
                    <a:pt x="4501608" y="140305"/>
                  </a:lnTo>
                  <a:lnTo>
                    <a:pt x="4405483" y="139113"/>
                  </a:lnTo>
                  <a:lnTo>
                    <a:pt x="4316422" y="137806"/>
                  </a:lnTo>
                  <a:lnTo>
                    <a:pt x="4234313" y="136371"/>
                  </a:lnTo>
                  <a:lnTo>
                    <a:pt x="4158736" y="134793"/>
                  </a:lnTo>
                  <a:lnTo>
                    <a:pt x="4089079" y="133056"/>
                  </a:lnTo>
                  <a:lnTo>
                    <a:pt x="4024613" y="131140"/>
                  </a:lnTo>
                  <a:lnTo>
                    <a:pt x="3964564" y="129025"/>
                  </a:lnTo>
                  <a:lnTo>
                    <a:pt x="3908157" y="126692"/>
                  </a:lnTo>
                  <a:lnTo>
                    <a:pt x="3854654" y="124127"/>
                  </a:lnTo>
                  <a:lnTo>
                    <a:pt x="3820202" y="122281"/>
                  </a:lnTo>
                  <a:lnTo>
                    <a:pt x="3758663" y="118596"/>
                  </a:lnTo>
                  <a:lnTo>
                    <a:pt x="3699041" y="114541"/>
                  </a:lnTo>
                  <a:lnTo>
                    <a:pt x="3640623" y="110111"/>
                  </a:lnTo>
                  <a:lnTo>
                    <a:pt x="3582886" y="105313"/>
                  </a:lnTo>
                  <a:lnTo>
                    <a:pt x="3525457" y="100166"/>
                  </a:lnTo>
                  <a:lnTo>
                    <a:pt x="3468096" y="94705"/>
                  </a:lnTo>
                  <a:lnTo>
                    <a:pt x="3410667" y="88980"/>
                  </a:lnTo>
                  <a:lnTo>
                    <a:pt x="3353122" y="83053"/>
                  </a:lnTo>
                  <a:lnTo>
                    <a:pt x="3295478" y="76996"/>
                  </a:lnTo>
                  <a:lnTo>
                    <a:pt x="3237790" y="70891"/>
                  </a:lnTo>
                  <a:lnTo>
                    <a:pt x="3180132" y="64819"/>
                  </a:lnTo>
                  <a:lnTo>
                    <a:pt x="3122566" y="58862"/>
                  </a:lnTo>
                  <a:lnTo>
                    <a:pt x="3065117" y="53093"/>
                  </a:lnTo>
                  <a:lnTo>
                    <a:pt x="3007750" y="47579"/>
                  </a:lnTo>
                  <a:lnTo>
                    <a:pt x="2950350" y="42369"/>
                  </a:lnTo>
                  <a:lnTo>
                    <a:pt x="2892694" y="37503"/>
                  </a:lnTo>
                  <a:lnTo>
                    <a:pt x="2834440" y="33003"/>
                  </a:lnTo>
                  <a:lnTo>
                    <a:pt x="2775094" y="28877"/>
                  </a:lnTo>
                  <a:lnTo>
                    <a:pt x="2713981" y="25123"/>
                  </a:lnTo>
                  <a:lnTo>
                    <a:pt x="2702183" y="24456"/>
                  </a:lnTo>
                  <a:lnTo>
                    <a:pt x="2650250" y="21732"/>
                  </a:lnTo>
                  <a:lnTo>
                    <a:pt x="2595861" y="19245"/>
                  </a:lnTo>
                  <a:lnTo>
                    <a:pt x="2538329" y="16987"/>
                  </a:lnTo>
                  <a:lnTo>
                    <a:pt x="2476901" y="14940"/>
                  </a:lnTo>
                  <a:lnTo>
                    <a:pt x="2410797" y="13085"/>
                  </a:lnTo>
                  <a:lnTo>
                    <a:pt x="2339251" y="11403"/>
                  </a:lnTo>
                  <a:lnTo>
                    <a:pt x="2261566" y="9875"/>
                  </a:lnTo>
                  <a:lnTo>
                    <a:pt x="2177183" y="8483"/>
                  </a:lnTo>
                  <a:lnTo>
                    <a:pt x="2085771" y="7215"/>
                  </a:lnTo>
                  <a:lnTo>
                    <a:pt x="1987347" y="6060"/>
                  </a:lnTo>
                  <a:lnTo>
                    <a:pt x="1882418" y="5011"/>
                  </a:lnTo>
                  <a:lnTo>
                    <a:pt x="1772125" y="4063"/>
                  </a:lnTo>
                  <a:lnTo>
                    <a:pt x="1658369" y="3216"/>
                  </a:lnTo>
                  <a:lnTo>
                    <a:pt x="1543870" y="2470"/>
                  </a:lnTo>
                  <a:lnTo>
                    <a:pt x="1432090" y="1828"/>
                  </a:lnTo>
                  <a:lnTo>
                    <a:pt x="1326999" y="1292"/>
                  </a:lnTo>
                  <a:lnTo>
                    <a:pt x="1232639" y="862"/>
                  </a:lnTo>
                  <a:lnTo>
                    <a:pt x="1152562" y="533"/>
                  </a:lnTo>
                  <a:lnTo>
                    <a:pt x="1089239" y="297"/>
                  </a:lnTo>
                  <a:lnTo>
                    <a:pt x="1043587" y="143"/>
                  </a:lnTo>
                  <a:lnTo>
                    <a:pt x="1014733" y="54"/>
                  </a:lnTo>
                  <a:lnTo>
                    <a:pt x="1000036" y="13"/>
                  </a:lnTo>
                  <a:lnTo>
                    <a:pt x="995284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31" name="pl330"/>
            <p:cNvSpPr/>
            <p:nvPr/>
          </p:nvSpPr>
          <p:spPr>
            <a:xfrm>
              <a:off x="1199187" y="1451491"/>
              <a:ext cx="12049831" cy="214865"/>
            </a:xfrm>
            <a:custGeom>
              <a:avLst/>
              <a:pathLst>
                <a:path w="12049831" h="214865">
                  <a:moveTo>
                    <a:pt x="0" y="0"/>
                  </a:moveTo>
                  <a:lnTo>
                    <a:pt x="994940" y="0"/>
                  </a:lnTo>
                  <a:lnTo>
                    <a:pt x="996076" y="2"/>
                  </a:lnTo>
                  <a:lnTo>
                    <a:pt x="1003574" y="22"/>
                  </a:lnTo>
                  <a:lnTo>
                    <a:pt x="1022576" y="77"/>
                  </a:lnTo>
                  <a:lnTo>
                    <a:pt x="1056798" y="186"/>
                  </a:lnTo>
                  <a:lnTo>
                    <a:pt x="1108309" y="366"/>
                  </a:lnTo>
                  <a:lnTo>
                    <a:pt x="1177379" y="631"/>
                  </a:lnTo>
                  <a:lnTo>
                    <a:pt x="1262536" y="993"/>
                  </a:lnTo>
                  <a:lnTo>
                    <a:pt x="1360889" y="1459"/>
                  </a:lnTo>
                  <a:lnTo>
                    <a:pt x="1468655" y="2030"/>
                  </a:lnTo>
                  <a:lnTo>
                    <a:pt x="1581760" y="2706"/>
                  </a:lnTo>
                  <a:lnTo>
                    <a:pt x="1696363" y="3486"/>
                  </a:lnTo>
                  <a:lnTo>
                    <a:pt x="1809230" y="4366"/>
                  </a:lnTo>
                  <a:lnTo>
                    <a:pt x="1917914" y="5348"/>
                  </a:lnTo>
                  <a:lnTo>
                    <a:pt x="2020777" y="6432"/>
                  </a:lnTo>
                  <a:lnTo>
                    <a:pt x="2116902" y="7623"/>
                  </a:lnTo>
                  <a:lnTo>
                    <a:pt x="2205963" y="8931"/>
                  </a:lnTo>
                  <a:lnTo>
                    <a:pt x="2288072" y="10366"/>
                  </a:lnTo>
                  <a:lnTo>
                    <a:pt x="2363649" y="11944"/>
                  </a:lnTo>
                  <a:lnTo>
                    <a:pt x="2433306" y="13681"/>
                  </a:lnTo>
                  <a:lnTo>
                    <a:pt x="2497772" y="15597"/>
                  </a:lnTo>
                  <a:lnTo>
                    <a:pt x="2557821" y="17712"/>
                  </a:lnTo>
                  <a:lnTo>
                    <a:pt x="2614228" y="20045"/>
                  </a:lnTo>
                  <a:lnTo>
                    <a:pt x="2667731" y="22610"/>
                  </a:lnTo>
                  <a:lnTo>
                    <a:pt x="2702183" y="24456"/>
                  </a:lnTo>
                  <a:lnTo>
                    <a:pt x="2763722" y="28141"/>
                  </a:lnTo>
                  <a:lnTo>
                    <a:pt x="2823344" y="32196"/>
                  </a:lnTo>
                  <a:lnTo>
                    <a:pt x="2881762" y="36626"/>
                  </a:lnTo>
                  <a:lnTo>
                    <a:pt x="2939499" y="41424"/>
                  </a:lnTo>
                  <a:lnTo>
                    <a:pt x="2996928" y="46571"/>
                  </a:lnTo>
                  <a:lnTo>
                    <a:pt x="3054289" y="52032"/>
                  </a:lnTo>
                  <a:lnTo>
                    <a:pt x="3111718" y="57757"/>
                  </a:lnTo>
                  <a:lnTo>
                    <a:pt x="3169262" y="63684"/>
                  </a:lnTo>
                  <a:lnTo>
                    <a:pt x="3226907" y="69740"/>
                  </a:lnTo>
                  <a:lnTo>
                    <a:pt x="3284595" y="75846"/>
                  </a:lnTo>
                  <a:lnTo>
                    <a:pt x="3342253" y="81918"/>
                  </a:lnTo>
                  <a:lnTo>
                    <a:pt x="3399819" y="87875"/>
                  </a:lnTo>
                  <a:lnTo>
                    <a:pt x="3457268" y="93643"/>
                  </a:lnTo>
                  <a:lnTo>
                    <a:pt x="3514635" y="99158"/>
                  </a:lnTo>
                  <a:lnTo>
                    <a:pt x="3572035" y="104367"/>
                  </a:lnTo>
                  <a:lnTo>
                    <a:pt x="3629691" y="109234"/>
                  </a:lnTo>
                  <a:lnTo>
                    <a:pt x="3687945" y="113734"/>
                  </a:lnTo>
                  <a:lnTo>
                    <a:pt x="3747291" y="117859"/>
                  </a:lnTo>
                  <a:lnTo>
                    <a:pt x="3808404" y="121613"/>
                  </a:lnTo>
                  <a:lnTo>
                    <a:pt x="3820202" y="122281"/>
                  </a:lnTo>
                  <a:lnTo>
                    <a:pt x="3872135" y="125005"/>
                  </a:lnTo>
                  <a:lnTo>
                    <a:pt x="3926524" y="127491"/>
                  </a:lnTo>
                  <a:lnTo>
                    <a:pt x="3984056" y="129750"/>
                  </a:lnTo>
                  <a:lnTo>
                    <a:pt x="4045484" y="131797"/>
                  </a:lnTo>
                  <a:lnTo>
                    <a:pt x="4111588" y="133652"/>
                  </a:lnTo>
                  <a:lnTo>
                    <a:pt x="4183134" y="135334"/>
                  </a:lnTo>
                  <a:lnTo>
                    <a:pt x="4260819" y="136862"/>
                  </a:lnTo>
                  <a:lnTo>
                    <a:pt x="4345202" y="138253"/>
                  </a:lnTo>
                  <a:lnTo>
                    <a:pt x="4436614" y="139521"/>
                  </a:lnTo>
                  <a:lnTo>
                    <a:pt x="4535038" y="140676"/>
                  </a:lnTo>
                  <a:lnTo>
                    <a:pt x="4639967" y="141726"/>
                  </a:lnTo>
                  <a:lnTo>
                    <a:pt x="4750260" y="142674"/>
                  </a:lnTo>
                  <a:lnTo>
                    <a:pt x="4864016" y="143521"/>
                  </a:lnTo>
                  <a:lnTo>
                    <a:pt x="4978515" y="144267"/>
                  </a:lnTo>
                  <a:lnTo>
                    <a:pt x="5090295" y="144908"/>
                  </a:lnTo>
                  <a:lnTo>
                    <a:pt x="5195386" y="145444"/>
                  </a:lnTo>
                  <a:lnTo>
                    <a:pt x="5289746" y="145875"/>
                  </a:lnTo>
                  <a:lnTo>
                    <a:pt x="5369823" y="146204"/>
                  </a:lnTo>
                  <a:lnTo>
                    <a:pt x="5433146" y="146440"/>
                  </a:lnTo>
                  <a:lnTo>
                    <a:pt x="5478798" y="146594"/>
                  </a:lnTo>
                  <a:lnTo>
                    <a:pt x="5507652" y="146683"/>
                  </a:lnTo>
                  <a:lnTo>
                    <a:pt x="5522349" y="146724"/>
                  </a:lnTo>
                  <a:lnTo>
                    <a:pt x="5527101" y="146736"/>
                  </a:lnTo>
                  <a:lnTo>
                    <a:pt x="5527445" y="146737"/>
                  </a:lnTo>
                  <a:lnTo>
                    <a:pt x="6522385" y="146737"/>
                  </a:lnTo>
                  <a:lnTo>
                    <a:pt x="6523522" y="146739"/>
                  </a:lnTo>
                  <a:lnTo>
                    <a:pt x="6531021" y="146748"/>
                  </a:lnTo>
                  <a:lnTo>
                    <a:pt x="6550025" y="146773"/>
                  </a:lnTo>
                  <a:lnTo>
                    <a:pt x="6584251" y="146824"/>
                  </a:lnTo>
                  <a:lnTo>
                    <a:pt x="6635767" y="146907"/>
                  </a:lnTo>
                  <a:lnTo>
                    <a:pt x="6704844" y="147031"/>
                  </a:lnTo>
                  <a:lnTo>
                    <a:pt x="6790008" y="147199"/>
                  </a:lnTo>
                  <a:lnTo>
                    <a:pt x="6888368" y="147415"/>
                  </a:lnTo>
                  <a:lnTo>
                    <a:pt x="6996141" y="147680"/>
                  </a:lnTo>
                  <a:lnTo>
                    <a:pt x="7109252" y="147994"/>
                  </a:lnTo>
                  <a:lnTo>
                    <a:pt x="7223859" y="148356"/>
                  </a:lnTo>
                  <a:lnTo>
                    <a:pt x="7336730" y="148765"/>
                  </a:lnTo>
                  <a:lnTo>
                    <a:pt x="7445416" y="149221"/>
                  </a:lnTo>
                  <a:lnTo>
                    <a:pt x="7548278" y="149724"/>
                  </a:lnTo>
                  <a:lnTo>
                    <a:pt x="7644403" y="150277"/>
                  </a:lnTo>
                  <a:lnTo>
                    <a:pt x="7733464" y="150884"/>
                  </a:lnTo>
                  <a:lnTo>
                    <a:pt x="7815572" y="151551"/>
                  </a:lnTo>
                  <a:lnTo>
                    <a:pt x="7891147" y="152283"/>
                  </a:lnTo>
                  <a:lnTo>
                    <a:pt x="7960803" y="153090"/>
                  </a:lnTo>
                  <a:lnTo>
                    <a:pt x="8025268" y="153980"/>
                  </a:lnTo>
                  <a:lnTo>
                    <a:pt x="8085316" y="154962"/>
                  </a:lnTo>
                  <a:lnTo>
                    <a:pt x="8141723" y="156045"/>
                  </a:lnTo>
                  <a:lnTo>
                    <a:pt x="8195225" y="157236"/>
                  </a:lnTo>
                  <a:lnTo>
                    <a:pt x="8229629" y="158092"/>
                  </a:lnTo>
                  <a:lnTo>
                    <a:pt x="8291258" y="159806"/>
                  </a:lnTo>
                  <a:lnTo>
                    <a:pt x="8350966" y="161691"/>
                  </a:lnTo>
                  <a:lnTo>
                    <a:pt x="8409468" y="163752"/>
                  </a:lnTo>
                  <a:lnTo>
                    <a:pt x="8467289" y="165984"/>
                  </a:lnTo>
                  <a:lnTo>
                    <a:pt x="8524803" y="168378"/>
                  </a:lnTo>
                  <a:lnTo>
                    <a:pt x="8582250" y="170918"/>
                  </a:lnTo>
                  <a:lnTo>
                    <a:pt x="8639765" y="173581"/>
                  </a:lnTo>
                  <a:lnTo>
                    <a:pt x="8697397" y="176338"/>
                  </a:lnTo>
                  <a:lnTo>
                    <a:pt x="8755129" y="179155"/>
                  </a:lnTo>
                  <a:lnTo>
                    <a:pt x="8812903" y="181994"/>
                  </a:lnTo>
                  <a:lnTo>
                    <a:pt x="8870646" y="184817"/>
                  </a:lnTo>
                  <a:lnTo>
                    <a:pt x="8928297" y="187586"/>
                  </a:lnTo>
                  <a:lnTo>
                    <a:pt x="8985830" y="190266"/>
                  </a:lnTo>
                  <a:lnTo>
                    <a:pt x="9043281" y="192827"/>
                  </a:lnTo>
                  <a:lnTo>
                    <a:pt x="9100771" y="195246"/>
                  </a:lnTo>
                  <a:lnTo>
                    <a:pt x="9158522" y="197505"/>
                  </a:lnTo>
                  <a:lnTo>
                    <a:pt x="9216884" y="199593"/>
                  </a:lnTo>
                  <a:lnTo>
                    <a:pt x="9276356" y="201507"/>
                  </a:lnTo>
                  <a:lnTo>
                    <a:pt x="9337620" y="203248"/>
                  </a:lnTo>
                  <a:lnTo>
                    <a:pt x="9347647" y="203511"/>
                  </a:lnTo>
                  <a:lnTo>
                    <a:pt x="9399582" y="204775"/>
                  </a:lnTo>
                  <a:lnTo>
                    <a:pt x="9453974" y="205930"/>
                  </a:lnTo>
                  <a:lnTo>
                    <a:pt x="9511509" y="206979"/>
                  </a:lnTo>
                  <a:lnTo>
                    <a:pt x="9572940" y="207929"/>
                  </a:lnTo>
                  <a:lnTo>
                    <a:pt x="9639048" y="208790"/>
                  </a:lnTo>
                  <a:lnTo>
                    <a:pt x="9710598" y="209571"/>
                  </a:lnTo>
                  <a:lnTo>
                    <a:pt x="9788287" y="210281"/>
                  </a:lnTo>
                  <a:lnTo>
                    <a:pt x="9872676" y="210927"/>
                  </a:lnTo>
                  <a:lnTo>
                    <a:pt x="9964094" y="211515"/>
                  </a:lnTo>
                  <a:lnTo>
                    <a:pt x="10062524" y="212052"/>
                  </a:lnTo>
                  <a:lnTo>
                    <a:pt x="10167460" y="212539"/>
                  </a:lnTo>
                  <a:lnTo>
                    <a:pt x="10277760" y="212979"/>
                  </a:lnTo>
                  <a:lnTo>
                    <a:pt x="10391521" y="213372"/>
                  </a:lnTo>
                  <a:lnTo>
                    <a:pt x="10506025" y="213719"/>
                  </a:lnTo>
                  <a:lnTo>
                    <a:pt x="10617806" y="214016"/>
                  </a:lnTo>
                  <a:lnTo>
                    <a:pt x="10722896" y="214265"/>
                  </a:lnTo>
                  <a:lnTo>
                    <a:pt x="10817252" y="214465"/>
                  </a:lnTo>
                  <a:lnTo>
                    <a:pt x="10897320" y="214618"/>
                  </a:lnTo>
                  <a:lnTo>
                    <a:pt x="10960633" y="214727"/>
                  </a:lnTo>
                  <a:lnTo>
                    <a:pt x="11006273" y="214799"/>
                  </a:lnTo>
                  <a:lnTo>
                    <a:pt x="11035116" y="214840"/>
                  </a:lnTo>
                  <a:lnTo>
                    <a:pt x="11049803" y="214859"/>
                  </a:lnTo>
                  <a:lnTo>
                    <a:pt x="11054548" y="214865"/>
                  </a:lnTo>
                  <a:lnTo>
                    <a:pt x="11054891" y="214865"/>
                  </a:lnTo>
                  <a:lnTo>
                    <a:pt x="12049831" y="214865"/>
                  </a:lnTo>
                  <a:lnTo>
                    <a:pt x="12049831" y="2148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2" name="pl331"/>
            <p:cNvSpPr/>
            <p:nvPr/>
          </p:nvSpPr>
          <p:spPr>
            <a:xfrm>
              <a:off x="1199187" y="1446250"/>
              <a:ext cx="12049831" cy="214865"/>
            </a:xfrm>
            <a:custGeom>
              <a:avLst/>
              <a:pathLst>
                <a:path w="12049831" h="214865">
                  <a:moveTo>
                    <a:pt x="12049831" y="214865"/>
                  </a:moveTo>
                  <a:lnTo>
                    <a:pt x="11054891" y="214865"/>
                  </a:lnTo>
                  <a:lnTo>
                    <a:pt x="11053755" y="214864"/>
                  </a:lnTo>
                  <a:lnTo>
                    <a:pt x="11046255" y="214855"/>
                  </a:lnTo>
                  <a:lnTo>
                    <a:pt x="11027251" y="214829"/>
                  </a:lnTo>
                  <a:lnTo>
                    <a:pt x="10993026" y="214779"/>
                  </a:lnTo>
                  <a:lnTo>
                    <a:pt x="10941509" y="214695"/>
                  </a:lnTo>
                  <a:lnTo>
                    <a:pt x="10872433" y="214572"/>
                  </a:lnTo>
                  <a:lnTo>
                    <a:pt x="10787269" y="214404"/>
                  </a:lnTo>
                  <a:lnTo>
                    <a:pt x="10688909" y="214188"/>
                  </a:lnTo>
                  <a:lnTo>
                    <a:pt x="10581135" y="213923"/>
                  </a:lnTo>
                  <a:lnTo>
                    <a:pt x="10468025" y="213609"/>
                  </a:lnTo>
                  <a:lnTo>
                    <a:pt x="10353417" y="213247"/>
                  </a:lnTo>
                  <a:lnTo>
                    <a:pt x="10240547" y="212838"/>
                  </a:lnTo>
                  <a:lnTo>
                    <a:pt x="10131861" y="212382"/>
                  </a:lnTo>
                  <a:lnTo>
                    <a:pt x="10028998" y="211879"/>
                  </a:lnTo>
                  <a:lnTo>
                    <a:pt x="9932873" y="211325"/>
                  </a:lnTo>
                  <a:lnTo>
                    <a:pt x="9843813" y="210718"/>
                  </a:lnTo>
                  <a:lnTo>
                    <a:pt x="9761705" y="210052"/>
                  </a:lnTo>
                  <a:lnTo>
                    <a:pt x="9686130" y="209319"/>
                  </a:lnTo>
                  <a:lnTo>
                    <a:pt x="9616473" y="208513"/>
                  </a:lnTo>
                  <a:lnTo>
                    <a:pt x="9552009" y="207623"/>
                  </a:lnTo>
                  <a:lnTo>
                    <a:pt x="9491961" y="206641"/>
                  </a:lnTo>
                  <a:lnTo>
                    <a:pt x="9435554" y="205558"/>
                  </a:lnTo>
                  <a:lnTo>
                    <a:pt x="9382052" y="204367"/>
                  </a:lnTo>
                  <a:lnTo>
                    <a:pt x="9347647" y="203511"/>
                  </a:lnTo>
                  <a:lnTo>
                    <a:pt x="9286018" y="201797"/>
                  </a:lnTo>
                  <a:lnTo>
                    <a:pt x="9226311" y="199911"/>
                  </a:lnTo>
                  <a:lnTo>
                    <a:pt x="9167809" y="197851"/>
                  </a:lnTo>
                  <a:lnTo>
                    <a:pt x="9109987" y="195619"/>
                  </a:lnTo>
                  <a:lnTo>
                    <a:pt x="9052474" y="193225"/>
                  </a:lnTo>
                  <a:lnTo>
                    <a:pt x="8995027" y="190684"/>
                  </a:lnTo>
                  <a:lnTo>
                    <a:pt x="8937511" y="188021"/>
                  </a:lnTo>
                  <a:lnTo>
                    <a:pt x="8879879" y="185264"/>
                  </a:lnTo>
                  <a:lnTo>
                    <a:pt x="8822147" y="182448"/>
                  </a:lnTo>
                  <a:lnTo>
                    <a:pt x="8764373" y="179609"/>
                  </a:lnTo>
                  <a:lnTo>
                    <a:pt x="8706630" y="176786"/>
                  </a:lnTo>
                  <a:lnTo>
                    <a:pt x="8648980" y="174017"/>
                  </a:lnTo>
                  <a:lnTo>
                    <a:pt x="8591447" y="171337"/>
                  </a:lnTo>
                  <a:lnTo>
                    <a:pt x="8533995" y="168775"/>
                  </a:lnTo>
                  <a:lnTo>
                    <a:pt x="8476506" y="166357"/>
                  </a:lnTo>
                  <a:lnTo>
                    <a:pt x="8418755" y="164098"/>
                  </a:lnTo>
                  <a:lnTo>
                    <a:pt x="8360393" y="162009"/>
                  </a:lnTo>
                  <a:lnTo>
                    <a:pt x="8300921" y="160096"/>
                  </a:lnTo>
                  <a:lnTo>
                    <a:pt x="8239656" y="158355"/>
                  </a:lnTo>
                  <a:lnTo>
                    <a:pt x="8229629" y="158092"/>
                  </a:lnTo>
                  <a:lnTo>
                    <a:pt x="8177694" y="156827"/>
                  </a:lnTo>
                  <a:lnTo>
                    <a:pt x="8123302" y="155673"/>
                  </a:lnTo>
                  <a:lnTo>
                    <a:pt x="8065768" y="154624"/>
                  </a:lnTo>
                  <a:lnTo>
                    <a:pt x="8004337" y="153674"/>
                  </a:lnTo>
                  <a:lnTo>
                    <a:pt x="7938229" y="152813"/>
                  </a:lnTo>
                  <a:lnTo>
                    <a:pt x="7866679" y="152032"/>
                  </a:lnTo>
                  <a:lnTo>
                    <a:pt x="7788989" y="151322"/>
                  </a:lnTo>
                  <a:lnTo>
                    <a:pt x="7704601" y="150676"/>
                  </a:lnTo>
                  <a:lnTo>
                    <a:pt x="7613182" y="150087"/>
                  </a:lnTo>
                  <a:lnTo>
                    <a:pt x="7514752" y="149551"/>
                  </a:lnTo>
                  <a:lnTo>
                    <a:pt x="7409816" y="149064"/>
                  </a:lnTo>
                  <a:lnTo>
                    <a:pt x="7299516" y="148624"/>
                  </a:lnTo>
                  <a:lnTo>
                    <a:pt x="7185755" y="148230"/>
                  </a:lnTo>
                  <a:lnTo>
                    <a:pt x="7071252" y="147884"/>
                  </a:lnTo>
                  <a:lnTo>
                    <a:pt x="6959470" y="147586"/>
                  </a:lnTo>
                  <a:lnTo>
                    <a:pt x="6854380" y="147337"/>
                  </a:lnTo>
                  <a:lnTo>
                    <a:pt x="6760025" y="147137"/>
                  </a:lnTo>
                  <a:lnTo>
                    <a:pt x="6679956" y="146985"/>
                  </a:lnTo>
                  <a:lnTo>
                    <a:pt x="6616643" y="146875"/>
                  </a:lnTo>
                  <a:lnTo>
                    <a:pt x="6571003" y="146804"/>
                  </a:lnTo>
                  <a:lnTo>
                    <a:pt x="6542160" y="146763"/>
                  </a:lnTo>
                  <a:lnTo>
                    <a:pt x="6527473" y="146743"/>
                  </a:lnTo>
                  <a:lnTo>
                    <a:pt x="6522729" y="146738"/>
                  </a:lnTo>
                  <a:lnTo>
                    <a:pt x="6522385" y="146737"/>
                  </a:lnTo>
                  <a:lnTo>
                    <a:pt x="5527445" y="146737"/>
                  </a:lnTo>
                  <a:lnTo>
                    <a:pt x="5526309" y="146734"/>
                  </a:lnTo>
                  <a:lnTo>
                    <a:pt x="5518811" y="146714"/>
                  </a:lnTo>
                  <a:lnTo>
                    <a:pt x="5499809" y="146659"/>
                  </a:lnTo>
                  <a:lnTo>
                    <a:pt x="5465587" y="146551"/>
                  </a:lnTo>
                  <a:lnTo>
                    <a:pt x="5414076" y="146371"/>
                  </a:lnTo>
                  <a:lnTo>
                    <a:pt x="5345006" y="146106"/>
                  </a:lnTo>
                  <a:lnTo>
                    <a:pt x="5259849" y="145744"/>
                  </a:lnTo>
                  <a:lnTo>
                    <a:pt x="5161496" y="145278"/>
                  </a:lnTo>
                  <a:lnTo>
                    <a:pt x="5053730" y="144707"/>
                  </a:lnTo>
                  <a:lnTo>
                    <a:pt x="4940625" y="144031"/>
                  </a:lnTo>
                  <a:lnTo>
                    <a:pt x="4826022" y="143251"/>
                  </a:lnTo>
                  <a:lnTo>
                    <a:pt x="4713155" y="142370"/>
                  </a:lnTo>
                  <a:lnTo>
                    <a:pt x="4604471" y="141389"/>
                  </a:lnTo>
                  <a:lnTo>
                    <a:pt x="4501608" y="140305"/>
                  </a:lnTo>
                  <a:lnTo>
                    <a:pt x="4405483" y="139113"/>
                  </a:lnTo>
                  <a:lnTo>
                    <a:pt x="4316422" y="137806"/>
                  </a:lnTo>
                  <a:lnTo>
                    <a:pt x="4234313" y="136371"/>
                  </a:lnTo>
                  <a:lnTo>
                    <a:pt x="4158736" y="134793"/>
                  </a:lnTo>
                  <a:lnTo>
                    <a:pt x="4089079" y="133056"/>
                  </a:lnTo>
                  <a:lnTo>
                    <a:pt x="4024613" y="131140"/>
                  </a:lnTo>
                  <a:lnTo>
                    <a:pt x="3964564" y="129025"/>
                  </a:lnTo>
                  <a:lnTo>
                    <a:pt x="3908157" y="126692"/>
                  </a:lnTo>
                  <a:lnTo>
                    <a:pt x="3854654" y="124127"/>
                  </a:lnTo>
                  <a:lnTo>
                    <a:pt x="3820202" y="122281"/>
                  </a:lnTo>
                  <a:lnTo>
                    <a:pt x="3758663" y="118596"/>
                  </a:lnTo>
                  <a:lnTo>
                    <a:pt x="3699041" y="114541"/>
                  </a:lnTo>
                  <a:lnTo>
                    <a:pt x="3640623" y="110111"/>
                  </a:lnTo>
                  <a:lnTo>
                    <a:pt x="3582886" y="105313"/>
                  </a:lnTo>
                  <a:lnTo>
                    <a:pt x="3525457" y="100166"/>
                  </a:lnTo>
                  <a:lnTo>
                    <a:pt x="3468096" y="94705"/>
                  </a:lnTo>
                  <a:lnTo>
                    <a:pt x="3410667" y="88980"/>
                  </a:lnTo>
                  <a:lnTo>
                    <a:pt x="3353122" y="83053"/>
                  </a:lnTo>
                  <a:lnTo>
                    <a:pt x="3295478" y="76996"/>
                  </a:lnTo>
                  <a:lnTo>
                    <a:pt x="3237790" y="70891"/>
                  </a:lnTo>
                  <a:lnTo>
                    <a:pt x="3180132" y="64819"/>
                  </a:lnTo>
                  <a:lnTo>
                    <a:pt x="3122566" y="58862"/>
                  </a:lnTo>
                  <a:lnTo>
                    <a:pt x="3065117" y="53093"/>
                  </a:lnTo>
                  <a:lnTo>
                    <a:pt x="3007750" y="47579"/>
                  </a:lnTo>
                  <a:lnTo>
                    <a:pt x="2950350" y="42369"/>
                  </a:lnTo>
                  <a:lnTo>
                    <a:pt x="2892694" y="37503"/>
                  </a:lnTo>
                  <a:lnTo>
                    <a:pt x="2834440" y="33003"/>
                  </a:lnTo>
                  <a:lnTo>
                    <a:pt x="2775094" y="28877"/>
                  </a:lnTo>
                  <a:lnTo>
                    <a:pt x="2713981" y="25123"/>
                  </a:lnTo>
                  <a:lnTo>
                    <a:pt x="2702183" y="24456"/>
                  </a:lnTo>
                  <a:lnTo>
                    <a:pt x="2650250" y="21732"/>
                  </a:lnTo>
                  <a:lnTo>
                    <a:pt x="2595861" y="19245"/>
                  </a:lnTo>
                  <a:lnTo>
                    <a:pt x="2538329" y="16987"/>
                  </a:lnTo>
                  <a:lnTo>
                    <a:pt x="2476901" y="14940"/>
                  </a:lnTo>
                  <a:lnTo>
                    <a:pt x="2410797" y="13085"/>
                  </a:lnTo>
                  <a:lnTo>
                    <a:pt x="2339251" y="11403"/>
                  </a:lnTo>
                  <a:lnTo>
                    <a:pt x="2261566" y="9875"/>
                  </a:lnTo>
                  <a:lnTo>
                    <a:pt x="2177183" y="8483"/>
                  </a:lnTo>
                  <a:lnTo>
                    <a:pt x="2085771" y="7215"/>
                  </a:lnTo>
                  <a:lnTo>
                    <a:pt x="1987347" y="6060"/>
                  </a:lnTo>
                  <a:lnTo>
                    <a:pt x="1882418" y="5011"/>
                  </a:lnTo>
                  <a:lnTo>
                    <a:pt x="1772125" y="4063"/>
                  </a:lnTo>
                  <a:lnTo>
                    <a:pt x="1658369" y="3216"/>
                  </a:lnTo>
                  <a:lnTo>
                    <a:pt x="1543870" y="2470"/>
                  </a:lnTo>
                  <a:lnTo>
                    <a:pt x="1432090" y="1828"/>
                  </a:lnTo>
                  <a:lnTo>
                    <a:pt x="1326999" y="1292"/>
                  </a:lnTo>
                  <a:lnTo>
                    <a:pt x="1232639" y="862"/>
                  </a:lnTo>
                  <a:lnTo>
                    <a:pt x="1152562" y="533"/>
                  </a:lnTo>
                  <a:lnTo>
                    <a:pt x="1089239" y="297"/>
                  </a:lnTo>
                  <a:lnTo>
                    <a:pt x="1043587" y="143"/>
                  </a:lnTo>
                  <a:lnTo>
                    <a:pt x="1014733" y="54"/>
                  </a:lnTo>
                  <a:lnTo>
                    <a:pt x="1000036" y="13"/>
                  </a:lnTo>
                  <a:lnTo>
                    <a:pt x="995284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3" name="pg332"/>
            <p:cNvSpPr/>
            <p:nvPr/>
          </p:nvSpPr>
          <p:spPr>
            <a:xfrm>
              <a:off x="1199187" y="1451491"/>
              <a:ext cx="12049831" cy="896148"/>
            </a:xfrm>
            <a:custGeom>
              <a:avLst/>
              <a:pathLst>
                <a:path w="12049831" h="896148">
                  <a:moveTo>
                    <a:pt x="0" y="20962"/>
                  </a:moveTo>
                  <a:lnTo>
                    <a:pt x="994940" y="20962"/>
                  </a:lnTo>
                  <a:lnTo>
                    <a:pt x="996076" y="20965"/>
                  </a:lnTo>
                  <a:lnTo>
                    <a:pt x="1003574" y="20986"/>
                  </a:lnTo>
                  <a:lnTo>
                    <a:pt x="1022576" y="21043"/>
                  </a:lnTo>
                  <a:lnTo>
                    <a:pt x="1056797" y="21155"/>
                  </a:lnTo>
                  <a:lnTo>
                    <a:pt x="1108308" y="21341"/>
                  </a:lnTo>
                  <a:lnTo>
                    <a:pt x="1177378" y="21616"/>
                  </a:lnTo>
                  <a:lnTo>
                    <a:pt x="1262533" y="21991"/>
                  </a:lnTo>
                  <a:lnTo>
                    <a:pt x="1360885" y="22473"/>
                  </a:lnTo>
                  <a:lnTo>
                    <a:pt x="1468652" y="23065"/>
                  </a:lnTo>
                  <a:lnTo>
                    <a:pt x="1581756" y="23765"/>
                  </a:lnTo>
                  <a:lnTo>
                    <a:pt x="1696358" y="24573"/>
                  </a:lnTo>
                  <a:lnTo>
                    <a:pt x="1809225" y="25485"/>
                  </a:lnTo>
                  <a:lnTo>
                    <a:pt x="1917909" y="26501"/>
                  </a:lnTo>
                  <a:lnTo>
                    <a:pt x="2020771" y="27624"/>
                  </a:lnTo>
                  <a:lnTo>
                    <a:pt x="2116897" y="28858"/>
                  </a:lnTo>
                  <a:lnTo>
                    <a:pt x="2205958" y="30212"/>
                  </a:lnTo>
                  <a:lnTo>
                    <a:pt x="2288067" y="31699"/>
                  </a:lnTo>
                  <a:lnTo>
                    <a:pt x="2363644" y="33333"/>
                  </a:lnTo>
                  <a:lnTo>
                    <a:pt x="2433302" y="35132"/>
                  </a:lnTo>
                  <a:lnTo>
                    <a:pt x="2497768" y="37116"/>
                  </a:lnTo>
                  <a:lnTo>
                    <a:pt x="2557816" y="39307"/>
                  </a:lnTo>
                  <a:lnTo>
                    <a:pt x="2614224" y="41723"/>
                  </a:lnTo>
                  <a:lnTo>
                    <a:pt x="2667726" y="44380"/>
                  </a:lnTo>
                  <a:lnTo>
                    <a:pt x="2702183" y="46292"/>
                  </a:lnTo>
                  <a:lnTo>
                    <a:pt x="2763714" y="50108"/>
                  </a:lnTo>
                  <a:lnTo>
                    <a:pt x="2823328" y="54307"/>
                  </a:lnTo>
                  <a:lnTo>
                    <a:pt x="2881737" y="58894"/>
                  </a:lnTo>
                  <a:lnTo>
                    <a:pt x="2939468" y="63863"/>
                  </a:lnTo>
                  <a:lnTo>
                    <a:pt x="2996888" y="69193"/>
                  </a:lnTo>
                  <a:lnTo>
                    <a:pt x="3054242" y="74848"/>
                  </a:lnTo>
                  <a:lnTo>
                    <a:pt x="3111662" y="80776"/>
                  </a:lnTo>
                  <a:lnTo>
                    <a:pt x="3169199" y="86914"/>
                  </a:lnTo>
                  <a:lnTo>
                    <a:pt x="3226835" y="93186"/>
                  </a:lnTo>
                  <a:lnTo>
                    <a:pt x="3284515" y="99508"/>
                  </a:lnTo>
                  <a:lnTo>
                    <a:pt x="3342165" y="105796"/>
                  </a:lnTo>
                  <a:lnTo>
                    <a:pt x="3399724" y="111966"/>
                  </a:lnTo>
                  <a:lnTo>
                    <a:pt x="3457165" y="117940"/>
                  </a:lnTo>
                  <a:lnTo>
                    <a:pt x="3514524" y="123651"/>
                  </a:lnTo>
                  <a:lnTo>
                    <a:pt x="3571916" y="129046"/>
                  </a:lnTo>
                  <a:lnTo>
                    <a:pt x="3629563" y="134087"/>
                  </a:lnTo>
                  <a:lnTo>
                    <a:pt x="3687807" y="138748"/>
                  </a:lnTo>
                  <a:lnTo>
                    <a:pt x="3747142" y="143021"/>
                  </a:lnTo>
                  <a:lnTo>
                    <a:pt x="3808240" y="146910"/>
                  </a:lnTo>
                  <a:lnTo>
                    <a:pt x="3820202" y="147611"/>
                  </a:lnTo>
                  <a:lnTo>
                    <a:pt x="3872134" y="150432"/>
                  </a:lnTo>
                  <a:lnTo>
                    <a:pt x="3926523" y="153007"/>
                  </a:lnTo>
                  <a:lnTo>
                    <a:pt x="3984055" y="155347"/>
                  </a:lnTo>
                  <a:lnTo>
                    <a:pt x="4045483" y="157467"/>
                  </a:lnTo>
                  <a:lnTo>
                    <a:pt x="4111587" y="159387"/>
                  </a:lnTo>
                  <a:lnTo>
                    <a:pt x="4183133" y="161129"/>
                  </a:lnTo>
                  <a:lnTo>
                    <a:pt x="4260817" y="162712"/>
                  </a:lnTo>
                  <a:lnTo>
                    <a:pt x="4345199" y="164153"/>
                  </a:lnTo>
                  <a:lnTo>
                    <a:pt x="4436611" y="165467"/>
                  </a:lnTo>
                  <a:lnTo>
                    <a:pt x="4535034" y="166663"/>
                  </a:lnTo>
                  <a:lnTo>
                    <a:pt x="4639962" y="167750"/>
                  </a:lnTo>
                  <a:lnTo>
                    <a:pt x="4750255" y="168732"/>
                  </a:lnTo>
                  <a:lnTo>
                    <a:pt x="4864010" y="169609"/>
                  </a:lnTo>
                  <a:lnTo>
                    <a:pt x="4978509" y="170382"/>
                  </a:lnTo>
                  <a:lnTo>
                    <a:pt x="5090288" y="171046"/>
                  </a:lnTo>
                  <a:lnTo>
                    <a:pt x="5195380" y="171601"/>
                  </a:lnTo>
                  <a:lnTo>
                    <a:pt x="5289740" y="172047"/>
                  </a:lnTo>
                  <a:lnTo>
                    <a:pt x="5369818" y="172388"/>
                  </a:lnTo>
                  <a:lnTo>
                    <a:pt x="5433142" y="172632"/>
                  </a:lnTo>
                  <a:lnTo>
                    <a:pt x="5478795" y="172792"/>
                  </a:lnTo>
                  <a:lnTo>
                    <a:pt x="5507651" y="172884"/>
                  </a:lnTo>
                  <a:lnTo>
                    <a:pt x="5522349" y="172927"/>
                  </a:lnTo>
                  <a:lnTo>
                    <a:pt x="5527100" y="172940"/>
                  </a:lnTo>
                  <a:lnTo>
                    <a:pt x="5527445" y="172940"/>
                  </a:lnTo>
                  <a:lnTo>
                    <a:pt x="6522385" y="172940"/>
                  </a:lnTo>
                  <a:lnTo>
                    <a:pt x="6523518" y="172954"/>
                  </a:lnTo>
                  <a:lnTo>
                    <a:pt x="6530990" y="173052"/>
                  </a:lnTo>
                  <a:lnTo>
                    <a:pt x="6549929" y="173323"/>
                  </a:lnTo>
                  <a:lnTo>
                    <a:pt x="6584041" y="173857"/>
                  </a:lnTo>
                  <a:lnTo>
                    <a:pt x="6635396" y="174739"/>
                  </a:lnTo>
                  <a:lnTo>
                    <a:pt x="6704272" y="176042"/>
                  </a:lnTo>
                  <a:lnTo>
                    <a:pt x="6789212" y="177821"/>
                  </a:lnTo>
                  <a:lnTo>
                    <a:pt x="6887346" y="180107"/>
                  </a:lnTo>
                  <a:lnTo>
                    <a:pt x="6994910" y="182914"/>
                  </a:lnTo>
                  <a:lnTo>
                    <a:pt x="7107843" y="186238"/>
                  </a:lnTo>
                  <a:lnTo>
                    <a:pt x="7222312" y="190069"/>
                  </a:lnTo>
                  <a:lnTo>
                    <a:pt x="7335088" y="194397"/>
                  </a:lnTo>
                  <a:lnTo>
                    <a:pt x="7443719" y="199221"/>
                  </a:lnTo>
                  <a:lnTo>
                    <a:pt x="7546561" y="204549"/>
                  </a:lnTo>
                  <a:lnTo>
                    <a:pt x="7642692" y="210406"/>
                  </a:lnTo>
                  <a:lnTo>
                    <a:pt x="7731777" y="216832"/>
                  </a:lnTo>
                  <a:lnTo>
                    <a:pt x="7813922" y="223884"/>
                  </a:lnTo>
                  <a:lnTo>
                    <a:pt x="7889539" y="231633"/>
                  </a:lnTo>
                  <a:lnTo>
                    <a:pt x="7959236" y="240166"/>
                  </a:lnTo>
                  <a:lnTo>
                    <a:pt x="8023737" y="249577"/>
                  </a:lnTo>
                  <a:lnTo>
                    <a:pt x="8083812" y="259964"/>
                  </a:lnTo>
                  <a:lnTo>
                    <a:pt x="8140236" y="271420"/>
                  </a:lnTo>
                  <a:lnTo>
                    <a:pt x="8193744" y="284016"/>
                  </a:lnTo>
                  <a:lnTo>
                    <a:pt x="8229629" y="293475"/>
                  </a:lnTo>
                  <a:lnTo>
                    <a:pt x="8288754" y="310878"/>
                  </a:lnTo>
                  <a:lnTo>
                    <a:pt x="8346082" y="329958"/>
                  </a:lnTo>
                  <a:lnTo>
                    <a:pt x="8402257" y="350743"/>
                  </a:lnTo>
                  <a:lnTo>
                    <a:pt x="8457755" y="373210"/>
                  </a:lnTo>
                  <a:lnTo>
                    <a:pt x="8512924" y="397279"/>
                  </a:lnTo>
                  <a:lnTo>
                    <a:pt x="8567995" y="422810"/>
                  </a:lnTo>
                  <a:lnTo>
                    <a:pt x="8623107" y="449603"/>
                  </a:lnTo>
                  <a:lnTo>
                    <a:pt x="8678320" y="477398"/>
                  </a:lnTo>
                  <a:lnTo>
                    <a:pt x="8733636" y="505891"/>
                  </a:lnTo>
                  <a:lnTo>
                    <a:pt x="8789014" y="534740"/>
                  </a:lnTo>
                  <a:lnTo>
                    <a:pt x="8844391" y="563587"/>
                  </a:lnTo>
                  <a:lnTo>
                    <a:pt x="8899706" y="592073"/>
                  </a:lnTo>
                  <a:lnTo>
                    <a:pt x="8954918" y="619856"/>
                  </a:lnTo>
                  <a:lnTo>
                    <a:pt x="9010029" y="646633"/>
                  </a:lnTo>
                  <a:lnTo>
                    <a:pt x="9065100" y="672146"/>
                  </a:lnTo>
                  <a:lnTo>
                    <a:pt x="9120271" y="696194"/>
                  </a:lnTo>
                  <a:lnTo>
                    <a:pt x="9175776" y="718638"/>
                  </a:lnTo>
                  <a:lnTo>
                    <a:pt x="9231963" y="739400"/>
                  </a:lnTo>
                  <a:lnTo>
                    <a:pt x="9289311" y="758457"/>
                  </a:lnTo>
                  <a:lnTo>
                    <a:pt x="9347647" y="775613"/>
                  </a:lnTo>
                  <a:lnTo>
                    <a:pt x="9399517" y="789021"/>
                  </a:lnTo>
                  <a:lnTo>
                    <a:pt x="9453837" y="801266"/>
                  </a:lnTo>
                  <a:lnTo>
                    <a:pt x="9511289" y="812388"/>
                  </a:lnTo>
                  <a:lnTo>
                    <a:pt x="9572626" y="822469"/>
                  </a:lnTo>
                  <a:lnTo>
                    <a:pt x="9638625" y="831602"/>
                  </a:lnTo>
                  <a:lnTo>
                    <a:pt x="9710048" y="839887"/>
                  </a:lnTo>
                  <a:lnTo>
                    <a:pt x="9787590" y="847417"/>
                  </a:lnTo>
                  <a:lnTo>
                    <a:pt x="9871811" y="854272"/>
                  </a:lnTo>
                  <a:lnTo>
                    <a:pt x="9963042" y="860520"/>
                  </a:lnTo>
                  <a:lnTo>
                    <a:pt x="10061271" y="866212"/>
                  </a:lnTo>
                  <a:lnTo>
                    <a:pt x="10166000" y="871385"/>
                  </a:lnTo>
                  <a:lnTo>
                    <a:pt x="10276100" y="876058"/>
                  </a:lnTo>
                  <a:lnTo>
                    <a:pt x="10389686" y="880236"/>
                  </a:lnTo>
                  <a:lnTo>
                    <a:pt x="10504063" y="883914"/>
                  </a:lnTo>
                  <a:lnTo>
                    <a:pt x="10615790" y="887082"/>
                  </a:lnTo>
                  <a:lnTo>
                    <a:pt x="10720917" y="889730"/>
                  </a:lnTo>
                  <a:lnTo>
                    <a:pt x="10815412" y="891860"/>
                  </a:lnTo>
                  <a:lnTo>
                    <a:pt x="10895721" y="893490"/>
                  </a:lnTo>
                  <a:lnTo>
                    <a:pt x="10959354" y="894659"/>
                  </a:lnTo>
                  <a:lnTo>
                    <a:pt x="11005359" y="895427"/>
                  </a:lnTo>
                  <a:lnTo>
                    <a:pt x="11034563" y="895871"/>
                  </a:lnTo>
                  <a:lnTo>
                    <a:pt x="11049558" y="896080"/>
                  </a:lnTo>
                  <a:lnTo>
                    <a:pt x="11054503" y="896143"/>
                  </a:lnTo>
                  <a:lnTo>
                    <a:pt x="11054891" y="896148"/>
                  </a:lnTo>
                  <a:lnTo>
                    <a:pt x="12049831" y="896148"/>
                  </a:lnTo>
                  <a:lnTo>
                    <a:pt x="12049831" y="875185"/>
                  </a:lnTo>
                  <a:lnTo>
                    <a:pt x="11054891" y="875185"/>
                  </a:lnTo>
                  <a:lnTo>
                    <a:pt x="11053759" y="875172"/>
                  </a:lnTo>
                  <a:lnTo>
                    <a:pt x="11046286" y="875074"/>
                  </a:lnTo>
                  <a:lnTo>
                    <a:pt x="11027348" y="874803"/>
                  </a:lnTo>
                  <a:lnTo>
                    <a:pt x="10993236" y="874269"/>
                  </a:lnTo>
                  <a:lnTo>
                    <a:pt x="10941881" y="873387"/>
                  </a:lnTo>
                  <a:lnTo>
                    <a:pt x="10873005" y="872084"/>
                  </a:lnTo>
                  <a:lnTo>
                    <a:pt x="10788064" y="870305"/>
                  </a:lnTo>
                  <a:lnTo>
                    <a:pt x="10689930" y="868018"/>
                  </a:lnTo>
                  <a:lnTo>
                    <a:pt x="10582366" y="865212"/>
                  </a:lnTo>
                  <a:lnTo>
                    <a:pt x="10469434" y="861888"/>
                  </a:lnTo>
                  <a:lnTo>
                    <a:pt x="10354964" y="858057"/>
                  </a:lnTo>
                  <a:lnTo>
                    <a:pt x="10242189" y="853728"/>
                  </a:lnTo>
                  <a:lnTo>
                    <a:pt x="10133558" y="848905"/>
                  </a:lnTo>
                  <a:lnTo>
                    <a:pt x="10030716" y="843577"/>
                  </a:lnTo>
                  <a:lnTo>
                    <a:pt x="9934585" y="837720"/>
                  </a:lnTo>
                  <a:lnTo>
                    <a:pt x="9845499" y="831294"/>
                  </a:lnTo>
                  <a:lnTo>
                    <a:pt x="9763355" y="824242"/>
                  </a:lnTo>
                  <a:lnTo>
                    <a:pt x="9687738" y="816492"/>
                  </a:lnTo>
                  <a:lnTo>
                    <a:pt x="9618040" y="807960"/>
                  </a:lnTo>
                  <a:lnTo>
                    <a:pt x="9553540" y="798549"/>
                  </a:lnTo>
                  <a:lnTo>
                    <a:pt x="9493464" y="788162"/>
                  </a:lnTo>
                  <a:lnTo>
                    <a:pt x="9437040" y="776706"/>
                  </a:lnTo>
                  <a:lnTo>
                    <a:pt x="9383533" y="764110"/>
                  </a:lnTo>
                  <a:lnTo>
                    <a:pt x="9347647" y="754651"/>
                  </a:lnTo>
                  <a:lnTo>
                    <a:pt x="9288523" y="737248"/>
                  </a:lnTo>
                  <a:lnTo>
                    <a:pt x="9231194" y="718168"/>
                  </a:lnTo>
                  <a:lnTo>
                    <a:pt x="9175020" y="697383"/>
                  </a:lnTo>
                  <a:lnTo>
                    <a:pt x="9119521" y="674916"/>
                  </a:lnTo>
                  <a:lnTo>
                    <a:pt x="9064353" y="650847"/>
                  </a:lnTo>
                  <a:lnTo>
                    <a:pt x="9009282" y="625315"/>
                  </a:lnTo>
                  <a:lnTo>
                    <a:pt x="8954170" y="598523"/>
                  </a:lnTo>
                  <a:lnTo>
                    <a:pt x="8898956" y="570728"/>
                  </a:lnTo>
                  <a:lnTo>
                    <a:pt x="8843640" y="542235"/>
                  </a:lnTo>
                  <a:lnTo>
                    <a:pt x="8788263" y="513386"/>
                  </a:lnTo>
                  <a:lnTo>
                    <a:pt x="8732886" y="484539"/>
                  </a:lnTo>
                  <a:lnTo>
                    <a:pt x="8677571" y="456053"/>
                  </a:lnTo>
                  <a:lnTo>
                    <a:pt x="8622359" y="428269"/>
                  </a:lnTo>
                  <a:lnTo>
                    <a:pt x="8567248" y="401493"/>
                  </a:lnTo>
                  <a:lnTo>
                    <a:pt x="8512177" y="375980"/>
                  </a:lnTo>
                  <a:lnTo>
                    <a:pt x="8457006" y="351932"/>
                  </a:lnTo>
                  <a:lnTo>
                    <a:pt x="8401500" y="329487"/>
                  </a:lnTo>
                  <a:lnTo>
                    <a:pt x="8345314" y="308725"/>
                  </a:lnTo>
                  <a:lnTo>
                    <a:pt x="8287966" y="289668"/>
                  </a:lnTo>
                  <a:lnTo>
                    <a:pt x="8229629" y="272512"/>
                  </a:lnTo>
                  <a:lnTo>
                    <a:pt x="8177759" y="259104"/>
                  </a:lnTo>
                  <a:lnTo>
                    <a:pt x="8123440" y="246860"/>
                  </a:lnTo>
                  <a:lnTo>
                    <a:pt x="8065987" y="235737"/>
                  </a:lnTo>
                  <a:lnTo>
                    <a:pt x="8004650" y="225657"/>
                  </a:lnTo>
                  <a:lnTo>
                    <a:pt x="7938652" y="216524"/>
                  </a:lnTo>
                  <a:lnTo>
                    <a:pt x="7867229" y="208238"/>
                  </a:lnTo>
                  <a:lnTo>
                    <a:pt x="7789687" y="200709"/>
                  </a:lnTo>
                  <a:lnTo>
                    <a:pt x="7705466" y="193854"/>
                  </a:lnTo>
                  <a:lnTo>
                    <a:pt x="7614234" y="187606"/>
                  </a:lnTo>
                  <a:lnTo>
                    <a:pt x="7516005" y="181914"/>
                  </a:lnTo>
                  <a:lnTo>
                    <a:pt x="7411277" y="176741"/>
                  </a:lnTo>
                  <a:lnTo>
                    <a:pt x="7301177" y="172068"/>
                  </a:lnTo>
                  <a:lnTo>
                    <a:pt x="7187590" y="167890"/>
                  </a:lnTo>
                  <a:lnTo>
                    <a:pt x="7073213" y="164212"/>
                  </a:lnTo>
                  <a:lnTo>
                    <a:pt x="6961487" y="161044"/>
                  </a:lnTo>
                  <a:lnTo>
                    <a:pt x="6856360" y="158396"/>
                  </a:lnTo>
                  <a:lnTo>
                    <a:pt x="6761864" y="156265"/>
                  </a:lnTo>
                  <a:lnTo>
                    <a:pt x="6681556" y="154636"/>
                  </a:lnTo>
                  <a:lnTo>
                    <a:pt x="6617923" y="153467"/>
                  </a:lnTo>
                  <a:lnTo>
                    <a:pt x="6571918" y="152699"/>
                  </a:lnTo>
                  <a:lnTo>
                    <a:pt x="6542713" y="152255"/>
                  </a:lnTo>
                  <a:lnTo>
                    <a:pt x="6527718" y="152046"/>
                  </a:lnTo>
                  <a:lnTo>
                    <a:pt x="6522774" y="151983"/>
                  </a:lnTo>
                  <a:lnTo>
                    <a:pt x="6522385" y="151978"/>
                  </a:lnTo>
                  <a:lnTo>
                    <a:pt x="5527445" y="151978"/>
                  </a:lnTo>
                  <a:lnTo>
                    <a:pt x="5526309" y="151975"/>
                  </a:lnTo>
                  <a:lnTo>
                    <a:pt x="5518811" y="151954"/>
                  </a:lnTo>
                  <a:lnTo>
                    <a:pt x="5499809" y="151897"/>
                  </a:lnTo>
                  <a:lnTo>
                    <a:pt x="5465588" y="151785"/>
                  </a:lnTo>
                  <a:lnTo>
                    <a:pt x="5414077" y="151599"/>
                  </a:lnTo>
                  <a:lnTo>
                    <a:pt x="5345007" y="151324"/>
                  </a:lnTo>
                  <a:lnTo>
                    <a:pt x="5259852" y="150949"/>
                  </a:lnTo>
                  <a:lnTo>
                    <a:pt x="5161500" y="150467"/>
                  </a:lnTo>
                  <a:lnTo>
                    <a:pt x="5053733" y="149875"/>
                  </a:lnTo>
                  <a:lnTo>
                    <a:pt x="4940629" y="149175"/>
                  </a:lnTo>
                  <a:lnTo>
                    <a:pt x="4826027" y="148367"/>
                  </a:lnTo>
                  <a:lnTo>
                    <a:pt x="4713160" y="147455"/>
                  </a:lnTo>
                  <a:lnTo>
                    <a:pt x="4604476" y="146439"/>
                  </a:lnTo>
                  <a:lnTo>
                    <a:pt x="4501614" y="145316"/>
                  </a:lnTo>
                  <a:lnTo>
                    <a:pt x="4405488" y="144082"/>
                  </a:lnTo>
                  <a:lnTo>
                    <a:pt x="4316427" y="142727"/>
                  </a:lnTo>
                  <a:lnTo>
                    <a:pt x="4234318" y="141241"/>
                  </a:lnTo>
                  <a:lnTo>
                    <a:pt x="4158741" y="139607"/>
                  </a:lnTo>
                  <a:lnTo>
                    <a:pt x="4089083" y="137808"/>
                  </a:lnTo>
                  <a:lnTo>
                    <a:pt x="4024617" y="135824"/>
                  </a:lnTo>
                  <a:lnTo>
                    <a:pt x="3964569" y="133633"/>
                  </a:lnTo>
                  <a:lnTo>
                    <a:pt x="3908161" y="131217"/>
                  </a:lnTo>
                  <a:lnTo>
                    <a:pt x="3854659" y="128560"/>
                  </a:lnTo>
                  <a:lnTo>
                    <a:pt x="3820202" y="126648"/>
                  </a:lnTo>
                  <a:lnTo>
                    <a:pt x="3758671" y="122832"/>
                  </a:lnTo>
                  <a:lnTo>
                    <a:pt x="3699057" y="118633"/>
                  </a:lnTo>
                  <a:lnTo>
                    <a:pt x="3640647" y="114046"/>
                  </a:lnTo>
                  <a:lnTo>
                    <a:pt x="3582917" y="109077"/>
                  </a:lnTo>
                  <a:lnTo>
                    <a:pt x="3525497" y="103747"/>
                  </a:lnTo>
                  <a:lnTo>
                    <a:pt x="3468143" y="98092"/>
                  </a:lnTo>
                  <a:lnTo>
                    <a:pt x="3410723" y="92164"/>
                  </a:lnTo>
                  <a:lnTo>
                    <a:pt x="3353186" y="86026"/>
                  </a:lnTo>
                  <a:lnTo>
                    <a:pt x="3295549" y="79754"/>
                  </a:lnTo>
                  <a:lnTo>
                    <a:pt x="3237870" y="73432"/>
                  </a:lnTo>
                  <a:lnTo>
                    <a:pt x="3180220" y="67144"/>
                  </a:lnTo>
                  <a:lnTo>
                    <a:pt x="3122661" y="60974"/>
                  </a:lnTo>
                  <a:lnTo>
                    <a:pt x="3065220" y="55000"/>
                  </a:lnTo>
                  <a:lnTo>
                    <a:pt x="3007861" y="49289"/>
                  </a:lnTo>
                  <a:lnTo>
                    <a:pt x="2950469" y="43893"/>
                  </a:lnTo>
                  <a:lnTo>
                    <a:pt x="2892822" y="38853"/>
                  </a:lnTo>
                  <a:lnTo>
                    <a:pt x="2834577" y="34192"/>
                  </a:lnTo>
                  <a:lnTo>
                    <a:pt x="2775243" y="29919"/>
                  </a:lnTo>
                  <a:lnTo>
                    <a:pt x="2714145" y="26030"/>
                  </a:lnTo>
                  <a:lnTo>
                    <a:pt x="2702183" y="25329"/>
                  </a:lnTo>
                  <a:lnTo>
                    <a:pt x="2650251" y="22508"/>
                  </a:lnTo>
                  <a:lnTo>
                    <a:pt x="2595862" y="19933"/>
                  </a:lnTo>
                  <a:lnTo>
                    <a:pt x="2538330" y="17593"/>
                  </a:lnTo>
                  <a:lnTo>
                    <a:pt x="2476902" y="15473"/>
                  </a:lnTo>
                  <a:lnTo>
                    <a:pt x="2410798" y="13553"/>
                  </a:lnTo>
                  <a:lnTo>
                    <a:pt x="2339252" y="11811"/>
                  </a:lnTo>
                  <a:lnTo>
                    <a:pt x="2261568" y="10228"/>
                  </a:lnTo>
                  <a:lnTo>
                    <a:pt x="2177186" y="8787"/>
                  </a:lnTo>
                  <a:lnTo>
                    <a:pt x="2085774" y="7473"/>
                  </a:lnTo>
                  <a:lnTo>
                    <a:pt x="1987351" y="6277"/>
                  </a:lnTo>
                  <a:lnTo>
                    <a:pt x="1882423" y="5190"/>
                  </a:lnTo>
                  <a:lnTo>
                    <a:pt x="1772130" y="4208"/>
                  </a:lnTo>
                  <a:lnTo>
                    <a:pt x="1658375" y="3331"/>
                  </a:lnTo>
                  <a:lnTo>
                    <a:pt x="1543876" y="2558"/>
                  </a:lnTo>
                  <a:lnTo>
                    <a:pt x="1432097" y="1894"/>
                  </a:lnTo>
                  <a:lnTo>
                    <a:pt x="1327005" y="1339"/>
                  </a:lnTo>
                  <a:lnTo>
                    <a:pt x="1232645" y="893"/>
                  </a:lnTo>
                  <a:lnTo>
                    <a:pt x="1152567" y="552"/>
                  </a:lnTo>
                  <a:lnTo>
                    <a:pt x="1089243" y="308"/>
                  </a:lnTo>
                  <a:lnTo>
                    <a:pt x="1043590" y="148"/>
                  </a:lnTo>
                  <a:lnTo>
                    <a:pt x="1014734" y="56"/>
                  </a:lnTo>
                  <a:lnTo>
                    <a:pt x="1000036" y="13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34" name="pl333"/>
            <p:cNvSpPr/>
            <p:nvPr/>
          </p:nvSpPr>
          <p:spPr>
            <a:xfrm>
              <a:off x="1199187" y="1472453"/>
              <a:ext cx="12049831" cy="875185"/>
            </a:xfrm>
            <a:custGeom>
              <a:avLst/>
              <a:pathLst>
                <a:path w="12049831" h="875185">
                  <a:moveTo>
                    <a:pt x="0" y="0"/>
                  </a:moveTo>
                  <a:lnTo>
                    <a:pt x="994940" y="0"/>
                  </a:lnTo>
                  <a:lnTo>
                    <a:pt x="996076" y="2"/>
                  </a:lnTo>
                  <a:lnTo>
                    <a:pt x="1003574" y="23"/>
                  </a:lnTo>
                  <a:lnTo>
                    <a:pt x="1022576" y="80"/>
                  </a:lnTo>
                  <a:lnTo>
                    <a:pt x="1056797" y="193"/>
                  </a:lnTo>
                  <a:lnTo>
                    <a:pt x="1108308" y="379"/>
                  </a:lnTo>
                  <a:lnTo>
                    <a:pt x="1177378" y="654"/>
                  </a:lnTo>
                  <a:lnTo>
                    <a:pt x="1262533" y="1029"/>
                  </a:lnTo>
                  <a:lnTo>
                    <a:pt x="1360885" y="1511"/>
                  </a:lnTo>
                  <a:lnTo>
                    <a:pt x="1468652" y="2102"/>
                  </a:lnTo>
                  <a:lnTo>
                    <a:pt x="1581756" y="2803"/>
                  </a:lnTo>
                  <a:lnTo>
                    <a:pt x="1696358" y="3610"/>
                  </a:lnTo>
                  <a:lnTo>
                    <a:pt x="1809225" y="4522"/>
                  </a:lnTo>
                  <a:lnTo>
                    <a:pt x="1917909" y="5539"/>
                  </a:lnTo>
                  <a:lnTo>
                    <a:pt x="2020771" y="6661"/>
                  </a:lnTo>
                  <a:lnTo>
                    <a:pt x="2116897" y="7896"/>
                  </a:lnTo>
                  <a:lnTo>
                    <a:pt x="2205958" y="9250"/>
                  </a:lnTo>
                  <a:lnTo>
                    <a:pt x="2288067" y="10736"/>
                  </a:lnTo>
                  <a:lnTo>
                    <a:pt x="2363644" y="12370"/>
                  </a:lnTo>
                  <a:lnTo>
                    <a:pt x="2433302" y="14169"/>
                  </a:lnTo>
                  <a:lnTo>
                    <a:pt x="2497768" y="16154"/>
                  </a:lnTo>
                  <a:lnTo>
                    <a:pt x="2557816" y="18344"/>
                  </a:lnTo>
                  <a:lnTo>
                    <a:pt x="2614224" y="20761"/>
                  </a:lnTo>
                  <a:lnTo>
                    <a:pt x="2667726" y="23417"/>
                  </a:lnTo>
                  <a:lnTo>
                    <a:pt x="2702183" y="25329"/>
                  </a:lnTo>
                  <a:lnTo>
                    <a:pt x="2763714" y="29145"/>
                  </a:lnTo>
                  <a:lnTo>
                    <a:pt x="2823328" y="33344"/>
                  </a:lnTo>
                  <a:lnTo>
                    <a:pt x="2881737" y="37932"/>
                  </a:lnTo>
                  <a:lnTo>
                    <a:pt x="2939468" y="42901"/>
                  </a:lnTo>
                  <a:lnTo>
                    <a:pt x="2996888" y="48231"/>
                  </a:lnTo>
                  <a:lnTo>
                    <a:pt x="3054242" y="53885"/>
                  </a:lnTo>
                  <a:lnTo>
                    <a:pt x="3111662" y="59814"/>
                  </a:lnTo>
                  <a:lnTo>
                    <a:pt x="3169199" y="65951"/>
                  </a:lnTo>
                  <a:lnTo>
                    <a:pt x="3226835" y="72223"/>
                  </a:lnTo>
                  <a:lnTo>
                    <a:pt x="3284515" y="78546"/>
                  </a:lnTo>
                  <a:lnTo>
                    <a:pt x="3342165" y="84834"/>
                  </a:lnTo>
                  <a:lnTo>
                    <a:pt x="3399724" y="91003"/>
                  </a:lnTo>
                  <a:lnTo>
                    <a:pt x="3457165" y="96977"/>
                  </a:lnTo>
                  <a:lnTo>
                    <a:pt x="3514524" y="102689"/>
                  </a:lnTo>
                  <a:lnTo>
                    <a:pt x="3571916" y="108084"/>
                  </a:lnTo>
                  <a:lnTo>
                    <a:pt x="3629563" y="113124"/>
                  </a:lnTo>
                  <a:lnTo>
                    <a:pt x="3687807" y="117785"/>
                  </a:lnTo>
                  <a:lnTo>
                    <a:pt x="3747142" y="122059"/>
                  </a:lnTo>
                  <a:lnTo>
                    <a:pt x="3808240" y="125947"/>
                  </a:lnTo>
                  <a:lnTo>
                    <a:pt x="3820202" y="126648"/>
                  </a:lnTo>
                  <a:lnTo>
                    <a:pt x="3872134" y="129469"/>
                  </a:lnTo>
                  <a:lnTo>
                    <a:pt x="3926523" y="132045"/>
                  </a:lnTo>
                  <a:lnTo>
                    <a:pt x="3984055" y="134384"/>
                  </a:lnTo>
                  <a:lnTo>
                    <a:pt x="4045483" y="136504"/>
                  </a:lnTo>
                  <a:lnTo>
                    <a:pt x="4111587" y="138425"/>
                  </a:lnTo>
                  <a:lnTo>
                    <a:pt x="4183133" y="140167"/>
                  </a:lnTo>
                  <a:lnTo>
                    <a:pt x="4260817" y="141750"/>
                  </a:lnTo>
                  <a:lnTo>
                    <a:pt x="4345199" y="143191"/>
                  </a:lnTo>
                  <a:lnTo>
                    <a:pt x="4436611" y="144504"/>
                  </a:lnTo>
                  <a:lnTo>
                    <a:pt x="4535034" y="145701"/>
                  </a:lnTo>
                  <a:lnTo>
                    <a:pt x="4639962" y="146788"/>
                  </a:lnTo>
                  <a:lnTo>
                    <a:pt x="4750255" y="147769"/>
                  </a:lnTo>
                  <a:lnTo>
                    <a:pt x="4864010" y="148647"/>
                  </a:lnTo>
                  <a:lnTo>
                    <a:pt x="4978509" y="149419"/>
                  </a:lnTo>
                  <a:lnTo>
                    <a:pt x="5090288" y="150084"/>
                  </a:lnTo>
                  <a:lnTo>
                    <a:pt x="5195380" y="150639"/>
                  </a:lnTo>
                  <a:lnTo>
                    <a:pt x="5289740" y="151085"/>
                  </a:lnTo>
                  <a:lnTo>
                    <a:pt x="5369818" y="151426"/>
                  </a:lnTo>
                  <a:lnTo>
                    <a:pt x="5433142" y="151670"/>
                  </a:lnTo>
                  <a:lnTo>
                    <a:pt x="5478795" y="151829"/>
                  </a:lnTo>
                  <a:lnTo>
                    <a:pt x="5507651" y="151921"/>
                  </a:lnTo>
                  <a:lnTo>
                    <a:pt x="5522349" y="151964"/>
                  </a:lnTo>
                  <a:lnTo>
                    <a:pt x="5527100" y="151977"/>
                  </a:lnTo>
                  <a:lnTo>
                    <a:pt x="5527445" y="151978"/>
                  </a:lnTo>
                  <a:lnTo>
                    <a:pt x="6522385" y="151978"/>
                  </a:lnTo>
                  <a:lnTo>
                    <a:pt x="6523518" y="151992"/>
                  </a:lnTo>
                  <a:lnTo>
                    <a:pt x="6530990" y="152090"/>
                  </a:lnTo>
                  <a:lnTo>
                    <a:pt x="6549929" y="152360"/>
                  </a:lnTo>
                  <a:lnTo>
                    <a:pt x="6584041" y="152894"/>
                  </a:lnTo>
                  <a:lnTo>
                    <a:pt x="6635396" y="153776"/>
                  </a:lnTo>
                  <a:lnTo>
                    <a:pt x="6704272" y="155080"/>
                  </a:lnTo>
                  <a:lnTo>
                    <a:pt x="6789212" y="156858"/>
                  </a:lnTo>
                  <a:lnTo>
                    <a:pt x="6887346" y="159145"/>
                  </a:lnTo>
                  <a:lnTo>
                    <a:pt x="6994910" y="161952"/>
                  </a:lnTo>
                  <a:lnTo>
                    <a:pt x="7107843" y="165275"/>
                  </a:lnTo>
                  <a:lnTo>
                    <a:pt x="7222312" y="169106"/>
                  </a:lnTo>
                  <a:lnTo>
                    <a:pt x="7335088" y="173435"/>
                  </a:lnTo>
                  <a:lnTo>
                    <a:pt x="7443719" y="178258"/>
                  </a:lnTo>
                  <a:lnTo>
                    <a:pt x="7546561" y="183586"/>
                  </a:lnTo>
                  <a:lnTo>
                    <a:pt x="7642692" y="189443"/>
                  </a:lnTo>
                  <a:lnTo>
                    <a:pt x="7731777" y="195869"/>
                  </a:lnTo>
                  <a:lnTo>
                    <a:pt x="7813922" y="202921"/>
                  </a:lnTo>
                  <a:lnTo>
                    <a:pt x="7889539" y="210671"/>
                  </a:lnTo>
                  <a:lnTo>
                    <a:pt x="7959236" y="219204"/>
                  </a:lnTo>
                  <a:lnTo>
                    <a:pt x="8023737" y="228614"/>
                  </a:lnTo>
                  <a:lnTo>
                    <a:pt x="8083812" y="239001"/>
                  </a:lnTo>
                  <a:lnTo>
                    <a:pt x="8140236" y="250457"/>
                  </a:lnTo>
                  <a:lnTo>
                    <a:pt x="8193744" y="263053"/>
                  </a:lnTo>
                  <a:lnTo>
                    <a:pt x="8229629" y="272512"/>
                  </a:lnTo>
                  <a:lnTo>
                    <a:pt x="8288754" y="289915"/>
                  </a:lnTo>
                  <a:lnTo>
                    <a:pt x="8346082" y="308996"/>
                  </a:lnTo>
                  <a:lnTo>
                    <a:pt x="8402257" y="329781"/>
                  </a:lnTo>
                  <a:lnTo>
                    <a:pt x="8457755" y="352247"/>
                  </a:lnTo>
                  <a:lnTo>
                    <a:pt x="8512924" y="376317"/>
                  </a:lnTo>
                  <a:lnTo>
                    <a:pt x="8567995" y="401848"/>
                  </a:lnTo>
                  <a:lnTo>
                    <a:pt x="8623107" y="428640"/>
                  </a:lnTo>
                  <a:lnTo>
                    <a:pt x="8678320" y="456436"/>
                  </a:lnTo>
                  <a:lnTo>
                    <a:pt x="8733636" y="484928"/>
                  </a:lnTo>
                  <a:lnTo>
                    <a:pt x="8789014" y="513778"/>
                  </a:lnTo>
                  <a:lnTo>
                    <a:pt x="8844391" y="542625"/>
                  </a:lnTo>
                  <a:lnTo>
                    <a:pt x="8899706" y="571110"/>
                  </a:lnTo>
                  <a:lnTo>
                    <a:pt x="8954918" y="598894"/>
                  </a:lnTo>
                  <a:lnTo>
                    <a:pt x="9010029" y="625671"/>
                  </a:lnTo>
                  <a:lnTo>
                    <a:pt x="9065100" y="651183"/>
                  </a:lnTo>
                  <a:lnTo>
                    <a:pt x="9120271" y="675231"/>
                  </a:lnTo>
                  <a:lnTo>
                    <a:pt x="9175776" y="697676"/>
                  </a:lnTo>
                  <a:lnTo>
                    <a:pt x="9231963" y="718438"/>
                  </a:lnTo>
                  <a:lnTo>
                    <a:pt x="9289311" y="737495"/>
                  </a:lnTo>
                  <a:lnTo>
                    <a:pt x="9347647" y="754651"/>
                  </a:lnTo>
                  <a:lnTo>
                    <a:pt x="9399517" y="768059"/>
                  </a:lnTo>
                  <a:lnTo>
                    <a:pt x="9453837" y="780303"/>
                  </a:lnTo>
                  <a:lnTo>
                    <a:pt x="9511289" y="791426"/>
                  </a:lnTo>
                  <a:lnTo>
                    <a:pt x="9572626" y="801506"/>
                  </a:lnTo>
                  <a:lnTo>
                    <a:pt x="9638625" y="810640"/>
                  </a:lnTo>
                  <a:lnTo>
                    <a:pt x="9710048" y="818925"/>
                  </a:lnTo>
                  <a:lnTo>
                    <a:pt x="9787590" y="826454"/>
                  </a:lnTo>
                  <a:lnTo>
                    <a:pt x="9871811" y="833309"/>
                  </a:lnTo>
                  <a:lnTo>
                    <a:pt x="9963042" y="839557"/>
                  </a:lnTo>
                  <a:lnTo>
                    <a:pt x="10061271" y="845250"/>
                  </a:lnTo>
                  <a:lnTo>
                    <a:pt x="10166000" y="850423"/>
                  </a:lnTo>
                  <a:lnTo>
                    <a:pt x="10276100" y="855095"/>
                  </a:lnTo>
                  <a:lnTo>
                    <a:pt x="10389686" y="859273"/>
                  </a:lnTo>
                  <a:lnTo>
                    <a:pt x="10504063" y="862952"/>
                  </a:lnTo>
                  <a:lnTo>
                    <a:pt x="10615790" y="866119"/>
                  </a:lnTo>
                  <a:lnTo>
                    <a:pt x="10720917" y="868768"/>
                  </a:lnTo>
                  <a:lnTo>
                    <a:pt x="10815412" y="870898"/>
                  </a:lnTo>
                  <a:lnTo>
                    <a:pt x="10895721" y="872528"/>
                  </a:lnTo>
                  <a:lnTo>
                    <a:pt x="10959354" y="873696"/>
                  </a:lnTo>
                  <a:lnTo>
                    <a:pt x="11005359" y="874464"/>
                  </a:lnTo>
                  <a:lnTo>
                    <a:pt x="11034563" y="874909"/>
                  </a:lnTo>
                  <a:lnTo>
                    <a:pt x="11049558" y="875118"/>
                  </a:lnTo>
                  <a:lnTo>
                    <a:pt x="11054503" y="875181"/>
                  </a:lnTo>
                  <a:lnTo>
                    <a:pt x="11054891" y="875185"/>
                  </a:lnTo>
                  <a:lnTo>
                    <a:pt x="12049831" y="875185"/>
                  </a:lnTo>
                  <a:lnTo>
                    <a:pt x="12049831" y="8751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5" name="pl334"/>
            <p:cNvSpPr/>
            <p:nvPr/>
          </p:nvSpPr>
          <p:spPr>
            <a:xfrm>
              <a:off x="1199187" y="1451491"/>
              <a:ext cx="12049831" cy="875185"/>
            </a:xfrm>
            <a:custGeom>
              <a:avLst/>
              <a:pathLst>
                <a:path w="12049831" h="875185">
                  <a:moveTo>
                    <a:pt x="12049831" y="875185"/>
                  </a:moveTo>
                  <a:lnTo>
                    <a:pt x="11054891" y="875185"/>
                  </a:lnTo>
                  <a:lnTo>
                    <a:pt x="11053759" y="875172"/>
                  </a:lnTo>
                  <a:lnTo>
                    <a:pt x="11046286" y="875074"/>
                  </a:lnTo>
                  <a:lnTo>
                    <a:pt x="11027348" y="874803"/>
                  </a:lnTo>
                  <a:lnTo>
                    <a:pt x="10993236" y="874269"/>
                  </a:lnTo>
                  <a:lnTo>
                    <a:pt x="10941881" y="873387"/>
                  </a:lnTo>
                  <a:lnTo>
                    <a:pt x="10873005" y="872084"/>
                  </a:lnTo>
                  <a:lnTo>
                    <a:pt x="10788064" y="870305"/>
                  </a:lnTo>
                  <a:lnTo>
                    <a:pt x="10689930" y="868018"/>
                  </a:lnTo>
                  <a:lnTo>
                    <a:pt x="10582366" y="865212"/>
                  </a:lnTo>
                  <a:lnTo>
                    <a:pt x="10469434" y="861888"/>
                  </a:lnTo>
                  <a:lnTo>
                    <a:pt x="10354964" y="858057"/>
                  </a:lnTo>
                  <a:lnTo>
                    <a:pt x="10242189" y="853728"/>
                  </a:lnTo>
                  <a:lnTo>
                    <a:pt x="10133558" y="848905"/>
                  </a:lnTo>
                  <a:lnTo>
                    <a:pt x="10030716" y="843577"/>
                  </a:lnTo>
                  <a:lnTo>
                    <a:pt x="9934585" y="837720"/>
                  </a:lnTo>
                  <a:lnTo>
                    <a:pt x="9845499" y="831294"/>
                  </a:lnTo>
                  <a:lnTo>
                    <a:pt x="9763355" y="824242"/>
                  </a:lnTo>
                  <a:lnTo>
                    <a:pt x="9687738" y="816492"/>
                  </a:lnTo>
                  <a:lnTo>
                    <a:pt x="9618040" y="807960"/>
                  </a:lnTo>
                  <a:lnTo>
                    <a:pt x="9553540" y="798549"/>
                  </a:lnTo>
                  <a:lnTo>
                    <a:pt x="9493464" y="788162"/>
                  </a:lnTo>
                  <a:lnTo>
                    <a:pt x="9437040" y="776706"/>
                  </a:lnTo>
                  <a:lnTo>
                    <a:pt x="9383533" y="764110"/>
                  </a:lnTo>
                  <a:lnTo>
                    <a:pt x="9347647" y="754651"/>
                  </a:lnTo>
                  <a:lnTo>
                    <a:pt x="9288523" y="737248"/>
                  </a:lnTo>
                  <a:lnTo>
                    <a:pt x="9231194" y="718168"/>
                  </a:lnTo>
                  <a:lnTo>
                    <a:pt x="9175020" y="697383"/>
                  </a:lnTo>
                  <a:lnTo>
                    <a:pt x="9119521" y="674916"/>
                  </a:lnTo>
                  <a:lnTo>
                    <a:pt x="9064353" y="650847"/>
                  </a:lnTo>
                  <a:lnTo>
                    <a:pt x="9009282" y="625315"/>
                  </a:lnTo>
                  <a:lnTo>
                    <a:pt x="8954170" y="598523"/>
                  </a:lnTo>
                  <a:lnTo>
                    <a:pt x="8898956" y="570728"/>
                  </a:lnTo>
                  <a:lnTo>
                    <a:pt x="8843640" y="542235"/>
                  </a:lnTo>
                  <a:lnTo>
                    <a:pt x="8788263" y="513386"/>
                  </a:lnTo>
                  <a:lnTo>
                    <a:pt x="8732886" y="484539"/>
                  </a:lnTo>
                  <a:lnTo>
                    <a:pt x="8677571" y="456053"/>
                  </a:lnTo>
                  <a:lnTo>
                    <a:pt x="8622359" y="428269"/>
                  </a:lnTo>
                  <a:lnTo>
                    <a:pt x="8567248" y="401493"/>
                  </a:lnTo>
                  <a:lnTo>
                    <a:pt x="8512177" y="375980"/>
                  </a:lnTo>
                  <a:lnTo>
                    <a:pt x="8457006" y="351932"/>
                  </a:lnTo>
                  <a:lnTo>
                    <a:pt x="8401500" y="329487"/>
                  </a:lnTo>
                  <a:lnTo>
                    <a:pt x="8345314" y="308725"/>
                  </a:lnTo>
                  <a:lnTo>
                    <a:pt x="8287966" y="289668"/>
                  </a:lnTo>
                  <a:lnTo>
                    <a:pt x="8229629" y="272512"/>
                  </a:lnTo>
                  <a:lnTo>
                    <a:pt x="8177759" y="259104"/>
                  </a:lnTo>
                  <a:lnTo>
                    <a:pt x="8123440" y="246860"/>
                  </a:lnTo>
                  <a:lnTo>
                    <a:pt x="8065987" y="235737"/>
                  </a:lnTo>
                  <a:lnTo>
                    <a:pt x="8004650" y="225657"/>
                  </a:lnTo>
                  <a:lnTo>
                    <a:pt x="7938652" y="216524"/>
                  </a:lnTo>
                  <a:lnTo>
                    <a:pt x="7867229" y="208238"/>
                  </a:lnTo>
                  <a:lnTo>
                    <a:pt x="7789687" y="200709"/>
                  </a:lnTo>
                  <a:lnTo>
                    <a:pt x="7705466" y="193854"/>
                  </a:lnTo>
                  <a:lnTo>
                    <a:pt x="7614234" y="187606"/>
                  </a:lnTo>
                  <a:lnTo>
                    <a:pt x="7516005" y="181914"/>
                  </a:lnTo>
                  <a:lnTo>
                    <a:pt x="7411277" y="176741"/>
                  </a:lnTo>
                  <a:lnTo>
                    <a:pt x="7301177" y="172068"/>
                  </a:lnTo>
                  <a:lnTo>
                    <a:pt x="7187590" y="167890"/>
                  </a:lnTo>
                  <a:lnTo>
                    <a:pt x="7073213" y="164212"/>
                  </a:lnTo>
                  <a:lnTo>
                    <a:pt x="6961487" y="161044"/>
                  </a:lnTo>
                  <a:lnTo>
                    <a:pt x="6856360" y="158396"/>
                  </a:lnTo>
                  <a:lnTo>
                    <a:pt x="6761864" y="156265"/>
                  </a:lnTo>
                  <a:lnTo>
                    <a:pt x="6681556" y="154636"/>
                  </a:lnTo>
                  <a:lnTo>
                    <a:pt x="6617923" y="153467"/>
                  </a:lnTo>
                  <a:lnTo>
                    <a:pt x="6571918" y="152699"/>
                  </a:lnTo>
                  <a:lnTo>
                    <a:pt x="6542713" y="152255"/>
                  </a:lnTo>
                  <a:lnTo>
                    <a:pt x="6527718" y="152046"/>
                  </a:lnTo>
                  <a:lnTo>
                    <a:pt x="6522774" y="151983"/>
                  </a:lnTo>
                  <a:lnTo>
                    <a:pt x="6522385" y="151978"/>
                  </a:lnTo>
                  <a:lnTo>
                    <a:pt x="5527445" y="151978"/>
                  </a:lnTo>
                  <a:lnTo>
                    <a:pt x="5526309" y="151975"/>
                  </a:lnTo>
                  <a:lnTo>
                    <a:pt x="5518811" y="151954"/>
                  </a:lnTo>
                  <a:lnTo>
                    <a:pt x="5499809" y="151897"/>
                  </a:lnTo>
                  <a:lnTo>
                    <a:pt x="5465588" y="151785"/>
                  </a:lnTo>
                  <a:lnTo>
                    <a:pt x="5414077" y="151599"/>
                  </a:lnTo>
                  <a:lnTo>
                    <a:pt x="5345007" y="151324"/>
                  </a:lnTo>
                  <a:lnTo>
                    <a:pt x="5259852" y="150949"/>
                  </a:lnTo>
                  <a:lnTo>
                    <a:pt x="5161500" y="150467"/>
                  </a:lnTo>
                  <a:lnTo>
                    <a:pt x="5053733" y="149875"/>
                  </a:lnTo>
                  <a:lnTo>
                    <a:pt x="4940629" y="149175"/>
                  </a:lnTo>
                  <a:lnTo>
                    <a:pt x="4826027" y="148367"/>
                  </a:lnTo>
                  <a:lnTo>
                    <a:pt x="4713160" y="147455"/>
                  </a:lnTo>
                  <a:lnTo>
                    <a:pt x="4604476" y="146439"/>
                  </a:lnTo>
                  <a:lnTo>
                    <a:pt x="4501614" y="145316"/>
                  </a:lnTo>
                  <a:lnTo>
                    <a:pt x="4405488" y="144082"/>
                  </a:lnTo>
                  <a:lnTo>
                    <a:pt x="4316427" y="142727"/>
                  </a:lnTo>
                  <a:lnTo>
                    <a:pt x="4234318" y="141241"/>
                  </a:lnTo>
                  <a:lnTo>
                    <a:pt x="4158741" y="139607"/>
                  </a:lnTo>
                  <a:lnTo>
                    <a:pt x="4089083" y="137808"/>
                  </a:lnTo>
                  <a:lnTo>
                    <a:pt x="4024617" y="135824"/>
                  </a:lnTo>
                  <a:lnTo>
                    <a:pt x="3964569" y="133633"/>
                  </a:lnTo>
                  <a:lnTo>
                    <a:pt x="3908161" y="131217"/>
                  </a:lnTo>
                  <a:lnTo>
                    <a:pt x="3854659" y="128560"/>
                  </a:lnTo>
                  <a:lnTo>
                    <a:pt x="3820202" y="126648"/>
                  </a:lnTo>
                  <a:lnTo>
                    <a:pt x="3758671" y="122832"/>
                  </a:lnTo>
                  <a:lnTo>
                    <a:pt x="3699057" y="118633"/>
                  </a:lnTo>
                  <a:lnTo>
                    <a:pt x="3640647" y="114046"/>
                  </a:lnTo>
                  <a:lnTo>
                    <a:pt x="3582917" y="109077"/>
                  </a:lnTo>
                  <a:lnTo>
                    <a:pt x="3525497" y="103747"/>
                  </a:lnTo>
                  <a:lnTo>
                    <a:pt x="3468143" y="98092"/>
                  </a:lnTo>
                  <a:lnTo>
                    <a:pt x="3410723" y="92164"/>
                  </a:lnTo>
                  <a:lnTo>
                    <a:pt x="3353186" y="86026"/>
                  </a:lnTo>
                  <a:lnTo>
                    <a:pt x="3295549" y="79754"/>
                  </a:lnTo>
                  <a:lnTo>
                    <a:pt x="3237870" y="73432"/>
                  </a:lnTo>
                  <a:lnTo>
                    <a:pt x="3180220" y="67144"/>
                  </a:lnTo>
                  <a:lnTo>
                    <a:pt x="3122661" y="60974"/>
                  </a:lnTo>
                  <a:lnTo>
                    <a:pt x="3065220" y="55000"/>
                  </a:lnTo>
                  <a:lnTo>
                    <a:pt x="3007861" y="49289"/>
                  </a:lnTo>
                  <a:lnTo>
                    <a:pt x="2950469" y="43893"/>
                  </a:lnTo>
                  <a:lnTo>
                    <a:pt x="2892822" y="38853"/>
                  </a:lnTo>
                  <a:lnTo>
                    <a:pt x="2834577" y="34192"/>
                  </a:lnTo>
                  <a:lnTo>
                    <a:pt x="2775243" y="29919"/>
                  </a:lnTo>
                  <a:lnTo>
                    <a:pt x="2714145" y="26030"/>
                  </a:lnTo>
                  <a:lnTo>
                    <a:pt x="2702183" y="25329"/>
                  </a:lnTo>
                  <a:lnTo>
                    <a:pt x="2650251" y="22508"/>
                  </a:lnTo>
                  <a:lnTo>
                    <a:pt x="2595862" y="19933"/>
                  </a:lnTo>
                  <a:lnTo>
                    <a:pt x="2538330" y="17593"/>
                  </a:lnTo>
                  <a:lnTo>
                    <a:pt x="2476902" y="15473"/>
                  </a:lnTo>
                  <a:lnTo>
                    <a:pt x="2410798" y="13553"/>
                  </a:lnTo>
                  <a:lnTo>
                    <a:pt x="2339252" y="11811"/>
                  </a:lnTo>
                  <a:lnTo>
                    <a:pt x="2261568" y="10228"/>
                  </a:lnTo>
                  <a:lnTo>
                    <a:pt x="2177186" y="8787"/>
                  </a:lnTo>
                  <a:lnTo>
                    <a:pt x="2085774" y="7473"/>
                  </a:lnTo>
                  <a:lnTo>
                    <a:pt x="1987351" y="6277"/>
                  </a:lnTo>
                  <a:lnTo>
                    <a:pt x="1882423" y="5190"/>
                  </a:lnTo>
                  <a:lnTo>
                    <a:pt x="1772130" y="4208"/>
                  </a:lnTo>
                  <a:lnTo>
                    <a:pt x="1658375" y="3331"/>
                  </a:lnTo>
                  <a:lnTo>
                    <a:pt x="1543876" y="2558"/>
                  </a:lnTo>
                  <a:lnTo>
                    <a:pt x="1432097" y="1894"/>
                  </a:lnTo>
                  <a:lnTo>
                    <a:pt x="1327005" y="1339"/>
                  </a:lnTo>
                  <a:lnTo>
                    <a:pt x="1232645" y="893"/>
                  </a:lnTo>
                  <a:lnTo>
                    <a:pt x="1152567" y="552"/>
                  </a:lnTo>
                  <a:lnTo>
                    <a:pt x="1089243" y="308"/>
                  </a:lnTo>
                  <a:lnTo>
                    <a:pt x="1043590" y="148"/>
                  </a:lnTo>
                  <a:lnTo>
                    <a:pt x="1014734" y="56"/>
                  </a:lnTo>
                  <a:lnTo>
                    <a:pt x="1000036" y="13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6" name="pg335"/>
            <p:cNvSpPr/>
            <p:nvPr/>
          </p:nvSpPr>
          <p:spPr>
            <a:xfrm>
              <a:off x="1199187" y="1472453"/>
              <a:ext cx="12049831" cy="1111014"/>
            </a:xfrm>
            <a:custGeom>
              <a:avLst/>
              <a:pathLst>
                <a:path w="12049831" h="1111014">
                  <a:moveTo>
                    <a:pt x="0" y="36684"/>
                  </a:moveTo>
                  <a:lnTo>
                    <a:pt x="994940" y="36684"/>
                  </a:lnTo>
                  <a:lnTo>
                    <a:pt x="996076" y="36687"/>
                  </a:lnTo>
                  <a:lnTo>
                    <a:pt x="1003574" y="36708"/>
                  </a:lnTo>
                  <a:lnTo>
                    <a:pt x="1022576" y="36765"/>
                  </a:lnTo>
                  <a:lnTo>
                    <a:pt x="1056797" y="36877"/>
                  </a:lnTo>
                  <a:lnTo>
                    <a:pt x="1108308" y="37063"/>
                  </a:lnTo>
                  <a:lnTo>
                    <a:pt x="1177378" y="37338"/>
                  </a:lnTo>
                  <a:lnTo>
                    <a:pt x="1262533" y="37713"/>
                  </a:lnTo>
                  <a:lnTo>
                    <a:pt x="1360885" y="38195"/>
                  </a:lnTo>
                  <a:lnTo>
                    <a:pt x="1468652" y="38787"/>
                  </a:lnTo>
                  <a:lnTo>
                    <a:pt x="1581756" y="39487"/>
                  </a:lnTo>
                  <a:lnTo>
                    <a:pt x="1696358" y="40295"/>
                  </a:lnTo>
                  <a:lnTo>
                    <a:pt x="1809225" y="41207"/>
                  </a:lnTo>
                  <a:lnTo>
                    <a:pt x="1917909" y="42223"/>
                  </a:lnTo>
                  <a:lnTo>
                    <a:pt x="2020771" y="43346"/>
                  </a:lnTo>
                  <a:lnTo>
                    <a:pt x="2116897" y="44580"/>
                  </a:lnTo>
                  <a:lnTo>
                    <a:pt x="2205958" y="45934"/>
                  </a:lnTo>
                  <a:lnTo>
                    <a:pt x="2288067" y="47421"/>
                  </a:lnTo>
                  <a:lnTo>
                    <a:pt x="2363644" y="49055"/>
                  </a:lnTo>
                  <a:lnTo>
                    <a:pt x="2433302" y="50854"/>
                  </a:lnTo>
                  <a:lnTo>
                    <a:pt x="2497768" y="52838"/>
                  </a:lnTo>
                  <a:lnTo>
                    <a:pt x="2557816" y="55029"/>
                  </a:lnTo>
                  <a:lnTo>
                    <a:pt x="2614224" y="57445"/>
                  </a:lnTo>
                  <a:lnTo>
                    <a:pt x="2667726" y="60102"/>
                  </a:lnTo>
                  <a:lnTo>
                    <a:pt x="2702183" y="62014"/>
                  </a:lnTo>
                  <a:lnTo>
                    <a:pt x="2763714" y="65830"/>
                  </a:lnTo>
                  <a:lnTo>
                    <a:pt x="2823328" y="70029"/>
                  </a:lnTo>
                  <a:lnTo>
                    <a:pt x="2881737" y="74616"/>
                  </a:lnTo>
                  <a:lnTo>
                    <a:pt x="2939468" y="79585"/>
                  </a:lnTo>
                  <a:lnTo>
                    <a:pt x="2996888" y="84915"/>
                  </a:lnTo>
                  <a:lnTo>
                    <a:pt x="3054242" y="90570"/>
                  </a:lnTo>
                  <a:lnTo>
                    <a:pt x="3111662" y="96498"/>
                  </a:lnTo>
                  <a:lnTo>
                    <a:pt x="3169199" y="102636"/>
                  </a:lnTo>
                  <a:lnTo>
                    <a:pt x="3226835" y="108908"/>
                  </a:lnTo>
                  <a:lnTo>
                    <a:pt x="3284515" y="115230"/>
                  </a:lnTo>
                  <a:lnTo>
                    <a:pt x="3342165" y="121518"/>
                  </a:lnTo>
                  <a:lnTo>
                    <a:pt x="3399724" y="127688"/>
                  </a:lnTo>
                  <a:lnTo>
                    <a:pt x="3457165" y="133662"/>
                  </a:lnTo>
                  <a:lnTo>
                    <a:pt x="3514524" y="139373"/>
                  </a:lnTo>
                  <a:lnTo>
                    <a:pt x="3571916" y="144768"/>
                  </a:lnTo>
                  <a:lnTo>
                    <a:pt x="3629563" y="149809"/>
                  </a:lnTo>
                  <a:lnTo>
                    <a:pt x="3687807" y="154470"/>
                  </a:lnTo>
                  <a:lnTo>
                    <a:pt x="3747142" y="158743"/>
                  </a:lnTo>
                  <a:lnTo>
                    <a:pt x="3808240" y="162631"/>
                  </a:lnTo>
                  <a:lnTo>
                    <a:pt x="3820202" y="163333"/>
                  </a:lnTo>
                  <a:lnTo>
                    <a:pt x="3872134" y="166153"/>
                  </a:lnTo>
                  <a:lnTo>
                    <a:pt x="3926523" y="168729"/>
                  </a:lnTo>
                  <a:lnTo>
                    <a:pt x="3984055" y="171069"/>
                  </a:lnTo>
                  <a:lnTo>
                    <a:pt x="4045483" y="173189"/>
                  </a:lnTo>
                  <a:lnTo>
                    <a:pt x="4111587" y="175109"/>
                  </a:lnTo>
                  <a:lnTo>
                    <a:pt x="4183133" y="176851"/>
                  </a:lnTo>
                  <a:lnTo>
                    <a:pt x="4260817" y="178434"/>
                  </a:lnTo>
                  <a:lnTo>
                    <a:pt x="4345199" y="179875"/>
                  </a:lnTo>
                  <a:lnTo>
                    <a:pt x="4436611" y="181189"/>
                  </a:lnTo>
                  <a:lnTo>
                    <a:pt x="4535034" y="182385"/>
                  </a:lnTo>
                  <a:lnTo>
                    <a:pt x="4639962" y="183472"/>
                  </a:lnTo>
                  <a:lnTo>
                    <a:pt x="4750255" y="184454"/>
                  </a:lnTo>
                  <a:lnTo>
                    <a:pt x="4864010" y="185331"/>
                  </a:lnTo>
                  <a:lnTo>
                    <a:pt x="4978509" y="186103"/>
                  </a:lnTo>
                  <a:lnTo>
                    <a:pt x="5090288" y="186768"/>
                  </a:lnTo>
                  <a:lnTo>
                    <a:pt x="5195380" y="187323"/>
                  </a:lnTo>
                  <a:lnTo>
                    <a:pt x="5289740" y="187769"/>
                  </a:lnTo>
                  <a:lnTo>
                    <a:pt x="5369818" y="188110"/>
                  </a:lnTo>
                  <a:lnTo>
                    <a:pt x="5433142" y="188354"/>
                  </a:lnTo>
                  <a:lnTo>
                    <a:pt x="5478795" y="188514"/>
                  </a:lnTo>
                  <a:lnTo>
                    <a:pt x="5507651" y="188606"/>
                  </a:lnTo>
                  <a:lnTo>
                    <a:pt x="5522349" y="188649"/>
                  </a:lnTo>
                  <a:lnTo>
                    <a:pt x="5527100" y="188661"/>
                  </a:lnTo>
                  <a:lnTo>
                    <a:pt x="5527445" y="188662"/>
                  </a:lnTo>
                  <a:lnTo>
                    <a:pt x="6522385" y="188662"/>
                  </a:lnTo>
                  <a:lnTo>
                    <a:pt x="6523515" y="188680"/>
                  </a:lnTo>
                  <a:lnTo>
                    <a:pt x="6530971" y="188805"/>
                  </a:lnTo>
                  <a:lnTo>
                    <a:pt x="6549868" y="189149"/>
                  </a:lnTo>
                  <a:lnTo>
                    <a:pt x="6583909" y="189828"/>
                  </a:lnTo>
                  <a:lnTo>
                    <a:pt x="6635162" y="190951"/>
                  </a:lnTo>
                  <a:lnTo>
                    <a:pt x="6703912" y="192609"/>
                  </a:lnTo>
                  <a:lnTo>
                    <a:pt x="6788712" y="194873"/>
                  </a:lnTo>
                  <a:lnTo>
                    <a:pt x="6886704" y="197783"/>
                  </a:lnTo>
                  <a:lnTo>
                    <a:pt x="6994136" y="201355"/>
                  </a:lnTo>
                  <a:lnTo>
                    <a:pt x="7106956" y="205586"/>
                  </a:lnTo>
                  <a:lnTo>
                    <a:pt x="7221339" y="210463"/>
                  </a:lnTo>
                  <a:lnTo>
                    <a:pt x="7334054" y="215973"/>
                  </a:lnTo>
                  <a:lnTo>
                    <a:pt x="7442650" y="222114"/>
                  </a:lnTo>
                  <a:lnTo>
                    <a:pt x="7545479" y="228897"/>
                  </a:lnTo>
                  <a:lnTo>
                    <a:pt x="7641614" y="236353"/>
                  </a:lnTo>
                  <a:lnTo>
                    <a:pt x="7730715" y="244533"/>
                  </a:lnTo>
                  <a:lnTo>
                    <a:pt x="7812883" y="253509"/>
                  </a:lnTo>
                  <a:lnTo>
                    <a:pt x="7888525" y="263373"/>
                  </a:lnTo>
                  <a:lnTo>
                    <a:pt x="7958249" y="274231"/>
                  </a:lnTo>
                  <a:lnTo>
                    <a:pt x="8022772" y="286206"/>
                  </a:lnTo>
                  <a:lnTo>
                    <a:pt x="8082865" y="299422"/>
                  </a:lnTo>
                  <a:lnTo>
                    <a:pt x="8139300" y="313998"/>
                  </a:lnTo>
                  <a:lnTo>
                    <a:pt x="8192811" y="330024"/>
                  </a:lnTo>
                  <a:lnTo>
                    <a:pt x="8229629" y="342388"/>
                  </a:lnTo>
                  <a:lnTo>
                    <a:pt x="8287408" y="364045"/>
                  </a:lnTo>
                  <a:lnTo>
                    <a:pt x="8343457" y="387742"/>
                  </a:lnTo>
                  <a:lnTo>
                    <a:pt x="8398381" y="413514"/>
                  </a:lnTo>
                  <a:lnTo>
                    <a:pt x="8452633" y="441337"/>
                  </a:lnTo>
                  <a:lnTo>
                    <a:pt x="8506545" y="471122"/>
                  </a:lnTo>
                  <a:lnTo>
                    <a:pt x="8560343" y="502710"/>
                  </a:lnTo>
                  <a:lnTo>
                    <a:pt x="8614167" y="535872"/>
                  </a:lnTo>
                  <a:lnTo>
                    <a:pt x="8668083" y="570310"/>
                  </a:lnTo>
                  <a:lnTo>
                    <a:pt x="8722101" y="605669"/>
                  </a:lnTo>
                  <a:lnTo>
                    <a:pt x="8776188" y="641551"/>
                  </a:lnTo>
                  <a:lnTo>
                    <a:pt x="8830289" y="677533"/>
                  </a:lnTo>
                  <a:lnTo>
                    <a:pt x="8884344" y="713184"/>
                  </a:lnTo>
                  <a:lnTo>
                    <a:pt x="8938309" y="748093"/>
                  </a:lnTo>
                  <a:lnTo>
                    <a:pt x="8992171" y="781883"/>
                  </a:lnTo>
                  <a:lnTo>
                    <a:pt x="9045968" y="814228"/>
                  </a:lnTo>
                  <a:lnTo>
                    <a:pt x="9099805" y="844867"/>
                  </a:lnTo>
                  <a:lnTo>
                    <a:pt x="9153866" y="873609"/>
                  </a:lnTo>
                  <a:lnTo>
                    <a:pt x="9208432" y="900331"/>
                  </a:lnTo>
                  <a:lnTo>
                    <a:pt x="9263898" y="924982"/>
                  </a:lnTo>
                  <a:lnTo>
                    <a:pt x="9320795" y="947570"/>
                  </a:lnTo>
                  <a:lnTo>
                    <a:pt x="9347647" y="957289"/>
                  </a:lnTo>
                  <a:lnTo>
                    <a:pt x="9399476" y="974376"/>
                  </a:lnTo>
                  <a:lnTo>
                    <a:pt x="9453750" y="989982"/>
                  </a:lnTo>
                  <a:lnTo>
                    <a:pt x="9511151" y="1004159"/>
                  </a:lnTo>
                  <a:lnTo>
                    <a:pt x="9572429" y="1017008"/>
                  </a:lnTo>
                  <a:lnTo>
                    <a:pt x="9638359" y="1028652"/>
                  </a:lnTo>
                  <a:lnTo>
                    <a:pt x="9709702" y="1039214"/>
                  </a:lnTo>
                  <a:lnTo>
                    <a:pt x="9787151" y="1048814"/>
                  </a:lnTo>
                  <a:lnTo>
                    <a:pt x="9871267" y="1057555"/>
                  </a:lnTo>
                  <a:lnTo>
                    <a:pt x="9962381" y="1065522"/>
                  </a:lnTo>
                  <a:lnTo>
                    <a:pt x="10060484" y="1072781"/>
                  </a:lnTo>
                  <a:lnTo>
                    <a:pt x="10165082" y="1079379"/>
                  </a:lnTo>
                  <a:lnTo>
                    <a:pt x="10275056" y="1085339"/>
                  </a:lnTo>
                  <a:lnTo>
                    <a:pt x="10388532" y="1090670"/>
                  </a:lnTo>
                  <a:lnTo>
                    <a:pt x="10502829" y="1095364"/>
                  </a:lnTo>
                  <a:lnTo>
                    <a:pt x="10614520" y="1099408"/>
                  </a:lnTo>
                  <a:lnTo>
                    <a:pt x="10719670" y="1102791"/>
                  </a:lnTo>
                  <a:lnTo>
                    <a:pt x="10814252" y="1105514"/>
                  </a:lnTo>
                  <a:lnTo>
                    <a:pt x="10894711" y="1107600"/>
                  </a:lnTo>
                  <a:lnTo>
                    <a:pt x="10958544" y="1109097"/>
                  </a:lnTo>
                  <a:lnTo>
                    <a:pt x="11004778" y="1110082"/>
                  </a:lnTo>
                  <a:lnTo>
                    <a:pt x="11034211" y="1110655"/>
                  </a:lnTo>
                  <a:lnTo>
                    <a:pt x="11049401" y="1110925"/>
                  </a:lnTo>
                  <a:lnTo>
                    <a:pt x="11054473" y="1111008"/>
                  </a:lnTo>
                  <a:lnTo>
                    <a:pt x="11054891" y="1111014"/>
                  </a:lnTo>
                  <a:lnTo>
                    <a:pt x="12049831" y="1111014"/>
                  </a:lnTo>
                  <a:lnTo>
                    <a:pt x="12049831" y="1074329"/>
                  </a:lnTo>
                  <a:lnTo>
                    <a:pt x="11054891" y="1074329"/>
                  </a:lnTo>
                  <a:lnTo>
                    <a:pt x="11053761" y="1074312"/>
                  </a:lnTo>
                  <a:lnTo>
                    <a:pt x="11046305" y="1074187"/>
                  </a:lnTo>
                  <a:lnTo>
                    <a:pt x="11027408" y="1073843"/>
                  </a:lnTo>
                  <a:lnTo>
                    <a:pt x="10993368" y="1073164"/>
                  </a:lnTo>
                  <a:lnTo>
                    <a:pt x="10942114" y="1072041"/>
                  </a:lnTo>
                  <a:lnTo>
                    <a:pt x="10873364" y="1070383"/>
                  </a:lnTo>
                  <a:lnTo>
                    <a:pt x="10788564" y="1068119"/>
                  </a:lnTo>
                  <a:lnTo>
                    <a:pt x="10690572" y="1065209"/>
                  </a:lnTo>
                  <a:lnTo>
                    <a:pt x="10583140" y="1061637"/>
                  </a:lnTo>
                  <a:lnTo>
                    <a:pt x="10470320" y="1057406"/>
                  </a:lnTo>
                  <a:lnTo>
                    <a:pt x="10355937" y="1052529"/>
                  </a:lnTo>
                  <a:lnTo>
                    <a:pt x="10243222" y="1047018"/>
                  </a:lnTo>
                  <a:lnTo>
                    <a:pt x="10134626" y="1040878"/>
                  </a:lnTo>
                  <a:lnTo>
                    <a:pt x="10031797" y="1034095"/>
                  </a:lnTo>
                  <a:lnTo>
                    <a:pt x="9935662" y="1026639"/>
                  </a:lnTo>
                  <a:lnTo>
                    <a:pt x="9846561" y="1018459"/>
                  </a:lnTo>
                  <a:lnTo>
                    <a:pt x="9764394" y="1009483"/>
                  </a:lnTo>
                  <a:lnTo>
                    <a:pt x="9688751" y="999619"/>
                  </a:lnTo>
                  <a:lnTo>
                    <a:pt x="9619028" y="988760"/>
                  </a:lnTo>
                  <a:lnTo>
                    <a:pt x="9554504" y="976786"/>
                  </a:lnTo>
                  <a:lnTo>
                    <a:pt x="9494411" y="963570"/>
                  </a:lnTo>
                  <a:lnTo>
                    <a:pt x="9437976" y="948994"/>
                  </a:lnTo>
                  <a:lnTo>
                    <a:pt x="9384466" y="932968"/>
                  </a:lnTo>
                  <a:lnTo>
                    <a:pt x="9347647" y="920604"/>
                  </a:lnTo>
                  <a:lnTo>
                    <a:pt x="9289869" y="898947"/>
                  </a:lnTo>
                  <a:lnTo>
                    <a:pt x="9233820" y="875250"/>
                  </a:lnTo>
                  <a:lnTo>
                    <a:pt x="9178896" y="849478"/>
                  </a:lnTo>
                  <a:lnTo>
                    <a:pt x="9124644" y="821655"/>
                  </a:lnTo>
                  <a:lnTo>
                    <a:pt x="9070732" y="791870"/>
                  </a:lnTo>
                  <a:lnTo>
                    <a:pt x="9016934" y="760282"/>
                  </a:lnTo>
                  <a:lnTo>
                    <a:pt x="8963110" y="727120"/>
                  </a:lnTo>
                  <a:lnTo>
                    <a:pt x="8909193" y="692682"/>
                  </a:lnTo>
                  <a:lnTo>
                    <a:pt x="8855176" y="657323"/>
                  </a:lnTo>
                  <a:lnTo>
                    <a:pt x="8801089" y="621441"/>
                  </a:lnTo>
                  <a:lnTo>
                    <a:pt x="8746988" y="585459"/>
                  </a:lnTo>
                  <a:lnTo>
                    <a:pt x="8692933" y="549808"/>
                  </a:lnTo>
                  <a:lnTo>
                    <a:pt x="8638968" y="514898"/>
                  </a:lnTo>
                  <a:lnTo>
                    <a:pt x="8585106" y="481109"/>
                  </a:lnTo>
                  <a:lnTo>
                    <a:pt x="8531308" y="448764"/>
                  </a:lnTo>
                  <a:lnTo>
                    <a:pt x="8477471" y="418125"/>
                  </a:lnTo>
                  <a:lnTo>
                    <a:pt x="8423410" y="389383"/>
                  </a:lnTo>
                  <a:lnTo>
                    <a:pt x="8368844" y="362661"/>
                  </a:lnTo>
                  <a:lnTo>
                    <a:pt x="8313378" y="338010"/>
                  </a:lnTo>
                  <a:lnTo>
                    <a:pt x="8256481" y="315422"/>
                  </a:lnTo>
                  <a:lnTo>
                    <a:pt x="8229629" y="305703"/>
                  </a:lnTo>
                  <a:lnTo>
                    <a:pt x="8177800" y="288616"/>
                  </a:lnTo>
                  <a:lnTo>
                    <a:pt x="8123526" y="273010"/>
                  </a:lnTo>
                  <a:lnTo>
                    <a:pt x="8066125" y="258833"/>
                  </a:lnTo>
                  <a:lnTo>
                    <a:pt x="8004847" y="245984"/>
                  </a:lnTo>
                  <a:lnTo>
                    <a:pt x="7938918" y="234340"/>
                  </a:lnTo>
                  <a:lnTo>
                    <a:pt x="7867575" y="223777"/>
                  </a:lnTo>
                  <a:lnTo>
                    <a:pt x="7790125" y="214178"/>
                  </a:lnTo>
                  <a:lnTo>
                    <a:pt x="7706010" y="205437"/>
                  </a:lnTo>
                  <a:lnTo>
                    <a:pt x="7614895" y="197470"/>
                  </a:lnTo>
                  <a:lnTo>
                    <a:pt x="7516793" y="190210"/>
                  </a:lnTo>
                  <a:lnTo>
                    <a:pt x="7412195" y="183613"/>
                  </a:lnTo>
                  <a:lnTo>
                    <a:pt x="7302221" y="177652"/>
                  </a:lnTo>
                  <a:lnTo>
                    <a:pt x="7188744" y="172322"/>
                  </a:lnTo>
                  <a:lnTo>
                    <a:pt x="7074447" y="167628"/>
                  </a:lnTo>
                  <a:lnTo>
                    <a:pt x="6962756" y="163584"/>
                  </a:lnTo>
                  <a:lnTo>
                    <a:pt x="6857607" y="160201"/>
                  </a:lnTo>
                  <a:lnTo>
                    <a:pt x="6763025" y="157478"/>
                  </a:lnTo>
                  <a:lnTo>
                    <a:pt x="6682566" y="155392"/>
                  </a:lnTo>
                  <a:lnTo>
                    <a:pt x="6618733" y="153895"/>
                  </a:lnTo>
                  <a:lnTo>
                    <a:pt x="6572499" y="152909"/>
                  </a:lnTo>
                  <a:lnTo>
                    <a:pt x="6543066" y="152337"/>
                  </a:lnTo>
                  <a:lnTo>
                    <a:pt x="6527876" y="152067"/>
                  </a:lnTo>
                  <a:lnTo>
                    <a:pt x="6522804" y="151984"/>
                  </a:lnTo>
                  <a:lnTo>
                    <a:pt x="6522385" y="151978"/>
                  </a:lnTo>
                  <a:lnTo>
                    <a:pt x="5527445" y="151978"/>
                  </a:lnTo>
                  <a:lnTo>
                    <a:pt x="5526309" y="151975"/>
                  </a:lnTo>
                  <a:lnTo>
                    <a:pt x="5518811" y="151954"/>
                  </a:lnTo>
                  <a:lnTo>
                    <a:pt x="5499809" y="151897"/>
                  </a:lnTo>
                  <a:lnTo>
                    <a:pt x="5465588" y="151785"/>
                  </a:lnTo>
                  <a:lnTo>
                    <a:pt x="5414077" y="151599"/>
                  </a:lnTo>
                  <a:lnTo>
                    <a:pt x="5345007" y="151324"/>
                  </a:lnTo>
                  <a:lnTo>
                    <a:pt x="5259852" y="150949"/>
                  </a:lnTo>
                  <a:lnTo>
                    <a:pt x="5161500" y="150467"/>
                  </a:lnTo>
                  <a:lnTo>
                    <a:pt x="5053733" y="149875"/>
                  </a:lnTo>
                  <a:lnTo>
                    <a:pt x="4940629" y="149175"/>
                  </a:lnTo>
                  <a:lnTo>
                    <a:pt x="4826027" y="148367"/>
                  </a:lnTo>
                  <a:lnTo>
                    <a:pt x="4713160" y="147455"/>
                  </a:lnTo>
                  <a:lnTo>
                    <a:pt x="4604476" y="146439"/>
                  </a:lnTo>
                  <a:lnTo>
                    <a:pt x="4501614" y="145316"/>
                  </a:lnTo>
                  <a:lnTo>
                    <a:pt x="4405488" y="144082"/>
                  </a:lnTo>
                  <a:lnTo>
                    <a:pt x="4316427" y="142727"/>
                  </a:lnTo>
                  <a:lnTo>
                    <a:pt x="4234318" y="141241"/>
                  </a:lnTo>
                  <a:lnTo>
                    <a:pt x="4158741" y="139607"/>
                  </a:lnTo>
                  <a:lnTo>
                    <a:pt x="4089083" y="137808"/>
                  </a:lnTo>
                  <a:lnTo>
                    <a:pt x="4024617" y="135824"/>
                  </a:lnTo>
                  <a:lnTo>
                    <a:pt x="3964569" y="133633"/>
                  </a:lnTo>
                  <a:lnTo>
                    <a:pt x="3908161" y="131217"/>
                  </a:lnTo>
                  <a:lnTo>
                    <a:pt x="3854659" y="128560"/>
                  </a:lnTo>
                  <a:lnTo>
                    <a:pt x="3820202" y="126648"/>
                  </a:lnTo>
                  <a:lnTo>
                    <a:pt x="3758671" y="122832"/>
                  </a:lnTo>
                  <a:lnTo>
                    <a:pt x="3699057" y="118633"/>
                  </a:lnTo>
                  <a:lnTo>
                    <a:pt x="3640647" y="114046"/>
                  </a:lnTo>
                  <a:lnTo>
                    <a:pt x="3582917" y="109077"/>
                  </a:lnTo>
                  <a:lnTo>
                    <a:pt x="3525497" y="103747"/>
                  </a:lnTo>
                  <a:lnTo>
                    <a:pt x="3468143" y="98092"/>
                  </a:lnTo>
                  <a:lnTo>
                    <a:pt x="3410723" y="92164"/>
                  </a:lnTo>
                  <a:lnTo>
                    <a:pt x="3353186" y="86026"/>
                  </a:lnTo>
                  <a:lnTo>
                    <a:pt x="3295549" y="79754"/>
                  </a:lnTo>
                  <a:lnTo>
                    <a:pt x="3237870" y="73432"/>
                  </a:lnTo>
                  <a:lnTo>
                    <a:pt x="3180220" y="67144"/>
                  </a:lnTo>
                  <a:lnTo>
                    <a:pt x="3122661" y="60974"/>
                  </a:lnTo>
                  <a:lnTo>
                    <a:pt x="3065220" y="55000"/>
                  </a:lnTo>
                  <a:lnTo>
                    <a:pt x="3007861" y="49289"/>
                  </a:lnTo>
                  <a:lnTo>
                    <a:pt x="2950469" y="43893"/>
                  </a:lnTo>
                  <a:lnTo>
                    <a:pt x="2892822" y="38853"/>
                  </a:lnTo>
                  <a:lnTo>
                    <a:pt x="2834577" y="34192"/>
                  </a:lnTo>
                  <a:lnTo>
                    <a:pt x="2775243" y="29919"/>
                  </a:lnTo>
                  <a:lnTo>
                    <a:pt x="2714145" y="26030"/>
                  </a:lnTo>
                  <a:lnTo>
                    <a:pt x="2702183" y="25329"/>
                  </a:lnTo>
                  <a:lnTo>
                    <a:pt x="2650251" y="22508"/>
                  </a:lnTo>
                  <a:lnTo>
                    <a:pt x="2595862" y="19933"/>
                  </a:lnTo>
                  <a:lnTo>
                    <a:pt x="2538330" y="17593"/>
                  </a:lnTo>
                  <a:lnTo>
                    <a:pt x="2476902" y="15473"/>
                  </a:lnTo>
                  <a:lnTo>
                    <a:pt x="2410798" y="13553"/>
                  </a:lnTo>
                  <a:lnTo>
                    <a:pt x="2339252" y="11811"/>
                  </a:lnTo>
                  <a:lnTo>
                    <a:pt x="2261568" y="10228"/>
                  </a:lnTo>
                  <a:lnTo>
                    <a:pt x="2177186" y="8787"/>
                  </a:lnTo>
                  <a:lnTo>
                    <a:pt x="2085774" y="7473"/>
                  </a:lnTo>
                  <a:lnTo>
                    <a:pt x="1987351" y="6277"/>
                  </a:lnTo>
                  <a:lnTo>
                    <a:pt x="1882423" y="5190"/>
                  </a:lnTo>
                  <a:lnTo>
                    <a:pt x="1772130" y="4208"/>
                  </a:lnTo>
                  <a:lnTo>
                    <a:pt x="1658375" y="3331"/>
                  </a:lnTo>
                  <a:lnTo>
                    <a:pt x="1543876" y="2558"/>
                  </a:lnTo>
                  <a:lnTo>
                    <a:pt x="1432097" y="1894"/>
                  </a:lnTo>
                  <a:lnTo>
                    <a:pt x="1327005" y="1339"/>
                  </a:lnTo>
                  <a:lnTo>
                    <a:pt x="1232645" y="893"/>
                  </a:lnTo>
                  <a:lnTo>
                    <a:pt x="1152567" y="552"/>
                  </a:lnTo>
                  <a:lnTo>
                    <a:pt x="1089243" y="308"/>
                  </a:lnTo>
                  <a:lnTo>
                    <a:pt x="1043590" y="148"/>
                  </a:lnTo>
                  <a:lnTo>
                    <a:pt x="1014734" y="56"/>
                  </a:lnTo>
                  <a:lnTo>
                    <a:pt x="1000036" y="13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37" name="pl336"/>
            <p:cNvSpPr/>
            <p:nvPr/>
          </p:nvSpPr>
          <p:spPr>
            <a:xfrm>
              <a:off x="1199187" y="1509138"/>
              <a:ext cx="12049831" cy="1074329"/>
            </a:xfrm>
            <a:custGeom>
              <a:avLst/>
              <a:pathLst>
                <a:path w="12049831" h="1074329">
                  <a:moveTo>
                    <a:pt x="0" y="0"/>
                  </a:moveTo>
                  <a:lnTo>
                    <a:pt x="994940" y="0"/>
                  </a:lnTo>
                  <a:lnTo>
                    <a:pt x="996076" y="2"/>
                  </a:lnTo>
                  <a:lnTo>
                    <a:pt x="1003574" y="23"/>
                  </a:lnTo>
                  <a:lnTo>
                    <a:pt x="1022576" y="80"/>
                  </a:lnTo>
                  <a:lnTo>
                    <a:pt x="1056797" y="193"/>
                  </a:lnTo>
                  <a:lnTo>
                    <a:pt x="1108308" y="379"/>
                  </a:lnTo>
                  <a:lnTo>
                    <a:pt x="1177378" y="654"/>
                  </a:lnTo>
                  <a:lnTo>
                    <a:pt x="1262533" y="1029"/>
                  </a:lnTo>
                  <a:lnTo>
                    <a:pt x="1360885" y="1511"/>
                  </a:lnTo>
                  <a:lnTo>
                    <a:pt x="1468652" y="2102"/>
                  </a:lnTo>
                  <a:lnTo>
                    <a:pt x="1581756" y="2803"/>
                  </a:lnTo>
                  <a:lnTo>
                    <a:pt x="1696358" y="3610"/>
                  </a:lnTo>
                  <a:lnTo>
                    <a:pt x="1809225" y="4522"/>
                  </a:lnTo>
                  <a:lnTo>
                    <a:pt x="1917909" y="5539"/>
                  </a:lnTo>
                  <a:lnTo>
                    <a:pt x="2020771" y="6661"/>
                  </a:lnTo>
                  <a:lnTo>
                    <a:pt x="2116897" y="7896"/>
                  </a:lnTo>
                  <a:lnTo>
                    <a:pt x="2205958" y="9250"/>
                  </a:lnTo>
                  <a:lnTo>
                    <a:pt x="2288067" y="10736"/>
                  </a:lnTo>
                  <a:lnTo>
                    <a:pt x="2363644" y="12370"/>
                  </a:lnTo>
                  <a:lnTo>
                    <a:pt x="2433302" y="14169"/>
                  </a:lnTo>
                  <a:lnTo>
                    <a:pt x="2497768" y="16154"/>
                  </a:lnTo>
                  <a:lnTo>
                    <a:pt x="2557816" y="18344"/>
                  </a:lnTo>
                  <a:lnTo>
                    <a:pt x="2614224" y="20761"/>
                  </a:lnTo>
                  <a:lnTo>
                    <a:pt x="2667726" y="23417"/>
                  </a:lnTo>
                  <a:lnTo>
                    <a:pt x="2702183" y="25329"/>
                  </a:lnTo>
                  <a:lnTo>
                    <a:pt x="2763714" y="29145"/>
                  </a:lnTo>
                  <a:lnTo>
                    <a:pt x="2823328" y="33344"/>
                  </a:lnTo>
                  <a:lnTo>
                    <a:pt x="2881737" y="37932"/>
                  </a:lnTo>
                  <a:lnTo>
                    <a:pt x="2939468" y="42901"/>
                  </a:lnTo>
                  <a:lnTo>
                    <a:pt x="2996888" y="48231"/>
                  </a:lnTo>
                  <a:lnTo>
                    <a:pt x="3054242" y="53885"/>
                  </a:lnTo>
                  <a:lnTo>
                    <a:pt x="3111662" y="59814"/>
                  </a:lnTo>
                  <a:lnTo>
                    <a:pt x="3169199" y="65951"/>
                  </a:lnTo>
                  <a:lnTo>
                    <a:pt x="3226835" y="72223"/>
                  </a:lnTo>
                  <a:lnTo>
                    <a:pt x="3284515" y="78546"/>
                  </a:lnTo>
                  <a:lnTo>
                    <a:pt x="3342165" y="84834"/>
                  </a:lnTo>
                  <a:lnTo>
                    <a:pt x="3399724" y="91003"/>
                  </a:lnTo>
                  <a:lnTo>
                    <a:pt x="3457165" y="96977"/>
                  </a:lnTo>
                  <a:lnTo>
                    <a:pt x="3514524" y="102689"/>
                  </a:lnTo>
                  <a:lnTo>
                    <a:pt x="3571916" y="108084"/>
                  </a:lnTo>
                  <a:lnTo>
                    <a:pt x="3629563" y="113124"/>
                  </a:lnTo>
                  <a:lnTo>
                    <a:pt x="3687807" y="117785"/>
                  </a:lnTo>
                  <a:lnTo>
                    <a:pt x="3747142" y="122059"/>
                  </a:lnTo>
                  <a:lnTo>
                    <a:pt x="3808240" y="125947"/>
                  </a:lnTo>
                  <a:lnTo>
                    <a:pt x="3820202" y="126648"/>
                  </a:lnTo>
                  <a:lnTo>
                    <a:pt x="3872134" y="129469"/>
                  </a:lnTo>
                  <a:lnTo>
                    <a:pt x="3926523" y="132045"/>
                  </a:lnTo>
                  <a:lnTo>
                    <a:pt x="3984055" y="134384"/>
                  </a:lnTo>
                  <a:lnTo>
                    <a:pt x="4045483" y="136504"/>
                  </a:lnTo>
                  <a:lnTo>
                    <a:pt x="4111587" y="138425"/>
                  </a:lnTo>
                  <a:lnTo>
                    <a:pt x="4183133" y="140167"/>
                  </a:lnTo>
                  <a:lnTo>
                    <a:pt x="4260817" y="141750"/>
                  </a:lnTo>
                  <a:lnTo>
                    <a:pt x="4345199" y="143191"/>
                  </a:lnTo>
                  <a:lnTo>
                    <a:pt x="4436611" y="144504"/>
                  </a:lnTo>
                  <a:lnTo>
                    <a:pt x="4535034" y="145701"/>
                  </a:lnTo>
                  <a:lnTo>
                    <a:pt x="4639962" y="146788"/>
                  </a:lnTo>
                  <a:lnTo>
                    <a:pt x="4750255" y="147769"/>
                  </a:lnTo>
                  <a:lnTo>
                    <a:pt x="4864010" y="148647"/>
                  </a:lnTo>
                  <a:lnTo>
                    <a:pt x="4978509" y="149419"/>
                  </a:lnTo>
                  <a:lnTo>
                    <a:pt x="5090288" y="150084"/>
                  </a:lnTo>
                  <a:lnTo>
                    <a:pt x="5195380" y="150639"/>
                  </a:lnTo>
                  <a:lnTo>
                    <a:pt x="5289740" y="151085"/>
                  </a:lnTo>
                  <a:lnTo>
                    <a:pt x="5369818" y="151426"/>
                  </a:lnTo>
                  <a:lnTo>
                    <a:pt x="5433142" y="151670"/>
                  </a:lnTo>
                  <a:lnTo>
                    <a:pt x="5478795" y="151829"/>
                  </a:lnTo>
                  <a:lnTo>
                    <a:pt x="5507651" y="151921"/>
                  </a:lnTo>
                  <a:lnTo>
                    <a:pt x="5522349" y="151964"/>
                  </a:lnTo>
                  <a:lnTo>
                    <a:pt x="5527100" y="151977"/>
                  </a:lnTo>
                  <a:lnTo>
                    <a:pt x="5527445" y="151978"/>
                  </a:lnTo>
                  <a:lnTo>
                    <a:pt x="6522385" y="151978"/>
                  </a:lnTo>
                  <a:lnTo>
                    <a:pt x="6523515" y="151995"/>
                  </a:lnTo>
                  <a:lnTo>
                    <a:pt x="6530971" y="152120"/>
                  </a:lnTo>
                  <a:lnTo>
                    <a:pt x="6549868" y="152465"/>
                  </a:lnTo>
                  <a:lnTo>
                    <a:pt x="6583909" y="153144"/>
                  </a:lnTo>
                  <a:lnTo>
                    <a:pt x="6635162" y="154266"/>
                  </a:lnTo>
                  <a:lnTo>
                    <a:pt x="6703912" y="155925"/>
                  </a:lnTo>
                  <a:lnTo>
                    <a:pt x="6788712" y="158188"/>
                  </a:lnTo>
                  <a:lnTo>
                    <a:pt x="6886704" y="161098"/>
                  </a:lnTo>
                  <a:lnTo>
                    <a:pt x="6994136" y="164671"/>
                  </a:lnTo>
                  <a:lnTo>
                    <a:pt x="7106956" y="168902"/>
                  </a:lnTo>
                  <a:lnTo>
                    <a:pt x="7221339" y="173779"/>
                  </a:lnTo>
                  <a:lnTo>
                    <a:pt x="7334054" y="179289"/>
                  </a:lnTo>
                  <a:lnTo>
                    <a:pt x="7442650" y="185430"/>
                  </a:lnTo>
                  <a:lnTo>
                    <a:pt x="7545479" y="192213"/>
                  </a:lnTo>
                  <a:lnTo>
                    <a:pt x="7641614" y="199669"/>
                  </a:lnTo>
                  <a:lnTo>
                    <a:pt x="7730715" y="207849"/>
                  </a:lnTo>
                  <a:lnTo>
                    <a:pt x="7812883" y="216825"/>
                  </a:lnTo>
                  <a:lnTo>
                    <a:pt x="7888525" y="226688"/>
                  </a:lnTo>
                  <a:lnTo>
                    <a:pt x="7958249" y="237547"/>
                  </a:lnTo>
                  <a:lnTo>
                    <a:pt x="8022772" y="249522"/>
                  </a:lnTo>
                  <a:lnTo>
                    <a:pt x="8082865" y="262738"/>
                  </a:lnTo>
                  <a:lnTo>
                    <a:pt x="8139300" y="277314"/>
                  </a:lnTo>
                  <a:lnTo>
                    <a:pt x="8192811" y="293340"/>
                  </a:lnTo>
                  <a:lnTo>
                    <a:pt x="8229629" y="305703"/>
                  </a:lnTo>
                  <a:lnTo>
                    <a:pt x="8287408" y="327360"/>
                  </a:lnTo>
                  <a:lnTo>
                    <a:pt x="8343457" y="351057"/>
                  </a:lnTo>
                  <a:lnTo>
                    <a:pt x="8398381" y="376829"/>
                  </a:lnTo>
                  <a:lnTo>
                    <a:pt x="8452633" y="404652"/>
                  </a:lnTo>
                  <a:lnTo>
                    <a:pt x="8506545" y="434437"/>
                  </a:lnTo>
                  <a:lnTo>
                    <a:pt x="8560343" y="466026"/>
                  </a:lnTo>
                  <a:lnTo>
                    <a:pt x="8614167" y="499187"/>
                  </a:lnTo>
                  <a:lnTo>
                    <a:pt x="8668083" y="533625"/>
                  </a:lnTo>
                  <a:lnTo>
                    <a:pt x="8722101" y="568984"/>
                  </a:lnTo>
                  <a:lnTo>
                    <a:pt x="8776188" y="604867"/>
                  </a:lnTo>
                  <a:lnTo>
                    <a:pt x="8830289" y="640848"/>
                  </a:lnTo>
                  <a:lnTo>
                    <a:pt x="8884344" y="676500"/>
                  </a:lnTo>
                  <a:lnTo>
                    <a:pt x="8938309" y="711409"/>
                  </a:lnTo>
                  <a:lnTo>
                    <a:pt x="8992171" y="745199"/>
                  </a:lnTo>
                  <a:lnTo>
                    <a:pt x="9045968" y="777544"/>
                  </a:lnTo>
                  <a:lnTo>
                    <a:pt x="9099805" y="808183"/>
                  </a:lnTo>
                  <a:lnTo>
                    <a:pt x="9153866" y="836924"/>
                  </a:lnTo>
                  <a:lnTo>
                    <a:pt x="9208432" y="863647"/>
                  </a:lnTo>
                  <a:lnTo>
                    <a:pt x="9263898" y="888298"/>
                  </a:lnTo>
                  <a:lnTo>
                    <a:pt x="9320795" y="910886"/>
                  </a:lnTo>
                  <a:lnTo>
                    <a:pt x="9347647" y="920604"/>
                  </a:lnTo>
                  <a:lnTo>
                    <a:pt x="9399476" y="937692"/>
                  </a:lnTo>
                  <a:lnTo>
                    <a:pt x="9453750" y="953297"/>
                  </a:lnTo>
                  <a:lnTo>
                    <a:pt x="9511151" y="967474"/>
                  </a:lnTo>
                  <a:lnTo>
                    <a:pt x="9572429" y="980324"/>
                  </a:lnTo>
                  <a:lnTo>
                    <a:pt x="9638359" y="991967"/>
                  </a:lnTo>
                  <a:lnTo>
                    <a:pt x="9709702" y="1002530"/>
                  </a:lnTo>
                  <a:lnTo>
                    <a:pt x="9787151" y="1012130"/>
                  </a:lnTo>
                  <a:lnTo>
                    <a:pt x="9871267" y="1020870"/>
                  </a:lnTo>
                  <a:lnTo>
                    <a:pt x="9962381" y="1028837"/>
                  </a:lnTo>
                  <a:lnTo>
                    <a:pt x="10060484" y="1036097"/>
                  </a:lnTo>
                  <a:lnTo>
                    <a:pt x="10165082" y="1042694"/>
                  </a:lnTo>
                  <a:lnTo>
                    <a:pt x="10275056" y="1048655"/>
                  </a:lnTo>
                  <a:lnTo>
                    <a:pt x="10388532" y="1053985"/>
                  </a:lnTo>
                  <a:lnTo>
                    <a:pt x="10502829" y="1058679"/>
                  </a:lnTo>
                  <a:lnTo>
                    <a:pt x="10614520" y="1062724"/>
                  </a:lnTo>
                  <a:lnTo>
                    <a:pt x="10719670" y="1066107"/>
                  </a:lnTo>
                  <a:lnTo>
                    <a:pt x="10814252" y="1068830"/>
                  </a:lnTo>
                  <a:lnTo>
                    <a:pt x="10894711" y="1070915"/>
                  </a:lnTo>
                  <a:lnTo>
                    <a:pt x="10958544" y="1072412"/>
                  </a:lnTo>
                  <a:lnTo>
                    <a:pt x="11004778" y="1073398"/>
                  </a:lnTo>
                  <a:lnTo>
                    <a:pt x="11034211" y="1073970"/>
                  </a:lnTo>
                  <a:lnTo>
                    <a:pt x="11049401" y="1074240"/>
                  </a:lnTo>
                  <a:lnTo>
                    <a:pt x="11054473" y="1074323"/>
                  </a:lnTo>
                  <a:lnTo>
                    <a:pt x="11054891" y="1074329"/>
                  </a:lnTo>
                  <a:lnTo>
                    <a:pt x="12049831" y="1074329"/>
                  </a:lnTo>
                  <a:lnTo>
                    <a:pt x="12049831" y="10743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8" name="pl337"/>
            <p:cNvSpPr/>
            <p:nvPr/>
          </p:nvSpPr>
          <p:spPr>
            <a:xfrm>
              <a:off x="1199187" y="1472453"/>
              <a:ext cx="12049831" cy="1074329"/>
            </a:xfrm>
            <a:custGeom>
              <a:avLst/>
              <a:pathLst>
                <a:path w="12049831" h="1074329">
                  <a:moveTo>
                    <a:pt x="12049831" y="1074329"/>
                  </a:moveTo>
                  <a:lnTo>
                    <a:pt x="11054891" y="1074329"/>
                  </a:lnTo>
                  <a:lnTo>
                    <a:pt x="11053761" y="1074312"/>
                  </a:lnTo>
                  <a:lnTo>
                    <a:pt x="11046305" y="1074187"/>
                  </a:lnTo>
                  <a:lnTo>
                    <a:pt x="11027408" y="1073843"/>
                  </a:lnTo>
                  <a:lnTo>
                    <a:pt x="10993368" y="1073164"/>
                  </a:lnTo>
                  <a:lnTo>
                    <a:pt x="10942114" y="1072041"/>
                  </a:lnTo>
                  <a:lnTo>
                    <a:pt x="10873364" y="1070383"/>
                  </a:lnTo>
                  <a:lnTo>
                    <a:pt x="10788564" y="1068119"/>
                  </a:lnTo>
                  <a:lnTo>
                    <a:pt x="10690572" y="1065209"/>
                  </a:lnTo>
                  <a:lnTo>
                    <a:pt x="10583140" y="1061637"/>
                  </a:lnTo>
                  <a:lnTo>
                    <a:pt x="10470320" y="1057406"/>
                  </a:lnTo>
                  <a:lnTo>
                    <a:pt x="10355937" y="1052529"/>
                  </a:lnTo>
                  <a:lnTo>
                    <a:pt x="10243222" y="1047018"/>
                  </a:lnTo>
                  <a:lnTo>
                    <a:pt x="10134626" y="1040878"/>
                  </a:lnTo>
                  <a:lnTo>
                    <a:pt x="10031797" y="1034095"/>
                  </a:lnTo>
                  <a:lnTo>
                    <a:pt x="9935662" y="1026639"/>
                  </a:lnTo>
                  <a:lnTo>
                    <a:pt x="9846561" y="1018459"/>
                  </a:lnTo>
                  <a:lnTo>
                    <a:pt x="9764394" y="1009483"/>
                  </a:lnTo>
                  <a:lnTo>
                    <a:pt x="9688751" y="999619"/>
                  </a:lnTo>
                  <a:lnTo>
                    <a:pt x="9619028" y="988760"/>
                  </a:lnTo>
                  <a:lnTo>
                    <a:pt x="9554504" y="976786"/>
                  </a:lnTo>
                  <a:lnTo>
                    <a:pt x="9494411" y="963570"/>
                  </a:lnTo>
                  <a:lnTo>
                    <a:pt x="9437976" y="948994"/>
                  </a:lnTo>
                  <a:lnTo>
                    <a:pt x="9384466" y="932968"/>
                  </a:lnTo>
                  <a:lnTo>
                    <a:pt x="9347647" y="920604"/>
                  </a:lnTo>
                  <a:lnTo>
                    <a:pt x="9289869" y="898947"/>
                  </a:lnTo>
                  <a:lnTo>
                    <a:pt x="9233820" y="875250"/>
                  </a:lnTo>
                  <a:lnTo>
                    <a:pt x="9178896" y="849478"/>
                  </a:lnTo>
                  <a:lnTo>
                    <a:pt x="9124644" y="821655"/>
                  </a:lnTo>
                  <a:lnTo>
                    <a:pt x="9070732" y="791870"/>
                  </a:lnTo>
                  <a:lnTo>
                    <a:pt x="9016934" y="760282"/>
                  </a:lnTo>
                  <a:lnTo>
                    <a:pt x="8963110" y="727120"/>
                  </a:lnTo>
                  <a:lnTo>
                    <a:pt x="8909193" y="692682"/>
                  </a:lnTo>
                  <a:lnTo>
                    <a:pt x="8855176" y="657323"/>
                  </a:lnTo>
                  <a:lnTo>
                    <a:pt x="8801089" y="621441"/>
                  </a:lnTo>
                  <a:lnTo>
                    <a:pt x="8746988" y="585459"/>
                  </a:lnTo>
                  <a:lnTo>
                    <a:pt x="8692933" y="549808"/>
                  </a:lnTo>
                  <a:lnTo>
                    <a:pt x="8638968" y="514898"/>
                  </a:lnTo>
                  <a:lnTo>
                    <a:pt x="8585106" y="481109"/>
                  </a:lnTo>
                  <a:lnTo>
                    <a:pt x="8531308" y="448764"/>
                  </a:lnTo>
                  <a:lnTo>
                    <a:pt x="8477471" y="418125"/>
                  </a:lnTo>
                  <a:lnTo>
                    <a:pt x="8423410" y="389383"/>
                  </a:lnTo>
                  <a:lnTo>
                    <a:pt x="8368844" y="362661"/>
                  </a:lnTo>
                  <a:lnTo>
                    <a:pt x="8313378" y="338010"/>
                  </a:lnTo>
                  <a:lnTo>
                    <a:pt x="8256481" y="315422"/>
                  </a:lnTo>
                  <a:lnTo>
                    <a:pt x="8229629" y="305703"/>
                  </a:lnTo>
                  <a:lnTo>
                    <a:pt x="8177800" y="288616"/>
                  </a:lnTo>
                  <a:lnTo>
                    <a:pt x="8123526" y="273010"/>
                  </a:lnTo>
                  <a:lnTo>
                    <a:pt x="8066125" y="258833"/>
                  </a:lnTo>
                  <a:lnTo>
                    <a:pt x="8004847" y="245984"/>
                  </a:lnTo>
                  <a:lnTo>
                    <a:pt x="7938918" y="234340"/>
                  </a:lnTo>
                  <a:lnTo>
                    <a:pt x="7867575" y="223777"/>
                  </a:lnTo>
                  <a:lnTo>
                    <a:pt x="7790125" y="214178"/>
                  </a:lnTo>
                  <a:lnTo>
                    <a:pt x="7706010" y="205437"/>
                  </a:lnTo>
                  <a:lnTo>
                    <a:pt x="7614895" y="197470"/>
                  </a:lnTo>
                  <a:lnTo>
                    <a:pt x="7516793" y="190210"/>
                  </a:lnTo>
                  <a:lnTo>
                    <a:pt x="7412195" y="183613"/>
                  </a:lnTo>
                  <a:lnTo>
                    <a:pt x="7302221" y="177652"/>
                  </a:lnTo>
                  <a:lnTo>
                    <a:pt x="7188744" y="172322"/>
                  </a:lnTo>
                  <a:lnTo>
                    <a:pt x="7074447" y="167628"/>
                  </a:lnTo>
                  <a:lnTo>
                    <a:pt x="6962756" y="163584"/>
                  </a:lnTo>
                  <a:lnTo>
                    <a:pt x="6857607" y="160201"/>
                  </a:lnTo>
                  <a:lnTo>
                    <a:pt x="6763025" y="157478"/>
                  </a:lnTo>
                  <a:lnTo>
                    <a:pt x="6682566" y="155392"/>
                  </a:lnTo>
                  <a:lnTo>
                    <a:pt x="6618733" y="153895"/>
                  </a:lnTo>
                  <a:lnTo>
                    <a:pt x="6572499" y="152909"/>
                  </a:lnTo>
                  <a:lnTo>
                    <a:pt x="6543066" y="152337"/>
                  </a:lnTo>
                  <a:lnTo>
                    <a:pt x="6527876" y="152067"/>
                  </a:lnTo>
                  <a:lnTo>
                    <a:pt x="6522804" y="151984"/>
                  </a:lnTo>
                  <a:lnTo>
                    <a:pt x="6522385" y="151978"/>
                  </a:lnTo>
                  <a:lnTo>
                    <a:pt x="5527445" y="151978"/>
                  </a:lnTo>
                  <a:lnTo>
                    <a:pt x="5526309" y="151975"/>
                  </a:lnTo>
                  <a:lnTo>
                    <a:pt x="5518811" y="151954"/>
                  </a:lnTo>
                  <a:lnTo>
                    <a:pt x="5499809" y="151897"/>
                  </a:lnTo>
                  <a:lnTo>
                    <a:pt x="5465588" y="151785"/>
                  </a:lnTo>
                  <a:lnTo>
                    <a:pt x="5414077" y="151599"/>
                  </a:lnTo>
                  <a:lnTo>
                    <a:pt x="5345007" y="151324"/>
                  </a:lnTo>
                  <a:lnTo>
                    <a:pt x="5259852" y="150949"/>
                  </a:lnTo>
                  <a:lnTo>
                    <a:pt x="5161500" y="150467"/>
                  </a:lnTo>
                  <a:lnTo>
                    <a:pt x="5053733" y="149875"/>
                  </a:lnTo>
                  <a:lnTo>
                    <a:pt x="4940629" y="149175"/>
                  </a:lnTo>
                  <a:lnTo>
                    <a:pt x="4826027" y="148367"/>
                  </a:lnTo>
                  <a:lnTo>
                    <a:pt x="4713160" y="147455"/>
                  </a:lnTo>
                  <a:lnTo>
                    <a:pt x="4604476" y="146439"/>
                  </a:lnTo>
                  <a:lnTo>
                    <a:pt x="4501614" y="145316"/>
                  </a:lnTo>
                  <a:lnTo>
                    <a:pt x="4405488" y="144082"/>
                  </a:lnTo>
                  <a:lnTo>
                    <a:pt x="4316427" y="142727"/>
                  </a:lnTo>
                  <a:lnTo>
                    <a:pt x="4234318" y="141241"/>
                  </a:lnTo>
                  <a:lnTo>
                    <a:pt x="4158741" y="139607"/>
                  </a:lnTo>
                  <a:lnTo>
                    <a:pt x="4089083" y="137808"/>
                  </a:lnTo>
                  <a:lnTo>
                    <a:pt x="4024617" y="135824"/>
                  </a:lnTo>
                  <a:lnTo>
                    <a:pt x="3964569" y="133633"/>
                  </a:lnTo>
                  <a:lnTo>
                    <a:pt x="3908161" y="131217"/>
                  </a:lnTo>
                  <a:lnTo>
                    <a:pt x="3854659" y="128560"/>
                  </a:lnTo>
                  <a:lnTo>
                    <a:pt x="3820202" y="126648"/>
                  </a:lnTo>
                  <a:lnTo>
                    <a:pt x="3758671" y="122832"/>
                  </a:lnTo>
                  <a:lnTo>
                    <a:pt x="3699057" y="118633"/>
                  </a:lnTo>
                  <a:lnTo>
                    <a:pt x="3640647" y="114046"/>
                  </a:lnTo>
                  <a:lnTo>
                    <a:pt x="3582917" y="109077"/>
                  </a:lnTo>
                  <a:lnTo>
                    <a:pt x="3525497" y="103747"/>
                  </a:lnTo>
                  <a:lnTo>
                    <a:pt x="3468143" y="98092"/>
                  </a:lnTo>
                  <a:lnTo>
                    <a:pt x="3410723" y="92164"/>
                  </a:lnTo>
                  <a:lnTo>
                    <a:pt x="3353186" y="86026"/>
                  </a:lnTo>
                  <a:lnTo>
                    <a:pt x="3295549" y="79754"/>
                  </a:lnTo>
                  <a:lnTo>
                    <a:pt x="3237870" y="73432"/>
                  </a:lnTo>
                  <a:lnTo>
                    <a:pt x="3180220" y="67144"/>
                  </a:lnTo>
                  <a:lnTo>
                    <a:pt x="3122661" y="60974"/>
                  </a:lnTo>
                  <a:lnTo>
                    <a:pt x="3065220" y="55000"/>
                  </a:lnTo>
                  <a:lnTo>
                    <a:pt x="3007861" y="49289"/>
                  </a:lnTo>
                  <a:lnTo>
                    <a:pt x="2950469" y="43893"/>
                  </a:lnTo>
                  <a:lnTo>
                    <a:pt x="2892822" y="38853"/>
                  </a:lnTo>
                  <a:lnTo>
                    <a:pt x="2834577" y="34192"/>
                  </a:lnTo>
                  <a:lnTo>
                    <a:pt x="2775243" y="29919"/>
                  </a:lnTo>
                  <a:lnTo>
                    <a:pt x="2714145" y="26030"/>
                  </a:lnTo>
                  <a:lnTo>
                    <a:pt x="2702183" y="25329"/>
                  </a:lnTo>
                  <a:lnTo>
                    <a:pt x="2650251" y="22508"/>
                  </a:lnTo>
                  <a:lnTo>
                    <a:pt x="2595862" y="19933"/>
                  </a:lnTo>
                  <a:lnTo>
                    <a:pt x="2538330" y="17593"/>
                  </a:lnTo>
                  <a:lnTo>
                    <a:pt x="2476902" y="15473"/>
                  </a:lnTo>
                  <a:lnTo>
                    <a:pt x="2410798" y="13553"/>
                  </a:lnTo>
                  <a:lnTo>
                    <a:pt x="2339252" y="11811"/>
                  </a:lnTo>
                  <a:lnTo>
                    <a:pt x="2261568" y="10228"/>
                  </a:lnTo>
                  <a:lnTo>
                    <a:pt x="2177186" y="8787"/>
                  </a:lnTo>
                  <a:lnTo>
                    <a:pt x="2085774" y="7473"/>
                  </a:lnTo>
                  <a:lnTo>
                    <a:pt x="1987351" y="6277"/>
                  </a:lnTo>
                  <a:lnTo>
                    <a:pt x="1882423" y="5190"/>
                  </a:lnTo>
                  <a:lnTo>
                    <a:pt x="1772130" y="4208"/>
                  </a:lnTo>
                  <a:lnTo>
                    <a:pt x="1658375" y="3331"/>
                  </a:lnTo>
                  <a:lnTo>
                    <a:pt x="1543876" y="2558"/>
                  </a:lnTo>
                  <a:lnTo>
                    <a:pt x="1432097" y="1894"/>
                  </a:lnTo>
                  <a:lnTo>
                    <a:pt x="1327005" y="1339"/>
                  </a:lnTo>
                  <a:lnTo>
                    <a:pt x="1232645" y="893"/>
                  </a:lnTo>
                  <a:lnTo>
                    <a:pt x="1152567" y="552"/>
                  </a:lnTo>
                  <a:lnTo>
                    <a:pt x="1089243" y="308"/>
                  </a:lnTo>
                  <a:lnTo>
                    <a:pt x="1043590" y="148"/>
                  </a:lnTo>
                  <a:lnTo>
                    <a:pt x="1014734" y="56"/>
                  </a:lnTo>
                  <a:lnTo>
                    <a:pt x="1000036" y="13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9" name="pg338"/>
            <p:cNvSpPr/>
            <p:nvPr/>
          </p:nvSpPr>
          <p:spPr>
            <a:xfrm>
              <a:off x="1199187" y="1509138"/>
              <a:ext cx="12049831" cy="1325880"/>
            </a:xfrm>
            <a:custGeom>
              <a:avLst/>
              <a:pathLst>
                <a:path w="12049831" h="1325880">
                  <a:moveTo>
                    <a:pt x="0" y="15721"/>
                  </a:moveTo>
                  <a:lnTo>
                    <a:pt x="994940" y="15721"/>
                  </a:lnTo>
                  <a:lnTo>
                    <a:pt x="996076" y="15724"/>
                  </a:lnTo>
                  <a:lnTo>
                    <a:pt x="1003574" y="15745"/>
                  </a:lnTo>
                  <a:lnTo>
                    <a:pt x="1022576" y="15802"/>
                  </a:lnTo>
                  <a:lnTo>
                    <a:pt x="1056797" y="15915"/>
                  </a:lnTo>
                  <a:lnTo>
                    <a:pt x="1108308" y="16101"/>
                  </a:lnTo>
                  <a:lnTo>
                    <a:pt x="1177378" y="16376"/>
                  </a:lnTo>
                  <a:lnTo>
                    <a:pt x="1262533" y="16751"/>
                  </a:lnTo>
                  <a:lnTo>
                    <a:pt x="1360885" y="17233"/>
                  </a:lnTo>
                  <a:lnTo>
                    <a:pt x="1468652" y="17824"/>
                  </a:lnTo>
                  <a:lnTo>
                    <a:pt x="1581756" y="18525"/>
                  </a:lnTo>
                  <a:lnTo>
                    <a:pt x="1696358" y="19332"/>
                  </a:lnTo>
                  <a:lnTo>
                    <a:pt x="1809225" y="20244"/>
                  </a:lnTo>
                  <a:lnTo>
                    <a:pt x="1917909" y="21261"/>
                  </a:lnTo>
                  <a:lnTo>
                    <a:pt x="2020771" y="22383"/>
                  </a:lnTo>
                  <a:lnTo>
                    <a:pt x="2116897" y="23618"/>
                  </a:lnTo>
                  <a:lnTo>
                    <a:pt x="2205958" y="24972"/>
                  </a:lnTo>
                  <a:lnTo>
                    <a:pt x="2288067" y="26458"/>
                  </a:lnTo>
                  <a:lnTo>
                    <a:pt x="2363644" y="28092"/>
                  </a:lnTo>
                  <a:lnTo>
                    <a:pt x="2433302" y="29891"/>
                  </a:lnTo>
                  <a:lnTo>
                    <a:pt x="2497768" y="31876"/>
                  </a:lnTo>
                  <a:lnTo>
                    <a:pt x="2557816" y="34066"/>
                  </a:lnTo>
                  <a:lnTo>
                    <a:pt x="2614224" y="36482"/>
                  </a:lnTo>
                  <a:lnTo>
                    <a:pt x="2667726" y="39139"/>
                  </a:lnTo>
                  <a:lnTo>
                    <a:pt x="2702183" y="41051"/>
                  </a:lnTo>
                  <a:lnTo>
                    <a:pt x="2763714" y="44867"/>
                  </a:lnTo>
                  <a:lnTo>
                    <a:pt x="2823328" y="49066"/>
                  </a:lnTo>
                  <a:lnTo>
                    <a:pt x="2881737" y="53654"/>
                  </a:lnTo>
                  <a:lnTo>
                    <a:pt x="2939468" y="58623"/>
                  </a:lnTo>
                  <a:lnTo>
                    <a:pt x="2996888" y="63952"/>
                  </a:lnTo>
                  <a:lnTo>
                    <a:pt x="3054242" y="69607"/>
                  </a:lnTo>
                  <a:lnTo>
                    <a:pt x="3111662" y="75536"/>
                  </a:lnTo>
                  <a:lnTo>
                    <a:pt x="3169199" y="81673"/>
                  </a:lnTo>
                  <a:lnTo>
                    <a:pt x="3226835" y="87945"/>
                  </a:lnTo>
                  <a:lnTo>
                    <a:pt x="3284515" y="94268"/>
                  </a:lnTo>
                  <a:lnTo>
                    <a:pt x="3342165" y="100556"/>
                  </a:lnTo>
                  <a:lnTo>
                    <a:pt x="3399724" y="106725"/>
                  </a:lnTo>
                  <a:lnTo>
                    <a:pt x="3457165" y="112699"/>
                  </a:lnTo>
                  <a:lnTo>
                    <a:pt x="3514524" y="118411"/>
                  </a:lnTo>
                  <a:lnTo>
                    <a:pt x="3571916" y="123806"/>
                  </a:lnTo>
                  <a:lnTo>
                    <a:pt x="3629563" y="128846"/>
                  </a:lnTo>
                  <a:lnTo>
                    <a:pt x="3687807" y="133507"/>
                  </a:lnTo>
                  <a:lnTo>
                    <a:pt x="3747142" y="137780"/>
                  </a:lnTo>
                  <a:lnTo>
                    <a:pt x="3808240" y="141669"/>
                  </a:lnTo>
                  <a:lnTo>
                    <a:pt x="3820202" y="142370"/>
                  </a:lnTo>
                  <a:lnTo>
                    <a:pt x="3872134" y="145191"/>
                  </a:lnTo>
                  <a:lnTo>
                    <a:pt x="3926523" y="147767"/>
                  </a:lnTo>
                  <a:lnTo>
                    <a:pt x="3984055" y="150106"/>
                  </a:lnTo>
                  <a:lnTo>
                    <a:pt x="4045483" y="152226"/>
                  </a:lnTo>
                  <a:lnTo>
                    <a:pt x="4111587" y="154147"/>
                  </a:lnTo>
                  <a:lnTo>
                    <a:pt x="4183133" y="155889"/>
                  </a:lnTo>
                  <a:lnTo>
                    <a:pt x="4260817" y="157472"/>
                  </a:lnTo>
                  <a:lnTo>
                    <a:pt x="4345199" y="158913"/>
                  </a:lnTo>
                  <a:lnTo>
                    <a:pt x="4436611" y="160226"/>
                  </a:lnTo>
                  <a:lnTo>
                    <a:pt x="4535034" y="161423"/>
                  </a:lnTo>
                  <a:lnTo>
                    <a:pt x="4639962" y="162510"/>
                  </a:lnTo>
                  <a:lnTo>
                    <a:pt x="4750255" y="163491"/>
                  </a:lnTo>
                  <a:lnTo>
                    <a:pt x="4864010" y="164369"/>
                  </a:lnTo>
                  <a:lnTo>
                    <a:pt x="4978509" y="165141"/>
                  </a:lnTo>
                  <a:lnTo>
                    <a:pt x="5090288" y="165805"/>
                  </a:lnTo>
                  <a:lnTo>
                    <a:pt x="5195380" y="166361"/>
                  </a:lnTo>
                  <a:lnTo>
                    <a:pt x="5289740" y="166807"/>
                  </a:lnTo>
                  <a:lnTo>
                    <a:pt x="5369818" y="167148"/>
                  </a:lnTo>
                  <a:lnTo>
                    <a:pt x="5433142" y="167391"/>
                  </a:lnTo>
                  <a:lnTo>
                    <a:pt x="5478795" y="167551"/>
                  </a:lnTo>
                  <a:lnTo>
                    <a:pt x="5507651" y="167643"/>
                  </a:lnTo>
                  <a:lnTo>
                    <a:pt x="5522349" y="167686"/>
                  </a:lnTo>
                  <a:lnTo>
                    <a:pt x="5527100" y="167699"/>
                  </a:lnTo>
                  <a:lnTo>
                    <a:pt x="5527445" y="167700"/>
                  </a:lnTo>
                  <a:lnTo>
                    <a:pt x="6522385" y="167700"/>
                  </a:lnTo>
                  <a:lnTo>
                    <a:pt x="6523511" y="167722"/>
                  </a:lnTo>
                  <a:lnTo>
                    <a:pt x="6530942" y="167878"/>
                  </a:lnTo>
                  <a:lnTo>
                    <a:pt x="6549778" y="168309"/>
                  </a:lnTo>
                  <a:lnTo>
                    <a:pt x="6583713" y="169159"/>
                  </a:lnTo>
                  <a:lnTo>
                    <a:pt x="6634815" y="170563"/>
                  </a:lnTo>
                  <a:lnTo>
                    <a:pt x="6703377" y="172639"/>
                  </a:lnTo>
                  <a:lnTo>
                    <a:pt x="6787969" y="175472"/>
                  </a:lnTo>
                  <a:lnTo>
                    <a:pt x="6885748" y="179115"/>
                  </a:lnTo>
                  <a:lnTo>
                    <a:pt x="6992984" y="183587"/>
                  </a:lnTo>
                  <a:lnTo>
                    <a:pt x="7105636" y="188885"/>
                  </a:lnTo>
                  <a:lnTo>
                    <a:pt x="7219889" y="194992"/>
                  </a:lnTo>
                  <a:lnTo>
                    <a:pt x="7332514" y="201892"/>
                  </a:lnTo>
                  <a:lnTo>
                    <a:pt x="7441057" y="209583"/>
                  </a:lnTo>
                  <a:lnTo>
                    <a:pt x="7543866" y="218077"/>
                  </a:lnTo>
                  <a:lnTo>
                    <a:pt x="7640006" y="227414"/>
                  </a:lnTo>
                  <a:lnTo>
                    <a:pt x="7729131" y="237657"/>
                  </a:lnTo>
                  <a:lnTo>
                    <a:pt x="7811332" y="248895"/>
                  </a:lnTo>
                  <a:lnTo>
                    <a:pt x="7887014" y="261242"/>
                  </a:lnTo>
                  <a:lnTo>
                    <a:pt x="7956776" y="274833"/>
                  </a:lnTo>
                  <a:lnTo>
                    <a:pt x="8021333" y="289819"/>
                  </a:lnTo>
                  <a:lnTo>
                    <a:pt x="8081453" y="306356"/>
                  </a:lnTo>
                  <a:lnTo>
                    <a:pt x="8137904" y="324594"/>
                  </a:lnTo>
                  <a:lnTo>
                    <a:pt x="8191420" y="344646"/>
                  </a:lnTo>
                  <a:lnTo>
                    <a:pt x="8229629" y="360730"/>
                  </a:lnTo>
                  <a:lnTo>
                    <a:pt x="8285650" y="387045"/>
                  </a:lnTo>
                  <a:lnTo>
                    <a:pt x="8340027" y="415764"/>
                  </a:lnTo>
                  <a:lnTo>
                    <a:pt x="8393318" y="446929"/>
                  </a:lnTo>
                  <a:lnTo>
                    <a:pt x="8445944" y="480518"/>
                  </a:lnTo>
                  <a:lnTo>
                    <a:pt x="8498218" y="516440"/>
                  </a:lnTo>
                  <a:lnTo>
                    <a:pt x="8550358" y="554522"/>
                  </a:lnTo>
                  <a:lnTo>
                    <a:pt x="8602505" y="594517"/>
                  </a:lnTo>
                  <a:lnTo>
                    <a:pt x="8654730" y="636099"/>
                  </a:lnTo>
                  <a:lnTo>
                    <a:pt x="8707052" y="678877"/>
                  </a:lnTo>
                  <a:lnTo>
                    <a:pt x="8759451" y="722407"/>
                  </a:lnTo>
                  <a:lnTo>
                    <a:pt x="8811880" y="766210"/>
                  </a:lnTo>
                  <a:lnTo>
                    <a:pt x="8864285" y="809795"/>
                  </a:lnTo>
                  <a:lnTo>
                    <a:pt x="8916618" y="852682"/>
                  </a:lnTo>
                  <a:lnTo>
                    <a:pt x="8968854" y="894420"/>
                  </a:lnTo>
                  <a:lnTo>
                    <a:pt x="9021007" y="934613"/>
                  </a:lnTo>
                  <a:lnTo>
                    <a:pt x="9073142" y="972926"/>
                  </a:lnTo>
                  <a:lnTo>
                    <a:pt x="9125392" y="1009102"/>
                  </a:lnTo>
                  <a:lnTo>
                    <a:pt x="9177964" y="1042963"/>
                  </a:lnTo>
                  <a:lnTo>
                    <a:pt x="9231160" y="1074405"/>
                  </a:lnTo>
                  <a:lnTo>
                    <a:pt x="9285389" y="1103400"/>
                  </a:lnTo>
                  <a:lnTo>
                    <a:pt x="9341190" y="1129984"/>
                  </a:lnTo>
                  <a:lnTo>
                    <a:pt x="9347647" y="1132850"/>
                  </a:lnTo>
                  <a:lnTo>
                    <a:pt x="9399415" y="1154283"/>
                  </a:lnTo>
                  <a:lnTo>
                    <a:pt x="9453621" y="1173859"/>
                  </a:lnTo>
                  <a:lnTo>
                    <a:pt x="9510946" y="1191645"/>
                  </a:lnTo>
                  <a:lnTo>
                    <a:pt x="9572136" y="1207768"/>
                  </a:lnTo>
                  <a:lnTo>
                    <a:pt x="9637963" y="1222379"/>
                  </a:lnTo>
                  <a:lnTo>
                    <a:pt x="9709186" y="1235635"/>
                  </a:lnTo>
                  <a:lnTo>
                    <a:pt x="9786498" y="1247684"/>
                  </a:lnTo>
                  <a:lnTo>
                    <a:pt x="9870457" y="1258655"/>
                  </a:lnTo>
                  <a:lnTo>
                    <a:pt x="9961397" y="1268657"/>
                  </a:lnTo>
                  <a:lnTo>
                    <a:pt x="10059311" y="1277771"/>
                  </a:lnTo>
                  <a:lnTo>
                    <a:pt x="10163715" y="1286056"/>
                  </a:lnTo>
                  <a:lnTo>
                    <a:pt x="10273500" y="1293542"/>
                  </a:lnTo>
                  <a:lnTo>
                    <a:pt x="10386813" y="1300240"/>
                  </a:lnTo>
                  <a:lnTo>
                    <a:pt x="10500990" y="1306140"/>
                  </a:lnTo>
                  <a:lnTo>
                    <a:pt x="10612627" y="1311226"/>
                  </a:lnTo>
                  <a:lnTo>
                    <a:pt x="10717808" y="1315484"/>
                  </a:lnTo>
                  <a:lnTo>
                    <a:pt x="10812519" y="1318915"/>
                  </a:lnTo>
                  <a:lnTo>
                    <a:pt x="10893199" y="1321546"/>
                  </a:lnTo>
                  <a:lnTo>
                    <a:pt x="10957330" y="1323439"/>
                  </a:lnTo>
                  <a:lnTo>
                    <a:pt x="11003905" y="1324688"/>
                  </a:lnTo>
                  <a:lnTo>
                    <a:pt x="11033679" y="1325416"/>
                  </a:lnTo>
                  <a:lnTo>
                    <a:pt x="11049160" y="1325763"/>
                  </a:lnTo>
                  <a:lnTo>
                    <a:pt x="11054425" y="1325871"/>
                  </a:lnTo>
                  <a:lnTo>
                    <a:pt x="11054891" y="1325880"/>
                  </a:lnTo>
                  <a:lnTo>
                    <a:pt x="12049831" y="1325880"/>
                  </a:lnTo>
                  <a:lnTo>
                    <a:pt x="12049831" y="1310158"/>
                  </a:lnTo>
                  <a:lnTo>
                    <a:pt x="11054891" y="1310158"/>
                  </a:lnTo>
                  <a:lnTo>
                    <a:pt x="11053765" y="1310136"/>
                  </a:lnTo>
                  <a:lnTo>
                    <a:pt x="11046334" y="1309980"/>
                  </a:lnTo>
                  <a:lnTo>
                    <a:pt x="11027498" y="1309549"/>
                  </a:lnTo>
                  <a:lnTo>
                    <a:pt x="10993564" y="1308699"/>
                  </a:lnTo>
                  <a:lnTo>
                    <a:pt x="10942461" y="1307295"/>
                  </a:lnTo>
                  <a:lnTo>
                    <a:pt x="10873899" y="1305219"/>
                  </a:lnTo>
                  <a:lnTo>
                    <a:pt x="10789308" y="1302386"/>
                  </a:lnTo>
                  <a:lnTo>
                    <a:pt x="10691528" y="1298743"/>
                  </a:lnTo>
                  <a:lnTo>
                    <a:pt x="10584293" y="1294271"/>
                  </a:lnTo>
                  <a:lnTo>
                    <a:pt x="10471640" y="1288973"/>
                  </a:lnTo>
                  <a:lnTo>
                    <a:pt x="10357388" y="1282866"/>
                  </a:lnTo>
                  <a:lnTo>
                    <a:pt x="10244763" y="1275965"/>
                  </a:lnTo>
                  <a:lnTo>
                    <a:pt x="10136219" y="1268275"/>
                  </a:lnTo>
                  <a:lnTo>
                    <a:pt x="10033410" y="1259780"/>
                  </a:lnTo>
                  <a:lnTo>
                    <a:pt x="9937270" y="1250444"/>
                  </a:lnTo>
                  <a:lnTo>
                    <a:pt x="9848146" y="1240201"/>
                  </a:lnTo>
                  <a:lnTo>
                    <a:pt x="9765944" y="1228963"/>
                  </a:lnTo>
                  <a:lnTo>
                    <a:pt x="9690263" y="1216616"/>
                  </a:lnTo>
                  <a:lnTo>
                    <a:pt x="9620501" y="1203025"/>
                  </a:lnTo>
                  <a:lnTo>
                    <a:pt x="9555943" y="1188039"/>
                  </a:lnTo>
                  <a:lnTo>
                    <a:pt x="9495824" y="1171501"/>
                  </a:lnTo>
                  <a:lnTo>
                    <a:pt x="9439373" y="1153264"/>
                  </a:lnTo>
                  <a:lnTo>
                    <a:pt x="9385857" y="1133212"/>
                  </a:lnTo>
                  <a:lnTo>
                    <a:pt x="9347647" y="1117128"/>
                  </a:lnTo>
                  <a:lnTo>
                    <a:pt x="9291627" y="1090813"/>
                  </a:lnTo>
                  <a:lnTo>
                    <a:pt x="9237249" y="1062094"/>
                  </a:lnTo>
                  <a:lnTo>
                    <a:pt x="9183959" y="1030929"/>
                  </a:lnTo>
                  <a:lnTo>
                    <a:pt x="9131333" y="997340"/>
                  </a:lnTo>
                  <a:lnTo>
                    <a:pt x="9079059" y="961418"/>
                  </a:lnTo>
                  <a:lnTo>
                    <a:pt x="9026918" y="923336"/>
                  </a:lnTo>
                  <a:lnTo>
                    <a:pt x="8974772" y="883341"/>
                  </a:lnTo>
                  <a:lnTo>
                    <a:pt x="8922547" y="841759"/>
                  </a:lnTo>
                  <a:lnTo>
                    <a:pt x="8870224" y="798981"/>
                  </a:lnTo>
                  <a:lnTo>
                    <a:pt x="8817826" y="755451"/>
                  </a:lnTo>
                  <a:lnTo>
                    <a:pt x="8765396" y="711648"/>
                  </a:lnTo>
                  <a:lnTo>
                    <a:pt x="8712991" y="668063"/>
                  </a:lnTo>
                  <a:lnTo>
                    <a:pt x="8660658" y="625176"/>
                  </a:lnTo>
                  <a:lnTo>
                    <a:pt x="8608422" y="583438"/>
                  </a:lnTo>
                  <a:lnTo>
                    <a:pt x="8556270" y="543245"/>
                  </a:lnTo>
                  <a:lnTo>
                    <a:pt x="8504134" y="504932"/>
                  </a:lnTo>
                  <a:lnTo>
                    <a:pt x="8451885" y="468755"/>
                  </a:lnTo>
                  <a:lnTo>
                    <a:pt x="8399312" y="434895"/>
                  </a:lnTo>
                  <a:lnTo>
                    <a:pt x="8346116" y="403453"/>
                  </a:lnTo>
                  <a:lnTo>
                    <a:pt x="8291887" y="374458"/>
                  </a:lnTo>
                  <a:lnTo>
                    <a:pt x="8236086" y="347874"/>
                  </a:lnTo>
                  <a:lnTo>
                    <a:pt x="8229629" y="345008"/>
                  </a:lnTo>
                  <a:lnTo>
                    <a:pt x="8177862" y="323575"/>
                  </a:lnTo>
                  <a:lnTo>
                    <a:pt x="8123655" y="303999"/>
                  </a:lnTo>
                  <a:lnTo>
                    <a:pt x="8066330" y="286213"/>
                  </a:lnTo>
                  <a:lnTo>
                    <a:pt x="8005141" y="270090"/>
                  </a:lnTo>
                  <a:lnTo>
                    <a:pt x="7939314" y="255479"/>
                  </a:lnTo>
                  <a:lnTo>
                    <a:pt x="7868090" y="242223"/>
                  </a:lnTo>
                  <a:lnTo>
                    <a:pt x="7790778" y="230174"/>
                  </a:lnTo>
                  <a:lnTo>
                    <a:pt x="7706820" y="219202"/>
                  </a:lnTo>
                  <a:lnTo>
                    <a:pt x="7615880" y="209201"/>
                  </a:lnTo>
                  <a:lnTo>
                    <a:pt x="7517966" y="200086"/>
                  </a:lnTo>
                  <a:lnTo>
                    <a:pt x="7413562" y="191802"/>
                  </a:lnTo>
                  <a:lnTo>
                    <a:pt x="7303776" y="184315"/>
                  </a:lnTo>
                  <a:lnTo>
                    <a:pt x="7190464" y="177618"/>
                  </a:lnTo>
                  <a:lnTo>
                    <a:pt x="7076287" y="171718"/>
                  </a:lnTo>
                  <a:lnTo>
                    <a:pt x="6964649" y="166632"/>
                  </a:lnTo>
                  <a:lnTo>
                    <a:pt x="6859468" y="162374"/>
                  </a:lnTo>
                  <a:lnTo>
                    <a:pt x="6764758" y="158943"/>
                  </a:lnTo>
                  <a:lnTo>
                    <a:pt x="6684077" y="156312"/>
                  </a:lnTo>
                  <a:lnTo>
                    <a:pt x="6619946" y="154419"/>
                  </a:lnTo>
                  <a:lnTo>
                    <a:pt x="6573372" y="153170"/>
                  </a:lnTo>
                  <a:lnTo>
                    <a:pt x="6543598" y="152442"/>
                  </a:lnTo>
                  <a:lnTo>
                    <a:pt x="6528116" y="152095"/>
                  </a:lnTo>
                  <a:lnTo>
                    <a:pt x="6522852" y="151987"/>
                  </a:lnTo>
                  <a:lnTo>
                    <a:pt x="6522385" y="151978"/>
                  </a:lnTo>
                  <a:lnTo>
                    <a:pt x="5527445" y="151978"/>
                  </a:lnTo>
                  <a:lnTo>
                    <a:pt x="5526309" y="151975"/>
                  </a:lnTo>
                  <a:lnTo>
                    <a:pt x="5518811" y="151954"/>
                  </a:lnTo>
                  <a:lnTo>
                    <a:pt x="5499809" y="151897"/>
                  </a:lnTo>
                  <a:lnTo>
                    <a:pt x="5465588" y="151785"/>
                  </a:lnTo>
                  <a:lnTo>
                    <a:pt x="5414077" y="151599"/>
                  </a:lnTo>
                  <a:lnTo>
                    <a:pt x="5345007" y="151324"/>
                  </a:lnTo>
                  <a:lnTo>
                    <a:pt x="5259852" y="150949"/>
                  </a:lnTo>
                  <a:lnTo>
                    <a:pt x="5161500" y="150467"/>
                  </a:lnTo>
                  <a:lnTo>
                    <a:pt x="5053733" y="149875"/>
                  </a:lnTo>
                  <a:lnTo>
                    <a:pt x="4940629" y="149175"/>
                  </a:lnTo>
                  <a:lnTo>
                    <a:pt x="4826027" y="148367"/>
                  </a:lnTo>
                  <a:lnTo>
                    <a:pt x="4713160" y="147455"/>
                  </a:lnTo>
                  <a:lnTo>
                    <a:pt x="4604476" y="146439"/>
                  </a:lnTo>
                  <a:lnTo>
                    <a:pt x="4501614" y="145316"/>
                  </a:lnTo>
                  <a:lnTo>
                    <a:pt x="4405488" y="144082"/>
                  </a:lnTo>
                  <a:lnTo>
                    <a:pt x="4316427" y="142727"/>
                  </a:lnTo>
                  <a:lnTo>
                    <a:pt x="4234318" y="141241"/>
                  </a:lnTo>
                  <a:lnTo>
                    <a:pt x="4158741" y="139607"/>
                  </a:lnTo>
                  <a:lnTo>
                    <a:pt x="4089083" y="137808"/>
                  </a:lnTo>
                  <a:lnTo>
                    <a:pt x="4024617" y="135824"/>
                  </a:lnTo>
                  <a:lnTo>
                    <a:pt x="3964569" y="133633"/>
                  </a:lnTo>
                  <a:lnTo>
                    <a:pt x="3908161" y="131217"/>
                  </a:lnTo>
                  <a:lnTo>
                    <a:pt x="3854659" y="128560"/>
                  </a:lnTo>
                  <a:lnTo>
                    <a:pt x="3820202" y="126648"/>
                  </a:lnTo>
                  <a:lnTo>
                    <a:pt x="3758671" y="122832"/>
                  </a:lnTo>
                  <a:lnTo>
                    <a:pt x="3699057" y="118633"/>
                  </a:lnTo>
                  <a:lnTo>
                    <a:pt x="3640647" y="114046"/>
                  </a:lnTo>
                  <a:lnTo>
                    <a:pt x="3582917" y="109077"/>
                  </a:lnTo>
                  <a:lnTo>
                    <a:pt x="3525497" y="103747"/>
                  </a:lnTo>
                  <a:lnTo>
                    <a:pt x="3468143" y="98092"/>
                  </a:lnTo>
                  <a:lnTo>
                    <a:pt x="3410723" y="92164"/>
                  </a:lnTo>
                  <a:lnTo>
                    <a:pt x="3353186" y="86026"/>
                  </a:lnTo>
                  <a:lnTo>
                    <a:pt x="3295549" y="79754"/>
                  </a:lnTo>
                  <a:lnTo>
                    <a:pt x="3237870" y="73432"/>
                  </a:lnTo>
                  <a:lnTo>
                    <a:pt x="3180220" y="67144"/>
                  </a:lnTo>
                  <a:lnTo>
                    <a:pt x="3122661" y="60974"/>
                  </a:lnTo>
                  <a:lnTo>
                    <a:pt x="3065220" y="55000"/>
                  </a:lnTo>
                  <a:lnTo>
                    <a:pt x="3007861" y="49289"/>
                  </a:lnTo>
                  <a:lnTo>
                    <a:pt x="2950469" y="43893"/>
                  </a:lnTo>
                  <a:lnTo>
                    <a:pt x="2892822" y="38853"/>
                  </a:lnTo>
                  <a:lnTo>
                    <a:pt x="2834577" y="34192"/>
                  </a:lnTo>
                  <a:lnTo>
                    <a:pt x="2775243" y="29919"/>
                  </a:lnTo>
                  <a:lnTo>
                    <a:pt x="2714145" y="26030"/>
                  </a:lnTo>
                  <a:lnTo>
                    <a:pt x="2702183" y="25329"/>
                  </a:lnTo>
                  <a:lnTo>
                    <a:pt x="2650251" y="22508"/>
                  </a:lnTo>
                  <a:lnTo>
                    <a:pt x="2595862" y="19933"/>
                  </a:lnTo>
                  <a:lnTo>
                    <a:pt x="2538330" y="17593"/>
                  </a:lnTo>
                  <a:lnTo>
                    <a:pt x="2476902" y="15473"/>
                  </a:lnTo>
                  <a:lnTo>
                    <a:pt x="2410798" y="13553"/>
                  </a:lnTo>
                  <a:lnTo>
                    <a:pt x="2339252" y="11811"/>
                  </a:lnTo>
                  <a:lnTo>
                    <a:pt x="2261568" y="10228"/>
                  </a:lnTo>
                  <a:lnTo>
                    <a:pt x="2177186" y="8787"/>
                  </a:lnTo>
                  <a:lnTo>
                    <a:pt x="2085774" y="7473"/>
                  </a:lnTo>
                  <a:lnTo>
                    <a:pt x="1987351" y="6277"/>
                  </a:lnTo>
                  <a:lnTo>
                    <a:pt x="1882423" y="5190"/>
                  </a:lnTo>
                  <a:lnTo>
                    <a:pt x="1772130" y="4208"/>
                  </a:lnTo>
                  <a:lnTo>
                    <a:pt x="1658375" y="3331"/>
                  </a:lnTo>
                  <a:lnTo>
                    <a:pt x="1543876" y="2558"/>
                  </a:lnTo>
                  <a:lnTo>
                    <a:pt x="1432097" y="1894"/>
                  </a:lnTo>
                  <a:lnTo>
                    <a:pt x="1327005" y="1339"/>
                  </a:lnTo>
                  <a:lnTo>
                    <a:pt x="1232645" y="893"/>
                  </a:lnTo>
                  <a:lnTo>
                    <a:pt x="1152567" y="552"/>
                  </a:lnTo>
                  <a:lnTo>
                    <a:pt x="1089243" y="308"/>
                  </a:lnTo>
                  <a:lnTo>
                    <a:pt x="1043590" y="148"/>
                  </a:lnTo>
                  <a:lnTo>
                    <a:pt x="1014734" y="56"/>
                  </a:lnTo>
                  <a:lnTo>
                    <a:pt x="1000036" y="13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40" name="pl339"/>
            <p:cNvSpPr/>
            <p:nvPr/>
          </p:nvSpPr>
          <p:spPr>
            <a:xfrm>
              <a:off x="1199187" y="1524859"/>
              <a:ext cx="12049831" cy="1310158"/>
            </a:xfrm>
            <a:custGeom>
              <a:avLst/>
              <a:pathLst>
                <a:path w="12049831" h="1310158">
                  <a:moveTo>
                    <a:pt x="0" y="0"/>
                  </a:moveTo>
                  <a:lnTo>
                    <a:pt x="994940" y="0"/>
                  </a:lnTo>
                  <a:lnTo>
                    <a:pt x="996076" y="2"/>
                  </a:lnTo>
                  <a:lnTo>
                    <a:pt x="1003574" y="23"/>
                  </a:lnTo>
                  <a:lnTo>
                    <a:pt x="1022576" y="80"/>
                  </a:lnTo>
                  <a:lnTo>
                    <a:pt x="1056797" y="193"/>
                  </a:lnTo>
                  <a:lnTo>
                    <a:pt x="1108308" y="379"/>
                  </a:lnTo>
                  <a:lnTo>
                    <a:pt x="1177378" y="654"/>
                  </a:lnTo>
                  <a:lnTo>
                    <a:pt x="1262533" y="1029"/>
                  </a:lnTo>
                  <a:lnTo>
                    <a:pt x="1360885" y="1511"/>
                  </a:lnTo>
                  <a:lnTo>
                    <a:pt x="1468652" y="2102"/>
                  </a:lnTo>
                  <a:lnTo>
                    <a:pt x="1581756" y="2803"/>
                  </a:lnTo>
                  <a:lnTo>
                    <a:pt x="1696358" y="3610"/>
                  </a:lnTo>
                  <a:lnTo>
                    <a:pt x="1809225" y="4522"/>
                  </a:lnTo>
                  <a:lnTo>
                    <a:pt x="1917909" y="5539"/>
                  </a:lnTo>
                  <a:lnTo>
                    <a:pt x="2020771" y="6661"/>
                  </a:lnTo>
                  <a:lnTo>
                    <a:pt x="2116897" y="7896"/>
                  </a:lnTo>
                  <a:lnTo>
                    <a:pt x="2205958" y="9250"/>
                  </a:lnTo>
                  <a:lnTo>
                    <a:pt x="2288067" y="10736"/>
                  </a:lnTo>
                  <a:lnTo>
                    <a:pt x="2363644" y="12370"/>
                  </a:lnTo>
                  <a:lnTo>
                    <a:pt x="2433302" y="14169"/>
                  </a:lnTo>
                  <a:lnTo>
                    <a:pt x="2497768" y="16154"/>
                  </a:lnTo>
                  <a:lnTo>
                    <a:pt x="2557816" y="18344"/>
                  </a:lnTo>
                  <a:lnTo>
                    <a:pt x="2614224" y="20761"/>
                  </a:lnTo>
                  <a:lnTo>
                    <a:pt x="2667726" y="23417"/>
                  </a:lnTo>
                  <a:lnTo>
                    <a:pt x="2702183" y="25329"/>
                  </a:lnTo>
                  <a:lnTo>
                    <a:pt x="2763714" y="29145"/>
                  </a:lnTo>
                  <a:lnTo>
                    <a:pt x="2823328" y="33344"/>
                  </a:lnTo>
                  <a:lnTo>
                    <a:pt x="2881737" y="37932"/>
                  </a:lnTo>
                  <a:lnTo>
                    <a:pt x="2939468" y="42901"/>
                  </a:lnTo>
                  <a:lnTo>
                    <a:pt x="2996888" y="48231"/>
                  </a:lnTo>
                  <a:lnTo>
                    <a:pt x="3054242" y="53885"/>
                  </a:lnTo>
                  <a:lnTo>
                    <a:pt x="3111662" y="59814"/>
                  </a:lnTo>
                  <a:lnTo>
                    <a:pt x="3169199" y="65951"/>
                  </a:lnTo>
                  <a:lnTo>
                    <a:pt x="3226835" y="72223"/>
                  </a:lnTo>
                  <a:lnTo>
                    <a:pt x="3284515" y="78546"/>
                  </a:lnTo>
                  <a:lnTo>
                    <a:pt x="3342165" y="84834"/>
                  </a:lnTo>
                  <a:lnTo>
                    <a:pt x="3399724" y="91003"/>
                  </a:lnTo>
                  <a:lnTo>
                    <a:pt x="3457165" y="96977"/>
                  </a:lnTo>
                  <a:lnTo>
                    <a:pt x="3514524" y="102689"/>
                  </a:lnTo>
                  <a:lnTo>
                    <a:pt x="3571916" y="108084"/>
                  </a:lnTo>
                  <a:lnTo>
                    <a:pt x="3629563" y="113124"/>
                  </a:lnTo>
                  <a:lnTo>
                    <a:pt x="3687807" y="117785"/>
                  </a:lnTo>
                  <a:lnTo>
                    <a:pt x="3747142" y="122059"/>
                  </a:lnTo>
                  <a:lnTo>
                    <a:pt x="3808240" y="125947"/>
                  </a:lnTo>
                  <a:lnTo>
                    <a:pt x="3820202" y="126648"/>
                  </a:lnTo>
                  <a:lnTo>
                    <a:pt x="3872134" y="129469"/>
                  </a:lnTo>
                  <a:lnTo>
                    <a:pt x="3926523" y="132045"/>
                  </a:lnTo>
                  <a:lnTo>
                    <a:pt x="3984055" y="134384"/>
                  </a:lnTo>
                  <a:lnTo>
                    <a:pt x="4045483" y="136504"/>
                  </a:lnTo>
                  <a:lnTo>
                    <a:pt x="4111587" y="138425"/>
                  </a:lnTo>
                  <a:lnTo>
                    <a:pt x="4183133" y="140167"/>
                  </a:lnTo>
                  <a:lnTo>
                    <a:pt x="4260817" y="141750"/>
                  </a:lnTo>
                  <a:lnTo>
                    <a:pt x="4345199" y="143191"/>
                  </a:lnTo>
                  <a:lnTo>
                    <a:pt x="4436611" y="144504"/>
                  </a:lnTo>
                  <a:lnTo>
                    <a:pt x="4535034" y="145701"/>
                  </a:lnTo>
                  <a:lnTo>
                    <a:pt x="4639962" y="146788"/>
                  </a:lnTo>
                  <a:lnTo>
                    <a:pt x="4750255" y="147769"/>
                  </a:lnTo>
                  <a:lnTo>
                    <a:pt x="4864010" y="148647"/>
                  </a:lnTo>
                  <a:lnTo>
                    <a:pt x="4978509" y="149419"/>
                  </a:lnTo>
                  <a:lnTo>
                    <a:pt x="5090288" y="150084"/>
                  </a:lnTo>
                  <a:lnTo>
                    <a:pt x="5195380" y="150639"/>
                  </a:lnTo>
                  <a:lnTo>
                    <a:pt x="5289740" y="151085"/>
                  </a:lnTo>
                  <a:lnTo>
                    <a:pt x="5369818" y="151426"/>
                  </a:lnTo>
                  <a:lnTo>
                    <a:pt x="5433142" y="151670"/>
                  </a:lnTo>
                  <a:lnTo>
                    <a:pt x="5478795" y="151829"/>
                  </a:lnTo>
                  <a:lnTo>
                    <a:pt x="5507651" y="151921"/>
                  </a:lnTo>
                  <a:lnTo>
                    <a:pt x="5522349" y="151964"/>
                  </a:lnTo>
                  <a:lnTo>
                    <a:pt x="5527100" y="151977"/>
                  </a:lnTo>
                  <a:lnTo>
                    <a:pt x="5527445" y="151978"/>
                  </a:lnTo>
                  <a:lnTo>
                    <a:pt x="6522385" y="151978"/>
                  </a:lnTo>
                  <a:lnTo>
                    <a:pt x="6523511" y="152000"/>
                  </a:lnTo>
                  <a:lnTo>
                    <a:pt x="6530942" y="152156"/>
                  </a:lnTo>
                  <a:lnTo>
                    <a:pt x="6549778" y="152587"/>
                  </a:lnTo>
                  <a:lnTo>
                    <a:pt x="6583713" y="153437"/>
                  </a:lnTo>
                  <a:lnTo>
                    <a:pt x="6634815" y="154841"/>
                  </a:lnTo>
                  <a:lnTo>
                    <a:pt x="6703377" y="156917"/>
                  </a:lnTo>
                  <a:lnTo>
                    <a:pt x="6787969" y="159750"/>
                  </a:lnTo>
                  <a:lnTo>
                    <a:pt x="6885748" y="163393"/>
                  </a:lnTo>
                  <a:lnTo>
                    <a:pt x="6992984" y="167865"/>
                  </a:lnTo>
                  <a:lnTo>
                    <a:pt x="7105636" y="173163"/>
                  </a:lnTo>
                  <a:lnTo>
                    <a:pt x="7219889" y="179270"/>
                  </a:lnTo>
                  <a:lnTo>
                    <a:pt x="7332514" y="186171"/>
                  </a:lnTo>
                  <a:lnTo>
                    <a:pt x="7441057" y="193861"/>
                  </a:lnTo>
                  <a:lnTo>
                    <a:pt x="7543866" y="202356"/>
                  </a:lnTo>
                  <a:lnTo>
                    <a:pt x="7640006" y="211692"/>
                  </a:lnTo>
                  <a:lnTo>
                    <a:pt x="7729131" y="221935"/>
                  </a:lnTo>
                  <a:lnTo>
                    <a:pt x="7811332" y="233173"/>
                  </a:lnTo>
                  <a:lnTo>
                    <a:pt x="7887014" y="245520"/>
                  </a:lnTo>
                  <a:lnTo>
                    <a:pt x="7956776" y="259111"/>
                  </a:lnTo>
                  <a:lnTo>
                    <a:pt x="8021333" y="274097"/>
                  </a:lnTo>
                  <a:lnTo>
                    <a:pt x="8081453" y="290635"/>
                  </a:lnTo>
                  <a:lnTo>
                    <a:pt x="8137904" y="308872"/>
                  </a:lnTo>
                  <a:lnTo>
                    <a:pt x="8191420" y="328924"/>
                  </a:lnTo>
                  <a:lnTo>
                    <a:pt x="8229629" y="345008"/>
                  </a:lnTo>
                  <a:lnTo>
                    <a:pt x="8285650" y="371323"/>
                  </a:lnTo>
                  <a:lnTo>
                    <a:pt x="8340027" y="400042"/>
                  </a:lnTo>
                  <a:lnTo>
                    <a:pt x="8393318" y="431207"/>
                  </a:lnTo>
                  <a:lnTo>
                    <a:pt x="8445944" y="464796"/>
                  </a:lnTo>
                  <a:lnTo>
                    <a:pt x="8498218" y="500718"/>
                  </a:lnTo>
                  <a:lnTo>
                    <a:pt x="8550358" y="538800"/>
                  </a:lnTo>
                  <a:lnTo>
                    <a:pt x="8602505" y="578795"/>
                  </a:lnTo>
                  <a:lnTo>
                    <a:pt x="8654730" y="620377"/>
                  </a:lnTo>
                  <a:lnTo>
                    <a:pt x="8707052" y="663155"/>
                  </a:lnTo>
                  <a:lnTo>
                    <a:pt x="8759451" y="706685"/>
                  </a:lnTo>
                  <a:lnTo>
                    <a:pt x="8811880" y="750488"/>
                  </a:lnTo>
                  <a:lnTo>
                    <a:pt x="8864285" y="794073"/>
                  </a:lnTo>
                  <a:lnTo>
                    <a:pt x="8916618" y="836960"/>
                  </a:lnTo>
                  <a:lnTo>
                    <a:pt x="8968854" y="878698"/>
                  </a:lnTo>
                  <a:lnTo>
                    <a:pt x="9021007" y="918891"/>
                  </a:lnTo>
                  <a:lnTo>
                    <a:pt x="9073142" y="957204"/>
                  </a:lnTo>
                  <a:lnTo>
                    <a:pt x="9125392" y="993381"/>
                  </a:lnTo>
                  <a:lnTo>
                    <a:pt x="9177964" y="1027241"/>
                  </a:lnTo>
                  <a:lnTo>
                    <a:pt x="9231160" y="1058683"/>
                  </a:lnTo>
                  <a:lnTo>
                    <a:pt x="9285389" y="1087678"/>
                  </a:lnTo>
                  <a:lnTo>
                    <a:pt x="9341190" y="1114262"/>
                  </a:lnTo>
                  <a:lnTo>
                    <a:pt x="9347647" y="1117128"/>
                  </a:lnTo>
                  <a:lnTo>
                    <a:pt x="9399415" y="1138561"/>
                  </a:lnTo>
                  <a:lnTo>
                    <a:pt x="9453621" y="1158137"/>
                  </a:lnTo>
                  <a:lnTo>
                    <a:pt x="9510946" y="1175923"/>
                  </a:lnTo>
                  <a:lnTo>
                    <a:pt x="9572136" y="1192046"/>
                  </a:lnTo>
                  <a:lnTo>
                    <a:pt x="9637963" y="1206657"/>
                  </a:lnTo>
                  <a:lnTo>
                    <a:pt x="9709186" y="1219913"/>
                  </a:lnTo>
                  <a:lnTo>
                    <a:pt x="9786498" y="1231962"/>
                  </a:lnTo>
                  <a:lnTo>
                    <a:pt x="9870457" y="1242933"/>
                  </a:lnTo>
                  <a:lnTo>
                    <a:pt x="9961397" y="1252935"/>
                  </a:lnTo>
                  <a:lnTo>
                    <a:pt x="10059311" y="1262050"/>
                  </a:lnTo>
                  <a:lnTo>
                    <a:pt x="10163715" y="1270334"/>
                  </a:lnTo>
                  <a:lnTo>
                    <a:pt x="10273500" y="1277820"/>
                  </a:lnTo>
                  <a:lnTo>
                    <a:pt x="10386813" y="1284518"/>
                  </a:lnTo>
                  <a:lnTo>
                    <a:pt x="10500990" y="1290418"/>
                  </a:lnTo>
                  <a:lnTo>
                    <a:pt x="10612627" y="1295504"/>
                  </a:lnTo>
                  <a:lnTo>
                    <a:pt x="10717808" y="1299762"/>
                  </a:lnTo>
                  <a:lnTo>
                    <a:pt x="10812519" y="1303193"/>
                  </a:lnTo>
                  <a:lnTo>
                    <a:pt x="10893199" y="1305824"/>
                  </a:lnTo>
                  <a:lnTo>
                    <a:pt x="10957330" y="1307717"/>
                  </a:lnTo>
                  <a:lnTo>
                    <a:pt x="11003905" y="1308966"/>
                  </a:lnTo>
                  <a:lnTo>
                    <a:pt x="11033679" y="1309694"/>
                  </a:lnTo>
                  <a:lnTo>
                    <a:pt x="11049160" y="1310041"/>
                  </a:lnTo>
                  <a:lnTo>
                    <a:pt x="11054425" y="1310149"/>
                  </a:lnTo>
                  <a:lnTo>
                    <a:pt x="11054891" y="1310158"/>
                  </a:lnTo>
                  <a:lnTo>
                    <a:pt x="12049831" y="1310158"/>
                  </a:lnTo>
                  <a:lnTo>
                    <a:pt x="12049831" y="13101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1" name="pl340"/>
            <p:cNvSpPr/>
            <p:nvPr/>
          </p:nvSpPr>
          <p:spPr>
            <a:xfrm>
              <a:off x="1199187" y="1509138"/>
              <a:ext cx="12049831" cy="1310158"/>
            </a:xfrm>
            <a:custGeom>
              <a:avLst/>
              <a:pathLst>
                <a:path w="12049831" h="1310158">
                  <a:moveTo>
                    <a:pt x="12049831" y="1310158"/>
                  </a:moveTo>
                  <a:lnTo>
                    <a:pt x="11054891" y="1310158"/>
                  </a:lnTo>
                  <a:lnTo>
                    <a:pt x="11053765" y="1310136"/>
                  </a:lnTo>
                  <a:lnTo>
                    <a:pt x="11046334" y="1309980"/>
                  </a:lnTo>
                  <a:lnTo>
                    <a:pt x="11027498" y="1309549"/>
                  </a:lnTo>
                  <a:lnTo>
                    <a:pt x="10993564" y="1308699"/>
                  </a:lnTo>
                  <a:lnTo>
                    <a:pt x="10942461" y="1307295"/>
                  </a:lnTo>
                  <a:lnTo>
                    <a:pt x="10873899" y="1305219"/>
                  </a:lnTo>
                  <a:lnTo>
                    <a:pt x="10789308" y="1302386"/>
                  </a:lnTo>
                  <a:lnTo>
                    <a:pt x="10691528" y="1298743"/>
                  </a:lnTo>
                  <a:lnTo>
                    <a:pt x="10584293" y="1294271"/>
                  </a:lnTo>
                  <a:lnTo>
                    <a:pt x="10471640" y="1288973"/>
                  </a:lnTo>
                  <a:lnTo>
                    <a:pt x="10357388" y="1282866"/>
                  </a:lnTo>
                  <a:lnTo>
                    <a:pt x="10244763" y="1275965"/>
                  </a:lnTo>
                  <a:lnTo>
                    <a:pt x="10136219" y="1268275"/>
                  </a:lnTo>
                  <a:lnTo>
                    <a:pt x="10033410" y="1259780"/>
                  </a:lnTo>
                  <a:lnTo>
                    <a:pt x="9937270" y="1250444"/>
                  </a:lnTo>
                  <a:lnTo>
                    <a:pt x="9848146" y="1240201"/>
                  </a:lnTo>
                  <a:lnTo>
                    <a:pt x="9765944" y="1228963"/>
                  </a:lnTo>
                  <a:lnTo>
                    <a:pt x="9690263" y="1216616"/>
                  </a:lnTo>
                  <a:lnTo>
                    <a:pt x="9620501" y="1203025"/>
                  </a:lnTo>
                  <a:lnTo>
                    <a:pt x="9555943" y="1188039"/>
                  </a:lnTo>
                  <a:lnTo>
                    <a:pt x="9495824" y="1171501"/>
                  </a:lnTo>
                  <a:lnTo>
                    <a:pt x="9439373" y="1153264"/>
                  </a:lnTo>
                  <a:lnTo>
                    <a:pt x="9385857" y="1133212"/>
                  </a:lnTo>
                  <a:lnTo>
                    <a:pt x="9347647" y="1117128"/>
                  </a:lnTo>
                  <a:lnTo>
                    <a:pt x="9291627" y="1090813"/>
                  </a:lnTo>
                  <a:lnTo>
                    <a:pt x="9237249" y="1062094"/>
                  </a:lnTo>
                  <a:lnTo>
                    <a:pt x="9183959" y="1030929"/>
                  </a:lnTo>
                  <a:lnTo>
                    <a:pt x="9131333" y="997340"/>
                  </a:lnTo>
                  <a:lnTo>
                    <a:pt x="9079059" y="961418"/>
                  </a:lnTo>
                  <a:lnTo>
                    <a:pt x="9026918" y="923336"/>
                  </a:lnTo>
                  <a:lnTo>
                    <a:pt x="8974772" y="883341"/>
                  </a:lnTo>
                  <a:lnTo>
                    <a:pt x="8922547" y="841759"/>
                  </a:lnTo>
                  <a:lnTo>
                    <a:pt x="8870224" y="798981"/>
                  </a:lnTo>
                  <a:lnTo>
                    <a:pt x="8817826" y="755451"/>
                  </a:lnTo>
                  <a:lnTo>
                    <a:pt x="8765396" y="711648"/>
                  </a:lnTo>
                  <a:lnTo>
                    <a:pt x="8712991" y="668063"/>
                  </a:lnTo>
                  <a:lnTo>
                    <a:pt x="8660658" y="625176"/>
                  </a:lnTo>
                  <a:lnTo>
                    <a:pt x="8608422" y="583438"/>
                  </a:lnTo>
                  <a:lnTo>
                    <a:pt x="8556270" y="543245"/>
                  </a:lnTo>
                  <a:lnTo>
                    <a:pt x="8504134" y="504932"/>
                  </a:lnTo>
                  <a:lnTo>
                    <a:pt x="8451885" y="468755"/>
                  </a:lnTo>
                  <a:lnTo>
                    <a:pt x="8399312" y="434895"/>
                  </a:lnTo>
                  <a:lnTo>
                    <a:pt x="8346116" y="403453"/>
                  </a:lnTo>
                  <a:lnTo>
                    <a:pt x="8291887" y="374458"/>
                  </a:lnTo>
                  <a:lnTo>
                    <a:pt x="8236086" y="347874"/>
                  </a:lnTo>
                  <a:lnTo>
                    <a:pt x="8229629" y="345008"/>
                  </a:lnTo>
                  <a:lnTo>
                    <a:pt x="8177862" y="323575"/>
                  </a:lnTo>
                  <a:lnTo>
                    <a:pt x="8123655" y="303999"/>
                  </a:lnTo>
                  <a:lnTo>
                    <a:pt x="8066330" y="286213"/>
                  </a:lnTo>
                  <a:lnTo>
                    <a:pt x="8005141" y="270090"/>
                  </a:lnTo>
                  <a:lnTo>
                    <a:pt x="7939314" y="255479"/>
                  </a:lnTo>
                  <a:lnTo>
                    <a:pt x="7868090" y="242223"/>
                  </a:lnTo>
                  <a:lnTo>
                    <a:pt x="7790778" y="230174"/>
                  </a:lnTo>
                  <a:lnTo>
                    <a:pt x="7706820" y="219202"/>
                  </a:lnTo>
                  <a:lnTo>
                    <a:pt x="7615880" y="209201"/>
                  </a:lnTo>
                  <a:lnTo>
                    <a:pt x="7517966" y="200086"/>
                  </a:lnTo>
                  <a:lnTo>
                    <a:pt x="7413562" y="191802"/>
                  </a:lnTo>
                  <a:lnTo>
                    <a:pt x="7303776" y="184315"/>
                  </a:lnTo>
                  <a:lnTo>
                    <a:pt x="7190464" y="177618"/>
                  </a:lnTo>
                  <a:lnTo>
                    <a:pt x="7076287" y="171718"/>
                  </a:lnTo>
                  <a:lnTo>
                    <a:pt x="6964649" y="166632"/>
                  </a:lnTo>
                  <a:lnTo>
                    <a:pt x="6859468" y="162374"/>
                  </a:lnTo>
                  <a:lnTo>
                    <a:pt x="6764758" y="158943"/>
                  </a:lnTo>
                  <a:lnTo>
                    <a:pt x="6684077" y="156312"/>
                  </a:lnTo>
                  <a:lnTo>
                    <a:pt x="6619946" y="154419"/>
                  </a:lnTo>
                  <a:lnTo>
                    <a:pt x="6573372" y="153170"/>
                  </a:lnTo>
                  <a:lnTo>
                    <a:pt x="6543598" y="152442"/>
                  </a:lnTo>
                  <a:lnTo>
                    <a:pt x="6528116" y="152095"/>
                  </a:lnTo>
                  <a:lnTo>
                    <a:pt x="6522852" y="151987"/>
                  </a:lnTo>
                  <a:lnTo>
                    <a:pt x="6522385" y="151978"/>
                  </a:lnTo>
                  <a:lnTo>
                    <a:pt x="5527445" y="151978"/>
                  </a:lnTo>
                  <a:lnTo>
                    <a:pt x="5526309" y="151975"/>
                  </a:lnTo>
                  <a:lnTo>
                    <a:pt x="5518811" y="151954"/>
                  </a:lnTo>
                  <a:lnTo>
                    <a:pt x="5499809" y="151897"/>
                  </a:lnTo>
                  <a:lnTo>
                    <a:pt x="5465588" y="151785"/>
                  </a:lnTo>
                  <a:lnTo>
                    <a:pt x="5414077" y="151599"/>
                  </a:lnTo>
                  <a:lnTo>
                    <a:pt x="5345007" y="151324"/>
                  </a:lnTo>
                  <a:lnTo>
                    <a:pt x="5259852" y="150949"/>
                  </a:lnTo>
                  <a:lnTo>
                    <a:pt x="5161500" y="150467"/>
                  </a:lnTo>
                  <a:lnTo>
                    <a:pt x="5053733" y="149875"/>
                  </a:lnTo>
                  <a:lnTo>
                    <a:pt x="4940629" y="149175"/>
                  </a:lnTo>
                  <a:lnTo>
                    <a:pt x="4826027" y="148367"/>
                  </a:lnTo>
                  <a:lnTo>
                    <a:pt x="4713160" y="147455"/>
                  </a:lnTo>
                  <a:lnTo>
                    <a:pt x="4604476" y="146439"/>
                  </a:lnTo>
                  <a:lnTo>
                    <a:pt x="4501614" y="145316"/>
                  </a:lnTo>
                  <a:lnTo>
                    <a:pt x="4405488" y="144082"/>
                  </a:lnTo>
                  <a:lnTo>
                    <a:pt x="4316427" y="142727"/>
                  </a:lnTo>
                  <a:lnTo>
                    <a:pt x="4234318" y="141241"/>
                  </a:lnTo>
                  <a:lnTo>
                    <a:pt x="4158741" y="139607"/>
                  </a:lnTo>
                  <a:lnTo>
                    <a:pt x="4089083" y="137808"/>
                  </a:lnTo>
                  <a:lnTo>
                    <a:pt x="4024617" y="135824"/>
                  </a:lnTo>
                  <a:lnTo>
                    <a:pt x="3964569" y="133633"/>
                  </a:lnTo>
                  <a:lnTo>
                    <a:pt x="3908161" y="131217"/>
                  </a:lnTo>
                  <a:lnTo>
                    <a:pt x="3854659" y="128560"/>
                  </a:lnTo>
                  <a:lnTo>
                    <a:pt x="3820202" y="126648"/>
                  </a:lnTo>
                  <a:lnTo>
                    <a:pt x="3758671" y="122832"/>
                  </a:lnTo>
                  <a:lnTo>
                    <a:pt x="3699057" y="118633"/>
                  </a:lnTo>
                  <a:lnTo>
                    <a:pt x="3640647" y="114046"/>
                  </a:lnTo>
                  <a:lnTo>
                    <a:pt x="3582917" y="109077"/>
                  </a:lnTo>
                  <a:lnTo>
                    <a:pt x="3525497" y="103747"/>
                  </a:lnTo>
                  <a:lnTo>
                    <a:pt x="3468143" y="98092"/>
                  </a:lnTo>
                  <a:lnTo>
                    <a:pt x="3410723" y="92164"/>
                  </a:lnTo>
                  <a:lnTo>
                    <a:pt x="3353186" y="86026"/>
                  </a:lnTo>
                  <a:lnTo>
                    <a:pt x="3295549" y="79754"/>
                  </a:lnTo>
                  <a:lnTo>
                    <a:pt x="3237870" y="73432"/>
                  </a:lnTo>
                  <a:lnTo>
                    <a:pt x="3180220" y="67144"/>
                  </a:lnTo>
                  <a:lnTo>
                    <a:pt x="3122661" y="60974"/>
                  </a:lnTo>
                  <a:lnTo>
                    <a:pt x="3065220" y="55000"/>
                  </a:lnTo>
                  <a:lnTo>
                    <a:pt x="3007861" y="49289"/>
                  </a:lnTo>
                  <a:lnTo>
                    <a:pt x="2950469" y="43893"/>
                  </a:lnTo>
                  <a:lnTo>
                    <a:pt x="2892822" y="38853"/>
                  </a:lnTo>
                  <a:lnTo>
                    <a:pt x="2834577" y="34192"/>
                  </a:lnTo>
                  <a:lnTo>
                    <a:pt x="2775243" y="29919"/>
                  </a:lnTo>
                  <a:lnTo>
                    <a:pt x="2714145" y="26030"/>
                  </a:lnTo>
                  <a:lnTo>
                    <a:pt x="2702183" y="25329"/>
                  </a:lnTo>
                  <a:lnTo>
                    <a:pt x="2650251" y="22508"/>
                  </a:lnTo>
                  <a:lnTo>
                    <a:pt x="2595862" y="19933"/>
                  </a:lnTo>
                  <a:lnTo>
                    <a:pt x="2538330" y="17593"/>
                  </a:lnTo>
                  <a:lnTo>
                    <a:pt x="2476902" y="15473"/>
                  </a:lnTo>
                  <a:lnTo>
                    <a:pt x="2410798" y="13553"/>
                  </a:lnTo>
                  <a:lnTo>
                    <a:pt x="2339252" y="11811"/>
                  </a:lnTo>
                  <a:lnTo>
                    <a:pt x="2261568" y="10228"/>
                  </a:lnTo>
                  <a:lnTo>
                    <a:pt x="2177186" y="8787"/>
                  </a:lnTo>
                  <a:lnTo>
                    <a:pt x="2085774" y="7473"/>
                  </a:lnTo>
                  <a:lnTo>
                    <a:pt x="1987351" y="6277"/>
                  </a:lnTo>
                  <a:lnTo>
                    <a:pt x="1882423" y="5190"/>
                  </a:lnTo>
                  <a:lnTo>
                    <a:pt x="1772130" y="4208"/>
                  </a:lnTo>
                  <a:lnTo>
                    <a:pt x="1658375" y="3331"/>
                  </a:lnTo>
                  <a:lnTo>
                    <a:pt x="1543876" y="2558"/>
                  </a:lnTo>
                  <a:lnTo>
                    <a:pt x="1432097" y="1894"/>
                  </a:lnTo>
                  <a:lnTo>
                    <a:pt x="1327005" y="1339"/>
                  </a:lnTo>
                  <a:lnTo>
                    <a:pt x="1232645" y="893"/>
                  </a:lnTo>
                  <a:lnTo>
                    <a:pt x="1152567" y="552"/>
                  </a:lnTo>
                  <a:lnTo>
                    <a:pt x="1089243" y="308"/>
                  </a:lnTo>
                  <a:lnTo>
                    <a:pt x="1043590" y="148"/>
                  </a:lnTo>
                  <a:lnTo>
                    <a:pt x="1014734" y="56"/>
                  </a:lnTo>
                  <a:lnTo>
                    <a:pt x="1000036" y="13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2" name="pg341"/>
            <p:cNvSpPr/>
            <p:nvPr/>
          </p:nvSpPr>
          <p:spPr>
            <a:xfrm>
              <a:off x="1199187" y="1524859"/>
              <a:ext cx="12049831" cy="1477858"/>
            </a:xfrm>
            <a:custGeom>
              <a:avLst/>
              <a:pathLst>
                <a:path w="12049831" h="1477858">
                  <a:moveTo>
                    <a:pt x="0" y="5240"/>
                  </a:moveTo>
                  <a:lnTo>
                    <a:pt x="994940" y="5240"/>
                  </a:lnTo>
                  <a:lnTo>
                    <a:pt x="996076" y="5243"/>
                  </a:lnTo>
                  <a:lnTo>
                    <a:pt x="1003574" y="5264"/>
                  </a:lnTo>
                  <a:lnTo>
                    <a:pt x="1022576" y="5321"/>
                  </a:lnTo>
                  <a:lnTo>
                    <a:pt x="1056797" y="5433"/>
                  </a:lnTo>
                  <a:lnTo>
                    <a:pt x="1108308" y="5619"/>
                  </a:lnTo>
                  <a:lnTo>
                    <a:pt x="1177378" y="5894"/>
                  </a:lnTo>
                  <a:lnTo>
                    <a:pt x="1262533" y="6269"/>
                  </a:lnTo>
                  <a:lnTo>
                    <a:pt x="1360885" y="6751"/>
                  </a:lnTo>
                  <a:lnTo>
                    <a:pt x="1468652" y="7343"/>
                  </a:lnTo>
                  <a:lnTo>
                    <a:pt x="1581756" y="8043"/>
                  </a:lnTo>
                  <a:lnTo>
                    <a:pt x="1696358" y="8851"/>
                  </a:lnTo>
                  <a:lnTo>
                    <a:pt x="1809225" y="9763"/>
                  </a:lnTo>
                  <a:lnTo>
                    <a:pt x="1917909" y="10779"/>
                  </a:lnTo>
                  <a:lnTo>
                    <a:pt x="2020771" y="11902"/>
                  </a:lnTo>
                  <a:lnTo>
                    <a:pt x="2116897" y="13136"/>
                  </a:lnTo>
                  <a:lnTo>
                    <a:pt x="2205958" y="14491"/>
                  </a:lnTo>
                  <a:lnTo>
                    <a:pt x="2288067" y="15977"/>
                  </a:lnTo>
                  <a:lnTo>
                    <a:pt x="2363644" y="17611"/>
                  </a:lnTo>
                  <a:lnTo>
                    <a:pt x="2433302" y="19410"/>
                  </a:lnTo>
                  <a:lnTo>
                    <a:pt x="2497768" y="21394"/>
                  </a:lnTo>
                  <a:lnTo>
                    <a:pt x="2557816" y="23585"/>
                  </a:lnTo>
                  <a:lnTo>
                    <a:pt x="2614224" y="26001"/>
                  </a:lnTo>
                  <a:lnTo>
                    <a:pt x="2667726" y="28658"/>
                  </a:lnTo>
                  <a:lnTo>
                    <a:pt x="2702183" y="30570"/>
                  </a:lnTo>
                  <a:lnTo>
                    <a:pt x="2763714" y="34386"/>
                  </a:lnTo>
                  <a:lnTo>
                    <a:pt x="2823328" y="38585"/>
                  </a:lnTo>
                  <a:lnTo>
                    <a:pt x="2881737" y="43172"/>
                  </a:lnTo>
                  <a:lnTo>
                    <a:pt x="2939468" y="48141"/>
                  </a:lnTo>
                  <a:lnTo>
                    <a:pt x="2996888" y="53471"/>
                  </a:lnTo>
                  <a:lnTo>
                    <a:pt x="3054242" y="59126"/>
                  </a:lnTo>
                  <a:lnTo>
                    <a:pt x="3111662" y="65054"/>
                  </a:lnTo>
                  <a:lnTo>
                    <a:pt x="3169199" y="71192"/>
                  </a:lnTo>
                  <a:lnTo>
                    <a:pt x="3226835" y="77464"/>
                  </a:lnTo>
                  <a:lnTo>
                    <a:pt x="3284515" y="83786"/>
                  </a:lnTo>
                  <a:lnTo>
                    <a:pt x="3342165" y="90075"/>
                  </a:lnTo>
                  <a:lnTo>
                    <a:pt x="3399724" y="96244"/>
                  </a:lnTo>
                  <a:lnTo>
                    <a:pt x="3457165" y="102218"/>
                  </a:lnTo>
                  <a:lnTo>
                    <a:pt x="3514524" y="107929"/>
                  </a:lnTo>
                  <a:lnTo>
                    <a:pt x="3571916" y="113325"/>
                  </a:lnTo>
                  <a:lnTo>
                    <a:pt x="3629563" y="118365"/>
                  </a:lnTo>
                  <a:lnTo>
                    <a:pt x="3687807" y="123026"/>
                  </a:lnTo>
                  <a:lnTo>
                    <a:pt x="3747142" y="127299"/>
                  </a:lnTo>
                  <a:lnTo>
                    <a:pt x="3808240" y="131188"/>
                  </a:lnTo>
                  <a:lnTo>
                    <a:pt x="3820202" y="131889"/>
                  </a:lnTo>
                  <a:lnTo>
                    <a:pt x="3872134" y="134710"/>
                  </a:lnTo>
                  <a:lnTo>
                    <a:pt x="3926523" y="137285"/>
                  </a:lnTo>
                  <a:lnTo>
                    <a:pt x="3984055" y="139625"/>
                  </a:lnTo>
                  <a:lnTo>
                    <a:pt x="4045483" y="141745"/>
                  </a:lnTo>
                  <a:lnTo>
                    <a:pt x="4111587" y="143665"/>
                  </a:lnTo>
                  <a:lnTo>
                    <a:pt x="4183133" y="145407"/>
                  </a:lnTo>
                  <a:lnTo>
                    <a:pt x="4260817" y="146990"/>
                  </a:lnTo>
                  <a:lnTo>
                    <a:pt x="4345199" y="148432"/>
                  </a:lnTo>
                  <a:lnTo>
                    <a:pt x="4436611" y="149745"/>
                  </a:lnTo>
                  <a:lnTo>
                    <a:pt x="4535034" y="150941"/>
                  </a:lnTo>
                  <a:lnTo>
                    <a:pt x="4639962" y="152028"/>
                  </a:lnTo>
                  <a:lnTo>
                    <a:pt x="4750255" y="153010"/>
                  </a:lnTo>
                  <a:lnTo>
                    <a:pt x="4864010" y="153887"/>
                  </a:lnTo>
                  <a:lnTo>
                    <a:pt x="4978509" y="154660"/>
                  </a:lnTo>
                  <a:lnTo>
                    <a:pt x="5090288" y="155324"/>
                  </a:lnTo>
                  <a:lnTo>
                    <a:pt x="5195380" y="155879"/>
                  </a:lnTo>
                  <a:lnTo>
                    <a:pt x="5289740" y="156325"/>
                  </a:lnTo>
                  <a:lnTo>
                    <a:pt x="5369818" y="156666"/>
                  </a:lnTo>
                  <a:lnTo>
                    <a:pt x="5433142" y="156910"/>
                  </a:lnTo>
                  <a:lnTo>
                    <a:pt x="5478795" y="157070"/>
                  </a:lnTo>
                  <a:lnTo>
                    <a:pt x="5507651" y="157162"/>
                  </a:lnTo>
                  <a:lnTo>
                    <a:pt x="5522349" y="157205"/>
                  </a:lnTo>
                  <a:lnTo>
                    <a:pt x="5527100" y="157218"/>
                  </a:lnTo>
                  <a:lnTo>
                    <a:pt x="5527445" y="157219"/>
                  </a:lnTo>
                  <a:lnTo>
                    <a:pt x="6522385" y="157219"/>
                  </a:lnTo>
                  <a:lnTo>
                    <a:pt x="6523508" y="157243"/>
                  </a:lnTo>
                  <a:lnTo>
                    <a:pt x="6530919" y="157421"/>
                  </a:lnTo>
                  <a:lnTo>
                    <a:pt x="6549705" y="157911"/>
                  </a:lnTo>
                  <a:lnTo>
                    <a:pt x="6583553" y="158877"/>
                  </a:lnTo>
                  <a:lnTo>
                    <a:pt x="6634532" y="160474"/>
                  </a:lnTo>
                  <a:lnTo>
                    <a:pt x="6702941" y="162834"/>
                  </a:lnTo>
                  <a:lnTo>
                    <a:pt x="6787362" y="166056"/>
                  </a:lnTo>
                  <a:lnTo>
                    <a:pt x="6884969" y="170200"/>
                  </a:lnTo>
                  <a:lnTo>
                    <a:pt x="6992043" y="175287"/>
                  </a:lnTo>
                  <a:lnTo>
                    <a:pt x="7104558" y="181313"/>
                  </a:lnTo>
                  <a:lnTo>
                    <a:pt x="7218704" y="188261"/>
                  </a:lnTo>
                  <a:lnTo>
                    <a:pt x="7331255" y="196113"/>
                  </a:lnTo>
                  <a:lnTo>
                    <a:pt x="7439756" y="204863"/>
                  </a:lnTo>
                  <a:lnTo>
                    <a:pt x="7542548" y="214528"/>
                  </a:lnTo>
                  <a:lnTo>
                    <a:pt x="7638692" y="225151"/>
                  </a:lnTo>
                  <a:lnTo>
                    <a:pt x="7727835" y="236804"/>
                  </a:lnTo>
                  <a:lnTo>
                    <a:pt x="7810064" y="249588"/>
                  </a:lnTo>
                  <a:lnTo>
                    <a:pt x="7885778" y="263631"/>
                  </a:lnTo>
                  <a:lnTo>
                    <a:pt x="7955571" y="279088"/>
                  </a:lnTo>
                  <a:lnTo>
                    <a:pt x="8020157" y="296129"/>
                  </a:lnTo>
                  <a:lnTo>
                    <a:pt x="8080297" y="314932"/>
                  </a:lnTo>
                  <a:lnTo>
                    <a:pt x="8136762" y="335667"/>
                  </a:lnTo>
                  <a:lnTo>
                    <a:pt x="8190283" y="358466"/>
                  </a:lnTo>
                  <a:lnTo>
                    <a:pt x="8229629" y="377325"/>
                  </a:lnTo>
                  <a:lnTo>
                    <a:pt x="8284390" y="406615"/>
                  </a:lnTo>
                  <a:lnTo>
                    <a:pt x="8337568" y="438520"/>
                  </a:lnTo>
                  <a:lnTo>
                    <a:pt x="8389687" y="473088"/>
                  </a:lnTo>
                  <a:lnTo>
                    <a:pt x="8441149" y="510300"/>
                  </a:lnTo>
                  <a:lnTo>
                    <a:pt x="8492251" y="550064"/>
                  </a:lnTo>
                  <a:lnTo>
                    <a:pt x="8543206" y="592207"/>
                  </a:lnTo>
                  <a:lnTo>
                    <a:pt x="8594153" y="636473"/>
                  </a:lnTo>
                  <a:lnTo>
                    <a:pt x="8645168" y="682531"/>
                  </a:lnTo>
                  <a:lnTo>
                    <a:pt x="8696276" y="729973"/>
                  </a:lnTo>
                  <a:lnTo>
                    <a:pt x="8747464" y="778337"/>
                  </a:lnTo>
                  <a:lnTo>
                    <a:pt x="8798692" y="827120"/>
                  </a:lnTo>
                  <a:lnTo>
                    <a:pt x="8849910" y="875800"/>
                  </a:lnTo>
                  <a:lnTo>
                    <a:pt x="8901070" y="923861"/>
                  </a:lnTo>
                  <a:lnTo>
                    <a:pt x="8952141" y="970812"/>
                  </a:lnTo>
                  <a:lnTo>
                    <a:pt x="9003124" y="1016211"/>
                  </a:lnTo>
                  <a:lnTo>
                    <a:pt x="9054062" y="1059679"/>
                  </a:lnTo>
                  <a:lnTo>
                    <a:pt x="9105055" y="1100914"/>
                  </a:lnTo>
                  <a:lnTo>
                    <a:pt x="9156268" y="1139693"/>
                  </a:lnTo>
                  <a:lnTo>
                    <a:pt x="9207947" y="1175874"/>
                  </a:lnTo>
                  <a:lnTo>
                    <a:pt x="9260428" y="1209395"/>
                  </a:lnTo>
                  <a:lnTo>
                    <a:pt x="9314157" y="1240265"/>
                  </a:lnTo>
                  <a:lnTo>
                    <a:pt x="9347647" y="1257752"/>
                  </a:lnTo>
                  <a:lnTo>
                    <a:pt x="9399365" y="1282169"/>
                  </a:lnTo>
                  <a:lnTo>
                    <a:pt x="9453516" y="1304473"/>
                  </a:lnTo>
                  <a:lnTo>
                    <a:pt x="9510778" y="1324739"/>
                  </a:lnTo>
                  <a:lnTo>
                    <a:pt x="9571896" y="1343112"/>
                  </a:lnTo>
                  <a:lnTo>
                    <a:pt x="9637640" y="1359764"/>
                  </a:lnTo>
                  <a:lnTo>
                    <a:pt x="9708766" y="1374873"/>
                  </a:lnTo>
                  <a:lnTo>
                    <a:pt x="9785965" y="1388607"/>
                  </a:lnTo>
                  <a:lnTo>
                    <a:pt x="9869796" y="1401114"/>
                  </a:lnTo>
                  <a:lnTo>
                    <a:pt x="9960593" y="1412516"/>
                  </a:lnTo>
                  <a:lnTo>
                    <a:pt x="10058354" y="1422908"/>
                  </a:lnTo>
                  <a:lnTo>
                    <a:pt x="10162599" y="1432355"/>
                  </a:lnTo>
                  <a:lnTo>
                    <a:pt x="10272231" y="1440893"/>
                  </a:lnTo>
                  <a:lnTo>
                    <a:pt x="10385409" y="1448533"/>
                  </a:lnTo>
                  <a:lnTo>
                    <a:pt x="10499487" y="1455266"/>
                  </a:lnTo>
                  <a:lnTo>
                    <a:pt x="10611080" y="1461073"/>
                  </a:lnTo>
                  <a:lnTo>
                    <a:pt x="10716286" y="1465937"/>
                  </a:lnTo>
                  <a:lnTo>
                    <a:pt x="10811099" y="1469860"/>
                  </a:lnTo>
                  <a:lnTo>
                    <a:pt x="10891960" y="1472873"/>
                  </a:lnTo>
                  <a:lnTo>
                    <a:pt x="10956333" y="1475043"/>
                  </a:lnTo>
                  <a:lnTo>
                    <a:pt x="11003186" y="1476478"/>
                  </a:lnTo>
                  <a:lnTo>
                    <a:pt x="11033238" y="1477318"/>
                  </a:lnTo>
                  <a:lnTo>
                    <a:pt x="11048959" y="1477720"/>
                  </a:lnTo>
                  <a:lnTo>
                    <a:pt x="11054383" y="1477847"/>
                  </a:lnTo>
                  <a:lnTo>
                    <a:pt x="11054891" y="1477858"/>
                  </a:lnTo>
                  <a:lnTo>
                    <a:pt x="12049831" y="1477858"/>
                  </a:lnTo>
                  <a:lnTo>
                    <a:pt x="12049831" y="1472618"/>
                  </a:lnTo>
                  <a:lnTo>
                    <a:pt x="11054891" y="1472618"/>
                  </a:lnTo>
                  <a:lnTo>
                    <a:pt x="11053768" y="1472593"/>
                  </a:lnTo>
                  <a:lnTo>
                    <a:pt x="11046358" y="1472415"/>
                  </a:lnTo>
                  <a:lnTo>
                    <a:pt x="11027571" y="1471925"/>
                  </a:lnTo>
                  <a:lnTo>
                    <a:pt x="10993724" y="1470959"/>
                  </a:lnTo>
                  <a:lnTo>
                    <a:pt x="10942744" y="1469362"/>
                  </a:lnTo>
                  <a:lnTo>
                    <a:pt x="10874335" y="1467002"/>
                  </a:lnTo>
                  <a:lnTo>
                    <a:pt x="10789915" y="1463780"/>
                  </a:lnTo>
                  <a:lnTo>
                    <a:pt x="10692308" y="1459637"/>
                  </a:lnTo>
                  <a:lnTo>
                    <a:pt x="10585234" y="1454549"/>
                  </a:lnTo>
                  <a:lnTo>
                    <a:pt x="10472718" y="1448523"/>
                  </a:lnTo>
                  <a:lnTo>
                    <a:pt x="10358572" y="1441575"/>
                  </a:lnTo>
                  <a:lnTo>
                    <a:pt x="10246021" y="1433723"/>
                  </a:lnTo>
                  <a:lnTo>
                    <a:pt x="10137520" y="1424973"/>
                  </a:lnTo>
                  <a:lnTo>
                    <a:pt x="10034728" y="1415308"/>
                  </a:lnTo>
                  <a:lnTo>
                    <a:pt x="9938584" y="1404685"/>
                  </a:lnTo>
                  <a:lnTo>
                    <a:pt x="9849442" y="1393032"/>
                  </a:lnTo>
                  <a:lnTo>
                    <a:pt x="9767212" y="1380249"/>
                  </a:lnTo>
                  <a:lnTo>
                    <a:pt x="9691499" y="1366205"/>
                  </a:lnTo>
                  <a:lnTo>
                    <a:pt x="9621705" y="1350748"/>
                  </a:lnTo>
                  <a:lnTo>
                    <a:pt x="9557120" y="1333708"/>
                  </a:lnTo>
                  <a:lnTo>
                    <a:pt x="9496979" y="1314904"/>
                  </a:lnTo>
                  <a:lnTo>
                    <a:pt x="9440514" y="1294169"/>
                  </a:lnTo>
                  <a:lnTo>
                    <a:pt x="9386994" y="1271371"/>
                  </a:lnTo>
                  <a:lnTo>
                    <a:pt x="9347647" y="1252511"/>
                  </a:lnTo>
                  <a:lnTo>
                    <a:pt x="9292887" y="1223221"/>
                  </a:lnTo>
                  <a:lnTo>
                    <a:pt x="9239709" y="1191316"/>
                  </a:lnTo>
                  <a:lnTo>
                    <a:pt x="9187589" y="1156748"/>
                  </a:lnTo>
                  <a:lnTo>
                    <a:pt x="9136128" y="1119536"/>
                  </a:lnTo>
                  <a:lnTo>
                    <a:pt x="9085026" y="1079772"/>
                  </a:lnTo>
                  <a:lnTo>
                    <a:pt x="9034070" y="1037630"/>
                  </a:lnTo>
                  <a:lnTo>
                    <a:pt x="8983123" y="993363"/>
                  </a:lnTo>
                  <a:lnTo>
                    <a:pt x="8932108" y="947306"/>
                  </a:lnTo>
                  <a:lnTo>
                    <a:pt x="8881000" y="899863"/>
                  </a:lnTo>
                  <a:lnTo>
                    <a:pt x="8829813" y="851499"/>
                  </a:lnTo>
                  <a:lnTo>
                    <a:pt x="8778584" y="802716"/>
                  </a:lnTo>
                  <a:lnTo>
                    <a:pt x="8727366" y="754036"/>
                  </a:lnTo>
                  <a:lnTo>
                    <a:pt x="8676206" y="705975"/>
                  </a:lnTo>
                  <a:lnTo>
                    <a:pt x="8625135" y="659024"/>
                  </a:lnTo>
                  <a:lnTo>
                    <a:pt x="8574152" y="613625"/>
                  </a:lnTo>
                  <a:lnTo>
                    <a:pt x="8523214" y="570157"/>
                  </a:lnTo>
                  <a:lnTo>
                    <a:pt x="8472222" y="528922"/>
                  </a:lnTo>
                  <a:lnTo>
                    <a:pt x="8421008" y="490144"/>
                  </a:lnTo>
                  <a:lnTo>
                    <a:pt x="8369329" y="453962"/>
                  </a:lnTo>
                  <a:lnTo>
                    <a:pt x="8316849" y="420441"/>
                  </a:lnTo>
                  <a:lnTo>
                    <a:pt x="8263120" y="389572"/>
                  </a:lnTo>
                  <a:lnTo>
                    <a:pt x="8229629" y="372085"/>
                  </a:lnTo>
                  <a:lnTo>
                    <a:pt x="8177912" y="347668"/>
                  </a:lnTo>
                  <a:lnTo>
                    <a:pt x="8123760" y="325363"/>
                  </a:lnTo>
                  <a:lnTo>
                    <a:pt x="8066498" y="305097"/>
                  </a:lnTo>
                  <a:lnTo>
                    <a:pt x="8005380" y="286724"/>
                  </a:lnTo>
                  <a:lnTo>
                    <a:pt x="7939637" y="270072"/>
                  </a:lnTo>
                  <a:lnTo>
                    <a:pt x="7868511" y="254963"/>
                  </a:lnTo>
                  <a:lnTo>
                    <a:pt x="7791311" y="241229"/>
                  </a:lnTo>
                  <a:lnTo>
                    <a:pt x="7707480" y="228722"/>
                  </a:lnTo>
                  <a:lnTo>
                    <a:pt x="7616683" y="217320"/>
                  </a:lnTo>
                  <a:lnTo>
                    <a:pt x="7518923" y="206928"/>
                  </a:lnTo>
                  <a:lnTo>
                    <a:pt x="7414678" y="197481"/>
                  </a:lnTo>
                  <a:lnTo>
                    <a:pt x="7305045" y="188943"/>
                  </a:lnTo>
                  <a:lnTo>
                    <a:pt x="7191868" y="181303"/>
                  </a:lnTo>
                  <a:lnTo>
                    <a:pt x="7077789" y="174570"/>
                  </a:lnTo>
                  <a:lnTo>
                    <a:pt x="6966197" y="168763"/>
                  </a:lnTo>
                  <a:lnTo>
                    <a:pt x="6860991" y="163899"/>
                  </a:lnTo>
                  <a:lnTo>
                    <a:pt x="6766177" y="159976"/>
                  </a:lnTo>
                  <a:lnTo>
                    <a:pt x="6685317" y="156964"/>
                  </a:lnTo>
                  <a:lnTo>
                    <a:pt x="6620944" y="154793"/>
                  </a:lnTo>
                  <a:lnTo>
                    <a:pt x="6574091" y="153358"/>
                  </a:lnTo>
                  <a:lnTo>
                    <a:pt x="6544039" y="152518"/>
                  </a:lnTo>
                  <a:lnTo>
                    <a:pt x="6528318" y="152116"/>
                  </a:lnTo>
                  <a:lnTo>
                    <a:pt x="6522893" y="151989"/>
                  </a:lnTo>
                  <a:lnTo>
                    <a:pt x="6522385" y="151978"/>
                  </a:lnTo>
                  <a:lnTo>
                    <a:pt x="5527445" y="151978"/>
                  </a:lnTo>
                  <a:lnTo>
                    <a:pt x="5526309" y="151975"/>
                  </a:lnTo>
                  <a:lnTo>
                    <a:pt x="5518811" y="151954"/>
                  </a:lnTo>
                  <a:lnTo>
                    <a:pt x="5499809" y="151897"/>
                  </a:lnTo>
                  <a:lnTo>
                    <a:pt x="5465588" y="151785"/>
                  </a:lnTo>
                  <a:lnTo>
                    <a:pt x="5414077" y="151599"/>
                  </a:lnTo>
                  <a:lnTo>
                    <a:pt x="5345007" y="151324"/>
                  </a:lnTo>
                  <a:lnTo>
                    <a:pt x="5259852" y="150949"/>
                  </a:lnTo>
                  <a:lnTo>
                    <a:pt x="5161500" y="150467"/>
                  </a:lnTo>
                  <a:lnTo>
                    <a:pt x="5053733" y="149875"/>
                  </a:lnTo>
                  <a:lnTo>
                    <a:pt x="4940629" y="149175"/>
                  </a:lnTo>
                  <a:lnTo>
                    <a:pt x="4826027" y="148367"/>
                  </a:lnTo>
                  <a:lnTo>
                    <a:pt x="4713160" y="147455"/>
                  </a:lnTo>
                  <a:lnTo>
                    <a:pt x="4604476" y="146439"/>
                  </a:lnTo>
                  <a:lnTo>
                    <a:pt x="4501614" y="145316"/>
                  </a:lnTo>
                  <a:lnTo>
                    <a:pt x="4405488" y="144082"/>
                  </a:lnTo>
                  <a:lnTo>
                    <a:pt x="4316427" y="142727"/>
                  </a:lnTo>
                  <a:lnTo>
                    <a:pt x="4234318" y="141241"/>
                  </a:lnTo>
                  <a:lnTo>
                    <a:pt x="4158741" y="139607"/>
                  </a:lnTo>
                  <a:lnTo>
                    <a:pt x="4089083" y="137808"/>
                  </a:lnTo>
                  <a:lnTo>
                    <a:pt x="4024617" y="135824"/>
                  </a:lnTo>
                  <a:lnTo>
                    <a:pt x="3964569" y="133633"/>
                  </a:lnTo>
                  <a:lnTo>
                    <a:pt x="3908161" y="131217"/>
                  </a:lnTo>
                  <a:lnTo>
                    <a:pt x="3854659" y="128560"/>
                  </a:lnTo>
                  <a:lnTo>
                    <a:pt x="3820202" y="126648"/>
                  </a:lnTo>
                  <a:lnTo>
                    <a:pt x="3758671" y="122832"/>
                  </a:lnTo>
                  <a:lnTo>
                    <a:pt x="3699057" y="118633"/>
                  </a:lnTo>
                  <a:lnTo>
                    <a:pt x="3640647" y="114046"/>
                  </a:lnTo>
                  <a:lnTo>
                    <a:pt x="3582917" y="109077"/>
                  </a:lnTo>
                  <a:lnTo>
                    <a:pt x="3525497" y="103747"/>
                  </a:lnTo>
                  <a:lnTo>
                    <a:pt x="3468143" y="98092"/>
                  </a:lnTo>
                  <a:lnTo>
                    <a:pt x="3410723" y="92164"/>
                  </a:lnTo>
                  <a:lnTo>
                    <a:pt x="3353186" y="86026"/>
                  </a:lnTo>
                  <a:lnTo>
                    <a:pt x="3295549" y="79754"/>
                  </a:lnTo>
                  <a:lnTo>
                    <a:pt x="3237870" y="73432"/>
                  </a:lnTo>
                  <a:lnTo>
                    <a:pt x="3180220" y="67144"/>
                  </a:lnTo>
                  <a:lnTo>
                    <a:pt x="3122661" y="60974"/>
                  </a:lnTo>
                  <a:lnTo>
                    <a:pt x="3065220" y="55000"/>
                  </a:lnTo>
                  <a:lnTo>
                    <a:pt x="3007861" y="49289"/>
                  </a:lnTo>
                  <a:lnTo>
                    <a:pt x="2950469" y="43893"/>
                  </a:lnTo>
                  <a:lnTo>
                    <a:pt x="2892822" y="38853"/>
                  </a:lnTo>
                  <a:lnTo>
                    <a:pt x="2834577" y="34192"/>
                  </a:lnTo>
                  <a:lnTo>
                    <a:pt x="2775243" y="29919"/>
                  </a:lnTo>
                  <a:lnTo>
                    <a:pt x="2714145" y="26030"/>
                  </a:lnTo>
                  <a:lnTo>
                    <a:pt x="2702183" y="25329"/>
                  </a:lnTo>
                  <a:lnTo>
                    <a:pt x="2650251" y="22508"/>
                  </a:lnTo>
                  <a:lnTo>
                    <a:pt x="2595862" y="19933"/>
                  </a:lnTo>
                  <a:lnTo>
                    <a:pt x="2538330" y="17593"/>
                  </a:lnTo>
                  <a:lnTo>
                    <a:pt x="2476902" y="15473"/>
                  </a:lnTo>
                  <a:lnTo>
                    <a:pt x="2410798" y="13553"/>
                  </a:lnTo>
                  <a:lnTo>
                    <a:pt x="2339252" y="11811"/>
                  </a:lnTo>
                  <a:lnTo>
                    <a:pt x="2261568" y="10228"/>
                  </a:lnTo>
                  <a:lnTo>
                    <a:pt x="2177186" y="8787"/>
                  </a:lnTo>
                  <a:lnTo>
                    <a:pt x="2085774" y="7473"/>
                  </a:lnTo>
                  <a:lnTo>
                    <a:pt x="1987351" y="6277"/>
                  </a:lnTo>
                  <a:lnTo>
                    <a:pt x="1882423" y="5190"/>
                  </a:lnTo>
                  <a:lnTo>
                    <a:pt x="1772130" y="4208"/>
                  </a:lnTo>
                  <a:lnTo>
                    <a:pt x="1658375" y="3331"/>
                  </a:lnTo>
                  <a:lnTo>
                    <a:pt x="1543876" y="2558"/>
                  </a:lnTo>
                  <a:lnTo>
                    <a:pt x="1432097" y="1894"/>
                  </a:lnTo>
                  <a:lnTo>
                    <a:pt x="1327005" y="1339"/>
                  </a:lnTo>
                  <a:lnTo>
                    <a:pt x="1232645" y="893"/>
                  </a:lnTo>
                  <a:lnTo>
                    <a:pt x="1152567" y="552"/>
                  </a:lnTo>
                  <a:lnTo>
                    <a:pt x="1089243" y="308"/>
                  </a:lnTo>
                  <a:lnTo>
                    <a:pt x="1043590" y="148"/>
                  </a:lnTo>
                  <a:lnTo>
                    <a:pt x="1014734" y="56"/>
                  </a:lnTo>
                  <a:lnTo>
                    <a:pt x="1000036" y="13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43" name="pl342"/>
            <p:cNvSpPr/>
            <p:nvPr/>
          </p:nvSpPr>
          <p:spPr>
            <a:xfrm>
              <a:off x="1199187" y="1530100"/>
              <a:ext cx="12049831" cy="1472618"/>
            </a:xfrm>
            <a:custGeom>
              <a:avLst/>
              <a:pathLst>
                <a:path w="12049831" h="1472618">
                  <a:moveTo>
                    <a:pt x="0" y="0"/>
                  </a:moveTo>
                  <a:lnTo>
                    <a:pt x="994940" y="0"/>
                  </a:lnTo>
                  <a:lnTo>
                    <a:pt x="996076" y="2"/>
                  </a:lnTo>
                  <a:lnTo>
                    <a:pt x="1003574" y="23"/>
                  </a:lnTo>
                  <a:lnTo>
                    <a:pt x="1022576" y="80"/>
                  </a:lnTo>
                  <a:lnTo>
                    <a:pt x="1056797" y="193"/>
                  </a:lnTo>
                  <a:lnTo>
                    <a:pt x="1108308" y="379"/>
                  </a:lnTo>
                  <a:lnTo>
                    <a:pt x="1177378" y="654"/>
                  </a:lnTo>
                  <a:lnTo>
                    <a:pt x="1262533" y="1029"/>
                  </a:lnTo>
                  <a:lnTo>
                    <a:pt x="1360885" y="1511"/>
                  </a:lnTo>
                  <a:lnTo>
                    <a:pt x="1468652" y="2102"/>
                  </a:lnTo>
                  <a:lnTo>
                    <a:pt x="1581756" y="2803"/>
                  </a:lnTo>
                  <a:lnTo>
                    <a:pt x="1696358" y="3610"/>
                  </a:lnTo>
                  <a:lnTo>
                    <a:pt x="1809225" y="4522"/>
                  </a:lnTo>
                  <a:lnTo>
                    <a:pt x="1917909" y="5539"/>
                  </a:lnTo>
                  <a:lnTo>
                    <a:pt x="2020771" y="6661"/>
                  </a:lnTo>
                  <a:lnTo>
                    <a:pt x="2116897" y="7896"/>
                  </a:lnTo>
                  <a:lnTo>
                    <a:pt x="2205958" y="9250"/>
                  </a:lnTo>
                  <a:lnTo>
                    <a:pt x="2288067" y="10736"/>
                  </a:lnTo>
                  <a:lnTo>
                    <a:pt x="2363644" y="12370"/>
                  </a:lnTo>
                  <a:lnTo>
                    <a:pt x="2433302" y="14169"/>
                  </a:lnTo>
                  <a:lnTo>
                    <a:pt x="2497768" y="16154"/>
                  </a:lnTo>
                  <a:lnTo>
                    <a:pt x="2557816" y="18344"/>
                  </a:lnTo>
                  <a:lnTo>
                    <a:pt x="2614224" y="20761"/>
                  </a:lnTo>
                  <a:lnTo>
                    <a:pt x="2667726" y="23417"/>
                  </a:lnTo>
                  <a:lnTo>
                    <a:pt x="2702183" y="25329"/>
                  </a:lnTo>
                  <a:lnTo>
                    <a:pt x="2763714" y="29145"/>
                  </a:lnTo>
                  <a:lnTo>
                    <a:pt x="2823328" y="33344"/>
                  </a:lnTo>
                  <a:lnTo>
                    <a:pt x="2881737" y="37932"/>
                  </a:lnTo>
                  <a:lnTo>
                    <a:pt x="2939468" y="42901"/>
                  </a:lnTo>
                  <a:lnTo>
                    <a:pt x="2996888" y="48231"/>
                  </a:lnTo>
                  <a:lnTo>
                    <a:pt x="3054242" y="53885"/>
                  </a:lnTo>
                  <a:lnTo>
                    <a:pt x="3111662" y="59814"/>
                  </a:lnTo>
                  <a:lnTo>
                    <a:pt x="3169199" y="65951"/>
                  </a:lnTo>
                  <a:lnTo>
                    <a:pt x="3226835" y="72223"/>
                  </a:lnTo>
                  <a:lnTo>
                    <a:pt x="3284515" y="78546"/>
                  </a:lnTo>
                  <a:lnTo>
                    <a:pt x="3342165" y="84834"/>
                  </a:lnTo>
                  <a:lnTo>
                    <a:pt x="3399724" y="91003"/>
                  </a:lnTo>
                  <a:lnTo>
                    <a:pt x="3457165" y="96977"/>
                  </a:lnTo>
                  <a:lnTo>
                    <a:pt x="3514524" y="102689"/>
                  </a:lnTo>
                  <a:lnTo>
                    <a:pt x="3571916" y="108084"/>
                  </a:lnTo>
                  <a:lnTo>
                    <a:pt x="3629563" y="113124"/>
                  </a:lnTo>
                  <a:lnTo>
                    <a:pt x="3687807" y="117785"/>
                  </a:lnTo>
                  <a:lnTo>
                    <a:pt x="3747142" y="122059"/>
                  </a:lnTo>
                  <a:lnTo>
                    <a:pt x="3808240" y="125947"/>
                  </a:lnTo>
                  <a:lnTo>
                    <a:pt x="3820202" y="126648"/>
                  </a:lnTo>
                  <a:lnTo>
                    <a:pt x="3872134" y="129469"/>
                  </a:lnTo>
                  <a:lnTo>
                    <a:pt x="3926523" y="132045"/>
                  </a:lnTo>
                  <a:lnTo>
                    <a:pt x="3984055" y="134384"/>
                  </a:lnTo>
                  <a:lnTo>
                    <a:pt x="4045483" y="136504"/>
                  </a:lnTo>
                  <a:lnTo>
                    <a:pt x="4111587" y="138425"/>
                  </a:lnTo>
                  <a:lnTo>
                    <a:pt x="4183133" y="140167"/>
                  </a:lnTo>
                  <a:lnTo>
                    <a:pt x="4260817" y="141750"/>
                  </a:lnTo>
                  <a:lnTo>
                    <a:pt x="4345199" y="143191"/>
                  </a:lnTo>
                  <a:lnTo>
                    <a:pt x="4436611" y="144504"/>
                  </a:lnTo>
                  <a:lnTo>
                    <a:pt x="4535034" y="145701"/>
                  </a:lnTo>
                  <a:lnTo>
                    <a:pt x="4639962" y="146788"/>
                  </a:lnTo>
                  <a:lnTo>
                    <a:pt x="4750255" y="147769"/>
                  </a:lnTo>
                  <a:lnTo>
                    <a:pt x="4864010" y="148647"/>
                  </a:lnTo>
                  <a:lnTo>
                    <a:pt x="4978509" y="149419"/>
                  </a:lnTo>
                  <a:lnTo>
                    <a:pt x="5090288" y="150084"/>
                  </a:lnTo>
                  <a:lnTo>
                    <a:pt x="5195380" y="150639"/>
                  </a:lnTo>
                  <a:lnTo>
                    <a:pt x="5289740" y="151085"/>
                  </a:lnTo>
                  <a:lnTo>
                    <a:pt x="5369818" y="151426"/>
                  </a:lnTo>
                  <a:lnTo>
                    <a:pt x="5433142" y="151670"/>
                  </a:lnTo>
                  <a:lnTo>
                    <a:pt x="5478795" y="151829"/>
                  </a:lnTo>
                  <a:lnTo>
                    <a:pt x="5507651" y="151921"/>
                  </a:lnTo>
                  <a:lnTo>
                    <a:pt x="5522349" y="151964"/>
                  </a:lnTo>
                  <a:lnTo>
                    <a:pt x="5527100" y="151977"/>
                  </a:lnTo>
                  <a:lnTo>
                    <a:pt x="5527445" y="151978"/>
                  </a:lnTo>
                  <a:lnTo>
                    <a:pt x="6522385" y="151978"/>
                  </a:lnTo>
                  <a:lnTo>
                    <a:pt x="6523508" y="152003"/>
                  </a:lnTo>
                  <a:lnTo>
                    <a:pt x="6530919" y="152180"/>
                  </a:lnTo>
                  <a:lnTo>
                    <a:pt x="6549705" y="152670"/>
                  </a:lnTo>
                  <a:lnTo>
                    <a:pt x="6583553" y="153637"/>
                  </a:lnTo>
                  <a:lnTo>
                    <a:pt x="6634532" y="155234"/>
                  </a:lnTo>
                  <a:lnTo>
                    <a:pt x="6702941" y="157594"/>
                  </a:lnTo>
                  <a:lnTo>
                    <a:pt x="6787362" y="160816"/>
                  </a:lnTo>
                  <a:lnTo>
                    <a:pt x="6884969" y="164959"/>
                  </a:lnTo>
                  <a:lnTo>
                    <a:pt x="6992043" y="170046"/>
                  </a:lnTo>
                  <a:lnTo>
                    <a:pt x="7104558" y="176073"/>
                  </a:lnTo>
                  <a:lnTo>
                    <a:pt x="7218704" y="183021"/>
                  </a:lnTo>
                  <a:lnTo>
                    <a:pt x="7331255" y="190872"/>
                  </a:lnTo>
                  <a:lnTo>
                    <a:pt x="7439756" y="199623"/>
                  </a:lnTo>
                  <a:lnTo>
                    <a:pt x="7542548" y="209288"/>
                  </a:lnTo>
                  <a:lnTo>
                    <a:pt x="7638692" y="219911"/>
                  </a:lnTo>
                  <a:lnTo>
                    <a:pt x="7727835" y="231563"/>
                  </a:lnTo>
                  <a:lnTo>
                    <a:pt x="7810064" y="244347"/>
                  </a:lnTo>
                  <a:lnTo>
                    <a:pt x="7885778" y="258391"/>
                  </a:lnTo>
                  <a:lnTo>
                    <a:pt x="7955571" y="273847"/>
                  </a:lnTo>
                  <a:lnTo>
                    <a:pt x="8020157" y="290888"/>
                  </a:lnTo>
                  <a:lnTo>
                    <a:pt x="8080297" y="309691"/>
                  </a:lnTo>
                  <a:lnTo>
                    <a:pt x="8136762" y="330427"/>
                  </a:lnTo>
                  <a:lnTo>
                    <a:pt x="8190283" y="353225"/>
                  </a:lnTo>
                  <a:lnTo>
                    <a:pt x="8229629" y="372085"/>
                  </a:lnTo>
                  <a:lnTo>
                    <a:pt x="8284390" y="401375"/>
                  </a:lnTo>
                  <a:lnTo>
                    <a:pt x="8337568" y="433280"/>
                  </a:lnTo>
                  <a:lnTo>
                    <a:pt x="8389687" y="467847"/>
                  </a:lnTo>
                  <a:lnTo>
                    <a:pt x="8441149" y="505060"/>
                  </a:lnTo>
                  <a:lnTo>
                    <a:pt x="8492251" y="544823"/>
                  </a:lnTo>
                  <a:lnTo>
                    <a:pt x="8543206" y="586966"/>
                  </a:lnTo>
                  <a:lnTo>
                    <a:pt x="8594153" y="631233"/>
                  </a:lnTo>
                  <a:lnTo>
                    <a:pt x="8645168" y="677290"/>
                  </a:lnTo>
                  <a:lnTo>
                    <a:pt x="8696276" y="724732"/>
                  </a:lnTo>
                  <a:lnTo>
                    <a:pt x="8747464" y="773096"/>
                  </a:lnTo>
                  <a:lnTo>
                    <a:pt x="8798692" y="821879"/>
                  </a:lnTo>
                  <a:lnTo>
                    <a:pt x="8849910" y="870560"/>
                  </a:lnTo>
                  <a:lnTo>
                    <a:pt x="8901070" y="918620"/>
                  </a:lnTo>
                  <a:lnTo>
                    <a:pt x="8952141" y="965571"/>
                  </a:lnTo>
                  <a:lnTo>
                    <a:pt x="9003124" y="1010970"/>
                  </a:lnTo>
                  <a:lnTo>
                    <a:pt x="9054062" y="1054439"/>
                  </a:lnTo>
                  <a:lnTo>
                    <a:pt x="9105055" y="1095674"/>
                  </a:lnTo>
                  <a:lnTo>
                    <a:pt x="9156268" y="1134452"/>
                  </a:lnTo>
                  <a:lnTo>
                    <a:pt x="9207947" y="1170633"/>
                  </a:lnTo>
                  <a:lnTo>
                    <a:pt x="9260428" y="1204154"/>
                  </a:lnTo>
                  <a:lnTo>
                    <a:pt x="9314157" y="1235024"/>
                  </a:lnTo>
                  <a:lnTo>
                    <a:pt x="9347647" y="1252511"/>
                  </a:lnTo>
                  <a:lnTo>
                    <a:pt x="9399365" y="1276928"/>
                  </a:lnTo>
                  <a:lnTo>
                    <a:pt x="9453516" y="1299232"/>
                  </a:lnTo>
                  <a:lnTo>
                    <a:pt x="9510778" y="1319499"/>
                  </a:lnTo>
                  <a:lnTo>
                    <a:pt x="9571896" y="1337871"/>
                  </a:lnTo>
                  <a:lnTo>
                    <a:pt x="9637640" y="1354523"/>
                  </a:lnTo>
                  <a:lnTo>
                    <a:pt x="9708766" y="1369632"/>
                  </a:lnTo>
                  <a:lnTo>
                    <a:pt x="9785965" y="1383366"/>
                  </a:lnTo>
                  <a:lnTo>
                    <a:pt x="9869796" y="1395873"/>
                  </a:lnTo>
                  <a:lnTo>
                    <a:pt x="9960593" y="1407275"/>
                  </a:lnTo>
                  <a:lnTo>
                    <a:pt x="10058354" y="1417667"/>
                  </a:lnTo>
                  <a:lnTo>
                    <a:pt x="10162599" y="1427114"/>
                  </a:lnTo>
                  <a:lnTo>
                    <a:pt x="10272231" y="1435652"/>
                  </a:lnTo>
                  <a:lnTo>
                    <a:pt x="10385409" y="1443292"/>
                  </a:lnTo>
                  <a:lnTo>
                    <a:pt x="10499487" y="1450025"/>
                  </a:lnTo>
                  <a:lnTo>
                    <a:pt x="10611080" y="1455832"/>
                  </a:lnTo>
                  <a:lnTo>
                    <a:pt x="10716286" y="1460697"/>
                  </a:lnTo>
                  <a:lnTo>
                    <a:pt x="10811099" y="1464620"/>
                  </a:lnTo>
                  <a:lnTo>
                    <a:pt x="10891960" y="1467632"/>
                  </a:lnTo>
                  <a:lnTo>
                    <a:pt x="10956333" y="1469802"/>
                  </a:lnTo>
                  <a:lnTo>
                    <a:pt x="11003186" y="1471238"/>
                  </a:lnTo>
                  <a:lnTo>
                    <a:pt x="11033238" y="1472077"/>
                  </a:lnTo>
                  <a:lnTo>
                    <a:pt x="11048959" y="1472479"/>
                  </a:lnTo>
                  <a:lnTo>
                    <a:pt x="11054383" y="1472607"/>
                  </a:lnTo>
                  <a:lnTo>
                    <a:pt x="11054891" y="1472618"/>
                  </a:lnTo>
                  <a:lnTo>
                    <a:pt x="12049831" y="1472618"/>
                  </a:lnTo>
                  <a:lnTo>
                    <a:pt x="12049831" y="14726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4" name="pl343"/>
            <p:cNvSpPr/>
            <p:nvPr/>
          </p:nvSpPr>
          <p:spPr>
            <a:xfrm>
              <a:off x="1199187" y="1524859"/>
              <a:ext cx="12049831" cy="1472618"/>
            </a:xfrm>
            <a:custGeom>
              <a:avLst/>
              <a:pathLst>
                <a:path w="12049831" h="1472618">
                  <a:moveTo>
                    <a:pt x="12049831" y="1472618"/>
                  </a:moveTo>
                  <a:lnTo>
                    <a:pt x="11054891" y="1472618"/>
                  </a:lnTo>
                  <a:lnTo>
                    <a:pt x="11053768" y="1472593"/>
                  </a:lnTo>
                  <a:lnTo>
                    <a:pt x="11046358" y="1472415"/>
                  </a:lnTo>
                  <a:lnTo>
                    <a:pt x="11027571" y="1471925"/>
                  </a:lnTo>
                  <a:lnTo>
                    <a:pt x="10993724" y="1470959"/>
                  </a:lnTo>
                  <a:lnTo>
                    <a:pt x="10942744" y="1469362"/>
                  </a:lnTo>
                  <a:lnTo>
                    <a:pt x="10874335" y="1467002"/>
                  </a:lnTo>
                  <a:lnTo>
                    <a:pt x="10789915" y="1463780"/>
                  </a:lnTo>
                  <a:lnTo>
                    <a:pt x="10692308" y="1459637"/>
                  </a:lnTo>
                  <a:lnTo>
                    <a:pt x="10585234" y="1454549"/>
                  </a:lnTo>
                  <a:lnTo>
                    <a:pt x="10472718" y="1448523"/>
                  </a:lnTo>
                  <a:lnTo>
                    <a:pt x="10358572" y="1441575"/>
                  </a:lnTo>
                  <a:lnTo>
                    <a:pt x="10246021" y="1433723"/>
                  </a:lnTo>
                  <a:lnTo>
                    <a:pt x="10137520" y="1424973"/>
                  </a:lnTo>
                  <a:lnTo>
                    <a:pt x="10034728" y="1415308"/>
                  </a:lnTo>
                  <a:lnTo>
                    <a:pt x="9938584" y="1404685"/>
                  </a:lnTo>
                  <a:lnTo>
                    <a:pt x="9849442" y="1393032"/>
                  </a:lnTo>
                  <a:lnTo>
                    <a:pt x="9767212" y="1380249"/>
                  </a:lnTo>
                  <a:lnTo>
                    <a:pt x="9691499" y="1366205"/>
                  </a:lnTo>
                  <a:lnTo>
                    <a:pt x="9621705" y="1350748"/>
                  </a:lnTo>
                  <a:lnTo>
                    <a:pt x="9557120" y="1333708"/>
                  </a:lnTo>
                  <a:lnTo>
                    <a:pt x="9496979" y="1314904"/>
                  </a:lnTo>
                  <a:lnTo>
                    <a:pt x="9440514" y="1294169"/>
                  </a:lnTo>
                  <a:lnTo>
                    <a:pt x="9386994" y="1271371"/>
                  </a:lnTo>
                  <a:lnTo>
                    <a:pt x="9347647" y="1252511"/>
                  </a:lnTo>
                  <a:lnTo>
                    <a:pt x="9292887" y="1223221"/>
                  </a:lnTo>
                  <a:lnTo>
                    <a:pt x="9239709" y="1191316"/>
                  </a:lnTo>
                  <a:lnTo>
                    <a:pt x="9187589" y="1156748"/>
                  </a:lnTo>
                  <a:lnTo>
                    <a:pt x="9136128" y="1119536"/>
                  </a:lnTo>
                  <a:lnTo>
                    <a:pt x="9085026" y="1079772"/>
                  </a:lnTo>
                  <a:lnTo>
                    <a:pt x="9034070" y="1037630"/>
                  </a:lnTo>
                  <a:lnTo>
                    <a:pt x="8983123" y="993363"/>
                  </a:lnTo>
                  <a:lnTo>
                    <a:pt x="8932108" y="947306"/>
                  </a:lnTo>
                  <a:lnTo>
                    <a:pt x="8881000" y="899863"/>
                  </a:lnTo>
                  <a:lnTo>
                    <a:pt x="8829813" y="851499"/>
                  </a:lnTo>
                  <a:lnTo>
                    <a:pt x="8778584" y="802716"/>
                  </a:lnTo>
                  <a:lnTo>
                    <a:pt x="8727366" y="754036"/>
                  </a:lnTo>
                  <a:lnTo>
                    <a:pt x="8676206" y="705975"/>
                  </a:lnTo>
                  <a:lnTo>
                    <a:pt x="8625135" y="659024"/>
                  </a:lnTo>
                  <a:lnTo>
                    <a:pt x="8574152" y="613625"/>
                  </a:lnTo>
                  <a:lnTo>
                    <a:pt x="8523214" y="570157"/>
                  </a:lnTo>
                  <a:lnTo>
                    <a:pt x="8472222" y="528922"/>
                  </a:lnTo>
                  <a:lnTo>
                    <a:pt x="8421008" y="490144"/>
                  </a:lnTo>
                  <a:lnTo>
                    <a:pt x="8369329" y="453962"/>
                  </a:lnTo>
                  <a:lnTo>
                    <a:pt x="8316849" y="420441"/>
                  </a:lnTo>
                  <a:lnTo>
                    <a:pt x="8263120" y="389572"/>
                  </a:lnTo>
                  <a:lnTo>
                    <a:pt x="8229629" y="372085"/>
                  </a:lnTo>
                  <a:lnTo>
                    <a:pt x="8177912" y="347668"/>
                  </a:lnTo>
                  <a:lnTo>
                    <a:pt x="8123760" y="325363"/>
                  </a:lnTo>
                  <a:lnTo>
                    <a:pt x="8066498" y="305097"/>
                  </a:lnTo>
                  <a:lnTo>
                    <a:pt x="8005380" y="286724"/>
                  </a:lnTo>
                  <a:lnTo>
                    <a:pt x="7939637" y="270072"/>
                  </a:lnTo>
                  <a:lnTo>
                    <a:pt x="7868511" y="254963"/>
                  </a:lnTo>
                  <a:lnTo>
                    <a:pt x="7791311" y="241229"/>
                  </a:lnTo>
                  <a:lnTo>
                    <a:pt x="7707480" y="228722"/>
                  </a:lnTo>
                  <a:lnTo>
                    <a:pt x="7616683" y="217320"/>
                  </a:lnTo>
                  <a:lnTo>
                    <a:pt x="7518923" y="206928"/>
                  </a:lnTo>
                  <a:lnTo>
                    <a:pt x="7414678" y="197481"/>
                  </a:lnTo>
                  <a:lnTo>
                    <a:pt x="7305045" y="188943"/>
                  </a:lnTo>
                  <a:lnTo>
                    <a:pt x="7191868" y="181303"/>
                  </a:lnTo>
                  <a:lnTo>
                    <a:pt x="7077789" y="174570"/>
                  </a:lnTo>
                  <a:lnTo>
                    <a:pt x="6966197" y="168763"/>
                  </a:lnTo>
                  <a:lnTo>
                    <a:pt x="6860991" y="163899"/>
                  </a:lnTo>
                  <a:lnTo>
                    <a:pt x="6766177" y="159976"/>
                  </a:lnTo>
                  <a:lnTo>
                    <a:pt x="6685317" y="156964"/>
                  </a:lnTo>
                  <a:lnTo>
                    <a:pt x="6620944" y="154793"/>
                  </a:lnTo>
                  <a:lnTo>
                    <a:pt x="6574091" y="153358"/>
                  </a:lnTo>
                  <a:lnTo>
                    <a:pt x="6544039" y="152518"/>
                  </a:lnTo>
                  <a:lnTo>
                    <a:pt x="6528318" y="152116"/>
                  </a:lnTo>
                  <a:lnTo>
                    <a:pt x="6522893" y="151989"/>
                  </a:lnTo>
                  <a:lnTo>
                    <a:pt x="6522385" y="151978"/>
                  </a:lnTo>
                  <a:lnTo>
                    <a:pt x="5527445" y="151978"/>
                  </a:lnTo>
                  <a:lnTo>
                    <a:pt x="5526309" y="151975"/>
                  </a:lnTo>
                  <a:lnTo>
                    <a:pt x="5518811" y="151954"/>
                  </a:lnTo>
                  <a:lnTo>
                    <a:pt x="5499809" y="151897"/>
                  </a:lnTo>
                  <a:lnTo>
                    <a:pt x="5465588" y="151785"/>
                  </a:lnTo>
                  <a:lnTo>
                    <a:pt x="5414077" y="151599"/>
                  </a:lnTo>
                  <a:lnTo>
                    <a:pt x="5345007" y="151324"/>
                  </a:lnTo>
                  <a:lnTo>
                    <a:pt x="5259852" y="150949"/>
                  </a:lnTo>
                  <a:lnTo>
                    <a:pt x="5161500" y="150467"/>
                  </a:lnTo>
                  <a:lnTo>
                    <a:pt x="5053733" y="149875"/>
                  </a:lnTo>
                  <a:lnTo>
                    <a:pt x="4940629" y="149175"/>
                  </a:lnTo>
                  <a:lnTo>
                    <a:pt x="4826027" y="148367"/>
                  </a:lnTo>
                  <a:lnTo>
                    <a:pt x="4713160" y="147455"/>
                  </a:lnTo>
                  <a:lnTo>
                    <a:pt x="4604476" y="146439"/>
                  </a:lnTo>
                  <a:lnTo>
                    <a:pt x="4501614" y="145316"/>
                  </a:lnTo>
                  <a:lnTo>
                    <a:pt x="4405488" y="144082"/>
                  </a:lnTo>
                  <a:lnTo>
                    <a:pt x="4316427" y="142727"/>
                  </a:lnTo>
                  <a:lnTo>
                    <a:pt x="4234318" y="141241"/>
                  </a:lnTo>
                  <a:lnTo>
                    <a:pt x="4158741" y="139607"/>
                  </a:lnTo>
                  <a:lnTo>
                    <a:pt x="4089083" y="137808"/>
                  </a:lnTo>
                  <a:lnTo>
                    <a:pt x="4024617" y="135824"/>
                  </a:lnTo>
                  <a:lnTo>
                    <a:pt x="3964569" y="133633"/>
                  </a:lnTo>
                  <a:lnTo>
                    <a:pt x="3908161" y="131217"/>
                  </a:lnTo>
                  <a:lnTo>
                    <a:pt x="3854659" y="128560"/>
                  </a:lnTo>
                  <a:lnTo>
                    <a:pt x="3820202" y="126648"/>
                  </a:lnTo>
                  <a:lnTo>
                    <a:pt x="3758671" y="122832"/>
                  </a:lnTo>
                  <a:lnTo>
                    <a:pt x="3699057" y="118633"/>
                  </a:lnTo>
                  <a:lnTo>
                    <a:pt x="3640647" y="114046"/>
                  </a:lnTo>
                  <a:lnTo>
                    <a:pt x="3582917" y="109077"/>
                  </a:lnTo>
                  <a:lnTo>
                    <a:pt x="3525497" y="103747"/>
                  </a:lnTo>
                  <a:lnTo>
                    <a:pt x="3468143" y="98092"/>
                  </a:lnTo>
                  <a:lnTo>
                    <a:pt x="3410723" y="92164"/>
                  </a:lnTo>
                  <a:lnTo>
                    <a:pt x="3353186" y="86026"/>
                  </a:lnTo>
                  <a:lnTo>
                    <a:pt x="3295549" y="79754"/>
                  </a:lnTo>
                  <a:lnTo>
                    <a:pt x="3237870" y="73432"/>
                  </a:lnTo>
                  <a:lnTo>
                    <a:pt x="3180220" y="67144"/>
                  </a:lnTo>
                  <a:lnTo>
                    <a:pt x="3122661" y="60974"/>
                  </a:lnTo>
                  <a:lnTo>
                    <a:pt x="3065220" y="55000"/>
                  </a:lnTo>
                  <a:lnTo>
                    <a:pt x="3007861" y="49289"/>
                  </a:lnTo>
                  <a:lnTo>
                    <a:pt x="2950469" y="43893"/>
                  </a:lnTo>
                  <a:lnTo>
                    <a:pt x="2892822" y="38853"/>
                  </a:lnTo>
                  <a:lnTo>
                    <a:pt x="2834577" y="34192"/>
                  </a:lnTo>
                  <a:lnTo>
                    <a:pt x="2775243" y="29919"/>
                  </a:lnTo>
                  <a:lnTo>
                    <a:pt x="2714145" y="26030"/>
                  </a:lnTo>
                  <a:lnTo>
                    <a:pt x="2702183" y="25329"/>
                  </a:lnTo>
                  <a:lnTo>
                    <a:pt x="2650251" y="22508"/>
                  </a:lnTo>
                  <a:lnTo>
                    <a:pt x="2595862" y="19933"/>
                  </a:lnTo>
                  <a:lnTo>
                    <a:pt x="2538330" y="17593"/>
                  </a:lnTo>
                  <a:lnTo>
                    <a:pt x="2476902" y="15473"/>
                  </a:lnTo>
                  <a:lnTo>
                    <a:pt x="2410798" y="13553"/>
                  </a:lnTo>
                  <a:lnTo>
                    <a:pt x="2339252" y="11811"/>
                  </a:lnTo>
                  <a:lnTo>
                    <a:pt x="2261568" y="10228"/>
                  </a:lnTo>
                  <a:lnTo>
                    <a:pt x="2177186" y="8787"/>
                  </a:lnTo>
                  <a:lnTo>
                    <a:pt x="2085774" y="7473"/>
                  </a:lnTo>
                  <a:lnTo>
                    <a:pt x="1987351" y="6277"/>
                  </a:lnTo>
                  <a:lnTo>
                    <a:pt x="1882423" y="5190"/>
                  </a:lnTo>
                  <a:lnTo>
                    <a:pt x="1772130" y="4208"/>
                  </a:lnTo>
                  <a:lnTo>
                    <a:pt x="1658375" y="3331"/>
                  </a:lnTo>
                  <a:lnTo>
                    <a:pt x="1543876" y="2558"/>
                  </a:lnTo>
                  <a:lnTo>
                    <a:pt x="1432097" y="1894"/>
                  </a:lnTo>
                  <a:lnTo>
                    <a:pt x="1327005" y="1339"/>
                  </a:lnTo>
                  <a:lnTo>
                    <a:pt x="1232645" y="893"/>
                  </a:lnTo>
                  <a:lnTo>
                    <a:pt x="1152567" y="552"/>
                  </a:lnTo>
                  <a:lnTo>
                    <a:pt x="1089243" y="308"/>
                  </a:lnTo>
                  <a:lnTo>
                    <a:pt x="1043590" y="148"/>
                  </a:lnTo>
                  <a:lnTo>
                    <a:pt x="1014734" y="56"/>
                  </a:lnTo>
                  <a:lnTo>
                    <a:pt x="1000036" y="13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5" name="pg344"/>
            <p:cNvSpPr/>
            <p:nvPr/>
          </p:nvSpPr>
          <p:spPr>
            <a:xfrm>
              <a:off x="1199187" y="1530100"/>
              <a:ext cx="12049831" cy="1739890"/>
            </a:xfrm>
            <a:custGeom>
              <a:avLst/>
              <a:pathLst>
                <a:path w="12049831" h="1739890">
                  <a:moveTo>
                    <a:pt x="0" y="15721"/>
                  </a:moveTo>
                  <a:lnTo>
                    <a:pt x="994940" y="15721"/>
                  </a:lnTo>
                  <a:lnTo>
                    <a:pt x="996076" y="15724"/>
                  </a:lnTo>
                  <a:lnTo>
                    <a:pt x="1003574" y="15746"/>
                  </a:lnTo>
                  <a:lnTo>
                    <a:pt x="1022576" y="15805"/>
                  </a:lnTo>
                  <a:lnTo>
                    <a:pt x="1056797" y="15921"/>
                  </a:lnTo>
                  <a:lnTo>
                    <a:pt x="1108307" y="16114"/>
                  </a:lnTo>
                  <a:lnTo>
                    <a:pt x="1177376" y="16398"/>
                  </a:lnTo>
                  <a:lnTo>
                    <a:pt x="1262531" y="16786"/>
                  </a:lnTo>
                  <a:lnTo>
                    <a:pt x="1360882" y="17285"/>
                  </a:lnTo>
                  <a:lnTo>
                    <a:pt x="1468648" y="17897"/>
                  </a:lnTo>
                  <a:lnTo>
                    <a:pt x="1581751" y="18621"/>
                  </a:lnTo>
                  <a:lnTo>
                    <a:pt x="1696353" y="19457"/>
                  </a:lnTo>
                  <a:lnTo>
                    <a:pt x="1809220" y="20400"/>
                  </a:lnTo>
                  <a:lnTo>
                    <a:pt x="1917904" y="21452"/>
                  </a:lnTo>
                  <a:lnTo>
                    <a:pt x="2020766" y="22613"/>
                  </a:lnTo>
                  <a:lnTo>
                    <a:pt x="2116891" y="23890"/>
                  </a:lnTo>
                  <a:lnTo>
                    <a:pt x="2205952" y="25291"/>
                  </a:lnTo>
                  <a:lnTo>
                    <a:pt x="2288062" y="26828"/>
                  </a:lnTo>
                  <a:lnTo>
                    <a:pt x="2363639" y="28518"/>
                  </a:lnTo>
                  <a:lnTo>
                    <a:pt x="2433297" y="30380"/>
                  </a:lnTo>
                  <a:lnTo>
                    <a:pt x="2497763" y="32432"/>
                  </a:lnTo>
                  <a:lnTo>
                    <a:pt x="2557812" y="34699"/>
                  </a:lnTo>
                  <a:lnTo>
                    <a:pt x="2614219" y="37198"/>
                  </a:lnTo>
                  <a:lnTo>
                    <a:pt x="2667722" y="39946"/>
                  </a:lnTo>
                  <a:lnTo>
                    <a:pt x="2702183" y="41925"/>
                  </a:lnTo>
                  <a:lnTo>
                    <a:pt x="2763705" y="45872"/>
                  </a:lnTo>
                  <a:lnTo>
                    <a:pt x="2823311" y="50215"/>
                  </a:lnTo>
                  <a:lnTo>
                    <a:pt x="2881713" y="54959"/>
                  </a:lnTo>
                  <a:lnTo>
                    <a:pt x="2939435" y="60099"/>
                  </a:lnTo>
                  <a:lnTo>
                    <a:pt x="2996847" y="65612"/>
                  </a:lnTo>
                  <a:lnTo>
                    <a:pt x="3054192" y="71460"/>
                  </a:lnTo>
                  <a:lnTo>
                    <a:pt x="3111605" y="77592"/>
                  </a:lnTo>
                  <a:lnTo>
                    <a:pt x="3169133" y="83940"/>
                  </a:lnTo>
                  <a:lnTo>
                    <a:pt x="3226761" y="90427"/>
                  </a:lnTo>
                  <a:lnTo>
                    <a:pt x="3284433" y="96967"/>
                  </a:lnTo>
                  <a:lnTo>
                    <a:pt x="3342075" y="103471"/>
                  </a:lnTo>
                  <a:lnTo>
                    <a:pt x="3399625" y="109853"/>
                  </a:lnTo>
                  <a:lnTo>
                    <a:pt x="3457059" y="116032"/>
                  </a:lnTo>
                  <a:lnTo>
                    <a:pt x="3514409" y="121940"/>
                  </a:lnTo>
                  <a:lnTo>
                    <a:pt x="3571793" y="127521"/>
                  </a:lnTo>
                  <a:lnTo>
                    <a:pt x="3629431" y="132735"/>
                  </a:lnTo>
                  <a:lnTo>
                    <a:pt x="3687665" y="137558"/>
                  </a:lnTo>
                  <a:lnTo>
                    <a:pt x="3746988" y="141979"/>
                  </a:lnTo>
                  <a:lnTo>
                    <a:pt x="3808071" y="146002"/>
                  </a:lnTo>
                  <a:lnTo>
                    <a:pt x="3820202" y="146737"/>
                  </a:lnTo>
                  <a:lnTo>
                    <a:pt x="3872134" y="149655"/>
                  </a:lnTo>
                  <a:lnTo>
                    <a:pt x="3926523" y="152320"/>
                  </a:lnTo>
                  <a:lnTo>
                    <a:pt x="3984054" y="154740"/>
                  </a:lnTo>
                  <a:lnTo>
                    <a:pt x="4045482" y="156933"/>
                  </a:lnTo>
                  <a:lnTo>
                    <a:pt x="4111586" y="158920"/>
                  </a:lnTo>
                  <a:lnTo>
                    <a:pt x="4183131" y="160722"/>
                  </a:lnTo>
                  <a:lnTo>
                    <a:pt x="4260814" y="162360"/>
                  </a:lnTo>
                  <a:lnTo>
                    <a:pt x="4345196" y="163850"/>
                  </a:lnTo>
                  <a:lnTo>
                    <a:pt x="4436607" y="165209"/>
                  </a:lnTo>
                  <a:lnTo>
                    <a:pt x="4535030" y="166447"/>
                  </a:lnTo>
                  <a:lnTo>
                    <a:pt x="4639958" y="167571"/>
                  </a:lnTo>
                  <a:lnTo>
                    <a:pt x="4750250" y="168587"/>
                  </a:lnTo>
                  <a:lnTo>
                    <a:pt x="4864004" y="169494"/>
                  </a:lnTo>
                  <a:lnTo>
                    <a:pt x="4978503" y="170293"/>
                  </a:lnTo>
                  <a:lnTo>
                    <a:pt x="5090282" y="170981"/>
                  </a:lnTo>
                  <a:lnTo>
                    <a:pt x="5195374" y="171555"/>
                  </a:lnTo>
                  <a:lnTo>
                    <a:pt x="5289735" y="172017"/>
                  </a:lnTo>
                  <a:lnTo>
                    <a:pt x="5369813" y="172369"/>
                  </a:lnTo>
                  <a:lnTo>
                    <a:pt x="5433138" y="172621"/>
                  </a:lnTo>
                  <a:lnTo>
                    <a:pt x="5478792" y="172787"/>
                  </a:lnTo>
                  <a:lnTo>
                    <a:pt x="5507649" y="172882"/>
                  </a:lnTo>
                  <a:lnTo>
                    <a:pt x="5522348" y="172926"/>
                  </a:lnTo>
                  <a:lnTo>
                    <a:pt x="5527100" y="172940"/>
                  </a:lnTo>
                  <a:lnTo>
                    <a:pt x="5527445" y="172940"/>
                  </a:lnTo>
                  <a:lnTo>
                    <a:pt x="6522385" y="172940"/>
                  </a:lnTo>
                  <a:lnTo>
                    <a:pt x="6523503" y="172970"/>
                  </a:lnTo>
                  <a:lnTo>
                    <a:pt x="6530878" y="173179"/>
                  </a:lnTo>
                  <a:lnTo>
                    <a:pt x="6549577" y="173758"/>
                  </a:lnTo>
                  <a:lnTo>
                    <a:pt x="6583273" y="174899"/>
                  </a:lnTo>
                  <a:lnTo>
                    <a:pt x="6634037" y="176784"/>
                  </a:lnTo>
                  <a:lnTo>
                    <a:pt x="6702177" y="179571"/>
                  </a:lnTo>
                  <a:lnTo>
                    <a:pt x="6786299" y="183376"/>
                  </a:lnTo>
                  <a:lnTo>
                    <a:pt x="6883602" y="188270"/>
                  </a:lnTo>
                  <a:lnTo>
                    <a:pt x="6990393" y="194280"/>
                  </a:lnTo>
                  <a:lnTo>
                    <a:pt x="7102667" y="201402"/>
                  </a:lnTo>
                  <a:lnTo>
                    <a:pt x="7216626" y="209613"/>
                  </a:lnTo>
                  <a:lnTo>
                    <a:pt x="7329046" y="218893"/>
                  </a:lnTo>
                  <a:lnTo>
                    <a:pt x="7437470" y="229236"/>
                  </a:lnTo>
                  <a:lnTo>
                    <a:pt x="7540232" y="240660"/>
                  </a:lnTo>
                  <a:lnTo>
                    <a:pt x="7636383" y="253215"/>
                  </a:lnTo>
                  <a:lnTo>
                    <a:pt x="7725558" y="266985"/>
                  </a:lnTo>
                  <a:lnTo>
                    <a:pt x="7807836" y="282089"/>
                  </a:lnTo>
                  <a:lnTo>
                    <a:pt x="7883605" y="298679"/>
                  </a:lnTo>
                  <a:lnTo>
                    <a:pt x="7953453" y="316933"/>
                  </a:lnTo>
                  <a:lnTo>
                    <a:pt x="8018088" y="337055"/>
                  </a:lnTo>
                  <a:lnTo>
                    <a:pt x="8078267" y="359254"/>
                  </a:lnTo>
                  <a:lnTo>
                    <a:pt x="8134756" y="383730"/>
                  </a:lnTo>
                  <a:lnTo>
                    <a:pt x="8188285" y="410643"/>
                  </a:lnTo>
                  <a:lnTo>
                    <a:pt x="8229629" y="434099"/>
                  </a:lnTo>
                  <a:lnTo>
                    <a:pt x="8282470" y="467561"/>
                  </a:lnTo>
                  <a:lnTo>
                    <a:pt x="8333820" y="503907"/>
                  </a:lnTo>
                  <a:lnTo>
                    <a:pt x="8384156" y="543190"/>
                  </a:lnTo>
                  <a:lnTo>
                    <a:pt x="8433846" y="585397"/>
                  </a:lnTo>
                  <a:lnTo>
                    <a:pt x="8483167" y="630440"/>
                  </a:lnTo>
                  <a:lnTo>
                    <a:pt x="8532323" y="678150"/>
                  </a:lnTo>
                  <a:lnTo>
                    <a:pt x="8581449" y="728271"/>
                  </a:lnTo>
                  <a:lnTo>
                    <a:pt x="8630625" y="780469"/>
                  </a:lnTo>
                  <a:lnTo>
                    <a:pt x="8679886" y="834330"/>
                  </a:lnTo>
                  <a:lnTo>
                    <a:pt x="8729228" y="889378"/>
                  </a:lnTo>
                  <a:lnTo>
                    <a:pt x="8778623" y="945090"/>
                  </a:lnTo>
                  <a:lnTo>
                    <a:pt x="8828027" y="1000915"/>
                  </a:lnTo>
                  <a:lnTo>
                    <a:pt x="8877395" y="1056297"/>
                  </a:lnTo>
                  <a:lnTo>
                    <a:pt x="8926691" y="1110700"/>
                  </a:lnTo>
                  <a:lnTo>
                    <a:pt x="8975900" y="1163626"/>
                  </a:lnTo>
                  <a:lnTo>
                    <a:pt x="9025039" y="1214634"/>
                  </a:lnTo>
                  <a:lnTo>
                    <a:pt x="9074169" y="1263357"/>
                  </a:lnTo>
                  <a:lnTo>
                    <a:pt x="9123403" y="1309506"/>
                  </a:lnTo>
                  <a:lnTo>
                    <a:pt x="9172914" y="1352878"/>
                  </a:lnTo>
                  <a:lnTo>
                    <a:pt x="9222949" y="1393352"/>
                  </a:lnTo>
                  <a:lnTo>
                    <a:pt x="9273838" y="1430886"/>
                  </a:lnTo>
                  <a:lnTo>
                    <a:pt x="9326009" y="1465507"/>
                  </a:lnTo>
                  <a:lnTo>
                    <a:pt x="9347647" y="1478732"/>
                  </a:lnTo>
                  <a:lnTo>
                    <a:pt x="9399277" y="1507657"/>
                  </a:lnTo>
                  <a:lnTo>
                    <a:pt x="9453332" y="1534083"/>
                  </a:lnTo>
                  <a:lnTo>
                    <a:pt x="9510484" y="1558099"/>
                  </a:lnTo>
                  <a:lnTo>
                    <a:pt x="9571476" y="1579875"/>
                  </a:lnTo>
                  <a:lnTo>
                    <a:pt x="9637073" y="1599614"/>
                  </a:lnTo>
                  <a:lnTo>
                    <a:pt x="9708029" y="1617527"/>
                  </a:lnTo>
                  <a:lnTo>
                    <a:pt x="9785031" y="1633812"/>
                  </a:lnTo>
                  <a:lnTo>
                    <a:pt x="9868638" y="1648644"/>
                  </a:lnTo>
                  <a:lnTo>
                    <a:pt x="9959185" y="1662168"/>
                  </a:lnTo>
                  <a:lnTo>
                    <a:pt x="10056676" y="1674496"/>
                  </a:lnTo>
                  <a:lnTo>
                    <a:pt x="10160643" y="1685705"/>
                  </a:lnTo>
                  <a:lnTo>
                    <a:pt x="10270005" y="1695839"/>
                  </a:lnTo>
                  <a:lnTo>
                    <a:pt x="10382946" y="1704911"/>
                  </a:lnTo>
                  <a:lnTo>
                    <a:pt x="10496850" y="1712911"/>
                  </a:lnTo>
                  <a:lnTo>
                    <a:pt x="10608362" y="1719816"/>
                  </a:lnTo>
                  <a:lnTo>
                    <a:pt x="10713609" y="1725607"/>
                  </a:lnTo>
                  <a:lnTo>
                    <a:pt x="10808600" y="1730284"/>
                  </a:lnTo>
                  <a:lnTo>
                    <a:pt x="10889773" y="1733883"/>
                  </a:lnTo>
                  <a:lnTo>
                    <a:pt x="10954569" y="1736482"/>
                  </a:lnTo>
                  <a:lnTo>
                    <a:pt x="11001909" y="1738208"/>
                  </a:lnTo>
                  <a:lnTo>
                    <a:pt x="11032450" y="1739224"/>
                  </a:lnTo>
                  <a:lnTo>
                    <a:pt x="11048595" y="1739715"/>
                  </a:lnTo>
                  <a:lnTo>
                    <a:pt x="11054304" y="1739875"/>
                  </a:lnTo>
                  <a:lnTo>
                    <a:pt x="11054891" y="1739890"/>
                  </a:lnTo>
                  <a:lnTo>
                    <a:pt x="12049831" y="1739890"/>
                  </a:lnTo>
                  <a:lnTo>
                    <a:pt x="12049831" y="1724168"/>
                  </a:lnTo>
                  <a:lnTo>
                    <a:pt x="11054891" y="1724168"/>
                  </a:lnTo>
                  <a:lnTo>
                    <a:pt x="11053774" y="1724139"/>
                  </a:lnTo>
                  <a:lnTo>
                    <a:pt x="11046398" y="1723929"/>
                  </a:lnTo>
                  <a:lnTo>
                    <a:pt x="11027700" y="1723350"/>
                  </a:lnTo>
                  <a:lnTo>
                    <a:pt x="10994004" y="1722210"/>
                  </a:lnTo>
                  <a:lnTo>
                    <a:pt x="10943240" y="1720324"/>
                  </a:lnTo>
                  <a:lnTo>
                    <a:pt x="10875099" y="1717538"/>
                  </a:lnTo>
                  <a:lnTo>
                    <a:pt x="10790978" y="1713733"/>
                  </a:lnTo>
                  <a:lnTo>
                    <a:pt x="10693675" y="1708839"/>
                  </a:lnTo>
                  <a:lnTo>
                    <a:pt x="10586883" y="1702828"/>
                  </a:lnTo>
                  <a:lnTo>
                    <a:pt x="10474609" y="1695707"/>
                  </a:lnTo>
                  <a:lnTo>
                    <a:pt x="10360651" y="1687496"/>
                  </a:lnTo>
                  <a:lnTo>
                    <a:pt x="10248230" y="1678215"/>
                  </a:lnTo>
                  <a:lnTo>
                    <a:pt x="10139806" y="1667873"/>
                  </a:lnTo>
                  <a:lnTo>
                    <a:pt x="10037044" y="1656449"/>
                  </a:lnTo>
                  <a:lnTo>
                    <a:pt x="9940894" y="1643894"/>
                  </a:lnTo>
                  <a:lnTo>
                    <a:pt x="9851719" y="1630123"/>
                  </a:lnTo>
                  <a:lnTo>
                    <a:pt x="9769441" y="1615019"/>
                  </a:lnTo>
                  <a:lnTo>
                    <a:pt x="9693672" y="1598430"/>
                  </a:lnTo>
                  <a:lnTo>
                    <a:pt x="9623823" y="1580175"/>
                  </a:lnTo>
                  <a:lnTo>
                    <a:pt x="9559189" y="1560054"/>
                  </a:lnTo>
                  <a:lnTo>
                    <a:pt x="9499009" y="1537855"/>
                  </a:lnTo>
                  <a:lnTo>
                    <a:pt x="9442520" y="1513378"/>
                  </a:lnTo>
                  <a:lnTo>
                    <a:pt x="9388991" y="1486466"/>
                  </a:lnTo>
                  <a:lnTo>
                    <a:pt x="9347647" y="1463010"/>
                  </a:lnTo>
                  <a:lnTo>
                    <a:pt x="9294806" y="1429547"/>
                  </a:lnTo>
                  <a:lnTo>
                    <a:pt x="9243456" y="1393202"/>
                  </a:lnTo>
                  <a:lnTo>
                    <a:pt x="9193120" y="1353919"/>
                  </a:lnTo>
                  <a:lnTo>
                    <a:pt x="9143431" y="1311712"/>
                  </a:lnTo>
                  <a:lnTo>
                    <a:pt x="9094109" y="1266668"/>
                  </a:lnTo>
                  <a:lnTo>
                    <a:pt x="9044954" y="1218959"/>
                  </a:lnTo>
                  <a:lnTo>
                    <a:pt x="8995828" y="1168837"/>
                  </a:lnTo>
                  <a:lnTo>
                    <a:pt x="8946652" y="1116640"/>
                  </a:lnTo>
                  <a:lnTo>
                    <a:pt x="8897391" y="1062779"/>
                  </a:lnTo>
                  <a:lnTo>
                    <a:pt x="8848049" y="1007731"/>
                  </a:lnTo>
                  <a:lnTo>
                    <a:pt x="8798654" y="952019"/>
                  </a:lnTo>
                  <a:lnTo>
                    <a:pt x="8749250" y="896194"/>
                  </a:lnTo>
                  <a:lnTo>
                    <a:pt x="8699882" y="840811"/>
                  </a:lnTo>
                  <a:lnTo>
                    <a:pt x="8650586" y="786408"/>
                  </a:lnTo>
                  <a:lnTo>
                    <a:pt x="8601377" y="733483"/>
                  </a:lnTo>
                  <a:lnTo>
                    <a:pt x="8552237" y="682475"/>
                  </a:lnTo>
                  <a:lnTo>
                    <a:pt x="8503107" y="633752"/>
                  </a:lnTo>
                  <a:lnTo>
                    <a:pt x="8453873" y="587603"/>
                  </a:lnTo>
                  <a:lnTo>
                    <a:pt x="8404362" y="544230"/>
                  </a:lnTo>
                  <a:lnTo>
                    <a:pt x="8354327" y="503756"/>
                  </a:lnTo>
                  <a:lnTo>
                    <a:pt x="8303439" y="466223"/>
                  </a:lnTo>
                  <a:lnTo>
                    <a:pt x="8251268" y="431602"/>
                  </a:lnTo>
                  <a:lnTo>
                    <a:pt x="8229629" y="418377"/>
                  </a:lnTo>
                  <a:lnTo>
                    <a:pt x="8177999" y="389452"/>
                  </a:lnTo>
                  <a:lnTo>
                    <a:pt x="8123945" y="363026"/>
                  </a:lnTo>
                  <a:lnTo>
                    <a:pt x="8066792" y="339009"/>
                  </a:lnTo>
                  <a:lnTo>
                    <a:pt x="8005801" y="317234"/>
                  </a:lnTo>
                  <a:lnTo>
                    <a:pt x="7940203" y="297495"/>
                  </a:lnTo>
                  <a:lnTo>
                    <a:pt x="7869248" y="279582"/>
                  </a:lnTo>
                  <a:lnTo>
                    <a:pt x="7792245" y="263297"/>
                  </a:lnTo>
                  <a:lnTo>
                    <a:pt x="7708639" y="248465"/>
                  </a:lnTo>
                  <a:lnTo>
                    <a:pt x="7618091" y="234941"/>
                  </a:lnTo>
                  <a:lnTo>
                    <a:pt x="7520601" y="222613"/>
                  </a:lnTo>
                  <a:lnTo>
                    <a:pt x="7416634" y="211404"/>
                  </a:lnTo>
                  <a:lnTo>
                    <a:pt x="7307271" y="201270"/>
                  </a:lnTo>
                  <a:lnTo>
                    <a:pt x="7194330" y="192198"/>
                  </a:lnTo>
                  <a:lnTo>
                    <a:pt x="7080427" y="184198"/>
                  </a:lnTo>
                  <a:lnTo>
                    <a:pt x="6968915" y="177293"/>
                  </a:lnTo>
                  <a:lnTo>
                    <a:pt x="6863668" y="171502"/>
                  </a:lnTo>
                  <a:lnTo>
                    <a:pt x="6768676" y="166824"/>
                  </a:lnTo>
                  <a:lnTo>
                    <a:pt x="6687503" y="163226"/>
                  </a:lnTo>
                  <a:lnTo>
                    <a:pt x="6622707" y="160626"/>
                  </a:lnTo>
                  <a:lnTo>
                    <a:pt x="6575368" y="158900"/>
                  </a:lnTo>
                  <a:lnTo>
                    <a:pt x="6544826" y="157885"/>
                  </a:lnTo>
                  <a:lnTo>
                    <a:pt x="6528682" y="157393"/>
                  </a:lnTo>
                  <a:lnTo>
                    <a:pt x="6522972" y="157234"/>
                  </a:lnTo>
                  <a:lnTo>
                    <a:pt x="6522385" y="157219"/>
                  </a:lnTo>
                  <a:lnTo>
                    <a:pt x="5527445" y="157219"/>
                  </a:lnTo>
                  <a:lnTo>
                    <a:pt x="5526309" y="157216"/>
                  </a:lnTo>
                  <a:lnTo>
                    <a:pt x="5518811" y="157194"/>
                  </a:lnTo>
                  <a:lnTo>
                    <a:pt x="5499809" y="157135"/>
                  </a:lnTo>
                  <a:lnTo>
                    <a:pt x="5465588" y="157019"/>
                  </a:lnTo>
                  <a:lnTo>
                    <a:pt x="5414078" y="156826"/>
                  </a:lnTo>
                  <a:lnTo>
                    <a:pt x="5345009" y="156542"/>
                  </a:lnTo>
                  <a:lnTo>
                    <a:pt x="5259854" y="156154"/>
                  </a:lnTo>
                  <a:lnTo>
                    <a:pt x="5161503" y="155655"/>
                  </a:lnTo>
                  <a:lnTo>
                    <a:pt x="5053737" y="155043"/>
                  </a:lnTo>
                  <a:lnTo>
                    <a:pt x="4940634" y="154319"/>
                  </a:lnTo>
                  <a:lnTo>
                    <a:pt x="4826032" y="153483"/>
                  </a:lnTo>
                  <a:lnTo>
                    <a:pt x="4713165" y="152540"/>
                  </a:lnTo>
                  <a:lnTo>
                    <a:pt x="4604481" y="151488"/>
                  </a:lnTo>
                  <a:lnTo>
                    <a:pt x="4501619" y="150327"/>
                  </a:lnTo>
                  <a:lnTo>
                    <a:pt x="4405494" y="149050"/>
                  </a:lnTo>
                  <a:lnTo>
                    <a:pt x="4316433" y="147649"/>
                  </a:lnTo>
                  <a:lnTo>
                    <a:pt x="4234323" y="146112"/>
                  </a:lnTo>
                  <a:lnTo>
                    <a:pt x="4158746" y="144421"/>
                  </a:lnTo>
                  <a:lnTo>
                    <a:pt x="4089088" y="142560"/>
                  </a:lnTo>
                  <a:lnTo>
                    <a:pt x="4024622" y="140507"/>
                  </a:lnTo>
                  <a:lnTo>
                    <a:pt x="3964573" y="138241"/>
                  </a:lnTo>
                  <a:lnTo>
                    <a:pt x="3908166" y="135742"/>
                  </a:lnTo>
                  <a:lnTo>
                    <a:pt x="3854663" y="132994"/>
                  </a:lnTo>
                  <a:lnTo>
                    <a:pt x="3820202" y="131015"/>
                  </a:lnTo>
                  <a:lnTo>
                    <a:pt x="3758680" y="127068"/>
                  </a:lnTo>
                  <a:lnTo>
                    <a:pt x="3699074" y="122725"/>
                  </a:lnTo>
                  <a:lnTo>
                    <a:pt x="3640672" y="117980"/>
                  </a:lnTo>
                  <a:lnTo>
                    <a:pt x="3582950" y="112841"/>
                  </a:lnTo>
                  <a:lnTo>
                    <a:pt x="3525538" y="107328"/>
                  </a:lnTo>
                  <a:lnTo>
                    <a:pt x="3468193" y="101480"/>
                  </a:lnTo>
                  <a:lnTo>
                    <a:pt x="3410780" y="95348"/>
                  </a:lnTo>
                  <a:lnTo>
                    <a:pt x="3353252" y="89000"/>
                  </a:lnTo>
                  <a:lnTo>
                    <a:pt x="3295624" y="82513"/>
                  </a:lnTo>
                  <a:lnTo>
                    <a:pt x="3237952" y="75973"/>
                  </a:lnTo>
                  <a:lnTo>
                    <a:pt x="3180310" y="69469"/>
                  </a:lnTo>
                  <a:lnTo>
                    <a:pt x="3122760" y="63087"/>
                  </a:lnTo>
                  <a:lnTo>
                    <a:pt x="3065326" y="56908"/>
                  </a:lnTo>
                  <a:lnTo>
                    <a:pt x="3007976" y="51000"/>
                  </a:lnTo>
                  <a:lnTo>
                    <a:pt x="2950592" y="45419"/>
                  </a:lnTo>
                  <a:lnTo>
                    <a:pt x="2892954" y="40205"/>
                  </a:lnTo>
                  <a:lnTo>
                    <a:pt x="2834720" y="35382"/>
                  </a:lnTo>
                  <a:lnTo>
                    <a:pt x="2775397" y="30961"/>
                  </a:lnTo>
                  <a:lnTo>
                    <a:pt x="2714314" y="26938"/>
                  </a:lnTo>
                  <a:lnTo>
                    <a:pt x="2702183" y="26203"/>
                  </a:lnTo>
                  <a:lnTo>
                    <a:pt x="2650251" y="23285"/>
                  </a:lnTo>
                  <a:lnTo>
                    <a:pt x="2595862" y="20620"/>
                  </a:lnTo>
                  <a:lnTo>
                    <a:pt x="2538331" y="18200"/>
                  </a:lnTo>
                  <a:lnTo>
                    <a:pt x="2476903" y="16007"/>
                  </a:lnTo>
                  <a:lnTo>
                    <a:pt x="2410799" y="14020"/>
                  </a:lnTo>
                  <a:lnTo>
                    <a:pt x="2339254" y="12218"/>
                  </a:lnTo>
                  <a:lnTo>
                    <a:pt x="2261571" y="10580"/>
                  </a:lnTo>
                  <a:lnTo>
                    <a:pt x="2177189" y="9090"/>
                  </a:lnTo>
                  <a:lnTo>
                    <a:pt x="2085778" y="7731"/>
                  </a:lnTo>
                  <a:lnTo>
                    <a:pt x="1987355" y="6493"/>
                  </a:lnTo>
                  <a:lnTo>
                    <a:pt x="1882427" y="5369"/>
                  </a:lnTo>
                  <a:lnTo>
                    <a:pt x="1772135" y="4353"/>
                  </a:lnTo>
                  <a:lnTo>
                    <a:pt x="1658381" y="3445"/>
                  </a:lnTo>
                  <a:lnTo>
                    <a:pt x="1543882" y="2647"/>
                  </a:lnTo>
                  <a:lnTo>
                    <a:pt x="1432103" y="1959"/>
                  </a:lnTo>
                  <a:lnTo>
                    <a:pt x="1327011" y="1385"/>
                  </a:lnTo>
                  <a:lnTo>
                    <a:pt x="1232650" y="923"/>
                  </a:lnTo>
                  <a:lnTo>
                    <a:pt x="1152572" y="571"/>
                  </a:lnTo>
                  <a:lnTo>
                    <a:pt x="1089247" y="319"/>
                  </a:lnTo>
                  <a:lnTo>
                    <a:pt x="1043593" y="153"/>
                  </a:lnTo>
                  <a:lnTo>
                    <a:pt x="1014736" y="58"/>
                  </a:lnTo>
                  <a:lnTo>
                    <a:pt x="1000037" y="14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46" name="pl345"/>
            <p:cNvSpPr/>
            <p:nvPr/>
          </p:nvSpPr>
          <p:spPr>
            <a:xfrm>
              <a:off x="1199187" y="1545822"/>
              <a:ext cx="12049831" cy="1724168"/>
            </a:xfrm>
            <a:custGeom>
              <a:avLst/>
              <a:pathLst>
                <a:path w="12049831" h="1724168">
                  <a:moveTo>
                    <a:pt x="0" y="0"/>
                  </a:moveTo>
                  <a:lnTo>
                    <a:pt x="994940" y="0"/>
                  </a:lnTo>
                  <a:lnTo>
                    <a:pt x="996076" y="3"/>
                  </a:lnTo>
                  <a:lnTo>
                    <a:pt x="1003574" y="24"/>
                  </a:lnTo>
                  <a:lnTo>
                    <a:pt x="1022576" y="83"/>
                  </a:lnTo>
                  <a:lnTo>
                    <a:pt x="1056797" y="199"/>
                  </a:lnTo>
                  <a:lnTo>
                    <a:pt x="1108307" y="392"/>
                  </a:lnTo>
                  <a:lnTo>
                    <a:pt x="1177376" y="676"/>
                  </a:lnTo>
                  <a:lnTo>
                    <a:pt x="1262531" y="1064"/>
                  </a:lnTo>
                  <a:lnTo>
                    <a:pt x="1360882" y="1563"/>
                  </a:lnTo>
                  <a:lnTo>
                    <a:pt x="1468648" y="2175"/>
                  </a:lnTo>
                  <a:lnTo>
                    <a:pt x="1581751" y="2899"/>
                  </a:lnTo>
                  <a:lnTo>
                    <a:pt x="1696353" y="3735"/>
                  </a:lnTo>
                  <a:lnTo>
                    <a:pt x="1809220" y="4678"/>
                  </a:lnTo>
                  <a:lnTo>
                    <a:pt x="1917904" y="5730"/>
                  </a:lnTo>
                  <a:lnTo>
                    <a:pt x="2020766" y="6891"/>
                  </a:lnTo>
                  <a:lnTo>
                    <a:pt x="2116891" y="8168"/>
                  </a:lnTo>
                  <a:lnTo>
                    <a:pt x="2205952" y="9569"/>
                  </a:lnTo>
                  <a:lnTo>
                    <a:pt x="2288062" y="11106"/>
                  </a:lnTo>
                  <a:lnTo>
                    <a:pt x="2363639" y="12797"/>
                  </a:lnTo>
                  <a:lnTo>
                    <a:pt x="2433297" y="14658"/>
                  </a:lnTo>
                  <a:lnTo>
                    <a:pt x="2497763" y="16711"/>
                  </a:lnTo>
                  <a:lnTo>
                    <a:pt x="2557812" y="18977"/>
                  </a:lnTo>
                  <a:lnTo>
                    <a:pt x="2614219" y="21476"/>
                  </a:lnTo>
                  <a:lnTo>
                    <a:pt x="2667722" y="24225"/>
                  </a:lnTo>
                  <a:lnTo>
                    <a:pt x="2702183" y="26203"/>
                  </a:lnTo>
                  <a:lnTo>
                    <a:pt x="2763705" y="30150"/>
                  </a:lnTo>
                  <a:lnTo>
                    <a:pt x="2823311" y="34493"/>
                  </a:lnTo>
                  <a:lnTo>
                    <a:pt x="2881713" y="39238"/>
                  </a:lnTo>
                  <a:lnTo>
                    <a:pt x="2939435" y="44377"/>
                  </a:lnTo>
                  <a:lnTo>
                    <a:pt x="2996847" y="49890"/>
                  </a:lnTo>
                  <a:lnTo>
                    <a:pt x="3054192" y="55738"/>
                  </a:lnTo>
                  <a:lnTo>
                    <a:pt x="3111605" y="61870"/>
                  </a:lnTo>
                  <a:lnTo>
                    <a:pt x="3169133" y="68218"/>
                  </a:lnTo>
                  <a:lnTo>
                    <a:pt x="3226761" y="74705"/>
                  </a:lnTo>
                  <a:lnTo>
                    <a:pt x="3284433" y="81245"/>
                  </a:lnTo>
                  <a:lnTo>
                    <a:pt x="3342075" y="87749"/>
                  </a:lnTo>
                  <a:lnTo>
                    <a:pt x="3399625" y="94131"/>
                  </a:lnTo>
                  <a:lnTo>
                    <a:pt x="3457059" y="100310"/>
                  </a:lnTo>
                  <a:lnTo>
                    <a:pt x="3514409" y="106218"/>
                  </a:lnTo>
                  <a:lnTo>
                    <a:pt x="3571793" y="111799"/>
                  </a:lnTo>
                  <a:lnTo>
                    <a:pt x="3629431" y="117014"/>
                  </a:lnTo>
                  <a:lnTo>
                    <a:pt x="3687665" y="121836"/>
                  </a:lnTo>
                  <a:lnTo>
                    <a:pt x="3746988" y="126257"/>
                  </a:lnTo>
                  <a:lnTo>
                    <a:pt x="3808071" y="130280"/>
                  </a:lnTo>
                  <a:lnTo>
                    <a:pt x="3820202" y="131015"/>
                  </a:lnTo>
                  <a:lnTo>
                    <a:pt x="3872134" y="133933"/>
                  </a:lnTo>
                  <a:lnTo>
                    <a:pt x="3926523" y="136598"/>
                  </a:lnTo>
                  <a:lnTo>
                    <a:pt x="3984054" y="139018"/>
                  </a:lnTo>
                  <a:lnTo>
                    <a:pt x="4045482" y="141211"/>
                  </a:lnTo>
                  <a:lnTo>
                    <a:pt x="4111586" y="143198"/>
                  </a:lnTo>
                  <a:lnTo>
                    <a:pt x="4183131" y="145000"/>
                  </a:lnTo>
                  <a:lnTo>
                    <a:pt x="4260814" y="146638"/>
                  </a:lnTo>
                  <a:lnTo>
                    <a:pt x="4345196" y="148128"/>
                  </a:lnTo>
                  <a:lnTo>
                    <a:pt x="4436607" y="149487"/>
                  </a:lnTo>
                  <a:lnTo>
                    <a:pt x="4535030" y="150725"/>
                  </a:lnTo>
                  <a:lnTo>
                    <a:pt x="4639958" y="151849"/>
                  </a:lnTo>
                  <a:lnTo>
                    <a:pt x="4750250" y="152865"/>
                  </a:lnTo>
                  <a:lnTo>
                    <a:pt x="4864004" y="153773"/>
                  </a:lnTo>
                  <a:lnTo>
                    <a:pt x="4978503" y="154571"/>
                  </a:lnTo>
                  <a:lnTo>
                    <a:pt x="5090282" y="155259"/>
                  </a:lnTo>
                  <a:lnTo>
                    <a:pt x="5195374" y="155833"/>
                  </a:lnTo>
                  <a:lnTo>
                    <a:pt x="5289735" y="156295"/>
                  </a:lnTo>
                  <a:lnTo>
                    <a:pt x="5369813" y="156647"/>
                  </a:lnTo>
                  <a:lnTo>
                    <a:pt x="5433138" y="156899"/>
                  </a:lnTo>
                  <a:lnTo>
                    <a:pt x="5478792" y="157065"/>
                  </a:lnTo>
                  <a:lnTo>
                    <a:pt x="5507649" y="157160"/>
                  </a:lnTo>
                  <a:lnTo>
                    <a:pt x="5522348" y="157204"/>
                  </a:lnTo>
                  <a:lnTo>
                    <a:pt x="5527100" y="157218"/>
                  </a:lnTo>
                  <a:lnTo>
                    <a:pt x="5527445" y="157219"/>
                  </a:lnTo>
                  <a:lnTo>
                    <a:pt x="6522385" y="157219"/>
                  </a:lnTo>
                  <a:lnTo>
                    <a:pt x="6523503" y="157248"/>
                  </a:lnTo>
                  <a:lnTo>
                    <a:pt x="6530878" y="157457"/>
                  </a:lnTo>
                  <a:lnTo>
                    <a:pt x="6549577" y="158036"/>
                  </a:lnTo>
                  <a:lnTo>
                    <a:pt x="6583273" y="159177"/>
                  </a:lnTo>
                  <a:lnTo>
                    <a:pt x="6634037" y="161062"/>
                  </a:lnTo>
                  <a:lnTo>
                    <a:pt x="6702177" y="163849"/>
                  </a:lnTo>
                  <a:lnTo>
                    <a:pt x="6786299" y="167654"/>
                  </a:lnTo>
                  <a:lnTo>
                    <a:pt x="6883602" y="172548"/>
                  </a:lnTo>
                  <a:lnTo>
                    <a:pt x="6990393" y="178558"/>
                  </a:lnTo>
                  <a:lnTo>
                    <a:pt x="7102667" y="185680"/>
                  </a:lnTo>
                  <a:lnTo>
                    <a:pt x="7216626" y="193891"/>
                  </a:lnTo>
                  <a:lnTo>
                    <a:pt x="7329046" y="203171"/>
                  </a:lnTo>
                  <a:lnTo>
                    <a:pt x="7437470" y="213514"/>
                  </a:lnTo>
                  <a:lnTo>
                    <a:pt x="7540232" y="224938"/>
                  </a:lnTo>
                  <a:lnTo>
                    <a:pt x="7636383" y="237493"/>
                  </a:lnTo>
                  <a:lnTo>
                    <a:pt x="7725558" y="251263"/>
                  </a:lnTo>
                  <a:lnTo>
                    <a:pt x="7807836" y="266368"/>
                  </a:lnTo>
                  <a:lnTo>
                    <a:pt x="7883605" y="282957"/>
                  </a:lnTo>
                  <a:lnTo>
                    <a:pt x="7953453" y="301212"/>
                  </a:lnTo>
                  <a:lnTo>
                    <a:pt x="8018088" y="321333"/>
                  </a:lnTo>
                  <a:lnTo>
                    <a:pt x="8078267" y="343532"/>
                  </a:lnTo>
                  <a:lnTo>
                    <a:pt x="8134756" y="368009"/>
                  </a:lnTo>
                  <a:lnTo>
                    <a:pt x="8188285" y="394921"/>
                  </a:lnTo>
                  <a:lnTo>
                    <a:pt x="8229629" y="418377"/>
                  </a:lnTo>
                  <a:lnTo>
                    <a:pt x="8282470" y="451839"/>
                  </a:lnTo>
                  <a:lnTo>
                    <a:pt x="8333820" y="488185"/>
                  </a:lnTo>
                  <a:lnTo>
                    <a:pt x="8384156" y="527468"/>
                  </a:lnTo>
                  <a:lnTo>
                    <a:pt x="8433846" y="569675"/>
                  </a:lnTo>
                  <a:lnTo>
                    <a:pt x="8483167" y="614718"/>
                  </a:lnTo>
                  <a:lnTo>
                    <a:pt x="8532323" y="662428"/>
                  </a:lnTo>
                  <a:lnTo>
                    <a:pt x="8581449" y="712549"/>
                  </a:lnTo>
                  <a:lnTo>
                    <a:pt x="8630625" y="764747"/>
                  </a:lnTo>
                  <a:lnTo>
                    <a:pt x="8679886" y="818608"/>
                  </a:lnTo>
                  <a:lnTo>
                    <a:pt x="8729228" y="873656"/>
                  </a:lnTo>
                  <a:lnTo>
                    <a:pt x="8778623" y="929368"/>
                  </a:lnTo>
                  <a:lnTo>
                    <a:pt x="8828027" y="985193"/>
                  </a:lnTo>
                  <a:lnTo>
                    <a:pt x="8877395" y="1040575"/>
                  </a:lnTo>
                  <a:lnTo>
                    <a:pt x="8926691" y="1094978"/>
                  </a:lnTo>
                  <a:lnTo>
                    <a:pt x="8975900" y="1147904"/>
                  </a:lnTo>
                  <a:lnTo>
                    <a:pt x="9025039" y="1198912"/>
                  </a:lnTo>
                  <a:lnTo>
                    <a:pt x="9074169" y="1247635"/>
                  </a:lnTo>
                  <a:lnTo>
                    <a:pt x="9123403" y="1293784"/>
                  </a:lnTo>
                  <a:lnTo>
                    <a:pt x="9172914" y="1337156"/>
                  </a:lnTo>
                  <a:lnTo>
                    <a:pt x="9222949" y="1377631"/>
                  </a:lnTo>
                  <a:lnTo>
                    <a:pt x="9273838" y="1415164"/>
                  </a:lnTo>
                  <a:lnTo>
                    <a:pt x="9326009" y="1449785"/>
                  </a:lnTo>
                  <a:lnTo>
                    <a:pt x="9347647" y="1463010"/>
                  </a:lnTo>
                  <a:lnTo>
                    <a:pt x="9399277" y="1491935"/>
                  </a:lnTo>
                  <a:lnTo>
                    <a:pt x="9453332" y="1518361"/>
                  </a:lnTo>
                  <a:lnTo>
                    <a:pt x="9510484" y="1542377"/>
                  </a:lnTo>
                  <a:lnTo>
                    <a:pt x="9571476" y="1564153"/>
                  </a:lnTo>
                  <a:lnTo>
                    <a:pt x="9637073" y="1583892"/>
                  </a:lnTo>
                  <a:lnTo>
                    <a:pt x="9708029" y="1601805"/>
                  </a:lnTo>
                  <a:lnTo>
                    <a:pt x="9785031" y="1618090"/>
                  </a:lnTo>
                  <a:lnTo>
                    <a:pt x="9868638" y="1632922"/>
                  </a:lnTo>
                  <a:lnTo>
                    <a:pt x="9959185" y="1646446"/>
                  </a:lnTo>
                  <a:lnTo>
                    <a:pt x="10056676" y="1658774"/>
                  </a:lnTo>
                  <a:lnTo>
                    <a:pt x="10160643" y="1669983"/>
                  </a:lnTo>
                  <a:lnTo>
                    <a:pt x="10270005" y="1680117"/>
                  </a:lnTo>
                  <a:lnTo>
                    <a:pt x="10382946" y="1689189"/>
                  </a:lnTo>
                  <a:lnTo>
                    <a:pt x="10496850" y="1697189"/>
                  </a:lnTo>
                  <a:lnTo>
                    <a:pt x="10608362" y="1704094"/>
                  </a:lnTo>
                  <a:lnTo>
                    <a:pt x="10713609" y="1709885"/>
                  </a:lnTo>
                  <a:lnTo>
                    <a:pt x="10808600" y="1714562"/>
                  </a:lnTo>
                  <a:lnTo>
                    <a:pt x="10889773" y="1718161"/>
                  </a:lnTo>
                  <a:lnTo>
                    <a:pt x="10954569" y="1720760"/>
                  </a:lnTo>
                  <a:lnTo>
                    <a:pt x="11001909" y="1722486"/>
                  </a:lnTo>
                  <a:lnTo>
                    <a:pt x="11032450" y="1723502"/>
                  </a:lnTo>
                  <a:lnTo>
                    <a:pt x="11048595" y="1723993"/>
                  </a:lnTo>
                  <a:lnTo>
                    <a:pt x="11054304" y="1724153"/>
                  </a:lnTo>
                  <a:lnTo>
                    <a:pt x="11054891" y="1724168"/>
                  </a:lnTo>
                  <a:lnTo>
                    <a:pt x="12049831" y="1724168"/>
                  </a:lnTo>
                  <a:lnTo>
                    <a:pt x="12049831" y="17241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7" name="pl346"/>
            <p:cNvSpPr/>
            <p:nvPr/>
          </p:nvSpPr>
          <p:spPr>
            <a:xfrm>
              <a:off x="1199187" y="1530100"/>
              <a:ext cx="12049831" cy="1724168"/>
            </a:xfrm>
            <a:custGeom>
              <a:avLst/>
              <a:pathLst>
                <a:path w="12049831" h="1724168">
                  <a:moveTo>
                    <a:pt x="12049831" y="1724168"/>
                  </a:moveTo>
                  <a:lnTo>
                    <a:pt x="11054891" y="1724168"/>
                  </a:lnTo>
                  <a:lnTo>
                    <a:pt x="11053774" y="1724139"/>
                  </a:lnTo>
                  <a:lnTo>
                    <a:pt x="11046398" y="1723929"/>
                  </a:lnTo>
                  <a:lnTo>
                    <a:pt x="11027700" y="1723350"/>
                  </a:lnTo>
                  <a:lnTo>
                    <a:pt x="10994004" y="1722210"/>
                  </a:lnTo>
                  <a:lnTo>
                    <a:pt x="10943240" y="1720324"/>
                  </a:lnTo>
                  <a:lnTo>
                    <a:pt x="10875099" y="1717538"/>
                  </a:lnTo>
                  <a:lnTo>
                    <a:pt x="10790978" y="1713733"/>
                  </a:lnTo>
                  <a:lnTo>
                    <a:pt x="10693675" y="1708839"/>
                  </a:lnTo>
                  <a:lnTo>
                    <a:pt x="10586883" y="1702828"/>
                  </a:lnTo>
                  <a:lnTo>
                    <a:pt x="10474609" y="1695707"/>
                  </a:lnTo>
                  <a:lnTo>
                    <a:pt x="10360651" y="1687496"/>
                  </a:lnTo>
                  <a:lnTo>
                    <a:pt x="10248230" y="1678215"/>
                  </a:lnTo>
                  <a:lnTo>
                    <a:pt x="10139806" y="1667873"/>
                  </a:lnTo>
                  <a:lnTo>
                    <a:pt x="10037044" y="1656449"/>
                  </a:lnTo>
                  <a:lnTo>
                    <a:pt x="9940894" y="1643894"/>
                  </a:lnTo>
                  <a:lnTo>
                    <a:pt x="9851719" y="1630123"/>
                  </a:lnTo>
                  <a:lnTo>
                    <a:pt x="9769441" y="1615019"/>
                  </a:lnTo>
                  <a:lnTo>
                    <a:pt x="9693672" y="1598430"/>
                  </a:lnTo>
                  <a:lnTo>
                    <a:pt x="9623823" y="1580175"/>
                  </a:lnTo>
                  <a:lnTo>
                    <a:pt x="9559189" y="1560054"/>
                  </a:lnTo>
                  <a:lnTo>
                    <a:pt x="9499009" y="1537855"/>
                  </a:lnTo>
                  <a:lnTo>
                    <a:pt x="9442520" y="1513378"/>
                  </a:lnTo>
                  <a:lnTo>
                    <a:pt x="9388991" y="1486466"/>
                  </a:lnTo>
                  <a:lnTo>
                    <a:pt x="9347647" y="1463010"/>
                  </a:lnTo>
                  <a:lnTo>
                    <a:pt x="9294806" y="1429547"/>
                  </a:lnTo>
                  <a:lnTo>
                    <a:pt x="9243456" y="1393202"/>
                  </a:lnTo>
                  <a:lnTo>
                    <a:pt x="9193120" y="1353919"/>
                  </a:lnTo>
                  <a:lnTo>
                    <a:pt x="9143431" y="1311712"/>
                  </a:lnTo>
                  <a:lnTo>
                    <a:pt x="9094109" y="1266668"/>
                  </a:lnTo>
                  <a:lnTo>
                    <a:pt x="9044954" y="1218959"/>
                  </a:lnTo>
                  <a:lnTo>
                    <a:pt x="8995828" y="1168837"/>
                  </a:lnTo>
                  <a:lnTo>
                    <a:pt x="8946652" y="1116640"/>
                  </a:lnTo>
                  <a:lnTo>
                    <a:pt x="8897391" y="1062779"/>
                  </a:lnTo>
                  <a:lnTo>
                    <a:pt x="8848049" y="1007731"/>
                  </a:lnTo>
                  <a:lnTo>
                    <a:pt x="8798654" y="952019"/>
                  </a:lnTo>
                  <a:lnTo>
                    <a:pt x="8749250" y="896194"/>
                  </a:lnTo>
                  <a:lnTo>
                    <a:pt x="8699882" y="840811"/>
                  </a:lnTo>
                  <a:lnTo>
                    <a:pt x="8650586" y="786408"/>
                  </a:lnTo>
                  <a:lnTo>
                    <a:pt x="8601377" y="733483"/>
                  </a:lnTo>
                  <a:lnTo>
                    <a:pt x="8552237" y="682475"/>
                  </a:lnTo>
                  <a:lnTo>
                    <a:pt x="8503107" y="633752"/>
                  </a:lnTo>
                  <a:lnTo>
                    <a:pt x="8453873" y="587603"/>
                  </a:lnTo>
                  <a:lnTo>
                    <a:pt x="8404362" y="544230"/>
                  </a:lnTo>
                  <a:lnTo>
                    <a:pt x="8354327" y="503756"/>
                  </a:lnTo>
                  <a:lnTo>
                    <a:pt x="8303439" y="466223"/>
                  </a:lnTo>
                  <a:lnTo>
                    <a:pt x="8251268" y="431602"/>
                  </a:lnTo>
                  <a:lnTo>
                    <a:pt x="8229629" y="418377"/>
                  </a:lnTo>
                  <a:lnTo>
                    <a:pt x="8177999" y="389452"/>
                  </a:lnTo>
                  <a:lnTo>
                    <a:pt x="8123945" y="363026"/>
                  </a:lnTo>
                  <a:lnTo>
                    <a:pt x="8066792" y="339009"/>
                  </a:lnTo>
                  <a:lnTo>
                    <a:pt x="8005801" y="317234"/>
                  </a:lnTo>
                  <a:lnTo>
                    <a:pt x="7940203" y="297495"/>
                  </a:lnTo>
                  <a:lnTo>
                    <a:pt x="7869248" y="279582"/>
                  </a:lnTo>
                  <a:lnTo>
                    <a:pt x="7792245" y="263297"/>
                  </a:lnTo>
                  <a:lnTo>
                    <a:pt x="7708639" y="248465"/>
                  </a:lnTo>
                  <a:lnTo>
                    <a:pt x="7618091" y="234941"/>
                  </a:lnTo>
                  <a:lnTo>
                    <a:pt x="7520601" y="222613"/>
                  </a:lnTo>
                  <a:lnTo>
                    <a:pt x="7416634" y="211404"/>
                  </a:lnTo>
                  <a:lnTo>
                    <a:pt x="7307271" y="201270"/>
                  </a:lnTo>
                  <a:lnTo>
                    <a:pt x="7194330" y="192198"/>
                  </a:lnTo>
                  <a:lnTo>
                    <a:pt x="7080427" y="184198"/>
                  </a:lnTo>
                  <a:lnTo>
                    <a:pt x="6968915" y="177293"/>
                  </a:lnTo>
                  <a:lnTo>
                    <a:pt x="6863668" y="171502"/>
                  </a:lnTo>
                  <a:lnTo>
                    <a:pt x="6768676" y="166824"/>
                  </a:lnTo>
                  <a:lnTo>
                    <a:pt x="6687503" y="163226"/>
                  </a:lnTo>
                  <a:lnTo>
                    <a:pt x="6622707" y="160626"/>
                  </a:lnTo>
                  <a:lnTo>
                    <a:pt x="6575368" y="158900"/>
                  </a:lnTo>
                  <a:lnTo>
                    <a:pt x="6544826" y="157885"/>
                  </a:lnTo>
                  <a:lnTo>
                    <a:pt x="6528682" y="157393"/>
                  </a:lnTo>
                  <a:lnTo>
                    <a:pt x="6522972" y="157234"/>
                  </a:lnTo>
                  <a:lnTo>
                    <a:pt x="6522385" y="157219"/>
                  </a:lnTo>
                  <a:lnTo>
                    <a:pt x="5527445" y="157219"/>
                  </a:lnTo>
                  <a:lnTo>
                    <a:pt x="5526309" y="157216"/>
                  </a:lnTo>
                  <a:lnTo>
                    <a:pt x="5518811" y="157194"/>
                  </a:lnTo>
                  <a:lnTo>
                    <a:pt x="5499809" y="157135"/>
                  </a:lnTo>
                  <a:lnTo>
                    <a:pt x="5465588" y="157019"/>
                  </a:lnTo>
                  <a:lnTo>
                    <a:pt x="5414078" y="156826"/>
                  </a:lnTo>
                  <a:lnTo>
                    <a:pt x="5345009" y="156542"/>
                  </a:lnTo>
                  <a:lnTo>
                    <a:pt x="5259854" y="156154"/>
                  </a:lnTo>
                  <a:lnTo>
                    <a:pt x="5161503" y="155655"/>
                  </a:lnTo>
                  <a:lnTo>
                    <a:pt x="5053737" y="155043"/>
                  </a:lnTo>
                  <a:lnTo>
                    <a:pt x="4940634" y="154319"/>
                  </a:lnTo>
                  <a:lnTo>
                    <a:pt x="4826032" y="153483"/>
                  </a:lnTo>
                  <a:lnTo>
                    <a:pt x="4713165" y="152540"/>
                  </a:lnTo>
                  <a:lnTo>
                    <a:pt x="4604481" y="151488"/>
                  </a:lnTo>
                  <a:lnTo>
                    <a:pt x="4501619" y="150327"/>
                  </a:lnTo>
                  <a:lnTo>
                    <a:pt x="4405494" y="149050"/>
                  </a:lnTo>
                  <a:lnTo>
                    <a:pt x="4316433" y="147649"/>
                  </a:lnTo>
                  <a:lnTo>
                    <a:pt x="4234323" y="146112"/>
                  </a:lnTo>
                  <a:lnTo>
                    <a:pt x="4158746" y="144421"/>
                  </a:lnTo>
                  <a:lnTo>
                    <a:pt x="4089088" y="142560"/>
                  </a:lnTo>
                  <a:lnTo>
                    <a:pt x="4024622" y="140507"/>
                  </a:lnTo>
                  <a:lnTo>
                    <a:pt x="3964573" y="138241"/>
                  </a:lnTo>
                  <a:lnTo>
                    <a:pt x="3908166" y="135742"/>
                  </a:lnTo>
                  <a:lnTo>
                    <a:pt x="3854663" y="132994"/>
                  </a:lnTo>
                  <a:lnTo>
                    <a:pt x="3820202" y="131015"/>
                  </a:lnTo>
                  <a:lnTo>
                    <a:pt x="3758680" y="127068"/>
                  </a:lnTo>
                  <a:lnTo>
                    <a:pt x="3699074" y="122725"/>
                  </a:lnTo>
                  <a:lnTo>
                    <a:pt x="3640672" y="117980"/>
                  </a:lnTo>
                  <a:lnTo>
                    <a:pt x="3582950" y="112841"/>
                  </a:lnTo>
                  <a:lnTo>
                    <a:pt x="3525538" y="107328"/>
                  </a:lnTo>
                  <a:lnTo>
                    <a:pt x="3468193" y="101480"/>
                  </a:lnTo>
                  <a:lnTo>
                    <a:pt x="3410780" y="95348"/>
                  </a:lnTo>
                  <a:lnTo>
                    <a:pt x="3353252" y="89000"/>
                  </a:lnTo>
                  <a:lnTo>
                    <a:pt x="3295624" y="82513"/>
                  </a:lnTo>
                  <a:lnTo>
                    <a:pt x="3237952" y="75973"/>
                  </a:lnTo>
                  <a:lnTo>
                    <a:pt x="3180310" y="69469"/>
                  </a:lnTo>
                  <a:lnTo>
                    <a:pt x="3122760" y="63087"/>
                  </a:lnTo>
                  <a:lnTo>
                    <a:pt x="3065326" y="56908"/>
                  </a:lnTo>
                  <a:lnTo>
                    <a:pt x="3007976" y="51000"/>
                  </a:lnTo>
                  <a:lnTo>
                    <a:pt x="2950592" y="45419"/>
                  </a:lnTo>
                  <a:lnTo>
                    <a:pt x="2892954" y="40205"/>
                  </a:lnTo>
                  <a:lnTo>
                    <a:pt x="2834720" y="35382"/>
                  </a:lnTo>
                  <a:lnTo>
                    <a:pt x="2775397" y="30961"/>
                  </a:lnTo>
                  <a:lnTo>
                    <a:pt x="2714314" y="26938"/>
                  </a:lnTo>
                  <a:lnTo>
                    <a:pt x="2702183" y="26203"/>
                  </a:lnTo>
                  <a:lnTo>
                    <a:pt x="2650251" y="23285"/>
                  </a:lnTo>
                  <a:lnTo>
                    <a:pt x="2595862" y="20620"/>
                  </a:lnTo>
                  <a:lnTo>
                    <a:pt x="2538331" y="18200"/>
                  </a:lnTo>
                  <a:lnTo>
                    <a:pt x="2476903" y="16007"/>
                  </a:lnTo>
                  <a:lnTo>
                    <a:pt x="2410799" y="14020"/>
                  </a:lnTo>
                  <a:lnTo>
                    <a:pt x="2339254" y="12218"/>
                  </a:lnTo>
                  <a:lnTo>
                    <a:pt x="2261571" y="10580"/>
                  </a:lnTo>
                  <a:lnTo>
                    <a:pt x="2177189" y="9090"/>
                  </a:lnTo>
                  <a:lnTo>
                    <a:pt x="2085778" y="7731"/>
                  </a:lnTo>
                  <a:lnTo>
                    <a:pt x="1987355" y="6493"/>
                  </a:lnTo>
                  <a:lnTo>
                    <a:pt x="1882427" y="5369"/>
                  </a:lnTo>
                  <a:lnTo>
                    <a:pt x="1772135" y="4353"/>
                  </a:lnTo>
                  <a:lnTo>
                    <a:pt x="1658381" y="3445"/>
                  </a:lnTo>
                  <a:lnTo>
                    <a:pt x="1543882" y="2647"/>
                  </a:lnTo>
                  <a:lnTo>
                    <a:pt x="1432103" y="1959"/>
                  </a:lnTo>
                  <a:lnTo>
                    <a:pt x="1327011" y="1385"/>
                  </a:lnTo>
                  <a:lnTo>
                    <a:pt x="1232650" y="923"/>
                  </a:lnTo>
                  <a:lnTo>
                    <a:pt x="1152572" y="571"/>
                  </a:lnTo>
                  <a:lnTo>
                    <a:pt x="1089247" y="319"/>
                  </a:lnTo>
                  <a:lnTo>
                    <a:pt x="1043593" y="153"/>
                  </a:lnTo>
                  <a:lnTo>
                    <a:pt x="1014736" y="58"/>
                  </a:lnTo>
                  <a:lnTo>
                    <a:pt x="1000037" y="14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8" name="pg347"/>
            <p:cNvSpPr/>
            <p:nvPr/>
          </p:nvSpPr>
          <p:spPr>
            <a:xfrm>
              <a:off x="1199187" y="1545822"/>
              <a:ext cx="12049831" cy="1959997"/>
            </a:xfrm>
            <a:custGeom>
              <a:avLst/>
              <a:pathLst>
                <a:path w="12049831" h="1959997">
                  <a:moveTo>
                    <a:pt x="0" y="20962"/>
                  </a:moveTo>
                  <a:lnTo>
                    <a:pt x="994940" y="20962"/>
                  </a:lnTo>
                  <a:lnTo>
                    <a:pt x="996076" y="20965"/>
                  </a:lnTo>
                  <a:lnTo>
                    <a:pt x="1003574" y="20986"/>
                  </a:lnTo>
                  <a:lnTo>
                    <a:pt x="1022576" y="21046"/>
                  </a:lnTo>
                  <a:lnTo>
                    <a:pt x="1056797" y="21162"/>
                  </a:lnTo>
                  <a:lnTo>
                    <a:pt x="1108307" y="21354"/>
                  </a:lnTo>
                  <a:lnTo>
                    <a:pt x="1177376" y="21639"/>
                  </a:lnTo>
                  <a:lnTo>
                    <a:pt x="1262531" y="22027"/>
                  </a:lnTo>
                  <a:lnTo>
                    <a:pt x="1360882" y="22525"/>
                  </a:lnTo>
                  <a:lnTo>
                    <a:pt x="1468648" y="23137"/>
                  </a:lnTo>
                  <a:lnTo>
                    <a:pt x="1581751" y="23862"/>
                  </a:lnTo>
                  <a:lnTo>
                    <a:pt x="1696353" y="24697"/>
                  </a:lnTo>
                  <a:lnTo>
                    <a:pt x="1809220" y="25641"/>
                  </a:lnTo>
                  <a:lnTo>
                    <a:pt x="1917904" y="26692"/>
                  </a:lnTo>
                  <a:lnTo>
                    <a:pt x="2020766" y="27854"/>
                  </a:lnTo>
                  <a:lnTo>
                    <a:pt x="2116891" y="29130"/>
                  </a:lnTo>
                  <a:lnTo>
                    <a:pt x="2205952" y="30531"/>
                  </a:lnTo>
                  <a:lnTo>
                    <a:pt x="2288062" y="32069"/>
                  </a:lnTo>
                  <a:lnTo>
                    <a:pt x="2363639" y="33759"/>
                  </a:lnTo>
                  <a:lnTo>
                    <a:pt x="2433297" y="35620"/>
                  </a:lnTo>
                  <a:lnTo>
                    <a:pt x="2497763" y="37673"/>
                  </a:lnTo>
                  <a:lnTo>
                    <a:pt x="2557812" y="39939"/>
                  </a:lnTo>
                  <a:lnTo>
                    <a:pt x="2614219" y="42439"/>
                  </a:lnTo>
                  <a:lnTo>
                    <a:pt x="2667722" y="45187"/>
                  </a:lnTo>
                  <a:lnTo>
                    <a:pt x="2702183" y="47165"/>
                  </a:lnTo>
                  <a:lnTo>
                    <a:pt x="2763705" y="51112"/>
                  </a:lnTo>
                  <a:lnTo>
                    <a:pt x="2823311" y="55455"/>
                  </a:lnTo>
                  <a:lnTo>
                    <a:pt x="2881713" y="60200"/>
                  </a:lnTo>
                  <a:lnTo>
                    <a:pt x="2939435" y="65340"/>
                  </a:lnTo>
                  <a:lnTo>
                    <a:pt x="2996847" y="70852"/>
                  </a:lnTo>
                  <a:lnTo>
                    <a:pt x="3054192" y="76701"/>
                  </a:lnTo>
                  <a:lnTo>
                    <a:pt x="3111605" y="82832"/>
                  </a:lnTo>
                  <a:lnTo>
                    <a:pt x="3169133" y="89181"/>
                  </a:lnTo>
                  <a:lnTo>
                    <a:pt x="3226761" y="95668"/>
                  </a:lnTo>
                  <a:lnTo>
                    <a:pt x="3284433" y="102208"/>
                  </a:lnTo>
                  <a:lnTo>
                    <a:pt x="3342075" y="108712"/>
                  </a:lnTo>
                  <a:lnTo>
                    <a:pt x="3399625" y="115093"/>
                  </a:lnTo>
                  <a:lnTo>
                    <a:pt x="3457059" y="121273"/>
                  </a:lnTo>
                  <a:lnTo>
                    <a:pt x="3514409" y="127181"/>
                  </a:lnTo>
                  <a:lnTo>
                    <a:pt x="3571793" y="132762"/>
                  </a:lnTo>
                  <a:lnTo>
                    <a:pt x="3629431" y="137976"/>
                  </a:lnTo>
                  <a:lnTo>
                    <a:pt x="3687665" y="142798"/>
                  </a:lnTo>
                  <a:lnTo>
                    <a:pt x="3746988" y="147219"/>
                  </a:lnTo>
                  <a:lnTo>
                    <a:pt x="3808071" y="151242"/>
                  </a:lnTo>
                  <a:lnTo>
                    <a:pt x="3820202" y="151978"/>
                  </a:lnTo>
                  <a:lnTo>
                    <a:pt x="3872134" y="154896"/>
                  </a:lnTo>
                  <a:lnTo>
                    <a:pt x="3926523" y="157561"/>
                  </a:lnTo>
                  <a:lnTo>
                    <a:pt x="3984054" y="159981"/>
                  </a:lnTo>
                  <a:lnTo>
                    <a:pt x="4045482" y="162174"/>
                  </a:lnTo>
                  <a:lnTo>
                    <a:pt x="4111586" y="164161"/>
                  </a:lnTo>
                  <a:lnTo>
                    <a:pt x="4183131" y="165963"/>
                  </a:lnTo>
                  <a:lnTo>
                    <a:pt x="4260814" y="167600"/>
                  </a:lnTo>
                  <a:lnTo>
                    <a:pt x="4345196" y="169091"/>
                  </a:lnTo>
                  <a:lnTo>
                    <a:pt x="4436607" y="170450"/>
                  </a:lnTo>
                  <a:lnTo>
                    <a:pt x="4535030" y="171687"/>
                  </a:lnTo>
                  <a:lnTo>
                    <a:pt x="4639958" y="172812"/>
                  </a:lnTo>
                  <a:lnTo>
                    <a:pt x="4750250" y="173827"/>
                  </a:lnTo>
                  <a:lnTo>
                    <a:pt x="4864004" y="174735"/>
                  </a:lnTo>
                  <a:lnTo>
                    <a:pt x="4978503" y="175534"/>
                  </a:lnTo>
                  <a:lnTo>
                    <a:pt x="5090282" y="176221"/>
                  </a:lnTo>
                  <a:lnTo>
                    <a:pt x="5195374" y="176796"/>
                  </a:lnTo>
                  <a:lnTo>
                    <a:pt x="5289735" y="177257"/>
                  </a:lnTo>
                  <a:lnTo>
                    <a:pt x="5369813" y="177610"/>
                  </a:lnTo>
                  <a:lnTo>
                    <a:pt x="5433138" y="177862"/>
                  </a:lnTo>
                  <a:lnTo>
                    <a:pt x="5478792" y="178027"/>
                  </a:lnTo>
                  <a:lnTo>
                    <a:pt x="5507649" y="178123"/>
                  </a:lnTo>
                  <a:lnTo>
                    <a:pt x="5522348" y="178167"/>
                  </a:lnTo>
                  <a:lnTo>
                    <a:pt x="5527100" y="178180"/>
                  </a:lnTo>
                  <a:lnTo>
                    <a:pt x="5527445" y="178181"/>
                  </a:lnTo>
                  <a:lnTo>
                    <a:pt x="6522385" y="178181"/>
                  </a:lnTo>
                  <a:lnTo>
                    <a:pt x="6523497" y="178214"/>
                  </a:lnTo>
                  <a:lnTo>
                    <a:pt x="6530837" y="178451"/>
                  </a:lnTo>
                  <a:lnTo>
                    <a:pt x="6549448" y="179106"/>
                  </a:lnTo>
                  <a:lnTo>
                    <a:pt x="6582993" y="180397"/>
                  </a:lnTo>
                  <a:lnTo>
                    <a:pt x="6633540" y="182530"/>
                  </a:lnTo>
                  <a:lnTo>
                    <a:pt x="6701413" y="185683"/>
                  </a:lnTo>
                  <a:lnTo>
                    <a:pt x="6785234" y="189990"/>
                  </a:lnTo>
                  <a:lnTo>
                    <a:pt x="6882232" y="195530"/>
                  </a:lnTo>
                  <a:lnTo>
                    <a:pt x="6988739" y="202335"/>
                  </a:lnTo>
                  <a:lnTo>
                    <a:pt x="7100771" y="210400"/>
                  </a:lnTo>
                  <a:lnTo>
                    <a:pt x="7214539" y="219700"/>
                  </a:lnTo>
                  <a:lnTo>
                    <a:pt x="7326828" y="230212"/>
                  </a:lnTo>
                  <a:lnTo>
                    <a:pt x="7435174" y="241928"/>
                  </a:lnTo>
                  <a:lnTo>
                    <a:pt x="7537905" y="254869"/>
                  </a:lnTo>
                  <a:lnTo>
                    <a:pt x="7634062" y="269090"/>
                  </a:lnTo>
                  <a:lnTo>
                    <a:pt x="7723269" y="284685"/>
                  </a:lnTo>
                  <a:lnTo>
                    <a:pt x="7805595" y="301788"/>
                  </a:lnTo>
                  <a:lnTo>
                    <a:pt x="7881419" y="320568"/>
                  </a:lnTo>
                  <a:lnTo>
                    <a:pt x="7951323" y="341230"/>
                  </a:lnTo>
                  <a:lnTo>
                    <a:pt x="8016008" y="363999"/>
                  </a:lnTo>
                  <a:lnTo>
                    <a:pt x="8076226" y="389115"/>
                  </a:lnTo>
                  <a:lnTo>
                    <a:pt x="8132740" y="416806"/>
                  </a:lnTo>
                  <a:lnTo>
                    <a:pt x="8186278" y="447252"/>
                  </a:lnTo>
                  <a:lnTo>
                    <a:pt x="8229629" y="475150"/>
                  </a:lnTo>
                  <a:lnTo>
                    <a:pt x="8280831" y="511953"/>
                  </a:lnTo>
                  <a:lnTo>
                    <a:pt x="8330620" y="551828"/>
                  </a:lnTo>
                  <a:lnTo>
                    <a:pt x="8379432" y="594835"/>
                  </a:lnTo>
                  <a:lnTo>
                    <a:pt x="8427610" y="640967"/>
                  </a:lnTo>
                  <a:lnTo>
                    <a:pt x="8475414" y="690140"/>
                  </a:lnTo>
                  <a:lnTo>
                    <a:pt x="8523037" y="742192"/>
                  </a:lnTo>
                  <a:lnTo>
                    <a:pt x="8570613" y="796875"/>
                  </a:lnTo>
                  <a:lnTo>
                    <a:pt x="8618224" y="853859"/>
                  </a:lnTo>
                  <a:lnTo>
                    <a:pt x="8665910" y="912736"/>
                  </a:lnTo>
                  <a:lnTo>
                    <a:pt x="8713677" y="973030"/>
                  </a:lnTo>
                  <a:lnTo>
                    <a:pt x="8761503" y="1034211"/>
                  </a:lnTo>
                  <a:lnTo>
                    <a:pt x="8809353" y="1095719"/>
                  </a:lnTo>
                  <a:lnTo>
                    <a:pt x="8857185" y="1156977"/>
                  </a:lnTo>
                  <a:lnTo>
                    <a:pt x="8904961" y="1217422"/>
                  </a:lnTo>
                  <a:lnTo>
                    <a:pt x="8952658" y="1276517"/>
                  </a:lnTo>
                  <a:lnTo>
                    <a:pt x="9000277" y="1333781"/>
                  </a:lnTo>
                  <a:lnTo>
                    <a:pt x="9047854" y="1388794"/>
                  </a:lnTo>
                  <a:lnTo>
                    <a:pt x="9095465" y="1441215"/>
                  </a:lnTo>
                  <a:lnTo>
                    <a:pt x="9143235" y="1490786"/>
                  </a:lnTo>
                  <a:lnTo>
                    <a:pt x="9191349" y="1537332"/>
                  </a:lnTo>
                  <a:lnTo>
                    <a:pt x="9240058" y="1580760"/>
                  </a:lnTo>
                  <a:lnTo>
                    <a:pt x="9289693" y="1621054"/>
                  </a:lnTo>
                  <a:lnTo>
                    <a:pt x="9340675" y="1658263"/>
                  </a:lnTo>
                  <a:lnTo>
                    <a:pt x="9347647" y="1663027"/>
                  </a:lnTo>
                  <a:lnTo>
                    <a:pt x="9399189" y="1695866"/>
                  </a:lnTo>
                  <a:lnTo>
                    <a:pt x="9453146" y="1725873"/>
                  </a:lnTo>
                  <a:lnTo>
                    <a:pt x="9510189" y="1753148"/>
                  </a:lnTo>
                  <a:lnTo>
                    <a:pt x="9571054" y="1777882"/>
                  </a:lnTo>
                  <a:lnTo>
                    <a:pt x="9636505" y="1800307"/>
                  </a:lnTo>
                  <a:lnTo>
                    <a:pt x="9707290" y="1820660"/>
                  </a:lnTo>
                  <a:lnTo>
                    <a:pt x="9784095" y="1839166"/>
                  </a:lnTo>
                  <a:lnTo>
                    <a:pt x="9867477" y="1856023"/>
                  </a:lnTo>
                  <a:lnTo>
                    <a:pt x="9957774" y="1871396"/>
                  </a:lnTo>
                  <a:lnTo>
                    <a:pt x="10054994" y="1885412"/>
                  </a:lnTo>
                  <a:lnTo>
                    <a:pt x="10158682" y="1898159"/>
                  </a:lnTo>
                  <a:lnTo>
                    <a:pt x="10267774" y="1909686"/>
                  </a:lnTo>
                  <a:lnTo>
                    <a:pt x="10380476" y="1920010"/>
                  </a:lnTo>
                  <a:lnTo>
                    <a:pt x="10494203" y="1929119"/>
                  </a:lnTo>
                  <a:lnTo>
                    <a:pt x="10605631" y="1936989"/>
                  </a:lnTo>
                  <a:lnTo>
                    <a:pt x="10710915" y="1943596"/>
                  </a:lnTo>
                  <a:lnTo>
                    <a:pt x="10806082" y="1948940"/>
                  </a:lnTo>
                  <a:lnTo>
                    <a:pt x="10887565" y="1953060"/>
                  </a:lnTo>
                  <a:lnTo>
                    <a:pt x="10952782" y="1956044"/>
                  </a:lnTo>
                  <a:lnTo>
                    <a:pt x="11000609" y="1958033"/>
                  </a:lnTo>
                  <a:lnTo>
                    <a:pt x="11031643" y="1959210"/>
                  </a:lnTo>
                  <a:lnTo>
                    <a:pt x="11048215" y="1959785"/>
                  </a:lnTo>
                  <a:lnTo>
                    <a:pt x="11054218" y="1959977"/>
                  </a:lnTo>
                  <a:lnTo>
                    <a:pt x="11054891" y="1959997"/>
                  </a:lnTo>
                  <a:lnTo>
                    <a:pt x="12049831" y="1959997"/>
                  </a:lnTo>
                  <a:lnTo>
                    <a:pt x="12049831" y="1939034"/>
                  </a:lnTo>
                  <a:lnTo>
                    <a:pt x="11054891" y="1939034"/>
                  </a:lnTo>
                  <a:lnTo>
                    <a:pt x="11053779" y="1939001"/>
                  </a:lnTo>
                  <a:lnTo>
                    <a:pt x="11046439" y="1938764"/>
                  </a:lnTo>
                  <a:lnTo>
                    <a:pt x="11027828" y="1938109"/>
                  </a:lnTo>
                  <a:lnTo>
                    <a:pt x="10994284" y="1936819"/>
                  </a:lnTo>
                  <a:lnTo>
                    <a:pt x="10943736" y="1934685"/>
                  </a:lnTo>
                  <a:lnTo>
                    <a:pt x="10875864" y="1931532"/>
                  </a:lnTo>
                  <a:lnTo>
                    <a:pt x="10792043" y="1927225"/>
                  </a:lnTo>
                  <a:lnTo>
                    <a:pt x="10695045" y="1921685"/>
                  </a:lnTo>
                  <a:lnTo>
                    <a:pt x="10588537" y="1914880"/>
                  </a:lnTo>
                  <a:lnTo>
                    <a:pt x="10476506" y="1906816"/>
                  </a:lnTo>
                  <a:lnTo>
                    <a:pt x="10362737" y="1897515"/>
                  </a:lnTo>
                  <a:lnTo>
                    <a:pt x="10250449" y="1887003"/>
                  </a:lnTo>
                  <a:lnTo>
                    <a:pt x="10142102" y="1875287"/>
                  </a:lnTo>
                  <a:lnTo>
                    <a:pt x="10039371" y="1862346"/>
                  </a:lnTo>
                  <a:lnTo>
                    <a:pt x="9943215" y="1848126"/>
                  </a:lnTo>
                  <a:lnTo>
                    <a:pt x="9854008" y="1832530"/>
                  </a:lnTo>
                  <a:lnTo>
                    <a:pt x="9771682" y="1815428"/>
                  </a:lnTo>
                  <a:lnTo>
                    <a:pt x="9695858" y="1796647"/>
                  </a:lnTo>
                  <a:lnTo>
                    <a:pt x="9625953" y="1775985"/>
                  </a:lnTo>
                  <a:lnTo>
                    <a:pt x="9561269" y="1753216"/>
                  </a:lnTo>
                  <a:lnTo>
                    <a:pt x="9501051" y="1728100"/>
                  </a:lnTo>
                  <a:lnTo>
                    <a:pt x="9444537" y="1700409"/>
                  </a:lnTo>
                  <a:lnTo>
                    <a:pt x="9390999" y="1669964"/>
                  </a:lnTo>
                  <a:lnTo>
                    <a:pt x="9347647" y="1642065"/>
                  </a:lnTo>
                  <a:lnTo>
                    <a:pt x="9296445" y="1605262"/>
                  </a:lnTo>
                  <a:lnTo>
                    <a:pt x="9246657" y="1565387"/>
                  </a:lnTo>
                  <a:lnTo>
                    <a:pt x="9197845" y="1522380"/>
                  </a:lnTo>
                  <a:lnTo>
                    <a:pt x="9149667" y="1476248"/>
                  </a:lnTo>
                  <a:lnTo>
                    <a:pt x="9101862" y="1427075"/>
                  </a:lnTo>
                  <a:lnTo>
                    <a:pt x="9054239" y="1375023"/>
                  </a:lnTo>
                  <a:lnTo>
                    <a:pt x="9006663" y="1320340"/>
                  </a:lnTo>
                  <a:lnTo>
                    <a:pt x="8959052" y="1263356"/>
                  </a:lnTo>
                  <a:lnTo>
                    <a:pt x="8911366" y="1204479"/>
                  </a:lnTo>
                  <a:lnTo>
                    <a:pt x="8863600" y="1144186"/>
                  </a:lnTo>
                  <a:lnTo>
                    <a:pt x="8815774" y="1083004"/>
                  </a:lnTo>
                  <a:lnTo>
                    <a:pt x="8767924" y="1021496"/>
                  </a:lnTo>
                  <a:lnTo>
                    <a:pt x="8720092" y="960238"/>
                  </a:lnTo>
                  <a:lnTo>
                    <a:pt x="8672316" y="899794"/>
                  </a:lnTo>
                  <a:lnTo>
                    <a:pt x="8624619" y="840698"/>
                  </a:lnTo>
                  <a:lnTo>
                    <a:pt x="8576999" y="783434"/>
                  </a:lnTo>
                  <a:lnTo>
                    <a:pt x="8529422" y="728421"/>
                  </a:lnTo>
                  <a:lnTo>
                    <a:pt x="8481812" y="676000"/>
                  </a:lnTo>
                  <a:lnTo>
                    <a:pt x="8434042" y="626429"/>
                  </a:lnTo>
                  <a:lnTo>
                    <a:pt x="8385928" y="579883"/>
                  </a:lnTo>
                  <a:lnTo>
                    <a:pt x="8337218" y="536455"/>
                  </a:lnTo>
                  <a:lnTo>
                    <a:pt x="8287584" y="496161"/>
                  </a:lnTo>
                  <a:lnTo>
                    <a:pt x="8236601" y="458952"/>
                  </a:lnTo>
                  <a:lnTo>
                    <a:pt x="8229629" y="454188"/>
                  </a:lnTo>
                  <a:lnTo>
                    <a:pt x="8178087" y="421349"/>
                  </a:lnTo>
                  <a:lnTo>
                    <a:pt x="8124130" y="391342"/>
                  </a:lnTo>
                  <a:lnTo>
                    <a:pt x="8067087" y="364067"/>
                  </a:lnTo>
                  <a:lnTo>
                    <a:pt x="8006222" y="339333"/>
                  </a:lnTo>
                  <a:lnTo>
                    <a:pt x="7940772" y="316908"/>
                  </a:lnTo>
                  <a:lnTo>
                    <a:pt x="7869987" y="296555"/>
                  </a:lnTo>
                  <a:lnTo>
                    <a:pt x="7793182" y="278049"/>
                  </a:lnTo>
                  <a:lnTo>
                    <a:pt x="7709800" y="261192"/>
                  </a:lnTo>
                  <a:lnTo>
                    <a:pt x="7619503" y="245819"/>
                  </a:lnTo>
                  <a:lnTo>
                    <a:pt x="7522282" y="231803"/>
                  </a:lnTo>
                  <a:lnTo>
                    <a:pt x="7418594" y="219057"/>
                  </a:lnTo>
                  <a:lnTo>
                    <a:pt x="7309503" y="207529"/>
                  </a:lnTo>
                  <a:lnTo>
                    <a:pt x="7196801" y="197205"/>
                  </a:lnTo>
                  <a:lnTo>
                    <a:pt x="7083074" y="188096"/>
                  </a:lnTo>
                  <a:lnTo>
                    <a:pt x="6971645" y="180226"/>
                  </a:lnTo>
                  <a:lnTo>
                    <a:pt x="6866361" y="173619"/>
                  </a:lnTo>
                  <a:lnTo>
                    <a:pt x="6771195" y="168275"/>
                  </a:lnTo>
                  <a:lnTo>
                    <a:pt x="6689712" y="164155"/>
                  </a:lnTo>
                  <a:lnTo>
                    <a:pt x="6624495" y="161171"/>
                  </a:lnTo>
                  <a:lnTo>
                    <a:pt x="6576668" y="159182"/>
                  </a:lnTo>
                  <a:lnTo>
                    <a:pt x="6545634" y="158005"/>
                  </a:lnTo>
                  <a:lnTo>
                    <a:pt x="6529061" y="157430"/>
                  </a:lnTo>
                  <a:lnTo>
                    <a:pt x="6523059" y="157238"/>
                  </a:lnTo>
                  <a:lnTo>
                    <a:pt x="6522385" y="157219"/>
                  </a:lnTo>
                  <a:lnTo>
                    <a:pt x="5527445" y="157219"/>
                  </a:lnTo>
                  <a:lnTo>
                    <a:pt x="5526309" y="157216"/>
                  </a:lnTo>
                  <a:lnTo>
                    <a:pt x="5518811" y="157194"/>
                  </a:lnTo>
                  <a:lnTo>
                    <a:pt x="5499809" y="157135"/>
                  </a:lnTo>
                  <a:lnTo>
                    <a:pt x="5465588" y="157019"/>
                  </a:lnTo>
                  <a:lnTo>
                    <a:pt x="5414078" y="156826"/>
                  </a:lnTo>
                  <a:lnTo>
                    <a:pt x="5345009" y="156542"/>
                  </a:lnTo>
                  <a:lnTo>
                    <a:pt x="5259854" y="156154"/>
                  </a:lnTo>
                  <a:lnTo>
                    <a:pt x="5161503" y="155655"/>
                  </a:lnTo>
                  <a:lnTo>
                    <a:pt x="5053737" y="155043"/>
                  </a:lnTo>
                  <a:lnTo>
                    <a:pt x="4940634" y="154319"/>
                  </a:lnTo>
                  <a:lnTo>
                    <a:pt x="4826032" y="153483"/>
                  </a:lnTo>
                  <a:lnTo>
                    <a:pt x="4713165" y="152540"/>
                  </a:lnTo>
                  <a:lnTo>
                    <a:pt x="4604481" y="151488"/>
                  </a:lnTo>
                  <a:lnTo>
                    <a:pt x="4501619" y="150327"/>
                  </a:lnTo>
                  <a:lnTo>
                    <a:pt x="4405494" y="149050"/>
                  </a:lnTo>
                  <a:lnTo>
                    <a:pt x="4316433" y="147649"/>
                  </a:lnTo>
                  <a:lnTo>
                    <a:pt x="4234323" y="146112"/>
                  </a:lnTo>
                  <a:lnTo>
                    <a:pt x="4158746" y="144421"/>
                  </a:lnTo>
                  <a:lnTo>
                    <a:pt x="4089088" y="142560"/>
                  </a:lnTo>
                  <a:lnTo>
                    <a:pt x="4024622" y="140507"/>
                  </a:lnTo>
                  <a:lnTo>
                    <a:pt x="3964573" y="138241"/>
                  </a:lnTo>
                  <a:lnTo>
                    <a:pt x="3908166" y="135742"/>
                  </a:lnTo>
                  <a:lnTo>
                    <a:pt x="3854663" y="132994"/>
                  </a:lnTo>
                  <a:lnTo>
                    <a:pt x="3820202" y="131015"/>
                  </a:lnTo>
                  <a:lnTo>
                    <a:pt x="3758680" y="127068"/>
                  </a:lnTo>
                  <a:lnTo>
                    <a:pt x="3699074" y="122725"/>
                  </a:lnTo>
                  <a:lnTo>
                    <a:pt x="3640672" y="117980"/>
                  </a:lnTo>
                  <a:lnTo>
                    <a:pt x="3582950" y="112841"/>
                  </a:lnTo>
                  <a:lnTo>
                    <a:pt x="3525538" y="107328"/>
                  </a:lnTo>
                  <a:lnTo>
                    <a:pt x="3468193" y="101480"/>
                  </a:lnTo>
                  <a:lnTo>
                    <a:pt x="3410780" y="95348"/>
                  </a:lnTo>
                  <a:lnTo>
                    <a:pt x="3353252" y="89000"/>
                  </a:lnTo>
                  <a:lnTo>
                    <a:pt x="3295624" y="82513"/>
                  </a:lnTo>
                  <a:lnTo>
                    <a:pt x="3237952" y="75973"/>
                  </a:lnTo>
                  <a:lnTo>
                    <a:pt x="3180310" y="69469"/>
                  </a:lnTo>
                  <a:lnTo>
                    <a:pt x="3122760" y="63087"/>
                  </a:lnTo>
                  <a:lnTo>
                    <a:pt x="3065326" y="56908"/>
                  </a:lnTo>
                  <a:lnTo>
                    <a:pt x="3007976" y="51000"/>
                  </a:lnTo>
                  <a:lnTo>
                    <a:pt x="2950592" y="45419"/>
                  </a:lnTo>
                  <a:lnTo>
                    <a:pt x="2892954" y="40205"/>
                  </a:lnTo>
                  <a:lnTo>
                    <a:pt x="2834720" y="35382"/>
                  </a:lnTo>
                  <a:lnTo>
                    <a:pt x="2775397" y="30961"/>
                  </a:lnTo>
                  <a:lnTo>
                    <a:pt x="2714314" y="26938"/>
                  </a:lnTo>
                  <a:lnTo>
                    <a:pt x="2702183" y="26203"/>
                  </a:lnTo>
                  <a:lnTo>
                    <a:pt x="2650251" y="23285"/>
                  </a:lnTo>
                  <a:lnTo>
                    <a:pt x="2595862" y="20620"/>
                  </a:lnTo>
                  <a:lnTo>
                    <a:pt x="2538331" y="18200"/>
                  </a:lnTo>
                  <a:lnTo>
                    <a:pt x="2476903" y="16007"/>
                  </a:lnTo>
                  <a:lnTo>
                    <a:pt x="2410799" y="14020"/>
                  </a:lnTo>
                  <a:lnTo>
                    <a:pt x="2339254" y="12218"/>
                  </a:lnTo>
                  <a:lnTo>
                    <a:pt x="2261571" y="10580"/>
                  </a:lnTo>
                  <a:lnTo>
                    <a:pt x="2177189" y="9090"/>
                  </a:lnTo>
                  <a:lnTo>
                    <a:pt x="2085778" y="7731"/>
                  </a:lnTo>
                  <a:lnTo>
                    <a:pt x="1987355" y="6493"/>
                  </a:lnTo>
                  <a:lnTo>
                    <a:pt x="1882427" y="5369"/>
                  </a:lnTo>
                  <a:lnTo>
                    <a:pt x="1772135" y="4353"/>
                  </a:lnTo>
                  <a:lnTo>
                    <a:pt x="1658381" y="3445"/>
                  </a:lnTo>
                  <a:lnTo>
                    <a:pt x="1543882" y="2647"/>
                  </a:lnTo>
                  <a:lnTo>
                    <a:pt x="1432103" y="1959"/>
                  </a:lnTo>
                  <a:lnTo>
                    <a:pt x="1327011" y="1385"/>
                  </a:lnTo>
                  <a:lnTo>
                    <a:pt x="1232650" y="923"/>
                  </a:lnTo>
                  <a:lnTo>
                    <a:pt x="1152572" y="571"/>
                  </a:lnTo>
                  <a:lnTo>
                    <a:pt x="1089247" y="319"/>
                  </a:lnTo>
                  <a:lnTo>
                    <a:pt x="1043593" y="153"/>
                  </a:lnTo>
                  <a:lnTo>
                    <a:pt x="1014736" y="58"/>
                  </a:lnTo>
                  <a:lnTo>
                    <a:pt x="1000037" y="14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49" name="pl348"/>
            <p:cNvSpPr/>
            <p:nvPr/>
          </p:nvSpPr>
          <p:spPr>
            <a:xfrm>
              <a:off x="1199187" y="1566785"/>
              <a:ext cx="12049831" cy="1939034"/>
            </a:xfrm>
            <a:custGeom>
              <a:avLst/>
              <a:pathLst>
                <a:path w="12049831" h="1939034">
                  <a:moveTo>
                    <a:pt x="0" y="0"/>
                  </a:moveTo>
                  <a:lnTo>
                    <a:pt x="994940" y="0"/>
                  </a:lnTo>
                  <a:lnTo>
                    <a:pt x="996076" y="3"/>
                  </a:lnTo>
                  <a:lnTo>
                    <a:pt x="1003574" y="24"/>
                  </a:lnTo>
                  <a:lnTo>
                    <a:pt x="1022576" y="83"/>
                  </a:lnTo>
                  <a:lnTo>
                    <a:pt x="1056797" y="199"/>
                  </a:lnTo>
                  <a:lnTo>
                    <a:pt x="1108307" y="392"/>
                  </a:lnTo>
                  <a:lnTo>
                    <a:pt x="1177376" y="676"/>
                  </a:lnTo>
                  <a:lnTo>
                    <a:pt x="1262531" y="1064"/>
                  </a:lnTo>
                  <a:lnTo>
                    <a:pt x="1360882" y="1563"/>
                  </a:lnTo>
                  <a:lnTo>
                    <a:pt x="1468648" y="2175"/>
                  </a:lnTo>
                  <a:lnTo>
                    <a:pt x="1581751" y="2899"/>
                  </a:lnTo>
                  <a:lnTo>
                    <a:pt x="1696353" y="3735"/>
                  </a:lnTo>
                  <a:lnTo>
                    <a:pt x="1809220" y="4678"/>
                  </a:lnTo>
                  <a:lnTo>
                    <a:pt x="1917904" y="5730"/>
                  </a:lnTo>
                  <a:lnTo>
                    <a:pt x="2020766" y="6891"/>
                  </a:lnTo>
                  <a:lnTo>
                    <a:pt x="2116891" y="8168"/>
                  </a:lnTo>
                  <a:lnTo>
                    <a:pt x="2205952" y="9569"/>
                  </a:lnTo>
                  <a:lnTo>
                    <a:pt x="2288062" y="11106"/>
                  </a:lnTo>
                  <a:lnTo>
                    <a:pt x="2363639" y="12797"/>
                  </a:lnTo>
                  <a:lnTo>
                    <a:pt x="2433297" y="14658"/>
                  </a:lnTo>
                  <a:lnTo>
                    <a:pt x="2497763" y="16711"/>
                  </a:lnTo>
                  <a:lnTo>
                    <a:pt x="2557812" y="18977"/>
                  </a:lnTo>
                  <a:lnTo>
                    <a:pt x="2614219" y="21476"/>
                  </a:lnTo>
                  <a:lnTo>
                    <a:pt x="2667722" y="24225"/>
                  </a:lnTo>
                  <a:lnTo>
                    <a:pt x="2702183" y="26203"/>
                  </a:lnTo>
                  <a:lnTo>
                    <a:pt x="2763705" y="30150"/>
                  </a:lnTo>
                  <a:lnTo>
                    <a:pt x="2823311" y="34493"/>
                  </a:lnTo>
                  <a:lnTo>
                    <a:pt x="2881713" y="39238"/>
                  </a:lnTo>
                  <a:lnTo>
                    <a:pt x="2939435" y="44377"/>
                  </a:lnTo>
                  <a:lnTo>
                    <a:pt x="2996847" y="49890"/>
                  </a:lnTo>
                  <a:lnTo>
                    <a:pt x="3054192" y="55738"/>
                  </a:lnTo>
                  <a:lnTo>
                    <a:pt x="3111605" y="61870"/>
                  </a:lnTo>
                  <a:lnTo>
                    <a:pt x="3169133" y="68218"/>
                  </a:lnTo>
                  <a:lnTo>
                    <a:pt x="3226761" y="74705"/>
                  </a:lnTo>
                  <a:lnTo>
                    <a:pt x="3284433" y="81245"/>
                  </a:lnTo>
                  <a:lnTo>
                    <a:pt x="3342075" y="87749"/>
                  </a:lnTo>
                  <a:lnTo>
                    <a:pt x="3399625" y="94131"/>
                  </a:lnTo>
                  <a:lnTo>
                    <a:pt x="3457059" y="100310"/>
                  </a:lnTo>
                  <a:lnTo>
                    <a:pt x="3514409" y="106218"/>
                  </a:lnTo>
                  <a:lnTo>
                    <a:pt x="3571793" y="111799"/>
                  </a:lnTo>
                  <a:lnTo>
                    <a:pt x="3629431" y="117014"/>
                  </a:lnTo>
                  <a:lnTo>
                    <a:pt x="3687665" y="121836"/>
                  </a:lnTo>
                  <a:lnTo>
                    <a:pt x="3746988" y="126257"/>
                  </a:lnTo>
                  <a:lnTo>
                    <a:pt x="3808071" y="130280"/>
                  </a:lnTo>
                  <a:lnTo>
                    <a:pt x="3820202" y="131015"/>
                  </a:lnTo>
                  <a:lnTo>
                    <a:pt x="3872134" y="133933"/>
                  </a:lnTo>
                  <a:lnTo>
                    <a:pt x="3926523" y="136598"/>
                  </a:lnTo>
                  <a:lnTo>
                    <a:pt x="3984054" y="139018"/>
                  </a:lnTo>
                  <a:lnTo>
                    <a:pt x="4045482" y="141211"/>
                  </a:lnTo>
                  <a:lnTo>
                    <a:pt x="4111586" y="143198"/>
                  </a:lnTo>
                  <a:lnTo>
                    <a:pt x="4183131" y="145000"/>
                  </a:lnTo>
                  <a:lnTo>
                    <a:pt x="4260814" y="146638"/>
                  </a:lnTo>
                  <a:lnTo>
                    <a:pt x="4345196" y="148128"/>
                  </a:lnTo>
                  <a:lnTo>
                    <a:pt x="4436607" y="149487"/>
                  </a:lnTo>
                  <a:lnTo>
                    <a:pt x="4535030" y="150725"/>
                  </a:lnTo>
                  <a:lnTo>
                    <a:pt x="4639958" y="151849"/>
                  </a:lnTo>
                  <a:lnTo>
                    <a:pt x="4750250" y="152865"/>
                  </a:lnTo>
                  <a:lnTo>
                    <a:pt x="4864004" y="153773"/>
                  </a:lnTo>
                  <a:lnTo>
                    <a:pt x="4978503" y="154571"/>
                  </a:lnTo>
                  <a:lnTo>
                    <a:pt x="5090282" y="155259"/>
                  </a:lnTo>
                  <a:lnTo>
                    <a:pt x="5195374" y="155833"/>
                  </a:lnTo>
                  <a:lnTo>
                    <a:pt x="5289735" y="156295"/>
                  </a:lnTo>
                  <a:lnTo>
                    <a:pt x="5369813" y="156647"/>
                  </a:lnTo>
                  <a:lnTo>
                    <a:pt x="5433138" y="156899"/>
                  </a:lnTo>
                  <a:lnTo>
                    <a:pt x="5478792" y="157065"/>
                  </a:lnTo>
                  <a:lnTo>
                    <a:pt x="5507649" y="157160"/>
                  </a:lnTo>
                  <a:lnTo>
                    <a:pt x="5522348" y="157204"/>
                  </a:lnTo>
                  <a:lnTo>
                    <a:pt x="5527100" y="157218"/>
                  </a:lnTo>
                  <a:lnTo>
                    <a:pt x="5527445" y="157219"/>
                  </a:lnTo>
                  <a:lnTo>
                    <a:pt x="6522385" y="157219"/>
                  </a:lnTo>
                  <a:lnTo>
                    <a:pt x="6523497" y="157252"/>
                  </a:lnTo>
                  <a:lnTo>
                    <a:pt x="6530837" y="157489"/>
                  </a:lnTo>
                  <a:lnTo>
                    <a:pt x="6549448" y="158144"/>
                  </a:lnTo>
                  <a:lnTo>
                    <a:pt x="6582993" y="159434"/>
                  </a:lnTo>
                  <a:lnTo>
                    <a:pt x="6633540" y="161567"/>
                  </a:lnTo>
                  <a:lnTo>
                    <a:pt x="6701413" y="164721"/>
                  </a:lnTo>
                  <a:lnTo>
                    <a:pt x="6785234" y="169027"/>
                  </a:lnTo>
                  <a:lnTo>
                    <a:pt x="6882232" y="174567"/>
                  </a:lnTo>
                  <a:lnTo>
                    <a:pt x="6988739" y="181372"/>
                  </a:lnTo>
                  <a:lnTo>
                    <a:pt x="7100771" y="189437"/>
                  </a:lnTo>
                  <a:lnTo>
                    <a:pt x="7214539" y="198737"/>
                  </a:lnTo>
                  <a:lnTo>
                    <a:pt x="7326828" y="209249"/>
                  </a:lnTo>
                  <a:lnTo>
                    <a:pt x="7435174" y="220966"/>
                  </a:lnTo>
                  <a:lnTo>
                    <a:pt x="7537905" y="233906"/>
                  </a:lnTo>
                  <a:lnTo>
                    <a:pt x="7634062" y="248127"/>
                  </a:lnTo>
                  <a:lnTo>
                    <a:pt x="7723269" y="263722"/>
                  </a:lnTo>
                  <a:lnTo>
                    <a:pt x="7805595" y="280825"/>
                  </a:lnTo>
                  <a:lnTo>
                    <a:pt x="7881419" y="299606"/>
                  </a:lnTo>
                  <a:lnTo>
                    <a:pt x="7951323" y="320267"/>
                  </a:lnTo>
                  <a:lnTo>
                    <a:pt x="8016008" y="343037"/>
                  </a:lnTo>
                  <a:lnTo>
                    <a:pt x="8076226" y="368153"/>
                  </a:lnTo>
                  <a:lnTo>
                    <a:pt x="8132740" y="395843"/>
                  </a:lnTo>
                  <a:lnTo>
                    <a:pt x="8186278" y="426289"/>
                  </a:lnTo>
                  <a:lnTo>
                    <a:pt x="8229629" y="454188"/>
                  </a:lnTo>
                  <a:lnTo>
                    <a:pt x="8280831" y="490991"/>
                  </a:lnTo>
                  <a:lnTo>
                    <a:pt x="8330620" y="530866"/>
                  </a:lnTo>
                  <a:lnTo>
                    <a:pt x="8379432" y="573873"/>
                  </a:lnTo>
                  <a:lnTo>
                    <a:pt x="8427610" y="620004"/>
                  </a:lnTo>
                  <a:lnTo>
                    <a:pt x="8475414" y="669178"/>
                  </a:lnTo>
                  <a:lnTo>
                    <a:pt x="8523037" y="721229"/>
                  </a:lnTo>
                  <a:lnTo>
                    <a:pt x="8570613" y="775913"/>
                  </a:lnTo>
                  <a:lnTo>
                    <a:pt x="8618224" y="832897"/>
                  </a:lnTo>
                  <a:lnTo>
                    <a:pt x="8665910" y="891774"/>
                  </a:lnTo>
                  <a:lnTo>
                    <a:pt x="8713677" y="952067"/>
                  </a:lnTo>
                  <a:lnTo>
                    <a:pt x="8761503" y="1013249"/>
                  </a:lnTo>
                  <a:lnTo>
                    <a:pt x="8809353" y="1074756"/>
                  </a:lnTo>
                  <a:lnTo>
                    <a:pt x="8857185" y="1136015"/>
                  </a:lnTo>
                  <a:lnTo>
                    <a:pt x="8904961" y="1196459"/>
                  </a:lnTo>
                  <a:lnTo>
                    <a:pt x="8952658" y="1255555"/>
                  </a:lnTo>
                  <a:lnTo>
                    <a:pt x="9000277" y="1312818"/>
                  </a:lnTo>
                  <a:lnTo>
                    <a:pt x="9047854" y="1367831"/>
                  </a:lnTo>
                  <a:lnTo>
                    <a:pt x="9095465" y="1420253"/>
                  </a:lnTo>
                  <a:lnTo>
                    <a:pt x="9143235" y="1469824"/>
                  </a:lnTo>
                  <a:lnTo>
                    <a:pt x="9191349" y="1516370"/>
                  </a:lnTo>
                  <a:lnTo>
                    <a:pt x="9240058" y="1559798"/>
                  </a:lnTo>
                  <a:lnTo>
                    <a:pt x="9289693" y="1600091"/>
                  </a:lnTo>
                  <a:lnTo>
                    <a:pt x="9340675" y="1637301"/>
                  </a:lnTo>
                  <a:lnTo>
                    <a:pt x="9347647" y="1642065"/>
                  </a:lnTo>
                  <a:lnTo>
                    <a:pt x="9399189" y="1674904"/>
                  </a:lnTo>
                  <a:lnTo>
                    <a:pt x="9453146" y="1704910"/>
                  </a:lnTo>
                  <a:lnTo>
                    <a:pt x="9510189" y="1732185"/>
                  </a:lnTo>
                  <a:lnTo>
                    <a:pt x="9571054" y="1756920"/>
                  </a:lnTo>
                  <a:lnTo>
                    <a:pt x="9636505" y="1779344"/>
                  </a:lnTo>
                  <a:lnTo>
                    <a:pt x="9707290" y="1799698"/>
                  </a:lnTo>
                  <a:lnTo>
                    <a:pt x="9784095" y="1818204"/>
                  </a:lnTo>
                  <a:lnTo>
                    <a:pt x="9867477" y="1835061"/>
                  </a:lnTo>
                  <a:lnTo>
                    <a:pt x="9957774" y="1850434"/>
                  </a:lnTo>
                  <a:lnTo>
                    <a:pt x="10054994" y="1864449"/>
                  </a:lnTo>
                  <a:lnTo>
                    <a:pt x="10158682" y="1877196"/>
                  </a:lnTo>
                  <a:lnTo>
                    <a:pt x="10267774" y="1888724"/>
                  </a:lnTo>
                  <a:lnTo>
                    <a:pt x="10380476" y="1899048"/>
                  </a:lnTo>
                  <a:lnTo>
                    <a:pt x="10494203" y="1908157"/>
                  </a:lnTo>
                  <a:lnTo>
                    <a:pt x="10605631" y="1916026"/>
                  </a:lnTo>
                  <a:lnTo>
                    <a:pt x="10710915" y="1922633"/>
                  </a:lnTo>
                  <a:lnTo>
                    <a:pt x="10806082" y="1927977"/>
                  </a:lnTo>
                  <a:lnTo>
                    <a:pt x="10887565" y="1932097"/>
                  </a:lnTo>
                  <a:lnTo>
                    <a:pt x="10952782" y="1935082"/>
                  </a:lnTo>
                  <a:lnTo>
                    <a:pt x="11000609" y="1937071"/>
                  </a:lnTo>
                  <a:lnTo>
                    <a:pt x="11031643" y="1938248"/>
                  </a:lnTo>
                  <a:lnTo>
                    <a:pt x="11048215" y="1938823"/>
                  </a:lnTo>
                  <a:lnTo>
                    <a:pt x="11054218" y="1939014"/>
                  </a:lnTo>
                  <a:lnTo>
                    <a:pt x="11054891" y="1939034"/>
                  </a:lnTo>
                  <a:lnTo>
                    <a:pt x="12049831" y="1939034"/>
                  </a:lnTo>
                  <a:lnTo>
                    <a:pt x="12049831" y="19390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0" name="pl349"/>
            <p:cNvSpPr/>
            <p:nvPr/>
          </p:nvSpPr>
          <p:spPr>
            <a:xfrm>
              <a:off x="1199187" y="1545822"/>
              <a:ext cx="12049831" cy="1939034"/>
            </a:xfrm>
            <a:custGeom>
              <a:avLst/>
              <a:pathLst>
                <a:path w="12049831" h="1939034">
                  <a:moveTo>
                    <a:pt x="12049831" y="1939034"/>
                  </a:moveTo>
                  <a:lnTo>
                    <a:pt x="11054891" y="1939034"/>
                  </a:lnTo>
                  <a:lnTo>
                    <a:pt x="11053779" y="1939001"/>
                  </a:lnTo>
                  <a:lnTo>
                    <a:pt x="11046439" y="1938764"/>
                  </a:lnTo>
                  <a:lnTo>
                    <a:pt x="11027828" y="1938109"/>
                  </a:lnTo>
                  <a:lnTo>
                    <a:pt x="10994284" y="1936819"/>
                  </a:lnTo>
                  <a:lnTo>
                    <a:pt x="10943736" y="1934685"/>
                  </a:lnTo>
                  <a:lnTo>
                    <a:pt x="10875864" y="1931532"/>
                  </a:lnTo>
                  <a:lnTo>
                    <a:pt x="10792043" y="1927225"/>
                  </a:lnTo>
                  <a:lnTo>
                    <a:pt x="10695045" y="1921685"/>
                  </a:lnTo>
                  <a:lnTo>
                    <a:pt x="10588537" y="1914880"/>
                  </a:lnTo>
                  <a:lnTo>
                    <a:pt x="10476506" y="1906816"/>
                  </a:lnTo>
                  <a:lnTo>
                    <a:pt x="10362737" y="1897515"/>
                  </a:lnTo>
                  <a:lnTo>
                    <a:pt x="10250449" y="1887003"/>
                  </a:lnTo>
                  <a:lnTo>
                    <a:pt x="10142102" y="1875287"/>
                  </a:lnTo>
                  <a:lnTo>
                    <a:pt x="10039371" y="1862346"/>
                  </a:lnTo>
                  <a:lnTo>
                    <a:pt x="9943215" y="1848126"/>
                  </a:lnTo>
                  <a:lnTo>
                    <a:pt x="9854008" y="1832530"/>
                  </a:lnTo>
                  <a:lnTo>
                    <a:pt x="9771682" y="1815428"/>
                  </a:lnTo>
                  <a:lnTo>
                    <a:pt x="9695858" y="1796647"/>
                  </a:lnTo>
                  <a:lnTo>
                    <a:pt x="9625953" y="1775985"/>
                  </a:lnTo>
                  <a:lnTo>
                    <a:pt x="9561269" y="1753216"/>
                  </a:lnTo>
                  <a:lnTo>
                    <a:pt x="9501051" y="1728100"/>
                  </a:lnTo>
                  <a:lnTo>
                    <a:pt x="9444537" y="1700409"/>
                  </a:lnTo>
                  <a:lnTo>
                    <a:pt x="9390999" y="1669964"/>
                  </a:lnTo>
                  <a:lnTo>
                    <a:pt x="9347647" y="1642065"/>
                  </a:lnTo>
                  <a:lnTo>
                    <a:pt x="9296445" y="1605262"/>
                  </a:lnTo>
                  <a:lnTo>
                    <a:pt x="9246657" y="1565387"/>
                  </a:lnTo>
                  <a:lnTo>
                    <a:pt x="9197845" y="1522380"/>
                  </a:lnTo>
                  <a:lnTo>
                    <a:pt x="9149667" y="1476248"/>
                  </a:lnTo>
                  <a:lnTo>
                    <a:pt x="9101862" y="1427075"/>
                  </a:lnTo>
                  <a:lnTo>
                    <a:pt x="9054239" y="1375023"/>
                  </a:lnTo>
                  <a:lnTo>
                    <a:pt x="9006663" y="1320340"/>
                  </a:lnTo>
                  <a:lnTo>
                    <a:pt x="8959052" y="1263356"/>
                  </a:lnTo>
                  <a:lnTo>
                    <a:pt x="8911366" y="1204479"/>
                  </a:lnTo>
                  <a:lnTo>
                    <a:pt x="8863600" y="1144186"/>
                  </a:lnTo>
                  <a:lnTo>
                    <a:pt x="8815774" y="1083004"/>
                  </a:lnTo>
                  <a:lnTo>
                    <a:pt x="8767924" y="1021496"/>
                  </a:lnTo>
                  <a:lnTo>
                    <a:pt x="8720092" y="960238"/>
                  </a:lnTo>
                  <a:lnTo>
                    <a:pt x="8672316" y="899794"/>
                  </a:lnTo>
                  <a:lnTo>
                    <a:pt x="8624619" y="840698"/>
                  </a:lnTo>
                  <a:lnTo>
                    <a:pt x="8576999" y="783434"/>
                  </a:lnTo>
                  <a:lnTo>
                    <a:pt x="8529422" y="728421"/>
                  </a:lnTo>
                  <a:lnTo>
                    <a:pt x="8481812" y="676000"/>
                  </a:lnTo>
                  <a:lnTo>
                    <a:pt x="8434042" y="626429"/>
                  </a:lnTo>
                  <a:lnTo>
                    <a:pt x="8385928" y="579883"/>
                  </a:lnTo>
                  <a:lnTo>
                    <a:pt x="8337218" y="536455"/>
                  </a:lnTo>
                  <a:lnTo>
                    <a:pt x="8287584" y="496161"/>
                  </a:lnTo>
                  <a:lnTo>
                    <a:pt x="8236601" y="458952"/>
                  </a:lnTo>
                  <a:lnTo>
                    <a:pt x="8229629" y="454188"/>
                  </a:lnTo>
                  <a:lnTo>
                    <a:pt x="8178087" y="421349"/>
                  </a:lnTo>
                  <a:lnTo>
                    <a:pt x="8124130" y="391342"/>
                  </a:lnTo>
                  <a:lnTo>
                    <a:pt x="8067087" y="364067"/>
                  </a:lnTo>
                  <a:lnTo>
                    <a:pt x="8006222" y="339333"/>
                  </a:lnTo>
                  <a:lnTo>
                    <a:pt x="7940772" y="316908"/>
                  </a:lnTo>
                  <a:lnTo>
                    <a:pt x="7869987" y="296555"/>
                  </a:lnTo>
                  <a:lnTo>
                    <a:pt x="7793182" y="278049"/>
                  </a:lnTo>
                  <a:lnTo>
                    <a:pt x="7709800" y="261192"/>
                  </a:lnTo>
                  <a:lnTo>
                    <a:pt x="7619503" y="245819"/>
                  </a:lnTo>
                  <a:lnTo>
                    <a:pt x="7522282" y="231803"/>
                  </a:lnTo>
                  <a:lnTo>
                    <a:pt x="7418594" y="219057"/>
                  </a:lnTo>
                  <a:lnTo>
                    <a:pt x="7309503" y="207529"/>
                  </a:lnTo>
                  <a:lnTo>
                    <a:pt x="7196801" y="197205"/>
                  </a:lnTo>
                  <a:lnTo>
                    <a:pt x="7083074" y="188096"/>
                  </a:lnTo>
                  <a:lnTo>
                    <a:pt x="6971645" y="180226"/>
                  </a:lnTo>
                  <a:lnTo>
                    <a:pt x="6866361" y="173619"/>
                  </a:lnTo>
                  <a:lnTo>
                    <a:pt x="6771195" y="168275"/>
                  </a:lnTo>
                  <a:lnTo>
                    <a:pt x="6689712" y="164155"/>
                  </a:lnTo>
                  <a:lnTo>
                    <a:pt x="6624495" y="161171"/>
                  </a:lnTo>
                  <a:lnTo>
                    <a:pt x="6576668" y="159182"/>
                  </a:lnTo>
                  <a:lnTo>
                    <a:pt x="6545634" y="158005"/>
                  </a:lnTo>
                  <a:lnTo>
                    <a:pt x="6529061" y="157430"/>
                  </a:lnTo>
                  <a:lnTo>
                    <a:pt x="6523059" y="157238"/>
                  </a:lnTo>
                  <a:lnTo>
                    <a:pt x="6522385" y="157219"/>
                  </a:lnTo>
                  <a:lnTo>
                    <a:pt x="5527445" y="157219"/>
                  </a:lnTo>
                  <a:lnTo>
                    <a:pt x="5526309" y="157216"/>
                  </a:lnTo>
                  <a:lnTo>
                    <a:pt x="5518811" y="157194"/>
                  </a:lnTo>
                  <a:lnTo>
                    <a:pt x="5499809" y="157135"/>
                  </a:lnTo>
                  <a:lnTo>
                    <a:pt x="5465588" y="157019"/>
                  </a:lnTo>
                  <a:lnTo>
                    <a:pt x="5414078" y="156826"/>
                  </a:lnTo>
                  <a:lnTo>
                    <a:pt x="5345009" y="156542"/>
                  </a:lnTo>
                  <a:lnTo>
                    <a:pt x="5259854" y="156154"/>
                  </a:lnTo>
                  <a:lnTo>
                    <a:pt x="5161503" y="155655"/>
                  </a:lnTo>
                  <a:lnTo>
                    <a:pt x="5053737" y="155043"/>
                  </a:lnTo>
                  <a:lnTo>
                    <a:pt x="4940634" y="154319"/>
                  </a:lnTo>
                  <a:lnTo>
                    <a:pt x="4826032" y="153483"/>
                  </a:lnTo>
                  <a:lnTo>
                    <a:pt x="4713165" y="152540"/>
                  </a:lnTo>
                  <a:lnTo>
                    <a:pt x="4604481" y="151488"/>
                  </a:lnTo>
                  <a:lnTo>
                    <a:pt x="4501619" y="150327"/>
                  </a:lnTo>
                  <a:lnTo>
                    <a:pt x="4405494" y="149050"/>
                  </a:lnTo>
                  <a:lnTo>
                    <a:pt x="4316433" y="147649"/>
                  </a:lnTo>
                  <a:lnTo>
                    <a:pt x="4234323" y="146112"/>
                  </a:lnTo>
                  <a:lnTo>
                    <a:pt x="4158746" y="144421"/>
                  </a:lnTo>
                  <a:lnTo>
                    <a:pt x="4089088" y="142560"/>
                  </a:lnTo>
                  <a:lnTo>
                    <a:pt x="4024622" y="140507"/>
                  </a:lnTo>
                  <a:lnTo>
                    <a:pt x="3964573" y="138241"/>
                  </a:lnTo>
                  <a:lnTo>
                    <a:pt x="3908166" y="135742"/>
                  </a:lnTo>
                  <a:lnTo>
                    <a:pt x="3854663" y="132994"/>
                  </a:lnTo>
                  <a:lnTo>
                    <a:pt x="3820202" y="131015"/>
                  </a:lnTo>
                  <a:lnTo>
                    <a:pt x="3758680" y="127068"/>
                  </a:lnTo>
                  <a:lnTo>
                    <a:pt x="3699074" y="122725"/>
                  </a:lnTo>
                  <a:lnTo>
                    <a:pt x="3640672" y="117980"/>
                  </a:lnTo>
                  <a:lnTo>
                    <a:pt x="3582950" y="112841"/>
                  </a:lnTo>
                  <a:lnTo>
                    <a:pt x="3525538" y="107328"/>
                  </a:lnTo>
                  <a:lnTo>
                    <a:pt x="3468193" y="101480"/>
                  </a:lnTo>
                  <a:lnTo>
                    <a:pt x="3410780" y="95348"/>
                  </a:lnTo>
                  <a:lnTo>
                    <a:pt x="3353252" y="89000"/>
                  </a:lnTo>
                  <a:lnTo>
                    <a:pt x="3295624" y="82513"/>
                  </a:lnTo>
                  <a:lnTo>
                    <a:pt x="3237952" y="75973"/>
                  </a:lnTo>
                  <a:lnTo>
                    <a:pt x="3180310" y="69469"/>
                  </a:lnTo>
                  <a:lnTo>
                    <a:pt x="3122760" y="63087"/>
                  </a:lnTo>
                  <a:lnTo>
                    <a:pt x="3065326" y="56908"/>
                  </a:lnTo>
                  <a:lnTo>
                    <a:pt x="3007976" y="51000"/>
                  </a:lnTo>
                  <a:lnTo>
                    <a:pt x="2950592" y="45419"/>
                  </a:lnTo>
                  <a:lnTo>
                    <a:pt x="2892954" y="40205"/>
                  </a:lnTo>
                  <a:lnTo>
                    <a:pt x="2834720" y="35382"/>
                  </a:lnTo>
                  <a:lnTo>
                    <a:pt x="2775397" y="30961"/>
                  </a:lnTo>
                  <a:lnTo>
                    <a:pt x="2714314" y="26938"/>
                  </a:lnTo>
                  <a:lnTo>
                    <a:pt x="2702183" y="26203"/>
                  </a:lnTo>
                  <a:lnTo>
                    <a:pt x="2650251" y="23285"/>
                  </a:lnTo>
                  <a:lnTo>
                    <a:pt x="2595862" y="20620"/>
                  </a:lnTo>
                  <a:lnTo>
                    <a:pt x="2538331" y="18200"/>
                  </a:lnTo>
                  <a:lnTo>
                    <a:pt x="2476903" y="16007"/>
                  </a:lnTo>
                  <a:lnTo>
                    <a:pt x="2410799" y="14020"/>
                  </a:lnTo>
                  <a:lnTo>
                    <a:pt x="2339254" y="12218"/>
                  </a:lnTo>
                  <a:lnTo>
                    <a:pt x="2261571" y="10580"/>
                  </a:lnTo>
                  <a:lnTo>
                    <a:pt x="2177189" y="9090"/>
                  </a:lnTo>
                  <a:lnTo>
                    <a:pt x="2085778" y="7731"/>
                  </a:lnTo>
                  <a:lnTo>
                    <a:pt x="1987355" y="6493"/>
                  </a:lnTo>
                  <a:lnTo>
                    <a:pt x="1882427" y="5369"/>
                  </a:lnTo>
                  <a:lnTo>
                    <a:pt x="1772135" y="4353"/>
                  </a:lnTo>
                  <a:lnTo>
                    <a:pt x="1658381" y="3445"/>
                  </a:lnTo>
                  <a:lnTo>
                    <a:pt x="1543882" y="2647"/>
                  </a:lnTo>
                  <a:lnTo>
                    <a:pt x="1432103" y="1959"/>
                  </a:lnTo>
                  <a:lnTo>
                    <a:pt x="1327011" y="1385"/>
                  </a:lnTo>
                  <a:lnTo>
                    <a:pt x="1232650" y="923"/>
                  </a:lnTo>
                  <a:lnTo>
                    <a:pt x="1152572" y="571"/>
                  </a:lnTo>
                  <a:lnTo>
                    <a:pt x="1089247" y="319"/>
                  </a:lnTo>
                  <a:lnTo>
                    <a:pt x="1043593" y="153"/>
                  </a:lnTo>
                  <a:lnTo>
                    <a:pt x="1014736" y="58"/>
                  </a:lnTo>
                  <a:lnTo>
                    <a:pt x="1000037" y="14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1" name="pg350"/>
            <p:cNvSpPr/>
            <p:nvPr/>
          </p:nvSpPr>
          <p:spPr>
            <a:xfrm>
              <a:off x="1199187" y="1566785"/>
              <a:ext cx="12049831" cy="2211547"/>
            </a:xfrm>
            <a:custGeom>
              <a:avLst/>
              <a:pathLst>
                <a:path w="12049831" h="2211547">
                  <a:moveTo>
                    <a:pt x="0" y="5240"/>
                  </a:moveTo>
                  <a:lnTo>
                    <a:pt x="994940" y="5240"/>
                  </a:lnTo>
                  <a:lnTo>
                    <a:pt x="996076" y="5243"/>
                  </a:lnTo>
                  <a:lnTo>
                    <a:pt x="1003574" y="5265"/>
                  </a:lnTo>
                  <a:lnTo>
                    <a:pt x="1022576" y="5324"/>
                  </a:lnTo>
                  <a:lnTo>
                    <a:pt x="1056797" y="5440"/>
                  </a:lnTo>
                  <a:lnTo>
                    <a:pt x="1108307" y="5632"/>
                  </a:lnTo>
                  <a:lnTo>
                    <a:pt x="1177376" y="5917"/>
                  </a:lnTo>
                  <a:lnTo>
                    <a:pt x="1262531" y="6305"/>
                  </a:lnTo>
                  <a:lnTo>
                    <a:pt x="1360882" y="6803"/>
                  </a:lnTo>
                  <a:lnTo>
                    <a:pt x="1468648" y="7415"/>
                  </a:lnTo>
                  <a:lnTo>
                    <a:pt x="1581751" y="8140"/>
                  </a:lnTo>
                  <a:lnTo>
                    <a:pt x="1696353" y="8975"/>
                  </a:lnTo>
                  <a:lnTo>
                    <a:pt x="1809220" y="9919"/>
                  </a:lnTo>
                  <a:lnTo>
                    <a:pt x="1917904" y="10970"/>
                  </a:lnTo>
                  <a:lnTo>
                    <a:pt x="2020766" y="12132"/>
                  </a:lnTo>
                  <a:lnTo>
                    <a:pt x="2116891" y="13408"/>
                  </a:lnTo>
                  <a:lnTo>
                    <a:pt x="2205952" y="14809"/>
                  </a:lnTo>
                  <a:lnTo>
                    <a:pt x="2288062" y="16347"/>
                  </a:lnTo>
                  <a:lnTo>
                    <a:pt x="2363639" y="18037"/>
                  </a:lnTo>
                  <a:lnTo>
                    <a:pt x="2433297" y="19898"/>
                  </a:lnTo>
                  <a:lnTo>
                    <a:pt x="2497763" y="21951"/>
                  </a:lnTo>
                  <a:lnTo>
                    <a:pt x="2557812" y="24217"/>
                  </a:lnTo>
                  <a:lnTo>
                    <a:pt x="2614219" y="26717"/>
                  </a:lnTo>
                  <a:lnTo>
                    <a:pt x="2667722" y="29465"/>
                  </a:lnTo>
                  <a:lnTo>
                    <a:pt x="2702183" y="31443"/>
                  </a:lnTo>
                  <a:lnTo>
                    <a:pt x="2763705" y="35390"/>
                  </a:lnTo>
                  <a:lnTo>
                    <a:pt x="2823311" y="39733"/>
                  </a:lnTo>
                  <a:lnTo>
                    <a:pt x="2881713" y="44478"/>
                  </a:lnTo>
                  <a:lnTo>
                    <a:pt x="2939435" y="49618"/>
                  </a:lnTo>
                  <a:lnTo>
                    <a:pt x="2996847" y="55130"/>
                  </a:lnTo>
                  <a:lnTo>
                    <a:pt x="3054192" y="60979"/>
                  </a:lnTo>
                  <a:lnTo>
                    <a:pt x="3111605" y="67111"/>
                  </a:lnTo>
                  <a:lnTo>
                    <a:pt x="3169133" y="73459"/>
                  </a:lnTo>
                  <a:lnTo>
                    <a:pt x="3226761" y="79946"/>
                  </a:lnTo>
                  <a:lnTo>
                    <a:pt x="3284433" y="86486"/>
                  </a:lnTo>
                  <a:lnTo>
                    <a:pt x="3342075" y="92990"/>
                  </a:lnTo>
                  <a:lnTo>
                    <a:pt x="3399625" y="99371"/>
                  </a:lnTo>
                  <a:lnTo>
                    <a:pt x="3457059" y="105551"/>
                  </a:lnTo>
                  <a:lnTo>
                    <a:pt x="3514409" y="111459"/>
                  </a:lnTo>
                  <a:lnTo>
                    <a:pt x="3571793" y="117040"/>
                  </a:lnTo>
                  <a:lnTo>
                    <a:pt x="3629431" y="122254"/>
                  </a:lnTo>
                  <a:lnTo>
                    <a:pt x="3687665" y="127076"/>
                  </a:lnTo>
                  <a:lnTo>
                    <a:pt x="3746988" y="131497"/>
                  </a:lnTo>
                  <a:lnTo>
                    <a:pt x="3808071" y="135520"/>
                  </a:lnTo>
                  <a:lnTo>
                    <a:pt x="3820202" y="136256"/>
                  </a:lnTo>
                  <a:lnTo>
                    <a:pt x="3872134" y="139174"/>
                  </a:lnTo>
                  <a:lnTo>
                    <a:pt x="3926523" y="141839"/>
                  </a:lnTo>
                  <a:lnTo>
                    <a:pt x="3984054" y="144259"/>
                  </a:lnTo>
                  <a:lnTo>
                    <a:pt x="4045482" y="146452"/>
                  </a:lnTo>
                  <a:lnTo>
                    <a:pt x="4111586" y="148439"/>
                  </a:lnTo>
                  <a:lnTo>
                    <a:pt x="4183131" y="150241"/>
                  </a:lnTo>
                  <a:lnTo>
                    <a:pt x="4260814" y="151878"/>
                  </a:lnTo>
                  <a:lnTo>
                    <a:pt x="4345196" y="153369"/>
                  </a:lnTo>
                  <a:lnTo>
                    <a:pt x="4436607" y="154728"/>
                  </a:lnTo>
                  <a:lnTo>
                    <a:pt x="4535030" y="155965"/>
                  </a:lnTo>
                  <a:lnTo>
                    <a:pt x="4639958" y="157090"/>
                  </a:lnTo>
                  <a:lnTo>
                    <a:pt x="4750250" y="158105"/>
                  </a:lnTo>
                  <a:lnTo>
                    <a:pt x="4864004" y="159013"/>
                  </a:lnTo>
                  <a:lnTo>
                    <a:pt x="4978503" y="159812"/>
                  </a:lnTo>
                  <a:lnTo>
                    <a:pt x="5090282" y="160499"/>
                  </a:lnTo>
                  <a:lnTo>
                    <a:pt x="5195374" y="161074"/>
                  </a:lnTo>
                  <a:lnTo>
                    <a:pt x="5289735" y="161535"/>
                  </a:lnTo>
                  <a:lnTo>
                    <a:pt x="5369813" y="161888"/>
                  </a:lnTo>
                  <a:lnTo>
                    <a:pt x="5433138" y="162140"/>
                  </a:lnTo>
                  <a:lnTo>
                    <a:pt x="5478792" y="162305"/>
                  </a:lnTo>
                  <a:lnTo>
                    <a:pt x="5507649" y="162401"/>
                  </a:lnTo>
                  <a:lnTo>
                    <a:pt x="5522348" y="162445"/>
                  </a:lnTo>
                  <a:lnTo>
                    <a:pt x="5527100" y="162458"/>
                  </a:lnTo>
                  <a:lnTo>
                    <a:pt x="5527445" y="162459"/>
                  </a:lnTo>
                  <a:lnTo>
                    <a:pt x="6522385" y="162459"/>
                  </a:lnTo>
                  <a:lnTo>
                    <a:pt x="6523490" y="162497"/>
                  </a:lnTo>
                  <a:lnTo>
                    <a:pt x="6530780" y="162768"/>
                  </a:lnTo>
                  <a:lnTo>
                    <a:pt x="6549268" y="163515"/>
                  </a:lnTo>
                  <a:lnTo>
                    <a:pt x="6582600" y="164989"/>
                  </a:lnTo>
                  <a:lnTo>
                    <a:pt x="6632844" y="167425"/>
                  </a:lnTo>
                  <a:lnTo>
                    <a:pt x="6700338" y="171027"/>
                  </a:lnTo>
                  <a:lnTo>
                    <a:pt x="6783737" y="175946"/>
                  </a:lnTo>
                  <a:lnTo>
                    <a:pt x="6880305" y="182277"/>
                  </a:lnTo>
                  <a:lnTo>
                    <a:pt x="6986412" y="190055"/>
                  </a:lnTo>
                  <a:lnTo>
                    <a:pt x="7098100" y="199276"/>
                  </a:lnTo>
                  <a:lnTo>
                    <a:pt x="7211600" y="209911"/>
                  </a:lnTo>
                  <a:lnTo>
                    <a:pt x="7323700" y="221934"/>
                  </a:lnTo>
                  <a:lnTo>
                    <a:pt x="7431936" y="235335"/>
                  </a:lnTo>
                  <a:lnTo>
                    <a:pt x="7534621" y="250137"/>
                  </a:lnTo>
                  <a:lnTo>
                    <a:pt x="7630784" y="266400"/>
                  </a:lnTo>
                  <a:lnTo>
                    <a:pt x="7720035" y="284233"/>
                  </a:lnTo>
                  <a:lnTo>
                    <a:pt x="7802428" y="303784"/>
                  </a:lnTo>
                  <a:lnTo>
                    <a:pt x="7878331" y="325247"/>
                  </a:lnTo>
                  <a:lnTo>
                    <a:pt x="7948314" y="348853"/>
                  </a:lnTo>
                  <a:lnTo>
                    <a:pt x="8013069" y="374859"/>
                  </a:lnTo>
                  <a:lnTo>
                    <a:pt x="8073342" y="403538"/>
                  </a:lnTo>
                  <a:lnTo>
                    <a:pt x="8129892" y="435152"/>
                  </a:lnTo>
                  <a:lnTo>
                    <a:pt x="8183444" y="469911"/>
                  </a:lnTo>
                  <a:lnTo>
                    <a:pt x="8229629" y="503974"/>
                  </a:lnTo>
                  <a:lnTo>
                    <a:pt x="8278879" y="544594"/>
                  </a:lnTo>
                  <a:lnTo>
                    <a:pt x="8326806" y="588476"/>
                  </a:lnTo>
                  <a:lnTo>
                    <a:pt x="8373803" y="635685"/>
                  </a:lnTo>
                  <a:lnTo>
                    <a:pt x="8420182" y="686219"/>
                  </a:lnTo>
                  <a:lnTo>
                    <a:pt x="8466184" y="740005"/>
                  </a:lnTo>
                  <a:lnTo>
                    <a:pt x="8511988" y="796891"/>
                  </a:lnTo>
                  <a:lnTo>
                    <a:pt x="8557725" y="856644"/>
                  </a:lnTo>
                  <a:lnTo>
                    <a:pt x="8603478" y="918945"/>
                  </a:lnTo>
                  <a:lnTo>
                    <a:pt x="8649293" y="983402"/>
                  </a:lnTo>
                  <a:lnTo>
                    <a:pt x="8695183" y="1049547"/>
                  </a:lnTo>
                  <a:lnTo>
                    <a:pt x="8741139" y="1116859"/>
                  </a:lnTo>
                  <a:lnTo>
                    <a:pt x="8787132" y="1184776"/>
                  </a:lnTo>
                  <a:lnTo>
                    <a:pt x="8833126" y="1252711"/>
                  </a:lnTo>
                  <a:lnTo>
                    <a:pt x="8879085" y="1320081"/>
                  </a:lnTo>
                  <a:lnTo>
                    <a:pt x="8924981" y="1386319"/>
                  </a:lnTo>
                  <a:lnTo>
                    <a:pt x="8970801" y="1450901"/>
                  </a:lnTo>
                  <a:lnTo>
                    <a:pt x="9016557" y="1513357"/>
                  </a:lnTo>
                  <a:lnTo>
                    <a:pt x="9062292" y="1573287"/>
                  </a:lnTo>
                  <a:lnTo>
                    <a:pt x="9108089" y="1630369"/>
                  </a:lnTo>
                  <a:lnTo>
                    <a:pt x="9154072" y="1684364"/>
                  </a:lnTo>
                  <a:lnTo>
                    <a:pt x="9200420" y="1735114"/>
                  </a:lnTo>
                  <a:lnTo>
                    <a:pt x="9247368" y="1782540"/>
                  </a:lnTo>
                  <a:lnTo>
                    <a:pt x="9295223" y="1826639"/>
                  </a:lnTo>
                  <a:lnTo>
                    <a:pt x="9344372" y="1867470"/>
                  </a:lnTo>
                  <a:lnTo>
                    <a:pt x="9347647" y="1870032"/>
                  </a:lnTo>
                  <a:lnTo>
                    <a:pt x="9399065" y="1907712"/>
                  </a:lnTo>
                  <a:lnTo>
                    <a:pt x="9452886" y="1942150"/>
                  </a:lnTo>
                  <a:lnTo>
                    <a:pt x="9509774" y="1973460"/>
                  </a:lnTo>
                  <a:lnTo>
                    <a:pt x="9570461" y="2001860"/>
                  </a:lnTo>
                  <a:lnTo>
                    <a:pt x="9635705" y="2027615"/>
                  </a:lnTo>
                  <a:lnTo>
                    <a:pt x="9706249" y="2050995"/>
                  </a:lnTo>
                  <a:lnTo>
                    <a:pt x="9782777" y="2072257"/>
                  </a:lnTo>
                  <a:lnTo>
                    <a:pt x="9865843" y="2091629"/>
                  </a:lnTo>
                  <a:lnTo>
                    <a:pt x="9955788" y="2109299"/>
                  </a:lnTo>
                  <a:lnTo>
                    <a:pt x="10052629" y="2125412"/>
                  </a:lnTo>
                  <a:lnTo>
                    <a:pt x="10155923" y="2140072"/>
                  </a:lnTo>
                  <a:lnTo>
                    <a:pt x="10264632" y="2153335"/>
                  </a:lnTo>
                  <a:lnTo>
                    <a:pt x="10376997" y="2165220"/>
                  </a:lnTo>
                  <a:lnTo>
                    <a:pt x="10490472" y="2175716"/>
                  </a:lnTo>
                  <a:lnTo>
                    <a:pt x="10601778" y="2184793"/>
                  </a:lnTo>
                  <a:lnTo>
                    <a:pt x="10707109" y="2192426"/>
                  </a:lnTo>
                  <a:lnTo>
                    <a:pt x="10802515" y="2198614"/>
                  </a:lnTo>
                  <a:lnTo>
                    <a:pt x="10884429" y="2203396"/>
                  </a:lnTo>
                  <a:lnTo>
                    <a:pt x="10950234" y="2206874"/>
                  </a:lnTo>
                  <a:lnTo>
                    <a:pt x="10998745" y="2209204"/>
                  </a:lnTo>
                  <a:lnTo>
                    <a:pt x="11030474" y="2210594"/>
                  </a:lnTo>
                  <a:lnTo>
                    <a:pt x="11047656" y="2211283"/>
                  </a:lnTo>
                  <a:lnTo>
                    <a:pt x="11054082" y="2211519"/>
                  </a:lnTo>
                  <a:lnTo>
                    <a:pt x="11054891" y="2211547"/>
                  </a:lnTo>
                  <a:lnTo>
                    <a:pt x="12049831" y="2211547"/>
                  </a:lnTo>
                  <a:lnTo>
                    <a:pt x="12049831" y="2206306"/>
                  </a:lnTo>
                  <a:lnTo>
                    <a:pt x="11054891" y="2206306"/>
                  </a:lnTo>
                  <a:lnTo>
                    <a:pt x="11053787" y="2206268"/>
                  </a:lnTo>
                  <a:lnTo>
                    <a:pt x="11046497" y="2205998"/>
                  </a:lnTo>
                  <a:lnTo>
                    <a:pt x="11028009" y="2205250"/>
                  </a:lnTo>
                  <a:lnTo>
                    <a:pt x="10994677" y="2203777"/>
                  </a:lnTo>
                  <a:lnTo>
                    <a:pt x="10944433" y="2201341"/>
                  </a:lnTo>
                  <a:lnTo>
                    <a:pt x="10876939" y="2197739"/>
                  </a:lnTo>
                  <a:lnTo>
                    <a:pt x="10793540" y="2192819"/>
                  </a:lnTo>
                  <a:lnTo>
                    <a:pt x="10696972" y="2186489"/>
                  </a:lnTo>
                  <a:lnTo>
                    <a:pt x="10590865" y="2178710"/>
                  </a:lnTo>
                  <a:lnTo>
                    <a:pt x="10479177" y="2169490"/>
                  </a:lnTo>
                  <a:lnTo>
                    <a:pt x="10365677" y="2158854"/>
                  </a:lnTo>
                  <a:lnTo>
                    <a:pt x="10253576" y="2146831"/>
                  </a:lnTo>
                  <a:lnTo>
                    <a:pt x="10145341" y="2133430"/>
                  </a:lnTo>
                  <a:lnTo>
                    <a:pt x="10042655" y="2118629"/>
                  </a:lnTo>
                  <a:lnTo>
                    <a:pt x="9946493" y="2102365"/>
                  </a:lnTo>
                  <a:lnTo>
                    <a:pt x="9857242" y="2084533"/>
                  </a:lnTo>
                  <a:lnTo>
                    <a:pt x="9774848" y="2064982"/>
                  </a:lnTo>
                  <a:lnTo>
                    <a:pt x="9698946" y="2043518"/>
                  </a:lnTo>
                  <a:lnTo>
                    <a:pt x="9628963" y="2019913"/>
                  </a:lnTo>
                  <a:lnTo>
                    <a:pt x="9564208" y="1993907"/>
                  </a:lnTo>
                  <a:lnTo>
                    <a:pt x="9503934" y="1965227"/>
                  </a:lnTo>
                  <a:lnTo>
                    <a:pt x="9447384" y="1933613"/>
                  </a:lnTo>
                  <a:lnTo>
                    <a:pt x="9393832" y="1898854"/>
                  </a:lnTo>
                  <a:lnTo>
                    <a:pt x="9347647" y="1864792"/>
                  </a:lnTo>
                  <a:lnTo>
                    <a:pt x="9298397" y="1824171"/>
                  </a:lnTo>
                  <a:lnTo>
                    <a:pt x="9250471" y="1780289"/>
                  </a:lnTo>
                  <a:lnTo>
                    <a:pt x="9203473" y="1733081"/>
                  </a:lnTo>
                  <a:lnTo>
                    <a:pt x="9157094" y="1682547"/>
                  </a:lnTo>
                  <a:lnTo>
                    <a:pt x="9111093" y="1628761"/>
                  </a:lnTo>
                  <a:lnTo>
                    <a:pt x="9065288" y="1571874"/>
                  </a:lnTo>
                  <a:lnTo>
                    <a:pt x="9019552" y="1512122"/>
                  </a:lnTo>
                  <a:lnTo>
                    <a:pt x="8973799" y="1449820"/>
                  </a:lnTo>
                  <a:lnTo>
                    <a:pt x="8927984" y="1385364"/>
                  </a:lnTo>
                  <a:lnTo>
                    <a:pt x="8882093" y="1319219"/>
                  </a:lnTo>
                  <a:lnTo>
                    <a:pt x="8836138" y="1251906"/>
                  </a:lnTo>
                  <a:lnTo>
                    <a:pt x="8790144" y="1183990"/>
                  </a:lnTo>
                  <a:lnTo>
                    <a:pt x="8744150" y="1116054"/>
                  </a:lnTo>
                  <a:lnTo>
                    <a:pt x="8698191" y="1048685"/>
                  </a:lnTo>
                  <a:lnTo>
                    <a:pt x="8652296" y="982446"/>
                  </a:lnTo>
                  <a:lnTo>
                    <a:pt x="8606476" y="917865"/>
                  </a:lnTo>
                  <a:lnTo>
                    <a:pt x="8560720" y="855409"/>
                  </a:lnTo>
                  <a:lnTo>
                    <a:pt x="8514984" y="795479"/>
                  </a:lnTo>
                  <a:lnTo>
                    <a:pt x="8469188" y="738397"/>
                  </a:lnTo>
                  <a:lnTo>
                    <a:pt x="8423204" y="684402"/>
                  </a:lnTo>
                  <a:lnTo>
                    <a:pt x="8376857" y="633652"/>
                  </a:lnTo>
                  <a:lnTo>
                    <a:pt x="8329908" y="586225"/>
                  </a:lnTo>
                  <a:lnTo>
                    <a:pt x="8282054" y="542126"/>
                  </a:lnTo>
                  <a:lnTo>
                    <a:pt x="8232904" y="501296"/>
                  </a:lnTo>
                  <a:lnTo>
                    <a:pt x="8229629" y="498733"/>
                  </a:lnTo>
                  <a:lnTo>
                    <a:pt x="8178211" y="461054"/>
                  </a:lnTo>
                  <a:lnTo>
                    <a:pt x="8124391" y="426616"/>
                  </a:lnTo>
                  <a:lnTo>
                    <a:pt x="8067502" y="395306"/>
                  </a:lnTo>
                  <a:lnTo>
                    <a:pt x="8006815" y="366905"/>
                  </a:lnTo>
                  <a:lnTo>
                    <a:pt x="7941572" y="341151"/>
                  </a:lnTo>
                  <a:lnTo>
                    <a:pt x="7871027" y="317771"/>
                  </a:lnTo>
                  <a:lnTo>
                    <a:pt x="7794499" y="296508"/>
                  </a:lnTo>
                  <a:lnTo>
                    <a:pt x="7711433" y="277137"/>
                  </a:lnTo>
                  <a:lnTo>
                    <a:pt x="7621488" y="259467"/>
                  </a:lnTo>
                  <a:lnTo>
                    <a:pt x="7524648" y="243353"/>
                  </a:lnTo>
                  <a:lnTo>
                    <a:pt x="7421353" y="228694"/>
                  </a:lnTo>
                  <a:lnTo>
                    <a:pt x="7312644" y="215431"/>
                  </a:lnTo>
                  <a:lnTo>
                    <a:pt x="7200280" y="203546"/>
                  </a:lnTo>
                  <a:lnTo>
                    <a:pt x="7086805" y="193050"/>
                  </a:lnTo>
                  <a:lnTo>
                    <a:pt x="6975499" y="183973"/>
                  </a:lnTo>
                  <a:lnTo>
                    <a:pt x="6870167" y="176339"/>
                  </a:lnTo>
                  <a:lnTo>
                    <a:pt x="6774762" y="170152"/>
                  </a:lnTo>
                  <a:lnTo>
                    <a:pt x="6692848" y="165369"/>
                  </a:lnTo>
                  <a:lnTo>
                    <a:pt x="6627042" y="161892"/>
                  </a:lnTo>
                  <a:lnTo>
                    <a:pt x="6578531" y="159562"/>
                  </a:lnTo>
                  <a:lnTo>
                    <a:pt x="6546803" y="158172"/>
                  </a:lnTo>
                  <a:lnTo>
                    <a:pt x="6529621" y="157483"/>
                  </a:lnTo>
                  <a:lnTo>
                    <a:pt x="6523195" y="157246"/>
                  </a:lnTo>
                  <a:lnTo>
                    <a:pt x="6522385" y="157219"/>
                  </a:lnTo>
                  <a:lnTo>
                    <a:pt x="5527445" y="157219"/>
                  </a:lnTo>
                  <a:lnTo>
                    <a:pt x="5526309" y="157216"/>
                  </a:lnTo>
                  <a:lnTo>
                    <a:pt x="5518811" y="157194"/>
                  </a:lnTo>
                  <a:lnTo>
                    <a:pt x="5499809" y="157135"/>
                  </a:lnTo>
                  <a:lnTo>
                    <a:pt x="5465588" y="157019"/>
                  </a:lnTo>
                  <a:lnTo>
                    <a:pt x="5414078" y="156826"/>
                  </a:lnTo>
                  <a:lnTo>
                    <a:pt x="5345009" y="156542"/>
                  </a:lnTo>
                  <a:lnTo>
                    <a:pt x="5259854" y="156154"/>
                  </a:lnTo>
                  <a:lnTo>
                    <a:pt x="5161503" y="155655"/>
                  </a:lnTo>
                  <a:lnTo>
                    <a:pt x="5053737" y="155043"/>
                  </a:lnTo>
                  <a:lnTo>
                    <a:pt x="4940634" y="154319"/>
                  </a:lnTo>
                  <a:lnTo>
                    <a:pt x="4826032" y="153483"/>
                  </a:lnTo>
                  <a:lnTo>
                    <a:pt x="4713165" y="152540"/>
                  </a:lnTo>
                  <a:lnTo>
                    <a:pt x="4604481" y="151488"/>
                  </a:lnTo>
                  <a:lnTo>
                    <a:pt x="4501619" y="150327"/>
                  </a:lnTo>
                  <a:lnTo>
                    <a:pt x="4405494" y="149050"/>
                  </a:lnTo>
                  <a:lnTo>
                    <a:pt x="4316433" y="147649"/>
                  </a:lnTo>
                  <a:lnTo>
                    <a:pt x="4234323" y="146112"/>
                  </a:lnTo>
                  <a:lnTo>
                    <a:pt x="4158746" y="144421"/>
                  </a:lnTo>
                  <a:lnTo>
                    <a:pt x="4089088" y="142560"/>
                  </a:lnTo>
                  <a:lnTo>
                    <a:pt x="4024622" y="140507"/>
                  </a:lnTo>
                  <a:lnTo>
                    <a:pt x="3964573" y="138241"/>
                  </a:lnTo>
                  <a:lnTo>
                    <a:pt x="3908166" y="135742"/>
                  </a:lnTo>
                  <a:lnTo>
                    <a:pt x="3854663" y="132994"/>
                  </a:lnTo>
                  <a:lnTo>
                    <a:pt x="3820202" y="131015"/>
                  </a:lnTo>
                  <a:lnTo>
                    <a:pt x="3758680" y="127068"/>
                  </a:lnTo>
                  <a:lnTo>
                    <a:pt x="3699074" y="122725"/>
                  </a:lnTo>
                  <a:lnTo>
                    <a:pt x="3640672" y="117980"/>
                  </a:lnTo>
                  <a:lnTo>
                    <a:pt x="3582950" y="112841"/>
                  </a:lnTo>
                  <a:lnTo>
                    <a:pt x="3525538" y="107328"/>
                  </a:lnTo>
                  <a:lnTo>
                    <a:pt x="3468193" y="101480"/>
                  </a:lnTo>
                  <a:lnTo>
                    <a:pt x="3410780" y="95348"/>
                  </a:lnTo>
                  <a:lnTo>
                    <a:pt x="3353252" y="89000"/>
                  </a:lnTo>
                  <a:lnTo>
                    <a:pt x="3295624" y="82513"/>
                  </a:lnTo>
                  <a:lnTo>
                    <a:pt x="3237952" y="75973"/>
                  </a:lnTo>
                  <a:lnTo>
                    <a:pt x="3180310" y="69469"/>
                  </a:lnTo>
                  <a:lnTo>
                    <a:pt x="3122760" y="63087"/>
                  </a:lnTo>
                  <a:lnTo>
                    <a:pt x="3065326" y="56908"/>
                  </a:lnTo>
                  <a:lnTo>
                    <a:pt x="3007976" y="51000"/>
                  </a:lnTo>
                  <a:lnTo>
                    <a:pt x="2950592" y="45419"/>
                  </a:lnTo>
                  <a:lnTo>
                    <a:pt x="2892954" y="40205"/>
                  </a:lnTo>
                  <a:lnTo>
                    <a:pt x="2834720" y="35382"/>
                  </a:lnTo>
                  <a:lnTo>
                    <a:pt x="2775397" y="30961"/>
                  </a:lnTo>
                  <a:lnTo>
                    <a:pt x="2714314" y="26938"/>
                  </a:lnTo>
                  <a:lnTo>
                    <a:pt x="2702183" y="26203"/>
                  </a:lnTo>
                  <a:lnTo>
                    <a:pt x="2650251" y="23285"/>
                  </a:lnTo>
                  <a:lnTo>
                    <a:pt x="2595862" y="20620"/>
                  </a:lnTo>
                  <a:lnTo>
                    <a:pt x="2538331" y="18200"/>
                  </a:lnTo>
                  <a:lnTo>
                    <a:pt x="2476903" y="16007"/>
                  </a:lnTo>
                  <a:lnTo>
                    <a:pt x="2410799" y="14020"/>
                  </a:lnTo>
                  <a:lnTo>
                    <a:pt x="2339254" y="12218"/>
                  </a:lnTo>
                  <a:lnTo>
                    <a:pt x="2261571" y="10580"/>
                  </a:lnTo>
                  <a:lnTo>
                    <a:pt x="2177189" y="9090"/>
                  </a:lnTo>
                  <a:lnTo>
                    <a:pt x="2085778" y="7731"/>
                  </a:lnTo>
                  <a:lnTo>
                    <a:pt x="1987355" y="6493"/>
                  </a:lnTo>
                  <a:lnTo>
                    <a:pt x="1882427" y="5369"/>
                  </a:lnTo>
                  <a:lnTo>
                    <a:pt x="1772135" y="4353"/>
                  </a:lnTo>
                  <a:lnTo>
                    <a:pt x="1658381" y="3445"/>
                  </a:lnTo>
                  <a:lnTo>
                    <a:pt x="1543882" y="2647"/>
                  </a:lnTo>
                  <a:lnTo>
                    <a:pt x="1432103" y="1959"/>
                  </a:lnTo>
                  <a:lnTo>
                    <a:pt x="1327011" y="1385"/>
                  </a:lnTo>
                  <a:lnTo>
                    <a:pt x="1232650" y="923"/>
                  </a:lnTo>
                  <a:lnTo>
                    <a:pt x="1152572" y="571"/>
                  </a:lnTo>
                  <a:lnTo>
                    <a:pt x="1089247" y="319"/>
                  </a:lnTo>
                  <a:lnTo>
                    <a:pt x="1043593" y="153"/>
                  </a:lnTo>
                  <a:lnTo>
                    <a:pt x="1014736" y="58"/>
                  </a:lnTo>
                  <a:lnTo>
                    <a:pt x="1000037" y="14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52" name="pl351"/>
            <p:cNvSpPr/>
            <p:nvPr/>
          </p:nvSpPr>
          <p:spPr>
            <a:xfrm>
              <a:off x="1199187" y="1572025"/>
              <a:ext cx="12049831" cy="2206306"/>
            </a:xfrm>
            <a:custGeom>
              <a:avLst/>
              <a:pathLst>
                <a:path w="12049831" h="2206306">
                  <a:moveTo>
                    <a:pt x="0" y="0"/>
                  </a:moveTo>
                  <a:lnTo>
                    <a:pt x="994940" y="0"/>
                  </a:lnTo>
                  <a:lnTo>
                    <a:pt x="996076" y="3"/>
                  </a:lnTo>
                  <a:lnTo>
                    <a:pt x="1003574" y="24"/>
                  </a:lnTo>
                  <a:lnTo>
                    <a:pt x="1022576" y="83"/>
                  </a:lnTo>
                  <a:lnTo>
                    <a:pt x="1056797" y="199"/>
                  </a:lnTo>
                  <a:lnTo>
                    <a:pt x="1108307" y="392"/>
                  </a:lnTo>
                  <a:lnTo>
                    <a:pt x="1177376" y="676"/>
                  </a:lnTo>
                  <a:lnTo>
                    <a:pt x="1262531" y="1064"/>
                  </a:lnTo>
                  <a:lnTo>
                    <a:pt x="1360882" y="1563"/>
                  </a:lnTo>
                  <a:lnTo>
                    <a:pt x="1468648" y="2175"/>
                  </a:lnTo>
                  <a:lnTo>
                    <a:pt x="1581751" y="2899"/>
                  </a:lnTo>
                  <a:lnTo>
                    <a:pt x="1696353" y="3735"/>
                  </a:lnTo>
                  <a:lnTo>
                    <a:pt x="1809220" y="4678"/>
                  </a:lnTo>
                  <a:lnTo>
                    <a:pt x="1917904" y="5730"/>
                  </a:lnTo>
                  <a:lnTo>
                    <a:pt x="2020766" y="6891"/>
                  </a:lnTo>
                  <a:lnTo>
                    <a:pt x="2116891" y="8168"/>
                  </a:lnTo>
                  <a:lnTo>
                    <a:pt x="2205952" y="9569"/>
                  </a:lnTo>
                  <a:lnTo>
                    <a:pt x="2288062" y="11106"/>
                  </a:lnTo>
                  <a:lnTo>
                    <a:pt x="2363639" y="12797"/>
                  </a:lnTo>
                  <a:lnTo>
                    <a:pt x="2433297" y="14658"/>
                  </a:lnTo>
                  <a:lnTo>
                    <a:pt x="2497763" y="16711"/>
                  </a:lnTo>
                  <a:lnTo>
                    <a:pt x="2557812" y="18977"/>
                  </a:lnTo>
                  <a:lnTo>
                    <a:pt x="2614219" y="21476"/>
                  </a:lnTo>
                  <a:lnTo>
                    <a:pt x="2667722" y="24225"/>
                  </a:lnTo>
                  <a:lnTo>
                    <a:pt x="2702183" y="26203"/>
                  </a:lnTo>
                  <a:lnTo>
                    <a:pt x="2763705" y="30150"/>
                  </a:lnTo>
                  <a:lnTo>
                    <a:pt x="2823311" y="34493"/>
                  </a:lnTo>
                  <a:lnTo>
                    <a:pt x="2881713" y="39238"/>
                  </a:lnTo>
                  <a:lnTo>
                    <a:pt x="2939435" y="44377"/>
                  </a:lnTo>
                  <a:lnTo>
                    <a:pt x="2996847" y="49890"/>
                  </a:lnTo>
                  <a:lnTo>
                    <a:pt x="3054192" y="55738"/>
                  </a:lnTo>
                  <a:lnTo>
                    <a:pt x="3111605" y="61870"/>
                  </a:lnTo>
                  <a:lnTo>
                    <a:pt x="3169133" y="68218"/>
                  </a:lnTo>
                  <a:lnTo>
                    <a:pt x="3226761" y="74705"/>
                  </a:lnTo>
                  <a:lnTo>
                    <a:pt x="3284433" y="81245"/>
                  </a:lnTo>
                  <a:lnTo>
                    <a:pt x="3342075" y="87749"/>
                  </a:lnTo>
                  <a:lnTo>
                    <a:pt x="3399625" y="94131"/>
                  </a:lnTo>
                  <a:lnTo>
                    <a:pt x="3457059" y="100310"/>
                  </a:lnTo>
                  <a:lnTo>
                    <a:pt x="3514409" y="106218"/>
                  </a:lnTo>
                  <a:lnTo>
                    <a:pt x="3571793" y="111799"/>
                  </a:lnTo>
                  <a:lnTo>
                    <a:pt x="3629431" y="117014"/>
                  </a:lnTo>
                  <a:lnTo>
                    <a:pt x="3687665" y="121836"/>
                  </a:lnTo>
                  <a:lnTo>
                    <a:pt x="3746988" y="126257"/>
                  </a:lnTo>
                  <a:lnTo>
                    <a:pt x="3808071" y="130280"/>
                  </a:lnTo>
                  <a:lnTo>
                    <a:pt x="3820202" y="131015"/>
                  </a:lnTo>
                  <a:lnTo>
                    <a:pt x="3872134" y="133933"/>
                  </a:lnTo>
                  <a:lnTo>
                    <a:pt x="3926523" y="136598"/>
                  </a:lnTo>
                  <a:lnTo>
                    <a:pt x="3984054" y="139018"/>
                  </a:lnTo>
                  <a:lnTo>
                    <a:pt x="4045482" y="141211"/>
                  </a:lnTo>
                  <a:lnTo>
                    <a:pt x="4111586" y="143198"/>
                  </a:lnTo>
                  <a:lnTo>
                    <a:pt x="4183131" y="145000"/>
                  </a:lnTo>
                  <a:lnTo>
                    <a:pt x="4260814" y="146638"/>
                  </a:lnTo>
                  <a:lnTo>
                    <a:pt x="4345196" y="148128"/>
                  </a:lnTo>
                  <a:lnTo>
                    <a:pt x="4436607" y="149487"/>
                  </a:lnTo>
                  <a:lnTo>
                    <a:pt x="4535030" y="150725"/>
                  </a:lnTo>
                  <a:lnTo>
                    <a:pt x="4639958" y="151849"/>
                  </a:lnTo>
                  <a:lnTo>
                    <a:pt x="4750250" y="152865"/>
                  </a:lnTo>
                  <a:lnTo>
                    <a:pt x="4864004" y="153773"/>
                  </a:lnTo>
                  <a:lnTo>
                    <a:pt x="4978503" y="154571"/>
                  </a:lnTo>
                  <a:lnTo>
                    <a:pt x="5090282" y="155259"/>
                  </a:lnTo>
                  <a:lnTo>
                    <a:pt x="5195374" y="155833"/>
                  </a:lnTo>
                  <a:lnTo>
                    <a:pt x="5289735" y="156295"/>
                  </a:lnTo>
                  <a:lnTo>
                    <a:pt x="5369813" y="156647"/>
                  </a:lnTo>
                  <a:lnTo>
                    <a:pt x="5433138" y="156899"/>
                  </a:lnTo>
                  <a:lnTo>
                    <a:pt x="5478792" y="157065"/>
                  </a:lnTo>
                  <a:lnTo>
                    <a:pt x="5507649" y="157160"/>
                  </a:lnTo>
                  <a:lnTo>
                    <a:pt x="5522348" y="157204"/>
                  </a:lnTo>
                  <a:lnTo>
                    <a:pt x="5527100" y="157218"/>
                  </a:lnTo>
                  <a:lnTo>
                    <a:pt x="5527445" y="157219"/>
                  </a:lnTo>
                  <a:lnTo>
                    <a:pt x="6522385" y="157219"/>
                  </a:lnTo>
                  <a:lnTo>
                    <a:pt x="6523490" y="157257"/>
                  </a:lnTo>
                  <a:lnTo>
                    <a:pt x="6530780" y="157527"/>
                  </a:lnTo>
                  <a:lnTo>
                    <a:pt x="6549268" y="158275"/>
                  </a:lnTo>
                  <a:lnTo>
                    <a:pt x="6582600" y="159748"/>
                  </a:lnTo>
                  <a:lnTo>
                    <a:pt x="6632844" y="162184"/>
                  </a:lnTo>
                  <a:lnTo>
                    <a:pt x="6700338" y="165786"/>
                  </a:lnTo>
                  <a:lnTo>
                    <a:pt x="6783737" y="170706"/>
                  </a:lnTo>
                  <a:lnTo>
                    <a:pt x="6880305" y="177036"/>
                  </a:lnTo>
                  <a:lnTo>
                    <a:pt x="6986412" y="184815"/>
                  </a:lnTo>
                  <a:lnTo>
                    <a:pt x="7098100" y="194035"/>
                  </a:lnTo>
                  <a:lnTo>
                    <a:pt x="7211600" y="204671"/>
                  </a:lnTo>
                  <a:lnTo>
                    <a:pt x="7323700" y="216694"/>
                  </a:lnTo>
                  <a:lnTo>
                    <a:pt x="7431936" y="230095"/>
                  </a:lnTo>
                  <a:lnTo>
                    <a:pt x="7534621" y="244896"/>
                  </a:lnTo>
                  <a:lnTo>
                    <a:pt x="7630784" y="261160"/>
                  </a:lnTo>
                  <a:lnTo>
                    <a:pt x="7720035" y="278992"/>
                  </a:lnTo>
                  <a:lnTo>
                    <a:pt x="7802428" y="298543"/>
                  </a:lnTo>
                  <a:lnTo>
                    <a:pt x="7878331" y="320007"/>
                  </a:lnTo>
                  <a:lnTo>
                    <a:pt x="7948314" y="343612"/>
                  </a:lnTo>
                  <a:lnTo>
                    <a:pt x="8013069" y="369618"/>
                  </a:lnTo>
                  <a:lnTo>
                    <a:pt x="8073342" y="398298"/>
                  </a:lnTo>
                  <a:lnTo>
                    <a:pt x="8129892" y="429912"/>
                  </a:lnTo>
                  <a:lnTo>
                    <a:pt x="8183444" y="464671"/>
                  </a:lnTo>
                  <a:lnTo>
                    <a:pt x="8229629" y="498733"/>
                  </a:lnTo>
                  <a:lnTo>
                    <a:pt x="8278879" y="539353"/>
                  </a:lnTo>
                  <a:lnTo>
                    <a:pt x="8326806" y="583236"/>
                  </a:lnTo>
                  <a:lnTo>
                    <a:pt x="8373803" y="630444"/>
                  </a:lnTo>
                  <a:lnTo>
                    <a:pt x="8420182" y="680978"/>
                  </a:lnTo>
                  <a:lnTo>
                    <a:pt x="8466184" y="734764"/>
                  </a:lnTo>
                  <a:lnTo>
                    <a:pt x="8511988" y="791651"/>
                  </a:lnTo>
                  <a:lnTo>
                    <a:pt x="8557725" y="851403"/>
                  </a:lnTo>
                  <a:lnTo>
                    <a:pt x="8603478" y="913705"/>
                  </a:lnTo>
                  <a:lnTo>
                    <a:pt x="8649293" y="978161"/>
                  </a:lnTo>
                  <a:lnTo>
                    <a:pt x="8695183" y="1044306"/>
                  </a:lnTo>
                  <a:lnTo>
                    <a:pt x="8741139" y="1111619"/>
                  </a:lnTo>
                  <a:lnTo>
                    <a:pt x="8787132" y="1179535"/>
                  </a:lnTo>
                  <a:lnTo>
                    <a:pt x="8833126" y="1247471"/>
                  </a:lnTo>
                  <a:lnTo>
                    <a:pt x="8879085" y="1314840"/>
                  </a:lnTo>
                  <a:lnTo>
                    <a:pt x="8924981" y="1381079"/>
                  </a:lnTo>
                  <a:lnTo>
                    <a:pt x="8970801" y="1445660"/>
                  </a:lnTo>
                  <a:lnTo>
                    <a:pt x="9016557" y="1508116"/>
                  </a:lnTo>
                  <a:lnTo>
                    <a:pt x="9062292" y="1568046"/>
                  </a:lnTo>
                  <a:lnTo>
                    <a:pt x="9108089" y="1625128"/>
                  </a:lnTo>
                  <a:lnTo>
                    <a:pt x="9154072" y="1679123"/>
                  </a:lnTo>
                  <a:lnTo>
                    <a:pt x="9200420" y="1729873"/>
                  </a:lnTo>
                  <a:lnTo>
                    <a:pt x="9247368" y="1777300"/>
                  </a:lnTo>
                  <a:lnTo>
                    <a:pt x="9295223" y="1821399"/>
                  </a:lnTo>
                  <a:lnTo>
                    <a:pt x="9344372" y="1862229"/>
                  </a:lnTo>
                  <a:lnTo>
                    <a:pt x="9347647" y="1864792"/>
                  </a:lnTo>
                  <a:lnTo>
                    <a:pt x="9399065" y="1902471"/>
                  </a:lnTo>
                  <a:lnTo>
                    <a:pt x="9452886" y="1936909"/>
                  </a:lnTo>
                  <a:lnTo>
                    <a:pt x="9509774" y="1968219"/>
                  </a:lnTo>
                  <a:lnTo>
                    <a:pt x="9570461" y="1996620"/>
                  </a:lnTo>
                  <a:lnTo>
                    <a:pt x="9635705" y="2022374"/>
                  </a:lnTo>
                  <a:lnTo>
                    <a:pt x="9706249" y="2045754"/>
                  </a:lnTo>
                  <a:lnTo>
                    <a:pt x="9782777" y="2067017"/>
                  </a:lnTo>
                  <a:lnTo>
                    <a:pt x="9865843" y="2086388"/>
                  </a:lnTo>
                  <a:lnTo>
                    <a:pt x="9955788" y="2104058"/>
                  </a:lnTo>
                  <a:lnTo>
                    <a:pt x="10052629" y="2120172"/>
                  </a:lnTo>
                  <a:lnTo>
                    <a:pt x="10155923" y="2134831"/>
                  </a:lnTo>
                  <a:lnTo>
                    <a:pt x="10264632" y="2148094"/>
                  </a:lnTo>
                  <a:lnTo>
                    <a:pt x="10376997" y="2159979"/>
                  </a:lnTo>
                  <a:lnTo>
                    <a:pt x="10490472" y="2170475"/>
                  </a:lnTo>
                  <a:lnTo>
                    <a:pt x="10601778" y="2179552"/>
                  </a:lnTo>
                  <a:lnTo>
                    <a:pt x="10707109" y="2187186"/>
                  </a:lnTo>
                  <a:lnTo>
                    <a:pt x="10802515" y="2193373"/>
                  </a:lnTo>
                  <a:lnTo>
                    <a:pt x="10884429" y="2198156"/>
                  </a:lnTo>
                  <a:lnTo>
                    <a:pt x="10950234" y="2201633"/>
                  </a:lnTo>
                  <a:lnTo>
                    <a:pt x="10998745" y="2203963"/>
                  </a:lnTo>
                  <a:lnTo>
                    <a:pt x="11030474" y="2205353"/>
                  </a:lnTo>
                  <a:lnTo>
                    <a:pt x="11047656" y="2206042"/>
                  </a:lnTo>
                  <a:lnTo>
                    <a:pt x="11054082" y="2206279"/>
                  </a:lnTo>
                  <a:lnTo>
                    <a:pt x="11054891" y="2206306"/>
                  </a:lnTo>
                  <a:lnTo>
                    <a:pt x="12049831" y="2206306"/>
                  </a:lnTo>
                  <a:lnTo>
                    <a:pt x="12049831" y="22063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3" name="pl352"/>
            <p:cNvSpPr/>
            <p:nvPr/>
          </p:nvSpPr>
          <p:spPr>
            <a:xfrm>
              <a:off x="1199187" y="1566785"/>
              <a:ext cx="12049831" cy="2206306"/>
            </a:xfrm>
            <a:custGeom>
              <a:avLst/>
              <a:pathLst>
                <a:path w="12049831" h="2206306">
                  <a:moveTo>
                    <a:pt x="12049831" y="2206306"/>
                  </a:moveTo>
                  <a:lnTo>
                    <a:pt x="11054891" y="2206306"/>
                  </a:lnTo>
                  <a:lnTo>
                    <a:pt x="11053787" y="2206268"/>
                  </a:lnTo>
                  <a:lnTo>
                    <a:pt x="11046497" y="2205998"/>
                  </a:lnTo>
                  <a:lnTo>
                    <a:pt x="11028009" y="2205250"/>
                  </a:lnTo>
                  <a:lnTo>
                    <a:pt x="10994677" y="2203777"/>
                  </a:lnTo>
                  <a:lnTo>
                    <a:pt x="10944433" y="2201341"/>
                  </a:lnTo>
                  <a:lnTo>
                    <a:pt x="10876939" y="2197739"/>
                  </a:lnTo>
                  <a:lnTo>
                    <a:pt x="10793540" y="2192819"/>
                  </a:lnTo>
                  <a:lnTo>
                    <a:pt x="10696972" y="2186489"/>
                  </a:lnTo>
                  <a:lnTo>
                    <a:pt x="10590865" y="2178710"/>
                  </a:lnTo>
                  <a:lnTo>
                    <a:pt x="10479177" y="2169490"/>
                  </a:lnTo>
                  <a:lnTo>
                    <a:pt x="10365677" y="2158854"/>
                  </a:lnTo>
                  <a:lnTo>
                    <a:pt x="10253576" y="2146831"/>
                  </a:lnTo>
                  <a:lnTo>
                    <a:pt x="10145341" y="2133430"/>
                  </a:lnTo>
                  <a:lnTo>
                    <a:pt x="10042655" y="2118629"/>
                  </a:lnTo>
                  <a:lnTo>
                    <a:pt x="9946493" y="2102365"/>
                  </a:lnTo>
                  <a:lnTo>
                    <a:pt x="9857242" y="2084533"/>
                  </a:lnTo>
                  <a:lnTo>
                    <a:pt x="9774848" y="2064982"/>
                  </a:lnTo>
                  <a:lnTo>
                    <a:pt x="9698946" y="2043518"/>
                  </a:lnTo>
                  <a:lnTo>
                    <a:pt x="9628963" y="2019913"/>
                  </a:lnTo>
                  <a:lnTo>
                    <a:pt x="9564208" y="1993907"/>
                  </a:lnTo>
                  <a:lnTo>
                    <a:pt x="9503934" y="1965227"/>
                  </a:lnTo>
                  <a:lnTo>
                    <a:pt x="9447384" y="1933613"/>
                  </a:lnTo>
                  <a:lnTo>
                    <a:pt x="9393832" y="1898854"/>
                  </a:lnTo>
                  <a:lnTo>
                    <a:pt x="9347647" y="1864792"/>
                  </a:lnTo>
                  <a:lnTo>
                    <a:pt x="9298397" y="1824171"/>
                  </a:lnTo>
                  <a:lnTo>
                    <a:pt x="9250471" y="1780289"/>
                  </a:lnTo>
                  <a:lnTo>
                    <a:pt x="9203473" y="1733081"/>
                  </a:lnTo>
                  <a:lnTo>
                    <a:pt x="9157094" y="1682547"/>
                  </a:lnTo>
                  <a:lnTo>
                    <a:pt x="9111093" y="1628761"/>
                  </a:lnTo>
                  <a:lnTo>
                    <a:pt x="9065288" y="1571874"/>
                  </a:lnTo>
                  <a:lnTo>
                    <a:pt x="9019552" y="1512122"/>
                  </a:lnTo>
                  <a:lnTo>
                    <a:pt x="8973799" y="1449820"/>
                  </a:lnTo>
                  <a:lnTo>
                    <a:pt x="8927984" y="1385364"/>
                  </a:lnTo>
                  <a:lnTo>
                    <a:pt x="8882093" y="1319219"/>
                  </a:lnTo>
                  <a:lnTo>
                    <a:pt x="8836138" y="1251906"/>
                  </a:lnTo>
                  <a:lnTo>
                    <a:pt x="8790144" y="1183990"/>
                  </a:lnTo>
                  <a:lnTo>
                    <a:pt x="8744150" y="1116054"/>
                  </a:lnTo>
                  <a:lnTo>
                    <a:pt x="8698191" y="1048685"/>
                  </a:lnTo>
                  <a:lnTo>
                    <a:pt x="8652296" y="982446"/>
                  </a:lnTo>
                  <a:lnTo>
                    <a:pt x="8606476" y="917865"/>
                  </a:lnTo>
                  <a:lnTo>
                    <a:pt x="8560720" y="855409"/>
                  </a:lnTo>
                  <a:lnTo>
                    <a:pt x="8514984" y="795479"/>
                  </a:lnTo>
                  <a:lnTo>
                    <a:pt x="8469188" y="738397"/>
                  </a:lnTo>
                  <a:lnTo>
                    <a:pt x="8423204" y="684402"/>
                  </a:lnTo>
                  <a:lnTo>
                    <a:pt x="8376857" y="633652"/>
                  </a:lnTo>
                  <a:lnTo>
                    <a:pt x="8329908" y="586225"/>
                  </a:lnTo>
                  <a:lnTo>
                    <a:pt x="8282054" y="542126"/>
                  </a:lnTo>
                  <a:lnTo>
                    <a:pt x="8232904" y="501296"/>
                  </a:lnTo>
                  <a:lnTo>
                    <a:pt x="8229629" y="498733"/>
                  </a:lnTo>
                  <a:lnTo>
                    <a:pt x="8178211" y="461054"/>
                  </a:lnTo>
                  <a:lnTo>
                    <a:pt x="8124391" y="426616"/>
                  </a:lnTo>
                  <a:lnTo>
                    <a:pt x="8067502" y="395306"/>
                  </a:lnTo>
                  <a:lnTo>
                    <a:pt x="8006815" y="366905"/>
                  </a:lnTo>
                  <a:lnTo>
                    <a:pt x="7941572" y="341151"/>
                  </a:lnTo>
                  <a:lnTo>
                    <a:pt x="7871027" y="317771"/>
                  </a:lnTo>
                  <a:lnTo>
                    <a:pt x="7794499" y="296508"/>
                  </a:lnTo>
                  <a:lnTo>
                    <a:pt x="7711433" y="277137"/>
                  </a:lnTo>
                  <a:lnTo>
                    <a:pt x="7621488" y="259467"/>
                  </a:lnTo>
                  <a:lnTo>
                    <a:pt x="7524648" y="243353"/>
                  </a:lnTo>
                  <a:lnTo>
                    <a:pt x="7421353" y="228694"/>
                  </a:lnTo>
                  <a:lnTo>
                    <a:pt x="7312644" y="215431"/>
                  </a:lnTo>
                  <a:lnTo>
                    <a:pt x="7200280" y="203546"/>
                  </a:lnTo>
                  <a:lnTo>
                    <a:pt x="7086805" y="193050"/>
                  </a:lnTo>
                  <a:lnTo>
                    <a:pt x="6975499" y="183973"/>
                  </a:lnTo>
                  <a:lnTo>
                    <a:pt x="6870167" y="176339"/>
                  </a:lnTo>
                  <a:lnTo>
                    <a:pt x="6774762" y="170152"/>
                  </a:lnTo>
                  <a:lnTo>
                    <a:pt x="6692848" y="165369"/>
                  </a:lnTo>
                  <a:lnTo>
                    <a:pt x="6627042" y="161892"/>
                  </a:lnTo>
                  <a:lnTo>
                    <a:pt x="6578531" y="159562"/>
                  </a:lnTo>
                  <a:lnTo>
                    <a:pt x="6546803" y="158172"/>
                  </a:lnTo>
                  <a:lnTo>
                    <a:pt x="6529621" y="157483"/>
                  </a:lnTo>
                  <a:lnTo>
                    <a:pt x="6523195" y="157246"/>
                  </a:lnTo>
                  <a:lnTo>
                    <a:pt x="6522385" y="157219"/>
                  </a:lnTo>
                  <a:lnTo>
                    <a:pt x="5527445" y="157219"/>
                  </a:lnTo>
                  <a:lnTo>
                    <a:pt x="5526309" y="157216"/>
                  </a:lnTo>
                  <a:lnTo>
                    <a:pt x="5518811" y="157194"/>
                  </a:lnTo>
                  <a:lnTo>
                    <a:pt x="5499809" y="157135"/>
                  </a:lnTo>
                  <a:lnTo>
                    <a:pt x="5465588" y="157019"/>
                  </a:lnTo>
                  <a:lnTo>
                    <a:pt x="5414078" y="156826"/>
                  </a:lnTo>
                  <a:lnTo>
                    <a:pt x="5345009" y="156542"/>
                  </a:lnTo>
                  <a:lnTo>
                    <a:pt x="5259854" y="156154"/>
                  </a:lnTo>
                  <a:lnTo>
                    <a:pt x="5161503" y="155655"/>
                  </a:lnTo>
                  <a:lnTo>
                    <a:pt x="5053737" y="155043"/>
                  </a:lnTo>
                  <a:lnTo>
                    <a:pt x="4940634" y="154319"/>
                  </a:lnTo>
                  <a:lnTo>
                    <a:pt x="4826032" y="153483"/>
                  </a:lnTo>
                  <a:lnTo>
                    <a:pt x="4713165" y="152540"/>
                  </a:lnTo>
                  <a:lnTo>
                    <a:pt x="4604481" y="151488"/>
                  </a:lnTo>
                  <a:lnTo>
                    <a:pt x="4501619" y="150327"/>
                  </a:lnTo>
                  <a:lnTo>
                    <a:pt x="4405494" y="149050"/>
                  </a:lnTo>
                  <a:lnTo>
                    <a:pt x="4316433" y="147649"/>
                  </a:lnTo>
                  <a:lnTo>
                    <a:pt x="4234323" y="146112"/>
                  </a:lnTo>
                  <a:lnTo>
                    <a:pt x="4158746" y="144421"/>
                  </a:lnTo>
                  <a:lnTo>
                    <a:pt x="4089088" y="142560"/>
                  </a:lnTo>
                  <a:lnTo>
                    <a:pt x="4024622" y="140507"/>
                  </a:lnTo>
                  <a:lnTo>
                    <a:pt x="3964573" y="138241"/>
                  </a:lnTo>
                  <a:lnTo>
                    <a:pt x="3908166" y="135742"/>
                  </a:lnTo>
                  <a:lnTo>
                    <a:pt x="3854663" y="132994"/>
                  </a:lnTo>
                  <a:lnTo>
                    <a:pt x="3820202" y="131015"/>
                  </a:lnTo>
                  <a:lnTo>
                    <a:pt x="3758680" y="127068"/>
                  </a:lnTo>
                  <a:lnTo>
                    <a:pt x="3699074" y="122725"/>
                  </a:lnTo>
                  <a:lnTo>
                    <a:pt x="3640672" y="117980"/>
                  </a:lnTo>
                  <a:lnTo>
                    <a:pt x="3582950" y="112841"/>
                  </a:lnTo>
                  <a:lnTo>
                    <a:pt x="3525538" y="107328"/>
                  </a:lnTo>
                  <a:lnTo>
                    <a:pt x="3468193" y="101480"/>
                  </a:lnTo>
                  <a:lnTo>
                    <a:pt x="3410780" y="95348"/>
                  </a:lnTo>
                  <a:lnTo>
                    <a:pt x="3353252" y="89000"/>
                  </a:lnTo>
                  <a:lnTo>
                    <a:pt x="3295624" y="82513"/>
                  </a:lnTo>
                  <a:lnTo>
                    <a:pt x="3237952" y="75973"/>
                  </a:lnTo>
                  <a:lnTo>
                    <a:pt x="3180310" y="69469"/>
                  </a:lnTo>
                  <a:lnTo>
                    <a:pt x="3122760" y="63087"/>
                  </a:lnTo>
                  <a:lnTo>
                    <a:pt x="3065326" y="56908"/>
                  </a:lnTo>
                  <a:lnTo>
                    <a:pt x="3007976" y="51000"/>
                  </a:lnTo>
                  <a:lnTo>
                    <a:pt x="2950592" y="45419"/>
                  </a:lnTo>
                  <a:lnTo>
                    <a:pt x="2892954" y="40205"/>
                  </a:lnTo>
                  <a:lnTo>
                    <a:pt x="2834720" y="35382"/>
                  </a:lnTo>
                  <a:lnTo>
                    <a:pt x="2775397" y="30961"/>
                  </a:lnTo>
                  <a:lnTo>
                    <a:pt x="2714314" y="26938"/>
                  </a:lnTo>
                  <a:lnTo>
                    <a:pt x="2702183" y="26203"/>
                  </a:lnTo>
                  <a:lnTo>
                    <a:pt x="2650251" y="23285"/>
                  </a:lnTo>
                  <a:lnTo>
                    <a:pt x="2595862" y="20620"/>
                  </a:lnTo>
                  <a:lnTo>
                    <a:pt x="2538331" y="18200"/>
                  </a:lnTo>
                  <a:lnTo>
                    <a:pt x="2476903" y="16007"/>
                  </a:lnTo>
                  <a:lnTo>
                    <a:pt x="2410799" y="14020"/>
                  </a:lnTo>
                  <a:lnTo>
                    <a:pt x="2339254" y="12218"/>
                  </a:lnTo>
                  <a:lnTo>
                    <a:pt x="2261571" y="10580"/>
                  </a:lnTo>
                  <a:lnTo>
                    <a:pt x="2177189" y="9090"/>
                  </a:lnTo>
                  <a:lnTo>
                    <a:pt x="2085778" y="7731"/>
                  </a:lnTo>
                  <a:lnTo>
                    <a:pt x="1987355" y="6493"/>
                  </a:lnTo>
                  <a:lnTo>
                    <a:pt x="1882427" y="5369"/>
                  </a:lnTo>
                  <a:lnTo>
                    <a:pt x="1772135" y="4353"/>
                  </a:lnTo>
                  <a:lnTo>
                    <a:pt x="1658381" y="3445"/>
                  </a:lnTo>
                  <a:lnTo>
                    <a:pt x="1543882" y="2647"/>
                  </a:lnTo>
                  <a:lnTo>
                    <a:pt x="1432103" y="1959"/>
                  </a:lnTo>
                  <a:lnTo>
                    <a:pt x="1327011" y="1385"/>
                  </a:lnTo>
                  <a:lnTo>
                    <a:pt x="1232650" y="923"/>
                  </a:lnTo>
                  <a:lnTo>
                    <a:pt x="1152572" y="571"/>
                  </a:lnTo>
                  <a:lnTo>
                    <a:pt x="1089247" y="319"/>
                  </a:lnTo>
                  <a:lnTo>
                    <a:pt x="1043593" y="153"/>
                  </a:lnTo>
                  <a:lnTo>
                    <a:pt x="1014736" y="58"/>
                  </a:lnTo>
                  <a:lnTo>
                    <a:pt x="1000037" y="14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4" name="pg353"/>
            <p:cNvSpPr/>
            <p:nvPr/>
          </p:nvSpPr>
          <p:spPr>
            <a:xfrm>
              <a:off x="1199187" y="1572025"/>
              <a:ext cx="12049831" cy="2505023"/>
            </a:xfrm>
            <a:custGeom>
              <a:avLst/>
              <a:pathLst>
                <a:path w="12049831" h="2505023">
                  <a:moveTo>
                    <a:pt x="0" y="15721"/>
                  </a:moveTo>
                  <a:lnTo>
                    <a:pt x="994940" y="15721"/>
                  </a:lnTo>
                  <a:lnTo>
                    <a:pt x="996076" y="15724"/>
                  </a:lnTo>
                  <a:lnTo>
                    <a:pt x="1003574" y="15746"/>
                  </a:lnTo>
                  <a:lnTo>
                    <a:pt x="1022576" y="15805"/>
                  </a:lnTo>
                  <a:lnTo>
                    <a:pt x="1056797" y="15921"/>
                  </a:lnTo>
                  <a:lnTo>
                    <a:pt x="1108307" y="16114"/>
                  </a:lnTo>
                  <a:lnTo>
                    <a:pt x="1177376" y="16398"/>
                  </a:lnTo>
                  <a:lnTo>
                    <a:pt x="1262531" y="16786"/>
                  </a:lnTo>
                  <a:lnTo>
                    <a:pt x="1360882" y="17285"/>
                  </a:lnTo>
                  <a:lnTo>
                    <a:pt x="1468648" y="17897"/>
                  </a:lnTo>
                  <a:lnTo>
                    <a:pt x="1581751" y="18621"/>
                  </a:lnTo>
                  <a:lnTo>
                    <a:pt x="1696353" y="19457"/>
                  </a:lnTo>
                  <a:lnTo>
                    <a:pt x="1809220" y="20400"/>
                  </a:lnTo>
                  <a:lnTo>
                    <a:pt x="1917904" y="21452"/>
                  </a:lnTo>
                  <a:lnTo>
                    <a:pt x="2020766" y="22613"/>
                  </a:lnTo>
                  <a:lnTo>
                    <a:pt x="2116891" y="23890"/>
                  </a:lnTo>
                  <a:lnTo>
                    <a:pt x="2205952" y="25291"/>
                  </a:lnTo>
                  <a:lnTo>
                    <a:pt x="2288062" y="26828"/>
                  </a:lnTo>
                  <a:lnTo>
                    <a:pt x="2363639" y="28518"/>
                  </a:lnTo>
                  <a:lnTo>
                    <a:pt x="2433297" y="30380"/>
                  </a:lnTo>
                  <a:lnTo>
                    <a:pt x="2497763" y="32432"/>
                  </a:lnTo>
                  <a:lnTo>
                    <a:pt x="2557812" y="34699"/>
                  </a:lnTo>
                  <a:lnTo>
                    <a:pt x="2614219" y="37198"/>
                  </a:lnTo>
                  <a:lnTo>
                    <a:pt x="2667722" y="39946"/>
                  </a:lnTo>
                  <a:lnTo>
                    <a:pt x="2702183" y="41925"/>
                  </a:lnTo>
                  <a:lnTo>
                    <a:pt x="2763705" y="45872"/>
                  </a:lnTo>
                  <a:lnTo>
                    <a:pt x="2823311" y="50215"/>
                  </a:lnTo>
                  <a:lnTo>
                    <a:pt x="2881713" y="54959"/>
                  </a:lnTo>
                  <a:lnTo>
                    <a:pt x="2939435" y="60099"/>
                  </a:lnTo>
                  <a:lnTo>
                    <a:pt x="2996847" y="65612"/>
                  </a:lnTo>
                  <a:lnTo>
                    <a:pt x="3054192" y="71460"/>
                  </a:lnTo>
                  <a:lnTo>
                    <a:pt x="3111605" y="77592"/>
                  </a:lnTo>
                  <a:lnTo>
                    <a:pt x="3169133" y="83940"/>
                  </a:lnTo>
                  <a:lnTo>
                    <a:pt x="3226761" y="90427"/>
                  </a:lnTo>
                  <a:lnTo>
                    <a:pt x="3284433" y="96967"/>
                  </a:lnTo>
                  <a:lnTo>
                    <a:pt x="3342075" y="103471"/>
                  </a:lnTo>
                  <a:lnTo>
                    <a:pt x="3399625" y="109853"/>
                  </a:lnTo>
                  <a:lnTo>
                    <a:pt x="3457059" y="116032"/>
                  </a:lnTo>
                  <a:lnTo>
                    <a:pt x="3514409" y="121940"/>
                  </a:lnTo>
                  <a:lnTo>
                    <a:pt x="3571793" y="127521"/>
                  </a:lnTo>
                  <a:lnTo>
                    <a:pt x="3629431" y="132735"/>
                  </a:lnTo>
                  <a:lnTo>
                    <a:pt x="3687665" y="137558"/>
                  </a:lnTo>
                  <a:lnTo>
                    <a:pt x="3746988" y="141979"/>
                  </a:lnTo>
                  <a:lnTo>
                    <a:pt x="3808071" y="146002"/>
                  </a:lnTo>
                  <a:lnTo>
                    <a:pt x="3820202" y="146737"/>
                  </a:lnTo>
                  <a:lnTo>
                    <a:pt x="3872134" y="149655"/>
                  </a:lnTo>
                  <a:lnTo>
                    <a:pt x="3926523" y="152320"/>
                  </a:lnTo>
                  <a:lnTo>
                    <a:pt x="3984054" y="154740"/>
                  </a:lnTo>
                  <a:lnTo>
                    <a:pt x="4045482" y="156933"/>
                  </a:lnTo>
                  <a:lnTo>
                    <a:pt x="4111586" y="158920"/>
                  </a:lnTo>
                  <a:lnTo>
                    <a:pt x="4183131" y="160722"/>
                  </a:lnTo>
                  <a:lnTo>
                    <a:pt x="4260814" y="162360"/>
                  </a:lnTo>
                  <a:lnTo>
                    <a:pt x="4345196" y="163850"/>
                  </a:lnTo>
                  <a:lnTo>
                    <a:pt x="4436607" y="165209"/>
                  </a:lnTo>
                  <a:lnTo>
                    <a:pt x="4535030" y="166447"/>
                  </a:lnTo>
                  <a:lnTo>
                    <a:pt x="4639958" y="167571"/>
                  </a:lnTo>
                  <a:lnTo>
                    <a:pt x="4750250" y="168587"/>
                  </a:lnTo>
                  <a:lnTo>
                    <a:pt x="4864004" y="169494"/>
                  </a:lnTo>
                  <a:lnTo>
                    <a:pt x="4978503" y="170293"/>
                  </a:lnTo>
                  <a:lnTo>
                    <a:pt x="5090282" y="170981"/>
                  </a:lnTo>
                  <a:lnTo>
                    <a:pt x="5195374" y="171555"/>
                  </a:lnTo>
                  <a:lnTo>
                    <a:pt x="5289735" y="172017"/>
                  </a:lnTo>
                  <a:lnTo>
                    <a:pt x="5369813" y="172369"/>
                  </a:lnTo>
                  <a:lnTo>
                    <a:pt x="5433138" y="172621"/>
                  </a:lnTo>
                  <a:lnTo>
                    <a:pt x="5478792" y="172787"/>
                  </a:lnTo>
                  <a:lnTo>
                    <a:pt x="5507649" y="172882"/>
                  </a:lnTo>
                  <a:lnTo>
                    <a:pt x="5522348" y="172926"/>
                  </a:lnTo>
                  <a:lnTo>
                    <a:pt x="5527100" y="172940"/>
                  </a:lnTo>
                  <a:lnTo>
                    <a:pt x="5527445" y="172940"/>
                  </a:lnTo>
                  <a:lnTo>
                    <a:pt x="6522385" y="172940"/>
                  </a:lnTo>
                  <a:lnTo>
                    <a:pt x="6523480" y="172983"/>
                  </a:lnTo>
                  <a:lnTo>
                    <a:pt x="6530711" y="173289"/>
                  </a:lnTo>
                  <a:lnTo>
                    <a:pt x="6549053" y="174132"/>
                  </a:lnTo>
                  <a:lnTo>
                    <a:pt x="6582132" y="175795"/>
                  </a:lnTo>
                  <a:lnTo>
                    <a:pt x="6632014" y="178544"/>
                  </a:lnTo>
                  <a:lnTo>
                    <a:pt x="6699057" y="182610"/>
                  </a:lnTo>
                  <a:lnTo>
                    <a:pt x="6781952" y="188165"/>
                  </a:lnTo>
                  <a:lnTo>
                    <a:pt x="6878006" y="195315"/>
                  </a:lnTo>
                  <a:lnTo>
                    <a:pt x="6983633" y="204103"/>
                  </a:lnTo>
                  <a:lnTo>
                    <a:pt x="7094908" y="214523"/>
                  </a:lnTo>
                  <a:lnTo>
                    <a:pt x="7208085" y="226547"/>
                  </a:lnTo>
                  <a:lnTo>
                    <a:pt x="7319958" y="240141"/>
                  </a:lnTo>
                  <a:lnTo>
                    <a:pt x="7428057" y="255294"/>
                  </a:lnTo>
                  <a:lnTo>
                    <a:pt x="7530686" y="272031"/>
                  </a:lnTo>
                  <a:lnTo>
                    <a:pt x="7626855" y="290418"/>
                  </a:lnTo>
                  <a:lnTo>
                    <a:pt x="7716157" y="310575"/>
                  </a:lnTo>
                  <a:lnTo>
                    <a:pt x="7798630" y="332669"/>
                  </a:lnTo>
                  <a:lnTo>
                    <a:pt x="7874626" y="356914"/>
                  </a:lnTo>
                  <a:lnTo>
                    <a:pt x="7944703" y="383570"/>
                  </a:lnTo>
                  <a:lnTo>
                    <a:pt x="8009542" y="412927"/>
                  </a:lnTo>
                  <a:lnTo>
                    <a:pt x="8069884" y="445291"/>
                  </a:lnTo>
                  <a:lnTo>
                    <a:pt x="8126478" y="480960"/>
                  </a:lnTo>
                  <a:lnTo>
                    <a:pt x="8180048" y="520176"/>
                  </a:lnTo>
                  <a:lnTo>
                    <a:pt x="8229629" y="561621"/>
                  </a:lnTo>
                  <a:lnTo>
                    <a:pt x="8276943" y="605937"/>
                  </a:lnTo>
                  <a:lnTo>
                    <a:pt x="8323021" y="653671"/>
                  </a:lnTo>
                  <a:lnTo>
                    <a:pt x="8368217" y="704892"/>
                  </a:lnTo>
                  <a:lnTo>
                    <a:pt x="8412813" y="759607"/>
                  </a:lnTo>
                  <a:lnTo>
                    <a:pt x="8457029" y="817751"/>
                  </a:lnTo>
                  <a:lnTo>
                    <a:pt x="8501035" y="879188"/>
                  </a:lnTo>
                  <a:lnTo>
                    <a:pt x="8544955" y="943699"/>
                  </a:lnTo>
                  <a:lnTo>
                    <a:pt x="8588872" y="1010986"/>
                  </a:lnTo>
                  <a:lnTo>
                    <a:pt x="8632836" y="1080674"/>
                  </a:lnTo>
                  <a:lnTo>
                    <a:pt x="8676868" y="1152318"/>
                  </a:lnTo>
                  <a:lnTo>
                    <a:pt x="8720967" y="1225412"/>
                  </a:lnTo>
                  <a:lnTo>
                    <a:pt x="8765113" y="1299402"/>
                  </a:lnTo>
                  <a:lnTo>
                    <a:pt x="8809277" y="1373708"/>
                  </a:lnTo>
                  <a:lnTo>
                    <a:pt x="8853425" y="1447737"/>
                  </a:lnTo>
                  <a:lnTo>
                    <a:pt x="8897528" y="1520906"/>
                  </a:lnTo>
                  <a:lnTo>
                    <a:pt x="8941565" y="1592661"/>
                  </a:lnTo>
                  <a:lnTo>
                    <a:pt x="8985533" y="1662492"/>
                  </a:lnTo>
                  <a:lnTo>
                    <a:pt x="9029452" y="1729948"/>
                  </a:lnTo>
                  <a:lnTo>
                    <a:pt x="9073369" y="1794650"/>
                  </a:lnTo>
                  <a:lnTo>
                    <a:pt x="9117366" y="1856295"/>
                  </a:lnTo>
                  <a:lnTo>
                    <a:pt x="9161564" y="1914660"/>
                  </a:lnTo>
                  <a:lnTo>
                    <a:pt x="9206129" y="1969601"/>
                  </a:lnTo>
                  <a:lnTo>
                    <a:pt x="9251278" y="2021051"/>
                  </a:lnTo>
                  <a:lnTo>
                    <a:pt x="9297289" y="2069012"/>
                  </a:lnTo>
                  <a:lnTo>
                    <a:pt x="9344509" y="2113548"/>
                  </a:lnTo>
                  <a:lnTo>
                    <a:pt x="9347647" y="2116342"/>
                  </a:lnTo>
                  <a:lnTo>
                    <a:pt x="9398917" y="2159110"/>
                  </a:lnTo>
                  <a:lnTo>
                    <a:pt x="9452574" y="2198209"/>
                  </a:lnTo>
                  <a:lnTo>
                    <a:pt x="9509278" y="2233767"/>
                  </a:lnTo>
                  <a:lnTo>
                    <a:pt x="9569753" y="2266029"/>
                  </a:lnTo>
                  <a:lnTo>
                    <a:pt x="9634750" y="2295294"/>
                  </a:lnTo>
                  <a:lnTo>
                    <a:pt x="9705008" y="2321867"/>
                  </a:lnTo>
                  <a:lnTo>
                    <a:pt x="9781205" y="2346040"/>
                  </a:lnTo>
                  <a:lnTo>
                    <a:pt x="9863894" y="2368068"/>
                  </a:lnTo>
                  <a:lnTo>
                    <a:pt x="9953419" y="2388165"/>
                  </a:lnTo>
                  <a:lnTo>
                    <a:pt x="10049806" y="2406498"/>
                  </a:lnTo>
                  <a:lnTo>
                    <a:pt x="10152630" y="2423182"/>
                  </a:lnTo>
                  <a:lnTo>
                    <a:pt x="10260881" y="2438285"/>
                  </a:lnTo>
                  <a:lnTo>
                    <a:pt x="10372839" y="2451829"/>
                  </a:lnTo>
                  <a:lnTo>
                    <a:pt x="10486008" y="2463801"/>
                  </a:lnTo>
                  <a:lnTo>
                    <a:pt x="10597162" y="2474170"/>
                  </a:lnTo>
                  <a:lnTo>
                    <a:pt x="10702541" y="2482905"/>
                  </a:lnTo>
                  <a:lnTo>
                    <a:pt x="10798223" y="2490002"/>
                  </a:lnTo>
                  <a:lnTo>
                    <a:pt x="10880641" y="2495507"/>
                  </a:lnTo>
                  <a:lnTo>
                    <a:pt x="10947143" y="2499527"/>
                  </a:lnTo>
                  <a:lnTo>
                    <a:pt x="10996468" y="2502237"/>
                  </a:lnTo>
                  <a:lnTo>
                    <a:pt x="11029030" y="2503869"/>
                  </a:lnTo>
                  <a:lnTo>
                    <a:pt x="11046949" y="2504691"/>
                  </a:lnTo>
                  <a:lnTo>
                    <a:pt x="11053897" y="2504984"/>
                  </a:lnTo>
                  <a:lnTo>
                    <a:pt x="11054891" y="2505023"/>
                  </a:lnTo>
                  <a:lnTo>
                    <a:pt x="12049831" y="2505023"/>
                  </a:lnTo>
                  <a:lnTo>
                    <a:pt x="12049831" y="2489301"/>
                  </a:lnTo>
                  <a:lnTo>
                    <a:pt x="11054891" y="2489301"/>
                  </a:lnTo>
                  <a:lnTo>
                    <a:pt x="11053796" y="2489258"/>
                  </a:lnTo>
                  <a:lnTo>
                    <a:pt x="11046565" y="2488952"/>
                  </a:lnTo>
                  <a:lnTo>
                    <a:pt x="11028223" y="2488109"/>
                  </a:lnTo>
                  <a:lnTo>
                    <a:pt x="10995145" y="2486446"/>
                  </a:lnTo>
                  <a:lnTo>
                    <a:pt x="10945263" y="2483697"/>
                  </a:lnTo>
                  <a:lnTo>
                    <a:pt x="10878219" y="2479631"/>
                  </a:lnTo>
                  <a:lnTo>
                    <a:pt x="10795325" y="2474077"/>
                  </a:lnTo>
                  <a:lnTo>
                    <a:pt x="10699270" y="2466927"/>
                  </a:lnTo>
                  <a:lnTo>
                    <a:pt x="10593644" y="2458139"/>
                  </a:lnTo>
                  <a:lnTo>
                    <a:pt x="10482368" y="2447718"/>
                  </a:lnTo>
                  <a:lnTo>
                    <a:pt x="10369192" y="2435695"/>
                  </a:lnTo>
                  <a:lnTo>
                    <a:pt x="10257318" y="2422100"/>
                  </a:lnTo>
                  <a:lnTo>
                    <a:pt x="10149219" y="2406947"/>
                  </a:lnTo>
                  <a:lnTo>
                    <a:pt x="10046591" y="2390210"/>
                  </a:lnTo>
                  <a:lnTo>
                    <a:pt x="9950422" y="2371823"/>
                  </a:lnTo>
                  <a:lnTo>
                    <a:pt x="9861120" y="2351666"/>
                  </a:lnTo>
                  <a:lnTo>
                    <a:pt x="9778647" y="2329573"/>
                  </a:lnTo>
                  <a:lnTo>
                    <a:pt x="9702651" y="2305327"/>
                  </a:lnTo>
                  <a:lnTo>
                    <a:pt x="9632574" y="2278671"/>
                  </a:lnTo>
                  <a:lnTo>
                    <a:pt x="9567734" y="2249315"/>
                  </a:lnTo>
                  <a:lnTo>
                    <a:pt x="9507393" y="2216950"/>
                  </a:lnTo>
                  <a:lnTo>
                    <a:pt x="9450799" y="2181281"/>
                  </a:lnTo>
                  <a:lnTo>
                    <a:pt x="9397229" y="2142065"/>
                  </a:lnTo>
                  <a:lnTo>
                    <a:pt x="9347647" y="2100620"/>
                  </a:lnTo>
                  <a:lnTo>
                    <a:pt x="9300334" y="2056305"/>
                  </a:lnTo>
                  <a:lnTo>
                    <a:pt x="9254256" y="2008570"/>
                  </a:lnTo>
                  <a:lnTo>
                    <a:pt x="9209059" y="1957349"/>
                  </a:lnTo>
                  <a:lnTo>
                    <a:pt x="9164464" y="1902635"/>
                  </a:lnTo>
                  <a:lnTo>
                    <a:pt x="9120247" y="1844490"/>
                  </a:lnTo>
                  <a:lnTo>
                    <a:pt x="9076241" y="1783053"/>
                  </a:lnTo>
                  <a:lnTo>
                    <a:pt x="9032322" y="1718542"/>
                  </a:lnTo>
                  <a:lnTo>
                    <a:pt x="8988405" y="1651255"/>
                  </a:lnTo>
                  <a:lnTo>
                    <a:pt x="8944441" y="1581567"/>
                  </a:lnTo>
                  <a:lnTo>
                    <a:pt x="8900408" y="1509923"/>
                  </a:lnTo>
                  <a:lnTo>
                    <a:pt x="8856309" y="1436830"/>
                  </a:lnTo>
                  <a:lnTo>
                    <a:pt x="8812163" y="1362839"/>
                  </a:lnTo>
                  <a:lnTo>
                    <a:pt x="8768000" y="1288533"/>
                  </a:lnTo>
                  <a:lnTo>
                    <a:pt x="8723851" y="1214504"/>
                  </a:lnTo>
                  <a:lnTo>
                    <a:pt x="8679749" y="1141335"/>
                  </a:lnTo>
                  <a:lnTo>
                    <a:pt x="8635712" y="1069580"/>
                  </a:lnTo>
                  <a:lnTo>
                    <a:pt x="8591743" y="999750"/>
                  </a:lnTo>
                  <a:lnTo>
                    <a:pt x="8547824" y="932293"/>
                  </a:lnTo>
                  <a:lnTo>
                    <a:pt x="8503907" y="867591"/>
                  </a:lnTo>
                  <a:lnTo>
                    <a:pt x="8459910" y="805946"/>
                  </a:lnTo>
                  <a:lnTo>
                    <a:pt x="8415712" y="747581"/>
                  </a:lnTo>
                  <a:lnTo>
                    <a:pt x="8371147" y="692640"/>
                  </a:lnTo>
                  <a:lnTo>
                    <a:pt x="8325998" y="641190"/>
                  </a:lnTo>
                  <a:lnTo>
                    <a:pt x="8279988" y="593229"/>
                  </a:lnTo>
                  <a:lnTo>
                    <a:pt x="8232767" y="548693"/>
                  </a:lnTo>
                  <a:lnTo>
                    <a:pt x="8229629" y="545899"/>
                  </a:lnTo>
                  <a:lnTo>
                    <a:pt x="8178359" y="503131"/>
                  </a:lnTo>
                  <a:lnTo>
                    <a:pt x="8124702" y="464032"/>
                  </a:lnTo>
                  <a:lnTo>
                    <a:pt x="8067999" y="428474"/>
                  </a:lnTo>
                  <a:lnTo>
                    <a:pt x="8007524" y="396212"/>
                  </a:lnTo>
                  <a:lnTo>
                    <a:pt x="7942527" y="366947"/>
                  </a:lnTo>
                  <a:lnTo>
                    <a:pt x="7872269" y="340374"/>
                  </a:lnTo>
                  <a:lnTo>
                    <a:pt x="7796072" y="316201"/>
                  </a:lnTo>
                  <a:lnTo>
                    <a:pt x="7713383" y="294173"/>
                  </a:lnTo>
                  <a:lnTo>
                    <a:pt x="7623857" y="274076"/>
                  </a:lnTo>
                  <a:lnTo>
                    <a:pt x="7527471" y="255743"/>
                  </a:lnTo>
                  <a:lnTo>
                    <a:pt x="7424647" y="239059"/>
                  </a:lnTo>
                  <a:lnTo>
                    <a:pt x="7316395" y="223956"/>
                  </a:lnTo>
                  <a:lnTo>
                    <a:pt x="7204437" y="210412"/>
                  </a:lnTo>
                  <a:lnTo>
                    <a:pt x="7091268" y="198440"/>
                  </a:lnTo>
                  <a:lnTo>
                    <a:pt x="6980114" y="188071"/>
                  </a:lnTo>
                  <a:lnTo>
                    <a:pt x="6874736" y="179336"/>
                  </a:lnTo>
                  <a:lnTo>
                    <a:pt x="6779054" y="172239"/>
                  </a:lnTo>
                  <a:lnTo>
                    <a:pt x="6696635" y="166734"/>
                  </a:lnTo>
                  <a:lnTo>
                    <a:pt x="6630133" y="162714"/>
                  </a:lnTo>
                  <a:lnTo>
                    <a:pt x="6580808" y="160004"/>
                  </a:lnTo>
                  <a:lnTo>
                    <a:pt x="6548247" y="158372"/>
                  </a:lnTo>
                  <a:lnTo>
                    <a:pt x="6530328" y="157550"/>
                  </a:lnTo>
                  <a:lnTo>
                    <a:pt x="6523379" y="157257"/>
                  </a:lnTo>
                  <a:lnTo>
                    <a:pt x="6522385" y="157219"/>
                  </a:lnTo>
                  <a:lnTo>
                    <a:pt x="5527445" y="157219"/>
                  </a:lnTo>
                  <a:lnTo>
                    <a:pt x="5526309" y="157216"/>
                  </a:lnTo>
                  <a:lnTo>
                    <a:pt x="5518811" y="157194"/>
                  </a:lnTo>
                  <a:lnTo>
                    <a:pt x="5499809" y="157135"/>
                  </a:lnTo>
                  <a:lnTo>
                    <a:pt x="5465588" y="157019"/>
                  </a:lnTo>
                  <a:lnTo>
                    <a:pt x="5414078" y="156826"/>
                  </a:lnTo>
                  <a:lnTo>
                    <a:pt x="5345009" y="156542"/>
                  </a:lnTo>
                  <a:lnTo>
                    <a:pt x="5259854" y="156154"/>
                  </a:lnTo>
                  <a:lnTo>
                    <a:pt x="5161503" y="155655"/>
                  </a:lnTo>
                  <a:lnTo>
                    <a:pt x="5053737" y="155043"/>
                  </a:lnTo>
                  <a:lnTo>
                    <a:pt x="4940634" y="154319"/>
                  </a:lnTo>
                  <a:lnTo>
                    <a:pt x="4826032" y="153483"/>
                  </a:lnTo>
                  <a:lnTo>
                    <a:pt x="4713165" y="152540"/>
                  </a:lnTo>
                  <a:lnTo>
                    <a:pt x="4604481" y="151488"/>
                  </a:lnTo>
                  <a:lnTo>
                    <a:pt x="4501619" y="150327"/>
                  </a:lnTo>
                  <a:lnTo>
                    <a:pt x="4405494" y="149050"/>
                  </a:lnTo>
                  <a:lnTo>
                    <a:pt x="4316433" y="147649"/>
                  </a:lnTo>
                  <a:lnTo>
                    <a:pt x="4234323" y="146112"/>
                  </a:lnTo>
                  <a:lnTo>
                    <a:pt x="4158746" y="144421"/>
                  </a:lnTo>
                  <a:lnTo>
                    <a:pt x="4089088" y="142560"/>
                  </a:lnTo>
                  <a:lnTo>
                    <a:pt x="4024622" y="140507"/>
                  </a:lnTo>
                  <a:lnTo>
                    <a:pt x="3964573" y="138241"/>
                  </a:lnTo>
                  <a:lnTo>
                    <a:pt x="3908166" y="135742"/>
                  </a:lnTo>
                  <a:lnTo>
                    <a:pt x="3854663" y="132994"/>
                  </a:lnTo>
                  <a:lnTo>
                    <a:pt x="3820202" y="131015"/>
                  </a:lnTo>
                  <a:lnTo>
                    <a:pt x="3758680" y="127068"/>
                  </a:lnTo>
                  <a:lnTo>
                    <a:pt x="3699074" y="122725"/>
                  </a:lnTo>
                  <a:lnTo>
                    <a:pt x="3640672" y="117980"/>
                  </a:lnTo>
                  <a:lnTo>
                    <a:pt x="3582950" y="112841"/>
                  </a:lnTo>
                  <a:lnTo>
                    <a:pt x="3525538" y="107328"/>
                  </a:lnTo>
                  <a:lnTo>
                    <a:pt x="3468193" y="101480"/>
                  </a:lnTo>
                  <a:lnTo>
                    <a:pt x="3410780" y="95348"/>
                  </a:lnTo>
                  <a:lnTo>
                    <a:pt x="3353252" y="89000"/>
                  </a:lnTo>
                  <a:lnTo>
                    <a:pt x="3295624" y="82513"/>
                  </a:lnTo>
                  <a:lnTo>
                    <a:pt x="3237952" y="75973"/>
                  </a:lnTo>
                  <a:lnTo>
                    <a:pt x="3180310" y="69469"/>
                  </a:lnTo>
                  <a:lnTo>
                    <a:pt x="3122760" y="63087"/>
                  </a:lnTo>
                  <a:lnTo>
                    <a:pt x="3065326" y="56908"/>
                  </a:lnTo>
                  <a:lnTo>
                    <a:pt x="3007976" y="51000"/>
                  </a:lnTo>
                  <a:lnTo>
                    <a:pt x="2950592" y="45419"/>
                  </a:lnTo>
                  <a:lnTo>
                    <a:pt x="2892954" y="40205"/>
                  </a:lnTo>
                  <a:lnTo>
                    <a:pt x="2834720" y="35382"/>
                  </a:lnTo>
                  <a:lnTo>
                    <a:pt x="2775397" y="30961"/>
                  </a:lnTo>
                  <a:lnTo>
                    <a:pt x="2714314" y="26938"/>
                  </a:lnTo>
                  <a:lnTo>
                    <a:pt x="2702183" y="26203"/>
                  </a:lnTo>
                  <a:lnTo>
                    <a:pt x="2650251" y="23285"/>
                  </a:lnTo>
                  <a:lnTo>
                    <a:pt x="2595862" y="20620"/>
                  </a:lnTo>
                  <a:lnTo>
                    <a:pt x="2538331" y="18200"/>
                  </a:lnTo>
                  <a:lnTo>
                    <a:pt x="2476903" y="16007"/>
                  </a:lnTo>
                  <a:lnTo>
                    <a:pt x="2410799" y="14020"/>
                  </a:lnTo>
                  <a:lnTo>
                    <a:pt x="2339254" y="12218"/>
                  </a:lnTo>
                  <a:lnTo>
                    <a:pt x="2261571" y="10580"/>
                  </a:lnTo>
                  <a:lnTo>
                    <a:pt x="2177189" y="9090"/>
                  </a:lnTo>
                  <a:lnTo>
                    <a:pt x="2085778" y="7731"/>
                  </a:lnTo>
                  <a:lnTo>
                    <a:pt x="1987355" y="6493"/>
                  </a:lnTo>
                  <a:lnTo>
                    <a:pt x="1882427" y="5369"/>
                  </a:lnTo>
                  <a:lnTo>
                    <a:pt x="1772135" y="4353"/>
                  </a:lnTo>
                  <a:lnTo>
                    <a:pt x="1658381" y="3445"/>
                  </a:lnTo>
                  <a:lnTo>
                    <a:pt x="1543882" y="2647"/>
                  </a:lnTo>
                  <a:lnTo>
                    <a:pt x="1432103" y="1959"/>
                  </a:lnTo>
                  <a:lnTo>
                    <a:pt x="1327011" y="1385"/>
                  </a:lnTo>
                  <a:lnTo>
                    <a:pt x="1232650" y="923"/>
                  </a:lnTo>
                  <a:lnTo>
                    <a:pt x="1152572" y="571"/>
                  </a:lnTo>
                  <a:lnTo>
                    <a:pt x="1089247" y="319"/>
                  </a:lnTo>
                  <a:lnTo>
                    <a:pt x="1043593" y="153"/>
                  </a:lnTo>
                  <a:lnTo>
                    <a:pt x="1014736" y="58"/>
                  </a:lnTo>
                  <a:lnTo>
                    <a:pt x="1000037" y="14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55" name="pl354"/>
            <p:cNvSpPr/>
            <p:nvPr/>
          </p:nvSpPr>
          <p:spPr>
            <a:xfrm>
              <a:off x="1199187" y="1587747"/>
              <a:ext cx="12049831" cy="2489301"/>
            </a:xfrm>
            <a:custGeom>
              <a:avLst/>
              <a:pathLst>
                <a:path w="12049831" h="2489301">
                  <a:moveTo>
                    <a:pt x="0" y="0"/>
                  </a:moveTo>
                  <a:lnTo>
                    <a:pt x="994940" y="0"/>
                  </a:lnTo>
                  <a:lnTo>
                    <a:pt x="996076" y="3"/>
                  </a:lnTo>
                  <a:lnTo>
                    <a:pt x="1003574" y="24"/>
                  </a:lnTo>
                  <a:lnTo>
                    <a:pt x="1022576" y="83"/>
                  </a:lnTo>
                  <a:lnTo>
                    <a:pt x="1056797" y="199"/>
                  </a:lnTo>
                  <a:lnTo>
                    <a:pt x="1108307" y="392"/>
                  </a:lnTo>
                  <a:lnTo>
                    <a:pt x="1177376" y="676"/>
                  </a:lnTo>
                  <a:lnTo>
                    <a:pt x="1262531" y="1064"/>
                  </a:lnTo>
                  <a:lnTo>
                    <a:pt x="1360882" y="1563"/>
                  </a:lnTo>
                  <a:lnTo>
                    <a:pt x="1468648" y="2175"/>
                  </a:lnTo>
                  <a:lnTo>
                    <a:pt x="1581751" y="2899"/>
                  </a:lnTo>
                  <a:lnTo>
                    <a:pt x="1696353" y="3735"/>
                  </a:lnTo>
                  <a:lnTo>
                    <a:pt x="1809220" y="4678"/>
                  </a:lnTo>
                  <a:lnTo>
                    <a:pt x="1917904" y="5730"/>
                  </a:lnTo>
                  <a:lnTo>
                    <a:pt x="2020766" y="6891"/>
                  </a:lnTo>
                  <a:lnTo>
                    <a:pt x="2116891" y="8168"/>
                  </a:lnTo>
                  <a:lnTo>
                    <a:pt x="2205952" y="9569"/>
                  </a:lnTo>
                  <a:lnTo>
                    <a:pt x="2288062" y="11106"/>
                  </a:lnTo>
                  <a:lnTo>
                    <a:pt x="2363639" y="12797"/>
                  </a:lnTo>
                  <a:lnTo>
                    <a:pt x="2433297" y="14658"/>
                  </a:lnTo>
                  <a:lnTo>
                    <a:pt x="2497763" y="16711"/>
                  </a:lnTo>
                  <a:lnTo>
                    <a:pt x="2557812" y="18977"/>
                  </a:lnTo>
                  <a:lnTo>
                    <a:pt x="2614219" y="21476"/>
                  </a:lnTo>
                  <a:lnTo>
                    <a:pt x="2667722" y="24225"/>
                  </a:lnTo>
                  <a:lnTo>
                    <a:pt x="2702183" y="26203"/>
                  </a:lnTo>
                  <a:lnTo>
                    <a:pt x="2763705" y="30150"/>
                  </a:lnTo>
                  <a:lnTo>
                    <a:pt x="2823311" y="34493"/>
                  </a:lnTo>
                  <a:lnTo>
                    <a:pt x="2881713" y="39238"/>
                  </a:lnTo>
                  <a:lnTo>
                    <a:pt x="2939435" y="44377"/>
                  </a:lnTo>
                  <a:lnTo>
                    <a:pt x="2996847" y="49890"/>
                  </a:lnTo>
                  <a:lnTo>
                    <a:pt x="3054192" y="55738"/>
                  </a:lnTo>
                  <a:lnTo>
                    <a:pt x="3111605" y="61870"/>
                  </a:lnTo>
                  <a:lnTo>
                    <a:pt x="3169133" y="68218"/>
                  </a:lnTo>
                  <a:lnTo>
                    <a:pt x="3226761" y="74705"/>
                  </a:lnTo>
                  <a:lnTo>
                    <a:pt x="3284433" y="81245"/>
                  </a:lnTo>
                  <a:lnTo>
                    <a:pt x="3342075" y="87749"/>
                  </a:lnTo>
                  <a:lnTo>
                    <a:pt x="3399625" y="94131"/>
                  </a:lnTo>
                  <a:lnTo>
                    <a:pt x="3457059" y="100310"/>
                  </a:lnTo>
                  <a:lnTo>
                    <a:pt x="3514409" y="106218"/>
                  </a:lnTo>
                  <a:lnTo>
                    <a:pt x="3571793" y="111799"/>
                  </a:lnTo>
                  <a:lnTo>
                    <a:pt x="3629431" y="117014"/>
                  </a:lnTo>
                  <a:lnTo>
                    <a:pt x="3687665" y="121836"/>
                  </a:lnTo>
                  <a:lnTo>
                    <a:pt x="3746988" y="126257"/>
                  </a:lnTo>
                  <a:lnTo>
                    <a:pt x="3808071" y="130280"/>
                  </a:lnTo>
                  <a:lnTo>
                    <a:pt x="3820202" y="131015"/>
                  </a:lnTo>
                  <a:lnTo>
                    <a:pt x="3872134" y="133933"/>
                  </a:lnTo>
                  <a:lnTo>
                    <a:pt x="3926523" y="136598"/>
                  </a:lnTo>
                  <a:lnTo>
                    <a:pt x="3984054" y="139018"/>
                  </a:lnTo>
                  <a:lnTo>
                    <a:pt x="4045482" y="141211"/>
                  </a:lnTo>
                  <a:lnTo>
                    <a:pt x="4111586" y="143198"/>
                  </a:lnTo>
                  <a:lnTo>
                    <a:pt x="4183131" y="145000"/>
                  </a:lnTo>
                  <a:lnTo>
                    <a:pt x="4260814" y="146638"/>
                  </a:lnTo>
                  <a:lnTo>
                    <a:pt x="4345196" y="148128"/>
                  </a:lnTo>
                  <a:lnTo>
                    <a:pt x="4436607" y="149487"/>
                  </a:lnTo>
                  <a:lnTo>
                    <a:pt x="4535030" y="150725"/>
                  </a:lnTo>
                  <a:lnTo>
                    <a:pt x="4639958" y="151849"/>
                  </a:lnTo>
                  <a:lnTo>
                    <a:pt x="4750250" y="152865"/>
                  </a:lnTo>
                  <a:lnTo>
                    <a:pt x="4864004" y="153773"/>
                  </a:lnTo>
                  <a:lnTo>
                    <a:pt x="4978503" y="154571"/>
                  </a:lnTo>
                  <a:lnTo>
                    <a:pt x="5090282" y="155259"/>
                  </a:lnTo>
                  <a:lnTo>
                    <a:pt x="5195374" y="155833"/>
                  </a:lnTo>
                  <a:lnTo>
                    <a:pt x="5289735" y="156295"/>
                  </a:lnTo>
                  <a:lnTo>
                    <a:pt x="5369813" y="156647"/>
                  </a:lnTo>
                  <a:lnTo>
                    <a:pt x="5433138" y="156899"/>
                  </a:lnTo>
                  <a:lnTo>
                    <a:pt x="5478792" y="157065"/>
                  </a:lnTo>
                  <a:lnTo>
                    <a:pt x="5507649" y="157160"/>
                  </a:lnTo>
                  <a:lnTo>
                    <a:pt x="5522348" y="157204"/>
                  </a:lnTo>
                  <a:lnTo>
                    <a:pt x="5527100" y="157218"/>
                  </a:lnTo>
                  <a:lnTo>
                    <a:pt x="5527445" y="157219"/>
                  </a:lnTo>
                  <a:lnTo>
                    <a:pt x="6522385" y="157219"/>
                  </a:lnTo>
                  <a:lnTo>
                    <a:pt x="6523480" y="157261"/>
                  </a:lnTo>
                  <a:lnTo>
                    <a:pt x="6530711" y="157567"/>
                  </a:lnTo>
                  <a:lnTo>
                    <a:pt x="6549053" y="158410"/>
                  </a:lnTo>
                  <a:lnTo>
                    <a:pt x="6582132" y="160073"/>
                  </a:lnTo>
                  <a:lnTo>
                    <a:pt x="6632014" y="162822"/>
                  </a:lnTo>
                  <a:lnTo>
                    <a:pt x="6699057" y="166888"/>
                  </a:lnTo>
                  <a:lnTo>
                    <a:pt x="6781952" y="172443"/>
                  </a:lnTo>
                  <a:lnTo>
                    <a:pt x="6878006" y="179593"/>
                  </a:lnTo>
                  <a:lnTo>
                    <a:pt x="6983633" y="188381"/>
                  </a:lnTo>
                  <a:lnTo>
                    <a:pt x="7094908" y="198801"/>
                  </a:lnTo>
                  <a:lnTo>
                    <a:pt x="7208085" y="210825"/>
                  </a:lnTo>
                  <a:lnTo>
                    <a:pt x="7319958" y="224419"/>
                  </a:lnTo>
                  <a:lnTo>
                    <a:pt x="7428057" y="239572"/>
                  </a:lnTo>
                  <a:lnTo>
                    <a:pt x="7530686" y="256309"/>
                  </a:lnTo>
                  <a:lnTo>
                    <a:pt x="7626855" y="274697"/>
                  </a:lnTo>
                  <a:lnTo>
                    <a:pt x="7716157" y="294853"/>
                  </a:lnTo>
                  <a:lnTo>
                    <a:pt x="7798630" y="316947"/>
                  </a:lnTo>
                  <a:lnTo>
                    <a:pt x="7874626" y="341192"/>
                  </a:lnTo>
                  <a:lnTo>
                    <a:pt x="7944703" y="367848"/>
                  </a:lnTo>
                  <a:lnTo>
                    <a:pt x="8009542" y="397205"/>
                  </a:lnTo>
                  <a:lnTo>
                    <a:pt x="8069884" y="429569"/>
                  </a:lnTo>
                  <a:lnTo>
                    <a:pt x="8126478" y="465238"/>
                  </a:lnTo>
                  <a:lnTo>
                    <a:pt x="8180048" y="504454"/>
                  </a:lnTo>
                  <a:lnTo>
                    <a:pt x="8229629" y="545899"/>
                  </a:lnTo>
                  <a:lnTo>
                    <a:pt x="8276943" y="590215"/>
                  </a:lnTo>
                  <a:lnTo>
                    <a:pt x="8323021" y="637949"/>
                  </a:lnTo>
                  <a:lnTo>
                    <a:pt x="8368217" y="689170"/>
                  </a:lnTo>
                  <a:lnTo>
                    <a:pt x="8412813" y="743885"/>
                  </a:lnTo>
                  <a:lnTo>
                    <a:pt x="8457029" y="802030"/>
                  </a:lnTo>
                  <a:lnTo>
                    <a:pt x="8501035" y="863466"/>
                  </a:lnTo>
                  <a:lnTo>
                    <a:pt x="8544955" y="927977"/>
                  </a:lnTo>
                  <a:lnTo>
                    <a:pt x="8588872" y="995264"/>
                  </a:lnTo>
                  <a:lnTo>
                    <a:pt x="8632836" y="1064952"/>
                  </a:lnTo>
                  <a:lnTo>
                    <a:pt x="8676868" y="1136596"/>
                  </a:lnTo>
                  <a:lnTo>
                    <a:pt x="8720967" y="1209690"/>
                  </a:lnTo>
                  <a:lnTo>
                    <a:pt x="8765113" y="1283680"/>
                  </a:lnTo>
                  <a:lnTo>
                    <a:pt x="8809277" y="1357986"/>
                  </a:lnTo>
                  <a:lnTo>
                    <a:pt x="8853425" y="1432015"/>
                  </a:lnTo>
                  <a:lnTo>
                    <a:pt x="8897528" y="1505184"/>
                  </a:lnTo>
                  <a:lnTo>
                    <a:pt x="8941565" y="1576939"/>
                  </a:lnTo>
                  <a:lnTo>
                    <a:pt x="8985533" y="1646770"/>
                  </a:lnTo>
                  <a:lnTo>
                    <a:pt x="9029452" y="1714226"/>
                  </a:lnTo>
                  <a:lnTo>
                    <a:pt x="9073369" y="1778928"/>
                  </a:lnTo>
                  <a:lnTo>
                    <a:pt x="9117366" y="1840573"/>
                  </a:lnTo>
                  <a:lnTo>
                    <a:pt x="9161564" y="1898938"/>
                  </a:lnTo>
                  <a:lnTo>
                    <a:pt x="9206129" y="1953880"/>
                  </a:lnTo>
                  <a:lnTo>
                    <a:pt x="9251278" y="2005330"/>
                  </a:lnTo>
                  <a:lnTo>
                    <a:pt x="9297289" y="2053290"/>
                  </a:lnTo>
                  <a:lnTo>
                    <a:pt x="9344509" y="2097826"/>
                  </a:lnTo>
                  <a:lnTo>
                    <a:pt x="9347647" y="2100620"/>
                  </a:lnTo>
                  <a:lnTo>
                    <a:pt x="9398917" y="2143388"/>
                  </a:lnTo>
                  <a:lnTo>
                    <a:pt x="9452574" y="2182487"/>
                  </a:lnTo>
                  <a:lnTo>
                    <a:pt x="9509278" y="2218045"/>
                  </a:lnTo>
                  <a:lnTo>
                    <a:pt x="9569753" y="2250307"/>
                  </a:lnTo>
                  <a:lnTo>
                    <a:pt x="9634750" y="2279572"/>
                  </a:lnTo>
                  <a:lnTo>
                    <a:pt x="9705008" y="2306146"/>
                  </a:lnTo>
                  <a:lnTo>
                    <a:pt x="9781205" y="2330318"/>
                  </a:lnTo>
                  <a:lnTo>
                    <a:pt x="9863894" y="2352346"/>
                  </a:lnTo>
                  <a:lnTo>
                    <a:pt x="9953419" y="2372443"/>
                  </a:lnTo>
                  <a:lnTo>
                    <a:pt x="10049806" y="2390776"/>
                  </a:lnTo>
                  <a:lnTo>
                    <a:pt x="10152630" y="2407460"/>
                  </a:lnTo>
                  <a:lnTo>
                    <a:pt x="10260881" y="2422563"/>
                  </a:lnTo>
                  <a:lnTo>
                    <a:pt x="10372839" y="2436107"/>
                  </a:lnTo>
                  <a:lnTo>
                    <a:pt x="10486008" y="2448079"/>
                  </a:lnTo>
                  <a:lnTo>
                    <a:pt x="10597162" y="2458448"/>
                  </a:lnTo>
                  <a:lnTo>
                    <a:pt x="10702541" y="2467183"/>
                  </a:lnTo>
                  <a:lnTo>
                    <a:pt x="10798223" y="2474280"/>
                  </a:lnTo>
                  <a:lnTo>
                    <a:pt x="10880641" y="2479785"/>
                  </a:lnTo>
                  <a:lnTo>
                    <a:pt x="10947143" y="2483805"/>
                  </a:lnTo>
                  <a:lnTo>
                    <a:pt x="10996468" y="2486515"/>
                  </a:lnTo>
                  <a:lnTo>
                    <a:pt x="11029030" y="2488147"/>
                  </a:lnTo>
                  <a:lnTo>
                    <a:pt x="11046949" y="2488969"/>
                  </a:lnTo>
                  <a:lnTo>
                    <a:pt x="11053897" y="2489262"/>
                  </a:lnTo>
                  <a:lnTo>
                    <a:pt x="11054891" y="2489301"/>
                  </a:lnTo>
                  <a:lnTo>
                    <a:pt x="12049831" y="2489301"/>
                  </a:lnTo>
                  <a:lnTo>
                    <a:pt x="12049831" y="24893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6" name="pl355"/>
            <p:cNvSpPr/>
            <p:nvPr/>
          </p:nvSpPr>
          <p:spPr>
            <a:xfrm>
              <a:off x="1199187" y="1572025"/>
              <a:ext cx="12049831" cy="2489301"/>
            </a:xfrm>
            <a:custGeom>
              <a:avLst/>
              <a:pathLst>
                <a:path w="12049831" h="2489301">
                  <a:moveTo>
                    <a:pt x="12049831" y="2489301"/>
                  </a:moveTo>
                  <a:lnTo>
                    <a:pt x="11054891" y="2489301"/>
                  </a:lnTo>
                  <a:lnTo>
                    <a:pt x="11053796" y="2489258"/>
                  </a:lnTo>
                  <a:lnTo>
                    <a:pt x="11046565" y="2488952"/>
                  </a:lnTo>
                  <a:lnTo>
                    <a:pt x="11028223" y="2488109"/>
                  </a:lnTo>
                  <a:lnTo>
                    <a:pt x="10995145" y="2486446"/>
                  </a:lnTo>
                  <a:lnTo>
                    <a:pt x="10945263" y="2483697"/>
                  </a:lnTo>
                  <a:lnTo>
                    <a:pt x="10878219" y="2479631"/>
                  </a:lnTo>
                  <a:lnTo>
                    <a:pt x="10795325" y="2474077"/>
                  </a:lnTo>
                  <a:lnTo>
                    <a:pt x="10699270" y="2466927"/>
                  </a:lnTo>
                  <a:lnTo>
                    <a:pt x="10593644" y="2458139"/>
                  </a:lnTo>
                  <a:lnTo>
                    <a:pt x="10482368" y="2447718"/>
                  </a:lnTo>
                  <a:lnTo>
                    <a:pt x="10369192" y="2435695"/>
                  </a:lnTo>
                  <a:lnTo>
                    <a:pt x="10257318" y="2422100"/>
                  </a:lnTo>
                  <a:lnTo>
                    <a:pt x="10149219" y="2406947"/>
                  </a:lnTo>
                  <a:lnTo>
                    <a:pt x="10046591" y="2390210"/>
                  </a:lnTo>
                  <a:lnTo>
                    <a:pt x="9950422" y="2371823"/>
                  </a:lnTo>
                  <a:lnTo>
                    <a:pt x="9861120" y="2351666"/>
                  </a:lnTo>
                  <a:lnTo>
                    <a:pt x="9778647" y="2329573"/>
                  </a:lnTo>
                  <a:lnTo>
                    <a:pt x="9702651" y="2305327"/>
                  </a:lnTo>
                  <a:lnTo>
                    <a:pt x="9632574" y="2278671"/>
                  </a:lnTo>
                  <a:lnTo>
                    <a:pt x="9567734" y="2249315"/>
                  </a:lnTo>
                  <a:lnTo>
                    <a:pt x="9507393" y="2216950"/>
                  </a:lnTo>
                  <a:lnTo>
                    <a:pt x="9450799" y="2181281"/>
                  </a:lnTo>
                  <a:lnTo>
                    <a:pt x="9397229" y="2142065"/>
                  </a:lnTo>
                  <a:lnTo>
                    <a:pt x="9347647" y="2100620"/>
                  </a:lnTo>
                  <a:lnTo>
                    <a:pt x="9300334" y="2056305"/>
                  </a:lnTo>
                  <a:lnTo>
                    <a:pt x="9254256" y="2008570"/>
                  </a:lnTo>
                  <a:lnTo>
                    <a:pt x="9209059" y="1957349"/>
                  </a:lnTo>
                  <a:lnTo>
                    <a:pt x="9164464" y="1902635"/>
                  </a:lnTo>
                  <a:lnTo>
                    <a:pt x="9120247" y="1844490"/>
                  </a:lnTo>
                  <a:lnTo>
                    <a:pt x="9076241" y="1783053"/>
                  </a:lnTo>
                  <a:lnTo>
                    <a:pt x="9032322" y="1718542"/>
                  </a:lnTo>
                  <a:lnTo>
                    <a:pt x="8988405" y="1651255"/>
                  </a:lnTo>
                  <a:lnTo>
                    <a:pt x="8944441" y="1581567"/>
                  </a:lnTo>
                  <a:lnTo>
                    <a:pt x="8900408" y="1509923"/>
                  </a:lnTo>
                  <a:lnTo>
                    <a:pt x="8856309" y="1436830"/>
                  </a:lnTo>
                  <a:lnTo>
                    <a:pt x="8812163" y="1362839"/>
                  </a:lnTo>
                  <a:lnTo>
                    <a:pt x="8768000" y="1288533"/>
                  </a:lnTo>
                  <a:lnTo>
                    <a:pt x="8723851" y="1214504"/>
                  </a:lnTo>
                  <a:lnTo>
                    <a:pt x="8679749" y="1141335"/>
                  </a:lnTo>
                  <a:lnTo>
                    <a:pt x="8635712" y="1069580"/>
                  </a:lnTo>
                  <a:lnTo>
                    <a:pt x="8591743" y="999750"/>
                  </a:lnTo>
                  <a:lnTo>
                    <a:pt x="8547824" y="932293"/>
                  </a:lnTo>
                  <a:lnTo>
                    <a:pt x="8503907" y="867591"/>
                  </a:lnTo>
                  <a:lnTo>
                    <a:pt x="8459910" y="805946"/>
                  </a:lnTo>
                  <a:lnTo>
                    <a:pt x="8415712" y="747581"/>
                  </a:lnTo>
                  <a:lnTo>
                    <a:pt x="8371147" y="692640"/>
                  </a:lnTo>
                  <a:lnTo>
                    <a:pt x="8325998" y="641190"/>
                  </a:lnTo>
                  <a:lnTo>
                    <a:pt x="8279988" y="593229"/>
                  </a:lnTo>
                  <a:lnTo>
                    <a:pt x="8232767" y="548693"/>
                  </a:lnTo>
                  <a:lnTo>
                    <a:pt x="8229629" y="545899"/>
                  </a:lnTo>
                  <a:lnTo>
                    <a:pt x="8178359" y="503131"/>
                  </a:lnTo>
                  <a:lnTo>
                    <a:pt x="8124702" y="464032"/>
                  </a:lnTo>
                  <a:lnTo>
                    <a:pt x="8067999" y="428474"/>
                  </a:lnTo>
                  <a:lnTo>
                    <a:pt x="8007524" y="396212"/>
                  </a:lnTo>
                  <a:lnTo>
                    <a:pt x="7942527" y="366947"/>
                  </a:lnTo>
                  <a:lnTo>
                    <a:pt x="7872269" y="340374"/>
                  </a:lnTo>
                  <a:lnTo>
                    <a:pt x="7796072" y="316201"/>
                  </a:lnTo>
                  <a:lnTo>
                    <a:pt x="7713383" y="294173"/>
                  </a:lnTo>
                  <a:lnTo>
                    <a:pt x="7623857" y="274076"/>
                  </a:lnTo>
                  <a:lnTo>
                    <a:pt x="7527471" y="255743"/>
                  </a:lnTo>
                  <a:lnTo>
                    <a:pt x="7424647" y="239059"/>
                  </a:lnTo>
                  <a:lnTo>
                    <a:pt x="7316395" y="223956"/>
                  </a:lnTo>
                  <a:lnTo>
                    <a:pt x="7204437" y="210412"/>
                  </a:lnTo>
                  <a:lnTo>
                    <a:pt x="7091268" y="198440"/>
                  </a:lnTo>
                  <a:lnTo>
                    <a:pt x="6980114" y="188071"/>
                  </a:lnTo>
                  <a:lnTo>
                    <a:pt x="6874736" y="179336"/>
                  </a:lnTo>
                  <a:lnTo>
                    <a:pt x="6779054" y="172239"/>
                  </a:lnTo>
                  <a:lnTo>
                    <a:pt x="6696635" y="166734"/>
                  </a:lnTo>
                  <a:lnTo>
                    <a:pt x="6630133" y="162714"/>
                  </a:lnTo>
                  <a:lnTo>
                    <a:pt x="6580808" y="160004"/>
                  </a:lnTo>
                  <a:lnTo>
                    <a:pt x="6548247" y="158372"/>
                  </a:lnTo>
                  <a:lnTo>
                    <a:pt x="6530328" y="157550"/>
                  </a:lnTo>
                  <a:lnTo>
                    <a:pt x="6523379" y="157257"/>
                  </a:lnTo>
                  <a:lnTo>
                    <a:pt x="6522385" y="157219"/>
                  </a:lnTo>
                  <a:lnTo>
                    <a:pt x="5527445" y="157219"/>
                  </a:lnTo>
                  <a:lnTo>
                    <a:pt x="5526309" y="157216"/>
                  </a:lnTo>
                  <a:lnTo>
                    <a:pt x="5518811" y="157194"/>
                  </a:lnTo>
                  <a:lnTo>
                    <a:pt x="5499809" y="157135"/>
                  </a:lnTo>
                  <a:lnTo>
                    <a:pt x="5465588" y="157019"/>
                  </a:lnTo>
                  <a:lnTo>
                    <a:pt x="5414078" y="156826"/>
                  </a:lnTo>
                  <a:lnTo>
                    <a:pt x="5345009" y="156542"/>
                  </a:lnTo>
                  <a:lnTo>
                    <a:pt x="5259854" y="156154"/>
                  </a:lnTo>
                  <a:lnTo>
                    <a:pt x="5161503" y="155655"/>
                  </a:lnTo>
                  <a:lnTo>
                    <a:pt x="5053737" y="155043"/>
                  </a:lnTo>
                  <a:lnTo>
                    <a:pt x="4940634" y="154319"/>
                  </a:lnTo>
                  <a:lnTo>
                    <a:pt x="4826032" y="153483"/>
                  </a:lnTo>
                  <a:lnTo>
                    <a:pt x="4713165" y="152540"/>
                  </a:lnTo>
                  <a:lnTo>
                    <a:pt x="4604481" y="151488"/>
                  </a:lnTo>
                  <a:lnTo>
                    <a:pt x="4501619" y="150327"/>
                  </a:lnTo>
                  <a:lnTo>
                    <a:pt x="4405494" y="149050"/>
                  </a:lnTo>
                  <a:lnTo>
                    <a:pt x="4316433" y="147649"/>
                  </a:lnTo>
                  <a:lnTo>
                    <a:pt x="4234323" y="146112"/>
                  </a:lnTo>
                  <a:lnTo>
                    <a:pt x="4158746" y="144421"/>
                  </a:lnTo>
                  <a:lnTo>
                    <a:pt x="4089088" y="142560"/>
                  </a:lnTo>
                  <a:lnTo>
                    <a:pt x="4024622" y="140507"/>
                  </a:lnTo>
                  <a:lnTo>
                    <a:pt x="3964573" y="138241"/>
                  </a:lnTo>
                  <a:lnTo>
                    <a:pt x="3908166" y="135742"/>
                  </a:lnTo>
                  <a:lnTo>
                    <a:pt x="3854663" y="132994"/>
                  </a:lnTo>
                  <a:lnTo>
                    <a:pt x="3820202" y="131015"/>
                  </a:lnTo>
                  <a:lnTo>
                    <a:pt x="3758680" y="127068"/>
                  </a:lnTo>
                  <a:lnTo>
                    <a:pt x="3699074" y="122725"/>
                  </a:lnTo>
                  <a:lnTo>
                    <a:pt x="3640672" y="117980"/>
                  </a:lnTo>
                  <a:lnTo>
                    <a:pt x="3582950" y="112841"/>
                  </a:lnTo>
                  <a:lnTo>
                    <a:pt x="3525538" y="107328"/>
                  </a:lnTo>
                  <a:lnTo>
                    <a:pt x="3468193" y="101480"/>
                  </a:lnTo>
                  <a:lnTo>
                    <a:pt x="3410780" y="95348"/>
                  </a:lnTo>
                  <a:lnTo>
                    <a:pt x="3353252" y="89000"/>
                  </a:lnTo>
                  <a:lnTo>
                    <a:pt x="3295624" y="82513"/>
                  </a:lnTo>
                  <a:lnTo>
                    <a:pt x="3237952" y="75973"/>
                  </a:lnTo>
                  <a:lnTo>
                    <a:pt x="3180310" y="69469"/>
                  </a:lnTo>
                  <a:lnTo>
                    <a:pt x="3122760" y="63087"/>
                  </a:lnTo>
                  <a:lnTo>
                    <a:pt x="3065326" y="56908"/>
                  </a:lnTo>
                  <a:lnTo>
                    <a:pt x="3007976" y="51000"/>
                  </a:lnTo>
                  <a:lnTo>
                    <a:pt x="2950592" y="45419"/>
                  </a:lnTo>
                  <a:lnTo>
                    <a:pt x="2892954" y="40205"/>
                  </a:lnTo>
                  <a:lnTo>
                    <a:pt x="2834720" y="35382"/>
                  </a:lnTo>
                  <a:lnTo>
                    <a:pt x="2775397" y="30961"/>
                  </a:lnTo>
                  <a:lnTo>
                    <a:pt x="2714314" y="26938"/>
                  </a:lnTo>
                  <a:lnTo>
                    <a:pt x="2702183" y="26203"/>
                  </a:lnTo>
                  <a:lnTo>
                    <a:pt x="2650251" y="23285"/>
                  </a:lnTo>
                  <a:lnTo>
                    <a:pt x="2595862" y="20620"/>
                  </a:lnTo>
                  <a:lnTo>
                    <a:pt x="2538331" y="18200"/>
                  </a:lnTo>
                  <a:lnTo>
                    <a:pt x="2476903" y="16007"/>
                  </a:lnTo>
                  <a:lnTo>
                    <a:pt x="2410799" y="14020"/>
                  </a:lnTo>
                  <a:lnTo>
                    <a:pt x="2339254" y="12218"/>
                  </a:lnTo>
                  <a:lnTo>
                    <a:pt x="2261571" y="10580"/>
                  </a:lnTo>
                  <a:lnTo>
                    <a:pt x="2177189" y="9090"/>
                  </a:lnTo>
                  <a:lnTo>
                    <a:pt x="2085778" y="7731"/>
                  </a:lnTo>
                  <a:lnTo>
                    <a:pt x="1987355" y="6493"/>
                  </a:lnTo>
                  <a:lnTo>
                    <a:pt x="1882427" y="5369"/>
                  </a:lnTo>
                  <a:lnTo>
                    <a:pt x="1772135" y="4353"/>
                  </a:lnTo>
                  <a:lnTo>
                    <a:pt x="1658381" y="3445"/>
                  </a:lnTo>
                  <a:lnTo>
                    <a:pt x="1543882" y="2647"/>
                  </a:lnTo>
                  <a:lnTo>
                    <a:pt x="1432103" y="1959"/>
                  </a:lnTo>
                  <a:lnTo>
                    <a:pt x="1327011" y="1385"/>
                  </a:lnTo>
                  <a:lnTo>
                    <a:pt x="1232650" y="923"/>
                  </a:lnTo>
                  <a:lnTo>
                    <a:pt x="1152572" y="571"/>
                  </a:lnTo>
                  <a:lnTo>
                    <a:pt x="1089247" y="319"/>
                  </a:lnTo>
                  <a:lnTo>
                    <a:pt x="1043593" y="153"/>
                  </a:lnTo>
                  <a:lnTo>
                    <a:pt x="1014736" y="58"/>
                  </a:lnTo>
                  <a:lnTo>
                    <a:pt x="1000037" y="14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7" name="pg356"/>
            <p:cNvSpPr/>
            <p:nvPr/>
          </p:nvSpPr>
          <p:spPr>
            <a:xfrm>
              <a:off x="1199187" y="1587747"/>
              <a:ext cx="12049831" cy="2814220"/>
            </a:xfrm>
            <a:custGeom>
              <a:avLst/>
              <a:pathLst>
                <a:path w="12049831" h="2814220">
                  <a:moveTo>
                    <a:pt x="0" y="5240"/>
                  </a:moveTo>
                  <a:lnTo>
                    <a:pt x="994940" y="5240"/>
                  </a:lnTo>
                  <a:lnTo>
                    <a:pt x="996076" y="5243"/>
                  </a:lnTo>
                  <a:lnTo>
                    <a:pt x="1003574" y="5267"/>
                  </a:lnTo>
                  <a:lnTo>
                    <a:pt x="1022575" y="5332"/>
                  </a:lnTo>
                  <a:lnTo>
                    <a:pt x="1056795" y="5460"/>
                  </a:lnTo>
                  <a:lnTo>
                    <a:pt x="1108303" y="5672"/>
                  </a:lnTo>
                  <a:lnTo>
                    <a:pt x="1177370" y="5984"/>
                  </a:lnTo>
                  <a:lnTo>
                    <a:pt x="1262523" y="6411"/>
                  </a:lnTo>
                  <a:lnTo>
                    <a:pt x="1360872" y="6960"/>
                  </a:lnTo>
                  <a:lnTo>
                    <a:pt x="1468635" y="7633"/>
                  </a:lnTo>
                  <a:lnTo>
                    <a:pt x="1581737" y="8430"/>
                  </a:lnTo>
                  <a:lnTo>
                    <a:pt x="1696338" y="9349"/>
                  </a:lnTo>
                  <a:lnTo>
                    <a:pt x="1809204" y="10387"/>
                  </a:lnTo>
                  <a:lnTo>
                    <a:pt x="1917887" y="11543"/>
                  </a:lnTo>
                  <a:lnTo>
                    <a:pt x="2020749" y="12821"/>
                  </a:lnTo>
                  <a:lnTo>
                    <a:pt x="2116874" y="14225"/>
                  </a:lnTo>
                  <a:lnTo>
                    <a:pt x="2205935" y="15766"/>
                  </a:lnTo>
                  <a:lnTo>
                    <a:pt x="2288045" y="17457"/>
                  </a:lnTo>
                  <a:lnTo>
                    <a:pt x="2363623" y="19316"/>
                  </a:lnTo>
                  <a:lnTo>
                    <a:pt x="2433281" y="21364"/>
                  </a:lnTo>
                  <a:lnTo>
                    <a:pt x="2497747" y="23622"/>
                  </a:lnTo>
                  <a:lnTo>
                    <a:pt x="2557796" y="26114"/>
                  </a:lnTo>
                  <a:lnTo>
                    <a:pt x="2614204" y="28864"/>
                  </a:lnTo>
                  <a:lnTo>
                    <a:pt x="2667707" y="31887"/>
                  </a:lnTo>
                  <a:lnTo>
                    <a:pt x="2702183" y="34064"/>
                  </a:lnTo>
                  <a:lnTo>
                    <a:pt x="2763678" y="38403"/>
                  </a:lnTo>
                  <a:lnTo>
                    <a:pt x="2823257" y="43178"/>
                  </a:lnTo>
                  <a:lnTo>
                    <a:pt x="2881633" y="48395"/>
                  </a:lnTo>
                  <a:lnTo>
                    <a:pt x="2939330" y="54045"/>
                  </a:lnTo>
                  <a:lnTo>
                    <a:pt x="2996716" y="60105"/>
                  </a:lnTo>
                  <a:lnTo>
                    <a:pt x="3054035" y="66535"/>
                  </a:lnTo>
                  <a:lnTo>
                    <a:pt x="3111421" y="73276"/>
                  </a:lnTo>
                  <a:lnTo>
                    <a:pt x="3168923" y="80255"/>
                  </a:lnTo>
                  <a:lnTo>
                    <a:pt x="3226524" y="87387"/>
                  </a:lnTo>
                  <a:lnTo>
                    <a:pt x="3284169" y="94577"/>
                  </a:lnTo>
                  <a:lnTo>
                    <a:pt x="3341785" y="101729"/>
                  </a:lnTo>
                  <a:lnTo>
                    <a:pt x="3399310" y="108747"/>
                  </a:lnTo>
                  <a:lnTo>
                    <a:pt x="3456718" y="115542"/>
                  </a:lnTo>
                  <a:lnTo>
                    <a:pt x="3514042" y="122040"/>
                  </a:lnTo>
                  <a:lnTo>
                    <a:pt x="3571399" y="128179"/>
                  </a:lnTo>
                  <a:lnTo>
                    <a:pt x="3629008" y="133915"/>
                  </a:lnTo>
                  <a:lnTo>
                    <a:pt x="3687209" y="139221"/>
                  </a:lnTo>
                  <a:lnTo>
                    <a:pt x="3746494" y="144085"/>
                  </a:lnTo>
                  <a:lnTo>
                    <a:pt x="3807531" y="148512"/>
                  </a:lnTo>
                  <a:lnTo>
                    <a:pt x="3820202" y="149358"/>
                  </a:lnTo>
                  <a:lnTo>
                    <a:pt x="3872134" y="152567"/>
                  </a:lnTo>
                  <a:lnTo>
                    <a:pt x="3926522" y="155498"/>
                  </a:lnTo>
                  <a:lnTo>
                    <a:pt x="3984052" y="158161"/>
                  </a:lnTo>
                  <a:lnTo>
                    <a:pt x="4045478" y="160573"/>
                  </a:lnTo>
                  <a:lnTo>
                    <a:pt x="4111581" y="162758"/>
                  </a:lnTo>
                  <a:lnTo>
                    <a:pt x="4183125" y="164741"/>
                  </a:lnTo>
                  <a:lnTo>
                    <a:pt x="4260807" y="166542"/>
                  </a:lnTo>
                  <a:lnTo>
                    <a:pt x="4345188" y="168182"/>
                  </a:lnTo>
                  <a:lnTo>
                    <a:pt x="4436597" y="169676"/>
                  </a:lnTo>
                  <a:lnTo>
                    <a:pt x="4535017" y="171038"/>
                  </a:lnTo>
                  <a:lnTo>
                    <a:pt x="4639943" y="172275"/>
                  </a:lnTo>
                  <a:lnTo>
                    <a:pt x="4750233" y="173392"/>
                  </a:lnTo>
                  <a:lnTo>
                    <a:pt x="4863986" y="174390"/>
                  </a:lnTo>
                  <a:lnTo>
                    <a:pt x="4978483" y="175269"/>
                  </a:lnTo>
                  <a:lnTo>
                    <a:pt x="5090262" y="176025"/>
                  </a:lnTo>
                  <a:lnTo>
                    <a:pt x="5195354" y="176657"/>
                  </a:lnTo>
                  <a:lnTo>
                    <a:pt x="5289716" y="177165"/>
                  </a:lnTo>
                  <a:lnTo>
                    <a:pt x="5369797" y="177553"/>
                  </a:lnTo>
                  <a:lnTo>
                    <a:pt x="5433125" y="177830"/>
                  </a:lnTo>
                  <a:lnTo>
                    <a:pt x="5478783" y="178012"/>
                  </a:lnTo>
                  <a:lnTo>
                    <a:pt x="5507643" y="178117"/>
                  </a:lnTo>
                  <a:lnTo>
                    <a:pt x="5522346" y="178166"/>
                  </a:lnTo>
                  <a:lnTo>
                    <a:pt x="5527100" y="178180"/>
                  </a:lnTo>
                  <a:lnTo>
                    <a:pt x="5527445" y="178181"/>
                  </a:lnTo>
                  <a:lnTo>
                    <a:pt x="6522385" y="178181"/>
                  </a:lnTo>
                  <a:lnTo>
                    <a:pt x="6523469" y="178229"/>
                  </a:lnTo>
                  <a:lnTo>
                    <a:pt x="6530630" y="178571"/>
                  </a:lnTo>
                  <a:lnTo>
                    <a:pt x="6548797" y="179514"/>
                  </a:lnTo>
                  <a:lnTo>
                    <a:pt x="6581573" y="181375"/>
                  </a:lnTo>
                  <a:lnTo>
                    <a:pt x="6631024" y="184451"/>
                  </a:lnTo>
                  <a:lnTo>
                    <a:pt x="6697528" y="189001"/>
                  </a:lnTo>
                  <a:lnTo>
                    <a:pt x="6779818" y="195220"/>
                  </a:lnTo>
                  <a:lnTo>
                    <a:pt x="6875256" y="203228"/>
                  </a:lnTo>
                  <a:lnTo>
                    <a:pt x="6980305" y="213074"/>
                  </a:lnTo>
                  <a:lnTo>
                    <a:pt x="7091083" y="224754"/>
                  </a:lnTo>
                  <a:lnTo>
                    <a:pt x="7203868" y="238235"/>
                  </a:lnTo>
                  <a:lnTo>
                    <a:pt x="7315464" y="253480"/>
                  </a:lnTo>
                  <a:lnTo>
                    <a:pt x="7423396" y="270476"/>
                  </a:lnTo>
                  <a:lnTo>
                    <a:pt x="7525954" y="289247"/>
                  </a:lnTo>
                  <a:lnTo>
                    <a:pt x="7622127" y="309866"/>
                  </a:lnTo>
                  <a:lnTo>
                    <a:pt x="7711488" y="332464"/>
                  </a:lnTo>
                  <a:lnTo>
                    <a:pt x="7794055" y="357224"/>
                  </a:lnTo>
                  <a:lnTo>
                    <a:pt x="7870162" y="384385"/>
                  </a:lnTo>
                  <a:lnTo>
                    <a:pt x="7940353" y="414233"/>
                  </a:lnTo>
                  <a:lnTo>
                    <a:pt x="8005295" y="447092"/>
                  </a:lnTo>
                  <a:lnTo>
                    <a:pt x="8065719" y="483304"/>
                  </a:lnTo>
                  <a:lnTo>
                    <a:pt x="8122368" y="523203"/>
                  </a:lnTo>
                  <a:lnTo>
                    <a:pt x="8175962" y="567068"/>
                  </a:lnTo>
                  <a:lnTo>
                    <a:pt x="8227157" y="615049"/>
                  </a:lnTo>
                  <a:lnTo>
                    <a:pt x="8229629" y="617521"/>
                  </a:lnTo>
                  <a:lnTo>
                    <a:pt x="8275023" y="665476"/>
                  </a:lnTo>
                  <a:lnTo>
                    <a:pt x="8319267" y="716980"/>
                  </a:lnTo>
                  <a:lnTo>
                    <a:pt x="8362676" y="772105"/>
                  </a:lnTo>
                  <a:lnTo>
                    <a:pt x="8405504" y="830863"/>
                  </a:lnTo>
                  <a:lnTo>
                    <a:pt x="8447954" y="893203"/>
                  </a:lnTo>
                  <a:lnTo>
                    <a:pt x="8490183" y="959000"/>
                  </a:lnTo>
                  <a:lnTo>
                    <a:pt x="8532308" y="1028057"/>
                  </a:lnTo>
                  <a:lnTo>
                    <a:pt x="8574412" y="1100096"/>
                  </a:lnTo>
                  <a:lnTo>
                    <a:pt x="8616548" y="1174769"/>
                  </a:lnTo>
                  <a:lnTo>
                    <a:pt x="8658742" y="1251654"/>
                  </a:lnTo>
                  <a:lnTo>
                    <a:pt x="8701000" y="1330269"/>
                  </a:lnTo>
                  <a:lnTo>
                    <a:pt x="8743311" y="1410081"/>
                  </a:lnTo>
                  <a:lnTo>
                    <a:pt x="8785653" y="1490522"/>
                  </a:lnTo>
                  <a:lnTo>
                    <a:pt x="8827997" y="1571005"/>
                  </a:lnTo>
                  <a:lnTo>
                    <a:pt x="8870314" y="1650940"/>
                  </a:lnTo>
                  <a:lnTo>
                    <a:pt x="8912581" y="1729757"/>
                  </a:lnTo>
                  <a:lnTo>
                    <a:pt x="8954784" y="1806916"/>
                  </a:lnTo>
                  <a:lnTo>
                    <a:pt x="8996927" y="1881928"/>
                  </a:lnTo>
                  <a:lnTo>
                    <a:pt x="9039033" y="1954362"/>
                  </a:lnTo>
                  <a:lnTo>
                    <a:pt x="9081151" y="2023857"/>
                  </a:lnTo>
                  <a:lnTo>
                    <a:pt x="9123359" y="2090128"/>
                  </a:lnTo>
                  <a:lnTo>
                    <a:pt x="9165769" y="2152964"/>
                  </a:lnTo>
                  <a:lnTo>
                    <a:pt x="9208533" y="2212232"/>
                  </a:lnTo>
                  <a:lnTo>
                    <a:pt x="9251846" y="2267870"/>
                  </a:lnTo>
                  <a:lnTo>
                    <a:pt x="9295954" y="2319881"/>
                  </a:lnTo>
                  <a:lnTo>
                    <a:pt x="9341164" y="2368330"/>
                  </a:lnTo>
                  <a:lnTo>
                    <a:pt x="9347647" y="2374880"/>
                  </a:lnTo>
                  <a:lnTo>
                    <a:pt x="9398740" y="2423065"/>
                  </a:lnTo>
                  <a:lnTo>
                    <a:pt x="9452201" y="2467131"/>
                  </a:lnTo>
                  <a:lnTo>
                    <a:pt x="9508683" y="2507220"/>
                  </a:lnTo>
                  <a:lnTo>
                    <a:pt x="9568904" y="2543606"/>
                  </a:lnTo>
                  <a:lnTo>
                    <a:pt x="9633606" y="2576621"/>
                  </a:lnTo>
                  <a:lnTo>
                    <a:pt x="9703521" y="2606610"/>
                  </a:lnTo>
                  <a:lnTo>
                    <a:pt x="9779322" y="2633896"/>
                  </a:lnTo>
                  <a:lnTo>
                    <a:pt x="9861561" y="2658769"/>
                  </a:lnTo>
                  <a:lnTo>
                    <a:pt x="9950584" y="2681468"/>
                  </a:lnTo>
                  <a:lnTo>
                    <a:pt x="10046427" y="2702182"/>
                  </a:lnTo>
                  <a:lnTo>
                    <a:pt x="10148688" y="2721042"/>
                  </a:lnTo>
                  <a:lnTo>
                    <a:pt x="10256389" y="2738124"/>
                  </a:lnTo>
                  <a:lnTo>
                    <a:pt x="10367856" y="2753456"/>
                  </a:lnTo>
                  <a:lnTo>
                    <a:pt x="10480652" y="2767024"/>
                  </a:lnTo>
                  <a:lnTo>
                    <a:pt x="10591613" y="2778794"/>
                  </a:lnTo>
                  <a:lnTo>
                    <a:pt x="10697036" y="2788731"/>
                  </a:lnTo>
                  <a:lnTo>
                    <a:pt x="10793035" y="2796829"/>
                  </a:lnTo>
                  <a:lnTo>
                    <a:pt x="10876045" y="2803134"/>
                  </a:lnTo>
                  <a:lnTo>
                    <a:pt x="10943370" y="2807762"/>
                  </a:lnTo>
                  <a:lnTo>
                    <a:pt x="10993666" y="2810906"/>
                  </a:lnTo>
                  <a:lnTo>
                    <a:pt x="11027229" y="2812819"/>
                  </a:lnTo>
                  <a:lnTo>
                    <a:pt x="11046044" y="2813801"/>
                  </a:lnTo>
                  <a:lnTo>
                    <a:pt x="11053642" y="2814165"/>
                  </a:lnTo>
                  <a:lnTo>
                    <a:pt x="11054891" y="2814220"/>
                  </a:lnTo>
                  <a:lnTo>
                    <a:pt x="12049831" y="2814220"/>
                  </a:lnTo>
                  <a:lnTo>
                    <a:pt x="12049831" y="2808979"/>
                  </a:lnTo>
                  <a:lnTo>
                    <a:pt x="11054891" y="2808979"/>
                  </a:lnTo>
                  <a:lnTo>
                    <a:pt x="11053807" y="2808931"/>
                  </a:lnTo>
                  <a:lnTo>
                    <a:pt x="11046647" y="2808590"/>
                  </a:lnTo>
                  <a:lnTo>
                    <a:pt x="11028479" y="2807646"/>
                  </a:lnTo>
                  <a:lnTo>
                    <a:pt x="10995703" y="2805786"/>
                  </a:lnTo>
                  <a:lnTo>
                    <a:pt x="10946253" y="2802710"/>
                  </a:lnTo>
                  <a:lnTo>
                    <a:pt x="10879748" y="2798160"/>
                  </a:lnTo>
                  <a:lnTo>
                    <a:pt x="10797458" y="2791941"/>
                  </a:lnTo>
                  <a:lnTo>
                    <a:pt x="10702020" y="2783933"/>
                  </a:lnTo>
                  <a:lnTo>
                    <a:pt x="10596972" y="2774086"/>
                  </a:lnTo>
                  <a:lnTo>
                    <a:pt x="10486194" y="2762406"/>
                  </a:lnTo>
                  <a:lnTo>
                    <a:pt x="10373408" y="2748925"/>
                  </a:lnTo>
                  <a:lnTo>
                    <a:pt x="10261812" y="2733680"/>
                  </a:lnTo>
                  <a:lnTo>
                    <a:pt x="10153880" y="2716684"/>
                  </a:lnTo>
                  <a:lnTo>
                    <a:pt x="10051323" y="2697914"/>
                  </a:lnTo>
                  <a:lnTo>
                    <a:pt x="9955150" y="2677294"/>
                  </a:lnTo>
                  <a:lnTo>
                    <a:pt x="9865789" y="2654696"/>
                  </a:lnTo>
                  <a:lnTo>
                    <a:pt x="9783221" y="2629936"/>
                  </a:lnTo>
                  <a:lnTo>
                    <a:pt x="9707114" y="2602775"/>
                  </a:lnTo>
                  <a:lnTo>
                    <a:pt x="9636924" y="2572927"/>
                  </a:lnTo>
                  <a:lnTo>
                    <a:pt x="9571982" y="2540069"/>
                  </a:lnTo>
                  <a:lnTo>
                    <a:pt x="9511558" y="2503857"/>
                  </a:lnTo>
                  <a:lnTo>
                    <a:pt x="9454909" y="2463958"/>
                  </a:lnTo>
                  <a:lnTo>
                    <a:pt x="9401314" y="2420093"/>
                  </a:lnTo>
                  <a:lnTo>
                    <a:pt x="9350119" y="2372111"/>
                  </a:lnTo>
                  <a:lnTo>
                    <a:pt x="9347647" y="2369640"/>
                  </a:lnTo>
                  <a:lnTo>
                    <a:pt x="9302253" y="2321684"/>
                  </a:lnTo>
                  <a:lnTo>
                    <a:pt x="9258010" y="2270180"/>
                  </a:lnTo>
                  <a:lnTo>
                    <a:pt x="9214601" y="2215056"/>
                  </a:lnTo>
                  <a:lnTo>
                    <a:pt x="9171772" y="2156297"/>
                  </a:lnTo>
                  <a:lnTo>
                    <a:pt x="9129322" y="2093958"/>
                  </a:lnTo>
                  <a:lnTo>
                    <a:pt x="9087093" y="2028160"/>
                  </a:lnTo>
                  <a:lnTo>
                    <a:pt x="9044969" y="1959104"/>
                  </a:lnTo>
                  <a:lnTo>
                    <a:pt x="9002865" y="1887064"/>
                  </a:lnTo>
                  <a:lnTo>
                    <a:pt x="8960729" y="1812391"/>
                  </a:lnTo>
                  <a:lnTo>
                    <a:pt x="8918535" y="1735506"/>
                  </a:lnTo>
                  <a:lnTo>
                    <a:pt x="8876276" y="1656892"/>
                  </a:lnTo>
                  <a:lnTo>
                    <a:pt x="8833965" y="1577080"/>
                  </a:lnTo>
                  <a:lnTo>
                    <a:pt x="8791623" y="1496639"/>
                  </a:lnTo>
                  <a:lnTo>
                    <a:pt x="8749279" y="1416156"/>
                  </a:lnTo>
                  <a:lnTo>
                    <a:pt x="8706962" y="1336220"/>
                  </a:lnTo>
                  <a:lnTo>
                    <a:pt x="8664695" y="1257403"/>
                  </a:lnTo>
                  <a:lnTo>
                    <a:pt x="8622492" y="1180244"/>
                  </a:lnTo>
                  <a:lnTo>
                    <a:pt x="8580349" y="1105232"/>
                  </a:lnTo>
                  <a:lnTo>
                    <a:pt x="8538243" y="1032799"/>
                  </a:lnTo>
                  <a:lnTo>
                    <a:pt x="8496126" y="963303"/>
                  </a:lnTo>
                  <a:lnTo>
                    <a:pt x="8453918" y="897033"/>
                  </a:lnTo>
                  <a:lnTo>
                    <a:pt x="8411508" y="834196"/>
                  </a:lnTo>
                  <a:lnTo>
                    <a:pt x="8368743" y="774928"/>
                  </a:lnTo>
                  <a:lnTo>
                    <a:pt x="8325430" y="719290"/>
                  </a:lnTo>
                  <a:lnTo>
                    <a:pt x="8281322" y="667279"/>
                  </a:lnTo>
                  <a:lnTo>
                    <a:pt x="8236112" y="618830"/>
                  </a:lnTo>
                  <a:lnTo>
                    <a:pt x="8229629" y="612280"/>
                  </a:lnTo>
                  <a:lnTo>
                    <a:pt x="8178537" y="564096"/>
                  </a:lnTo>
                  <a:lnTo>
                    <a:pt x="8125076" y="520030"/>
                  </a:lnTo>
                  <a:lnTo>
                    <a:pt x="8068593" y="479941"/>
                  </a:lnTo>
                  <a:lnTo>
                    <a:pt x="8008373" y="443555"/>
                  </a:lnTo>
                  <a:lnTo>
                    <a:pt x="7943671" y="410539"/>
                  </a:lnTo>
                  <a:lnTo>
                    <a:pt x="7873756" y="380551"/>
                  </a:lnTo>
                  <a:lnTo>
                    <a:pt x="7797954" y="353264"/>
                  </a:lnTo>
                  <a:lnTo>
                    <a:pt x="7715715" y="328391"/>
                  </a:lnTo>
                  <a:lnTo>
                    <a:pt x="7626693" y="305692"/>
                  </a:lnTo>
                  <a:lnTo>
                    <a:pt x="7530849" y="284978"/>
                  </a:lnTo>
                  <a:lnTo>
                    <a:pt x="7428589" y="266119"/>
                  </a:lnTo>
                  <a:lnTo>
                    <a:pt x="7320888" y="249036"/>
                  </a:lnTo>
                  <a:lnTo>
                    <a:pt x="7209420" y="233705"/>
                  </a:lnTo>
                  <a:lnTo>
                    <a:pt x="7096624" y="220136"/>
                  </a:lnTo>
                  <a:lnTo>
                    <a:pt x="6985663" y="208366"/>
                  </a:lnTo>
                  <a:lnTo>
                    <a:pt x="6880240" y="198429"/>
                  </a:lnTo>
                  <a:lnTo>
                    <a:pt x="6784241" y="190331"/>
                  </a:lnTo>
                  <a:lnTo>
                    <a:pt x="6701231" y="184026"/>
                  </a:lnTo>
                  <a:lnTo>
                    <a:pt x="6633906" y="179398"/>
                  </a:lnTo>
                  <a:lnTo>
                    <a:pt x="6583610" y="176255"/>
                  </a:lnTo>
                  <a:lnTo>
                    <a:pt x="6550047" y="174341"/>
                  </a:lnTo>
                  <a:lnTo>
                    <a:pt x="6531232" y="173360"/>
                  </a:lnTo>
                  <a:lnTo>
                    <a:pt x="6523635" y="172996"/>
                  </a:lnTo>
                  <a:lnTo>
                    <a:pt x="6522385" y="172940"/>
                  </a:lnTo>
                  <a:lnTo>
                    <a:pt x="5527445" y="172940"/>
                  </a:lnTo>
                  <a:lnTo>
                    <a:pt x="5526309" y="172937"/>
                  </a:lnTo>
                  <a:lnTo>
                    <a:pt x="5518811" y="172914"/>
                  </a:lnTo>
                  <a:lnTo>
                    <a:pt x="5499810" y="172849"/>
                  </a:lnTo>
                  <a:lnTo>
                    <a:pt x="5465590" y="172721"/>
                  </a:lnTo>
                  <a:lnTo>
                    <a:pt x="5414082" y="172509"/>
                  </a:lnTo>
                  <a:lnTo>
                    <a:pt x="5345015" y="172196"/>
                  </a:lnTo>
                  <a:lnTo>
                    <a:pt x="5259862" y="171769"/>
                  </a:lnTo>
                  <a:lnTo>
                    <a:pt x="5161513" y="171221"/>
                  </a:lnTo>
                  <a:lnTo>
                    <a:pt x="5053750" y="170548"/>
                  </a:lnTo>
                  <a:lnTo>
                    <a:pt x="4940648" y="169751"/>
                  </a:lnTo>
                  <a:lnTo>
                    <a:pt x="4826047" y="168832"/>
                  </a:lnTo>
                  <a:lnTo>
                    <a:pt x="4713181" y="167794"/>
                  </a:lnTo>
                  <a:lnTo>
                    <a:pt x="4604498" y="166637"/>
                  </a:lnTo>
                  <a:lnTo>
                    <a:pt x="4501636" y="165360"/>
                  </a:lnTo>
                  <a:lnTo>
                    <a:pt x="4405511" y="163956"/>
                  </a:lnTo>
                  <a:lnTo>
                    <a:pt x="4316450" y="162414"/>
                  </a:lnTo>
                  <a:lnTo>
                    <a:pt x="4234340" y="160723"/>
                  </a:lnTo>
                  <a:lnTo>
                    <a:pt x="4158762" y="158864"/>
                  </a:lnTo>
                  <a:lnTo>
                    <a:pt x="4089104" y="156817"/>
                  </a:lnTo>
                  <a:lnTo>
                    <a:pt x="4024638" y="154559"/>
                  </a:lnTo>
                  <a:lnTo>
                    <a:pt x="3964589" y="152066"/>
                  </a:lnTo>
                  <a:lnTo>
                    <a:pt x="3908181" y="149317"/>
                  </a:lnTo>
                  <a:lnTo>
                    <a:pt x="3854678" y="146294"/>
                  </a:lnTo>
                  <a:lnTo>
                    <a:pt x="3820202" y="144117"/>
                  </a:lnTo>
                  <a:lnTo>
                    <a:pt x="3758707" y="139777"/>
                  </a:lnTo>
                  <a:lnTo>
                    <a:pt x="3699128" y="135002"/>
                  </a:lnTo>
                  <a:lnTo>
                    <a:pt x="3640752" y="129786"/>
                  </a:lnTo>
                  <a:lnTo>
                    <a:pt x="3583055" y="124136"/>
                  </a:lnTo>
                  <a:lnTo>
                    <a:pt x="3525669" y="118076"/>
                  </a:lnTo>
                  <a:lnTo>
                    <a:pt x="3468350" y="111646"/>
                  </a:lnTo>
                  <a:lnTo>
                    <a:pt x="3410964" y="104905"/>
                  </a:lnTo>
                  <a:lnTo>
                    <a:pt x="3353462" y="97926"/>
                  </a:lnTo>
                  <a:lnTo>
                    <a:pt x="3295861" y="90794"/>
                  </a:lnTo>
                  <a:lnTo>
                    <a:pt x="3238216" y="83603"/>
                  </a:lnTo>
                  <a:lnTo>
                    <a:pt x="3180600" y="76452"/>
                  </a:lnTo>
                  <a:lnTo>
                    <a:pt x="3123075" y="69434"/>
                  </a:lnTo>
                  <a:lnTo>
                    <a:pt x="3065667" y="62638"/>
                  </a:lnTo>
                  <a:lnTo>
                    <a:pt x="3008343" y="56140"/>
                  </a:lnTo>
                  <a:lnTo>
                    <a:pt x="2950986" y="50001"/>
                  </a:lnTo>
                  <a:lnTo>
                    <a:pt x="2893377" y="44265"/>
                  </a:lnTo>
                  <a:lnTo>
                    <a:pt x="2835176" y="38960"/>
                  </a:lnTo>
                  <a:lnTo>
                    <a:pt x="2775891" y="34096"/>
                  </a:lnTo>
                  <a:lnTo>
                    <a:pt x="2714854" y="29669"/>
                  </a:lnTo>
                  <a:lnTo>
                    <a:pt x="2702183" y="28823"/>
                  </a:lnTo>
                  <a:lnTo>
                    <a:pt x="2650251" y="25613"/>
                  </a:lnTo>
                  <a:lnTo>
                    <a:pt x="2595863" y="22682"/>
                  </a:lnTo>
                  <a:lnTo>
                    <a:pt x="2538333" y="20020"/>
                  </a:lnTo>
                  <a:lnTo>
                    <a:pt x="2476907" y="17608"/>
                  </a:lnTo>
                  <a:lnTo>
                    <a:pt x="2410804" y="15422"/>
                  </a:lnTo>
                  <a:lnTo>
                    <a:pt x="2339260" y="13440"/>
                  </a:lnTo>
                  <a:lnTo>
                    <a:pt x="2261578" y="11639"/>
                  </a:lnTo>
                  <a:lnTo>
                    <a:pt x="2177197" y="9999"/>
                  </a:lnTo>
                  <a:lnTo>
                    <a:pt x="2085788" y="8504"/>
                  </a:lnTo>
                  <a:lnTo>
                    <a:pt x="1987368" y="7143"/>
                  </a:lnTo>
                  <a:lnTo>
                    <a:pt x="1882442" y="5906"/>
                  </a:lnTo>
                  <a:lnTo>
                    <a:pt x="1772152" y="4789"/>
                  </a:lnTo>
                  <a:lnTo>
                    <a:pt x="1658399" y="3790"/>
                  </a:lnTo>
                  <a:lnTo>
                    <a:pt x="1543902" y="2912"/>
                  </a:lnTo>
                  <a:lnTo>
                    <a:pt x="1432123" y="2155"/>
                  </a:lnTo>
                  <a:lnTo>
                    <a:pt x="1327031" y="1523"/>
                  </a:lnTo>
                  <a:lnTo>
                    <a:pt x="1232669" y="1016"/>
                  </a:lnTo>
                  <a:lnTo>
                    <a:pt x="1152588" y="628"/>
                  </a:lnTo>
                  <a:lnTo>
                    <a:pt x="1089260" y="350"/>
                  </a:lnTo>
                  <a:lnTo>
                    <a:pt x="1043602" y="169"/>
                  </a:lnTo>
                  <a:lnTo>
                    <a:pt x="1014742" y="64"/>
                  </a:lnTo>
                  <a:lnTo>
                    <a:pt x="1000039" y="15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58" name="pl357"/>
            <p:cNvSpPr/>
            <p:nvPr/>
          </p:nvSpPr>
          <p:spPr>
            <a:xfrm>
              <a:off x="1199187" y="1592988"/>
              <a:ext cx="12049831" cy="2808979"/>
            </a:xfrm>
            <a:custGeom>
              <a:avLst/>
              <a:pathLst>
                <a:path w="12049831" h="2808979">
                  <a:moveTo>
                    <a:pt x="0" y="0"/>
                  </a:moveTo>
                  <a:lnTo>
                    <a:pt x="994940" y="0"/>
                  </a:lnTo>
                  <a:lnTo>
                    <a:pt x="996076" y="3"/>
                  </a:lnTo>
                  <a:lnTo>
                    <a:pt x="1003574" y="26"/>
                  </a:lnTo>
                  <a:lnTo>
                    <a:pt x="1022575" y="91"/>
                  </a:lnTo>
                  <a:lnTo>
                    <a:pt x="1056795" y="219"/>
                  </a:lnTo>
                  <a:lnTo>
                    <a:pt x="1108303" y="431"/>
                  </a:lnTo>
                  <a:lnTo>
                    <a:pt x="1177370" y="744"/>
                  </a:lnTo>
                  <a:lnTo>
                    <a:pt x="1262523" y="1171"/>
                  </a:lnTo>
                  <a:lnTo>
                    <a:pt x="1360872" y="1719"/>
                  </a:lnTo>
                  <a:lnTo>
                    <a:pt x="1468635" y="2392"/>
                  </a:lnTo>
                  <a:lnTo>
                    <a:pt x="1581737" y="3189"/>
                  </a:lnTo>
                  <a:lnTo>
                    <a:pt x="1696338" y="4108"/>
                  </a:lnTo>
                  <a:lnTo>
                    <a:pt x="1809204" y="5146"/>
                  </a:lnTo>
                  <a:lnTo>
                    <a:pt x="1917887" y="6302"/>
                  </a:lnTo>
                  <a:lnTo>
                    <a:pt x="2020749" y="7580"/>
                  </a:lnTo>
                  <a:lnTo>
                    <a:pt x="2116874" y="8984"/>
                  </a:lnTo>
                  <a:lnTo>
                    <a:pt x="2205935" y="10525"/>
                  </a:lnTo>
                  <a:lnTo>
                    <a:pt x="2288045" y="12217"/>
                  </a:lnTo>
                  <a:lnTo>
                    <a:pt x="2363623" y="14076"/>
                  </a:lnTo>
                  <a:lnTo>
                    <a:pt x="2433281" y="16123"/>
                  </a:lnTo>
                  <a:lnTo>
                    <a:pt x="2497747" y="18381"/>
                  </a:lnTo>
                  <a:lnTo>
                    <a:pt x="2557796" y="20874"/>
                  </a:lnTo>
                  <a:lnTo>
                    <a:pt x="2614204" y="23623"/>
                  </a:lnTo>
                  <a:lnTo>
                    <a:pt x="2667707" y="26646"/>
                  </a:lnTo>
                  <a:lnTo>
                    <a:pt x="2702183" y="28823"/>
                  </a:lnTo>
                  <a:lnTo>
                    <a:pt x="2763678" y="33163"/>
                  </a:lnTo>
                  <a:lnTo>
                    <a:pt x="2823257" y="37938"/>
                  </a:lnTo>
                  <a:lnTo>
                    <a:pt x="2881633" y="43154"/>
                  </a:lnTo>
                  <a:lnTo>
                    <a:pt x="2939330" y="48804"/>
                  </a:lnTo>
                  <a:lnTo>
                    <a:pt x="2996716" y="54864"/>
                  </a:lnTo>
                  <a:lnTo>
                    <a:pt x="3054035" y="61294"/>
                  </a:lnTo>
                  <a:lnTo>
                    <a:pt x="3111421" y="68035"/>
                  </a:lnTo>
                  <a:lnTo>
                    <a:pt x="3168923" y="75014"/>
                  </a:lnTo>
                  <a:lnTo>
                    <a:pt x="3226524" y="82146"/>
                  </a:lnTo>
                  <a:lnTo>
                    <a:pt x="3284169" y="89337"/>
                  </a:lnTo>
                  <a:lnTo>
                    <a:pt x="3341785" y="96488"/>
                  </a:lnTo>
                  <a:lnTo>
                    <a:pt x="3399310" y="103506"/>
                  </a:lnTo>
                  <a:lnTo>
                    <a:pt x="3456718" y="110302"/>
                  </a:lnTo>
                  <a:lnTo>
                    <a:pt x="3514042" y="116800"/>
                  </a:lnTo>
                  <a:lnTo>
                    <a:pt x="3571399" y="122939"/>
                  </a:lnTo>
                  <a:lnTo>
                    <a:pt x="3629008" y="128675"/>
                  </a:lnTo>
                  <a:lnTo>
                    <a:pt x="3687209" y="133980"/>
                  </a:lnTo>
                  <a:lnTo>
                    <a:pt x="3746494" y="138844"/>
                  </a:lnTo>
                  <a:lnTo>
                    <a:pt x="3807531" y="143271"/>
                  </a:lnTo>
                  <a:lnTo>
                    <a:pt x="3820202" y="144117"/>
                  </a:lnTo>
                  <a:lnTo>
                    <a:pt x="3872134" y="147327"/>
                  </a:lnTo>
                  <a:lnTo>
                    <a:pt x="3926522" y="150258"/>
                  </a:lnTo>
                  <a:lnTo>
                    <a:pt x="3984052" y="152920"/>
                  </a:lnTo>
                  <a:lnTo>
                    <a:pt x="4045478" y="155332"/>
                  </a:lnTo>
                  <a:lnTo>
                    <a:pt x="4111581" y="157518"/>
                  </a:lnTo>
                  <a:lnTo>
                    <a:pt x="4183125" y="159500"/>
                  </a:lnTo>
                  <a:lnTo>
                    <a:pt x="4260807" y="161301"/>
                  </a:lnTo>
                  <a:lnTo>
                    <a:pt x="4345188" y="162941"/>
                  </a:lnTo>
                  <a:lnTo>
                    <a:pt x="4436597" y="164436"/>
                  </a:lnTo>
                  <a:lnTo>
                    <a:pt x="4535017" y="165797"/>
                  </a:lnTo>
                  <a:lnTo>
                    <a:pt x="4639943" y="167034"/>
                  </a:lnTo>
                  <a:lnTo>
                    <a:pt x="4750233" y="168151"/>
                  </a:lnTo>
                  <a:lnTo>
                    <a:pt x="4863986" y="169150"/>
                  </a:lnTo>
                  <a:lnTo>
                    <a:pt x="4978483" y="170028"/>
                  </a:lnTo>
                  <a:lnTo>
                    <a:pt x="5090262" y="170785"/>
                  </a:lnTo>
                  <a:lnTo>
                    <a:pt x="5195354" y="171416"/>
                  </a:lnTo>
                  <a:lnTo>
                    <a:pt x="5289716" y="171924"/>
                  </a:lnTo>
                  <a:lnTo>
                    <a:pt x="5369797" y="172312"/>
                  </a:lnTo>
                  <a:lnTo>
                    <a:pt x="5433125" y="172589"/>
                  </a:lnTo>
                  <a:lnTo>
                    <a:pt x="5478783" y="172771"/>
                  </a:lnTo>
                  <a:lnTo>
                    <a:pt x="5507643" y="172876"/>
                  </a:lnTo>
                  <a:lnTo>
                    <a:pt x="5522346" y="172925"/>
                  </a:lnTo>
                  <a:lnTo>
                    <a:pt x="5527100" y="172939"/>
                  </a:lnTo>
                  <a:lnTo>
                    <a:pt x="5527445" y="172940"/>
                  </a:lnTo>
                  <a:lnTo>
                    <a:pt x="6522385" y="172940"/>
                  </a:lnTo>
                  <a:lnTo>
                    <a:pt x="6523469" y="172988"/>
                  </a:lnTo>
                  <a:lnTo>
                    <a:pt x="6530630" y="173330"/>
                  </a:lnTo>
                  <a:lnTo>
                    <a:pt x="6548797" y="174274"/>
                  </a:lnTo>
                  <a:lnTo>
                    <a:pt x="6581573" y="176134"/>
                  </a:lnTo>
                  <a:lnTo>
                    <a:pt x="6631024" y="179210"/>
                  </a:lnTo>
                  <a:lnTo>
                    <a:pt x="6697528" y="183760"/>
                  </a:lnTo>
                  <a:lnTo>
                    <a:pt x="6779818" y="189979"/>
                  </a:lnTo>
                  <a:lnTo>
                    <a:pt x="6875256" y="197987"/>
                  </a:lnTo>
                  <a:lnTo>
                    <a:pt x="6980305" y="207833"/>
                  </a:lnTo>
                  <a:lnTo>
                    <a:pt x="7091083" y="219514"/>
                  </a:lnTo>
                  <a:lnTo>
                    <a:pt x="7203868" y="232994"/>
                  </a:lnTo>
                  <a:lnTo>
                    <a:pt x="7315464" y="248240"/>
                  </a:lnTo>
                  <a:lnTo>
                    <a:pt x="7423396" y="265235"/>
                  </a:lnTo>
                  <a:lnTo>
                    <a:pt x="7525954" y="284006"/>
                  </a:lnTo>
                  <a:lnTo>
                    <a:pt x="7622127" y="304626"/>
                  </a:lnTo>
                  <a:lnTo>
                    <a:pt x="7711488" y="327223"/>
                  </a:lnTo>
                  <a:lnTo>
                    <a:pt x="7794055" y="351984"/>
                  </a:lnTo>
                  <a:lnTo>
                    <a:pt x="7870162" y="379145"/>
                  </a:lnTo>
                  <a:lnTo>
                    <a:pt x="7940353" y="408993"/>
                  </a:lnTo>
                  <a:lnTo>
                    <a:pt x="8005295" y="441851"/>
                  </a:lnTo>
                  <a:lnTo>
                    <a:pt x="8065719" y="478063"/>
                  </a:lnTo>
                  <a:lnTo>
                    <a:pt x="8122368" y="517962"/>
                  </a:lnTo>
                  <a:lnTo>
                    <a:pt x="8175962" y="561827"/>
                  </a:lnTo>
                  <a:lnTo>
                    <a:pt x="8227157" y="609809"/>
                  </a:lnTo>
                  <a:lnTo>
                    <a:pt x="8229629" y="612280"/>
                  </a:lnTo>
                  <a:lnTo>
                    <a:pt x="8275023" y="660235"/>
                  </a:lnTo>
                  <a:lnTo>
                    <a:pt x="8319267" y="711739"/>
                  </a:lnTo>
                  <a:lnTo>
                    <a:pt x="8362676" y="766864"/>
                  </a:lnTo>
                  <a:lnTo>
                    <a:pt x="8405504" y="825622"/>
                  </a:lnTo>
                  <a:lnTo>
                    <a:pt x="8447954" y="887962"/>
                  </a:lnTo>
                  <a:lnTo>
                    <a:pt x="8490183" y="953760"/>
                  </a:lnTo>
                  <a:lnTo>
                    <a:pt x="8532308" y="1022816"/>
                  </a:lnTo>
                  <a:lnTo>
                    <a:pt x="8574412" y="1094856"/>
                  </a:lnTo>
                  <a:lnTo>
                    <a:pt x="8616548" y="1169528"/>
                  </a:lnTo>
                  <a:lnTo>
                    <a:pt x="8658742" y="1246413"/>
                  </a:lnTo>
                  <a:lnTo>
                    <a:pt x="8701000" y="1325028"/>
                  </a:lnTo>
                  <a:lnTo>
                    <a:pt x="8743311" y="1404840"/>
                  </a:lnTo>
                  <a:lnTo>
                    <a:pt x="8785653" y="1485281"/>
                  </a:lnTo>
                  <a:lnTo>
                    <a:pt x="8827997" y="1565764"/>
                  </a:lnTo>
                  <a:lnTo>
                    <a:pt x="8870314" y="1645700"/>
                  </a:lnTo>
                  <a:lnTo>
                    <a:pt x="8912581" y="1724516"/>
                  </a:lnTo>
                  <a:lnTo>
                    <a:pt x="8954784" y="1801676"/>
                  </a:lnTo>
                  <a:lnTo>
                    <a:pt x="8996927" y="1876687"/>
                  </a:lnTo>
                  <a:lnTo>
                    <a:pt x="9039033" y="1949121"/>
                  </a:lnTo>
                  <a:lnTo>
                    <a:pt x="9081151" y="2018617"/>
                  </a:lnTo>
                  <a:lnTo>
                    <a:pt x="9123359" y="2084887"/>
                  </a:lnTo>
                  <a:lnTo>
                    <a:pt x="9165769" y="2147724"/>
                  </a:lnTo>
                  <a:lnTo>
                    <a:pt x="9208533" y="2206992"/>
                  </a:lnTo>
                  <a:lnTo>
                    <a:pt x="9251846" y="2262629"/>
                  </a:lnTo>
                  <a:lnTo>
                    <a:pt x="9295954" y="2314641"/>
                  </a:lnTo>
                  <a:lnTo>
                    <a:pt x="9341164" y="2363090"/>
                  </a:lnTo>
                  <a:lnTo>
                    <a:pt x="9347647" y="2369640"/>
                  </a:lnTo>
                  <a:lnTo>
                    <a:pt x="9398740" y="2417824"/>
                  </a:lnTo>
                  <a:lnTo>
                    <a:pt x="9452201" y="2461890"/>
                  </a:lnTo>
                  <a:lnTo>
                    <a:pt x="9508683" y="2501979"/>
                  </a:lnTo>
                  <a:lnTo>
                    <a:pt x="9568904" y="2538365"/>
                  </a:lnTo>
                  <a:lnTo>
                    <a:pt x="9633606" y="2571381"/>
                  </a:lnTo>
                  <a:lnTo>
                    <a:pt x="9703521" y="2601369"/>
                  </a:lnTo>
                  <a:lnTo>
                    <a:pt x="9779322" y="2628656"/>
                  </a:lnTo>
                  <a:lnTo>
                    <a:pt x="9861561" y="2653528"/>
                  </a:lnTo>
                  <a:lnTo>
                    <a:pt x="9950584" y="2676228"/>
                  </a:lnTo>
                  <a:lnTo>
                    <a:pt x="10046427" y="2696941"/>
                  </a:lnTo>
                  <a:lnTo>
                    <a:pt x="10148688" y="2715801"/>
                  </a:lnTo>
                  <a:lnTo>
                    <a:pt x="10256389" y="2732883"/>
                  </a:lnTo>
                  <a:lnTo>
                    <a:pt x="10367856" y="2748215"/>
                  </a:lnTo>
                  <a:lnTo>
                    <a:pt x="10480652" y="2761783"/>
                  </a:lnTo>
                  <a:lnTo>
                    <a:pt x="10591613" y="2773553"/>
                  </a:lnTo>
                  <a:lnTo>
                    <a:pt x="10697036" y="2783491"/>
                  </a:lnTo>
                  <a:lnTo>
                    <a:pt x="10793035" y="2791589"/>
                  </a:lnTo>
                  <a:lnTo>
                    <a:pt x="10876045" y="2797893"/>
                  </a:lnTo>
                  <a:lnTo>
                    <a:pt x="10943370" y="2802522"/>
                  </a:lnTo>
                  <a:lnTo>
                    <a:pt x="10993666" y="2805665"/>
                  </a:lnTo>
                  <a:lnTo>
                    <a:pt x="11027229" y="2807578"/>
                  </a:lnTo>
                  <a:lnTo>
                    <a:pt x="11046044" y="2808560"/>
                  </a:lnTo>
                  <a:lnTo>
                    <a:pt x="11053642" y="2808924"/>
                  </a:lnTo>
                  <a:lnTo>
                    <a:pt x="11054891" y="2808979"/>
                  </a:lnTo>
                  <a:lnTo>
                    <a:pt x="11054891" y="2808979"/>
                  </a:lnTo>
                  <a:lnTo>
                    <a:pt x="12049831" y="2808979"/>
                  </a:lnTo>
                  <a:lnTo>
                    <a:pt x="12049831" y="28089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9" name="pl358"/>
            <p:cNvSpPr/>
            <p:nvPr/>
          </p:nvSpPr>
          <p:spPr>
            <a:xfrm>
              <a:off x="1199187" y="1587747"/>
              <a:ext cx="12049831" cy="2808979"/>
            </a:xfrm>
            <a:custGeom>
              <a:avLst/>
              <a:pathLst>
                <a:path w="12049831" h="2808979">
                  <a:moveTo>
                    <a:pt x="12049831" y="2808979"/>
                  </a:moveTo>
                  <a:lnTo>
                    <a:pt x="11054891" y="2808979"/>
                  </a:lnTo>
                  <a:lnTo>
                    <a:pt x="11053807" y="2808931"/>
                  </a:lnTo>
                  <a:lnTo>
                    <a:pt x="11046647" y="2808590"/>
                  </a:lnTo>
                  <a:lnTo>
                    <a:pt x="11028479" y="2807646"/>
                  </a:lnTo>
                  <a:lnTo>
                    <a:pt x="10995703" y="2805786"/>
                  </a:lnTo>
                  <a:lnTo>
                    <a:pt x="10946253" y="2802710"/>
                  </a:lnTo>
                  <a:lnTo>
                    <a:pt x="10879748" y="2798160"/>
                  </a:lnTo>
                  <a:lnTo>
                    <a:pt x="10797458" y="2791941"/>
                  </a:lnTo>
                  <a:lnTo>
                    <a:pt x="10702020" y="2783933"/>
                  </a:lnTo>
                  <a:lnTo>
                    <a:pt x="10596972" y="2774086"/>
                  </a:lnTo>
                  <a:lnTo>
                    <a:pt x="10486194" y="2762406"/>
                  </a:lnTo>
                  <a:lnTo>
                    <a:pt x="10373408" y="2748925"/>
                  </a:lnTo>
                  <a:lnTo>
                    <a:pt x="10261812" y="2733680"/>
                  </a:lnTo>
                  <a:lnTo>
                    <a:pt x="10153880" y="2716684"/>
                  </a:lnTo>
                  <a:lnTo>
                    <a:pt x="10051323" y="2697914"/>
                  </a:lnTo>
                  <a:lnTo>
                    <a:pt x="9955150" y="2677294"/>
                  </a:lnTo>
                  <a:lnTo>
                    <a:pt x="9865789" y="2654696"/>
                  </a:lnTo>
                  <a:lnTo>
                    <a:pt x="9783221" y="2629936"/>
                  </a:lnTo>
                  <a:lnTo>
                    <a:pt x="9707114" y="2602775"/>
                  </a:lnTo>
                  <a:lnTo>
                    <a:pt x="9636924" y="2572927"/>
                  </a:lnTo>
                  <a:lnTo>
                    <a:pt x="9571982" y="2540069"/>
                  </a:lnTo>
                  <a:lnTo>
                    <a:pt x="9511558" y="2503857"/>
                  </a:lnTo>
                  <a:lnTo>
                    <a:pt x="9454909" y="2463958"/>
                  </a:lnTo>
                  <a:lnTo>
                    <a:pt x="9401314" y="2420093"/>
                  </a:lnTo>
                  <a:lnTo>
                    <a:pt x="9350119" y="2372111"/>
                  </a:lnTo>
                  <a:lnTo>
                    <a:pt x="9347647" y="2369640"/>
                  </a:lnTo>
                  <a:lnTo>
                    <a:pt x="9302253" y="2321684"/>
                  </a:lnTo>
                  <a:lnTo>
                    <a:pt x="9258010" y="2270180"/>
                  </a:lnTo>
                  <a:lnTo>
                    <a:pt x="9214601" y="2215056"/>
                  </a:lnTo>
                  <a:lnTo>
                    <a:pt x="9171772" y="2156297"/>
                  </a:lnTo>
                  <a:lnTo>
                    <a:pt x="9129322" y="2093958"/>
                  </a:lnTo>
                  <a:lnTo>
                    <a:pt x="9087093" y="2028160"/>
                  </a:lnTo>
                  <a:lnTo>
                    <a:pt x="9044969" y="1959104"/>
                  </a:lnTo>
                  <a:lnTo>
                    <a:pt x="9002865" y="1887064"/>
                  </a:lnTo>
                  <a:lnTo>
                    <a:pt x="8960729" y="1812391"/>
                  </a:lnTo>
                  <a:lnTo>
                    <a:pt x="8918535" y="1735506"/>
                  </a:lnTo>
                  <a:lnTo>
                    <a:pt x="8876276" y="1656892"/>
                  </a:lnTo>
                  <a:lnTo>
                    <a:pt x="8833965" y="1577080"/>
                  </a:lnTo>
                  <a:lnTo>
                    <a:pt x="8791623" y="1496639"/>
                  </a:lnTo>
                  <a:lnTo>
                    <a:pt x="8749279" y="1416156"/>
                  </a:lnTo>
                  <a:lnTo>
                    <a:pt x="8706962" y="1336220"/>
                  </a:lnTo>
                  <a:lnTo>
                    <a:pt x="8664695" y="1257403"/>
                  </a:lnTo>
                  <a:lnTo>
                    <a:pt x="8622492" y="1180244"/>
                  </a:lnTo>
                  <a:lnTo>
                    <a:pt x="8580349" y="1105232"/>
                  </a:lnTo>
                  <a:lnTo>
                    <a:pt x="8538243" y="1032799"/>
                  </a:lnTo>
                  <a:lnTo>
                    <a:pt x="8496126" y="963303"/>
                  </a:lnTo>
                  <a:lnTo>
                    <a:pt x="8453918" y="897033"/>
                  </a:lnTo>
                  <a:lnTo>
                    <a:pt x="8411508" y="834196"/>
                  </a:lnTo>
                  <a:lnTo>
                    <a:pt x="8368743" y="774928"/>
                  </a:lnTo>
                  <a:lnTo>
                    <a:pt x="8325430" y="719290"/>
                  </a:lnTo>
                  <a:lnTo>
                    <a:pt x="8281322" y="667279"/>
                  </a:lnTo>
                  <a:lnTo>
                    <a:pt x="8236112" y="618830"/>
                  </a:lnTo>
                  <a:lnTo>
                    <a:pt x="8229629" y="612280"/>
                  </a:lnTo>
                  <a:lnTo>
                    <a:pt x="8178537" y="564096"/>
                  </a:lnTo>
                  <a:lnTo>
                    <a:pt x="8125076" y="520030"/>
                  </a:lnTo>
                  <a:lnTo>
                    <a:pt x="8068593" y="479941"/>
                  </a:lnTo>
                  <a:lnTo>
                    <a:pt x="8008373" y="443555"/>
                  </a:lnTo>
                  <a:lnTo>
                    <a:pt x="7943671" y="410539"/>
                  </a:lnTo>
                  <a:lnTo>
                    <a:pt x="7873756" y="380551"/>
                  </a:lnTo>
                  <a:lnTo>
                    <a:pt x="7797954" y="353264"/>
                  </a:lnTo>
                  <a:lnTo>
                    <a:pt x="7715715" y="328391"/>
                  </a:lnTo>
                  <a:lnTo>
                    <a:pt x="7626693" y="305692"/>
                  </a:lnTo>
                  <a:lnTo>
                    <a:pt x="7530849" y="284978"/>
                  </a:lnTo>
                  <a:lnTo>
                    <a:pt x="7428589" y="266119"/>
                  </a:lnTo>
                  <a:lnTo>
                    <a:pt x="7320888" y="249036"/>
                  </a:lnTo>
                  <a:lnTo>
                    <a:pt x="7209420" y="233705"/>
                  </a:lnTo>
                  <a:lnTo>
                    <a:pt x="7096624" y="220136"/>
                  </a:lnTo>
                  <a:lnTo>
                    <a:pt x="6985663" y="208366"/>
                  </a:lnTo>
                  <a:lnTo>
                    <a:pt x="6880240" y="198429"/>
                  </a:lnTo>
                  <a:lnTo>
                    <a:pt x="6784241" y="190331"/>
                  </a:lnTo>
                  <a:lnTo>
                    <a:pt x="6701231" y="184026"/>
                  </a:lnTo>
                  <a:lnTo>
                    <a:pt x="6633906" y="179398"/>
                  </a:lnTo>
                  <a:lnTo>
                    <a:pt x="6583610" y="176255"/>
                  </a:lnTo>
                  <a:lnTo>
                    <a:pt x="6550047" y="174341"/>
                  </a:lnTo>
                  <a:lnTo>
                    <a:pt x="6531232" y="173360"/>
                  </a:lnTo>
                  <a:lnTo>
                    <a:pt x="6523635" y="172996"/>
                  </a:lnTo>
                  <a:lnTo>
                    <a:pt x="6522386" y="172940"/>
                  </a:lnTo>
                  <a:lnTo>
                    <a:pt x="6522385" y="172940"/>
                  </a:lnTo>
                  <a:lnTo>
                    <a:pt x="5527445" y="172940"/>
                  </a:lnTo>
                  <a:lnTo>
                    <a:pt x="5526309" y="172937"/>
                  </a:lnTo>
                  <a:lnTo>
                    <a:pt x="5518811" y="172914"/>
                  </a:lnTo>
                  <a:lnTo>
                    <a:pt x="5499810" y="172849"/>
                  </a:lnTo>
                  <a:lnTo>
                    <a:pt x="5465590" y="172721"/>
                  </a:lnTo>
                  <a:lnTo>
                    <a:pt x="5414082" y="172509"/>
                  </a:lnTo>
                  <a:lnTo>
                    <a:pt x="5345015" y="172196"/>
                  </a:lnTo>
                  <a:lnTo>
                    <a:pt x="5259862" y="171769"/>
                  </a:lnTo>
                  <a:lnTo>
                    <a:pt x="5161513" y="171221"/>
                  </a:lnTo>
                  <a:lnTo>
                    <a:pt x="5053750" y="170548"/>
                  </a:lnTo>
                  <a:lnTo>
                    <a:pt x="4940648" y="169751"/>
                  </a:lnTo>
                  <a:lnTo>
                    <a:pt x="4826047" y="168832"/>
                  </a:lnTo>
                  <a:lnTo>
                    <a:pt x="4713181" y="167794"/>
                  </a:lnTo>
                  <a:lnTo>
                    <a:pt x="4604498" y="166637"/>
                  </a:lnTo>
                  <a:lnTo>
                    <a:pt x="4501636" y="165360"/>
                  </a:lnTo>
                  <a:lnTo>
                    <a:pt x="4405511" y="163956"/>
                  </a:lnTo>
                  <a:lnTo>
                    <a:pt x="4316450" y="162414"/>
                  </a:lnTo>
                  <a:lnTo>
                    <a:pt x="4234340" y="160723"/>
                  </a:lnTo>
                  <a:lnTo>
                    <a:pt x="4158762" y="158864"/>
                  </a:lnTo>
                  <a:lnTo>
                    <a:pt x="4089104" y="156817"/>
                  </a:lnTo>
                  <a:lnTo>
                    <a:pt x="4024638" y="154559"/>
                  </a:lnTo>
                  <a:lnTo>
                    <a:pt x="3964589" y="152066"/>
                  </a:lnTo>
                  <a:lnTo>
                    <a:pt x="3908181" y="149317"/>
                  </a:lnTo>
                  <a:lnTo>
                    <a:pt x="3854678" y="146294"/>
                  </a:lnTo>
                  <a:lnTo>
                    <a:pt x="3820202" y="144117"/>
                  </a:lnTo>
                  <a:lnTo>
                    <a:pt x="3758707" y="139777"/>
                  </a:lnTo>
                  <a:lnTo>
                    <a:pt x="3699128" y="135002"/>
                  </a:lnTo>
                  <a:lnTo>
                    <a:pt x="3640752" y="129786"/>
                  </a:lnTo>
                  <a:lnTo>
                    <a:pt x="3583055" y="124136"/>
                  </a:lnTo>
                  <a:lnTo>
                    <a:pt x="3525669" y="118076"/>
                  </a:lnTo>
                  <a:lnTo>
                    <a:pt x="3468350" y="111646"/>
                  </a:lnTo>
                  <a:lnTo>
                    <a:pt x="3410964" y="104905"/>
                  </a:lnTo>
                  <a:lnTo>
                    <a:pt x="3353462" y="97926"/>
                  </a:lnTo>
                  <a:lnTo>
                    <a:pt x="3295861" y="90794"/>
                  </a:lnTo>
                  <a:lnTo>
                    <a:pt x="3238216" y="83603"/>
                  </a:lnTo>
                  <a:lnTo>
                    <a:pt x="3180600" y="76452"/>
                  </a:lnTo>
                  <a:lnTo>
                    <a:pt x="3123075" y="69434"/>
                  </a:lnTo>
                  <a:lnTo>
                    <a:pt x="3065667" y="62638"/>
                  </a:lnTo>
                  <a:lnTo>
                    <a:pt x="3008343" y="56140"/>
                  </a:lnTo>
                  <a:lnTo>
                    <a:pt x="2950986" y="50001"/>
                  </a:lnTo>
                  <a:lnTo>
                    <a:pt x="2893377" y="44265"/>
                  </a:lnTo>
                  <a:lnTo>
                    <a:pt x="2835176" y="38960"/>
                  </a:lnTo>
                  <a:lnTo>
                    <a:pt x="2775891" y="34096"/>
                  </a:lnTo>
                  <a:lnTo>
                    <a:pt x="2714854" y="29669"/>
                  </a:lnTo>
                  <a:lnTo>
                    <a:pt x="2702183" y="28823"/>
                  </a:lnTo>
                  <a:lnTo>
                    <a:pt x="2650251" y="25613"/>
                  </a:lnTo>
                  <a:lnTo>
                    <a:pt x="2595863" y="22682"/>
                  </a:lnTo>
                  <a:lnTo>
                    <a:pt x="2538333" y="20020"/>
                  </a:lnTo>
                  <a:lnTo>
                    <a:pt x="2476907" y="17608"/>
                  </a:lnTo>
                  <a:lnTo>
                    <a:pt x="2410804" y="15422"/>
                  </a:lnTo>
                  <a:lnTo>
                    <a:pt x="2339260" y="13440"/>
                  </a:lnTo>
                  <a:lnTo>
                    <a:pt x="2261578" y="11639"/>
                  </a:lnTo>
                  <a:lnTo>
                    <a:pt x="2177197" y="9999"/>
                  </a:lnTo>
                  <a:lnTo>
                    <a:pt x="2085788" y="8504"/>
                  </a:lnTo>
                  <a:lnTo>
                    <a:pt x="1987368" y="7143"/>
                  </a:lnTo>
                  <a:lnTo>
                    <a:pt x="1882442" y="5906"/>
                  </a:lnTo>
                  <a:lnTo>
                    <a:pt x="1772152" y="4789"/>
                  </a:lnTo>
                  <a:lnTo>
                    <a:pt x="1658399" y="3790"/>
                  </a:lnTo>
                  <a:lnTo>
                    <a:pt x="1543902" y="2912"/>
                  </a:lnTo>
                  <a:lnTo>
                    <a:pt x="1432123" y="2155"/>
                  </a:lnTo>
                  <a:lnTo>
                    <a:pt x="1327031" y="1523"/>
                  </a:lnTo>
                  <a:lnTo>
                    <a:pt x="1232669" y="1016"/>
                  </a:lnTo>
                  <a:lnTo>
                    <a:pt x="1152588" y="628"/>
                  </a:lnTo>
                  <a:lnTo>
                    <a:pt x="1089260" y="350"/>
                  </a:lnTo>
                  <a:lnTo>
                    <a:pt x="1043602" y="169"/>
                  </a:lnTo>
                  <a:lnTo>
                    <a:pt x="1014742" y="64"/>
                  </a:lnTo>
                  <a:lnTo>
                    <a:pt x="1000039" y="15"/>
                  </a:lnTo>
                  <a:lnTo>
                    <a:pt x="995285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0" name="pg359"/>
            <p:cNvSpPr/>
            <p:nvPr/>
          </p:nvSpPr>
          <p:spPr>
            <a:xfrm>
              <a:off x="1199187" y="1592988"/>
              <a:ext cx="12049831" cy="3128658"/>
            </a:xfrm>
            <a:custGeom>
              <a:avLst/>
              <a:pathLst>
                <a:path w="12049831" h="3128658">
                  <a:moveTo>
                    <a:pt x="0" y="5240"/>
                  </a:moveTo>
                  <a:lnTo>
                    <a:pt x="994940" y="5240"/>
                  </a:lnTo>
                  <a:lnTo>
                    <a:pt x="996076" y="5244"/>
                  </a:lnTo>
                  <a:lnTo>
                    <a:pt x="1003574" y="5269"/>
                  </a:lnTo>
                  <a:lnTo>
                    <a:pt x="1022574" y="5338"/>
                  </a:lnTo>
                  <a:lnTo>
                    <a:pt x="1056793" y="5473"/>
                  </a:lnTo>
                  <a:lnTo>
                    <a:pt x="1108301" y="5698"/>
                  </a:lnTo>
                  <a:lnTo>
                    <a:pt x="1177366" y="6030"/>
                  </a:lnTo>
                  <a:lnTo>
                    <a:pt x="1262517" y="6482"/>
                  </a:lnTo>
                  <a:lnTo>
                    <a:pt x="1360865" y="7064"/>
                  </a:lnTo>
                  <a:lnTo>
                    <a:pt x="1468626" y="7778"/>
                  </a:lnTo>
                  <a:lnTo>
                    <a:pt x="1581727" y="8623"/>
                  </a:lnTo>
                  <a:lnTo>
                    <a:pt x="1696327" y="9598"/>
                  </a:lnTo>
                  <a:lnTo>
                    <a:pt x="1809192" y="10698"/>
                  </a:lnTo>
                  <a:lnTo>
                    <a:pt x="1917875" y="11925"/>
                  </a:lnTo>
                  <a:lnTo>
                    <a:pt x="2020736" y="13280"/>
                  </a:lnTo>
                  <a:lnTo>
                    <a:pt x="2116862" y="14769"/>
                  </a:lnTo>
                  <a:lnTo>
                    <a:pt x="2205923" y="16404"/>
                  </a:lnTo>
                  <a:lnTo>
                    <a:pt x="2288034" y="18198"/>
                  </a:lnTo>
                  <a:lnTo>
                    <a:pt x="2363611" y="20169"/>
                  </a:lnTo>
                  <a:lnTo>
                    <a:pt x="2433270" y="22340"/>
                  </a:lnTo>
                  <a:lnTo>
                    <a:pt x="2497736" y="24735"/>
                  </a:lnTo>
                  <a:lnTo>
                    <a:pt x="2557786" y="27379"/>
                  </a:lnTo>
                  <a:lnTo>
                    <a:pt x="2614193" y="30295"/>
                  </a:lnTo>
                  <a:lnTo>
                    <a:pt x="2667696" y="33501"/>
                  </a:lnTo>
                  <a:lnTo>
                    <a:pt x="2702183" y="35810"/>
                  </a:lnTo>
                  <a:lnTo>
                    <a:pt x="2763658" y="40412"/>
                  </a:lnTo>
                  <a:lnTo>
                    <a:pt x="2823218" y="45474"/>
                  </a:lnTo>
                  <a:lnTo>
                    <a:pt x="2881576" y="51004"/>
                  </a:lnTo>
                  <a:lnTo>
                    <a:pt x="2939254" y="56994"/>
                  </a:lnTo>
                  <a:lnTo>
                    <a:pt x="2996622" y="63419"/>
                  </a:lnTo>
                  <a:lnTo>
                    <a:pt x="3053922" y="70236"/>
                  </a:lnTo>
                  <a:lnTo>
                    <a:pt x="3111289" y="77382"/>
                  </a:lnTo>
                  <a:lnTo>
                    <a:pt x="3168771" y="84782"/>
                  </a:lnTo>
                  <a:lnTo>
                    <a:pt x="3226354" y="92343"/>
                  </a:lnTo>
                  <a:lnTo>
                    <a:pt x="3283980" y="99967"/>
                  </a:lnTo>
                  <a:lnTo>
                    <a:pt x="3341577" y="107550"/>
                  </a:lnTo>
                  <a:lnTo>
                    <a:pt x="3399084" y="114991"/>
                  </a:lnTo>
                  <a:lnTo>
                    <a:pt x="3456473" y="122197"/>
                  </a:lnTo>
                  <a:lnTo>
                    <a:pt x="3513779" y="129088"/>
                  </a:lnTo>
                  <a:lnTo>
                    <a:pt x="3571117" y="135599"/>
                  </a:lnTo>
                  <a:lnTo>
                    <a:pt x="3628704" y="141683"/>
                  </a:lnTo>
                  <a:lnTo>
                    <a:pt x="3686882" y="147311"/>
                  </a:lnTo>
                  <a:lnTo>
                    <a:pt x="3746139" y="152471"/>
                  </a:lnTo>
                  <a:lnTo>
                    <a:pt x="3807143" y="157167"/>
                  </a:lnTo>
                  <a:lnTo>
                    <a:pt x="3820202" y="158092"/>
                  </a:lnTo>
                  <a:lnTo>
                    <a:pt x="3872133" y="161496"/>
                  </a:lnTo>
                  <a:lnTo>
                    <a:pt x="3926521" y="164605"/>
                  </a:lnTo>
                  <a:lnTo>
                    <a:pt x="3984050" y="167428"/>
                  </a:lnTo>
                  <a:lnTo>
                    <a:pt x="4045476" y="169987"/>
                  </a:lnTo>
                  <a:lnTo>
                    <a:pt x="4111578" y="172305"/>
                  </a:lnTo>
                  <a:lnTo>
                    <a:pt x="4183121" y="174407"/>
                  </a:lnTo>
                  <a:lnTo>
                    <a:pt x="4260802" y="176318"/>
                  </a:lnTo>
                  <a:lnTo>
                    <a:pt x="4345182" y="178057"/>
                  </a:lnTo>
                  <a:lnTo>
                    <a:pt x="4436589" y="179642"/>
                  </a:lnTo>
                  <a:lnTo>
                    <a:pt x="4535008" y="181086"/>
                  </a:lnTo>
                  <a:lnTo>
                    <a:pt x="4639933" y="182398"/>
                  </a:lnTo>
                  <a:lnTo>
                    <a:pt x="4750221" y="183583"/>
                  </a:lnTo>
                  <a:lnTo>
                    <a:pt x="4863973" y="184642"/>
                  </a:lnTo>
                  <a:lnTo>
                    <a:pt x="4978469" y="185574"/>
                  </a:lnTo>
                  <a:lnTo>
                    <a:pt x="5090247" y="186376"/>
                  </a:lnTo>
                  <a:lnTo>
                    <a:pt x="5195340" y="187046"/>
                  </a:lnTo>
                  <a:lnTo>
                    <a:pt x="5289703" y="187584"/>
                  </a:lnTo>
                  <a:lnTo>
                    <a:pt x="5369785" y="187996"/>
                  </a:lnTo>
                  <a:lnTo>
                    <a:pt x="5433116" y="188290"/>
                  </a:lnTo>
                  <a:lnTo>
                    <a:pt x="5478777" y="188483"/>
                  </a:lnTo>
                  <a:lnTo>
                    <a:pt x="5507640" y="188594"/>
                  </a:lnTo>
                  <a:lnTo>
                    <a:pt x="5522344" y="188646"/>
                  </a:lnTo>
                  <a:lnTo>
                    <a:pt x="5527100" y="188661"/>
                  </a:lnTo>
                  <a:lnTo>
                    <a:pt x="5527445" y="188662"/>
                  </a:lnTo>
                  <a:lnTo>
                    <a:pt x="6522385" y="188662"/>
                  </a:lnTo>
                  <a:lnTo>
                    <a:pt x="6523458" y="188715"/>
                  </a:lnTo>
                  <a:lnTo>
                    <a:pt x="6530540" y="189092"/>
                  </a:lnTo>
                  <a:lnTo>
                    <a:pt x="6548517" y="190132"/>
                  </a:lnTo>
                  <a:lnTo>
                    <a:pt x="6580961" y="192184"/>
                  </a:lnTo>
                  <a:lnTo>
                    <a:pt x="6629937" y="195576"/>
                  </a:lnTo>
                  <a:lnTo>
                    <a:pt x="6695850" y="200596"/>
                  </a:lnTo>
                  <a:lnTo>
                    <a:pt x="6777475" y="207458"/>
                  </a:lnTo>
                  <a:lnTo>
                    <a:pt x="6872233" y="216299"/>
                  </a:lnTo>
                  <a:lnTo>
                    <a:pt x="6976642" y="227174"/>
                  </a:lnTo>
                  <a:lnTo>
                    <a:pt x="7086868" y="240081"/>
                  </a:lnTo>
                  <a:lnTo>
                    <a:pt x="7199217" y="254981"/>
                  </a:lnTo>
                  <a:lnTo>
                    <a:pt x="7310503" y="271837"/>
                  </a:lnTo>
                  <a:lnTo>
                    <a:pt x="7418246" y="290630"/>
                  </a:lnTo>
                  <a:lnTo>
                    <a:pt x="7520719" y="311385"/>
                  </a:lnTo>
                  <a:lnTo>
                    <a:pt x="7616893" y="334181"/>
                  </a:lnTo>
                  <a:lnTo>
                    <a:pt x="7706317" y="359157"/>
                  </a:lnTo>
                  <a:lnTo>
                    <a:pt x="7788986" y="386512"/>
                  </a:lnTo>
                  <a:lnTo>
                    <a:pt x="7865216" y="416507"/>
                  </a:lnTo>
                  <a:lnTo>
                    <a:pt x="7935531" y="449454"/>
                  </a:lnTo>
                  <a:lnTo>
                    <a:pt x="8000588" y="485706"/>
                  </a:lnTo>
                  <a:lnTo>
                    <a:pt x="8061104" y="525641"/>
                  </a:lnTo>
                  <a:lnTo>
                    <a:pt x="8117817" y="569631"/>
                  </a:lnTo>
                  <a:lnTo>
                    <a:pt x="8171441" y="617989"/>
                  </a:lnTo>
                  <a:lnTo>
                    <a:pt x="8222630" y="670898"/>
                  </a:lnTo>
                  <a:lnTo>
                    <a:pt x="8229629" y="678662"/>
                  </a:lnTo>
                  <a:lnTo>
                    <a:pt x="8273266" y="729974"/>
                  </a:lnTo>
                  <a:lnTo>
                    <a:pt x="8315829" y="784936"/>
                  </a:lnTo>
                  <a:lnTo>
                    <a:pt x="8357601" y="843622"/>
                  </a:lnTo>
                  <a:lnTo>
                    <a:pt x="8398812" y="906052"/>
                  </a:lnTo>
                  <a:lnTo>
                    <a:pt x="8439648" y="972182"/>
                  </a:lnTo>
                  <a:lnTo>
                    <a:pt x="8480255" y="1041904"/>
                  </a:lnTo>
                  <a:lnTo>
                    <a:pt x="8520743" y="1115036"/>
                  </a:lnTo>
                  <a:lnTo>
                    <a:pt x="8561194" y="1191326"/>
                  </a:lnTo>
                  <a:lnTo>
                    <a:pt x="8601663" y="1270448"/>
                  </a:lnTo>
                  <a:lnTo>
                    <a:pt x="8642179" y="1352009"/>
                  </a:lnTo>
                  <a:lnTo>
                    <a:pt x="8682754" y="1435553"/>
                  </a:lnTo>
                  <a:lnTo>
                    <a:pt x="8723385" y="1520572"/>
                  </a:lnTo>
                  <a:lnTo>
                    <a:pt x="8764054" y="1606518"/>
                  </a:lnTo>
                  <a:lnTo>
                    <a:pt x="8804739" y="1692816"/>
                  </a:lnTo>
                  <a:lnTo>
                    <a:pt x="8845414" y="1778883"/>
                  </a:lnTo>
                  <a:lnTo>
                    <a:pt x="8886054" y="1864142"/>
                  </a:lnTo>
                  <a:lnTo>
                    <a:pt x="8926642" y="1948037"/>
                  </a:lnTo>
                  <a:lnTo>
                    <a:pt x="8967170" y="2030051"/>
                  </a:lnTo>
                  <a:lnTo>
                    <a:pt x="9007646" y="2109717"/>
                  </a:lnTo>
                  <a:lnTo>
                    <a:pt x="9048097" y="2186626"/>
                  </a:lnTo>
                  <a:lnTo>
                    <a:pt x="9088572" y="2260440"/>
                  </a:lnTo>
                  <a:lnTo>
                    <a:pt x="9129146" y="2330890"/>
                  </a:lnTo>
                  <a:lnTo>
                    <a:pt x="9169923" y="2397781"/>
                  </a:lnTo>
                  <a:lnTo>
                    <a:pt x="9211043" y="2460988"/>
                  </a:lnTo>
                  <a:lnTo>
                    <a:pt x="9252680" y="2520455"/>
                  </a:lnTo>
                  <a:lnTo>
                    <a:pt x="9295057" y="2576190"/>
                  </a:lnTo>
                  <a:lnTo>
                    <a:pt x="9338443" y="2628254"/>
                  </a:lnTo>
                  <a:lnTo>
                    <a:pt x="9347647" y="2638659"/>
                  </a:lnTo>
                  <a:lnTo>
                    <a:pt x="9398544" y="2692207"/>
                  </a:lnTo>
                  <a:lnTo>
                    <a:pt x="9451789" y="2741195"/>
                  </a:lnTo>
                  <a:lnTo>
                    <a:pt x="9508028" y="2785779"/>
                  </a:lnTo>
                  <a:lnTo>
                    <a:pt x="9567969" y="2826259"/>
                  </a:lnTo>
                  <a:lnTo>
                    <a:pt x="9632346" y="2863004"/>
                  </a:lnTo>
                  <a:lnTo>
                    <a:pt x="9701885" y="2896390"/>
                  </a:lnTo>
                  <a:lnTo>
                    <a:pt x="9777251" y="2926778"/>
                  </a:lnTo>
                  <a:lnTo>
                    <a:pt x="9858995" y="2954486"/>
                  </a:lnTo>
                  <a:lnTo>
                    <a:pt x="9947466" y="2979781"/>
                  </a:lnTo>
                  <a:lnTo>
                    <a:pt x="10042711" y="3002872"/>
                  </a:lnTo>
                  <a:lnTo>
                    <a:pt x="10144351" y="3023907"/>
                  </a:lnTo>
                  <a:lnTo>
                    <a:pt x="10251444" y="3042972"/>
                  </a:lnTo>
                  <a:lnTo>
                    <a:pt x="10362366" y="3060099"/>
                  </a:lnTo>
                  <a:lnTo>
                    <a:pt x="10474743" y="3075275"/>
                  </a:lnTo>
                  <a:lnTo>
                    <a:pt x="10585480" y="3088462"/>
                  </a:lnTo>
                  <a:lnTo>
                    <a:pt x="10690935" y="3099623"/>
                  </a:lnTo>
                  <a:lnTo>
                    <a:pt x="10787266" y="3108746"/>
                  </a:lnTo>
                  <a:lnTo>
                    <a:pt x="10870909" y="3115880"/>
                  </a:lnTo>
                  <a:lnTo>
                    <a:pt x="10939128" y="3121146"/>
                  </a:lnTo>
                  <a:lnTo>
                    <a:pt x="10990487" y="3124750"/>
                  </a:lnTo>
                  <a:lnTo>
                    <a:pt x="11025156" y="3126970"/>
                  </a:lnTo>
                  <a:lnTo>
                    <a:pt x="11044974" y="3128131"/>
                  </a:lnTo>
                  <a:lnTo>
                    <a:pt x="11053315" y="3128580"/>
                  </a:lnTo>
                  <a:lnTo>
                    <a:pt x="11054891" y="3128658"/>
                  </a:lnTo>
                  <a:lnTo>
                    <a:pt x="12049831" y="3128658"/>
                  </a:lnTo>
                  <a:lnTo>
                    <a:pt x="12049831" y="3123417"/>
                  </a:lnTo>
                  <a:lnTo>
                    <a:pt x="11054891" y="3123417"/>
                  </a:lnTo>
                  <a:lnTo>
                    <a:pt x="11053819" y="3123365"/>
                  </a:lnTo>
                  <a:lnTo>
                    <a:pt x="11046736" y="3122988"/>
                  </a:lnTo>
                  <a:lnTo>
                    <a:pt x="11028760" y="3121947"/>
                  </a:lnTo>
                  <a:lnTo>
                    <a:pt x="10996315" y="3119896"/>
                  </a:lnTo>
                  <a:lnTo>
                    <a:pt x="10947339" y="3116503"/>
                  </a:lnTo>
                  <a:lnTo>
                    <a:pt x="10881427" y="3111484"/>
                  </a:lnTo>
                  <a:lnTo>
                    <a:pt x="10799801" y="3104621"/>
                  </a:lnTo>
                  <a:lnTo>
                    <a:pt x="10705044" y="3095781"/>
                  </a:lnTo>
                  <a:lnTo>
                    <a:pt x="10600634" y="3084905"/>
                  </a:lnTo>
                  <a:lnTo>
                    <a:pt x="10490408" y="3071999"/>
                  </a:lnTo>
                  <a:lnTo>
                    <a:pt x="10378059" y="3057098"/>
                  </a:lnTo>
                  <a:lnTo>
                    <a:pt x="10266773" y="3040243"/>
                  </a:lnTo>
                  <a:lnTo>
                    <a:pt x="10159031" y="3021450"/>
                  </a:lnTo>
                  <a:lnTo>
                    <a:pt x="10056557" y="3000695"/>
                  </a:lnTo>
                  <a:lnTo>
                    <a:pt x="9960383" y="2977899"/>
                  </a:lnTo>
                  <a:lnTo>
                    <a:pt x="9870959" y="2952923"/>
                  </a:lnTo>
                  <a:lnTo>
                    <a:pt x="9788290" y="2925567"/>
                  </a:lnTo>
                  <a:lnTo>
                    <a:pt x="9712061" y="2895572"/>
                  </a:lnTo>
                  <a:lnTo>
                    <a:pt x="9641745" y="2862626"/>
                  </a:lnTo>
                  <a:lnTo>
                    <a:pt x="9576689" y="2826374"/>
                  </a:lnTo>
                  <a:lnTo>
                    <a:pt x="9516172" y="2786439"/>
                  </a:lnTo>
                  <a:lnTo>
                    <a:pt x="9459459" y="2742449"/>
                  </a:lnTo>
                  <a:lnTo>
                    <a:pt x="9405836" y="2694091"/>
                  </a:lnTo>
                  <a:lnTo>
                    <a:pt x="9354646" y="2641181"/>
                  </a:lnTo>
                  <a:lnTo>
                    <a:pt x="9347647" y="2633418"/>
                  </a:lnTo>
                  <a:lnTo>
                    <a:pt x="9304011" y="2582106"/>
                  </a:lnTo>
                  <a:lnTo>
                    <a:pt x="9261448" y="2527144"/>
                  </a:lnTo>
                  <a:lnTo>
                    <a:pt x="9219676" y="2468457"/>
                  </a:lnTo>
                  <a:lnTo>
                    <a:pt x="9178464" y="2406028"/>
                  </a:lnTo>
                  <a:lnTo>
                    <a:pt x="9137628" y="2339897"/>
                  </a:lnTo>
                  <a:lnTo>
                    <a:pt x="9097022" y="2270176"/>
                  </a:lnTo>
                  <a:lnTo>
                    <a:pt x="9056533" y="2197044"/>
                  </a:lnTo>
                  <a:lnTo>
                    <a:pt x="9016082" y="2120754"/>
                  </a:lnTo>
                  <a:lnTo>
                    <a:pt x="8975614" y="2041631"/>
                  </a:lnTo>
                  <a:lnTo>
                    <a:pt x="8935098" y="1960070"/>
                  </a:lnTo>
                  <a:lnTo>
                    <a:pt x="8894522" y="1876526"/>
                  </a:lnTo>
                  <a:lnTo>
                    <a:pt x="8853892" y="1791507"/>
                  </a:lnTo>
                  <a:lnTo>
                    <a:pt x="8813223" y="1705562"/>
                  </a:lnTo>
                  <a:lnTo>
                    <a:pt x="8772538" y="1619263"/>
                  </a:lnTo>
                  <a:lnTo>
                    <a:pt x="8731863" y="1533196"/>
                  </a:lnTo>
                  <a:lnTo>
                    <a:pt x="8691223" y="1447938"/>
                  </a:lnTo>
                  <a:lnTo>
                    <a:pt x="8650635" y="1364043"/>
                  </a:lnTo>
                  <a:lnTo>
                    <a:pt x="8610107" y="1282029"/>
                  </a:lnTo>
                  <a:lnTo>
                    <a:pt x="8569631" y="1202363"/>
                  </a:lnTo>
                  <a:lnTo>
                    <a:pt x="8529179" y="1125453"/>
                  </a:lnTo>
                  <a:lnTo>
                    <a:pt x="8488705" y="1051639"/>
                  </a:lnTo>
                  <a:lnTo>
                    <a:pt x="8448131" y="981189"/>
                  </a:lnTo>
                  <a:lnTo>
                    <a:pt x="8407353" y="914299"/>
                  </a:lnTo>
                  <a:lnTo>
                    <a:pt x="8366234" y="851092"/>
                  </a:lnTo>
                  <a:lnTo>
                    <a:pt x="8324596" y="791625"/>
                  </a:lnTo>
                  <a:lnTo>
                    <a:pt x="8282220" y="735890"/>
                  </a:lnTo>
                  <a:lnTo>
                    <a:pt x="8238834" y="683825"/>
                  </a:lnTo>
                  <a:lnTo>
                    <a:pt x="8229629" y="673421"/>
                  </a:lnTo>
                  <a:lnTo>
                    <a:pt x="8178733" y="619873"/>
                  </a:lnTo>
                  <a:lnTo>
                    <a:pt x="8125487" y="570885"/>
                  </a:lnTo>
                  <a:lnTo>
                    <a:pt x="8069248" y="526301"/>
                  </a:lnTo>
                  <a:lnTo>
                    <a:pt x="8009308" y="485820"/>
                  </a:lnTo>
                  <a:lnTo>
                    <a:pt x="7944930" y="449076"/>
                  </a:lnTo>
                  <a:lnTo>
                    <a:pt x="7875392" y="415689"/>
                  </a:lnTo>
                  <a:lnTo>
                    <a:pt x="7800025" y="385302"/>
                  </a:lnTo>
                  <a:lnTo>
                    <a:pt x="7718282" y="357594"/>
                  </a:lnTo>
                  <a:lnTo>
                    <a:pt x="7629811" y="332298"/>
                  </a:lnTo>
                  <a:lnTo>
                    <a:pt x="7534565" y="309207"/>
                  </a:lnTo>
                  <a:lnTo>
                    <a:pt x="7432925" y="288173"/>
                  </a:lnTo>
                  <a:lnTo>
                    <a:pt x="7325833" y="269108"/>
                  </a:lnTo>
                  <a:lnTo>
                    <a:pt x="7214911" y="251981"/>
                  </a:lnTo>
                  <a:lnTo>
                    <a:pt x="7102534" y="236805"/>
                  </a:lnTo>
                  <a:lnTo>
                    <a:pt x="6991797" y="223617"/>
                  </a:lnTo>
                  <a:lnTo>
                    <a:pt x="6886341" y="212457"/>
                  </a:lnTo>
                  <a:lnTo>
                    <a:pt x="6790011" y="203333"/>
                  </a:lnTo>
                  <a:lnTo>
                    <a:pt x="6706367" y="196200"/>
                  </a:lnTo>
                  <a:lnTo>
                    <a:pt x="6638149" y="190934"/>
                  </a:lnTo>
                  <a:lnTo>
                    <a:pt x="6586790" y="187330"/>
                  </a:lnTo>
                  <a:lnTo>
                    <a:pt x="6552120" y="185110"/>
                  </a:lnTo>
                  <a:lnTo>
                    <a:pt x="6532303" y="183949"/>
                  </a:lnTo>
                  <a:lnTo>
                    <a:pt x="6523962" y="183500"/>
                  </a:lnTo>
                  <a:lnTo>
                    <a:pt x="6522385" y="183422"/>
                  </a:lnTo>
                  <a:lnTo>
                    <a:pt x="5527445" y="183422"/>
                  </a:lnTo>
                  <a:lnTo>
                    <a:pt x="5526309" y="183418"/>
                  </a:lnTo>
                  <a:lnTo>
                    <a:pt x="5518811" y="183393"/>
                  </a:lnTo>
                  <a:lnTo>
                    <a:pt x="5499811" y="183324"/>
                  </a:lnTo>
                  <a:lnTo>
                    <a:pt x="5465592" y="183188"/>
                  </a:lnTo>
                  <a:lnTo>
                    <a:pt x="5414084" y="182964"/>
                  </a:lnTo>
                  <a:lnTo>
                    <a:pt x="5345019" y="182632"/>
                  </a:lnTo>
                  <a:lnTo>
                    <a:pt x="5259868" y="182180"/>
                  </a:lnTo>
                  <a:lnTo>
                    <a:pt x="5161520" y="181598"/>
                  </a:lnTo>
                  <a:lnTo>
                    <a:pt x="5053759" y="180884"/>
                  </a:lnTo>
                  <a:lnTo>
                    <a:pt x="4940658" y="180039"/>
                  </a:lnTo>
                  <a:lnTo>
                    <a:pt x="4826058" y="179064"/>
                  </a:lnTo>
                  <a:lnTo>
                    <a:pt x="4713193" y="177964"/>
                  </a:lnTo>
                  <a:lnTo>
                    <a:pt x="4604510" y="176737"/>
                  </a:lnTo>
                  <a:lnTo>
                    <a:pt x="4501649" y="175382"/>
                  </a:lnTo>
                  <a:lnTo>
                    <a:pt x="4405523" y="173892"/>
                  </a:lnTo>
                  <a:lnTo>
                    <a:pt x="4316462" y="172258"/>
                  </a:lnTo>
                  <a:lnTo>
                    <a:pt x="4234351" y="170464"/>
                  </a:lnTo>
                  <a:lnTo>
                    <a:pt x="4158774" y="168493"/>
                  </a:lnTo>
                  <a:lnTo>
                    <a:pt x="4089115" y="166321"/>
                  </a:lnTo>
                  <a:lnTo>
                    <a:pt x="4024649" y="163927"/>
                  </a:lnTo>
                  <a:lnTo>
                    <a:pt x="3964599" y="161283"/>
                  </a:lnTo>
                  <a:lnTo>
                    <a:pt x="3908192" y="158367"/>
                  </a:lnTo>
                  <a:lnTo>
                    <a:pt x="3854689" y="155161"/>
                  </a:lnTo>
                  <a:lnTo>
                    <a:pt x="3820202" y="152851"/>
                  </a:lnTo>
                  <a:lnTo>
                    <a:pt x="3758727" y="148250"/>
                  </a:lnTo>
                  <a:lnTo>
                    <a:pt x="3699167" y="143188"/>
                  </a:lnTo>
                  <a:lnTo>
                    <a:pt x="3640809" y="137658"/>
                  </a:lnTo>
                  <a:lnTo>
                    <a:pt x="3583131" y="131667"/>
                  </a:lnTo>
                  <a:lnTo>
                    <a:pt x="3525763" y="125243"/>
                  </a:lnTo>
                  <a:lnTo>
                    <a:pt x="3468463" y="118426"/>
                  </a:lnTo>
                  <a:lnTo>
                    <a:pt x="3411096" y="111280"/>
                  </a:lnTo>
                  <a:lnTo>
                    <a:pt x="3353614" y="103880"/>
                  </a:lnTo>
                  <a:lnTo>
                    <a:pt x="3296031" y="96319"/>
                  </a:lnTo>
                  <a:lnTo>
                    <a:pt x="3238405" y="88695"/>
                  </a:lnTo>
                  <a:lnTo>
                    <a:pt x="3180808" y="81112"/>
                  </a:lnTo>
                  <a:lnTo>
                    <a:pt x="3123301" y="73671"/>
                  </a:lnTo>
                  <a:lnTo>
                    <a:pt x="3065912" y="66465"/>
                  </a:lnTo>
                  <a:lnTo>
                    <a:pt x="3008606" y="59574"/>
                  </a:lnTo>
                  <a:lnTo>
                    <a:pt x="2951268" y="53063"/>
                  </a:lnTo>
                  <a:lnTo>
                    <a:pt x="2893681" y="46979"/>
                  </a:lnTo>
                  <a:lnTo>
                    <a:pt x="2835503" y="41351"/>
                  </a:lnTo>
                  <a:lnTo>
                    <a:pt x="2776246" y="36191"/>
                  </a:lnTo>
                  <a:lnTo>
                    <a:pt x="2715242" y="31495"/>
                  </a:lnTo>
                  <a:lnTo>
                    <a:pt x="2702183" y="30570"/>
                  </a:lnTo>
                  <a:lnTo>
                    <a:pt x="2650252" y="27165"/>
                  </a:lnTo>
                  <a:lnTo>
                    <a:pt x="2595864" y="24057"/>
                  </a:lnTo>
                  <a:lnTo>
                    <a:pt x="2538335" y="21233"/>
                  </a:lnTo>
                  <a:lnTo>
                    <a:pt x="2476909" y="18675"/>
                  </a:lnTo>
                  <a:lnTo>
                    <a:pt x="2410807" y="16357"/>
                  </a:lnTo>
                  <a:lnTo>
                    <a:pt x="2339264" y="14255"/>
                  </a:lnTo>
                  <a:lnTo>
                    <a:pt x="2261583" y="12344"/>
                  </a:lnTo>
                  <a:lnTo>
                    <a:pt x="2177203" y="10605"/>
                  </a:lnTo>
                  <a:lnTo>
                    <a:pt x="2085796" y="9020"/>
                  </a:lnTo>
                  <a:lnTo>
                    <a:pt x="1987377" y="7576"/>
                  </a:lnTo>
                  <a:lnTo>
                    <a:pt x="1882452" y="6264"/>
                  </a:lnTo>
                  <a:lnTo>
                    <a:pt x="1772164" y="5079"/>
                  </a:lnTo>
                  <a:lnTo>
                    <a:pt x="1658412" y="4020"/>
                  </a:lnTo>
                  <a:lnTo>
                    <a:pt x="1543916" y="3088"/>
                  </a:lnTo>
                  <a:lnTo>
                    <a:pt x="1432138" y="2286"/>
                  </a:lnTo>
                  <a:lnTo>
                    <a:pt x="1327045" y="1616"/>
                  </a:lnTo>
                  <a:lnTo>
                    <a:pt x="1232682" y="1078"/>
                  </a:lnTo>
                  <a:lnTo>
                    <a:pt x="1152600" y="666"/>
                  </a:lnTo>
                  <a:lnTo>
                    <a:pt x="1089269" y="372"/>
                  </a:lnTo>
                  <a:lnTo>
                    <a:pt x="1043608" y="179"/>
                  </a:lnTo>
                  <a:lnTo>
                    <a:pt x="1014745" y="68"/>
                  </a:lnTo>
                  <a:lnTo>
                    <a:pt x="1000041" y="16"/>
                  </a:lnTo>
                  <a:lnTo>
                    <a:pt x="995285" y="1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61" name="pl360"/>
            <p:cNvSpPr/>
            <p:nvPr/>
          </p:nvSpPr>
          <p:spPr>
            <a:xfrm>
              <a:off x="1199187" y="1598228"/>
              <a:ext cx="12049831" cy="3123417"/>
            </a:xfrm>
            <a:custGeom>
              <a:avLst/>
              <a:pathLst>
                <a:path w="12049831" h="3123417">
                  <a:moveTo>
                    <a:pt x="0" y="0"/>
                  </a:moveTo>
                  <a:lnTo>
                    <a:pt x="994940" y="0"/>
                  </a:lnTo>
                  <a:lnTo>
                    <a:pt x="996076" y="3"/>
                  </a:lnTo>
                  <a:lnTo>
                    <a:pt x="1003574" y="28"/>
                  </a:lnTo>
                  <a:lnTo>
                    <a:pt x="1022574" y="97"/>
                  </a:lnTo>
                  <a:lnTo>
                    <a:pt x="1056793" y="233"/>
                  </a:lnTo>
                  <a:lnTo>
                    <a:pt x="1108301" y="457"/>
                  </a:lnTo>
                  <a:lnTo>
                    <a:pt x="1177366" y="789"/>
                  </a:lnTo>
                  <a:lnTo>
                    <a:pt x="1262517" y="1241"/>
                  </a:lnTo>
                  <a:lnTo>
                    <a:pt x="1360865" y="1823"/>
                  </a:lnTo>
                  <a:lnTo>
                    <a:pt x="1468626" y="2537"/>
                  </a:lnTo>
                  <a:lnTo>
                    <a:pt x="1581727" y="3383"/>
                  </a:lnTo>
                  <a:lnTo>
                    <a:pt x="1696327" y="4357"/>
                  </a:lnTo>
                  <a:lnTo>
                    <a:pt x="1809192" y="5458"/>
                  </a:lnTo>
                  <a:lnTo>
                    <a:pt x="1917875" y="6684"/>
                  </a:lnTo>
                  <a:lnTo>
                    <a:pt x="2020736" y="8039"/>
                  </a:lnTo>
                  <a:lnTo>
                    <a:pt x="2116862" y="9529"/>
                  </a:lnTo>
                  <a:lnTo>
                    <a:pt x="2205923" y="11163"/>
                  </a:lnTo>
                  <a:lnTo>
                    <a:pt x="2288034" y="12957"/>
                  </a:lnTo>
                  <a:lnTo>
                    <a:pt x="2363611" y="14929"/>
                  </a:lnTo>
                  <a:lnTo>
                    <a:pt x="2433270" y="17100"/>
                  </a:lnTo>
                  <a:lnTo>
                    <a:pt x="2497736" y="19495"/>
                  </a:lnTo>
                  <a:lnTo>
                    <a:pt x="2557786" y="22138"/>
                  </a:lnTo>
                  <a:lnTo>
                    <a:pt x="2614193" y="25054"/>
                  </a:lnTo>
                  <a:lnTo>
                    <a:pt x="2667696" y="28260"/>
                  </a:lnTo>
                  <a:lnTo>
                    <a:pt x="2702183" y="30570"/>
                  </a:lnTo>
                  <a:lnTo>
                    <a:pt x="2763658" y="35171"/>
                  </a:lnTo>
                  <a:lnTo>
                    <a:pt x="2823218" y="40233"/>
                  </a:lnTo>
                  <a:lnTo>
                    <a:pt x="2881576" y="45764"/>
                  </a:lnTo>
                  <a:lnTo>
                    <a:pt x="2939254" y="51754"/>
                  </a:lnTo>
                  <a:lnTo>
                    <a:pt x="2996622" y="58179"/>
                  </a:lnTo>
                  <a:lnTo>
                    <a:pt x="3053922" y="64995"/>
                  </a:lnTo>
                  <a:lnTo>
                    <a:pt x="3111289" y="72142"/>
                  </a:lnTo>
                  <a:lnTo>
                    <a:pt x="3168771" y="79541"/>
                  </a:lnTo>
                  <a:lnTo>
                    <a:pt x="3226354" y="87102"/>
                  </a:lnTo>
                  <a:lnTo>
                    <a:pt x="3283980" y="94726"/>
                  </a:lnTo>
                  <a:lnTo>
                    <a:pt x="3341577" y="102309"/>
                  </a:lnTo>
                  <a:lnTo>
                    <a:pt x="3399084" y="109750"/>
                  </a:lnTo>
                  <a:lnTo>
                    <a:pt x="3456473" y="116957"/>
                  </a:lnTo>
                  <a:lnTo>
                    <a:pt x="3513779" y="123848"/>
                  </a:lnTo>
                  <a:lnTo>
                    <a:pt x="3571117" y="130358"/>
                  </a:lnTo>
                  <a:lnTo>
                    <a:pt x="3628704" y="136442"/>
                  </a:lnTo>
                  <a:lnTo>
                    <a:pt x="3686882" y="142070"/>
                  </a:lnTo>
                  <a:lnTo>
                    <a:pt x="3746139" y="147230"/>
                  </a:lnTo>
                  <a:lnTo>
                    <a:pt x="3807143" y="151926"/>
                  </a:lnTo>
                  <a:lnTo>
                    <a:pt x="3820202" y="152851"/>
                  </a:lnTo>
                  <a:lnTo>
                    <a:pt x="3872133" y="156256"/>
                  </a:lnTo>
                  <a:lnTo>
                    <a:pt x="3926521" y="159364"/>
                  </a:lnTo>
                  <a:lnTo>
                    <a:pt x="3984050" y="162188"/>
                  </a:lnTo>
                  <a:lnTo>
                    <a:pt x="4045476" y="164746"/>
                  </a:lnTo>
                  <a:lnTo>
                    <a:pt x="4111578" y="167064"/>
                  </a:lnTo>
                  <a:lnTo>
                    <a:pt x="4183121" y="169167"/>
                  </a:lnTo>
                  <a:lnTo>
                    <a:pt x="4260802" y="171077"/>
                  </a:lnTo>
                  <a:lnTo>
                    <a:pt x="4345182" y="172816"/>
                  </a:lnTo>
                  <a:lnTo>
                    <a:pt x="4436589" y="174401"/>
                  </a:lnTo>
                  <a:lnTo>
                    <a:pt x="4535008" y="175845"/>
                  </a:lnTo>
                  <a:lnTo>
                    <a:pt x="4639933" y="177157"/>
                  </a:lnTo>
                  <a:lnTo>
                    <a:pt x="4750221" y="178342"/>
                  </a:lnTo>
                  <a:lnTo>
                    <a:pt x="4863973" y="179401"/>
                  </a:lnTo>
                  <a:lnTo>
                    <a:pt x="4978469" y="180333"/>
                  </a:lnTo>
                  <a:lnTo>
                    <a:pt x="5090247" y="181135"/>
                  </a:lnTo>
                  <a:lnTo>
                    <a:pt x="5195340" y="181805"/>
                  </a:lnTo>
                  <a:lnTo>
                    <a:pt x="5289703" y="182344"/>
                  </a:lnTo>
                  <a:lnTo>
                    <a:pt x="5369785" y="182755"/>
                  </a:lnTo>
                  <a:lnTo>
                    <a:pt x="5433116" y="183049"/>
                  </a:lnTo>
                  <a:lnTo>
                    <a:pt x="5478777" y="183242"/>
                  </a:lnTo>
                  <a:lnTo>
                    <a:pt x="5507640" y="183353"/>
                  </a:lnTo>
                  <a:lnTo>
                    <a:pt x="5522344" y="183405"/>
                  </a:lnTo>
                  <a:lnTo>
                    <a:pt x="5527100" y="183421"/>
                  </a:lnTo>
                  <a:lnTo>
                    <a:pt x="5527445" y="183422"/>
                  </a:lnTo>
                  <a:lnTo>
                    <a:pt x="6522385" y="183422"/>
                  </a:lnTo>
                  <a:lnTo>
                    <a:pt x="6523458" y="183475"/>
                  </a:lnTo>
                  <a:lnTo>
                    <a:pt x="6530540" y="183851"/>
                  </a:lnTo>
                  <a:lnTo>
                    <a:pt x="6548517" y="184892"/>
                  </a:lnTo>
                  <a:lnTo>
                    <a:pt x="6580961" y="186943"/>
                  </a:lnTo>
                  <a:lnTo>
                    <a:pt x="6629937" y="190336"/>
                  </a:lnTo>
                  <a:lnTo>
                    <a:pt x="6695850" y="195355"/>
                  </a:lnTo>
                  <a:lnTo>
                    <a:pt x="6777475" y="202218"/>
                  </a:lnTo>
                  <a:lnTo>
                    <a:pt x="6872233" y="211059"/>
                  </a:lnTo>
                  <a:lnTo>
                    <a:pt x="6976642" y="221934"/>
                  </a:lnTo>
                  <a:lnTo>
                    <a:pt x="7086868" y="234840"/>
                  </a:lnTo>
                  <a:lnTo>
                    <a:pt x="7199217" y="249741"/>
                  </a:lnTo>
                  <a:lnTo>
                    <a:pt x="7310503" y="266596"/>
                  </a:lnTo>
                  <a:lnTo>
                    <a:pt x="7418246" y="285389"/>
                  </a:lnTo>
                  <a:lnTo>
                    <a:pt x="7520719" y="306144"/>
                  </a:lnTo>
                  <a:lnTo>
                    <a:pt x="7616893" y="328940"/>
                  </a:lnTo>
                  <a:lnTo>
                    <a:pt x="7706317" y="353916"/>
                  </a:lnTo>
                  <a:lnTo>
                    <a:pt x="7788986" y="381272"/>
                  </a:lnTo>
                  <a:lnTo>
                    <a:pt x="7865216" y="411267"/>
                  </a:lnTo>
                  <a:lnTo>
                    <a:pt x="7935531" y="444213"/>
                  </a:lnTo>
                  <a:lnTo>
                    <a:pt x="8000588" y="480465"/>
                  </a:lnTo>
                  <a:lnTo>
                    <a:pt x="8061104" y="520401"/>
                  </a:lnTo>
                  <a:lnTo>
                    <a:pt x="8117817" y="564390"/>
                  </a:lnTo>
                  <a:lnTo>
                    <a:pt x="8171441" y="612749"/>
                  </a:lnTo>
                  <a:lnTo>
                    <a:pt x="8222630" y="665658"/>
                  </a:lnTo>
                  <a:lnTo>
                    <a:pt x="8229629" y="673421"/>
                  </a:lnTo>
                  <a:lnTo>
                    <a:pt x="8273266" y="724733"/>
                  </a:lnTo>
                  <a:lnTo>
                    <a:pt x="8315829" y="779696"/>
                  </a:lnTo>
                  <a:lnTo>
                    <a:pt x="8357601" y="838382"/>
                  </a:lnTo>
                  <a:lnTo>
                    <a:pt x="8398812" y="900811"/>
                  </a:lnTo>
                  <a:lnTo>
                    <a:pt x="8439648" y="966942"/>
                  </a:lnTo>
                  <a:lnTo>
                    <a:pt x="8480255" y="1036663"/>
                  </a:lnTo>
                  <a:lnTo>
                    <a:pt x="8520743" y="1109795"/>
                  </a:lnTo>
                  <a:lnTo>
                    <a:pt x="8561194" y="1186085"/>
                  </a:lnTo>
                  <a:lnTo>
                    <a:pt x="8601663" y="1265208"/>
                  </a:lnTo>
                  <a:lnTo>
                    <a:pt x="8642179" y="1346769"/>
                  </a:lnTo>
                  <a:lnTo>
                    <a:pt x="8682754" y="1430313"/>
                  </a:lnTo>
                  <a:lnTo>
                    <a:pt x="8723385" y="1515332"/>
                  </a:lnTo>
                  <a:lnTo>
                    <a:pt x="8764054" y="1601277"/>
                  </a:lnTo>
                  <a:lnTo>
                    <a:pt x="8804739" y="1687576"/>
                  </a:lnTo>
                  <a:lnTo>
                    <a:pt x="8845414" y="1773643"/>
                  </a:lnTo>
                  <a:lnTo>
                    <a:pt x="8886054" y="1858901"/>
                  </a:lnTo>
                  <a:lnTo>
                    <a:pt x="8926642" y="1942796"/>
                  </a:lnTo>
                  <a:lnTo>
                    <a:pt x="8967170" y="2024810"/>
                  </a:lnTo>
                  <a:lnTo>
                    <a:pt x="9007646" y="2104476"/>
                  </a:lnTo>
                  <a:lnTo>
                    <a:pt x="9048097" y="2181386"/>
                  </a:lnTo>
                  <a:lnTo>
                    <a:pt x="9088572" y="2255200"/>
                  </a:lnTo>
                  <a:lnTo>
                    <a:pt x="9129146" y="2325650"/>
                  </a:lnTo>
                  <a:lnTo>
                    <a:pt x="9169923" y="2392540"/>
                  </a:lnTo>
                  <a:lnTo>
                    <a:pt x="9211043" y="2455747"/>
                  </a:lnTo>
                  <a:lnTo>
                    <a:pt x="9252680" y="2515215"/>
                  </a:lnTo>
                  <a:lnTo>
                    <a:pt x="9295057" y="2570949"/>
                  </a:lnTo>
                  <a:lnTo>
                    <a:pt x="9338443" y="2623014"/>
                  </a:lnTo>
                  <a:lnTo>
                    <a:pt x="9347647" y="2633418"/>
                  </a:lnTo>
                  <a:lnTo>
                    <a:pt x="9398544" y="2686966"/>
                  </a:lnTo>
                  <a:lnTo>
                    <a:pt x="9451789" y="2735954"/>
                  </a:lnTo>
                  <a:lnTo>
                    <a:pt x="9508028" y="2780538"/>
                  </a:lnTo>
                  <a:lnTo>
                    <a:pt x="9567969" y="2821019"/>
                  </a:lnTo>
                  <a:lnTo>
                    <a:pt x="9632346" y="2857763"/>
                  </a:lnTo>
                  <a:lnTo>
                    <a:pt x="9701885" y="2891150"/>
                  </a:lnTo>
                  <a:lnTo>
                    <a:pt x="9777251" y="2921537"/>
                  </a:lnTo>
                  <a:lnTo>
                    <a:pt x="9858995" y="2949245"/>
                  </a:lnTo>
                  <a:lnTo>
                    <a:pt x="9947466" y="2974541"/>
                  </a:lnTo>
                  <a:lnTo>
                    <a:pt x="10042711" y="2997632"/>
                  </a:lnTo>
                  <a:lnTo>
                    <a:pt x="10144351" y="3018666"/>
                  </a:lnTo>
                  <a:lnTo>
                    <a:pt x="10251444" y="3037731"/>
                  </a:lnTo>
                  <a:lnTo>
                    <a:pt x="10362366" y="3054858"/>
                  </a:lnTo>
                  <a:lnTo>
                    <a:pt x="10474743" y="3070034"/>
                  </a:lnTo>
                  <a:lnTo>
                    <a:pt x="10585480" y="3083222"/>
                  </a:lnTo>
                  <a:lnTo>
                    <a:pt x="10690935" y="3094382"/>
                  </a:lnTo>
                  <a:lnTo>
                    <a:pt x="10787266" y="3103506"/>
                  </a:lnTo>
                  <a:lnTo>
                    <a:pt x="10870909" y="3110639"/>
                  </a:lnTo>
                  <a:lnTo>
                    <a:pt x="10939128" y="3115905"/>
                  </a:lnTo>
                  <a:lnTo>
                    <a:pt x="10990487" y="3119509"/>
                  </a:lnTo>
                  <a:lnTo>
                    <a:pt x="11025156" y="3121729"/>
                  </a:lnTo>
                  <a:lnTo>
                    <a:pt x="11044974" y="3122890"/>
                  </a:lnTo>
                  <a:lnTo>
                    <a:pt x="11053315" y="3123339"/>
                  </a:lnTo>
                  <a:lnTo>
                    <a:pt x="11054888" y="3123417"/>
                  </a:lnTo>
                  <a:lnTo>
                    <a:pt x="11054891" y="3123417"/>
                  </a:lnTo>
                  <a:lnTo>
                    <a:pt x="12049831" y="3123417"/>
                  </a:lnTo>
                  <a:lnTo>
                    <a:pt x="12049831" y="31234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2" name="pl361"/>
            <p:cNvSpPr/>
            <p:nvPr/>
          </p:nvSpPr>
          <p:spPr>
            <a:xfrm>
              <a:off x="1199187" y="1592988"/>
              <a:ext cx="12049831" cy="3123417"/>
            </a:xfrm>
            <a:custGeom>
              <a:avLst/>
              <a:pathLst>
                <a:path w="12049831" h="3123417">
                  <a:moveTo>
                    <a:pt x="12049831" y="3123417"/>
                  </a:moveTo>
                  <a:lnTo>
                    <a:pt x="11054891" y="3123417"/>
                  </a:lnTo>
                  <a:lnTo>
                    <a:pt x="11053819" y="3123365"/>
                  </a:lnTo>
                  <a:lnTo>
                    <a:pt x="11046736" y="3122988"/>
                  </a:lnTo>
                  <a:lnTo>
                    <a:pt x="11028760" y="3121947"/>
                  </a:lnTo>
                  <a:lnTo>
                    <a:pt x="10996315" y="3119896"/>
                  </a:lnTo>
                  <a:lnTo>
                    <a:pt x="10947339" y="3116503"/>
                  </a:lnTo>
                  <a:lnTo>
                    <a:pt x="10881427" y="3111484"/>
                  </a:lnTo>
                  <a:lnTo>
                    <a:pt x="10799801" y="3104621"/>
                  </a:lnTo>
                  <a:lnTo>
                    <a:pt x="10705044" y="3095781"/>
                  </a:lnTo>
                  <a:lnTo>
                    <a:pt x="10600634" y="3084905"/>
                  </a:lnTo>
                  <a:lnTo>
                    <a:pt x="10490408" y="3071999"/>
                  </a:lnTo>
                  <a:lnTo>
                    <a:pt x="10378059" y="3057098"/>
                  </a:lnTo>
                  <a:lnTo>
                    <a:pt x="10266773" y="3040243"/>
                  </a:lnTo>
                  <a:lnTo>
                    <a:pt x="10159031" y="3021450"/>
                  </a:lnTo>
                  <a:lnTo>
                    <a:pt x="10056557" y="3000695"/>
                  </a:lnTo>
                  <a:lnTo>
                    <a:pt x="9960383" y="2977899"/>
                  </a:lnTo>
                  <a:lnTo>
                    <a:pt x="9870959" y="2952923"/>
                  </a:lnTo>
                  <a:lnTo>
                    <a:pt x="9788290" y="2925567"/>
                  </a:lnTo>
                  <a:lnTo>
                    <a:pt x="9712061" y="2895572"/>
                  </a:lnTo>
                  <a:lnTo>
                    <a:pt x="9641745" y="2862626"/>
                  </a:lnTo>
                  <a:lnTo>
                    <a:pt x="9576689" y="2826374"/>
                  </a:lnTo>
                  <a:lnTo>
                    <a:pt x="9516172" y="2786439"/>
                  </a:lnTo>
                  <a:lnTo>
                    <a:pt x="9459459" y="2742449"/>
                  </a:lnTo>
                  <a:lnTo>
                    <a:pt x="9405836" y="2694091"/>
                  </a:lnTo>
                  <a:lnTo>
                    <a:pt x="9354646" y="2641181"/>
                  </a:lnTo>
                  <a:lnTo>
                    <a:pt x="9347647" y="2633418"/>
                  </a:lnTo>
                  <a:lnTo>
                    <a:pt x="9304011" y="2582106"/>
                  </a:lnTo>
                  <a:lnTo>
                    <a:pt x="9261448" y="2527144"/>
                  </a:lnTo>
                  <a:lnTo>
                    <a:pt x="9219676" y="2468457"/>
                  </a:lnTo>
                  <a:lnTo>
                    <a:pt x="9178464" y="2406028"/>
                  </a:lnTo>
                  <a:lnTo>
                    <a:pt x="9137628" y="2339897"/>
                  </a:lnTo>
                  <a:lnTo>
                    <a:pt x="9097022" y="2270176"/>
                  </a:lnTo>
                  <a:lnTo>
                    <a:pt x="9056533" y="2197044"/>
                  </a:lnTo>
                  <a:lnTo>
                    <a:pt x="9016082" y="2120754"/>
                  </a:lnTo>
                  <a:lnTo>
                    <a:pt x="8975614" y="2041631"/>
                  </a:lnTo>
                  <a:lnTo>
                    <a:pt x="8935098" y="1960070"/>
                  </a:lnTo>
                  <a:lnTo>
                    <a:pt x="8894522" y="1876526"/>
                  </a:lnTo>
                  <a:lnTo>
                    <a:pt x="8853892" y="1791507"/>
                  </a:lnTo>
                  <a:lnTo>
                    <a:pt x="8813223" y="1705562"/>
                  </a:lnTo>
                  <a:lnTo>
                    <a:pt x="8772538" y="1619263"/>
                  </a:lnTo>
                  <a:lnTo>
                    <a:pt x="8731863" y="1533196"/>
                  </a:lnTo>
                  <a:lnTo>
                    <a:pt x="8691223" y="1447938"/>
                  </a:lnTo>
                  <a:lnTo>
                    <a:pt x="8650635" y="1364043"/>
                  </a:lnTo>
                  <a:lnTo>
                    <a:pt x="8610107" y="1282029"/>
                  </a:lnTo>
                  <a:lnTo>
                    <a:pt x="8569631" y="1202363"/>
                  </a:lnTo>
                  <a:lnTo>
                    <a:pt x="8529179" y="1125453"/>
                  </a:lnTo>
                  <a:lnTo>
                    <a:pt x="8488705" y="1051639"/>
                  </a:lnTo>
                  <a:lnTo>
                    <a:pt x="8448131" y="981189"/>
                  </a:lnTo>
                  <a:lnTo>
                    <a:pt x="8407353" y="914299"/>
                  </a:lnTo>
                  <a:lnTo>
                    <a:pt x="8366234" y="851092"/>
                  </a:lnTo>
                  <a:lnTo>
                    <a:pt x="8324596" y="791625"/>
                  </a:lnTo>
                  <a:lnTo>
                    <a:pt x="8282220" y="735890"/>
                  </a:lnTo>
                  <a:lnTo>
                    <a:pt x="8238834" y="683825"/>
                  </a:lnTo>
                  <a:lnTo>
                    <a:pt x="8229629" y="673421"/>
                  </a:lnTo>
                  <a:lnTo>
                    <a:pt x="8178733" y="619873"/>
                  </a:lnTo>
                  <a:lnTo>
                    <a:pt x="8125487" y="570885"/>
                  </a:lnTo>
                  <a:lnTo>
                    <a:pt x="8069248" y="526301"/>
                  </a:lnTo>
                  <a:lnTo>
                    <a:pt x="8009308" y="485820"/>
                  </a:lnTo>
                  <a:lnTo>
                    <a:pt x="7944930" y="449076"/>
                  </a:lnTo>
                  <a:lnTo>
                    <a:pt x="7875392" y="415689"/>
                  </a:lnTo>
                  <a:lnTo>
                    <a:pt x="7800025" y="385302"/>
                  </a:lnTo>
                  <a:lnTo>
                    <a:pt x="7718282" y="357594"/>
                  </a:lnTo>
                  <a:lnTo>
                    <a:pt x="7629811" y="332298"/>
                  </a:lnTo>
                  <a:lnTo>
                    <a:pt x="7534565" y="309207"/>
                  </a:lnTo>
                  <a:lnTo>
                    <a:pt x="7432925" y="288173"/>
                  </a:lnTo>
                  <a:lnTo>
                    <a:pt x="7325833" y="269108"/>
                  </a:lnTo>
                  <a:lnTo>
                    <a:pt x="7214911" y="251981"/>
                  </a:lnTo>
                  <a:lnTo>
                    <a:pt x="7102534" y="236805"/>
                  </a:lnTo>
                  <a:lnTo>
                    <a:pt x="6991797" y="223617"/>
                  </a:lnTo>
                  <a:lnTo>
                    <a:pt x="6886341" y="212457"/>
                  </a:lnTo>
                  <a:lnTo>
                    <a:pt x="6790011" y="203333"/>
                  </a:lnTo>
                  <a:lnTo>
                    <a:pt x="6706367" y="196200"/>
                  </a:lnTo>
                  <a:lnTo>
                    <a:pt x="6638149" y="190934"/>
                  </a:lnTo>
                  <a:lnTo>
                    <a:pt x="6586790" y="187330"/>
                  </a:lnTo>
                  <a:lnTo>
                    <a:pt x="6552120" y="185110"/>
                  </a:lnTo>
                  <a:lnTo>
                    <a:pt x="6532303" y="183949"/>
                  </a:lnTo>
                  <a:lnTo>
                    <a:pt x="6523962" y="183500"/>
                  </a:lnTo>
                  <a:lnTo>
                    <a:pt x="6522389" y="183422"/>
                  </a:lnTo>
                  <a:lnTo>
                    <a:pt x="6522385" y="183422"/>
                  </a:lnTo>
                  <a:lnTo>
                    <a:pt x="5527445" y="183422"/>
                  </a:lnTo>
                  <a:lnTo>
                    <a:pt x="5526309" y="183418"/>
                  </a:lnTo>
                  <a:lnTo>
                    <a:pt x="5518811" y="183393"/>
                  </a:lnTo>
                  <a:lnTo>
                    <a:pt x="5499811" y="183324"/>
                  </a:lnTo>
                  <a:lnTo>
                    <a:pt x="5465592" y="183188"/>
                  </a:lnTo>
                  <a:lnTo>
                    <a:pt x="5414084" y="182964"/>
                  </a:lnTo>
                  <a:lnTo>
                    <a:pt x="5345019" y="182632"/>
                  </a:lnTo>
                  <a:lnTo>
                    <a:pt x="5259868" y="182180"/>
                  </a:lnTo>
                  <a:lnTo>
                    <a:pt x="5161520" y="181598"/>
                  </a:lnTo>
                  <a:lnTo>
                    <a:pt x="5053759" y="180884"/>
                  </a:lnTo>
                  <a:lnTo>
                    <a:pt x="4940658" y="180039"/>
                  </a:lnTo>
                  <a:lnTo>
                    <a:pt x="4826058" y="179064"/>
                  </a:lnTo>
                  <a:lnTo>
                    <a:pt x="4713193" y="177964"/>
                  </a:lnTo>
                  <a:lnTo>
                    <a:pt x="4604510" y="176737"/>
                  </a:lnTo>
                  <a:lnTo>
                    <a:pt x="4501649" y="175382"/>
                  </a:lnTo>
                  <a:lnTo>
                    <a:pt x="4405523" y="173892"/>
                  </a:lnTo>
                  <a:lnTo>
                    <a:pt x="4316462" y="172258"/>
                  </a:lnTo>
                  <a:lnTo>
                    <a:pt x="4234351" y="170464"/>
                  </a:lnTo>
                  <a:lnTo>
                    <a:pt x="4158774" y="168493"/>
                  </a:lnTo>
                  <a:lnTo>
                    <a:pt x="4089115" y="166321"/>
                  </a:lnTo>
                  <a:lnTo>
                    <a:pt x="4024649" y="163927"/>
                  </a:lnTo>
                  <a:lnTo>
                    <a:pt x="3964599" y="161283"/>
                  </a:lnTo>
                  <a:lnTo>
                    <a:pt x="3908192" y="158367"/>
                  </a:lnTo>
                  <a:lnTo>
                    <a:pt x="3854689" y="155161"/>
                  </a:lnTo>
                  <a:lnTo>
                    <a:pt x="3820202" y="152851"/>
                  </a:lnTo>
                  <a:lnTo>
                    <a:pt x="3758727" y="148250"/>
                  </a:lnTo>
                  <a:lnTo>
                    <a:pt x="3699167" y="143188"/>
                  </a:lnTo>
                  <a:lnTo>
                    <a:pt x="3640809" y="137658"/>
                  </a:lnTo>
                  <a:lnTo>
                    <a:pt x="3583131" y="131667"/>
                  </a:lnTo>
                  <a:lnTo>
                    <a:pt x="3525763" y="125243"/>
                  </a:lnTo>
                  <a:lnTo>
                    <a:pt x="3468463" y="118426"/>
                  </a:lnTo>
                  <a:lnTo>
                    <a:pt x="3411096" y="111280"/>
                  </a:lnTo>
                  <a:lnTo>
                    <a:pt x="3353614" y="103880"/>
                  </a:lnTo>
                  <a:lnTo>
                    <a:pt x="3296031" y="96319"/>
                  </a:lnTo>
                  <a:lnTo>
                    <a:pt x="3238405" y="88695"/>
                  </a:lnTo>
                  <a:lnTo>
                    <a:pt x="3180808" y="81112"/>
                  </a:lnTo>
                  <a:lnTo>
                    <a:pt x="3123301" y="73671"/>
                  </a:lnTo>
                  <a:lnTo>
                    <a:pt x="3065912" y="66465"/>
                  </a:lnTo>
                  <a:lnTo>
                    <a:pt x="3008606" y="59574"/>
                  </a:lnTo>
                  <a:lnTo>
                    <a:pt x="2951268" y="53063"/>
                  </a:lnTo>
                  <a:lnTo>
                    <a:pt x="2893681" y="46979"/>
                  </a:lnTo>
                  <a:lnTo>
                    <a:pt x="2835503" y="41351"/>
                  </a:lnTo>
                  <a:lnTo>
                    <a:pt x="2776246" y="36191"/>
                  </a:lnTo>
                  <a:lnTo>
                    <a:pt x="2715242" y="31495"/>
                  </a:lnTo>
                  <a:lnTo>
                    <a:pt x="2702183" y="30570"/>
                  </a:lnTo>
                  <a:lnTo>
                    <a:pt x="2650252" y="27165"/>
                  </a:lnTo>
                  <a:lnTo>
                    <a:pt x="2595864" y="24057"/>
                  </a:lnTo>
                  <a:lnTo>
                    <a:pt x="2538335" y="21233"/>
                  </a:lnTo>
                  <a:lnTo>
                    <a:pt x="2476909" y="18675"/>
                  </a:lnTo>
                  <a:lnTo>
                    <a:pt x="2410807" y="16357"/>
                  </a:lnTo>
                  <a:lnTo>
                    <a:pt x="2339264" y="14255"/>
                  </a:lnTo>
                  <a:lnTo>
                    <a:pt x="2261583" y="12344"/>
                  </a:lnTo>
                  <a:lnTo>
                    <a:pt x="2177203" y="10605"/>
                  </a:lnTo>
                  <a:lnTo>
                    <a:pt x="2085796" y="9020"/>
                  </a:lnTo>
                  <a:lnTo>
                    <a:pt x="1987377" y="7576"/>
                  </a:lnTo>
                  <a:lnTo>
                    <a:pt x="1882452" y="6264"/>
                  </a:lnTo>
                  <a:lnTo>
                    <a:pt x="1772164" y="5079"/>
                  </a:lnTo>
                  <a:lnTo>
                    <a:pt x="1658412" y="4020"/>
                  </a:lnTo>
                  <a:lnTo>
                    <a:pt x="1543916" y="3088"/>
                  </a:lnTo>
                  <a:lnTo>
                    <a:pt x="1432138" y="2286"/>
                  </a:lnTo>
                  <a:lnTo>
                    <a:pt x="1327045" y="1616"/>
                  </a:lnTo>
                  <a:lnTo>
                    <a:pt x="1232682" y="1078"/>
                  </a:lnTo>
                  <a:lnTo>
                    <a:pt x="1152600" y="666"/>
                  </a:lnTo>
                  <a:lnTo>
                    <a:pt x="1089269" y="372"/>
                  </a:lnTo>
                  <a:lnTo>
                    <a:pt x="1043608" y="179"/>
                  </a:lnTo>
                  <a:lnTo>
                    <a:pt x="1014745" y="68"/>
                  </a:lnTo>
                  <a:lnTo>
                    <a:pt x="1000041" y="16"/>
                  </a:lnTo>
                  <a:lnTo>
                    <a:pt x="995285" y="1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3" name="pg362"/>
            <p:cNvSpPr/>
            <p:nvPr/>
          </p:nvSpPr>
          <p:spPr>
            <a:xfrm>
              <a:off x="1199187" y="1598228"/>
              <a:ext cx="12049831" cy="3542668"/>
            </a:xfrm>
            <a:custGeom>
              <a:avLst/>
              <a:pathLst>
                <a:path w="12049831" h="3542668">
                  <a:moveTo>
                    <a:pt x="0" y="10481"/>
                  </a:moveTo>
                  <a:lnTo>
                    <a:pt x="994940" y="10481"/>
                  </a:lnTo>
                  <a:lnTo>
                    <a:pt x="996076" y="10484"/>
                  </a:lnTo>
                  <a:lnTo>
                    <a:pt x="1003574" y="10509"/>
                  </a:lnTo>
                  <a:lnTo>
                    <a:pt x="1022574" y="10578"/>
                  </a:lnTo>
                  <a:lnTo>
                    <a:pt x="1056793" y="10714"/>
                  </a:lnTo>
                  <a:lnTo>
                    <a:pt x="1108301" y="10938"/>
                  </a:lnTo>
                  <a:lnTo>
                    <a:pt x="1177366" y="11270"/>
                  </a:lnTo>
                  <a:lnTo>
                    <a:pt x="1262517" y="11723"/>
                  </a:lnTo>
                  <a:lnTo>
                    <a:pt x="1360865" y="12305"/>
                  </a:lnTo>
                  <a:lnTo>
                    <a:pt x="1468626" y="13018"/>
                  </a:lnTo>
                  <a:lnTo>
                    <a:pt x="1581727" y="13864"/>
                  </a:lnTo>
                  <a:lnTo>
                    <a:pt x="1696327" y="14838"/>
                  </a:lnTo>
                  <a:lnTo>
                    <a:pt x="1809192" y="15939"/>
                  </a:lnTo>
                  <a:lnTo>
                    <a:pt x="1917875" y="17166"/>
                  </a:lnTo>
                  <a:lnTo>
                    <a:pt x="2020736" y="18520"/>
                  </a:lnTo>
                  <a:lnTo>
                    <a:pt x="2116862" y="20010"/>
                  </a:lnTo>
                  <a:lnTo>
                    <a:pt x="2205923" y="21644"/>
                  </a:lnTo>
                  <a:lnTo>
                    <a:pt x="2288034" y="23438"/>
                  </a:lnTo>
                  <a:lnTo>
                    <a:pt x="2363611" y="25410"/>
                  </a:lnTo>
                  <a:lnTo>
                    <a:pt x="2433270" y="27581"/>
                  </a:lnTo>
                  <a:lnTo>
                    <a:pt x="2497736" y="29976"/>
                  </a:lnTo>
                  <a:lnTo>
                    <a:pt x="2557786" y="32620"/>
                  </a:lnTo>
                  <a:lnTo>
                    <a:pt x="2614193" y="35536"/>
                  </a:lnTo>
                  <a:lnTo>
                    <a:pt x="2667696" y="38742"/>
                  </a:lnTo>
                  <a:lnTo>
                    <a:pt x="2702183" y="41051"/>
                  </a:lnTo>
                  <a:lnTo>
                    <a:pt x="2763658" y="45652"/>
                  </a:lnTo>
                  <a:lnTo>
                    <a:pt x="2823218" y="50715"/>
                  </a:lnTo>
                  <a:lnTo>
                    <a:pt x="2881576" y="56245"/>
                  </a:lnTo>
                  <a:lnTo>
                    <a:pt x="2939254" y="62235"/>
                  </a:lnTo>
                  <a:lnTo>
                    <a:pt x="2996622" y="68660"/>
                  </a:lnTo>
                  <a:lnTo>
                    <a:pt x="3053922" y="75476"/>
                  </a:lnTo>
                  <a:lnTo>
                    <a:pt x="3111289" y="82623"/>
                  </a:lnTo>
                  <a:lnTo>
                    <a:pt x="3168771" y="90022"/>
                  </a:lnTo>
                  <a:lnTo>
                    <a:pt x="3226354" y="97584"/>
                  </a:lnTo>
                  <a:lnTo>
                    <a:pt x="3283980" y="105207"/>
                  </a:lnTo>
                  <a:lnTo>
                    <a:pt x="3341577" y="112790"/>
                  </a:lnTo>
                  <a:lnTo>
                    <a:pt x="3399084" y="120231"/>
                  </a:lnTo>
                  <a:lnTo>
                    <a:pt x="3456473" y="127438"/>
                  </a:lnTo>
                  <a:lnTo>
                    <a:pt x="3513779" y="134329"/>
                  </a:lnTo>
                  <a:lnTo>
                    <a:pt x="3571117" y="140840"/>
                  </a:lnTo>
                  <a:lnTo>
                    <a:pt x="3628704" y="146923"/>
                  </a:lnTo>
                  <a:lnTo>
                    <a:pt x="3686882" y="152551"/>
                  </a:lnTo>
                  <a:lnTo>
                    <a:pt x="3746139" y="157711"/>
                  </a:lnTo>
                  <a:lnTo>
                    <a:pt x="3807143" y="162408"/>
                  </a:lnTo>
                  <a:lnTo>
                    <a:pt x="3820202" y="163333"/>
                  </a:lnTo>
                  <a:lnTo>
                    <a:pt x="3872133" y="166737"/>
                  </a:lnTo>
                  <a:lnTo>
                    <a:pt x="3926521" y="169846"/>
                  </a:lnTo>
                  <a:lnTo>
                    <a:pt x="3984050" y="172669"/>
                  </a:lnTo>
                  <a:lnTo>
                    <a:pt x="4045476" y="175227"/>
                  </a:lnTo>
                  <a:lnTo>
                    <a:pt x="4111578" y="177545"/>
                  </a:lnTo>
                  <a:lnTo>
                    <a:pt x="4183121" y="179648"/>
                  </a:lnTo>
                  <a:lnTo>
                    <a:pt x="4260802" y="181558"/>
                  </a:lnTo>
                  <a:lnTo>
                    <a:pt x="4345182" y="183298"/>
                  </a:lnTo>
                  <a:lnTo>
                    <a:pt x="4436589" y="184883"/>
                  </a:lnTo>
                  <a:lnTo>
                    <a:pt x="4535008" y="186327"/>
                  </a:lnTo>
                  <a:lnTo>
                    <a:pt x="4639933" y="187639"/>
                  </a:lnTo>
                  <a:lnTo>
                    <a:pt x="4750221" y="188823"/>
                  </a:lnTo>
                  <a:lnTo>
                    <a:pt x="4863973" y="189882"/>
                  </a:lnTo>
                  <a:lnTo>
                    <a:pt x="4978469" y="190814"/>
                  </a:lnTo>
                  <a:lnTo>
                    <a:pt x="5090247" y="191616"/>
                  </a:lnTo>
                  <a:lnTo>
                    <a:pt x="5195340" y="192287"/>
                  </a:lnTo>
                  <a:lnTo>
                    <a:pt x="5289703" y="192825"/>
                  </a:lnTo>
                  <a:lnTo>
                    <a:pt x="5369785" y="193236"/>
                  </a:lnTo>
                  <a:lnTo>
                    <a:pt x="5433116" y="193531"/>
                  </a:lnTo>
                  <a:lnTo>
                    <a:pt x="5478777" y="193724"/>
                  </a:lnTo>
                  <a:lnTo>
                    <a:pt x="5507640" y="193835"/>
                  </a:lnTo>
                  <a:lnTo>
                    <a:pt x="5522344" y="193887"/>
                  </a:lnTo>
                  <a:lnTo>
                    <a:pt x="5527100" y="193902"/>
                  </a:lnTo>
                  <a:lnTo>
                    <a:pt x="5527445" y="193903"/>
                  </a:lnTo>
                  <a:lnTo>
                    <a:pt x="6522385" y="193903"/>
                  </a:lnTo>
                  <a:lnTo>
                    <a:pt x="6523440" y="193962"/>
                  </a:lnTo>
                  <a:lnTo>
                    <a:pt x="6530409" y="194384"/>
                  </a:lnTo>
                  <a:lnTo>
                    <a:pt x="6548105" y="195549"/>
                  </a:lnTo>
                  <a:lnTo>
                    <a:pt x="6580061" y="197847"/>
                  </a:lnTo>
                  <a:lnTo>
                    <a:pt x="6628339" y="201647"/>
                  </a:lnTo>
                  <a:lnTo>
                    <a:pt x="6693378" y="207271"/>
                  </a:lnTo>
                  <a:lnTo>
                    <a:pt x="6774020" y="214966"/>
                  </a:lnTo>
                  <a:lnTo>
                    <a:pt x="6867769" y="224884"/>
                  </a:lnTo>
                  <a:lnTo>
                    <a:pt x="6971228" y="237092"/>
                  </a:lnTo>
                  <a:lnTo>
                    <a:pt x="7080629" y="251590"/>
                  </a:lnTo>
                  <a:lnTo>
                    <a:pt x="7192323" y="268336"/>
                  </a:lnTo>
                  <a:lnTo>
                    <a:pt x="7303139" y="287287"/>
                  </a:lnTo>
                  <a:lnTo>
                    <a:pt x="7410591" y="308420"/>
                  </a:lnTo>
                  <a:lnTo>
                    <a:pt x="7512932" y="331760"/>
                  </a:lnTo>
                  <a:lnTo>
                    <a:pt x="7609100" y="357388"/>
                  </a:lnTo>
                  <a:lnTo>
                    <a:pt x="7698611" y="385456"/>
                  </a:lnTo>
                  <a:lnTo>
                    <a:pt x="7781428" y="416182"/>
                  </a:lnTo>
                  <a:lnTo>
                    <a:pt x="7857836" y="449850"/>
                  </a:lnTo>
                  <a:lnTo>
                    <a:pt x="7928338" y="486805"/>
                  </a:lnTo>
                  <a:lnTo>
                    <a:pt x="7993566" y="527438"/>
                  </a:lnTo>
                  <a:lnTo>
                    <a:pt x="8054224" y="572173"/>
                  </a:lnTo>
                  <a:lnTo>
                    <a:pt x="8111036" y="621428"/>
                  </a:lnTo>
                  <a:lnTo>
                    <a:pt x="8164708" y="675566"/>
                  </a:lnTo>
                  <a:lnTo>
                    <a:pt x="8215895" y="734815"/>
                  </a:lnTo>
                  <a:lnTo>
                    <a:pt x="8229629" y="752030"/>
                  </a:lnTo>
                  <a:lnTo>
                    <a:pt x="8271140" y="807496"/>
                  </a:lnTo>
                  <a:lnTo>
                    <a:pt x="8311667" y="866714"/>
                  </a:lnTo>
                  <a:lnTo>
                    <a:pt x="8351456" y="929761"/>
                  </a:lnTo>
                  <a:lnTo>
                    <a:pt x="8390712" y="996663"/>
                  </a:lnTo>
                  <a:lnTo>
                    <a:pt x="8429598" y="1067388"/>
                  </a:lnTo>
                  <a:lnTo>
                    <a:pt x="8468248" y="1141845"/>
                  </a:lnTo>
                  <a:lnTo>
                    <a:pt x="8506764" y="1219877"/>
                  </a:lnTo>
                  <a:lnTo>
                    <a:pt x="8545224" y="1301258"/>
                  </a:lnTo>
                  <a:lnTo>
                    <a:pt x="8583683" y="1385697"/>
                  </a:lnTo>
                  <a:lnTo>
                    <a:pt x="8622176" y="1472834"/>
                  </a:lnTo>
                  <a:lnTo>
                    <a:pt x="8660719" y="1562252"/>
                  </a:lnTo>
                  <a:lnTo>
                    <a:pt x="8699316" y="1653479"/>
                  </a:lnTo>
                  <a:lnTo>
                    <a:pt x="8737958" y="1745999"/>
                  </a:lnTo>
                  <a:lnTo>
                    <a:pt x="8776628" y="1839262"/>
                  </a:lnTo>
                  <a:lnTo>
                    <a:pt x="8815305" y="1932704"/>
                  </a:lnTo>
                  <a:lnTo>
                    <a:pt x="8853967" y="2025752"/>
                  </a:lnTo>
                  <a:lnTo>
                    <a:pt x="8892593" y="2117844"/>
                  </a:lnTo>
                  <a:lnTo>
                    <a:pt x="8931170" y="2208444"/>
                  </a:lnTo>
                  <a:lnTo>
                    <a:pt x="8969693" y="2297051"/>
                  </a:lnTo>
                  <a:lnTo>
                    <a:pt x="9008170" y="2383212"/>
                  </a:lnTo>
                  <a:lnTo>
                    <a:pt x="9046625" y="2466530"/>
                  </a:lnTo>
                  <a:lnTo>
                    <a:pt x="9085099" y="2546673"/>
                  </a:lnTo>
                  <a:lnTo>
                    <a:pt x="9123655" y="2623373"/>
                  </a:lnTo>
                  <a:lnTo>
                    <a:pt x="9162381" y="2696431"/>
                  </a:lnTo>
                  <a:lnTo>
                    <a:pt x="9201390" y="2765715"/>
                  </a:lnTo>
                  <a:lnTo>
                    <a:pt x="9240826" y="2831156"/>
                  </a:lnTo>
                  <a:lnTo>
                    <a:pt x="9280869" y="2892746"/>
                  </a:lnTo>
                  <a:lnTo>
                    <a:pt x="9321737" y="2950530"/>
                  </a:lnTo>
                  <a:lnTo>
                    <a:pt x="9347647" y="2984541"/>
                  </a:lnTo>
                  <a:lnTo>
                    <a:pt x="9398254" y="3045208"/>
                  </a:lnTo>
                  <a:lnTo>
                    <a:pt x="9451180" y="3100738"/>
                  </a:lnTo>
                  <a:lnTo>
                    <a:pt x="9507058" y="3151305"/>
                  </a:lnTo>
                  <a:lnTo>
                    <a:pt x="9566585" y="3197244"/>
                  </a:lnTo>
                  <a:lnTo>
                    <a:pt x="9630483" y="3238964"/>
                  </a:lnTo>
                  <a:lnTo>
                    <a:pt x="9699466" y="3276891"/>
                  </a:lnTo>
                  <a:lnTo>
                    <a:pt x="9774191" y="3311427"/>
                  </a:lnTo>
                  <a:lnTo>
                    <a:pt x="9855204" y="3342932"/>
                  </a:lnTo>
                  <a:lnTo>
                    <a:pt x="9942860" y="3371707"/>
                  </a:lnTo>
                  <a:lnTo>
                    <a:pt x="10037222" y="3397989"/>
                  </a:lnTo>
                  <a:lnTo>
                    <a:pt x="10137943" y="3421948"/>
                  </a:lnTo>
                  <a:lnTo>
                    <a:pt x="10244131" y="3443683"/>
                  </a:lnTo>
                  <a:lnTo>
                    <a:pt x="10354238" y="3463236"/>
                  </a:lnTo>
                  <a:lnTo>
                    <a:pt x="10465979" y="3480593"/>
                  </a:lnTo>
                  <a:lnTo>
                    <a:pt x="10576361" y="3495715"/>
                  </a:lnTo>
                  <a:lnTo>
                    <a:pt x="10681835" y="3508556"/>
                  </a:lnTo>
                  <a:lnTo>
                    <a:pt x="10778621" y="3519101"/>
                  </a:lnTo>
                  <a:lnTo>
                    <a:pt x="10863169" y="3527396"/>
                  </a:lnTo>
                  <a:lnTo>
                    <a:pt x="10932682" y="3533570"/>
                  </a:lnTo>
                  <a:lnTo>
                    <a:pt x="10985600" y="3537843"/>
                  </a:lnTo>
                  <a:lnTo>
                    <a:pt x="11021912" y="3540519"/>
                  </a:lnTo>
                  <a:lnTo>
                    <a:pt x="11043240" y="3541957"/>
                  </a:lnTo>
                  <a:lnTo>
                    <a:pt x="11052734" y="3542545"/>
                  </a:lnTo>
                  <a:lnTo>
                    <a:pt x="11054891" y="3542668"/>
                  </a:lnTo>
                  <a:lnTo>
                    <a:pt x="12049831" y="3542668"/>
                  </a:lnTo>
                  <a:lnTo>
                    <a:pt x="12049831" y="3532187"/>
                  </a:lnTo>
                  <a:lnTo>
                    <a:pt x="11054891" y="3532187"/>
                  </a:lnTo>
                  <a:lnTo>
                    <a:pt x="11053837" y="3532128"/>
                  </a:lnTo>
                  <a:lnTo>
                    <a:pt x="11046868" y="3531706"/>
                  </a:lnTo>
                  <a:lnTo>
                    <a:pt x="11029172" y="3530541"/>
                  </a:lnTo>
                  <a:lnTo>
                    <a:pt x="10997215" y="3528243"/>
                  </a:lnTo>
                  <a:lnTo>
                    <a:pt x="10948937" y="3524443"/>
                  </a:lnTo>
                  <a:lnTo>
                    <a:pt x="10883899" y="3518819"/>
                  </a:lnTo>
                  <a:lnTo>
                    <a:pt x="10803256" y="3511124"/>
                  </a:lnTo>
                  <a:lnTo>
                    <a:pt x="10709508" y="3501206"/>
                  </a:lnTo>
                  <a:lnTo>
                    <a:pt x="10606049" y="3488998"/>
                  </a:lnTo>
                  <a:lnTo>
                    <a:pt x="10496647" y="3474500"/>
                  </a:lnTo>
                  <a:lnTo>
                    <a:pt x="10384954" y="3457753"/>
                  </a:lnTo>
                  <a:lnTo>
                    <a:pt x="10274138" y="3438803"/>
                  </a:lnTo>
                  <a:lnTo>
                    <a:pt x="10166686" y="3417670"/>
                  </a:lnTo>
                  <a:lnTo>
                    <a:pt x="10064345" y="3394330"/>
                  </a:lnTo>
                  <a:lnTo>
                    <a:pt x="9968177" y="3368702"/>
                  </a:lnTo>
                  <a:lnTo>
                    <a:pt x="9878666" y="3340634"/>
                  </a:lnTo>
                  <a:lnTo>
                    <a:pt x="9795849" y="3309908"/>
                  </a:lnTo>
                  <a:lnTo>
                    <a:pt x="9719440" y="3276240"/>
                  </a:lnTo>
                  <a:lnTo>
                    <a:pt x="9648939" y="3239285"/>
                  </a:lnTo>
                  <a:lnTo>
                    <a:pt x="9583710" y="3198651"/>
                  </a:lnTo>
                  <a:lnTo>
                    <a:pt x="9523053" y="3153917"/>
                  </a:lnTo>
                  <a:lnTo>
                    <a:pt x="9466241" y="3104662"/>
                  </a:lnTo>
                  <a:lnTo>
                    <a:pt x="9412569" y="3050524"/>
                  </a:lnTo>
                  <a:lnTo>
                    <a:pt x="9361382" y="2991274"/>
                  </a:lnTo>
                  <a:lnTo>
                    <a:pt x="9347647" y="2974059"/>
                  </a:lnTo>
                  <a:lnTo>
                    <a:pt x="9306136" y="2918594"/>
                  </a:lnTo>
                  <a:lnTo>
                    <a:pt x="9265610" y="2859376"/>
                  </a:lnTo>
                  <a:lnTo>
                    <a:pt x="9225820" y="2796329"/>
                  </a:lnTo>
                  <a:lnTo>
                    <a:pt x="9186565" y="2729427"/>
                  </a:lnTo>
                  <a:lnTo>
                    <a:pt x="9147679" y="2658702"/>
                  </a:lnTo>
                  <a:lnTo>
                    <a:pt x="9109029" y="2584244"/>
                  </a:lnTo>
                  <a:lnTo>
                    <a:pt x="9070513" y="2506213"/>
                  </a:lnTo>
                  <a:lnTo>
                    <a:pt x="9032052" y="2424832"/>
                  </a:lnTo>
                  <a:lnTo>
                    <a:pt x="8993593" y="2340393"/>
                  </a:lnTo>
                  <a:lnTo>
                    <a:pt x="8955100" y="2253256"/>
                  </a:lnTo>
                  <a:lnTo>
                    <a:pt x="8916557" y="2163838"/>
                  </a:lnTo>
                  <a:lnTo>
                    <a:pt x="8877960" y="2072611"/>
                  </a:lnTo>
                  <a:lnTo>
                    <a:pt x="8839319" y="1980091"/>
                  </a:lnTo>
                  <a:lnTo>
                    <a:pt x="8800648" y="1886827"/>
                  </a:lnTo>
                  <a:lnTo>
                    <a:pt x="8761971" y="1793386"/>
                  </a:lnTo>
                  <a:lnTo>
                    <a:pt x="8723310" y="1700338"/>
                  </a:lnTo>
                  <a:lnTo>
                    <a:pt x="8684684" y="1608245"/>
                  </a:lnTo>
                  <a:lnTo>
                    <a:pt x="8646106" y="1517645"/>
                  </a:lnTo>
                  <a:lnTo>
                    <a:pt x="8607583" y="1429039"/>
                  </a:lnTo>
                  <a:lnTo>
                    <a:pt x="8569106" y="1342878"/>
                  </a:lnTo>
                  <a:lnTo>
                    <a:pt x="8530652" y="1259560"/>
                  </a:lnTo>
                  <a:lnTo>
                    <a:pt x="8492178" y="1179417"/>
                  </a:lnTo>
                  <a:lnTo>
                    <a:pt x="8453621" y="1102717"/>
                  </a:lnTo>
                  <a:lnTo>
                    <a:pt x="8414896" y="1029659"/>
                  </a:lnTo>
                  <a:lnTo>
                    <a:pt x="8375887" y="960375"/>
                  </a:lnTo>
                  <a:lnTo>
                    <a:pt x="8336451" y="894934"/>
                  </a:lnTo>
                  <a:lnTo>
                    <a:pt x="8296408" y="833344"/>
                  </a:lnTo>
                  <a:lnTo>
                    <a:pt x="8255540" y="775560"/>
                  </a:lnTo>
                  <a:lnTo>
                    <a:pt x="8229629" y="741549"/>
                  </a:lnTo>
                  <a:lnTo>
                    <a:pt x="8179023" y="680882"/>
                  </a:lnTo>
                  <a:lnTo>
                    <a:pt x="8126097" y="625351"/>
                  </a:lnTo>
                  <a:lnTo>
                    <a:pt x="8070218" y="574785"/>
                  </a:lnTo>
                  <a:lnTo>
                    <a:pt x="8010691" y="528846"/>
                  </a:lnTo>
                  <a:lnTo>
                    <a:pt x="7946793" y="487126"/>
                  </a:lnTo>
                  <a:lnTo>
                    <a:pt x="7877811" y="449199"/>
                  </a:lnTo>
                  <a:lnTo>
                    <a:pt x="7803086" y="414663"/>
                  </a:lnTo>
                  <a:lnTo>
                    <a:pt x="7722072" y="383158"/>
                  </a:lnTo>
                  <a:lnTo>
                    <a:pt x="7634416" y="354383"/>
                  </a:lnTo>
                  <a:lnTo>
                    <a:pt x="7540054" y="328101"/>
                  </a:lnTo>
                  <a:lnTo>
                    <a:pt x="7439334" y="304142"/>
                  </a:lnTo>
                  <a:lnTo>
                    <a:pt x="7333145" y="282406"/>
                  </a:lnTo>
                  <a:lnTo>
                    <a:pt x="7223039" y="262854"/>
                  </a:lnTo>
                  <a:lnTo>
                    <a:pt x="7111297" y="245497"/>
                  </a:lnTo>
                  <a:lnTo>
                    <a:pt x="7000916" y="230375"/>
                  </a:lnTo>
                  <a:lnTo>
                    <a:pt x="6895442" y="217534"/>
                  </a:lnTo>
                  <a:lnTo>
                    <a:pt x="6798655" y="206989"/>
                  </a:lnTo>
                  <a:lnTo>
                    <a:pt x="6714108" y="198694"/>
                  </a:lnTo>
                  <a:lnTo>
                    <a:pt x="6644595" y="192520"/>
                  </a:lnTo>
                  <a:lnTo>
                    <a:pt x="6591676" y="188247"/>
                  </a:lnTo>
                  <a:lnTo>
                    <a:pt x="6555364" y="185571"/>
                  </a:lnTo>
                  <a:lnTo>
                    <a:pt x="6534036" y="184133"/>
                  </a:lnTo>
                  <a:lnTo>
                    <a:pt x="6524543" y="183545"/>
                  </a:lnTo>
                  <a:lnTo>
                    <a:pt x="6522385" y="183422"/>
                  </a:lnTo>
                  <a:lnTo>
                    <a:pt x="5527445" y="183422"/>
                  </a:lnTo>
                  <a:lnTo>
                    <a:pt x="5526309" y="183418"/>
                  </a:lnTo>
                  <a:lnTo>
                    <a:pt x="5518811" y="183393"/>
                  </a:lnTo>
                  <a:lnTo>
                    <a:pt x="5499811" y="183324"/>
                  </a:lnTo>
                  <a:lnTo>
                    <a:pt x="5465592" y="183188"/>
                  </a:lnTo>
                  <a:lnTo>
                    <a:pt x="5414084" y="182964"/>
                  </a:lnTo>
                  <a:lnTo>
                    <a:pt x="5345019" y="182632"/>
                  </a:lnTo>
                  <a:lnTo>
                    <a:pt x="5259868" y="182180"/>
                  </a:lnTo>
                  <a:lnTo>
                    <a:pt x="5161520" y="181598"/>
                  </a:lnTo>
                  <a:lnTo>
                    <a:pt x="5053759" y="180884"/>
                  </a:lnTo>
                  <a:lnTo>
                    <a:pt x="4940658" y="180039"/>
                  </a:lnTo>
                  <a:lnTo>
                    <a:pt x="4826058" y="179064"/>
                  </a:lnTo>
                  <a:lnTo>
                    <a:pt x="4713193" y="177964"/>
                  </a:lnTo>
                  <a:lnTo>
                    <a:pt x="4604510" y="176737"/>
                  </a:lnTo>
                  <a:lnTo>
                    <a:pt x="4501649" y="175382"/>
                  </a:lnTo>
                  <a:lnTo>
                    <a:pt x="4405523" y="173892"/>
                  </a:lnTo>
                  <a:lnTo>
                    <a:pt x="4316462" y="172258"/>
                  </a:lnTo>
                  <a:lnTo>
                    <a:pt x="4234351" y="170464"/>
                  </a:lnTo>
                  <a:lnTo>
                    <a:pt x="4158774" y="168493"/>
                  </a:lnTo>
                  <a:lnTo>
                    <a:pt x="4089115" y="166321"/>
                  </a:lnTo>
                  <a:lnTo>
                    <a:pt x="4024649" y="163927"/>
                  </a:lnTo>
                  <a:lnTo>
                    <a:pt x="3964599" y="161283"/>
                  </a:lnTo>
                  <a:lnTo>
                    <a:pt x="3908192" y="158367"/>
                  </a:lnTo>
                  <a:lnTo>
                    <a:pt x="3854689" y="155161"/>
                  </a:lnTo>
                  <a:lnTo>
                    <a:pt x="3820202" y="152851"/>
                  </a:lnTo>
                  <a:lnTo>
                    <a:pt x="3758727" y="148250"/>
                  </a:lnTo>
                  <a:lnTo>
                    <a:pt x="3699167" y="143188"/>
                  </a:lnTo>
                  <a:lnTo>
                    <a:pt x="3640809" y="137658"/>
                  </a:lnTo>
                  <a:lnTo>
                    <a:pt x="3583131" y="131667"/>
                  </a:lnTo>
                  <a:lnTo>
                    <a:pt x="3525763" y="125243"/>
                  </a:lnTo>
                  <a:lnTo>
                    <a:pt x="3468463" y="118426"/>
                  </a:lnTo>
                  <a:lnTo>
                    <a:pt x="3411096" y="111280"/>
                  </a:lnTo>
                  <a:lnTo>
                    <a:pt x="3353614" y="103880"/>
                  </a:lnTo>
                  <a:lnTo>
                    <a:pt x="3296031" y="96319"/>
                  </a:lnTo>
                  <a:lnTo>
                    <a:pt x="3238405" y="88695"/>
                  </a:lnTo>
                  <a:lnTo>
                    <a:pt x="3180808" y="81112"/>
                  </a:lnTo>
                  <a:lnTo>
                    <a:pt x="3123301" y="73671"/>
                  </a:lnTo>
                  <a:lnTo>
                    <a:pt x="3065912" y="66465"/>
                  </a:lnTo>
                  <a:lnTo>
                    <a:pt x="3008606" y="59574"/>
                  </a:lnTo>
                  <a:lnTo>
                    <a:pt x="2951268" y="53063"/>
                  </a:lnTo>
                  <a:lnTo>
                    <a:pt x="2893681" y="46979"/>
                  </a:lnTo>
                  <a:lnTo>
                    <a:pt x="2835503" y="41351"/>
                  </a:lnTo>
                  <a:lnTo>
                    <a:pt x="2776246" y="36191"/>
                  </a:lnTo>
                  <a:lnTo>
                    <a:pt x="2715242" y="31495"/>
                  </a:lnTo>
                  <a:lnTo>
                    <a:pt x="2702183" y="30570"/>
                  </a:lnTo>
                  <a:lnTo>
                    <a:pt x="2650252" y="27165"/>
                  </a:lnTo>
                  <a:lnTo>
                    <a:pt x="2595864" y="24057"/>
                  </a:lnTo>
                  <a:lnTo>
                    <a:pt x="2538335" y="21233"/>
                  </a:lnTo>
                  <a:lnTo>
                    <a:pt x="2476909" y="18675"/>
                  </a:lnTo>
                  <a:lnTo>
                    <a:pt x="2410807" y="16357"/>
                  </a:lnTo>
                  <a:lnTo>
                    <a:pt x="2339264" y="14255"/>
                  </a:lnTo>
                  <a:lnTo>
                    <a:pt x="2261583" y="12344"/>
                  </a:lnTo>
                  <a:lnTo>
                    <a:pt x="2177203" y="10605"/>
                  </a:lnTo>
                  <a:lnTo>
                    <a:pt x="2085796" y="9020"/>
                  </a:lnTo>
                  <a:lnTo>
                    <a:pt x="1987377" y="7576"/>
                  </a:lnTo>
                  <a:lnTo>
                    <a:pt x="1882452" y="6264"/>
                  </a:lnTo>
                  <a:lnTo>
                    <a:pt x="1772164" y="5079"/>
                  </a:lnTo>
                  <a:lnTo>
                    <a:pt x="1658412" y="4020"/>
                  </a:lnTo>
                  <a:lnTo>
                    <a:pt x="1543916" y="3088"/>
                  </a:lnTo>
                  <a:lnTo>
                    <a:pt x="1432138" y="2286"/>
                  </a:lnTo>
                  <a:lnTo>
                    <a:pt x="1327045" y="1616"/>
                  </a:lnTo>
                  <a:lnTo>
                    <a:pt x="1232682" y="1078"/>
                  </a:lnTo>
                  <a:lnTo>
                    <a:pt x="1152600" y="666"/>
                  </a:lnTo>
                  <a:lnTo>
                    <a:pt x="1089269" y="372"/>
                  </a:lnTo>
                  <a:lnTo>
                    <a:pt x="1043608" y="179"/>
                  </a:lnTo>
                  <a:lnTo>
                    <a:pt x="1014745" y="68"/>
                  </a:lnTo>
                  <a:lnTo>
                    <a:pt x="1000041" y="16"/>
                  </a:lnTo>
                  <a:lnTo>
                    <a:pt x="995285" y="1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64" name="pl363"/>
            <p:cNvSpPr/>
            <p:nvPr/>
          </p:nvSpPr>
          <p:spPr>
            <a:xfrm>
              <a:off x="1199187" y="1608710"/>
              <a:ext cx="12049831" cy="3532187"/>
            </a:xfrm>
            <a:custGeom>
              <a:avLst/>
              <a:pathLst>
                <a:path w="12049831" h="3532187">
                  <a:moveTo>
                    <a:pt x="0" y="0"/>
                  </a:moveTo>
                  <a:lnTo>
                    <a:pt x="994940" y="0"/>
                  </a:lnTo>
                  <a:lnTo>
                    <a:pt x="996076" y="3"/>
                  </a:lnTo>
                  <a:lnTo>
                    <a:pt x="1003574" y="28"/>
                  </a:lnTo>
                  <a:lnTo>
                    <a:pt x="1022574" y="97"/>
                  </a:lnTo>
                  <a:lnTo>
                    <a:pt x="1056793" y="233"/>
                  </a:lnTo>
                  <a:lnTo>
                    <a:pt x="1108301" y="457"/>
                  </a:lnTo>
                  <a:lnTo>
                    <a:pt x="1177366" y="789"/>
                  </a:lnTo>
                  <a:lnTo>
                    <a:pt x="1262517" y="1241"/>
                  </a:lnTo>
                  <a:lnTo>
                    <a:pt x="1360865" y="1823"/>
                  </a:lnTo>
                  <a:lnTo>
                    <a:pt x="1468626" y="2537"/>
                  </a:lnTo>
                  <a:lnTo>
                    <a:pt x="1581727" y="3383"/>
                  </a:lnTo>
                  <a:lnTo>
                    <a:pt x="1696327" y="4357"/>
                  </a:lnTo>
                  <a:lnTo>
                    <a:pt x="1809192" y="5458"/>
                  </a:lnTo>
                  <a:lnTo>
                    <a:pt x="1917875" y="6684"/>
                  </a:lnTo>
                  <a:lnTo>
                    <a:pt x="2020736" y="8039"/>
                  </a:lnTo>
                  <a:lnTo>
                    <a:pt x="2116862" y="9529"/>
                  </a:lnTo>
                  <a:lnTo>
                    <a:pt x="2205923" y="11163"/>
                  </a:lnTo>
                  <a:lnTo>
                    <a:pt x="2288034" y="12957"/>
                  </a:lnTo>
                  <a:lnTo>
                    <a:pt x="2363611" y="14929"/>
                  </a:lnTo>
                  <a:lnTo>
                    <a:pt x="2433270" y="17100"/>
                  </a:lnTo>
                  <a:lnTo>
                    <a:pt x="2497736" y="19495"/>
                  </a:lnTo>
                  <a:lnTo>
                    <a:pt x="2557786" y="22138"/>
                  </a:lnTo>
                  <a:lnTo>
                    <a:pt x="2614193" y="25054"/>
                  </a:lnTo>
                  <a:lnTo>
                    <a:pt x="2667696" y="28260"/>
                  </a:lnTo>
                  <a:lnTo>
                    <a:pt x="2702183" y="30570"/>
                  </a:lnTo>
                  <a:lnTo>
                    <a:pt x="2763658" y="35171"/>
                  </a:lnTo>
                  <a:lnTo>
                    <a:pt x="2823218" y="40233"/>
                  </a:lnTo>
                  <a:lnTo>
                    <a:pt x="2881576" y="45764"/>
                  </a:lnTo>
                  <a:lnTo>
                    <a:pt x="2939254" y="51754"/>
                  </a:lnTo>
                  <a:lnTo>
                    <a:pt x="2996622" y="58179"/>
                  </a:lnTo>
                  <a:lnTo>
                    <a:pt x="3053922" y="64995"/>
                  </a:lnTo>
                  <a:lnTo>
                    <a:pt x="3111289" y="72142"/>
                  </a:lnTo>
                  <a:lnTo>
                    <a:pt x="3168771" y="79541"/>
                  </a:lnTo>
                  <a:lnTo>
                    <a:pt x="3226354" y="87102"/>
                  </a:lnTo>
                  <a:lnTo>
                    <a:pt x="3283980" y="94726"/>
                  </a:lnTo>
                  <a:lnTo>
                    <a:pt x="3341577" y="102309"/>
                  </a:lnTo>
                  <a:lnTo>
                    <a:pt x="3399084" y="109750"/>
                  </a:lnTo>
                  <a:lnTo>
                    <a:pt x="3456473" y="116957"/>
                  </a:lnTo>
                  <a:lnTo>
                    <a:pt x="3513779" y="123848"/>
                  </a:lnTo>
                  <a:lnTo>
                    <a:pt x="3571117" y="130358"/>
                  </a:lnTo>
                  <a:lnTo>
                    <a:pt x="3628704" y="136442"/>
                  </a:lnTo>
                  <a:lnTo>
                    <a:pt x="3686882" y="142070"/>
                  </a:lnTo>
                  <a:lnTo>
                    <a:pt x="3746139" y="147230"/>
                  </a:lnTo>
                  <a:lnTo>
                    <a:pt x="3807143" y="151926"/>
                  </a:lnTo>
                  <a:lnTo>
                    <a:pt x="3820202" y="152851"/>
                  </a:lnTo>
                  <a:lnTo>
                    <a:pt x="3872133" y="156256"/>
                  </a:lnTo>
                  <a:lnTo>
                    <a:pt x="3926521" y="159364"/>
                  </a:lnTo>
                  <a:lnTo>
                    <a:pt x="3984050" y="162188"/>
                  </a:lnTo>
                  <a:lnTo>
                    <a:pt x="4045476" y="164746"/>
                  </a:lnTo>
                  <a:lnTo>
                    <a:pt x="4111578" y="167064"/>
                  </a:lnTo>
                  <a:lnTo>
                    <a:pt x="4183121" y="169167"/>
                  </a:lnTo>
                  <a:lnTo>
                    <a:pt x="4260802" y="171077"/>
                  </a:lnTo>
                  <a:lnTo>
                    <a:pt x="4345182" y="172816"/>
                  </a:lnTo>
                  <a:lnTo>
                    <a:pt x="4436589" y="174401"/>
                  </a:lnTo>
                  <a:lnTo>
                    <a:pt x="4535008" y="175845"/>
                  </a:lnTo>
                  <a:lnTo>
                    <a:pt x="4639933" y="177157"/>
                  </a:lnTo>
                  <a:lnTo>
                    <a:pt x="4750221" y="178342"/>
                  </a:lnTo>
                  <a:lnTo>
                    <a:pt x="4863973" y="179401"/>
                  </a:lnTo>
                  <a:lnTo>
                    <a:pt x="4978469" y="180333"/>
                  </a:lnTo>
                  <a:lnTo>
                    <a:pt x="5090247" y="181135"/>
                  </a:lnTo>
                  <a:lnTo>
                    <a:pt x="5195340" y="181805"/>
                  </a:lnTo>
                  <a:lnTo>
                    <a:pt x="5289703" y="182344"/>
                  </a:lnTo>
                  <a:lnTo>
                    <a:pt x="5369785" y="182755"/>
                  </a:lnTo>
                  <a:lnTo>
                    <a:pt x="5433116" y="183049"/>
                  </a:lnTo>
                  <a:lnTo>
                    <a:pt x="5478777" y="183242"/>
                  </a:lnTo>
                  <a:lnTo>
                    <a:pt x="5507640" y="183353"/>
                  </a:lnTo>
                  <a:lnTo>
                    <a:pt x="5522344" y="183405"/>
                  </a:lnTo>
                  <a:lnTo>
                    <a:pt x="5527100" y="183421"/>
                  </a:lnTo>
                  <a:lnTo>
                    <a:pt x="5527445" y="183422"/>
                  </a:lnTo>
                  <a:lnTo>
                    <a:pt x="6522385" y="183422"/>
                  </a:lnTo>
                  <a:lnTo>
                    <a:pt x="6523440" y="183481"/>
                  </a:lnTo>
                  <a:lnTo>
                    <a:pt x="6530409" y="183903"/>
                  </a:lnTo>
                  <a:lnTo>
                    <a:pt x="6548105" y="185068"/>
                  </a:lnTo>
                  <a:lnTo>
                    <a:pt x="6580061" y="187365"/>
                  </a:lnTo>
                  <a:lnTo>
                    <a:pt x="6628339" y="191165"/>
                  </a:lnTo>
                  <a:lnTo>
                    <a:pt x="6693378" y="196790"/>
                  </a:lnTo>
                  <a:lnTo>
                    <a:pt x="6774020" y="204484"/>
                  </a:lnTo>
                  <a:lnTo>
                    <a:pt x="6867769" y="214402"/>
                  </a:lnTo>
                  <a:lnTo>
                    <a:pt x="6971228" y="226611"/>
                  </a:lnTo>
                  <a:lnTo>
                    <a:pt x="7080629" y="241108"/>
                  </a:lnTo>
                  <a:lnTo>
                    <a:pt x="7192323" y="257855"/>
                  </a:lnTo>
                  <a:lnTo>
                    <a:pt x="7303139" y="276806"/>
                  </a:lnTo>
                  <a:lnTo>
                    <a:pt x="7410591" y="297939"/>
                  </a:lnTo>
                  <a:lnTo>
                    <a:pt x="7512932" y="321278"/>
                  </a:lnTo>
                  <a:lnTo>
                    <a:pt x="7609100" y="346907"/>
                  </a:lnTo>
                  <a:lnTo>
                    <a:pt x="7698611" y="374975"/>
                  </a:lnTo>
                  <a:lnTo>
                    <a:pt x="7781428" y="405701"/>
                  </a:lnTo>
                  <a:lnTo>
                    <a:pt x="7857836" y="439369"/>
                  </a:lnTo>
                  <a:lnTo>
                    <a:pt x="7928338" y="476323"/>
                  </a:lnTo>
                  <a:lnTo>
                    <a:pt x="7993566" y="516957"/>
                  </a:lnTo>
                  <a:lnTo>
                    <a:pt x="8054224" y="561692"/>
                  </a:lnTo>
                  <a:lnTo>
                    <a:pt x="8111036" y="610946"/>
                  </a:lnTo>
                  <a:lnTo>
                    <a:pt x="8164708" y="665084"/>
                  </a:lnTo>
                  <a:lnTo>
                    <a:pt x="8215895" y="724334"/>
                  </a:lnTo>
                  <a:lnTo>
                    <a:pt x="8229629" y="741549"/>
                  </a:lnTo>
                  <a:lnTo>
                    <a:pt x="8271140" y="797015"/>
                  </a:lnTo>
                  <a:lnTo>
                    <a:pt x="8311667" y="856233"/>
                  </a:lnTo>
                  <a:lnTo>
                    <a:pt x="8351456" y="919280"/>
                  </a:lnTo>
                  <a:lnTo>
                    <a:pt x="8390712" y="986181"/>
                  </a:lnTo>
                  <a:lnTo>
                    <a:pt x="8429598" y="1056907"/>
                  </a:lnTo>
                  <a:lnTo>
                    <a:pt x="8468248" y="1131364"/>
                  </a:lnTo>
                  <a:lnTo>
                    <a:pt x="8506764" y="1209396"/>
                  </a:lnTo>
                  <a:lnTo>
                    <a:pt x="8545224" y="1290777"/>
                  </a:lnTo>
                  <a:lnTo>
                    <a:pt x="8583683" y="1375215"/>
                  </a:lnTo>
                  <a:lnTo>
                    <a:pt x="8622176" y="1462353"/>
                  </a:lnTo>
                  <a:lnTo>
                    <a:pt x="8660719" y="1551771"/>
                  </a:lnTo>
                  <a:lnTo>
                    <a:pt x="8699316" y="1642998"/>
                  </a:lnTo>
                  <a:lnTo>
                    <a:pt x="8737958" y="1735517"/>
                  </a:lnTo>
                  <a:lnTo>
                    <a:pt x="8776628" y="1828781"/>
                  </a:lnTo>
                  <a:lnTo>
                    <a:pt x="8815305" y="1922223"/>
                  </a:lnTo>
                  <a:lnTo>
                    <a:pt x="8853967" y="2015271"/>
                  </a:lnTo>
                  <a:lnTo>
                    <a:pt x="8892593" y="2107363"/>
                  </a:lnTo>
                  <a:lnTo>
                    <a:pt x="8931170" y="2197963"/>
                  </a:lnTo>
                  <a:lnTo>
                    <a:pt x="8969693" y="2286570"/>
                  </a:lnTo>
                  <a:lnTo>
                    <a:pt x="9008170" y="2372731"/>
                  </a:lnTo>
                  <a:lnTo>
                    <a:pt x="9046625" y="2456049"/>
                  </a:lnTo>
                  <a:lnTo>
                    <a:pt x="9085099" y="2536192"/>
                  </a:lnTo>
                  <a:lnTo>
                    <a:pt x="9123655" y="2612892"/>
                  </a:lnTo>
                  <a:lnTo>
                    <a:pt x="9162381" y="2685950"/>
                  </a:lnTo>
                  <a:lnTo>
                    <a:pt x="9201390" y="2755233"/>
                  </a:lnTo>
                  <a:lnTo>
                    <a:pt x="9240826" y="2820675"/>
                  </a:lnTo>
                  <a:lnTo>
                    <a:pt x="9280869" y="2882265"/>
                  </a:lnTo>
                  <a:lnTo>
                    <a:pt x="9321737" y="2940049"/>
                  </a:lnTo>
                  <a:lnTo>
                    <a:pt x="9347647" y="2974059"/>
                  </a:lnTo>
                  <a:lnTo>
                    <a:pt x="9398254" y="3034726"/>
                  </a:lnTo>
                  <a:lnTo>
                    <a:pt x="9451180" y="3090257"/>
                  </a:lnTo>
                  <a:lnTo>
                    <a:pt x="9507058" y="3140824"/>
                  </a:lnTo>
                  <a:lnTo>
                    <a:pt x="9566585" y="3186762"/>
                  </a:lnTo>
                  <a:lnTo>
                    <a:pt x="9630483" y="3228483"/>
                  </a:lnTo>
                  <a:lnTo>
                    <a:pt x="9699466" y="3266409"/>
                  </a:lnTo>
                  <a:lnTo>
                    <a:pt x="9774191" y="3300946"/>
                  </a:lnTo>
                  <a:lnTo>
                    <a:pt x="9855204" y="3332450"/>
                  </a:lnTo>
                  <a:lnTo>
                    <a:pt x="9942860" y="3361225"/>
                  </a:lnTo>
                  <a:lnTo>
                    <a:pt x="10037222" y="3387508"/>
                  </a:lnTo>
                  <a:lnTo>
                    <a:pt x="10137943" y="3411466"/>
                  </a:lnTo>
                  <a:lnTo>
                    <a:pt x="10244131" y="3433202"/>
                  </a:lnTo>
                  <a:lnTo>
                    <a:pt x="10354238" y="3452754"/>
                  </a:lnTo>
                  <a:lnTo>
                    <a:pt x="10465979" y="3470112"/>
                  </a:lnTo>
                  <a:lnTo>
                    <a:pt x="10576361" y="3485233"/>
                  </a:lnTo>
                  <a:lnTo>
                    <a:pt x="10681835" y="3498074"/>
                  </a:lnTo>
                  <a:lnTo>
                    <a:pt x="10778621" y="3508620"/>
                  </a:lnTo>
                  <a:lnTo>
                    <a:pt x="10863169" y="3516915"/>
                  </a:lnTo>
                  <a:lnTo>
                    <a:pt x="10932682" y="3523089"/>
                  </a:lnTo>
                  <a:lnTo>
                    <a:pt x="10985600" y="3527362"/>
                  </a:lnTo>
                  <a:lnTo>
                    <a:pt x="11021912" y="3530037"/>
                  </a:lnTo>
                  <a:lnTo>
                    <a:pt x="11043240" y="3531476"/>
                  </a:lnTo>
                  <a:lnTo>
                    <a:pt x="11052734" y="3532063"/>
                  </a:lnTo>
                  <a:lnTo>
                    <a:pt x="11054868" y="3532186"/>
                  </a:lnTo>
                  <a:lnTo>
                    <a:pt x="11054891" y="3532187"/>
                  </a:lnTo>
                  <a:lnTo>
                    <a:pt x="12049831" y="3532187"/>
                  </a:lnTo>
                  <a:lnTo>
                    <a:pt x="12049831" y="35321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5" name="pl364"/>
            <p:cNvSpPr/>
            <p:nvPr/>
          </p:nvSpPr>
          <p:spPr>
            <a:xfrm>
              <a:off x="1199187" y="1598228"/>
              <a:ext cx="12049831" cy="3532187"/>
            </a:xfrm>
            <a:custGeom>
              <a:avLst/>
              <a:pathLst>
                <a:path w="12049831" h="3532187">
                  <a:moveTo>
                    <a:pt x="12049831" y="3532187"/>
                  </a:moveTo>
                  <a:lnTo>
                    <a:pt x="11054891" y="3532187"/>
                  </a:lnTo>
                  <a:lnTo>
                    <a:pt x="11053837" y="3532128"/>
                  </a:lnTo>
                  <a:lnTo>
                    <a:pt x="11046868" y="3531706"/>
                  </a:lnTo>
                  <a:lnTo>
                    <a:pt x="11029172" y="3530541"/>
                  </a:lnTo>
                  <a:lnTo>
                    <a:pt x="10997215" y="3528243"/>
                  </a:lnTo>
                  <a:lnTo>
                    <a:pt x="10948937" y="3524443"/>
                  </a:lnTo>
                  <a:lnTo>
                    <a:pt x="10883899" y="3518819"/>
                  </a:lnTo>
                  <a:lnTo>
                    <a:pt x="10803256" y="3511124"/>
                  </a:lnTo>
                  <a:lnTo>
                    <a:pt x="10709508" y="3501206"/>
                  </a:lnTo>
                  <a:lnTo>
                    <a:pt x="10606049" y="3488998"/>
                  </a:lnTo>
                  <a:lnTo>
                    <a:pt x="10496647" y="3474500"/>
                  </a:lnTo>
                  <a:lnTo>
                    <a:pt x="10384954" y="3457753"/>
                  </a:lnTo>
                  <a:lnTo>
                    <a:pt x="10274138" y="3438803"/>
                  </a:lnTo>
                  <a:lnTo>
                    <a:pt x="10166686" y="3417670"/>
                  </a:lnTo>
                  <a:lnTo>
                    <a:pt x="10064345" y="3394330"/>
                  </a:lnTo>
                  <a:lnTo>
                    <a:pt x="9968177" y="3368702"/>
                  </a:lnTo>
                  <a:lnTo>
                    <a:pt x="9878666" y="3340634"/>
                  </a:lnTo>
                  <a:lnTo>
                    <a:pt x="9795849" y="3309908"/>
                  </a:lnTo>
                  <a:lnTo>
                    <a:pt x="9719440" y="3276240"/>
                  </a:lnTo>
                  <a:lnTo>
                    <a:pt x="9648939" y="3239285"/>
                  </a:lnTo>
                  <a:lnTo>
                    <a:pt x="9583710" y="3198651"/>
                  </a:lnTo>
                  <a:lnTo>
                    <a:pt x="9523053" y="3153917"/>
                  </a:lnTo>
                  <a:lnTo>
                    <a:pt x="9466241" y="3104662"/>
                  </a:lnTo>
                  <a:lnTo>
                    <a:pt x="9412569" y="3050524"/>
                  </a:lnTo>
                  <a:lnTo>
                    <a:pt x="9361382" y="2991274"/>
                  </a:lnTo>
                  <a:lnTo>
                    <a:pt x="9347647" y="2974059"/>
                  </a:lnTo>
                  <a:lnTo>
                    <a:pt x="9306136" y="2918594"/>
                  </a:lnTo>
                  <a:lnTo>
                    <a:pt x="9265610" y="2859376"/>
                  </a:lnTo>
                  <a:lnTo>
                    <a:pt x="9225820" y="2796329"/>
                  </a:lnTo>
                  <a:lnTo>
                    <a:pt x="9186565" y="2729427"/>
                  </a:lnTo>
                  <a:lnTo>
                    <a:pt x="9147679" y="2658702"/>
                  </a:lnTo>
                  <a:lnTo>
                    <a:pt x="9109029" y="2584244"/>
                  </a:lnTo>
                  <a:lnTo>
                    <a:pt x="9070513" y="2506213"/>
                  </a:lnTo>
                  <a:lnTo>
                    <a:pt x="9032052" y="2424832"/>
                  </a:lnTo>
                  <a:lnTo>
                    <a:pt x="8993593" y="2340393"/>
                  </a:lnTo>
                  <a:lnTo>
                    <a:pt x="8955100" y="2253256"/>
                  </a:lnTo>
                  <a:lnTo>
                    <a:pt x="8916557" y="2163838"/>
                  </a:lnTo>
                  <a:lnTo>
                    <a:pt x="8877960" y="2072611"/>
                  </a:lnTo>
                  <a:lnTo>
                    <a:pt x="8839319" y="1980091"/>
                  </a:lnTo>
                  <a:lnTo>
                    <a:pt x="8800648" y="1886827"/>
                  </a:lnTo>
                  <a:lnTo>
                    <a:pt x="8761971" y="1793386"/>
                  </a:lnTo>
                  <a:lnTo>
                    <a:pt x="8723310" y="1700338"/>
                  </a:lnTo>
                  <a:lnTo>
                    <a:pt x="8684684" y="1608245"/>
                  </a:lnTo>
                  <a:lnTo>
                    <a:pt x="8646106" y="1517645"/>
                  </a:lnTo>
                  <a:lnTo>
                    <a:pt x="8607583" y="1429039"/>
                  </a:lnTo>
                  <a:lnTo>
                    <a:pt x="8569106" y="1342878"/>
                  </a:lnTo>
                  <a:lnTo>
                    <a:pt x="8530652" y="1259560"/>
                  </a:lnTo>
                  <a:lnTo>
                    <a:pt x="8492178" y="1179417"/>
                  </a:lnTo>
                  <a:lnTo>
                    <a:pt x="8453621" y="1102717"/>
                  </a:lnTo>
                  <a:lnTo>
                    <a:pt x="8414896" y="1029659"/>
                  </a:lnTo>
                  <a:lnTo>
                    <a:pt x="8375887" y="960375"/>
                  </a:lnTo>
                  <a:lnTo>
                    <a:pt x="8336451" y="894934"/>
                  </a:lnTo>
                  <a:lnTo>
                    <a:pt x="8296408" y="833344"/>
                  </a:lnTo>
                  <a:lnTo>
                    <a:pt x="8255540" y="775560"/>
                  </a:lnTo>
                  <a:lnTo>
                    <a:pt x="8229629" y="741549"/>
                  </a:lnTo>
                  <a:lnTo>
                    <a:pt x="8179023" y="680882"/>
                  </a:lnTo>
                  <a:lnTo>
                    <a:pt x="8126097" y="625351"/>
                  </a:lnTo>
                  <a:lnTo>
                    <a:pt x="8070218" y="574785"/>
                  </a:lnTo>
                  <a:lnTo>
                    <a:pt x="8010691" y="528846"/>
                  </a:lnTo>
                  <a:lnTo>
                    <a:pt x="7946793" y="487126"/>
                  </a:lnTo>
                  <a:lnTo>
                    <a:pt x="7877811" y="449199"/>
                  </a:lnTo>
                  <a:lnTo>
                    <a:pt x="7803086" y="414663"/>
                  </a:lnTo>
                  <a:lnTo>
                    <a:pt x="7722072" y="383158"/>
                  </a:lnTo>
                  <a:lnTo>
                    <a:pt x="7634416" y="354383"/>
                  </a:lnTo>
                  <a:lnTo>
                    <a:pt x="7540054" y="328101"/>
                  </a:lnTo>
                  <a:lnTo>
                    <a:pt x="7439334" y="304142"/>
                  </a:lnTo>
                  <a:lnTo>
                    <a:pt x="7333145" y="282406"/>
                  </a:lnTo>
                  <a:lnTo>
                    <a:pt x="7223039" y="262854"/>
                  </a:lnTo>
                  <a:lnTo>
                    <a:pt x="7111297" y="245497"/>
                  </a:lnTo>
                  <a:lnTo>
                    <a:pt x="7000916" y="230375"/>
                  </a:lnTo>
                  <a:lnTo>
                    <a:pt x="6895442" y="217534"/>
                  </a:lnTo>
                  <a:lnTo>
                    <a:pt x="6798655" y="206989"/>
                  </a:lnTo>
                  <a:lnTo>
                    <a:pt x="6714108" y="198694"/>
                  </a:lnTo>
                  <a:lnTo>
                    <a:pt x="6644595" y="192520"/>
                  </a:lnTo>
                  <a:lnTo>
                    <a:pt x="6591676" y="188247"/>
                  </a:lnTo>
                  <a:lnTo>
                    <a:pt x="6555364" y="185571"/>
                  </a:lnTo>
                  <a:lnTo>
                    <a:pt x="6534036" y="184133"/>
                  </a:lnTo>
                  <a:lnTo>
                    <a:pt x="6524543" y="183545"/>
                  </a:lnTo>
                  <a:lnTo>
                    <a:pt x="6522408" y="183423"/>
                  </a:lnTo>
                  <a:lnTo>
                    <a:pt x="6522385" y="183422"/>
                  </a:lnTo>
                  <a:lnTo>
                    <a:pt x="5527445" y="183422"/>
                  </a:lnTo>
                  <a:lnTo>
                    <a:pt x="5526309" y="183418"/>
                  </a:lnTo>
                  <a:lnTo>
                    <a:pt x="5518811" y="183393"/>
                  </a:lnTo>
                  <a:lnTo>
                    <a:pt x="5499811" y="183324"/>
                  </a:lnTo>
                  <a:lnTo>
                    <a:pt x="5465592" y="183188"/>
                  </a:lnTo>
                  <a:lnTo>
                    <a:pt x="5414084" y="182964"/>
                  </a:lnTo>
                  <a:lnTo>
                    <a:pt x="5345019" y="182632"/>
                  </a:lnTo>
                  <a:lnTo>
                    <a:pt x="5259868" y="182180"/>
                  </a:lnTo>
                  <a:lnTo>
                    <a:pt x="5161520" y="181598"/>
                  </a:lnTo>
                  <a:lnTo>
                    <a:pt x="5053759" y="180884"/>
                  </a:lnTo>
                  <a:lnTo>
                    <a:pt x="4940658" y="180039"/>
                  </a:lnTo>
                  <a:lnTo>
                    <a:pt x="4826058" y="179064"/>
                  </a:lnTo>
                  <a:lnTo>
                    <a:pt x="4713193" y="177964"/>
                  </a:lnTo>
                  <a:lnTo>
                    <a:pt x="4604510" y="176737"/>
                  </a:lnTo>
                  <a:lnTo>
                    <a:pt x="4501649" y="175382"/>
                  </a:lnTo>
                  <a:lnTo>
                    <a:pt x="4405523" y="173892"/>
                  </a:lnTo>
                  <a:lnTo>
                    <a:pt x="4316462" y="172258"/>
                  </a:lnTo>
                  <a:lnTo>
                    <a:pt x="4234351" y="170464"/>
                  </a:lnTo>
                  <a:lnTo>
                    <a:pt x="4158774" y="168493"/>
                  </a:lnTo>
                  <a:lnTo>
                    <a:pt x="4089115" y="166321"/>
                  </a:lnTo>
                  <a:lnTo>
                    <a:pt x="4024649" y="163927"/>
                  </a:lnTo>
                  <a:lnTo>
                    <a:pt x="3964599" y="161283"/>
                  </a:lnTo>
                  <a:lnTo>
                    <a:pt x="3908192" y="158367"/>
                  </a:lnTo>
                  <a:lnTo>
                    <a:pt x="3854689" y="155161"/>
                  </a:lnTo>
                  <a:lnTo>
                    <a:pt x="3820202" y="152851"/>
                  </a:lnTo>
                  <a:lnTo>
                    <a:pt x="3758727" y="148250"/>
                  </a:lnTo>
                  <a:lnTo>
                    <a:pt x="3699167" y="143188"/>
                  </a:lnTo>
                  <a:lnTo>
                    <a:pt x="3640809" y="137658"/>
                  </a:lnTo>
                  <a:lnTo>
                    <a:pt x="3583131" y="131667"/>
                  </a:lnTo>
                  <a:lnTo>
                    <a:pt x="3525763" y="125243"/>
                  </a:lnTo>
                  <a:lnTo>
                    <a:pt x="3468463" y="118426"/>
                  </a:lnTo>
                  <a:lnTo>
                    <a:pt x="3411096" y="111280"/>
                  </a:lnTo>
                  <a:lnTo>
                    <a:pt x="3353614" y="103880"/>
                  </a:lnTo>
                  <a:lnTo>
                    <a:pt x="3296031" y="96319"/>
                  </a:lnTo>
                  <a:lnTo>
                    <a:pt x="3238405" y="88695"/>
                  </a:lnTo>
                  <a:lnTo>
                    <a:pt x="3180808" y="81112"/>
                  </a:lnTo>
                  <a:lnTo>
                    <a:pt x="3123301" y="73671"/>
                  </a:lnTo>
                  <a:lnTo>
                    <a:pt x="3065912" y="66465"/>
                  </a:lnTo>
                  <a:lnTo>
                    <a:pt x="3008606" y="59574"/>
                  </a:lnTo>
                  <a:lnTo>
                    <a:pt x="2951268" y="53063"/>
                  </a:lnTo>
                  <a:lnTo>
                    <a:pt x="2893681" y="46979"/>
                  </a:lnTo>
                  <a:lnTo>
                    <a:pt x="2835503" y="41351"/>
                  </a:lnTo>
                  <a:lnTo>
                    <a:pt x="2776246" y="36191"/>
                  </a:lnTo>
                  <a:lnTo>
                    <a:pt x="2715242" y="31495"/>
                  </a:lnTo>
                  <a:lnTo>
                    <a:pt x="2702183" y="30570"/>
                  </a:lnTo>
                  <a:lnTo>
                    <a:pt x="2650252" y="27165"/>
                  </a:lnTo>
                  <a:lnTo>
                    <a:pt x="2595864" y="24057"/>
                  </a:lnTo>
                  <a:lnTo>
                    <a:pt x="2538335" y="21233"/>
                  </a:lnTo>
                  <a:lnTo>
                    <a:pt x="2476909" y="18675"/>
                  </a:lnTo>
                  <a:lnTo>
                    <a:pt x="2410807" y="16357"/>
                  </a:lnTo>
                  <a:lnTo>
                    <a:pt x="2339264" y="14255"/>
                  </a:lnTo>
                  <a:lnTo>
                    <a:pt x="2261583" y="12344"/>
                  </a:lnTo>
                  <a:lnTo>
                    <a:pt x="2177203" y="10605"/>
                  </a:lnTo>
                  <a:lnTo>
                    <a:pt x="2085796" y="9020"/>
                  </a:lnTo>
                  <a:lnTo>
                    <a:pt x="1987377" y="7576"/>
                  </a:lnTo>
                  <a:lnTo>
                    <a:pt x="1882452" y="6264"/>
                  </a:lnTo>
                  <a:lnTo>
                    <a:pt x="1772164" y="5079"/>
                  </a:lnTo>
                  <a:lnTo>
                    <a:pt x="1658412" y="4020"/>
                  </a:lnTo>
                  <a:lnTo>
                    <a:pt x="1543916" y="3088"/>
                  </a:lnTo>
                  <a:lnTo>
                    <a:pt x="1432138" y="2286"/>
                  </a:lnTo>
                  <a:lnTo>
                    <a:pt x="1327045" y="1616"/>
                  </a:lnTo>
                  <a:lnTo>
                    <a:pt x="1232682" y="1078"/>
                  </a:lnTo>
                  <a:lnTo>
                    <a:pt x="1152600" y="666"/>
                  </a:lnTo>
                  <a:lnTo>
                    <a:pt x="1089269" y="372"/>
                  </a:lnTo>
                  <a:lnTo>
                    <a:pt x="1043608" y="179"/>
                  </a:lnTo>
                  <a:lnTo>
                    <a:pt x="1014745" y="68"/>
                  </a:lnTo>
                  <a:lnTo>
                    <a:pt x="1000041" y="16"/>
                  </a:lnTo>
                  <a:lnTo>
                    <a:pt x="995285" y="1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6" name="pg365"/>
            <p:cNvSpPr/>
            <p:nvPr/>
          </p:nvSpPr>
          <p:spPr>
            <a:xfrm>
              <a:off x="1199187" y="1608710"/>
              <a:ext cx="12049831" cy="3846625"/>
            </a:xfrm>
            <a:custGeom>
              <a:avLst/>
              <a:pathLst>
                <a:path w="12049831" h="3846625">
                  <a:moveTo>
                    <a:pt x="0" y="15721"/>
                  </a:moveTo>
                  <a:lnTo>
                    <a:pt x="994940" y="15721"/>
                  </a:lnTo>
                  <a:lnTo>
                    <a:pt x="996076" y="15725"/>
                  </a:lnTo>
                  <a:lnTo>
                    <a:pt x="1003573" y="15752"/>
                  </a:lnTo>
                  <a:lnTo>
                    <a:pt x="1022573" y="15827"/>
                  </a:lnTo>
                  <a:lnTo>
                    <a:pt x="1056791" y="15975"/>
                  </a:lnTo>
                  <a:lnTo>
                    <a:pt x="1108296" y="16218"/>
                  </a:lnTo>
                  <a:lnTo>
                    <a:pt x="1177359" y="16578"/>
                  </a:lnTo>
                  <a:lnTo>
                    <a:pt x="1262508" y="17070"/>
                  </a:lnTo>
                  <a:lnTo>
                    <a:pt x="1360853" y="17701"/>
                  </a:lnTo>
                  <a:lnTo>
                    <a:pt x="1468612" y="18477"/>
                  </a:lnTo>
                  <a:lnTo>
                    <a:pt x="1581711" y="19394"/>
                  </a:lnTo>
                  <a:lnTo>
                    <a:pt x="1696309" y="20452"/>
                  </a:lnTo>
                  <a:lnTo>
                    <a:pt x="1809173" y="21647"/>
                  </a:lnTo>
                  <a:lnTo>
                    <a:pt x="1917855" y="22979"/>
                  </a:lnTo>
                  <a:lnTo>
                    <a:pt x="2020716" y="24450"/>
                  </a:lnTo>
                  <a:lnTo>
                    <a:pt x="2116842" y="26067"/>
                  </a:lnTo>
                  <a:lnTo>
                    <a:pt x="2205904" y="27841"/>
                  </a:lnTo>
                  <a:lnTo>
                    <a:pt x="2288014" y="29789"/>
                  </a:lnTo>
                  <a:lnTo>
                    <a:pt x="2363592" y="31930"/>
                  </a:lnTo>
                  <a:lnTo>
                    <a:pt x="2433252" y="34287"/>
                  </a:lnTo>
                  <a:lnTo>
                    <a:pt x="2497719" y="36887"/>
                  </a:lnTo>
                  <a:lnTo>
                    <a:pt x="2557768" y="39757"/>
                  </a:lnTo>
                  <a:lnTo>
                    <a:pt x="2614176" y="42923"/>
                  </a:lnTo>
                  <a:lnTo>
                    <a:pt x="2667679" y="46403"/>
                  </a:lnTo>
                  <a:lnTo>
                    <a:pt x="2702183" y="48912"/>
                  </a:lnTo>
                  <a:lnTo>
                    <a:pt x="2763626" y="53905"/>
                  </a:lnTo>
                  <a:lnTo>
                    <a:pt x="2823156" y="59398"/>
                  </a:lnTo>
                  <a:lnTo>
                    <a:pt x="2881484" y="65398"/>
                  </a:lnTo>
                  <a:lnTo>
                    <a:pt x="2939133" y="71898"/>
                  </a:lnTo>
                  <a:lnTo>
                    <a:pt x="2996471" y="78868"/>
                  </a:lnTo>
                  <a:lnTo>
                    <a:pt x="3053741" y="86264"/>
                  </a:lnTo>
                  <a:lnTo>
                    <a:pt x="3111077" y="94018"/>
                  </a:lnTo>
                  <a:lnTo>
                    <a:pt x="3168529" y="102046"/>
                  </a:lnTo>
                  <a:lnTo>
                    <a:pt x="3226080" y="110251"/>
                  </a:lnTo>
                  <a:lnTo>
                    <a:pt x="3283676" y="118524"/>
                  </a:lnTo>
                  <a:lnTo>
                    <a:pt x="3341243" y="126753"/>
                  </a:lnTo>
                  <a:lnTo>
                    <a:pt x="3398720" y="134829"/>
                  </a:lnTo>
                  <a:lnTo>
                    <a:pt x="3456080" y="142651"/>
                  </a:lnTo>
                  <a:lnTo>
                    <a:pt x="3513356" y="150131"/>
                  </a:lnTo>
                  <a:lnTo>
                    <a:pt x="3570662" y="157200"/>
                  </a:lnTo>
                  <a:lnTo>
                    <a:pt x="3628216" y="163805"/>
                  </a:lnTo>
                  <a:lnTo>
                    <a:pt x="3686356" y="169917"/>
                  </a:lnTo>
                  <a:lnTo>
                    <a:pt x="3745569" y="175521"/>
                  </a:lnTo>
                  <a:lnTo>
                    <a:pt x="3806520" y="180622"/>
                  </a:lnTo>
                  <a:lnTo>
                    <a:pt x="3820202" y="181675"/>
                  </a:lnTo>
                  <a:lnTo>
                    <a:pt x="3872132" y="185371"/>
                  </a:lnTo>
                  <a:lnTo>
                    <a:pt x="3926519" y="188746"/>
                  </a:lnTo>
                  <a:lnTo>
                    <a:pt x="3984048" y="191811"/>
                  </a:lnTo>
                  <a:lnTo>
                    <a:pt x="4045473" y="194589"/>
                  </a:lnTo>
                  <a:lnTo>
                    <a:pt x="4111573" y="197106"/>
                  </a:lnTo>
                  <a:lnTo>
                    <a:pt x="4183115" y="199388"/>
                  </a:lnTo>
                  <a:lnTo>
                    <a:pt x="4260794" y="201463"/>
                  </a:lnTo>
                  <a:lnTo>
                    <a:pt x="4345171" y="203351"/>
                  </a:lnTo>
                  <a:lnTo>
                    <a:pt x="4436577" y="205072"/>
                  </a:lnTo>
                  <a:lnTo>
                    <a:pt x="4534994" y="206640"/>
                  </a:lnTo>
                  <a:lnTo>
                    <a:pt x="4639916" y="208064"/>
                  </a:lnTo>
                  <a:lnTo>
                    <a:pt x="4750202" y="209350"/>
                  </a:lnTo>
                  <a:lnTo>
                    <a:pt x="4863951" y="210500"/>
                  </a:lnTo>
                  <a:lnTo>
                    <a:pt x="4978446" y="211512"/>
                  </a:lnTo>
                  <a:lnTo>
                    <a:pt x="5090224" y="212383"/>
                  </a:lnTo>
                  <a:lnTo>
                    <a:pt x="5195317" y="213110"/>
                  </a:lnTo>
                  <a:lnTo>
                    <a:pt x="5289682" y="213695"/>
                  </a:lnTo>
                  <a:lnTo>
                    <a:pt x="5369767" y="214142"/>
                  </a:lnTo>
                  <a:lnTo>
                    <a:pt x="5433101" y="214461"/>
                  </a:lnTo>
                  <a:lnTo>
                    <a:pt x="5478766" y="214671"/>
                  </a:lnTo>
                  <a:lnTo>
                    <a:pt x="5507633" y="214791"/>
                  </a:lnTo>
                  <a:lnTo>
                    <a:pt x="5522341" y="214848"/>
                  </a:lnTo>
                  <a:lnTo>
                    <a:pt x="5527099" y="214864"/>
                  </a:lnTo>
                  <a:lnTo>
                    <a:pt x="5527445" y="214865"/>
                  </a:lnTo>
                  <a:lnTo>
                    <a:pt x="6522385" y="214865"/>
                  </a:lnTo>
                  <a:lnTo>
                    <a:pt x="6523427" y="214929"/>
                  </a:lnTo>
                  <a:lnTo>
                    <a:pt x="6530311" y="215381"/>
                  </a:lnTo>
                  <a:lnTo>
                    <a:pt x="6547799" y="216628"/>
                  </a:lnTo>
                  <a:lnTo>
                    <a:pt x="6579392" y="219088"/>
                  </a:lnTo>
                  <a:lnTo>
                    <a:pt x="6627150" y="223158"/>
                  </a:lnTo>
                  <a:lnTo>
                    <a:pt x="6691536" y="229183"/>
                  </a:lnTo>
                  <a:lnTo>
                    <a:pt x="6771443" y="237428"/>
                  </a:lnTo>
                  <a:lnTo>
                    <a:pt x="6864435" y="248062"/>
                  </a:lnTo>
                  <a:lnTo>
                    <a:pt x="6967178" y="261158"/>
                  </a:lnTo>
                  <a:lnTo>
                    <a:pt x="7075956" y="276716"/>
                  </a:lnTo>
                  <a:lnTo>
                    <a:pt x="7187151" y="294695"/>
                  </a:lnTo>
                  <a:lnTo>
                    <a:pt x="7297606" y="315047"/>
                  </a:lnTo>
                  <a:lnTo>
                    <a:pt x="7404833" y="337745"/>
                  </a:lnTo>
                  <a:lnTo>
                    <a:pt x="7507067" y="362813"/>
                  </a:lnTo>
                  <a:lnTo>
                    <a:pt x="7603224" y="390336"/>
                  </a:lnTo>
                  <a:lnTo>
                    <a:pt x="7692796" y="420470"/>
                  </a:lnTo>
                  <a:lnTo>
                    <a:pt x="7775722" y="453443"/>
                  </a:lnTo>
                  <a:lnTo>
                    <a:pt x="7852263" y="489557"/>
                  </a:lnTo>
                  <a:lnTo>
                    <a:pt x="7922905" y="529175"/>
                  </a:lnTo>
                  <a:lnTo>
                    <a:pt x="7988263" y="572714"/>
                  </a:lnTo>
                  <a:lnTo>
                    <a:pt x="8049030" y="620625"/>
                  </a:lnTo>
                  <a:lnTo>
                    <a:pt x="8105919" y="673357"/>
                  </a:lnTo>
                  <a:lnTo>
                    <a:pt x="8159632" y="731310"/>
                  </a:lnTo>
                  <a:lnTo>
                    <a:pt x="8210822" y="794746"/>
                  </a:lnTo>
                  <a:lnTo>
                    <a:pt x="8229629" y="820159"/>
                  </a:lnTo>
                  <a:lnTo>
                    <a:pt x="8269812" y="878299"/>
                  </a:lnTo>
                  <a:lnTo>
                    <a:pt x="8309065" y="940247"/>
                  </a:lnTo>
                  <a:lnTo>
                    <a:pt x="8347615" y="1006079"/>
                  </a:lnTo>
                  <a:lnTo>
                    <a:pt x="8385648" y="1075825"/>
                  </a:lnTo>
                  <a:lnTo>
                    <a:pt x="8423317" y="1149461"/>
                  </a:lnTo>
                  <a:lnTo>
                    <a:pt x="8460747" y="1226906"/>
                  </a:lnTo>
                  <a:lnTo>
                    <a:pt x="8498035" y="1308018"/>
                  </a:lnTo>
                  <a:lnTo>
                    <a:pt x="8535256" y="1392589"/>
                  </a:lnTo>
                  <a:lnTo>
                    <a:pt x="8572465" y="1480347"/>
                  </a:lnTo>
                  <a:lnTo>
                    <a:pt x="8609698" y="1570959"/>
                  </a:lnTo>
                  <a:lnTo>
                    <a:pt x="8646975" y="1664032"/>
                  </a:lnTo>
                  <a:lnTo>
                    <a:pt x="8684302" y="1759117"/>
                  </a:lnTo>
                  <a:lnTo>
                    <a:pt x="8721676" y="1855724"/>
                  </a:lnTo>
                  <a:lnTo>
                    <a:pt x="8759083" y="1953324"/>
                  </a:lnTo>
                  <a:lnTo>
                    <a:pt x="8796506" y="2051367"/>
                  </a:lnTo>
                  <a:lnTo>
                    <a:pt x="8833926" y="2149292"/>
                  </a:lnTo>
                  <a:lnTo>
                    <a:pt x="8871321" y="2246540"/>
                  </a:lnTo>
                  <a:lnTo>
                    <a:pt x="8908676" y="2342569"/>
                  </a:lnTo>
                  <a:lnTo>
                    <a:pt x="8945982" y="2436866"/>
                  </a:lnTo>
                  <a:lnTo>
                    <a:pt x="8983239" y="2528955"/>
                  </a:lnTo>
                  <a:lnTo>
                    <a:pt x="9020458" y="2618412"/>
                  </a:lnTo>
                  <a:lnTo>
                    <a:pt x="9057667" y="2704868"/>
                  </a:lnTo>
                  <a:lnTo>
                    <a:pt x="9094909" y="2788013"/>
                  </a:lnTo>
                  <a:lnTo>
                    <a:pt x="9132246" y="2867605"/>
                  </a:lnTo>
                  <a:lnTo>
                    <a:pt x="9169763" y="2943462"/>
                  </a:lnTo>
                  <a:lnTo>
                    <a:pt x="9207569" y="3015469"/>
                  </a:lnTo>
                  <a:lnTo>
                    <a:pt x="9245798" y="3083569"/>
                  </a:lnTo>
                  <a:lnTo>
                    <a:pt x="9284619" y="3147761"/>
                  </a:lnTo>
                  <a:lnTo>
                    <a:pt x="9324233" y="3208096"/>
                  </a:lnTo>
                  <a:lnTo>
                    <a:pt x="9347647" y="3241332"/>
                  </a:lnTo>
                  <a:lnTo>
                    <a:pt x="9398037" y="3306860"/>
                  </a:lnTo>
                  <a:lnTo>
                    <a:pt x="9450723" y="3366865"/>
                  </a:lnTo>
                  <a:lnTo>
                    <a:pt x="9506332" y="3421529"/>
                  </a:lnTo>
                  <a:lnTo>
                    <a:pt x="9565549" y="3471210"/>
                  </a:lnTo>
                  <a:lnTo>
                    <a:pt x="9629089" y="3516348"/>
                  </a:lnTo>
                  <a:lnTo>
                    <a:pt x="9697656" y="3557396"/>
                  </a:lnTo>
                  <a:lnTo>
                    <a:pt x="9771902" y="3594788"/>
                  </a:lnTo>
                  <a:lnTo>
                    <a:pt x="9852371" y="3628909"/>
                  </a:lnTo>
                  <a:lnTo>
                    <a:pt x="9939418" y="3660085"/>
                  </a:lnTo>
                  <a:lnTo>
                    <a:pt x="10033120" y="3688572"/>
                  </a:lnTo>
                  <a:lnTo>
                    <a:pt x="10133151" y="3714554"/>
                  </a:lnTo>
                  <a:lnTo>
                    <a:pt x="10238660" y="3738142"/>
                  </a:lnTo>
                  <a:lnTo>
                    <a:pt x="10348149" y="3759381"/>
                  </a:lnTo>
                  <a:lnTo>
                    <a:pt x="10459402" y="3778262"/>
                  </a:lnTo>
                  <a:lnTo>
                    <a:pt x="10569500" y="3794741"/>
                  </a:lnTo>
                  <a:lnTo>
                    <a:pt x="10674965" y="3808770"/>
                  </a:lnTo>
                  <a:lnTo>
                    <a:pt x="10772066" y="3820330"/>
                  </a:lnTo>
                  <a:lnTo>
                    <a:pt x="10857263" y="3829464"/>
                  </a:lnTo>
                  <a:lnTo>
                    <a:pt x="10927723" y="3836302"/>
                  </a:lnTo>
                  <a:lnTo>
                    <a:pt x="10981798" y="3841074"/>
                  </a:lnTo>
                  <a:lnTo>
                    <a:pt x="11019342" y="3844097"/>
                  </a:lnTo>
                  <a:lnTo>
                    <a:pt x="11041822" y="3845754"/>
                  </a:lnTo>
                  <a:lnTo>
                    <a:pt x="11052218" y="3846458"/>
                  </a:lnTo>
                  <a:lnTo>
                    <a:pt x="11054891" y="3846625"/>
                  </a:lnTo>
                  <a:lnTo>
                    <a:pt x="12049831" y="3846625"/>
                  </a:lnTo>
                  <a:lnTo>
                    <a:pt x="12049831" y="3830903"/>
                  </a:lnTo>
                  <a:lnTo>
                    <a:pt x="11054891" y="3830903"/>
                  </a:lnTo>
                  <a:lnTo>
                    <a:pt x="11053850" y="3830840"/>
                  </a:lnTo>
                  <a:lnTo>
                    <a:pt x="11046965" y="3830388"/>
                  </a:lnTo>
                  <a:lnTo>
                    <a:pt x="11029478" y="3829140"/>
                  </a:lnTo>
                  <a:lnTo>
                    <a:pt x="10997884" y="3826681"/>
                  </a:lnTo>
                  <a:lnTo>
                    <a:pt x="10950127" y="3822611"/>
                  </a:lnTo>
                  <a:lnTo>
                    <a:pt x="10885741" y="3816586"/>
                  </a:lnTo>
                  <a:lnTo>
                    <a:pt x="10805834" y="3808340"/>
                  </a:lnTo>
                  <a:lnTo>
                    <a:pt x="10712842" y="3797706"/>
                  </a:lnTo>
                  <a:lnTo>
                    <a:pt x="10610099" y="3784611"/>
                  </a:lnTo>
                  <a:lnTo>
                    <a:pt x="10501321" y="3769052"/>
                  </a:lnTo>
                  <a:lnTo>
                    <a:pt x="10390126" y="3751073"/>
                  </a:lnTo>
                  <a:lnTo>
                    <a:pt x="10279670" y="3730722"/>
                  </a:lnTo>
                  <a:lnTo>
                    <a:pt x="10172444" y="3708023"/>
                  </a:lnTo>
                  <a:lnTo>
                    <a:pt x="10070210" y="3682955"/>
                  </a:lnTo>
                  <a:lnTo>
                    <a:pt x="9974052" y="3655432"/>
                  </a:lnTo>
                  <a:lnTo>
                    <a:pt x="9884480" y="3625299"/>
                  </a:lnTo>
                  <a:lnTo>
                    <a:pt x="9801555" y="3592325"/>
                  </a:lnTo>
                  <a:lnTo>
                    <a:pt x="9725013" y="3556212"/>
                  </a:lnTo>
                  <a:lnTo>
                    <a:pt x="9654372" y="3516594"/>
                  </a:lnTo>
                  <a:lnTo>
                    <a:pt x="9589013" y="3473055"/>
                  </a:lnTo>
                  <a:lnTo>
                    <a:pt x="9528247" y="3425144"/>
                  </a:lnTo>
                  <a:lnTo>
                    <a:pt x="9471357" y="3372411"/>
                  </a:lnTo>
                  <a:lnTo>
                    <a:pt x="9417644" y="3314458"/>
                  </a:lnTo>
                  <a:lnTo>
                    <a:pt x="9366455" y="3251022"/>
                  </a:lnTo>
                  <a:lnTo>
                    <a:pt x="9347647" y="3225610"/>
                  </a:lnTo>
                  <a:lnTo>
                    <a:pt x="9307465" y="3167469"/>
                  </a:lnTo>
                  <a:lnTo>
                    <a:pt x="9268211" y="3105522"/>
                  </a:lnTo>
                  <a:lnTo>
                    <a:pt x="9229662" y="3039690"/>
                  </a:lnTo>
                  <a:lnTo>
                    <a:pt x="9191629" y="2969944"/>
                  </a:lnTo>
                  <a:lnTo>
                    <a:pt x="9153960" y="2896308"/>
                  </a:lnTo>
                  <a:lnTo>
                    <a:pt x="9116530" y="2818862"/>
                  </a:lnTo>
                  <a:lnTo>
                    <a:pt x="9079242" y="2737751"/>
                  </a:lnTo>
                  <a:lnTo>
                    <a:pt x="9042020" y="2653180"/>
                  </a:lnTo>
                  <a:lnTo>
                    <a:pt x="9004811" y="2565421"/>
                  </a:lnTo>
                  <a:lnTo>
                    <a:pt x="8967579" y="2474809"/>
                  </a:lnTo>
                  <a:lnTo>
                    <a:pt x="8930302" y="2381737"/>
                  </a:lnTo>
                  <a:lnTo>
                    <a:pt x="8892974" y="2286651"/>
                  </a:lnTo>
                  <a:lnTo>
                    <a:pt x="8855601" y="2190045"/>
                  </a:lnTo>
                  <a:lnTo>
                    <a:pt x="8818193" y="2092445"/>
                  </a:lnTo>
                  <a:lnTo>
                    <a:pt x="8780770" y="1994402"/>
                  </a:lnTo>
                  <a:lnTo>
                    <a:pt x="8743351" y="1896477"/>
                  </a:lnTo>
                  <a:lnTo>
                    <a:pt x="8705956" y="1799228"/>
                  </a:lnTo>
                  <a:lnTo>
                    <a:pt x="8668601" y="1703199"/>
                  </a:lnTo>
                  <a:lnTo>
                    <a:pt x="8631295" y="1608903"/>
                  </a:lnTo>
                  <a:lnTo>
                    <a:pt x="8594038" y="1516813"/>
                  </a:lnTo>
                  <a:lnTo>
                    <a:pt x="8556818" y="1427356"/>
                  </a:lnTo>
                  <a:lnTo>
                    <a:pt x="8519609" y="1340901"/>
                  </a:lnTo>
                  <a:lnTo>
                    <a:pt x="8482368" y="1257755"/>
                  </a:lnTo>
                  <a:lnTo>
                    <a:pt x="8445030" y="1178164"/>
                  </a:lnTo>
                  <a:lnTo>
                    <a:pt x="8407513" y="1102306"/>
                  </a:lnTo>
                  <a:lnTo>
                    <a:pt x="8369708" y="1030299"/>
                  </a:lnTo>
                  <a:lnTo>
                    <a:pt x="8331478" y="962199"/>
                  </a:lnTo>
                  <a:lnTo>
                    <a:pt x="8292658" y="898007"/>
                  </a:lnTo>
                  <a:lnTo>
                    <a:pt x="8253044" y="837673"/>
                  </a:lnTo>
                  <a:lnTo>
                    <a:pt x="8229629" y="804437"/>
                  </a:lnTo>
                  <a:lnTo>
                    <a:pt x="8179240" y="738908"/>
                  </a:lnTo>
                  <a:lnTo>
                    <a:pt x="8126553" y="678903"/>
                  </a:lnTo>
                  <a:lnTo>
                    <a:pt x="8070945" y="624240"/>
                  </a:lnTo>
                  <a:lnTo>
                    <a:pt x="8011727" y="574558"/>
                  </a:lnTo>
                  <a:lnTo>
                    <a:pt x="7948187" y="529421"/>
                  </a:lnTo>
                  <a:lnTo>
                    <a:pt x="7879620" y="488373"/>
                  </a:lnTo>
                  <a:lnTo>
                    <a:pt x="7805374" y="450981"/>
                  </a:lnTo>
                  <a:lnTo>
                    <a:pt x="7724906" y="416860"/>
                  </a:lnTo>
                  <a:lnTo>
                    <a:pt x="7637859" y="385684"/>
                  </a:lnTo>
                  <a:lnTo>
                    <a:pt x="7544157" y="357197"/>
                  </a:lnTo>
                  <a:lnTo>
                    <a:pt x="7444125" y="331215"/>
                  </a:lnTo>
                  <a:lnTo>
                    <a:pt x="7338617" y="307627"/>
                  </a:lnTo>
                  <a:lnTo>
                    <a:pt x="7229128" y="286387"/>
                  </a:lnTo>
                  <a:lnTo>
                    <a:pt x="7117874" y="267507"/>
                  </a:lnTo>
                  <a:lnTo>
                    <a:pt x="7007777" y="251027"/>
                  </a:lnTo>
                  <a:lnTo>
                    <a:pt x="6902312" y="236998"/>
                  </a:lnTo>
                  <a:lnTo>
                    <a:pt x="6805211" y="225438"/>
                  </a:lnTo>
                  <a:lnTo>
                    <a:pt x="6720014" y="216305"/>
                  </a:lnTo>
                  <a:lnTo>
                    <a:pt x="6649553" y="209466"/>
                  </a:lnTo>
                  <a:lnTo>
                    <a:pt x="6595478" y="204695"/>
                  </a:lnTo>
                  <a:lnTo>
                    <a:pt x="6557934" y="201671"/>
                  </a:lnTo>
                  <a:lnTo>
                    <a:pt x="6535455" y="200014"/>
                  </a:lnTo>
                  <a:lnTo>
                    <a:pt x="6525059" y="199311"/>
                  </a:lnTo>
                  <a:lnTo>
                    <a:pt x="6522385" y="199144"/>
                  </a:lnTo>
                  <a:lnTo>
                    <a:pt x="5527445" y="199144"/>
                  </a:lnTo>
                  <a:lnTo>
                    <a:pt x="5526309" y="199140"/>
                  </a:lnTo>
                  <a:lnTo>
                    <a:pt x="5518812" y="199113"/>
                  </a:lnTo>
                  <a:lnTo>
                    <a:pt x="5499812" y="199038"/>
                  </a:lnTo>
                  <a:lnTo>
                    <a:pt x="5465594" y="198890"/>
                  </a:lnTo>
                  <a:lnTo>
                    <a:pt x="5414089" y="198647"/>
                  </a:lnTo>
                  <a:lnTo>
                    <a:pt x="5345026" y="198287"/>
                  </a:lnTo>
                  <a:lnTo>
                    <a:pt x="5259877" y="197795"/>
                  </a:lnTo>
                  <a:lnTo>
                    <a:pt x="5161532" y="197164"/>
                  </a:lnTo>
                  <a:lnTo>
                    <a:pt x="5053773" y="196388"/>
                  </a:lnTo>
                  <a:lnTo>
                    <a:pt x="4940674" y="195471"/>
                  </a:lnTo>
                  <a:lnTo>
                    <a:pt x="4826076" y="194413"/>
                  </a:lnTo>
                  <a:lnTo>
                    <a:pt x="4713212" y="193218"/>
                  </a:lnTo>
                  <a:lnTo>
                    <a:pt x="4604530" y="191886"/>
                  </a:lnTo>
                  <a:lnTo>
                    <a:pt x="4501669" y="190415"/>
                  </a:lnTo>
                  <a:lnTo>
                    <a:pt x="4405543" y="188798"/>
                  </a:lnTo>
                  <a:lnTo>
                    <a:pt x="4316481" y="187024"/>
                  </a:lnTo>
                  <a:lnTo>
                    <a:pt x="4234371" y="185076"/>
                  </a:lnTo>
                  <a:lnTo>
                    <a:pt x="4158793" y="182935"/>
                  </a:lnTo>
                  <a:lnTo>
                    <a:pt x="4089133" y="180578"/>
                  </a:lnTo>
                  <a:lnTo>
                    <a:pt x="4024666" y="177978"/>
                  </a:lnTo>
                  <a:lnTo>
                    <a:pt x="3964617" y="175108"/>
                  </a:lnTo>
                  <a:lnTo>
                    <a:pt x="3908209" y="171942"/>
                  </a:lnTo>
                  <a:lnTo>
                    <a:pt x="3854706" y="168462"/>
                  </a:lnTo>
                  <a:lnTo>
                    <a:pt x="3820202" y="165953"/>
                  </a:lnTo>
                  <a:lnTo>
                    <a:pt x="3758759" y="160960"/>
                  </a:lnTo>
                  <a:lnTo>
                    <a:pt x="3699229" y="155467"/>
                  </a:lnTo>
                  <a:lnTo>
                    <a:pt x="3640901" y="149467"/>
                  </a:lnTo>
                  <a:lnTo>
                    <a:pt x="3583252" y="142967"/>
                  </a:lnTo>
                  <a:lnTo>
                    <a:pt x="3525914" y="135997"/>
                  </a:lnTo>
                  <a:lnTo>
                    <a:pt x="3468644" y="128601"/>
                  </a:lnTo>
                  <a:lnTo>
                    <a:pt x="3411308" y="120847"/>
                  </a:lnTo>
                  <a:lnTo>
                    <a:pt x="3353856" y="112819"/>
                  </a:lnTo>
                  <a:lnTo>
                    <a:pt x="3296305" y="104614"/>
                  </a:lnTo>
                  <a:lnTo>
                    <a:pt x="3238709" y="96341"/>
                  </a:lnTo>
                  <a:lnTo>
                    <a:pt x="3181142" y="88112"/>
                  </a:lnTo>
                  <a:lnTo>
                    <a:pt x="3123665" y="80036"/>
                  </a:lnTo>
                  <a:lnTo>
                    <a:pt x="3066305" y="72214"/>
                  </a:lnTo>
                  <a:lnTo>
                    <a:pt x="3009029" y="64734"/>
                  </a:lnTo>
                  <a:lnTo>
                    <a:pt x="2951723" y="57665"/>
                  </a:lnTo>
                  <a:lnTo>
                    <a:pt x="2894169" y="51059"/>
                  </a:lnTo>
                  <a:lnTo>
                    <a:pt x="2836029" y="44948"/>
                  </a:lnTo>
                  <a:lnTo>
                    <a:pt x="2776816" y="39344"/>
                  </a:lnTo>
                  <a:lnTo>
                    <a:pt x="2715865" y="34243"/>
                  </a:lnTo>
                  <a:lnTo>
                    <a:pt x="2702183" y="33190"/>
                  </a:lnTo>
                  <a:lnTo>
                    <a:pt x="2650253" y="29494"/>
                  </a:lnTo>
                  <a:lnTo>
                    <a:pt x="2595866" y="26119"/>
                  </a:lnTo>
                  <a:lnTo>
                    <a:pt x="2538337" y="23054"/>
                  </a:lnTo>
                  <a:lnTo>
                    <a:pt x="2476912" y="20276"/>
                  </a:lnTo>
                  <a:lnTo>
                    <a:pt x="2410812" y="17759"/>
                  </a:lnTo>
                  <a:lnTo>
                    <a:pt x="2339270" y="15477"/>
                  </a:lnTo>
                  <a:lnTo>
                    <a:pt x="2261591" y="13402"/>
                  </a:lnTo>
                  <a:lnTo>
                    <a:pt x="2177214" y="11514"/>
                  </a:lnTo>
                  <a:lnTo>
                    <a:pt x="2085808" y="9793"/>
                  </a:lnTo>
                  <a:lnTo>
                    <a:pt x="1987391" y="8225"/>
                  </a:lnTo>
                  <a:lnTo>
                    <a:pt x="1882469" y="6801"/>
                  </a:lnTo>
                  <a:lnTo>
                    <a:pt x="1772183" y="5515"/>
                  </a:lnTo>
                  <a:lnTo>
                    <a:pt x="1658434" y="4365"/>
                  </a:lnTo>
                  <a:lnTo>
                    <a:pt x="1543939" y="3353"/>
                  </a:lnTo>
                  <a:lnTo>
                    <a:pt x="1432161" y="2482"/>
                  </a:lnTo>
                  <a:lnTo>
                    <a:pt x="1327068" y="1755"/>
                  </a:lnTo>
                  <a:lnTo>
                    <a:pt x="1232703" y="1170"/>
                  </a:lnTo>
                  <a:lnTo>
                    <a:pt x="1152618" y="723"/>
                  </a:lnTo>
                  <a:lnTo>
                    <a:pt x="1089284" y="404"/>
                  </a:lnTo>
                  <a:lnTo>
                    <a:pt x="1043619" y="194"/>
                  </a:lnTo>
                  <a:lnTo>
                    <a:pt x="1014752" y="74"/>
                  </a:lnTo>
                  <a:lnTo>
                    <a:pt x="1000044" y="17"/>
                  </a:lnTo>
                  <a:lnTo>
                    <a:pt x="995286" y="1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67" name="pl366"/>
            <p:cNvSpPr/>
            <p:nvPr/>
          </p:nvSpPr>
          <p:spPr>
            <a:xfrm>
              <a:off x="1199187" y="1624432"/>
              <a:ext cx="12049831" cy="3830903"/>
            </a:xfrm>
            <a:custGeom>
              <a:avLst/>
              <a:pathLst>
                <a:path w="12049831" h="3830903">
                  <a:moveTo>
                    <a:pt x="0" y="0"/>
                  </a:moveTo>
                  <a:lnTo>
                    <a:pt x="994940" y="0"/>
                  </a:lnTo>
                  <a:lnTo>
                    <a:pt x="996076" y="3"/>
                  </a:lnTo>
                  <a:lnTo>
                    <a:pt x="1003573" y="30"/>
                  </a:lnTo>
                  <a:lnTo>
                    <a:pt x="1022573" y="105"/>
                  </a:lnTo>
                  <a:lnTo>
                    <a:pt x="1056791" y="253"/>
                  </a:lnTo>
                  <a:lnTo>
                    <a:pt x="1108296" y="496"/>
                  </a:lnTo>
                  <a:lnTo>
                    <a:pt x="1177359" y="857"/>
                  </a:lnTo>
                  <a:lnTo>
                    <a:pt x="1262508" y="1348"/>
                  </a:lnTo>
                  <a:lnTo>
                    <a:pt x="1360853" y="1979"/>
                  </a:lnTo>
                  <a:lnTo>
                    <a:pt x="1468612" y="2755"/>
                  </a:lnTo>
                  <a:lnTo>
                    <a:pt x="1581711" y="3672"/>
                  </a:lnTo>
                  <a:lnTo>
                    <a:pt x="1696309" y="4730"/>
                  </a:lnTo>
                  <a:lnTo>
                    <a:pt x="1809173" y="5925"/>
                  </a:lnTo>
                  <a:lnTo>
                    <a:pt x="1917855" y="7257"/>
                  </a:lnTo>
                  <a:lnTo>
                    <a:pt x="2020716" y="8728"/>
                  </a:lnTo>
                  <a:lnTo>
                    <a:pt x="2116842" y="10345"/>
                  </a:lnTo>
                  <a:lnTo>
                    <a:pt x="2205904" y="12120"/>
                  </a:lnTo>
                  <a:lnTo>
                    <a:pt x="2288014" y="14067"/>
                  </a:lnTo>
                  <a:lnTo>
                    <a:pt x="2363592" y="16208"/>
                  </a:lnTo>
                  <a:lnTo>
                    <a:pt x="2433252" y="18565"/>
                  </a:lnTo>
                  <a:lnTo>
                    <a:pt x="2497719" y="21165"/>
                  </a:lnTo>
                  <a:lnTo>
                    <a:pt x="2557768" y="24035"/>
                  </a:lnTo>
                  <a:lnTo>
                    <a:pt x="2614176" y="27201"/>
                  </a:lnTo>
                  <a:lnTo>
                    <a:pt x="2667679" y="30682"/>
                  </a:lnTo>
                  <a:lnTo>
                    <a:pt x="2702183" y="33190"/>
                  </a:lnTo>
                  <a:lnTo>
                    <a:pt x="2763626" y="38183"/>
                  </a:lnTo>
                  <a:lnTo>
                    <a:pt x="2823156" y="43676"/>
                  </a:lnTo>
                  <a:lnTo>
                    <a:pt x="2881484" y="49676"/>
                  </a:lnTo>
                  <a:lnTo>
                    <a:pt x="2939133" y="56176"/>
                  </a:lnTo>
                  <a:lnTo>
                    <a:pt x="2996471" y="63146"/>
                  </a:lnTo>
                  <a:lnTo>
                    <a:pt x="3053741" y="70542"/>
                  </a:lnTo>
                  <a:lnTo>
                    <a:pt x="3111077" y="78296"/>
                  </a:lnTo>
                  <a:lnTo>
                    <a:pt x="3168529" y="86325"/>
                  </a:lnTo>
                  <a:lnTo>
                    <a:pt x="3226080" y="94529"/>
                  </a:lnTo>
                  <a:lnTo>
                    <a:pt x="3283676" y="102802"/>
                  </a:lnTo>
                  <a:lnTo>
                    <a:pt x="3341243" y="111031"/>
                  </a:lnTo>
                  <a:lnTo>
                    <a:pt x="3398720" y="119107"/>
                  </a:lnTo>
                  <a:lnTo>
                    <a:pt x="3456080" y="126929"/>
                  </a:lnTo>
                  <a:lnTo>
                    <a:pt x="3513356" y="134409"/>
                  </a:lnTo>
                  <a:lnTo>
                    <a:pt x="3570662" y="141478"/>
                  </a:lnTo>
                  <a:lnTo>
                    <a:pt x="3628216" y="148084"/>
                  </a:lnTo>
                  <a:lnTo>
                    <a:pt x="3686356" y="154195"/>
                  </a:lnTo>
                  <a:lnTo>
                    <a:pt x="3745569" y="159799"/>
                  </a:lnTo>
                  <a:lnTo>
                    <a:pt x="3806520" y="164900"/>
                  </a:lnTo>
                  <a:lnTo>
                    <a:pt x="3820202" y="165953"/>
                  </a:lnTo>
                  <a:lnTo>
                    <a:pt x="3872132" y="169649"/>
                  </a:lnTo>
                  <a:lnTo>
                    <a:pt x="3926519" y="173024"/>
                  </a:lnTo>
                  <a:lnTo>
                    <a:pt x="3984048" y="176089"/>
                  </a:lnTo>
                  <a:lnTo>
                    <a:pt x="4045473" y="178867"/>
                  </a:lnTo>
                  <a:lnTo>
                    <a:pt x="4111573" y="181384"/>
                  </a:lnTo>
                  <a:lnTo>
                    <a:pt x="4183115" y="183667"/>
                  </a:lnTo>
                  <a:lnTo>
                    <a:pt x="4260794" y="185741"/>
                  </a:lnTo>
                  <a:lnTo>
                    <a:pt x="4345171" y="187629"/>
                  </a:lnTo>
                  <a:lnTo>
                    <a:pt x="4436577" y="189350"/>
                  </a:lnTo>
                  <a:lnTo>
                    <a:pt x="4534994" y="190918"/>
                  </a:lnTo>
                  <a:lnTo>
                    <a:pt x="4639916" y="192342"/>
                  </a:lnTo>
                  <a:lnTo>
                    <a:pt x="4750202" y="193628"/>
                  </a:lnTo>
                  <a:lnTo>
                    <a:pt x="4863951" y="194778"/>
                  </a:lnTo>
                  <a:lnTo>
                    <a:pt x="4978446" y="195790"/>
                  </a:lnTo>
                  <a:lnTo>
                    <a:pt x="5090224" y="196661"/>
                  </a:lnTo>
                  <a:lnTo>
                    <a:pt x="5195317" y="197388"/>
                  </a:lnTo>
                  <a:lnTo>
                    <a:pt x="5289682" y="197973"/>
                  </a:lnTo>
                  <a:lnTo>
                    <a:pt x="5369767" y="198420"/>
                  </a:lnTo>
                  <a:lnTo>
                    <a:pt x="5433101" y="198739"/>
                  </a:lnTo>
                  <a:lnTo>
                    <a:pt x="5478766" y="198949"/>
                  </a:lnTo>
                  <a:lnTo>
                    <a:pt x="5507633" y="199069"/>
                  </a:lnTo>
                  <a:lnTo>
                    <a:pt x="5522341" y="199126"/>
                  </a:lnTo>
                  <a:lnTo>
                    <a:pt x="5527099" y="199142"/>
                  </a:lnTo>
                  <a:lnTo>
                    <a:pt x="5527445" y="199144"/>
                  </a:lnTo>
                  <a:lnTo>
                    <a:pt x="6522385" y="199144"/>
                  </a:lnTo>
                  <a:lnTo>
                    <a:pt x="6523427" y="199207"/>
                  </a:lnTo>
                  <a:lnTo>
                    <a:pt x="6530311" y="199659"/>
                  </a:lnTo>
                  <a:lnTo>
                    <a:pt x="6547799" y="200906"/>
                  </a:lnTo>
                  <a:lnTo>
                    <a:pt x="6579392" y="203366"/>
                  </a:lnTo>
                  <a:lnTo>
                    <a:pt x="6627150" y="207436"/>
                  </a:lnTo>
                  <a:lnTo>
                    <a:pt x="6691536" y="213461"/>
                  </a:lnTo>
                  <a:lnTo>
                    <a:pt x="6771443" y="221706"/>
                  </a:lnTo>
                  <a:lnTo>
                    <a:pt x="6864435" y="232340"/>
                  </a:lnTo>
                  <a:lnTo>
                    <a:pt x="6967178" y="245436"/>
                  </a:lnTo>
                  <a:lnTo>
                    <a:pt x="7075956" y="260994"/>
                  </a:lnTo>
                  <a:lnTo>
                    <a:pt x="7187151" y="278974"/>
                  </a:lnTo>
                  <a:lnTo>
                    <a:pt x="7297606" y="299325"/>
                  </a:lnTo>
                  <a:lnTo>
                    <a:pt x="7404833" y="322023"/>
                  </a:lnTo>
                  <a:lnTo>
                    <a:pt x="7507067" y="347091"/>
                  </a:lnTo>
                  <a:lnTo>
                    <a:pt x="7603224" y="374614"/>
                  </a:lnTo>
                  <a:lnTo>
                    <a:pt x="7692796" y="404748"/>
                  </a:lnTo>
                  <a:lnTo>
                    <a:pt x="7775722" y="437721"/>
                  </a:lnTo>
                  <a:lnTo>
                    <a:pt x="7852263" y="473835"/>
                  </a:lnTo>
                  <a:lnTo>
                    <a:pt x="7922905" y="513453"/>
                  </a:lnTo>
                  <a:lnTo>
                    <a:pt x="7988263" y="556992"/>
                  </a:lnTo>
                  <a:lnTo>
                    <a:pt x="8049030" y="604903"/>
                  </a:lnTo>
                  <a:lnTo>
                    <a:pt x="8105919" y="657635"/>
                  </a:lnTo>
                  <a:lnTo>
                    <a:pt x="8159632" y="715588"/>
                  </a:lnTo>
                  <a:lnTo>
                    <a:pt x="8210822" y="779024"/>
                  </a:lnTo>
                  <a:lnTo>
                    <a:pt x="8229629" y="804437"/>
                  </a:lnTo>
                  <a:lnTo>
                    <a:pt x="8269812" y="862577"/>
                  </a:lnTo>
                  <a:lnTo>
                    <a:pt x="8309065" y="924525"/>
                  </a:lnTo>
                  <a:lnTo>
                    <a:pt x="8347615" y="990357"/>
                  </a:lnTo>
                  <a:lnTo>
                    <a:pt x="8385648" y="1060103"/>
                  </a:lnTo>
                  <a:lnTo>
                    <a:pt x="8423317" y="1133739"/>
                  </a:lnTo>
                  <a:lnTo>
                    <a:pt x="8460747" y="1211185"/>
                  </a:lnTo>
                  <a:lnTo>
                    <a:pt x="8498035" y="1292296"/>
                  </a:lnTo>
                  <a:lnTo>
                    <a:pt x="8535256" y="1376867"/>
                  </a:lnTo>
                  <a:lnTo>
                    <a:pt x="8572465" y="1464625"/>
                  </a:lnTo>
                  <a:lnTo>
                    <a:pt x="8609698" y="1555238"/>
                  </a:lnTo>
                  <a:lnTo>
                    <a:pt x="8646975" y="1648310"/>
                  </a:lnTo>
                  <a:lnTo>
                    <a:pt x="8684302" y="1743395"/>
                  </a:lnTo>
                  <a:lnTo>
                    <a:pt x="8721676" y="1840002"/>
                  </a:lnTo>
                  <a:lnTo>
                    <a:pt x="8759083" y="1937602"/>
                  </a:lnTo>
                  <a:lnTo>
                    <a:pt x="8796506" y="2035645"/>
                  </a:lnTo>
                  <a:lnTo>
                    <a:pt x="8833926" y="2133570"/>
                  </a:lnTo>
                  <a:lnTo>
                    <a:pt x="8871321" y="2230818"/>
                  </a:lnTo>
                  <a:lnTo>
                    <a:pt x="8908676" y="2326848"/>
                  </a:lnTo>
                  <a:lnTo>
                    <a:pt x="8945982" y="2421144"/>
                  </a:lnTo>
                  <a:lnTo>
                    <a:pt x="8983239" y="2513234"/>
                  </a:lnTo>
                  <a:lnTo>
                    <a:pt x="9020458" y="2602690"/>
                  </a:lnTo>
                  <a:lnTo>
                    <a:pt x="9057667" y="2689146"/>
                  </a:lnTo>
                  <a:lnTo>
                    <a:pt x="9094909" y="2772291"/>
                  </a:lnTo>
                  <a:lnTo>
                    <a:pt x="9132246" y="2851883"/>
                  </a:lnTo>
                  <a:lnTo>
                    <a:pt x="9169763" y="2927740"/>
                  </a:lnTo>
                  <a:lnTo>
                    <a:pt x="9207569" y="2999747"/>
                  </a:lnTo>
                  <a:lnTo>
                    <a:pt x="9245798" y="3067847"/>
                  </a:lnTo>
                  <a:lnTo>
                    <a:pt x="9284619" y="3132039"/>
                  </a:lnTo>
                  <a:lnTo>
                    <a:pt x="9324233" y="3192374"/>
                  </a:lnTo>
                  <a:lnTo>
                    <a:pt x="9347647" y="3225610"/>
                  </a:lnTo>
                  <a:lnTo>
                    <a:pt x="9398037" y="3291139"/>
                  </a:lnTo>
                  <a:lnTo>
                    <a:pt x="9450723" y="3351143"/>
                  </a:lnTo>
                  <a:lnTo>
                    <a:pt x="9506332" y="3405807"/>
                  </a:lnTo>
                  <a:lnTo>
                    <a:pt x="9565549" y="3455488"/>
                  </a:lnTo>
                  <a:lnTo>
                    <a:pt x="9629089" y="3500626"/>
                  </a:lnTo>
                  <a:lnTo>
                    <a:pt x="9697656" y="3541674"/>
                  </a:lnTo>
                  <a:lnTo>
                    <a:pt x="9771902" y="3579066"/>
                  </a:lnTo>
                  <a:lnTo>
                    <a:pt x="9852371" y="3613187"/>
                  </a:lnTo>
                  <a:lnTo>
                    <a:pt x="9939418" y="3644363"/>
                  </a:lnTo>
                  <a:lnTo>
                    <a:pt x="10033120" y="3672850"/>
                  </a:lnTo>
                  <a:lnTo>
                    <a:pt x="10133151" y="3698832"/>
                  </a:lnTo>
                  <a:lnTo>
                    <a:pt x="10238660" y="3722420"/>
                  </a:lnTo>
                  <a:lnTo>
                    <a:pt x="10348149" y="3743659"/>
                  </a:lnTo>
                  <a:lnTo>
                    <a:pt x="10459402" y="3762540"/>
                  </a:lnTo>
                  <a:lnTo>
                    <a:pt x="10569500" y="3779019"/>
                  </a:lnTo>
                  <a:lnTo>
                    <a:pt x="10674965" y="3793048"/>
                  </a:lnTo>
                  <a:lnTo>
                    <a:pt x="10772066" y="3804608"/>
                  </a:lnTo>
                  <a:lnTo>
                    <a:pt x="10857263" y="3813742"/>
                  </a:lnTo>
                  <a:lnTo>
                    <a:pt x="10927723" y="3820580"/>
                  </a:lnTo>
                  <a:lnTo>
                    <a:pt x="10981798" y="3825352"/>
                  </a:lnTo>
                  <a:lnTo>
                    <a:pt x="11019342" y="3828375"/>
                  </a:lnTo>
                  <a:lnTo>
                    <a:pt x="11041822" y="3830032"/>
                  </a:lnTo>
                  <a:lnTo>
                    <a:pt x="11052218" y="3830736"/>
                  </a:lnTo>
                  <a:lnTo>
                    <a:pt x="11054833" y="3830900"/>
                  </a:lnTo>
                  <a:lnTo>
                    <a:pt x="11054891" y="3830903"/>
                  </a:lnTo>
                  <a:lnTo>
                    <a:pt x="12049831" y="3830903"/>
                  </a:lnTo>
                  <a:lnTo>
                    <a:pt x="12049831" y="38309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8" name="pl367"/>
            <p:cNvSpPr/>
            <p:nvPr/>
          </p:nvSpPr>
          <p:spPr>
            <a:xfrm>
              <a:off x="1199187" y="1608710"/>
              <a:ext cx="12049831" cy="3830903"/>
            </a:xfrm>
            <a:custGeom>
              <a:avLst/>
              <a:pathLst>
                <a:path w="12049831" h="3830903">
                  <a:moveTo>
                    <a:pt x="12049831" y="3830903"/>
                  </a:moveTo>
                  <a:lnTo>
                    <a:pt x="11054891" y="3830903"/>
                  </a:lnTo>
                  <a:lnTo>
                    <a:pt x="11053850" y="3830840"/>
                  </a:lnTo>
                  <a:lnTo>
                    <a:pt x="11046965" y="3830388"/>
                  </a:lnTo>
                  <a:lnTo>
                    <a:pt x="11029478" y="3829140"/>
                  </a:lnTo>
                  <a:lnTo>
                    <a:pt x="10997884" y="3826681"/>
                  </a:lnTo>
                  <a:lnTo>
                    <a:pt x="10950127" y="3822611"/>
                  </a:lnTo>
                  <a:lnTo>
                    <a:pt x="10885741" y="3816586"/>
                  </a:lnTo>
                  <a:lnTo>
                    <a:pt x="10805834" y="3808340"/>
                  </a:lnTo>
                  <a:lnTo>
                    <a:pt x="10712842" y="3797706"/>
                  </a:lnTo>
                  <a:lnTo>
                    <a:pt x="10610099" y="3784611"/>
                  </a:lnTo>
                  <a:lnTo>
                    <a:pt x="10501321" y="3769052"/>
                  </a:lnTo>
                  <a:lnTo>
                    <a:pt x="10390126" y="3751073"/>
                  </a:lnTo>
                  <a:lnTo>
                    <a:pt x="10279670" y="3730722"/>
                  </a:lnTo>
                  <a:lnTo>
                    <a:pt x="10172444" y="3708023"/>
                  </a:lnTo>
                  <a:lnTo>
                    <a:pt x="10070210" y="3682955"/>
                  </a:lnTo>
                  <a:lnTo>
                    <a:pt x="9974052" y="3655432"/>
                  </a:lnTo>
                  <a:lnTo>
                    <a:pt x="9884480" y="3625299"/>
                  </a:lnTo>
                  <a:lnTo>
                    <a:pt x="9801555" y="3592325"/>
                  </a:lnTo>
                  <a:lnTo>
                    <a:pt x="9725013" y="3556212"/>
                  </a:lnTo>
                  <a:lnTo>
                    <a:pt x="9654372" y="3516594"/>
                  </a:lnTo>
                  <a:lnTo>
                    <a:pt x="9589013" y="3473055"/>
                  </a:lnTo>
                  <a:lnTo>
                    <a:pt x="9528247" y="3425144"/>
                  </a:lnTo>
                  <a:lnTo>
                    <a:pt x="9471357" y="3372411"/>
                  </a:lnTo>
                  <a:lnTo>
                    <a:pt x="9417644" y="3314458"/>
                  </a:lnTo>
                  <a:lnTo>
                    <a:pt x="9366455" y="3251022"/>
                  </a:lnTo>
                  <a:lnTo>
                    <a:pt x="9347647" y="3225610"/>
                  </a:lnTo>
                  <a:lnTo>
                    <a:pt x="9307465" y="3167469"/>
                  </a:lnTo>
                  <a:lnTo>
                    <a:pt x="9268211" y="3105522"/>
                  </a:lnTo>
                  <a:lnTo>
                    <a:pt x="9229662" y="3039690"/>
                  </a:lnTo>
                  <a:lnTo>
                    <a:pt x="9191629" y="2969944"/>
                  </a:lnTo>
                  <a:lnTo>
                    <a:pt x="9153960" y="2896308"/>
                  </a:lnTo>
                  <a:lnTo>
                    <a:pt x="9116530" y="2818862"/>
                  </a:lnTo>
                  <a:lnTo>
                    <a:pt x="9079242" y="2737751"/>
                  </a:lnTo>
                  <a:lnTo>
                    <a:pt x="9042020" y="2653180"/>
                  </a:lnTo>
                  <a:lnTo>
                    <a:pt x="9004811" y="2565421"/>
                  </a:lnTo>
                  <a:lnTo>
                    <a:pt x="8967579" y="2474809"/>
                  </a:lnTo>
                  <a:lnTo>
                    <a:pt x="8930302" y="2381737"/>
                  </a:lnTo>
                  <a:lnTo>
                    <a:pt x="8892974" y="2286651"/>
                  </a:lnTo>
                  <a:lnTo>
                    <a:pt x="8855601" y="2190045"/>
                  </a:lnTo>
                  <a:lnTo>
                    <a:pt x="8818193" y="2092445"/>
                  </a:lnTo>
                  <a:lnTo>
                    <a:pt x="8780770" y="1994402"/>
                  </a:lnTo>
                  <a:lnTo>
                    <a:pt x="8743351" y="1896477"/>
                  </a:lnTo>
                  <a:lnTo>
                    <a:pt x="8705956" y="1799228"/>
                  </a:lnTo>
                  <a:lnTo>
                    <a:pt x="8668601" y="1703199"/>
                  </a:lnTo>
                  <a:lnTo>
                    <a:pt x="8631295" y="1608903"/>
                  </a:lnTo>
                  <a:lnTo>
                    <a:pt x="8594038" y="1516813"/>
                  </a:lnTo>
                  <a:lnTo>
                    <a:pt x="8556818" y="1427356"/>
                  </a:lnTo>
                  <a:lnTo>
                    <a:pt x="8519609" y="1340901"/>
                  </a:lnTo>
                  <a:lnTo>
                    <a:pt x="8482368" y="1257755"/>
                  </a:lnTo>
                  <a:lnTo>
                    <a:pt x="8445030" y="1178164"/>
                  </a:lnTo>
                  <a:lnTo>
                    <a:pt x="8407513" y="1102306"/>
                  </a:lnTo>
                  <a:lnTo>
                    <a:pt x="8369708" y="1030299"/>
                  </a:lnTo>
                  <a:lnTo>
                    <a:pt x="8331478" y="962199"/>
                  </a:lnTo>
                  <a:lnTo>
                    <a:pt x="8292658" y="898007"/>
                  </a:lnTo>
                  <a:lnTo>
                    <a:pt x="8253044" y="837673"/>
                  </a:lnTo>
                  <a:lnTo>
                    <a:pt x="8229629" y="804437"/>
                  </a:lnTo>
                  <a:lnTo>
                    <a:pt x="8179240" y="738908"/>
                  </a:lnTo>
                  <a:lnTo>
                    <a:pt x="8126553" y="678903"/>
                  </a:lnTo>
                  <a:lnTo>
                    <a:pt x="8070945" y="624240"/>
                  </a:lnTo>
                  <a:lnTo>
                    <a:pt x="8011727" y="574558"/>
                  </a:lnTo>
                  <a:lnTo>
                    <a:pt x="7948187" y="529421"/>
                  </a:lnTo>
                  <a:lnTo>
                    <a:pt x="7879620" y="488373"/>
                  </a:lnTo>
                  <a:lnTo>
                    <a:pt x="7805374" y="450981"/>
                  </a:lnTo>
                  <a:lnTo>
                    <a:pt x="7724906" y="416860"/>
                  </a:lnTo>
                  <a:lnTo>
                    <a:pt x="7637859" y="385684"/>
                  </a:lnTo>
                  <a:lnTo>
                    <a:pt x="7544157" y="357197"/>
                  </a:lnTo>
                  <a:lnTo>
                    <a:pt x="7444125" y="331215"/>
                  </a:lnTo>
                  <a:lnTo>
                    <a:pt x="7338617" y="307627"/>
                  </a:lnTo>
                  <a:lnTo>
                    <a:pt x="7229128" y="286387"/>
                  </a:lnTo>
                  <a:lnTo>
                    <a:pt x="7117874" y="267507"/>
                  </a:lnTo>
                  <a:lnTo>
                    <a:pt x="7007777" y="251027"/>
                  </a:lnTo>
                  <a:lnTo>
                    <a:pt x="6902312" y="236998"/>
                  </a:lnTo>
                  <a:lnTo>
                    <a:pt x="6805211" y="225438"/>
                  </a:lnTo>
                  <a:lnTo>
                    <a:pt x="6720014" y="216305"/>
                  </a:lnTo>
                  <a:lnTo>
                    <a:pt x="6649553" y="209466"/>
                  </a:lnTo>
                  <a:lnTo>
                    <a:pt x="6595478" y="204695"/>
                  </a:lnTo>
                  <a:lnTo>
                    <a:pt x="6557934" y="201671"/>
                  </a:lnTo>
                  <a:lnTo>
                    <a:pt x="6535455" y="200014"/>
                  </a:lnTo>
                  <a:lnTo>
                    <a:pt x="6525059" y="199311"/>
                  </a:lnTo>
                  <a:lnTo>
                    <a:pt x="6522444" y="199147"/>
                  </a:lnTo>
                  <a:lnTo>
                    <a:pt x="6522385" y="199144"/>
                  </a:lnTo>
                  <a:lnTo>
                    <a:pt x="5527445" y="199144"/>
                  </a:lnTo>
                  <a:lnTo>
                    <a:pt x="5526309" y="199140"/>
                  </a:lnTo>
                  <a:lnTo>
                    <a:pt x="5518812" y="199113"/>
                  </a:lnTo>
                  <a:lnTo>
                    <a:pt x="5499812" y="199038"/>
                  </a:lnTo>
                  <a:lnTo>
                    <a:pt x="5465594" y="198890"/>
                  </a:lnTo>
                  <a:lnTo>
                    <a:pt x="5414089" y="198647"/>
                  </a:lnTo>
                  <a:lnTo>
                    <a:pt x="5345026" y="198287"/>
                  </a:lnTo>
                  <a:lnTo>
                    <a:pt x="5259877" y="197795"/>
                  </a:lnTo>
                  <a:lnTo>
                    <a:pt x="5161532" y="197164"/>
                  </a:lnTo>
                  <a:lnTo>
                    <a:pt x="5053773" y="196388"/>
                  </a:lnTo>
                  <a:lnTo>
                    <a:pt x="4940674" y="195471"/>
                  </a:lnTo>
                  <a:lnTo>
                    <a:pt x="4826076" y="194413"/>
                  </a:lnTo>
                  <a:lnTo>
                    <a:pt x="4713212" y="193218"/>
                  </a:lnTo>
                  <a:lnTo>
                    <a:pt x="4604530" y="191886"/>
                  </a:lnTo>
                  <a:lnTo>
                    <a:pt x="4501669" y="190415"/>
                  </a:lnTo>
                  <a:lnTo>
                    <a:pt x="4405543" y="188798"/>
                  </a:lnTo>
                  <a:lnTo>
                    <a:pt x="4316481" y="187024"/>
                  </a:lnTo>
                  <a:lnTo>
                    <a:pt x="4234371" y="185076"/>
                  </a:lnTo>
                  <a:lnTo>
                    <a:pt x="4158793" y="182935"/>
                  </a:lnTo>
                  <a:lnTo>
                    <a:pt x="4089133" y="180578"/>
                  </a:lnTo>
                  <a:lnTo>
                    <a:pt x="4024666" y="177978"/>
                  </a:lnTo>
                  <a:lnTo>
                    <a:pt x="3964617" y="175108"/>
                  </a:lnTo>
                  <a:lnTo>
                    <a:pt x="3908209" y="171942"/>
                  </a:lnTo>
                  <a:lnTo>
                    <a:pt x="3854706" y="168462"/>
                  </a:lnTo>
                  <a:lnTo>
                    <a:pt x="3820202" y="165953"/>
                  </a:lnTo>
                  <a:lnTo>
                    <a:pt x="3758759" y="160960"/>
                  </a:lnTo>
                  <a:lnTo>
                    <a:pt x="3699229" y="155467"/>
                  </a:lnTo>
                  <a:lnTo>
                    <a:pt x="3640901" y="149467"/>
                  </a:lnTo>
                  <a:lnTo>
                    <a:pt x="3583252" y="142967"/>
                  </a:lnTo>
                  <a:lnTo>
                    <a:pt x="3525914" y="135997"/>
                  </a:lnTo>
                  <a:lnTo>
                    <a:pt x="3468644" y="128601"/>
                  </a:lnTo>
                  <a:lnTo>
                    <a:pt x="3411308" y="120847"/>
                  </a:lnTo>
                  <a:lnTo>
                    <a:pt x="3353856" y="112819"/>
                  </a:lnTo>
                  <a:lnTo>
                    <a:pt x="3296305" y="104614"/>
                  </a:lnTo>
                  <a:lnTo>
                    <a:pt x="3238709" y="96341"/>
                  </a:lnTo>
                  <a:lnTo>
                    <a:pt x="3181142" y="88112"/>
                  </a:lnTo>
                  <a:lnTo>
                    <a:pt x="3123665" y="80036"/>
                  </a:lnTo>
                  <a:lnTo>
                    <a:pt x="3066305" y="72214"/>
                  </a:lnTo>
                  <a:lnTo>
                    <a:pt x="3009029" y="64734"/>
                  </a:lnTo>
                  <a:lnTo>
                    <a:pt x="2951723" y="57665"/>
                  </a:lnTo>
                  <a:lnTo>
                    <a:pt x="2894169" y="51059"/>
                  </a:lnTo>
                  <a:lnTo>
                    <a:pt x="2836029" y="44948"/>
                  </a:lnTo>
                  <a:lnTo>
                    <a:pt x="2776816" y="39344"/>
                  </a:lnTo>
                  <a:lnTo>
                    <a:pt x="2715865" y="34243"/>
                  </a:lnTo>
                  <a:lnTo>
                    <a:pt x="2702183" y="33190"/>
                  </a:lnTo>
                  <a:lnTo>
                    <a:pt x="2650253" y="29494"/>
                  </a:lnTo>
                  <a:lnTo>
                    <a:pt x="2595866" y="26119"/>
                  </a:lnTo>
                  <a:lnTo>
                    <a:pt x="2538337" y="23054"/>
                  </a:lnTo>
                  <a:lnTo>
                    <a:pt x="2476912" y="20276"/>
                  </a:lnTo>
                  <a:lnTo>
                    <a:pt x="2410812" y="17759"/>
                  </a:lnTo>
                  <a:lnTo>
                    <a:pt x="2339270" y="15477"/>
                  </a:lnTo>
                  <a:lnTo>
                    <a:pt x="2261591" y="13402"/>
                  </a:lnTo>
                  <a:lnTo>
                    <a:pt x="2177214" y="11514"/>
                  </a:lnTo>
                  <a:lnTo>
                    <a:pt x="2085808" y="9793"/>
                  </a:lnTo>
                  <a:lnTo>
                    <a:pt x="1987391" y="8225"/>
                  </a:lnTo>
                  <a:lnTo>
                    <a:pt x="1882469" y="6801"/>
                  </a:lnTo>
                  <a:lnTo>
                    <a:pt x="1772183" y="5515"/>
                  </a:lnTo>
                  <a:lnTo>
                    <a:pt x="1658434" y="4365"/>
                  </a:lnTo>
                  <a:lnTo>
                    <a:pt x="1543939" y="3353"/>
                  </a:lnTo>
                  <a:lnTo>
                    <a:pt x="1432161" y="2482"/>
                  </a:lnTo>
                  <a:lnTo>
                    <a:pt x="1327068" y="1755"/>
                  </a:lnTo>
                  <a:lnTo>
                    <a:pt x="1232703" y="1170"/>
                  </a:lnTo>
                  <a:lnTo>
                    <a:pt x="1152618" y="723"/>
                  </a:lnTo>
                  <a:lnTo>
                    <a:pt x="1089284" y="404"/>
                  </a:lnTo>
                  <a:lnTo>
                    <a:pt x="1043619" y="194"/>
                  </a:lnTo>
                  <a:lnTo>
                    <a:pt x="1014752" y="74"/>
                  </a:lnTo>
                  <a:lnTo>
                    <a:pt x="1000044" y="17"/>
                  </a:lnTo>
                  <a:lnTo>
                    <a:pt x="995286" y="1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9" name="pg368"/>
            <p:cNvSpPr/>
            <p:nvPr/>
          </p:nvSpPr>
          <p:spPr>
            <a:xfrm>
              <a:off x="1199187" y="1624432"/>
              <a:ext cx="12049831" cy="4171544"/>
            </a:xfrm>
            <a:custGeom>
              <a:avLst/>
              <a:pathLst>
                <a:path w="12049831" h="4171544">
                  <a:moveTo>
                    <a:pt x="0" y="26203"/>
                  </a:moveTo>
                  <a:lnTo>
                    <a:pt x="994940" y="26203"/>
                  </a:lnTo>
                  <a:lnTo>
                    <a:pt x="996076" y="26207"/>
                  </a:lnTo>
                  <a:lnTo>
                    <a:pt x="1003573" y="26235"/>
                  </a:lnTo>
                  <a:lnTo>
                    <a:pt x="1022572" y="26314"/>
                  </a:lnTo>
                  <a:lnTo>
                    <a:pt x="1056789" y="26469"/>
                  </a:lnTo>
                  <a:lnTo>
                    <a:pt x="1108293" y="26726"/>
                  </a:lnTo>
                  <a:lnTo>
                    <a:pt x="1177354" y="27105"/>
                  </a:lnTo>
                  <a:lnTo>
                    <a:pt x="1262501" y="27622"/>
                  </a:lnTo>
                  <a:lnTo>
                    <a:pt x="1360844" y="28287"/>
                  </a:lnTo>
                  <a:lnTo>
                    <a:pt x="1468602" y="29103"/>
                  </a:lnTo>
                  <a:lnTo>
                    <a:pt x="1581699" y="30069"/>
                  </a:lnTo>
                  <a:lnTo>
                    <a:pt x="1696296" y="31182"/>
                  </a:lnTo>
                  <a:lnTo>
                    <a:pt x="1809159" y="32440"/>
                  </a:lnTo>
                  <a:lnTo>
                    <a:pt x="1917841" y="33842"/>
                  </a:lnTo>
                  <a:lnTo>
                    <a:pt x="2020702" y="35390"/>
                  </a:lnTo>
                  <a:lnTo>
                    <a:pt x="2116828" y="37093"/>
                  </a:lnTo>
                  <a:lnTo>
                    <a:pt x="2205890" y="38960"/>
                  </a:lnTo>
                  <a:lnTo>
                    <a:pt x="2288001" y="41010"/>
                  </a:lnTo>
                  <a:lnTo>
                    <a:pt x="2363579" y="43263"/>
                  </a:lnTo>
                  <a:lnTo>
                    <a:pt x="2433239" y="45745"/>
                  </a:lnTo>
                  <a:lnTo>
                    <a:pt x="2497706" y="48481"/>
                  </a:lnTo>
                  <a:lnTo>
                    <a:pt x="2557756" y="51503"/>
                  </a:lnTo>
                  <a:lnTo>
                    <a:pt x="2614164" y="54835"/>
                  </a:lnTo>
                  <a:lnTo>
                    <a:pt x="2667666" y="58499"/>
                  </a:lnTo>
                  <a:lnTo>
                    <a:pt x="2702183" y="61140"/>
                  </a:lnTo>
                  <a:lnTo>
                    <a:pt x="2763603" y="66394"/>
                  </a:lnTo>
                  <a:lnTo>
                    <a:pt x="2823112" y="72173"/>
                  </a:lnTo>
                  <a:lnTo>
                    <a:pt x="2881419" y="78487"/>
                  </a:lnTo>
                  <a:lnTo>
                    <a:pt x="2939047" y="85325"/>
                  </a:lnTo>
                  <a:lnTo>
                    <a:pt x="2996364" y="92659"/>
                  </a:lnTo>
                  <a:lnTo>
                    <a:pt x="3053612" y="100440"/>
                  </a:lnTo>
                  <a:lnTo>
                    <a:pt x="3110926" y="108598"/>
                  </a:lnTo>
                  <a:lnTo>
                    <a:pt x="3168356" y="117045"/>
                  </a:lnTo>
                  <a:lnTo>
                    <a:pt x="3225886" y="125678"/>
                  </a:lnTo>
                  <a:lnTo>
                    <a:pt x="3283460" y="134383"/>
                  </a:lnTo>
                  <a:lnTo>
                    <a:pt x="3341006" y="143042"/>
                  </a:lnTo>
                  <a:lnTo>
                    <a:pt x="3398461" y="151541"/>
                  </a:lnTo>
                  <a:lnTo>
                    <a:pt x="3455800" y="159773"/>
                  </a:lnTo>
                  <a:lnTo>
                    <a:pt x="3513055" y="167646"/>
                  </a:lnTo>
                  <a:lnTo>
                    <a:pt x="3570339" y="175087"/>
                  </a:lnTo>
                  <a:lnTo>
                    <a:pt x="3627869" y="182040"/>
                  </a:lnTo>
                  <a:lnTo>
                    <a:pt x="3685983" y="188474"/>
                  </a:lnTo>
                  <a:lnTo>
                    <a:pt x="3745164" y="194374"/>
                  </a:lnTo>
                  <a:lnTo>
                    <a:pt x="3806078" y="199746"/>
                  </a:lnTo>
                  <a:lnTo>
                    <a:pt x="3820202" y="200890"/>
                  </a:lnTo>
                  <a:lnTo>
                    <a:pt x="3872132" y="204781"/>
                  </a:lnTo>
                  <a:lnTo>
                    <a:pt x="3926518" y="208334"/>
                  </a:lnTo>
                  <a:lnTo>
                    <a:pt x="3984046" y="211560"/>
                  </a:lnTo>
                  <a:lnTo>
                    <a:pt x="4045470" y="214484"/>
                  </a:lnTo>
                  <a:lnTo>
                    <a:pt x="4111570" y="217133"/>
                  </a:lnTo>
                  <a:lnTo>
                    <a:pt x="4183110" y="219536"/>
                  </a:lnTo>
                  <a:lnTo>
                    <a:pt x="4260788" y="221720"/>
                  </a:lnTo>
                  <a:lnTo>
                    <a:pt x="4345164" y="223707"/>
                  </a:lnTo>
                  <a:lnTo>
                    <a:pt x="4436568" y="225519"/>
                  </a:lnTo>
                  <a:lnTo>
                    <a:pt x="4534983" y="227169"/>
                  </a:lnTo>
                  <a:lnTo>
                    <a:pt x="4639904" y="228668"/>
                  </a:lnTo>
                  <a:lnTo>
                    <a:pt x="4750188" y="230022"/>
                  </a:lnTo>
                  <a:lnTo>
                    <a:pt x="4863936" y="231233"/>
                  </a:lnTo>
                  <a:lnTo>
                    <a:pt x="4978430" y="232298"/>
                  </a:lnTo>
                  <a:lnTo>
                    <a:pt x="5090207" y="233215"/>
                  </a:lnTo>
                  <a:lnTo>
                    <a:pt x="5195300" y="233980"/>
                  </a:lnTo>
                  <a:lnTo>
                    <a:pt x="5289666" y="234596"/>
                  </a:lnTo>
                  <a:lnTo>
                    <a:pt x="5369753" y="235066"/>
                  </a:lnTo>
                  <a:lnTo>
                    <a:pt x="5433090" y="235402"/>
                  </a:lnTo>
                  <a:lnTo>
                    <a:pt x="5478759" y="235623"/>
                  </a:lnTo>
                  <a:lnTo>
                    <a:pt x="5507629" y="235750"/>
                  </a:lnTo>
                  <a:lnTo>
                    <a:pt x="5522339" y="235809"/>
                  </a:lnTo>
                  <a:lnTo>
                    <a:pt x="5527099" y="235827"/>
                  </a:lnTo>
                  <a:lnTo>
                    <a:pt x="5527445" y="235828"/>
                  </a:lnTo>
                  <a:lnTo>
                    <a:pt x="6522385" y="235828"/>
                  </a:lnTo>
                  <a:lnTo>
                    <a:pt x="6523412" y="235896"/>
                  </a:lnTo>
                  <a:lnTo>
                    <a:pt x="6530201" y="236378"/>
                  </a:lnTo>
                  <a:lnTo>
                    <a:pt x="6547453" y="237711"/>
                  </a:lnTo>
                  <a:lnTo>
                    <a:pt x="6578636" y="240338"/>
                  </a:lnTo>
                  <a:lnTo>
                    <a:pt x="6625805" y="244685"/>
                  </a:lnTo>
                  <a:lnTo>
                    <a:pt x="6689451" y="251123"/>
                  </a:lnTo>
                  <a:lnTo>
                    <a:pt x="6768523" y="259937"/>
                  </a:lnTo>
                  <a:lnTo>
                    <a:pt x="6860653" y="271310"/>
                  </a:lnTo>
                  <a:lnTo>
                    <a:pt x="6962578" y="285325"/>
                  </a:lnTo>
                  <a:lnTo>
                    <a:pt x="7070641" y="301984"/>
                  </a:lnTo>
                  <a:lnTo>
                    <a:pt x="7181261" y="321244"/>
                  </a:lnTo>
                  <a:lnTo>
                    <a:pt x="7291298" y="343052"/>
                  </a:lnTo>
                  <a:lnTo>
                    <a:pt x="7398260" y="367379"/>
                  </a:lnTo>
                  <a:lnTo>
                    <a:pt x="7500365" y="394247"/>
                  </a:lnTo>
                  <a:lnTo>
                    <a:pt x="7596504" y="423740"/>
                  </a:lnTo>
                  <a:lnTo>
                    <a:pt x="7686141" y="456021"/>
                  </a:lnTo>
                  <a:lnTo>
                    <a:pt x="7769186" y="491329"/>
                  </a:lnTo>
                  <a:lnTo>
                    <a:pt x="7845878" y="529977"/>
                  </a:lnTo>
                  <a:lnTo>
                    <a:pt x="7916678" y="572350"/>
                  </a:lnTo>
                  <a:lnTo>
                    <a:pt x="7982187" y="618889"/>
                  </a:lnTo>
                  <a:lnTo>
                    <a:pt x="8043080" y="670073"/>
                  </a:lnTo>
                  <a:lnTo>
                    <a:pt x="8100061" y="726385"/>
                  </a:lnTo>
                  <a:lnTo>
                    <a:pt x="8153825" y="788259"/>
                  </a:lnTo>
                  <a:lnTo>
                    <a:pt x="8205022" y="855999"/>
                  </a:lnTo>
                  <a:lnTo>
                    <a:pt x="8229629" y="891781"/>
                  </a:lnTo>
                  <a:lnTo>
                    <a:pt x="8268501" y="952642"/>
                  </a:lnTo>
                  <a:lnTo>
                    <a:pt x="8306497" y="1017357"/>
                  </a:lnTo>
                  <a:lnTo>
                    <a:pt x="8343822" y="1086005"/>
                  </a:lnTo>
                  <a:lnTo>
                    <a:pt x="8380648" y="1158619"/>
                  </a:lnTo>
                  <a:lnTo>
                    <a:pt x="8417117" y="1235181"/>
                  </a:lnTo>
                  <a:lnTo>
                    <a:pt x="8453345" y="1315622"/>
                  </a:lnTo>
                  <a:lnTo>
                    <a:pt x="8489424" y="1399812"/>
                  </a:lnTo>
                  <a:lnTo>
                    <a:pt x="8525427" y="1487561"/>
                  </a:lnTo>
                  <a:lnTo>
                    <a:pt x="8561406" y="1578620"/>
                  </a:lnTo>
                  <a:lnTo>
                    <a:pt x="8597400" y="1672679"/>
                  </a:lnTo>
                  <a:lnTo>
                    <a:pt x="8633430" y="1769368"/>
                  </a:lnTo>
                  <a:lnTo>
                    <a:pt x="8669506" y="1868268"/>
                  </a:lnTo>
                  <a:lnTo>
                    <a:pt x="8705628" y="1968912"/>
                  </a:lnTo>
                  <a:lnTo>
                    <a:pt x="8741788" y="2070795"/>
                  </a:lnTo>
                  <a:lnTo>
                    <a:pt x="8777970" y="2173388"/>
                  </a:lnTo>
                  <a:lnTo>
                    <a:pt x="8814159" y="2276143"/>
                  </a:lnTo>
                  <a:lnTo>
                    <a:pt x="8850334" y="2378511"/>
                  </a:lnTo>
                  <a:lnTo>
                    <a:pt x="8886480" y="2479949"/>
                  </a:lnTo>
                  <a:lnTo>
                    <a:pt x="8922584" y="2579936"/>
                  </a:lnTo>
                  <a:lnTo>
                    <a:pt x="8958640" y="2677982"/>
                  </a:lnTo>
                  <a:lnTo>
                    <a:pt x="8994653" y="2773640"/>
                  </a:lnTo>
                  <a:lnTo>
                    <a:pt x="9030637" y="2866508"/>
                  </a:lnTo>
                  <a:lnTo>
                    <a:pt x="9066621" y="2956243"/>
                  </a:lnTo>
                  <a:lnTo>
                    <a:pt x="9102648" y="3042558"/>
                  </a:lnTo>
                  <a:lnTo>
                    <a:pt x="9138778" y="3125229"/>
                  </a:lnTo>
                  <a:lnTo>
                    <a:pt x="9175092" y="3204090"/>
                  </a:lnTo>
                  <a:lnTo>
                    <a:pt x="9211693" y="3279037"/>
                  </a:lnTo>
                  <a:lnTo>
                    <a:pt x="9248705" y="3350022"/>
                  </a:lnTo>
                  <a:lnTo>
                    <a:pt x="9286283" y="3417050"/>
                  </a:lnTo>
                  <a:lnTo>
                    <a:pt x="9324611" y="3480171"/>
                  </a:lnTo>
                  <a:lnTo>
                    <a:pt x="9347647" y="3515592"/>
                  </a:lnTo>
                  <a:lnTo>
                    <a:pt x="9397789" y="3586277"/>
                  </a:lnTo>
                  <a:lnTo>
                    <a:pt x="9450203" y="3651034"/>
                  </a:lnTo>
                  <a:lnTo>
                    <a:pt x="9505505" y="3710055"/>
                  </a:lnTo>
                  <a:lnTo>
                    <a:pt x="9564371" y="3763722"/>
                  </a:lnTo>
                  <a:lnTo>
                    <a:pt x="9627505" y="3812502"/>
                  </a:lnTo>
                  <a:lnTo>
                    <a:pt x="9695601" y="3856882"/>
                  </a:lnTo>
                  <a:lnTo>
                    <a:pt x="9769304" y="3897325"/>
                  </a:lnTo>
                  <a:lnTo>
                    <a:pt x="9849154" y="3934245"/>
                  </a:lnTo>
                  <a:lnTo>
                    <a:pt x="9935511" y="3967991"/>
                  </a:lnTo>
                  <a:lnTo>
                    <a:pt x="10028463" y="3998842"/>
                  </a:lnTo>
                  <a:lnTo>
                    <a:pt x="10127711" y="4026995"/>
                  </a:lnTo>
                  <a:lnTo>
                    <a:pt x="10232444" y="4052576"/>
                  </a:lnTo>
                  <a:lnTo>
                    <a:pt x="10341224" y="4075634"/>
                  </a:lnTo>
                  <a:lnTo>
                    <a:pt x="10451911" y="4096163"/>
                  </a:lnTo>
                  <a:lnTo>
                    <a:pt x="10561668" y="4114118"/>
                  </a:lnTo>
                  <a:lnTo>
                    <a:pt x="10667098" y="4129447"/>
                  </a:lnTo>
                  <a:lnTo>
                    <a:pt x="10764528" y="4142124"/>
                  </a:lnTo>
                  <a:lnTo>
                    <a:pt x="10850435" y="4152191"/>
                  </a:lnTo>
                  <a:lnTo>
                    <a:pt x="10921950" y="4159778"/>
                  </a:lnTo>
                  <a:lnTo>
                    <a:pt x="10977325" y="4165120"/>
                  </a:lnTo>
                  <a:lnTo>
                    <a:pt x="11016271" y="4168549"/>
                  </a:lnTo>
                  <a:lnTo>
                    <a:pt x="11040078" y="4170468"/>
                  </a:lnTo>
                  <a:lnTo>
                    <a:pt x="11051539" y="4171316"/>
                  </a:lnTo>
                  <a:lnTo>
                    <a:pt x="11054763" y="4171536"/>
                  </a:lnTo>
                  <a:lnTo>
                    <a:pt x="11054891" y="4171544"/>
                  </a:lnTo>
                  <a:lnTo>
                    <a:pt x="12049831" y="4171544"/>
                  </a:lnTo>
                  <a:lnTo>
                    <a:pt x="12049831" y="4145341"/>
                  </a:lnTo>
                  <a:lnTo>
                    <a:pt x="11054891" y="4145341"/>
                  </a:lnTo>
                  <a:lnTo>
                    <a:pt x="11053864" y="4145273"/>
                  </a:lnTo>
                  <a:lnTo>
                    <a:pt x="11047075" y="4144791"/>
                  </a:lnTo>
                  <a:lnTo>
                    <a:pt x="11029824" y="4143459"/>
                  </a:lnTo>
                  <a:lnTo>
                    <a:pt x="10998641" y="4140832"/>
                  </a:lnTo>
                  <a:lnTo>
                    <a:pt x="10951472" y="4136485"/>
                  </a:lnTo>
                  <a:lnTo>
                    <a:pt x="10887825" y="4130046"/>
                  </a:lnTo>
                  <a:lnTo>
                    <a:pt x="10808754" y="4121232"/>
                  </a:lnTo>
                  <a:lnTo>
                    <a:pt x="10716624" y="4109859"/>
                  </a:lnTo>
                  <a:lnTo>
                    <a:pt x="10614698" y="4095844"/>
                  </a:lnTo>
                  <a:lnTo>
                    <a:pt x="10506636" y="4079185"/>
                  </a:lnTo>
                  <a:lnTo>
                    <a:pt x="10396016" y="4059926"/>
                  </a:lnTo>
                  <a:lnTo>
                    <a:pt x="10285978" y="4038117"/>
                  </a:lnTo>
                  <a:lnTo>
                    <a:pt x="10179017" y="4013790"/>
                  </a:lnTo>
                  <a:lnTo>
                    <a:pt x="10076912" y="3986922"/>
                  </a:lnTo>
                  <a:lnTo>
                    <a:pt x="9980773" y="3957429"/>
                  </a:lnTo>
                  <a:lnTo>
                    <a:pt x="9891136" y="3925148"/>
                  </a:lnTo>
                  <a:lnTo>
                    <a:pt x="9808091" y="3889841"/>
                  </a:lnTo>
                  <a:lnTo>
                    <a:pt x="9731399" y="3851192"/>
                  </a:lnTo>
                  <a:lnTo>
                    <a:pt x="9660599" y="3808819"/>
                  </a:lnTo>
                  <a:lnTo>
                    <a:pt x="9595090" y="3762280"/>
                  </a:lnTo>
                  <a:lnTo>
                    <a:pt x="9534197" y="3711096"/>
                  </a:lnTo>
                  <a:lnTo>
                    <a:pt x="9477215" y="3654784"/>
                  </a:lnTo>
                  <a:lnTo>
                    <a:pt x="9423451" y="3592910"/>
                  </a:lnTo>
                  <a:lnTo>
                    <a:pt x="9372254" y="3525171"/>
                  </a:lnTo>
                  <a:lnTo>
                    <a:pt x="9347647" y="3489388"/>
                  </a:lnTo>
                  <a:lnTo>
                    <a:pt x="9308775" y="3428527"/>
                  </a:lnTo>
                  <a:lnTo>
                    <a:pt x="9270780" y="3363812"/>
                  </a:lnTo>
                  <a:lnTo>
                    <a:pt x="9233454" y="3295164"/>
                  </a:lnTo>
                  <a:lnTo>
                    <a:pt x="9196628" y="3222550"/>
                  </a:lnTo>
                  <a:lnTo>
                    <a:pt x="9160159" y="3145988"/>
                  </a:lnTo>
                  <a:lnTo>
                    <a:pt x="9123931" y="3065547"/>
                  </a:lnTo>
                  <a:lnTo>
                    <a:pt x="9087852" y="2981357"/>
                  </a:lnTo>
                  <a:lnTo>
                    <a:pt x="9051850" y="2893608"/>
                  </a:lnTo>
                  <a:lnTo>
                    <a:pt x="9015870" y="2802549"/>
                  </a:lnTo>
                  <a:lnTo>
                    <a:pt x="8979877" y="2708490"/>
                  </a:lnTo>
                  <a:lnTo>
                    <a:pt x="8943847" y="2611801"/>
                  </a:lnTo>
                  <a:lnTo>
                    <a:pt x="8907771" y="2512901"/>
                  </a:lnTo>
                  <a:lnTo>
                    <a:pt x="8871648" y="2412257"/>
                  </a:lnTo>
                  <a:lnTo>
                    <a:pt x="8835489" y="2310374"/>
                  </a:lnTo>
                  <a:lnTo>
                    <a:pt x="8799306" y="2207781"/>
                  </a:lnTo>
                  <a:lnTo>
                    <a:pt x="8763118" y="2105026"/>
                  </a:lnTo>
                  <a:lnTo>
                    <a:pt x="8726943" y="2002658"/>
                  </a:lnTo>
                  <a:lnTo>
                    <a:pt x="8690797" y="1901221"/>
                  </a:lnTo>
                  <a:lnTo>
                    <a:pt x="8654693" y="1801234"/>
                  </a:lnTo>
                  <a:lnTo>
                    <a:pt x="8618636" y="1703187"/>
                  </a:lnTo>
                  <a:lnTo>
                    <a:pt x="8582623" y="1607529"/>
                  </a:lnTo>
                  <a:lnTo>
                    <a:pt x="8546639" y="1514661"/>
                  </a:lnTo>
                  <a:lnTo>
                    <a:pt x="8510655" y="1424926"/>
                  </a:lnTo>
                  <a:lnTo>
                    <a:pt x="8474629" y="1338611"/>
                  </a:lnTo>
                  <a:lnTo>
                    <a:pt x="8438499" y="1255941"/>
                  </a:lnTo>
                  <a:lnTo>
                    <a:pt x="8402184" y="1177079"/>
                  </a:lnTo>
                  <a:lnTo>
                    <a:pt x="8365584" y="1102132"/>
                  </a:lnTo>
                  <a:lnTo>
                    <a:pt x="8328572" y="1031147"/>
                  </a:lnTo>
                  <a:lnTo>
                    <a:pt x="8290994" y="964120"/>
                  </a:lnTo>
                  <a:lnTo>
                    <a:pt x="8252666" y="900998"/>
                  </a:lnTo>
                  <a:lnTo>
                    <a:pt x="8229629" y="865578"/>
                  </a:lnTo>
                  <a:lnTo>
                    <a:pt x="8179487" y="794892"/>
                  </a:lnTo>
                  <a:lnTo>
                    <a:pt x="8127073" y="730135"/>
                  </a:lnTo>
                  <a:lnTo>
                    <a:pt x="8071771" y="671114"/>
                  </a:lnTo>
                  <a:lnTo>
                    <a:pt x="8012905" y="617447"/>
                  </a:lnTo>
                  <a:lnTo>
                    <a:pt x="7949772" y="568667"/>
                  </a:lnTo>
                  <a:lnTo>
                    <a:pt x="7881676" y="524287"/>
                  </a:lnTo>
                  <a:lnTo>
                    <a:pt x="7807973" y="483844"/>
                  </a:lnTo>
                  <a:lnTo>
                    <a:pt x="7728123" y="446924"/>
                  </a:lnTo>
                  <a:lnTo>
                    <a:pt x="7641765" y="413178"/>
                  </a:lnTo>
                  <a:lnTo>
                    <a:pt x="7548813" y="382328"/>
                  </a:lnTo>
                  <a:lnTo>
                    <a:pt x="7449565" y="354174"/>
                  </a:lnTo>
                  <a:lnTo>
                    <a:pt x="7344832" y="328593"/>
                  </a:lnTo>
                  <a:lnTo>
                    <a:pt x="7236052" y="305535"/>
                  </a:lnTo>
                  <a:lnTo>
                    <a:pt x="7125366" y="285006"/>
                  </a:lnTo>
                  <a:lnTo>
                    <a:pt x="7015609" y="267051"/>
                  </a:lnTo>
                  <a:lnTo>
                    <a:pt x="6910179" y="251723"/>
                  </a:lnTo>
                  <a:lnTo>
                    <a:pt x="6812749" y="239045"/>
                  </a:lnTo>
                  <a:lnTo>
                    <a:pt x="6726841" y="228978"/>
                  </a:lnTo>
                  <a:lnTo>
                    <a:pt x="6655327" y="221391"/>
                  </a:lnTo>
                  <a:lnTo>
                    <a:pt x="6599952" y="216049"/>
                  </a:lnTo>
                  <a:lnTo>
                    <a:pt x="6561006" y="212620"/>
                  </a:lnTo>
                  <a:lnTo>
                    <a:pt x="6537198" y="210702"/>
                  </a:lnTo>
                  <a:lnTo>
                    <a:pt x="6525738" y="209853"/>
                  </a:lnTo>
                  <a:lnTo>
                    <a:pt x="6522514" y="209633"/>
                  </a:lnTo>
                  <a:lnTo>
                    <a:pt x="6522385" y="209625"/>
                  </a:lnTo>
                  <a:lnTo>
                    <a:pt x="5527445" y="209625"/>
                  </a:lnTo>
                  <a:lnTo>
                    <a:pt x="5526309" y="209621"/>
                  </a:lnTo>
                  <a:lnTo>
                    <a:pt x="5518812" y="209592"/>
                  </a:lnTo>
                  <a:lnTo>
                    <a:pt x="5499813" y="209514"/>
                  </a:lnTo>
                  <a:lnTo>
                    <a:pt x="5465596" y="209358"/>
                  </a:lnTo>
                  <a:lnTo>
                    <a:pt x="5414092" y="209102"/>
                  </a:lnTo>
                  <a:lnTo>
                    <a:pt x="5345031" y="208723"/>
                  </a:lnTo>
                  <a:lnTo>
                    <a:pt x="5259884" y="208206"/>
                  </a:lnTo>
                  <a:lnTo>
                    <a:pt x="5161541" y="207541"/>
                  </a:lnTo>
                  <a:lnTo>
                    <a:pt x="5053783" y="206725"/>
                  </a:lnTo>
                  <a:lnTo>
                    <a:pt x="4940686" y="205759"/>
                  </a:lnTo>
                  <a:lnTo>
                    <a:pt x="4826089" y="204645"/>
                  </a:lnTo>
                  <a:lnTo>
                    <a:pt x="4713226" y="203387"/>
                  </a:lnTo>
                  <a:lnTo>
                    <a:pt x="4604544" y="201986"/>
                  </a:lnTo>
                  <a:lnTo>
                    <a:pt x="4501683" y="200437"/>
                  </a:lnTo>
                  <a:lnTo>
                    <a:pt x="4405557" y="198735"/>
                  </a:lnTo>
                  <a:lnTo>
                    <a:pt x="4316495" y="196867"/>
                  </a:lnTo>
                  <a:lnTo>
                    <a:pt x="4234384" y="194817"/>
                  </a:lnTo>
                  <a:lnTo>
                    <a:pt x="4158806" y="192564"/>
                  </a:lnTo>
                  <a:lnTo>
                    <a:pt x="4089146" y="190083"/>
                  </a:lnTo>
                  <a:lnTo>
                    <a:pt x="4024679" y="187346"/>
                  </a:lnTo>
                  <a:lnTo>
                    <a:pt x="3964629" y="184325"/>
                  </a:lnTo>
                  <a:lnTo>
                    <a:pt x="3908221" y="180993"/>
                  </a:lnTo>
                  <a:lnTo>
                    <a:pt x="3854719" y="177329"/>
                  </a:lnTo>
                  <a:lnTo>
                    <a:pt x="3820202" y="174687"/>
                  </a:lnTo>
                  <a:lnTo>
                    <a:pt x="3758782" y="169434"/>
                  </a:lnTo>
                  <a:lnTo>
                    <a:pt x="3699273" y="163654"/>
                  </a:lnTo>
                  <a:lnTo>
                    <a:pt x="3640966" y="157341"/>
                  </a:lnTo>
                  <a:lnTo>
                    <a:pt x="3583338" y="150503"/>
                  </a:lnTo>
                  <a:lnTo>
                    <a:pt x="3526021" y="143169"/>
                  </a:lnTo>
                  <a:lnTo>
                    <a:pt x="3468773" y="135388"/>
                  </a:lnTo>
                  <a:lnTo>
                    <a:pt x="3411459" y="127229"/>
                  </a:lnTo>
                  <a:lnTo>
                    <a:pt x="3354029" y="118782"/>
                  </a:lnTo>
                  <a:lnTo>
                    <a:pt x="3296499" y="110149"/>
                  </a:lnTo>
                  <a:lnTo>
                    <a:pt x="3238925" y="101445"/>
                  </a:lnTo>
                  <a:lnTo>
                    <a:pt x="3181379" y="92785"/>
                  </a:lnTo>
                  <a:lnTo>
                    <a:pt x="3123924" y="84286"/>
                  </a:lnTo>
                  <a:lnTo>
                    <a:pt x="3066585" y="76054"/>
                  </a:lnTo>
                  <a:lnTo>
                    <a:pt x="3009330" y="68181"/>
                  </a:lnTo>
                  <a:lnTo>
                    <a:pt x="2952046" y="60741"/>
                  </a:lnTo>
                  <a:lnTo>
                    <a:pt x="2894516" y="53787"/>
                  </a:lnTo>
                  <a:lnTo>
                    <a:pt x="2836402" y="47353"/>
                  </a:lnTo>
                  <a:lnTo>
                    <a:pt x="2777221" y="41453"/>
                  </a:lnTo>
                  <a:lnTo>
                    <a:pt x="2716307" y="36082"/>
                  </a:lnTo>
                  <a:lnTo>
                    <a:pt x="2702183" y="34937"/>
                  </a:lnTo>
                  <a:lnTo>
                    <a:pt x="2650253" y="31046"/>
                  </a:lnTo>
                  <a:lnTo>
                    <a:pt x="2595867" y="27494"/>
                  </a:lnTo>
                  <a:lnTo>
                    <a:pt x="2538339" y="24267"/>
                  </a:lnTo>
                  <a:lnTo>
                    <a:pt x="2476915" y="21343"/>
                  </a:lnTo>
                  <a:lnTo>
                    <a:pt x="2410815" y="18694"/>
                  </a:lnTo>
                  <a:lnTo>
                    <a:pt x="2339275" y="16291"/>
                  </a:lnTo>
                  <a:lnTo>
                    <a:pt x="2261597" y="14108"/>
                  </a:lnTo>
                  <a:lnTo>
                    <a:pt x="2177221" y="12120"/>
                  </a:lnTo>
                  <a:lnTo>
                    <a:pt x="2085817" y="10309"/>
                  </a:lnTo>
                  <a:lnTo>
                    <a:pt x="1987402" y="8659"/>
                  </a:lnTo>
                  <a:lnTo>
                    <a:pt x="1882481" y="7159"/>
                  </a:lnTo>
                  <a:lnTo>
                    <a:pt x="1772197" y="5805"/>
                  </a:lnTo>
                  <a:lnTo>
                    <a:pt x="1658449" y="4595"/>
                  </a:lnTo>
                  <a:lnTo>
                    <a:pt x="1543955" y="3530"/>
                  </a:lnTo>
                  <a:lnTo>
                    <a:pt x="1432178" y="2613"/>
                  </a:lnTo>
                  <a:lnTo>
                    <a:pt x="1327085" y="1847"/>
                  </a:lnTo>
                  <a:lnTo>
                    <a:pt x="1232719" y="1232"/>
                  </a:lnTo>
                  <a:lnTo>
                    <a:pt x="1152632" y="762"/>
                  </a:lnTo>
                  <a:lnTo>
                    <a:pt x="1089295" y="425"/>
                  </a:lnTo>
                  <a:lnTo>
                    <a:pt x="1043626" y="205"/>
                  </a:lnTo>
                  <a:lnTo>
                    <a:pt x="1014756" y="78"/>
                  </a:lnTo>
                  <a:lnTo>
                    <a:pt x="1000046" y="18"/>
                  </a:lnTo>
                  <a:lnTo>
                    <a:pt x="995286" y="1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70" name="pl369"/>
            <p:cNvSpPr/>
            <p:nvPr/>
          </p:nvSpPr>
          <p:spPr>
            <a:xfrm>
              <a:off x="1199187" y="1650635"/>
              <a:ext cx="12049831" cy="4145341"/>
            </a:xfrm>
            <a:custGeom>
              <a:avLst/>
              <a:pathLst>
                <a:path w="12049831" h="4145341">
                  <a:moveTo>
                    <a:pt x="0" y="0"/>
                  </a:moveTo>
                  <a:lnTo>
                    <a:pt x="994940" y="0"/>
                  </a:lnTo>
                  <a:lnTo>
                    <a:pt x="996076" y="4"/>
                  </a:lnTo>
                  <a:lnTo>
                    <a:pt x="1003573" y="32"/>
                  </a:lnTo>
                  <a:lnTo>
                    <a:pt x="1022572" y="111"/>
                  </a:lnTo>
                  <a:lnTo>
                    <a:pt x="1056789" y="266"/>
                  </a:lnTo>
                  <a:lnTo>
                    <a:pt x="1108293" y="523"/>
                  </a:lnTo>
                  <a:lnTo>
                    <a:pt x="1177354" y="902"/>
                  </a:lnTo>
                  <a:lnTo>
                    <a:pt x="1262501" y="1419"/>
                  </a:lnTo>
                  <a:lnTo>
                    <a:pt x="1360844" y="2084"/>
                  </a:lnTo>
                  <a:lnTo>
                    <a:pt x="1468602" y="2900"/>
                  </a:lnTo>
                  <a:lnTo>
                    <a:pt x="1581699" y="3866"/>
                  </a:lnTo>
                  <a:lnTo>
                    <a:pt x="1696296" y="4979"/>
                  </a:lnTo>
                  <a:lnTo>
                    <a:pt x="1809159" y="6237"/>
                  </a:lnTo>
                  <a:lnTo>
                    <a:pt x="1917841" y="7639"/>
                  </a:lnTo>
                  <a:lnTo>
                    <a:pt x="2020702" y="9187"/>
                  </a:lnTo>
                  <a:lnTo>
                    <a:pt x="2116828" y="10889"/>
                  </a:lnTo>
                  <a:lnTo>
                    <a:pt x="2205890" y="12757"/>
                  </a:lnTo>
                  <a:lnTo>
                    <a:pt x="2288001" y="14807"/>
                  </a:lnTo>
                  <a:lnTo>
                    <a:pt x="2363579" y="17060"/>
                  </a:lnTo>
                  <a:lnTo>
                    <a:pt x="2433239" y="19541"/>
                  </a:lnTo>
                  <a:lnTo>
                    <a:pt x="2497706" y="22278"/>
                  </a:lnTo>
                  <a:lnTo>
                    <a:pt x="2557756" y="25299"/>
                  </a:lnTo>
                  <a:lnTo>
                    <a:pt x="2614164" y="28632"/>
                  </a:lnTo>
                  <a:lnTo>
                    <a:pt x="2667666" y="32295"/>
                  </a:lnTo>
                  <a:lnTo>
                    <a:pt x="2702183" y="34937"/>
                  </a:lnTo>
                  <a:lnTo>
                    <a:pt x="2763603" y="40191"/>
                  </a:lnTo>
                  <a:lnTo>
                    <a:pt x="2823112" y="45970"/>
                  </a:lnTo>
                  <a:lnTo>
                    <a:pt x="2881419" y="52284"/>
                  </a:lnTo>
                  <a:lnTo>
                    <a:pt x="2939047" y="59122"/>
                  </a:lnTo>
                  <a:lnTo>
                    <a:pt x="2996364" y="66456"/>
                  </a:lnTo>
                  <a:lnTo>
                    <a:pt x="3053612" y="74237"/>
                  </a:lnTo>
                  <a:lnTo>
                    <a:pt x="3110926" y="82395"/>
                  </a:lnTo>
                  <a:lnTo>
                    <a:pt x="3168356" y="90842"/>
                  </a:lnTo>
                  <a:lnTo>
                    <a:pt x="3225886" y="99475"/>
                  </a:lnTo>
                  <a:lnTo>
                    <a:pt x="3283460" y="108180"/>
                  </a:lnTo>
                  <a:lnTo>
                    <a:pt x="3341006" y="116839"/>
                  </a:lnTo>
                  <a:lnTo>
                    <a:pt x="3398461" y="125338"/>
                  </a:lnTo>
                  <a:lnTo>
                    <a:pt x="3455800" y="133570"/>
                  </a:lnTo>
                  <a:lnTo>
                    <a:pt x="3513055" y="141443"/>
                  </a:lnTo>
                  <a:lnTo>
                    <a:pt x="3570339" y="148884"/>
                  </a:lnTo>
                  <a:lnTo>
                    <a:pt x="3627869" y="155837"/>
                  </a:lnTo>
                  <a:lnTo>
                    <a:pt x="3685983" y="162271"/>
                  </a:lnTo>
                  <a:lnTo>
                    <a:pt x="3745164" y="168171"/>
                  </a:lnTo>
                  <a:lnTo>
                    <a:pt x="3806078" y="173542"/>
                  </a:lnTo>
                  <a:lnTo>
                    <a:pt x="3820202" y="174687"/>
                  </a:lnTo>
                  <a:lnTo>
                    <a:pt x="3872132" y="178578"/>
                  </a:lnTo>
                  <a:lnTo>
                    <a:pt x="3926518" y="182131"/>
                  </a:lnTo>
                  <a:lnTo>
                    <a:pt x="3984046" y="185357"/>
                  </a:lnTo>
                  <a:lnTo>
                    <a:pt x="4045470" y="188281"/>
                  </a:lnTo>
                  <a:lnTo>
                    <a:pt x="4111570" y="190930"/>
                  </a:lnTo>
                  <a:lnTo>
                    <a:pt x="4183110" y="193333"/>
                  </a:lnTo>
                  <a:lnTo>
                    <a:pt x="4260788" y="195516"/>
                  </a:lnTo>
                  <a:lnTo>
                    <a:pt x="4345164" y="197504"/>
                  </a:lnTo>
                  <a:lnTo>
                    <a:pt x="4436568" y="199316"/>
                  </a:lnTo>
                  <a:lnTo>
                    <a:pt x="4534983" y="200966"/>
                  </a:lnTo>
                  <a:lnTo>
                    <a:pt x="4639904" y="202465"/>
                  </a:lnTo>
                  <a:lnTo>
                    <a:pt x="4750188" y="203819"/>
                  </a:lnTo>
                  <a:lnTo>
                    <a:pt x="4863936" y="205030"/>
                  </a:lnTo>
                  <a:lnTo>
                    <a:pt x="4978430" y="206095"/>
                  </a:lnTo>
                  <a:lnTo>
                    <a:pt x="5090207" y="207011"/>
                  </a:lnTo>
                  <a:lnTo>
                    <a:pt x="5195300" y="207777"/>
                  </a:lnTo>
                  <a:lnTo>
                    <a:pt x="5289666" y="208393"/>
                  </a:lnTo>
                  <a:lnTo>
                    <a:pt x="5369753" y="208863"/>
                  </a:lnTo>
                  <a:lnTo>
                    <a:pt x="5433090" y="209199"/>
                  </a:lnTo>
                  <a:lnTo>
                    <a:pt x="5478759" y="209420"/>
                  </a:lnTo>
                  <a:lnTo>
                    <a:pt x="5507629" y="209547"/>
                  </a:lnTo>
                  <a:lnTo>
                    <a:pt x="5522339" y="209606"/>
                  </a:lnTo>
                  <a:lnTo>
                    <a:pt x="5527099" y="209624"/>
                  </a:lnTo>
                  <a:lnTo>
                    <a:pt x="5527445" y="209625"/>
                  </a:lnTo>
                  <a:lnTo>
                    <a:pt x="6522385" y="209625"/>
                  </a:lnTo>
                  <a:lnTo>
                    <a:pt x="6523412" y="209693"/>
                  </a:lnTo>
                  <a:lnTo>
                    <a:pt x="6530201" y="210175"/>
                  </a:lnTo>
                  <a:lnTo>
                    <a:pt x="6547453" y="211507"/>
                  </a:lnTo>
                  <a:lnTo>
                    <a:pt x="6578636" y="214134"/>
                  </a:lnTo>
                  <a:lnTo>
                    <a:pt x="6625805" y="218481"/>
                  </a:lnTo>
                  <a:lnTo>
                    <a:pt x="6689451" y="224919"/>
                  </a:lnTo>
                  <a:lnTo>
                    <a:pt x="6768523" y="233734"/>
                  </a:lnTo>
                  <a:lnTo>
                    <a:pt x="6860653" y="245107"/>
                  </a:lnTo>
                  <a:lnTo>
                    <a:pt x="6962578" y="259122"/>
                  </a:lnTo>
                  <a:lnTo>
                    <a:pt x="7070641" y="275781"/>
                  </a:lnTo>
                  <a:lnTo>
                    <a:pt x="7181261" y="295040"/>
                  </a:lnTo>
                  <a:lnTo>
                    <a:pt x="7291298" y="316849"/>
                  </a:lnTo>
                  <a:lnTo>
                    <a:pt x="7398260" y="341176"/>
                  </a:lnTo>
                  <a:lnTo>
                    <a:pt x="7500365" y="368044"/>
                  </a:lnTo>
                  <a:lnTo>
                    <a:pt x="7596504" y="397537"/>
                  </a:lnTo>
                  <a:lnTo>
                    <a:pt x="7686141" y="429818"/>
                  </a:lnTo>
                  <a:lnTo>
                    <a:pt x="7769186" y="465125"/>
                  </a:lnTo>
                  <a:lnTo>
                    <a:pt x="7845878" y="503774"/>
                  </a:lnTo>
                  <a:lnTo>
                    <a:pt x="7916678" y="546147"/>
                  </a:lnTo>
                  <a:lnTo>
                    <a:pt x="7982187" y="592686"/>
                  </a:lnTo>
                  <a:lnTo>
                    <a:pt x="8043080" y="643870"/>
                  </a:lnTo>
                  <a:lnTo>
                    <a:pt x="8100061" y="700182"/>
                  </a:lnTo>
                  <a:lnTo>
                    <a:pt x="8153825" y="762056"/>
                  </a:lnTo>
                  <a:lnTo>
                    <a:pt x="8205022" y="829795"/>
                  </a:lnTo>
                  <a:lnTo>
                    <a:pt x="8229629" y="865578"/>
                  </a:lnTo>
                  <a:lnTo>
                    <a:pt x="8268501" y="926438"/>
                  </a:lnTo>
                  <a:lnTo>
                    <a:pt x="8306497" y="991154"/>
                  </a:lnTo>
                  <a:lnTo>
                    <a:pt x="8343822" y="1059802"/>
                  </a:lnTo>
                  <a:lnTo>
                    <a:pt x="8380648" y="1132415"/>
                  </a:lnTo>
                  <a:lnTo>
                    <a:pt x="8417117" y="1208978"/>
                  </a:lnTo>
                  <a:lnTo>
                    <a:pt x="8453345" y="1289419"/>
                  </a:lnTo>
                  <a:lnTo>
                    <a:pt x="8489424" y="1373609"/>
                  </a:lnTo>
                  <a:lnTo>
                    <a:pt x="8525427" y="1461358"/>
                  </a:lnTo>
                  <a:lnTo>
                    <a:pt x="8561406" y="1552417"/>
                  </a:lnTo>
                  <a:lnTo>
                    <a:pt x="8597400" y="1646475"/>
                  </a:lnTo>
                  <a:lnTo>
                    <a:pt x="8633430" y="1743165"/>
                  </a:lnTo>
                  <a:lnTo>
                    <a:pt x="8669506" y="1842065"/>
                  </a:lnTo>
                  <a:lnTo>
                    <a:pt x="8705628" y="1942708"/>
                  </a:lnTo>
                  <a:lnTo>
                    <a:pt x="8741788" y="2044592"/>
                  </a:lnTo>
                  <a:lnTo>
                    <a:pt x="8777970" y="2147185"/>
                  </a:lnTo>
                  <a:lnTo>
                    <a:pt x="8814159" y="2249940"/>
                  </a:lnTo>
                  <a:lnTo>
                    <a:pt x="8850334" y="2352308"/>
                  </a:lnTo>
                  <a:lnTo>
                    <a:pt x="8886480" y="2453745"/>
                  </a:lnTo>
                  <a:lnTo>
                    <a:pt x="8922584" y="2553732"/>
                  </a:lnTo>
                  <a:lnTo>
                    <a:pt x="8958640" y="2651779"/>
                  </a:lnTo>
                  <a:lnTo>
                    <a:pt x="8994653" y="2747436"/>
                  </a:lnTo>
                  <a:lnTo>
                    <a:pt x="9030637" y="2840305"/>
                  </a:lnTo>
                  <a:lnTo>
                    <a:pt x="9066621" y="2930040"/>
                  </a:lnTo>
                  <a:lnTo>
                    <a:pt x="9102648" y="3016355"/>
                  </a:lnTo>
                  <a:lnTo>
                    <a:pt x="9138778" y="3099025"/>
                  </a:lnTo>
                  <a:lnTo>
                    <a:pt x="9175092" y="3177887"/>
                  </a:lnTo>
                  <a:lnTo>
                    <a:pt x="9211693" y="3252834"/>
                  </a:lnTo>
                  <a:lnTo>
                    <a:pt x="9248705" y="3323819"/>
                  </a:lnTo>
                  <a:lnTo>
                    <a:pt x="9286283" y="3390846"/>
                  </a:lnTo>
                  <a:lnTo>
                    <a:pt x="9324611" y="3453968"/>
                  </a:lnTo>
                  <a:lnTo>
                    <a:pt x="9347647" y="3489388"/>
                  </a:lnTo>
                  <a:lnTo>
                    <a:pt x="9397789" y="3560074"/>
                  </a:lnTo>
                  <a:lnTo>
                    <a:pt x="9450203" y="3624831"/>
                  </a:lnTo>
                  <a:lnTo>
                    <a:pt x="9505505" y="3683852"/>
                  </a:lnTo>
                  <a:lnTo>
                    <a:pt x="9564371" y="3737519"/>
                  </a:lnTo>
                  <a:lnTo>
                    <a:pt x="9627505" y="3786299"/>
                  </a:lnTo>
                  <a:lnTo>
                    <a:pt x="9695601" y="3830679"/>
                  </a:lnTo>
                  <a:lnTo>
                    <a:pt x="9769304" y="3871122"/>
                  </a:lnTo>
                  <a:lnTo>
                    <a:pt x="9849154" y="3908042"/>
                  </a:lnTo>
                  <a:lnTo>
                    <a:pt x="9935511" y="3941788"/>
                  </a:lnTo>
                  <a:lnTo>
                    <a:pt x="10028463" y="3972638"/>
                  </a:lnTo>
                  <a:lnTo>
                    <a:pt x="10127711" y="4000792"/>
                  </a:lnTo>
                  <a:lnTo>
                    <a:pt x="10232444" y="4026373"/>
                  </a:lnTo>
                  <a:lnTo>
                    <a:pt x="10341224" y="4049431"/>
                  </a:lnTo>
                  <a:lnTo>
                    <a:pt x="10451911" y="4069960"/>
                  </a:lnTo>
                  <a:lnTo>
                    <a:pt x="10561668" y="4087915"/>
                  </a:lnTo>
                  <a:lnTo>
                    <a:pt x="10667098" y="4103243"/>
                  </a:lnTo>
                  <a:lnTo>
                    <a:pt x="10764528" y="4115921"/>
                  </a:lnTo>
                  <a:lnTo>
                    <a:pt x="10850435" y="4125988"/>
                  </a:lnTo>
                  <a:lnTo>
                    <a:pt x="10921950" y="4133575"/>
                  </a:lnTo>
                  <a:lnTo>
                    <a:pt x="10977325" y="4138916"/>
                  </a:lnTo>
                  <a:lnTo>
                    <a:pt x="11016271" y="4142346"/>
                  </a:lnTo>
                  <a:lnTo>
                    <a:pt x="11040078" y="4144264"/>
                  </a:lnTo>
                  <a:lnTo>
                    <a:pt x="11051539" y="4145113"/>
                  </a:lnTo>
                  <a:lnTo>
                    <a:pt x="11054763" y="4145333"/>
                  </a:lnTo>
                  <a:lnTo>
                    <a:pt x="11054891" y="4145341"/>
                  </a:lnTo>
                  <a:lnTo>
                    <a:pt x="12049831" y="4145341"/>
                  </a:lnTo>
                  <a:lnTo>
                    <a:pt x="12049831" y="41453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1" name="pl370"/>
            <p:cNvSpPr/>
            <p:nvPr/>
          </p:nvSpPr>
          <p:spPr>
            <a:xfrm>
              <a:off x="1199187" y="1624432"/>
              <a:ext cx="12049831" cy="4145341"/>
            </a:xfrm>
            <a:custGeom>
              <a:avLst/>
              <a:pathLst>
                <a:path w="12049831" h="4145341">
                  <a:moveTo>
                    <a:pt x="12049831" y="4145341"/>
                  </a:moveTo>
                  <a:lnTo>
                    <a:pt x="11054891" y="4145341"/>
                  </a:lnTo>
                  <a:lnTo>
                    <a:pt x="11053864" y="4145273"/>
                  </a:lnTo>
                  <a:lnTo>
                    <a:pt x="11047075" y="4144791"/>
                  </a:lnTo>
                  <a:lnTo>
                    <a:pt x="11029824" y="4143459"/>
                  </a:lnTo>
                  <a:lnTo>
                    <a:pt x="10998641" y="4140832"/>
                  </a:lnTo>
                  <a:lnTo>
                    <a:pt x="10951472" y="4136485"/>
                  </a:lnTo>
                  <a:lnTo>
                    <a:pt x="10887825" y="4130046"/>
                  </a:lnTo>
                  <a:lnTo>
                    <a:pt x="10808754" y="4121232"/>
                  </a:lnTo>
                  <a:lnTo>
                    <a:pt x="10716624" y="4109859"/>
                  </a:lnTo>
                  <a:lnTo>
                    <a:pt x="10614698" y="4095844"/>
                  </a:lnTo>
                  <a:lnTo>
                    <a:pt x="10506636" y="4079185"/>
                  </a:lnTo>
                  <a:lnTo>
                    <a:pt x="10396016" y="4059926"/>
                  </a:lnTo>
                  <a:lnTo>
                    <a:pt x="10285978" y="4038117"/>
                  </a:lnTo>
                  <a:lnTo>
                    <a:pt x="10179017" y="4013790"/>
                  </a:lnTo>
                  <a:lnTo>
                    <a:pt x="10076912" y="3986922"/>
                  </a:lnTo>
                  <a:lnTo>
                    <a:pt x="9980773" y="3957429"/>
                  </a:lnTo>
                  <a:lnTo>
                    <a:pt x="9891136" y="3925148"/>
                  </a:lnTo>
                  <a:lnTo>
                    <a:pt x="9808091" y="3889841"/>
                  </a:lnTo>
                  <a:lnTo>
                    <a:pt x="9731399" y="3851192"/>
                  </a:lnTo>
                  <a:lnTo>
                    <a:pt x="9660599" y="3808819"/>
                  </a:lnTo>
                  <a:lnTo>
                    <a:pt x="9595090" y="3762280"/>
                  </a:lnTo>
                  <a:lnTo>
                    <a:pt x="9534197" y="3711096"/>
                  </a:lnTo>
                  <a:lnTo>
                    <a:pt x="9477215" y="3654784"/>
                  </a:lnTo>
                  <a:lnTo>
                    <a:pt x="9423451" y="3592910"/>
                  </a:lnTo>
                  <a:lnTo>
                    <a:pt x="9372254" y="3525171"/>
                  </a:lnTo>
                  <a:lnTo>
                    <a:pt x="9347647" y="3489388"/>
                  </a:lnTo>
                  <a:lnTo>
                    <a:pt x="9308775" y="3428527"/>
                  </a:lnTo>
                  <a:lnTo>
                    <a:pt x="9270780" y="3363812"/>
                  </a:lnTo>
                  <a:lnTo>
                    <a:pt x="9233454" y="3295164"/>
                  </a:lnTo>
                  <a:lnTo>
                    <a:pt x="9196628" y="3222550"/>
                  </a:lnTo>
                  <a:lnTo>
                    <a:pt x="9160159" y="3145988"/>
                  </a:lnTo>
                  <a:lnTo>
                    <a:pt x="9123931" y="3065547"/>
                  </a:lnTo>
                  <a:lnTo>
                    <a:pt x="9087852" y="2981357"/>
                  </a:lnTo>
                  <a:lnTo>
                    <a:pt x="9051850" y="2893608"/>
                  </a:lnTo>
                  <a:lnTo>
                    <a:pt x="9015870" y="2802549"/>
                  </a:lnTo>
                  <a:lnTo>
                    <a:pt x="8979877" y="2708490"/>
                  </a:lnTo>
                  <a:lnTo>
                    <a:pt x="8943847" y="2611801"/>
                  </a:lnTo>
                  <a:lnTo>
                    <a:pt x="8907771" y="2512901"/>
                  </a:lnTo>
                  <a:lnTo>
                    <a:pt x="8871648" y="2412257"/>
                  </a:lnTo>
                  <a:lnTo>
                    <a:pt x="8835489" y="2310374"/>
                  </a:lnTo>
                  <a:lnTo>
                    <a:pt x="8799306" y="2207781"/>
                  </a:lnTo>
                  <a:lnTo>
                    <a:pt x="8763118" y="2105026"/>
                  </a:lnTo>
                  <a:lnTo>
                    <a:pt x="8726943" y="2002658"/>
                  </a:lnTo>
                  <a:lnTo>
                    <a:pt x="8690797" y="1901221"/>
                  </a:lnTo>
                  <a:lnTo>
                    <a:pt x="8654693" y="1801234"/>
                  </a:lnTo>
                  <a:lnTo>
                    <a:pt x="8618636" y="1703187"/>
                  </a:lnTo>
                  <a:lnTo>
                    <a:pt x="8582623" y="1607529"/>
                  </a:lnTo>
                  <a:lnTo>
                    <a:pt x="8546639" y="1514661"/>
                  </a:lnTo>
                  <a:lnTo>
                    <a:pt x="8510655" y="1424926"/>
                  </a:lnTo>
                  <a:lnTo>
                    <a:pt x="8474629" y="1338611"/>
                  </a:lnTo>
                  <a:lnTo>
                    <a:pt x="8438499" y="1255941"/>
                  </a:lnTo>
                  <a:lnTo>
                    <a:pt x="8402184" y="1177079"/>
                  </a:lnTo>
                  <a:lnTo>
                    <a:pt x="8365584" y="1102132"/>
                  </a:lnTo>
                  <a:lnTo>
                    <a:pt x="8328572" y="1031147"/>
                  </a:lnTo>
                  <a:lnTo>
                    <a:pt x="8290994" y="964120"/>
                  </a:lnTo>
                  <a:lnTo>
                    <a:pt x="8252666" y="900998"/>
                  </a:lnTo>
                  <a:lnTo>
                    <a:pt x="8229629" y="865578"/>
                  </a:lnTo>
                  <a:lnTo>
                    <a:pt x="8179487" y="794892"/>
                  </a:lnTo>
                  <a:lnTo>
                    <a:pt x="8127073" y="730135"/>
                  </a:lnTo>
                  <a:lnTo>
                    <a:pt x="8071771" y="671114"/>
                  </a:lnTo>
                  <a:lnTo>
                    <a:pt x="8012905" y="617447"/>
                  </a:lnTo>
                  <a:lnTo>
                    <a:pt x="7949772" y="568667"/>
                  </a:lnTo>
                  <a:lnTo>
                    <a:pt x="7881676" y="524287"/>
                  </a:lnTo>
                  <a:lnTo>
                    <a:pt x="7807973" y="483844"/>
                  </a:lnTo>
                  <a:lnTo>
                    <a:pt x="7728123" y="446924"/>
                  </a:lnTo>
                  <a:lnTo>
                    <a:pt x="7641765" y="413178"/>
                  </a:lnTo>
                  <a:lnTo>
                    <a:pt x="7548813" y="382328"/>
                  </a:lnTo>
                  <a:lnTo>
                    <a:pt x="7449565" y="354174"/>
                  </a:lnTo>
                  <a:lnTo>
                    <a:pt x="7344832" y="328593"/>
                  </a:lnTo>
                  <a:lnTo>
                    <a:pt x="7236052" y="305535"/>
                  </a:lnTo>
                  <a:lnTo>
                    <a:pt x="7125366" y="285006"/>
                  </a:lnTo>
                  <a:lnTo>
                    <a:pt x="7015609" y="267051"/>
                  </a:lnTo>
                  <a:lnTo>
                    <a:pt x="6910179" y="251723"/>
                  </a:lnTo>
                  <a:lnTo>
                    <a:pt x="6812749" y="239045"/>
                  </a:lnTo>
                  <a:lnTo>
                    <a:pt x="6726841" y="228978"/>
                  </a:lnTo>
                  <a:lnTo>
                    <a:pt x="6655327" y="221391"/>
                  </a:lnTo>
                  <a:lnTo>
                    <a:pt x="6599952" y="216049"/>
                  </a:lnTo>
                  <a:lnTo>
                    <a:pt x="6561006" y="212620"/>
                  </a:lnTo>
                  <a:lnTo>
                    <a:pt x="6537198" y="210702"/>
                  </a:lnTo>
                  <a:lnTo>
                    <a:pt x="6525738" y="209853"/>
                  </a:lnTo>
                  <a:lnTo>
                    <a:pt x="6522514" y="209633"/>
                  </a:lnTo>
                  <a:lnTo>
                    <a:pt x="6522385" y="209625"/>
                  </a:lnTo>
                  <a:lnTo>
                    <a:pt x="5527445" y="209625"/>
                  </a:lnTo>
                  <a:lnTo>
                    <a:pt x="5526309" y="209621"/>
                  </a:lnTo>
                  <a:lnTo>
                    <a:pt x="5518812" y="209592"/>
                  </a:lnTo>
                  <a:lnTo>
                    <a:pt x="5499813" y="209514"/>
                  </a:lnTo>
                  <a:lnTo>
                    <a:pt x="5465596" y="209358"/>
                  </a:lnTo>
                  <a:lnTo>
                    <a:pt x="5414092" y="209102"/>
                  </a:lnTo>
                  <a:lnTo>
                    <a:pt x="5345031" y="208723"/>
                  </a:lnTo>
                  <a:lnTo>
                    <a:pt x="5259884" y="208206"/>
                  </a:lnTo>
                  <a:lnTo>
                    <a:pt x="5161541" y="207541"/>
                  </a:lnTo>
                  <a:lnTo>
                    <a:pt x="5053783" y="206725"/>
                  </a:lnTo>
                  <a:lnTo>
                    <a:pt x="4940686" y="205759"/>
                  </a:lnTo>
                  <a:lnTo>
                    <a:pt x="4826089" y="204645"/>
                  </a:lnTo>
                  <a:lnTo>
                    <a:pt x="4713226" y="203387"/>
                  </a:lnTo>
                  <a:lnTo>
                    <a:pt x="4604544" y="201986"/>
                  </a:lnTo>
                  <a:lnTo>
                    <a:pt x="4501683" y="200437"/>
                  </a:lnTo>
                  <a:lnTo>
                    <a:pt x="4405557" y="198735"/>
                  </a:lnTo>
                  <a:lnTo>
                    <a:pt x="4316495" y="196867"/>
                  </a:lnTo>
                  <a:lnTo>
                    <a:pt x="4234384" y="194817"/>
                  </a:lnTo>
                  <a:lnTo>
                    <a:pt x="4158806" y="192564"/>
                  </a:lnTo>
                  <a:lnTo>
                    <a:pt x="4089146" y="190083"/>
                  </a:lnTo>
                  <a:lnTo>
                    <a:pt x="4024679" y="187346"/>
                  </a:lnTo>
                  <a:lnTo>
                    <a:pt x="3964629" y="184325"/>
                  </a:lnTo>
                  <a:lnTo>
                    <a:pt x="3908221" y="180993"/>
                  </a:lnTo>
                  <a:lnTo>
                    <a:pt x="3854719" y="177329"/>
                  </a:lnTo>
                  <a:lnTo>
                    <a:pt x="3820202" y="174687"/>
                  </a:lnTo>
                  <a:lnTo>
                    <a:pt x="3758782" y="169434"/>
                  </a:lnTo>
                  <a:lnTo>
                    <a:pt x="3699273" y="163654"/>
                  </a:lnTo>
                  <a:lnTo>
                    <a:pt x="3640966" y="157341"/>
                  </a:lnTo>
                  <a:lnTo>
                    <a:pt x="3583338" y="150503"/>
                  </a:lnTo>
                  <a:lnTo>
                    <a:pt x="3526021" y="143169"/>
                  </a:lnTo>
                  <a:lnTo>
                    <a:pt x="3468773" y="135388"/>
                  </a:lnTo>
                  <a:lnTo>
                    <a:pt x="3411459" y="127229"/>
                  </a:lnTo>
                  <a:lnTo>
                    <a:pt x="3354029" y="118782"/>
                  </a:lnTo>
                  <a:lnTo>
                    <a:pt x="3296499" y="110149"/>
                  </a:lnTo>
                  <a:lnTo>
                    <a:pt x="3238925" y="101445"/>
                  </a:lnTo>
                  <a:lnTo>
                    <a:pt x="3181379" y="92785"/>
                  </a:lnTo>
                  <a:lnTo>
                    <a:pt x="3123924" y="84286"/>
                  </a:lnTo>
                  <a:lnTo>
                    <a:pt x="3066585" y="76054"/>
                  </a:lnTo>
                  <a:lnTo>
                    <a:pt x="3009330" y="68181"/>
                  </a:lnTo>
                  <a:lnTo>
                    <a:pt x="2952046" y="60741"/>
                  </a:lnTo>
                  <a:lnTo>
                    <a:pt x="2894516" y="53787"/>
                  </a:lnTo>
                  <a:lnTo>
                    <a:pt x="2836402" y="47353"/>
                  </a:lnTo>
                  <a:lnTo>
                    <a:pt x="2777221" y="41453"/>
                  </a:lnTo>
                  <a:lnTo>
                    <a:pt x="2716307" y="36082"/>
                  </a:lnTo>
                  <a:lnTo>
                    <a:pt x="2702183" y="34937"/>
                  </a:lnTo>
                  <a:lnTo>
                    <a:pt x="2650253" y="31046"/>
                  </a:lnTo>
                  <a:lnTo>
                    <a:pt x="2595867" y="27494"/>
                  </a:lnTo>
                  <a:lnTo>
                    <a:pt x="2538339" y="24267"/>
                  </a:lnTo>
                  <a:lnTo>
                    <a:pt x="2476915" y="21343"/>
                  </a:lnTo>
                  <a:lnTo>
                    <a:pt x="2410815" y="18694"/>
                  </a:lnTo>
                  <a:lnTo>
                    <a:pt x="2339275" y="16291"/>
                  </a:lnTo>
                  <a:lnTo>
                    <a:pt x="2261597" y="14108"/>
                  </a:lnTo>
                  <a:lnTo>
                    <a:pt x="2177221" y="12120"/>
                  </a:lnTo>
                  <a:lnTo>
                    <a:pt x="2085817" y="10309"/>
                  </a:lnTo>
                  <a:lnTo>
                    <a:pt x="1987402" y="8659"/>
                  </a:lnTo>
                  <a:lnTo>
                    <a:pt x="1882481" y="7159"/>
                  </a:lnTo>
                  <a:lnTo>
                    <a:pt x="1772197" y="5805"/>
                  </a:lnTo>
                  <a:lnTo>
                    <a:pt x="1658449" y="4595"/>
                  </a:lnTo>
                  <a:lnTo>
                    <a:pt x="1543955" y="3530"/>
                  </a:lnTo>
                  <a:lnTo>
                    <a:pt x="1432178" y="2613"/>
                  </a:lnTo>
                  <a:lnTo>
                    <a:pt x="1327085" y="1847"/>
                  </a:lnTo>
                  <a:lnTo>
                    <a:pt x="1232719" y="1232"/>
                  </a:lnTo>
                  <a:lnTo>
                    <a:pt x="1152632" y="762"/>
                  </a:lnTo>
                  <a:lnTo>
                    <a:pt x="1089295" y="425"/>
                  </a:lnTo>
                  <a:lnTo>
                    <a:pt x="1043626" y="205"/>
                  </a:lnTo>
                  <a:lnTo>
                    <a:pt x="1014756" y="78"/>
                  </a:lnTo>
                  <a:lnTo>
                    <a:pt x="1000046" y="18"/>
                  </a:lnTo>
                  <a:lnTo>
                    <a:pt x="995286" y="1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2" name="pg371"/>
            <p:cNvSpPr/>
            <p:nvPr/>
          </p:nvSpPr>
          <p:spPr>
            <a:xfrm>
              <a:off x="1199187" y="1650635"/>
              <a:ext cx="12049831" cy="4459779"/>
            </a:xfrm>
            <a:custGeom>
              <a:avLst/>
              <a:pathLst>
                <a:path w="12049831" h="4459779">
                  <a:moveTo>
                    <a:pt x="0" y="10481"/>
                  </a:moveTo>
                  <a:lnTo>
                    <a:pt x="994940" y="10481"/>
                  </a:lnTo>
                  <a:lnTo>
                    <a:pt x="996076" y="10485"/>
                  </a:lnTo>
                  <a:lnTo>
                    <a:pt x="1003573" y="10517"/>
                  </a:lnTo>
                  <a:lnTo>
                    <a:pt x="1022571" y="10603"/>
                  </a:lnTo>
                  <a:lnTo>
                    <a:pt x="1056785" y="10774"/>
                  </a:lnTo>
                  <a:lnTo>
                    <a:pt x="1108287" y="11056"/>
                  </a:lnTo>
                  <a:lnTo>
                    <a:pt x="1177344" y="11473"/>
                  </a:lnTo>
                  <a:lnTo>
                    <a:pt x="1262487" y="12042"/>
                  </a:lnTo>
                  <a:lnTo>
                    <a:pt x="1360826" y="12773"/>
                  </a:lnTo>
                  <a:lnTo>
                    <a:pt x="1468580" y="13671"/>
                  </a:lnTo>
                  <a:lnTo>
                    <a:pt x="1581674" y="14733"/>
                  </a:lnTo>
                  <a:lnTo>
                    <a:pt x="1696268" y="15958"/>
                  </a:lnTo>
                  <a:lnTo>
                    <a:pt x="1809130" y="17342"/>
                  </a:lnTo>
                  <a:lnTo>
                    <a:pt x="1917811" y="18884"/>
                  </a:lnTo>
                  <a:lnTo>
                    <a:pt x="2020672" y="20587"/>
                  </a:lnTo>
                  <a:lnTo>
                    <a:pt x="2116797" y="22459"/>
                  </a:lnTo>
                  <a:lnTo>
                    <a:pt x="2205860" y="24513"/>
                  </a:lnTo>
                  <a:lnTo>
                    <a:pt x="2287971" y="26768"/>
                  </a:lnTo>
                  <a:lnTo>
                    <a:pt x="2363550" y="29247"/>
                  </a:lnTo>
                  <a:lnTo>
                    <a:pt x="2433211" y="31976"/>
                  </a:lnTo>
                  <a:lnTo>
                    <a:pt x="2497679" y="34986"/>
                  </a:lnTo>
                  <a:lnTo>
                    <a:pt x="2557729" y="38309"/>
                  </a:lnTo>
                  <a:lnTo>
                    <a:pt x="2614137" y="41974"/>
                  </a:lnTo>
                  <a:lnTo>
                    <a:pt x="2667640" y="46004"/>
                  </a:lnTo>
                  <a:lnTo>
                    <a:pt x="2702183" y="48912"/>
                  </a:lnTo>
                  <a:lnTo>
                    <a:pt x="2763555" y="54686"/>
                  </a:lnTo>
                  <a:lnTo>
                    <a:pt x="2823017" y="61038"/>
                  </a:lnTo>
                  <a:lnTo>
                    <a:pt x="2881279" y="67976"/>
                  </a:lnTo>
                  <a:lnTo>
                    <a:pt x="2938862" y="75490"/>
                  </a:lnTo>
                  <a:lnTo>
                    <a:pt x="2996133" y="83549"/>
                  </a:lnTo>
                  <a:lnTo>
                    <a:pt x="3053335" y="92099"/>
                  </a:lnTo>
                  <a:lnTo>
                    <a:pt x="3110602" y="101064"/>
                  </a:lnTo>
                  <a:lnTo>
                    <a:pt x="3167985" y="110347"/>
                  </a:lnTo>
                  <a:lnTo>
                    <a:pt x="3225468" y="119835"/>
                  </a:lnTo>
                  <a:lnTo>
                    <a:pt x="3282996" y="129402"/>
                  </a:lnTo>
                  <a:lnTo>
                    <a:pt x="3340496" y="138920"/>
                  </a:lnTo>
                  <a:lnTo>
                    <a:pt x="3397906" y="148264"/>
                  </a:lnTo>
                  <a:lnTo>
                    <a:pt x="3455200" y="157315"/>
                  </a:lnTo>
                  <a:lnTo>
                    <a:pt x="3512409" y="165974"/>
                  </a:lnTo>
                  <a:lnTo>
                    <a:pt x="3569646" y="174157"/>
                  </a:lnTo>
                  <a:lnTo>
                    <a:pt x="3627124" y="181807"/>
                  </a:lnTo>
                  <a:lnTo>
                    <a:pt x="3685180" y="188886"/>
                  </a:lnTo>
                  <a:lnTo>
                    <a:pt x="3744295" y="195380"/>
                  </a:lnTo>
                  <a:lnTo>
                    <a:pt x="3805128" y="201292"/>
                  </a:lnTo>
                  <a:lnTo>
                    <a:pt x="3820202" y="202637"/>
                  </a:lnTo>
                  <a:lnTo>
                    <a:pt x="3872131" y="206917"/>
                  </a:lnTo>
                  <a:lnTo>
                    <a:pt x="3926515" y="210825"/>
                  </a:lnTo>
                  <a:lnTo>
                    <a:pt x="3984042" y="214374"/>
                  </a:lnTo>
                  <a:lnTo>
                    <a:pt x="4045464" y="217590"/>
                  </a:lnTo>
                  <a:lnTo>
                    <a:pt x="4111562" y="220504"/>
                  </a:lnTo>
                  <a:lnTo>
                    <a:pt x="4183100" y="223147"/>
                  </a:lnTo>
                  <a:lnTo>
                    <a:pt x="4260776" y="225549"/>
                  </a:lnTo>
                  <a:lnTo>
                    <a:pt x="4345149" y="227735"/>
                  </a:lnTo>
                  <a:lnTo>
                    <a:pt x="4436550" y="229728"/>
                  </a:lnTo>
                  <a:lnTo>
                    <a:pt x="4534961" y="231543"/>
                  </a:lnTo>
                  <a:lnTo>
                    <a:pt x="4639877" y="233193"/>
                  </a:lnTo>
                  <a:lnTo>
                    <a:pt x="4750158" y="234682"/>
                  </a:lnTo>
                  <a:lnTo>
                    <a:pt x="4863903" y="236013"/>
                  </a:lnTo>
                  <a:lnTo>
                    <a:pt x="4978395" y="237185"/>
                  </a:lnTo>
                  <a:lnTo>
                    <a:pt x="5090171" y="238194"/>
                  </a:lnTo>
                  <a:lnTo>
                    <a:pt x="5195265" y="239036"/>
                  </a:lnTo>
                  <a:lnTo>
                    <a:pt x="5289634" y="239713"/>
                  </a:lnTo>
                  <a:lnTo>
                    <a:pt x="5369725" y="240230"/>
                  </a:lnTo>
                  <a:lnTo>
                    <a:pt x="5433068" y="240600"/>
                  </a:lnTo>
                  <a:lnTo>
                    <a:pt x="5478742" y="240843"/>
                  </a:lnTo>
                  <a:lnTo>
                    <a:pt x="5507619" y="240983"/>
                  </a:lnTo>
                  <a:lnTo>
                    <a:pt x="5522335" y="241048"/>
                  </a:lnTo>
                  <a:lnTo>
                    <a:pt x="5527098" y="241067"/>
                  </a:lnTo>
                  <a:lnTo>
                    <a:pt x="5527445" y="241069"/>
                  </a:lnTo>
                  <a:lnTo>
                    <a:pt x="6522385" y="241069"/>
                  </a:lnTo>
                  <a:lnTo>
                    <a:pt x="6523398" y="241140"/>
                  </a:lnTo>
                  <a:lnTo>
                    <a:pt x="6530095" y="241650"/>
                  </a:lnTo>
                  <a:lnTo>
                    <a:pt x="6547117" y="243058"/>
                  </a:lnTo>
                  <a:lnTo>
                    <a:pt x="6577901" y="245833"/>
                  </a:lnTo>
                  <a:lnTo>
                    <a:pt x="6624497" y="250427"/>
                  </a:lnTo>
                  <a:lnTo>
                    <a:pt x="6687422" y="257233"/>
                  </a:lnTo>
                  <a:lnTo>
                    <a:pt x="6765677" y="266555"/>
                  </a:lnTo>
                  <a:lnTo>
                    <a:pt x="6856962" y="278589"/>
                  </a:lnTo>
                  <a:lnTo>
                    <a:pt x="6958084" y="293426"/>
                  </a:lnTo>
                  <a:lnTo>
                    <a:pt x="7065440" y="311072"/>
                  </a:lnTo>
                  <a:lnTo>
                    <a:pt x="7175490" y="331483"/>
                  </a:lnTo>
                  <a:lnTo>
                    <a:pt x="7285109" y="354602"/>
                  </a:lnTo>
                  <a:lnTo>
                    <a:pt x="7391802" y="380396"/>
                  </a:lnTo>
                  <a:lnTo>
                    <a:pt x="7493773" y="408884"/>
                  </a:lnTo>
                  <a:lnTo>
                    <a:pt x="7589888" y="440152"/>
                  </a:lnTo>
                  <a:lnTo>
                    <a:pt x="7679583" y="474364"/>
                  </a:lnTo>
                  <a:lnTo>
                    <a:pt x="7762742" y="511767"/>
                  </a:lnTo>
                  <a:lnTo>
                    <a:pt x="7839580" y="552688"/>
                  </a:lnTo>
                  <a:lnTo>
                    <a:pt x="7910536" y="597527"/>
                  </a:lnTo>
                  <a:lnTo>
                    <a:pt x="7976192" y="646745"/>
                  </a:lnTo>
                  <a:lnTo>
                    <a:pt x="8037212" y="700845"/>
                  </a:lnTo>
                  <a:lnTo>
                    <a:pt x="8094288" y="760341"/>
                  </a:lnTo>
                  <a:lnTo>
                    <a:pt x="8148107" y="825699"/>
                  </a:lnTo>
                  <a:lnTo>
                    <a:pt x="8199315" y="897260"/>
                  </a:lnTo>
                  <a:lnTo>
                    <a:pt x="8229629" y="944187"/>
                  </a:lnTo>
                  <a:lnTo>
                    <a:pt x="8267378" y="1007458"/>
                  </a:lnTo>
                  <a:lnTo>
                    <a:pt x="8304294" y="1074619"/>
                  </a:lnTo>
                  <a:lnTo>
                    <a:pt x="8340569" y="1145750"/>
                  </a:lnTo>
                  <a:lnTo>
                    <a:pt x="8376360" y="1220885"/>
                  </a:lnTo>
                  <a:lnTo>
                    <a:pt x="8411801" y="1300015"/>
                  </a:lnTo>
                  <a:lnTo>
                    <a:pt x="8447000" y="1383076"/>
                  </a:lnTo>
                  <a:lnTo>
                    <a:pt x="8482045" y="1469952"/>
                  </a:lnTo>
                  <a:lnTo>
                    <a:pt x="8517006" y="1560468"/>
                  </a:lnTo>
                  <a:lnTo>
                    <a:pt x="8551935" y="1654391"/>
                  </a:lnTo>
                  <a:lnTo>
                    <a:pt x="8586869" y="1751433"/>
                  </a:lnTo>
                  <a:lnTo>
                    <a:pt x="8621832" y="1851248"/>
                  </a:lnTo>
                  <a:lnTo>
                    <a:pt x="8656838" y="1953438"/>
                  </a:lnTo>
                  <a:lnTo>
                    <a:pt x="8691887" y="2057559"/>
                  </a:lnTo>
                  <a:lnTo>
                    <a:pt x="8726976" y="2163131"/>
                  </a:lnTo>
                  <a:lnTo>
                    <a:pt x="8762093" y="2269641"/>
                  </a:lnTo>
                  <a:lnTo>
                    <a:pt x="8797223" y="2376559"/>
                  </a:lnTo>
                  <a:lnTo>
                    <a:pt x="8832348" y="2483345"/>
                  </a:lnTo>
                  <a:lnTo>
                    <a:pt x="8867453" y="2589461"/>
                  </a:lnTo>
                  <a:lnTo>
                    <a:pt x="8902524" y="2694387"/>
                  </a:lnTo>
                  <a:lnTo>
                    <a:pt x="8937552" y="2797622"/>
                  </a:lnTo>
                  <a:lnTo>
                    <a:pt x="8972536" y="2898704"/>
                  </a:lnTo>
                  <a:lnTo>
                    <a:pt x="9007483" y="2997210"/>
                  </a:lnTo>
                  <a:lnTo>
                    <a:pt x="9042411" y="3092768"/>
                  </a:lnTo>
                  <a:lnTo>
                    <a:pt x="9077350" y="3185058"/>
                  </a:lnTo>
                  <a:lnTo>
                    <a:pt x="9112344" y="3273821"/>
                  </a:lnTo>
                  <a:lnTo>
                    <a:pt x="9147455" y="3358850"/>
                  </a:lnTo>
                  <a:lnTo>
                    <a:pt x="9182759" y="3440001"/>
                  </a:lnTo>
                  <a:lnTo>
                    <a:pt x="9218357" y="3517184"/>
                  </a:lnTo>
                  <a:lnTo>
                    <a:pt x="9254366" y="3590360"/>
                  </a:lnTo>
                  <a:lnTo>
                    <a:pt x="9290933" y="3659544"/>
                  </a:lnTo>
                  <a:lnTo>
                    <a:pt x="9328230" y="3724791"/>
                  </a:lnTo>
                  <a:lnTo>
                    <a:pt x="9347647" y="3756661"/>
                  </a:lnTo>
                  <a:lnTo>
                    <a:pt x="9397547" y="3832086"/>
                  </a:lnTo>
                  <a:lnTo>
                    <a:pt x="9449695" y="3901214"/>
                  </a:lnTo>
                  <a:lnTo>
                    <a:pt x="9504696" y="3964249"/>
                  </a:lnTo>
                  <a:lnTo>
                    <a:pt x="9563219" y="4021593"/>
                  </a:lnTo>
                  <a:lnTo>
                    <a:pt x="9625955" y="4073739"/>
                  </a:lnTo>
                  <a:lnTo>
                    <a:pt x="9693592" y="4121201"/>
                  </a:lnTo>
                  <a:lnTo>
                    <a:pt x="9766765" y="4164469"/>
                  </a:lnTo>
                  <a:lnTo>
                    <a:pt x="9846013" y="4203982"/>
                  </a:lnTo>
                  <a:lnTo>
                    <a:pt x="9931697" y="4240114"/>
                  </a:lnTo>
                  <a:lnTo>
                    <a:pt x="10023917" y="4273159"/>
                  </a:lnTo>
                  <a:lnTo>
                    <a:pt x="10122398" y="4303334"/>
                  </a:lnTo>
                  <a:lnTo>
                    <a:pt x="10226369" y="4330771"/>
                  </a:lnTo>
                  <a:lnTo>
                    <a:pt x="10334449" y="4355529"/>
                  </a:lnTo>
                  <a:lnTo>
                    <a:pt x="10444568" y="4377604"/>
                  </a:lnTo>
                  <a:lnTo>
                    <a:pt x="10553973" y="4396949"/>
                  </a:lnTo>
                  <a:lnTo>
                    <a:pt x="10659345" y="4413509"/>
                  </a:lnTo>
                  <a:lnTo>
                    <a:pt x="10757069" y="4427255"/>
                  </a:lnTo>
                  <a:lnTo>
                    <a:pt x="10843642" y="4438221"/>
                  </a:lnTo>
                  <a:lnTo>
                    <a:pt x="10916161" y="4446538"/>
                  </a:lnTo>
                  <a:lnTo>
                    <a:pt x="10972793" y="4452445"/>
                  </a:lnTo>
                  <a:lnTo>
                    <a:pt x="11013110" y="4456283"/>
                  </a:lnTo>
                  <a:lnTo>
                    <a:pt x="11038234" y="4458473"/>
                  </a:lnTo>
                  <a:lnTo>
                    <a:pt x="11050775" y="4459476"/>
                  </a:lnTo>
                  <a:lnTo>
                    <a:pt x="11054654" y="4459763"/>
                  </a:lnTo>
                  <a:lnTo>
                    <a:pt x="11054891" y="4459779"/>
                  </a:lnTo>
                  <a:lnTo>
                    <a:pt x="12049831" y="4459779"/>
                  </a:lnTo>
                  <a:lnTo>
                    <a:pt x="12049831" y="4449298"/>
                  </a:lnTo>
                  <a:lnTo>
                    <a:pt x="11054891" y="4449298"/>
                  </a:lnTo>
                  <a:lnTo>
                    <a:pt x="11053879" y="4449226"/>
                  </a:lnTo>
                  <a:lnTo>
                    <a:pt x="11047182" y="4448717"/>
                  </a:lnTo>
                  <a:lnTo>
                    <a:pt x="11030160" y="4447309"/>
                  </a:lnTo>
                  <a:lnTo>
                    <a:pt x="10999376" y="4444533"/>
                  </a:lnTo>
                  <a:lnTo>
                    <a:pt x="10952780" y="4439939"/>
                  </a:lnTo>
                  <a:lnTo>
                    <a:pt x="10889854" y="4433133"/>
                  </a:lnTo>
                  <a:lnTo>
                    <a:pt x="10811599" y="4423812"/>
                  </a:lnTo>
                  <a:lnTo>
                    <a:pt x="10720314" y="4411777"/>
                  </a:lnTo>
                  <a:lnTo>
                    <a:pt x="10619193" y="4396940"/>
                  </a:lnTo>
                  <a:lnTo>
                    <a:pt x="10511837" y="4379294"/>
                  </a:lnTo>
                  <a:lnTo>
                    <a:pt x="10401787" y="4358884"/>
                  </a:lnTo>
                  <a:lnTo>
                    <a:pt x="10292168" y="4335765"/>
                  </a:lnTo>
                  <a:lnTo>
                    <a:pt x="10185474" y="4309970"/>
                  </a:lnTo>
                  <a:lnTo>
                    <a:pt x="10083504" y="4281483"/>
                  </a:lnTo>
                  <a:lnTo>
                    <a:pt x="9987389" y="4250215"/>
                  </a:lnTo>
                  <a:lnTo>
                    <a:pt x="9897694" y="4216003"/>
                  </a:lnTo>
                  <a:lnTo>
                    <a:pt x="9814535" y="4178599"/>
                  </a:lnTo>
                  <a:lnTo>
                    <a:pt x="9737697" y="4137678"/>
                  </a:lnTo>
                  <a:lnTo>
                    <a:pt x="9666741" y="4092840"/>
                  </a:lnTo>
                  <a:lnTo>
                    <a:pt x="9601084" y="4043622"/>
                  </a:lnTo>
                  <a:lnTo>
                    <a:pt x="9540064" y="3989521"/>
                  </a:lnTo>
                  <a:lnTo>
                    <a:pt x="9482988" y="3930026"/>
                  </a:lnTo>
                  <a:lnTo>
                    <a:pt x="9429170" y="3864668"/>
                  </a:lnTo>
                  <a:lnTo>
                    <a:pt x="9377961" y="3793106"/>
                  </a:lnTo>
                  <a:lnTo>
                    <a:pt x="9347647" y="3746179"/>
                  </a:lnTo>
                  <a:lnTo>
                    <a:pt x="9309899" y="3682909"/>
                  </a:lnTo>
                  <a:lnTo>
                    <a:pt x="9272982" y="3615747"/>
                  </a:lnTo>
                  <a:lnTo>
                    <a:pt x="9236708" y="3544617"/>
                  </a:lnTo>
                  <a:lnTo>
                    <a:pt x="9200916" y="3469481"/>
                  </a:lnTo>
                  <a:lnTo>
                    <a:pt x="9165475" y="3390351"/>
                  </a:lnTo>
                  <a:lnTo>
                    <a:pt x="9130276" y="3307290"/>
                  </a:lnTo>
                  <a:lnTo>
                    <a:pt x="9095231" y="3220415"/>
                  </a:lnTo>
                  <a:lnTo>
                    <a:pt x="9060271" y="3129899"/>
                  </a:lnTo>
                  <a:lnTo>
                    <a:pt x="9025342" y="3035975"/>
                  </a:lnTo>
                  <a:lnTo>
                    <a:pt x="8990408" y="2938933"/>
                  </a:lnTo>
                  <a:lnTo>
                    <a:pt x="8955444" y="2839119"/>
                  </a:lnTo>
                  <a:lnTo>
                    <a:pt x="8920439" y="2736929"/>
                  </a:lnTo>
                  <a:lnTo>
                    <a:pt x="8885389" y="2632807"/>
                  </a:lnTo>
                  <a:lnTo>
                    <a:pt x="8850300" y="2527236"/>
                  </a:lnTo>
                  <a:lnTo>
                    <a:pt x="8815183" y="2420725"/>
                  </a:lnTo>
                  <a:lnTo>
                    <a:pt x="8780054" y="2313808"/>
                  </a:lnTo>
                  <a:lnTo>
                    <a:pt x="8744928" y="2207022"/>
                  </a:lnTo>
                  <a:lnTo>
                    <a:pt x="8709823" y="2100905"/>
                  </a:lnTo>
                  <a:lnTo>
                    <a:pt x="8674752" y="1995980"/>
                  </a:lnTo>
                  <a:lnTo>
                    <a:pt x="8639724" y="1892744"/>
                  </a:lnTo>
                  <a:lnTo>
                    <a:pt x="8604740" y="1791663"/>
                  </a:lnTo>
                  <a:lnTo>
                    <a:pt x="8569793" y="1693157"/>
                  </a:lnTo>
                  <a:lnTo>
                    <a:pt x="8534866" y="1597599"/>
                  </a:lnTo>
                  <a:lnTo>
                    <a:pt x="8499927" y="1505308"/>
                  </a:lnTo>
                  <a:lnTo>
                    <a:pt x="8464933" y="1416546"/>
                  </a:lnTo>
                  <a:lnTo>
                    <a:pt x="8429822" y="1331516"/>
                  </a:lnTo>
                  <a:lnTo>
                    <a:pt x="8394517" y="1250365"/>
                  </a:lnTo>
                  <a:lnTo>
                    <a:pt x="8358920" y="1173183"/>
                  </a:lnTo>
                  <a:lnTo>
                    <a:pt x="8322910" y="1100006"/>
                  </a:lnTo>
                  <a:lnTo>
                    <a:pt x="8286344" y="1030823"/>
                  </a:lnTo>
                  <a:lnTo>
                    <a:pt x="8249046" y="965575"/>
                  </a:lnTo>
                  <a:lnTo>
                    <a:pt x="8229629" y="933706"/>
                  </a:lnTo>
                  <a:lnTo>
                    <a:pt x="8179730" y="858281"/>
                  </a:lnTo>
                  <a:lnTo>
                    <a:pt x="8127582" y="789152"/>
                  </a:lnTo>
                  <a:lnTo>
                    <a:pt x="8072580" y="726117"/>
                  </a:lnTo>
                  <a:lnTo>
                    <a:pt x="8014057" y="668773"/>
                  </a:lnTo>
                  <a:lnTo>
                    <a:pt x="7951321" y="616627"/>
                  </a:lnTo>
                  <a:lnTo>
                    <a:pt x="7883685" y="569165"/>
                  </a:lnTo>
                  <a:lnTo>
                    <a:pt x="7810511" y="525898"/>
                  </a:lnTo>
                  <a:lnTo>
                    <a:pt x="7731264" y="486384"/>
                  </a:lnTo>
                  <a:lnTo>
                    <a:pt x="7645580" y="450253"/>
                  </a:lnTo>
                  <a:lnTo>
                    <a:pt x="7553360" y="417207"/>
                  </a:lnTo>
                  <a:lnTo>
                    <a:pt x="7454879" y="387033"/>
                  </a:lnTo>
                  <a:lnTo>
                    <a:pt x="7350908" y="359595"/>
                  </a:lnTo>
                  <a:lnTo>
                    <a:pt x="7242828" y="334837"/>
                  </a:lnTo>
                  <a:lnTo>
                    <a:pt x="7132708" y="312763"/>
                  </a:lnTo>
                  <a:lnTo>
                    <a:pt x="7023303" y="293417"/>
                  </a:lnTo>
                  <a:lnTo>
                    <a:pt x="6917932" y="276857"/>
                  </a:lnTo>
                  <a:lnTo>
                    <a:pt x="6820208" y="263112"/>
                  </a:lnTo>
                  <a:lnTo>
                    <a:pt x="6733635" y="252145"/>
                  </a:lnTo>
                  <a:lnTo>
                    <a:pt x="6661115" y="243829"/>
                  </a:lnTo>
                  <a:lnTo>
                    <a:pt x="6604484" y="237922"/>
                  </a:lnTo>
                  <a:lnTo>
                    <a:pt x="6564167" y="234084"/>
                  </a:lnTo>
                  <a:lnTo>
                    <a:pt x="6539043" y="231894"/>
                  </a:lnTo>
                  <a:lnTo>
                    <a:pt x="6526502" y="230890"/>
                  </a:lnTo>
                  <a:lnTo>
                    <a:pt x="6522622" y="230604"/>
                  </a:lnTo>
                  <a:lnTo>
                    <a:pt x="6522385" y="230587"/>
                  </a:lnTo>
                  <a:lnTo>
                    <a:pt x="5527445" y="230587"/>
                  </a:lnTo>
                  <a:lnTo>
                    <a:pt x="5526309" y="230583"/>
                  </a:lnTo>
                  <a:lnTo>
                    <a:pt x="5518812" y="230552"/>
                  </a:lnTo>
                  <a:lnTo>
                    <a:pt x="5499814" y="230465"/>
                  </a:lnTo>
                  <a:lnTo>
                    <a:pt x="5465600" y="230294"/>
                  </a:lnTo>
                  <a:lnTo>
                    <a:pt x="5414098" y="230012"/>
                  </a:lnTo>
                  <a:lnTo>
                    <a:pt x="5345041" y="229595"/>
                  </a:lnTo>
                  <a:lnTo>
                    <a:pt x="5259898" y="229026"/>
                  </a:lnTo>
                  <a:lnTo>
                    <a:pt x="5161559" y="228295"/>
                  </a:lnTo>
                  <a:lnTo>
                    <a:pt x="5053805" y="227398"/>
                  </a:lnTo>
                  <a:lnTo>
                    <a:pt x="4940711" y="226335"/>
                  </a:lnTo>
                  <a:lnTo>
                    <a:pt x="4826117" y="225110"/>
                  </a:lnTo>
                  <a:lnTo>
                    <a:pt x="4713255" y="223726"/>
                  </a:lnTo>
                  <a:lnTo>
                    <a:pt x="4604574" y="222185"/>
                  </a:lnTo>
                  <a:lnTo>
                    <a:pt x="4501713" y="220481"/>
                  </a:lnTo>
                  <a:lnTo>
                    <a:pt x="4405588" y="218609"/>
                  </a:lnTo>
                  <a:lnTo>
                    <a:pt x="4316525" y="216555"/>
                  </a:lnTo>
                  <a:lnTo>
                    <a:pt x="4234414" y="214300"/>
                  </a:lnTo>
                  <a:lnTo>
                    <a:pt x="4158835" y="211822"/>
                  </a:lnTo>
                  <a:lnTo>
                    <a:pt x="4089174" y="209092"/>
                  </a:lnTo>
                  <a:lnTo>
                    <a:pt x="4024706" y="206082"/>
                  </a:lnTo>
                  <a:lnTo>
                    <a:pt x="3964656" y="202759"/>
                  </a:lnTo>
                  <a:lnTo>
                    <a:pt x="3908248" y="199094"/>
                  </a:lnTo>
                  <a:lnTo>
                    <a:pt x="3854745" y="195064"/>
                  </a:lnTo>
                  <a:lnTo>
                    <a:pt x="3820202" y="192156"/>
                  </a:lnTo>
                  <a:lnTo>
                    <a:pt x="3758830" y="186382"/>
                  </a:lnTo>
                  <a:lnTo>
                    <a:pt x="3699368" y="180030"/>
                  </a:lnTo>
                  <a:lnTo>
                    <a:pt x="3641106" y="173092"/>
                  </a:lnTo>
                  <a:lnTo>
                    <a:pt x="3583523" y="165578"/>
                  </a:lnTo>
                  <a:lnTo>
                    <a:pt x="3526252" y="157519"/>
                  </a:lnTo>
                  <a:lnTo>
                    <a:pt x="3469050" y="148969"/>
                  </a:lnTo>
                  <a:lnTo>
                    <a:pt x="3411783" y="140004"/>
                  </a:lnTo>
                  <a:lnTo>
                    <a:pt x="3354400" y="130721"/>
                  </a:lnTo>
                  <a:lnTo>
                    <a:pt x="3296917" y="121234"/>
                  </a:lnTo>
                  <a:lnTo>
                    <a:pt x="3239389" y="111666"/>
                  </a:lnTo>
                  <a:lnTo>
                    <a:pt x="3181889" y="102148"/>
                  </a:lnTo>
                  <a:lnTo>
                    <a:pt x="3124479" y="92804"/>
                  </a:lnTo>
                  <a:lnTo>
                    <a:pt x="3067185" y="83753"/>
                  </a:lnTo>
                  <a:lnTo>
                    <a:pt x="3009976" y="75095"/>
                  </a:lnTo>
                  <a:lnTo>
                    <a:pt x="2952739" y="66911"/>
                  </a:lnTo>
                  <a:lnTo>
                    <a:pt x="2895261" y="59261"/>
                  </a:lnTo>
                  <a:lnTo>
                    <a:pt x="2837205" y="52182"/>
                  </a:lnTo>
                  <a:lnTo>
                    <a:pt x="2778090" y="45688"/>
                  </a:lnTo>
                  <a:lnTo>
                    <a:pt x="2717257" y="39776"/>
                  </a:lnTo>
                  <a:lnTo>
                    <a:pt x="2702183" y="38431"/>
                  </a:lnTo>
                  <a:lnTo>
                    <a:pt x="2650254" y="34151"/>
                  </a:lnTo>
                  <a:lnTo>
                    <a:pt x="2595870" y="30243"/>
                  </a:lnTo>
                  <a:lnTo>
                    <a:pt x="2538343" y="26694"/>
                  </a:lnTo>
                  <a:lnTo>
                    <a:pt x="2476921" y="23478"/>
                  </a:lnTo>
                  <a:lnTo>
                    <a:pt x="2410823" y="20564"/>
                  </a:lnTo>
                  <a:lnTo>
                    <a:pt x="2339285" y="17921"/>
                  </a:lnTo>
                  <a:lnTo>
                    <a:pt x="2261609" y="15519"/>
                  </a:lnTo>
                  <a:lnTo>
                    <a:pt x="2177236" y="13333"/>
                  </a:lnTo>
                  <a:lnTo>
                    <a:pt x="2085835" y="11340"/>
                  </a:lnTo>
                  <a:lnTo>
                    <a:pt x="1987424" y="9525"/>
                  </a:lnTo>
                  <a:lnTo>
                    <a:pt x="1882508" y="7876"/>
                  </a:lnTo>
                  <a:lnTo>
                    <a:pt x="1772226" y="6386"/>
                  </a:lnTo>
                  <a:lnTo>
                    <a:pt x="1658482" y="5055"/>
                  </a:lnTo>
                  <a:lnTo>
                    <a:pt x="1543990" y="3883"/>
                  </a:lnTo>
                  <a:lnTo>
                    <a:pt x="1432214" y="2875"/>
                  </a:lnTo>
                  <a:lnTo>
                    <a:pt x="1327120" y="2032"/>
                  </a:lnTo>
                  <a:lnTo>
                    <a:pt x="1232751" y="1355"/>
                  </a:lnTo>
                  <a:lnTo>
                    <a:pt x="1152660" y="838"/>
                  </a:lnTo>
                  <a:lnTo>
                    <a:pt x="1089317" y="468"/>
                  </a:lnTo>
                  <a:lnTo>
                    <a:pt x="1043643" y="225"/>
                  </a:lnTo>
                  <a:lnTo>
                    <a:pt x="1014766" y="85"/>
                  </a:lnTo>
                  <a:lnTo>
                    <a:pt x="1000050" y="20"/>
                  </a:lnTo>
                  <a:lnTo>
                    <a:pt x="995287" y="1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73" name="pl372"/>
            <p:cNvSpPr/>
            <p:nvPr/>
          </p:nvSpPr>
          <p:spPr>
            <a:xfrm>
              <a:off x="1199187" y="1661116"/>
              <a:ext cx="12049831" cy="4449298"/>
            </a:xfrm>
            <a:custGeom>
              <a:avLst/>
              <a:pathLst>
                <a:path w="12049831" h="4449298">
                  <a:moveTo>
                    <a:pt x="0" y="0"/>
                  </a:moveTo>
                  <a:lnTo>
                    <a:pt x="994940" y="0"/>
                  </a:lnTo>
                  <a:lnTo>
                    <a:pt x="996076" y="4"/>
                  </a:lnTo>
                  <a:lnTo>
                    <a:pt x="1003573" y="35"/>
                  </a:lnTo>
                  <a:lnTo>
                    <a:pt x="1022571" y="122"/>
                  </a:lnTo>
                  <a:lnTo>
                    <a:pt x="1056785" y="293"/>
                  </a:lnTo>
                  <a:lnTo>
                    <a:pt x="1108287" y="575"/>
                  </a:lnTo>
                  <a:lnTo>
                    <a:pt x="1177344" y="992"/>
                  </a:lnTo>
                  <a:lnTo>
                    <a:pt x="1262487" y="1561"/>
                  </a:lnTo>
                  <a:lnTo>
                    <a:pt x="1360826" y="2292"/>
                  </a:lnTo>
                  <a:lnTo>
                    <a:pt x="1468580" y="3189"/>
                  </a:lnTo>
                  <a:lnTo>
                    <a:pt x="1581674" y="4252"/>
                  </a:lnTo>
                  <a:lnTo>
                    <a:pt x="1696268" y="5477"/>
                  </a:lnTo>
                  <a:lnTo>
                    <a:pt x="1809130" y="6860"/>
                  </a:lnTo>
                  <a:lnTo>
                    <a:pt x="1917811" y="8402"/>
                  </a:lnTo>
                  <a:lnTo>
                    <a:pt x="2020672" y="10105"/>
                  </a:lnTo>
                  <a:lnTo>
                    <a:pt x="2116797" y="11978"/>
                  </a:lnTo>
                  <a:lnTo>
                    <a:pt x="2205860" y="14032"/>
                  </a:lnTo>
                  <a:lnTo>
                    <a:pt x="2287971" y="16287"/>
                  </a:lnTo>
                  <a:lnTo>
                    <a:pt x="2363550" y="18765"/>
                  </a:lnTo>
                  <a:lnTo>
                    <a:pt x="2433211" y="21494"/>
                  </a:lnTo>
                  <a:lnTo>
                    <a:pt x="2497679" y="24505"/>
                  </a:lnTo>
                  <a:lnTo>
                    <a:pt x="2557729" y="27828"/>
                  </a:lnTo>
                  <a:lnTo>
                    <a:pt x="2614137" y="31493"/>
                  </a:lnTo>
                  <a:lnTo>
                    <a:pt x="2667640" y="35523"/>
                  </a:lnTo>
                  <a:lnTo>
                    <a:pt x="2702183" y="38431"/>
                  </a:lnTo>
                  <a:lnTo>
                    <a:pt x="2763555" y="44205"/>
                  </a:lnTo>
                  <a:lnTo>
                    <a:pt x="2823017" y="50556"/>
                  </a:lnTo>
                  <a:lnTo>
                    <a:pt x="2881279" y="57494"/>
                  </a:lnTo>
                  <a:lnTo>
                    <a:pt x="2938862" y="65009"/>
                  </a:lnTo>
                  <a:lnTo>
                    <a:pt x="2996133" y="73068"/>
                  </a:lnTo>
                  <a:lnTo>
                    <a:pt x="3053335" y="81618"/>
                  </a:lnTo>
                  <a:lnTo>
                    <a:pt x="3110602" y="90583"/>
                  </a:lnTo>
                  <a:lnTo>
                    <a:pt x="3167985" y="99866"/>
                  </a:lnTo>
                  <a:lnTo>
                    <a:pt x="3225468" y="109353"/>
                  </a:lnTo>
                  <a:lnTo>
                    <a:pt x="3282996" y="118921"/>
                  </a:lnTo>
                  <a:lnTo>
                    <a:pt x="3340496" y="128439"/>
                  </a:lnTo>
                  <a:lnTo>
                    <a:pt x="3397906" y="137783"/>
                  </a:lnTo>
                  <a:lnTo>
                    <a:pt x="3455200" y="146834"/>
                  </a:lnTo>
                  <a:lnTo>
                    <a:pt x="3512409" y="155492"/>
                  </a:lnTo>
                  <a:lnTo>
                    <a:pt x="3569646" y="163676"/>
                  </a:lnTo>
                  <a:lnTo>
                    <a:pt x="3627124" y="171326"/>
                  </a:lnTo>
                  <a:lnTo>
                    <a:pt x="3685180" y="178405"/>
                  </a:lnTo>
                  <a:lnTo>
                    <a:pt x="3744295" y="184898"/>
                  </a:lnTo>
                  <a:lnTo>
                    <a:pt x="3805128" y="190811"/>
                  </a:lnTo>
                  <a:lnTo>
                    <a:pt x="3820202" y="192156"/>
                  </a:lnTo>
                  <a:lnTo>
                    <a:pt x="3872131" y="196436"/>
                  </a:lnTo>
                  <a:lnTo>
                    <a:pt x="3926515" y="200343"/>
                  </a:lnTo>
                  <a:lnTo>
                    <a:pt x="3984042" y="203893"/>
                  </a:lnTo>
                  <a:lnTo>
                    <a:pt x="4045464" y="207109"/>
                  </a:lnTo>
                  <a:lnTo>
                    <a:pt x="4111562" y="210023"/>
                  </a:lnTo>
                  <a:lnTo>
                    <a:pt x="4183100" y="212666"/>
                  </a:lnTo>
                  <a:lnTo>
                    <a:pt x="4260776" y="215068"/>
                  </a:lnTo>
                  <a:lnTo>
                    <a:pt x="4345149" y="217254"/>
                  </a:lnTo>
                  <a:lnTo>
                    <a:pt x="4436550" y="219247"/>
                  </a:lnTo>
                  <a:lnTo>
                    <a:pt x="4534961" y="221062"/>
                  </a:lnTo>
                  <a:lnTo>
                    <a:pt x="4639877" y="222711"/>
                  </a:lnTo>
                  <a:lnTo>
                    <a:pt x="4750158" y="224201"/>
                  </a:lnTo>
                  <a:lnTo>
                    <a:pt x="4863903" y="225532"/>
                  </a:lnTo>
                  <a:lnTo>
                    <a:pt x="4978395" y="226704"/>
                  </a:lnTo>
                  <a:lnTo>
                    <a:pt x="5090171" y="227712"/>
                  </a:lnTo>
                  <a:lnTo>
                    <a:pt x="5195265" y="228555"/>
                  </a:lnTo>
                  <a:lnTo>
                    <a:pt x="5289634" y="229232"/>
                  </a:lnTo>
                  <a:lnTo>
                    <a:pt x="5369725" y="229749"/>
                  </a:lnTo>
                  <a:lnTo>
                    <a:pt x="5433068" y="230119"/>
                  </a:lnTo>
                  <a:lnTo>
                    <a:pt x="5478742" y="230362"/>
                  </a:lnTo>
                  <a:lnTo>
                    <a:pt x="5507619" y="230501"/>
                  </a:lnTo>
                  <a:lnTo>
                    <a:pt x="5522335" y="230567"/>
                  </a:lnTo>
                  <a:lnTo>
                    <a:pt x="5527098" y="230586"/>
                  </a:lnTo>
                  <a:lnTo>
                    <a:pt x="5527445" y="230587"/>
                  </a:lnTo>
                  <a:lnTo>
                    <a:pt x="6522385" y="230587"/>
                  </a:lnTo>
                  <a:lnTo>
                    <a:pt x="6523398" y="230659"/>
                  </a:lnTo>
                  <a:lnTo>
                    <a:pt x="6530095" y="231169"/>
                  </a:lnTo>
                  <a:lnTo>
                    <a:pt x="6547117" y="232576"/>
                  </a:lnTo>
                  <a:lnTo>
                    <a:pt x="6577901" y="235352"/>
                  </a:lnTo>
                  <a:lnTo>
                    <a:pt x="6624497" y="239946"/>
                  </a:lnTo>
                  <a:lnTo>
                    <a:pt x="6687422" y="246752"/>
                  </a:lnTo>
                  <a:lnTo>
                    <a:pt x="6765677" y="256074"/>
                  </a:lnTo>
                  <a:lnTo>
                    <a:pt x="6856962" y="268108"/>
                  </a:lnTo>
                  <a:lnTo>
                    <a:pt x="6958084" y="282945"/>
                  </a:lnTo>
                  <a:lnTo>
                    <a:pt x="7065440" y="300591"/>
                  </a:lnTo>
                  <a:lnTo>
                    <a:pt x="7175490" y="321002"/>
                  </a:lnTo>
                  <a:lnTo>
                    <a:pt x="7285109" y="344120"/>
                  </a:lnTo>
                  <a:lnTo>
                    <a:pt x="7391802" y="369915"/>
                  </a:lnTo>
                  <a:lnTo>
                    <a:pt x="7493773" y="398403"/>
                  </a:lnTo>
                  <a:lnTo>
                    <a:pt x="7589888" y="429670"/>
                  </a:lnTo>
                  <a:lnTo>
                    <a:pt x="7679583" y="463883"/>
                  </a:lnTo>
                  <a:lnTo>
                    <a:pt x="7762742" y="501286"/>
                  </a:lnTo>
                  <a:lnTo>
                    <a:pt x="7839580" y="542207"/>
                  </a:lnTo>
                  <a:lnTo>
                    <a:pt x="7910536" y="587046"/>
                  </a:lnTo>
                  <a:lnTo>
                    <a:pt x="7976192" y="636263"/>
                  </a:lnTo>
                  <a:lnTo>
                    <a:pt x="8037212" y="690364"/>
                  </a:lnTo>
                  <a:lnTo>
                    <a:pt x="8094288" y="749859"/>
                  </a:lnTo>
                  <a:lnTo>
                    <a:pt x="8148107" y="815218"/>
                  </a:lnTo>
                  <a:lnTo>
                    <a:pt x="8199315" y="886779"/>
                  </a:lnTo>
                  <a:lnTo>
                    <a:pt x="8229629" y="933706"/>
                  </a:lnTo>
                  <a:lnTo>
                    <a:pt x="8267378" y="996976"/>
                  </a:lnTo>
                  <a:lnTo>
                    <a:pt x="8304294" y="1064138"/>
                  </a:lnTo>
                  <a:lnTo>
                    <a:pt x="8340569" y="1135268"/>
                  </a:lnTo>
                  <a:lnTo>
                    <a:pt x="8376360" y="1210404"/>
                  </a:lnTo>
                  <a:lnTo>
                    <a:pt x="8411801" y="1289534"/>
                  </a:lnTo>
                  <a:lnTo>
                    <a:pt x="8447000" y="1372595"/>
                  </a:lnTo>
                  <a:lnTo>
                    <a:pt x="8482045" y="1459471"/>
                  </a:lnTo>
                  <a:lnTo>
                    <a:pt x="8517006" y="1549986"/>
                  </a:lnTo>
                  <a:lnTo>
                    <a:pt x="8551935" y="1643910"/>
                  </a:lnTo>
                  <a:lnTo>
                    <a:pt x="8586869" y="1740952"/>
                  </a:lnTo>
                  <a:lnTo>
                    <a:pt x="8621832" y="1840767"/>
                  </a:lnTo>
                  <a:lnTo>
                    <a:pt x="8656838" y="1942956"/>
                  </a:lnTo>
                  <a:lnTo>
                    <a:pt x="8691887" y="2047078"/>
                  </a:lnTo>
                  <a:lnTo>
                    <a:pt x="8726976" y="2152650"/>
                  </a:lnTo>
                  <a:lnTo>
                    <a:pt x="8762093" y="2259160"/>
                  </a:lnTo>
                  <a:lnTo>
                    <a:pt x="8797223" y="2366078"/>
                  </a:lnTo>
                  <a:lnTo>
                    <a:pt x="8832348" y="2472863"/>
                  </a:lnTo>
                  <a:lnTo>
                    <a:pt x="8867453" y="2578980"/>
                  </a:lnTo>
                  <a:lnTo>
                    <a:pt x="8902524" y="2683905"/>
                  </a:lnTo>
                  <a:lnTo>
                    <a:pt x="8937552" y="2787141"/>
                  </a:lnTo>
                  <a:lnTo>
                    <a:pt x="8972536" y="2888222"/>
                  </a:lnTo>
                  <a:lnTo>
                    <a:pt x="9007483" y="2986728"/>
                  </a:lnTo>
                  <a:lnTo>
                    <a:pt x="9042411" y="3082286"/>
                  </a:lnTo>
                  <a:lnTo>
                    <a:pt x="9077350" y="3174577"/>
                  </a:lnTo>
                  <a:lnTo>
                    <a:pt x="9112344" y="3263339"/>
                  </a:lnTo>
                  <a:lnTo>
                    <a:pt x="9147455" y="3348369"/>
                  </a:lnTo>
                  <a:lnTo>
                    <a:pt x="9182759" y="3429520"/>
                  </a:lnTo>
                  <a:lnTo>
                    <a:pt x="9218357" y="3506702"/>
                  </a:lnTo>
                  <a:lnTo>
                    <a:pt x="9254366" y="3579879"/>
                  </a:lnTo>
                  <a:lnTo>
                    <a:pt x="9290933" y="3649062"/>
                  </a:lnTo>
                  <a:lnTo>
                    <a:pt x="9328230" y="3714310"/>
                  </a:lnTo>
                  <a:lnTo>
                    <a:pt x="9347647" y="3746179"/>
                  </a:lnTo>
                  <a:lnTo>
                    <a:pt x="9397547" y="3821604"/>
                  </a:lnTo>
                  <a:lnTo>
                    <a:pt x="9449695" y="3890733"/>
                  </a:lnTo>
                  <a:lnTo>
                    <a:pt x="9504696" y="3953768"/>
                  </a:lnTo>
                  <a:lnTo>
                    <a:pt x="9563219" y="4011112"/>
                  </a:lnTo>
                  <a:lnTo>
                    <a:pt x="9625955" y="4063258"/>
                  </a:lnTo>
                  <a:lnTo>
                    <a:pt x="9693592" y="4110720"/>
                  </a:lnTo>
                  <a:lnTo>
                    <a:pt x="9766765" y="4153987"/>
                  </a:lnTo>
                  <a:lnTo>
                    <a:pt x="9846013" y="4193501"/>
                  </a:lnTo>
                  <a:lnTo>
                    <a:pt x="9931697" y="4229632"/>
                  </a:lnTo>
                  <a:lnTo>
                    <a:pt x="10023917" y="4262678"/>
                  </a:lnTo>
                  <a:lnTo>
                    <a:pt x="10122398" y="4292853"/>
                  </a:lnTo>
                  <a:lnTo>
                    <a:pt x="10226369" y="4320290"/>
                  </a:lnTo>
                  <a:lnTo>
                    <a:pt x="10334449" y="4345048"/>
                  </a:lnTo>
                  <a:lnTo>
                    <a:pt x="10444568" y="4367122"/>
                  </a:lnTo>
                  <a:lnTo>
                    <a:pt x="10553973" y="4386468"/>
                  </a:lnTo>
                  <a:lnTo>
                    <a:pt x="10659345" y="4403028"/>
                  </a:lnTo>
                  <a:lnTo>
                    <a:pt x="10757069" y="4416774"/>
                  </a:lnTo>
                  <a:lnTo>
                    <a:pt x="10843642" y="4427740"/>
                  </a:lnTo>
                  <a:lnTo>
                    <a:pt x="10916161" y="4436057"/>
                  </a:lnTo>
                  <a:lnTo>
                    <a:pt x="10972793" y="4441963"/>
                  </a:lnTo>
                  <a:lnTo>
                    <a:pt x="11013110" y="4445801"/>
                  </a:lnTo>
                  <a:lnTo>
                    <a:pt x="11038234" y="4447991"/>
                  </a:lnTo>
                  <a:lnTo>
                    <a:pt x="11050775" y="4448995"/>
                  </a:lnTo>
                  <a:lnTo>
                    <a:pt x="11054654" y="4449281"/>
                  </a:lnTo>
                  <a:lnTo>
                    <a:pt x="11054891" y="4449298"/>
                  </a:lnTo>
                  <a:lnTo>
                    <a:pt x="12049831" y="4449298"/>
                  </a:lnTo>
                  <a:lnTo>
                    <a:pt x="12049831" y="44492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4" name="pl373"/>
            <p:cNvSpPr/>
            <p:nvPr/>
          </p:nvSpPr>
          <p:spPr>
            <a:xfrm>
              <a:off x="1199187" y="1650635"/>
              <a:ext cx="12049831" cy="4449298"/>
            </a:xfrm>
            <a:custGeom>
              <a:avLst/>
              <a:pathLst>
                <a:path w="12049831" h="4449298">
                  <a:moveTo>
                    <a:pt x="12049831" y="4449298"/>
                  </a:moveTo>
                  <a:lnTo>
                    <a:pt x="11054891" y="4449298"/>
                  </a:lnTo>
                  <a:lnTo>
                    <a:pt x="11053879" y="4449226"/>
                  </a:lnTo>
                  <a:lnTo>
                    <a:pt x="11047182" y="4448717"/>
                  </a:lnTo>
                  <a:lnTo>
                    <a:pt x="11030160" y="4447309"/>
                  </a:lnTo>
                  <a:lnTo>
                    <a:pt x="10999376" y="4444533"/>
                  </a:lnTo>
                  <a:lnTo>
                    <a:pt x="10952780" y="4439939"/>
                  </a:lnTo>
                  <a:lnTo>
                    <a:pt x="10889854" y="4433133"/>
                  </a:lnTo>
                  <a:lnTo>
                    <a:pt x="10811599" y="4423812"/>
                  </a:lnTo>
                  <a:lnTo>
                    <a:pt x="10720314" y="4411777"/>
                  </a:lnTo>
                  <a:lnTo>
                    <a:pt x="10619193" y="4396940"/>
                  </a:lnTo>
                  <a:lnTo>
                    <a:pt x="10511837" y="4379294"/>
                  </a:lnTo>
                  <a:lnTo>
                    <a:pt x="10401787" y="4358884"/>
                  </a:lnTo>
                  <a:lnTo>
                    <a:pt x="10292168" y="4335765"/>
                  </a:lnTo>
                  <a:lnTo>
                    <a:pt x="10185474" y="4309970"/>
                  </a:lnTo>
                  <a:lnTo>
                    <a:pt x="10083504" y="4281483"/>
                  </a:lnTo>
                  <a:lnTo>
                    <a:pt x="9987389" y="4250215"/>
                  </a:lnTo>
                  <a:lnTo>
                    <a:pt x="9897694" y="4216003"/>
                  </a:lnTo>
                  <a:lnTo>
                    <a:pt x="9814535" y="4178599"/>
                  </a:lnTo>
                  <a:lnTo>
                    <a:pt x="9737697" y="4137678"/>
                  </a:lnTo>
                  <a:lnTo>
                    <a:pt x="9666741" y="4092840"/>
                  </a:lnTo>
                  <a:lnTo>
                    <a:pt x="9601084" y="4043622"/>
                  </a:lnTo>
                  <a:lnTo>
                    <a:pt x="9540064" y="3989521"/>
                  </a:lnTo>
                  <a:lnTo>
                    <a:pt x="9482988" y="3930026"/>
                  </a:lnTo>
                  <a:lnTo>
                    <a:pt x="9429170" y="3864668"/>
                  </a:lnTo>
                  <a:lnTo>
                    <a:pt x="9377961" y="3793106"/>
                  </a:lnTo>
                  <a:lnTo>
                    <a:pt x="9347647" y="3746179"/>
                  </a:lnTo>
                  <a:lnTo>
                    <a:pt x="9309899" y="3682909"/>
                  </a:lnTo>
                  <a:lnTo>
                    <a:pt x="9272982" y="3615747"/>
                  </a:lnTo>
                  <a:lnTo>
                    <a:pt x="9236708" y="3544617"/>
                  </a:lnTo>
                  <a:lnTo>
                    <a:pt x="9200916" y="3469481"/>
                  </a:lnTo>
                  <a:lnTo>
                    <a:pt x="9165475" y="3390351"/>
                  </a:lnTo>
                  <a:lnTo>
                    <a:pt x="9130276" y="3307290"/>
                  </a:lnTo>
                  <a:lnTo>
                    <a:pt x="9095231" y="3220415"/>
                  </a:lnTo>
                  <a:lnTo>
                    <a:pt x="9060271" y="3129899"/>
                  </a:lnTo>
                  <a:lnTo>
                    <a:pt x="9025342" y="3035975"/>
                  </a:lnTo>
                  <a:lnTo>
                    <a:pt x="8990408" y="2938933"/>
                  </a:lnTo>
                  <a:lnTo>
                    <a:pt x="8955444" y="2839119"/>
                  </a:lnTo>
                  <a:lnTo>
                    <a:pt x="8920439" y="2736929"/>
                  </a:lnTo>
                  <a:lnTo>
                    <a:pt x="8885389" y="2632807"/>
                  </a:lnTo>
                  <a:lnTo>
                    <a:pt x="8850300" y="2527236"/>
                  </a:lnTo>
                  <a:lnTo>
                    <a:pt x="8815183" y="2420725"/>
                  </a:lnTo>
                  <a:lnTo>
                    <a:pt x="8780054" y="2313808"/>
                  </a:lnTo>
                  <a:lnTo>
                    <a:pt x="8744928" y="2207022"/>
                  </a:lnTo>
                  <a:lnTo>
                    <a:pt x="8709823" y="2100905"/>
                  </a:lnTo>
                  <a:lnTo>
                    <a:pt x="8674752" y="1995980"/>
                  </a:lnTo>
                  <a:lnTo>
                    <a:pt x="8639724" y="1892744"/>
                  </a:lnTo>
                  <a:lnTo>
                    <a:pt x="8604740" y="1791663"/>
                  </a:lnTo>
                  <a:lnTo>
                    <a:pt x="8569793" y="1693157"/>
                  </a:lnTo>
                  <a:lnTo>
                    <a:pt x="8534866" y="1597599"/>
                  </a:lnTo>
                  <a:lnTo>
                    <a:pt x="8499927" y="1505308"/>
                  </a:lnTo>
                  <a:lnTo>
                    <a:pt x="8464933" y="1416546"/>
                  </a:lnTo>
                  <a:lnTo>
                    <a:pt x="8429822" y="1331516"/>
                  </a:lnTo>
                  <a:lnTo>
                    <a:pt x="8394517" y="1250365"/>
                  </a:lnTo>
                  <a:lnTo>
                    <a:pt x="8358920" y="1173183"/>
                  </a:lnTo>
                  <a:lnTo>
                    <a:pt x="8322910" y="1100006"/>
                  </a:lnTo>
                  <a:lnTo>
                    <a:pt x="8286344" y="1030823"/>
                  </a:lnTo>
                  <a:lnTo>
                    <a:pt x="8249046" y="965575"/>
                  </a:lnTo>
                  <a:lnTo>
                    <a:pt x="8229629" y="933706"/>
                  </a:lnTo>
                  <a:lnTo>
                    <a:pt x="8179730" y="858281"/>
                  </a:lnTo>
                  <a:lnTo>
                    <a:pt x="8127582" y="789152"/>
                  </a:lnTo>
                  <a:lnTo>
                    <a:pt x="8072580" y="726117"/>
                  </a:lnTo>
                  <a:lnTo>
                    <a:pt x="8014057" y="668773"/>
                  </a:lnTo>
                  <a:lnTo>
                    <a:pt x="7951321" y="616627"/>
                  </a:lnTo>
                  <a:lnTo>
                    <a:pt x="7883685" y="569165"/>
                  </a:lnTo>
                  <a:lnTo>
                    <a:pt x="7810511" y="525898"/>
                  </a:lnTo>
                  <a:lnTo>
                    <a:pt x="7731264" y="486384"/>
                  </a:lnTo>
                  <a:lnTo>
                    <a:pt x="7645580" y="450253"/>
                  </a:lnTo>
                  <a:lnTo>
                    <a:pt x="7553360" y="417207"/>
                  </a:lnTo>
                  <a:lnTo>
                    <a:pt x="7454879" y="387033"/>
                  </a:lnTo>
                  <a:lnTo>
                    <a:pt x="7350908" y="359595"/>
                  </a:lnTo>
                  <a:lnTo>
                    <a:pt x="7242828" y="334837"/>
                  </a:lnTo>
                  <a:lnTo>
                    <a:pt x="7132708" y="312763"/>
                  </a:lnTo>
                  <a:lnTo>
                    <a:pt x="7023303" y="293417"/>
                  </a:lnTo>
                  <a:lnTo>
                    <a:pt x="6917932" y="276857"/>
                  </a:lnTo>
                  <a:lnTo>
                    <a:pt x="6820208" y="263112"/>
                  </a:lnTo>
                  <a:lnTo>
                    <a:pt x="6733635" y="252145"/>
                  </a:lnTo>
                  <a:lnTo>
                    <a:pt x="6661115" y="243829"/>
                  </a:lnTo>
                  <a:lnTo>
                    <a:pt x="6604484" y="237922"/>
                  </a:lnTo>
                  <a:lnTo>
                    <a:pt x="6564167" y="234084"/>
                  </a:lnTo>
                  <a:lnTo>
                    <a:pt x="6539043" y="231894"/>
                  </a:lnTo>
                  <a:lnTo>
                    <a:pt x="6526502" y="230890"/>
                  </a:lnTo>
                  <a:lnTo>
                    <a:pt x="6522622" y="230604"/>
                  </a:lnTo>
                  <a:lnTo>
                    <a:pt x="6522385" y="230587"/>
                  </a:lnTo>
                  <a:lnTo>
                    <a:pt x="5527445" y="230587"/>
                  </a:lnTo>
                  <a:lnTo>
                    <a:pt x="5526309" y="230583"/>
                  </a:lnTo>
                  <a:lnTo>
                    <a:pt x="5518812" y="230552"/>
                  </a:lnTo>
                  <a:lnTo>
                    <a:pt x="5499814" y="230465"/>
                  </a:lnTo>
                  <a:lnTo>
                    <a:pt x="5465600" y="230294"/>
                  </a:lnTo>
                  <a:lnTo>
                    <a:pt x="5414098" y="230012"/>
                  </a:lnTo>
                  <a:lnTo>
                    <a:pt x="5345041" y="229595"/>
                  </a:lnTo>
                  <a:lnTo>
                    <a:pt x="5259898" y="229026"/>
                  </a:lnTo>
                  <a:lnTo>
                    <a:pt x="5161559" y="228295"/>
                  </a:lnTo>
                  <a:lnTo>
                    <a:pt x="5053805" y="227398"/>
                  </a:lnTo>
                  <a:lnTo>
                    <a:pt x="4940711" y="226335"/>
                  </a:lnTo>
                  <a:lnTo>
                    <a:pt x="4826117" y="225110"/>
                  </a:lnTo>
                  <a:lnTo>
                    <a:pt x="4713255" y="223726"/>
                  </a:lnTo>
                  <a:lnTo>
                    <a:pt x="4604574" y="222185"/>
                  </a:lnTo>
                  <a:lnTo>
                    <a:pt x="4501713" y="220481"/>
                  </a:lnTo>
                  <a:lnTo>
                    <a:pt x="4405588" y="218609"/>
                  </a:lnTo>
                  <a:lnTo>
                    <a:pt x="4316525" y="216555"/>
                  </a:lnTo>
                  <a:lnTo>
                    <a:pt x="4234414" y="214300"/>
                  </a:lnTo>
                  <a:lnTo>
                    <a:pt x="4158835" y="211822"/>
                  </a:lnTo>
                  <a:lnTo>
                    <a:pt x="4089174" y="209092"/>
                  </a:lnTo>
                  <a:lnTo>
                    <a:pt x="4024706" y="206082"/>
                  </a:lnTo>
                  <a:lnTo>
                    <a:pt x="3964656" y="202759"/>
                  </a:lnTo>
                  <a:lnTo>
                    <a:pt x="3908248" y="199094"/>
                  </a:lnTo>
                  <a:lnTo>
                    <a:pt x="3854745" y="195064"/>
                  </a:lnTo>
                  <a:lnTo>
                    <a:pt x="3820202" y="192156"/>
                  </a:lnTo>
                  <a:lnTo>
                    <a:pt x="3758830" y="186382"/>
                  </a:lnTo>
                  <a:lnTo>
                    <a:pt x="3699368" y="180030"/>
                  </a:lnTo>
                  <a:lnTo>
                    <a:pt x="3641106" y="173092"/>
                  </a:lnTo>
                  <a:lnTo>
                    <a:pt x="3583523" y="165578"/>
                  </a:lnTo>
                  <a:lnTo>
                    <a:pt x="3526252" y="157519"/>
                  </a:lnTo>
                  <a:lnTo>
                    <a:pt x="3469050" y="148969"/>
                  </a:lnTo>
                  <a:lnTo>
                    <a:pt x="3411783" y="140004"/>
                  </a:lnTo>
                  <a:lnTo>
                    <a:pt x="3354400" y="130721"/>
                  </a:lnTo>
                  <a:lnTo>
                    <a:pt x="3296917" y="121234"/>
                  </a:lnTo>
                  <a:lnTo>
                    <a:pt x="3239389" y="111666"/>
                  </a:lnTo>
                  <a:lnTo>
                    <a:pt x="3181889" y="102148"/>
                  </a:lnTo>
                  <a:lnTo>
                    <a:pt x="3124479" y="92804"/>
                  </a:lnTo>
                  <a:lnTo>
                    <a:pt x="3067185" y="83753"/>
                  </a:lnTo>
                  <a:lnTo>
                    <a:pt x="3009976" y="75095"/>
                  </a:lnTo>
                  <a:lnTo>
                    <a:pt x="2952739" y="66911"/>
                  </a:lnTo>
                  <a:lnTo>
                    <a:pt x="2895261" y="59261"/>
                  </a:lnTo>
                  <a:lnTo>
                    <a:pt x="2837205" y="52182"/>
                  </a:lnTo>
                  <a:lnTo>
                    <a:pt x="2778090" y="45688"/>
                  </a:lnTo>
                  <a:lnTo>
                    <a:pt x="2717257" y="39776"/>
                  </a:lnTo>
                  <a:lnTo>
                    <a:pt x="2702183" y="38431"/>
                  </a:lnTo>
                  <a:lnTo>
                    <a:pt x="2650254" y="34151"/>
                  </a:lnTo>
                  <a:lnTo>
                    <a:pt x="2595870" y="30243"/>
                  </a:lnTo>
                  <a:lnTo>
                    <a:pt x="2538343" y="26694"/>
                  </a:lnTo>
                  <a:lnTo>
                    <a:pt x="2476921" y="23478"/>
                  </a:lnTo>
                  <a:lnTo>
                    <a:pt x="2410823" y="20564"/>
                  </a:lnTo>
                  <a:lnTo>
                    <a:pt x="2339285" y="17921"/>
                  </a:lnTo>
                  <a:lnTo>
                    <a:pt x="2261609" y="15519"/>
                  </a:lnTo>
                  <a:lnTo>
                    <a:pt x="2177236" y="13333"/>
                  </a:lnTo>
                  <a:lnTo>
                    <a:pt x="2085835" y="11340"/>
                  </a:lnTo>
                  <a:lnTo>
                    <a:pt x="1987424" y="9525"/>
                  </a:lnTo>
                  <a:lnTo>
                    <a:pt x="1882508" y="7876"/>
                  </a:lnTo>
                  <a:lnTo>
                    <a:pt x="1772226" y="6386"/>
                  </a:lnTo>
                  <a:lnTo>
                    <a:pt x="1658482" y="5055"/>
                  </a:lnTo>
                  <a:lnTo>
                    <a:pt x="1543990" y="3883"/>
                  </a:lnTo>
                  <a:lnTo>
                    <a:pt x="1432214" y="2875"/>
                  </a:lnTo>
                  <a:lnTo>
                    <a:pt x="1327120" y="2032"/>
                  </a:lnTo>
                  <a:lnTo>
                    <a:pt x="1232751" y="1355"/>
                  </a:lnTo>
                  <a:lnTo>
                    <a:pt x="1152660" y="838"/>
                  </a:lnTo>
                  <a:lnTo>
                    <a:pt x="1089317" y="468"/>
                  </a:lnTo>
                  <a:lnTo>
                    <a:pt x="1043643" y="225"/>
                  </a:lnTo>
                  <a:lnTo>
                    <a:pt x="1014766" y="85"/>
                  </a:lnTo>
                  <a:lnTo>
                    <a:pt x="1000050" y="20"/>
                  </a:lnTo>
                  <a:lnTo>
                    <a:pt x="995287" y="1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5" name="pg374"/>
            <p:cNvSpPr/>
            <p:nvPr/>
          </p:nvSpPr>
          <p:spPr>
            <a:xfrm>
              <a:off x="1199187" y="1661116"/>
              <a:ext cx="12049831" cy="4727051"/>
            </a:xfrm>
            <a:custGeom>
              <a:avLst/>
              <a:pathLst>
                <a:path w="12049831" h="4727051">
                  <a:moveTo>
                    <a:pt x="0" y="5240"/>
                  </a:moveTo>
                  <a:lnTo>
                    <a:pt x="994940" y="5240"/>
                  </a:lnTo>
                  <a:lnTo>
                    <a:pt x="996076" y="5245"/>
                  </a:lnTo>
                  <a:lnTo>
                    <a:pt x="1003573" y="5276"/>
                  </a:lnTo>
                  <a:lnTo>
                    <a:pt x="1022571" y="5363"/>
                  </a:lnTo>
                  <a:lnTo>
                    <a:pt x="1056785" y="5533"/>
                  </a:lnTo>
                  <a:lnTo>
                    <a:pt x="1108287" y="5815"/>
                  </a:lnTo>
                  <a:lnTo>
                    <a:pt x="1177344" y="6232"/>
                  </a:lnTo>
                  <a:lnTo>
                    <a:pt x="1262487" y="6801"/>
                  </a:lnTo>
                  <a:lnTo>
                    <a:pt x="1360826" y="7533"/>
                  </a:lnTo>
                  <a:lnTo>
                    <a:pt x="1468580" y="8430"/>
                  </a:lnTo>
                  <a:lnTo>
                    <a:pt x="1581674" y="9493"/>
                  </a:lnTo>
                  <a:lnTo>
                    <a:pt x="1696268" y="10717"/>
                  </a:lnTo>
                  <a:lnTo>
                    <a:pt x="1809130" y="12101"/>
                  </a:lnTo>
                  <a:lnTo>
                    <a:pt x="1917811" y="13643"/>
                  </a:lnTo>
                  <a:lnTo>
                    <a:pt x="2020672" y="15346"/>
                  </a:lnTo>
                  <a:lnTo>
                    <a:pt x="2116797" y="17218"/>
                  </a:lnTo>
                  <a:lnTo>
                    <a:pt x="2205860" y="19273"/>
                  </a:lnTo>
                  <a:lnTo>
                    <a:pt x="2287971" y="21528"/>
                  </a:lnTo>
                  <a:lnTo>
                    <a:pt x="2363550" y="24006"/>
                  </a:lnTo>
                  <a:lnTo>
                    <a:pt x="2433211" y="26735"/>
                  </a:lnTo>
                  <a:lnTo>
                    <a:pt x="2497679" y="29745"/>
                  </a:lnTo>
                  <a:lnTo>
                    <a:pt x="2557729" y="33068"/>
                  </a:lnTo>
                  <a:lnTo>
                    <a:pt x="2614137" y="36734"/>
                  </a:lnTo>
                  <a:lnTo>
                    <a:pt x="2667640" y="40764"/>
                  </a:lnTo>
                  <a:lnTo>
                    <a:pt x="2702183" y="43671"/>
                  </a:lnTo>
                  <a:lnTo>
                    <a:pt x="2763555" y="49446"/>
                  </a:lnTo>
                  <a:lnTo>
                    <a:pt x="2823017" y="55797"/>
                  </a:lnTo>
                  <a:lnTo>
                    <a:pt x="2881279" y="62735"/>
                  </a:lnTo>
                  <a:lnTo>
                    <a:pt x="2938862" y="70249"/>
                  </a:lnTo>
                  <a:lnTo>
                    <a:pt x="2996133" y="78308"/>
                  </a:lnTo>
                  <a:lnTo>
                    <a:pt x="3053335" y="86859"/>
                  </a:lnTo>
                  <a:lnTo>
                    <a:pt x="3110602" y="95824"/>
                  </a:lnTo>
                  <a:lnTo>
                    <a:pt x="3167985" y="105106"/>
                  </a:lnTo>
                  <a:lnTo>
                    <a:pt x="3225468" y="114594"/>
                  </a:lnTo>
                  <a:lnTo>
                    <a:pt x="3282996" y="124161"/>
                  </a:lnTo>
                  <a:lnTo>
                    <a:pt x="3340496" y="133680"/>
                  </a:lnTo>
                  <a:lnTo>
                    <a:pt x="3397906" y="143023"/>
                  </a:lnTo>
                  <a:lnTo>
                    <a:pt x="3455200" y="152075"/>
                  </a:lnTo>
                  <a:lnTo>
                    <a:pt x="3512409" y="160733"/>
                  </a:lnTo>
                  <a:lnTo>
                    <a:pt x="3569646" y="168917"/>
                  </a:lnTo>
                  <a:lnTo>
                    <a:pt x="3627124" y="176567"/>
                  </a:lnTo>
                  <a:lnTo>
                    <a:pt x="3685180" y="183646"/>
                  </a:lnTo>
                  <a:lnTo>
                    <a:pt x="3744295" y="190139"/>
                  </a:lnTo>
                  <a:lnTo>
                    <a:pt x="3805128" y="196051"/>
                  </a:lnTo>
                  <a:lnTo>
                    <a:pt x="3820202" y="197397"/>
                  </a:lnTo>
                  <a:lnTo>
                    <a:pt x="3872131" y="201676"/>
                  </a:lnTo>
                  <a:lnTo>
                    <a:pt x="3926515" y="205584"/>
                  </a:lnTo>
                  <a:lnTo>
                    <a:pt x="3984042" y="209133"/>
                  </a:lnTo>
                  <a:lnTo>
                    <a:pt x="4045464" y="212350"/>
                  </a:lnTo>
                  <a:lnTo>
                    <a:pt x="4111562" y="215264"/>
                  </a:lnTo>
                  <a:lnTo>
                    <a:pt x="4183100" y="217907"/>
                  </a:lnTo>
                  <a:lnTo>
                    <a:pt x="4260776" y="220308"/>
                  </a:lnTo>
                  <a:lnTo>
                    <a:pt x="4345149" y="222495"/>
                  </a:lnTo>
                  <a:lnTo>
                    <a:pt x="4436550" y="224487"/>
                  </a:lnTo>
                  <a:lnTo>
                    <a:pt x="4534961" y="226303"/>
                  </a:lnTo>
                  <a:lnTo>
                    <a:pt x="4639877" y="227952"/>
                  </a:lnTo>
                  <a:lnTo>
                    <a:pt x="4750158" y="229441"/>
                  </a:lnTo>
                  <a:lnTo>
                    <a:pt x="4863903" y="230773"/>
                  </a:lnTo>
                  <a:lnTo>
                    <a:pt x="4978395" y="231944"/>
                  </a:lnTo>
                  <a:lnTo>
                    <a:pt x="5090171" y="232953"/>
                  </a:lnTo>
                  <a:lnTo>
                    <a:pt x="5195265" y="233795"/>
                  </a:lnTo>
                  <a:lnTo>
                    <a:pt x="5289634" y="234472"/>
                  </a:lnTo>
                  <a:lnTo>
                    <a:pt x="5369725" y="234990"/>
                  </a:lnTo>
                  <a:lnTo>
                    <a:pt x="5433068" y="235360"/>
                  </a:lnTo>
                  <a:lnTo>
                    <a:pt x="5478742" y="235602"/>
                  </a:lnTo>
                  <a:lnTo>
                    <a:pt x="5507619" y="235742"/>
                  </a:lnTo>
                  <a:lnTo>
                    <a:pt x="5522335" y="235807"/>
                  </a:lnTo>
                  <a:lnTo>
                    <a:pt x="5527098" y="235827"/>
                  </a:lnTo>
                  <a:lnTo>
                    <a:pt x="5527445" y="235828"/>
                  </a:lnTo>
                  <a:lnTo>
                    <a:pt x="6522385" y="235828"/>
                  </a:lnTo>
                  <a:lnTo>
                    <a:pt x="6523384" y="235903"/>
                  </a:lnTo>
                  <a:lnTo>
                    <a:pt x="6529988" y="236438"/>
                  </a:lnTo>
                  <a:lnTo>
                    <a:pt x="6546782" y="237915"/>
                  </a:lnTo>
                  <a:lnTo>
                    <a:pt x="6577169" y="240827"/>
                  </a:lnTo>
                  <a:lnTo>
                    <a:pt x="6623192" y="245648"/>
                  </a:lnTo>
                  <a:lnTo>
                    <a:pt x="6685397" y="252793"/>
                  </a:lnTo>
                  <a:lnTo>
                    <a:pt x="6762834" y="262583"/>
                  </a:lnTo>
                  <a:lnTo>
                    <a:pt x="6853270" y="275228"/>
                  </a:lnTo>
                  <a:lnTo>
                    <a:pt x="6953581" y="290827"/>
                  </a:lnTo>
                  <a:lnTo>
                    <a:pt x="7060223" y="309389"/>
                  </a:lnTo>
                  <a:lnTo>
                    <a:pt x="7169692" y="330869"/>
                  </a:lnTo>
                  <a:lnTo>
                    <a:pt x="7278883" y="355207"/>
                  </a:lnTo>
                  <a:lnTo>
                    <a:pt x="7385298" y="382367"/>
                  </a:lnTo>
                  <a:lnTo>
                    <a:pt x="7487126" y="412364"/>
                  </a:lnTo>
                  <a:lnTo>
                    <a:pt x="7583209" y="445284"/>
                  </a:lnTo>
                  <a:lnTo>
                    <a:pt x="7672958" y="481293"/>
                  </a:lnTo>
                  <a:lnTo>
                    <a:pt x="7756228" y="520644"/>
                  </a:lnTo>
                  <a:lnTo>
                    <a:pt x="7833211" y="563673"/>
                  </a:lnTo>
                  <a:lnTo>
                    <a:pt x="7904323" y="610794"/>
                  </a:lnTo>
                  <a:lnTo>
                    <a:pt x="7970130" y="662487"/>
                  </a:lnTo>
                  <a:lnTo>
                    <a:pt x="8031280" y="719276"/>
                  </a:lnTo>
                  <a:lnTo>
                    <a:pt x="8088454" y="781700"/>
                  </a:lnTo>
                  <a:lnTo>
                    <a:pt x="8142332" y="850260"/>
                  </a:lnTo>
                  <a:lnTo>
                    <a:pt x="8193557" y="925331"/>
                  </a:lnTo>
                  <a:lnTo>
                    <a:pt x="8229629" y="984365"/>
                  </a:lnTo>
                  <a:lnTo>
                    <a:pt x="8266375" y="1049859"/>
                  </a:lnTo>
                  <a:lnTo>
                    <a:pt x="8302327" y="1119271"/>
                  </a:lnTo>
                  <a:lnTo>
                    <a:pt x="8337663" y="1192683"/>
                  </a:lnTo>
                  <a:lnTo>
                    <a:pt x="8372531" y="1270131"/>
                  </a:lnTo>
                  <a:lnTo>
                    <a:pt x="8407054" y="1351610"/>
                  </a:lnTo>
                  <a:lnTo>
                    <a:pt x="8441335" y="1437063"/>
                  </a:lnTo>
                  <a:lnTo>
                    <a:pt x="8475459" y="1526386"/>
                  </a:lnTo>
                  <a:lnTo>
                    <a:pt x="8509491" y="1619416"/>
                  </a:lnTo>
                  <a:lnTo>
                    <a:pt x="8543484" y="1715937"/>
                  </a:lnTo>
                  <a:lnTo>
                    <a:pt x="8577475" y="1815677"/>
                  </a:lnTo>
                  <a:lnTo>
                    <a:pt x="8611489" y="1918312"/>
                  </a:lnTo>
                  <a:lnTo>
                    <a:pt x="8645540" y="2023466"/>
                  </a:lnTo>
                  <a:lnTo>
                    <a:pt x="8679633" y="2130716"/>
                  </a:lnTo>
                  <a:lnTo>
                    <a:pt x="8713766" y="2239601"/>
                  </a:lnTo>
                  <a:lnTo>
                    <a:pt x="8747930" y="2349630"/>
                  </a:lnTo>
                  <a:lnTo>
                    <a:pt x="8782112" y="2460288"/>
                  </a:lnTo>
                  <a:lnTo>
                    <a:pt x="8816297" y="2571046"/>
                  </a:lnTo>
                  <a:lnTo>
                    <a:pt x="8850470" y="2681377"/>
                  </a:lnTo>
                  <a:lnTo>
                    <a:pt x="8884616" y="2790758"/>
                  </a:lnTo>
                  <a:lnTo>
                    <a:pt x="8918725" y="2898689"/>
                  </a:lnTo>
                  <a:lnTo>
                    <a:pt x="8952792" y="3004695"/>
                  </a:lnTo>
                  <a:lnTo>
                    <a:pt x="8986819" y="3108338"/>
                  </a:lnTo>
                  <a:lnTo>
                    <a:pt x="9020816" y="3209225"/>
                  </a:lnTo>
                  <a:lnTo>
                    <a:pt x="9054804" y="3307011"/>
                  </a:lnTo>
                  <a:lnTo>
                    <a:pt x="9088816" y="3401402"/>
                  </a:lnTo>
                  <a:lnTo>
                    <a:pt x="9122898" y="3492162"/>
                  </a:lnTo>
                  <a:lnTo>
                    <a:pt x="9157111" y="3579108"/>
                  </a:lnTo>
                  <a:lnTo>
                    <a:pt x="9191530" y="3662114"/>
                  </a:lnTo>
                  <a:lnTo>
                    <a:pt x="9226253" y="3741104"/>
                  </a:lnTo>
                  <a:lnTo>
                    <a:pt x="9261394" y="3816055"/>
                  </a:lnTo>
                  <a:lnTo>
                    <a:pt x="9297092" y="3886987"/>
                  </a:lnTo>
                  <a:lnTo>
                    <a:pt x="9333512" y="3953965"/>
                  </a:lnTo>
                  <a:lnTo>
                    <a:pt x="9347647" y="3978514"/>
                  </a:lnTo>
                  <a:lnTo>
                    <a:pt x="9397304" y="4058444"/>
                  </a:lnTo>
                  <a:lnTo>
                    <a:pt x="9449184" y="4131733"/>
                  </a:lnTo>
                  <a:lnTo>
                    <a:pt x="9503885" y="4198595"/>
                  </a:lnTo>
                  <a:lnTo>
                    <a:pt x="9562063" y="4259448"/>
                  </a:lnTo>
                  <a:lnTo>
                    <a:pt x="9624402" y="4314809"/>
                  </a:lnTo>
                  <a:lnTo>
                    <a:pt x="9691579" y="4365219"/>
                  </a:lnTo>
                  <a:lnTo>
                    <a:pt x="9764223" y="4411192"/>
                  </a:lnTo>
                  <a:lnTo>
                    <a:pt x="9842867" y="4453192"/>
                  </a:lnTo>
                  <a:lnTo>
                    <a:pt x="9927877" y="4491612"/>
                  </a:lnTo>
                  <a:lnTo>
                    <a:pt x="10019364" y="4526767"/>
                  </a:lnTo>
                  <a:lnTo>
                    <a:pt x="10117076" y="4558886"/>
                  </a:lnTo>
                  <a:lnTo>
                    <a:pt x="10220281" y="4588113"/>
                  </a:lnTo>
                  <a:lnTo>
                    <a:pt x="10327652" y="4614513"/>
                  </a:lnTo>
                  <a:lnTo>
                    <a:pt x="10437191" y="4638086"/>
                  </a:lnTo>
                  <a:lnTo>
                    <a:pt x="10546225" y="4658785"/>
                  </a:lnTo>
                  <a:lnTo>
                    <a:pt x="10651514" y="4676551"/>
                  </a:lnTo>
                  <a:lnTo>
                    <a:pt x="10749503" y="4691349"/>
                  </a:lnTo>
                  <a:lnTo>
                    <a:pt x="10836714" y="4703211"/>
                  </a:lnTo>
                  <a:lnTo>
                    <a:pt x="10910216" y="4712262"/>
                  </a:lnTo>
                  <a:lnTo>
                    <a:pt x="10968091" y="4718744"/>
                  </a:lnTo>
                  <a:lnTo>
                    <a:pt x="11009781" y="4723006"/>
                  </a:lnTo>
                  <a:lnTo>
                    <a:pt x="11036242" y="4725484"/>
                  </a:lnTo>
                  <a:lnTo>
                    <a:pt x="11049901" y="4726658"/>
                  </a:lnTo>
                  <a:lnTo>
                    <a:pt x="11054497" y="4727022"/>
                  </a:lnTo>
                  <a:lnTo>
                    <a:pt x="11054891" y="4727051"/>
                  </a:lnTo>
                  <a:lnTo>
                    <a:pt x="12049831" y="4727051"/>
                  </a:lnTo>
                  <a:lnTo>
                    <a:pt x="12049831" y="4721811"/>
                  </a:lnTo>
                  <a:lnTo>
                    <a:pt x="11054891" y="4721811"/>
                  </a:lnTo>
                  <a:lnTo>
                    <a:pt x="11053893" y="4721736"/>
                  </a:lnTo>
                  <a:lnTo>
                    <a:pt x="11047288" y="4721201"/>
                  </a:lnTo>
                  <a:lnTo>
                    <a:pt x="11030494" y="4719724"/>
                  </a:lnTo>
                  <a:lnTo>
                    <a:pt x="11000108" y="4716812"/>
                  </a:lnTo>
                  <a:lnTo>
                    <a:pt x="10954084" y="4711990"/>
                  </a:lnTo>
                  <a:lnTo>
                    <a:pt x="10891880" y="4704846"/>
                  </a:lnTo>
                  <a:lnTo>
                    <a:pt x="10814443" y="4695056"/>
                  </a:lnTo>
                  <a:lnTo>
                    <a:pt x="10724006" y="4682411"/>
                  </a:lnTo>
                  <a:lnTo>
                    <a:pt x="10623695" y="4666812"/>
                  </a:lnTo>
                  <a:lnTo>
                    <a:pt x="10517054" y="4648250"/>
                  </a:lnTo>
                  <a:lnTo>
                    <a:pt x="10407584" y="4626770"/>
                  </a:lnTo>
                  <a:lnTo>
                    <a:pt x="10298394" y="4602432"/>
                  </a:lnTo>
                  <a:lnTo>
                    <a:pt x="10191978" y="4575272"/>
                  </a:lnTo>
                  <a:lnTo>
                    <a:pt x="10090151" y="4545275"/>
                  </a:lnTo>
                  <a:lnTo>
                    <a:pt x="9994067" y="4512355"/>
                  </a:lnTo>
                  <a:lnTo>
                    <a:pt x="9904319" y="4476346"/>
                  </a:lnTo>
                  <a:lnTo>
                    <a:pt x="9821048" y="4436995"/>
                  </a:lnTo>
                  <a:lnTo>
                    <a:pt x="9744066" y="4393965"/>
                  </a:lnTo>
                  <a:lnTo>
                    <a:pt x="9672954" y="4346844"/>
                  </a:lnTo>
                  <a:lnTo>
                    <a:pt x="9607146" y="4295152"/>
                  </a:lnTo>
                  <a:lnTo>
                    <a:pt x="9545997" y="4238363"/>
                  </a:lnTo>
                  <a:lnTo>
                    <a:pt x="9488822" y="4175939"/>
                  </a:lnTo>
                  <a:lnTo>
                    <a:pt x="9434945" y="4107379"/>
                  </a:lnTo>
                  <a:lnTo>
                    <a:pt x="9383719" y="4032308"/>
                  </a:lnTo>
                  <a:lnTo>
                    <a:pt x="9347647" y="3973274"/>
                  </a:lnTo>
                  <a:lnTo>
                    <a:pt x="9310902" y="3907780"/>
                  </a:lnTo>
                  <a:lnTo>
                    <a:pt x="9274949" y="3838367"/>
                  </a:lnTo>
                  <a:lnTo>
                    <a:pt x="9239613" y="3764956"/>
                  </a:lnTo>
                  <a:lnTo>
                    <a:pt x="9204746" y="3687508"/>
                  </a:lnTo>
                  <a:lnTo>
                    <a:pt x="9170223" y="3606029"/>
                  </a:lnTo>
                  <a:lnTo>
                    <a:pt x="9135941" y="3520575"/>
                  </a:lnTo>
                  <a:lnTo>
                    <a:pt x="9101818" y="3431253"/>
                  </a:lnTo>
                  <a:lnTo>
                    <a:pt x="9067785" y="3338223"/>
                  </a:lnTo>
                  <a:lnTo>
                    <a:pt x="9033792" y="3241702"/>
                  </a:lnTo>
                  <a:lnTo>
                    <a:pt x="8999801" y="3141961"/>
                  </a:lnTo>
                  <a:lnTo>
                    <a:pt x="8965788" y="3039326"/>
                  </a:lnTo>
                  <a:lnTo>
                    <a:pt x="8931736" y="2934173"/>
                  </a:lnTo>
                  <a:lnTo>
                    <a:pt x="8897643" y="2826923"/>
                  </a:lnTo>
                  <a:lnTo>
                    <a:pt x="8863510" y="2718037"/>
                  </a:lnTo>
                  <a:lnTo>
                    <a:pt x="8829346" y="2608009"/>
                  </a:lnTo>
                  <a:lnTo>
                    <a:pt x="8795164" y="2497351"/>
                  </a:lnTo>
                  <a:lnTo>
                    <a:pt x="8760979" y="2386593"/>
                  </a:lnTo>
                  <a:lnTo>
                    <a:pt x="8726807" y="2276262"/>
                  </a:lnTo>
                  <a:lnTo>
                    <a:pt x="8692661" y="2166881"/>
                  </a:lnTo>
                  <a:lnTo>
                    <a:pt x="8658552" y="2058950"/>
                  </a:lnTo>
                  <a:lnTo>
                    <a:pt x="8624485" y="1952944"/>
                  </a:lnTo>
                  <a:lnTo>
                    <a:pt x="8590458" y="1849300"/>
                  </a:lnTo>
                  <a:lnTo>
                    <a:pt x="8556461" y="1748413"/>
                  </a:lnTo>
                  <a:lnTo>
                    <a:pt x="8522472" y="1650628"/>
                  </a:lnTo>
                  <a:lnTo>
                    <a:pt x="8488460" y="1556237"/>
                  </a:lnTo>
                  <a:lnTo>
                    <a:pt x="8454378" y="1465477"/>
                  </a:lnTo>
                  <a:lnTo>
                    <a:pt x="8420166" y="1378531"/>
                  </a:lnTo>
                  <a:lnTo>
                    <a:pt x="8385746" y="1295525"/>
                  </a:lnTo>
                  <a:lnTo>
                    <a:pt x="8351024" y="1216535"/>
                  </a:lnTo>
                  <a:lnTo>
                    <a:pt x="8315883" y="1141584"/>
                  </a:lnTo>
                  <a:lnTo>
                    <a:pt x="8280185" y="1070652"/>
                  </a:lnTo>
                  <a:lnTo>
                    <a:pt x="8243765" y="1003674"/>
                  </a:lnTo>
                  <a:lnTo>
                    <a:pt x="8229629" y="979125"/>
                  </a:lnTo>
                  <a:lnTo>
                    <a:pt x="8179973" y="899195"/>
                  </a:lnTo>
                  <a:lnTo>
                    <a:pt x="8128093" y="825906"/>
                  </a:lnTo>
                  <a:lnTo>
                    <a:pt x="8073392" y="759044"/>
                  </a:lnTo>
                  <a:lnTo>
                    <a:pt x="8015213" y="698191"/>
                  </a:lnTo>
                  <a:lnTo>
                    <a:pt x="7952874" y="642830"/>
                  </a:lnTo>
                  <a:lnTo>
                    <a:pt x="7885698" y="592420"/>
                  </a:lnTo>
                  <a:lnTo>
                    <a:pt x="7813054" y="546447"/>
                  </a:lnTo>
                  <a:lnTo>
                    <a:pt x="7734409" y="504447"/>
                  </a:lnTo>
                  <a:lnTo>
                    <a:pt x="7649399" y="466027"/>
                  </a:lnTo>
                  <a:lnTo>
                    <a:pt x="7557912" y="430872"/>
                  </a:lnTo>
                  <a:lnTo>
                    <a:pt x="7460200" y="398753"/>
                  </a:lnTo>
                  <a:lnTo>
                    <a:pt x="7356996" y="369526"/>
                  </a:lnTo>
                  <a:lnTo>
                    <a:pt x="7249625" y="343126"/>
                  </a:lnTo>
                  <a:lnTo>
                    <a:pt x="7140085" y="319553"/>
                  </a:lnTo>
                  <a:lnTo>
                    <a:pt x="7031051" y="298854"/>
                  </a:lnTo>
                  <a:lnTo>
                    <a:pt x="6925762" y="281088"/>
                  </a:lnTo>
                  <a:lnTo>
                    <a:pt x="6827773" y="266290"/>
                  </a:lnTo>
                  <a:lnTo>
                    <a:pt x="6740563" y="254428"/>
                  </a:lnTo>
                  <a:lnTo>
                    <a:pt x="6667061" y="245377"/>
                  </a:lnTo>
                  <a:lnTo>
                    <a:pt x="6609185" y="238895"/>
                  </a:lnTo>
                  <a:lnTo>
                    <a:pt x="6567495" y="234633"/>
                  </a:lnTo>
                  <a:lnTo>
                    <a:pt x="6541035" y="232155"/>
                  </a:lnTo>
                  <a:lnTo>
                    <a:pt x="6527375" y="230981"/>
                  </a:lnTo>
                  <a:lnTo>
                    <a:pt x="6522780" y="230617"/>
                  </a:lnTo>
                  <a:lnTo>
                    <a:pt x="6522385" y="230587"/>
                  </a:lnTo>
                  <a:lnTo>
                    <a:pt x="5527445" y="230587"/>
                  </a:lnTo>
                  <a:lnTo>
                    <a:pt x="5526309" y="230583"/>
                  </a:lnTo>
                  <a:lnTo>
                    <a:pt x="5518812" y="230552"/>
                  </a:lnTo>
                  <a:lnTo>
                    <a:pt x="5499814" y="230465"/>
                  </a:lnTo>
                  <a:lnTo>
                    <a:pt x="5465600" y="230294"/>
                  </a:lnTo>
                  <a:lnTo>
                    <a:pt x="5414098" y="230012"/>
                  </a:lnTo>
                  <a:lnTo>
                    <a:pt x="5345041" y="229595"/>
                  </a:lnTo>
                  <a:lnTo>
                    <a:pt x="5259898" y="229026"/>
                  </a:lnTo>
                  <a:lnTo>
                    <a:pt x="5161559" y="228295"/>
                  </a:lnTo>
                  <a:lnTo>
                    <a:pt x="5053805" y="227398"/>
                  </a:lnTo>
                  <a:lnTo>
                    <a:pt x="4940711" y="226335"/>
                  </a:lnTo>
                  <a:lnTo>
                    <a:pt x="4826117" y="225110"/>
                  </a:lnTo>
                  <a:lnTo>
                    <a:pt x="4713255" y="223726"/>
                  </a:lnTo>
                  <a:lnTo>
                    <a:pt x="4604574" y="222185"/>
                  </a:lnTo>
                  <a:lnTo>
                    <a:pt x="4501713" y="220481"/>
                  </a:lnTo>
                  <a:lnTo>
                    <a:pt x="4405588" y="218609"/>
                  </a:lnTo>
                  <a:lnTo>
                    <a:pt x="4316525" y="216555"/>
                  </a:lnTo>
                  <a:lnTo>
                    <a:pt x="4234414" y="214300"/>
                  </a:lnTo>
                  <a:lnTo>
                    <a:pt x="4158835" y="211822"/>
                  </a:lnTo>
                  <a:lnTo>
                    <a:pt x="4089174" y="209092"/>
                  </a:lnTo>
                  <a:lnTo>
                    <a:pt x="4024706" y="206082"/>
                  </a:lnTo>
                  <a:lnTo>
                    <a:pt x="3964656" y="202759"/>
                  </a:lnTo>
                  <a:lnTo>
                    <a:pt x="3908248" y="199094"/>
                  </a:lnTo>
                  <a:lnTo>
                    <a:pt x="3854745" y="195064"/>
                  </a:lnTo>
                  <a:lnTo>
                    <a:pt x="3820202" y="192156"/>
                  </a:lnTo>
                  <a:lnTo>
                    <a:pt x="3758830" y="186382"/>
                  </a:lnTo>
                  <a:lnTo>
                    <a:pt x="3699368" y="180030"/>
                  </a:lnTo>
                  <a:lnTo>
                    <a:pt x="3641106" y="173092"/>
                  </a:lnTo>
                  <a:lnTo>
                    <a:pt x="3583523" y="165578"/>
                  </a:lnTo>
                  <a:lnTo>
                    <a:pt x="3526252" y="157519"/>
                  </a:lnTo>
                  <a:lnTo>
                    <a:pt x="3469050" y="148969"/>
                  </a:lnTo>
                  <a:lnTo>
                    <a:pt x="3411783" y="140004"/>
                  </a:lnTo>
                  <a:lnTo>
                    <a:pt x="3354400" y="130721"/>
                  </a:lnTo>
                  <a:lnTo>
                    <a:pt x="3296917" y="121234"/>
                  </a:lnTo>
                  <a:lnTo>
                    <a:pt x="3239389" y="111666"/>
                  </a:lnTo>
                  <a:lnTo>
                    <a:pt x="3181889" y="102148"/>
                  </a:lnTo>
                  <a:lnTo>
                    <a:pt x="3124479" y="92804"/>
                  </a:lnTo>
                  <a:lnTo>
                    <a:pt x="3067185" y="83753"/>
                  </a:lnTo>
                  <a:lnTo>
                    <a:pt x="3009976" y="75095"/>
                  </a:lnTo>
                  <a:lnTo>
                    <a:pt x="2952739" y="66911"/>
                  </a:lnTo>
                  <a:lnTo>
                    <a:pt x="2895261" y="59261"/>
                  </a:lnTo>
                  <a:lnTo>
                    <a:pt x="2837205" y="52182"/>
                  </a:lnTo>
                  <a:lnTo>
                    <a:pt x="2778090" y="45688"/>
                  </a:lnTo>
                  <a:lnTo>
                    <a:pt x="2717257" y="39776"/>
                  </a:lnTo>
                  <a:lnTo>
                    <a:pt x="2702183" y="38431"/>
                  </a:lnTo>
                  <a:lnTo>
                    <a:pt x="2650254" y="34151"/>
                  </a:lnTo>
                  <a:lnTo>
                    <a:pt x="2595870" y="30243"/>
                  </a:lnTo>
                  <a:lnTo>
                    <a:pt x="2538343" y="26694"/>
                  </a:lnTo>
                  <a:lnTo>
                    <a:pt x="2476921" y="23478"/>
                  </a:lnTo>
                  <a:lnTo>
                    <a:pt x="2410823" y="20564"/>
                  </a:lnTo>
                  <a:lnTo>
                    <a:pt x="2339285" y="17921"/>
                  </a:lnTo>
                  <a:lnTo>
                    <a:pt x="2261609" y="15519"/>
                  </a:lnTo>
                  <a:lnTo>
                    <a:pt x="2177236" y="13333"/>
                  </a:lnTo>
                  <a:lnTo>
                    <a:pt x="2085835" y="11340"/>
                  </a:lnTo>
                  <a:lnTo>
                    <a:pt x="1987424" y="9525"/>
                  </a:lnTo>
                  <a:lnTo>
                    <a:pt x="1882508" y="7876"/>
                  </a:lnTo>
                  <a:lnTo>
                    <a:pt x="1772226" y="6386"/>
                  </a:lnTo>
                  <a:lnTo>
                    <a:pt x="1658482" y="5055"/>
                  </a:lnTo>
                  <a:lnTo>
                    <a:pt x="1543990" y="3883"/>
                  </a:lnTo>
                  <a:lnTo>
                    <a:pt x="1432214" y="2875"/>
                  </a:lnTo>
                  <a:lnTo>
                    <a:pt x="1327120" y="2032"/>
                  </a:lnTo>
                  <a:lnTo>
                    <a:pt x="1232751" y="1355"/>
                  </a:lnTo>
                  <a:lnTo>
                    <a:pt x="1152660" y="838"/>
                  </a:lnTo>
                  <a:lnTo>
                    <a:pt x="1089317" y="468"/>
                  </a:lnTo>
                  <a:lnTo>
                    <a:pt x="1043643" y="225"/>
                  </a:lnTo>
                  <a:lnTo>
                    <a:pt x="1014766" y="85"/>
                  </a:lnTo>
                  <a:lnTo>
                    <a:pt x="1000050" y="20"/>
                  </a:lnTo>
                  <a:lnTo>
                    <a:pt x="995287" y="1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76" name="pl375"/>
            <p:cNvSpPr/>
            <p:nvPr/>
          </p:nvSpPr>
          <p:spPr>
            <a:xfrm>
              <a:off x="1199187" y="1666357"/>
              <a:ext cx="12049831" cy="4721811"/>
            </a:xfrm>
            <a:custGeom>
              <a:avLst/>
              <a:pathLst>
                <a:path w="12049831" h="4721811">
                  <a:moveTo>
                    <a:pt x="0" y="0"/>
                  </a:moveTo>
                  <a:lnTo>
                    <a:pt x="994940" y="0"/>
                  </a:lnTo>
                  <a:lnTo>
                    <a:pt x="996076" y="4"/>
                  </a:lnTo>
                  <a:lnTo>
                    <a:pt x="1003573" y="35"/>
                  </a:lnTo>
                  <a:lnTo>
                    <a:pt x="1022571" y="122"/>
                  </a:lnTo>
                  <a:lnTo>
                    <a:pt x="1056785" y="293"/>
                  </a:lnTo>
                  <a:lnTo>
                    <a:pt x="1108287" y="575"/>
                  </a:lnTo>
                  <a:lnTo>
                    <a:pt x="1177344" y="992"/>
                  </a:lnTo>
                  <a:lnTo>
                    <a:pt x="1262487" y="1561"/>
                  </a:lnTo>
                  <a:lnTo>
                    <a:pt x="1360826" y="2292"/>
                  </a:lnTo>
                  <a:lnTo>
                    <a:pt x="1468580" y="3189"/>
                  </a:lnTo>
                  <a:lnTo>
                    <a:pt x="1581674" y="4252"/>
                  </a:lnTo>
                  <a:lnTo>
                    <a:pt x="1696268" y="5477"/>
                  </a:lnTo>
                  <a:lnTo>
                    <a:pt x="1809130" y="6860"/>
                  </a:lnTo>
                  <a:lnTo>
                    <a:pt x="1917811" y="8402"/>
                  </a:lnTo>
                  <a:lnTo>
                    <a:pt x="2020672" y="10105"/>
                  </a:lnTo>
                  <a:lnTo>
                    <a:pt x="2116797" y="11978"/>
                  </a:lnTo>
                  <a:lnTo>
                    <a:pt x="2205860" y="14032"/>
                  </a:lnTo>
                  <a:lnTo>
                    <a:pt x="2287971" y="16287"/>
                  </a:lnTo>
                  <a:lnTo>
                    <a:pt x="2363550" y="18765"/>
                  </a:lnTo>
                  <a:lnTo>
                    <a:pt x="2433211" y="21494"/>
                  </a:lnTo>
                  <a:lnTo>
                    <a:pt x="2497679" y="24505"/>
                  </a:lnTo>
                  <a:lnTo>
                    <a:pt x="2557729" y="27828"/>
                  </a:lnTo>
                  <a:lnTo>
                    <a:pt x="2614137" y="31493"/>
                  </a:lnTo>
                  <a:lnTo>
                    <a:pt x="2667640" y="35523"/>
                  </a:lnTo>
                  <a:lnTo>
                    <a:pt x="2702183" y="38431"/>
                  </a:lnTo>
                  <a:lnTo>
                    <a:pt x="2763555" y="44205"/>
                  </a:lnTo>
                  <a:lnTo>
                    <a:pt x="2823017" y="50556"/>
                  </a:lnTo>
                  <a:lnTo>
                    <a:pt x="2881279" y="57494"/>
                  </a:lnTo>
                  <a:lnTo>
                    <a:pt x="2938862" y="65009"/>
                  </a:lnTo>
                  <a:lnTo>
                    <a:pt x="2996133" y="73068"/>
                  </a:lnTo>
                  <a:lnTo>
                    <a:pt x="3053335" y="81618"/>
                  </a:lnTo>
                  <a:lnTo>
                    <a:pt x="3110602" y="90583"/>
                  </a:lnTo>
                  <a:lnTo>
                    <a:pt x="3167985" y="99866"/>
                  </a:lnTo>
                  <a:lnTo>
                    <a:pt x="3225468" y="109353"/>
                  </a:lnTo>
                  <a:lnTo>
                    <a:pt x="3282996" y="118921"/>
                  </a:lnTo>
                  <a:lnTo>
                    <a:pt x="3340496" y="128439"/>
                  </a:lnTo>
                  <a:lnTo>
                    <a:pt x="3397906" y="137783"/>
                  </a:lnTo>
                  <a:lnTo>
                    <a:pt x="3455200" y="146834"/>
                  </a:lnTo>
                  <a:lnTo>
                    <a:pt x="3512409" y="155492"/>
                  </a:lnTo>
                  <a:lnTo>
                    <a:pt x="3569646" y="163676"/>
                  </a:lnTo>
                  <a:lnTo>
                    <a:pt x="3627124" y="171326"/>
                  </a:lnTo>
                  <a:lnTo>
                    <a:pt x="3685180" y="178405"/>
                  </a:lnTo>
                  <a:lnTo>
                    <a:pt x="3744295" y="184898"/>
                  </a:lnTo>
                  <a:lnTo>
                    <a:pt x="3805128" y="190811"/>
                  </a:lnTo>
                  <a:lnTo>
                    <a:pt x="3820202" y="192156"/>
                  </a:lnTo>
                  <a:lnTo>
                    <a:pt x="3872131" y="196436"/>
                  </a:lnTo>
                  <a:lnTo>
                    <a:pt x="3926515" y="200343"/>
                  </a:lnTo>
                  <a:lnTo>
                    <a:pt x="3984042" y="203893"/>
                  </a:lnTo>
                  <a:lnTo>
                    <a:pt x="4045464" y="207109"/>
                  </a:lnTo>
                  <a:lnTo>
                    <a:pt x="4111562" y="210023"/>
                  </a:lnTo>
                  <a:lnTo>
                    <a:pt x="4183100" y="212666"/>
                  </a:lnTo>
                  <a:lnTo>
                    <a:pt x="4260776" y="215068"/>
                  </a:lnTo>
                  <a:lnTo>
                    <a:pt x="4345149" y="217254"/>
                  </a:lnTo>
                  <a:lnTo>
                    <a:pt x="4436550" y="219247"/>
                  </a:lnTo>
                  <a:lnTo>
                    <a:pt x="4534961" y="221062"/>
                  </a:lnTo>
                  <a:lnTo>
                    <a:pt x="4639877" y="222711"/>
                  </a:lnTo>
                  <a:lnTo>
                    <a:pt x="4750158" y="224201"/>
                  </a:lnTo>
                  <a:lnTo>
                    <a:pt x="4863903" y="225532"/>
                  </a:lnTo>
                  <a:lnTo>
                    <a:pt x="4978395" y="226704"/>
                  </a:lnTo>
                  <a:lnTo>
                    <a:pt x="5090171" y="227712"/>
                  </a:lnTo>
                  <a:lnTo>
                    <a:pt x="5195265" y="228555"/>
                  </a:lnTo>
                  <a:lnTo>
                    <a:pt x="5289634" y="229232"/>
                  </a:lnTo>
                  <a:lnTo>
                    <a:pt x="5369725" y="229749"/>
                  </a:lnTo>
                  <a:lnTo>
                    <a:pt x="5433068" y="230119"/>
                  </a:lnTo>
                  <a:lnTo>
                    <a:pt x="5478742" y="230362"/>
                  </a:lnTo>
                  <a:lnTo>
                    <a:pt x="5507619" y="230501"/>
                  </a:lnTo>
                  <a:lnTo>
                    <a:pt x="5522335" y="230567"/>
                  </a:lnTo>
                  <a:lnTo>
                    <a:pt x="5527098" y="230586"/>
                  </a:lnTo>
                  <a:lnTo>
                    <a:pt x="5527445" y="230587"/>
                  </a:lnTo>
                  <a:lnTo>
                    <a:pt x="6522385" y="230587"/>
                  </a:lnTo>
                  <a:lnTo>
                    <a:pt x="6523384" y="230663"/>
                  </a:lnTo>
                  <a:lnTo>
                    <a:pt x="6529988" y="231197"/>
                  </a:lnTo>
                  <a:lnTo>
                    <a:pt x="6546782" y="232674"/>
                  </a:lnTo>
                  <a:lnTo>
                    <a:pt x="6577169" y="235587"/>
                  </a:lnTo>
                  <a:lnTo>
                    <a:pt x="6623192" y="240408"/>
                  </a:lnTo>
                  <a:lnTo>
                    <a:pt x="6685397" y="247552"/>
                  </a:lnTo>
                  <a:lnTo>
                    <a:pt x="6762834" y="257342"/>
                  </a:lnTo>
                  <a:lnTo>
                    <a:pt x="6853270" y="269987"/>
                  </a:lnTo>
                  <a:lnTo>
                    <a:pt x="6953581" y="285586"/>
                  </a:lnTo>
                  <a:lnTo>
                    <a:pt x="7060223" y="304148"/>
                  </a:lnTo>
                  <a:lnTo>
                    <a:pt x="7169692" y="325628"/>
                  </a:lnTo>
                  <a:lnTo>
                    <a:pt x="7278883" y="349966"/>
                  </a:lnTo>
                  <a:lnTo>
                    <a:pt x="7385298" y="377126"/>
                  </a:lnTo>
                  <a:lnTo>
                    <a:pt x="7487126" y="407123"/>
                  </a:lnTo>
                  <a:lnTo>
                    <a:pt x="7583209" y="440043"/>
                  </a:lnTo>
                  <a:lnTo>
                    <a:pt x="7672958" y="476052"/>
                  </a:lnTo>
                  <a:lnTo>
                    <a:pt x="7756228" y="515404"/>
                  </a:lnTo>
                  <a:lnTo>
                    <a:pt x="7833211" y="558433"/>
                  </a:lnTo>
                  <a:lnTo>
                    <a:pt x="7904323" y="605554"/>
                  </a:lnTo>
                  <a:lnTo>
                    <a:pt x="7970130" y="657246"/>
                  </a:lnTo>
                  <a:lnTo>
                    <a:pt x="8031280" y="714035"/>
                  </a:lnTo>
                  <a:lnTo>
                    <a:pt x="8088454" y="776460"/>
                  </a:lnTo>
                  <a:lnTo>
                    <a:pt x="8142332" y="845019"/>
                  </a:lnTo>
                  <a:lnTo>
                    <a:pt x="8193557" y="920090"/>
                  </a:lnTo>
                  <a:lnTo>
                    <a:pt x="8229629" y="979125"/>
                  </a:lnTo>
                  <a:lnTo>
                    <a:pt x="8266375" y="1044618"/>
                  </a:lnTo>
                  <a:lnTo>
                    <a:pt x="8302327" y="1114031"/>
                  </a:lnTo>
                  <a:lnTo>
                    <a:pt x="8337663" y="1187442"/>
                  </a:lnTo>
                  <a:lnTo>
                    <a:pt x="8372531" y="1264891"/>
                  </a:lnTo>
                  <a:lnTo>
                    <a:pt x="8407054" y="1346369"/>
                  </a:lnTo>
                  <a:lnTo>
                    <a:pt x="8441335" y="1431823"/>
                  </a:lnTo>
                  <a:lnTo>
                    <a:pt x="8475459" y="1521145"/>
                  </a:lnTo>
                  <a:lnTo>
                    <a:pt x="8509491" y="1614175"/>
                  </a:lnTo>
                  <a:lnTo>
                    <a:pt x="8543484" y="1710696"/>
                  </a:lnTo>
                  <a:lnTo>
                    <a:pt x="8577475" y="1810437"/>
                  </a:lnTo>
                  <a:lnTo>
                    <a:pt x="8611489" y="1913072"/>
                  </a:lnTo>
                  <a:lnTo>
                    <a:pt x="8645540" y="2018225"/>
                  </a:lnTo>
                  <a:lnTo>
                    <a:pt x="8679633" y="2125475"/>
                  </a:lnTo>
                  <a:lnTo>
                    <a:pt x="8713766" y="2234361"/>
                  </a:lnTo>
                  <a:lnTo>
                    <a:pt x="8747930" y="2344390"/>
                  </a:lnTo>
                  <a:lnTo>
                    <a:pt x="8782112" y="2455047"/>
                  </a:lnTo>
                  <a:lnTo>
                    <a:pt x="8816297" y="2565805"/>
                  </a:lnTo>
                  <a:lnTo>
                    <a:pt x="8850470" y="2676136"/>
                  </a:lnTo>
                  <a:lnTo>
                    <a:pt x="8884616" y="2785518"/>
                  </a:lnTo>
                  <a:lnTo>
                    <a:pt x="8918725" y="2893448"/>
                  </a:lnTo>
                  <a:lnTo>
                    <a:pt x="8952792" y="2999454"/>
                  </a:lnTo>
                  <a:lnTo>
                    <a:pt x="8986819" y="3103098"/>
                  </a:lnTo>
                  <a:lnTo>
                    <a:pt x="9020816" y="3203985"/>
                  </a:lnTo>
                  <a:lnTo>
                    <a:pt x="9054804" y="3301770"/>
                  </a:lnTo>
                  <a:lnTo>
                    <a:pt x="9088816" y="3396162"/>
                  </a:lnTo>
                  <a:lnTo>
                    <a:pt x="9122898" y="3486921"/>
                  </a:lnTo>
                  <a:lnTo>
                    <a:pt x="9157111" y="3573868"/>
                  </a:lnTo>
                  <a:lnTo>
                    <a:pt x="9191530" y="3656873"/>
                  </a:lnTo>
                  <a:lnTo>
                    <a:pt x="9226253" y="3735863"/>
                  </a:lnTo>
                  <a:lnTo>
                    <a:pt x="9261394" y="3810814"/>
                  </a:lnTo>
                  <a:lnTo>
                    <a:pt x="9297092" y="3881746"/>
                  </a:lnTo>
                  <a:lnTo>
                    <a:pt x="9333512" y="3948724"/>
                  </a:lnTo>
                  <a:lnTo>
                    <a:pt x="9347647" y="3973274"/>
                  </a:lnTo>
                  <a:lnTo>
                    <a:pt x="9397304" y="4053203"/>
                  </a:lnTo>
                  <a:lnTo>
                    <a:pt x="9449184" y="4126493"/>
                  </a:lnTo>
                  <a:lnTo>
                    <a:pt x="9503885" y="4193354"/>
                  </a:lnTo>
                  <a:lnTo>
                    <a:pt x="9562063" y="4254207"/>
                  </a:lnTo>
                  <a:lnTo>
                    <a:pt x="9624402" y="4309569"/>
                  </a:lnTo>
                  <a:lnTo>
                    <a:pt x="9691579" y="4359978"/>
                  </a:lnTo>
                  <a:lnTo>
                    <a:pt x="9764223" y="4405951"/>
                  </a:lnTo>
                  <a:lnTo>
                    <a:pt x="9842867" y="4447951"/>
                  </a:lnTo>
                  <a:lnTo>
                    <a:pt x="9927877" y="4486371"/>
                  </a:lnTo>
                  <a:lnTo>
                    <a:pt x="10019364" y="4521526"/>
                  </a:lnTo>
                  <a:lnTo>
                    <a:pt x="10117076" y="4553645"/>
                  </a:lnTo>
                  <a:lnTo>
                    <a:pt x="10220281" y="4582872"/>
                  </a:lnTo>
                  <a:lnTo>
                    <a:pt x="10327652" y="4609273"/>
                  </a:lnTo>
                  <a:lnTo>
                    <a:pt x="10437191" y="4632845"/>
                  </a:lnTo>
                  <a:lnTo>
                    <a:pt x="10546225" y="4653544"/>
                  </a:lnTo>
                  <a:lnTo>
                    <a:pt x="10651514" y="4671310"/>
                  </a:lnTo>
                  <a:lnTo>
                    <a:pt x="10749503" y="4686109"/>
                  </a:lnTo>
                  <a:lnTo>
                    <a:pt x="10836714" y="4697970"/>
                  </a:lnTo>
                  <a:lnTo>
                    <a:pt x="10910216" y="4707021"/>
                  </a:lnTo>
                  <a:lnTo>
                    <a:pt x="10968091" y="4713503"/>
                  </a:lnTo>
                  <a:lnTo>
                    <a:pt x="11009781" y="4717766"/>
                  </a:lnTo>
                  <a:lnTo>
                    <a:pt x="11036242" y="4720243"/>
                  </a:lnTo>
                  <a:lnTo>
                    <a:pt x="11049901" y="4721417"/>
                  </a:lnTo>
                  <a:lnTo>
                    <a:pt x="11054497" y="4721782"/>
                  </a:lnTo>
                  <a:lnTo>
                    <a:pt x="11054891" y="4721811"/>
                  </a:lnTo>
                  <a:lnTo>
                    <a:pt x="12049831" y="4721811"/>
                  </a:lnTo>
                  <a:lnTo>
                    <a:pt x="12049831" y="47218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7" name="pl376"/>
            <p:cNvSpPr/>
            <p:nvPr/>
          </p:nvSpPr>
          <p:spPr>
            <a:xfrm>
              <a:off x="1199187" y="1661116"/>
              <a:ext cx="12049831" cy="4721811"/>
            </a:xfrm>
            <a:custGeom>
              <a:avLst/>
              <a:pathLst>
                <a:path w="12049831" h="4721811">
                  <a:moveTo>
                    <a:pt x="12049831" y="4721811"/>
                  </a:moveTo>
                  <a:lnTo>
                    <a:pt x="11054891" y="4721811"/>
                  </a:lnTo>
                  <a:lnTo>
                    <a:pt x="11053893" y="4721736"/>
                  </a:lnTo>
                  <a:lnTo>
                    <a:pt x="11047288" y="4721201"/>
                  </a:lnTo>
                  <a:lnTo>
                    <a:pt x="11030494" y="4719724"/>
                  </a:lnTo>
                  <a:lnTo>
                    <a:pt x="11000108" y="4716812"/>
                  </a:lnTo>
                  <a:lnTo>
                    <a:pt x="10954084" y="4711990"/>
                  </a:lnTo>
                  <a:lnTo>
                    <a:pt x="10891880" y="4704846"/>
                  </a:lnTo>
                  <a:lnTo>
                    <a:pt x="10814443" y="4695056"/>
                  </a:lnTo>
                  <a:lnTo>
                    <a:pt x="10724006" y="4682411"/>
                  </a:lnTo>
                  <a:lnTo>
                    <a:pt x="10623695" y="4666812"/>
                  </a:lnTo>
                  <a:lnTo>
                    <a:pt x="10517054" y="4648250"/>
                  </a:lnTo>
                  <a:lnTo>
                    <a:pt x="10407584" y="4626770"/>
                  </a:lnTo>
                  <a:lnTo>
                    <a:pt x="10298394" y="4602432"/>
                  </a:lnTo>
                  <a:lnTo>
                    <a:pt x="10191978" y="4575272"/>
                  </a:lnTo>
                  <a:lnTo>
                    <a:pt x="10090151" y="4545275"/>
                  </a:lnTo>
                  <a:lnTo>
                    <a:pt x="9994067" y="4512355"/>
                  </a:lnTo>
                  <a:lnTo>
                    <a:pt x="9904319" y="4476346"/>
                  </a:lnTo>
                  <a:lnTo>
                    <a:pt x="9821048" y="4436995"/>
                  </a:lnTo>
                  <a:lnTo>
                    <a:pt x="9744066" y="4393965"/>
                  </a:lnTo>
                  <a:lnTo>
                    <a:pt x="9672954" y="4346844"/>
                  </a:lnTo>
                  <a:lnTo>
                    <a:pt x="9607146" y="4295152"/>
                  </a:lnTo>
                  <a:lnTo>
                    <a:pt x="9545997" y="4238363"/>
                  </a:lnTo>
                  <a:lnTo>
                    <a:pt x="9488822" y="4175939"/>
                  </a:lnTo>
                  <a:lnTo>
                    <a:pt x="9434945" y="4107379"/>
                  </a:lnTo>
                  <a:lnTo>
                    <a:pt x="9383719" y="4032308"/>
                  </a:lnTo>
                  <a:lnTo>
                    <a:pt x="9347647" y="3973274"/>
                  </a:lnTo>
                  <a:lnTo>
                    <a:pt x="9310902" y="3907780"/>
                  </a:lnTo>
                  <a:lnTo>
                    <a:pt x="9274949" y="3838367"/>
                  </a:lnTo>
                  <a:lnTo>
                    <a:pt x="9239613" y="3764956"/>
                  </a:lnTo>
                  <a:lnTo>
                    <a:pt x="9204746" y="3687508"/>
                  </a:lnTo>
                  <a:lnTo>
                    <a:pt x="9170223" y="3606029"/>
                  </a:lnTo>
                  <a:lnTo>
                    <a:pt x="9135941" y="3520575"/>
                  </a:lnTo>
                  <a:lnTo>
                    <a:pt x="9101818" y="3431253"/>
                  </a:lnTo>
                  <a:lnTo>
                    <a:pt x="9067785" y="3338223"/>
                  </a:lnTo>
                  <a:lnTo>
                    <a:pt x="9033792" y="3241702"/>
                  </a:lnTo>
                  <a:lnTo>
                    <a:pt x="8999801" y="3141961"/>
                  </a:lnTo>
                  <a:lnTo>
                    <a:pt x="8965788" y="3039326"/>
                  </a:lnTo>
                  <a:lnTo>
                    <a:pt x="8931736" y="2934173"/>
                  </a:lnTo>
                  <a:lnTo>
                    <a:pt x="8897643" y="2826923"/>
                  </a:lnTo>
                  <a:lnTo>
                    <a:pt x="8863510" y="2718037"/>
                  </a:lnTo>
                  <a:lnTo>
                    <a:pt x="8829346" y="2608009"/>
                  </a:lnTo>
                  <a:lnTo>
                    <a:pt x="8795164" y="2497351"/>
                  </a:lnTo>
                  <a:lnTo>
                    <a:pt x="8760979" y="2386593"/>
                  </a:lnTo>
                  <a:lnTo>
                    <a:pt x="8726807" y="2276262"/>
                  </a:lnTo>
                  <a:lnTo>
                    <a:pt x="8692661" y="2166881"/>
                  </a:lnTo>
                  <a:lnTo>
                    <a:pt x="8658552" y="2058950"/>
                  </a:lnTo>
                  <a:lnTo>
                    <a:pt x="8624485" y="1952944"/>
                  </a:lnTo>
                  <a:lnTo>
                    <a:pt x="8590458" y="1849300"/>
                  </a:lnTo>
                  <a:lnTo>
                    <a:pt x="8556461" y="1748413"/>
                  </a:lnTo>
                  <a:lnTo>
                    <a:pt x="8522472" y="1650628"/>
                  </a:lnTo>
                  <a:lnTo>
                    <a:pt x="8488460" y="1556237"/>
                  </a:lnTo>
                  <a:lnTo>
                    <a:pt x="8454378" y="1465477"/>
                  </a:lnTo>
                  <a:lnTo>
                    <a:pt x="8420166" y="1378531"/>
                  </a:lnTo>
                  <a:lnTo>
                    <a:pt x="8385746" y="1295525"/>
                  </a:lnTo>
                  <a:lnTo>
                    <a:pt x="8351024" y="1216535"/>
                  </a:lnTo>
                  <a:lnTo>
                    <a:pt x="8315883" y="1141584"/>
                  </a:lnTo>
                  <a:lnTo>
                    <a:pt x="8280185" y="1070652"/>
                  </a:lnTo>
                  <a:lnTo>
                    <a:pt x="8243765" y="1003674"/>
                  </a:lnTo>
                  <a:lnTo>
                    <a:pt x="8229629" y="979125"/>
                  </a:lnTo>
                  <a:lnTo>
                    <a:pt x="8179973" y="899195"/>
                  </a:lnTo>
                  <a:lnTo>
                    <a:pt x="8128093" y="825906"/>
                  </a:lnTo>
                  <a:lnTo>
                    <a:pt x="8073392" y="759044"/>
                  </a:lnTo>
                  <a:lnTo>
                    <a:pt x="8015213" y="698191"/>
                  </a:lnTo>
                  <a:lnTo>
                    <a:pt x="7952874" y="642830"/>
                  </a:lnTo>
                  <a:lnTo>
                    <a:pt x="7885698" y="592420"/>
                  </a:lnTo>
                  <a:lnTo>
                    <a:pt x="7813054" y="546447"/>
                  </a:lnTo>
                  <a:lnTo>
                    <a:pt x="7734409" y="504447"/>
                  </a:lnTo>
                  <a:lnTo>
                    <a:pt x="7649399" y="466027"/>
                  </a:lnTo>
                  <a:lnTo>
                    <a:pt x="7557912" y="430872"/>
                  </a:lnTo>
                  <a:lnTo>
                    <a:pt x="7460200" y="398753"/>
                  </a:lnTo>
                  <a:lnTo>
                    <a:pt x="7356996" y="369526"/>
                  </a:lnTo>
                  <a:lnTo>
                    <a:pt x="7249625" y="343126"/>
                  </a:lnTo>
                  <a:lnTo>
                    <a:pt x="7140085" y="319553"/>
                  </a:lnTo>
                  <a:lnTo>
                    <a:pt x="7031051" y="298854"/>
                  </a:lnTo>
                  <a:lnTo>
                    <a:pt x="6925762" y="281088"/>
                  </a:lnTo>
                  <a:lnTo>
                    <a:pt x="6827773" y="266290"/>
                  </a:lnTo>
                  <a:lnTo>
                    <a:pt x="6740563" y="254428"/>
                  </a:lnTo>
                  <a:lnTo>
                    <a:pt x="6667061" y="245377"/>
                  </a:lnTo>
                  <a:lnTo>
                    <a:pt x="6609185" y="238895"/>
                  </a:lnTo>
                  <a:lnTo>
                    <a:pt x="6567495" y="234633"/>
                  </a:lnTo>
                  <a:lnTo>
                    <a:pt x="6541035" y="232155"/>
                  </a:lnTo>
                  <a:lnTo>
                    <a:pt x="6527375" y="230981"/>
                  </a:lnTo>
                  <a:lnTo>
                    <a:pt x="6522780" y="230617"/>
                  </a:lnTo>
                  <a:lnTo>
                    <a:pt x="6522385" y="230587"/>
                  </a:lnTo>
                  <a:lnTo>
                    <a:pt x="5527445" y="230587"/>
                  </a:lnTo>
                  <a:lnTo>
                    <a:pt x="5526309" y="230583"/>
                  </a:lnTo>
                  <a:lnTo>
                    <a:pt x="5518812" y="230552"/>
                  </a:lnTo>
                  <a:lnTo>
                    <a:pt x="5499814" y="230465"/>
                  </a:lnTo>
                  <a:lnTo>
                    <a:pt x="5465600" y="230294"/>
                  </a:lnTo>
                  <a:lnTo>
                    <a:pt x="5414098" y="230012"/>
                  </a:lnTo>
                  <a:lnTo>
                    <a:pt x="5345041" y="229595"/>
                  </a:lnTo>
                  <a:lnTo>
                    <a:pt x="5259898" y="229026"/>
                  </a:lnTo>
                  <a:lnTo>
                    <a:pt x="5161559" y="228295"/>
                  </a:lnTo>
                  <a:lnTo>
                    <a:pt x="5053805" y="227398"/>
                  </a:lnTo>
                  <a:lnTo>
                    <a:pt x="4940711" y="226335"/>
                  </a:lnTo>
                  <a:lnTo>
                    <a:pt x="4826117" y="225110"/>
                  </a:lnTo>
                  <a:lnTo>
                    <a:pt x="4713255" y="223726"/>
                  </a:lnTo>
                  <a:lnTo>
                    <a:pt x="4604574" y="222185"/>
                  </a:lnTo>
                  <a:lnTo>
                    <a:pt x="4501713" y="220481"/>
                  </a:lnTo>
                  <a:lnTo>
                    <a:pt x="4405588" y="218609"/>
                  </a:lnTo>
                  <a:lnTo>
                    <a:pt x="4316525" y="216555"/>
                  </a:lnTo>
                  <a:lnTo>
                    <a:pt x="4234414" y="214300"/>
                  </a:lnTo>
                  <a:lnTo>
                    <a:pt x="4158835" y="211822"/>
                  </a:lnTo>
                  <a:lnTo>
                    <a:pt x="4089174" y="209092"/>
                  </a:lnTo>
                  <a:lnTo>
                    <a:pt x="4024706" y="206082"/>
                  </a:lnTo>
                  <a:lnTo>
                    <a:pt x="3964656" y="202759"/>
                  </a:lnTo>
                  <a:lnTo>
                    <a:pt x="3908248" y="199094"/>
                  </a:lnTo>
                  <a:lnTo>
                    <a:pt x="3854745" y="195064"/>
                  </a:lnTo>
                  <a:lnTo>
                    <a:pt x="3820202" y="192156"/>
                  </a:lnTo>
                  <a:lnTo>
                    <a:pt x="3758830" y="186382"/>
                  </a:lnTo>
                  <a:lnTo>
                    <a:pt x="3699368" y="180030"/>
                  </a:lnTo>
                  <a:lnTo>
                    <a:pt x="3641106" y="173092"/>
                  </a:lnTo>
                  <a:lnTo>
                    <a:pt x="3583523" y="165578"/>
                  </a:lnTo>
                  <a:lnTo>
                    <a:pt x="3526252" y="157519"/>
                  </a:lnTo>
                  <a:lnTo>
                    <a:pt x="3469050" y="148969"/>
                  </a:lnTo>
                  <a:lnTo>
                    <a:pt x="3411783" y="140004"/>
                  </a:lnTo>
                  <a:lnTo>
                    <a:pt x="3354400" y="130721"/>
                  </a:lnTo>
                  <a:lnTo>
                    <a:pt x="3296917" y="121234"/>
                  </a:lnTo>
                  <a:lnTo>
                    <a:pt x="3239389" y="111666"/>
                  </a:lnTo>
                  <a:lnTo>
                    <a:pt x="3181889" y="102148"/>
                  </a:lnTo>
                  <a:lnTo>
                    <a:pt x="3124479" y="92804"/>
                  </a:lnTo>
                  <a:lnTo>
                    <a:pt x="3067185" y="83753"/>
                  </a:lnTo>
                  <a:lnTo>
                    <a:pt x="3009976" y="75095"/>
                  </a:lnTo>
                  <a:lnTo>
                    <a:pt x="2952739" y="66911"/>
                  </a:lnTo>
                  <a:lnTo>
                    <a:pt x="2895261" y="59261"/>
                  </a:lnTo>
                  <a:lnTo>
                    <a:pt x="2837205" y="52182"/>
                  </a:lnTo>
                  <a:lnTo>
                    <a:pt x="2778090" y="45688"/>
                  </a:lnTo>
                  <a:lnTo>
                    <a:pt x="2717257" y="39776"/>
                  </a:lnTo>
                  <a:lnTo>
                    <a:pt x="2702183" y="38431"/>
                  </a:lnTo>
                  <a:lnTo>
                    <a:pt x="2650254" y="34151"/>
                  </a:lnTo>
                  <a:lnTo>
                    <a:pt x="2595870" y="30243"/>
                  </a:lnTo>
                  <a:lnTo>
                    <a:pt x="2538343" y="26694"/>
                  </a:lnTo>
                  <a:lnTo>
                    <a:pt x="2476921" y="23478"/>
                  </a:lnTo>
                  <a:lnTo>
                    <a:pt x="2410823" y="20564"/>
                  </a:lnTo>
                  <a:lnTo>
                    <a:pt x="2339285" y="17921"/>
                  </a:lnTo>
                  <a:lnTo>
                    <a:pt x="2261609" y="15519"/>
                  </a:lnTo>
                  <a:lnTo>
                    <a:pt x="2177236" y="13333"/>
                  </a:lnTo>
                  <a:lnTo>
                    <a:pt x="2085835" y="11340"/>
                  </a:lnTo>
                  <a:lnTo>
                    <a:pt x="1987424" y="9525"/>
                  </a:lnTo>
                  <a:lnTo>
                    <a:pt x="1882508" y="7876"/>
                  </a:lnTo>
                  <a:lnTo>
                    <a:pt x="1772226" y="6386"/>
                  </a:lnTo>
                  <a:lnTo>
                    <a:pt x="1658482" y="5055"/>
                  </a:lnTo>
                  <a:lnTo>
                    <a:pt x="1543990" y="3883"/>
                  </a:lnTo>
                  <a:lnTo>
                    <a:pt x="1432214" y="2875"/>
                  </a:lnTo>
                  <a:lnTo>
                    <a:pt x="1327120" y="2032"/>
                  </a:lnTo>
                  <a:lnTo>
                    <a:pt x="1232751" y="1355"/>
                  </a:lnTo>
                  <a:lnTo>
                    <a:pt x="1152660" y="838"/>
                  </a:lnTo>
                  <a:lnTo>
                    <a:pt x="1089317" y="468"/>
                  </a:lnTo>
                  <a:lnTo>
                    <a:pt x="1043643" y="225"/>
                  </a:lnTo>
                  <a:lnTo>
                    <a:pt x="1014766" y="85"/>
                  </a:lnTo>
                  <a:lnTo>
                    <a:pt x="1000050" y="20"/>
                  </a:lnTo>
                  <a:lnTo>
                    <a:pt x="995287" y="1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8" name="pg377"/>
            <p:cNvSpPr/>
            <p:nvPr/>
          </p:nvSpPr>
          <p:spPr>
            <a:xfrm>
              <a:off x="1199187" y="2001757"/>
              <a:ext cx="12049831" cy="1671762"/>
            </a:xfrm>
            <a:custGeom>
              <a:avLst/>
              <a:pathLst>
                <a:path w="12049831" h="1671762">
                  <a:moveTo>
                    <a:pt x="0" y="419250"/>
                  </a:moveTo>
                  <a:lnTo>
                    <a:pt x="994940" y="419250"/>
                  </a:lnTo>
                  <a:lnTo>
                    <a:pt x="996064" y="419274"/>
                  </a:lnTo>
                  <a:lnTo>
                    <a:pt x="1003483" y="419442"/>
                  </a:lnTo>
                  <a:lnTo>
                    <a:pt x="1022291" y="419908"/>
                  </a:lnTo>
                  <a:lnTo>
                    <a:pt x="1056177" y="420825"/>
                  </a:lnTo>
                  <a:lnTo>
                    <a:pt x="1107209" y="422342"/>
                  </a:lnTo>
                  <a:lnTo>
                    <a:pt x="1175685" y="424583"/>
                  </a:lnTo>
                  <a:lnTo>
                    <a:pt x="1260180" y="427642"/>
                  </a:lnTo>
                  <a:lnTo>
                    <a:pt x="1357862" y="431576"/>
                  </a:lnTo>
                  <a:lnTo>
                    <a:pt x="1465006" y="436406"/>
                  </a:lnTo>
                  <a:lnTo>
                    <a:pt x="1577581" y="442127"/>
                  </a:lnTo>
                  <a:lnTo>
                    <a:pt x="1691773" y="448724"/>
                  </a:lnTo>
                  <a:lnTo>
                    <a:pt x="1804357" y="456177"/>
                  </a:lnTo>
                  <a:lnTo>
                    <a:pt x="1912876" y="464484"/>
                  </a:lnTo>
                  <a:lnTo>
                    <a:pt x="2015676" y="473659"/>
                  </a:lnTo>
                  <a:lnTo>
                    <a:pt x="2111818" y="483744"/>
                  </a:lnTo>
                  <a:lnTo>
                    <a:pt x="2200953" y="494806"/>
                  </a:lnTo>
                  <a:lnTo>
                    <a:pt x="2283170" y="506943"/>
                  </a:lnTo>
                  <a:lnTo>
                    <a:pt x="2358870" y="520277"/>
                  </a:lnTo>
                  <a:lnTo>
                    <a:pt x="2428649" y="534953"/>
                  </a:lnTo>
                  <a:lnTo>
                    <a:pt x="2493223" y="551134"/>
                  </a:lnTo>
                  <a:lnTo>
                    <a:pt x="2553354" y="568990"/>
                  </a:lnTo>
                  <a:lnTo>
                    <a:pt x="2609813" y="588680"/>
                  </a:lnTo>
                  <a:lnTo>
                    <a:pt x="2663332" y="610330"/>
                  </a:lnTo>
                  <a:lnTo>
                    <a:pt x="2702183" y="628002"/>
                  </a:lnTo>
                  <a:lnTo>
                    <a:pt x="2757475" y="656067"/>
                  </a:lnTo>
                  <a:lnTo>
                    <a:pt x="2811158" y="686662"/>
                  </a:lnTo>
                  <a:lnTo>
                    <a:pt x="2863771" y="719833"/>
                  </a:lnTo>
                  <a:lnTo>
                    <a:pt x="2915723" y="755559"/>
                  </a:lnTo>
                  <a:lnTo>
                    <a:pt x="2967318" y="793749"/>
                  </a:lnTo>
                  <a:lnTo>
                    <a:pt x="3018773" y="834228"/>
                  </a:lnTo>
                  <a:lnTo>
                    <a:pt x="3070224" y="876745"/>
                  </a:lnTo>
                  <a:lnTo>
                    <a:pt x="3121749" y="920968"/>
                  </a:lnTo>
                  <a:lnTo>
                    <a:pt x="3173368" y="966498"/>
                  </a:lnTo>
                  <a:lnTo>
                    <a:pt x="3225066" y="1012877"/>
                  </a:lnTo>
                  <a:lnTo>
                    <a:pt x="3276801" y="1059613"/>
                  </a:lnTo>
                  <a:lnTo>
                    <a:pt x="3328519" y="1106194"/>
                  </a:lnTo>
                  <a:lnTo>
                    <a:pt x="3380174" y="1152117"/>
                  </a:lnTo>
                  <a:lnTo>
                    <a:pt x="3431736" y="1196910"/>
                  </a:lnTo>
                  <a:lnTo>
                    <a:pt x="3483210" y="1240148"/>
                  </a:lnTo>
                  <a:lnTo>
                    <a:pt x="3534651" y="1281470"/>
                  </a:lnTo>
                  <a:lnTo>
                    <a:pt x="3586169" y="1320593"/>
                  </a:lnTo>
                  <a:lnTo>
                    <a:pt x="3637949" y="1357311"/>
                  </a:lnTo>
                  <a:lnTo>
                    <a:pt x="3690257" y="1391502"/>
                  </a:lnTo>
                  <a:lnTo>
                    <a:pt x="3743459" y="1423117"/>
                  </a:lnTo>
                  <a:lnTo>
                    <a:pt x="3798039" y="1452176"/>
                  </a:lnTo>
                  <a:lnTo>
                    <a:pt x="3820202" y="1463010"/>
                  </a:lnTo>
                  <a:lnTo>
                    <a:pt x="3871941" y="1486176"/>
                  </a:lnTo>
                  <a:lnTo>
                    <a:pt x="3926116" y="1507337"/>
                  </a:lnTo>
                  <a:lnTo>
                    <a:pt x="3983406" y="1526564"/>
                  </a:lnTo>
                  <a:lnTo>
                    <a:pt x="4044554" y="1543994"/>
                  </a:lnTo>
                  <a:lnTo>
                    <a:pt x="4110335" y="1559790"/>
                  </a:lnTo>
                  <a:lnTo>
                    <a:pt x="4181503" y="1574123"/>
                  </a:lnTo>
                  <a:lnTo>
                    <a:pt x="4258751" y="1587150"/>
                  </a:lnTo>
                  <a:lnTo>
                    <a:pt x="4342638" y="1599013"/>
                  </a:lnTo>
                  <a:lnTo>
                    <a:pt x="4433497" y="1609828"/>
                  </a:lnTo>
                  <a:lnTo>
                    <a:pt x="4531324" y="1619685"/>
                  </a:lnTo>
                  <a:lnTo>
                    <a:pt x="4635638" y="1628644"/>
                  </a:lnTo>
                  <a:lnTo>
                    <a:pt x="4745337" y="1636741"/>
                  </a:lnTo>
                  <a:lnTo>
                    <a:pt x="4858573" y="1643986"/>
                  </a:lnTo>
                  <a:lnTo>
                    <a:pt x="4972695" y="1650369"/>
                  </a:lnTo>
                  <a:lnTo>
                    <a:pt x="5084307" y="1655873"/>
                  </a:lnTo>
                  <a:lnTo>
                    <a:pt x="5189502" y="1660483"/>
                  </a:lnTo>
                  <a:lnTo>
                    <a:pt x="5284271" y="1664199"/>
                  </a:lnTo>
                  <a:lnTo>
                    <a:pt x="5365053" y="1667051"/>
                  </a:lnTo>
                  <a:lnTo>
                    <a:pt x="5429321" y="1669105"/>
                  </a:lnTo>
                  <a:lnTo>
                    <a:pt x="5476053" y="1670462"/>
                  </a:lnTo>
                  <a:lnTo>
                    <a:pt x="5505984" y="1671254"/>
                  </a:lnTo>
                  <a:lnTo>
                    <a:pt x="5521601" y="1671632"/>
                  </a:lnTo>
                  <a:lnTo>
                    <a:pt x="5526956" y="1671752"/>
                  </a:lnTo>
                  <a:lnTo>
                    <a:pt x="5527445" y="1671762"/>
                  </a:lnTo>
                  <a:lnTo>
                    <a:pt x="6522385" y="1671762"/>
                  </a:lnTo>
                  <a:lnTo>
                    <a:pt x="6523500" y="1671731"/>
                  </a:lnTo>
                  <a:lnTo>
                    <a:pt x="6530860" y="1671508"/>
                  </a:lnTo>
                  <a:lnTo>
                    <a:pt x="6549519" y="1670894"/>
                  </a:lnTo>
                  <a:lnTo>
                    <a:pt x="6583147" y="1669684"/>
                  </a:lnTo>
                  <a:lnTo>
                    <a:pt x="6633814" y="1667683"/>
                  </a:lnTo>
                  <a:lnTo>
                    <a:pt x="6701834" y="1664726"/>
                  </a:lnTo>
                  <a:lnTo>
                    <a:pt x="6785821" y="1660687"/>
                  </a:lnTo>
                  <a:lnTo>
                    <a:pt x="6882987" y="1655493"/>
                  </a:lnTo>
                  <a:lnTo>
                    <a:pt x="6989651" y="1649113"/>
                  </a:lnTo>
                  <a:lnTo>
                    <a:pt x="7101817" y="1641553"/>
                  </a:lnTo>
                  <a:lnTo>
                    <a:pt x="7215690" y="1632835"/>
                  </a:lnTo>
                  <a:lnTo>
                    <a:pt x="7328051" y="1622983"/>
                  </a:lnTo>
                  <a:lnTo>
                    <a:pt x="7436441" y="1612001"/>
                  </a:lnTo>
                  <a:lnTo>
                    <a:pt x="7539189" y="1599872"/>
                  </a:lnTo>
                  <a:lnTo>
                    <a:pt x="7635342" y="1586543"/>
                  </a:lnTo>
                  <a:lnTo>
                    <a:pt x="7724532" y="1571924"/>
                  </a:lnTo>
                  <a:lnTo>
                    <a:pt x="7806831" y="1555891"/>
                  </a:lnTo>
                  <a:lnTo>
                    <a:pt x="7882625" y="1538282"/>
                  </a:lnTo>
                  <a:lnTo>
                    <a:pt x="7952499" y="1518908"/>
                  </a:lnTo>
                  <a:lnTo>
                    <a:pt x="8017156" y="1497555"/>
                  </a:lnTo>
                  <a:lnTo>
                    <a:pt x="8077352" y="1473998"/>
                  </a:lnTo>
                  <a:lnTo>
                    <a:pt x="8133852" y="1448026"/>
                  </a:lnTo>
                  <a:lnTo>
                    <a:pt x="8187385" y="1419469"/>
                  </a:lnTo>
                  <a:lnTo>
                    <a:pt x="8229629" y="1394008"/>
                  </a:lnTo>
                  <a:lnTo>
                    <a:pt x="8281704" y="1358965"/>
                  </a:lnTo>
                  <a:lnTo>
                    <a:pt x="8332325" y="1320947"/>
                  </a:lnTo>
                  <a:lnTo>
                    <a:pt x="8381949" y="1279896"/>
                  </a:lnTo>
                  <a:lnTo>
                    <a:pt x="8430932" y="1235824"/>
                  </a:lnTo>
                  <a:lnTo>
                    <a:pt x="8479545" y="1188816"/>
                  </a:lnTo>
                  <a:lnTo>
                    <a:pt x="8527984" y="1139039"/>
                  </a:lnTo>
                  <a:lnTo>
                    <a:pt x="8576385" y="1086744"/>
                  </a:lnTo>
                  <a:lnTo>
                    <a:pt x="8624829" y="1032267"/>
                  </a:lnTo>
                  <a:lnTo>
                    <a:pt x="8673354" y="976018"/>
                  </a:lnTo>
                  <a:lnTo>
                    <a:pt x="8721960" y="918475"/>
                  </a:lnTo>
                  <a:lnTo>
                    <a:pt x="8770622" y="860165"/>
                  </a:lnTo>
                  <a:lnTo>
                    <a:pt x="8819301" y="801645"/>
                  </a:lnTo>
                  <a:lnTo>
                    <a:pt x="8867952" y="743481"/>
                  </a:lnTo>
                  <a:lnTo>
                    <a:pt x="8916538" y="686225"/>
                  </a:lnTo>
                  <a:lnTo>
                    <a:pt x="8965040" y="630393"/>
                  </a:lnTo>
                  <a:lnTo>
                    <a:pt x="9013468" y="576447"/>
                  </a:lnTo>
                  <a:lnTo>
                    <a:pt x="9061869" y="524777"/>
                  </a:lnTo>
                  <a:lnTo>
                    <a:pt x="9110338" y="475699"/>
                  </a:lnTo>
                  <a:lnTo>
                    <a:pt x="9159025" y="429441"/>
                  </a:lnTo>
                  <a:lnTo>
                    <a:pt x="9208145" y="386148"/>
                  </a:lnTo>
                  <a:lnTo>
                    <a:pt x="9257990" y="345887"/>
                  </a:lnTo>
                  <a:lnTo>
                    <a:pt x="9308940" y="308650"/>
                  </a:lnTo>
                  <a:lnTo>
                    <a:pt x="9347647" y="282994"/>
                  </a:lnTo>
                  <a:lnTo>
                    <a:pt x="9399238" y="252253"/>
                  </a:lnTo>
                  <a:lnTo>
                    <a:pt x="9453249" y="224165"/>
                  </a:lnTo>
                  <a:lnTo>
                    <a:pt x="9510352" y="198637"/>
                  </a:lnTo>
                  <a:lnTo>
                    <a:pt x="9571287" y="175490"/>
                  </a:lnTo>
                  <a:lnTo>
                    <a:pt x="9636818" y="154505"/>
                  </a:lnTo>
                  <a:lnTo>
                    <a:pt x="9707697" y="135460"/>
                  </a:lnTo>
                  <a:lnTo>
                    <a:pt x="9784611" y="118146"/>
                  </a:lnTo>
                  <a:lnTo>
                    <a:pt x="9868117" y="102375"/>
                  </a:lnTo>
                  <a:lnTo>
                    <a:pt x="9958552" y="87994"/>
                  </a:lnTo>
                  <a:lnTo>
                    <a:pt x="10055921" y="74884"/>
                  </a:lnTo>
                  <a:lnTo>
                    <a:pt x="10159763" y="62962"/>
                  </a:lnTo>
                  <a:lnTo>
                    <a:pt x="10269004" y="52182"/>
                  </a:lnTo>
                  <a:lnTo>
                    <a:pt x="10381838" y="42530"/>
                  </a:lnTo>
                  <a:lnTo>
                    <a:pt x="10495663" y="34017"/>
                  </a:lnTo>
                  <a:lnTo>
                    <a:pt x="10607138" y="26666"/>
                  </a:lnTo>
                  <a:lnTo>
                    <a:pt x="10712402" y="20498"/>
                  </a:lnTo>
                  <a:lnTo>
                    <a:pt x="10807472" y="15512"/>
                  </a:lnTo>
                  <a:lnTo>
                    <a:pt x="10888785" y="11673"/>
                  </a:lnTo>
                  <a:lnTo>
                    <a:pt x="10953770" y="8897"/>
                  </a:lnTo>
                  <a:lnTo>
                    <a:pt x="11001328" y="7050"/>
                  </a:lnTo>
                  <a:lnTo>
                    <a:pt x="11032090" y="5961"/>
                  </a:lnTo>
                  <a:lnTo>
                    <a:pt x="11048426" y="5431"/>
                  </a:lnTo>
                  <a:lnTo>
                    <a:pt x="11054266" y="525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6" y="31"/>
                  </a:lnTo>
                  <a:lnTo>
                    <a:pt x="11046417" y="253"/>
                  </a:lnTo>
                  <a:lnTo>
                    <a:pt x="11027758" y="867"/>
                  </a:lnTo>
                  <a:lnTo>
                    <a:pt x="10994129" y="2078"/>
                  </a:lnTo>
                  <a:lnTo>
                    <a:pt x="10943463" y="4078"/>
                  </a:lnTo>
                  <a:lnTo>
                    <a:pt x="10875442" y="7036"/>
                  </a:lnTo>
                  <a:lnTo>
                    <a:pt x="10791456" y="11074"/>
                  </a:lnTo>
                  <a:lnTo>
                    <a:pt x="10694289" y="16268"/>
                  </a:lnTo>
                  <a:lnTo>
                    <a:pt x="10587625" y="22648"/>
                  </a:lnTo>
                  <a:lnTo>
                    <a:pt x="10475460" y="30208"/>
                  </a:lnTo>
                  <a:lnTo>
                    <a:pt x="10361586" y="38926"/>
                  </a:lnTo>
                  <a:lnTo>
                    <a:pt x="10249225" y="48779"/>
                  </a:lnTo>
                  <a:lnTo>
                    <a:pt x="10140836" y="59760"/>
                  </a:lnTo>
                  <a:lnTo>
                    <a:pt x="10038087" y="71889"/>
                  </a:lnTo>
                  <a:lnTo>
                    <a:pt x="9941934" y="85218"/>
                  </a:lnTo>
                  <a:lnTo>
                    <a:pt x="9852745" y="99837"/>
                  </a:lnTo>
                  <a:lnTo>
                    <a:pt x="9770445" y="115871"/>
                  </a:lnTo>
                  <a:lnTo>
                    <a:pt x="9694652" y="133479"/>
                  </a:lnTo>
                  <a:lnTo>
                    <a:pt x="9624778" y="152853"/>
                  </a:lnTo>
                  <a:lnTo>
                    <a:pt x="9560121" y="174207"/>
                  </a:lnTo>
                  <a:lnTo>
                    <a:pt x="9499924" y="197763"/>
                  </a:lnTo>
                  <a:lnTo>
                    <a:pt x="9443424" y="223735"/>
                  </a:lnTo>
                  <a:lnTo>
                    <a:pt x="9389891" y="252292"/>
                  </a:lnTo>
                  <a:lnTo>
                    <a:pt x="9347647" y="277753"/>
                  </a:lnTo>
                  <a:lnTo>
                    <a:pt x="9295572" y="312796"/>
                  </a:lnTo>
                  <a:lnTo>
                    <a:pt x="9244951" y="350814"/>
                  </a:lnTo>
                  <a:lnTo>
                    <a:pt x="9195327" y="391865"/>
                  </a:lnTo>
                  <a:lnTo>
                    <a:pt x="9146344" y="435937"/>
                  </a:lnTo>
                  <a:lnTo>
                    <a:pt x="9097732" y="482945"/>
                  </a:lnTo>
                  <a:lnTo>
                    <a:pt x="9049293" y="532722"/>
                  </a:lnTo>
                  <a:lnTo>
                    <a:pt x="9000892" y="585017"/>
                  </a:lnTo>
                  <a:lnTo>
                    <a:pt x="8952447" y="639494"/>
                  </a:lnTo>
                  <a:lnTo>
                    <a:pt x="8903923" y="695743"/>
                  </a:lnTo>
                  <a:lnTo>
                    <a:pt x="8855317" y="753286"/>
                  </a:lnTo>
                  <a:lnTo>
                    <a:pt x="8806655" y="811596"/>
                  </a:lnTo>
                  <a:lnTo>
                    <a:pt x="8757976" y="870116"/>
                  </a:lnTo>
                  <a:lnTo>
                    <a:pt x="8709325" y="928280"/>
                  </a:lnTo>
                  <a:lnTo>
                    <a:pt x="8660739" y="985536"/>
                  </a:lnTo>
                  <a:lnTo>
                    <a:pt x="8612236" y="1041368"/>
                  </a:lnTo>
                  <a:lnTo>
                    <a:pt x="8563808" y="1095315"/>
                  </a:lnTo>
                  <a:lnTo>
                    <a:pt x="8515407" y="1146984"/>
                  </a:lnTo>
                  <a:lnTo>
                    <a:pt x="8466939" y="1196062"/>
                  </a:lnTo>
                  <a:lnTo>
                    <a:pt x="8418252" y="1242321"/>
                  </a:lnTo>
                  <a:lnTo>
                    <a:pt x="8369131" y="1285613"/>
                  </a:lnTo>
                  <a:lnTo>
                    <a:pt x="8319286" y="1325874"/>
                  </a:lnTo>
                  <a:lnTo>
                    <a:pt x="8268336" y="1363111"/>
                  </a:lnTo>
                  <a:lnTo>
                    <a:pt x="8229629" y="1388768"/>
                  </a:lnTo>
                  <a:lnTo>
                    <a:pt x="8178039" y="1419508"/>
                  </a:lnTo>
                  <a:lnTo>
                    <a:pt x="8124028" y="1447596"/>
                  </a:lnTo>
                  <a:lnTo>
                    <a:pt x="8066924" y="1473124"/>
                  </a:lnTo>
                  <a:lnTo>
                    <a:pt x="8005990" y="1496272"/>
                  </a:lnTo>
                  <a:lnTo>
                    <a:pt x="7940458" y="1517256"/>
                  </a:lnTo>
                  <a:lnTo>
                    <a:pt x="7869579" y="1536301"/>
                  </a:lnTo>
                  <a:lnTo>
                    <a:pt x="7792665" y="1553616"/>
                  </a:lnTo>
                  <a:lnTo>
                    <a:pt x="7709160" y="1569386"/>
                  </a:lnTo>
                  <a:lnTo>
                    <a:pt x="7618725" y="1583767"/>
                  </a:lnTo>
                  <a:lnTo>
                    <a:pt x="7521355" y="1596878"/>
                  </a:lnTo>
                  <a:lnTo>
                    <a:pt x="7417513" y="1608799"/>
                  </a:lnTo>
                  <a:lnTo>
                    <a:pt x="7308272" y="1619579"/>
                  </a:lnTo>
                  <a:lnTo>
                    <a:pt x="7195438" y="1629231"/>
                  </a:lnTo>
                  <a:lnTo>
                    <a:pt x="7081614" y="1637744"/>
                  </a:lnTo>
                  <a:lnTo>
                    <a:pt x="6970139" y="1645095"/>
                  </a:lnTo>
                  <a:lnTo>
                    <a:pt x="6864875" y="1651264"/>
                  </a:lnTo>
                  <a:lnTo>
                    <a:pt x="6769804" y="1656249"/>
                  </a:lnTo>
                  <a:lnTo>
                    <a:pt x="6688492" y="1660088"/>
                  </a:lnTo>
                  <a:lnTo>
                    <a:pt x="6623507" y="1662864"/>
                  </a:lnTo>
                  <a:lnTo>
                    <a:pt x="6575949" y="1664711"/>
                  </a:lnTo>
                  <a:lnTo>
                    <a:pt x="6545186" y="1665801"/>
                  </a:lnTo>
                  <a:lnTo>
                    <a:pt x="6528850" y="1666330"/>
                  </a:lnTo>
                  <a:lnTo>
                    <a:pt x="6523010" y="1666504"/>
                  </a:lnTo>
                  <a:lnTo>
                    <a:pt x="6522385" y="1666521"/>
                  </a:lnTo>
                  <a:lnTo>
                    <a:pt x="5527445" y="1666521"/>
                  </a:lnTo>
                  <a:lnTo>
                    <a:pt x="5526321" y="1666497"/>
                  </a:lnTo>
                  <a:lnTo>
                    <a:pt x="5518902" y="1666329"/>
                  </a:lnTo>
                  <a:lnTo>
                    <a:pt x="5500094" y="1665863"/>
                  </a:lnTo>
                  <a:lnTo>
                    <a:pt x="5466208" y="1664946"/>
                  </a:lnTo>
                  <a:lnTo>
                    <a:pt x="5415176" y="1663430"/>
                  </a:lnTo>
                  <a:lnTo>
                    <a:pt x="5346700" y="1661189"/>
                  </a:lnTo>
                  <a:lnTo>
                    <a:pt x="5262205" y="1658129"/>
                  </a:lnTo>
                  <a:lnTo>
                    <a:pt x="5164523" y="1654195"/>
                  </a:lnTo>
                  <a:lnTo>
                    <a:pt x="5057379" y="1649366"/>
                  </a:lnTo>
                  <a:lnTo>
                    <a:pt x="4944804" y="1643644"/>
                  </a:lnTo>
                  <a:lnTo>
                    <a:pt x="4830612" y="1637048"/>
                  </a:lnTo>
                  <a:lnTo>
                    <a:pt x="4718028" y="1629594"/>
                  </a:lnTo>
                  <a:lnTo>
                    <a:pt x="4609509" y="1621288"/>
                  </a:lnTo>
                  <a:lnTo>
                    <a:pt x="4506709" y="1612112"/>
                  </a:lnTo>
                  <a:lnTo>
                    <a:pt x="4410567" y="1602028"/>
                  </a:lnTo>
                  <a:lnTo>
                    <a:pt x="4321432" y="1590965"/>
                  </a:lnTo>
                  <a:lnTo>
                    <a:pt x="4239215" y="1578828"/>
                  </a:lnTo>
                  <a:lnTo>
                    <a:pt x="4163515" y="1565495"/>
                  </a:lnTo>
                  <a:lnTo>
                    <a:pt x="4093736" y="1550818"/>
                  </a:lnTo>
                  <a:lnTo>
                    <a:pt x="4029162" y="1534637"/>
                  </a:lnTo>
                  <a:lnTo>
                    <a:pt x="3969031" y="1516782"/>
                  </a:lnTo>
                  <a:lnTo>
                    <a:pt x="3912572" y="1497091"/>
                  </a:lnTo>
                  <a:lnTo>
                    <a:pt x="3859053" y="1475442"/>
                  </a:lnTo>
                  <a:lnTo>
                    <a:pt x="3820202" y="1457769"/>
                  </a:lnTo>
                  <a:lnTo>
                    <a:pt x="3764910" y="1429704"/>
                  </a:lnTo>
                  <a:lnTo>
                    <a:pt x="3711227" y="1399109"/>
                  </a:lnTo>
                  <a:lnTo>
                    <a:pt x="3658614" y="1365939"/>
                  </a:lnTo>
                  <a:lnTo>
                    <a:pt x="3606662" y="1330212"/>
                  </a:lnTo>
                  <a:lnTo>
                    <a:pt x="3555067" y="1292023"/>
                  </a:lnTo>
                  <a:lnTo>
                    <a:pt x="3503612" y="1251543"/>
                  </a:lnTo>
                  <a:lnTo>
                    <a:pt x="3452160" y="1209026"/>
                  </a:lnTo>
                  <a:lnTo>
                    <a:pt x="3400636" y="1164803"/>
                  </a:lnTo>
                  <a:lnTo>
                    <a:pt x="3349017" y="1119273"/>
                  </a:lnTo>
                  <a:lnTo>
                    <a:pt x="3297319" y="1072894"/>
                  </a:lnTo>
                  <a:lnTo>
                    <a:pt x="3245584" y="1026159"/>
                  </a:lnTo>
                  <a:lnTo>
                    <a:pt x="3193866" y="979578"/>
                  </a:lnTo>
                  <a:lnTo>
                    <a:pt x="3142211" y="933654"/>
                  </a:lnTo>
                  <a:lnTo>
                    <a:pt x="3090649" y="888861"/>
                  </a:lnTo>
                  <a:lnTo>
                    <a:pt x="3039174" y="845624"/>
                  </a:lnTo>
                  <a:lnTo>
                    <a:pt x="2987734" y="804301"/>
                  </a:lnTo>
                  <a:lnTo>
                    <a:pt x="2936216" y="765179"/>
                  </a:lnTo>
                  <a:lnTo>
                    <a:pt x="2884436" y="728460"/>
                  </a:lnTo>
                  <a:lnTo>
                    <a:pt x="2832128" y="694269"/>
                  </a:lnTo>
                  <a:lnTo>
                    <a:pt x="2778926" y="662655"/>
                  </a:lnTo>
                  <a:lnTo>
                    <a:pt x="2724346" y="633595"/>
                  </a:lnTo>
                  <a:lnTo>
                    <a:pt x="2702183" y="622762"/>
                  </a:lnTo>
                  <a:lnTo>
                    <a:pt x="2650444" y="599595"/>
                  </a:lnTo>
                  <a:lnTo>
                    <a:pt x="2596269" y="578434"/>
                  </a:lnTo>
                  <a:lnTo>
                    <a:pt x="2538979" y="559207"/>
                  </a:lnTo>
                  <a:lnTo>
                    <a:pt x="2477831" y="541777"/>
                  </a:lnTo>
                  <a:lnTo>
                    <a:pt x="2412050" y="525981"/>
                  </a:lnTo>
                  <a:lnTo>
                    <a:pt x="2340882" y="511649"/>
                  </a:lnTo>
                  <a:lnTo>
                    <a:pt x="2263634" y="498621"/>
                  </a:lnTo>
                  <a:lnTo>
                    <a:pt x="2179747" y="486758"/>
                  </a:lnTo>
                  <a:lnTo>
                    <a:pt x="2088888" y="475943"/>
                  </a:lnTo>
                  <a:lnTo>
                    <a:pt x="1991061" y="466087"/>
                  </a:lnTo>
                  <a:lnTo>
                    <a:pt x="1886747" y="457127"/>
                  </a:lnTo>
                  <a:lnTo>
                    <a:pt x="1777048" y="449030"/>
                  </a:lnTo>
                  <a:lnTo>
                    <a:pt x="1663812" y="441786"/>
                  </a:lnTo>
                  <a:lnTo>
                    <a:pt x="1549690" y="435402"/>
                  </a:lnTo>
                  <a:lnTo>
                    <a:pt x="1438078" y="429898"/>
                  </a:lnTo>
                  <a:lnTo>
                    <a:pt x="1332883" y="425288"/>
                  </a:lnTo>
                  <a:lnTo>
                    <a:pt x="1238114" y="421572"/>
                  </a:lnTo>
                  <a:lnTo>
                    <a:pt x="1157332" y="418720"/>
                  </a:lnTo>
                  <a:lnTo>
                    <a:pt x="1093064" y="416667"/>
                  </a:lnTo>
                  <a:lnTo>
                    <a:pt x="1046332" y="415310"/>
                  </a:lnTo>
                  <a:lnTo>
                    <a:pt x="1016401" y="414517"/>
                  </a:lnTo>
                  <a:lnTo>
                    <a:pt x="1000784" y="414139"/>
                  </a:lnTo>
                  <a:lnTo>
                    <a:pt x="995429" y="414020"/>
                  </a:lnTo>
                  <a:lnTo>
                    <a:pt x="994940" y="414010"/>
                  </a:lnTo>
                  <a:lnTo>
                    <a:pt x="0" y="41401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79" name="pl378"/>
            <p:cNvSpPr/>
            <p:nvPr/>
          </p:nvSpPr>
          <p:spPr>
            <a:xfrm>
              <a:off x="1199187" y="2006998"/>
              <a:ext cx="12049831" cy="1666521"/>
            </a:xfrm>
            <a:custGeom>
              <a:avLst/>
              <a:pathLst>
                <a:path w="12049831" h="1666521">
                  <a:moveTo>
                    <a:pt x="0" y="414010"/>
                  </a:moveTo>
                  <a:lnTo>
                    <a:pt x="994940" y="414010"/>
                  </a:lnTo>
                  <a:lnTo>
                    <a:pt x="996064" y="414033"/>
                  </a:lnTo>
                  <a:lnTo>
                    <a:pt x="1003483" y="414202"/>
                  </a:lnTo>
                  <a:lnTo>
                    <a:pt x="1022291" y="414667"/>
                  </a:lnTo>
                  <a:lnTo>
                    <a:pt x="1056177" y="415585"/>
                  </a:lnTo>
                  <a:lnTo>
                    <a:pt x="1107209" y="417101"/>
                  </a:lnTo>
                  <a:lnTo>
                    <a:pt x="1175685" y="419342"/>
                  </a:lnTo>
                  <a:lnTo>
                    <a:pt x="1260180" y="422401"/>
                  </a:lnTo>
                  <a:lnTo>
                    <a:pt x="1357862" y="426335"/>
                  </a:lnTo>
                  <a:lnTo>
                    <a:pt x="1465006" y="431165"/>
                  </a:lnTo>
                  <a:lnTo>
                    <a:pt x="1577581" y="436887"/>
                  </a:lnTo>
                  <a:lnTo>
                    <a:pt x="1691773" y="443483"/>
                  </a:lnTo>
                  <a:lnTo>
                    <a:pt x="1804357" y="450937"/>
                  </a:lnTo>
                  <a:lnTo>
                    <a:pt x="1912876" y="459243"/>
                  </a:lnTo>
                  <a:lnTo>
                    <a:pt x="2015676" y="468418"/>
                  </a:lnTo>
                  <a:lnTo>
                    <a:pt x="2111818" y="478503"/>
                  </a:lnTo>
                  <a:lnTo>
                    <a:pt x="2200953" y="489566"/>
                  </a:lnTo>
                  <a:lnTo>
                    <a:pt x="2283170" y="501702"/>
                  </a:lnTo>
                  <a:lnTo>
                    <a:pt x="2358870" y="515036"/>
                  </a:lnTo>
                  <a:lnTo>
                    <a:pt x="2428649" y="529712"/>
                  </a:lnTo>
                  <a:lnTo>
                    <a:pt x="2493223" y="545893"/>
                  </a:lnTo>
                  <a:lnTo>
                    <a:pt x="2553354" y="563749"/>
                  </a:lnTo>
                  <a:lnTo>
                    <a:pt x="2609813" y="583439"/>
                  </a:lnTo>
                  <a:lnTo>
                    <a:pt x="2663332" y="605089"/>
                  </a:lnTo>
                  <a:lnTo>
                    <a:pt x="2702183" y="622762"/>
                  </a:lnTo>
                  <a:lnTo>
                    <a:pt x="2757475" y="650827"/>
                  </a:lnTo>
                  <a:lnTo>
                    <a:pt x="2811158" y="681422"/>
                  </a:lnTo>
                  <a:lnTo>
                    <a:pt x="2863771" y="714592"/>
                  </a:lnTo>
                  <a:lnTo>
                    <a:pt x="2915723" y="750319"/>
                  </a:lnTo>
                  <a:lnTo>
                    <a:pt x="2967318" y="788508"/>
                  </a:lnTo>
                  <a:lnTo>
                    <a:pt x="3018773" y="828987"/>
                  </a:lnTo>
                  <a:lnTo>
                    <a:pt x="3070224" y="871504"/>
                  </a:lnTo>
                  <a:lnTo>
                    <a:pt x="3121749" y="915728"/>
                  </a:lnTo>
                  <a:lnTo>
                    <a:pt x="3173368" y="961257"/>
                  </a:lnTo>
                  <a:lnTo>
                    <a:pt x="3225066" y="1007637"/>
                  </a:lnTo>
                  <a:lnTo>
                    <a:pt x="3276801" y="1054372"/>
                  </a:lnTo>
                  <a:lnTo>
                    <a:pt x="3328519" y="1100953"/>
                  </a:lnTo>
                  <a:lnTo>
                    <a:pt x="3380174" y="1146877"/>
                  </a:lnTo>
                  <a:lnTo>
                    <a:pt x="3431736" y="1191670"/>
                  </a:lnTo>
                  <a:lnTo>
                    <a:pt x="3483210" y="1234907"/>
                  </a:lnTo>
                  <a:lnTo>
                    <a:pt x="3534651" y="1276229"/>
                  </a:lnTo>
                  <a:lnTo>
                    <a:pt x="3586169" y="1315352"/>
                  </a:lnTo>
                  <a:lnTo>
                    <a:pt x="3637949" y="1352071"/>
                  </a:lnTo>
                  <a:lnTo>
                    <a:pt x="3690257" y="1386262"/>
                  </a:lnTo>
                  <a:lnTo>
                    <a:pt x="3743459" y="1417876"/>
                  </a:lnTo>
                  <a:lnTo>
                    <a:pt x="3798039" y="1446935"/>
                  </a:lnTo>
                  <a:lnTo>
                    <a:pt x="3820202" y="1457769"/>
                  </a:lnTo>
                  <a:lnTo>
                    <a:pt x="3871941" y="1480936"/>
                  </a:lnTo>
                  <a:lnTo>
                    <a:pt x="3926116" y="1502097"/>
                  </a:lnTo>
                  <a:lnTo>
                    <a:pt x="3983406" y="1521324"/>
                  </a:lnTo>
                  <a:lnTo>
                    <a:pt x="4044554" y="1538753"/>
                  </a:lnTo>
                  <a:lnTo>
                    <a:pt x="4110335" y="1554550"/>
                  </a:lnTo>
                  <a:lnTo>
                    <a:pt x="4181503" y="1568882"/>
                  </a:lnTo>
                  <a:lnTo>
                    <a:pt x="4258751" y="1581910"/>
                  </a:lnTo>
                  <a:lnTo>
                    <a:pt x="4342638" y="1593773"/>
                  </a:lnTo>
                  <a:lnTo>
                    <a:pt x="4433497" y="1604588"/>
                  </a:lnTo>
                  <a:lnTo>
                    <a:pt x="4531324" y="1614444"/>
                  </a:lnTo>
                  <a:lnTo>
                    <a:pt x="4635638" y="1623404"/>
                  </a:lnTo>
                  <a:lnTo>
                    <a:pt x="4745337" y="1631501"/>
                  </a:lnTo>
                  <a:lnTo>
                    <a:pt x="4858573" y="1638745"/>
                  </a:lnTo>
                  <a:lnTo>
                    <a:pt x="4972695" y="1645128"/>
                  </a:lnTo>
                  <a:lnTo>
                    <a:pt x="5084307" y="1650633"/>
                  </a:lnTo>
                  <a:lnTo>
                    <a:pt x="5189502" y="1655243"/>
                  </a:lnTo>
                  <a:lnTo>
                    <a:pt x="5284271" y="1658959"/>
                  </a:lnTo>
                  <a:lnTo>
                    <a:pt x="5365053" y="1661811"/>
                  </a:lnTo>
                  <a:lnTo>
                    <a:pt x="5429321" y="1663864"/>
                  </a:lnTo>
                  <a:lnTo>
                    <a:pt x="5476053" y="1665221"/>
                  </a:lnTo>
                  <a:lnTo>
                    <a:pt x="5505984" y="1666014"/>
                  </a:lnTo>
                  <a:lnTo>
                    <a:pt x="5521601" y="1666392"/>
                  </a:lnTo>
                  <a:lnTo>
                    <a:pt x="5526956" y="1666511"/>
                  </a:lnTo>
                  <a:lnTo>
                    <a:pt x="5527445" y="1666521"/>
                  </a:lnTo>
                  <a:lnTo>
                    <a:pt x="6522385" y="1666521"/>
                  </a:lnTo>
                  <a:lnTo>
                    <a:pt x="6523500" y="1666490"/>
                  </a:lnTo>
                  <a:lnTo>
                    <a:pt x="6530860" y="1666268"/>
                  </a:lnTo>
                  <a:lnTo>
                    <a:pt x="6549519" y="1665654"/>
                  </a:lnTo>
                  <a:lnTo>
                    <a:pt x="6583147" y="1664443"/>
                  </a:lnTo>
                  <a:lnTo>
                    <a:pt x="6633814" y="1662442"/>
                  </a:lnTo>
                  <a:lnTo>
                    <a:pt x="6701834" y="1659485"/>
                  </a:lnTo>
                  <a:lnTo>
                    <a:pt x="6785821" y="1655447"/>
                  </a:lnTo>
                  <a:lnTo>
                    <a:pt x="6882987" y="1650252"/>
                  </a:lnTo>
                  <a:lnTo>
                    <a:pt x="6989651" y="1643872"/>
                  </a:lnTo>
                  <a:lnTo>
                    <a:pt x="7101817" y="1636312"/>
                  </a:lnTo>
                  <a:lnTo>
                    <a:pt x="7215690" y="1627595"/>
                  </a:lnTo>
                  <a:lnTo>
                    <a:pt x="7328051" y="1617742"/>
                  </a:lnTo>
                  <a:lnTo>
                    <a:pt x="7436441" y="1606761"/>
                  </a:lnTo>
                  <a:lnTo>
                    <a:pt x="7539189" y="1594632"/>
                  </a:lnTo>
                  <a:lnTo>
                    <a:pt x="7635342" y="1581302"/>
                  </a:lnTo>
                  <a:lnTo>
                    <a:pt x="7724532" y="1566684"/>
                  </a:lnTo>
                  <a:lnTo>
                    <a:pt x="7806831" y="1550650"/>
                  </a:lnTo>
                  <a:lnTo>
                    <a:pt x="7882625" y="1533042"/>
                  </a:lnTo>
                  <a:lnTo>
                    <a:pt x="7952499" y="1513667"/>
                  </a:lnTo>
                  <a:lnTo>
                    <a:pt x="8017156" y="1492314"/>
                  </a:lnTo>
                  <a:lnTo>
                    <a:pt x="8077352" y="1468758"/>
                  </a:lnTo>
                  <a:lnTo>
                    <a:pt x="8133852" y="1442785"/>
                  </a:lnTo>
                  <a:lnTo>
                    <a:pt x="8187385" y="1414229"/>
                  </a:lnTo>
                  <a:lnTo>
                    <a:pt x="8229629" y="1388768"/>
                  </a:lnTo>
                  <a:lnTo>
                    <a:pt x="8281704" y="1353725"/>
                  </a:lnTo>
                  <a:lnTo>
                    <a:pt x="8332325" y="1315706"/>
                  </a:lnTo>
                  <a:lnTo>
                    <a:pt x="8381949" y="1274656"/>
                  </a:lnTo>
                  <a:lnTo>
                    <a:pt x="8430932" y="1230583"/>
                  </a:lnTo>
                  <a:lnTo>
                    <a:pt x="8479545" y="1183575"/>
                  </a:lnTo>
                  <a:lnTo>
                    <a:pt x="8527984" y="1133798"/>
                  </a:lnTo>
                  <a:lnTo>
                    <a:pt x="8576385" y="1081504"/>
                  </a:lnTo>
                  <a:lnTo>
                    <a:pt x="8624829" y="1027027"/>
                  </a:lnTo>
                  <a:lnTo>
                    <a:pt x="8673354" y="970778"/>
                  </a:lnTo>
                  <a:lnTo>
                    <a:pt x="8721960" y="913235"/>
                  </a:lnTo>
                  <a:lnTo>
                    <a:pt x="8770622" y="854924"/>
                  </a:lnTo>
                  <a:lnTo>
                    <a:pt x="8819301" y="796404"/>
                  </a:lnTo>
                  <a:lnTo>
                    <a:pt x="8867952" y="738240"/>
                  </a:lnTo>
                  <a:lnTo>
                    <a:pt x="8916538" y="680985"/>
                  </a:lnTo>
                  <a:lnTo>
                    <a:pt x="8965040" y="625153"/>
                  </a:lnTo>
                  <a:lnTo>
                    <a:pt x="9013468" y="571206"/>
                  </a:lnTo>
                  <a:lnTo>
                    <a:pt x="9061869" y="519537"/>
                  </a:lnTo>
                  <a:lnTo>
                    <a:pt x="9110338" y="470458"/>
                  </a:lnTo>
                  <a:lnTo>
                    <a:pt x="9159025" y="424200"/>
                  </a:lnTo>
                  <a:lnTo>
                    <a:pt x="9208145" y="380908"/>
                  </a:lnTo>
                  <a:lnTo>
                    <a:pt x="9257990" y="340647"/>
                  </a:lnTo>
                  <a:lnTo>
                    <a:pt x="9308940" y="303409"/>
                  </a:lnTo>
                  <a:lnTo>
                    <a:pt x="9347647" y="277753"/>
                  </a:lnTo>
                  <a:lnTo>
                    <a:pt x="9399238" y="247012"/>
                  </a:lnTo>
                  <a:lnTo>
                    <a:pt x="9453249" y="218925"/>
                  </a:lnTo>
                  <a:lnTo>
                    <a:pt x="9510352" y="193397"/>
                  </a:lnTo>
                  <a:lnTo>
                    <a:pt x="9571287" y="170249"/>
                  </a:lnTo>
                  <a:lnTo>
                    <a:pt x="9636818" y="149264"/>
                  </a:lnTo>
                  <a:lnTo>
                    <a:pt x="9707697" y="130220"/>
                  </a:lnTo>
                  <a:lnTo>
                    <a:pt x="9784611" y="112905"/>
                  </a:lnTo>
                  <a:lnTo>
                    <a:pt x="9868117" y="97134"/>
                  </a:lnTo>
                  <a:lnTo>
                    <a:pt x="9958552" y="82753"/>
                  </a:lnTo>
                  <a:lnTo>
                    <a:pt x="10055921" y="69643"/>
                  </a:lnTo>
                  <a:lnTo>
                    <a:pt x="10159763" y="57721"/>
                  </a:lnTo>
                  <a:lnTo>
                    <a:pt x="10269004" y="46942"/>
                  </a:lnTo>
                  <a:lnTo>
                    <a:pt x="10381838" y="37290"/>
                  </a:lnTo>
                  <a:lnTo>
                    <a:pt x="10495663" y="28776"/>
                  </a:lnTo>
                  <a:lnTo>
                    <a:pt x="10607138" y="21425"/>
                  </a:lnTo>
                  <a:lnTo>
                    <a:pt x="10712402" y="15257"/>
                  </a:lnTo>
                  <a:lnTo>
                    <a:pt x="10807472" y="10272"/>
                  </a:lnTo>
                  <a:lnTo>
                    <a:pt x="10888785" y="6433"/>
                  </a:lnTo>
                  <a:lnTo>
                    <a:pt x="10953770" y="3656"/>
                  </a:lnTo>
                  <a:lnTo>
                    <a:pt x="11001328" y="1809"/>
                  </a:lnTo>
                  <a:lnTo>
                    <a:pt x="11032090" y="720"/>
                  </a:lnTo>
                  <a:lnTo>
                    <a:pt x="11048426" y="191"/>
                  </a:lnTo>
                  <a:lnTo>
                    <a:pt x="11054266" y="17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0" name="pl379"/>
            <p:cNvSpPr/>
            <p:nvPr/>
          </p:nvSpPr>
          <p:spPr>
            <a:xfrm>
              <a:off x="1199187" y="2001757"/>
              <a:ext cx="12049831" cy="1666521"/>
            </a:xfrm>
            <a:custGeom>
              <a:avLst/>
              <a:pathLst>
                <a:path w="12049831" h="1666521">
                  <a:moveTo>
                    <a:pt x="12049831" y="0"/>
                  </a:moveTo>
                  <a:lnTo>
                    <a:pt x="11054891" y="0"/>
                  </a:lnTo>
                  <a:lnTo>
                    <a:pt x="11053776" y="31"/>
                  </a:lnTo>
                  <a:lnTo>
                    <a:pt x="11046417" y="253"/>
                  </a:lnTo>
                  <a:lnTo>
                    <a:pt x="11027758" y="867"/>
                  </a:lnTo>
                  <a:lnTo>
                    <a:pt x="10994129" y="2078"/>
                  </a:lnTo>
                  <a:lnTo>
                    <a:pt x="10943463" y="4078"/>
                  </a:lnTo>
                  <a:lnTo>
                    <a:pt x="10875442" y="7036"/>
                  </a:lnTo>
                  <a:lnTo>
                    <a:pt x="10791456" y="11074"/>
                  </a:lnTo>
                  <a:lnTo>
                    <a:pt x="10694289" y="16268"/>
                  </a:lnTo>
                  <a:lnTo>
                    <a:pt x="10587625" y="22648"/>
                  </a:lnTo>
                  <a:lnTo>
                    <a:pt x="10475460" y="30208"/>
                  </a:lnTo>
                  <a:lnTo>
                    <a:pt x="10361586" y="38926"/>
                  </a:lnTo>
                  <a:lnTo>
                    <a:pt x="10249225" y="48779"/>
                  </a:lnTo>
                  <a:lnTo>
                    <a:pt x="10140836" y="59760"/>
                  </a:lnTo>
                  <a:lnTo>
                    <a:pt x="10038087" y="71889"/>
                  </a:lnTo>
                  <a:lnTo>
                    <a:pt x="9941934" y="85218"/>
                  </a:lnTo>
                  <a:lnTo>
                    <a:pt x="9852745" y="99837"/>
                  </a:lnTo>
                  <a:lnTo>
                    <a:pt x="9770445" y="115871"/>
                  </a:lnTo>
                  <a:lnTo>
                    <a:pt x="9694652" y="133479"/>
                  </a:lnTo>
                  <a:lnTo>
                    <a:pt x="9624778" y="152853"/>
                  </a:lnTo>
                  <a:lnTo>
                    <a:pt x="9560121" y="174207"/>
                  </a:lnTo>
                  <a:lnTo>
                    <a:pt x="9499924" y="197763"/>
                  </a:lnTo>
                  <a:lnTo>
                    <a:pt x="9443424" y="223735"/>
                  </a:lnTo>
                  <a:lnTo>
                    <a:pt x="9389891" y="252292"/>
                  </a:lnTo>
                  <a:lnTo>
                    <a:pt x="9347647" y="277753"/>
                  </a:lnTo>
                  <a:lnTo>
                    <a:pt x="9295572" y="312796"/>
                  </a:lnTo>
                  <a:lnTo>
                    <a:pt x="9244951" y="350814"/>
                  </a:lnTo>
                  <a:lnTo>
                    <a:pt x="9195327" y="391865"/>
                  </a:lnTo>
                  <a:lnTo>
                    <a:pt x="9146344" y="435937"/>
                  </a:lnTo>
                  <a:lnTo>
                    <a:pt x="9097732" y="482945"/>
                  </a:lnTo>
                  <a:lnTo>
                    <a:pt x="9049293" y="532722"/>
                  </a:lnTo>
                  <a:lnTo>
                    <a:pt x="9000892" y="585017"/>
                  </a:lnTo>
                  <a:lnTo>
                    <a:pt x="8952447" y="639494"/>
                  </a:lnTo>
                  <a:lnTo>
                    <a:pt x="8903923" y="695743"/>
                  </a:lnTo>
                  <a:lnTo>
                    <a:pt x="8855317" y="753286"/>
                  </a:lnTo>
                  <a:lnTo>
                    <a:pt x="8806655" y="811596"/>
                  </a:lnTo>
                  <a:lnTo>
                    <a:pt x="8757976" y="870116"/>
                  </a:lnTo>
                  <a:lnTo>
                    <a:pt x="8709325" y="928280"/>
                  </a:lnTo>
                  <a:lnTo>
                    <a:pt x="8660739" y="985536"/>
                  </a:lnTo>
                  <a:lnTo>
                    <a:pt x="8612236" y="1041368"/>
                  </a:lnTo>
                  <a:lnTo>
                    <a:pt x="8563808" y="1095315"/>
                  </a:lnTo>
                  <a:lnTo>
                    <a:pt x="8515407" y="1146984"/>
                  </a:lnTo>
                  <a:lnTo>
                    <a:pt x="8466939" y="1196062"/>
                  </a:lnTo>
                  <a:lnTo>
                    <a:pt x="8418252" y="1242321"/>
                  </a:lnTo>
                  <a:lnTo>
                    <a:pt x="8369131" y="1285613"/>
                  </a:lnTo>
                  <a:lnTo>
                    <a:pt x="8319286" y="1325874"/>
                  </a:lnTo>
                  <a:lnTo>
                    <a:pt x="8268336" y="1363111"/>
                  </a:lnTo>
                  <a:lnTo>
                    <a:pt x="8229629" y="1388768"/>
                  </a:lnTo>
                  <a:lnTo>
                    <a:pt x="8178039" y="1419508"/>
                  </a:lnTo>
                  <a:lnTo>
                    <a:pt x="8124028" y="1447596"/>
                  </a:lnTo>
                  <a:lnTo>
                    <a:pt x="8066924" y="1473124"/>
                  </a:lnTo>
                  <a:lnTo>
                    <a:pt x="8005990" y="1496272"/>
                  </a:lnTo>
                  <a:lnTo>
                    <a:pt x="7940458" y="1517256"/>
                  </a:lnTo>
                  <a:lnTo>
                    <a:pt x="7869579" y="1536301"/>
                  </a:lnTo>
                  <a:lnTo>
                    <a:pt x="7792665" y="1553616"/>
                  </a:lnTo>
                  <a:lnTo>
                    <a:pt x="7709160" y="1569386"/>
                  </a:lnTo>
                  <a:lnTo>
                    <a:pt x="7618725" y="1583767"/>
                  </a:lnTo>
                  <a:lnTo>
                    <a:pt x="7521355" y="1596878"/>
                  </a:lnTo>
                  <a:lnTo>
                    <a:pt x="7417513" y="1608799"/>
                  </a:lnTo>
                  <a:lnTo>
                    <a:pt x="7308272" y="1619579"/>
                  </a:lnTo>
                  <a:lnTo>
                    <a:pt x="7195438" y="1629231"/>
                  </a:lnTo>
                  <a:lnTo>
                    <a:pt x="7081614" y="1637744"/>
                  </a:lnTo>
                  <a:lnTo>
                    <a:pt x="6970139" y="1645095"/>
                  </a:lnTo>
                  <a:lnTo>
                    <a:pt x="6864875" y="1651264"/>
                  </a:lnTo>
                  <a:lnTo>
                    <a:pt x="6769804" y="1656249"/>
                  </a:lnTo>
                  <a:lnTo>
                    <a:pt x="6688492" y="1660088"/>
                  </a:lnTo>
                  <a:lnTo>
                    <a:pt x="6623507" y="1662864"/>
                  </a:lnTo>
                  <a:lnTo>
                    <a:pt x="6575949" y="1664711"/>
                  </a:lnTo>
                  <a:lnTo>
                    <a:pt x="6545186" y="1665801"/>
                  </a:lnTo>
                  <a:lnTo>
                    <a:pt x="6528850" y="1666330"/>
                  </a:lnTo>
                  <a:lnTo>
                    <a:pt x="6523010" y="1666504"/>
                  </a:lnTo>
                  <a:lnTo>
                    <a:pt x="6522385" y="1666521"/>
                  </a:lnTo>
                  <a:lnTo>
                    <a:pt x="5527445" y="1666521"/>
                  </a:lnTo>
                  <a:lnTo>
                    <a:pt x="5526321" y="1666497"/>
                  </a:lnTo>
                  <a:lnTo>
                    <a:pt x="5518902" y="1666329"/>
                  </a:lnTo>
                  <a:lnTo>
                    <a:pt x="5500094" y="1665863"/>
                  </a:lnTo>
                  <a:lnTo>
                    <a:pt x="5466208" y="1664946"/>
                  </a:lnTo>
                  <a:lnTo>
                    <a:pt x="5415176" y="1663430"/>
                  </a:lnTo>
                  <a:lnTo>
                    <a:pt x="5346700" y="1661189"/>
                  </a:lnTo>
                  <a:lnTo>
                    <a:pt x="5262205" y="1658129"/>
                  </a:lnTo>
                  <a:lnTo>
                    <a:pt x="5164523" y="1654195"/>
                  </a:lnTo>
                  <a:lnTo>
                    <a:pt x="5057379" y="1649366"/>
                  </a:lnTo>
                  <a:lnTo>
                    <a:pt x="4944804" y="1643644"/>
                  </a:lnTo>
                  <a:lnTo>
                    <a:pt x="4830612" y="1637048"/>
                  </a:lnTo>
                  <a:lnTo>
                    <a:pt x="4718028" y="1629594"/>
                  </a:lnTo>
                  <a:lnTo>
                    <a:pt x="4609509" y="1621288"/>
                  </a:lnTo>
                  <a:lnTo>
                    <a:pt x="4506709" y="1612112"/>
                  </a:lnTo>
                  <a:lnTo>
                    <a:pt x="4410567" y="1602028"/>
                  </a:lnTo>
                  <a:lnTo>
                    <a:pt x="4321432" y="1590965"/>
                  </a:lnTo>
                  <a:lnTo>
                    <a:pt x="4239215" y="1578828"/>
                  </a:lnTo>
                  <a:lnTo>
                    <a:pt x="4163515" y="1565495"/>
                  </a:lnTo>
                  <a:lnTo>
                    <a:pt x="4093736" y="1550818"/>
                  </a:lnTo>
                  <a:lnTo>
                    <a:pt x="4029162" y="1534637"/>
                  </a:lnTo>
                  <a:lnTo>
                    <a:pt x="3969031" y="1516782"/>
                  </a:lnTo>
                  <a:lnTo>
                    <a:pt x="3912572" y="1497091"/>
                  </a:lnTo>
                  <a:lnTo>
                    <a:pt x="3859053" y="1475442"/>
                  </a:lnTo>
                  <a:lnTo>
                    <a:pt x="3820202" y="1457769"/>
                  </a:lnTo>
                  <a:lnTo>
                    <a:pt x="3764910" y="1429704"/>
                  </a:lnTo>
                  <a:lnTo>
                    <a:pt x="3711227" y="1399109"/>
                  </a:lnTo>
                  <a:lnTo>
                    <a:pt x="3658614" y="1365939"/>
                  </a:lnTo>
                  <a:lnTo>
                    <a:pt x="3606662" y="1330212"/>
                  </a:lnTo>
                  <a:lnTo>
                    <a:pt x="3555067" y="1292023"/>
                  </a:lnTo>
                  <a:lnTo>
                    <a:pt x="3503612" y="1251543"/>
                  </a:lnTo>
                  <a:lnTo>
                    <a:pt x="3452160" y="1209026"/>
                  </a:lnTo>
                  <a:lnTo>
                    <a:pt x="3400636" y="1164803"/>
                  </a:lnTo>
                  <a:lnTo>
                    <a:pt x="3349017" y="1119273"/>
                  </a:lnTo>
                  <a:lnTo>
                    <a:pt x="3297319" y="1072894"/>
                  </a:lnTo>
                  <a:lnTo>
                    <a:pt x="3245584" y="1026159"/>
                  </a:lnTo>
                  <a:lnTo>
                    <a:pt x="3193866" y="979578"/>
                  </a:lnTo>
                  <a:lnTo>
                    <a:pt x="3142211" y="933654"/>
                  </a:lnTo>
                  <a:lnTo>
                    <a:pt x="3090649" y="888861"/>
                  </a:lnTo>
                  <a:lnTo>
                    <a:pt x="3039174" y="845624"/>
                  </a:lnTo>
                  <a:lnTo>
                    <a:pt x="2987734" y="804301"/>
                  </a:lnTo>
                  <a:lnTo>
                    <a:pt x="2936216" y="765179"/>
                  </a:lnTo>
                  <a:lnTo>
                    <a:pt x="2884436" y="728460"/>
                  </a:lnTo>
                  <a:lnTo>
                    <a:pt x="2832128" y="694269"/>
                  </a:lnTo>
                  <a:lnTo>
                    <a:pt x="2778926" y="662655"/>
                  </a:lnTo>
                  <a:lnTo>
                    <a:pt x="2724346" y="633595"/>
                  </a:lnTo>
                  <a:lnTo>
                    <a:pt x="2702183" y="622762"/>
                  </a:lnTo>
                  <a:lnTo>
                    <a:pt x="2650444" y="599595"/>
                  </a:lnTo>
                  <a:lnTo>
                    <a:pt x="2596269" y="578434"/>
                  </a:lnTo>
                  <a:lnTo>
                    <a:pt x="2538979" y="559207"/>
                  </a:lnTo>
                  <a:lnTo>
                    <a:pt x="2477831" y="541777"/>
                  </a:lnTo>
                  <a:lnTo>
                    <a:pt x="2412050" y="525981"/>
                  </a:lnTo>
                  <a:lnTo>
                    <a:pt x="2340882" y="511649"/>
                  </a:lnTo>
                  <a:lnTo>
                    <a:pt x="2263634" y="498621"/>
                  </a:lnTo>
                  <a:lnTo>
                    <a:pt x="2179747" y="486758"/>
                  </a:lnTo>
                  <a:lnTo>
                    <a:pt x="2088888" y="475943"/>
                  </a:lnTo>
                  <a:lnTo>
                    <a:pt x="1991061" y="466087"/>
                  </a:lnTo>
                  <a:lnTo>
                    <a:pt x="1886747" y="457127"/>
                  </a:lnTo>
                  <a:lnTo>
                    <a:pt x="1777048" y="449030"/>
                  </a:lnTo>
                  <a:lnTo>
                    <a:pt x="1663812" y="441786"/>
                  </a:lnTo>
                  <a:lnTo>
                    <a:pt x="1549690" y="435402"/>
                  </a:lnTo>
                  <a:lnTo>
                    <a:pt x="1438078" y="429898"/>
                  </a:lnTo>
                  <a:lnTo>
                    <a:pt x="1332883" y="425288"/>
                  </a:lnTo>
                  <a:lnTo>
                    <a:pt x="1238114" y="421572"/>
                  </a:lnTo>
                  <a:lnTo>
                    <a:pt x="1157332" y="418720"/>
                  </a:lnTo>
                  <a:lnTo>
                    <a:pt x="1093064" y="416667"/>
                  </a:lnTo>
                  <a:lnTo>
                    <a:pt x="1046332" y="415310"/>
                  </a:lnTo>
                  <a:lnTo>
                    <a:pt x="1016401" y="414517"/>
                  </a:lnTo>
                  <a:lnTo>
                    <a:pt x="1000784" y="414139"/>
                  </a:lnTo>
                  <a:lnTo>
                    <a:pt x="995429" y="414020"/>
                  </a:lnTo>
                  <a:lnTo>
                    <a:pt x="994940" y="414010"/>
                  </a:lnTo>
                  <a:lnTo>
                    <a:pt x="0" y="414010"/>
                  </a:lnTo>
                  <a:lnTo>
                    <a:pt x="0" y="4140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1" name="pg380"/>
            <p:cNvSpPr/>
            <p:nvPr/>
          </p:nvSpPr>
          <p:spPr>
            <a:xfrm>
              <a:off x="1199187" y="2211383"/>
              <a:ext cx="12049831" cy="1467377"/>
            </a:xfrm>
            <a:custGeom>
              <a:avLst/>
              <a:pathLst>
                <a:path w="12049831" h="1467377">
                  <a:moveTo>
                    <a:pt x="0" y="214865"/>
                  </a:moveTo>
                  <a:lnTo>
                    <a:pt x="994940" y="214865"/>
                  </a:lnTo>
                  <a:lnTo>
                    <a:pt x="996064" y="214889"/>
                  </a:lnTo>
                  <a:lnTo>
                    <a:pt x="1003483" y="215058"/>
                  </a:lnTo>
                  <a:lnTo>
                    <a:pt x="1022291" y="215523"/>
                  </a:lnTo>
                  <a:lnTo>
                    <a:pt x="1056177" y="216441"/>
                  </a:lnTo>
                  <a:lnTo>
                    <a:pt x="1107209" y="217957"/>
                  </a:lnTo>
                  <a:lnTo>
                    <a:pt x="1175685" y="220198"/>
                  </a:lnTo>
                  <a:lnTo>
                    <a:pt x="1260180" y="223257"/>
                  </a:lnTo>
                  <a:lnTo>
                    <a:pt x="1357862" y="227191"/>
                  </a:lnTo>
                  <a:lnTo>
                    <a:pt x="1465006" y="232021"/>
                  </a:lnTo>
                  <a:lnTo>
                    <a:pt x="1577581" y="237743"/>
                  </a:lnTo>
                  <a:lnTo>
                    <a:pt x="1691773" y="244339"/>
                  </a:lnTo>
                  <a:lnTo>
                    <a:pt x="1804357" y="251792"/>
                  </a:lnTo>
                  <a:lnTo>
                    <a:pt x="1912876" y="260099"/>
                  </a:lnTo>
                  <a:lnTo>
                    <a:pt x="2015676" y="269274"/>
                  </a:lnTo>
                  <a:lnTo>
                    <a:pt x="2111818" y="279359"/>
                  </a:lnTo>
                  <a:lnTo>
                    <a:pt x="2200953" y="290422"/>
                  </a:lnTo>
                  <a:lnTo>
                    <a:pt x="2283170" y="302558"/>
                  </a:lnTo>
                  <a:lnTo>
                    <a:pt x="2358870" y="315892"/>
                  </a:lnTo>
                  <a:lnTo>
                    <a:pt x="2428649" y="330568"/>
                  </a:lnTo>
                  <a:lnTo>
                    <a:pt x="2493223" y="346749"/>
                  </a:lnTo>
                  <a:lnTo>
                    <a:pt x="2553354" y="364605"/>
                  </a:lnTo>
                  <a:lnTo>
                    <a:pt x="2609813" y="384295"/>
                  </a:lnTo>
                  <a:lnTo>
                    <a:pt x="2663332" y="405945"/>
                  </a:lnTo>
                  <a:lnTo>
                    <a:pt x="2702183" y="423617"/>
                  </a:lnTo>
                  <a:lnTo>
                    <a:pt x="2757475" y="451682"/>
                  </a:lnTo>
                  <a:lnTo>
                    <a:pt x="2811158" y="482277"/>
                  </a:lnTo>
                  <a:lnTo>
                    <a:pt x="2863771" y="515448"/>
                  </a:lnTo>
                  <a:lnTo>
                    <a:pt x="2915723" y="551175"/>
                  </a:lnTo>
                  <a:lnTo>
                    <a:pt x="2967318" y="589364"/>
                  </a:lnTo>
                  <a:lnTo>
                    <a:pt x="3018773" y="629843"/>
                  </a:lnTo>
                  <a:lnTo>
                    <a:pt x="3070224" y="672360"/>
                  </a:lnTo>
                  <a:lnTo>
                    <a:pt x="3121749" y="716584"/>
                  </a:lnTo>
                  <a:lnTo>
                    <a:pt x="3173368" y="762113"/>
                  </a:lnTo>
                  <a:lnTo>
                    <a:pt x="3225066" y="808493"/>
                  </a:lnTo>
                  <a:lnTo>
                    <a:pt x="3276801" y="855228"/>
                  </a:lnTo>
                  <a:lnTo>
                    <a:pt x="3328519" y="901809"/>
                  </a:lnTo>
                  <a:lnTo>
                    <a:pt x="3380174" y="947733"/>
                  </a:lnTo>
                  <a:lnTo>
                    <a:pt x="3431736" y="992525"/>
                  </a:lnTo>
                  <a:lnTo>
                    <a:pt x="3483210" y="1035763"/>
                  </a:lnTo>
                  <a:lnTo>
                    <a:pt x="3534651" y="1077085"/>
                  </a:lnTo>
                  <a:lnTo>
                    <a:pt x="3586169" y="1116208"/>
                  </a:lnTo>
                  <a:lnTo>
                    <a:pt x="3637949" y="1152927"/>
                  </a:lnTo>
                  <a:lnTo>
                    <a:pt x="3690257" y="1187117"/>
                  </a:lnTo>
                  <a:lnTo>
                    <a:pt x="3743459" y="1218732"/>
                  </a:lnTo>
                  <a:lnTo>
                    <a:pt x="3798039" y="1247791"/>
                  </a:lnTo>
                  <a:lnTo>
                    <a:pt x="3820202" y="1258625"/>
                  </a:lnTo>
                  <a:lnTo>
                    <a:pt x="3871941" y="1281792"/>
                  </a:lnTo>
                  <a:lnTo>
                    <a:pt x="3926116" y="1302953"/>
                  </a:lnTo>
                  <a:lnTo>
                    <a:pt x="3983406" y="1322180"/>
                  </a:lnTo>
                  <a:lnTo>
                    <a:pt x="4044554" y="1339609"/>
                  </a:lnTo>
                  <a:lnTo>
                    <a:pt x="4110335" y="1355406"/>
                  </a:lnTo>
                  <a:lnTo>
                    <a:pt x="4181503" y="1369738"/>
                  </a:lnTo>
                  <a:lnTo>
                    <a:pt x="4258751" y="1382766"/>
                  </a:lnTo>
                  <a:lnTo>
                    <a:pt x="4342638" y="1394629"/>
                  </a:lnTo>
                  <a:lnTo>
                    <a:pt x="4433497" y="1405444"/>
                  </a:lnTo>
                  <a:lnTo>
                    <a:pt x="4531324" y="1415300"/>
                  </a:lnTo>
                  <a:lnTo>
                    <a:pt x="4635638" y="1424259"/>
                  </a:lnTo>
                  <a:lnTo>
                    <a:pt x="4745337" y="1432356"/>
                  </a:lnTo>
                  <a:lnTo>
                    <a:pt x="4858573" y="1439601"/>
                  </a:lnTo>
                  <a:lnTo>
                    <a:pt x="4972695" y="1445984"/>
                  </a:lnTo>
                  <a:lnTo>
                    <a:pt x="5084307" y="1451489"/>
                  </a:lnTo>
                  <a:lnTo>
                    <a:pt x="5189502" y="1456098"/>
                  </a:lnTo>
                  <a:lnTo>
                    <a:pt x="5284271" y="1459815"/>
                  </a:lnTo>
                  <a:lnTo>
                    <a:pt x="5365053" y="1462667"/>
                  </a:lnTo>
                  <a:lnTo>
                    <a:pt x="5429321" y="1464720"/>
                  </a:lnTo>
                  <a:lnTo>
                    <a:pt x="5476053" y="1466077"/>
                  </a:lnTo>
                  <a:lnTo>
                    <a:pt x="5505984" y="1466869"/>
                  </a:lnTo>
                  <a:lnTo>
                    <a:pt x="5521601" y="1467248"/>
                  </a:lnTo>
                  <a:lnTo>
                    <a:pt x="5526956" y="1467367"/>
                  </a:lnTo>
                  <a:lnTo>
                    <a:pt x="5527445" y="1467377"/>
                  </a:lnTo>
                  <a:lnTo>
                    <a:pt x="6522385" y="1467377"/>
                  </a:lnTo>
                  <a:lnTo>
                    <a:pt x="6523505" y="1467350"/>
                  </a:lnTo>
                  <a:lnTo>
                    <a:pt x="6530896" y="1467154"/>
                  </a:lnTo>
                  <a:lnTo>
                    <a:pt x="6549634" y="1466612"/>
                  </a:lnTo>
                  <a:lnTo>
                    <a:pt x="6583398" y="1465546"/>
                  </a:lnTo>
                  <a:lnTo>
                    <a:pt x="6634257" y="1463782"/>
                  </a:lnTo>
                  <a:lnTo>
                    <a:pt x="6702517" y="1461177"/>
                  </a:lnTo>
                  <a:lnTo>
                    <a:pt x="6786772" y="1457619"/>
                  </a:lnTo>
                  <a:lnTo>
                    <a:pt x="6884210" y="1453043"/>
                  </a:lnTo>
                  <a:lnTo>
                    <a:pt x="6991128" y="1447424"/>
                  </a:lnTo>
                  <a:lnTo>
                    <a:pt x="7103509" y="1440767"/>
                  </a:lnTo>
                  <a:lnTo>
                    <a:pt x="7217551" y="1433091"/>
                  </a:lnTo>
                  <a:lnTo>
                    <a:pt x="7330030" y="1424417"/>
                  </a:lnTo>
                  <a:lnTo>
                    <a:pt x="7438489" y="1414749"/>
                  </a:lnTo>
                  <a:lnTo>
                    <a:pt x="7541264" y="1404071"/>
                  </a:lnTo>
                  <a:lnTo>
                    <a:pt x="7637412" y="1392336"/>
                  </a:lnTo>
                  <a:lnTo>
                    <a:pt x="7726573" y="1379463"/>
                  </a:lnTo>
                  <a:lnTo>
                    <a:pt x="7808829" y="1365343"/>
                  </a:lnTo>
                  <a:lnTo>
                    <a:pt x="7884573" y="1349833"/>
                  </a:lnTo>
                  <a:lnTo>
                    <a:pt x="7954397" y="1332764"/>
                  </a:lnTo>
                  <a:lnTo>
                    <a:pt x="8019010" y="1313948"/>
                  </a:lnTo>
                  <a:lnTo>
                    <a:pt x="8079172" y="1293188"/>
                  </a:lnTo>
                  <a:lnTo>
                    <a:pt x="8135650" y="1270296"/>
                  </a:lnTo>
                  <a:lnTo>
                    <a:pt x="8189175" y="1245126"/>
                  </a:lnTo>
                  <a:lnTo>
                    <a:pt x="8229629" y="1223688"/>
                  </a:lnTo>
                  <a:lnTo>
                    <a:pt x="8283284" y="1191953"/>
                  </a:lnTo>
                  <a:lnTo>
                    <a:pt x="8335410" y="1157443"/>
                  </a:lnTo>
                  <a:lnTo>
                    <a:pt x="8386503" y="1120104"/>
                  </a:lnTo>
                  <a:lnTo>
                    <a:pt x="8436944" y="1079953"/>
                  </a:lnTo>
                  <a:lnTo>
                    <a:pt x="8487021" y="1037080"/>
                  </a:lnTo>
                  <a:lnTo>
                    <a:pt x="8536939" y="991658"/>
                  </a:lnTo>
                  <a:lnTo>
                    <a:pt x="8586836" y="943940"/>
                  </a:lnTo>
                  <a:lnTo>
                    <a:pt x="8636792" y="894265"/>
                  </a:lnTo>
                  <a:lnTo>
                    <a:pt x="8686836" y="843044"/>
                  </a:lnTo>
                  <a:lnTo>
                    <a:pt x="8736962" y="790748"/>
                  </a:lnTo>
                  <a:lnTo>
                    <a:pt x="8787135" y="737895"/>
                  </a:lnTo>
                  <a:lnTo>
                    <a:pt x="8837309" y="685026"/>
                  </a:lnTo>
                  <a:lnTo>
                    <a:pt x="8887439" y="632682"/>
                  </a:lnTo>
                  <a:lnTo>
                    <a:pt x="8937488" y="581382"/>
                  </a:lnTo>
                  <a:lnTo>
                    <a:pt x="8987449" y="531602"/>
                  </a:lnTo>
                  <a:lnTo>
                    <a:pt x="9037348" y="483757"/>
                  </a:lnTo>
                  <a:lnTo>
                    <a:pt x="9087262" y="438189"/>
                  </a:lnTo>
                  <a:lnTo>
                    <a:pt x="9137324" y="395158"/>
                  </a:lnTo>
                  <a:lnTo>
                    <a:pt x="9187736" y="354840"/>
                  </a:lnTo>
                  <a:lnTo>
                    <a:pt x="9238780" y="317332"/>
                  </a:lnTo>
                  <a:lnTo>
                    <a:pt x="9290831" y="282653"/>
                  </a:lnTo>
                  <a:lnTo>
                    <a:pt x="9344378" y="250755"/>
                  </a:lnTo>
                  <a:lnTo>
                    <a:pt x="9347647" y="248930"/>
                  </a:lnTo>
                  <a:lnTo>
                    <a:pt x="9399316" y="221920"/>
                  </a:lnTo>
                  <a:lnTo>
                    <a:pt x="9453414" y="197246"/>
                  </a:lnTo>
                  <a:lnTo>
                    <a:pt x="9510615" y="174824"/>
                  </a:lnTo>
                  <a:lnTo>
                    <a:pt x="9571663" y="154495"/>
                  </a:lnTo>
                  <a:lnTo>
                    <a:pt x="9637325" y="136069"/>
                  </a:lnTo>
                  <a:lnTo>
                    <a:pt x="9708357" y="119348"/>
                  </a:lnTo>
                  <a:lnTo>
                    <a:pt x="9785447" y="104148"/>
                  </a:lnTo>
                  <a:lnTo>
                    <a:pt x="9869153" y="90305"/>
                  </a:lnTo>
                  <a:lnTo>
                    <a:pt x="9959812" y="77683"/>
                  </a:lnTo>
                  <a:lnTo>
                    <a:pt x="10057423" y="66179"/>
                  </a:lnTo>
                  <a:lnTo>
                    <a:pt x="10161514" y="55720"/>
                  </a:lnTo>
                  <a:lnTo>
                    <a:pt x="10270997" y="46265"/>
                  </a:lnTo>
                  <a:lnTo>
                    <a:pt x="10384043" y="37803"/>
                  </a:lnTo>
                  <a:lnTo>
                    <a:pt x="10498025" y="30343"/>
                  </a:lnTo>
                  <a:lnTo>
                    <a:pt x="10609573" y="23906"/>
                  </a:lnTo>
                  <a:lnTo>
                    <a:pt x="10714802" y="18510"/>
                  </a:lnTo>
                  <a:lnTo>
                    <a:pt x="10809715" y="14155"/>
                  </a:lnTo>
                  <a:lnTo>
                    <a:pt x="10890749" y="10807"/>
                  </a:lnTo>
                  <a:lnTo>
                    <a:pt x="10955357" y="8392"/>
                  </a:lnTo>
                  <a:lnTo>
                    <a:pt x="11002480" y="6791"/>
                  </a:lnTo>
                  <a:lnTo>
                    <a:pt x="11032803" y="5851"/>
                  </a:lnTo>
                  <a:lnTo>
                    <a:pt x="11048759" y="5399"/>
                  </a:lnTo>
                  <a:lnTo>
                    <a:pt x="11054340" y="525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1" y="27"/>
                  </a:lnTo>
                  <a:lnTo>
                    <a:pt x="11046380" y="223"/>
                  </a:lnTo>
                  <a:lnTo>
                    <a:pt x="11027643" y="764"/>
                  </a:lnTo>
                  <a:lnTo>
                    <a:pt x="10993879" y="1831"/>
                  </a:lnTo>
                  <a:lnTo>
                    <a:pt x="10943019" y="3594"/>
                  </a:lnTo>
                  <a:lnTo>
                    <a:pt x="10874759" y="6200"/>
                  </a:lnTo>
                  <a:lnTo>
                    <a:pt x="10790505" y="9758"/>
                  </a:lnTo>
                  <a:lnTo>
                    <a:pt x="10693066" y="14334"/>
                  </a:lnTo>
                  <a:lnTo>
                    <a:pt x="10586149" y="19953"/>
                  </a:lnTo>
                  <a:lnTo>
                    <a:pt x="10473767" y="26610"/>
                  </a:lnTo>
                  <a:lnTo>
                    <a:pt x="10359725" y="34286"/>
                  </a:lnTo>
                  <a:lnTo>
                    <a:pt x="10247246" y="42960"/>
                  </a:lnTo>
                  <a:lnTo>
                    <a:pt x="10138788" y="52627"/>
                  </a:lnTo>
                  <a:lnTo>
                    <a:pt x="10036012" y="63305"/>
                  </a:lnTo>
                  <a:lnTo>
                    <a:pt x="9939865" y="75041"/>
                  </a:lnTo>
                  <a:lnTo>
                    <a:pt x="9850704" y="87913"/>
                  </a:lnTo>
                  <a:lnTo>
                    <a:pt x="9768448" y="102033"/>
                  </a:lnTo>
                  <a:lnTo>
                    <a:pt x="9692703" y="117544"/>
                  </a:lnTo>
                  <a:lnTo>
                    <a:pt x="9622879" y="134612"/>
                  </a:lnTo>
                  <a:lnTo>
                    <a:pt x="9558267" y="153428"/>
                  </a:lnTo>
                  <a:lnTo>
                    <a:pt x="9498105" y="174189"/>
                  </a:lnTo>
                  <a:lnTo>
                    <a:pt x="9441626" y="197080"/>
                  </a:lnTo>
                  <a:lnTo>
                    <a:pt x="9388101" y="222250"/>
                  </a:lnTo>
                  <a:lnTo>
                    <a:pt x="9347647" y="243689"/>
                  </a:lnTo>
                  <a:lnTo>
                    <a:pt x="9293992" y="275423"/>
                  </a:lnTo>
                  <a:lnTo>
                    <a:pt x="9241866" y="309934"/>
                  </a:lnTo>
                  <a:lnTo>
                    <a:pt x="9190774" y="347273"/>
                  </a:lnTo>
                  <a:lnTo>
                    <a:pt x="9140332" y="387424"/>
                  </a:lnTo>
                  <a:lnTo>
                    <a:pt x="9090256" y="430296"/>
                  </a:lnTo>
                  <a:lnTo>
                    <a:pt x="9040338" y="475719"/>
                  </a:lnTo>
                  <a:lnTo>
                    <a:pt x="8990440" y="523436"/>
                  </a:lnTo>
                  <a:lnTo>
                    <a:pt x="8940484" y="573111"/>
                  </a:lnTo>
                  <a:lnTo>
                    <a:pt x="8890440" y="624333"/>
                  </a:lnTo>
                  <a:lnTo>
                    <a:pt x="8840315" y="676629"/>
                  </a:lnTo>
                  <a:lnTo>
                    <a:pt x="8790142" y="729481"/>
                  </a:lnTo>
                  <a:lnTo>
                    <a:pt x="8739967" y="782351"/>
                  </a:lnTo>
                  <a:lnTo>
                    <a:pt x="8689838" y="834695"/>
                  </a:lnTo>
                  <a:lnTo>
                    <a:pt x="8639788" y="885995"/>
                  </a:lnTo>
                  <a:lnTo>
                    <a:pt x="8589828" y="935774"/>
                  </a:lnTo>
                  <a:lnTo>
                    <a:pt x="8539928" y="983619"/>
                  </a:lnTo>
                  <a:lnTo>
                    <a:pt x="8490015" y="1029187"/>
                  </a:lnTo>
                  <a:lnTo>
                    <a:pt x="8439953" y="1072219"/>
                  </a:lnTo>
                  <a:lnTo>
                    <a:pt x="8389541" y="1112536"/>
                  </a:lnTo>
                  <a:lnTo>
                    <a:pt x="8338497" y="1150044"/>
                  </a:lnTo>
                  <a:lnTo>
                    <a:pt x="8286445" y="1184724"/>
                  </a:lnTo>
                  <a:lnTo>
                    <a:pt x="8232898" y="1216622"/>
                  </a:lnTo>
                  <a:lnTo>
                    <a:pt x="8229629" y="1218447"/>
                  </a:lnTo>
                  <a:lnTo>
                    <a:pt x="8177960" y="1245456"/>
                  </a:lnTo>
                  <a:lnTo>
                    <a:pt x="8123863" y="1270131"/>
                  </a:lnTo>
                  <a:lnTo>
                    <a:pt x="8066661" y="1292553"/>
                  </a:lnTo>
                  <a:lnTo>
                    <a:pt x="8005614" y="1312882"/>
                  </a:lnTo>
                  <a:lnTo>
                    <a:pt x="7939951" y="1331308"/>
                  </a:lnTo>
                  <a:lnTo>
                    <a:pt x="7868920" y="1348029"/>
                  </a:lnTo>
                  <a:lnTo>
                    <a:pt x="7791829" y="1363229"/>
                  </a:lnTo>
                  <a:lnTo>
                    <a:pt x="7708123" y="1377072"/>
                  </a:lnTo>
                  <a:lnTo>
                    <a:pt x="7617465" y="1389693"/>
                  </a:lnTo>
                  <a:lnTo>
                    <a:pt x="7519854" y="1401197"/>
                  </a:lnTo>
                  <a:lnTo>
                    <a:pt x="7415763" y="1411657"/>
                  </a:lnTo>
                  <a:lnTo>
                    <a:pt x="7306280" y="1421111"/>
                  </a:lnTo>
                  <a:lnTo>
                    <a:pt x="7193234" y="1429574"/>
                  </a:lnTo>
                  <a:lnTo>
                    <a:pt x="7079252" y="1437034"/>
                  </a:lnTo>
                  <a:lnTo>
                    <a:pt x="6967704" y="1443471"/>
                  </a:lnTo>
                  <a:lnTo>
                    <a:pt x="6862475" y="1448867"/>
                  </a:lnTo>
                  <a:lnTo>
                    <a:pt x="6767562" y="1453222"/>
                  </a:lnTo>
                  <a:lnTo>
                    <a:pt x="6686528" y="1456569"/>
                  </a:lnTo>
                  <a:lnTo>
                    <a:pt x="6621920" y="1458985"/>
                  </a:lnTo>
                  <a:lnTo>
                    <a:pt x="6574797" y="1460586"/>
                  </a:lnTo>
                  <a:lnTo>
                    <a:pt x="6544473" y="1461525"/>
                  </a:lnTo>
                  <a:lnTo>
                    <a:pt x="6528518" y="1461978"/>
                  </a:lnTo>
                  <a:lnTo>
                    <a:pt x="6522936" y="1462123"/>
                  </a:lnTo>
                  <a:lnTo>
                    <a:pt x="6522385" y="1462136"/>
                  </a:lnTo>
                  <a:lnTo>
                    <a:pt x="5527445" y="1462136"/>
                  </a:lnTo>
                  <a:lnTo>
                    <a:pt x="5526321" y="1462113"/>
                  </a:lnTo>
                  <a:lnTo>
                    <a:pt x="5518902" y="1461944"/>
                  </a:lnTo>
                  <a:lnTo>
                    <a:pt x="5500094" y="1461479"/>
                  </a:lnTo>
                  <a:lnTo>
                    <a:pt x="5466208" y="1460561"/>
                  </a:lnTo>
                  <a:lnTo>
                    <a:pt x="5415176" y="1459045"/>
                  </a:lnTo>
                  <a:lnTo>
                    <a:pt x="5346700" y="1456804"/>
                  </a:lnTo>
                  <a:lnTo>
                    <a:pt x="5262205" y="1453745"/>
                  </a:lnTo>
                  <a:lnTo>
                    <a:pt x="5164523" y="1449811"/>
                  </a:lnTo>
                  <a:lnTo>
                    <a:pt x="5057379" y="1444981"/>
                  </a:lnTo>
                  <a:lnTo>
                    <a:pt x="4944804" y="1439259"/>
                  </a:lnTo>
                  <a:lnTo>
                    <a:pt x="4830612" y="1432663"/>
                  </a:lnTo>
                  <a:lnTo>
                    <a:pt x="4718028" y="1425209"/>
                  </a:lnTo>
                  <a:lnTo>
                    <a:pt x="4609509" y="1416903"/>
                  </a:lnTo>
                  <a:lnTo>
                    <a:pt x="4506709" y="1407728"/>
                  </a:lnTo>
                  <a:lnTo>
                    <a:pt x="4410567" y="1397643"/>
                  </a:lnTo>
                  <a:lnTo>
                    <a:pt x="4321432" y="1386580"/>
                  </a:lnTo>
                  <a:lnTo>
                    <a:pt x="4239215" y="1374444"/>
                  </a:lnTo>
                  <a:lnTo>
                    <a:pt x="4163515" y="1361110"/>
                  </a:lnTo>
                  <a:lnTo>
                    <a:pt x="4093736" y="1346434"/>
                  </a:lnTo>
                  <a:lnTo>
                    <a:pt x="4029162" y="1330253"/>
                  </a:lnTo>
                  <a:lnTo>
                    <a:pt x="3969031" y="1312397"/>
                  </a:lnTo>
                  <a:lnTo>
                    <a:pt x="3912572" y="1292707"/>
                  </a:lnTo>
                  <a:lnTo>
                    <a:pt x="3859053" y="1271057"/>
                  </a:lnTo>
                  <a:lnTo>
                    <a:pt x="3820202" y="1253384"/>
                  </a:lnTo>
                  <a:lnTo>
                    <a:pt x="3764910" y="1225319"/>
                  </a:lnTo>
                  <a:lnTo>
                    <a:pt x="3711227" y="1194724"/>
                  </a:lnTo>
                  <a:lnTo>
                    <a:pt x="3658614" y="1161554"/>
                  </a:lnTo>
                  <a:lnTo>
                    <a:pt x="3606662" y="1125827"/>
                  </a:lnTo>
                  <a:lnTo>
                    <a:pt x="3555067" y="1087638"/>
                  </a:lnTo>
                  <a:lnTo>
                    <a:pt x="3503612" y="1047159"/>
                  </a:lnTo>
                  <a:lnTo>
                    <a:pt x="3452160" y="1004642"/>
                  </a:lnTo>
                  <a:lnTo>
                    <a:pt x="3400636" y="960418"/>
                  </a:lnTo>
                  <a:lnTo>
                    <a:pt x="3349017" y="914889"/>
                  </a:lnTo>
                  <a:lnTo>
                    <a:pt x="3297319" y="868509"/>
                  </a:lnTo>
                  <a:lnTo>
                    <a:pt x="3245584" y="821774"/>
                  </a:lnTo>
                  <a:lnTo>
                    <a:pt x="3193866" y="775193"/>
                  </a:lnTo>
                  <a:lnTo>
                    <a:pt x="3142211" y="729269"/>
                  </a:lnTo>
                  <a:lnTo>
                    <a:pt x="3090649" y="684476"/>
                  </a:lnTo>
                  <a:lnTo>
                    <a:pt x="3039174" y="641239"/>
                  </a:lnTo>
                  <a:lnTo>
                    <a:pt x="2987734" y="599917"/>
                  </a:lnTo>
                  <a:lnTo>
                    <a:pt x="2936216" y="560794"/>
                  </a:lnTo>
                  <a:lnTo>
                    <a:pt x="2884436" y="524075"/>
                  </a:lnTo>
                  <a:lnTo>
                    <a:pt x="2832128" y="489884"/>
                  </a:lnTo>
                  <a:lnTo>
                    <a:pt x="2778926" y="458270"/>
                  </a:lnTo>
                  <a:lnTo>
                    <a:pt x="2724346" y="429211"/>
                  </a:lnTo>
                  <a:lnTo>
                    <a:pt x="2702183" y="418377"/>
                  </a:lnTo>
                  <a:lnTo>
                    <a:pt x="2650444" y="395210"/>
                  </a:lnTo>
                  <a:lnTo>
                    <a:pt x="2596269" y="374049"/>
                  </a:lnTo>
                  <a:lnTo>
                    <a:pt x="2538979" y="354822"/>
                  </a:lnTo>
                  <a:lnTo>
                    <a:pt x="2477831" y="337393"/>
                  </a:lnTo>
                  <a:lnTo>
                    <a:pt x="2412050" y="321596"/>
                  </a:lnTo>
                  <a:lnTo>
                    <a:pt x="2340882" y="307264"/>
                  </a:lnTo>
                  <a:lnTo>
                    <a:pt x="2263634" y="294236"/>
                  </a:lnTo>
                  <a:lnTo>
                    <a:pt x="2179747" y="282373"/>
                  </a:lnTo>
                  <a:lnTo>
                    <a:pt x="2088888" y="271558"/>
                  </a:lnTo>
                  <a:lnTo>
                    <a:pt x="1991061" y="261702"/>
                  </a:lnTo>
                  <a:lnTo>
                    <a:pt x="1886747" y="252742"/>
                  </a:lnTo>
                  <a:lnTo>
                    <a:pt x="1777048" y="244645"/>
                  </a:lnTo>
                  <a:lnTo>
                    <a:pt x="1663812" y="237401"/>
                  </a:lnTo>
                  <a:lnTo>
                    <a:pt x="1549690" y="231018"/>
                  </a:lnTo>
                  <a:lnTo>
                    <a:pt x="1438078" y="225513"/>
                  </a:lnTo>
                  <a:lnTo>
                    <a:pt x="1332883" y="220903"/>
                  </a:lnTo>
                  <a:lnTo>
                    <a:pt x="1238114" y="217187"/>
                  </a:lnTo>
                  <a:lnTo>
                    <a:pt x="1157332" y="214335"/>
                  </a:lnTo>
                  <a:lnTo>
                    <a:pt x="1093064" y="212282"/>
                  </a:lnTo>
                  <a:lnTo>
                    <a:pt x="1046332" y="210925"/>
                  </a:lnTo>
                  <a:lnTo>
                    <a:pt x="1016401" y="210132"/>
                  </a:lnTo>
                  <a:lnTo>
                    <a:pt x="1000784" y="209754"/>
                  </a:lnTo>
                  <a:lnTo>
                    <a:pt x="995429" y="209635"/>
                  </a:lnTo>
                  <a:lnTo>
                    <a:pt x="994940" y="209625"/>
                  </a:lnTo>
                  <a:lnTo>
                    <a:pt x="0" y="209625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82" name="pl381"/>
            <p:cNvSpPr/>
            <p:nvPr/>
          </p:nvSpPr>
          <p:spPr>
            <a:xfrm>
              <a:off x="1199187" y="2216623"/>
              <a:ext cx="12049831" cy="1462136"/>
            </a:xfrm>
            <a:custGeom>
              <a:avLst/>
              <a:pathLst>
                <a:path w="12049831" h="1462136">
                  <a:moveTo>
                    <a:pt x="0" y="209625"/>
                  </a:moveTo>
                  <a:lnTo>
                    <a:pt x="994940" y="209625"/>
                  </a:lnTo>
                  <a:lnTo>
                    <a:pt x="996064" y="209649"/>
                  </a:lnTo>
                  <a:lnTo>
                    <a:pt x="1003483" y="209817"/>
                  </a:lnTo>
                  <a:lnTo>
                    <a:pt x="1022291" y="210283"/>
                  </a:lnTo>
                  <a:lnTo>
                    <a:pt x="1056177" y="211200"/>
                  </a:lnTo>
                  <a:lnTo>
                    <a:pt x="1107209" y="212716"/>
                  </a:lnTo>
                  <a:lnTo>
                    <a:pt x="1175685" y="214957"/>
                  </a:lnTo>
                  <a:lnTo>
                    <a:pt x="1260180" y="218017"/>
                  </a:lnTo>
                  <a:lnTo>
                    <a:pt x="1357862" y="221951"/>
                  </a:lnTo>
                  <a:lnTo>
                    <a:pt x="1465006" y="226780"/>
                  </a:lnTo>
                  <a:lnTo>
                    <a:pt x="1577581" y="232502"/>
                  </a:lnTo>
                  <a:lnTo>
                    <a:pt x="1691773" y="239098"/>
                  </a:lnTo>
                  <a:lnTo>
                    <a:pt x="1804357" y="246552"/>
                  </a:lnTo>
                  <a:lnTo>
                    <a:pt x="1912876" y="254858"/>
                  </a:lnTo>
                  <a:lnTo>
                    <a:pt x="2015676" y="264034"/>
                  </a:lnTo>
                  <a:lnTo>
                    <a:pt x="2111818" y="274118"/>
                  </a:lnTo>
                  <a:lnTo>
                    <a:pt x="2200953" y="285181"/>
                  </a:lnTo>
                  <a:lnTo>
                    <a:pt x="2283170" y="297318"/>
                  </a:lnTo>
                  <a:lnTo>
                    <a:pt x="2358870" y="310651"/>
                  </a:lnTo>
                  <a:lnTo>
                    <a:pt x="2428649" y="325328"/>
                  </a:lnTo>
                  <a:lnTo>
                    <a:pt x="2493223" y="341509"/>
                  </a:lnTo>
                  <a:lnTo>
                    <a:pt x="2553354" y="359364"/>
                  </a:lnTo>
                  <a:lnTo>
                    <a:pt x="2609813" y="379055"/>
                  </a:lnTo>
                  <a:lnTo>
                    <a:pt x="2663332" y="400704"/>
                  </a:lnTo>
                  <a:lnTo>
                    <a:pt x="2702183" y="418377"/>
                  </a:lnTo>
                  <a:lnTo>
                    <a:pt x="2757475" y="446442"/>
                  </a:lnTo>
                  <a:lnTo>
                    <a:pt x="2811158" y="477037"/>
                  </a:lnTo>
                  <a:lnTo>
                    <a:pt x="2863771" y="510207"/>
                  </a:lnTo>
                  <a:lnTo>
                    <a:pt x="2915723" y="545934"/>
                  </a:lnTo>
                  <a:lnTo>
                    <a:pt x="2967318" y="584123"/>
                  </a:lnTo>
                  <a:lnTo>
                    <a:pt x="3018773" y="624603"/>
                  </a:lnTo>
                  <a:lnTo>
                    <a:pt x="3070224" y="667120"/>
                  </a:lnTo>
                  <a:lnTo>
                    <a:pt x="3121749" y="711343"/>
                  </a:lnTo>
                  <a:lnTo>
                    <a:pt x="3173368" y="756873"/>
                  </a:lnTo>
                  <a:lnTo>
                    <a:pt x="3225066" y="803252"/>
                  </a:lnTo>
                  <a:lnTo>
                    <a:pt x="3276801" y="849987"/>
                  </a:lnTo>
                  <a:lnTo>
                    <a:pt x="3328519" y="896568"/>
                  </a:lnTo>
                  <a:lnTo>
                    <a:pt x="3380174" y="942492"/>
                  </a:lnTo>
                  <a:lnTo>
                    <a:pt x="3431736" y="987285"/>
                  </a:lnTo>
                  <a:lnTo>
                    <a:pt x="3483210" y="1030522"/>
                  </a:lnTo>
                  <a:lnTo>
                    <a:pt x="3534651" y="1071845"/>
                  </a:lnTo>
                  <a:lnTo>
                    <a:pt x="3586169" y="1110967"/>
                  </a:lnTo>
                  <a:lnTo>
                    <a:pt x="3637949" y="1147686"/>
                  </a:lnTo>
                  <a:lnTo>
                    <a:pt x="3690257" y="1181877"/>
                  </a:lnTo>
                  <a:lnTo>
                    <a:pt x="3743459" y="1213491"/>
                  </a:lnTo>
                  <a:lnTo>
                    <a:pt x="3798039" y="1242551"/>
                  </a:lnTo>
                  <a:lnTo>
                    <a:pt x="3820202" y="1253384"/>
                  </a:lnTo>
                  <a:lnTo>
                    <a:pt x="3871941" y="1276551"/>
                  </a:lnTo>
                  <a:lnTo>
                    <a:pt x="3926116" y="1297712"/>
                  </a:lnTo>
                  <a:lnTo>
                    <a:pt x="3983406" y="1316939"/>
                  </a:lnTo>
                  <a:lnTo>
                    <a:pt x="4044554" y="1334369"/>
                  </a:lnTo>
                  <a:lnTo>
                    <a:pt x="4110335" y="1350165"/>
                  </a:lnTo>
                  <a:lnTo>
                    <a:pt x="4181503" y="1364497"/>
                  </a:lnTo>
                  <a:lnTo>
                    <a:pt x="4258751" y="1377525"/>
                  </a:lnTo>
                  <a:lnTo>
                    <a:pt x="4342638" y="1389388"/>
                  </a:lnTo>
                  <a:lnTo>
                    <a:pt x="4433497" y="1400203"/>
                  </a:lnTo>
                  <a:lnTo>
                    <a:pt x="4531324" y="1410059"/>
                  </a:lnTo>
                  <a:lnTo>
                    <a:pt x="4635638" y="1419019"/>
                  </a:lnTo>
                  <a:lnTo>
                    <a:pt x="4745337" y="1427116"/>
                  </a:lnTo>
                  <a:lnTo>
                    <a:pt x="4858573" y="1434360"/>
                  </a:lnTo>
                  <a:lnTo>
                    <a:pt x="4972695" y="1440744"/>
                  </a:lnTo>
                  <a:lnTo>
                    <a:pt x="5084307" y="1446248"/>
                  </a:lnTo>
                  <a:lnTo>
                    <a:pt x="5189502" y="1450858"/>
                  </a:lnTo>
                  <a:lnTo>
                    <a:pt x="5284271" y="1454574"/>
                  </a:lnTo>
                  <a:lnTo>
                    <a:pt x="5365053" y="1457426"/>
                  </a:lnTo>
                  <a:lnTo>
                    <a:pt x="5429321" y="1459479"/>
                  </a:lnTo>
                  <a:lnTo>
                    <a:pt x="5476053" y="1460836"/>
                  </a:lnTo>
                  <a:lnTo>
                    <a:pt x="5505984" y="1461629"/>
                  </a:lnTo>
                  <a:lnTo>
                    <a:pt x="5521601" y="1462007"/>
                  </a:lnTo>
                  <a:lnTo>
                    <a:pt x="5526956" y="1462126"/>
                  </a:lnTo>
                  <a:lnTo>
                    <a:pt x="5527445" y="1462136"/>
                  </a:lnTo>
                  <a:lnTo>
                    <a:pt x="6522385" y="1462136"/>
                  </a:lnTo>
                  <a:lnTo>
                    <a:pt x="6523505" y="1462109"/>
                  </a:lnTo>
                  <a:lnTo>
                    <a:pt x="6530896" y="1461913"/>
                  </a:lnTo>
                  <a:lnTo>
                    <a:pt x="6549634" y="1461372"/>
                  </a:lnTo>
                  <a:lnTo>
                    <a:pt x="6583398" y="1460305"/>
                  </a:lnTo>
                  <a:lnTo>
                    <a:pt x="6634257" y="1458542"/>
                  </a:lnTo>
                  <a:lnTo>
                    <a:pt x="6702517" y="1455936"/>
                  </a:lnTo>
                  <a:lnTo>
                    <a:pt x="6786772" y="1452378"/>
                  </a:lnTo>
                  <a:lnTo>
                    <a:pt x="6884210" y="1447802"/>
                  </a:lnTo>
                  <a:lnTo>
                    <a:pt x="6991128" y="1442183"/>
                  </a:lnTo>
                  <a:lnTo>
                    <a:pt x="7103509" y="1435526"/>
                  </a:lnTo>
                  <a:lnTo>
                    <a:pt x="7217551" y="1427850"/>
                  </a:lnTo>
                  <a:lnTo>
                    <a:pt x="7330030" y="1419176"/>
                  </a:lnTo>
                  <a:lnTo>
                    <a:pt x="7438489" y="1409509"/>
                  </a:lnTo>
                  <a:lnTo>
                    <a:pt x="7541264" y="1398831"/>
                  </a:lnTo>
                  <a:lnTo>
                    <a:pt x="7637412" y="1387095"/>
                  </a:lnTo>
                  <a:lnTo>
                    <a:pt x="7726573" y="1374223"/>
                  </a:lnTo>
                  <a:lnTo>
                    <a:pt x="7808829" y="1360102"/>
                  </a:lnTo>
                  <a:lnTo>
                    <a:pt x="7884573" y="1344592"/>
                  </a:lnTo>
                  <a:lnTo>
                    <a:pt x="7954397" y="1327523"/>
                  </a:lnTo>
                  <a:lnTo>
                    <a:pt x="8019010" y="1308707"/>
                  </a:lnTo>
                  <a:lnTo>
                    <a:pt x="8079172" y="1287947"/>
                  </a:lnTo>
                  <a:lnTo>
                    <a:pt x="8135650" y="1265055"/>
                  </a:lnTo>
                  <a:lnTo>
                    <a:pt x="8189175" y="1239886"/>
                  </a:lnTo>
                  <a:lnTo>
                    <a:pt x="8229629" y="1218447"/>
                  </a:lnTo>
                  <a:lnTo>
                    <a:pt x="8283284" y="1186713"/>
                  </a:lnTo>
                  <a:lnTo>
                    <a:pt x="8335410" y="1152202"/>
                  </a:lnTo>
                  <a:lnTo>
                    <a:pt x="8386503" y="1114863"/>
                  </a:lnTo>
                  <a:lnTo>
                    <a:pt x="8436944" y="1074712"/>
                  </a:lnTo>
                  <a:lnTo>
                    <a:pt x="8487021" y="1031840"/>
                  </a:lnTo>
                  <a:lnTo>
                    <a:pt x="8536939" y="986417"/>
                  </a:lnTo>
                  <a:lnTo>
                    <a:pt x="8586836" y="938700"/>
                  </a:lnTo>
                  <a:lnTo>
                    <a:pt x="8636792" y="889025"/>
                  </a:lnTo>
                  <a:lnTo>
                    <a:pt x="8686836" y="837803"/>
                  </a:lnTo>
                  <a:lnTo>
                    <a:pt x="8736962" y="785507"/>
                  </a:lnTo>
                  <a:lnTo>
                    <a:pt x="8787135" y="732654"/>
                  </a:lnTo>
                  <a:lnTo>
                    <a:pt x="8837309" y="679785"/>
                  </a:lnTo>
                  <a:lnTo>
                    <a:pt x="8887439" y="627441"/>
                  </a:lnTo>
                  <a:lnTo>
                    <a:pt x="8937488" y="576141"/>
                  </a:lnTo>
                  <a:lnTo>
                    <a:pt x="8987449" y="526361"/>
                  </a:lnTo>
                  <a:lnTo>
                    <a:pt x="9037348" y="478517"/>
                  </a:lnTo>
                  <a:lnTo>
                    <a:pt x="9087262" y="432948"/>
                  </a:lnTo>
                  <a:lnTo>
                    <a:pt x="9137324" y="389917"/>
                  </a:lnTo>
                  <a:lnTo>
                    <a:pt x="9187736" y="349600"/>
                  </a:lnTo>
                  <a:lnTo>
                    <a:pt x="9238780" y="312092"/>
                  </a:lnTo>
                  <a:lnTo>
                    <a:pt x="9290831" y="277412"/>
                  </a:lnTo>
                  <a:lnTo>
                    <a:pt x="9344378" y="245514"/>
                  </a:lnTo>
                  <a:lnTo>
                    <a:pt x="9347647" y="243689"/>
                  </a:lnTo>
                  <a:lnTo>
                    <a:pt x="9399316" y="216680"/>
                  </a:lnTo>
                  <a:lnTo>
                    <a:pt x="9453414" y="192005"/>
                  </a:lnTo>
                  <a:lnTo>
                    <a:pt x="9510615" y="169583"/>
                  </a:lnTo>
                  <a:lnTo>
                    <a:pt x="9571663" y="149254"/>
                  </a:lnTo>
                  <a:lnTo>
                    <a:pt x="9637325" y="130828"/>
                  </a:lnTo>
                  <a:lnTo>
                    <a:pt x="9708357" y="114107"/>
                  </a:lnTo>
                  <a:lnTo>
                    <a:pt x="9785447" y="98907"/>
                  </a:lnTo>
                  <a:lnTo>
                    <a:pt x="9869153" y="85064"/>
                  </a:lnTo>
                  <a:lnTo>
                    <a:pt x="9959812" y="72443"/>
                  </a:lnTo>
                  <a:lnTo>
                    <a:pt x="10057423" y="60939"/>
                  </a:lnTo>
                  <a:lnTo>
                    <a:pt x="10161514" y="50479"/>
                  </a:lnTo>
                  <a:lnTo>
                    <a:pt x="10270997" y="41024"/>
                  </a:lnTo>
                  <a:lnTo>
                    <a:pt x="10384043" y="32562"/>
                  </a:lnTo>
                  <a:lnTo>
                    <a:pt x="10498025" y="25102"/>
                  </a:lnTo>
                  <a:lnTo>
                    <a:pt x="10609573" y="18665"/>
                  </a:lnTo>
                  <a:lnTo>
                    <a:pt x="10714802" y="13269"/>
                  </a:lnTo>
                  <a:lnTo>
                    <a:pt x="10809715" y="8914"/>
                  </a:lnTo>
                  <a:lnTo>
                    <a:pt x="10890749" y="5567"/>
                  </a:lnTo>
                  <a:lnTo>
                    <a:pt x="10955357" y="3151"/>
                  </a:lnTo>
                  <a:lnTo>
                    <a:pt x="11002480" y="1550"/>
                  </a:lnTo>
                  <a:lnTo>
                    <a:pt x="11032803" y="611"/>
                  </a:lnTo>
                  <a:lnTo>
                    <a:pt x="11048759" y="158"/>
                  </a:lnTo>
                  <a:lnTo>
                    <a:pt x="11054340" y="1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3" name="pl382"/>
            <p:cNvSpPr/>
            <p:nvPr/>
          </p:nvSpPr>
          <p:spPr>
            <a:xfrm>
              <a:off x="1199187" y="2211383"/>
              <a:ext cx="12049831" cy="1462136"/>
            </a:xfrm>
            <a:custGeom>
              <a:avLst/>
              <a:pathLst>
                <a:path w="12049831" h="1462136">
                  <a:moveTo>
                    <a:pt x="12049831" y="0"/>
                  </a:moveTo>
                  <a:lnTo>
                    <a:pt x="11054891" y="0"/>
                  </a:lnTo>
                  <a:lnTo>
                    <a:pt x="11053771" y="27"/>
                  </a:lnTo>
                  <a:lnTo>
                    <a:pt x="11046380" y="223"/>
                  </a:lnTo>
                  <a:lnTo>
                    <a:pt x="11027643" y="764"/>
                  </a:lnTo>
                  <a:lnTo>
                    <a:pt x="10993879" y="1831"/>
                  </a:lnTo>
                  <a:lnTo>
                    <a:pt x="10943019" y="3594"/>
                  </a:lnTo>
                  <a:lnTo>
                    <a:pt x="10874759" y="6200"/>
                  </a:lnTo>
                  <a:lnTo>
                    <a:pt x="10790505" y="9758"/>
                  </a:lnTo>
                  <a:lnTo>
                    <a:pt x="10693066" y="14334"/>
                  </a:lnTo>
                  <a:lnTo>
                    <a:pt x="10586149" y="19953"/>
                  </a:lnTo>
                  <a:lnTo>
                    <a:pt x="10473767" y="26610"/>
                  </a:lnTo>
                  <a:lnTo>
                    <a:pt x="10359725" y="34286"/>
                  </a:lnTo>
                  <a:lnTo>
                    <a:pt x="10247246" y="42960"/>
                  </a:lnTo>
                  <a:lnTo>
                    <a:pt x="10138788" y="52627"/>
                  </a:lnTo>
                  <a:lnTo>
                    <a:pt x="10036012" y="63305"/>
                  </a:lnTo>
                  <a:lnTo>
                    <a:pt x="9939865" y="75041"/>
                  </a:lnTo>
                  <a:lnTo>
                    <a:pt x="9850704" y="87913"/>
                  </a:lnTo>
                  <a:lnTo>
                    <a:pt x="9768448" y="102033"/>
                  </a:lnTo>
                  <a:lnTo>
                    <a:pt x="9692703" y="117544"/>
                  </a:lnTo>
                  <a:lnTo>
                    <a:pt x="9622879" y="134612"/>
                  </a:lnTo>
                  <a:lnTo>
                    <a:pt x="9558267" y="153428"/>
                  </a:lnTo>
                  <a:lnTo>
                    <a:pt x="9498105" y="174189"/>
                  </a:lnTo>
                  <a:lnTo>
                    <a:pt x="9441626" y="197080"/>
                  </a:lnTo>
                  <a:lnTo>
                    <a:pt x="9388101" y="222250"/>
                  </a:lnTo>
                  <a:lnTo>
                    <a:pt x="9347647" y="243689"/>
                  </a:lnTo>
                  <a:lnTo>
                    <a:pt x="9293992" y="275423"/>
                  </a:lnTo>
                  <a:lnTo>
                    <a:pt x="9241866" y="309934"/>
                  </a:lnTo>
                  <a:lnTo>
                    <a:pt x="9190774" y="347273"/>
                  </a:lnTo>
                  <a:lnTo>
                    <a:pt x="9140332" y="387424"/>
                  </a:lnTo>
                  <a:lnTo>
                    <a:pt x="9090256" y="430296"/>
                  </a:lnTo>
                  <a:lnTo>
                    <a:pt x="9040338" y="475719"/>
                  </a:lnTo>
                  <a:lnTo>
                    <a:pt x="8990440" y="523436"/>
                  </a:lnTo>
                  <a:lnTo>
                    <a:pt x="8940484" y="573111"/>
                  </a:lnTo>
                  <a:lnTo>
                    <a:pt x="8890440" y="624333"/>
                  </a:lnTo>
                  <a:lnTo>
                    <a:pt x="8840315" y="676629"/>
                  </a:lnTo>
                  <a:lnTo>
                    <a:pt x="8790142" y="729481"/>
                  </a:lnTo>
                  <a:lnTo>
                    <a:pt x="8739967" y="782351"/>
                  </a:lnTo>
                  <a:lnTo>
                    <a:pt x="8689838" y="834695"/>
                  </a:lnTo>
                  <a:lnTo>
                    <a:pt x="8639788" y="885995"/>
                  </a:lnTo>
                  <a:lnTo>
                    <a:pt x="8589828" y="935774"/>
                  </a:lnTo>
                  <a:lnTo>
                    <a:pt x="8539928" y="983619"/>
                  </a:lnTo>
                  <a:lnTo>
                    <a:pt x="8490015" y="1029187"/>
                  </a:lnTo>
                  <a:lnTo>
                    <a:pt x="8439953" y="1072219"/>
                  </a:lnTo>
                  <a:lnTo>
                    <a:pt x="8389541" y="1112536"/>
                  </a:lnTo>
                  <a:lnTo>
                    <a:pt x="8338497" y="1150044"/>
                  </a:lnTo>
                  <a:lnTo>
                    <a:pt x="8286445" y="1184724"/>
                  </a:lnTo>
                  <a:lnTo>
                    <a:pt x="8232898" y="1216622"/>
                  </a:lnTo>
                  <a:lnTo>
                    <a:pt x="8229629" y="1218447"/>
                  </a:lnTo>
                  <a:lnTo>
                    <a:pt x="8177960" y="1245456"/>
                  </a:lnTo>
                  <a:lnTo>
                    <a:pt x="8123863" y="1270131"/>
                  </a:lnTo>
                  <a:lnTo>
                    <a:pt x="8066661" y="1292553"/>
                  </a:lnTo>
                  <a:lnTo>
                    <a:pt x="8005614" y="1312882"/>
                  </a:lnTo>
                  <a:lnTo>
                    <a:pt x="7939951" y="1331308"/>
                  </a:lnTo>
                  <a:lnTo>
                    <a:pt x="7868920" y="1348029"/>
                  </a:lnTo>
                  <a:lnTo>
                    <a:pt x="7791829" y="1363229"/>
                  </a:lnTo>
                  <a:lnTo>
                    <a:pt x="7708123" y="1377072"/>
                  </a:lnTo>
                  <a:lnTo>
                    <a:pt x="7617465" y="1389693"/>
                  </a:lnTo>
                  <a:lnTo>
                    <a:pt x="7519854" y="1401197"/>
                  </a:lnTo>
                  <a:lnTo>
                    <a:pt x="7415763" y="1411657"/>
                  </a:lnTo>
                  <a:lnTo>
                    <a:pt x="7306280" y="1421111"/>
                  </a:lnTo>
                  <a:lnTo>
                    <a:pt x="7193234" y="1429574"/>
                  </a:lnTo>
                  <a:lnTo>
                    <a:pt x="7079252" y="1437034"/>
                  </a:lnTo>
                  <a:lnTo>
                    <a:pt x="6967704" y="1443471"/>
                  </a:lnTo>
                  <a:lnTo>
                    <a:pt x="6862475" y="1448867"/>
                  </a:lnTo>
                  <a:lnTo>
                    <a:pt x="6767562" y="1453222"/>
                  </a:lnTo>
                  <a:lnTo>
                    <a:pt x="6686528" y="1456569"/>
                  </a:lnTo>
                  <a:lnTo>
                    <a:pt x="6621920" y="1458985"/>
                  </a:lnTo>
                  <a:lnTo>
                    <a:pt x="6574797" y="1460586"/>
                  </a:lnTo>
                  <a:lnTo>
                    <a:pt x="6544473" y="1461525"/>
                  </a:lnTo>
                  <a:lnTo>
                    <a:pt x="6528518" y="1461978"/>
                  </a:lnTo>
                  <a:lnTo>
                    <a:pt x="6522936" y="1462123"/>
                  </a:lnTo>
                  <a:lnTo>
                    <a:pt x="6522385" y="1462136"/>
                  </a:lnTo>
                  <a:lnTo>
                    <a:pt x="5527445" y="1462136"/>
                  </a:lnTo>
                  <a:lnTo>
                    <a:pt x="5526321" y="1462113"/>
                  </a:lnTo>
                  <a:lnTo>
                    <a:pt x="5518902" y="1461944"/>
                  </a:lnTo>
                  <a:lnTo>
                    <a:pt x="5500094" y="1461479"/>
                  </a:lnTo>
                  <a:lnTo>
                    <a:pt x="5466208" y="1460561"/>
                  </a:lnTo>
                  <a:lnTo>
                    <a:pt x="5415176" y="1459045"/>
                  </a:lnTo>
                  <a:lnTo>
                    <a:pt x="5346700" y="1456804"/>
                  </a:lnTo>
                  <a:lnTo>
                    <a:pt x="5262205" y="1453745"/>
                  </a:lnTo>
                  <a:lnTo>
                    <a:pt x="5164523" y="1449811"/>
                  </a:lnTo>
                  <a:lnTo>
                    <a:pt x="5057379" y="1444981"/>
                  </a:lnTo>
                  <a:lnTo>
                    <a:pt x="4944804" y="1439259"/>
                  </a:lnTo>
                  <a:lnTo>
                    <a:pt x="4830612" y="1432663"/>
                  </a:lnTo>
                  <a:lnTo>
                    <a:pt x="4718028" y="1425209"/>
                  </a:lnTo>
                  <a:lnTo>
                    <a:pt x="4609509" y="1416903"/>
                  </a:lnTo>
                  <a:lnTo>
                    <a:pt x="4506709" y="1407728"/>
                  </a:lnTo>
                  <a:lnTo>
                    <a:pt x="4410567" y="1397643"/>
                  </a:lnTo>
                  <a:lnTo>
                    <a:pt x="4321432" y="1386580"/>
                  </a:lnTo>
                  <a:lnTo>
                    <a:pt x="4239215" y="1374444"/>
                  </a:lnTo>
                  <a:lnTo>
                    <a:pt x="4163515" y="1361110"/>
                  </a:lnTo>
                  <a:lnTo>
                    <a:pt x="4093736" y="1346434"/>
                  </a:lnTo>
                  <a:lnTo>
                    <a:pt x="4029162" y="1330253"/>
                  </a:lnTo>
                  <a:lnTo>
                    <a:pt x="3969031" y="1312397"/>
                  </a:lnTo>
                  <a:lnTo>
                    <a:pt x="3912572" y="1292707"/>
                  </a:lnTo>
                  <a:lnTo>
                    <a:pt x="3859053" y="1271057"/>
                  </a:lnTo>
                  <a:lnTo>
                    <a:pt x="3820202" y="1253384"/>
                  </a:lnTo>
                  <a:lnTo>
                    <a:pt x="3764910" y="1225319"/>
                  </a:lnTo>
                  <a:lnTo>
                    <a:pt x="3711227" y="1194724"/>
                  </a:lnTo>
                  <a:lnTo>
                    <a:pt x="3658614" y="1161554"/>
                  </a:lnTo>
                  <a:lnTo>
                    <a:pt x="3606662" y="1125827"/>
                  </a:lnTo>
                  <a:lnTo>
                    <a:pt x="3555067" y="1087638"/>
                  </a:lnTo>
                  <a:lnTo>
                    <a:pt x="3503612" y="1047159"/>
                  </a:lnTo>
                  <a:lnTo>
                    <a:pt x="3452160" y="1004642"/>
                  </a:lnTo>
                  <a:lnTo>
                    <a:pt x="3400636" y="960418"/>
                  </a:lnTo>
                  <a:lnTo>
                    <a:pt x="3349017" y="914889"/>
                  </a:lnTo>
                  <a:lnTo>
                    <a:pt x="3297319" y="868509"/>
                  </a:lnTo>
                  <a:lnTo>
                    <a:pt x="3245584" y="821774"/>
                  </a:lnTo>
                  <a:lnTo>
                    <a:pt x="3193866" y="775193"/>
                  </a:lnTo>
                  <a:lnTo>
                    <a:pt x="3142211" y="729269"/>
                  </a:lnTo>
                  <a:lnTo>
                    <a:pt x="3090649" y="684476"/>
                  </a:lnTo>
                  <a:lnTo>
                    <a:pt x="3039174" y="641239"/>
                  </a:lnTo>
                  <a:lnTo>
                    <a:pt x="2987734" y="599917"/>
                  </a:lnTo>
                  <a:lnTo>
                    <a:pt x="2936216" y="560794"/>
                  </a:lnTo>
                  <a:lnTo>
                    <a:pt x="2884436" y="524075"/>
                  </a:lnTo>
                  <a:lnTo>
                    <a:pt x="2832128" y="489884"/>
                  </a:lnTo>
                  <a:lnTo>
                    <a:pt x="2778926" y="458270"/>
                  </a:lnTo>
                  <a:lnTo>
                    <a:pt x="2724346" y="429211"/>
                  </a:lnTo>
                  <a:lnTo>
                    <a:pt x="2702183" y="418377"/>
                  </a:lnTo>
                  <a:lnTo>
                    <a:pt x="2650444" y="395210"/>
                  </a:lnTo>
                  <a:lnTo>
                    <a:pt x="2596269" y="374049"/>
                  </a:lnTo>
                  <a:lnTo>
                    <a:pt x="2538979" y="354822"/>
                  </a:lnTo>
                  <a:lnTo>
                    <a:pt x="2477831" y="337393"/>
                  </a:lnTo>
                  <a:lnTo>
                    <a:pt x="2412050" y="321596"/>
                  </a:lnTo>
                  <a:lnTo>
                    <a:pt x="2340882" y="307264"/>
                  </a:lnTo>
                  <a:lnTo>
                    <a:pt x="2263634" y="294236"/>
                  </a:lnTo>
                  <a:lnTo>
                    <a:pt x="2179747" y="282373"/>
                  </a:lnTo>
                  <a:lnTo>
                    <a:pt x="2088888" y="271558"/>
                  </a:lnTo>
                  <a:lnTo>
                    <a:pt x="1991061" y="261702"/>
                  </a:lnTo>
                  <a:lnTo>
                    <a:pt x="1886747" y="252742"/>
                  </a:lnTo>
                  <a:lnTo>
                    <a:pt x="1777048" y="244645"/>
                  </a:lnTo>
                  <a:lnTo>
                    <a:pt x="1663812" y="237401"/>
                  </a:lnTo>
                  <a:lnTo>
                    <a:pt x="1549690" y="231018"/>
                  </a:lnTo>
                  <a:lnTo>
                    <a:pt x="1438078" y="225513"/>
                  </a:lnTo>
                  <a:lnTo>
                    <a:pt x="1332883" y="220903"/>
                  </a:lnTo>
                  <a:lnTo>
                    <a:pt x="1238114" y="217187"/>
                  </a:lnTo>
                  <a:lnTo>
                    <a:pt x="1157332" y="214335"/>
                  </a:lnTo>
                  <a:lnTo>
                    <a:pt x="1093064" y="212282"/>
                  </a:lnTo>
                  <a:lnTo>
                    <a:pt x="1046332" y="210925"/>
                  </a:lnTo>
                  <a:lnTo>
                    <a:pt x="1016401" y="210132"/>
                  </a:lnTo>
                  <a:lnTo>
                    <a:pt x="1000784" y="209754"/>
                  </a:lnTo>
                  <a:lnTo>
                    <a:pt x="995429" y="209635"/>
                  </a:lnTo>
                  <a:lnTo>
                    <a:pt x="994940" y="209625"/>
                  </a:lnTo>
                  <a:lnTo>
                    <a:pt x="0" y="209625"/>
                  </a:lnTo>
                  <a:lnTo>
                    <a:pt x="0" y="2096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4" name="pg383"/>
            <p:cNvSpPr/>
            <p:nvPr/>
          </p:nvSpPr>
          <p:spPr>
            <a:xfrm>
              <a:off x="1199187" y="2384323"/>
              <a:ext cx="12049831" cy="1304917"/>
            </a:xfrm>
            <a:custGeom>
              <a:avLst/>
              <a:pathLst>
                <a:path w="12049831" h="1304917">
                  <a:moveTo>
                    <a:pt x="0" y="47165"/>
                  </a:moveTo>
                  <a:lnTo>
                    <a:pt x="994940" y="47165"/>
                  </a:lnTo>
                  <a:lnTo>
                    <a:pt x="996064" y="47189"/>
                  </a:lnTo>
                  <a:lnTo>
                    <a:pt x="1003483" y="47358"/>
                  </a:lnTo>
                  <a:lnTo>
                    <a:pt x="1022289" y="47826"/>
                  </a:lnTo>
                  <a:lnTo>
                    <a:pt x="1056171" y="48747"/>
                  </a:lnTo>
                  <a:lnTo>
                    <a:pt x="1107200" y="50269"/>
                  </a:lnTo>
                  <a:lnTo>
                    <a:pt x="1175671" y="52520"/>
                  </a:lnTo>
                  <a:lnTo>
                    <a:pt x="1260160" y="55591"/>
                  </a:lnTo>
                  <a:lnTo>
                    <a:pt x="1357836" y="59541"/>
                  </a:lnTo>
                  <a:lnTo>
                    <a:pt x="1464975" y="64391"/>
                  </a:lnTo>
                  <a:lnTo>
                    <a:pt x="1577546" y="70136"/>
                  </a:lnTo>
                  <a:lnTo>
                    <a:pt x="1691735" y="76759"/>
                  </a:lnTo>
                  <a:lnTo>
                    <a:pt x="1804316" y="84244"/>
                  </a:lnTo>
                  <a:lnTo>
                    <a:pt x="1912834" y="92585"/>
                  </a:lnTo>
                  <a:lnTo>
                    <a:pt x="2015633" y="101797"/>
                  </a:lnTo>
                  <a:lnTo>
                    <a:pt x="2111775" y="111924"/>
                  </a:lnTo>
                  <a:lnTo>
                    <a:pt x="2200910" y="123032"/>
                  </a:lnTo>
                  <a:lnTo>
                    <a:pt x="2283129" y="135218"/>
                  </a:lnTo>
                  <a:lnTo>
                    <a:pt x="2358829" y="148607"/>
                  </a:lnTo>
                  <a:lnTo>
                    <a:pt x="2428610" y="163343"/>
                  </a:lnTo>
                  <a:lnTo>
                    <a:pt x="2493184" y="179590"/>
                  </a:lnTo>
                  <a:lnTo>
                    <a:pt x="2553316" y="197519"/>
                  </a:lnTo>
                  <a:lnTo>
                    <a:pt x="2609776" y="217290"/>
                  </a:lnTo>
                  <a:lnTo>
                    <a:pt x="2663294" y="239028"/>
                  </a:lnTo>
                  <a:lnTo>
                    <a:pt x="2702183" y="256791"/>
                  </a:lnTo>
                  <a:lnTo>
                    <a:pt x="2757434" y="284951"/>
                  </a:lnTo>
                  <a:lnTo>
                    <a:pt x="2811078" y="315648"/>
                  </a:lnTo>
                  <a:lnTo>
                    <a:pt x="2863653" y="348928"/>
                  </a:lnTo>
                  <a:lnTo>
                    <a:pt x="2915568" y="384770"/>
                  </a:lnTo>
                  <a:lnTo>
                    <a:pt x="2967125" y="423082"/>
                  </a:lnTo>
                  <a:lnTo>
                    <a:pt x="3018541" y="463692"/>
                  </a:lnTo>
                  <a:lnTo>
                    <a:pt x="3069954" y="506345"/>
                  </a:lnTo>
                  <a:lnTo>
                    <a:pt x="3121440" y="550712"/>
                  </a:lnTo>
                  <a:lnTo>
                    <a:pt x="3173020" y="596391"/>
                  </a:lnTo>
                  <a:lnTo>
                    <a:pt x="3224679" y="642925"/>
                  </a:lnTo>
                  <a:lnTo>
                    <a:pt x="3276375" y="689820"/>
                  </a:lnTo>
                  <a:lnTo>
                    <a:pt x="3328055" y="736564"/>
                  </a:lnTo>
                  <a:lnTo>
                    <a:pt x="3379671" y="782654"/>
                  </a:lnTo>
                  <a:lnTo>
                    <a:pt x="3431195" y="827615"/>
                  </a:lnTo>
                  <a:lnTo>
                    <a:pt x="3482632" y="871019"/>
                  </a:lnTo>
                  <a:lnTo>
                    <a:pt x="3534034" y="912508"/>
                  </a:lnTo>
                  <a:lnTo>
                    <a:pt x="3585512" y="951793"/>
                  </a:lnTo>
                  <a:lnTo>
                    <a:pt x="3637248" y="988671"/>
                  </a:lnTo>
                  <a:lnTo>
                    <a:pt x="3689507" y="1023014"/>
                  </a:lnTo>
                  <a:lnTo>
                    <a:pt x="3742653" y="1054775"/>
                  </a:lnTo>
                  <a:lnTo>
                    <a:pt x="3797166" y="1083973"/>
                  </a:lnTo>
                  <a:lnTo>
                    <a:pt x="3820202" y="1095292"/>
                  </a:lnTo>
                  <a:lnTo>
                    <a:pt x="3871939" y="1118555"/>
                  </a:lnTo>
                  <a:lnTo>
                    <a:pt x="3926113" y="1139804"/>
                  </a:lnTo>
                  <a:lnTo>
                    <a:pt x="3983400" y="1159111"/>
                  </a:lnTo>
                  <a:lnTo>
                    <a:pt x="4044547" y="1176613"/>
                  </a:lnTo>
                  <a:lnTo>
                    <a:pt x="4110324" y="1192475"/>
                  </a:lnTo>
                  <a:lnTo>
                    <a:pt x="4181489" y="1206867"/>
                  </a:lnTo>
                  <a:lnTo>
                    <a:pt x="4258734" y="1219949"/>
                  </a:lnTo>
                  <a:lnTo>
                    <a:pt x="4342616" y="1231862"/>
                  </a:lnTo>
                  <a:lnTo>
                    <a:pt x="4433470" y="1242722"/>
                  </a:lnTo>
                  <a:lnTo>
                    <a:pt x="4531293" y="1252620"/>
                  </a:lnTo>
                  <a:lnTo>
                    <a:pt x="4635602" y="1261617"/>
                  </a:lnTo>
                  <a:lnTo>
                    <a:pt x="4745296" y="1269747"/>
                  </a:lnTo>
                  <a:lnTo>
                    <a:pt x="4858527" y="1277022"/>
                  </a:lnTo>
                  <a:lnTo>
                    <a:pt x="4972646" y="1283433"/>
                  </a:lnTo>
                  <a:lnTo>
                    <a:pt x="5084256" y="1288960"/>
                  </a:lnTo>
                  <a:lnTo>
                    <a:pt x="5189452" y="1293590"/>
                  </a:lnTo>
                  <a:lnTo>
                    <a:pt x="5284225" y="1297322"/>
                  </a:lnTo>
                  <a:lnTo>
                    <a:pt x="5365013" y="1300186"/>
                  </a:lnTo>
                  <a:lnTo>
                    <a:pt x="5429289" y="1302248"/>
                  </a:lnTo>
                  <a:lnTo>
                    <a:pt x="5476030" y="1303611"/>
                  </a:lnTo>
                  <a:lnTo>
                    <a:pt x="5505970" y="1304407"/>
                  </a:lnTo>
                  <a:lnTo>
                    <a:pt x="5521595" y="1304787"/>
                  </a:lnTo>
                  <a:lnTo>
                    <a:pt x="5526954" y="1304907"/>
                  </a:lnTo>
                  <a:lnTo>
                    <a:pt x="5527445" y="1304917"/>
                  </a:lnTo>
                  <a:lnTo>
                    <a:pt x="6522385" y="1304917"/>
                  </a:lnTo>
                  <a:lnTo>
                    <a:pt x="6523509" y="1304893"/>
                  </a:lnTo>
                  <a:lnTo>
                    <a:pt x="6530922" y="1304718"/>
                  </a:lnTo>
                  <a:lnTo>
                    <a:pt x="6549715" y="1304236"/>
                  </a:lnTo>
                  <a:lnTo>
                    <a:pt x="6583575" y="1303284"/>
                  </a:lnTo>
                  <a:lnTo>
                    <a:pt x="6634571" y="1301712"/>
                  </a:lnTo>
                  <a:lnTo>
                    <a:pt x="6703001" y="1299389"/>
                  </a:lnTo>
                  <a:lnTo>
                    <a:pt x="6787444" y="1296217"/>
                  </a:lnTo>
                  <a:lnTo>
                    <a:pt x="6885075" y="1292138"/>
                  </a:lnTo>
                  <a:lnTo>
                    <a:pt x="6992171" y="1287130"/>
                  </a:lnTo>
                  <a:lnTo>
                    <a:pt x="7104705" y="1281197"/>
                  </a:lnTo>
                  <a:lnTo>
                    <a:pt x="7218865" y="1274357"/>
                  </a:lnTo>
                  <a:lnTo>
                    <a:pt x="7331427" y="1266628"/>
                  </a:lnTo>
                  <a:lnTo>
                    <a:pt x="7439933" y="1258014"/>
                  </a:lnTo>
                  <a:lnTo>
                    <a:pt x="7542728" y="1248499"/>
                  </a:lnTo>
                  <a:lnTo>
                    <a:pt x="7638871" y="1238042"/>
                  </a:lnTo>
                  <a:lnTo>
                    <a:pt x="7728011" y="1226570"/>
                  </a:lnTo>
                  <a:lnTo>
                    <a:pt x="7810237" y="1213986"/>
                  </a:lnTo>
                  <a:lnTo>
                    <a:pt x="7885946" y="1200160"/>
                  </a:lnTo>
                  <a:lnTo>
                    <a:pt x="7955735" y="1184943"/>
                  </a:lnTo>
                  <a:lnTo>
                    <a:pt x="8020317" y="1168167"/>
                  </a:lnTo>
                  <a:lnTo>
                    <a:pt x="8080455" y="1149655"/>
                  </a:lnTo>
                  <a:lnTo>
                    <a:pt x="8136918" y="1129241"/>
                  </a:lnTo>
                  <a:lnTo>
                    <a:pt x="8190438" y="1106795"/>
                  </a:lnTo>
                  <a:lnTo>
                    <a:pt x="8229629" y="1088305"/>
                  </a:lnTo>
                  <a:lnTo>
                    <a:pt x="8284553" y="1059388"/>
                  </a:lnTo>
                  <a:lnTo>
                    <a:pt x="8337887" y="1027882"/>
                  </a:lnTo>
                  <a:lnTo>
                    <a:pt x="8390158" y="993740"/>
                  </a:lnTo>
                  <a:lnTo>
                    <a:pt x="8441771" y="956980"/>
                  </a:lnTo>
                  <a:lnTo>
                    <a:pt x="8493025" y="917695"/>
                  </a:lnTo>
                  <a:lnTo>
                    <a:pt x="8544134" y="876058"/>
                  </a:lnTo>
                  <a:lnTo>
                    <a:pt x="8595237" y="832323"/>
                  </a:lnTo>
                  <a:lnTo>
                    <a:pt x="8646409" y="786824"/>
                  </a:lnTo>
                  <a:lnTo>
                    <a:pt x="8697674" y="739964"/>
                  </a:lnTo>
                  <a:lnTo>
                    <a:pt x="8749019" y="692204"/>
                  </a:lnTo>
                  <a:lnTo>
                    <a:pt x="8800403" y="644045"/>
                  </a:lnTo>
                  <a:lnTo>
                    <a:pt x="8851776" y="596004"/>
                  </a:lnTo>
                  <a:lnTo>
                    <a:pt x="8903088" y="548596"/>
                  </a:lnTo>
                  <a:lnTo>
                    <a:pt x="8954310" y="502305"/>
                  </a:lnTo>
                  <a:lnTo>
                    <a:pt x="9005445" y="457568"/>
                  </a:lnTo>
                  <a:lnTo>
                    <a:pt x="9056537" y="414757"/>
                  </a:lnTo>
                  <a:lnTo>
                    <a:pt x="9107691" y="374170"/>
                  </a:lnTo>
                  <a:lnTo>
                    <a:pt x="9159078" y="336025"/>
                  </a:lnTo>
                  <a:lnTo>
                    <a:pt x="9210950" y="300457"/>
                  </a:lnTo>
                  <a:lnTo>
                    <a:pt x="9263650" y="267523"/>
                  </a:lnTo>
                  <a:lnTo>
                    <a:pt x="9317638" y="237212"/>
                  </a:lnTo>
                  <a:lnTo>
                    <a:pt x="9347647" y="221853"/>
                  </a:lnTo>
                  <a:lnTo>
                    <a:pt x="9399372" y="197821"/>
                  </a:lnTo>
                  <a:lnTo>
                    <a:pt x="9453530" y="175868"/>
                  </a:lnTo>
                  <a:lnTo>
                    <a:pt x="9510801" y="155921"/>
                  </a:lnTo>
                  <a:lnTo>
                    <a:pt x="9571929" y="137839"/>
                  </a:lnTo>
                  <a:lnTo>
                    <a:pt x="9637684" y="121450"/>
                  </a:lnTo>
                  <a:lnTo>
                    <a:pt x="9708823" y="106580"/>
                  </a:lnTo>
                  <a:lnTo>
                    <a:pt x="9786038" y="93063"/>
                  </a:lnTo>
                  <a:lnTo>
                    <a:pt x="9869886" y="80754"/>
                  </a:lnTo>
                  <a:lnTo>
                    <a:pt x="9960703" y="69533"/>
                  </a:lnTo>
                  <a:lnTo>
                    <a:pt x="10058484" y="59306"/>
                  </a:lnTo>
                  <a:lnTo>
                    <a:pt x="10162751" y="50009"/>
                  </a:lnTo>
                  <a:lnTo>
                    <a:pt x="10272404" y="41606"/>
                  </a:lnTo>
                  <a:lnTo>
                    <a:pt x="10385600" y="34088"/>
                  </a:lnTo>
                  <a:lnTo>
                    <a:pt x="10499692" y="27463"/>
                  </a:lnTo>
                  <a:lnTo>
                    <a:pt x="10611291" y="21749"/>
                  </a:lnTo>
                  <a:lnTo>
                    <a:pt x="10716493" y="16963"/>
                  </a:lnTo>
                  <a:lnTo>
                    <a:pt x="10811293" y="13104"/>
                  </a:lnTo>
                  <a:lnTo>
                    <a:pt x="10892129" y="10141"/>
                  </a:lnTo>
                  <a:lnTo>
                    <a:pt x="10956469" y="8007"/>
                  </a:lnTo>
                  <a:lnTo>
                    <a:pt x="11003284" y="6595"/>
                  </a:lnTo>
                  <a:lnTo>
                    <a:pt x="11033298" y="5770"/>
                  </a:lnTo>
                  <a:lnTo>
                    <a:pt x="11048987" y="5376"/>
                  </a:lnTo>
                  <a:lnTo>
                    <a:pt x="11054389" y="525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8" y="24"/>
                  </a:lnTo>
                  <a:lnTo>
                    <a:pt x="11046354" y="199"/>
                  </a:lnTo>
                  <a:lnTo>
                    <a:pt x="11027562" y="681"/>
                  </a:lnTo>
                  <a:lnTo>
                    <a:pt x="10993702" y="1633"/>
                  </a:lnTo>
                  <a:lnTo>
                    <a:pt x="10942706" y="3205"/>
                  </a:lnTo>
                  <a:lnTo>
                    <a:pt x="10874276" y="5528"/>
                  </a:lnTo>
                  <a:lnTo>
                    <a:pt x="10789832" y="8700"/>
                  </a:lnTo>
                  <a:lnTo>
                    <a:pt x="10692202" y="12779"/>
                  </a:lnTo>
                  <a:lnTo>
                    <a:pt x="10585106" y="17787"/>
                  </a:lnTo>
                  <a:lnTo>
                    <a:pt x="10472572" y="23720"/>
                  </a:lnTo>
                  <a:lnTo>
                    <a:pt x="10358411" y="30560"/>
                  </a:lnTo>
                  <a:lnTo>
                    <a:pt x="10245850" y="38289"/>
                  </a:lnTo>
                  <a:lnTo>
                    <a:pt x="10137343" y="46903"/>
                  </a:lnTo>
                  <a:lnTo>
                    <a:pt x="10034549" y="56418"/>
                  </a:lnTo>
                  <a:lnTo>
                    <a:pt x="9938405" y="66875"/>
                  </a:lnTo>
                  <a:lnTo>
                    <a:pt x="9849265" y="78346"/>
                  </a:lnTo>
                  <a:lnTo>
                    <a:pt x="9767039" y="90931"/>
                  </a:lnTo>
                  <a:lnTo>
                    <a:pt x="9691330" y="104757"/>
                  </a:lnTo>
                  <a:lnTo>
                    <a:pt x="9621541" y="119974"/>
                  </a:lnTo>
                  <a:lnTo>
                    <a:pt x="9556960" y="136750"/>
                  </a:lnTo>
                  <a:lnTo>
                    <a:pt x="9496822" y="155262"/>
                  </a:lnTo>
                  <a:lnTo>
                    <a:pt x="9440359" y="175676"/>
                  </a:lnTo>
                  <a:lnTo>
                    <a:pt x="9386839" y="198122"/>
                  </a:lnTo>
                  <a:lnTo>
                    <a:pt x="9347647" y="216612"/>
                  </a:lnTo>
                  <a:lnTo>
                    <a:pt x="9292723" y="245529"/>
                  </a:lnTo>
                  <a:lnTo>
                    <a:pt x="9239390" y="277035"/>
                  </a:lnTo>
                  <a:lnTo>
                    <a:pt x="9187118" y="311177"/>
                  </a:lnTo>
                  <a:lnTo>
                    <a:pt x="9135506" y="347937"/>
                  </a:lnTo>
                  <a:lnTo>
                    <a:pt x="9084251" y="387222"/>
                  </a:lnTo>
                  <a:lnTo>
                    <a:pt x="9033142" y="428859"/>
                  </a:lnTo>
                  <a:lnTo>
                    <a:pt x="8982040" y="472594"/>
                  </a:lnTo>
                  <a:lnTo>
                    <a:pt x="8930868" y="518093"/>
                  </a:lnTo>
                  <a:lnTo>
                    <a:pt x="8879602" y="564953"/>
                  </a:lnTo>
                  <a:lnTo>
                    <a:pt x="8828257" y="612713"/>
                  </a:lnTo>
                  <a:lnTo>
                    <a:pt x="8776873" y="660872"/>
                  </a:lnTo>
                  <a:lnTo>
                    <a:pt x="8725501" y="708912"/>
                  </a:lnTo>
                  <a:lnTo>
                    <a:pt x="8674188" y="756321"/>
                  </a:lnTo>
                  <a:lnTo>
                    <a:pt x="8622966" y="802612"/>
                  </a:lnTo>
                  <a:lnTo>
                    <a:pt x="8571832" y="847349"/>
                  </a:lnTo>
                  <a:lnTo>
                    <a:pt x="8520739" y="890160"/>
                  </a:lnTo>
                  <a:lnTo>
                    <a:pt x="8469585" y="930747"/>
                  </a:lnTo>
                  <a:lnTo>
                    <a:pt x="8418198" y="968892"/>
                  </a:lnTo>
                  <a:lnTo>
                    <a:pt x="8366327" y="1004460"/>
                  </a:lnTo>
                  <a:lnTo>
                    <a:pt x="8313626" y="1037394"/>
                  </a:lnTo>
                  <a:lnTo>
                    <a:pt x="8259638" y="1067704"/>
                  </a:lnTo>
                  <a:lnTo>
                    <a:pt x="8229629" y="1083064"/>
                  </a:lnTo>
                  <a:lnTo>
                    <a:pt x="8177905" y="1107096"/>
                  </a:lnTo>
                  <a:lnTo>
                    <a:pt x="8123746" y="1129049"/>
                  </a:lnTo>
                  <a:lnTo>
                    <a:pt x="8066475" y="1148996"/>
                  </a:lnTo>
                  <a:lnTo>
                    <a:pt x="8005348" y="1167078"/>
                  </a:lnTo>
                  <a:lnTo>
                    <a:pt x="7939593" y="1183467"/>
                  </a:lnTo>
                  <a:lnTo>
                    <a:pt x="7868453" y="1198337"/>
                  </a:lnTo>
                  <a:lnTo>
                    <a:pt x="7791239" y="1211854"/>
                  </a:lnTo>
                  <a:lnTo>
                    <a:pt x="7707390" y="1224162"/>
                  </a:lnTo>
                  <a:lnTo>
                    <a:pt x="7616574" y="1235384"/>
                  </a:lnTo>
                  <a:lnTo>
                    <a:pt x="7518793" y="1245611"/>
                  </a:lnTo>
                  <a:lnTo>
                    <a:pt x="7414526" y="1254908"/>
                  </a:lnTo>
                  <a:lnTo>
                    <a:pt x="7304873" y="1263310"/>
                  </a:lnTo>
                  <a:lnTo>
                    <a:pt x="7191677" y="1270829"/>
                  </a:lnTo>
                  <a:lnTo>
                    <a:pt x="7077585" y="1277454"/>
                  </a:lnTo>
                  <a:lnTo>
                    <a:pt x="6965986" y="1283168"/>
                  </a:lnTo>
                  <a:lnTo>
                    <a:pt x="6860783" y="1287954"/>
                  </a:lnTo>
                  <a:lnTo>
                    <a:pt x="6765984" y="1291813"/>
                  </a:lnTo>
                  <a:lnTo>
                    <a:pt x="6685148" y="1294776"/>
                  </a:lnTo>
                  <a:lnTo>
                    <a:pt x="6620808" y="1296910"/>
                  </a:lnTo>
                  <a:lnTo>
                    <a:pt x="6573993" y="1298321"/>
                  </a:lnTo>
                  <a:lnTo>
                    <a:pt x="6543978" y="1299147"/>
                  </a:lnTo>
                  <a:lnTo>
                    <a:pt x="6528290" y="1299541"/>
                  </a:lnTo>
                  <a:lnTo>
                    <a:pt x="6522888" y="1299666"/>
                  </a:lnTo>
                  <a:lnTo>
                    <a:pt x="6522385" y="1299677"/>
                  </a:lnTo>
                  <a:lnTo>
                    <a:pt x="5527445" y="1299677"/>
                  </a:lnTo>
                  <a:lnTo>
                    <a:pt x="5526321" y="1299653"/>
                  </a:lnTo>
                  <a:lnTo>
                    <a:pt x="5518902" y="1299484"/>
                  </a:lnTo>
                  <a:lnTo>
                    <a:pt x="5500096" y="1299016"/>
                  </a:lnTo>
                  <a:lnTo>
                    <a:pt x="5466214" y="1298095"/>
                  </a:lnTo>
                  <a:lnTo>
                    <a:pt x="5415185" y="1296573"/>
                  </a:lnTo>
                  <a:lnTo>
                    <a:pt x="5346714" y="1294322"/>
                  </a:lnTo>
                  <a:lnTo>
                    <a:pt x="5262225" y="1291251"/>
                  </a:lnTo>
                  <a:lnTo>
                    <a:pt x="5164549" y="1287301"/>
                  </a:lnTo>
                  <a:lnTo>
                    <a:pt x="5057410" y="1282451"/>
                  </a:lnTo>
                  <a:lnTo>
                    <a:pt x="4944839" y="1276706"/>
                  </a:lnTo>
                  <a:lnTo>
                    <a:pt x="4830650" y="1270083"/>
                  </a:lnTo>
                  <a:lnTo>
                    <a:pt x="4718069" y="1262598"/>
                  </a:lnTo>
                  <a:lnTo>
                    <a:pt x="4609551" y="1254257"/>
                  </a:lnTo>
                  <a:lnTo>
                    <a:pt x="4506752" y="1245044"/>
                  </a:lnTo>
                  <a:lnTo>
                    <a:pt x="4410610" y="1234918"/>
                  </a:lnTo>
                  <a:lnTo>
                    <a:pt x="4321475" y="1223810"/>
                  </a:lnTo>
                  <a:lnTo>
                    <a:pt x="4239256" y="1211624"/>
                  </a:lnTo>
                  <a:lnTo>
                    <a:pt x="4163556" y="1198235"/>
                  </a:lnTo>
                  <a:lnTo>
                    <a:pt x="4093775" y="1183499"/>
                  </a:lnTo>
                  <a:lnTo>
                    <a:pt x="4029201" y="1167252"/>
                  </a:lnTo>
                  <a:lnTo>
                    <a:pt x="3969069" y="1149323"/>
                  </a:lnTo>
                  <a:lnTo>
                    <a:pt x="3912609" y="1129552"/>
                  </a:lnTo>
                  <a:lnTo>
                    <a:pt x="3859091" y="1107814"/>
                  </a:lnTo>
                  <a:lnTo>
                    <a:pt x="3820202" y="1090051"/>
                  </a:lnTo>
                  <a:lnTo>
                    <a:pt x="3764951" y="1061891"/>
                  </a:lnTo>
                  <a:lnTo>
                    <a:pt x="3711307" y="1031194"/>
                  </a:lnTo>
                  <a:lnTo>
                    <a:pt x="3658732" y="997914"/>
                  </a:lnTo>
                  <a:lnTo>
                    <a:pt x="3606817" y="962072"/>
                  </a:lnTo>
                  <a:lnTo>
                    <a:pt x="3555260" y="923760"/>
                  </a:lnTo>
                  <a:lnTo>
                    <a:pt x="3503844" y="883150"/>
                  </a:lnTo>
                  <a:lnTo>
                    <a:pt x="3452431" y="840496"/>
                  </a:lnTo>
                  <a:lnTo>
                    <a:pt x="3400945" y="796130"/>
                  </a:lnTo>
                  <a:lnTo>
                    <a:pt x="3349365" y="750451"/>
                  </a:lnTo>
                  <a:lnTo>
                    <a:pt x="3297706" y="703917"/>
                  </a:lnTo>
                  <a:lnTo>
                    <a:pt x="3246010" y="657022"/>
                  </a:lnTo>
                  <a:lnTo>
                    <a:pt x="3194330" y="610278"/>
                  </a:lnTo>
                  <a:lnTo>
                    <a:pt x="3142714" y="564188"/>
                  </a:lnTo>
                  <a:lnTo>
                    <a:pt x="3091190" y="519227"/>
                  </a:lnTo>
                  <a:lnTo>
                    <a:pt x="3039753" y="475822"/>
                  </a:lnTo>
                  <a:lnTo>
                    <a:pt x="2988351" y="434334"/>
                  </a:lnTo>
                  <a:lnTo>
                    <a:pt x="2936873" y="395049"/>
                  </a:lnTo>
                  <a:lnTo>
                    <a:pt x="2885137" y="358171"/>
                  </a:lnTo>
                  <a:lnTo>
                    <a:pt x="2832878" y="323827"/>
                  </a:lnTo>
                  <a:lnTo>
                    <a:pt x="2779732" y="292067"/>
                  </a:lnTo>
                  <a:lnTo>
                    <a:pt x="2725219" y="262869"/>
                  </a:lnTo>
                  <a:lnTo>
                    <a:pt x="2702183" y="251550"/>
                  </a:lnTo>
                  <a:lnTo>
                    <a:pt x="2650446" y="228287"/>
                  </a:lnTo>
                  <a:lnTo>
                    <a:pt x="2596272" y="207038"/>
                  </a:lnTo>
                  <a:lnTo>
                    <a:pt x="2538985" y="187731"/>
                  </a:lnTo>
                  <a:lnTo>
                    <a:pt x="2477838" y="170229"/>
                  </a:lnTo>
                  <a:lnTo>
                    <a:pt x="2412061" y="154367"/>
                  </a:lnTo>
                  <a:lnTo>
                    <a:pt x="2340896" y="139975"/>
                  </a:lnTo>
                  <a:lnTo>
                    <a:pt x="2263651" y="126893"/>
                  </a:lnTo>
                  <a:lnTo>
                    <a:pt x="2179769" y="114980"/>
                  </a:lnTo>
                  <a:lnTo>
                    <a:pt x="2088915" y="104120"/>
                  </a:lnTo>
                  <a:lnTo>
                    <a:pt x="1991092" y="94222"/>
                  </a:lnTo>
                  <a:lnTo>
                    <a:pt x="1886783" y="85225"/>
                  </a:lnTo>
                  <a:lnTo>
                    <a:pt x="1777089" y="77095"/>
                  </a:lnTo>
                  <a:lnTo>
                    <a:pt x="1663858" y="69820"/>
                  </a:lnTo>
                  <a:lnTo>
                    <a:pt x="1549739" y="63409"/>
                  </a:lnTo>
                  <a:lnTo>
                    <a:pt x="1438129" y="57882"/>
                  </a:lnTo>
                  <a:lnTo>
                    <a:pt x="1332933" y="53252"/>
                  </a:lnTo>
                  <a:lnTo>
                    <a:pt x="1238160" y="49520"/>
                  </a:lnTo>
                  <a:lnTo>
                    <a:pt x="1157372" y="46656"/>
                  </a:lnTo>
                  <a:lnTo>
                    <a:pt x="1093096" y="44594"/>
                  </a:lnTo>
                  <a:lnTo>
                    <a:pt x="1046355" y="43231"/>
                  </a:lnTo>
                  <a:lnTo>
                    <a:pt x="1016415" y="42435"/>
                  </a:lnTo>
                  <a:lnTo>
                    <a:pt x="1000790" y="42055"/>
                  </a:lnTo>
                  <a:lnTo>
                    <a:pt x="995431" y="41935"/>
                  </a:lnTo>
                  <a:lnTo>
                    <a:pt x="994940" y="41925"/>
                  </a:lnTo>
                  <a:lnTo>
                    <a:pt x="0" y="41925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85" name="pl384"/>
            <p:cNvSpPr/>
            <p:nvPr/>
          </p:nvSpPr>
          <p:spPr>
            <a:xfrm>
              <a:off x="1199187" y="2389564"/>
              <a:ext cx="12049831" cy="1299677"/>
            </a:xfrm>
            <a:custGeom>
              <a:avLst/>
              <a:pathLst>
                <a:path w="12049831" h="1299677">
                  <a:moveTo>
                    <a:pt x="0" y="41925"/>
                  </a:moveTo>
                  <a:lnTo>
                    <a:pt x="994940" y="41925"/>
                  </a:lnTo>
                  <a:lnTo>
                    <a:pt x="996064" y="41948"/>
                  </a:lnTo>
                  <a:lnTo>
                    <a:pt x="1003483" y="42118"/>
                  </a:lnTo>
                  <a:lnTo>
                    <a:pt x="1022289" y="42585"/>
                  </a:lnTo>
                  <a:lnTo>
                    <a:pt x="1056171" y="43506"/>
                  </a:lnTo>
                  <a:lnTo>
                    <a:pt x="1107200" y="45029"/>
                  </a:lnTo>
                  <a:lnTo>
                    <a:pt x="1175671" y="47279"/>
                  </a:lnTo>
                  <a:lnTo>
                    <a:pt x="1260160" y="50351"/>
                  </a:lnTo>
                  <a:lnTo>
                    <a:pt x="1357836" y="54301"/>
                  </a:lnTo>
                  <a:lnTo>
                    <a:pt x="1464975" y="59151"/>
                  </a:lnTo>
                  <a:lnTo>
                    <a:pt x="1577546" y="64896"/>
                  </a:lnTo>
                  <a:lnTo>
                    <a:pt x="1691735" y="71519"/>
                  </a:lnTo>
                  <a:lnTo>
                    <a:pt x="1804316" y="79003"/>
                  </a:lnTo>
                  <a:lnTo>
                    <a:pt x="1912834" y="87344"/>
                  </a:lnTo>
                  <a:lnTo>
                    <a:pt x="2015633" y="96557"/>
                  </a:lnTo>
                  <a:lnTo>
                    <a:pt x="2111775" y="106683"/>
                  </a:lnTo>
                  <a:lnTo>
                    <a:pt x="2200910" y="117791"/>
                  </a:lnTo>
                  <a:lnTo>
                    <a:pt x="2283129" y="129978"/>
                  </a:lnTo>
                  <a:lnTo>
                    <a:pt x="2358829" y="143366"/>
                  </a:lnTo>
                  <a:lnTo>
                    <a:pt x="2428610" y="158102"/>
                  </a:lnTo>
                  <a:lnTo>
                    <a:pt x="2493184" y="174350"/>
                  </a:lnTo>
                  <a:lnTo>
                    <a:pt x="2553316" y="192278"/>
                  </a:lnTo>
                  <a:lnTo>
                    <a:pt x="2609776" y="212049"/>
                  </a:lnTo>
                  <a:lnTo>
                    <a:pt x="2663294" y="233787"/>
                  </a:lnTo>
                  <a:lnTo>
                    <a:pt x="2702183" y="251550"/>
                  </a:lnTo>
                  <a:lnTo>
                    <a:pt x="2757434" y="279710"/>
                  </a:lnTo>
                  <a:lnTo>
                    <a:pt x="2811078" y="310407"/>
                  </a:lnTo>
                  <a:lnTo>
                    <a:pt x="2863653" y="343687"/>
                  </a:lnTo>
                  <a:lnTo>
                    <a:pt x="2915568" y="379530"/>
                  </a:lnTo>
                  <a:lnTo>
                    <a:pt x="2967125" y="417842"/>
                  </a:lnTo>
                  <a:lnTo>
                    <a:pt x="3018541" y="458451"/>
                  </a:lnTo>
                  <a:lnTo>
                    <a:pt x="3069954" y="501105"/>
                  </a:lnTo>
                  <a:lnTo>
                    <a:pt x="3121440" y="545472"/>
                  </a:lnTo>
                  <a:lnTo>
                    <a:pt x="3173020" y="591150"/>
                  </a:lnTo>
                  <a:lnTo>
                    <a:pt x="3224679" y="637685"/>
                  </a:lnTo>
                  <a:lnTo>
                    <a:pt x="3276375" y="684579"/>
                  </a:lnTo>
                  <a:lnTo>
                    <a:pt x="3328055" y="731324"/>
                  </a:lnTo>
                  <a:lnTo>
                    <a:pt x="3379671" y="777414"/>
                  </a:lnTo>
                  <a:lnTo>
                    <a:pt x="3431195" y="822374"/>
                  </a:lnTo>
                  <a:lnTo>
                    <a:pt x="3482632" y="865779"/>
                  </a:lnTo>
                  <a:lnTo>
                    <a:pt x="3534034" y="907267"/>
                  </a:lnTo>
                  <a:lnTo>
                    <a:pt x="3585512" y="946553"/>
                  </a:lnTo>
                  <a:lnTo>
                    <a:pt x="3637248" y="983430"/>
                  </a:lnTo>
                  <a:lnTo>
                    <a:pt x="3689507" y="1017774"/>
                  </a:lnTo>
                  <a:lnTo>
                    <a:pt x="3742653" y="1049535"/>
                  </a:lnTo>
                  <a:lnTo>
                    <a:pt x="3797166" y="1078732"/>
                  </a:lnTo>
                  <a:lnTo>
                    <a:pt x="3820202" y="1090051"/>
                  </a:lnTo>
                  <a:lnTo>
                    <a:pt x="3871939" y="1113314"/>
                  </a:lnTo>
                  <a:lnTo>
                    <a:pt x="3926113" y="1134563"/>
                  </a:lnTo>
                  <a:lnTo>
                    <a:pt x="3983400" y="1153870"/>
                  </a:lnTo>
                  <a:lnTo>
                    <a:pt x="4044547" y="1171372"/>
                  </a:lnTo>
                  <a:lnTo>
                    <a:pt x="4110324" y="1187234"/>
                  </a:lnTo>
                  <a:lnTo>
                    <a:pt x="4181489" y="1201627"/>
                  </a:lnTo>
                  <a:lnTo>
                    <a:pt x="4258734" y="1214709"/>
                  </a:lnTo>
                  <a:lnTo>
                    <a:pt x="4342616" y="1226621"/>
                  </a:lnTo>
                  <a:lnTo>
                    <a:pt x="4433470" y="1237481"/>
                  </a:lnTo>
                  <a:lnTo>
                    <a:pt x="4531293" y="1247379"/>
                  </a:lnTo>
                  <a:lnTo>
                    <a:pt x="4635602" y="1256376"/>
                  </a:lnTo>
                  <a:lnTo>
                    <a:pt x="4745296" y="1264507"/>
                  </a:lnTo>
                  <a:lnTo>
                    <a:pt x="4858527" y="1271782"/>
                  </a:lnTo>
                  <a:lnTo>
                    <a:pt x="4972646" y="1278192"/>
                  </a:lnTo>
                  <a:lnTo>
                    <a:pt x="5084256" y="1283720"/>
                  </a:lnTo>
                  <a:lnTo>
                    <a:pt x="5189452" y="1288349"/>
                  </a:lnTo>
                  <a:lnTo>
                    <a:pt x="5284225" y="1292081"/>
                  </a:lnTo>
                  <a:lnTo>
                    <a:pt x="5365013" y="1294945"/>
                  </a:lnTo>
                  <a:lnTo>
                    <a:pt x="5429289" y="1297008"/>
                  </a:lnTo>
                  <a:lnTo>
                    <a:pt x="5476030" y="1298370"/>
                  </a:lnTo>
                  <a:lnTo>
                    <a:pt x="5505970" y="1299167"/>
                  </a:lnTo>
                  <a:lnTo>
                    <a:pt x="5521595" y="1299547"/>
                  </a:lnTo>
                  <a:lnTo>
                    <a:pt x="5526954" y="1299667"/>
                  </a:lnTo>
                  <a:lnTo>
                    <a:pt x="5527445" y="1299677"/>
                  </a:lnTo>
                  <a:lnTo>
                    <a:pt x="6522385" y="1299677"/>
                  </a:lnTo>
                  <a:lnTo>
                    <a:pt x="6523509" y="1299652"/>
                  </a:lnTo>
                  <a:lnTo>
                    <a:pt x="6530922" y="1299478"/>
                  </a:lnTo>
                  <a:lnTo>
                    <a:pt x="6549715" y="1298995"/>
                  </a:lnTo>
                  <a:lnTo>
                    <a:pt x="6583575" y="1298044"/>
                  </a:lnTo>
                  <a:lnTo>
                    <a:pt x="6634571" y="1296471"/>
                  </a:lnTo>
                  <a:lnTo>
                    <a:pt x="6703001" y="1294148"/>
                  </a:lnTo>
                  <a:lnTo>
                    <a:pt x="6787444" y="1290976"/>
                  </a:lnTo>
                  <a:lnTo>
                    <a:pt x="6885075" y="1286897"/>
                  </a:lnTo>
                  <a:lnTo>
                    <a:pt x="6992171" y="1281889"/>
                  </a:lnTo>
                  <a:lnTo>
                    <a:pt x="7104705" y="1275956"/>
                  </a:lnTo>
                  <a:lnTo>
                    <a:pt x="7218865" y="1269116"/>
                  </a:lnTo>
                  <a:lnTo>
                    <a:pt x="7331427" y="1261387"/>
                  </a:lnTo>
                  <a:lnTo>
                    <a:pt x="7439933" y="1252773"/>
                  </a:lnTo>
                  <a:lnTo>
                    <a:pt x="7542728" y="1243259"/>
                  </a:lnTo>
                  <a:lnTo>
                    <a:pt x="7638871" y="1232801"/>
                  </a:lnTo>
                  <a:lnTo>
                    <a:pt x="7728011" y="1221330"/>
                  </a:lnTo>
                  <a:lnTo>
                    <a:pt x="7810237" y="1208745"/>
                  </a:lnTo>
                  <a:lnTo>
                    <a:pt x="7885946" y="1194919"/>
                  </a:lnTo>
                  <a:lnTo>
                    <a:pt x="7955735" y="1179703"/>
                  </a:lnTo>
                  <a:lnTo>
                    <a:pt x="8020317" y="1162926"/>
                  </a:lnTo>
                  <a:lnTo>
                    <a:pt x="8080455" y="1144414"/>
                  </a:lnTo>
                  <a:lnTo>
                    <a:pt x="8136918" y="1124000"/>
                  </a:lnTo>
                  <a:lnTo>
                    <a:pt x="8190438" y="1101554"/>
                  </a:lnTo>
                  <a:lnTo>
                    <a:pt x="8229629" y="1083064"/>
                  </a:lnTo>
                  <a:lnTo>
                    <a:pt x="8284553" y="1054147"/>
                  </a:lnTo>
                  <a:lnTo>
                    <a:pt x="8337887" y="1022641"/>
                  </a:lnTo>
                  <a:lnTo>
                    <a:pt x="8390158" y="988499"/>
                  </a:lnTo>
                  <a:lnTo>
                    <a:pt x="8441771" y="951739"/>
                  </a:lnTo>
                  <a:lnTo>
                    <a:pt x="8493025" y="912454"/>
                  </a:lnTo>
                  <a:lnTo>
                    <a:pt x="8544134" y="870817"/>
                  </a:lnTo>
                  <a:lnTo>
                    <a:pt x="8595237" y="827083"/>
                  </a:lnTo>
                  <a:lnTo>
                    <a:pt x="8646409" y="781583"/>
                  </a:lnTo>
                  <a:lnTo>
                    <a:pt x="8697674" y="734723"/>
                  </a:lnTo>
                  <a:lnTo>
                    <a:pt x="8749019" y="686963"/>
                  </a:lnTo>
                  <a:lnTo>
                    <a:pt x="8800403" y="638804"/>
                  </a:lnTo>
                  <a:lnTo>
                    <a:pt x="8851776" y="590764"/>
                  </a:lnTo>
                  <a:lnTo>
                    <a:pt x="8903088" y="543356"/>
                  </a:lnTo>
                  <a:lnTo>
                    <a:pt x="8954310" y="497064"/>
                  </a:lnTo>
                  <a:lnTo>
                    <a:pt x="9005445" y="452327"/>
                  </a:lnTo>
                  <a:lnTo>
                    <a:pt x="9056537" y="409516"/>
                  </a:lnTo>
                  <a:lnTo>
                    <a:pt x="9107691" y="368930"/>
                  </a:lnTo>
                  <a:lnTo>
                    <a:pt x="9159078" y="330784"/>
                  </a:lnTo>
                  <a:lnTo>
                    <a:pt x="9210950" y="295216"/>
                  </a:lnTo>
                  <a:lnTo>
                    <a:pt x="9263650" y="262283"/>
                  </a:lnTo>
                  <a:lnTo>
                    <a:pt x="9317638" y="231972"/>
                  </a:lnTo>
                  <a:lnTo>
                    <a:pt x="9347647" y="216612"/>
                  </a:lnTo>
                  <a:lnTo>
                    <a:pt x="9399372" y="192580"/>
                  </a:lnTo>
                  <a:lnTo>
                    <a:pt x="9453530" y="170627"/>
                  </a:lnTo>
                  <a:lnTo>
                    <a:pt x="9510801" y="150681"/>
                  </a:lnTo>
                  <a:lnTo>
                    <a:pt x="9571929" y="132598"/>
                  </a:lnTo>
                  <a:lnTo>
                    <a:pt x="9637684" y="116210"/>
                  </a:lnTo>
                  <a:lnTo>
                    <a:pt x="9708823" y="101339"/>
                  </a:lnTo>
                  <a:lnTo>
                    <a:pt x="9786038" y="87823"/>
                  </a:lnTo>
                  <a:lnTo>
                    <a:pt x="9869886" y="75514"/>
                  </a:lnTo>
                  <a:lnTo>
                    <a:pt x="9960703" y="64292"/>
                  </a:lnTo>
                  <a:lnTo>
                    <a:pt x="10058484" y="54065"/>
                  </a:lnTo>
                  <a:lnTo>
                    <a:pt x="10162751" y="44768"/>
                  </a:lnTo>
                  <a:lnTo>
                    <a:pt x="10272404" y="36366"/>
                  </a:lnTo>
                  <a:lnTo>
                    <a:pt x="10385600" y="28848"/>
                  </a:lnTo>
                  <a:lnTo>
                    <a:pt x="10499692" y="22222"/>
                  </a:lnTo>
                  <a:lnTo>
                    <a:pt x="10611291" y="16508"/>
                  </a:lnTo>
                  <a:lnTo>
                    <a:pt x="10716493" y="11722"/>
                  </a:lnTo>
                  <a:lnTo>
                    <a:pt x="10811293" y="7863"/>
                  </a:lnTo>
                  <a:lnTo>
                    <a:pt x="10892129" y="4900"/>
                  </a:lnTo>
                  <a:lnTo>
                    <a:pt x="10956469" y="2766"/>
                  </a:lnTo>
                  <a:lnTo>
                    <a:pt x="11003284" y="1355"/>
                  </a:lnTo>
                  <a:lnTo>
                    <a:pt x="11033298" y="530"/>
                  </a:lnTo>
                  <a:lnTo>
                    <a:pt x="11048987" y="135"/>
                  </a:lnTo>
                  <a:lnTo>
                    <a:pt x="11054389" y="1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6" name="pl385"/>
            <p:cNvSpPr/>
            <p:nvPr/>
          </p:nvSpPr>
          <p:spPr>
            <a:xfrm>
              <a:off x="1199187" y="2384323"/>
              <a:ext cx="12049831" cy="1299677"/>
            </a:xfrm>
            <a:custGeom>
              <a:avLst/>
              <a:pathLst>
                <a:path w="12049831" h="1299677">
                  <a:moveTo>
                    <a:pt x="12049831" y="0"/>
                  </a:moveTo>
                  <a:lnTo>
                    <a:pt x="11054891" y="0"/>
                  </a:lnTo>
                  <a:lnTo>
                    <a:pt x="11053768" y="24"/>
                  </a:lnTo>
                  <a:lnTo>
                    <a:pt x="11046354" y="199"/>
                  </a:lnTo>
                  <a:lnTo>
                    <a:pt x="11027562" y="681"/>
                  </a:lnTo>
                  <a:lnTo>
                    <a:pt x="10993702" y="1633"/>
                  </a:lnTo>
                  <a:lnTo>
                    <a:pt x="10942706" y="3205"/>
                  </a:lnTo>
                  <a:lnTo>
                    <a:pt x="10874276" y="5528"/>
                  </a:lnTo>
                  <a:lnTo>
                    <a:pt x="10789832" y="8700"/>
                  </a:lnTo>
                  <a:lnTo>
                    <a:pt x="10692202" y="12779"/>
                  </a:lnTo>
                  <a:lnTo>
                    <a:pt x="10585106" y="17787"/>
                  </a:lnTo>
                  <a:lnTo>
                    <a:pt x="10472572" y="23720"/>
                  </a:lnTo>
                  <a:lnTo>
                    <a:pt x="10358411" y="30560"/>
                  </a:lnTo>
                  <a:lnTo>
                    <a:pt x="10245850" y="38289"/>
                  </a:lnTo>
                  <a:lnTo>
                    <a:pt x="10137343" y="46903"/>
                  </a:lnTo>
                  <a:lnTo>
                    <a:pt x="10034549" y="56418"/>
                  </a:lnTo>
                  <a:lnTo>
                    <a:pt x="9938405" y="66875"/>
                  </a:lnTo>
                  <a:lnTo>
                    <a:pt x="9849265" y="78346"/>
                  </a:lnTo>
                  <a:lnTo>
                    <a:pt x="9767039" y="90931"/>
                  </a:lnTo>
                  <a:lnTo>
                    <a:pt x="9691330" y="104757"/>
                  </a:lnTo>
                  <a:lnTo>
                    <a:pt x="9621541" y="119974"/>
                  </a:lnTo>
                  <a:lnTo>
                    <a:pt x="9556960" y="136750"/>
                  </a:lnTo>
                  <a:lnTo>
                    <a:pt x="9496822" y="155262"/>
                  </a:lnTo>
                  <a:lnTo>
                    <a:pt x="9440359" y="175676"/>
                  </a:lnTo>
                  <a:lnTo>
                    <a:pt x="9386839" y="198122"/>
                  </a:lnTo>
                  <a:lnTo>
                    <a:pt x="9347647" y="216612"/>
                  </a:lnTo>
                  <a:lnTo>
                    <a:pt x="9292723" y="245529"/>
                  </a:lnTo>
                  <a:lnTo>
                    <a:pt x="9239390" y="277035"/>
                  </a:lnTo>
                  <a:lnTo>
                    <a:pt x="9187118" y="311177"/>
                  </a:lnTo>
                  <a:lnTo>
                    <a:pt x="9135506" y="347937"/>
                  </a:lnTo>
                  <a:lnTo>
                    <a:pt x="9084251" y="387222"/>
                  </a:lnTo>
                  <a:lnTo>
                    <a:pt x="9033142" y="428859"/>
                  </a:lnTo>
                  <a:lnTo>
                    <a:pt x="8982040" y="472594"/>
                  </a:lnTo>
                  <a:lnTo>
                    <a:pt x="8930868" y="518093"/>
                  </a:lnTo>
                  <a:lnTo>
                    <a:pt x="8879602" y="564953"/>
                  </a:lnTo>
                  <a:lnTo>
                    <a:pt x="8828257" y="612713"/>
                  </a:lnTo>
                  <a:lnTo>
                    <a:pt x="8776873" y="660872"/>
                  </a:lnTo>
                  <a:lnTo>
                    <a:pt x="8725501" y="708912"/>
                  </a:lnTo>
                  <a:lnTo>
                    <a:pt x="8674188" y="756321"/>
                  </a:lnTo>
                  <a:lnTo>
                    <a:pt x="8622966" y="802612"/>
                  </a:lnTo>
                  <a:lnTo>
                    <a:pt x="8571832" y="847349"/>
                  </a:lnTo>
                  <a:lnTo>
                    <a:pt x="8520739" y="890160"/>
                  </a:lnTo>
                  <a:lnTo>
                    <a:pt x="8469585" y="930747"/>
                  </a:lnTo>
                  <a:lnTo>
                    <a:pt x="8418198" y="968892"/>
                  </a:lnTo>
                  <a:lnTo>
                    <a:pt x="8366327" y="1004460"/>
                  </a:lnTo>
                  <a:lnTo>
                    <a:pt x="8313626" y="1037394"/>
                  </a:lnTo>
                  <a:lnTo>
                    <a:pt x="8259638" y="1067704"/>
                  </a:lnTo>
                  <a:lnTo>
                    <a:pt x="8229629" y="1083064"/>
                  </a:lnTo>
                  <a:lnTo>
                    <a:pt x="8177905" y="1107096"/>
                  </a:lnTo>
                  <a:lnTo>
                    <a:pt x="8123746" y="1129049"/>
                  </a:lnTo>
                  <a:lnTo>
                    <a:pt x="8066475" y="1148996"/>
                  </a:lnTo>
                  <a:lnTo>
                    <a:pt x="8005348" y="1167078"/>
                  </a:lnTo>
                  <a:lnTo>
                    <a:pt x="7939593" y="1183467"/>
                  </a:lnTo>
                  <a:lnTo>
                    <a:pt x="7868453" y="1198337"/>
                  </a:lnTo>
                  <a:lnTo>
                    <a:pt x="7791239" y="1211854"/>
                  </a:lnTo>
                  <a:lnTo>
                    <a:pt x="7707390" y="1224162"/>
                  </a:lnTo>
                  <a:lnTo>
                    <a:pt x="7616574" y="1235384"/>
                  </a:lnTo>
                  <a:lnTo>
                    <a:pt x="7518793" y="1245611"/>
                  </a:lnTo>
                  <a:lnTo>
                    <a:pt x="7414526" y="1254908"/>
                  </a:lnTo>
                  <a:lnTo>
                    <a:pt x="7304873" y="1263310"/>
                  </a:lnTo>
                  <a:lnTo>
                    <a:pt x="7191677" y="1270829"/>
                  </a:lnTo>
                  <a:lnTo>
                    <a:pt x="7077585" y="1277454"/>
                  </a:lnTo>
                  <a:lnTo>
                    <a:pt x="6965986" y="1283168"/>
                  </a:lnTo>
                  <a:lnTo>
                    <a:pt x="6860783" y="1287954"/>
                  </a:lnTo>
                  <a:lnTo>
                    <a:pt x="6765984" y="1291813"/>
                  </a:lnTo>
                  <a:lnTo>
                    <a:pt x="6685148" y="1294776"/>
                  </a:lnTo>
                  <a:lnTo>
                    <a:pt x="6620808" y="1296910"/>
                  </a:lnTo>
                  <a:lnTo>
                    <a:pt x="6573993" y="1298321"/>
                  </a:lnTo>
                  <a:lnTo>
                    <a:pt x="6543978" y="1299147"/>
                  </a:lnTo>
                  <a:lnTo>
                    <a:pt x="6528290" y="1299541"/>
                  </a:lnTo>
                  <a:lnTo>
                    <a:pt x="6522888" y="1299666"/>
                  </a:lnTo>
                  <a:lnTo>
                    <a:pt x="6522385" y="1299677"/>
                  </a:lnTo>
                  <a:lnTo>
                    <a:pt x="5527445" y="1299677"/>
                  </a:lnTo>
                  <a:lnTo>
                    <a:pt x="5526321" y="1299653"/>
                  </a:lnTo>
                  <a:lnTo>
                    <a:pt x="5518902" y="1299484"/>
                  </a:lnTo>
                  <a:lnTo>
                    <a:pt x="5500096" y="1299016"/>
                  </a:lnTo>
                  <a:lnTo>
                    <a:pt x="5466214" y="1298095"/>
                  </a:lnTo>
                  <a:lnTo>
                    <a:pt x="5415185" y="1296573"/>
                  </a:lnTo>
                  <a:lnTo>
                    <a:pt x="5346714" y="1294322"/>
                  </a:lnTo>
                  <a:lnTo>
                    <a:pt x="5262225" y="1291251"/>
                  </a:lnTo>
                  <a:lnTo>
                    <a:pt x="5164549" y="1287301"/>
                  </a:lnTo>
                  <a:lnTo>
                    <a:pt x="5057410" y="1282451"/>
                  </a:lnTo>
                  <a:lnTo>
                    <a:pt x="4944839" y="1276706"/>
                  </a:lnTo>
                  <a:lnTo>
                    <a:pt x="4830650" y="1270083"/>
                  </a:lnTo>
                  <a:lnTo>
                    <a:pt x="4718069" y="1262598"/>
                  </a:lnTo>
                  <a:lnTo>
                    <a:pt x="4609551" y="1254257"/>
                  </a:lnTo>
                  <a:lnTo>
                    <a:pt x="4506752" y="1245044"/>
                  </a:lnTo>
                  <a:lnTo>
                    <a:pt x="4410610" y="1234918"/>
                  </a:lnTo>
                  <a:lnTo>
                    <a:pt x="4321475" y="1223810"/>
                  </a:lnTo>
                  <a:lnTo>
                    <a:pt x="4239256" y="1211624"/>
                  </a:lnTo>
                  <a:lnTo>
                    <a:pt x="4163556" y="1198235"/>
                  </a:lnTo>
                  <a:lnTo>
                    <a:pt x="4093775" y="1183499"/>
                  </a:lnTo>
                  <a:lnTo>
                    <a:pt x="4029201" y="1167252"/>
                  </a:lnTo>
                  <a:lnTo>
                    <a:pt x="3969069" y="1149323"/>
                  </a:lnTo>
                  <a:lnTo>
                    <a:pt x="3912609" y="1129552"/>
                  </a:lnTo>
                  <a:lnTo>
                    <a:pt x="3859091" y="1107814"/>
                  </a:lnTo>
                  <a:lnTo>
                    <a:pt x="3820202" y="1090051"/>
                  </a:lnTo>
                  <a:lnTo>
                    <a:pt x="3764951" y="1061891"/>
                  </a:lnTo>
                  <a:lnTo>
                    <a:pt x="3711307" y="1031194"/>
                  </a:lnTo>
                  <a:lnTo>
                    <a:pt x="3658732" y="997914"/>
                  </a:lnTo>
                  <a:lnTo>
                    <a:pt x="3606817" y="962072"/>
                  </a:lnTo>
                  <a:lnTo>
                    <a:pt x="3555260" y="923760"/>
                  </a:lnTo>
                  <a:lnTo>
                    <a:pt x="3503844" y="883150"/>
                  </a:lnTo>
                  <a:lnTo>
                    <a:pt x="3452431" y="840496"/>
                  </a:lnTo>
                  <a:lnTo>
                    <a:pt x="3400945" y="796130"/>
                  </a:lnTo>
                  <a:lnTo>
                    <a:pt x="3349365" y="750451"/>
                  </a:lnTo>
                  <a:lnTo>
                    <a:pt x="3297706" y="703917"/>
                  </a:lnTo>
                  <a:lnTo>
                    <a:pt x="3246010" y="657022"/>
                  </a:lnTo>
                  <a:lnTo>
                    <a:pt x="3194330" y="610278"/>
                  </a:lnTo>
                  <a:lnTo>
                    <a:pt x="3142714" y="564188"/>
                  </a:lnTo>
                  <a:lnTo>
                    <a:pt x="3091190" y="519227"/>
                  </a:lnTo>
                  <a:lnTo>
                    <a:pt x="3039753" y="475822"/>
                  </a:lnTo>
                  <a:lnTo>
                    <a:pt x="2988351" y="434334"/>
                  </a:lnTo>
                  <a:lnTo>
                    <a:pt x="2936873" y="395049"/>
                  </a:lnTo>
                  <a:lnTo>
                    <a:pt x="2885137" y="358171"/>
                  </a:lnTo>
                  <a:lnTo>
                    <a:pt x="2832878" y="323827"/>
                  </a:lnTo>
                  <a:lnTo>
                    <a:pt x="2779732" y="292067"/>
                  </a:lnTo>
                  <a:lnTo>
                    <a:pt x="2725219" y="262869"/>
                  </a:lnTo>
                  <a:lnTo>
                    <a:pt x="2702183" y="251550"/>
                  </a:lnTo>
                  <a:lnTo>
                    <a:pt x="2650446" y="228287"/>
                  </a:lnTo>
                  <a:lnTo>
                    <a:pt x="2596272" y="207038"/>
                  </a:lnTo>
                  <a:lnTo>
                    <a:pt x="2538985" y="187731"/>
                  </a:lnTo>
                  <a:lnTo>
                    <a:pt x="2477838" y="170229"/>
                  </a:lnTo>
                  <a:lnTo>
                    <a:pt x="2412061" y="154367"/>
                  </a:lnTo>
                  <a:lnTo>
                    <a:pt x="2340896" y="139975"/>
                  </a:lnTo>
                  <a:lnTo>
                    <a:pt x="2263651" y="126893"/>
                  </a:lnTo>
                  <a:lnTo>
                    <a:pt x="2179769" y="114980"/>
                  </a:lnTo>
                  <a:lnTo>
                    <a:pt x="2088915" y="104120"/>
                  </a:lnTo>
                  <a:lnTo>
                    <a:pt x="1991092" y="94222"/>
                  </a:lnTo>
                  <a:lnTo>
                    <a:pt x="1886783" y="85225"/>
                  </a:lnTo>
                  <a:lnTo>
                    <a:pt x="1777089" y="77095"/>
                  </a:lnTo>
                  <a:lnTo>
                    <a:pt x="1663858" y="69820"/>
                  </a:lnTo>
                  <a:lnTo>
                    <a:pt x="1549739" y="63409"/>
                  </a:lnTo>
                  <a:lnTo>
                    <a:pt x="1438129" y="57882"/>
                  </a:lnTo>
                  <a:lnTo>
                    <a:pt x="1332933" y="53252"/>
                  </a:lnTo>
                  <a:lnTo>
                    <a:pt x="1238160" y="49520"/>
                  </a:lnTo>
                  <a:lnTo>
                    <a:pt x="1157372" y="46656"/>
                  </a:lnTo>
                  <a:lnTo>
                    <a:pt x="1093096" y="44594"/>
                  </a:lnTo>
                  <a:lnTo>
                    <a:pt x="1046355" y="43231"/>
                  </a:lnTo>
                  <a:lnTo>
                    <a:pt x="1016415" y="42435"/>
                  </a:lnTo>
                  <a:lnTo>
                    <a:pt x="1000790" y="42055"/>
                  </a:lnTo>
                  <a:lnTo>
                    <a:pt x="995431" y="41935"/>
                  </a:lnTo>
                  <a:lnTo>
                    <a:pt x="994940" y="41925"/>
                  </a:lnTo>
                  <a:lnTo>
                    <a:pt x="0" y="41925"/>
                  </a:lnTo>
                  <a:lnTo>
                    <a:pt x="0" y="419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7" name="pg386"/>
            <p:cNvSpPr/>
            <p:nvPr/>
          </p:nvSpPr>
          <p:spPr>
            <a:xfrm>
              <a:off x="1199187" y="2431489"/>
              <a:ext cx="12049831" cy="1273474"/>
            </a:xfrm>
            <a:custGeom>
              <a:avLst/>
              <a:pathLst>
                <a:path w="12049831" h="1273474">
                  <a:moveTo>
                    <a:pt x="0" y="10481"/>
                  </a:moveTo>
                  <a:lnTo>
                    <a:pt x="994940" y="10481"/>
                  </a:lnTo>
                  <a:lnTo>
                    <a:pt x="996064" y="10505"/>
                  </a:lnTo>
                  <a:lnTo>
                    <a:pt x="1003482" y="10675"/>
                  </a:lnTo>
                  <a:lnTo>
                    <a:pt x="1022286" y="11144"/>
                  </a:lnTo>
                  <a:lnTo>
                    <a:pt x="1056166" y="12069"/>
                  </a:lnTo>
                  <a:lnTo>
                    <a:pt x="1107191" y="13598"/>
                  </a:lnTo>
                  <a:lnTo>
                    <a:pt x="1175657" y="15857"/>
                  </a:lnTo>
                  <a:lnTo>
                    <a:pt x="1260140" y="18941"/>
                  </a:lnTo>
                  <a:lnTo>
                    <a:pt x="1357811" y="22907"/>
                  </a:lnTo>
                  <a:lnTo>
                    <a:pt x="1464945" y="27777"/>
                  </a:lnTo>
                  <a:lnTo>
                    <a:pt x="1577510" y="33546"/>
                  </a:lnTo>
                  <a:lnTo>
                    <a:pt x="1691696" y="40196"/>
                  </a:lnTo>
                  <a:lnTo>
                    <a:pt x="1804274" y="47711"/>
                  </a:lnTo>
                  <a:lnTo>
                    <a:pt x="1912791" y="56086"/>
                  </a:lnTo>
                  <a:lnTo>
                    <a:pt x="2015589" y="65336"/>
                  </a:lnTo>
                  <a:lnTo>
                    <a:pt x="2111732" y="75504"/>
                  </a:lnTo>
                  <a:lnTo>
                    <a:pt x="2200868" y="86657"/>
                  </a:lnTo>
                  <a:lnTo>
                    <a:pt x="2283087" y="98894"/>
                  </a:lnTo>
                  <a:lnTo>
                    <a:pt x="2358789" y="112337"/>
                  </a:lnTo>
                  <a:lnTo>
                    <a:pt x="2428570" y="127133"/>
                  </a:lnTo>
                  <a:lnTo>
                    <a:pt x="2493145" y="143447"/>
                  </a:lnTo>
                  <a:lnTo>
                    <a:pt x="2553278" y="161449"/>
                  </a:lnTo>
                  <a:lnTo>
                    <a:pt x="2609738" y="181300"/>
                  </a:lnTo>
                  <a:lnTo>
                    <a:pt x="2663257" y="203127"/>
                  </a:lnTo>
                  <a:lnTo>
                    <a:pt x="2702183" y="220980"/>
                  </a:lnTo>
                  <a:lnTo>
                    <a:pt x="2757393" y="249235"/>
                  </a:lnTo>
                  <a:lnTo>
                    <a:pt x="2810999" y="280034"/>
                  </a:lnTo>
                  <a:lnTo>
                    <a:pt x="2863536" y="313422"/>
                  </a:lnTo>
                  <a:lnTo>
                    <a:pt x="2915413" y="349381"/>
                  </a:lnTo>
                  <a:lnTo>
                    <a:pt x="2966932" y="387815"/>
                  </a:lnTo>
                  <a:lnTo>
                    <a:pt x="3018310" y="428555"/>
                  </a:lnTo>
                  <a:lnTo>
                    <a:pt x="3069684" y="471345"/>
                  </a:lnTo>
                  <a:lnTo>
                    <a:pt x="3121131" y="515854"/>
                  </a:lnTo>
                  <a:lnTo>
                    <a:pt x="3172671" y="561682"/>
                  </a:lnTo>
                  <a:lnTo>
                    <a:pt x="3224291" y="608371"/>
                  </a:lnTo>
                  <a:lnTo>
                    <a:pt x="3275948" y="655425"/>
                  </a:lnTo>
                  <a:lnTo>
                    <a:pt x="3327590" y="702332"/>
                  </a:lnTo>
                  <a:lnTo>
                    <a:pt x="3379168" y="748588"/>
                  </a:lnTo>
                  <a:lnTo>
                    <a:pt x="3430655" y="793715"/>
                  </a:lnTo>
                  <a:lnTo>
                    <a:pt x="3482054" y="837287"/>
                  </a:lnTo>
                  <a:lnTo>
                    <a:pt x="3533417" y="878942"/>
                  </a:lnTo>
                  <a:lnTo>
                    <a:pt x="3584854" y="918390"/>
                  </a:lnTo>
                  <a:lnTo>
                    <a:pt x="3636546" y="955426"/>
                  </a:lnTo>
                  <a:lnTo>
                    <a:pt x="3688757" y="989923"/>
                  </a:lnTo>
                  <a:lnTo>
                    <a:pt x="3741847" y="1021830"/>
                  </a:lnTo>
                  <a:lnTo>
                    <a:pt x="3796294" y="1051166"/>
                  </a:lnTo>
                  <a:lnTo>
                    <a:pt x="3820202" y="1062975"/>
                  </a:lnTo>
                  <a:lnTo>
                    <a:pt x="3871938" y="1086334"/>
                  </a:lnTo>
                  <a:lnTo>
                    <a:pt x="3926109" y="1107671"/>
                  </a:lnTo>
                  <a:lnTo>
                    <a:pt x="3983395" y="1127058"/>
                  </a:lnTo>
                  <a:lnTo>
                    <a:pt x="4044539" y="1144632"/>
                  </a:lnTo>
                  <a:lnTo>
                    <a:pt x="4110313" y="1160560"/>
                  </a:lnTo>
                  <a:lnTo>
                    <a:pt x="4181475" y="1175012"/>
                  </a:lnTo>
                  <a:lnTo>
                    <a:pt x="4258716" y="1188149"/>
                  </a:lnTo>
                  <a:lnTo>
                    <a:pt x="4342594" y="1200111"/>
                  </a:lnTo>
                  <a:lnTo>
                    <a:pt x="4433444" y="1211016"/>
                  </a:lnTo>
                  <a:lnTo>
                    <a:pt x="4531261" y="1220955"/>
                  </a:lnTo>
                  <a:lnTo>
                    <a:pt x="4635565" y="1229989"/>
                  </a:lnTo>
                  <a:lnTo>
                    <a:pt x="4745254" y="1238154"/>
                  </a:lnTo>
                  <a:lnTo>
                    <a:pt x="4858481" y="1245460"/>
                  </a:lnTo>
                  <a:lnTo>
                    <a:pt x="4972596" y="1251897"/>
                  </a:lnTo>
                  <a:lnTo>
                    <a:pt x="5084206" y="1257448"/>
                  </a:lnTo>
                  <a:lnTo>
                    <a:pt x="5189403" y="1262096"/>
                  </a:lnTo>
                  <a:lnTo>
                    <a:pt x="5284178" y="1265844"/>
                  </a:lnTo>
                  <a:lnTo>
                    <a:pt x="5364972" y="1268721"/>
                  </a:lnTo>
                  <a:lnTo>
                    <a:pt x="5429256" y="1270792"/>
                  </a:lnTo>
                  <a:lnTo>
                    <a:pt x="5476006" y="1272161"/>
                  </a:lnTo>
                  <a:lnTo>
                    <a:pt x="5505956" y="1272961"/>
                  </a:lnTo>
                  <a:lnTo>
                    <a:pt x="5521588" y="1273343"/>
                  </a:lnTo>
                  <a:lnTo>
                    <a:pt x="5526953" y="1273463"/>
                  </a:lnTo>
                  <a:lnTo>
                    <a:pt x="5527445" y="1273474"/>
                  </a:lnTo>
                  <a:lnTo>
                    <a:pt x="6522385" y="1273474"/>
                  </a:lnTo>
                  <a:lnTo>
                    <a:pt x="6523519" y="1273462"/>
                  </a:lnTo>
                  <a:lnTo>
                    <a:pt x="6530998" y="1273376"/>
                  </a:lnTo>
                  <a:lnTo>
                    <a:pt x="6549953" y="1273141"/>
                  </a:lnTo>
                  <a:lnTo>
                    <a:pt x="6584092" y="1272676"/>
                  </a:lnTo>
                  <a:lnTo>
                    <a:pt x="6635487" y="1271908"/>
                  </a:lnTo>
                  <a:lnTo>
                    <a:pt x="6704412" y="1270774"/>
                  </a:lnTo>
                  <a:lnTo>
                    <a:pt x="6789407" y="1269226"/>
                  </a:lnTo>
                  <a:lnTo>
                    <a:pt x="6887597" y="1267236"/>
                  </a:lnTo>
                  <a:lnTo>
                    <a:pt x="6995212" y="1264794"/>
                  </a:lnTo>
                  <a:lnTo>
                    <a:pt x="7108188" y="1261901"/>
                  </a:lnTo>
                  <a:lnTo>
                    <a:pt x="7222692" y="1258567"/>
                  </a:lnTo>
                  <a:lnTo>
                    <a:pt x="7335491" y="1254801"/>
                  </a:lnTo>
                  <a:lnTo>
                    <a:pt x="7444135" y="1250604"/>
                  </a:lnTo>
                  <a:lnTo>
                    <a:pt x="7546983" y="1245967"/>
                  </a:lnTo>
                  <a:lnTo>
                    <a:pt x="7643112" y="1240871"/>
                  </a:lnTo>
                  <a:lnTo>
                    <a:pt x="7732191" y="1235279"/>
                  </a:lnTo>
                  <a:lnTo>
                    <a:pt x="7814327" y="1229142"/>
                  </a:lnTo>
                  <a:lnTo>
                    <a:pt x="7889934" y="1222398"/>
                  </a:lnTo>
                  <a:lnTo>
                    <a:pt x="7959621" y="1214972"/>
                  </a:lnTo>
                  <a:lnTo>
                    <a:pt x="8024113" y="1206781"/>
                  </a:lnTo>
                  <a:lnTo>
                    <a:pt x="8084181" y="1197741"/>
                  </a:lnTo>
                  <a:lnTo>
                    <a:pt x="8140601" y="1187770"/>
                  </a:lnTo>
                  <a:lnTo>
                    <a:pt x="8194107" y="1176806"/>
                  </a:lnTo>
                  <a:lnTo>
                    <a:pt x="8229629" y="1168661"/>
                  </a:lnTo>
                  <a:lnTo>
                    <a:pt x="8289323" y="1153373"/>
                  </a:lnTo>
                  <a:lnTo>
                    <a:pt x="8347192" y="1136597"/>
                  </a:lnTo>
                  <a:lnTo>
                    <a:pt x="8403895" y="1118309"/>
                  </a:lnTo>
                  <a:lnTo>
                    <a:pt x="8459921" y="1098532"/>
                  </a:lnTo>
                  <a:lnTo>
                    <a:pt x="8515622" y="1077338"/>
                  </a:lnTo>
                  <a:lnTo>
                    <a:pt x="8571232" y="1054855"/>
                  </a:lnTo>
                  <a:lnTo>
                    <a:pt x="8626889" y="1031266"/>
                  </a:lnTo>
                  <a:lnTo>
                    <a:pt x="8682651" y="1006805"/>
                  </a:lnTo>
                  <a:lnTo>
                    <a:pt x="8738516" y="981748"/>
                  </a:lnTo>
                  <a:lnTo>
                    <a:pt x="8794439" y="956403"/>
                  </a:lnTo>
                  <a:lnTo>
                    <a:pt x="8850355" y="931091"/>
                  </a:lnTo>
                  <a:lnTo>
                    <a:pt x="8906201" y="906134"/>
                  </a:lnTo>
                  <a:lnTo>
                    <a:pt x="8961940" y="881832"/>
                  </a:lnTo>
                  <a:lnTo>
                    <a:pt x="9017581" y="858455"/>
                  </a:lnTo>
                  <a:lnTo>
                    <a:pt x="9073195" y="836226"/>
                  </a:lnTo>
                  <a:lnTo>
                    <a:pt x="9128940" y="815317"/>
                  </a:lnTo>
                  <a:lnTo>
                    <a:pt x="9185074" y="795845"/>
                  </a:lnTo>
                  <a:lnTo>
                    <a:pt x="9241973" y="777871"/>
                  </a:lnTo>
                  <a:lnTo>
                    <a:pt x="9300160" y="761407"/>
                  </a:lnTo>
                  <a:lnTo>
                    <a:pt x="9347647" y="749410"/>
                  </a:lnTo>
                  <a:lnTo>
                    <a:pt x="9399533" y="737748"/>
                  </a:lnTo>
                  <a:lnTo>
                    <a:pt x="9453870" y="727098"/>
                  </a:lnTo>
                  <a:lnTo>
                    <a:pt x="9511343" y="717423"/>
                  </a:lnTo>
                  <a:lnTo>
                    <a:pt x="9572703" y="708656"/>
                  </a:lnTo>
                  <a:lnTo>
                    <a:pt x="9638729" y="700713"/>
                  </a:lnTo>
                  <a:lnTo>
                    <a:pt x="9710183" y="693507"/>
                  </a:lnTo>
                  <a:lnTo>
                    <a:pt x="9787761" y="686959"/>
                  </a:lnTo>
                  <a:lnTo>
                    <a:pt x="9872023" y="680998"/>
                  </a:lnTo>
                  <a:lnTo>
                    <a:pt x="9963300" y="675565"/>
                  </a:lnTo>
                  <a:lnTo>
                    <a:pt x="10061579" y="670614"/>
                  </a:lnTo>
                  <a:lnTo>
                    <a:pt x="10166358" y="666116"/>
                  </a:lnTo>
                  <a:lnTo>
                    <a:pt x="10276507" y="662053"/>
                  </a:lnTo>
                  <a:lnTo>
                    <a:pt x="10390137" y="658421"/>
                  </a:lnTo>
                  <a:lnTo>
                    <a:pt x="10504545" y="655223"/>
                  </a:lnTo>
                  <a:lnTo>
                    <a:pt x="10616285" y="652470"/>
                  </a:lnTo>
                  <a:lnTo>
                    <a:pt x="10721403" y="650168"/>
                  </a:lnTo>
                  <a:lnTo>
                    <a:pt x="10815864" y="648317"/>
                  </a:lnTo>
                  <a:lnTo>
                    <a:pt x="10896114" y="646902"/>
                  </a:lnTo>
                  <a:lnTo>
                    <a:pt x="10959669" y="645887"/>
                  </a:lnTo>
                  <a:lnTo>
                    <a:pt x="11005584" y="645221"/>
                  </a:lnTo>
                  <a:lnTo>
                    <a:pt x="11034700" y="644836"/>
                  </a:lnTo>
                  <a:lnTo>
                    <a:pt x="11049619" y="644656"/>
                  </a:lnTo>
                  <a:lnTo>
                    <a:pt x="11054514" y="644601"/>
                  </a:lnTo>
                  <a:lnTo>
                    <a:pt x="11054891" y="644597"/>
                  </a:lnTo>
                  <a:lnTo>
                    <a:pt x="12049831" y="644597"/>
                  </a:lnTo>
                  <a:lnTo>
                    <a:pt x="12049831" y="634116"/>
                  </a:lnTo>
                  <a:lnTo>
                    <a:pt x="11054891" y="634116"/>
                  </a:lnTo>
                  <a:lnTo>
                    <a:pt x="11053758" y="634128"/>
                  </a:lnTo>
                  <a:lnTo>
                    <a:pt x="11046279" y="634214"/>
                  </a:lnTo>
                  <a:lnTo>
                    <a:pt x="11027324" y="634449"/>
                  </a:lnTo>
                  <a:lnTo>
                    <a:pt x="10993184" y="634914"/>
                  </a:lnTo>
                  <a:lnTo>
                    <a:pt x="10941790" y="635681"/>
                  </a:lnTo>
                  <a:lnTo>
                    <a:pt x="10872864" y="636816"/>
                  </a:lnTo>
                  <a:lnTo>
                    <a:pt x="10787869" y="638364"/>
                  </a:lnTo>
                  <a:lnTo>
                    <a:pt x="10689680" y="640354"/>
                  </a:lnTo>
                  <a:lnTo>
                    <a:pt x="10582064" y="642796"/>
                  </a:lnTo>
                  <a:lnTo>
                    <a:pt x="10469088" y="645689"/>
                  </a:lnTo>
                  <a:lnTo>
                    <a:pt x="10354584" y="649022"/>
                  </a:lnTo>
                  <a:lnTo>
                    <a:pt x="10241786" y="652789"/>
                  </a:lnTo>
                  <a:lnTo>
                    <a:pt x="10133141" y="656986"/>
                  </a:lnTo>
                  <a:lnTo>
                    <a:pt x="10030294" y="661622"/>
                  </a:lnTo>
                  <a:lnTo>
                    <a:pt x="9934164" y="666719"/>
                  </a:lnTo>
                  <a:lnTo>
                    <a:pt x="9845085" y="672311"/>
                  </a:lnTo>
                  <a:lnTo>
                    <a:pt x="9762949" y="678448"/>
                  </a:lnTo>
                  <a:lnTo>
                    <a:pt x="9687343" y="685192"/>
                  </a:lnTo>
                  <a:lnTo>
                    <a:pt x="9617655" y="692618"/>
                  </a:lnTo>
                  <a:lnTo>
                    <a:pt x="9553164" y="700808"/>
                  </a:lnTo>
                  <a:lnTo>
                    <a:pt x="9493095" y="709849"/>
                  </a:lnTo>
                  <a:lnTo>
                    <a:pt x="9436675" y="719820"/>
                  </a:lnTo>
                  <a:lnTo>
                    <a:pt x="9383169" y="730783"/>
                  </a:lnTo>
                  <a:lnTo>
                    <a:pt x="9347647" y="738929"/>
                  </a:lnTo>
                  <a:lnTo>
                    <a:pt x="9287954" y="754217"/>
                  </a:lnTo>
                  <a:lnTo>
                    <a:pt x="9230084" y="770993"/>
                  </a:lnTo>
                  <a:lnTo>
                    <a:pt x="9173381" y="789281"/>
                  </a:lnTo>
                  <a:lnTo>
                    <a:pt x="9117355" y="809058"/>
                  </a:lnTo>
                  <a:lnTo>
                    <a:pt x="9061655" y="830252"/>
                  </a:lnTo>
                  <a:lnTo>
                    <a:pt x="9006045" y="852735"/>
                  </a:lnTo>
                  <a:lnTo>
                    <a:pt x="8950388" y="876324"/>
                  </a:lnTo>
                  <a:lnTo>
                    <a:pt x="8894625" y="900785"/>
                  </a:lnTo>
                  <a:lnTo>
                    <a:pt x="8838760" y="925842"/>
                  </a:lnTo>
                  <a:lnTo>
                    <a:pt x="8782837" y="951187"/>
                  </a:lnTo>
                  <a:lnTo>
                    <a:pt x="8726922" y="976498"/>
                  </a:lnTo>
                  <a:lnTo>
                    <a:pt x="8671075" y="1001456"/>
                  </a:lnTo>
                  <a:lnTo>
                    <a:pt x="8615336" y="1025757"/>
                  </a:lnTo>
                  <a:lnTo>
                    <a:pt x="8559696" y="1049135"/>
                  </a:lnTo>
                  <a:lnTo>
                    <a:pt x="8504082" y="1071363"/>
                  </a:lnTo>
                  <a:lnTo>
                    <a:pt x="8448336" y="1092272"/>
                  </a:lnTo>
                  <a:lnTo>
                    <a:pt x="8392203" y="1111745"/>
                  </a:lnTo>
                  <a:lnTo>
                    <a:pt x="8335303" y="1129719"/>
                  </a:lnTo>
                  <a:lnTo>
                    <a:pt x="8277116" y="1146183"/>
                  </a:lnTo>
                  <a:lnTo>
                    <a:pt x="8229629" y="1158180"/>
                  </a:lnTo>
                  <a:lnTo>
                    <a:pt x="8177743" y="1169842"/>
                  </a:lnTo>
                  <a:lnTo>
                    <a:pt x="8123406" y="1180492"/>
                  </a:lnTo>
                  <a:lnTo>
                    <a:pt x="8065933" y="1190166"/>
                  </a:lnTo>
                  <a:lnTo>
                    <a:pt x="8004573" y="1198933"/>
                  </a:lnTo>
                  <a:lnTo>
                    <a:pt x="7938548" y="1206877"/>
                  </a:lnTo>
                  <a:lnTo>
                    <a:pt x="7867094" y="1214083"/>
                  </a:lnTo>
                  <a:lnTo>
                    <a:pt x="7789516" y="1220631"/>
                  </a:lnTo>
                  <a:lnTo>
                    <a:pt x="7705254" y="1226592"/>
                  </a:lnTo>
                  <a:lnTo>
                    <a:pt x="7613976" y="1232025"/>
                  </a:lnTo>
                  <a:lnTo>
                    <a:pt x="7515698" y="1236976"/>
                  </a:lnTo>
                  <a:lnTo>
                    <a:pt x="7410918" y="1241474"/>
                  </a:lnTo>
                  <a:lnTo>
                    <a:pt x="7300769" y="1245537"/>
                  </a:lnTo>
                  <a:lnTo>
                    <a:pt x="7187140" y="1249169"/>
                  </a:lnTo>
                  <a:lnTo>
                    <a:pt x="7072732" y="1252367"/>
                  </a:lnTo>
                  <a:lnTo>
                    <a:pt x="6960992" y="1255120"/>
                  </a:lnTo>
                  <a:lnTo>
                    <a:pt x="6855873" y="1257422"/>
                  </a:lnTo>
                  <a:lnTo>
                    <a:pt x="6761412" y="1259272"/>
                  </a:lnTo>
                  <a:lnTo>
                    <a:pt x="6681162" y="1260688"/>
                  </a:lnTo>
                  <a:lnTo>
                    <a:pt x="6617608" y="1261702"/>
                  </a:lnTo>
                  <a:lnTo>
                    <a:pt x="6571692" y="1262368"/>
                  </a:lnTo>
                  <a:lnTo>
                    <a:pt x="6542577" y="1262753"/>
                  </a:lnTo>
                  <a:lnTo>
                    <a:pt x="6527657" y="1262934"/>
                  </a:lnTo>
                  <a:lnTo>
                    <a:pt x="6522762" y="1262988"/>
                  </a:lnTo>
                  <a:lnTo>
                    <a:pt x="6522385" y="1262992"/>
                  </a:lnTo>
                  <a:lnTo>
                    <a:pt x="5527445" y="1262992"/>
                  </a:lnTo>
                  <a:lnTo>
                    <a:pt x="5526321" y="1262968"/>
                  </a:lnTo>
                  <a:lnTo>
                    <a:pt x="5518903" y="1262799"/>
                  </a:lnTo>
                  <a:lnTo>
                    <a:pt x="5500099" y="1262329"/>
                  </a:lnTo>
                  <a:lnTo>
                    <a:pt x="5466219" y="1261404"/>
                  </a:lnTo>
                  <a:lnTo>
                    <a:pt x="5415194" y="1259875"/>
                  </a:lnTo>
                  <a:lnTo>
                    <a:pt x="5346728" y="1257616"/>
                  </a:lnTo>
                  <a:lnTo>
                    <a:pt x="5262245" y="1254532"/>
                  </a:lnTo>
                  <a:lnTo>
                    <a:pt x="5164574" y="1250566"/>
                  </a:lnTo>
                  <a:lnTo>
                    <a:pt x="5057440" y="1245696"/>
                  </a:lnTo>
                  <a:lnTo>
                    <a:pt x="4944875" y="1239927"/>
                  </a:lnTo>
                  <a:lnTo>
                    <a:pt x="4830689" y="1233277"/>
                  </a:lnTo>
                  <a:lnTo>
                    <a:pt x="4718111" y="1225762"/>
                  </a:lnTo>
                  <a:lnTo>
                    <a:pt x="4609594" y="1217387"/>
                  </a:lnTo>
                  <a:lnTo>
                    <a:pt x="4506796" y="1208137"/>
                  </a:lnTo>
                  <a:lnTo>
                    <a:pt x="4410653" y="1197969"/>
                  </a:lnTo>
                  <a:lnTo>
                    <a:pt x="4321517" y="1186816"/>
                  </a:lnTo>
                  <a:lnTo>
                    <a:pt x="4239298" y="1174579"/>
                  </a:lnTo>
                  <a:lnTo>
                    <a:pt x="4163596" y="1161136"/>
                  </a:lnTo>
                  <a:lnTo>
                    <a:pt x="4093815" y="1146340"/>
                  </a:lnTo>
                  <a:lnTo>
                    <a:pt x="4029240" y="1130026"/>
                  </a:lnTo>
                  <a:lnTo>
                    <a:pt x="3969107" y="1112024"/>
                  </a:lnTo>
                  <a:lnTo>
                    <a:pt x="3912647" y="1092173"/>
                  </a:lnTo>
                  <a:lnTo>
                    <a:pt x="3859128" y="1070346"/>
                  </a:lnTo>
                  <a:lnTo>
                    <a:pt x="3820202" y="1052494"/>
                  </a:lnTo>
                  <a:lnTo>
                    <a:pt x="3764992" y="1024238"/>
                  </a:lnTo>
                  <a:lnTo>
                    <a:pt x="3711386" y="993439"/>
                  </a:lnTo>
                  <a:lnTo>
                    <a:pt x="3658849" y="960051"/>
                  </a:lnTo>
                  <a:lnTo>
                    <a:pt x="3606972" y="924092"/>
                  </a:lnTo>
                  <a:lnTo>
                    <a:pt x="3555453" y="885658"/>
                  </a:lnTo>
                  <a:lnTo>
                    <a:pt x="3504075" y="844919"/>
                  </a:lnTo>
                  <a:lnTo>
                    <a:pt x="3452701" y="802129"/>
                  </a:lnTo>
                  <a:lnTo>
                    <a:pt x="3401254" y="757619"/>
                  </a:lnTo>
                  <a:lnTo>
                    <a:pt x="3349714" y="711791"/>
                  </a:lnTo>
                  <a:lnTo>
                    <a:pt x="3298094" y="665102"/>
                  </a:lnTo>
                  <a:lnTo>
                    <a:pt x="3246437" y="618048"/>
                  </a:lnTo>
                  <a:lnTo>
                    <a:pt x="3194795" y="571141"/>
                  </a:lnTo>
                  <a:lnTo>
                    <a:pt x="3143217" y="524885"/>
                  </a:lnTo>
                  <a:lnTo>
                    <a:pt x="3091730" y="479758"/>
                  </a:lnTo>
                  <a:lnTo>
                    <a:pt x="3040331" y="436186"/>
                  </a:lnTo>
                  <a:lnTo>
                    <a:pt x="2988968" y="394532"/>
                  </a:lnTo>
                  <a:lnTo>
                    <a:pt x="2937531" y="355083"/>
                  </a:lnTo>
                  <a:lnTo>
                    <a:pt x="2885839" y="318047"/>
                  </a:lnTo>
                  <a:lnTo>
                    <a:pt x="2833628" y="283550"/>
                  </a:lnTo>
                  <a:lnTo>
                    <a:pt x="2780538" y="251643"/>
                  </a:lnTo>
                  <a:lnTo>
                    <a:pt x="2726091" y="222307"/>
                  </a:lnTo>
                  <a:lnTo>
                    <a:pt x="2702183" y="210498"/>
                  </a:lnTo>
                  <a:lnTo>
                    <a:pt x="2650447" y="187139"/>
                  </a:lnTo>
                  <a:lnTo>
                    <a:pt x="2596276" y="165802"/>
                  </a:lnTo>
                  <a:lnTo>
                    <a:pt x="2538990" y="146415"/>
                  </a:lnTo>
                  <a:lnTo>
                    <a:pt x="2477846" y="128841"/>
                  </a:lnTo>
                  <a:lnTo>
                    <a:pt x="2412072" y="112913"/>
                  </a:lnTo>
                  <a:lnTo>
                    <a:pt x="2340910" y="98461"/>
                  </a:lnTo>
                  <a:lnTo>
                    <a:pt x="2263669" y="85324"/>
                  </a:lnTo>
                  <a:lnTo>
                    <a:pt x="2179791" y="73362"/>
                  </a:lnTo>
                  <a:lnTo>
                    <a:pt x="2088941" y="62457"/>
                  </a:lnTo>
                  <a:lnTo>
                    <a:pt x="1991124" y="52518"/>
                  </a:lnTo>
                  <a:lnTo>
                    <a:pt x="1886820" y="43484"/>
                  </a:lnTo>
                  <a:lnTo>
                    <a:pt x="1777131" y="35319"/>
                  </a:lnTo>
                  <a:lnTo>
                    <a:pt x="1663904" y="28014"/>
                  </a:lnTo>
                  <a:lnTo>
                    <a:pt x="1549789" y="21576"/>
                  </a:lnTo>
                  <a:lnTo>
                    <a:pt x="1438179" y="16026"/>
                  </a:lnTo>
                  <a:lnTo>
                    <a:pt x="1332982" y="11377"/>
                  </a:lnTo>
                  <a:lnTo>
                    <a:pt x="1238207" y="7629"/>
                  </a:lnTo>
                  <a:lnTo>
                    <a:pt x="1157413" y="4752"/>
                  </a:lnTo>
                  <a:lnTo>
                    <a:pt x="1093129" y="2681"/>
                  </a:lnTo>
                  <a:lnTo>
                    <a:pt x="1046379" y="1312"/>
                  </a:lnTo>
                  <a:lnTo>
                    <a:pt x="1016429" y="512"/>
                  </a:lnTo>
                  <a:lnTo>
                    <a:pt x="1000797" y="130"/>
                  </a:lnTo>
                  <a:lnTo>
                    <a:pt x="995432" y="1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88" name="pl387"/>
            <p:cNvSpPr/>
            <p:nvPr/>
          </p:nvSpPr>
          <p:spPr>
            <a:xfrm>
              <a:off x="1199187" y="2441970"/>
              <a:ext cx="12049831" cy="1262992"/>
            </a:xfrm>
            <a:custGeom>
              <a:avLst/>
              <a:pathLst>
                <a:path w="12049831" h="1262992">
                  <a:moveTo>
                    <a:pt x="0" y="0"/>
                  </a:moveTo>
                  <a:lnTo>
                    <a:pt x="994940" y="0"/>
                  </a:lnTo>
                  <a:lnTo>
                    <a:pt x="996064" y="23"/>
                  </a:lnTo>
                  <a:lnTo>
                    <a:pt x="1003482" y="193"/>
                  </a:lnTo>
                  <a:lnTo>
                    <a:pt x="1022286" y="663"/>
                  </a:lnTo>
                  <a:lnTo>
                    <a:pt x="1056166" y="1588"/>
                  </a:lnTo>
                  <a:lnTo>
                    <a:pt x="1107191" y="3116"/>
                  </a:lnTo>
                  <a:lnTo>
                    <a:pt x="1175657" y="5376"/>
                  </a:lnTo>
                  <a:lnTo>
                    <a:pt x="1260140" y="8460"/>
                  </a:lnTo>
                  <a:lnTo>
                    <a:pt x="1357811" y="12426"/>
                  </a:lnTo>
                  <a:lnTo>
                    <a:pt x="1464945" y="17296"/>
                  </a:lnTo>
                  <a:lnTo>
                    <a:pt x="1577510" y="23064"/>
                  </a:lnTo>
                  <a:lnTo>
                    <a:pt x="1691696" y="29715"/>
                  </a:lnTo>
                  <a:lnTo>
                    <a:pt x="1804274" y="37230"/>
                  </a:lnTo>
                  <a:lnTo>
                    <a:pt x="1912791" y="45605"/>
                  </a:lnTo>
                  <a:lnTo>
                    <a:pt x="2015589" y="54855"/>
                  </a:lnTo>
                  <a:lnTo>
                    <a:pt x="2111732" y="65023"/>
                  </a:lnTo>
                  <a:lnTo>
                    <a:pt x="2200868" y="76176"/>
                  </a:lnTo>
                  <a:lnTo>
                    <a:pt x="2283087" y="88413"/>
                  </a:lnTo>
                  <a:lnTo>
                    <a:pt x="2358789" y="101856"/>
                  </a:lnTo>
                  <a:lnTo>
                    <a:pt x="2428570" y="116652"/>
                  </a:lnTo>
                  <a:lnTo>
                    <a:pt x="2493145" y="132966"/>
                  </a:lnTo>
                  <a:lnTo>
                    <a:pt x="2553278" y="150967"/>
                  </a:lnTo>
                  <a:lnTo>
                    <a:pt x="2609738" y="170819"/>
                  </a:lnTo>
                  <a:lnTo>
                    <a:pt x="2663257" y="192645"/>
                  </a:lnTo>
                  <a:lnTo>
                    <a:pt x="2702183" y="210498"/>
                  </a:lnTo>
                  <a:lnTo>
                    <a:pt x="2757393" y="238754"/>
                  </a:lnTo>
                  <a:lnTo>
                    <a:pt x="2810999" y="269553"/>
                  </a:lnTo>
                  <a:lnTo>
                    <a:pt x="2863536" y="302941"/>
                  </a:lnTo>
                  <a:lnTo>
                    <a:pt x="2915413" y="338899"/>
                  </a:lnTo>
                  <a:lnTo>
                    <a:pt x="2966932" y="377334"/>
                  </a:lnTo>
                  <a:lnTo>
                    <a:pt x="3018310" y="418073"/>
                  </a:lnTo>
                  <a:lnTo>
                    <a:pt x="3069684" y="460863"/>
                  </a:lnTo>
                  <a:lnTo>
                    <a:pt x="3121131" y="505373"/>
                  </a:lnTo>
                  <a:lnTo>
                    <a:pt x="3172671" y="551201"/>
                  </a:lnTo>
                  <a:lnTo>
                    <a:pt x="3224291" y="597889"/>
                  </a:lnTo>
                  <a:lnTo>
                    <a:pt x="3275948" y="644943"/>
                  </a:lnTo>
                  <a:lnTo>
                    <a:pt x="3327590" y="691851"/>
                  </a:lnTo>
                  <a:lnTo>
                    <a:pt x="3379168" y="738106"/>
                  </a:lnTo>
                  <a:lnTo>
                    <a:pt x="3430655" y="783234"/>
                  </a:lnTo>
                  <a:lnTo>
                    <a:pt x="3482054" y="826806"/>
                  </a:lnTo>
                  <a:lnTo>
                    <a:pt x="3533417" y="868460"/>
                  </a:lnTo>
                  <a:lnTo>
                    <a:pt x="3584854" y="907909"/>
                  </a:lnTo>
                  <a:lnTo>
                    <a:pt x="3636546" y="944945"/>
                  </a:lnTo>
                  <a:lnTo>
                    <a:pt x="3688757" y="979441"/>
                  </a:lnTo>
                  <a:lnTo>
                    <a:pt x="3741847" y="1011349"/>
                  </a:lnTo>
                  <a:lnTo>
                    <a:pt x="3796294" y="1040685"/>
                  </a:lnTo>
                  <a:lnTo>
                    <a:pt x="3820202" y="1052494"/>
                  </a:lnTo>
                  <a:lnTo>
                    <a:pt x="3871938" y="1075852"/>
                  </a:lnTo>
                  <a:lnTo>
                    <a:pt x="3926109" y="1097189"/>
                  </a:lnTo>
                  <a:lnTo>
                    <a:pt x="3983395" y="1116577"/>
                  </a:lnTo>
                  <a:lnTo>
                    <a:pt x="4044539" y="1134151"/>
                  </a:lnTo>
                  <a:lnTo>
                    <a:pt x="4110313" y="1150079"/>
                  </a:lnTo>
                  <a:lnTo>
                    <a:pt x="4181475" y="1164531"/>
                  </a:lnTo>
                  <a:lnTo>
                    <a:pt x="4258716" y="1177667"/>
                  </a:lnTo>
                  <a:lnTo>
                    <a:pt x="4342594" y="1189630"/>
                  </a:lnTo>
                  <a:lnTo>
                    <a:pt x="4433444" y="1200535"/>
                  </a:lnTo>
                  <a:lnTo>
                    <a:pt x="4531261" y="1210474"/>
                  </a:lnTo>
                  <a:lnTo>
                    <a:pt x="4635565" y="1219508"/>
                  </a:lnTo>
                  <a:lnTo>
                    <a:pt x="4745254" y="1227673"/>
                  </a:lnTo>
                  <a:lnTo>
                    <a:pt x="4858481" y="1234978"/>
                  </a:lnTo>
                  <a:lnTo>
                    <a:pt x="4972596" y="1241415"/>
                  </a:lnTo>
                  <a:lnTo>
                    <a:pt x="5084206" y="1246966"/>
                  </a:lnTo>
                  <a:lnTo>
                    <a:pt x="5189403" y="1251615"/>
                  </a:lnTo>
                  <a:lnTo>
                    <a:pt x="5284178" y="1255363"/>
                  </a:lnTo>
                  <a:lnTo>
                    <a:pt x="5364972" y="1258240"/>
                  </a:lnTo>
                  <a:lnTo>
                    <a:pt x="5429256" y="1260311"/>
                  </a:lnTo>
                  <a:lnTo>
                    <a:pt x="5476006" y="1261680"/>
                  </a:lnTo>
                  <a:lnTo>
                    <a:pt x="5505956" y="1262480"/>
                  </a:lnTo>
                  <a:lnTo>
                    <a:pt x="5521588" y="1262862"/>
                  </a:lnTo>
                  <a:lnTo>
                    <a:pt x="5526953" y="1262982"/>
                  </a:lnTo>
                  <a:lnTo>
                    <a:pt x="5527445" y="1262992"/>
                  </a:lnTo>
                  <a:lnTo>
                    <a:pt x="6522385" y="1262992"/>
                  </a:lnTo>
                  <a:lnTo>
                    <a:pt x="6523519" y="1262980"/>
                  </a:lnTo>
                  <a:lnTo>
                    <a:pt x="6530998" y="1262895"/>
                  </a:lnTo>
                  <a:lnTo>
                    <a:pt x="6549953" y="1262659"/>
                  </a:lnTo>
                  <a:lnTo>
                    <a:pt x="6584092" y="1262195"/>
                  </a:lnTo>
                  <a:lnTo>
                    <a:pt x="6635487" y="1261427"/>
                  </a:lnTo>
                  <a:lnTo>
                    <a:pt x="6704412" y="1260293"/>
                  </a:lnTo>
                  <a:lnTo>
                    <a:pt x="6789407" y="1258745"/>
                  </a:lnTo>
                  <a:lnTo>
                    <a:pt x="6887597" y="1256755"/>
                  </a:lnTo>
                  <a:lnTo>
                    <a:pt x="6995212" y="1254312"/>
                  </a:lnTo>
                  <a:lnTo>
                    <a:pt x="7108188" y="1251420"/>
                  </a:lnTo>
                  <a:lnTo>
                    <a:pt x="7222692" y="1248086"/>
                  </a:lnTo>
                  <a:lnTo>
                    <a:pt x="7335491" y="1244320"/>
                  </a:lnTo>
                  <a:lnTo>
                    <a:pt x="7444135" y="1240122"/>
                  </a:lnTo>
                  <a:lnTo>
                    <a:pt x="7546983" y="1235486"/>
                  </a:lnTo>
                  <a:lnTo>
                    <a:pt x="7643112" y="1230390"/>
                  </a:lnTo>
                  <a:lnTo>
                    <a:pt x="7732191" y="1224798"/>
                  </a:lnTo>
                  <a:lnTo>
                    <a:pt x="7814327" y="1218661"/>
                  </a:lnTo>
                  <a:lnTo>
                    <a:pt x="7889934" y="1211916"/>
                  </a:lnTo>
                  <a:lnTo>
                    <a:pt x="7959621" y="1204490"/>
                  </a:lnTo>
                  <a:lnTo>
                    <a:pt x="8024113" y="1196300"/>
                  </a:lnTo>
                  <a:lnTo>
                    <a:pt x="8084181" y="1187260"/>
                  </a:lnTo>
                  <a:lnTo>
                    <a:pt x="8140601" y="1177288"/>
                  </a:lnTo>
                  <a:lnTo>
                    <a:pt x="8194107" y="1166325"/>
                  </a:lnTo>
                  <a:lnTo>
                    <a:pt x="8229629" y="1158180"/>
                  </a:lnTo>
                  <a:lnTo>
                    <a:pt x="8289323" y="1142891"/>
                  </a:lnTo>
                  <a:lnTo>
                    <a:pt x="8347192" y="1126115"/>
                  </a:lnTo>
                  <a:lnTo>
                    <a:pt x="8403895" y="1107828"/>
                  </a:lnTo>
                  <a:lnTo>
                    <a:pt x="8459921" y="1088050"/>
                  </a:lnTo>
                  <a:lnTo>
                    <a:pt x="8515622" y="1066856"/>
                  </a:lnTo>
                  <a:lnTo>
                    <a:pt x="8571232" y="1044373"/>
                  </a:lnTo>
                  <a:lnTo>
                    <a:pt x="8626889" y="1020784"/>
                  </a:lnTo>
                  <a:lnTo>
                    <a:pt x="8682651" y="996323"/>
                  </a:lnTo>
                  <a:lnTo>
                    <a:pt x="8738516" y="971267"/>
                  </a:lnTo>
                  <a:lnTo>
                    <a:pt x="8794439" y="945922"/>
                  </a:lnTo>
                  <a:lnTo>
                    <a:pt x="8850355" y="920610"/>
                  </a:lnTo>
                  <a:lnTo>
                    <a:pt x="8906201" y="895653"/>
                  </a:lnTo>
                  <a:lnTo>
                    <a:pt x="8961940" y="871351"/>
                  </a:lnTo>
                  <a:lnTo>
                    <a:pt x="9017581" y="847974"/>
                  </a:lnTo>
                  <a:lnTo>
                    <a:pt x="9073195" y="825745"/>
                  </a:lnTo>
                  <a:lnTo>
                    <a:pt x="9128940" y="804836"/>
                  </a:lnTo>
                  <a:lnTo>
                    <a:pt x="9185074" y="785363"/>
                  </a:lnTo>
                  <a:lnTo>
                    <a:pt x="9241973" y="767389"/>
                  </a:lnTo>
                  <a:lnTo>
                    <a:pt x="9300160" y="750925"/>
                  </a:lnTo>
                  <a:lnTo>
                    <a:pt x="9347647" y="738929"/>
                  </a:lnTo>
                  <a:lnTo>
                    <a:pt x="9399533" y="727266"/>
                  </a:lnTo>
                  <a:lnTo>
                    <a:pt x="9453870" y="716616"/>
                  </a:lnTo>
                  <a:lnTo>
                    <a:pt x="9511343" y="706942"/>
                  </a:lnTo>
                  <a:lnTo>
                    <a:pt x="9572703" y="698175"/>
                  </a:lnTo>
                  <a:lnTo>
                    <a:pt x="9638729" y="690232"/>
                  </a:lnTo>
                  <a:lnTo>
                    <a:pt x="9710183" y="683026"/>
                  </a:lnTo>
                  <a:lnTo>
                    <a:pt x="9787761" y="676478"/>
                  </a:lnTo>
                  <a:lnTo>
                    <a:pt x="9872023" y="670517"/>
                  </a:lnTo>
                  <a:lnTo>
                    <a:pt x="9963300" y="665083"/>
                  </a:lnTo>
                  <a:lnTo>
                    <a:pt x="10061579" y="660133"/>
                  </a:lnTo>
                  <a:lnTo>
                    <a:pt x="10166358" y="655635"/>
                  </a:lnTo>
                  <a:lnTo>
                    <a:pt x="10276507" y="651572"/>
                  </a:lnTo>
                  <a:lnTo>
                    <a:pt x="10390137" y="647939"/>
                  </a:lnTo>
                  <a:lnTo>
                    <a:pt x="10504545" y="644742"/>
                  </a:lnTo>
                  <a:lnTo>
                    <a:pt x="10616285" y="641988"/>
                  </a:lnTo>
                  <a:lnTo>
                    <a:pt x="10721403" y="639687"/>
                  </a:lnTo>
                  <a:lnTo>
                    <a:pt x="10815864" y="637836"/>
                  </a:lnTo>
                  <a:lnTo>
                    <a:pt x="10896114" y="636421"/>
                  </a:lnTo>
                  <a:lnTo>
                    <a:pt x="10959669" y="635406"/>
                  </a:lnTo>
                  <a:lnTo>
                    <a:pt x="11005584" y="634740"/>
                  </a:lnTo>
                  <a:lnTo>
                    <a:pt x="11034700" y="634355"/>
                  </a:lnTo>
                  <a:lnTo>
                    <a:pt x="11049619" y="634175"/>
                  </a:lnTo>
                  <a:lnTo>
                    <a:pt x="11054514" y="634120"/>
                  </a:lnTo>
                  <a:lnTo>
                    <a:pt x="11054891" y="634116"/>
                  </a:lnTo>
                  <a:lnTo>
                    <a:pt x="12049831" y="634116"/>
                  </a:lnTo>
                  <a:lnTo>
                    <a:pt x="12049831" y="6341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9" name="pl388"/>
            <p:cNvSpPr/>
            <p:nvPr/>
          </p:nvSpPr>
          <p:spPr>
            <a:xfrm>
              <a:off x="1199187" y="2431489"/>
              <a:ext cx="12049831" cy="1262992"/>
            </a:xfrm>
            <a:custGeom>
              <a:avLst/>
              <a:pathLst>
                <a:path w="12049831" h="1262992">
                  <a:moveTo>
                    <a:pt x="12049831" y="634116"/>
                  </a:moveTo>
                  <a:lnTo>
                    <a:pt x="11054891" y="634116"/>
                  </a:lnTo>
                  <a:lnTo>
                    <a:pt x="11053758" y="634128"/>
                  </a:lnTo>
                  <a:lnTo>
                    <a:pt x="11046279" y="634214"/>
                  </a:lnTo>
                  <a:lnTo>
                    <a:pt x="11027324" y="634449"/>
                  </a:lnTo>
                  <a:lnTo>
                    <a:pt x="10993184" y="634914"/>
                  </a:lnTo>
                  <a:lnTo>
                    <a:pt x="10941790" y="635681"/>
                  </a:lnTo>
                  <a:lnTo>
                    <a:pt x="10872864" y="636816"/>
                  </a:lnTo>
                  <a:lnTo>
                    <a:pt x="10787869" y="638364"/>
                  </a:lnTo>
                  <a:lnTo>
                    <a:pt x="10689680" y="640354"/>
                  </a:lnTo>
                  <a:lnTo>
                    <a:pt x="10582064" y="642796"/>
                  </a:lnTo>
                  <a:lnTo>
                    <a:pt x="10469088" y="645689"/>
                  </a:lnTo>
                  <a:lnTo>
                    <a:pt x="10354584" y="649022"/>
                  </a:lnTo>
                  <a:lnTo>
                    <a:pt x="10241786" y="652789"/>
                  </a:lnTo>
                  <a:lnTo>
                    <a:pt x="10133141" y="656986"/>
                  </a:lnTo>
                  <a:lnTo>
                    <a:pt x="10030294" y="661622"/>
                  </a:lnTo>
                  <a:lnTo>
                    <a:pt x="9934164" y="666719"/>
                  </a:lnTo>
                  <a:lnTo>
                    <a:pt x="9845085" y="672311"/>
                  </a:lnTo>
                  <a:lnTo>
                    <a:pt x="9762949" y="678448"/>
                  </a:lnTo>
                  <a:lnTo>
                    <a:pt x="9687343" y="685192"/>
                  </a:lnTo>
                  <a:lnTo>
                    <a:pt x="9617655" y="692618"/>
                  </a:lnTo>
                  <a:lnTo>
                    <a:pt x="9553164" y="700808"/>
                  </a:lnTo>
                  <a:lnTo>
                    <a:pt x="9493095" y="709849"/>
                  </a:lnTo>
                  <a:lnTo>
                    <a:pt x="9436675" y="719820"/>
                  </a:lnTo>
                  <a:lnTo>
                    <a:pt x="9383169" y="730783"/>
                  </a:lnTo>
                  <a:lnTo>
                    <a:pt x="9347647" y="738929"/>
                  </a:lnTo>
                  <a:lnTo>
                    <a:pt x="9287954" y="754217"/>
                  </a:lnTo>
                  <a:lnTo>
                    <a:pt x="9230084" y="770993"/>
                  </a:lnTo>
                  <a:lnTo>
                    <a:pt x="9173381" y="789281"/>
                  </a:lnTo>
                  <a:lnTo>
                    <a:pt x="9117355" y="809058"/>
                  </a:lnTo>
                  <a:lnTo>
                    <a:pt x="9061655" y="830252"/>
                  </a:lnTo>
                  <a:lnTo>
                    <a:pt x="9006045" y="852735"/>
                  </a:lnTo>
                  <a:lnTo>
                    <a:pt x="8950388" y="876324"/>
                  </a:lnTo>
                  <a:lnTo>
                    <a:pt x="8894625" y="900785"/>
                  </a:lnTo>
                  <a:lnTo>
                    <a:pt x="8838760" y="925842"/>
                  </a:lnTo>
                  <a:lnTo>
                    <a:pt x="8782837" y="951187"/>
                  </a:lnTo>
                  <a:lnTo>
                    <a:pt x="8726922" y="976498"/>
                  </a:lnTo>
                  <a:lnTo>
                    <a:pt x="8671075" y="1001456"/>
                  </a:lnTo>
                  <a:lnTo>
                    <a:pt x="8615336" y="1025757"/>
                  </a:lnTo>
                  <a:lnTo>
                    <a:pt x="8559696" y="1049135"/>
                  </a:lnTo>
                  <a:lnTo>
                    <a:pt x="8504082" y="1071363"/>
                  </a:lnTo>
                  <a:lnTo>
                    <a:pt x="8448336" y="1092272"/>
                  </a:lnTo>
                  <a:lnTo>
                    <a:pt x="8392203" y="1111745"/>
                  </a:lnTo>
                  <a:lnTo>
                    <a:pt x="8335303" y="1129719"/>
                  </a:lnTo>
                  <a:lnTo>
                    <a:pt x="8277116" y="1146183"/>
                  </a:lnTo>
                  <a:lnTo>
                    <a:pt x="8229629" y="1158180"/>
                  </a:lnTo>
                  <a:lnTo>
                    <a:pt x="8177743" y="1169842"/>
                  </a:lnTo>
                  <a:lnTo>
                    <a:pt x="8123406" y="1180492"/>
                  </a:lnTo>
                  <a:lnTo>
                    <a:pt x="8065933" y="1190166"/>
                  </a:lnTo>
                  <a:lnTo>
                    <a:pt x="8004573" y="1198933"/>
                  </a:lnTo>
                  <a:lnTo>
                    <a:pt x="7938548" y="1206877"/>
                  </a:lnTo>
                  <a:lnTo>
                    <a:pt x="7867094" y="1214083"/>
                  </a:lnTo>
                  <a:lnTo>
                    <a:pt x="7789516" y="1220631"/>
                  </a:lnTo>
                  <a:lnTo>
                    <a:pt x="7705254" y="1226592"/>
                  </a:lnTo>
                  <a:lnTo>
                    <a:pt x="7613976" y="1232025"/>
                  </a:lnTo>
                  <a:lnTo>
                    <a:pt x="7515698" y="1236976"/>
                  </a:lnTo>
                  <a:lnTo>
                    <a:pt x="7410918" y="1241474"/>
                  </a:lnTo>
                  <a:lnTo>
                    <a:pt x="7300769" y="1245537"/>
                  </a:lnTo>
                  <a:lnTo>
                    <a:pt x="7187140" y="1249169"/>
                  </a:lnTo>
                  <a:lnTo>
                    <a:pt x="7072732" y="1252367"/>
                  </a:lnTo>
                  <a:lnTo>
                    <a:pt x="6960992" y="1255120"/>
                  </a:lnTo>
                  <a:lnTo>
                    <a:pt x="6855873" y="1257422"/>
                  </a:lnTo>
                  <a:lnTo>
                    <a:pt x="6761412" y="1259272"/>
                  </a:lnTo>
                  <a:lnTo>
                    <a:pt x="6681162" y="1260688"/>
                  </a:lnTo>
                  <a:lnTo>
                    <a:pt x="6617608" y="1261702"/>
                  </a:lnTo>
                  <a:lnTo>
                    <a:pt x="6571692" y="1262368"/>
                  </a:lnTo>
                  <a:lnTo>
                    <a:pt x="6542577" y="1262753"/>
                  </a:lnTo>
                  <a:lnTo>
                    <a:pt x="6527657" y="1262934"/>
                  </a:lnTo>
                  <a:lnTo>
                    <a:pt x="6522762" y="1262988"/>
                  </a:lnTo>
                  <a:lnTo>
                    <a:pt x="6522385" y="1262992"/>
                  </a:lnTo>
                  <a:lnTo>
                    <a:pt x="5527445" y="1262992"/>
                  </a:lnTo>
                  <a:lnTo>
                    <a:pt x="5526321" y="1262968"/>
                  </a:lnTo>
                  <a:lnTo>
                    <a:pt x="5518903" y="1262799"/>
                  </a:lnTo>
                  <a:lnTo>
                    <a:pt x="5500099" y="1262329"/>
                  </a:lnTo>
                  <a:lnTo>
                    <a:pt x="5466219" y="1261404"/>
                  </a:lnTo>
                  <a:lnTo>
                    <a:pt x="5415194" y="1259875"/>
                  </a:lnTo>
                  <a:lnTo>
                    <a:pt x="5346728" y="1257616"/>
                  </a:lnTo>
                  <a:lnTo>
                    <a:pt x="5262245" y="1254532"/>
                  </a:lnTo>
                  <a:lnTo>
                    <a:pt x="5164574" y="1250566"/>
                  </a:lnTo>
                  <a:lnTo>
                    <a:pt x="5057440" y="1245696"/>
                  </a:lnTo>
                  <a:lnTo>
                    <a:pt x="4944875" y="1239927"/>
                  </a:lnTo>
                  <a:lnTo>
                    <a:pt x="4830689" y="1233277"/>
                  </a:lnTo>
                  <a:lnTo>
                    <a:pt x="4718111" y="1225762"/>
                  </a:lnTo>
                  <a:lnTo>
                    <a:pt x="4609594" y="1217387"/>
                  </a:lnTo>
                  <a:lnTo>
                    <a:pt x="4506796" y="1208137"/>
                  </a:lnTo>
                  <a:lnTo>
                    <a:pt x="4410653" y="1197969"/>
                  </a:lnTo>
                  <a:lnTo>
                    <a:pt x="4321517" y="1186816"/>
                  </a:lnTo>
                  <a:lnTo>
                    <a:pt x="4239298" y="1174579"/>
                  </a:lnTo>
                  <a:lnTo>
                    <a:pt x="4163596" y="1161136"/>
                  </a:lnTo>
                  <a:lnTo>
                    <a:pt x="4093815" y="1146340"/>
                  </a:lnTo>
                  <a:lnTo>
                    <a:pt x="4029240" y="1130026"/>
                  </a:lnTo>
                  <a:lnTo>
                    <a:pt x="3969107" y="1112024"/>
                  </a:lnTo>
                  <a:lnTo>
                    <a:pt x="3912647" y="1092173"/>
                  </a:lnTo>
                  <a:lnTo>
                    <a:pt x="3859128" y="1070346"/>
                  </a:lnTo>
                  <a:lnTo>
                    <a:pt x="3820202" y="1052494"/>
                  </a:lnTo>
                  <a:lnTo>
                    <a:pt x="3764992" y="1024238"/>
                  </a:lnTo>
                  <a:lnTo>
                    <a:pt x="3711386" y="993439"/>
                  </a:lnTo>
                  <a:lnTo>
                    <a:pt x="3658849" y="960051"/>
                  </a:lnTo>
                  <a:lnTo>
                    <a:pt x="3606972" y="924092"/>
                  </a:lnTo>
                  <a:lnTo>
                    <a:pt x="3555453" y="885658"/>
                  </a:lnTo>
                  <a:lnTo>
                    <a:pt x="3504075" y="844919"/>
                  </a:lnTo>
                  <a:lnTo>
                    <a:pt x="3452701" y="802129"/>
                  </a:lnTo>
                  <a:lnTo>
                    <a:pt x="3401254" y="757619"/>
                  </a:lnTo>
                  <a:lnTo>
                    <a:pt x="3349714" y="711791"/>
                  </a:lnTo>
                  <a:lnTo>
                    <a:pt x="3298094" y="665102"/>
                  </a:lnTo>
                  <a:lnTo>
                    <a:pt x="3246437" y="618048"/>
                  </a:lnTo>
                  <a:lnTo>
                    <a:pt x="3194795" y="571141"/>
                  </a:lnTo>
                  <a:lnTo>
                    <a:pt x="3143217" y="524885"/>
                  </a:lnTo>
                  <a:lnTo>
                    <a:pt x="3091730" y="479758"/>
                  </a:lnTo>
                  <a:lnTo>
                    <a:pt x="3040331" y="436186"/>
                  </a:lnTo>
                  <a:lnTo>
                    <a:pt x="2988968" y="394532"/>
                  </a:lnTo>
                  <a:lnTo>
                    <a:pt x="2937531" y="355083"/>
                  </a:lnTo>
                  <a:lnTo>
                    <a:pt x="2885839" y="318047"/>
                  </a:lnTo>
                  <a:lnTo>
                    <a:pt x="2833628" y="283550"/>
                  </a:lnTo>
                  <a:lnTo>
                    <a:pt x="2780538" y="251643"/>
                  </a:lnTo>
                  <a:lnTo>
                    <a:pt x="2726091" y="222307"/>
                  </a:lnTo>
                  <a:lnTo>
                    <a:pt x="2702183" y="210498"/>
                  </a:lnTo>
                  <a:lnTo>
                    <a:pt x="2650447" y="187139"/>
                  </a:lnTo>
                  <a:lnTo>
                    <a:pt x="2596276" y="165802"/>
                  </a:lnTo>
                  <a:lnTo>
                    <a:pt x="2538990" y="146415"/>
                  </a:lnTo>
                  <a:lnTo>
                    <a:pt x="2477846" y="128841"/>
                  </a:lnTo>
                  <a:lnTo>
                    <a:pt x="2412072" y="112913"/>
                  </a:lnTo>
                  <a:lnTo>
                    <a:pt x="2340910" y="98461"/>
                  </a:lnTo>
                  <a:lnTo>
                    <a:pt x="2263669" y="85324"/>
                  </a:lnTo>
                  <a:lnTo>
                    <a:pt x="2179791" y="73362"/>
                  </a:lnTo>
                  <a:lnTo>
                    <a:pt x="2088941" y="62457"/>
                  </a:lnTo>
                  <a:lnTo>
                    <a:pt x="1991124" y="52518"/>
                  </a:lnTo>
                  <a:lnTo>
                    <a:pt x="1886820" y="43484"/>
                  </a:lnTo>
                  <a:lnTo>
                    <a:pt x="1777131" y="35319"/>
                  </a:lnTo>
                  <a:lnTo>
                    <a:pt x="1663904" y="28014"/>
                  </a:lnTo>
                  <a:lnTo>
                    <a:pt x="1549789" y="21576"/>
                  </a:lnTo>
                  <a:lnTo>
                    <a:pt x="1438179" y="16026"/>
                  </a:lnTo>
                  <a:lnTo>
                    <a:pt x="1332982" y="11377"/>
                  </a:lnTo>
                  <a:lnTo>
                    <a:pt x="1238207" y="7629"/>
                  </a:lnTo>
                  <a:lnTo>
                    <a:pt x="1157413" y="4752"/>
                  </a:lnTo>
                  <a:lnTo>
                    <a:pt x="1093129" y="2681"/>
                  </a:lnTo>
                  <a:lnTo>
                    <a:pt x="1046379" y="1312"/>
                  </a:lnTo>
                  <a:lnTo>
                    <a:pt x="1016429" y="512"/>
                  </a:lnTo>
                  <a:lnTo>
                    <a:pt x="1000797" y="130"/>
                  </a:lnTo>
                  <a:lnTo>
                    <a:pt x="995432" y="1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0" name="pg389"/>
            <p:cNvSpPr/>
            <p:nvPr/>
          </p:nvSpPr>
          <p:spPr>
            <a:xfrm>
              <a:off x="1199187" y="2441970"/>
              <a:ext cx="12049831" cy="1289195"/>
            </a:xfrm>
            <a:custGeom>
              <a:avLst/>
              <a:pathLst>
                <a:path w="12049831" h="1289195">
                  <a:moveTo>
                    <a:pt x="0" y="10481"/>
                  </a:moveTo>
                  <a:lnTo>
                    <a:pt x="994940" y="10481"/>
                  </a:lnTo>
                  <a:lnTo>
                    <a:pt x="996063" y="10505"/>
                  </a:lnTo>
                  <a:lnTo>
                    <a:pt x="1003480" y="10677"/>
                  </a:lnTo>
                  <a:lnTo>
                    <a:pt x="1022279" y="11152"/>
                  </a:lnTo>
                  <a:lnTo>
                    <a:pt x="1056150" y="12088"/>
                  </a:lnTo>
                  <a:lnTo>
                    <a:pt x="1107163" y="13636"/>
                  </a:lnTo>
                  <a:lnTo>
                    <a:pt x="1175613" y="15922"/>
                  </a:lnTo>
                  <a:lnTo>
                    <a:pt x="1260080" y="19044"/>
                  </a:lnTo>
                  <a:lnTo>
                    <a:pt x="1357733" y="23059"/>
                  </a:lnTo>
                  <a:lnTo>
                    <a:pt x="1464851" y="27988"/>
                  </a:lnTo>
                  <a:lnTo>
                    <a:pt x="1577404" y="33827"/>
                  </a:lnTo>
                  <a:lnTo>
                    <a:pt x="1691578" y="40558"/>
                  </a:lnTo>
                  <a:lnTo>
                    <a:pt x="1804150" y="48165"/>
                  </a:lnTo>
                  <a:lnTo>
                    <a:pt x="1912662" y="56643"/>
                  </a:lnTo>
                  <a:lnTo>
                    <a:pt x="2015459" y="66006"/>
                  </a:lnTo>
                  <a:lnTo>
                    <a:pt x="2111602" y="76298"/>
                  </a:lnTo>
                  <a:lnTo>
                    <a:pt x="2200739" y="87588"/>
                  </a:lnTo>
                  <a:lnTo>
                    <a:pt x="2282961" y="99974"/>
                  </a:lnTo>
                  <a:lnTo>
                    <a:pt x="2358666" y="113581"/>
                  </a:lnTo>
                  <a:lnTo>
                    <a:pt x="2428451" y="128558"/>
                  </a:lnTo>
                  <a:lnTo>
                    <a:pt x="2493029" y="145070"/>
                  </a:lnTo>
                  <a:lnTo>
                    <a:pt x="2553164" y="163290"/>
                  </a:lnTo>
                  <a:lnTo>
                    <a:pt x="2609625" y="183383"/>
                  </a:lnTo>
                  <a:lnTo>
                    <a:pt x="2663144" y="205475"/>
                  </a:lnTo>
                  <a:lnTo>
                    <a:pt x="2702183" y="223600"/>
                  </a:lnTo>
                  <a:lnTo>
                    <a:pt x="2757271" y="252140"/>
                  </a:lnTo>
                  <a:lnTo>
                    <a:pt x="2810760" y="283243"/>
                  </a:lnTo>
                  <a:lnTo>
                    <a:pt x="2863183" y="316956"/>
                  </a:lnTo>
                  <a:lnTo>
                    <a:pt x="2914947" y="353260"/>
                  </a:lnTo>
                  <a:lnTo>
                    <a:pt x="2966353" y="392061"/>
                  </a:lnTo>
                  <a:lnTo>
                    <a:pt x="3017615" y="433186"/>
                  </a:lnTo>
                  <a:lnTo>
                    <a:pt x="3068873" y="476383"/>
                  </a:lnTo>
                  <a:lnTo>
                    <a:pt x="3120202" y="521319"/>
                  </a:lnTo>
                  <a:lnTo>
                    <a:pt x="3171625" y="567592"/>
                  </a:lnTo>
                  <a:lnTo>
                    <a:pt x="3223127" y="614742"/>
                  </a:lnTo>
                  <a:lnTo>
                    <a:pt x="3274667" y="662272"/>
                  </a:lnTo>
                  <a:lnTo>
                    <a:pt x="3326194" y="709666"/>
                  </a:lnTo>
                  <a:lnTo>
                    <a:pt x="3377658" y="756418"/>
                  </a:lnTo>
                  <a:lnTo>
                    <a:pt x="3429031" y="802045"/>
                  </a:lnTo>
                  <a:lnTo>
                    <a:pt x="3480317" y="846118"/>
                  </a:lnTo>
                  <a:lnTo>
                    <a:pt x="3531564" y="888269"/>
                  </a:lnTo>
                  <a:lnTo>
                    <a:pt x="3582880" y="928206"/>
                  </a:lnTo>
                  <a:lnTo>
                    <a:pt x="3634441" y="965717"/>
                  </a:lnTo>
                  <a:lnTo>
                    <a:pt x="3686506" y="1000673"/>
                  </a:lnTo>
                  <a:lnTo>
                    <a:pt x="3739428" y="1033020"/>
                  </a:lnTo>
                  <a:lnTo>
                    <a:pt x="3793678" y="1062773"/>
                  </a:lnTo>
                  <a:lnTo>
                    <a:pt x="3820202" y="1076076"/>
                  </a:lnTo>
                  <a:lnTo>
                    <a:pt x="3871933" y="1099724"/>
                  </a:lnTo>
                  <a:lnTo>
                    <a:pt x="3926099" y="1121325"/>
                  </a:lnTo>
                  <a:lnTo>
                    <a:pt x="3983378" y="1140952"/>
                  </a:lnTo>
                  <a:lnTo>
                    <a:pt x="4044515" y="1158744"/>
                  </a:lnTo>
                  <a:lnTo>
                    <a:pt x="4110281" y="1174870"/>
                  </a:lnTo>
                  <a:lnTo>
                    <a:pt x="4181434" y="1189501"/>
                  </a:lnTo>
                  <a:lnTo>
                    <a:pt x="4258664" y="1202800"/>
                  </a:lnTo>
                  <a:lnTo>
                    <a:pt x="4342529" y="1214911"/>
                  </a:lnTo>
                  <a:lnTo>
                    <a:pt x="4433364" y="1225952"/>
                  </a:lnTo>
                  <a:lnTo>
                    <a:pt x="4531166" y="1236014"/>
                  </a:lnTo>
                  <a:lnTo>
                    <a:pt x="4635455" y="1245161"/>
                  </a:lnTo>
                  <a:lnTo>
                    <a:pt x="4745128" y="1253428"/>
                  </a:lnTo>
                  <a:lnTo>
                    <a:pt x="4858342" y="1260824"/>
                  </a:lnTo>
                  <a:lnTo>
                    <a:pt x="4972447" y="1267342"/>
                  </a:lnTo>
                  <a:lnTo>
                    <a:pt x="5084052" y="1272963"/>
                  </a:lnTo>
                  <a:lnTo>
                    <a:pt x="5189252" y="1277670"/>
                  </a:lnTo>
                  <a:lnTo>
                    <a:pt x="5284037" y="1281466"/>
                  </a:lnTo>
                  <a:lnTo>
                    <a:pt x="5364849" y="1284380"/>
                  </a:lnTo>
                  <a:lnTo>
                    <a:pt x="5429157" y="1286478"/>
                  </a:lnTo>
                  <a:lnTo>
                    <a:pt x="5475935" y="1287865"/>
                  </a:lnTo>
                  <a:lnTo>
                    <a:pt x="5505912" y="1288675"/>
                  </a:lnTo>
                  <a:lnTo>
                    <a:pt x="5521568" y="1289063"/>
                  </a:lnTo>
                  <a:lnTo>
                    <a:pt x="5526949" y="1289185"/>
                  </a:lnTo>
                  <a:lnTo>
                    <a:pt x="5527445" y="1289195"/>
                  </a:lnTo>
                  <a:lnTo>
                    <a:pt x="6522385" y="1289195"/>
                  </a:lnTo>
                  <a:lnTo>
                    <a:pt x="6523522" y="1289193"/>
                  </a:lnTo>
                  <a:lnTo>
                    <a:pt x="6531021" y="1289177"/>
                  </a:lnTo>
                  <a:lnTo>
                    <a:pt x="6550023" y="1289131"/>
                  </a:lnTo>
                  <a:lnTo>
                    <a:pt x="6584247" y="1289042"/>
                  </a:lnTo>
                  <a:lnTo>
                    <a:pt x="6635760" y="1288895"/>
                  </a:lnTo>
                  <a:lnTo>
                    <a:pt x="6704833" y="1288677"/>
                  </a:lnTo>
                  <a:lnTo>
                    <a:pt x="6789992" y="1288379"/>
                  </a:lnTo>
                  <a:lnTo>
                    <a:pt x="6888348" y="1287997"/>
                  </a:lnTo>
                  <a:lnTo>
                    <a:pt x="6996118" y="1287528"/>
                  </a:lnTo>
                  <a:lnTo>
                    <a:pt x="7109225" y="1286972"/>
                  </a:lnTo>
                  <a:lnTo>
                    <a:pt x="7223830" y="1286332"/>
                  </a:lnTo>
                  <a:lnTo>
                    <a:pt x="7336698" y="1285608"/>
                  </a:lnTo>
                  <a:lnTo>
                    <a:pt x="7445383" y="1284802"/>
                  </a:lnTo>
                  <a:lnTo>
                    <a:pt x="7548246" y="1283912"/>
                  </a:lnTo>
                  <a:lnTo>
                    <a:pt x="7644371" y="1282933"/>
                  </a:lnTo>
                  <a:lnTo>
                    <a:pt x="7733431" y="1281859"/>
                  </a:lnTo>
                  <a:lnTo>
                    <a:pt x="7815540" y="1280680"/>
                  </a:lnTo>
                  <a:lnTo>
                    <a:pt x="7891116" y="1279384"/>
                  </a:lnTo>
                  <a:lnTo>
                    <a:pt x="7960773" y="1277957"/>
                  </a:lnTo>
                  <a:lnTo>
                    <a:pt x="8025239" y="1276383"/>
                  </a:lnTo>
                  <a:lnTo>
                    <a:pt x="8085287" y="1274645"/>
                  </a:lnTo>
                  <a:lnTo>
                    <a:pt x="8141694" y="1272729"/>
                  </a:lnTo>
                  <a:lnTo>
                    <a:pt x="8195196" y="1270622"/>
                  </a:lnTo>
                  <a:lnTo>
                    <a:pt x="8229629" y="1269106"/>
                  </a:lnTo>
                  <a:lnTo>
                    <a:pt x="8291205" y="1266077"/>
                  </a:lnTo>
                  <a:lnTo>
                    <a:pt x="8350863" y="1262744"/>
                  </a:lnTo>
                  <a:lnTo>
                    <a:pt x="8409315" y="1259103"/>
                  </a:lnTo>
                  <a:lnTo>
                    <a:pt x="8467088" y="1255158"/>
                  </a:lnTo>
                  <a:lnTo>
                    <a:pt x="8524551" y="1250927"/>
                  </a:lnTo>
                  <a:lnTo>
                    <a:pt x="8581948" y="1246438"/>
                  </a:lnTo>
                  <a:lnTo>
                    <a:pt x="8639413" y="1241731"/>
                  </a:lnTo>
                  <a:lnTo>
                    <a:pt x="8696993" y="1236859"/>
                  </a:lnTo>
                  <a:lnTo>
                    <a:pt x="8754674" y="1231881"/>
                  </a:lnTo>
                  <a:lnTo>
                    <a:pt x="8812397" y="1226862"/>
                  </a:lnTo>
                  <a:lnTo>
                    <a:pt x="8870091" y="1221872"/>
                  </a:lnTo>
                  <a:lnTo>
                    <a:pt x="8927692" y="1216976"/>
                  </a:lnTo>
                  <a:lnTo>
                    <a:pt x="8985176" y="1212236"/>
                  </a:lnTo>
                  <a:lnTo>
                    <a:pt x="9042577" y="1207706"/>
                  </a:lnTo>
                  <a:lnTo>
                    <a:pt x="9100015" y="1203426"/>
                  </a:lnTo>
                  <a:lnTo>
                    <a:pt x="9157710" y="1199429"/>
                  </a:lnTo>
                  <a:lnTo>
                    <a:pt x="9216009" y="1195733"/>
                  </a:lnTo>
                  <a:lnTo>
                    <a:pt x="9275407" y="1192346"/>
                  </a:lnTo>
                  <a:lnTo>
                    <a:pt x="9336582" y="1189264"/>
                  </a:lnTo>
                  <a:lnTo>
                    <a:pt x="9347647" y="1188750"/>
                  </a:lnTo>
                  <a:lnTo>
                    <a:pt x="9399581" y="1186513"/>
                  </a:lnTo>
                  <a:lnTo>
                    <a:pt x="9453971" y="1184470"/>
                  </a:lnTo>
                  <a:lnTo>
                    <a:pt x="9511504" y="1182614"/>
                  </a:lnTo>
                  <a:lnTo>
                    <a:pt x="9572934" y="1180933"/>
                  </a:lnTo>
                  <a:lnTo>
                    <a:pt x="9639040" y="1179410"/>
                  </a:lnTo>
                  <a:lnTo>
                    <a:pt x="9710587" y="1178028"/>
                  </a:lnTo>
                  <a:lnTo>
                    <a:pt x="9788274" y="1176773"/>
                  </a:lnTo>
                  <a:lnTo>
                    <a:pt x="9872659" y="1175630"/>
                  </a:lnTo>
                  <a:lnTo>
                    <a:pt x="9964074" y="1174588"/>
                  </a:lnTo>
                  <a:lnTo>
                    <a:pt x="10062500" y="1173639"/>
                  </a:lnTo>
                  <a:lnTo>
                    <a:pt x="10167432" y="1172777"/>
                  </a:lnTo>
                  <a:lnTo>
                    <a:pt x="10277728" y="1171999"/>
                  </a:lnTo>
                  <a:lnTo>
                    <a:pt x="10391486" y="1171303"/>
                  </a:lnTo>
                  <a:lnTo>
                    <a:pt x="10505987" y="1170690"/>
                  </a:lnTo>
                  <a:lnTo>
                    <a:pt x="10617768" y="1170163"/>
                  </a:lnTo>
                  <a:lnTo>
                    <a:pt x="10722858" y="1169723"/>
                  </a:lnTo>
                  <a:lnTo>
                    <a:pt x="10817217" y="1169369"/>
                  </a:lnTo>
                  <a:lnTo>
                    <a:pt x="10897290" y="1169099"/>
                  </a:lnTo>
                  <a:lnTo>
                    <a:pt x="10960609" y="1168905"/>
                  </a:lnTo>
                  <a:lnTo>
                    <a:pt x="11006256" y="1168779"/>
                  </a:lnTo>
                  <a:lnTo>
                    <a:pt x="11035106" y="1168706"/>
                  </a:lnTo>
                  <a:lnTo>
                    <a:pt x="11049798" y="1168672"/>
                  </a:lnTo>
                  <a:lnTo>
                    <a:pt x="11054547" y="1168662"/>
                  </a:lnTo>
                  <a:lnTo>
                    <a:pt x="11054891" y="1168661"/>
                  </a:lnTo>
                  <a:lnTo>
                    <a:pt x="12049831" y="1168661"/>
                  </a:lnTo>
                  <a:lnTo>
                    <a:pt x="12049831" y="1158180"/>
                  </a:lnTo>
                  <a:lnTo>
                    <a:pt x="11054891" y="1158180"/>
                  </a:lnTo>
                  <a:lnTo>
                    <a:pt x="11053755" y="1158182"/>
                  </a:lnTo>
                  <a:lnTo>
                    <a:pt x="11046256" y="1158198"/>
                  </a:lnTo>
                  <a:lnTo>
                    <a:pt x="11027253" y="1158244"/>
                  </a:lnTo>
                  <a:lnTo>
                    <a:pt x="10993030" y="1158333"/>
                  </a:lnTo>
                  <a:lnTo>
                    <a:pt x="10941516" y="1158480"/>
                  </a:lnTo>
                  <a:lnTo>
                    <a:pt x="10872444" y="1158698"/>
                  </a:lnTo>
                  <a:lnTo>
                    <a:pt x="10787284" y="1158996"/>
                  </a:lnTo>
                  <a:lnTo>
                    <a:pt x="10688928" y="1159378"/>
                  </a:lnTo>
                  <a:lnTo>
                    <a:pt x="10581159" y="1159847"/>
                  </a:lnTo>
                  <a:lnTo>
                    <a:pt x="10468052" y="1160403"/>
                  </a:lnTo>
                  <a:lnTo>
                    <a:pt x="10353447" y="1161043"/>
                  </a:lnTo>
                  <a:lnTo>
                    <a:pt x="10240578" y="1161767"/>
                  </a:lnTo>
                  <a:lnTo>
                    <a:pt x="10131893" y="1162573"/>
                  </a:lnTo>
                  <a:lnTo>
                    <a:pt x="10029031" y="1163463"/>
                  </a:lnTo>
                  <a:lnTo>
                    <a:pt x="9932906" y="1164442"/>
                  </a:lnTo>
                  <a:lnTo>
                    <a:pt x="9843845" y="1165517"/>
                  </a:lnTo>
                  <a:lnTo>
                    <a:pt x="9761736" y="1166696"/>
                  </a:lnTo>
                  <a:lnTo>
                    <a:pt x="9686160" y="1167991"/>
                  </a:lnTo>
                  <a:lnTo>
                    <a:pt x="9616503" y="1169418"/>
                  </a:lnTo>
                  <a:lnTo>
                    <a:pt x="9552038" y="1170992"/>
                  </a:lnTo>
                  <a:lnTo>
                    <a:pt x="9491990" y="1172730"/>
                  </a:lnTo>
                  <a:lnTo>
                    <a:pt x="9435582" y="1174646"/>
                  </a:lnTo>
                  <a:lnTo>
                    <a:pt x="9382080" y="1176753"/>
                  </a:lnTo>
                  <a:lnTo>
                    <a:pt x="9347647" y="1178269"/>
                  </a:lnTo>
                  <a:lnTo>
                    <a:pt x="9286071" y="1181298"/>
                  </a:lnTo>
                  <a:lnTo>
                    <a:pt x="9226414" y="1184631"/>
                  </a:lnTo>
                  <a:lnTo>
                    <a:pt x="9167962" y="1188272"/>
                  </a:lnTo>
                  <a:lnTo>
                    <a:pt x="9110189" y="1192217"/>
                  </a:lnTo>
                  <a:lnTo>
                    <a:pt x="9052725" y="1196448"/>
                  </a:lnTo>
                  <a:lnTo>
                    <a:pt x="8995329" y="1200937"/>
                  </a:lnTo>
                  <a:lnTo>
                    <a:pt x="8937864" y="1205644"/>
                  </a:lnTo>
                  <a:lnTo>
                    <a:pt x="8880283" y="1210516"/>
                  </a:lnTo>
                  <a:lnTo>
                    <a:pt x="8822602" y="1215495"/>
                  </a:lnTo>
                  <a:lnTo>
                    <a:pt x="8764879" y="1220513"/>
                  </a:lnTo>
                  <a:lnTo>
                    <a:pt x="8707186" y="1225503"/>
                  </a:lnTo>
                  <a:lnTo>
                    <a:pt x="8649585" y="1230399"/>
                  </a:lnTo>
                  <a:lnTo>
                    <a:pt x="8592101" y="1235139"/>
                  </a:lnTo>
                  <a:lnTo>
                    <a:pt x="8534699" y="1239670"/>
                  </a:lnTo>
                  <a:lnTo>
                    <a:pt x="8477262" y="1243949"/>
                  </a:lnTo>
                  <a:lnTo>
                    <a:pt x="8419567" y="1247946"/>
                  </a:lnTo>
                  <a:lnTo>
                    <a:pt x="8361268" y="1251642"/>
                  </a:lnTo>
                  <a:lnTo>
                    <a:pt x="8301870" y="1255029"/>
                  </a:lnTo>
                  <a:lnTo>
                    <a:pt x="8240695" y="1258111"/>
                  </a:lnTo>
                  <a:lnTo>
                    <a:pt x="8229629" y="1258625"/>
                  </a:lnTo>
                  <a:lnTo>
                    <a:pt x="8177695" y="1260862"/>
                  </a:lnTo>
                  <a:lnTo>
                    <a:pt x="8123305" y="1262905"/>
                  </a:lnTo>
                  <a:lnTo>
                    <a:pt x="8065772" y="1264761"/>
                  </a:lnTo>
                  <a:lnTo>
                    <a:pt x="8004343" y="1266442"/>
                  </a:lnTo>
                  <a:lnTo>
                    <a:pt x="7938237" y="1267965"/>
                  </a:lnTo>
                  <a:lnTo>
                    <a:pt x="7866689" y="1269347"/>
                  </a:lnTo>
                  <a:lnTo>
                    <a:pt x="7789003" y="1270602"/>
                  </a:lnTo>
                  <a:lnTo>
                    <a:pt x="7704617" y="1271745"/>
                  </a:lnTo>
                  <a:lnTo>
                    <a:pt x="7613203" y="1272787"/>
                  </a:lnTo>
                  <a:lnTo>
                    <a:pt x="7514776" y="1273736"/>
                  </a:lnTo>
                  <a:lnTo>
                    <a:pt x="7409844" y="1274598"/>
                  </a:lnTo>
                  <a:lnTo>
                    <a:pt x="7299548" y="1275377"/>
                  </a:lnTo>
                  <a:lnTo>
                    <a:pt x="7185790" y="1276073"/>
                  </a:lnTo>
                  <a:lnTo>
                    <a:pt x="7071289" y="1276685"/>
                  </a:lnTo>
                  <a:lnTo>
                    <a:pt x="6959509" y="1277212"/>
                  </a:lnTo>
                  <a:lnTo>
                    <a:pt x="6854418" y="1277652"/>
                  </a:lnTo>
                  <a:lnTo>
                    <a:pt x="6760060" y="1278006"/>
                  </a:lnTo>
                  <a:lnTo>
                    <a:pt x="6679987" y="1278276"/>
                  </a:lnTo>
                  <a:lnTo>
                    <a:pt x="6616668" y="1278470"/>
                  </a:lnTo>
                  <a:lnTo>
                    <a:pt x="6571020" y="1278596"/>
                  </a:lnTo>
                  <a:lnTo>
                    <a:pt x="6542171" y="1278669"/>
                  </a:lnTo>
                  <a:lnTo>
                    <a:pt x="6527478" y="1278703"/>
                  </a:lnTo>
                  <a:lnTo>
                    <a:pt x="6522730" y="1278714"/>
                  </a:lnTo>
                  <a:lnTo>
                    <a:pt x="6522385" y="1278714"/>
                  </a:lnTo>
                  <a:lnTo>
                    <a:pt x="5527445" y="1278714"/>
                  </a:lnTo>
                  <a:lnTo>
                    <a:pt x="5526322" y="1278690"/>
                  </a:lnTo>
                  <a:lnTo>
                    <a:pt x="5518905" y="1278518"/>
                  </a:lnTo>
                  <a:lnTo>
                    <a:pt x="5500106" y="1278043"/>
                  </a:lnTo>
                  <a:lnTo>
                    <a:pt x="5466235" y="1277107"/>
                  </a:lnTo>
                  <a:lnTo>
                    <a:pt x="5415222" y="1275559"/>
                  </a:lnTo>
                  <a:lnTo>
                    <a:pt x="5346772" y="1273273"/>
                  </a:lnTo>
                  <a:lnTo>
                    <a:pt x="5262305" y="1270151"/>
                  </a:lnTo>
                  <a:lnTo>
                    <a:pt x="5164652" y="1266136"/>
                  </a:lnTo>
                  <a:lnTo>
                    <a:pt x="5057534" y="1261207"/>
                  </a:lnTo>
                  <a:lnTo>
                    <a:pt x="4944981" y="1255368"/>
                  </a:lnTo>
                  <a:lnTo>
                    <a:pt x="4830807" y="1248637"/>
                  </a:lnTo>
                  <a:lnTo>
                    <a:pt x="4718235" y="1241030"/>
                  </a:lnTo>
                  <a:lnTo>
                    <a:pt x="4609723" y="1232552"/>
                  </a:lnTo>
                  <a:lnTo>
                    <a:pt x="4506926" y="1223189"/>
                  </a:lnTo>
                  <a:lnTo>
                    <a:pt x="4410783" y="1212897"/>
                  </a:lnTo>
                  <a:lnTo>
                    <a:pt x="4321646" y="1201607"/>
                  </a:lnTo>
                  <a:lnTo>
                    <a:pt x="4239424" y="1189221"/>
                  </a:lnTo>
                  <a:lnTo>
                    <a:pt x="4163719" y="1175614"/>
                  </a:lnTo>
                  <a:lnTo>
                    <a:pt x="4093934" y="1160637"/>
                  </a:lnTo>
                  <a:lnTo>
                    <a:pt x="4029356" y="1144125"/>
                  </a:lnTo>
                  <a:lnTo>
                    <a:pt x="3969221" y="1125905"/>
                  </a:lnTo>
                  <a:lnTo>
                    <a:pt x="3912760" y="1105812"/>
                  </a:lnTo>
                  <a:lnTo>
                    <a:pt x="3859241" y="1083720"/>
                  </a:lnTo>
                  <a:lnTo>
                    <a:pt x="3820202" y="1065595"/>
                  </a:lnTo>
                  <a:lnTo>
                    <a:pt x="3765114" y="1037055"/>
                  </a:lnTo>
                  <a:lnTo>
                    <a:pt x="3711625" y="1005952"/>
                  </a:lnTo>
                  <a:lnTo>
                    <a:pt x="3659202" y="972239"/>
                  </a:lnTo>
                  <a:lnTo>
                    <a:pt x="3607438" y="935935"/>
                  </a:lnTo>
                  <a:lnTo>
                    <a:pt x="3556032" y="897134"/>
                  </a:lnTo>
                  <a:lnTo>
                    <a:pt x="3504770" y="856008"/>
                  </a:lnTo>
                  <a:lnTo>
                    <a:pt x="3453512" y="812812"/>
                  </a:lnTo>
                  <a:lnTo>
                    <a:pt x="3402183" y="767876"/>
                  </a:lnTo>
                  <a:lnTo>
                    <a:pt x="3350760" y="721603"/>
                  </a:lnTo>
                  <a:lnTo>
                    <a:pt x="3299258" y="674453"/>
                  </a:lnTo>
                  <a:lnTo>
                    <a:pt x="3247718" y="626923"/>
                  </a:lnTo>
                  <a:lnTo>
                    <a:pt x="3196191" y="579529"/>
                  </a:lnTo>
                  <a:lnTo>
                    <a:pt x="3144727" y="532777"/>
                  </a:lnTo>
                  <a:lnTo>
                    <a:pt x="3093354" y="487150"/>
                  </a:lnTo>
                  <a:lnTo>
                    <a:pt x="3042068" y="443077"/>
                  </a:lnTo>
                  <a:lnTo>
                    <a:pt x="2990821" y="400926"/>
                  </a:lnTo>
                  <a:lnTo>
                    <a:pt x="2939505" y="360989"/>
                  </a:lnTo>
                  <a:lnTo>
                    <a:pt x="2887944" y="323478"/>
                  </a:lnTo>
                  <a:lnTo>
                    <a:pt x="2835879" y="288522"/>
                  </a:lnTo>
                  <a:lnTo>
                    <a:pt x="2782957" y="256175"/>
                  </a:lnTo>
                  <a:lnTo>
                    <a:pt x="2728707" y="226422"/>
                  </a:lnTo>
                  <a:lnTo>
                    <a:pt x="2702183" y="213119"/>
                  </a:lnTo>
                  <a:lnTo>
                    <a:pt x="2650452" y="189471"/>
                  </a:lnTo>
                  <a:lnTo>
                    <a:pt x="2596286" y="167870"/>
                  </a:lnTo>
                  <a:lnTo>
                    <a:pt x="2539007" y="148243"/>
                  </a:lnTo>
                  <a:lnTo>
                    <a:pt x="2477870" y="130451"/>
                  </a:lnTo>
                  <a:lnTo>
                    <a:pt x="2412104" y="114325"/>
                  </a:lnTo>
                  <a:lnTo>
                    <a:pt x="2340951" y="99694"/>
                  </a:lnTo>
                  <a:lnTo>
                    <a:pt x="2263721" y="86395"/>
                  </a:lnTo>
                  <a:lnTo>
                    <a:pt x="2179856" y="74284"/>
                  </a:lnTo>
                  <a:lnTo>
                    <a:pt x="2089021" y="63243"/>
                  </a:lnTo>
                  <a:lnTo>
                    <a:pt x="1991219" y="53181"/>
                  </a:lnTo>
                  <a:lnTo>
                    <a:pt x="1886930" y="44034"/>
                  </a:lnTo>
                  <a:lnTo>
                    <a:pt x="1777257" y="35767"/>
                  </a:lnTo>
                  <a:lnTo>
                    <a:pt x="1664043" y="28371"/>
                  </a:lnTo>
                  <a:lnTo>
                    <a:pt x="1549938" y="21853"/>
                  </a:lnTo>
                  <a:lnTo>
                    <a:pt x="1438333" y="16232"/>
                  </a:lnTo>
                  <a:lnTo>
                    <a:pt x="1333133" y="11525"/>
                  </a:lnTo>
                  <a:lnTo>
                    <a:pt x="1238348" y="7729"/>
                  </a:lnTo>
                  <a:lnTo>
                    <a:pt x="1157536" y="4815"/>
                  </a:lnTo>
                  <a:lnTo>
                    <a:pt x="1093228" y="2717"/>
                  </a:lnTo>
                  <a:lnTo>
                    <a:pt x="1046450" y="1330"/>
                  </a:lnTo>
                  <a:lnTo>
                    <a:pt x="1016473" y="520"/>
                  </a:lnTo>
                  <a:lnTo>
                    <a:pt x="1000817" y="132"/>
                  </a:lnTo>
                  <a:lnTo>
                    <a:pt x="995436" y="1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91" name="pl390"/>
            <p:cNvSpPr/>
            <p:nvPr/>
          </p:nvSpPr>
          <p:spPr>
            <a:xfrm>
              <a:off x="1199187" y="2452452"/>
              <a:ext cx="12049831" cy="1278714"/>
            </a:xfrm>
            <a:custGeom>
              <a:avLst/>
              <a:pathLst>
                <a:path w="12049831" h="1278714">
                  <a:moveTo>
                    <a:pt x="0" y="0"/>
                  </a:moveTo>
                  <a:lnTo>
                    <a:pt x="994940" y="0"/>
                  </a:lnTo>
                  <a:lnTo>
                    <a:pt x="996063" y="24"/>
                  </a:lnTo>
                  <a:lnTo>
                    <a:pt x="1003480" y="196"/>
                  </a:lnTo>
                  <a:lnTo>
                    <a:pt x="1022279" y="671"/>
                  </a:lnTo>
                  <a:lnTo>
                    <a:pt x="1056150" y="1607"/>
                  </a:lnTo>
                  <a:lnTo>
                    <a:pt x="1107163" y="3154"/>
                  </a:lnTo>
                  <a:lnTo>
                    <a:pt x="1175613" y="5441"/>
                  </a:lnTo>
                  <a:lnTo>
                    <a:pt x="1260080" y="8563"/>
                  </a:lnTo>
                  <a:lnTo>
                    <a:pt x="1357733" y="12578"/>
                  </a:lnTo>
                  <a:lnTo>
                    <a:pt x="1464851" y="17506"/>
                  </a:lnTo>
                  <a:lnTo>
                    <a:pt x="1577404" y="23346"/>
                  </a:lnTo>
                  <a:lnTo>
                    <a:pt x="1691578" y="30077"/>
                  </a:lnTo>
                  <a:lnTo>
                    <a:pt x="1804150" y="37684"/>
                  </a:lnTo>
                  <a:lnTo>
                    <a:pt x="1912662" y="46161"/>
                  </a:lnTo>
                  <a:lnTo>
                    <a:pt x="2015459" y="55525"/>
                  </a:lnTo>
                  <a:lnTo>
                    <a:pt x="2111602" y="65817"/>
                  </a:lnTo>
                  <a:lnTo>
                    <a:pt x="2200739" y="77107"/>
                  </a:lnTo>
                  <a:lnTo>
                    <a:pt x="2282961" y="89493"/>
                  </a:lnTo>
                  <a:lnTo>
                    <a:pt x="2358666" y="103100"/>
                  </a:lnTo>
                  <a:lnTo>
                    <a:pt x="2428451" y="118076"/>
                  </a:lnTo>
                  <a:lnTo>
                    <a:pt x="2493029" y="134588"/>
                  </a:lnTo>
                  <a:lnTo>
                    <a:pt x="2553164" y="152809"/>
                  </a:lnTo>
                  <a:lnTo>
                    <a:pt x="2609625" y="172902"/>
                  </a:lnTo>
                  <a:lnTo>
                    <a:pt x="2663144" y="194994"/>
                  </a:lnTo>
                  <a:lnTo>
                    <a:pt x="2702183" y="213119"/>
                  </a:lnTo>
                  <a:lnTo>
                    <a:pt x="2757271" y="241659"/>
                  </a:lnTo>
                  <a:lnTo>
                    <a:pt x="2810760" y="272762"/>
                  </a:lnTo>
                  <a:lnTo>
                    <a:pt x="2863183" y="306475"/>
                  </a:lnTo>
                  <a:lnTo>
                    <a:pt x="2914947" y="342778"/>
                  </a:lnTo>
                  <a:lnTo>
                    <a:pt x="2966353" y="381579"/>
                  </a:lnTo>
                  <a:lnTo>
                    <a:pt x="3017615" y="422705"/>
                  </a:lnTo>
                  <a:lnTo>
                    <a:pt x="3068873" y="465902"/>
                  </a:lnTo>
                  <a:lnTo>
                    <a:pt x="3120202" y="510838"/>
                  </a:lnTo>
                  <a:lnTo>
                    <a:pt x="3171625" y="557111"/>
                  </a:lnTo>
                  <a:lnTo>
                    <a:pt x="3223127" y="604261"/>
                  </a:lnTo>
                  <a:lnTo>
                    <a:pt x="3274667" y="651790"/>
                  </a:lnTo>
                  <a:lnTo>
                    <a:pt x="3326194" y="699185"/>
                  </a:lnTo>
                  <a:lnTo>
                    <a:pt x="3377658" y="745936"/>
                  </a:lnTo>
                  <a:lnTo>
                    <a:pt x="3429031" y="791564"/>
                  </a:lnTo>
                  <a:lnTo>
                    <a:pt x="3480317" y="835637"/>
                  </a:lnTo>
                  <a:lnTo>
                    <a:pt x="3531564" y="877787"/>
                  </a:lnTo>
                  <a:lnTo>
                    <a:pt x="3582880" y="917724"/>
                  </a:lnTo>
                  <a:lnTo>
                    <a:pt x="3634441" y="955236"/>
                  </a:lnTo>
                  <a:lnTo>
                    <a:pt x="3686506" y="990192"/>
                  </a:lnTo>
                  <a:lnTo>
                    <a:pt x="3739428" y="1022538"/>
                  </a:lnTo>
                  <a:lnTo>
                    <a:pt x="3793678" y="1052292"/>
                  </a:lnTo>
                  <a:lnTo>
                    <a:pt x="3820202" y="1065595"/>
                  </a:lnTo>
                  <a:lnTo>
                    <a:pt x="3871933" y="1089243"/>
                  </a:lnTo>
                  <a:lnTo>
                    <a:pt x="3926099" y="1110844"/>
                  </a:lnTo>
                  <a:lnTo>
                    <a:pt x="3983378" y="1130471"/>
                  </a:lnTo>
                  <a:lnTo>
                    <a:pt x="4044515" y="1148263"/>
                  </a:lnTo>
                  <a:lnTo>
                    <a:pt x="4110281" y="1164388"/>
                  </a:lnTo>
                  <a:lnTo>
                    <a:pt x="4181434" y="1179020"/>
                  </a:lnTo>
                  <a:lnTo>
                    <a:pt x="4258664" y="1192319"/>
                  </a:lnTo>
                  <a:lnTo>
                    <a:pt x="4342529" y="1204430"/>
                  </a:lnTo>
                  <a:lnTo>
                    <a:pt x="4433364" y="1215470"/>
                  </a:lnTo>
                  <a:lnTo>
                    <a:pt x="4531166" y="1225533"/>
                  </a:lnTo>
                  <a:lnTo>
                    <a:pt x="4635455" y="1234680"/>
                  </a:lnTo>
                  <a:lnTo>
                    <a:pt x="4745128" y="1242946"/>
                  </a:lnTo>
                  <a:lnTo>
                    <a:pt x="4858342" y="1250343"/>
                  </a:lnTo>
                  <a:lnTo>
                    <a:pt x="4972447" y="1256861"/>
                  </a:lnTo>
                  <a:lnTo>
                    <a:pt x="5084052" y="1262481"/>
                  </a:lnTo>
                  <a:lnTo>
                    <a:pt x="5189252" y="1267189"/>
                  </a:lnTo>
                  <a:lnTo>
                    <a:pt x="5284037" y="1270985"/>
                  </a:lnTo>
                  <a:lnTo>
                    <a:pt x="5364849" y="1273898"/>
                  </a:lnTo>
                  <a:lnTo>
                    <a:pt x="5429157" y="1275996"/>
                  </a:lnTo>
                  <a:lnTo>
                    <a:pt x="5475935" y="1277383"/>
                  </a:lnTo>
                  <a:lnTo>
                    <a:pt x="5505912" y="1278194"/>
                  </a:lnTo>
                  <a:lnTo>
                    <a:pt x="5521568" y="1278581"/>
                  </a:lnTo>
                  <a:lnTo>
                    <a:pt x="5526949" y="1278704"/>
                  </a:lnTo>
                  <a:lnTo>
                    <a:pt x="5527445" y="1278714"/>
                  </a:lnTo>
                  <a:lnTo>
                    <a:pt x="6522385" y="1278714"/>
                  </a:lnTo>
                  <a:lnTo>
                    <a:pt x="6523522" y="1278712"/>
                  </a:lnTo>
                  <a:lnTo>
                    <a:pt x="6531021" y="1278696"/>
                  </a:lnTo>
                  <a:lnTo>
                    <a:pt x="6550023" y="1278650"/>
                  </a:lnTo>
                  <a:lnTo>
                    <a:pt x="6584247" y="1278561"/>
                  </a:lnTo>
                  <a:lnTo>
                    <a:pt x="6635760" y="1278413"/>
                  </a:lnTo>
                  <a:lnTo>
                    <a:pt x="6704833" y="1278195"/>
                  </a:lnTo>
                  <a:lnTo>
                    <a:pt x="6789992" y="1277898"/>
                  </a:lnTo>
                  <a:lnTo>
                    <a:pt x="6888348" y="1277516"/>
                  </a:lnTo>
                  <a:lnTo>
                    <a:pt x="6996118" y="1277046"/>
                  </a:lnTo>
                  <a:lnTo>
                    <a:pt x="7109225" y="1276491"/>
                  </a:lnTo>
                  <a:lnTo>
                    <a:pt x="7223830" y="1275850"/>
                  </a:lnTo>
                  <a:lnTo>
                    <a:pt x="7336698" y="1275127"/>
                  </a:lnTo>
                  <a:lnTo>
                    <a:pt x="7445383" y="1274321"/>
                  </a:lnTo>
                  <a:lnTo>
                    <a:pt x="7548246" y="1273430"/>
                  </a:lnTo>
                  <a:lnTo>
                    <a:pt x="7644371" y="1272451"/>
                  </a:lnTo>
                  <a:lnTo>
                    <a:pt x="7733431" y="1271377"/>
                  </a:lnTo>
                  <a:lnTo>
                    <a:pt x="7815540" y="1270198"/>
                  </a:lnTo>
                  <a:lnTo>
                    <a:pt x="7891116" y="1268903"/>
                  </a:lnTo>
                  <a:lnTo>
                    <a:pt x="7960773" y="1267476"/>
                  </a:lnTo>
                  <a:lnTo>
                    <a:pt x="8025239" y="1265902"/>
                  </a:lnTo>
                  <a:lnTo>
                    <a:pt x="8085287" y="1264164"/>
                  </a:lnTo>
                  <a:lnTo>
                    <a:pt x="8141694" y="1262248"/>
                  </a:lnTo>
                  <a:lnTo>
                    <a:pt x="8195196" y="1260140"/>
                  </a:lnTo>
                  <a:lnTo>
                    <a:pt x="8229629" y="1258625"/>
                  </a:lnTo>
                  <a:lnTo>
                    <a:pt x="8291205" y="1255596"/>
                  </a:lnTo>
                  <a:lnTo>
                    <a:pt x="8350863" y="1252263"/>
                  </a:lnTo>
                  <a:lnTo>
                    <a:pt x="8409315" y="1248621"/>
                  </a:lnTo>
                  <a:lnTo>
                    <a:pt x="8467088" y="1244677"/>
                  </a:lnTo>
                  <a:lnTo>
                    <a:pt x="8524551" y="1240445"/>
                  </a:lnTo>
                  <a:lnTo>
                    <a:pt x="8581948" y="1235956"/>
                  </a:lnTo>
                  <a:lnTo>
                    <a:pt x="8639413" y="1231250"/>
                  </a:lnTo>
                  <a:lnTo>
                    <a:pt x="8696993" y="1226378"/>
                  </a:lnTo>
                  <a:lnTo>
                    <a:pt x="8754674" y="1221399"/>
                  </a:lnTo>
                  <a:lnTo>
                    <a:pt x="8812397" y="1216381"/>
                  </a:lnTo>
                  <a:lnTo>
                    <a:pt x="8870091" y="1211391"/>
                  </a:lnTo>
                  <a:lnTo>
                    <a:pt x="8927692" y="1206495"/>
                  </a:lnTo>
                  <a:lnTo>
                    <a:pt x="8985176" y="1201755"/>
                  </a:lnTo>
                  <a:lnTo>
                    <a:pt x="9042577" y="1197224"/>
                  </a:lnTo>
                  <a:lnTo>
                    <a:pt x="9100015" y="1192945"/>
                  </a:lnTo>
                  <a:lnTo>
                    <a:pt x="9157710" y="1188948"/>
                  </a:lnTo>
                  <a:lnTo>
                    <a:pt x="9216009" y="1185252"/>
                  </a:lnTo>
                  <a:lnTo>
                    <a:pt x="9275407" y="1181865"/>
                  </a:lnTo>
                  <a:lnTo>
                    <a:pt x="9336582" y="1178783"/>
                  </a:lnTo>
                  <a:lnTo>
                    <a:pt x="9347647" y="1178269"/>
                  </a:lnTo>
                  <a:lnTo>
                    <a:pt x="9399581" y="1176031"/>
                  </a:lnTo>
                  <a:lnTo>
                    <a:pt x="9453971" y="1173989"/>
                  </a:lnTo>
                  <a:lnTo>
                    <a:pt x="9511504" y="1172133"/>
                  </a:lnTo>
                  <a:lnTo>
                    <a:pt x="9572934" y="1170452"/>
                  </a:lnTo>
                  <a:lnTo>
                    <a:pt x="9639040" y="1168929"/>
                  </a:lnTo>
                  <a:lnTo>
                    <a:pt x="9710587" y="1167547"/>
                  </a:lnTo>
                  <a:lnTo>
                    <a:pt x="9788274" y="1166291"/>
                  </a:lnTo>
                  <a:lnTo>
                    <a:pt x="9872659" y="1165148"/>
                  </a:lnTo>
                  <a:lnTo>
                    <a:pt x="9964074" y="1164107"/>
                  </a:lnTo>
                  <a:lnTo>
                    <a:pt x="10062500" y="1163158"/>
                  </a:lnTo>
                  <a:lnTo>
                    <a:pt x="10167432" y="1162296"/>
                  </a:lnTo>
                  <a:lnTo>
                    <a:pt x="10277728" y="1161517"/>
                  </a:lnTo>
                  <a:lnTo>
                    <a:pt x="10391486" y="1160821"/>
                  </a:lnTo>
                  <a:lnTo>
                    <a:pt x="10505987" y="1160209"/>
                  </a:lnTo>
                  <a:lnTo>
                    <a:pt x="10617768" y="1159682"/>
                  </a:lnTo>
                  <a:lnTo>
                    <a:pt x="10722858" y="1159242"/>
                  </a:lnTo>
                  <a:lnTo>
                    <a:pt x="10817217" y="1158888"/>
                  </a:lnTo>
                  <a:lnTo>
                    <a:pt x="10897290" y="1158618"/>
                  </a:lnTo>
                  <a:lnTo>
                    <a:pt x="10960609" y="1158424"/>
                  </a:lnTo>
                  <a:lnTo>
                    <a:pt x="11006256" y="1158297"/>
                  </a:lnTo>
                  <a:lnTo>
                    <a:pt x="11035106" y="1158224"/>
                  </a:lnTo>
                  <a:lnTo>
                    <a:pt x="11049798" y="1158190"/>
                  </a:lnTo>
                  <a:lnTo>
                    <a:pt x="11054547" y="1158180"/>
                  </a:lnTo>
                  <a:lnTo>
                    <a:pt x="11054891" y="1158180"/>
                  </a:lnTo>
                  <a:lnTo>
                    <a:pt x="12049831" y="1158180"/>
                  </a:lnTo>
                  <a:lnTo>
                    <a:pt x="12049831" y="11581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2" name="pl391"/>
            <p:cNvSpPr/>
            <p:nvPr/>
          </p:nvSpPr>
          <p:spPr>
            <a:xfrm>
              <a:off x="1199187" y="2441970"/>
              <a:ext cx="12049831" cy="1278714"/>
            </a:xfrm>
            <a:custGeom>
              <a:avLst/>
              <a:pathLst>
                <a:path w="12049831" h="1278714">
                  <a:moveTo>
                    <a:pt x="12049831" y="1158180"/>
                  </a:moveTo>
                  <a:lnTo>
                    <a:pt x="11054891" y="1158180"/>
                  </a:lnTo>
                  <a:lnTo>
                    <a:pt x="11053755" y="1158182"/>
                  </a:lnTo>
                  <a:lnTo>
                    <a:pt x="11046256" y="1158198"/>
                  </a:lnTo>
                  <a:lnTo>
                    <a:pt x="11027253" y="1158244"/>
                  </a:lnTo>
                  <a:lnTo>
                    <a:pt x="10993030" y="1158333"/>
                  </a:lnTo>
                  <a:lnTo>
                    <a:pt x="10941516" y="1158480"/>
                  </a:lnTo>
                  <a:lnTo>
                    <a:pt x="10872444" y="1158698"/>
                  </a:lnTo>
                  <a:lnTo>
                    <a:pt x="10787284" y="1158996"/>
                  </a:lnTo>
                  <a:lnTo>
                    <a:pt x="10688928" y="1159378"/>
                  </a:lnTo>
                  <a:lnTo>
                    <a:pt x="10581159" y="1159847"/>
                  </a:lnTo>
                  <a:lnTo>
                    <a:pt x="10468052" y="1160403"/>
                  </a:lnTo>
                  <a:lnTo>
                    <a:pt x="10353447" y="1161043"/>
                  </a:lnTo>
                  <a:lnTo>
                    <a:pt x="10240578" y="1161767"/>
                  </a:lnTo>
                  <a:lnTo>
                    <a:pt x="10131893" y="1162573"/>
                  </a:lnTo>
                  <a:lnTo>
                    <a:pt x="10029031" y="1163463"/>
                  </a:lnTo>
                  <a:lnTo>
                    <a:pt x="9932906" y="1164442"/>
                  </a:lnTo>
                  <a:lnTo>
                    <a:pt x="9843845" y="1165517"/>
                  </a:lnTo>
                  <a:lnTo>
                    <a:pt x="9761736" y="1166696"/>
                  </a:lnTo>
                  <a:lnTo>
                    <a:pt x="9686160" y="1167991"/>
                  </a:lnTo>
                  <a:lnTo>
                    <a:pt x="9616503" y="1169418"/>
                  </a:lnTo>
                  <a:lnTo>
                    <a:pt x="9552038" y="1170992"/>
                  </a:lnTo>
                  <a:lnTo>
                    <a:pt x="9491990" y="1172730"/>
                  </a:lnTo>
                  <a:lnTo>
                    <a:pt x="9435582" y="1174646"/>
                  </a:lnTo>
                  <a:lnTo>
                    <a:pt x="9382080" y="1176753"/>
                  </a:lnTo>
                  <a:lnTo>
                    <a:pt x="9347647" y="1178269"/>
                  </a:lnTo>
                  <a:lnTo>
                    <a:pt x="9286071" y="1181298"/>
                  </a:lnTo>
                  <a:lnTo>
                    <a:pt x="9226414" y="1184631"/>
                  </a:lnTo>
                  <a:lnTo>
                    <a:pt x="9167962" y="1188272"/>
                  </a:lnTo>
                  <a:lnTo>
                    <a:pt x="9110189" y="1192217"/>
                  </a:lnTo>
                  <a:lnTo>
                    <a:pt x="9052725" y="1196448"/>
                  </a:lnTo>
                  <a:lnTo>
                    <a:pt x="8995329" y="1200937"/>
                  </a:lnTo>
                  <a:lnTo>
                    <a:pt x="8937864" y="1205644"/>
                  </a:lnTo>
                  <a:lnTo>
                    <a:pt x="8880283" y="1210516"/>
                  </a:lnTo>
                  <a:lnTo>
                    <a:pt x="8822602" y="1215495"/>
                  </a:lnTo>
                  <a:lnTo>
                    <a:pt x="8764879" y="1220513"/>
                  </a:lnTo>
                  <a:lnTo>
                    <a:pt x="8707186" y="1225503"/>
                  </a:lnTo>
                  <a:lnTo>
                    <a:pt x="8649585" y="1230399"/>
                  </a:lnTo>
                  <a:lnTo>
                    <a:pt x="8592101" y="1235139"/>
                  </a:lnTo>
                  <a:lnTo>
                    <a:pt x="8534699" y="1239670"/>
                  </a:lnTo>
                  <a:lnTo>
                    <a:pt x="8477262" y="1243949"/>
                  </a:lnTo>
                  <a:lnTo>
                    <a:pt x="8419567" y="1247946"/>
                  </a:lnTo>
                  <a:lnTo>
                    <a:pt x="8361268" y="1251642"/>
                  </a:lnTo>
                  <a:lnTo>
                    <a:pt x="8301870" y="1255029"/>
                  </a:lnTo>
                  <a:lnTo>
                    <a:pt x="8240695" y="1258111"/>
                  </a:lnTo>
                  <a:lnTo>
                    <a:pt x="8229629" y="1258625"/>
                  </a:lnTo>
                  <a:lnTo>
                    <a:pt x="8177695" y="1260862"/>
                  </a:lnTo>
                  <a:lnTo>
                    <a:pt x="8123305" y="1262905"/>
                  </a:lnTo>
                  <a:lnTo>
                    <a:pt x="8065772" y="1264761"/>
                  </a:lnTo>
                  <a:lnTo>
                    <a:pt x="8004343" y="1266442"/>
                  </a:lnTo>
                  <a:lnTo>
                    <a:pt x="7938237" y="1267965"/>
                  </a:lnTo>
                  <a:lnTo>
                    <a:pt x="7866689" y="1269347"/>
                  </a:lnTo>
                  <a:lnTo>
                    <a:pt x="7789003" y="1270602"/>
                  </a:lnTo>
                  <a:lnTo>
                    <a:pt x="7704617" y="1271745"/>
                  </a:lnTo>
                  <a:lnTo>
                    <a:pt x="7613203" y="1272787"/>
                  </a:lnTo>
                  <a:lnTo>
                    <a:pt x="7514776" y="1273736"/>
                  </a:lnTo>
                  <a:lnTo>
                    <a:pt x="7409844" y="1274598"/>
                  </a:lnTo>
                  <a:lnTo>
                    <a:pt x="7299548" y="1275377"/>
                  </a:lnTo>
                  <a:lnTo>
                    <a:pt x="7185790" y="1276073"/>
                  </a:lnTo>
                  <a:lnTo>
                    <a:pt x="7071289" y="1276685"/>
                  </a:lnTo>
                  <a:lnTo>
                    <a:pt x="6959509" y="1277212"/>
                  </a:lnTo>
                  <a:lnTo>
                    <a:pt x="6854418" y="1277652"/>
                  </a:lnTo>
                  <a:lnTo>
                    <a:pt x="6760060" y="1278006"/>
                  </a:lnTo>
                  <a:lnTo>
                    <a:pt x="6679987" y="1278276"/>
                  </a:lnTo>
                  <a:lnTo>
                    <a:pt x="6616668" y="1278470"/>
                  </a:lnTo>
                  <a:lnTo>
                    <a:pt x="6571020" y="1278596"/>
                  </a:lnTo>
                  <a:lnTo>
                    <a:pt x="6542171" y="1278669"/>
                  </a:lnTo>
                  <a:lnTo>
                    <a:pt x="6527478" y="1278703"/>
                  </a:lnTo>
                  <a:lnTo>
                    <a:pt x="6522730" y="1278714"/>
                  </a:lnTo>
                  <a:lnTo>
                    <a:pt x="6522385" y="1278714"/>
                  </a:lnTo>
                  <a:lnTo>
                    <a:pt x="5527445" y="1278714"/>
                  </a:lnTo>
                  <a:lnTo>
                    <a:pt x="5526322" y="1278690"/>
                  </a:lnTo>
                  <a:lnTo>
                    <a:pt x="5518905" y="1278518"/>
                  </a:lnTo>
                  <a:lnTo>
                    <a:pt x="5500106" y="1278043"/>
                  </a:lnTo>
                  <a:lnTo>
                    <a:pt x="5466235" y="1277107"/>
                  </a:lnTo>
                  <a:lnTo>
                    <a:pt x="5415222" y="1275559"/>
                  </a:lnTo>
                  <a:lnTo>
                    <a:pt x="5346772" y="1273273"/>
                  </a:lnTo>
                  <a:lnTo>
                    <a:pt x="5262305" y="1270151"/>
                  </a:lnTo>
                  <a:lnTo>
                    <a:pt x="5164652" y="1266136"/>
                  </a:lnTo>
                  <a:lnTo>
                    <a:pt x="5057534" y="1261207"/>
                  </a:lnTo>
                  <a:lnTo>
                    <a:pt x="4944981" y="1255368"/>
                  </a:lnTo>
                  <a:lnTo>
                    <a:pt x="4830807" y="1248637"/>
                  </a:lnTo>
                  <a:lnTo>
                    <a:pt x="4718235" y="1241030"/>
                  </a:lnTo>
                  <a:lnTo>
                    <a:pt x="4609723" y="1232552"/>
                  </a:lnTo>
                  <a:lnTo>
                    <a:pt x="4506926" y="1223189"/>
                  </a:lnTo>
                  <a:lnTo>
                    <a:pt x="4410783" y="1212897"/>
                  </a:lnTo>
                  <a:lnTo>
                    <a:pt x="4321646" y="1201607"/>
                  </a:lnTo>
                  <a:lnTo>
                    <a:pt x="4239424" y="1189221"/>
                  </a:lnTo>
                  <a:lnTo>
                    <a:pt x="4163719" y="1175614"/>
                  </a:lnTo>
                  <a:lnTo>
                    <a:pt x="4093934" y="1160637"/>
                  </a:lnTo>
                  <a:lnTo>
                    <a:pt x="4029356" y="1144125"/>
                  </a:lnTo>
                  <a:lnTo>
                    <a:pt x="3969221" y="1125905"/>
                  </a:lnTo>
                  <a:lnTo>
                    <a:pt x="3912760" y="1105812"/>
                  </a:lnTo>
                  <a:lnTo>
                    <a:pt x="3859241" y="1083720"/>
                  </a:lnTo>
                  <a:lnTo>
                    <a:pt x="3820202" y="1065595"/>
                  </a:lnTo>
                  <a:lnTo>
                    <a:pt x="3765114" y="1037055"/>
                  </a:lnTo>
                  <a:lnTo>
                    <a:pt x="3711625" y="1005952"/>
                  </a:lnTo>
                  <a:lnTo>
                    <a:pt x="3659202" y="972239"/>
                  </a:lnTo>
                  <a:lnTo>
                    <a:pt x="3607438" y="935935"/>
                  </a:lnTo>
                  <a:lnTo>
                    <a:pt x="3556032" y="897134"/>
                  </a:lnTo>
                  <a:lnTo>
                    <a:pt x="3504770" y="856008"/>
                  </a:lnTo>
                  <a:lnTo>
                    <a:pt x="3453512" y="812812"/>
                  </a:lnTo>
                  <a:lnTo>
                    <a:pt x="3402183" y="767876"/>
                  </a:lnTo>
                  <a:lnTo>
                    <a:pt x="3350760" y="721603"/>
                  </a:lnTo>
                  <a:lnTo>
                    <a:pt x="3299258" y="674453"/>
                  </a:lnTo>
                  <a:lnTo>
                    <a:pt x="3247718" y="626923"/>
                  </a:lnTo>
                  <a:lnTo>
                    <a:pt x="3196191" y="579529"/>
                  </a:lnTo>
                  <a:lnTo>
                    <a:pt x="3144727" y="532777"/>
                  </a:lnTo>
                  <a:lnTo>
                    <a:pt x="3093354" y="487150"/>
                  </a:lnTo>
                  <a:lnTo>
                    <a:pt x="3042068" y="443077"/>
                  </a:lnTo>
                  <a:lnTo>
                    <a:pt x="2990821" y="400926"/>
                  </a:lnTo>
                  <a:lnTo>
                    <a:pt x="2939505" y="360989"/>
                  </a:lnTo>
                  <a:lnTo>
                    <a:pt x="2887944" y="323478"/>
                  </a:lnTo>
                  <a:lnTo>
                    <a:pt x="2835879" y="288522"/>
                  </a:lnTo>
                  <a:lnTo>
                    <a:pt x="2782957" y="256175"/>
                  </a:lnTo>
                  <a:lnTo>
                    <a:pt x="2728707" y="226422"/>
                  </a:lnTo>
                  <a:lnTo>
                    <a:pt x="2702183" y="213119"/>
                  </a:lnTo>
                  <a:lnTo>
                    <a:pt x="2650452" y="189471"/>
                  </a:lnTo>
                  <a:lnTo>
                    <a:pt x="2596286" y="167870"/>
                  </a:lnTo>
                  <a:lnTo>
                    <a:pt x="2539007" y="148243"/>
                  </a:lnTo>
                  <a:lnTo>
                    <a:pt x="2477870" y="130451"/>
                  </a:lnTo>
                  <a:lnTo>
                    <a:pt x="2412104" y="114325"/>
                  </a:lnTo>
                  <a:lnTo>
                    <a:pt x="2340951" y="99694"/>
                  </a:lnTo>
                  <a:lnTo>
                    <a:pt x="2263721" y="86395"/>
                  </a:lnTo>
                  <a:lnTo>
                    <a:pt x="2179856" y="74284"/>
                  </a:lnTo>
                  <a:lnTo>
                    <a:pt x="2089021" y="63243"/>
                  </a:lnTo>
                  <a:lnTo>
                    <a:pt x="1991219" y="53181"/>
                  </a:lnTo>
                  <a:lnTo>
                    <a:pt x="1886930" y="44034"/>
                  </a:lnTo>
                  <a:lnTo>
                    <a:pt x="1777257" y="35767"/>
                  </a:lnTo>
                  <a:lnTo>
                    <a:pt x="1664043" y="28371"/>
                  </a:lnTo>
                  <a:lnTo>
                    <a:pt x="1549938" y="21853"/>
                  </a:lnTo>
                  <a:lnTo>
                    <a:pt x="1438333" y="16232"/>
                  </a:lnTo>
                  <a:lnTo>
                    <a:pt x="1333133" y="11525"/>
                  </a:lnTo>
                  <a:lnTo>
                    <a:pt x="1238348" y="7729"/>
                  </a:lnTo>
                  <a:lnTo>
                    <a:pt x="1157536" y="4815"/>
                  </a:lnTo>
                  <a:lnTo>
                    <a:pt x="1093228" y="2717"/>
                  </a:lnTo>
                  <a:lnTo>
                    <a:pt x="1046450" y="1330"/>
                  </a:lnTo>
                  <a:lnTo>
                    <a:pt x="1016473" y="520"/>
                  </a:lnTo>
                  <a:lnTo>
                    <a:pt x="1000817" y="132"/>
                  </a:lnTo>
                  <a:lnTo>
                    <a:pt x="995436" y="1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3" name="pg392"/>
            <p:cNvSpPr/>
            <p:nvPr/>
          </p:nvSpPr>
          <p:spPr>
            <a:xfrm>
              <a:off x="1199187" y="2452452"/>
              <a:ext cx="12049831" cy="1729409"/>
            </a:xfrm>
            <a:custGeom>
              <a:avLst/>
              <a:pathLst>
                <a:path w="12049831" h="1729409">
                  <a:moveTo>
                    <a:pt x="0" y="5240"/>
                  </a:moveTo>
                  <a:lnTo>
                    <a:pt x="994940" y="5240"/>
                  </a:lnTo>
                  <a:lnTo>
                    <a:pt x="996063" y="5264"/>
                  </a:lnTo>
                  <a:lnTo>
                    <a:pt x="1003478" y="5438"/>
                  </a:lnTo>
                  <a:lnTo>
                    <a:pt x="1022274" y="5917"/>
                  </a:lnTo>
                  <a:lnTo>
                    <a:pt x="1056140" y="6860"/>
                  </a:lnTo>
                  <a:lnTo>
                    <a:pt x="1107144" y="8420"/>
                  </a:lnTo>
                  <a:lnTo>
                    <a:pt x="1175584" y="10725"/>
                  </a:lnTo>
                  <a:lnTo>
                    <a:pt x="1260039" y="13872"/>
                  </a:lnTo>
                  <a:lnTo>
                    <a:pt x="1357681" y="17919"/>
                  </a:lnTo>
                  <a:lnTo>
                    <a:pt x="1464788" y="22888"/>
                  </a:lnTo>
                  <a:lnTo>
                    <a:pt x="1577332" y="28774"/>
                  </a:lnTo>
                  <a:lnTo>
                    <a:pt x="1691499" y="35559"/>
                  </a:lnTo>
                  <a:lnTo>
                    <a:pt x="1804066" y="43227"/>
                  </a:lnTo>
                  <a:lnTo>
                    <a:pt x="1912575" y="51773"/>
                  </a:lnTo>
                  <a:lnTo>
                    <a:pt x="2015371" y="61212"/>
                  </a:lnTo>
                  <a:lnTo>
                    <a:pt x="2111514" y="71587"/>
                  </a:lnTo>
                  <a:lnTo>
                    <a:pt x="2200653" y="82967"/>
                  </a:lnTo>
                  <a:lnTo>
                    <a:pt x="2282877" y="95453"/>
                  </a:lnTo>
                  <a:lnTo>
                    <a:pt x="2358584" y="109169"/>
                  </a:lnTo>
                  <a:lnTo>
                    <a:pt x="2428371" y="124266"/>
                  </a:lnTo>
                  <a:lnTo>
                    <a:pt x="2492950" y="140910"/>
                  </a:lnTo>
                  <a:lnTo>
                    <a:pt x="2553087" y="159277"/>
                  </a:lnTo>
                  <a:lnTo>
                    <a:pt x="2609549" y="179530"/>
                  </a:lnTo>
                  <a:lnTo>
                    <a:pt x="2663068" y="201799"/>
                  </a:lnTo>
                  <a:lnTo>
                    <a:pt x="2702183" y="220106"/>
                  </a:lnTo>
                  <a:lnTo>
                    <a:pt x="2757189" y="248835"/>
                  </a:lnTo>
                  <a:lnTo>
                    <a:pt x="2810601" y="280140"/>
                  </a:lnTo>
                  <a:lnTo>
                    <a:pt x="2862948" y="314068"/>
                  </a:lnTo>
                  <a:lnTo>
                    <a:pt x="2914636" y="350600"/>
                  </a:lnTo>
                  <a:lnTo>
                    <a:pt x="2965966" y="389644"/>
                  </a:lnTo>
                  <a:lnTo>
                    <a:pt x="3017152" y="431026"/>
                  </a:lnTo>
                  <a:lnTo>
                    <a:pt x="3068332" y="474492"/>
                  </a:lnTo>
                  <a:lnTo>
                    <a:pt x="3119583" y="519711"/>
                  </a:lnTo>
                  <a:lnTo>
                    <a:pt x="3170927" y="566278"/>
                  </a:lnTo>
                  <a:lnTo>
                    <a:pt x="3222350" y="613734"/>
                  </a:lnTo>
                  <a:lnTo>
                    <a:pt x="3273813" y="661579"/>
                  </a:lnTo>
                  <a:lnTo>
                    <a:pt x="3325262" y="709297"/>
                  </a:lnTo>
                  <a:lnTo>
                    <a:pt x="3376650" y="756377"/>
                  </a:lnTo>
                  <a:lnTo>
                    <a:pt x="3427948" y="802337"/>
                  </a:lnTo>
                  <a:lnTo>
                    <a:pt x="3479158" y="846743"/>
                  </a:lnTo>
                  <a:lnTo>
                    <a:pt x="3530328" y="889224"/>
                  </a:lnTo>
                  <a:lnTo>
                    <a:pt x="3581563" y="929485"/>
                  </a:lnTo>
                  <a:lnTo>
                    <a:pt x="3633037" y="967314"/>
                  </a:lnTo>
                  <a:lnTo>
                    <a:pt x="3685005" y="1002576"/>
                  </a:lnTo>
                  <a:lnTo>
                    <a:pt x="3737816" y="1035216"/>
                  </a:lnTo>
                  <a:lnTo>
                    <a:pt x="3791935" y="1065248"/>
                  </a:lnTo>
                  <a:lnTo>
                    <a:pt x="3820202" y="1079570"/>
                  </a:lnTo>
                  <a:lnTo>
                    <a:pt x="3871929" y="1103410"/>
                  </a:lnTo>
                  <a:lnTo>
                    <a:pt x="3926092" y="1125187"/>
                  </a:lnTo>
                  <a:lnTo>
                    <a:pt x="3983367" y="1144974"/>
                  </a:lnTo>
                  <a:lnTo>
                    <a:pt x="4044499" y="1162911"/>
                  </a:lnTo>
                  <a:lnTo>
                    <a:pt x="4110260" y="1179168"/>
                  </a:lnTo>
                  <a:lnTo>
                    <a:pt x="4181406" y="1193919"/>
                  </a:lnTo>
                  <a:lnTo>
                    <a:pt x="4258628" y="1207327"/>
                  </a:lnTo>
                  <a:lnTo>
                    <a:pt x="4342485" y="1219537"/>
                  </a:lnTo>
                  <a:lnTo>
                    <a:pt x="4433311" y="1230668"/>
                  </a:lnTo>
                  <a:lnTo>
                    <a:pt x="4531102" y="1240813"/>
                  </a:lnTo>
                  <a:lnTo>
                    <a:pt x="4635380" y="1250035"/>
                  </a:lnTo>
                  <a:lnTo>
                    <a:pt x="4745044" y="1258369"/>
                  </a:lnTo>
                  <a:lnTo>
                    <a:pt x="4858249" y="1265827"/>
                  </a:lnTo>
                  <a:lnTo>
                    <a:pt x="4972347" y="1272398"/>
                  </a:lnTo>
                  <a:lnTo>
                    <a:pt x="5083949" y="1278065"/>
                  </a:lnTo>
                  <a:lnTo>
                    <a:pt x="5189150" y="1282812"/>
                  </a:lnTo>
                  <a:lnTo>
                    <a:pt x="5283943" y="1286640"/>
                  </a:lnTo>
                  <a:lnTo>
                    <a:pt x="5364766" y="1289578"/>
                  </a:lnTo>
                  <a:lnTo>
                    <a:pt x="5429090" y="1291694"/>
                  </a:lnTo>
                  <a:lnTo>
                    <a:pt x="5475887" y="1293093"/>
                  </a:lnTo>
                  <a:lnTo>
                    <a:pt x="5505882" y="1293911"/>
                  </a:lnTo>
                  <a:lnTo>
                    <a:pt x="5521554" y="1294302"/>
                  </a:lnTo>
                  <a:lnTo>
                    <a:pt x="5526946" y="1294425"/>
                  </a:lnTo>
                  <a:lnTo>
                    <a:pt x="5527445" y="1294436"/>
                  </a:lnTo>
                  <a:lnTo>
                    <a:pt x="6522385" y="1294436"/>
                  </a:lnTo>
                  <a:lnTo>
                    <a:pt x="6523520" y="1294444"/>
                  </a:lnTo>
                  <a:lnTo>
                    <a:pt x="6531010" y="1294504"/>
                  </a:lnTo>
                  <a:lnTo>
                    <a:pt x="6549991" y="1294667"/>
                  </a:lnTo>
                  <a:lnTo>
                    <a:pt x="6584176" y="1294989"/>
                  </a:lnTo>
                  <a:lnTo>
                    <a:pt x="6635635" y="1295520"/>
                  </a:lnTo>
                  <a:lnTo>
                    <a:pt x="6704640" y="1296306"/>
                  </a:lnTo>
                  <a:lnTo>
                    <a:pt x="6789724" y="1297378"/>
                  </a:lnTo>
                  <a:lnTo>
                    <a:pt x="6888003" y="1298756"/>
                  </a:lnTo>
                  <a:lnTo>
                    <a:pt x="6995702" y="1300448"/>
                  </a:lnTo>
                  <a:lnTo>
                    <a:pt x="7108749" y="1302451"/>
                  </a:lnTo>
                  <a:lnTo>
                    <a:pt x="7223307" y="1304759"/>
                  </a:lnTo>
                  <a:lnTo>
                    <a:pt x="7336144" y="1307368"/>
                  </a:lnTo>
                  <a:lnTo>
                    <a:pt x="7444810" y="1310274"/>
                  </a:lnTo>
                  <a:lnTo>
                    <a:pt x="7547666" y="1313484"/>
                  </a:lnTo>
                  <a:lnTo>
                    <a:pt x="7643793" y="1317013"/>
                  </a:lnTo>
                  <a:lnTo>
                    <a:pt x="7732862" y="1320886"/>
                  </a:lnTo>
                  <a:lnTo>
                    <a:pt x="7814984" y="1325136"/>
                  </a:lnTo>
                  <a:lnTo>
                    <a:pt x="7890573" y="1329807"/>
                  </a:lnTo>
                  <a:lnTo>
                    <a:pt x="7960245" y="1334950"/>
                  </a:lnTo>
                  <a:lnTo>
                    <a:pt x="8024722" y="1340623"/>
                  </a:lnTo>
                  <a:lnTo>
                    <a:pt x="8084780" y="1346886"/>
                  </a:lnTo>
                  <a:lnTo>
                    <a:pt x="8141193" y="1353793"/>
                  </a:lnTo>
                  <a:lnTo>
                    <a:pt x="8194697" y="1361387"/>
                  </a:lnTo>
                  <a:lnTo>
                    <a:pt x="8229629" y="1366932"/>
                  </a:lnTo>
                  <a:lnTo>
                    <a:pt x="8290305" y="1377692"/>
                  </a:lnTo>
                  <a:lnTo>
                    <a:pt x="8349108" y="1389516"/>
                  </a:lnTo>
                  <a:lnTo>
                    <a:pt x="8406724" y="1402421"/>
                  </a:lnTo>
                  <a:lnTo>
                    <a:pt x="8463661" y="1416390"/>
                  </a:lnTo>
                  <a:lnTo>
                    <a:pt x="8520281" y="1431367"/>
                  </a:lnTo>
                  <a:lnTo>
                    <a:pt x="8576823" y="1447256"/>
                  </a:lnTo>
                  <a:lnTo>
                    <a:pt x="8633423" y="1463920"/>
                  </a:lnTo>
                  <a:lnTo>
                    <a:pt x="8690134" y="1481186"/>
                  </a:lnTo>
                  <a:lnTo>
                    <a:pt x="8746947" y="1498849"/>
                  </a:lnTo>
                  <a:lnTo>
                    <a:pt x="8803810" y="1516684"/>
                  </a:lnTo>
                  <a:lnTo>
                    <a:pt x="8860654" y="1534457"/>
                  </a:lnTo>
                  <a:lnTo>
                    <a:pt x="8917417" y="1551935"/>
                  </a:lnTo>
                  <a:lnTo>
                    <a:pt x="8974067" y="1568904"/>
                  </a:lnTo>
                  <a:lnTo>
                    <a:pt x="9030624" y="1585173"/>
                  </a:lnTo>
                  <a:lnTo>
                    <a:pt x="9087185" y="1600590"/>
                  </a:lnTo>
                  <a:lnTo>
                    <a:pt x="9143937" y="1615038"/>
                  </a:lnTo>
                  <a:lnTo>
                    <a:pt x="9201183" y="1628444"/>
                  </a:lnTo>
                  <a:lnTo>
                    <a:pt x="9259358" y="1640772"/>
                  </a:lnTo>
                  <a:lnTo>
                    <a:pt x="9319062" y="1652025"/>
                  </a:lnTo>
                  <a:lnTo>
                    <a:pt x="9347647" y="1656913"/>
                  </a:lnTo>
                  <a:lnTo>
                    <a:pt x="9399559" y="1664984"/>
                  </a:lnTo>
                  <a:lnTo>
                    <a:pt x="9453925" y="1672353"/>
                  </a:lnTo>
                  <a:lnTo>
                    <a:pt x="9511430" y="1679047"/>
                  </a:lnTo>
                  <a:lnTo>
                    <a:pt x="9572828" y="1685113"/>
                  </a:lnTo>
                  <a:lnTo>
                    <a:pt x="9638897" y="1690608"/>
                  </a:lnTo>
                  <a:lnTo>
                    <a:pt x="9710402" y="1695593"/>
                  </a:lnTo>
                  <a:lnTo>
                    <a:pt x="9788038" y="1700123"/>
                  </a:lnTo>
                  <a:lnTo>
                    <a:pt x="9872367" y="1704247"/>
                  </a:lnTo>
                  <a:lnTo>
                    <a:pt x="9963719" y="1708006"/>
                  </a:lnTo>
                  <a:lnTo>
                    <a:pt x="10062077" y="1711430"/>
                  </a:lnTo>
                  <a:lnTo>
                    <a:pt x="10166939" y="1714541"/>
                  </a:lnTo>
                  <a:lnTo>
                    <a:pt x="10277168" y="1717351"/>
                  </a:lnTo>
                  <a:lnTo>
                    <a:pt x="10390867" y="1719863"/>
                  </a:lnTo>
                  <a:lnTo>
                    <a:pt x="10505325" y="1722074"/>
                  </a:lnTo>
                  <a:lnTo>
                    <a:pt x="10617087" y="1723977"/>
                  </a:lnTo>
                  <a:lnTo>
                    <a:pt x="10722191" y="1725567"/>
                  </a:lnTo>
                  <a:lnTo>
                    <a:pt x="10816596" y="1726845"/>
                  </a:lnTo>
                  <a:lnTo>
                    <a:pt x="10896751" y="1727822"/>
                  </a:lnTo>
                  <a:lnTo>
                    <a:pt x="10960178" y="1728522"/>
                  </a:lnTo>
                  <a:lnTo>
                    <a:pt x="11005948" y="1728981"/>
                  </a:lnTo>
                  <a:lnTo>
                    <a:pt x="11034920" y="1729245"/>
                  </a:lnTo>
                  <a:lnTo>
                    <a:pt x="11049717" y="1729369"/>
                  </a:lnTo>
                  <a:lnTo>
                    <a:pt x="11054532" y="1729406"/>
                  </a:lnTo>
                  <a:lnTo>
                    <a:pt x="11054891" y="1729409"/>
                  </a:lnTo>
                  <a:lnTo>
                    <a:pt x="12049831" y="1729409"/>
                  </a:lnTo>
                  <a:lnTo>
                    <a:pt x="12049831" y="1724168"/>
                  </a:lnTo>
                  <a:lnTo>
                    <a:pt x="11054891" y="1724168"/>
                  </a:lnTo>
                  <a:lnTo>
                    <a:pt x="11053756" y="1724160"/>
                  </a:lnTo>
                  <a:lnTo>
                    <a:pt x="11046266" y="1724101"/>
                  </a:lnTo>
                  <a:lnTo>
                    <a:pt x="11027286" y="1723937"/>
                  </a:lnTo>
                  <a:lnTo>
                    <a:pt x="10993101" y="1723616"/>
                  </a:lnTo>
                  <a:lnTo>
                    <a:pt x="10941642" y="1723084"/>
                  </a:lnTo>
                  <a:lnTo>
                    <a:pt x="10872637" y="1722298"/>
                  </a:lnTo>
                  <a:lnTo>
                    <a:pt x="10787553" y="1721226"/>
                  </a:lnTo>
                  <a:lnTo>
                    <a:pt x="10689273" y="1719848"/>
                  </a:lnTo>
                  <a:lnTo>
                    <a:pt x="10581574" y="1718156"/>
                  </a:lnTo>
                  <a:lnTo>
                    <a:pt x="10468527" y="1716153"/>
                  </a:lnTo>
                  <a:lnTo>
                    <a:pt x="10353969" y="1713845"/>
                  </a:lnTo>
                  <a:lnTo>
                    <a:pt x="10241132" y="1711237"/>
                  </a:lnTo>
                  <a:lnTo>
                    <a:pt x="10132466" y="1708330"/>
                  </a:lnTo>
                  <a:lnTo>
                    <a:pt x="10029611" y="1705120"/>
                  </a:lnTo>
                  <a:lnTo>
                    <a:pt x="9933483" y="1701591"/>
                  </a:lnTo>
                  <a:lnTo>
                    <a:pt x="9844414" y="1697718"/>
                  </a:lnTo>
                  <a:lnTo>
                    <a:pt x="9762293" y="1693468"/>
                  </a:lnTo>
                  <a:lnTo>
                    <a:pt x="9686703" y="1688797"/>
                  </a:lnTo>
                  <a:lnTo>
                    <a:pt x="9617032" y="1683654"/>
                  </a:lnTo>
                  <a:lnTo>
                    <a:pt x="9552554" y="1677981"/>
                  </a:lnTo>
                  <a:lnTo>
                    <a:pt x="9492497" y="1671719"/>
                  </a:lnTo>
                  <a:lnTo>
                    <a:pt x="9436084" y="1664812"/>
                  </a:lnTo>
                  <a:lnTo>
                    <a:pt x="9382580" y="1657217"/>
                  </a:lnTo>
                  <a:lnTo>
                    <a:pt x="9347647" y="1651673"/>
                  </a:lnTo>
                  <a:lnTo>
                    <a:pt x="9286971" y="1640912"/>
                  </a:lnTo>
                  <a:lnTo>
                    <a:pt x="9228169" y="1629088"/>
                  </a:lnTo>
                  <a:lnTo>
                    <a:pt x="9170553" y="1616183"/>
                  </a:lnTo>
                  <a:lnTo>
                    <a:pt x="9113615" y="1602214"/>
                  </a:lnTo>
                  <a:lnTo>
                    <a:pt x="9056995" y="1587237"/>
                  </a:lnTo>
                  <a:lnTo>
                    <a:pt x="9000453" y="1571349"/>
                  </a:lnTo>
                  <a:lnTo>
                    <a:pt x="8943853" y="1554684"/>
                  </a:lnTo>
                  <a:lnTo>
                    <a:pt x="8887142" y="1537418"/>
                  </a:lnTo>
                  <a:lnTo>
                    <a:pt x="8830329" y="1519755"/>
                  </a:lnTo>
                  <a:lnTo>
                    <a:pt x="8773466" y="1501920"/>
                  </a:lnTo>
                  <a:lnTo>
                    <a:pt x="8716622" y="1484147"/>
                  </a:lnTo>
                  <a:lnTo>
                    <a:pt x="8659859" y="1466669"/>
                  </a:lnTo>
                  <a:lnTo>
                    <a:pt x="8603210" y="1449701"/>
                  </a:lnTo>
                  <a:lnTo>
                    <a:pt x="8546652" y="1433431"/>
                  </a:lnTo>
                  <a:lnTo>
                    <a:pt x="8490092" y="1418014"/>
                  </a:lnTo>
                  <a:lnTo>
                    <a:pt x="8433339" y="1403566"/>
                  </a:lnTo>
                  <a:lnTo>
                    <a:pt x="8376094" y="1390160"/>
                  </a:lnTo>
                  <a:lnTo>
                    <a:pt x="8317918" y="1377832"/>
                  </a:lnTo>
                  <a:lnTo>
                    <a:pt x="8258214" y="1366580"/>
                  </a:lnTo>
                  <a:lnTo>
                    <a:pt x="8229629" y="1361691"/>
                  </a:lnTo>
                  <a:lnTo>
                    <a:pt x="8177717" y="1353621"/>
                  </a:lnTo>
                  <a:lnTo>
                    <a:pt x="8123351" y="1346251"/>
                  </a:lnTo>
                  <a:lnTo>
                    <a:pt x="8065846" y="1339557"/>
                  </a:lnTo>
                  <a:lnTo>
                    <a:pt x="8004449" y="1333492"/>
                  </a:lnTo>
                  <a:lnTo>
                    <a:pt x="7938380" y="1327996"/>
                  </a:lnTo>
                  <a:lnTo>
                    <a:pt x="7866875" y="1323011"/>
                  </a:lnTo>
                  <a:lnTo>
                    <a:pt x="7789238" y="1318481"/>
                  </a:lnTo>
                  <a:lnTo>
                    <a:pt x="7704909" y="1314357"/>
                  </a:lnTo>
                  <a:lnTo>
                    <a:pt x="7613558" y="1310599"/>
                  </a:lnTo>
                  <a:lnTo>
                    <a:pt x="7515199" y="1307174"/>
                  </a:lnTo>
                  <a:lnTo>
                    <a:pt x="7410337" y="1304063"/>
                  </a:lnTo>
                  <a:lnTo>
                    <a:pt x="7300109" y="1301253"/>
                  </a:lnTo>
                  <a:lnTo>
                    <a:pt x="7186410" y="1298741"/>
                  </a:lnTo>
                  <a:lnTo>
                    <a:pt x="7071951" y="1296531"/>
                  </a:lnTo>
                  <a:lnTo>
                    <a:pt x="6960189" y="1294628"/>
                  </a:lnTo>
                  <a:lnTo>
                    <a:pt x="6855086" y="1293037"/>
                  </a:lnTo>
                  <a:lnTo>
                    <a:pt x="6760680" y="1291759"/>
                  </a:lnTo>
                  <a:lnTo>
                    <a:pt x="6680526" y="1290782"/>
                  </a:lnTo>
                  <a:lnTo>
                    <a:pt x="6617099" y="1290082"/>
                  </a:lnTo>
                  <a:lnTo>
                    <a:pt x="6571328" y="1289624"/>
                  </a:lnTo>
                  <a:lnTo>
                    <a:pt x="6542356" y="1289359"/>
                  </a:lnTo>
                  <a:lnTo>
                    <a:pt x="6527560" y="1289235"/>
                  </a:lnTo>
                  <a:lnTo>
                    <a:pt x="6522744" y="1289198"/>
                  </a:lnTo>
                  <a:lnTo>
                    <a:pt x="6522385" y="1289195"/>
                  </a:lnTo>
                  <a:lnTo>
                    <a:pt x="5527445" y="1289195"/>
                  </a:lnTo>
                  <a:lnTo>
                    <a:pt x="5526322" y="1289171"/>
                  </a:lnTo>
                  <a:lnTo>
                    <a:pt x="5518907" y="1288998"/>
                  </a:lnTo>
                  <a:lnTo>
                    <a:pt x="5500111" y="1288519"/>
                  </a:lnTo>
                  <a:lnTo>
                    <a:pt x="5466245" y="1287575"/>
                  </a:lnTo>
                  <a:lnTo>
                    <a:pt x="5415241" y="1286015"/>
                  </a:lnTo>
                  <a:lnTo>
                    <a:pt x="5346801" y="1283710"/>
                  </a:lnTo>
                  <a:lnTo>
                    <a:pt x="5262346" y="1280563"/>
                  </a:lnTo>
                  <a:lnTo>
                    <a:pt x="5164704" y="1276517"/>
                  </a:lnTo>
                  <a:lnTo>
                    <a:pt x="5057597" y="1271548"/>
                  </a:lnTo>
                  <a:lnTo>
                    <a:pt x="4945053" y="1265662"/>
                  </a:lnTo>
                  <a:lnTo>
                    <a:pt x="4830886" y="1258876"/>
                  </a:lnTo>
                  <a:lnTo>
                    <a:pt x="4718319" y="1251208"/>
                  </a:lnTo>
                  <a:lnTo>
                    <a:pt x="4609810" y="1242663"/>
                  </a:lnTo>
                  <a:lnTo>
                    <a:pt x="4507014" y="1233223"/>
                  </a:lnTo>
                  <a:lnTo>
                    <a:pt x="4410871" y="1222849"/>
                  </a:lnTo>
                  <a:lnTo>
                    <a:pt x="4321732" y="1211468"/>
                  </a:lnTo>
                  <a:lnTo>
                    <a:pt x="4239508" y="1198983"/>
                  </a:lnTo>
                  <a:lnTo>
                    <a:pt x="4163801" y="1185267"/>
                  </a:lnTo>
                  <a:lnTo>
                    <a:pt x="4094014" y="1170170"/>
                  </a:lnTo>
                  <a:lnTo>
                    <a:pt x="4029435" y="1153526"/>
                  </a:lnTo>
                  <a:lnTo>
                    <a:pt x="3969298" y="1135159"/>
                  </a:lnTo>
                  <a:lnTo>
                    <a:pt x="3912836" y="1114906"/>
                  </a:lnTo>
                  <a:lnTo>
                    <a:pt x="3859317" y="1092637"/>
                  </a:lnTo>
                  <a:lnTo>
                    <a:pt x="3820202" y="1074329"/>
                  </a:lnTo>
                  <a:lnTo>
                    <a:pt x="3765196" y="1045601"/>
                  </a:lnTo>
                  <a:lnTo>
                    <a:pt x="3711784" y="1014296"/>
                  </a:lnTo>
                  <a:lnTo>
                    <a:pt x="3659437" y="980368"/>
                  </a:lnTo>
                  <a:lnTo>
                    <a:pt x="3607749" y="943835"/>
                  </a:lnTo>
                  <a:lnTo>
                    <a:pt x="3556419" y="904792"/>
                  </a:lnTo>
                  <a:lnTo>
                    <a:pt x="3505233" y="863410"/>
                  </a:lnTo>
                  <a:lnTo>
                    <a:pt x="3454053" y="819943"/>
                  </a:lnTo>
                  <a:lnTo>
                    <a:pt x="3402802" y="774725"/>
                  </a:lnTo>
                  <a:lnTo>
                    <a:pt x="3351458" y="728158"/>
                  </a:lnTo>
                  <a:lnTo>
                    <a:pt x="3300035" y="680702"/>
                  </a:lnTo>
                  <a:lnTo>
                    <a:pt x="3248572" y="632857"/>
                  </a:lnTo>
                  <a:lnTo>
                    <a:pt x="3197123" y="585139"/>
                  </a:lnTo>
                  <a:lnTo>
                    <a:pt x="3145735" y="538059"/>
                  </a:lnTo>
                  <a:lnTo>
                    <a:pt x="3094437" y="492099"/>
                  </a:lnTo>
                  <a:lnTo>
                    <a:pt x="3043227" y="447693"/>
                  </a:lnTo>
                  <a:lnTo>
                    <a:pt x="2992057" y="405212"/>
                  </a:lnTo>
                  <a:lnTo>
                    <a:pt x="2940822" y="364950"/>
                  </a:lnTo>
                  <a:lnTo>
                    <a:pt x="2889348" y="327122"/>
                  </a:lnTo>
                  <a:lnTo>
                    <a:pt x="2837380" y="291860"/>
                  </a:lnTo>
                  <a:lnTo>
                    <a:pt x="2784569" y="259220"/>
                  </a:lnTo>
                  <a:lnTo>
                    <a:pt x="2730450" y="229188"/>
                  </a:lnTo>
                  <a:lnTo>
                    <a:pt x="2702183" y="214865"/>
                  </a:lnTo>
                  <a:lnTo>
                    <a:pt x="2650456" y="191026"/>
                  </a:lnTo>
                  <a:lnTo>
                    <a:pt x="2596293" y="169249"/>
                  </a:lnTo>
                  <a:lnTo>
                    <a:pt x="2539018" y="149462"/>
                  </a:lnTo>
                  <a:lnTo>
                    <a:pt x="2477886" y="131524"/>
                  </a:lnTo>
                  <a:lnTo>
                    <a:pt x="2412125" y="115267"/>
                  </a:lnTo>
                  <a:lnTo>
                    <a:pt x="2340979" y="100517"/>
                  </a:lnTo>
                  <a:lnTo>
                    <a:pt x="2263757" y="87109"/>
                  </a:lnTo>
                  <a:lnTo>
                    <a:pt x="2179900" y="74899"/>
                  </a:lnTo>
                  <a:lnTo>
                    <a:pt x="2089074" y="63768"/>
                  </a:lnTo>
                  <a:lnTo>
                    <a:pt x="1991283" y="53623"/>
                  </a:lnTo>
                  <a:lnTo>
                    <a:pt x="1887005" y="44401"/>
                  </a:lnTo>
                  <a:lnTo>
                    <a:pt x="1777341" y="36067"/>
                  </a:lnTo>
                  <a:lnTo>
                    <a:pt x="1664136" y="28609"/>
                  </a:lnTo>
                  <a:lnTo>
                    <a:pt x="1550038" y="22038"/>
                  </a:lnTo>
                  <a:lnTo>
                    <a:pt x="1438436" y="16370"/>
                  </a:lnTo>
                  <a:lnTo>
                    <a:pt x="1333235" y="11623"/>
                  </a:lnTo>
                  <a:lnTo>
                    <a:pt x="1238442" y="7796"/>
                  </a:lnTo>
                  <a:lnTo>
                    <a:pt x="1157619" y="4858"/>
                  </a:lnTo>
                  <a:lnTo>
                    <a:pt x="1093295" y="2742"/>
                  </a:lnTo>
                  <a:lnTo>
                    <a:pt x="1046498" y="1343"/>
                  </a:lnTo>
                  <a:lnTo>
                    <a:pt x="1016503" y="525"/>
                  </a:lnTo>
                  <a:lnTo>
                    <a:pt x="1000831" y="134"/>
                  </a:lnTo>
                  <a:lnTo>
                    <a:pt x="995439" y="1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94" name="pl393"/>
            <p:cNvSpPr/>
            <p:nvPr/>
          </p:nvSpPr>
          <p:spPr>
            <a:xfrm>
              <a:off x="1199187" y="2457692"/>
              <a:ext cx="12049831" cy="1724168"/>
            </a:xfrm>
            <a:custGeom>
              <a:avLst/>
              <a:pathLst>
                <a:path w="12049831" h="1724168">
                  <a:moveTo>
                    <a:pt x="0" y="0"/>
                  </a:moveTo>
                  <a:lnTo>
                    <a:pt x="994940" y="0"/>
                  </a:lnTo>
                  <a:lnTo>
                    <a:pt x="996063" y="24"/>
                  </a:lnTo>
                  <a:lnTo>
                    <a:pt x="1003478" y="197"/>
                  </a:lnTo>
                  <a:lnTo>
                    <a:pt x="1022274" y="676"/>
                  </a:lnTo>
                  <a:lnTo>
                    <a:pt x="1056140" y="1620"/>
                  </a:lnTo>
                  <a:lnTo>
                    <a:pt x="1107144" y="3180"/>
                  </a:lnTo>
                  <a:lnTo>
                    <a:pt x="1175584" y="5485"/>
                  </a:lnTo>
                  <a:lnTo>
                    <a:pt x="1260039" y="8632"/>
                  </a:lnTo>
                  <a:lnTo>
                    <a:pt x="1357681" y="12678"/>
                  </a:lnTo>
                  <a:lnTo>
                    <a:pt x="1464788" y="17647"/>
                  </a:lnTo>
                  <a:lnTo>
                    <a:pt x="1577332" y="23533"/>
                  </a:lnTo>
                  <a:lnTo>
                    <a:pt x="1691499" y="30319"/>
                  </a:lnTo>
                  <a:lnTo>
                    <a:pt x="1804066" y="37987"/>
                  </a:lnTo>
                  <a:lnTo>
                    <a:pt x="1912575" y="46532"/>
                  </a:lnTo>
                  <a:lnTo>
                    <a:pt x="2015371" y="55972"/>
                  </a:lnTo>
                  <a:lnTo>
                    <a:pt x="2111514" y="66346"/>
                  </a:lnTo>
                  <a:lnTo>
                    <a:pt x="2200653" y="77727"/>
                  </a:lnTo>
                  <a:lnTo>
                    <a:pt x="2282877" y="90212"/>
                  </a:lnTo>
                  <a:lnTo>
                    <a:pt x="2358584" y="103928"/>
                  </a:lnTo>
                  <a:lnTo>
                    <a:pt x="2428371" y="119025"/>
                  </a:lnTo>
                  <a:lnTo>
                    <a:pt x="2492950" y="135669"/>
                  </a:lnTo>
                  <a:lnTo>
                    <a:pt x="2553087" y="154036"/>
                  </a:lnTo>
                  <a:lnTo>
                    <a:pt x="2609549" y="174289"/>
                  </a:lnTo>
                  <a:lnTo>
                    <a:pt x="2663068" y="196558"/>
                  </a:lnTo>
                  <a:lnTo>
                    <a:pt x="2702183" y="214865"/>
                  </a:lnTo>
                  <a:lnTo>
                    <a:pt x="2757189" y="243594"/>
                  </a:lnTo>
                  <a:lnTo>
                    <a:pt x="2810601" y="274899"/>
                  </a:lnTo>
                  <a:lnTo>
                    <a:pt x="2862948" y="308827"/>
                  </a:lnTo>
                  <a:lnTo>
                    <a:pt x="2914636" y="345360"/>
                  </a:lnTo>
                  <a:lnTo>
                    <a:pt x="2965966" y="384403"/>
                  </a:lnTo>
                  <a:lnTo>
                    <a:pt x="3017152" y="425785"/>
                  </a:lnTo>
                  <a:lnTo>
                    <a:pt x="3068332" y="469252"/>
                  </a:lnTo>
                  <a:lnTo>
                    <a:pt x="3119583" y="514470"/>
                  </a:lnTo>
                  <a:lnTo>
                    <a:pt x="3170927" y="561037"/>
                  </a:lnTo>
                  <a:lnTo>
                    <a:pt x="3222350" y="608493"/>
                  </a:lnTo>
                  <a:lnTo>
                    <a:pt x="3273813" y="656338"/>
                  </a:lnTo>
                  <a:lnTo>
                    <a:pt x="3325262" y="704056"/>
                  </a:lnTo>
                  <a:lnTo>
                    <a:pt x="3376650" y="751136"/>
                  </a:lnTo>
                  <a:lnTo>
                    <a:pt x="3427948" y="797096"/>
                  </a:lnTo>
                  <a:lnTo>
                    <a:pt x="3479158" y="841502"/>
                  </a:lnTo>
                  <a:lnTo>
                    <a:pt x="3530328" y="883983"/>
                  </a:lnTo>
                  <a:lnTo>
                    <a:pt x="3581563" y="924245"/>
                  </a:lnTo>
                  <a:lnTo>
                    <a:pt x="3633037" y="962073"/>
                  </a:lnTo>
                  <a:lnTo>
                    <a:pt x="3685005" y="997335"/>
                  </a:lnTo>
                  <a:lnTo>
                    <a:pt x="3737816" y="1029975"/>
                  </a:lnTo>
                  <a:lnTo>
                    <a:pt x="3791935" y="1060007"/>
                  </a:lnTo>
                  <a:lnTo>
                    <a:pt x="3820202" y="1074329"/>
                  </a:lnTo>
                  <a:lnTo>
                    <a:pt x="3871929" y="1098169"/>
                  </a:lnTo>
                  <a:lnTo>
                    <a:pt x="3926092" y="1119946"/>
                  </a:lnTo>
                  <a:lnTo>
                    <a:pt x="3983367" y="1139733"/>
                  </a:lnTo>
                  <a:lnTo>
                    <a:pt x="4044499" y="1157671"/>
                  </a:lnTo>
                  <a:lnTo>
                    <a:pt x="4110260" y="1173928"/>
                  </a:lnTo>
                  <a:lnTo>
                    <a:pt x="4181406" y="1188678"/>
                  </a:lnTo>
                  <a:lnTo>
                    <a:pt x="4258628" y="1202086"/>
                  </a:lnTo>
                  <a:lnTo>
                    <a:pt x="4342485" y="1214296"/>
                  </a:lnTo>
                  <a:lnTo>
                    <a:pt x="4433311" y="1225427"/>
                  </a:lnTo>
                  <a:lnTo>
                    <a:pt x="4531102" y="1235572"/>
                  </a:lnTo>
                  <a:lnTo>
                    <a:pt x="4635380" y="1244794"/>
                  </a:lnTo>
                  <a:lnTo>
                    <a:pt x="4745044" y="1253128"/>
                  </a:lnTo>
                  <a:lnTo>
                    <a:pt x="4858249" y="1260586"/>
                  </a:lnTo>
                  <a:lnTo>
                    <a:pt x="4972347" y="1267157"/>
                  </a:lnTo>
                  <a:lnTo>
                    <a:pt x="5083949" y="1272825"/>
                  </a:lnTo>
                  <a:lnTo>
                    <a:pt x="5189150" y="1277572"/>
                  </a:lnTo>
                  <a:lnTo>
                    <a:pt x="5283943" y="1281399"/>
                  </a:lnTo>
                  <a:lnTo>
                    <a:pt x="5364766" y="1284337"/>
                  </a:lnTo>
                  <a:lnTo>
                    <a:pt x="5429090" y="1286453"/>
                  </a:lnTo>
                  <a:lnTo>
                    <a:pt x="5475887" y="1287852"/>
                  </a:lnTo>
                  <a:lnTo>
                    <a:pt x="5505882" y="1288670"/>
                  </a:lnTo>
                  <a:lnTo>
                    <a:pt x="5521554" y="1289061"/>
                  </a:lnTo>
                  <a:lnTo>
                    <a:pt x="5526946" y="1289185"/>
                  </a:lnTo>
                  <a:lnTo>
                    <a:pt x="5527445" y="1289195"/>
                  </a:lnTo>
                  <a:lnTo>
                    <a:pt x="6522385" y="1289195"/>
                  </a:lnTo>
                  <a:lnTo>
                    <a:pt x="6523520" y="1289204"/>
                  </a:lnTo>
                  <a:lnTo>
                    <a:pt x="6531010" y="1289263"/>
                  </a:lnTo>
                  <a:lnTo>
                    <a:pt x="6549991" y="1289426"/>
                  </a:lnTo>
                  <a:lnTo>
                    <a:pt x="6584176" y="1289748"/>
                  </a:lnTo>
                  <a:lnTo>
                    <a:pt x="6635635" y="1290280"/>
                  </a:lnTo>
                  <a:lnTo>
                    <a:pt x="6704640" y="1291065"/>
                  </a:lnTo>
                  <a:lnTo>
                    <a:pt x="6789724" y="1292138"/>
                  </a:lnTo>
                  <a:lnTo>
                    <a:pt x="6888003" y="1293516"/>
                  </a:lnTo>
                  <a:lnTo>
                    <a:pt x="6995702" y="1295207"/>
                  </a:lnTo>
                  <a:lnTo>
                    <a:pt x="7108749" y="1297210"/>
                  </a:lnTo>
                  <a:lnTo>
                    <a:pt x="7223307" y="1299519"/>
                  </a:lnTo>
                  <a:lnTo>
                    <a:pt x="7336144" y="1302127"/>
                  </a:lnTo>
                  <a:lnTo>
                    <a:pt x="7444810" y="1305033"/>
                  </a:lnTo>
                  <a:lnTo>
                    <a:pt x="7547666" y="1308244"/>
                  </a:lnTo>
                  <a:lnTo>
                    <a:pt x="7643793" y="1311773"/>
                  </a:lnTo>
                  <a:lnTo>
                    <a:pt x="7732862" y="1315645"/>
                  </a:lnTo>
                  <a:lnTo>
                    <a:pt x="7814984" y="1319895"/>
                  </a:lnTo>
                  <a:lnTo>
                    <a:pt x="7890573" y="1324566"/>
                  </a:lnTo>
                  <a:lnTo>
                    <a:pt x="7960245" y="1329710"/>
                  </a:lnTo>
                  <a:lnTo>
                    <a:pt x="8024722" y="1335383"/>
                  </a:lnTo>
                  <a:lnTo>
                    <a:pt x="8084780" y="1341645"/>
                  </a:lnTo>
                  <a:lnTo>
                    <a:pt x="8141193" y="1348552"/>
                  </a:lnTo>
                  <a:lnTo>
                    <a:pt x="8194697" y="1356146"/>
                  </a:lnTo>
                  <a:lnTo>
                    <a:pt x="8229629" y="1361691"/>
                  </a:lnTo>
                  <a:lnTo>
                    <a:pt x="8290305" y="1372451"/>
                  </a:lnTo>
                  <a:lnTo>
                    <a:pt x="8349108" y="1384276"/>
                  </a:lnTo>
                  <a:lnTo>
                    <a:pt x="8406724" y="1397181"/>
                  </a:lnTo>
                  <a:lnTo>
                    <a:pt x="8463661" y="1411150"/>
                  </a:lnTo>
                  <a:lnTo>
                    <a:pt x="8520281" y="1426126"/>
                  </a:lnTo>
                  <a:lnTo>
                    <a:pt x="8576823" y="1442015"/>
                  </a:lnTo>
                  <a:lnTo>
                    <a:pt x="8633423" y="1458679"/>
                  </a:lnTo>
                  <a:lnTo>
                    <a:pt x="8690134" y="1475945"/>
                  </a:lnTo>
                  <a:lnTo>
                    <a:pt x="8746947" y="1493609"/>
                  </a:lnTo>
                  <a:lnTo>
                    <a:pt x="8803810" y="1511444"/>
                  </a:lnTo>
                  <a:lnTo>
                    <a:pt x="8860654" y="1529216"/>
                  </a:lnTo>
                  <a:lnTo>
                    <a:pt x="8917417" y="1546694"/>
                  </a:lnTo>
                  <a:lnTo>
                    <a:pt x="8974067" y="1563663"/>
                  </a:lnTo>
                  <a:lnTo>
                    <a:pt x="9030624" y="1579933"/>
                  </a:lnTo>
                  <a:lnTo>
                    <a:pt x="9087185" y="1595349"/>
                  </a:lnTo>
                  <a:lnTo>
                    <a:pt x="9143937" y="1609798"/>
                  </a:lnTo>
                  <a:lnTo>
                    <a:pt x="9201183" y="1623203"/>
                  </a:lnTo>
                  <a:lnTo>
                    <a:pt x="9259358" y="1635532"/>
                  </a:lnTo>
                  <a:lnTo>
                    <a:pt x="9319062" y="1646784"/>
                  </a:lnTo>
                  <a:lnTo>
                    <a:pt x="9347647" y="1651673"/>
                  </a:lnTo>
                  <a:lnTo>
                    <a:pt x="9399559" y="1659743"/>
                  </a:lnTo>
                  <a:lnTo>
                    <a:pt x="9453925" y="1667112"/>
                  </a:lnTo>
                  <a:lnTo>
                    <a:pt x="9511430" y="1673806"/>
                  </a:lnTo>
                  <a:lnTo>
                    <a:pt x="9572828" y="1679872"/>
                  </a:lnTo>
                  <a:lnTo>
                    <a:pt x="9638897" y="1685368"/>
                  </a:lnTo>
                  <a:lnTo>
                    <a:pt x="9710402" y="1690353"/>
                  </a:lnTo>
                  <a:lnTo>
                    <a:pt x="9788038" y="1694883"/>
                  </a:lnTo>
                  <a:lnTo>
                    <a:pt x="9872367" y="1699007"/>
                  </a:lnTo>
                  <a:lnTo>
                    <a:pt x="9963719" y="1702765"/>
                  </a:lnTo>
                  <a:lnTo>
                    <a:pt x="10062077" y="1706189"/>
                  </a:lnTo>
                  <a:lnTo>
                    <a:pt x="10166939" y="1709300"/>
                  </a:lnTo>
                  <a:lnTo>
                    <a:pt x="10277168" y="1712110"/>
                  </a:lnTo>
                  <a:lnTo>
                    <a:pt x="10390867" y="1714622"/>
                  </a:lnTo>
                  <a:lnTo>
                    <a:pt x="10505325" y="1716833"/>
                  </a:lnTo>
                  <a:lnTo>
                    <a:pt x="10617087" y="1718736"/>
                  </a:lnTo>
                  <a:lnTo>
                    <a:pt x="10722191" y="1720326"/>
                  </a:lnTo>
                  <a:lnTo>
                    <a:pt x="10816596" y="1721605"/>
                  </a:lnTo>
                  <a:lnTo>
                    <a:pt x="10896751" y="1722582"/>
                  </a:lnTo>
                  <a:lnTo>
                    <a:pt x="10960178" y="1723281"/>
                  </a:lnTo>
                  <a:lnTo>
                    <a:pt x="11005948" y="1723740"/>
                  </a:lnTo>
                  <a:lnTo>
                    <a:pt x="11034920" y="1724005"/>
                  </a:lnTo>
                  <a:lnTo>
                    <a:pt x="11049717" y="1724129"/>
                  </a:lnTo>
                  <a:lnTo>
                    <a:pt x="11054532" y="1724166"/>
                  </a:lnTo>
                  <a:lnTo>
                    <a:pt x="11054891" y="1724168"/>
                  </a:lnTo>
                  <a:lnTo>
                    <a:pt x="12049831" y="1724168"/>
                  </a:lnTo>
                  <a:lnTo>
                    <a:pt x="12049831" y="17241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5" name="pl394"/>
            <p:cNvSpPr/>
            <p:nvPr/>
          </p:nvSpPr>
          <p:spPr>
            <a:xfrm>
              <a:off x="1199187" y="2452452"/>
              <a:ext cx="12049831" cy="1724168"/>
            </a:xfrm>
            <a:custGeom>
              <a:avLst/>
              <a:pathLst>
                <a:path w="12049831" h="1724168">
                  <a:moveTo>
                    <a:pt x="12049831" y="1724168"/>
                  </a:moveTo>
                  <a:lnTo>
                    <a:pt x="11054891" y="1724168"/>
                  </a:lnTo>
                  <a:lnTo>
                    <a:pt x="11053756" y="1724160"/>
                  </a:lnTo>
                  <a:lnTo>
                    <a:pt x="11046266" y="1724101"/>
                  </a:lnTo>
                  <a:lnTo>
                    <a:pt x="11027286" y="1723937"/>
                  </a:lnTo>
                  <a:lnTo>
                    <a:pt x="10993101" y="1723616"/>
                  </a:lnTo>
                  <a:lnTo>
                    <a:pt x="10941642" y="1723084"/>
                  </a:lnTo>
                  <a:lnTo>
                    <a:pt x="10872637" y="1722298"/>
                  </a:lnTo>
                  <a:lnTo>
                    <a:pt x="10787553" y="1721226"/>
                  </a:lnTo>
                  <a:lnTo>
                    <a:pt x="10689273" y="1719848"/>
                  </a:lnTo>
                  <a:lnTo>
                    <a:pt x="10581574" y="1718156"/>
                  </a:lnTo>
                  <a:lnTo>
                    <a:pt x="10468527" y="1716153"/>
                  </a:lnTo>
                  <a:lnTo>
                    <a:pt x="10353969" y="1713845"/>
                  </a:lnTo>
                  <a:lnTo>
                    <a:pt x="10241132" y="1711237"/>
                  </a:lnTo>
                  <a:lnTo>
                    <a:pt x="10132466" y="1708330"/>
                  </a:lnTo>
                  <a:lnTo>
                    <a:pt x="10029611" y="1705120"/>
                  </a:lnTo>
                  <a:lnTo>
                    <a:pt x="9933483" y="1701591"/>
                  </a:lnTo>
                  <a:lnTo>
                    <a:pt x="9844414" y="1697718"/>
                  </a:lnTo>
                  <a:lnTo>
                    <a:pt x="9762293" y="1693468"/>
                  </a:lnTo>
                  <a:lnTo>
                    <a:pt x="9686703" y="1688797"/>
                  </a:lnTo>
                  <a:lnTo>
                    <a:pt x="9617032" y="1683654"/>
                  </a:lnTo>
                  <a:lnTo>
                    <a:pt x="9552554" y="1677981"/>
                  </a:lnTo>
                  <a:lnTo>
                    <a:pt x="9492497" y="1671719"/>
                  </a:lnTo>
                  <a:lnTo>
                    <a:pt x="9436084" y="1664812"/>
                  </a:lnTo>
                  <a:lnTo>
                    <a:pt x="9382580" y="1657217"/>
                  </a:lnTo>
                  <a:lnTo>
                    <a:pt x="9347647" y="1651673"/>
                  </a:lnTo>
                  <a:lnTo>
                    <a:pt x="9286971" y="1640912"/>
                  </a:lnTo>
                  <a:lnTo>
                    <a:pt x="9228169" y="1629088"/>
                  </a:lnTo>
                  <a:lnTo>
                    <a:pt x="9170553" y="1616183"/>
                  </a:lnTo>
                  <a:lnTo>
                    <a:pt x="9113615" y="1602214"/>
                  </a:lnTo>
                  <a:lnTo>
                    <a:pt x="9056995" y="1587237"/>
                  </a:lnTo>
                  <a:lnTo>
                    <a:pt x="9000453" y="1571349"/>
                  </a:lnTo>
                  <a:lnTo>
                    <a:pt x="8943853" y="1554684"/>
                  </a:lnTo>
                  <a:lnTo>
                    <a:pt x="8887142" y="1537418"/>
                  </a:lnTo>
                  <a:lnTo>
                    <a:pt x="8830329" y="1519755"/>
                  </a:lnTo>
                  <a:lnTo>
                    <a:pt x="8773466" y="1501920"/>
                  </a:lnTo>
                  <a:lnTo>
                    <a:pt x="8716622" y="1484147"/>
                  </a:lnTo>
                  <a:lnTo>
                    <a:pt x="8659859" y="1466669"/>
                  </a:lnTo>
                  <a:lnTo>
                    <a:pt x="8603210" y="1449701"/>
                  </a:lnTo>
                  <a:lnTo>
                    <a:pt x="8546652" y="1433431"/>
                  </a:lnTo>
                  <a:lnTo>
                    <a:pt x="8490092" y="1418014"/>
                  </a:lnTo>
                  <a:lnTo>
                    <a:pt x="8433339" y="1403566"/>
                  </a:lnTo>
                  <a:lnTo>
                    <a:pt x="8376094" y="1390160"/>
                  </a:lnTo>
                  <a:lnTo>
                    <a:pt x="8317918" y="1377832"/>
                  </a:lnTo>
                  <a:lnTo>
                    <a:pt x="8258214" y="1366580"/>
                  </a:lnTo>
                  <a:lnTo>
                    <a:pt x="8229629" y="1361691"/>
                  </a:lnTo>
                  <a:lnTo>
                    <a:pt x="8177717" y="1353621"/>
                  </a:lnTo>
                  <a:lnTo>
                    <a:pt x="8123351" y="1346251"/>
                  </a:lnTo>
                  <a:lnTo>
                    <a:pt x="8065846" y="1339557"/>
                  </a:lnTo>
                  <a:lnTo>
                    <a:pt x="8004449" y="1333492"/>
                  </a:lnTo>
                  <a:lnTo>
                    <a:pt x="7938380" y="1327996"/>
                  </a:lnTo>
                  <a:lnTo>
                    <a:pt x="7866875" y="1323011"/>
                  </a:lnTo>
                  <a:lnTo>
                    <a:pt x="7789238" y="1318481"/>
                  </a:lnTo>
                  <a:lnTo>
                    <a:pt x="7704909" y="1314357"/>
                  </a:lnTo>
                  <a:lnTo>
                    <a:pt x="7613558" y="1310599"/>
                  </a:lnTo>
                  <a:lnTo>
                    <a:pt x="7515199" y="1307174"/>
                  </a:lnTo>
                  <a:lnTo>
                    <a:pt x="7410337" y="1304063"/>
                  </a:lnTo>
                  <a:lnTo>
                    <a:pt x="7300109" y="1301253"/>
                  </a:lnTo>
                  <a:lnTo>
                    <a:pt x="7186410" y="1298741"/>
                  </a:lnTo>
                  <a:lnTo>
                    <a:pt x="7071951" y="1296531"/>
                  </a:lnTo>
                  <a:lnTo>
                    <a:pt x="6960189" y="1294628"/>
                  </a:lnTo>
                  <a:lnTo>
                    <a:pt x="6855086" y="1293037"/>
                  </a:lnTo>
                  <a:lnTo>
                    <a:pt x="6760680" y="1291759"/>
                  </a:lnTo>
                  <a:lnTo>
                    <a:pt x="6680526" y="1290782"/>
                  </a:lnTo>
                  <a:lnTo>
                    <a:pt x="6617099" y="1290082"/>
                  </a:lnTo>
                  <a:lnTo>
                    <a:pt x="6571328" y="1289624"/>
                  </a:lnTo>
                  <a:lnTo>
                    <a:pt x="6542356" y="1289359"/>
                  </a:lnTo>
                  <a:lnTo>
                    <a:pt x="6527560" y="1289235"/>
                  </a:lnTo>
                  <a:lnTo>
                    <a:pt x="6522744" y="1289198"/>
                  </a:lnTo>
                  <a:lnTo>
                    <a:pt x="6522385" y="1289195"/>
                  </a:lnTo>
                  <a:lnTo>
                    <a:pt x="5527445" y="1289195"/>
                  </a:lnTo>
                  <a:lnTo>
                    <a:pt x="5526322" y="1289171"/>
                  </a:lnTo>
                  <a:lnTo>
                    <a:pt x="5518907" y="1288998"/>
                  </a:lnTo>
                  <a:lnTo>
                    <a:pt x="5500111" y="1288519"/>
                  </a:lnTo>
                  <a:lnTo>
                    <a:pt x="5466245" y="1287575"/>
                  </a:lnTo>
                  <a:lnTo>
                    <a:pt x="5415241" y="1286015"/>
                  </a:lnTo>
                  <a:lnTo>
                    <a:pt x="5346801" y="1283710"/>
                  </a:lnTo>
                  <a:lnTo>
                    <a:pt x="5262346" y="1280563"/>
                  </a:lnTo>
                  <a:lnTo>
                    <a:pt x="5164704" y="1276517"/>
                  </a:lnTo>
                  <a:lnTo>
                    <a:pt x="5057597" y="1271548"/>
                  </a:lnTo>
                  <a:lnTo>
                    <a:pt x="4945053" y="1265662"/>
                  </a:lnTo>
                  <a:lnTo>
                    <a:pt x="4830886" y="1258876"/>
                  </a:lnTo>
                  <a:lnTo>
                    <a:pt x="4718319" y="1251208"/>
                  </a:lnTo>
                  <a:lnTo>
                    <a:pt x="4609810" y="1242663"/>
                  </a:lnTo>
                  <a:lnTo>
                    <a:pt x="4507014" y="1233223"/>
                  </a:lnTo>
                  <a:lnTo>
                    <a:pt x="4410871" y="1222849"/>
                  </a:lnTo>
                  <a:lnTo>
                    <a:pt x="4321732" y="1211468"/>
                  </a:lnTo>
                  <a:lnTo>
                    <a:pt x="4239508" y="1198983"/>
                  </a:lnTo>
                  <a:lnTo>
                    <a:pt x="4163801" y="1185267"/>
                  </a:lnTo>
                  <a:lnTo>
                    <a:pt x="4094014" y="1170170"/>
                  </a:lnTo>
                  <a:lnTo>
                    <a:pt x="4029435" y="1153526"/>
                  </a:lnTo>
                  <a:lnTo>
                    <a:pt x="3969298" y="1135159"/>
                  </a:lnTo>
                  <a:lnTo>
                    <a:pt x="3912836" y="1114906"/>
                  </a:lnTo>
                  <a:lnTo>
                    <a:pt x="3859317" y="1092637"/>
                  </a:lnTo>
                  <a:lnTo>
                    <a:pt x="3820202" y="1074329"/>
                  </a:lnTo>
                  <a:lnTo>
                    <a:pt x="3765196" y="1045601"/>
                  </a:lnTo>
                  <a:lnTo>
                    <a:pt x="3711784" y="1014296"/>
                  </a:lnTo>
                  <a:lnTo>
                    <a:pt x="3659437" y="980368"/>
                  </a:lnTo>
                  <a:lnTo>
                    <a:pt x="3607749" y="943835"/>
                  </a:lnTo>
                  <a:lnTo>
                    <a:pt x="3556419" y="904792"/>
                  </a:lnTo>
                  <a:lnTo>
                    <a:pt x="3505233" y="863410"/>
                  </a:lnTo>
                  <a:lnTo>
                    <a:pt x="3454053" y="819943"/>
                  </a:lnTo>
                  <a:lnTo>
                    <a:pt x="3402802" y="774725"/>
                  </a:lnTo>
                  <a:lnTo>
                    <a:pt x="3351458" y="728158"/>
                  </a:lnTo>
                  <a:lnTo>
                    <a:pt x="3300035" y="680702"/>
                  </a:lnTo>
                  <a:lnTo>
                    <a:pt x="3248572" y="632857"/>
                  </a:lnTo>
                  <a:lnTo>
                    <a:pt x="3197123" y="585139"/>
                  </a:lnTo>
                  <a:lnTo>
                    <a:pt x="3145735" y="538059"/>
                  </a:lnTo>
                  <a:lnTo>
                    <a:pt x="3094437" y="492099"/>
                  </a:lnTo>
                  <a:lnTo>
                    <a:pt x="3043227" y="447693"/>
                  </a:lnTo>
                  <a:lnTo>
                    <a:pt x="2992057" y="405212"/>
                  </a:lnTo>
                  <a:lnTo>
                    <a:pt x="2940822" y="364950"/>
                  </a:lnTo>
                  <a:lnTo>
                    <a:pt x="2889348" y="327122"/>
                  </a:lnTo>
                  <a:lnTo>
                    <a:pt x="2837380" y="291860"/>
                  </a:lnTo>
                  <a:lnTo>
                    <a:pt x="2784569" y="259220"/>
                  </a:lnTo>
                  <a:lnTo>
                    <a:pt x="2730450" y="229188"/>
                  </a:lnTo>
                  <a:lnTo>
                    <a:pt x="2702183" y="214865"/>
                  </a:lnTo>
                  <a:lnTo>
                    <a:pt x="2650456" y="191026"/>
                  </a:lnTo>
                  <a:lnTo>
                    <a:pt x="2596293" y="169249"/>
                  </a:lnTo>
                  <a:lnTo>
                    <a:pt x="2539018" y="149462"/>
                  </a:lnTo>
                  <a:lnTo>
                    <a:pt x="2477886" y="131524"/>
                  </a:lnTo>
                  <a:lnTo>
                    <a:pt x="2412125" y="115267"/>
                  </a:lnTo>
                  <a:lnTo>
                    <a:pt x="2340979" y="100517"/>
                  </a:lnTo>
                  <a:lnTo>
                    <a:pt x="2263757" y="87109"/>
                  </a:lnTo>
                  <a:lnTo>
                    <a:pt x="2179900" y="74899"/>
                  </a:lnTo>
                  <a:lnTo>
                    <a:pt x="2089074" y="63768"/>
                  </a:lnTo>
                  <a:lnTo>
                    <a:pt x="1991283" y="53623"/>
                  </a:lnTo>
                  <a:lnTo>
                    <a:pt x="1887005" y="44401"/>
                  </a:lnTo>
                  <a:lnTo>
                    <a:pt x="1777341" y="36067"/>
                  </a:lnTo>
                  <a:lnTo>
                    <a:pt x="1664136" y="28609"/>
                  </a:lnTo>
                  <a:lnTo>
                    <a:pt x="1550038" y="22038"/>
                  </a:lnTo>
                  <a:lnTo>
                    <a:pt x="1438436" y="16370"/>
                  </a:lnTo>
                  <a:lnTo>
                    <a:pt x="1333235" y="11623"/>
                  </a:lnTo>
                  <a:lnTo>
                    <a:pt x="1238442" y="7796"/>
                  </a:lnTo>
                  <a:lnTo>
                    <a:pt x="1157619" y="4858"/>
                  </a:lnTo>
                  <a:lnTo>
                    <a:pt x="1093295" y="2742"/>
                  </a:lnTo>
                  <a:lnTo>
                    <a:pt x="1046498" y="1343"/>
                  </a:lnTo>
                  <a:lnTo>
                    <a:pt x="1016503" y="525"/>
                  </a:lnTo>
                  <a:lnTo>
                    <a:pt x="1000831" y="134"/>
                  </a:lnTo>
                  <a:lnTo>
                    <a:pt x="995439" y="1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6" name="pg395"/>
            <p:cNvSpPr/>
            <p:nvPr/>
          </p:nvSpPr>
          <p:spPr>
            <a:xfrm>
              <a:off x="1199187" y="2457692"/>
              <a:ext cx="12049831" cy="2426413"/>
            </a:xfrm>
            <a:custGeom>
              <a:avLst/>
              <a:pathLst>
                <a:path w="12049831" h="2426413">
                  <a:moveTo>
                    <a:pt x="0" y="26203"/>
                  </a:moveTo>
                  <a:lnTo>
                    <a:pt x="994940" y="26203"/>
                  </a:lnTo>
                  <a:lnTo>
                    <a:pt x="996063" y="26227"/>
                  </a:lnTo>
                  <a:lnTo>
                    <a:pt x="1003477" y="26401"/>
                  </a:lnTo>
                  <a:lnTo>
                    <a:pt x="1022272" y="26882"/>
                  </a:lnTo>
                  <a:lnTo>
                    <a:pt x="1056134" y="27829"/>
                  </a:lnTo>
                  <a:lnTo>
                    <a:pt x="1107134" y="29395"/>
                  </a:lnTo>
                  <a:lnTo>
                    <a:pt x="1175570" y="31710"/>
                  </a:lnTo>
                  <a:lnTo>
                    <a:pt x="1260019" y="34869"/>
                  </a:lnTo>
                  <a:lnTo>
                    <a:pt x="1357655" y="38932"/>
                  </a:lnTo>
                  <a:lnTo>
                    <a:pt x="1464757" y="43920"/>
                  </a:lnTo>
                  <a:lnTo>
                    <a:pt x="1577295" y="49830"/>
                  </a:lnTo>
                  <a:lnTo>
                    <a:pt x="1691460" y="56642"/>
                  </a:lnTo>
                  <a:lnTo>
                    <a:pt x="1804023" y="64341"/>
                  </a:lnTo>
                  <a:lnTo>
                    <a:pt x="1912531" y="72921"/>
                  </a:lnTo>
                  <a:lnTo>
                    <a:pt x="2015326" y="82398"/>
                  </a:lnTo>
                  <a:lnTo>
                    <a:pt x="2111470" y="92814"/>
                  </a:lnTo>
                  <a:lnTo>
                    <a:pt x="2200609" y="104240"/>
                  </a:lnTo>
                  <a:lnTo>
                    <a:pt x="2282834" y="116775"/>
                  </a:lnTo>
                  <a:lnTo>
                    <a:pt x="2358542" y="130546"/>
                  </a:lnTo>
                  <a:lnTo>
                    <a:pt x="2428330" y="145703"/>
                  </a:lnTo>
                  <a:lnTo>
                    <a:pt x="2492911" y="162413"/>
                  </a:lnTo>
                  <a:lnTo>
                    <a:pt x="2553048" y="180852"/>
                  </a:lnTo>
                  <a:lnTo>
                    <a:pt x="2609510" y="201186"/>
                  </a:lnTo>
                  <a:lnTo>
                    <a:pt x="2663030" y="223543"/>
                  </a:lnTo>
                  <a:lnTo>
                    <a:pt x="2702183" y="241942"/>
                  </a:lnTo>
                  <a:lnTo>
                    <a:pt x="2757148" y="270765"/>
                  </a:lnTo>
                  <a:lnTo>
                    <a:pt x="2810521" y="302170"/>
                  </a:lnTo>
                  <a:lnTo>
                    <a:pt x="2862830" y="336206"/>
                  </a:lnTo>
                  <a:lnTo>
                    <a:pt x="2914481" y="372852"/>
                  </a:lnTo>
                  <a:lnTo>
                    <a:pt x="2965773" y="412016"/>
                  </a:lnTo>
                  <a:lnTo>
                    <a:pt x="3016920" y="453526"/>
                  </a:lnTo>
                  <a:lnTo>
                    <a:pt x="3068062" y="497127"/>
                  </a:lnTo>
                  <a:lnTo>
                    <a:pt x="3119273" y="542486"/>
                  </a:lnTo>
                  <a:lnTo>
                    <a:pt x="3170578" y="589200"/>
                  </a:lnTo>
                  <a:lnTo>
                    <a:pt x="3221962" y="636808"/>
                  </a:lnTo>
                  <a:lnTo>
                    <a:pt x="3273385" y="684810"/>
                  </a:lnTo>
                  <a:lnTo>
                    <a:pt x="3324796" y="732689"/>
                  </a:lnTo>
                  <a:lnTo>
                    <a:pt x="3376146" y="779934"/>
                  </a:lnTo>
                  <a:lnTo>
                    <a:pt x="3427407" y="826059"/>
                  </a:lnTo>
                  <a:lnTo>
                    <a:pt x="3478579" y="870631"/>
                  </a:lnTo>
                  <a:lnTo>
                    <a:pt x="3529710" y="913277"/>
                  </a:lnTo>
                  <a:lnTo>
                    <a:pt x="3580905" y="953701"/>
                  </a:lnTo>
                  <a:lnTo>
                    <a:pt x="3632335" y="991688"/>
                  </a:lnTo>
                  <a:lnTo>
                    <a:pt x="3684254" y="1027103"/>
                  </a:lnTo>
                  <a:lnTo>
                    <a:pt x="3737010" y="1059890"/>
                  </a:lnTo>
                  <a:lnTo>
                    <a:pt x="3791063" y="1090061"/>
                  </a:lnTo>
                  <a:lnTo>
                    <a:pt x="3820202" y="1104900"/>
                  </a:lnTo>
                  <a:lnTo>
                    <a:pt x="3871928" y="1128836"/>
                  </a:lnTo>
                  <a:lnTo>
                    <a:pt x="3926088" y="1150701"/>
                  </a:lnTo>
                  <a:lnTo>
                    <a:pt x="3983361" y="1170568"/>
                  </a:lnTo>
                  <a:lnTo>
                    <a:pt x="4044491" y="1188577"/>
                  </a:lnTo>
                  <a:lnTo>
                    <a:pt x="4110249" y="1204900"/>
                  </a:lnTo>
                  <a:lnTo>
                    <a:pt x="4181392" y="1219711"/>
                  </a:lnTo>
                  <a:lnTo>
                    <a:pt x="4258610" y="1233173"/>
                  </a:lnTo>
                  <a:lnTo>
                    <a:pt x="4342463" y="1245432"/>
                  </a:lnTo>
                  <a:lnTo>
                    <a:pt x="4433284" y="1256609"/>
                  </a:lnTo>
                  <a:lnTo>
                    <a:pt x="4531070" y="1266795"/>
                  </a:lnTo>
                  <a:lnTo>
                    <a:pt x="4635343" y="1276054"/>
                  </a:lnTo>
                  <a:lnTo>
                    <a:pt x="4745001" y="1284423"/>
                  </a:lnTo>
                  <a:lnTo>
                    <a:pt x="4858201" y="1291910"/>
                  </a:lnTo>
                  <a:lnTo>
                    <a:pt x="4972297" y="1298509"/>
                  </a:lnTo>
                  <a:lnTo>
                    <a:pt x="5083897" y="1304199"/>
                  </a:lnTo>
                  <a:lnTo>
                    <a:pt x="5189099" y="1308966"/>
                  </a:lnTo>
                  <a:lnTo>
                    <a:pt x="5283895" y="1312809"/>
                  </a:lnTo>
                  <a:lnTo>
                    <a:pt x="5364725" y="1315760"/>
                  </a:lnTo>
                  <a:lnTo>
                    <a:pt x="5429057" y="1317885"/>
                  </a:lnTo>
                  <a:lnTo>
                    <a:pt x="5475862" y="1319290"/>
                  </a:lnTo>
                  <a:lnTo>
                    <a:pt x="5505867" y="1320112"/>
                  </a:lnTo>
                  <a:lnTo>
                    <a:pt x="5521548" y="1320504"/>
                  </a:lnTo>
                  <a:lnTo>
                    <a:pt x="5526945" y="1320629"/>
                  </a:lnTo>
                  <a:lnTo>
                    <a:pt x="5527445" y="1320639"/>
                  </a:lnTo>
                  <a:lnTo>
                    <a:pt x="6522385" y="1320639"/>
                  </a:lnTo>
                  <a:lnTo>
                    <a:pt x="6523512" y="1320660"/>
                  </a:lnTo>
                  <a:lnTo>
                    <a:pt x="6530949" y="1320809"/>
                  </a:lnTo>
                  <a:lnTo>
                    <a:pt x="6549800" y="1321221"/>
                  </a:lnTo>
                  <a:lnTo>
                    <a:pt x="6583760" y="1322033"/>
                  </a:lnTo>
                  <a:lnTo>
                    <a:pt x="6634899" y="1323375"/>
                  </a:lnTo>
                  <a:lnTo>
                    <a:pt x="6703506" y="1325359"/>
                  </a:lnTo>
                  <a:lnTo>
                    <a:pt x="6788148" y="1328066"/>
                  </a:lnTo>
                  <a:lnTo>
                    <a:pt x="6885979" y="1331546"/>
                  </a:lnTo>
                  <a:lnTo>
                    <a:pt x="6993262" y="1335819"/>
                  </a:lnTo>
                  <a:lnTo>
                    <a:pt x="7105955" y="1340881"/>
                  </a:lnTo>
                  <a:lnTo>
                    <a:pt x="7220239" y="1346715"/>
                  </a:lnTo>
                  <a:lnTo>
                    <a:pt x="7332885" y="1353308"/>
                  </a:lnTo>
                  <a:lnTo>
                    <a:pt x="7441442" y="1360655"/>
                  </a:lnTo>
                  <a:lnTo>
                    <a:pt x="7544256" y="1368771"/>
                  </a:lnTo>
                  <a:lnTo>
                    <a:pt x="7640395" y="1377691"/>
                  </a:lnTo>
                  <a:lnTo>
                    <a:pt x="7729513" y="1387477"/>
                  </a:lnTo>
                  <a:lnTo>
                    <a:pt x="7811707" y="1398214"/>
                  </a:lnTo>
                  <a:lnTo>
                    <a:pt x="7887379" y="1410011"/>
                  </a:lnTo>
                  <a:lnTo>
                    <a:pt x="7957131" y="1422997"/>
                  </a:lnTo>
                  <a:lnTo>
                    <a:pt x="8021681" y="1437317"/>
                  </a:lnTo>
                  <a:lnTo>
                    <a:pt x="8081794" y="1453119"/>
                  </a:lnTo>
                  <a:lnTo>
                    <a:pt x="8138241" y="1470546"/>
                  </a:lnTo>
                  <a:lnTo>
                    <a:pt x="8191756" y="1489708"/>
                  </a:lnTo>
                  <a:lnTo>
                    <a:pt x="8229629" y="1504935"/>
                  </a:lnTo>
                  <a:lnTo>
                    <a:pt x="8286050" y="1530250"/>
                  </a:lnTo>
                  <a:lnTo>
                    <a:pt x="8340809" y="1557894"/>
                  </a:lnTo>
                  <a:lnTo>
                    <a:pt x="8394471" y="1587908"/>
                  </a:lnTo>
                  <a:lnTo>
                    <a:pt x="8447468" y="1620270"/>
                  </a:lnTo>
                  <a:lnTo>
                    <a:pt x="8500114" y="1654886"/>
                  </a:lnTo>
                  <a:lnTo>
                    <a:pt x="8552632" y="1691588"/>
                  </a:lnTo>
                  <a:lnTo>
                    <a:pt x="8605160" y="1730130"/>
                  </a:lnTo>
                  <a:lnTo>
                    <a:pt x="8657770" y="1770192"/>
                  </a:lnTo>
                  <a:lnTo>
                    <a:pt x="8710479" y="1811389"/>
                  </a:lnTo>
                  <a:lnTo>
                    <a:pt x="8763263" y="1853284"/>
                  </a:lnTo>
                  <a:lnTo>
                    <a:pt x="8816073" y="1895410"/>
                  </a:lnTo>
                  <a:lnTo>
                    <a:pt x="8868855" y="1937286"/>
                  </a:lnTo>
                  <a:lnTo>
                    <a:pt x="8921560" y="1978447"/>
                  </a:lnTo>
                  <a:lnTo>
                    <a:pt x="8974166" y="2018456"/>
                  </a:lnTo>
                  <a:lnTo>
                    <a:pt x="9026692" y="2056932"/>
                  </a:lnTo>
                  <a:lnTo>
                    <a:pt x="9079212" y="2093557"/>
                  </a:lnTo>
                  <a:lnTo>
                    <a:pt x="9131867" y="2128088"/>
                  </a:lnTo>
                  <a:lnTo>
                    <a:pt x="9184883" y="2160359"/>
                  </a:lnTo>
                  <a:lnTo>
                    <a:pt x="9238580" y="2190280"/>
                  </a:lnTo>
                  <a:lnTo>
                    <a:pt x="9293391" y="2217833"/>
                  </a:lnTo>
                  <a:lnTo>
                    <a:pt x="9347647" y="2242117"/>
                  </a:lnTo>
                  <a:lnTo>
                    <a:pt x="9399430" y="2262586"/>
                  </a:lnTo>
                  <a:lnTo>
                    <a:pt x="9453652" y="2281281"/>
                  </a:lnTo>
                  <a:lnTo>
                    <a:pt x="9510996" y="2298266"/>
                  </a:lnTo>
                  <a:lnTo>
                    <a:pt x="9572206" y="2313661"/>
                  </a:lnTo>
                  <a:lnTo>
                    <a:pt x="9638059" y="2327614"/>
                  </a:lnTo>
                  <a:lnTo>
                    <a:pt x="9709311" y="2340272"/>
                  </a:lnTo>
                  <a:lnTo>
                    <a:pt x="9786656" y="2351777"/>
                  </a:lnTo>
                  <a:lnTo>
                    <a:pt x="9870652" y="2362253"/>
                  </a:lnTo>
                  <a:lnTo>
                    <a:pt x="9961634" y="2371802"/>
                  </a:lnTo>
                  <a:lnTo>
                    <a:pt x="10059594" y="2380505"/>
                  </a:lnTo>
                  <a:lnTo>
                    <a:pt x="10164044" y="2388414"/>
                  </a:lnTo>
                  <a:lnTo>
                    <a:pt x="10273876" y="2395561"/>
                  </a:lnTo>
                  <a:lnTo>
                    <a:pt x="10387227" y="2401955"/>
                  </a:lnTo>
                  <a:lnTo>
                    <a:pt x="10501434" y="2407586"/>
                  </a:lnTo>
                  <a:lnTo>
                    <a:pt x="10613084" y="2412441"/>
                  </a:lnTo>
                  <a:lnTo>
                    <a:pt x="10718258" y="2416504"/>
                  </a:lnTo>
                  <a:lnTo>
                    <a:pt x="10812937" y="2419777"/>
                  </a:lnTo>
                  <a:lnTo>
                    <a:pt x="10893565" y="2422286"/>
                  </a:lnTo>
                  <a:lnTo>
                    <a:pt x="10957624" y="2424090"/>
                  </a:lnTo>
                  <a:lnTo>
                    <a:pt x="11004116" y="2425280"/>
                  </a:lnTo>
                  <a:lnTo>
                    <a:pt x="11033808" y="2425973"/>
                  </a:lnTo>
                  <a:lnTo>
                    <a:pt x="11049219" y="2426302"/>
                  </a:lnTo>
                  <a:lnTo>
                    <a:pt x="11054437" y="2426405"/>
                  </a:lnTo>
                  <a:lnTo>
                    <a:pt x="11054891" y="2426413"/>
                  </a:lnTo>
                  <a:lnTo>
                    <a:pt x="12049831" y="2426413"/>
                  </a:lnTo>
                  <a:lnTo>
                    <a:pt x="12049831" y="2400210"/>
                  </a:lnTo>
                  <a:lnTo>
                    <a:pt x="11054891" y="2400210"/>
                  </a:lnTo>
                  <a:lnTo>
                    <a:pt x="11053764" y="2400189"/>
                  </a:lnTo>
                  <a:lnTo>
                    <a:pt x="11046327" y="2400040"/>
                  </a:lnTo>
                  <a:lnTo>
                    <a:pt x="11027476" y="2399628"/>
                  </a:lnTo>
                  <a:lnTo>
                    <a:pt x="10993516" y="2398816"/>
                  </a:lnTo>
                  <a:lnTo>
                    <a:pt x="10942378" y="2397474"/>
                  </a:lnTo>
                  <a:lnTo>
                    <a:pt x="10873770" y="2395491"/>
                  </a:lnTo>
                  <a:lnTo>
                    <a:pt x="10789129" y="2392784"/>
                  </a:lnTo>
                  <a:lnTo>
                    <a:pt x="10691297" y="2389303"/>
                  </a:lnTo>
                  <a:lnTo>
                    <a:pt x="10584015" y="2385030"/>
                  </a:lnTo>
                  <a:lnTo>
                    <a:pt x="10471322" y="2379969"/>
                  </a:lnTo>
                  <a:lnTo>
                    <a:pt x="10357038" y="2374134"/>
                  </a:lnTo>
                  <a:lnTo>
                    <a:pt x="10244391" y="2367541"/>
                  </a:lnTo>
                  <a:lnTo>
                    <a:pt x="10135835" y="2360194"/>
                  </a:lnTo>
                  <a:lnTo>
                    <a:pt x="10033021" y="2352079"/>
                  </a:lnTo>
                  <a:lnTo>
                    <a:pt x="9936882" y="2343158"/>
                  </a:lnTo>
                  <a:lnTo>
                    <a:pt x="9847763" y="2333372"/>
                  </a:lnTo>
                  <a:lnTo>
                    <a:pt x="9765570" y="2322635"/>
                  </a:lnTo>
                  <a:lnTo>
                    <a:pt x="9689898" y="2310838"/>
                  </a:lnTo>
                  <a:lnTo>
                    <a:pt x="9620145" y="2297852"/>
                  </a:lnTo>
                  <a:lnTo>
                    <a:pt x="9555596" y="2283533"/>
                  </a:lnTo>
                  <a:lnTo>
                    <a:pt x="9495483" y="2267730"/>
                  </a:lnTo>
                  <a:lnTo>
                    <a:pt x="9439036" y="2250303"/>
                  </a:lnTo>
                  <a:lnTo>
                    <a:pt x="9385521" y="2231142"/>
                  </a:lnTo>
                  <a:lnTo>
                    <a:pt x="9347647" y="2215914"/>
                  </a:lnTo>
                  <a:lnTo>
                    <a:pt x="9291226" y="2190599"/>
                  </a:lnTo>
                  <a:lnTo>
                    <a:pt x="9236468" y="2162955"/>
                  </a:lnTo>
                  <a:lnTo>
                    <a:pt x="9182805" y="2132941"/>
                  </a:lnTo>
                  <a:lnTo>
                    <a:pt x="9129809" y="2100579"/>
                  </a:lnTo>
                  <a:lnTo>
                    <a:pt x="9077162" y="2065963"/>
                  </a:lnTo>
                  <a:lnTo>
                    <a:pt x="9024644" y="2029261"/>
                  </a:lnTo>
                  <a:lnTo>
                    <a:pt x="8972116" y="1990719"/>
                  </a:lnTo>
                  <a:lnTo>
                    <a:pt x="8919506" y="1950657"/>
                  </a:lnTo>
                  <a:lnTo>
                    <a:pt x="8866797" y="1909460"/>
                  </a:lnTo>
                  <a:lnTo>
                    <a:pt x="8814014" y="1867565"/>
                  </a:lnTo>
                  <a:lnTo>
                    <a:pt x="8761203" y="1825440"/>
                  </a:lnTo>
                  <a:lnTo>
                    <a:pt x="8708422" y="1783563"/>
                  </a:lnTo>
                  <a:lnTo>
                    <a:pt x="8655717" y="1742403"/>
                  </a:lnTo>
                  <a:lnTo>
                    <a:pt x="8603110" y="1702393"/>
                  </a:lnTo>
                  <a:lnTo>
                    <a:pt x="8550584" y="1663917"/>
                  </a:lnTo>
                  <a:lnTo>
                    <a:pt x="8498065" y="1627292"/>
                  </a:lnTo>
                  <a:lnTo>
                    <a:pt x="8445409" y="1592761"/>
                  </a:lnTo>
                  <a:lnTo>
                    <a:pt x="8392393" y="1560490"/>
                  </a:lnTo>
                  <a:lnTo>
                    <a:pt x="8338697" y="1530569"/>
                  </a:lnTo>
                  <a:lnTo>
                    <a:pt x="8283885" y="1503017"/>
                  </a:lnTo>
                  <a:lnTo>
                    <a:pt x="8229629" y="1478732"/>
                  </a:lnTo>
                  <a:lnTo>
                    <a:pt x="8177847" y="1458263"/>
                  </a:lnTo>
                  <a:lnTo>
                    <a:pt x="8123624" y="1439568"/>
                  </a:lnTo>
                  <a:lnTo>
                    <a:pt x="8066281" y="1422583"/>
                  </a:lnTo>
                  <a:lnTo>
                    <a:pt x="8005070" y="1407188"/>
                  </a:lnTo>
                  <a:lnTo>
                    <a:pt x="7939218" y="1393236"/>
                  </a:lnTo>
                  <a:lnTo>
                    <a:pt x="7867966" y="1380577"/>
                  </a:lnTo>
                  <a:lnTo>
                    <a:pt x="7790621" y="1369072"/>
                  </a:lnTo>
                  <a:lnTo>
                    <a:pt x="7706624" y="1358597"/>
                  </a:lnTo>
                  <a:lnTo>
                    <a:pt x="7615643" y="1349047"/>
                  </a:lnTo>
                  <a:lnTo>
                    <a:pt x="7517683" y="1340345"/>
                  </a:lnTo>
                  <a:lnTo>
                    <a:pt x="7413232" y="1332435"/>
                  </a:lnTo>
                  <a:lnTo>
                    <a:pt x="7303401" y="1325288"/>
                  </a:lnTo>
                  <a:lnTo>
                    <a:pt x="7190049" y="1318894"/>
                  </a:lnTo>
                  <a:lnTo>
                    <a:pt x="7075843" y="1313263"/>
                  </a:lnTo>
                  <a:lnTo>
                    <a:pt x="6964192" y="1308409"/>
                  </a:lnTo>
                  <a:lnTo>
                    <a:pt x="6859019" y="1304346"/>
                  </a:lnTo>
                  <a:lnTo>
                    <a:pt x="6764339" y="1301073"/>
                  </a:lnTo>
                  <a:lnTo>
                    <a:pt x="6683712" y="1298563"/>
                  </a:lnTo>
                  <a:lnTo>
                    <a:pt x="6619653" y="1296759"/>
                  </a:lnTo>
                  <a:lnTo>
                    <a:pt x="6573160" y="1295569"/>
                  </a:lnTo>
                  <a:lnTo>
                    <a:pt x="6543469" y="1294876"/>
                  </a:lnTo>
                  <a:lnTo>
                    <a:pt x="6528058" y="1294547"/>
                  </a:lnTo>
                  <a:lnTo>
                    <a:pt x="6522840" y="1294444"/>
                  </a:lnTo>
                  <a:lnTo>
                    <a:pt x="6522385" y="1294436"/>
                  </a:lnTo>
                  <a:lnTo>
                    <a:pt x="5527445" y="1294436"/>
                  </a:lnTo>
                  <a:lnTo>
                    <a:pt x="5526322" y="1294412"/>
                  </a:lnTo>
                  <a:lnTo>
                    <a:pt x="5518908" y="1294238"/>
                  </a:lnTo>
                  <a:lnTo>
                    <a:pt x="5500113" y="1293757"/>
                  </a:lnTo>
                  <a:lnTo>
                    <a:pt x="5466251" y="1292809"/>
                  </a:lnTo>
                  <a:lnTo>
                    <a:pt x="5415251" y="1291243"/>
                  </a:lnTo>
                  <a:lnTo>
                    <a:pt x="5346815" y="1288929"/>
                  </a:lnTo>
                  <a:lnTo>
                    <a:pt x="5262366" y="1285770"/>
                  </a:lnTo>
                  <a:lnTo>
                    <a:pt x="5164730" y="1281707"/>
                  </a:lnTo>
                  <a:lnTo>
                    <a:pt x="5057628" y="1276719"/>
                  </a:lnTo>
                  <a:lnTo>
                    <a:pt x="4945090" y="1270809"/>
                  </a:lnTo>
                  <a:lnTo>
                    <a:pt x="4830925" y="1263996"/>
                  </a:lnTo>
                  <a:lnTo>
                    <a:pt x="4718362" y="1256298"/>
                  </a:lnTo>
                  <a:lnTo>
                    <a:pt x="4609854" y="1247718"/>
                  </a:lnTo>
                  <a:lnTo>
                    <a:pt x="4507059" y="1238241"/>
                  </a:lnTo>
                  <a:lnTo>
                    <a:pt x="4410915" y="1227825"/>
                  </a:lnTo>
                  <a:lnTo>
                    <a:pt x="4321776" y="1216399"/>
                  </a:lnTo>
                  <a:lnTo>
                    <a:pt x="4239551" y="1203864"/>
                  </a:lnTo>
                  <a:lnTo>
                    <a:pt x="4163843" y="1190093"/>
                  </a:lnTo>
                  <a:lnTo>
                    <a:pt x="4094055" y="1174936"/>
                  </a:lnTo>
                  <a:lnTo>
                    <a:pt x="4029474" y="1158226"/>
                  </a:lnTo>
                  <a:lnTo>
                    <a:pt x="3969337" y="1139786"/>
                  </a:lnTo>
                  <a:lnTo>
                    <a:pt x="3912875" y="1119453"/>
                  </a:lnTo>
                  <a:lnTo>
                    <a:pt x="3859355" y="1097096"/>
                  </a:lnTo>
                  <a:lnTo>
                    <a:pt x="3820202" y="1078697"/>
                  </a:lnTo>
                  <a:lnTo>
                    <a:pt x="3765237" y="1049874"/>
                  </a:lnTo>
                  <a:lnTo>
                    <a:pt x="3711864" y="1018468"/>
                  </a:lnTo>
                  <a:lnTo>
                    <a:pt x="3659555" y="984433"/>
                  </a:lnTo>
                  <a:lnTo>
                    <a:pt x="3607904" y="947787"/>
                  </a:lnTo>
                  <a:lnTo>
                    <a:pt x="3556612" y="908622"/>
                  </a:lnTo>
                  <a:lnTo>
                    <a:pt x="3505465" y="867113"/>
                  </a:lnTo>
                  <a:lnTo>
                    <a:pt x="3454323" y="823512"/>
                  </a:lnTo>
                  <a:lnTo>
                    <a:pt x="3403112" y="778153"/>
                  </a:lnTo>
                  <a:lnTo>
                    <a:pt x="3351807" y="731439"/>
                  </a:lnTo>
                  <a:lnTo>
                    <a:pt x="3300423" y="683831"/>
                  </a:lnTo>
                  <a:lnTo>
                    <a:pt x="3249000" y="635829"/>
                  </a:lnTo>
                  <a:lnTo>
                    <a:pt x="3197589" y="587950"/>
                  </a:lnTo>
                  <a:lnTo>
                    <a:pt x="3146239" y="540705"/>
                  </a:lnTo>
                  <a:lnTo>
                    <a:pt x="3094978" y="494579"/>
                  </a:lnTo>
                  <a:lnTo>
                    <a:pt x="3043806" y="450008"/>
                  </a:lnTo>
                  <a:lnTo>
                    <a:pt x="2992675" y="407362"/>
                  </a:lnTo>
                  <a:lnTo>
                    <a:pt x="2941480" y="366938"/>
                  </a:lnTo>
                  <a:lnTo>
                    <a:pt x="2890050" y="328951"/>
                  </a:lnTo>
                  <a:lnTo>
                    <a:pt x="2838131" y="293536"/>
                  </a:lnTo>
                  <a:lnTo>
                    <a:pt x="2785374" y="260749"/>
                  </a:lnTo>
                  <a:lnTo>
                    <a:pt x="2731322" y="230578"/>
                  </a:lnTo>
                  <a:lnTo>
                    <a:pt x="2702183" y="215739"/>
                  </a:lnTo>
                  <a:lnTo>
                    <a:pt x="2650457" y="191803"/>
                  </a:lnTo>
                  <a:lnTo>
                    <a:pt x="2596297" y="169938"/>
                  </a:lnTo>
                  <a:lnTo>
                    <a:pt x="2539024" y="150071"/>
                  </a:lnTo>
                  <a:lnTo>
                    <a:pt x="2477894" y="132061"/>
                  </a:lnTo>
                  <a:lnTo>
                    <a:pt x="2412136" y="115738"/>
                  </a:lnTo>
                  <a:lnTo>
                    <a:pt x="2340993" y="100928"/>
                  </a:lnTo>
                  <a:lnTo>
                    <a:pt x="2263775" y="87466"/>
                  </a:lnTo>
                  <a:lnTo>
                    <a:pt x="2179922" y="75206"/>
                  </a:lnTo>
                  <a:lnTo>
                    <a:pt x="2089101" y="64030"/>
                  </a:lnTo>
                  <a:lnTo>
                    <a:pt x="1991315" y="53844"/>
                  </a:lnTo>
                  <a:lnTo>
                    <a:pt x="1887042" y="44585"/>
                  </a:lnTo>
                  <a:lnTo>
                    <a:pt x="1777384" y="36216"/>
                  </a:lnTo>
                  <a:lnTo>
                    <a:pt x="1664184" y="28728"/>
                  </a:lnTo>
                  <a:lnTo>
                    <a:pt x="1550088" y="22130"/>
                  </a:lnTo>
                  <a:lnTo>
                    <a:pt x="1438488" y="16439"/>
                  </a:lnTo>
                  <a:lnTo>
                    <a:pt x="1333286" y="11673"/>
                  </a:lnTo>
                  <a:lnTo>
                    <a:pt x="1238490" y="7829"/>
                  </a:lnTo>
                  <a:lnTo>
                    <a:pt x="1157660" y="4879"/>
                  </a:lnTo>
                  <a:lnTo>
                    <a:pt x="1093328" y="2754"/>
                  </a:lnTo>
                  <a:lnTo>
                    <a:pt x="1046523" y="1349"/>
                  </a:lnTo>
                  <a:lnTo>
                    <a:pt x="1016518" y="527"/>
                  </a:lnTo>
                  <a:lnTo>
                    <a:pt x="1000837" y="134"/>
                  </a:lnTo>
                  <a:lnTo>
                    <a:pt x="995440" y="1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397" name="pl396"/>
            <p:cNvSpPr/>
            <p:nvPr/>
          </p:nvSpPr>
          <p:spPr>
            <a:xfrm>
              <a:off x="1199187" y="2483896"/>
              <a:ext cx="12049831" cy="2400210"/>
            </a:xfrm>
            <a:custGeom>
              <a:avLst/>
              <a:pathLst>
                <a:path w="12049831" h="2400210">
                  <a:moveTo>
                    <a:pt x="0" y="0"/>
                  </a:moveTo>
                  <a:lnTo>
                    <a:pt x="994940" y="0"/>
                  </a:lnTo>
                  <a:lnTo>
                    <a:pt x="996063" y="24"/>
                  </a:lnTo>
                  <a:lnTo>
                    <a:pt x="1003477" y="198"/>
                  </a:lnTo>
                  <a:lnTo>
                    <a:pt x="1022272" y="679"/>
                  </a:lnTo>
                  <a:lnTo>
                    <a:pt x="1056134" y="1626"/>
                  </a:lnTo>
                  <a:lnTo>
                    <a:pt x="1107134" y="3192"/>
                  </a:lnTo>
                  <a:lnTo>
                    <a:pt x="1175570" y="5507"/>
                  </a:lnTo>
                  <a:lnTo>
                    <a:pt x="1260019" y="8666"/>
                  </a:lnTo>
                  <a:lnTo>
                    <a:pt x="1357655" y="12729"/>
                  </a:lnTo>
                  <a:lnTo>
                    <a:pt x="1464757" y="17717"/>
                  </a:lnTo>
                  <a:lnTo>
                    <a:pt x="1577295" y="23627"/>
                  </a:lnTo>
                  <a:lnTo>
                    <a:pt x="1691460" y="30439"/>
                  </a:lnTo>
                  <a:lnTo>
                    <a:pt x="1804023" y="38138"/>
                  </a:lnTo>
                  <a:lnTo>
                    <a:pt x="1912531" y="46718"/>
                  </a:lnTo>
                  <a:lnTo>
                    <a:pt x="2015326" y="56195"/>
                  </a:lnTo>
                  <a:lnTo>
                    <a:pt x="2111470" y="66611"/>
                  </a:lnTo>
                  <a:lnTo>
                    <a:pt x="2200609" y="78037"/>
                  </a:lnTo>
                  <a:lnTo>
                    <a:pt x="2282834" y="90572"/>
                  </a:lnTo>
                  <a:lnTo>
                    <a:pt x="2358542" y="104343"/>
                  </a:lnTo>
                  <a:lnTo>
                    <a:pt x="2428330" y="119499"/>
                  </a:lnTo>
                  <a:lnTo>
                    <a:pt x="2492911" y="136210"/>
                  </a:lnTo>
                  <a:lnTo>
                    <a:pt x="2553048" y="154649"/>
                  </a:lnTo>
                  <a:lnTo>
                    <a:pt x="2609510" y="174983"/>
                  </a:lnTo>
                  <a:lnTo>
                    <a:pt x="2663030" y="197340"/>
                  </a:lnTo>
                  <a:lnTo>
                    <a:pt x="2702183" y="215739"/>
                  </a:lnTo>
                  <a:lnTo>
                    <a:pt x="2757148" y="244562"/>
                  </a:lnTo>
                  <a:lnTo>
                    <a:pt x="2810521" y="275967"/>
                  </a:lnTo>
                  <a:lnTo>
                    <a:pt x="2862830" y="310003"/>
                  </a:lnTo>
                  <a:lnTo>
                    <a:pt x="2914481" y="346649"/>
                  </a:lnTo>
                  <a:lnTo>
                    <a:pt x="2965773" y="385813"/>
                  </a:lnTo>
                  <a:lnTo>
                    <a:pt x="3016920" y="427323"/>
                  </a:lnTo>
                  <a:lnTo>
                    <a:pt x="3068062" y="470924"/>
                  </a:lnTo>
                  <a:lnTo>
                    <a:pt x="3119273" y="516283"/>
                  </a:lnTo>
                  <a:lnTo>
                    <a:pt x="3170578" y="562997"/>
                  </a:lnTo>
                  <a:lnTo>
                    <a:pt x="3221962" y="610605"/>
                  </a:lnTo>
                  <a:lnTo>
                    <a:pt x="3273385" y="658607"/>
                  </a:lnTo>
                  <a:lnTo>
                    <a:pt x="3324796" y="706486"/>
                  </a:lnTo>
                  <a:lnTo>
                    <a:pt x="3376146" y="753730"/>
                  </a:lnTo>
                  <a:lnTo>
                    <a:pt x="3427407" y="799856"/>
                  </a:lnTo>
                  <a:lnTo>
                    <a:pt x="3478579" y="844428"/>
                  </a:lnTo>
                  <a:lnTo>
                    <a:pt x="3529710" y="887074"/>
                  </a:lnTo>
                  <a:lnTo>
                    <a:pt x="3580905" y="927498"/>
                  </a:lnTo>
                  <a:lnTo>
                    <a:pt x="3632335" y="965485"/>
                  </a:lnTo>
                  <a:lnTo>
                    <a:pt x="3684254" y="1000900"/>
                  </a:lnTo>
                  <a:lnTo>
                    <a:pt x="3737010" y="1033687"/>
                  </a:lnTo>
                  <a:lnTo>
                    <a:pt x="3791063" y="1063858"/>
                  </a:lnTo>
                  <a:lnTo>
                    <a:pt x="3820202" y="1078697"/>
                  </a:lnTo>
                  <a:lnTo>
                    <a:pt x="3871928" y="1102633"/>
                  </a:lnTo>
                  <a:lnTo>
                    <a:pt x="3926088" y="1124498"/>
                  </a:lnTo>
                  <a:lnTo>
                    <a:pt x="3983361" y="1144364"/>
                  </a:lnTo>
                  <a:lnTo>
                    <a:pt x="4044491" y="1162374"/>
                  </a:lnTo>
                  <a:lnTo>
                    <a:pt x="4110249" y="1178697"/>
                  </a:lnTo>
                  <a:lnTo>
                    <a:pt x="4181392" y="1193508"/>
                  </a:lnTo>
                  <a:lnTo>
                    <a:pt x="4258610" y="1206970"/>
                  </a:lnTo>
                  <a:lnTo>
                    <a:pt x="4342463" y="1219229"/>
                  </a:lnTo>
                  <a:lnTo>
                    <a:pt x="4433284" y="1230406"/>
                  </a:lnTo>
                  <a:lnTo>
                    <a:pt x="4531070" y="1240592"/>
                  </a:lnTo>
                  <a:lnTo>
                    <a:pt x="4635343" y="1249851"/>
                  </a:lnTo>
                  <a:lnTo>
                    <a:pt x="4745001" y="1258219"/>
                  </a:lnTo>
                  <a:lnTo>
                    <a:pt x="4858201" y="1265707"/>
                  </a:lnTo>
                  <a:lnTo>
                    <a:pt x="4972297" y="1272306"/>
                  </a:lnTo>
                  <a:lnTo>
                    <a:pt x="5083897" y="1277996"/>
                  </a:lnTo>
                  <a:lnTo>
                    <a:pt x="5189099" y="1282763"/>
                  </a:lnTo>
                  <a:lnTo>
                    <a:pt x="5283895" y="1286606"/>
                  </a:lnTo>
                  <a:lnTo>
                    <a:pt x="5364725" y="1289557"/>
                  </a:lnTo>
                  <a:lnTo>
                    <a:pt x="5429057" y="1291682"/>
                  </a:lnTo>
                  <a:lnTo>
                    <a:pt x="5475862" y="1293087"/>
                  </a:lnTo>
                  <a:lnTo>
                    <a:pt x="5505867" y="1293908"/>
                  </a:lnTo>
                  <a:lnTo>
                    <a:pt x="5521548" y="1294301"/>
                  </a:lnTo>
                  <a:lnTo>
                    <a:pt x="5526945" y="1294425"/>
                  </a:lnTo>
                  <a:lnTo>
                    <a:pt x="5527445" y="1294436"/>
                  </a:lnTo>
                  <a:lnTo>
                    <a:pt x="6522385" y="1294436"/>
                  </a:lnTo>
                  <a:lnTo>
                    <a:pt x="6523512" y="1294457"/>
                  </a:lnTo>
                  <a:lnTo>
                    <a:pt x="6530949" y="1294606"/>
                  </a:lnTo>
                  <a:lnTo>
                    <a:pt x="6549800" y="1295018"/>
                  </a:lnTo>
                  <a:lnTo>
                    <a:pt x="6583760" y="1295830"/>
                  </a:lnTo>
                  <a:lnTo>
                    <a:pt x="6634899" y="1297172"/>
                  </a:lnTo>
                  <a:lnTo>
                    <a:pt x="6703506" y="1299155"/>
                  </a:lnTo>
                  <a:lnTo>
                    <a:pt x="6788148" y="1301862"/>
                  </a:lnTo>
                  <a:lnTo>
                    <a:pt x="6885979" y="1305343"/>
                  </a:lnTo>
                  <a:lnTo>
                    <a:pt x="6993262" y="1309616"/>
                  </a:lnTo>
                  <a:lnTo>
                    <a:pt x="7105955" y="1314677"/>
                  </a:lnTo>
                  <a:lnTo>
                    <a:pt x="7220239" y="1320512"/>
                  </a:lnTo>
                  <a:lnTo>
                    <a:pt x="7332885" y="1327105"/>
                  </a:lnTo>
                  <a:lnTo>
                    <a:pt x="7441442" y="1334452"/>
                  </a:lnTo>
                  <a:lnTo>
                    <a:pt x="7544256" y="1342568"/>
                  </a:lnTo>
                  <a:lnTo>
                    <a:pt x="7640395" y="1351488"/>
                  </a:lnTo>
                  <a:lnTo>
                    <a:pt x="7729513" y="1361274"/>
                  </a:lnTo>
                  <a:lnTo>
                    <a:pt x="7811707" y="1372011"/>
                  </a:lnTo>
                  <a:lnTo>
                    <a:pt x="7887379" y="1383808"/>
                  </a:lnTo>
                  <a:lnTo>
                    <a:pt x="7957131" y="1396794"/>
                  </a:lnTo>
                  <a:lnTo>
                    <a:pt x="8021681" y="1411113"/>
                  </a:lnTo>
                  <a:lnTo>
                    <a:pt x="8081794" y="1426916"/>
                  </a:lnTo>
                  <a:lnTo>
                    <a:pt x="8138241" y="1444343"/>
                  </a:lnTo>
                  <a:lnTo>
                    <a:pt x="8191756" y="1463504"/>
                  </a:lnTo>
                  <a:lnTo>
                    <a:pt x="8229629" y="1478732"/>
                  </a:lnTo>
                  <a:lnTo>
                    <a:pt x="8286050" y="1504047"/>
                  </a:lnTo>
                  <a:lnTo>
                    <a:pt x="8340809" y="1531691"/>
                  </a:lnTo>
                  <a:lnTo>
                    <a:pt x="8394471" y="1561705"/>
                  </a:lnTo>
                  <a:lnTo>
                    <a:pt x="8447468" y="1594067"/>
                  </a:lnTo>
                  <a:lnTo>
                    <a:pt x="8500114" y="1628683"/>
                  </a:lnTo>
                  <a:lnTo>
                    <a:pt x="8552632" y="1665385"/>
                  </a:lnTo>
                  <a:lnTo>
                    <a:pt x="8605160" y="1703927"/>
                  </a:lnTo>
                  <a:lnTo>
                    <a:pt x="8657770" y="1743989"/>
                  </a:lnTo>
                  <a:lnTo>
                    <a:pt x="8710479" y="1785186"/>
                  </a:lnTo>
                  <a:lnTo>
                    <a:pt x="8763263" y="1827081"/>
                  </a:lnTo>
                  <a:lnTo>
                    <a:pt x="8816073" y="1869207"/>
                  </a:lnTo>
                  <a:lnTo>
                    <a:pt x="8868855" y="1911083"/>
                  </a:lnTo>
                  <a:lnTo>
                    <a:pt x="8921560" y="1952243"/>
                  </a:lnTo>
                  <a:lnTo>
                    <a:pt x="8974166" y="1992253"/>
                  </a:lnTo>
                  <a:lnTo>
                    <a:pt x="9026692" y="2030729"/>
                  </a:lnTo>
                  <a:lnTo>
                    <a:pt x="9079212" y="2067354"/>
                  </a:lnTo>
                  <a:lnTo>
                    <a:pt x="9131867" y="2101885"/>
                  </a:lnTo>
                  <a:lnTo>
                    <a:pt x="9184883" y="2134156"/>
                  </a:lnTo>
                  <a:lnTo>
                    <a:pt x="9238580" y="2164077"/>
                  </a:lnTo>
                  <a:lnTo>
                    <a:pt x="9293391" y="2191629"/>
                  </a:lnTo>
                  <a:lnTo>
                    <a:pt x="9347647" y="2215914"/>
                  </a:lnTo>
                  <a:lnTo>
                    <a:pt x="9399430" y="2236383"/>
                  </a:lnTo>
                  <a:lnTo>
                    <a:pt x="9453652" y="2255078"/>
                  </a:lnTo>
                  <a:lnTo>
                    <a:pt x="9510996" y="2272063"/>
                  </a:lnTo>
                  <a:lnTo>
                    <a:pt x="9572206" y="2287458"/>
                  </a:lnTo>
                  <a:lnTo>
                    <a:pt x="9638059" y="2301410"/>
                  </a:lnTo>
                  <a:lnTo>
                    <a:pt x="9709311" y="2314069"/>
                  </a:lnTo>
                  <a:lnTo>
                    <a:pt x="9786656" y="2325574"/>
                  </a:lnTo>
                  <a:lnTo>
                    <a:pt x="9870652" y="2336049"/>
                  </a:lnTo>
                  <a:lnTo>
                    <a:pt x="9961634" y="2345599"/>
                  </a:lnTo>
                  <a:lnTo>
                    <a:pt x="10059594" y="2354302"/>
                  </a:lnTo>
                  <a:lnTo>
                    <a:pt x="10164044" y="2362211"/>
                  </a:lnTo>
                  <a:lnTo>
                    <a:pt x="10273876" y="2369358"/>
                  </a:lnTo>
                  <a:lnTo>
                    <a:pt x="10387227" y="2375752"/>
                  </a:lnTo>
                  <a:lnTo>
                    <a:pt x="10501434" y="2381383"/>
                  </a:lnTo>
                  <a:lnTo>
                    <a:pt x="10613084" y="2386237"/>
                  </a:lnTo>
                  <a:lnTo>
                    <a:pt x="10718258" y="2390300"/>
                  </a:lnTo>
                  <a:lnTo>
                    <a:pt x="10812937" y="2393573"/>
                  </a:lnTo>
                  <a:lnTo>
                    <a:pt x="10893565" y="2396083"/>
                  </a:lnTo>
                  <a:lnTo>
                    <a:pt x="10957624" y="2397887"/>
                  </a:lnTo>
                  <a:lnTo>
                    <a:pt x="11004116" y="2399077"/>
                  </a:lnTo>
                  <a:lnTo>
                    <a:pt x="11033808" y="2399770"/>
                  </a:lnTo>
                  <a:lnTo>
                    <a:pt x="11049219" y="2400099"/>
                  </a:lnTo>
                  <a:lnTo>
                    <a:pt x="11054437" y="2400202"/>
                  </a:lnTo>
                  <a:lnTo>
                    <a:pt x="11054891" y="2400210"/>
                  </a:lnTo>
                  <a:lnTo>
                    <a:pt x="12049831" y="2400210"/>
                  </a:lnTo>
                  <a:lnTo>
                    <a:pt x="12049831" y="24002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8" name="pl397"/>
            <p:cNvSpPr/>
            <p:nvPr/>
          </p:nvSpPr>
          <p:spPr>
            <a:xfrm>
              <a:off x="1199187" y="2457692"/>
              <a:ext cx="12049831" cy="2400210"/>
            </a:xfrm>
            <a:custGeom>
              <a:avLst/>
              <a:pathLst>
                <a:path w="12049831" h="2400210">
                  <a:moveTo>
                    <a:pt x="12049831" y="2400210"/>
                  </a:moveTo>
                  <a:lnTo>
                    <a:pt x="11054891" y="2400210"/>
                  </a:lnTo>
                  <a:lnTo>
                    <a:pt x="11053764" y="2400189"/>
                  </a:lnTo>
                  <a:lnTo>
                    <a:pt x="11046327" y="2400040"/>
                  </a:lnTo>
                  <a:lnTo>
                    <a:pt x="11027476" y="2399628"/>
                  </a:lnTo>
                  <a:lnTo>
                    <a:pt x="10993516" y="2398816"/>
                  </a:lnTo>
                  <a:lnTo>
                    <a:pt x="10942378" y="2397474"/>
                  </a:lnTo>
                  <a:lnTo>
                    <a:pt x="10873770" y="2395491"/>
                  </a:lnTo>
                  <a:lnTo>
                    <a:pt x="10789129" y="2392784"/>
                  </a:lnTo>
                  <a:lnTo>
                    <a:pt x="10691297" y="2389303"/>
                  </a:lnTo>
                  <a:lnTo>
                    <a:pt x="10584015" y="2385030"/>
                  </a:lnTo>
                  <a:lnTo>
                    <a:pt x="10471322" y="2379969"/>
                  </a:lnTo>
                  <a:lnTo>
                    <a:pt x="10357038" y="2374134"/>
                  </a:lnTo>
                  <a:lnTo>
                    <a:pt x="10244391" y="2367541"/>
                  </a:lnTo>
                  <a:lnTo>
                    <a:pt x="10135835" y="2360194"/>
                  </a:lnTo>
                  <a:lnTo>
                    <a:pt x="10033021" y="2352079"/>
                  </a:lnTo>
                  <a:lnTo>
                    <a:pt x="9936882" y="2343158"/>
                  </a:lnTo>
                  <a:lnTo>
                    <a:pt x="9847763" y="2333372"/>
                  </a:lnTo>
                  <a:lnTo>
                    <a:pt x="9765570" y="2322635"/>
                  </a:lnTo>
                  <a:lnTo>
                    <a:pt x="9689898" y="2310838"/>
                  </a:lnTo>
                  <a:lnTo>
                    <a:pt x="9620145" y="2297852"/>
                  </a:lnTo>
                  <a:lnTo>
                    <a:pt x="9555596" y="2283533"/>
                  </a:lnTo>
                  <a:lnTo>
                    <a:pt x="9495483" y="2267730"/>
                  </a:lnTo>
                  <a:lnTo>
                    <a:pt x="9439036" y="2250303"/>
                  </a:lnTo>
                  <a:lnTo>
                    <a:pt x="9385521" y="2231142"/>
                  </a:lnTo>
                  <a:lnTo>
                    <a:pt x="9347647" y="2215914"/>
                  </a:lnTo>
                  <a:lnTo>
                    <a:pt x="9291226" y="2190599"/>
                  </a:lnTo>
                  <a:lnTo>
                    <a:pt x="9236468" y="2162955"/>
                  </a:lnTo>
                  <a:lnTo>
                    <a:pt x="9182805" y="2132941"/>
                  </a:lnTo>
                  <a:lnTo>
                    <a:pt x="9129809" y="2100579"/>
                  </a:lnTo>
                  <a:lnTo>
                    <a:pt x="9077162" y="2065963"/>
                  </a:lnTo>
                  <a:lnTo>
                    <a:pt x="9024644" y="2029261"/>
                  </a:lnTo>
                  <a:lnTo>
                    <a:pt x="8972116" y="1990719"/>
                  </a:lnTo>
                  <a:lnTo>
                    <a:pt x="8919506" y="1950657"/>
                  </a:lnTo>
                  <a:lnTo>
                    <a:pt x="8866797" y="1909460"/>
                  </a:lnTo>
                  <a:lnTo>
                    <a:pt x="8814014" y="1867565"/>
                  </a:lnTo>
                  <a:lnTo>
                    <a:pt x="8761203" y="1825440"/>
                  </a:lnTo>
                  <a:lnTo>
                    <a:pt x="8708422" y="1783563"/>
                  </a:lnTo>
                  <a:lnTo>
                    <a:pt x="8655717" y="1742403"/>
                  </a:lnTo>
                  <a:lnTo>
                    <a:pt x="8603110" y="1702393"/>
                  </a:lnTo>
                  <a:lnTo>
                    <a:pt x="8550584" y="1663917"/>
                  </a:lnTo>
                  <a:lnTo>
                    <a:pt x="8498065" y="1627292"/>
                  </a:lnTo>
                  <a:lnTo>
                    <a:pt x="8445409" y="1592761"/>
                  </a:lnTo>
                  <a:lnTo>
                    <a:pt x="8392393" y="1560490"/>
                  </a:lnTo>
                  <a:lnTo>
                    <a:pt x="8338697" y="1530569"/>
                  </a:lnTo>
                  <a:lnTo>
                    <a:pt x="8283885" y="1503017"/>
                  </a:lnTo>
                  <a:lnTo>
                    <a:pt x="8229629" y="1478732"/>
                  </a:lnTo>
                  <a:lnTo>
                    <a:pt x="8177847" y="1458263"/>
                  </a:lnTo>
                  <a:lnTo>
                    <a:pt x="8123624" y="1439568"/>
                  </a:lnTo>
                  <a:lnTo>
                    <a:pt x="8066281" y="1422583"/>
                  </a:lnTo>
                  <a:lnTo>
                    <a:pt x="8005070" y="1407188"/>
                  </a:lnTo>
                  <a:lnTo>
                    <a:pt x="7939218" y="1393236"/>
                  </a:lnTo>
                  <a:lnTo>
                    <a:pt x="7867966" y="1380577"/>
                  </a:lnTo>
                  <a:lnTo>
                    <a:pt x="7790621" y="1369072"/>
                  </a:lnTo>
                  <a:lnTo>
                    <a:pt x="7706624" y="1358597"/>
                  </a:lnTo>
                  <a:lnTo>
                    <a:pt x="7615643" y="1349047"/>
                  </a:lnTo>
                  <a:lnTo>
                    <a:pt x="7517683" y="1340345"/>
                  </a:lnTo>
                  <a:lnTo>
                    <a:pt x="7413232" y="1332435"/>
                  </a:lnTo>
                  <a:lnTo>
                    <a:pt x="7303401" y="1325288"/>
                  </a:lnTo>
                  <a:lnTo>
                    <a:pt x="7190049" y="1318894"/>
                  </a:lnTo>
                  <a:lnTo>
                    <a:pt x="7075843" y="1313263"/>
                  </a:lnTo>
                  <a:lnTo>
                    <a:pt x="6964192" y="1308409"/>
                  </a:lnTo>
                  <a:lnTo>
                    <a:pt x="6859019" y="1304346"/>
                  </a:lnTo>
                  <a:lnTo>
                    <a:pt x="6764339" y="1301073"/>
                  </a:lnTo>
                  <a:lnTo>
                    <a:pt x="6683712" y="1298563"/>
                  </a:lnTo>
                  <a:lnTo>
                    <a:pt x="6619653" y="1296759"/>
                  </a:lnTo>
                  <a:lnTo>
                    <a:pt x="6573160" y="1295569"/>
                  </a:lnTo>
                  <a:lnTo>
                    <a:pt x="6543469" y="1294876"/>
                  </a:lnTo>
                  <a:lnTo>
                    <a:pt x="6528058" y="1294547"/>
                  </a:lnTo>
                  <a:lnTo>
                    <a:pt x="6522840" y="1294444"/>
                  </a:lnTo>
                  <a:lnTo>
                    <a:pt x="6522385" y="1294436"/>
                  </a:lnTo>
                  <a:lnTo>
                    <a:pt x="5527445" y="1294436"/>
                  </a:lnTo>
                  <a:lnTo>
                    <a:pt x="5526322" y="1294412"/>
                  </a:lnTo>
                  <a:lnTo>
                    <a:pt x="5518908" y="1294238"/>
                  </a:lnTo>
                  <a:lnTo>
                    <a:pt x="5500113" y="1293757"/>
                  </a:lnTo>
                  <a:lnTo>
                    <a:pt x="5466251" y="1292809"/>
                  </a:lnTo>
                  <a:lnTo>
                    <a:pt x="5415251" y="1291243"/>
                  </a:lnTo>
                  <a:lnTo>
                    <a:pt x="5346815" y="1288929"/>
                  </a:lnTo>
                  <a:lnTo>
                    <a:pt x="5262366" y="1285770"/>
                  </a:lnTo>
                  <a:lnTo>
                    <a:pt x="5164730" y="1281707"/>
                  </a:lnTo>
                  <a:lnTo>
                    <a:pt x="5057628" y="1276719"/>
                  </a:lnTo>
                  <a:lnTo>
                    <a:pt x="4945090" y="1270809"/>
                  </a:lnTo>
                  <a:lnTo>
                    <a:pt x="4830925" y="1263996"/>
                  </a:lnTo>
                  <a:lnTo>
                    <a:pt x="4718362" y="1256298"/>
                  </a:lnTo>
                  <a:lnTo>
                    <a:pt x="4609854" y="1247718"/>
                  </a:lnTo>
                  <a:lnTo>
                    <a:pt x="4507059" y="1238241"/>
                  </a:lnTo>
                  <a:lnTo>
                    <a:pt x="4410915" y="1227825"/>
                  </a:lnTo>
                  <a:lnTo>
                    <a:pt x="4321776" y="1216399"/>
                  </a:lnTo>
                  <a:lnTo>
                    <a:pt x="4239551" y="1203864"/>
                  </a:lnTo>
                  <a:lnTo>
                    <a:pt x="4163843" y="1190093"/>
                  </a:lnTo>
                  <a:lnTo>
                    <a:pt x="4094055" y="1174936"/>
                  </a:lnTo>
                  <a:lnTo>
                    <a:pt x="4029474" y="1158226"/>
                  </a:lnTo>
                  <a:lnTo>
                    <a:pt x="3969337" y="1139786"/>
                  </a:lnTo>
                  <a:lnTo>
                    <a:pt x="3912875" y="1119453"/>
                  </a:lnTo>
                  <a:lnTo>
                    <a:pt x="3859355" y="1097096"/>
                  </a:lnTo>
                  <a:lnTo>
                    <a:pt x="3820202" y="1078697"/>
                  </a:lnTo>
                  <a:lnTo>
                    <a:pt x="3765237" y="1049874"/>
                  </a:lnTo>
                  <a:lnTo>
                    <a:pt x="3711864" y="1018468"/>
                  </a:lnTo>
                  <a:lnTo>
                    <a:pt x="3659555" y="984433"/>
                  </a:lnTo>
                  <a:lnTo>
                    <a:pt x="3607904" y="947787"/>
                  </a:lnTo>
                  <a:lnTo>
                    <a:pt x="3556612" y="908622"/>
                  </a:lnTo>
                  <a:lnTo>
                    <a:pt x="3505465" y="867113"/>
                  </a:lnTo>
                  <a:lnTo>
                    <a:pt x="3454323" y="823512"/>
                  </a:lnTo>
                  <a:lnTo>
                    <a:pt x="3403112" y="778153"/>
                  </a:lnTo>
                  <a:lnTo>
                    <a:pt x="3351807" y="731439"/>
                  </a:lnTo>
                  <a:lnTo>
                    <a:pt x="3300423" y="683831"/>
                  </a:lnTo>
                  <a:lnTo>
                    <a:pt x="3249000" y="635829"/>
                  </a:lnTo>
                  <a:lnTo>
                    <a:pt x="3197589" y="587950"/>
                  </a:lnTo>
                  <a:lnTo>
                    <a:pt x="3146239" y="540705"/>
                  </a:lnTo>
                  <a:lnTo>
                    <a:pt x="3094978" y="494579"/>
                  </a:lnTo>
                  <a:lnTo>
                    <a:pt x="3043806" y="450008"/>
                  </a:lnTo>
                  <a:lnTo>
                    <a:pt x="2992675" y="407362"/>
                  </a:lnTo>
                  <a:lnTo>
                    <a:pt x="2941480" y="366938"/>
                  </a:lnTo>
                  <a:lnTo>
                    <a:pt x="2890050" y="328951"/>
                  </a:lnTo>
                  <a:lnTo>
                    <a:pt x="2838131" y="293536"/>
                  </a:lnTo>
                  <a:lnTo>
                    <a:pt x="2785374" y="260749"/>
                  </a:lnTo>
                  <a:lnTo>
                    <a:pt x="2731322" y="230578"/>
                  </a:lnTo>
                  <a:lnTo>
                    <a:pt x="2702183" y="215739"/>
                  </a:lnTo>
                  <a:lnTo>
                    <a:pt x="2650457" y="191803"/>
                  </a:lnTo>
                  <a:lnTo>
                    <a:pt x="2596297" y="169938"/>
                  </a:lnTo>
                  <a:lnTo>
                    <a:pt x="2539024" y="150071"/>
                  </a:lnTo>
                  <a:lnTo>
                    <a:pt x="2477894" y="132061"/>
                  </a:lnTo>
                  <a:lnTo>
                    <a:pt x="2412136" y="115738"/>
                  </a:lnTo>
                  <a:lnTo>
                    <a:pt x="2340993" y="100928"/>
                  </a:lnTo>
                  <a:lnTo>
                    <a:pt x="2263775" y="87466"/>
                  </a:lnTo>
                  <a:lnTo>
                    <a:pt x="2179922" y="75206"/>
                  </a:lnTo>
                  <a:lnTo>
                    <a:pt x="2089101" y="64030"/>
                  </a:lnTo>
                  <a:lnTo>
                    <a:pt x="1991315" y="53844"/>
                  </a:lnTo>
                  <a:lnTo>
                    <a:pt x="1887042" y="44585"/>
                  </a:lnTo>
                  <a:lnTo>
                    <a:pt x="1777384" y="36216"/>
                  </a:lnTo>
                  <a:lnTo>
                    <a:pt x="1664184" y="28728"/>
                  </a:lnTo>
                  <a:lnTo>
                    <a:pt x="1550088" y="22130"/>
                  </a:lnTo>
                  <a:lnTo>
                    <a:pt x="1438488" y="16439"/>
                  </a:lnTo>
                  <a:lnTo>
                    <a:pt x="1333286" y="11673"/>
                  </a:lnTo>
                  <a:lnTo>
                    <a:pt x="1238490" y="7829"/>
                  </a:lnTo>
                  <a:lnTo>
                    <a:pt x="1157660" y="4879"/>
                  </a:lnTo>
                  <a:lnTo>
                    <a:pt x="1093328" y="2754"/>
                  </a:lnTo>
                  <a:lnTo>
                    <a:pt x="1046523" y="1349"/>
                  </a:lnTo>
                  <a:lnTo>
                    <a:pt x="1016518" y="527"/>
                  </a:lnTo>
                  <a:lnTo>
                    <a:pt x="1000837" y="134"/>
                  </a:lnTo>
                  <a:lnTo>
                    <a:pt x="995440" y="1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9" name="pg398"/>
            <p:cNvSpPr/>
            <p:nvPr/>
          </p:nvSpPr>
          <p:spPr>
            <a:xfrm>
              <a:off x="1199187" y="2483896"/>
              <a:ext cx="12049831" cy="2803739"/>
            </a:xfrm>
            <a:custGeom>
              <a:avLst/>
              <a:pathLst>
                <a:path w="12049831" h="2803739">
                  <a:moveTo>
                    <a:pt x="0" y="15721"/>
                  </a:moveTo>
                  <a:lnTo>
                    <a:pt x="994940" y="15721"/>
                  </a:lnTo>
                  <a:lnTo>
                    <a:pt x="996063" y="15746"/>
                  </a:lnTo>
                  <a:lnTo>
                    <a:pt x="1003476" y="15921"/>
                  </a:lnTo>
                  <a:lnTo>
                    <a:pt x="1022267" y="16406"/>
                  </a:lnTo>
                  <a:lnTo>
                    <a:pt x="1056123" y="17361"/>
                  </a:lnTo>
                  <a:lnTo>
                    <a:pt x="1107115" y="18939"/>
                  </a:lnTo>
                  <a:lnTo>
                    <a:pt x="1175540" y="21272"/>
                  </a:lnTo>
                  <a:lnTo>
                    <a:pt x="1259978" y="24456"/>
                  </a:lnTo>
                  <a:lnTo>
                    <a:pt x="1357603" y="28551"/>
                  </a:lnTo>
                  <a:lnTo>
                    <a:pt x="1464693" y="33579"/>
                  </a:lnTo>
                  <a:lnTo>
                    <a:pt x="1577223" y="39536"/>
                  </a:lnTo>
                  <a:lnTo>
                    <a:pt x="1691380" y="46403"/>
                  </a:lnTo>
                  <a:lnTo>
                    <a:pt x="1803938" y="54162"/>
                  </a:lnTo>
                  <a:lnTo>
                    <a:pt x="1912443" y="62810"/>
                  </a:lnTo>
                  <a:lnTo>
                    <a:pt x="2015237" y="72363"/>
                  </a:lnTo>
                  <a:lnTo>
                    <a:pt x="2111381" y="82861"/>
                  </a:lnTo>
                  <a:lnTo>
                    <a:pt x="2200522" y="94378"/>
                  </a:lnTo>
                  <a:lnTo>
                    <a:pt x="2282748" y="107013"/>
                  </a:lnTo>
                  <a:lnTo>
                    <a:pt x="2358458" y="120893"/>
                  </a:lnTo>
                  <a:lnTo>
                    <a:pt x="2428249" y="136169"/>
                  </a:lnTo>
                  <a:lnTo>
                    <a:pt x="2492831" y="153012"/>
                  </a:lnTo>
                  <a:lnTo>
                    <a:pt x="2552970" y="171597"/>
                  </a:lnTo>
                  <a:lnTo>
                    <a:pt x="2609433" y="192092"/>
                  </a:lnTo>
                  <a:lnTo>
                    <a:pt x="2662953" y="214625"/>
                  </a:lnTo>
                  <a:lnTo>
                    <a:pt x="2702183" y="233208"/>
                  </a:lnTo>
                  <a:lnTo>
                    <a:pt x="2757067" y="262218"/>
                  </a:lnTo>
                  <a:lnTo>
                    <a:pt x="2810361" y="293824"/>
                  </a:lnTo>
                  <a:lnTo>
                    <a:pt x="2862595" y="328073"/>
                  </a:lnTo>
                  <a:lnTo>
                    <a:pt x="2914170" y="364947"/>
                  </a:lnTo>
                  <a:lnTo>
                    <a:pt x="2965386" y="404352"/>
                  </a:lnTo>
                  <a:lnTo>
                    <a:pt x="3016456" y="446115"/>
                  </a:lnTo>
                  <a:lnTo>
                    <a:pt x="3067520" y="489984"/>
                  </a:lnTo>
                  <a:lnTo>
                    <a:pt x="3118653" y="535623"/>
                  </a:lnTo>
                  <a:lnTo>
                    <a:pt x="3169879" y="582629"/>
                  </a:lnTo>
                  <a:lnTo>
                    <a:pt x="3221185" y="630541"/>
                  </a:lnTo>
                  <a:lnTo>
                    <a:pt x="3272530" y="678856"/>
                  </a:lnTo>
                  <a:lnTo>
                    <a:pt x="3323864" y="727057"/>
                  </a:lnTo>
                  <a:lnTo>
                    <a:pt x="3375138" y="774629"/>
                  </a:lnTo>
                  <a:lnTo>
                    <a:pt x="3426323" y="821085"/>
                  </a:lnTo>
                  <a:lnTo>
                    <a:pt x="3477419" y="865988"/>
                  </a:lnTo>
                  <a:lnTo>
                    <a:pt x="3528473" y="908964"/>
                  </a:lnTo>
                  <a:lnTo>
                    <a:pt x="3579587" y="949713"/>
                  </a:lnTo>
                  <a:lnTo>
                    <a:pt x="3630930" y="988016"/>
                  </a:lnTo>
                  <a:lnTo>
                    <a:pt x="3682753" y="1023738"/>
                  </a:lnTo>
                  <a:lnTo>
                    <a:pt x="3735399" y="1056818"/>
                  </a:lnTo>
                  <a:lnTo>
                    <a:pt x="3789322" y="1087268"/>
                  </a:lnTo>
                  <a:lnTo>
                    <a:pt x="3820202" y="1103153"/>
                  </a:lnTo>
                  <a:lnTo>
                    <a:pt x="3871924" y="1127281"/>
                  </a:lnTo>
                  <a:lnTo>
                    <a:pt x="3926081" y="1149322"/>
                  </a:lnTo>
                  <a:lnTo>
                    <a:pt x="3983350" y="1169349"/>
                  </a:lnTo>
                  <a:lnTo>
                    <a:pt x="4044475" y="1187504"/>
                  </a:lnTo>
                  <a:lnTo>
                    <a:pt x="4110227" y="1203958"/>
                  </a:lnTo>
                  <a:lnTo>
                    <a:pt x="4181363" y="1218888"/>
                  </a:lnTo>
                  <a:lnTo>
                    <a:pt x="4258574" y="1232459"/>
                  </a:lnTo>
                  <a:lnTo>
                    <a:pt x="4342418" y="1244817"/>
                  </a:lnTo>
                  <a:lnTo>
                    <a:pt x="4433230" y="1256084"/>
                  </a:lnTo>
                  <a:lnTo>
                    <a:pt x="4531006" y="1266353"/>
                  </a:lnTo>
                  <a:lnTo>
                    <a:pt x="4635267" y="1275687"/>
                  </a:lnTo>
                  <a:lnTo>
                    <a:pt x="4744915" y="1284123"/>
                  </a:lnTo>
                  <a:lnTo>
                    <a:pt x="4858107" y="1291672"/>
                  </a:lnTo>
                  <a:lnTo>
                    <a:pt x="4972195" y="1298324"/>
                  </a:lnTo>
                  <a:lnTo>
                    <a:pt x="5083792" y="1304061"/>
                  </a:lnTo>
                  <a:lnTo>
                    <a:pt x="5188996" y="1308867"/>
                  </a:lnTo>
                  <a:lnTo>
                    <a:pt x="5283799" y="1312742"/>
                  </a:lnTo>
                  <a:lnTo>
                    <a:pt x="5364641" y="1315717"/>
                  </a:lnTo>
                  <a:lnTo>
                    <a:pt x="5428989" y="1317861"/>
                  </a:lnTo>
                  <a:lnTo>
                    <a:pt x="5475814" y="1319278"/>
                  </a:lnTo>
                  <a:lnTo>
                    <a:pt x="5505837" y="1320107"/>
                  </a:lnTo>
                  <a:lnTo>
                    <a:pt x="5521534" y="1320503"/>
                  </a:lnTo>
                  <a:lnTo>
                    <a:pt x="5526942" y="1320628"/>
                  </a:lnTo>
                  <a:lnTo>
                    <a:pt x="5527445" y="1320639"/>
                  </a:lnTo>
                  <a:lnTo>
                    <a:pt x="6522385" y="1320639"/>
                  </a:lnTo>
                  <a:lnTo>
                    <a:pt x="6523505" y="1320667"/>
                  </a:lnTo>
                  <a:lnTo>
                    <a:pt x="6530893" y="1320866"/>
                  </a:lnTo>
                  <a:lnTo>
                    <a:pt x="6549623" y="1321415"/>
                  </a:lnTo>
                  <a:lnTo>
                    <a:pt x="6583373" y="1322496"/>
                  </a:lnTo>
                  <a:lnTo>
                    <a:pt x="6634214" y="1324284"/>
                  </a:lnTo>
                  <a:lnTo>
                    <a:pt x="6702451" y="1326926"/>
                  </a:lnTo>
                  <a:lnTo>
                    <a:pt x="6786680" y="1330533"/>
                  </a:lnTo>
                  <a:lnTo>
                    <a:pt x="6884092" y="1335173"/>
                  </a:lnTo>
                  <a:lnTo>
                    <a:pt x="6990985" y="1340870"/>
                  </a:lnTo>
                  <a:lnTo>
                    <a:pt x="7103345" y="1347621"/>
                  </a:lnTo>
                  <a:lnTo>
                    <a:pt x="7217371" y="1355404"/>
                  </a:lnTo>
                  <a:lnTo>
                    <a:pt x="7329839" y="1364200"/>
                  </a:lnTo>
                  <a:lnTo>
                    <a:pt x="7438290" y="1374002"/>
                  </a:lnTo>
                  <a:lnTo>
                    <a:pt x="7541063" y="1384830"/>
                  </a:lnTo>
                  <a:lnTo>
                    <a:pt x="7637212" y="1396730"/>
                  </a:lnTo>
                  <a:lnTo>
                    <a:pt x="7726375" y="1409782"/>
                  </a:lnTo>
                  <a:lnTo>
                    <a:pt x="7808636" y="1424099"/>
                  </a:lnTo>
                  <a:lnTo>
                    <a:pt x="7884385" y="1439826"/>
                  </a:lnTo>
                  <a:lnTo>
                    <a:pt x="7954213" y="1457132"/>
                  </a:lnTo>
                  <a:lnTo>
                    <a:pt x="8018830" y="1476210"/>
                  </a:lnTo>
                  <a:lnTo>
                    <a:pt x="8078996" y="1497259"/>
                  </a:lnTo>
                  <a:lnTo>
                    <a:pt x="8135476" y="1520469"/>
                  </a:lnTo>
                  <a:lnTo>
                    <a:pt x="8189002" y="1545988"/>
                  </a:lnTo>
                  <a:lnTo>
                    <a:pt x="8229629" y="1567823"/>
                  </a:lnTo>
                  <a:lnTo>
                    <a:pt x="8283121" y="1599908"/>
                  </a:lnTo>
                  <a:lnTo>
                    <a:pt x="8335091" y="1634792"/>
                  </a:lnTo>
                  <a:lnTo>
                    <a:pt x="8386032" y="1672526"/>
                  </a:lnTo>
                  <a:lnTo>
                    <a:pt x="8436323" y="1713097"/>
                  </a:lnTo>
                  <a:lnTo>
                    <a:pt x="8486248" y="1756412"/>
                  </a:lnTo>
                  <a:lnTo>
                    <a:pt x="8536013" y="1802302"/>
                  </a:lnTo>
                  <a:lnTo>
                    <a:pt x="8585755" y="1850510"/>
                  </a:lnTo>
                  <a:lnTo>
                    <a:pt x="8635555" y="1900700"/>
                  </a:lnTo>
                  <a:lnTo>
                    <a:pt x="8685442" y="1952460"/>
                  </a:lnTo>
                  <a:lnTo>
                    <a:pt x="8735410" y="2005317"/>
                  </a:lnTo>
                  <a:lnTo>
                    <a:pt x="8785427" y="2058752"/>
                  </a:lnTo>
                  <a:lnTo>
                    <a:pt x="8835447" y="2112222"/>
                  </a:lnTo>
                  <a:lnTo>
                    <a:pt x="8885424" y="2165183"/>
                  </a:lnTo>
                  <a:lnTo>
                    <a:pt x="8935322" y="2217112"/>
                  </a:lnTo>
                  <a:lnTo>
                    <a:pt x="8985132" y="2267528"/>
                  </a:lnTo>
                  <a:lnTo>
                    <a:pt x="9034878" y="2316011"/>
                  </a:lnTo>
                  <a:lnTo>
                    <a:pt x="9084634" y="2362214"/>
                  </a:lnTo>
                  <a:lnTo>
                    <a:pt x="9134529" y="2405871"/>
                  </a:lnTo>
                  <a:lnTo>
                    <a:pt x="9184758" y="2446800"/>
                  </a:lnTo>
                  <a:lnTo>
                    <a:pt x="9235596" y="2484901"/>
                  </a:lnTo>
                  <a:lnTo>
                    <a:pt x="9287410" y="2520150"/>
                  </a:lnTo>
                  <a:lnTo>
                    <a:pt x="9340674" y="2552589"/>
                  </a:lnTo>
                  <a:lnTo>
                    <a:pt x="9347647" y="2556555"/>
                  </a:lnTo>
                  <a:lnTo>
                    <a:pt x="9399309" y="2583948"/>
                  </a:lnTo>
                  <a:lnTo>
                    <a:pt x="9453398" y="2608973"/>
                  </a:lnTo>
                  <a:lnTo>
                    <a:pt x="9510590" y="2631715"/>
                  </a:lnTo>
                  <a:lnTo>
                    <a:pt x="9571627" y="2652333"/>
                  </a:lnTo>
                  <a:lnTo>
                    <a:pt x="9637276" y="2671022"/>
                  </a:lnTo>
                  <a:lnTo>
                    <a:pt x="9708293" y="2687981"/>
                  </a:lnTo>
                  <a:lnTo>
                    <a:pt x="9785366" y="2703398"/>
                  </a:lnTo>
                  <a:lnTo>
                    <a:pt x="9869053" y="2717439"/>
                  </a:lnTo>
                  <a:lnTo>
                    <a:pt x="9959690" y="2730241"/>
                  </a:lnTo>
                  <a:lnTo>
                    <a:pt x="10057277" y="2741910"/>
                  </a:lnTo>
                  <a:lnTo>
                    <a:pt x="10161344" y="2752519"/>
                  </a:lnTo>
                  <a:lnTo>
                    <a:pt x="10270803" y="2762110"/>
                  </a:lnTo>
                  <a:lnTo>
                    <a:pt x="10383829" y="2770694"/>
                  </a:lnTo>
                  <a:lnTo>
                    <a:pt x="10497796" y="2778262"/>
                  </a:lnTo>
                  <a:lnTo>
                    <a:pt x="10609337" y="2784792"/>
                  </a:lnTo>
                  <a:lnTo>
                    <a:pt x="10714570" y="2790267"/>
                  </a:lnTo>
                  <a:lnTo>
                    <a:pt x="10809498" y="2794686"/>
                  </a:lnTo>
                  <a:lnTo>
                    <a:pt x="10890559" y="2798084"/>
                  </a:lnTo>
                  <a:lnTo>
                    <a:pt x="10955204" y="2800536"/>
                  </a:lnTo>
                  <a:lnTo>
                    <a:pt x="11002369" y="2802162"/>
                  </a:lnTo>
                  <a:lnTo>
                    <a:pt x="11032735" y="2803117"/>
                  </a:lnTo>
                  <a:lnTo>
                    <a:pt x="11048727" y="2803577"/>
                  </a:lnTo>
                  <a:lnTo>
                    <a:pt x="11054333" y="2803725"/>
                  </a:lnTo>
                  <a:lnTo>
                    <a:pt x="11054891" y="2803739"/>
                  </a:lnTo>
                  <a:lnTo>
                    <a:pt x="12049831" y="2803739"/>
                  </a:lnTo>
                  <a:lnTo>
                    <a:pt x="12049831" y="2788017"/>
                  </a:lnTo>
                  <a:lnTo>
                    <a:pt x="11054891" y="2788017"/>
                  </a:lnTo>
                  <a:lnTo>
                    <a:pt x="11053772" y="2787989"/>
                  </a:lnTo>
                  <a:lnTo>
                    <a:pt x="11046384" y="2787790"/>
                  </a:lnTo>
                  <a:lnTo>
                    <a:pt x="11027654" y="2787242"/>
                  </a:lnTo>
                  <a:lnTo>
                    <a:pt x="10993903" y="2786160"/>
                  </a:lnTo>
                  <a:lnTo>
                    <a:pt x="10943062" y="2784372"/>
                  </a:lnTo>
                  <a:lnTo>
                    <a:pt x="10874825" y="2781730"/>
                  </a:lnTo>
                  <a:lnTo>
                    <a:pt x="10790597" y="2778123"/>
                  </a:lnTo>
                  <a:lnTo>
                    <a:pt x="10693185" y="2773483"/>
                  </a:lnTo>
                  <a:lnTo>
                    <a:pt x="10586292" y="2767786"/>
                  </a:lnTo>
                  <a:lnTo>
                    <a:pt x="10473931" y="2761035"/>
                  </a:lnTo>
                  <a:lnTo>
                    <a:pt x="10359905" y="2753252"/>
                  </a:lnTo>
                  <a:lnTo>
                    <a:pt x="10247438" y="2744457"/>
                  </a:lnTo>
                  <a:lnTo>
                    <a:pt x="10138986" y="2734654"/>
                  </a:lnTo>
                  <a:lnTo>
                    <a:pt x="10036213" y="2723826"/>
                  </a:lnTo>
                  <a:lnTo>
                    <a:pt x="9940065" y="2711927"/>
                  </a:lnTo>
                  <a:lnTo>
                    <a:pt x="9850901" y="2698874"/>
                  </a:lnTo>
                  <a:lnTo>
                    <a:pt x="9768641" y="2684557"/>
                  </a:lnTo>
                  <a:lnTo>
                    <a:pt x="9692892" y="2668830"/>
                  </a:lnTo>
                  <a:lnTo>
                    <a:pt x="9623063" y="2651524"/>
                  </a:lnTo>
                  <a:lnTo>
                    <a:pt x="9558446" y="2632446"/>
                  </a:lnTo>
                  <a:lnTo>
                    <a:pt x="9498281" y="2611397"/>
                  </a:lnTo>
                  <a:lnTo>
                    <a:pt x="9441800" y="2588188"/>
                  </a:lnTo>
                  <a:lnTo>
                    <a:pt x="9388274" y="2562668"/>
                  </a:lnTo>
                  <a:lnTo>
                    <a:pt x="9347647" y="2540834"/>
                  </a:lnTo>
                  <a:lnTo>
                    <a:pt x="9294155" y="2508748"/>
                  </a:lnTo>
                  <a:lnTo>
                    <a:pt x="9242185" y="2473864"/>
                  </a:lnTo>
                  <a:lnTo>
                    <a:pt x="9191244" y="2436130"/>
                  </a:lnTo>
                  <a:lnTo>
                    <a:pt x="9140954" y="2395559"/>
                  </a:lnTo>
                  <a:lnTo>
                    <a:pt x="9091029" y="2352244"/>
                  </a:lnTo>
                  <a:lnTo>
                    <a:pt x="9041264" y="2306354"/>
                  </a:lnTo>
                  <a:lnTo>
                    <a:pt x="8991521" y="2258146"/>
                  </a:lnTo>
                  <a:lnTo>
                    <a:pt x="8941722" y="2207956"/>
                  </a:lnTo>
                  <a:lnTo>
                    <a:pt x="8891835" y="2156196"/>
                  </a:lnTo>
                  <a:lnTo>
                    <a:pt x="8841867" y="2103339"/>
                  </a:lnTo>
                  <a:lnTo>
                    <a:pt x="8791850" y="2049904"/>
                  </a:lnTo>
                  <a:lnTo>
                    <a:pt x="8741829" y="1996434"/>
                  </a:lnTo>
                  <a:lnTo>
                    <a:pt x="8691853" y="1943473"/>
                  </a:lnTo>
                  <a:lnTo>
                    <a:pt x="8641954" y="1891545"/>
                  </a:lnTo>
                  <a:lnTo>
                    <a:pt x="8592145" y="1841129"/>
                  </a:lnTo>
                  <a:lnTo>
                    <a:pt x="8542398" y="1792646"/>
                  </a:lnTo>
                  <a:lnTo>
                    <a:pt x="8492642" y="1746442"/>
                  </a:lnTo>
                  <a:lnTo>
                    <a:pt x="8442748" y="1702785"/>
                  </a:lnTo>
                  <a:lnTo>
                    <a:pt x="8392518" y="1661856"/>
                  </a:lnTo>
                  <a:lnTo>
                    <a:pt x="8341680" y="1623755"/>
                  </a:lnTo>
                  <a:lnTo>
                    <a:pt x="8289867" y="1588506"/>
                  </a:lnTo>
                  <a:lnTo>
                    <a:pt x="8236602" y="1556067"/>
                  </a:lnTo>
                  <a:lnTo>
                    <a:pt x="8229629" y="1552101"/>
                  </a:lnTo>
                  <a:lnTo>
                    <a:pt x="8177968" y="1524708"/>
                  </a:lnTo>
                  <a:lnTo>
                    <a:pt x="8123879" y="1499683"/>
                  </a:lnTo>
                  <a:lnTo>
                    <a:pt x="8066687" y="1476942"/>
                  </a:lnTo>
                  <a:lnTo>
                    <a:pt x="8005650" y="1456323"/>
                  </a:lnTo>
                  <a:lnTo>
                    <a:pt x="7940000" y="1437634"/>
                  </a:lnTo>
                  <a:lnTo>
                    <a:pt x="7868983" y="1420675"/>
                  </a:lnTo>
                  <a:lnTo>
                    <a:pt x="7791910" y="1405258"/>
                  </a:lnTo>
                  <a:lnTo>
                    <a:pt x="7708223" y="1391217"/>
                  </a:lnTo>
                  <a:lnTo>
                    <a:pt x="7617587" y="1378415"/>
                  </a:lnTo>
                  <a:lnTo>
                    <a:pt x="7519999" y="1366746"/>
                  </a:lnTo>
                  <a:lnTo>
                    <a:pt x="7415932" y="1356137"/>
                  </a:lnTo>
                  <a:lnTo>
                    <a:pt x="7306473" y="1346546"/>
                  </a:lnTo>
                  <a:lnTo>
                    <a:pt x="7193447" y="1337962"/>
                  </a:lnTo>
                  <a:lnTo>
                    <a:pt x="7079481" y="1330394"/>
                  </a:lnTo>
                  <a:lnTo>
                    <a:pt x="6967939" y="1323864"/>
                  </a:lnTo>
                  <a:lnTo>
                    <a:pt x="6862707" y="1318389"/>
                  </a:lnTo>
                  <a:lnTo>
                    <a:pt x="6767779" y="1313970"/>
                  </a:lnTo>
                  <a:lnTo>
                    <a:pt x="6686717" y="1310572"/>
                  </a:lnTo>
                  <a:lnTo>
                    <a:pt x="6622073" y="1308120"/>
                  </a:lnTo>
                  <a:lnTo>
                    <a:pt x="6574908" y="1306494"/>
                  </a:lnTo>
                  <a:lnTo>
                    <a:pt x="6544542" y="1305539"/>
                  </a:lnTo>
                  <a:lnTo>
                    <a:pt x="6528550" y="1305079"/>
                  </a:lnTo>
                  <a:lnTo>
                    <a:pt x="6522943" y="1304931"/>
                  </a:lnTo>
                  <a:lnTo>
                    <a:pt x="6522385" y="1304917"/>
                  </a:lnTo>
                  <a:lnTo>
                    <a:pt x="5527445" y="1304917"/>
                  </a:lnTo>
                  <a:lnTo>
                    <a:pt x="5526322" y="1304893"/>
                  </a:lnTo>
                  <a:lnTo>
                    <a:pt x="5518909" y="1304717"/>
                  </a:lnTo>
                  <a:lnTo>
                    <a:pt x="5500118" y="1304233"/>
                  </a:lnTo>
                  <a:lnTo>
                    <a:pt x="5466262" y="1303278"/>
                  </a:lnTo>
                  <a:lnTo>
                    <a:pt x="5415270" y="1301699"/>
                  </a:lnTo>
                  <a:lnTo>
                    <a:pt x="5346845" y="1299367"/>
                  </a:lnTo>
                  <a:lnTo>
                    <a:pt x="5262407" y="1296182"/>
                  </a:lnTo>
                  <a:lnTo>
                    <a:pt x="5164782" y="1292087"/>
                  </a:lnTo>
                  <a:lnTo>
                    <a:pt x="5057692" y="1287060"/>
                  </a:lnTo>
                  <a:lnTo>
                    <a:pt x="4945162" y="1281103"/>
                  </a:lnTo>
                  <a:lnTo>
                    <a:pt x="4831005" y="1274236"/>
                  </a:lnTo>
                  <a:lnTo>
                    <a:pt x="4718447" y="1266476"/>
                  </a:lnTo>
                  <a:lnTo>
                    <a:pt x="4609942" y="1257828"/>
                  </a:lnTo>
                  <a:lnTo>
                    <a:pt x="4507148" y="1248276"/>
                  </a:lnTo>
                  <a:lnTo>
                    <a:pt x="4411004" y="1237777"/>
                  </a:lnTo>
                  <a:lnTo>
                    <a:pt x="4321863" y="1226261"/>
                  </a:lnTo>
                  <a:lnTo>
                    <a:pt x="4239637" y="1213626"/>
                  </a:lnTo>
                  <a:lnTo>
                    <a:pt x="4163927" y="1199746"/>
                  </a:lnTo>
                  <a:lnTo>
                    <a:pt x="4094136" y="1184469"/>
                  </a:lnTo>
                  <a:lnTo>
                    <a:pt x="4029554" y="1167627"/>
                  </a:lnTo>
                  <a:lnTo>
                    <a:pt x="3969415" y="1149042"/>
                  </a:lnTo>
                  <a:lnTo>
                    <a:pt x="3912952" y="1128547"/>
                  </a:lnTo>
                  <a:lnTo>
                    <a:pt x="3859432" y="1106014"/>
                  </a:lnTo>
                  <a:lnTo>
                    <a:pt x="3820202" y="1087431"/>
                  </a:lnTo>
                  <a:lnTo>
                    <a:pt x="3765318" y="1058421"/>
                  </a:lnTo>
                  <a:lnTo>
                    <a:pt x="3712024" y="1026815"/>
                  </a:lnTo>
                  <a:lnTo>
                    <a:pt x="3659790" y="992566"/>
                  </a:lnTo>
                  <a:lnTo>
                    <a:pt x="3608215" y="955692"/>
                  </a:lnTo>
                  <a:lnTo>
                    <a:pt x="3556999" y="916287"/>
                  </a:lnTo>
                  <a:lnTo>
                    <a:pt x="3505929" y="874523"/>
                  </a:lnTo>
                  <a:lnTo>
                    <a:pt x="3454865" y="830655"/>
                  </a:lnTo>
                  <a:lnTo>
                    <a:pt x="3403732" y="785016"/>
                  </a:lnTo>
                  <a:lnTo>
                    <a:pt x="3352506" y="738010"/>
                  </a:lnTo>
                  <a:lnTo>
                    <a:pt x="3301200" y="690098"/>
                  </a:lnTo>
                  <a:lnTo>
                    <a:pt x="3249855" y="641782"/>
                  </a:lnTo>
                  <a:lnTo>
                    <a:pt x="3198521" y="593582"/>
                  </a:lnTo>
                  <a:lnTo>
                    <a:pt x="3147247" y="546010"/>
                  </a:lnTo>
                  <a:lnTo>
                    <a:pt x="3096062" y="499554"/>
                  </a:lnTo>
                  <a:lnTo>
                    <a:pt x="3044966" y="454650"/>
                  </a:lnTo>
                  <a:lnTo>
                    <a:pt x="2993912" y="411675"/>
                  </a:lnTo>
                  <a:lnTo>
                    <a:pt x="2942798" y="370926"/>
                  </a:lnTo>
                  <a:lnTo>
                    <a:pt x="2891455" y="332623"/>
                  </a:lnTo>
                  <a:lnTo>
                    <a:pt x="2839632" y="296901"/>
                  </a:lnTo>
                  <a:lnTo>
                    <a:pt x="2786986" y="263821"/>
                  </a:lnTo>
                  <a:lnTo>
                    <a:pt x="2733063" y="233370"/>
                  </a:lnTo>
                  <a:lnTo>
                    <a:pt x="2702183" y="217486"/>
                  </a:lnTo>
                  <a:lnTo>
                    <a:pt x="2650461" y="193357"/>
                  </a:lnTo>
                  <a:lnTo>
                    <a:pt x="2596304" y="171317"/>
                  </a:lnTo>
                  <a:lnTo>
                    <a:pt x="2539035" y="151290"/>
                  </a:lnTo>
                  <a:lnTo>
                    <a:pt x="2477910" y="133135"/>
                  </a:lnTo>
                  <a:lnTo>
                    <a:pt x="2412158" y="116681"/>
                  </a:lnTo>
                  <a:lnTo>
                    <a:pt x="2341022" y="101751"/>
                  </a:lnTo>
                  <a:lnTo>
                    <a:pt x="2263811" y="88180"/>
                  </a:lnTo>
                  <a:lnTo>
                    <a:pt x="2179967" y="75821"/>
                  </a:lnTo>
                  <a:lnTo>
                    <a:pt x="2089155" y="64555"/>
                  </a:lnTo>
                  <a:lnTo>
                    <a:pt x="1991379" y="54286"/>
                  </a:lnTo>
                  <a:lnTo>
                    <a:pt x="1887118" y="44952"/>
                  </a:lnTo>
                  <a:lnTo>
                    <a:pt x="1777470" y="36516"/>
                  </a:lnTo>
                  <a:lnTo>
                    <a:pt x="1664278" y="28967"/>
                  </a:lnTo>
                  <a:lnTo>
                    <a:pt x="1550190" y="22315"/>
                  </a:lnTo>
                  <a:lnTo>
                    <a:pt x="1438593" y="16578"/>
                  </a:lnTo>
                  <a:lnTo>
                    <a:pt x="1333389" y="11772"/>
                  </a:lnTo>
                  <a:lnTo>
                    <a:pt x="1238586" y="7897"/>
                  </a:lnTo>
                  <a:lnTo>
                    <a:pt x="1157744" y="4921"/>
                  </a:lnTo>
                  <a:lnTo>
                    <a:pt x="1093396" y="2778"/>
                  </a:lnTo>
                  <a:lnTo>
                    <a:pt x="1046571" y="1361"/>
                  </a:lnTo>
                  <a:lnTo>
                    <a:pt x="1016548" y="532"/>
                  </a:lnTo>
                  <a:lnTo>
                    <a:pt x="1000851" y="136"/>
                  </a:lnTo>
                  <a:lnTo>
                    <a:pt x="995443" y="1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00" name="pl399"/>
            <p:cNvSpPr/>
            <p:nvPr/>
          </p:nvSpPr>
          <p:spPr>
            <a:xfrm>
              <a:off x="1199187" y="2499617"/>
              <a:ext cx="12049831" cy="2788017"/>
            </a:xfrm>
            <a:custGeom>
              <a:avLst/>
              <a:pathLst>
                <a:path w="12049831" h="2788017">
                  <a:moveTo>
                    <a:pt x="0" y="0"/>
                  </a:moveTo>
                  <a:lnTo>
                    <a:pt x="994940" y="0"/>
                  </a:lnTo>
                  <a:lnTo>
                    <a:pt x="996063" y="24"/>
                  </a:lnTo>
                  <a:lnTo>
                    <a:pt x="1003476" y="200"/>
                  </a:lnTo>
                  <a:lnTo>
                    <a:pt x="1022267" y="684"/>
                  </a:lnTo>
                  <a:lnTo>
                    <a:pt x="1056123" y="1639"/>
                  </a:lnTo>
                  <a:lnTo>
                    <a:pt x="1107115" y="3217"/>
                  </a:lnTo>
                  <a:lnTo>
                    <a:pt x="1175540" y="5550"/>
                  </a:lnTo>
                  <a:lnTo>
                    <a:pt x="1259978" y="8735"/>
                  </a:lnTo>
                  <a:lnTo>
                    <a:pt x="1357603" y="12829"/>
                  </a:lnTo>
                  <a:lnTo>
                    <a:pt x="1464693" y="17857"/>
                  </a:lnTo>
                  <a:lnTo>
                    <a:pt x="1577223" y="23814"/>
                  </a:lnTo>
                  <a:lnTo>
                    <a:pt x="1691380" y="30681"/>
                  </a:lnTo>
                  <a:lnTo>
                    <a:pt x="1803938" y="38441"/>
                  </a:lnTo>
                  <a:lnTo>
                    <a:pt x="1912443" y="47089"/>
                  </a:lnTo>
                  <a:lnTo>
                    <a:pt x="2015237" y="56641"/>
                  </a:lnTo>
                  <a:lnTo>
                    <a:pt x="2111381" y="67140"/>
                  </a:lnTo>
                  <a:lnTo>
                    <a:pt x="2200522" y="78656"/>
                  </a:lnTo>
                  <a:lnTo>
                    <a:pt x="2282748" y="91291"/>
                  </a:lnTo>
                  <a:lnTo>
                    <a:pt x="2358458" y="105171"/>
                  </a:lnTo>
                  <a:lnTo>
                    <a:pt x="2428249" y="120448"/>
                  </a:lnTo>
                  <a:lnTo>
                    <a:pt x="2492831" y="137290"/>
                  </a:lnTo>
                  <a:lnTo>
                    <a:pt x="2552970" y="155875"/>
                  </a:lnTo>
                  <a:lnTo>
                    <a:pt x="2609433" y="176370"/>
                  </a:lnTo>
                  <a:lnTo>
                    <a:pt x="2662953" y="198903"/>
                  </a:lnTo>
                  <a:lnTo>
                    <a:pt x="2702183" y="217486"/>
                  </a:lnTo>
                  <a:lnTo>
                    <a:pt x="2757067" y="246496"/>
                  </a:lnTo>
                  <a:lnTo>
                    <a:pt x="2810361" y="278102"/>
                  </a:lnTo>
                  <a:lnTo>
                    <a:pt x="2862595" y="312351"/>
                  </a:lnTo>
                  <a:lnTo>
                    <a:pt x="2914170" y="349225"/>
                  </a:lnTo>
                  <a:lnTo>
                    <a:pt x="2965386" y="388630"/>
                  </a:lnTo>
                  <a:lnTo>
                    <a:pt x="3016456" y="430393"/>
                  </a:lnTo>
                  <a:lnTo>
                    <a:pt x="3067520" y="474262"/>
                  </a:lnTo>
                  <a:lnTo>
                    <a:pt x="3118653" y="519901"/>
                  </a:lnTo>
                  <a:lnTo>
                    <a:pt x="3169879" y="566907"/>
                  </a:lnTo>
                  <a:lnTo>
                    <a:pt x="3221185" y="614819"/>
                  </a:lnTo>
                  <a:lnTo>
                    <a:pt x="3272530" y="663134"/>
                  </a:lnTo>
                  <a:lnTo>
                    <a:pt x="3323864" y="711335"/>
                  </a:lnTo>
                  <a:lnTo>
                    <a:pt x="3375138" y="758907"/>
                  </a:lnTo>
                  <a:lnTo>
                    <a:pt x="3426323" y="805363"/>
                  </a:lnTo>
                  <a:lnTo>
                    <a:pt x="3477419" y="850267"/>
                  </a:lnTo>
                  <a:lnTo>
                    <a:pt x="3528473" y="893242"/>
                  </a:lnTo>
                  <a:lnTo>
                    <a:pt x="3579587" y="933991"/>
                  </a:lnTo>
                  <a:lnTo>
                    <a:pt x="3630930" y="972294"/>
                  </a:lnTo>
                  <a:lnTo>
                    <a:pt x="3682753" y="1008016"/>
                  </a:lnTo>
                  <a:lnTo>
                    <a:pt x="3735399" y="1041096"/>
                  </a:lnTo>
                  <a:lnTo>
                    <a:pt x="3789322" y="1071546"/>
                  </a:lnTo>
                  <a:lnTo>
                    <a:pt x="3820202" y="1087431"/>
                  </a:lnTo>
                  <a:lnTo>
                    <a:pt x="3871924" y="1111560"/>
                  </a:lnTo>
                  <a:lnTo>
                    <a:pt x="3926081" y="1133600"/>
                  </a:lnTo>
                  <a:lnTo>
                    <a:pt x="3983350" y="1153627"/>
                  </a:lnTo>
                  <a:lnTo>
                    <a:pt x="4044475" y="1171782"/>
                  </a:lnTo>
                  <a:lnTo>
                    <a:pt x="4110227" y="1188236"/>
                  </a:lnTo>
                  <a:lnTo>
                    <a:pt x="4181363" y="1203166"/>
                  </a:lnTo>
                  <a:lnTo>
                    <a:pt x="4258574" y="1216737"/>
                  </a:lnTo>
                  <a:lnTo>
                    <a:pt x="4342418" y="1229096"/>
                  </a:lnTo>
                  <a:lnTo>
                    <a:pt x="4433230" y="1240362"/>
                  </a:lnTo>
                  <a:lnTo>
                    <a:pt x="4531006" y="1250631"/>
                  </a:lnTo>
                  <a:lnTo>
                    <a:pt x="4635267" y="1259965"/>
                  </a:lnTo>
                  <a:lnTo>
                    <a:pt x="4744915" y="1268401"/>
                  </a:lnTo>
                  <a:lnTo>
                    <a:pt x="4858107" y="1275950"/>
                  </a:lnTo>
                  <a:lnTo>
                    <a:pt x="4972195" y="1282602"/>
                  </a:lnTo>
                  <a:lnTo>
                    <a:pt x="5083792" y="1288339"/>
                  </a:lnTo>
                  <a:lnTo>
                    <a:pt x="5188996" y="1293145"/>
                  </a:lnTo>
                  <a:lnTo>
                    <a:pt x="5283799" y="1297020"/>
                  </a:lnTo>
                  <a:lnTo>
                    <a:pt x="5364641" y="1299996"/>
                  </a:lnTo>
                  <a:lnTo>
                    <a:pt x="5428989" y="1302139"/>
                  </a:lnTo>
                  <a:lnTo>
                    <a:pt x="5475814" y="1303556"/>
                  </a:lnTo>
                  <a:lnTo>
                    <a:pt x="5505837" y="1304385"/>
                  </a:lnTo>
                  <a:lnTo>
                    <a:pt x="5521534" y="1304781"/>
                  </a:lnTo>
                  <a:lnTo>
                    <a:pt x="5526942" y="1304907"/>
                  </a:lnTo>
                  <a:lnTo>
                    <a:pt x="5527445" y="1304917"/>
                  </a:lnTo>
                  <a:lnTo>
                    <a:pt x="6522385" y="1304917"/>
                  </a:lnTo>
                  <a:lnTo>
                    <a:pt x="6523505" y="1304945"/>
                  </a:lnTo>
                  <a:lnTo>
                    <a:pt x="6530893" y="1305144"/>
                  </a:lnTo>
                  <a:lnTo>
                    <a:pt x="6549623" y="1305693"/>
                  </a:lnTo>
                  <a:lnTo>
                    <a:pt x="6583373" y="1306774"/>
                  </a:lnTo>
                  <a:lnTo>
                    <a:pt x="6634214" y="1308562"/>
                  </a:lnTo>
                  <a:lnTo>
                    <a:pt x="6702451" y="1311204"/>
                  </a:lnTo>
                  <a:lnTo>
                    <a:pt x="6786680" y="1314812"/>
                  </a:lnTo>
                  <a:lnTo>
                    <a:pt x="6884092" y="1319451"/>
                  </a:lnTo>
                  <a:lnTo>
                    <a:pt x="6990985" y="1325148"/>
                  </a:lnTo>
                  <a:lnTo>
                    <a:pt x="7103345" y="1331899"/>
                  </a:lnTo>
                  <a:lnTo>
                    <a:pt x="7217371" y="1339682"/>
                  </a:lnTo>
                  <a:lnTo>
                    <a:pt x="7329839" y="1348478"/>
                  </a:lnTo>
                  <a:lnTo>
                    <a:pt x="7438290" y="1358280"/>
                  </a:lnTo>
                  <a:lnTo>
                    <a:pt x="7541063" y="1369108"/>
                  </a:lnTo>
                  <a:lnTo>
                    <a:pt x="7637212" y="1381008"/>
                  </a:lnTo>
                  <a:lnTo>
                    <a:pt x="7726375" y="1394060"/>
                  </a:lnTo>
                  <a:lnTo>
                    <a:pt x="7808636" y="1408377"/>
                  </a:lnTo>
                  <a:lnTo>
                    <a:pt x="7884385" y="1424104"/>
                  </a:lnTo>
                  <a:lnTo>
                    <a:pt x="7954213" y="1441411"/>
                  </a:lnTo>
                  <a:lnTo>
                    <a:pt x="8018830" y="1460488"/>
                  </a:lnTo>
                  <a:lnTo>
                    <a:pt x="8078996" y="1481537"/>
                  </a:lnTo>
                  <a:lnTo>
                    <a:pt x="8135476" y="1504747"/>
                  </a:lnTo>
                  <a:lnTo>
                    <a:pt x="8189002" y="1530266"/>
                  </a:lnTo>
                  <a:lnTo>
                    <a:pt x="8229629" y="1552101"/>
                  </a:lnTo>
                  <a:lnTo>
                    <a:pt x="8283121" y="1584186"/>
                  </a:lnTo>
                  <a:lnTo>
                    <a:pt x="8335091" y="1619070"/>
                  </a:lnTo>
                  <a:lnTo>
                    <a:pt x="8386032" y="1656805"/>
                  </a:lnTo>
                  <a:lnTo>
                    <a:pt x="8436323" y="1697375"/>
                  </a:lnTo>
                  <a:lnTo>
                    <a:pt x="8486248" y="1740690"/>
                  </a:lnTo>
                  <a:lnTo>
                    <a:pt x="8536013" y="1786580"/>
                  </a:lnTo>
                  <a:lnTo>
                    <a:pt x="8585755" y="1834788"/>
                  </a:lnTo>
                  <a:lnTo>
                    <a:pt x="8635555" y="1884978"/>
                  </a:lnTo>
                  <a:lnTo>
                    <a:pt x="8685442" y="1936738"/>
                  </a:lnTo>
                  <a:lnTo>
                    <a:pt x="8735410" y="1989595"/>
                  </a:lnTo>
                  <a:lnTo>
                    <a:pt x="8785427" y="2043030"/>
                  </a:lnTo>
                  <a:lnTo>
                    <a:pt x="8835447" y="2096500"/>
                  </a:lnTo>
                  <a:lnTo>
                    <a:pt x="8885424" y="2149461"/>
                  </a:lnTo>
                  <a:lnTo>
                    <a:pt x="8935322" y="2201390"/>
                  </a:lnTo>
                  <a:lnTo>
                    <a:pt x="8985132" y="2251806"/>
                  </a:lnTo>
                  <a:lnTo>
                    <a:pt x="9034878" y="2300289"/>
                  </a:lnTo>
                  <a:lnTo>
                    <a:pt x="9084634" y="2346492"/>
                  </a:lnTo>
                  <a:lnTo>
                    <a:pt x="9134529" y="2390149"/>
                  </a:lnTo>
                  <a:lnTo>
                    <a:pt x="9184758" y="2431079"/>
                  </a:lnTo>
                  <a:lnTo>
                    <a:pt x="9235596" y="2469180"/>
                  </a:lnTo>
                  <a:lnTo>
                    <a:pt x="9287410" y="2504428"/>
                  </a:lnTo>
                  <a:lnTo>
                    <a:pt x="9340674" y="2536868"/>
                  </a:lnTo>
                  <a:lnTo>
                    <a:pt x="9347647" y="2540834"/>
                  </a:lnTo>
                  <a:lnTo>
                    <a:pt x="9399309" y="2568226"/>
                  </a:lnTo>
                  <a:lnTo>
                    <a:pt x="9453398" y="2593251"/>
                  </a:lnTo>
                  <a:lnTo>
                    <a:pt x="9510590" y="2615993"/>
                  </a:lnTo>
                  <a:lnTo>
                    <a:pt x="9571627" y="2636611"/>
                  </a:lnTo>
                  <a:lnTo>
                    <a:pt x="9637276" y="2655300"/>
                  </a:lnTo>
                  <a:lnTo>
                    <a:pt x="9708293" y="2672259"/>
                  </a:lnTo>
                  <a:lnTo>
                    <a:pt x="9785366" y="2687676"/>
                  </a:lnTo>
                  <a:lnTo>
                    <a:pt x="9869053" y="2701717"/>
                  </a:lnTo>
                  <a:lnTo>
                    <a:pt x="9959690" y="2714519"/>
                  </a:lnTo>
                  <a:lnTo>
                    <a:pt x="10057277" y="2726188"/>
                  </a:lnTo>
                  <a:lnTo>
                    <a:pt x="10161344" y="2736797"/>
                  </a:lnTo>
                  <a:lnTo>
                    <a:pt x="10270803" y="2746388"/>
                  </a:lnTo>
                  <a:lnTo>
                    <a:pt x="10383829" y="2754972"/>
                  </a:lnTo>
                  <a:lnTo>
                    <a:pt x="10497796" y="2762540"/>
                  </a:lnTo>
                  <a:lnTo>
                    <a:pt x="10609337" y="2769071"/>
                  </a:lnTo>
                  <a:lnTo>
                    <a:pt x="10714570" y="2774545"/>
                  </a:lnTo>
                  <a:lnTo>
                    <a:pt x="10809498" y="2778965"/>
                  </a:lnTo>
                  <a:lnTo>
                    <a:pt x="10890559" y="2782362"/>
                  </a:lnTo>
                  <a:lnTo>
                    <a:pt x="10955204" y="2784814"/>
                  </a:lnTo>
                  <a:lnTo>
                    <a:pt x="11002369" y="2786440"/>
                  </a:lnTo>
                  <a:lnTo>
                    <a:pt x="11032735" y="2787395"/>
                  </a:lnTo>
                  <a:lnTo>
                    <a:pt x="11048727" y="2787855"/>
                  </a:lnTo>
                  <a:lnTo>
                    <a:pt x="11054333" y="2788003"/>
                  </a:lnTo>
                  <a:lnTo>
                    <a:pt x="11054891" y="2788017"/>
                  </a:lnTo>
                  <a:lnTo>
                    <a:pt x="12049831" y="2788017"/>
                  </a:lnTo>
                  <a:lnTo>
                    <a:pt x="12049831" y="27880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1" name="pl400"/>
            <p:cNvSpPr/>
            <p:nvPr/>
          </p:nvSpPr>
          <p:spPr>
            <a:xfrm>
              <a:off x="1199187" y="2483896"/>
              <a:ext cx="12049831" cy="2788017"/>
            </a:xfrm>
            <a:custGeom>
              <a:avLst/>
              <a:pathLst>
                <a:path w="12049831" h="2788017">
                  <a:moveTo>
                    <a:pt x="12049831" y="2788017"/>
                  </a:moveTo>
                  <a:lnTo>
                    <a:pt x="11054891" y="2788017"/>
                  </a:lnTo>
                  <a:lnTo>
                    <a:pt x="11053772" y="2787989"/>
                  </a:lnTo>
                  <a:lnTo>
                    <a:pt x="11046384" y="2787790"/>
                  </a:lnTo>
                  <a:lnTo>
                    <a:pt x="11027654" y="2787242"/>
                  </a:lnTo>
                  <a:lnTo>
                    <a:pt x="10993903" y="2786160"/>
                  </a:lnTo>
                  <a:lnTo>
                    <a:pt x="10943062" y="2784372"/>
                  </a:lnTo>
                  <a:lnTo>
                    <a:pt x="10874825" y="2781730"/>
                  </a:lnTo>
                  <a:lnTo>
                    <a:pt x="10790597" y="2778123"/>
                  </a:lnTo>
                  <a:lnTo>
                    <a:pt x="10693185" y="2773483"/>
                  </a:lnTo>
                  <a:lnTo>
                    <a:pt x="10586292" y="2767786"/>
                  </a:lnTo>
                  <a:lnTo>
                    <a:pt x="10473931" y="2761035"/>
                  </a:lnTo>
                  <a:lnTo>
                    <a:pt x="10359905" y="2753252"/>
                  </a:lnTo>
                  <a:lnTo>
                    <a:pt x="10247438" y="2744457"/>
                  </a:lnTo>
                  <a:lnTo>
                    <a:pt x="10138986" y="2734654"/>
                  </a:lnTo>
                  <a:lnTo>
                    <a:pt x="10036213" y="2723826"/>
                  </a:lnTo>
                  <a:lnTo>
                    <a:pt x="9940065" y="2711927"/>
                  </a:lnTo>
                  <a:lnTo>
                    <a:pt x="9850901" y="2698874"/>
                  </a:lnTo>
                  <a:lnTo>
                    <a:pt x="9768641" y="2684557"/>
                  </a:lnTo>
                  <a:lnTo>
                    <a:pt x="9692892" y="2668830"/>
                  </a:lnTo>
                  <a:lnTo>
                    <a:pt x="9623063" y="2651524"/>
                  </a:lnTo>
                  <a:lnTo>
                    <a:pt x="9558446" y="2632446"/>
                  </a:lnTo>
                  <a:lnTo>
                    <a:pt x="9498281" y="2611397"/>
                  </a:lnTo>
                  <a:lnTo>
                    <a:pt x="9441800" y="2588188"/>
                  </a:lnTo>
                  <a:lnTo>
                    <a:pt x="9388274" y="2562668"/>
                  </a:lnTo>
                  <a:lnTo>
                    <a:pt x="9347647" y="2540834"/>
                  </a:lnTo>
                  <a:lnTo>
                    <a:pt x="9294155" y="2508748"/>
                  </a:lnTo>
                  <a:lnTo>
                    <a:pt x="9242185" y="2473864"/>
                  </a:lnTo>
                  <a:lnTo>
                    <a:pt x="9191244" y="2436130"/>
                  </a:lnTo>
                  <a:lnTo>
                    <a:pt x="9140954" y="2395559"/>
                  </a:lnTo>
                  <a:lnTo>
                    <a:pt x="9091029" y="2352244"/>
                  </a:lnTo>
                  <a:lnTo>
                    <a:pt x="9041264" y="2306354"/>
                  </a:lnTo>
                  <a:lnTo>
                    <a:pt x="8991521" y="2258146"/>
                  </a:lnTo>
                  <a:lnTo>
                    <a:pt x="8941722" y="2207956"/>
                  </a:lnTo>
                  <a:lnTo>
                    <a:pt x="8891835" y="2156196"/>
                  </a:lnTo>
                  <a:lnTo>
                    <a:pt x="8841867" y="2103339"/>
                  </a:lnTo>
                  <a:lnTo>
                    <a:pt x="8791850" y="2049904"/>
                  </a:lnTo>
                  <a:lnTo>
                    <a:pt x="8741829" y="1996434"/>
                  </a:lnTo>
                  <a:lnTo>
                    <a:pt x="8691853" y="1943473"/>
                  </a:lnTo>
                  <a:lnTo>
                    <a:pt x="8641954" y="1891545"/>
                  </a:lnTo>
                  <a:lnTo>
                    <a:pt x="8592145" y="1841129"/>
                  </a:lnTo>
                  <a:lnTo>
                    <a:pt x="8542398" y="1792646"/>
                  </a:lnTo>
                  <a:lnTo>
                    <a:pt x="8492642" y="1746442"/>
                  </a:lnTo>
                  <a:lnTo>
                    <a:pt x="8442748" y="1702785"/>
                  </a:lnTo>
                  <a:lnTo>
                    <a:pt x="8392518" y="1661856"/>
                  </a:lnTo>
                  <a:lnTo>
                    <a:pt x="8341680" y="1623755"/>
                  </a:lnTo>
                  <a:lnTo>
                    <a:pt x="8289867" y="1588506"/>
                  </a:lnTo>
                  <a:lnTo>
                    <a:pt x="8236602" y="1556067"/>
                  </a:lnTo>
                  <a:lnTo>
                    <a:pt x="8229629" y="1552101"/>
                  </a:lnTo>
                  <a:lnTo>
                    <a:pt x="8177968" y="1524708"/>
                  </a:lnTo>
                  <a:lnTo>
                    <a:pt x="8123879" y="1499683"/>
                  </a:lnTo>
                  <a:lnTo>
                    <a:pt x="8066687" y="1476942"/>
                  </a:lnTo>
                  <a:lnTo>
                    <a:pt x="8005650" y="1456323"/>
                  </a:lnTo>
                  <a:lnTo>
                    <a:pt x="7940000" y="1437634"/>
                  </a:lnTo>
                  <a:lnTo>
                    <a:pt x="7868983" y="1420675"/>
                  </a:lnTo>
                  <a:lnTo>
                    <a:pt x="7791910" y="1405258"/>
                  </a:lnTo>
                  <a:lnTo>
                    <a:pt x="7708223" y="1391217"/>
                  </a:lnTo>
                  <a:lnTo>
                    <a:pt x="7617587" y="1378415"/>
                  </a:lnTo>
                  <a:lnTo>
                    <a:pt x="7519999" y="1366746"/>
                  </a:lnTo>
                  <a:lnTo>
                    <a:pt x="7415932" y="1356137"/>
                  </a:lnTo>
                  <a:lnTo>
                    <a:pt x="7306473" y="1346546"/>
                  </a:lnTo>
                  <a:lnTo>
                    <a:pt x="7193447" y="1337962"/>
                  </a:lnTo>
                  <a:lnTo>
                    <a:pt x="7079481" y="1330394"/>
                  </a:lnTo>
                  <a:lnTo>
                    <a:pt x="6967939" y="1323864"/>
                  </a:lnTo>
                  <a:lnTo>
                    <a:pt x="6862707" y="1318389"/>
                  </a:lnTo>
                  <a:lnTo>
                    <a:pt x="6767779" y="1313970"/>
                  </a:lnTo>
                  <a:lnTo>
                    <a:pt x="6686717" y="1310572"/>
                  </a:lnTo>
                  <a:lnTo>
                    <a:pt x="6622073" y="1308120"/>
                  </a:lnTo>
                  <a:lnTo>
                    <a:pt x="6574908" y="1306494"/>
                  </a:lnTo>
                  <a:lnTo>
                    <a:pt x="6544542" y="1305539"/>
                  </a:lnTo>
                  <a:lnTo>
                    <a:pt x="6528550" y="1305079"/>
                  </a:lnTo>
                  <a:lnTo>
                    <a:pt x="6522943" y="1304931"/>
                  </a:lnTo>
                  <a:lnTo>
                    <a:pt x="6522385" y="1304917"/>
                  </a:lnTo>
                  <a:lnTo>
                    <a:pt x="5527445" y="1304917"/>
                  </a:lnTo>
                  <a:lnTo>
                    <a:pt x="5526322" y="1304893"/>
                  </a:lnTo>
                  <a:lnTo>
                    <a:pt x="5518909" y="1304717"/>
                  </a:lnTo>
                  <a:lnTo>
                    <a:pt x="5500118" y="1304233"/>
                  </a:lnTo>
                  <a:lnTo>
                    <a:pt x="5466262" y="1303278"/>
                  </a:lnTo>
                  <a:lnTo>
                    <a:pt x="5415270" y="1301699"/>
                  </a:lnTo>
                  <a:lnTo>
                    <a:pt x="5346845" y="1299367"/>
                  </a:lnTo>
                  <a:lnTo>
                    <a:pt x="5262407" y="1296182"/>
                  </a:lnTo>
                  <a:lnTo>
                    <a:pt x="5164782" y="1292087"/>
                  </a:lnTo>
                  <a:lnTo>
                    <a:pt x="5057692" y="1287060"/>
                  </a:lnTo>
                  <a:lnTo>
                    <a:pt x="4945162" y="1281103"/>
                  </a:lnTo>
                  <a:lnTo>
                    <a:pt x="4831005" y="1274236"/>
                  </a:lnTo>
                  <a:lnTo>
                    <a:pt x="4718447" y="1266476"/>
                  </a:lnTo>
                  <a:lnTo>
                    <a:pt x="4609942" y="1257828"/>
                  </a:lnTo>
                  <a:lnTo>
                    <a:pt x="4507148" y="1248276"/>
                  </a:lnTo>
                  <a:lnTo>
                    <a:pt x="4411004" y="1237777"/>
                  </a:lnTo>
                  <a:lnTo>
                    <a:pt x="4321863" y="1226261"/>
                  </a:lnTo>
                  <a:lnTo>
                    <a:pt x="4239637" y="1213626"/>
                  </a:lnTo>
                  <a:lnTo>
                    <a:pt x="4163927" y="1199746"/>
                  </a:lnTo>
                  <a:lnTo>
                    <a:pt x="4094136" y="1184469"/>
                  </a:lnTo>
                  <a:lnTo>
                    <a:pt x="4029554" y="1167627"/>
                  </a:lnTo>
                  <a:lnTo>
                    <a:pt x="3969415" y="1149042"/>
                  </a:lnTo>
                  <a:lnTo>
                    <a:pt x="3912952" y="1128547"/>
                  </a:lnTo>
                  <a:lnTo>
                    <a:pt x="3859432" y="1106014"/>
                  </a:lnTo>
                  <a:lnTo>
                    <a:pt x="3820202" y="1087431"/>
                  </a:lnTo>
                  <a:lnTo>
                    <a:pt x="3765318" y="1058421"/>
                  </a:lnTo>
                  <a:lnTo>
                    <a:pt x="3712024" y="1026815"/>
                  </a:lnTo>
                  <a:lnTo>
                    <a:pt x="3659790" y="992566"/>
                  </a:lnTo>
                  <a:lnTo>
                    <a:pt x="3608215" y="955692"/>
                  </a:lnTo>
                  <a:lnTo>
                    <a:pt x="3556999" y="916287"/>
                  </a:lnTo>
                  <a:lnTo>
                    <a:pt x="3505929" y="874523"/>
                  </a:lnTo>
                  <a:lnTo>
                    <a:pt x="3454865" y="830655"/>
                  </a:lnTo>
                  <a:lnTo>
                    <a:pt x="3403732" y="785016"/>
                  </a:lnTo>
                  <a:lnTo>
                    <a:pt x="3352506" y="738010"/>
                  </a:lnTo>
                  <a:lnTo>
                    <a:pt x="3301200" y="690098"/>
                  </a:lnTo>
                  <a:lnTo>
                    <a:pt x="3249855" y="641782"/>
                  </a:lnTo>
                  <a:lnTo>
                    <a:pt x="3198521" y="593582"/>
                  </a:lnTo>
                  <a:lnTo>
                    <a:pt x="3147247" y="546010"/>
                  </a:lnTo>
                  <a:lnTo>
                    <a:pt x="3096062" y="499554"/>
                  </a:lnTo>
                  <a:lnTo>
                    <a:pt x="3044966" y="454650"/>
                  </a:lnTo>
                  <a:lnTo>
                    <a:pt x="2993912" y="411675"/>
                  </a:lnTo>
                  <a:lnTo>
                    <a:pt x="2942798" y="370926"/>
                  </a:lnTo>
                  <a:lnTo>
                    <a:pt x="2891455" y="332623"/>
                  </a:lnTo>
                  <a:lnTo>
                    <a:pt x="2839632" y="296901"/>
                  </a:lnTo>
                  <a:lnTo>
                    <a:pt x="2786986" y="263821"/>
                  </a:lnTo>
                  <a:lnTo>
                    <a:pt x="2733063" y="233370"/>
                  </a:lnTo>
                  <a:lnTo>
                    <a:pt x="2702183" y="217486"/>
                  </a:lnTo>
                  <a:lnTo>
                    <a:pt x="2650461" y="193357"/>
                  </a:lnTo>
                  <a:lnTo>
                    <a:pt x="2596304" y="171317"/>
                  </a:lnTo>
                  <a:lnTo>
                    <a:pt x="2539035" y="151290"/>
                  </a:lnTo>
                  <a:lnTo>
                    <a:pt x="2477910" y="133135"/>
                  </a:lnTo>
                  <a:lnTo>
                    <a:pt x="2412158" y="116681"/>
                  </a:lnTo>
                  <a:lnTo>
                    <a:pt x="2341022" y="101751"/>
                  </a:lnTo>
                  <a:lnTo>
                    <a:pt x="2263811" y="88180"/>
                  </a:lnTo>
                  <a:lnTo>
                    <a:pt x="2179967" y="75821"/>
                  </a:lnTo>
                  <a:lnTo>
                    <a:pt x="2089155" y="64555"/>
                  </a:lnTo>
                  <a:lnTo>
                    <a:pt x="1991379" y="54286"/>
                  </a:lnTo>
                  <a:lnTo>
                    <a:pt x="1887118" y="44952"/>
                  </a:lnTo>
                  <a:lnTo>
                    <a:pt x="1777470" y="36516"/>
                  </a:lnTo>
                  <a:lnTo>
                    <a:pt x="1664278" y="28967"/>
                  </a:lnTo>
                  <a:lnTo>
                    <a:pt x="1550190" y="22315"/>
                  </a:lnTo>
                  <a:lnTo>
                    <a:pt x="1438593" y="16578"/>
                  </a:lnTo>
                  <a:lnTo>
                    <a:pt x="1333389" y="11772"/>
                  </a:lnTo>
                  <a:lnTo>
                    <a:pt x="1238586" y="7897"/>
                  </a:lnTo>
                  <a:lnTo>
                    <a:pt x="1157744" y="4921"/>
                  </a:lnTo>
                  <a:lnTo>
                    <a:pt x="1093396" y="2778"/>
                  </a:lnTo>
                  <a:lnTo>
                    <a:pt x="1046571" y="1361"/>
                  </a:lnTo>
                  <a:lnTo>
                    <a:pt x="1016548" y="532"/>
                  </a:lnTo>
                  <a:lnTo>
                    <a:pt x="1000851" y="136"/>
                  </a:lnTo>
                  <a:lnTo>
                    <a:pt x="995443" y="1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2" name="pg401"/>
            <p:cNvSpPr/>
            <p:nvPr/>
          </p:nvSpPr>
          <p:spPr>
            <a:xfrm>
              <a:off x="1199187" y="2499617"/>
              <a:ext cx="12049831" cy="3128658"/>
            </a:xfrm>
            <a:custGeom>
              <a:avLst/>
              <a:pathLst>
                <a:path w="12049831" h="3128658">
                  <a:moveTo>
                    <a:pt x="0" y="10481"/>
                  </a:moveTo>
                  <a:lnTo>
                    <a:pt x="994940" y="10481"/>
                  </a:lnTo>
                  <a:lnTo>
                    <a:pt x="996063" y="10505"/>
                  </a:lnTo>
                  <a:lnTo>
                    <a:pt x="1003475" y="10682"/>
                  </a:lnTo>
                  <a:lnTo>
                    <a:pt x="1022264" y="11168"/>
                  </a:lnTo>
                  <a:lnTo>
                    <a:pt x="1056118" y="12127"/>
                  </a:lnTo>
                  <a:lnTo>
                    <a:pt x="1107106" y="13711"/>
                  </a:lnTo>
                  <a:lnTo>
                    <a:pt x="1175525" y="16053"/>
                  </a:lnTo>
                  <a:lnTo>
                    <a:pt x="1259957" y="19250"/>
                  </a:lnTo>
                  <a:lnTo>
                    <a:pt x="1357576" y="23361"/>
                  </a:lnTo>
                  <a:lnTo>
                    <a:pt x="1464661" y="28409"/>
                  </a:lnTo>
                  <a:lnTo>
                    <a:pt x="1577186" y="34389"/>
                  </a:lnTo>
                  <a:lnTo>
                    <a:pt x="1691339" y="41283"/>
                  </a:lnTo>
                  <a:lnTo>
                    <a:pt x="1803896" y="49073"/>
                  </a:lnTo>
                  <a:lnTo>
                    <a:pt x="1912399" y="57755"/>
                  </a:lnTo>
                  <a:lnTo>
                    <a:pt x="2015193" y="67345"/>
                  </a:lnTo>
                  <a:lnTo>
                    <a:pt x="2111336" y="77885"/>
                  </a:lnTo>
                  <a:lnTo>
                    <a:pt x="2200478" y="89447"/>
                  </a:lnTo>
                  <a:lnTo>
                    <a:pt x="2282705" y="102131"/>
                  </a:lnTo>
                  <a:lnTo>
                    <a:pt x="2358416" y="116066"/>
                  </a:lnTo>
                  <a:lnTo>
                    <a:pt x="2428208" y="131403"/>
                  </a:lnTo>
                  <a:lnTo>
                    <a:pt x="2492791" y="148311"/>
                  </a:lnTo>
                  <a:lnTo>
                    <a:pt x="2552931" y="166969"/>
                  </a:lnTo>
                  <a:lnTo>
                    <a:pt x="2609395" y="187544"/>
                  </a:lnTo>
                  <a:lnTo>
                    <a:pt x="2662915" y="210166"/>
                  </a:lnTo>
                  <a:lnTo>
                    <a:pt x="2702183" y="228841"/>
                  </a:lnTo>
                  <a:lnTo>
                    <a:pt x="2757026" y="257944"/>
                  </a:lnTo>
                  <a:lnTo>
                    <a:pt x="2810281" y="289650"/>
                  </a:lnTo>
                  <a:lnTo>
                    <a:pt x="2862477" y="324006"/>
                  </a:lnTo>
                  <a:lnTo>
                    <a:pt x="2914014" y="360992"/>
                  </a:lnTo>
                  <a:lnTo>
                    <a:pt x="2965192" y="400517"/>
                  </a:lnTo>
                  <a:lnTo>
                    <a:pt x="3016224" y="442408"/>
                  </a:lnTo>
                  <a:lnTo>
                    <a:pt x="3067249" y="486409"/>
                  </a:lnTo>
                  <a:lnTo>
                    <a:pt x="3118343" y="532188"/>
                  </a:lnTo>
                  <a:lnTo>
                    <a:pt x="3169530" y="579340"/>
                  </a:lnTo>
                  <a:lnTo>
                    <a:pt x="3220796" y="627403"/>
                  </a:lnTo>
                  <a:lnTo>
                    <a:pt x="3272102" y="675875"/>
                  </a:lnTo>
                  <a:lnTo>
                    <a:pt x="3323397" y="724235"/>
                  </a:lnTo>
                  <a:lnTo>
                    <a:pt x="3374634" y="771970"/>
                  </a:lnTo>
                  <a:lnTo>
                    <a:pt x="3425780" y="818592"/>
                  </a:lnTo>
                  <a:lnTo>
                    <a:pt x="3476839" y="863661"/>
                  </a:lnTo>
                  <a:lnTo>
                    <a:pt x="3527854" y="906801"/>
                  </a:lnTo>
                  <a:lnTo>
                    <a:pt x="3578928" y="947711"/>
                  </a:lnTo>
                  <a:lnTo>
                    <a:pt x="3630228" y="986173"/>
                  </a:lnTo>
                  <a:lnTo>
                    <a:pt x="3682003" y="1022048"/>
                  </a:lnTo>
                  <a:lnTo>
                    <a:pt x="3734593" y="1055275"/>
                  </a:lnTo>
                  <a:lnTo>
                    <a:pt x="3788451" y="1085865"/>
                  </a:lnTo>
                  <a:lnTo>
                    <a:pt x="3820202" y="1102280"/>
                  </a:lnTo>
                  <a:lnTo>
                    <a:pt x="3871923" y="1126504"/>
                  </a:lnTo>
                  <a:lnTo>
                    <a:pt x="3926078" y="1148633"/>
                  </a:lnTo>
                  <a:lnTo>
                    <a:pt x="3983344" y="1168739"/>
                  </a:lnTo>
                  <a:lnTo>
                    <a:pt x="4044467" y="1186967"/>
                  </a:lnTo>
                  <a:lnTo>
                    <a:pt x="4110216" y="1203487"/>
                  </a:lnTo>
                  <a:lnTo>
                    <a:pt x="4181349" y="1218477"/>
                  </a:lnTo>
                  <a:lnTo>
                    <a:pt x="4258556" y="1232102"/>
                  </a:lnTo>
                  <a:lnTo>
                    <a:pt x="4342396" y="1244510"/>
                  </a:lnTo>
                  <a:lnTo>
                    <a:pt x="4433202" y="1255822"/>
                  </a:lnTo>
                  <a:lnTo>
                    <a:pt x="4530973" y="1266131"/>
                  </a:lnTo>
                  <a:lnTo>
                    <a:pt x="4635229" y="1275503"/>
                  </a:lnTo>
                  <a:lnTo>
                    <a:pt x="4744872" y="1283974"/>
                  </a:lnTo>
                  <a:lnTo>
                    <a:pt x="4858059" y="1291553"/>
                  </a:lnTo>
                  <a:lnTo>
                    <a:pt x="4972144" y="1298232"/>
                  </a:lnTo>
                  <a:lnTo>
                    <a:pt x="5083740" y="1303992"/>
                  </a:lnTo>
                  <a:lnTo>
                    <a:pt x="5188944" y="1308817"/>
                  </a:lnTo>
                  <a:lnTo>
                    <a:pt x="5283751" y="1312709"/>
                  </a:lnTo>
                  <a:lnTo>
                    <a:pt x="5364599" y="1315696"/>
                  </a:lnTo>
                  <a:lnTo>
                    <a:pt x="5428955" y="1317848"/>
                  </a:lnTo>
                  <a:lnTo>
                    <a:pt x="5475789" y="1319272"/>
                  </a:lnTo>
                  <a:lnTo>
                    <a:pt x="5505822" y="1320104"/>
                  </a:lnTo>
                  <a:lnTo>
                    <a:pt x="5521527" y="1320502"/>
                  </a:lnTo>
                  <a:lnTo>
                    <a:pt x="5526940" y="1320628"/>
                  </a:lnTo>
                  <a:lnTo>
                    <a:pt x="5527445" y="1320639"/>
                  </a:lnTo>
                  <a:lnTo>
                    <a:pt x="6522385" y="1320639"/>
                  </a:lnTo>
                  <a:lnTo>
                    <a:pt x="6523497" y="1320673"/>
                  </a:lnTo>
                  <a:lnTo>
                    <a:pt x="6530832" y="1320913"/>
                  </a:lnTo>
                  <a:lnTo>
                    <a:pt x="6549431" y="1321577"/>
                  </a:lnTo>
                  <a:lnTo>
                    <a:pt x="6582957" y="1322886"/>
                  </a:lnTo>
                  <a:lnTo>
                    <a:pt x="6633476" y="1325049"/>
                  </a:lnTo>
                  <a:lnTo>
                    <a:pt x="6701313" y="1328247"/>
                  </a:lnTo>
                  <a:lnTo>
                    <a:pt x="6785095" y="1332614"/>
                  </a:lnTo>
                  <a:lnTo>
                    <a:pt x="6882054" y="1338232"/>
                  </a:lnTo>
                  <a:lnTo>
                    <a:pt x="6988524" y="1345134"/>
                  </a:lnTo>
                  <a:lnTo>
                    <a:pt x="7100524" y="1353312"/>
                  </a:lnTo>
                  <a:lnTo>
                    <a:pt x="7214268" y="1362745"/>
                  </a:lnTo>
                  <a:lnTo>
                    <a:pt x="7326539" y="1373406"/>
                  </a:lnTo>
                  <a:lnTo>
                    <a:pt x="7434875" y="1385288"/>
                  </a:lnTo>
                  <a:lnTo>
                    <a:pt x="7537602" y="1398413"/>
                  </a:lnTo>
                  <a:lnTo>
                    <a:pt x="7633759" y="1412835"/>
                  </a:lnTo>
                  <a:lnTo>
                    <a:pt x="7722970" y="1428652"/>
                  </a:lnTo>
                  <a:lnTo>
                    <a:pt x="7805303" y="1445996"/>
                  </a:lnTo>
                  <a:lnTo>
                    <a:pt x="7881134" y="1465042"/>
                  </a:lnTo>
                  <a:lnTo>
                    <a:pt x="7951046" y="1485995"/>
                  </a:lnTo>
                  <a:lnTo>
                    <a:pt x="8015737" y="1509085"/>
                  </a:lnTo>
                  <a:lnTo>
                    <a:pt x="8075960" y="1534553"/>
                  </a:lnTo>
                  <a:lnTo>
                    <a:pt x="8132477" y="1562632"/>
                  </a:lnTo>
                  <a:lnTo>
                    <a:pt x="8186017" y="1593505"/>
                  </a:lnTo>
                  <a:lnTo>
                    <a:pt x="8229629" y="1621976"/>
                  </a:lnTo>
                  <a:lnTo>
                    <a:pt x="8280635" y="1659169"/>
                  </a:lnTo>
                  <a:lnTo>
                    <a:pt x="8330236" y="1699454"/>
                  </a:lnTo>
                  <a:lnTo>
                    <a:pt x="8378867" y="1742893"/>
                  </a:lnTo>
                  <a:lnTo>
                    <a:pt x="8426864" y="1789478"/>
                  </a:lnTo>
                  <a:lnTo>
                    <a:pt x="8474487" y="1839128"/>
                  </a:lnTo>
                  <a:lnTo>
                    <a:pt x="8521927" y="1891680"/>
                  </a:lnTo>
                  <a:lnTo>
                    <a:pt x="8569318" y="1946889"/>
                  </a:lnTo>
                  <a:lnTo>
                    <a:pt x="8616742" y="2004424"/>
                  </a:lnTo>
                  <a:lnTo>
                    <a:pt x="8664240" y="2063878"/>
                  </a:lnTo>
                  <a:lnTo>
                    <a:pt x="8711817" y="2124777"/>
                  </a:lnTo>
                  <a:lnTo>
                    <a:pt x="8759456" y="2186591"/>
                  </a:lnTo>
                  <a:lnTo>
                    <a:pt x="8807120" y="2248758"/>
                  </a:lnTo>
                  <a:lnTo>
                    <a:pt x="8854767" y="2310702"/>
                  </a:lnTo>
                  <a:lnTo>
                    <a:pt x="8902361" y="2371853"/>
                  </a:lnTo>
                  <a:lnTo>
                    <a:pt x="8949877" y="2431676"/>
                  </a:lnTo>
                  <a:lnTo>
                    <a:pt x="8997316" y="2489680"/>
                  </a:lnTo>
                  <a:lnTo>
                    <a:pt x="9044708" y="2545442"/>
                  </a:lnTo>
                  <a:lnTo>
                    <a:pt x="9092128" y="2598615"/>
                  </a:lnTo>
                  <a:lnTo>
                    <a:pt x="9139695" y="2648933"/>
                  </a:lnTo>
                  <a:lnTo>
                    <a:pt x="9187588" y="2696216"/>
                  </a:lnTo>
                  <a:lnTo>
                    <a:pt x="9236050" y="2740365"/>
                  </a:lnTo>
                  <a:lnTo>
                    <a:pt x="9285399" y="2781356"/>
                  </a:lnTo>
                  <a:lnTo>
                    <a:pt x="9336046" y="2819235"/>
                  </a:lnTo>
                  <a:lnTo>
                    <a:pt x="9347647" y="2827322"/>
                  </a:lnTo>
                  <a:lnTo>
                    <a:pt x="9399178" y="2860636"/>
                  </a:lnTo>
                  <a:lnTo>
                    <a:pt x="9453122" y="2891079"/>
                  </a:lnTo>
                  <a:lnTo>
                    <a:pt x="9510151" y="2918750"/>
                  </a:lnTo>
                  <a:lnTo>
                    <a:pt x="9571000" y="2943845"/>
                  </a:lnTo>
                  <a:lnTo>
                    <a:pt x="9636431" y="2966596"/>
                  </a:lnTo>
                  <a:lnTo>
                    <a:pt x="9707193" y="2987247"/>
                  </a:lnTo>
                  <a:lnTo>
                    <a:pt x="9783973" y="3006024"/>
                  </a:lnTo>
                  <a:lnTo>
                    <a:pt x="9867326" y="3023127"/>
                  </a:lnTo>
                  <a:lnTo>
                    <a:pt x="9957590" y="3038725"/>
                  </a:lnTo>
                  <a:lnTo>
                    <a:pt x="10054776" y="3052947"/>
                  </a:lnTo>
                  <a:lnTo>
                    <a:pt x="10158427" y="3065881"/>
                  </a:lnTo>
                  <a:lnTo>
                    <a:pt x="10267483" y="3077579"/>
                  </a:lnTo>
                  <a:lnTo>
                    <a:pt x="10380154" y="3088056"/>
                  </a:lnTo>
                  <a:lnTo>
                    <a:pt x="10493858" y="3097301"/>
                  </a:lnTo>
                  <a:lnTo>
                    <a:pt x="10605276" y="3105288"/>
                  </a:lnTo>
                  <a:lnTo>
                    <a:pt x="10710564" y="3111995"/>
                  </a:lnTo>
                  <a:lnTo>
                    <a:pt x="10805753" y="3117421"/>
                  </a:lnTo>
                  <a:lnTo>
                    <a:pt x="10887276" y="3121605"/>
                  </a:lnTo>
                  <a:lnTo>
                    <a:pt x="10952548" y="3124637"/>
                  </a:lnTo>
                  <a:lnTo>
                    <a:pt x="11000438" y="3126659"/>
                  </a:lnTo>
                  <a:lnTo>
                    <a:pt x="11031536" y="3127856"/>
                  </a:lnTo>
                  <a:lnTo>
                    <a:pt x="11048165" y="3128442"/>
                  </a:lnTo>
                  <a:lnTo>
                    <a:pt x="11054206" y="3128637"/>
                  </a:lnTo>
                  <a:lnTo>
                    <a:pt x="11054891" y="3128658"/>
                  </a:lnTo>
                  <a:lnTo>
                    <a:pt x="12049831" y="3128658"/>
                  </a:lnTo>
                  <a:lnTo>
                    <a:pt x="12049831" y="3118177"/>
                  </a:lnTo>
                  <a:lnTo>
                    <a:pt x="11054891" y="3118177"/>
                  </a:lnTo>
                  <a:lnTo>
                    <a:pt x="11053780" y="3118143"/>
                  </a:lnTo>
                  <a:lnTo>
                    <a:pt x="11046445" y="3117903"/>
                  </a:lnTo>
                  <a:lnTo>
                    <a:pt x="11027845" y="3117239"/>
                  </a:lnTo>
                  <a:lnTo>
                    <a:pt x="10994320" y="3115930"/>
                  </a:lnTo>
                  <a:lnTo>
                    <a:pt x="10943801" y="3113767"/>
                  </a:lnTo>
                  <a:lnTo>
                    <a:pt x="10875963" y="3110569"/>
                  </a:lnTo>
                  <a:lnTo>
                    <a:pt x="10792181" y="3106202"/>
                  </a:lnTo>
                  <a:lnTo>
                    <a:pt x="10695223" y="3100584"/>
                  </a:lnTo>
                  <a:lnTo>
                    <a:pt x="10588752" y="3093683"/>
                  </a:lnTo>
                  <a:lnTo>
                    <a:pt x="10476753" y="3085504"/>
                  </a:lnTo>
                  <a:lnTo>
                    <a:pt x="10363008" y="3076071"/>
                  </a:lnTo>
                  <a:lnTo>
                    <a:pt x="10250737" y="3065410"/>
                  </a:lnTo>
                  <a:lnTo>
                    <a:pt x="10142401" y="3053528"/>
                  </a:lnTo>
                  <a:lnTo>
                    <a:pt x="10039674" y="3040403"/>
                  </a:lnTo>
                  <a:lnTo>
                    <a:pt x="9943517" y="3025981"/>
                  </a:lnTo>
                  <a:lnTo>
                    <a:pt x="9854306" y="3010165"/>
                  </a:lnTo>
                  <a:lnTo>
                    <a:pt x="9771974" y="2992820"/>
                  </a:lnTo>
                  <a:lnTo>
                    <a:pt x="9696142" y="2973774"/>
                  </a:lnTo>
                  <a:lnTo>
                    <a:pt x="9626231" y="2952821"/>
                  </a:lnTo>
                  <a:lnTo>
                    <a:pt x="9561540" y="2929731"/>
                  </a:lnTo>
                  <a:lnTo>
                    <a:pt x="9501317" y="2904263"/>
                  </a:lnTo>
                  <a:lnTo>
                    <a:pt x="9444799" y="2876184"/>
                  </a:lnTo>
                  <a:lnTo>
                    <a:pt x="9391260" y="2845311"/>
                  </a:lnTo>
                  <a:lnTo>
                    <a:pt x="9347647" y="2816840"/>
                  </a:lnTo>
                  <a:lnTo>
                    <a:pt x="9296642" y="2779648"/>
                  </a:lnTo>
                  <a:lnTo>
                    <a:pt x="9247040" y="2739362"/>
                  </a:lnTo>
                  <a:lnTo>
                    <a:pt x="9198410" y="2695923"/>
                  </a:lnTo>
                  <a:lnTo>
                    <a:pt x="9150413" y="2649338"/>
                  </a:lnTo>
                  <a:lnTo>
                    <a:pt x="9102790" y="2599688"/>
                  </a:lnTo>
                  <a:lnTo>
                    <a:pt x="9055350" y="2547136"/>
                  </a:lnTo>
                  <a:lnTo>
                    <a:pt x="9007959" y="2491927"/>
                  </a:lnTo>
                  <a:lnTo>
                    <a:pt x="8960535" y="2434392"/>
                  </a:lnTo>
                  <a:lnTo>
                    <a:pt x="8913037" y="2374938"/>
                  </a:lnTo>
                  <a:lnTo>
                    <a:pt x="8865459" y="2314039"/>
                  </a:lnTo>
                  <a:lnTo>
                    <a:pt x="8817821" y="2252225"/>
                  </a:lnTo>
                  <a:lnTo>
                    <a:pt x="8770157" y="2190058"/>
                  </a:lnTo>
                  <a:lnTo>
                    <a:pt x="8722509" y="2128114"/>
                  </a:lnTo>
                  <a:lnTo>
                    <a:pt x="8674916" y="2066963"/>
                  </a:lnTo>
                  <a:lnTo>
                    <a:pt x="8627399" y="2007140"/>
                  </a:lnTo>
                  <a:lnTo>
                    <a:pt x="8579961" y="1949136"/>
                  </a:lnTo>
                  <a:lnTo>
                    <a:pt x="8532568" y="1893374"/>
                  </a:lnTo>
                  <a:lnTo>
                    <a:pt x="8485149" y="1840201"/>
                  </a:lnTo>
                  <a:lnTo>
                    <a:pt x="8437581" y="1789883"/>
                  </a:lnTo>
                  <a:lnTo>
                    <a:pt x="8389688" y="1742600"/>
                  </a:lnTo>
                  <a:lnTo>
                    <a:pt x="8341227" y="1698451"/>
                  </a:lnTo>
                  <a:lnTo>
                    <a:pt x="8291877" y="1657460"/>
                  </a:lnTo>
                  <a:lnTo>
                    <a:pt x="8241230" y="1619581"/>
                  </a:lnTo>
                  <a:lnTo>
                    <a:pt x="8229629" y="1611494"/>
                  </a:lnTo>
                  <a:lnTo>
                    <a:pt x="8178099" y="1578180"/>
                  </a:lnTo>
                  <a:lnTo>
                    <a:pt x="8124154" y="1547737"/>
                  </a:lnTo>
                  <a:lnTo>
                    <a:pt x="8067125" y="1520066"/>
                  </a:lnTo>
                  <a:lnTo>
                    <a:pt x="8006277" y="1494972"/>
                  </a:lnTo>
                  <a:lnTo>
                    <a:pt x="7940846" y="1472220"/>
                  </a:lnTo>
                  <a:lnTo>
                    <a:pt x="7870083" y="1451569"/>
                  </a:lnTo>
                  <a:lnTo>
                    <a:pt x="7793303" y="1432793"/>
                  </a:lnTo>
                  <a:lnTo>
                    <a:pt x="7709951" y="1415689"/>
                  </a:lnTo>
                  <a:lnTo>
                    <a:pt x="7619686" y="1400091"/>
                  </a:lnTo>
                  <a:lnTo>
                    <a:pt x="7522501" y="1385869"/>
                  </a:lnTo>
                  <a:lnTo>
                    <a:pt x="7418849" y="1372935"/>
                  </a:lnTo>
                  <a:lnTo>
                    <a:pt x="7309793" y="1361237"/>
                  </a:lnTo>
                  <a:lnTo>
                    <a:pt x="7197122" y="1350760"/>
                  </a:lnTo>
                  <a:lnTo>
                    <a:pt x="7083418" y="1341516"/>
                  </a:lnTo>
                  <a:lnTo>
                    <a:pt x="6972001" y="1333528"/>
                  </a:lnTo>
                  <a:lnTo>
                    <a:pt x="6866712" y="1326821"/>
                  </a:lnTo>
                  <a:lnTo>
                    <a:pt x="6771523" y="1321395"/>
                  </a:lnTo>
                  <a:lnTo>
                    <a:pt x="6690000" y="1317211"/>
                  </a:lnTo>
                  <a:lnTo>
                    <a:pt x="6624728" y="1314179"/>
                  </a:lnTo>
                  <a:lnTo>
                    <a:pt x="6576838" y="1312157"/>
                  </a:lnTo>
                  <a:lnTo>
                    <a:pt x="6545740" y="1310960"/>
                  </a:lnTo>
                  <a:lnTo>
                    <a:pt x="6529112" y="1310374"/>
                  </a:lnTo>
                  <a:lnTo>
                    <a:pt x="6523071" y="1310179"/>
                  </a:lnTo>
                  <a:lnTo>
                    <a:pt x="6522385" y="1310158"/>
                  </a:lnTo>
                  <a:lnTo>
                    <a:pt x="5527445" y="1310158"/>
                  </a:lnTo>
                  <a:lnTo>
                    <a:pt x="5526322" y="1310133"/>
                  </a:lnTo>
                  <a:lnTo>
                    <a:pt x="5518910" y="1309957"/>
                  </a:lnTo>
                  <a:lnTo>
                    <a:pt x="5500121" y="1309471"/>
                  </a:lnTo>
                  <a:lnTo>
                    <a:pt x="5466267" y="1308512"/>
                  </a:lnTo>
                  <a:lnTo>
                    <a:pt x="5415279" y="1306928"/>
                  </a:lnTo>
                  <a:lnTo>
                    <a:pt x="5346860" y="1304586"/>
                  </a:lnTo>
                  <a:lnTo>
                    <a:pt x="5262428" y="1301389"/>
                  </a:lnTo>
                  <a:lnTo>
                    <a:pt x="5164809" y="1297278"/>
                  </a:lnTo>
                  <a:lnTo>
                    <a:pt x="5057724" y="1292230"/>
                  </a:lnTo>
                  <a:lnTo>
                    <a:pt x="4945199" y="1286250"/>
                  </a:lnTo>
                  <a:lnTo>
                    <a:pt x="4831046" y="1279356"/>
                  </a:lnTo>
                  <a:lnTo>
                    <a:pt x="4718489" y="1271566"/>
                  </a:lnTo>
                  <a:lnTo>
                    <a:pt x="4609986" y="1262884"/>
                  </a:lnTo>
                  <a:lnTo>
                    <a:pt x="4507192" y="1253294"/>
                  </a:lnTo>
                  <a:lnTo>
                    <a:pt x="4411049" y="1242754"/>
                  </a:lnTo>
                  <a:lnTo>
                    <a:pt x="4321907" y="1231192"/>
                  </a:lnTo>
                  <a:lnTo>
                    <a:pt x="4239680" y="1218507"/>
                  </a:lnTo>
                  <a:lnTo>
                    <a:pt x="4163969" y="1204573"/>
                  </a:lnTo>
                  <a:lnTo>
                    <a:pt x="4094177" y="1189236"/>
                  </a:lnTo>
                  <a:lnTo>
                    <a:pt x="4029594" y="1172327"/>
                  </a:lnTo>
                  <a:lnTo>
                    <a:pt x="3969454" y="1153670"/>
                  </a:lnTo>
                  <a:lnTo>
                    <a:pt x="3912990" y="1133095"/>
                  </a:lnTo>
                  <a:lnTo>
                    <a:pt x="3859470" y="1110473"/>
                  </a:lnTo>
                  <a:lnTo>
                    <a:pt x="3820202" y="1091798"/>
                  </a:lnTo>
                  <a:lnTo>
                    <a:pt x="3765359" y="1062695"/>
                  </a:lnTo>
                  <a:lnTo>
                    <a:pt x="3712104" y="1030989"/>
                  </a:lnTo>
                  <a:lnTo>
                    <a:pt x="3659908" y="996633"/>
                  </a:lnTo>
                  <a:lnTo>
                    <a:pt x="3608371" y="959646"/>
                  </a:lnTo>
                  <a:lnTo>
                    <a:pt x="3557193" y="920121"/>
                  </a:lnTo>
                  <a:lnTo>
                    <a:pt x="3506161" y="878231"/>
                  </a:lnTo>
                  <a:lnTo>
                    <a:pt x="3455136" y="834230"/>
                  </a:lnTo>
                  <a:lnTo>
                    <a:pt x="3404042" y="788451"/>
                  </a:lnTo>
                  <a:lnTo>
                    <a:pt x="3352855" y="741299"/>
                  </a:lnTo>
                  <a:lnTo>
                    <a:pt x="3301589" y="693236"/>
                  </a:lnTo>
                  <a:lnTo>
                    <a:pt x="3250283" y="644764"/>
                  </a:lnTo>
                  <a:lnTo>
                    <a:pt x="3198988" y="596403"/>
                  </a:lnTo>
                  <a:lnTo>
                    <a:pt x="3147751" y="548668"/>
                  </a:lnTo>
                  <a:lnTo>
                    <a:pt x="3096605" y="502047"/>
                  </a:lnTo>
                  <a:lnTo>
                    <a:pt x="3045546" y="456978"/>
                  </a:lnTo>
                  <a:lnTo>
                    <a:pt x="2994531" y="413838"/>
                  </a:lnTo>
                  <a:lnTo>
                    <a:pt x="2943457" y="372927"/>
                  </a:lnTo>
                  <a:lnTo>
                    <a:pt x="2892157" y="334466"/>
                  </a:lnTo>
                  <a:lnTo>
                    <a:pt x="2840382" y="298591"/>
                  </a:lnTo>
                  <a:lnTo>
                    <a:pt x="2787792" y="265364"/>
                  </a:lnTo>
                  <a:lnTo>
                    <a:pt x="2733934" y="234774"/>
                  </a:lnTo>
                  <a:lnTo>
                    <a:pt x="2702183" y="218359"/>
                  </a:lnTo>
                  <a:lnTo>
                    <a:pt x="2650462" y="194135"/>
                  </a:lnTo>
                  <a:lnTo>
                    <a:pt x="2596307" y="172006"/>
                  </a:lnTo>
                  <a:lnTo>
                    <a:pt x="2539041" y="151899"/>
                  </a:lnTo>
                  <a:lnTo>
                    <a:pt x="2477918" y="133672"/>
                  </a:lnTo>
                  <a:lnTo>
                    <a:pt x="2412169" y="117152"/>
                  </a:lnTo>
                  <a:lnTo>
                    <a:pt x="2341036" y="102162"/>
                  </a:lnTo>
                  <a:lnTo>
                    <a:pt x="2263829" y="88537"/>
                  </a:lnTo>
                  <a:lnTo>
                    <a:pt x="2179989" y="76129"/>
                  </a:lnTo>
                  <a:lnTo>
                    <a:pt x="2089183" y="64817"/>
                  </a:lnTo>
                  <a:lnTo>
                    <a:pt x="1991412" y="54507"/>
                  </a:lnTo>
                  <a:lnTo>
                    <a:pt x="1887156" y="45136"/>
                  </a:lnTo>
                  <a:lnTo>
                    <a:pt x="1777513" y="36665"/>
                  </a:lnTo>
                  <a:lnTo>
                    <a:pt x="1664326" y="29086"/>
                  </a:lnTo>
                  <a:lnTo>
                    <a:pt x="1550241" y="22407"/>
                  </a:lnTo>
                  <a:lnTo>
                    <a:pt x="1438645" y="16647"/>
                  </a:lnTo>
                  <a:lnTo>
                    <a:pt x="1333441" y="11821"/>
                  </a:lnTo>
                  <a:lnTo>
                    <a:pt x="1238634" y="7930"/>
                  </a:lnTo>
                  <a:lnTo>
                    <a:pt x="1157786" y="4943"/>
                  </a:lnTo>
                  <a:lnTo>
                    <a:pt x="1093430" y="2790"/>
                  </a:lnTo>
                  <a:lnTo>
                    <a:pt x="1046596" y="1367"/>
                  </a:lnTo>
                  <a:lnTo>
                    <a:pt x="1016563" y="535"/>
                  </a:lnTo>
                  <a:lnTo>
                    <a:pt x="1000858" y="137"/>
                  </a:lnTo>
                  <a:lnTo>
                    <a:pt x="995445" y="1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03" name="pl402"/>
            <p:cNvSpPr/>
            <p:nvPr/>
          </p:nvSpPr>
          <p:spPr>
            <a:xfrm>
              <a:off x="1199187" y="2510099"/>
              <a:ext cx="12049831" cy="3118177"/>
            </a:xfrm>
            <a:custGeom>
              <a:avLst/>
              <a:pathLst>
                <a:path w="12049831" h="3118177">
                  <a:moveTo>
                    <a:pt x="0" y="0"/>
                  </a:moveTo>
                  <a:lnTo>
                    <a:pt x="994940" y="0"/>
                  </a:lnTo>
                  <a:lnTo>
                    <a:pt x="996063" y="24"/>
                  </a:lnTo>
                  <a:lnTo>
                    <a:pt x="1003475" y="200"/>
                  </a:lnTo>
                  <a:lnTo>
                    <a:pt x="1022264" y="687"/>
                  </a:lnTo>
                  <a:lnTo>
                    <a:pt x="1056118" y="1645"/>
                  </a:lnTo>
                  <a:lnTo>
                    <a:pt x="1107106" y="3230"/>
                  </a:lnTo>
                  <a:lnTo>
                    <a:pt x="1175525" y="5572"/>
                  </a:lnTo>
                  <a:lnTo>
                    <a:pt x="1259957" y="8769"/>
                  </a:lnTo>
                  <a:lnTo>
                    <a:pt x="1357576" y="12880"/>
                  </a:lnTo>
                  <a:lnTo>
                    <a:pt x="1464661" y="17928"/>
                  </a:lnTo>
                  <a:lnTo>
                    <a:pt x="1577186" y="23907"/>
                  </a:lnTo>
                  <a:lnTo>
                    <a:pt x="1691339" y="30801"/>
                  </a:lnTo>
                  <a:lnTo>
                    <a:pt x="1803896" y="38592"/>
                  </a:lnTo>
                  <a:lnTo>
                    <a:pt x="1912399" y="47274"/>
                  </a:lnTo>
                  <a:lnTo>
                    <a:pt x="2015193" y="56864"/>
                  </a:lnTo>
                  <a:lnTo>
                    <a:pt x="2111336" y="67404"/>
                  </a:lnTo>
                  <a:lnTo>
                    <a:pt x="2200478" y="78966"/>
                  </a:lnTo>
                  <a:lnTo>
                    <a:pt x="2282705" y="91650"/>
                  </a:lnTo>
                  <a:lnTo>
                    <a:pt x="2358416" y="105585"/>
                  </a:lnTo>
                  <a:lnTo>
                    <a:pt x="2428208" y="120921"/>
                  </a:lnTo>
                  <a:lnTo>
                    <a:pt x="2492791" y="137830"/>
                  </a:lnTo>
                  <a:lnTo>
                    <a:pt x="2552931" y="156488"/>
                  </a:lnTo>
                  <a:lnTo>
                    <a:pt x="2609395" y="177063"/>
                  </a:lnTo>
                  <a:lnTo>
                    <a:pt x="2662915" y="199685"/>
                  </a:lnTo>
                  <a:lnTo>
                    <a:pt x="2702183" y="218359"/>
                  </a:lnTo>
                  <a:lnTo>
                    <a:pt x="2757026" y="247463"/>
                  </a:lnTo>
                  <a:lnTo>
                    <a:pt x="2810281" y="279169"/>
                  </a:lnTo>
                  <a:lnTo>
                    <a:pt x="2862477" y="313524"/>
                  </a:lnTo>
                  <a:lnTo>
                    <a:pt x="2914014" y="350511"/>
                  </a:lnTo>
                  <a:lnTo>
                    <a:pt x="2965192" y="390036"/>
                  </a:lnTo>
                  <a:lnTo>
                    <a:pt x="3016224" y="431926"/>
                  </a:lnTo>
                  <a:lnTo>
                    <a:pt x="3067249" y="475928"/>
                  </a:lnTo>
                  <a:lnTo>
                    <a:pt x="3118343" y="521707"/>
                  </a:lnTo>
                  <a:lnTo>
                    <a:pt x="3169530" y="568859"/>
                  </a:lnTo>
                  <a:lnTo>
                    <a:pt x="3220796" y="616922"/>
                  </a:lnTo>
                  <a:lnTo>
                    <a:pt x="3272102" y="665393"/>
                  </a:lnTo>
                  <a:lnTo>
                    <a:pt x="3323397" y="713754"/>
                  </a:lnTo>
                  <a:lnTo>
                    <a:pt x="3374634" y="761489"/>
                  </a:lnTo>
                  <a:lnTo>
                    <a:pt x="3425780" y="808111"/>
                  </a:lnTo>
                  <a:lnTo>
                    <a:pt x="3476839" y="853179"/>
                  </a:lnTo>
                  <a:lnTo>
                    <a:pt x="3527854" y="896319"/>
                  </a:lnTo>
                  <a:lnTo>
                    <a:pt x="3578928" y="937230"/>
                  </a:lnTo>
                  <a:lnTo>
                    <a:pt x="3630228" y="975692"/>
                  </a:lnTo>
                  <a:lnTo>
                    <a:pt x="3682003" y="1011567"/>
                  </a:lnTo>
                  <a:lnTo>
                    <a:pt x="3734593" y="1044794"/>
                  </a:lnTo>
                  <a:lnTo>
                    <a:pt x="3788451" y="1075384"/>
                  </a:lnTo>
                  <a:lnTo>
                    <a:pt x="3820202" y="1091798"/>
                  </a:lnTo>
                  <a:lnTo>
                    <a:pt x="3871923" y="1116023"/>
                  </a:lnTo>
                  <a:lnTo>
                    <a:pt x="3926078" y="1138151"/>
                  </a:lnTo>
                  <a:lnTo>
                    <a:pt x="3983344" y="1158258"/>
                  </a:lnTo>
                  <a:lnTo>
                    <a:pt x="4044467" y="1176486"/>
                  </a:lnTo>
                  <a:lnTo>
                    <a:pt x="4110216" y="1193006"/>
                  </a:lnTo>
                  <a:lnTo>
                    <a:pt x="4181349" y="1207995"/>
                  </a:lnTo>
                  <a:lnTo>
                    <a:pt x="4258556" y="1221621"/>
                  </a:lnTo>
                  <a:lnTo>
                    <a:pt x="4342396" y="1234029"/>
                  </a:lnTo>
                  <a:lnTo>
                    <a:pt x="4433202" y="1245340"/>
                  </a:lnTo>
                  <a:lnTo>
                    <a:pt x="4530973" y="1255650"/>
                  </a:lnTo>
                  <a:lnTo>
                    <a:pt x="4635229" y="1265022"/>
                  </a:lnTo>
                  <a:lnTo>
                    <a:pt x="4744872" y="1273492"/>
                  </a:lnTo>
                  <a:lnTo>
                    <a:pt x="4858059" y="1281071"/>
                  </a:lnTo>
                  <a:lnTo>
                    <a:pt x="4972144" y="1287751"/>
                  </a:lnTo>
                  <a:lnTo>
                    <a:pt x="5083740" y="1293511"/>
                  </a:lnTo>
                  <a:lnTo>
                    <a:pt x="5188944" y="1298336"/>
                  </a:lnTo>
                  <a:lnTo>
                    <a:pt x="5283751" y="1302227"/>
                  </a:lnTo>
                  <a:lnTo>
                    <a:pt x="5364599" y="1305215"/>
                  </a:lnTo>
                  <a:lnTo>
                    <a:pt x="5428955" y="1307367"/>
                  </a:lnTo>
                  <a:lnTo>
                    <a:pt x="5475789" y="1308790"/>
                  </a:lnTo>
                  <a:lnTo>
                    <a:pt x="5505822" y="1309623"/>
                  </a:lnTo>
                  <a:lnTo>
                    <a:pt x="5521527" y="1310021"/>
                  </a:lnTo>
                  <a:lnTo>
                    <a:pt x="5526940" y="1310147"/>
                  </a:lnTo>
                  <a:lnTo>
                    <a:pt x="5527445" y="1310158"/>
                  </a:lnTo>
                  <a:lnTo>
                    <a:pt x="6522385" y="1310158"/>
                  </a:lnTo>
                  <a:lnTo>
                    <a:pt x="6523497" y="1310192"/>
                  </a:lnTo>
                  <a:lnTo>
                    <a:pt x="6530832" y="1310432"/>
                  </a:lnTo>
                  <a:lnTo>
                    <a:pt x="6549431" y="1311096"/>
                  </a:lnTo>
                  <a:lnTo>
                    <a:pt x="6582957" y="1312405"/>
                  </a:lnTo>
                  <a:lnTo>
                    <a:pt x="6633476" y="1314568"/>
                  </a:lnTo>
                  <a:lnTo>
                    <a:pt x="6701313" y="1317766"/>
                  </a:lnTo>
                  <a:lnTo>
                    <a:pt x="6785095" y="1322133"/>
                  </a:lnTo>
                  <a:lnTo>
                    <a:pt x="6882054" y="1327751"/>
                  </a:lnTo>
                  <a:lnTo>
                    <a:pt x="6988524" y="1334652"/>
                  </a:lnTo>
                  <a:lnTo>
                    <a:pt x="7100524" y="1342831"/>
                  </a:lnTo>
                  <a:lnTo>
                    <a:pt x="7214268" y="1352263"/>
                  </a:lnTo>
                  <a:lnTo>
                    <a:pt x="7326539" y="1362925"/>
                  </a:lnTo>
                  <a:lnTo>
                    <a:pt x="7434875" y="1374807"/>
                  </a:lnTo>
                  <a:lnTo>
                    <a:pt x="7537602" y="1387932"/>
                  </a:lnTo>
                  <a:lnTo>
                    <a:pt x="7633759" y="1402354"/>
                  </a:lnTo>
                  <a:lnTo>
                    <a:pt x="7722970" y="1418170"/>
                  </a:lnTo>
                  <a:lnTo>
                    <a:pt x="7805303" y="1435515"/>
                  </a:lnTo>
                  <a:lnTo>
                    <a:pt x="7881134" y="1454561"/>
                  </a:lnTo>
                  <a:lnTo>
                    <a:pt x="7951046" y="1475514"/>
                  </a:lnTo>
                  <a:lnTo>
                    <a:pt x="8015737" y="1498603"/>
                  </a:lnTo>
                  <a:lnTo>
                    <a:pt x="8075960" y="1524072"/>
                  </a:lnTo>
                  <a:lnTo>
                    <a:pt x="8132477" y="1552151"/>
                  </a:lnTo>
                  <a:lnTo>
                    <a:pt x="8186017" y="1583024"/>
                  </a:lnTo>
                  <a:lnTo>
                    <a:pt x="8229629" y="1611494"/>
                  </a:lnTo>
                  <a:lnTo>
                    <a:pt x="8280635" y="1648687"/>
                  </a:lnTo>
                  <a:lnTo>
                    <a:pt x="8330236" y="1688973"/>
                  </a:lnTo>
                  <a:lnTo>
                    <a:pt x="8378867" y="1732412"/>
                  </a:lnTo>
                  <a:lnTo>
                    <a:pt x="8426864" y="1778997"/>
                  </a:lnTo>
                  <a:lnTo>
                    <a:pt x="8474487" y="1828647"/>
                  </a:lnTo>
                  <a:lnTo>
                    <a:pt x="8521927" y="1881199"/>
                  </a:lnTo>
                  <a:lnTo>
                    <a:pt x="8569318" y="1936407"/>
                  </a:lnTo>
                  <a:lnTo>
                    <a:pt x="8616742" y="1993942"/>
                  </a:lnTo>
                  <a:lnTo>
                    <a:pt x="8664240" y="2053397"/>
                  </a:lnTo>
                  <a:lnTo>
                    <a:pt x="8711817" y="2114295"/>
                  </a:lnTo>
                  <a:lnTo>
                    <a:pt x="8759456" y="2176110"/>
                  </a:lnTo>
                  <a:lnTo>
                    <a:pt x="8807120" y="2238277"/>
                  </a:lnTo>
                  <a:lnTo>
                    <a:pt x="8854767" y="2300220"/>
                  </a:lnTo>
                  <a:lnTo>
                    <a:pt x="8902361" y="2361372"/>
                  </a:lnTo>
                  <a:lnTo>
                    <a:pt x="8949877" y="2421194"/>
                  </a:lnTo>
                  <a:lnTo>
                    <a:pt x="8997316" y="2479198"/>
                  </a:lnTo>
                  <a:lnTo>
                    <a:pt x="9044708" y="2534961"/>
                  </a:lnTo>
                  <a:lnTo>
                    <a:pt x="9092128" y="2588134"/>
                  </a:lnTo>
                  <a:lnTo>
                    <a:pt x="9139695" y="2638452"/>
                  </a:lnTo>
                  <a:lnTo>
                    <a:pt x="9187588" y="2685735"/>
                  </a:lnTo>
                  <a:lnTo>
                    <a:pt x="9236050" y="2729884"/>
                  </a:lnTo>
                  <a:lnTo>
                    <a:pt x="9285399" y="2770875"/>
                  </a:lnTo>
                  <a:lnTo>
                    <a:pt x="9336046" y="2808754"/>
                  </a:lnTo>
                  <a:lnTo>
                    <a:pt x="9347647" y="2816840"/>
                  </a:lnTo>
                  <a:lnTo>
                    <a:pt x="9399178" y="2850155"/>
                  </a:lnTo>
                  <a:lnTo>
                    <a:pt x="9453122" y="2880597"/>
                  </a:lnTo>
                  <a:lnTo>
                    <a:pt x="9510151" y="2908269"/>
                  </a:lnTo>
                  <a:lnTo>
                    <a:pt x="9571000" y="2933363"/>
                  </a:lnTo>
                  <a:lnTo>
                    <a:pt x="9636431" y="2956115"/>
                  </a:lnTo>
                  <a:lnTo>
                    <a:pt x="9707193" y="2976766"/>
                  </a:lnTo>
                  <a:lnTo>
                    <a:pt x="9783973" y="2995542"/>
                  </a:lnTo>
                  <a:lnTo>
                    <a:pt x="9867326" y="3012646"/>
                  </a:lnTo>
                  <a:lnTo>
                    <a:pt x="9957590" y="3028244"/>
                  </a:lnTo>
                  <a:lnTo>
                    <a:pt x="10054776" y="3042466"/>
                  </a:lnTo>
                  <a:lnTo>
                    <a:pt x="10158427" y="3055400"/>
                  </a:lnTo>
                  <a:lnTo>
                    <a:pt x="10267483" y="3067098"/>
                  </a:lnTo>
                  <a:lnTo>
                    <a:pt x="10380154" y="3077574"/>
                  </a:lnTo>
                  <a:lnTo>
                    <a:pt x="10493858" y="3086819"/>
                  </a:lnTo>
                  <a:lnTo>
                    <a:pt x="10605276" y="3094807"/>
                  </a:lnTo>
                  <a:lnTo>
                    <a:pt x="10710564" y="3101514"/>
                  </a:lnTo>
                  <a:lnTo>
                    <a:pt x="10805753" y="3106940"/>
                  </a:lnTo>
                  <a:lnTo>
                    <a:pt x="10887276" y="3111124"/>
                  </a:lnTo>
                  <a:lnTo>
                    <a:pt x="10952548" y="3114156"/>
                  </a:lnTo>
                  <a:lnTo>
                    <a:pt x="11000438" y="3116177"/>
                  </a:lnTo>
                  <a:lnTo>
                    <a:pt x="11031536" y="3117375"/>
                  </a:lnTo>
                  <a:lnTo>
                    <a:pt x="11048165" y="3117961"/>
                  </a:lnTo>
                  <a:lnTo>
                    <a:pt x="11054206" y="3118156"/>
                  </a:lnTo>
                  <a:lnTo>
                    <a:pt x="11054891" y="3118177"/>
                  </a:lnTo>
                  <a:lnTo>
                    <a:pt x="12049831" y="3118177"/>
                  </a:lnTo>
                  <a:lnTo>
                    <a:pt x="12049831" y="31181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4" name="pl403"/>
            <p:cNvSpPr/>
            <p:nvPr/>
          </p:nvSpPr>
          <p:spPr>
            <a:xfrm>
              <a:off x="1199187" y="2499617"/>
              <a:ext cx="12049831" cy="3118177"/>
            </a:xfrm>
            <a:custGeom>
              <a:avLst/>
              <a:pathLst>
                <a:path w="12049831" h="3118177">
                  <a:moveTo>
                    <a:pt x="12049831" y="3118177"/>
                  </a:moveTo>
                  <a:lnTo>
                    <a:pt x="11054891" y="3118177"/>
                  </a:lnTo>
                  <a:lnTo>
                    <a:pt x="11053780" y="3118143"/>
                  </a:lnTo>
                  <a:lnTo>
                    <a:pt x="11046445" y="3117903"/>
                  </a:lnTo>
                  <a:lnTo>
                    <a:pt x="11027845" y="3117239"/>
                  </a:lnTo>
                  <a:lnTo>
                    <a:pt x="10994320" y="3115930"/>
                  </a:lnTo>
                  <a:lnTo>
                    <a:pt x="10943801" y="3113767"/>
                  </a:lnTo>
                  <a:lnTo>
                    <a:pt x="10875963" y="3110569"/>
                  </a:lnTo>
                  <a:lnTo>
                    <a:pt x="10792181" y="3106202"/>
                  </a:lnTo>
                  <a:lnTo>
                    <a:pt x="10695223" y="3100584"/>
                  </a:lnTo>
                  <a:lnTo>
                    <a:pt x="10588752" y="3093683"/>
                  </a:lnTo>
                  <a:lnTo>
                    <a:pt x="10476753" y="3085504"/>
                  </a:lnTo>
                  <a:lnTo>
                    <a:pt x="10363008" y="3076071"/>
                  </a:lnTo>
                  <a:lnTo>
                    <a:pt x="10250737" y="3065410"/>
                  </a:lnTo>
                  <a:lnTo>
                    <a:pt x="10142401" y="3053528"/>
                  </a:lnTo>
                  <a:lnTo>
                    <a:pt x="10039674" y="3040403"/>
                  </a:lnTo>
                  <a:lnTo>
                    <a:pt x="9943517" y="3025981"/>
                  </a:lnTo>
                  <a:lnTo>
                    <a:pt x="9854306" y="3010165"/>
                  </a:lnTo>
                  <a:lnTo>
                    <a:pt x="9771974" y="2992820"/>
                  </a:lnTo>
                  <a:lnTo>
                    <a:pt x="9696142" y="2973774"/>
                  </a:lnTo>
                  <a:lnTo>
                    <a:pt x="9626231" y="2952821"/>
                  </a:lnTo>
                  <a:lnTo>
                    <a:pt x="9561540" y="2929731"/>
                  </a:lnTo>
                  <a:lnTo>
                    <a:pt x="9501317" y="2904263"/>
                  </a:lnTo>
                  <a:lnTo>
                    <a:pt x="9444799" y="2876184"/>
                  </a:lnTo>
                  <a:lnTo>
                    <a:pt x="9391260" y="2845311"/>
                  </a:lnTo>
                  <a:lnTo>
                    <a:pt x="9347647" y="2816840"/>
                  </a:lnTo>
                  <a:lnTo>
                    <a:pt x="9296642" y="2779648"/>
                  </a:lnTo>
                  <a:lnTo>
                    <a:pt x="9247040" y="2739362"/>
                  </a:lnTo>
                  <a:lnTo>
                    <a:pt x="9198410" y="2695923"/>
                  </a:lnTo>
                  <a:lnTo>
                    <a:pt x="9150413" y="2649338"/>
                  </a:lnTo>
                  <a:lnTo>
                    <a:pt x="9102790" y="2599688"/>
                  </a:lnTo>
                  <a:lnTo>
                    <a:pt x="9055350" y="2547136"/>
                  </a:lnTo>
                  <a:lnTo>
                    <a:pt x="9007959" y="2491927"/>
                  </a:lnTo>
                  <a:lnTo>
                    <a:pt x="8960535" y="2434392"/>
                  </a:lnTo>
                  <a:lnTo>
                    <a:pt x="8913037" y="2374938"/>
                  </a:lnTo>
                  <a:lnTo>
                    <a:pt x="8865459" y="2314039"/>
                  </a:lnTo>
                  <a:lnTo>
                    <a:pt x="8817821" y="2252225"/>
                  </a:lnTo>
                  <a:lnTo>
                    <a:pt x="8770157" y="2190058"/>
                  </a:lnTo>
                  <a:lnTo>
                    <a:pt x="8722509" y="2128114"/>
                  </a:lnTo>
                  <a:lnTo>
                    <a:pt x="8674916" y="2066963"/>
                  </a:lnTo>
                  <a:lnTo>
                    <a:pt x="8627399" y="2007140"/>
                  </a:lnTo>
                  <a:lnTo>
                    <a:pt x="8579961" y="1949136"/>
                  </a:lnTo>
                  <a:lnTo>
                    <a:pt x="8532568" y="1893374"/>
                  </a:lnTo>
                  <a:lnTo>
                    <a:pt x="8485149" y="1840201"/>
                  </a:lnTo>
                  <a:lnTo>
                    <a:pt x="8437581" y="1789883"/>
                  </a:lnTo>
                  <a:lnTo>
                    <a:pt x="8389688" y="1742600"/>
                  </a:lnTo>
                  <a:lnTo>
                    <a:pt x="8341227" y="1698451"/>
                  </a:lnTo>
                  <a:lnTo>
                    <a:pt x="8291877" y="1657460"/>
                  </a:lnTo>
                  <a:lnTo>
                    <a:pt x="8241230" y="1619581"/>
                  </a:lnTo>
                  <a:lnTo>
                    <a:pt x="8229629" y="1611494"/>
                  </a:lnTo>
                  <a:lnTo>
                    <a:pt x="8178099" y="1578180"/>
                  </a:lnTo>
                  <a:lnTo>
                    <a:pt x="8124154" y="1547737"/>
                  </a:lnTo>
                  <a:lnTo>
                    <a:pt x="8067125" y="1520066"/>
                  </a:lnTo>
                  <a:lnTo>
                    <a:pt x="8006277" y="1494972"/>
                  </a:lnTo>
                  <a:lnTo>
                    <a:pt x="7940846" y="1472220"/>
                  </a:lnTo>
                  <a:lnTo>
                    <a:pt x="7870083" y="1451569"/>
                  </a:lnTo>
                  <a:lnTo>
                    <a:pt x="7793303" y="1432793"/>
                  </a:lnTo>
                  <a:lnTo>
                    <a:pt x="7709951" y="1415689"/>
                  </a:lnTo>
                  <a:lnTo>
                    <a:pt x="7619686" y="1400091"/>
                  </a:lnTo>
                  <a:lnTo>
                    <a:pt x="7522501" y="1385869"/>
                  </a:lnTo>
                  <a:lnTo>
                    <a:pt x="7418849" y="1372935"/>
                  </a:lnTo>
                  <a:lnTo>
                    <a:pt x="7309793" y="1361237"/>
                  </a:lnTo>
                  <a:lnTo>
                    <a:pt x="7197122" y="1350760"/>
                  </a:lnTo>
                  <a:lnTo>
                    <a:pt x="7083418" y="1341516"/>
                  </a:lnTo>
                  <a:lnTo>
                    <a:pt x="6972001" y="1333528"/>
                  </a:lnTo>
                  <a:lnTo>
                    <a:pt x="6866712" y="1326821"/>
                  </a:lnTo>
                  <a:lnTo>
                    <a:pt x="6771523" y="1321395"/>
                  </a:lnTo>
                  <a:lnTo>
                    <a:pt x="6690000" y="1317211"/>
                  </a:lnTo>
                  <a:lnTo>
                    <a:pt x="6624728" y="1314179"/>
                  </a:lnTo>
                  <a:lnTo>
                    <a:pt x="6576838" y="1312157"/>
                  </a:lnTo>
                  <a:lnTo>
                    <a:pt x="6545740" y="1310960"/>
                  </a:lnTo>
                  <a:lnTo>
                    <a:pt x="6529112" y="1310374"/>
                  </a:lnTo>
                  <a:lnTo>
                    <a:pt x="6523071" y="1310179"/>
                  </a:lnTo>
                  <a:lnTo>
                    <a:pt x="6522385" y="1310158"/>
                  </a:lnTo>
                  <a:lnTo>
                    <a:pt x="5527445" y="1310158"/>
                  </a:lnTo>
                  <a:lnTo>
                    <a:pt x="5526322" y="1310133"/>
                  </a:lnTo>
                  <a:lnTo>
                    <a:pt x="5518910" y="1309957"/>
                  </a:lnTo>
                  <a:lnTo>
                    <a:pt x="5500121" y="1309471"/>
                  </a:lnTo>
                  <a:lnTo>
                    <a:pt x="5466267" y="1308512"/>
                  </a:lnTo>
                  <a:lnTo>
                    <a:pt x="5415279" y="1306928"/>
                  </a:lnTo>
                  <a:lnTo>
                    <a:pt x="5346860" y="1304586"/>
                  </a:lnTo>
                  <a:lnTo>
                    <a:pt x="5262428" y="1301389"/>
                  </a:lnTo>
                  <a:lnTo>
                    <a:pt x="5164809" y="1297278"/>
                  </a:lnTo>
                  <a:lnTo>
                    <a:pt x="5057724" y="1292230"/>
                  </a:lnTo>
                  <a:lnTo>
                    <a:pt x="4945199" y="1286250"/>
                  </a:lnTo>
                  <a:lnTo>
                    <a:pt x="4831046" y="1279356"/>
                  </a:lnTo>
                  <a:lnTo>
                    <a:pt x="4718489" y="1271566"/>
                  </a:lnTo>
                  <a:lnTo>
                    <a:pt x="4609986" y="1262884"/>
                  </a:lnTo>
                  <a:lnTo>
                    <a:pt x="4507192" y="1253294"/>
                  </a:lnTo>
                  <a:lnTo>
                    <a:pt x="4411049" y="1242754"/>
                  </a:lnTo>
                  <a:lnTo>
                    <a:pt x="4321907" y="1231192"/>
                  </a:lnTo>
                  <a:lnTo>
                    <a:pt x="4239680" y="1218507"/>
                  </a:lnTo>
                  <a:lnTo>
                    <a:pt x="4163969" y="1204573"/>
                  </a:lnTo>
                  <a:lnTo>
                    <a:pt x="4094177" y="1189236"/>
                  </a:lnTo>
                  <a:lnTo>
                    <a:pt x="4029594" y="1172327"/>
                  </a:lnTo>
                  <a:lnTo>
                    <a:pt x="3969454" y="1153670"/>
                  </a:lnTo>
                  <a:lnTo>
                    <a:pt x="3912990" y="1133095"/>
                  </a:lnTo>
                  <a:lnTo>
                    <a:pt x="3859470" y="1110473"/>
                  </a:lnTo>
                  <a:lnTo>
                    <a:pt x="3820202" y="1091798"/>
                  </a:lnTo>
                  <a:lnTo>
                    <a:pt x="3765359" y="1062695"/>
                  </a:lnTo>
                  <a:lnTo>
                    <a:pt x="3712104" y="1030989"/>
                  </a:lnTo>
                  <a:lnTo>
                    <a:pt x="3659908" y="996633"/>
                  </a:lnTo>
                  <a:lnTo>
                    <a:pt x="3608371" y="959646"/>
                  </a:lnTo>
                  <a:lnTo>
                    <a:pt x="3557193" y="920121"/>
                  </a:lnTo>
                  <a:lnTo>
                    <a:pt x="3506161" y="878231"/>
                  </a:lnTo>
                  <a:lnTo>
                    <a:pt x="3455136" y="834230"/>
                  </a:lnTo>
                  <a:lnTo>
                    <a:pt x="3404042" y="788451"/>
                  </a:lnTo>
                  <a:lnTo>
                    <a:pt x="3352855" y="741299"/>
                  </a:lnTo>
                  <a:lnTo>
                    <a:pt x="3301589" y="693236"/>
                  </a:lnTo>
                  <a:lnTo>
                    <a:pt x="3250283" y="644764"/>
                  </a:lnTo>
                  <a:lnTo>
                    <a:pt x="3198988" y="596403"/>
                  </a:lnTo>
                  <a:lnTo>
                    <a:pt x="3147751" y="548668"/>
                  </a:lnTo>
                  <a:lnTo>
                    <a:pt x="3096605" y="502047"/>
                  </a:lnTo>
                  <a:lnTo>
                    <a:pt x="3045546" y="456978"/>
                  </a:lnTo>
                  <a:lnTo>
                    <a:pt x="2994531" y="413838"/>
                  </a:lnTo>
                  <a:lnTo>
                    <a:pt x="2943457" y="372927"/>
                  </a:lnTo>
                  <a:lnTo>
                    <a:pt x="2892157" y="334466"/>
                  </a:lnTo>
                  <a:lnTo>
                    <a:pt x="2840382" y="298591"/>
                  </a:lnTo>
                  <a:lnTo>
                    <a:pt x="2787792" y="265364"/>
                  </a:lnTo>
                  <a:lnTo>
                    <a:pt x="2733934" y="234774"/>
                  </a:lnTo>
                  <a:lnTo>
                    <a:pt x="2702183" y="218359"/>
                  </a:lnTo>
                  <a:lnTo>
                    <a:pt x="2650462" y="194135"/>
                  </a:lnTo>
                  <a:lnTo>
                    <a:pt x="2596307" y="172006"/>
                  </a:lnTo>
                  <a:lnTo>
                    <a:pt x="2539041" y="151899"/>
                  </a:lnTo>
                  <a:lnTo>
                    <a:pt x="2477918" y="133672"/>
                  </a:lnTo>
                  <a:lnTo>
                    <a:pt x="2412169" y="117152"/>
                  </a:lnTo>
                  <a:lnTo>
                    <a:pt x="2341036" y="102162"/>
                  </a:lnTo>
                  <a:lnTo>
                    <a:pt x="2263829" y="88537"/>
                  </a:lnTo>
                  <a:lnTo>
                    <a:pt x="2179989" y="76129"/>
                  </a:lnTo>
                  <a:lnTo>
                    <a:pt x="2089183" y="64817"/>
                  </a:lnTo>
                  <a:lnTo>
                    <a:pt x="1991412" y="54507"/>
                  </a:lnTo>
                  <a:lnTo>
                    <a:pt x="1887156" y="45136"/>
                  </a:lnTo>
                  <a:lnTo>
                    <a:pt x="1777513" y="36665"/>
                  </a:lnTo>
                  <a:lnTo>
                    <a:pt x="1664326" y="29086"/>
                  </a:lnTo>
                  <a:lnTo>
                    <a:pt x="1550241" y="22407"/>
                  </a:lnTo>
                  <a:lnTo>
                    <a:pt x="1438645" y="16647"/>
                  </a:lnTo>
                  <a:lnTo>
                    <a:pt x="1333441" y="11821"/>
                  </a:lnTo>
                  <a:lnTo>
                    <a:pt x="1238634" y="7930"/>
                  </a:lnTo>
                  <a:lnTo>
                    <a:pt x="1157786" y="4943"/>
                  </a:lnTo>
                  <a:lnTo>
                    <a:pt x="1093430" y="2790"/>
                  </a:lnTo>
                  <a:lnTo>
                    <a:pt x="1046596" y="1367"/>
                  </a:lnTo>
                  <a:lnTo>
                    <a:pt x="1016563" y="535"/>
                  </a:lnTo>
                  <a:lnTo>
                    <a:pt x="1000858" y="137"/>
                  </a:lnTo>
                  <a:lnTo>
                    <a:pt x="995445" y="1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5" name="pg404"/>
            <p:cNvSpPr/>
            <p:nvPr/>
          </p:nvSpPr>
          <p:spPr>
            <a:xfrm>
              <a:off x="1199187" y="2510099"/>
              <a:ext cx="12049831" cy="3956678"/>
            </a:xfrm>
            <a:custGeom>
              <a:avLst/>
              <a:pathLst>
                <a:path w="12049831" h="3956678">
                  <a:moveTo>
                    <a:pt x="0" y="5240"/>
                  </a:moveTo>
                  <a:lnTo>
                    <a:pt x="994940" y="5240"/>
                  </a:lnTo>
                  <a:lnTo>
                    <a:pt x="996062" y="5265"/>
                  </a:lnTo>
                  <a:lnTo>
                    <a:pt x="1003472" y="5443"/>
                  </a:lnTo>
                  <a:lnTo>
                    <a:pt x="1022257" y="5935"/>
                  </a:lnTo>
                  <a:lnTo>
                    <a:pt x="1056102" y="6905"/>
                  </a:lnTo>
                  <a:lnTo>
                    <a:pt x="1107077" y="8508"/>
                  </a:lnTo>
                  <a:lnTo>
                    <a:pt x="1175481" y="10878"/>
                  </a:lnTo>
                  <a:lnTo>
                    <a:pt x="1259895" y="14112"/>
                  </a:lnTo>
                  <a:lnTo>
                    <a:pt x="1357496" y="18271"/>
                  </a:lnTo>
                  <a:lnTo>
                    <a:pt x="1464565" y="23378"/>
                  </a:lnTo>
                  <a:lnTo>
                    <a:pt x="1577075" y="29429"/>
                  </a:lnTo>
                  <a:lnTo>
                    <a:pt x="1691218" y="36404"/>
                  </a:lnTo>
                  <a:lnTo>
                    <a:pt x="1803766" y="44286"/>
                  </a:lnTo>
                  <a:lnTo>
                    <a:pt x="1912266" y="53070"/>
                  </a:lnTo>
                  <a:lnTo>
                    <a:pt x="2015057" y="62773"/>
                  </a:lnTo>
                  <a:lnTo>
                    <a:pt x="2111201" y="73437"/>
                  </a:lnTo>
                  <a:lnTo>
                    <a:pt x="2200345" y="85135"/>
                  </a:lnTo>
                  <a:lnTo>
                    <a:pt x="2282575" y="97968"/>
                  </a:lnTo>
                  <a:lnTo>
                    <a:pt x="2358289" y="112067"/>
                  </a:lnTo>
                  <a:lnTo>
                    <a:pt x="2428084" y="127583"/>
                  </a:lnTo>
                  <a:lnTo>
                    <a:pt x="2492670" y="144690"/>
                  </a:lnTo>
                  <a:lnTo>
                    <a:pt x="2552812" y="163566"/>
                  </a:lnTo>
                  <a:lnTo>
                    <a:pt x="2609277" y="184381"/>
                  </a:lnTo>
                  <a:lnTo>
                    <a:pt x="2662798" y="207268"/>
                  </a:lnTo>
                  <a:lnTo>
                    <a:pt x="2702183" y="226220"/>
                  </a:lnTo>
                  <a:lnTo>
                    <a:pt x="2756903" y="255603"/>
                  </a:lnTo>
                  <a:lnTo>
                    <a:pt x="2810042" y="287607"/>
                  </a:lnTo>
                  <a:lnTo>
                    <a:pt x="2862123" y="322281"/>
                  </a:lnTo>
                  <a:lnTo>
                    <a:pt x="2913547" y="359606"/>
                  </a:lnTo>
                  <a:lnTo>
                    <a:pt x="2964611" y="399488"/>
                  </a:lnTo>
                  <a:lnTo>
                    <a:pt x="3015528" y="441757"/>
                  </a:lnTo>
                  <a:lnTo>
                    <a:pt x="3066436" y="486155"/>
                  </a:lnTo>
                  <a:lnTo>
                    <a:pt x="3117412" y="532351"/>
                  </a:lnTo>
                  <a:lnTo>
                    <a:pt x="3168481" y="579938"/>
                  </a:lnTo>
                  <a:lnTo>
                    <a:pt x="3219629" y="628452"/>
                  </a:lnTo>
                  <a:lnTo>
                    <a:pt x="3270818" y="677390"/>
                  </a:lnTo>
                  <a:lnTo>
                    <a:pt x="3321998" y="726230"/>
                  </a:lnTo>
                  <a:lnTo>
                    <a:pt x="3373120" y="774453"/>
                  </a:lnTo>
                  <a:lnTo>
                    <a:pt x="3424153" y="821568"/>
                  </a:lnTo>
                  <a:lnTo>
                    <a:pt x="3475098" y="867132"/>
                  </a:lnTo>
                  <a:lnTo>
                    <a:pt x="3525997" y="910765"/>
                  </a:lnTo>
                  <a:lnTo>
                    <a:pt x="3576950" y="952161"/>
                  </a:lnTo>
                  <a:lnTo>
                    <a:pt x="3628120" y="991098"/>
                  </a:lnTo>
                  <a:lnTo>
                    <a:pt x="3679751" y="1027432"/>
                  </a:lnTo>
                  <a:lnTo>
                    <a:pt x="3732177" y="1061101"/>
                  </a:lnTo>
                  <a:lnTo>
                    <a:pt x="3785842" y="1092110"/>
                  </a:lnTo>
                  <a:lnTo>
                    <a:pt x="3820202" y="1110140"/>
                  </a:lnTo>
                  <a:lnTo>
                    <a:pt x="3871917" y="1134654"/>
                  </a:lnTo>
                  <a:lnTo>
                    <a:pt x="3926067" y="1157046"/>
                  </a:lnTo>
                  <a:lnTo>
                    <a:pt x="3983327" y="1177392"/>
                  </a:lnTo>
                  <a:lnTo>
                    <a:pt x="4044442" y="1195837"/>
                  </a:lnTo>
                  <a:lnTo>
                    <a:pt x="4110183" y="1212555"/>
                  </a:lnTo>
                  <a:lnTo>
                    <a:pt x="4181306" y="1227724"/>
                  </a:lnTo>
                  <a:lnTo>
                    <a:pt x="4258501" y="1241512"/>
                  </a:lnTo>
                  <a:lnTo>
                    <a:pt x="4342328" y="1254068"/>
                  </a:lnTo>
                  <a:lnTo>
                    <a:pt x="4433120" y="1265516"/>
                  </a:lnTo>
                  <a:lnTo>
                    <a:pt x="4530875" y="1275949"/>
                  </a:lnTo>
                  <a:lnTo>
                    <a:pt x="4635115" y="1285433"/>
                  </a:lnTo>
                  <a:lnTo>
                    <a:pt x="4744742" y="1294005"/>
                  </a:lnTo>
                  <a:lnTo>
                    <a:pt x="4857915" y="1301676"/>
                  </a:lnTo>
                  <a:lnTo>
                    <a:pt x="4971990" y="1308436"/>
                  </a:lnTo>
                  <a:lnTo>
                    <a:pt x="5083581" y="1314266"/>
                  </a:lnTo>
                  <a:lnTo>
                    <a:pt x="5188788" y="1319150"/>
                  </a:lnTo>
                  <a:lnTo>
                    <a:pt x="5283605" y="1323089"/>
                  </a:lnTo>
                  <a:lnTo>
                    <a:pt x="5364471" y="1326114"/>
                  </a:lnTo>
                  <a:lnTo>
                    <a:pt x="5428853" y="1328293"/>
                  </a:lnTo>
                  <a:lnTo>
                    <a:pt x="5475715" y="1329734"/>
                  </a:lnTo>
                  <a:lnTo>
                    <a:pt x="5505777" y="1330578"/>
                  </a:lnTo>
                  <a:lnTo>
                    <a:pt x="5521506" y="1330981"/>
                  </a:lnTo>
                  <a:lnTo>
                    <a:pt x="5526936" y="1331109"/>
                  </a:lnTo>
                  <a:lnTo>
                    <a:pt x="5527445" y="1331121"/>
                  </a:lnTo>
                  <a:lnTo>
                    <a:pt x="6522385" y="1331121"/>
                  </a:lnTo>
                  <a:lnTo>
                    <a:pt x="6523470" y="1331168"/>
                  </a:lnTo>
                  <a:lnTo>
                    <a:pt x="6530632" y="1331509"/>
                  </a:lnTo>
                  <a:lnTo>
                    <a:pt x="6548806" y="1332449"/>
                  </a:lnTo>
                  <a:lnTo>
                    <a:pt x="6581593" y="1334303"/>
                  </a:lnTo>
                  <a:lnTo>
                    <a:pt x="6631059" y="1337368"/>
                  </a:lnTo>
                  <a:lnTo>
                    <a:pt x="6697583" y="1341901"/>
                  </a:lnTo>
                  <a:lnTo>
                    <a:pt x="6779896" y="1348098"/>
                  </a:lnTo>
                  <a:lnTo>
                    <a:pt x="6875356" y="1356076"/>
                  </a:lnTo>
                  <a:lnTo>
                    <a:pt x="6980425" y="1365887"/>
                  </a:lnTo>
                  <a:lnTo>
                    <a:pt x="7091221" y="1377524"/>
                  </a:lnTo>
                  <a:lnTo>
                    <a:pt x="7204021" y="1390955"/>
                  </a:lnTo>
                  <a:lnTo>
                    <a:pt x="7315627" y="1406144"/>
                  </a:lnTo>
                  <a:lnTo>
                    <a:pt x="7423565" y="1423077"/>
                  </a:lnTo>
                  <a:lnTo>
                    <a:pt x="7526125" y="1441779"/>
                  </a:lnTo>
                  <a:lnTo>
                    <a:pt x="7622298" y="1462322"/>
                  </a:lnTo>
                  <a:lnTo>
                    <a:pt x="7711657" y="1484837"/>
                  </a:lnTo>
                  <a:lnTo>
                    <a:pt x="7794221" y="1509506"/>
                  </a:lnTo>
                  <a:lnTo>
                    <a:pt x="7870324" y="1536568"/>
                  </a:lnTo>
                  <a:lnTo>
                    <a:pt x="7940511" y="1566307"/>
                  </a:lnTo>
                  <a:lnTo>
                    <a:pt x="8005449" y="1599047"/>
                  </a:lnTo>
                  <a:lnTo>
                    <a:pt x="8065870" y="1635128"/>
                  </a:lnTo>
                  <a:lnTo>
                    <a:pt x="8122517" y="1674883"/>
                  </a:lnTo>
                  <a:lnTo>
                    <a:pt x="8176110" y="1718591"/>
                  </a:lnTo>
                  <a:lnTo>
                    <a:pt x="8227306" y="1766399"/>
                  </a:lnTo>
                  <a:lnTo>
                    <a:pt x="8229629" y="1768714"/>
                  </a:lnTo>
                  <a:lnTo>
                    <a:pt x="8275087" y="1816548"/>
                  </a:lnTo>
                  <a:lnTo>
                    <a:pt x="8319391" y="1867928"/>
                  </a:lnTo>
                  <a:lnTo>
                    <a:pt x="8362859" y="1922924"/>
                  </a:lnTo>
                  <a:lnTo>
                    <a:pt x="8405746" y="1981549"/>
                  </a:lnTo>
                  <a:lnTo>
                    <a:pt x="8448254" y="2043752"/>
                  </a:lnTo>
                  <a:lnTo>
                    <a:pt x="8490542" y="2109407"/>
                  </a:lnTo>
                  <a:lnTo>
                    <a:pt x="8532726" y="2178315"/>
                  </a:lnTo>
                  <a:lnTo>
                    <a:pt x="8574889" y="2250200"/>
                  </a:lnTo>
                  <a:lnTo>
                    <a:pt x="8617085" y="2324710"/>
                  </a:lnTo>
                  <a:lnTo>
                    <a:pt x="8659340" y="2401424"/>
                  </a:lnTo>
                  <a:lnTo>
                    <a:pt x="8701659" y="2479859"/>
                  </a:lnTo>
                  <a:lnTo>
                    <a:pt x="8744031" y="2559481"/>
                  </a:lnTo>
                  <a:lnTo>
                    <a:pt x="8786434" y="2639722"/>
                  </a:lnTo>
                  <a:lnTo>
                    <a:pt x="8828837" y="2719993"/>
                  </a:lnTo>
                  <a:lnTo>
                    <a:pt x="8871214" y="2799707"/>
                  </a:lnTo>
                  <a:lnTo>
                    <a:pt x="8913539" y="2878290"/>
                  </a:lnTo>
                  <a:lnTo>
                    <a:pt x="8955801" y="2955207"/>
                  </a:lnTo>
                  <a:lnTo>
                    <a:pt x="8998002" y="3029967"/>
                  </a:lnTo>
                  <a:lnTo>
                    <a:pt x="9040167" y="3102143"/>
                  </a:lnTo>
                  <a:lnTo>
                    <a:pt x="9082346" y="3171375"/>
                  </a:lnTo>
                  <a:lnTo>
                    <a:pt x="9124617" y="3237378"/>
                  </a:lnTo>
                  <a:lnTo>
                    <a:pt x="9167096" y="3299947"/>
                  </a:lnTo>
                  <a:lnTo>
                    <a:pt x="9209935" y="3358948"/>
                  </a:lnTo>
                  <a:lnTo>
                    <a:pt x="9253332" y="3414322"/>
                  </a:lnTo>
                  <a:lnTo>
                    <a:pt x="9297536" y="3466075"/>
                  </a:lnTo>
                  <a:lnTo>
                    <a:pt x="9342856" y="3514274"/>
                  </a:lnTo>
                  <a:lnTo>
                    <a:pt x="9347647" y="3519085"/>
                  </a:lnTo>
                  <a:lnTo>
                    <a:pt x="9398746" y="3567084"/>
                  </a:lnTo>
                  <a:lnTo>
                    <a:pt x="9452214" y="3610980"/>
                  </a:lnTo>
                  <a:lnTo>
                    <a:pt x="9508705" y="3650913"/>
                  </a:lnTo>
                  <a:lnTo>
                    <a:pt x="9568934" y="3687157"/>
                  </a:lnTo>
                  <a:lnTo>
                    <a:pt x="9633647" y="3720043"/>
                  </a:lnTo>
                  <a:lnTo>
                    <a:pt x="9703575" y="3749915"/>
                  </a:lnTo>
                  <a:lnTo>
                    <a:pt x="9779390" y="3777094"/>
                  </a:lnTo>
                  <a:lnTo>
                    <a:pt x="9861645" y="3801869"/>
                  </a:lnTo>
                  <a:lnTo>
                    <a:pt x="9950687" y="3824478"/>
                  </a:lnTo>
                  <a:lnTo>
                    <a:pt x="10046549" y="3845110"/>
                  </a:lnTo>
                  <a:lnTo>
                    <a:pt x="10148831" y="3863895"/>
                  </a:lnTo>
                  <a:lnTo>
                    <a:pt x="10256552" y="3880909"/>
                  </a:lnTo>
                  <a:lnTo>
                    <a:pt x="10368037" y="3896179"/>
                  </a:lnTo>
                  <a:lnTo>
                    <a:pt x="10480847" y="3909692"/>
                  </a:lnTo>
                  <a:lnTo>
                    <a:pt x="10591815" y="3921413"/>
                  </a:lnTo>
                  <a:lnTo>
                    <a:pt x="10697236" y="3931309"/>
                  </a:lnTo>
                  <a:lnTo>
                    <a:pt x="10793224" y="3939372"/>
                  </a:lnTo>
                  <a:lnTo>
                    <a:pt x="10876213" y="3945648"/>
                  </a:lnTo>
                  <a:lnTo>
                    <a:pt x="10943508" y="3950255"/>
                  </a:lnTo>
                  <a:lnTo>
                    <a:pt x="10993769" y="3953383"/>
                  </a:lnTo>
                  <a:lnTo>
                    <a:pt x="11027296" y="3955286"/>
                  </a:lnTo>
                  <a:lnTo>
                    <a:pt x="11046078" y="3956262"/>
                  </a:lnTo>
                  <a:lnTo>
                    <a:pt x="11053652" y="3956623"/>
                  </a:lnTo>
                  <a:lnTo>
                    <a:pt x="11054891" y="3956678"/>
                  </a:lnTo>
                  <a:lnTo>
                    <a:pt x="12049831" y="3956678"/>
                  </a:lnTo>
                  <a:lnTo>
                    <a:pt x="12049831" y="3951438"/>
                  </a:lnTo>
                  <a:lnTo>
                    <a:pt x="11054891" y="3951438"/>
                  </a:lnTo>
                  <a:lnTo>
                    <a:pt x="11053807" y="3951390"/>
                  </a:lnTo>
                  <a:lnTo>
                    <a:pt x="11046644" y="3951049"/>
                  </a:lnTo>
                  <a:lnTo>
                    <a:pt x="11028470" y="3950109"/>
                  </a:lnTo>
                  <a:lnTo>
                    <a:pt x="10995683" y="3948256"/>
                  </a:lnTo>
                  <a:lnTo>
                    <a:pt x="10946217" y="3945190"/>
                  </a:lnTo>
                  <a:lnTo>
                    <a:pt x="10879693" y="3940657"/>
                  </a:lnTo>
                  <a:lnTo>
                    <a:pt x="10797381" y="3934461"/>
                  </a:lnTo>
                  <a:lnTo>
                    <a:pt x="10701921" y="3926482"/>
                  </a:lnTo>
                  <a:lnTo>
                    <a:pt x="10596851" y="3916671"/>
                  </a:lnTo>
                  <a:lnTo>
                    <a:pt x="10486055" y="3905034"/>
                  </a:lnTo>
                  <a:lnTo>
                    <a:pt x="10373256" y="3891603"/>
                  </a:lnTo>
                  <a:lnTo>
                    <a:pt x="10261649" y="3876414"/>
                  </a:lnTo>
                  <a:lnTo>
                    <a:pt x="10153711" y="3859481"/>
                  </a:lnTo>
                  <a:lnTo>
                    <a:pt x="10051151" y="3840780"/>
                  </a:lnTo>
                  <a:lnTo>
                    <a:pt x="9954978" y="3820236"/>
                  </a:lnTo>
                  <a:lnTo>
                    <a:pt x="9865619" y="3797722"/>
                  </a:lnTo>
                  <a:lnTo>
                    <a:pt x="9783055" y="3773052"/>
                  </a:lnTo>
                  <a:lnTo>
                    <a:pt x="9706952" y="3745990"/>
                  </a:lnTo>
                  <a:lnTo>
                    <a:pt x="9636766" y="3716251"/>
                  </a:lnTo>
                  <a:lnTo>
                    <a:pt x="9571828" y="3683511"/>
                  </a:lnTo>
                  <a:lnTo>
                    <a:pt x="9511407" y="3647430"/>
                  </a:lnTo>
                  <a:lnTo>
                    <a:pt x="9454759" y="3607675"/>
                  </a:lnTo>
                  <a:lnTo>
                    <a:pt x="9401166" y="3563967"/>
                  </a:lnTo>
                  <a:lnTo>
                    <a:pt x="9349971" y="3516159"/>
                  </a:lnTo>
                  <a:lnTo>
                    <a:pt x="9347647" y="3513845"/>
                  </a:lnTo>
                  <a:lnTo>
                    <a:pt x="9302190" y="3466010"/>
                  </a:lnTo>
                  <a:lnTo>
                    <a:pt x="9257886" y="3414630"/>
                  </a:lnTo>
                  <a:lnTo>
                    <a:pt x="9214418" y="3359634"/>
                  </a:lnTo>
                  <a:lnTo>
                    <a:pt x="9171531" y="3301009"/>
                  </a:lnTo>
                  <a:lnTo>
                    <a:pt x="9129022" y="3238806"/>
                  </a:lnTo>
                  <a:lnTo>
                    <a:pt x="9086735" y="3173151"/>
                  </a:lnTo>
                  <a:lnTo>
                    <a:pt x="9044551" y="3104243"/>
                  </a:lnTo>
                  <a:lnTo>
                    <a:pt x="9002387" y="3032358"/>
                  </a:lnTo>
                  <a:lnTo>
                    <a:pt x="8960191" y="2957848"/>
                  </a:lnTo>
                  <a:lnTo>
                    <a:pt x="8917936" y="2881134"/>
                  </a:lnTo>
                  <a:lnTo>
                    <a:pt x="8875617" y="2802699"/>
                  </a:lnTo>
                  <a:lnTo>
                    <a:pt x="8833245" y="2723077"/>
                  </a:lnTo>
                  <a:lnTo>
                    <a:pt x="8790843" y="2642836"/>
                  </a:lnTo>
                  <a:lnTo>
                    <a:pt x="8748439" y="2562565"/>
                  </a:lnTo>
                  <a:lnTo>
                    <a:pt x="8706063" y="2482852"/>
                  </a:lnTo>
                  <a:lnTo>
                    <a:pt x="8663738" y="2404268"/>
                  </a:lnTo>
                  <a:lnTo>
                    <a:pt x="8621476" y="2327351"/>
                  </a:lnTo>
                  <a:lnTo>
                    <a:pt x="8579275" y="2252591"/>
                  </a:lnTo>
                  <a:lnTo>
                    <a:pt x="8537110" y="2180415"/>
                  </a:lnTo>
                  <a:lnTo>
                    <a:pt x="8494931" y="2111184"/>
                  </a:lnTo>
                  <a:lnTo>
                    <a:pt x="8452659" y="2045180"/>
                  </a:lnTo>
                  <a:lnTo>
                    <a:pt x="8410180" y="1982611"/>
                  </a:lnTo>
                  <a:lnTo>
                    <a:pt x="8367341" y="1923610"/>
                  </a:lnTo>
                  <a:lnTo>
                    <a:pt x="8323944" y="1868236"/>
                  </a:lnTo>
                  <a:lnTo>
                    <a:pt x="8279741" y="1816483"/>
                  </a:lnTo>
                  <a:lnTo>
                    <a:pt x="8234420" y="1768285"/>
                  </a:lnTo>
                  <a:lnTo>
                    <a:pt x="8229629" y="1763473"/>
                  </a:lnTo>
                  <a:lnTo>
                    <a:pt x="8178530" y="1715474"/>
                  </a:lnTo>
                  <a:lnTo>
                    <a:pt x="8125062" y="1671579"/>
                  </a:lnTo>
                  <a:lnTo>
                    <a:pt x="8068572" y="1631645"/>
                  </a:lnTo>
                  <a:lnTo>
                    <a:pt x="8008342" y="1595401"/>
                  </a:lnTo>
                  <a:lnTo>
                    <a:pt x="7943630" y="1562515"/>
                  </a:lnTo>
                  <a:lnTo>
                    <a:pt x="7873702" y="1532644"/>
                  </a:lnTo>
                  <a:lnTo>
                    <a:pt x="7797886" y="1505464"/>
                  </a:lnTo>
                  <a:lnTo>
                    <a:pt x="7715631" y="1480690"/>
                  </a:lnTo>
                  <a:lnTo>
                    <a:pt x="7626590" y="1458080"/>
                  </a:lnTo>
                  <a:lnTo>
                    <a:pt x="7530727" y="1437448"/>
                  </a:lnTo>
                  <a:lnTo>
                    <a:pt x="7428446" y="1418663"/>
                  </a:lnTo>
                  <a:lnTo>
                    <a:pt x="7320725" y="1401649"/>
                  </a:lnTo>
                  <a:lnTo>
                    <a:pt x="7209240" y="1386380"/>
                  </a:lnTo>
                  <a:lnTo>
                    <a:pt x="7096430" y="1372866"/>
                  </a:lnTo>
                  <a:lnTo>
                    <a:pt x="6985462" y="1361145"/>
                  </a:lnTo>
                  <a:lnTo>
                    <a:pt x="6880041" y="1351250"/>
                  </a:lnTo>
                  <a:lnTo>
                    <a:pt x="6784052" y="1343187"/>
                  </a:lnTo>
                  <a:lnTo>
                    <a:pt x="6701064" y="1336910"/>
                  </a:lnTo>
                  <a:lnTo>
                    <a:pt x="6633768" y="1332303"/>
                  </a:lnTo>
                  <a:lnTo>
                    <a:pt x="6583507" y="1329175"/>
                  </a:lnTo>
                  <a:lnTo>
                    <a:pt x="6549981" y="1327272"/>
                  </a:lnTo>
                  <a:lnTo>
                    <a:pt x="6531198" y="1326296"/>
                  </a:lnTo>
                  <a:lnTo>
                    <a:pt x="6523625" y="1325935"/>
                  </a:lnTo>
                  <a:lnTo>
                    <a:pt x="6522385" y="1325880"/>
                  </a:lnTo>
                  <a:lnTo>
                    <a:pt x="5527445" y="1325880"/>
                  </a:lnTo>
                  <a:lnTo>
                    <a:pt x="5526323" y="1325855"/>
                  </a:lnTo>
                  <a:lnTo>
                    <a:pt x="5518913" y="1325677"/>
                  </a:lnTo>
                  <a:lnTo>
                    <a:pt x="5500128" y="1325185"/>
                  </a:lnTo>
                  <a:lnTo>
                    <a:pt x="5466283" y="1324215"/>
                  </a:lnTo>
                  <a:lnTo>
                    <a:pt x="5415308" y="1322612"/>
                  </a:lnTo>
                  <a:lnTo>
                    <a:pt x="5346904" y="1320242"/>
                  </a:lnTo>
                  <a:lnTo>
                    <a:pt x="5262490" y="1317008"/>
                  </a:lnTo>
                  <a:lnTo>
                    <a:pt x="5164889" y="1312849"/>
                  </a:lnTo>
                  <a:lnTo>
                    <a:pt x="5057820" y="1307742"/>
                  </a:lnTo>
                  <a:lnTo>
                    <a:pt x="4945310" y="1301692"/>
                  </a:lnTo>
                  <a:lnTo>
                    <a:pt x="4831167" y="1294716"/>
                  </a:lnTo>
                  <a:lnTo>
                    <a:pt x="4718619" y="1286834"/>
                  </a:lnTo>
                  <a:lnTo>
                    <a:pt x="4610119" y="1278050"/>
                  </a:lnTo>
                  <a:lnTo>
                    <a:pt x="4507328" y="1268347"/>
                  </a:lnTo>
                  <a:lnTo>
                    <a:pt x="4411184" y="1257683"/>
                  </a:lnTo>
                  <a:lnTo>
                    <a:pt x="4322040" y="1245985"/>
                  </a:lnTo>
                  <a:lnTo>
                    <a:pt x="4239810" y="1233152"/>
                  </a:lnTo>
                  <a:lnTo>
                    <a:pt x="4164096" y="1219054"/>
                  </a:lnTo>
                  <a:lnTo>
                    <a:pt x="4094301" y="1203537"/>
                  </a:lnTo>
                  <a:lnTo>
                    <a:pt x="4029715" y="1186430"/>
                  </a:lnTo>
                  <a:lnTo>
                    <a:pt x="3969573" y="1167554"/>
                  </a:lnTo>
                  <a:lnTo>
                    <a:pt x="3913108" y="1146739"/>
                  </a:lnTo>
                  <a:lnTo>
                    <a:pt x="3859587" y="1123852"/>
                  </a:lnTo>
                  <a:lnTo>
                    <a:pt x="3820202" y="1104900"/>
                  </a:lnTo>
                  <a:lnTo>
                    <a:pt x="3765482" y="1075517"/>
                  </a:lnTo>
                  <a:lnTo>
                    <a:pt x="3712343" y="1043513"/>
                  </a:lnTo>
                  <a:lnTo>
                    <a:pt x="3660262" y="1008839"/>
                  </a:lnTo>
                  <a:lnTo>
                    <a:pt x="3608838" y="971514"/>
                  </a:lnTo>
                  <a:lnTo>
                    <a:pt x="3557774" y="931632"/>
                  </a:lnTo>
                  <a:lnTo>
                    <a:pt x="3506857" y="889364"/>
                  </a:lnTo>
                  <a:lnTo>
                    <a:pt x="3455949" y="844965"/>
                  </a:lnTo>
                  <a:lnTo>
                    <a:pt x="3404973" y="798769"/>
                  </a:lnTo>
                  <a:lnTo>
                    <a:pt x="3353904" y="751182"/>
                  </a:lnTo>
                  <a:lnTo>
                    <a:pt x="3302756" y="702668"/>
                  </a:lnTo>
                  <a:lnTo>
                    <a:pt x="3251567" y="653730"/>
                  </a:lnTo>
                  <a:lnTo>
                    <a:pt x="3200387" y="604890"/>
                  </a:lnTo>
                  <a:lnTo>
                    <a:pt x="3149265" y="556667"/>
                  </a:lnTo>
                  <a:lnTo>
                    <a:pt x="3098232" y="509552"/>
                  </a:lnTo>
                  <a:lnTo>
                    <a:pt x="3047287" y="463988"/>
                  </a:lnTo>
                  <a:lnTo>
                    <a:pt x="2996388" y="420355"/>
                  </a:lnTo>
                  <a:lnTo>
                    <a:pt x="2945435" y="378959"/>
                  </a:lnTo>
                  <a:lnTo>
                    <a:pt x="2894265" y="340022"/>
                  </a:lnTo>
                  <a:lnTo>
                    <a:pt x="2842634" y="303688"/>
                  </a:lnTo>
                  <a:lnTo>
                    <a:pt x="2790208" y="270019"/>
                  </a:lnTo>
                  <a:lnTo>
                    <a:pt x="2736543" y="239010"/>
                  </a:lnTo>
                  <a:lnTo>
                    <a:pt x="2702183" y="220980"/>
                  </a:lnTo>
                  <a:lnTo>
                    <a:pt x="2650468" y="196467"/>
                  </a:lnTo>
                  <a:lnTo>
                    <a:pt x="2596318" y="174074"/>
                  </a:lnTo>
                  <a:lnTo>
                    <a:pt x="2539058" y="153728"/>
                  </a:lnTo>
                  <a:lnTo>
                    <a:pt x="2477943" y="135283"/>
                  </a:lnTo>
                  <a:lnTo>
                    <a:pt x="2412202" y="118565"/>
                  </a:lnTo>
                  <a:lnTo>
                    <a:pt x="2341079" y="103396"/>
                  </a:lnTo>
                  <a:lnTo>
                    <a:pt x="2263884" y="89608"/>
                  </a:lnTo>
                  <a:lnTo>
                    <a:pt x="2180057" y="77052"/>
                  </a:lnTo>
                  <a:lnTo>
                    <a:pt x="2089265" y="65604"/>
                  </a:lnTo>
                  <a:lnTo>
                    <a:pt x="1991510" y="55171"/>
                  </a:lnTo>
                  <a:lnTo>
                    <a:pt x="1887270" y="45687"/>
                  </a:lnTo>
                  <a:lnTo>
                    <a:pt x="1777643" y="37115"/>
                  </a:lnTo>
                  <a:lnTo>
                    <a:pt x="1664470" y="29444"/>
                  </a:lnTo>
                  <a:lnTo>
                    <a:pt x="1550395" y="22684"/>
                  </a:lnTo>
                  <a:lnTo>
                    <a:pt x="1438804" y="16854"/>
                  </a:lnTo>
                  <a:lnTo>
                    <a:pt x="1333597" y="11970"/>
                  </a:lnTo>
                  <a:lnTo>
                    <a:pt x="1238780" y="8031"/>
                  </a:lnTo>
                  <a:lnTo>
                    <a:pt x="1157914" y="5006"/>
                  </a:lnTo>
                  <a:lnTo>
                    <a:pt x="1093532" y="2827"/>
                  </a:lnTo>
                  <a:lnTo>
                    <a:pt x="1046670" y="1386"/>
                  </a:lnTo>
                  <a:lnTo>
                    <a:pt x="1016608" y="542"/>
                  </a:lnTo>
                  <a:lnTo>
                    <a:pt x="1000879" y="139"/>
                  </a:lnTo>
                  <a:lnTo>
                    <a:pt x="995449" y="11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06" name="pl405"/>
            <p:cNvSpPr/>
            <p:nvPr/>
          </p:nvSpPr>
          <p:spPr>
            <a:xfrm>
              <a:off x="1199187" y="2515339"/>
              <a:ext cx="12049831" cy="3951438"/>
            </a:xfrm>
            <a:custGeom>
              <a:avLst/>
              <a:pathLst>
                <a:path w="12049831" h="3951438">
                  <a:moveTo>
                    <a:pt x="0" y="0"/>
                  </a:moveTo>
                  <a:lnTo>
                    <a:pt x="994940" y="0"/>
                  </a:lnTo>
                  <a:lnTo>
                    <a:pt x="996062" y="25"/>
                  </a:lnTo>
                  <a:lnTo>
                    <a:pt x="1003472" y="203"/>
                  </a:lnTo>
                  <a:lnTo>
                    <a:pt x="1022257" y="695"/>
                  </a:lnTo>
                  <a:lnTo>
                    <a:pt x="1056102" y="1665"/>
                  </a:lnTo>
                  <a:lnTo>
                    <a:pt x="1107077" y="3268"/>
                  </a:lnTo>
                  <a:lnTo>
                    <a:pt x="1175481" y="5637"/>
                  </a:lnTo>
                  <a:lnTo>
                    <a:pt x="1259895" y="8871"/>
                  </a:lnTo>
                  <a:lnTo>
                    <a:pt x="1357496" y="13031"/>
                  </a:lnTo>
                  <a:lnTo>
                    <a:pt x="1464565" y="18138"/>
                  </a:lnTo>
                  <a:lnTo>
                    <a:pt x="1577075" y="24188"/>
                  </a:lnTo>
                  <a:lnTo>
                    <a:pt x="1691218" y="31163"/>
                  </a:lnTo>
                  <a:lnTo>
                    <a:pt x="1803766" y="39045"/>
                  </a:lnTo>
                  <a:lnTo>
                    <a:pt x="1912266" y="47829"/>
                  </a:lnTo>
                  <a:lnTo>
                    <a:pt x="2015057" y="57532"/>
                  </a:lnTo>
                  <a:lnTo>
                    <a:pt x="2111201" y="68196"/>
                  </a:lnTo>
                  <a:lnTo>
                    <a:pt x="2200345" y="79894"/>
                  </a:lnTo>
                  <a:lnTo>
                    <a:pt x="2282575" y="92728"/>
                  </a:lnTo>
                  <a:lnTo>
                    <a:pt x="2358289" y="106826"/>
                  </a:lnTo>
                  <a:lnTo>
                    <a:pt x="2428084" y="122342"/>
                  </a:lnTo>
                  <a:lnTo>
                    <a:pt x="2492670" y="139449"/>
                  </a:lnTo>
                  <a:lnTo>
                    <a:pt x="2552812" y="158325"/>
                  </a:lnTo>
                  <a:lnTo>
                    <a:pt x="2609277" y="179141"/>
                  </a:lnTo>
                  <a:lnTo>
                    <a:pt x="2662798" y="202027"/>
                  </a:lnTo>
                  <a:lnTo>
                    <a:pt x="2702183" y="220980"/>
                  </a:lnTo>
                  <a:lnTo>
                    <a:pt x="2756903" y="250362"/>
                  </a:lnTo>
                  <a:lnTo>
                    <a:pt x="2810042" y="282367"/>
                  </a:lnTo>
                  <a:lnTo>
                    <a:pt x="2862123" y="317040"/>
                  </a:lnTo>
                  <a:lnTo>
                    <a:pt x="2913547" y="354365"/>
                  </a:lnTo>
                  <a:lnTo>
                    <a:pt x="2964611" y="394248"/>
                  </a:lnTo>
                  <a:lnTo>
                    <a:pt x="3015528" y="436516"/>
                  </a:lnTo>
                  <a:lnTo>
                    <a:pt x="3066436" y="480915"/>
                  </a:lnTo>
                  <a:lnTo>
                    <a:pt x="3117412" y="527110"/>
                  </a:lnTo>
                  <a:lnTo>
                    <a:pt x="3168481" y="574697"/>
                  </a:lnTo>
                  <a:lnTo>
                    <a:pt x="3219629" y="623212"/>
                  </a:lnTo>
                  <a:lnTo>
                    <a:pt x="3270818" y="672150"/>
                  </a:lnTo>
                  <a:lnTo>
                    <a:pt x="3321998" y="720989"/>
                  </a:lnTo>
                  <a:lnTo>
                    <a:pt x="3373120" y="769212"/>
                  </a:lnTo>
                  <a:lnTo>
                    <a:pt x="3424153" y="816327"/>
                  </a:lnTo>
                  <a:lnTo>
                    <a:pt x="3475098" y="861891"/>
                  </a:lnTo>
                  <a:lnTo>
                    <a:pt x="3525997" y="905524"/>
                  </a:lnTo>
                  <a:lnTo>
                    <a:pt x="3576950" y="946921"/>
                  </a:lnTo>
                  <a:lnTo>
                    <a:pt x="3628120" y="985857"/>
                  </a:lnTo>
                  <a:lnTo>
                    <a:pt x="3679751" y="1022192"/>
                  </a:lnTo>
                  <a:lnTo>
                    <a:pt x="3732177" y="1055860"/>
                  </a:lnTo>
                  <a:lnTo>
                    <a:pt x="3785842" y="1086870"/>
                  </a:lnTo>
                  <a:lnTo>
                    <a:pt x="3820202" y="1104900"/>
                  </a:lnTo>
                  <a:lnTo>
                    <a:pt x="3871917" y="1129413"/>
                  </a:lnTo>
                  <a:lnTo>
                    <a:pt x="3926067" y="1151805"/>
                  </a:lnTo>
                  <a:lnTo>
                    <a:pt x="3983327" y="1172152"/>
                  </a:lnTo>
                  <a:lnTo>
                    <a:pt x="4044442" y="1190597"/>
                  </a:lnTo>
                  <a:lnTo>
                    <a:pt x="4110183" y="1207314"/>
                  </a:lnTo>
                  <a:lnTo>
                    <a:pt x="4181306" y="1222483"/>
                  </a:lnTo>
                  <a:lnTo>
                    <a:pt x="4258501" y="1236271"/>
                  </a:lnTo>
                  <a:lnTo>
                    <a:pt x="4342328" y="1248828"/>
                  </a:lnTo>
                  <a:lnTo>
                    <a:pt x="4433120" y="1260275"/>
                  </a:lnTo>
                  <a:lnTo>
                    <a:pt x="4530875" y="1270708"/>
                  </a:lnTo>
                  <a:lnTo>
                    <a:pt x="4635115" y="1280193"/>
                  </a:lnTo>
                  <a:lnTo>
                    <a:pt x="4744742" y="1288765"/>
                  </a:lnTo>
                  <a:lnTo>
                    <a:pt x="4857915" y="1296435"/>
                  </a:lnTo>
                  <a:lnTo>
                    <a:pt x="4971990" y="1303195"/>
                  </a:lnTo>
                  <a:lnTo>
                    <a:pt x="5083581" y="1309025"/>
                  </a:lnTo>
                  <a:lnTo>
                    <a:pt x="5188788" y="1313909"/>
                  </a:lnTo>
                  <a:lnTo>
                    <a:pt x="5283605" y="1317848"/>
                  </a:lnTo>
                  <a:lnTo>
                    <a:pt x="5364471" y="1320873"/>
                  </a:lnTo>
                  <a:lnTo>
                    <a:pt x="5428853" y="1323052"/>
                  </a:lnTo>
                  <a:lnTo>
                    <a:pt x="5475715" y="1324494"/>
                  </a:lnTo>
                  <a:lnTo>
                    <a:pt x="5505777" y="1325337"/>
                  </a:lnTo>
                  <a:lnTo>
                    <a:pt x="5521506" y="1325741"/>
                  </a:lnTo>
                  <a:lnTo>
                    <a:pt x="5526936" y="1325869"/>
                  </a:lnTo>
                  <a:lnTo>
                    <a:pt x="5527445" y="1325880"/>
                  </a:lnTo>
                  <a:lnTo>
                    <a:pt x="6522385" y="1325880"/>
                  </a:lnTo>
                  <a:lnTo>
                    <a:pt x="6523470" y="1325928"/>
                  </a:lnTo>
                  <a:lnTo>
                    <a:pt x="6530632" y="1326268"/>
                  </a:lnTo>
                  <a:lnTo>
                    <a:pt x="6548806" y="1327208"/>
                  </a:lnTo>
                  <a:lnTo>
                    <a:pt x="6581593" y="1329062"/>
                  </a:lnTo>
                  <a:lnTo>
                    <a:pt x="6631059" y="1332127"/>
                  </a:lnTo>
                  <a:lnTo>
                    <a:pt x="6697583" y="1336661"/>
                  </a:lnTo>
                  <a:lnTo>
                    <a:pt x="6779896" y="1342857"/>
                  </a:lnTo>
                  <a:lnTo>
                    <a:pt x="6875356" y="1350836"/>
                  </a:lnTo>
                  <a:lnTo>
                    <a:pt x="6980425" y="1360646"/>
                  </a:lnTo>
                  <a:lnTo>
                    <a:pt x="7091221" y="1372283"/>
                  </a:lnTo>
                  <a:lnTo>
                    <a:pt x="7204021" y="1385714"/>
                  </a:lnTo>
                  <a:lnTo>
                    <a:pt x="7315627" y="1400904"/>
                  </a:lnTo>
                  <a:lnTo>
                    <a:pt x="7423565" y="1417837"/>
                  </a:lnTo>
                  <a:lnTo>
                    <a:pt x="7526125" y="1436538"/>
                  </a:lnTo>
                  <a:lnTo>
                    <a:pt x="7622298" y="1457082"/>
                  </a:lnTo>
                  <a:lnTo>
                    <a:pt x="7711657" y="1479596"/>
                  </a:lnTo>
                  <a:lnTo>
                    <a:pt x="7794221" y="1504265"/>
                  </a:lnTo>
                  <a:lnTo>
                    <a:pt x="7870324" y="1531327"/>
                  </a:lnTo>
                  <a:lnTo>
                    <a:pt x="7940511" y="1561067"/>
                  </a:lnTo>
                  <a:lnTo>
                    <a:pt x="8005449" y="1593806"/>
                  </a:lnTo>
                  <a:lnTo>
                    <a:pt x="8065870" y="1629887"/>
                  </a:lnTo>
                  <a:lnTo>
                    <a:pt x="8122517" y="1669643"/>
                  </a:lnTo>
                  <a:lnTo>
                    <a:pt x="8176110" y="1713350"/>
                  </a:lnTo>
                  <a:lnTo>
                    <a:pt x="8227306" y="1761159"/>
                  </a:lnTo>
                  <a:lnTo>
                    <a:pt x="8229629" y="1763473"/>
                  </a:lnTo>
                  <a:lnTo>
                    <a:pt x="8275087" y="1811308"/>
                  </a:lnTo>
                  <a:lnTo>
                    <a:pt x="8319391" y="1862687"/>
                  </a:lnTo>
                  <a:lnTo>
                    <a:pt x="8362859" y="1917683"/>
                  </a:lnTo>
                  <a:lnTo>
                    <a:pt x="8405746" y="1976309"/>
                  </a:lnTo>
                  <a:lnTo>
                    <a:pt x="8448254" y="2038511"/>
                  </a:lnTo>
                  <a:lnTo>
                    <a:pt x="8490542" y="2104166"/>
                  </a:lnTo>
                  <a:lnTo>
                    <a:pt x="8532726" y="2173074"/>
                  </a:lnTo>
                  <a:lnTo>
                    <a:pt x="8574889" y="2244959"/>
                  </a:lnTo>
                  <a:lnTo>
                    <a:pt x="8617085" y="2319469"/>
                  </a:lnTo>
                  <a:lnTo>
                    <a:pt x="8659340" y="2396184"/>
                  </a:lnTo>
                  <a:lnTo>
                    <a:pt x="8701659" y="2474619"/>
                  </a:lnTo>
                  <a:lnTo>
                    <a:pt x="8744031" y="2554241"/>
                  </a:lnTo>
                  <a:lnTo>
                    <a:pt x="8786434" y="2634481"/>
                  </a:lnTo>
                  <a:lnTo>
                    <a:pt x="8828837" y="2714753"/>
                  </a:lnTo>
                  <a:lnTo>
                    <a:pt x="8871214" y="2794466"/>
                  </a:lnTo>
                  <a:lnTo>
                    <a:pt x="8913539" y="2873050"/>
                  </a:lnTo>
                  <a:lnTo>
                    <a:pt x="8955801" y="2949967"/>
                  </a:lnTo>
                  <a:lnTo>
                    <a:pt x="8998002" y="3024727"/>
                  </a:lnTo>
                  <a:lnTo>
                    <a:pt x="9040167" y="3096902"/>
                  </a:lnTo>
                  <a:lnTo>
                    <a:pt x="9082346" y="3166134"/>
                  </a:lnTo>
                  <a:lnTo>
                    <a:pt x="9124617" y="3232138"/>
                  </a:lnTo>
                  <a:lnTo>
                    <a:pt x="9167096" y="3294706"/>
                  </a:lnTo>
                  <a:lnTo>
                    <a:pt x="9209935" y="3353707"/>
                  </a:lnTo>
                  <a:lnTo>
                    <a:pt x="9253332" y="3409081"/>
                  </a:lnTo>
                  <a:lnTo>
                    <a:pt x="9297536" y="3460835"/>
                  </a:lnTo>
                  <a:lnTo>
                    <a:pt x="9342856" y="3509033"/>
                  </a:lnTo>
                  <a:lnTo>
                    <a:pt x="9347647" y="3513845"/>
                  </a:lnTo>
                  <a:lnTo>
                    <a:pt x="9398746" y="3561843"/>
                  </a:lnTo>
                  <a:lnTo>
                    <a:pt x="9452214" y="3605739"/>
                  </a:lnTo>
                  <a:lnTo>
                    <a:pt x="9508705" y="3645672"/>
                  </a:lnTo>
                  <a:lnTo>
                    <a:pt x="9568934" y="3681916"/>
                  </a:lnTo>
                  <a:lnTo>
                    <a:pt x="9633647" y="3714803"/>
                  </a:lnTo>
                  <a:lnTo>
                    <a:pt x="9703575" y="3744674"/>
                  </a:lnTo>
                  <a:lnTo>
                    <a:pt x="9779390" y="3771853"/>
                  </a:lnTo>
                  <a:lnTo>
                    <a:pt x="9861645" y="3796628"/>
                  </a:lnTo>
                  <a:lnTo>
                    <a:pt x="9950687" y="3819238"/>
                  </a:lnTo>
                  <a:lnTo>
                    <a:pt x="10046549" y="3839869"/>
                  </a:lnTo>
                  <a:lnTo>
                    <a:pt x="10148831" y="3858654"/>
                  </a:lnTo>
                  <a:lnTo>
                    <a:pt x="10256552" y="3875668"/>
                  </a:lnTo>
                  <a:lnTo>
                    <a:pt x="10368037" y="3890938"/>
                  </a:lnTo>
                  <a:lnTo>
                    <a:pt x="10480847" y="3904451"/>
                  </a:lnTo>
                  <a:lnTo>
                    <a:pt x="10591815" y="3916172"/>
                  </a:lnTo>
                  <a:lnTo>
                    <a:pt x="10697236" y="3926068"/>
                  </a:lnTo>
                  <a:lnTo>
                    <a:pt x="10793224" y="3934131"/>
                  </a:lnTo>
                  <a:lnTo>
                    <a:pt x="10876213" y="3940408"/>
                  </a:lnTo>
                  <a:lnTo>
                    <a:pt x="10943508" y="3945015"/>
                  </a:lnTo>
                  <a:lnTo>
                    <a:pt x="10993769" y="3948142"/>
                  </a:lnTo>
                  <a:lnTo>
                    <a:pt x="11027296" y="3950046"/>
                  </a:lnTo>
                  <a:lnTo>
                    <a:pt x="11046078" y="3951022"/>
                  </a:lnTo>
                  <a:lnTo>
                    <a:pt x="11053652" y="3951383"/>
                  </a:lnTo>
                  <a:lnTo>
                    <a:pt x="11054891" y="3951438"/>
                  </a:lnTo>
                  <a:lnTo>
                    <a:pt x="11054891" y="3951438"/>
                  </a:lnTo>
                  <a:lnTo>
                    <a:pt x="12049831" y="3951438"/>
                  </a:lnTo>
                  <a:lnTo>
                    <a:pt x="12049831" y="39514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7" name="pl406"/>
            <p:cNvSpPr/>
            <p:nvPr/>
          </p:nvSpPr>
          <p:spPr>
            <a:xfrm>
              <a:off x="1199187" y="2510099"/>
              <a:ext cx="12049831" cy="3951438"/>
            </a:xfrm>
            <a:custGeom>
              <a:avLst/>
              <a:pathLst>
                <a:path w="12049831" h="3951438">
                  <a:moveTo>
                    <a:pt x="12049831" y="3951438"/>
                  </a:moveTo>
                  <a:lnTo>
                    <a:pt x="11054891" y="3951438"/>
                  </a:lnTo>
                  <a:lnTo>
                    <a:pt x="11053807" y="3951390"/>
                  </a:lnTo>
                  <a:lnTo>
                    <a:pt x="11046644" y="3951049"/>
                  </a:lnTo>
                  <a:lnTo>
                    <a:pt x="11028470" y="3950109"/>
                  </a:lnTo>
                  <a:lnTo>
                    <a:pt x="10995683" y="3948256"/>
                  </a:lnTo>
                  <a:lnTo>
                    <a:pt x="10946217" y="3945190"/>
                  </a:lnTo>
                  <a:lnTo>
                    <a:pt x="10879693" y="3940657"/>
                  </a:lnTo>
                  <a:lnTo>
                    <a:pt x="10797381" y="3934461"/>
                  </a:lnTo>
                  <a:lnTo>
                    <a:pt x="10701921" y="3926482"/>
                  </a:lnTo>
                  <a:lnTo>
                    <a:pt x="10596851" y="3916671"/>
                  </a:lnTo>
                  <a:lnTo>
                    <a:pt x="10486055" y="3905034"/>
                  </a:lnTo>
                  <a:lnTo>
                    <a:pt x="10373256" y="3891603"/>
                  </a:lnTo>
                  <a:lnTo>
                    <a:pt x="10261649" y="3876414"/>
                  </a:lnTo>
                  <a:lnTo>
                    <a:pt x="10153711" y="3859481"/>
                  </a:lnTo>
                  <a:lnTo>
                    <a:pt x="10051151" y="3840780"/>
                  </a:lnTo>
                  <a:lnTo>
                    <a:pt x="9954978" y="3820236"/>
                  </a:lnTo>
                  <a:lnTo>
                    <a:pt x="9865619" y="3797722"/>
                  </a:lnTo>
                  <a:lnTo>
                    <a:pt x="9783055" y="3773052"/>
                  </a:lnTo>
                  <a:lnTo>
                    <a:pt x="9706952" y="3745990"/>
                  </a:lnTo>
                  <a:lnTo>
                    <a:pt x="9636766" y="3716251"/>
                  </a:lnTo>
                  <a:lnTo>
                    <a:pt x="9571828" y="3683511"/>
                  </a:lnTo>
                  <a:lnTo>
                    <a:pt x="9511407" y="3647430"/>
                  </a:lnTo>
                  <a:lnTo>
                    <a:pt x="9454759" y="3607675"/>
                  </a:lnTo>
                  <a:lnTo>
                    <a:pt x="9401166" y="3563967"/>
                  </a:lnTo>
                  <a:lnTo>
                    <a:pt x="9349971" y="3516159"/>
                  </a:lnTo>
                  <a:lnTo>
                    <a:pt x="9347647" y="3513845"/>
                  </a:lnTo>
                  <a:lnTo>
                    <a:pt x="9302190" y="3466010"/>
                  </a:lnTo>
                  <a:lnTo>
                    <a:pt x="9257886" y="3414630"/>
                  </a:lnTo>
                  <a:lnTo>
                    <a:pt x="9214418" y="3359634"/>
                  </a:lnTo>
                  <a:lnTo>
                    <a:pt x="9171531" y="3301009"/>
                  </a:lnTo>
                  <a:lnTo>
                    <a:pt x="9129022" y="3238806"/>
                  </a:lnTo>
                  <a:lnTo>
                    <a:pt x="9086735" y="3173151"/>
                  </a:lnTo>
                  <a:lnTo>
                    <a:pt x="9044551" y="3104243"/>
                  </a:lnTo>
                  <a:lnTo>
                    <a:pt x="9002387" y="3032358"/>
                  </a:lnTo>
                  <a:lnTo>
                    <a:pt x="8960191" y="2957848"/>
                  </a:lnTo>
                  <a:lnTo>
                    <a:pt x="8917936" y="2881134"/>
                  </a:lnTo>
                  <a:lnTo>
                    <a:pt x="8875617" y="2802699"/>
                  </a:lnTo>
                  <a:lnTo>
                    <a:pt x="8833245" y="2723077"/>
                  </a:lnTo>
                  <a:lnTo>
                    <a:pt x="8790843" y="2642836"/>
                  </a:lnTo>
                  <a:lnTo>
                    <a:pt x="8748439" y="2562565"/>
                  </a:lnTo>
                  <a:lnTo>
                    <a:pt x="8706063" y="2482852"/>
                  </a:lnTo>
                  <a:lnTo>
                    <a:pt x="8663738" y="2404268"/>
                  </a:lnTo>
                  <a:lnTo>
                    <a:pt x="8621476" y="2327351"/>
                  </a:lnTo>
                  <a:lnTo>
                    <a:pt x="8579275" y="2252591"/>
                  </a:lnTo>
                  <a:lnTo>
                    <a:pt x="8537110" y="2180415"/>
                  </a:lnTo>
                  <a:lnTo>
                    <a:pt x="8494931" y="2111184"/>
                  </a:lnTo>
                  <a:lnTo>
                    <a:pt x="8452659" y="2045180"/>
                  </a:lnTo>
                  <a:lnTo>
                    <a:pt x="8410180" y="1982611"/>
                  </a:lnTo>
                  <a:lnTo>
                    <a:pt x="8367341" y="1923610"/>
                  </a:lnTo>
                  <a:lnTo>
                    <a:pt x="8323944" y="1868236"/>
                  </a:lnTo>
                  <a:lnTo>
                    <a:pt x="8279741" y="1816483"/>
                  </a:lnTo>
                  <a:lnTo>
                    <a:pt x="8234420" y="1768285"/>
                  </a:lnTo>
                  <a:lnTo>
                    <a:pt x="8229629" y="1763473"/>
                  </a:lnTo>
                  <a:lnTo>
                    <a:pt x="8178530" y="1715474"/>
                  </a:lnTo>
                  <a:lnTo>
                    <a:pt x="8125062" y="1671579"/>
                  </a:lnTo>
                  <a:lnTo>
                    <a:pt x="8068572" y="1631645"/>
                  </a:lnTo>
                  <a:lnTo>
                    <a:pt x="8008342" y="1595401"/>
                  </a:lnTo>
                  <a:lnTo>
                    <a:pt x="7943630" y="1562515"/>
                  </a:lnTo>
                  <a:lnTo>
                    <a:pt x="7873702" y="1532644"/>
                  </a:lnTo>
                  <a:lnTo>
                    <a:pt x="7797886" y="1505464"/>
                  </a:lnTo>
                  <a:lnTo>
                    <a:pt x="7715631" y="1480690"/>
                  </a:lnTo>
                  <a:lnTo>
                    <a:pt x="7626590" y="1458080"/>
                  </a:lnTo>
                  <a:lnTo>
                    <a:pt x="7530727" y="1437448"/>
                  </a:lnTo>
                  <a:lnTo>
                    <a:pt x="7428446" y="1418663"/>
                  </a:lnTo>
                  <a:lnTo>
                    <a:pt x="7320725" y="1401649"/>
                  </a:lnTo>
                  <a:lnTo>
                    <a:pt x="7209240" y="1386380"/>
                  </a:lnTo>
                  <a:lnTo>
                    <a:pt x="7096430" y="1372866"/>
                  </a:lnTo>
                  <a:lnTo>
                    <a:pt x="6985462" y="1361145"/>
                  </a:lnTo>
                  <a:lnTo>
                    <a:pt x="6880041" y="1351250"/>
                  </a:lnTo>
                  <a:lnTo>
                    <a:pt x="6784052" y="1343187"/>
                  </a:lnTo>
                  <a:lnTo>
                    <a:pt x="6701064" y="1336910"/>
                  </a:lnTo>
                  <a:lnTo>
                    <a:pt x="6633768" y="1332303"/>
                  </a:lnTo>
                  <a:lnTo>
                    <a:pt x="6583507" y="1329175"/>
                  </a:lnTo>
                  <a:lnTo>
                    <a:pt x="6549981" y="1327272"/>
                  </a:lnTo>
                  <a:lnTo>
                    <a:pt x="6531198" y="1326296"/>
                  </a:lnTo>
                  <a:lnTo>
                    <a:pt x="6523625" y="1325935"/>
                  </a:lnTo>
                  <a:lnTo>
                    <a:pt x="6522386" y="1325880"/>
                  </a:lnTo>
                  <a:lnTo>
                    <a:pt x="6522385" y="1325880"/>
                  </a:lnTo>
                  <a:lnTo>
                    <a:pt x="5527445" y="1325880"/>
                  </a:lnTo>
                  <a:lnTo>
                    <a:pt x="5526323" y="1325855"/>
                  </a:lnTo>
                  <a:lnTo>
                    <a:pt x="5518913" y="1325677"/>
                  </a:lnTo>
                  <a:lnTo>
                    <a:pt x="5500128" y="1325185"/>
                  </a:lnTo>
                  <a:lnTo>
                    <a:pt x="5466283" y="1324215"/>
                  </a:lnTo>
                  <a:lnTo>
                    <a:pt x="5415308" y="1322612"/>
                  </a:lnTo>
                  <a:lnTo>
                    <a:pt x="5346904" y="1320242"/>
                  </a:lnTo>
                  <a:lnTo>
                    <a:pt x="5262490" y="1317008"/>
                  </a:lnTo>
                  <a:lnTo>
                    <a:pt x="5164889" y="1312849"/>
                  </a:lnTo>
                  <a:lnTo>
                    <a:pt x="5057820" y="1307742"/>
                  </a:lnTo>
                  <a:lnTo>
                    <a:pt x="4945310" y="1301692"/>
                  </a:lnTo>
                  <a:lnTo>
                    <a:pt x="4831167" y="1294716"/>
                  </a:lnTo>
                  <a:lnTo>
                    <a:pt x="4718619" y="1286834"/>
                  </a:lnTo>
                  <a:lnTo>
                    <a:pt x="4610119" y="1278050"/>
                  </a:lnTo>
                  <a:lnTo>
                    <a:pt x="4507328" y="1268347"/>
                  </a:lnTo>
                  <a:lnTo>
                    <a:pt x="4411184" y="1257683"/>
                  </a:lnTo>
                  <a:lnTo>
                    <a:pt x="4322040" y="1245985"/>
                  </a:lnTo>
                  <a:lnTo>
                    <a:pt x="4239810" y="1233152"/>
                  </a:lnTo>
                  <a:lnTo>
                    <a:pt x="4164096" y="1219054"/>
                  </a:lnTo>
                  <a:lnTo>
                    <a:pt x="4094301" y="1203537"/>
                  </a:lnTo>
                  <a:lnTo>
                    <a:pt x="4029715" y="1186430"/>
                  </a:lnTo>
                  <a:lnTo>
                    <a:pt x="3969573" y="1167554"/>
                  </a:lnTo>
                  <a:lnTo>
                    <a:pt x="3913108" y="1146739"/>
                  </a:lnTo>
                  <a:lnTo>
                    <a:pt x="3859587" y="1123852"/>
                  </a:lnTo>
                  <a:lnTo>
                    <a:pt x="3820202" y="1104900"/>
                  </a:lnTo>
                  <a:lnTo>
                    <a:pt x="3765482" y="1075517"/>
                  </a:lnTo>
                  <a:lnTo>
                    <a:pt x="3712343" y="1043513"/>
                  </a:lnTo>
                  <a:lnTo>
                    <a:pt x="3660262" y="1008839"/>
                  </a:lnTo>
                  <a:lnTo>
                    <a:pt x="3608838" y="971514"/>
                  </a:lnTo>
                  <a:lnTo>
                    <a:pt x="3557774" y="931632"/>
                  </a:lnTo>
                  <a:lnTo>
                    <a:pt x="3506857" y="889364"/>
                  </a:lnTo>
                  <a:lnTo>
                    <a:pt x="3455949" y="844965"/>
                  </a:lnTo>
                  <a:lnTo>
                    <a:pt x="3404973" y="798769"/>
                  </a:lnTo>
                  <a:lnTo>
                    <a:pt x="3353904" y="751182"/>
                  </a:lnTo>
                  <a:lnTo>
                    <a:pt x="3302756" y="702668"/>
                  </a:lnTo>
                  <a:lnTo>
                    <a:pt x="3251567" y="653730"/>
                  </a:lnTo>
                  <a:lnTo>
                    <a:pt x="3200387" y="604890"/>
                  </a:lnTo>
                  <a:lnTo>
                    <a:pt x="3149265" y="556667"/>
                  </a:lnTo>
                  <a:lnTo>
                    <a:pt x="3098232" y="509552"/>
                  </a:lnTo>
                  <a:lnTo>
                    <a:pt x="3047287" y="463988"/>
                  </a:lnTo>
                  <a:lnTo>
                    <a:pt x="2996388" y="420355"/>
                  </a:lnTo>
                  <a:lnTo>
                    <a:pt x="2945435" y="378959"/>
                  </a:lnTo>
                  <a:lnTo>
                    <a:pt x="2894265" y="340022"/>
                  </a:lnTo>
                  <a:lnTo>
                    <a:pt x="2842634" y="303688"/>
                  </a:lnTo>
                  <a:lnTo>
                    <a:pt x="2790208" y="270019"/>
                  </a:lnTo>
                  <a:lnTo>
                    <a:pt x="2736543" y="239010"/>
                  </a:lnTo>
                  <a:lnTo>
                    <a:pt x="2702183" y="220980"/>
                  </a:lnTo>
                  <a:lnTo>
                    <a:pt x="2650468" y="196467"/>
                  </a:lnTo>
                  <a:lnTo>
                    <a:pt x="2596318" y="174074"/>
                  </a:lnTo>
                  <a:lnTo>
                    <a:pt x="2539058" y="153728"/>
                  </a:lnTo>
                  <a:lnTo>
                    <a:pt x="2477943" y="135283"/>
                  </a:lnTo>
                  <a:lnTo>
                    <a:pt x="2412202" y="118565"/>
                  </a:lnTo>
                  <a:lnTo>
                    <a:pt x="2341079" y="103396"/>
                  </a:lnTo>
                  <a:lnTo>
                    <a:pt x="2263884" y="89608"/>
                  </a:lnTo>
                  <a:lnTo>
                    <a:pt x="2180057" y="77052"/>
                  </a:lnTo>
                  <a:lnTo>
                    <a:pt x="2089265" y="65604"/>
                  </a:lnTo>
                  <a:lnTo>
                    <a:pt x="1991510" y="55171"/>
                  </a:lnTo>
                  <a:lnTo>
                    <a:pt x="1887270" y="45687"/>
                  </a:lnTo>
                  <a:lnTo>
                    <a:pt x="1777643" y="37115"/>
                  </a:lnTo>
                  <a:lnTo>
                    <a:pt x="1664470" y="29444"/>
                  </a:lnTo>
                  <a:lnTo>
                    <a:pt x="1550395" y="22684"/>
                  </a:lnTo>
                  <a:lnTo>
                    <a:pt x="1438804" y="16854"/>
                  </a:lnTo>
                  <a:lnTo>
                    <a:pt x="1333597" y="11970"/>
                  </a:lnTo>
                  <a:lnTo>
                    <a:pt x="1238780" y="8031"/>
                  </a:lnTo>
                  <a:lnTo>
                    <a:pt x="1157914" y="5006"/>
                  </a:lnTo>
                  <a:lnTo>
                    <a:pt x="1093532" y="2827"/>
                  </a:lnTo>
                  <a:lnTo>
                    <a:pt x="1046670" y="1386"/>
                  </a:lnTo>
                  <a:lnTo>
                    <a:pt x="1016608" y="542"/>
                  </a:lnTo>
                  <a:lnTo>
                    <a:pt x="1000879" y="139"/>
                  </a:lnTo>
                  <a:lnTo>
                    <a:pt x="995449" y="11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8" name="pg407"/>
            <p:cNvSpPr/>
            <p:nvPr/>
          </p:nvSpPr>
          <p:spPr>
            <a:xfrm>
              <a:off x="1199187" y="1855019"/>
              <a:ext cx="12049831" cy="702244"/>
            </a:xfrm>
            <a:custGeom>
              <a:avLst/>
              <a:pathLst>
                <a:path w="12049831" h="702244">
                  <a:moveTo>
                    <a:pt x="0" y="15721"/>
                  </a:moveTo>
                  <a:lnTo>
                    <a:pt x="994940" y="15721"/>
                  </a:lnTo>
                  <a:lnTo>
                    <a:pt x="996072" y="15734"/>
                  </a:lnTo>
                  <a:lnTo>
                    <a:pt x="1003548" y="15828"/>
                  </a:lnTo>
                  <a:lnTo>
                    <a:pt x="1022493" y="16085"/>
                  </a:lnTo>
                  <a:lnTo>
                    <a:pt x="1056616" y="16592"/>
                  </a:lnTo>
                  <a:lnTo>
                    <a:pt x="1107987" y="17429"/>
                  </a:lnTo>
                  <a:lnTo>
                    <a:pt x="1176883" y="18667"/>
                  </a:lnTo>
                  <a:lnTo>
                    <a:pt x="1261846" y="20356"/>
                  </a:lnTo>
                  <a:lnTo>
                    <a:pt x="1360002" y="22527"/>
                  </a:lnTo>
                  <a:lnTo>
                    <a:pt x="1467587" y="25192"/>
                  </a:lnTo>
                  <a:lnTo>
                    <a:pt x="1580537" y="28349"/>
                  </a:lnTo>
                  <a:lnTo>
                    <a:pt x="1695020" y="31986"/>
                  </a:lnTo>
                  <a:lnTo>
                    <a:pt x="1807805" y="36096"/>
                  </a:lnTo>
                  <a:lnTo>
                    <a:pt x="1916442" y="40676"/>
                  </a:lnTo>
                  <a:lnTo>
                    <a:pt x="2019286" y="45736"/>
                  </a:lnTo>
                  <a:lnTo>
                    <a:pt x="2115417" y="51297"/>
                  </a:lnTo>
                  <a:lnTo>
                    <a:pt x="2204499" y="57399"/>
                  </a:lnTo>
                  <a:lnTo>
                    <a:pt x="2286641" y="64095"/>
                  </a:lnTo>
                  <a:lnTo>
                    <a:pt x="2362253" y="71454"/>
                  </a:lnTo>
                  <a:lnTo>
                    <a:pt x="2431946" y="79557"/>
                  </a:lnTo>
                  <a:lnTo>
                    <a:pt x="2496443" y="88493"/>
                  </a:lnTo>
                  <a:lnTo>
                    <a:pt x="2556516" y="98357"/>
                  </a:lnTo>
                  <a:lnTo>
                    <a:pt x="2612938" y="109236"/>
                  </a:lnTo>
                  <a:lnTo>
                    <a:pt x="2666445" y="121198"/>
                  </a:lnTo>
                  <a:lnTo>
                    <a:pt x="2702183" y="130142"/>
                  </a:lnTo>
                  <a:lnTo>
                    <a:pt x="2761535" y="146730"/>
                  </a:lnTo>
                  <a:lnTo>
                    <a:pt x="2819080" y="164923"/>
                  </a:lnTo>
                  <a:lnTo>
                    <a:pt x="2875466" y="184746"/>
                  </a:lnTo>
                  <a:lnTo>
                    <a:pt x="2931175" y="206179"/>
                  </a:lnTo>
                  <a:lnTo>
                    <a:pt x="2986556" y="229142"/>
                  </a:lnTo>
                  <a:lnTo>
                    <a:pt x="3041842" y="253501"/>
                  </a:lnTo>
                  <a:lnTo>
                    <a:pt x="3097172" y="279062"/>
                  </a:lnTo>
                  <a:lnTo>
                    <a:pt x="3152605" y="305574"/>
                  </a:lnTo>
                  <a:lnTo>
                    <a:pt x="3208141" y="332744"/>
                  </a:lnTo>
                  <a:lnTo>
                    <a:pt x="3263736" y="360243"/>
                  </a:lnTo>
                  <a:lnTo>
                    <a:pt x="3319328" y="387726"/>
                  </a:lnTo>
                  <a:lnTo>
                    <a:pt x="3374856" y="414849"/>
                  </a:lnTo>
                  <a:lnTo>
                    <a:pt x="3430279" y="441286"/>
                  </a:lnTo>
                  <a:lnTo>
                    <a:pt x="3485601" y="466746"/>
                  </a:lnTo>
                  <a:lnTo>
                    <a:pt x="3540889" y="490985"/>
                  </a:lnTo>
                  <a:lnTo>
                    <a:pt x="3596288" y="513813"/>
                  </a:lnTo>
                  <a:lnTo>
                    <a:pt x="3652043" y="535101"/>
                  </a:lnTo>
                  <a:lnTo>
                    <a:pt x="3708513" y="554775"/>
                  </a:lnTo>
                  <a:lnTo>
                    <a:pt x="3766193" y="572819"/>
                  </a:lnTo>
                  <a:lnTo>
                    <a:pt x="3820202" y="587824"/>
                  </a:lnTo>
                  <a:lnTo>
                    <a:pt x="3872078" y="600553"/>
                  </a:lnTo>
                  <a:lnTo>
                    <a:pt x="3926405" y="612178"/>
                  </a:lnTo>
                  <a:lnTo>
                    <a:pt x="3983865" y="622737"/>
                  </a:lnTo>
                  <a:lnTo>
                    <a:pt x="4045212" y="632307"/>
                  </a:lnTo>
                  <a:lnTo>
                    <a:pt x="4111221" y="640978"/>
                  </a:lnTo>
                  <a:lnTo>
                    <a:pt x="4182657" y="648843"/>
                  </a:lnTo>
                  <a:lnTo>
                    <a:pt x="4260213" y="655991"/>
                  </a:lnTo>
                  <a:lnTo>
                    <a:pt x="4344451" y="662498"/>
                  </a:lnTo>
                  <a:lnTo>
                    <a:pt x="4435701" y="668430"/>
                  </a:lnTo>
                  <a:lnTo>
                    <a:pt x="4533950" y="673834"/>
                  </a:lnTo>
                  <a:lnTo>
                    <a:pt x="4638699" y="678744"/>
                  </a:lnTo>
                  <a:lnTo>
                    <a:pt x="4748819" y="683180"/>
                  </a:lnTo>
                  <a:lnTo>
                    <a:pt x="4862423" y="687146"/>
                  </a:lnTo>
                  <a:lnTo>
                    <a:pt x="4976813" y="690637"/>
                  </a:lnTo>
                  <a:lnTo>
                    <a:pt x="5088545" y="693643"/>
                  </a:lnTo>
                  <a:lnTo>
                    <a:pt x="5193668" y="696157"/>
                  </a:lnTo>
                  <a:lnTo>
                    <a:pt x="5288150" y="698178"/>
                  </a:lnTo>
                  <a:lnTo>
                    <a:pt x="5368435" y="699725"/>
                  </a:lnTo>
                  <a:lnTo>
                    <a:pt x="5432036" y="700833"/>
                  </a:lnTo>
                  <a:lnTo>
                    <a:pt x="5478004" y="701561"/>
                  </a:lnTo>
                  <a:lnTo>
                    <a:pt x="5507173" y="701983"/>
                  </a:lnTo>
                  <a:lnTo>
                    <a:pt x="5522137" y="702180"/>
                  </a:lnTo>
                  <a:lnTo>
                    <a:pt x="5527062" y="702240"/>
                  </a:lnTo>
                  <a:lnTo>
                    <a:pt x="5527445" y="702244"/>
                  </a:lnTo>
                  <a:lnTo>
                    <a:pt x="6522385" y="702244"/>
                  </a:lnTo>
                  <a:lnTo>
                    <a:pt x="6523519" y="702233"/>
                  </a:lnTo>
                  <a:lnTo>
                    <a:pt x="6531001" y="702154"/>
                  </a:lnTo>
                  <a:lnTo>
                    <a:pt x="6549962" y="701934"/>
                  </a:lnTo>
                  <a:lnTo>
                    <a:pt x="6584113" y="701500"/>
                  </a:lnTo>
                  <a:lnTo>
                    <a:pt x="6635523" y="700783"/>
                  </a:lnTo>
                  <a:lnTo>
                    <a:pt x="6704468" y="699724"/>
                  </a:lnTo>
                  <a:lnTo>
                    <a:pt x="6789485" y="698279"/>
                  </a:lnTo>
                  <a:lnTo>
                    <a:pt x="6887697" y="696421"/>
                  </a:lnTo>
                  <a:lnTo>
                    <a:pt x="6995333" y="694140"/>
                  </a:lnTo>
                  <a:lnTo>
                    <a:pt x="7108327" y="691440"/>
                  </a:lnTo>
                  <a:lnTo>
                    <a:pt x="7222844" y="688328"/>
                  </a:lnTo>
                  <a:lnTo>
                    <a:pt x="7335652" y="684811"/>
                  </a:lnTo>
                  <a:lnTo>
                    <a:pt x="7444302" y="680893"/>
                  </a:lnTo>
                  <a:lnTo>
                    <a:pt x="7547151" y="676564"/>
                  </a:lnTo>
                  <a:lnTo>
                    <a:pt x="7643280" y="671806"/>
                  </a:lnTo>
                  <a:lnTo>
                    <a:pt x="7732357" y="666586"/>
                  </a:lnTo>
                  <a:lnTo>
                    <a:pt x="7814489" y="660856"/>
                  </a:lnTo>
                  <a:lnTo>
                    <a:pt x="7890092" y="654559"/>
                  </a:lnTo>
                  <a:lnTo>
                    <a:pt x="7959775" y="647626"/>
                  </a:lnTo>
                  <a:lnTo>
                    <a:pt x="8024263" y="639979"/>
                  </a:lnTo>
                  <a:lnTo>
                    <a:pt x="8084329" y="631538"/>
                  </a:lnTo>
                  <a:lnTo>
                    <a:pt x="8140747" y="622228"/>
                  </a:lnTo>
                  <a:lnTo>
                    <a:pt x="8194253" y="611992"/>
                  </a:lnTo>
                  <a:lnTo>
                    <a:pt x="8229629" y="604419"/>
                  </a:lnTo>
                  <a:lnTo>
                    <a:pt x="8289558" y="590090"/>
                  </a:lnTo>
                  <a:lnTo>
                    <a:pt x="8347651" y="574361"/>
                  </a:lnTo>
                  <a:lnTo>
                    <a:pt x="8404573" y="557210"/>
                  </a:lnTo>
                  <a:lnTo>
                    <a:pt x="8460817" y="538658"/>
                  </a:lnTo>
                  <a:lnTo>
                    <a:pt x="8516738" y="518774"/>
                  </a:lnTo>
                  <a:lnTo>
                    <a:pt x="8572571" y="497681"/>
                  </a:lnTo>
                  <a:lnTo>
                    <a:pt x="8628453" y="475552"/>
                  </a:lnTo>
                  <a:lnTo>
                    <a:pt x="8684443" y="452610"/>
                  </a:lnTo>
                  <a:lnTo>
                    <a:pt x="8740535" y="429116"/>
                  </a:lnTo>
                  <a:lnTo>
                    <a:pt x="8796683" y="405361"/>
                  </a:lnTo>
                  <a:lnTo>
                    <a:pt x="8852821" y="381651"/>
                  </a:lnTo>
                  <a:lnTo>
                    <a:pt x="8908887" y="358286"/>
                  </a:lnTo>
                  <a:lnTo>
                    <a:pt x="8964845" y="335551"/>
                  </a:lnTo>
                  <a:lnTo>
                    <a:pt x="9020704" y="313698"/>
                  </a:lnTo>
                  <a:lnTo>
                    <a:pt x="9076544" y="292936"/>
                  </a:lnTo>
                  <a:lnTo>
                    <a:pt x="9132529" y="273424"/>
                  </a:lnTo>
                  <a:lnTo>
                    <a:pt x="9188925" y="255268"/>
                  </a:lnTo>
                  <a:lnTo>
                    <a:pt x="9246125" y="238525"/>
                  </a:lnTo>
                  <a:lnTo>
                    <a:pt x="9304668" y="223201"/>
                  </a:lnTo>
                  <a:lnTo>
                    <a:pt x="9347647" y="213119"/>
                  </a:lnTo>
                  <a:lnTo>
                    <a:pt x="9399540" y="202232"/>
                  </a:lnTo>
                  <a:lnTo>
                    <a:pt x="9453884" y="192291"/>
                  </a:lnTo>
                  <a:lnTo>
                    <a:pt x="9511365" y="183261"/>
                  </a:lnTo>
                  <a:lnTo>
                    <a:pt x="9572734" y="175078"/>
                  </a:lnTo>
                  <a:lnTo>
                    <a:pt x="9638770" y="167664"/>
                  </a:lnTo>
                  <a:lnTo>
                    <a:pt x="9710237" y="160938"/>
                  </a:lnTo>
                  <a:lnTo>
                    <a:pt x="9787829" y="154826"/>
                  </a:lnTo>
                  <a:lnTo>
                    <a:pt x="9872108" y="149262"/>
                  </a:lnTo>
                  <a:lnTo>
                    <a:pt x="9963404" y="144191"/>
                  </a:lnTo>
                  <a:lnTo>
                    <a:pt x="10061702" y="139570"/>
                  </a:lnTo>
                  <a:lnTo>
                    <a:pt x="10166502" y="135372"/>
                  </a:lnTo>
                  <a:lnTo>
                    <a:pt x="10276670" y="131580"/>
                  </a:lnTo>
                  <a:lnTo>
                    <a:pt x="10390317" y="128190"/>
                  </a:lnTo>
                  <a:lnTo>
                    <a:pt x="10504738" y="125206"/>
                  </a:lnTo>
                  <a:lnTo>
                    <a:pt x="10616483" y="122637"/>
                  </a:lnTo>
                  <a:lnTo>
                    <a:pt x="10721598" y="120489"/>
                  </a:lnTo>
                  <a:lnTo>
                    <a:pt x="10816045" y="118762"/>
                  </a:lnTo>
                  <a:lnTo>
                    <a:pt x="10896272" y="117442"/>
                  </a:lnTo>
                  <a:lnTo>
                    <a:pt x="10959794" y="116496"/>
                  </a:lnTo>
                  <a:lnTo>
                    <a:pt x="11005674" y="115875"/>
                  </a:lnTo>
                  <a:lnTo>
                    <a:pt x="11034754" y="115516"/>
                  </a:lnTo>
                  <a:lnTo>
                    <a:pt x="11049643" y="115348"/>
                  </a:lnTo>
                  <a:lnTo>
                    <a:pt x="11054519" y="115297"/>
                  </a:lnTo>
                  <a:lnTo>
                    <a:pt x="11054891" y="115293"/>
                  </a:lnTo>
                  <a:lnTo>
                    <a:pt x="12049831" y="115293"/>
                  </a:lnTo>
                  <a:lnTo>
                    <a:pt x="12049831" y="99572"/>
                  </a:lnTo>
                  <a:lnTo>
                    <a:pt x="11054891" y="99572"/>
                  </a:lnTo>
                  <a:lnTo>
                    <a:pt x="11053757" y="99583"/>
                  </a:lnTo>
                  <a:lnTo>
                    <a:pt x="11046275" y="99662"/>
                  </a:lnTo>
                  <a:lnTo>
                    <a:pt x="11027314" y="99882"/>
                  </a:lnTo>
                  <a:lnTo>
                    <a:pt x="10993164" y="100316"/>
                  </a:lnTo>
                  <a:lnTo>
                    <a:pt x="10941753" y="101033"/>
                  </a:lnTo>
                  <a:lnTo>
                    <a:pt x="10872808" y="102092"/>
                  </a:lnTo>
                  <a:lnTo>
                    <a:pt x="10787791" y="103537"/>
                  </a:lnTo>
                  <a:lnTo>
                    <a:pt x="10689579" y="105395"/>
                  </a:lnTo>
                  <a:lnTo>
                    <a:pt x="10581943" y="107676"/>
                  </a:lnTo>
                  <a:lnTo>
                    <a:pt x="10468950" y="110376"/>
                  </a:lnTo>
                  <a:lnTo>
                    <a:pt x="10354433" y="113488"/>
                  </a:lnTo>
                  <a:lnTo>
                    <a:pt x="10241624" y="117005"/>
                  </a:lnTo>
                  <a:lnTo>
                    <a:pt x="10132975" y="120923"/>
                  </a:lnTo>
                  <a:lnTo>
                    <a:pt x="10030125" y="125252"/>
                  </a:lnTo>
                  <a:lnTo>
                    <a:pt x="9933996" y="130010"/>
                  </a:lnTo>
                  <a:lnTo>
                    <a:pt x="9844919" y="135230"/>
                  </a:lnTo>
                  <a:lnTo>
                    <a:pt x="9762787" y="140960"/>
                  </a:lnTo>
                  <a:lnTo>
                    <a:pt x="9687185" y="147257"/>
                  </a:lnTo>
                  <a:lnTo>
                    <a:pt x="9617501" y="154190"/>
                  </a:lnTo>
                  <a:lnTo>
                    <a:pt x="9553013" y="161837"/>
                  </a:lnTo>
                  <a:lnTo>
                    <a:pt x="9492947" y="170278"/>
                  </a:lnTo>
                  <a:lnTo>
                    <a:pt x="9436529" y="179588"/>
                  </a:lnTo>
                  <a:lnTo>
                    <a:pt x="9383024" y="189824"/>
                  </a:lnTo>
                  <a:lnTo>
                    <a:pt x="9347647" y="197397"/>
                  </a:lnTo>
                  <a:lnTo>
                    <a:pt x="9287718" y="211726"/>
                  </a:lnTo>
                  <a:lnTo>
                    <a:pt x="9229626" y="227455"/>
                  </a:lnTo>
                  <a:lnTo>
                    <a:pt x="9172704" y="244606"/>
                  </a:lnTo>
                  <a:lnTo>
                    <a:pt x="9116459" y="263158"/>
                  </a:lnTo>
                  <a:lnTo>
                    <a:pt x="9060539" y="283042"/>
                  </a:lnTo>
                  <a:lnTo>
                    <a:pt x="9004706" y="304135"/>
                  </a:lnTo>
                  <a:lnTo>
                    <a:pt x="8948823" y="326264"/>
                  </a:lnTo>
                  <a:lnTo>
                    <a:pt x="8892833" y="349206"/>
                  </a:lnTo>
                  <a:lnTo>
                    <a:pt x="8836741" y="372700"/>
                  </a:lnTo>
                  <a:lnTo>
                    <a:pt x="8780593" y="396455"/>
                  </a:lnTo>
                  <a:lnTo>
                    <a:pt x="8724455" y="420165"/>
                  </a:lnTo>
                  <a:lnTo>
                    <a:pt x="8668389" y="443530"/>
                  </a:lnTo>
                  <a:lnTo>
                    <a:pt x="8612432" y="466265"/>
                  </a:lnTo>
                  <a:lnTo>
                    <a:pt x="8556572" y="488118"/>
                  </a:lnTo>
                  <a:lnTo>
                    <a:pt x="8500732" y="508880"/>
                  </a:lnTo>
                  <a:lnTo>
                    <a:pt x="8444748" y="528392"/>
                  </a:lnTo>
                  <a:lnTo>
                    <a:pt x="8388351" y="546548"/>
                  </a:lnTo>
                  <a:lnTo>
                    <a:pt x="8331151" y="563291"/>
                  </a:lnTo>
                  <a:lnTo>
                    <a:pt x="8272609" y="578615"/>
                  </a:lnTo>
                  <a:lnTo>
                    <a:pt x="8229629" y="588697"/>
                  </a:lnTo>
                  <a:lnTo>
                    <a:pt x="8177737" y="599584"/>
                  </a:lnTo>
                  <a:lnTo>
                    <a:pt x="8123393" y="609525"/>
                  </a:lnTo>
                  <a:lnTo>
                    <a:pt x="8065912" y="618555"/>
                  </a:lnTo>
                  <a:lnTo>
                    <a:pt x="8004543" y="626738"/>
                  </a:lnTo>
                  <a:lnTo>
                    <a:pt x="7938506" y="634152"/>
                  </a:lnTo>
                  <a:lnTo>
                    <a:pt x="7867040" y="640878"/>
                  </a:lnTo>
                  <a:lnTo>
                    <a:pt x="7789447" y="646990"/>
                  </a:lnTo>
                  <a:lnTo>
                    <a:pt x="7705169" y="652554"/>
                  </a:lnTo>
                  <a:lnTo>
                    <a:pt x="7613873" y="657625"/>
                  </a:lnTo>
                  <a:lnTo>
                    <a:pt x="7515575" y="662246"/>
                  </a:lnTo>
                  <a:lnTo>
                    <a:pt x="7410775" y="666444"/>
                  </a:lnTo>
                  <a:lnTo>
                    <a:pt x="7300606" y="670236"/>
                  </a:lnTo>
                  <a:lnTo>
                    <a:pt x="7186960" y="673626"/>
                  </a:lnTo>
                  <a:lnTo>
                    <a:pt x="7072539" y="676610"/>
                  </a:lnTo>
                  <a:lnTo>
                    <a:pt x="6960794" y="679180"/>
                  </a:lnTo>
                  <a:lnTo>
                    <a:pt x="6855679" y="681327"/>
                  </a:lnTo>
                  <a:lnTo>
                    <a:pt x="6761231" y="683054"/>
                  </a:lnTo>
                  <a:lnTo>
                    <a:pt x="6681005" y="684374"/>
                  </a:lnTo>
                  <a:lnTo>
                    <a:pt x="6617482" y="685320"/>
                  </a:lnTo>
                  <a:lnTo>
                    <a:pt x="6571602" y="685941"/>
                  </a:lnTo>
                  <a:lnTo>
                    <a:pt x="6542522" y="686300"/>
                  </a:lnTo>
                  <a:lnTo>
                    <a:pt x="6527633" y="686468"/>
                  </a:lnTo>
                  <a:lnTo>
                    <a:pt x="6522758" y="686519"/>
                  </a:lnTo>
                  <a:lnTo>
                    <a:pt x="6522385" y="686523"/>
                  </a:lnTo>
                  <a:lnTo>
                    <a:pt x="5527445" y="686523"/>
                  </a:lnTo>
                  <a:lnTo>
                    <a:pt x="5526313" y="686509"/>
                  </a:lnTo>
                  <a:lnTo>
                    <a:pt x="5518837" y="686416"/>
                  </a:lnTo>
                  <a:lnTo>
                    <a:pt x="5499892" y="686159"/>
                  </a:lnTo>
                  <a:lnTo>
                    <a:pt x="5465769" y="685652"/>
                  </a:lnTo>
                  <a:lnTo>
                    <a:pt x="5414398" y="684815"/>
                  </a:lnTo>
                  <a:lnTo>
                    <a:pt x="5345502" y="683577"/>
                  </a:lnTo>
                  <a:lnTo>
                    <a:pt x="5260539" y="681888"/>
                  </a:lnTo>
                  <a:lnTo>
                    <a:pt x="5162383" y="679717"/>
                  </a:lnTo>
                  <a:lnTo>
                    <a:pt x="5054798" y="677052"/>
                  </a:lnTo>
                  <a:lnTo>
                    <a:pt x="4941848" y="673895"/>
                  </a:lnTo>
                  <a:lnTo>
                    <a:pt x="4827365" y="670258"/>
                  </a:lnTo>
                  <a:lnTo>
                    <a:pt x="4714580" y="666148"/>
                  </a:lnTo>
                  <a:lnTo>
                    <a:pt x="4605943" y="661568"/>
                  </a:lnTo>
                  <a:lnTo>
                    <a:pt x="4503099" y="656508"/>
                  </a:lnTo>
                  <a:lnTo>
                    <a:pt x="4406968" y="650947"/>
                  </a:lnTo>
                  <a:lnTo>
                    <a:pt x="4317886" y="644845"/>
                  </a:lnTo>
                  <a:lnTo>
                    <a:pt x="4235744" y="638149"/>
                  </a:lnTo>
                  <a:lnTo>
                    <a:pt x="4160132" y="630790"/>
                  </a:lnTo>
                  <a:lnTo>
                    <a:pt x="4090439" y="622687"/>
                  </a:lnTo>
                  <a:lnTo>
                    <a:pt x="4025942" y="613751"/>
                  </a:lnTo>
                  <a:lnTo>
                    <a:pt x="3965869" y="603887"/>
                  </a:lnTo>
                  <a:lnTo>
                    <a:pt x="3909447" y="593008"/>
                  </a:lnTo>
                  <a:lnTo>
                    <a:pt x="3855940" y="581046"/>
                  </a:lnTo>
                  <a:lnTo>
                    <a:pt x="3820202" y="572102"/>
                  </a:lnTo>
                  <a:lnTo>
                    <a:pt x="3760850" y="555514"/>
                  </a:lnTo>
                  <a:lnTo>
                    <a:pt x="3703305" y="537321"/>
                  </a:lnTo>
                  <a:lnTo>
                    <a:pt x="3646919" y="517498"/>
                  </a:lnTo>
                  <a:lnTo>
                    <a:pt x="3591210" y="496065"/>
                  </a:lnTo>
                  <a:lnTo>
                    <a:pt x="3535829" y="473102"/>
                  </a:lnTo>
                  <a:lnTo>
                    <a:pt x="3480543" y="448743"/>
                  </a:lnTo>
                  <a:lnTo>
                    <a:pt x="3425213" y="423182"/>
                  </a:lnTo>
                  <a:lnTo>
                    <a:pt x="3369780" y="396670"/>
                  </a:lnTo>
                  <a:lnTo>
                    <a:pt x="3314244" y="369500"/>
                  </a:lnTo>
                  <a:lnTo>
                    <a:pt x="3258649" y="342001"/>
                  </a:lnTo>
                  <a:lnTo>
                    <a:pt x="3203057" y="314518"/>
                  </a:lnTo>
                  <a:lnTo>
                    <a:pt x="3147529" y="287395"/>
                  </a:lnTo>
                  <a:lnTo>
                    <a:pt x="3092106" y="260958"/>
                  </a:lnTo>
                  <a:lnTo>
                    <a:pt x="3036784" y="235498"/>
                  </a:lnTo>
                  <a:lnTo>
                    <a:pt x="2981496" y="211259"/>
                  </a:lnTo>
                  <a:lnTo>
                    <a:pt x="2926097" y="188431"/>
                  </a:lnTo>
                  <a:lnTo>
                    <a:pt x="2870342" y="167143"/>
                  </a:lnTo>
                  <a:lnTo>
                    <a:pt x="2813872" y="147469"/>
                  </a:lnTo>
                  <a:lnTo>
                    <a:pt x="2756192" y="129424"/>
                  </a:lnTo>
                  <a:lnTo>
                    <a:pt x="2702183" y="114420"/>
                  </a:lnTo>
                  <a:lnTo>
                    <a:pt x="2650307" y="101691"/>
                  </a:lnTo>
                  <a:lnTo>
                    <a:pt x="2595980" y="90066"/>
                  </a:lnTo>
                  <a:lnTo>
                    <a:pt x="2538520" y="79507"/>
                  </a:lnTo>
                  <a:lnTo>
                    <a:pt x="2477173" y="69937"/>
                  </a:lnTo>
                  <a:lnTo>
                    <a:pt x="2411164" y="61266"/>
                  </a:lnTo>
                  <a:lnTo>
                    <a:pt x="2339728" y="53401"/>
                  </a:lnTo>
                  <a:lnTo>
                    <a:pt x="2262172" y="46253"/>
                  </a:lnTo>
                  <a:lnTo>
                    <a:pt x="2177934" y="39745"/>
                  </a:lnTo>
                  <a:lnTo>
                    <a:pt x="2086684" y="33814"/>
                  </a:lnTo>
                  <a:lnTo>
                    <a:pt x="1988435" y="28410"/>
                  </a:lnTo>
                  <a:lnTo>
                    <a:pt x="1883686" y="23500"/>
                  </a:lnTo>
                  <a:lnTo>
                    <a:pt x="1773566" y="19064"/>
                  </a:lnTo>
                  <a:lnTo>
                    <a:pt x="1659962" y="15098"/>
                  </a:lnTo>
                  <a:lnTo>
                    <a:pt x="1545572" y="11607"/>
                  </a:lnTo>
                  <a:lnTo>
                    <a:pt x="1433840" y="8601"/>
                  </a:lnTo>
                  <a:lnTo>
                    <a:pt x="1328717" y="6087"/>
                  </a:lnTo>
                  <a:lnTo>
                    <a:pt x="1234235" y="4066"/>
                  </a:lnTo>
                  <a:lnTo>
                    <a:pt x="1153950" y="2519"/>
                  </a:lnTo>
                  <a:lnTo>
                    <a:pt x="1090349" y="1411"/>
                  </a:lnTo>
                  <a:lnTo>
                    <a:pt x="1044381" y="683"/>
                  </a:lnTo>
                  <a:lnTo>
                    <a:pt x="1015212" y="261"/>
                  </a:lnTo>
                  <a:lnTo>
                    <a:pt x="1000248" y="64"/>
                  </a:lnTo>
                  <a:lnTo>
                    <a:pt x="995323" y="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09" name="pl408"/>
            <p:cNvSpPr/>
            <p:nvPr/>
          </p:nvSpPr>
          <p:spPr>
            <a:xfrm>
              <a:off x="1199187" y="1870741"/>
              <a:ext cx="12049831" cy="686523"/>
            </a:xfrm>
            <a:custGeom>
              <a:avLst/>
              <a:pathLst>
                <a:path w="12049831" h="686523">
                  <a:moveTo>
                    <a:pt x="0" y="0"/>
                  </a:moveTo>
                  <a:lnTo>
                    <a:pt x="994940" y="0"/>
                  </a:lnTo>
                  <a:lnTo>
                    <a:pt x="996072" y="13"/>
                  </a:lnTo>
                  <a:lnTo>
                    <a:pt x="1003548" y="106"/>
                  </a:lnTo>
                  <a:lnTo>
                    <a:pt x="1022493" y="363"/>
                  </a:lnTo>
                  <a:lnTo>
                    <a:pt x="1056616" y="870"/>
                  </a:lnTo>
                  <a:lnTo>
                    <a:pt x="1107987" y="1707"/>
                  </a:lnTo>
                  <a:lnTo>
                    <a:pt x="1176883" y="2945"/>
                  </a:lnTo>
                  <a:lnTo>
                    <a:pt x="1261846" y="4634"/>
                  </a:lnTo>
                  <a:lnTo>
                    <a:pt x="1360002" y="6805"/>
                  </a:lnTo>
                  <a:lnTo>
                    <a:pt x="1467587" y="9470"/>
                  </a:lnTo>
                  <a:lnTo>
                    <a:pt x="1580537" y="12627"/>
                  </a:lnTo>
                  <a:lnTo>
                    <a:pt x="1695020" y="16264"/>
                  </a:lnTo>
                  <a:lnTo>
                    <a:pt x="1807805" y="20374"/>
                  </a:lnTo>
                  <a:lnTo>
                    <a:pt x="1916442" y="24955"/>
                  </a:lnTo>
                  <a:lnTo>
                    <a:pt x="2019286" y="30014"/>
                  </a:lnTo>
                  <a:lnTo>
                    <a:pt x="2115417" y="35575"/>
                  </a:lnTo>
                  <a:lnTo>
                    <a:pt x="2204499" y="41677"/>
                  </a:lnTo>
                  <a:lnTo>
                    <a:pt x="2286641" y="48373"/>
                  </a:lnTo>
                  <a:lnTo>
                    <a:pt x="2362253" y="55732"/>
                  </a:lnTo>
                  <a:lnTo>
                    <a:pt x="2431946" y="63835"/>
                  </a:lnTo>
                  <a:lnTo>
                    <a:pt x="2496443" y="72771"/>
                  </a:lnTo>
                  <a:lnTo>
                    <a:pt x="2556516" y="82635"/>
                  </a:lnTo>
                  <a:lnTo>
                    <a:pt x="2612938" y="93514"/>
                  </a:lnTo>
                  <a:lnTo>
                    <a:pt x="2666445" y="105476"/>
                  </a:lnTo>
                  <a:lnTo>
                    <a:pt x="2702183" y="114420"/>
                  </a:lnTo>
                  <a:lnTo>
                    <a:pt x="2761535" y="131008"/>
                  </a:lnTo>
                  <a:lnTo>
                    <a:pt x="2819080" y="149201"/>
                  </a:lnTo>
                  <a:lnTo>
                    <a:pt x="2875466" y="169024"/>
                  </a:lnTo>
                  <a:lnTo>
                    <a:pt x="2931175" y="190457"/>
                  </a:lnTo>
                  <a:lnTo>
                    <a:pt x="2986556" y="213420"/>
                  </a:lnTo>
                  <a:lnTo>
                    <a:pt x="3041842" y="237779"/>
                  </a:lnTo>
                  <a:lnTo>
                    <a:pt x="3097172" y="263340"/>
                  </a:lnTo>
                  <a:lnTo>
                    <a:pt x="3152605" y="289852"/>
                  </a:lnTo>
                  <a:lnTo>
                    <a:pt x="3208141" y="317022"/>
                  </a:lnTo>
                  <a:lnTo>
                    <a:pt x="3263736" y="344521"/>
                  </a:lnTo>
                  <a:lnTo>
                    <a:pt x="3319328" y="372004"/>
                  </a:lnTo>
                  <a:lnTo>
                    <a:pt x="3374856" y="399127"/>
                  </a:lnTo>
                  <a:lnTo>
                    <a:pt x="3430279" y="425565"/>
                  </a:lnTo>
                  <a:lnTo>
                    <a:pt x="3485601" y="451024"/>
                  </a:lnTo>
                  <a:lnTo>
                    <a:pt x="3540889" y="475263"/>
                  </a:lnTo>
                  <a:lnTo>
                    <a:pt x="3596288" y="498091"/>
                  </a:lnTo>
                  <a:lnTo>
                    <a:pt x="3652043" y="519379"/>
                  </a:lnTo>
                  <a:lnTo>
                    <a:pt x="3708513" y="539053"/>
                  </a:lnTo>
                  <a:lnTo>
                    <a:pt x="3766193" y="557098"/>
                  </a:lnTo>
                  <a:lnTo>
                    <a:pt x="3820202" y="572102"/>
                  </a:lnTo>
                  <a:lnTo>
                    <a:pt x="3872078" y="584831"/>
                  </a:lnTo>
                  <a:lnTo>
                    <a:pt x="3926405" y="596456"/>
                  </a:lnTo>
                  <a:lnTo>
                    <a:pt x="3983865" y="607015"/>
                  </a:lnTo>
                  <a:lnTo>
                    <a:pt x="4045212" y="616585"/>
                  </a:lnTo>
                  <a:lnTo>
                    <a:pt x="4111221" y="625256"/>
                  </a:lnTo>
                  <a:lnTo>
                    <a:pt x="4182657" y="633121"/>
                  </a:lnTo>
                  <a:lnTo>
                    <a:pt x="4260213" y="640269"/>
                  </a:lnTo>
                  <a:lnTo>
                    <a:pt x="4344451" y="646777"/>
                  </a:lnTo>
                  <a:lnTo>
                    <a:pt x="4435701" y="652708"/>
                  </a:lnTo>
                  <a:lnTo>
                    <a:pt x="4533950" y="658112"/>
                  </a:lnTo>
                  <a:lnTo>
                    <a:pt x="4638699" y="663022"/>
                  </a:lnTo>
                  <a:lnTo>
                    <a:pt x="4748819" y="667458"/>
                  </a:lnTo>
                  <a:lnTo>
                    <a:pt x="4862423" y="671424"/>
                  </a:lnTo>
                  <a:lnTo>
                    <a:pt x="4976813" y="674915"/>
                  </a:lnTo>
                  <a:lnTo>
                    <a:pt x="5088545" y="677921"/>
                  </a:lnTo>
                  <a:lnTo>
                    <a:pt x="5193668" y="680435"/>
                  </a:lnTo>
                  <a:lnTo>
                    <a:pt x="5288150" y="682456"/>
                  </a:lnTo>
                  <a:lnTo>
                    <a:pt x="5368435" y="684003"/>
                  </a:lnTo>
                  <a:lnTo>
                    <a:pt x="5432036" y="685111"/>
                  </a:lnTo>
                  <a:lnTo>
                    <a:pt x="5478004" y="685839"/>
                  </a:lnTo>
                  <a:lnTo>
                    <a:pt x="5507173" y="686261"/>
                  </a:lnTo>
                  <a:lnTo>
                    <a:pt x="5522137" y="686458"/>
                  </a:lnTo>
                  <a:lnTo>
                    <a:pt x="5527062" y="686518"/>
                  </a:lnTo>
                  <a:lnTo>
                    <a:pt x="5527445" y="686523"/>
                  </a:lnTo>
                  <a:lnTo>
                    <a:pt x="6522385" y="686523"/>
                  </a:lnTo>
                  <a:lnTo>
                    <a:pt x="6523519" y="686511"/>
                  </a:lnTo>
                  <a:lnTo>
                    <a:pt x="6531001" y="686432"/>
                  </a:lnTo>
                  <a:lnTo>
                    <a:pt x="6549962" y="686212"/>
                  </a:lnTo>
                  <a:lnTo>
                    <a:pt x="6584113" y="685778"/>
                  </a:lnTo>
                  <a:lnTo>
                    <a:pt x="6635523" y="685061"/>
                  </a:lnTo>
                  <a:lnTo>
                    <a:pt x="6704468" y="684002"/>
                  </a:lnTo>
                  <a:lnTo>
                    <a:pt x="6789485" y="682557"/>
                  </a:lnTo>
                  <a:lnTo>
                    <a:pt x="6887697" y="680699"/>
                  </a:lnTo>
                  <a:lnTo>
                    <a:pt x="6995333" y="678419"/>
                  </a:lnTo>
                  <a:lnTo>
                    <a:pt x="7108327" y="675718"/>
                  </a:lnTo>
                  <a:lnTo>
                    <a:pt x="7222844" y="672606"/>
                  </a:lnTo>
                  <a:lnTo>
                    <a:pt x="7335652" y="669089"/>
                  </a:lnTo>
                  <a:lnTo>
                    <a:pt x="7444302" y="665171"/>
                  </a:lnTo>
                  <a:lnTo>
                    <a:pt x="7547151" y="660842"/>
                  </a:lnTo>
                  <a:lnTo>
                    <a:pt x="7643280" y="656084"/>
                  </a:lnTo>
                  <a:lnTo>
                    <a:pt x="7732357" y="650864"/>
                  </a:lnTo>
                  <a:lnTo>
                    <a:pt x="7814489" y="645134"/>
                  </a:lnTo>
                  <a:lnTo>
                    <a:pt x="7890092" y="638837"/>
                  </a:lnTo>
                  <a:lnTo>
                    <a:pt x="7959775" y="631904"/>
                  </a:lnTo>
                  <a:lnTo>
                    <a:pt x="8024263" y="624257"/>
                  </a:lnTo>
                  <a:lnTo>
                    <a:pt x="8084329" y="615816"/>
                  </a:lnTo>
                  <a:lnTo>
                    <a:pt x="8140747" y="606506"/>
                  </a:lnTo>
                  <a:lnTo>
                    <a:pt x="8194253" y="596270"/>
                  </a:lnTo>
                  <a:lnTo>
                    <a:pt x="8229629" y="588697"/>
                  </a:lnTo>
                  <a:lnTo>
                    <a:pt x="8289558" y="574368"/>
                  </a:lnTo>
                  <a:lnTo>
                    <a:pt x="8347651" y="558639"/>
                  </a:lnTo>
                  <a:lnTo>
                    <a:pt x="8404573" y="541488"/>
                  </a:lnTo>
                  <a:lnTo>
                    <a:pt x="8460817" y="522936"/>
                  </a:lnTo>
                  <a:lnTo>
                    <a:pt x="8516738" y="503053"/>
                  </a:lnTo>
                  <a:lnTo>
                    <a:pt x="8572571" y="481959"/>
                  </a:lnTo>
                  <a:lnTo>
                    <a:pt x="8628453" y="459831"/>
                  </a:lnTo>
                  <a:lnTo>
                    <a:pt x="8684443" y="436888"/>
                  </a:lnTo>
                  <a:lnTo>
                    <a:pt x="8740535" y="413394"/>
                  </a:lnTo>
                  <a:lnTo>
                    <a:pt x="8796683" y="389639"/>
                  </a:lnTo>
                  <a:lnTo>
                    <a:pt x="8852821" y="365929"/>
                  </a:lnTo>
                  <a:lnTo>
                    <a:pt x="8908887" y="342564"/>
                  </a:lnTo>
                  <a:lnTo>
                    <a:pt x="8964845" y="319829"/>
                  </a:lnTo>
                  <a:lnTo>
                    <a:pt x="9020704" y="297977"/>
                  </a:lnTo>
                  <a:lnTo>
                    <a:pt x="9076544" y="277214"/>
                  </a:lnTo>
                  <a:lnTo>
                    <a:pt x="9132529" y="257702"/>
                  </a:lnTo>
                  <a:lnTo>
                    <a:pt x="9188925" y="239546"/>
                  </a:lnTo>
                  <a:lnTo>
                    <a:pt x="9246125" y="222803"/>
                  </a:lnTo>
                  <a:lnTo>
                    <a:pt x="9304668" y="207479"/>
                  </a:lnTo>
                  <a:lnTo>
                    <a:pt x="9347647" y="197397"/>
                  </a:lnTo>
                  <a:lnTo>
                    <a:pt x="9399540" y="186510"/>
                  </a:lnTo>
                  <a:lnTo>
                    <a:pt x="9453884" y="176569"/>
                  </a:lnTo>
                  <a:lnTo>
                    <a:pt x="9511365" y="167539"/>
                  </a:lnTo>
                  <a:lnTo>
                    <a:pt x="9572734" y="159356"/>
                  </a:lnTo>
                  <a:lnTo>
                    <a:pt x="9638770" y="151942"/>
                  </a:lnTo>
                  <a:lnTo>
                    <a:pt x="9710237" y="145216"/>
                  </a:lnTo>
                  <a:lnTo>
                    <a:pt x="9787829" y="139104"/>
                  </a:lnTo>
                  <a:lnTo>
                    <a:pt x="9872108" y="133540"/>
                  </a:lnTo>
                  <a:lnTo>
                    <a:pt x="9963404" y="128469"/>
                  </a:lnTo>
                  <a:lnTo>
                    <a:pt x="10061702" y="123848"/>
                  </a:lnTo>
                  <a:lnTo>
                    <a:pt x="10166502" y="119650"/>
                  </a:lnTo>
                  <a:lnTo>
                    <a:pt x="10276670" y="115858"/>
                  </a:lnTo>
                  <a:lnTo>
                    <a:pt x="10390317" y="112468"/>
                  </a:lnTo>
                  <a:lnTo>
                    <a:pt x="10504738" y="109484"/>
                  </a:lnTo>
                  <a:lnTo>
                    <a:pt x="10616483" y="106915"/>
                  </a:lnTo>
                  <a:lnTo>
                    <a:pt x="10721598" y="104767"/>
                  </a:lnTo>
                  <a:lnTo>
                    <a:pt x="10816045" y="103040"/>
                  </a:lnTo>
                  <a:lnTo>
                    <a:pt x="10896272" y="101720"/>
                  </a:lnTo>
                  <a:lnTo>
                    <a:pt x="10959794" y="100774"/>
                  </a:lnTo>
                  <a:lnTo>
                    <a:pt x="11005674" y="100153"/>
                  </a:lnTo>
                  <a:lnTo>
                    <a:pt x="11034754" y="99794"/>
                  </a:lnTo>
                  <a:lnTo>
                    <a:pt x="11049643" y="99626"/>
                  </a:lnTo>
                  <a:lnTo>
                    <a:pt x="11054519" y="99575"/>
                  </a:lnTo>
                  <a:lnTo>
                    <a:pt x="11054891" y="99572"/>
                  </a:lnTo>
                  <a:lnTo>
                    <a:pt x="12049831" y="99572"/>
                  </a:lnTo>
                  <a:lnTo>
                    <a:pt x="12049831" y="995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0" name="pl409"/>
            <p:cNvSpPr/>
            <p:nvPr/>
          </p:nvSpPr>
          <p:spPr>
            <a:xfrm>
              <a:off x="1199187" y="1855019"/>
              <a:ext cx="12049831" cy="686523"/>
            </a:xfrm>
            <a:custGeom>
              <a:avLst/>
              <a:pathLst>
                <a:path w="12049831" h="686523">
                  <a:moveTo>
                    <a:pt x="12049831" y="99572"/>
                  </a:moveTo>
                  <a:lnTo>
                    <a:pt x="11054891" y="99572"/>
                  </a:lnTo>
                  <a:lnTo>
                    <a:pt x="11053757" y="99583"/>
                  </a:lnTo>
                  <a:lnTo>
                    <a:pt x="11046275" y="99662"/>
                  </a:lnTo>
                  <a:lnTo>
                    <a:pt x="11027314" y="99882"/>
                  </a:lnTo>
                  <a:lnTo>
                    <a:pt x="10993164" y="100316"/>
                  </a:lnTo>
                  <a:lnTo>
                    <a:pt x="10941753" y="101033"/>
                  </a:lnTo>
                  <a:lnTo>
                    <a:pt x="10872808" y="102092"/>
                  </a:lnTo>
                  <a:lnTo>
                    <a:pt x="10787791" y="103537"/>
                  </a:lnTo>
                  <a:lnTo>
                    <a:pt x="10689579" y="105395"/>
                  </a:lnTo>
                  <a:lnTo>
                    <a:pt x="10581943" y="107676"/>
                  </a:lnTo>
                  <a:lnTo>
                    <a:pt x="10468950" y="110376"/>
                  </a:lnTo>
                  <a:lnTo>
                    <a:pt x="10354433" y="113488"/>
                  </a:lnTo>
                  <a:lnTo>
                    <a:pt x="10241624" y="117005"/>
                  </a:lnTo>
                  <a:lnTo>
                    <a:pt x="10132975" y="120923"/>
                  </a:lnTo>
                  <a:lnTo>
                    <a:pt x="10030125" y="125252"/>
                  </a:lnTo>
                  <a:lnTo>
                    <a:pt x="9933996" y="130010"/>
                  </a:lnTo>
                  <a:lnTo>
                    <a:pt x="9844919" y="135230"/>
                  </a:lnTo>
                  <a:lnTo>
                    <a:pt x="9762787" y="140960"/>
                  </a:lnTo>
                  <a:lnTo>
                    <a:pt x="9687185" y="147257"/>
                  </a:lnTo>
                  <a:lnTo>
                    <a:pt x="9617501" y="154190"/>
                  </a:lnTo>
                  <a:lnTo>
                    <a:pt x="9553013" y="161837"/>
                  </a:lnTo>
                  <a:lnTo>
                    <a:pt x="9492947" y="170278"/>
                  </a:lnTo>
                  <a:lnTo>
                    <a:pt x="9436529" y="179588"/>
                  </a:lnTo>
                  <a:lnTo>
                    <a:pt x="9383024" y="189824"/>
                  </a:lnTo>
                  <a:lnTo>
                    <a:pt x="9347647" y="197397"/>
                  </a:lnTo>
                  <a:lnTo>
                    <a:pt x="9287718" y="211726"/>
                  </a:lnTo>
                  <a:lnTo>
                    <a:pt x="9229626" y="227455"/>
                  </a:lnTo>
                  <a:lnTo>
                    <a:pt x="9172704" y="244606"/>
                  </a:lnTo>
                  <a:lnTo>
                    <a:pt x="9116459" y="263158"/>
                  </a:lnTo>
                  <a:lnTo>
                    <a:pt x="9060539" y="283042"/>
                  </a:lnTo>
                  <a:lnTo>
                    <a:pt x="9004706" y="304135"/>
                  </a:lnTo>
                  <a:lnTo>
                    <a:pt x="8948823" y="326264"/>
                  </a:lnTo>
                  <a:lnTo>
                    <a:pt x="8892833" y="349206"/>
                  </a:lnTo>
                  <a:lnTo>
                    <a:pt x="8836741" y="372700"/>
                  </a:lnTo>
                  <a:lnTo>
                    <a:pt x="8780593" y="396455"/>
                  </a:lnTo>
                  <a:lnTo>
                    <a:pt x="8724455" y="420165"/>
                  </a:lnTo>
                  <a:lnTo>
                    <a:pt x="8668389" y="443530"/>
                  </a:lnTo>
                  <a:lnTo>
                    <a:pt x="8612432" y="466265"/>
                  </a:lnTo>
                  <a:lnTo>
                    <a:pt x="8556572" y="488118"/>
                  </a:lnTo>
                  <a:lnTo>
                    <a:pt x="8500732" y="508880"/>
                  </a:lnTo>
                  <a:lnTo>
                    <a:pt x="8444748" y="528392"/>
                  </a:lnTo>
                  <a:lnTo>
                    <a:pt x="8388351" y="546548"/>
                  </a:lnTo>
                  <a:lnTo>
                    <a:pt x="8331151" y="563291"/>
                  </a:lnTo>
                  <a:lnTo>
                    <a:pt x="8272609" y="578615"/>
                  </a:lnTo>
                  <a:lnTo>
                    <a:pt x="8229629" y="588697"/>
                  </a:lnTo>
                  <a:lnTo>
                    <a:pt x="8177737" y="599584"/>
                  </a:lnTo>
                  <a:lnTo>
                    <a:pt x="8123393" y="609525"/>
                  </a:lnTo>
                  <a:lnTo>
                    <a:pt x="8065912" y="618555"/>
                  </a:lnTo>
                  <a:lnTo>
                    <a:pt x="8004543" y="626738"/>
                  </a:lnTo>
                  <a:lnTo>
                    <a:pt x="7938506" y="634152"/>
                  </a:lnTo>
                  <a:lnTo>
                    <a:pt x="7867040" y="640878"/>
                  </a:lnTo>
                  <a:lnTo>
                    <a:pt x="7789447" y="646990"/>
                  </a:lnTo>
                  <a:lnTo>
                    <a:pt x="7705169" y="652554"/>
                  </a:lnTo>
                  <a:lnTo>
                    <a:pt x="7613873" y="657625"/>
                  </a:lnTo>
                  <a:lnTo>
                    <a:pt x="7515575" y="662246"/>
                  </a:lnTo>
                  <a:lnTo>
                    <a:pt x="7410775" y="666444"/>
                  </a:lnTo>
                  <a:lnTo>
                    <a:pt x="7300606" y="670236"/>
                  </a:lnTo>
                  <a:lnTo>
                    <a:pt x="7186960" y="673626"/>
                  </a:lnTo>
                  <a:lnTo>
                    <a:pt x="7072539" y="676610"/>
                  </a:lnTo>
                  <a:lnTo>
                    <a:pt x="6960794" y="679180"/>
                  </a:lnTo>
                  <a:lnTo>
                    <a:pt x="6855679" y="681327"/>
                  </a:lnTo>
                  <a:lnTo>
                    <a:pt x="6761231" y="683054"/>
                  </a:lnTo>
                  <a:lnTo>
                    <a:pt x="6681005" y="684374"/>
                  </a:lnTo>
                  <a:lnTo>
                    <a:pt x="6617482" y="685320"/>
                  </a:lnTo>
                  <a:lnTo>
                    <a:pt x="6571602" y="685941"/>
                  </a:lnTo>
                  <a:lnTo>
                    <a:pt x="6542522" y="686300"/>
                  </a:lnTo>
                  <a:lnTo>
                    <a:pt x="6527633" y="686468"/>
                  </a:lnTo>
                  <a:lnTo>
                    <a:pt x="6522758" y="686519"/>
                  </a:lnTo>
                  <a:lnTo>
                    <a:pt x="6522385" y="686523"/>
                  </a:lnTo>
                  <a:lnTo>
                    <a:pt x="5527445" y="686523"/>
                  </a:lnTo>
                  <a:lnTo>
                    <a:pt x="5526313" y="686509"/>
                  </a:lnTo>
                  <a:lnTo>
                    <a:pt x="5518837" y="686416"/>
                  </a:lnTo>
                  <a:lnTo>
                    <a:pt x="5499892" y="686159"/>
                  </a:lnTo>
                  <a:lnTo>
                    <a:pt x="5465769" y="685652"/>
                  </a:lnTo>
                  <a:lnTo>
                    <a:pt x="5414398" y="684815"/>
                  </a:lnTo>
                  <a:lnTo>
                    <a:pt x="5345502" y="683577"/>
                  </a:lnTo>
                  <a:lnTo>
                    <a:pt x="5260539" y="681888"/>
                  </a:lnTo>
                  <a:lnTo>
                    <a:pt x="5162383" y="679717"/>
                  </a:lnTo>
                  <a:lnTo>
                    <a:pt x="5054798" y="677052"/>
                  </a:lnTo>
                  <a:lnTo>
                    <a:pt x="4941848" y="673895"/>
                  </a:lnTo>
                  <a:lnTo>
                    <a:pt x="4827365" y="670258"/>
                  </a:lnTo>
                  <a:lnTo>
                    <a:pt x="4714580" y="666148"/>
                  </a:lnTo>
                  <a:lnTo>
                    <a:pt x="4605943" y="661568"/>
                  </a:lnTo>
                  <a:lnTo>
                    <a:pt x="4503099" y="656508"/>
                  </a:lnTo>
                  <a:lnTo>
                    <a:pt x="4406968" y="650947"/>
                  </a:lnTo>
                  <a:lnTo>
                    <a:pt x="4317886" y="644845"/>
                  </a:lnTo>
                  <a:lnTo>
                    <a:pt x="4235744" y="638149"/>
                  </a:lnTo>
                  <a:lnTo>
                    <a:pt x="4160132" y="630790"/>
                  </a:lnTo>
                  <a:lnTo>
                    <a:pt x="4090439" y="622687"/>
                  </a:lnTo>
                  <a:lnTo>
                    <a:pt x="4025942" y="613751"/>
                  </a:lnTo>
                  <a:lnTo>
                    <a:pt x="3965869" y="603887"/>
                  </a:lnTo>
                  <a:lnTo>
                    <a:pt x="3909447" y="593008"/>
                  </a:lnTo>
                  <a:lnTo>
                    <a:pt x="3855940" y="581046"/>
                  </a:lnTo>
                  <a:lnTo>
                    <a:pt x="3820202" y="572102"/>
                  </a:lnTo>
                  <a:lnTo>
                    <a:pt x="3760850" y="555514"/>
                  </a:lnTo>
                  <a:lnTo>
                    <a:pt x="3703305" y="537321"/>
                  </a:lnTo>
                  <a:lnTo>
                    <a:pt x="3646919" y="517498"/>
                  </a:lnTo>
                  <a:lnTo>
                    <a:pt x="3591210" y="496065"/>
                  </a:lnTo>
                  <a:lnTo>
                    <a:pt x="3535829" y="473102"/>
                  </a:lnTo>
                  <a:lnTo>
                    <a:pt x="3480543" y="448743"/>
                  </a:lnTo>
                  <a:lnTo>
                    <a:pt x="3425213" y="423182"/>
                  </a:lnTo>
                  <a:lnTo>
                    <a:pt x="3369780" y="396670"/>
                  </a:lnTo>
                  <a:lnTo>
                    <a:pt x="3314244" y="369500"/>
                  </a:lnTo>
                  <a:lnTo>
                    <a:pt x="3258649" y="342001"/>
                  </a:lnTo>
                  <a:lnTo>
                    <a:pt x="3203057" y="314518"/>
                  </a:lnTo>
                  <a:lnTo>
                    <a:pt x="3147529" y="287395"/>
                  </a:lnTo>
                  <a:lnTo>
                    <a:pt x="3092106" y="260958"/>
                  </a:lnTo>
                  <a:lnTo>
                    <a:pt x="3036784" y="235498"/>
                  </a:lnTo>
                  <a:lnTo>
                    <a:pt x="2981496" y="211259"/>
                  </a:lnTo>
                  <a:lnTo>
                    <a:pt x="2926097" y="188431"/>
                  </a:lnTo>
                  <a:lnTo>
                    <a:pt x="2870342" y="167143"/>
                  </a:lnTo>
                  <a:lnTo>
                    <a:pt x="2813872" y="147469"/>
                  </a:lnTo>
                  <a:lnTo>
                    <a:pt x="2756192" y="129424"/>
                  </a:lnTo>
                  <a:lnTo>
                    <a:pt x="2702183" y="114420"/>
                  </a:lnTo>
                  <a:lnTo>
                    <a:pt x="2650307" y="101691"/>
                  </a:lnTo>
                  <a:lnTo>
                    <a:pt x="2595980" y="90066"/>
                  </a:lnTo>
                  <a:lnTo>
                    <a:pt x="2538520" y="79507"/>
                  </a:lnTo>
                  <a:lnTo>
                    <a:pt x="2477173" y="69937"/>
                  </a:lnTo>
                  <a:lnTo>
                    <a:pt x="2411164" y="61266"/>
                  </a:lnTo>
                  <a:lnTo>
                    <a:pt x="2339728" y="53401"/>
                  </a:lnTo>
                  <a:lnTo>
                    <a:pt x="2262172" y="46253"/>
                  </a:lnTo>
                  <a:lnTo>
                    <a:pt x="2177934" y="39745"/>
                  </a:lnTo>
                  <a:lnTo>
                    <a:pt x="2086684" y="33814"/>
                  </a:lnTo>
                  <a:lnTo>
                    <a:pt x="1988435" y="28410"/>
                  </a:lnTo>
                  <a:lnTo>
                    <a:pt x="1883686" y="23500"/>
                  </a:lnTo>
                  <a:lnTo>
                    <a:pt x="1773566" y="19064"/>
                  </a:lnTo>
                  <a:lnTo>
                    <a:pt x="1659962" y="15098"/>
                  </a:lnTo>
                  <a:lnTo>
                    <a:pt x="1545572" y="11607"/>
                  </a:lnTo>
                  <a:lnTo>
                    <a:pt x="1433840" y="8601"/>
                  </a:lnTo>
                  <a:lnTo>
                    <a:pt x="1328717" y="6087"/>
                  </a:lnTo>
                  <a:lnTo>
                    <a:pt x="1234235" y="4066"/>
                  </a:lnTo>
                  <a:lnTo>
                    <a:pt x="1153950" y="2519"/>
                  </a:lnTo>
                  <a:lnTo>
                    <a:pt x="1090349" y="1411"/>
                  </a:lnTo>
                  <a:lnTo>
                    <a:pt x="1044381" y="683"/>
                  </a:lnTo>
                  <a:lnTo>
                    <a:pt x="1015212" y="261"/>
                  </a:lnTo>
                  <a:lnTo>
                    <a:pt x="1000248" y="64"/>
                  </a:lnTo>
                  <a:lnTo>
                    <a:pt x="995323" y="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1" name="pg410"/>
            <p:cNvSpPr/>
            <p:nvPr/>
          </p:nvSpPr>
          <p:spPr>
            <a:xfrm>
              <a:off x="1199187" y="1870741"/>
              <a:ext cx="12049831" cy="995720"/>
            </a:xfrm>
            <a:custGeom>
              <a:avLst/>
              <a:pathLst>
                <a:path w="12049831" h="995720">
                  <a:moveTo>
                    <a:pt x="0" y="5240"/>
                  </a:moveTo>
                  <a:lnTo>
                    <a:pt x="994940" y="5240"/>
                  </a:lnTo>
                  <a:lnTo>
                    <a:pt x="996072" y="5254"/>
                  </a:lnTo>
                  <a:lnTo>
                    <a:pt x="1003546" y="5349"/>
                  </a:lnTo>
                  <a:lnTo>
                    <a:pt x="1022489" y="5612"/>
                  </a:lnTo>
                  <a:lnTo>
                    <a:pt x="1056607" y="6130"/>
                  </a:lnTo>
                  <a:lnTo>
                    <a:pt x="1107971" y="6987"/>
                  </a:lnTo>
                  <a:lnTo>
                    <a:pt x="1176859" y="8253"/>
                  </a:lnTo>
                  <a:lnTo>
                    <a:pt x="1261812" y="9980"/>
                  </a:lnTo>
                  <a:lnTo>
                    <a:pt x="1359959" y="12201"/>
                  </a:lnTo>
                  <a:lnTo>
                    <a:pt x="1467535" y="14927"/>
                  </a:lnTo>
                  <a:lnTo>
                    <a:pt x="1580478" y="18155"/>
                  </a:lnTo>
                  <a:lnTo>
                    <a:pt x="1694955" y="21875"/>
                  </a:lnTo>
                  <a:lnTo>
                    <a:pt x="1807736" y="26079"/>
                  </a:lnTo>
                  <a:lnTo>
                    <a:pt x="1916370" y="30763"/>
                  </a:lnTo>
                  <a:lnTo>
                    <a:pt x="2019214" y="35938"/>
                  </a:lnTo>
                  <a:lnTo>
                    <a:pt x="2115345" y="41626"/>
                  </a:lnTo>
                  <a:lnTo>
                    <a:pt x="2204428" y="47867"/>
                  </a:lnTo>
                  <a:lnTo>
                    <a:pt x="2286571" y="54715"/>
                  </a:lnTo>
                  <a:lnTo>
                    <a:pt x="2362185" y="62242"/>
                  </a:lnTo>
                  <a:lnTo>
                    <a:pt x="2431881" y="70529"/>
                  </a:lnTo>
                  <a:lnTo>
                    <a:pt x="2496379" y="79669"/>
                  </a:lnTo>
                  <a:lnTo>
                    <a:pt x="2556453" y="89757"/>
                  </a:lnTo>
                  <a:lnTo>
                    <a:pt x="2612876" y="100883"/>
                  </a:lnTo>
                  <a:lnTo>
                    <a:pt x="2666383" y="113117"/>
                  </a:lnTo>
                  <a:lnTo>
                    <a:pt x="2702183" y="122281"/>
                  </a:lnTo>
                  <a:lnTo>
                    <a:pt x="2761439" y="139219"/>
                  </a:lnTo>
                  <a:lnTo>
                    <a:pt x="2818892" y="157794"/>
                  </a:lnTo>
                  <a:lnTo>
                    <a:pt x="2875188" y="178031"/>
                  </a:lnTo>
                  <a:lnTo>
                    <a:pt x="2930808" y="199909"/>
                  </a:lnTo>
                  <a:lnTo>
                    <a:pt x="2986098" y="223348"/>
                  </a:lnTo>
                  <a:lnTo>
                    <a:pt x="3041293" y="248211"/>
                  </a:lnTo>
                  <a:lnTo>
                    <a:pt x="3096530" y="274302"/>
                  </a:lnTo>
                  <a:lnTo>
                    <a:pt x="3151870" y="301366"/>
                  </a:lnTo>
                  <a:lnTo>
                    <a:pt x="3207313" y="329105"/>
                  </a:lnTo>
                  <a:lnTo>
                    <a:pt x="3262816" y="357185"/>
                  </a:lnTo>
                  <a:lnTo>
                    <a:pt x="3318316" y="385255"/>
                  </a:lnTo>
                  <a:lnTo>
                    <a:pt x="3373754" y="412963"/>
                  </a:lnTo>
                  <a:lnTo>
                    <a:pt x="3429087" y="439979"/>
                  </a:lnTo>
                  <a:lnTo>
                    <a:pt x="3484319" y="466004"/>
                  </a:lnTo>
                  <a:lnTo>
                    <a:pt x="3539515" y="490789"/>
                  </a:lnTo>
                  <a:lnTo>
                    <a:pt x="3594818" y="514140"/>
                  </a:lnTo>
                  <a:lnTo>
                    <a:pt x="3650467" y="535923"/>
                  </a:lnTo>
                  <a:lnTo>
                    <a:pt x="3706815" y="556063"/>
                  </a:lnTo>
                  <a:lnTo>
                    <a:pt x="3764354" y="574541"/>
                  </a:lnTo>
                  <a:lnTo>
                    <a:pt x="3820202" y="590444"/>
                  </a:lnTo>
                  <a:lnTo>
                    <a:pt x="3872075" y="603465"/>
                  </a:lnTo>
                  <a:lnTo>
                    <a:pt x="3926399" y="615355"/>
                  </a:lnTo>
                  <a:lnTo>
                    <a:pt x="3983856" y="626156"/>
                  </a:lnTo>
                  <a:lnTo>
                    <a:pt x="4045198" y="635944"/>
                  </a:lnTo>
                  <a:lnTo>
                    <a:pt x="4111203" y="644813"/>
                  </a:lnTo>
                  <a:lnTo>
                    <a:pt x="4182633" y="652859"/>
                  </a:lnTo>
                  <a:lnTo>
                    <a:pt x="4260184" y="660170"/>
                  </a:lnTo>
                  <a:lnTo>
                    <a:pt x="4344415" y="666826"/>
                  </a:lnTo>
                  <a:lnTo>
                    <a:pt x="4435657" y="672893"/>
                  </a:lnTo>
                  <a:lnTo>
                    <a:pt x="4533897" y="678421"/>
                  </a:lnTo>
                  <a:lnTo>
                    <a:pt x="4638638" y="683444"/>
                  </a:lnTo>
                  <a:lnTo>
                    <a:pt x="4748749" y="687981"/>
                  </a:lnTo>
                  <a:lnTo>
                    <a:pt x="4862346" y="692038"/>
                  </a:lnTo>
                  <a:lnTo>
                    <a:pt x="4976730" y="695609"/>
                  </a:lnTo>
                  <a:lnTo>
                    <a:pt x="5088460" y="698685"/>
                  </a:lnTo>
                  <a:lnTo>
                    <a:pt x="5193585" y="701256"/>
                  </a:lnTo>
                  <a:lnTo>
                    <a:pt x="5288072" y="703324"/>
                  </a:lnTo>
                  <a:lnTo>
                    <a:pt x="5368367" y="704906"/>
                  </a:lnTo>
                  <a:lnTo>
                    <a:pt x="5431982" y="706041"/>
                  </a:lnTo>
                  <a:lnTo>
                    <a:pt x="5477966" y="706786"/>
                  </a:lnTo>
                  <a:lnTo>
                    <a:pt x="5507150" y="707217"/>
                  </a:lnTo>
                  <a:lnTo>
                    <a:pt x="5522127" y="707419"/>
                  </a:lnTo>
                  <a:lnTo>
                    <a:pt x="5527060" y="707481"/>
                  </a:lnTo>
                  <a:lnTo>
                    <a:pt x="5527445" y="707485"/>
                  </a:lnTo>
                  <a:lnTo>
                    <a:pt x="6522385" y="707485"/>
                  </a:lnTo>
                  <a:lnTo>
                    <a:pt x="6523521" y="707491"/>
                  </a:lnTo>
                  <a:lnTo>
                    <a:pt x="6531017" y="707530"/>
                  </a:lnTo>
                  <a:lnTo>
                    <a:pt x="6550011" y="707638"/>
                  </a:lnTo>
                  <a:lnTo>
                    <a:pt x="6584219" y="707851"/>
                  </a:lnTo>
                  <a:lnTo>
                    <a:pt x="6635711" y="708204"/>
                  </a:lnTo>
                  <a:lnTo>
                    <a:pt x="6704757" y="708725"/>
                  </a:lnTo>
                  <a:lnTo>
                    <a:pt x="6789887" y="709436"/>
                  </a:lnTo>
                  <a:lnTo>
                    <a:pt x="6888213" y="710350"/>
                  </a:lnTo>
                  <a:lnTo>
                    <a:pt x="6995954" y="711472"/>
                  </a:lnTo>
                  <a:lnTo>
                    <a:pt x="7109038" y="712800"/>
                  </a:lnTo>
                  <a:lnTo>
                    <a:pt x="7223625" y="714330"/>
                  </a:lnTo>
                  <a:lnTo>
                    <a:pt x="7336481" y="716060"/>
                  </a:lnTo>
                  <a:lnTo>
                    <a:pt x="7445158" y="717987"/>
                  </a:lnTo>
                  <a:lnTo>
                    <a:pt x="7548018" y="720115"/>
                  </a:lnTo>
                  <a:lnTo>
                    <a:pt x="7644144" y="722455"/>
                  </a:lnTo>
                  <a:lnTo>
                    <a:pt x="7733208" y="725023"/>
                  </a:lnTo>
                  <a:lnTo>
                    <a:pt x="7815322" y="727841"/>
                  </a:lnTo>
                  <a:lnTo>
                    <a:pt x="7890903" y="730938"/>
                  </a:lnTo>
                  <a:lnTo>
                    <a:pt x="7960566" y="734349"/>
                  </a:lnTo>
                  <a:lnTo>
                    <a:pt x="8025036" y="738111"/>
                  </a:lnTo>
                  <a:lnTo>
                    <a:pt x="8085088" y="742264"/>
                  </a:lnTo>
                  <a:lnTo>
                    <a:pt x="8141497" y="746844"/>
                  </a:lnTo>
                  <a:lnTo>
                    <a:pt x="8195000" y="751881"/>
                  </a:lnTo>
                  <a:lnTo>
                    <a:pt x="8229629" y="755524"/>
                  </a:lnTo>
                  <a:lnTo>
                    <a:pt x="8290844" y="762722"/>
                  </a:lnTo>
                  <a:lnTo>
                    <a:pt x="8350158" y="770638"/>
                  </a:lnTo>
                  <a:lnTo>
                    <a:pt x="8408275" y="779283"/>
                  </a:lnTo>
                  <a:lnTo>
                    <a:pt x="8465712" y="788646"/>
                  </a:lnTo>
                  <a:lnTo>
                    <a:pt x="8522837" y="798686"/>
                  </a:lnTo>
                  <a:lnTo>
                    <a:pt x="8579891" y="809338"/>
                  </a:lnTo>
                  <a:lnTo>
                    <a:pt x="8637008" y="820507"/>
                  </a:lnTo>
                  <a:lnTo>
                    <a:pt x="8694240" y="832074"/>
                  </a:lnTo>
                  <a:lnTo>
                    <a:pt x="8751572" y="843899"/>
                  </a:lnTo>
                  <a:lnTo>
                    <a:pt x="8808950" y="855827"/>
                  </a:lnTo>
                  <a:lnTo>
                    <a:pt x="8866303" y="867698"/>
                  </a:lnTo>
                  <a:lnTo>
                    <a:pt x="8923568" y="879355"/>
                  </a:lnTo>
                  <a:lnTo>
                    <a:pt x="8980717" y="890654"/>
                  </a:lnTo>
                  <a:lnTo>
                    <a:pt x="9037779" y="901468"/>
                  </a:lnTo>
                  <a:lnTo>
                    <a:pt x="9094863" y="911695"/>
                  </a:lnTo>
                  <a:lnTo>
                    <a:pt x="9152177" y="921261"/>
                  </a:lnTo>
                  <a:lnTo>
                    <a:pt x="9210049" y="930118"/>
                  </a:lnTo>
                  <a:lnTo>
                    <a:pt x="9268950" y="938246"/>
                  </a:lnTo>
                  <a:lnTo>
                    <a:pt x="9329525" y="945652"/>
                  </a:lnTo>
                  <a:lnTo>
                    <a:pt x="9347647" y="947681"/>
                  </a:lnTo>
                  <a:lnTo>
                    <a:pt x="9399573" y="953030"/>
                  </a:lnTo>
                  <a:lnTo>
                    <a:pt x="9453953" y="957914"/>
                  </a:lnTo>
                  <a:lnTo>
                    <a:pt x="9511475" y="962351"/>
                  </a:lnTo>
                  <a:lnTo>
                    <a:pt x="9572892" y="966371"/>
                  </a:lnTo>
                  <a:lnTo>
                    <a:pt x="9638984" y="970013"/>
                  </a:lnTo>
                  <a:lnTo>
                    <a:pt x="9710514" y="973317"/>
                  </a:lnTo>
                  <a:lnTo>
                    <a:pt x="9788181" y="976319"/>
                  </a:lnTo>
                  <a:lnTo>
                    <a:pt x="9872545" y="979052"/>
                  </a:lnTo>
                  <a:lnTo>
                    <a:pt x="9963934" y="981543"/>
                  </a:lnTo>
                  <a:lnTo>
                    <a:pt x="10062334" y="983812"/>
                  </a:lnTo>
                  <a:lnTo>
                    <a:pt x="10167239" y="985873"/>
                  </a:lnTo>
                  <a:lnTo>
                    <a:pt x="10277508" y="987735"/>
                  </a:lnTo>
                  <a:lnTo>
                    <a:pt x="10391243" y="989400"/>
                  </a:lnTo>
                  <a:lnTo>
                    <a:pt x="10505727" y="990864"/>
                  </a:lnTo>
                  <a:lnTo>
                    <a:pt x="10617500" y="992125"/>
                  </a:lnTo>
                  <a:lnTo>
                    <a:pt x="10722596" y="993178"/>
                  </a:lnTo>
                  <a:lnTo>
                    <a:pt x="10816973" y="994024"/>
                  </a:lnTo>
                  <a:lnTo>
                    <a:pt x="10897078" y="994671"/>
                  </a:lnTo>
                  <a:lnTo>
                    <a:pt x="10960440" y="995134"/>
                  </a:lnTo>
                  <a:lnTo>
                    <a:pt x="11006135" y="995437"/>
                  </a:lnTo>
                  <a:lnTo>
                    <a:pt x="11035033" y="995612"/>
                  </a:lnTo>
                  <a:lnTo>
                    <a:pt x="11049766" y="995694"/>
                  </a:lnTo>
                  <a:lnTo>
                    <a:pt x="11054541" y="995718"/>
                  </a:lnTo>
                  <a:lnTo>
                    <a:pt x="11054891" y="995720"/>
                  </a:lnTo>
                  <a:lnTo>
                    <a:pt x="12049831" y="995720"/>
                  </a:lnTo>
                  <a:lnTo>
                    <a:pt x="12049831" y="990479"/>
                  </a:lnTo>
                  <a:lnTo>
                    <a:pt x="11054891" y="990479"/>
                  </a:lnTo>
                  <a:lnTo>
                    <a:pt x="11053755" y="990474"/>
                  </a:lnTo>
                  <a:lnTo>
                    <a:pt x="11046260" y="990435"/>
                  </a:lnTo>
                  <a:lnTo>
                    <a:pt x="11027266" y="990326"/>
                  </a:lnTo>
                  <a:lnTo>
                    <a:pt x="10993058" y="990113"/>
                  </a:lnTo>
                  <a:lnTo>
                    <a:pt x="10941566" y="989760"/>
                  </a:lnTo>
                  <a:lnTo>
                    <a:pt x="10872520" y="989239"/>
                  </a:lnTo>
                  <a:lnTo>
                    <a:pt x="10787390" y="988528"/>
                  </a:lnTo>
                  <a:lnTo>
                    <a:pt x="10689064" y="987614"/>
                  </a:lnTo>
                  <a:lnTo>
                    <a:pt x="10581322" y="986493"/>
                  </a:lnTo>
                  <a:lnTo>
                    <a:pt x="10468239" y="985165"/>
                  </a:lnTo>
                  <a:lnTo>
                    <a:pt x="10353652" y="983634"/>
                  </a:lnTo>
                  <a:lnTo>
                    <a:pt x="10240796" y="981905"/>
                  </a:lnTo>
                  <a:lnTo>
                    <a:pt x="10132118" y="979978"/>
                  </a:lnTo>
                  <a:lnTo>
                    <a:pt x="10029259" y="977849"/>
                  </a:lnTo>
                  <a:lnTo>
                    <a:pt x="9933133" y="975509"/>
                  </a:lnTo>
                  <a:lnTo>
                    <a:pt x="9844069" y="972942"/>
                  </a:lnTo>
                  <a:lnTo>
                    <a:pt x="9761955" y="970123"/>
                  </a:lnTo>
                  <a:lnTo>
                    <a:pt x="9686373" y="967026"/>
                  </a:lnTo>
                  <a:lnTo>
                    <a:pt x="9616711" y="963615"/>
                  </a:lnTo>
                  <a:lnTo>
                    <a:pt x="9552241" y="959853"/>
                  </a:lnTo>
                  <a:lnTo>
                    <a:pt x="9492189" y="955701"/>
                  </a:lnTo>
                  <a:lnTo>
                    <a:pt x="9435779" y="951120"/>
                  </a:lnTo>
                  <a:lnTo>
                    <a:pt x="9382276" y="946084"/>
                  </a:lnTo>
                  <a:lnTo>
                    <a:pt x="9347647" y="942440"/>
                  </a:lnTo>
                  <a:lnTo>
                    <a:pt x="9286432" y="935242"/>
                  </a:lnTo>
                  <a:lnTo>
                    <a:pt x="9227118" y="927326"/>
                  </a:lnTo>
                  <a:lnTo>
                    <a:pt x="9169001" y="918681"/>
                  </a:lnTo>
                  <a:lnTo>
                    <a:pt x="9111564" y="909319"/>
                  </a:lnTo>
                  <a:lnTo>
                    <a:pt x="9054439" y="899279"/>
                  </a:lnTo>
                  <a:lnTo>
                    <a:pt x="8997386" y="888627"/>
                  </a:lnTo>
                  <a:lnTo>
                    <a:pt x="8940268" y="877457"/>
                  </a:lnTo>
                  <a:lnTo>
                    <a:pt x="8883037" y="865890"/>
                  </a:lnTo>
                  <a:lnTo>
                    <a:pt x="8825704" y="854066"/>
                  </a:lnTo>
                  <a:lnTo>
                    <a:pt x="8768326" y="842138"/>
                  </a:lnTo>
                  <a:lnTo>
                    <a:pt x="8710974" y="830267"/>
                  </a:lnTo>
                  <a:lnTo>
                    <a:pt x="8653709" y="818609"/>
                  </a:lnTo>
                  <a:lnTo>
                    <a:pt x="8596560" y="807310"/>
                  </a:lnTo>
                  <a:lnTo>
                    <a:pt x="8539498" y="796496"/>
                  </a:lnTo>
                  <a:lnTo>
                    <a:pt x="8482413" y="786269"/>
                  </a:lnTo>
                  <a:lnTo>
                    <a:pt x="8425099" y="776704"/>
                  </a:lnTo>
                  <a:lnTo>
                    <a:pt x="8367227" y="767847"/>
                  </a:lnTo>
                  <a:lnTo>
                    <a:pt x="8308326" y="759718"/>
                  </a:lnTo>
                  <a:lnTo>
                    <a:pt x="8247752" y="752313"/>
                  </a:lnTo>
                  <a:lnTo>
                    <a:pt x="8229629" y="750284"/>
                  </a:lnTo>
                  <a:lnTo>
                    <a:pt x="8177704" y="744934"/>
                  </a:lnTo>
                  <a:lnTo>
                    <a:pt x="8123323" y="740050"/>
                  </a:lnTo>
                  <a:lnTo>
                    <a:pt x="8065801" y="735614"/>
                  </a:lnTo>
                  <a:lnTo>
                    <a:pt x="8004385" y="731593"/>
                  </a:lnTo>
                  <a:lnTo>
                    <a:pt x="7938293" y="727951"/>
                  </a:lnTo>
                  <a:lnTo>
                    <a:pt x="7866762" y="724647"/>
                  </a:lnTo>
                  <a:lnTo>
                    <a:pt x="7789095" y="721645"/>
                  </a:lnTo>
                  <a:lnTo>
                    <a:pt x="7704732" y="718912"/>
                  </a:lnTo>
                  <a:lnTo>
                    <a:pt x="7613342" y="716422"/>
                  </a:lnTo>
                  <a:lnTo>
                    <a:pt x="7514942" y="714153"/>
                  </a:lnTo>
                  <a:lnTo>
                    <a:pt x="7410038" y="712091"/>
                  </a:lnTo>
                  <a:lnTo>
                    <a:pt x="7299768" y="710229"/>
                  </a:lnTo>
                  <a:lnTo>
                    <a:pt x="7186034" y="708565"/>
                  </a:lnTo>
                  <a:lnTo>
                    <a:pt x="7071549" y="707100"/>
                  </a:lnTo>
                  <a:lnTo>
                    <a:pt x="6959776" y="705840"/>
                  </a:lnTo>
                  <a:lnTo>
                    <a:pt x="6854680" y="704786"/>
                  </a:lnTo>
                  <a:lnTo>
                    <a:pt x="6760303" y="703940"/>
                  </a:lnTo>
                  <a:lnTo>
                    <a:pt x="6680198" y="703293"/>
                  </a:lnTo>
                  <a:lnTo>
                    <a:pt x="6616837" y="702830"/>
                  </a:lnTo>
                  <a:lnTo>
                    <a:pt x="6571141" y="702527"/>
                  </a:lnTo>
                  <a:lnTo>
                    <a:pt x="6542244" y="702352"/>
                  </a:lnTo>
                  <a:lnTo>
                    <a:pt x="6527510" y="702270"/>
                  </a:lnTo>
                  <a:lnTo>
                    <a:pt x="6522735" y="702246"/>
                  </a:lnTo>
                  <a:lnTo>
                    <a:pt x="6522385" y="702244"/>
                  </a:lnTo>
                  <a:lnTo>
                    <a:pt x="5527445" y="702244"/>
                  </a:lnTo>
                  <a:lnTo>
                    <a:pt x="5526313" y="702231"/>
                  </a:lnTo>
                  <a:lnTo>
                    <a:pt x="5518839" y="702136"/>
                  </a:lnTo>
                  <a:lnTo>
                    <a:pt x="5499896" y="701873"/>
                  </a:lnTo>
                  <a:lnTo>
                    <a:pt x="5465778" y="701354"/>
                  </a:lnTo>
                  <a:lnTo>
                    <a:pt x="5414414" y="700498"/>
                  </a:lnTo>
                  <a:lnTo>
                    <a:pt x="5345526" y="699232"/>
                  </a:lnTo>
                  <a:lnTo>
                    <a:pt x="5260573" y="697505"/>
                  </a:lnTo>
                  <a:lnTo>
                    <a:pt x="5162426" y="695284"/>
                  </a:lnTo>
                  <a:lnTo>
                    <a:pt x="5054850" y="692558"/>
                  </a:lnTo>
                  <a:lnTo>
                    <a:pt x="4941907" y="689330"/>
                  </a:lnTo>
                  <a:lnTo>
                    <a:pt x="4827430" y="685609"/>
                  </a:lnTo>
                  <a:lnTo>
                    <a:pt x="4714649" y="681406"/>
                  </a:lnTo>
                  <a:lnTo>
                    <a:pt x="4606015" y="676721"/>
                  </a:lnTo>
                  <a:lnTo>
                    <a:pt x="4503171" y="671547"/>
                  </a:lnTo>
                  <a:lnTo>
                    <a:pt x="4407040" y="665859"/>
                  </a:lnTo>
                  <a:lnTo>
                    <a:pt x="4317957" y="659618"/>
                  </a:lnTo>
                  <a:lnTo>
                    <a:pt x="4235814" y="652769"/>
                  </a:lnTo>
                  <a:lnTo>
                    <a:pt x="4160200" y="645243"/>
                  </a:lnTo>
                  <a:lnTo>
                    <a:pt x="4090504" y="636956"/>
                  </a:lnTo>
                  <a:lnTo>
                    <a:pt x="4026006" y="627816"/>
                  </a:lnTo>
                  <a:lnTo>
                    <a:pt x="3965932" y="617728"/>
                  </a:lnTo>
                  <a:lnTo>
                    <a:pt x="3909509" y="606601"/>
                  </a:lnTo>
                  <a:lnTo>
                    <a:pt x="3856002" y="594368"/>
                  </a:lnTo>
                  <a:lnTo>
                    <a:pt x="3820202" y="585204"/>
                  </a:lnTo>
                  <a:lnTo>
                    <a:pt x="3760946" y="568265"/>
                  </a:lnTo>
                  <a:lnTo>
                    <a:pt x="3703493" y="549691"/>
                  </a:lnTo>
                  <a:lnTo>
                    <a:pt x="3647197" y="529454"/>
                  </a:lnTo>
                  <a:lnTo>
                    <a:pt x="3591577" y="507576"/>
                  </a:lnTo>
                  <a:lnTo>
                    <a:pt x="3536287" y="484137"/>
                  </a:lnTo>
                  <a:lnTo>
                    <a:pt x="3481092" y="459273"/>
                  </a:lnTo>
                  <a:lnTo>
                    <a:pt x="3425855" y="433183"/>
                  </a:lnTo>
                  <a:lnTo>
                    <a:pt x="3370515" y="406118"/>
                  </a:lnTo>
                  <a:lnTo>
                    <a:pt x="3315072" y="378379"/>
                  </a:lnTo>
                  <a:lnTo>
                    <a:pt x="3259569" y="350299"/>
                  </a:lnTo>
                  <a:lnTo>
                    <a:pt x="3204069" y="322230"/>
                  </a:lnTo>
                  <a:lnTo>
                    <a:pt x="3148631" y="294522"/>
                  </a:lnTo>
                  <a:lnTo>
                    <a:pt x="3093298" y="267506"/>
                  </a:lnTo>
                  <a:lnTo>
                    <a:pt x="3038066" y="241481"/>
                  </a:lnTo>
                  <a:lnTo>
                    <a:pt x="2982870" y="216696"/>
                  </a:lnTo>
                  <a:lnTo>
                    <a:pt x="2927567" y="193345"/>
                  </a:lnTo>
                  <a:lnTo>
                    <a:pt x="2871918" y="171561"/>
                  </a:lnTo>
                  <a:lnTo>
                    <a:pt x="2815570" y="151421"/>
                  </a:lnTo>
                  <a:lnTo>
                    <a:pt x="2758031" y="132944"/>
                  </a:lnTo>
                  <a:lnTo>
                    <a:pt x="2702183" y="117040"/>
                  </a:lnTo>
                  <a:lnTo>
                    <a:pt x="2650310" y="104020"/>
                  </a:lnTo>
                  <a:lnTo>
                    <a:pt x="2595986" y="92130"/>
                  </a:lnTo>
                  <a:lnTo>
                    <a:pt x="2538529" y="81329"/>
                  </a:lnTo>
                  <a:lnTo>
                    <a:pt x="2477187" y="71541"/>
                  </a:lnTo>
                  <a:lnTo>
                    <a:pt x="2411182" y="62671"/>
                  </a:lnTo>
                  <a:lnTo>
                    <a:pt x="2339751" y="54626"/>
                  </a:lnTo>
                  <a:lnTo>
                    <a:pt x="2262201" y="47315"/>
                  </a:lnTo>
                  <a:lnTo>
                    <a:pt x="2177970" y="40658"/>
                  </a:lnTo>
                  <a:lnTo>
                    <a:pt x="2086728" y="34591"/>
                  </a:lnTo>
                  <a:lnTo>
                    <a:pt x="1988488" y="29064"/>
                  </a:lnTo>
                  <a:lnTo>
                    <a:pt x="1883747" y="24041"/>
                  </a:lnTo>
                  <a:lnTo>
                    <a:pt x="1773636" y="19504"/>
                  </a:lnTo>
                  <a:lnTo>
                    <a:pt x="1660039" y="15447"/>
                  </a:lnTo>
                  <a:lnTo>
                    <a:pt x="1545655" y="11875"/>
                  </a:lnTo>
                  <a:lnTo>
                    <a:pt x="1433925" y="8800"/>
                  </a:lnTo>
                  <a:lnTo>
                    <a:pt x="1328800" y="6229"/>
                  </a:lnTo>
                  <a:lnTo>
                    <a:pt x="1234313" y="4161"/>
                  </a:lnTo>
                  <a:lnTo>
                    <a:pt x="1154018" y="2578"/>
                  </a:lnTo>
                  <a:lnTo>
                    <a:pt x="1090403" y="1444"/>
                  </a:lnTo>
                  <a:lnTo>
                    <a:pt x="1044419" y="699"/>
                  </a:lnTo>
                  <a:lnTo>
                    <a:pt x="1015235" y="268"/>
                  </a:lnTo>
                  <a:lnTo>
                    <a:pt x="1000258" y="65"/>
                  </a:lnTo>
                  <a:lnTo>
                    <a:pt x="995325" y="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12" name="pl411"/>
            <p:cNvSpPr/>
            <p:nvPr/>
          </p:nvSpPr>
          <p:spPr>
            <a:xfrm>
              <a:off x="1199187" y="1875982"/>
              <a:ext cx="12049831" cy="990479"/>
            </a:xfrm>
            <a:custGeom>
              <a:avLst/>
              <a:pathLst>
                <a:path w="12049831" h="990479">
                  <a:moveTo>
                    <a:pt x="0" y="0"/>
                  </a:moveTo>
                  <a:lnTo>
                    <a:pt x="994940" y="0"/>
                  </a:lnTo>
                  <a:lnTo>
                    <a:pt x="996072" y="13"/>
                  </a:lnTo>
                  <a:lnTo>
                    <a:pt x="1003546" y="108"/>
                  </a:lnTo>
                  <a:lnTo>
                    <a:pt x="1022489" y="371"/>
                  </a:lnTo>
                  <a:lnTo>
                    <a:pt x="1056607" y="889"/>
                  </a:lnTo>
                  <a:lnTo>
                    <a:pt x="1107971" y="1746"/>
                  </a:lnTo>
                  <a:lnTo>
                    <a:pt x="1176859" y="3012"/>
                  </a:lnTo>
                  <a:lnTo>
                    <a:pt x="1261812" y="4739"/>
                  </a:lnTo>
                  <a:lnTo>
                    <a:pt x="1359959" y="6960"/>
                  </a:lnTo>
                  <a:lnTo>
                    <a:pt x="1467535" y="9686"/>
                  </a:lnTo>
                  <a:lnTo>
                    <a:pt x="1580478" y="12914"/>
                  </a:lnTo>
                  <a:lnTo>
                    <a:pt x="1694955" y="16635"/>
                  </a:lnTo>
                  <a:lnTo>
                    <a:pt x="1807736" y="20838"/>
                  </a:lnTo>
                  <a:lnTo>
                    <a:pt x="1916370" y="25523"/>
                  </a:lnTo>
                  <a:lnTo>
                    <a:pt x="2019214" y="30697"/>
                  </a:lnTo>
                  <a:lnTo>
                    <a:pt x="2115345" y="36385"/>
                  </a:lnTo>
                  <a:lnTo>
                    <a:pt x="2204428" y="42626"/>
                  </a:lnTo>
                  <a:lnTo>
                    <a:pt x="2286571" y="49475"/>
                  </a:lnTo>
                  <a:lnTo>
                    <a:pt x="2362185" y="57001"/>
                  </a:lnTo>
                  <a:lnTo>
                    <a:pt x="2431881" y="65288"/>
                  </a:lnTo>
                  <a:lnTo>
                    <a:pt x="2496379" y="74428"/>
                  </a:lnTo>
                  <a:lnTo>
                    <a:pt x="2556453" y="84516"/>
                  </a:lnTo>
                  <a:lnTo>
                    <a:pt x="2612876" y="95643"/>
                  </a:lnTo>
                  <a:lnTo>
                    <a:pt x="2666383" y="107876"/>
                  </a:lnTo>
                  <a:lnTo>
                    <a:pt x="2702183" y="117040"/>
                  </a:lnTo>
                  <a:lnTo>
                    <a:pt x="2761439" y="133979"/>
                  </a:lnTo>
                  <a:lnTo>
                    <a:pt x="2818892" y="152553"/>
                  </a:lnTo>
                  <a:lnTo>
                    <a:pt x="2875188" y="172790"/>
                  </a:lnTo>
                  <a:lnTo>
                    <a:pt x="2930808" y="194668"/>
                  </a:lnTo>
                  <a:lnTo>
                    <a:pt x="2986098" y="218107"/>
                  </a:lnTo>
                  <a:lnTo>
                    <a:pt x="3041293" y="242971"/>
                  </a:lnTo>
                  <a:lnTo>
                    <a:pt x="3096530" y="269061"/>
                  </a:lnTo>
                  <a:lnTo>
                    <a:pt x="3151870" y="296126"/>
                  </a:lnTo>
                  <a:lnTo>
                    <a:pt x="3207313" y="323865"/>
                  </a:lnTo>
                  <a:lnTo>
                    <a:pt x="3262816" y="351945"/>
                  </a:lnTo>
                  <a:lnTo>
                    <a:pt x="3318316" y="380014"/>
                  </a:lnTo>
                  <a:lnTo>
                    <a:pt x="3373754" y="407722"/>
                  </a:lnTo>
                  <a:lnTo>
                    <a:pt x="3429087" y="434738"/>
                  </a:lnTo>
                  <a:lnTo>
                    <a:pt x="3484319" y="460763"/>
                  </a:lnTo>
                  <a:lnTo>
                    <a:pt x="3539515" y="485548"/>
                  </a:lnTo>
                  <a:lnTo>
                    <a:pt x="3594818" y="508899"/>
                  </a:lnTo>
                  <a:lnTo>
                    <a:pt x="3650467" y="530682"/>
                  </a:lnTo>
                  <a:lnTo>
                    <a:pt x="3706815" y="550823"/>
                  </a:lnTo>
                  <a:lnTo>
                    <a:pt x="3764354" y="569300"/>
                  </a:lnTo>
                  <a:lnTo>
                    <a:pt x="3820202" y="585204"/>
                  </a:lnTo>
                  <a:lnTo>
                    <a:pt x="3872075" y="598224"/>
                  </a:lnTo>
                  <a:lnTo>
                    <a:pt x="3926399" y="610114"/>
                  </a:lnTo>
                  <a:lnTo>
                    <a:pt x="3983856" y="620915"/>
                  </a:lnTo>
                  <a:lnTo>
                    <a:pt x="4045198" y="630703"/>
                  </a:lnTo>
                  <a:lnTo>
                    <a:pt x="4111203" y="639573"/>
                  </a:lnTo>
                  <a:lnTo>
                    <a:pt x="4182633" y="647618"/>
                  </a:lnTo>
                  <a:lnTo>
                    <a:pt x="4260184" y="654929"/>
                  </a:lnTo>
                  <a:lnTo>
                    <a:pt x="4344415" y="661586"/>
                  </a:lnTo>
                  <a:lnTo>
                    <a:pt x="4435657" y="667653"/>
                  </a:lnTo>
                  <a:lnTo>
                    <a:pt x="4533897" y="673180"/>
                  </a:lnTo>
                  <a:lnTo>
                    <a:pt x="4638638" y="678203"/>
                  </a:lnTo>
                  <a:lnTo>
                    <a:pt x="4748749" y="682740"/>
                  </a:lnTo>
                  <a:lnTo>
                    <a:pt x="4862346" y="686797"/>
                  </a:lnTo>
                  <a:lnTo>
                    <a:pt x="4976730" y="690369"/>
                  </a:lnTo>
                  <a:lnTo>
                    <a:pt x="5088460" y="693444"/>
                  </a:lnTo>
                  <a:lnTo>
                    <a:pt x="5193585" y="696015"/>
                  </a:lnTo>
                  <a:lnTo>
                    <a:pt x="5288072" y="698083"/>
                  </a:lnTo>
                  <a:lnTo>
                    <a:pt x="5368367" y="699666"/>
                  </a:lnTo>
                  <a:lnTo>
                    <a:pt x="5431982" y="700800"/>
                  </a:lnTo>
                  <a:lnTo>
                    <a:pt x="5477966" y="701545"/>
                  </a:lnTo>
                  <a:lnTo>
                    <a:pt x="5507150" y="701976"/>
                  </a:lnTo>
                  <a:lnTo>
                    <a:pt x="5522127" y="702179"/>
                  </a:lnTo>
                  <a:lnTo>
                    <a:pt x="5527060" y="702240"/>
                  </a:lnTo>
                  <a:lnTo>
                    <a:pt x="5527445" y="702244"/>
                  </a:lnTo>
                  <a:lnTo>
                    <a:pt x="6522385" y="702244"/>
                  </a:lnTo>
                  <a:lnTo>
                    <a:pt x="6523521" y="702250"/>
                  </a:lnTo>
                  <a:lnTo>
                    <a:pt x="6531017" y="702289"/>
                  </a:lnTo>
                  <a:lnTo>
                    <a:pt x="6550011" y="702397"/>
                  </a:lnTo>
                  <a:lnTo>
                    <a:pt x="6584219" y="702611"/>
                  </a:lnTo>
                  <a:lnTo>
                    <a:pt x="6635711" y="702963"/>
                  </a:lnTo>
                  <a:lnTo>
                    <a:pt x="6704757" y="703484"/>
                  </a:lnTo>
                  <a:lnTo>
                    <a:pt x="6789887" y="704195"/>
                  </a:lnTo>
                  <a:lnTo>
                    <a:pt x="6888213" y="705109"/>
                  </a:lnTo>
                  <a:lnTo>
                    <a:pt x="6995954" y="706231"/>
                  </a:lnTo>
                  <a:lnTo>
                    <a:pt x="7109038" y="707559"/>
                  </a:lnTo>
                  <a:lnTo>
                    <a:pt x="7223625" y="709090"/>
                  </a:lnTo>
                  <a:lnTo>
                    <a:pt x="7336481" y="710819"/>
                  </a:lnTo>
                  <a:lnTo>
                    <a:pt x="7445158" y="712746"/>
                  </a:lnTo>
                  <a:lnTo>
                    <a:pt x="7548018" y="714875"/>
                  </a:lnTo>
                  <a:lnTo>
                    <a:pt x="7644144" y="717215"/>
                  </a:lnTo>
                  <a:lnTo>
                    <a:pt x="7733208" y="719782"/>
                  </a:lnTo>
                  <a:lnTo>
                    <a:pt x="7815322" y="722600"/>
                  </a:lnTo>
                  <a:lnTo>
                    <a:pt x="7890903" y="725698"/>
                  </a:lnTo>
                  <a:lnTo>
                    <a:pt x="7960566" y="729108"/>
                  </a:lnTo>
                  <a:lnTo>
                    <a:pt x="8025036" y="732870"/>
                  </a:lnTo>
                  <a:lnTo>
                    <a:pt x="8085088" y="737023"/>
                  </a:lnTo>
                  <a:lnTo>
                    <a:pt x="8141497" y="741604"/>
                  </a:lnTo>
                  <a:lnTo>
                    <a:pt x="8195000" y="746640"/>
                  </a:lnTo>
                  <a:lnTo>
                    <a:pt x="8229629" y="750284"/>
                  </a:lnTo>
                  <a:lnTo>
                    <a:pt x="8290844" y="757482"/>
                  </a:lnTo>
                  <a:lnTo>
                    <a:pt x="8350158" y="765398"/>
                  </a:lnTo>
                  <a:lnTo>
                    <a:pt x="8408275" y="774043"/>
                  </a:lnTo>
                  <a:lnTo>
                    <a:pt x="8465712" y="783405"/>
                  </a:lnTo>
                  <a:lnTo>
                    <a:pt x="8522837" y="793445"/>
                  </a:lnTo>
                  <a:lnTo>
                    <a:pt x="8579891" y="804097"/>
                  </a:lnTo>
                  <a:lnTo>
                    <a:pt x="8637008" y="815266"/>
                  </a:lnTo>
                  <a:lnTo>
                    <a:pt x="8694240" y="826834"/>
                  </a:lnTo>
                  <a:lnTo>
                    <a:pt x="8751572" y="838658"/>
                  </a:lnTo>
                  <a:lnTo>
                    <a:pt x="8808950" y="850586"/>
                  </a:lnTo>
                  <a:lnTo>
                    <a:pt x="8866303" y="862457"/>
                  </a:lnTo>
                  <a:lnTo>
                    <a:pt x="8923568" y="874115"/>
                  </a:lnTo>
                  <a:lnTo>
                    <a:pt x="8980717" y="885414"/>
                  </a:lnTo>
                  <a:lnTo>
                    <a:pt x="9037779" y="896228"/>
                  </a:lnTo>
                  <a:lnTo>
                    <a:pt x="9094863" y="906455"/>
                  </a:lnTo>
                  <a:lnTo>
                    <a:pt x="9152177" y="916020"/>
                  </a:lnTo>
                  <a:lnTo>
                    <a:pt x="9210049" y="924877"/>
                  </a:lnTo>
                  <a:lnTo>
                    <a:pt x="9268950" y="933006"/>
                  </a:lnTo>
                  <a:lnTo>
                    <a:pt x="9329525" y="940411"/>
                  </a:lnTo>
                  <a:lnTo>
                    <a:pt x="9347647" y="942440"/>
                  </a:lnTo>
                  <a:lnTo>
                    <a:pt x="9399573" y="947789"/>
                  </a:lnTo>
                  <a:lnTo>
                    <a:pt x="9453953" y="952674"/>
                  </a:lnTo>
                  <a:lnTo>
                    <a:pt x="9511475" y="957110"/>
                  </a:lnTo>
                  <a:lnTo>
                    <a:pt x="9572892" y="961130"/>
                  </a:lnTo>
                  <a:lnTo>
                    <a:pt x="9638984" y="964773"/>
                  </a:lnTo>
                  <a:lnTo>
                    <a:pt x="9710514" y="968076"/>
                  </a:lnTo>
                  <a:lnTo>
                    <a:pt x="9788181" y="971078"/>
                  </a:lnTo>
                  <a:lnTo>
                    <a:pt x="9872545" y="973811"/>
                  </a:lnTo>
                  <a:lnTo>
                    <a:pt x="9963934" y="976302"/>
                  </a:lnTo>
                  <a:lnTo>
                    <a:pt x="10062334" y="978571"/>
                  </a:lnTo>
                  <a:lnTo>
                    <a:pt x="10167239" y="980633"/>
                  </a:lnTo>
                  <a:lnTo>
                    <a:pt x="10277508" y="982495"/>
                  </a:lnTo>
                  <a:lnTo>
                    <a:pt x="10391243" y="984159"/>
                  </a:lnTo>
                  <a:lnTo>
                    <a:pt x="10505727" y="985624"/>
                  </a:lnTo>
                  <a:lnTo>
                    <a:pt x="10617500" y="986884"/>
                  </a:lnTo>
                  <a:lnTo>
                    <a:pt x="10722596" y="987937"/>
                  </a:lnTo>
                  <a:lnTo>
                    <a:pt x="10816973" y="988784"/>
                  </a:lnTo>
                  <a:lnTo>
                    <a:pt x="10897078" y="989431"/>
                  </a:lnTo>
                  <a:lnTo>
                    <a:pt x="10960440" y="989893"/>
                  </a:lnTo>
                  <a:lnTo>
                    <a:pt x="11006135" y="990197"/>
                  </a:lnTo>
                  <a:lnTo>
                    <a:pt x="11035033" y="990372"/>
                  </a:lnTo>
                  <a:lnTo>
                    <a:pt x="11049766" y="990453"/>
                  </a:lnTo>
                  <a:lnTo>
                    <a:pt x="11054541" y="990478"/>
                  </a:lnTo>
                  <a:lnTo>
                    <a:pt x="11054891" y="990479"/>
                  </a:lnTo>
                  <a:lnTo>
                    <a:pt x="12049831" y="990479"/>
                  </a:lnTo>
                  <a:lnTo>
                    <a:pt x="12049831" y="9904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3" name="pl412"/>
            <p:cNvSpPr/>
            <p:nvPr/>
          </p:nvSpPr>
          <p:spPr>
            <a:xfrm>
              <a:off x="1199187" y="1870741"/>
              <a:ext cx="12049831" cy="990479"/>
            </a:xfrm>
            <a:custGeom>
              <a:avLst/>
              <a:pathLst>
                <a:path w="12049831" h="990479">
                  <a:moveTo>
                    <a:pt x="12049831" y="990479"/>
                  </a:moveTo>
                  <a:lnTo>
                    <a:pt x="11054891" y="990479"/>
                  </a:lnTo>
                  <a:lnTo>
                    <a:pt x="11053755" y="990474"/>
                  </a:lnTo>
                  <a:lnTo>
                    <a:pt x="11046260" y="990435"/>
                  </a:lnTo>
                  <a:lnTo>
                    <a:pt x="11027266" y="990326"/>
                  </a:lnTo>
                  <a:lnTo>
                    <a:pt x="10993058" y="990113"/>
                  </a:lnTo>
                  <a:lnTo>
                    <a:pt x="10941566" y="989760"/>
                  </a:lnTo>
                  <a:lnTo>
                    <a:pt x="10872520" y="989239"/>
                  </a:lnTo>
                  <a:lnTo>
                    <a:pt x="10787390" y="988528"/>
                  </a:lnTo>
                  <a:lnTo>
                    <a:pt x="10689064" y="987614"/>
                  </a:lnTo>
                  <a:lnTo>
                    <a:pt x="10581322" y="986493"/>
                  </a:lnTo>
                  <a:lnTo>
                    <a:pt x="10468239" y="985165"/>
                  </a:lnTo>
                  <a:lnTo>
                    <a:pt x="10353652" y="983634"/>
                  </a:lnTo>
                  <a:lnTo>
                    <a:pt x="10240796" y="981905"/>
                  </a:lnTo>
                  <a:lnTo>
                    <a:pt x="10132118" y="979978"/>
                  </a:lnTo>
                  <a:lnTo>
                    <a:pt x="10029259" y="977849"/>
                  </a:lnTo>
                  <a:lnTo>
                    <a:pt x="9933133" y="975509"/>
                  </a:lnTo>
                  <a:lnTo>
                    <a:pt x="9844069" y="972942"/>
                  </a:lnTo>
                  <a:lnTo>
                    <a:pt x="9761955" y="970123"/>
                  </a:lnTo>
                  <a:lnTo>
                    <a:pt x="9686373" y="967026"/>
                  </a:lnTo>
                  <a:lnTo>
                    <a:pt x="9616711" y="963615"/>
                  </a:lnTo>
                  <a:lnTo>
                    <a:pt x="9552241" y="959853"/>
                  </a:lnTo>
                  <a:lnTo>
                    <a:pt x="9492189" y="955701"/>
                  </a:lnTo>
                  <a:lnTo>
                    <a:pt x="9435779" y="951120"/>
                  </a:lnTo>
                  <a:lnTo>
                    <a:pt x="9382276" y="946084"/>
                  </a:lnTo>
                  <a:lnTo>
                    <a:pt x="9347647" y="942440"/>
                  </a:lnTo>
                  <a:lnTo>
                    <a:pt x="9286432" y="935242"/>
                  </a:lnTo>
                  <a:lnTo>
                    <a:pt x="9227118" y="927326"/>
                  </a:lnTo>
                  <a:lnTo>
                    <a:pt x="9169001" y="918681"/>
                  </a:lnTo>
                  <a:lnTo>
                    <a:pt x="9111564" y="909319"/>
                  </a:lnTo>
                  <a:lnTo>
                    <a:pt x="9054439" y="899279"/>
                  </a:lnTo>
                  <a:lnTo>
                    <a:pt x="8997386" y="888627"/>
                  </a:lnTo>
                  <a:lnTo>
                    <a:pt x="8940268" y="877457"/>
                  </a:lnTo>
                  <a:lnTo>
                    <a:pt x="8883037" y="865890"/>
                  </a:lnTo>
                  <a:lnTo>
                    <a:pt x="8825704" y="854066"/>
                  </a:lnTo>
                  <a:lnTo>
                    <a:pt x="8768326" y="842138"/>
                  </a:lnTo>
                  <a:lnTo>
                    <a:pt x="8710974" y="830267"/>
                  </a:lnTo>
                  <a:lnTo>
                    <a:pt x="8653709" y="818609"/>
                  </a:lnTo>
                  <a:lnTo>
                    <a:pt x="8596560" y="807310"/>
                  </a:lnTo>
                  <a:lnTo>
                    <a:pt x="8539498" y="796496"/>
                  </a:lnTo>
                  <a:lnTo>
                    <a:pt x="8482413" y="786269"/>
                  </a:lnTo>
                  <a:lnTo>
                    <a:pt x="8425099" y="776704"/>
                  </a:lnTo>
                  <a:lnTo>
                    <a:pt x="8367227" y="767847"/>
                  </a:lnTo>
                  <a:lnTo>
                    <a:pt x="8308326" y="759718"/>
                  </a:lnTo>
                  <a:lnTo>
                    <a:pt x="8247752" y="752313"/>
                  </a:lnTo>
                  <a:lnTo>
                    <a:pt x="8229629" y="750284"/>
                  </a:lnTo>
                  <a:lnTo>
                    <a:pt x="8177704" y="744934"/>
                  </a:lnTo>
                  <a:lnTo>
                    <a:pt x="8123323" y="740050"/>
                  </a:lnTo>
                  <a:lnTo>
                    <a:pt x="8065801" y="735614"/>
                  </a:lnTo>
                  <a:lnTo>
                    <a:pt x="8004385" y="731593"/>
                  </a:lnTo>
                  <a:lnTo>
                    <a:pt x="7938293" y="727951"/>
                  </a:lnTo>
                  <a:lnTo>
                    <a:pt x="7866762" y="724647"/>
                  </a:lnTo>
                  <a:lnTo>
                    <a:pt x="7789095" y="721645"/>
                  </a:lnTo>
                  <a:lnTo>
                    <a:pt x="7704732" y="718912"/>
                  </a:lnTo>
                  <a:lnTo>
                    <a:pt x="7613342" y="716422"/>
                  </a:lnTo>
                  <a:lnTo>
                    <a:pt x="7514942" y="714153"/>
                  </a:lnTo>
                  <a:lnTo>
                    <a:pt x="7410038" y="712091"/>
                  </a:lnTo>
                  <a:lnTo>
                    <a:pt x="7299768" y="710229"/>
                  </a:lnTo>
                  <a:lnTo>
                    <a:pt x="7186034" y="708565"/>
                  </a:lnTo>
                  <a:lnTo>
                    <a:pt x="7071549" y="707100"/>
                  </a:lnTo>
                  <a:lnTo>
                    <a:pt x="6959776" y="705840"/>
                  </a:lnTo>
                  <a:lnTo>
                    <a:pt x="6854680" y="704786"/>
                  </a:lnTo>
                  <a:lnTo>
                    <a:pt x="6760303" y="703940"/>
                  </a:lnTo>
                  <a:lnTo>
                    <a:pt x="6680198" y="703293"/>
                  </a:lnTo>
                  <a:lnTo>
                    <a:pt x="6616837" y="702830"/>
                  </a:lnTo>
                  <a:lnTo>
                    <a:pt x="6571141" y="702527"/>
                  </a:lnTo>
                  <a:lnTo>
                    <a:pt x="6542244" y="702352"/>
                  </a:lnTo>
                  <a:lnTo>
                    <a:pt x="6527510" y="702270"/>
                  </a:lnTo>
                  <a:lnTo>
                    <a:pt x="6522735" y="702246"/>
                  </a:lnTo>
                  <a:lnTo>
                    <a:pt x="6522385" y="702244"/>
                  </a:lnTo>
                  <a:lnTo>
                    <a:pt x="5527445" y="702244"/>
                  </a:lnTo>
                  <a:lnTo>
                    <a:pt x="5526313" y="702231"/>
                  </a:lnTo>
                  <a:lnTo>
                    <a:pt x="5518839" y="702136"/>
                  </a:lnTo>
                  <a:lnTo>
                    <a:pt x="5499896" y="701873"/>
                  </a:lnTo>
                  <a:lnTo>
                    <a:pt x="5465778" y="701354"/>
                  </a:lnTo>
                  <a:lnTo>
                    <a:pt x="5414414" y="700498"/>
                  </a:lnTo>
                  <a:lnTo>
                    <a:pt x="5345526" y="699232"/>
                  </a:lnTo>
                  <a:lnTo>
                    <a:pt x="5260573" y="697505"/>
                  </a:lnTo>
                  <a:lnTo>
                    <a:pt x="5162426" y="695284"/>
                  </a:lnTo>
                  <a:lnTo>
                    <a:pt x="5054850" y="692558"/>
                  </a:lnTo>
                  <a:lnTo>
                    <a:pt x="4941907" y="689330"/>
                  </a:lnTo>
                  <a:lnTo>
                    <a:pt x="4827430" y="685609"/>
                  </a:lnTo>
                  <a:lnTo>
                    <a:pt x="4714649" y="681406"/>
                  </a:lnTo>
                  <a:lnTo>
                    <a:pt x="4606015" y="676721"/>
                  </a:lnTo>
                  <a:lnTo>
                    <a:pt x="4503171" y="671547"/>
                  </a:lnTo>
                  <a:lnTo>
                    <a:pt x="4407040" y="665859"/>
                  </a:lnTo>
                  <a:lnTo>
                    <a:pt x="4317957" y="659618"/>
                  </a:lnTo>
                  <a:lnTo>
                    <a:pt x="4235814" y="652769"/>
                  </a:lnTo>
                  <a:lnTo>
                    <a:pt x="4160200" y="645243"/>
                  </a:lnTo>
                  <a:lnTo>
                    <a:pt x="4090504" y="636956"/>
                  </a:lnTo>
                  <a:lnTo>
                    <a:pt x="4026006" y="627816"/>
                  </a:lnTo>
                  <a:lnTo>
                    <a:pt x="3965932" y="617728"/>
                  </a:lnTo>
                  <a:lnTo>
                    <a:pt x="3909509" y="606601"/>
                  </a:lnTo>
                  <a:lnTo>
                    <a:pt x="3856002" y="594368"/>
                  </a:lnTo>
                  <a:lnTo>
                    <a:pt x="3820202" y="585204"/>
                  </a:lnTo>
                  <a:lnTo>
                    <a:pt x="3760946" y="568265"/>
                  </a:lnTo>
                  <a:lnTo>
                    <a:pt x="3703493" y="549691"/>
                  </a:lnTo>
                  <a:lnTo>
                    <a:pt x="3647197" y="529454"/>
                  </a:lnTo>
                  <a:lnTo>
                    <a:pt x="3591577" y="507576"/>
                  </a:lnTo>
                  <a:lnTo>
                    <a:pt x="3536287" y="484137"/>
                  </a:lnTo>
                  <a:lnTo>
                    <a:pt x="3481092" y="459273"/>
                  </a:lnTo>
                  <a:lnTo>
                    <a:pt x="3425855" y="433183"/>
                  </a:lnTo>
                  <a:lnTo>
                    <a:pt x="3370515" y="406118"/>
                  </a:lnTo>
                  <a:lnTo>
                    <a:pt x="3315072" y="378379"/>
                  </a:lnTo>
                  <a:lnTo>
                    <a:pt x="3259569" y="350299"/>
                  </a:lnTo>
                  <a:lnTo>
                    <a:pt x="3204069" y="322230"/>
                  </a:lnTo>
                  <a:lnTo>
                    <a:pt x="3148631" y="294522"/>
                  </a:lnTo>
                  <a:lnTo>
                    <a:pt x="3093298" y="267506"/>
                  </a:lnTo>
                  <a:lnTo>
                    <a:pt x="3038066" y="241481"/>
                  </a:lnTo>
                  <a:lnTo>
                    <a:pt x="2982870" y="216696"/>
                  </a:lnTo>
                  <a:lnTo>
                    <a:pt x="2927567" y="193345"/>
                  </a:lnTo>
                  <a:lnTo>
                    <a:pt x="2871918" y="171561"/>
                  </a:lnTo>
                  <a:lnTo>
                    <a:pt x="2815570" y="151421"/>
                  </a:lnTo>
                  <a:lnTo>
                    <a:pt x="2758031" y="132944"/>
                  </a:lnTo>
                  <a:lnTo>
                    <a:pt x="2702183" y="117040"/>
                  </a:lnTo>
                  <a:lnTo>
                    <a:pt x="2650310" y="104020"/>
                  </a:lnTo>
                  <a:lnTo>
                    <a:pt x="2595986" y="92130"/>
                  </a:lnTo>
                  <a:lnTo>
                    <a:pt x="2538529" y="81329"/>
                  </a:lnTo>
                  <a:lnTo>
                    <a:pt x="2477187" y="71541"/>
                  </a:lnTo>
                  <a:lnTo>
                    <a:pt x="2411182" y="62671"/>
                  </a:lnTo>
                  <a:lnTo>
                    <a:pt x="2339751" y="54626"/>
                  </a:lnTo>
                  <a:lnTo>
                    <a:pt x="2262201" y="47315"/>
                  </a:lnTo>
                  <a:lnTo>
                    <a:pt x="2177970" y="40658"/>
                  </a:lnTo>
                  <a:lnTo>
                    <a:pt x="2086728" y="34591"/>
                  </a:lnTo>
                  <a:lnTo>
                    <a:pt x="1988488" y="29064"/>
                  </a:lnTo>
                  <a:lnTo>
                    <a:pt x="1883747" y="24041"/>
                  </a:lnTo>
                  <a:lnTo>
                    <a:pt x="1773636" y="19504"/>
                  </a:lnTo>
                  <a:lnTo>
                    <a:pt x="1660039" y="15447"/>
                  </a:lnTo>
                  <a:lnTo>
                    <a:pt x="1545655" y="11875"/>
                  </a:lnTo>
                  <a:lnTo>
                    <a:pt x="1433925" y="8800"/>
                  </a:lnTo>
                  <a:lnTo>
                    <a:pt x="1328800" y="6229"/>
                  </a:lnTo>
                  <a:lnTo>
                    <a:pt x="1234313" y="4161"/>
                  </a:lnTo>
                  <a:lnTo>
                    <a:pt x="1154018" y="2578"/>
                  </a:lnTo>
                  <a:lnTo>
                    <a:pt x="1090403" y="1444"/>
                  </a:lnTo>
                  <a:lnTo>
                    <a:pt x="1044419" y="699"/>
                  </a:lnTo>
                  <a:lnTo>
                    <a:pt x="1015235" y="268"/>
                  </a:lnTo>
                  <a:lnTo>
                    <a:pt x="1000258" y="65"/>
                  </a:lnTo>
                  <a:lnTo>
                    <a:pt x="995325" y="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4" name="pg413"/>
            <p:cNvSpPr/>
            <p:nvPr/>
          </p:nvSpPr>
          <p:spPr>
            <a:xfrm>
              <a:off x="1199187" y="1875982"/>
              <a:ext cx="12049831" cy="1158180"/>
            </a:xfrm>
            <a:custGeom>
              <a:avLst/>
              <a:pathLst>
                <a:path w="12049831" h="1158180">
                  <a:moveTo>
                    <a:pt x="0" y="5240"/>
                  </a:moveTo>
                  <a:lnTo>
                    <a:pt x="994940" y="5240"/>
                  </a:lnTo>
                  <a:lnTo>
                    <a:pt x="996072" y="5254"/>
                  </a:lnTo>
                  <a:lnTo>
                    <a:pt x="1003546" y="5349"/>
                  </a:lnTo>
                  <a:lnTo>
                    <a:pt x="1022489" y="5612"/>
                  </a:lnTo>
                  <a:lnTo>
                    <a:pt x="1056607" y="6130"/>
                  </a:lnTo>
                  <a:lnTo>
                    <a:pt x="1107971" y="6987"/>
                  </a:lnTo>
                  <a:lnTo>
                    <a:pt x="1176859" y="8253"/>
                  </a:lnTo>
                  <a:lnTo>
                    <a:pt x="1261812" y="9980"/>
                  </a:lnTo>
                  <a:lnTo>
                    <a:pt x="1359959" y="12201"/>
                  </a:lnTo>
                  <a:lnTo>
                    <a:pt x="1467535" y="14927"/>
                  </a:lnTo>
                  <a:lnTo>
                    <a:pt x="1580478" y="18155"/>
                  </a:lnTo>
                  <a:lnTo>
                    <a:pt x="1694955" y="21875"/>
                  </a:lnTo>
                  <a:lnTo>
                    <a:pt x="1807736" y="26079"/>
                  </a:lnTo>
                  <a:lnTo>
                    <a:pt x="1916370" y="30763"/>
                  </a:lnTo>
                  <a:lnTo>
                    <a:pt x="2019214" y="35938"/>
                  </a:lnTo>
                  <a:lnTo>
                    <a:pt x="2115345" y="41626"/>
                  </a:lnTo>
                  <a:lnTo>
                    <a:pt x="2204428" y="47867"/>
                  </a:lnTo>
                  <a:lnTo>
                    <a:pt x="2286571" y="54715"/>
                  </a:lnTo>
                  <a:lnTo>
                    <a:pt x="2362185" y="62242"/>
                  </a:lnTo>
                  <a:lnTo>
                    <a:pt x="2431881" y="70529"/>
                  </a:lnTo>
                  <a:lnTo>
                    <a:pt x="2496379" y="79669"/>
                  </a:lnTo>
                  <a:lnTo>
                    <a:pt x="2556453" y="89757"/>
                  </a:lnTo>
                  <a:lnTo>
                    <a:pt x="2612876" y="100883"/>
                  </a:lnTo>
                  <a:lnTo>
                    <a:pt x="2666383" y="113117"/>
                  </a:lnTo>
                  <a:lnTo>
                    <a:pt x="2702183" y="122281"/>
                  </a:lnTo>
                  <a:lnTo>
                    <a:pt x="2761439" y="139219"/>
                  </a:lnTo>
                  <a:lnTo>
                    <a:pt x="2818892" y="157794"/>
                  </a:lnTo>
                  <a:lnTo>
                    <a:pt x="2875188" y="178031"/>
                  </a:lnTo>
                  <a:lnTo>
                    <a:pt x="2930808" y="199909"/>
                  </a:lnTo>
                  <a:lnTo>
                    <a:pt x="2986098" y="223348"/>
                  </a:lnTo>
                  <a:lnTo>
                    <a:pt x="3041293" y="248211"/>
                  </a:lnTo>
                  <a:lnTo>
                    <a:pt x="3096530" y="274302"/>
                  </a:lnTo>
                  <a:lnTo>
                    <a:pt x="3151870" y="301366"/>
                  </a:lnTo>
                  <a:lnTo>
                    <a:pt x="3207313" y="329105"/>
                  </a:lnTo>
                  <a:lnTo>
                    <a:pt x="3262816" y="357185"/>
                  </a:lnTo>
                  <a:lnTo>
                    <a:pt x="3318316" y="385255"/>
                  </a:lnTo>
                  <a:lnTo>
                    <a:pt x="3373754" y="412963"/>
                  </a:lnTo>
                  <a:lnTo>
                    <a:pt x="3429087" y="439979"/>
                  </a:lnTo>
                  <a:lnTo>
                    <a:pt x="3484319" y="466004"/>
                  </a:lnTo>
                  <a:lnTo>
                    <a:pt x="3539515" y="490789"/>
                  </a:lnTo>
                  <a:lnTo>
                    <a:pt x="3594818" y="514140"/>
                  </a:lnTo>
                  <a:lnTo>
                    <a:pt x="3650467" y="535923"/>
                  </a:lnTo>
                  <a:lnTo>
                    <a:pt x="3706815" y="556063"/>
                  </a:lnTo>
                  <a:lnTo>
                    <a:pt x="3764354" y="574541"/>
                  </a:lnTo>
                  <a:lnTo>
                    <a:pt x="3820202" y="590444"/>
                  </a:lnTo>
                  <a:lnTo>
                    <a:pt x="3872075" y="603465"/>
                  </a:lnTo>
                  <a:lnTo>
                    <a:pt x="3926399" y="615355"/>
                  </a:lnTo>
                  <a:lnTo>
                    <a:pt x="3983856" y="626156"/>
                  </a:lnTo>
                  <a:lnTo>
                    <a:pt x="4045198" y="635944"/>
                  </a:lnTo>
                  <a:lnTo>
                    <a:pt x="4111203" y="644813"/>
                  </a:lnTo>
                  <a:lnTo>
                    <a:pt x="4182633" y="652859"/>
                  </a:lnTo>
                  <a:lnTo>
                    <a:pt x="4260184" y="660170"/>
                  </a:lnTo>
                  <a:lnTo>
                    <a:pt x="4344415" y="666826"/>
                  </a:lnTo>
                  <a:lnTo>
                    <a:pt x="4435657" y="672893"/>
                  </a:lnTo>
                  <a:lnTo>
                    <a:pt x="4533897" y="678421"/>
                  </a:lnTo>
                  <a:lnTo>
                    <a:pt x="4638638" y="683444"/>
                  </a:lnTo>
                  <a:lnTo>
                    <a:pt x="4748749" y="687981"/>
                  </a:lnTo>
                  <a:lnTo>
                    <a:pt x="4862346" y="692038"/>
                  </a:lnTo>
                  <a:lnTo>
                    <a:pt x="4976730" y="695609"/>
                  </a:lnTo>
                  <a:lnTo>
                    <a:pt x="5088460" y="698685"/>
                  </a:lnTo>
                  <a:lnTo>
                    <a:pt x="5193585" y="701256"/>
                  </a:lnTo>
                  <a:lnTo>
                    <a:pt x="5288072" y="703324"/>
                  </a:lnTo>
                  <a:lnTo>
                    <a:pt x="5368367" y="704906"/>
                  </a:lnTo>
                  <a:lnTo>
                    <a:pt x="5431982" y="706041"/>
                  </a:lnTo>
                  <a:lnTo>
                    <a:pt x="5477966" y="706786"/>
                  </a:lnTo>
                  <a:lnTo>
                    <a:pt x="5507150" y="707217"/>
                  </a:lnTo>
                  <a:lnTo>
                    <a:pt x="5522127" y="707419"/>
                  </a:lnTo>
                  <a:lnTo>
                    <a:pt x="5527060" y="707481"/>
                  </a:lnTo>
                  <a:lnTo>
                    <a:pt x="5527445" y="707485"/>
                  </a:lnTo>
                  <a:lnTo>
                    <a:pt x="6522385" y="707485"/>
                  </a:lnTo>
                  <a:lnTo>
                    <a:pt x="6523520" y="707494"/>
                  </a:lnTo>
                  <a:lnTo>
                    <a:pt x="6531009" y="707555"/>
                  </a:lnTo>
                  <a:lnTo>
                    <a:pt x="6549988" y="707724"/>
                  </a:lnTo>
                  <a:lnTo>
                    <a:pt x="6584170" y="708057"/>
                  </a:lnTo>
                  <a:lnTo>
                    <a:pt x="6635625" y="708608"/>
                  </a:lnTo>
                  <a:lnTo>
                    <a:pt x="6704624" y="709422"/>
                  </a:lnTo>
                  <a:lnTo>
                    <a:pt x="6789702" y="710533"/>
                  </a:lnTo>
                  <a:lnTo>
                    <a:pt x="6887976" y="711961"/>
                  </a:lnTo>
                  <a:lnTo>
                    <a:pt x="6995669" y="713714"/>
                  </a:lnTo>
                  <a:lnTo>
                    <a:pt x="7108711" y="715789"/>
                  </a:lnTo>
                  <a:lnTo>
                    <a:pt x="7223266" y="718181"/>
                  </a:lnTo>
                  <a:lnTo>
                    <a:pt x="7336100" y="720883"/>
                  </a:lnTo>
                  <a:lnTo>
                    <a:pt x="7444765" y="723894"/>
                  </a:lnTo>
                  <a:lnTo>
                    <a:pt x="7547620" y="727220"/>
                  </a:lnTo>
                  <a:lnTo>
                    <a:pt x="7643747" y="730877"/>
                  </a:lnTo>
                  <a:lnTo>
                    <a:pt x="7732817" y="734889"/>
                  </a:lnTo>
                  <a:lnTo>
                    <a:pt x="7814939" y="739292"/>
                  </a:lnTo>
                  <a:lnTo>
                    <a:pt x="7890530" y="744131"/>
                  </a:lnTo>
                  <a:lnTo>
                    <a:pt x="7960203" y="749460"/>
                  </a:lnTo>
                  <a:lnTo>
                    <a:pt x="8024681" y="755338"/>
                  </a:lnTo>
                  <a:lnTo>
                    <a:pt x="8084739" y="761826"/>
                  </a:lnTo>
                  <a:lnTo>
                    <a:pt x="8141153" y="768982"/>
                  </a:lnTo>
                  <a:lnTo>
                    <a:pt x="8194657" y="776850"/>
                  </a:lnTo>
                  <a:lnTo>
                    <a:pt x="8229629" y="782601"/>
                  </a:lnTo>
                  <a:lnTo>
                    <a:pt x="8290236" y="793737"/>
                  </a:lnTo>
                  <a:lnTo>
                    <a:pt x="8348974" y="805972"/>
                  </a:lnTo>
                  <a:lnTo>
                    <a:pt x="8406526" y="819325"/>
                  </a:lnTo>
                  <a:lnTo>
                    <a:pt x="8463399" y="833778"/>
                  </a:lnTo>
                  <a:lnTo>
                    <a:pt x="8519954" y="849273"/>
                  </a:lnTo>
                  <a:lnTo>
                    <a:pt x="8576431" y="865711"/>
                  </a:lnTo>
                  <a:lnTo>
                    <a:pt x="8632964" y="882952"/>
                  </a:lnTo>
                  <a:lnTo>
                    <a:pt x="8689609" y="900817"/>
                  </a:lnTo>
                  <a:lnTo>
                    <a:pt x="8746355" y="919095"/>
                  </a:lnTo>
                  <a:lnTo>
                    <a:pt x="8803153" y="937553"/>
                  </a:lnTo>
                  <a:lnTo>
                    <a:pt x="8859932" y="955948"/>
                  </a:lnTo>
                  <a:lnTo>
                    <a:pt x="8916630" y="974043"/>
                  </a:lnTo>
                  <a:lnTo>
                    <a:pt x="8973216" y="991614"/>
                  </a:lnTo>
                  <a:lnTo>
                    <a:pt x="9029709" y="1008465"/>
                  </a:lnTo>
                  <a:lnTo>
                    <a:pt x="9086203" y="1024436"/>
                  </a:lnTo>
                  <a:lnTo>
                    <a:pt x="9142884" y="1039408"/>
                  </a:lnTo>
                  <a:lnTo>
                    <a:pt x="9200050" y="1053303"/>
                  </a:lnTo>
                  <a:lnTo>
                    <a:pt x="9258134" y="1066085"/>
                  </a:lnTo>
                  <a:lnTo>
                    <a:pt x="9317729" y="1077754"/>
                  </a:lnTo>
                  <a:lnTo>
                    <a:pt x="9347647" y="1083064"/>
                  </a:lnTo>
                  <a:lnTo>
                    <a:pt x="9399557" y="1091426"/>
                  </a:lnTo>
                  <a:lnTo>
                    <a:pt x="9453921" y="1099061"/>
                  </a:lnTo>
                  <a:lnTo>
                    <a:pt x="9511424" y="1105997"/>
                  </a:lnTo>
                  <a:lnTo>
                    <a:pt x="9572819" y="1112282"/>
                  </a:lnTo>
                  <a:lnTo>
                    <a:pt x="9638885" y="1117976"/>
                  </a:lnTo>
                  <a:lnTo>
                    <a:pt x="9710387" y="1123141"/>
                  </a:lnTo>
                  <a:lnTo>
                    <a:pt x="9788020" y="1127835"/>
                  </a:lnTo>
                  <a:lnTo>
                    <a:pt x="9872344" y="1132108"/>
                  </a:lnTo>
                  <a:lnTo>
                    <a:pt x="9963690" y="1136002"/>
                  </a:lnTo>
                  <a:lnTo>
                    <a:pt x="10062043" y="1139550"/>
                  </a:lnTo>
                  <a:lnTo>
                    <a:pt x="10166900" y="1142773"/>
                  </a:lnTo>
                  <a:lnTo>
                    <a:pt x="10277123" y="1145685"/>
                  </a:lnTo>
                  <a:lnTo>
                    <a:pt x="10390817" y="1148288"/>
                  </a:lnTo>
                  <a:lnTo>
                    <a:pt x="10505273" y="1150578"/>
                  </a:lnTo>
                  <a:lnTo>
                    <a:pt x="10617033" y="1152550"/>
                  </a:lnTo>
                  <a:lnTo>
                    <a:pt x="10722137" y="1154198"/>
                  </a:lnTo>
                  <a:lnTo>
                    <a:pt x="10816547" y="1155523"/>
                  </a:lnTo>
                  <a:lnTo>
                    <a:pt x="10896708" y="1156535"/>
                  </a:lnTo>
                  <a:lnTo>
                    <a:pt x="10960143" y="1157260"/>
                  </a:lnTo>
                  <a:lnTo>
                    <a:pt x="11005924" y="1157736"/>
                  </a:lnTo>
                  <a:lnTo>
                    <a:pt x="11034905" y="1158010"/>
                  </a:lnTo>
                  <a:lnTo>
                    <a:pt x="11049710" y="1158139"/>
                  </a:lnTo>
                  <a:lnTo>
                    <a:pt x="11054531" y="1158177"/>
                  </a:lnTo>
                  <a:lnTo>
                    <a:pt x="11054891" y="1158180"/>
                  </a:lnTo>
                  <a:lnTo>
                    <a:pt x="12049831" y="1158180"/>
                  </a:lnTo>
                  <a:lnTo>
                    <a:pt x="12049831" y="1152939"/>
                  </a:lnTo>
                  <a:lnTo>
                    <a:pt x="11054891" y="1152939"/>
                  </a:lnTo>
                  <a:lnTo>
                    <a:pt x="11053756" y="1152930"/>
                  </a:lnTo>
                  <a:lnTo>
                    <a:pt x="11046267" y="1152869"/>
                  </a:lnTo>
                  <a:lnTo>
                    <a:pt x="11027288" y="1152700"/>
                  </a:lnTo>
                  <a:lnTo>
                    <a:pt x="10993106" y="1152367"/>
                  </a:lnTo>
                  <a:lnTo>
                    <a:pt x="10941652" y="1151816"/>
                  </a:lnTo>
                  <a:lnTo>
                    <a:pt x="10872652" y="1151002"/>
                  </a:lnTo>
                  <a:lnTo>
                    <a:pt x="10787574" y="1149891"/>
                  </a:lnTo>
                  <a:lnTo>
                    <a:pt x="10689301" y="1148463"/>
                  </a:lnTo>
                  <a:lnTo>
                    <a:pt x="10581608" y="1146710"/>
                  </a:lnTo>
                  <a:lnTo>
                    <a:pt x="10468565" y="1144635"/>
                  </a:lnTo>
                  <a:lnTo>
                    <a:pt x="10354011" y="1142243"/>
                  </a:lnTo>
                  <a:lnTo>
                    <a:pt x="10241177" y="1139541"/>
                  </a:lnTo>
                  <a:lnTo>
                    <a:pt x="10132512" y="1136530"/>
                  </a:lnTo>
                  <a:lnTo>
                    <a:pt x="10029657" y="1133204"/>
                  </a:lnTo>
                  <a:lnTo>
                    <a:pt x="9933529" y="1129548"/>
                  </a:lnTo>
                  <a:lnTo>
                    <a:pt x="9844460" y="1125535"/>
                  </a:lnTo>
                  <a:lnTo>
                    <a:pt x="9762337" y="1121132"/>
                  </a:lnTo>
                  <a:lnTo>
                    <a:pt x="9686746" y="1116293"/>
                  </a:lnTo>
                  <a:lnTo>
                    <a:pt x="9617074" y="1110964"/>
                  </a:lnTo>
                  <a:lnTo>
                    <a:pt x="9552596" y="1105086"/>
                  </a:lnTo>
                  <a:lnTo>
                    <a:pt x="9492537" y="1098599"/>
                  </a:lnTo>
                  <a:lnTo>
                    <a:pt x="9436124" y="1091442"/>
                  </a:lnTo>
                  <a:lnTo>
                    <a:pt x="9382620" y="1083574"/>
                  </a:lnTo>
                  <a:lnTo>
                    <a:pt x="9347647" y="1077823"/>
                  </a:lnTo>
                  <a:lnTo>
                    <a:pt x="9287040" y="1066688"/>
                  </a:lnTo>
                  <a:lnTo>
                    <a:pt x="9228303" y="1054452"/>
                  </a:lnTo>
                  <a:lnTo>
                    <a:pt x="9170751" y="1041099"/>
                  </a:lnTo>
                  <a:lnTo>
                    <a:pt x="9113878" y="1026646"/>
                  </a:lnTo>
                  <a:lnTo>
                    <a:pt x="9057322" y="1011151"/>
                  </a:lnTo>
                  <a:lnTo>
                    <a:pt x="9000846" y="994713"/>
                  </a:lnTo>
                  <a:lnTo>
                    <a:pt x="8944312" y="977472"/>
                  </a:lnTo>
                  <a:lnTo>
                    <a:pt x="8887667" y="959607"/>
                  </a:lnTo>
                  <a:lnTo>
                    <a:pt x="8830921" y="941329"/>
                  </a:lnTo>
                  <a:lnTo>
                    <a:pt x="8774124" y="922871"/>
                  </a:lnTo>
                  <a:lnTo>
                    <a:pt x="8717345" y="904476"/>
                  </a:lnTo>
                  <a:lnTo>
                    <a:pt x="8660646" y="886381"/>
                  </a:lnTo>
                  <a:lnTo>
                    <a:pt x="8604060" y="868810"/>
                  </a:lnTo>
                  <a:lnTo>
                    <a:pt x="8547568" y="851959"/>
                  </a:lnTo>
                  <a:lnTo>
                    <a:pt x="8491074" y="835988"/>
                  </a:lnTo>
                  <a:lnTo>
                    <a:pt x="8434393" y="821016"/>
                  </a:lnTo>
                  <a:lnTo>
                    <a:pt x="8377226" y="807121"/>
                  </a:lnTo>
                  <a:lnTo>
                    <a:pt x="8319142" y="794339"/>
                  </a:lnTo>
                  <a:lnTo>
                    <a:pt x="8259548" y="782670"/>
                  </a:lnTo>
                  <a:lnTo>
                    <a:pt x="8229629" y="777360"/>
                  </a:lnTo>
                  <a:lnTo>
                    <a:pt x="8177719" y="768998"/>
                  </a:lnTo>
                  <a:lnTo>
                    <a:pt x="8123355" y="761363"/>
                  </a:lnTo>
                  <a:lnTo>
                    <a:pt x="8065852" y="754427"/>
                  </a:lnTo>
                  <a:lnTo>
                    <a:pt x="8004457" y="748142"/>
                  </a:lnTo>
                  <a:lnTo>
                    <a:pt x="7938391" y="742448"/>
                  </a:lnTo>
                  <a:lnTo>
                    <a:pt x="7866890" y="737283"/>
                  </a:lnTo>
                  <a:lnTo>
                    <a:pt x="7789257" y="732589"/>
                  </a:lnTo>
                  <a:lnTo>
                    <a:pt x="7704933" y="728316"/>
                  </a:lnTo>
                  <a:lnTo>
                    <a:pt x="7613586" y="724422"/>
                  </a:lnTo>
                  <a:lnTo>
                    <a:pt x="7515233" y="720874"/>
                  </a:lnTo>
                  <a:lnTo>
                    <a:pt x="7410377" y="717651"/>
                  </a:lnTo>
                  <a:lnTo>
                    <a:pt x="7300153" y="714739"/>
                  </a:lnTo>
                  <a:lnTo>
                    <a:pt x="7186459" y="712136"/>
                  </a:lnTo>
                  <a:lnTo>
                    <a:pt x="7072004" y="709846"/>
                  </a:lnTo>
                  <a:lnTo>
                    <a:pt x="6960244" y="707874"/>
                  </a:lnTo>
                  <a:lnTo>
                    <a:pt x="6855139" y="706226"/>
                  </a:lnTo>
                  <a:lnTo>
                    <a:pt x="6760730" y="704901"/>
                  </a:lnTo>
                  <a:lnTo>
                    <a:pt x="6680569" y="703889"/>
                  </a:lnTo>
                  <a:lnTo>
                    <a:pt x="6617133" y="703164"/>
                  </a:lnTo>
                  <a:lnTo>
                    <a:pt x="6571353" y="702688"/>
                  </a:lnTo>
                  <a:lnTo>
                    <a:pt x="6542371" y="702414"/>
                  </a:lnTo>
                  <a:lnTo>
                    <a:pt x="6527566" y="702286"/>
                  </a:lnTo>
                  <a:lnTo>
                    <a:pt x="6522746" y="702247"/>
                  </a:lnTo>
                  <a:lnTo>
                    <a:pt x="6522385" y="702244"/>
                  </a:lnTo>
                  <a:lnTo>
                    <a:pt x="5527445" y="702244"/>
                  </a:lnTo>
                  <a:lnTo>
                    <a:pt x="5526313" y="702231"/>
                  </a:lnTo>
                  <a:lnTo>
                    <a:pt x="5518839" y="702136"/>
                  </a:lnTo>
                  <a:lnTo>
                    <a:pt x="5499896" y="701873"/>
                  </a:lnTo>
                  <a:lnTo>
                    <a:pt x="5465778" y="701354"/>
                  </a:lnTo>
                  <a:lnTo>
                    <a:pt x="5414414" y="700498"/>
                  </a:lnTo>
                  <a:lnTo>
                    <a:pt x="5345526" y="699232"/>
                  </a:lnTo>
                  <a:lnTo>
                    <a:pt x="5260573" y="697505"/>
                  </a:lnTo>
                  <a:lnTo>
                    <a:pt x="5162426" y="695284"/>
                  </a:lnTo>
                  <a:lnTo>
                    <a:pt x="5054850" y="692558"/>
                  </a:lnTo>
                  <a:lnTo>
                    <a:pt x="4941907" y="689330"/>
                  </a:lnTo>
                  <a:lnTo>
                    <a:pt x="4827430" y="685609"/>
                  </a:lnTo>
                  <a:lnTo>
                    <a:pt x="4714649" y="681406"/>
                  </a:lnTo>
                  <a:lnTo>
                    <a:pt x="4606015" y="676721"/>
                  </a:lnTo>
                  <a:lnTo>
                    <a:pt x="4503171" y="671547"/>
                  </a:lnTo>
                  <a:lnTo>
                    <a:pt x="4407040" y="665859"/>
                  </a:lnTo>
                  <a:lnTo>
                    <a:pt x="4317957" y="659618"/>
                  </a:lnTo>
                  <a:lnTo>
                    <a:pt x="4235814" y="652769"/>
                  </a:lnTo>
                  <a:lnTo>
                    <a:pt x="4160200" y="645243"/>
                  </a:lnTo>
                  <a:lnTo>
                    <a:pt x="4090504" y="636956"/>
                  </a:lnTo>
                  <a:lnTo>
                    <a:pt x="4026006" y="627816"/>
                  </a:lnTo>
                  <a:lnTo>
                    <a:pt x="3965932" y="617728"/>
                  </a:lnTo>
                  <a:lnTo>
                    <a:pt x="3909509" y="606601"/>
                  </a:lnTo>
                  <a:lnTo>
                    <a:pt x="3856002" y="594368"/>
                  </a:lnTo>
                  <a:lnTo>
                    <a:pt x="3820202" y="585204"/>
                  </a:lnTo>
                  <a:lnTo>
                    <a:pt x="3760946" y="568265"/>
                  </a:lnTo>
                  <a:lnTo>
                    <a:pt x="3703493" y="549691"/>
                  </a:lnTo>
                  <a:lnTo>
                    <a:pt x="3647197" y="529454"/>
                  </a:lnTo>
                  <a:lnTo>
                    <a:pt x="3591577" y="507576"/>
                  </a:lnTo>
                  <a:lnTo>
                    <a:pt x="3536287" y="484137"/>
                  </a:lnTo>
                  <a:lnTo>
                    <a:pt x="3481092" y="459273"/>
                  </a:lnTo>
                  <a:lnTo>
                    <a:pt x="3425855" y="433183"/>
                  </a:lnTo>
                  <a:lnTo>
                    <a:pt x="3370515" y="406118"/>
                  </a:lnTo>
                  <a:lnTo>
                    <a:pt x="3315072" y="378379"/>
                  </a:lnTo>
                  <a:lnTo>
                    <a:pt x="3259569" y="350299"/>
                  </a:lnTo>
                  <a:lnTo>
                    <a:pt x="3204069" y="322230"/>
                  </a:lnTo>
                  <a:lnTo>
                    <a:pt x="3148631" y="294522"/>
                  </a:lnTo>
                  <a:lnTo>
                    <a:pt x="3093298" y="267506"/>
                  </a:lnTo>
                  <a:lnTo>
                    <a:pt x="3038066" y="241481"/>
                  </a:lnTo>
                  <a:lnTo>
                    <a:pt x="2982870" y="216696"/>
                  </a:lnTo>
                  <a:lnTo>
                    <a:pt x="2927567" y="193345"/>
                  </a:lnTo>
                  <a:lnTo>
                    <a:pt x="2871918" y="171561"/>
                  </a:lnTo>
                  <a:lnTo>
                    <a:pt x="2815570" y="151421"/>
                  </a:lnTo>
                  <a:lnTo>
                    <a:pt x="2758031" y="132944"/>
                  </a:lnTo>
                  <a:lnTo>
                    <a:pt x="2702183" y="117040"/>
                  </a:lnTo>
                  <a:lnTo>
                    <a:pt x="2650310" y="104020"/>
                  </a:lnTo>
                  <a:lnTo>
                    <a:pt x="2595986" y="92130"/>
                  </a:lnTo>
                  <a:lnTo>
                    <a:pt x="2538529" y="81329"/>
                  </a:lnTo>
                  <a:lnTo>
                    <a:pt x="2477187" y="71541"/>
                  </a:lnTo>
                  <a:lnTo>
                    <a:pt x="2411182" y="62671"/>
                  </a:lnTo>
                  <a:lnTo>
                    <a:pt x="2339751" y="54626"/>
                  </a:lnTo>
                  <a:lnTo>
                    <a:pt x="2262201" y="47315"/>
                  </a:lnTo>
                  <a:lnTo>
                    <a:pt x="2177970" y="40658"/>
                  </a:lnTo>
                  <a:lnTo>
                    <a:pt x="2086728" y="34591"/>
                  </a:lnTo>
                  <a:lnTo>
                    <a:pt x="1988488" y="29064"/>
                  </a:lnTo>
                  <a:lnTo>
                    <a:pt x="1883747" y="24041"/>
                  </a:lnTo>
                  <a:lnTo>
                    <a:pt x="1773636" y="19504"/>
                  </a:lnTo>
                  <a:lnTo>
                    <a:pt x="1660039" y="15447"/>
                  </a:lnTo>
                  <a:lnTo>
                    <a:pt x="1545655" y="11875"/>
                  </a:lnTo>
                  <a:lnTo>
                    <a:pt x="1433925" y="8800"/>
                  </a:lnTo>
                  <a:lnTo>
                    <a:pt x="1328800" y="6229"/>
                  </a:lnTo>
                  <a:lnTo>
                    <a:pt x="1234313" y="4161"/>
                  </a:lnTo>
                  <a:lnTo>
                    <a:pt x="1154018" y="2578"/>
                  </a:lnTo>
                  <a:lnTo>
                    <a:pt x="1090403" y="1444"/>
                  </a:lnTo>
                  <a:lnTo>
                    <a:pt x="1044419" y="699"/>
                  </a:lnTo>
                  <a:lnTo>
                    <a:pt x="1015235" y="268"/>
                  </a:lnTo>
                  <a:lnTo>
                    <a:pt x="1000258" y="65"/>
                  </a:lnTo>
                  <a:lnTo>
                    <a:pt x="995325" y="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15" name="pl414"/>
            <p:cNvSpPr/>
            <p:nvPr/>
          </p:nvSpPr>
          <p:spPr>
            <a:xfrm>
              <a:off x="1199187" y="1881223"/>
              <a:ext cx="12049831" cy="1152939"/>
            </a:xfrm>
            <a:custGeom>
              <a:avLst/>
              <a:pathLst>
                <a:path w="12049831" h="1152939">
                  <a:moveTo>
                    <a:pt x="0" y="0"/>
                  </a:moveTo>
                  <a:lnTo>
                    <a:pt x="994940" y="0"/>
                  </a:lnTo>
                  <a:lnTo>
                    <a:pt x="996072" y="13"/>
                  </a:lnTo>
                  <a:lnTo>
                    <a:pt x="1003546" y="108"/>
                  </a:lnTo>
                  <a:lnTo>
                    <a:pt x="1022489" y="371"/>
                  </a:lnTo>
                  <a:lnTo>
                    <a:pt x="1056607" y="889"/>
                  </a:lnTo>
                  <a:lnTo>
                    <a:pt x="1107971" y="1746"/>
                  </a:lnTo>
                  <a:lnTo>
                    <a:pt x="1176859" y="3012"/>
                  </a:lnTo>
                  <a:lnTo>
                    <a:pt x="1261812" y="4739"/>
                  </a:lnTo>
                  <a:lnTo>
                    <a:pt x="1359959" y="6960"/>
                  </a:lnTo>
                  <a:lnTo>
                    <a:pt x="1467535" y="9686"/>
                  </a:lnTo>
                  <a:lnTo>
                    <a:pt x="1580478" y="12914"/>
                  </a:lnTo>
                  <a:lnTo>
                    <a:pt x="1694955" y="16635"/>
                  </a:lnTo>
                  <a:lnTo>
                    <a:pt x="1807736" y="20838"/>
                  </a:lnTo>
                  <a:lnTo>
                    <a:pt x="1916370" y="25523"/>
                  </a:lnTo>
                  <a:lnTo>
                    <a:pt x="2019214" y="30697"/>
                  </a:lnTo>
                  <a:lnTo>
                    <a:pt x="2115345" y="36385"/>
                  </a:lnTo>
                  <a:lnTo>
                    <a:pt x="2204428" y="42626"/>
                  </a:lnTo>
                  <a:lnTo>
                    <a:pt x="2286571" y="49475"/>
                  </a:lnTo>
                  <a:lnTo>
                    <a:pt x="2362185" y="57001"/>
                  </a:lnTo>
                  <a:lnTo>
                    <a:pt x="2431881" y="65288"/>
                  </a:lnTo>
                  <a:lnTo>
                    <a:pt x="2496379" y="74428"/>
                  </a:lnTo>
                  <a:lnTo>
                    <a:pt x="2556453" y="84516"/>
                  </a:lnTo>
                  <a:lnTo>
                    <a:pt x="2612876" y="95643"/>
                  </a:lnTo>
                  <a:lnTo>
                    <a:pt x="2666383" y="107876"/>
                  </a:lnTo>
                  <a:lnTo>
                    <a:pt x="2702183" y="117040"/>
                  </a:lnTo>
                  <a:lnTo>
                    <a:pt x="2761439" y="133979"/>
                  </a:lnTo>
                  <a:lnTo>
                    <a:pt x="2818892" y="152553"/>
                  </a:lnTo>
                  <a:lnTo>
                    <a:pt x="2875188" y="172790"/>
                  </a:lnTo>
                  <a:lnTo>
                    <a:pt x="2930808" y="194668"/>
                  </a:lnTo>
                  <a:lnTo>
                    <a:pt x="2986098" y="218107"/>
                  </a:lnTo>
                  <a:lnTo>
                    <a:pt x="3041293" y="242971"/>
                  </a:lnTo>
                  <a:lnTo>
                    <a:pt x="3096530" y="269061"/>
                  </a:lnTo>
                  <a:lnTo>
                    <a:pt x="3151870" y="296126"/>
                  </a:lnTo>
                  <a:lnTo>
                    <a:pt x="3207313" y="323865"/>
                  </a:lnTo>
                  <a:lnTo>
                    <a:pt x="3262816" y="351945"/>
                  </a:lnTo>
                  <a:lnTo>
                    <a:pt x="3318316" y="380014"/>
                  </a:lnTo>
                  <a:lnTo>
                    <a:pt x="3373754" y="407722"/>
                  </a:lnTo>
                  <a:lnTo>
                    <a:pt x="3429087" y="434738"/>
                  </a:lnTo>
                  <a:lnTo>
                    <a:pt x="3484319" y="460763"/>
                  </a:lnTo>
                  <a:lnTo>
                    <a:pt x="3539515" y="485548"/>
                  </a:lnTo>
                  <a:lnTo>
                    <a:pt x="3594818" y="508899"/>
                  </a:lnTo>
                  <a:lnTo>
                    <a:pt x="3650467" y="530682"/>
                  </a:lnTo>
                  <a:lnTo>
                    <a:pt x="3706815" y="550823"/>
                  </a:lnTo>
                  <a:lnTo>
                    <a:pt x="3764354" y="569300"/>
                  </a:lnTo>
                  <a:lnTo>
                    <a:pt x="3820202" y="585204"/>
                  </a:lnTo>
                  <a:lnTo>
                    <a:pt x="3872075" y="598224"/>
                  </a:lnTo>
                  <a:lnTo>
                    <a:pt x="3926399" y="610114"/>
                  </a:lnTo>
                  <a:lnTo>
                    <a:pt x="3983856" y="620915"/>
                  </a:lnTo>
                  <a:lnTo>
                    <a:pt x="4045198" y="630703"/>
                  </a:lnTo>
                  <a:lnTo>
                    <a:pt x="4111203" y="639573"/>
                  </a:lnTo>
                  <a:lnTo>
                    <a:pt x="4182633" y="647618"/>
                  </a:lnTo>
                  <a:lnTo>
                    <a:pt x="4260184" y="654929"/>
                  </a:lnTo>
                  <a:lnTo>
                    <a:pt x="4344415" y="661586"/>
                  </a:lnTo>
                  <a:lnTo>
                    <a:pt x="4435657" y="667653"/>
                  </a:lnTo>
                  <a:lnTo>
                    <a:pt x="4533897" y="673180"/>
                  </a:lnTo>
                  <a:lnTo>
                    <a:pt x="4638638" y="678203"/>
                  </a:lnTo>
                  <a:lnTo>
                    <a:pt x="4748749" y="682740"/>
                  </a:lnTo>
                  <a:lnTo>
                    <a:pt x="4862346" y="686797"/>
                  </a:lnTo>
                  <a:lnTo>
                    <a:pt x="4976730" y="690369"/>
                  </a:lnTo>
                  <a:lnTo>
                    <a:pt x="5088460" y="693444"/>
                  </a:lnTo>
                  <a:lnTo>
                    <a:pt x="5193585" y="696015"/>
                  </a:lnTo>
                  <a:lnTo>
                    <a:pt x="5288072" y="698083"/>
                  </a:lnTo>
                  <a:lnTo>
                    <a:pt x="5368367" y="699666"/>
                  </a:lnTo>
                  <a:lnTo>
                    <a:pt x="5431982" y="700800"/>
                  </a:lnTo>
                  <a:lnTo>
                    <a:pt x="5477966" y="701545"/>
                  </a:lnTo>
                  <a:lnTo>
                    <a:pt x="5507150" y="701976"/>
                  </a:lnTo>
                  <a:lnTo>
                    <a:pt x="5522127" y="702179"/>
                  </a:lnTo>
                  <a:lnTo>
                    <a:pt x="5527060" y="702240"/>
                  </a:lnTo>
                  <a:lnTo>
                    <a:pt x="5527445" y="702244"/>
                  </a:lnTo>
                  <a:lnTo>
                    <a:pt x="6522385" y="702244"/>
                  </a:lnTo>
                  <a:lnTo>
                    <a:pt x="6523520" y="702253"/>
                  </a:lnTo>
                  <a:lnTo>
                    <a:pt x="6531009" y="702314"/>
                  </a:lnTo>
                  <a:lnTo>
                    <a:pt x="6549988" y="702483"/>
                  </a:lnTo>
                  <a:lnTo>
                    <a:pt x="6584170" y="702817"/>
                  </a:lnTo>
                  <a:lnTo>
                    <a:pt x="6635625" y="703368"/>
                  </a:lnTo>
                  <a:lnTo>
                    <a:pt x="6704624" y="704182"/>
                  </a:lnTo>
                  <a:lnTo>
                    <a:pt x="6789702" y="705293"/>
                  </a:lnTo>
                  <a:lnTo>
                    <a:pt x="6887976" y="706721"/>
                  </a:lnTo>
                  <a:lnTo>
                    <a:pt x="6995669" y="708473"/>
                  </a:lnTo>
                  <a:lnTo>
                    <a:pt x="7108711" y="710548"/>
                  </a:lnTo>
                  <a:lnTo>
                    <a:pt x="7223266" y="712940"/>
                  </a:lnTo>
                  <a:lnTo>
                    <a:pt x="7336100" y="715642"/>
                  </a:lnTo>
                  <a:lnTo>
                    <a:pt x="7444765" y="718653"/>
                  </a:lnTo>
                  <a:lnTo>
                    <a:pt x="7547620" y="721979"/>
                  </a:lnTo>
                  <a:lnTo>
                    <a:pt x="7643747" y="725636"/>
                  </a:lnTo>
                  <a:lnTo>
                    <a:pt x="7732817" y="729648"/>
                  </a:lnTo>
                  <a:lnTo>
                    <a:pt x="7814939" y="734051"/>
                  </a:lnTo>
                  <a:lnTo>
                    <a:pt x="7890530" y="738891"/>
                  </a:lnTo>
                  <a:lnTo>
                    <a:pt x="7960203" y="744219"/>
                  </a:lnTo>
                  <a:lnTo>
                    <a:pt x="8024681" y="750097"/>
                  </a:lnTo>
                  <a:lnTo>
                    <a:pt x="8084739" y="756585"/>
                  </a:lnTo>
                  <a:lnTo>
                    <a:pt x="8141153" y="763741"/>
                  </a:lnTo>
                  <a:lnTo>
                    <a:pt x="8194657" y="771609"/>
                  </a:lnTo>
                  <a:lnTo>
                    <a:pt x="8229629" y="777360"/>
                  </a:lnTo>
                  <a:lnTo>
                    <a:pt x="8290236" y="788496"/>
                  </a:lnTo>
                  <a:lnTo>
                    <a:pt x="8348974" y="800732"/>
                  </a:lnTo>
                  <a:lnTo>
                    <a:pt x="8406526" y="814085"/>
                  </a:lnTo>
                  <a:lnTo>
                    <a:pt x="8463399" y="828537"/>
                  </a:lnTo>
                  <a:lnTo>
                    <a:pt x="8519954" y="844032"/>
                  </a:lnTo>
                  <a:lnTo>
                    <a:pt x="8576431" y="860470"/>
                  </a:lnTo>
                  <a:lnTo>
                    <a:pt x="8632964" y="877712"/>
                  </a:lnTo>
                  <a:lnTo>
                    <a:pt x="8689609" y="895576"/>
                  </a:lnTo>
                  <a:lnTo>
                    <a:pt x="8746355" y="913854"/>
                  </a:lnTo>
                  <a:lnTo>
                    <a:pt x="8803153" y="932312"/>
                  </a:lnTo>
                  <a:lnTo>
                    <a:pt x="8859932" y="950708"/>
                  </a:lnTo>
                  <a:lnTo>
                    <a:pt x="8916630" y="968802"/>
                  </a:lnTo>
                  <a:lnTo>
                    <a:pt x="8973216" y="986373"/>
                  </a:lnTo>
                  <a:lnTo>
                    <a:pt x="9029709" y="1003224"/>
                  </a:lnTo>
                  <a:lnTo>
                    <a:pt x="9086203" y="1019195"/>
                  </a:lnTo>
                  <a:lnTo>
                    <a:pt x="9142884" y="1034167"/>
                  </a:lnTo>
                  <a:lnTo>
                    <a:pt x="9200050" y="1048062"/>
                  </a:lnTo>
                  <a:lnTo>
                    <a:pt x="9258134" y="1060844"/>
                  </a:lnTo>
                  <a:lnTo>
                    <a:pt x="9317729" y="1072514"/>
                  </a:lnTo>
                  <a:lnTo>
                    <a:pt x="9347647" y="1077823"/>
                  </a:lnTo>
                  <a:lnTo>
                    <a:pt x="9399557" y="1086185"/>
                  </a:lnTo>
                  <a:lnTo>
                    <a:pt x="9453921" y="1093821"/>
                  </a:lnTo>
                  <a:lnTo>
                    <a:pt x="9511424" y="1100756"/>
                  </a:lnTo>
                  <a:lnTo>
                    <a:pt x="9572819" y="1107041"/>
                  </a:lnTo>
                  <a:lnTo>
                    <a:pt x="9638885" y="1112735"/>
                  </a:lnTo>
                  <a:lnTo>
                    <a:pt x="9710387" y="1117900"/>
                  </a:lnTo>
                  <a:lnTo>
                    <a:pt x="9788020" y="1122594"/>
                  </a:lnTo>
                  <a:lnTo>
                    <a:pt x="9872344" y="1126867"/>
                  </a:lnTo>
                  <a:lnTo>
                    <a:pt x="9963690" y="1130761"/>
                  </a:lnTo>
                  <a:lnTo>
                    <a:pt x="10062043" y="1134309"/>
                  </a:lnTo>
                  <a:lnTo>
                    <a:pt x="10166900" y="1137533"/>
                  </a:lnTo>
                  <a:lnTo>
                    <a:pt x="10277123" y="1140444"/>
                  </a:lnTo>
                  <a:lnTo>
                    <a:pt x="10390817" y="1143047"/>
                  </a:lnTo>
                  <a:lnTo>
                    <a:pt x="10505273" y="1145338"/>
                  </a:lnTo>
                  <a:lnTo>
                    <a:pt x="10617033" y="1147310"/>
                  </a:lnTo>
                  <a:lnTo>
                    <a:pt x="10722137" y="1148958"/>
                  </a:lnTo>
                  <a:lnTo>
                    <a:pt x="10816547" y="1150282"/>
                  </a:lnTo>
                  <a:lnTo>
                    <a:pt x="10896708" y="1151295"/>
                  </a:lnTo>
                  <a:lnTo>
                    <a:pt x="10960143" y="1152020"/>
                  </a:lnTo>
                  <a:lnTo>
                    <a:pt x="11005924" y="1152495"/>
                  </a:lnTo>
                  <a:lnTo>
                    <a:pt x="11034905" y="1152770"/>
                  </a:lnTo>
                  <a:lnTo>
                    <a:pt x="11049710" y="1152898"/>
                  </a:lnTo>
                  <a:lnTo>
                    <a:pt x="11054531" y="1152936"/>
                  </a:lnTo>
                  <a:lnTo>
                    <a:pt x="11054891" y="1152939"/>
                  </a:lnTo>
                  <a:lnTo>
                    <a:pt x="12049831" y="1152939"/>
                  </a:lnTo>
                  <a:lnTo>
                    <a:pt x="12049831" y="11529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6" name="pl415"/>
            <p:cNvSpPr/>
            <p:nvPr/>
          </p:nvSpPr>
          <p:spPr>
            <a:xfrm>
              <a:off x="1199187" y="1875982"/>
              <a:ext cx="12049831" cy="1152939"/>
            </a:xfrm>
            <a:custGeom>
              <a:avLst/>
              <a:pathLst>
                <a:path w="12049831" h="1152939">
                  <a:moveTo>
                    <a:pt x="12049831" y="1152939"/>
                  </a:moveTo>
                  <a:lnTo>
                    <a:pt x="11054891" y="1152939"/>
                  </a:lnTo>
                  <a:lnTo>
                    <a:pt x="11053756" y="1152930"/>
                  </a:lnTo>
                  <a:lnTo>
                    <a:pt x="11046267" y="1152869"/>
                  </a:lnTo>
                  <a:lnTo>
                    <a:pt x="11027288" y="1152700"/>
                  </a:lnTo>
                  <a:lnTo>
                    <a:pt x="10993106" y="1152367"/>
                  </a:lnTo>
                  <a:lnTo>
                    <a:pt x="10941652" y="1151816"/>
                  </a:lnTo>
                  <a:lnTo>
                    <a:pt x="10872652" y="1151002"/>
                  </a:lnTo>
                  <a:lnTo>
                    <a:pt x="10787574" y="1149891"/>
                  </a:lnTo>
                  <a:lnTo>
                    <a:pt x="10689301" y="1148463"/>
                  </a:lnTo>
                  <a:lnTo>
                    <a:pt x="10581608" y="1146710"/>
                  </a:lnTo>
                  <a:lnTo>
                    <a:pt x="10468565" y="1144635"/>
                  </a:lnTo>
                  <a:lnTo>
                    <a:pt x="10354011" y="1142243"/>
                  </a:lnTo>
                  <a:lnTo>
                    <a:pt x="10241177" y="1139541"/>
                  </a:lnTo>
                  <a:lnTo>
                    <a:pt x="10132512" y="1136530"/>
                  </a:lnTo>
                  <a:lnTo>
                    <a:pt x="10029657" y="1133204"/>
                  </a:lnTo>
                  <a:lnTo>
                    <a:pt x="9933529" y="1129548"/>
                  </a:lnTo>
                  <a:lnTo>
                    <a:pt x="9844460" y="1125535"/>
                  </a:lnTo>
                  <a:lnTo>
                    <a:pt x="9762337" y="1121132"/>
                  </a:lnTo>
                  <a:lnTo>
                    <a:pt x="9686746" y="1116293"/>
                  </a:lnTo>
                  <a:lnTo>
                    <a:pt x="9617074" y="1110964"/>
                  </a:lnTo>
                  <a:lnTo>
                    <a:pt x="9552596" y="1105086"/>
                  </a:lnTo>
                  <a:lnTo>
                    <a:pt x="9492537" y="1098599"/>
                  </a:lnTo>
                  <a:lnTo>
                    <a:pt x="9436124" y="1091442"/>
                  </a:lnTo>
                  <a:lnTo>
                    <a:pt x="9382620" y="1083574"/>
                  </a:lnTo>
                  <a:lnTo>
                    <a:pt x="9347647" y="1077823"/>
                  </a:lnTo>
                  <a:lnTo>
                    <a:pt x="9287040" y="1066688"/>
                  </a:lnTo>
                  <a:lnTo>
                    <a:pt x="9228303" y="1054452"/>
                  </a:lnTo>
                  <a:lnTo>
                    <a:pt x="9170751" y="1041099"/>
                  </a:lnTo>
                  <a:lnTo>
                    <a:pt x="9113878" y="1026646"/>
                  </a:lnTo>
                  <a:lnTo>
                    <a:pt x="9057322" y="1011151"/>
                  </a:lnTo>
                  <a:lnTo>
                    <a:pt x="9000846" y="994713"/>
                  </a:lnTo>
                  <a:lnTo>
                    <a:pt x="8944312" y="977472"/>
                  </a:lnTo>
                  <a:lnTo>
                    <a:pt x="8887667" y="959607"/>
                  </a:lnTo>
                  <a:lnTo>
                    <a:pt x="8830921" y="941329"/>
                  </a:lnTo>
                  <a:lnTo>
                    <a:pt x="8774124" y="922871"/>
                  </a:lnTo>
                  <a:lnTo>
                    <a:pt x="8717345" y="904476"/>
                  </a:lnTo>
                  <a:lnTo>
                    <a:pt x="8660646" y="886381"/>
                  </a:lnTo>
                  <a:lnTo>
                    <a:pt x="8604060" y="868810"/>
                  </a:lnTo>
                  <a:lnTo>
                    <a:pt x="8547568" y="851959"/>
                  </a:lnTo>
                  <a:lnTo>
                    <a:pt x="8491074" y="835988"/>
                  </a:lnTo>
                  <a:lnTo>
                    <a:pt x="8434393" y="821016"/>
                  </a:lnTo>
                  <a:lnTo>
                    <a:pt x="8377226" y="807121"/>
                  </a:lnTo>
                  <a:lnTo>
                    <a:pt x="8319142" y="794339"/>
                  </a:lnTo>
                  <a:lnTo>
                    <a:pt x="8259548" y="782670"/>
                  </a:lnTo>
                  <a:lnTo>
                    <a:pt x="8229629" y="777360"/>
                  </a:lnTo>
                  <a:lnTo>
                    <a:pt x="8177719" y="768998"/>
                  </a:lnTo>
                  <a:lnTo>
                    <a:pt x="8123355" y="761363"/>
                  </a:lnTo>
                  <a:lnTo>
                    <a:pt x="8065852" y="754427"/>
                  </a:lnTo>
                  <a:lnTo>
                    <a:pt x="8004457" y="748142"/>
                  </a:lnTo>
                  <a:lnTo>
                    <a:pt x="7938391" y="742448"/>
                  </a:lnTo>
                  <a:lnTo>
                    <a:pt x="7866890" y="737283"/>
                  </a:lnTo>
                  <a:lnTo>
                    <a:pt x="7789257" y="732589"/>
                  </a:lnTo>
                  <a:lnTo>
                    <a:pt x="7704933" y="728316"/>
                  </a:lnTo>
                  <a:lnTo>
                    <a:pt x="7613586" y="724422"/>
                  </a:lnTo>
                  <a:lnTo>
                    <a:pt x="7515233" y="720874"/>
                  </a:lnTo>
                  <a:lnTo>
                    <a:pt x="7410377" y="717651"/>
                  </a:lnTo>
                  <a:lnTo>
                    <a:pt x="7300153" y="714739"/>
                  </a:lnTo>
                  <a:lnTo>
                    <a:pt x="7186459" y="712136"/>
                  </a:lnTo>
                  <a:lnTo>
                    <a:pt x="7072004" y="709846"/>
                  </a:lnTo>
                  <a:lnTo>
                    <a:pt x="6960244" y="707874"/>
                  </a:lnTo>
                  <a:lnTo>
                    <a:pt x="6855139" y="706226"/>
                  </a:lnTo>
                  <a:lnTo>
                    <a:pt x="6760730" y="704901"/>
                  </a:lnTo>
                  <a:lnTo>
                    <a:pt x="6680569" y="703889"/>
                  </a:lnTo>
                  <a:lnTo>
                    <a:pt x="6617133" y="703164"/>
                  </a:lnTo>
                  <a:lnTo>
                    <a:pt x="6571353" y="702688"/>
                  </a:lnTo>
                  <a:lnTo>
                    <a:pt x="6542371" y="702414"/>
                  </a:lnTo>
                  <a:lnTo>
                    <a:pt x="6527566" y="702286"/>
                  </a:lnTo>
                  <a:lnTo>
                    <a:pt x="6522746" y="702247"/>
                  </a:lnTo>
                  <a:lnTo>
                    <a:pt x="6522385" y="702244"/>
                  </a:lnTo>
                  <a:lnTo>
                    <a:pt x="5527445" y="702244"/>
                  </a:lnTo>
                  <a:lnTo>
                    <a:pt x="5526313" y="702231"/>
                  </a:lnTo>
                  <a:lnTo>
                    <a:pt x="5518839" y="702136"/>
                  </a:lnTo>
                  <a:lnTo>
                    <a:pt x="5499896" y="701873"/>
                  </a:lnTo>
                  <a:lnTo>
                    <a:pt x="5465778" y="701354"/>
                  </a:lnTo>
                  <a:lnTo>
                    <a:pt x="5414414" y="700498"/>
                  </a:lnTo>
                  <a:lnTo>
                    <a:pt x="5345526" y="699232"/>
                  </a:lnTo>
                  <a:lnTo>
                    <a:pt x="5260573" y="697505"/>
                  </a:lnTo>
                  <a:lnTo>
                    <a:pt x="5162426" y="695284"/>
                  </a:lnTo>
                  <a:lnTo>
                    <a:pt x="5054850" y="692558"/>
                  </a:lnTo>
                  <a:lnTo>
                    <a:pt x="4941907" y="689330"/>
                  </a:lnTo>
                  <a:lnTo>
                    <a:pt x="4827430" y="685609"/>
                  </a:lnTo>
                  <a:lnTo>
                    <a:pt x="4714649" y="681406"/>
                  </a:lnTo>
                  <a:lnTo>
                    <a:pt x="4606015" y="676721"/>
                  </a:lnTo>
                  <a:lnTo>
                    <a:pt x="4503171" y="671547"/>
                  </a:lnTo>
                  <a:lnTo>
                    <a:pt x="4407040" y="665859"/>
                  </a:lnTo>
                  <a:lnTo>
                    <a:pt x="4317957" y="659618"/>
                  </a:lnTo>
                  <a:lnTo>
                    <a:pt x="4235814" y="652769"/>
                  </a:lnTo>
                  <a:lnTo>
                    <a:pt x="4160200" y="645243"/>
                  </a:lnTo>
                  <a:lnTo>
                    <a:pt x="4090504" y="636956"/>
                  </a:lnTo>
                  <a:lnTo>
                    <a:pt x="4026006" y="627816"/>
                  </a:lnTo>
                  <a:lnTo>
                    <a:pt x="3965932" y="617728"/>
                  </a:lnTo>
                  <a:lnTo>
                    <a:pt x="3909509" y="606601"/>
                  </a:lnTo>
                  <a:lnTo>
                    <a:pt x="3856002" y="594368"/>
                  </a:lnTo>
                  <a:lnTo>
                    <a:pt x="3820202" y="585204"/>
                  </a:lnTo>
                  <a:lnTo>
                    <a:pt x="3760946" y="568265"/>
                  </a:lnTo>
                  <a:lnTo>
                    <a:pt x="3703493" y="549691"/>
                  </a:lnTo>
                  <a:lnTo>
                    <a:pt x="3647197" y="529454"/>
                  </a:lnTo>
                  <a:lnTo>
                    <a:pt x="3591577" y="507576"/>
                  </a:lnTo>
                  <a:lnTo>
                    <a:pt x="3536287" y="484137"/>
                  </a:lnTo>
                  <a:lnTo>
                    <a:pt x="3481092" y="459273"/>
                  </a:lnTo>
                  <a:lnTo>
                    <a:pt x="3425855" y="433183"/>
                  </a:lnTo>
                  <a:lnTo>
                    <a:pt x="3370515" y="406118"/>
                  </a:lnTo>
                  <a:lnTo>
                    <a:pt x="3315072" y="378379"/>
                  </a:lnTo>
                  <a:lnTo>
                    <a:pt x="3259569" y="350299"/>
                  </a:lnTo>
                  <a:lnTo>
                    <a:pt x="3204069" y="322230"/>
                  </a:lnTo>
                  <a:lnTo>
                    <a:pt x="3148631" y="294522"/>
                  </a:lnTo>
                  <a:lnTo>
                    <a:pt x="3093298" y="267506"/>
                  </a:lnTo>
                  <a:lnTo>
                    <a:pt x="3038066" y="241481"/>
                  </a:lnTo>
                  <a:lnTo>
                    <a:pt x="2982870" y="216696"/>
                  </a:lnTo>
                  <a:lnTo>
                    <a:pt x="2927567" y="193345"/>
                  </a:lnTo>
                  <a:lnTo>
                    <a:pt x="2871918" y="171561"/>
                  </a:lnTo>
                  <a:lnTo>
                    <a:pt x="2815570" y="151421"/>
                  </a:lnTo>
                  <a:lnTo>
                    <a:pt x="2758031" y="132944"/>
                  </a:lnTo>
                  <a:lnTo>
                    <a:pt x="2702183" y="117040"/>
                  </a:lnTo>
                  <a:lnTo>
                    <a:pt x="2650310" y="104020"/>
                  </a:lnTo>
                  <a:lnTo>
                    <a:pt x="2595986" y="92130"/>
                  </a:lnTo>
                  <a:lnTo>
                    <a:pt x="2538529" y="81329"/>
                  </a:lnTo>
                  <a:lnTo>
                    <a:pt x="2477187" y="71541"/>
                  </a:lnTo>
                  <a:lnTo>
                    <a:pt x="2411182" y="62671"/>
                  </a:lnTo>
                  <a:lnTo>
                    <a:pt x="2339751" y="54626"/>
                  </a:lnTo>
                  <a:lnTo>
                    <a:pt x="2262201" y="47315"/>
                  </a:lnTo>
                  <a:lnTo>
                    <a:pt x="2177970" y="40658"/>
                  </a:lnTo>
                  <a:lnTo>
                    <a:pt x="2086728" y="34591"/>
                  </a:lnTo>
                  <a:lnTo>
                    <a:pt x="1988488" y="29064"/>
                  </a:lnTo>
                  <a:lnTo>
                    <a:pt x="1883747" y="24041"/>
                  </a:lnTo>
                  <a:lnTo>
                    <a:pt x="1773636" y="19504"/>
                  </a:lnTo>
                  <a:lnTo>
                    <a:pt x="1660039" y="15447"/>
                  </a:lnTo>
                  <a:lnTo>
                    <a:pt x="1545655" y="11875"/>
                  </a:lnTo>
                  <a:lnTo>
                    <a:pt x="1433925" y="8800"/>
                  </a:lnTo>
                  <a:lnTo>
                    <a:pt x="1328800" y="6229"/>
                  </a:lnTo>
                  <a:lnTo>
                    <a:pt x="1234313" y="4161"/>
                  </a:lnTo>
                  <a:lnTo>
                    <a:pt x="1154018" y="2578"/>
                  </a:lnTo>
                  <a:lnTo>
                    <a:pt x="1090403" y="1444"/>
                  </a:lnTo>
                  <a:lnTo>
                    <a:pt x="1044419" y="699"/>
                  </a:lnTo>
                  <a:lnTo>
                    <a:pt x="1015235" y="268"/>
                  </a:lnTo>
                  <a:lnTo>
                    <a:pt x="1000258" y="65"/>
                  </a:lnTo>
                  <a:lnTo>
                    <a:pt x="995325" y="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7" name="pg416"/>
            <p:cNvSpPr/>
            <p:nvPr/>
          </p:nvSpPr>
          <p:spPr>
            <a:xfrm>
              <a:off x="1199187" y="1881223"/>
              <a:ext cx="12049831" cy="1430693"/>
            </a:xfrm>
            <a:custGeom>
              <a:avLst/>
              <a:pathLst>
                <a:path w="12049831" h="1430693">
                  <a:moveTo>
                    <a:pt x="0" y="15721"/>
                  </a:moveTo>
                  <a:lnTo>
                    <a:pt x="994940" y="15721"/>
                  </a:lnTo>
                  <a:lnTo>
                    <a:pt x="996072" y="15735"/>
                  </a:lnTo>
                  <a:lnTo>
                    <a:pt x="1003546" y="15830"/>
                  </a:lnTo>
                  <a:lnTo>
                    <a:pt x="1022489" y="16093"/>
                  </a:lnTo>
                  <a:lnTo>
                    <a:pt x="1056607" y="16611"/>
                  </a:lnTo>
                  <a:lnTo>
                    <a:pt x="1107971" y="17468"/>
                  </a:lnTo>
                  <a:lnTo>
                    <a:pt x="1176859" y="18734"/>
                  </a:lnTo>
                  <a:lnTo>
                    <a:pt x="1261812" y="20461"/>
                  </a:lnTo>
                  <a:lnTo>
                    <a:pt x="1359959" y="22682"/>
                  </a:lnTo>
                  <a:lnTo>
                    <a:pt x="1467535" y="25408"/>
                  </a:lnTo>
                  <a:lnTo>
                    <a:pt x="1580478" y="28636"/>
                  </a:lnTo>
                  <a:lnTo>
                    <a:pt x="1694955" y="32356"/>
                  </a:lnTo>
                  <a:lnTo>
                    <a:pt x="1807736" y="36560"/>
                  </a:lnTo>
                  <a:lnTo>
                    <a:pt x="1916370" y="41245"/>
                  </a:lnTo>
                  <a:lnTo>
                    <a:pt x="2019214" y="46419"/>
                  </a:lnTo>
                  <a:lnTo>
                    <a:pt x="2115345" y="52107"/>
                  </a:lnTo>
                  <a:lnTo>
                    <a:pt x="2204428" y="58348"/>
                  </a:lnTo>
                  <a:lnTo>
                    <a:pt x="2286571" y="65197"/>
                  </a:lnTo>
                  <a:lnTo>
                    <a:pt x="2362185" y="72723"/>
                  </a:lnTo>
                  <a:lnTo>
                    <a:pt x="2431881" y="81010"/>
                  </a:lnTo>
                  <a:lnTo>
                    <a:pt x="2496379" y="90150"/>
                  </a:lnTo>
                  <a:lnTo>
                    <a:pt x="2556453" y="100238"/>
                  </a:lnTo>
                  <a:lnTo>
                    <a:pt x="2612876" y="111365"/>
                  </a:lnTo>
                  <a:lnTo>
                    <a:pt x="2666383" y="123598"/>
                  </a:lnTo>
                  <a:lnTo>
                    <a:pt x="2702183" y="132762"/>
                  </a:lnTo>
                  <a:lnTo>
                    <a:pt x="2761439" y="149701"/>
                  </a:lnTo>
                  <a:lnTo>
                    <a:pt x="2818892" y="168275"/>
                  </a:lnTo>
                  <a:lnTo>
                    <a:pt x="2875188" y="188512"/>
                  </a:lnTo>
                  <a:lnTo>
                    <a:pt x="2930808" y="210390"/>
                  </a:lnTo>
                  <a:lnTo>
                    <a:pt x="2986098" y="233829"/>
                  </a:lnTo>
                  <a:lnTo>
                    <a:pt x="3041293" y="258693"/>
                  </a:lnTo>
                  <a:lnTo>
                    <a:pt x="3096530" y="284783"/>
                  </a:lnTo>
                  <a:lnTo>
                    <a:pt x="3151870" y="311848"/>
                  </a:lnTo>
                  <a:lnTo>
                    <a:pt x="3207313" y="339587"/>
                  </a:lnTo>
                  <a:lnTo>
                    <a:pt x="3262816" y="367666"/>
                  </a:lnTo>
                  <a:lnTo>
                    <a:pt x="3318316" y="395736"/>
                  </a:lnTo>
                  <a:lnTo>
                    <a:pt x="3373754" y="423444"/>
                  </a:lnTo>
                  <a:lnTo>
                    <a:pt x="3429087" y="450460"/>
                  </a:lnTo>
                  <a:lnTo>
                    <a:pt x="3484319" y="476485"/>
                  </a:lnTo>
                  <a:lnTo>
                    <a:pt x="3539515" y="501270"/>
                  </a:lnTo>
                  <a:lnTo>
                    <a:pt x="3594818" y="524621"/>
                  </a:lnTo>
                  <a:lnTo>
                    <a:pt x="3650467" y="546404"/>
                  </a:lnTo>
                  <a:lnTo>
                    <a:pt x="3706815" y="566545"/>
                  </a:lnTo>
                  <a:lnTo>
                    <a:pt x="3764354" y="585022"/>
                  </a:lnTo>
                  <a:lnTo>
                    <a:pt x="3820202" y="600926"/>
                  </a:lnTo>
                  <a:lnTo>
                    <a:pt x="3872075" y="613946"/>
                  </a:lnTo>
                  <a:lnTo>
                    <a:pt x="3926399" y="625836"/>
                  </a:lnTo>
                  <a:lnTo>
                    <a:pt x="3983856" y="636637"/>
                  </a:lnTo>
                  <a:lnTo>
                    <a:pt x="4045198" y="646425"/>
                  </a:lnTo>
                  <a:lnTo>
                    <a:pt x="4111203" y="655294"/>
                  </a:lnTo>
                  <a:lnTo>
                    <a:pt x="4182633" y="663340"/>
                  </a:lnTo>
                  <a:lnTo>
                    <a:pt x="4260184" y="670651"/>
                  </a:lnTo>
                  <a:lnTo>
                    <a:pt x="4344415" y="677308"/>
                  </a:lnTo>
                  <a:lnTo>
                    <a:pt x="4435657" y="683374"/>
                  </a:lnTo>
                  <a:lnTo>
                    <a:pt x="4533897" y="688902"/>
                  </a:lnTo>
                  <a:lnTo>
                    <a:pt x="4638638" y="693925"/>
                  </a:lnTo>
                  <a:lnTo>
                    <a:pt x="4748749" y="698462"/>
                  </a:lnTo>
                  <a:lnTo>
                    <a:pt x="4862346" y="702519"/>
                  </a:lnTo>
                  <a:lnTo>
                    <a:pt x="4976730" y="706090"/>
                  </a:lnTo>
                  <a:lnTo>
                    <a:pt x="5088460" y="709166"/>
                  </a:lnTo>
                  <a:lnTo>
                    <a:pt x="5193585" y="711737"/>
                  </a:lnTo>
                  <a:lnTo>
                    <a:pt x="5288072" y="713805"/>
                  </a:lnTo>
                  <a:lnTo>
                    <a:pt x="5368367" y="715387"/>
                  </a:lnTo>
                  <a:lnTo>
                    <a:pt x="5431982" y="716522"/>
                  </a:lnTo>
                  <a:lnTo>
                    <a:pt x="5477966" y="717267"/>
                  </a:lnTo>
                  <a:lnTo>
                    <a:pt x="5507150" y="717698"/>
                  </a:lnTo>
                  <a:lnTo>
                    <a:pt x="5522127" y="717901"/>
                  </a:lnTo>
                  <a:lnTo>
                    <a:pt x="5527060" y="717962"/>
                  </a:lnTo>
                  <a:lnTo>
                    <a:pt x="5527445" y="717966"/>
                  </a:lnTo>
                  <a:lnTo>
                    <a:pt x="6522385" y="717966"/>
                  </a:lnTo>
                  <a:lnTo>
                    <a:pt x="6523518" y="717980"/>
                  </a:lnTo>
                  <a:lnTo>
                    <a:pt x="6530991" y="718077"/>
                  </a:lnTo>
                  <a:lnTo>
                    <a:pt x="6549932" y="718343"/>
                  </a:lnTo>
                  <a:lnTo>
                    <a:pt x="6584047" y="718870"/>
                  </a:lnTo>
                  <a:lnTo>
                    <a:pt x="6635406" y="719739"/>
                  </a:lnTo>
                  <a:lnTo>
                    <a:pt x="6704288" y="721023"/>
                  </a:lnTo>
                  <a:lnTo>
                    <a:pt x="6789235" y="722777"/>
                  </a:lnTo>
                  <a:lnTo>
                    <a:pt x="6887376" y="725030"/>
                  </a:lnTo>
                  <a:lnTo>
                    <a:pt x="6994946" y="727796"/>
                  </a:lnTo>
                  <a:lnTo>
                    <a:pt x="7107883" y="731072"/>
                  </a:lnTo>
                  <a:lnTo>
                    <a:pt x="7222357" y="734848"/>
                  </a:lnTo>
                  <a:lnTo>
                    <a:pt x="7335135" y="739114"/>
                  </a:lnTo>
                  <a:lnTo>
                    <a:pt x="7443768" y="743868"/>
                  </a:lnTo>
                  <a:lnTo>
                    <a:pt x="7546610" y="749119"/>
                  </a:lnTo>
                  <a:lnTo>
                    <a:pt x="7642742" y="754892"/>
                  </a:lnTo>
                  <a:lnTo>
                    <a:pt x="7731826" y="761225"/>
                  </a:lnTo>
                  <a:lnTo>
                    <a:pt x="7813970" y="768176"/>
                  </a:lnTo>
                  <a:lnTo>
                    <a:pt x="7889585" y="775814"/>
                  </a:lnTo>
                  <a:lnTo>
                    <a:pt x="7959282" y="784224"/>
                  </a:lnTo>
                  <a:lnTo>
                    <a:pt x="8023781" y="793499"/>
                  </a:lnTo>
                  <a:lnTo>
                    <a:pt x="8083856" y="803737"/>
                  </a:lnTo>
                  <a:lnTo>
                    <a:pt x="8140279" y="815028"/>
                  </a:lnTo>
                  <a:lnTo>
                    <a:pt x="8193786" y="827443"/>
                  </a:lnTo>
                  <a:lnTo>
                    <a:pt x="8229629" y="836754"/>
                  </a:lnTo>
                  <a:lnTo>
                    <a:pt x="8288820" y="853925"/>
                  </a:lnTo>
                  <a:lnTo>
                    <a:pt x="8346210" y="872753"/>
                  </a:lnTo>
                  <a:lnTo>
                    <a:pt x="8402446" y="893265"/>
                  </a:lnTo>
                  <a:lnTo>
                    <a:pt x="8458006" y="915437"/>
                  </a:lnTo>
                  <a:lnTo>
                    <a:pt x="8513235" y="939192"/>
                  </a:lnTo>
                  <a:lnTo>
                    <a:pt x="8568369" y="964390"/>
                  </a:lnTo>
                  <a:lnTo>
                    <a:pt x="8623543" y="990832"/>
                  </a:lnTo>
                  <a:lnTo>
                    <a:pt x="8678820" y="1018263"/>
                  </a:lnTo>
                  <a:lnTo>
                    <a:pt x="8734200" y="1046380"/>
                  </a:lnTo>
                  <a:lnTo>
                    <a:pt x="8789640" y="1074845"/>
                  </a:lnTo>
                  <a:lnTo>
                    <a:pt x="8845080" y="1103304"/>
                  </a:lnTo>
                  <a:lnTo>
                    <a:pt x="8900456" y="1131401"/>
                  </a:lnTo>
                  <a:lnTo>
                    <a:pt x="8955729" y="1158801"/>
                  </a:lnTo>
                  <a:lnTo>
                    <a:pt x="9010901" y="1185202"/>
                  </a:lnTo>
                  <a:lnTo>
                    <a:pt x="9066034" y="1210351"/>
                  </a:lnTo>
                  <a:lnTo>
                    <a:pt x="9121272" y="1234051"/>
                  </a:lnTo>
                  <a:lnTo>
                    <a:pt x="9176849" y="1256165"/>
                  </a:lnTo>
                  <a:lnTo>
                    <a:pt x="9233117" y="1276616"/>
                  </a:lnTo>
                  <a:lnTo>
                    <a:pt x="9290561" y="1295383"/>
                  </a:lnTo>
                  <a:lnTo>
                    <a:pt x="9347647" y="1311905"/>
                  </a:lnTo>
                  <a:lnTo>
                    <a:pt x="9399519" y="1325119"/>
                  </a:lnTo>
                  <a:lnTo>
                    <a:pt x="9453841" y="1337186"/>
                  </a:lnTo>
                  <a:lnTo>
                    <a:pt x="9511296" y="1348148"/>
                  </a:lnTo>
                  <a:lnTo>
                    <a:pt x="9572635" y="1358082"/>
                  </a:lnTo>
                  <a:lnTo>
                    <a:pt x="9638637" y="1367084"/>
                  </a:lnTo>
                  <a:lnTo>
                    <a:pt x="9710064" y="1375249"/>
                  </a:lnTo>
                  <a:lnTo>
                    <a:pt x="9787610" y="1382669"/>
                  </a:lnTo>
                  <a:lnTo>
                    <a:pt x="9871836" y="1389425"/>
                  </a:lnTo>
                  <a:lnTo>
                    <a:pt x="9963073" y="1395583"/>
                  </a:lnTo>
                  <a:lnTo>
                    <a:pt x="10061307" y="1401193"/>
                  </a:lnTo>
                  <a:lnTo>
                    <a:pt x="10166042" y="1406291"/>
                  </a:lnTo>
                  <a:lnTo>
                    <a:pt x="10276148" y="1410896"/>
                  </a:lnTo>
                  <a:lnTo>
                    <a:pt x="10389739" y="1415013"/>
                  </a:lnTo>
                  <a:lnTo>
                    <a:pt x="10504120" y="1418638"/>
                  </a:lnTo>
                  <a:lnTo>
                    <a:pt x="10615848" y="1421759"/>
                  </a:lnTo>
                  <a:lnTo>
                    <a:pt x="10720974" y="1424369"/>
                  </a:lnTo>
                  <a:lnTo>
                    <a:pt x="10815466" y="1426468"/>
                  </a:lnTo>
                  <a:lnTo>
                    <a:pt x="10895767" y="1428074"/>
                  </a:lnTo>
                  <a:lnTo>
                    <a:pt x="10959391" y="1429226"/>
                  </a:lnTo>
                  <a:lnTo>
                    <a:pt x="11005385" y="1429982"/>
                  </a:lnTo>
                  <a:lnTo>
                    <a:pt x="11034580" y="1430420"/>
                  </a:lnTo>
                  <a:lnTo>
                    <a:pt x="11049566" y="1430626"/>
                  </a:lnTo>
                  <a:lnTo>
                    <a:pt x="11054504" y="1430688"/>
                  </a:lnTo>
                  <a:lnTo>
                    <a:pt x="11054891" y="1430693"/>
                  </a:lnTo>
                  <a:lnTo>
                    <a:pt x="12049831" y="1430693"/>
                  </a:lnTo>
                  <a:lnTo>
                    <a:pt x="12049831" y="1414971"/>
                  </a:lnTo>
                  <a:lnTo>
                    <a:pt x="11054891" y="1414971"/>
                  </a:lnTo>
                  <a:lnTo>
                    <a:pt x="11053759" y="1414957"/>
                  </a:lnTo>
                  <a:lnTo>
                    <a:pt x="11046285" y="1414861"/>
                  </a:lnTo>
                  <a:lnTo>
                    <a:pt x="11027345" y="1414594"/>
                  </a:lnTo>
                  <a:lnTo>
                    <a:pt x="10993230" y="1414068"/>
                  </a:lnTo>
                  <a:lnTo>
                    <a:pt x="10941870" y="1413198"/>
                  </a:lnTo>
                  <a:lnTo>
                    <a:pt x="10872988" y="1411914"/>
                  </a:lnTo>
                  <a:lnTo>
                    <a:pt x="10788041" y="1410160"/>
                  </a:lnTo>
                  <a:lnTo>
                    <a:pt x="10689901" y="1407907"/>
                  </a:lnTo>
                  <a:lnTo>
                    <a:pt x="10582331" y="1405141"/>
                  </a:lnTo>
                  <a:lnTo>
                    <a:pt x="10469393" y="1401865"/>
                  </a:lnTo>
                  <a:lnTo>
                    <a:pt x="10354919" y="1398089"/>
                  </a:lnTo>
                  <a:lnTo>
                    <a:pt x="10242141" y="1393823"/>
                  </a:lnTo>
                  <a:lnTo>
                    <a:pt x="10133509" y="1389069"/>
                  </a:lnTo>
                  <a:lnTo>
                    <a:pt x="10030666" y="1383818"/>
                  </a:lnTo>
                  <a:lnTo>
                    <a:pt x="9934535" y="1378045"/>
                  </a:lnTo>
                  <a:lnTo>
                    <a:pt x="9845450" y="1371712"/>
                  </a:lnTo>
                  <a:lnTo>
                    <a:pt x="9763307" y="1364761"/>
                  </a:lnTo>
                  <a:lnTo>
                    <a:pt x="9687691" y="1357123"/>
                  </a:lnTo>
                  <a:lnTo>
                    <a:pt x="9617995" y="1348713"/>
                  </a:lnTo>
                  <a:lnTo>
                    <a:pt x="9553495" y="1339438"/>
                  </a:lnTo>
                  <a:lnTo>
                    <a:pt x="9493421" y="1329201"/>
                  </a:lnTo>
                  <a:lnTo>
                    <a:pt x="9436997" y="1317909"/>
                  </a:lnTo>
                  <a:lnTo>
                    <a:pt x="9383490" y="1305494"/>
                  </a:lnTo>
                  <a:lnTo>
                    <a:pt x="9347647" y="1296183"/>
                  </a:lnTo>
                  <a:lnTo>
                    <a:pt x="9288457" y="1279012"/>
                  </a:lnTo>
                  <a:lnTo>
                    <a:pt x="9231066" y="1260184"/>
                  </a:lnTo>
                  <a:lnTo>
                    <a:pt x="9174831" y="1239673"/>
                  </a:lnTo>
                  <a:lnTo>
                    <a:pt x="9119271" y="1217500"/>
                  </a:lnTo>
                  <a:lnTo>
                    <a:pt x="9064041" y="1193745"/>
                  </a:lnTo>
                  <a:lnTo>
                    <a:pt x="9008908" y="1168547"/>
                  </a:lnTo>
                  <a:lnTo>
                    <a:pt x="8953733" y="1142105"/>
                  </a:lnTo>
                  <a:lnTo>
                    <a:pt x="8898456" y="1114674"/>
                  </a:lnTo>
                  <a:lnTo>
                    <a:pt x="8843077" y="1086557"/>
                  </a:lnTo>
                  <a:lnTo>
                    <a:pt x="8787636" y="1058092"/>
                  </a:lnTo>
                  <a:lnTo>
                    <a:pt x="8732197" y="1029633"/>
                  </a:lnTo>
                  <a:lnTo>
                    <a:pt x="8676821" y="1001536"/>
                  </a:lnTo>
                  <a:lnTo>
                    <a:pt x="8621548" y="974136"/>
                  </a:lnTo>
                  <a:lnTo>
                    <a:pt x="8566376" y="947735"/>
                  </a:lnTo>
                  <a:lnTo>
                    <a:pt x="8511242" y="922586"/>
                  </a:lnTo>
                  <a:lnTo>
                    <a:pt x="8456005" y="898886"/>
                  </a:lnTo>
                  <a:lnTo>
                    <a:pt x="8400428" y="876772"/>
                  </a:lnTo>
                  <a:lnTo>
                    <a:pt x="8344160" y="856321"/>
                  </a:lnTo>
                  <a:lnTo>
                    <a:pt x="8286716" y="837554"/>
                  </a:lnTo>
                  <a:lnTo>
                    <a:pt x="8229629" y="821032"/>
                  </a:lnTo>
                  <a:lnTo>
                    <a:pt x="8177757" y="807818"/>
                  </a:lnTo>
                  <a:lnTo>
                    <a:pt x="8123436" y="795751"/>
                  </a:lnTo>
                  <a:lnTo>
                    <a:pt x="8065981" y="784789"/>
                  </a:lnTo>
                  <a:lnTo>
                    <a:pt x="8004641" y="774855"/>
                  </a:lnTo>
                  <a:lnTo>
                    <a:pt x="7938639" y="765853"/>
                  </a:lnTo>
                  <a:lnTo>
                    <a:pt x="7867213" y="757688"/>
                  </a:lnTo>
                  <a:lnTo>
                    <a:pt x="7789667" y="750268"/>
                  </a:lnTo>
                  <a:lnTo>
                    <a:pt x="7705441" y="743512"/>
                  </a:lnTo>
                  <a:lnTo>
                    <a:pt x="7614204" y="737355"/>
                  </a:lnTo>
                  <a:lnTo>
                    <a:pt x="7515969" y="731744"/>
                  </a:lnTo>
                  <a:lnTo>
                    <a:pt x="7411234" y="726646"/>
                  </a:lnTo>
                  <a:lnTo>
                    <a:pt x="7301129" y="722041"/>
                  </a:lnTo>
                  <a:lnTo>
                    <a:pt x="7187537" y="717924"/>
                  </a:lnTo>
                  <a:lnTo>
                    <a:pt x="7073156" y="714299"/>
                  </a:lnTo>
                  <a:lnTo>
                    <a:pt x="6961428" y="711178"/>
                  </a:lnTo>
                  <a:lnTo>
                    <a:pt x="6856302" y="708568"/>
                  </a:lnTo>
                  <a:lnTo>
                    <a:pt x="6761811" y="706469"/>
                  </a:lnTo>
                  <a:lnTo>
                    <a:pt x="6681509" y="704863"/>
                  </a:lnTo>
                  <a:lnTo>
                    <a:pt x="6617886" y="703711"/>
                  </a:lnTo>
                  <a:lnTo>
                    <a:pt x="6571891" y="702955"/>
                  </a:lnTo>
                  <a:lnTo>
                    <a:pt x="6542697" y="702517"/>
                  </a:lnTo>
                  <a:lnTo>
                    <a:pt x="6527711" y="702311"/>
                  </a:lnTo>
                  <a:lnTo>
                    <a:pt x="6522772" y="702249"/>
                  </a:lnTo>
                  <a:lnTo>
                    <a:pt x="6522385" y="702244"/>
                  </a:lnTo>
                  <a:lnTo>
                    <a:pt x="5527445" y="702244"/>
                  </a:lnTo>
                  <a:lnTo>
                    <a:pt x="5526313" y="702231"/>
                  </a:lnTo>
                  <a:lnTo>
                    <a:pt x="5518839" y="702136"/>
                  </a:lnTo>
                  <a:lnTo>
                    <a:pt x="5499896" y="701873"/>
                  </a:lnTo>
                  <a:lnTo>
                    <a:pt x="5465778" y="701354"/>
                  </a:lnTo>
                  <a:lnTo>
                    <a:pt x="5414414" y="700498"/>
                  </a:lnTo>
                  <a:lnTo>
                    <a:pt x="5345526" y="699232"/>
                  </a:lnTo>
                  <a:lnTo>
                    <a:pt x="5260573" y="697505"/>
                  </a:lnTo>
                  <a:lnTo>
                    <a:pt x="5162426" y="695284"/>
                  </a:lnTo>
                  <a:lnTo>
                    <a:pt x="5054850" y="692558"/>
                  </a:lnTo>
                  <a:lnTo>
                    <a:pt x="4941907" y="689330"/>
                  </a:lnTo>
                  <a:lnTo>
                    <a:pt x="4827430" y="685609"/>
                  </a:lnTo>
                  <a:lnTo>
                    <a:pt x="4714649" y="681406"/>
                  </a:lnTo>
                  <a:lnTo>
                    <a:pt x="4606015" y="676721"/>
                  </a:lnTo>
                  <a:lnTo>
                    <a:pt x="4503171" y="671547"/>
                  </a:lnTo>
                  <a:lnTo>
                    <a:pt x="4407040" y="665859"/>
                  </a:lnTo>
                  <a:lnTo>
                    <a:pt x="4317957" y="659618"/>
                  </a:lnTo>
                  <a:lnTo>
                    <a:pt x="4235814" y="652769"/>
                  </a:lnTo>
                  <a:lnTo>
                    <a:pt x="4160200" y="645243"/>
                  </a:lnTo>
                  <a:lnTo>
                    <a:pt x="4090504" y="636956"/>
                  </a:lnTo>
                  <a:lnTo>
                    <a:pt x="4026006" y="627816"/>
                  </a:lnTo>
                  <a:lnTo>
                    <a:pt x="3965932" y="617728"/>
                  </a:lnTo>
                  <a:lnTo>
                    <a:pt x="3909509" y="606601"/>
                  </a:lnTo>
                  <a:lnTo>
                    <a:pt x="3856002" y="594368"/>
                  </a:lnTo>
                  <a:lnTo>
                    <a:pt x="3820202" y="585204"/>
                  </a:lnTo>
                  <a:lnTo>
                    <a:pt x="3760946" y="568265"/>
                  </a:lnTo>
                  <a:lnTo>
                    <a:pt x="3703493" y="549691"/>
                  </a:lnTo>
                  <a:lnTo>
                    <a:pt x="3647197" y="529454"/>
                  </a:lnTo>
                  <a:lnTo>
                    <a:pt x="3591577" y="507576"/>
                  </a:lnTo>
                  <a:lnTo>
                    <a:pt x="3536287" y="484137"/>
                  </a:lnTo>
                  <a:lnTo>
                    <a:pt x="3481092" y="459273"/>
                  </a:lnTo>
                  <a:lnTo>
                    <a:pt x="3425855" y="433183"/>
                  </a:lnTo>
                  <a:lnTo>
                    <a:pt x="3370515" y="406118"/>
                  </a:lnTo>
                  <a:lnTo>
                    <a:pt x="3315072" y="378379"/>
                  </a:lnTo>
                  <a:lnTo>
                    <a:pt x="3259569" y="350299"/>
                  </a:lnTo>
                  <a:lnTo>
                    <a:pt x="3204069" y="322230"/>
                  </a:lnTo>
                  <a:lnTo>
                    <a:pt x="3148631" y="294522"/>
                  </a:lnTo>
                  <a:lnTo>
                    <a:pt x="3093298" y="267506"/>
                  </a:lnTo>
                  <a:lnTo>
                    <a:pt x="3038066" y="241481"/>
                  </a:lnTo>
                  <a:lnTo>
                    <a:pt x="2982870" y="216696"/>
                  </a:lnTo>
                  <a:lnTo>
                    <a:pt x="2927567" y="193345"/>
                  </a:lnTo>
                  <a:lnTo>
                    <a:pt x="2871918" y="171561"/>
                  </a:lnTo>
                  <a:lnTo>
                    <a:pt x="2815570" y="151421"/>
                  </a:lnTo>
                  <a:lnTo>
                    <a:pt x="2758031" y="132944"/>
                  </a:lnTo>
                  <a:lnTo>
                    <a:pt x="2702183" y="117040"/>
                  </a:lnTo>
                  <a:lnTo>
                    <a:pt x="2650310" y="104020"/>
                  </a:lnTo>
                  <a:lnTo>
                    <a:pt x="2595986" y="92130"/>
                  </a:lnTo>
                  <a:lnTo>
                    <a:pt x="2538529" y="81329"/>
                  </a:lnTo>
                  <a:lnTo>
                    <a:pt x="2477187" y="71541"/>
                  </a:lnTo>
                  <a:lnTo>
                    <a:pt x="2411182" y="62671"/>
                  </a:lnTo>
                  <a:lnTo>
                    <a:pt x="2339751" y="54626"/>
                  </a:lnTo>
                  <a:lnTo>
                    <a:pt x="2262201" y="47315"/>
                  </a:lnTo>
                  <a:lnTo>
                    <a:pt x="2177970" y="40658"/>
                  </a:lnTo>
                  <a:lnTo>
                    <a:pt x="2086728" y="34591"/>
                  </a:lnTo>
                  <a:lnTo>
                    <a:pt x="1988488" y="29064"/>
                  </a:lnTo>
                  <a:lnTo>
                    <a:pt x="1883747" y="24041"/>
                  </a:lnTo>
                  <a:lnTo>
                    <a:pt x="1773636" y="19504"/>
                  </a:lnTo>
                  <a:lnTo>
                    <a:pt x="1660039" y="15447"/>
                  </a:lnTo>
                  <a:lnTo>
                    <a:pt x="1545655" y="11875"/>
                  </a:lnTo>
                  <a:lnTo>
                    <a:pt x="1433925" y="8800"/>
                  </a:lnTo>
                  <a:lnTo>
                    <a:pt x="1328800" y="6229"/>
                  </a:lnTo>
                  <a:lnTo>
                    <a:pt x="1234313" y="4161"/>
                  </a:lnTo>
                  <a:lnTo>
                    <a:pt x="1154018" y="2578"/>
                  </a:lnTo>
                  <a:lnTo>
                    <a:pt x="1090403" y="1444"/>
                  </a:lnTo>
                  <a:lnTo>
                    <a:pt x="1044419" y="699"/>
                  </a:lnTo>
                  <a:lnTo>
                    <a:pt x="1015235" y="268"/>
                  </a:lnTo>
                  <a:lnTo>
                    <a:pt x="1000258" y="65"/>
                  </a:lnTo>
                  <a:lnTo>
                    <a:pt x="995325" y="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18" name="pl417"/>
            <p:cNvSpPr/>
            <p:nvPr/>
          </p:nvSpPr>
          <p:spPr>
            <a:xfrm>
              <a:off x="1199187" y="1896945"/>
              <a:ext cx="12049831" cy="1414971"/>
            </a:xfrm>
            <a:custGeom>
              <a:avLst/>
              <a:pathLst>
                <a:path w="12049831" h="1414971">
                  <a:moveTo>
                    <a:pt x="0" y="0"/>
                  </a:moveTo>
                  <a:lnTo>
                    <a:pt x="994940" y="0"/>
                  </a:lnTo>
                  <a:lnTo>
                    <a:pt x="996072" y="13"/>
                  </a:lnTo>
                  <a:lnTo>
                    <a:pt x="1003546" y="108"/>
                  </a:lnTo>
                  <a:lnTo>
                    <a:pt x="1022489" y="371"/>
                  </a:lnTo>
                  <a:lnTo>
                    <a:pt x="1056607" y="889"/>
                  </a:lnTo>
                  <a:lnTo>
                    <a:pt x="1107971" y="1746"/>
                  </a:lnTo>
                  <a:lnTo>
                    <a:pt x="1176859" y="3012"/>
                  </a:lnTo>
                  <a:lnTo>
                    <a:pt x="1261812" y="4739"/>
                  </a:lnTo>
                  <a:lnTo>
                    <a:pt x="1359959" y="6960"/>
                  </a:lnTo>
                  <a:lnTo>
                    <a:pt x="1467535" y="9686"/>
                  </a:lnTo>
                  <a:lnTo>
                    <a:pt x="1580478" y="12914"/>
                  </a:lnTo>
                  <a:lnTo>
                    <a:pt x="1694955" y="16635"/>
                  </a:lnTo>
                  <a:lnTo>
                    <a:pt x="1807736" y="20838"/>
                  </a:lnTo>
                  <a:lnTo>
                    <a:pt x="1916370" y="25523"/>
                  </a:lnTo>
                  <a:lnTo>
                    <a:pt x="2019214" y="30697"/>
                  </a:lnTo>
                  <a:lnTo>
                    <a:pt x="2115345" y="36385"/>
                  </a:lnTo>
                  <a:lnTo>
                    <a:pt x="2204428" y="42626"/>
                  </a:lnTo>
                  <a:lnTo>
                    <a:pt x="2286571" y="49475"/>
                  </a:lnTo>
                  <a:lnTo>
                    <a:pt x="2362185" y="57001"/>
                  </a:lnTo>
                  <a:lnTo>
                    <a:pt x="2431881" y="65288"/>
                  </a:lnTo>
                  <a:lnTo>
                    <a:pt x="2496379" y="74428"/>
                  </a:lnTo>
                  <a:lnTo>
                    <a:pt x="2556453" y="84516"/>
                  </a:lnTo>
                  <a:lnTo>
                    <a:pt x="2612876" y="95643"/>
                  </a:lnTo>
                  <a:lnTo>
                    <a:pt x="2666383" y="107876"/>
                  </a:lnTo>
                  <a:lnTo>
                    <a:pt x="2702183" y="117040"/>
                  </a:lnTo>
                  <a:lnTo>
                    <a:pt x="2761439" y="133979"/>
                  </a:lnTo>
                  <a:lnTo>
                    <a:pt x="2818892" y="152553"/>
                  </a:lnTo>
                  <a:lnTo>
                    <a:pt x="2875188" y="172790"/>
                  </a:lnTo>
                  <a:lnTo>
                    <a:pt x="2930808" y="194668"/>
                  </a:lnTo>
                  <a:lnTo>
                    <a:pt x="2986098" y="218107"/>
                  </a:lnTo>
                  <a:lnTo>
                    <a:pt x="3041293" y="242971"/>
                  </a:lnTo>
                  <a:lnTo>
                    <a:pt x="3096530" y="269061"/>
                  </a:lnTo>
                  <a:lnTo>
                    <a:pt x="3151870" y="296126"/>
                  </a:lnTo>
                  <a:lnTo>
                    <a:pt x="3207313" y="323865"/>
                  </a:lnTo>
                  <a:lnTo>
                    <a:pt x="3262816" y="351945"/>
                  </a:lnTo>
                  <a:lnTo>
                    <a:pt x="3318316" y="380014"/>
                  </a:lnTo>
                  <a:lnTo>
                    <a:pt x="3373754" y="407722"/>
                  </a:lnTo>
                  <a:lnTo>
                    <a:pt x="3429087" y="434738"/>
                  </a:lnTo>
                  <a:lnTo>
                    <a:pt x="3484319" y="460763"/>
                  </a:lnTo>
                  <a:lnTo>
                    <a:pt x="3539515" y="485548"/>
                  </a:lnTo>
                  <a:lnTo>
                    <a:pt x="3594818" y="508899"/>
                  </a:lnTo>
                  <a:lnTo>
                    <a:pt x="3650467" y="530682"/>
                  </a:lnTo>
                  <a:lnTo>
                    <a:pt x="3706815" y="550823"/>
                  </a:lnTo>
                  <a:lnTo>
                    <a:pt x="3764354" y="569300"/>
                  </a:lnTo>
                  <a:lnTo>
                    <a:pt x="3820202" y="585204"/>
                  </a:lnTo>
                  <a:lnTo>
                    <a:pt x="3872075" y="598224"/>
                  </a:lnTo>
                  <a:lnTo>
                    <a:pt x="3926399" y="610114"/>
                  </a:lnTo>
                  <a:lnTo>
                    <a:pt x="3983856" y="620915"/>
                  </a:lnTo>
                  <a:lnTo>
                    <a:pt x="4045198" y="630703"/>
                  </a:lnTo>
                  <a:lnTo>
                    <a:pt x="4111203" y="639573"/>
                  </a:lnTo>
                  <a:lnTo>
                    <a:pt x="4182633" y="647618"/>
                  </a:lnTo>
                  <a:lnTo>
                    <a:pt x="4260184" y="654929"/>
                  </a:lnTo>
                  <a:lnTo>
                    <a:pt x="4344415" y="661586"/>
                  </a:lnTo>
                  <a:lnTo>
                    <a:pt x="4435657" y="667653"/>
                  </a:lnTo>
                  <a:lnTo>
                    <a:pt x="4533897" y="673180"/>
                  </a:lnTo>
                  <a:lnTo>
                    <a:pt x="4638638" y="678203"/>
                  </a:lnTo>
                  <a:lnTo>
                    <a:pt x="4748749" y="682740"/>
                  </a:lnTo>
                  <a:lnTo>
                    <a:pt x="4862346" y="686797"/>
                  </a:lnTo>
                  <a:lnTo>
                    <a:pt x="4976730" y="690369"/>
                  </a:lnTo>
                  <a:lnTo>
                    <a:pt x="5088460" y="693444"/>
                  </a:lnTo>
                  <a:lnTo>
                    <a:pt x="5193585" y="696015"/>
                  </a:lnTo>
                  <a:lnTo>
                    <a:pt x="5288072" y="698083"/>
                  </a:lnTo>
                  <a:lnTo>
                    <a:pt x="5368367" y="699666"/>
                  </a:lnTo>
                  <a:lnTo>
                    <a:pt x="5431982" y="700800"/>
                  </a:lnTo>
                  <a:lnTo>
                    <a:pt x="5477966" y="701545"/>
                  </a:lnTo>
                  <a:lnTo>
                    <a:pt x="5507150" y="701976"/>
                  </a:lnTo>
                  <a:lnTo>
                    <a:pt x="5522127" y="702179"/>
                  </a:lnTo>
                  <a:lnTo>
                    <a:pt x="5527060" y="702240"/>
                  </a:lnTo>
                  <a:lnTo>
                    <a:pt x="5527445" y="702244"/>
                  </a:lnTo>
                  <a:lnTo>
                    <a:pt x="6522385" y="702244"/>
                  </a:lnTo>
                  <a:lnTo>
                    <a:pt x="6523518" y="702258"/>
                  </a:lnTo>
                  <a:lnTo>
                    <a:pt x="6530991" y="702355"/>
                  </a:lnTo>
                  <a:lnTo>
                    <a:pt x="6549932" y="702622"/>
                  </a:lnTo>
                  <a:lnTo>
                    <a:pt x="6584047" y="703148"/>
                  </a:lnTo>
                  <a:lnTo>
                    <a:pt x="6635406" y="704017"/>
                  </a:lnTo>
                  <a:lnTo>
                    <a:pt x="6704288" y="705302"/>
                  </a:lnTo>
                  <a:lnTo>
                    <a:pt x="6789235" y="707055"/>
                  </a:lnTo>
                  <a:lnTo>
                    <a:pt x="6887376" y="709308"/>
                  </a:lnTo>
                  <a:lnTo>
                    <a:pt x="6994946" y="712075"/>
                  </a:lnTo>
                  <a:lnTo>
                    <a:pt x="7107883" y="715351"/>
                  </a:lnTo>
                  <a:lnTo>
                    <a:pt x="7222357" y="719126"/>
                  </a:lnTo>
                  <a:lnTo>
                    <a:pt x="7335135" y="723392"/>
                  </a:lnTo>
                  <a:lnTo>
                    <a:pt x="7443768" y="728146"/>
                  </a:lnTo>
                  <a:lnTo>
                    <a:pt x="7546610" y="733398"/>
                  </a:lnTo>
                  <a:lnTo>
                    <a:pt x="7642742" y="739170"/>
                  </a:lnTo>
                  <a:lnTo>
                    <a:pt x="7731826" y="745503"/>
                  </a:lnTo>
                  <a:lnTo>
                    <a:pt x="7813970" y="752454"/>
                  </a:lnTo>
                  <a:lnTo>
                    <a:pt x="7889585" y="760092"/>
                  </a:lnTo>
                  <a:lnTo>
                    <a:pt x="7959282" y="768502"/>
                  </a:lnTo>
                  <a:lnTo>
                    <a:pt x="8023781" y="777777"/>
                  </a:lnTo>
                  <a:lnTo>
                    <a:pt x="8083856" y="788015"/>
                  </a:lnTo>
                  <a:lnTo>
                    <a:pt x="8140279" y="799306"/>
                  </a:lnTo>
                  <a:lnTo>
                    <a:pt x="8193786" y="811721"/>
                  </a:lnTo>
                  <a:lnTo>
                    <a:pt x="8229629" y="821032"/>
                  </a:lnTo>
                  <a:lnTo>
                    <a:pt x="8288820" y="838203"/>
                  </a:lnTo>
                  <a:lnTo>
                    <a:pt x="8346210" y="857031"/>
                  </a:lnTo>
                  <a:lnTo>
                    <a:pt x="8402446" y="877543"/>
                  </a:lnTo>
                  <a:lnTo>
                    <a:pt x="8458006" y="899715"/>
                  </a:lnTo>
                  <a:lnTo>
                    <a:pt x="8513235" y="923470"/>
                  </a:lnTo>
                  <a:lnTo>
                    <a:pt x="8568369" y="948668"/>
                  </a:lnTo>
                  <a:lnTo>
                    <a:pt x="8623543" y="975110"/>
                  </a:lnTo>
                  <a:lnTo>
                    <a:pt x="8678820" y="1002541"/>
                  </a:lnTo>
                  <a:lnTo>
                    <a:pt x="8734200" y="1030658"/>
                  </a:lnTo>
                  <a:lnTo>
                    <a:pt x="8789640" y="1059123"/>
                  </a:lnTo>
                  <a:lnTo>
                    <a:pt x="8845080" y="1087582"/>
                  </a:lnTo>
                  <a:lnTo>
                    <a:pt x="8900456" y="1115679"/>
                  </a:lnTo>
                  <a:lnTo>
                    <a:pt x="8955729" y="1143079"/>
                  </a:lnTo>
                  <a:lnTo>
                    <a:pt x="9010901" y="1169481"/>
                  </a:lnTo>
                  <a:lnTo>
                    <a:pt x="9066034" y="1194630"/>
                  </a:lnTo>
                  <a:lnTo>
                    <a:pt x="9121272" y="1218329"/>
                  </a:lnTo>
                  <a:lnTo>
                    <a:pt x="9176849" y="1240443"/>
                  </a:lnTo>
                  <a:lnTo>
                    <a:pt x="9233117" y="1260894"/>
                  </a:lnTo>
                  <a:lnTo>
                    <a:pt x="9290561" y="1279661"/>
                  </a:lnTo>
                  <a:lnTo>
                    <a:pt x="9347647" y="1296183"/>
                  </a:lnTo>
                  <a:lnTo>
                    <a:pt x="9399519" y="1309397"/>
                  </a:lnTo>
                  <a:lnTo>
                    <a:pt x="9453841" y="1321465"/>
                  </a:lnTo>
                  <a:lnTo>
                    <a:pt x="9511296" y="1332426"/>
                  </a:lnTo>
                  <a:lnTo>
                    <a:pt x="9572635" y="1342361"/>
                  </a:lnTo>
                  <a:lnTo>
                    <a:pt x="9638637" y="1351362"/>
                  </a:lnTo>
                  <a:lnTo>
                    <a:pt x="9710064" y="1359527"/>
                  </a:lnTo>
                  <a:lnTo>
                    <a:pt x="9787610" y="1366948"/>
                  </a:lnTo>
                  <a:lnTo>
                    <a:pt x="9871836" y="1373703"/>
                  </a:lnTo>
                  <a:lnTo>
                    <a:pt x="9963073" y="1379861"/>
                  </a:lnTo>
                  <a:lnTo>
                    <a:pt x="10061307" y="1385471"/>
                  </a:lnTo>
                  <a:lnTo>
                    <a:pt x="10166042" y="1390569"/>
                  </a:lnTo>
                  <a:lnTo>
                    <a:pt x="10276148" y="1395174"/>
                  </a:lnTo>
                  <a:lnTo>
                    <a:pt x="10389739" y="1399291"/>
                  </a:lnTo>
                  <a:lnTo>
                    <a:pt x="10504120" y="1402916"/>
                  </a:lnTo>
                  <a:lnTo>
                    <a:pt x="10615848" y="1406037"/>
                  </a:lnTo>
                  <a:lnTo>
                    <a:pt x="10720974" y="1408647"/>
                  </a:lnTo>
                  <a:lnTo>
                    <a:pt x="10815466" y="1410746"/>
                  </a:lnTo>
                  <a:lnTo>
                    <a:pt x="10895767" y="1412352"/>
                  </a:lnTo>
                  <a:lnTo>
                    <a:pt x="10959391" y="1413504"/>
                  </a:lnTo>
                  <a:lnTo>
                    <a:pt x="11005385" y="1414260"/>
                  </a:lnTo>
                  <a:lnTo>
                    <a:pt x="11034580" y="1414698"/>
                  </a:lnTo>
                  <a:lnTo>
                    <a:pt x="11049566" y="1414904"/>
                  </a:lnTo>
                  <a:lnTo>
                    <a:pt x="11054504" y="1414966"/>
                  </a:lnTo>
                  <a:lnTo>
                    <a:pt x="11054891" y="1414971"/>
                  </a:lnTo>
                  <a:lnTo>
                    <a:pt x="12049831" y="1414971"/>
                  </a:lnTo>
                  <a:lnTo>
                    <a:pt x="12049831" y="14149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9" name="pl418"/>
            <p:cNvSpPr/>
            <p:nvPr/>
          </p:nvSpPr>
          <p:spPr>
            <a:xfrm>
              <a:off x="1199187" y="1881223"/>
              <a:ext cx="12049831" cy="1414971"/>
            </a:xfrm>
            <a:custGeom>
              <a:avLst/>
              <a:pathLst>
                <a:path w="12049831" h="1414971">
                  <a:moveTo>
                    <a:pt x="12049831" y="1414971"/>
                  </a:moveTo>
                  <a:lnTo>
                    <a:pt x="11054891" y="1414971"/>
                  </a:lnTo>
                  <a:lnTo>
                    <a:pt x="11053759" y="1414957"/>
                  </a:lnTo>
                  <a:lnTo>
                    <a:pt x="11046285" y="1414861"/>
                  </a:lnTo>
                  <a:lnTo>
                    <a:pt x="11027345" y="1414594"/>
                  </a:lnTo>
                  <a:lnTo>
                    <a:pt x="10993230" y="1414068"/>
                  </a:lnTo>
                  <a:lnTo>
                    <a:pt x="10941870" y="1413198"/>
                  </a:lnTo>
                  <a:lnTo>
                    <a:pt x="10872988" y="1411914"/>
                  </a:lnTo>
                  <a:lnTo>
                    <a:pt x="10788041" y="1410160"/>
                  </a:lnTo>
                  <a:lnTo>
                    <a:pt x="10689901" y="1407907"/>
                  </a:lnTo>
                  <a:lnTo>
                    <a:pt x="10582331" y="1405141"/>
                  </a:lnTo>
                  <a:lnTo>
                    <a:pt x="10469393" y="1401865"/>
                  </a:lnTo>
                  <a:lnTo>
                    <a:pt x="10354919" y="1398089"/>
                  </a:lnTo>
                  <a:lnTo>
                    <a:pt x="10242141" y="1393823"/>
                  </a:lnTo>
                  <a:lnTo>
                    <a:pt x="10133509" y="1389069"/>
                  </a:lnTo>
                  <a:lnTo>
                    <a:pt x="10030666" y="1383818"/>
                  </a:lnTo>
                  <a:lnTo>
                    <a:pt x="9934535" y="1378045"/>
                  </a:lnTo>
                  <a:lnTo>
                    <a:pt x="9845450" y="1371712"/>
                  </a:lnTo>
                  <a:lnTo>
                    <a:pt x="9763307" y="1364761"/>
                  </a:lnTo>
                  <a:lnTo>
                    <a:pt x="9687691" y="1357123"/>
                  </a:lnTo>
                  <a:lnTo>
                    <a:pt x="9617995" y="1348713"/>
                  </a:lnTo>
                  <a:lnTo>
                    <a:pt x="9553495" y="1339438"/>
                  </a:lnTo>
                  <a:lnTo>
                    <a:pt x="9493421" y="1329201"/>
                  </a:lnTo>
                  <a:lnTo>
                    <a:pt x="9436997" y="1317909"/>
                  </a:lnTo>
                  <a:lnTo>
                    <a:pt x="9383490" y="1305494"/>
                  </a:lnTo>
                  <a:lnTo>
                    <a:pt x="9347647" y="1296183"/>
                  </a:lnTo>
                  <a:lnTo>
                    <a:pt x="9288457" y="1279012"/>
                  </a:lnTo>
                  <a:lnTo>
                    <a:pt x="9231066" y="1260184"/>
                  </a:lnTo>
                  <a:lnTo>
                    <a:pt x="9174831" y="1239673"/>
                  </a:lnTo>
                  <a:lnTo>
                    <a:pt x="9119271" y="1217500"/>
                  </a:lnTo>
                  <a:lnTo>
                    <a:pt x="9064041" y="1193745"/>
                  </a:lnTo>
                  <a:lnTo>
                    <a:pt x="9008908" y="1168547"/>
                  </a:lnTo>
                  <a:lnTo>
                    <a:pt x="8953733" y="1142105"/>
                  </a:lnTo>
                  <a:lnTo>
                    <a:pt x="8898456" y="1114674"/>
                  </a:lnTo>
                  <a:lnTo>
                    <a:pt x="8843077" y="1086557"/>
                  </a:lnTo>
                  <a:lnTo>
                    <a:pt x="8787636" y="1058092"/>
                  </a:lnTo>
                  <a:lnTo>
                    <a:pt x="8732197" y="1029633"/>
                  </a:lnTo>
                  <a:lnTo>
                    <a:pt x="8676821" y="1001536"/>
                  </a:lnTo>
                  <a:lnTo>
                    <a:pt x="8621548" y="974136"/>
                  </a:lnTo>
                  <a:lnTo>
                    <a:pt x="8566376" y="947735"/>
                  </a:lnTo>
                  <a:lnTo>
                    <a:pt x="8511242" y="922586"/>
                  </a:lnTo>
                  <a:lnTo>
                    <a:pt x="8456005" y="898886"/>
                  </a:lnTo>
                  <a:lnTo>
                    <a:pt x="8400428" y="876772"/>
                  </a:lnTo>
                  <a:lnTo>
                    <a:pt x="8344160" y="856321"/>
                  </a:lnTo>
                  <a:lnTo>
                    <a:pt x="8286716" y="837554"/>
                  </a:lnTo>
                  <a:lnTo>
                    <a:pt x="8229629" y="821032"/>
                  </a:lnTo>
                  <a:lnTo>
                    <a:pt x="8177757" y="807818"/>
                  </a:lnTo>
                  <a:lnTo>
                    <a:pt x="8123436" y="795751"/>
                  </a:lnTo>
                  <a:lnTo>
                    <a:pt x="8065981" y="784789"/>
                  </a:lnTo>
                  <a:lnTo>
                    <a:pt x="8004641" y="774855"/>
                  </a:lnTo>
                  <a:lnTo>
                    <a:pt x="7938639" y="765853"/>
                  </a:lnTo>
                  <a:lnTo>
                    <a:pt x="7867213" y="757688"/>
                  </a:lnTo>
                  <a:lnTo>
                    <a:pt x="7789667" y="750268"/>
                  </a:lnTo>
                  <a:lnTo>
                    <a:pt x="7705441" y="743512"/>
                  </a:lnTo>
                  <a:lnTo>
                    <a:pt x="7614204" y="737355"/>
                  </a:lnTo>
                  <a:lnTo>
                    <a:pt x="7515969" y="731744"/>
                  </a:lnTo>
                  <a:lnTo>
                    <a:pt x="7411234" y="726646"/>
                  </a:lnTo>
                  <a:lnTo>
                    <a:pt x="7301129" y="722041"/>
                  </a:lnTo>
                  <a:lnTo>
                    <a:pt x="7187537" y="717924"/>
                  </a:lnTo>
                  <a:lnTo>
                    <a:pt x="7073156" y="714299"/>
                  </a:lnTo>
                  <a:lnTo>
                    <a:pt x="6961428" y="711178"/>
                  </a:lnTo>
                  <a:lnTo>
                    <a:pt x="6856302" y="708568"/>
                  </a:lnTo>
                  <a:lnTo>
                    <a:pt x="6761811" y="706469"/>
                  </a:lnTo>
                  <a:lnTo>
                    <a:pt x="6681509" y="704863"/>
                  </a:lnTo>
                  <a:lnTo>
                    <a:pt x="6617886" y="703711"/>
                  </a:lnTo>
                  <a:lnTo>
                    <a:pt x="6571891" y="702955"/>
                  </a:lnTo>
                  <a:lnTo>
                    <a:pt x="6542697" y="702517"/>
                  </a:lnTo>
                  <a:lnTo>
                    <a:pt x="6527711" y="702311"/>
                  </a:lnTo>
                  <a:lnTo>
                    <a:pt x="6522772" y="702249"/>
                  </a:lnTo>
                  <a:lnTo>
                    <a:pt x="6522385" y="702244"/>
                  </a:lnTo>
                  <a:lnTo>
                    <a:pt x="5527445" y="702244"/>
                  </a:lnTo>
                  <a:lnTo>
                    <a:pt x="5526313" y="702231"/>
                  </a:lnTo>
                  <a:lnTo>
                    <a:pt x="5518839" y="702136"/>
                  </a:lnTo>
                  <a:lnTo>
                    <a:pt x="5499896" y="701873"/>
                  </a:lnTo>
                  <a:lnTo>
                    <a:pt x="5465778" y="701354"/>
                  </a:lnTo>
                  <a:lnTo>
                    <a:pt x="5414414" y="700498"/>
                  </a:lnTo>
                  <a:lnTo>
                    <a:pt x="5345526" y="699232"/>
                  </a:lnTo>
                  <a:lnTo>
                    <a:pt x="5260573" y="697505"/>
                  </a:lnTo>
                  <a:lnTo>
                    <a:pt x="5162426" y="695284"/>
                  </a:lnTo>
                  <a:lnTo>
                    <a:pt x="5054850" y="692558"/>
                  </a:lnTo>
                  <a:lnTo>
                    <a:pt x="4941907" y="689330"/>
                  </a:lnTo>
                  <a:lnTo>
                    <a:pt x="4827430" y="685609"/>
                  </a:lnTo>
                  <a:lnTo>
                    <a:pt x="4714649" y="681406"/>
                  </a:lnTo>
                  <a:lnTo>
                    <a:pt x="4606015" y="676721"/>
                  </a:lnTo>
                  <a:lnTo>
                    <a:pt x="4503171" y="671547"/>
                  </a:lnTo>
                  <a:lnTo>
                    <a:pt x="4407040" y="665859"/>
                  </a:lnTo>
                  <a:lnTo>
                    <a:pt x="4317957" y="659618"/>
                  </a:lnTo>
                  <a:lnTo>
                    <a:pt x="4235814" y="652769"/>
                  </a:lnTo>
                  <a:lnTo>
                    <a:pt x="4160200" y="645243"/>
                  </a:lnTo>
                  <a:lnTo>
                    <a:pt x="4090504" y="636956"/>
                  </a:lnTo>
                  <a:lnTo>
                    <a:pt x="4026006" y="627816"/>
                  </a:lnTo>
                  <a:lnTo>
                    <a:pt x="3965932" y="617728"/>
                  </a:lnTo>
                  <a:lnTo>
                    <a:pt x="3909509" y="606601"/>
                  </a:lnTo>
                  <a:lnTo>
                    <a:pt x="3856002" y="594368"/>
                  </a:lnTo>
                  <a:lnTo>
                    <a:pt x="3820202" y="585204"/>
                  </a:lnTo>
                  <a:lnTo>
                    <a:pt x="3760946" y="568265"/>
                  </a:lnTo>
                  <a:lnTo>
                    <a:pt x="3703493" y="549691"/>
                  </a:lnTo>
                  <a:lnTo>
                    <a:pt x="3647197" y="529454"/>
                  </a:lnTo>
                  <a:lnTo>
                    <a:pt x="3591577" y="507576"/>
                  </a:lnTo>
                  <a:lnTo>
                    <a:pt x="3536287" y="484137"/>
                  </a:lnTo>
                  <a:lnTo>
                    <a:pt x="3481092" y="459273"/>
                  </a:lnTo>
                  <a:lnTo>
                    <a:pt x="3425855" y="433183"/>
                  </a:lnTo>
                  <a:lnTo>
                    <a:pt x="3370515" y="406118"/>
                  </a:lnTo>
                  <a:lnTo>
                    <a:pt x="3315072" y="378379"/>
                  </a:lnTo>
                  <a:lnTo>
                    <a:pt x="3259569" y="350299"/>
                  </a:lnTo>
                  <a:lnTo>
                    <a:pt x="3204069" y="322230"/>
                  </a:lnTo>
                  <a:lnTo>
                    <a:pt x="3148631" y="294522"/>
                  </a:lnTo>
                  <a:lnTo>
                    <a:pt x="3093298" y="267506"/>
                  </a:lnTo>
                  <a:lnTo>
                    <a:pt x="3038066" y="241481"/>
                  </a:lnTo>
                  <a:lnTo>
                    <a:pt x="2982870" y="216696"/>
                  </a:lnTo>
                  <a:lnTo>
                    <a:pt x="2927567" y="193345"/>
                  </a:lnTo>
                  <a:lnTo>
                    <a:pt x="2871918" y="171561"/>
                  </a:lnTo>
                  <a:lnTo>
                    <a:pt x="2815570" y="151421"/>
                  </a:lnTo>
                  <a:lnTo>
                    <a:pt x="2758031" y="132944"/>
                  </a:lnTo>
                  <a:lnTo>
                    <a:pt x="2702183" y="117040"/>
                  </a:lnTo>
                  <a:lnTo>
                    <a:pt x="2650310" y="104020"/>
                  </a:lnTo>
                  <a:lnTo>
                    <a:pt x="2595986" y="92130"/>
                  </a:lnTo>
                  <a:lnTo>
                    <a:pt x="2538529" y="81329"/>
                  </a:lnTo>
                  <a:lnTo>
                    <a:pt x="2477187" y="71541"/>
                  </a:lnTo>
                  <a:lnTo>
                    <a:pt x="2411182" y="62671"/>
                  </a:lnTo>
                  <a:lnTo>
                    <a:pt x="2339751" y="54626"/>
                  </a:lnTo>
                  <a:lnTo>
                    <a:pt x="2262201" y="47315"/>
                  </a:lnTo>
                  <a:lnTo>
                    <a:pt x="2177970" y="40658"/>
                  </a:lnTo>
                  <a:lnTo>
                    <a:pt x="2086728" y="34591"/>
                  </a:lnTo>
                  <a:lnTo>
                    <a:pt x="1988488" y="29064"/>
                  </a:lnTo>
                  <a:lnTo>
                    <a:pt x="1883747" y="24041"/>
                  </a:lnTo>
                  <a:lnTo>
                    <a:pt x="1773636" y="19504"/>
                  </a:lnTo>
                  <a:lnTo>
                    <a:pt x="1660039" y="15447"/>
                  </a:lnTo>
                  <a:lnTo>
                    <a:pt x="1545655" y="11875"/>
                  </a:lnTo>
                  <a:lnTo>
                    <a:pt x="1433925" y="8800"/>
                  </a:lnTo>
                  <a:lnTo>
                    <a:pt x="1328800" y="6229"/>
                  </a:lnTo>
                  <a:lnTo>
                    <a:pt x="1234313" y="4161"/>
                  </a:lnTo>
                  <a:lnTo>
                    <a:pt x="1154018" y="2578"/>
                  </a:lnTo>
                  <a:lnTo>
                    <a:pt x="1090403" y="1444"/>
                  </a:lnTo>
                  <a:lnTo>
                    <a:pt x="1044419" y="699"/>
                  </a:lnTo>
                  <a:lnTo>
                    <a:pt x="1015235" y="268"/>
                  </a:lnTo>
                  <a:lnTo>
                    <a:pt x="1000258" y="65"/>
                  </a:lnTo>
                  <a:lnTo>
                    <a:pt x="995325" y="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0" name="pg419"/>
            <p:cNvSpPr/>
            <p:nvPr/>
          </p:nvSpPr>
          <p:spPr>
            <a:xfrm>
              <a:off x="1199187" y="1896945"/>
              <a:ext cx="12049831" cy="1661281"/>
            </a:xfrm>
            <a:custGeom>
              <a:avLst/>
              <a:pathLst>
                <a:path w="12049831" h="1661281">
                  <a:moveTo>
                    <a:pt x="0" y="5240"/>
                  </a:moveTo>
                  <a:lnTo>
                    <a:pt x="994940" y="5240"/>
                  </a:lnTo>
                  <a:lnTo>
                    <a:pt x="996072" y="5254"/>
                  </a:lnTo>
                  <a:lnTo>
                    <a:pt x="1003546" y="5349"/>
                  </a:lnTo>
                  <a:lnTo>
                    <a:pt x="1022489" y="5612"/>
                  </a:lnTo>
                  <a:lnTo>
                    <a:pt x="1056607" y="6130"/>
                  </a:lnTo>
                  <a:lnTo>
                    <a:pt x="1107971" y="6987"/>
                  </a:lnTo>
                  <a:lnTo>
                    <a:pt x="1176859" y="8253"/>
                  </a:lnTo>
                  <a:lnTo>
                    <a:pt x="1261812" y="9980"/>
                  </a:lnTo>
                  <a:lnTo>
                    <a:pt x="1359959" y="12201"/>
                  </a:lnTo>
                  <a:lnTo>
                    <a:pt x="1467535" y="14927"/>
                  </a:lnTo>
                  <a:lnTo>
                    <a:pt x="1580478" y="18155"/>
                  </a:lnTo>
                  <a:lnTo>
                    <a:pt x="1694955" y="21875"/>
                  </a:lnTo>
                  <a:lnTo>
                    <a:pt x="1807736" y="26079"/>
                  </a:lnTo>
                  <a:lnTo>
                    <a:pt x="1916370" y="30763"/>
                  </a:lnTo>
                  <a:lnTo>
                    <a:pt x="2019214" y="35938"/>
                  </a:lnTo>
                  <a:lnTo>
                    <a:pt x="2115345" y="41626"/>
                  </a:lnTo>
                  <a:lnTo>
                    <a:pt x="2204428" y="47867"/>
                  </a:lnTo>
                  <a:lnTo>
                    <a:pt x="2286571" y="54715"/>
                  </a:lnTo>
                  <a:lnTo>
                    <a:pt x="2362185" y="62242"/>
                  </a:lnTo>
                  <a:lnTo>
                    <a:pt x="2431881" y="70529"/>
                  </a:lnTo>
                  <a:lnTo>
                    <a:pt x="2496379" y="79669"/>
                  </a:lnTo>
                  <a:lnTo>
                    <a:pt x="2556453" y="89757"/>
                  </a:lnTo>
                  <a:lnTo>
                    <a:pt x="2612876" y="100883"/>
                  </a:lnTo>
                  <a:lnTo>
                    <a:pt x="2666383" y="113117"/>
                  </a:lnTo>
                  <a:lnTo>
                    <a:pt x="2702183" y="122281"/>
                  </a:lnTo>
                  <a:lnTo>
                    <a:pt x="2761439" y="139219"/>
                  </a:lnTo>
                  <a:lnTo>
                    <a:pt x="2818892" y="157794"/>
                  </a:lnTo>
                  <a:lnTo>
                    <a:pt x="2875188" y="178031"/>
                  </a:lnTo>
                  <a:lnTo>
                    <a:pt x="2930808" y="199909"/>
                  </a:lnTo>
                  <a:lnTo>
                    <a:pt x="2986098" y="223348"/>
                  </a:lnTo>
                  <a:lnTo>
                    <a:pt x="3041293" y="248211"/>
                  </a:lnTo>
                  <a:lnTo>
                    <a:pt x="3096530" y="274302"/>
                  </a:lnTo>
                  <a:lnTo>
                    <a:pt x="3151870" y="301366"/>
                  </a:lnTo>
                  <a:lnTo>
                    <a:pt x="3207313" y="329105"/>
                  </a:lnTo>
                  <a:lnTo>
                    <a:pt x="3262816" y="357185"/>
                  </a:lnTo>
                  <a:lnTo>
                    <a:pt x="3318316" y="385255"/>
                  </a:lnTo>
                  <a:lnTo>
                    <a:pt x="3373754" y="412963"/>
                  </a:lnTo>
                  <a:lnTo>
                    <a:pt x="3429087" y="439979"/>
                  </a:lnTo>
                  <a:lnTo>
                    <a:pt x="3484319" y="466004"/>
                  </a:lnTo>
                  <a:lnTo>
                    <a:pt x="3539515" y="490789"/>
                  </a:lnTo>
                  <a:lnTo>
                    <a:pt x="3594818" y="514140"/>
                  </a:lnTo>
                  <a:lnTo>
                    <a:pt x="3650467" y="535923"/>
                  </a:lnTo>
                  <a:lnTo>
                    <a:pt x="3706815" y="556063"/>
                  </a:lnTo>
                  <a:lnTo>
                    <a:pt x="3764354" y="574541"/>
                  </a:lnTo>
                  <a:lnTo>
                    <a:pt x="3820202" y="590444"/>
                  </a:lnTo>
                  <a:lnTo>
                    <a:pt x="3872075" y="603465"/>
                  </a:lnTo>
                  <a:lnTo>
                    <a:pt x="3926399" y="615355"/>
                  </a:lnTo>
                  <a:lnTo>
                    <a:pt x="3983856" y="626156"/>
                  </a:lnTo>
                  <a:lnTo>
                    <a:pt x="4045198" y="635944"/>
                  </a:lnTo>
                  <a:lnTo>
                    <a:pt x="4111203" y="644813"/>
                  </a:lnTo>
                  <a:lnTo>
                    <a:pt x="4182633" y="652859"/>
                  </a:lnTo>
                  <a:lnTo>
                    <a:pt x="4260184" y="660170"/>
                  </a:lnTo>
                  <a:lnTo>
                    <a:pt x="4344415" y="666826"/>
                  </a:lnTo>
                  <a:lnTo>
                    <a:pt x="4435657" y="672893"/>
                  </a:lnTo>
                  <a:lnTo>
                    <a:pt x="4533897" y="678421"/>
                  </a:lnTo>
                  <a:lnTo>
                    <a:pt x="4638638" y="683444"/>
                  </a:lnTo>
                  <a:lnTo>
                    <a:pt x="4748749" y="687981"/>
                  </a:lnTo>
                  <a:lnTo>
                    <a:pt x="4862346" y="692038"/>
                  </a:lnTo>
                  <a:lnTo>
                    <a:pt x="4976730" y="695609"/>
                  </a:lnTo>
                  <a:lnTo>
                    <a:pt x="5088460" y="698685"/>
                  </a:lnTo>
                  <a:lnTo>
                    <a:pt x="5193585" y="701256"/>
                  </a:lnTo>
                  <a:lnTo>
                    <a:pt x="5288072" y="703324"/>
                  </a:lnTo>
                  <a:lnTo>
                    <a:pt x="5368367" y="704906"/>
                  </a:lnTo>
                  <a:lnTo>
                    <a:pt x="5431982" y="706041"/>
                  </a:lnTo>
                  <a:lnTo>
                    <a:pt x="5477966" y="706786"/>
                  </a:lnTo>
                  <a:lnTo>
                    <a:pt x="5507150" y="707217"/>
                  </a:lnTo>
                  <a:lnTo>
                    <a:pt x="5522127" y="707419"/>
                  </a:lnTo>
                  <a:lnTo>
                    <a:pt x="5527060" y="707481"/>
                  </a:lnTo>
                  <a:lnTo>
                    <a:pt x="5527445" y="707485"/>
                  </a:lnTo>
                  <a:lnTo>
                    <a:pt x="6522385" y="707485"/>
                  </a:lnTo>
                  <a:lnTo>
                    <a:pt x="6523515" y="707503"/>
                  </a:lnTo>
                  <a:lnTo>
                    <a:pt x="6530968" y="707632"/>
                  </a:lnTo>
                  <a:lnTo>
                    <a:pt x="6549858" y="707988"/>
                  </a:lnTo>
                  <a:lnTo>
                    <a:pt x="6583885" y="708690"/>
                  </a:lnTo>
                  <a:lnTo>
                    <a:pt x="6635121" y="709850"/>
                  </a:lnTo>
                  <a:lnTo>
                    <a:pt x="6703848" y="711565"/>
                  </a:lnTo>
                  <a:lnTo>
                    <a:pt x="6788623" y="713905"/>
                  </a:lnTo>
                  <a:lnTo>
                    <a:pt x="6886589" y="716913"/>
                  </a:lnTo>
                  <a:lnTo>
                    <a:pt x="6993997" y="720605"/>
                  </a:lnTo>
                  <a:lnTo>
                    <a:pt x="7106797" y="724979"/>
                  </a:lnTo>
                  <a:lnTo>
                    <a:pt x="7221164" y="730021"/>
                  </a:lnTo>
                  <a:lnTo>
                    <a:pt x="7333868" y="735717"/>
                  </a:lnTo>
                  <a:lnTo>
                    <a:pt x="7442458" y="742065"/>
                  </a:lnTo>
                  <a:lnTo>
                    <a:pt x="7545285" y="749077"/>
                  </a:lnTo>
                  <a:lnTo>
                    <a:pt x="7641420" y="756785"/>
                  </a:lnTo>
                  <a:lnTo>
                    <a:pt x="7730524" y="765241"/>
                  </a:lnTo>
                  <a:lnTo>
                    <a:pt x="7812696" y="774520"/>
                  </a:lnTo>
                  <a:lnTo>
                    <a:pt x="7888343" y="784716"/>
                  </a:lnTo>
                  <a:lnTo>
                    <a:pt x="7958071" y="795940"/>
                  </a:lnTo>
                  <a:lnTo>
                    <a:pt x="8022599" y="808318"/>
                  </a:lnTo>
                  <a:lnTo>
                    <a:pt x="8082695" y="821979"/>
                  </a:lnTo>
                  <a:lnTo>
                    <a:pt x="8139132" y="837045"/>
                  </a:lnTo>
                  <a:lnTo>
                    <a:pt x="8192643" y="853611"/>
                  </a:lnTo>
                  <a:lnTo>
                    <a:pt x="8229629" y="866451"/>
                  </a:lnTo>
                  <a:lnTo>
                    <a:pt x="8287181" y="888753"/>
                  </a:lnTo>
                  <a:lnTo>
                    <a:pt x="8343015" y="913148"/>
                  </a:lnTo>
                  <a:lnTo>
                    <a:pt x="8397729" y="939670"/>
                  </a:lnTo>
                  <a:lnTo>
                    <a:pt x="8451771" y="968298"/>
                  </a:lnTo>
                  <a:lnTo>
                    <a:pt x="8505472" y="998941"/>
                  </a:lnTo>
                  <a:lnTo>
                    <a:pt x="8559056" y="1031438"/>
                  </a:lnTo>
                  <a:lnTo>
                    <a:pt x="8612664" y="1065555"/>
                  </a:lnTo>
                  <a:lnTo>
                    <a:pt x="8666362" y="1100991"/>
                  </a:lnTo>
                  <a:lnTo>
                    <a:pt x="8720162" y="1137384"/>
                  </a:lnTo>
                  <a:lnTo>
                    <a:pt x="8774031" y="1174329"/>
                  </a:lnTo>
                  <a:lnTo>
                    <a:pt x="8827917" y="1211394"/>
                  </a:lnTo>
                  <a:lnTo>
                    <a:pt x="8881760" y="1248139"/>
                  </a:lnTo>
                  <a:lnTo>
                    <a:pt x="8935515" y="1284142"/>
                  </a:lnTo>
                  <a:lnTo>
                    <a:pt x="8989167" y="1319016"/>
                  </a:lnTo>
                  <a:lnTo>
                    <a:pt x="9042752" y="1352424"/>
                  </a:lnTo>
                  <a:lnTo>
                    <a:pt x="9096367" y="1384097"/>
                  </a:lnTo>
                  <a:lnTo>
                    <a:pt x="9150191" y="1413833"/>
                  </a:lnTo>
                  <a:lnTo>
                    <a:pt x="9204493" y="1441504"/>
                  </a:lnTo>
                  <a:lnTo>
                    <a:pt x="9259655" y="1467051"/>
                  </a:lnTo>
                  <a:lnTo>
                    <a:pt x="9316192" y="1490480"/>
                  </a:lnTo>
                  <a:lnTo>
                    <a:pt x="9347647" y="1502315"/>
                  </a:lnTo>
                  <a:lnTo>
                    <a:pt x="9399469" y="1519982"/>
                  </a:lnTo>
                  <a:lnTo>
                    <a:pt x="9453735" y="1536118"/>
                  </a:lnTo>
                  <a:lnTo>
                    <a:pt x="9511127" y="1550777"/>
                  </a:lnTo>
                  <a:lnTo>
                    <a:pt x="9572394" y="1564063"/>
                  </a:lnTo>
                  <a:lnTo>
                    <a:pt x="9638311" y="1576102"/>
                  </a:lnTo>
                  <a:lnTo>
                    <a:pt x="9709640" y="1587025"/>
                  </a:lnTo>
                  <a:lnTo>
                    <a:pt x="9787073" y="1596951"/>
                  </a:lnTo>
                  <a:lnTo>
                    <a:pt x="9871169" y="1605989"/>
                  </a:lnTo>
                  <a:lnTo>
                    <a:pt x="9962262" y="1614228"/>
                  </a:lnTo>
                  <a:lnTo>
                    <a:pt x="10060342" y="1621735"/>
                  </a:lnTo>
                  <a:lnTo>
                    <a:pt x="10164917" y="1628557"/>
                  </a:lnTo>
                  <a:lnTo>
                    <a:pt x="10274868" y="1634721"/>
                  </a:lnTo>
                  <a:lnTo>
                    <a:pt x="10388325" y="1640233"/>
                  </a:lnTo>
                  <a:lnTo>
                    <a:pt x="10502607" y="1645088"/>
                  </a:lnTo>
                  <a:lnTo>
                    <a:pt x="10614292" y="1649271"/>
                  </a:lnTo>
                  <a:lnTo>
                    <a:pt x="10719445" y="1652770"/>
                  </a:lnTo>
                  <a:lnTo>
                    <a:pt x="10814043" y="1655587"/>
                  </a:lnTo>
                  <a:lnTo>
                    <a:pt x="10894529" y="1657745"/>
                  </a:lnTo>
                  <a:lnTo>
                    <a:pt x="10958398" y="1659295"/>
                  </a:lnTo>
                  <a:lnTo>
                    <a:pt x="11004673" y="1660315"/>
                  </a:lnTo>
                  <a:lnTo>
                    <a:pt x="11034147" y="1660908"/>
                  </a:lnTo>
                  <a:lnTo>
                    <a:pt x="11049372" y="1661188"/>
                  </a:lnTo>
                  <a:lnTo>
                    <a:pt x="11054467" y="1661274"/>
                  </a:lnTo>
                  <a:lnTo>
                    <a:pt x="11054891" y="1661281"/>
                  </a:lnTo>
                  <a:lnTo>
                    <a:pt x="12049831" y="1661281"/>
                  </a:lnTo>
                  <a:lnTo>
                    <a:pt x="12049831" y="1656040"/>
                  </a:lnTo>
                  <a:lnTo>
                    <a:pt x="11054891" y="1656040"/>
                  </a:lnTo>
                  <a:lnTo>
                    <a:pt x="11053762" y="1656022"/>
                  </a:lnTo>
                  <a:lnTo>
                    <a:pt x="11046309" y="1655893"/>
                  </a:lnTo>
                  <a:lnTo>
                    <a:pt x="11027419" y="1655537"/>
                  </a:lnTo>
                  <a:lnTo>
                    <a:pt x="10993391" y="1654835"/>
                  </a:lnTo>
                  <a:lnTo>
                    <a:pt x="10942156" y="1653675"/>
                  </a:lnTo>
                  <a:lnTo>
                    <a:pt x="10873429" y="1651960"/>
                  </a:lnTo>
                  <a:lnTo>
                    <a:pt x="10788654" y="1649620"/>
                  </a:lnTo>
                  <a:lnTo>
                    <a:pt x="10690687" y="1646612"/>
                  </a:lnTo>
                  <a:lnTo>
                    <a:pt x="10583279" y="1642920"/>
                  </a:lnTo>
                  <a:lnTo>
                    <a:pt x="10470479" y="1638546"/>
                  </a:lnTo>
                  <a:lnTo>
                    <a:pt x="10356112" y="1633504"/>
                  </a:lnTo>
                  <a:lnTo>
                    <a:pt x="10243408" y="1627808"/>
                  </a:lnTo>
                  <a:lnTo>
                    <a:pt x="10134818" y="1621460"/>
                  </a:lnTo>
                  <a:lnTo>
                    <a:pt x="10031992" y="1614448"/>
                  </a:lnTo>
                  <a:lnTo>
                    <a:pt x="9935856" y="1606740"/>
                  </a:lnTo>
                  <a:lnTo>
                    <a:pt x="9846752" y="1598284"/>
                  </a:lnTo>
                  <a:lnTo>
                    <a:pt x="9764580" y="1589005"/>
                  </a:lnTo>
                  <a:lnTo>
                    <a:pt x="9688933" y="1578809"/>
                  </a:lnTo>
                  <a:lnTo>
                    <a:pt x="9619205" y="1567585"/>
                  </a:lnTo>
                  <a:lnTo>
                    <a:pt x="9554678" y="1555207"/>
                  </a:lnTo>
                  <a:lnTo>
                    <a:pt x="9494581" y="1541546"/>
                  </a:lnTo>
                  <a:lnTo>
                    <a:pt x="9438145" y="1526480"/>
                  </a:lnTo>
                  <a:lnTo>
                    <a:pt x="9384633" y="1509914"/>
                  </a:lnTo>
                  <a:lnTo>
                    <a:pt x="9347647" y="1497074"/>
                  </a:lnTo>
                  <a:lnTo>
                    <a:pt x="9290095" y="1474772"/>
                  </a:lnTo>
                  <a:lnTo>
                    <a:pt x="9234261" y="1450377"/>
                  </a:lnTo>
                  <a:lnTo>
                    <a:pt x="9179548" y="1423855"/>
                  </a:lnTo>
                  <a:lnTo>
                    <a:pt x="9125505" y="1395227"/>
                  </a:lnTo>
                  <a:lnTo>
                    <a:pt x="9071805" y="1364584"/>
                  </a:lnTo>
                  <a:lnTo>
                    <a:pt x="9018220" y="1332087"/>
                  </a:lnTo>
                  <a:lnTo>
                    <a:pt x="8964613" y="1297970"/>
                  </a:lnTo>
                  <a:lnTo>
                    <a:pt x="8910914" y="1262534"/>
                  </a:lnTo>
                  <a:lnTo>
                    <a:pt x="8857115" y="1226141"/>
                  </a:lnTo>
                  <a:lnTo>
                    <a:pt x="8803245" y="1189196"/>
                  </a:lnTo>
                  <a:lnTo>
                    <a:pt x="8749360" y="1152131"/>
                  </a:lnTo>
                  <a:lnTo>
                    <a:pt x="8695517" y="1115386"/>
                  </a:lnTo>
                  <a:lnTo>
                    <a:pt x="8641762" y="1079383"/>
                  </a:lnTo>
                  <a:lnTo>
                    <a:pt x="8588109" y="1044509"/>
                  </a:lnTo>
                  <a:lnTo>
                    <a:pt x="8534525" y="1011101"/>
                  </a:lnTo>
                  <a:lnTo>
                    <a:pt x="8480909" y="979428"/>
                  </a:lnTo>
                  <a:lnTo>
                    <a:pt x="8427086" y="949692"/>
                  </a:lnTo>
                  <a:lnTo>
                    <a:pt x="8372784" y="922021"/>
                  </a:lnTo>
                  <a:lnTo>
                    <a:pt x="8317621" y="896474"/>
                  </a:lnTo>
                  <a:lnTo>
                    <a:pt x="8261085" y="873045"/>
                  </a:lnTo>
                  <a:lnTo>
                    <a:pt x="8229629" y="861210"/>
                  </a:lnTo>
                  <a:lnTo>
                    <a:pt x="8177808" y="843543"/>
                  </a:lnTo>
                  <a:lnTo>
                    <a:pt x="8123542" y="827407"/>
                  </a:lnTo>
                  <a:lnTo>
                    <a:pt x="8066150" y="812748"/>
                  </a:lnTo>
                  <a:lnTo>
                    <a:pt x="8004883" y="799462"/>
                  </a:lnTo>
                  <a:lnTo>
                    <a:pt x="7938965" y="787423"/>
                  </a:lnTo>
                  <a:lnTo>
                    <a:pt x="7867637" y="776500"/>
                  </a:lnTo>
                  <a:lnTo>
                    <a:pt x="7790204" y="766574"/>
                  </a:lnTo>
                  <a:lnTo>
                    <a:pt x="7706107" y="757536"/>
                  </a:lnTo>
                  <a:lnTo>
                    <a:pt x="7615014" y="749297"/>
                  </a:lnTo>
                  <a:lnTo>
                    <a:pt x="7516934" y="741790"/>
                  </a:lnTo>
                  <a:lnTo>
                    <a:pt x="7412360" y="734968"/>
                  </a:lnTo>
                  <a:lnTo>
                    <a:pt x="7302408" y="728804"/>
                  </a:lnTo>
                  <a:lnTo>
                    <a:pt x="7188952" y="723291"/>
                  </a:lnTo>
                  <a:lnTo>
                    <a:pt x="7074669" y="718437"/>
                  </a:lnTo>
                  <a:lnTo>
                    <a:pt x="6962984" y="714254"/>
                  </a:lnTo>
                  <a:lnTo>
                    <a:pt x="6857831" y="710755"/>
                  </a:lnTo>
                  <a:lnTo>
                    <a:pt x="6763233" y="707938"/>
                  </a:lnTo>
                  <a:lnTo>
                    <a:pt x="6682748" y="705780"/>
                  </a:lnTo>
                  <a:lnTo>
                    <a:pt x="6618878" y="704230"/>
                  </a:lnTo>
                  <a:lnTo>
                    <a:pt x="6572603" y="703210"/>
                  </a:lnTo>
                  <a:lnTo>
                    <a:pt x="6543129" y="702617"/>
                  </a:lnTo>
                  <a:lnTo>
                    <a:pt x="6527904" y="702337"/>
                  </a:lnTo>
                  <a:lnTo>
                    <a:pt x="6522810" y="702251"/>
                  </a:lnTo>
                  <a:lnTo>
                    <a:pt x="6522385" y="702244"/>
                  </a:lnTo>
                  <a:lnTo>
                    <a:pt x="5527445" y="702244"/>
                  </a:lnTo>
                  <a:lnTo>
                    <a:pt x="5526313" y="702231"/>
                  </a:lnTo>
                  <a:lnTo>
                    <a:pt x="5518839" y="702136"/>
                  </a:lnTo>
                  <a:lnTo>
                    <a:pt x="5499896" y="701873"/>
                  </a:lnTo>
                  <a:lnTo>
                    <a:pt x="5465778" y="701354"/>
                  </a:lnTo>
                  <a:lnTo>
                    <a:pt x="5414414" y="700498"/>
                  </a:lnTo>
                  <a:lnTo>
                    <a:pt x="5345526" y="699232"/>
                  </a:lnTo>
                  <a:lnTo>
                    <a:pt x="5260573" y="697505"/>
                  </a:lnTo>
                  <a:lnTo>
                    <a:pt x="5162426" y="695284"/>
                  </a:lnTo>
                  <a:lnTo>
                    <a:pt x="5054850" y="692558"/>
                  </a:lnTo>
                  <a:lnTo>
                    <a:pt x="4941907" y="689330"/>
                  </a:lnTo>
                  <a:lnTo>
                    <a:pt x="4827430" y="685609"/>
                  </a:lnTo>
                  <a:lnTo>
                    <a:pt x="4714649" y="681406"/>
                  </a:lnTo>
                  <a:lnTo>
                    <a:pt x="4606015" y="676721"/>
                  </a:lnTo>
                  <a:lnTo>
                    <a:pt x="4503171" y="671547"/>
                  </a:lnTo>
                  <a:lnTo>
                    <a:pt x="4407040" y="665859"/>
                  </a:lnTo>
                  <a:lnTo>
                    <a:pt x="4317957" y="659618"/>
                  </a:lnTo>
                  <a:lnTo>
                    <a:pt x="4235814" y="652769"/>
                  </a:lnTo>
                  <a:lnTo>
                    <a:pt x="4160200" y="645243"/>
                  </a:lnTo>
                  <a:lnTo>
                    <a:pt x="4090504" y="636956"/>
                  </a:lnTo>
                  <a:lnTo>
                    <a:pt x="4026006" y="627816"/>
                  </a:lnTo>
                  <a:lnTo>
                    <a:pt x="3965932" y="617728"/>
                  </a:lnTo>
                  <a:lnTo>
                    <a:pt x="3909509" y="606601"/>
                  </a:lnTo>
                  <a:lnTo>
                    <a:pt x="3856002" y="594368"/>
                  </a:lnTo>
                  <a:lnTo>
                    <a:pt x="3820202" y="585204"/>
                  </a:lnTo>
                  <a:lnTo>
                    <a:pt x="3760946" y="568265"/>
                  </a:lnTo>
                  <a:lnTo>
                    <a:pt x="3703493" y="549691"/>
                  </a:lnTo>
                  <a:lnTo>
                    <a:pt x="3647197" y="529454"/>
                  </a:lnTo>
                  <a:lnTo>
                    <a:pt x="3591577" y="507576"/>
                  </a:lnTo>
                  <a:lnTo>
                    <a:pt x="3536287" y="484137"/>
                  </a:lnTo>
                  <a:lnTo>
                    <a:pt x="3481092" y="459273"/>
                  </a:lnTo>
                  <a:lnTo>
                    <a:pt x="3425855" y="433183"/>
                  </a:lnTo>
                  <a:lnTo>
                    <a:pt x="3370515" y="406118"/>
                  </a:lnTo>
                  <a:lnTo>
                    <a:pt x="3315072" y="378379"/>
                  </a:lnTo>
                  <a:lnTo>
                    <a:pt x="3259569" y="350299"/>
                  </a:lnTo>
                  <a:lnTo>
                    <a:pt x="3204069" y="322230"/>
                  </a:lnTo>
                  <a:lnTo>
                    <a:pt x="3148631" y="294522"/>
                  </a:lnTo>
                  <a:lnTo>
                    <a:pt x="3093298" y="267506"/>
                  </a:lnTo>
                  <a:lnTo>
                    <a:pt x="3038066" y="241481"/>
                  </a:lnTo>
                  <a:lnTo>
                    <a:pt x="2982870" y="216696"/>
                  </a:lnTo>
                  <a:lnTo>
                    <a:pt x="2927567" y="193345"/>
                  </a:lnTo>
                  <a:lnTo>
                    <a:pt x="2871918" y="171561"/>
                  </a:lnTo>
                  <a:lnTo>
                    <a:pt x="2815570" y="151421"/>
                  </a:lnTo>
                  <a:lnTo>
                    <a:pt x="2758031" y="132944"/>
                  </a:lnTo>
                  <a:lnTo>
                    <a:pt x="2702183" y="117040"/>
                  </a:lnTo>
                  <a:lnTo>
                    <a:pt x="2650310" y="104020"/>
                  </a:lnTo>
                  <a:lnTo>
                    <a:pt x="2595986" y="92130"/>
                  </a:lnTo>
                  <a:lnTo>
                    <a:pt x="2538529" y="81329"/>
                  </a:lnTo>
                  <a:lnTo>
                    <a:pt x="2477187" y="71541"/>
                  </a:lnTo>
                  <a:lnTo>
                    <a:pt x="2411182" y="62671"/>
                  </a:lnTo>
                  <a:lnTo>
                    <a:pt x="2339751" y="54626"/>
                  </a:lnTo>
                  <a:lnTo>
                    <a:pt x="2262201" y="47315"/>
                  </a:lnTo>
                  <a:lnTo>
                    <a:pt x="2177970" y="40658"/>
                  </a:lnTo>
                  <a:lnTo>
                    <a:pt x="2086728" y="34591"/>
                  </a:lnTo>
                  <a:lnTo>
                    <a:pt x="1988488" y="29064"/>
                  </a:lnTo>
                  <a:lnTo>
                    <a:pt x="1883747" y="24041"/>
                  </a:lnTo>
                  <a:lnTo>
                    <a:pt x="1773636" y="19504"/>
                  </a:lnTo>
                  <a:lnTo>
                    <a:pt x="1660039" y="15447"/>
                  </a:lnTo>
                  <a:lnTo>
                    <a:pt x="1545655" y="11875"/>
                  </a:lnTo>
                  <a:lnTo>
                    <a:pt x="1433925" y="8800"/>
                  </a:lnTo>
                  <a:lnTo>
                    <a:pt x="1328800" y="6229"/>
                  </a:lnTo>
                  <a:lnTo>
                    <a:pt x="1234313" y="4161"/>
                  </a:lnTo>
                  <a:lnTo>
                    <a:pt x="1154018" y="2578"/>
                  </a:lnTo>
                  <a:lnTo>
                    <a:pt x="1090403" y="1444"/>
                  </a:lnTo>
                  <a:lnTo>
                    <a:pt x="1044419" y="699"/>
                  </a:lnTo>
                  <a:lnTo>
                    <a:pt x="1015235" y="268"/>
                  </a:lnTo>
                  <a:lnTo>
                    <a:pt x="1000258" y="65"/>
                  </a:lnTo>
                  <a:lnTo>
                    <a:pt x="995325" y="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21" name="pl420"/>
            <p:cNvSpPr/>
            <p:nvPr/>
          </p:nvSpPr>
          <p:spPr>
            <a:xfrm>
              <a:off x="1199187" y="1902185"/>
              <a:ext cx="12049831" cy="1656040"/>
            </a:xfrm>
            <a:custGeom>
              <a:avLst/>
              <a:pathLst>
                <a:path w="12049831" h="1656040">
                  <a:moveTo>
                    <a:pt x="0" y="0"/>
                  </a:moveTo>
                  <a:lnTo>
                    <a:pt x="994940" y="0"/>
                  </a:lnTo>
                  <a:lnTo>
                    <a:pt x="996072" y="13"/>
                  </a:lnTo>
                  <a:lnTo>
                    <a:pt x="1003546" y="108"/>
                  </a:lnTo>
                  <a:lnTo>
                    <a:pt x="1022489" y="371"/>
                  </a:lnTo>
                  <a:lnTo>
                    <a:pt x="1056607" y="889"/>
                  </a:lnTo>
                  <a:lnTo>
                    <a:pt x="1107971" y="1746"/>
                  </a:lnTo>
                  <a:lnTo>
                    <a:pt x="1176859" y="3012"/>
                  </a:lnTo>
                  <a:lnTo>
                    <a:pt x="1261812" y="4739"/>
                  </a:lnTo>
                  <a:lnTo>
                    <a:pt x="1359959" y="6960"/>
                  </a:lnTo>
                  <a:lnTo>
                    <a:pt x="1467535" y="9686"/>
                  </a:lnTo>
                  <a:lnTo>
                    <a:pt x="1580478" y="12914"/>
                  </a:lnTo>
                  <a:lnTo>
                    <a:pt x="1694955" y="16635"/>
                  </a:lnTo>
                  <a:lnTo>
                    <a:pt x="1807736" y="20838"/>
                  </a:lnTo>
                  <a:lnTo>
                    <a:pt x="1916370" y="25523"/>
                  </a:lnTo>
                  <a:lnTo>
                    <a:pt x="2019214" y="30697"/>
                  </a:lnTo>
                  <a:lnTo>
                    <a:pt x="2115345" y="36385"/>
                  </a:lnTo>
                  <a:lnTo>
                    <a:pt x="2204428" y="42626"/>
                  </a:lnTo>
                  <a:lnTo>
                    <a:pt x="2286571" y="49475"/>
                  </a:lnTo>
                  <a:lnTo>
                    <a:pt x="2362185" y="57001"/>
                  </a:lnTo>
                  <a:lnTo>
                    <a:pt x="2431881" y="65288"/>
                  </a:lnTo>
                  <a:lnTo>
                    <a:pt x="2496379" y="74428"/>
                  </a:lnTo>
                  <a:lnTo>
                    <a:pt x="2556453" y="84516"/>
                  </a:lnTo>
                  <a:lnTo>
                    <a:pt x="2612876" y="95643"/>
                  </a:lnTo>
                  <a:lnTo>
                    <a:pt x="2666383" y="107876"/>
                  </a:lnTo>
                  <a:lnTo>
                    <a:pt x="2702183" y="117040"/>
                  </a:lnTo>
                  <a:lnTo>
                    <a:pt x="2761439" y="133979"/>
                  </a:lnTo>
                  <a:lnTo>
                    <a:pt x="2818892" y="152553"/>
                  </a:lnTo>
                  <a:lnTo>
                    <a:pt x="2875188" y="172790"/>
                  </a:lnTo>
                  <a:lnTo>
                    <a:pt x="2930808" y="194668"/>
                  </a:lnTo>
                  <a:lnTo>
                    <a:pt x="2986098" y="218107"/>
                  </a:lnTo>
                  <a:lnTo>
                    <a:pt x="3041293" y="242971"/>
                  </a:lnTo>
                  <a:lnTo>
                    <a:pt x="3096530" y="269061"/>
                  </a:lnTo>
                  <a:lnTo>
                    <a:pt x="3151870" y="296126"/>
                  </a:lnTo>
                  <a:lnTo>
                    <a:pt x="3207313" y="323865"/>
                  </a:lnTo>
                  <a:lnTo>
                    <a:pt x="3262816" y="351945"/>
                  </a:lnTo>
                  <a:lnTo>
                    <a:pt x="3318316" y="380014"/>
                  </a:lnTo>
                  <a:lnTo>
                    <a:pt x="3373754" y="407722"/>
                  </a:lnTo>
                  <a:lnTo>
                    <a:pt x="3429087" y="434738"/>
                  </a:lnTo>
                  <a:lnTo>
                    <a:pt x="3484319" y="460763"/>
                  </a:lnTo>
                  <a:lnTo>
                    <a:pt x="3539515" y="485548"/>
                  </a:lnTo>
                  <a:lnTo>
                    <a:pt x="3594818" y="508899"/>
                  </a:lnTo>
                  <a:lnTo>
                    <a:pt x="3650467" y="530682"/>
                  </a:lnTo>
                  <a:lnTo>
                    <a:pt x="3706815" y="550823"/>
                  </a:lnTo>
                  <a:lnTo>
                    <a:pt x="3764354" y="569300"/>
                  </a:lnTo>
                  <a:lnTo>
                    <a:pt x="3820202" y="585204"/>
                  </a:lnTo>
                  <a:lnTo>
                    <a:pt x="3872075" y="598224"/>
                  </a:lnTo>
                  <a:lnTo>
                    <a:pt x="3926399" y="610114"/>
                  </a:lnTo>
                  <a:lnTo>
                    <a:pt x="3983856" y="620915"/>
                  </a:lnTo>
                  <a:lnTo>
                    <a:pt x="4045198" y="630703"/>
                  </a:lnTo>
                  <a:lnTo>
                    <a:pt x="4111203" y="639573"/>
                  </a:lnTo>
                  <a:lnTo>
                    <a:pt x="4182633" y="647618"/>
                  </a:lnTo>
                  <a:lnTo>
                    <a:pt x="4260184" y="654929"/>
                  </a:lnTo>
                  <a:lnTo>
                    <a:pt x="4344415" y="661586"/>
                  </a:lnTo>
                  <a:lnTo>
                    <a:pt x="4435657" y="667653"/>
                  </a:lnTo>
                  <a:lnTo>
                    <a:pt x="4533897" y="673180"/>
                  </a:lnTo>
                  <a:lnTo>
                    <a:pt x="4638638" y="678203"/>
                  </a:lnTo>
                  <a:lnTo>
                    <a:pt x="4748749" y="682740"/>
                  </a:lnTo>
                  <a:lnTo>
                    <a:pt x="4862346" y="686797"/>
                  </a:lnTo>
                  <a:lnTo>
                    <a:pt x="4976730" y="690369"/>
                  </a:lnTo>
                  <a:lnTo>
                    <a:pt x="5088460" y="693444"/>
                  </a:lnTo>
                  <a:lnTo>
                    <a:pt x="5193585" y="696015"/>
                  </a:lnTo>
                  <a:lnTo>
                    <a:pt x="5288072" y="698083"/>
                  </a:lnTo>
                  <a:lnTo>
                    <a:pt x="5368367" y="699666"/>
                  </a:lnTo>
                  <a:lnTo>
                    <a:pt x="5431982" y="700800"/>
                  </a:lnTo>
                  <a:lnTo>
                    <a:pt x="5477966" y="701545"/>
                  </a:lnTo>
                  <a:lnTo>
                    <a:pt x="5507150" y="701976"/>
                  </a:lnTo>
                  <a:lnTo>
                    <a:pt x="5522127" y="702179"/>
                  </a:lnTo>
                  <a:lnTo>
                    <a:pt x="5527060" y="702240"/>
                  </a:lnTo>
                  <a:lnTo>
                    <a:pt x="5527445" y="702244"/>
                  </a:lnTo>
                  <a:lnTo>
                    <a:pt x="6522385" y="702244"/>
                  </a:lnTo>
                  <a:lnTo>
                    <a:pt x="6523515" y="702263"/>
                  </a:lnTo>
                  <a:lnTo>
                    <a:pt x="6530968" y="702391"/>
                  </a:lnTo>
                  <a:lnTo>
                    <a:pt x="6549858" y="702748"/>
                  </a:lnTo>
                  <a:lnTo>
                    <a:pt x="6583885" y="703450"/>
                  </a:lnTo>
                  <a:lnTo>
                    <a:pt x="6635121" y="704610"/>
                  </a:lnTo>
                  <a:lnTo>
                    <a:pt x="6703848" y="706324"/>
                  </a:lnTo>
                  <a:lnTo>
                    <a:pt x="6788623" y="708664"/>
                  </a:lnTo>
                  <a:lnTo>
                    <a:pt x="6886589" y="711672"/>
                  </a:lnTo>
                  <a:lnTo>
                    <a:pt x="6993997" y="715365"/>
                  </a:lnTo>
                  <a:lnTo>
                    <a:pt x="7106797" y="719739"/>
                  </a:lnTo>
                  <a:lnTo>
                    <a:pt x="7221164" y="724780"/>
                  </a:lnTo>
                  <a:lnTo>
                    <a:pt x="7333868" y="730477"/>
                  </a:lnTo>
                  <a:lnTo>
                    <a:pt x="7442458" y="736825"/>
                  </a:lnTo>
                  <a:lnTo>
                    <a:pt x="7545285" y="743837"/>
                  </a:lnTo>
                  <a:lnTo>
                    <a:pt x="7641420" y="751544"/>
                  </a:lnTo>
                  <a:lnTo>
                    <a:pt x="7730524" y="760000"/>
                  </a:lnTo>
                  <a:lnTo>
                    <a:pt x="7812696" y="769279"/>
                  </a:lnTo>
                  <a:lnTo>
                    <a:pt x="7888343" y="779475"/>
                  </a:lnTo>
                  <a:lnTo>
                    <a:pt x="7958071" y="790699"/>
                  </a:lnTo>
                  <a:lnTo>
                    <a:pt x="8022599" y="803077"/>
                  </a:lnTo>
                  <a:lnTo>
                    <a:pt x="8082695" y="816738"/>
                  </a:lnTo>
                  <a:lnTo>
                    <a:pt x="8139132" y="831805"/>
                  </a:lnTo>
                  <a:lnTo>
                    <a:pt x="8192643" y="848370"/>
                  </a:lnTo>
                  <a:lnTo>
                    <a:pt x="8229629" y="861210"/>
                  </a:lnTo>
                  <a:lnTo>
                    <a:pt x="8287181" y="883512"/>
                  </a:lnTo>
                  <a:lnTo>
                    <a:pt x="8343015" y="907907"/>
                  </a:lnTo>
                  <a:lnTo>
                    <a:pt x="8397729" y="934430"/>
                  </a:lnTo>
                  <a:lnTo>
                    <a:pt x="8451771" y="963058"/>
                  </a:lnTo>
                  <a:lnTo>
                    <a:pt x="8505472" y="993700"/>
                  </a:lnTo>
                  <a:lnTo>
                    <a:pt x="8559056" y="1026197"/>
                  </a:lnTo>
                  <a:lnTo>
                    <a:pt x="8612664" y="1060314"/>
                  </a:lnTo>
                  <a:lnTo>
                    <a:pt x="8666362" y="1095750"/>
                  </a:lnTo>
                  <a:lnTo>
                    <a:pt x="8720162" y="1132143"/>
                  </a:lnTo>
                  <a:lnTo>
                    <a:pt x="8774031" y="1169089"/>
                  </a:lnTo>
                  <a:lnTo>
                    <a:pt x="8827917" y="1206153"/>
                  </a:lnTo>
                  <a:lnTo>
                    <a:pt x="8881760" y="1242899"/>
                  </a:lnTo>
                  <a:lnTo>
                    <a:pt x="8935515" y="1278902"/>
                  </a:lnTo>
                  <a:lnTo>
                    <a:pt x="8989167" y="1313775"/>
                  </a:lnTo>
                  <a:lnTo>
                    <a:pt x="9042752" y="1347184"/>
                  </a:lnTo>
                  <a:lnTo>
                    <a:pt x="9096367" y="1378856"/>
                  </a:lnTo>
                  <a:lnTo>
                    <a:pt x="9150191" y="1408592"/>
                  </a:lnTo>
                  <a:lnTo>
                    <a:pt x="9204493" y="1436263"/>
                  </a:lnTo>
                  <a:lnTo>
                    <a:pt x="9259655" y="1461811"/>
                  </a:lnTo>
                  <a:lnTo>
                    <a:pt x="9316192" y="1485239"/>
                  </a:lnTo>
                  <a:lnTo>
                    <a:pt x="9347647" y="1497074"/>
                  </a:lnTo>
                  <a:lnTo>
                    <a:pt x="9399469" y="1514742"/>
                  </a:lnTo>
                  <a:lnTo>
                    <a:pt x="9453735" y="1530877"/>
                  </a:lnTo>
                  <a:lnTo>
                    <a:pt x="9511127" y="1545536"/>
                  </a:lnTo>
                  <a:lnTo>
                    <a:pt x="9572394" y="1558822"/>
                  </a:lnTo>
                  <a:lnTo>
                    <a:pt x="9638311" y="1570862"/>
                  </a:lnTo>
                  <a:lnTo>
                    <a:pt x="9709640" y="1581784"/>
                  </a:lnTo>
                  <a:lnTo>
                    <a:pt x="9787073" y="1591711"/>
                  </a:lnTo>
                  <a:lnTo>
                    <a:pt x="9871169" y="1600749"/>
                  </a:lnTo>
                  <a:lnTo>
                    <a:pt x="9962262" y="1608987"/>
                  </a:lnTo>
                  <a:lnTo>
                    <a:pt x="10060342" y="1616494"/>
                  </a:lnTo>
                  <a:lnTo>
                    <a:pt x="10164917" y="1623316"/>
                  </a:lnTo>
                  <a:lnTo>
                    <a:pt x="10274868" y="1629480"/>
                  </a:lnTo>
                  <a:lnTo>
                    <a:pt x="10388325" y="1634993"/>
                  </a:lnTo>
                  <a:lnTo>
                    <a:pt x="10502607" y="1639848"/>
                  </a:lnTo>
                  <a:lnTo>
                    <a:pt x="10614292" y="1644030"/>
                  </a:lnTo>
                  <a:lnTo>
                    <a:pt x="10719445" y="1647530"/>
                  </a:lnTo>
                  <a:lnTo>
                    <a:pt x="10814043" y="1650347"/>
                  </a:lnTo>
                  <a:lnTo>
                    <a:pt x="10894529" y="1652505"/>
                  </a:lnTo>
                  <a:lnTo>
                    <a:pt x="10958398" y="1654054"/>
                  </a:lnTo>
                  <a:lnTo>
                    <a:pt x="11004673" y="1655074"/>
                  </a:lnTo>
                  <a:lnTo>
                    <a:pt x="11034147" y="1655667"/>
                  </a:lnTo>
                  <a:lnTo>
                    <a:pt x="11049372" y="1655947"/>
                  </a:lnTo>
                  <a:lnTo>
                    <a:pt x="11054467" y="1656033"/>
                  </a:lnTo>
                  <a:lnTo>
                    <a:pt x="11054891" y="1656040"/>
                  </a:lnTo>
                  <a:lnTo>
                    <a:pt x="12049831" y="1656040"/>
                  </a:lnTo>
                  <a:lnTo>
                    <a:pt x="12049831" y="16560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2" name="pl421"/>
            <p:cNvSpPr/>
            <p:nvPr/>
          </p:nvSpPr>
          <p:spPr>
            <a:xfrm>
              <a:off x="1199187" y="1896945"/>
              <a:ext cx="12049831" cy="1656040"/>
            </a:xfrm>
            <a:custGeom>
              <a:avLst/>
              <a:pathLst>
                <a:path w="12049831" h="1656040">
                  <a:moveTo>
                    <a:pt x="12049831" y="1656040"/>
                  </a:moveTo>
                  <a:lnTo>
                    <a:pt x="11054891" y="1656040"/>
                  </a:lnTo>
                  <a:lnTo>
                    <a:pt x="11053762" y="1656022"/>
                  </a:lnTo>
                  <a:lnTo>
                    <a:pt x="11046309" y="1655893"/>
                  </a:lnTo>
                  <a:lnTo>
                    <a:pt x="11027419" y="1655537"/>
                  </a:lnTo>
                  <a:lnTo>
                    <a:pt x="10993391" y="1654835"/>
                  </a:lnTo>
                  <a:lnTo>
                    <a:pt x="10942156" y="1653675"/>
                  </a:lnTo>
                  <a:lnTo>
                    <a:pt x="10873429" y="1651960"/>
                  </a:lnTo>
                  <a:lnTo>
                    <a:pt x="10788654" y="1649620"/>
                  </a:lnTo>
                  <a:lnTo>
                    <a:pt x="10690687" y="1646612"/>
                  </a:lnTo>
                  <a:lnTo>
                    <a:pt x="10583279" y="1642920"/>
                  </a:lnTo>
                  <a:lnTo>
                    <a:pt x="10470479" y="1638546"/>
                  </a:lnTo>
                  <a:lnTo>
                    <a:pt x="10356112" y="1633504"/>
                  </a:lnTo>
                  <a:lnTo>
                    <a:pt x="10243408" y="1627808"/>
                  </a:lnTo>
                  <a:lnTo>
                    <a:pt x="10134818" y="1621460"/>
                  </a:lnTo>
                  <a:lnTo>
                    <a:pt x="10031992" y="1614448"/>
                  </a:lnTo>
                  <a:lnTo>
                    <a:pt x="9935856" y="1606740"/>
                  </a:lnTo>
                  <a:lnTo>
                    <a:pt x="9846752" y="1598284"/>
                  </a:lnTo>
                  <a:lnTo>
                    <a:pt x="9764580" y="1589005"/>
                  </a:lnTo>
                  <a:lnTo>
                    <a:pt x="9688933" y="1578809"/>
                  </a:lnTo>
                  <a:lnTo>
                    <a:pt x="9619205" y="1567585"/>
                  </a:lnTo>
                  <a:lnTo>
                    <a:pt x="9554678" y="1555207"/>
                  </a:lnTo>
                  <a:lnTo>
                    <a:pt x="9494581" y="1541546"/>
                  </a:lnTo>
                  <a:lnTo>
                    <a:pt x="9438145" y="1526480"/>
                  </a:lnTo>
                  <a:lnTo>
                    <a:pt x="9384633" y="1509914"/>
                  </a:lnTo>
                  <a:lnTo>
                    <a:pt x="9347647" y="1497074"/>
                  </a:lnTo>
                  <a:lnTo>
                    <a:pt x="9290095" y="1474772"/>
                  </a:lnTo>
                  <a:lnTo>
                    <a:pt x="9234261" y="1450377"/>
                  </a:lnTo>
                  <a:lnTo>
                    <a:pt x="9179548" y="1423855"/>
                  </a:lnTo>
                  <a:lnTo>
                    <a:pt x="9125505" y="1395227"/>
                  </a:lnTo>
                  <a:lnTo>
                    <a:pt x="9071805" y="1364584"/>
                  </a:lnTo>
                  <a:lnTo>
                    <a:pt x="9018220" y="1332087"/>
                  </a:lnTo>
                  <a:lnTo>
                    <a:pt x="8964613" y="1297970"/>
                  </a:lnTo>
                  <a:lnTo>
                    <a:pt x="8910914" y="1262534"/>
                  </a:lnTo>
                  <a:lnTo>
                    <a:pt x="8857115" y="1226141"/>
                  </a:lnTo>
                  <a:lnTo>
                    <a:pt x="8803245" y="1189196"/>
                  </a:lnTo>
                  <a:lnTo>
                    <a:pt x="8749360" y="1152131"/>
                  </a:lnTo>
                  <a:lnTo>
                    <a:pt x="8695517" y="1115386"/>
                  </a:lnTo>
                  <a:lnTo>
                    <a:pt x="8641762" y="1079383"/>
                  </a:lnTo>
                  <a:lnTo>
                    <a:pt x="8588109" y="1044509"/>
                  </a:lnTo>
                  <a:lnTo>
                    <a:pt x="8534525" y="1011101"/>
                  </a:lnTo>
                  <a:lnTo>
                    <a:pt x="8480909" y="979428"/>
                  </a:lnTo>
                  <a:lnTo>
                    <a:pt x="8427086" y="949692"/>
                  </a:lnTo>
                  <a:lnTo>
                    <a:pt x="8372784" y="922021"/>
                  </a:lnTo>
                  <a:lnTo>
                    <a:pt x="8317621" y="896474"/>
                  </a:lnTo>
                  <a:lnTo>
                    <a:pt x="8261085" y="873045"/>
                  </a:lnTo>
                  <a:lnTo>
                    <a:pt x="8229629" y="861210"/>
                  </a:lnTo>
                  <a:lnTo>
                    <a:pt x="8177808" y="843543"/>
                  </a:lnTo>
                  <a:lnTo>
                    <a:pt x="8123542" y="827407"/>
                  </a:lnTo>
                  <a:lnTo>
                    <a:pt x="8066150" y="812748"/>
                  </a:lnTo>
                  <a:lnTo>
                    <a:pt x="8004883" y="799462"/>
                  </a:lnTo>
                  <a:lnTo>
                    <a:pt x="7938965" y="787423"/>
                  </a:lnTo>
                  <a:lnTo>
                    <a:pt x="7867637" y="776500"/>
                  </a:lnTo>
                  <a:lnTo>
                    <a:pt x="7790204" y="766574"/>
                  </a:lnTo>
                  <a:lnTo>
                    <a:pt x="7706107" y="757536"/>
                  </a:lnTo>
                  <a:lnTo>
                    <a:pt x="7615014" y="749297"/>
                  </a:lnTo>
                  <a:lnTo>
                    <a:pt x="7516934" y="741790"/>
                  </a:lnTo>
                  <a:lnTo>
                    <a:pt x="7412360" y="734968"/>
                  </a:lnTo>
                  <a:lnTo>
                    <a:pt x="7302408" y="728804"/>
                  </a:lnTo>
                  <a:lnTo>
                    <a:pt x="7188952" y="723291"/>
                  </a:lnTo>
                  <a:lnTo>
                    <a:pt x="7074669" y="718437"/>
                  </a:lnTo>
                  <a:lnTo>
                    <a:pt x="6962984" y="714254"/>
                  </a:lnTo>
                  <a:lnTo>
                    <a:pt x="6857831" y="710755"/>
                  </a:lnTo>
                  <a:lnTo>
                    <a:pt x="6763233" y="707938"/>
                  </a:lnTo>
                  <a:lnTo>
                    <a:pt x="6682748" y="705780"/>
                  </a:lnTo>
                  <a:lnTo>
                    <a:pt x="6618878" y="704230"/>
                  </a:lnTo>
                  <a:lnTo>
                    <a:pt x="6572603" y="703210"/>
                  </a:lnTo>
                  <a:lnTo>
                    <a:pt x="6543129" y="702617"/>
                  </a:lnTo>
                  <a:lnTo>
                    <a:pt x="6527904" y="702337"/>
                  </a:lnTo>
                  <a:lnTo>
                    <a:pt x="6522810" y="702251"/>
                  </a:lnTo>
                  <a:lnTo>
                    <a:pt x="6522385" y="702244"/>
                  </a:lnTo>
                  <a:lnTo>
                    <a:pt x="5527445" y="702244"/>
                  </a:lnTo>
                  <a:lnTo>
                    <a:pt x="5526313" y="702231"/>
                  </a:lnTo>
                  <a:lnTo>
                    <a:pt x="5518839" y="702136"/>
                  </a:lnTo>
                  <a:lnTo>
                    <a:pt x="5499896" y="701873"/>
                  </a:lnTo>
                  <a:lnTo>
                    <a:pt x="5465778" y="701354"/>
                  </a:lnTo>
                  <a:lnTo>
                    <a:pt x="5414414" y="700498"/>
                  </a:lnTo>
                  <a:lnTo>
                    <a:pt x="5345526" y="699232"/>
                  </a:lnTo>
                  <a:lnTo>
                    <a:pt x="5260573" y="697505"/>
                  </a:lnTo>
                  <a:lnTo>
                    <a:pt x="5162426" y="695284"/>
                  </a:lnTo>
                  <a:lnTo>
                    <a:pt x="5054850" y="692558"/>
                  </a:lnTo>
                  <a:lnTo>
                    <a:pt x="4941907" y="689330"/>
                  </a:lnTo>
                  <a:lnTo>
                    <a:pt x="4827430" y="685609"/>
                  </a:lnTo>
                  <a:lnTo>
                    <a:pt x="4714649" y="681406"/>
                  </a:lnTo>
                  <a:lnTo>
                    <a:pt x="4606015" y="676721"/>
                  </a:lnTo>
                  <a:lnTo>
                    <a:pt x="4503171" y="671547"/>
                  </a:lnTo>
                  <a:lnTo>
                    <a:pt x="4407040" y="665859"/>
                  </a:lnTo>
                  <a:lnTo>
                    <a:pt x="4317957" y="659618"/>
                  </a:lnTo>
                  <a:lnTo>
                    <a:pt x="4235814" y="652769"/>
                  </a:lnTo>
                  <a:lnTo>
                    <a:pt x="4160200" y="645243"/>
                  </a:lnTo>
                  <a:lnTo>
                    <a:pt x="4090504" y="636956"/>
                  </a:lnTo>
                  <a:lnTo>
                    <a:pt x="4026006" y="627816"/>
                  </a:lnTo>
                  <a:lnTo>
                    <a:pt x="3965932" y="617728"/>
                  </a:lnTo>
                  <a:lnTo>
                    <a:pt x="3909509" y="606601"/>
                  </a:lnTo>
                  <a:lnTo>
                    <a:pt x="3856002" y="594368"/>
                  </a:lnTo>
                  <a:lnTo>
                    <a:pt x="3820202" y="585204"/>
                  </a:lnTo>
                  <a:lnTo>
                    <a:pt x="3760946" y="568265"/>
                  </a:lnTo>
                  <a:lnTo>
                    <a:pt x="3703493" y="549691"/>
                  </a:lnTo>
                  <a:lnTo>
                    <a:pt x="3647197" y="529454"/>
                  </a:lnTo>
                  <a:lnTo>
                    <a:pt x="3591577" y="507576"/>
                  </a:lnTo>
                  <a:lnTo>
                    <a:pt x="3536287" y="484137"/>
                  </a:lnTo>
                  <a:lnTo>
                    <a:pt x="3481092" y="459273"/>
                  </a:lnTo>
                  <a:lnTo>
                    <a:pt x="3425855" y="433183"/>
                  </a:lnTo>
                  <a:lnTo>
                    <a:pt x="3370515" y="406118"/>
                  </a:lnTo>
                  <a:lnTo>
                    <a:pt x="3315072" y="378379"/>
                  </a:lnTo>
                  <a:lnTo>
                    <a:pt x="3259569" y="350299"/>
                  </a:lnTo>
                  <a:lnTo>
                    <a:pt x="3204069" y="322230"/>
                  </a:lnTo>
                  <a:lnTo>
                    <a:pt x="3148631" y="294522"/>
                  </a:lnTo>
                  <a:lnTo>
                    <a:pt x="3093298" y="267506"/>
                  </a:lnTo>
                  <a:lnTo>
                    <a:pt x="3038066" y="241481"/>
                  </a:lnTo>
                  <a:lnTo>
                    <a:pt x="2982870" y="216696"/>
                  </a:lnTo>
                  <a:lnTo>
                    <a:pt x="2927567" y="193345"/>
                  </a:lnTo>
                  <a:lnTo>
                    <a:pt x="2871918" y="171561"/>
                  </a:lnTo>
                  <a:lnTo>
                    <a:pt x="2815570" y="151421"/>
                  </a:lnTo>
                  <a:lnTo>
                    <a:pt x="2758031" y="132944"/>
                  </a:lnTo>
                  <a:lnTo>
                    <a:pt x="2702183" y="117040"/>
                  </a:lnTo>
                  <a:lnTo>
                    <a:pt x="2650310" y="104020"/>
                  </a:lnTo>
                  <a:lnTo>
                    <a:pt x="2595986" y="92130"/>
                  </a:lnTo>
                  <a:lnTo>
                    <a:pt x="2538529" y="81329"/>
                  </a:lnTo>
                  <a:lnTo>
                    <a:pt x="2477187" y="71541"/>
                  </a:lnTo>
                  <a:lnTo>
                    <a:pt x="2411182" y="62671"/>
                  </a:lnTo>
                  <a:lnTo>
                    <a:pt x="2339751" y="54626"/>
                  </a:lnTo>
                  <a:lnTo>
                    <a:pt x="2262201" y="47315"/>
                  </a:lnTo>
                  <a:lnTo>
                    <a:pt x="2177970" y="40658"/>
                  </a:lnTo>
                  <a:lnTo>
                    <a:pt x="2086728" y="34591"/>
                  </a:lnTo>
                  <a:lnTo>
                    <a:pt x="1988488" y="29064"/>
                  </a:lnTo>
                  <a:lnTo>
                    <a:pt x="1883747" y="24041"/>
                  </a:lnTo>
                  <a:lnTo>
                    <a:pt x="1773636" y="19504"/>
                  </a:lnTo>
                  <a:lnTo>
                    <a:pt x="1660039" y="15447"/>
                  </a:lnTo>
                  <a:lnTo>
                    <a:pt x="1545655" y="11875"/>
                  </a:lnTo>
                  <a:lnTo>
                    <a:pt x="1433925" y="8800"/>
                  </a:lnTo>
                  <a:lnTo>
                    <a:pt x="1328800" y="6229"/>
                  </a:lnTo>
                  <a:lnTo>
                    <a:pt x="1234313" y="4161"/>
                  </a:lnTo>
                  <a:lnTo>
                    <a:pt x="1154018" y="2578"/>
                  </a:lnTo>
                  <a:lnTo>
                    <a:pt x="1090403" y="1444"/>
                  </a:lnTo>
                  <a:lnTo>
                    <a:pt x="1044419" y="699"/>
                  </a:lnTo>
                  <a:lnTo>
                    <a:pt x="1015235" y="268"/>
                  </a:lnTo>
                  <a:lnTo>
                    <a:pt x="1000258" y="65"/>
                  </a:lnTo>
                  <a:lnTo>
                    <a:pt x="995325" y="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3" name="pg422"/>
            <p:cNvSpPr/>
            <p:nvPr/>
          </p:nvSpPr>
          <p:spPr>
            <a:xfrm>
              <a:off x="1199187" y="1902185"/>
              <a:ext cx="12049831" cy="1939034"/>
            </a:xfrm>
            <a:custGeom>
              <a:avLst/>
              <a:pathLst>
                <a:path w="12049831" h="1939034">
                  <a:moveTo>
                    <a:pt x="0" y="5240"/>
                  </a:moveTo>
                  <a:lnTo>
                    <a:pt x="994940" y="5240"/>
                  </a:lnTo>
                  <a:lnTo>
                    <a:pt x="996072" y="5254"/>
                  </a:lnTo>
                  <a:lnTo>
                    <a:pt x="1003546" y="5349"/>
                  </a:lnTo>
                  <a:lnTo>
                    <a:pt x="1022489" y="5612"/>
                  </a:lnTo>
                  <a:lnTo>
                    <a:pt x="1056607" y="6130"/>
                  </a:lnTo>
                  <a:lnTo>
                    <a:pt x="1107971" y="6987"/>
                  </a:lnTo>
                  <a:lnTo>
                    <a:pt x="1176859" y="8253"/>
                  </a:lnTo>
                  <a:lnTo>
                    <a:pt x="1261812" y="9980"/>
                  </a:lnTo>
                  <a:lnTo>
                    <a:pt x="1359959" y="12201"/>
                  </a:lnTo>
                  <a:lnTo>
                    <a:pt x="1467535" y="14927"/>
                  </a:lnTo>
                  <a:lnTo>
                    <a:pt x="1580478" y="18155"/>
                  </a:lnTo>
                  <a:lnTo>
                    <a:pt x="1694955" y="21875"/>
                  </a:lnTo>
                  <a:lnTo>
                    <a:pt x="1807736" y="26079"/>
                  </a:lnTo>
                  <a:lnTo>
                    <a:pt x="1916370" y="30763"/>
                  </a:lnTo>
                  <a:lnTo>
                    <a:pt x="2019214" y="35938"/>
                  </a:lnTo>
                  <a:lnTo>
                    <a:pt x="2115345" y="41626"/>
                  </a:lnTo>
                  <a:lnTo>
                    <a:pt x="2204428" y="47867"/>
                  </a:lnTo>
                  <a:lnTo>
                    <a:pt x="2286571" y="54715"/>
                  </a:lnTo>
                  <a:lnTo>
                    <a:pt x="2362185" y="62242"/>
                  </a:lnTo>
                  <a:lnTo>
                    <a:pt x="2431881" y="70529"/>
                  </a:lnTo>
                  <a:lnTo>
                    <a:pt x="2496379" y="79669"/>
                  </a:lnTo>
                  <a:lnTo>
                    <a:pt x="2556453" y="89757"/>
                  </a:lnTo>
                  <a:lnTo>
                    <a:pt x="2612876" y="100883"/>
                  </a:lnTo>
                  <a:lnTo>
                    <a:pt x="2666383" y="113117"/>
                  </a:lnTo>
                  <a:lnTo>
                    <a:pt x="2702183" y="122281"/>
                  </a:lnTo>
                  <a:lnTo>
                    <a:pt x="2761439" y="139219"/>
                  </a:lnTo>
                  <a:lnTo>
                    <a:pt x="2818892" y="157794"/>
                  </a:lnTo>
                  <a:lnTo>
                    <a:pt x="2875188" y="178031"/>
                  </a:lnTo>
                  <a:lnTo>
                    <a:pt x="2930808" y="199909"/>
                  </a:lnTo>
                  <a:lnTo>
                    <a:pt x="2986098" y="223348"/>
                  </a:lnTo>
                  <a:lnTo>
                    <a:pt x="3041293" y="248211"/>
                  </a:lnTo>
                  <a:lnTo>
                    <a:pt x="3096530" y="274302"/>
                  </a:lnTo>
                  <a:lnTo>
                    <a:pt x="3151870" y="301366"/>
                  </a:lnTo>
                  <a:lnTo>
                    <a:pt x="3207313" y="329105"/>
                  </a:lnTo>
                  <a:lnTo>
                    <a:pt x="3262816" y="357185"/>
                  </a:lnTo>
                  <a:lnTo>
                    <a:pt x="3318316" y="385255"/>
                  </a:lnTo>
                  <a:lnTo>
                    <a:pt x="3373754" y="412963"/>
                  </a:lnTo>
                  <a:lnTo>
                    <a:pt x="3429087" y="439979"/>
                  </a:lnTo>
                  <a:lnTo>
                    <a:pt x="3484319" y="466004"/>
                  </a:lnTo>
                  <a:lnTo>
                    <a:pt x="3539515" y="490789"/>
                  </a:lnTo>
                  <a:lnTo>
                    <a:pt x="3594818" y="514140"/>
                  </a:lnTo>
                  <a:lnTo>
                    <a:pt x="3650467" y="535923"/>
                  </a:lnTo>
                  <a:lnTo>
                    <a:pt x="3706815" y="556063"/>
                  </a:lnTo>
                  <a:lnTo>
                    <a:pt x="3764354" y="574541"/>
                  </a:lnTo>
                  <a:lnTo>
                    <a:pt x="3820202" y="590444"/>
                  </a:lnTo>
                  <a:lnTo>
                    <a:pt x="3872075" y="603465"/>
                  </a:lnTo>
                  <a:lnTo>
                    <a:pt x="3926399" y="615355"/>
                  </a:lnTo>
                  <a:lnTo>
                    <a:pt x="3983856" y="626156"/>
                  </a:lnTo>
                  <a:lnTo>
                    <a:pt x="4045198" y="635944"/>
                  </a:lnTo>
                  <a:lnTo>
                    <a:pt x="4111203" y="644813"/>
                  </a:lnTo>
                  <a:lnTo>
                    <a:pt x="4182633" y="652859"/>
                  </a:lnTo>
                  <a:lnTo>
                    <a:pt x="4260184" y="660170"/>
                  </a:lnTo>
                  <a:lnTo>
                    <a:pt x="4344415" y="666826"/>
                  </a:lnTo>
                  <a:lnTo>
                    <a:pt x="4435657" y="672893"/>
                  </a:lnTo>
                  <a:lnTo>
                    <a:pt x="4533897" y="678421"/>
                  </a:lnTo>
                  <a:lnTo>
                    <a:pt x="4638638" y="683444"/>
                  </a:lnTo>
                  <a:lnTo>
                    <a:pt x="4748749" y="687981"/>
                  </a:lnTo>
                  <a:lnTo>
                    <a:pt x="4862346" y="692038"/>
                  </a:lnTo>
                  <a:lnTo>
                    <a:pt x="4976730" y="695609"/>
                  </a:lnTo>
                  <a:lnTo>
                    <a:pt x="5088460" y="698685"/>
                  </a:lnTo>
                  <a:lnTo>
                    <a:pt x="5193585" y="701256"/>
                  </a:lnTo>
                  <a:lnTo>
                    <a:pt x="5288072" y="703324"/>
                  </a:lnTo>
                  <a:lnTo>
                    <a:pt x="5368367" y="704906"/>
                  </a:lnTo>
                  <a:lnTo>
                    <a:pt x="5431982" y="706041"/>
                  </a:lnTo>
                  <a:lnTo>
                    <a:pt x="5477966" y="706786"/>
                  </a:lnTo>
                  <a:lnTo>
                    <a:pt x="5507150" y="707217"/>
                  </a:lnTo>
                  <a:lnTo>
                    <a:pt x="5522127" y="707419"/>
                  </a:lnTo>
                  <a:lnTo>
                    <a:pt x="5527060" y="707481"/>
                  </a:lnTo>
                  <a:lnTo>
                    <a:pt x="5527445" y="707485"/>
                  </a:lnTo>
                  <a:lnTo>
                    <a:pt x="6522385" y="707485"/>
                  </a:lnTo>
                  <a:lnTo>
                    <a:pt x="6523510" y="707508"/>
                  </a:lnTo>
                  <a:lnTo>
                    <a:pt x="6530932" y="707674"/>
                  </a:lnTo>
                  <a:lnTo>
                    <a:pt x="6549746" y="708132"/>
                  </a:lnTo>
                  <a:lnTo>
                    <a:pt x="6583643" y="709035"/>
                  </a:lnTo>
                  <a:lnTo>
                    <a:pt x="6634692" y="710526"/>
                  </a:lnTo>
                  <a:lnTo>
                    <a:pt x="6703187" y="712730"/>
                  </a:lnTo>
                  <a:lnTo>
                    <a:pt x="6787704" y="715739"/>
                  </a:lnTo>
                  <a:lnTo>
                    <a:pt x="6885408" y="719609"/>
                  </a:lnTo>
                  <a:lnTo>
                    <a:pt x="6992573" y="724359"/>
                  </a:lnTo>
                  <a:lnTo>
                    <a:pt x="7105166" y="729987"/>
                  </a:lnTo>
                  <a:lnTo>
                    <a:pt x="7219372" y="736474"/>
                  </a:lnTo>
                  <a:lnTo>
                    <a:pt x="7331965" y="743805"/>
                  </a:lnTo>
                  <a:lnTo>
                    <a:pt x="7440490" y="751975"/>
                  </a:lnTo>
                  <a:lnTo>
                    <a:pt x="7543292" y="760999"/>
                  </a:lnTo>
                  <a:lnTo>
                    <a:pt x="7639434" y="770918"/>
                  </a:lnTo>
                  <a:lnTo>
                    <a:pt x="7728566" y="781799"/>
                  </a:lnTo>
                  <a:lnTo>
                    <a:pt x="7810780" y="793736"/>
                  </a:lnTo>
                  <a:lnTo>
                    <a:pt x="7886475" y="806851"/>
                  </a:lnTo>
                  <a:lnTo>
                    <a:pt x="7956251" y="821287"/>
                  </a:lnTo>
                  <a:lnTo>
                    <a:pt x="8020820" y="837202"/>
                  </a:lnTo>
                  <a:lnTo>
                    <a:pt x="8080949" y="854766"/>
                  </a:lnTo>
                  <a:lnTo>
                    <a:pt x="8137406" y="874134"/>
                  </a:lnTo>
                  <a:lnTo>
                    <a:pt x="8190924" y="895429"/>
                  </a:lnTo>
                  <a:lnTo>
                    <a:pt x="8229629" y="912743"/>
                  </a:lnTo>
                  <a:lnTo>
                    <a:pt x="8285083" y="940425"/>
                  </a:lnTo>
                  <a:lnTo>
                    <a:pt x="8338921" y="970609"/>
                  </a:lnTo>
                  <a:lnTo>
                    <a:pt x="8391685" y="1003341"/>
                  </a:lnTo>
                  <a:lnTo>
                    <a:pt x="8443788" y="1038601"/>
                  </a:lnTo>
                  <a:lnTo>
                    <a:pt x="8495535" y="1076295"/>
                  </a:lnTo>
                  <a:lnTo>
                    <a:pt x="8547142" y="1116252"/>
                  </a:lnTo>
                  <a:lnTo>
                    <a:pt x="8598749" y="1158218"/>
                  </a:lnTo>
                  <a:lnTo>
                    <a:pt x="8650430" y="1201865"/>
                  </a:lnTo>
                  <a:lnTo>
                    <a:pt x="8702206" y="1246794"/>
                  </a:lnTo>
                  <a:lnTo>
                    <a:pt x="8754061" y="1292550"/>
                  </a:lnTo>
                  <a:lnTo>
                    <a:pt x="8805950" y="1338643"/>
                  </a:lnTo>
                  <a:lnTo>
                    <a:pt x="8857822" y="1384568"/>
                  </a:lnTo>
                  <a:lnTo>
                    <a:pt x="8909628" y="1429824"/>
                  </a:lnTo>
                  <a:lnTo>
                    <a:pt x="8961340" y="1473945"/>
                  </a:lnTo>
                  <a:lnTo>
                    <a:pt x="9012966" y="1516511"/>
                  </a:lnTo>
                  <a:lnTo>
                    <a:pt x="9064561" y="1557168"/>
                  </a:lnTo>
                  <a:lnTo>
                    <a:pt x="9116242" y="1595638"/>
                  </a:lnTo>
                  <a:lnTo>
                    <a:pt x="9168197" y="1631722"/>
                  </a:lnTo>
                  <a:lnTo>
                    <a:pt x="9220701" y="1665301"/>
                  </a:lnTo>
                  <a:lnTo>
                    <a:pt x="9274128" y="1696331"/>
                  </a:lnTo>
                  <a:lnTo>
                    <a:pt x="9328975" y="1724837"/>
                  </a:lnTo>
                  <a:lnTo>
                    <a:pt x="9347647" y="1733776"/>
                  </a:lnTo>
                  <a:lnTo>
                    <a:pt x="9399393" y="1756557"/>
                  </a:lnTo>
                  <a:lnTo>
                    <a:pt x="9453575" y="1777366"/>
                  </a:lnTo>
                  <a:lnTo>
                    <a:pt x="9510873" y="1796273"/>
                  </a:lnTo>
                  <a:lnTo>
                    <a:pt x="9572031" y="1813413"/>
                  </a:lnTo>
                  <a:lnTo>
                    <a:pt x="9637822" y="1828946"/>
                  </a:lnTo>
                  <a:lnTo>
                    <a:pt x="9709003" y="1843039"/>
                  </a:lnTo>
                  <a:lnTo>
                    <a:pt x="9786266" y="1855849"/>
                  </a:lnTo>
                  <a:lnTo>
                    <a:pt x="9870169" y="1867514"/>
                  </a:lnTo>
                  <a:lnTo>
                    <a:pt x="9961046" y="1878148"/>
                  </a:lnTo>
                  <a:lnTo>
                    <a:pt x="10058893" y="1887840"/>
                  </a:lnTo>
                  <a:lnTo>
                    <a:pt x="10163228" y="1896649"/>
                  </a:lnTo>
                  <a:lnTo>
                    <a:pt x="10272947" y="1904611"/>
                  </a:lnTo>
                  <a:lnTo>
                    <a:pt x="10386201" y="1911734"/>
                  </a:lnTo>
                  <a:lnTo>
                    <a:pt x="10500335" y="1918009"/>
                  </a:lnTo>
                  <a:lnTo>
                    <a:pt x="10611953" y="1923421"/>
                  </a:lnTo>
                  <a:lnTo>
                    <a:pt x="10717145" y="1927952"/>
                  </a:lnTo>
                  <a:lnTo>
                    <a:pt x="10811900" y="1931605"/>
                  </a:lnTo>
                  <a:lnTo>
                    <a:pt x="10892659" y="1934408"/>
                  </a:lnTo>
                  <a:lnTo>
                    <a:pt x="10956896" y="1936425"/>
                  </a:lnTo>
                  <a:lnTo>
                    <a:pt x="11003592" y="1937758"/>
                  </a:lnTo>
                  <a:lnTo>
                    <a:pt x="11033487" y="1938536"/>
                  </a:lnTo>
                  <a:lnTo>
                    <a:pt x="11049073" y="1938908"/>
                  </a:lnTo>
                  <a:lnTo>
                    <a:pt x="11054407" y="1939024"/>
                  </a:lnTo>
                  <a:lnTo>
                    <a:pt x="11054891" y="1939034"/>
                  </a:lnTo>
                  <a:lnTo>
                    <a:pt x="12049831" y="1939034"/>
                  </a:lnTo>
                  <a:lnTo>
                    <a:pt x="12049831" y="1933793"/>
                  </a:lnTo>
                  <a:lnTo>
                    <a:pt x="11054891" y="1933793"/>
                  </a:lnTo>
                  <a:lnTo>
                    <a:pt x="11053767" y="1933770"/>
                  </a:lnTo>
                  <a:lnTo>
                    <a:pt x="11046344" y="1933604"/>
                  </a:lnTo>
                  <a:lnTo>
                    <a:pt x="11027530" y="1933147"/>
                  </a:lnTo>
                  <a:lnTo>
                    <a:pt x="10993633" y="1932244"/>
                  </a:lnTo>
                  <a:lnTo>
                    <a:pt x="10942585" y="1930753"/>
                  </a:lnTo>
                  <a:lnTo>
                    <a:pt x="10874089" y="1928548"/>
                  </a:lnTo>
                  <a:lnTo>
                    <a:pt x="10789573" y="1925539"/>
                  </a:lnTo>
                  <a:lnTo>
                    <a:pt x="10691868" y="1921670"/>
                  </a:lnTo>
                  <a:lnTo>
                    <a:pt x="10584703" y="1916919"/>
                  </a:lnTo>
                  <a:lnTo>
                    <a:pt x="10472110" y="1911292"/>
                  </a:lnTo>
                  <a:lnTo>
                    <a:pt x="10357904" y="1904804"/>
                  </a:lnTo>
                  <a:lnTo>
                    <a:pt x="10245311" y="1897473"/>
                  </a:lnTo>
                  <a:lnTo>
                    <a:pt x="10136786" y="1889303"/>
                  </a:lnTo>
                  <a:lnTo>
                    <a:pt x="10033985" y="1880279"/>
                  </a:lnTo>
                  <a:lnTo>
                    <a:pt x="9937843" y="1870360"/>
                  </a:lnTo>
                  <a:lnTo>
                    <a:pt x="9848711" y="1859480"/>
                  </a:lnTo>
                  <a:lnTo>
                    <a:pt x="9766497" y="1847542"/>
                  </a:lnTo>
                  <a:lnTo>
                    <a:pt x="9690801" y="1834427"/>
                  </a:lnTo>
                  <a:lnTo>
                    <a:pt x="9621026" y="1819992"/>
                  </a:lnTo>
                  <a:lnTo>
                    <a:pt x="9556456" y="1804076"/>
                  </a:lnTo>
                  <a:lnTo>
                    <a:pt x="9496327" y="1786513"/>
                  </a:lnTo>
                  <a:lnTo>
                    <a:pt x="9439870" y="1767145"/>
                  </a:lnTo>
                  <a:lnTo>
                    <a:pt x="9386352" y="1745849"/>
                  </a:lnTo>
                  <a:lnTo>
                    <a:pt x="9347647" y="1728535"/>
                  </a:lnTo>
                  <a:lnTo>
                    <a:pt x="9292193" y="1700854"/>
                  </a:lnTo>
                  <a:lnTo>
                    <a:pt x="9238355" y="1670669"/>
                  </a:lnTo>
                  <a:lnTo>
                    <a:pt x="9185591" y="1637937"/>
                  </a:lnTo>
                  <a:lnTo>
                    <a:pt x="9133489" y="1602677"/>
                  </a:lnTo>
                  <a:lnTo>
                    <a:pt x="9081742" y="1564983"/>
                  </a:lnTo>
                  <a:lnTo>
                    <a:pt x="9030134" y="1525027"/>
                  </a:lnTo>
                  <a:lnTo>
                    <a:pt x="8978527" y="1483060"/>
                  </a:lnTo>
                  <a:lnTo>
                    <a:pt x="8926847" y="1439413"/>
                  </a:lnTo>
                  <a:lnTo>
                    <a:pt x="8875070" y="1394485"/>
                  </a:lnTo>
                  <a:lnTo>
                    <a:pt x="8823216" y="1348728"/>
                  </a:lnTo>
                  <a:lnTo>
                    <a:pt x="8771326" y="1302635"/>
                  </a:lnTo>
                  <a:lnTo>
                    <a:pt x="8719454" y="1256711"/>
                  </a:lnTo>
                  <a:lnTo>
                    <a:pt x="8667649" y="1211454"/>
                  </a:lnTo>
                  <a:lnTo>
                    <a:pt x="8615936" y="1167334"/>
                  </a:lnTo>
                  <a:lnTo>
                    <a:pt x="8564310" y="1124768"/>
                  </a:lnTo>
                  <a:lnTo>
                    <a:pt x="8512715" y="1084110"/>
                  </a:lnTo>
                  <a:lnTo>
                    <a:pt x="8461034" y="1045640"/>
                  </a:lnTo>
                  <a:lnTo>
                    <a:pt x="8409080" y="1009556"/>
                  </a:lnTo>
                  <a:lnTo>
                    <a:pt x="8356576" y="975977"/>
                  </a:lnTo>
                  <a:lnTo>
                    <a:pt x="8303148" y="944947"/>
                  </a:lnTo>
                  <a:lnTo>
                    <a:pt x="8248301" y="916441"/>
                  </a:lnTo>
                  <a:lnTo>
                    <a:pt x="8229629" y="907503"/>
                  </a:lnTo>
                  <a:lnTo>
                    <a:pt x="8177883" y="884721"/>
                  </a:lnTo>
                  <a:lnTo>
                    <a:pt x="8123701" y="863912"/>
                  </a:lnTo>
                  <a:lnTo>
                    <a:pt x="8066404" y="845005"/>
                  </a:lnTo>
                  <a:lnTo>
                    <a:pt x="8005245" y="827866"/>
                  </a:lnTo>
                  <a:lnTo>
                    <a:pt x="7939454" y="812333"/>
                  </a:lnTo>
                  <a:lnTo>
                    <a:pt x="7868273" y="798240"/>
                  </a:lnTo>
                  <a:lnTo>
                    <a:pt x="7791011" y="785429"/>
                  </a:lnTo>
                  <a:lnTo>
                    <a:pt x="7707108" y="773764"/>
                  </a:lnTo>
                  <a:lnTo>
                    <a:pt x="7616230" y="763130"/>
                  </a:lnTo>
                  <a:lnTo>
                    <a:pt x="7518383" y="753439"/>
                  </a:lnTo>
                  <a:lnTo>
                    <a:pt x="7414048" y="744629"/>
                  </a:lnTo>
                  <a:lnTo>
                    <a:pt x="7304329" y="736668"/>
                  </a:lnTo>
                  <a:lnTo>
                    <a:pt x="7191076" y="729545"/>
                  </a:lnTo>
                  <a:lnTo>
                    <a:pt x="7076942" y="723269"/>
                  </a:lnTo>
                  <a:lnTo>
                    <a:pt x="6965324" y="717858"/>
                  </a:lnTo>
                  <a:lnTo>
                    <a:pt x="6860132" y="713326"/>
                  </a:lnTo>
                  <a:lnTo>
                    <a:pt x="6765376" y="709674"/>
                  </a:lnTo>
                  <a:lnTo>
                    <a:pt x="6684617" y="706871"/>
                  </a:lnTo>
                  <a:lnTo>
                    <a:pt x="6620380" y="704853"/>
                  </a:lnTo>
                  <a:lnTo>
                    <a:pt x="6573684" y="703520"/>
                  </a:lnTo>
                  <a:lnTo>
                    <a:pt x="6543789" y="702742"/>
                  </a:lnTo>
                  <a:lnTo>
                    <a:pt x="6528203" y="702371"/>
                  </a:lnTo>
                  <a:lnTo>
                    <a:pt x="6522870" y="702254"/>
                  </a:lnTo>
                  <a:lnTo>
                    <a:pt x="6522385" y="702244"/>
                  </a:lnTo>
                  <a:lnTo>
                    <a:pt x="5527445" y="702244"/>
                  </a:lnTo>
                  <a:lnTo>
                    <a:pt x="5526313" y="702231"/>
                  </a:lnTo>
                  <a:lnTo>
                    <a:pt x="5518839" y="702136"/>
                  </a:lnTo>
                  <a:lnTo>
                    <a:pt x="5499896" y="701873"/>
                  </a:lnTo>
                  <a:lnTo>
                    <a:pt x="5465778" y="701354"/>
                  </a:lnTo>
                  <a:lnTo>
                    <a:pt x="5414414" y="700498"/>
                  </a:lnTo>
                  <a:lnTo>
                    <a:pt x="5345526" y="699232"/>
                  </a:lnTo>
                  <a:lnTo>
                    <a:pt x="5260573" y="697505"/>
                  </a:lnTo>
                  <a:lnTo>
                    <a:pt x="5162426" y="695284"/>
                  </a:lnTo>
                  <a:lnTo>
                    <a:pt x="5054850" y="692558"/>
                  </a:lnTo>
                  <a:lnTo>
                    <a:pt x="4941907" y="689330"/>
                  </a:lnTo>
                  <a:lnTo>
                    <a:pt x="4827430" y="685609"/>
                  </a:lnTo>
                  <a:lnTo>
                    <a:pt x="4714649" y="681406"/>
                  </a:lnTo>
                  <a:lnTo>
                    <a:pt x="4606015" y="676721"/>
                  </a:lnTo>
                  <a:lnTo>
                    <a:pt x="4503171" y="671547"/>
                  </a:lnTo>
                  <a:lnTo>
                    <a:pt x="4407040" y="665859"/>
                  </a:lnTo>
                  <a:lnTo>
                    <a:pt x="4317957" y="659618"/>
                  </a:lnTo>
                  <a:lnTo>
                    <a:pt x="4235814" y="652769"/>
                  </a:lnTo>
                  <a:lnTo>
                    <a:pt x="4160200" y="645243"/>
                  </a:lnTo>
                  <a:lnTo>
                    <a:pt x="4090504" y="636956"/>
                  </a:lnTo>
                  <a:lnTo>
                    <a:pt x="4026006" y="627816"/>
                  </a:lnTo>
                  <a:lnTo>
                    <a:pt x="3965932" y="617728"/>
                  </a:lnTo>
                  <a:lnTo>
                    <a:pt x="3909509" y="606601"/>
                  </a:lnTo>
                  <a:lnTo>
                    <a:pt x="3856002" y="594368"/>
                  </a:lnTo>
                  <a:lnTo>
                    <a:pt x="3820202" y="585204"/>
                  </a:lnTo>
                  <a:lnTo>
                    <a:pt x="3760946" y="568265"/>
                  </a:lnTo>
                  <a:lnTo>
                    <a:pt x="3703493" y="549691"/>
                  </a:lnTo>
                  <a:lnTo>
                    <a:pt x="3647197" y="529454"/>
                  </a:lnTo>
                  <a:lnTo>
                    <a:pt x="3591577" y="507576"/>
                  </a:lnTo>
                  <a:lnTo>
                    <a:pt x="3536287" y="484137"/>
                  </a:lnTo>
                  <a:lnTo>
                    <a:pt x="3481092" y="459273"/>
                  </a:lnTo>
                  <a:lnTo>
                    <a:pt x="3425855" y="433183"/>
                  </a:lnTo>
                  <a:lnTo>
                    <a:pt x="3370515" y="406118"/>
                  </a:lnTo>
                  <a:lnTo>
                    <a:pt x="3315072" y="378379"/>
                  </a:lnTo>
                  <a:lnTo>
                    <a:pt x="3259569" y="350299"/>
                  </a:lnTo>
                  <a:lnTo>
                    <a:pt x="3204069" y="322230"/>
                  </a:lnTo>
                  <a:lnTo>
                    <a:pt x="3148631" y="294522"/>
                  </a:lnTo>
                  <a:lnTo>
                    <a:pt x="3093298" y="267506"/>
                  </a:lnTo>
                  <a:lnTo>
                    <a:pt x="3038066" y="241481"/>
                  </a:lnTo>
                  <a:lnTo>
                    <a:pt x="2982870" y="216696"/>
                  </a:lnTo>
                  <a:lnTo>
                    <a:pt x="2927567" y="193345"/>
                  </a:lnTo>
                  <a:lnTo>
                    <a:pt x="2871918" y="171561"/>
                  </a:lnTo>
                  <a:lnTo>
                    <a:pt x="2815570" y="151421"/>
                  </a:lnTo>
                  <a:lnTo>
                    <a:pt x="2758031" y="132944"/>
                  </a:lnTo>
                  <a:lnTo>
                    <a:pt x="2702183" y="117040"/>
                  </a:lnTo>
                  <a:lnTo>
                    <a:pt x="2650310" y="104020"/>
                  </a:lnTo>
                  <a:lnTo>
                    <a:pt x="2595986" y="92130"/>
                  </a:lnTo>
                  <a:lnTo>
                    <a:pt x="2538529" y="81329"/>
                  </a:lnTo>
                  <a:lnTo>
                    <a:pt x="2477187" y="71541"/>
                  </a:lnTo>
                  <a:lnTo>
                    <a:pt x="2411182" y="62671"/>
                  </a:lnTo>
                  <a:lnTo>
                    <a:pt x="2339751" y="54626"/>
                  </a:lnTo>
                  <a:lnTo>
                    <a:pt x="2262201" y="47315"/>
                  </a:lnTo>
                  <a:lnTo>
                    <a:pt x="2177970" y="40658"/>
                  </a:lnTo>
                  <a:lnTo>
                    <a:pt x="2086728" y="34591"/>
                  </a:lnTo>
                  <a:lnTo>
                    <a:pt x="1988488" y="29064"/>
                  </a:lnTo>
                  <a:lnTo>
                    <a:pt x="1883747" y="24041"/>
                  </a:lnTo>
                  <a:lnTo>
                    <a:pt x="1773636" y="19504"/>
                  </a:lnTo>
                  <a:lnTo>
                    <a:pt x="1660039" y="15447"/>
                  </a:lnTo>
                  <a:lnTo>
                    <a:pt x="1545655" y="11875"/>
                  </a:lnTo>
                  <a:lnTo>
                    <a:pt x="1433925" y="8800"/>
                  </a:lnTo>
                  <a:lnTo>
                    <a:pt x="1328800" y="6229"/>
                  </a:lnTo>
                  <a:lnTo>
                    <a:pt x="1234313" y="4161"/>
                  </a:lnTo>
                  <a:lnTo>
                    <a:pt x="1154018" y="2578"/>
                  </a:lnTo>
                  <a:lnTo>
                    <a:pt x="1090403" y="1444"/>
                  </a:lnTo>
                  <a:lnTo>
                    <a:pt x="1044419" y="699"/>
                  </a:lnTo>
                  <a:lnTo>
                    <a:pt x="1015235" y="268"/>
                  </a:lnTo>
                  <a:lnTo>
                    <a:pt x="1000258" y="65"/>
                  </a:lnTo>
                  <a:lnTo>
                    <a:pt x="995325" y="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24" name="pl423"/>
            <p:cNvSpPr/>
            <p:nvPr/>
          </p:nvSpPr>
          <p:spPr>
            <a:xfrm>
              <a:off x="1199187" y="1907426"/>
              <a:ext cx="12049831" cy="1933793"/>
            </a:xfrm>
            <a:custGeom>
              <a:avLst/>
              <a:pathLst>
                <a:path w="12049831" h="1933793">
                  <a:moveTo>
                    <a:pt x="0" y="0"/>
                  </a:moveTo>
                  <a:lnTo>
                    <a:pt x="994940" y="0"/>
                  </a:lnTo>
                  <a:lnTo>
                    <a:pt x="996072" y="13"/>
                  </a:lnTo>
                  <a:lnTo>
                    <a:pt x="1003546" y="108"/>
                  </a:lnTo>
                  <a:lnTo>
                    <a:pt x="1022489" y="371"/>
                  </a:lnTo>
                  <a:lnTo>
                    <a:pt x="1056607" y="889"/>
                  </a:lnTo>
                  <a:lnTo>
                    <a:pt x="1107971" y="1746"/>
                  </a:lnTo>
                  <a:lnTo>
                    <a:pt x="1176859" y="3012"/>
                  </a:lnTo>
                  <a:lnTo>
                    <a:pt x="1261812" y="4739"/>
                  </a:lnTo>
                  <a:lnTo>
                    <a:pt x="1359959" y="6960"/>
                  </a:lnTo>
                  <a:lnTo>
                    <a:pt x="1467535" y="9686"/>
                  </a:lnTo>
                  <a:lnTo>
                    <a:pt x="1580478" y="12914"/>
                  </a:lnTo>
                  <a:lnTo>
                    <a:pt x="1694955" y="16635"/>
                  </a:lnTo>
                  <a:lnTo>
                    <a:pt x="1807736" y="20838"/>
                  </a:lnTo>
                  <a:lnTo>
                    <a:pt x="1916370" y="25523"/>
                  </a:lnTo>
                  <a:lnTo>
                    <a:pt x="2019214" y="30697"/>
                  </a:lnTo>
                  <a:lnTo>
                    <a:pt x="2115345" y="36385"/>
                  </a:lnTo>
                  <a:lnTo>
                    <a:pt x="2204428" y="42626"/>
                  </a:lnTo>
                  <a:lnTo>
                    <a:pt x="2286571" y="49475"/>
                  </a:lnTo>
                  <a:lnTo>
                    <a:pt x="2362185" y="57001"/>
                  </a:lnTo>
                  <a:lnTo>
                    <a:pt x="2431881" y="65288"/>
                  </a:lnTo>
                  <a:lnTo>
                    <a:pt x="2496379" y="74428"/>
                  </a:lnTo>
                  <a:lnTo>
                    <a:pt x="2556453" y="84516"/>
                  </a:lnTo>
                  <a:lnTo>
                    <a:pt x="2612876" y="95643"/>
                  </a:lnTo>
                  <a:lnTo>
                    <a:pt x="2666383" y="107876"/>
                  </a:lnTo>
                  <a:lnTo>
                    <a:pt x="2702183" y="117040"/>
                  </a:lnTo>
                  <a:lnTo>
                    <a:pt x="2761439" y="133979"/>
                  </a:lnTo>
                  <a:lnTo>
                    <a:pt x="2818892" y="152553"/>
                  </a:lnTo>
                  <a:lnTo>
                    <a:pt x="2875188" y="172790"/>
                  </a:lnTo>
                  <a:lnTo>
                    <a:pt x="2930808" y="194668"/>
                  </a:lnTo>
                  <a:lnTo>
                    <a:pt x="2986098" y="218107"/>
                  </a:lnTo>
                  <a:lnTo>
                    <a:pt x="3041293" y="242971"/>
                  </a:lnTo>
                  <a:lnTo>
                    <a:pt x="3096530" y="269061"/>
                  </a:lnTo>
                  <a:lnTo>
                    <a:pt x="3151870" y="296126"/>
                  </a:lnTo>
                  <a:lnTo>
                    <a:pt x="3207313" y="323865"/>
                  </a:lnTo>
                  <a:lnTo>
                    <a:pt x="3262816" y="351945"/>
                  </a:lnTo>
                  <a:lnTo>
                    <a:pt x="3318316" y="380014"/>
                  </a:lnTo>
                  <a:lnTo>
                    <a:pt x="3373754" y="407722"/>
                  </a:lnTo>
                  <a:lnTo>
                    <a:pt x="3429087" y="434738"/>
                  </a:lnTo>
                  <a:lnTo>
                    <a:pt x="3484319" y="460763"/>
                  </a:lnTo>
                  <a:lnTo>
                    <a:pt x="3539515" y="485548"/>
                  </a:lnTo>
                  <a:lnTo>
                    <a:pt x="3594818" y="508899"/>
                  </a:lnTo>
                  <a:lnTo>
                    <a:pt x="3650467" y="530682"/>
                  </a:lnTo>
                  <a:lnTo>
                    <a:pt x="3706815" y="550823"/>
                  </a:lnTo>
                  <a:lnTo>
                    <a:pt x="3764354" y="569300"/>
                  </a:lnTo>
                  <a:lnTo>
                    <a:pt x="3820202" y="585204"/>
                  </a:lnTo>
                  <a:lnTo>
                    <a:pt x="3872075" y="598224"/>
                  </a:lnTo>
                  <a:lnTo>
                    <a:pt x="3926399" y="610114"/>
                  </a:lnTo>
                  <a:lnTo>
                    <a:pt x="3983856" y="620915"/>
                  </a:lnTo>
                  <a:lnTo>
                    <a:pt x="4045198" y="630703"/>
                  </a:lnTo>
                  <a:lnTo>
                    <a:pt x="4111203" y="639573"/>
                  </a:lnTo>
                  <a:lnTo>
                    <a:pt x="4182633" y="647618"/>
                  </a:lnTo>
                  <a:lnTo>
                    <a:pt x="4260184" y="654929"/>
                  </a:lnTo>
                  <a:lnTo>
                    <a:pt x="4344415" y="661586"/>
                  </a:lnTo>
                  <a:lnTo>
                    <a:pt x="4435657" y="667653"/>
                  </a:lnTo>
                  <a:lnTo>
                    <a:pt x="4533897" y="673180"/>
                  </a:lnTo>
                  <a:lnTo>
                    <a:pt x="4638638" y="678203"/>
                  </a:lnTo>
                  <a:lnTo>
                    <a:pt x="4748749" y="682740"/>
                  </a:lnTo>
                  <a:lnTo>
                    <a:pt x="4862346" y="686797"/>
                  </a:lnTo>
                  <a:lnTo>
                    <a:pt x="4976730" y="690369"/>
                  </a:lnTo>
                  <a:lnTo>
                    <a:pt x="5088460" y="693444"/>
                  </a:lnTo>
                  <a:lnTo>
                    <a:pt x="5193585" y="696015"/>
                  </a:lnTo>
                  <a:lnTo>
                    <a:pt x="5288072" y="698083"/>
                  </a:lnTo>
                  <a:lnTo>
                    <a:pt x="5368367" y="699666"/>
                  </a:lnTo>
                  <a:lnTo>
                    <a:pt x="5431982" y="700800"/>
                  </a:lnTo>
                  <a:lnTo>
                    <a:pt x="5477966" y="701545"/>
                  </a:lnTo>
                  <a:lnTo>
                    <a:pt x="5507150" y="701976"/>
                  </a:lnTo>
                  <a:lnTo>
                    <a:pt x="5522127" y="702179"/>
                  </a:lnTo>
                  <a:lnTo>
                    <a:pt x="5527060" y="702240"/>
                  </a:lnTo>
                  <a:lnTo>
                    <a:pt x="5527445" y="702244"/>
                  </a:lnTo>
                  <a:lnTo>
                    <a:pt x="6522385" y="702244"/>
                  </a:lnTo>
                  <a:lnTo>
                    <a:pt x="6523510" y="702268"/>
                  </a:lnTo>
                  <a:lnTo>
                    <a:pt x="6530932" y="702433"/>
                  </a:lnTo>
                  <a:lnTo>
                    <a:pt x="6549746" y="702891"/>
                  </a:lnTo>
                  <a:lnTo>
                    <a:pt x="6583643" y="703794"/>
                  </a:lnTo>
                  <a:lnTo>
                    <a:pt x="6634692" y="705285"/>
                  </a:lnTo>
                  <a:lnTo>
                    <a:pt x="6703187" y="707490"/>
                  </a:lnTo>
                  <a:lnTo>
                    <a:pt x="6787704" y="710499"/>
                  </a:lnTo>
                  <a:lnTo>
                    <a:pt x="6885408" y="714368"/>
                  </a:lnTo>
                  <a:lnTo>
                    <a:pt x="6992573" y="719119"/>
                  </a:lnTo>
                  <a:lnTo>
                    <a:pt x="7105166" y="724746"/>
                  </a:lnTo>
                  <a:lnTo>
                    <a:pt x="7219372" y="731234"/>
                  </a:lnTo>
                  <a:lnTo>
                    <a:pt x="7331965" y="738565"/>
                  </a:lnTo>
                  <a:lnTo>
                    <a:pt x="7440490" y="746735"/>
                  </a:lnTo>
                  <a:lnTo>
                    <a:pt x="7543292" y="755759"/>
                  </a:lnTo>
                  <a:lnTo>
                    <a:pt x="7639434" y="765678"/>
                  </a:lnTo>
                  <a:lnTo>
                    <a:pt x="7728566" y="776558"/>
                  </a:lnTo>
                  <a:lnTo>
                    <a:pt x="7810780" y="788496"/>
                  </a:lnTo>
                  <a:lnTo>
                    <a:pt x="7886475" y="801611"/>
                  </a:lnTo>
                  <a:lnTo>
                    <a:pt x="7956251" y="816046"/>
                  </a:lnTo>
                  <a:lnTo>
                    <a:pt x="8020820" y="831962"/>
                  </a:lnTo>
                  <a:lnTo>
                    <a:pt x="8080949" y="849525"/>
                  </a:lnTo>
                  <a:lnTo>
                    <a:pt x="8137406" y="868893"/>
                  </a:lnTo>
                  <a:lnTo>
                    <a:pt x="8190924" y="890189"/>
                  </a:lnTo>
                  <a:lnTo>
                    <a:pt x="8229629" y="907503"/>
                  </a:lnTo>
                  <a:lnTo>
                    <a:pt x="8285083" y="935184"/>
                  </a:lnTo>
                  <a:lnTo>
                    <a:pt x="8338921" y="965369"/>
                  </a:lnTo>
                  <a:lnTo>
                    <a:pt x="8391685" y="998101"/>
                  </a:lnTo>
                  <a:lnTo>
                    <a:pt x="8443788" y="1033361"/>
                  </a:lnTo>
                  <a:lnTo>
                    <a:pt x="8495535" y="1071055"/>
                  </a:lnTo>
                  <a:lnTo>
                    <a:pt x="8547142" y="1111011"/>
                  </a:lnTo>
                  <a:lnTo>
                    <a:pt x="8598749" y="1152978"/>
                  </a:lnTo>
                  <a:lnTo>
                    <a:pt x="8650430" y="1196625"/>
                  </a:lnTo>
                  <a:lnTo>
                    <a:pt x="8702206" y="1241553"/>
                  </a:lnTo>
                  <a:lnTo>
                    <a:pt x="8754061" y="1287310"/>
                  </a:lnTo>
                  <a:lnTo>
                    <a:pt x="8805950" y="1333403"/>
                  </a:lnTo>
                  <a:lnTo>
                    <a:pt x="8857822" y="1379327"/>
                  </a:lnTo>
                  <a:lnTo>
                    <a:pt x="8909628" y="1424584"/>
                  </a:lnTo>
                  <a:lnTo>
                    <a:pt x="8961340" y="1468704"/>
                  </a:lnTo>
                  <a:lnTo>
                    <a:pt x="9012966" y="1511270"/>
                  </a:lnTo>
                  <a:lnTo>
                    <a:pt x="9064561" y="1551928"/>
                  </a:lnTo>
                  <a:lnTo>
                    <a:pt x="9116242" y="1590398"/>
                  </a:lnTo>
                  <a:lnTo>
                    <a:pt x="9168197" y="1626482"/>
                  </a:lnTo>
                  <a:lnTo>
                    <a:pt x="9220701" y="1660061"/>
                  </a:lnTo>
                  <a:lnTo>
                    <a:pt x="9274128" y="1691091"/>
                  </a:lnTo>
                  <a:lnTo>
                    <a:pt x="9328975" y="1719597"/>
                  </a:lnTo>
                  <a:lnTo>
                    <a:pt x="9347647" y="1728535"/>
                  </a:lnTo>
                  <a:lnTo>
                    <a:pt x="9399393" y="1751317"/>
                  </a:lnTo>
                  <a:lnTo>
                    <a:pt x="9453575" y="1772126"/>
                  </a:lnTo>
                  <a:lnTo>
                    <a:pt x="9510873" y="1791033"/>
                  </a:lnTo>
                  <a:lnTo>
                    <a:pt x="9572031" y="1808172"/>
                  </a:lnTo>
                  <a:lnTo>
                    <a:pt x="9637822" y="1823705"/>
                  </a:lnTo>
                  <a:lnTo>
                    <a:pt x="9709003" y="1837798"/>
                  </a:lnTo>
                  <a:lnTo>
                    <a:pt x="9786266" y="1850609"/>
                  </a:lnTo>
                  <a:lnTo>
                    <a:pt x="9870169" y="1862274"/>
                  </a:lnTo>
                  <a:lnTo>
                    <a:pt x="9961046" y="1872908"/>
                  </a:lnTo>
                  <a:lnTo>
                    <a:pt x="10058893" y="1882599"/>
                  </a:lnTo>
                  <a:lnTo>
                    <a:pt x="10163228" y="1891409"/>
                  </a:lnTo>
                  <a:lnTo>
                    <a:pt x="10272947" y="1899370"/>
                  </a:lnTo>
                  <a:lnTo>
                    <a:pt x="10386201" y="1906493"/>
                  </a:lnTo>
                  <a:lnTo>
                    <a:pt x="10500335" y="1912769"/>
                  </a:lnTo>
                  <a:lnTo>
                    <a:pt x="10611953" y="1918180"/>
                  </a:lnTo>
                  <a:lnTo>
                    <a:pt x="10717145" y="1922712"/>
                  </a:lnTo>
                  <a:lnTo>
                    <a:pt x="10811900" y="1926364"/>
                  </a:lnTo>
                  <a:lnTo>
                    <a:pt x="10892659" y="1929167"/>
                  </a:lnTo>
                  <a:lnTo>
                    <a:pt x="10956896" y="1931185"/>
                  </a:lnTo>
                  <a:lnTo>
                    <a:pt x="11003592" y="1932518"/>
                  </a:lnTo>
                  <a:lnTo>
                    <a:pt x="11033487" y="1933296"/>
                  </a:lnTo>
                  <a:lnTo>
                    <a:pt x="11049073" y="1933667"/>
                  </a:lnTo>
                  <a:lnTo>
                    <a:pt x="11054407" y="1933784"/>
                  </a:lnTo>
                  <a:lnTo>
                    <a:pt x="11054891" y="1933793"/>
                  </a:lnTo>
                  <a:lnTo>
                    <a:pt x="12049831" y="1933793"/>
                  </a:lnTo>
                  <a:lnTo>
                    <a:pt x="12049831" y="19337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5" name="pl424"/>
            <p:cNvSpPr/>
            <p:nvPr/>
          </p:nvSpPr>
          <p:spPr>
            <a:xfrm>
              <a:off x="1199187" y="1902185"/>
              <a:ext cx="12049831" cy="1933793"/>
            </a:xfrm>
            <a:custGeom>
              <a:avLst/>
              <a:pathLst>
                <a:path w="12049831" h="1933793">
                  <a:moveTo>
                    <a:pt x="12049831" y="1933793"/>
                  </a:moveTo>
                  <a:lnTo>
                    <a:pt x="11054891" y="1933793"/>
                  </a:lnTo>
                  <a:lnTo>
                    <a:pt x="11053767" y="1933770"/>
                  </a:lnTo>
                  <a:lnTo>
                    <a:pt x="11046344" y="1933604"/>
                  </a:lnTo>
                  <a:lnTo>
                    <a:pt x="11027530" y="1933147"/>
                  </a:lnTo>
                  <a:lnTo>
                    <a:pt x="10993633" y="1932244"/>
                  </a:lnTo>
                  <a:lnTo>
                    <a:pt x="10942585" y="1930753"/>
                  </a:lnTo>
                  <a:lnTo>
                    <a:pt x="10874089" y="1928548"/>
                  </a:lnTo>
                  <a:lnTo>
                    <a:pt x="10789573" y="1925539"/>
                  </a:lnTo>
                  <a:lnTo>
                    <a:pt x="10691868" y="1921670"/>
                  </a:lnTo>
                  <a:lnTo>
                    <a:pt x="10584703" y="1916919"/>
                  </a:lnTo>
                  <a:lnTo>
                    <a:pt x="10472110" y="1911292"/>
                  </a:lnTo>
                  <a:lnTo>
                    <a:pt x="10357904" y="1904804"/>
                  </a:lnTo>
                  <a:lnTo>
                    <a:pt x="10245311" y="1897473"/>
                  </a:lnTo>
                  <a:lnTo>
                    <a:pt x="10136786" y="1889303"/>
                  </a:lnTo>
                  <a:lnTo>
                    <a:pt x="10033985" y="1880279"/>
                  </a:lnTo>
                  <a:lnTo>
                    <a:pt x="9937843" y="1870360"/>
                  </a:lnTo>
                  <a:lnTo>
                    <a:pt x="9848711" y="1859480"/>
                  </a:lnTo>
                  <a:lnTo>
                    <a:pt x="9766497" y="1847542"/>
                  </a:lnTo>
                  <a:lnTo>
                    <a:pt x="9690801" y="1834427"/>
                  </a:lnTo>
                  <a:lnTo>
                    <a:pt x="9621026" y="1819992"/>
                  </a:lnTo>
                  <a:lnTo>
                    <a:pt x="9556456" y="1804076"/>
                  </a:lnTo>
                  <a:lnTo>
                    <a:pt x="9496327" y="1786513"/>
                  </a:lnTo>
                  <a:lnTo>
                    <a:pt x="9439870" y="1767145"/>
                  </a:lnTo>
                  <a:lnTo>
                    <a:pt x="9386352" y="1745849"/>
                  </a:lnTo>
                  <a:lnTo>
                    <a:pt x="9347647" y="1728535"/>
                  </a:lnTo>
                  <a:lnTo>
                    <a:pt x="9292193" y="1700854"/>
                  </a:lnTo>
                  <a:lnTo>
                    <a:pt x="9238355" y="1670669"/>
                  </a:lnTo>
                  <a:lnTo>
                    <a:pt x="9185591" y="1637937"/>
                  </a:lnTo>
                  <a:lnTo>
                    <a:pt x="9133489" y="1602677"/>
                  </a:lnTo>
                  <a:lnTo>
                    <a:pt x="9081742" y="1564983"/>
                  </a:lnTo>
                  <a:lnTo>
                    <a:pt x="9030134" y="1525027"/>
                  </a:lnTo>
                  <a:lnTo>
                    <a:pt x="8978527" y="1483060"/>
                  </a:lnTo>
                  <a:lnTo>
                    <a:pt x="8926847" y="1439413"/>
                  </a:lnTo>
                  <a:lnTo>
                    <a:pt x="8875070" y="1394485"/>
                  </a:lnTo>
                  <a:lnTo>
                    <a:pt x="8823216" y="1348728"/>
                  </a:lnTo>
                  <a:lnTo>
                    <a:pt x="8771326" y="1302635"/>
                  </a:lnTo>
                  <a:lnTo>
                    <a:pt x="8719454" y="1256711"/>
                  </a:lnTo>
                  <a:lnTo>
                    <a:pt x="8667649" y="1211454"/>
                  </a:lnTo>
                  <a:lnTo>
                    <a:pt x="8615936" y="1167334"/>
                  </a:lnTo>
                  <a:lnTo>
                    <a:pt x="8564310" y="1124768"/>
                  </a:lnTo>
                  <a:lnTo>
                    <a:pt x="8512715" y="1084110"/>
                  </a:lnTo>
                  <a:lnTo>
                    <a:pt x="8461034" y="1045640"/>
                  </a:lnTo>
                  <a:lnTo>
                    <a:pt x="8409080" y="1009556"/>
                  </a:lnTo>
                  <a:lnTo>
                    <a:pt x="8356576" y="975977"/>
                  </a:lnTo>
                  <a:lnTo>
                    <a:pt x="8303148" y="944947"/>
                  </a:lnTo>
                  <a:lnTo>
                    <a:pt x="8248301" y="916441"/>
                  </a:lnTo>
                  <a:lnTo>
                    <a:pt x="8229629" y="907503"/>
                  </a:lnTo>
                  <a:lnTo>
                    <a:pt x="8177883" y="884721"/>
                  </a:lnTo>
                  <a:lnTo>
                    <a:pt x="8123701" y="863912"/>
                  </a:lnTo>
                  <a:lnTo>
                    <a:pt x="8066404" y="845005"/>
                  </a:lnTo>
                  <a:lnTo>
                    <a:pt x="8005245" y="827866"/>
                  </a:lnTo>
                  <a:lnTo>
                    <a:pt x="7939454" y="812333"/>
                  </a:lnTo>
                  <a:lnTo>
                    <a:pt x="7868273" y="798240"/>
                  </a:lnTo>
                  <a:lnTo>
                    <a:pt x="7791011" y="785429"/>
                  </a:lnTo>
                  <a:lnTo>
                    <a:pt x="7707108" y="773764"/>
                  </a:lnTo>
                  <a:lnTo>
                    <a:pt x="7616230" y="763130"/>
                  </a:lnTo>
                  <a:lnTo>
                    <a:pt x="7518383" y="753439"/>
                  </a:lnTo>
                  <a:lnTo>
                    <a:pt x="7414048" y="744629"/>
                  </a:lnTo>
                  <a:lnTo>
                    <a:pt x="7304329" y="736668"/>
                  </a:lnTo>
                  <a:lnTo>
                    <a:pt x="7191076" y="729545"/>
                  </a:lnTo>
                  <a:lnTo>
                    <a:pt x="7076942" y="723269"/>
                  </a:lnTo>
                  <a:lnTo>
                    <a:pt x="6965324" y="717858"/>
                  </a:lnTo>
                  <a:lnTo>
                    <a:pt x="6860132" y="713326"/>
                  </a:lnTo>
                  <a:lnTo>
                    <a:pt x="6765376" y="709674"/>
                  </a:lnTo>
                  <a:lnTo>
                    <a:pt x="6684617" y="706871"/>
                  </a:lnTo>
                  <a:lnTo>
                    <a:pt x="6620380" y="704853"/>
                  </a:lnTo>
                  <a:lnTo>
                    <a:pt x="6573684" y="703520"/>
                  </a:lnTo>
                  <a:lnTo>
                    <a:pt x="6543789" y="702742"/>
                  </a:lnTo>
                  <a:lnTo>
                    <a:pt x="6528203" y="702371"/>
                  </a:lnTo>
                  <a:lnTo>
                    <a:pt x="6522870" y="702254"/>
                  </a:lnTo>
                  <a:lnTo>
                    <a:pt x="6522385" y="702244"/>
                  </a:lnTo>
                  <a:lnTo>
                    <a:pt x="5527445" y="702244"/>
                  </a:lnTo>
                  <a:lnTo>
                    <a:pt x="5526313" y="702231"/>
                  </a:lnTo>
                  <a:lnTo>
                    <a:pt x="5518839" y="702136"/>
                  </a:lnTo>
                  <a:lnTo>
                    <a:pt x="5499896" y="701873"/>
                  </a:lnTo>
                  <a:lnTo>
                    <a:pt x="5465778" y="701354"/>
                  </a:lnTo>
                  <a:lnTo>
                    <a:pt x="5414414" y="700498"/>
                  </a:lnTo>
                  <a:lnTo>
                    <a:pt x="5345526" y="699232"/>
                  </a:lnTo>
                  <a:lnTo>
                    <a:pt x="5260573" y="697505"/>
                  </a:lnTo>
                  <a:lnTo>
                    <a:pt x="5162426" y="695284"/>
                  </a:lnTo>
                  <a:lnTo>
                    <a:pt x="5054850" y="692558"/>
                  </a:lnTo>
                  <a:lnTo>
                    <a:pt x="4941907" y="689330"/>
                  </a:lnTo>
                  <a:lnTo>
                    <a:pt x="4827430" y="685609"/>
                  </a:lnTo>
                  <a:lnTo>
                    <a:pt x="4714649" y="681406"/>
                  </a:lnTo>
                  <a:lnTo>
                    <a:pt x="4606015" y="676721"/>
                  </a:lnTo>
                  <a:lnTo>
                    <a:pt x="4503171" y="671547"/>
                  </a:lnTo>
                  <a:lnTo>
                    <a:pt x="4407040" y="665859"/>
                  </a:lnTo>
                  <a:lnTo>
                    <a:pt x="4317957" y="659618"/>
                  </a:lnTo>
                  <a:lnTo>
                    <a:pt x="4235814" y="652769"/>
                  </a:lnTo>
                  <a:lnTo>
                    <a:pt x="4160200" y="645243"/>
                  </a:lnTo>
                  <a:lnTo>
                    <a:pt x="4090504" y="636956"/>
                  </a:lnTo>
                  <a:lnTo>
                    <a:pt x="4026006" y="627816"/>
                  </a:lnTo>
                  <a:lnTo>
                    <a:pt x="3965932" y="617728"/>
                  </a:lnTo>
                  <a:lnTo>
                    <a:pt x="3909509" y="606601"/>
                  </a:lnTo>
                  <a:lnTo>
                    <a:pt x="3856002" y="594368"/>
                  </a:lnTo>
                  <a:lnTo>
                    <a:pt x="3820202" y="585204"/>
                  </a:lnTo>
                  <a:lnTo>
                    <a:pt x="3760946" y="568265"/>
                  </a:lnTo>
                  <a:lnTo>
                    <a:pt x="3703493" y="549691"/>
                  </a:lnTo>
                  <a:lnTo>
                    <a:pt x="3647197" y="529454"/>
                  </a:lnTo>
                  <a:lnTo>
                    <a:pt x="3591577" y="507576"/>
                  </a:lnTo>
                  <a:lnTo>
                    <a:pt x="3536287" y="484137"/>
                  </a:lnTo>
                  <a:lnTo>
                    <a:pt x="3481092" y="459273"/>
                  </a:lnTo>
                  <a:lnTo>
                    <a:pt x="3425855" y="433183"/>
                  </a:lnTo>
                  <a:lnTo>
                    <a:pt x="3370515" y="406118"/>
                  </a:lnTo>
                  <a:lnTo>
                    <a:pt x="3315072" y="378379"/>
                  </a:lnTo>
                  <a:lnTo>
                    <a:pt x="3259569" y="350299"/>
                  </a:lnTo>
                  <a:lnTo>
                    <a:pt x="3204069" y="322230"/>
                  </a:lnTo>
                  <a:lnTo>
                    <a:pt x="3148631" y="294522"/>
                  </a:lnTo>
                  <a:lnTo>
                    <a:pt x="3093298" y="267506"/>
                  </a:lnTo>
                  <a:lnTo>
                    <a:pt x="3038066" y="241481"/>
                  </a:lnTo>
                  <a:lnTo>
                    <a:pt x="2982870" y="216696"/>
                  </a:lnTo>
                  <a:lnTo>
                    <a:pt x="2927567" y="193345"/>
                  </a:lnTo>
                  <a:lnTo>
                    <a:pt x="2871918" y="171561"/>
                  </a:lnTo>
                  <a:lnTo>
                    <a:pt x="2815570" y="151421"/>
                  </a:lnTo>
                  <a:lnTo>
                    <a:pt x="2758031" y="132944"/>
                  </a:lnTo>
                  <a:lnTo>
                    <a:pt x="2702183" y="117040"/>
                  </a:lnTo>
                  <a:lnTo>
                    <a:pt x="2650310" y="104020"/>
                  </a:lnTo>
                  <a:lnTo>
                    <a:pt x="2595986" y="92130"/>
                  </a:lnTo>
                  <a:lnTo>
                    <a:pt x="2538529" y="81329"/>
                  </a:lnTo>
                  <a:lnTo>
                    <a:pt x="2477187" y="71541"/>
                  </a:lnTo>
                  <a:lnTo>
                    <a:pt x="2411182" y="62671"/>
                  </a:lnTo>
                  <a:lnTo>
                    <a:pt x="2339751" y="54626"/>
                  </a:lnTo>
                  <a:lnTo>
                    <a:pt x="2262201" y="47315"/>
                  </a:lnTo>
                  <a:lnTo>
                    <a:pt x="2177970" y="40658"/>
                  </a:lnTo>
                  <a:lnTo>
                    <a:pt x="2086728" y="34591"/>
                  </a:lnTo>
                  <a:lnTo>
                    <a:pt x="1988488" y="29064"/>
                  </a:lnTo>
                  <a:lnTo>
                    <a:pt x="1883747" y="24041"/>
                  </a:lnTo>
                  <a:lnTo>
                    <a:pt x="1773636" y="19504"/>
                  </a:lnTo>
                  <a:lnTo>
                    <a:pt x="1660039" y="15447"/>
                  </a:lnTo>
                  <a:lnTo>
                    <a:pt x="1545655" y="11875"/>
                  </a:lnTo>
                  <a:lnTo>
                    <a:pt x="1433925" y="8800"/>
                  </a:lnTo>
                  <a:lnTo>
                    <a:pt x="1328800" y="6229"/>
                  </a:lnTo>
                  <a:lnTo>
                    <a:pt x="1234313" y="4161"/>
                  </a:lnTo>
                  <a:lnTo>
                    <a:pt x="1154018" y="2578"/>
                  </a:lnTo>
                  <a:lnTo>
                    <a:pt x="1090403" y="1444"/>
                  </a:lnTo>
                  <a:lnTo>
                    <a:pt x="1044419" y="699"/>
                  </a:lnTo>
                  <a:lnTo>
                    <a:pt x="1015235" y="268"/>
                  </a:lnTo>
                  <a:lnTo>
                    <a:pt x="1000258" y="65"/>
                  </a:lnTo>
                  <a:lnTo>
                    <a:pt x="995325" y="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6" name="pg425"/>
            <p:cNvSpPr/>
            <p:nvPr/>
          </p:nvSpPr>
          <p:spPr>
            <a:xfrm>
              <a:off x="1199187" y="1907426"/>
              <a:ext cx="12049831" cy="2216788"/>
            </a:xfrm>
            <a:custGeom>
              <a:avLst/>
              <a:pathLst>
                <a:path w="12049831" h="2216788">
                  <a:moveTo>
                    <a:pt x="0" y="5240"/>
                  </a:moveTo>
                  <a:lnTo>
                    <a:pt x="994940" y="5240"/>
                  </a:lnTo>
                  <a:lnTo>
                    <a:pt x="996072" y="5254"/>
                  </a:lnTo>
                  <a:lnTo>
                    <a:pt x="1003545" y="5352"/>
                  </a:lnTo>
                  <a:lnTo>
                    <a:pt x="1022483" y="5623"/>
                  </a:lnTo>
                  <a:lnTo>
                    <a:pt x="1056595" y="6156"/>
                  </a:lnTo>
                  <a:lnTo>
                    <a:pt x="1107950" y="7039"/>
                  </a:lnTo>
                  <a:lnTo>
                    <a:pt x="1176826" y="8342"/>
                  </a:lnTo>
                  <a:lnTo>
                    <a:pt x="1261766" y="10121"/>
                  </a:lnTo>
                  <a:lnTo>
                    <a:pt x="1359901" y="12407"/>
                  </a:lnTo>
                  <a:lnTo>
                    <a:pt x="1467465" y="15214"/>
                  </a:lnTo>
                  <a:lnTo>
                    <a:pt x="1580397" y="18538"/>
                  </a:lnTo>
                  <a:lnTo>
                    <a:pt x="1694867" y="22369"/>
                  </a:lnTo>
                  <a:lnTo>
                    <a:pt x="1807642" y="26697"/>
                  </a:lnTo>
                  <a:lnTo>
                    <a:pt x="1916273" y="31521"/>
                  </a:lnTo>
                  <a:lnTo>
                    <a:pt x="2019115" y="36849"/>
                  </a:lnTo>
                  <a:lnTo>
                    <a:pt x="2115246" y="42705"/>
                  </a:lnTo>
                  <a:lnTo>
                    <a:pt x="2204331" y="49131"/>
                  </a:lnTo>
                  <a:lnTo>
                    <a:pt x="2286476" y="56183"/>
                  </a:lnTo>
                  <a:lnTo>
                    <a:pt x="2362093" y="63933"/>
                  </a:lnTo>
                  <a:lnTo>
                    <a:pt x="2431790" y="72466"/>
                  </a:lnTo>
                  <a:lnTo>
                    <a:pt x="2496291" y="81876"/>
                  </a:lnTo>
                  <a:lnTo>
                    <a:pt x="2556366" y="92263"/>
                  </a:lnTo>
                  <a:lnTo>
                    <a:pt x="2612790" y="103720"/>
                  </a:lnTo>
                  <a:lnTo>
                    <a:pt x="2666298" y="116316"/>
                  </a:lnTo>
                  <a:lnTo>
                    <a:pt x="2702183" y="125775"/>
                  </a:lnTo>
                  <a:lnTo>
                    <a:pt x="2761308" y="143178"/>
                  </a:lnTo>
                  <a:lnTo>
                    <a:pt x="2818637" y="162258"/>
                  </a:lnTo>
                  <a:lnTo>
                    <a:pt x="2874811" y="183043"/>
                  </a:lnTo>
                  <a:lnTo>
                    <a:pt x="2930310" y="205510"/>
                  </a:lnTo>
                  <a:lnTo>
                    <a:pt x="2985478" y="229579"/>
                  </a:lnTo>
                  <a:lnTo>
                    <a:pt x="3040549" y="255110"/>
                  </a:lnTo>
                  <a:lnTo>
                    <a:pt x="3095661" y="281902"/>
                  </a:lnTo>
                  <a:lnTo>
                    <a:pt x="3150874" y="309698"/>
                  </a:lnTo>
                  <a:lnTo>
                    <a:pt x="3206191" y="338191"/>
                  </a:lnTo>
                  <a:lnTo>
                    <a:pt x="3261568" y="367040"/>
                  </a:lnTo>
                  <a:lnTo>
                    <a:pt x="3316945" y="395887"/>
                  </a:lnTo>
                  <a:lnTo>
                    <a:pt x="3372260" y="424372"/>
                  </a:lnTo>
                  <a:lnTo>
                    <a:pt x="3427472" y="452156"/>
                  </a:lnTo>
                  <a:lnTo>
                    <a:pt x="3482583" y="478933"/>
                  </a:lnTo>
                  <a:lnTo>
                    <a:pt x="3537654" y="504445"/>
                  </a:lnTo>
                  <a:lnTo>
                    <a:pt x="3592825" y="528494"/>
                  </a:lnTo>
                  <a:lnTo>
                    <a:pt x="3648330" y="550938"/>
                  </a:lnTo>
                  <a:lnTo>
                    <a:pt x="3704517" y="571700"/>
                  </a:lnTo>
                  <a:lnTo>
                    <a:pt x="3761865" y="590757"/>
                  </a:lnTo>
                  <a:lnTo>
                    <a:pt x="3820202" y="607913"/>
                  </a:lnTo>
                  <a:lnTo>
                    <a:pt x="3872071" y="621321"/>
                  </a:lnTo>
                  <a:lnTo>
                    <a:pt x="3926391" y="633566"/>
                  </a:lnTo>
                  <a:lnTo>
                    <a:pt x="3983844" y="644688"/>
                  </a:lnTo>
                  <a:lnTo>
                    <a:pt x="4045180" y="654768"/>
                  </a:lnTo>
                  <a:lnTo>
                    <a:pt x="4111179" y="663902"/>
                  </a:lnTo>
                  <a:lnTo>
                    <a:pt x="4182602" y="672187"/>
                  </a:lnTo>
                  <a:lnTo>
                    <a:pt x="4260144" y="679716"/>
                  </a:lnTo>
                  <a:lnTo>
                    <a:pt x="4344365" y="686571"/>
                  </a:lnTo>
                  <a:lnTo>
                    <a:pt x="4435596" y="692819"/>
                  </a:lnTo>
                  <a:lnTo>
                    <a:pt x="4533825" y="698512"/>
                  </a:lnTo>
                  <a:lnTo>
                    <a:pt x="4638554" y="703685"/>
                  </a:lnTo>
                  <a:lnTo>
                    <a:pt x="4748654" y="708358"/>
                  </a:lnTo>
                  <a:lnTo>
                    <a:pt x="4862240" y="712536"/>
                  </a:lnTo>
                  <a:lnTo>
                    <a:pt x="4976618" y="716214"/>
                  </a:lnTo>
                  <a:lnTo>
                    <a:pt x="5088344" y="719381"/>
                  </a:lnTo>
                  <a:lnTo>
                    <a:pt x="5193471" y="722030"/>
                  </a:lnTo>
                  <a:lnTo>
                    <a:pt x="5287966" y="724160"/>
                  </a:lnTo>
                  <a:lnTo>
                    <a:pt x="5368275" y="725790"/>
                  </a:lnTo>
                  <a:lnTo>
                    <a:pt x="5431908" y="726959"/>
                  </a:lnTo>
                  <a:lnTo>
                    <a:pt x="5477913" y="727726"/>
                  </a:lnTo>
                  <a:lnTo>
                    <a:pt x="5507118" y="728171"/>
                  </a:lnTo>
                  <a:lnTo>
                    <a:pt x="5522113" y="728380"/>
                  </a:lnTo>
                  <a:lnTo>
                    <a:pt x="5527057" y="728443"/>
                  </a:lnTo>
                  <a:lnTo>
                    <a:pt x="5527445" y="728448"/>
                  </a:lnTo>
                  <a:lnTo>
                    <a:pt x="6522385" y="728448"/>
                  </a:lnTo>
                  <a:lnTo>
                    <a:pt x="6523505" y="728476"/>
                  </a:lnTo>
                  <a:lnTo>
                    <a:pt x="6530892" y="728675"/>
                  </a:lnTo>
                  <a:lnTo>
                    <a:pt x="6549620" y="729226"/>
                  </a:lnTo>
                  <a:lnTo>
                    <a:pt x="6583367" y="730311"/>
                  </a:lnTo>
                  <a:lnTo>
                    <a:pt x="6634203" y="732105"/>
                  </a:lnTo>
                  <a:lnTo>
                    <a:pt x="6702435" y="734756"/>
                  </a:lnTo>
                  <a:lnTo>
                    <a:pt x="6786656" y="738376"/>
                  </a:lnTo>
                  <a:lnTo>
                    <a:pt x="6884062" y="743031"/>
                  </a:lnTo>
                  <a:lnTo>
                    <a:pt x="6990949" y="748748"/>
                  </a:lnTo>
                  <a:lnTo>
                    <a:pt x="7103304" y="755522"/>
                  </a:lnTo>
                  <a:lnTo>
                    <a:pt x="7217326" y="763332"/>
                  </a:lnTo>
                  <a:lnTo>
                    <a:pt x="7329790" y="772158"/>
                  </a:lnTo>
                  <a:lnTo>
                    <a:pt x="7438240" y="781994"/>
                  </a:lnTo>
                  <a:lnTo>
                    <a:pt x="7541013" y="792859"/>
                  </a:lnTo>
                  <a:lnTo>
                    <a:pt x="7637161" y="804800"/>
                  </a:lnTo>
                  <a:lnTo>
                    <a:pt x="7726325" y="817897"/>
                  </a:lnTo>
                  <a:lnTo>
                    <a:pt x="7808587" y="832264"/>
                  </a:lnTo>
                  <a:lnTo>
                    <a:pt x="7884337" y="848045"/>
                  </a:lnTo>
                  <a:lnTo>
                    <a:pt x="7954167" y="865411"/>
                  </a:lnTo>
                  <a:lnTo>
                    <a:pt x="8018785" y="884554"/>
                  </a:lnTo>
                  <a:lnTo>
                    <a:pt x="8078951" y="905675"/>
                  </a:lnTo>
                  <a:lnTo>
                    <a:pt x="8135432" y="928964"/>
                  </a:lnTo>
                  <a:lnTo>
                    <a:pt x="8188958" y="954570"/>
                  </a:lnTo>
                  <a:lnTo>
                    <a:pt x="8229629" y="976504"/>
                  </a:lnTo>
                  <a:lnTo>
                    <a:pt x="8283080" y="1008677"/>
                  </a:lnTo>
                  <a:lnTo>
                    <a:pt x="8335012" y="1043654"/>
                  </a:lnTo>
                  <a:lnTo>
                    <a:pt x="8385915" y="1081487"/>
                  </a:lnTo>
                  <a:lnTo>
                    <a:pt x="8436167" y="1122161"/>
                  </a:lnTo>
                  <a:lnTo>
                    <a:pt x="8486054" y="1165587"/>
                  </a:lnTo>
                  <a:lnTo>
                    <a:pt x="8535781" y="1211592"/>
                  </a:lnTo>
                  <a:lnTo>
                    <a:pt x="8585485" y="1259922"/>
                  </a:lnTo>
                  <a:lnTo>
                    <a:pt x="8635246" y="1310240"/>
                  </a:lnTo>
                  <a:lnTo>
                    <a:pt x="8685093" y="1362134"/>
                  </a:lnTo>
                  <a:lnTo>
                    <a:pt x="8735022" y="1415130"/>
                  </a:lnTo>
                  <a:lnTo>
                    <a:pt x="8785000" y="1468710"/>
                  </a:lnTo>
                  <a:lnTo>
                    <a:pt x="8834982" y="1522330"/>
                  </a:lnTo>
                  <a:lnTo>
                    <a:pt x="8884920" y="1575444"/>
                  </a:lnTo>
                  <a:lnTo>
                    <a:pt x="8934781" y="1627529"/>
                  </a:lnTo>
                  <a:lnTo>
                    <a:pt x="8984553" y="1678104"/>
                  </a:lnTo>
                  <a:lnTo>
                    <a:pt x="9034262" y="1726746"/>
                  </a:lnTo>
                  <a:lnTo>
                    <a:pt x="9083978" y="1773108"/>
                  </a:lnTo>
                  <a:lnTo>
                    <a:pt x="9133831" y="1816921"/>
                  </a:lnTo>
                  <a:lnTo>
                    <a:pt x="9184015" y="1858004"/>
                  </a:lnTo>
                  <a:lnTo>
                    <a:pt x="9234802" y="1896253"/>
                  </a:lnTo>
                  <a:lnTo>
                    <a:pt x="9286556" y="1931644"/>
                  </a:lnTo>
                  <a:lnTo>
                    <a:pt x="9339750" y="1964219"/>
                  </a:lnTo>
                  <a:lnTo>
                    <a:pt x="9347647" y="1968731"/>
                  </a:lnTo>
                  <a:lnTo>
                    <a:pt x="9399307" y="1996220"/>
                  </a:lnTo>
                  <a:lnTo>
                    <a:pt x="9453394" y="2021332"/>
                  </a:lnTo>
                  <a:lnTo>
                    <a:pt x="9510583" y="2044153"/>
                  </a:lnTo>
                  <a:lnTo>
                    <a:pt x="9571617" y="2064844"/>
                  </a:lnTo>
                  <a:lnTo>
                    <a:pt x="9637264" y="2083599"/>
                  </a:lnTo>
                  <a:lnTo>
                    <a:pt x="9708277" y="2100618"/>
                  </a:lnTo>
                  <a:lnTo>
                    <a:pt x="9785346" y="2116089"/>
                  </a:lnTo>
                  <a:lnTo>
                    <a:pt x="9869028" y="2130179"/>
                  </a:lnTo>
                  <a:lnTo>
                    <a:pt x="9959659" y="2143026"/>
                  </a:lnTo>
                  <a:lnTo>
                    <a:pt x="10057241" y="2154736"/>
                  </a:lnTo>
                  <a:lnTo>
                    <a:pt x="10161301" y="2165383"/>
                  </a:lnTo>
                  <a:lnTo>
                    <a:pt x="10270755" y="2175008"/>
                  </a:lnTo>
                  <a:lnTo>
                    <a:pt x="10383775" y="2183622"/>
                  </a:lnTo>
                  <a:lnTo>
                    <a:pt x="10497738" y="2191217"/>
                  </a:lnTo>
                  <a:lnTo>
                    <a:pt x="10609278" y="2197771"/>
                  </a:lnTo>
                  <a:lnTo>
                    <a:pt x="10714511" y="2203266"/>
                  </a:lnTo>
                  <a:lnTo>
                    <a:pt x="10809443" y="2207701"/>
                  </a:lnTo>
                  <a:lnTo>
                    <a:pt x="10890511" y="2211111"/>
                  </a:lnTo>
                  <a:lnTo>
                    <a:pt x="10955165" y="2213572"/>
                  </a:lnTo>
                  <a:lnTo>
                    <a:pt x="11002341" y="2215205"/>
                  </a:lnTo>
                  <a:lnTo>
                    <a:pt x="11032718" y="2216163"/>
                  </a:lnTo>
                  <a:lnTo>
                    <a:pt x="11048719" y="2216625"/>
                  </a:lnTo>
                  <a:lnTo>
                    <a:pt x="11054332" y="2216774"/>
                  </a:lnTo>
                  <a:lnTo>
                    <a:pt x="11054891" y="2216788"/>
                  </a:lnTo>
                  <a:lnTo>
                    <a:pt x="12049831" y="2216788"/>
                  </a:lnTo>
                  <a:lnTo>
                    <a:pt x="12049831" y="2211547"/>
                  </a:lnTo>
                  <a:lnTo>
                    <a:pt x="11054891" y="2211547"/>
                  </a:lnTo>
                  <a:lnTo>
                    <a:pt x="11053772" y="2211519"/>
                  </a:lnTo>
                  <a:lnTo>
                    <a:pt x="11046385" y="2211320"/>
                  </a:lnTo>
                  <a:lnTo>
                    <a:pt x="11027657" y="2210769"/>
                  </a:lnTo>
                  <a:lnTo>
                    <a:pt x="10993909" y="2209684"/>
                  </a:lnTo>
                  <a:lnTo>
                    <a:pt x="10943073" y="2207890"/>
                  </a:lnTo>
                  <a:lnTo>
                    <a:pt x="10874842" y="2205239"/>
                  </a:lnTo>
                  <a:lnTo>
                    <a:pt x="10790620" y="2201619"/>
                  </a:lnTo>
                  <a:lnTo>
                    <a:pt x="10693215" y="2196963"/>
                  </a:lnTo>
                  <a:lnTo>
                    <a:pt x="10586328" y="2191247"/>
                  </a:lnTo>
                  <a:lnTo>
                    <a:pt x="10473972" y="2184473"/>
                  </a:lnTo>
                  <a:lnTo>
                    <a:pt x="10359951" y="2176663"/>
                  </a:lnTo>
                  <a:lnTo>
                    <a:pt x="10247486" y="2167837"/>
                  </a:lnTo>
                  <a:lnTo>
                    <a:pt x="10139036" y="2158000"/>
                  </a:lnTo>
                  <a:lnTo>
                    <a:pt x="10036264" y="2147136"/>
                  </a:lnTo>
                  <a:lnTo>
                    <a:pt x="9940115" y="2135195"/>
                  </a:lnTo>
                  <a:lnTo>
                    <a:pt x="9850951" y="2122098"/>
                  </a:lnTo>
                  <a:lnTo>
                    <a:pt x="9768690" y="2107731"/>
                  </a:lnTo>
                  <a:lnTo>
                    <a:pt x="9692940" y="2091950"/>
                  </a:lnTo>
                  <a:lnTo>
                    <a:pt x="9623109" y="2074584"/>
                  </a:lnTo>
                  <a:lnTo>
                    <a:pt x="9558491" y="2055441"/>
                  </a:lnTo>
                  <a:lnTo>
                    <a:pt x="9498325" y="2034320"/>
                  </a:lnTo>
                  <a:lnTo>
                    <a:pt x="9441844" y="2011031"/>
                  </a:lnTo>
                  <a:lnTo>
                    <a:pt x="9388318" y="1985425"/>
                  </a:lnTo>
                  <a:lnTo>
                    <a:pt x="9347647" y="1963490"/>
                  </a:lnTo>
                  <a:lnTo>
                    <a:pt x="9294196" y="1931318"/>
                  </a:lnTo>
                  <a:lnTo>
                    <a:pt x="9242265" y="1896341"/>
                  </a:lnTo>
                  <a:lnTo>
                    <a:pt x="9191362" y="1858508"/>
                  </a:lnTo>
                  <a:lnTo>
                    <a:pt x="9141109" y="1817834"/>
                  </a:lnTo>
                  <a:lnTo>
                    <a:pt x="9091222" y="1774408"/>
                  </a:lnTo>
                  <a:lnTo>
                    <a:pt x="9041495" y="1728403"/>
                  </a:lnTo>
                  <a:lnTo>
                    <a:pt x="8991791" y="1680073"/>
                  </a:lnTo>
                  <a:lnTo>
                    <a:pt x="8942031" y="1629755"/>
                  </a:lnTo>
                  <a:lnTo>
                    <a:pt x="8892183" y="1577861"/>
                  </a:lnTo>
                  <a:lnTo>
                    <a:pt x="8842254" y="1524864"/>
                  </a:lnTo>
                  <a:lnTo>
                    <a:pt x="8792276" y="1471285"/>
                  </a:lnTo>
                  <a:lnTo>
                    <a:pt x="8742295" y="1417665"/>
                  </a:lnTo>
                  <a:lnTo>
                    <a:pt x="8692356" y="1364551"/>
                  </a:lnTo>
                  <a:lnTo>
                    <a:pt x="8642495" y="1312465"/>
                  </a:lnTo>
                  <a:lnTo>
                    <a:pt x="8592723" y="1261891"/>
                  </a:lnTo>
                  <a:lnTo>
                    <a:pt x="8543015" y="1213249"/>
                  </a:lnTo>
                  <a:lnTo>
                    <a:pt x="8493298" y="1166887"/>
                  </a:lnTo>
                  <a:lnTo>
                    <a:pt x="8443446" y="1123073"/>
                  </a:lnTo>
                  <a:lnTo>
                    <a:pt x="8393262" y="1081991"/>
                  </a:lnTo>
                  <a:lnTo>
                    <a:pt x="8342475" y="1043742"/>
                  </a:lnTo>
                  <a:lnTo>
                    <a:pt x="8290721" y="1008351"/>
                  </a:lnTo>
                  <a:lnTo>
                    <a:pt x="8237526" y="975776"/>
                  </a:lnTo>
                  <a:lnTo>
                    <a:pt x="8229629" y="971264"/>
                  </a:lnTo>
                  <a:lnTo>
                    <a:pt x="8177970" y="943775"/>
                  </a:lnTo>
                  <a:lnTo>
                    <a:pt x="8123883" y="918662"/>
                  </a:lnTo>
                  <a:lnTo>
                    <a:pt x="8066693" y="895841"/>
                  </a:lnTo>
                  <a:lnTo>
                    <a:pt x="8005659" y="875151"/>
                  </a:lnTo>
                  <a:lnTo>
                    <a:pt x="7940013" y="856396"/>
                  </a:lnTo>
                  <a:lnTo>
                    <a:pt x="7869000" y="839377"/>
                  </a:lnTo>
                  <a:lnTo>
                    <a:pt x="7791931" y="823906"/>
                  </a:lnTo>
                  <a:lnTo>
                    <a:pt x="7708249" y="809815"/>
                  </a:lnTo>
                  <a:lnTo>
                    <a:pt x="7617617" y="796968"/>
                  </a:lnTo>
                  <a:lnTo>
                    <a:pt x="7520036" y="785258"/>
                  </a:lnTo>
                  <a:lnTo>
                    <a:pt x="7415975" y="774611"/>
                  </a:lnTo>
                  <a:lnTo>
                    <a:pt x="7306522" y="764987"/>
                  </a:lnTo>
                  <a:lnTo>
                    <a:pt x="7193501" y="756372"/>
                  </a:lnTo>
                  <a:lnTo>
                    <a:pt x="7079538" y="748777"/>
                  </a:lnTo>
                  <a:lnTo>
                    <a:pt x="6967999" y="742223"/>
                  </a:lnTo>
                  <a:lnTo>
                    <a:pt x="6862766" y="736729"/>
                  </a:lnTo>
                  <a:lnTo>
                    <a:pt x="6767833" y="732294"/>
                  </a:lnTo>
                  <a:lnTo>
                    <a:pt x="6686765" y="728883"/>
                  </a:lnTo>
                  <a:lnTo>
                    <a:pt x="6622111" y="726422"/>
                  </a:lnTo>
                  <a:lnTo>
                    <a:pt x="6574936" y="724790"/>
                  </a:lnTo>
                  <a:lnTo>
                    <a:pt x="6544559" y="723832"/>
                  </a:lnTo>
                  <a:lnTo>
                    <a:pt x="6528558" y="723370"/>
                  </a:lnTo>
                  <a:lnTo>
                    <a:pt x="6522945" y="723221"/>
                  </a:lnTo>
                  <a:lnTo>
                    <a:pt x="6522385" y="723207"/>
                  </a:lnTo>
                  <a:lnTo>
                    <a:pt x="5527445" y="723207"/>
                  </a:lnTo>
                  <a:lnTo>
                    <a:pt x="5526313" y="723193"/>
                  </a:lnTo>
                  <a:lnTo>
                    <a:pt x="5518840" y="723095"/>
                  </a:lnTo>
                  <a:lnTo>
                    <a:pt x="5499902" y="722824"/>
                  </a:lnTo>
                  <a:lnTo>
                    <a:pt x="5465790" y="722291"/>
                  </a:lnTo>
                  <a:lnTo>
                    <a:pt x="5414435" y="721409"/>
                  </a:lnTo>
                  <a:lnTo>
                    <a:pt x="5345559" y="720105"/>
                  </a:lnTo>
                  <a:lnTo>
                    <a:pt x="5260619" y="718327"/>
                  </a:lnTo>
                  <a:lnTo>
                    <a:pt x="5162484" y="716040"/>
                  </a:lnTo>
                  <a:lnTo>
                    <a:pt x="5054920" y="713233"/>
                  </a:lnTo>
                  <a:lnTo>
                    <a:pt x="4941988" y="709910"/>
                  </a:lnTo>
                  <a:lnTo>
                    <a:pt x="4827518" y="706079"/>
                  </a:lnTo>
                  <a:lnTo>
                    <a:pt x="4714743" y="701750"/>
                  </a:lnTo>
                  <a:lnTo>
                    <a:pt x="4606112" y="696927"/>
                  </a:lnTo>
                  <a:lnTo>
                    <a:pt x="4503270" y="691599"/>
                  </a:lnTo>
                  <a:lnTo>
                    <a:pt x="4407139" y="685742"/>
                  </a:lnTo>
                  <a:lnTo>
                    <a:pt x="4318054" y="679316"/>
                  </a:lnTo>
                  <a:lnTo>
                    <a:pt x="4235909" y="672264"/>
                  </a:lnTo>
                  <a:lnTo>
                    <a:pt x="4160292" y="664514"/>
                  </a:lnTo>
                  <a:lnTo>
                    <a:pt x="4090595" y="655981"/>
                  </a:lnTo>
                  <a:lnTo>
                    <a:pt x="4026094" y="646571"/>
                  </a:lnTo>
                  <a:lnTo>
                    <a:pt x="3966019" y="636184"/>
                  </a:lnTo>
                  <a:lnTo>
                    <a:pt x="3909595" y="624728"/>
                  </a:lnTo>
                  <a:lnTo>
                    <a:pt x="3856087" y="612132"/>
                  </a:lnTo>
                  <a:lnTo>
                    <a:pt x="3820202" y="602672"/>
                  </a:lnTo>
                  <a:lnTo>
                    <a:pt x="3761077" y="585269"/>
                  </a:lnTo>
                  <a:lnTo>
                    <a:pt x="3703748" y="566189"/>
                  </a:lnTo>
                  <a:lnTo>
                    <a:pt x="3647574" y="545404"/>
                  </a:lnTo>
                  <a:lnTo>
                    <a:pt x="3592075" y="522937"/>
                  </a:lnTo>
                  <a:lnTo>
                    <a:pt x="3536907" y="498868"/>
                  </a:lnTo>
                  <a:lnTo>
                    <a:pt x="3481836" y="473337"/>
                  </a:lnTo>
                  <a:lnTo>
                    <a:pt x="3426724" y="446545"/>
                  </a:lnTo>
                  <a:lnTo>
                    <a:pt x="3371511" y="418749"/>
                  </a:lnTo>
                  <a:lnTo>
                    <a:pt x="3316194" y="390257"/>
                  </a:lnTo>
                  <a:lnTo>
                    <a:pt x="3260817" y="361407"/>
                  </a:lnTo>
                  <a:lnTo>
                    <a:pt x="3205440" y="332560"/>
                  </a:lnTo>
                  <a:lnTo>
                    <a:pt x="3150125" y="304075"/>
                  </a:lnTo>
                  <a:lnTo>
                    <a:pt x="3094913" y="276291"/>
                  </a:lnTo>
                  <a:lnTo>
                    <a:pt x="3039802" y="249514"/>
                  </a:lnTo>
                  <a:lnTo>
                    <a:pt x="2984731" y="224002"/>
                  </a:lnTo>
                  <a:lnTo>
                    <a:pt x="2929560" y="199953"/>
                  </a:lnTo>
                  <a:lnTo>
                    <a:pt x="2874055" y="177509"/>
                  </a:lnTo>
                  <a:lnTo>
                    <a:pt x="2817868" y="156747"/>
                  </a:lnTo>
                  <a:lnTo>
                    <a:pt x="2760520" y="137690"/>
                  </a:lnTo>
                  <a:lnTo>
                    <a:pt x="2702183" y="120534"/>
                  </a:lnTo>
                  <a:lnTo>
                    <a:pt x="2650314" y="107126"/>
                  </a:lnTo>
                  <a:lnTo>
                    <a:pt x="2595994" y="94882"/>
                  </a:lnTo>
                  <a:lnTo>
                    <a:pt x="2538541" y="83759"/>
                  </a:lnTo>
                  <a:lnTo>
                    <a:pt x="2477205" y="73679"/>
                  </a:lnTo>
                  <a:lnTo>
                    <a:pt x="2411206" y="64545"/>
                  </a:lnTo>
                  <a:lnTo>
                    <a:pt x="2339783" y="56260"/>
                  </a:lnTo>
                  <a:lnTo>
                    <a:pt x="2262241" y="48731"/>
                  </a:lnTo>
                  <a:lnTo>
                    <a:pt x="2178020" y="41876"/>
                  </a:lnTo>
                  <a:lnTo>
                    <a:pt x="2086789" y="35628"/>
                  </a:lnTo>
                  <a:lnTo>
                    <a:pt x="1988560" y="29935"/>
                  </a:lnTo>
                  <a:lnTo>
                    <a:pt x="1883831" y="24762"/>
                  </a:lnTo>
                  <a:lnTo>
                    <a:pt x="1773731" y="20090"/>
                  </a:lnTo>
                  <a:lnTo>
                    <a:pt x="1660145" y="15911"/>
                  </a:lnTo>
                  <a:lnTo>
                    <a:pt x="1545767" y="12233"/>
                  </a:lnTo>
                  <a:lnTo>
                    <a:pt x="1434041" y="9066"/>
                  </a:lnTo>
                  <a:lnTo>
                    <a:pt x="1328914" y="6417"/>
                  </a:lnTo>
                  <a:lnTo>
                    <a:pt x="1234419" y="4287"/>
                  </a:lnTo>
                  <a:lnTo>
                    <a:pt x="1154110" y="2657"/>
                  </a:lnTo>
                  <a:lnTo>
                    <a:pt x="1090477" y="1488"/>
                  </a:lnTo>
                  <a:lnTo>
                    <a:pt x="1044472" y="721"/>
                  </a:lnTo>
                  <a:lnTo>
                    <a:pt x="1015267" y="276"/>
                  </a:lnTo>
                  <a:lnTo>
                    <a:pt x="1000272" y="67"/>
                  </a:lnTo>
                  <a:lnTo>
                    <a:pt x="995328" y="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27" name="pl426"/>
            <p:cNvSpPr/>
            <p:nvPr/>
          </p:nvSpPr>
          <p:spPr>
            <a:xfrm>
              <a:off x="1199187" y="1912666"/>
              <a:ext cx="12049831" cy="2211547"/>
            </a:xfrm>
            <a:custGeom>
              <a:avLst/>
              <a:pathLst>
                <a:path w="12049831" h="2211547">
                  <a:moveTo>
                    <a:pt x="0" y="0"/>
                  </a:moveTo>
                  <a:lnTo>
                    <a:pt x="994940" y="0"/>
                  </a:lnTo>
                  <a:lnTo>
                    <a:pt x="996072" y="13"/>
                  </a:lnTo>
                  <a:lnTo>
                    <a:pt x="1003545" y="111"/>
                  </a:lnTo>
                  <a:lnTo>
                    <a:pt x="1022483" y="382"/>
                  </a:lnTo>
                  <a:lnTo>
                    <a:pt x="1056595" y="916"/>
                  </a:lnTo>
                  <a:lnTo>
                    <a:pt x="1107950" y="1798"/>
                  </a:lnTo>
                  <a:lnTo>
                    <a:pt x="1176826" y="3101"/>
                  </a:lnTo>
                  <a:lnTo>
                    <a:pt x="1261766" y="4880"/>
                  </a:lnTo>
                  <a:lnTo>
                    <a:pt x="1359901" y="7167"/>
                  </a:lnTo>
                  <a:lnTo>
                    <a:pt x="1467465" y="9973"/>
                  </a:lnTo>
                  <a:lnTo>
                    <a:pt x="1580397" y="13297"/>
                  </a:lnTo>
                  <a:lnTo>
                    <a:pt x="1694867" y="17128"/>
                  </a:lnTo>
                  <a:lnTo>
                    <a:pt x="1807642" y="21456"/>
                  </a:lnTo>
                  <a:lnTo>
                    <a:pt x="1916273" y="26280"/>
                  </a:lnTo>
                  <a:lnTo>
                    <a:pt x="2019115" y="31608"/>
                  </a:lnTo>
                  <a:lnTo>
                    <a:pt x="2115246" y="37465"/>
                  </a:lnTo>
                  <a:lnTo>
                    <a:pt x="2204331" y="43891"/>
                  </a:lnTo>
                  <a:lnTo>
                    <a:pt x="2286476" y="50943"/>
                  </a:lnTo>
                  <a:lnTo>
                    <a:pt x="2362093" y="58693"/>
                  </a:lnTo>
                  <a:lnTo>
                    <a:pt x="2431790" y="67225"/>
                  </a:lnTo>
                  <a:lnTo>
                    <a:pt x="2496291" y="76636"/>
                  </a:lnTo>
                  <a:lnTo>
                    <a:pt x="2556366" y="87023"/>
                  </a:lnTo>
                  <a:lnTo>
                    <a:pt x="2612790" y="98479"/>
                  </a:lnTo>
                  <a:lnTo>
                    <a:pt x="2666298" y="111075"/>
                  </a:lnTo>
                  <a:lnTo>
                    <a:pt x="2702183" y="120534"/>
                  </a:lnTo>
                  <a:lnTo>
                    <a:pt x="2761308" y="137937"/>
                  </a:lnTo>
                  <a:lnTo>
                    <a:pt x="2818637" y="157017"/>
                  </a:lnTo>
                  <a:lnTo>
                    <a:pt x="2874811" y="177802"/>
                  </a:lnTo>
                  <a:lnTo>
                    <a:pt x="2930310" y="200269"/>
                  </a:lnTo>
                  <a:lnTo>
                    <a:pt x="2985478" y="224338"/>
                  </a:lnTo>
                  <a:lnTo>
                    <a:pt x="3040549" y="249869"/>
                  </a:lnTo>
                  <a:lnTo>
                    <a:pt x="3095661" y="276662"/>
                  </a:lnTo>
                  <a:lnTo>
                    <a:pt x="3150874" y="304457"/>
                  </a:lnTo>
                  <a:lnTo>
                    <a:pt x="3206191" y="332950"/>
                  </a:lnTo>
                  <a:lnTo>
                    <a:pt x="3261568" y="361799"/>
                  </a:lnTo>
                  <a:lnTo>
                    <a:pt x="3316945" y="390646"/>
                  </a:lnTo>
                  <a:lnTo>
                    <a:pt x="3372260" y="419132"/>
                  </a:lnTo>
                  <a:lnTo>
                    <a:pt x="3427472" y="446915"/>
                  </a:lnTo>
                  <a:lnTo>
                    <a:pt x="3482583" y="473692"/>
                  </a:lnTo>
                  <a:lnTo>
                    <a:pt x="3537654" y="499205"/>
                  </a:lnTo>
                  <a:lnTo>
                    <a:pt x="3592825" y="523253"/>
                  </a:lnTo>
                  <a:lnTo>
                    <a:pt x="3648330" y="545698"/>
                  </a:lnTo>
                  <a:lnTo>
                    <a:pt x="3704517" y="566459"/>
                  </a:lnTo>
                  <a:lnTo>
                    <a:pt x="3761865" y="585517"/>
                  </a:lnTo>
                  <a:lnTo>
                    <a:pt x="3820202" y="602672"/>
                  </a:lnTo>
                  <a:lnTo>
                    <a:pt x="3872071" y="616080"/>
                  </a:lnTo>
                  <a:lnTo>
                    <a:pt x="3926391" y="628325"/>
                  </a:lnTo>
                  <a:lnTo>
                    <a:pt x="3983844" y="639447"/>
                  </a:lnTo>
                  <a:lnTo>
                    <a:pt x="4045180" y="649528"/>
                  </a:lnTo>
                  <a:lnTo>
                    <a:pt x="4111179" y="658661"/>
                  </a:lnTo>
                  <a:lnTo>
                    <a:pt x="4182602" y="666946"/>
                  </a:lnTo>
                  <a:lnTo>
                    <a:pt x="4260144" y="674476"/>
                  </a:lnTo>
                  <a:lnTo>
                    <a:pt x="4344365" y="681331"/>
                  </a:lnTo>
                  <a:lnTo>
                    <a:pt x="4435596" y="687579"/>
                  </a:lnTo>
                  <a:lnTo>
                    <a:pt x="4533825" y="693271"/>
                  </a:lnTo>
                  <a:lnTo>
                    <a:pt x="4638554" y="698444"/>
                  </a:lnTo>
                  <a:lnTo>
                    <a:pt x="4748654" y="703117"/>
                  </a:lnTo>
                  <a:lnTo>
                    <a:pt x="4862240" y="707295"/>
                  </a:lnTo>
                  <a:lnTo>
                    <a:pt x="4976618" y="710973"/>
                  </a:lnTo>
                  <a:lnTo>
                    <a:pt x="5088344" y="714141"/>
                  </a:lnTo>
                  <a:lnTo>
                    <a:pt x="5193471" y="716789"/>
                  </a:lnTo>
                  <a:lnTo>
                    <a:pt x="5287966" y="718919"/>
                  </a:lnTo>
                  <a:lnTo>
                    <a:pt x="5368275" y="720549"/>
                  </a:lnTo>
                  <a:lnTo>
                    <a:pt x="5431908" y="721718"/>
                  </a:lnTo>
                  <a:lnTo>
                    <a:pt x="5477913" y="722486"/>
                  </a:lnTo>
                  <a:lnTo>
                    <a:pt x="5507118" y="722930"/>
                  </a:lnTo>
                  <a:lnTo>
                    <a:pt x="5522113" y="723139"/>
                  </a:lnTo>
                  <a:lnTo>
                    <a:pt x="5527057" y="723202"/>
                  </a:lnTo>
                  <a:lnTo>
                    <a:pt x="5527445" y="723207"/>
                  </a:lnTo>
                  <a:lnTo>
                    <a:pt x="6522385" y="723207"/>
                  </a:lnTo>
                  <a:lnTo>
                    <a:pt x="6523505" y="723235"/>
                  </a:lnTo>
                  <a:lnTo>
                    <a:pt x="6530892" y="723434"/>
                  </a:lnTo>
                  <a:lnTo>
                    <a:pt x="6549620" y="723985"/>
                  </a:lnTo>
                  <a:lnTo>
                    <a:pt x="6583367" y="725070"/>
                  </a:lnTo>
                  <a:lnTo>
                    <a:pt x="6634203" y="726864"/>
                  </a:lnTo>
                  <a:lnTo>
                    <a:pt x="6702435" y="729515"/>
                  </a:lnTo>
                  <a:lnTo>
                    <a:pt x="6786656" y="733135"/>
                  </a:lnTo>
                  <a:lnTo>
                    <a:pt x="6884062" y="737791"/>
                  </a:lnTo>
                  <a:lnTo>
                    <a:pt x="6990949" y="743508"/>
                  </a:lnTo>
                  <a:lnTo>
                    <a:pt x="7103304" y="750281"/>
                  </a:lnTo>
                  <a:lnTo>
                    <a:pt x="7217326" y="758091"/>
                  </a:lnTo>
                  <a:lnTo>
                    <a:pt x="7329790" y="766917"/>
                  </a:lnTo>
                  <a:lnTo>
                    <a:pt x="7438240" y="776754"/>
                  </a:lnTo>
                  <a:lnTo>
                    <a:pt x="7541013" y="787618"/>
                  </a:lnTo>
                  <a:lnTo>
                    <a:pt x="7637161" y="799559"/>
                  </a:lnTo>
                  <a:lnTo>
                    <a:pt x="7726325" y="812657"/>
                  </a:lnTo>
                  <a:lnTo>
                    <a:pt x="7808587" y="827023"/>
                  </a:lnTo>
                  <a:lnTo>
                    <a:pt x="7884337" y="842804"/>
                  </a:lnTo>
                  <a:lnTo>
                    <a:pt x="7954167" y="860170"/>
                  </a:lnTo>
                  <a:lnTo>
                    <a:pt x="8018785" y="879313"/>
                  </a:lnTo>
                  <a:lnTo>
                    <a:pt x="8078951" y="900434"/>
                  </a:lnTo>
                  <a:lnTo>
                    <a:pt x="8135432" y="923723"/>
                  </a:lnTo>
                  <a:lnTo>
                    <a:pt x="8188958" y="949329"/>
                  </a:lnTo>
                  <a:lnTo>
                    <a:pt x="8229629" y="971264"/>
                  </a:lnTo>
                  <a:lnTo>
                    <a:pt x="8283080" y="1003437"/>
                  </a:lnTo>
                  <a:lnTo>
                    <a:pt x="8335012" y="1038413"/>
                  </a:lnTo>
                  <a:lnTo>
                    <a:pt x="8385915" y="1076246"/>
                  </a:lnTo>
                  <a:lnTo>
                    <a:pt x="8436167" y="1116921"/>
                  </a:lnTo>
                  <a:lnTo>
                    <a:pt x="8486054" y="1160346"/>
                  </a:lnTo>
                  <a:lnTo>
                    <a:pt x="8535781" y="1206352"/>
                  </a:lnTo>
                  <a:lnTo>
                    <a:pt x="8585485" y="1254682"/>
                  </a:lnTo>
                  <a:lnTo>
                    <a:pt x="8635246" y="1304999"/>
                  </a:lnTo>
                  <a:lnTo>
                    <a:pt x="8685093" y="1356893"/>
                  </a:lnTo>
                  <a:lnTo>
                    <a:pt x="8735022" y="1409890"/>
                  </a:lnTo>
                  <a:lnTo>
                    <a:pt x="8785000" y="1463469"/>
                  </a:lnTo>
                  <a:lnTo>
                    <a:pt x="8834982" y="1517089"/>
                  </a:lnTo>
                  <a:lnTo>
                    <a:pt x="8884920" y="1570204"/>
                  </a:lnTo>
                  <a:lnTo>
                    <a:pt x="8934781" y="1622289"/>
                  </a:lnTo>
                  <a:lnTo>
                    <a:pt x="8984553" y="1672863"/>
                  </a:lnTo>
                  <a:lnTo>
                    <a:pt x="9034262" y="1721505"/>
                  </a:lnTo>
                  <a:lnTo>
                    <a:pt x="9083978" y="1767867"/>
                  </a:lnTo>
                  <a:lnTo>
                    <a:pt x="9133831" y="1811681"/>
                  </a:lnTo>
                  <a:lnTo>
                    <a:pt x="9184015" y="1852763"/>
                  </a:lnTo>
                  <a:lnTo>
                    <a:pt x="9234802" y="1891012"/>
                  </a:lnTo>
                  <a:lnTo>
                    <a:pt x="9286556" y="1926403"/>
                  </a:lnTo>
                  <a:lnTo>
                    <a:pt x="9339750" y="1958978"/>
                  </a:lnTo>
                  <a:lnTo>
                    <a:pt x="9347647" y="1963490"/>
                  </a:lnTo>
                  <a:lnTo>
                    <a:pt x="9399307" y="1990979"/>
                  </a:lnTo>
                  <a:lnTo>
                    <a:pt x="9453394" y="2016092"/>
                  </a:lnTo>
                  <a:lnTo>
                    <a:pt x="9510583" y="2038913"/>
                  </a:lnTo>
                  <a:lnTo>
                    <a:pt x="9571617" y="2059603"/>
                  </a:lnTo>
                  <a:lnTo>
                    <a:pt x="9637264" y="2078358"/>
                  </a:lnTo>
                  <a:lnTo>
                    <a:pt x="9708277" y="2095377"/>
                  </a:lnTo>
                  <a:lnTo>
                    <a:pt x="9785346" y="2110848"/>
                  </a:lnTo>
                  <a:lnTo>
                    <a:pt x="9869028" y="2124939"/>
                  </a:lnTo>
                  <a:lnTo>
                    <a:pt x="9959659" y="2137786"/>
                  </a:lnTo>
                  <a:lnTo>
                    <a:pt x="10057241" y="2149496"/>
                  </a:lnTo>
                  <a:lnTo>
                    <a:pt x="10161301" y="2160143"/>
                  </a:lnTo>
                  <a:lnTo>
                    <a:pt x="10270755" y="2169767"/>
                  </a:lnTo>
                  <a:lnTo>
                    <a:pt x="10383775" y="2178382"/>
                  </a:lnTo>
                  <a:lnTo>
                    <a:pt x="10497738" y="2185977"/>
                  </a:lnTo>
                  <a:lnTo>
                    <a:pt x="10609278" y="2192531"/>
                  </a:lnTo>
                  <a:lnTo>
                    <a:pt x="10714511" y="2198025"/>
                  </a:lnTo>
                  <a:lnTo>
                    <a:pt x="10809443" y="2202460"/>
                  </a:lnTo>
                  <a:lnTo>
                    <a:pt x="10890511" y="2205871"/>
                  </a:lnTo>
                  <a:lnTo>
                    <a:pt x="10955165" y="2208332"/>
                  </a:lnTo>
                  <a:lnTo>
                    <a:pt x="11002341" y="2209964"/>
                  </a:lnTo>
                  <a:lnTo>
                    <a:pt x="11032718" y="2210923"/>
                  </a:lnTo>
                  <a:lnTo>
                    <a:pt x="11048719" y="2211384"/>
                  </a:lnTo>
                  <a:lnTo>
                    <a:pt x="11054332" y="2211533"/>
                  </a:lnTo>
                  <a:lnTo>
                    <a:pt x="11054891" y="2211547"/>
                  </a:lnTo>
                  <a:lnTo>
                    <a:pt x="12049831" y="2211547"/>
                  </a:lnTo>
                  <a:lnTo>
                    <a:pt x="12049831" y="22115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8" name="pl427"/>
            <p:cNvSpPr/>
            <p:nvPr/>
          </p:nvSpPr>
          <p:spPr>
            <a:xfrm>
              <a:off x="1199187" y="1907426"/>
              <a:ext cx="12049831" cy="2211547"/>
            </a:xfrm>
            <a:custGeom>
              <a:avLst/>
              <a:pathLst>
                <a:path w="12049831" h="2211547">
                  <a:moveTo>
                    <a:pt x="12049831" y="2211547"/>
                  </a:moveTo>
                  <a:lnTo>
                    <a:pt x="11054891" y="2211547"/>
                  </a:lnTo>
                  <a:lnTo>
                    <a:pt x="11053772" y="2211519"/>
                  </a:lnTo>
                  <a:lnTo>
                    <a:pt x="11046385" y="2211320"/>
                  </a:lnTo>
                  <a:lnTo>
                    <a:pt x="11027657" y="2210769"/>
                  </a:lnTo>
                  <a:lnTo>
                    <a:pt x="10993909" y="2209684"/>
                  </a:lnTo>
                  <a:lnTo>
                    <a:pt x="10943073" y="2207890"/>
                  </a:lnTo>
                  <a:lnTo>
                    <a:pt x="10874842" y="2205239"/>
                  </a:lnTo>
                  <a:lnTo>
                    <a:pt x="10790620" y="2201619"/>
                  </a:lnTo>
                  <a:lnTo>
                    <a:pt x="10693215" y="2196963"/>
                  </a:lnTo>
                  <a:lnTo>
                    <a:pt x="10586328" y="2191247"/>
                  </a:lnTo>
                  <a:lnTo>
                    <a:pt x="10473972" y="2184473"/>
                  </a:lnTo>
                  <a:lnTo>
                    <a:pt x="10359951" y="2176663"/>
                  </a:lnTo>
                  <a:lnTo>
                    <a:pt x="10247486" y="2167837"/>
                  </a:lnTo>
                  <a:lnTo>
                    <a:pt x="10139036" y="2158000"/>
                  </a:lnTo>
                  <a:lnTo>
                    <a:pt x="10036264" y="2147136"/>
                  </a:lnTo>
                  <a:lnTo>
                    <a:pt x="9940115" y="2135195"/>
                  </a:lnTo>
                  <a:lnTo>
                    <a:pt x="9850951" y="2122098"/>
                  </a:lnTo>
                  <a:lnTo>
                    <a:pt x="9768690" y="2107731"/>
                  </a:lnTo>
                  <a:lnTo>
                    <a:pt x="9692940" y="2091950"/>
                  </a:lnTo>
                  <a:lnTo>
                    <a:pt x="9623109" y="2074584"/>
                  </a:lnTo>
                  <a:lnTo>
                    <a:pt x="9558491" y="2055441"/>
                  </a:lnTo>
                  <a:lnTo>
                    <a:pt x="9498325" y="2034320"/>
                  </a:lnTo>
                  <a:lnTo>
                    <a:pt x="9441844" y="2011031"/>
                  </a:lnTo>
                  <a:lnTo>
                    <a:pt x="9388318" y="1985425"/>
                  </a:lnTo>
                  <a:lnTo>
                    <a:pt x="9347647" y="1963490"/>
                  </a:lnTo>
                  <a:lnTo>
                    <a:pt x="9294196" y="1931318"/>
                  </a:lnTo>
                  <a:lnTo>
                    <a:pt x="9242265" y="1896341"/>
                  </a:lnTo>
                  <a:lnTo>
                    <a:pt x="9191362" y="1858508"/>
                  </a:lnTo>
                  <a:lnTo>
                    <a:pt x="9141109" y="1817834"/>
                  </a:lnTo>
                  <a:lnTo>
                    <a:pt x="9091222" y="1774408"/>
                  </a:lnTo>
                  <a:lnTo>
                    <a:pt x="9041495" y="1728403"/>
                  </a:lnTo>
                  <a:lnTo>
                    <a:pt x="8991791" y="1680073"/>
                  </a:lnTo>
                  <a:lnTo>
                    <a:pt x="8942031" y="1629755"/>
                  </a:lnTo>
                  <a:lnTo>
                    <a:pt x="8892183" y="1577861"/>
                  </a:lnTo>
                  <a:lnTo>
                    <a:pt x="8842254" y="1524864"/>
                  </a:lnTo>
                  <a:lnTo>
                    <a:pt x="8792276" y="1471285"/>
                  </a:lnTo>
                  <a:lnTo>
                    <a:pt x="8742295" y="1417665"/>
                  </a:lnTo>
                  <a:lnTo>
                    <a:pt x="8692356" y="1364551"/>
                  </a:lnTo>
                  <a:lnTo>
                    <a:pt x="8642495" y="1312465"/>
                  </a:lnTo>
                  <a:lnTo>
                    <a:pt x="8592723" y="1261891"/>
                  </a:lnTo>
                  <a:lnTo>
                    <a:pt x="8543015" y="1213249"/>
                  </a:lnTo>
                  <a:lnTo>
                    <a:pt x="8493298" y="1166887"/>
                  </a:lnTo>
                  <a:lnTo>
                    <a:pt x="8443446" y="1123073"/>
                  </a:lnTo>
                  <a:lnTo>
                    <a:pt x="8393262" y="1081991"/>
                  </a:lnTo>
                  <a:lnTo>
                    <a:pt x="8342475" y="1043742"/>
                  </a:lnTo>
                  <a:lnTo>
                    <a:pt x="8290721" y="1008351"/>
                  </a:lnTo>
                  <a:lnTo>
                    <a:pt x="8237526" y="975776"/>
                  </a:lnTo>
                  <a:lnTo>
                    <a:pt x="8229629" y="971264"/>
                  </a:lnTo>
                  <a:lnTo>
                    <a:pt x="8177970" y="943775"/>
                  </a:lnTo>
                  <a:lnTo>
                    <a:pt x="8123883" y="918662"/>
                  </a:lnTo>
                  <a:lnTo>
                    <a:pt x="8066693" y="895841"/>
                  </a:lnTo>
                  <a:lnTo>
                    <a:pt x="8005659" y="875151"/>
                  </a:lnTo>
                  <a:lnTo>
                    <a:pt x="7940013" y="856396"/>
                  </a:lnTo>
                  <a:lnTo>
                    <a:pt x="7869000" y="839377"/>
                  </a:lnTo>
                  <a:lnTo>
                    <a:pt x="7791931" y="823906"/>
                  </a:lnTo>
                  <a:lnTo>
                    <a:pt x="7708249" y="809815"/>
                  </a:lnTo>
                  <a:lnTo>
                    <a:pt x="7617617" y="796968"/>
                  </a:lnTo>
                  <a:lnTo>
                    <a:pt x="7520036" y="785258"/>
                  </a:lnTo>
                  <a:lnTo>
                    <a:pt x="7415975" y="774611"/>
                  </a:lnTo>
                  <a:lnTo>
                    <a:pt x="7306522" y="764987"/>
                  </a:lnTo>
                  <a:lnTo>
                    <a:pt x="7193501" y="756372"/>
                  </a:lnTo>
                  <a:lnTo>
                    <a:pt x="7079538" y="748777"/>
                  </a:lnTo>
                  <a:lnTo>
                    <a:pt x="6967999" y="742223"/>
                  </a:lnTo>
                  <a:lnTo>
                    <a:pt x="6862766" y="736729"/>
                  </a:lnTo>
                  <a:lnTo>
                    <a:pt x="6767833" y="732294"/>
                  </a:lnTo>
                  <a:lnTo>
                    <a:pt x="6686765" y="728883"/>
                  </a:lnTo>
                  <a:lnTo>
                    <a:pt x="6622111" y="726422"/>
                  </a:lnTo>
                  <a:lnTo>
                    <a:pt x="6574936" y="724790"/>
                  </a:lnTo>
                  <a:lnTo>
                    <a:pt x="6544559" y="723832"/>
                  </a:lnTo>
                  <a:lnTo>
                    <a:pt x="6528558" y="723370"/>
                  </a:lnTo>
                  <a:lnTo>
                    <a:pt x="6522945" y="723221"/>
                  </a:lnTo>
                  <a:lnTo>
                    <a:pt x="6522385" y="723207"/>
                  </a:lnTo>
                  <a:lnTo>
                    <a:pt x="5527445" y="723207"/>
                  </a:lnTo>
                  <a:lnTo>
                    <a:pt x="5526313" y="723193"/>
                  </a:lnTo>
                  <a:lnTo>
                    <a:pt x="5518840" y="723095"/>
                  </a:lnTo>
                  <a:lnTo>
                    <a:pt x="5499902" y="722824"/>
                  </a:lnTo>
                  <a:lnTo>
                    <a:pt x="5465790" y="722291"/>
                  </a:lnTo>
                  <a:lnTo>
                    <a:pt x="5414435" y="721409"/>
                  </a:lnTo>
                  <a:lnTo>
                    <a:pt x="5345559" y="720105"/>
                  </a:lnTo>
                  <a:lnTo>
                    <a:pt x="5260619" y="718327"/>
                  </a:lnTo>
                  <a:lnTo>
                    <a:pt x="5162484" y="716040"/>
                  </a:lnTo>
                  <a:lnTo>
                    <a:pt x="5054920" y="713233"/>
                  </a:lnTo>
                  <a:lnTo>
                    <a:pt x="4941988" y="709910"/>
                  </a:lnTo>
                  <a:lnTo>
                    <a:pt x="4827518" y="706079"/>
                  </a:lnTo>
                  <a:lnTo>
                    <a:pt x="4714743" y="701750"/>
                  </a:lnTo>
                  <a:lnTo>
                    <a:pt x="4606112" y="696927"/>
                  </a:lnTo>
                  <a:lnTo>
                    <a:pt x="4503270" y="691599"/>
                  </a:lnTo>
                  <a:lnTo>
                    <a:pt x="4407139" y="685742"/>
                  </a:lnTo>
                  <a:lnTo>
                    <a:pt x="4318054" y="679316"/>
                  </a:lnTo>
                  <a:lnTo>
                    <a:pt x="4235909" y="672264"/>
                  </a:lnTo>
                  <a:lnTo>
                    <a:pt x="4160292" y="664514"/>
                  </a:lnTo>
                  <a:lnTo>
                    <a:pt x="4090595" y="655981"/>
                  </a:lnTo>
                  <a:lnTo>
                    <a:pt x="4026094" y="646571"/>
                  </a:lnTo>
                  <a:lnTo>
                    <a:pt x="3966019" y="636184"/>
                  </a:lnTo>
                  <a:lnTo>
                    <a:pt x="3909595" y="624728"/>
                  </a:lnTo>
                  <a:lnTo>
                    <a:pt x="3856087" y="612132"/>
                  </a:lnTo>
                  <a:lnTo>
                    <a:pt x="3820202" y="602672"/>
                  </a:lnTo>
                  <a:lnTo>
                    <a:pt x="3761077" y="585269"/>
                  </a:lnTo>
                  <a:lnTo>
                    <a:pt x="3703748" y="566189"/>
                  </a:lnTo>
                  <a:lnTo>
                    <a:pt x="3647574" y="545404"/>
                  </a:lnTo>
                  <a:lnTo>
                    <a:pt x="3592075" y="522937"/>
                  </a:lnTo>
                  <a:lnTo>
                    <a:pt x="3536907" y="498868"/>
                  </a:lnTo>
                  <a:lnTo>
                    <a:pt x="3481836" y="473337"/>
                  </a:lnTo>
                  <a:lnTo>
                    <a:pt x="3426724" y="446545"/>
                  </a:lnTo>
                  <a:lnTo>
                    <a:pt x="3371511" y="418749"/>
                  </a:lnTo>
                  <a:lnTo>
                    <a:pt x="3316194" y="390257"/>
                  </a:lnTo>
                  <a:lnTo>
                    <a:pt x="3260817" y="361407"/>
                  </a:lnTo>
                  <a:lnTo>
                    <a:pt x="3205440" y="332560"/>
                  </a:lnTo>
                  <a:lnTo>
                    <a:pt x="3150125" y="304075"/>
                  </a:lnTo>
                  <a:lnTo>
                    <a:pt x="3094913" y="276291"/>
                  </a:lnTo>
                  <a:lnTo>
                    <a:pt x="3039802" y="249514"/>
                  </a:lnTo>
                  <a:lnTo>
                    <a:pt x="2984731" y="224002"/>
                  </a:lnTo>
                  <a:lnTo>
                    <a:pt x="2929560" y="199953"/>
                  </a:lnTo>
                  <a:lnTo>
                    <a:pt x="2874055" y="177509"/>
                  </a:lnTo>
                  <a:lnTo>
                    <a:pt x="2817868" y="156747"/>
                  </a:lnTo>
                  <a:lnTo>
                    <a:pt x="2760520" y="137690"/>
                  </a:lnTo>
                  <a:lnTo>
                    <a:pt x="2702183" y="120534"/>
                  </a:lnTo>
                  <a:lnTo>
                    <a:pt x="2650314" y="107126"/>
                  </a:lnTo>
                  <a:lnTo>
                    <a:pt x="2595994" y="94882"/>
                  </a:lnTo>
                  <a:lnTo>
                    <a:pt x="2538541" y="83759"/>
                  </a:lnTo>
                  <a:lnTo>
                    <a:pt x="2477205" y="73679"/>
                  </a:lnTo>
                  <a:lnTo>
                    <a:pt x="2411206" y="64545"/>
                  </a:lnTo>
                  <a:lnTo>
                    <a:pt x="2339783" y="56260"/>
                  </a:lnTo>
                  <a:lnTo>
                    <a:pt x="2262241" y="48731"/>
                  </a:lnTo>
                  <a:lnTo>
                    <a:pt x="2178020" y="41876"/>
                  </a:lnTo>
                  <a:lnTo>
                    <a:pt x="2086789" y="35628"/>
                  </a:lnTo>
                  <a:lnTo>
                    <a:pt x="1988560" y="29935"/>
                  </a:lnTo>
                  <a:lnTo>
                    <a:pt x="1883831" y="24762"/>
                  </a:lnTo>
                  <a:lnTo>
                    <a:pt x="1773731" y="20090"/>
                  </a:lnTo>
                  <a:lnTo>
                    <a:pt x="1660145" y="15911"/>
                  </a:lnTo>
                  <a:lnTo>
                    <a:pt x="1545767" y="12233"/>
                  </a:lnTo>
                  <a:lnTo>
                    <a:pt x="1434041" y="9066"/>
                  </a:lnTo>
                  <a:lnTo>
                    <a:pt x="1328914" y="6417"/>
                  </a:lnTo>
                  <a:lnTo>
                    <a:pt x="1234419" y="4287"/>
                  </a:lnTo>
                  <a:lnTo>
                    <a:pt x="1154110" y="2657"/>
                  </a:lnTo>
                  <a:lnTo>
                    <a:pt x="1090477" y="1488"/>
                  </a:lnTo>
                  <a:lnTo>
                    <a:pt x="1044472" y="721"/>
                  </a:lnTo>
                  <a:lnTo>
                    <a:pt x="1015267" y="276"/>
                  </a:lnTo>
                  <a:lnTo>
                    <a:pt x="1000272" y="67"/>
                  </a:lnTo>
                  <a:lnTo>
                    <a:pt x="995328" y="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9" name="pg428"/>
            <p:cNvSpPr/>
            <p:nvPr/>
          </p:nvSpPr>
          <p:spPr>
            <a:xfrm>
              <a:off x="1199187" y="1912666"/>
              <a:ext cx="12049831" cy="2541707"/>
            </a:xfrm>
            <a:custGeom>
              <a:avLst/>
              <a:pathLst>
                <a:path w="12049831" h="2541707">
                  <a:moveTo>
                    <a:pt x="0" y="5240"/>
                  </a:moveTo>
                  <a:lnTo>
                    <a:pt x="994940" y="5240"/>
                  </a:lnTo>
                  <a:lnTo>
                    <a:pt x="996072" y="5254"/>
                  </a:lnTo>
                  <a:lnTo>
                    <a:pt x="1003544" y="5353"/>
                  </a:lnTo>
                  <a:lnTo>
                    <a:pt x="1022482" y="5625"/>
                  </a:lnTo>
                  <a:lnTo>
                    <a:pt x="1056592" y="6163"/>
                  </a:lnTo>
                  <a:lnTo>
                    <a:pt x="1107945" y="7051"/>
                  </a:lnTo>
                  <a:lnTo>
                    <a:pt x="1176818" y="8364"/>
                  </a:lnTo>
                  <a:lnTo>
                    <a:pt x="1261755" y="10156"/>
                  </a:lnTo>
                  <a:lnTo>
                    <a:pt x="1359886" y="12459"/>
                  </a:lnTo>
                  <a:lnTo>
                    <a:pt x="1467447" y="15286"/>
                  </a:lnTo>
                  <a:lnTo>
                    <a:pt x="1580376" y="18633"/>
                  </a:lnTo>
                  <a:lnTo>
                    <a:pt x="1694844" y="22492"/>
                  </a:lnTo>
                  <a:lnTo>
                    <a:pt x="1807618" y="26852"/>
                  </a:lnTo>
                  <a:lnTo>
                    <a:pt x="1916248" y="31710"/>
                  </a:lnTo>
                  <a:lnTo>
                    <a:pt x="2019090" y="37076"/>
                  </a:lnTo>
                  <a:lnTo>
                    <a:pt x="2115221" y="42975"/>
                  </a:lnTo>
                  <a:lnTo>
                    <a:pt x="2204307" y="49447"/>
                  </a:lnTo>
                  <a:lnTo>
                    <a:pt x="2286452" y="56550"/>
                  </a:lnTo>
                  <a:lnTo>
                    <a:pt x="2362069" y="64356"/>
                  </a:lnTo>
                  <a:lnTo>
                    <a:pt x="2431767" y="72950"/>
                  </a:lnTo>
                  <a:lnTo>
                    <a:pt x="2496269" y="82428"/>
                  </a:lnTo>
                  <a:lnTo>
                    <a:pt x="2556344" y="92890"/>
                  </a:lnTo>
                  <a:lnTo>
                    <a:pt x="2612769" y="104428"/>
                  </a:lnTo>
                  <a:lnTo>
                    <a:pt x="2666276" y="117115"/>
                  </a:lnTo>
                  <a:lnTo>
                    <a:pt x="2702183" y="126648"/>
                  </a:lnTo>
                  <a:lnTo>
                    <a:pt x="2761275" y="144167"/>
                  </a:lnTo>
                  <a:lnTo>
                    <a:pt x="2818572" y="163373"/>
                  </a:lnTo>
                  <a:lnTo>
                    <a:pt x="2874716" y="184294"/>
                  </a:lnTo>
                  <a:lnTo>
                    <a:pt x="2930184" y="206908"/>
                  </a:lnTo>
                  <a:lnTo>
                    <a:pt x="2985321" y="231133"/>
                  </a:lnTo>
                  <a:lnTo>
                    <a:pt x="3040361" y="256831"/>
                  </a:lnTo>
                  <a:lnTo>
                    <a:pt x="3095441" y="283797"/>
                  </a:lnTo>
                  <a:lnTo>
                    <a:pt x="3150623" y="311775"/>
                  </a:lnTo>
                  <a:lnTo>
                    <a:pt x="3205907" y="340455"/>
                  </a:lnTo>
                  <a:lnTo>
                    <a:pt x="3261253" y="369496"/>
                  </a:lnTo>
                  <a:lnTo>
                    <a:pt x="3316598" y="398536"/>
                  </a:lnTo>
                  <a:lnTo>
                    <a:pt x="3371882" y="427215"/>
                  </a:lnTo>
                  <a:lnTo>
                    <a:pt x="3427064" y="455191"/>
                  </a:lnTo>
                  <a:lnTo>
                    <a:pt x="3482144" y="482155"/>
                  </a:lnTo>
                  <a:lnTo>
                    <a:pt x="3537183" y="507849"/>
                  </a:lnTo>
                  <a:lnTo>
                    <a:pt x="3592321" y="532072"/>
                  </a:lnTo>
                  <a:lnTo>
                    <a:pt x="3647791" y="554682"/>
                  </a:lnTo>
                  <a:lnTo>
                    <a:pt x="3703936" y="575599"/>
                  </a:lnTo>
                  <a:lnTo>
                    <a:pt x="3761236" y="594802"/>
                  </a:lnTo>
                  <a:lnTo>
                    <a:pt x="3820202" y="612280"/>
                  </a:lnTo>
                  <a:lnTo>
                    <a:pt x="3872070" y="625785"/>
                  </a:lnTo>
                  <a:lnTo>
                    <a:pt x="3926389" y="638118"/>
                  </a:lnTo>
                  <a:lnTo>
                    <a:pt x="3983840" y="649321"/>
                  </a:lnTo>
                  <a:lnTo>
                    <a:pt x="4045176" y="659474"/>
                  </a:lnTo>
                  <a:lnTo>
                    <a:pt x="4111173" y="668674"/>
                  </a:lnTo>
                  <a:lnTo>
                    <a:pt x="4182594" y="677019"/>
                  </a:lnTo>
                  <a:lnTo>
                    <a:pt x="4260134" y="684603"/>
                  </a:lnTo>
                  <a:lnTo>
                    <a:pt x="4344352" y="691508"/>
                  </a:lnTo>
                  <a:lnTo>
                    <a:pt x="4435581" y="697801"/>
                  </a:lnTo>
                  <a:lnTo>
                    <a:pt x="4533807" y="703535"/>
                  </a:lnTo>
                  <a:lnTo>
                    <a:pt x="4638533" y="708745"/>
                  </a:lnTo>
                  <a:lnTo>
                    <a:pt x="4748630" y="713452"/>
                  </a:lnTo>
                  <a:lnTo>
                    <a:pt x="4862214" y="717660"/>
                  </a:lnTo>
                  <a:lnTo>
                    <a:pt x="4976589" y="721365"/>
                  </a:lnTo>
                  <a:lnTo>
                    <a:pt x="5088314" y="724556"/>
                  </a:lnTo>
                  <a:lnTo>
                    <a:pt x="5193442" y="727223"/>
                  </a:lnTo>
                  <a:lnTo>
                    <a:pt x="5287940" y="729369"/>
                  </a:lnTo>
                  <a:lnTo>
                    <a:pt x="5368252" y="731011"/>
                  </a:lnTo>
                  <a:lnTo>
                    <a:pt x="5431889" y="732188"/>
                  </a:lnTo>
                  <a:lnTo>
                    <a:pt x="5477899" y="732962"/>
                  </a:lnTo>
                  <a:lnTo>
                    <a:pt x="5507110" y="733409"/>
                  </a:lnTo>
                  <a:lnTo>
                    <a:pt x="5522109" y="733620"/>
                  </a:lnTo>
                  <a:lnTo>
                    <a:pt x="5527056" y="733684"/>
                  </a:lnTo>
                  <a:lnTo>
                    <a:pt x="5527445" y="733688"/>
                  </a:lnTo>
                  <a:lnTo>
                    <a:pt x="6522385" y="733688"/>
                  </a:lnTo>
                  <a:lnTo>
                    <a:pt x="6523497" y="733722"/>
                  </a:lnTo>
                  <a:lnTo>
                    <a:pt x="6530832" y="733962"/>
                  </a:lnTo>
                  <a:lnTo>
                    <a:pt x="6549431" y="734626"/>
                  </a:lnTo>
                  <a:lnTo>
                    <a:pt x="6582957" y="735935"/>
                  </a:lnTo>
                  <a:lnTo>
                    <a:pt x="6633476" y="738098"/>
                  </a:lnTo>
                  <a:lnTo>
                    <a:pt x="6701313" y="741296"/>
                  </a:lnTo>
                  <a:lnTo>
                    <a:pt x="6785095" y="745663"/>
                  </a:lnTo>
                  <a:lnTo>
                    <a:pt x="6882054" y="751281"/>
                  </a:lnTo>
                  <a:lnTo>
                    <a:pt x="6988524" y="758183"/>
                  </a:lnTo>
                  <a:lnTo>
                    <a:pt x="7100524" y="766361"/>
                  </a:lnTo>
                  <a:lnTo>
                    <a:pt x="7214268" y="775794"/>
                  </a:lnTo>
                  <a:lnTo>
                    <a:pt x="7326539" y="786455"/>
                  </a:lnTo>
                  <a:lnTo>
                    <a:pt x="7434875" y="798337"/>
                  </a:lnTo>
                  <a:lnTo>
                    <a:pt x="7537602" y="811462"/>
                  </a:lnTo>
                  <a:lnTo>
                    <a:pt x="7633759" y="825884"/>
                  </a:lnTo>
                  <a:lnTo>
                    <a:pt x="7722970" y="841701"/>
                  </a:lnTo>
                  <a:lnTo>
                    <a:pt x="7805303" y="859045"/>
                  </a:lnTo>
                  <a:lnTo>
                    <a:pt x="7881134" y="878091"/>
                  </a:lnTo>
                  <a:lnTo>
                    <a:pt x="7951046" y="899044"/>
                  </a:lnTo>
                  <a:lnTo>
                    <a:pt x="8015737" y="922134"/>
                  </a:lnTo>
                  <a:lnTo>
                    <a:pt x="8075960" y="947602"/>
                  </a:lnTo>
                  <a:lnTo>
                    <a:pt x="8132477" y="975681"/>
                  </a:lnTo>
                  <a:lnTo>
                    <a:pt x="8186017" y="1006554"/>
                  </a:lnTo>
                  <a:lnTo>
                    <a:pt x="8229629" y="1035025"/>
                  </a:lnTo>
                  <a:lnTo>
                    <a:pt x="8280635" y="1072218"/>
                  </a:lnTo>
                  <a:lnTo>
                    <a:pt x="8330236" y="1112503"/>
                  </a:lnTo>
                  <a:lnTo>
                    <a:pt x="8378867" y="1155942"/>
                  </a:lnTo>
                  <a:lnTo>
                    <a:pt x="8426864" y="1202527"/>
                  </a:lnTo>
                  <a:lnTo>
                    <a:pt x="8474487" y="1252177"/>
                  </a:lnTo>
                  <a:lnTo>
                    <a:pt x="8521927" y="1304729"/>
                  </a:lnTo>
                  <a:lnTo>
                    <a:pt x="8569318" y="1359938"/>
                  </a:lnTo>
                  <a:lnTo>
                    <a:pt x="8616742" y="1417473"/>
                  </a:lnTo>
                  <a:lnTo>
                    <a:pt x="8664240" y="1476927"/>
                  </a:lnTo>
                  <a:lnTo>
                    <a:pt x="8711817" y="1537826"/>
                  </a:lnTo>
                  <a:lnTo>
                    <a:pt x="8759456" y="1599640"/>
                  </a:lnTo>
                  <a:lnTo>
                    <a:pt x="8807120" y="1661807"/>
                  </a:lnTo>
                  <a:lnTo>
                    <a:pt x="8854767" y="1723751"/>
                  </a:lnTo>
                  <a:lnTo>
                    <a:pt x="8902361" y="1784902"/>
                  </a:lnTo>
                  <a:lnTo>
                    <a:pt x="8949877" y="1844725"/>
                  </a:lnTo>
                  <a:lnTo>
                    <a:pt x="8997316" y="1902729"/>
                  </a:lnTo>
                  <a:lnTo>
                    <a:pt x="9044708" y="1958491"/>
                  </a:lnTo>
                  <a:lnTo>
                    <a:pt x="9092128" y="2011664"/>
                  </a:lnTo>
                  <a:lnTo>
                    <a:pt x="9139695" y="2061982"/>
                  </a:lnTo>
                  <a:lnTo>
                    <a:pt x="9187588" y="2109265"/>
                  </a:lnTo>
                  <a:lnTo>
                    <a:pt x="9236050" y="2153414"/>
                  </a:lnTo>
                  <a:lnTo>
                    <a:pt x="9285399" y="2194405"/>
                  </a:lnTo>
                  <a:lnTo>
                    <a:pt x="9336046" y="2232284"/>
                  </a:lnTo>
                  <a:lnTo>
                    <a:pt x="9347647" y="2240371"/>
                  </a:lnTo>
                  <a:lnTo>
                    <a:pt x="9399178" y="2273685"/>
                  </a:lnTo>
                  <a:lnTo>
                    <a:pt x="9453122" y="2304128"/>
                  </a:lnTo>
                  <a:lnTo>
                    <a:pt x="9510151" y="2331799"/>
                  </a:lnTo>
                  <a:lnTo>
                    <a:pt x="9571000" y="2356894"/>
                  </a:lnTo>
                  <a:lnTo>
                    <a:pt x="9636431" y="2379645"/>
                  </a:lnTo>
                  <a:lnTo>
                    <a:pt x="9707193" y="2400296"/>
                  </a:lnTo>
                  <a:lnTo>
                    <a:pt x="9783973" y="2419072"/>
                  </a:lnTo>
                  <a:lnTo>
                    <a:pt x="9867326" y="2436176"/>
                  </a:lnTo>
                  <a:lnTo>
                    <a:pt x="9957590" y="2451774"/>
                  </a:lnTo>
                  <a:lnTo>
                    <a:pt x="10054776" y="2465996"/>
                  </a:lnTo>
                  <a:lnTo>
                    <a:pt x="10158427" y="2478930"/>
                  </a:lnTo>
                  <a:lnTo>
                    <a:pt x="10267483" y="2490628"/>
                  </a:lnTo>
                  <a:lnTo>
                    <a:pt x="10380154" y="2501105"/>
                  </a:lnTo>
                  <a:lnTo>
                    <a:pt x="10493858" y="2510349"/>
                  </a:lnTo>
                  <a:lnTo>
                    <a:pt x="10605276" y="2518337"/>
                  </a:lnTo>
                  <a:lnTo>
                    <a:pt x="10710564" y="2525044"/>
                  </a:lnTo>
                  <a:lnTo>
                    <a:pt x="10805753" y="2530470"/>
                  </a:lnTo>
                  <a:lnTo>
                    <a:pt x="10887276" y="2534654"/>
                  </a:lnTo>
                  <a:lnTo>
                    <a:pt x="10952548" y="2537686"/>
                  </a:lnTo>
                  <a:lnTo>
                    <a:pt x="11000438" y="2539708"/>
                  </a:lnTo>
                  <a:lnTo>
                    <a:pt x="11031536" y="2540905"/>
                  </a:lnTo>
                  <a:lnTo>
                    <a:pt x="11048165" y="2541491"/>
                  </a:lnTo>
                  <a:lnTo>
                    <a:pt x="11054206" y="2541686"/>
                  </a:lnTo>
                  <a:lnTo>
                    <a:pt x="11054891" y="2541707"/>
                  </a:lnTo>
                  <a:lnTo>
                    <a:pt x="12049831" y="2541707"/>
                  </a:lnTo>
                  <a:lnTo>
                    <a:pt x="12049831" y="2536466"/>
                  </a:lnTo>
                  <a:lnTo>
                    <a:pt x="11054891" y="2536466"/>
                  </a:lnTo>
                  <a:lnTo>
                    <a:pt x="11053780" y="2536433"/>
                  </a:lnTo>
                  <a:lnTo>
                    <a:pt x="11046445" y="2536192"/>
                  </a:lnTo>
                  <a:lnTo>
                    <a:pt x="11027845" y="2535528"/>
                  </a:lnTo>
                  <a:lnTo>
                    <a:pt x="10994320" y="2534220"/>
                  </a:lnTo>
                  <a:lnTo>
                    <a:pt x="10943801" y="2532057"/>
                  </a:lnTo>
                  <a:lnTo>
                    <a:pt x="10875963" y="2528859"/>
                  </a:lnTo>
                  <a:lnTo>
                    <a:pt x="10792181" y="2524491"/>
                  </a:lnTo>
                  <a:lnTo>
                    <a:pt x="10695223" y="2518873"/>
                  </a:lnTo>
                  <a:lnTo>
                    <a:pt x="10588752" y="2511972"/>
                  </a:lnTo>
                  <a:lnTo>
                    <a:pt x="10476753" y="2503793"/>
                  </a:lnTo>
                  <a:lnTo>
                    <a:pt x="10363008" y="2494361"/>
                  </a:lnTo>
                  <a:lnTo>
                    <a:pt x="10250737" y="2483700"/>
                  </a:lnTo>
                  <a:lnTo>
                    <a:pt x="10142401" y="2471817"/>
                  </a:lnTo>
                  <a:lnTo>
                    <a:pt x="10039674" y="2458693"/>
                  </a:lnTo>
                  <a:lnTo>
                    <a:pt x="9943517" y="2444270"/>
                  </a:lnTo>
                  <a:lnTo>
                    <a:pt x="9854306" y="2428454"/>
                  </a:lnTo>
                  <a:lnTo>
                    <a:pt x="9771974" y="2411109"/>
                  </a:lnTo>
                  <a:lnTo>
                    <a:pt x="9696142" y="2392063"/>
                  </a:lnTo>
                  <a:lnTo>
                    <a:pt x="9626231" y="2371111"/>
                  </a:lnTo>
                  <a:lnTo>
                    <a:pt x="9561540" y="2348021"/>
                  </a:lnTo>
                  <a:lnTo>
                    <a:pt x="9501317" y="2322552"/>
                  </a:lnTo>
                  <a:lnTo>
                    <a:pt x="9444799" y="2294473"/>
                  </a:lnTo>
                  <a:lnTo>
                    <a:pt x="9391260" y="2263601"/>
                  </a:lnTo>
                  <a:lnTo>
                    <a:pt x="9347647" y="2235130"/>
                  </a:lnTo>
                  <a:lnTo>
                    <a:pt x="9296642" y="2197937"/>
                  </a:lnTo>
                  <a:lnTo>
                    <a:pt x="9247040" y="2157651"/>
                  </a:lnTo>
                  <a:lnTo>
                    <a:pt x="9198410" y="2114212"/>
                  </a:lnTo>
                  <a:lnTo>
                    <a:pt x="9150413" y="2067627"/>
                  </a:lnTo>
                  <a:lnTo>
                    <a:pt x="9102790" y="2017977"/>
                  </a:lnTo>
                  <a:lnTo>
                    <a:pt x="9055350" y="1965425"/>
                  </a:lnTo>
                  <a:lnTo>
                    <a:pt x="9007959" y="1910217"/>
                  </a:lnTo>
                  <a:lnTo>
                    <a:pt x="8960535" y="1852682"/>
                  </a:lnTo>
                  <a:lnTo>
                    <a:pt x="8913037" y="1793228"/>
                  </a:lnTo>
                  <a:lnTo>
                    <a:pt x="8865459" y="1732329"/>
                  </a:lnTo>
                  <a:lnTo>
                    <a:pt x="8817821" y="1670515"/>
                  </a:lnTo>
                  <a:lnTo>
                    <a:pt x="8770157" y="1608347"/>
                  </a:lnTo>
                  <a:lnTo>
                    <a:pt x="8722509" y="1546404"/>
                  </a:lnTo>
                  <a:lnTo>
                    <a:pt x="8674916" y="1485252"/>
                  </a:lnTo>
                  <a:lnTo>
                    <a:pt x="8627399" y="1425430"/>
                  </a:lnTo>
                  <a:lnTo>
                    <a:pt x="8579961" y="1367426"/>
                  </a:lnTo>
                  <a:lnTo>
                    <a:pt x="8532568" y="1311664"/>
                  </a:lnTo>
                  <a:lnTo>
                    <a:pt x="8485149" y="1258491"/>
                  </a:lnTo>
                  <a:lnTo>
                    <a:pt x="8437581" y="1208172"/>
                  </a:lnTo>
                  <a:lnTo>
                    <a:pt x="8389688" y="1160889"/>
                  </a:lnTo>
                  <a:lnTo>
                    <a:pt x="8341227" y="1116741"/>
                  </a:lnTo>
                  <a:lnTo>
                    <a:pt x="8291877" y="1075750"/>
                  </a:lnTo>
                  <a:lnTo>
                    <a:pt x="8241230" y="1037871"/>
                  </a:lnTo>
                  <a:lnTo>
                    <a:pt x="8229629" y="1029784"/>
                  </a:lnTo>
                  <a:lnTo>
                    <a:pt x="8178099" y="996469"/>
                  </a:lnTo>
                  <a:lnTo>
                    <a:pt x="8124154" y="966027"/>
                  </a:lnTo>
                  <a:lnTo>
                    <a:pt x="8067125" y="938356"/>
                  </a:lnTo>
                  <a:lnTo>
                    <a:pt x="8006277" y="913261"/>
                  </a:lnTo>
                  <a:lnTo>
                    <a:pt x="7940846" y="890509"/>
                  </a:lnTo>
                  <a:lnTo>
                    <a:pt x="7870083" y="869859"/>
                  </a:lnTo>
                  <a:lnTo>
                    <a:pt x="7793303" y="851082"/>
                  </a:lnTo>
                  <a:lnTo>
                    <a:pt x="7709951" y="833978"/>
                  </a:lnTo>
                  <a:lnTo>
                    <a:pt x="7619686" y="818380"/>
                  </a:lnTo>
                  <a:lnTo>
                    <a:pt x="7522501" y="804159"/>
                  </a:lnTo>
                  <a:lnTo>
                    <a:pt x="7418849" y="791225"/>
                  </a:lnTo>
                  <a:lnTo>
                    <a:pt x="7309793" y="779527"/>
                  </a:lnTo>
                  <a:lnTo>
                    <a:pt x="7197122" y="769050"/>
                  </a:lnTo>
                  <a:lnTo>
                    <a:pt x="7083418" y="759805"/>
                  </a:lnTo>
                  <a:lnTo>
                    <a:pt x="6972001" y="751818"/>
                  </a:lnTo>
                  <a:lnTo>
                    <a:pt x="6866712" y="745111"/>
                  </a:lnTo>
                  <a:lnTo>
                    <a:pt x="6771523" y="739685"/>
                  </a:lnTo>
                  <a:lnTo>
                    <a:pt x="6690000" y="735500"/>
                  </a:lnTo>
                  <a:lnTo>
                    <a:pt x="6624728" y="732469"/>
                  </a:lnTo>
                  <a:lnTo>
                    <a:pt x="6576838" y="730447"/>
                  </a:lnTo>
                  <a:lnTo>
                    <a:pt x="6545740" y="729250"/>
                  </a:lnTo>
                  <a:lnTo>
                    <a:pt x="6529112" y="728664"/>
                  </a:lnTo>
                  <a:lnTo>
                    <a:pt x="6523071" y="728468"/>
                  </a:lnTo>
                  <a:lnTo>
                    <a:pt x="6522385" y="728448"/>
                  </a:lnTo>
                  <a:lnTo>
                    <a:pt x="5527445" y="728448"/>
                  </a:lnTo>
                  <a:lnTo>
                    <a:pt x="5526313" y="728434"/>
                  </a:lnTo>
                  <a:lnTo>
                    <a:pt x="5518841" y="728335"/>
                  </a:lnTo>
                  <a:lnTo>
                    <a:pt x="5499903" y="728062"/>
                  </a:lnTo>
                  <a:lnTo>
                    <a:pt x="5465793" y="727525"/>
                  </a:lnTo>
                  <a:lnTo>
                    <a:pt x="5414440" y="726636"/>
                  </a:lnTo>
                  <a:lnTo>
                    <a:pt x="5345567" y="725324"/>
                  </a:lnTo>
                  <a:lnTo>
                    <a:pt x="5260630" y="723532"/>
                  </a:lnTo>
                  <a:lnTo>
                    <a:pt x="5162499" y="721229"/>
                  </a:lnTo>
                  <a:lnTo>
                    <a:pt x="5054938" y="718402"/>
                  </a:lnTo>
                  <a:lnTo>
                    <a:pt x="4942009" y="715054"/>
                  </a:lnTo>
                  <a:lnTo>
                    <a:pt x="4827541" y="711196"/>
                  </a:lnTo>
                  <a:lnTo>
                    <a:pt x="4714767" y="706836"/>
                  </a:lnTo>
                  <a:lnTo>
                    <a:pt x="4606137" y="701978"/>
                  </a:lnTo>
                  <a:lnTo>
                    <a:pt x="4503295" y="696612"/>
                  </a:lnTo>
                  <a:lnTo>
                    <a:pt x="4407164" y="690713"/>
                  </a:lnTo>
                  <a:lnTo>
                    <a:pt x="4318078" y="684240"/>
                  </a:lnTo>
                  <a:lnTo>
                    <a:pt x="4235933" y="677138"/>
                  </a:lnTo>
                  <a:lnTo>
                    <a:pt x="4160316" y="669332"/>
                  </a:lnTo>
                  <a:lnTo>
                    <a:pt x="4090618" y="660738"/>
                  </a:lnTo>
                  <a:lnTo>
                    <a:pt x="4026116" y="651260"/>
                  </a:lnTo>
                  <a:lnTo>
                    <a:pt x="3966041" y="640798"/>
                  </a:lnTo>
                  <a:lnTo>
                    <a:pt x="3909616" y="629259"/>
                  </a:lnTo>
                  <a:lnTo>
                    <a:pt x="3856109" y="616573"/>
                  </a:lnTo>
                  <a:lnTo>
                    <a:pt x="3820202" y="607040"/>
                  </a:lnTo>
                  <a:lnTo>
                    <a:pt x="3761110" y="589521"/>
                  </a:lnTo>
                  <a:lnTo>
                    <a:pt x="3703813" y="570315"/>
                  </a:lnTo>
                  <a:lnTo>
                    <a:pt x="3647669" y="549394"/>
                  </a:lnTo>
                  <a:lnTo>
                    <a:pt x="3592201" y="526780"/>
                  </a:lnTo>
                  <a:lnTo>
                    <a:pt x="3537064" y="502554"/>
                  </a:lnTo>
                  <a:lnTo>
                    <a:pt x="3482024" y="476857"/>
                  </a:lnTo>
                  <a:lnTo>
                    <a:pt x="3426944" y="449890"/>
                  </a:lnTo>
                  <a:lnTo>
                    <a:pt x="3371762" y="421913"/>
                  </a:lnTo>
                  <a:lnTo>
                    <a:pt x="3316478" y="393233"/>
                  </a:lnTo>
                  <a:lnTo>
                    <a:pt x="3261132" y="364192"/>
                  </a:lnTo>
                  <a:lnTo>
                    <a:pt x="3205787" y="335151"/>
                  </a:lnTo>
                  <a:lnTo>
                    <a:pt x="3150503" y="306472"/>
                  </a:lnTo>
                  <a:lnTo>
                    <a:pt x="3095321" y="278497"/>
                  </a:lnTo>
                  <a:lnTo>
                    <a:pt x="3040241" y="251533"/>
                  </a:lnTo>
                  <a:lnTo>
                    <a:pt x="2985202" y="225838"/>
                  </a:lnTo>
                  <a:lnTo>
                    <a:pt x="2930064" y="201616"/>
                  </a:lnTo>
                  <a:lnTo>
                    <a:pt x="2874594" y="179006"/>
                  </a:lnTo>
                  <a:lnTo>
                    <a:pt x="2818449" y="158089"/>
                  </a:lnTo>
                  <a:lnTo>
                    <a:pt x="2761149" y="138886"/>
                  </a:lnTo>
                  <a:lnTo>
                    <a:pt x="2702183" y="121408"/>
                  </a:lnTo>
                  <a:lnTo>
                    <a:pt x="2650315" y="107903"/>
                  </a:lnTo>
                  <a:lnTo>
                    <a:pt x="2595996" y="95570"/>
                  </a:lnTo>
                  <a:lnTo>
                    <a:pt x="2538545" y="84367"/>
                  </a:lnTo>
                  <a:lnTo>
                    <a:pt x="2477209" y="74213"/>
                  </a:lnTo>
                  <a:lnTo>
                    <a:pt x="2411212" y="65014"/>
                  </a:lnTo>
                  <a:lnTo>
                    <a:pt x="2339791" y="56669"/>
                  </a:lnTo>
                  <a:lnTo>
                    <a:pt x="2262251" y="49085"/>
                  </a:lnTo>
                  <a:lnTo>
                    <a:pt x="2178033" y="42180"/>
                  </a:lnTo>
                  <a:lnTo>
                    <a:pt x="2086804" y="35887"/>
                  </a:lnTo>
                  <a:lnTo>
                    <a:pt x="1988578" y="30153"/>
                  </a:lnTo>
                  <a:lnTo>
                    <a:pt x="1883852" y="24943"/>
                  </a:lnTo>
                  <a:lnTo>
                    <a:pt x="1773755" y="20236"/>
                  </a:lnTo>
                  <a:lnTo>
                    <a:pt x="1660171" y="16028"/>
                  </a:lnTo>
                  <a:lnTo>
                    <a:pt x="1545796" y="12323"/>
                  </a:lnTo>
                  <a:lnTo>
                    <a:pt x="1434071" y="9132"/>
                  </a:lnTo>
                  <a:lnTo>
                    <a:pt x="1328943" y="6464"/>
                  </a:lnTo>
                  <a:lnTo>
                    <a:pt x="1234445" y="4319"/>
                  </a:lnTo>
                  <a:lnTo>
                    <a:pt x="1154133" y="2677"/>
                  </a:lnTo>
                  <a:lnTo>
                    <a:pt x="1090496" y="1500"/>
                  </a:lnTo>
                  <a:lnTo>
                    <a:pt x="1044486" y="726"/>
                  </a:lnTo>
                  <a:lnTo>
                    <a:pt x="1015275" y="278"/>
                  </a:lnTo>
                  <a:lnTo>
                    <a:pt x="1000276" y="68"/>
                  </a:lnTo>
                  <a:lnTo>
                    <a:pt x="995329" y="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30" name="pl429"/>
            <p:cNvSpPr/>
            <p:nvPr/>
          </p:nvSpPr>
          <p:spPr>
            <a:xfrm>
              <a:off x="1199187" y="1917907"/>
              <a:ext cx="12049831" cy="2536466"/>
            </a:xfrm>
            <a:custGeom>
              <a:avLst/>
              <a:pathLst>
                <a:path w="12049831" h="2536466">
                  <a:moveTo>
                    <a:pt x="0" y="0"/>
                  </a:moveTo>
                  <a:lnTo>
                    <a:pt x="994940" y="0"/>
                  </a:lnTo>
                  <a:lnTo>
                    <a:pt x="996072" y="13"/>
                  </a:lnTo>
                  <a:lnTo>
                    <a:pt x="1003544" y="112"/>
                  </a:lnTo>
                  <a:lnTo>
                    <a:pt x="1022482" y="385"/>
                  </a:lnTo>
                  <a:lnTo>
                    <a:pt x="1056592" y="922"/>
                  </a:lnTo>
                  <a:lnTo>
                    <a:pt x="1107945" y="1811"/>
                  </a:lnTo>
                  <a:lnTo>
                    <a:pt x="1176818" y="3124"/>
                  </a:lnTo>
                  <a:lnTo>
                    <a:pt x="1261755" y="4915"/>
                  </a:lnTo>
                  <a:lnTo>
                    <a:pt x="1359886" y="7218"/>
                  </a:lnTo>
                  <a:lnTo>
                    <a:pt x="1467447" y="10045"/>
                  </a:lnTo>
                  <a:lnTo>
                    <a:pt x="1580376" y="13393"/>
                  </a:lnTo>
                  <a:lnTo>
                    <a:pt x="1694844" y="17251"/>
                  </a:lnTo>
                  <a:lnTo>
                    <a:pt x="1807618" y="21611"/>
                  </a:lnTo>
                  <a:lnTo>
                    <a:pt x="1916248" y="26469"/>
                  </a:lnTo>
                  <a:lnTo>
                    <a:pt x="2019090" y="31836"/>
                  </a:lnTo>
                  <a:lnTo>
                    <a:pt x="2115221" y="37734"/>
                  </a:lnTo>
                  <a:lnTo>
                    <a:pt x="2204307" y="44207"/>
                  </a:lnTo>
                  <a:lnTo>
                    <a:pt x="2286452" y="51310"/>
                  </a:lnTo>
                  <a:lnTo>
                    <a:pt x="2362069" y="59115"/>
                  </a:lnTo>
                  <a:lnTo>
                    <a:pt x="2431767" y="67709"/>
                  </a:lnTo>
                  <a:lnTo>
                    <a:pt x="2496269" y="77188"/>
                  </a:lnTo>
                  <a:lnTo>
                    <a:pt x="2556344" y="87649"/>
                  </a:lnTo>
                  <a:lnTo>
                    <a:pt x="2612769" y="99188"/>
                  </a:lnTo>
                  <a:lnTo>
                    <a:pt x="2666276" y="111874"/>
                  </a:lnTo>
                  <a:lnTo>
                    <a:pt x="2702183" y="121408"/>
                  </a:lnTo>
                  <a:lnTo>
                    <a:pt x="2761275" y="138926"/>
                  </a:lnTo>
                  <a:lnTo>
                    <a:pt x="2818572" y="158132"/>
                  </a:lnTo>
                  <a:lnTo>
                    <a:pt x="2874716" y="179053"/>
                  </a:lnTo>
                  <a:lnTo>
                    <a:pt x="2930184" y="201667"/>
                  </a:lnTo>
                  <a:lnTo>
                    <a:pt x="2985321" y="225893"/>
                  </a:lnTo>
                  <a:lnTo>
                    <a:pt x="3040361" y="251590"/>
                  </a:lnTo>
                  <a:lnTo>
                    <a:pt x="3095441" y="278557"/>
                  </a:lnTo>
                  <a:lnTo>
                    <a:pt x="3150623" y="306534"/>
                  </a:lnTo>
                  <a:lnTo>
                    <a:pt x="3205907" y="335214"/>
                  </a:lnTo>
                  <a:lnTo>
                    <a:pt x="3261253" y="364255"/>
                  </a:lnTo>
                  <a:lnTo>
                    <a:pt x="3316598" y="393296"/>
                  </a:lnTo>
                  <a:lnTo>
                    <a:pt x="3371882" y="421975"/>
                  </a:lnTo>
                  <a:lnTo>
                    <a:pt x="3427064" y="449950"/>
                  </a:lnTo>
                  <a:lnTo>
                    <a:pt x="3482144" y="476914"/>
                  </a:lnTo>
                  <a:lnTo>
                    <a:pt x="3537183" y="502609"/>
                  </a:lnTo>
                  <a:lnTo>
                    <a:pt x="3592321" y="526831"/>
                  </a:lnTo>
                  <a:lnTo>
                    <a:pt x="3647791" y="549441"/>
                  </a:lnTo>
                  <a:lnTo>
                    <a:pt x="3703936" y="570359"/>
                  </a:lnTo>
                  <a:lnTo>
                    <a:pt x="3761236" y="589561"/>
                  </a:lnTo>
                  <a:lnTo>
                    <a:pt x="3820202" y="607040"/>
                  </a:lnTo>
                  <a:lnTo>
                    <a:pt x="3872070" y="620545"/>
                  </a:lnTo>
                  <a:lnTo>
                    <a:pt x="3926389" y="632878"/>
                  </a:lnTo>
                  <a:lnTo>
                    <a:pt x="3983840" y="644081"/>
                  </a:lnTo>
                  <a:lnTo>
                    <a:pt x="4045176" y="654234"/>
                  </a:lnTo>
                  <a:lnTo>
                    <a:pt x="4111173" y="663433"/>
                  </a:lnTo>
                  <a:lnTo>
                    <a:pt x="4182594" y="671779"/>
                  </a:lnTo>
                  <a:lnTo>
                    <a:pt x="4260134" y="679362"/>
                  </a:lnTo>
                  <a:lnTo>
                    <a:pt x="4344352" y="686267"/>
                  </a:lnTo>
                  <a:lnTo>
                    <a:pt x="4435581" y="692560"/>
                  </a:lnTo>
                  <a:lnTo>
                    <a:pt x="4533807" y="698294"/>
                  </a:lnTo>
                  <a:lnTo>
                    <a:pt x="4638533" y="703504"/>
                  </a:lnTo>
                  <a:lnTo>
                    <a:pt x="4748630" y="708211"/>
                  </a:lnTo>
                  <a:lnTo>
                    <a:pt x="4862214" y="712419"/>
                  </a:lnTo>
                  <a:lnTo>
                    <a:pt x="4976589" y="716124"/>
                  </a:lnTo>
                  <a:lnTo>
                    <a:pt x="5088314" y="719315"/>
                  </a:lnTo>
                  <a:lnTo>
                    <a:pt x="5193442" y="721983"/>
                  </a:lnTo>
                  <a:lnTo>
                    <a:pt x="5287940" y="724128"/>
                  </a:lnTo>
                  <a:lnTo>
                    <a:pt x="5368252" y="725770"/>
                  </a:lnTo>
                  <a:lnTo>
                    <a:pt x="5431889" y="726948"/>
                  </a:lnTo>
                  <a:lnTo>
                    <a:pt x="5477899" y="727721"/>
                  </a:lnTo>
                  <a:lnTo>
                    <a:pt x="5507110" y="728169"/>
                  </a:lnTo>
                  <a:lnTo>
                    <a:pt x="5522109" y="728379"/>
                  </a:lnTo>
                  <a:lnTo>
                    <a:pt x="5527056" y="728443"/>
                  </a:lnTo>
                  <a:lnTo>
                    <a:pt x="5527445" y="728448"/>
                  </a:lnTo>
                  <a:lnTo>
                    <a:pt x="6522385" y="728448"/>
                  </a:lnTo>
                  <a:lnTo>
                    <a:pt x="6523497" y="728481"/>
                  </a:lnTo>
                  <a:lnTo>
                    <a:pt x="6530832" y="728722"/>
                  </a:lnTo>
                  <a:lnTo>
                    <a:pt x="6549431" y="729386"/>
                  </a:lnTo>
                  <a:lnTo>
                    <a:pt x="6582957" y="730694"/>
                  </a:lnTo>
                  <a:lnTo>
                    <a:pt x="6633476" y="732858"/>
                  </a:lnTo>
                  <a:lnTo>
                    <a:pt x="6701313" y="736055"/>
                  </a:lnTo>
                  <a:lnTo>
                    <a:pt x="6785095" y="740423"/>
                  </a:lnTo>
                  <a:lnTo>
                    <a:pt x="6882054" y="746041"/>
                  </a:lnTo>
                  <a:lnTo>
                    <a:pt x="6988524" y="752942"/>
                  </a:lnTo>
                  <a:lnTo>
                    <a:pt x="7100524" y="761121"/>
                  </a:lnTo>
                  <a:lnTo>
                    <a:pt x="7214268" y="770553"/>
                  </a:lnTo>
                  <a:lnTo>
                    <a:pt x="7326539" y="781214"/>
                  </a:lnTo>
                  <a:lnTo>
                    <a:pt x="7434875" y="793097"/>
                  </a:lnTo>
                  <a:lnTo>
                    <a:pt x="7537602" y="806221"/>
                  </a:lnTo>
                  <a:lnTo>
                    <a:pt x="7633759" y="820644"/>
                  </a:lnTo>
                  <a:lnTo>
                    <a:pt x="7722970" y="836460"/>
                  </a:lnTo>
                  <a:lnTo>
                    <a:pt x="7805303" y="853805"/>
                  </a:lnTo>
                  <a:lnTo>
                    <a:pt x="7881134" y="872851"/>
                  </a:lnTo>
                  <a:lnTo>
                    <a:pt x="7951046" y="893803"/>
                  </a:lnTo>
                  <a:lnTo>
                    <a:pt x="8015737" y="916893"/>
                  </a:lnTo>
                  <a:lnTo>
                    <a:pt x="8075960" y="942362"/>
                  </a:lnTo>
                  <a:lnTo>
                    <a:pt x="8132477" y="970441"/>
                  </a:lnTo>
                  <a:lnTo>
                    <a:pt x="8186017" y="1001313"/>
                  </a:lnTo>
                  <a:lnTo>
                    <a:pt x="8229629" y="1029784"/>
                  </a:lnTo>
                  <a:lnTo>
                    <a:pt x="8280635" y="1066977"/>
                  </a:lnTo>
                  <a:lnTo>
                    <a:pt x="8330236" y="1107263"/>
                  </a:lnTo>
                  <a:lnTo>
                    <a:pt x="8378867" y="1150702"/>
                  </a:lnTo>
                  <a:lnTo>
                    <a:pt x="8426864" y="1197287"/>
                  </a:lnTo>
                  <a:lnTo>
                    <a:pt x="8474487" y="1246937"/>
                  </a:lnTo>
                  <a:lnTo>
                    <a:pt x="8521927" y="1299489"/>
                  </a:lnTo>
                  <a:lnTo>
                    <a:pt x="8569318" y="1354697"/>
                  </a:lnTo>
                  <a:lnTo>
                    <a:pt x="8616742" y="1412232"/>
                  </a:lnTo>
                  <a:lnTo>
                    <a:pt x="8664240" y="1471686"/>
                  </a:lnTo>
                  <a:lnTo>
                    <a:pt x="8711817" y="1532585"/>
                  </a:lnTo>
                  <a:lnTo>
                    <a:pt x="8759456" y="1594399"/>
                  </a:lnTo>
                  <a:lnTo>
                    <a:pt x="8807120" y="1656567"/>
                  </a:lnTo>
                  <a:lnTo>
                    <a:pt x="8854767" y="1718510"/>
                  </a:lnTo>
                  <a:lnTo>
                    <a:pt x="8902361" y="1779662"/>
                  </a:lnTo>
                  <a:lnTo>
                    <a:pt x="8949877" y="1839484"/>
                  </a:lnTo>
                  <a:lnTo>
                    <a:pt x="8997316" y="1897488"/>
                  </a:lnTo>
                  <a:lnTo>
                    <a:pt x="9044708" y="1953250"/>
                  </a:lnTo>
                  <a:lnTo>
                    <a:pt x="9092128" y="2006423"/>
                  </a:lnTo>
                  <a:lnTo>
                    <a:pt x="9139695" y="2056742"/>
                  </a:lnTo>
                  <a:lnTo>
                    <a:pt x="9187588" y="2104025"/>
                  </a:lnTo>
                  <a:lnTo>
                    <a:pt x="9236050" y="2148173"/>
                  </a:lnTo>
                  <a:lnTo>
                    <a:pt x="9285399" y="2189164"/>
                  </a:lnTo>
                  <a:lnTo>
                    <a:pt x="9336046" y="2227043"/>
                  </a:lnTo>
                  <a:lnTo>
                    <a:pt x="9347647" y="2235130"/>
                  </a:lnTo>
                  <a:lnTo>
                    <a:pt x="9399178" y="2268445"/>
                  </a:lnTo>
                  <a:lnTo>
                    <a:pt x="9453122" y="2298887"/>
                  </a:lnTo>
                  <a:lnTo>
                    <a:pt x="9510151" y="2326559"/>
                  </a:lnTo>
                  <a:lnTo>
                    <a:pt x="9571000" y="2351653"/>
                  </a:lnTo>
                  <a:lnTo>
                    <a:pt x="9636431" y="2374405"/>
                  </a:lnTo>
                  <a:lnTo>
                    <a:pt x="9707193" y="2395055"/>
                  </a:lnTo>
                  <a:lnTo>
                    <a:pt x="9783973" y="2413832"/>
                  </a:lnTo>
                  <a:lnTo>
                    <a:pt x="9867326" y="2430936"/>
                  </a:lnTo>
                  <a:lnTo>
                    <a:pt x="9957590" y="2446534"/>
                  </a:lnTo>
                  <a:lnTo>
                    <a:pt x="10054776" y="2460755"/>
                  </a:lnTo>
                  <a:lnTo>
                    <a:pt x="10158427" y="2473690"/>
                  </a:lnTo>
                  <a:lnTo>
                    <a:pt x="10267483" y="2485387"/>
                  </a:lnTo>
                  <a:lnTo>
                    <a:pt x="10380154" y="2495864"/>
                  </a:lnTo>
                  <a:lnTo>
                    <a:pt x="10493858" y="2505109"/>
                  </a:lnTo>
                  <a:lnTo>
                    <a:pt x="10605276" y="2513096"/>
                  </a:lnTo>
                  <a:lnTo>
                    <a:pt x="10710564" y="2519803"/>
                  </a:lnTo>
                  <a:lnTo>
                    <a:pt x="10805753" y="2525229"/>
                  </a:lnTo>
                  <a:lnTo>
                    <a:pt x="10887276" y="2529414"/>
                  </a:lnTo>
                  <a:lnTo>
                    <a:pt x="10952548" y="2532445"/>
                  </a:lnTo>
                  <a:lnTo>
                    <a:pt x="11000438" y="2534467"/>
                  </a:lnTo>
                  <a:lnTo>
                    <a:pt x="11031536" y="2535665"/>
                  </a:lnTo>
                  <a:lnTo>
                    <a:pt x="11048165" y="2536250"/>
                  </a:lnTo>
                  <a:lnTo>
                    <a:pt x="11054206" y="2536446"/>
                  </a:lnTo>
                  <a:lnTo>
                    <a:pt x="11054891" y="2536466"/>
                  </a:lnTo>
                  <a:lnTo>
                    <a:pt x="12049831" y="2536466"/>
                  </a:lnTo>
                  <a:lnTo>
                    <a:pt x="12049831" y="25364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1" name="pl430"/>
            <p:cNvSpPr/>
            <p:nvPr/>
          </p:nvSpPr>
          <p:spPr>
            <a:xfrm>
              <a:off x="1199187" y="1912666"/>
              <a:ext cx="12049831" cy="2536466"/>
            </a:xfrm>
            <a:custGeom>
              <a:avLst/>
              <a:pathLst>
                <a:path w="12049831" h="2536466">
                  <a:moveTo>
                    <a:pt x="12049831" y="2536466"/>
                  </a:moveTo>
                  <a:lnTo>
                    <a:pt x="11054891" y="2536466"/>
                  </a:lnTo>
                  <a:lnTo>
                    <a:pt x="11053780" y="2536433"/>
                  </a:lnTo>
                  <a:lnTo>
                    <a:pt x="11046445" y="2536192"/>
                  </a:lnTo>
                  <a:lnTo>
                    <a:pt x="11027845" y="2535528"/>
                  </a:lnTo>
                  <a:lnTo>
                    <a:pt x="10994320" y="2534220"/>
                  </a:lnTo>
                  <a:lnTo>
                    <a:pt x="10943801" y="2532057"/>
                  </a:lnTo>
                  <a:lnTo>
                    <a:pt x="10875963" y="2528859"/>
                  </a:lnTo>
                  <a:lnTo>
                    <a:pt x="10792181" y="2524491"/>
                  </a:lnTo>
                  <a:lnTo>
                    <a:pt x="10695223" y="2518873"/>
                  </a:lnTo>
                  <a:lnTo>
                    <a:pt x="10588752" y="2511972"/>
                  </a:lnTo>
                  <a:lnTo>
                    <a:pt x="10476753" y="2503793"/>
                  </a:lnTo>
                  <a:lnTo>
                    <a:pt x="10363008" y="2494361"/>
                  </a:lnTo>
                  <a:lnTo>
                    <a:pt x="10250737" y="2483700"/>
                  </a:lnTo>
                  <a:lnTo>
                    <a:pt x="10142401" y="2471817"/>
                  </a:lnTo>
                  <a:lnTo>
                    <a:pt x="10039674" y="2458693"/>
                  </a:lnTo>
                  <a:lnTo>
                    <a:pt x="9943517" y="2444270"/>
                  </a:lnTo>
                  <a:lnTo>
                    <a:pt x="9854306" y="2428454"/>
                  </a:lnTo>
                  <a:lnTo>
                    <a:pt x="9771974" y="2411109"/>
                  </a:lnTo>
                  <a:lnTo>
                    <a:pt x="9696142" y="2392063"/>
                  </a:lnTo>
                  <a:lnTo>
                    <a:pt x="9626231" y="2371111"/>
                  </a:lnTo>
                  <a:lnTo>
                    <a:pt x="9561540" y="2348021"/>
                  </a:lnTo>
                  <a:lnTo>
                    <a:pt x="9501317" y="2322552"/>
                  </a:lnTo>
                  <a:lnTo>
                    <a:pt x="9444799" y="2294473"/>
                  </a:lnTo>
                  <a:lnTo>
                    <a:pt x="9391260" y="2263601"/>
                  </a:lnTo>
                  <a:lnTo>
                    <a:pt x="9347647" y="2235130"/>
                  </a:lnTo>
                  <a:lnTo>
                    <a:pt x="9296642" y="2197937"/>
                  </a:lnTo>
                  <a:lnTo>
                    <a:pt x="9247040" y="2157651"/>
                  </a:lnTo>
                  <a:lnTo>
                    <a:pt x="9198410" y="2114212"/>
                  </a:lnTo>
                  <a:lnTo>
                    <a:pt x="9150413" y="2067627"/>
                  </a:lnTo>
                  <a:lnTo>
                    <a:pt x="9102790" y="2017977"/>
                  </a:lnTo>
                  <a:lnTo>
                    <a:pt x="9055350" y="1965425"/>
                  </a:lnTo>
                  <a:lnTo>
                    <a:pt x="9007959" y="1910217"/>
                  </a:lnTo>
                  <a:lnTo>
                    <a:pt x="8960535" y="1852682"/>
                  </a:lnTo>
                  <a:lnTo>
                    <a:pt x="8913037" y="1793228"/>
                  </a:lnTo>
                  <a:lnTo>
                    <a:pt x="8865459" y="1732329"/>
                  </a:lnTo>
                  <a:lnTo>
                    <a:pt x="8817821" y="1670515"/>
                  </a:lnTo>
                  <a:lnTo>
                    <a:pt x="8770157" y="1608347"/>
                  </a:lnTo>
                  <a:lnTo>
                    <a:pt x="8722509" y="1546404"/>
                  </a:lnTo>
                  <a:lnTo>
                    <a:pt x="8674916" y="1485252"/>
                  </a:lnTo>
                  <a:lnTo>
                    <a:pt x="8627399" y="1425430"/>
                  </a:lnTo>
                  <a:lnTo>
                    <a:pt x="8579961" y="1367426"/>
                  </a:lnTo>
                  <a:lnTo>
                    <a:pt x="8532568" y="1311664"/>
                  </a:lnTo>
                  <a:lnTo>
                    <a:pt x="8485149" y="1258491"/>
                  </a:lnTo>
                  <a:lnTo>
                    <a:pt x="8437581" y="1208172"/>
                  </a:lnTo>
                  <a:lnTo>
                    <a:pt x="8389688" y="1160889"/>
                  </a:lnTo>
                  <a:lnTo>
                    <a:pt x="8341227" y="1116741"/>
                  </a:lnTo>
                  <a:lnTo>
                    <a:pt x="8291877" y="1075750"/>
                  </a:lnTo>
                  <a:lnTo>
                    <a:pt x="8241230" y="1037871"/>
                  </a:lnTo>
                  <a:lnTo>
                    <a:pt x="8229629" y="1029784"/>
                  </a:lnTo>
                  <a:lnTo>
                    <a:pt x="8178099" y="996469"/>
                  </a:lnTo>
                  <a:lnTo>
                    <a:pt x="8124154" y="966027"/>
                  </a:lnTo>
                  <a:lnTo>
                    <a:pt x="8067125" y="938356"/>
                  </a:lnTo>
                  <a:lnTo>
                    <a:pt x="8006277" y="913261"/>
                  </a:lnTo>
                  <a:lnTo>
                    <a:pt x="7940846" y="890509"/>
                  </a:lnTo>
                  <a:lnTo>
                    <a:pt x="7870083" y="869859"/>
                  </a:lnTo>
                  <a:lnTo>
                    <a:pt x="7793303" y="851082"/>
                  </a:lnTo>
                  <a:lnTo>
                    <a:pt x="7709951" y="833978"/>
                  </a:lnTo>
                  <a:lnTo>
                    <a:pt x="7619686" y="818380"/>
                  </a:lnTo>
                  <a:lnTo>
                    <a:pt x="7522501" y="804159"/>
                  </a:lnTo>
                  <a:lnTo>
                    <a:pt x="7418849" y="791225"/>
                  </a:lnTo>
                  <a:lnTo>
                    <a:pt x="7309793" y="779527"/>
                  </a:lnTo>
                  <a:lnTo>
                    <a:pt x="7197122" y="769050"/>
                  </a:lnTo>
                  <a:lnTo>
                    <a:pt x="7083418" y="759805"/>
                  </a:lnTo>
                  <a:lnTo>
                    <a:pt x="6972001" y="751818"/>
                  </a:lnTo>
                  <a:lnTo>
                    <a:pt x="6866712" y="745111"/>
                  </a:lnTo>
                  <a:lnTo>
                    <a:pt x="6771523" y="739685"/>
                  </a:lnTo>
                  <a:lnTo>
                    <a:pt x="6690000" y="735500"/>
                  </a:lnTo>
                  <a:lnTo>
                    <a:pt x="6624728" y="732469"/>
                  </a:lnTo>
                  <a:lnTo>
                    <a:pt x="6576838" y="730447"/>
                  </a:lnTo>
                  <a:lnTo>
                    <a:pt x="6545740" y="729250"/>
                  </a:lnTo>
                  <a:lnTo>
                    <a:pt x="6529112" y="728664"/>
                  </a:lnTo>
                  <a:lnTo>
                    <a:pt x="6523071" y="728468"/>
                  </a:lnTo>
                  <a:lnTo>
                    <a:pt x="6522385" y="728448"/>
                  </a:lnTo>
                  <a:lnTo>
                    <a:pt x="5527445" y="728448"/>
                  </a:lnTo>
                  <a:lnTo>
                    <a:pt x="5526313" y="728434"/>
                  </a:lnTo>
                  <a:lnTo>
                    <a:pt x="5518841" y="728335"/>
                  </a:lnTo>
                  <a:lnTo>
                    <a:pt x="5499903" y="728062"/>
                  </a:lnTo>
                  <a:lnTo>
                    <a:pt x="5465793" y="727525"/>
                  </a:lnTo>
                  <a:lnTo>
                    <a:pt x="5414440" y="726636"/>
                  </a:lnTo>
                  <a:lnTo>
                    <a:pt x="5345567" y="725324"/>
                  </a:lnTo>
                  <a:lnTo>
                    <a:pt x="5260630" y="723532"/>
                  </a:lnTo>
                  <a:lnTo>
                    <a:pt x="5162499" y="721229"/>
                  </a:lnTo>
                  <a:lnTo>
                    <a:pt x="5054938" y="718402"/>
                  </a:lnTo>
                  <a:lnTo>
                    <a:pt x="4942009" y="715054"/>
                  </a:lnTo>
                  <a:lnTo>
                    <a:pt x="4827541" y="711196"/>
                  </a:lnTo>
                  <a:lnTo>
                    <a:pt x="4714767" y="706836"/>
                  </a:lnTo>
                  <a:lnTo>
                    <a:pt x="4606137" y="701978"/>
                  </a:lnTo>
                  <a:lnTo>
                    <a:pt x="4503295" y="696612"/>
                  </a:lnTo>
                  <a:lnTo>
                    <a:pt x="4407164" y="690713"/>
                  </a:lnTo>
                  <a:lnTo>
                    <a:pt x="4318078" y="684240"/>
                  </a:lnTo>
                  <a:lnTo>
                    <a:pt x="4235933" y="677138"/>
                  </a:lnTo>
                  <a:lnTo>
                    <a:pt x="4160316" y="669332"/>
                  </a:lnTo>
                  <a:lnTo>
                    <a:pt x="4090618" y="660738"/>
                  </a:lnTo>
                  <a:lnTo>
                    <a:pt x="4026116" y="651260"/>
                  </a:lnTo>
                  <a:lnTo>
                    <a:pt x="3966041" y="640798"/>
                  </a:lnTo>
                  <a:lnTo>
                    <a:pt x="3909616" y="629259"/>
                  </a:lnTo>
                  <a:lnTo>
                    <a:pt x="3856109" y="616573"/>
                  </a:lnTo>
                  <a:lnTo>
                    <a:pt x="3820202" y="607040"/>
                  </a:lnTo>
                  <a:lnTo>
                    <a:pt x="3761110" y="589521"/>
                  </a:lnTo>
                  <a:lnTo>
                    <a:pt x="3703813" y="570315"/>
                  </a:lnTo>
                  <a:lnTo>
                    <a:pt x="3647669" y="549394"/>
                  </a:lnTo>
                  <a:lnTo>
                    <a:pt x="3592201" y="526780"/>
                  </a:lnTo>
                  <a:lnTo>
                    <a:pt x="3537064" y="502554"/>
                  </a:lnTo>
                  <a:lnTo>
                    <a:pt x="3482024" y="476857"/>
                  </a:lnTo>
                  <a:lnTo>
                    <a:pt x="3426944" y="449890"/>
                  </a:lnTo>
                  <a:lnTo>
                    <a:pt x="3371762" y="421913"/>
                  </a:lnTo>
                  <a:lnTo>
                    <a:pt x="3316478" y="393233"/>
                  </a:lnTo>
                  <a:lnTo>
                    <a:pt x="3261132" y="364192"/>
                  </a:lnTo>
                  <a:lnTo>
                    <a:pt x="3205787" y="335151"/>
                  </a:lnTo>
                  <a:lnTo>
                    <a:pt x="3150503" y="306472"/>
                  </a:lnTo>
                  <a:lnTo>
                    <a:pt x="3095321" y="278497"/>
                  </a:lnTo>
                  <a:lnTo>
                    <a:pt x="3040241" y="251533"/>
                  </a:lnTo>
                  <a:lnTo>
                    <a:pt x="2985202" y="225838"/>
                  </a:lnTo>
                  <a:lnTo>
                    <a:pt x="2930064" y="201616"/>
                  </a:lnTo>
                  <a:lnTo>
                    <a:pt x="2874594" y="179006"/>
                  </a:lnTo>
                  <a:lnTo>
                    <a:pt x="2818449" y="158089"/>
                  </a:lnTo>
                  <a:lnTo>
                    <a:pt x="2761149" y="138886"/>
                  </a:lnTo>
                  <a:lnTo>
                    <a:pt x="2702183" y="121408"/>
                  </a:lnTo>
                  <a:lnTo>
                    <a:pt x="2650315" y="107903"/>
                  </a:lnTo>
                  <a:lnTo>
                    <a:pt x="2595996" y="95570"/>
                  </a:lnTo>
                  <a:lnTo>
                    <a:pt x="2538545" y="84367"/>
                  </a:lnTo>
                  <a:lnTo>
                    <a:pt x="2477209" y="74213"/>
                  </a:lnTo>
                  <a:lnTo>
                    <a:pt x="2411212" y="65014"/>
                  </a:lnTo>
                  <a:lnTo>
                    <a:pt x="2339791" y="56669"/>
                  </a:lnTo>
                  <a:lnTo>
                    <a:pt x="2262251" y="49085"/>
                  </a:lnTo>
                  <a:lnTo>
                    <a:pt x="2178033" y="42180"/>
                  </a:lnTo>
                  <a:lnTo>
                    <a:pt x="2086804" y="35887"/>
                  </a:lnTo>
                  <a:lnTo>
                    <a:pt x="1988578" y="30153"/>
                  </a:lnTo>
                  <a:lnTo>
                    <a:pt x="1883852" y="24943"/>
                  </a:lnTo>
                  <a:lnTo>
                    <a:pt x="1773755" y="20236"/>
                  </a:lnTo>
                  <a:lnTo>
                    <a:pt x="1660171" y="16028"/>
                  </a:lnTo>
                  <a:lnTo>
                    <a:pt x="1545796" y="12323"/>
                  </a:lnTo>
                  <a:lnTo>
                    <a:pt x="1434071" y="9132"/>
                  </a:lnTo>
                  <a:lnTo>
                    <a:pt x="1328943" y="6464"/>
                  </a:lnTo>
                  <a:lnTo>
                    <a:pt x="1234445" y="4319"/>
                  </a:lnTo>
                  <a:lnTo>
                    <a:pt x="1154133" y="2677"/>
                  </a:lnTo>
                  <a:lnTo>
                    <a:pt x="1090496" y="1500"/>
                  </a:lnTo>
                  <a:lnTo>
                    <a:pt x="1044486" y="726"/>
                  </a:lnTo>
                  <a:lnTo>
                    <a:pt x="1015275" y="278"/>
                  </a:lnTo>
                  <a:lnTo>
                    <a:pt x="1000276" y="68"/>
                  </a:lnTo>
                  <a:lnTo>
                    <a:pt x="995329" y="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2" name="pg431"/>
            <p:cNvSpPr/>
            <p:nvPr/>
          </p:nvSpPr>
          <p:spPr>
            <a:xfrm>
              <a:off x="1199187" y="1917907"/>
              <a:ext cx="12049831" cy="2850904"/>
            </a:xfrm>
            <a:custGeom>
              <a:avLst/>
              <a:pathLst>
                <a:path w="12049831" h="2850904">
                  <a:moveTo>
                    <a:pt x="0" y="10481"/>
                  </a:moveTo>
                  <a:lnTo>
                    <a:pt x="994940" y="10481"/>
                  </a:lnTo>
                  <a:lnTo>
                    <a:pt x="996072" y="10495"/>
                  </a:lnTo>
                  <a:lnTo>
                    <a:pt x="1003544" y="10593"/>
                  </a:lnTo>
                  <a:lnTo>
                    <a:pt x="1022482" y="10866"/>
                  </a:lnTo>
                  <a:lnTo>
                    <a:pt x="1056592" y="11404"/>
                  </a:lnTo>
                  <a:lnTo>
                    <a:pt x="1107945" y="12292"/>
                  </a:lnTo>
                  <a:lnTo>
                    <a:pt x="1176818" y="13605"/>
                  </a:lnTo>
                  <a:lnTo>
                    <a:pt x="1261755" y="15396"/>
                  </a:lnTo>
                  <a:lnTo>
                    <a:pt x="1359886" y="17699"/>
                  </a:lnTo>
                  <a:lnTo>
                    <a:pt x="1467447" y="20526"/>
                  </a:lnTo>
                  <a:lnTo>
                    <a:pt x="1580376" y="23874"/>
                  </a:lnTo>
                  <a:lnTo>
                    <a:pt x="1694844" y="27733"/>
                  </a:lnTo>
                  <a:lnTo>
                    <a:pt x="1807618" y="32092"/>
                  </a:lnTo>
                  <a:lnTo>
                    <a:pt x="1916248" y="36950"/>
                  </a:lnTo>
                  <a:lnTo>
                    <a:pt x="2019090" y="42317"/>
                  </a:lnTo>
                  <a:lnTo>
                    <a:pt x="2115221" y="48216"/>
                  </a:lnTo>
                  <a:lnTo>
                    <a:pt x="2204307" y="54688"/>
                  </a:lnTo>
                  <a:lnTo>
                    <a:pt x="2286452" y="61791"/>
                  </a:lnTo>
                  <a:lnTo>
                    <a:pt x="2362069" y="69596"/>
                  </a:lnTo>
                  <a:lnTo>
                    <a:pt x="2431767" y="78191"/>
                  </a:lnTo>
                  <a:lnTo>
                    <a:pt x="2496269" y="87669"/>
                  </a:lnTo>
                  <a:lnTo>
                    <a:pt x="2556344" y="98131"/>
                  </a:lnTo>
                  <a:lnTo>
                    <a:pt x="2612769" y="109669"/>
                  </a:lnTo>
                  <a:lnTo>
                    <a:pt x="2666276" y="122356"/>
                  </a:lnTo>
                  <a:lnTo>
                    <a:pt x="2702183" y="131889"/>
                  </a:lnTo>
                  <a:lnTo>
                    <a:pt x="2761275" y="149407"/>
                  </a:lnTo>
                  <a:lnTo>
                    <a:pt x="2818572" y="168613"/>
                  </a:lnTo>
                  <a:lnTo>
                    <a:pt x="2874716" y="189535"/>
                  </a:lnTo>
                  <a:lnTo>
                    <a:pt x="2930184" y="212148"/>
                  </a:lnTo>
                  <a:lnTo>
                    <a:pt x="2985321" y="236374"/>
                  </a:lnTo>
                  <a:lnTo>
                    <a:pt x="3040361" y="262071"/>
                  </a:lnTo>
                  <a:lnTo>
                    <a:pt x="3095441" y="289038"/>
                  </a:lnTo>
                  <a:lnTo>
                    <a:pt x="3150623" y="317015"/>
                  </a:lnTo>
                  <a:lnTo>
                    <a:pt x="3205907" y="345696"/>
                  </a:lnTo>
                  <a:lnTo>
                    <a:pt x="3261253" y="374736"/>
                  </a:lnTo>
                  <a:lnTo>
                    <a:pt x="3316598" y="403777"/>
                  </a:lnTo>
                  <a:lnTo>
                    <a:pt x="3371882" y="432456"/>
                  </a:lnTo>
                  <a:lnTo>
                    <a:pt x="3427064" y="460431"/>
                  </a:lnTo>
                  <a:lnTo>
                    <a:pt x="3482144" y="487396"/>
                  </a:lnTo>
                  <a:lnTo>
                    <a:pt x="3537183" y="513090"/>
                  </a:lnTo>
                  <a:lnTo>
                    <a:pt x="3592321" y="537312"/>
                  </a:lnTo>
                  <a:lnTo>
                    <a:pt x="3647791" y="559922"/>
                  </a:lnTo>
                  <a:lnTo>
                    <a:pt x="3703936" y="580840"/>
                  </a:lnTo>
                  <a:lnTo>
                    <a:pt x="3761236" y="600042"/>
                  </a:lnTo>
                  <a:lnTo>
                    <a:pt x="3820202" y="617521"/>
                  </a:lnTo>
                  <a:lnTo>
                    <a:pt x="3872070" y="631026"/>
                  </a:lnTo>
                  <a:lnTo>
                    <a:pt x="3926389" y="643359"/>
                  </a:lnTo>
                  <a:lnTo>
                    <a:pt x="3983840" y="654562"/>
                  </a:lnTo>
                  <a:lnTo>
                    <a:pt x="4045176" y="664715"/>
                  </a:lnTo>
                  <a:lnTo>
                    <a:pt x="4111173" y="673915"/>
                  </a:lnTo>
                  <a:lnTo>
                    <a:pt x="4182594" y="682260"/>
                  </a:lnTo>
                  <a:lnTo>
                    <a:pt x="4260134" y="689844"/>
                  </a:lnTo>
                  <a:lnTo>
                    <a:pt x="4344352" y="696748"/>
                  </a:lnTo>
                  <a:lnTo>
                    <a:pt x="4435581" y="703041"/>
                  </a:lnTo>
                  <a:lnTo>
                    <a:pt x="4533807" y="708775"/>
                  </a:lnTo>
                  <a:lnTo>
                    <a:pt x="4638533" y="713986"/>
                  </a:lnTo>
                  <a:lnTo>
                    <a:pt x="4748630" y="718692"/>
                  </a:lnTo>
                  <a:lnTo>
                    <a:pt x="4862214" y="722901"/>
                  </a:lnTo>
                  <a:lnTo>
                    <a:pt x="4976589" y="726606"/>
                  </a:lnTo>
                  <a:lnTo>
                    <a:pt x="5088314" y="729796"/>
                  </a:lnTo>
                  <a:lnTo>
                    <a:pt x="5193442" y="732464"/>
                  </a:lnTo>
                  <a:lnTo>
                    <a:pt x="5287940" y="734610"/>
                  </a:lnTo>
                  <a:lnTo>
                    <a:pt x="5368252" y="736252"/>
                  </a:lnTo>
                  <a:lnTo>
                    <a:pt x="5431889" y="737429"/>
                  </a:lnTo>
                  <a:lnTo>
                    <a:pt x="5477899" y="738202"/>
                  </a:lnTo>
                  <a:lnTo>
                    <a:pt x="5507110" y="738650"/>
                  </a:lnTo>
                  <a:lnTo>
                    <a:pt x="5522109" y="738860"/>
                  </a:lnTo>
                  <a:lnTo>
                    <a:pt x="5527056" y="738924"/>
                  </a:lnTo>
                  <a:lnTo>
                    <a:pt x="5527445" y="738929"/>
                  </a:lnTo>
                  <a:lnTo>
                    <a:pt x="6522385" y="738929"/>
                  </a:lnTo>
                  <a:lnTo>
                    <a:pt x="6523488" y="738968"/>
                  </a:lnTo>
                  <a:lnTo>
                    <a:pt x="6530765" y="739246"/>
                  </a:lnTo>
                  <a:lnTo>
                    <a:pt x="6549222" y="740016"/>
                  </a:lnTo>
                  <a:lnTo>
                    <a:pt x="6582500" y="741532"/>
                  </a:lnTo>
                  <a:lnTo>
                    <a:pt x="6632667" y="744038"/>
                  </a:lnTo>
                  <a:lnTo>
                    <a:pt x="6700066" y="747744"/>
                  </a:lnTo>
                  <a:lnTo>
                    <a:pt x="6783357" y="752806"/>
                  </a:lnTo>
                  <a:lnTo>
                    <a:pt x="6879817" y="759320"/>
                  </a:lnTo>
                  <a:lnTo>
                    <a:pt x="6985822" y="767325"/>
                  </a:lnTo>
                  <a:lnTo>
                    <a:pt x="7097422" y="776814"/>
                  </a:lnTo>
                  <a:lnTo>
                    <a:pt x="7210854" y="787760"/>
                  </a:lnTo>
                  <a:lnTo>
                    <a:pt x="7322907" y="800135"/>
                  </a:lnTo>
                  <a:lnTo>
                    <a:pt x="7431113" y="813929"/>
                  </a:lnTo>
                  <a:lnTo>
                    <a:pt x="7533787" y="829163"/>
                  </a:lnTo>
                  <a:lnTo>
                    <a:pt x="7629951" y="845903"/>
                  </a:lnTo>
                  <a:lnTo>
                    <a:pt x="7719213" y="864255"/>
                  </a:lnTo>
                  <a:lnTo>
                    <a:pt x="7801623" y="884376"/>
                  </a:lnTo>
                  <a:lnTo>
                    <a:pt x="7877546" y="906463"/>
                  </a:lnTo>
                  <a:lnTo>
                    <a:pt x="7947549" y="930753"/>
                  </a:lnTo>
                  <a:lnTo>
                    <a:pt x="8012321" y="957511"/>
                  </a:lnTo>
                  <a:lnTo>
                    <a:pt x="8072609" y="987017"/>
                  </a:lnTo>
                  <a:lnTo>
                    <a:pt x="8129168" y="1019541"/>
                  </a:lnTo>
                  <a:lnTo>
                    <a:pt x="8182724" y="1055301"/>
                  </a:lnTo>
                  <a:lnTo>
                    <a:pt x="8229629" y="1090925"/>
                  </a:lnTo>
                  <a:lnTo>
                    <a:pt x="8278437" y="1132395"/>
                  </a:lnTo>
                  <a:lnTo>
                    <a:pt x="8325941" y="1177165"/>
                  </a:lnTo>
                  <a:lnTo>
                    <a:pt x="8372527" y="1225301"/>
                  </a:lnTo>
                  <a:lnTo>
                    <a:pt x="8418499" y="1276803"/>
                  </a:lnTo>
                  <a:lnTo>
                    <a:pt x="8464092" y="1331601"/>
                  </a:lnTo>
                  <a:lnTo>
                    <a:pt x="8509485" y="1389545"/>
                  </a:lnTo>
                  <a:lnTo>
                    <a:pt x="8554805" y="1450405"/>
                  </a:lnTo>
                  <a:lnTo>
                    <a:pt x="8600138" y="1513867"/>
                  </a:lnTo>
                  <a:lnTo>
                    <a:pt x="8645530" y="1579542"/>
                  </a:lnTo>
                  <a:lnTo>
                    <a:pt x="8690995" y="1646967"/>
                  </a:lnTo>
                  <a:lnTo>
                    <a:pt x="8736527" y="1715623"/>
                  </a:lnTo>
                  <a:lnTo>
                    <a:pt x="8782098" y="1784949"/>
                  </a:lnTo>
                  <a:lnTo>
                    <a:pt x="8827675" y="1854360"/>
                  </a:lnTo>
                  <a:lnTo>
                    <a:pt x="8873221" y="1923267"/>
                  </a:lnTo>
                  <a:lnTo>
                    <a:pt x="8918707" y="1991101"/>
                  </a:lnTo>
                  <a:lnTo>
                    <a:pt x="8964120" y="2057327"/>
                  </a:lnTo>
                  <a:lnTo>
                    <a:pt x="9009466" y="2121468"/>
                  </a:lnTo>
                  <a:lnTo>
                    <a:pt x="9054784" y="2183110"/>
                  </a:lnTo>
                  <a:lnTo>
                    <a:pt x="9100145" y="2241918"/>
                  </a:lnTo>
                  <a:lnTo>
                    <a:pt x="9145665" y="2297637"/>
                  </a:lnTo>
                  <a:lnTo>
                    <a:pt x="9191506" y="2350096"/>
                  </a:lnTo>
                  <a:lnTo>
                    <a:pt x="9237888" y="2399201"/>
                  </a:lnTo>
                  <a:lnTo>
                    <a:pt x="9285093" y="2444933"/>
                  </a:lnTo>
                  <a:lnTo>
                    <a:pt x="9333482" y="2487340"/>
                  </a:lnTo>
                  <a:lnTo>
                    <a:pt x="9347647" y="2498909"/>
                  </a:lnTo>
                  <a:lnTo>
                    <a:pt x="9399034" y="2537722"/>
                  </a:lnTo>
                  <a:lnTo>
                    <a:pt x="9452820" y="2573199"/>
                  </a:lnTo>
                  <a:lnTo>
                    <a:pt x="9509669" y="2605455"/>
                  </a:lnTo>
                  <a:lnTo>
                    <a:pt x="9570311" y="2634716"/>
                  </a:lnTo>
                  <a:lnTo>
                    <a:pt x="9635502" y="2661251"/>
                  </a:lnTo>
                  <a:lnTo>
                    <a:pt x="9705986" y="2685342"/>
                  </a:lnTo>
                  <a:lnTo>
                    <a:pt x="9782443" y="2707252"/>
                  </a:lnTo>
                  <a:lnTo>
                    <a:pt x="9865429" y="2727215"/>
                  </a:lnTo>
                  <a:lnTo>
                    <a:pt x="9955285" y="2745424"/>
                  </a:lnTo>
                  <a:lnTo>
                    <a:pt x="10052029" y="2762031"/>
                  </a:lnTo>
                  <a:lnTo>
                    <a:pt x="10155224" y="2777141"/>
                  </a:lnTo>
                  <a:lnTo>
                    <a:pt x="10263836" y="2790812"/>
                  </a:lnTo>
                  <a:lnTo>
                    <a:pt x="10376114" y="2803066"/>
                  </a:lnTo>
                  <a:lnTo>
                    <a:pt x="10489525" y="2813889"/>
                  </a:lnTo>
                  <a:lnTo>
                    <a:pt x="10600799" y="2823252"/>
                  </a:lnTo>
                  <a:lnTo>
                    <a:pt x="10706141" y="2831129"/>
                  </a:lnTo>
                  <a:lnTo>
                    <a:pt x="10801607" y="2837516"/>
                  </a:lnTo>
                  <a:lnTo>
                    <a:pt x="10883628" y="2842458"/>
                  </a:lnTo>
                  <a:lnTo>
                    <a:pt x="10949582" y="2846054"/>
                  </a:lnTo>
                  <a:lnTo>
                    <a:pt x="10998266" y="2848467"/>
                  </a:lnTo>
                  <a:lnTo>
                    <a:pt x="11030172" y="2849909"/>
                  </a:lnTo>
                  <a:lnTo>
                    <a:pt x="11047509" y="2850626"/>
                  </a:lnTo>
                  <a:lnTo>
                    <a:pt x="11054045" y="2850875"/>
                  </a:lnTo>
                  <a:lnTo>
                    <a:pt x="11054891" y="2850904"/>
                  </a:lnTo>
                  <a:lnTo>
                    <a:pt x="12049831" y="2850904"/>
                  </a:lnTo>
                  <a:lnTo>
                    <a:pt x="12049831" y="2840423"/>
                  </a:lnTo>
                  <a:lnTo>
                    <a:pt x="11054891" y="2840423"/>
                  </a:lnTo>
                  <a:lnTo>
                    <a:pt x="11053789" y="2840384"/>
                  </a:lnTo>
                  <a:lnTo>
                    <a:pt x="11046512" y="2840106"/>
                  </a:lnTo>
                  <a:lnTo>
                    <a:pt x="11028054" y="2839337"/>
                  </a:lnTo>
                  <a:lnTo>
                    <a:pt x="10994776" y="2837820"/>
                  </a:lnTo>
                  <a:lnTo>
                    <a:pt x="10944609" y="2835314"/>
                  </a:lnTo>
                  <a:lnTo>
                    <a:pt x="10877211" y="2831608"/>
                  </a:lnTo>
                  <a:lnTo>
                    <a:pt x="10793919" y="2826546"/>
                  </a:lnTo>
                  <a:lnTo>
                    <a:pt x="10697460" y="2820032"/>
                  </a:lnTo>
                  <a:lnTo>
                    <a:pt x="10591455" y="2812027"/>
                  </a:lnTo>
                  <a:lnTo>
                    <a:pt x="10479854" y="2802538"/>
                  </a:lnTo>
                  <a:lnTo>
                    <a:pt x="10366422" y="2791592"/>
                  </a:lnTo>
                  <a:lnTo>
                    <a:pt x="10254370" y="2779217"/>
                  </a:lnTo>
                  <a:lnTo>
                    <a:pt x="10146164" y="2765423"/>
                  </a:lnTo>
                  <a:lnTo>
                    <a:pt x="10043490" y="2750189"/>
                  </a:lnTo>
                  <a:lnTo>
                    <a:pt x="9947325" y="2733450"/>
                  </a:lnTo>
                  <a:lnTo>
                    <a:pt x="9858063" y="2715097"/>
                  </a:lnTo>
                  <a:lnTo>
                    <a:pt x="9775653" y="2694976"/>
                  </a:lnTo>
                  <a:lnTo>
                    <a:pt x="9699731" y="2672889"/>
                  </a:lnTo>
                  <a:lnTo>
                    <a:pt x="9629728" y="2648599"/>
                  </a:lnTo>
                  <a:lnTo>
                    <a:pt x="9564955" y="2621841"/>
                  </a:lnTo>
                  <a:lnTo>
                    <a:pt x="9504667" y="2592335"/>
                  </a:lnTo>
                  <a:lnTo>
                    <a:pt x="9448108" y="2559811"/>
                  </a:lnTo>
                  <a:lnTo>
                    <a:pt x="9394552" y="2524051"/>
                  </a:lnTo>
                  <a:lnTo>
                    <a:pt x="9347647" y="2488427"/>
                  </a:lnTo>
                  <a:lnTo>
                    <a:pt x="9298840" y="2446957"/>
                  </a:lnTo>
                  <a:lnTo>
                    <a:pt x="9251335" y="2402187"/>
                  </a:lnTo>
                  <a:lnTo>
                    <a:pt x="9204749" y="2354051"/>
                  </a:lnTo>
                  <a:lnTo>
                    <a:pt x="9158778" y="2302549"/>
                  </a:lnTo>
                  <a:lnTo>
                    <a:pt x="9113185" y="2247751"/>
                  </a:lnTo>
                  <a:lnTo>
                    <a:pt x="9067792" y="2189807"/>
                  </a:lnTo>
                  <a:lnTo>
                    <a:pt x="9022471" y="2128947"/>
                  </a:lnTo>
                  <a:lnTo>
                    <a:pt x="8977138" y="2065485"/>
                  </a:lnTo>
                  <a:lnTo>
                    <a:pt x="8931747" y="1999811"/>
                  </a:lnTo>
                  <a:lnTo>
                    <a:pt x="8886281" y="1932385"/>
                  </a:lnTo>
                  <a:lnTo>
                    <a:pt x="8840750" y="1863729"/>
                  </a:lnTo>
                  <a:lnTo>
                    <a:pt x="8795178" y="1794403"/>
                  </a:lnTo>
                  <a:lnTo>
                    <a:pt x="8749601" y="1724993"/>
                  </a:lnTo>
                  <a:lnTo>
                    <a:pt x="8704055" y="1656085"/>
                  </a:lnTo>
                  <a:lnTo>
                    <a:pt x="8658569" y="1588251"/>
                  </a:lnTo>
                  <a:lnTo>
                    <a:pt x="8613157" y="1522025"/>
                  </a:lnTo>
                  <a:lnTo>
                    <a:pt x="8567810" y="1457884"/>
                  </a:lnTo>
                  <a:lnTo>
                    <a:pt x="8522493" y="1396242"/>
                  </a:lnTo>
                  <a:lnTo>
                    <a:pt x="8477132" y="1337434"/>
                  </a:lnTo>
                  <a:lnTo>
                    <a:pt x="8431612" y="1281715"/>
                  </a:lnTo>
                  <a:lnTo>
                    <a:pt x="8385771" y="1229256"/>
                  </a:lnTo>
                  <a:lnTo>
                    <a:pt x="8339389" y="1180152"/>
                  </a:lnTo>
                  <a:lnTo>
                    <a:pt x="8292183" y="1134419"/>
                  </a:lnTo>
                  <a:lnTo>
                    <a:pt x="8243795" y="1092012"/>
                  </a:lnTo>
                  <a:lnTo>
                    <a:pt x="8229629" y="1080444"/>
                  </a:lnTo>
                  <a:lnTo>
                    <a:pt x="8178243" y="1041630"/>
                  </a:lnTo>
                  <a:lnTo>
                    <a:pt x="8124457" y="1006153"/>
                  </a:lnTo>
                  <a:lnTo>
                    <a:pt x="8067608" y="973897"/>
                  </a:lnTo>
                  <a:lnTo>
                    <a:pt x="8006966" y="944637"/>
                  </a:lnTo>
                  <a:lnTo>
                    <a:pt x="7941775" y="918101"/>
                  </a:lnTo>
                  <a:lnTo>
                    <a:pt x="7871291" y="894010"/>
                  </a:lnTo>
                  <a:lnTo>
                    <a:pt x="7794833" y="872100"/>
                  </a:lnTo>
                  <a:lnTo>
                    <a:pt x="7711847" y="852137"/>
                  </a:lnTo>
                  <a:lnTo>
                    <a:pt x="7621991" y="833928"/>
                  </a:lnTo>
                  <a:lnTo>
                    <a:pt x="7525248" y="817321"/>
                  </a:lnTo>
                  <a:lnTo>
                    <a:pt x="7422053" y="802211"/>
                  </a:lnTo>
                  <a:lnTo>
                    <a:pt x="7313441" y="788540"/>
                  </a:lnTo>
                  <a:lnTo>
                    <a:pt x="7201162" y="776286"/>
                  </a:lnTo>
                  <a:lnTo>
                    <a:pt x="7087752" y="765463"/>
                  </a:lnTo>
                  <a:lnTo>
                    <a:pt x="6976477" y="756100"/>
                  </a:lnTo>
                  <a:lnTo>
                    <a:pt x="6871135" y="748223"/>
                  </a:lnTo>
                  <a:lnTo>
                    <a:pt x="6775670" y="741836"/>
                  </a:lnTo>
                  <a:lnTo>
                    <a:pt x="6693648" y="736894"/>
                  </a:lnTo>
                  <a:lnTo>
                    <a:pt x="6627694" y="733298"/>
                  </a:lnTo>
                  <a:lnTo>
                    <a:pt x="6579010" y="730885"/>
                  </a:lnTo>
                  <a:lnTo>
                    <a:pt x="6547105" y="729443"/>
                  </a:lnTo>
                  <a:lnTo>
                    <a:pt x="6529767" y="728726"/>
                  </a:lnTo>
                  <a:lnTo>
                    <a:pt x="6523232" y="728478"/>
                  </a:lnTo>
                  <a:lnTo>
                    <a:pt x="6522385" y="728448"/>
                  </a:lnTo>
                  <a:lnTo>
                    <a:pt x="5527445" y="728448"/>
                  </a:lnTo>
                  <a:lnTo>
                    <a:pt x="5526313" y="728434"/>
                  </a:lnTo>
                  <a:lnTo>
                    <a:pt x="5518841" y="728335"/>
                  </a:lnTo>
                  <a:lnTo>
                    <a:pt x="5499903" y="728062"/>
                  </a:lnTo>
                  <a:lnTo>
                    <a:pt x="5465793" y="727525"/>
                  </a:lnTo>
                  <a:lnTo>
                    <a:pt x="5414440" y="726636"/>
                  </a:lnTo>
                  <a:lnTo>
                    <a:pt x="5345567" y="725324"/>
                  </a:lnTo>
                  <a:lnTo>
                    <a:pt x="5260630" y="723532"/>
                  </a:lnTo>
                  <a:lnTo>
                    <a:pt x="5162499" y="721229"/>
                  </a:lnTo>
                  <a:lnTo>
                    <a:pt x="5054938" y="718402"/>
                  </a:lnTo>
                  <a:lnTo>
                    <a:pt x="4942009" y="715054"/>
                  </a:lnTo>
                  <a:lnTo>
                    <a:pt x="4827541" y="711196"/>
                  </a:lnTo>
                  <a:lnTo>
                    <a:pt x="4714767" y="706836"/>
                  </a:lnTo>
                  <a:lnTo>
                    <a:pt x="4606137" y="701978"/>
                  </a:lnTo>
                  <a:lnTo>
                    <a:pt x="4503295" y="696612"/>
                  </a:lnTo>
                  <a:lnTo>
                    <a:pt x="4407164" y="690713"/>
                  </a:lnTo>
                  <a:lnTo>
                    <a:pt x="4318078" y="684240"/>
                  </a:lnTo>
                  <a:lnTo>
                    <a:pt x="4235933" y="677138"/>
                  </a:lnTo>
                  <a:lnTo>
                    <a:pt x="4160316" y="669332"/>
                  </a:lnTo>
                  <a:lnTo>
                    <a:pt x="4090618" y="660738"/>
                  </a:lnTo>
                  <a:lnTo>
                    <a:pt x="4026116" y="651260"/>
                  </a:lnTo>
                  <a:lnTo>
                    <a:pt x="3966041" y="640798"/>
                  </a:lnTo>
                  <a:lnTo>
                    <a:pt x="3909616" y="629259"/>
                  </a:lnTo>
                  <a:lnTo>
                    <a:pt x="3856109" y="616573"/>
                  </a:lnTo>
                  <a:lnTo>
                    <a:pt x="3820202" y="607040"/>
                  </a:lnTo>
                  <a:lnTo>
                    <a:pt x="3761110" y="589521"/>
                  </a:lnTo>
                  <a:lnTo>
                    <a:pt x="3703813" y="570315"/>
                  </a:lnTo>
                  <a:lnTo>
                    <a:pt x="3647669" y="549394"/>
                  </a:lnTo>
                  <a:lnTo>
                    <a:pt x="3592201" y="526780"/>
                  </a:lnTo>
                  <a:lnTo>
                    <a:pt x="3537064" y="502554"/>
                  </a:lnTo>
                  <a:lnTo>
                    <a:pt x="3482024" y="476857"/>
                  </a:lnTo>
                  <a:lnTo>
                    <a:pt x="3426944" y="449890"/>
                  </a:lnTo>
                  <a:lnTo>
                    <a:pt x="3371762" y="421913"/>
                  </a:lnTo>
                  <a:lnTo>
                    <a:pt x="3316478" y="393233"/>
                  </a:lnTo>
                  <a:lnTo>
                    <a:pt x="3261132" y="364192"/>
                  </a:lnTo>
                  <a:lnTo>
                    <a:pt x="3205787" y="335151"/>
                  </a:lnTo>
                  <a:lnTo>
                    <a:pt x="3150503" y="306472"/>
                  </a:lnTo>
                  <a:lnTo>
                    <a:pt x="3095321" y="278497"/>
                  </a:lnTo>
                  <a:lnTo>
                    <a:pt x="3040241" y="251533"/>
                  </a:lnTo>
                  <a:lnTo>
                    <a:pt x="2985202" y="225838"/>
                  </a:lnTo>
                  <a:lnTo>
                    <a:pt x="2930064" y="201616"/>
                  </a:lnTo>
                  <a:lnTo>
                    <a:pt x="2874594" y="179006"/>
                  </a:lnTo>
                  <a:lnTo>
                    <a:pt x="2818449" y="158089"/>
                  </a:lnTo>
                  <a:lnTo>
                    <a:pt x="2761149" y="138886"/>
                  </a:lnTo>
                  <a:lnTo>
                    <a:pt x="2702183" y="121408"/>
                  </a:lnTo>
                  <a:lnTo>
                    <a:pt x="2650315" y="107903"/>
                  </a:lnTo>
                  <a:lnTo>
                    <a:pt x="2595996" y="95570"/>
                  </a:lnTo>
                  <a:lnTo>
                    <a:pt x="2538545" y="84367"/>
                  </a:lnTo>
                  <a:lnTo>
                    <a:pt x="2477209" y="74213"/>
                  </a:lnTo>
                  <a:lnTo>
                    <a:pt x="2411212" y="65014"/>
                  </a:lnTo>
                  <a:lnTo>
                    <a:pt x="2339791" y="56669"/>
                  </a:lnTo>
                  <a:lnTo>
                    <a:pt x="2262251" y="49085"/>
                  </a:lnTo>
                  <a:lnTo>
                    <a:pt x="2178033" y="42180"/>
                  </a:lnTo>
                  <a:lnTo>
                    <a:pt x="2086804" y="35887"/>
                  </a:lnTo>
                  <a:lnTo>
                    <a:pt x="1988578" y="30153"/>
                  </a:lnTo>
                  <a:lnTo>
                    <a:pt x="1883852" y="24943"/>
                  </a:lnTo>
                  <a:lnTo>
                    <a:pt x="1773755" y="20236"/>
                  </a:lnTo>
                  <a:lnTo>
                    <a:pt x="1660171" y="16028"/>
                  </a:lnTo>
                  <a:lnTo>
                    <a:pt x="1545796" y="12323"/>
                  </a:lnTo>
                  <a:lnTo>
                    <a:pt x="1434071" y="9132"/>
                  </a:lnTo>
                  <a:lnTo>
                    <a:pt x="1328943" y="6464"/>
                  </a:lnTo>
                  <a:lnTo>
                    <a:pt x="1234445" y="4319"/>
                  </a:lnTo>
                  <a:lnTo>
                    <a:pt x="1154133" y="2677"/>
                  </a:lnTo>
                  <a:lnTo>
                    <a:pt x="1090496" y="1500"/>
                  </a:lnTo>
                  <a:lnTo>
                    <a:pt x="1044486" y="726"/>
                  </a:lnTo>
                  <a:lnTo>
                    <a:pt x="1015275" y="278"/>
                  </a:lnTo>
                  <a:lnTo>
                    <a:pt x="1000276" y="68"/>
                  </a:lnTo>
                  <a:lnTo>
                    <a:pt x="995329" y="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33" name="pl432"/>
            <p:cNvSpPr/>
            <p:nvPr/>
          </p:nvSpPr>
          <p:spPr>
            <a:xfrm>
              <a:off x="1199187" y="1928388"/>
              <a:ext cx="12049831" cy="2840423"/>
            </a:xfrm>
            <a:custGeom>
              <a:avLst/>
              <a:pathLst>
                <a:path w="12049831" h="2840423">
                  <a:moveTo>
                    <a:pt x="0" y="0"/>
                  </a:moveTo>
                  <a:lnTo>
                    <a:pt x="994940" y="0"/>
                  </a:lnTo>
                  <a:lnTo>
                    <a:pt x="996072" y="13"/>
                  </a:lnTo>
                  <a:lnTo>
                    <a:pt x="1003544" y="112"/>
                  </a:lnTo>
                  <a:lnTo>
                    <a:pt x="1022482" y="385"/>
                  </a:lnTo>
                  <a:lnTo>
                    <a:pt x="1056592" y="922"/>
                  </a:lnTo>
                  <a:lnTo>
                    <a:pt x="1107945" y="1811"/>
                  </a:lnTo>
                  <a:lnTo>
                    <a:pt x="1176818" y="3124"/>
                  </a:lnTo>
                  <a:lnTo>
                    <a:pt x="1261755" y="4915"/>
                  </a:lnTo>
                  <a:lnTo>
                    <a:pt x="1359886" y="7218"/>
                  </a:lnTo>
                  <a:lnTo>
                    <a:pt x="1467447" y="10045"/>
                  </a:lnTo>
                  <a:lnTo>
                    <a:pt x="1580376" y="13393"/>
                  </a:lnTo>
                  <a:lnTo>
                    <a:pt x="1694844" y="17251"/>
                  </a:lnTo>
                  <a:lnTo>
                    <a:pt x="1807618" y="21611"/>
                  </a:lnTo>
                  <a:lnTo>
                    <a:pt x="1916248" y="26469"/>
                  </a:lnTo>
                  <a:lnTo>
                    <a:pt x="2019090" y="31836"/>
                  </a:lnTo>
                  <a:lnTo>
                    <a:pt x="2115221" y="37734"/>
                  </a:lnTo>
                  <a:lnTo>
                    <a:pt x="2204307" y="44207"/>
                  </a:lnTo>
                  <a:lnTo>
                    <a:pt x="2286452" y="51310"/>
                  </a:lnTo>
                  <a:lnTo>
                    <a:pt x="2362069" y="59115"/>
                  </a:lnTo>
                  <a:lnTo>
                    <a:pt x="2431767" y="67709"/>
                  </a:lnTo>
                  <a:lnTo>
                    <a:pt x="2496269" y="77188"/>
                  </a:lnTo>
                  <a:lnTo>
                    <a:pt x="2556344" y="87649"/>
                  </a:lnTo>
                  <a:lnTo>
                    <a:pt x="2612769" y="99188"/>
                  </a:lnTo>
                  <a:lnTo>
                    <a:pt x="2666276" y="111874"/>
                  </a:lnTo>
                  <a:lnTo>
                    <a:pt x="2702183" y="121408"/>
                  </a:lnTo>
                  <a:lnTo>
                    <a:pt x="2761275" y="138926"/>
                  </a:lnTo>
                  <a:lnTo>
                    <a:pt x="2818572" y="158132"/>
                  </a:lnTo>
                  <a:lnTo>
                    <a:pt x="2874716" y="179053"/>
                  </a:lnTo>
                  <a:lnTo>
                    <a:pt x="2930184" y="201667"/>
                  </a:lnTo>
                  <a:lnTo>
                    <a:pt x="2985321" y="225893"/>
                  </a:lnTo>
                  <a:lnTo>
                    <a:pt x="3040361" y="251590"/>
                  </a:lnTo>
                  <a:lnTo>
                    <a:pt x="3095441" y="278557"/>
                  </a:lnTo>
                  <a:lnTo>
                    <a:pt x="3150623" y="306534"/>
                  </a:lnTo>
                  <a:lnTo>
                    <a:pt x="3205907" y="335214"/>
                  </a:lnTo>
                  <a:lnTo>
                    <a:pt x="3261253" y="364255"/>
                  </a:lnTo>
                  <a:lnTo>
                    <a:pt x="3316598" y="393296"/>
                  </a:lnTo>
                  <a:lnTo>
                    <a:pt x="3371882" y="421975"/>
                  </a:lnTo>
                  <a:lnTo>
                    <a:pt x="3427064" y="449950"/>
                  </a:lnTo>
                  <a:lnTo>
                    <a:pt x="3482144" y="476914"/>
                  </a:lnTo>
                  <a:lnTo>
                    <a:pt x="3537183" y="502609"/>
                  </a:lnTo>
                  <a:lnTo>
                    <a:pt x="3592321" y="526831"/>
                  </a:lnTo>
                  <a:lnTo>
                    <a:pt x="3647791" y="549441"/>
                  </a:lnTo>
                  <a:lnTo>
                    <a:pt x="3703936" y="570359"/>
                  </a:lnTo>
                  <a:lnTo>
                    <a:pt x="3761236" y="589561"/>
                  </a:lnTo>
                  <a:lnTo>
                    <a:pt x="3820202" y="607040"/>
                  </a:lnTo>
                  <a:lnTo>
                    <a:pt x="3872070" y="620545"/>
                  </a:lnTo>
                  <a:lnTo>
                    <a:pt x="3926389" y="632878"/>
                  </a:lnTo>
                  <a:lnTo>
                    <a:pt x="3983840" y="644081"/>
                  </a:lnTo>
                  <a:lnTo>
                    <a:pt x="4045176" y="654234"/>
                  </a:lnTo>
                  <a:lnTo>
                    <a:pt x="4111173" y="663433"/>
                  </a:lnTo>
                  <a:lnTo>
                    <a:pt x="4182594" y="671779"/>
                  </a:lnTo>
                  <a:lnTo>
                    <a:pt x="4260134" y="679362"/>
                  </a:lnTo>
                  <a:lnTo>
                    <a:pt x="4344352" y="686267"/>
                  </a:lnTo>
                  <a:lnTo>
                    <a:pt x="4435581" y="692560"/>
                  </a:lnTo>
                  <a:lnTo>
                    <a:pt x="4533807" y="698294"/>
                  </a:lnTo>
                  <a:lnTo>
                    <a:pt x="4638533" y="703504"/>
                  </a:lnTo>
                  <a:lnTo>
                    <a:pt x="4748630" y="708211"/>
                  </a:lnTo>
                  <a:lnTo>
                    <a:pt x="4862214" y="712419"/>
                  </a:lnTo>
                  <a:lnTo>
                    <a:pt x="4976589" y="716124"/>
                  </a:lnTo>
                  <a:lnTo>
                    <a:pt x="5088314" y="719315"/>
                  </a:lnTo>
                  <a:lnTo>
                    <a:pt x="5193442" y="721983"/>
                  </a:lnTo>
                  <a:lnTo>
                    <a:pt x="5287940" y="724128"/>
                  </a:lnTo>
                  <a:lnTo>
                    <a:pt x="5368252" y="725770"/>
                  </a:lnTo>
                  <a:lnTo>
                    <a:pt x="5431889" y="726948"/>
                  </a:lnTo>
                  <a:lnTo>
                    <a:pt x="5477899" y="727721"/>
                  </a:lnTo>
                  <a:lnTo>
                    <a:pt x="5507110" y="728169"/>
                  </a:lnTo>
                  <a:lnTo>
                    <a:pt x="5522109" y="728379"/>
                  </a:lnTo>
                  <a:lnTo>
                    <a:pt x="5527056" y="728443"/>
                  </a:lnTo>
                  <a:lnTo>
                    <a:pt x="5527445" y="728448"/>
                  </a:lnTo>
                  <a:lnTo>
                    <a:pt x="6522385" y="728448"/>
                  </a:lnTo>
                  <a:lnTo>
                    <a:pt x="6523488" y="728487"/>
                  </a:lnTo>
                  <a:lnTo>
                    <a:pt x="6530765" y="728765"/>
                  </a:lnTo>
                  <a:lnTo>
                    <a:pt x="6549222" y="729534"/>
                  </a:lnTo>
                  <a:lnTo>
                    <a:pt x="6582500" y="731050"/>
                  </a:lnTo>
                  <a:lnTo>
                    <a:pt x="6632667" y="733557"/>
                  </a:lnTo>
                  <a:lnTo>
                    <a:pt x="6700066" y="737262"/>
                  </a:lnTo>
                  <a:lnTo>
                    <a:pt x="6783357" y="742325"/>
                  </a:lnTo>
                  <a:lnTo>
                    <a:pt x="6879817" y="748839"/>
                  </a:lnTo>
                  <a:lnTo>
                    <a:pt x="6985822" y="756843"/>
                  </a:lnTo>
                  <a:lnTo>
                    <a:pt x="7097422" y="766333"/>
                  </a:lnTo>
                  <a:lnTo>
                    <a:pt x="7210854" y="777279"/>
                  </a:lnTo>
                  <a:lnTo>
                    <a:pt x="7322907" y="789654"/>
                  </a:lnTo>
                  <a:lnTo>
                    <a:pt x="7431113" y="803447"/>
                  </a:lnTo>
                  <a:lnTo>
                    <a:pt x="7533787" y="818682"/>
                  </a:lnTo>
                  <a:lnTo>
                    <a:pt x="7629951" y="835421"/>
                  </a:lnTo>
                  <a:lnTo>
                    <a:pt x="7719213" y="853774"/>
                  </a:lnTo>
                  <a:lnTo>
                    <a:pt x="7801623" y="873895"/>
                  </a:lnTo>
                  <a:lnTo>
                    <a:pt x="7877546" y="895982"/>
                  </a:lnTo>
                  <a:lnTo>
                    <a:pt x="7947549" y="920272"/>
                  </a:lnTo>
                  <a:lnTo>
                    <a:pt x="8012321" y="947029"/>
                  </a:lnTo>
                  <a:lnTo>
                    <a:pt x="8072609" y="976536"/>
                  </a:lnTo>
                  <a:lnTo>
                    <a:pt x="8129168" y="1009060"/>
                  </a:lnTo>
                  <a:lnTo>
                    <a:pt x="8182724" y="1044820"/>
                  </a:lnTo>
                  <a:lnTo>
                    <a:pt x="8229629" y="1080444"/>
                  </a:lnTo>
                  <a:lnTo>
                    <a:pt x="8278437" y="1121914"/>
                  </a:lnTo>
                  <a:lnTo>
                    <a:pt x="8325941" y="1166684"/>
                  </a:lnTo>
                  <a:lnTo>
                    <a:pt x="8372527" y="1214820"/>
                  </a:lnTo>
                  <a:lnTo>
                    <a:pt x="8418499" y="1266322"/>
                  </a:lnTo>
                  <a:lnTo>
                    <a:pt x="8464092" y="1321120"/>
                  </a:lnTo>
                  <a:lnTo>
                    <a:pt x="8509485" y="1379064"/>
                  </a:lnTo>
                  <a:lnTo>
                    <a:pt x="8554805" y="1439923"/>
                  </a:lnTo>
                  <a:lnTo>
                    <a:pt x="8600138" y="1503386"/>
                  </a:lnTo>
                  <a:lnTo>
                    <a:pt x="8645530" y="1569060"/>
                  </a:lnTo>
                  <a:lnTo>
                    <a:pt x="8690995" y="1636485"/>
                  </a:lnTo>
                  <a:lnTo>
                    <a:pt x="8736527" y="1705142"/>
                  </a:lnTo>
                  <a:lnTo>
                    <a:pt x="8782098" y="1774468"/>
                  </a:lnTo>
                  <a:lnTo>
                    <a:pt x="8827675" y="1843878"/>
                  </a:lnTo>
                  <a:lnTo>
                    <a:pt x="8873221" y="1912786"/>
                  </a:lnTo>
                  <a:lnTo>
                    <a:pt x="8918707" y="1980619"/>
                  </a:lnTo>
                  <a:lnTo>
                    <a:pt x="8964120" y="2046846"/>
                  </a:lnTo>
                  <a:lnTo>
                    <a:pt x="9009466" y="2110987"/>
                  </a:lnTo>
                  <a:lnTo>
                    <a:pt x="9054784" y="2172629"/>
                  </a:lnTo>
                  <a:lnTo>
                    <a:pt x="9100145" y="2231437"/>
                  </a:lnTo>
                  <a:lnTo>
                    <a:pt x="9145665" y="2287156"/>
                  </a:lnTo>
                  <a:lnTo>
                    <a:pt x="9191506" y="2339615"/>
                  </a:lnTo>
                  <a:lnTo>
                    <a:pt x="9237888" y="2388719"/>
                  </a:lnTo>
                  <a:lnTo>
                    <a:pt x="9285093" y="2434451"/>
                  </a:lnTo>
                  <a:lnTo>
                    <a:pt x="9333482" y="2476858"/>
                  </a:lnTo>
                  <a:lnTo>
                    <a:pt x="9347647" y="2488427"/>
                  </a:lnTo>
                  <a:lnTo>
                    <a:pt x="9399034" y="2527241"/>
                  </a:lnTo>
                  <a:lnTo>
                    <a:pt x="9452820" y="2562718"/>
                  </a:lnTo>
                  <a:lnTo>
                    <a:pt x="9509669" y="2594974"/>
                  </a:lnTo>
                  <a:lnTo>
                    <a:pt x="9570311" y="2624234"/>
                  </a:lnTo>
                  <a:lnTo>
                    <a:pt x="9635502" y="2650770"/>
                  </a:lnTo>
                  <a:lnTo>
                    <a:pt x="9705986" y="2674861"/>
                  </a:lnTo>
                  <a:lnTo>
                    <a:pt x="9782443" y="2696771"/>
                  </a:lnTo>
                  <a:lnTo>
                    <a:pt x="9865429" y="2716734"/>
                  </a:lnTo>
                  <a:lnTo>
                    <a:pt x="9955285" y="2734943"/>
                  </a:lnTo>
                  <a:lnTo>
                    <a:pt x="10052029" y="2751550"/>
                  </a:lnTo>
                  <a:lnTo>
                    <a:pt x="10155224" y="2766659"/>
                  </a:lnTo>
                  <a:lnTo>
                    <a:pt x="10263836" y="2780331"/>
                  </a:lnTo>
                  <a:lnTo>
                    <a:pt x="10376114" y="2792584"/>
                  </a:lnTo>
                  <a:lnTo>
                    <a:pt x="10489525" y="2803407"/>
                  </a:lnTo>
                  <a:lnTo>
                    <a:pt x="10600799" y="2812771"/>
                  </a:lnTo>
                  <a:lnTo>
                    <a:pt x="10706141" y="2820647"/>
                  </a:lnTo>
                  <a:lnTo>
                    <a:pt x="10801607" y="2827035"/>
                  </a:lnTo>
                  <a:lnTo>
                    <a:pt x="10883628" y="2831977"/>
                  </a:lnTo>
                  <a:lnTo>
                    <a:pt x="10949582" y="2835573"/>
                  </a:lnTo>
                  <a:lnTo>
                    <a:pt x="10998266" y="2837986"/>
                  </a:lnTo>
                  <a:lnTo>
                    <a:pt x="11030172" y="2839428"/>
                  </a:lnTo>
                  <a:lnTo>
                    <a:pt x="11047509" y="2840145"/>
                  </a:lnTo>
                  <a:lnTo>
                    <a:pt x="11054045" y="2840393"/>
                  </a:lnTo>
                  <a:lnTo>
                    <a:pt x="11054891" y="2840423"/>
                  </a:lnTo>
                  <a:lnTo>
                    <a:pt x="12049831" y="2840423"/>
                  </a:lnTo>
                  <a:lnTo>
                    <a:pt x="12049831" y="28404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4" name="pl433"/>
            <p:cNvSpPr/>
            <p:nvPr/>
          </p:nvSpPr>
          <p:spPr>
            <a:xfrm>
              <a:off x="1199187" y="1917907"/>
              <a:ext cx="12049831" cy="2840423"/>
            </a:xfrm>
            <a:custGeom>
              <a:avLst/>
              <a:pathLst>
                <a:path w="12049831" h="2840423">
                  <a:moveTo>
                    <a:pt x="12049831" y="2840423"/>
                  </a:moveTo>
                  <a:lnTo>
                    <a:pt x="11054891" y="2840423"/>
                  </a:lnTo>
                  <a:lnTo>
                    <a:pt x="11053789" y="2840384"/>
                  </a:lnTo>
                  <a:lnTo>
                    <a:pt x="11046512" y="2840106"/>
                  </a:lnTo>
                  <a:lnTo>
                    <a:pt x="11028054" y="2839337"/>
                  </a:lnTo>
                  <a:lnTo>
                    <a:pt x="10994776" y="2837820"/>
                  </a:lnTo>
                  <a:lnTo>
                    <a:pt x="10944609" y="2835314"/>
                  </a:lnTo>
                  <a:lnTo>
                    <a:pt x="10877211" y="2831608"/>
                  </a:lnTo>
                  <a:lnTo>
                    <a:pt x="10793919" y="2826546"/>
                  </a:lnTo>
                  <a:lnTo>
                    <a:pt x="10697460" y="2820032"/>
                  </a:lnTo>
                  <a:lnTo>
                    <a:pt x="10591455" y="2812027"/>
                  </a:lnTo>
                  <a:lnTo>
                    <a:pt x="10479854" y="2802538"/>
                  </a:lnTo>
                  <a:lnTo>
                    <a:pt x="10366422" y="2791592"/>
                  </a:lnTo>
                  <a:lnTo>
                    <a:pt x="10254370" y="2779217"/>
                  </a:lnTo>
                  <a:lnTo>
                    <a:pt x="10146164" y="2765423"/>
                  </a:lnTo>
                  <a:lnTo>
                    <a:pt x="10043490" y="2750189"/>
                  </a:lnTo>
                  <a:lnTo>
                    <a:pt x="9947325" y="2733450"/>
                  </a:lnTo>
                  <a:lnTo>
                    <a:pt x="9858063" y="2715097"/>
                  </a:lnTo>
                  <a:lnTo>
                    <a:pt x="9775653" y="2694976"/>
                  </a:lnTo>
                  <a:lnTo>
                    <a:pt x="9699731" y="2672889"/>
                  </a:lnTo>
                  <a:lnTo>
                    <a:pt x="9629728" y="2648599"/>
                  </a:lnTo>
                  <a:lnTo>
                    <a:pt x="9564955" y="2621841"/>
                  </a:lnTo>
                  <a:lnTo>
                    <a:pt x="9504667" y="2592335"/>
                  </a:lnTo>
                  <a:lnTo>
                    <a:pt x="9448108" y="2559811"/>
                  </a:lnTo>
                  <a:lnTo>
                    <a:pt x="9394552" y="2524051"/>
                  </a:lnTo>
                  <a:lnTo>
                    <a:pt x="9347647" y="2488427"/>
                  </a:lnTo>
                  <a:lnTo>
                    <a:pt x="9298840" y="2446957"/>
                  </a:lnTo>
                  <a:lnTo>
                    <a:pt x="9251335" y="2402187"/>
                  </a:lnTo>
                  <a:lnTo>
                    <a:pt x="9204749" y="2354051"/>
                  </a:lnTo>
                  <a:lnTo>
                    <a:pt x="9158778" y="2302549"/>
                  </a:lnTo>
                  <a:lnTo>
                    <a:pt x="9113185" y="2247751"/>
                  </a:lnTo>
                  <a:lnTo>
                    <a:pt x="9067792" y="2189807"/>
                  </a:lnTo>
                  <a:lnTo>
                    <a:pt x="9022471" y="2128947"/>
                  </a:lnTo>
                  <a:lnTo>
                    <a:pt x="8977138" y="2065485"/>
                  </a:lnTo>
                  <a:lnTo>
                    <a:pt x="8931747" y="1999811"/>
                  </a:lnTo>
                  <a:lnTo>
                    <a:pt x="8886281" y="1932385"/>
                  </a:lnTo>
                  <a:lnTo>
                    <a:pt x="8840750" y="1863729"/>
                  </a:lnTo>
                  <a:lnTo>
                    <a:pt x="8795178" y="1794403"/>
                  </a:lnTo>
                  <a:lnTo>
                    <a:pt x="8749601" y="1724993"/>
                  </a:lnTo>
                  <a:lnTo>
                    <a:pt x="8704055" y="1656085"/>
                  </a:lnTo>
                  <a:lnTo>
                    <a:pt x="8658569" y="1588251"/>
                  </a:lnTo>
                  <a:lnTo>
                    <a:pt x="8613157" y="1522025"/>
                  </a:lnTo>
                  <a:lnTo>
                    <a:pt x="8567810" y="1457884"/>
                  </a:lnTo>
                  <a:lnTo>
                    <a:pt x="8522493" y="1396242"/>
                  </a:lnTo>
                  <a:lnTo>
                    <a:pt x="8477132" y="1337434"/>
                  </a:lnTo>
                  <a:lnTo>
                    <a:pt x="8431612" y="1281715"/>
                  </a:lnTo>
                  <a:lnTo>
                    <a:pt x="8385771" y="1229256"/>
                  </a:lnTo>
                  <a:lnTo>
                    <a:pt x="8339389" y="1180152"/>
                  </a:lnTo>
                  <a:lnTo>
                    <a:pt x="8292183" y="1134419"/>
                  </a:lnTo>
                  <a:lnTo>
                    <a:pt x="8243795" y="1092012"/>
                  </a:lnTo>
                  <a:lnTo>
                    <a:pt x="8229629" y="1080444"/>
                  </a:lnTo>
                  <a:lnTo>
                    <a:pt x="8178243" y="1041630"/>
                  </a:lnTo>
                  <a:lnTo>
                    <a:pt x="8124457" y="1006153"/>
                  </a:lnTo>
                  <a:lnTo>
                    <a:pt x="8067608" y="973897"/>
                  </a:lnTo>
                  <a:lnTo>
                    <a:pt x="8006966" y="944637"/>
                  </a:lnTo>
                  <a:lnTo>
                    <a:pt x="7941775" y="918101"/>
                  </a:lnTo>
                  <a:lnTo>
                    <a:pt x="7871291" y="894010"/>
                  </a:lnTo>
                  <a:lnTo>
                    <a:pt x="7794833" y="872100"/>
                  </a:lnTo>
                  <a:lnTo>
                    <a:pt x="7711847" y="852137"/>
                  </a:lnTo>
                  <a:lnTo>
                    <a:pt x="7621991" y="833928"/>
                  </a:lnTo>
                  <a:lnTo>
                    <a:pt x="7525248" y="817321"/>
                  </a:lnTo>
                  <a:lnTo>
                    <a:pt x="7422053" y="802211"/>
                  </a:lnTo>
                  <a:lnTo>
                    <a:pt x="7313441" y="788540"/>
                  </a:lnTo>
                  <a:lnTo>
                    <a:pt x="7201162" y="776286"/>
                  </a:lnTo>
                  <a:lnTo>
                    <a:pt x="7087752" y="765463"/>
                  </a:lnTo>
                  <a:lnTo>
                    <a:pt x="6976477" y="756100"/>
                  </a:lnTo>
                  <a:lnTo>
                    <a:pt x="6871135" y="748223"/>
                  </a:lnTo>
                  <a:lnTo>
                    <a:pt x="6775670" y="741836"/>
                  </a:lnTo>
                  <a:lnTo>
                    <a:pt x="6693648" y="736894"/>
                  </a:lnTo>
                  <a:lnTo>
                    <a:pt x="6627694" y="733298"/>
                  </a:lnTo>
                  <a:lnTo>
                    <a:pt x="6579010" y="730885"/>
                  </a:lnTo>
                  <a:lnTo>
                    <a:pt x="6547105" y="729443"/>
                  </a:lnTo>
                  <a:lnTo>
                    <a:pt x="6529767" y="728726"/>
                  </a:lnTo>
                  <a:lnTo>
                    <a:pt x="6523232" y="728478"/>
                  </a:lnTo>
                  <a:lnTo>
                    <a:pt x="6522385" y="728448"/>
                  </a:lnTo>
                  <a:lnTo>
                    <a:pt x="5527445" y="728448"/>
                  </a:lnTo>
                  <a:lnTo>
                    <a:pt x="5526313" y="728434"/>
                  </a:lnTo>
                  <a:lnTo>
                    <a:pt x="5518841" y="728335"/>
                  </a:lnTo>
                  <a:lnTo>
                    <a:pt x="5499903" y="728062"/>
                  </a:lnTo>
                  <a:lnTo>
                    <a:pt x="5465793" y="727525"/>
                  </a:lnTo>
                  <a:lnTo>
                    <a:pt x="5414440" y="726636"/>
                  </a:lnTo>
                  <a:lnTo>
                    <a:pt x="5345567" y="725324"/>
                  </a:lnTo>
                  <a:lnTo>
                    <a:pt x="5260630" y="723532"/>
                  </a:lnTo>
                  <a:lnTo>
                    <a:pt x="5162499" y="721229"/>
                  </a:lnTo>
                  <a:lnTo>
                    <a:pt x="5054938" y="718402"/>
                  </a:lnTo>
                  <a:lnTo>
                    <a:pt x="4942009" y="715054"/>
                  </a:lnTo>
                  <a:lnTo>
                    <a:pt x="4827541" y="711196"/>
                  </a:lnTo>
                  <a:lnTo>
                    <a:pt x="4714767" y="706836"/>
                  </a:lnTo>
                  <a:lnTo>
                    <a:pt x="4606137" y="701978"/>
                  </a:lnTo>
                  <a:lnTo>
                    <a:pt x="4503295" y="696612"/>
                  </a:lnTo>
                  <a:lnTo>
                    <a:pt x="4407164" y="690713"/>
                  </a:lnTo>
                  <a:lnTo>
                    <a:pt x="4318078" y="684240"/>
                  </a:lnTo>
                  <a:lnTo>
                    <a:pt x="4235933" y="677138"/>
                  </a:lnTo>
                  <a:lnTo>
                    <a:pt x="4160316" y="669332"/>
                  </a:lnTo>
                  <a:lnTo>
                    <a:pt x="4090618" y="660738"/>
                  </a:lnTo>
                  <a:lnTo>
                    <a:pt x="4026116" y="651260"/>
                  </a:lnTo>
                  <a:lnTo>
                    <a:pt x="3966041" y="640798"/>
                  </a:lnTo>
                  <a:lnTo>
                    <a:pt x="3909616" y="629259"/>
                  </a:lnTo>
                  <a:lnTo>
                    <a:pt x="3856109" y="616573"/>
                  </a:lnTo>
                  <a:lnTo>
                    <a:pt x="3820202" y="607040"/>
                  </a:lnTo>
                  <a:lnTo>
                    <a:pt x="3761110" y="589521"/>
                  </a:lnTo>
                  <a:lnTo>
                    <a:pt x="3703813" y="570315"/>
                  </a:lnTo>
                  <a:lnTo>
                    <a:pt x="3647669" y="549394"/>
                  </a:lnTo>
                  <a:lnTo>
                    <a:pt x="3592201" y="526780"/>
                  </a:lnTo>
                  <a:lnTo>
                    <a:pt x="3537064" y="502554"/>
                  </a:lnTo>
                  <a:lnTo>
                    <a:pt x="3482024" y="476857"/>
                  </a:lnTo>
                  <a:lnTo>
                    <a:pt x="3426944" y="449890"/>
                  </a:lnTo>
                  <a:lnTo>
                    <a:pt x="3371762" y="421913"/>
                  </a:lnTo>
                  <a:lnTo>
                    <a:pt x="3316478" y="393233"/>
                  </a:lnTo>
                  <a:lnTo>
                    <a:pt x="3261132" y="364192"/>
                  </a:lnTo>
                  <a:lnTo>
                    <a:pt x="3205787" y="335151"/>
                  </a:lnTo>
                  <a:lnTo>
                    <a:pt x="3150503" y="306472"/>
                  </a:lnTo>
                  <a:lnTo>
                    <a:pt x="3095321" y="278497"/>
                  </a:lnTo>
                  <a:lnTo>
                    <a:pt x="3040241" y="251533"/>
                  </a:lnTo>
                  <a:lnTo>
                    <a:pt x="2985202" y="225838"/>
                  </a:lnTo>
                  <a:lnTo>
                    <a:pt x="2930064" y="201616"/>
                  </a:lnTo>
                  <a:lnTo>
                    <a:pt x="2874594" y="179006"/>
                  </a:lnTo>
                  <a:lnTo>
                    <a:pt x="2818449" y="158089"/>
                  </a:lnTo>
                  <a:lnTo>
                    <a:pt x="2761149" y="138886"/>
                  </a:lnTo>
                  <a:lnTo>
                    <a:pt x="2702183" y="121408"/>
                  </a:lnTo>
                  <a:lnTo>
                    <a:pt x="2650315" y="107903"/>
                  </a:lnTo>
                  <a:lnTo>
                    <a:pt x="2595996" y="95570"/>
                  </a:lnTo>
                  <a:lnTo>
                    <a:pt x="2538545" y="84367"/>
                  </a:lnTo>
                  <a:lnTo>
                    <a:pt x="2477209" y="74213"/>
                  </a:lnTo>
                  <a:lnTo>
                    <a:pt x="2411212" y="65014"/>
                  </a:lnTo>
                  <a:lnTo>
                    <a:pt x="2339791" y="56669"/>
                  </a:lnTo>
                  <a:lnTo>
                    <a:pt x="2262251" y="49085"/>
                  </a:lnTo>
                  <a:lnTo>
                    <a:pt x="2178033" y="42180"/>
                  </a:lnTo>
                  <a:lnTo>
                    <a:pt x="2086804" y="35887"/>
                  </a:lnTo>
                  <a:lnTo>
                    <a:pt x="1988578" y="30153"/>
                  </a:lnTo>
                  <a:lnTo>
                    <a:pt x="1883852" y="24943"/>
                  </a:lnTo>
                  <a:lnTo>
                    <a:pt x="1773755" y="20236"/>
                  </a:lnTo>
                  <a:lnTo>
                    <a:pt x="1660171" y="16028"/>
                  </a:lnTo>
                  <a:lnTo>
                    <a:pt x="1545796" y="12323"/>
                  </a:lnTo>
                  <a:lnTo>
                    <a:pt x="1434071" y="9132"/>
                  </a:lnTo>
                  <a:lnTo>
                    <a:pt x="1328943" y="6464"/>
                  </a:lnTo>
                  <a:lnTo>
                    <a:pt x="1234445" y="4319"/>
                  </a:lnTo>
                  <a:lnTo>
                    <a:pt x="1154133" y="2677"/>
                  </a:lnTo>
                  <a:lnTo>
                    <a:pt x="1090496" y="1500"/>
                  </a:lnTo>
                  <a:lnTo>
                    <a:pt x="1044486" y="726"/>
                  </a:lnTo>
                  <a:lnTo>
                    <a:pt x="1015275" y="278"/>
                  </a:lnTo>
                  <a:lnTo>
                    <a:pt x="1000276" y="68"/>
                  </a:lnTo>
                  <a:lnTo>
                    <a:pt x="995329" y="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5" name="pg434"/>
            <p:cNvSpPr/>
            <p:nvPr/>
          </p:nvSpPr>
          <p:spPr>
            <a:xfrm>
              <a:off x="1199187" y="1928388"/>
              <a:ext cx="12049831" cy="3574112"/>
            </a:xfrm>
            <a:custGeom>
              <a:avLst/>
              <a:pathLst>
                <a:path w="12049831" h="3574112">
                  <a:moveTo>
                    <a:pt x="0" y="15721"/>
                  </a:moveTo>
                  <a:lnTo>
                    <a:pt x="994940" y="15721"/>
                  </a:lnTo>
                  <a:lnTo>
                    <a:pt x="996072" y="15736"/>
                  </a:lnTo>
                  <a:lnTo>
                    <a:pt x="1003543" y="15836"/>
                  </a:lnTo>
                  <a:lnTo>
                    <a:pt x="1022477" y="16115"/>
                  </a:lnTo>
                  <a:lnTo>
                    <a:pt x="1056583" y="16664"/>
                  </a:lnTo>
                  <a:lnTo>
                    <a:pt x="1107928" y="17572"/>
                  </a:lnTo>
                  <a:lnTo>
                    <a:pt x="1176792" y="18912"/>
                  </a:lnTo>
                  <a:lnTo>
                    <a:pt x="1261719" y="20742"/>
                  </a:lnTo>
                  <a:lnTo>
                    <a:pt x="1359840" y="23095"/>
                  </a:lnTo>
                  <a:lnTo>
                    <a:pt x="1467392" y="25982"/>
                  </a:lnTo>
                  <a:lnTo>
                    <a:pt x="1580314" y="29402"/>
                  </a:lnTo>
                  <a:lnTo>
                    <a:pt x="1694775" y="33343"/>
                  </a:lnTo>
                  <a:lnTo>
                    <a:pt x="1807545" y="37796"/>
                  </a:lnTo>
                  <a:lnTo>
                    <a:pt x="1916172" y="42759"/>
                  </a:lnTo>
                  <a:lnTo>
                    <a:pt x="2019013" y="48240"/>
                  </a:lnTo>
                  <a:lnTo>
                    <a:pt x="2115145" y="54266"/>
                  </a:lnTo>
                  <a:lnTo>
                    <a:pt x="2204232" y="60877"/>
                  </a:lnTo>
                  <a:lnTo>
                    <a:pt x="2286379" y="68132"/>
                  </a:lnTo>
                  <a:lnTo>
                    <a:pt x="2361998" y="76105"/>
                  </a:lnTo>
                  <a:lnTo>
                    <a:pt x="2431698" y="84883"/>
                  </a:lnTo>
                  <a:lnTo>
                    <a:pt x="2496200" y="94564"/>
                  </a:lnTo>
                  <a:lnTo>
                    <a:pt x="2556277" y="105250"/>
                  </a:lnTo>
                  <a:lnTo>
                    <a:pt x="2612702" y="117036"/>
                  </a:lnTo>
                  <a:lnTo>
                    <a:pt x="2666210" y="129994"/>
                  </a:lnTo>
                  <a:lnTo>
                    <a:pt x="2702183" y="139750"/>
                  </a:lnTo>
                  <a:lnTo>
                    <a:pt x="2761175" y="157614"/>
                  </a:lnTo>
                  <a:lnTo>
                    <a:pt x="2818377" y="177196"/>
                  </a:lnTo>
                  <a:lnTo>
                    <a:pt x="2874427" y="198525"/>
                  </a:lnTo>
                  <a:lnTo>
                    <a:pt x="2929803" y="221576"/>
                  </a:lnTo>
                  <a:lnTo>
                    <a:pt x="2984847" y="246270"/>
                  </a:lnTo>
                  <a:lnTo>
                    <a:pt x="3039791" y="272463"/>
                  </a:lnTo>
                  <a:lnTo>
                    <a:pt x="3094776" y="299951"/>
                  </a:lnTo>
                  <a:lnTo>
                    <a:pt x="3149861" y="328472"/>
                  </a:lnTo>
                  <a:lnTo>
                    <a:pt x="3205048" y="357713"/>
                  </a:lnTo>
                  <a:lnTo>
                    <a:pt x="3260298" y="387326"/>
                  </a:lnTo>
                  <a:lnTo>
                    <a:pt x="3315549" y="416946"/>
                  </a:lnTo>
                  <a:lnTo>
                    <a:pt x="3370740" y="446204"/>
                  </a:lnTo>
                  <a:lnTo>
                    <a:pt x="3425828" y="474753"/>
                  </a:lnTo>
                  <a:lnTo>
                    <a:pt x="3480815" y="502279"/>
                  </a:lnTo>
                  <a:lnTo>
                    <a:pt x="3535760" y="528518"/>
                  </a:lnTo>
                  <a:lnTo>
                    <a:pt x="3590797" y="553263"/>
                  </a:lnTo>
                  <a:lnTo>
                    <a:pt x="3646157" y="576369"/>
                  </a:lnTo>
                  <a:lnTo>
                    <a:pt x="3702179" y="597754"/>
                  </a:lnTo>
                  <a:lnTo>
                    <a:pt x="3759335" y="617392"/>
                  </a:lnTo>
                  <a:lnTo>
                    <a:pt x="3818256" y="635311"/>
                  </a:lnTo>
                  <a:lnTo>
                    <a:pt x="3820202" y="635863"/>
                  </a:lnTo>
                  <a:lnTo>
                    <a:pt x="3872068" y="649659"/>
                  </a:lnTo>
                  <a:lnTo>
                    <a:pt x="3926383" y="662257"/>
                  </a:lnTo>
                  <a:lnTo>
                    <a:pt x="3983831" y="673702"/>
                  </a:lnTo>
                  <a:lnTo>
                    <a:pt x="4045162" y="684074"/>
                  </a:lnTo>
                  <a:lnTo>
                    <a:pt x="4111154" y="693471"/>
                  </a:lnTo>
                  <a:lnTo>
                    <a:pt x="4182569" y="701997"/>
                  </a:lnTo>
                  <a:lnTo>
                    <a:pt x="4260103" y="709744"/>
                  </a:lnTo>
                  <a:lnTo>
                    <a:pt x="4344314" y="716797"/>
                  </a:lnTo>
                  <a:lnTo>
                    <a:pt x="4435534" y="723226"/>
                  </a:lnTo>
                  <a:lnTo>
                    <a:pt x="4533751" y="729084"/>
                  </a:lnTo>
                  <a:lnTo>
                    <a:pt x="4638468" y="734407"/>
                  </a:lnTo>
                  <a:lnTo>
                    <a:pt x="4748556" y="739215"/>
                  </a:lnTo>
                  <a:lnTo>
                    <a:pt x="4862132" y="743514"/>
                  </a:lnTo>
                  <a:lnTo>
                    <a:pt x="4976502" y="747299"/>
                  </a:lnTo>
                  <a:lnTo>
                    <a:pt x="5088225" y="750559"/>
                  </a:lnTo>
                  <a:lnTo>
                    <a:pt x="5193354" y="753285"/>
                  </a:lnTo>
                  <a:lnTo>
                    <a:pt x="5287857" y="755477"/>
                  </a:lnTo>
                  <a:lnTo>
                    <a:pt x="5368180" y="757155"/>
                  </a:lnTo>
                  <a:lnTo>
                    <a:pt x="5431832" y="758358"/>
                  </a:lnTo>
                  <a:lnTo>
                    <a:pt x="5477858" y="759148"/>
                  </a:lnTo>
                  <a:lnTo>
                    <a:pt x="5507085" y="759606"/>
                  </a:lnTo>
                  <a:lnTo>
                    <a:pt x="5522098" y="759821"/>
                  </a:lnTo>
                  <a:lnTo>
                    <a:pt x="5527054" y="759887"/>
                  </a:lnTo>
                  <a:lnTo>
                    <a:pt x="5527445" y="759891"/>
                  </a:lnTo>
                  <a:lnTo>
                    <a:pt x="6522385" y="759891"/>
                  </a:lnTo>
                  <a:lnTo>
                    <a:pt x="6523463" y="759942"/>
                  </a:lnTo>
                  <a:lnTo>
                    <a:pt x="6530578" y="760305"/>
                  </a:lnTo>
                  <a:lnTo>
                    <a:pt x="6548636" y="761306"/>
                  </a:lnTo>
                  <a:lnTo>
                    <a:pt x="6581221" y="763279"/>
                  </a:lnTo>
                  <a:lnTo>
                    <a:pt x="6630398" y="766542"/>
                  </a:lnTo>
                  <a:lnTo>
                    <a:pt x="6696562" y="771369"/>
                  </a:lnTo>
                  <a:lnTo>
                    <a:pt x="6778469" y="777968"/>
                  </a:lnTo>
                  <a:lnTo>
                    <a:pt x="6873516" y="786467"/>
                  </a:lnTo>
                  <a:lnTo>
                    <a:pt x="6978197" y="796920"/>
                  </a:lnTo>
                  <a:lnTo>
                    <a:pt x="7088658" y="809323"/>
                  </a:lnTo>
                  <a:lnTo>
                    <a:pt x="7201193" y="823641"/>
                  </a:lnTo>
                  <a:lnTo>
                    <a:pt x="7312611" y="839835"/>
                  </a:lnTo>
                  <a:lnTo>
                    <a:pt x="7420435" y="857890"/>
                  </a:lnTo>
                  <a:lnTo>
                    <a:pt x="7522945" y="877831"/>
                  </a:lnTo>
                  <a:lnTo>
                    <a:pt x="7619119" y="899733"/>
                  </a:lnTo>
                  <a:lnTo>
                    <a:pt x="7708516" y="923733"/>
                  </a:lnTo>
                  <a:lnTo>
                    <a:pt x="7791142" y="950023"/>
                  </a:lnTo>
                  <a:lnTo>
                    <a:pt x="7867320" y="978856"/>
                  </a:lnTo>
                  <a:lnTo>
                    <a:pt x="7937582" y="1010532"/>
                  </a:lnTo>
                  <a:lnTo>
                    <a:pt x="8002590" y="1045393"/>
                  </a:lnTo>
                  <a:lnTo>
                    <a:pt x="8063067" y="1083804"/>
                  </a:lnTo>
                  <a:lnTo>
                    <a:pt x="8119753" y="1126118"/>
                  </a:lnTo>
                  <a:lnTo>
                    <a:pt x="8173363" y="1172637"/>
                  </a:lnTo>
                  <a:lnTo>
                    <a:pt x="8224555" y="1223528"/>
                  </a:lnTo>
                  <a:lnTo>
                    <a:pt x="8229629" y="1228928"/>
                  </a:lnTo>
                  <a:lnTo>
                    <a:pt x="8273974" y="1278882"/>
                  </a:lnTo>
                  <a:lnTo>
                    <a:pt x="8317214" y="1332447"/>
                  </a:lnTo>
                  <a:lnTo>
                    <a:pt x="8359646" y="1389697"/>
                  </a:lnTo>
                  <a:lnTo>
                    <a:pt x="8401509" y="1450648"/>
                  </a:lnTo>
                  <a:lnTo>
                    <a:pt x="8442995" y="1515253"/>
                  </a:lnTo>
                  <a:lnTo>
                    <a:pt x="8484255" y="1583398"/>
                  </a:lnTo>
                  <a:lnTo>
                    <a:pt x="8525402" y="1654894"/>
                  </a:lnTo>
                  <a:lnTo>
                    <a:pt x="8566518" y="1729479"/>
                  </a:lnTo>
                  <a:lnTo>
                    <a:pt x="8607657" y="1806818"/>
                  </a:lnTo>
                  <a:lnTo>
                    <a:pt x="8648849" y="1886506"/>
                  </a:lnTo>
                  <a:lnTo>
                    <a:pt x="8690102" y="1968075"/>
                  </a:lnTo>
                  <a:lnTo>
                    <a:pt x="8731410" y="2051007"/>
                  </a:lnTo>
                  <a:lnTo>
                    <a:pt x="8772753" y="2134745"/>
                  </a:lnTo>
                  <a:lnTo>
                    <a:pt x="8814107" y="2218708"/>
                  </a:lnTo>
                  <a:lnTo>
                    <a:pt x="8855445" y="2302310"/>
                  </a:lnTo>
                  <a:lnTo>
                    <a:pt x="8896741" y="2384975"/>
                  </a:lnTo>
                  <a:lnTo>
                    <a:pt x="8937980" y="2466153"/>
                  </a:lnTo>
                  <a:lnTo>
                    <a:pt x="8979158" y="2545335"/>
                  </a:lnTo>
                  <a:lnTo>
                    <a:pt x="9020289" y="2622069"/>
                  </a:lnTo>
                  <a:lnTo>
                    <a:pt x="9061406" y="2695966"/>
                  </a:lnTo>
                  <a:lnTo>
                    <a:pt x="9102571" y="2766706"/>
                  </a:lnTo>
                  <a:lnTo>
                    <a:pt x="9143872" y="2834045"/>
                  </a:lnTo>
                  <a:lnTo>
                    <a:pt x="9185431" y="2897811"/>
                  </a:lnTo>
                  <a:lnTo>
                    <a:pt x="9227407" y="2957905"/>
                  </a:lnTo>
                  <a:lnTo>
                    <a:pt x="9270002" y="3014297"/>
                  </a:lnTo>
                  <a:lnTo>
                    <a:pt x="9313470" y="3067017"/>
                  </a:lnTo>
                  <a:lnTo>
                    <a:pt x="9347647" y="3105075"/>
                  </a:lnTo>
                  <a:lnTo>
                    <a:pt x="9398627" y="3156411"/>
                  </a:lnTo>
                  <a:lnTo>
                    <a:pt x="9451964" y="3203368"/>
                  </a:lnTo>
                  <a:lnTo>
                    <a:pt x="9508306" y="3246096"/>
                  </a:lnTo>
                  <a:lnTo>
                    <a:pt x="9568366" y="3284886"/>
                  </a:lnTo>
                  <a:lnTo>
                    <a:pt x="9632881" y="3320090"/>
                  </a:lnTo>
                  <a:lnTo>
                    <a:pt x="9702579" y="3352073"/>
                  </a:lnTo>
                  <a:lnTo>
                    <a:pt x="9778130" y="3381179"/>
                  </a:lnTo>
                  <a:lnTo>
                    <a:pt x="9860084" y="3407715"/>
                  </a:lnTo>
                  <a:lnTo>
                    <a:pt x="9948789" y="3431937"/>
                  </a:lnTo>
                  <a:lnTo>
                    <a:pt x="10044288" y="3454045"/>
                  </a:lnTo>
                  <a:lnTo>
                    <a:pt x="10146192" y="3474179"/>
                  </a:lnTo>
                  <a:lnTo>
                    <a:pt x="10253543" y="3492424"/>
                  </a:lnTo>
                  <a:lnTo>
                    <a:pt x="10364697" y="3508807"/>
                  </a:lnTo>
                  <a:lnTo>
                    <a:pt x="10477253" y="3523316"/>
                  </a:lnTo>
                  <a:lnTo>
                    <a:pt x="10588087" y="3535915"/>
                  </a:lnTo>
                  <a:lnTo>
                    <a:pt x="10693530" y="3546567"/>
                  </a:lnTo>
                  <a:lnTo>
                    <a:pt x="10789723" y="3555263"/>
                  </a:lnTo>
                  <a:lnTo>
                    <a:pt x="10873099" y="3562050"/>
                  </a:lnTo>
                  <a:lnTo>
                    <a:pt x="10940940" y="3567048"/>
                  </a:lnTo>
                  <a:lnTo>
                    <a:pt x="10991849" y="3570458"/>
                  </a:lnTo>
                  <a:lnTo>
                    <a:pt x="11026048" y="3572548"/>
                  </a:lnTo>
                  <a:lnTo>
                    <a:pt x="11045438" y="3573632"/>
                  </a:lnTo>
                  <a:lnTo>
                    <a:pt x="11053460" y="3574044"/>
                  </a:lnTo>
                  <a:lnTo>
                    <a:pt x="11054891" y="3574112"/>
                  </a:lnTo>
                  <a:lnTo>
                    <a:pt x="12049831" y="3574112"/>
                  </a:lnTo>
                  <a:lnTo>
                    <a:pt x="12049831" y="3558390"/>
                  </a:lnTo>
                  <a:lnTo>
                    <a:pt x="11054891" y="3558390"/>
                  </a:lnTo>
                  <a:lnTo>
                    <a:pt x="11053814" y="3558339"/>
                  </a:lnTo>
                  <a:lnTo>
                    <a:pt x="11046698" y="3557977"/>
                  </a:lnTo>
                  <a:lnTo>
                    <a:pt x="11028641" y="3556976"/>
                  </a:lnTo>
                  <a:lnTo>
                    <a:pt x="10996056" y="3555003"/>
                  </a:lnTo>
                  <a:lnTo>
                    <a:pt x="10946878" y="3551740"/>
                  </a:lnTo>
                  <a:lnTo>
                    <a:pt x="10880715" y="3546913"/>
                  </a:lnTo>
                  <a:lnTo>
                    <a:pt x="10798807" y="3540314"/>
                  </a:lnTo>
                  <a:lnTo>
                    <a:pt x="10703761" y="3531815"/>
                  </a:lnTo>
                  <a:lnTo>
                    <a:pt x="10599080" y="3521361"/>
                  </a:lnTo>
                  <a:lnTo>
                    <a:pt x="10488619" y="3508958"/>
                  </a:lnTo>
                  <a:lnTo>
                    <a:pt x="10376084" y="3494641"/>
                  </a:lnTo>
                  <a:lnTo>
                    <a:pt x="10264665" y="3478446"/>
                  </a:lnTo>
                  <a:lnTo>
                    <a:pt x="10156842" y="3460391"/>
                  </a:lnTo>
                  <a:lnTo>
                    <a:pt x="10054332" y="3440451"/>
                  </a:lnTo>
                  <a:lnTo>
                    <a:pt x="9958158" y="3418548"/>
                  </a:lnTo>
                  <a:lnTo>
                    <a:pt x="9868760" y="3394549"/>
                  </a:lnTo>
                  <a:lnTo>
                    <a:pt x="9786134" y="3368258"/>
                  </a:lnTo>
                  <a:lnTo>
                    <a:pt x="9709957" y="3339425"/>
                  </a:lnTo>
                  <a:lnTo>
                    <a:pt x="9639694" y="3307749"/>
                  </a:lnTo>
                  <a:lnTo>
                    <a:pt x="9574687" y="3272888"/>
                  </a:lnTo>
                  <a:lnTo>
                    <a:pt x="9514210" y="3234478"/>
                  </a:lnTo>
                  <a:lnTo>
                    <a:pt x="9457524" y="3192163"/>
                  </a:lnTo>
                  <a:lnTo>
                    <a:pt x="9403913" y="3145645"/>
                  </a:lnTo>
                  <a:lnTo>
                    <a:pt x="9352722" y="3094753"/>
                  </a:lnTo>
                  <a:lnTo>
                    <a:pt x="9347647" y="3089353"/>
                  </a:lnTo>
                  <a:lnTo>
                    <a:pt x="9303303" y="3039399"/>
                  </a:lnTo>
                  <a:lnTo>
                    <a:pt x="9260063" y="2985834"/>
                  </a:lnTo>
                  <a:lnTo>
                    <a:pt x="9217631" y="2928585"/>
                  </a:lnTo>
                  <a:lnTo>
                    <a:pt x="9175768" y="2867634"/>
                  </a:lnTo>
                  <a:lnTo>
                    <a:pt x="9134282" y="2803029"/>
                  </a:lnTo>
                  <a:lnTo>
                    <a:pt x="9093022" y="2734884"/>
                  </a:lnTo>
                  <a:lnTo>
                    <a:pt x="9051875" y="2663388"/>
                  </a:lnTo>
                  <a:lnTo>
                    <a:pt x="9010759" y="2588802"/>
                  </a:lnTo>
                  <a:lnTo>
                    <a:pt x="8969620" y="2511463"/>
                  </a:lnTo>
                  <a:lnTo>
                    <a:pt x="8928428" y="2431776"/>
                  </a:lnTo>
                  <a:lnTo>
                    <a:pt x="8887175" y="2350207"/>
                  </a:lnTo>
                  <a:lnTo>
                    <a:pt x="8845867" y="2267275"/>
                  </a:lnTo>
                  <a:lnTo>
                    <a:pt x="8804523" y="2183537"/>
                  </a:lnTo>
                  <a:lnTo>
                    <a:pt x="8763169" y="2099573"/>
                  </a:lnTo>
                  <a:lnTo>
                    <a:pt x="8721832" y="2015971"/>
                  </a:lnTo>
                  <a:lnTo>
                    <a:pt x="8680535" y="1933306"/>
                  </a:lnTo>
                  <a:lnTo>
                    <a:pt x="8639296" y="1852129"/>
                  </a:lnTo>
                  <a:lnTo>
                    <a:pt x="8598118" y="1772946"/>
                  </a:lnTo>
                  <a:lnTo>
                    <a:pt x="8556988" y="1696212"/>
                  </a:lnTo>
                  <a:lnTo>
                    <a:pt x="8515870" y="1622315"/>
                  </a:lnTo>
                  <a:lnTo>
                    <a:pt x="8474705" y="1551575"/>
                  </a:lnTo>
                  <a:lnTo>
                    <a:pt x="8433405" y="1484237"/>
                  </a:lnTo>
                  <a:lnTo>
                    <a:pt x="8391846" y="1420471"/>
                  </a:lnTo>
                  <a:lnTo>
                    <a:pt x="8349870" y="1360376"/>
                  </a:lnTo>
                  <a:lnTo>
                    <a:pt x="8307274" y="1303984"/>
                  </a:lnTo>
                  <a:lnTo>
                    <a:pt x="8263807" y="1251265"/>
                  </a:lnTo>
                  <a:lnTo>
                    <a:pt x="8229629" y="1213206"/>
                  </a:lnTo>
                  <a:lnTo>
                    <a:pt x="8178650" y="1161871"/>
                  </a:lnTo>
                  <a:lnTo>
                    <a:pt x="8125312" y="1114914"/>
                  </a:lnTo>
                  <a:lnTo>
                    <a:pt x="8068970" y="1072185"/>
                  </a:lnTo>
                  <a:lnTo>
                    <a:pt x="8008911" y="1033395"/>
                  </a:lnTo>
                  <a:lnTo>
                    <a:pt x="7944396" y="998191"/>
                  </a:lnTo>
                  <a:lnTo>
                    <a:pt x="7874697" y="966208"/>
                  </a:lnTo>
                  <a:lnTo>
                    <a:pt x="7799146" y="937102"/>
                  </a:lnTo>
                  <a:lnTo>
                    <a:pt x="7717192" y="910566"/>
                  </a:lnTo>
                  <a:lnTo>
                    <a:pt x="7628487" y="886345"/>
                  </a:lnTo>
                  <a:lnTo>
                    <a:pt x="7532988" y="864237"/>
                  </a:lnTo>
                  <a:lnTo>
                    <a:pt x="7431085" y="844102"/>
                  </a:lnTo>
                  <a:lnTo>
                    <a:pt x="7323733" y="825858"/>
                  </a:lnTo>
                  <a:lnTo>
                    <a:pt x="7212579" y="809475"/>
                  </a:lnTo>
                  <a:lnTo>
                    <a:pt x="7100023" y="794965"/>
                  </a:lnTo>
                  <a:lnTo>
                    <a:pt x="6989190" y="782366"/>
                  </a:lnTo>
                  <a:lnTo>
                    <a:pt x="6883746" y="771715"/>
                  </a:lnTo>
                  <a:lnTo>
                    <a:pt x="6787554" y="763019"/>
                  </a:lnTo>
                  <a:lnTo>
                    <a:pt x="6704177" y="756232"/>
                  </a:lnTo>
                  <a:lnTo>
                    <a:pt x="6636336" y="751233"/>
                  </a:lnTo>
                  <a:lnTo>
                    <a:pt x="6585428" y="747824"/>
                  </a:lnTo>
                  <a:lnTo>
                    <a:pt x="6551228" y="745734"/>
                  </a:lnTo>
                  <a:lnTo>
                    <a:pt x="6531838" y="744650"/>
                  </a:lnTo>
                  <a:lnTo>
                    <a:pt x="6523817" y="744238"/>
                  </a:lnTo>
                  <a:lnTo>
                    <a:pt x="6522385" y="744170"/>
                  </a:lnTo>
                  <a:lnTo>
                    <a:pt x="5527445" y="744170"/>
                  </a:lnTo>
                  <a:lnTo>
                    <a:pt x="5526313" y="744155"/>
                  </a:lnTo>
                  <a:lnTo>
                    <a:pt x="5518842" y="744055"/>
                  </a:lnTo>
                  <a:lnTo>
                    <a:pt x="5499908" y="743776"/>
                  </a:lnTo>
                  <a:lnTo>
                    <a:pt x="5465802" y="743227"/>
                  </a:lnTo>
                  <a:lnTo>
                    <a:pt x="5414457" y="742319"/>
                  </a:lnTo>
                  <a:lnTo>
                    <a:pt x="5345593" y="740979"/>
                  </a:lnTo>
                  <a:lnTo>
                    <a:pt x="5260666" y="739149"/>
                  </a:lnTo>
                  <a:lnTo>
                    <a:pt x="5162545" y="736796"/>
                  </a:lnTo>
                  <a:lnTo>
                    <a:pt x="5054993" y="733909"/>
                  </a:lnTo>
                  <a:lnTo>
                    <a:pt x="4942071" y="730489"/>
                  </a:lnTo>
                  <a:lnTo>
                    <a:pt x="4827610" y="726548"/>
                  </a:lnTo>
                  <a:lnTo>
                    <a:pt x="4714840" y="722095"/>
                  </a:lnTo>
                  <a:lnTo>
                    <a:pt x="4606213" y="717132"/>
                  </a:lnTo>
                  <a:lnTo>
                    <a:pt x="4503372" y="711651"/>
                  </a:lnTo>
                  <a:lnTo>
                    <a:pt x="4407240" y="705625"/>
                  </a:lnTo>
                  <a:lnTo>
                    <a:pt x="4318153" y="699014"/>
                  </a:lnTo>
                  <a:lnTo>
                    <a:pt x="4236006" y="691759"/>
                  </a:lnTo>
                  <a:lnTo>
                    <a:pt x="4160387" y="683786"/>
                  </a:lnTo>
                  <a:lnTo>
                    <a:pt x="4090687" y="675008"/>
                  </a:lnTo>
                  <a:lnTo>
                    <a:pt x="4026185" y="665327"/>
                  </a:lnTo>
                  <a:lnTo>
                    <a:pt x="3966108" y="654641"/>
                  </a:lnTo>
                  <a:lnTo>
                    <a:pt x="3909683" y="642855"/>
                  </a:lnTo>
                  <a:lnTo>
                    <a:pt x="3856175" y="629897"/>
                  </a:lnTo>
                  <a:lnTo>
                    <a:pt x="3820202" y="620141"/>
                  </a:lnTo>
                  <a:lnTo>
                    <a:pt x="3761210" y="602277"/>
                  </a:lnTo>
                  <a:lnTo>
                    <a:pt x="3704008" y="582695"/>
                  </a:lnTo>
                  <a:lnTo>
                    <a:pt x="3647958" y="561366"/>
                  </a:lnTo>
                  <a:lnTo>
                    <a:pt x="3592582" y="538315"/>
                  </a:lnTo>
                  <a:lnTo>
                    <a:pt x="3537538" y="513621"/>
                  </a:lnTo>
                  <a:lnTo>
                    <a:pt x="3482594" y="487428"/>
                  </a:lnTo>
                  <a:lnTo>
                    <a:pt x="3427609" y="459939"/>
                  </a:lnTo>
                  <a:lnTo>
                    <a:pt x="3372524" y="431419"/>
                  </a:lnTo>
                  <a:lnTo>
                    <a:pt x="3317337" y="402178"/>
                  </a:lnTo>
                  <a:lnTo>
                    <a:pt x="3262087" y="372565"/>
                  </a:lnTo>
                  <a:lnTo>
                    <a:pt x="3206836" y="342945"/>
                  </a:lnTo>
                  <a:lnTo>
                    <a:pt x="3151645" y="313687"/>
                  </a:lnTo>
                  <a:lnTo>
                    <a:pt x="3096557" y="285138"/>
                  </a:lnTo>
                  <a:lnTo>
                    <a:pt x="3041570" y="257612"/>
                  </a:lnTo>
                  <a:lnTo>
                    <a:pt x="2986625" y="231373"/>
                  </a:lnTo>
                  <a:lnTo>
                    <a:pt x="2931588" y="206628"/>
                  </a:lnTo>
                  <a:lnTo>
                    <a:pt x="2876228" y="183522"/>
                  </a:lnTo>
                  <a:lnTo>
                    <a:pt x="2820206" y="162137"/>
                  </a:lnTo>
                  <a:lnTo>
                    <a:pt x="2763050" y="142499"/>
                  </a:lnTo>
                  <a:lnTo>
                    <a:pt x="2704129" y="124580"/>
                  </a:lnTo>
                  <a:lnTo>
                    <a:pt x="2702183" y="124028"/>
                  </a:lnTo>
                  <a:lnTo>
                    <a:pt x="2650317" y="110232"/>
                  </a:lnTo>
                  <a:lnTo>
                    <a:pt x="2596002" y="97634"/>
                  </a:lnTo>
                  <a:lnTo>
                    <a:pt x="2538554" y="86189"/>
                  </a:lnTo>
                  <a:lnTo>
                    <a:pt x="2477223" y="75817"/>
                  </a:lnTo>
                  <a:lnTo>
                    <a:pt x="2411231" y="66419"/>
                  </a:lnTo>
                  <a:lnTo>
                    <a:pt x="2339816" y="57894"/>
                  </a:lnTo>
                  <a:lnTo>
                    <a:pt x="2262282" y="50147"/>
                  </a:lnTo>
                  <a:lnTo>
                    <a:pt x="2178071" y="43093"/>
                  </a:lnTo>
                  <a:lnTo>
                    <a:pt x="2086851" y="36665"/>
                  </a:lnTo>
                  <a:lnTo>
                    <a:pt x="1988634" y="30807"/>
                  </a:lnTo>
                  <a:lnTo>
                    <a:pt x="1883917" y="25484"/>
                  </a:lnTo>
                  <a:lnTo>
                    <a:pt x="1773829" y="20676"/>
                  </a:lnTo>
                  <a:lnTo>
                    <a:pt x="1660253" y="16377"/>
                  </a:lnTo>
                  <a:lnTo>
                    <a:pt x="1545883" y="12592"/>
                  </a:lnTo>
                  <a:lnTo>
                    <a:pt x="1434160" y="9332"/>
                  </a:lnTo>
                  <a:lnTo>
                    <a:pt x="1329031" y="6606"/>
                  </a:lnTo>
                  <a:lnTo>
                    <a:pt x="1234528" y="4414"/>
                  </a:lnTo>
                  <a:lnTo>
                    <a:pt x="1154205" y="2736"/>
                  </a:lnTo>
                  <a:lnTo>
                    <a:pt x="1090553" y="1533"/>
                  </a:lnTo>
                  <a:lnTo>
                    <a:pt x="1044527" y="742"/>
                  </a:lnTo>
                  <a:lnTo>
                    <a:pt x="1015300" y="285"/>
                  </a:lnTo>
                  <a:lnTo>
                    <a:pt x="1000287" y="70"/>
                  </a:lnTo>
                  <a:lnTo>
                    <a:pt x="995331" y="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36" name="pl435"/>
            <p:cNvSpPr/>
            <p:nvPr/>
          </p:nvSpPr>
          <p:spPr>
            <a:xfrm>
              <a:off x="1199187" y="1944110"/>
              <a:ext cx="12049831" cy="3558390"/>
            </a:xfrm>
            <a:custGeom>
              <a:avLst/>
              <a:pathLst>
                <a:path w="12049831" h="3558390">
                  <a:moveTo>
                    <a:pt x="0" y="0"/>
                  </a:moveTo>
                  <a:lnTo>
                    <a:pt x="994940" y="0"/>
                  </a:lnTo>
                  <a:lnTo>
                    <a:pt x="996072" y="14"/>
                  </a:lnTo>
                  <a:lnTo>
                    <a:pt x="1003543" y="115"/>
                  </a:lnTo>
                  <a:lnTo>
                    <a:pt x="1022477" y="393"/>
                  </a:lnTo>
                  <a:lnTo>
                    <a:pt x="1056583" y="942"/>
                  </a:lnTo>
                  <a:lnTo>
                    <a:pt x="1107928" y="1850"/>
                  </a:lnTo>
                  <a:lnTo>
                    <a:pt x="1176792" y="3190"/>
                  </a:lnTo>
                  <a:lnTo>
                    <a:pt x="1261719" y="5020"/>
                  </a:lnTo>
                  <a:lnTo>
                    <a:pt x="1359840" y="7373"/>
                  </a:lnTo>
                  <a:lnTo>
                    <a:pt x="1467392" y="10260"/>
                  </a:lnTo>
                  <a:lnTo>
                    <a:pt x="1580314" y="13680"/>
                  </a:lnTo>
                  <a:lnTo>
                    <a:pt x="1694775" y="17621"/>
                  </a:lnTo>
                  <a:lnTo>
                    <a:pt x="1807545" y="22074"/>
                  </a:lnTo>
                  <a:lnTo>
                    <a:pt x="1916172" y="27037"/>
                  </a:lnTo>
                  <a:lnTo>
                    <a:pt x="2019013" y="32518"/>
                  </a:lnTo>
                  <a:lnTo>
                    <a:pt x="2115145" y="38544"/>
                  </a:lnTo>
                  <a:lnTo>
                    <a:pt x="2204232" y="45155"/>
                  </a:lnTo>
                  <a:lnTo>
                    <a:pt x="2286379" y="52410"/>
                  </a:lnTo>
                  <a:lnTo>
                    <a:pt x="2361998" y="60383"/>
                  </a:lnTo>
                  <a:lnTo>
                    <a:pt x="2431698" y="69161"/>
                  </a:lnTo>
                  <a:lnTo>
                    <a:pt x="2496200" y="78842"/>
                  </a:lnTo>
                  <a:lnTo>
                    <a:pt x="2556277" y="89528"/>
                  </a:lnTo>
                  <a:lnTo>
                    <a:pt x="2612702" y="101314"/>
                  </a:lnTo>
                  <a:lnTo>
                    <a:pt x="2666210" y="114272"/>
                  </a:lnTo>
                  <a:lnTo>
                    <a:pt x="2702183" y="124028"/>
                  </a:lnTo>
                  <a:lnTo>
                    <a:pt x="2761175" y="141892"/>
                  </a:lnTo>
                  <a:lnTo>
                    <a:pt x="2818377" y="161474"/>
                  </a:lnTo>
                  <a:lnTo>
                    <a:pt x="2874427" y="182803"/>
                  </a:lnTo>
                  <a:lnTo>
                    <a:pt x="2929803" y="205854"/>
                  </a:lnTo>
                  <a:lnTo>
                    <a:pt x="2984847" y="230548"/>
                  </a:lnTo>
                  <a:lnTo>
                    <a:pt x="3039791" y="256741"/>
                  </a:lnTo>
                  <a:lnTo>
                    <a:pt x="3094776" y="284230"/>
                  </a:lnTo>
                  <a:lnTo>
                    <a:pt x="3149861" y="312750"/>
                  </a:lnTo>
                  <a:lnTo>
                    <a:pt x="3205048" y="341991"/>
                  </a:lnTo>
                  <a:lnTo>
                    <a:pt x="3260298" y="371604"/>
                  </a:lnTo>
                  <a:lnTo>
                    <a:pt x="3315549" y="401224"/>
                  </a:lnTo>
                  <a:lnTo>
                    <a:pt x="3370740" y="430482"/>
                  </a:lnTo>
                  <a:lnTo>
                    <a:pt x="3425828" y="459031"/>
                  </a:lnTo>
                  <a:lnTo>
                    <a:pt x="3480815" y="486557"/>
                  </a:lnTo>
                  <a:lnTo>
                    <a:pt x="3535760" y="512796"/>
                  </a:lnTo>
                  <a:lnTo>
                    <a:pt x="3590797" y="537541"/>
                  </a:lnTo>
                  <a:lnTo>
                    <a:pt x="3646157" y="560647"/>
                  </a:lnTo>
                  <a:lnTo>
                    <a:pt x="3702179" y="582032"/>
                  </a:lnTo>
                  <a:lnTo>
                    <a:pt x="3759335" y="601670"/>
                  </a:lnTo>
                  <a:lnTo>
                    <a:pt x="3818256" y="619589"/>
                  </a:lnTo>
                  <a:lnTo>
                    <a:pt x="3820202" y="620141"/>
                  </a:lnTo>
                  <a:lnTo>
                    <a:pt x="3872068" y="633937"/>
                  </a:lnTo>
                  <a:lnTo>
                    <a:pt x="3926383" y="646535"/>
                  </a:lnTo>
                  <a:lnTo>
                    <a:pt x="3983831" y="657980"/>
                  </a:lnTo>
                  <a:lnTo>
                    <a:pt x="4045162" y="668352"/>
                  </a:lnTo>
                  <a:lnTo>
                    <a:pt x="4111154" y="677750"/>
                  </a:lnTo>
                  <a:lnTo>
                    <a:pt x="4182569" y="686275"/>
                  </a:lnTo>
                  <a:lnTo>
                    <a:pt x="4260103" y="694022"/>
                  </a:lnTo>
                  <a:lnTo>
                    <a:pt x="4344314" y="701076"/>
                  </a:lnTo>
                  <a:lnTo>
                    <a:pt x="4435534" y="707504"/>
                  </a:lnTo>
                  <a:lnTo>
                    <a:pt x="4533751" y="713362"/>
                  </a:lnTo>
                  <a:lnTo>
                    <a:pt x="4638468" y="718685"/>
                  </a:lnTo>
                  <a:lnTo>
                    <a:pt x="4748556" y="723493"/>
                  </a:lnTo>
                  <a:lnTo>
                    <a:pt x="4862132" y="727793"/>
                  </a:lnTo>
                  <a:lnTo>
                    <a:pt x="4976502" y="731578"/>
                  </a:lnTo>
                  <a:lnTo>
                    <a:pt x="5088225" y="734837"/>
                  </a:lnTo>
                  <a:lnTo>
                    <a:pt x="5193354" y="737563"/>
                  </a:lnTo>
                  <a:lnTo>
                    <a:pt x="5287857" y="739755"/>
                  </a:lnTo>
                  <a:lnTo>
                    <a:pt x="5368180" y="741433"/>
                  </a:lnTo>
                  <a:lnTo>
                    <a:pt x="5431832" y="742636"/>
                  </a:lnTo>
                  <a:lnTo>
                    <a:pt x="5477858" y="743427"/>
                  </a:lnTo>
                  <a:lnTo>
                    <a:pt x="5507085" y="743884"/>
                  </a:lnTo>
                  <a:lnTo>
                    <a:pt x="5522098" y="744099"/>
                  </a:lnTo>
                  <a:lnTo>
                    <a:pt x="5527054" y="744165"/>
                  </a:lnTo>
                  <a:lnTo>
                    <a:pt x="5527445" y="744170"/>
                  </a:lnTo>
                  <a:lnTo>
                    <a:pt x="6522385" y="744170"/>
                  </a:lnTo>
                  <a:lnTo>
                    <a:pt x="6523463" y="744220"/>
                  </a:lnTo>
                  <a:lnTo>
                    <a:pt x="6530578" y="744583"/>
                  </a:lnTo>
                  <a:lnTo>
                    <a:pt x="6548636" y="745584"/>
                  </a:lnTo>
                  <a:lnTo>
                    <a:pt x="6581221" y="747557"/>
                  </a:lnTo>
                  <a:lnTo>
                    <a:pt x="6630398" y="750820"/>
                  </a:lnTo>
                  <a:lnTo>
                    <a:pt x="6696562" y="755647"/>
                  </a:lnTo>
                  <a:lnTo>
                    <a:pt x="6778469" y="762246"/>
                  </a:lnTo>
                  <a:lnTo>
                    <a:pt x="6873516" y="770745"/>
                  </a:lnTo>
                  <a:lnTo>
                    <a:pt x="6978197" y="781198"/>
                  </a:lnTo>
                  <a:lnTo>
                    <a:pt x="7088658" y="793601"/>
                  </a:lnTo>
                  <a:lnTo>
                    <a:pt x="7201193" y="807919"/>
                  </a:lnTo>
                  <a:lnTo>
                    <a:pt x="7312611" y="824113"/>
                  </a:lnTo>
                  <a:lnTo>
                    <a:pt x="7420435" y="842168"/>
                  </a:lnTo>
                  <a:lnTo>
                    <a:pt x="7522945" y="862109"/>
                  </a:lnTo>
                  <a:lnTo>
                    <a:pt x="7619119" y="884011"/>
                  </a:lnTo>
                  <a:lnTo>
                    <a:pt x="7708516" y="908011"/>
                  </a:lnTo>
                  <a:lnTo>
                    <a:pt x="7791142" y="934302"/>
                  </a:lnTo>
                  <a:lnTo>
                    <a:pt x="7867320" y="963134"/>
                  </a:lnTo>
                  <a:lnTo>
                    <a:pt x="7937582" y="994810"/>
                  </a:lnTo>
                  <a:lnTo>
                    <a:pt x="8002590" y="1029672"/>
                  </a:lnTo>
                  <a:lnTo>
                    <a:pt x="8063067" y="1068082"/>
                  </a:lnTo>
                  <a:lnTo>
                    <a:pt x="8119753" y="1110396"/>
                  </a:lnTo>
                  <a:lnTo>
                    <a:pt x="8173363" y="1156915"/>
                  </a:lnTo>
                  <a:lnTo>
                    <a:pt x="8224555" y="1207806"/>
                  </a:lnTo>
                  <a:lnTo>
                    <a:pt x="8229629" y="1213206"/>
                  </a:lnTo>
                  <a:lnTo>
                    <a:pt x="8273974" y="1263160"/>
                  </a:lnTo>
                  <a:lnTo>
                    <a:pt x="8317214" y="1316725"/>
                  </a:lnTo>
                  <a:lnTo>
                    <a:pt x="8359646" y="1373975"/>
                  </a:lnTo>
                  <a:lnTo>
                    <a:pt x="8401509" y="1434926"/>
                  </a:lnTo>
                  <a:lnTo>
                    <a:pt x="8442995" y="1499531"/>
                  </a:lnTo>
                  <a:lnTo>
                    <a:pt x="8484255" y="1567676"/>
                  </a:lnTo>
                  <a:lnTo>
                    <a:pt x="8525402" y="1639172"/>
                  </a:lnTo>
                  <a:lnTo>
                    <a:pt x="8566518" y="1713757"/>
                  </a:lnTo>
                  <a:lnTo>
                    <a:pt x="8607657" y="1791096"/>
                  </a:lnTo>
                  <a:lnTo>
                    <a:pt x="8648849" y="1870784"/>
                  </a:lnTo>
                  <a:lnTo>
                    <a:pt x="8690102" y="1952353"/>
                  </a:lnTo>
                  <a:lnTo>
                    <a:pt x="8731410" y="2035285"/>
                  </a:lnTo>
                  <a:lnTo>
                    <a:pt x="8772753" y="2119023"/>
                  </a:lnTo>
                  <a:lnTo>
                    <a:pt x="8814107" y="2202986"/>
                  </a:lnTo>
                  <a:lnTo>
                    <a:pt x="8855445" y="2286589"/>
                  </a:lnTo>
                  <a:lnTo>
                    <a:pt x="8896741" y="2369253"/>
                  </a:lnTo>
                  <a:lnTo>
                    <a:pt x="8937980" y="2450431"/>
                  </a:lnTo>
                  <a:lnTo>
                    <a:pt x="8979158" y="2529613"/>
                  </a:lnTo>
                  <a:lnTo>
                    <a:pt x="9020289" y="2606348"/>
                  </a:lnTo>
                  <a:lnTo>
                    <a:pt x="9061406" y="2680244"/>
                  </a:lnTo>
                  <a:lnTo>
                    <a:pt x="9102571" y="2750984"/>
                  </a:lnTo>
                  <a:lnTo>
                    <a:pt x="9143872" y="2818323"/>
                  </a:lnTo>
                  <a:lnTo>
                    <a:pt x="9185431" y="2882089"/>
                  </a:lnTo>
                  <a:lnTo>
                    <a:pt x="9227407" y="2942183"/>
                  </a:lnTo>
                  <a:lnTo>
                    <a:pt x="9270002" y="2998575"/>
                  </a:lnTo>
                  <a:lnTo>
                    <a:pt x="9313470" y="3051295"/>
                  </a:lnTo>
                  <a:lnTo>
                    <a:pt x="9347647" y="3089353"/>
                  </a:lnTo>
                  <a:lnTo>
                    <a:pt x="9398627" y="3140689"/>
                  </a:lnTo>
                  <a:lnTo>
                    <a:pt x="9451964" y="3187646"/>
                  </a:lnTo>
                  <a:lnTo>
                    <a:pt x="9508306" y="3230374"/>
                  </a:lnTo>
                  <a:lnTo>
                    <a:pt x="9568366" y="3269164"/>
                  </a:lnTo>
                  <a:lnTo>
                    <a:pt x="9632881" y="3304368"/>
                  </a:lnTo>
                  <a:lnTo>
                    <a:pt x="9702579" y="3336351"/>
                  </a:lnTo>
                  <a:lnTo>
                    <a:pt x="9778130" y="3365457"/>
                  </a:lnTo>
                  <a:lnTo>
                    <a:pt x="9860084" y="3391993"/>
                  </a:lnTo>
                  <a:lnTo>
                    <a:pt x="9948789" y="3416215"/>
                  </a:lnTo>
                  <a:lnTo>
                    <a:pt x="10044288" y="3438323"/>
                  </a:lnTo>
                  <a:lnTo>
                    <a:pt x="10146192" y="3458458"/>
                  </a:lnTo>
                  <a:lnTo>
                    <a:pt x="10253543" y="3476702"/>
                  </a:lnTo>
                  <a:lnTo>
                    <a:pt x="10364697" y="3493085"/>
                  </a:lnTo>
                  <a:lnTo>
                    <a:pt x="10477253" y="3507594"/>
                  </a:lnTo>
                  <a:lnTo>
                    <a:pt x="10588087" y="3520193"/>
                  </a:lnTo>
                  <a:lnTo>
                    <a:pt x="10693530" y="3530845"/>
                  </a:lnTo>
                  <a:lnTo>
                    <a:pt x="10789723" y="3539541"/>
                  </a:lnTo>
                  <a:lnTo>
                    <a:pt x="10873099" y="3546328"/>
                  </a:lnTo>
                  <a:lnTo>
                    <a:pt x="10940940" y="3551326"/>
                  </a:lnTo>
                  <a:lnTo>
                    <a:pt x="10991849" y="3554736"/>
                  </a:lnTo>
                  <a:lnTo>
                    <a:pt x="11026048" y="3556826"/>
                  </a:lnTo>
                  <a:lnTo>
                    <a:pt x="11045438" y="3557910"/>
                  </a:lnTo>
                  <a:lnTo>
                    <a:pt x="11053460" y="3558322"/>
                  </a:lnTo>
                  <a:lnTo>
                    <a:pt x="11054890" y="3558390"/>
                  </a:lnTo>
                  <a:lnTo>
                    <a:pt x="11054891" y="3558390"/>
                  </a:lnTo>
                  <a:lnTo>
                    <a:pt x="12049831" y="3558390"/>
                  </a:lnTo>
                  <a:lnTo>
                    <a:pt x="12049831" y="35583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7" name="pl436"/>
            <p:cNvSpPr/>
            <p:nvPr/>
          </p:nvSpPr>
          <p:spPr>
            <a:xfrm>
              <a:off x="1199187" y="1928388"/>
              <a:ext cx="12049831" cy="3558390"/>
            </a:xfrm>
            <a:custGeom>
              <a:avLst/>
              <a:pathLst>
                <a:path w="12049831" h="3558390">
                  <a:moveTo>
                    <a:pt x="12049831" y="3558390"/>
                  </a:moveTo>
                  <a:lnTo>
                    <a:pt x="11054891" y="3558390"/>
                  </a:lnTo>
                  <a:lnTo>
                    <a:pt x="11053814" y="3558339"/>
                  </a:lnTo>
                  <a:lnTo>
                    <a:pt x="11046698" y="3557977"/>
                  </a:lnTo>
                  <a:lnTo>
                    <a:pt x="11028641" y="3556976"/>
                  </a:lnTo>
                  <a:lnTo>
                    <a:pt x="10996056" y="3555003"/>
                  </a:lnTo>
                  <a:lnTo>
                    <a:pt x="10946878" y="3551740"/>
                  </a:lnTo>
                  <a:lnTo>
                    <a:pt x="10880715" y="3546913"/>
                  </a:lnTo>
                  <a:lnTo>
                    <a:pt x="10798807" y="3540314"/>
                  </a:lnTo>
                  <a:lnTo>
                    <a:pt x="10703761" y="3531815"/>
                  </a:lnTo>
                  <a:lnTo>
                    <a:pt x="10599080" y="3521361"/>
                  </a:lnTo>
                  <a:lnTo>
                    <a:pt x="10488619" y="3508958"/>
                  </a:lnTo>
                  <a:lnTo>
                    <a:pt x="10376084" y="3494641"/>
                  </a:lnTo>
                  <a:lnTo>
                    <a:pt x="10264665" y="3478446"/>
                  </a:lnTo>
                  <a:lnTo>
                    <a:pt x="10156842" y="3460391"/>
                  </a:lnTo>
                  <a:lnTo>
                    <a:pt x="10054332" y="3440451"/>
                  </a:lnTo>
                  <a:lnTo>
                    <a:pt x="9958158" y="3418548"/>
                  </a:lnTo>
                  <a:lnTo>
                    <a:pt x="9868760" y="3394549"/>
                  </a:lnTo>
                  <a:lnTo>
                    <a:pt x="9786134" y="3368258"/>
                  </a:lnTo>
                  <a:lnTo>
                    <a:pt x="9709957" y="3339425"/>
                  </a:lnTo>
                  <a:lnTo>
                    <a:pt x="9639694" y="3307749"/>
                  </a:lnTo>
                  <a:lnTo>
                    <a:pt x="9574687" y="3272888"/>
                  </a:lnTo>
                  <a:lnTo>
                    <a:pt x="9514210" y="3234478"/>
                  </a:lnTo>
                  <a:lnTo>
                    <a:pt x="9457524" y="3192163"/>
                  </a:lnTo>
                  <a:lnTo>
                    <a:pt x="9403913" y="3145645"/>
                  </a:lnTo>
                  <a:lnTo>
                    <a:pt x="9352722" y="3094753"/>
                  </a:lnTo>
                  <a:lnTo>
                    <a:pt x="9347647" y="3089353"/>
                  </a:lnTo>
                  <a:lnTo>
                    <a:pt x="9303303" y="3039399"/>
                  </a:lnTo>
                  <a:lnTo>
                    <a:pt x="9260063" y="2985834"/>
                  </a:lnTo>
                  <a:lnTo>
                    <a:pt x="9217631" y="2928585"/>
                  </a:lnTo>
                  <a:lnTo>
                    <a:pt x="9175768" y="2867634"/>
                  </a:lnTo>
                  <a:lnTo>
                    <a:pt x="9134282" y="2803029"/>
                  </a:lnTo>
                  <a:lnTo>
                    <a:pt x="9093022" y="2734884"/>
                  </a:lnTo>
                  <a:lnTo>
                    <a:pt x="9051875" y="2663388"/>
                  </a:lnTo>
                  <a:lnTo>
                    <a:pt x="9010759" y="2588802"/>
                  </a:lnTo>
                  <a:lnTo>
                    <a:pt x="8969620" y="2511463"/>
                  </a:lnTo>
                  <a:lnTo>
                    <a:pt x="8928428" y="2431776"/>
                  </a:lnTo>
                  <a:lnTo>
                    <a:pt x="8887175" y="2350207"/>
                  </a:lnTo>
                  <a:lnTo>
                    <a:pt x="8845867" y="2267275"/>
                  </a:lnTo>
                  <a:lnTo>
                    <a:pt x="8804523" y="2183537"/>
                  </a:lnTo>
                  <a:lnTo>
                    <a:pt x="8763169" y="2099573"/>
                  </a:lnTo>
                  <a:lnTo>
                    <a:pt x="8721832" y="2015971"/>
                  </a:lnTo>
                  <a:lnTo>
                    <a:pt x="8680535" y="1933306"/>
                  </a:lnTo>
                  <a:lnTo>
                    <a:pt x="8639296" y="1852129"/>
                  </a:lnTo>
                  <a:lnTo>
                    <a:pt x="8598118" y="1772946"/>
                  </a:lnTo>
                  <a:lnTo>
                    <a:pt x="8556988" y="1696212"/>
                  </a:lnTo>
                  <a:lnTo>
                    <a:pt x="8515870" y="1622315"/>
                  </a:lnTo>
                  <a:lnTo>
                    <a:pt x="8474705" y="1551575"/>
                  </a:lnTo>
                  <a:lnTo>
                    <a:pt x="8433405" y="1484237"/>
                  </a:lnTo>
                  <a:lnTo>
                    <a:pt x="8391846" y="1420471"/>
                  </a:lnTo>
                  <a:lnTo>
                    <a:pt x="8349870" y="1360376"/>
                  </a:lnTo>
                  <a:lnTo>
                    <a:pt x="8307274" y="1303984"/>
                  </a:lnTo>
                  <a:lnTo>
                    <a:pt x="8263807" y="1251265"/>
                  </a:lnTo>
                  <a:lnTo>
                    <a:pt x="8229629" y="1213206"/>
                  </a:lnTo>
                  <a:lnTo>
                    <a:pt x="8178650" y="1161871"/>
                  </a:lnTo>
                  <a:lnTo>
                    <a:pt x="8125312" y="1114914"/>
                  </a:lnTo>
                  <a:lnTo>
                    <a:pt x="8068970" y="1072185"/>
                  </a:lnTo>
                  <a:lnTo>
                    <a:pt x="8008911" y="1033395"/>
                  </a:lnTo>
                  <a:lnTo>
                    <a:pt x="7944396" y="998191"/>
                  </a:lnTo>
                  <a:lnTo>
                    <a:pt x="7874697" y="966208"/>
                  </a:lnTo>
                  <a:lnTo>
                    <a:pt x="7799146" y="937102"/>
                  </a:lnTo>
                  <a:lnTo>
                    <a:pt x="7717192" y="910566"/>
                  </a:lnTo>
                  <a:lnTo>
                    <a:pt x="7628487" y="886345"/>
                  </a:lnTo>
                  <a:lnTo>
                    <a:pt x="7532988" y="864237"/>
                  </a:lnTo>
                  <a:lnTo>
                    <a:pt x="7431085" y="844102"/>
                  </a:lnTo>
                  <a:lnTo>
                    <a:pt x="7323733" y="825858"/>
                  </a:lnTo>
                  <a:lnTo>
                    <a:pt x="7212579" y="809475"/>
                  </a:lnTo>
                  <a:lnTo>
                    <a:pt x="7100023" y="794965"/>
                  </a:lnTo>
                  <a:lnTo>
                    <a:pt x="6989190" y="782366"/>
                  </a:lnTo>
                  <a:lnTo>
                    <a:pt x="6883746" y="771715"/>
                  </a:lnTo>
                  <a:lnTo>
                    <a:pt x="6787554" y="763019"/>
                  </a:lnTo>
                  <a:lnTo>
                    <a:pt x="6704177" y="756232"/>
                  </a:lnTo>
                  <a:lnTo>
                    <a:pt x="6636336" y="751233"/>
                  </a:lnTo>
                  <a:lnTo>
                    <a:pt x="6585428" y="747824"/>
                  </a:lnTo>
                  <a:lnTo>
                    <a:pt x="6551228" y="745734"/>
                  </a:lnTo>
                  <a:lnTo>
                    <a:pt x="6531838" y="744650"/>
                  </a:lnTo>
                  <a:lnTo>
                    <a:pt x="6523817" y="744238"/>
                  </a:lnTo>
                  <a:lnTo>
                    <a:pt x="6522387" y="744170"/>
                  </a:lnTo>
                  <a:lnTo>
                    <a:pt x="6522385" y="744170"/>
                  </a:lnTo>
                  <a:lnTo>
                    <a:pt x="5527445" y="744170"/>
                  </a:lnTo>
                  <a:lnTo>
                    <a:pt x="5526313" y="744155"/>
                  </a:lnTo>
                  <a:lnTo>
                    <a:pt x="5518842" y="744055"/>
                  </a:lnTo>
                  <a:lnTo>
                    <a:pt x="5499908" y="743776"/>
                  </a:lnTo>
                  <a:lnTo>
                    <a:pt x="5465802" y="743227"/>
                  </a:lnTo>
                  <a:lnTo>
                    <a:pt x="5414457" y="742319"/>
                  </a:lnTo>
                  <a:lnTo>
                    <a:pt x="5345593" y="740979"/>
                  </a:lnTo>
                  <a:lnTo>
                    <a:pt x="5260666" y="739149"/>
                  </a:lnTo>
                  <a:lnTo>
                    <a:pt x="5162545" y="736796"/>
                  </a:lnTo>
                  <a:lnTo>
                    <a:pt x="5054993" y="733909"/>
                  </a:lnTo>
                  <a:lnTo>
                    <a:pt x="4942071" y="730489"/>
                  </a:lnTo>
                  <a:lnTo>
                    <a:pt x="4827610" y="726548"/>
                  </a:lnTo>
                  <a:lnTo>
                    <a:pt x="4714840" y="722095"/>
                  </a:lnTo>
                  <a:lnTo>
                    <a:pt x="4606213" y="717132"/>
                  </a:lnTo>
                  <a:lnTo>
                    <a:pt x="4503372" y="711651"/>
                  </a:lnTo>
                  <a:lnTo>
                    <a:pt x="4407240" y="705625"/>
                  </a:lnTo>
                  <a:lnTo>
                    <a:pt x="4318153" y="699014"/>
                  </a:lnTo>
                  <a:lnTo>
                    <a:pt x="4236006" y="691759"/>
                  </a:lnTo>
                  <a:lnTo>
                    <a:pt x="4160387" y="683786"/>
                  </a:lnTo>
                  <a:lnTo>
                    <a:pt x="4090687" y="675008"/>
                  </a:lnTo>
                  <a:lnTo>
                    <a:pt x="4026185" y="665327"/>
                  </a:lnTo>
                  <a:lnTo>
                    <a:pt x="3966108" y="654641"/>
                  </a:lnTo>
                  <a:lnTo>
                    <a:pt x="3909683" y="642855"/>
                  </a:lnTo>
                  <a:lnTo>
                    <a:pt x="3856175" y="629897"/>
                  </a:lnTo>
                  <a:lnTo>
                    <a:pt x="3820202" y="620141"/>
                  </a:lnTo>
                  <a:lnTo>
                    <a:pt x="3761210" y="602277"/>
                  </a:lnTo>
                  <a:lnTo>
                    <a:pt x="3704008" y="582695"/>
                  </a:lnTo>
                  <a:lnTo>
                    <a:pt x="3647958" y="561366"/>
                  </a:lnTo>
                  <a:lnTo>
                    <a:pt x="3592582" y="538315"/>
                  </a:lnTo>
                  <a:lnTo>
                    <a:pt x="3537538" y="513621"/>
                  </a:lnTo>
                  <a:lnTo>
                    <a:pt x="3482594" y="487428"/>
                  </a:lnTo>
                  <a:lnTo>
                    <a:pt x="3427609" y="459939"/>
                  </a:lnTo>
                  <a:lnTo>
                    <a:pt x="3372524" y="431419"/>
                  </a:lnTo>
                  <a:lnTo>
                    <a:pt x="3317337" y="402178"/>
                  </a:lnTo>
                  <a:lnTo>
                    <a:pt x="3262087" y="372565"/>
                  </a:lnTo>
                  <a:lnTo>
                    <a:pt x="3206836" y="342945"/>
                  </a:lnTo>
                  <a:lnTo>
                    <a:pt x="3151645" y="313687"/>
                  </a:lnTo>
                  <a:lnTo>
                    <a:pt x="3096557" y="285138"/>
                  </a:lnTo>
                  <a:lnTo>
                    <a:pt x="3041570" y="257612"/>
                  </a:lnTo>
                  <a:lnTo>
                    <a:pt x="2986625" y="231373"/>
                  </a:lnTo>
                  <a:lnTo>
                    <a:pt x="2931588" y="206628"/>
                  </a:lnTo>
                  <a:lnTo>
                    <a:pt x="2876228" y="183522"/>
                  </a:lnTo>
                  <a:lnTo>
                    <a:pt x="2820206" y="162137"/>
                  </a:lnTo>
                  <a:lnTo>
                    <a:pt x="2763050" y="142499"/>
                  </a:lnTo>
                  <a:lnTo>
                    <a:pt x="2704129" y="124580"/>
                  </a:lnTo>
                  <a:lnTo>
                    <a:pt x="2702183" y="124028"/>
                  </a:lnTo>
                  <a:lnTo>
                    <a:pt x="2650317" y="110232"/>
                  </a:lnTo>
                  <a:lnTo>
                    <a:pt x="2596002" y="97634"/>
                  </a:lnTo>
                  <a:lnTo>
                    <a:pt x="2538554" y="86189"/>
                  </a:lnTo>
                  <a:lnTo>
                    <a:pt x="2477223" y="75817"/>
                  </a:lnTo>
                  <a:lnTo>
                    <a:pt x="2411231" y="66419"/>
                  </a:lnTo>
                  <a:lnTo>
                    <a:pt x="2339816" y="57894"/>
                  </a:lnTo>
                  <a:lnTo>
                    <a:pt x="2262282" y="50147"/>
                  </a:lnTo>
                  <a:lnTo>
                    <a:pt x="2178071" y="43093"/>
                  </a:lnTo>
                  <a:lnTo>
                    <a:pt x="2086851" y="36665"/>
                  </a:lnTo>
                  <a:lnTo>
                    <a:pt x="1988634" y="30807"/>
                  </a:lnTo>
                  <a:lnTo>
                    <a:pt x="1883917" y="25484"/>
                  </a:lnTo>
                  <a:lnTo>
                    <a:pt x="1773829" y="20676"/>
                  </a:lnTo>
                  <a:lnTo>
                    <a:pt x="1660253" y="16377"/>
                  </a:lnTo>
                  <a:lnTo>
                    <a:pt x="1545883" y="12592"/>
                  </a:lnTo>
                  <a:lnTo>
                    <a:pt x="1434160" y="9332"/>
                  </a:lnTo>
                  <a:lnTo>
                    <a:pt x="1329031" y="6606"/>
                  </a:lnTo>
                  <a:lnTo>
                    <a:pt x="1234528" y="4414"/>
                  </a:lnTo>
                  <a:lnTo>
                    <a:pt x="1154205" y="2736"/>
                  </a:lnTo>
                  <a:lnTo>
                    <a:pt x="1090553" y="1533"/>
                  </a:lnTo>
                  <a:lnTo>
                    <a:pt x="1044527" y="742"/>
                  </a:lnTo>
                  <a:lnTo>
                    <a:pt x="1015300" y="285"/>
                  </a:lnTo>
                  <a:lnTo>
                    <a:pt x="1000287" y="70"/>
                  </a:lnTo>
                  <a:lnTo>
                    <a:pt x="995331" y="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8" name="pg437"/>
            <p:cNvSpPr/>
            <p:nvPr/>
          </p:nvSpPr>
          <p:spPr>
            <a:xfrm>
              <a:off x="1199187" y="1944110"/>
              <a:ext cx="12049831" cy="3914753"/>
            </a:xfrm>
            <a:custGeom>
              <a:avLst/>
              <a:pathLst>
                <a:path w="12049831" h="3914753">
                  <a:moveTo>
                    <a:pt x="0" y="15721"/>
                  </a:moveTo>
                  <a:lnTo>
                    <a:pt x="994940" y="15721"/>
                  </a:lnTo>
                  <a:lnTo>
                    <a:pt x="996072" y="15736"/>
                  </a:lnTo>
                  <a:lnTo>
                    <a:pt x="1003541" y="15840"/>
                  </a:lnTo>
                  <a:lnTo>
                    <a:pt x="1022472" y="16126"/>
                  </a:lnTo>
                  <a:lnTo>
                    <a:pt x="1056570" y="16690"/>
                  </a:lnTo>
                  <a:lnTo>
                    <a:pt x="1107905" y="17623"/>
                  </a:lnTo>
                  <a:lnTo>
                    <a:pt x="1176757" y="19001"/>
                  </a:lnTo>
                  <a:lnTo>
                    <a:pt x="1261671" y="20883"/>
                  </a:lnTo>
                  <a:lnTo>
                    <a:pt x="1359778" y="23301"/>
                  </a:lnTo>
                  <a:lnTo>
                    <a:pt x="1467317" y="26269"/>
                  </a:lnTo>
                  <a:lnTo>
                    <a:pt x="1580228" y="29784"/>
                  </a:lnTo>
                  <a:lnTo>
                    <a:pt x="1694681" y="33836"/>
                  </a:lnTo>
                  <a:lnTo>
                    <a:pt x="1807445" y="38414"/>
                  </a:lnTo>
                  <a:lnTo>
                    <a:pt x="1916069" y="43515"/>
                  </a:lnTo>
                  <a:lnTo>
                    <a:pt x="2018909" y="49150"/>
                  </a:lnTo>
                  <a:lnTo>
                    <a:pt x="2115041" y="55344"/>
                  </a:lnTo>
                  <a:lnTo>
                    <a:pt x="2204129" y="62140"/>
                  </a:lnTo>
                  <a:lnTo>
                    <a:pt x="2286278" y="69598"/>
                  </a:lnTo>
                  <a:lnTo>
                    <a:pt x="2361900" y="77794"/>
                  </a:lnTo>
                  <a:lnTo>
                    <a:pt x="2431602" y="86818"/>
                  </a:lnTo>
                  <a:lnTo>
                    <a:pt x="2496107" y="96769"/>
                  </a:lnTo>
                  <a:lnTo>
                    <a:pt x="2556186" y="107754"/>
                  </a:lnTo>
                  <a:lnTo>
                    <a:pt x="2612612" y="119868"/>
                  </a:lnTo>
                  <a:lnTo>
                    <a:pt x="2666120" y="133189"/>
                  </a:lnTo>
                  <a:lnTo>
                    <a:pt x="2702183" y="143243"/>
                  </a:lnTo>
                  <a:lnTo>
                    <a:pt x="2761039" y="161566"/>
                  </a:lnTo>
                  <a:lnTo>
                    <a:pt x="2818113" y="181647"/>
                  </a:lnTo>
                  <a:lnTo>
                    <a:pt x="2874037" y="203514"/>
                  </a:lnTo>
                  <a:lnTo>
                    <a:pt x="2929287" y="227146"/>
                  </a:lnTo>
                  <a:lnTo>
                    <a:pt x="2984205" y="252459"/>
                  </a:lnTo>
                  <a:lnTo>
                    <a:pt x="3039021" y="279308"/>
                  </a:lnTo>
                  <a:lnTo>
                    <a:pt x="3093876" y="307486"/>
                  </a:lnTo>
                  <a:lnTo>
                    <a:pt x="3148830" y="336726"/>
                  </a:lnTo>
                  <a:lnTo>
                    <a:pt x="3203887" y="366709"/>
                  </a:lnTo>
                  <a:lnTo>
                    <a:pt x="3259007" y="397081"/>
                  </a:lnTo>
                  <a:lnTo>
                    <a:pt x="3314130" y="427468"/>
                  </a:lnTo>
                  <a:lnTo>
                    <a:pt x="3369194" y="457495"/>
                  </a:lnTo>
                  <a:lnTo>
                    <a:pt x="3424157" y="486806"/>
                  </a:lnTo>
                  <a:lnTo>
                    <a:pt x="3479018" y="515079"/>
                  </a:lnTo>
                  <a:lnTo>
                    <a:pt x="3533834" y="542042"/>
                  </a:lnTo>
                  <a:lnTo>
                    <a:pt x="3588736" y="567483"/>
                  </a:lnTo>
                  <a:lnTo>
                    <a:pt x="3643949" y="591252"/>
                  </a:lnTo>
                  <a:lnTo>
                    <a:pt x="3699805" y="613261"/>
                  </a:lnTo>
                  <a:lnTo>
                    <a:pt x="3756766" y="633482"/>
                  </a:lnTo>
                  <a:lnTo>
                    <a:pt x="3815453" y="651942"/>
                  </a:lnTo>
                  <a:lnTo>
                    <a:pt x="3820202" y="653332"/>
                  </a:lnTo>
                  <a:lnTo>
                    <a:pt x="3872064" y="667515"/>
                  </a:lnTo>
                  <a:lnTo>
                    <a:pt x="3926374" y="680468"/>
                  </a:lnTo>
                  <a:lnTo>
                    <a:pt x="3983817" y="692234"/>
                  </a:lnTo>
                  <a:lnTo>
                    <a:pt x="4045143" y="702897"/>
                  </a:lnTo>
                  <a:lnTo>
                    <a:pt x="4111128" y="712560"/>
                  </a:lnTo>
                  <a:lnTo>
                    <a:pt x="4182536" y="721325"/>
                  </a:lnTo>
                  <a:lnTo>
                    <a:pt x="4260060" y="729290"/>
                  </a:lnTo>
                  <a:lnTo>
                    <a:pt x="4344261" y="736542"/>
                  </a:lnTo>
                  <a:lnTo>
                    <a:pt x="4435470" y="743152"/>
                  </a:lnTo>
                  <a:lnTo>
                    <a:pt x="4533675" y="749174"/>
                  </a:lnTo>
                  <a:lnTo>
                    <a:pt x="4638379" y="754647"/>
                  </a:lnTo>
                  <a:lnTo>
                    <a:pt x="4748455" y="759591"/>
                  </a:lnTo>
                  <a:lnTo>
                    <a:pt x="4862020" y="764012"/>
                  </a:lnTo>
                  <a:lnTo>
                    <a:pt x="4976382" y="767903"/>
                  </a:lnTo>
                  <a:lnTo>
                    <a:pt x="5088102" y="771255"/>
                  </a:lnTo>
                  <a:lnTo>
                    <a:pt x="5193233" y="774058"/>
                  </a:lnTo>
                  <a:lnTo>
                    <a:pt x="5287745" y="776313"/>
                  </a:lnTo>
                  <a:lnTo>
                    <a:pt x="5368083" y="778038"/>
                  </a:lnTo>
                  <a:lnTo>
                    <a:pt x="5431754" y="779276"/>
                  </a:lnTo>
                  <a:lnTo>
                    <a:pt x="5477802" y="780089"/>
                  </a:lnTo>
                  <a:lnTo>
                    <a:pt x="5507051" y="780560"/>
                  </a:lnTo>
                  <a:lnTo>
                    <a:pt x="5522083" y="780782"/>
                  </a:lnTo>
                  <a:lnTo>
                    <a:pt x="5527051" y="780849"/>
                  </a:lnTo>
                  <a:lnTo>
                    <a:pt x="5527445" y="780854"/>
                  </a:lnTo>
                  <a:lnTo>
                    <a:pt x="6522385" y="780854"/>
                  </a:lnTo>
                  <a:lnTo>
                    <a:pt x="6523449" y="780910"/>
                  </a:lnTo>
                  <a:lnTo>
                    <a:pt x="6530479" y="781308"/>
                  </a:lnTo>
                  <a:lnTo>
                    <a:pt x="6548326" y="782409"/>
                  </a:lnTo>
                  <a:lnTo>
                    <a:pt x="6580545" y="784578"/>
                  </a:lnTo>
                  <a:lnTo>
                    <a:pt x="6629198" y="788167"/>
                  </a:lnTo>
                  <a:lnTo>
                    <a:pt x="6694706" y="793477"/>
                  </a:lnTo>
                  <a:lnTo>
                    <a:pt x="6775878" y="800740"/>
                  </a:lnTo>
                  <a:lnTo>
                    <a:pt x="6870170" y="810098"/>
                  </a:lnTo>
                  <a:lnTo>
                    <a:pt x="6974141" y="821613"/>
                  </a:lnTo>
                  <a:lnTo>
                    <a:pt x="7083987" y="835282"/>
                  </a:lnTo>
                  <a:lnTo>
                    <a:pt x="7196035" y="851068"/>
                  </a:lnTo>
                  <a:lnTo>
                    <a:pt x="7307105" y="868928"/>
                  </a:lnTo>
                  <a:lnTo>
                    <a:pt x="7414716" y="888842"/>
                  </a:lnTo>
                  <a:lnTo>
                    <a:pt x="7517129" y="910836"/>
                  </a:lnTo>
                  <a:lnTo>
                    <a:pt x="7613301" y="934989"/>
                  </a:lnTo>
                  <a:lnTo>
                    <a:pt x="7702766" y="961447"/>
                  </a:lnTo>
                  <a:lnTo>
                    <a:pt x="7785504" y="990419"/>
                  </a:lnTo>
                  <a:lnTo>
                    <a:pt x="7861817" y="1022177"/>
                  </a:lnTo>
                  <a:lnTo>
                    <a:pt x="7932218" y="1057048"/>
                  </a:lnTo>
                  <a:lnTo>
                    <a:pt x="7997353" y="1095405"/>
                  </a:lnTo>
                  <a:lnTo>
                    <a:pt x="8057935" y="1137648"/>
                  </a:lnTo>
                  <a:lnTo>
                    <a:pt x="8114693" y="1184170"/>
                  </a:lnTo>
                  <a:lnTo>
                    <a:pt x="8168338" y="1235308"/>
                  </a:lnTo>
                  <a:lnTo>
                    <a:pt x="8219525" y="1291268"/>
                  </a:lnTo>
                  <a:lnTo>
                    <a:pt x="8229629" y="1303171"/>
                  </a:lnTo>
                  <a:lnTo>
                    <a:pt x="8272225" y="1356500"/>
                  </a:lnTo>
                  <a:lnTo>
                    <a:pt x="8313792" y="1413532"/>
                  </a:lnTo>
                  <a:lnTo>
                    <a:pt x="8354593" y="1474341"/>
                  </a:lnTo>
                  <a:lnTo>
                    <a:pt x="8394847" y="1538952"/>
                  </a:lnTo>
                  <a:lnTo>
                    <a:pt x="8434729" y="1607326"/>
                  </a:lnTo>
                  <a:lnTo>
                    <a:pt x="8474376" y="1679362"/>
                  </a:lnTo>
                  <a:lnTo>
                    <a:pt x="8513898" y="1754893"/>
                  </a:lnTo>
                  <a:lnTo>
                    <a:pt x="8553374" y="1833677"/>
                  </a:lnTo>
                  <a:lnTo>
                    <a:pt x="8592857" y="1915406"/>
                  </a:lnTo>
                  <a:lnTo>
                    <a:pt x="8632382" y="1999703"/>
                  </a:lnTo>
                  <a:lnTo>
                    <a:pt x="8671962" y="2086131"/>
                  </a:lnTo>
                  <a:lnTo>
                    <a:pt x="8711596" y="2174197"/>
                  </a:lnTo>
                  <a:lnTo>
                    <a:pt x="8751273" y="2263369"/>
                  </a:lnTo>
                  <a:lnTo>
                    <a:pt x="8790973" y="2353084"/>
                  </a:lnTo>
                  <a:lnTo>
                    <a:pt x="8830671" y="2442765"/>
                  </a:lnTo>
                  <a:lnTo>
                    <a:pt x="8870344" y="2531836"/>
                  </a:lnTo>
                  <a:lnTo>
                    <a:pt x="8909973" y="2619736"/>
                  </a:lnTo>
                  <a:lnTo>
                    <a:pt x="8949546" y="2705938"/>
                  </a:lnTo>
                  <a:lnTo>
                    <a:pt x="8989065" y="2789955"/>
                  </a:lnTo>
                  <a:lnTo>
                    <a:pt x="9028545" y="2871356"/>
                  </a:lnTo>
                  <a:lnTo>
                    <a:pt x="9068023" y="2949772"/>
                  </a:lnTo>
                  <a:lnTo>
                    <a:pt x="9107555" y="3024903"/>
                  </a:lnTo>
                  <a:lnTo>
                    <a:pt x="9147224" y="3096516"/>
                  </a:lnTo>
                  <a:lnTo>
                    <a:pt x="9187141" y="3164451"/>
                  </a:lnTo>
                  <a:lnTo>
                    <a:pt x="9227450" y="3228615"/>
                  </a:lnTo>
                  <a:lnTo>
                    <a:pt x="9268329" y="3288979"/>
                  </a:lnTo>
                  <a:lnTo>
                    <a:pt x="9310002" y="3345570"/>
                  </a:lnTo>
                  <a:lnTo>
                    <a:pt x="9347647" y="3392437"/>
                  </a:lnTo>
                  <a:lnTo>
                    <a:pt x="9398410" y="3449375"/>
                  </a:lnTo>
                  <a:lnTo>
                    <a:pt x="9451508" y="3501478"/>
                  </a:lnTo>
                  <a:lnTo>
                    <a:pt x="9507580" y="3548910"/>
                  </a:lnTo>
                  <a:lnTo>
                    <a:pt x="9567330" y="3591987"/>
                  </a:lnTo>
                  <a:lnTo>
                    <a:pt x="9631486" y="3631097"/>
                  </a:lnTo>
                  <a:lnTo>
                    <a:pt x="9700767" y="3666642"/>
                  </a:lnTo>
                  <a:lnTo>
                    <a:pt x="9775837" y="3699001"/>
                  </a:lnTo>
                  <a:lnTo>
                    <a:pt x="9857243" y="3728512"/>
                  </a:lnTo>
                  <a:lnTo>
                    <a:pt x="9945338" y="3755460"/>
                  </a:lnTo>
                  <a:lnTo>
                    <a:pt x="10040175" y="3780066"/>
                  </a:lnTo>
                  <a:lnTo>
                    <a:pt x="10141390" y="3802487"/>
                  </a:lnTo>
                  <a:lnTo>
                    <a:pt x="10248066" y="3822818"/>
                  </a:lnTo>
                  <a:lnTo>
                    <a:pt x="10358613" y="3841094"/>
                  </a:lnTo>
                  <a:lnTo>
                    <a:pt x="10470698" y="3857302"/>
                  </a:lnTo>
                  <a:lnTo>
                    <a:pt x="10581274" y="3871403"/>
                  </a:lnTo>
                  <a:lnTo>
                    <a:pt x="10686743" y="3883356"/>
                  </a:lnTo>
                  <a:lnTo>
                    <a:pt x="10783289" y="3893148"/>
                  </a:lnTo>
                  <a:lnTo>
                    <a:pt x="10867355" y="3900825"/>
                  </a:lnTo>
                  <a:lnTo>
                    <a:pt x="10936176" y="3906514"/>
                  </a:lnTo>
                  <a:lnTo>
                    <a:pt x="10988257" y="3910428"/>
                  </a:lnTo>
                  <a:lnTo>
                    <a:pt x="11023685" y="3912858"/>
                  </a:lnTo>
                  <a:lnTo>
                    <a:pt x="11044196" y="3914145"/>
                  </a:lnTo>
                  <a:lnTo>
                    <a:pt x="11053061" y="3914656"/>
                  </a:lnTo>
                  <a:lnTo>
                    <a:pt x="11054891" y="3914753"/>
                  </a:lnTo>
                  <a:lnTo>
                    <a:pt x="12049831" y="3914753"/>
                  </a:lnTo>
                  <a:lnTo>
                    <a:pt x="12049831" y="3899031"/>
                  </a:lnTo>
                  <a:lnTo>
                    <a:pt x="11054891" y="3899031"/>
                  </a:lnTo>
                  <a:lnTo>
                    <a:pt x="11053827" y="3898975"/>
                  </a:lnTo>
                  <a:lnTo>
                    <a:pt x="11046797" y="3898577"/>
                  </a:lnTo>
                  <a:lnTo>
                    <a:pt x="11028950" y="3897476"/>
                  </a:lnTo>
                  <a:lnTo>
                    <a:pt x="10996732" y="3895307"/>
                  </a:lnTo>
                  <a:lnTo>
                    <a:pt x="10948078" y="3891718"/>
                  </a:lnTo>
                  <a:lnTo>
                    <a:pt x="10882570" y="3886408"/>
                  </a:lnTo>
                  <a:lnTo>
                    <a:pt x="10801399" y="3879146"/>
                  </a:lnTo>
                  <a:lnTo>
                    <a:pt x="10707107" y="3869788"/>
                  </a:lnTo>
                  <a:lnTo>
                    <a:pt x="10603135" y="3858272"/>
                  </a:lnTo>
                  <a:lnTo>
                    <a:pt x="10493289" y="3844603"/>
                  </a:lnTo>
                  <a:lnTo>
                    <a:pt x="10381241" y="3828817"/>
                  </a:lnTo>
                  <a:lnTo>
                    <a:pt x="10270171" y="3810958"/>
                  </a:lnTo>
                  <a:lnTo>
                    <a:pt x="10162561" y="3791043"/>
                  </a:lnTo>
                  <a:lnTo>
                    <a:pt x="10060147" y="3769050"/>
                  </a:lnTo>
                  <a:lnTo>
                    <a:pt x="9963975" y="3744896"/>
                  </a:lnTo>
                  <a:lnTo>
                    <a:pt x="9874510" y="3718438"/>
                  </a:lnTo>
                  <a:lnTo>
                    <a:pt x="9791772" y="3689466"/>
                  </a:lnTo>
                  <a:lnTo>
                    <a:pt x="9715460" y="3657708"/>
                  </a:lnTo>
                  <a:lnTo>
                    <a:pt x="9645059" y="3622837"/>
                  </a:lnTo>
                  <a:lnTo>
                    <a:pt x="9579923" y="3584480"/>
                  </a:lnTo>
                  <a:lnTo>
                    <a:pt x="9519342" y="3542237"/>
                  </a:lnTo>
                  <a:lnTo>
                    <a:pt x="9462584" y="3495716"/>
                  </a:lnTo>
                  <a:lnTo>
                    <a:pt x="9408939" y="3444577"/>
                  </a:lnTo>
                  <a:lnTo>
                    <a:pt x="9357751" y="3388618"/>
                  </a:lnTo>
                  <a:lnTo>
                    <a:pt x="9347647" y="3376715"/>
                  </a:lnTo>
                  <a:lnTo>
                    <a:pt x="9305051" y="3323385"/>
                  </a:lnTo>
                  <a:lnTo>
                    <a:pt x="9263485" y="3266354"/>
                  </a:lnTo>
                  <a:lnTo>
                    <a:pt x="9222683" y="3205544"/>
                  </a:lnTo>
                  <a:lnTo>
                    <a:pt x="9182429" y="3140934"/>
                  </a:lnTo>
                  <a:lnTo>
                    <a:pt x="9142548" y="3072560"/>
                  </a:lnTo>
                  <a:lnTo>
                    <a:pt x="9102900" y="3000523"/>
                  </a:lnTo>
                  <a:lnTo>
                    <a:pt x="9063378" y="2924993"/>
                  </a:lnTo>
                  <a:lnTo>
                    <a:pt x="9023903" y="2846208"/>
                  </a:lnTo>
                  <a:lnTo>
                    <a:pt x="8984419" y="2764479"/>
                  </a:lnTo>
                  <a:lnTo>
                    <a:pt x="8944895" y="2680182"/>
                  </a:lnTo>
                  <a:lnTo>
                    <a:pt x="8905315" y="2593754"/>
                  </a:lnTo>
                  <a:lnTo>
                    <a:pt x="8865680" y="2505688"/>
                  </a:lnTo>
                  <a:lnTo>
                    <a:pt x="8826003" y="2416516"/>
                  </a:lnTo>
                  <a:lnTo>
                    <a:pt x="8786303" y="2326801"/>
                  </a:lnTo>
                  <a:lnTo>
                    <a:pt x="8746605" y="2237120"/>
                  </a:lnTo>
                  <a:lnTo>
                    <a:pt x="8706932" y="2148049"/>
                  </a:lnTo>
                  <a:lnTo>
                    <a:pt x="8667303" y="2060149"/>
                  </a:lnTo>
                  <a:lnTo>
                    <a:pt x="8627730" y="1973947"/>
                  </a:lnTo>
                  <a:lnTo>
                    <a:pt x="8588211" y="1889930"/>
                  </a:lnTo>
                  <a:lnTo>
                    <a:pt x="8548731" y="1808529"/>
                  </a:lnTo>
                  <a:lnTo>
                    <a:pt x="8509254" y="1730113"/>
                  </a:lnTo>
                  <a:lnTo>
                    <a:pt x="8469721" y="1654983"/>
                  </a:lnTo>
                  <a:lnTo>
                    <a:pt x="8430052" y="1583369"/>
                  </a:lnTo>
                  <a:lnTo>
                    <a:pt x="8390135" y="1515434"/>
                  </a:lnTo>
                  <a:lnTo>
                    <a:pt x="8349827" y="1451270"/>
                  </a:lnTo>
                  <a:lnTo>
                    <a:pt x="8308947" y="1390907"/>
                  </a:lnTo>
                  <a:lnTo>
                    <a:pt x="8267274" y="1334315"/>
                  </a:lnTo>
                  <a:lnTo>
                    <a:pt x="8229629" y="1287449"/>
                  </a:lnTo>
                  <a:lnTo>
                    <a:pt x="8178866" y="1230510"/>
                  </a:lnTo>
                  <a:lnTo>
                    <a:pt x="8125769" y="1178407"/>
                  </a:lnTo>
                  <a:lnTo>
                    <a:pt x="8069696" y="1130976"/>
                  </a:lnTo>
                  <a:lnTo>
                    <a:pt x="8009947" y="1087899"/>
                  </a:lnTo>
                  <a:lnTo>
                    <a:pt x="7945791" y="1048788"/>
                  </a:lnTo>
                  <a:lnTo>
                    <a:pt x="7876509" y="1013244"/>
                  </a:lnTo>
                  <a:lnTo>
                    <a:pt x="7801439" y="980885"/>
                  </a:lnTo>
                  <a:lnTo>
                    <a:pt x="7720033" y="951373"/>
                  </a:lnTo>
                  <a:lnTo>
                    <a:pt x="7631939" y="924426"/>
                  </a:lnTo>
                  <a:lnTo>
                    <a:pt x="7537102" y="899820"/>
                  </a:lnTo>
                  <a:lnTo>
                    <a:pt x="7435886" y="877398"/>
                  </a:lnTo>
                  <a:lnTo>
                    <a:pt x="7329211" y="857067"/>
                  </a:lnTo>
                  <a:lnTo>
                    <a:pt x="7218664" y="838791"/>
                  </a:lnTo>
                  <a:lnTo>
                    <a:pt x="7106578" y="822583"/>
                  </a:lnTo>
                  <a:lnTo>
                    <a:pt x="6996002" y="808482"/>
                  </a:lnTo>
                  <a:lnTo>
                    <a:pt x="6890533" y="796529"/>
                  </a:lnTo>
                  <a:lnTo>
                    <a:pt x="6793987" y="786738"/>
                  </a:lnTo>
                  <a:lnTo>
                    <a:pt x="6709921" y="779060"/>
                  </a:lnTo>
                  <a:lnTo>
                    <a:pt x="6641101" y="773371"/>
                  </a:lnTo>
                  <a:lnTo>
                    <a:pt x="6589019" y="769457"/>
                  </a:lnTo>
                  <a:lnTo>
                    <a:pt x="6553592" y="767028"/>
                  </a:lnTo>
                  <a:lnTo>
                    <a:pt x="6533081" y="765740"/>
                  </a:lnTo>
                  <a:lnTo>
                    <a:pt x="6524215" y="765230"/>
                  </a:lnTo>
                  <a:lnTo>
                    <a:pt x="6522385" y="765132"/>
                  </a:lnTo>
                  <a:lnTo>
                    <a:pt x="5527445" y="765132"/>
                  </a:lnTo>
                  <a:lnTo>
                    <a:pt x="5526313" y="765118"/>
                  </a:lnTo>
                  <a:lnTo>
                    <a:pt x="5518844" y="765014"/>
                  </a:lnTo>
                  <a:lnTo>
                    <a:pt x="5499913" y="764727"/>
                  </a:lnTo>
                  <a:lnTo>
                    <a:pt x="5465815" y="764163"/>
                  </a:lnTo>
                  <a:lnTo>
                    <a:pt x="5414480" y="763230"/>
                  </a:lnTo>
                  <a:lnTo>
                    <a:pt x="5345628" y="761852"/>
                  </a:lnTo>
                  <a:lnTo>
                    <a:pt x="5260714" y="759971"/>
                  </a:lnTo>
                  <a:lnTo>
                    <a:pt x="5162607" y="757553"/>
                  </a:lnTo>
                  <a:lnTo>
                    <a:pt x="5055068" y="754585"/>
                  </a:lnTo>
                  <a:lnTo>
                    <a:pt x="4942157" y="751069"/>
                  </a:lnTo>
                  <a:lnTo>
                    <a:pt x="4827704" y="747018"/>
                  </a:lnTo>
                  <a:lnTo>
                    <a:pt x="4714940" y="742440"/>
                  </a:lnTo>
                  <a:lnTo>
                    <a:pt x="4606316" y="737338"/>
                  </a:lnTo>
                  <a:lnTo>
                    <a:pt x="4503476" y="731704"/>
                  </a:lnTo>
                  <a:lnTo>
                    <a:pt x="4407344" y="725509"/>
                  </a:lnTo>
                  <a:lnTo>
                    <a:pt x="4318256" y="718713"/>
                  </a:lnTo>
                  <a:lnTo>
                    <a:pt x="4236107" y="711255"/>
                  </a:lnTo>
                  <a:lnTo>
                    <a:pt x="4160485" y="703059"/>
                  </a:lnTo>
                  <a:lnTo>
                    <a:pt x="4090783" y="694036"/>
                  </a:lnTo>
                  <a:lnTo>
                    <a:pt x="4026278" y="684084"/>
                  </a:lnTo>
                  <a:lnTo>
                    <a:pt x="3966199" y="673100"/>
                  </a:lnTo>
                  <a:lnTo>
                    <a:pt x="3909773" y="660985"/>
                  </a:lnTo>
                  <a:lnTo>
                    <a:pt x="3856265" y="647665"/>
                  </a:lnTo>
                  <a:lnTo>
                    <a:pt x="3820202" y="637610"/>
                  </a:lnTo>
                  <a:lnTo>
                    <a:pt x="3761346" y="619287"/>
                  </a:lnTo>
                  <a:lnTo>
                    <a:pt x="3704272" y="599207"/>
                  </a:lnTo>
                  <a:lnTo>
                    <a:pt x="3648348" y="577339"/>
                  </a:lnTo>
                  <a:lnTo>
                    <a:pt x="3593098" y="553708"/>
                  </a:lnTo>
                  <a:lnTo>
                    <a:pt x="3538180" y="528395"/>
                  </a:lnTo>
                  <a:lnTo>
                    <a:pt x="3483364" y="501545"/>
                  </a:lnTo>
                  <a:lnTo>
                    <a:pt x="3428509" y="473367"/>
                  </a:lnTo>
                  <a:lnTo>
                    <a:pt x="3373555" y="444128"/>
                  </a:lnTo>
                  <a:lnTo>
                    <a:pt x="3318498" y="414145"/>
                  </a:lnTo>
                  <a:lnTo>
                    <a:pt x="3263378" y="383772"/>
                  </a:lnTo>
                  <a:lnTo>
                    <a:pt x="3208255" y="353385"/>
                  </a:lnTo>
                  <a:lnTo>
                    <a:pt x="3153191" y="323358"/>
                  </a:lnTo>
                  <a:lnTo>
                    <a:pt x="3098228" y="294047"/>
                  </a:lnTo>
                  <a:lnTo>
                    <a:pt x="3043367" y="265775"/>
                  </a:lnTo>
                  <a:lnTo>
                    <a:pt x="2988551" y="238811"/>
                  </a:lnTo>
                  <a:lnTo>
                    <a:pt x="2933649" y="213370"/>
                  </a:lnTo>
                  <a:lnTo>
                    <a:pt x="2878436" y="189602"/>
                  </a:lnTo>
                  <a:lnTo>
                    <a:pt x="2822580" y="167593"/>
                  </a:lnTo>
                  <a:lnTo>
                    <a:pt x="2765619" y="147371"/>
                  </a:lnTo>
                  <a:lnTo>
                    <a:pt x="2706932" y="128911"/>
                  </a:lnTo>
                  <a:lnTo>
                    <a:pt x="2702183" y="127522"/>
                  </a:lnTo>
                  <a:lnTo>
                    <a:pt x="2650321" y="113338"/>
                  </a:lnTo>
                  <a:lnTo>
                    <a:pt x="2596011" y="100386"/>
                  </a:lnTo>
                  <a:lnTo>
                    <a:pt x="2538568" y="88620"/>
                  </a:lnTo>
                  <a:lnTo>
                    <a:pt x="2477242" y="77956"/>
                  </a:lnTo>
                  <a:lnTo>
                    <a:pt x="2411257" y="68294"/>
                  </a:lnTo>
                  <a:lnTo>
                    <a:pt x="2339849" y="59529"/>
                  </a:lnTo>
                  <a:lnTo>
                    <a:pt x="2262325" y="51564"/>
                  </a:lnTo>
                  <a:lnTo>
                    <a:pt x="2178124" y="44312"/>
                  </a:lnTo>
                  <a:lnTo>
                    <a:pt x="2086915" y="37702"/>
                  </a:lnTo>
                  <a:lnTo>
                    <a:pt x="1988710" y="31679"/>
                  </a:lnTo>
                  <a:lnTo>
                    <a:pt x="1884006" y="26206"/>
                  </a:lnTo>
                  <a:lnTo>
                    <a:pt x="1773930" y="21262"/>
                  </a:lnTo>
                  <a:lnTo>
                    <a:pt x="1660365" y="16842"/>
                  </a:lnTo>
                  <a:lnTo>
                    <a:pt x="1546003" y="12950"/>
                  </a:lnTo>
                  <a:lnTo>
                    <a:pt x="1434283" y="9598"/>
                  </a:lnTo>
                  <a:lnTo>
                    <a:pt x="1329152" y="6795"/>
                  </a:lnTo>
                  <a:lnTo>
                    <a:pt x="1234640" y="4541"/>
                  </a:lnTo>
                  <a:lnTo>
                    <a:pt x="1154302" y="2815"/>
                  </a:lnTo>
                  <a:lnTo>
                    <a:pt x="1090631" y="1578"/>
                  </a:lnTo>
                  <a:lnTo>
                    <a:pt x="1044583" y="764"/>
                  </a:lnTo>
                  <a:lnTo>
                    <a:pt x="1015334" y="293"/>
                  </a:lnTo>
                  <a:lnTo>
                    <a:pt x="1000302" y="72"/>
                  </a:lnTo>
                  <a:lnTo>
                    <a:pt x="995334" y="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39" name="pl438"/>
            <p:cNvSpPr/>
            <p:nvPr/>
          </p:nvSpPr>
          <p:spPr>
            <a:xfrm>
              <a:off x="1199187" y="1959832"/>
              <a:ext cx="12049831" cy="3899031"/>
            </a:xfrm>
            <a:custGeom>
              <a:avLst/>
              <a:pathLst>
                <a:path w="12049831" h="3899031">
                  <a:moveTo>
                    <a:pt x="0" y="0"/>
                  </a:moveTo>
                  <a:lnTo>
                    <a:pt x="994940" y="0"/>
                  </a:lnTo>
                  <a:lnTo>
                    <a:pt x="996072" y="14"/>
                  </a:lnTo>
                  <a:lnTo>
                    <a:pt x="1003541" y="118"/>
                  </a:lnTo>
                  <a:lnTo>
                    <a:pt x="1022472" y="404"/>
                  </a:lnTo>
                  <a:lnTo>
                    <a:pt x="1056570" y="969"/>
                  </a:lnTo>
                  <a:lnTo>
                    <a:pt x="1107905" y="1901"/>
                  </a:lnTo>
                  <a:lnTo>
                    <a:pt x="1176757" y="3280"/>
                  </a:lnTo>
                  <a:lnTo>
                    <a:pt x="1261671" y="5161"/>
                  </a:lnTo>
                  <a:lnTo>
                    <a:pt x="1359778" y="7579"/>
                  </a:lnTo>
                  <a:lnTo>
                    <a:pt x="1467317" y="10547"/>
                  </a:lnTo>
                  <a:lnTo>
                    <a:pt x="1580228" y="14062"/>
                  </a:lnTo>
                  <a:lnTo>
                    <a:pt x="1694681" y="18114"/>
                  </a:lnTo>
                  <a:lnTo>
                    <a:pt x="1807445" y="22692"/>
                  </a:lnTo>
                  <a:lnTo>
                    <a:pt x="1916069" y="27793"/>
                  </a:lnTo>
                  <a:lnTo>
                    <a:pt x="2018909" y="33428"/>
                  </a:lnTo>
                  <a:lnTo>
                    <a:pt x="2115041" y="39622"/>
                  </a:lnTo>
                  <a:lnTo>
                    <a:pt x="2204129" y="46418"/>
                  </a:lnTo>
                  <a:lnTo>
                    <a:pt x="2286278" y="53876"/>
                  </a:lnTo>
                  <a:lnTo>
                    <a:pt x="2361900" y="62072"/>
                  </a:lnTo>
                  <a:lnTo>
                    <a:pt x="2431602" y="71096"/>
                  </a:lnTo>
                  <a:lnTo>
                    <a:pt x="2496107" y="81048"/>
                  </a:lnTo>
                  <a:lnTo>
                    <a:pt x="2556186" y="92032"/>
                  </a:lnTo>
                  <a:lnTo>
                    <a:pt x="2612612" y="104147"/>
                  </a:lnTo>
                  <a:lnTo>
                    <a:pt x="2666120" y="117467"/>
                  </a:lnTo>
                  <a:lnTo>
                    <a:pt x="2702183" y="127522"/>
                  </a:lnTo>
                  <a:lnTo>
                    <a:pt x="2761039" y="145844"/>
                  </a:lnTo>
                  <a:lnTo>
                    <a:pt x="2818113" y="165925"/>
                  </a:lnTo>
                  <a:lnTo>
                    <a:pt x="2874037" y="187792"/>
                  </a:lnTo>
                  <a:lnTo>
                    <a:pt x="2929287" y="211424"/>
                  </a:lnTo>
                  <a:lnTo>
                    <a:pt x="2984205" y="236737"/>
                  </a:lnTo>
                  <a:lnTo>
                    <a:pt x="3039021" y="263586"/>
                  </a:lnTo>
                  <a:lnTo>
                    <a:pt x="3093876" y="291765"/>
                  </a:lnTo>
                  <a:lnTo>
                    <a:pt x="3148830" y="321004"/>
                  </a:lnTo>
                  <a:lnTo>
                    <a:pt x="3203887" y="350987"/>
                  </a:lnTo>
                  <a:lnTo>
                    <a:pt x="3259007" y="381359"/>
                  </a:lnTo>
                  <a:lnTo>
                    <a:pt x="3314130" y="411746"/>
                  </a:lnTo>
                  <a:lnTo>
                    <a:pt x="3369194" y="441774"/>
                  </a:lnTo>
                  <a:lnTo>
                    <a:pt x="3424157" y="471084"/>
                  </a:lnTo>
                  <a:lnTo>
                    <a:pt x="3479018" y="499357"/>
                  </a:lnTo>
                  <a:lnTo>
                    <a:pt x="3533834" y="526320"/>
                  </a:lnTo>
                  <a:lnTo>
                    <a:pt x="3588736" y="551761"/>
                  </a:lnTo>
                  <a:lnTo>
                    <a:pt x="3643949" y="575530"/>
                  </a:lnTo>
                  <a:lnTo>
                    <a:pt x="3699805" y="597539"/>
                  </a:lnTo>
                  <a:lnTo>
                    <a:pt x="3756766" y="617760"/>
                  </a:lnTo>
                  <a:lnTo>
                    <a:pt x="3815453" y="636220"/>
                  </a:lnTo>
                  <a:lnTo>
                    <a:pt x="3820202" y="637610"/>
                  </a:lnTo>
                  <a:lnTo>
                    <a:pt x="3872064" y="651793"/>
                  </a:lnTo>
                  <a:lnTo>
                    <a:pt x="3926374" y="664746"/>
                  </a:lnTo>
                  <a:lnTo>
                    <a:pt x="3983817" y="676512"/>
                  </a:lnTo>
                  <a:lnTo>
                    <a:pt x="4045143" y="687175"/>
                  </a:lnTo>
                  <a:lnTo>
                    <a:pt x="4111128" y="696838"/>
                  </a:lnTo>
                  <a:lnTo>
                    <a:pt x="4182536" y="705603"/>
                  </a:lnTo>
                  <a:lnTo>
                    <a:pt x="4260060" y="713568"/>
                  </a:lnTo>
                  <a:lnTo>
                    <a:pt x="4344261" y="720820"/>
                  </a:lnTo>
                  <a:lnTo>
                    <a:pt x="4435470" y="727430"/>
                  </a:lnTo>
                  <a:lnTo>
                    <a:pt x="4533675" y="733453"/>
                  </a:lnTo>
                  <a:lnTo>
                    <a:pt x="4638379" y="738925"/>
                  </a:lnTo>
                  <a:lnTo>
                    <a:pt x="4748455" y="743869"/>
                  </a:lnTo>
                  <a:lnTo>
                    <a:pt x="4862020" y="748290"/>
                  </a:lnTo>
                  <a:lnTo>
                    <a:pt x="4976382" y="752182"/>
                  </a:lnTo>
                  <a:lnTo>
                    <a:pt x="5088102" y="755533"/>
                  </a:lnTo>
                  <a:lnTo>
                    <a:pt x="5193233" y="758336"/>
                  </a:lnTo>
                  <a:lnTo>
                    <a:pt x="5287745" y="760591"/>
                  </a:lnTo>
                  <a:lnTo>
                    <a:pt x="5368083" y="762316"/>
                  </a:lnTo>
                  <a:lnTo>
                    <a:pt x="5431754" y="763554"/>
                  </a:lnTo>
                  <a:lnTo>
                    <a:pt x="5477802" y="764367"/>
                  </a:lnTo>
                  <a:lnTo>
                    <a:pt x="5507051" y="764838"/>
                  </a:lnTo>
                  <a:lnTo>
                    <a:pt x="5522083" y="765060"/>
                  </a:lnTo>
                  <a:lnTo>
                    <a:pt x="5527051" y="765127"/>
                  </a:lnTo>
                  <a:lnTo>
                    <a:pt x="5527445" y="765132"/>
                  </a:lnTo>
                  <a:lnTo>
                    <a:pt x="6522385" y="765132"/>
                  </a:lnTo>
                  <a:lnTo>
                    <a:pt x="6523449" y="765188"/>
                  </a:lnTo>
                  <a:lnTo>
                    <a:pt x="6530479" y="765586"/>
                  </a:lnTo>
                  <a:lnTo>
                    <a:pt x="6548326" y="766687"/>
                  </a:lnTo>
                  <a:lnTo>
                    <a:pt x="6580545" y="768857"/>
                  </a:lnTo>
                  <a:lnTo>
                    <a:pt x="6629198" y="772445"/>
                  </a:lnTo>
                  <a:lnTo>
                    <a:pt x="6694706" y="777755"/>
                  </a:lnTo>
                  <a:lnTo>
                    <a:pt x="6775878" y="785018"/>
                  </a:lnTo>
                  <a:lnTo>
                    <a:pt x="6870170" y="794376"/>
                  </a:lnTo>
                  <a:lnTo>
                    <a:pt x="6974141" y="805891"/>
                  </a:lnTo>
                  <a:lnTo>
                    <a:pt x="7083987" y="819560"/>
                  </a:lnTo>
                  <a:lnTo>
                    <a:pt x="7196035" y="835346"/>
                  </a:lnTo>
                  <a:lnTo>
                    <a:pt x="7307105" y="853206"/>
                  </a:lnTo>
                  <a:lnTo>
                    <a:pt x="7414716" y="873120"/>
                  </a:lnTo>
                  <a:lnTo>
                    <a:pt x="7517129" y="895114"/>
                  </a:lnTo>
                  <a:lnTo>
                    <a:pt x="7613301" y="919267"/>
                  </a:lnTo>
                  <a:lnTo>
                    <a:pt x="7702766" y="945726"/>
                  </a:lnTo>
                  <a:lnTo>
                    <a:pt x="7785504" y="974698"/>
                  </a:lnTo>
                  <a:lnTo>
                    <a:pt x="7861817" y="1006455"/>
                  </a:lnTo>
                  <a:lnTo>
                    <a:pt x="7932218" y="1041326"/>
                  </a:lnTo>
                  <a:lnTo>
                    <a:pt x="7997353" y="1079683"/>
                  </a:lnTo>
                  <a:lnTo>
                    <a:pt x="8057935" y="1121926"/>
                  </a:lnTo>
                  <a:lnTo>
                    <a:pt x="8114693" y="1168448"/>
                  </a:lnTo>
                  <a:lnTo>
                    <a:pt x="8168338" y="1219587"/>
                  </a:lnTo>
                  <a:lnTo>
                    <a:pt x="8219525" y="1275546"/>
                  </a:lnTo>
                  <a:lnTo>
                    <a:pt x="8229629" y="1287449"/>
                  </a:lnTo>
                  <a:lnTo>
                    <a:pt x="8272225" y="1340778"/>
                  </a:lnTo>
                  <a:lnTo>
                    <a:pt x="8313792" y="1397810"/>
                  </a:lnTo>
                  <a:lnTo>
                    <a:pt x="8354593" y="1458619"/>
                  </a:lnTo>
                  <a:lnTo>
                    <a:pt x="8394847" y="1523230"/>
                  </a:lnTo>
                  <a:lnTo>
                    <a:pt x="8434729" y="1591604"/>
                  </a:lnTo>
                  <a:lnTo>
                    <a:pt x="8474376" y="1663640"/>
                  </a:lnTo>
                  <a:lnTo>
                    <a:pt x="8513898" y="1739171"/>
                  </a:lnTo>
                  <a:lnTo>
                    <a:pt x="8553374" y="1817955"/>
                  </a:lnTo>
                  <a:lnTo>
                    <a:pt x="8592857" y="1899684"/>
                  </a:lnTo>
                  <a:lnTo>
                    <a:pt x="8632382" y="1983981"/>
                  </a:lnTo>
                  <a:lnTo>
                    <a:pt x="8671962" y="2070409"/>
                  </a:lnTo>
                  <a:lnTo>
                    <a:pt x="8711596" y="2158475"/>
                  </a:lnTo>
                  <a:lnTo>
                    <a:pt x="8751273" y="2247647"/>
                  </a:lnTo>
                  <a:lnTo>
                    <a:pt x="8790973" y="2337362"/>
                  </a:lnTo>
                  <a:lnTo>
                    <a:pt x="8830671" y="2427043"/>
                  </a:lnTo>
                  <a:lnTo>
                    <a:pt x="8870344" y="2516114"/>
                  </a:lnTo>
                  <a:lnTo>
                    <a:pt x="8909973" y="2604015"/>
                  </a:lnTo>
                  <a:lnTo>
                    <a:pt x="8949546" y="2690216"/>
                  </a:lnTo>
                  <a:lnTo>
                    <a:pt x="8989065" y="2774233"/>
                  </a:lnTo>
                  <a:lnTo>
                    <a:pt x="9028545" y="2855634"/>
                  </a:lnTo>
                  <a:lnTo>
                    <a:pt x="9068023" y="2934050"/>
                  </a:lnTo>
                  <a:lnTo>
                    <a:pt x="9107555" y="3009181"/>
                  </a:lnTo>
                  <a:lnTo>
                    <a:pt x="9147224" y="3080794"/>
                  </a:lnTo>
                  <a:lnTo>
                    <a:pt x="9187141" y="3148729"/>
                  </a:lnTo>
                  <a:lnTo>
                    <a:pt x="9227450" y="3212893"/>
                  </a:lnTo>
                  <a:lnTo>
                    <a:pt x="9268329" y="3273257"/>
                  </a:lnTo>
                  <a:lnTo>
                    <a:pt x="9310002" y="3329848"/>
                  </a:lnTo>
                  <a:lnTo>
                    <a:pt x="9347647" y="3376715"/>
                  </a:lnTo>
                  <a:lnTo>
                    <a:pt x="9398410" y="3433653"/>
                  </a:lnTo>
                  <a:lnTo>
                    <a:pt x="9451508" y="3485757"/>
                  </a:lnTo>
                  <a:lnTo>
                    <a:pt x="9507580" y="3533188"/>
                  </a:lnTo>
                  <a:lnTo>
                    <a:pt x="9567330" y="3576265"/>
                  </a:lnTo>
                  <a:lnTo>
                    <a:pt x="9631486" y="3615375"/>
                  </a:lnTo>
                  <a:lnTo>
                    <a:pt x="9700767" y="3650920"/>
                  </a:lnTo>
                  <a:lnTo>
                    <a:pt x="9775837" y="3683279"/>
                  </a:lnTo>
                  <a:lnTo>
                    <a:pt x="9857243" y="3712790"/>
                  </a:lnTo>
                  <a:lnTo>
                    <a:pt x="9945338" y="3739738"/>
                  </a:lnTo>
                  <a:lnTo>
                    <a:pt x="10040175" y="3764344"/>
                  </a:lnTo>
                  <a:lnTo>
                    <a:pt x="10141390" y="3786765"/>
                  </a:lnTo>
                  <a:lnTo>
                    <a:pt x="10248066" y="3807097"/>
                  </a:lnTo>
                  <a:lnTo>
                    <a:pt x="10358613" y="3825372"/>
                  </a:lnTo>
                  <a:lnTo>
                    <a:pt x="10470698" y="3841580"/>
                  </a:lnTo>
                  <a:lnTo>
                    <a:pt x="10581274" y="3855681"/>
                  </a:lnTo>
                  <a:lnTo>
                    <a:pt x="10686743" y="3867634"/>
                  </a:lnTo>
                  <a:lnTo>
                    <a:pt x="10783289" y="3877426"/>
                  </a:lnTo>
                  <a:lnTo>
                    <a:pt x="10867355" y="3885103"/>
                  </a:lnTo>
                  <a:lnTo>
                    <a:pt x="10936176" y="3890792"/>
                  </a:lnTo>
                  <a:lnTo>
                    <a:pt x="10988257" y="3894706"/>
                  </a:lnTo>
                  <a:lnTo>
                    <a:pt x="11023685" y="3897136"/>
                  </a:lnTo>
                  <a:lnTo>
                    <a:pt x="11044196" y="3898423"/>
                  </a:lnTo>
                  <a:lnTo>
                    <a:pt x="11053061" y="3898934"/>
                  </a:lnTo>
                  <a:lnTo>
                    <a:pt x="11054882" y="3899031"/>
                  </a:lnTo>
                  <a:lnTo>
                    <a:pt x="11054891" y="3899031"/>
                  </a:lnTo>
                  <a:lnTo>
                    <a:pt x="12049831" y="3899031"/>
                  </a:lnTo>
                  <a:lnTo>
                    <a:pt x="12049831" y="38990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0" name="pl439"/>
            <p:cNvSpPr/>
            <p:nvPr/>
          </p:nvSpPr>
          <p:spPr>
            <a:xfrm>
              <a:off x="1199187" y="1944110"/>
              <a:ext cx="12049831" cy="3899031"/>
            </a:xfrm>
            <a:custGeom>
              <a:avLst/>
              <a:pathLst>
                <a:path w="12049831" h="3899031">
                  <a:moveTo>
                    <a:pt x="12049831" y="3899031"/>
                  </a:moveTo>
                  <a:lnTo>
                    <a:pt x="11054891" y="3899031"/>
                  </a:lnTo>
                  <a:lnTo>
                    <a:pt x="11053827" y="3898975"/>
                  </a:lnTo>
                  <a:lnTo>
                    <a:pt x="11046797" y="3898577"/>
                  </a:lnTo>
                  <a:lnTo>
                    <a:pt x="11028950" y="3897476"/>
                  </a:lnTo>
                  <a:lnTo>
                    <a:pt x="10996732" y="3895307"/>
                  </a:lnTo>
                  <a:lnTo>
                    <a:pt x="10948078" y="3891718"/>
                  </a:lnTo>
                  <a:lnTo>
                    <a:pt x="10882570" y="3886408"/>
                  </a:lnTo>
                  <a:lnTo>
                    <a:pt x="10801399" y="3879146"/>
                  </a:lnTo>
                  <a:lnTo>
                    <a:pt x="10707107" y="3869788"/>
                  </a:lnTo>
                  <a:lnTo>
                    <a:pt x="10603135" y="3858272"/>
                  </a:lnTo>
                  <a:lnTo>
                    <a:pt x="10493289" y="3844603"/>
                  </a:lnTo>
                  <a:lnTo>
                    <a:pt x="10381241" y="3828817"/>
                  </a:lnTo>
                  <a:lnTo>
                    <a:pt x="10270171" y="3810958"/>
                  </a:lnTo>
                  <a:lnTo>
                    <a:pt x="10162561" y="3791043"/>
                  </a:lnTo>
                  <a:lnTo>
                    <a:pt x="10060147" y="3769050"/>
                  </a:lnTo>
                  <a:lnTo>
                    <a:pt x="9963975" y="3744896"/>
                  </a:lnTo>
                  <a:lnTo>
                    <a:pt x="9874510" y="3718438"/>
                  </a:lnTo>
                  <a:lnTo>
                    <a:pt x="9791772" y="3689466"/>
                  </a:lnTo>
                  <a:lnTo>
                    <a:pt x="9715460" y="3657708"/>
                  </a:lnTo>
                  <a:lnTo>
                    <a:pt x="9645059" y="3622837"/>
                  </a:lnTo>
                  <a:lnTo>
                    <a:pt x="9579923" y="3584480"/>
                  </a:lnTo>
                  <a:lnTo>
                    <a:pt x="9519342" y="3542237"/>
                  </a:lnTo>
                  <a:lnTo>
                    <a:pt x="9462584" y="3495716"/>
                  </a:lnTo>
                  <a:lnTo>
                    <a:pt x="9408939" y="3444577"/>
                  </a:lnTo>
                  <a:lnTo>
                    <a:pt x="9357751" y="3388618"/>
                  </a:lnTo>
                  <a:lnTo>
                    <a:pt x="9347647" y="3376715"/>
                  </a:lnTo>
                  <a:lnTo>
                    <a:pt x="9305051" y="3323385"/>
                  </a:lnTo>
                  <a:lnTo>
                    <a:pt x="9263485" y="3266354"/>
                  </a:lnTo>
                  <a:lnTo>
                    <a:pt x="9222683" y="3205544"/>
                  </a:lnTo>
                  <a:lnTo>
                    <a:pt x="9182429" y="3140934"/>
                  </a:lnTo>
                  <a:lnTo>
                    <a:pt x="9142548" y="3072560"/>
                  </a:lnTo>
                  <a:lnTo>
                    <a:pt x="9102900" y="3000523"/>
                  </a:lnTo>
                  <a:lnTo>
                    <a:pt x="9063378" y="2924993"/>
                  </a:lnTo>
                  <a:lnTo>
                    <a:pt x="9023903" y="2846208"/>
                  </a:lnTo>
                  <a:lnTo>
                    <a:pt x="8984419" y="2764479"/>
                  </a:lnTo>
                  <a:lnTo>
                    <a:pt x="8944895" y="2680182"/>
                  </a:lnTo>
                  <a:lnTo>
                    <a:pt x="8905315" y="2593754"/>
                  </a:lnTo>
                  <a:lnTo>
                    <a:pt x="8865680" y="2505688"/>
                  </a:lnTo>
                  <a:lnTo>
                    <a:pt x="8826003" y="2416516"/>
                  </a:lnTo>
                  <a:lnTo>
                    <a:pt x="8786303" y="2326801"/>
                  </a:lnTo>
                  <a:lnTo>
                    <a:pt x="8746605" y="2237120"/>
                  </a:lnTo>
                  <a:lnTo>
                    <a:pt x="8706932" y="2148049"/>
                  </a:lnTo>
                  <a:lnTo>
                    <a:pt x="8667303" y="2060149"/>
                  </a:lnTo>
                  <a:lnTo>
                    <a:pt x="8627730" y="1973947"/>
                  </a:lnTo>
                  <a:lnTo>
                    <a:pt x="8588211" y="1889930"/>
                  </a:lnTo>
                  <a:lnTo>
                    <a:pt x="8548731" y="1808529"/>
                  </a:lnTo>
                  <a:lnTo>
                    <a:pt x="8509254" y="1730113"/>
                  </a:lnTo>
                  <a:lnTo>
                    <a:pt x="8469721" y="1654983"/>
                  </a:lnTo>
                  <a:lnTo>
                    <a:pt x="8430052" y="1583369"/>
                  </a:lnTo>
                  <a:lnTo>
                    <a:pt x="8390135" y="1515434"/>
                  </a:lnTo>
                  <a:lnTo>
                    <a:pt x="8349827" y="1451270"/>
                  </a:lnTo>
                  <a:lnTo>
                    <a:pt x="8308947" y="1390907"/>
                  </a:lnTo>
                  <a:lnTo>
                    <a:pt x="8267274" y="1334315"/>
                  </a:lnTo>
                  <a:lnTo>
                    <a:pt x="8229629" y="1287449"/>
                  </a:lnTo>
                  <a:lnTo>
                    <a:pt x="8178866" y="1230510"/>
                  </a:lnTo>
                  <a:lnTo>
                    <a:pt x="8125769" y="1178407"/>
                  </a:lnTo>
                  <a:lnTo>
                    <a:pt x="8069696" y="1130976"/>
                  </a:lnTo>
                  <a:lnTo>
                    <a:pt x="8009947" y="1087899"/>
                  </a:lnTo>
                  <a:lnTo>
                    <a:pt x="7945791" y="1048788"/>
                  </a:lnTo>
                  <a:lnTo>
                    <a:pt x="7876509" y="1013244"/>
                  </a:lnTo>
                  <a:lnTo>
                    <a:pt x="7801439" y="980885"/>
                  </a:lnTo>
                  <a:lnTo>
                    <a:pt x="7720033" y="951373"/>
                  </a:lnTo>
                  <a:lnTo>
                    <a:pt x="7631939" y="924426"/>
                  </a:lnTo>
                  <a:lnTo>
                    <a:pt x="7537102" y="899820"/>
                  </a:lnTo>
                  <a:lnTo>
                    <a:pt x="7435886" y="877398"/>
                  </a:lnTo>
                  <a:lnTo>
                    <a:pt x="7329211" y="857067"/>
                  </a:lnTo>
                  <a:lnTo>
                    <a:pt x="7218664" y="838791"/>
                  </a:lnTo>
                  <a:lnTo>
                    <a:pt x="7106578" y="822583"/>
                  </a:lnTo>
                  <a:lnTo>
                    <a:pt x="6996002" y="808482"/>
                  </a:lnTo>
                  <a:lnTo>
                    <a:pt x="6890533" y="796529"/>
                  </a:lnTo>
                  <a:lnTo>
                    <a:pt x="6793987" y="786738"/>
                  </a:lnTo>
                  <a:lnTo>
                    <a:pt x="6709921" y="779060"/>
                  </a:lnTo>
                  <a:lnTo>
                    <a:pt x="6641101" y="773371"/>
                  </a:lnTo>
                  <a:lnTo>
                    <a:pt x="6589019" y="769457"/>
                  </a:lnTo>
                  <a:lnTo>
                    <a:pt x="6553592" y="767028"/>
                  </a:lnTo>
                  <a:lnTo>
                    <a:pt x="6533081" y="765740"/>
                  </a:lnTo>
                  <a:lnTo>
                    <a:pt x="6524215" y="765230"/>
                  </a:lnTo>
                  <a:lnTo>
                    <a:pt x="6522395" y="765133"/>
                  </a:lnTo>
                  <a:lnTo>
                    <a:pt x="6522385" y="765132"/>
                  </a:lnTo>
                  <a:lnTo>
                    <a:pt x="5527445" y="765132"/>
                  </a:lnTo>
                  <a:lnTo>
                    <a:pt x="5526313" y="765118"/>
                  </a:lnTo>
                  <a:lnTo>
                    <a:pt x="5518844" y="765014"/>
                  </a:lnTo>
                  <a:lnTo>
                    <a:pt x="5499913" y="764727"/>
                  </a:lnTo>
                  <a:lnTo>
                    <a:pt x="5465815" y="764163"/>
                  </a:lnTo>
                  <a:lnTo>
                    <a:pt x="5414480" y="763230"/>
                  </a:lnTo>
                  <a:lnTo>
                    <a:pt x="5345628" y="761852"/>
                  </a:lnTo>
                  <a:lnTo>
                    <a:pt x="5260714" y="759971"/>
                  </a:lnTo>
                  <a:lnTo>
                    <a:pt x="5162607" y="757553"/>
                  </a:lnTo>
                  <a:lnTo>
                    <a:pt x="5055068" y="754585"/>
                  </a:lnTo>
                  <a:lnTo>
                    <a:pt x="4942157" y="751069"/>
                  </a:lnTo>
                  <a:lnTo>
                    <a:pt x="4827704" y="747018"/>
                  </a:lnTo>
                  <a:lnTo>
                    <a:pt x="4714940" y="742440"/>
                  </a:lnTo>
                  <a:lnTo>
                    <a:pt x="4606316" y="737338"/>
                  </a:lnTo>
                  <a:lnTo>
                    <a:pt x="4503476" y="731704"/>
                  </a:lnTo>
                  <a:lnTo>
                    <a:pt x="4407344" y="725509"/>
                  </a:lnTo>
                  <a:lnTo>
                    <a:pt x="4318256" y="718713"/>
                  </a:lnTo>
                  <a:lnTo>
                    <a:pt x="4236107" y="711255"/>
                  </a:lnTo>
                  <a:lnTo>
                    <a:pt x="4160485" y="703059"/>
                  </a:lnTo>
                  <a:lnTo>
                    <a:pt x="4090783" y="694036"/>
                  </a:lnTo>
                  <a:lnTo>
                    <a:pt x="4026278" y="684084"/>
                  </a:lnTo>
                  <a:lnTo>
                    <a:pt x="3966199" y="673100"/>
                  </a:lnTo>
                  <a:lnTo>
                    <a:pt x="3909773" y="660985"/>
                  </a:lnTo>
                  <a:lnTo>
                    <a:pt x="3856265" y="647665"/>
                  </a:lnTo>
                  <a:lnTo>
                    <a:pt x="3820202" y="637610"/>
                  </a:lnTo>
                  <a:lnTo>
                    <a:pt x="3761346" y="619287"/>
                  </a:lnTo>
                  <a:lnTo>
                    <a:pt x="3704272" y="599207"/>
                  </a:lnTo>
                  <a:lnTo>
                    <a:pt x="3648348" y="577339"/>
                  </a:lnTo>
                  <a:lnTo>
                    <a:pt x="3593098" y="553708"/>
                  </a:lnTo>
                  <a:lnTo>
                    <a:pt x="3538180" y="528395"/>
                  </a:lnTo>
                  <a:lnTo>
                    <a:pt x="3483364" y="501545"/>
                  </a:lnTo>
                  <a:lnTo>
                    <a:pt x="3428509" y="473367"/>
                  </a:lnTo>
                  <a:lnTo>
                    <a:pt x="3373555" y="444128"/>
                  </a:lnTo>
                  <a:lnTo>
                    <a:pt x="3318498" y="414145"/>
                  </a:lnTo>
                  <a:lnTo>
                    <a:pt x="3263378" y="383772"/>
                  </a:lnTo>
                  <a:lnTo>
                    <a:pt x="3208255" y="353385"/>
                  </a:lnTo>
                  <a:lnTo>
                    <a:pt x="3153191" y="323358"/>
                  </a:lnTo>
                  <a:lnTo>
                    <a:pt x="3098228" y="294047"/>
                  </a:lnTo>
                  <a:lnTo>
                    <a:pt x="3043367" y="265775"/>
                  </a:lnTo>
                  <a:lnTo>
                    <a:pt x="2988551" y="238811"/>
                  </a:lnTo>
                  <a:lnTo>
                    <a:pt x="2933649" y="213370"/>
                  </a:lnTo>
                  <a:lnTo>
                    <a:pt x="2878436" y="189602"/>
                  </a:lnTo>
                  <a:lnTo>
                    <a:pt x="2822580" y="167593"/>
                  </a:lnTo>
                  <a:lnTo>
                    <a:pt x="2765619" y="147371"/>
                  </a:lnTo>
                  <a:lnTo>
                    <a:pt x="2706932" y="128911"/>
                  </a:lnTo>
                  <a:lnTo>
                    <a:pt x="2702183" y="127522"/>
                  </a:lnTo>
                  <a:lnTo>
                    <a:pt x="2650321" y="113338"/>
                  </a:lnTo>
                  <a:lnTo>
                    <a:pt x="2596011" y="100386"/>
                  </a:lnTo>
                  <a:lnTo>
                    <a:pt x="2538568" y="88620"/>
                  </a:lnTo>
                  <a:lnTo>
                    <a:pt x="2477242" y="77956"/>
                  </a:lnTo>
                  <a:lnTo>
                    <a:pt x="2411257" y="68294"/>
                  </a:lnTo>
                  <a:lnTo>
                    <a:pt x="2339849" y="59529"/>
                  </a:lnTo>
                  <a:lnTo>
                    <a:pt x="2262325" y="51564"/>
                  </a:lnTo>
                  <a:lnTo>
                    <a:pt x="2178124" y="44312"/>
                  </a:lnTo>
                  <a:lnTo>
                    <a:pt x="2086915" y="37702"/>
                  </a:lnTo>
                  <a:lnTo>
                    <a:pt x="1988710" y="31679"/>
                  </a:lnTo>
                  <a:lnTo>
                    <a:pt x="1884006" y="26206"/>
                  </a:lnTo>
                  <a:lnTo>
                    <a:pt x="1773930" y="21262"/>
                  </a:lnTo>
                  <a:lnTo>
                    <a:pt x="1660365" y="16842"/>
                  </a:lnTo>
                  <a:lnTo>
                    <a:pt x="1546003" y="12950"/>
                  </a:lnTo>
                  <a:lnTo>
                    <a:pt x="1434283" y="9598"/>
                  </a:lnTo>
                  <a:lnTo>
                    <a:pt x="1329152" y="6795"/>
                  </a:lnTo>
                  <a:lnTo>
                    <a:pt x="1234640" y="4541"/>
                  </a:lnTo>
                  <a:lnTo>
                    <a:pt x="1154302" y="2815"/>
                  </a:lnTo>
                  <a:lnTo>
                    <a:pt x="1090631" y="1578"/>
                  </a:lnTo>
                  <a:lnTo>
                    <a:pt x="1044583" y="764"/>
                  </a:lnTo>
                  <a:lnTo>
                    <a:pt x="1015334" y="293"/>
                  </a:lnTo>
                  <a:lnTo>
                    <a:pt x="1000302" y="72"/>
                  </a:lnTo>
                  <a:lnTo>
                    <a:pt x="995334" y="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1" name="pg440"/>
            <p:cNvSpPr/>
            <p:nvPr/>
          </p:nvSpPr>
          <p:spPr>
            <a:xfrm>
              <a:off x="1199187" y="1959832"/>
              <a:ext cx="12049831" cy="4197747"/>
            </a:xfrm>
            <a:custGeom>
              <a:avLst/>
              <a:pathLst>
                <a:path w="12049831" h="4197747">
                  <a:moveTo>
                    <a:pt x="0" y="36684"/>
                  </a:moveTo>
                  <a:lnTo>
                    <a:pt x="994940" y="36684"/>
                  </a:lnTo>
                  <a:lnTo>
                    <a:pt x="996071" y="36699"/>
                  </a:lnTo>
                  <a:lnTo>
                    <a:pt x="1003541" y="36803"/>
                  </a:lnTo>
                  <a:lnTo>
                    <a:pt x="1022470" y="37091"/>
                  </a:lnTo>
                  <a:lnTo>
                    <a:pt x="1056567" y="37660"/>
                  </a:lnTo>
                  <a:lnTo>
                    <a:pt x="1107900" y="38599"/>
                  </a:lnTo>
                  <a:lnTo>
                    <a:pt x="1176749" y="39986"/>
                  </a:lnTo>
                  <a:lnTo>
                    <a:pt x="1261659" y="41880"/>
                  </a:lnTo>
                  <a:lnTo>
                    <a:pt x="1359762" y="44315"/>
                  </a:lnTo>
                  <a:lnTo>
                    <a:pt x="1467298" y="47303"/>
                  </a:lnTo>
                  <a:lnTo>
                    <a:pt x="1580206" y="50842"/>
                  </a:lnTo>
                  <a:lnTo>
                    <a:pt x="1694657" y="54922"/>
                  </a:lnTo>
                  <a:lnTo>
                    <a:pt x="1807419" y="59530"/>
                  </a:lnTo>
                  <a:lnTo>
                    <a:pt x="1916043" y="64667"/>
                  </a:lnTo>
                  <a:lnTo>
                    <a:pt x="2018882" y="70340"/>
                  </a:lnTo>
                  <a:lnTo>
                    <a:pt x="2115014" y="76576"/>
                  </a:lnTo>
                  <a:lnTo>
                    <a:pt x="2204103" y="83419"/>
                  </a:lnTo>
                  <a:lnTo>
                    <a:pt x="2286253" y="90927"/>
                  </a:lnTo>
                  <a:lnTo>
                    <a:pt x="2361875" y="99179"/>
                  </a:lnTo>
                  <a:lnTo>
                    <a:pt x="2431578" y="108264"/>
                  </a:lnTo>
                  <a:lnTo>
                    <a:pt x="2496083" y="118283"/>
                  </a:lnTo>
                  <a:lnTo>
                    <a:pt x="2556163" y="129342"/>
                  </a:lnTo>
                  <a:lnTo>
                    <a:pt x="2612589" y="141539"/>
                  </a:lnTo>
                  <a:lnTo>
                    <a:pt x="2666097" y="154950"/>
                  </a:lnTo>
                  <a:lnTo>
                    <a:pt x="2702183" y="165079"/>
                  </a:lnTo>
                  <a:lnTo>
                    <a:pt x="2761005" y="183516"/>
                  </a:lnTo>
                  <a:lnTo>
                    <a:pt x="2818046" y="203721"/>
                  </a:lnTo>
                  <a:lnTo>
                    <a:pt x="2873939" y="225722"/>
                  </a:lnTo>
                  <a:lnTo>
                    <a:pt x="2929157" y="249498"/>
                  </a:lnTo>
                  <a:lnTo>
                    <a:pt x="2984043" y="274965"/>
                  </a:lnTo>
                  <a:lnTo>
                    <a:pt x="3038827" y="301978"/>
                  </a:lnTo>
                  <a:lnTo>
                    <a:pt x="3093649" y="330328"/>
                  </a:lnTo>
                  <a:lnTo>
                    <a:pt x="3148570" y="359746"/>
                  </a:lnTo>
                  <a:lnTo>
                    <a:pt x="3203594" y="389913"/>
                  </a:lnTo>
                  <a:lnTo>
                    <a:pt x="3258681" y="420475"/>
                  </a:lnTo>
                  <a:lnTo>
                    <a:pt x="3313772" y="451053"/>
                  </a:lnTo>
                  <a:lnTo>
                    <a:pt x="3368803" y="481272"/>
                  </a:lnTo>
                  <a:lnTo>
                    <a:pt x="3423735" y="510772"/>
                  </a:lnTo>
                  <a:lnTo>
                    <a:pt x="3478564" y="539231"/>
                  </a:lnTo>
                  <a:lnTo>
                    <a:pt x="3533348" y="566375"/>
                  </a:lnTo>
                  <a:lnTo>
                    <a:pt x="3588216" y="591990"/>
                  </a:lnTo>
                  <a:lnTo>
                    <a:pt x="3643391" y="615924"/>
                  </a:lnTo>
                  <a:lnTo>
                    <a:pt x="3699205" y="638090"/>
                  </a:lnTo>
                  <a:lnTo>
                    <a:pt x="3756118" y="658457"/>
                  </a:lnTo>
                  <a:lnTo>
                    <a:pt x="3814746" y="677053"/>
                  </a:lnTo>
                  <a:lnTo>
                    <a:pt x="3820202" y="678662"/>
                  </a:lnTo>
                  <a:lnTo>
                    <a:pt x="3872063" y="692942"/>
                  </a:lnTo>
                  <a:lnTo>
                    <a:pt x="3926372" y="705983"/>
                  </a:lnTo>
                  <a:lnTo>
                    <a:pt x="3983814" y="717829"/>
                  </a:lnTo>
                  <a:lnTo>
                    <a:pt x="4045138" y="728566"/>
                  </a:lnTo>
                  <a:lnTo>
                    <a:pt x="4111122" y="738294"/>
                  </a:lnTo>
                  <a:lnTo>
                    <a:pt x="4182527" y="747119"/>
                  </a:lnTo>
                  <a:lnTo>
                    <a:pt x="4260050" y="755139"/>
                  </a:lnTo>
                  <a:lnTo>
                    <a:pt x="4344248" y="762441"/>
                  </a:lnTo>
                  <a:lnTo>
                    <a:pt x="4435454" y="769096"/>
                  </a:lnTo>
                  <a:lnTo>
                    <a:pt x="4533656" y="775160"/>
                  </a:lnTo>
                  <a:lnTo>
                    <a:pt x="4638356" y="780670"/>
                  </a:lnTo>
                  <a:lnTo>
                    <a:pt x="4748429" y="785647"/>
                  </a:lnTo>
                  <a:lnTo>
                    <a:pt x="4861992" y="790098"/>
                  </a:lnTo>
                  <a:lnTo>
                    <a:pt x="4976352" y="794017"/>
                  </a:lnTo>
                  <a:lnTo>
                    <a:pt x="5088071" y="797392"/>
                  </a:lnTo>
                  <a:lnTo>
                    <a:pt x="5193203" y="800214"/>
                  </a:lnTo>
                  <a:lnTo>
                    <a:pt x="5287717" y="802484"/>
                  </a:lnTo>
                  <a:lnTo>
                    <a:pt x="5368058" y="804222"/>
                  </a:lnTo>
                  <a:lnTo>
                    <a:pt x="5431734" y="805468"/>
                  </a:lnTo>
                  <a:lnTo>
                    <a:pt x="5477788" y="806287"/>
                  </a:lnTo>
                  <a:lnTo>
                    <a:pt x="5507042" y="806761"/>
                  </a:lnTo>
                  <a:lnTo>
                    <a:pt x="5522079" y="806984"/>
                  </a:lnTo>
                  <a:lnTo>
                    <a:pt x="5527051" y="807052"/>
                  </a:lnTo>
                  <a:lnTo>
                    <a:pt x="5527445" y="807057"/>
                  </a:lnTo>
                  <a:lnTo>
                    <a:pt x="6522385" y="807057"/>
                  </a:lnTo>
                  <a:lnTo>
                    <a:pt x="6523438" y="807117"/>
                  </a:lnTo>
                  <a:lnTo>
                    <a:pt x="6530395" y="807543"/>
                  </a:lnTo>
                  <a:lnTo>
                    <a:pt x="6548060" y="808721"/>
                  </a:lnTo>
                  <a:lnTo>
                    <a:pt x="6579964" y="811043"/>
                  </a:lnTo>
                  <a:lnTo>
                    <a:pt x="6628167" y="814883"/>
                  </a:lnTo>
                  <a:lnTo>
                    <a:pt x="6693111" y="820568"/>
                  </a:lnTo>
                  <a:lnTo>
                    <a:pt x="6773647" y="828346"/>
                  </a:lnTo>
                  <a:lnTo>
                    <a:pt x="6867287" y="838371"/>
                  </a:lnTo>
                  <a:lnTo>
                    <a:pt x="6970643" y="850713"/>
                  </a:lnTo>
                  <a:lnTo>
                    <a:pt x="7079955" y="865370"/>
                  </a:lnTo>
                  <a:lnTo>
                    <a:pt x="7191576" y="882302"/>
                  </a:lnTo>
                  <a:lnTo>
                    <a:pt x="7302341" y="901463"/>
                  </a:lnTo>
                  <a:lnTo>
                    <a:pt x="7409761" y="922831"/>
                  </a:lnTo>
                  <a:lnTo>
                    <a:pt x="7512087" y="946429"/>
                  </a:lnTo>
                  <a:lnTo>
                    <a:pt x="7608253" y="972342"/>
                  </a:lnTo>
                  <a:lnTo>
                    <a:pt x="7697773" y="1000720"/>
                  </a:lnTo>
                  <a:lnTo>
                    <a:pt x="7780606" y="1031783"/>
                  </a:lnTo>
                  <a:lnTo>
                    <a:pt x="7857034" y="1065819"/>
                  </a:lnTo>
                  <a:lnTo>
                    <a:pt x="7927556" y="1103174"/>
                  </a:lnTo>
                  <a:lnTo>
                    <a:pt x="7992803" y="1144245"/>
                  </a:lnTo>
                  <a:lnTo>
                    <a:pt x="8053476" y="1189458"/>
                  </a:lnTo>
                  <a:lnTo>
                    <a:pt x="8110299" y="1239236"/>
                  </a:lnTo>
                  <a:lnTo>
                    <a:pt x="8163977" y="1293949"/>
                  </a:lnTo>
                  <a:lnTo>
                    <a:pt x="8215164" y="1353830"/>
                  </a:lnTo>
                  <a:lnTo>
                    <a:pt x="8229629" y="1372172"/>
                  </a:lnTo>
                  <a:lnTo>
                    <a:pt x="8270936" y="1428044"/>
                  </a:lnTo>
                  <a:lnTo>
                    <a:pt x="8311268" y="1487676"/>
                  </a:lnTo>
                  <a:lnTo>
                    <a:pt x="8350867" y="1551147"/>
                  </a:lnTo>
                  <a:lnTo>
                    <a:pt x="8389935" y="1618481"/>
                  </a:lnTo>
                  <a:lnTo>
                    <a:pt x="8428634" y="1689651"/>
                  </a:lnTo>
                  <a:lnTo>
                    <a:pt x="8467097" y="1764564"/>
                  </a:lnTo>
                  <a:lnTo>
                    <a:pt x="8505424" y="1843067"/>
                  </a:lnTo>
                  <a:lnTo>
                    <a:pt x="8543694" y="1924936"/>
                  </a:lnTo>
                  <a:lnTo>
                    <a:pt x="8581961" y="2009883"/>
                  </a:lnTo>
                  <a:lnTo>
                    <a:pt x="8620260" y="2097554"/>
                  </a:lnTo>
                  <a:lnTo>
                    <a:pt x="8658609" y="2187533"/>
                  </a:lnTo>
                  <a:lnTo>
                    <a:pt x="8697011" y="2279352"/>
                  </a:lnTo>
                  <a:lnTo>
                    <a:pt x="8735459" y="2372499"/>
                  </a:lnTo>
                  <a:lnTo>
                    <a:pt x="8773935" y="2466428"/>
                  </a:lnTo>
                  <a:lnTo>
                    <a:pt x="8812420" y="2560576"/>
                  </a:lnTo>
                  <a:lnTo>
                    <a:pt x="8850891" y="2654371"/>
                  </a:lnTo>
                  <a:lnTo>
                    <a:pt x="8889329" y="2747253"/>
                  </a:lnTo>
                  <a:lnTo>
                    <a:pt x="8927719" y="2838682"/>
                  </a:lnTo>
                  <a:lnTo>
                    <a:pt x="8966055" y="2928157"/>
                  </a:lnTo>
                  <a:lnTo>
                    <a:pt x="9004344" y="3015220"/>
                  </a:lnTo>
                  <a:lnTo>
                    <a:pt x="9042608" y="3099471"/>
                  </a:lnTo>
                  <a:lnTo>
                    <a:pt x="9080886" y="3180570"/>
                  </a:lnTo>
                  <a:lnTo>
                    <a:pt x="9119238" y="3258243"/>
                  </a:lnTo>
                  <a:lnTo>
                    <a:pt x="9157746" y="3332285"/>
                  </a:lnTo>
                  <a:lnTo>
                    <a:pt x="9196519" y="3402555"/>
                  </a:lnTo>
                  <a:lnTo>
                    <a:pt x="9235696" y="3468979"/>
                  </a:lnTo>
                  <a:lnTo>
                    <a:pt x="9275449" y="3531540"/>
                  </a:lnTo>
                  <a:lnTo>
                    <a:pt x="9315987" y="3590276"/>
                  </a:lnTo>
                  <a:lnTo>
                    <a:pt x="9347647" y="3632632"/>
                  </a:lnTo>
                  <a:lnTo>
                    <a:pt x="9398223" y="3694023"/>
                  </a:lnTo>
                  <a:lnTo>
                    <a:pt x="9451114" y="3750220"/>
                  </a:lnTo>
                  <a:lnTo>
                    <a:pt x="9506953" y="3801396"/>
                  </a:lnTo>
                  <a:lnTo>
                    <a:pt x="9566435" y="3847891"/>
                  </a:lnTo>
                  <a:lnTo>
                    <a:pt x="9630282" y="3890119"/>
                  </a:lnTo>
                  <a:lnTo>
                    <a:pt x="9699204" y="3928509"/>
                  </a:lnTo>
                  <a:lnTo>
                    <a:pt x="9773860" y="3963469"/>
                  </a:lnTo>
                  <a:lnTo>
                    <a:pt x="9854795" y="3995362"/>
                  </a:lnTo>
                  <a:lnTo>
                    <a:pt x="9942363" y="4024493"/>
                  </a:lnTo>
                  <a:lnTo>
                    <a:pt x="10036630" y="4051103"/>
                  </a:lnTo>
                  <a:lnTo>
                    <a:pt x="10137250" y="4075361"/>
                  </a:lnTo>
                  <a:lnTo>
                    <a:pt x="10243341" y="4097371"/>
                  </a:lnTo>
                  <a:lnTo>
                    <a:pt x="10353359" y="4117173"/>
                  </a:lnTo>
                  <a:lnTo>
                    <a:pt x="10465030" y="4134755"/>
                  </a:lnTo>
                  <a:lnTo>
                    <a:pt x="10575372" y="4150077"/>
                  </a:lnTo>
                  <a:lnTo>
                    <a:pt x="10680846" y="4163093"/>
                  </a:lnTo>
                  <a:lnTo>
                    <a:pt x="10777679" y="4173787"/>
                  </a:lnTo>
                  <a:lnTo>
                    <a:pt x="10862322" y="4182204"/>
                  </a:lnTo>
                  <a:lnTo>
                    <a:pt x="10931973" y="4188475"/>
                  </a:lnTo>
                  <a:lnTo>
                    <a:pt x="10985059" y="4192820"/>
                  </a:lnTo>
                  <a:lnTo>
                    <a:pt x="11021549" y="4195545"/>
                  </a:lnTo>
                  <a:lnTo>
                    <a:pt x="11043042" y="4197014"/>
                  </a:lnTo>
                  <a:lnTo>
                    <a:pt x="11052664" y="4197618"/>
                  </a:lnTo>
                  <a:lnTo>
                    <a:pt x="11054891" y="4197747"/>
                  </a:lnTo>
                  <a:lnTo>
                    <a:pt x="12049831" y="4197747"/>
                  </a:lnTo>
                  <a:lnTo>
                    <a:pt x="12049831" y="4161063"/>
                  </a:lnTo>
                  <a:lnTo>
                    <a:pt x="11054891" y="4161063"/>
                  </a:lnTo>
                  <a:lnTo>
                    <a:pt x="11053838" y="4161003"/>
                  </a:lnTo>
                  <a:lnTo>
                    <a:pt x="11046882" y="4160577"/>
                  </a:lnTo>
                  <a:lnTo>
                    <a:pt x="11029216" y="4159399"/>
                  </a:lnTo>
                  <a:lnTo>
                    <a:pt x="10997312" y="4157077"/>
                  </a:lnTo>
                  <a:lnTo>
                    <a:pt x="10949109" y="4153237"/>
                  </a:lnTo>
                  <a:lnTo>
                    <a:pt x="10884165" y="4147552"/>
                  </a:lnTo>
                  <a:lnTo>
                    <a:pt x="10803629" y="4139774"/>
                  </a:lnTo>
                  <a:lnTo>
                    <a:pt x="10709990" y="4129749"/>
                  </a:lnTo>
                  <a:lnTo>
                    <a:pt x="10606634" y="4117407"/>
                  </a:lnTo>
                  <a:lnTo>
                    <a:pt x="10497322" y="4102750"/>
                  </a:lnTo>
                  <a:lnTo>
                    <a:pt x="10385700" y="4085818"/>
                  </a:lnTo>
                  <a:lnTo>
                    <a:pt x="10274936" y="4066657"/>
                  </a:lnTo>
                  <a:lnTo>
                    <a:pt x="10167516" y="4045290"/>
                  </a:lnTo>
                  <a:lnTo>
                    <a:pt x="10065190" y="4021691"/>
                  </a:lnTo>
                  <a:lnTo>
                    <a:pt x="9969023" y="3995778"/>
                  </a:lnTo>
                  <a:lnTo>
                    <a:pt x="9879503" y="3967400"/>
                  </a:lnTo>
                  <a:lnTo>
                    <a:pt x="9796670" y="3936337"/>
                  </a:lnTo>
                  <a:lnTo>
                    <a:pt x="9720242" y="3902302"/>
                  </a:lnTo>
                  <a:lnTo>
                    <a:pt x="9649721" y="3864947"/>
                  </a:lnTo>
                  <a:lnTo>
                    <a:pt x="9584474" y="3823876"/>
                  </a:lnTo>
                  <a:lnTo>
                    <a:pt x="9523800" y="3778662"/>
                  </a:lnTo>
                  <a:lnTo>
                    <a:pt x="9466978" y="3728884"/>
                  </a:lnTo>
                  <a:lnTo>
                    <a:pt x="9413300" y="3674171"/>
                  </a:lnTo>
                  <a:lnTo>
                    <a:pt x="9362113" y="3614290"/>
                  </a:lnTo>
                  <a:lnTo>
                    <a:pt x="9347647" y="3595948"/>
                  </a:lnTo>
                  <a:lnTo>
                    <a:pt x="9306340" y="3540076"/>
                  </a:lnTo>
                  <a:lnTo>
                    <a:pt x="9266009" y="3480444"/>
                  </a:lnTo>
                  <a:lnTo>
                    <a:pt x="9226409" y="3416973"/>
                  </a:lnTo>
                  <a:lnTo>
                    <a:pt x="9187342" y="3349639"/>
                  </a:lnTo>
                  <a:lnTo>
                    <a:pt x="9148642" y="3278469"/>
                  </a:lnTo>
                  <a:lnTo>
                    <a:pt x="9110180" y="3203556"/>
                  </a:lnTo>
                  <a:lnTo>
                    <a:pt x="9071852" y="3125053"/>
                  </a:lnTo>
                  <a:lnTo>
                    <a:pt x="9033582" y="3043184"/>
                  </a:lnTo>
                  <a:lnTo>
                    <a:pt x="8995315" y="2958237"/>
                  </a:lnTo>
                  <a:lnTo>
                    <a:pt x="8957016" y="2870567"/>
                  </a:lnTo>
                  <a:lnTo>
                    <a:pt x="8918667" y="2780588"/>
                  </a:lnTo>
                  <a:lnTo>
                    <a:pt x="8880265" y="2688768"/>
                  </a:lnTo>
                  <a:lnTo>
                    <a:pt x="8841818" y="2595622"/>
                  </a:lnTo>
                  <a:lnTo>
                    <a:pt x="8803342" y="2501692"/>
                  </a:lnTo>
                  <a:lnTo>
                    <a:pt x="8764857" y="2407545"/>
                  </a:lnTo>
                  <a:lnTo>
                    <a:pt x="8726385" y="2313749"/>
                  </a:lnTo>
                  <a:lnTo>
                    <a:pt x="8687948" y="2220867"/>
                  </a:lnTo>
                  <a:lnTo>
                    <a:pt x="8649558" y="2129438"/>
                  </a:lnTo>
                  <a:lnTo>
                    <a:pt x="8611221" y="2039963"/>
                  </a:lnTo>
                  <a:lnTo>
                    <a:pt x="8572932" y="1952900"/>
                  </a:lnTo>
                  <a:lnTo>
                    <a:pt x="8534668" y="1868649"/>
                  </a:lnTo>
                  <a:lnTo>
                    <a:pt x="8496390" y="1787551"/>
                  </a:lnTo>
                  <a:lnTo>
                    <a:pt x="8458039" y="1709877"/>
                  </a:lnTo>
                  <a:lnTo>
                    <a:pt x="8419531" y="1635835"/>
                  </a:lnTo>
                  <a:lnTo>
                    <a:pt x="8380757" y="1565565"/>
                  </a:lnTo>
                  <a:lnTo>
                    <a:pt x="8341580" y="1499141"/>
                  </a:lnTo>
                  <a:lnTo>
                    <a:pt x="8301828" y="1436580"/>
                  </a:lnTo>
                  <a:lnTo>
                    <a:pt x="8261290" y="1377844"/>
                  </a:lnTo>
                  <a:lnTo>
                    <a:pt x="8229629" y="1335488"/>
                  </a:lnTo>
                  <a:lnTo>
                    <a:pt x="8179054" y="1274097"/>
                  </a:lnTo>
                  <a:lnTo>
                    <a:pt x="8126163" y="1217900"/>
                  </a:lnTo>
                  <a:lnTo>
                    <a:pt x="8070323" y="1166724"/>
                  </a:lnTo>
                  <a:lnTo>
                    <a:pt x="8010841" y="1120229"/>
                  </a:lnTo>
                  <a:lnTo>
                    <a:pt x="7946995" y="1078001"/>
                  </a:lnTo>
                  <a:lnTo>
                    <a:pt x="7878072" y="1039611"/>
                  </a:lnTo>
                  <a:lnTo>
                    <a:pt x="7803416" y="1004651"/>
                  </a:lnTo>
                  <a:lnTo>
                    <a:pt x="7722482" y="972758"/>
                  </a:lnTo>
                  <a:lnTo>
                    <a:pt x="7634914" y="943627"/>
                  </a:lnTo>
                  <a:lnTo>
                    <a:pt x="7540647" y="917018"/>
                  </a:lnTo>
                  <a:lnTo>
                    <a:pt x="7440026" y="892759"/>
                  </a:lnTo>
                  <a:lnTo>
                    <a:pt x="7333936" y="870749"/>
                  </a:lnTo>
                  <a:lnTo>
                    <a:pt x="7223918" y="850947"/>
                  </a:lnTo>
                  <a:lnTo>
                    <a:pt x="7112246" y="833365"/>
                  </a:lnTo>
                  <a:lnTo>
                    <a:pt x="7001905" y="818043"/>
                  </a:lnTo>
                  <a:lnTo>
                    <a:pt x="6896431" y="805027"/>
                  </a:lnTo>
                  <a:lnTo>
                    <a:pt x="6799598" y="794333"/>
                  </a:lnTo>
                  <a:lnTo>
                    <a:pt x="6714955" y="785916"/>
                  </a:lnTo>
                  <a:lnTo>
                    <a:pt x="6645304" y="779646"/>
                  </a:lnTo>
                  <a:lnTo>
                    <a:pt x="6592218" y="775300"/>
                  </a:lnTo>
                  <a:lnTo>
                    <a:pt x="6555728" y="772575"/>
                  </a:lnTo>
                  <a:lnTo>
                    <a:pt x="6534235" y="771106"/>
                  </a:lnTo>
                  <a:lnTo>
                    <a:pt x="6524613" y="770502"/>
                  </a:lnTo>
                  <a:lnTo>
                    <a:pt x="6522385" y="770373"/>
                  </a:lnTo>
                  <a:lnTo>
                    <a:pt x="5527445" y="770373"/>
                  </a:lnTo>
                  <a:lnTo>
                    <a:pt x="5526314" y="770358"/>
                  </a:lnTo>
                  <a:lnTo>
                    <a:pt x="5518844" y="770254"/>
                  </a:lnTo>
                  <a:lnTo>
                    <a:pt x="5499915" y="769965"/>
                  </a:lnTo>
                  <a:lnTo>
                    <a:pt x="5465818" y="769397"/>
                  </a:lnTo>
                  <a:lnTo>
                    <a:pt x="5414485" y="768458"/>
                  </a:lnTo>
                  <a:lnTo>
                    <a:pt x="5345636" y="767070"/>
                  </a:lnTo>
                  <a:lnTo>
                    <a:pt x="5260726" y="765177"/>
                  </a:lnTo>
                  <a:lnTo>
                    <a:pt x="5162623" y="762742"/>
                  </a:lnTo>
                  <a:lnTo>
                    <a:pt x="5055087" y="759754"/>
                  </a:lnTo>
                  <a:lnTo>
                    <a:pt x="4942179" y="756214"/>
                  </a:lnTo>
                  <a:lnTo>
                    <a:pt x="4827728" y="752135"/>
                  </a:lnTo>
                  <a:lnTo>
                    <a:pt x="4714966" y="747526"/>
                  </a:lnTo>
                  <a:lnTo>
                    <a:pt x="4606342" y="742390"/>
                  </a:lnTo>
                  <a:lnTo>
                    <a:pt x="4503503" y="736717"/>
                  </a:lnTo>
                  <a:lnTo>
                    <a:pt x="4407371" y="730481"/>
                  </a:lnTo>
                  <a:lnTo>
                    <a:pt x="4318282" y="723638"/>
                  </a:lnTo>
                  <a:lnTo>
                    <a:pt x="4236132" y="716129"/>
                  </a:lnTo>
                  <a:lnTo>
                    <a:pt x="4160510" y="707878"/>
                  </a:lnTo>
                  <a:lnTo>
                    <a:pt x="4090807" y="698793"/>
                  </a:lnTo>
                  <a:lnTo>
                    <a:pt x="4026302" y="688774"/>
                  </a:lnTo>
                  <a:lnTo>
                    <a:pt x="3966222" y="677715"/>
                  </a:lnTo>
                  <a:lnTo>
                    <a:pt x="3909796" y="665518"/>
                  </a:lnTo>
                  <a:lnTo>
                    <a:pt x="3856288" y="652107"/>
                  </a:lnTo>
                  <a:lnTo>
                    <a:pt x="3820202" y="641977"/>
                  </a:lnTo>
                  <a:lnTo>
                    <a:pt x="3761380" y="623540"/>
                  </a:lnTo>
                  <a:lnTo>
                    <a:pt x="3704339" y="603336"/>
                  </a:lnTo>
                  <a:lnTo>
                    <a:pt x="3648446" y="581334"/>
                  </a:lnTo>
                  <a:lnTo>
                    <a:pt x="3593228" y="557559"/>
                  </a:lnTo>
                  <a:lnTo>
                    <a:pt x="3538342" y="532092"/>
                  </a:lnTo>
                  <a:lnTo>
                    <a:pt x="3483558" y="505079"/>
                  </a:lnTo>
                  <a:lnTo>
                    <a:pt x="3428736" y="476729"/>
                  </a:lnTo>
                  <a:lnTo>
                    <a:pt x="3373815" y="447311"/>
                  </a:lnTo>
                  <a:lnTo>
                    <a:pt x="3318791" y="417143"/>
                  </a:lnTo>
                  <a:lnTo>
                    <a:pt x="3263704" y="386582"/>
                  </a:lnTo>
                  <a:lnTo>
                    <a:pt x="3208613" y="356004"/>
                  </a:lnTo>
                  <a:lnTo>
                    <a:pt x="3153582" y="325785"/>
                  </a:lnTo>
                  <a:lnTo>
                    <a:pt x="3098650" y="296285"/>
                  </a:lnTo>
                  <a:lnTo>
                    <a:pt x="3043821" y="267826"/>
                  </a:lnTo>
                  <a:lnTo>
                    <a:pt x="2989037" y="240681"/>
                  </a:lnTo>
                  <a:lnTo>
                    <a:pt x="2934169" y="215066"/>
                  </a:lnTo>
                  <a:lnTo>
                    <a:pt x="2878994" y="191132"/>
                  </a:lnTo>
                  <a:lnTo>
                    <a:pt x="2823180" y="168967"/>
                  </a:lnTo>
                  <a:lnTo>
                    <a:pt x="2766267" y="148599"/>
                  </a:lnTo>
                  <a:lnTo>
                    <a:pt x="2707639" y="130004"/>
                  </a:lnTo>
                  <a:lnTo>
                    <a:pt x="2702183" y="128395"/>
                  </a:lnTo>
                  <a:lnTo>
                    <a:pt x="2650322" y="114115"/>
                  </a:lnTo>
                  <a:lnTo>
                    <a:pt x="2596013" y="101074"/>
                  </a:lnTo>
                  <a:lnTo>
                    <a:pt x="2538571" y="89227"/>
                  </a:lnTo>
                  <a:lnTo>
                    <a:pt x="2477247" y="78491"/>
                  </a:lnTo>
                  <a:lnTo>
                    <a:pt x="2411263" y="68763"/>
                  </a:lnTo>
                  <a:lnTo>
                    <a:pt x="2339858" y="59938"/>
                  </a:lnTo>
                  <a:lnTo>
                    <a:pt x="2262335" y="51918"/>
                  </a:lnTo>
                  <a:lnTo>
                    <a:pt x="2178137" y="44616"/>
                  </a:lnTo>
                  <a:lnTo>
                    <a:pt x="2086931" y="37961"/>
                  </a:lnTo>
                  <a:lnTo>
                    <a:pt x="1988729" y="31897"/>
                  </a:lnTo>
                  <a:lnTo>
                    <a:pt x="1884029" y="26387"/>
                  </a:lnTo>
                  <a:lnTo>
                    <a:pt x="1773956" y="21409"/>
                  </a:lnTo>
                  <a:lnTo>
                    <a:pt x="1660393" y="16958"/>
                  </a:lnTo>
                  <a:lnTo>
                    <a:pt x="1546033" y="13040"/>
                  </a:lnTo>
                  <a:lnTo>
                    <a:pt x="1434314" y="9665"/>
                  </a:lnTo>
                  <a:lnTo>
                    <a:pt x="1329182" y="6843"/>
                  </a:lnTo>
                  <a:lnTo>
                    <a:pt x="1234668" y="4572"/>
                  </a:lnTo>
                  <a:lnTo>
                    <a:pt x="1154327" y="2835"/>
                  </a:lnTo>
                  <a:lnTo>
                    <a:pt x="1090651" y="1589"/>
                  </a:lnTo>
                  <a:lnTo>
                    <a:pt x="1044597" y="770"/>
                  </a:lnTo>
                  <a:lnTo>
                    <a:pt x="1015343" y="295"/>
                  </a:lnTo>
                  <a:lnTo>
                    <a:pt x="1000306" y="72"/>
                  </a:lnTo>
                  <a:lnTo>
                    <a:pt x="995334" y="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42" name="pl441"/>
            <p:cNvSpPr/>
            <p:nvPr/>
          </p:nvSpPr>
          <p:spPr>
            <a:xfrm>
              <a:off x="1199187" y="1996517"/>
              <a:ext cx="12049831" cy="4161063"/>
            </a:xfrm>
            <a:custGeom>
              <a:avLst/>
              <a:pathLst>
                <a:path w="12049831" h="4161063">
                  <a:moveTo>
                    <a:pt x="0" y="0"/>
                  </a:moveTo>
                  <a:lnTo>
                    <a:pt x="994940" y="0"/>
                  </a:lnTo>
                  <a:lnTo>
                    <a:pt x="996071" y="14"/>
                  </a:lnTo>
                  <a:lnTo>
                    <a:pt x="1003541" y="119"/>
                  </a:lnTo>
                  <a:lnTo>
                    <a:pt x="1022470" y="407"/>
                  </a:lnTo>
                  <a:lnTo>
                    <a:pt x="1056567" y="975"/>
                  </a:lnTo>
                  <a:lnTo>
                    <a:pt x="1107900" y="1914"/>
                  </a:lnTo>
                  <a:lnTo>
                    <a:pt x="1176749" y="3302"/>
                  </a:lnTo>
                  <a:lnTo>
                    <a:pt x="1261659" y="5196"/>
                  </a:lnTo>
                  <a:lnTo>
                    <a:pt x="1359762" y="7630"/>
                  </a:lnTo>
                  <a:lnTo>
                    <a:pt x="1467298" y="10619"/>
                  </a:lnTo>
                  <a:lnTo>
                    <a:pt x="1580206" y="14158"/>
                  </a:lnTo>
                  <a:lnTo>
                    <a:pt x="1694657" y="18237"/>
                  </a:lnTo>
                  <a:lnTo>
                    <a:pt x="1807419" y="22846"/>
                  </a:lnTo>
                  <a:lnTo>
                    <a:pt x="1916043" y="27982"/>
                  </a:lnTo>
                  <a:lnTo>
                    <a:pt x="2018882" y="33655"/>
                  </a:lnTo>
                  <a:lnTo>
                    <a:pt x="2115014" y="39892"/>
                  </a:lnTo>
                  <a:lnTo>
                    <a:pt x="2204103" y="46734"/>
                  </a:lnTo>
                  <a:lnTo>
                    <a:pt x="2286253" y="54243"/>
                  </a:lnTo>
                  <a:lnTo>
                    <a:pt x="2361875" y="62494"/>
                  </a:lnTo>
                  <a:lnTo>
                    <a:pt x="2431578" y="71579"/>
                  </a:lnTo>
                  <a:lnTo>
                    <a:pt x="2496083" y="81599"/>
                  </a:lnTo>
                  <a:lnTo>
                    <a:pt x="2556163" y="92658"/>
                  </a:lnTo>
                  <a:lnTo>
                    <a:pt x="2612589" y="104855"/>
                  </a:lnTo>
                  <a:lnTo>
                    <a:pt x="2666097" y="118265"/>
                  </a:lnTo>
                  <a:lnTo>
                    <a:pt x="2702183" y="128395"/>
                  </a:lnTo>
                  <a:lnTo>
                    <a:pt x="2761005" y="146832"/>
                  </a:lnTo>
                  <a:lnTo>
                    <a:pt x="2818046" y="167036"/>
                  </a:lnTo>
                  <a:lnTo>
                    <a:pt x="2873939" y="189038"/>
                  </a:lnTo>
                  <a:lnTo>
                    <a:pt x="2929157" y="212813"/>
                  </a:lnTo>
                  <a:lnTo>
                    <a:pt x="2984043" y="238280"/>
                  </a:lnTo>
                  <a:lnTo>
                    <a:pt x="3038827" y="265293"/>
                  </a:lnTo>
                  <a:lnTo>
                    <a:pt x="3093649" y="293643"/>
                  </a:lnTo>
                  <a:lnTo>
                    <a:pt x="3148570" y="323061"/>
                  </a:lnTo>
                  <a:lnTo>
                    <a:pt x="3203594" y="353229"/>
                  </a:lnTo>
                  <a:lnTo>
                    <a:pt x="3258681" y="383790"/>
                  </a:lnTo>
                  <a:lnTo>
                    <a:pt x="3313772" y="414368"/>
                  </a:lnTo>
                  <a:lnTo>
                    <a:pt x="3368803" y="444587"/>
                  </a:lnTo>
                  <a:lnTo>
                    <a:pt x="3423735" y="474088"/>
                  </a:lnTo>
                  <a:lnTo>
                    <a:pt x="3478564" y="502547"/>
                  </a:lnTo>
                  <a:lnTo>
                    <a:pt x="3533348" y="529691"/>
                  </a:lnTo>
                  <a:lnTo>
                    <a:pt x="3588216" y="555306"/>
                  </a:lnTo>
                  <a:lnTo>
                    <a:pt x="3643391" y="579240"/>
                  </a:lnTo>
                  <a:lnTo>
                    <a:pt x="3699205" y="601405"/>
                  </a:lnTo>
                  <a:lnTo>
                    <a:pt x="3756118" y="621773"/>
                  </a:lnTo>
                  <a:lnTo>
                    <a:pt x="3814746" y="640368"/>
                  </a:lnTo>
                  <a:lnTo>
                    <a:pt x="3820202" y="641977"/>
                  </a:lnTo>
                  <a:lnTo>
                    <a:pt x="3872063" y="656257"/>
                  </a:lnTo>
                  <a:lnTo>
                    <a:pt x="3926372" y="669299"/>
                  </a:lnTo>
                  <a:lnTo>
                    <a:pt x="3983814" y="681145"/>
                  </a:lnTo>
                  <a:lnTo>
                    <a:pt x="4045138" y="691881"/>
                  </a:lnTo>
                  <a:lnTo>
                    <a:pt x="4111122" y="701610"/>
                  </a:lnTo>
                  <a:lnTo>
                    <a:pt x="4182527" y="710435"/>
                  </a:lnTo>
                  <a:lnTo>
                    <a:pt x="4260050" y="718454"/>
                  </a:lnTo>
                  <a:lnTo>
                    <a:pt x="4344248" y="725756"/>
                  </a:lnTo>
                  <a:lnTo>
                    <a:pt x="4435454" y="732411"/>
                  </a:lnTo>
                  <a:lnTo>
                    <a:pt x="4533656" y="738475"/>
                  </a:lnTo>
                  <a:lnTo>
                    <a:pt x="4638356" y="743985"/>
                  </a:lnTo>
                  <a:lnTo>
                    <a:pt x="4748429" y="748963"/>
                  </a:lnTo>
                  <a:lnTo>
                    <a:pt x="4861992" y="753414"/>
                  </a:lnTo>
                  <a:lnTo>
                    <a:pt x="4976352" y="757333"/>
                  </a:lnTo>
                  <a:lnTo>
                    <a:pt x="5088071" y="760708"/>
                  </a:lnTo>
                  <a:lnTo>
                    <a:pt x="5193203" y="763530"/>
                  </a:lnTo>
                  <a:lnTo>
                    <a:pt x="5287717" y="765800"/>
                  </a:lnTo>
                  <a:lnTo>
                    <a:pt x="5368058" y="767537"/>
                  </a:lnTo>
                  <a:lnTo>
                    <a:pt x="5431734" y="768783"/>
                  </a:lnTo>
                  <a:lnTo>
                    <a:pt x="5477788" y="769602"/>
                  </a:lnTo>
                  <a:lnTo>
                    <a:pt x="5507042" y="770077"/>
                  </a:lnTo>
                  <a:lnTo>
                    <a:pt x="5522079" y="770300"/>
                  </a:lnTo>
                  <a:lnTo>
                    <a:pt x="5527051" y="770368"/>
                  </a:lnTo>
                  <a:lnTo>
                    <a:pt x="5527445" y="770373"/>
                  </a:lnTo>
                  <a:lnTo>
                    <a:pt x="6522385" y="770373"/>
                  </a:lnTo>
                  <a:lnTo>
                    <a:pt x="6523438" y="770433"/>
                  </a:lnTo>
                  <a:lnTo>
                    <a:pt x="6530395" y="770859"/>
                  </a:lnTo>
                  <a:lnTo>
                    <a:pt x="6548060" y="772037"/>
                  </a:lnTo>
                  <a:lnTo>
                    <a:pt x="6579964" y="774358"/>
                  </a:lnTo>
                  <a:lnTo>
                    <a:pt x="6628167" y="778199"/>
                  </a:lnTo>
                  <a:lnTo>
                    <a:pt x="6693111" y="783884"/>
                  </a:lnTo>
                  <a:lnTo>
                    <a:pt x="6773647" y="791661"/>
                  </a:lnTo>
                  <a:lnTo>
                    <a:pt x="6867287" y="801687"/>
                  </a:lnTo>
                  <a:lnTo>
                    <a:pt x="6970643" y="814029"/>
                  </a:lnTo>
                  <a:lnTo>
                    <a:pt x="7079955" y="828686"/>
                  </a:lnTo>
                  <a:lnTo>
                    <a:pt x="7191576" y="845617"/>
                  </a:lnTo>
                  <a:lnTo>
                    <a:pt x="7302341" y="864778"/>
                  </a:lnTo>
                  <a:lnTo>
                    <a:pt x="7409761" y="886146"/>
                  </a:lnTo>
                  <a:lnTo>
                    <a:pt x="7512087" y="909745"/>
                  </a:lnTo>
                  <a:lnTo>
                    <a:pt x="7608253" y="935658"/>
                  </a:lnTo>
                  <a:lnTo>
                    <a:pt x="7697773" y="964036"/>
                  </a:lnTo>
                  <a:lnTo>
                    <a:pt x="7780606" y="995099"/>
                  </a:lnTo>
                  <a:lnTo>
                    <a:pt x="7857034" y="1029134"/>
                  </a:lnTo>
                  <a:lnTo>
                    <a:pt x="7927556" y="1066489"/>
                  </a:lnTo>
                  <a:lnTo>
                    <a:pt x="7992803" y="1107560"/>
                  </a:lnTo>
                  <a:lnTo>
                    <a:pt x="8053476" y="1152773"/>
                  </a:lnTo>
                  <a:lnTo>
                    <a:pt x="8110299" y="1202552"/>
                  </a:lnTo>
                  <a:lnTo>
                    <a:pt x="8163977" y="1257265"/>
                  </a:lnTo>
                  <a:lnTo>
                    <a:pt x="8215164" y="1317145"/>
                  </a:lnTo>
                  <a:lnTo>
                    <a:pt x="8229629" y="1335488"/>
                  </a:lnTo>
                  <a:lnTo>
                    <a:pt x="8270936" y="1391359"/>
                  </a:lnTo>
                  <a:lnTo>
                    <a:pt x="8311268" y="1450992"/>
                  </a:lnTo>
                  <a:lnTo>
                    <a:pt x="8350867" y="1514462"/>
                  </a:lnTo>
                  <a:lnTo>
                    <a:pt x="8389935" y="1581797"/>
                  </a:lnTo>
                  <a:lnTo>
                    <a:pt x="8428634" y="1652966"/>
                  </a:lnTo>
                  <a:lnTo>
                    <a:pt x="8467097" y="1727880"/>
                  </a:lnTo>
                  <a:lnTo>
                    <a:pt x="8505424" y="1806382"/>
                  </a:lnTo>
                  <a:lnTo>
                    <a:pt x="8543694" y="1888252"/>
                  </a:lnTo>
                  <a:lnTo>
                    <a:pt x="8581961" y="1973199"/>
                  </a:lnTo>
                  <a:lnTo>
                    <a:pt x="8620260" y="2060869"/>
                  </a:lnTo>
                  <a:lnTo>
                    <a:pt x="8658609" y="2150848"/>
                  </a:lnTo>
                  <a:lnTo>
                    <a:pt x="8697011" y="2242667"/>
                  </a:lnTo>
                  <a:lnTo>
                    <a:pt x="8735459" y="2335814"/>
                  </a:lnTo>
                  <a:lnTo>
                    <a:pt x="8773935" y="2429744"/>
                  </a:lnTo>
                  <a:lnTo>
                    <a:pt x="8812420" y="2523891"/>
                  </a:lnTo>
                  <a:lnTo>
                    <a:pt x="8850891" y="2617686"/>
                  </a:lnTo>
                  <a:lnTo>
                    <a:pt x="8889329" y="2710568"/>
                  </a:lnTo>
                  <a:lnTo>
                    <a:pt x="8927719" y="2801998"/>
                  </a:lnTo>
                  <a:lnTo>
                    <a:pt x="8966055" y="2891473"/>
                  </a:lnTo>
                  <a:lnTo>
                    <a:pt x="9004344" y="2978536"/>
                  </a:lnTo>
                  <a:lnTo>
                    <a:pt x="9042608" y="3062786"/>
                  </a:lnTo>
                  <a:lnTo>
                    <a:pt x="9080886" y="3143885"/>
                  </a:lnTo>
                  <a:lnTo>
                    <a:pt x="9119238" y="3221558"/>
                  </a:lnTo>
                  <a:lnTo>
                    <a:pt x="9157746" y="3295600"/>
                  </a:lnTo>
                  <a:lnTo>
                    <a:pt x="9196519" y="3365871"/>
                  </a:lnTo>
                  <a:lnTo>
                    <a:pt x="9235696" y="3432295"/>
                  </a:lnTo>
                  <a:lnTo>
                    <a:pt x="9275449" y="3494855"/>
                  </a:lnTo>
                  <a:lnTo>
                    <a:pt x="9315987" y="3553592"/>
                  </a:lnTo>
                  <a:lnTo>
                    <a:pt x="9347647" y="3595948"/>
                  </a:lnTo>
                  <a:lnTo>
                    <a:pt x="9398223" y="3657339"/>
                  </a:lnTo>
                  <a:lnTo>
                    <a:pt x="9451114" y="3713535"/>
                  </a:lnTo>
                  <a:lnTo>
                    <a:pt x="9506953" y="3764711"/>
                  </a:lnTo>
                  <a:lnTo>
                    <a:pt x="9566435" y="3811206"/>
                  </a:lnTo>
                  <a:lnTo>
                    <a:pt x="9630282" y="3853434"/>
                  </a:lnTo>
                  <a:lnTo>
                    <a:pt x="9699204" y="3891825"/>
                  </a:lnTo>
                  <a:lnTo>
                    <a:pt x="9773860" y="3926785"/>
                  </a:lnTo>
                  <a:lnTo>
                    <a:pt x="9854795" y="3958678"/>
                  </a:lnTo>
                  <a:lnTo>
                    <a:pt x="9942363" y="3987809"/>
                  </a:lnTo>
                  <a:lnTo>
                    <a:pt x="10036630" y="4014418"/>
                  </a:lnTo>
                  <a:lnTo>
                    <a:pt x="10137250" y="4038676"/>
                  </a:lnTo>
                  <a:lnTo>
                    <a:pt x="10243341" y="4060687"/>
                  </a:lnTo>
                  <a:lnTo>
                    <a:pt x="10353359" y="4080488"/>
                  </a:lnTo>
                  <a:lnTo>
                    <a:pt x="10465030" y="4098071"/>
                  </a:lnTo>
                  <a:lnTo>
                    <a:pt x="10575372" y="4113392"/>
                  </a:lnTo>
                  <a:lnTo>
                    <a:pt x="10680846" y="4126408"/>
                  </a:lnTo>
                  <a:lnTo>
                    <a:pt x="10777679" y="4137102"/>
                  </a:lnTo>
                  <a:lnTo>
                    <a:pt x="10862322" y="4145520"/>
                  </a:lnTo>
                  <a:lnTo>
                    <a:pt x="10931973" y="4151790"/>
                  </a:lnTo>
                  <a:lnTo>
                    <a:pt x="10985059" y="4156135"/>
                  </a:lnTo>
                  <a:lnTo>
                    <a:pt x="11021549" y="4158861"/>
                  </a:lnTo>
                  <a:lnTo>
                    <a:pt x="11043042" y="4160330"/>
                  </a:lnTo>
                  <a:lnTo>
                    <a:pt x="11052664" y="4160934"/>
                  </a:lnTo>
                  <a:lnTo>
                    <a:pt x="11054864" y="4161062"/>
                  </a:lnTo>
                  <a:lnTo>
                    <a:pt x="11054891" y="4161063"/>
                  </a:lnTo>
                  <a:lnTo>
                    <a:pt x="12049831" y="4161063"/>
                  </a:lnTo>
                  <a:lnTo>
                    <a:pt x="12049831" y="41610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3" name="pl442"/>
            <p:cNvSpPr/>
            <p:nvPr/>
          </p:nvSpPr>
          <p:spPr>
            <a:xfrm>
              <a:off x="1199187" y="1959832"/>
              <a:ext cx="12049831" cy="4161063"/>
            </a:xfrm>
            <a:custGeom>
              <a:avLst/>
              <a:pathLst>
                <a:path w="12049831" h="4161063">
                  <a:moveTo>
                    <a:pt x="12049831" y="4161063"/>
                  </a:moveTo>
                  <a:lnTo>
                    <a:pt x="11054891" y="4161063"/>
                  </a:lnTo>
                  <a:lnTo>
                    <a:pt x="11053838" y="4161003"/>
                  </a:lnTo>
                  <a:lnTo>
                    <a:pt x="11046882" y="4160577"/>
                  </a:lnTo>
                  <a:lnTo>
                    <a:pt x="11029216" y="4159399"/>
                  </a:lnTo>
                  <a:lnTo>
                    <a:pt x="10997312" y="4157077"/>
                  </a:lnTo>
                  <a:lnTo>
                    <a:pt x="10949109" y="4153237"/>
                  </a:lnTo>
                  <a:lnTo>
                    <a:pt x="10884165" y="4147552"/>
                  </a:lnTo>
                  <a:lnTo>
                    <a:pt x="10803629" y="4139774"/>
                  </a:lnTo>
                  <a:lnTo>
                    <a:pt x="10709990" y="4129749"/>
                  </a:lnTo>
                  <a:lnTo>
                    <a:pt x="10606634" y="4117407"/>
                  </a:lnTo>
                  <a:lnTo>
                    <a:pt x="10497322" y="4102750"/>
                  </a:lnTo>
                  <a:lnTo>
                    <a:pt x="10385700" y="4085818"/>
                  </a:lnTo>
                  <a:lnTo>
                    <a:pt x="10274936" y="4066657"/>
                  </a:lnTo>
                  <a:lnTo>
                    <a:pt x="10167516" y="4045290"/>
                  </a:lnTo>
                  <a:lnTo>
                    <a:pt x="10065190" y="4021691"/>
                  </a:lnTo>
                  <a:lnTo>
                    <a:pt x="9969023" y="3995778"/>
                  </a:lnTo>
                  <a:lnTo>
                    <a:pt x="9879503" y="3967400"/>
                  </a:lnTo>
                  <a:lnTo>
                    <a:pt x="9796670" y="3936337"/>
                  </a:lnTo>
                  <a:lnTo>
                    <a:pt x="9720242" y="3902302"/>
                  </a:lnTo>
                  <a:lnTo>
                    <a:pt x="9649721" y="3864947"/>
                  </a:lnTo>
                  <a:lnTo>
                    <a:pt x="9584474" y="3823876"/>
                  </a:lnTo>
                  <a:lnTo>
                    <a:pt x="9523800" y="3778662"/>
                  </a:lnTo>
                  <a:lnTo>
                    <a:pt x="9466978" y="3728884"/>
                  </a:lnTo>
                  <a:lnTo>
                    <a:pt x="9413300" y="3674171"/>
                  </a:lnTo>
                  <a:lnTo>
                    <a:pt x="9362113" y="3614290"/>
                  </a:lnTo>
                  <a:lnTo>
                    <a:pt x="9347647" y="3595948"/>
                  </a:lnTo>
                  <a:lnTo>
                    <a:pt x="9306340" y="3540076"/>
                  </a:lnTo>
                  <a:lnTo>
                    <a:pt x="9266009" y="3480444"/>
                  </a:lnTo>
                  <a:lnTo>
                    <a:pt x="9226409" y="3416973"/>
                  </a:lnTo>
                  <a:lnTo>
                    <a:pt x="9187342" y="3349639"/>
                  </a:lnTo>
                  <a:lnTo>
                    <a:pt x="9148642" y="3278469"/>
                  </a:lnTo>
                  <a:lnTo>
                    <a:pt x="9110180" y="3203556"/>
                  </a:lnTo>
                  <a:lnTo>
                    <a:pt x="9071852" y="3125053"/>
                  </a:lnTo>
                  <a:lnTo>
                    <a:pt x="9033582" y="3043184"/>
                  </a:lnTo>
                  <a:lnTo>
                    <a:pt x="8995315" y="2958237"/>
                  </a:lnTo>
                  <a:lnTo>
                    <a:pt x="8957016" y="2870567"/>
                  </a:lnTo>
                  <a:lnTo>
                    <a:pt x="8918667" y="2780588"/>
                  </a:lnTo>
                  <a:lnTo>
                    <a:pt x="8880265" y="2688768"/>
                  </a:lnTo>
                  <a:lnTo>
                    <a:pt x="8841818" y="2595622"/>
                  </a:lnTo>
                  <a:lnTo>
                    <a:pt x="8803342" y="2501692"/>
                  </a:lnTo>
                  <a:lnTo>
                    <a:pt x="8764857" y="2407545"/>
                  </a:lnTo>
                  <a:lnTo>
                    <a:pt x="8726385" y="2313749"/>
                  </a:lnTo>
                  <a:lnTo>
                    <a:pt x="8687948" y="2220867"/>
                  </a:lnTo>
                  <a:lnTo>
                    <a:pt x="8649558" y="2129438"/>
                  </a:lnTo>
                  <a:lnTo>
                    <a:pt x="8611221" y="2039963"/>
                  </a:lnTo>
                  <a:lnTo>
                    <a:pt x="8572932" y="1952900"/>
                  </a:lnTo>
                  <a:lnTo>
                    <a:pt x="8534668" y="1868649"/>
                  </a:lnTo>
                  <a:lnTo>
                    <a:pt x="8496390" y="1787551"/>
                  </a:lnTo>
                  <a:lnTo>
                    <a:pt x="8458039" y="1709877"/>
                  </a:lnTo>
                  <a:lnTo>
                    <a:pt x="8419531" y="1635835"/>
                  </a:lnTo>
                  <a:lnTo>
                    <a:pt x="8380757" y="1565565"/>
                  </a:lnTo>
                  <a:lnTo>
                    <a:pt x="8341580" y="1499141"/>
                  </a:lnTo>
                  <a:lnTo>
                    <a:pt x="8301828" y="1436580"/>
                  </a:lnTo>
                  <a:lnTo>
                    <a:pt x="8261290" y="1377844"/>
                  </a:lnTo>
                  <a:lnTo>
                    <a:pt x="8229629" y="1335488"/>
                  </a:lnTo>
                  <a:lnTo>
                    <a:pt x="8179054" y="1274097"/>
                  </a:lnTo>
                  <a:lnTo>
                    <a:pt x="8126163" y="1217900"/>
                  </a:lnTo>
                  <a:lnTo>
                    <a:pt x="8070323" y="1166724"/>
                  </a:lnTo>
                  <a:lnTo>
                    <a:pt x="8010841" y="1120229"/>
                  </a:lnTo>
                  <a:lnTo>
                    <a:pt x="7946995" y="1078001"/>
                  </a:lnTo>
                  <a:lnTo>
                    <a:pt x="7878072" y="1039611"/>
                  </a:lnTo>
                  <a:lnTo>
                    <a:pt x="7803416" y="1004651"/>
                  </a:lnTo>
                  <a:lnTo>
                    <a:pt x="7722482" y="972758"/>
                  </a:lnTo>
                  <a:lnTo>
                    <a:pt x="7634914" y="943627"/>
                  </a:lnTo>
                  <a:lnTo>
                    <a:pt x="7540647" y="917018"/>
                  </a:lnTo>
                  <a:lnTo>
                    <a:pt x="7440026" y="892759"/>
                  </a:lnTo>
                  <a:lnTo>
                    <a:pt x="7333936" y="870749"/>
                  </a:lnTo>
                  <a:lnTo>
                    <a:pt x="7223918" y="850947"/>
                  </a:lnTo>
                  <a:lnTo>
                    <a:pt x="7112246" y="833365"/>
                  </a:lnTo>
                  <a:lnTo>
                    <a:pt x="7001905" y="818043"/>
                  </a:lnTo>
                  <a:lnTo>
                    <a:pt x="6896431" y="805027"/>
                  </a:lnTo>
                  <a:lnTo>
                    <a:pt x="6799598" y="794333"/>
                  </a:lnTo>
                  <a:lnTo>
                    <a:pt x="6714955" y="785916"/>
                  </a:lnTo>
                  <a:lnTo>
                    <a:pt x="6645304" y="779646"/>
                  </a:lnTo>
                  <a:lnTo>
                    <a:pt x="6592218" y="775300"/>
                  </a:lnTo>
                  <a:lnTo>
                    <a:pt x="6555728" y="772575"/>
                  </a:lnTo>
                  <a:lnTo>
                    <a:pt x="6534235" y="771106"/>
                  </a:lnTo>
                  <a:lnTo>
                    <a:pt x="6524613" y="770502"/>
                  </a:lnTo>
                  <a:lnTo>
                    <a:pt x="6522412" y="770374"/>
                  </a:lnTo>
                  <a:lnTo>
                    <a:pt x="6522385" y="770373"/>
                  </a:lnTo>
                  <a:lnTo>
                    <a:pt x="5527445" y="770373"/>
                  </a:lnTo>
                  <a:lnTo>
                    <a:pt x="5526314" y="770358"/>
                  </a:lnTo>
                  <a:lnTo>
                    <a:pt x="5518844" y="770254"/>
                  </a:lnTo>
                  <a:lnTo>
                    <a:pt x="5499915" y="769965"/>
                  </a:lnTo>
                  <a:lnTo>
                    <a:pt x="5465818" y="769397"/>
                  </a:lnTo>
                  <a:lnTo>
                    <a:pt x="5414485" y="768458"/>
                  </a:lnTo>
                  <a:lnTo>
                    <a:pt x="5345636" y="767070"/>
                  </a:lnTo>
                  <a:lnTo>
                    <a:pt x="5260726" y="765177"/>
                  </a:lnTo>
                  <a:lnTo>
                    <a:pt x="5162623" y="762742"/>
                  </a:lnTo>
                  <a:lnTo>
                    <a:pt x="5055087" y="759754"/>
                  </a:lnTo>
                  <a:lnTo>
                    <a:pt x="4942179" y="756214"/>
                  </a:lnTo>
                  <a:lnTo>
                    <a:pt x="4827728" y="752135"/>
                  </a:lnTo>
                  <a:lnTo>
                    <a:pt x="4714966" y="747526"/>
                  </a:lnTo>
                  <a:lnTo>
                    <a:pt x="4606342" y="742390"/>
                  </a:lnTo>
                  <a:lnTo>
                    <a:pt x="4503503" y="736717"/>
                  </a:lnTo>
                  <a:lnTo>
                    <a:pt x="4407371" y="730481"/>
                  </a:lnTo>
                  <a:lnTo>
                    <a:pt x="4318282" y="723638"/>
                  </a:lnTo>
                  <a:lnTo>
                    <a:pt x="4236132" y="716129"/>
                  </a:lnTo>
                  <a:lnTo>
                    <a:pt x="4160510" y="707878"/>
                  </a:lnTo>
                  <a:lnTo>
                    <a:pt x="4090807" y="698793"/>
                  </a:lnTo>
                  <a:lnTo>
                    <a:pt x="4026302" y="688774"/>
                  </a:lnTo>
                  <a:lnTo>
                    <a:pt x="3966222" y="677715"/>
                  </a:lnTo>
                  <a:lnTo>
                    <a:pt x="3909796" y="665518"/>
                  </a:lnTo>
                  <a:lnTo>
                    <a:pt x="3856288" y="652107"/>
                  </a:lnTo>
                  <a:lnTo>
                    <a:pt x="3820202" y="641977"/>
                  </a:lnTo>
                  <a:lnTo>
                    <a:pt x="3761380" y="623540"/>
                  </a:lnTo>
                  <a:lnTo>
                    <a:pt x="3704339" y="603336"/>
                  </a:lnTo>
                  <a:lnTo>
                    <a:pt x="3648446" y="581334"/>
                  </a:lnTo>
                  <a:lnTo>
                    <a:pt x="3593228" y="557559"/>
                  </a:lnTo>
                  <a:lnTo>
                    <a:pt x="3538342" y="532092"/>
                  </a:lnTo>
                  <a:lnTo>
                    <a:pt x="3483558" y="505079"/>
                  </a:lnTo>
                  <a:lnTo>
                    <a:pt x="3428736" y="476729"/>
                  </a:lnTo>
                  <a:lnTo>
                    <a:pt x="3373815" y="447311"/>
                  </a:lnTo>
                  <a:lnTo>
                    <a:pt x="3318791" y="417143"/>
                  </a:lnTo>
                  <a:lnTo>
                    <a:pt x="3263704" y="386582"/>
                  </a:lnTo>
                  <a:lnTo>
                    <a:pt x="3208613" y="356004"/>
                  </a:lnTo>
                  <a:lnTo>
                    <a:pt x="3153582" y="325785"/>
                  </a:lnTo>
                  <a:lnTo>
                    <a:pt x="3098650" y="296285"/>
                  </a:lnTo>
                  <a:lnTo>
                    <a:pt x="3043821" y="267826"/>
                  </a:lnTo>
                  <a:lnTo>
                    <a:pt x="2989037" y="240681"/>
                  </a:lnTo>
                  <a:lnTo>
                    <a:pt x="2934169" y="215066"/>
                  </a:lnTo>
                  <a:lnTo>
                    <a:pt x="2878994" y="191132"/>
                  </a:lnTo>
                  <a:lnTo>
                    <a:pt x="2823180" y="168967"/>
                  </a:lnTo>
                  <a:lnTo>
                    <a:pt x="2766267" y="148599"/>
                  </a:lnTo>
                  <a:lnTo>
                    <a:pt x="2707639" y="130004"/>
                  </a:lnTo>
                  <a:lnTo>
                    <a:pt x="2702183" y="128395"/>
                  </a:lnTo>
                  <a:lnTo>
                    <a:pt x="2650322" y="114115"/>
                  </a:lnTo>
                  <a:lnTo>
                    <a:pt x="2596013" y="101074"/>
                  </a:lnTo>
                  <a:lnTo>
                    <a:pt x="2538571" y="89227"/>
                  </a:lnTo>
                  <a:lnTo>
                    <a:pt x="2477247" y="78491"/>
                  </a:lnTo>
                  <a:lnTo>
                    <a:pt x="2411263" y="68763"/>
                  </a:lnTo>
                  <a:lnTo>
                    <a:pt x="2339858" y="59938"/>
                  </a:lnTo>
                  <a:lnTo>
                    <a:pt x="2262335" y="51918"/>
                  </a:lnTo>
                  <a:lnTo>
                    <a:pt x="2178137" y="44616"/>
                  </a:lnTo>
                  <a:lnTo>
                    <a:pt x="2086931" y="37961"/>
                  </a:lnTo>
                  <a:lnTo>
                    <a:pt x="1988729" y="31897"/>
                  </a:lnTo>
                  <a:lnTo>
                    <a:pt x="1884029" y="26387"/>
                  </a:lnTo>
                  <a:lnTo>
                    <a:pt x="1773956" y="21409"/>
                  </a:lnTo>
                  <a:lnTo>
                    <a:pt x="1660393" y="16958"/>
                  </a:lnTo>
                  <a:lnTo>
                    <a:pt x="1546033" y="13040"/>
                  </a:lnTo>
                  <a:lnTo>
                    <a:pt x="1434314" y="9665"/>
                  </a:lnTo>
                  <a:lnTo>
                    <a:pt x="1329182" y="6843"/>
                  </a:lnTo>
                  <a:lnTo>
                    <a:pt x="1234668" y="4572"/>
                  </a:lnTo>
                  <a:lnTo>
                    <a:pt x="1154327" y="2835"/>
                  </a:lnTo>
                  <a:lnTo>
                    <a:pt x="1090651" y="1589"/>
                  </a:lnTo>
                  <a:lnTo>
                    <a:pt x="1044597" y="770"/>
                  </a:lnTo>
                  <a:lnTo>
                    <a:pt x="1015343" y="295"/>
                  </a:lnTo>
                  <a:lnTo>
                    <a:pt x="1000306" y="72"/>
                  </a:lnTo>
                  <a:lnTo>
                    <a:pt x="995334" y="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4" name="pg443"/>
            <p:cNvSpPr/>
            <p:nvPr/>
          </p:nvSpPr>
          <p:spPr>
            <a:xfrm>
              <a:off x="1199187" y="1996517"/>
              <a:ext cx="12049831" cy="4444057"/>
            </a:xfrm>
            <a:custGeom>
              <a:avLst/>
              <a:pathLst>
                <a:path w="12049831" h="4444057">
                  <a:moveTo>
                    <a:pt x="0" y="10481"/>
                  </a:moveTo>
                  <a:lnTo>
                    <a:pt x="994940" y="10481"/>
                  </a:lnTo>
                  <a:lnTo>
                    <a:pt x="996071" y="10496"/>
                  </a:lnTo>
                  <a:lnTo>
                    <a:pt x="1003540" y="10601"/>
                  </a:lnTo>
                  <a:lnTo>
                    <a:pt x="1022469" y="10891"/>
                  </a:lnTo>
                  <a:lnTo>
                    <a:pt x="1056563" y="11463"/>
                  </a:lnTo>
                  <a:lnTo>
                    <a:pt x="1107894" y="12408"/>
                  </a:lnTo>
                  <a:lnTo>
                    <a:pt x="1176740" y="13805"/>
                  </a:lnTo>
                  <a:lnTo>
                    <a:pt x="1261646" y="15712"/>
                  </a:lnTo>
                  <a:lnTo>
                    <a:pt x="1359746" y="18163"/>
                  </a:lnTo>
                  <a:lnTo>
                    <a:pt x="1467279" y="21172"/>
                  </a:lnTo>
                  <a:lnTo>
                    <a:pt x="1580184" y="24735"/>
                  </a:lnTo>
                  <a:lnTo>
                    <a:pt x="1694633" y="28841"/>
                  </a:lnTo>
                  <a:lnTo>
                    <a:pt x="1807394" y="33482"/>
                  </a:lnTo>
                  <a:lnTo>
                    <a:pt x="1916016" y="38652"/>
                  </a:lnTo>
                  <a:lnTo>
                    <a:pt x="2018855" y="44364"/>
                  </a:lnTo>
                  <a:lnTo>
                    <a:pt x="2114988" y="50642"/>
                  </a:lnTo>
                  <a:lnTo>
                    <a:pt x="2204077" y="57531"/>
                  </a:lnTo>
                  <a:lnTo>
                    <a:pt x="2286227" y="65090"/>
                  </a:lnTo>
                  <a:lnTo>
                    <a:pt x="2361850" y="73398"/>
                  </a:lnTo>
                  <a:lnTo>
                    <a:pt x="2431554" y="82544"/>
                  </a:lnTo>
                  <a:lnTo>
                    <a:pt x="2496060" y="92631"/>
                  </a:lnTo>
                  <a:lnTo>
                    <a:pt x="2556139" y="103764"/>
                  </a:lnTo>
                  <a:lnTo>
                    <a:pt x="2612566" y="116044"/>
                  </a:lnTo>
                  <a:lnTo>
                    <a:pt x="2666074" y="129545"/>
                  </a:lnTo>
                  <a:lnTo>
                    <a:pt x="2702183" y="139750"/>
                  </a:lnTo>
                  <a:lnTo>
                    <a:pt x="2760971" y="158300"/>
                  </a:lnTo>
                  <a:lnTo>
                    <a:pt x="2817979" y="178629"/>
                  </a:lnTo>
                  <a:lnTo>
                    <a:pt x="2873840" y="200764"/>
                  </a:lnTo>
                  <a:lnTo>
                    <a:pt x="2929026" y="224683"/>
                  </a:lnTo>
                  <a:lnTo>
                    <a:pt x="2983880" y="250304"/>
                  </a:lnTo>
                  <a:lnTo>
                    <a:pt x="3038632" y="277480"/>
                  </a:lnTo>
                  <a:lnTo>
                    <a:pt x="3093421" y="306001"/>
                  </a:lnTo>
                  <a:lnTo>
                    <a:pt x="3148309" y="335598"/>
                  </a:lnTo>
                  <a:lnTo>
                    <a:pt x="3203300" y="365950"/>
                  </a:lnTo>
                  <a:lnTo>
                    <a:pt x="3258354" y="396699"/>
                  </a:lnTo>
                  <a:lnTo>
                    <a:pt x="3313412" y="427468"/>
                  </a:lnTo>
                  <a:lnTo>
                    <a:pt x="3368412" y="457878"/>
                  </a:lnTo>
                  <a:lnTo>
                    <a:pt x="3423311" y="487568"/>
                  </a:lnTo>
                  <a:lnTo>
                    <a:pt x="3478109" y="516214"/>
                  </a:lnTo>
                  <a:lnTo>
                    <a:pt x="3532860" y="543539"/>
                  </a:lnTo>
                  <a:lnTo>
                    <a:pt x="3587693" y="569328"/>
                  </a:lnTo>
                  <a:lnTo>
                    <a:pt x="3642832" y="593427"/>
                  </a:lnTo>
                  <a:lnTo>
                    <a:pt x="3698604" y="615749"/>
                  </a:lnTo>
                  <a:lnTo>
                    <a:pt x="3755468" y="636263"/>
                  </a:lnTo>
                  <a:lnTo>
                    <a:pt x="3814037" y="654994"/>
                  </a:lnTo>
                  <a:lnTo>
                    <a:pt x="3820202" y="656826"/>
                  </a:lnTo>
                  <a:lnTo>
                    <a:pt x="3872062" y="671203"/>
                  </a:lnTo>
                  <a:lnTo>
                    <a:pt x="3926370" y="684332"/>
                  </a:lnTo>
                  <a:lnTo>
                    <a:pt x="3983810" y="696259"/>
                  </a:lnTo>
                  <a:lnTo>
                    <a:pt x="4045133" y="707069"/>
                  </a:lnTo>
                  <a:lnTo>
                    <a:pt x="4111115" y="716863"/>
                  </a:lnTo>
                  <a:lnTo>
                    <a:pt x="4182519" y="725748"/>
                  </a:lnTo>
                  <a:lnTo>
                    <a:pt x="4260039" y="733822"/>
                  </a:lnTo>
                  <a:lnTo>
                    <a:pt x="4344234" y="741173"/>
                  </a:lnTo>
                  <a:lnTo>
                    <a:pt x="4435438" y="747874"/>
                  </a:lnTo>
                  <a:lnTo>
                    <a:pt x="4533636" y="753979"/>
                  </a:lnTo>
                  <a:lnTo>
                    <a:pt x="4638334" y="759527"/>
                  </a:lnTo>
                  <a:lnTo>
                    <a:pt x="4748403" y="764538"/>
                  </a:lnTo>
                  <a:lnTo>
                    <a:pt x="4861963" y="769019"/>
                  </a:lnTo>
                  <a:lnTo>
                    <a:pt x="4976321" y="772965"/>
                  </a:lnTo>
                  <a:lnTo>
                    <a:pt x="5088039" y="776363"/>
                  </a:lnTo>
                  <a:lnTo>
                    <a:pt x="5193172" y="779204"/>
                  </a:lnTo>
                  <a:lnTo>
                    <a:pt x="5287688" y="781490"/>
                  </a:lnTo>
                  <a:lnTo>
                    <a:pt x="5368033" y="783239"/>
                  </a:lnTo>
                  <a:lnTo>
                    <a:pt x="5431714" y="784494"/>
                  </a:lnTo>
                  <a:lnTo>
                    <a:pt x="5477774" y="785319"/>
                  </a:lnTo>
                  <a:lnTo>
                    <a:pt x="5507033" y="785797"/>
                  </a:lnTo>
                  <a:lnTo>
                    <a:pt x="5522075" y="786021"/>
                  </a:lnTo>
                  <a:lnTo>
                    <a:pt x="5527050" y="786090"/>
                  </a:lnTo>
                  <a:lnTo>
                    <a:pt x="5527445" y="786095"/>
                  </a:lnTo>
                  <a:lnTo>
                    <a:pt x="6522385" y="786095"/>
                  </a:lnTo>
                  <a:lnTo>
                    <a:pt x="6523426" y="786158"/>
                  </a:lnTo>
                  <a:lnTo>
                    <a:pt x="6530302" y="786613"/>
                  </a:lnTo>
                  <a:lnTo>
                    <a:pt x="6547769" y="787868"/>
                  </a:lnTo>
                  <a:lnTo>
                    <a:pt x="6579328" y="790342"/>
                  </a:lnTo>
                  <a:lnTo>
                    <a:pt x="6627037" y="794436"/>
                  </a:lnTo>
                  <a:lnTo>
                    <a:pt x="6691360" y="800498"/>
                  </a:lnTo>
                  <a:lnTo>
                    <a:pt x="6771197" y="808793"/>
                  </a:lnTo>
                  <a:lnTo>
                    <a:pt x="6864117" y="819492"/>
                  </a:lnTo>
                  <a:lnTo>
                    <a:pt x="6966791" y="832668"/>
                  </a:lnTo>
                  <a:lnTo>
                    <a:pt x="7075509" y="848323"/>
                  </a:lnTo>
                  <a:lnTo>
                    <a:pt x="7186656" y="866415"/>
                  </a:lnTo>
                  <a:lnTo>
                    <a:pt x="7297077" y="886894"/>
                  </a:lnTo>
                  <a:lnTo>
                    <a:pt x="7404282" y="909735"/>
                  </a:lnTo>
                  <a:lnTo>
                    <a:pt x="7506505" y="934960"/>
                  </a:lnTo>
                  <a:lnTo>
                    <a:pt x="7602661" y="962656"/>
                  </a:lnTo>
                  <a:lnTo>
                    <a:pt x="7692239" y="992977"/>
                  </a:lnTo>
                  <a:lnTo>
                    <a:pt x="7775175" y="1026155"/>
                  </a:lnTo>
                  <a:lnTo>
                    <a:pt x="7851729" y="1062491"/>
                  </a:lnTo>
                  <a:lnTo>
                    <a:pt x="7922383" y="1102351"/>
                  </a:lnTo>
                  <a:lnTo>
                    <a:pt x="7987755" y="1146154"/>
                  </a:lnTo>
                  <a:lnTo>
                    <a:pt x="8048532" y="1194352"/>
                  </a:lnTo>
                  <a:lnTo>
                    <a:pt x="8105429" y="1247400"/>
                  </a:lnTo>
                  <a:lnTo>
                    <a:pt x="8159146" y="1305698"/>
                  </a:lnTo>
                  <a:lnTo>
                    <a:pt x="8210336" y="1369513"/>
                  </a:lnTo>
                  <a:lnTo>
                    <a:pt x="8229629" y="1395755"/>
                  </a:lnTo>
                  <a:lnTo>
                    <a:pt x="8269694" y="1454136"/>
                  </a:lnTo>
                  <a:lnTo>
                    <a:pt x="8308835" y="1516328"/>
                  </a:lnTo>
                  <a:lnTo>
                    <a:pt x="8347275" y="1582410"/>
                  </a:lnTo>
                  <a:lnTo>
                    <a:pt x="8385199" y="1652410"/>
                  </a:lnTo>
                  <a:lnTo>
                    <a:pt x="8422761" y="1726306"/>
                  </a:lnTo>
                  <a:lnTo>
                    <a:pt x="8460083" y="1804018"/>
                  </a:lnTo>
                  <a:lnTo>
                    <a:pt x="8497262" y="1885404"/>
                  </a:lnTo>
                  <a:lnTo>
                    <a:pt x="8534374" y="1970258"/>
                  </a:lnTo>
                  <a:lnTo>
                    <a:pt x="8571473" y="2058311"/>
                  </a:lnTo>
                  <a:lnTo>
                    <a:pt x="8608595" y="2149232"/>
                  </a:lnTo>
                  <a:lnTo>
                    <a:pt x="8645759" y="2242628"/>
                  </a:lnTo>
                  <a:lnTo>
                    <a:pt x="8682974" y="2338055"/>
                  </a:lnTo>
                  <a:lnTo>
                    <a:pt x="8720236" y="2435023"/>
                  </a:lnTo>
                  <a:lnTo>
                    <a:pt x="8757531" y="2533006"/>
                  </a:lnTo>
                  <a:lnTo>
                    <a:pt x="8794844" y="2631457"/>
                  </a:lnTo>
                  <a:lnTo>
                    <a:pt x="8832152" y="2729814"/>
                  </a:lnTo>
                  <a:lnTo>
                    <a:pt x="8869438" y="2827520"/>
                  </a:lnTo>
                  <a:lnTo>
                    <a:pt x="8906685" y="2924032"/>
                  </a:lnTo>
                  <a:lnTo>
                    <a:pt x="8943884" y="3018836"/>
                  </a:lnTo>
                  <a:lnTo>
                    <a:pt x="8981033" y="3111456"/>
                  </a:lnTo>
                  <a:lnTo>
                    <a:pt x="9018144" y="3201463"/>
                  </a:lnTo>
                  <a:lnTo>
                    <a:pt x="9055242" y="3288486"/>
                  </a:lnTo>
                  <a:lnTo>
                    <a:pt x="9092369" y="3372213"/>
                  </a:lnTo>
                  <a:lnTo>
                    <a:pt x="9129587" y="3452397"/>
                  </a:lnTo>
                  <a:lnTo>
                    <a:pt x="9166976" y="3528852"/>
                  </a:lnTo>
                  <a:lnTo>
                    <a:pt x="9204644" y="3601459"/>
                  </a:lnTo>
                  <a:lnTo>
                    <a:pt x="9242721" y="3670155"/>
                  </a:lnTo>
                  <a:lnTo>
                    <a:pt x="9281372" y="3734938"/>
                  </a:lnTo>
                  <a:lnTo>
                    <a:pt x="9320793" y="3795851"/>
                  </a:lnTo>
                  <a:lnTo>
                    <a:pt x="9347647" y="3834397"/>
                  </a:lnTo>
                  <a:lnTo>
                    <a:pt x="9398016" y="3900373"/>
                  </a:lnTo>
                  <a:lnTo>
                    <a:pt x="9450679" y="3960789"/>
                  </a:lnTo>
                  <a:lnTo>
                    <a:pt x="9506262" y="4015830"/>
                  </a:lnTo>
                  <a:lnTo>
                    <a:pt x="9565450" y="4065857"/>
                  </a:lnTo>
                  <a:lnTo>
                    <a:pt x="9628956" y="4111310"/>
                  </a:lnTo>
                  <a:lnTo>
                    <a:pt x="9697483" y="4152646"/>
                  </a:lnTo>
                  <a:lnTo>
                    <a:pt x="9771684" y="4190301"/>
                  </a:lnTo>
                  <a:lnTo>
                    <a:pt x="9852100" y="4224664"/>
                  </a:lnTo>
                  <a:lnTo>
                    <a:pt x="9939089" y="4256062"/>
                  </a:lnTo>
                  <a:lnTo>
                    <a:pt x="10032728" y="4284753"/>
                  </a:lnTo>
                  <a:lnTo>
                    <a:pt x="10132694" y="4310922"/>
                  </a:lnTo>
                  <a:lnTo>
                    <a:pt x="10238137" y="4334682"/>
                  </a:lnTo>
                  <a:lnTo>
                    <a:pt x="10347567" y="4356078"/>
                  </a:lnTo>
                  <a:lnTo>
                    <a:pt x="10458773" y="4375100"/>
                  </a:lnTo>
                  <a:lnTo>
                    <a:pt x="10568843" y="4391706"/>
                  </a:lnTo>
                  <a:lnTo>
                    <a:pt x="10674306" y="4405846"/>
                  </a:lnTo>
                  <a:lnTo>
                    <a:pt x="10771436" y="4417501"/>
                  </a:lnTo>
                  <a:lnTo>
                    <a:pt x="10856694" y="4426714"/>
                  </a:lnTo>
                  <a:lnTo>
                    <a:pt x="10927244" y="4433615"/>
                  </a:lnTo>
                  <a:lnTo>
                    <a:pt x="10981428" y="4438435"/>
                  </a:lnTo>
                  <a:lnTo>
                    <a:pt x="11019090" y="4441492"/>
                  </a:lnTo>
                  <a:lnTo>
                    <a:pt x="11041680" y="4443170"/>
                  </a:lnTo>
                  <a:lnTo>
                    <a:pt x="11052164" y="4443886"/>
                  </a:lnTo>
                  <a:lnTo>
                    <a:pt x="11054891" y="4444057"/>
                  </a:lnTo>
                  <a:lnTo>
                    <a:pt x="12049831" y="4444057"/>
                  </a:lnTo>
                  <a:lnTo>
                    <a:pt x="12049831" y="4433576"/>
                  </a:lnTo>
                  <a:lnTo>
                    <a:pt x="11054891" y="4433576"/>
                  </a:lnTo>
                  <a:lnTo>
                    <a:pt x="11053851" y="4433512"/>
                  </a:lnTo>
                  <a:lnTo>
                    <a:pt x="11046974" y="4433058"/>
                  </a:lnTo>
                  <a:lnTo>
                    <a:pt x="11029507" y="4431803"/>
                  </a:lnTo>
                  <a:lnTo>
                    <a:pt x="10997948" y="4429328"/>
                  </a:lnTo>
                  <a:lnTo>
                    <a:pt x="10950240" y="4425234"/>
                  </a:lnTo>
                  <a:lnTo>
                    <a:pt x="10885916" y="4419173"/>
                  </a:lnTo>
                  <a:lnTo>
                    <a:pt x="10806080" y="4410877"/>
                  </a:lnTo>
                  <a:lnTo>
                    <a:pt x="10713160" y="4400178"/>
                  </a:lnTo>
                  <a:lnTo>
                    <a:pt x="10610485" y="4387002"/>
                  </a:lnTo>
                  <a:lnTo>
                    <a:pt x="10501767" y="4371347"/>
                  </a:lnTo>
                  <a:lnTo>
                    <a:pt x="10390620" y="4353256"/>
                  </a:lnTo>
                  <a:lnTo>
                    <a:pt x="10280200" y="4332777"/>
                  </a:lnTo>
                  <a:lnTo>
                    <a:pt x="10172995" y="4309936"/>
                  </a:lnTo>
                  <a:lnTo>
                    <a:pt x="10070771" y="4284710"/>
                  </a:lnTo>
                  <a:lnTo>
                    <a:pt x="9974615" y="4257015"/>
                  </a:lnTo>
                  <a:lnTo>
                    <a:pt x="9885037" y="4226693"/>
                  </a:lnTo>
                  <a:lnTo>
                    <a:pt x="9802102" y="4193515"/>
                  </a:lnTo>
                  <a:lnTo>
                    <a:pt x="9725547" y="4157180"/>
                  </a:lnTo>
                  <a:lnTo>
                    <a:pt x="9654893" y="4117320"/>
                  </a:lnTo>
                  <a:lnTo>
                    <a:pt x="9589522" y="4073517"/>
                  </a:lnTo>
                  <a:lnTo>
                    <a:pt x="9528745" y="4025318"/>
                  </a:lnTo>
                  <a:lnTo>
                    <a:pt x="9471848" y="3972271"/>
                  </a:lnTo>
                  <a:lnTo>
                    <a:pt x="9418131" y="3913973"/>
                  </a:lnTo>
                  <a:lnTo>
                    <a:pt x="9366941" y="3850157"/>
                  </a:lnTo>
                  <a:lnTo>
                    <a:pt x="9347647" y="3823916"/>
                  </a:lnTo>
                  <a:lnTo>
                    <a:pt x="9307582" y="3765535"/>
                  </a:lnTo>
                  <a:lnTo>
                    <a:pt x="9268442" y="3703342"/>
                  </a:lnTo>
                  <a:lnTo>
                    <a:pt x="9230002" y="3637261"/>
                  </a:lnTo>
                  <a:lnTo>
                    <a:pt x="9192077" y="3567260"/>
                  </a:lnTo>
                  <a:lnTo>
                    <a:pt x="9154516" y="3493364"/>
                  </a:lnTo>
                  <a:lnTo>
                    <a:pt x="9117194" y="3415652"/>
                  </a:lnTo>
                  <a:lnTo>
                    <a:pt x="9080014" y="3334267"/>
                  </a:lnTo>
                  <a:lnTo>
                    <a:pt x="9042902" y="3249412"/>
                  </a:lnTo>
                  <a:lnTo>
                    <a:pt x="9005804" y="3161359"/>
                  </a:lnTo>
                  <a:lnTo>
                    <a:pt x="8968682" y="3070439"/>
                  </a:lnTo>
                  <a:lnTo>
                    <a:pt x="8931517" y="2977043"/>
                  </a:lnTo>
                  <a:lnTo>
                    <a:pt x="8894302" y="2881616"/>
                  </a:lnTo>
                  <a:lnTo>
                    <a:pt x="8857041" y="2784648"/>
                  </a:lnTo>
                  <a:lnTo>
                    <a:pt x="8819745" y="2686664"/>
                  </a:lnTo>
                  <a:lnTo>
                    <a:pt x="8782433" y="2588214"/>
                  </a:lnTo>
                  <a:lnTo>
                    <a:pt x="8745124" y="2489856"/>
                  </a:lnTo>
                  <a:lnTo>
                    <a:pt x="8707838" y="2392150"/>
                  </a:lnTo>
                  <a:lnTo>
                    <a:pt x="8670591" y="2295638"/>
                  </a:lnTo>
                  <a:lnTo>
                    <a:pt x="8633393" y="2200834"/>
                  </a:lnTo>
                  <a:lnTo>
                    <a:pt x="8596244" y="2108215"/>
                  </a:lnTo>
                  <a:lnTo>
                    <a:pt x="8559133" y="2018208"/>
                  </a:lnTo>
                  <a:lnTo>
                    <a:pt x="8522035" y="1931185"/>
                  </a:lnTo>
                  <a:lnTo>
                    <a:pt x="8484907" y="1847457"/>
                  </a:lnTo>
                  <a:lnTo>
                    <a:pt x="8447690" y="1767274"/>
                  </a:lnTo>
                  <a:lnTo>
                    <a:pt x="8410300" y="1690818"/>
                  </a:lnTo>
                  <a:lnTo>
                    <a:pt x="8372633" y="1618212"/>
                  </a:lnTo>
                  <a:lnTo>
                    <a:pt x="8334555" y="1549515"/>
                  </a:lnTo>
                  <a:lnTo>
                    <a:pt x="8295905" y="1484733"/>
                  </a:lnTo>
                  <a:lnTo>
                    <a:pt x="8256484" y="1423819"/>
                  </a:lnTo>
                  <a:lnTo>
                    <a:pt x="8229629" y="1385274"/>
                  </a:lnTo>
                  <a:lnTo>
                    <a:pt x="8179261" y="1319298"/>
                  </a:lnTo>
                  <a:lnTo>
                    <a:pt x="8126597" y="1258881"/>
                  </a:lnTo>
                  <a:lnTo>
                    <a:pt x="8071014" y="1203840"/>
                  </a:lnTo>
                  <a:lnTo>
                    <a:pt x="8011826" y="1153814"/>
                  </a:lnTo>
                  <a:lnTo>
                    <a:pt x="7948321" y="1108361"/>
                  </a:lnTo>
                  <a:lnTo>
                    <a:pt x="7879793" y="1067025"/>
                  </a:lnTo>
                  <a:lnTo>
                    <a:pt x="7805593" y="1029369"/>
                  </a:lnTo>
                  <a:lnTo>
                    <a:pt x="7725176" y="995006"/>
                  </a:lnTo>
                  <a:lnTo>
                    <a:pt x="7638187" y="963608"/>
                  </a:lnTo>
                  <a:lnTo>
                    <a:pt x="7544548" y="934917"/>
                  </a:lnTo>
                  <a:lnTo>
                    <a:pt x="7444583" y="908748"/>
                  </a:lnTo>
                  <a:lnTo>
                    <a:pt x="7339139" y="884989"/>
                  </a:lnTo>
                  <a:lnTo>
                    <a:pt x="7229709" y="863593"/>
                  </a:lnTo>
                  <a:lnTo>
                    <a:pt x="7118503" y="844570"/>
                  </a:lnTo>
                  <a:lnTo>
                    <a:pt x="7008433" y="827965"/>
                  </a:lnTo>
                  <a:lnTo>
                    <a:pt x="6902970" y="813824"/>
                  </a:lnTo>
                  <a:lnTo>
                    <a:pt x="6805841" y="802169"/>
                  </a:lnTo>
                  <a:lnTo>
                    <a:pt x="6720583" y="792957"/>
                  </a:lnTo>
                  <a:lnTo>
                    <a:pt x="6650033" y="786055"/>
                  </a:lnTo>
                  <a:lnTo>
                    <a:pt x="6595848" y="781236"/>
                  </a:lnTo>
                  <a:lnTo>
                    <a:pt x="6558186" y="778179"/>
                  </a:lnTo>
                  <a:lnTo>
                    <a:pt x="6535596" y="776500"/>
                  </a:lnTo>
                  <a:lnTo>
                    <a:pt x="6525112" y="775785"/>
                  </a:lnTo>
                  <a:lnTo>
                    <a:pt x="6522385" y="775613"/>
                  </a:lnTo>
                  <a:lnTo>
                    <a:pt x="5527445" y="775613"/>
                  </a:lnTo>
                  <a:lnTo>
                    <a:pt x="5526314" y="775599"/>
                  </a:lnTo>
                  <a:lnTo>
                    <a:pt x="5518845" y="775494"/>
                  </a:lnTo>
                  <a:lnTo>
                    <a:pt x="5499916" y="775203"/>
                  </a:lnTo>
                  <a:lnTo>
                    <a:pt x="5465822" y="774631"/>
                  </a:lnTo>
                  <a:lnTo>
                    <a:pt x="5414491" y="773686"/>
                  </a:lnTo>
                  <a:lnTo>
                    <a:pt x="5345645" y="772289"/>
                  </a:lnTo>
                  <a:lnTo>
                    <a:pt x="5260739" y="770382"/>
                  </a:lnTo>
                  <a:lnTo>
                    <a:pt x="5162639" y="767931"/>
                  </a:lnTo>
                  <a:lnTo>
                    <a:pt x="5055106" y="764922"/>
                  </a:lnTo>
                  <a:lnTo>
                    <a:pt x="4942201" y="761359"/>
                  </a:lnTo>
                  <a:lnTo>
                    <a:pt x="4827752" y="757253"/>
                  </a:lnTo>
                  <a:lnTo>
                    <a:pt x="4714991" y="752613"/>
                  </a:lnTo>
                  <a:lnTo>
                    <a:pt x="4606369" y="747442"/>
                  </a:lnTo>
                  <a:lnTo>
                    <a:pt x="4503530" y="741730"/>
                  </a:lnTo>
                  <a:lnTo>
                    <a:pt x="4407397" y="735452"/>
                  </a:lnTo>
                  <a:lnTo>
                    <a:pt x="4318308" y="728563"/>
                  </a:lnTo>
                  <a:lnTo>
                    <a:pt x="4236158" y="721004"/>
                  </a:lnTo>
                  <a:lnTo>
                    <a:pt x="4160535" y="712696"/>
                  </a:lnTo>
                  <a:lnTo>
                    <a:pt x="4090831" y="703550"/>
                  </a:lnTo>
                  <a:lnTo>
                    <a:pt x="4026325" y="693463"/>
                  </a:lnTo>
                  <a:lnTo>
                    <a:pt x="3966246" y="682330"/>
                  </a:lnTo>
                  <a:lnTo>
                    <a:pt x="3909819" y="670050"/>
                  </a:lnTo>
                  <a:lnTo>
                    <a:pt x="3856311" y="656549"/>
                  </a:lnTo>
                  <a:lnTo>
                    <a:pt x="3820202" y="646344"/>
                  </a:lnTo>
                  <a:lnTo>
                    <a:pt x="3761414" y="627794"/>
                  </a:lnTo>
                  <a:lnTo>
                    <a:pt x="3704406" y="607466"/>
                  </a:lnTo>
                  <a:lnTo>
                    <a:pt x="3648545" y="585330"/>
                  </a:lnTo>
                  <a:lnTo>
                    <a:pt x="3593359" y="561411"/>
                  </a:lnTo>
                  <a:lnTo>
                    <a:pt x="3538505" y="535790"/>
                  </a:lnTo>
                  <a:lnTo>
                    <a:pt x="3483753" y="508614"/>
                  </a:lnTo>
                  <a:lnTo>
                    <a:pt x="3428964" y="480093"/>
                  </a:lnTo>
                  <a:lnTo>
                    <a:pt x="3374076" y="450497"/>
                  </a:lnTo>
                  <a:lnTo>
                    <a:pt x="3319085" y="420145"/>
                  </a:lnTo>
                  <a:lnTo>
                    <a:pt x="3264031" y="389395"/>
                  </a:lnTo>
                  <a:lnTo>
                    <a:pt x="3208973" y="358626"/>
                  </a:lnTo>
                  <a:lnTo>
                    <a:pt x="3153973" y="328216"/>
                  </a:lnTo>
                  <a:lnTo>
                    <a:pt x="3099074" y="298526"/>
                  </a:lnTo>
                  <a:lnTo>
                    <a:pt x="3044276" y="269881"/>
                  </a:lnTo>
                  <a:lnTo>
                    <a:pt x="2989525" y="242555"/>
                  </a:lnTo>
                  <a:lnTo>
                    <a:pt x="2934692" y="216767"/>
                  </a:lnTo>
                  <a:lnTo>
                    <a:pt x="2879553" y="192667"/>
                  </a:lnTo>
                  <a:lnTo>
                    <a:pt x="2823781" y="170346"/>
                  </a:lnTo>
                  <a:lnTo>
                    <a:pt x="2766917" y="149832"/>
                  </a:lnTo>
                  <a:lnTo>
                    <a:pt x="2708348" y="131100"/>
                  </a:lnTo>
                  <a:lnTo>
                    <a:pt x="2702183" y="129268"/>
                  </a:lnTo>
                  <a:lnTo>
                    <a:pt x="2650323" y="114891"/>
                  </a:lnTo>
                  <a:lnTo>
                    <a:pt x="2596015" y="101762"/>
                  </a:lnTo>
                  <a:lnTo>
                    <a:pt x="2538575" y="89835"/>
                  </a:lnTo>
                  <a:lnTo>
                    <a:pt x="2477252" y="79026"/>
                  </a:lnTo>
                  <a:lnTo>
                    <a:pt x="2411270" y="69231"/>
                  </a:lnTo>
                  <a:lnTo>
                    <a:pt x="2339866" y="60346"/>
                  </a:lnTo>
                  <a:lnTo>
                    <a:pt x="2262346" y="52272"/>
                  </a:lnTo>
                  <a:lnTo>
                    <a:pt x="2178151" y="44921"/>
                  </a:lnTo>
                  <a:lnTo>
                    <a:pt x="2086947" y="38220"/>
                  </a:lnTo>
                  <a:lnTo>
                    <a:pt x="1988749" y="32115"/>
                  </a:lnTo>
                  <a:lnTo>
                    <a:pt x="1884051" y="26567"/>
                  </a:lnTo>
                  <a:lnTo>
                    <a:pt x="1773982" y="21556"/>
                  </a:lnTo>
                  <a:lnTo>
                    <a:pt x="1660422" y="17075"/>
                  </a:lnTo>
                  <a:lnTo>
                    <a:pt x="1546064" y="13129"/>
                  </a:lnTo>
                  <a:lnTo>
                    <a:pt x="1434346" y="9731"/>
                  </a:lnTo>
                  <a:lnTo>
                    <a:pt x="1329213" y="6890"/>
                  </a:lnTo>
                  <a:lnTo>
                    <a:pt x="1234697" y="4604"/>
                  </a:lnTo>
                  <a:lnTo>
                    <a:pt x="1154352" y="2855"/>
                  </a:lnTo>
                  <a:lnTo>
                    <a:pt x="1090671" y="1600"/>
                  </a:lnTo>
                  <a:lnTo>
                    <a:pt x="1044611" y="775"/>
                  </a:lnTo>
                  <a:lnTo>
                    <a:pt x="1015352" y="298"/>
                  </a:lnTo>
                  <a:lnTo>
                    <a:pt x="1000310" y="73"/>
                  </a:lnTo>
                  <a:lnTo>
                    <a:pt x="995335" y="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45" name="pl444"/>
            <p:cNvSpPr/>
            <p:nvPr/>
          </p:nvSpPr>
          <p:spPr>
            <a:xfrm>
              <a:off x="1199187" y="2006998"/>
              <a:ext cx="12049831" cy="4433576"/>
            </a:xfrm>
            <a:custGeom>
              <a:avLst/>
              <a:pathLst>
                <a:path w="12049831" h="4433576">
                  <a:moveTo>
                    <a:pt x="0" y="0"/>
                  </a:moveTo>
                  <a:lnTo>
                    <a:pt x="994940" y="0"/>
                  </a:lnTo>
                  <a:lnTo>
                    <a:pt x="996071" y="14"/>
                  </a:lnTo>
                  <a:lnTo>
                    <a:pt x="1003540" y="119"/>
                  </a:lnTo>
                  <a:lnTo>
                    <a:pt x="1022469" y="410"/>
                  </a:lnTo>
                  <a:lnTo>
                    <a:pt x="1056563" y="982"/>
                  </a:lnTo>
                  <a:lnTo>
                    <a:pt x="1107894" y="1927"/>
                  </a:lnTo>
                  <a:lnTo>
                    <a:pt x="1176740" y="3324"/>
                  </a:lnTo>
                  <a:lnTo>
                    <a:pt x="1261646" y="5231"/>
                  </a:lnTo>
                  <a:lnTo>
                    <a:pt x="1359746" y="7682"/>
                  </a:lnTo>
                  <a:lnTo>
                    <a:pt x="1467279" y="10690"/>
                  </a:lnTo>
                  <a:lnTo>
                    <a:pt x="1580184" y="14253"/>
                  </a:lnTo>
                  <a:lnTo>
                    <a:pt x="1694633" y="18360"/>
                  </a:lnTo>
                  <a:lnTo>
                    <a:pt x="1807394" y="23000"/>
                  </a:lnTo>
                  <a:lnTo>
                    <a:pt x="1916016" y="28171"/>
                  </a:lnTo>
                  <a:lnTo>
                    <a:pt x="2018855" y="33883"/>
                  </a:lnTo>
                  <a:lnTo>
                    <a:pt x="2114988" y="40161"/>
                  </a:lnTo>
                  <a:lnTo>
                    <a:pt x="2204077" y="47050"/>
                  </a:lnTo>
                  <a:lnTo>
                    <a:pt x="2286227" y="54609"/>
                  </a:lnTo>
                  <a:lnTo>
                    <a:pt x="2361850" y="62916"/>
                  </a:lnTo>
                  <a:lnTo>
                    <a:pt x="2431554" y="72063"/>
                  </a:lnTo>
                  <a:lnTo>
                    <a:pt x="2496060" y="82150"/>
                  </a:lnTo>
                  <a:lnTo>
                    <a:pt x="2556139" y="93283"/>
                  </a:lnTo>
                  <a:lnTo>
                    <a:pt x="2612566" y="105562"/>
                  </a:lnTo>
                  <a:lnTo>
                    <a:pt x="2666074" y="119063"/>
                  </a:lnTo>
                  <a:lnTo>
                    <a:pt x="2702183" y="129268"/>
                  </a:lnTo>
                  <a:lnTo>
                    <a:pt x="2760971" y="147819"/>
                  </a:lnTo>
                  <a:lnTo>
                    <a:pt x="2817979" y="168147"/>
                  </a:lnTo>
                  <a:lnTo>
                    <a:pt x="2873840" y="190283"/>
                  </a:lnTo>
                  <a:lnTo>
                    <a:pt x="2929026" y="214202"/>
                  </a:lnTo>
                  <a:lnTo>
                    <a:pt x="2983880" y="239823"/>
                  </a:lnTo>
                  <a:lnTo>
                    <a:pt x="3038632" y="266999"/>
                  </a:lnTo>
                  <a:lnTo>
                    <a:pt x="3093421" y="295520"/>
                  </a:lnTo>
                  <a:lnTo>
                    <a:pt x="3148309" y="325116"/>
                  </a:lnTo>
                  <a:lnTo>
                    <a:pt x="3203300" y="355468"/>
                  </a:lnTo>
                  <a:lnTo>
                    <a:pt x="3258354" y="386218"/>
                  </a:lnTo>
                  <a:lnTo>
                    <a:pt x="3313412" y="416987"/>
                  </a:lnTo>
                  <a:lnTo>
                    <a:pt x="3368412" y="447397"/>
                  </a:lnTo>
                  <a:lnTo>
                    <a:pt x="3423311" y="477087"/>
                  </a:lnTo>
                  <a:lnTo>
                    <a:pt x="3478109" y="505732"/>
                  </a:lnTo>
                  <a:lnTo>
                    <a:pt x="3532860" y="533057"/>
                  </a:lnTo>
                  <a:lnTo>
                    <a:pt x="3587693" y="558846"/>
                  </a:lnTo>
                  <a:lnTo>
                    <a:pt x="3642832" y="582946"/>
                  </a:lnTo>
                  <a:lnTo>
                    <a:pt x="3698604" y="605267"/>
                  </a:lnTo>
                  <a:lnTo>
                    <a:pt x="3755468" y="625781"/>
                  </a:lnTo>
                  <a:lnTo>
                    <a:pt x="3814037" y="644512"/>
                  </a:lnTo>
                  <a:lnTo>
                    <a:pt x="3820202" y="646344"/>
                  </a:lnTo>
                  <a:lnTo>
                    <a:pt x="3872062" y="660721"/>
                  </a:lnTo>
                  <a:lnTo>
                    <a:pt x="3926370" y="673851"/>
                  </a:lnTo>
                  <a:lnTo>
                    <a:pt x="3983810" y="685778"/>
                  </a:lnTo>
                  <a:lnTo>
                    <a:pt x="4045133" y="696587"/>
                  </a:lnTo>
                  <a:lnTo>
                    <a:pt x="4111115" y="706382"/>
                  </a:lnTo>
                  <a:lnTo>
                    <a:pt x="4182519" y="715266"/>
                  </a:lnTo>
                  <a:lnTo>
                    <a:pt x="4260039" y="723341"/>
                  </a:lnTo>
                  <a:lnTo>
                    <a:pt x="4344234" y="730692"/>
                  </a:lnTo>
                  <a:lnTo>
                    <a:pt x="4435438" y="737393"/>
                  </a:lnTo>
                  <a:lnTo>
                    <a:pt x="4533636" y="743498"/>
                  </a:lnTo>
                  <a:lnTo>
                    <a:pt x="4638334" y="749045"/>
                  </a:lnTo>
                  <a:lnTo>
                    <a:pt x="4748403" y="754057"/>
                  </a:lnTo>
                  <a:lnTo>
                    <a:pt x="4861963" y="758538"/>
                  </a:lnTo>
                  <a:lnTo>
                    <a:pt x="4976321" y="762483"/>
                  </a:lnTo>
                  <a:lnTo>
                    <a:pt x="5088039" y="765881"/>
                  </a:lnTo>
                  <a:lnTo>
                    <a:pt x="5193172" y="768723"/>
                  </a:lnTo>
                  <a:lnTo>
                    <a:pt x="5287688" y="771009"/>
                  </a:lnTo>
                  <a:lnTo>
                    <a:pt x="5368033" y="772758"/>
                  </a:lnTo>
                  <a:lnTo>
                    <a:pt x="5431714" y="774013"/>
                  </a:lnTo>
                  <a:lnTo>
                    <a:pt x="5477774" y="774838"/>
                  </a:lnTo>
                  <a:lnTo>
                    <a:pt x="5507033" y="775315"/>
                  </a:lnTo>
                  <a:lnTo>
                    <a:pt x="5522075" y="775540"/>
                  </a:lnTo>
                  <a:lnTo>
                    <a:pt x="5527050" y="775608"/>
                  </a:lnTo>
                  <a:lnTo>
                    <a:pt x="5527445" y="775613"/>
                  </a:lnTo>
                  <a:lnTo>
                    <a:pt x="6522385" y="775613"/>
                  </a:lnTo>
                  <a:lnTo>
                    <a:pt x="6523426" y="775677"/>
                  </a:lnTo>
                  <a:lnTo>
                    <a:pt x="6530302" y="776132"/>
                  </a:lnTo>
                  <a:lnTo>
                    <a:pt x="6547769" y="777387"/>
                  </a:lnTo>
                  <a:lnTo>
                    <a:pt x="6579328" y="779861"/>
                  </a:lnTo>
                  <a:lnTo>
                    <a:pt x="6627037" y="783955"/>
                  </a:lnTo>
                  <a:lnTo>
                    <a:pt x="6691360" y="790017"/>
                  </a:lnTo>
                  <a:lnTo>
                    <a:pt x="6771197" y="798312"/>
                  </a:lnTo>
                  <a:lnTo>
                    <a:pt x="6864117" y="809011"/>
                  </a:lnTo>
                  <a:lnTo>
                    <a:pt x="6966791" y="822187"/>
                  </a:lnTo>
                  <a:lnTo>
                    <a:pt x="7075509" y="837842"/>
                  </a:lnTo>
                  <a:lnTo>
                    <a:pt x="7186656" y="855933"/>
                  </a:lnTo>
                  <a:lnTo>
                    <a:pt x="7297077" y="876412"/>
                  </a:lnTo>
                  <a:lnTo>
                    <a:pt x="7404282" y="899254"/>
                  </a:lnTo>
                  <a:lnTo>
                    <a:pt x="7506505" y="924479"/>
                  </a:lnTo>
                  <a:lnTo>
                    <a:pt x="7602661" y="952174"/>
                  </a:lnTo>
                  <a:lnTo>
                    <a:pt x="7692239" y="982496"/>
                  </a:lnTo>
                  <a:lnTo>
                    <a:pt x="7775175" y="1015674"/>
                  </a:lnTo>
                  <a:lnTo>
                    <a:pt x="7851729" y="1052010"/>
                  </a:lnTo>
                  <a:lnTo>
                    <a:pt x="7922383" y="1091869"/>
                  </a:lnTo>
                  <a:lnTo>
                    <a:pt x="7987755" y="1135672"/>
                  </a:lnTo>
                  <a:lnTo>
                    <a:pt x="8048532" y="1183871"/>
                  </a:lnTo>
                  <a:lnTo>
                    <a:pt x="8105429" y="1236919"/>
                  </a:lnTo>
                  <a:lnTo>
                    <a:pt x="8159146" y="1295217"/>
                  </a:lnTo>
                  <a:lnTo>
                    <a:pt x="8210336" y="1359032"/>
                  </a:lnTo>
                  <a:lnTo>
                    <a:pt x="8229629" y="1385274"/>
                  </a:lnTo>
                  <a:lnTo>
                    <a:pt x="8269694" y="1443655"/>
                  </a:lnTo>
                  <a:lnTo>
                    <a:pt x="8308835" y="1505847"/>
                  </a:lnTo>
                  <a:lnTo>
                    <a:pt x="8347275" y="1571928"/>
                  </a:lnTo>
                  <a:lnTo>
                    <a:pt x="8385199" y="1641929"/>
                  </a:lnTo>
                  <a:lnTo>
                    <a:pt x="8422761" y="1715825"/>
                  </a:lnTo>
                  <a:lnTo>
                    <a:pt x="8460083" y="1793537"/>
                  </a:lnTo>
                  <a:lnTo>
                    <a:pt x="8497262" y="1874923"/>
                  </a:lnTo>
                  <a:lnTo>
                    <a:pt x="8534374" y="1959777"/>
                  </a:lnTo>
                  <a:lnTo>
                    <a:pt x="8571473" y="2047830"/>
                  </a:lnTo>
                  <a:lnTo>
                    <a:pt x="8608595" y="2138750"/>
                  </a:lnTo>
                  <a:lnTo>
                    <a:pt x="8645759" y="2232146"/>
                  </a:lnTo>
                  <a:lnTo>
                    <a:pt x="8682974" y="2327573"/>
                  </a:lnTo>
                  <a:lnTo>
                    <a:pt x="8720236" y="2424541"/>
                  </a:lnTo>
                  <a:lnTo>
                    <a:pt x="8757531" y="2522525"/>
                  </a:lnTo>
                  <a:lnTo>
                    <a:pt x="8794844" y="2620976"/>
                  </a:lnTo>
                  <a:lnTo>
                    <a:pt x="8832152" y="2719333"/>
                  </a:lnTo>
                  <a:lnTo>
                    <a:pt x="8869438" y="2817039"/>
                  </a:lnTo>
                  <a:lnTo>
                    <a:pt x="8906685" y="2913551"/>
                  </a:lnTo>
                  <a:lnTo>
                    <a:pt x="8943884" y="3008355"/>
                  </a:lnTo>
                  <a:lnTo>
                    <a:pt x="8981033" y="3100974"/>
                  </a:lnTo>
                  <a:lnTo>
                    <a:pt x="9018144" y="3190982"/>
                  </a:lnTo>
                  <a:lnTo>
                    <a:pt x="9055242" y="3278005"/>
                  </a:lnTo>
                  <a:lnTo>
                    <a:pt x="9092369" y="3361732"/>
                  </a:lnTo>
                  <a:lnTo>
                    <a:pt x="9129587" y="3441915"/>
                  </a:lnTo>
                  <a:lnTo>
                    <a:pt x="9166976" y="3518371"/>
                  </a:lnTo>
                  <a:lnTo>
                    <a:pt x="9204644" y="3590977"/>
                  </a:lnTo>
                  <a:lnTo>
                    <a:pt x="9242721" y="3659674"/>
                  </a:lnTo>
                  <a:lnTo>
                    <a:pt x="9281372" y="3724456"/>
                  </a:lnTo>
                  <a:lnTo>
                    <a:pt x="9320793" y="3785370"/>
                  </a:lnTo>
                  <a:lnTo>
                    <a:pt x="9347647" y="3823916"/>
                  </a:lnTo>
                  <a:lnTo>
                    <a:pt x="9398016" y="3889892"/>
                  </a:lnTo>
                  <a:lnTo>
                    <a:pt x="9450679" y="3950308"/>
                  </a:lnTo>
                  <a:lnTo>
                    <a:pt x="9506262" y="4005349"/>
                  </a:lnTo>
                  <a:lnTo>
                    <a:pt x="9565450" y="4055376"/>
                  </a:lnTo>
                  <a:lnTo>
                    <a:pt x="9628956" y="4100828"/>
                  </a:lnTo>
                  <a:lnTo>
                    <a:pt x="9697483" y="4142165"/>
                  </a:lnTo>
                  <a:lnTo>
                    <a:pt x="9771684" y="4179820"/>
                  </a:lnTo>
                  <a:lnTo>
                    <a:pt x="9852100" y="4214183"/>
                  </a:lnTo>
                  <a:lnTo>
                    <a:pt x="9939089" y="4245581"/>
                  </a:lnTo>
                  <a:lnTo>
                    <a:pt x="10032728" y="4274272"/>
                  </a:lnTo>
                  <a:lnTo>
                    <a:pt x="10132694" y="4300441"/>
                  </a:lnTo>
                  <a:lnTo>
                    <a:pt x="10238137" y="4324201"/>
                  </a:lnTo>
                  <a:lnTo>
                    <a:pt x="10347567" y="4345596"/>
                  </a:lnTo>
                  <a:lnTo>
                    <a:pt x="10458773" y="4364619"/>
                  </a:lnTo>
                  <a:lnTo>
                    <a:pt x="10568843" y="4381225"/>
                  </a:lnTo>
                  <a:lnTo>
                    <a:pt x="10674306" y="4395365"/>
                  </a:lnTo>
                  <a:lnTo>
                    <a:pt x="10771436" y="4407020"/>
                  </a:lnTo>
                  <a:lnTo>
                    <a:pt x="10856694" y="4416233"/>
                  </a:lnTo>
                  <a:lnTo>
                    <a:pt x="10927244" y="4423134"/>
                  </a:lnTo>
                  <a:lnTo>
                    <a:pt x="10981428" y="4427954"/>
                  </a:lnTo>
                  <a:lnTo>
                    <a:pt x="11019090" y="4431011"/>
                  </a:lnTo>
                  <a:lnTo>
                    <a:pt x="11041680" y="4432689"/>
                  </a:lnTo>
                  <a:lnTo>
                    <a:pt x="11052164" y="4433404"/>
                  </a:lnTo>
                  <a:lnTo>
                    <a:pt x="11054828" y="4433572"/>
                  </a:lnTo>
                  <a:lnTo>
                    <a:pt x="11054891" y="4433576"/>
                  </a:lnTo>
                  <a:lnTo>
                    <a:pt x="12049831" y="4433576"/>
                  </a:lnTo>
                  <a:lnTo>
                    <a:pt x="12049831" y="44335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6" name="pl445"/>
            <p:cNvSpPr/>
            <p:nvPr/>
          </p:nvSpPr>
          <p:spPr>
            <a:xfrm>
              <a:off x="1199187" y="1996517"/>
              <a:ext cx="12049831" cy="4433576"/>
            </a:xfrm>
            <a:custGeom>
              <a:avLst/>
              <a:pathLst>
                <a:path w="12049831" h="4433576">
                  <a:moveTo>
                    <a:pt x="12049831" y="4433576"/>
                  </a:moveTo>
                  <a:lnTo>
                    <a:pt x="11054891" y="4433576"/>
                  </a:lnTo>
                  <a:lnTo>
                    <a:pt x="11053851" y="4433512"/>
                  </a:lnTo>
                  <a:lnTo>
                    <a:pt x="11046974" y="4433058"/>
                  </a:lnTo>
                  <a:lnTo>
                    <a:pt x="11029507" y="4431803"/>
                  </a:lnTo>
                  <a:lnTo>
                    <a:pt x="10997948" y="4429328"/>
                  </a:lnTo>
                  <a:lnTo>
                    <a:pt x="10950240" y="4425234"/>
                  </a:lnTo>
                  <a:lnTo>
                    <a:pt x="10885916" y="4419173"/>
                  </a:lnTo>
                  <a:lnTo>
                    <a:pt x="10806080" y="4410877"/>
                  </a:lnTo>
                  <a:lnTo>
                    <a:pt x="10713160" y="4400178"/>
                  </a:lnTo>
                  <a:lnTo>
                    <a:pt x="10610485" y="4387002"/>
                  </a:lnTo>
                  <a:lnTo>
                    <a:pt x="10501767" y="4371347"/>
                  </a:lnTo>
                  <a:lnTo>
                    <a:pt x="10390620" y="4353256"/>
                  </a:lnTo>
                  <a:lnTo>
                    <a:pt x="10280200" y="4332777"/>
                  </a:lnTo>
                  <a:lnTo>
                    <a:pt x="10172995" y="4309936"/>
                  </a:lnTo>
                  <a:lnTo>
                    <a:pt x="10070771" y="4284710"/>
                  </a:lnTo>
                  <a:lnTo>
                    <a:pt x="9974615" y="4257015"/>
                  </a:lnTo>
                  <a:lnTo>
                    <a:pt x="9885037" y="4226693"/>
                  </a:lnTo>
                  <a:lnTo>
                    <a:pt x="9802102" y="4193515"/>
                  </a:lnTo>
                  <a:lnTo>
                    <a:pt x="9725547" y="4157180"/>
                  </a:lnTo>
                  <a:lnTo>
                    <a:pt x="9654893" y="4117320"/>
                  </a:lnTo>
                  <a:lnTo>
                    <a:pt x="9589522" y="4073517"/>
                  </a:lnTo>
                  <a:lnTo>
                    <a:pt x="9528745" y="4025318"/>
                  </a:lnTo>
                  <a:lnTo>
                    <a:pt x="9471848" y="3972271"/>
                  </a:lnTo>
                  <a:lnTo>
                    <a:pt x="9418131" y="3913973"/>
                  </a:lnTo>
                  <a:lnTo>
                    <a:pt x="9366941" y="3850157"/>
                  </a:lnTo>
                  <a:lnTo>
                    <a:pt x="9347647" y="3823916"/>
                  </a:lnTo>
                  <a:lnTo>
                    <a:pt x="9307582" y="3765535"/>
                  </a:lnTo>
                  <a:lnTo>
                    <a:pt x="9268442" y="3703342"/>
                  </a:lnTo>
                  <a:lnTo>
                    <a:pt x="9230002" y="3637261"/>
                  </a:lnTo>
                  <a:lnTo>
                    <a:pt x="9192077" y="3567260"/>
                  </a:lnTo>
                  <a:lnTo>
                    <a:pt x="9154516" y="3493364"/>
                  </a:lnTo>
                  <a:lnTo>
                    <a:pt x="9117194" y="3415652"/>
                  </a:lnTo>
                  <a:lnTo>
                    <a:pt x="9080014" y="3334267"/>
                  </a:lnTo>
                  <a:lnTo>
                    <a:pt x="9042902" y="3249412"/>
                  </a:lnTo>
                  <a:lnTo>
                    <a:pt x="9005804" y="3161359"/>
                  </a:lnTo>
                  <a:lnTo>
                    <a:pt x="8968682" y="3070439"/>
                  </a:lnTo>
                  <a:lnTo>
                    <a:pt x="8931517" y="2977043"/>
                  </a:lnTo>
                  <a:lnTo>
                    <a:pt x="8894302" y="2881616"/>
                  </a:lnTo>
                  <a:lnTo>
                    <a:pt x="8857041" y="2784648"/>
                  </a:lnTo>
                  <a:lnTo>
                    <a:pt x="8819745" y="2686664"/>
                  </a:lnTo>
                  <a:lnTo>
                    <a:pt x="8782433" y="2588214"/>
                  </a:lnTo>
                  <a:lnTo>
                    <a:pt x="8745124" y="2489856"/>
                  </a:lnTo>
                  <a:lnTo>
                    <a:pt x="8707838" y="2392150"/>
                  </a:lnTo>
                  <a:lnTo>
                    <a:pt x="8670591" y="2295638"/>
                  </a:lnTo>
                  <a:lnTo>
                    <a:pt x="8633393" y="2200834"/>
                  </a:lnTo>
                  <a:lnTo>
                    <a:pt x="8596244" y="2108215"/>
                  </a:lnTo>
                  <a:lnTo>
                    <a:pt x="8559133" y="2018208"/>
                  </a:lnTo>
                  <a:lnTo>
                    <a:pt x="8522035" y="1931185"/>
                  </a:lnTo>
                  <a:lnTo>
                    <a:pt x="8484907" y="1847457"/>
                  </a:lnTo>
                  <a:lnTo>
                    <a:pt x="8447690" y="1767274"/>
                  </a:lnTo>
                  <a:lnTo>
                    <a:pt x="8410300" y="1690818"/>
                  </a:lnTo>
                  <a:lnTo>
                    <a:pt x="8372633" y="1618212"/>
                  </a:lnTo>
                  <a:lnTo>
                    <a:pt x="8334555" y="1549515"/>
                  </a:lnTo>
                  <a:lnTo>
                    <a:pt x="8295905" y="1484733"/>
                  </a:lnTo>
                  <a:lnTo>
                    <a:pt x="8256484" y="1423819"/>
                  </a:lnTo>
                  <a:lnTo>
                    <a:pt x="8229629" y="1385274"/>
                  </a:lnTo>
                  <a:lnTo>
                    <a:pt x="8179261" y="1319298"/>
                  </a:lnTo>
                  <a:lnTo>
                    <a:pt x="8126597" y="1258881"/>
                  </a:lnTo>
                  <a:lnTo>
                    <a:pt x="8071014" y="1203840"/>
                  </a:lnTo>
                  <a:lnTo>
                    <a:pt x="8011826" y="1153814"/>
                  </a:lnTo>
                  <a:lnTo>
                    <a:pt x="7948321" y="1108361"/>
                  </a:lnTo>
                  <a:lnTo>
                    <a:pt x="7879793" y="1067025"/>
                  </a:lnTo>
                  <a:lnTo>
                    <a:pt x="7805593" y="1029369"/>
                  </a:lnTo>
                  <a:lnTo>
                    <a:pt x="7725176" y="995006"/>
                  </a:lnTo>
                  <a:lnTo>
                    <a:pt x="7638187" y="963608"/>
                  </a:lnTo>
                  <a:lnTo>
                    <a:pt x="7544548" y="934917"/>
                  </a:lnTo>
                  <a:lnTo>
                    <a:pt x="7444583" y="908748"/>
                  </a:lnTo>
                  <a:lnTo>
                    <a:pt x="7339139" y="884989"/>
                  </a:lnTo>
                  <a:lnTo>
                    <a:pt x="7229709" y="863593"/>
                  </a:lnTo>
                  <a:lnTo>
                    <a:pt x="7118503" y="844570"/>
                  </a:lnTo>
                  <a:lnTo>
                    <a:pt x="7008433" y="827965"/>
                  </a:lnTo>
                  <a:lnTo>
                    <a:pt x="6902970" y="813824"/>
                  </a:lnTo>
                  <a:lnTo>
                    <a:pt x="6805841" y="802169"/>
                  </a:lnTo>
                  <a:lnTo>
                    <a:pt x="6720583" y="792957"/>
                  </a:lnTo>
                  <a:lnTo>
                    <a:pt x="6650033" y="786055"/>
                  </a:lnTo>
                  <a:lnTo>
                    <a:pt x="6595848" y="781236"/>
                  </a:lnTo>
                  <a:lnTo>
                    <a:pt x="6558186" y="778179"/>
                  </a:lnTo>
                  <a:lnTo>
                    <a:pt x="6535596" y="776500"/>
                  </a:lnTo>
                  <a:lnTo>
                    <a:pt x="6525112" y="775785"/>
                  </a:lnTo>
                  <a:lnTo>
                    <a:pt x="6522448" y="775617"/>
                  </a:lnTo>
                  <a:lnTo>
                    <a:pt x="6522385" y="775613"/>
                  </a:lnTo>
                  <a:lnTo>
                    <a:pt x="5527445" y="775613"/>
                  </a:lnTo>
                  <a:lnTo>
                    <a:pt x="5526314" y="775599"/>
                  </a:lnTo>
                  <a:lnTo>
                    <a:pt x="5518845" y="775494"/>
                  </a:lnTo>
                  <a:lnTo>
                    <a:pt x="5499916" y="775203"/>
                  </a:lnTo>
                  <a:lnTo>
                    <a:pt x="5465822" y="774631"/>
                  </a:lnTo>
                  <a:lnTo>
                    <a:pt x="5414491" y="773686"/>
                  </a:lnTo>
                  <a:lnTo>
                    <a:pt x="5345645" y="772289"/>
                  </a:lnTo>
                  <a:lnTo>
                    <a:pt x="5260739" y="770382"/>
                  </a:lnTo>
                  <a:lnTo>
                    <a:pt x="5162639" y="767931"/>
                  </a:lnTo>
                  <a:lnTo>
                    <a:pt x="5055106" y="764922"/>
                  </a:lnTo>
                  <a:lnTo>
                    <a:pt x="4942201" y="761359"/>
                  </a:lnTo>
                  <a:lnTo>
                    <a:pt x="4827752" y="757253"/>
                  </a:lnTo>
                  <a:lnTo>
                    <a:pt x="4714991" y="752613"/>
                  </a:lnTo>
                  <a:lnTo>
                    <a:pt x="4606369" y="747442"/>
                  </a:lnTo>
                  <a:lnTo>
                    <a:pt x="4503530" y="741730"/>
                  </a:lnTo>
                  <a:lnTo>
                    <a:pt x="4407397" y="735452"/>
                  </a:lnTo>
                  <a:lnTo>
                    <a:pt x="4318308" y="728563"/>
                  </a:lnTo>
                  <a:lnTo>
                    <a:pt x="4236158" y="721004"/>
                  </a:lnTo>
                  <a:lnTo>
                    <a:pt x="4160535" y="712696"/>
                  </a:lnTo>
                  <a:lnTo>
                    <a:pt x="4090831" y="703550"/>
                  </a:lnTo>
                  <a:lnTo>
                    <a:pt x="4026325" y="693463"/>
                  </a:lnTo>
                  <a:lnTo>
                    <a:pt x="3966246" y="682330"/>
                  </a:lnTo>
                  <a:lnTo>
                    <a:pt x="3909819" y="670050"/>
                  </a:lnTo>
                  <a:lnTo>
                    <a:pt x="3856311" y="656549"/>
                  </a:lnTo>
                  <a:lnTo>
                    <a:pt x="3820202" y="646344"/>
                  </a:lnTo>
                  <a:lnTo>
                    <a:pt x="3761414" y="627794"/>
                  </a:lnTo>
                  <a:lnTo>
                    <a:pt x="3704406" y="607466"/>
                  </a:lnTo>
                  <a:lnTo>
                    <a:pt x="3648545" y="585330"/>
                  </a:lnTo>
                  <a:lnTo>
                    <a:pt x="3593359" y="561411"/>
                  </a:lnTo>
                  <a:lnTo>
                    <a:pt x="3538505" y="535790"/>
                  </a:lnTo>
                  <a:lnTo>
                    <a:pt x="3483753" y="508614"/>
                  </a:lnTo>
                  <a:lnTo>
                    <a:pt x="3428964" y="480093"/>
                  </a:lnTo>
                  <a:lnTo>
                    <a:pt x="3374076" y="450497"/>
                  </a:lnTo>
                  <a:lnTo>
                    <a:pt x="3319085" y="420145"/>
                  </a:lnTo>
                  <a:lnTo>
                    <a:pt x="3264031" y="389395"/>
                  </a:lnTo>
                  <a:lnTo>
                    <a:pt x="3208973" y="358626"/>
                  </a:lnTo>
                  <a:lnTo>
                    <a:pt x="3153973" y="328216"/>
                  </a:lnTo>
                  <a:lnTo>
                    <a:pt x="3099074" y="298526"/>
                  </a:lnTo>
                  <a:lnTo>
                    <a:pt x="3044276" y="269881"/>
                  </a:lnTo>
                  <a:lnTo>
                    <a:pt x="2989525" y="242555"/>
                  </a:lnTo>
                  <a:lnTo>
                    <a:pt x="2934692" y="216767"/>
                  </a:lnTo>
                  <a:lnTo>
                    <a:pt x="2879553" y="192667"/>
                  </a:lnTo>
                  <a:lnTo>
                    <a:pt x="2823781" y="170346"/>
                  </a:lnTo>
                  <a:lnTo>
                    <a:pt x="2766917" y="149832"/>
                  </a:lnTo>
                  <a:lnTo>
                    <a:pt x="2708348" y="131100"/>
                  </a:lnTo>
                  <a:lnTo>
                    <a:pt x="2702183" y="129268"/>
                  </a:lnTo>
                  <a:lnTo>
                    <a:pt x="2650323" y="114891"/>
                  </a:lnTo>
                  <a:lnTo>
                    <a:pt x="2596015" y="101762"/>
                  </a:lnTo>
                  <a:lnTo>
                    <a:pt x="2538575" y="89835"/>
                  </a:lnTo>
                  <a:lnTo>
                    <a:pt x="2477252" y="79026"/>
                  </a:lnTo>
                  <a:lnTo>
                    <a:pt x="2411270" y="69231"/>
                  </a:lnTo>
                  <a:lnTo>
                    <a:pt x="2339866" y="60346"/>
                  </a:lnTo>
                  <a:lnTo>
                    <a:pt x="2262346" y="52272"/>
                  </a:lnTo>
                  <a:lnTo>
                    <a:pt x="2178151" y="44921"/>
                  </a:lnTo>
                  <a:lnTo>
                    <a:pt x="2086947" y="38220"/>
                  </a:lnTo>
                  <a:lnTo>
                    <a:pt x="1988749" y="32115"/>
                  </a:lnTo>
                  <a:lnTo>
                    <a:pt x="1884051" y="26567"/>
                  </a:lnTo>
                  <a:lnTo>
                    <a:pt x="1773982" y="21556"/>
                  </a:lnTo>
                  <a:lnTo>
                    <a:pt x="1660422" y="17075"/>
                  </a:lnTo>
                  <a:lnTo>
                    <a:pt x="1546064" y="13129"/>
                  </a:lnTo>
                  <a:lnTo>
                    <a:pt x="1434346" y="9731"/>
                  </a:lnTo>
                  <a:lnTo>
                    <a:pt x="1329213" y="6890"/>
                  </a:lnTo>
                  <a:lnTo>
                    <a:pt x="1234697" y="4604"/>
                  </a:lnTo>
                  <a:lnTo>
                    <a:pt x="1154352" y="2855"/>
                  </a:lnTo>
                  <a:lnTo>
                    <a:pt x="1090671" y="1600"/>
                  </a:lnTo>
                  <a:lnTo>
                    <a:pt x="1044611" y="775"/>
                  </a:lnTo>
                  <a:lnTo>
                    <a:pt x="1015352" y="298"/>
                  </a:lnTo>
                  <a:lnTo>
                    <a:pt x="1000310" y="73"/>
                  </a:lnTo>
                  <a:lnTo>
                    <a:pt x="995335" y="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7" name="pg446"/>
            <p:cNvSpPr/>
            <p:nvPr/>
          </p:nvSpPr>
          <p:spPr>
            <a:xfrm>
              <a:off x="1199187" y="2122292"/>
              <a:ext cx="12049831" cy="3118177"/>
            </a:xfrm>
            <a:custGeom>
              <a:avLst/>
              <a:pathLst>
                <a:path w="12049831" h="3118177">
                  <a:moveTo>
                    <a:pt x="0" y="1131976"/>
                  </a:moveTo>
                  <a:lnTo>
                    <a:pt x="994940" y="1131976"/>
                  </a:lnTo>
                  <a:lnTo>
                    <a:pt x="996046" y="1132013"/>
                  </a:lnTo>
                  <a:lnTo>
                    <a:pt x="1003348" y="1132276"/>
                  </a:lnTo>
                  <a:lnTo>
                    <a:pt x="1021866" y="1133002"/>
                  </a:lnTo>
                  <a:lnTo>
                    <a:pt x="1055251" y="1134433"/>
                  </a:lnTo>
                  <a:lnTo>
                    <a:pt x="1105570" y="1136798"/>
                  </a:lnTo>
                  <a:lnTo>
                    <a:pt x="1173157" y="1140295"/>
                  </a:lnTo>
                  <a:lnTo>
                    <a:pt x="1256660" y="1145072"/>
                  </a:lnTo>
                  <a:lnTo>
                    <a:pt x="1353334" y="1151218"/>
                  </a:lnTo>
                  <a:lnTo>
                    <a:pt x="1459540" y="1158769"/>
                  </a:lnTo>
                  <a:lnTo>
                    <a:pt x="1571313" y="1167719"/>
                  </a:lnTo>
                  <a:lnTo>
                    <a:pt x="1684880" y="1178043"/>
                  </a:lnTo>
                  <a:lnTo>
                    <a:pt x="1797027" y="1189712"/>
                  </a:lnTo>
                  <a:lnTo>
                    <a:pt x="1905289" y="1202719"/>
                  </a:lnTo>
                  <a:lnTo>
                    <a:pt x="2007986" y="1217086"/>
                  </a:lnTo>
                  <a:lnTo>
                    <a:pt x="2104148" y="1232872"/>
                  </a:lnTo>
                  <a:lnTo>
                    <a:pt x="2193388" y="1250181"/>
                  </a:lnTo>
                  <a:lnTo>
                    <a:pt x="2275765" y="1269160"/>
                  </a:lnTo>
                  <a:lnTo>
                    <a:pt x="2351648" y="1289997"/>
                  </a:lnTo>
                  <a:lnTo>
                    <a:pt x="2421612" y="1312915"/>
                  </a:lnTo>
                  <a:lnTo>
                    <a:pt x="2486349" y="1338166"/>
                  </a:lnTo>
                  <a:lnTo>
                    <a:pt x="2546609" y="1366014"/>
                  </a:lnTo>
                  <a:lnTo>
                    <a:pt x="2603150" y="1396712"/>
                  </a:lnTo>
                  <a:lnTo>
                    <a:pt x="2656698" y="1430465"/>
                  </a:lnTo>
                  <a:lnTo>
                    <a:pt x="2702183" y="1463010"/>
                  </a:lnTo>
                  <a:lnTo>
                    <a:pt x="2751883" y="1502763"/>
                  </a:lnTo>
                  <a:lnTo>
                    <a:pt x="2800238" y="1545737"/>
                  </a:lnTo>
                  <a:lnTo>
                    <a:pt x="2847653" y="1591996"/>
                  </a:lnTo>
                  <a:lnTo>
                    <a:pt x="2894446" y="1641537"/>
                  </a:lnTo>
                  <a:lnTo>
                    <a:pt x="2940862" y="1694285"/>
                  </a:lnTo>
                  <a:lnTo>
                    <a:pt x="2987084" y="1750085"/>
                  </a:lnTo>
                  <a:lnTo>
                    <a:pt x="3033243" y="1808699"/>
                  </a:lnTo>
                  <a:lnTo>
                    <a:pt x="3079423" y="1869807"/>
                  </a:lnTo>
                  <a:lnTo>
                    <a:pt x="3125668" y="1933011"/>
                  </a:lnTo>
                  <a:lnTo>
                    <a:pt x="3171990" y="1997841"/>
                  </a:lnTo>
                  <a:lnTo>
                    <a:pt x="3218376" y="2063773"/>
                  </a:lnTo>
                  <a:lnTo>
                    <a:pt x="3264797" y="2130244"/>
                  </a:lnTo>
                  <a:lnTo>
                    <a:pt x="3311215" y="2196669"/>
                  </a:lnTo>
                  <a:lnTo>
                    <a:pt x="3357593" y="2262466"/>
                  </a:lnTo>
                  <a:lnTo>
                    <a:pt x="3403903" y="2327077"/>
                  </a:lnTo>
                  <a:lnTo>
                    <a:pt x="3450137" y="2389984"/>
                  </a:lnTo>
                  <a:lnTo>
                    <a:pt x="3496310" y="2450729"/>
                  </a:lnTo>
                  <a:lnTo>
                    <a:pt x="3542472" y="2508925"/>
                  </a:lnTo>
                  <a:lnTo>
                    <a:pt x="3588715" y="2564265"/>
                  </a:lnTo>
                  <a:lnTo>
                    <a:pt x="3635176" y="2616523"/>
                  </a:lnTo>
                  <a:lnTo>
                    <a:pt x="3682047" y="2665557"/>
                  </a:lnTo>
                  <a:lnTo>
                    <a:pt x="3729586" y="2711305"/>
                  </a:lnTo>
                  <a:lnTo>
                    <a:pt x="3778121" y="2753773"/>
                  </a:lnTo>
                  <a:lnTo>
                    <a:pt x="3820202" y="2787143"/>
                  </a:lnTo>
                  <a:lnTo>
                    <a:pt x="3871650" y="2823687"/>
                  </a:lnTo>
                  <a:lnTo>
                    <a:pt x="3925504" y="2857085"/>
                  </a:lnTo>
                  <a:lnTo>
                    <a:pt x="3982431" y="2887447"/>
                  </a:lnTo>
                  <a:lnTo>
                    <a:pt x="4043162" y="2914986"/>
                  </a:lnTo>
                  <a:lnTo>
                    <a:pt x="4108456" y="2939958"/>
                  </a:lnTo>
                  <a:lnTo>
                    <a:pt x="4179060" y="2962627"/>
                  </a:lnTo>
                  <a:lnTo>
                    <a:pt x="4255656" y="2983242"/>
                  </a:lnTo>
                  <a:lnTo>
                    <a:pt x="4338800" y="3002023"/>
                  </a:lnTo>
                  <a:lnTo>
                    <a:pt x="4428832" y="3019152"/>
                  </a:lnTo>
                  <a:lnTo>
                    <a:pt x="4525766" y="3034772"/>
                  </a:lnTo>
                  <a:lnTo>
                    <a:pt x="4629158" y="3048982"/>
                  </a:lnTo>
                  <a:lnTo>
                    <a:pt x="4737961" y="3061836"/>
                  </a:lnTo>
                  <a:lnTo>
                    <a:pt x="4850409" y="3073354"/>
                  </a:lnTo>
                  <a:lnTo>
                    <a:pt x="4963947" y="3083522"/>
                  </a:lnTo>
                  <a:lnTo>
                    <a:pt x="5075284" y="3092315"/>
                  </a:lnTo>
                  <a:lnTo>
                    <a:pt x="5180604" y="3099705"/>
                  </a:lnTo>
                  <a:lnTo>
                    <a:pt x="5275951" y="3105693"/>
                  </a:lnTo>
                  <a:lnTo>
                    <a:pt x="5357760" y="3110318"/>
                  </a:lnTo>
                  <a:lnTo>
                    <a:pt x="5423420" y="3113678"/>
                  </a:lnTo>
                  <a:lnTo>
                    <a:pt x="5471763" y="3115926"/>
                  </a:lnTo>
                  <a:lnTo>
                    <a:pt x="5503320" y="3117265"/>
                  </a:lnTo>
                  <a:lnTo>
                    <a:pt x="5520351" y="3117926"/>
                  </a:lnTo>
                  <a:lnTo>
                    <a:pt x="5526671" y="3118151"/>
                  </a:lnTo>
                  <a:lnTo>
                    <a:pt x="5527445" y="3118177"/>
                  </a:lnTo>
                  <a:lnTo>
                    <a:pt x="6522385" y="3118177"/>
                  </a:lnTo>
                  <a:lnTo>
                    <a:pt x="6523450" y="3118121"/>
                  </a:lnTo>
                  <a:lnTo>
                    <a:pt x="6530486" y="3117725"/>
                  </a:lnTo>
                  <a:lnTo>
                    <a:pt x="6548347" y="3116631"/>
                  </a:lnTo>
                  <a:lnTo>
                    <a:pt x="6580591" y="3114474"/>
                  </a:lnTo>
                  <a:lnTo>
                    <a:pt x="6629280" y="3110906"/>
                  </a:lnTo>
                  <a:lnTo>
                    <a:pt x="6694833" y="3105627"/>
                  </a:lnTo>
                  <a:lnTo>
                    <a:pt x="6776054" y="3098408"/>
                  </a:lnTo>
                  <a:lnTo>
                    <a:pt x="6870397" y="3089105"/>
                  </a:lnTo>
                  <a:lnTo>
                    <a:pt x="6974417" y="3077658"/>
                  </a:lnTo>
                  <a:lnTo>
                    <a:pt x="7084306" y="3064071"/>
                  </a:lnTo>
                  <a:lnTo>
                    <a:pt x="7196387" y="3048380"/>
                  </a:lnTo>
                  <a:lnTo>
                    <a:pt x="7307481" y="3030628"/>
                  </a:lnTo>
                  <a:lnTo>
                    <a:pt x="7415106" y="3010834"/>
                  </a:lnTo>
                  <a:lnTo>
                    <a:pt x="7517526" y="2988973"/>
                  </a:lnTo>
                  <a:lnTo>
                    <a:pt x="7613699" y="2964965"/>
                  </a:lnTo>
                  <a:lnTo>
                    <a:pt x="7703160" y="2938666"/>
                  </a:lnTo>
                  <a:lnTo>
                    <a:pt x="7785890" y="2909867"/>
                  </a:lnTo>
                  <a:lnTo>
                    <a:pt x="7862193" y="2878298"/>
                  </a:lnTo>
                  <a:lnTo>
                    <a:pt x="7932585" y="2843633"/>
                  </a:lnTo>
                  <a:lnTo>
                    <a:pt x="7997712" y="2805501"/>
                  </a:lnTo>
                  <a:lnTo>
                    <a:pt x="8058286" y="2763505"/>
                  </a:lnTo>
                  <a:lnTo>
                    <a:pt x="8115038" y="2717254"/>
                  </a:lnTo>
                  <a:lnTo>
                    <a:pt x="8168681" y="2666413"/>
                  </a:lnTo>
                  <a:lnTo>
                    <a:pt x="8219869" y="2610780"/>
                  </a:lnTo>
                  <a:lnTo>
                    <a:pt x="8229629" y="2599354"/>
                  </a:lnTo>
                  <a:lnTo>
                    <a:pt x="8272335" y="2546239"/>
                  </a:lnTo>
                  <a:lnTo>
                    <a:pt x="8314006" y="2489426"/>
                  </a:lnTo>
                  <a:lnTo>
                    <a:pt x="8354910" y="2428841"/>
                  </a:lnTo>
                  <a:lnTo>
                    <a:pt x="8395265" y="2364461"/>
                  </a:lnTo>
                  <a:lnTo>
                    <a:pt x="8435247" y="2296323"/>
                  </a:lnTo>
                  <a:lnTo>
                    <a:pt x="8474996" y="2224531"/>
                  </a:lnTo>
                  <a:lnTo>
                    <a:pt x="8514619" y="2149253"/>
                  </a:lnTo>
                  <a:lnTo>
                    <a:pt x="8554197" y="2070731"/>
                  </a:lnTo>
                  <a:lnTo>
                    <a:pt x="8593784" y="1989276"/>
                  </a:lnTo>
                  <a:lnTo>
                    <a:pt x="8633413" y="1905266"/>
                  </a:lnTo>
                  <a:lnTo>
                    <a:pt x="8673098" y="1819141"/>
                  </a:lnTo>
                  <a:lnTo>
                    <a:pt x="8712838" y="1731395"/>
                  </a:lnTo>
                  <a:lnTo>
                    <a:pt x="8752619" y="1642562"/>
                  </a:lnTo>
                  <a:lnTo>
                    <a:pt x="8792423" y="1553206"/>
                  </a:lnTo>
                  <a:lnTo>
                    <a:pt x="8832224" y="1463906"/>
                  </a:lnTo>
                  <a:lnTo>
                    <a:pt x="8871999" y="1375237"/>
                  </a:lnTo>
                  <a:lnTo>
                    <a:pt x="8911729" y="1287758"/>
                  </a:lnTo>
                  <a:lnTo>
                    <a:pt x="8951403" y="1201999"/>
                  </a:lnTo>
                  <a:lnTo>
                    <a:pt x="8991022" y="1118443"/>
                  </a:lnTo>
                  <a:lnTo>
                    <a:pt x="9030604" y="1037519"/>
                  </a:lnTo>
                  <a:lnTo>
                    <a:pt x="9070186" y="959592"/>
                  </a:lnTo>
                  <a:lnTo>
                    <a:pt x="9109827" y="884960"/>
                  </a:lnTo>
                  <a:lnTo>
                    <a:pt x="9149610" y="813852"/>
                  </a:lnTo>
                  <a:lnTo>
                    <a:pt x="9189651" y="746423"/>
                  </a:lnTo>
                  <a:lnTo>
                    <a:pt x="9230096" y="682764"/>
                  </a:lnTo>
                  <a:lnTo>
                    <a:pt x="9271128" y="622899"/>
                  </a:lnTo>
                  <a:lnTo>
                    <a:pt x="9312973" y="566797"/>
                  </a:lnTo>
                  <a:lnTo>
                    <a:pt x="9347647" y="524063"/>
                  </a:lnTo>
                  <a:lnTo>
                    <a:pt x="9398425" y="467490"/>
                  </a:lnTo>
                  <a:lnTo>
                    <a:pt x="9451539" y="415722"/>
                  </a:lnTo>
                  <a:lnTo>
                    <a:pt x="9507630" y="368598"/>
                  </a:lnTo>
                  <a:lnTo>
                    <a:pt x="9567400" y="325801"/>
                  </a:lnTo>
                  <a:lnTo>
                    <a:pt x="9631581" y="286946"/>
                  </a:lnTo>
                  <a:lnTo>
                    <a:pt x="9700891" y="251634"/>
                  </a:lnTo>
                  <a:lnTo>
                    <a:pt x="9775993" y="219488"/>
                  </a:lnTo>
                  <a:lnTo>
                    <a:pt x="9857437" y="190172"/>
                  </a:lnTo>
                  <a:lnTo>
                    <a:pt x="9945573" y="163402"/>
                  </a:lnTo>
                  <a:lnTo>
                    <a:pt x="10040455" y="138960"/>
                  </a:lnTo>
                  <a:lnTo>
                    <a:pt x="10141717" y="116688"/>
                  </a:lnTo>
                  <a:lnTo>
                    <a:pt x="10248439" y="96494"/>
                  </a:lnTo>
                  <a:lnTo>
                    <a:pt x="10359027" y="78343"/>
                  </a:lnTo>
                  <a:lnTo>
                    <a:pt x="10471146" y="62247"/>
                  </a:lnTo>
                  <a:lnTo>
                    <a:pt x="10581740" y="48245"/>
                  </a:lnTo>
                  <a:lnTo>
                    <a:pt x="10687207" y="36378"/>
                  </a:lnTo>
                  <a:lnTo>
                    <a:pt x="10783730" y="26659"/>
                  </a:lnTo>
                  <a:lnTo>
                    <a:pt x="10867750" y="19041"/>
                  </a:lnTo>
                  <a:lnTo>
                    <a:pt x="10936504" y="13399"/>
                  </a:lnTo>
                  <a:lnTo>
                    <a:pt x="10988506" y="9519"/>
                  </a:lnTo>
                  <a:lnTo>
                    <a:pt x="11023849" y="7112"/>
                  </a:lnTo>
                  <a:lnTo>
                    <a:pt x="11044284" y="5839"/>
                  </a:lnTo>
                  <a:lnTo>
                    <a:pt x="11053090" y="533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6" y="55"/>
                  </a:lnTo>
                  <a:lnTo>
                    <a:pt x="11046790" y="451"/>
                  </a:lnTo>
                  <a:lnTo>
                    <a:pt x="11028929" y="1545"/>
                  </a:lnTo>
                  <a:lnTo>
                    <a:pt x="10996686" y="3702"/>
                  </a:lnTo>
                  <a:lnTo>
                    <a:pt x="10947997" y="7270"/>
                  </a:lnTo>
                  <a:lnTo>
                    <a:pt x="10882444" y="12549"/>
                  </a:lnTo>
                  <a:lnTo>
                    <a:pt x="10801222" y="19769"/>
                  </a:lnTo>
                  <a:lnTo>
                    <a:pt x="10706879" y="29071"/>
                  </a:lnTo>
                  <a:lnTo>
                    <a:pt x="10602859" y="40518"/>
                  </a:lnTo>
                  <a:lnTo>
                    <a:pt x="10492971" y="54105"/>
                  </a:lnTo>
                  <a:lnTo>
                    <a:pt x="10380890" y="69796"/>
                  </a:lnTo>
                  <a:lnTo>
                    <a:pt x="10269795" y="87548"/>
                  </a:lnTo>
                  <a:lnTo>
                    <a:pt x="10162170" y="107343"/>
                  </a:lnTo>
                  <a:lnTo>
                    <a:pt x="10059750" y="129203"/>
                  </a:lnTo>
                  <a:lnTo>
                    <a:pt x="9963578" y="153211"/>
                  </a:lnTo>
                  <a:lnTo>
                    <a:pt x="9874117" y="179511"/>
                  </a:lnTo>
                  <a:lnTo>
                    <a:pt x="9791387" y="208309"/>
                  </a:lnTo>
                  <a:lnTo>
                    <a:pt x="9715084" y="239878"/>
                  </a:lnTo>
                  <a:lnTo>
                    <a:pt x="9644692" y="274543"/>
                  </a:lnTo>
                  <a:lnTo>
                    <a:pt x="9579565" y="312675"/>
                  </a:lnTo>
                  <a:lnTo>
                    <a:pt x="9518991" y="354671"/>
                  </a:lnTo>
                  <a:lnTo>
                    <a:pt x="9462238" y="400922"/>
                  </a:lnTo>
                  <a:lnTo>
                    <a:pt x="9408595" y="451763"/>
                  </a:lnTo>
                  <a:lnTo>
                    <a:pt x="9357407" y="507396"/>
                  </a:lnTo>
                  <a:lnTo>
                    <a:pt x="9347647" y="518822"/>
                  </a:lnTo>
                  <a:lnTo>
                    <a:pt x="9304942" y="571938"/>
                  </a:lnTo>
                  <a:lnTo>
                    <a:pt x="9263270" y="628750"/>
                  </a:lnTo>
                  <a:lnTo>
                    <a:pt x="9222366" y="689336"/>
                  </a:lnTo>
                  <a:lnTo>
                    <a:pt x="9182012" y="753716"/>
                  </a:lnTo>
                  <a:lnTo>
                    <a:pt x="9142030" y="821853"/>
                  </a:lnTo>
                  <a:lnTo>
                    <a:pt x="9102281" y="893646"/>
                  </a:lnTo>
                  <a:lnTo>
                    <a:pt x="9062657" y="968923"/>
                  </a:lnTo>
                  <a:lnTo>
                    <a:pt x="9023079" y="1047445"/>
                  </a:lnTo>
                  <a:lnTo>
                    <a:pt x="8983492" y="1128900"/>
                  </a:lnTo>
                  <a:lnTo>
                    <a:pt x="8943863" y="1212910"/>
                  </a:lnTo>
                  <a:lnTo>
                    <a:pt x="8904179" y="1299035"/>
                  </a:lnTo>
                  <a:lnTo>
                    <a:pt x="8864439" y="1386781"/>
                  </a:lnTo>
                  <a:lnTo>
                    <a:pt x="8824657" y="1475614"/>
                  </a:lnTo>
                  <a:lnTo>
                    <a:pt x="8784854" y="1564970"/>
                  </a:lnTo>
                  <a:lnTo>
                    <a:pt x="8745052" y="1654271"/>
                  </a:lnTo>
                  <a:lnTo>
                    <a:pt x="8705277" y="1742940"/>
                  </a:lnTo>
                  <a:lnTo>
                    <a:pt x="8665547" y="1830418"/>
                  </a:lnTo>
                  <a:lnTo>
                    <a:pt x="8625874" y="1916177"/>
                  </a:lnTo>
                  <a:lnTo>
                    <a:pt x="8586254" y="1999733"/>
                  </a:lnTo>
                  <a:lnTo>
                    <a:pt x="8546672" y="2080657"/>
                  </a:lnTo>
                  <a:lnTo>
                    <a:pt x="8507090" y="2158584"/>
                  </a:lnTo>
                  <a:lnTo>
                    <a:pt x="8467450" y="2233216"/>
                  </a:lnTo>
                  <a:lnTo>
                    <a:pt x="8427666" y="2304325"/>
                  </a:lnTo>
                  <a:lnTo>
                    <a:pt x="8387625" y="2371753"/>
                  </a:lnTo>
                  <a:lnTo>
                    <a:pt x="8347181" y="2435413"/>
                  </a:lnTo>
                  <a:lnTo>
                    <a:pt x="8306149" y="2495277"/>
                  </a:lnTo>
                  <a:lnTo>
                    <a:pt x="8264303" y="2551379"/>
                  </a:lnTo>
                  <a:lnTo>
                    <a:pt x="8229629" y="2594113"/>
                  </a:lnTo>
                  <a:lnTo>
                    <a:pt x="8178852" y="2650687"/>
                  </a:lnTo>
                  <a:lnTo>
                    <a:pt x="8125738" y="2702454"/>
                  </a:lnTo>
                  <a:lnTo>
                    <a:pt x="8069647" y="2749578"/>
                  </a:lnTo>
                  <a:lnTo>
                    <a:pt x="8009876" y="2792375"/>
                  </a:lnTo>
                  <a:lnTo>
                    <a:pt x="7945696" y="2831230"/>
                  </a:lnTo>
                  <a:lnTo>
                    <a:pt x="7876386" y="2866542"/>
                  </a:lnTo>
                  <a:lnTo>
                    <a:pt x="7801283" y="2898688"/>
                  </a:lnTo>
                  <a:lnTo>
                    <a:pt x="7719840" y="2928005"/>
                  </a:lnTo>
                  <a:lnTo>
                    <a:pt x="7631704" y="2954774"/>
                  </a:lnTo>
                  <a:lnTo>
                    <a:pt x="7536821" y="2979216"/>
                  </a:lnTo>
                  <a:lnTo>
                    <a:pt x="7435559" y="3001488"/>
                  </a:lnTo>
                  <a:lnTo>
                    <a:pt x="7328837" y="3021682"/>
                  </a:lnTo>
                  <a:lnTo>
                    <a:pt x="7218249" y="3039833"/>
                  </a:lnTo>
                  <a:lnTo>
                    <a:pt x="7106131" y="3055930"/>
                  </a:lnTo>
                  <a:lnTo>
                    <a:pt x="6995537" y="3069932"/>
                  </a:lnTo>
                  <a:lnTo>
                    <a:pt x="6890069" y="3081798"/>
                  </a:lnTo>
                  <a:lnTo>
                    <a:pt x="6793546" y="3091517"/>
                  </a:lnTo>
                  <a:lnTo>
                    <a:pt x="6709527" y="3099135"/>
                  </a:lnTo>
                  <a:lnTo>
                    <a:pt x="6640772" y="3104778"/>
                  </a:lnTo>
                  <a:lnTo>
                    <a:pt x="6588770" y="3108658"/>
                  </a:lnTo>
                  <a:lnTo>
                    <a:pt x="6553427" y="3111064"/>
                  </a:lnTo>
                  <a:lnTo>
                    <a:pt x="6532993" y="3112337"/>
                  </a:lnTo>
                  <a:lnTo>
                    <a:pt x="6524186" y="3112841"/>
                  </a:lnTo>
                  <a:lnTo>
                    <a:pt x="6522385" y="3112936"/>
                  </a:lnTo>
                  <a:lnTo>
                    <a:pt x="5527445" y="3112936"/>
                  </a:lnTo>
                  <a:lnTo>
                    <a:pt x="5526339" y="3112899"/>
                  </a:lnTo>
                  <a:lnTo>
                    <a:pt x="5519037" y="3112636"/>
                  </a:lnTo>
                  <a:lnTo>
                    <a:pt x="5500519" y="3111911"/>
                  </a:lnTo>
                  <a:lnTo>
                    <a:pt x="5467134" y="3110480"/>
                  </a:lnTo>
                  <a:lnTo>
                    <a:pt x="5416815" y="3108114"/>
                  </a:lnTo>
                  <a:lnTo>
                    <a:pt x="5349228" y="3104617"/>
                  </a:lnTo>
                  <a:lnTo>
                    <a:pt x="5265725" y="3099841"/>
                  </a:lnTo>
                  <a:lnTo>
                    <a:pt x="5169051" y="3093695"/>
                  </a:lnTo>
                  <a:lnTo>
                    <a:pt x="5062845" y="3086144"/>
                  </a:lnTo>
                  <a:lnTo>
                    <a:pt x="4951072" y="3077194"/>
                  </a:lnTo>
                  <a:lnTo>
                    <a:pt x="4837505" y="3066870"/>
                  </a:lnTo>
                  <a:lnTo>
                    <a:pt x="4725358" y="3055200"/>
                  </a:lnTo>
                  <a:lnTo>
                    <a:pt x="4617096" y="3042193"/>
                  </a:lnTo>
                  <a:lnTo>
                    <a:pt x="4514399" y="3027827"/>
                  </a:lnTo>
                  <a:lnTo>
                    <a:pt x="4418237" y="3012041"/>
                  </a:lnTo>
                  <a:lnTo>
                    <a:pt x="4328997" y="2994731"/>
                  </a:lnTo>
                  <a:lnTo>
                    <a:pt x="4246620" y="2975752"/>
                  </a:lnTo>
                  <a:lnTo>
                    <a:pt x="4170737" y="2954916"/>
                  </a:lnTo>
                  <a:lnTo>
                    <a:pt x="4100773" y="2931998"/>
                  </a:lnTo>
                  <a:lnTo>
                    <a:pt x="4036036" y="2906747"/>
                  </a:lnTo>
                  <a:lnTo>
                    <a:pt x="3975776" y="2878899"/>
                  </a:lnTo>
                  <a:lnTo>
                    <a:pt x="3919235" y="2848200"/>
                  </a:lnTo>
                  <a:lnTo>
                    <a:pt x="3865687" y="2814447"/>
                  </a:lnTo>
                  <a:lnTo>
                    <a:pt x="3820202" y="2781903"/>
                  </a:lnTo>
                  <a:lnTo>
                    <a:pt x="3770502" y="2742150"/>
                  </a:lnTo>
                  <a:lnTo>
                    <a:pt x="3722147" y="2699176"/>
                  </a:lnTo>
                  <a:lnTo>
                    <a:pt x="3674732" y="2652917"/>
                  </a:lnTo>
                  <a:lnTo>
                    <a:pt x="3627939" y="2603376"/>
                  </a:lnTo>
                  <a:lnTo>
                    <a:pt x="3581523" y="2550628"/>
                  </a:lnTo>
                  <a:lnTo>
                    <a:pt x="3535301" y="2494828"/>
                  </a:lnTo>
                  <a:lnTo>
                    <a:pt x="3489142" y="2436214"/>
                  </a:lnTo>
                  <a:lnTo>
                    <a:pt x="3442962" y="2375105"/>
                  </a:lnTo>
                  <a:lnTo>
                    <a:pt x="3396717" y="2311902"/>
                  </a:lnTo>
                  <a:lnTo>
                    <a:pt x="3350395" y="2247072"/>
                  </a:lnTo>
                  <a:lnTo>
                    <a:pt x="3304009" y="2181139"/>
                  </a:lnTo>
                  <a:lnTo>
                    <a:pt x="3257588" y="2114669"/>
                  </a:lnTo>
                  <a:lnTo>
                    <a:pt x="3211170" y="2048244"/>
                  </a:lnTo>
                  <a:lnTo>
                    <a:pt x="3164792" y="1982446"/>
                  </a:lnTo>
                  <a:lnTo>
                    <a:pt x="3118482" y="1917836"/>
                  </a:lnTo>
                  <a:lnTo>
                    <a:pt x="3072248" y="1854929"/>
                  </a:lnTo>
                  <a:lnTo>
                    <a:pt x="3026075" y="1794183"/>
                  </a:lnTo>
                  <a:lnTo>
                    <a:pt x="2979913" y="1735987"/>
                  </a:lnTo>
                  <a:lnTo>
                    <a:pt x="2933670" y="1680648"/>
                  </a:lnTo>
                  <a:lnTo>
                    <a:pt x="2887209" y="1628390"/>
                  </a:lnTo>
                  <a:lnTo>
                    <a:pt x="2840338" y="1579355"/>
                  </a:lnTo>
                  <a:lnTo>
                    <a:pt x="2792799" y="1533608"/>
                  </a:lnTo>
                  <a:lnTo>
                    <a:pt x="2744264" y="1491140"/>
                  </a:lnTo>
                  <a:lnTo>
                    <a:pt x="2702183" y="1457769"/>
                  </a:lnTo>
                  <a:lnTo>
                    <a:pt x="2650735" y="1421226"/>
                  </a:lnTo>
                  <a:lnTo>
                    <a:pt x="2596881" y="1387828"/>
                  </a:lnTo>
                  <a:lnTo>
                    <a:pt x="2539954" y="1357465"/>
                  </a:lnTo>
                  <a:lnTo>
                    <a:pt x="2479223" y="1329926"/>
                  </a:lnTo>
                  <a:lnTo>
                    <a:pt x="2413929" y="1304954"/>
                  </a:lnTo>
                  <a:lnTo>
                    <a:pt x="2343325" y="1282285"/>
                  </a:lnTo>
                  <a:lnTo>
                    <a:pt x="2266729" y="1261671"/>
                  </a:lnTo>
                  <a:lnTo>
                    <a:pt x="2183585" y="1242890"/>
                  </a:lnTo>
                  <a:lnTo>
                    <a:pt x="2093553" y="1225761"/>
                  </a:lnTo>
                  <a:lnTo>
                    <a:pt x="1996619" y="1210140"/>
                  </a:lnTo>
                  <a:lnTo>
                    <a:pt x="1893227" y="1195931"/>
                  </a:lnTo>
                  <a:lnTo>
                    <a:pt x="1784424" y="1183077"/>
                  </a:lnTo>
                  <a:lnTo>
                    <a:pt x="1671976" y="1171559"/>
                  </a:lnTo>
                  <a:lnTo>
                    <a:pt x="1558438" y="1161390"/>
                  </a:lnTo>
                  <a:lnTo>
                    <a:pt x="1447101" y="1152598"/>
                  </a:lnTo>
                  <a:lnTo>
                    <a:pt x="1341781" y="1145207"/>
                  </a:lnTo>
                  <a:lnTo>
                    <a:pt x="1246434" y="1139220"/>
                  </a:lnTo>
                  <a:lnTo>
                    <a:pt x="1164625" y="1134595"/>
                  </a:lnTo>
                  <a:lnTo>
                    <a:pt x="1098965" y="1131235"/>
                  </a:lnTo>
                  <a:lnTo>
                    <a:pt x="1050622" y="1128986"/>
                  </a:lnTo>
                  <a:lnTo>
                    <a:pt x="1019065" y="1127648"/>
                  </a:lnTo>
                  <a:lnTo>
                    <a:pt x="1002034" y="1126987"/>
                  </a:lnTo>
                  <a:lnTo>
                    <a:pt x="995714" y="1126761"/>
                  </a:lnTo>
                  <a:lnTo>
                    <a:pt x="994940" y="1126736"/>
                  </a:lnTo>
                  <a:lnTo>
                    <a:pt x="0" y="1126736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48" name="pl447"/>
            <p:cNvSpPr/>
            <p:nvPr/>
          </p:nvSpPr>
          <p:spPr>
            <a:xfrm>
              <a:off x="1199187" y="2127532"/>
              <a:ext cx="12049831" cy="3112936"/>
            </a:xfrm>
            <a:custGeom>
              <a:avLst/>
              <a:pathLst>
                <a:path w="12049831" h="3112936">
                  <a:moveTo>
                    <a:pt x="0" y="1126736"/>
                  </a:moveTo>
                  <a:lnTo>
                    <a:pt x="994940" y="1126736"/>
                  </a:lnTo>
                  <a:lnTo>
                    <a:pt x="996046" y="1126773"/>
                  </a:lnTo>
                  <a:lnTo>
                    <a:pt x="1003348" y="1127036"/>
                  </a:lnTo>
                  <a:lnTo>
                    <a:pt x="1021866" y="1127761"/>
                  </a:lnTo>
                  <a:lnTo>
                    <a:pt x="1055251" y="1129192"/>
                  </a:lnTo>
                  <a:lnTo>
                    <a:pt x="1105570" y="1131558"/>
                  </a:lnTo>
                  <a:lnTo>
                    <a:pt x="1173157" y="1135055"/>
                  </a:lnTo>
                  <a:lnTo>
                    <a:pt x="1256660" y="1139831"/>
                  </a:lnTo>
                  <a:lnTo>
                    <a:pt x="1353334" y="1145977"/>
                  </a:lnTo>
                  <a:lnTo>
                    <a:pt x="1459540" y="1153528"/>
                  </a:lnTo>
                  <a:lnTo>
                    <a:pt x="1571313" y="1162478"/>
                  </a:lnTo>
                  <a:lnTo>
                    <a:pt x="1684880" y="1172802"/>
                  </a:lnTo>
                  <a:lnTo>
                    <a:pt x="1797027" y="1184472"/>
                  </a:lnTo>
                  <a:lnTo>
                    <a:pt x="1905289" y="1197479"/>
                  </a:lnTo>
                  <a:lnTo>
                    <a:pt x="2007986" y="1211845"/>
                  </a:lnTo>
                  <a:lnTo>
                    <a:pt x="2104148" y="1227631"/>
                  </a:lnTo>
                  <a:lnTo>
                    <a:pt x="2193388" y="1244941"/>
                  </a:lnTo>
                  <a:lnTo>
                    <a:pt x="2275765" y="1263920"/>
                  </a:lnTo>
                  <a:lnTo>
                    <a:pt x="2351648" y="1284756"/>
                  </a:lnTo>
                  <a:lnTo>
                    <a:pt x="2421612" y="1307674"/>
                  </a:lnTo>
                  <a:lnTo>
                    <a:pt x="2486349" y="1332925"/>
                  </a:lnTo>
                  <a:lnTo>
                    <a:pt x="2546609" y="1360773"/>
                  </a:lnTo>
                  <a:lnTo>
                    <a:pt x="2603150" y="1391472"/>
                  </a:lnTo>
                  <a:lnTo>
                    <a:pt x="2656698" y="1425225"/>
                  </a:lnTo>
                  <a:lnTo>
                    <a:pt x="2702183" y="1457769"/>
                  </a:lnTo>
                  <a:lnTo>
                    <a:pt x="2751883" y="1497522"/>
                  </a:lnTo>
                  <a:lnTo>
                    <a:pt x="2800238" y="1540496"/>
                  </a:lnTo>
                  <a:lnTo>
                    <a:pt x="2847653" y="1586755"/>
                  </a:lnTo>
                  <a:lnTo>
                    <a:pt x="2894446" y="1636296"/>
                  </a:lnTo>
                  <a:lnTo>
                    <a:pt x="2940862" y="1689044"/>
                  </a:lnTo>
                  <a:lnTo>
                    <a:pt x="2987084" y="1744844"/>
                  </a:lnTo>
                  <a:lnTo>
                    <a:pt x="3033243" y="1803458"/>
                  </a:lnTo>
                  <a:lnTo>
                    <a:pt x="3079423" y="1864567"/>
                  </a:lnTo>
                  <a:lnTo>
                    <a:pt x="3125668" y="1927770"/>
                  </a:lnTo>
                  <a:lnTo>
                    <a:pt x="3171990" y="1992600"/>
                  </a:lnTo>
                  <a:lnTo>
                    <a:pt x="3218376" y="2058533"/>
                  </a:lnTo>
                  <a:lnTo>
                    <a:pt x="3264797" y="2125003"/>
                  </a:lnTo>
                  <a:lnTo>
                    <a:pt x="3311215" y="2191428"/>
                  </a:lnTo>
                  <a:lnTo>
                    <a:pt x="3357593" y="2257226"/>
                  </a:lnTo>
                  <a:lnTo>
                    <a:pt x="3403903" y="2321836"/>
                  </a:lnTo>
                  <a:lnTo>
                    <a:pt x="3450137" y="2384743"/>
                  </a:lnTo>
                  <a:lnTo>
                    <a:pt x="3496310" y="2445489"/>
                  </a:lnTo>
                  <a:lnTo>
                    <a:pt x="3542472" y="2503685"/>
                  </a:lnTo>
                  <a:lnTo>
                    <a:pt x="3588715" y="2559024"/>
                  </a:lnTo>
                  <a:lnTo>
                    <a:pt x="3635176" y="2611282"/>
                  </a:lnTo>
                  <a:lnTo>
                    <a:pt x="3682047" y="2660317"/>
                  </a:lnTo>
                  <a:lnTo>
                    <a:pt x="3729586" y="2706064"/>
                  </a:lnTo>
                  <a:lnTo>
                    <a:pt x="3778121" y="2748532"/>
                  </a:lnTo>
                  <a:lnTo>
                    <a:pt x="3820202" y="2781903"/>
                  </a:lnTo>
                  <a:lnTo>
                    <a:pt x="3871650" y="2818446"/>
                  </a:lnTo>
                  <a:lnTo>
                    <a:pt x="3925504" y="2851844"/>
                  </a:lnTo>
                  <a:lnTo>
                    <a:pt x="3982431" y="2882207"/>
                  </a:lnTo>
                  <a:lnTo>
                    <a:pt x="4043162" y="2909746"/>
                  </a:lnTo>
                  <a:lnTo>
                    <a:pt x="4108456" y="2934718"/>
                  </a:lnTo>
                  <a:lnTo>
                    <a:pt x="4179060" y="2957387"/>
                  </a:lnTo>
                  <a:lnTo>
                    <a:pt x="4255656" y="2978001"/>
                  </a:lnTo>
                  <a:lnTo>
                    <a:pt x="4338800" y="2996782"/>
                  </a:lnTo>
                  <a:lnTo>
                    <a:pt x="4428832" y="3013911"/>
                  </a:lnTo>
                  <a:lnTo>
                    <a:pt x="4525766" y="3029532"/>
                  </a:lnTo>
                  <a:lnTo>
                    <a:pt x="4629158" y="3043741"/>
                  </a:lnTo>
                  <a:lnTo>
                    <a:pt x="4737961" y="3056595"/>
                  </a:lnTo>
                  <a:lnTo>
                    <a:pt x="4850409" y="3068113"/>
                  </a:lnTo>
                  <a:lnTo>
                    <a:pt x="4963947" y="3078282"/>
                  </a:lnTo>
                  <a:lnTo>
                    <a:pt x="5075284" y="3087074"/>
                  </a:lnTo>
                  <a:lnTo>
                    <a:pt x="5180604" y="3094465"/>
                  </a:lnTo>
                  <a:lnTo>
                    <a:pt x="5275951" y="3100452"/>
                  </a:lnTo>
                  <a:lnTo>
                    <a:pt x="5357760" y="3105077"/>
                  </a:lnTo>
                  <a:lnTo>
                    <a:pt x="5423420" y="3108437"/>
                  </a:lnTo>
                  <a:lnTo>
                    <a:pt x="5471763" y="3110686"/>
                  </a:lnTo>
                  <a:lnTo>
                    <a:pt x="5503320" y="3112024"/>
                  </a:lnTo>
                  <a:lnTo>
                    <a:pt x="5520351" y="3112685"/>
                  </a:lnTo>
                  <a:lnTo>
                    <a:pt x="5526671" y="3112911"/>
                  </a:lnTo>
                  <a:lnTo>
                    <a:pt x="5527445" y="3112936"/>
                  </a:lnTo>
                  <a:lnTo>
                    <a:pt x="6522385" y="3112936"/>
                  </a:lnTo>
                  <a:lnTo>
                    <a:pt x="6523450" y="3112881"/>
                  </a:lnTo>
                  <a:lnTo>
                    <a:pt x="6530486" y="3112484"/>
                  </a:lnTo>
                  <a:lnTo>
                    <a:pt x="6548347" y="3111390"/>
                  </a:lnTo>
                  <a:lnTo>
                    <a:pt x="6580591" y="3109233"/>
                  </a:lnTo>
                  <a:lnTo>
                    <a:pt x="6629280" y="3105666"/>
                  </a:lnTo>
                  <a:lnTo>
                    <a:pt x="6694833" y="3100387"/>
                  </a:lnTo>
                  <a:lnTo>
                    <a:pt x="6776054" y="3093167"/>
                  </a:lnTo>
                  <a:lnTo>
                    <a:pt x="6870397" y="3083864"/>
                  </a:lnTo>
                  <a:lnTo>
                    <a:pt x="6974417" y="3072418"/>
                  </a:lnTo>
                  <a:lnTo>
                    <a:pt x="7084306" y="3058830"/>
                  </a:lnTo>
                  <a:lnTo>
                    <a:pt x="7196387" y="3043139"/>
                  </a:lnTo>
                  <a:lnTo>
                    <a:pt x="7307481" y="3025387"/>
                  </a:lnTo>
                  <a:lnTo>
                    <a:pt x="7415106" y="3005593"/>
                  </a:lnTo>
                  <a:lnTo>
                    <a:pt x="7517526" y="2983732"/>
                  </a:lnTo>
                  <a:lnTo>
                    <a:pt x="7613699" y="2959724"/>
                  </a:lnTo>
                  <a:lnTo>
                    <a:pt x="7703160" y="2933425"/>
                  </a:lnTo>
                  <a:lnTo>
                    <a:pt x="7785890" y="2904626"/>
                  </a:lnTo>
                  <a:lnTo>
                    <a:pt x="7862193" y="2873058"/>
                  </a:lnTo>
                  <a:lnTo>
                    <a:pt x="7932585" y="2838393"/>
                  </a:lnTo>
                  <a:lnTo>
                    <a:pt x="7997712" y="2800261"/>
                  </a:lnTo>
                  <a:lnTo>
                    <a:pt x="8058286" y="2758265"/>
                  </a:lnTo>
                  <a:lnTo>
                    <a:pt x="8115038" y="2712014"/>
                  </a:lnTo>
                  <a:lnTo>
                    <a:pt x="8168681" y="2661172"/>
                  </a:lnTo>
                  <a:lnTo>
                    <a:pt x="8219869" y="2605539"/>
                  </a:lnTo>
                  <a:lnTo>
                    <a:pt x="8229629" y="2594113"/>
                  </a:lnTo>
                  <a:lnTo>
                    <a:pt x="8272335" y="2540998"/>
                  </a:lnTo>
                  <a:lnTo>
                    <a:pt x="8314006" y="2484185"/>
                  </a:lnTo>
                  <a:lnTo>
                    <a:pt x="8354910" y="2423600"/>
                  </a:lnTo>
                  <a:lnTo>
                    <a:pt x="8395265" y="2359220"/>
                  </a:lnTo>
                  <a:lnTo>
                    <a:pt x="8435247" y="2291083"/>
                  </a:lnTo>
                  <a:lnTo>
                    <a:pt x="8474996" y="2219290"/>
                  </a:lnTo>
                  <a:lnTo>
                    <a:pt x="8514619" y="2144012"/>
                  </a:lnTo>
                  <a:lnTo>
                    <a:pt x="8554197" y="2065490"/>
                  </a:lnTo>
                  <a:lnTo>
                    <a:pt x="8593784" y="1984035"/>
                  </a:lnTo>
                  <a:lnTo>
                    <a:pt x="8633413" y="1900025"/>
                  </a:lnTo>
                  <a:lnTo>
                    <a:pt x="8673098" y="1813901"/>
                  </a:lnTo>
                  <a:lnTo>
                    <a:pt x="8712838" y="1726154"/>
                  </a:lnTo>
                  <a:lnTo>
                    <a:pt x="8752619" y="1637321"/>
                  </a:lnTo>
                  <a:lnTo>
                    <a:pt x="8792423" y="1547966"/>
                  </a:lnTo>
                  <a:lnTo>
                    <a:pt x="8832224" y="1458665"/>
                  </a:lnTo>
                  <a:lnTo>
                    <a:pt x="8871999" y="1369996"/>
                  </a:lnTo>
                  <a:lnTo>
                    <a:pt x="8911729" y="1282518"/>
                  </a:lnTo>
                  <a:lnTo>
                    <a:pt x="8951403" y="1196759"/>
                  </a:lnTo>
                  <a:lnTo>
                    <a:pt x="8991022" y="1113203"/>
                  </a:lnTo>
                  <a:lnTo>
                    <a:pt x="9030604" y="1032278"/>
                  </a:lnTo>
                  <a:lnTo>
                    <a:pt x="9070186" y="954351"/>
                  </a:lnTo>
                  <a:lnTo>
                    <a:pt x="9109827" y="879720"/>
                  </a:lnTo>
                  <a:lnTo>
                    <a:pt x="9149610" y="808611"/>
                  </a:lnTo>
                  <a:lnTo>
                    <a:pt x="9189651" y="741182"/>
                  </a:lnTo>
                  <a:lnTo>
                    <a:pt x="9230096" y="677523"/>
                  </a:lnTo>
                  <a:lnTo>
                    <a:pt x="9271128" y="617659"/>
                  </a:lnTo>
                  <a:lnTo>
                    <a:pt x="9312973" y="561556"/>
                  </a:lnTo>
                  <a:lnTo>
                    <a:pt x="9347647" y="518822"/>
                  </a:lnTo>
                  <a:lnTo>
                    <a:pt x="9398425" y="462249"/>
                  </a:lnTo>
                  <a:lnTo>
                    <a:pt x="9451539" y="410482"/>
                  </a:lnTo>
                  <a:lnTo>
                    <a:pt x="9507630" y="363358"/>
                  </a:lnTo>
                  <a:lnTo>
                    <a:pt x="9567400" y="320561"/>
                  </a:lnTo>
                  <a:lnTo>
                    <a:pt x="9631581" y="281705"/>
                  </a:lnTo>
                  <a:lnTo>
                    <a:pt x="9700891" y="246394"/>
                  </a:lnTo>
                  <a:lnTo>
                    <a:pt x="9775993" y="214248"/>
                  </a:lnTo>
                  <a:lnTo>
                    <a:pt x="9857437" y="184931"/>
                  </a:lnTo>
                  <a:lnTo>
                    <a:pt x="9945573" y="158162"/>
                  </a:lnTo>
                  <a:lnTo>
                    <a:pt x="10040455" y="133720"/>
                  </a:lnTo>
                  <a:lnTo>
                    <a:pt x="10141717" y="111448"/>
                  </a:lnTo>
                  <a:lnTo>
                    <a:pt x="10248439" y="91254"/>
                  </a:lnTo>
                  <a:lnTo>
                    <a:pt x="10359027" y="73102"/>
                  </a:lnTo>
                  <a:lnTo>
                    <a:pt x="10471146" y="57006"/>
                  </a:lnTo>
                  <a:lnTo>
                    <a:pt x="10581740" y="43004"/>
                  </a:lnTo>
                  <a:lnTo>
                    <a:pt x="10687207" y="31138"/>
                  </a:lnTo>
                  <a:lnTo>
                    <a:pt x="10783730" y="21419"/>
                  </a:lnTo>
                  <a:lnTo>
                    <a:pt x="10867750" y="13801"/>
                  </a:lnTo>
                  <a:lnTo>
                    <a:pt x="10936504" y="8158"/>
                  </a:lnTo>
                  <a:lnTo>
                    <a:pt x="10988506" y="4278"/>
                  </a:lnTo>
                  <a:lnTo>
                    <a:pt x="11023849" y="1872"/>
                  </a:lnTo>
                  <a:lnTo>
                    <a:pt x="11044284" y="599"/>
                  </a:lnTo>
                  <a:lnTo>
                    <a:pt x="11053090" y="95"/>
                  </a:lnTo>
                  <a:lnTo>
                    <a:pt x="11054883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9" name="pl448"/>
            <p:cNvSpPr/>
            <p:nvPr/>
          </p:nvSpPr>
          <p:spPr>
            <a:xfrm>
              <a:off x="1199187" y="2122292"/>
              <a:ext cx="12049831" cy="3112936"/>
            </a:xfrm>
            <a:custGeom>
              <a:avLst/>
              <a:pathLst>
                <a:path w="12049831" h="3112936">
                  <a:moveTo>
                    <a:pt x="12049831" y="0"/>
                  </a:moveTo>
                  <a:lnTo>
                    <a:pt x="11054891" y="0"/>
                  </a:lnTo>
                  <a:lnTo>
                    <a:pt x="11053826" y="55"/>
                  </a:lnTo>
                  <a:lnTo>
                    <a:pt x="11046790" y="451"/>
                  </a:lnTo>
                  <a:lnTo>
                    <a:pt x="11028929" y="1545"/>
                  </a:lnTo>
                  <a:lnTo>
                    <a:pt x="10996686" y="3702"/>
                  </a:lnTo>
                  <a:lnTo>
                    <a:pt x="10947997" y="7270"/>
                  </a:lnTo>
                  <a:lnTo>
                    <a:pt x="10882444" y="12549"/>
                  </a:lnTo>
                  <a:lnTo>
                    <a:pt x="10801222" y="19769"/>
                  </a:lnTo>
                  <a:lnTo>
                    <a:pt x="10706879" y="29071"/>
                  </a:lnTo>
                  <a:lnTo>
                    <a:pt x="10602859" y="40518"/>
                  </a:lnTo>
                  <a:lnTo>
                    <a:pt x="10492971" y="54105"/>
                  </a:lnTo>
                  <a:lnTo>
                    <a:pt x="10380890" y="69796"/>
                  </a:lnTo>
                  <a:lnTo>
                    <a:pt x="10269795" y="87548"/>
                  </a:lnTo>
                  <a:lnTo>
                    <a:pt x="10162170" y="107343"/>
                  </a:lnTo>
                  <a:lnTo>
                    <a:pt x="10059750" y="129203"/>
                  </a:lnTo>
                  <a:lnTo>
                    <a:pt x="9963578" y="153211"/>
                  </a:lnTo>
                  <a:lnTo>
                    <a:pt x="9874117" y="179511"/>
                  </a:lnTo>
                  <a:lnTo>
                    <a:pt x="9791387" y="208309"/>
                  </a:lnTo>
                  <a:lnTo>
                    <a:pt x="9715084" y="239878"/>
                  </a:lnTo>
                  <a:lnTo>
                    <a:pt x="9644692" y="274543"/>
                  </a:lnTo>
                  <a:lnTo>
                    <a:pt x="9579565" y="312675"/>
                  </a:lnTo>
                  <a:lnTo>
                    <a:pt x="9518991" y="354671"/>
                  </a:lnTo>
                  <a:lnTo>
                    <a:pt x="9462238" y="400922"/>
                  </a:lnTo>
                  <a:lnTo>
                    <a:pt x="9408595" y="451763"/>
                  </a:lnTo>
                  <a:lnTo>
                    <a:pt x="9357407" y="507396"/>
                  </a:lnTo>
                  <a:lnTo>
                    <a:pt x="9347647" y="518822"/>
                  </a:lnTo>
                  <a:lnTo>
                    <a:pt x="9304942" y="571938"/>
                  </a:lnTo>
                  <a:lnTo>
                    <a:pt x="9263270" y="628750"/>
                  </a:lnTo>
                  <a:lnTo>
                    <a:pt x="9222366" y="689336"/>
                  </a:lnTo>
                  <a:lnTo>
                    <a:pt x="9182012" y="753716"/>
                  </a:lnTo>
                  <a:lnTo>
                    <a:pt x="9142030" y="821853"/>
                  </a:lnTo>
                  <a:lnTo>
                    <a:pt x="9102281" y="893646"/>
                  </a:lnTo>
                  <a:lnTo>
                    <a:pt x="9062657" y="968923"/>
                  </a:lnTo>
                  <a:lnTo>
                    <a:pt x="9023079" y="1047445"/>
                  </a:lnTo>
                  <a:lnTo>
                    <a:pt x="8983492" y="1128900"/>
                  </a:lnTo>
                  <a:lnTo>
                    <a:pt x="8943863" y="1212910"/>
                  </a:lnTo>
                  <a:lnTo>
                    <a:pt x="8904179" y="1299035"/>
                  </a:lnTo>
                  <a:lnTo>
                    <a:pt x="8864439" y="1386781"/>
                  </a:lnTo>
                  <a:lnTo>
                    <a:pt x="8824657" y="1475614"/>
                  </a:lnTo>
                  <a:lnTo>
                    <a:pt x="8784854" y="1564970"/>
                  </a:lnTo>
                  <a:lnTo>
                    <a:pt x="8745052" y="1654271"/>
                  </a:lnTo>
                  <a:lnTo>
                    <a:pt x="8705277" y="1742940"/>
                  </a:lnTo>
                  <a:lnTo>
                    <a:pt x="8665547" y="1830418"/>
                  </a:lnTo>
                  <a:lnTo>
                    <a:pt x="8625874" y="1916177"/>
                  </a:lnTo>
                  <a:lnTo>
                    <a:pt x="8586254" y="1999733"/>
                  </a:lnTo>
                  <a:lnTo>
                    <a:pt x="8546672" y="2080657"/>
                  </a:lnTo>
                  <a:lnTo>
                    <a:pt x="8507090" y="2158584"/>
                  </a:lnTo>
                  <a:lnTo>
                    <a:pt x="8467450" y="2233216"/>
                  </a:lnTo>
                  <a:lnTo>
                    <a:pt x="8427666" y="2304325"/>
                  </a:lnTo>
                  <a:lnTo>
                    <a:pt x="8387625" y="2371753"/>
                  </a:lnTo>
                  <a:lnTo>
                    <a:pt x="8347181" y="2435413"/>
                  </a:lnTo>
                  <a:lnTo>
                    <a:pt x="8306149" y="2495277"/>
                  </a:lnTo>
                  <a:lnTo>
                    <a:pt x="8264303" y="2551379"/>
                  </a:lnTo>
                  <a:lnTo>
                    <a:pt x="8229629" y="2594113"/>
                  </a:lnTo>
                  <a:lnTo>
                    <a:pt x="8178852" y="2650687"/>
                  </a:lnTo>
                  <a:lnTo>
                    <a:pt x="8125738" y="2702454"/>
                  </a:lnTo>
                  <a:lnTo>
                    <a:pt x="8069647" y="2749578"/>
                  </a:lnTo>
                  <a:lnTo>
                    <a:pt x="8009876" y="2792375"/>
                  </a:lnTo>
                  <a:lnTo>
                    <a:pt x="7945696" y="2831230"/>
                  </a:lnTo>
                  <a:lnTo>
                    <a:pt x="7876386" y="2866542"/>
                  </a:lnTo>
                  <a:lnTo>
                    <a:pt x="7801283" y="2898688"/>
                  </a:lnTo>
                  <a:lnTo>
                    <a:pt x="7719840" y="2928005"/>
                  </a:lnTo>
                  <a:lnTo>
                    <a:pt x="7631704" y="2954774"/>
                  </a:lnTo>
                  <a:lnTo>
                    <a:pt x="7536821" y="2979216"/>
                  </a:lnTo>
                  <a:lnTo>
                    <a:pt x="7435559" y="3001488"/>
                  </a:lnTo>
                  <a:lnTo>
                    <a:pt x="7328837" y="3021682"/>
                  </a:lnTo>
                  <a:lnTo>
                    <a:pt x="7218249" y="3039833"/>
                  </a:lnTo>
                  <a:lnTo>
                    <a:pt x="7106131" y="3055930"/>
                  </a:lnTo>
                  <a:lnTo>
                    <a:pt x="6995537" y="3069932"/>
                  </a:lnTo>
                  <a:lnTo>
                    <a:pt x="6890069" y="3081798"/>
                  </a:lnTo>
                  <a:lnTo>
                    <a:pt x="6793546" y="3091517"/>
                  </a:lnTo>
                  <a:lnTo>
                    <a:pt x="6709527" y="3099135"/>
                  </a:lnTo>
                  <a:lnTo>
                    <a:pt x="6640772" y="3104778"/>
                  </a:lnTo>
                  <a:lnTo>
                    <a:pt x="6588770" y="3108658"/>
                  </a:lnTo>
                  <a:lnTo>
                    <a:pt x="6553427" y="3111064"/>
                  </a:lnTo>
                  <a:lnTo>
                    <a:pt x="6532993" y="3112337"/>
                  </a:lnTo>
                  <a:lnTo>
                    <a:pt x="6524186" y="3112841"/>
                  </a:lnTo>
                  <a:lnTo>
                    <a:pt x="6522394" y="3112936"/>
                  </a:lnTo>
                  <a:lnTo>
                    <a:pt x="6522385" y="3112936"/>
                  </a:lnTo>
                  <a:lnTo>
                    <a:pt x="5527445" y="3112936"/>
                  </a:lnTo>
                  <a:lnTo>
                    <a:pt x="5526339" y="3112899"/>
                  </a:lnTo>
                  <a:lnTo>
                    <a:pt x="5519037" y="3112636"/>
                  </a:lnTo>
                  <a:lnTo>
                    <a:pt x="5500519" y="3111911"/>
                  </a:lnTo>
                  <a:lnTo>
                    <a:pt x="5467134" y="3110480"/>
                  </a:lnTo>
                  <a:lnTo>
                    <a:pt x="5416815" y="3108114"/>
                  </a:lnTo>
                  <a:lnTo>
                    <a:pt x="5349228" y="3104617"/>
                  </a:lnTo>
                  <a:lnTo>
                    <a:pt x="5265725" y="3099841"/>
                  </a:lnTo>
                  <a:lnTo>
                    <a:pt x="5169051" y="3093695"/>
                  </a:lnTo>
                  <a:lnTo>
                    <a:pt x="5062845" y="3086144"/>
                  </a:lnTo>
                  <a:lnTo>
                    <a:pt x="4951072" y="3077194"/>
                  </a:lnTo>
                  <a:lnTo>
                    <a:pt x="4837505" y="3066870"/>
                  </a:lnTo>
                  <a:lnTo>
                    <a:pt x="4725358" y="3055200"/>
                  </a:lnTo>
                  <a:lnTo>
                    <a:pt x="4617096" y="3042193"/>
                  </a:lnTo>
                  <a:lnTo>
                    <a:pt x="4514399" y="3027827"/>
                  </a:lnTo>
                  <a:lnTo>
                    <a:pt x="4418237" y="3012041"/>
                  </a:lnTo>
                  <a:lnTo>
                    <a:pt x="4328997" y="2994731"/>
                  </a:lnTo>
                  <a:lnTo>
                    <a:pt x="4246620" y="2975752"/>
                  </a:lnTo>
                  <a:lnTo>
                    <a:pt x="4170737" y="2954916"/>
                  </a:lnTo>
                  <a:lnTo>
                    <a:pt x="4100773" y="2931998"/>
                  </a:lnTo>
                  <a:lnTo>
                    <a:pt x="4036036" y="2906747"/>
                  </a:lnTo>
                  <a:lnTo>
                    <a:pt x="3975776" y="2878899"/>
                  </a:lnTo>
                  <a:lnTo>
                    <a:pt x="3919235" y="2848200"/>
                  </a:lnTo>
                  <a:lnTo>
                    <a:pt x="3865687" y="2814447"/>
                  </a:lnTo>
                  <a:lnTo>
                    <a:pt x="3820202" y="2781903"/>
                  </a:lnTo>
                  <a:lnTo>
                    <a:pt x="3770502" y="2742150"/>
                  </a:lnTo>
                  <a:lnTo>
                    <a:pt x="3722147" y="2699176"/>
                  </a:lnTo>
                  <a:lnTo>
                    <a:pt x="3674732" y="2652917"/>
                  </a:lnTo>
                  <a:lnTo>
                    <a:pt x="3627939" y="2603376"/>
                  </a:lnTo>
                  <a:lnTo>
                    <a:pt x="3581523" y="2550628"/>
                  </a:lnTo>
                  <a:lnTo>
                    <a:pt x="3535301" y="2494828"/>
                  </a:lnTo>
                  <a:lnTo>
                    <a:pt x="3489142" y="2436214"/>
                  </a:lnTo>
                  <a:lnTo>
                    <a:pt x="3442962" y="2375105"/>
                  </a:lnTo>
                  <a:lnTo>
                    <a:pt x="3396717" y="2311902"/>
                  </a:lnTo>
                  <a:lnTo>
                    <a:pt x="3350395" y="2247072"/>
                  </a:lnTo>
                  <a:lnTo>
                    <a:pt x="3304009" y="2181139"/>
                  </a:lnTo>
                  <a:lnTo>
                    <a:pt x="3257588" y="2114669"/>
                  </a:lnTo>
                  <a:lnTo>
                    <a:pt x="3211170" y="2048244"/>
                  </a:lnTo>
                  <a:lnTo>
                    <a:pt x="3164792" y="1982446"/>
                  </a:lnTo>
                  <a:lnTo>
                    <a:pt x="3118482" y="1917836"/>
                  </a:lnTo>
                  <a:lnTo>
                    <a:pt x="3072248" y="1854929"/>
                  </a:lnTo>
                  <a:lnTo>
                    <a:pt x="3026075" y="1794183"/>
                  </a:lnTo>
                  <a:lnTo>
                    <a:pt x="2979913" y="1735987"/>
                  </a:lnTo>
                  <a:lnTo>
                    <a:pt x="2933670" y="1680648"/>
                  </a:lnTo>
                  <a:lnTo>
                    <a:pt x="2887209" y="1628390"/>
                  </a:lnTo>
                  <a:lnTo>
                    <a:pt x="2840338" y="1579355"/>
                  </a:lnTo>
                  <a:lnTo>
                    <a:pt x="2792799" y="1533608"/>
                  </a:lnTo>
                  <a:lnTo>
                    <a:pt x="2744264" y="1491140"/>
                  </a:lnTo>
                  <a:lnTo>
                    <a:pt x="2702183" y="1457769"/>
                  </a:lnTo>
                  <a:lnTo>
                    <a:pt x="2650735" y="1421226"/>
                  </a:lnTo>
                  <a:lnTo>
                    <a:pt x="2596881" y="1387828"/>
                  </a:lnTo>
                  <a:lnTo>
                    <a:pt x="2539954" y="1357465"/>
                  </a:lnTo>
                  <a:lnTo>
                    <a:pt x="2479223" y="1329926"/>
                  </a:lnTo>
                  <a:lnTo>
                    <a:pt x="2413929" y="1304954"/>
                  </a:lnTo>
                  <a:lnTo>
                    <a:pt x="2343325" y="1282285"/>
                  </a:lnTo>
                  <a:lnTo>
                    <a:pt x="2266729" y="1261671"/>
                  </a:lnTo>
                  <a:lnTo>
                    <a:pt x="2183585" y="1242890"/>
                  </a:lnTo>
                  <a:lnTo>
                    <a:pt x="2093553" y="1225761"/>
                  </a:lnTo>
                  <a:lnTo>
                    <a:pt x="1996619" y="1210140"/>
                  </a:lnTo>
                  <a:lnTo>
                    <a:pt x="1893227" y="1195931"/>
                  </a:lnTo>
                  <a:lnTo>
                    <a:pt x="1784424" y="1183077"/>
                  </a:lnTo>
                  <a:lnTo>
                    <a:pt x="1671976" y="1171559"/>
                  </a:lnTo>
                  <a:lnTo>
                    <a:pt x="1558438" y="1161390"/>
                  </a:lnTo>
                  <a:lnTo>
                    <a:pt x="1447101" y="1152598"/>
                  </a:lnTo>
                  <a:lnTo>
                    <a:pt x="1341781" y="1145207"/>
                  </a:lnTo>
                  <a:lnTo>
                    <a:pt x="1246434" y="1139220"/>
                  </a:lnTo>
                  <a:lnTo>
                    <a:pt x="1164625" y="1134595"/>
                  </a:lnTo>
                  <a:lnTo>
                    <a:pt x="1098965" y="1131235"/>
                  </a:lnTo>
                  <a:lnTo>
                    <a:pt x="1050622" y="1128986"/>
                  </a:lnTo>
                  <a:lnTo>
                    <a:pt x="1019065" y="1127648"/>
                  </a:lnTo>
                  <a:lnTo>
                    <a:pt x="1002034" y="1126987"/>
                  </a:lnTo>
                  <a:lnTo>
                    <a:pt x="995714" y="1126761"/>
                  </a:lnTo>
                  <a:lnTo>
                    <a:pt x="994940" y="1126736"/>
                  </a:lnTo>
                  <a:lnTo>
                    <a:pt x="0" y="1126736"/>
                  </a:lnTo>
                  <a:lnTo>
                    <a:pt x="0" y="11267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0" name="pg449"/>
            <p:cNvSpPr/>
            <p:nvPr/>
          </p:nvSpPr>
          <p:spPr>
            <a:xfrm>
              <a:off x="1199187" y="2258548"/>
              <a:ext cx="12049831" cy="2987161"/>
            </a:xfrm>
            <a:custGeom>
              <a:avLst/>
              <a:pathLst>
                <a:path w="12049831" h="2987161">
                  <a:moveTo>
                    <a:pt x="0" y="1000961"/>
                  </a:moveTo>
                  <a:lnTo>
                    <a:pt x="994940" y="1000961"/>
                  </a:lnTo>
                  <a:lnTo>
                    <a:pt x="996046" y="1000998"/>
                  </a:lnTo>
                  <a:lnTo>
                    <a:pt x="1003348" y="1001260"/>
                  </a:lnTo>
                  <a:lnTo>
                    <a:pt x="1021866" y="1001986"/>
                  </a:lnTo>
                  <a:lnTo>
                    <a:pt x="1055251" y="1003417"/>
                  </a:lnTo>
                  <a:lnTo>
                    <a:pt x="1105570" y="1005782"/>
                  </a:lnTo>
                  <a:lnTo>
                    <a:pt x="1173157" y="1009280"/>
                  </a:lnTo>
                  <a:lnTo>
                    <a:pt x="1256660" y="1014056"/>
                  </a:lnTo>
                  <a:lnTo>
                    <a:pt x="1353334" y="1020202"/>
                  </a:lnTo>
                  <a:lnTo>
                    <a:pt x="1459540" y="1027753"/>
                  </a:lnTo>
                  <a:lnTo>
                    <a:pt x="1571313" y="1036703"/>
                  </a:lnTo>
                  <a:lnTo>
                    <a:pt x="1684880" y="1047027"/>
                  </a:lnTo>
                  <a:lnTo>
                    <a:pt x="1797027" y="1058696"/>
                  </a:lnTo>
                  <a:lnTo>
                    <a:pt x="1905289" y="1071704"/>
                  </a:lnTo>
                  <a:lnTo>
                    <a:pt x="2007986" y="1086070"/>
                  </a:lnTo>
                  <a:lnTo>
                    <a:pt x="2104148" y="1101856"/>
                  </a:lnTo>
                  <a:lnTo>
                    <a:pt x="2193388" y="1119165"/>
                  </a:lnTo>
                  <a:lnTo>
                    <a:pt x="2275765" y="1138145"/>
                  </a:lnTo>
                  <a:lnTo>
                    <a:pt x="2351648" y="1158981"/>
                  </a:lnTo>
                  <a:lnTo>
                    <a:pt x="2421612" y="1181899"/>
                  </a:lnTo>
                  <a:lnTo>
                    <a:pt x="2486349" y="1207150"/>
                  </a:lnTo>
                  <a:lnTo>
                    <a:pt x="2546609" y="1234998"/>
                  </a:lnTo>
                  <a:lnTo>
                    <a:pt x="2603150" y="1265697"/>
                  </a:lnTo>
                  <a:lnTo>
                    <a:pt x="2656698" y="1299449"/>
                  </a:lnTo>
                  <a:lnTo>
                    <a:pt x="2702183" y="1331994"/>
                  </a:lnTo>
                  <a:lnTo>
                    <a:pt x="2751883" y="1371747"/>
                  </a:lnTo>
                  <a:lnTo>
                    <a:pt x="2800238" y="1414721"/>
                  </a:lnTo>
                  <a:lnTo>
                    <a:pt x="2847653" y="1460980"/>
                  </a:lnTo>
                  <a:lnTo>
                    <a:pt x="2894446" y="1510521"/>
                  </a:lnTo>
                  <a:lnTo>
                    <a:pt x="2940862" y="1563269"/>
                  </a:lnTo>
                  <a:lnTo>
                    <a:pt x="2987084" y="1619069"/>
                  </a:lnTo>
                  <a:lnTo>
                    <a:pt x="3033243" y="1677683"/>
                  </a:lnTo>
                  <a:lnTo>
                    <a:pt x="3079423" y="1738791"/>
                  </a:lnTo>
                  <a:lnTo>
                    <a:pt x="3125668" y="1801995"/>
                  </a:lnTo>
                  <a:lnTo>
                    <a:pt x="3171990" y="1866825"/>
                  </a:lnTo>
                  <a:lnTo>
                    <a:pt x="3218376" y="1932757"/>
                  </a:lnTo>
                  <a:lnTo>
                    <a:pt x="3264797" y="1999228"/>
                  </a:lnTo>
                  <a:lnTo>
                    <a:pt x="3311215" y="2065653"/>
                  </a:lnTo>
                  <a:lnTo>
                    <a:pt x="3357593" y="2131450"/>
                  </a:lnTo>
                  <a:lnTo>
                    <a:pt x="3403903" y="2196061"/>
                  </a:lnTo>
                  <a:lnTo>
                    <a:pt x="3450137" y="2258968"/>
                  </a:lnTo>
                  <a:lnTo>
                    <a:pt x="3496310" y="2319713"/>
                  </a:lnTo>
                  <a:lnTo>
                    <a:pt x="3542472" y="2377910"/>
                  </a:lnTo>
                  <a:lnTo>
                    <a:pt x="3588715" y="2433249"/>
                  </a:lnTo>
                  <a:lnTo>
                    <a:pt x="3635176" y="2485507"/>
                  </a:lnTo>
                  <a:lnTo>
                    <a:pt x="3682047" y="2534542"/>
                  </a:lnTo>
                  <a:lnTo>
                    <a:pt x="3729586" y="2580289"/>
                  </a:lnTo>
                  <a:lnTo>
                    <a:pt x="3778121" y="2622757"/>
                  </a:lnTo>
                  <a:lnTo>
                    <a:pt x="3820202" y="2656128"/>
                  </a:lnTo>
                  <a:lnTo>
                    <a:pt x="3871650" y="2692671"/>
                  </a:lnTo>
                  <a:lnTo>
                    <a:pt x="3925504" y="2726069"/>
                  </a:lnTo>
                  <a:lnTo>
                    <a:pt x="3982431" y="2756431"/>
                  </a:lnTo>
                  <a:lnTo>
                    <a:pt x="4043162" y="2783971"/>
                  </a:lnTo>
                  <a:lnTo>
                    <a:pt x="4108456" y="2808943"/>
                  </a:lnTo>
                  <a:lnTo>
                    <a:pt x="4179060" y="2831612"/>
                  </a:lnTo>
                  <a:lnTo>
                    <a:pt x="4255656" y="2852226"/>
                  </a:lnTo>
                  <a:lnTo>
                    <a:pt x="4338800" y="2871007"/>
                  </a:lnTo>
                  <a:lnTo>
                    <a:pt x="4428832" y="2888136"/>
                  </a:lnTo>
                  <a:lnTo>
                    <a:pt x="4525766" y="2903756"/>
                  </a:lnTo>
                  <a:lnTo>
                    <a:pt x="4629158" y="2917966"/>
                  </a:lnTo>
                  <a:lnTo>
                    <a:pt x="4737961" y="2930820"/>
                  </a:lnTo>
                  <a:lnTo>
                    <a:pt x="4850409" y="2942338"/>
                  </a:lnTo>
                  <a:lnTo>
                    <a:pt x="4963947" y="2952506"/>
                  </a:lnTo>
                  <a:lnTo>
                    <a:pt x="5075284" y="2961299"/>
                  </a:lnTo>
                  <a:lnTo>
                    <a:pt x="5180604" y="2968689"/>
                  </a:lnTo>
                  <a:lnTo>
                    <a:pt x="5275951" y="2974677"/>
                  </a:lnTo>
                  <a:lnTo>
                    <a:pt x="5357760" y="2979302"/>
                  </a:lnTo>
                  <a:lnTo>
                    <a:pt x="5423420" y="2982662"/>
                  </a:lnTo>
                  <a:lnTo>
                    <a:pt x="5471763" y="2984910"/>
                  </a:lnTo>
                  <a:lnTo>
                    <a:pt x="5503320" y="2986249"/>
                  </a:lnTo>
                  <a:lnTo>
                    <a:pt x="5520351" y="2986910"/>
                  </a:lnTo>
                  <a:lnTo>
                    <a:pt x="5526671" y="2987135"/>
                  </a:lnTo>
                  <a:lnTo>
                    <a:pt x="5527445" y="2987161"/>
                  </a:lnTo>
                  <a:lnTo>
                    <a:pt x="6522385" y="2987161"/>
                  </a:lnTo>
                  <a:lnTo>
                    <a:pt x="6523456" y="2987107"/>
                  </a:lnTo>
                  <a:lnTo>
                    <a:pt x="6530527" y="2986726"/>
                  </a:lnTo>
                  <a:lnTo>
                    <a:pt x="6548476" y="2985672"/>
                  </a:lnTo>
                  <a:lnTo>
                    <a:pt x="6580873" y="2983595"/>
                  </a:lnTo>
                  <a:lnTo>
                    <a:pt x="6629781" y="2980160"/>
                  </a:lnTo>
                  <a:lnTo>
                    <a:pt x="6695607" y="2975077"/>
                  </a:lnTo>
                  <a:lnTo>
                    <a:pt x="6777136" y="2968127"/>
                  </a:lnTo>
                  <a:lnTo>
                    <a:pt x="6871795" y="2959174"/>
                  </a:lnTo>
                  <a:lnTo>
                    <a:pt x="6976112" y="2948159"/>
                  </a:lnTo>
                  <a:lnTo>
                    <a:pt x="7086258" y="2935086"/>
                  </a:lnTo>
                  <a:lnTo>
                    <a:pt x="7198543" y="2919993"/>
                  </a:lnTo>
                  <a:lnTo>
                    <a:pt x="7309783" y="2902919"/>
                  </a:lnTo>
                  <a:lnTo>
                    <a:pt x="7417498" y="2883882"/>
                  </a:lnTo>
                  <a:lnTo>
                    <a:pt x="7519959" y="2862857"/>
                  </a:lnTo>
                  <a:lnTo>
                    <a:pt x="7616133" y="2839765"/>
                  </a:lnTo>
                  <a:lnTo>
                    <a:pt x="7705566" y="2814467"/>
                  </a:lnTo>
                  <a:lnTo>
                    <a:pt x="7788250" y="2786759"/>
                  </a:lnTo>
                  <a:lnTo>
                    <a:pt x="7864496" y="2756380"/>
                  </a:lnTo>
                  <a:lnTo>
                    <a:pt x="7934830" y="2723014"/>
                  </a:lnTo>
                  <a:lnTo>
                    <a:pt x="7999903" y="2686302"/>
                  </a:lnTo>
                  <a:lnTo>
                    <a:pt x="8060434" y="2645863"/>
                  </a:lnTo>
                  <a:lnTo>
                    <a:pt x="8117156" y="2601321"/>
                  </a:lnTo>
                  <a:lnTo>
                    <a:pt x="8170784" y="2552356"/>
                  </a:lnTo>
                  <a:lnTo>
                    <a:pt x="8221973" y="2498781"/>
                  </a:lnTo>
                  <a:lnTo>
                    <a:pt x="8229629" y="2490174"/>
                  </a:lnTo>
                  <a:lnTo>
                    <a:pt x="8273036" y="2438418"/>
                  </a:lnTo>
                  <a:lnTo>
                    <a:pt x="8315378" y="2383000"/>
                  </a:lnTo>
                  <a:lnTo>
                    <a:pt x="8356936" y="2323845"/>
                  </a:lnTo>
                  <a:lnTo>
                    <a:pt x="8397935" y="2260935"/>
                  </a:lnTo>
                  <a:lnTo>
                    <a:pt x="8438560" y="2194309"/>
                  </a:lnTo>
                  <a:lnTo>
                    <a:pt x="8478955" y="2124075"/>
                  </a:lnTo>
                  <a:lnTo>
                    <a:pt x="8519229" y="2050412"/>
                  </a:lnTo>
                  <a:lnTo>
                    <a:pt x="8559464" y="1973570"/>
                  </a:lnTo>
                  <a:lnTo>
                    <a:pt x="8599715" y="1893870"/>
                  </a:lnTo>
                  <a:lnTo>
                    <a:pt x="8640011" y="1811702"/>
                  </a:lnTo>
                  <a:lnTo>
                    <a:pt x="8680366" y="1727518"/>
                  </a:lnTo>
                  <a:lnTo>
                    <a:pt x="8720777" y="1641824"/>
                  </a:lnTo>
                  <a:lnTo>
                    <a:pt x="8761227" y="1555163"/>
                  </a:lnTo>
                  <a:lnTo>
                    <a:pt x="8801694" y="1468107"/>
                  </a:lnTo>
                  <a:lnTo>
                    <a:pt x="8842153" y="1381240"/>
                  </a:lnTo>
                  <a:lnTo>
                    <a:pt x="8882580" y="1295139"/>
                  </a:lnTo>
                  <a:lnTo>
                    <a:pt x="8922955" y="1210359"/>
                  </a:lnTo>
                  <a:lnTo>
                    <a:pt x="8963272" y="1127421"/>
                  </a:lnTo>
                  <a:lnTo>
                    <a:pt x="9003537" y="1046798"/>
                  </a:lnTo>
                  <a:lnTo>
                    <a:pt x="9043772" y="968901"/>
                  </a:lnTo>
                  <a:lnTo>
                    <a:pt x="9084025" y="894078"/>
                  </a:lnTo>
                  <a:lnTo>
                    <a:pt x="9124366" y="822604"/>
                  </a:lnTo>
                  <a:lnTo>
                    <a:pt x="9164894" y="754682"/>
                  </a:lnTo>
                  <a:lnTo>
                    <a:pt x="9205742" y="690445"/>
                  </a:lnTo>
                  <a:lnTo>
                    <a:pt x="9247078" y="629957"/>
                  </a:lnTo>
                  <a:lnTo>
                    <a:pt x="9289113" y="573219"/>
                  </a:lnTo>
                  <a:lnTo>
                    <a:pt x="9332106" y="520176"/>
                  </a:lnTo>
                  <a:lnTo>
                    <a:pt x="9347647" y="502227"/>
                  </a:lnTo>
                  <a:lnTo>
                    <a:pt x="9398516" y="447944"/>
                  </a:lnTo>
                  <a:lnTo>
                    <a:pt x="9451730" y="398281"/>
                  </a:lnTo>
                  <a:lnTo>
                    <a:pt x="9507933" y="353080"/>
                  </a:lnTo>
                  <a:lnTo>
                    <a:pt x="9567833" y="312036"/>
                  </a:lnTo>
                  <a:lnTo>
                    <a:pt x="9632164" y="274780"/>
                  </a:lnTo>
                  <a:lnTo>
                    <a:pt x="9701648" y="240926"/>
                  </a:lnTo>
                  <a:lnTo>
                    <a:pt x="9776951" y="210111"/>
                  </a:lnTo>
                  <a:lnTo>
                    <a:pt x="9858624" y="182013"/>
                  </a:lnTo>
                  <a:lnTo>
                    <a:pt x="9947015" y="156360"/>
                  </a:lnTo>
                  <a:lnTo>
                    <a:pt x="10042173" y="132942"/>
                  </a:lnTo>
                  <a:lnTo>
                    <a:pt x="10143723" y="111607"/>
                  </a:lnTo>
                  <a:lnTo>
                    <a:pt x="10250728" y="92268"/>
                  </a:lnTo>
                  <a:lnTo>
                    <a:pt x="10361570" y="74894"/>
                  </a:lnTo>
                  <a:lnTo>
                    <a:pt x="10473886" y="59495"/>
                  </a:lnTo>
                  <a:lnTo>
                    <a:pt x="10584589" y="46110"/>
                  </a:lnTo>
                  <a:lnTo>
                    <a:pt x="10690048" y="34779"/>
                  </a:lnTo>
                  <a:lnTo>
                    <a:pt x="10786425" y="25512"/>
                  </a:lnTo>
                  <a:lnTo>
                    <a:pt x="10870159" y="18262"/>
                  </a:lnTo>
                  <a:lnTo>
                    <a:pt x="10938506" y="12906"/>
                  </a:lnTo>
                  <a:lnTo>
                    <a:pt x="10990018" y="9236"/>
                  </a:lnTo>
                  <a:lnTo>
                    <a:pt x="11024848" y="6972"/>
                  </a:lnTo>
                  <a:lnTo>
                    <a:pt x="11044812" y="5784"/>
                  </a:lnTo>
                  <a:lnTo>
                    <a:pt x="11053263" y="532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1" y="53"/>
                  </a:lnTo>
                  <a:lnTo>
                    <a:pt x="11046749" y="435"/>
                  </a:lnTo>
                  <a:lnTo>
                    <a:pt x="11028800" y="1488"/>
                  </a:lnTo>
                  <a:lnTo>
                    <a:pt x="10996404" y="3565"/>
                  </a:lnTo>
                  <a:lnTo>
                    <a:pt x="10947496" y="7001"/>
                  </a:lnTo>
                  <a:lnTo>
                    <a:pt x="10881669" y="12083"/>
                  </a:lnTo>
                  <a:lnTo>
                    <a:pt x="10800140" y="19033"/>
                  </a:lnTo>
                  <a:lnTo>
                    <a:pt x="10705481" y="27987"/>
                  </a:lnTo>
                  <a:lnTo>
                    <a:pt x="10601164" y="39002"/>
                  </a:lnTo>
                  <a:lnTo>
                    <a:pt x="10491019" y="52074"/>
                  </a:lnTo>
                  <a:lnTo>
                    <a:pt x="10378733" y="67167"/>
                  </a:lnTo>
                  <a:lnTo>
                    <a:pt x="10267493" y="84242"/>
                  </a:lnTo>
                  <a:lnTo>
                    <a:pt x="10159778" y="103279"/>
                  </a:lnTo>
                  <a:lnTo>
                    <a:pt x="10057317" y="124304"/>
                  </a:lnTo>
                  <a:lnTo>
                    <a:pt x="9961143" y="147395"/>
                  </a:lnTo>
                  <a:lnTo>
                    <a:pt x="9871711" y="172694"/>
                  </a:lnTo>
                  <a:lnTo>
                    <a:pt x="9789027" y="200402"/>
                  </a:lnTo>
                  <a:lnTo>
                    <a:pt x="9712780" y="230781"/>
                  </a:lnTo>
                  <a:lnTo>
                    <a:pt x="9642446" y="264147"/>
                  </a:lnTo>
                  <a:lnTo>
                    <a:pt x="9577373" y="300858"/>
                  </a:lnTo>
                  <a:lnTo>
                    <a:pt x="9516843" y="341297"/>
                  </a:lnTo>
                  <a:lnTo>
                    <a:pt x="9460120" y="385839"/>
                  </a:lnTo>
                  <a:lnTo>
                    <a:pt x="9406493" y="434805"/>
                  </a:lnTo>
                  <a:lnTo>
                    <a:pt x="9355303" y="488380"/>
                  </a:lnTo>
                  <a:lnTo>
                    <a:pt x="9347647" y="496986"/>
                  </a:lnTo>
                  <a:lnTo>
                    <a:pt x="9304241" y="548742"/>
                  </a:lnTo>
                  <a:lnTo>
                    <a:pt x="9261898" y="604160"/>
                  </a:lnTo>
                  <a:lnTo>
                    <a:pt x="9220341" y="663315"/>
                  </a:lnTo>
                  <a:lnTo>
                    <a:pt x="9179341" y="726226"/>
                  </a:lnTo>
                  <a:lnTo>
                    <a:pt x="9138716" y="792852"/>
                  </a:lnTo>
                  <a:lnTo>
                    <a:pt x="9098322" y="863085"/>
                  </a:lnTo>
                  <a:lnTo>
                    <a:pt x="9058047" y="936748"/>
                  </a:lnTo>
                  <a:lnTo>
                    <a:pt x="9017812" y="1013591"/>
                  </a:lnTo>
                  <a:lnTo>
                    <a:pt x="8977562" y="1093291"/>
                  </a:lnTo>
                  <a:lnTo>
                    <a:pt x="8937265" y="1175459"/>
                  </a:lnTo>
                  <a:lnTo>
                    <a:pt x="8896910" y="1259642"/>
                  </a:lnTo>
                  <a:lnTo>
                    <a:pt x="8856500" y="1345337"/>
                  </a:lnTo>
                  <a:lnTo>
                    <a:pt x="8816050" y="1431998"/>
                  </a:lnTo>
                  <a:lnTo>
                    <a:pt x="8775582" y="1519053"/>
                  </a:lnTo>
                  <a:lnTo>
                    <a:pt x="8735123" y="1605920"/>
                  </a:lnTo>
                  <a:lnTo>
                    <a:pt x="8694697" y="1692022"/>
                  </a:lnTo>
                  <a:lnTo>
                    <a:pt x="8654321" y="1776801"/>
                  </a:lnTo>
                  <a:lnTo>
                    <a:pt x="8614004" y="1859739"/>
                  </a:lnTo>
                  <a:lnTo>
                    <a:pt x="8573740" y="1940363"/>
                  </a:lnTo>
                  <a:lnTo>
                    <a:pt x="8533504" y="2018259"/>
                  </a:lnTo>
                  <a:lnTo>
                    <a:pt x="8493252" y="2093082"/>
                  </a:lnTo>
                  <a:lnTo>
                    <a:pt x="8452911" y="2164557"/>
                  </a:lnTo>
                  <a:lnTo>
                    <a:pt x="8412382" y="2232478"/>
                  </a:lnTo>
                  <a:lnTo>
                    <a:pt x="8371534" y="2296715"/>
                  </a:lnTo>
                  <a:lnTo>
                    <a:pt x="8330198" y="2357203"/>
                  </a:lnTo>
                  <a:lnTo>
                    <a:pt x="8288164" y="2413941"/>
                  </a:lnTo>
                  <a:lnTo>
                    <a:pt x="8245170" y="2466985"/>
                  </a:lnTo>
                  <a:lnTo>
                    <a:pt x="8229629" y="2484933"/>
                  </a:lnTo>
                  <a:lnTo>
                    <a:pt x="8178761" y="2539217"/>
                  </a:lnTo>
                  <a:lnTo>
                    <a:pt x="8125547" y="2588880"/>
                  </a:lnTo>
                  <a:lnTo>
                    <a:pt x="8069343" y="2634081"/>
                  </a:lnTo>
                  <a:lnTo>
                    <a:pt x="8009443" y="2675124"/>
                  </a:lnTo>
                  <a:lnTo>
                    <a:pt x="7945113" y="2712381"/>
                  </a:lnTo>
                  <a:lnTo>
                    <a:pt x="7875629" y="2746235"/>
                  </a:lnTo>
                  <a:lnTo>
                    <a:pt x="7800325" y="2777049"/>
                  </a:lnTo>
                  <a:lnTo>
                    <a:pt x="7718653" y="2805147"/>
                  </a:lnTo>
                  <a:lnTo>
                    <a:pt x="7630262" y="2830800"/>
                  </a:lnTo>
                  <a:lnTo>
                    <a:pt x="7535103" y="2854219"/>
                  </a:lnTo>
                  <a:lnTo>
                    <a:pt x="7433553" y="2875553"/>
                  </a:lnTo>
                  <a:lnTo>
                    <a:pt x="7326549" y="2894892"/>
                  </a:lnTo>
                  <a:lnTo>
                    <a:pt x="7215706" y="2912267"/>
                  </a:lnTo>
                  <a:lnTo>
                    <a:pt x="7103390" y="2927666"/>
                  </a:lnTo>
                  <a:lnTo>
                    <a:pt x="6992687" y="2941050"/>
                  </a:lnTo>
                  <a:lnTo>
                    <a:pt x="6887228" y="2952381"/>
                  </a:lnTo>
                  <a:lnTo>
                    <a:pt x="6790851" y="2961648"/>
                  </a:lnTo>
                  <a:lnTo>
                    <a:pt x="6707118" y="2968898"/>
                  </a:lnTo>
                  <a:lnTo>
                    <a:pt x="6638771" y="2974254"/>
                  </a:lnTo>
                  <a:lnTo>
                    <a:pt x="6587258" y="2977925"/>
                  </a:lnTo>
                  <a:lnTo>
                    <a:pt x="6552428" y="2980189"/>
                  </a:lnTo>
                  <a:lnTo>
                    <a:pt x="6532465" y="2981376"/>
                  </a:lnTo>
                  <a:lnTo>
                    <a:pt x="6524014" y="2981838"/>
                  </a:lnTo>
                  <a:lnTo>
                    <a:pt x="6522385" y="2981920"/>
                  </a:lnTo>
                  <a:lnTo>
                    <a:pt x="5527445" y="2981920"/>
                  </a:lnTo>
                  <a:lnTo>
                    <a:pt x="5526339" y="2981883"/>
                  </a:lnTo>
                  <a:lnTo>
                    <a:pt x="5519037" y="2981621"/>
                  </a:lnTo>
                  <a:lnTo>
                    <a:pt x="5500519" y="2980895"/>
                  </a:lnTo>
                  <a:lnTo>
                    <a:pt x="5467134" y="2979464"/>
                  </a:lnTo>
                  <a:lnTo>
                    <a:pt x="5416815" y="2977098"/>
                  </a:lnTo>
                  <a:lnTo>
                    <a:pt x="5349228" y="2973601"/>
                  </a:lnTo>
                  <a:lnTo>
                    <a:pt x="5265725" y="2968825"/>
                  </a:lnTo>
                  <a:lnTo>
                    <a:pt x="5169051" y="2962679"/>
                  </a:lnTo>
                  <a:lnTo>
                    <a:pt x="5062845" y="2955128"/>
                  </a:lnTo>
                  <a:lnTo>
                    <a:pt x="4951072" y="2946178"/>
                  </a:lnTo>
                  <a:lnTo>
                    <a:pt x="4837505" y="2935854"/>
                  </a:lnTo>
                  <a:lnTo>
                    <a:pt x="4725358" y="2924184"/>
                  </a:lnTo>
                  <a:lnTo>
                    <a:pt x="4617096" y="2911177"/>
                  </a:lnTo>
                  <a:lnTo>
                    <a:pt x="4514399" y="2896811"/>
                  </a:lnTo>
                  <a:lnTo>
                    <a:pt x="4418237" y="2881025"/>
                  </a:lnTo>
                  <a:lnTo>
                    <a:pt x="4328997" y="2863716"/>
                  </a:lnTo>
                  <a:lnTo>
                    <a:pt x="4246620" y="2844736"/>
                  </a:lnTo>
                  <a:lnTo>
                    <a:pt x="4170737" y="2823900"/>
                  </a:lnTo>
                  <a:lnTo>
                    <a:pt x="4100773" y="2800982"/>
                  </a:lnTo>
                  <a:lnTo>
                    <a:pt x="4036036" y="2775731"/>
                  </a:lnTo>
                  <a:lnTo>
                    <a:pt x="3975776" y="2747883"/>
                  </a:lnTo>
                  <a:lnTo>
                    <a:pt x="3919235" y="2717184"/>
                  </a:lnTo>
                  <a:lnTo>
                    <a:pt x="3865687" y="2683432"/>
                  </a:lnTo>
                  <a:lnTo>
                    <a:pt x="3820202" y="2650887"/>
                  </a:lnTo>
                  <a:lnTo>
                    <a:pt x="3770502" y="2611134"/>
                  </a:lnTo>
                  <a:lnTo>
                    <a:pt x="3722147" y="2568160"/>
                  </a:lnTo>
                  <a:lnTo>
                    <a:pt x="3674732" y="2521901"/>
                  </a:lnTo>
                  <a:lnTo>
                    <a:pt x="3627939" y="2472360"/>
                  </a:lnTo>
                  <a:lnTo>
                    <a:pt x="3581523" y="2419612"/>
                  </a:lnTo>
                  <a:lnTo>
                    <a:pt x="3535301" y="2363812"/>
                  </a:lnTo>
                  <a:lnTo>
                    <a:pt x="3489142" y="2305198"/>
                  </a:lnTo>
                  <a:lnTo>
                    <a:pt x="3442962" y="2244090"/>
                  </a:lnTo>
                  <a:lnTo>
                    <a:pt x="3396717" y="2180886"/>
                  </a:lnTo>
                  <a:lnTo>
                    <a:pt x="3350395" y="2116056"/>
                  </a:lnTo>
                  <a:lnTo>
                    <a:pt x="3304009" y="2050123"/>
                  </a:lnTo>
                  <a:lnTo>
                    <a:pt x="3257588" y="1983653"/>
                  </a:lnTo>
                  <a:lnTo>
                    <a:pt x="3211170" y="1917228"/>
                  </a:lnTo>
                  <a:lnTo>
                    <a:pt x="3164792" y="1851431"/>
                  </a:lnTo>
                  <a:lnTo>
                    <a:pt x="3118482" y="1786820"/>
                  </a:lnTo>
                  <a:lnTo>
                    <a:pt x="3072248" y="1723913"/>
                  </a:lnTo>
                  <a:lnTo>
                    <a:pt x="3026075" y="1663168"/>
                  </a:lnTo>
                  <a:lnTo>
                    <a:pt x="2979913" y="1604971"/>
                  </a:lnTo>
                  <a:lnTo>
                    <a:pt x="2933670" y="1549632"/>
                  </a:lnTo>
                  <a:lnTo>
                    <a:pt x="2887209" y="1497374"/>
                  </a:lnTo>
                  <a:lnTo>
                    <a:pt x="2840338" y="1448339"/>
                  </a:lnTo>
                  <a:lnTo>
                    <a:pt x="2792799" y="1402592"/>
                  </a:lnTo>
                  <a:lnTo>
                    <a:pt x="2744264" y="1360124"/>
                  </a:lnTo>
                  <a:lnTo>
                    <a:pt x="2702183" y="1326753"/>
                  </a:lnTo>
                  <a:lnTo>
                    <a:pt x="2650735" y="1290210"/>
                  </a:lnTo>
                  <a:lnTo>
                    <a:pt x="2596881" y="1256812"/>
                  </a:lnTo>
                  <a:lnTo>
                    <a:pt x="2539954" y="1226450"/>
                  </a:lnTo>
                  <a:lnTo>
                    <a:pt x="2479223" y="1198910"/>
                  </a:lnTo>
                  <a:lnTo>
                    <a:pt x="2413929" y="1173938"/>
                  </a:lnTo>
                  <a:lnTo>
                    <a:pt x="2343325" y="1151269"/>
                  </a:lnTo>
                  <a:lnTo>
                    <a:pt x="2266729" y="1130655"/>
                  </a:lnTo>
                  <a:lnTo>
                    <a:pt x="2183585" y="1111874"/>
                  </a:lnTo>
                  <a:lnTo>
                    <a:pt x="2093553" y="1094745"/>
                  </a:lnTo>
                  <a:lnTo>
                    <a:pt x="1996619" y="1079125"/>
                  </a:lnTo>
                  <a:lnTo>
                    <a:pt x="1893227" y="1064915"/>
                  </a:lnTo>
                  <a:lnTo>
                    <a:pt x="1784424" y="1052061"/>
                  </a:lnTo>
                  <a:lnTo>
                    <a:pt x="1671976" y="1040543"/>
                  </a:lnTo>
                  <a:lnTo>
                    <a:pt x="1558438" y="1030374"/>
                  </a:lnTo>
                  <a:lnTo>
                    <a:pt x="1447101" y="1021582"/>
                  </a:lnTo>
                  <a:lnTo>
                    <a:pt x="1341781" y="1014192"/>
                  </a:lnTo>
                  <a:lnTo>
                    <a:pt x="1246434" y="1008204"/>
                  </a:lnTo>
                  <a:lnTo>
                    <a:pt x="1164625" y="1003579"/>
                  </a:lnTo>
                  <a:lnTo>
                    <a:pt x="1098965" y="1000219"/>
                  </a:lnTo>
                  <a:lnTo>
                    <a:pt x="1050622" y="997971"/>
                  </a:lnTo>
                  <a:lnTo>
                    <a:pt x="1019065" y="996632"/>
                  </a:lnTo>
                  <a:lnTo>
                    <a:pt x="1002034" y="995971"/>
                  </a:lnTo>
                  <a:lnTo>
                    <a:pt x="995714" y="995746"/>
                  </a:lnTo>
                  <a:lnTo>
                    <a:pt x="994940" y="995720"/>
                  </a:lnTo>
                  <a:lnTo>
                    <a:pt x="0" y="99572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51" name="pl450"/>
            <p:cNvSpPr/>
            <p:nvPr/>
          </p:nvSpPr>
          <p:spPr>
            <a:xfrm>
              <a:off x="1199187" y="2263789"/>
              <a:ext cx="12049831" cy="2981920"/>
            </a:xfrm>
            <a:custGeom>
              <a:avLst/>
              <a:pathLst>
                <a:path w="12049831" h="2981920">
                  <a:moveTo>
                    <a:pt x="0" y="995720"/>
                  </a:moveTo>
                  <a:lnTo>
                    <a:pt x="994940" y="995720"/>
                  </a:lnTo>
                  <a:lnTo>
                    <a:pt x="996046" y="995757"/>
                  </a:lnTo>
                  <a:lnTo>
                    <a:pt x="1003348" y="996020"/>
                  </a:lnTo>
                  <a:lnTo>
                    <a:pt x="1021866" y="996746"/>
                  </a:lnTo>
                  <a:lnTo>
                    <a:pt x="1055251" y="998176"/>
                  </a:lnTo>
                  <a:lnTo>
                    <a:pt x="1105570" y="1000542"/>
                  </a:lnTo>
                  <a:lnTo>
                    <a:pt x="1173157" y="1004039"/>
                  </a:lnTo>
                  <a:lnTo>
                    <a:pt x="1256660" y="1008815"/>
                  </a:lnTo>
                  <a:lnTo>
                    <a:pt x="1353334" y="1014961"/>
                  </a:lnTo>
                  <a:lnTo>
                    <a:pt x="1459540" y="1022512"/>
                  </a:lnTo>
                  <a:lnTo>
                    <a:pt x="1571313" y="1031463"/>
                  </a:lnTo>
                  <a:lnTo>
                    <a:pt x="1684880" y="1041786"/>
                  </a:lnTo>
                  <a:lnTo>
                    <a:pt x="1797027" y="1053456"/>
                  </a:lnTo>
                  <a:lnTo>
                    <a:pt x="1905289" y="1066463"/>
                  </a:lnTo>
                  <a:lnTo>
                    <a:pt x="2007986" y="1080829"/>
                  </a:lnTo>
                  <a:lnTo>
                    <a:pt x="2104148" y="1096615"/>
                  </a:lnTo>
                  <a:lnTo>
                    <a:pt x="2193388" y="1113925"/>
                  </a:lnTo>
                  <a:lnTo>
                    <a:pt x="2275765" y="1132904"/>
                  </a:lnTo>
                  <a:lnTo>
                    <a:pt x="2351648" y="1153741"/>
                  </a:lnTo>
                  <a:lnTo>
                    <a:pt x="2421612" y="1176659"/>
                  </a:lnTo>
                  <a:lnTo>
                    <a:pt x="2486349" y="1201909"/>
                  </a:lnTo>
                  <a:lnTo>
                    <a:pt x="2546609" y="1229757"/>
                  </a:lnTo>
                  <a:lnTo>
                    <a:pt x="2603150" y="1260456"/>
                  </a:lnTo>
                  <a:lnTo>
                    <a:pt x="2656698" y="1294209"/>
                  </a:lnTo>
                  <a:lnTo>
                    <a:pt x="2702183" y="1326753"/>
                  </a:lnTo>
                  <a:lnTo>
                    <a:pt x="2751883" y="1366506"/>
                  </a:lnTo>
                  <a:lnTo>
                    <a:pt x="2800238" y="1409480"/>
                  </a:lnTo>
                  <a:lnTo>
                    <a:pt x="2847653" y="1455739"/>
                  </a:lnTo>
                  <a:lnTo>
                    <a:pt x="2894446" y="1505280"/>
                  </a:lnTo>
                  <a:lnTo>
                    <a:pt x="2940862" y="1558028"/>
                  </a:lnTo>
                  <a:lnTo>
                    <a:pt x="2987084" y="1613828"/>
                  </a:lnTo>
                  <a:lnTo>
                    <a:pt x="3033243" y="1672443"/>
                  </a:lnTo>
                  <a:lnTo>
                    <a:pt x="3079423" y="1733551"/>
                  </a:lnTo>
                  <a:lnTo>
                    <a:pt x="3125668" y="1796754"/>
                  </a:lnTo>
                  <a:lnTo>
                    <a:pt x="3171990" y="1861584"/>
                  </a:lnTo>
                  <a:lnTo>
                    <a:pt x="3218376" y="1927517"/>
                  </a:lnTo>
                  <a:lnTo>
                    <a:pt x="3264797" y="1993987"/>
                  </a:lnTo>
                  <a:lnTo>
                    <a:pt x="3311215" y="2060412"/>
                  </a:lnTo>
                  <a:lnTo>
                    <a:pt x="3357593" y="2126210"/>
                  </a:lnTo>
                  <a:lnTo>
                    <a:pt x="3403903" y="2190820"/>
                  </a:lnTo>
                  <a:lnTo>
                    <a:pt x="3450137" y="2253728"/>
                  </a:lnTo>
                  <a:lnTo>
                    <a:pt x="3496310" y="2314473"/>
                  </a:lnTo>
                  <a:lnTo>
                    <a:pt x="3542472" y="2372669"/>
                  </a:lnTo>
                  <a:lnTo>
                    <a:pt x="3588715" y="2428008"/>
                  </a:lnTo>
                  <a:lnTo>
                    <a:pt x="3635176" y="2480267"/>
                  </a:lnTo>
                  <a:lnTo>
                    <a:pt x="3682047" y="2529301"/>
                  </a:lnTo>
                  <a:lnTo>
                    <a:pt x="3729586" y="2575048"/>
                  </a:lnTo>
                  <a:lnTo>
                    <a:pt x="3778121" y="2617516"/>
                  </a:lnTo>
                  <a:lnTo>
                    <a:pt x="3820202" y="2650887"/>
                  </a:lnTo>
                  <a:lnTo>
                    <a:pt x="3871650" y="2687430"/>
                  </a:lnTo>
                  <a:lnTo>
                    <a:pt x="3925504" y="2720828"/>
                  </a:lnTo>
                  <a:lnTo>
                    <a:pt x="3982431" y="2751191"/>
                  </a:lnTo>
                  <a:lnTo>
                    <a:pt x="4043162" y="2778730"/>
                  </a:lnTo>
                  <a:lnTo>
                    <a:pt x="4108456" y="2803702"/>
                  </a:lnTo>
                  <a:lnTo>
                    <a:pt x="4179060" y="2826371"/>
                  </a:lnTo>
                  <a:lnTo>
                    <a:pt x="4255656" y="2846986"/>
                  </a:lnTo>
                  <a:lnTo>
                    <a:pt x="4338800" y="2865766"/>
                  </a:lnTo>
                  <a:lnTo>
                    <a:pt x="4428832" y="2882896"/>
                  </a:lnTo>
                  <a:lnTo>
                    <a:pt x="4525766" y="2898516"/>
                  </a:lnTo>
                  <a:lnTo>
                    <a:pt x="4629158" y="2912725"/>
                  </a:lnTo>
                  <a:lnTo>
                    <a:pt x="4737961" y="2925580"/>
                  </a:lnTo>
                  <a:lnTo>
                    <a:pt x="4850409" y="2937097"/>
                  </a:lnTo>
                  <a:lnTo>
                    <a:pt x="4963947" y="2947266"/>
                  </a:lnTo>
                  <a:lnTo>
                    <a:pt x="5075284" y="2956058"/>
                  </a:lnTo>
                  <a:lnTo>
                    <a:pt x="5180604" y="2963449"/>
                  </a:lnTo>
                  <a:lnTo>
                    <a:pt x="5275951" y="2969436"/>
                  </a:lnTo>
                  <a:lnTo>
                    <a:pt x="5357760" y="2974061"/>
                  </a:lnTo>
                  <a:lnTo>
                    <a:pt x="5423420" y="2977421"/>
                  </a:lnTo>
                  <a:lnTo>
                    <a:pt x="5471763" y="2979670"/>
                  </a:lnTo>
                  <a:lnTo>
                    <a:pt x="5503320" y="2981008"/>
                  </a:lnTo>
                  <a:lnTo>
                    <a:pt x="5520351" y="2981669"/>
                  </a:lnTo>
                  <a:lnTo>
                    <a:pt x="5526671" y="2981895"/>
                  </a:lnTo>
                  <a:lnTo>
                    <a:pt x="5527445" y="2981920"/>
                  </a:lnTo>
                  <a:lnTo>
                    <a:pt x="6522385" y="2981920"/>
                  </a:lnTo>
                  <a:lnTo>
                    <a:pt x="6523456" y="2981867"/>
                  </a:lnTo>
                  <a:lnTo>
                    <a:pt x="6530527" y="2981485"/>
                  </a:lnTo>
                  <a:lnTo>
                    <a:pt x="6548476" y="2980432"/>
                  </a:lnTo>
                  <a:lnTo>
                    <a:pt x="6580873" y="2978355"/>
                  </a:lnTo>
                  <a:lnTo>
                    <a:pt x="6629781" y="2974919"/>
                  </a:lnTo>
                  <a:lnTo>
                    <a:pt x="6695607" y="2969836"/>
                  </a:lnTo>
                  <a:lnTo>
                    <a:pt x="6777136" y="2962886"/>
                  </a:lnTo>
                  <a:lnTo>
                    <a:pt x="6871795" y="2953933"/>
                  </a:lnTo>
                  <a:lnTo>
                    <a:pt x="6976112" y="2942918"/>
                  </a:lnTo>
                  <a:lnTo>
                    <a:pt x="7086258" y="2929846"/>
                  </a:lnTo>
                  <a:lnTo>
                    <a:pt x="7198543" y="2914752"/>
                  </a:lnTo>
                  <a:lnTo>
                    <a:pt x="7309783" y="2897678"/>
                  </a:lnTo>
                  <a:lnTo>
                    <a:pt x="7417498" y="2878641"/>
                  </a:lnTo>
                  <a:lnTo>
                    <a:pt x="7519959" y="2857616"/>
                  </a:lnTo>
                  <a:lnTo>
                    <a:pt x="7616133" y="2834525"/>
                  </a:lnTo>
                  <a:lnTo>
                    <a:pt x="7705566" y="2809226"/>
                  </a:lnTo>
                  <a:lnTo>
                    <a:pt x="7788250" y="2781518"/>
                  </a:lnTo>
                  <a:lnTo>
                    <a:pt x="7864496" y="2751139"/>
                  </a:lnTo>
                  <a:lnTo>
                    <a:pt x="7934830" y="2717773"/>
                  </a:lnTo>
                  <a:lnTo>
                    <a:pt x="7999903" y="2681062"/>
                  </a:lnTo>
                  <a:lnTo>
                    <a:pt x="8060434" y="2640623"/>
                  </a:lnTo>
                  <a:lnTo>
                    <a:pt x="8117156" y="2596081"/>
                  </a:lnTo>
                  <a:lnTo>
                    <a:pt x="8170784" y="2547115"/>
                  </a:lnTo>
                  <a:lnTo>
                    <a:pt x="8221973" y="2493540"/>
                  </a:lnTo>
                  <a:lnTo>
                    <a:pt x="8229629" y="2484933"/>
                  </a:lnTo>
                  <a:lnTo>
                    <a:pt x="8273036" y="2433177"/>
                  </a:lnTo>
                  <a:lnTo>
                    <a:pt x="8315378" y="2377759"/>
                  </a:lnTo>
                  <a:lnTo>
                    <a:pt x="8356936" y="2318605"/>
                  </a:lnTo>
                  <a:lnTo>
                    <a:pt x="8397935" y="2255694"/>
                  </a:lnTo>
                  <a:lnTo>
                    <a:pt x="8438560" y="2189068"/>
                  </a:lnTo>
                  <a:lnTo>
                    <a:pt x="8478955" y="2118834"/>
                  </a:lnTo>
                  <a:lnTo>
                    <a:pt x="8519229" y="2045171"/>
                  </a:lnTo>
                  <a:lnTo>
                    <a:pt x="8559464" y="1968329"/>
                  </a:lnTo>
                  <a:lnTo>
                    <a:pt x="8599715" y="1888629"/>
                  </a:lnTo>
                  <a:lnTo>
                    <a:pt x="8640011" y="1806461"/>
                  </a:lnTo>
                  <a:lnTo>
                    <a:pt x="8680366" y="1722278"/>
                  </a:lnTo>
                  <a:lnTo>
                    <a:pt x="8720777" y="1636583"/>
                  </a:lnTo>
                  <a:lnTo>
                    <a:pt x="8761227" y="1549922"/>
                  </a:lnTo>
                  <a:lnTo>
                    <a:pt x="8801694" y="1462867"/>
                  </a:lnTo>
                  <a:lnTo>
                    <a:pt x="8842153" y="1376000"/>
                  </a:lnTo>
                  <a:lnTo>
                    <a:pt x="8882580" y="1289898"/>
                  </a:lnTo>
                  <a:lnTo>
                    <a:pt x="8922955" y="1205118"/>
                  </a:lnTo>
                  <a:lnTo>
                    <a:pt x="8963272" y="1122181"/>
                  </a:lnTo>
                  <a:lnTo>
                    <a:pt x="9003537" y="1041557"/>
                  </a:lnTo>
                  <a:lnTo>
                    <a:pt x="9043772" y="963661"/>
                  </a:lnTo>
                  <a:lnTo>
                    <a:pt x="9084025" y="888837"/>
                  </a:lnTo>
                  <a:lnTo>
                    <a:pt x="9124366" y="817363"/>
                  </a:lnTo>
                  <a:lnTo>
                    <a:pt x="9164894" y="749441"/>
                  </a:lnTo>
                  <a:lnTo>
                    <a:pt x="9205742" y="685204"/>
                  </a:lnTo>
                  <a:lnTo>
                    <a:pt x="9247078" y="624716"/>
                  </a:lnTo>
                  <a:lnTo>
                    <a:pt x="9289113" y="567979"/>
                  </a:lnTo>
                  <a:lnTo>
                    <a:pt x="9332106" y="514935"/>
                  </a:lnTo>
                  <a:lnTo>
                    <a:pt x="9347647" y="496986"/>
                  </a:lnTo>
                  <a:lnTo>
                    <a:pt x="9398516" y="442703"/>
                  </a:lnTo>
                  <a:lnTo>
                    <a:pt x="9451730" y="393040"/>
                  </a:lnTo>
                  <a:lnTo>
                    <a:pt x="9507933" y="347839"/>
                  </a:lnTo>
                  <a:lnTo>
                    <a:pt x="9567833" y="306796"/>
                  </a:lnTo>
                  <a:lnTo>
                    <a:pt x="9632164" y="269539"/>
                  </a:lnTo>
                  <a:lnTo>
                    <a:pt x="9701648" y="235685"/>
                  </a:lnTo>
                  <a:lnTo>
                    <a:pt x="9776951" y="204871"/>
                  </a:lnTo>
                  <a:lnTo>
                    <a:pt x="9858624" y="176772"/>
                  </a:lnTo>
                  <a:lnTo>
                    <a:pt x="9947015" y="151120"/>
                  </a:lnTo>
                  <a:lnTo>
                    <a:pt x="10042173" y="127701"/>
                  </a:lnTo>
                  <a:lnTo>
                    <a:pt x="10143723" y="106366"/>
                  </a:lnTo>
                  <a:lnTo>
                    <a:pt x="10250728" y="87028"/>
                  </a:lnTo>
                  <a:lnTo>
                    <a:pt x="10361570" y="69653"/>
                  </a:lnTo>
                  <a:lnTo>
                    <a:pt x="10473886" y="54254"/>
                  </a:lnTo>
                  <a:lnTo>
                    <a:pt x="10584589" y="40870"/>
                  </a:lnTo>
                  <a:lnTo>
                    <a:pt x="10690048" y="29539"/>
                  </a:lnTo>
                  <a:lnTo>
                    <a:pt x="10786425" y="20272"/>
                  </a:lnTo>
                  <a:lnTo>
                    <a:pt x="10870159" y="13022"/>
                  </a:lnTo>
                  <a:lnTo>
                    <a:pt x="10938506" y="7665"/>
                  </a:lnTo>
                  <a:lnTo>
                    <a:pt x="10990018" y="3995"/>
                  </a:lnTo>
                  <a:lnTo>
                    <a:pt x="11024848" y="1731"/>
                  </a:lnTo>
                  <a:lnTo>
                    <a:pt x="11044812" y="543"/>
                  </a:lnTo>
                  <a:lnTo>
                    <a:pt x="11053263" y="82"/>
                  </a:lnTo>
                  <a:lnTo>
                    <a:pt x="11054887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2" name="pl451"/>
            <p:cNvSpPr/>
            <p:nvPr/>
          </p:nvSpPr>
          <p:spPr>
            <a:xfrm>
              <a:off x="1199187" y="2258548"/>
              <a:ext cx="12049831" cy="2981920"/>
            </a:xfrm>
            <a:custGeom>
              <a:avLst/>
              <a:pathLst>
                <a:path w="12049831" h="2981920">
                  <a:moveTo>
                    <a:pt x="12049831" y="0"/>
                  </a:moveTo>
                  <a:lnTo>
                    <a:pt x="11054891" y="0"/>
                  </a:lnTo>
                  <a:lnTo>
                    <a:pt x="11053821" y="53"/>
                  </a:lnTo>
                  <a:lnTo>
                    <a:pt x="11046749" y="435"/>
                  </a:lnTo>
                  <a:lnTo>
                    <a:pt x="11028800" y="1488"/>
                  </a:lnTo>
                  <a:lnTo>
                    <a:pt x="10996404" y="3565"/>
                  </a:lnTo>
                  <a:lnTo>
                    <a:pt x="10947496" y="7001"/>
                  </a:lnTo>
                  <a:lnTo>
                    <a:pt x="10881669" y="12083"/>
                  </a:lnTo>
                  <a:lnTo>
                    <a:pt x="10800140" y="19033"/>
                  </a:lnTo>
                  <a:lnTo>
                    <a:pt x="10705481" y="27987"/>
                  </a:lnTo>
                  <a:lnTo>
                    <a:pt x="10601164" y="39002"/>
                  </a:lnTo>
                  <a:lnTo>
                    <a:pt x="10491019" y="52074"/>
                  </a:lnTo>
                  <a:lnTo>
                    <a:pt x="10378733" y="67167"/>
                  </a:lnTo>
                  <a:lnTo>
                    <a:pt x="10267493" y="84242"/>
                  </a:lnTo>
                  <a:lnTo>
                    <a:pt x="10159778" y="103279"/>
                  </a:lnTo>
                  <a:lnTo>
                    <a:pt x="10057317" y="124304"/>
                  </a:lnTo>
                  <a:lnTo>
                    <a:pt x="9961143" y="147395"/>
                  </a:lnTo>
                  <a:lnTo>
                    <a:pt x="9871711" y="172694"/>
                  </a:lnTo>
                  <a:lnTo>
                    <a:pt x="9789027" y="200402"/>
                  </a:lnTo>
                  <a:lnTo>
                    <a:pt x="9712780" y="230781"/>
                  </a:lnTo>
                  <a:lnTo>
                    <a:pt x="9642446" y="264147"/>
                  </a:lnTo>
                  <a:lnTo>
                    <a:pt x="9577373" y="300858"/>
                  </a:lnTo>
                  <a:lnTo>
                    <a:pt x="9516843" y="341297"/>
                  </a:lnTo>
                  <a:lnTo>
                    <a:pt x="9460120" y="385839"/>
                  </a:lnTo>
                  <a:lnTo>
                    <a:pt x="9406493" y="434805"/>
                  </a:lnTo>
                  <a:lnTo>
                    <a:pt x="9355303" y="488380"/>
                  </a:lnTo>
                  <a:lnTo>
                    <a:pt x="9347647" y="496986"/>
                  </a:lnTo>
                  <a:lnTo>
                    <a:pt x="9304241" y="548742"/>
                  </a:lnTo>
                  <a:lnTo>
                    <a:pt x="9261898" y="604160"/>
                  </a:lnTo>
                  <a:lnTo>
                    <a:pt x="9220341" y="663315"/>
                  </a:lnTo>
                  <a:lnTo>
                    <a:pt x="9179341" y="726226"/>
                  </a:lnTo>
                  <a:lnTo>
                    <a:pt x="9138716" y="792852"/>
                  </a:lnTo>
                  <a:lnTo>
                    <a:pt x="9098322" y="863085"/>
                  </a:lnTo>
                  <a:lnTo>
                    <a:pt x="9058047" y="936748"/>
                  </a:lnTo>
                  <a:lnTo>
                    <a:pt x="9017812" y="1013591"/>
                  </a:lnTo>
                  <a:lnTo>
                    <a:pt x="8977562" y="1093291"/>
                  </a:lnTo>
                  <a:lnTo>
                    <a:pt x="8937265" y="1175459"/>
                  </a:lnTo>
                  <a:lnTo>
                    <a:pt x="8896910" y="1259642"/>
                  </a:lnTo>
                  <a:lnTo>
                    <a:pt x="8856500" y="1345337"/>
                  </a:lnTo>
                  <a:lnTo>
                    <a:pt x="8816050" y="1431998"/>
                  </a:lnTo>
                  <a:lnTo>
                    <a:pt x="8775582" y="1519053"/>
                  </a:lnTo>
                  <a:lnTo>
                    <a:pt x="8735123" y="1605920"/>
                  </a:lnTo>
                  <a:lnTo>
                    <a:pt x="8694697" y="1692022"/>
                  </a:lnTo>
                  <a:lnTo>
                    <a:pt x="8654321" y="1776801"/>
                  </a:lnTo>
                  <a:lnTo>
                    <a:pt x="8614004" y="1859739"/>
                  </a:lnTo>
                  <a:lnTo>
                    <a:pt x="8573740" y="1940363"/>
                  </a:lnTo>
                  <a:lnTo>
                    <a:pt x="8533504" y="2018259"/>
                  </a:lnTo>
                  <a:lnTo>
                    <a:pt x="8493252" y="2093082"/>
                  </a:lnTo>
                  <a:lnTo>
                    <a:pt x="8452911" y="2164557"/>
                  </a:lnTo>
                  <a:lnTo>
                    <a:pt x="8412382" y="2232478"/>
                  </a:lnTo>
                  <a:lnTo>
                    <a:pt x="8371534" y="2296715"/>
                  </a:lnTo>
                  <a:lnTo>
                    <a:pt x="8330198" y="2357203"/>
                  </a:lnTo>
                  <a:lnTo>
                    <a:pt x="8288164" y="2413941"/>
                  </a:lnTo>
                  <a:lnTo>
                    <a:pt x="8245170" y="2466985"/>
                  </a:lnTo>
                  <a:lnTo>
                    <a:pt x="8229629" y="2484933"/>
                  </a:lnTo>
                  <a:lnTo>
                    <a:pt x="8178761" y="2539217"/>
                  </a:lnTo>
                  <a:lnTo>
                    <a:pt x="8125547" y="2588880"/>
                  </a:lnTo>
                  <a:lnTo>
                    <a:pt x="8069343" y="2634081"/>
                  </a:lnTo>
                  <a:lnTo>
                    <a:pt x="8009443" y="2675124"/>
                  </a:lnTo>
                  <a:lnTo>
                    <a:pt x="7945113" y="2712381"/>
                  </a:lnTo>
                  <a:lnTo>
                    <a:pt x="7875629" y="2746235"/>
                  </a:lnTo>
                  <a:lnTo>
                    <a:pt x="7800325" y="2777049"/>
                  </a:lnTo>
                  <a:lnTo>
                    <a:pt x="7718653" y="2805147"/>
                  </a:lnTo>
                  <a:lnTo>
                    <a:pt x="7630262" y="2830800"/>
                  </a:lnTo>
                  <a:lnTo>
                    <a:pt x="7535103" y="2854219"/>
                  </a:lnTo>
                  <a:lnTo>
                    <a:pt x="7433553" y="2875553"/>
                  </a:lnTo>
                  <a:lnTo>
                    <a:pt x="7326549" y="2894892"/>
                  </a:lnTo>
                  <a:lnTo>
                    <a:pt x="7215706" y="2912267"/>
                  </a:lnTo>
                  <a:lnTo>
                    <a:pt x="7103390" y="2927666"/>
                  </a:lnTo>
                  <a:lnTo>
                    <a:pt x="6992687" y="2941050"/>
                  </a:lnTo>
                  <a:lnTo>
                    <a:pt x="6887228" y="2952381"/>
                  </a:lnTo>
                  <a:lnTo>
                    <a:pt x="6790851" y="2961648"/>
                  </a:lnTo>
                  <a:lnTo>
                    <a:pt x="6707118" y="2968898"/>
                  </a:lnTo>
                  <a:lnTo>
                    <a:pt x="6638771" y="2974254"/>
                  </a:lnTo>
                  <a:lnTo>
                    <a:pt x="6587258" y="2977925"/>
                  </a:lnTo>
                  <a:lnTo>
                    <a:pt x="6552428" y="2980189"/>
                  </a:lnTo>
                  <a:lnTo>
                    <a:pt x="6532465" y="2981376"/>
                  </a:lnTo>
                  <a:lnTo>
                    <a:pt x="6524014" y="2981838"/>
                  </a:lnTo>
                  <a:lnTo>
                    <a:pt x="6522390" y="2981920"/>
                  </a:lnTo>
                  <a:lnTo>
                    <a:pt x="6522385" y="2981920"/>
                  </a:lnTo>
                  <a:lnTo>
                    <a:pt x="5527445" y="2981920"/>
                  </a:lnTo>
                  <a:lnTo>
                    <a:pt x="5526339" y="2981883"/>
                  </a:lnTo>
                  <a:lnTo>
                    <a:pt x="5519037" y="2981621"/>
                  </a:lnTo>
                  <a:lnTo>
                    <a:pt x="5500519" y="2980895"/>
                  </a:lnTo>
                  <a:lnTo>
                    <a:pt x="5467134" y="2979464"/>
                  </a:lnTo>
                  <a:lnTo>
                    <a:pt x="5416815" y="2977098"/>
                  </a:lnTo>
                  <a:lnTo>
                    <a:pt x="5349228" y="2973601"/>
                  </a:lnTo>
                  <a:lnTo>
                    <a:pt x="5265725" y="2968825"/>
                  </a:lnTo>
                  <a:lnTo>
                    <a:pt x="5169051" y="2962679"/>
                  </a:lnTo>
                  <a:lnTo>
                    <a:pt x="5062845" y="2955128"/>
                  </a:lnTo>
                  <a:lnTo>
                    <a:pt x="4951072" y="2946178"/>
                  </a:lnTo>
                  <a:lnTo>
                    <a:pt x="4837505" y="2935854"/>
                  </a:lnTo>
                  <a:lnTo>
                    <a:pt x="4725358" y="2924184"/>
                  </a:lnTo>
                  <a:lnTo>
                    <a:pt x="4617096" y="2911177"/>
                  </a:lnTo>
                  <a:lnTo>
                    <a:pt x="4514399" y="2896811"/>
                  </a:lnTo>
                  <a:lnTo>
                    <a:pt x="4418237" y="2881025"/>
                  </a:lnTo>
                  <a:lnTo>
                    <a:pt x="4328997" y="2863716"/>
                  </a:lnTo>
                  <a:lnTo>
                    <a:pt x="4246620" y="2844736"/>
                  </a:lnTo>
                  <a:lnTo>
                    <a:pt x="4170737" y="2823900"/>
                  </a:lnTo>
                  <a:lnTo>
                    <a:pt x="4100773" y="2800982"/>
                  </a:lnTo>
                  <a:lnTo>
                    <a:pt x="4036036" y="2775731"/>
                  </a:lnTo>
                  <a:lnTo>
                    <a:pt x="3975776" y="2747883"/>
                  </a:lnTo>
                  <a:lnTo>
                    <a:pt x="3919235" y="2717184"/>
                  </a:lnTo>
                  <a:lnTo>
                    <a:pt x="3865687" y="2683432"/>
                  </a:lnTo>
                  <a:lnTo>
                    <a:pt x="3820202" y="2650887"/>
                  </a:lnTo>
                  <a:lnTo>
                    <a:pt x="3770502" y="2611134"/>
                  </a:lnTo>
                  <a:lnTo>
                    <a:pt x="3722147" y="2568160"/>
                  </a:lnTo>
                  <a:lnTo>
                    <a:pt x="3674732" y="2521901"/>
                  </a:lnTo>
                  <a:lnTo>
                    <a:pt x="3627939" y="2472360"/>
                  </a:lnTo>
                  <a:lnTo>
                    <a:pt x="3581523" y="2419612"/>
                  </a:lnTo>
                  <a:lnTo>
                    <a:pt x="3535301" y="2363812"/>
                  </a:lnTo>
                  <a:lnTo>
                    <a:pt x="3489142" y="2305198"/>
                  </a:lnTo>
                  <a:lnTo>
                    <a:pt x="3442962" y="2244090"/>
                  </a:lnTo>
                  <a:lnTo>
                    <a:pt x="3396717" y="2180886"/>
                  </a:lnTo>
                  <a:lnTo>
                    <a:pt x="3350395" y="2116056"/>
                  </a:lnTo>
                  <a:lnTo>
                    <a:pt x="3304009" y="2050123"/>
                  </a:lnTo>
                  <a:lnTo>
                    <a:pt x="3257588" y="1983653"/>
                  </a:lnTo>
                  <a:lnTo>
                    <a:pt x="3211170" y="1917228"/>
                  </a:lnTo>
                  <a:lnTo>
                    <a:pt x="3164792" y="1851431"/>
                  </a:lnTo>
                  <a:lnTo>
                    <a:pt x="3118482" y="1786820"/>
                  </a:lnTo>
                  <a:lnTo>
                    <a:pt x="3072248" y="1723913"/>
                  </a:lnTo>
                  <a:lnTo>
                    <a:pt x="3026075" y="1663168"/>
                  </a:lnTo>
                  <a:lnTo>
                    <a:pt x="2979913" y="1604971"/>
                  </a:lnTo>
                  <a:lnTo>
                    <a:pt x="2933670" y="1549632"/>
                  </a:lnTo>
                  <a:lnTo>
                    <a:pt x="2887209" y="1497374"/>
                  </a:lnTo>
                  <a:lnTo>
                    <a:pt x="2840338" y="1448339"/>
                  </a:lnTo>
                  <a:lnTo>
                    <a:pt x="2792799" y="1402592"/>
                  </a:lnTo>
                  <a:lnTo>
                    <a:pt x="2744264" y="1360124"/>
                  </a:lnTo>
                  <a:lnTo>
                    <a:pt x="2702183" y="1326753"/>
                  </a:lnTo>
                  <a:lnTo>
                    <a:pt x="2650735" y="1290210"/>
                  </a:lnTo>
                  <a:lnTo>
                    <a:pt x="2596881" y="1256812"/>
                  </a:lnTo>
                  <a:lnTo>
                    <a:pt x="2539954" y="1226450"/>
                  </a:lnTo>
                  <a:lnTo>
                    <a:pt x="2479223" y="1198910"/>
                  </a:lnTo>
                  <a:lnTo>
                    <a:pt x="2413929" y="1173938"/>
                  </a:lnTo>
                  <a:lnTo>
                    <a:pt x="2343325" y="1151269"/>
                  </a:lnTo>
                  <a:lnTo>
                    <a:pt x="2266729" y="1130655"/>
                  </a:lnTo>
                  <a:lnTo>
                    <a:pt x="2183585" y="1111874"/>
                  </a:lnTo>
                  <a:lnTo>
                    <a:pt x="2093553" y="1094745"/>
                  </a:lnTo>
                  <a:lnTo>
                    <a:pt x="1996619" y="1079125"/>
                  </a:lnTo>
                  <a:lnTo>
                    <a:pt x="1893227" y="1064915"/>
                  </a:lnTo>
                  <a:lnTo>
                    <a:pt x="1784424" y="1052061"/>
                  </a:lnTo>
                  <a:lnTo>
                    <a:pt x="1671976" y="1040543"/>
                  </a:lnTo>
                  <a:lnTo>
                    <a:pt x="1558438" y="1030374"/>
                  </a:lnTo>
                  <a:lnTo>
                    <a:pt x="1447101" y="1021582"/>
                  </a:lnTo>
                  <a:lnTo>
                    <a:pt x="1341781" y="1014192"/>
                  </a:lnTo>
                  <a:lnTo>
                    <a:pt x="1246434" y="1008204"/>
                  </a:lnTo>
                  <a:lnTo>
                    <a:pt x="1164625" y="1003579"/>
                  </a:lnTo>
                  <a:lnTo>
                    <a:pt x="1098965" y="1000219"/>
                  </a:lnTo>
                  <a:lnTo>
                    <a:pt x="1050622" y="997971"/>
                  </a:lnTo>
                  <a:lnTo>
                    <a:pt x="1019065" y="996632"/>
                  </a:lnTo>
                  <a:lnTo>
                    <a:pt x="1002034" y="995971"/>
                  </a:lnTo>
                  <a:lnTo>
                    <a:pt x="995714" y="995746"/>
                  </a:lnTo>
                  <a:lnTo>
                    <a:pt x="994940" y="995720"/>
                  </a:lnTo>
                  <a:lnTo>
                    <a:pt x="0" y="995720"/>
                  </a:lnTo>
                  <a:lnTo>
                    <a:pt x="0" y="9957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3" name="pg452"/>
            <p:cNvSpPr/>
            <p:nvPr/>
          </p:nvSpPr>
          <p:spPr>
            <a:xfrm>
              <a:off x="1199187" y="2462933"/>
              <a:ext cx="12049831" cy="2788017"/>
            </a:xfrm>
            <a:custGeom>
              <a:avLst/>
              <a:pathLst>
                <a:path w="12049831" h="2788017">
                  <a:moveTo>
                    <a:pt x="0" y="801817"/>
                  </a:moveTo>
                  <a:lnTo>
                    <a:pt x="994940" y="801817"/>
                  </a:lnTo>
                  <a:lnTo>
                    <a:pt x="996046" y="801853"/>
                  </a:lnTo>
                  <a:lnTo>
                    <a:pt x="1003348" y="802116"/>
                  </a:lnTo>
                  <a:lnTo>
                    <a:pt x="1021866" y="802842"/>
                  </a:lnTo>
                  <a:lnTo>
                    <a:pt x="1055251" y="804273"/>
                  </a:lnTo>
                  <a:lnTo>
                    <a:pt x="1105570" y="806638"/>
                  </a:lnTo>
                  <a:lnTo>
                    <a:pt x="1173157" y="810135"/>
                  </a:lnTo>
                  <a:lnTo>
                    <a:pt x="1256660" y="814912"/>
                  </a:lnTo>
                  <a:lnTo>
                    <a:pt x="1353334" y="821058"/>
                  </a:lnTo>
                  <a:lnTo>
                    <a:pt x="1459540" y="828609"/>
                  </a:lnTo>
                  <a:lnTo>
                    <a:pt x="1571313" y="837559"/>
                  </a:lnTo>
                  <a:lnTo>
                    <a:pt x="1684880" y="847883"/>
                  </a:lnTo>
                  <a:lnTo>
                    <a:pt x="1797027" y="859552"/>
                  </a:lnTo>
                  <a:lnTo>
                    <a:pt x="1905289" y="872560"/>
                  </a:lnTo>
                  <a:lnTo>
                    <a:pt x="2007986" y="886926"/>
                  </a:lnTo>
                  <a:lnTo>
                    <a:pt x="2104148" y="902712"/>
                  </a:lnTo>
                  <a:lnTo>
                    <a:pt x="2193388" y="920021"/>
                  </a:lnTo>
                  <a:lnTo>
                    <a:pt x="2275765" y="939000"/>
                  </a:lnTo>
                  <a:lnTo>
                    <a:pt x="2351648" y="959837"/>
                  </a:lnTo>
                  <a:lnTo>
                    <a:pt x="2421612" y="982755"/>
                  </a:lnTo>
                  <a:lnTo>
                    <a:pt x="2486349" y="1008006"/>
                  </a:lnTo>
                  <a:lnTo>
                    <a:pt x="2546609" y="1035854"/>
                  </a:lnTo>
                  <a:lnTo>
                    <a:pt x="2603150" y="1066552"/>
                  </a:lnTo>
                  <a:lnTo>
                    <a:pt x="2656698" y="1100305"/>
                  </a:lnTo>
                  <a:lnTo>
                    <a:pt x="2702183" y="1132850"/>
                  </a:lnTo>
                  <a:lnTo>
                    <a:pt x="2751883" y="1172603"/>
                  </a:lnTo>
                  <a:lnTo>
                    <a:pt x="2800238" y="1215577"/>
                  </a:lnTo>
                  <a:lnTo>
                    <a:pt x="2847653" y="1261836"/>
                  </a:lnTo>
                  <a:lnTo>
                    <a:pt x="2894446" y="1311377"/>
                  </a:lnTo>
                  <a:lnTo>
                    <a:pt x="2940862" y="1364125"/>
                  </a:lnTo>
                  <a:lnTo>
                    <a:pt x="2987084" y="1419925"/>
                  </a:lnTo>
                  <a:lnTo>
                    <a:pt x="3033243" y="1478539"/>
                  </a:lnTo>
                  <a:lnTo>
                    <a:pt x="3079423" y="1539647"/>
                  </a:lnTo>
                  <a:lnTo>
                    <a:pt x="3125668" y="1602851"/>
                  </a:lnTo>
                  <a:lnTo>
                    <a:pt x="3171990" y="1667681"/>
                  </a:lnTo>
                  <a:lnTo>
                    <a:pt x="3218376" y="1733613"/>
                  </a:lnTo>
                  <a:lnTo>
                    <a:pt x="3264797" y="1800084"/>
                  </a:lnTo>
                  <a:lnTo>
                    <a:pt x="3311215" y="1866509"/>
                  </a:lnTo>
                  <a:lnTo>
                    <a:pt x="3357593" y="1932306"/>
                  </a:lnTo>
                  <a:lnTo>
                    <a:pt x="3403903" y="1996917"/>
                  </a:lnTo>
                  <a:lnTo>
                    <a:pt x="3450137" y="2059824"/>
                  </a:lnTo>
                  <a:lnTo>
                    <a:pt x="3496310" y="2120569"/>
                  </a:lnTo>
                  <a:lnTo>
                    <a:pt x="3542472" y="2178766"/>
                  </a:lnTo>
                  <a:lnTo>
                    <a:pt x="3588715" y="2234105"/>
                  </a:lnTo>
                  <a:lnTo>
                    <a:pt x="3635176" y="2286363"/>
                  </a:lnTo>
                  <a:lnTo>
                    <a:pt x="3682047" y="2335397"/>
                  </a:lnTo>
                  <a:lnTo>
                    <a:pt x="3729586" y="2381145"/>
                  </a:lnTo>
                  <a:lnTo>
                    <a:pt x="3778121" y="2423613"/>
                  </a:lnTo>
                  <a:lnTo>
                    <a:pt x="3820202" y="2456983"/>
                  </a:lnTo>
                  <a:lnTo>
                    <a:pt x="3871650" y="2493527"/>
                  </a:lnTo>
                  <a:lnTo>
                    <a:pt x="3925504" y="2526925"/>
                  </a:lnTo>
                  <a:lnTo>
                    <a:pt x="3982431" y="2557287"/>
                  </a:lnTo>
                  <a:lnTo>
                    <a:pt x="4043162" y="2584826"/>
                  </a:lnTo>
                  <a:lnTo>
                    <a:pt x="4108456" y="2609799"/>
                  </a:lnTo>
                  <a:lnTo>
                    <a:pt x="4179060" y="2632467"/>
                  </a:lnTo>
                  <a:lnTo>
                    <a:pt x="4255656" y="2653082"/>
                  </a:lnTo>
                  <a:lnTo>
                    <a:pt x="4338800" y="2671863"/>
                  </a:lnTo>
                  <a:lnTo>
                    <a:pt x="4428832" y="2688992"/>
                  </a:lnTo>
                  <a:lnTo>
                    <a:pt x="4525766" y="2704612"/>
                  </a:lnTo>
                  <a:lnTo>
                    <a:pt x="4629158" y="2718822"/>
                  </a:lnTo>
                  <a:lnTo>
                    <a:pt x="4737961" y="2731676"/>
                  </a:lnTo>
                  <a:lnTo>
                    <a:pt x="4850409" y="2743194"/>
                  </a:lnTo>
                  <a:lnTo>
                    <a:pt x="4963947" y="2753362"/>
                  </a:lnTo>
                  <a:lnTo>
                    <a:pt x="5075284" y="2762155"/>
                  </a:lnTo>
                  <a:lnTo>
                    <a:pt x="5180604" y="2769545"/>
                  </a:lnTo>
                  <a:lnTo>
                    <a:pt x="5275951" y="2775533"/>
                  </a:lnTo>
                  <a:lnTo>
                    <a:pt x="5357760" y="2780158"/>
                  </a:lnTo>
                  <a:lnTo>
                    <a:pt x="5423420" y="2783518"/>
                  </a:lnTo>
                  <a:lnTo>
                    <a:pt x="5471763" y="2785766"/>
                  </a:lnTo>
                  <a:lnTo>
                    <a:pt x="5503320" y="2787105"/>
                  </a:lnTo>
                  <a:lnTo>
                    <a:pt x="5520351" y="2787766"/>
                  </a:lnTo>
                  <a:lnTo>
                    <a:pt x="5526671" y="2787991"/>
                  </a:lnTo>
                  <a:lnTo>
                    <a:pt x="5527445" y="2788017"/>
                  </a:lnTo>
                  <a:lnTo>
                    <a:pt x="6522385" y="2788017"/>
                  </a:lnTo>
                  <a:lnTo>
                    <a:pt x="6523464" y="2787966"/>
                  </a:lnTo>
                  <a:lnTo>
                    <a:pt x="6530587" y="2787608"/>
                  </a:lnTo>
                  <a:lnTo>
                    <a:pt x="6548665" y="2786617"/>
                  </a:lnTo>
                  <a:lnTo>
                    <a:pt x="6581284" y="2784664"/>
                  </a:lnTo>
                  <a:lnTo>
                    <a:pt x="6630511" y="2781433"/>
                  </a:lnTo>
                  <a:lnTo>
                    <a:pt x="6696736" y="2776655"/>
                  </a:lnTo>
                  <a:lnTo>
                    <a:pt x="6778712" y="2770122"/>
                  </a:lnTo>
                  <a:lnTo>
                    <a:pt x="6873829" y="2761709"/>
                  </a:lnTo>
                  <a:lnTo>
                    <a:pt x="6978577" y="2751362"/>
                  </a:lnTo>
                  <a:lnTo>
                    <a:pt x="7089095" y="2739086"/>
                  </a:lnTo>
                  <a:lnTo>
                    <a:pt x="7201676" y="2724915"/>
                  </a:lnTo>
                  <a:lnTo>
                    <a:pt x="7313126" y="2708887"/>
                  </a:lnTo>
                  <a:lnTo>
                    <a:pt x="7420970" y="2691018"/>
                  </a:lnTo>
                  <a:lnTo>
                    <a:pt x="7523488" y="2671282"/>
                  </a:lnTo>
                  <a:lnTo>
                    <a:pt x="7619662" y="2649605"/>
                  </a:lnTo>
                  <a:lnTo>
                    <a:pt x="7709053" y="2625851"/>
                  </a:lnTo>
                  <a:lnTo>
                    <a:pt x="7791669" y="2599829"/>
                  </a:lnTo>
                  <a:lnTo>
                    <a:pt x="7867833" y="2571289"/>
                  </a:lnTo>
                  <a:lnTo>
                    <a:pt x="7938083" y="2539933"/>
                  </a:lnTo>
                  <a:lnTo>
                    <a:pt x="8003079" y="2505422"/>
                  </a:lnTo>
                  <a:lnTo>
                    <a:pt x="8063546" y="2467397"/>
                  </a:lnTo>
                  <a:lnTo>
                    <a:pt x="8120225" y="2425505"/>
                  </a:lnTo>
                  <a:lnTo>
                    <a:pt x="8173833" y="2379451"/>
                  </a:lnTo>
                  <a:lnTo>
                    <a:pt x="8225025" y="2329069"/>
                  </a:lnTo>
                  <a:lnTo>
                    <a:pt x="8229629" y="2324221"/>
                  </a:lnTo>
                  <a:lnTo>
                    <a:pt x="8274155" y="2274613"/>
                  </a:lnTo>
                  <a:lnTo>
                    <a:pt x="8317568" y="2221404"/>
                  </a:lnTo>
                  <a:lnTo>
                    <a:pt x="8360169" y="2164522"/>
                  </a:lnTo>
                  <a:lnTo>
                    <a:pt x="8402199" y="2103949"/>
                  </a:lnTo>
                  <a:lnTo>
                    <a:pt x="8443851" y="2039735"/>
                  </a:lnTo>
                  <a:lnTo>
                    <a:pt x="8485278" y="1971994"/>
                  </a:lnTo>
                  <a:lnTo>
                    <a:pt x="8526594" y="1900918"/>
                  </a:lnTo>
                  <a:lnTo>
                    <a:pt x="8567880" y="1826770"/>
                  </a:lnTo>
                  <a:lnTo>
                    <a:pt x="8609192" y="1749889"/>
                  </a:lnTo>
                  <a:lnTo>
                    <a:pt x="8650556" y="1670683"/>
                  </a:lnTo>
                  <a:lnTo>
                    <a:pt x="8691983" y="1589622"/>
                  </a:lnTo>
                  <a:lnTo>
                    <a:pt x="8733464" y="1507226"/>
                  </a:lnTo>
                  <a:lnTo>
                    <a:pt x="8774980" y="1424055"/>
                  </a:lnTo>
                  <a:lnTo>
                    <a:pt x="8816505" y="1340690"/>
                  </a:lnTo>
                  <a:lnTo>
                    <a:pt x="8858012" y="1257720"/>
                  </a:lnTo>
                  <a:lnTo>
                    <a:pt x="8899476" y="1175719"/>
                  </a:lnTo>
                  <a:lnTo>
                    <a:pt x="8940882" y="1095237"/>
                  </a:lnTo>
                  <a:lnTo>
                    <a:pt x="8982226" y="1016776"/>
                  </a:lnTo>
                  <a:lnTo>
                    <a:pt x="9023525" y="940788"/>
                  </a:lnTo>
                  <a:lnTo>
                    <a:pt x="9064814" y="867657"/>
                  </a:lnTo>
                  <a:lnTo>
                    <a:pt x="9106157" y="797696"/>
                  </a:lnTo>
                  <a:lnTo>
                    <a:pt x="9147646" y="731145"/>
                  </a:lnTo>
                  <a:lnTo>
                    <a:pt x="9189409" y="668166"/>
                  </a:lnTo>
                  <a:lnTo>
                    <a:pt x="9231610" y="608855"/>
                  </a:lnTo>
                  <a:lnTo>
                    <a:pt x="9274458" y="553234"/>
                  </a:lnTo>
                  <a:lnTo>
                    <a:pt x="9318216" y="501269"/>
                  </a:lnTo>
                  <a:lnTo>
                    <a:pt x="9347647" y="469036"/>
                  </a:lnTo>
                  <a:lnTo>
                    <a:pt x="9398647" y="418255"/>
                  </a:lnTo>
                  <a:lnTo>
                    <a:pt x="9452007" y="371807"/>
                  </a:lnTo>
                  <a:lnTo>
                    <a:pt x="9508374" y="329544"/>
                  </a:lnTo>
                  <a:lnTo>
                    <a:pt x="9568463" y="291177"/>
                  </a:lnTo>
                  <a:lnTo>
                    <a:pt x="9633011" y="256359"/>
                  </a:lnTo>
                  <a:lnTo>
                    <a:pt x="9702749" y="224728"/>
                  </a:lnTo>
                  <a:lnTo>
                    <a:pt x="9778345" y="195942"/>
                  </a:lnTo>
                  <a:lnTo>
                    <a:pt x="9860350" y="169700"/>
                  </a:lnTo>
                  <a:lnTo>
                    <a:pt x="9949113" y="145746"/>
                  </a:lnTo>
                  <a:lnTo>
                    <a:pt x="10044674" y="123884"/>
                  </a:lnTo>
                  <a:lnTo>
                    <a:pt x="10146642" y="103975"/>
                  </a:lnTo>
                  <a:lnTo>
                    <a:pt x="10254056" y="85936"/>
                  </a:lnTo>
                  <a:lnTo>
                    <a:pt x="10365267" y="69738"/>
                  </a:lnTo>
                  <a:lnTo>
                    <a:pt x="10477867" y="55395"/>
                  </a:lnTo>
                  <a:lnTo>
                    <a:pt x="10588724" y="42943"/>
                  </a:lnTo>
                  <a:lnTo>
                    <a:pt x="10694164" y="32418"/>
                  </a:lnTo>
                  <a:lnTo>
                    <a:pt x="10790322" y="23828"/>
                  </a:lnTo>
                  <a:lnTo>
                    <a:pt x="10873633" y="17127"/>
                  </a:lnTo>
                  <a:lnTo>
                    <a:pt x="10941381" y="12195"/>
                  </a:lnTo>
                  <a:lnTo>
                    <a:pt x="10992179" y="8833"/>
                  </a:lnTo>
                  <a:lnTo>
                    <a:pt x="11026264" y="6775"/>
                  </a:lnTo>
                  <a:lnTo>
                    <a:pt x="11045549" y="5709"/>
                  </a:lnTo>
                  <a:lnTo>
                    <a:pt x="11053494" y="530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3" y="50"/>
                  </a:lnTo>
                  <a:lnTo>
                    <a:pt x="11046689" y="409"/>
                  </a:lnTo>
                  <a:lnTo>
                    <a:pt x="11028612" y="1399"/>
                  </a:lnTo>
                  <a:lnTo>
                    <a:pt x="10995992" y="3353"/>
                  </a:lnTo>
                  <a:lnTo>
                    <a:pt x="10946766" y="6583"/>
                  </a:lnTo>
                  <a:lnTo>
                    <a:pt x="10880541" y="11362"/>
                  </a:lnTo>
                  <a:lnTo>
                    <a:pt x="10798564" y="17894"/>
                  </a:lnTo>
                  <a:lnTo>
                    <a:pt x="10703447" y="26307"/>
                  </a:lnTo>
                  <a:lnTo>
                    <a:pt x="10598699" y="36654"/>
                  </a:lnTo>
                  <a:lnTo>
                    <a:pt x="10488181" y="48931"/>
                  </a:lnTo>
                  <a:lnTo>
                    <a:pt x="10375601" y="63102"/>
                  </a:lnTo>
                  <a:lnTo>
                    <a:pt x="10264150" y="79130"/>
                  </a:lnTo>
                  <a:lnTo>
                    <a:pt x="10156307" y="96999"/>
                  </a:lnTo>
                  <a:lnTo>
                    <a:pt x="10053789" y="116734"/>
                  </a:lnTo>
                  <a:lnTo>
                    <a:pt x="9957615" y="138411"/>
                  </a:lnTo>
                  <a:lnTo>
                    <a:pt x="9868223" y="162165"/>
                  </a:lnTo>
                  <a:lnTo>
                    <a:pt x="9785608" y="188188"/>
                  </a:lnTo>
                  <a:lnTo>
                    <a:pt x="9709443" y="216727"/>
                  </a:lnTo>
                  <a:lnTo>
                    <a:pt x="9639194" y="248083"/>
                  </a:lnTo>
                  <a:lnTo>
                    <a:pt x="9574198" y="282594"/>
                  </a:lnTo>
                  <a:lnTo>
                    <a:pt x="9513731" y="320619"/>
                  </a:lnTo>
                  <a:lnTo>
                    <a:pt x="9457052" y="362511"/>
                  </a:lnTo>
                  <a:lnTo>
                    <a:pt x="9403444" y="408566"/>
                  </a:lnTo>
                  <a:lnTo>
                    <a:pt x="9352252" y="458948"/>
                  </a:lnTo>
                  <a:lnTo>
                    <a:pt x="9347647" y="463796"/>
                  </a:lnTo>
                  <a:lnTo>
                    <a:pt x="9303121" y="513403"/>
                  </a:lnTo>
                  <a:lnTo>
                    <a:pt x="9259708" y="566612"/>
                  </a:lnTo>
                  <a:lnTo>
                    <a:pt x="9217108" y="623494"/>
                  </a:lnTo>
                  <a:lnTo>
                    <a:pt x="9175078" y="684067"/>
                  </a:lnTo>
                  <a:lnTo>
                    <a:pt x="9133425" y="748282"/>
                  </a:lnTo>
                  <a:lnTo>
                    <a:pt x="9091998" y="816022"/>
                  </a:lnTo>
                  <a:lnTo>
                    <a:pt x="9050683" y="887099"/>
                  </a:lnTo>
                  <a:lnTo>
                    <a:pt x="9009396" y="961246"/>
                  </a:lnTo>
                  <a:lnTo>
                    <a:pt x="8968085" y="1038127"/>
                  </a:lnTo>
                  <a:lnTo>
                    <a:pt x="8926720" y="1117333"/>
                  </a:lnTo>
                  <a:lnTo>
                    <a:pt x="8885294" y="1198395"/>
                  </a:lnTo>
                  <a:lnTo>
                    <a:pt x="8843813" y="1280790"/>
                  </a:lnTo>
                  <a:lnTo>
                    <a:pt x="8802296" y="1363961"/>
                  </a:lnTo>
                  <a:lnTo>
                    <a:pt x="8760771" y="1447326"/>
                  </a:lnTo>
                  <a:lnTo>
                    <a:pt x="8719264" y="1530296"/>
                  </a:lnTo>
                  <a:lnTo>
                    <a:pt x="8677800" y="1612297"/>
                  </a:lnTo>
                  <a:lnTo>
                    <a:pt x="8636395" y="1692780"/>
                  </a:lnTo>
                  <a:lnTo>
                    <a:pt x="8595050" y="1771240"/>
                  </a:lnTo>
                  <a:lnTo>
                    <a:pt x="8553752" y="1847228"/>
                  </a:lnTo>
                  <a:lnTo>
                    <a:pt x="8512463" y="1920359"/>
                  </a:lnTo>
                  <a:lnTo>
                    <a:pt x="8471120" y="1990320"/>
                  </a:lnTo>
                  <a:lnTo>
                    <a:pt x="8429630" y="2056872"/>
                  </a:lnTo>
                  <a:lnTo>
                    <a:pt x="8387868" y="2119850"/>
                  </a:lnTo>
                  <a:lnTo>
                    <a:pt x="8345667" y="2179162"/>
                  </a:lnTo>
                  <a:lnTo>
                    <a:pt x="8302818" y="2234782"/>
                  </a:lnTo>
                  <a:lnTo>
                    <a:pt x="8259061" y="2286748"/>
                  </a:lnTo>
                  <a:lnTo>
                    <a:pt x="8229629" y="2318980"/>
                  </a:lnTo>
                  <a:lnTo>
                    <a:pt x="8178629" y="2369761"/>
                  </a:lnTo>
                  <a:lnTo>
                    <a:pt x="8125270" y="2416209"/>
                  </a:lnTo>
                  <a:lnTo>
                    <a:pt x="8068902" y="2458473"/>
                  </a:lnTo>
                  <a:lnTo>
                    <a:pt x="8008814" y="2496839"/>
                  </a:lnTo>
                  <a:lnTo>
                    <a:pt x="7944265" y="2531657"/>
                  </a:lnTo>
                  <a:lnTo>
                    <a:pt x="7874527" y="2563289"/>
                  </a:lnTo>
                  <a:lnTo>
                    <a:pt x="7798931" y="2592074"/>
                  </a:lnTo>
                  <a:lnTo>
                    <a:pt x="7716926" y="2618317"/>
                  </a:lnTo>
                  <a:lnTo>
                    <a:pt x="7628164" y="2642270"/>
                  </a:lnTo>
                  <a:lnTo>
                    <a:pt x="7532603" y="2664132"/>
                  </a:lnTo>
                  <a:lnTo>
                    <a:pt x="7430635" y="2684042"/>
                  </a:lnTo>
                  <a:lnTo>
                    <a:pt x="7323220" y="2702081"/>
                  </a:lnTo>
                  <a:lnTo>
                    <a:pt x="7212009" y="2718278"/>
                  </a:lnTo>
                  <a:lnTo>
                    <a:pt x="7099410" y="2732621"/>
                  </a:lnTo>
                  <a:lnTo>
                    <a:pt x="6988553" y="2745073"/>
                  </a:lnTo>
                  <a:lnTo>
                    <a:pt x="6883113" y="2755598"/>
                  </a:lnTo>
                  <a:lnTo>
                    <a:pt x="6786955" y="2764188"/>
                  </a:lnTo>
                  <a:lnTo>
                    <a:pt x="6703644" y="2770889"/>
                  </a:lnTo>
                  <a:lnTo>
                    <a:pt x="6635896" y="2775822"/>
                  </a:lnTo>
                  <a:lnTo>
                    <a:pt x="6585097" y="2779184"/>
                  </a:lnTo>
                  <a:lnTo>
                    <a:pt x="6551013" y="2781242"/>
                  </a:lnTo>
                  <a:lnTo>
                    <a:pt x="6531727" y="2782307"/>
                  </a:lnTo>
                  <a:lnTo>
                    <a:pt x="6523783" y="2782711"/>
                  </a:lnTo>
                  <a:lnTo>
                    <a:pt x="6522385" y="2782776"/>
                  </a:lnTo>
                  <a:lnTo>
                    <a:pt x="5527445" y="2782776"/>
                  </a:lnTo>
                  <a:lnTo>
                    <a:pt x="5526339" y="2782739"/>
                  </a:lnTo>
                  <a:lnTo>
                    <a:pt x="5519037" y="2782477"/>
                  </a:lnTo>
                  <a:lnTo>
                    <a:pt x="5500519" y="2781751"/>
                  </a:lnTo>
                  <a:lnTo>
                    <a:pt x="5467134" y="2780320"/>
                  </a:lnTo>
                  <a:lnTo>
                    <a:pt x="5416815" y="2777954"/>
                  </a:lnTo>
                  <a:lnTo>
                    <a:pt x="5349228" y="2774457"/>
                  </a:lnTo>
                  <a:lnTo>
                    <a:pt x="5265725" y="2769681"/>
                  </a:lnTo>
                  <a:lnTo>
                    <a:pt x="5169051" y="2763535"/>
                  </a:lnTo>
                  <a:lnTo>
                    <a:pt x="5062845" y="2755984"/>
                  </a:lnTo>
                  <a:lnTo>
                    <a:pt x="4951072" y="2747034"/>
                  </a:lnTo>
                  <a:lnTo>
                    <a:pt x="4837505" y="2736710"/>
                  </a:lnTo>
                  <a:lnTo>
                    <a:pt x="4725358" y="2725040"/>
                  </a:lnTo>
                  <a:lnTo>
                    <a:pt x="4617096" y="2712033"/>
                  </a:lnTo>
                  <a:lnTo>
                    <a:pt x="4514399" y="2697667"/>
                  </a:lnTo>
                  <a:lnTo>
                    <a:pt x="4418237" y="2681881"/>
                  </a:lnTo>
                  <a:lnTo>
                    <a:pt x="4328997" y="2664572"/>
                  </a:lnTo>
                  <a:lnTo>
                    <a:pt x="4246620" y="2645592"/>
                  </a:lnTo>
                  <a:lnTo>
                    <a:pt x="4170737" y="2624756"/>
                  </a:lnTo>
                  <a:lnTo>
                    <a:pt x="4100773" y="2601838"/>
                  </a:lnTo>
                  <a:lnTo>
                    <a:pt x="4036036" y="2576587"/>
                  </a:lnTo>
                  <a:lnTo>
                    <a:pt x="3975776" y="2548739"/>
                  </a:lnTo>
                  <a:lnTo>
                    <a:pt x="3919235" y="2518040"/>
                  </a:lnTo>
                  <a:lnTo>
                    <a:pt x="3865687" y="2484288"/>
                  </a:lnTo>
                  <a:lnTo>
                    <a:pt x="3820202" y="2451743"/>
                  </a:lnTo>
                  <a:lnTo>
                    <a:pt x="3770502" y="2411990"/>
                  </a:lnTo>
                  <a:lnTo>
                    <a:pt x="3722147" y="2369016"/>
                  </a:lnTo>
                  <a:lnTo>
                    <a:pt x="3674732" y="2322757"/>
                  </a:lnTo>
                  <a:lnTo>
                    <a:pt x="3627939" y="2273216"/>
                  </a:lnTo>
                  <a:lnTo>
                    <a:pt x="3581523" y="2220468"/>
                  </a:lnTo>
                  <a:lnTo>
                    <a:pt x="3535301" y="2164668"/>
                  </a:lnTo>
                  <a:lnTo>
                    <a:pt x="3489142" y="2106054"/>
                  </a:lnTo>
                  <a:lnTo>
                    <a:pt x="3442962" y="2044945"/>
                  </a:lnTo>
                  <a:lnTo>
                    <a:pt x="3396717" y="1981742"/>
                  </a:lnTo>
                  <a:lnTo>
                    <a:pt x="3350395" y="1916912"/>
                  </a:lnTo>
                  <a:lnTo>
                    <a:pt x="3304009" y="1850979"/>
                  </a:lnTo>
                  <a:lnTo>
                    <a:pt x="3257588" y="1784509"/>
                  </a:lnTo>
                  <a:lnTo>
                    <a:pt x="3211170" y="1718084"/>
                  </a:lnTo>
                  <a:lnTo>
                    <a:pt x="3164792" y="1652287"/>
                  </a:lnTo>
                  <a:lnTo>
                    <a:pt x="3118482" y="1587676"/>
                  </a:lnTo>
                  <a:lnTo>
                    <a:pt x="3072248" y="1524769"/>
                  </a:lnTo>
                  <a:lnTo>
                    <a:pt x="3026075" y="1464023"/>
                  </a:lnTo>
                  <a:lnTo>
                    <a:pt x="2979913" y="1405827"/>
                  </a:lnTo>
                  <a:lnTo>
                    <a:pt x="2933670" y="1350488"/>
                  </a:lnTo>
                  <a:lnTo>
                    <a:pt x="2887209" y="1298230"/>
                  </a:lnTo>
                  <a:lnTo>
                    <a:pt x="2840338" y="1249195"/>
                  </a:lnTo>
                  <a:lnTo>
                    <a:pt x="2792799" y="1203448"/>
                  </a:lnTo>
                  <a:lnTo>
                    <a:pt x="2744264" y="1160980"/>
                  </a:lnTo>
                  <a:lnTo>
                    <a:pt x="2702183" y="1127609"/>
                  </a:lnTo>
                  <a:lnTo>
                    <a:pt x="2650735" y="1091066"/>
                  </a:lnTo>
                  <a:lnTo>
                    <a:pt x="2596881" y="1057668"/>
                  </a:lnTo>
                  <a:lnTo>
                    <a:pt x="2539954" y="1027305"/>
                  </a:lnTo>
                  <a:lnTo>
                    <a:pt x="2479223" y="999766"/>
                  </a:lnTo>
                  <a:lnTo>
                    <a:pt x="2413929" y="974794"/>
                  </a:lnTo>
                  <a:lnTo>
                    <a:pt x="2343325" y="952125"/>
                  </a:lnTo>
                  <a:lnTo>
                    <a:pt x="2266729" y="931511"/>
                  </a:lnTo>
                  <a:lnTo>
                    <a:pt x="2183585" y="912730"/>
                  </a:lnTo>
                  <a:lnTo>
                    <a:pt x="2093553" y="895601"/>
                  </a:lnTo>
                  <a:lnTo>
                    <a:pt x="1996619" y="879980"/>
                  </a:lnTo>
                  <a:lnTo>
                    <a:pt x="1893227" y="865771"/>
                  </a:lnTo>
                  <a:lnTo>
                    <a:pt x="1784424" y="852917"/>
                  </a:lnTo>
                  <a:lnTo>
                    <a:pt x="1671976" y="841399"/>
                  </a:lnTo>
                  <a:lnTo>
                    <a:pt x="1558438" y="831230"/>
                  </a:lnTo>
                  <a:lnTo>
                    <a:pt x="1447101" y="822438"/>
                  </a:lnTo>
                  <a:lnTo>
                    <a:pt x="1341781" y="815047"/>
                  </a:lnTo>
                  <a:lnTo>
                    <a:pt x="1246434" y="809060"/>
                  </a:lnTo>
                  <a:lnTo>
                    <a:pt x="1164625" y="804435"/>
                  </a:lnTo>
                  <a:lnTo>
                    <a:pt x="1098965" y="801075"/>
                  </a:lnTo>
                  <a:lnTo>
                    <a:pt x="1050622" y="798827"/>
                  </a:lnTo>
                  <a:lnTo>
                    <a:pt x="1019065" y="797488"/>
                  </a:lnTo>
                  <a:lnTo>
                    <a:pt x="1002034" y="796827"/>
                  </a:lnTo>
                  <a:lnTo>
                    <a:pt x="995714" y="796602"/>
                  </a:lnTo>
                  <a:lnTo>
                    <a:pt x="994940" y="796576"/>
                  </a:lnTo>
                  <a:lnTo>
                    <a:pt x="0" y="796576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54" name="pl453"/>
            <p:cNvSpPr/>
            <p:nvPr/>
          </p:nvSpPr>
          <p:spPr>
            <a:xfrm>
              <a:off x="1199187" y="2468174"/>
              <a:ext cx="12049831" cy="2782776"/>
            </a:xfrm>
            <a:custGeom>
              <a:avLst/>
              <a:pathLst>
                <a:path w="12049831" h="2782776">
                  <a:moveTo>
                    <a:pt x="0" y="796576"/>
                  </a:moveTo>
                  <a:lnTo>
                    <a:pt x="994940" y="796576"/>
                  </a:lnTo>
                  <a:lnTo>
                    <a:pt x="996046" y="796613"/>
                  </a:lnTo>
                  <a:lnTo>
                    <a:pt x="1003348" y="796876"/>
                  </a:lnTo>
                  <a:lnTo>
                    <a:pt x="1021866" y="797601"/>
                  </a:lnTo>
                  <a:lnTo>
                    <a:pt x="1055251" y="799032"/>
                  </a:lnTo>
                  <a:lnTo>
                    <a:pt x="1105570" y="801398"/>
                  </a:lnTo>
                  <a:lnTo>
                    <a:pt x="1173157" y="804895"/>
                  </a:lnTo>
                  <a:lnTo>
                    <a:pt x="1256660" y="809671"/>
                  </a:lnTo>
                  <a:lnTo>
                    <a:pt x="1353334" y="815817"/>
                  </a:lnTo>
                  <a:lnTo>
                    <a:pt x="1459540" y="823368"/>
                  </a:lnTo>
                  <a:lnTo>
                    <a:pt x="1571313" y="832319"/>
                  </a:lnTo>
                  <a:lnTo>
                    <a:pt x="1684880" y="842642"/>
                  </a:lnTo>
                  <a:lnTo>
                    <a:pt x="1797027" y="854312"/>
                  </a:lnTo>
                  <a:lnTo>
                    <a:pt x="1905289" y="867319"/>
                  </a:lnTo>
                  <a:lnTo>
                    <a:pt x="2007986" y="881685"/>
                  </a:lnTo>
                  <a:lnTo>
                    <a:pt x="2104148" y="897471"/>
                  </a:lnTo>
                  <a:lnTo>
                    <a:pt x="2193388" y="914781"/>
                  </a:lnTo>
                  <a:lnTo>
                    <a:pt x="2275765" y="933760"/>
                  </a:lnTo>
                  <a:lnTo>
                    <a:pt x="2351648" y="954596"/>
                  </a:lnTo>
                  <a:lnTo>
                    <a:pt x="2421612" y="977514"/>
                  </a:lnTo>
                  <a:lnTo>
                    <a:pt x="2486349" y="1002765"/>
                  </a:lnTo>
                  <a:lnTo>
                    <a:pt x="2546609" y="1030613"/>
                  </a:lnTo>
                  <a:lnTo>
                    <a:pt x="2603150" y="1061312"/>
                  </a:lnTo>
                  <a:lnTo>
                    <a:pt x="2656698" y="1095065"/>
                  </a:lnTo>
                  <a:lnTo>
                    <a:pt x="2702183" y="1127609"/>
                  </a:lnTo>
                  <a:lnTo>
                    <a:pt x="2751883" y="1167362"/>
                  </a:lnTo>
                  <a:lnTo>
                    <a:pt x="2800238" y="1210336"/>
                  </a:lnTo>
                  <a:lnTo>
                    <a:pt x="2847653" y="1256595"/>
                  </a:lnTo>
                  <a:lnTo>
                    <a:pt x="2894446" y="1306136"/>
                  </a:lnTo>
                  <a:lnTo>
                    <a:pt x="2940862" y="1358884"/>
                  </a:lnTo>
                  <a:lnTo>
                    <a:pt x="2987084" y="1414684"/>
                  </a:lnTo>
                  <a:lnTo>
                    <a:pt x="3033243" y="1473298"/>
                  </a:lnTo>
                  <a:lnTo>
                    <a:pt x="3079423" y="1534407"/>
                  </a:lnTo>
                  <a:lnTo>
                    <a:pt x="3125668" y="1597610"/>
                  </a:lnTo>
                  <a:lnTo>
                    <a:pt x="3171990" y="1662440"/>
                  </a:lnTo>
                  <a:lnTo>
                    <a:pt x="3218376" y="1728373"/>
                  </a:lnTo>
                  <a:lnTo>
                    <a:pt x="3264797" y="1794843"/>
                  </a:lnTo>
                  <a:lnTo>
                    <a:pt x="3311215" y="1861268"/>
                  </a:lnTo>
                  <a:lnTo>
                    <a:pt x="3357593" y="1927066"/>
                  </a:lnTo>
                  <a:lnTo>
                    <a:pt x="3403903" y="1991676"/>
                  </a:lnTo>
                  <a:lnTo>
                    <a:pt x="3450137" y="2054583"/>
                  </a:lnTo>
                  <a:lnTo>
                    <a:pt x="3496310" y="2115329"/>
                  </a:lnTo>
                  <a:lnTo>
                    <a:pt x="3542472" y="2173525"/>
                  </a:lnTo>
                  <a:lnTo>
                    <a:pt x="3588715" y="2228864"/>
                  </a:lnTo>
                  <a:lnTo>
                    <a:pt x="3635176" y="2281122"/>
                  </a:lnTo>
                  <a:lnTo>
                    <a:pt x="3682047" y="2330157"/>
                  </a:lnTo>
                  <a:lnTo>
                    <a:pt x="3729586" y="2375904"/>
                  </a:lnTo>
                  <a:lnTo>
                    <a:pt x="3778121" y="2418372"/>
                  </a:lnTo>
                  <a:lnTo>
                    <a:pt x="3820202" y="2451743"/>
                  </a:lnTo>
                  <a:lnTo>
                    <a:pt x="3871650" y="2488286"/>
                  </a:lnTo>
                  <a:lnTo>
                    <a:pt x="3925504" y="2521684"/>
                  </a:lnTo>
                  <a:lnTo>
                    <a:pt x="3982431" y="2552047"/>
                  </a:lnTo>
                  <a:lnTo>
                    <a:pt x="4043162" y="2579586"/>
                  </a:lnTo>
                  <a:lnTo>
                    <a:pt x="4108456" y="2604558"/>
                  </a:lnTo>
                  <a:lnTo>
                    <a:pt x="4179060" y="2627227"/>
                  </a:lnTo>
                  <a:lnTo>
                    <a:pt x="4255656" y="2647842"/>
                  </a:lnTo>
                  <a:lnTo>
                    <a:pt x="4338800" y="2666622"/>
                  </a:lnTo>
                  <a:lnTo>
                    <a:pt x="4428832" y="2683751"/>
                  </a:lnTo>
                  <a:lnTo>
                    <a:pt x="4525766" y="2699372"/>
                  </a:lnTo>
                  <a:lnTo>
                    <a:pt x="4629158" y="2713581"/>
                  </a:lnTo>
                  <a:lnTo>
                    <a:pt x="4737961" y="2726435"/>
                  </a:lnTo>
                  <a:lnTo>
                    <a:pt x="4850409" y="2737953"/>
                  </a:lnTo>
                  <a:lnTo>
                    <a:pt x="4963947" y="2748122"/>
                  </a:lnTo>
                  <a:lnTo>
                    <a:pt x="5075284" y="2756914"/>
                  </a:lnTo>
                  <a:lnTo>
                    <a:pt x="5180604" y="2764305"/>
                  </a:lnTo>
                  <a:lnTo>
                    <a:pt x="5275951" y="2770292"/>
                  </a:lnTo>
                  <a:lnTo>
                    <a:pt x="5357760" y="2774917"/>
                  </a:lnTo>
                  <a:lnTo>
                    <a:pt x="5423420" y="2778277"/>
                  </a:lnTo>
                  <a:lnTo>
                    <a:pt x="5471763" y="2780526"/>
                  </a:lnTo>
                  <a:lnTo>
                    <a:pt x="5503320" y="2781864"/>
                  </a:lnTo>
                  <a:lnTo>
                    <a:pt x="5520351" y="2782525"/>
                  </a:lnTo>
                  <a:lnTo>
                    <a:pt x="5526671" y="2782751"/>
                  </a:lnTo>
                  <a:lnTo>
                    <a:pt x="5527445" y="2782776"/>
                  </a:lnTo>
                  <a:lnTo>
                    <a:pt x="6522385" y="2782776"/>
                  </a:lnTo>
                  <a:lnTo>
                    <a:pt x="6523464" y="2782726"/>
                  </a:lnTo>
                  <a:lnTo>
                    <a:pt x="6530587" y="2782367"/>
                  </a:lnTo>
                  <a:lnTo>
                    <a:pt x="6548665" y="2781376"/>
                  </a:lnTo>
                  <a:lnTo>
                    <a:pt x="6581284" y="2779423"/>
                  </a:lnTo>
                  <a:lnTo>
                    <a:pt x="6630511" y="2776193"/>
                  </a:lnTo>
                  <a:lnTo>
                    <a:pt x="6696736" y="2771414"/>
                  </a:lnTo>
                  <a:lnTo>
                    <a:pt x="6778712" y="2764882"/>
                  </a:lnTo>
                  <a:lnTo>
                    <a:pt x="6873829" y="2756468"/>
                  </a:lnTo>
                  <a:lnTo>
                    <a:pt x="6978577" y="2746122"/>
                  </a:lnTo>
                  <a:lnTo>
                    <a:pt x="7089095" y="2733845"/>
                  </a:lnTo>
                  <a:lnTo>
                    <a:pt x="7201676" y="2719674"/>
                  </a:lnTo>
                  <a:lnTo>
                    <a:pt x="7313126" y="2703646"/>
                  </a:lnTo>
                  <a:lnTo>
                    <a:pt x="7420970" y="2685777"/>
                  </a:lnTo>
                  <a:lnTo>
                    <a:pt x="7523488" y="2666042"/>
                  </a:lnTo>
                  <a:lnTo>
                    <a:pt x="7619662" y="2644364"/>
                  </a:lnTo>
                  <a:lnTo>
                    <a:pt x="7709053" y="2620610"/>
                  </a:lnTo>
                  <a:lnTo>
                    <a:pt x="7791669" y="2594588"/>
                  </a:lnTo>
                  <a:lnTo>
                    <a:pt x="7867833" y="2566048"/>
                  </a:lnTo>
                  <a:lnTo>
                    <a:pt x="7938083" y="2534692"/>
                  </a:lnTo>
                  <a:lnTo>
                    <a:pt x="8003079" y="2500182"/>
                  </a:lnTo>
                  <a:lnTo>
                    <a:pt x="8063546" y="2462156"/>
                  </a:lnTo>
                  <a:lnTo>
                    <a:pt x="8120225" y="2420264"/>
                  </a:lnTo>
                  <a:lnTo>
                    <a:pt x="8173833" y="2374210"/>
                  </a:lnTo>
                  <a:lnTo>
                    <a:pt x="8225025" y="2323828"/>
                  </a:lnTo>
                  <a:lnTo>
                    <a:pt x="8229629" y="2318980"/>
                  </a:lnTo>
                  <a:lnTo>
                    <a:pt x="8274155" y="2269372"/>
                  </a:lnTo>
                  <a:lnTo>
                    <a:pt x="8317568" y="2216164"/>
                  </a:lnTo>
                  <a:lnTo>
                    <a:pt x="8360169" y="2159281"/>
                  </a:lnTo>
                  <a:lnTo>
                    <a:pt x="8402199" y="2098709"/>
                  </a:lnTo>
                  <a:lnTo>
                    <a:pt x="8443851" y="2034494"/>
                  </a:lnTo>
                  <a:lnTo>
                    <a:pt x="8485278" y="1966753"/>
                  </a:lnTo>
                  <a:lnTo>
                    <a:pt x="8526594" y="1895677"/>
                  </a:lnTo>
                  <a:lnTo>
                    <a:pt x="8567880" y="1821529"/>
                  </a:lnTo>
                  <a:lnTo>
                    <a:pt x="8609192" y="1744649"/>
                  </a:lnTo>
                  <a:lnTo>
                    <a:pt x="8650556" y="1665443"/>
                  </a:lnTo>
                  <a:lnTo>
                    <a:pt x="8691983" y="1584381"/>
                  </a:lnTo>
                  <a:lnTo>
                    <a:pt x="8733464" y="1501985"/>
                  </a:lnTo>
                  <a:lnTo>
                    <a:pt x="8774980" y="1418814"/>
                  </a:lnTo>
                  <a:lnTo>
                    <a:pt x="8816505" y="1335450"/>
                  </a:lnTo>
                  <a:lnTo>
                    <a:pt x="8858012" y="1252479"/>
                  </a:lnTo>
                  <a:lnTo>
                    <a:pt x="8899476" y="1170479"/>
                  </a:lnTo>
                  <a:lnTo>
                    <a:pt x="8940882" y="1089996"/>
                  </a:lnTo>
                  <a:lnTo>
                    <a:pt x="8982226" y="1011536"/>
                  </a:lnTo>
                  <a:lnTo>
                    <a:pt x="9023525" y="935548"/>
                  </a:lnTo>
                  <a:lnTo>
                    <a:pt x="9064814" y="862417"/>
                  </a:lnTo>
                  <a:lnTo>
                    <a:pt x="9106157" y="792456"/>
                  </a:lnTo>
                  <a:lnTo>
                    <a:pt x="9147646" y="725904"/>
                  </a:lnTo>
                  <a:lnTo>
                    <a:pt x="9189409" y="662926"/>
                  </a:lnTo>
                  <a:lnTo>
                    <a:pt x="9231610" y="603614"/>
                  </a:lnTo>
                  <a:lnTo>
                    <a:pt x="9274458" y="547994"/>
                  </a:lnTo>
                  <a:lnTo>
                    <a:pt x="9318216" y="496028"/>
                  </a:lnTo>
                  <a:lnTo>
                    <a:pt x="9347647" y="463796"/>
                  </a:lnTo>
                  <a:lnTo>
                    <a:pt x="9398647" y="413015"/>
                  </a:lnTo>
                  <a:lnTo>
                    <a:pt x="9452007" y="366567"/>
                  </a:lnTo>
                  <a:lnTo>
                    <a:pt x="9508374" y="324303"/>
                  </a:lnTo>
                  <a:lnTo>
                    <a:pt x="9568463" y="285937"/>
                  </a:lnTo>
                  <a:lnTo>
                    <a:pt x="9633011" y="251118"/>
                  </a:lnTo>
                  <a:lnTo>
                    <a:pt x="9702749" y="219487"/>
                  </a:lnTo>
                  <a:lnTo>
                    <a:pt x="9778345" y="190702"/>
                  </a:lnTo>
                  <a:lnTo>
                    <a:pt x="9860350" y="164459"/>
                  </a:lnTo>
                  <a:lnTo>
                    <a:pt x="9949113" y="140506"/>
                  </a:lnTo>
                  <a:lnTo>
                    <a:pt x="10044674" y="118644"/>
                  </a:lnTo>
                  <a:lnTo>
                    <a:pt x="10146642" y="98734"/>
                  </a:lnTo>
                  <a:lnTo>
                    <a:pt x="10254056" y="80695"/>
                  </a:lnTo>
                  <a:lnTo>
                    <a:pt x="10365267" y="64498"/>
                  </a:lnTo>
                  <a:lnTo>
                    <a:pt x="10477867" y="50155"/>
                  </a:lnTo>
                  <a:lnTo>
                    <a:pt x="10588724" y="37702"/>
                  </a:lnTo>
                  <a:lnTo>
                    <a:pt x="10694164" y="27177"/>
                  </a:lnTo>
                  <a:lnTo>
                    <a:pt x="10790322" y="18588"/>
                  </a:lnTo>
                  <a:lnTo>
                    <a:pt x="10873633" y="11886"/>
                  </a:lnTo>
                  <a:lnTo>
                    <a:pt x="10941381" y="6954"/>
                  </a:lnTo>
                  <a:lnTo>
                    <a:pt x="10992179" y="3592"/>
                  </a:lnTo>
                  <a:lnTo>
                    <a:pt x="11026264" y="1534"/>
                  </a:lnTo>
                  <a:lnTo>
                    <a:pt x="11045549" y="468"/>
                  </a:lnTo>
                  <a:lnTo>
                    <a:pt x="11053494" y="65"/>
                  </a:lnTo>
                  <a:lnTo>
                    <a:pt x="11054890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5" name="pl454"/>
            <p:cNvSpPr/>
            <p:nvPr/>
          </p:nvSpPr>
          <p:spPr>
            <a:xfrm>
              <a:off x="1199187" y="2462933"/>
              <a:ext cx="12049831" cy="2782776"/>
            </a:xfrm>
            <a:custGeom>
              <a:avLst/>
              <a:pathLst>
                <a:path w="12049831" h="2782776">
                  <a:moveTo>
                    <a:pt x="12049831" y="0"/>
                  </a:moveTo>
                  <a:lnTo>
                    <a:pt x="11054891" y="0"/>
                  </a:lnTo>
                  <a:lnTo>
                    <a:pt x="11053813" y="50"/>
                  </a:lnTo>
                  <a:lnTo>
                    <a:pt x="11046689" y="409"/>
                  </a:lnTo>
                  <a:lnTo>
                    <a:pt x="11028612" y="1399"/>
                  </a:lnTo>
                  <a:lnTo>
                    <a:pt x="10995992" y="3353"/>
                  </a:lnTo>
                  <a:lnTo>
                    <a:pt x="10946766" y="6583"/>
                  </a:lnTo>
                  <a:lnTo>
                    <a:pt x="10880541" y="11362"/>
                  </a:lnTo>
                  <a:lnTo>
                    <a:pt x="10798564" y="17894"/>
                  </a:lnTo>
                  <a:lnTo>
                    <a:pt x="10703447" y="26307"/>
                  </a:lnTo>
                  <a:lnTo>
                    <a:pt x="10598699" y="36654"/>
                  </a:lnTo>
                  <a:lnTo>
                    <a:pt x="10488181" y="48931"/>
                  </a:lnTo>
                  <a:lnTo>
                    <a:pt x="10375601" y="63102"/>
                  </a:lnTo>
                  <a:lnTo>
                    <a:pt x="10264150" y="79130"/>
                  </a:lnTo>
                  <a:lnTo>
                    <a:pt x="10156307" y="96999"/>
                  </a:lnTo>
                  <a:lnTo>
                    <a:pt x="10053789" y="116734"/>
                  </a:lnTo>
                  <a:lnTo>
                    <a:pt x="9957615" y="138411"/>
                  </a:lnTo>
                  <a:lnTo>
                    <a:pt x="9868223" y="162165"/>
                  </a:lnTo>
                  <a:lnTo>
                    <a:pt x="9785608" y="188188"/>
                  </a:lnTo>
                  <a:lnTo>
                    <a:pt x="9709443" y="216727"/>
                  </a:lnTo>
                  <a:lnTo>
                    <a:pt x="9639194" y="248083"/>
                  </a:lnTo>
                  <a:lnTo>
                    <a:pt x="9574198" y="282594"/>
                  </a:lnTo>
                  <a:lnTo>
                    <a:pt x="9513731" y="320619"/>
                  </a:lnTo>
                  <a:lnTo>
                    <a:pt x="9457052" y="362511"/>
                  </a:lnTo>
                  <a:lnTo>
                    <a:pt x="9403444" y="408566"/>
                  </a:lnTo>
                  <a:lnTo>
                    <a:pt x="9352252" y="458948"/>
                  </a:lnTo>
                  <a:lnTo>
                    <a:pt x="9347647" y="463796"/>
                  </a:lnTo>
                  <a:lnTo>
                    <a:pt x="9303121" y="513403"/>
                  </a:lnTo>
                  <a:lnTo>
                    <a:pt x="9259708" y="566612"/>
                  </a:lnTo>
                  <a:lnTo>
                    <a:pt x="9217108" y="623494"/>
                  </a:lnTo>
                  <a:lnTo>
                    <a:pt x="9175078" y="684067"/>
                  </a:lnTo>
                  <a:lnTo>
                    <a:pt x="9133425" y="748282"/>
                  </a:lnTo>
                  <a:lnTo>
                    <a:pt x="9091998" y="816022"/>
                  </a:lnTo>
                  <a:lnTo>
                    <a:pt x="9050683" y="887099"/>
                  </a:lnTo>
                  <a:lnTo>
                    <a:pt x="9009396" y="961246"/>
                  </a:lnTo>
                  <a:lnTo>
                    <a:pt x="8968085" y="1038127"/>
                  </a:lnTo>
                  <a:lnTo>
                    <a:pt x="8926720" y="1117333"/>
                  </a:lnTo>
                  <a:lnTo>
                    <a:pt x="8885294" y="1198395"/>
                  </a:lnTo>
                  <a:lnTo>
                    <a:pt x="8843813" y="1280790"/>
                  </a:lnTo>
                  <a:lnTo>
                    <a:pt x="8802296" y="1363961"/>
                  </a:lnTo>
                  <a:lnTo>
                    <a:pt x="8760771" y="1447326"/>
                  </a:lnTo>
                  <a:lnTo>
                    <a:pt x="8719264" y="1530296"/>
                  </a:lnTo>
                  <a:lnTo>
                    <a:pt x="8677800" y="1612297"/>
                  </a:lnTo>
                  <a:lnTo>
                    <a:pt x="8636395" y="1692780"/>
                  </a:lnTo>
                  <a:lnTo>
                    <a:pt x="8595050" y="1771240"/>
                  </a:lnTo>
                  <a:lnTo>
                    <a:pt x="8553752" y="1847228"/>
                  </a:lnTo>
                  <a:lnTo>
                    <a:pt x="8512463" y="1920359"/>
                  </a:lnTo>
                  <a:lnTo>
                    <a:pt x="8471120" y="1990320"/>
                  </a:lnTo>
                  <a:lnTo>
                    <a:pt x="8429630" y="2056872"/>
                  </a:lnTo>
                  <a:lnTo>
                    <a:pt x="8387868" y="2119850"/>
                  </a:lnTo>
                  <a:lnTo>
                    <a:pt x="8345667" y="2179162"/>
                  </a:lnTo>
                  <a:lnTo>
                    <a:pt x="8302818" y="2234782"/>
                  </a:lnTo>
                  <a:lnTo>
                    <a:pt x="8259061" y="2286748"/>
                  </a:lnTo>
                  <a:lnTo>
                    <a:pt x="8229629" y="2318980"/>
                  </a:lnTo>
                  <a:lnTo>
                    <a:pt x="8178629" y="2369761"/>
                  </a:lnTo>
                  <a:lnTo>
                    <a:pt x="8125270" y="2416209"/>
                  </a:lnTo>
                  <a:lnTo>
                    <a:pt x="8068902" y="2458473"/>
                  </a:lnTo>
                  <a:lnTo>
                    <a:pt x="8008814" y="2496839"/>
                  </a:lnTo>
                  <a:lnTo>
                    <a:pt x="7944265" y="2531657"/>
                  </a:lnTo>
                  <a:lnTo>
                    <a:pt x="7874527" y="2563289"/>
                  </a:lnTo>
                  <a:lnTo>
                    <a:pt x="7798931" y="2592074"/>
                  </a:lnTo>
                  <a:lnTo>
                    <a:pt x="7716926" y="2618317"/>
                  </a:lnTo>
                  <a:lnTo>
                    <a:pt x="7628164" y="2642270"/>
                  </a:lnTo>
                  <a:lnTo>
                    <a:pt x="7532603" y="2664132"/>
                  </a:lnTo>
                  <a:lnTo>
                    <a:pt x="7430635" y="2684042"/>
                  </a:lnTo>
                  <a:lnTo>
                    <a:pt x="7323220" y="2702081"/>
                  </a:lnTo>
                  <a:lnTo>
                    <a:pt x="7212009" y="2718278"/>
                  </a:lnTo>
                  <a:lnTo>
                    <a:pt x="7099410" y="2732621"/>
                  </a:lnTo>
                  <a:lnTo>
                    <a:pt x="6988553" y="2745073"/>
                  </a:lnTo>
                  <a:lnTo>
                    <a:pt x="6883113" y="2755598"/>
                  </a:lnTo>
                  <a:lnTo>
                    <a:pt x="6786955" y="2764188"/>
                  </a:lnTo>
                  <a:lnTo>
                    <a:pt x="6703644" y="2770889"/>
                  </a:lnTo>
                  <a:lnTo>
                    <a:pt x="6635896" y="2775822"/>
                  </a:lnTo>
                  <a:lnTo>
                    <a:pt x="6585097" y="2779184"/>
                  </a:lnTo>
                  <a:lnTo>
                    <a:pt x="6551013" y="2781242"/>
                  </a:lnTo>
                  <a:lnTo>
                    <a:pt x="6531727" y="2782307"/>
                  </a:lnTo>
                  <a:lnTo>
                    <a:pt x="6523783" y="2782711"/>
                  </a:lnTo>
                  <a:lnTo>
                    <a:pt x="6522386" y="2782776"/>
                  </a:lnTo>
                  <a:lnTo>
                    <a:pt x="6522385" y="2782776"/>
                  </a:lnTo>
                  <a:lnTo>
                    <a:pt x="5527445" y="2782776"/>
                  </a:lnTo>
                  <a:lnTo>
                    <a:pt x="5526339" y="2782739"/>
                  </a:lnTo>
                  <a:lnTo>
                    <a:pt x="5519037" y="2782477"/>
                  </a:lnTo>
                  <a:lnTo>
                    <a:pt x="5500519" y="2781751"/>
                  </a:lnTo>
                  <a:lnTo>
                    <a:pt x="5467134" y="2780320"/>
                  </a:lnTo>
                  <a:lnTo>
                    <a:pt x="5416815" y="2777954"/>
                  </a:lnTo>
                  <a:lnTo>
                    <a:pt x="5349228" y="2774457"/>
                  </a:lnTo>
                  <a:lnTo>
                    <a:pt x="5265725" y="2769681"/>
                  </a:lnTo>
                  <a:lnTo>
                    <a:pt x="5169051" y="2763535"/>
                  </a:lnTo>
                  <a:lnTo>
                    <a:pt x="5062845" y="2755984"/>
                  </a:lnTo>
                  <a:lnTo>
                    <a:pt x="4951072" y="2747034"/>
                  </a:lnTo>
                  <a:lnTo>
                    <a:pt x="4837505" y="2736710"/>
                  </a:lnTo>
                  <a:lnTo>
                    <a:pt x="4725358" y="2725040"/>
                  </a:lnTo>
                  <a:lnTo>
                    <a:pt x="4617096" y="2712033"/>
                  </a:lnTo>
                  <a:lnTo>
                    <a:pt x="4514399" y="2697667"/>
                  </a:lnTo>
                  <a:lnTo>
                    <a:pt x="4418237" y="2681881"/>
                  </a:lnTo>
                  <a:lnTo>
                    <a:pt x="4328997" y="2664572"/>
                  </a:lnTo>
                  <a:lnTo>
                    <a:pt x="4246620" y="2645592"/>
                  </a:lnTo>
                  <a:lnTo>
                    <a:pt x="4170737" y="2624756"/>
                  </a:lnTo>
                  <a:lnTo>
                    <a:pt x="4100773" y="2601838"/>
                  </a:lnTo>
                  <a:lnTo>
                    <a:pt x="4036036" y="2576587"/>
                  </a:lnTo>
                  <a:lnTo>
                    <a:pt x="3975776" y="2548739"/>
                  </a:lnTo>
                  <a:lnTo>
                    <a:pt x="3919235" y="2518040"/>
                  </a:lnTo>
                  <a:lnTo>
                    <a:pt x="3865687" y="2484288"/>
                  </a:lnTo>
                  <a:lnTo>
                    <a:pt x="3820202" y="2451743"/>
                  </a:lnTo>
                  <a:lnTo>
                    <a:pt x="3770502" y="2411990"/>
                  </a:lnTo>
                  <a:lnTo>
                    <a:pt x="3722147" y="2369016"/>
                  </a:lnTo>
                  <a:lnTo>
                    <a:pt x="3674732" y="2322757"/>
                  </a:lnTo>
                  <a:lnTo>
                    <a:pt x="3627939" y="2273216"/>
                  </a:lnTo>
                  <a:lnTo>
                    <a:pt x="3581523" y="2220468"/>
                  </a:lnTo>
                  <a:lnTo>
                    <a:pt x="3535301" y="2164668"/>
                  </a:lnTo>
                  <a:lnTo>
                    <a:pt x="3489142" y="2106054"/>
                  </a:lnTo>
                  <a:lnTo>
                    <a:pt x="3442962" y="2044945"/>
                  </a:lnTo>
                  <a:lnTo>
                    <a:pt x="3396717" y="1981742"/>
                  </a:lnTo>
                  <a:lnTo>
                    <a:pt x="3350395" y="1916912"/>
                  </a:lnTo>
                  <a:lnTo>
                    <a:pt x="3304009" y="1850979"/>
                  </a:lnTo>
                  <a:lnTo>
                    <a:pt x="3257588" y="1784509"/>
                  </a:lnTo>
                  <a:lnTo>
                    <a:pt x="3211170" y="1718084"/>
                  </a:lnTo>
                  <a:lnTo>
                    <a:pt x="3164792" y="1652287"/>
                  </a:lnTo>
                  <a:lnTo>
                    <a:pt x="3118482" y="1587676"/>
                  </a:lnTo>
                  <a:lnTo>
                    <a:pt x="3072248" y="1524769"/>
                  </a:lnTo>
                  <a:lnTo>
                    <a:pt x="3026075" y="1464023"/>
                  </a:lnTo>
                  <a:lnTo>
                    <a:pt x="2979913" y="1405827"/>
                  </a:lnTo>
                  <a:lnTo>
                    <a:pt x="2933670" y="1350488"/>
                  </a:lnTo>
                  <a:lnTo>
                    <a:pt x="2887209" y="1298230"/>
                  </a:lnTo>
                  <a:lnTo>
                    <a:pt x="2840338" y="1249195"/>
                  </a:lnTo>
                  <a:lnTo>
                    <a:pt x="2792799" y="1203448"/>
                  </a:lnTo>
                  <a:lnTo>
                    <a:pt x="2744264" y="1160980"/>
                  </a:lnTo>
                  <a:lnTo>
                    <a:pt x="2702183" y="1127609"/>
                  </a:lnTo>
                  <a:lnTo>
                    <a:pt x="2650735" y="1091066"/>
                  </a:lnTo>
                  <a:lnTo>
                    <a:pt x="2596881" y="1057668"/>
                  </a:lnTo>
                  <a:lnTo>
                    <a:pt x="2539954" y="1027305"/>
                  </a:lnTo>
                  <a:lnTo>
                    <a:pt x="2479223" y="999766"/>
                  </a:lnTo>
                  <a:lnTo>
                    <a:pt x="2413929" y="974794"/>
                  </a:lnTo>
                  <a:lnTo>
                    <a:pt x="2343325" y="952125"/>
                  </a:lnTo>
                  <a:lnTo>
                    <a:pt x="2266729" y="931511"/>
                  </a:lnTo>
                  <a:lnTo>
                    <a:pt x="2183585" y="912730"/>
                  </a:lnTo>
                  <a:lnTo>
                    <a:pt x="2093553" y="895601"/>
                  </a:lnTo>
                  <a:lnTo>
                    <a:pt x="1996619" y="879980"/>
                  </a:lnTo>
                  <a:lnTo>
                    <a:pt x="1893227" y="865771"/>
                  </a:lnTo>
                  <a:lnTo>
                    <a:pt x="1784424" y="852917"/>
                  </a:lnTo>
                  <a:lnTo>
                    <a:pt x="1671976" y="841399"/>
                  </a:lnTo>
                  <a:lnTo>
                    <a:pt x="1558438" y="831230"/>
                  </a:lnTo>
                  <a:lnTo>
                    <a:pt x="1447101" y="822438"/>
                  </a:lnTo>
                  <a:lnTo>
                    <a:pt x="1341781" y="815047"/>
                  </a:lnTo>
                  <a:lnTo>
                    <a:pt x="1246434" y="809060"/>
                  </a:lnTo>
                  <a:lnTo>
                    <a:pt x="1164625" y="804435"/>
                  </a:lnTo>
                  <a:lnTo>
                    <a:pt x="1098965" y="801075"/>
                  </a:lnTo>
                  <a:lnTo>
                    <a:pt x="1050622" y="798827"/>
                  </a:lnTo>
                  <a:lnTo>
                    <a:pt x="1019065" y="797488"/>
                  </a:lnTo>
                  <a:lnTo>
                    <a:pt x="1002034" y="796827"/>
                  </a:lnTo>
                  <a:lnTo>
                    <a:pt x="995714" y="796602"/>
                  </a:lnTo>
                  <a:lnTo>
                    <a:pt x="994940" y="796576"/>
                  </a:lnTo>
                  <a:lnTo>
                    <a:pt x="0" y="796576"/>
                  </a:lnTo>
                  <a:lnTo>
                    <a:pt x="0" y="7965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6" name="pg455"/>
            <p:cNvSpPr/>
            <p:nvPr/>
          </p:nvSpPr>
          <p:spPr>
            <a:xfrm>
              <a:off x="1199187" y="2724965"/>
              <a:ext cx="12049831" cy="2552188"/>
            </a:xfrm>
            <a:custGeom>
              <a:avLst/>
              <a:pathLst>
                <a:path w="12049831" h="2552188">
                  <a:moveTo>
                    <a:pt x="0" y="565988"/>
                  </a:moveTo>
                  <a:lnTo>
                    <a:pt x="994940" y="565988"/>
                  </a:lnTo>
                  <a:lnTo>
                    <a:pt x="996046" y="566025"/>
                  </a:lnTo>
                  <a:lnTo>
                    <a:pt x="1003348" y="566288"/>
                  </a:lnTo>
                  <a:lnTo>
                    <a:pt x="1021866" y="567014"/>
                  </a:lnTo>
                  <a:lnTo>
                    <a:pt x="1055251" y="568444"/>
                  </a:lnTo>
                  <a:lnTo>
                    <a:pt x="1105570" y="570810"/>
                  </a:lnTo>
                  <a:lnTo>
                    <a:pt x="1173157" y="574307"/>
                  </a:lnTo>
                  <a:lnTo>
                    <a:pt x="1256660" y="579083"/>
                  </a:lnTo>
                  <a:lnTo>
                    <a:pt x="1353334" y="585229"/>
                  </a:lnTo>
                  <a:lnTo>
                    <a:pt x="1459540" y="592780"/>
                  </a:lnTo>
                  <a:lnTo>
                    <a:pt x="1571313" y="601731"/>
                  </a:lnTo>
                  <a:lnTo>
                    <a:pt x="1684880" y="612054"/>
                  </a:lnTo>
                  <a:lnTo>
                    <a:pt x="1797027" y="623724"/>
                  </a:lnTo>
                  <a:lnTo>
                    <a:pt x="1905289" y="636731"/>
                  </a:lnTo>
                  <a:lnTo>
                    <a:pt x="2007986" y="651097"/>
                  </a:lnTo>
                  <a:lnTo>
                    <a:pt x="2104148" y="666883"/>
                  </a:lnTo>
                  <a:lnTo>
                    <a:pt x="2193388" y="684193"/>
                  </a:lnTo>
                  <a:lnTo>
                    <a:pt x="2275765" y="703172"/>
                  </a:lnTo>
                  <a:lnTo>
                    <a:pt x="2351648" y="724009"/>
                  </a:lnTo>
                  <a:lnTo>
                    <a:pt x="2421612" y="746927"/>
                  </a:lnTo>
                  <a:lnTo>
                    <a:pt x="2486349" y="772177"/>
                  </a:lnTo>
                  <a:lnTo>
                    <a:pt x="2546609" y="800025"/>
                  </a:lnTo>
                  <a:lnTo>
                    <a:pt x="2603150" y="830724"/>
                  </a:lnTo>
                  <a:lnTo>
                    <a:pt x="2656698" y="864477"/>
                  </a:lnTo>
                  <a:lnTo>
                    <a:pt x="2702183" y="897021"/>
                  </a:lnTo>
                  <a:lnTo>
                    <a:pt x="2751883" y="936774"/>
                  </a:lnTo>
                  <a:lnTo>
                    <a:pt x="2800238" y="979748"/>
                  </a:lnTo>
                  <a:lnTo>
                    <a:pt x="2847653" y="1026007"/>
                  </a:lnTo>
                  <a:lnTo>
                    <a:pt x="2894446" y="1075548"/>
                  </a:lnTo>
                  <a:lnTo>
                    <a:pt x="2940862" y="1128296"/>
                  </a:lnTo>
                  <a:lnTo>
                    <a:pt x="2987084" y="1184096"/>
                  </a:lnTo>
                  <a:lnTo>
                    <a:pt x="3033243" y="1242711"/>
                  </a:lnTo>
                  <a:lnTo>
                    <a:pt x="3079423" y="1303819"/>
                  </a:lnTo>
                  <a:lnTo>
                    <a:pt x="3125668" y="1367022"/>
                  </a:lnTo>
                  <a:lnTo>
                    <a:pt x="3171990" y="1431852"/>
                  </a:lnTo>
                  <a:lnTo>
                    <a:pt x="3218376" y="1497785"/>
                  </a:lnTo>
                  <a:lnTo>
                    <a:pt x="3264797" y="1564255"/>
                  </a:lnTo>
                  <a:lnTo>
                    <a:pt x="3311215" y="1630680"/>
                  </a:lnTo>
                  <a:lnTo>
                    <a:pt x="3357593" y="1696478"/>
                  </a:lnTo>
                  <a:lnTo>
                    <a:pt x="3403903" y="1761088"/>
                  </a:lnTo>
                  <a:lnTo>
                    <a:pt x="3450137" y="1823996"/>
                  </a:lnTo>
                  <a:lnTo>
                    <a:pt x="3496310" y="1884741"/>
                  </a:lnTo>
                  <a:lnTo>
                    <a:pt x="3542472" y="1942937"/>
                  </a:lnTo>
                  <a:lnTo>
                    <a:pt x="3588715" y="1998276"/>
                  </a:lnTo>
                  <a:lnTo>
                    <a:pt x="3635176" y="2050535"/>
                  </a:lnTo>
                  <a:lnTo>
                    <a:pt x="3682047" y="2099569"/>
                  </a:lnTo>
                  <a:lnTo>
                    <a:pt x="3729586" y="2145316"/>
                  </a:lnTo>
                  <a:lnTo>
                    <a:pt x="3778121" y="2187784"/>
                  </a:lnTo>
                  <a:lnTo>
                    <a:pt x="3820202" y="2221155"/>
                  </a:lnTo>
                  <a:lnTo>
                    <a:pt x="3871650" y="2257698"/>
                  </a:lnTo>
                  <a:lnTo>
                    <a:pt x="3925504" y="2291096"/>
                  </a:lnTo>
                  <a:lnTo>
                    <a:pt x="3982431" y="2321459"/>
                  </a:lnTo>
                  <a:lnTo>
                    <a:pt x="4043162" y="2348998"/>
                  </a:lnTo>
                  <a:lnTo>
                    <a:pt x="4108456" y="2373970"/>
                  </a:lnTo>
                  <a:lnTo>
                    <a:pt x="4179060" y="2396639"/>
                  </a:lnTo>
                  <a:lnTo>
                    <a:pt x="4255656" y="2417254"/>
                  </a:lnTo>
                  <a:lnTo>
                    <a:pt x="4338800" y="2436034"/>
                  </a:lnTo>
                  <a:lnTo>
                    <a:pt x="4428832" y="2453164"/>
                  </a:lnTo>
                  <a:lnTo>
                    <a:pt x="4525766" y="2468784"/>
                  </a:lnTo>
                  <a:lnTo>
                    <a:pt x="4629158" y="2482993"/>
                  </a:lnTo>
                  <a:lnTo>
                    <a:pt x="4737961" y="2495848"/>
                  </a:lnTo>
                  <a:lnTo>
                    <a:pt x="4850409" y="2507365"/>
                  </a:lnTo>
                  <a:lnTo>
                    <a:pt x="4963947" y="2517534"/>
                  </a:lnTo>
                  <a:lnTo>
                    <a:pt x="5075284" y="2526326"/>
                  </a:lnTo>
                  <a:lnTo>
                    <a:pt x="5180604" y="2533717"/>
                  </a:lnTo>
                  <a:lnTo>
                    <a:pt x="5275951" y="2539704"/>
                  </a:lnTo>
                  <a:lnTo>
                    <a:pt x="5357760" y="2544329"/>
                  </a:lnTo>
                  <a:lnTo>
                    <a:pt x="5423420" y="2547689"/>
                  </a:lnTo>
                  <a:lnTo>
                    <a:pt x="5471763" y="2549938"/>
                  </a:lnTo>
                  <a:lnTo>
                    <a:pt x="5503320" y="2551276"/>
                  </a:lnTo>
                  <a:lnTo>
                    <a:pt x="5520351" y="2551937"/>
                  </a:lnTo>
                  <a:lnTo>
                    <a:pt x="5526671" y="2552163"/>
                  </a:lnTo>
                  <a:lnTo>
                    <a:pt x="5527445" y="2552188"/>
                  </a:lnTo>
                  <a:lnTo>
                    <a:pt x="6522385" y="2552188"/>
                  </a:lnTo>
                  <a:lnTo>
                    <a:pt x="6523474" y="2552142"/>
                  </a:lnTo>
                  <a:lnTo>
                    <a:pt x="6530660" y="2551814"/>
                  </a:lnTo>
                  <a:lnTo>
                    <a:pt x="6548893" y="2550906"/>
                  </a:lnTo>
                  <a:lnTo>
                    <a:pt x="6581782" y="2549116"/>
                  </a:lnTo>
                  <a:lnTo>
                    <a:pt x="6631394" y="2546157"/>
                  </a:lnTo>
                  <a:lnTo>
                    <a:pt x="6698100" y="2541781"/>
                  </a:lnTo>
                  <a:lnTo>
                    <a:pt x="6780616" y="2535800"/>
                  </a:lnTo>
                  <a:lnTo>
                    <a:pt x="6876284" y="2528100"/>
                  </a:lnTo>
                  <a:lnTo>
                    <a:pt x="6981549" y="2518634"/>
                  </a:lnTo>
                  <a:lnTo>
                    <a:pt x="7092514" y="2507406"/>
                  </a:lnTo>
                  <a:lnTo>
                    <a:pt x="7205446" y="2494449"/>
                  </a:lnTo>
                  <a:lnTo>
                    <a:pt x="7317147" y="2479797"/>
                  </a:lnTo>
                  <a:lnTo>
                    <a:pt x="7425142" y="2463463"/>
                  </a:lnTo>
                  <a:lnTo>
                    <a:pt x="7527726" y="2445423"/>
                  </a:lnTo>
                  <a:lnTo>
                    <a:pt x="7623898" y="2425605"/>
                  </a:lnTo>
                  <a:lnTo>
                    <a:pt x="7713237" y="2403884"/>
                  </a:lnTo>
                  <a:lnTo>
                    <a:pt x="7795770" y="2380082"/>
                  </a:lnTo>
                  <a:lnTo>
                    <a:pt x="7871835" y="2353967"/>
                  </a:lnTo>
                  <a:lnTo>
                    <a:pt x="7941983" y="2325264"/>
                  </a:lnTo>
                  <a:lnTo>
                    <a:pt x="8006887" y="2293662"/>
                  </a:lnTo>
                  <a:lnTo>
                    <a:pt x="8067279" y="2258829"/>
                  </a:lnTo>
                  <a:lnTo>
                    <a:pt x="8123908" y="2220446"/>
                  </a:lnTo>
                  <a:lnTo>
                    <a:pt x="8177493" y="2178247"/>
                  </a:lnTo>
                  <a:lnTo>
                    <a:pt x="8228691" y="2132092"/>
                  </a:lnTo>
                  <a:lnTo>
                    <a:pt x="8229629" y="2131191"/>
                  </a:lnTo>
                  <a:lnTo>
                    <a:pt x="8275699" y="2084518"/>
                  </a:lnTo>
                  <a:lnTo>
                    <a:pt x="8320589" y="2034339"/>
                  </a:lnTo>
                  <a:lnTo>
                    <a:pt x="8364627" y="1980585"/>
                  </a:lnTo>
                  <a:lnTo>
                    <a:pt x="8408078" y="1923243"/>
                  </a:lnTo>
                  <a:lnTo>
                    <a:pt x="8451149" y="1862371"/>
                  </a:lnTo>
                  <a:lnTo>
                    <a:pt x="8494003" y="1798096"/>
                  </a:lnTo>
                  <a:lnTo>
                    <a:pt x="8536759" y="1730626"/>
                  </a:lnTo>
                  <a:lnTo>
                    <a:pt x="8579501" y="1660243"/>
                  </a:lnTo>
                  <a:lnTo>
                    <a:pt x="8622279" y="1587307"/>
                  </a:lnTo>
                  <a:lnTo>
                    <a:pt x="8665120" y="1512249"/>
                  </a:lnTo>
                  <a:lnTo>
                    <a:pt x="8708026" y="1435558"/>
                  </a:lnTo>
                  <a:lnTo>
                    <a:pt x="8750984" y="1357777"/>
                  </a:lnTo>
                  <a:lnTo>
                    <a:pt x="8793968" y="1279480"/>
                  </a:lnTo>
                  <a:lnTo>
                    <a:pt x="8836948" y="1201255"/>
                  </a:lnTo>
                  <a:lnTo>
                    <a:pt x="8879895" y="1123692"/>
                  </a:lnTo>
                  <a:lnTo>
                    <a:pt x="8922786" y="1047358"/>
                  </a:lnTo>
                  <a:lnTo>
                    <a:pt x="8965610" y="972782"/>
                  </a:lnTo>
                  <a:lnTo>
                    <a:pt x="9008376" y="900442"/>
                  </a:lnTo>
                  <a:lnTo>
                    <a:pt x="9051115" y="830750"/>
                  </a:lnTo>
                  <a:lnTo>
                    <a:pt x="9093886" y="764049"/>
                  </a:lnTo>
                  <a:lnTo>
                    <a:pt x="9136782" y="700602"/>
                  </a:lnTo>
                  <a:lnTo>
                    <a:pt x="9179931" y="640596"/>
                  </a:lnTo>
                  <a:lnTo>
                    <a:pt x="9223506" y="584142"/>
                  </a:lnTo>
                  <a:lnTo>
                    <a:pt x="9267728" y="531277"/>
                  </a:lnTo>
                  <a:lnTo>
                    <a:pt x="9312877" y="481977"/>
                  </a:lnTo>
                  <a:lnTo>
                    <a:pt x="9347647" y="447200"/>
                  </a:lnTo>
                  <a:lnTo>
                    <a:pt x="9398806" y="400971"/>
                  </a:lnTo>
                  <a:lnTo>
                    <a:pt x="9452341" y="358698"/>
                  </a:lnTo>
                  <a:lnTo>
                    <a:pt x="9508906" y="320246"/>
                  </a:lnTo>
                  <a:lnTo>
                    <a:pt x="9569221" y="285350"/>
                  </a:lnTo>
                  <a:lnTo>
                    <a:pt x="9634033" y="253690"/>
                  </a:lnTo>
                  <a:lnTo>
                    <a:pt x="9704077" y="224936"/>
                  </a:lnTo>
                  <a:lnTo>
                    <a:pt x="9780026" y="198776"/>
                  </a:lnTo>
                  <a:lnTo>
                    <a:pt x="9862433" y="174932"/>
                  </a:lnTo>
                  <a:lnTo>
                    <a:pt x="9951644" y="153174"/>
                  </a:lnTo>
                  <a:lnTo>
                    <a:pt x="10047690" y="133322"/>
                  </a:lnTo>
                  <a:lnTo>
                    <a:pt x="10150162" y="115250"/>
                  </a:lnTo>
                  <a:lnTo>
                    <a:pt x="10258069" y="98885"/>
                  </a:lnTo>
                  <a:lnTo>
                    <a:pt x="10369721" y="84201"/>
                  </a:lnTo>
                  <a:lnTo>
                    <a:pt x="10482657" y="71212"/>
                  </a:lnTo>
                  <a:lnTo>
                    <a:pt x="10593692" y="59951"/>
                  </a:lnTo>
                  <a:lnTo>
                    <a:pt x="10699099" y="50452"/>
                  </a:lnTo>
                  <a:lnTo>
                    <a:pt x="10794982" y="42719"/>
                  </a:lnTo>
                  <a:lnTo>
                    <a:pt x="10877772" y="36707"/>
                  </a:lnTo>
                  <a:lnTo>
                    <a:pt x="10944790" y="32302"/>
                  </a:lnTo>
                  <a:lnTo>
                    <a:pt x="10994724" y="29319"/>
                  </a:lnTo>
                  <a:lnTo>
                    <a:pt x="11027912" y="27510"/>
                  </a:lnTo>
                  <a:lnTo>
                    <a:pt x="11046390" y="26588"/>
                  </a:lnTo>
                  <a:lnTo>
                    <a:pt x="11053742" y="26251"/>
                  </a:lnTo>
                  <a:lnTo>
                    <a:pt x="11054891" y="26203"/>
                  </a:lnTo>
                  <a:lnTo>
                    <a:pt x="12049831" y="26203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3" y="46"/>
                  </a:lnTo>
                  <a:lnTo>
                    <a:pt x="11046617" y="374"/>
                  </a:lnTo>
                  <a:lnTo>
                    <a:pt x="11028384" y="1282"/>
                  </a:lnTo>
                  <a:lnTo>
                    <a:pt x="10995495" y="3072"/>
                  </a:lnTo>
                  <a:lnTo>
                    <a:pt x="10945883" y="6031"/>
                  </a:lnTo>
                  <a:lnTo>
                    <a:pt x="10879177" y="10407"/>
                  </a:lnTo>
                  <a:lnTo>
                    <a:pt x="10796661" y="16388"/>
                  </a:lnTo>
                  <a:lnTo>
                    <a:pt x="10700992" y="24088"/>
                  </a:lnTo>
                  <a:lnTo>
                    <a:pt x="10595727" y="33554"/>
                  </a:lnTo>
                  <a:lnTo>
                    <a:pt x="10484763" y="44782"/>
                  </a:lnTo>
                  <a:lnTo>
                    <a:pt x="10371830" y="57739"/>
                  </a:lnTo>
                  <a:lnTo>
                    <a:pt x="10260130" y="72391"/>
                  </a:lnTo>
                  <a:lnTo>
                    <a:pt x="10152135" y="88725"/>
                  </a:lnTo>
                  <a:lnTo>
                    <a:pt x="10049550" y="106765"/>
                  </a:lnTo>
                  <a:lnTo>
                    <a:pt x="9953378" y="126583"/>
                  </a:lnTo>
                  <a:lnTo>
                    <a:pt x="9864039" y="148303"/>
                  </a:lnTo>
                  <a:lnTo>
                    <a:pt x="9781507" y="172106"/>
                  </a:lnTo>
                  <a:lnTo>
                    <a:pt x="9705441" y="198221"/>
                  </a:lnTo>
                  <a:lnTo>
                    <a:pt x="9635293" y="226923"/>
                  </a:lnTo>
                  <a:lnTo>
                    <a:pt x="9570390" y="258526"/>
                  </a:lnTo>
                  <a:lnTo>
                    <a:pt x="9509997" y="293358"/>
                  </a:lnTo>
                  <a:lnTo>
                    <a:pt x="9453369" y="331742"/>
                  </a:lnTo>
                  <a:lnTo>
                    <a:pt x="9399784" y="373941"/>
                  </a:lnTo>
                  <a:lnTo>
                    <a:pt x="9348586" y="420096"/>
                  </a:lnTo>
                  <a:lnTo>
                    <a:pt x="9347647" y="420997"/>
                  </a:lnTo>
                  <a:lnTo>
                    <a:pt x="9301578" y="467670"/>
                  </a:lnTo>
                  <a:lnTo>
                    <a:pt x="9256688" y="517848"/>
                  </a:lnTo>
                  <a:lnTo>
                    <a:pt x="9212649" y="571603"/>
                  </a:lnTo>
                  <a:lnTo>
                    <a:pt x="9169199" y="628945"/>
                  </a:lnTo>
                  <a:lnTo>
                    <a:pt x="9126127" y="689817"/>
                  </a:lnTo>
                  <a:lnTo>
                    <a:pt x="9083273" y="754091"/>
                  </a:lnTo>
                  <a:lnTo>
                    <a:pt x="9040517" y="821562"/>
                  </a:lnTo>
                  <a:lnTo>
                    <a:pt x="8997776" y="891945"/>
                  </a:lnTo>
                  <a:lnTo>
                    <a:pt x="8954997" y="964881"/>
                  </a:lnTo>
                  <a:lnTo>
                    <a:pt x="8912156" y="1039939"/>
                  </a:lnTo>
                  <a:lnTo>
                    <a:pt x="8869250" y="1116629"/>
                  </a:lnTo>
                  <a:lnTo>
                    <a:pt x="8826292" y="1194410"/>
                  </a:lnTo>
                  <a:lnTo>
                    <a:pt x="8783308" y="1272708"/>
                  </a:lnTo>
                  <a:lnTo>
                    <a:pt x="8740328" y="1350932"/>
                  </a:lnTo>
                  <a:lnTo>
                    <a:pt x="8697381" y="1428495"/>
                  </a:lnTo>
                  <a:lnTo>
                    <a:pt x="8654491" y="1504830"/>
                  </a:lnTo>
                  <a:lnTo>
                    <a:pt x="8611666" y="1579406"/>
                  </a:lnTo>
                  <a:lnTo>
                    <a:pt x="8568900" y="1651746"/>
                  </a:lnTo>
                  <a:lnTo>
                    <a:pt x="8526161" y="1721437"/>
                  </a:lnTo>
                  <a:lnTo>
                    <a:pt x="8483390" y="1788139"/>
                  </a:lnTo>
                  <a:lnTo>
                    <a:pt x="8440495" y="1851585"/>
                  </a:lnTo>
                  <a:lnTo>
                    <a:pt x="8397346" y="1911591"/>
                  </a:lnTo>
                  <a:lnTo>
                    <a:pt x="8353771" y="1968046"/>
                  </a:lnTo>
                  <a:lnTo>
                    <a:pt x="8309548" y="2020911"/>
                  </a:lnTo>
                  <a:lnTo>
                    <a:pt x="8264399" y="2070211"/>
                  </a:lnTo>
                  <a:lnTo>
                    <a:pt x="8229629" y="2104988"/>
                  </a:lnTo>
                  <a:lnTo>
                    <a:pt x="8178470" y="2151217"/>
                  </a:lnTo>
                  <a:lnTo>
                    <a:pt x="8124936" y="2193489"/>
                  </a:lnTo>
                  <a:lnTo>
                    <a:pt x="8068371" y="2231942"/>
                  </a:lnTo>
                  <a:lnTo>
                    <a:pt x="8008055" y="2266838"/>
                  </a:lnTo>
                  <a:lnTo>
                    <a:pt x="7943243" y="2298498"/>
                  </a:lnTo>
                  <a:lnTo>
                    <a:pt x="7873200" y="2327252"/>
                  </a:lnTo>
                  <a:lnTo>
                    <a:pt x="7797250" y="2353412"/>
                  </a:lnTo>
                  <a:lnTo>
                    <a:pt x="7714843" y="2377256"/>
                  </a:lnTo>
                  <a:lnTo>
                    <a:pt x="7625632" y="2399014"/>
                  </a:lnTo>
                  <a:lnTo>
                    <a:pt x="7529586" y="2418866"/>
                  </a:lnTo>
                  <a:lnTo>
                    <a:pt x="7427114" y="2436938"/>
                  </a:lnTo>
                  <a:lnTo>
                    <a:pt x="7319207" y="2453303"/>
                  </a:lnTo>
                  <a:lnTo>
                    <a:pt x="7207556" y="2467987"/>
                  </a:lnTo>
                  <a:lnTo>
                    <a:pt x="7094619" y="2480976"/>
                  </a:lnTo>
                  <a:lnTo>
                    <a:pt x="6983585" y="2492237"/>
                  </a:lnTo>
                  <a:lnTo>
                    <a:pt x="6878177" y="2501736"/>
                  </a:lnTo>
                  <a:lnTo>
                    <a:pt x="6782295" y="2509469"/>
                  </a:lnTo>
                  <a:lnTo>
                    <a:pt x="6699504" y="2515481"/>
                  </a:lnTo>
                  <a:lnTo>
                    <a:pt x="6632486" y="2519886"/>
                  </a:lnTo>
                  <a:lnTo>
                    <a:pt x="6582553" y="2522869"/>
                  </a:lnTo>
                  <a:lnTo>
                    <a:pt x="6549365" y="2524678"/>
                  </a:lnTo>
                  <a:lnTo>
                    <a:pt x="6530886" y="2525600"/>
                  </a:lnTo>
                  <a:lnTo>
                    <a:pt x="6523535" y="2525936"/>
                  </a:lnTo>
                  <a:lnTo>
                    <a:pt x="6522385" y="2525985"/>
                  </a:lnTo>
                  <a:lnTo>
                    <a:pt x="5527445" y="2525985"/>
                  </a:lnTo>
                  <a:lnTo>
                    <a:pt x="5526339" y="2525948"/>
                  </a:lnTo>
                  <a:lnTo>
                    <a:pt x="5519037" y="2525685"/>
                  </a:lnTo>
                  <a:lnTo>
                    <a:pt x="5500519" y="2524960"/>
                  </a:lnTo>
                  <a:lnTo>
                    <a:pt x="5467134" y="2523529"/>
                  </a:lnTo>
                  <a:lnTo>
                    <a:pt x="5416815" y="2521163"/>
                  </a:lnTo>
                  <a:lnTo>
                    <a:pt x="5349228" y="2517666"/>
                  </a:lnTo>
                  <a:lnTo>
                    <a:pt x="5265725" y="2512890"/>
                  </a:lnTo>
                  <a:lnTo>
                    <a:pt x="5169051" y="2506744"/>
                  </a:lnTo>
                  <a:lnTo>
                    <a:pt x="5062845" y="2499193"/>
                  </a:lnTo>
                  <a:lnTo>
                    <a:pt x="4951072" y="2490242"/>
                  </a:lnTo>
                  <a:lnTo>
                    <a:pt x="4837505" y="2479919"/>
                  </a:lnTo>
                  <a:lnTo>
                    <a:pt x="4725358" y="2468249"/>
                  </a:lnTo>
                  <a:lnTo>
                    <a:pt x="4617096" y="2455242"/>
                  </a:lnTo>
                  <a:lnTo>
                    <a:pt x="4514399" y="2440876"/>
                  </a:lnTo>
                  <a:lnTo>
                    <a:pt x="4418237" y="2425090"/>
                  </a:lnTo>
                  <a:lnTo>
                    <a:pt x="4328997" y="2407780"/>
                  </a:lnTo>
                  <a:lnTo>
                    <a:pt x="4246620" y="2388801"/>
                  </a:lnTo>
                  <a:lnTo>
                    <a:pt x="4170737" y="2367965"/>
                  </a:lnTo>
                  <a:lnTo>
                    <a:pt x="4100773" y="2345047"/>
                  </a:lnTo>
                  <a:lnTo>
                    <a:pt x="4036036" y="2319796"/>
                  </a:lnTo>
                  <a:lnTo>
                    <a:pt x="3975776" y="2291948"/>
                  </a:lnTo>
                  <a:lnTo>
                    <a:pt x="3919235" y="2261249"/>
                  </a:lnTo>
                  <a:lnTo>
                    <a:pt x="3865687" y="2227496"/>
                  </a:lnTo>
                  <a:lnTo>
                    <a:pt x="3820202" y="2194952"/>
                  </a:lnTo>
                  <a:lnTo>
                    <a:pt x="3770502" y="2155199"/>
                  </a:lnTo>
                  <a:lnTo>
                    <a:pt x="3722147" y="2112225"/>
                  </a:lnTo>
                  <a:lnTo>
                    <a:pt x="3674732" y="2065966"/>
                  </a:lnTo>
                  <a:lnTo>
                    <a:pt x="3627939" y="2016425"/>
                  </a:lnTo>
                  <a:lnTo>
                    <a:pt x="3581523" y="1963677"/>
                  </a:lnTo>
                  <a:lnTo>
                    <a:pt x="3535301" y="1907877"/>
                  </a:lnTo>
                  <a:lnTo>
                    <a:pt x="3489142" y="1849263"/>
                  </a:lnTo>
                  <a:lnTo>
                    <a:pt x="3442962" y="1788154"/>
                  </a:lnTo>
                  <a:lnTo>
                    <a:pt x="3396717" y="1724951"/>
                  </a:lnTo>
                  <a:lnTo>
                    <a:pt x="3350395" y="1660121"/>
                  </a:lnTo>
                  <a:lnTo>
                    <a:pt x="3304009" y="1594188"/>
                  </a:lnTo>
                  <a:lnTo>
                    <a:pt x="3257588" y="1527718"/>
                  </a:lnTo>
                  <a:lnTo>
                    <a:pt x="3211170" y="1461293"/>
                  </a:lnTo>
                  <a:lnTo>
                    <a:pt x="3164792" y="1395495"/>
                  </a:lnTo>
                  <a:lnTo>
                    <a:pt x="3118482" y="1330885"/>
                  </a:lnTo>
                  <a:lnTo>
                    <a:pt x="3072248" y="1267978"/>
                  </a:lnTo>
                  <a:lnTo>
                    <a:pt x="3026075" y="1207232"/>
                  </a:lnTo>
                  <a:lnTo>
                    <a:pt x="2979913" y="1149036"/>
                  </a:lnTo>
                  <a:lnTo>
                    <a:pt x="2933670" y="1093697"/>
                  </a:lnTo>
                  <a:lnTo>
                    <a:pt x="2887209" y="1041439"/>
                  </a:lnTo>
                  <a:lnTo>
                    <a:pt x="2840338" y="992404"/>
                  </a:lnTo>
                  <a:lnTo>
                    <a:pt x="2792799" y="946657"/>
                  </a:lnTo>
                  <a:lnTo>
                    <a:pt x="2744264" y="904189"/>
                  </a:lnTo>
                  <a:lnTo>
                    <a:pt x="2702183" y="870818"/>
                  </a:lnTo>
                  <a:lnTo>
                    <a:pt x="2650735" y="834275"/>
                  </a:lnTo>
                  <a:lnTo>
                    <a:pt x="2596881" y="800877"/>
                  </a:lnTo>
                  <a:lnTo>
                    <a:pt x="2539954" y="770514"/>
                  </a:lnTo>
                  <a:lnTo>
                    <a:pt x="2479223" y="742975"/>
                  </a:lnTo>
                  <a:lnTo>
                    <a:pt x="2413929" y="718003"/>
                  </a:lnTo>
                  <a:lnTo>
                    <a:pt x="2343325" y="695334"/>
                  </a:lnTo>
                  <a:lnTo>
                    <a:pt x="2266729" y="674719"/>
                  </a:lnTo>
                  <a:lnTo>
                    <a:pt x="2183585" y="655939"/>
                  </a:lnTo>
                  <a:lnTo>
                    <a:pt x="2093553" y="638810"/>
                  </a:lnTo>
                  <a:lnTo>
                    <a:pt x="1996619" y="623189"/>
                  </a:lnTo>
                  <a:lnTo>
                    <a:pt x="1893227" y="608980"/>
                  </a:lnTo>
                  <a:lnTo>
                    <a:pt x="1784424" y="596126"/>
                  </a:lnTo>
                  <a:lnTo>
                    <a:pt x="1671976" y="584608"/>
                  </a:lnTo>
                  <a:lnTo>
                    <a:pt x="1558438" y="574439"/>
                  </a:lnTo>
                  <a:lnTo>
                    <a:pt x="1447101" y="565647"/>
                  </a:lnTo>
                  <a:lnTo>
                    <a:pt x="1341781" y="558256"/>
                  </a:lnTo>
                  <a:lnTo>
                    <a:pt x="1246434" y="552269"/>
                  </a:lnTo>
                  <a:lnTo>
                    <a:pt x="1164625" y="547644"/>
                  </a:lnTo>
                  <a:lnTo>
                    <a:pt x="1098965" y="544284"/>
                  </a:lnTo>
                  <a:lnTo>
                    <a:pt x="1050622" y="542035"/>
                  </a:lnTo>
                  <a:lnTo>
                    <a:pt x="1019065" y="540697"/>
                  </a:lnTo>
                  <a:lnTo>
                    <a:pt x="1002034" y="540036"/>
                  </a:lnTo>
                  <a:lnTo>
                    <a:pt x="995714" y="539810"/>
                  </a:lnTo>
                  <a:lnTo>
                    <a:pt x="994940" y="539785"/>
                  </a:lnTo>
                  <a:lnTo>
                    <a:pt x="0" y="539785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57" name="pl456"/>
            <p:cNvSpPr/>
            <p:nvPr/>
          </p:nvSpPr>
          <p:spPr>
            <a:xfrm>
              <a:off x="1199187" y="2751168"/>
              <a:ext cx="12049831" cy="2525985"/>
            </a:xfrm>
            <a:custGeom>
              <a:avLst/>
              <a:pathLst>
                <a:path w="12049831" h="2525985">
                  <a:moveTo>
                    <a:pt x="0" y="539785"/>
                  </a:moveTo>
                  <a:lnTo>
                    <a:pt x="994940" y="539785"/>
                  </a:lnTo>
                  <a:lnTo>
                    <a:pt x="996046" y="539822"/>
                  </a:lnTo>
                  <a:lnTo>
                    <a:pt x="1003348" y="540084"/>
                  </a:lnTo>
                  <a:lnTo>
                    <a:pt x="1021866" y="540810"/>
                  </a:lnTo>
                  <a:lnTo>
                    <a:pt x="1055251" y="542241"/>
                  </a:lnTo>
                  <a:lnTo>
                    <a:pt x="1105570" y="544607"/>
                  </a:lnTo>
                  <a:lnTo>
                    <a:pt x="1173157" y="548104"/>
                  </a:lnTo>
                  <a:lnTo>
                    <a:pt x="1256660" y="552880"/>
                  </a:lnTo>
                  <a:lnTo>
                    <a:pt x="1353334" y="559026"/>
                  </a:lnTo>
                  <a:lnTo>
                    <a:pt x="1459540" y="566577"/>
                  </a:lnTo>
                  <a:lnTo>
                    <a:pt x="1571313" y="575527"/>
                  </a:lnTo>
                  <a:lnTo>
                    <a:pt x="1684880" y="585851"/>
                  </a:lnTo>
                  <a:lnTo>
                    <a:pt x="1797027" y="597521"/>
                  </a:lnTo>
                  <a:lnTo>
                    <a:pt x="1905289" y="610528"/>
                  </a:lnTo>
                  <a:lnTo>
                    <a:pt x="2007986" y="624894"/>
                  </a:lnTo>
                  <a:lnTo>
                    <a:pt x="2104148" y="640680"/>
                  </a:lnTo>
                  <a:lnTo>
                    <a:pt x="2193388" y="657990"/>
                  </a:lnTo>
                  <a:lnTo>
                    <a:pt x="2275765" y="676969"/>
                  </a:lnTo>
                  <a:lnTo>
                    <a:pt x="2351648" y="697805"/>
                  </a:lnTo>
                  <a:lnTo>
                    <a:pt x="2421612" y="720723"/>
                  </a:lnTo>
                  <a:lnTo>
                    <a:pt x="2486349" y="745974"/>
                  </a:lnTo>
                  <a:lnTo>
                    <a:pt x="2546609" y="773822"/>
                  </a:lnTo>
                  <a:lnTo>
                    <a:pt x="2603150" y="804521"/>
                  </a:lnTo>
                  <a:lnTo>
                    <a:pt x="2656698" y="838274"/>
                  </a:lnTo>
                  <a:lnTo>
                    <a:pt x="2702183" y="870818"/>
                  </a:lnTo>
                  <a:lnTo>
                    <a:pt x="2751883" y="910571"/>
                  </a:lnTo>
                  <a:lnTo>
                    <a:pt x="2800238" y="953545"/>
                  </a:lnTo>
                  <a:lnTo>
                    <a:pt x="2847653" y="999804"/>
                  </a:lnTo>
                  <a:lnTo>
                    <a:pt x="2894446" y="1049345"/>
                  </a:lnTo>
                  <a:lnTo>
                    <a:pt x="2940862" y="1102093"/>
                  </a:lnTo>
                  <a:lnTo>
                    <a:pt x="2987084" y="1157893"/>
                  </a:lnTo>
                  <a:lnTo>
                    <a:pt x="3033243" y="1216507"/>
                  </a:lnTo>
                  <a:lnTo>
                    <a:pt x="3079423" y="1277616"/>
                  </a:lnTo>
                  <a:lnTo>
                    <a:pt x="3125668" y="1340819"/>
                  </a:lnTo>
                  <a:lnTo>
                    <a:pt x="3171990" y="1405649"/>
                  </a:lnTo>
                  <a:lnTo>
                    <a:pt x="3218376" y="1471582"/>
                  </a:lnTo>
                  <a:lnTo>
                    <a:pt x="3264797" y="1538052"/>
                  </a:lnTo>
                  <a:lnTo>
                    <a:pt x="3311215" y="1604477"/>
                  </a:lnTo>
                  <a:lnTo>
                    <a:pt x="3357593" y="1670275"/>
                  </a:lnTo>
                  <a:lnTo>
                    <a:pt x="3403903" y="1734885"/>
                  </a:lnTo>
                  <a:lnTo>
                    <a:pt x="3450137" y="1797792"/>
                  </a:lnTo>
                  <a:lnTo>
                    <a:pt x="3496310" y="1858538"/>
                  </a:lnTo>
                  <a:lnTo>
                    <a:pt x="3542472" y="1916734"/>
                  </a:lnTo>
                  <a:lnTo>
                    <a:pt x="3588715" y="1972073"/>
                  </a:lnTo>
                  <a:lnTo>
                    <a:pt x="3635176" y="2024331"/>
                  </a:lnTo>
                  <a:lnTo>
                    <a:pt x="3682047" y="2073366"/>
                  </a:lnTo>
                  <a:lnTo>
                    <a:pt x="3729586" y="2119113"/>
                  </a:lnTo>
                  <a:lnTo>
                    <a:pt x="3778121" y="2161581"/>
                  </a:lnTo>
                  <a:lnTo>
                    <a:pt x="3820202" y="2194952"/>
                  </a:lnTo>
                  <a:lnTo>
                    <a:pt x="3871650" y="2231495"/>
                  </a:lnTo>
                  <a:lnTo>
                    <a:pt x="3925504" y="2264893"/>
                  </a:lnTo>
                  <a:lnTo>
                    <a:pt x="3982431" y="2295256"/>
                  </a:lnTo>
                  <a:lnTo>
                    <a:pt x="4043162" y="2322795"/>
                  </a:lnTo>
                  <a:lnTo>
                    <a:pt x="4108456" y="2347767"/>
                  </a:lnTo>
                  <a:lnTo>
                    <a:pt x="4179060" y="2370436"/>
                  </a:lnTo>
                  <a:lnTo>
                    <a:pt x="4255656" y="2391050"/>
                  </a:lnTo>
                  <a:lnTo>
                    <a:pt x="4338800" y="2409831"/>
                  </a:lnTo>
                  <a:lnTo>
                    <a:pt x="4428832" y="2426960"/>
                  </a:lnTo>
                  <a:lnTo>
                    <a:pt x="4525766" y="2442581"/>
                  </a:lnTo>
                  <a:lnTo>
                    <a:pt x="4629158" y="2456790"/>
                  </a:lnTo>
                  <a:lnTo>
                    <a:pt x="4737961" y="2469644"/>
                  </a:lnTo>
                  <a:lnTo>
                    <a:pt x="4850409" y="2481162"/>
                  </a:lnTo>
                  <a:lnTo>
                    <a:pt x="4963947" y="2491331"/>
                  </a:lnTo>
                  <a:lnTo>
                    <a:pt x="5075284" y="2500123"/>
                  </a:lnTo>
                  <a:lnTo>
                    <a:pt x="5180604" y="2507514"/>
                  </a:lnTo>
                  <a:lnTo>
                    <a:pt x="5275951" y="2513501"/>
                  </a:lnTo>
                  <a:lnTo>
                    <a:pt x="5357760" y="2518126"/>
                  </a:lnTo>
                  <a:lnTo>
                    <a:pt x="5423420" y="2521486"/>
                  </a:lnTo>
                  <a:lnTo>
                    <a:pt x="5471763" y="2523735"/>
                  </a:lnTo>
                  <a:lnTo>
                    <a:pt x="5503320" y="2525073"/>
                  </a:lnTo>
                  <a:lnTo>
                    <a:pt x="5520351" y="2525734"/>
                  </a:lnTo>
                  <a:lnTo>
                    <a:pt x="5526671" y="2525959"/>
                  </a:lnTo>
                  <a:lnTo>
                    <a:pt x="5527445" y="2525985"/>
                  </a:lnTo>
                  <a:lnTo>
                    <a:pt x="6522385" y="2525985"/>
                  </a:lnTo>
                  <a:lnTo>
                    <a:pt x="6523474" y="2525939"/>
                  </a:lnTo>
                  <a:lnTo>
                    <a:pt x="6530660" y="2525610"/>
                  </a:lnTo>
                  <a:lnTo>
                    <a:pt x="6548893" y="2524703"/>
                  </a:lnTo>
                  <a:lnTo>
                    <a:pt x="6581782" y="2522913"/>
                  </a:lnTo>
                  <a:lnTo>
                    <a:pt x="6631394" y="2519954"/>
                  </a:lnTo>
                  <a:lnTo>
                    <a:pt x="6698100" y="2515578"/>
                  </a:lnTo>
                  <a:lnTo>
                    <a:pt x="6780616" y="2509597"/>
                  </a:lnTo>
                  <a:lnTo>
                    <a:pt x="6876284" y="2501897"/>
                  </a:lnTo>
                  <a:lnTo>
                    <a:pt x="6981549" y="2492430"/>
                  </a:lnTo>
                  <a:lnTo>
                    <a:pt x="7092514" y="2481203"/>
                  </a:lnTo>
                  <a:lnTo>
                    <a:pt x="7205446" y="2468245"/>
                  </a:lnTo>
                  <a:lnTo>
                    <a:pt x="7317147" y="2453593"/>
                  </a:lnTo>
                  <a:lnTo>
                    <a:pt x="7425142" y="2437260"/>
                  </a:lnTo>
                  <a:lnTo>
                    <a:pt x="7527726" y="2419220"/>
                  </a:lnTo>
                  <a:lnTo>
                    <a:pt x="7623898" y="2399402"/>
                  </a:lnTo>
                  <a:lnTo>
                    <a:pt x="7713237" y="2377681"/>
                  </a:lnTo>
                  <a:lnTo>
                    <a:pt x="7795770" y="2353879"/>
                  </a:lnTo>
                  <a:lnTo>
                    <a:pt x="7871835" y="2327764"/>
                  </a:lnTo>
                  <a:lnTo>
                    <a:pt x="7941983" y="2299061"/>
                  </a:lnTo>
                  <a:lnTo>
                    <a:pt x="8006887" y="2267459"/>
                  </a:lnTo>
                  <a:lnTo>
                    <a:pt x="8067279" y="2232626"/>
                  </a:lnTo>
                  <a:lnTo>
                    <a:pt x="8123908" y="2194243"/>
                  </a:lnTo>
                  <a:lnTo>
                    <a:pt x="8177493" y="2152044"/>
                  </a:lnTo>
                  <a:lnTo>
                    <a:pt x="8228691" y="2105888"/>
                  </a:lnTo>
                  <a:lnTo>
                    <a:pt x="8229629" y="2104988"/>
                  </a:lnTo>
                  <a:lnTo>
                    <a:pt x="8275699" y="2058315"/>
                  </a:lnTo>
                  <a:lnTo>
                    <a:pt x="8320589" y="2008136"/>
                  </a:lnTo>
                  <a:lnTo>
                    <a:pt x="8364627" y="1954382"/>
                  </a:lnTo>
                  <a:lnTo>
                    <a:pt x="8408078" y="1897040"/>
                  </a:lnTo>
                  <a:lnTo>
                    <a:pt x="8451149" y="1836167"/>
                  </a:lnTo>
                  <a:lnTo>
                    <a:pt x="8494003" y="1771893"/>
                  </a:lnTo>
                  <a:lnTo>
                    <a:pt x="8536759" y="1704423"/>
                  </a:lnTo>
                  <a:lnTo>
                    <a:pt x="8579501" y="1634040"/>
                  </a:lnTo>
                  <a:lnTo>
                    <a:pt x="8622279" y="1561104"/>
                  </a:lnTo>
                  <a:lnTo>
                    <a:pt x="8665120" y="1486045"/>
                  </a:lnTo>
                  <a:lnTo>
                    <a:pt x="8708026" y="1409355"/>
                  </a:lnTo>
                  <a:lnTo>
                    <a:pt x="8750984" y="1331574"/>
                  </a:lnTo>
                  <a:lnTo>
                    <a:pt x="8793968" y="1253277"/>
                  </a:lnTo>
                  <a:lnTo>
                    <a:pt x="8836948" y="1175052"/>
                  </a:lnTo>
                  <a:lnTo>
                    <a:pt x="8879895" y="1097489"/>
                  </a:lnTo>
                  <a:lnTo>
                    <a:pt x="8922786" y="1021155"/>
                  </a:lnTo>
                  <a:lnTo>
                    <a:pt x="8965610" y="946579"/>
                  </a:lnTo>
                  <a:lnTo>
                    <a:pt x="9008376" y="874239"/>
                  </a:lnTo>
                  <a:lnTo>
                    <a:pt x="9051115" y="804547"/>
                  </a:lnTo>
                  <a:lnTo>
                    <a:pt x="9093886" y="737846"/>
                  </a:lnTo>
                  <a:lnTo>
                    <a:pt x="9136782" y="674399"/>
                  </a:lnTo>
                  <a:lnTo>
                    <a:pt x="9179931" y="614393"/>
                  </a:lnTo>
                  <a:lnTo>
                    <a:pt x="9223506" y="557938"/>
                  </a:lnTo>
                  <a:lnTo>
                    <a:pt x="9267728" y="505074"/>
                  </a:lnTo>
                  <a:lnTo>
                    <a:pt x="9312877" y="455774"/>
                  </a:lnTo>
                  <a:lnTo>
                    <a:pt x="9347647" y="420997"/>
                  </a:lnTo>
                  <a:lnTo>
                    <a:pt x="9398806" y="374768"/>
                  </a:lnTo>
                  <a:lnTo>
                    <a:pt x="9452341" y="332495"/>
                  </a:lnTo>
                  <a:lnTo>
                    <a:pt x="9508906" y="294043"/>
                  </a:lnTo>
                  <a:lnTo>
                    <a:pt x="9569221" y="259147"/>
                  </a:lnTo>
                  <a:lnTo>
                    <a:pt x="9634033" y="227487"/>
                  </a:lnTo>
                  <a:lnTo>
                    <a:pt x="9704077" y="198733"/>
                  </a:lnTo>
                  <a:lnTo>
                    <a:pt x="9780026" y="172572"/>
                  </a:lnTo>
                  <a:lnTo>
                    <a:pt x="9862433" y="148729"/>
                  </a:lnTo>
                  <a:lnTo>
                    <a:pt x="9951644" y="126971"/>
                  </a:lnTo>
                  <a:lnTo>
                    <a:pt x="10047690" y="107119"/>
                  </a:lnTo>
                  <a:lnTo>
                    <a:pt x="10150162" y="89047"/>
                  </a:lnTo>
                  <a:lnTo>
                    <a:pt x="10258069" y="72681"/>
                  </a:lnTo>
                  <a:lnTo>
                    <a:pt x="10369721" y="57998"/>
                  </a:lnTo>
                  <a:lnTo>
                    <a:pt x="10482657" y="45009"/>
                  </a:lnTo>
                  <a:lnTo>
                    <a:pt x="10593692" y="33748"/>
                  </a:lnTo>
                  <a:lnTo>
                    <a:pt x="10699099" y="24248"/>
                  </a:lnTo>
                  <a:lnTo>
                    <a:pt x="10794982" y="16516"/>
                  </a:lnTo>
                  <a:lnTo>
                    <a:pt x="10877772" y="10504"/>
                  </a:lnTo>
                  <a:lnTo>
                    <a:pt x="10944790" y="6099"/>
                  </a:lnTo>
                  <a:lnTo>
                    <a:pt x="10994724" y="3115"/>
                  </a:lnTo>
                  <a:lnTo>
                    <a:pt x="11027912" y="1307"/>
                  </a:lnTo>
                  <a:lnTo>
                    <a:pt x="11046390" y="385"/>
                  </a:lnTo>
                  <a:lnTo>
                    <a:pt x="11053742" y="48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8" name="pl457"/>
            <p:cNvSpPr/>
            <p:nvPr/>
          </p:nvSpPr>
          <p:spPr>
            <a:xfrm>
              <a:off x="1199187" y="2724965"/>
              <a:ext cx="12049831" cy="2525985"/>
            </a:xfrm>
            <a:custGeom>
              <a:avLst/>
              <a:pathLst>
                <a:path w="12049831" h="2525985">
                  <a:moveTo>
                    <a:pt x="12049831" y="0"/>
                  </a:moveTo>
                  <a:lnTo>
                    <a:pt x="11054891" y="0"/>
                  </a:lnTo>
                  <a:lnTo>
                    <a:pt x="11053803" y="46"/>
                  </a:lnTo>
                  <a:lnTo>
                    <a:pt x="11046617" y="374"/>
                  </a:lnTo>
                  <a:lnTo>
                    <a:pt x="11028384" y="1282"/>
                  </a:lnTo>
                  <a:lnTo>
                    <a:pt x="10995495" y="3072"/>
                  </a:lnTo>
                  <a:lnTo>
                    <a:pt x="10945883" y="6031"/>
                  </a:lnTo>
                  <a:lnTo>
                    <a:pt x="10879177" y="10407"/>
                  </a:lnTo>
                  <a:lnTo>
                    <a:pt x="10796661" y="16388"/>
                  </a:lnTo>
                  <a:lnTo>
                    <a:pt x="10700992" y="24088"/>
                  </a:lnTo>
                  <a:lnTo>
                    <a:pt x="10595727" y="33554"/>
                  </a:lnTo>
                  <a:lnTo>
                    <a:pt x="10484763" y="44782"/>
                  </a:lnTo>
                  <a:lnTo>
                    <a:pt x="10371830" y="57739"/>
                  </a:lnTo>
                  <a:lnTo>
                    <a:pt x="10260130" y="72391"/>
                  </a:lnTo>
                  <a:lnTo>
                    <a:pt x="10152135" y="88725"/>
                  </a:lnTo>
                  <a:lnTo>
                    <a:pt x="10049550" y="106765"/>
                  </a:lnTo>
                  <a:lnTo>
                    <a:pt x="9953378" y="126583"/>
                  </a:lnTo>
                  <a:lnTo>
                    <a:pt x="9864039" y="148303"/>
                  </a:lnTo>
                  <a:lnTo>
                    <a:pt x="9781507" y="172106"/>
                  </a:lnTo>
                  <a:lnTo>
                    <a:pt x="9705441" y="198221"/>
                  </a:lnTo>
                  <a:lnTo>
                    <a:pt x="9635293" y="226923"/>
                  </a:lnTo>
                  <a:lnTo>
                    <a:pt x="9570390" y="258526"/>
                  </a:lnTo>
                  <a:lnTo>
                    <a:pt x="9509997" y="293358"/>
                  </a:lnTo>
                  <a:lnTo>
                    <a:pt x="9453369" y="331742"/>
                  </a:lnTo>
                  <a:lnTo>
                    <a:pt x="9399784" y="373941"/>
                  </a:lnTo>
                  <a:lnTo>
                    <a:pt x="9348586" y="420096"/>
                  </a:lnTo>
                  <a:lnTo>
                    <a:pt x="9347647" y="420997"/>
                  </a:lnTo>
                  <a:lnTo>
                    <a:pt x="9301578" y="467670"/>
                  </a:lnTo>
                  <a:lnTo>
                    <a:pt x="9256688" y="517848"/>
                  </a:lnTo>
                  <a:lnTo>
                    <a:pt x="9212649" y="571603"/>
                  </a:lnTo>
                  <a:lnTo>
                    <a:pt x="9169199" y="628945"/>
                  </a:lnTo>
                  <a:lnTo>
                    <a:pt x="9126127" y="689817"/>
                  </a:lnTo>
                  <a:lnTo>
                    <a:pt x="9083273" y="754091"/>
                  </a:lnTo>
                  <a:lnTo>
                    <a:pt x="9040517" y="821562"/>
                  </a:lnTo>
                  <a:lnTo>
                    <a:pt x="8997776" y="891945"/>
                  </a:lnTo>
                  <a:lnTo>
                    <a:pt x="8954997" y="964881"/>
                  </a:lnTo>
                  <a:lnTo>
                    <a:pt x="8912156" y="1039939"/>
                  </a:lnTo>
                  <a:lnTo>
                    <a:pt x="8869250" y="1116629"/>
                  </a:lnTo>
                  <a:lnTo>
                    <a:pt x="8826292" y="1194410"/>
                  </a:lnTo>
                  <a:lnTo>
                    <a:pt x="8783308" y="1272708"/>
                  </a:lnTo>
                  <a:lnTo>
                    <a:pt x="8740328" y="1350932"/>
                  </a:lnTo>
                  <a:lnTo>
                    <a:pt x="8697381" y="1428495"/>
                  </a:lnTo>
                  <a:lnTo>
                    <a:pt x="8654491" y="1504830"/>
                  </a:lnTo>
                  <a:lnTo>
                    <a:pt x="8611666" y="1579406"/>
                  </a:lnTo>
                  <a:lnTo>
                    <a:pt x="8568900" y="1651746"/>
                  </a:lnTo>
                  <a:lnTo>
                    <a:pt x="8526161" y="1721437"/>
                  </a:lnTo>
                  <a:lnTo>
                    <a:pt x="8483390" y="1788139"/>
                  </a:lnTo>
                  <a:lnTo>
                    <a:pt x="8440495" y="1851585"/>
                  </a:lnTo>
                  <a:lnTo>
                    <a:pt x="8397346" y="1911591"/>
                  </a:lnTo>
                  <a:lnTo>
                    <a:pt x="8353771" y="1968046"/>
                  </a:lnTo>
                  <a:lnTo>
                    <a:pt x="8309548" y="2020911"/>
                  </a:lnTo>
                  <a:lnTo>
                    <a:pt x="8264399" y="2070211"/>
                  </a:lnTo>
                  <a:lnTo>
                    <a:pt x="8229629" y="2104988"/>
                  </a:lnTo>
                  <a:lnTo>
                    <a:pt x="8178470" y="2151217"/>
                  </a:lnTo>
                  <a:lnTo>
                    <a:pt x="8124936" y="2193489"/>
                  </a:lnTo>
                  <a:lnTo>
                    <a:pt x="8068371" y="2231942"/>
                  </a:lnTo>
                  <a:lnTo>
                    <a:pt x="8008055" y="2266838"/>
                  </a:lnTo>
                  <a:lnTo>
                    <a:pt x="7943243" y="2298498"/>
                  </a:lnTo>
                  <a:lnTo>
                    <a:pt x="7873200" y="2327252"/>
                  </a:lnTo>
                  <a:lnTo>
                    <a:pt x="7797250" y="2353412"/>
                  </a:lnTo>
                  <a:lnTo>
                    <a:pt x="7714843" y="2377256"/>
                  </a:lnTo>
                  <a:lnTo>
                    <a:pt x="7625632" y="2399014"/>
                  </a:lnTo>
                  <a:lnTo>
                    <a:pt x="7529586" y="2418866"/>
                  </a:lnTo>
                  <a:lnTo>
                    <a:pt x="7427114" y="2436938"/>
                  </a:lnTo>
                  <a:lnTo>
                    <a:pt x="7319207" y="2453303"/>
                  </a:lnTo>
                  <a:lnTo>
                    <a:pt x="7207556" y="2467987"/>
                  </a:lnTo>
                  <a:lnTo>
                    <a:pt x="7094619" y="2480976"/>
                  </a:lnTo>
                  <a:lnTo>
                    <a:pt x="6983585" y="2492237"/>
                  </a:lnTo>
                  <a:lnTo>
                    <a:pt x="6878177" y="2501736"/>
                  </a:lnTo>
                  <a:lnTo>
                    <a:pt x="6782295" y="2509469"/>
                  </a:lnTo>
                  <a:lnTo>
                    <a:pt x="6699504" y="2515481"/>
                  </a:lnTo>
                  <a:lnTo>
                    <a:pt x="6632486" y="2519886"/>
                  </a:lnTo>
                  <a:lnTo>
                    <a:pt x="6582553" y="2522869"/>
                  </a:lnTo>
                  <a:lnTo>
                    <a:pt x="6549365" y="2524678"/>
                  </a:lnTo>
                  <a:lnTo>
                    <a:pt x="6530886" y="2525600"/>
                  </a:lnTo>
                  <a:lnTo>
                    <a:pt x="6523535" y="2525936"/>
                  </a:lnTo>
                  <a:lnTo>
                    <a:pt x="6522386" y="2525985"/>
                  </a:lnTo>
                  <a:lnTo>
                    <a:pt x="6522385" y="2525985"/>
                  </a:lnTo>
                  <a:lnTo>
                    <a:pt x="5527445" y="2525985"/>
                  </a:lnTo>
                  <a:lnTo>
                    <a:pt x="5526339" y="2525948"/>
                  </a:lnTo>
                  <a:lnTo>
                    <a:pt x="5519037" y="2525685"/>
                  </a:lnTo>
                  <a:lnTo>
                    <a:pt x="5500519" y="2524960"/>
                  </a:lnTo>
                  <a:lnTo>
                    <a:pt x="5467134" y="2523529"/>
                  </a:lnTo>
                  <a:lnTo>
                    <a:pt x="5416815" y="2521163"/>
                  </a:lnTo>
                  <a:lnTo>
                    <a:pt x="5349228" y="2517666"/>
                  </a:lnTo>
                  <a:lnTo>
                    <a:pt x="5265725" y="2512890"/>
                  </a:lnTo>
                  <a:lnTo>
                    <a:pt x="5169051" y="2506744"/>
                  </a:lnTo>
                  <a:lnTo>
                    <a:pt x="5062845" y="2499193"/>
                  </a:lnTo>
                  <a:lnTo>
                    <a:pt x="4951072" y="2490242"/>
                  </a:lnTo>
                  <a:lnTo>
                    <a:pt x="4837505" y="2479919"/>
                  </a:lnTo>
                  <a:lnTo>
                    <a:pt x="4725358" y="2468249"/>
                  </a:lnTo>
                  <a:lnTo>
                    <a:pt x="4617096" y="2455242"/>
                  </a:lnTo>
                  <a:lnTo>
                    <a:pt x="4514399" y="2440876"/>
                  </a:lnTo>
                  <a:lnTo>
                    <a:pt x="4418237" y="2425090"/>
                  </a:lnTo>
                  <a:lnTo>
                    <a:pt x="4328997" y="2407780"/>
                  </a:lnTo>
                  <a:lnTo>
                    <a:pt x="4246620" y="2388801"/>
                  </a:lnTo>
                  <a:lnTo>
                    <a:pt x="4170737" y="2367965"/>
                  </a:lnTo>
                  <a:lnTo>
                    <a:pt x="4100773" y="2345047"/>
                  </a:lnTo>
                  <a:lnTo>
                    <a:pt x="4036036" y="2319796"/>
                  </a:lnTo>
                  <a:lnTo>
                    <a:pt x="3975776" y="2291948"/>
                  </a:lnTo>
                  <a:lnTo>
                    <a:pt x="3919235" y="2261249"/>
                  </a:lnTo>
                  <a:lnTo>
                    <a:pt x="3865687" y="2227496"/>
                  </a:lnTo>
                  <a:lnTo>
                    <a:pt x="3820202" y="2194952"/>
                  </a:lnTo>
                  <a:lnTo>
                    <a:pt x="3770502" y="2155199"/>
                  </a:lnTo>
                  <a:lnTo>
                    <a:pt x="3722147" y="2112225"/>
                  </a:lnTo>
                  <a:lnTo>
                    <a:pt x="3674732" y="2065966"/>
                  </a:lnTo>
                  <a:lnTo>
                    <a:pt x="3627939" y="2016425"/>
                  </a:lnTo>
                  <a:lnTo>
                    <a:pt x="3581523" y="1963677"/>
                  </a:lnTo>
                  <a:lnTo>
                    <a:pt x="3535301" y="1907877"/>
                  </a:lnTo>
                  <a:lnTo>
                    <a:pt x="3489142" y="1849263"/>
                  </a:lnTo>
                  <a:lnTo>
                    <a:pt x="3442962" y="1788154"/>
                  </a:lnTo>
                  <a:lnTo>
                    <a:pt x="3396717" y="1724951"/>
                  </a:lnTo>
                  <a:lnTo>
                    <a:pt x="3350395" y="1660121"/>
                  </a:lnTo>
                  <a:lnTo>
                    <a:pt x="3304009" y="1594188"/>
                  </a:lnTo>
                  <a:lnTo>
                    <a:pt x="3257588" y="1527718"/>
                  </a:lnTo>
                  <a:lnTo>
                    <a:pt x="3211170" y="1461293"/>
                  </a:lnTo>
                  <a:lnTo>
                    <a:pt x="3164792" y="1395495"/>
                  </a:lnTo>
                  <a:lnTo>
                    <a:pt x="3118482" y="1330885"/>
                  </a:lnTo>
                  <a:lnTo>
                    <a:pt x="3072248" y="1267978"/>
                  </a:lnTo>
                  <a:lnTo>
                    <a:pt x="3026075" y="1207232"/>
                  </a:lnTo>
                  <a:lnTo>
                    <a:pt x="2979913" y="1149036"/>
                  </a:lnTo>
                  <a:lnTo>
                    <a:pt x="2933670" y="1093697"/>
                  </a:lnTo>
                  <a:lnTo>
                    <a:pt x="2887209" y="1041439"/>
                  </a:lnTo>
                  <a:lnTo>
                    <a:pt x="2840338" y="992404"/>
                  </a:lnTo>
                  <a:lnTo>
                    <a:pt x="2792799" y="946657"/>
                  </a:lnTo>
                  <a:lnTo>
                    <a:pt x="2744264" y="904189"/>
                  </a:lnTo>
                  <a:lnTo>
                    <a:pt x="2702183" y="870818"/>
                  </a:lnTo>
                  <a:lnTo>
                    <a:pt x="2650735" y="834275"/>
                  </a:lnTo>
                  <a:lnTo>
                    <a:pt x="2596881" y="800877"/>
                  </a:lnTo>
                  <a:lnTo>
                    <a:pt x="2539954" y="770514"/>
                  </a:lnTo>
                  <a:lnTo>
                    <a:pt x="2479223" y="742975"/>
                  </a:lnTo>
                  <a:lnTo>
                    <a:pt x="2413929" y="718003"/>
                  </a:lnTo>
                  <a:lnTo>
                    <a:pt x="2343325" y="695334"/>
                  </a:lnTo>
                  <a:lnTo>
                    <a:pt x="2266729" y="674719"/>
                  </a:lnTo>
                  <a:lnTo>
                    <a:pt x="2183585" y="655939"/>
                  </a:lnTo>
                  <a:lnTo>
                    <a:pt x="2093553" y="638810"/>
                  </a:lnTo>
                  <a:lnTo>
                    <a:pt x="1996619" y="623189"/>
                  </a:lnTo>
                  <a:lnTo>
                    <a:pt x="1893227" y="608980"/>
                  </a:lnTo>
                  <a:lnTo>
                    <a:pt x="1784424" y="596126"/>
                  </a:lnTo>
                  <a:lnTo>
                    <a:pt x="1671976" y="584608"/>
                  </a:lnTo>
                  <a:lnTo>
                    <a:pt x="1558438" y="574439"/>
                  </a:lnTo>
                  <a:lnTo>
                    <a:pt x="1447101" y="565647"/>
                  </a:lnTo>
                  <a:lnTo>
                    <a:pt x="1341781" y="558256"/>
                  </a:lnTo>
                  <a:lnTo>
                    <a:pt x="1246434" y="552269"/>
                  </a:lnTo>
                  <a:lnTo>
                    <a:pt x="1164625" y="547644"/>
                  </a:lnTo>
                  <a:lnTo>
                    <a:pt x="1098965" y="544284"/>
                  </a:lnTo>
                  <a:lnTo>
                    <a:pt x="1050622" y="542035"/>
                  </a:lnTo>
                  <a:lnTo>
                    <a:pt x="1019065" y="540697"/>
                  </a:lnTo>
                  <a:lnTo>
                    <a:pt x="1002034" y="540036"/>
                  </a:lnTo>
                  <a:lnTo>
                    <a:pt x="995714" y="539810"/>
                  </a:lnTo>
                  <a:lnTo>
                    <a:pt x="994940" y="539785"/>
                  </a:lnTo>
                  <a:lnTo>
                    <a:pt x="0" y="539785"/>
                  </a:lnTo>
                  <a:lnTo>
                    <a:pt x="0" y="5397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9" name="pg458"/>
            <p:cNvSpPr/>
            <p:nvPr/>
          </p:nvSpPr>
          <p:spPr>
            <a:xfrm>
              <a:off x="1199187" y="2929349"/>
              <a:ext cx="12049831" cy="2374007"/>
            </a:xfrm>
            <a:custGeom>
              <a:avLst/>
              <a:pathLst>
                <a:path w="12049831" h="2374007">
                  <a:moveTo>
                    <a:pt x="0" y="366844"/>
                  </a:moveTo>
                  <a:lnTo>
                    <a:pt x="994940" y="366844"/>
                  </a:lnTo>
                  <a:lnTo>
                    <a:pt x="996045" y="366881"/>
                  </a:lnTo>
                  <a:lnTo>
                    <a:pt x="1003343" y="367147"/>
                  </a:lnTo>
                  <a:lnTo>
                    <a:pt x="1021852" y="367880"/>
                  </a:lnTo>
                  <a:lnTo>
                    <a:pt x="1055219" y="369325"/>
                  </a:lnTo>
                  <a:lnTo>
                    <a:pt x="1105513" y="371714"/>
                  </a:lnTo>
                  <a:lnTo>
                    <a:pt x="1173070" y="375246"/>
                  </a:lnTo>
                  <a:lnTo>
                    <a:pt x="1256538" y="380070"/>
                  </a:lnTo>
                  <a:lnTo>
                    <a:pt x="1353177" y="386278"/>
                  </a:lnTo>
                  <a:lnTo>
                    <a:pt x="1459350" y="393905"/>
                  </a:lnTo>
                  <a:lnTo>
                    <a:pt x="1571095" y="402945"/>
                  </a:lnTo>
                  <a:lnTo>
                    <a:pt x="1684640" y="413373"/>
                  </a:lnTo>
                  <a:lnTo>
                    <a:pt x="1796772" y="425160"/>
                  </a:lnTo>
                  <a:lnTo>
                    <a:pt x="1905025" y="438299"/>
                  </a:lnTo>
                  <a:lnTo>
                    <a:pt x="2007719" y="452810"/>
                  </a:lnTo>
                  <a:lnTo>
                    <a:pt x="2103881" y="468756"/>
                  </a:lnTo>
                  <a:lnTo>
                    <a:pt x="2193124" y="486240"/>
                  </a:lnTo>
                  <a:lnTo>
                    <a:pt x="2275507" y="505410"/>
                  </a:lnTo>
                  <a:lnTo>
                    <a:pt x="2351396" y="526456"/>
                  </a:lnTo>
                  <a:lnTo>
                    <a:pt x="2421366" y="549603"/>
                  </a:lnTo>
                  <a:lnTo>
                    <a:pt x="2486109" y="575106"/>
                  </a:lnTo>
                  <a:lnTo>
                    <a:pt x="2546374" y="603232"/>
                  </a:lnTo>
                  <a:lnTo>
                    <a:pt x="2602918" y="634236"/>
                  </a:lnTo>
                  <a:lnTo>
                    <a:pt x="2656467" y="668325"/>
                  </a:lnTo>
                  <a:lnTo>
                    <a:pt x="2702183" y="701371"/>
                  </a:lnTo>
                  <a:lnTo>
                    <a:pt x="2751732" y="741415"/>
                  </a:lnTo>
                  <a:lnTo>
                    <a:pt x="2799944" y="784694"/>
                  </a:lnTo>
                  <a:lnTo>
                    <a:pt x="2847219" y="831272"/>
                  </a:lnTo>
                  <a:lnTo>
                    <a:pt x="2893873" y="881147"/>
                  </a:lnTo>
                  <a:lnTo>
                    <a:pt x="2940150" y="934244"/>
                  </a:lnTo>
                  <a:lnTo>
                    <a:pt x="2986233" y="990409"/>
                  </a:lnTo>
                  <a:lnTo>
                    <a:pt x="3032250" y="1049407"/>
                  </a:lnTo>
                  <a:lnTo>
                    <a:pt x="3078287" y="1110916"/>
                  </a:lnTo>
                  <a:lnTo>
                    <a:pt x="3124388" y="1174541"/>
                  </a:lnTo>
                  <a:lnTo>
                    <a:pt x="3170566" y="1239814"/>
                  </a:lnTo>
                  <a:lnTo>
                    <a:pt x="3216808" y="1306210"/>
                  </a:lnTo>
                  <a:lnTo>
                    <a:pt x="3263085" y="1373167"/>
                  </a:lnTo>
                  <a:lnTo>
                    <a:pt x="3309361" y="1440099"/>
                  </a:lnTo>
                  <a:lnTo>
                    <a:pt x="3355599" y="1506425"/>
                  </a:lnTo>
                  <a:lnTo>
                    <a:pt x="3401770" y="1571582"/>
                  </a:lnTo>
                  <a:lnTo>
                    <a:pt x="3447865" y="1635050"/>
                  </a:lnTo>
                  <a:lnTo>
                    <a:pt x="3493898" y="1696368"/>
                  </a:lnTo>
                  <a:lnTo>
                    <a:pt x="3539918" y="1755145"/>
                  </a:lnTo>
                  <a:lnTo>
                    <a:pt x="3586010" y="1811067"/>
                  </a:lnTo>
                  <a:lnTo>
                    <a:pt x="3632310" y="1863905"/>
                  </a:lnTo>
                  <a:lnTo>
                    <a:pt x="3679005" y="1913512"/>
                  </a:lnTo>
                  <a:lnTo>
                    <a:pt x="3726344" y="1959820"/>
                  </a:lnTo>
                  <a:lnTo>
                    <a:pt x="3774649" y="2002831"/>
                  </a:lnTo>
                  <a:lnTo>
                    <a:pt x="3820202" y="2039480"/>
                  </a:lnTo>
                  <a:lnTo>
                    <a:pt x="3871640" y="2076402"/>
                  </a:lnTo>
                  <a:lnTo>
                    <a:pt x="3925483" y="2110147"/>
                  </a:lnTo>
                  <a:lnTo>
                    <a:pt x="3982397" y="2140825"/>
                  </a:lnTo>
                  <a:lnTo>
                    <a:pt x="4043113" y="2168652"/>
                  </a:lnTo>
                  <a:lnTo>
                    <a:pt x="4108391" y="2193884"/>
                  </a:lnTo>
                  <a:lnTo>
                    <a:pt x="4178976" y="2216791"/>
                  </a:lnTo>
                  <a:lnTo>
                    <a:pt x="4255549" y="2237621"/>
                  </a:lnTo>
                  <a:lnTo>
                    <a:pt x="4338667" y="2256599"/>
                  </a:lnTo>
                  <a:lnTo>
                    <a:pt x="4428670" y="2273908"/>
                  </a:lnTo>
                  <a:lnTo>
                    <a:pt x="4525574" y="2289693"/>
                  </a:lnTo>
                  <a:lnTo>
                    <a:pt x="4628933" y="2304052"/>
                  </a:lnTo>
                  <a:lnTo>
                    <a:pt x="4737706" y="2317043"/>
                  </a:lnTo>
                  <a:lnTo>
                    <a:pt x="4850126" y="2328683"/>
                  </a:lnTo>
                  <a:lnTo>
                    <a:pt x="4963643" y="2338961"/>
                  </a:lnTo>
                  <a:lnTo>
                    <a:pt x="5074970" y="2347848"/>
                  </a:lnTo>
                  <a:lnTo>
                    <a:pt x="5180293" y="2355319"/>
                  </a:lnTo>
                  <a:lnTo>
                    <a:pt x="5275660" y="2361373"/>
                  </a:lnTo>
                  <a:lnTo>
                    <a:pt x="5357503" y="2366051"/>
                  </a:lnTo>
                  <a:lnTo>
                    <a:pt x="5423212" y="2369450"/>
                  </a:lnTo>
                  <a:lnTo>
                    <a:pt x="5471610" y="2371726"/>
                  </a:lnTo>
                  <a:lnTo>
                    <a:pt x="5503224" y="2373081"/>
                  </a:lnTo>
                  <a:lnTo>
                    <a:pt x="5520305" y="2373751"/>
                  </a:lnTo>
                  <a:lnTo>
                    <a:pt x="5526660" y="2373980"/>
                  </a:lnTo>
                  <a:lnTo>
                    <a:pt x="5527445" y="2374007"/>
                  </a:lnTo>
                  <a:lnTo>
                    <a:pt x="6522385" y="2374007"/>
                  </a:lnTo>
                  <a:lnTo>
                    <a:pt x="6523479" y="2373963"/>
                  </a:lnTo>
                  <a:lnTo>
                    <a:pt x="6530702" y="2373653"/>
                  </a:lnTo>
                  <a:lnTo>
                    <a:pt x="6549024" y="2372798"/>
                  </a:lnTo>
                  <a:lnTo>
                    <a:pt x="6582067" y="2371111"/>
                  </a:lnTo>
                  <a:lnTo>
                    <a:pt x="6631900" y="2368321"/>
                  </a:lnTo>
                  <a:lnTo>
                    <a:pt x="6698881" y="2364197"/>
                  </a:lnTo>
                  <a:lnTo>
                    <a:pt x="6781706" y="2358561"/>
                  </a:lnTo>
                  <a:lnTo>
                    <a:pt x="6877689" y="2351306"/>
                  </a:lnTo>
                  <a:lnTo>
                    <a:pt x="6983249" y="2342389"/>
                  </a:lnTo>
                  <a:lnTo>
                    <a:pt x="7094468" y="2331814"/>
                  </a:lnTo>
                  <a:lnTo>
                    <a:pt x="7207600" y="2319613"/>
                  </a:lnTo>
                  <a:lnTo>
                    <a:pt x="7319441" y="2305818"/>
                  </a:lnTo>
                  <a:lnTo>
                    <a:pt x="7427521" y="2290440"/>
                  </a:lnTo>
                  <a:lnTo>
                    <a:pt x="7530142" y="2273455"/>
                  </a:lnTo>
                  <a:lnTo>
                    <a:pt x="7626312" y="2254795"/>
                  </a:lnTo>
                  <a:lnTo>
                    <a:pt x="7715621" y="2234341"/>
                  </a:lnTo>
                  <a:lnTo>
                    <a:pt x="7798105" y="2211922"/>
                  </a:lnTo>
                  <a:lnTo>
                    <a:pt x="7874113" y="2187320"/>
                  </a:lnTo>
                  <a:lnTo>
                    <a:pt x="7944203" y="2160274"/>
                  </a:lnTo>
                  <a:lnTo>
                    <a:pt x="8009055" y="2130490"/>
                  </a:lnTo>
                  <a:lnTo>
                    <a:pt x="8069405" y="2097655"/>
                  </a:lnTo>
                  <a:lnTo>
                    <a:pt x="8126006" y="2061468"/>
                  </a:lnTo>
                  <a:lnTo>
                    <a:pt x="8179579" y="2021683"/>
                  </a:lnTo>
                  <a:lnTo>
                    <a:pt x="8229629" y="1979212"/>
                  </a:lnTo>
                  <a:lnTo>
                    <a:pt x="8276702" y="1934440"/>
                  </a:lnTo>
                  <a:lnTo>
                    <a:pt x="8322551" y="1886232"/>
                  </a:lnTo>
                  <a:lnTo>
                    <a:pt x="8367523" y="1834520"/>
                  </a:lnTo>
                  <a:lnTo>
                    <a:pt x="8411897" y="1779294"/>
                  </a:lnTo>
                  <a:lnTo>
                    <a:pt x="8455892" y="1720619"/>
                  </a:lnTo>
                  <a:lnTo>
                    <a:pt x="8499675" y="1658629"/>
                  </a:lnTo>
                  <a:lnTo>
                    <a:pt x="8543369" y="1593541"/>
                  </a:lnTo>
                  <a:lnTo>
                    <a:pt x="8587059" y="1525650"/>
                  </a:lnTo>
                  <a:lnTo>
                    <a:pt x="8630794" y="1455328"/>
                  </a:lnTo>
                  <a:lnTo>
                    <a:pt x="8674596" y="1383017"/>
                  </a:lnTo>
                  <a:lnTo>
                    <a:pt x="8718464" y="1309222"/>
                  </a:lnTo>
                  <a:lnTo>
                    <a:pt x="8762380" y="1234493"/>
                  </a:lnTo>
                  <a:lnTo>
                    <a:pt x="8806316" y="1159409"/>
                  </a:lnTo>
                  <a:lnTo>
                    <a:pt x="8850238" y="1084565"/>
                  </a:lnTo>
                  <a:lnTo>
                    <a:pt x="8894118" y="1010543"/>
                  </a:lnTo>
                  <a:lnTo>
                    <a:pt x="8937934" y="937901"/>
                  </a:lnTo>
                  <a:lnTo>
                    <a:pt x="8981680" y="867153"/>
                  </a:lnTo>
                  <a:lnTo>
                    <a:pt x="9025376" y="798756"/>
                  </a:lnTo>
                  <a:lnTo>
                    <a:pt x="9069063" y="733095"/>
                  </a:lnTo>
                  <a:lnTo>
                    <a:pt x="9112821" y="670481"/>
                  </a:lnTo>
                  <a:lnTo>
                    <a:pt x="9156763" y="611145"/>
                  </a:lnTo>
                  <a:lnTo>
                    <a:pt x="9201047" y="555238"/>
                  </a:lnTo>
                  <a:lnTo>
                    <a:pt x="9245883" y="502838"/>
                  </a:lnTo>
                  <a:lnTo>
                    <a:pt x="9291535" y="453949"/>
                  </a:lnTo>
                  <a:lnTo>
                    <a:pt x="9338338" y="408514"/>
                  </a:lnTo>
                  <a:lnTo>
                    <a:pt x="9347647" y="400035"/>
                  </a:lnTo>
                  <a:lnTo>
                    <a:pt x="9398897" y="356611"/>
                  </a:lnTo>
                  <a:lnTo>
                    <a:pt x="9452531" y="316910"/>
                  </a:lnTo>
                  <a:lnTo>
                    <a:pt x="9509209" y="280803"/>
                  </a:lnTo>
                  <a:lnTo>
                    <a:pt x="9569655" y="248042"/>
                  </a:lnTo>
                  <a:lnTo>
                    <a:pt x="9634618" y="218323"/>
                  </a:lnTo>
                  <a:lnTo>
                    <a:pt x="9704837" y="191337"/>
                  </a:lnTo>
                  <a:lnTo>
                    <a:pt x="9780988" y="166788"/>
                  </a:lnTo>
                  <a:lnTo>
                    <a:pt x="9863625" y="144416"/>
                  </a:lnTo>
                  <a:lnTo>
                    <a:pt x="9953093" y="124005"/>
                  </a:lnTo>
                  <a:lnTo>
                    <a:pt x="10049416" y="105384"/>
                  </a:lnTo>
                  <a:lnTo>
                    <a:pt x="10152176" y="88437"/>
                  </a:lnTo>
                  <a:lnTo>
                    <a:pt x="10260364" y="73095"/>
                  </a:lnTo>
                  <a:lnTo>
                    <a:pt x="10372266" y="59336"/>
                  </a:lnTo>
                  <a:lnTo>
                    <a:pt x="10485392" y="47172"/>
                  </a:lnTo>
                  <a:lnTo>
                    <a:pt x="10596525" y="36635"/>
                  </a:lnTo>
                  <a:lnTo>
                    <a:pt x="10701909" y="27756"/>
                  </a:lnTo>
                  <a:lnTo>
                    <a:pt x="10797628" y="20539"/>
                  </a:lnTo>
                  <a:lnTo>
                    <a:pt x="10880116" y="14939"/>
                  </a:lnTo>
                  <a:lnTo>
                    <a:pt x="10946713" y="10847"/>
                  </a:lnTo>
                  <a:lnTo>
                    <a:pt x="10996150" y="8086"/>
                  </a:lnTo>
                  <a:lnTo>
                    <a:pt x="11028827" y="6421"/>
                  </a:lnTo>
                  <a:lnTo>
                    <a:pt x="11046848" y="5581"/>
                  </a:lnTo>
                  <a:lnTo>
                    <a:pt x="11053870" y="528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7" y="43"/>
                  </a:lnTo>
                  <a:lnTo>
                    <a:pt x="11046575" y="353"/>
                  </a:lnTo>
                  <a:lnTo>
                    <a:pt x="11028253" y="1209"/>
                  </a:lnTo>
                  <a:lnTo>
                    <a:pt x="10995209" y="2896"/>
                  </a:lnTo>
                  <a:lnTo>
                    <a:pt x="10945377" y="5685"/>
                  </a:lnTo>
                  <a:lnTo>
                    <a:pt x="10878395" y="9810"/>
                  </a:lnTo>
                  <a:lnTo>
                    <a:pt x="10795571" y="15445"/>
                  </a:lnTo>
                  <a:lnTo>
                    <a:pt x="10699587" y="22700"/>
                  </a:lnTo>
                  <a:lnTo>
                    <a:pt x="10594027" y="31618"/>
                  </a:lnTo>
                  <a:lnTo>
                    <a:pt x="10482809" y="42192"/>
                  </a:lnTo>
                  <a:lnTo>
                    <a:pt x="10369677" y="54393"/>
                  </a:lnTo>
                  <a:lnTo>
                    <a:pt x="10257835" y="68189"/>
                  </a:lnTo>
                  <a:lnTo>
                    <a:pt x="10149755" y="83567"/>
                  </a:lnTo>
                  <a:lnTo>
                    <a:pt x="10047134" y="100551"/>
                  </a:lnTo>
                  <a:lnTo>
                    <a:pt x="9950965" y="119211"/>
                  </a:lnTo>
                  <a:lnTo>
                    <a:pt x="9861656" y="139665"/>
                  </a:lnTo>
                  <a:lnTo>
                    <a:pt x="9779172" y="162084"/>
                  </a:lnTo>
                  <a:lnTo>
                    <a:pt x="9703163" y="186686"/>
                  </a:lnTo>
                  <a:lnTo>
                    <a:pt x="9633073" y="213732"/>
                  </a:lnTo>
                  <a:lnTo>
                    <a:pt x="9568222" y="243517"/>
                  </a:lnTo>
                  <a:lnTo>
                    <a:pt x="9507871" y="276352"/>
                  </a:lnTo>
                  <a:lnTo>
                    <a:pt x="9451271" y="312538"/>
                  </a:lnTo>
                  <a:lnTo>
                    <a:pt x="9397698" y="352323"/>
                  </a:lnTo>
                  <a:lnTo>
                    <a:pt x="9347647" y="394794"/>
                  </a:lnTo>
                  <a:lnTo>
                    <a:pt x="9300574" y="439566"/>
                  </a:lnTo>
                  <a:lnTo>
                    <a:pt x="9254726" y="487774"/>
                  </a:lnTo>
                  <a:lnTo>
                    <a:pt x="9209753" y="539487"/>
                  </a:lnTo>
                  <a:lnTo>
                    <a:pt x="9165379" y="594712"/>
                  </a:lnTo>
                  <a:lnTo>
                    <a:pt x="9121384" y="653388"/>
                  </a:lnTo>
                  <a:lnTo>
                    <a:pt x="9077601" y="715377"/>
                  </a:lnTo>
                  <a:lnTo>
                    <a:pt x="9033907" y="780465"/>
                  </a:lnTo>
                  <a:lnTo>
                    <a:pt x="8990218" y="848356"/>
                  </a:lnTo>
                  <a:lnTo>
                    <a:pt x="8946483" y="918679"/>
                  </a:lnTo>
                  <a:lnTo>
                    <a:pt x="8902681" y="990989"/>
                  </a:lnTo>
                  <a:lnTo>
                    <a:pt x="8858813" y="1064784"/>
                  </a:lnTo>
                  <a:lnTo>
                    <a:pt x="8814896" y="1139514"/>
                  </a:lnTo>
                  <a:lnTo>
                    <a:pt x="8770961" y="1214597"/>
                  </a:lnTo>
                  <a:lnTo>
                    <a:pt x="8727038" y="1289442"/>
                  </a:lnTo>
                  <a:lnTo>
                    <a:pt x="8683159" y="1363464"/>
                  </a:lnTo>
                  <a:lnTo>
                    <a:pt x="8639343" y="1436105"/>
                  </a:lnTo>
                  <a:lnTo>
                    <a:pt x="8595596" y="1506853"/>
                  </a:lnTo>
                  <a:lnTo>
                    <a:pt x="8551901" y="1575250"/>
                  </a:lnTo>
                  <a:lnTo>
                    <a:pt x="8508213" y="1640911"/>
                  </a:lnTo>
                  <a:lnTo>
                    <a:pt x="8464456" y="1703525"/>
                  </a:lnTo>
                  <a:lnTo>
                    <a:pt x="8420514" y="1762862"/>
                  </a:lnTo>
                  <a:lnTo>
                    <a:pt x="8376229" y="1818768"/>
                  </a:lnTo>
                  <a:lnTo>
                    <a:pt x="8331393" y="1871168"/>
                  </a:lnTo>
                  <a:lnTo>
                    <a:pt x="8285741" y="1920057"/>
                  </a:lnTo>
                  <a:lnTo>
                    <a:pt x="8238938" y="1965492"/>
                  </a:lnTo>
                  <a:lnTo>
                    <a:pt x="8229629" y="1973972"/>
                  </a:lnTo>
                  <a:lnTo>
                    <a:pt x="8178380" y="2017396"/>
                  </a:lnTo>
                  <a:lnTo>
                    <a:pt x="8124745" y="2057096"/>
                  </a:lnTo>
                  <a:lnTo>
                    <a:pt x="8068067" y="2093203"/>
                  </a:lnTo>
                  <a:lnTo>
                    <a:pt x="8007622" y="2125965"/>
                  </a:lnTo>
                  <a:lnTo>
                    <a:pt x="7942659" y="2155683"/>
                  </a:lnTo>
                  <a:lnTo>
                    <a:pt x="7872440" y="2182670"/>
                  </a:lnTo>
                  <a:lnTo>
                    <a:pt x="7796289" y="2207219"/>
                  </a:lnTo>
                  <a:lnTo>
                    <a:pt x="7713651" y="2229590"/>
                  </a:lnTo>
                  <a:lnTo>
                    <a:pt x="7624184" y="2250002"/>
                  </a:lnTo>
                  <a:lnTo>
                    <a:pt x="7527860" y="2268622"/>
                  </a:lnTo>
                  <a:lnTo>
                    <a:pt x="7425101" y="2285569"/>
                  </a:lnTo>
                  <a:lnTo>
                    <a:pt x="7316912" y="2300911"/>
                  </a:lnTo>
                  <a:lnTo>
                    <a:pt x="7205011" y="2314670"/>
                  </a:lnTo>
                  <a:lnTo>
                    <a:pt x="7091884" y="2326834"/>
                  </a:lnTo>
                  <a:lnTo>
                    <a:pt x="6980752" y="2337371"/>
                  </a:lnTo>
                  <a:lnTo>
                    <a:pt x="6875368" y="2346250"/>
                  </a:lnTo>
                  <a:lnTo>
                    <a:pt x="6779648" y="2353467"/>
                  </a:lnTo>
                  <a:lnTo>
                    <a:pt x="6697161" y="2359067"/>
                  </a:lnTo>
                  <a:lnTo>
                    <a:pt x="6630564" y="2363159"/>
                  </a:lnTo>
                  <a:lnTo>
                    <a:pt x="6581127" y="2365920"/>
                  </a:lnTo>
                  <a:lnTo>
                    <a:pt x="6548450" y="2367585"/>
                  </a:lnTo>
                  <a:lnTo>
                    <a:pt x="6530428" y="2368425"/>
                  </a:lnTo>
                  <a:lnTo>
                    <a:pt x="6523407" y="2368726"/>
                  </a:lnTo>
                  <a:lnTo>
                    <a:pt x="6522385" y="2368766"/>
                  </a:lnTo>
                  <a:lnTo>
                    <a:pt x="5527445" y="2368766"/>
                  </a:lnTo>
                  <a:lnTo>
                    <a:pt x="5526340" y="2368729"/>
                  </a:lnTo>
                  <a:lnTo>
                    <a:pt x="5519042" y="2368463"/>
                  </a:lnTo>
                  <a:lnTo>
                    <a:pt x="5500533" y="2367730"/>
                  </a:lnTo>
                  <a:lnTo>
                    <a:pt x="5467166" y="2366285"/>
                  </a:lnTo>
                  <a:lnTo>
                    <a:pt x="5416872" y="2363896"/>
                  </a:lnTo>
                  <a:lnTo>
                    <a:pt x="5349315" y="2360364"/>
                  </a:lnTo>
                  <a:lnTo>
                    <a:pt x="5265847" y="2355540"/>
                  </a:lnTo>
                  <a:lnTo>
                    <a:pt x="5169208" y="2349332"/>
                  </a:lnTo>
                  <a:lnTo>
                    <a:pt x="5063035" y="2341705"/>
                  </a:lnTo>
                  <a:lnTo>
                    <a:pt x="4951290" y="2332665"/>
                  </a:lnTo>
                  <a:lnTo>
                    <a:pt x="4837745" y="2322237"/>
                  </a:lnTo>
                  <a:lnTo>
                    <a:pt x="4725613" y="2310450"/>
                  </a:lnTo>
                  <a:lnTo>
                    <a:pt x="4617360" y="2297311"/>
                  </a:lnTo>
                  <a:lnTo>
                    <a:pt x="4514666" y="2282800"/>
                  </a:lnTo>
                  <a:lnTo>
                    <a:pt x="4418504" y="2266854"/>
                  </a:lnTo>
                  <a:lnTo>
                    <a:pt x="4329261" y="2249370"/>
                  </a:lnTo>
                  <a:lnTo>
                    <a:pt x="4246878" y="2230200"/>
                  </a:lnTo>
                  <a:lnTo>
                    <a:pt x="4170989" y="2209154"/>
                  </a:lnTo>
                  <a:lnTo>
                    <a:pt x="4101019" y="2186007"/>
                  </a:lnTo>
                  <a:lnTo>
                    <a:pt x="4036276" y="2160504"/>
                  </a:lnTo>
                  <a:lnTo>
                    <a:pt x="3976011" y="2132378"/>
                  </a:lnTo>
                  <a:lnTo>
                    <a:pt x="3919467" y="2101374"/>
                  </a:lnTo>
                  <a:lnTo>
                    <a:pt x="3865918" y="2067285"/>
                  </a:lnTo>
                  <a:lnTo>
                    <a:pt x="3820202" y="2034239"/>
                  </a:lnTo>
                  <a:lnTo>
                    <a:pt x="3770653" y="1994195"/>
                  </a:lnTo>
                  <a:lnTo>
                    <a:pt x="3722441" y="1950916"/>
                  </a:lnTo>
                  <a:lnTo>
                    <a:pt x="3675166" y="1904338"/>
                  </a:lnTo>
                  <a:lnTo>
                    <a:pt x="3628512" y="1854463"/>
                  </a:lnTo>
                  <a:lnTo>
                    <a:pt x="3582235" y="1801366"/>
                  </a:lnTo>
                  <a:lnTo>
                    <a:pt x="3536152" y="1745201"/>
                  </a:lnTo>
                  <a:lnTo>
                    <a:pt x="3490135" y="1686203"/>
                  </a:lnTo>
                  <a:lnTo>
                    <a:pt x="3444098" y="1624694"/>
                  </a:lnTo>
                  <a:lnTo>
                    <a:pt x="3397997" y="1561069"/>
                  </a:lnTo>
                  <a:lnTo>
                    <a:pt x="3351819" y="1495796"/>
                  </a:lnTo>
                  <a:lnTo>
                    <a:pt x="3305577" y="1429400"/>
                  </a:lnTo>
                  <a:lnTo>
                    <a:pt x="3259300" y="1362443"/>
                  </a:lnTo>
                  <a:lnTo>
                    <a:pt x="3213024" y="1295511"/>
                  </a:lnTo>
                  <a:lnTo>
                    <a:pt x="3166786" y="1229185"/>
                  </a:lnTo>
                  <a:lnTo>
                    <a:pt x="3120615" y="1164028"/>
                  </a:lnTo>
                  <a:lnTo>
                    <a:pt x="3074520" y="1100560"/>
                  </a:lnTo>
                  <a:lnTo>
                    <a:pt x="3028487" y="1039242"/>
                  </a:lnTo>
                  <a:lnTo>
                    <a:pt x="2982467" y="980465"/>
                  </a:lnTo>
                  <a:lnTo>
                    <a:pt x="2936375" y="924543"/>
                  </a:lnTo>
                  <a:lnTo>
                    <a:pt x="2890075" y="871705"/>
                  </a:lnTo>
                  <a:lnTo>
                    <a:pt x="2843380" y="822098"/>
                  </a:lnTo>
                  <a:lnTo>
                    <a:pt x="2796041" y="775790"/>
                  </a:lnTo>
                  <a:lnTo>
                    <a:pt x="2747736" y="732779"/>
                  </a:lnTo>
                  <a:lnTo>
                    <a:pt x="2702183" y="696130"/>
                  </a:lnTo>
                  <a:lnTo>
                    <a:pt x="2650745" y="659208"/>
                  </a:lnTo>
                  <a:lnTo>
                    <a:pt x="2596902" y="625463"/>
                  </a:lnTo>
                  <a:lnTo>
                    <a:pt x="2539988" y="594785"/>
                  </a:lnTo>
                  <a:lnTo>
                    <a:pt x="2479272" y="566958"/>
                  </a:lnTo>
                  <a:lnTo>
                    <a:pt x="2413994" y="541726"/>
                  </a:lnTo>
                  <a:lnTo>
                    <a:pt x="2343409" y="518819"/>
                  </a:lnTo>
                  <a:lnTo>
                    <a:pt x="2266836" y="497989"/>
                  </a:lnTo>
                  <a:lnTo>
                    <a:pt x="2183718" y="479011"/>
                  </a:lnTo>
                  <a:lnTo>
                    <a:pt x="2093715" y="461702"/>
                  </a:lnTo>
                  <a:lnTo>
                    <a:pt x="1996811" y="445917"/>
                  </a:lnTo>
                  <a:lnTo>
                    <a:pt x="1893452" y="431558"/>
                  </a:lnTo>
                  <a:lnTo>
                    <a:pt x="1784679" y="418567"/>
                  </a:lnTo>
                  <a:lnTo>
                    <a:pt x="1672259" y="406927"/>
                  </a:lnTo>
                  <a:lnTo>
                    <a:pt x="1558742" y="396649"/>
                  </a:lnTo>
                  <a:lnTo>
                    <a:pt x="1447415" y="387762"/>
                  </a:lnTo>
                  <a:lnTo>
                    <a:pt x="1342092" y="380291"/>
                  </a:lnTo>
                  <a:lnTo>
                    <a:pt x="1246725" y="374237"/>
                  </a:lnTo>
                  <a:lnTo>
                    <a:pt x="1164882" y="369559"/>
                  </a:lnTo>
                  <a:lnTo>
                    <a:pt x="1099173" y="366160"/>
                  </a:lnTo>
                  <a:lnTo>
                    <a:pt x="1050775" y="363884"/>
                  </a:lnTo>
                  <a:lnTo>
                    <a:pt x="1019161" y="362529"/>
                  </a:lnTo>
                  <a:lnTo>
                    <a:pt x="1002080" y="361859"/>
                  </a:lnTo>
                  <a:lnTo>
                    <a:pt x="995725" y="361630"/>
                  </a:lnTo>
                  <a:lnTo>
                    <a:pt x="994940" y="361603"/>
                  </a:lnTo>
                  <a:lnTo>
                    <a:pt x="0" y="361603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60" name="pl459"/>
            <p:cNvSpPr/>
            <p:nvPr/>
          </p:nvSpPr>
          <p:spPr>
            <a:xfrm>
              <a:off x="1199187" y="2934590"/>
              <a:ext cx="12049831" cy="2368766"/>
            </a:xfrm>
            <a:custGeom>
              <a:avLst/>
              <a:pathLst>
                <a:path w="12049831" h="2368766">
                  <a:moveTo>
                    <a:pt x="0" y="361603"/>
                  </a:moveTo>
                  <a:lnTo>
                    <a:pt x="994940" y="361603"/>
                  </a:lnTo>
                  <a:lnTo>
                    <a:pt x="996045" y="361641"/>
                  </a:lnTo>
                  <a:lnTo>
                    <a:pt x="1003343" y="361906"/>
                  </a:lnTo>
                  <a:lnTo>
                    <a:pt x="1021852" y="362639"/>
                  </a:lnTo>
                  <a:lnTo>
                    <a:pt x="1055219" y="364084"/>
                  </a:lnTo>
                  <a:lnTo>
                    <a:pt x="1105513" y="366473"/>
                  </a:lnTo>
                  <a:lnTo>
                    <a:pt x="1173070" y="370005"/>
                  </a:lnTo>
                  <a:lnTo>
                    <a:pt x="1256538" y="374830"/>
                  </a:lnTo>
                  <a:lnTo>
                    <a:pt x="1353177" y="381037"/>
                  </a:lnTo>
                  <a:lnTo>
                    <a:pt x="1459350" y="388664"/>
                  </a:lnTo>
                  <a:lnTo>
                    <a:pt x="1571095" y="397704"/>
                  </a:lnTo>
                  <a:lnTo>
                    <a:pt x="1684640" y="408132"/>
                  </a:lnTo>
                  <a:lnTo>
                    <a:pt x="1796772" y="419920"/>
                  </a:lnTo>
                  <a:lnTo>
                    <a:pt x="1905025" y="433058"/>
                  </a:lnTo>
                  <a:lnTo>
                    <a:pt x="2007719" y="447570"/>
                  </a:lnTo>
                  <a:lnTo>
                    <a:pt x="2103881" y="463515"/>
                  </a:lnTo>
                  <a:lnTo>
                    <a:pt x="2193124" y="480999"/>
                  </a:lnTo>
                  <a:lnTo>
                    <a:pt x="2275507" y="500169"/>
                  </a:lnTo>
                  <a:lnTo>
                    <a:pt x="2351396" y="521215"/>
                  </a:lnTo>
                  <a:lnTo>
                    <a:pt x="2421366" y="544363"/>
                  </a:lnTo>
                  <a:lnTo>
                    <a:pt x="2486109" y="569866"/>
                  </a:lnTo>
                  <a:lnTo>
                    <a:pt x="2546374" y="597991"/>
                  </a:lnTo>
                  <a:lnTo>
                    <a:pt x="2602918" y="628996"/>
                  </a:lnTo>
                  <a:lnTo>
                    <a:pt x="2656467" y="663085"/>
                  </a:lnTo>
                  <a:lnTo>
                    <a:pt x="2702183" y="696130"/>
                  </a:lnTo>
                  <a:lnTo>
                    <a:pt x="2751732" y="736174"/>
                  </a:lnTo>
                  <a:lnTo>
                    <a:pt x="2799944" y="779454"/>
                  </a:lnTo>
                  <a:lnTo>
                    <a:pt x="2847219" y="826031"/>
                  </a:lnTo>
                  <a:lnTo>
                    <a:pt x="2893873" y="875906"/>
                  </a:lnTo>
                  <a:lnTo>
                    <a:pt x="2940150" y="929003"/>
                  </a:lnTo>
                  <a:lnTo>
                    <a:pt x="2986233" y="985169"/>
                  </a:lnTo>
                  <a:lnTo>
                    <a:pt x="3032250" y="1044166"/>
                  </a:lnTo>
                  <a:lnTo>
                    <a:pt x="3078287" y="1105676"/>
                  </a:lnTo>
                  <a:lnTo>
                    <a:pt x="3124388" y="1169301"/>
                  </a:lnTo>
                  <a:lnTo>
                    <a:pt x="3170566" y="1234573"/>
                  </a:lnTo>
                  <a:lnTo>
                    <a:pt x="3216808" y="1300970"/>
                  </a:lnTo>
                  <a:lnTo>
                    <a:pt x="3263085" y="1367926"/>
                  </a:lnTo>
                  <a:lnTo>
                    <a:pt x="3309361" y="1434859"/>
                  </a:lnTo>
                  <a:lnTo>
                    <a:pt x="3355599" y="1501184"/>
                  </a:lnTo>
                  <a:lnTo>
                    <a:pt x="3401770" y="1566341"/>
                  </a:lnTo>
                  <a:lnTo>
                    <a:pt x="3447865" y="1629810"/>
                  </a:lnTo>
                  <a:lnTo>
                    <a:pt x="3493898" y="1691128"/>
                  </a:lnTo>
                  <a:lnTo>
                    <a:pt x="3539918" y="1749904"/>
                  </a:lnTo>
                  <a:lnTo>
                    <a:pt x="3586010" y="1805827"/>
                  </a:lnTo>
                  <a:lnTo>
                    <a:pt x="3632310" y="1858665"/>
                  </a:lnTo>
                  <a:lnTo>
                    <a:pt x="3679005" y="1908272"/>
                  </a:lnTo>
                  <a:lnTo>
                    <a:pt x="3726344" y="1954579"/>
                  </a:lnTo>
                  <a:lnTo>
                    <a:pt x="3774649" y="1997590"/>
                  </a:lnTo>
                  <a:lnTo>
                    <a:pt x="3820202" y="2034239"/>
                  </a:lnTo>
                  <a:lnTo>
                    <a:pt x="3871640" y="2071161"/>
                  </a:lnTo>
                  <a:lnTo>
                    <a:pt x="3925483" y="2104906"/>
                  </a:lnTo>
                  <a:lnTo>
                    <a:pt x="3982397" y="2135585"/>
                  </a:lnTo>
                  <a:lnTo>
                    <a:pt x="4043113" y="2163411"/>
                  </a:lnTo>
                  <a:lnTo>
                    <a:pt x="4108391" y="2188644"/>
                  </a:lnTo>
                  <a:lnTo>
                    <a:pt x="4178976" y="2211550"/>
                  </a:lnTo>
                  <a:lnTo>
                    <a:pt x="4255549" y="2232381"/>
                  </a:lnTo>
                  <a:lnTo>
                    <a:pt x="4338667" y="2251358"/>
                  </a:lnTo>
                  <a:lnTo>
                    <a:pt x="4428670" y="2268668"/>
                  </a:lnTo>
                  <a:lnTo>
                    <a:pt x="4525574" y="2284452"/>
                  </a:lnTo>
                  <a:lnTo>
                    <a:pt x="4628933" y="2298812"/>
                  </a:lnTo>
                  <a:lnTo>
                    <a:pt x="4737706" y="2311802"/>
                  </a:lnTo>
                  <a:lnTo>
                    <a:pt x="4850126" y="2323442"/>
                  </a:lnTo>
                  <a:lnTo>
                    <a:pt x="4963643" y="2333720"/>
                  </a:lnTo>
                  <a:lnTo>
                    <a:pt x="5074970" y="2342607"/>
                  </a:lnTo>
                  <a:lnTo>
                    <a:pt x="5180293" y="2350079"/>
                  </a:lnTo>
                  <a:lnTo>
                    <a:pt x="5275660" y="2356133"/>
                  </a:lnTo>
                  <a:lnTo>
                    <a:pt x="5357503" y="2360810"/>
                  </a:lnTo>
                  <a:lnTo>
                    <a:pt x="5423212" y="2364209"/>
                  </a:lnTo>
                  <a:lnTo>
                    <a:pt x="5471610" y="2366485"/>
                  </a:lnTo>
                  <a:lnTo>
                    <a:pt x="5503224" y="2367841"/>
                  </a:lnTo>
                  <a:lnTo>
                    <a:pt x="5520305" y="2368511"/>
                  </a:lnTo>
                  <a:lnTo>
                    <a:pt x="5526660" y="2368740"/>
                  </a:lnTo>
                  <a:lnTo>
                    <a:pt x="5527445" y="2368766"/>
                  </a:lnTo>
                  <a:lnTo>
                    <a:pt x="6522385" y="2368766"/>
                  </a:lnTo>
                  <a:lnTo>
                    <a:pt x="6523479" y="2368723"/>
                  </a:lnTo>
                  <a:lnTo>
                    <a:pt x="6530702" y="2368413"/>
                  </a:lnTo>
                  <a:lnTo>
                    <a:pt x="6549024" y="2367557"/>
                  </a:lnTo>
                  <a:lnTo>
                    <a:pt x="6582067" y="2365870"/>
                  </a:lnTo>
                  <a:lnTo>
                    <a:pt x="6631900" y="2363081"/>
                  </a:lnTo>
                  <a:lnTo>
                    <a:pt x="6698881" y="2358956"/>
                  </a:lnTo>
                  <a:lnTo>
                    <a:pt x="6781706" y="2353320"/>
                  </a:lnTo>
                  <a:lnTo>
                    <a:pt x="6877689" y="2346065"/>
                  </a:lnTo>
                  <a:lnTo>
                    <a:pt x="6983249" y="2337148"/>
                  </a:lnTo>
                  <a:lnTo>
                    <a:pt x="7094468" y="2326574"/>
                  </a:lnTo>
                  <a:lnTo>
                    <a:pt x="7207600" y="2314373"/>
                  </a:lnTo>
                  <a:lnTo>
                    <a:pt x="7319441" y="2300577"/>
                  </a:lnTo>
                  <a:lnTo>
                    <a:pt x="7427521" y="2285199"/>
                  </a:lnTo>
                  <a:lnTo>
                    <a:pt x="7530142" y="2268214"/>
                  </a:lnTo>
                  <a:lnTo>
                    <a:pt x="7626312" y="2249555"/>
                  </a:lnTo>
                  <a:lnTo>
                    <a:pt x="7715621" y="2229100"/>
                  </a:lnTo>
                  <a:lnTo>
                    <a:pt x="7798105" y="2206681"/>
                  </a:lnTo>
                  <a:lnTo>
                    <a:pt x="7874113" y="2182080"/>
                  </a:lnTo>
                  <a:lnTo>
                    <a:pt x="7944203" y="2155034"/>
                  </a:lnTo>
                  <a:lnTo>
                    <a:pt x="8009055" y="2125249"/>
                  </a:lnTo>
                  <a:lnTo>
                    <a:pt x="8069405" y="2092414"/>
                  </a:lnTo>
                  <a:lnTo>
                    <a:pt x="8126006" y="2056228"/>
                  </a:lnTo>
                  <a:lnTo>
                    <a:pt x="8179579" y="2016442"/>
                  </a:lnTo>
                  <a:lnTo>
                    <a:pt x="8229629" y="1973972"/>
                  </a:lnTo>
                  <a:lnTo>
                    <a:pt x="8276702" y="1929200"/>
                  </a:lnTo>
                  <a:lnTo>
                    <a:pt x="8322551" y="1880992"/>
                  </a:lnTo>
                  <a:lnTo>
                    <a:pt x="8367523" y="1829279"/>
                  </a:lnTo>
                  <a:lnTo>
                    <a:pt x="8411897" y="1774054"/>
                  </a:lnTo>
                  <a:lnTo>
                    <a:pt x="8455892" y="1715378"/>
                  </a:lnTo>
                  <a:lnTo>
                    <a:pt x="8499675" y="1653388"/>
                  </a:lnTo>
                  <a:lnTo>
                    <a:pt x="8543369" y="1588301"/>
                  </a:lnTo>
                  <a:lnTo>
                    <a:pt x="8587059" y="1520409"/>
                  </a:lnTo>
                  <a:lnTo>
                    <a:pt x="8630794" y="1450087"/>
                  </a:lnTo>
                  <a:lnTo>
                    <a:pt x="8674596" y="1377777"/>
                  </a:lnTo>
                  <a:lnTo>
                    <a:pt x="8718464" y="1303981"/>
                  </a:lnTo>
                  <a:lnTo>
                    <a:pt x="8762380" y="1229252"/>
                  </a:lnTo>
                  <a:lnTo>
                    <a:pt x="8806316" y="1154169"/>
                  </a:lnTo>
                  <a:lnTo>
                    <a:pt x="8850238" y="1079324"/>
                  </a:lnTo>
                  <a:lnTo>
                    <a:pt x="8894118" y="1005302"/>
                  </a:lnTo>
                  <a:lnTo>
                    <a:pt x="8937934" y="932660"/>
                  </a:lnTo>
                  <a:lnTo>
                    <a:pt x="8981680" y="861913"/>
                  </a:lnTo>
                  <a:lnTo>
                    <a:pt x="9025376" y="793515"/>
                  </a:lnTo>
                  <a:lnTo>
                    <a:pt x="9069063" y="727854"/>
                  </a:lnTo>
                  <a:lnTo>
                    <a:pt x="9112821" y="665240"/>
                  </a:lnTo>
                  <a:lnTo>
                    <a:pt x="9156763" y="605904"/>
                  </a:lnTo>
                  <a:lnTo>
                    <a:pt x="9201047" y="549998"/>
                  </a:lnTo>
                  <a:lnTo>
                    <a:pt x="9245883" y="497597"/>
                  </a:lnTo>
                  <a:lnTo>
                    <a:pt x="9291535" y="448708"/>
                  </a:lnTo>
                  <a:lnTo>
                    <a:pt x="9338338" y="403273"/>
                  </a:lnTo>
                  <a:lnTo>
                    <a:pt x="9347647" y="394794"/>
                  </a:lnTo>
                  <a:lnTo>
                    <a:pt x="9398897" y="351370"/>
                  </a:lnTo>
                  <a:lnTo>
                    <a:pt x="9452531" y="311669"/>
                  </a:lnTo>
                  <a:lnTo>
                    <a:pt x="9509209" y="275563"/>
                  </a:lnTo>
                  <a:lnTo>
                    <a:pt x="9569655" y="242801"/>
                  </a:lnTo>
                  <a:lnTo>
                    <a:pt x="9634618" y="213083"/>
                  </a:lnTo>
                  <a:lnTo>
                    <a:pt x="9704837" y="186096"/>
                  </a:lnTo>
                  <a:lnTo>
                    <a:pt x="9780988" y="161547"/>
                  </a:lnTo>
                  <a:lnTo>
                    <a:pt x="9863625" y="139175"/>
                  </a:lnTo>
                  <a:lnTo>
                    <a:pt x="9953093" y="118764"/>
                  </a:lnTo>
                  <a:lnTo>
                    <a:pt x="10049416" y="100144"/>
                  </a:lnTo>
                  <a:lnTo>
                    <a:pt x="10152176" y="83196"/>
                  </a:lnTo>
                  <a:lnTo>
                    <a:pt x="10260364" y="67855"/>
                  </a:lnTo>
                  <a:lnTo>
                    <a:pt x="10372266" y="54095"/>
                  </a:lnTo>
                  <a:lnTo>
                    <a:pt x="10485392" y="41931"/>
                  </a:lnTo>
                  <a:lnTo>
                    <a:pt x="10596525" y="31395"/>
                  </a:lnTo>
                  <a:lnTo>
                    <a:pt x="10701909" y="22516"/>
                  </a:lnTo>
                  <a:lnTo>
                    <a:pt x="10797628" y="15298"/>
                  </a:lnTo>
                  <a:lnTo>
                    <a:pt x="10880116" y="9699"/>
                  </a:lnTo>
                  <a:lnTo>
                    <a:pt x="10946713" y="5607"/>
                  </a:lnTo>
                  <a:lnTo>
                    <a:pt x="10996150" y="2846"/>
                  </a:lnTo>
                  <a:lnTo>
                    <a:pt x="11028827" y="1181"/>
                  </a:lnTo>
                  <a:lnTo>
                    <a:pt x="11046848" y="341"/>
                  </a:lnTo>
                  <a:lnTo>
                    <a:pt x="11053870" y="4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1" name="pl460"/>
            <p:cNvSpPr/>
            <p:nvPr/>
          </p:nvSpPr>
          <p:spPr>
            <a:xfrm>
              <a:off x="1199187" y="2929349"/>
              <a:ext cx="12049831" cy="2368766"/>
            </a:xfrm>
            <a:custGeom>
              <a:avLst/>
              <a:pathLst>
                <a:path w="12049831" h="2368766">
                  <a:moveTo>
                    <a:pt x="12049831" y="0"/>
                  </a:moveTo>
                  <a:lnTo>
                    <a:pt x="11054891" y="0"/>
                  </a:lnTo>
                  <a:lnTo>
                    <a:pt x="11053797" y="43"/>
                  </a:lnTo>
                  <a:lnTo>
                    <a:pt x="11046575" y="353"/>
                  </a:lnTo>
                  <a:lnTo>
                    <a:pt x="11028253" y="1209"/>
                  </a:lnTo>
                  <a:lnTo>
                    <a:pt x="10995209" y="2896"/>
                  </a:lnTo>
                  <a:lnTo>
                    <a:pt x="10945377" y="5685"/>
                  </a:lnTo>
                  <a:lnTo>
                    <a:pt x="10878395" y="9810"/>
                  </a:lnTo>
                  <a:lnTo>
                    <a:pt x="10795571" y="15445"/>
                  </a:lnTo>
                  <a:lnTo>
                    <a:pt x="10699587" y="22700"/>
                  </a:lnTo>
                  <a:lnTo>
                    <a:pt x="10594027" y="31618"/>
                  </a:lnTo>
                  <a:lnTo>
                    <a:pt x="10482809" y="42192"/>
                  </a:lnTo>
                  <a:lnTo>
                    <a:pt x="10369677" y="54393"/>
                  </a:lnTo>
                  <a:lnTo>
                    <a:pt x="10257835" y="68189"/>
                  </a:lnTo>
                  <a:lnTo>
                    <a:pt x="10149755" y="83567"/>
                  </a:lnTo>
                  <a:lnTo>
                    <a:pt x="10047134" y="100551"/>
                  </a:lnTo>
                  <a:lnTo>
                    <a:pt x="9950965" y="119211"/>
                  </a:lnTo>
                  <a:lnTo>
                    <a:pt x="9861656" y="139665"/>
                  </a:lnTo>
                  <a:lnTo>
                    <a:pt x="9779172" y="162084"/>
                  </a:lnTo>
                  <a:lnTo>
                    <a:pt x="9703163" y="186686"/>
                  </a:lnTo>
                  <a:lnTo>
                    <a:pt x="9633073" y="213732"/>
                  </a:lnTo>
                  <a:lnTo>
                    <a:pt x="9568222" y="243517"/>
                  </a:lnTo>
                  <a:lnTo>
                    <a:pt x="9507871" y="276352"/>
                  </a:lnTo>
                  <a:lnTo>
                    <a:pt x="9451271" y="312538"/>
                  </a:lnTo>
                  <a:lnTo>
                    <a:pt x="9397698" y="352323"/>
                  </a:lnTo>
                  <a:lnTo>
                    <a:pt x="9347647" y="394794"/>
                  </a:lnTo>
                  <a:lnTo>
                    <a:pt x="9300574" y="439566"/>
                  </a:lnTo>
                  <a:lnTo>
                    <a:pt x="9254726" y="487774"/>
                  </a:lnTo>
                  <a:lnTo>
                    <a:pt x="9209753" y="539487"/>
                  </a:lnTo>
                  <a:lnTo>
                    <a:pt x="9165379" y="594712"/>
                  </a:lnTo>
                  <a:lnTo>
                    <a:pt x="9121384" y="653388"/>
                  </a:lnTo>
                  <a:lnTo>
                    <a:pt x="9077601" y="715377"/>
                  </a:lnTo>
                  <a:lnTo>
                    <a:pt x="9033907" y="780465"/>
                  </a:lnTo>
                  <a:lnTo>
                    <a:pt x="8990218" y="848356"/>
                  </a:lnTo>
                  <a:lnTo>
                    <a:pt x="8946483" y="918679"/>
                  </a:lnTo>
                  <a:lnTo>
                    <a:pt x="8902681" y="990989"/>
                  </a:lnTo>
                  <a:lnTo>
                    <a:pt x="8858813" y="1064784"/>
                  </a:lnTo>
                  <a:lnTo>
                    <a:pt x="8814896" y="1139514"/>
                  </a:lnTo>
                  <a:lnTo>
                    <a:pt x="8770961" y="1214597"/>
                  </a:lnTo>
                  <a:lnTo>
                    <a:pt x="8727038" y="1289442"/>
                  </a:lnTo>
                  <a:lnTo>
                    <a:pt x="8683159" y="1363464"/>
                  </a:lnTo>
                  <a:lnTo>
                    <a:pt x="8639343" y="1436105"/>
                  </a:lnTo>
                  <a:lnTo>
                    <a:pt x="8595596" y="1506853"/>
                  </a:lnTo>
                  <a:lnTo>
                    <a:pt x="8551901" y="1575250"/>
                  </a:lnTo>
                  <a:lnTo>
                    <a:pt x="8508213" y="1640911"/>
                  </a:lnTo>
                  <a:lnTo>
                    <a:pt x="8464456" y="1703525"/>
                  </a:lnTo>
                  <a:lnTo>
                    <a:pt x="8420514" y="1762862"/>
                  </a:lnTo>
                  <a:lnTo>
                    <a:pt x="8376229" y="1818768"/>
                  </a:lnTo>
                  <a:lnTo>
                    <a:pt x="8331393" y="1871168"/>
                  </a:lnTo>
                  <a:lnTo>
                    <a:pt x="8285741" y="1920057"/>
                  </a:lnTo>
                  <a:lnTo>
                    <a:pt x="8238938" y="1965492"/>
                  </a:lnTo>
                  <a:lnTo>
                    <a:pt x="8229629" y="1973972"/>
                  </a:lnTo>
                  <a:lnTo>
                    <a:pt x="8178380" y="2017396"/>
                  </a:lnTo>
                  <a:lnTo>
                    <a:pt x="8124745" y="2057096"/>
                  </a:lnTo>
                  <a:lnTo>
                    <a:pt x="8068067" y="2093203"/>
                  </a:lnTo>
                  <a:lnTo>
                    <a:pt x="8007622" y="2125965"/>
                  </a:lnTo>
                  <a:lnTo>
                    <a:pt x="7942659" y="2155683"/>
                  </a:lnTo>
                  <a:lnTo>
                    <a:pt x="7872440" y="2182670"/>
                  </a:lnTo>
                  <a:lnTo>
                    <a:pt x="7796289" y="2207219"/>
                  </a:lnTo>
                  <a:lnTo>
                    <a:pt x="7713651" y="2229590"/>
                  </a:lnTo>
                  <a:lnTo>
                    <a:pt x="7624184" y="2250002"/>
                  </a:lnTo>
                  <a:lnTo>
                    <a:pt x="7527860" y="2268622"/>
                  </a:lnTo>
                  <a:lnTo>
                    <a:pt x="7425101" y="2285569"/>
                  </a:lnTo>
                  <a:lnTo>
                    <a:pt x="7316912" y="2300911"/>
                  </a:lnTo>
                  <a:lnTo>
                    <a:pt x="7205011" y="2314670"/>
                  </a:lnTo>
                  <a:lnTo>
                    <a:pt x="7091884" y="2326834"/>
                  </a:lnTo>
                  <a:lnTo>
                    <a:pt x="6980752" y="2337371"/>
                  </a:lnTo>
                  <a:lnTo>
                    <a:pt x="6875368" y="2346250"/>
                  </a:lnTo>
                  <a:lnTo>
                    <a:pt x="6779648" y="2353467"/>
                  </a:lnTo>
                  <a:lnTo>
                    <a:pt x="6697161" y="2359067"/>
                  </a:lnTo>
                  <a:lnTo>
                    <a:pt x="6630564" y="2363159"/>
                  </a:lnTo>
                  <a:lnTo>
                    <a:pt x="6581127" y="2365920"/>
                  </a:lnTo>
                  <a:lnTo>
                    <a:pt x="6548450" y="2367585"/>
                  </a:lnTo>
                  <a:lnTo>
                    <a:pt x="6530428" y="2368425"/>
                  </a:lnTo>
                  <a:lnTo>
                    <a:pt x="6523407" y="2368726"/>
                  </a:lnTo>
                  <a:lnTo>
                    <a:pt x="6522385" y="2368766"/>
                  </a:lnTo>
                  <a:lnTo>
                    <a:pt x="5527445" y="2368766"/>
                  </a:lnTo>
                  <a:lnTo>
                    <a:pt x="5526340" y="2368729"/>
                  </a:lnTo>
                  <a:lnTo>
                    <a:pt x="5519042" y="2368463"/>
                  </a:lnTo>
                  <a:lnTo>
                    <a:pt x="5500533" y="2367730"/>
                  </a:lnTo>
                  <a:lnTo>
                    <a:pt x="5467166" y="2366285"/>
                  </a:lnTo>
                  <a:lnTo>
                    <a:pt x="5416872" y="2363896"/>
                  </a:lnTo>
                  <a:lnTo>
                    <a:pt x="5349315" y="2360364"/>
                  </a:lnTo>
                  <a:lnTo>
                    <a:pt x="5265847" y="2355540"/>
                  </a:lnTo>
                  <a:lnTo>
                    <a:pt x="5169208" y="2349332"/>
                  </a:lnTo>
                  <a:lnTo>
                    <a:pt x="5063035" y="2341705"/>
                  </a:lnTo>
                  <a:lnTo>
                    <a:pt x="4951290" y="2332665"/>
                  </a:lnTo>
                  <a:lnTo>
                    <a:pt x="4837745" y="2322237"/>
                  </a:lnTo>
                  <a:lnTo>
                    <a:pt x="4725613" y="2310450"/>
                  </a:lnTo>
                  <a:lnTo>
                    <a:pt x="4617360" y="2297311"/>
                  </a:lnTo>
                  <a:lnTo>
                    <a:pt x="4514666" y="2282800"/>
                  </a:lnTo>
                  <a:lnTo>
                    <a:pt x="4418504" y="2266854"/>
                  </a:lnTo>
                  <a:lnTo>
                    <a:pt x="4329261" y="2249370"/>
                  </a:lnTo>
                  <a:lnTo>
                    <a:pt x="4246878" y="2230200"/>
                  </a:lnTo>
                  <a:lnTo>
                    <a:pt x="4170989" y="2209154"/>
                  </a:lnTo>
                  <a:lnTo>
                    <a:pt x="4101019" y="2186007"/>
                  </a:lnTo>
                  <a:lnTo>
                    <a:pt x="4036276" y="2160504"/>
                  </a:lnTo>
                  <a:lnTo>
                    <a:pt x="3976011" y="2132378"/>
                  </a:lnTo>
                  <a:lnTo>
                    <a:pt x="3919467" y="2101374"/>
                  </a:lnTo>
                  <a:lnTo>
                    <a:pt x="3865918" y="2067285"/>
                  </a:lnTo>
                  <a:lnTo>
                    <a:pt x="3820202" y="2034239"/>
                  </a:lnTo>
                  <a:lnTo>
                    <a:pt x="3770653" y="1994195"/>
                  </a:lnTo>
                  <a:lnTo>
                    <a:pt x="3722441" y="1950916"/>
                  </a:lnTo>
                  <a:lnTo>
                    <a:pt x="3675166" y="1904338"/>
                  </a:lnTo>
                  <a:lnTo>
                    <a:pt x="3628512" y="1854463"/>
                  </a:lnTo>
                  <a:lnTo>
                    <a:pt x="3582235" y="1801366"/>
                  </a:lnTo>
                  <a:lnTo>
                    <a:pt x="3536152" y="1745201"/>
                  </a:lnTo>
                  <a:lnTo>
                    <a:pt x="3490135" y="1686203"/>
                  </a:lnTo>
                  <a:lnTo>
                    <a:pt x="3444098" y="1624694"/>
                  </a:lnTo>
                  <a:lnTo>
                    <a:pt x="3397997" y="1561069"/>
                  </a:lnTo>
                  <a:lnTo>
                    <a:pt x="3351819" y="1495796"/>
                  </a:lnTo>
                  <a:lnTo>
                    <a:pt x="3305577" y="1429400"/>
                  </a:lnTo>
                  <a:lnTo>
                    <a:pt x="3259300" y="1362443"/>
                  </a:lnTo>
                  <a:lnTo>
                    <a:pt x="3213024" y="1295511"/>
                  </a:lnTo>
                  <a:lnTo>
                    <a:pt x="3166786" y="1229185"/>
                  </a:lnTo>
                  <a:lnTo>
                    <a:pt x="3120615" y="1164028"/>
                  </a:lnTo>
                  <a:lnTo>
                    <a:pt x="3074520" y="1100560"/>
                  </a:lnTo>
                  <a:lnTo>
                    <a:pt x="3028487" y="1039242"/>
                  </a:lnTo>
                  <a:lnTo>
                    <a:pt x="2982467" y="980465"/>
                  </a:lnTo>
                  <a:lnTo>
                    <a:pt x="2936375" y="924543"/>
                  </a:lnTo>
                  <a:lnTo>
                    <a:pt x="2890075" y="871705"/>
                  </a:lnTo>
                  <a:lnTo>
                    <a:pt x="2843380" y="822098"/>
                  </a:lnTo>
                  <a:lnTo>
                    <a:pt x="2796041" y="775790"/>
                  </a:lnTo>
                  <a:lnTo>
                    <a:pt x="2747736" y="732779"/>
                  </a:lnTo>
                  <a:lnTo>
                    <a:pt x="2702183" y="696130"/>
                  </a:lnTo>
                  <a:lnTo>
                    <a:pt x="2650745" y="659208"/>
                  </a:lnTo>
                  <a:lnTo>
                    <a:pt x="2596902" y="625463"/>
                  </a:lnTo>
                  <a:lnTo>
                    <a:pt x="2539988" y="594785"/>
                  </a:lnTo>
                  <a:lnTo>
                    <a:pt x="2479272" y="566958"/>
                  </a:lnTo>
                  <a:lnTo>
                    <a:pt x="2413994" y="541726"/>
                  </a:lnTo>
                  <a:lnTo>
                    <a:pt x="2343409" y="518819"/>
                  </a:lnTo>
                  <a:lnTo>
                    <a:pt x="2266836" y="497989"/>
                  </a:lnTo>
                  <a:lnTo>
                    <a:pt x="2183718" y="479011"/>
                  </a:lnTo>
                  <a:lnTo>
                    <a:pt x="2093715" y="461702"/>
                  </a:lnTo>
                  <a:lnTo>
                    <a:pt x="1996811" y="445917"/>
                  </a:lnTo>
                  <a:lnTo>
                    <a:pt x="1893452" y="431558"/>
                  </a:lnTo>
                  <a:lnTo>
                    <a:pt x="1784679" y="418567"/>
                  </a:lnTo>
                  <a:lnTo>
                    <a:pt x="1672259" y="406927"/>
                  </a:lnTo>
                  <a:lnTo>
                    <a:pt x="1558742" y="396649"/>
                  </a:lnTo>
                  <a:lnTo>
                    <a:pt x="1447415" y="387762"/>
                  </a:lnTo>
                  <a:lnTo>
                    <a:pt x="1342092" y="380291"/>
                  </a:lnTo>
                  <a:lnTo>
                    <a:pt x="1246725" y="374237"/>
                  </a:lnTo>
                  <a:lnTo>
                    <a:pt x="1164882" y="369559"/>
                  </a:lnTo>
                  <a:lnTo>
                    <a:pt x="1099173" y="366160"/>
                  </a:lnTo>
                  <a:lnTo>
                    <a:pt x="1050775" y="363884"/>
                  </a:lnTo>
                  <a:lnTo>
                    <a:pt x="1019161" y="362529"/>
                  </a:lnTo>
                  <a:lnTo>
                    <a:pt x="1002080" y="361859"/>
                  </a:lnTo>
                  <a:lnTo>
                    <a:pt x="995725" y="361630"/>
                  </a:lnTo>
                  <a:lnTo>
                    <a:pt x="994940" y="361603"/>
                  </a:lnTo>
                  <a:lnTo>
                    <a:pt x="0" y="361603"/>
                  </a:lnTo>
                  <a:lnTo>
                    <a:pt x="0" y="3616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2" name="pg461"/>
            <p:cNvSpPr/>
            <p:nvPr/>
          </p:nvSpPr>
          <p:spPr>
            <a:xfrm>
              <a:off x="1199187" y="3296194"/>
              <a:ext cx="12049831" cy="2017644"/>
            </a:xfrm>
            <a:custGeom>
              <a:avLst/>
              <a:pathLst>
                <a:path w="12049831" h="2017644">
                  <a:moveTo>
                    <a:pt x="0" y="5240"/>
                  </a:moveTo>
                  <a:lnTo>
                    <a:pt x="994940" y="5240"/>
                  </a:lnTo>
                  <a:lnTo>
                    <a:pt x="996045" y="5277"/>
                  </a:lnTo>
                  <a:lnTo>
                    <a:pt x="1003342" y="5544"/>
                  </a:lnTo>
                  <a:lnTo>
                    <a:pt x="1021848" y="6279"/>
                  </a:lnTo>
                  <a:lnTo>
                    <a:pt x="1055211" y="7727"/>
                  </a:lnTo>
                  <a:lnTo>
                    <a:pt x="1105499" y="10122"/>
                  </a:lnTo>
                  <a:lnTo>
                    <a:pt x="1173048" y="13663"/>
                  </a:lnTo>
                  <a:lnTo>
                    <a:pt x="1256507" y="18499"/>
                  </a:lnTo>
                  <a:lnTo>
                    <a:pt x="1353138" y="24722"/>
                  </a:lnTo>
                  <a:lnTo>
                    <a:pt x="1459303" y="32368"/>
                  </a:lnTo>
                  <a:lnTo>
                    <a:pt x="1571040" y="41431"/>
                  </a:lnTo>
                  <a:lnTo>
                    <a:pt x="1684580" y="51884"/>
                  </a:lnTo>
                  <a:lnTo>
                    <a:pt x="1796708" y="63702"/>
                  </a:lnTo>
                  <a:lnTo>
                    <a:pt x="1904959" y="76873"/>
                  </a:lnTo>
                  <a:lnTo>
                    <a:pt x="2007651" y="91421"/>
                  </a:lnTo>
                  <a:lnTo>
                    <a:pt x="2103813" y="107406"/>
                  </a:lnTo>
                  <a:lnTo>
                    <a:pt x="2193058" y="124934"/>
                  </a:lnTo>
                  <a:lnTo>
                    <a:pt x="2275442" y="144152"/>
                  </a:lnTo>
                  <a:lnTo>
                    <a:pt x="2351333" y="165250"/>
                  </a:lnTo>
                  <a:lnTo>
                    <a:pt x="2421305" y="188455"/>
                  </a:lnTo>
                  <a:lnTo>
                    <a:pt x="2486049" y="214021"/>
                  </a:lnTo>
                  <a:lnTo>
                    <a:pt x="2546315" y="242216"/>
                  </a:lnTo>
                  <a:lnTo>
                    <a:pt x="2602859" y="273296"/>
                  </a:lnTo>
                  <a:lnTo>
                    <a:pt x="2656409" y="307469"/>
                  </a:lnTo>
                  <a:lnTo>
                    <a:pt x="2702183" y="340641"/>
                  </a:lnTo>
                  <a:lnTo>
                    <a:pt x="2751695" y="380757"/>
                  </a:lnTo>
                  <a:lnTo>
                    <a:pt x="2799871" y="424112"/>
                  </a:lnTo>
                  <a:lnTo>
                    <a:pt x="2847111" y="470769"/>
                  </a:lnTo>
                  <a:lnTo>
                    <a:pt x="2893731" y="520727"/>
                  </a:lnTo>
                  <a:lnTo>
                    <a:pt x="2939973" y="573911"/>
                  </a:lnTo>
                  <a:lnTo>
                    <a:pt x="2986020" y="630167"/>
                  </a:lnTo>
                  <a:lnTo>
                    <a:pt x="3032003" y="689260"/>
                  </a:lnTo>
                  <a:lnTo>
                    <a:pt x="3078004" y="750869"/>
                  </a:lnTo>
                  <a:lnTo>
                    <a:pt x="3124069" y="814599"/>
                  </a:lnTo>
                  <a:lnTo>
                    <a:pt x="3170210" y="879982"/>
                  </a:lnTo>
                  <a:lnTo>
                    <a:pt x="3216417" y="946494"/>
                  </a:lnTo>
                  <a:lnTo>
                    <a:pt x="3262658" y="1013571"/>
                  </a:lnTo>
                  <a:lnTo>
                    <a:pt x="3308899" y="1080630"/>
                  </a:lnTo>
                  <a:lnTo>
                    <a:pt x="3355102" y="1147086"/>
                  </a:lnTo>
                  <a:lnTo>
                    <a:pt x="3401239" y="1212379"/>
                  </a:lnTo>
                  <a:lnTo>
                    <a:pt x="3447299" y="1275988"/>
                  </a:lnTo>
                  <a:lnTo>
                    <a:pt x="3493297" y="1337449"/>
                  </a:lnTo>
                  <a:lnTo>
                    <a:pt x="3539281" y="1396370"/>
                  </a:lnTo>
                  <a:lnTo>
                    <a:pt x="3585336" y="1452438"/>
                  </a:lnTo>
                  <a:lnTo>
                    <a:pt x="3631596" y="1505421"/>
                  </a:lnTo>
                  <a:lnTo>
                    <a:pt x="3678248" y="1555171"/>
                  </a:lnTo>
                  <a:lnTo>
                    <a:pt x="3725537" y="1601618"/>
                  </a:lnTo>
                  <a:lnTo>
                    <a:pt x="3773785" y="1644765"/>
                  </a:lnTo>
                  <a:lnTo>
                    <a:pt x="3820202" y="1682243"/>
                  </a:lnTo>
                  <a:lnTo>
                    <a:pt x="3871637" y="1719260"/>
                  </a:lnTo>
                  <a:lnTo>
                    <a:pt x="3925478" y="1753091"/>
                  </a:lnTo>
                  <a:lnTo>
                    <a:pt x="3982388" y="1783849"/>
                  </a:lnTo>
                  <a:lnTo>
                    <a:pt x="4043101" y="1811747"/>
                  </a:lnTo>
                  <a:lnTo>
                    <a:pt x="4108375" y="1837045"/>
                  </a:lnTo>
                  <a:lnTo>
                    <a:pt x="4178954" y="1860011"/>
                  </a:lnTo>
                  <a:lnTo>
                    <a:pt x="4255522" y="1880895"/>
                  </a:lnTo>
                  <a:lnTo>
                    <a:pt x="4338634" y="1899922"/>
                  </a:lnTo>
                  <a:lnTo>
                    <a:pt x="4428630" y="1917277"/>
                  </a:lnTo>
                  <a:lnTo>
                    <a:pt x="4525525" y="1933102"/>
                  </a:lnTo>
                  <a:lnTo>
                    <a:pt x="4628876" y="1947499"/>
                  </a:lnTo>
                  <a:lnTo>
                    <a:pt x="4737641" y="1960524"/>
                  </a:lnTo>
                  <a:lnTo>
                    <a:pt x="4850054" y="1972195"/>
                  </a:lnTo>
                  <a:lnTo>
                    <a:pt x="4963566" y="1982500"/>
                  </a:lnTo>
                  <a:lnTo>
                    <a:pt x="5074891" y="1991411"/>
                  </a:lnTo>
                  <a:lnTo>
                    <a:pt x="5180215" y="1998902"/>
                  </a:lnTo>
                  <a:lnTo>
                    <a:pt x="5275587" y="2004973"/>
                  </a:lnTo>
                  <a:lnTo>
                    <a:pt x="5357439" y="2009664"/>
                  </a:lnTo>
                  <a:lnTo>
                    <a:pt x="5423160" y="2013072"/>
                  </a:lnTo>
                  <a:lnTo>
                    <a:pt x="5471571" y="2015355"/>
                  </a:lnTo>
                  <a:lnTo>
                    <a:pt x="5503200" y="2016715"/>
                  </a:lnTo>
                  <a:lnTo>
                    <a:pt x="5520293" y="2017387"/>
                  </a:lnTo>
                  <a:lnTo>
                    <a:pt x="5526657" y="2017617"/>
                  </a:lnTo>
                  <a:lnTo>
                    <a:pt x="5527445" y="2017644"/>
                  </a:lnTo>
                  <a:lnTo>
                    <a:pt x="6522385" y="2017644"/>
                  </a:lnTo>
                  <a:lnTo>
                    <a:pt x="6523501" y="2017613"/>
                  </a:lnTo>
                  <a:lnTo>
                    <a:pt x="6530868" y="2017396"/>
                  </a:lnTo>
                  <a:lnTo>
                    <a:pt x="6549544" y="2016797"/>
                  </a:lnTo>
                  <a:lnTo>
                    <a:pt x="6583201" y="2015616"/>
                  </a:lnTo>
                  <a:lnTo>
                    <a:pt x="6633909" y="2013664"/>
                  </a:lnTo>
                  <a:lnTo>
                    <a:pt x="6701981" y="2010778"/>
                  </a:lnTo>
                  <a:lnTo>
                    <a:pt x="6786025" y="2006838"/>
                  </a:lnTo>
                  <a:lnTo>
                    <a:pt x="6883250" y="2001770"/>
                  </a:lnTo>
                  <a:lnTo>
                    <a:pt x="6989969" y="1995545"/>
                  </a:lnTo>
                  <a:lnTo>
                    <a:pt x="7102181" y="1988169"/>
                  </a:lnTo>
                  <a:lnTo>
                    <a:pt x="7216091" y="1979665"/>
                  </a:lnTo>
                  <a:lnTo>
                    <a:pt x="7328477" y="1970052"/>
                  </a:lnTo>
                  <a:lnTo>
                    <a:pt x="7436882" y="1959340"/>
                  </a:lnTo>
                  <a:lnTo>
                    <a:pt x="7539636" y="1947507"/>
                  </a:lnTo>
                  <a:lnTo>
                    <a:pt x="7635788" y="1934503"/>
                  </a:lnTo>
                  <a:lnTo>
                    <a:pt x="7724971" y="1920241"/>
                  </a:lnTo>
                  <a:lnTo>
                    <a:pt x="7807261" y="1904598"/>
                  </a:lnTo>
                  <a:lnTo>
                    <a:pt x="7883044" y="1887418"/>
                  </a:lnTo>
                  <a:lnTo>
                    <a:pt x="7952908" y="1868515"/>
                  </a:lnTo>
                  <a:lnTo>
                    <a:pt x="8017555" y="1847679"/>
                  </a:lnTo>
                  <a:lnTo>
                    <a:pt x="8077744" y="1824693"/>
                  </a:lnTo>
                  <a:lnTo>
                    <a:pt x="8134239" y="1799349"/>
                  </a:lnTo>
                  <a:lnTo>
                    <a:pt x="8187771" y="1771483"/>
                  </a:lnTo>
                  <a:lnTo>
                    <a:pt x="8229629" y="1746878"/>
                  </a:lnTo>
                  <a:lnTo>
                    <a:pt x="8282026" y="1712493"/>
                  </a:lnTo>
                  <a:lnTo>
                    <a:pt x="8332952" y="1675171"/>
                  </a:lnTo>
                  <a:lnTo>
                    <a:pt x="8382875" y="1634856"/>
                  </a:lnTo>
                  <a:lnTo>
                    <a:pt x="8432155" y="1591558"/>
                  </a:lnTo>
                  <a:lnTo>
                    <a:pt x="8481064" y="1545366"/>
                  </a:lnTo>
                  <a:lnTo>
                    <a:pt x="8529804" y="1496448"/>
                  </a:lnTo>
                  <a:lnTo>
                    <a:pt x="8578509" y="1445056"/>
                  </a:lnTo>
                  <a:lnTo>
                    <a:pt x="8627260" y="1391525"/>
                  </a:lnTo>
                  <a:lnTo>
                    <a:pt x="8676094" y="1336268"/>
                  </a:lnTo>
                  <a:lnTo>
                    <a:pt x="8725008" y="1279761"/>
                  </a:lnTo>
                  <a:lnTo>
                    <a:pt x="8773978" y="1222531"/>
                  </a:lnTo>
                  <a:lnTo>
                    <a:pt x="8822961" y="1165133"/>
                  </a:lnTo>
                  <a:lnTo>
                    <a:pt x="8871913" y="1108128"/>
                  </a:lnTo>
                  <a:lnTo>
                    <a:pt x="8920798" y="1052062"/>
                  </a:lnTo>
                  <a:lnTo>
                    <a:pt x="8969596" y="997444"/>
                  </a:lnTo>
                  <a:lnTo>
                    <a:pt x="9018322" y="944726"/>
                  </a:lnTo>
                  <a:lnTo>
                    <a:pt x="9067029" y="894291"/>
                  </a:lnTo>
                  <a:lnTo>
                    <a:pt x="9115817" y="846442"/>
                  </a:lnTo>
                  <a:lnTo>
                    <a:pt x="9164847" y="801396"/>
                  </a:lnTo>
                  <a:lnTo>
                    <a:pt x="9214347" y="759290"/>
                  </a:lnTo>
                  <a:lnTo>
                    <a:pt x="9264624" y="720179"/>
                  </a:lnTo>
                  <a:lnTo>
                    <a:pt x="9316079" y="684046"/>
                  </a:lnTo>
                  <a:lnTo>
                    <a:pt x="9347647" y="663813"/>
                  </a:lnTo>
                  <a:lnTo>
                    <a:pt x="9399255" y="633836"/>
                  </a:lnTo>
                  <a:lnTo>
                    <a:pt x="9453284" y="606448"/>
                  </a:lnTo>
                  <a:lnTo>
                    <a:pt x="9510409" y="581556"/>
                  </a:lnTo>
                  <a:lnTo>
                    <a:pt x="9571368" y="558986"/>
                  </a:lnTo>
                  <a:lnTo>
                    <a:pt x="9636927" y="538526"/>
                  </a:lnTo>
                  <a:lnTo>
                    <a:pt x="9707839" y="519957"/>
                  </a:lnTo>
                  <a:lnTo>
                    <a:pt x="9784791" y="503076"/>
                  </a:lnTo>
                  <a:lnTo>
                    <a:pt x="9868340" y="487700"/>
                  </a:lnTo>
                  <a:lnTo>
                    <a:pt x="9958823" y="473680"/>
                  </a:lnTo>
                  <a:lnTo>
                    <a:pt x="10056244" y="460899"/>
                  </a:lnTo>
                  <a:lnTo>
                    <a:pt x="10160140" y="449278"/>
                  </a:lnTo>
                  <a:lnTo>
                    <a:pt x="10269433" y="438770"/>
                  </a:lnTo>
                  <a:lnTo>
                    <a:pt x="10382312" y="429362"/>
                  </a:lnTo>
                  <a:lnTo>
                    <a:pt x="10496171" y="421065"/>
                  </a:lnTo>
                  <a:lnTo>
                    <a:pt x="10607662" y="413902"/>
                  </a:lnTo>
                  <a:lnTo>
                    <a:pt x="10712919" y="407893"/>
                  </a:lnTo>
                  <a:lnTo>
                    <a:pt x="10807955" y="403037"/>
                  </a:lnTo>
                  <a:lnTo>
                    <a:pt x="10889208" y="399300"/>
                  </a:lnTo>
                  <a:lnTo>
                    <a:pt x="10954112" y="396598"/>
                  </a:lnTo>
                  <a:lnTo>
                    <a:pt x="11001577" y="394802"/>
                  </a:lnTo>
                  <a:lnTo>
                    <a:pt x="11032245" y="393744"/>
                  </a:lnTo>
                  <a:lnTo>
                    <a:pt x="11048499" y="393231"/>
                  </a:lnTo>
                  <a:lnTo>
                    <a:pt x="11054283" y="393063"/>
                  </a:lnTo>
                  <a:lnTo>
                    <a:pt x="11054891" y="393047"/>
                  </a:lnTo>
                  <a:lnTo>
                    <a:pt x="12049831" y="393047"/>
                  </a:lnTo>
                  <a:lnTo>
                    <a:pt x="12049831" y="387806"/>
                  </a:lnTo>
                  <a:lnTo>
                    <a:pt x="11054891" y="387806"/>
                  </a:lnTo>
                  <a:lnTo>
                    <a:pt x="11053775" y="387837"/>
                  </a:lnTo>
                  <a:lnTo>
                    <a:pt x="11046409" y="388054"/>
                  </a:lnTo>
                  <a:lnTo>
                    <a:pt x="11027733" y="388653"/>
                  </a:lnTo>
                  <a:lnTo>
                    <a:pt x="10994075" y="389834"/>
                  </a:lnTo>
                  <a:lnTo>
                    <a:pt x="10943367" y="391786"/>
                  </a:lnTo>
                  <a:lnTo>
                    <a:pt x="10875295" y="394672"/>
                  </a:lnTo>
                  <a:lnTo>
                    <a:pt x="10791251" y="398612"/>
                  </a:lnTo>
                  <a:lnTo>
                    <a:pt x="10694026" y="403680"/>
                  </a:lnTo>
                  <a:lnTo>
                    <a:pt x="10587308" y="409905"/>
                  </a:lnTo>
                  <a:lnTo>
                    <a:pt x="10475096" y="417281"/>
                  </a:lnTo>
                  <a:lnTo>
                    <a:pt x="10361186" y="425785"/>
                  </a:lnTo>
                  <a:lnTo>
                    <a:pt x="10248799" y="435398"/>
                  </a:lnTo>
                  <a:lnTo>
                    <a:pt x="10140395" y="446110"/>
                  </a:lnTo>
                  <a:lnTo>
                    <a:pt x="10037641" y="457943"/>
                  </a:lnTo>
                  <a:lnTo>
                    <a:pt x="9941489" y="470947"/>
                  </a:lnTo>
                  <a:lnTo>
                    <a:pt x="9852305" y="485209"/>
                  </a:lnTo>
                  <a:lnTo>
                    <a:pt x="9770015" y="500852"/>
                  </a:lnTo>
                  <a:lnTo>
                    <a:pt x="9694232" y="518032"/>
                  </a:lnTo>
                  <a:lnTo>
                    <a:pt x="9624369" y="536935"/>
                  </a:lnTo>
                  <a:lnTo>
                    <a:pt x="9559722" y="557771"/>
                  </a:lnTo>
                  <a:lnTo>
                    <a:pt x="9499532" y="580757"/>
                  </a:lnTo>
                  <a:lnTo>
                    <a:pt x="9443037" y="606101"/>
                  </a:lnTo>
                  <a:lnTo>
                    <a:pt x="9389506" y="633967"/>
                  </a:lnTo>
                  <a:lnTo>
                    <a:pt x="9347647" y="658573"/>
                  </a:lnTo>
                  <a:lnTo>
                    <a:pt x="9295251" y="692957"/>
                  </a:lnTo>
                  <a:lnTo>
                    <a:pt x="9244324" y="730279"/>
                  </a:lnTo>
                  <a:lnTo>
                    <a:pt x="9194401" y="770594"/>
                  </a:lnTo>
                  <a:lnTo>
                    <a:pt x="9145122" y="813892"/>
                  </a:lnTo>
                  <a:lnTo>
                    <a:pt x="9096212" y="860084"/>
                  </a:lnTo>
                  <a:lnTo>
                    <a:pt x="9047473" y="909002"/>
                  </a:lnTo>
                  <a:lnTo>
                    <a:pt x="8998768" y="960395"/>
                  </a:lnTo>
                  <a:lnTo>
                    <a:pt x="8950016" y="1013925"/>
                  </a:lnTo>
                  <a:lnTo>
                    <a:pt x="8901183" y="1069182"/>
                  </a:lnTo>
                  <a:lnTo>
                    <a:pt x="8852268" y="1125689"/>
                  </a:lnTo>
                  <a:lnTo>
                    <a:pt x="8803298" y="1182919"/>
                  </a:lnTo>
                  <a:lnTo>
                    <a:pt x="8754315" y="1240317"/>
                  </a:lnTo>
                  <a:lnTo>
                    <a:pt x="8705363" y="1297322"/>
                  </a:lnTo>
                  <a:lnTo>
                    <a:pt x="8656479" y="1353388"/>
                  </a:lnTo>
                  <a:lnTo>
                    <a:pt x="8607680" y="1408006"/>
                  </a:lnTo>
                  <a:lnTo>
                    <a:pt x="8558954" y="1460724"/>
                  </a:lnTo>
                  <a:lnTo>
                    <a:pt x="8510248" y="1511159"/>
                  </a:lnTo>
                  <a:lnTo>
                    <a:pt x="8461460" y="1559008"/>
                  </a:lnTo>
                  <a:lnTo>
                    <a:pt x="8412429" y="1604054"/>
                  </a:lnTo>
                  <a:lnTo>
                    <a:pt x="8362929" y="1646160"/>
                  </a:lnTo>
                  <a:lnTo>
                    <a:pt x="8312652" y="1685271"/>
                  </a:lnTo>
                  <a:lnTo>
                    <a:pt x="8261198" y="1721404"/>
                  </a:lnTo>
                  <a:lnTo>
                    <a:pt x="8229629" y="1741637"/>
                  </a:lnTo>
                  <a:lnTo>
                    <a:pt x="8178022" y="1771614"/>
                  </a:lnTo>
                  <a:lnTo>
                    <a:pt x="8123992" y="1799002"/>
                  </a:lnTo>
                  <a:lnTo>
                    <a:pt x="8066868" y="1823894"/>
                  </a:lnTo>
                  <a:lnTo>
                    <a:pt x="8005909" y="1846464"/>
                  </a:lnTo>
                  <a:lnTo>
                    <a:pt x="7940349" y="1866924"/>
                  </a:lnTo>
                  <a:lnTo>
                    <a:pt x="7869437" y="1885493"/>
                  </a:lnTo>
                  <a:lnTo>
                    <a:pt x="7792486" y="1902374"/>
                  </a:lnTo>
                  <a:lnTo>
                    <a:pt x="7708937" y="1917750"/>
                  </a:lnTo>
                  <a:lnTo>
                    <a:pt x="7618454" y="1931770"/>
                  </a:lnTo>
                  <a:lnTo>
                    <a:pt x="7521032" y="1944551"/>
                  </a:lnTo>
                  <a:lnTo>
                    <a:pt x="7417137" y="1956172"/>
                  </a:lnTo>
                  <a:lnTo>
                    <a:pt x="7307844" y="1966680"/>
                  </a:lnTo>
                  <a:lnTo>
                    <a:pt x="7194964" y="1976088"/>
                  </a:lnTo>
                  <a:lnTo>
                    <a:pt x="7081105" y="1984385"/>
                  </a:lnTo>
                  <a:lnTo>
                    <a:pt x="6969615" y="1991548"/>
                  </a:lnTo>
                  <a:lnTo>
                    <a:pt x="6864358" y="1997557"/>
                  </a:lnTo>
                  <a:lnTo>
                    <a:pt x="6769321" y="2002413"/>
                  </a:lnTo>
                  <a:lnTo>
                    <a:pt x="6688068" y="2006150"/>
                  </a:lnTo>
                  <a:lnTo>
                    <a:pt x="6623164" y="2008852"/>
                  </a:lnTo>
                  <a:lnTo>
                    <a:pt x="6575700" y="2010648"/>
                  </a:lnTo>
                  <a:lnTo>
                    <a:pt x="6545032" y="2011706"/>
                  </a:lnTo>
                  <a:lnTo>
                    <a:pt x="6528778" y="2012219"/>
                  </a:lnTo>
                  <a:lnTo>
                    <a:pt x="6522994" y="2012387"/>
                  </a:lnTo>
                  <a:lnTo>
                    <a:pt x="6522385" y="2012403"/>
                  </a:lnTo>
                  <a:lnTo>
                    <a:pt x="5527445" y="2012403"/>
                  </a:lnTo>
                  <a:lnTo>
                    <a:pt x="5526340" y="2012366"/>
                  </a:lnTo>
                  <a:lnTo>
                    <a:pt x="5519043" y="2012100"/>
                  </a:lnTo>
                  <a:lnTo>
                    <a:pt x="5500537" y="2011365"/>
                  </a:lnTo>
                  <a:lnTo>
                    <a:pt x="5467174" y="2009916"/>
                  </a:lnTo>
                  <a:lnTo>
                    <a:pt x="5416886" y="2007521"/>
                  </a:lnTo>
                  <a:lnTo>
                    <a:pt x="5349337" y="2003980"/>
                  </a:lnTo>
                  <a:lnTo>
                    <a:pt x="5265878" y="1999144"/>
                  </a:lnTo>
                  <a:lnTo>
                    <a:pt x="5169247" y="1992921"/>
                  </a:lnTo>
                  <a:lnTo>
                    <a:pt x="5063082" y="1985275"/>
                  </a:lnTo>
                  <a:lnTo>
                    <a:pt x="4951345" y="1976212"/>
                  </a:lnTo>
                  <a:lnTo>
                    <a:pt x="4837805" y="1965759"/>
                  </a:lnTo>
                  <a:lnTo>
                    <a:pt x="4725677" y="1953941"/>
                  </a:lnTo>
                  <a:lnTo>
                    <a:pt x="4617426" y="1940770"/>
                  </a:lnTo>
                  <a:lnTo>
                    <a:pt x="4514734" y="1926222"/>
                  </a:lnTo>
                  <a:lnTo>
                    <a:pt x="4418572" y="1910237"/>
                  </a:lnTo>
                  <a:lnTo>
                    <a:pt x="4329327" y="1892709"/>
                  </a:lnTo>
                  <a:lnTo>
                    <a:pt x="4246943" y="1873492"/>
                  </a:lnTo>
                  <a:lnTo>
                    <a:pt x="4171052" y="1852393"/>
                  </a:lnTo>
                  <a:lnTo>
                    <a:pt x="4101080" y="1829189"/>
                  </a:lnTo>
                  <a:lnTo>
                    <a:pt x="4036336" y="1803623"/>
                  </a:lnTo>
                  <a:lnTo>
                    <a:pt x="3976070" y="1775428"/>
                  </a:lnTo>
                  <a:lnTo>
                    <a:pt x="3919526" y="1744347"/>
                  </a:lnTo>
                  <a:lnTo>
                    <a:pt x="3865976" y="1710174"/>
                  </a:lnTo>
                  <a:lnTo>
                    <a:pt x="3820202" y="1677002"/>
                  </a:lnTo>
                  <a:lnTo>
                    <a:pt x="3770690" y="1636886"/>
                  </a:lnTo>
                  <a:lnTo>
                    <a:pt x="3722514" y="1593531"/>
                  </a:lnTo>
                  <a:lnTo>
                    <a:pt x="3675274" y="1546874"/>
                  </a:lnTo>
                  <a:lnTo>
                    <a:pt x="3628654" y="1496916"/>
                  </a:lnTo>
                  <a:lnTo>
                    <a:pt x="3582412" y="1443732"/>
                  </a:lnTo>
                  <a:lnTo>
                    <a:pt x="3536365" y="1387476"/>
                  </a:lnTo>
                  <a:lnTo>
                    <a:pt x="3490382" y="1328383"/>
                  </a:lnTo>
                  <a:lnTo>
                    <a:pt x="3444381" y="1266774"/>
                  </a:lnTo>
                  <a:lnTo>
                    <a:pt x="3398316" y="1203044"/>
                  </a:lnTo>
                  <a:lnTo>
                    <a:pt x="3352175" y="1137661"/>
                  </a:lnTo>
                  <a:lnTo>
                    <a:pt x="3305968" y="1071150"/>
                  </a:lnTo>
                  <a:lnTo>
                    <a:pt x="3259727" y="1004072"/>
                  </a:lnTo>
                  <a:lnTo>
                    <a:pt x="3213486" y="937013"/>
                  </a:lnTo>
                  <a:lnTo>
                    <a:pt x="3167283" y="870557"/>
                  </a:lnTo>
                  <a:lnTo>
                    <a:pt x="3121146" y="805264"/>
                  </a:lnTo>
                  <a:lnTo>
                    <a:pt x="3075086" y="741655"/>
                  </a:lnTo>
                  <a:lnTo>
                    <a:pt x="3029088" y="680194"/>
                  </a:lnTo>
                  <a:lnTo>
                    <a:pt x="2983104" y="621273"/>
                  </a:lnTo>
                  <a:lnTo>
                    <a:pt x="2937049" y="565206"/>
                  </a:lnTo>
                  <a:lnTo>
                    <a:pt x="2890789" y="512222"/>
                  </a:lnTo>
                  <a:lnTo>
                    <a:pt x="2844137" y="462472"/>
                  </a:lnTo>
                  <a:lnTo>
                    <a:pt x="2796848" y="416025"/>
                  </a:lnTo>
                  <a:lnTo>
                    <a:pt x="2748600" y="372878"/>
                  </a:lnTo>
                  <a:lnTo>
                    <a:pt x="2702183" y="335400"/>
                  </a:lnTo>
                  <a:lnTo>
                    <a:pt x="2650748" y="298383"/>
                  </a:lnTo>
                  <a:lnTo>
                    <a:pt x="2596907" y="264552"/>
                  </a:lnTo>
                  <a:lnTo>
                    <a:pt x="2539997" y="233794"/>
                  </a:lnTo>
                  <a:lnTo>
                    <a:pt x="2479284" y="205896"/>
                  </a:lnTo>
                  <a:lnTo>
                    <a:pt x="2414010" y="180598"/>
                  </a:lnTo>
                  <a:lnTo>
                    <a:pt x="2343431" y="157633"/>
                  </a:lnTo>
                  <a:lnTo>
                    <a:pt x="2266863" y="136748"/>
                  </a:lnTo>
                  <a:lnTo>
                    <a:pt x="2183751" y="117721"/>
                  </a:lnTo>
                  <a:lnTo>
                    <a:pt x="2093755" y="100367"/>
                  </a:lnTo>
                  <a:lnTo>
                    <a:pt x="1996860" y="84541"/>
                  </a:lnTo>
                  <a:lnTo>
                    <a:pt x="1893508" y="70144"/>
                  </a:lnTo>
                  <a:lnTo>
                    <a:pt x="1784744" y="57119"/>
                  </a:lnTo>
                  <a:lnTo>
                    <a:pt x="1672331" y="45448"/>
                  </a:lnTo>
                  <a:lnTo>
                    <a:pt x="1558819" y="35144"/>
                  </a:lnTo>
                  <a:lnTo>
                    <a:pt x="1447494" y="26233"/>
                  </a:lnTo>
                  <a:lnTo>
                    <a:pt x="1342170" y="18741"/>
                  </a:lnTo>
                  <a:lnTo>
                    <a:pt x="1246798" y="12670"/>
                  </a:lnTo>
                  <a:lnTo>
                    <a:pt x="1164946" y="7979"/>
                  </a:lnTo>
                  <a:lnTo>
                    <a:pt x="1099225" y="4571"/>
                  </a:lnTo>
                  <a:lnTo>
                    <a:pt x="1050814" y="2288"/>
                  </a:lnTo>
                  <a:lnTo>
                    <a:pt x="1019185" y="928"/>
                  </a:lnTo>
                  <a:lnTo>
                    <a:pt x="1002092" y="256"/>
                  </a:lnTo>
                  <a:lnTo>
                    <a:pt x="995728" y="2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63" name="pl462"/>
            <p:cNvSpPr/>
            <p:nvPr/>
          </p:nvSpPr>
          <p:spPr>
            <a:xfrm>
              <a:off x="1199187" y="3301434"/>
              <a:ext cx="12049831" cy="2012403"/>
            </a:xfrm>
            <a:custGeom>
              <a:avLst/>
              <a:pathLst>
                <a:path w="12049831" h="2012403">
                  <a:moveTo>
                    <a:pt x="0" y="0"/>
                  </a:moveTo>
                  <a:lnTo>
                    <a:pt x="994940" y="0"/>
                  </a:lnTo>
                  <a:lnTo>
                    <a:pt x="996045" y="37"/>
                  </a:lnTo>
                  <a:lnTo>
                    <a:pt x="1003342" y="303"/>
                  </a:lnTo>
                  <a:lnTo>
                    <a:pt x="1021848" y="1038"/>
                  </a:lnTo>
                  <a:lnTo>
                    <a:pt x="1055211" y="2487"/>
                  </a:lnTo>
                  <a:lnTo>
                    <a:pt x="1105499" y="4881"/>
                  </a:lnTo>
                  <a:lnTo>
                    <a:pt x="1173048" y="8422"/>
                  </a:lnTo>
                  <a:lnTo>
                    <a:pt x="1256507" y="13258"/>
                  </a:lnTo>
                  <a:lnTo>
                    <a:pt x="1353138" y="19481"/>
                  </a:lnTo>
                  <a:lnTo>
                    <a:pt x="1459303" y="27127"/>
                  </a:lnTo>
                  <a:lnTo>
                    <a:pt x="1571040" y="36190"/>
                  </a:lnTo>
                  <a:lnTo>
                    <a:pt x="1684580" y="46644"/>
                  </a:lnTo>
                  <a:lnTo>
                    <a:pt x="1796708" y="58461"/>
                  </a:lnTo>
                  <a:lnTo>
                    <a:pt x="1904959" y="71632"/>
                  </a:lnTo>
                  <a:lnTo>
                    <a:pt x="2007651" y="86180"/>
                  </a:lnTo>
                  <a:lnTo>
                    <a:pt x="2103813" y="102166"/>
                  </a:lnTo>
                  <a:lnTo>
                    <a:pt x="2193058" y="119693"/>
                  </a:lnTo>
                  <a:lnTo>
                    <a:pt x="2275442" y="138911"/>
                  </a:lnTo>
                  <a:lnTo>
                    <a:pt x="2351333" y="160009"/>
                  </a:lnTo>
                  <a:lnTo>
                    <a:pt x="2421305" y="183214"/>
                  </a:lnTo>
                  <a:lnTo>
                    <a:pt x="2486049" y="208780"/>
                  </a:lnTo>
                  <a:lnTo>
                    <a:pt x="2546315" y="236975"/>
                  </a:lnTo>
                  <a:lnTo>
                    <a:pt x="2602859" y="268055"/>
                  </a:lnTo>
                  <a:lnTo>
                    <a:pt x="2656409" y="302228"/>
                  </a:lnTo>
                  <a:lnTo>
                    <a:pt x="2702183" y="335400"/>
                  </a:lnTo>
                  <a:lnTo>
                    <a:pt x="2751695" y="375517"/>
                  </a:lnTo>
                  <a:lnTo>
                    <a:pt x="2799871" y="418872"/>
                  </a:lnTo>
                  <a:lnTo>
                    <a:pt x="2847111" y="465529"/>
                  </a:lnTo>
                  <a:lnTo>
                    <a:pt x="2893731" y="515487"/>
                  </a:lnTo>
                  <a:lnTo>
                    <a:pt x="2939973" y="568670"/>
                  </a:lnTo>
                  <a:lnTo>
                    <a:pt x="2986020" y="624927"/>
                  </a:lnTo>
                  <a:lnTo>
                    <a:pt x="3032003" y="684019"/>
                  </a:lnTo>
                  <a:lnTo>
                    <a:pt x="3078004" y="745629"/>
                  </a:lnTo>
                  <a:lnTo>
                    <a:pt x="3124069" y="809358"/>
                  </a:lnTo>
                  <a:lnTo>
                    <a:pt x="3170210" y="874741"/>
                  </a:lnTo>
                  <a:lnTo>
                    <a:pt x="3216417" y="941253"/>
                  </a:lnTo>
                  <a:lnTo>
                    <a:pt x="3262658" y="1008330"/>
                  </a:lnTo>
                  <a:lnTo>
                    <a:pt x="3308899" y="1075389"/>
                  </a:lnTo>
                  <a:lnTo>
                    <a:pt x="3355102" y="1141846"/>
                  </a:lnTo>
                  <a:lnTo>
                    <a:pt x="3401239" y="1207139"/>
                  </a:lnTo>
                  <a:lnTo>
                    <a:pt x="3447299" y="1270747"/>
                  </a:lnTo>
                  <a:lnTo>
                    <a:pt x="3493297" y="1332208"/>
                  </a:lnTo>
                  <a:lnTo>
                    <a:pt x="3539281" y="1391129"/>
                  </a:lnTo>
                  <a:lnTo>
                    <a:pt x="3585336" y="1447197"/>
                  </a:lnTo>
                  <a:lnTo>
                    <a:pt x="3631596" y="1500180"/>
                  </a:lnTo>
                  <a:lnTo>
                    <a:pt x="3678248" y="1549930"/>
                  </a:lnTo>
                  <a:lnTo>
                    <a:pt x="3725537" y="1596377"/>
                  </a:lnTo>
                  <a:lnTo>
                    <a:pt x="3773785" y="1639524"/>
                  </a:lnTo>
                  <a:lnTo>
                    <a:pt x="3820202" y="1677002"/>
                  </a:lnTo>
                  <a:lnTo>
                    <a:pt x="3871637" y="1714019"/>
                  </a:lnTo>
                  <a:lnTo>
                    <a:pt x="3925478" y="1747851"/>
                  </a:lnTo>
                  <a:lnTo>
                    <a:pt x="3982388" y="1778608"/>
                  </a:lnTo>
                  <a:lnTo>
                    <a:pt x="4043101" y="1806506"/>
                  </a:lnTo>
                  <a:lnTo>
                    <a:pt x="4108375" y="1831805"/>
                  </a:lnTo>
                  <a:lnTo>
                    <a:pt x="4178954" y="1854770"/>
                  </a:lnTo>
                  <a:lnTo>
                    <a:pt x="4255522" y="1875655"/>
                  </a:lnTo>
                  <a:lnTo>
                    <a:pt x="4338634" y="1894681"/>
                  </a:lnTo>
                  <a:lnTo>
                    <a:pt x="4428630" y="1912036"/>
                  </a:lnTo>
                  <a:lnTo>
                    <a:pt x="4525525" y="1927862"/>
                  </a:lnTo>
                  <a:lnTo>
                    <a:pt x="4628876" y="1942259"/>
                  </a:lnTo>
                  <a:lnTo>
                    <a:pt x="4737641" y="1955283"/>
                  </a:lnTo>
                  <a:lnTo>
                    <a:pt x="4850054" y="1966954"/>
                  </a:lnTo>
                  <a:lnTo>
                    <a:pt x="4963566" y="1977259"/>
                  </a:lnTo>
                  <a:lnTo>
                    <a:pt x="5074891" y="1986170"/>
                  </a:lnTo>
                  <a:lnTo>
                    <a:pt x="5180215" y="1993662"/>
                  </a:lnTo>
                  <a:lnTo>
                    <a:pt x="5275587" y="1999732"/>
                  </a:lnTo>
                  <a:lnTo>
                    <a:pt x="5357439" y="2004423"/>
                  </a:lnTo>
                  <a:lnTo>
                    <a:pt x="5423160" y="2007832"/>
                  </a:lnTo>
                  <a:lnTo>
                    <a:pt x="5471571" y="2010114"/>
                  </a:lnTo>
                  <a:lnTo>
                    <a:pt x="5503200" y="2011474"/>
                  </a:lnTo>
                  <a:lnTo>
                    <a:pt x="5520293" y="2012147"/>
                  </a:lnTo>
                  <a:lnTo>
                    <a:pt x="5526657" y="2012377"/>
                  </a:lnTo>
                  <a:lnTo>
                    <a:pt x="5527445" y="2012403"/>
                  </a:lnTo>
                  <a:lnTo>
                    <a:pt x="6522385" y="2012403"/>
                  </a:lnTo>
                  <a:lnTo>
                    <a:pt x="6523501" y="2012373"/>
                  </a:lnTo>
                  <a:lnTo>
                    <a:pt x="6530868" y="2012156"/>
                  </a:lnTo>
                  <a:lnTo>
                    <a:pt x="6549544" y="2011556"/>
                  </a:lnTo>
                  <a:lnTo>
                    <a:pt x="6583201" y="2010375"/>
                  </a:lnTo>
                  <a:lnTo>
                    <a:pt x="6633909" y="2008423"/>
                  </a:lnTo>
                  <a:lnTo>
                    <a:pt x="6701981" y="2005537"/>
                  </a:lnTo>
                  <a:lnTo>
                    <a:pt x="6786025" y="2001597"/>
                  </a:lnTo>
                  <a:lnTo>
                    <a:pt x="6883250" y="1996529"/>
                  </a:lnTo>
                  <a:lnTo>
                    <a:pt x="6989969" y="1990304"/>
                  </a:lnTo>
                  <a:lnTo>
                    <a:pt x="7102181" y="1982929"/>
                  </a:lnTo>
                  <a:lnTo>
                    <a:pt x="7216091" y="1974424"/>
                  </a:lnTo>
                  <a:lnTo>
                    <a:pt x="7328477" y="1964812"/>
                  </a:lnTo>
                  <a:lnTo>
                    <a:pt x="7436882" y="1954099"/>
                  </a:lnTo>
                  <a:lnTo>
                    <a:pt x="7539636" y="1942266"/>
                  </a:lnTo>
                  <a:lnTo>
                    <a:pt x="7635788" y="1929263"/>
                  </a:lnTo>
                  <a:lnTo>
                    <a:pt x="7724971" y="1915001"/>
                  </a:lnTo>
                  <a:lnTo>
                    <a:pt x="7807261" y="1899358"/>
                  </a:lnTo>
                  <a:lnTo>
                    <a:pt x="7883044" y="1882178"/>
                  </a:lnTo>
                  <a:lnTo>
                    <a:pt x="7952908" y="1863274"/>
                  </a:lnTo>
                  <a:lnTo>
                    <a:pt x="8017555" y="1842438"/>
                  </a:lnTo>
                  <a:lnTo>
                    <a:pt x="8077744" y="1819452"/>
                  </a:lnTo>
                  <a:lnTo>
                    <a:pt x="8134239" y="1794109"/>
                  </a:lnTo>
                  <a:lnTo>
                    <a:pt x="8187771" y="1766243"/>
                  </a:lnTo>
                  <a:lnTo>
                    <a:pt x="8229629" y="1741637"/>
                  </a:lnTo>
                  <a:lnTo>
                    <a:pt x="8282026" y="1707252"/>
                  </a:lnTo>
                  <a:lnTo>
                    <a:pt x="8332952" y="1669930"/>
                  </a:lnTo>
                  <a:lnTo>
                    <a:pt x="8382875" y="1629615"/>
                  </a:lnTo>
                  <a:lnTo>
                    <a:pt x="8432155" y="1586318"/>
                  </a:lnTo>
                  <a:lnTo>
                    <a:pt x="8481064" y="1540126"/>
                  </a:lnTo>
                  <a:lnTo>
                    <a:pt x="8529804" y="1491207"/>
                  </a:lnTo>
                  <a:lnTo>
                    <a:pt x="8578509" y="1439815"/>
                  </a:lnTo>
                  <a:lnTo>
                    <a:pt x="8627260" y="1386284"/>
                  </a:lnTo>
                  <a:lnTo>
                    <a:pt x="8676094" y="1331027"/>
                  </a:lnTo>
                  <a:lnTo>
                    <a:pt x="8725008" y="1274521"/>
                  </a:lnTo>
                  <a:lnTo>
                    <a:pt x="8773978" y="1217291"/>
                  </a:lnTo>
                  <a:lnTo>
                    <a:pt x="8822961" y="1159892"/>
                  </a:lnTo>
                  <a:lnTo>
                    <a:pt x="8871913" y="1102887"/>
                  </a:lnTo>
                  <a:lnTo>
                    <a:pt x="8920798" y="1046821"/>
                  </a:lnTo>
                  <a:lnTo>
                    <a:pt x="8969596" y="992203"/>
                  </a:lnTo>
                  <a:lnTo>
                    <a:pt x="9018322" y="939485"/>
                  </a:lnTo>
                  <a:lnTo>
                    <a:pt x="9067029" y="889051"/>
                  </a:lnTo>
                  <a:lnTo>
                    <a:pt x="9115817" y="841201"/>
                  </a:lnTo>
                  <a:lnTo>
                    <a:pt x="9164847" y="796156"/>
                  </a:lnTo>
                  <a:lnTo>
                    <a:pt x="9214347" y="754049"/>
                  </a:lnTo>
                  <a:lnTo>
                    <a:pt x="9264624" y="714938"/>
                  </a:lnTo>
                  <a:lnTo>
                    <a:pt x="9316079" y="678806"/>
                  </a:lnTo>
                  <a:lnTo>
                    <a:pt x="9347647" y="658573"/>
                  </a:lnTo>
                  <a:lnTo>
                    <a:pt x="9399255" y="628596"/>
                  </a:lnTo>
                  <a:lnTo>
                    <a:pt x="9453284" y="601207"/>
                  </a:lnTo>
                  <a:lnTo>
                    <a:pt x="9510409" y="576316"/>
                  </a:lnTo>
                  <a:lnTo>
                    <a:pt x="9571368" y="553745"/>
                  </a:lnTo>
                  <a:lnTo>
                    <a:pt x="9636927" y="533285"/>
                  </a:lnTo>
                  <a:lnTo>
                    <a:pt x="9707839" y="514717"/>
                  </a:lnTo>
                  <a:lnTo>
                    <a:pt x="9784791" y="497835"/>
                  </a:lnTo>
                  <a:lnTo>
                    <a:pt x="9868340" y="482460"/>
                  </a:lnTo>
                  <a:lnTo>
                    <a:pt x="9958823" y="468440"/>
                  </a:lnTo>
                  <a:lnTo>
                    <a:pt x="10056244" y="455659"/>
                  </a:lnTo>
                  <a:lnTo>
                    <a:pt x="10160140" y="444037"/>
                  </a:lnTo>
                  <a:lnTo>
                    <a:pt x="10269433" y="433529"/>
                  </a:lnTo>
                  <a:lnTo>
                    <a:pt x="10382312" y="424122"/>
                  </a:lnTo>
                  <a:lnTo>
                    <a:pt x="10496171" y="415825"/>
                  </a:lnTo>
                  <a:lnTo>
                    <a:pt x="10607662" y="408661"/>
                  </a:lnTo>
                  <a:lnTo>
                    <a:pt x="10712919" y="402652"/>
                  </a:lnTo>
                  <a:lnTo>
                    <a:pt x="10807955" y="397797"/>
                  </a:lnTo>
                  <a:lnTo>
                    <a:pt x="10889208" y="394059"/>
                  </a:lnTo>
                  <a:lnTo>
                    <a:pt x="10954112" y="391358"/>
                  </a:lnTo>
                  <a:lnTo>
                    <a:pt x="11001577" y="389562"/>
                  </a:lnTo>
                  <a:lnTo>
                    <a:pt x="11032245" y="388504"/>
                  </a:lnTo>
                  <a:lnTo>
                    <a:pt x="11048499" y="387991"/>
                  </a:lnTo>
                  <a:lnTo>
                    <a:pt x="11054283" y="387823"/>
                  </a:lnTo>
                  <a:lnTo>
                    <a:pt x="11054891" y="387806"/>
                  </a:lnTo>
                  <a:lnTo>
                    <a:pt x="12049831" y="387806"/>
                  </a:lnTo>
                  <a:lnTo>
                    <a:pt x="12049831" y="3878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4" name="pl463"/>
            <p:cNvSpPr/>
            <p:nvPr/>
          </p:nvSpPr>
          <p:spPr>
            <a:xfrm>
              <a:off x="1199187" y="3296194"/>
              <a:ext cx="12049831" cy="2012403"/>
            </a:xfrm>
            <a:custGeom>
              <a:avLst/>
              <a:pathLst>
                <a:path w="12049831" h="2012403">
                  <a:moveTo>
                    <a:pt x="12049831" y="387806"/>
                  </a:moveTo>
                  <a:lnTo>
                    <a:pt x="11054891" y="387806"/>
                  </a:lnTo>
                  <a:lnTo>
                    <a:pt x="11053775" y="387837"/>
                  </a:lnTo>
                  <a:lnTo>
                    <a:pt x="11046409" y="388054"/>
                  </a:lnTo>
                  <a:lnTo>
                    <a:pt x="11027733" y="388653"/>
                  </a:lnTo>
                  <a:lnTo>
                    <a:pt x="10994075" y="389834"/>
                  </a:lnTo>
                  <a:lnTo>
                    <a:pt x="10943367" y="391786"/>
                  </a:lnTo>
                  <a:lnTo>
                    <a:pt x="10875295" y="394672"/>
                  </a:lnTo>
                  <a:lnTo>
                    <a:pt x="10791251" y="398612"/>
                  </a:lnTo>
                  <a:lnTo>
                    <a:pt x="10694026" y="403680"/>
                  </a:lnTo>
                  <a:lnTo>
                    <a:pt x="10587308" y="409905"/>
                  </a:lnTo>
                  <a:lnTo>
                    <a:pt x="10475096" y="417281"/>
                  </a:lnTo>
                  <a:lnTo>
                    <a:pt x="10361186" y="425785"/>
                  </a:lnTo>
                  <a:lnTo>
                    <a:pt x="10248799" y="435398"/>
                  </a:lnTo>
                  <a:lnTo>
                    <a:pt x="10140395" y="446110"/>
                  </a:lnTo>
                  <a:lnTo>
                    <a:pt x="10037641" y="457943"/>
                  </a:lnTo>
                  <a:lnTo>
                    <a:pt x="9941489" y="470947"/>
                  </a:lnTo>
                  <a:lnTo>
                    <a:pt x="9852305" y="485209"/>
                  </a:lnTo>
                  <a:lnTo>
                    <a:pt x="9770015" y="500852"/>
                  </a:lnTo>
                  <a:lnTo>
                    <a:pt x="9694232" y="518032"/>
                  </a:lnTo>
                  <a:lnTo>
                    <a:pt x="9624369" y="536935"/>
                  </a:lnTo>
                  <a:lnTo>
                    <a:pt x="9559722" y="557771"/>
                  </a:lnTo>
                  <a:lnTo>
                    <a:pt x="9499532" y="580757"/>
                  </a:lnTo>
                  <a:lnTo>
                    <a:pt x="9443037" y="606101"/>
                  </a:lnTo>
                  <a:lnTo>
                    <a:pt x="9389506" y="633967"/>
                  </a:lnTo>
                  <a:lnTo>
                    <a:pt x="9347647" y="658573"/>
                  </a:lnTo>
                  <a:lnTo>
                    <a:pt x="9295251" y="692957"/>
                  </a:lnTo>
                  <a:lnTo>
                    <a:pt x="9244324" y="730279"/>
                  </a:lnTo>
                  <a:lnTo>
                    <a:pt x="9194401" y="770594"/>
                  </a:lnTo>
                  <a:lnTo>
                    <a:pt x="9145122" y="813892"/>
                  </a:lnTo>
                  <a:lnTo>
                    <a:pt x="9096212" y="860084"/>
                  </a:lnTo>
                  <a:lnTo>
                    <a:pt x="9047473" y="909002"/>
                  </a:lnTo>
                  <a:lnTo>
                    <a:pt x="8998768" y="960395"/>
                  </a:lnTo>
                  <a:lnTo>
                    <a:pt x="8950016" y="1013925"/>
                  </a:lnTo>
                  <a:lnTo>
                    <a:pt x="8901183" y="1069182"/>
                  </a:lnTo>
                  <a:lnTo>
                    <a:pt x="8852268" y="1125689"/>
                  </a:lnTo>
                  <a:lnTo>
                    <a:pt x="8803298" y="1182919"/>
                  </a:lnTo>
                  <a:lnTo>
                    <a:pt x="8754315" y="1240317"/>
                  </a:lnTo>
                  <a:lnTo>
                    <a:pt x="8705363" y="1297322"/>
                  </a:lnTo>
                  <a:lnTo>
                    <a:pt x="8656479" y="1353388"/>
                  </a:lnTo>
                  <a:lnTo>
                    <a:pt x="8607680" y="1408006"/>
                  </a:lnTo>
                  <a:lnTo>
                    <a:pt x="8558954" y="1460724"/>
                  </a:lnTo>
                  <a:lnTo>
                    <a:pt x="8510248" y="1511159"/>
                  </a:lnTo>
                  <a:lnTo>
                    <a:pt x="8461460" y="1559008"/>
                  </a:lnTo>
                  <a:lnTo>
                    <a:pt x="8412429" y="1604054"/>
                  </a:lnTo>
                  <a:lnTo>
                    <a:pt x="8362929" y="1646160"/>
                  </a:lnTo>
                  <a:lnTo>
                    <a:pt x="8312652" y="1685271"/>
                  </a:lnTo>
                  <a:lnTo>
                    <a:pt x="8261198" y="1721404"/>
                  </a:lnTo>
                  <a:lnTo>
                    <a:pt x="8229629" y="1741637"/>
                  </a:lnTo>
                  <a:lnTo>
                    <a:pt x="8178022" y="1771614"/>
                  </a:lnTo>
                  <a:lnTo>
                    <a:pt x="8123992" y="1799002"/>
                  </a:lnTo>
                  <a:lnTo>
                    <a:pt x="8066868" y="1823894"/>
                  </a:lnTo>
                  <a:lnTo>
                    <a:pt x="8005909" y="1846464"/>
                  </a:lnTo>
                  <a:lnTo>
                    <a:pt x="7940349" y="1866924"/>
                  </a:lnTo>
                  <a:lnTo>
                    <a:pt x="7869437" y="1885493"/>
                  </a:lnTo>
                  <a:lnTo>
                    <a:pt x="7792486" y="1902374"/>
                  </a:lnTo>
                  <a:lnTo>
                    <a:pt x="7708937" y="1917750"/>
                  </a:lnTo>
                  <a:lnTo>
                    <a:pt x="7618454" y="1931770"/>
                  </a:lnTo>
                  <a:lnTo>
                    <a:pt x="7521032" y="1944551"/>
                  </a:lnTo>
                  <a:lnTo>
                    <a:pt x="7417137" y="1956172"/>
                  </a:lnTo>
                  <a:lnTo>
                    <a:pt x="7307844" y="1966680"/>
                  </a:lnTo>
                  <a:lnTo>
                    <a:pt x="7194964" y="1976088"/>
                  </a:lnTo>
                  <a:lnTo>
                    <a:pt x="7081105" y="1984385"/>
                  </a:lnTo>
                  <a:lnTo>
                    <a:pt x="6969615" y="1991548"/>
                  </a:lnTo>
                  <a:lnTo>
                    <a:pt x="6864358" y="1997557"/>
                  </a:lnTo>
                  <a:lnTo>
                    <a:pt x="6769321" y="2002413"/>
                  </a:lnTo>
                  <a:lnTo>
                    <a:pt x="6688068" y="2006150"/>
                  </a:lnTo>
                  <a:lnTo>
                    <a:pt x="6623164" y="2008852"/>
                  </a:lnTo>
                  <a:lnTo>
                    <a:pt x="6575700" y="2010648"/>
                  </a:lnTo>
                  <a:lnTo>
                    <a:pt x="6545032" y="2011706"/>
                  </a:lnTo>
                  <a:lnTo>
                    <a:pt x="6528778" y="2012219"/>
                  </a:lnTo>
                  <a:lnTo>
                    <a:pt x="6522994" y="2012387"/>
                  </a:lnTo>
                  <a:lnTo>
                    <a:pt x="6522385" y="2012403"/>
                  </a:lnTo>
                  <a:lnTo>
                    <a:pt x="5527445" y="2012403"/>
                  </a:lnTo>
                  <a:lnTo>
                    <a:pt x="5526340" y="2012366"/>
                  </a:lnTo>
                  <a:lnTo>
                    <a:pt x="5519043" y="2012100"/>
                  </a:lnTo>
                  <a:lnTo>
                    <a:pt x="5500537" y="2011365"/>
                  </a:lnTo>
                  <a:lnTo>
                    <a:pt x="5467174" y="2009916"/>
                  </a:lnTo>
                  <a:lnTo>
                    <a:pt x="5416886" y="2007521"/>
                  </a:lnTo>
                  <a:lnTo>
                    <a:pt x="5349337" y="2003980"/>
                  </a:lnTo>
                  <a:lnTo>
                    <a:pt x="5265878" y="1999144"/>
                  </a:lnTo>
                  <a:lnTo>
                    <a:pt x="5169247" y="1992921"/>
                  </a:lnTo>
                  <a:lnTo>
                    <a:pt x="5063082" y="1985275"/>
                  </a:lnTo>
                  <a:lnTo>
                    <a:pt x="4951345" y="1976212"/>
                  </a:lnTo>
                  <a:lnTo>
                    <a:pt x="4837805" y="1965759"/>
                  </a:lnTo>
                  <a:lnTo>
                    <a:pt x="4725677" y="1953941"/>
                  </a:lnTo>
                  <a:lnTo>
                    <a:pt x="4617426" y="1940770"/>
                  </a:lnTo>
                  <a:lnTo>
                    <a:pt x="4514734" y="1926222"/>
                  </a:lnTo>
                  <a:lnTo>
                    <a:pt x="4418572" y="1910237"/>
                  </a:lnTo>
                  <a:lnTo>
                    <a:pt x="4329327" y="1892709"/>
                  </a:lnTo>
                  <a:lnTo>
                    <a:pt x="4246943" y="1873492"/>
                  </a:lnTo>
                  <a:lnTo>
                    <a:pt x="4171052" y="1852393"/>
                  </a:lnTo>
                  <a:lnTo>
                    <a:pt x="4101080" y="1829189"/>
                  </a:lnTo>
                  <a:lnTo>
                    <a:pt x="4036336" y="1803623"/>
                  </a:lnTo>
                  <a:lnTo>
                    <a:pt x="3976070" y="1775428"/>
                  </a:lnTo>
                  <a:lnTo>
                    <a:pt x="3919526" y="1744347"/>
                  </a:lnTo>
                  <a:lnTo>
                    <a:pt x="3865976" y="1710174"/>
                  </a:lnTo>
                  <a:lnTo>
                    <a:pt x="3820202" y="1677002"/>
                  </a:lnTo>
                  <a:lnTo>
                    <a:pt x="3770690" y="1636886"/>
                  </a:lnTo>
                  <a:lnTo>
                    <a:pt x="3722514" y="1593531"/>
                  </a:lnTo>
                  <a:lnTo>
                    <a:pt x="3675274" y="1546874"/>
                  </a:lnTo>
                  <a:lnTo>
                    <a:pt x="3628654" y="1496916"/>
                  </a:lnTo>
                  <a:lnTo>
                    <a:pt x="3582412" y="1443732"/>
                  </a:lnTo>
                  <a:lnTo>
                    <a:pt x="3536365" y="1387476"/>
                  </a:lnTo>
                  <a:lnTo>
                    <a:pt x="3490382" y="1328383"/>
                  </a:lnTo>
                  <a:lnTo>
                    <a:pt x="3444381" y="1266774"/>
                  </a:lnTo>
                  <a:lnTo>
                    <a:pt x="3398316" y="1203044"/>
                  </a:lnTo>
                  <a:lnTo>
                    <a:pt x="3352175" y="1137661"/>
                  </a:lnTo>
                  <a:lnTo>
                    <a:pt x="3305968" y="1071150"/>
                  </a:lnTo>
                  <a:lnTo>
                    <a:pt x="3259727" y="1004072"/>
                  </a:lnTo>
                  <a:lnTo>
                    <a:pt x="3213486" y="937013"/>
                  </a:lnTo>
                  <a:lnTo>
                    <a:pt x="3167283" y="870557"/>
                  </a:lnTo>
                  <a:lnTo>
                    <a:pt x="3121146" y="805264"/>
                  </a:lnTo>
                  <a:lnTo>
                    <a:pt x="3075086" y="741655"/>
                  </a:lnTo>
                  <a:lnTo>
                    <a:pt x="3029088" y="680194"/>
                  </a:lnTo>
                  <a:lnTo>
                    <a:pt x="2983104" y="621273"/>
                  </a:lnTo>
                  <a:lnTo>
                    <a:pt x="2937049" y="565206"/>
                  </a:lnTo>
                  <a:lnTo>
                    <a:pt x="2890789" y="512222"/>
                  </a:lnTo>
                  <a:lnTo>
                    <a:pt x="2844137" y="462472"/>
                  </a:lnTo>
                  <a:lnTo>
                    <a:pt x="2796848" y="416025"/>
                  </a:lnTo>
                  <a:lnTo>
                    <a:pt x="2748600" y="372878"/>
                  </a:lnTo>
                  <a:lnTo>
                    <a:pt x="2702183" y="335400"/>
                  </a:lnTo>
                  <a:lnTo>
                    <a:pt x="2650748" y="298383"/>
                  </a:lnTo>
                  <a:lnTo>
                    <a:pt x="2596907" y="264552"/>
                  </a:lnTo>
                  <a:lnTo>
                    <a:pt x="2539997" y="233794"/>
                  </a:lnTo>
                  <a:lnTo>
                    <a:pt x="2479284" y="205896"/>
                  </a:lnTo>
                  <a:lnTo>
                    <a:pt x="2414010" y="180598"/>
                  </a:lnTo>
                  <a:lnTo>
                    <a:pt x="2343431" y="157633"/>
                  </a:lnTo>
                  <a:lnTo>
                    <a:pt x="2266863" y="136748"/>
                  </a:lnTo>
                  <a:lnTo>
                    <a:pt x="2183751" y="117721"/>
                  </a:lnTo>
                  <a:lnTo>
                    <a:pt x="2093755" y="100367"/>
                  </a:lnTo>
                  <a:lnTo>
                    <a:pt x="1996860" y="84541"/>
                  </a:lnTo>
                  <a:lnTo>
                    <a:pt x="1893508" y="70144"/>
                  </a:lnTo>
                  <a:lnTo>
                    <a:pt x="1784744" y="57119"/>
                  </a:lnTo>
                  <a:lnTo>
                    <a:pt x="1672331" y="45448"/>
                  </a:lnTo>
                  <a:lnTo>
                    <a:pt x="1558819" y="35144"/>
                  </a:lnTo>
                  <a:lnTo>
                    <a:pt x="1447494" y="26233"/>
                  </a:lnTo>
                  <a:lnTo>
                    <a:pt x="1342170" y="18741"/>
                  </a:lnTo>
                  <a:lnTo>
                    <a:pt x="1246798" y="12670"/>
                  </a:lnTo>
                  <a:lnTo>
                    <a:pt x="1164946" y="7979"/>
                  </a:lnTo>
                  <a:lnTo>
                    <a:pt x="1099225" y="4571"/>
                  </a:lnTo>
                  <a:lnTo>
                    <a:pt x="1050814" y="2288"/>
                  </a:lnTo>
                  <a:lnTo>
                    <a:pt x="1019185" y="928"/>
                  </a:lnTo>
                  <a:lnTo>
                    <a:pt x="1002092" y="256"/>
                  </a:lnTo>
                  <a:lnTo>
                    <a:pt x="995728" y="2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5" name="pg464"/>
            <p:cNvSpPr/>
            <p:nvPr/>
          </p:nvSpPr>
          <p:spPr>
            <a:xfrm>
              <a:off x="1199187" y="3301434"/>
              <a:ext cx="12049831" cy="2017644"/>
            </a:xfrm>
            <a:custGeom>
              <a:avLst/>
              <a:pathLst>
                <a:path w="12049831" h="2017644">
                  <a:moveTo>
                    <a:pt x="0" y="5240"/>
                  </a:moveTo>
                  <a:lnTo>
                    <a:pt x="994940" y="5240"/>
                  </a:lnTo>
                  <a:lnTo>
                    <a:pt x="996045" y="5277"/>
                  </a:lnTo>
                  <a:lnTo>
                    <a:pt x="1003342" y="5544"/>
                  </a:lnTo>
                  <a:lnTo>
                    <a:pt x="1021848" y="6279"/>
                  </a:lnTo>
                  <a:lnTo>
                    <a:pt x="1055211" y="7727"/>
                  </a:lnTo>
                  <a:lnTo>
                    <a:pt x="1105499" y="10122"/>
                  </a:lnTo>
                  <a:lnTo>
                    <a:pt x="1173048" y="13663"/>
                  </a:lnTo>
                  <a:lnTo>
                    <a:pt x="1256507" y="18499"/>
                  </a:lnTo>
                  <a:lnTo>
                    <a:pt x="1353138" y="24722"/>
                  </a:lnTo>
                  <a:lnTo>
                    <a:pt x="1459303" y="32368"/>
                  </a:lnTo>
                  <a:lnTo>
                    <a:pt x="1571040" y="41431"/>
                  </a:lnTo>
                  <a:lnTo>
                    <a:pt x="1684580" y="51884"/>
                  </a:lnTo>
                  <a:lnTo>
                    <a:pt x="1796708" y="63702"/>
                  </a:lnTo>
                  <a:lnTo>
                    <a:pt x="1904959" y="76873"/>
                  </a:lnTo>
                  <a:lnTo>
                    <a:pt x="2007651" y="91421"/>
                  </a:lnTo>
                  <a:lnTo>
                    <a:pt x="2103813" y="107406"/>
                  </a:lnTo>
                  <a:lnTo>
                    <a:pt x="2193058" y="124934"/>
                  </a:lnTo>
                  <a:lnTo>
                    <a:pt x="2275442" y="144152"/>
                  </a:lnTo>
                  <a:lnTo>
                    <a:pt x="2351333" y="165250"/>
                  </a:lnTo>
                  <a:lnTo>
                    <a:pt x="2421305" y="188455"/>
                  </a:lnTo>
                  <a:lnTo>
                    <a:pt x="2486049" y="214021"/>
                  </a:lnTo>
                  <a:lnTo>
                    <a:pt x="2546315" y="242216"/>
                  </a:lnTo>
                  <a:lnTo>
                    <a:pt x="2602859" y="273296"/>
                  </a:lnTo>
                  <a:lnTo>
                    <a:pt x="2656409" y="307469"/>
                  </a:lnTo>
                  <a:lnTo>
                    <a:pt x="2702183" y="340641"/>
                  </a:lnTo>
                  <a:lnTo>
                    <a:pt x="2751695" y="380757"/>
                  </a:lnTo>
                  <a:lnTo>
                    <a:pt x="2799871" y="424112"/>
                  </a:lnTo>
                  <a:lnTo>
                    <a:pt x="2847111" y="470769"/>
                  </a:lnTo>
                  <a:lnTo>
                    <a:pt x="2893731" y="520727"/>
                  </a:lnTo>
                  <a:lnTo>
                    <a:pt x="2939973" y="573911"/>
                  </a:lnTo>
                  <a:lnTo>
                    <a:pt x="2986020" y="630167"/>
                  </a:lnTo>
                  <a:lnTo>
                    <a:pt x="3032003" y="689260"/>
                  </a:lnTo>
                  <a:lnTo>
                    <a:pt x="3078004" y="750869"/>
                  </a:lnTo>
                  <a:lnTo>
                    <a:pt x="3124069" y="814599"/>
                  </a:lnTo>
                  <a:lnTo>
                    <a:pt x="3170210" y="879982"/>
                  </a:lnTo>
                  <a:lnTo>
                    <a:pt x="3216417" y="946494"/>
                  </a:lnTo>
                  <a:lnTo>
                    <a:pt x="3262658" y="1013571"/>
                  </a:lnTo>
                  <a:lnTo>
                    <a:pt x="3308899" y="1080630"/>
                  </a:lnTo>
                  <a:lnTo>
                    <a:pt x="3355102" y="1147086"/>
                  </a:lnTo>
                  <a:lnTo>
                    <a:pt x="3401239" y="1212379"/>
                  </a:lnTo>
                  <a:lnTo>
                    <a:pt x="3447299" y="1275988"/>
                  </a:lnTo>
                  <a:lnTo>
                    <a:pt x="3493297" y="1337449"/>
                  </a:lnTo>
                  <a:lnTo>
                    <a:pt x="3539281" y="1396370"/>
                  </a:lnTo>
                  <a:lnTo>
                    <a:pt x="3585336" y="1452438"/>
                  </a:lnTo>
                  <a:lnTo>
                    <a:pt x="3631596" y="1505421"/>
                  </a:lnTo>
                  <a:lnTo>
                    <a:pt x="3678248" y="1555171"/>
                  </a:lnTo>
                  <a:lnTo>
                    <a:pt x="3725537" y="1601618"/>
                  </a:lnTo>
                  <a:lnTo>
                    <a:pt x="3773785" y="1644765"/>
                  </a:lnTo>
                  <a:lnTo>
                    <a:pt x="3820202" y="1682243"/>
                  </a:lnTo>
                  <a:lnTo>
                    <a:pt x="3871637" y="1719260"/>
                  </a:lnTo>
                  <a:lnTo>
                    <a:pt x="3925478" y="1753091"/>
                  </a:lnTo>
                  <a:lnTo>
                    <a:pt x="3982388" y="1783849"/>
                  </a:lnTo>
                  <a:lnTo>
                    <a:pt x="4043101" y="1811747"/>
                  </a:lnTo>
                  <a:lnTo>
                    <a:pt x="4108375" y="1837045"/>
                  </a:lnTo>
                  <a:lnTo>
                    <a:pt x="4178954" y="1860011"/>
                  </a:lnTo>
                  <a:lnTo>
                    <a:pt x="4255522" y="1880895"/>
                  </a:lnTo>
                  <a:lnTo>
                    <a:pt x="4338634" y="1899922"/>
                  </a:lnTo>
                  <a:lnTo>
                    <a:pt x="4428630" y="1917277"/>
                  </a:lnTo>
                  <a:lnTo>
                    <a:pt x="4525525" y="1933102"/>
                  </a:lnTo>
                  <a:lnTo>
                    <a:pt x="4628876" y="1947499"/>
                  </a:lnTo>
                  <a:lnTo>
                    <a:pt x="4737641" y="1960524"/>
                  </a:lnTo>
                  <a:lnTo>
                    <a:pt x="4850054" y="1972195"/>
                  </a:lnTo>
                  <a:lnTo>
                    <a:pt x="4963566" y="1982500"/>
                  </a:lnTo>
                  <a:lnTo>
                    <a:pt x="5074891" y="1991411"/>
                  </a:lnTo>
                  <a:lnTo>
                    <a:pt x="5180215" y="1998902"/>
                  </a:lnTo>
                  <a:lnTo>
                    <a:pt x="5275587" y="2004973"/>
                  </a:lnTo>
                  <a:lnTo>
                    <a:pt x="5357439" y="2009664"/>
                  </a:lnTo>
                  <a:lnTo>
                    <a:pt x="5423160" y="2013072"/>
                  </a:lnTo>
                  <a:lnTo>
                    <a:pt x="5471571" y="2015355"/>
                  </a:lnTo>
                  <a:lnTo>
                    <a:pt x="5503200" y="2016715"/>
                  </a:lnTo>
                  <a:lnTo>
                    <a:pt x="5520293" y="2017387"/>
                  </a:lnTo>
                  <a:lnTo>
                    <a:pt x="5526657" y="2017617"/>
                  </a:lnTo>
                  <a:lnTo>
                    <a:pt x="5527445" y="2017644"/>
                  </a:lnTo>
                  <a:lnTo>
                    <a:pt x="6522385" y="2017644"/>
                  </a:lnTo>
                  <a:lnTo>
                    <a:pt x="6523509" y="2017619"/>
                  </a:lnTo>
                  <a:lnTo>
                    <a:pt x="6530921" y="2017444"/>
                  </a:lnTo>
                  <a:lnTo>
                    <a:pt x="6549713" y="2016959"/>
                  </a:lnTo>
                  <a:lnTo>
                    <a:pt x="6583569" y="2016004"/>
                  </a:lnTo>
                  <a:lnTo>
                    <a:pt x="6634561" y="2014426"/>
                  </a:lnTo>
                  <a:lnTo>
                    <a:pt x="6702986" y="2012093"/>
                  </a:lnTo>
                  <a:lnTo>
                    <a:pt x="6787424" y="2008909"/>
                  </a:lnTo>
                  <a:lnTo>
                    <a:pt x="6885048" y="2004814"/>
                  </a:lnTo>
                  <a:lnTo>
                    <a:pt x="6992139" y="1999786"/>
                  </a:lnTo>
                  <a:lnTo>
                    <a:pt x="7104668" y="1993829"/>
                  </a:lnTo>
                  <a:lnTo>
                    <a:pt x="7218825" y="1986962"/>
                  </a:lnTo>
                  <a:lnTo>
                    <a:pt x="7331384" y="1979203"/>
                  </a:lnTo>
                  <a:lnTo>
                    <a:pt x="7439889" y="1970555"/>
                  </a:lnTo>
                  <a:lnTo>
                    <a:pt x="7542683" y="1961002"/>
                  </a:lnTo>
                  <a:lnTo>
                    <a:pt x="7638827" y="1950504"/>
                  </a:lnTo>
                  <a:lnTo>
                    <a:pt x="7727968" y="1938987"/>
                  </a:lnTo>
                  <a:lnTo>
                    <a:pt x="7810194" y="1926352"/>
                  </a:lnTo>
                  <a:lnTo>
                    <a:pt x="7885904" y="1912472"/>
                  </a:lnTo>
                  <a:lnTo>
                    <a:pt x="7955694" y="1897196"/>
                  </a:lnTo>
                  <a:lnTo>
                    <a:pt x="8020277" y="1880353"/>
                  </a:lnTo>
                  <a:lnTo>
                    <a:pt x="8080416" y="1861768"/>
                  </a:lnTo>
                  <a:lnTo>
                    <a:pt x="8136879" y="1841274"/>
                  </a:lnTo>
                  <a:lnTo>
                    <a:pt x="8190399" y="1818740"/>
                  </a:lnTo>
                  <a:lnTo>
                    <a:pt x="8229629" y="1800157"/>
                  </a:lnTo>
                  <a:lnTo>
                    <a:pt x="8284512" y="1771147"/>
                  </a:lnTo>
                  <a:lnTo>
                    <a:pt x="8337807" y="1739541"/>
                  </a:lnTo>
                  <a:lnTo>
                    <a:pt x="8390041" y="1705292"/>
                  </a:lnTo>
                  <a:lnTo>
                    <a:pt x="8441615" y="1668418"/>
                  </a:lnTo>
                  <a:lnTo>
                    <a:pt x="8492832" y="1629013"/>
                  </a:lnTo>
                  <a:lnTo>
                    <a:pt x="8543902" y="1587250"/>
                  </a:lnTo>
                  <a:lnTo>
                    <a:pt x="8594966" y="1543381"/>
                  </a:lnTo>
                  <a:lnTo>
                    <a:pt x="8646099" y="1497742"/>
                  </a:lnTo>
                  <a:lnTo>
                    <a:pt x="8697325" y="1450736"/>
                  </a:lnTo>
                  <a:lnTo>
                    <a:pt x="8748630" y="1402824"/>
                  </a:lnTo>
                  <a:lnTo>
                    <a:pt x="8799976" y="1354509"/>
                  </a:lnTo>
                  <a:lnTo>
                    <a:pt x="8851309" y="1306308"/>
                  </a:lnTo>
                  <a:lnTo>
                    <a:pt x="8902584" y="1258736"/>
                  </a:lnTo>
                  <a:lnTo>
                    <a:pt x="8953768" y="1212280"/>
                  </a:lnTo>
                  <a:lnTo>
                    <a:pt x="9004865" y="1167377"/>
                  </a:lnTo>
                  <a:lnTo>
                    <a:pt x="9055919" y="1124401"/>
                  </a:lnTo>
                  <a:lnTo>
                    <a:pt x="9107032" y="1083652"/>
                  </a:lnTo>
                  <a:lnTo>
                    <a:pt x="9158376" y="1045349"/>
                  </a:lnTo>
                  <a:lnTo>
                    <a:pt x="9210199" y="1009627"/>
                  </a:lnTo>
                  <a:lnTo>
                    <a:pt x="9262845" y="976547"/>
                  </a:lnTo>
                  <a:lnTo>
                    <a:pt x="9316767" y="946097"/>
                  </a:lnTo>
                  <a:lnTo>
                    <a:pt x="9347647" y="930212"/>
                  </a:lnTo>
                  <a:lnTo>
                    <a:pt x="9399370" y="906084"/>
                  </a:lnTo>
                  <a:lnTo>
                    <a:pt x="9453527" y="884043"/>
                  </a:lnTo>
                  <a:lnTo>
                    <a:pt x="9510796" y="864016"/>
                  </a:lnTo>
                  <a:lnTo>
                    <a:pt x="9571921" y="845861"/>
                  </a:lnTo>
                  <a:lnTo>
                    <a:pt x="9637673" y="829407"/>
                  </a:lnTo>
                  <a:lnTo>
                    <a:pt x="9708809" y="814477"/>
                  </a:lnTo>
                  <a:lnTo>
                    <a:pt x="9786020" y="800906"/>
                  </a:lnTo>
                  <a:lnTo>
                    <a:pt x="9869864" y="788548"/>
                  </a:lnTo>
                  <a:lnTo>
                    <a:pt x="9960675" y="777281"/>
                  </a:lnTo>
                  <a:lnTo>
                    <a:pt x="10058451" y="767012"/>
                  </a:lnTo>
                  <a:lnTo>
                    <a:pt x="10162713" y="757678"/>
                  </a:lnTo>
                  <a:lnTo>
                    <a:pt x="10272361" y="749242"/>
                  </a:lnTo>
                  <a:lnTo>
                    <a:pt x="10385552" y="741693"/>
                  </a:lnTo>
                  <a:lnTo>
                    <a:pt x="10499641" y="735041"/>
                  </a:lnTo>
                  <a:lnTo>
                    <a:pt x="10611238" y="729304"/>
                  </a:lnTo>
                  <a:lnTo>
                    <a:pt x="10716442" y="724498"/>
                  </a:lnTo>
                  <a:lnTo>
                    <a:pt x="10811245" y="720623"/>
                  </a:lnTo>
                  <a:lnTo>
                    <a:pt x="10892087" y="717648"/>
                  </a:lnTo>
                  <a:lnTo>
                    <a:pt x="10956435" y="715504"/>
                  </a:lnTo>
                  <a:lnTo>
                    <a:pt x="11003259" y="714087"/>
                  </a:lnTo>
                  <a:lnTo>
                    <a:pt x="11033283" y="713258"/>
                  </a:lnTo>
                  <a:lnTo>
                    <a:pt x="11048980" y="712862"/>
                  </a:lnTo>
                  <a:lnTo>
                    <a:pt x="11054387" y="712737"/>
                  </a:lnTo>
                  <a:lnTo>
                    <a:pt x="11054891" y="712726"/>
                  </a:lnTo>
                  <a:lnTo>
                    <a:pt x="12049831" y="712726"/>
                  </a:lnTo>
                  <a:lnTo>
                    <a:pt x="12049831" y="707485"/>
                  </a:lnTo>
                  <a:lnTo>
                    <a:pt x="11054891" y="707485"/>
                  </a:lnTo>
                  <a:lnTo>
                    <a:pt x="11053768" y="707510"/>
                  </a:lnTo>
                  <a:lnTo>
                    <a:pt x="11046355" y="707685"/>
                  </a:lnTo>
                  <a:lnTo>
                    <a:pt x="11027564" y="708170"/>
                  </a:lnTo>
                  <a:lnTo>
                    <a:pt x="10993707" y="709125"/>
                  </a:lnTo>
                  <a:lnTo>
                    <a:pt x="10942715" y="710703"/>
                  </a:lnTo>
                  <a:lnTo>
                    <a:pt x="10874291" y="713036"/>
                  </a:lnTo>
                  <a:lnTo>
                    <a:pt x="10789853" y="716220"/>
                  </a:lnTo>
                  <a:lnTo>
                    <a:pt x="10692228" y="720315"/>
                  </a:lnTo>
                  <a:lnTo>
                    <a:pt x="10585137" y="725343"/>
                  </a:lnTo>
                  <a:lnTo>
                    <a:pt x="10472608" y="731299"/>
                  </a:lnTo>
                  <a:lnTo>
                    <a:pt x="10358451" y="738166"/>
                  </a:lnTo>
                  <a:lnTo>
                    <a:pt x="10245892" y="745926"/>
                  </a:lnTo>
                  <a:lnTo>
                    <a:pt x="10137387" y="754574"/>
                  </a:lnTo>
                  <a:lnTo>
                    <a:pt x="10034593" y="764126"/>
                  </a:lnTo>
                  <a:lnTo>
                    <a:pt x="9938450" y="774625"/>
                  </a:lnTo>
                  <a:lnTo>
                    <a:pt x="9849309" y="786142"/>
                  </a:lnTo>
                  <a:lnTo>
                    <a:pt x="9767082" y="798776"/>
                  </a:lnTo>
                  <a:lnTo>
                    <a:pt x="9691372" y="812656"/>
                  </a:lnTo>
                  <a:lnTo>
                    <a:pt x="9621582" y="827933"/>
                  </a:lnTo>
                  <a:lnTo>
                    <a:pt x="9557000" y="844776"/>
                  </a:lnTo>
                  <a:lnTo>
                    <a:pt x="9496861" y="863361"/>
                  </a:lnTo>
                  <a:lnTo>
                    <a:pt x="9440397" y="883855"/>
                  </a:lnTo>
                  <a:lnTo>
                    <a:pt x="9386877" y="906389"/>
                  </a:lnTo>
                  <a:lnTo>
                    <a:pt x="9347647" y="924971"/>
                  </a:lnTo>
                  <a:lnTo>
                    <a:pt x="9292764" y="953982"/>
                  </a:lnTo>
                  <a:lnTo>
                    <a:pt x="9239469" y="985588"/>
                  </a:lnTo>
                  <a:lnTo>
                    <a:pt x="9187236" y="1019837"/>
                  </a:lnTo>
                  <a:lnTo>
                    <a:pt x="9135661" y="1056710"/>
                  </a:lnTo>
                  <a:lnTo>
                    <a:pt x="9084445" y="1096115"/>
                  </a:lnTo>
                  <a:lnTo>
                    <a:pt x="9033374" y="1137879"/>
                  </a:lnTo>
                  <a:lnTo>
                    <a:pt x="8982311" y="1181747"/>
                  </a:lnTo>
                  <a:lnTo>
                    <a:pt x="8931178" y="1227387"/>
                  </a:lnTo>
                  <a:lnTo>
                    <a:pt x="8879952" y="1274393"/>
                  </a:lnTo>
                  <a:lnTo>
                    <a:pt x="8828646" y="1322304"/>
                  </a:lnTo>
                  <a:lnTo>
                    <a:pt x="8777301" y="1370620"/>
                  </a:lnTo>
                  <a:lnTo>
                    <a:pt x="8725967" y="1418821"/>
                  </a:lnTo>
                  <a:lnTo>
                    <a:pt x="8674693" y="1466392"/>
                  </a:lnTo>
                  <a:lnTo>
                    <a:pt x="8623508" y="1512849"/>
                  </a:lnTo>
                  <a:lnTo>
                    <a:pt x="8572412" y="1557752"/>
                  </a:lnTo>
                  <a:lnTo>
                    <a:pt x="8521358" y="1600728"/>
                  </a:lnTo>
                  <a:lnTo>
                    <a:pt x="8470244" y="1641476"/>
                  </a:lnTo>
                  <a:lnTo>
                    <a:pt x="8418901" y="1679780"/>
                  </a:lnTo>
                  <a:lnTo>
                    <a:pt x="8367078" y="1715501"/>
                  </a:lnTo>
                  <a:lnTo>
                    <a:pt x="8314432" y="1748582"/>
                  </a:lnTo>
                  <a:lnTo>
                    <a:pt x="8260509" y="1779032"/>
                  </a:lnTo>
                  <a:lnTo>
                    <a:pt x="8229629" y="1794917"/>
                  </a:lnTo>
                  <a:lnTo>
                    <a:pt x="8177907" y="1819045"/>
                  </a:lnTo>
                  <a:lnTo>
                    <a:pt x="8123750" y="1841086"/>
                  </a:lnTo>
                  <a:lnTo>
                    <a:pt x="8066481" y="1861112"/>
                  </a:lnTo>
                  <a:lnTo>
                    <a:pt x="8005356" y="1879267"/>
                  </a:lnTo>
                  <a:lnTo>
                    <a:pt x="7939604" y="1895722"/>
                  </a:lnTo>
                  <a:lnTo>
                    <a:pt x="7868468" y="1910652"/>
                  </a:lnTo>
                  <a:lnTo>
                    <a:pt x="7791257" y="1924223"/>
                  </a:lnTo>
                  <a:lnTo>
                    <a:pt x="7707413" y="1936581"/>
                  </a:lnTo>
                  <a:lnTo>
                    <a:pt x="7616601" y="1947848"/>
                  </a:lnTo>
                  <a:lnTo>
                    <a:pt x="7518825" y="1958116"/>
                  </a:lnTo>
                  <a:lnTo>
                    <a:pt x="7414563" y="1967451"/>
                  </a:lnTo>
                  <a:lnTo>
                    <a:pt x="7304915" y="1975887"/>
                  </a:lnTo>
                  <a:lnTo>
                    <a:pt x="7191724" y="1983436"/>
                  </a:lnTo>
                  <a:lnTo>
                    <a:pt x="7077636" y="1990088"/>
                  </a:lnTo>
                  <a:lnTo>
                    <a:pt x="6966038" y="1995825"/>
                  </a:lnTo>
                  <a:lnTo>
                    <a:pt x="6860835" y="2000631"/>
                  </a:lnTo>
                  <a:lnTo>
                    <a:pt x="6766032" y="2004506"/>
                  </a:lnTo>
                  <a:lnTo>
                    <a:pt x="6685190" y="2007481"/>
                  </a:lnTo>
                  <a:lnTo>
                    <a:pt x="6620841" y="2009624"/>
                  </a:lnTo>
                  <a:lnTo>
                    <a:pt x="6574017" y="2011042"/>
                  </a:lnTo>
                  <a:lnTo>
                    <a:pt x="6543993" y="2011870"/>
                  </a:lnTo>
                  <a:lnTo>
                    <a:pt x="6528297" y="2012267"/>
                  </a:lnTo>
                  <a:lnTo>
                    <a:pt x="6522889" y="2012392"/>
                  </a:lnTo>
                  <a:lnTo>
                    <a:pt x="6522385" y="2012403"/>
                  </a:lnTo>
                  <a:lnTo>
                    <a:pt x="5527445" y="2012403"/>
                  </a:lnTo>
                  <a:lnTo>
                    <a:pt x="5526340" y="2012366"/>
                  </a:lnTo>
                  <a:lnTo>
                    <a:pt x="5519043" y="2012100"/>
                  </a:lnTo>
                  <a:lnTo>
                    <a:pt x="5500537" y="2011365"/>
                  </a:lnTo>
                  <a:lnTo>
                    <a:pt x="5467174" y="2009916"/>
                  </a:lnTo>
                  <a:lnTo>
                    <a:pt x="5416886" y="2007521"/>
                  </a:lnTo>
                  <a:lnTo>
                    <a:pt x="5349337" y="2003980"/>
                  </a:lnTo>
                  <a:lnTo>
                    <a:pt x="5265878" y="1999144"/>
                  </a:lnTo>
                  <a:lnTo>
                    <a:pt x="5169247" y="1992921"/>
                  </a:lnTo>
                  <a:lnTo>
                    <a:pt x="5063082" y="1985275"/>
                  </a:lnTo>
                  <a:lnTo>
                    <a:pt x="4951345" y="1976212"/>
                  </a:lnTo>
                  <a:lnTo>
                    <a:pt x="4837805" y="1965759"/>
                  </a:lnTo>
                  <a:lnTo>
                    <a:pt x="4725677" y="1953941"/>
                  </a:lnTo>
                  <a:lnTo>
                    <a:pt x="4617426" y="1940770"/>
                  </a:lnTo>
                  <a:lnTo>
                    <a:pt x="4514734" y="1926222"/>
                  </a:lnTo>
                  <a:lnTo>
                    <a:pt x="4418572" y="1910237"/>
                  </a:lnTo>
                  <a:lnTo>
                    <a:pt x="4329327" y="1892709"/>
                  </a:lnTo>
                  <a:lnTo>
                    <a:pt x="4246943" y="1873492"/>
                  </a:lnTo>
                  <a:lnTo>
                    <a:pt x="4171052" y="1852393"/>
                  </a:lnTo>
                  <a:lnTo>
                    <a:pt x="4101080" y="1829189"/>
                  </a:lnTo>
                  <a:lnTo>
                    <a:pt x="4036336" y="1803623"/>
                  </a:lnTo>
                  <a:lnTo>
                    <a:pt x="3976070" y="1775428"/>
                  </a:lnTo>
                  <a:lnTo>
                    <a:pt x="3919526" y="1744347"/>
                  </a:lnTo>
                  <a:lnTo>
                    <a:pt x="3865976" y="1710174"/>
                  </a:lnTo>
                  <a:lnTo>
                    <a:pt x="3820202" y="1677002"/>
                  </a:lnTo>
                  <a:lnTo>
                    <a:pt x="3770690" y="1636886"/>
                  </a:lnTo>
                  <a:lnTo>
                    <a:pt x="3722514" y="1593531"/>
                  </a:lnTo>
                  <a:lnTo>
                    <a:pt x="3675274" y="1546874"/>
                  </a:lnTo>
                  <a:lnTo>
                    <a:pt x="3628654" y="1496916"/>
                  </a:lnTo>
                  <a:lnTo>
                    <a:pt x="3582412" y="1443732"/>
                  </a:lnTo>
                  <a:lnTo>
                    <a:pt x="3536365" y="1387476"/>
                  </a:lnTo>
                  <a:lnTo>
                    <a:pt x="3490382" y="1328383"/>
                  </a:lnTo>
                  <a:lnTo>
                    <a:pt x="3444381" y="1266774"/>
                  </a:lnTo>
                  <a:lnTo>
                    <a:pt x="3398316" y="1203044"/>
                  </a:lnTo>
                  <a:lnTo>
                    <a:pt x="3352175" y="1137661"/>
                  </a:lnTo>
                  <a:lnTo>
                    <a:pt x="3305968" y="1071150"/>
                  </a:lnTo>
                  <a:lnTo>
                    <a:pt x="3259727" y="1004072"/>
                  </a:lnTo>
                  <a:lnTo>
                    <a:pt x="3213486" y="937013"/>
                  </a:lnTo>
                  <a:lnTo>
                    <a:pt x="3167283" y="870557"/>
                  </a:lnTo>
                  <a:lnTo>
                    <a:pt x="3121146" y="805264"/>
                  </a:lnTo>
                  <a:lnTo>
                    <a:pt x="3075086" y="741655"/>
                  </a:lnTo>
                  <a:lnTo>
                    <a:pt x="3029088" y="680194"/>
                  </a:lnTo>
                  <a:lnTo>
                    <a:pt x="2983104" y="621273"/>
                  </a:lnTo>
                  <a:lnTo>
                    <a:pt x="2937049" y="565206"/>
                  </a:lnTo>
                  <a:lnTo>
                    <a:pt x="2890789" y="512222"/>
                  </a:lnTo>
                  <a:lnTo>
                    <a:pt x="2844137" y="462472"/>
                  </a:lnTo>
                  <a:lnTo>
                    <a:pt x="2796848" y="416025"/>
                  </a:lnTo>
                  <a:lnTo>
                    <a:pt x="2748600" y="372878"/>
                  </a:lnTo>
                  <a:lnTo>
                    <a:pt x="2702183" y="335400"/>
                  </a:lnTo>
                  <a:lnTo>
                    <a:pt x="2650748" y="298383"/>
                  </a:lnTo>
                  <a:lnTo>
                    <a:pt x="2596907" y="264552"/>
                  </a:lnTo>
                  <a:lnTo>
                    <a:pt x="2539997" y="233794"/>
                  </a:lnTo>
                  <a:lnTo>
                    <a:pt x="2479284" y="205896"/>
                  </a:lnTo>
                  <a:lnTo>
                    <a:pt x="2414010" y="180598"/>
                  </a:lnTo>
                  <a:lnTo>
                    <a:pt x="2343431" y="157633"/>
                  </a:lnTo>
                  <a:lnTo>
                    <a:pt x="2266863" y="136748"/>
                  </a:lnTo>
                  <a:lnTo>
                    <a:pt x="2183751" y="117721"/>
                  </a:lnTo>
                  <a:lnTo>
                    <a:pt x="2093755" y="100367"/>
                  </a:lnTo>
                  <a:lnTo>
                    <a:pt x="1996860" y="84541"/>
                  </a:lnTo>
                  <a:lnTo>
                    <a:pt x="1893508" y="70144"/>
                  </a:lnTo>
                  <a:lnTo>
                    <a:pt x="1784744" y="57119"/>
                  </a:lnTo>
                  <a:lnTo>
                    <a:pt x="1672331" y="45448"/>
                  </a:lnTo>
                  <a:lnTo>
                    <a:pt x="1558819" y="35144"/>
                  </a:lnTo>
                  <a:lnTo>
                    <a:pt x="1447494" y="26233"/>
                  </a:lnTo>
                  <a:lnTo>
                    <a:pt x="1342170" y="18741"/>
                  </a:lnTo>
                  <a:lnTo>
                    <a:pt x="1246798" y="12670"/>
                  </a:lnTo>
                  <a:lnTo>
                    <a:pt x="1164946" y="7979"/>
                  </a:lnTo>
                  <a:lnTo>
                    <a:pt x="1099225" y="4571"/>
                  </a:lnTo>
                  <a:lnTo>
                    <a:pt x="1050814" y="2288"/>
                  </a:lnTo>
                  <a:lnTo>
                    <a:pt x="1019185" y="928"/>
                  </a:lnTo>
                  <a:lnTo>
                    <a:pt x="1002092" y="256"/>
                  </a:lnTo>
                  <a:lnTo>
                    <a:pt x="995728" y="2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66" name="pl465"/>
            <p:cNvSpPr/>
            <p:nvPr/>
          </p:nvSpPr>
          <p:spPr>
            <a:xfrm>
              <a:off x="1199187" y="3306675"/>
              <a:ext cx="12049831" cy="2012403"/>
            </a:xfrm>
            <a:custGeom>
              <a:avLst/>
              <a:pathLst>
                <a:path w="12049831" h="2012403">
                  <a:moveTo>
                    <a:pt x="0" y="0"/>
                  </a:moveTo>
                  <a:lnTo>
                    <a:pt x="994940" y="0"/>
                  </a:lnTo>
                  <a:lnTo>
                    <a:pt x="996045" y="37"/>
                  </a:lnTo>
                  <a:lnTo>
                    <a:pt x="1003342" y="303"/>
                  </a:lnTo>
                  <a:lnTo>
                    <a:pt x="1021848" y="1038"/>
                  </a:lnTo>
                  <a:lnTo>
                    <a:pt x="1055211" y="2487"/>
                  </a:lnTo>
                  <a:lnTo>
                    <a:pt x="1105499" y="4881"/>
                  </a:lnTo>
                  <a:lnTo>
                    <a:pt x="1173048" y="8422"/>
                  </a:lnTo>
                  <a:lnTo>
                    <a:pt x="1256507" y="13258"/>
                  </a:lnTo>
                  <a:lnTo>
                    <a:pt x="1353138" y="19481"/>
                  </a:lnTo>
                  <a:lnTo>
                    <a:pt x="1459303" y="27127"/>
                  </a:lnTo>
                  <a:lnTo>
                    <a:pt x="1571040" y="36190"/>
                  </a:lnTo>
                  <a:lnTo>
                    <a:pt x="1684580" y="46644"/>
                  </a:lnTo>
                  <a:lnTo>
                    <a:pt x="1796708" y="58461"/>
                  </a:lnTo>
                  <a:lnTo>
                    <a:pt x="1904959" y="71632"/>
                  </a:lnTo>
                  <a:lnTo>
                    <a:pt x="2007651" y="86180"/>
                  </a:lnTo>
                  <a:lnTo>
                    <a:pt x="2103813" y="102166"/>
                  </a:lnTo>
                  <a:lnTo>
                    <a:pt x="2193058" y="119693"/>
                  </a:lnTo>
                  <a:lnTo>
                    <a:pt x="2275442" y="138911"/>
                  </a:lnTo>
                  <a:lnTo>
                    <a:pt x="2351333" y="160009"/>
                  </a:lnTo>
                  <a:lnTo>
                    <a:pt x="2421305" y="183214"/>
                  </a:lnTo>
                  <a:lnTo>
                    <a:pt x="2486049" y="208780"/>
                  </a:lnTo>
                  <a:lnTo>
                    <a:pt x="2546315" y="236975"/>
                  </a:lnTo>
                  <a:lnTo>
                    <a:pt x="2602859" y="268055"/>
                  </a:lnTo>
                  <a:lnTo>
                    <a:pt x="2656409" y="302228"/>
                  </a:lnTo>
                  <a:lnTo>
                    <a:pt x="2702183" y="335400"/>
                  </a:lnTo>
                  <a:lnTo>
                    <a:pt x="2751695" y="375517"/>
                  </a:lnTo>
                  <a:lnTo>
                    <a:pt x="2799871" y="418872"/>
                  </a:lnTo>
                  <a:lnTo>
                    <a:pt x="2847111" y="465529"/>
                  </a:lnTo>
                  <a:lnTo>
                    <a:pt x="2893731" y="515487"/>
                  </a:lnTo>
                  <a:lnTo>
                    <a:pt x="2939973" y="568670"/>
                  </a:lnTo>
                  <a:lnTo>
                    <a:pt x="2986020" y="624927"/>
                  </a:lnTo>
                  <a:lnTo>
                    <a:pt x="3032003" y="684019"/>
                  </a:lnTo>
                  <a:lnTo>
                    <a:pt x="3078004" y="745629"/>
                  </a:lnTo>
                  <a:lnTo>
                    <a:pt x="3124069" y="809358"/>
                  </a:lnTo>
                  <a:lnTo>
                    <a:pt x="3170210" y="874741"/>
                  </a:lnTo>
                  <a:lnTo>
                    <a:pt x="3216417" y="941253"/>
                  </a:lnTo>
                  <a:lnTo>
                    <a:pt x="3262658" y="1008330"/>
                  </a:lnTo>
                  <a:lnTo>
                    <a:pt x="3308899" y="1075389"/>
                  </a:lnTo>
                  <a:lnTo>
                    <a:pt x="3355102" y="1141846"/>
                  </a:lnTo>
                  <a:lnTo>
                    <a:pt x="3401239" y="1207139"/>
                  </a:lnTo>
                  <a:lnTo>
                    <a:pt x="3447299" y="1270747"/>
                  </a:lnTo>
                  <a:lnTo>
                    <a:pt x="3493297" y="1332208"/>
                  </a:lnTo>
                  <a:lnTo>
                    <a:pt x="3539281" y="1391129"/>
                  </a:lnTo>
                  <a:lnTo>
                    <a:pt x="3585336" y="1447197"/>
                  </a:lnTo>
                  <a:lnTo>
                    <a:pt x="3631596" y="1500180"/>
                  </a:lnTo>
                  <a:lnTo>
                    <a:pt x="3678248" y="1549930"/>
                  </a:lnTo>
                  <a:lnTo>
                    <a:pt x="3725537" y="1596377"/>
                  </a:lnTo>
                  <a:lnTo>
                    <a:pt x="3773785" y="1639524"/>
                  </a:lnTo>
                  <a:lnTo>
                    <a:pt x="3820202" y="1677002"/>
                  </a:lnTo>
                  <a:lnTo>
                    <a:pt x="3871637" y="1714019"/>
                  </a:lnTo>
                  <a:lnTo>
                    <a:pt x="3925478" y="1747851"/>
                  </a:lnTo>
                  <a:lnTo>
                    <a:pt x="3982388" y="1778608"/>
                  </a:lnTo>
                  <a:lnTo>
                    <a:pt x="4043101" y="1806506"/>
                  </a:lnTo>
                  <a:lnTo>
                    <a:pt x="4108375" y="1831805"/>
                  </a:lnTo>
                  <a:lnTo>
                    <a:pt x="4178954" y="1854770"/>
                  </a:lnTo>
                  <a:lnTo>
                    <a:pt x="4255522" y="1875655"/>
                  </a:lnTo>
                  <a:lnTo>
                    <a:pt x="4338634" y="1894681"/>
                  </a:lnTo>
                  <a:lnTo>
                    <a:pt x="4428630" y="1912036"/>
                  </a:lnTo>
                  <a:lnTo>
                    <a:pt x="4525525" y="1927862"/>
                  </a:lnTo>
                  <a:lnTo>
                    <a:pt x="4628876" y="1942259"/>
                  </a:lnTo>
                  <a:lnTo>
                    <a:pt x="4737641" y="1955283"/>
                  </a:lnTo>
                  <a:lnTo>
                    <a:pt x="4850054" y="1966954"/>
                  </a:lnTo>
                  <a:lnTo>
                    <a:pt x="4963566" y="1977259"/>
                  </a:lnTo>
                  <a:lnTo>
                    <a:pt x="5074891" y="1986170"/>
                  </a:lnTo>
                  <a:lnTo>
                    <a:pt x="5180215" y="1993662"/>
                  </a:lnTo>
                  <a:lnTo>
                    <a:pt x="5275587" y="1999732"/>
                  </a:lnTo>
                  <a:lnTo>
                    <a:pt x="5357439" y="2004423"/>
                  </a:lnTo>
                  <a:lnTo>
                    <a:pt x="5423160" y="2007832"/>
                  </a:lnTo>
                  <a:lnTo>
                    <a:pt x="5471571" y="2010114"/>
                  </a:lnTo>
                  <a:lnTo>
                    <a:pt x="5503200" y="2011474"/>
                  </a:lnTo>
                  <a:lnTo>
                    <a:pt x="5520293" y="2012147"/>
                  </a:lnTo>
                  <a:lnTo>
                    <a:pt x="5526657" y="2012377"/>
                  </a:lnTo>
                  <a:lnTo>
                    <a:pt x="5527445" y="2012403"/>
                  </a:lnTo>
                  <a:lnTo>
                    <a:pt x="6522385" y="2012403"/>
                  </a:lnTo>
                  <a:lnTo>
                    <a:pt x="6523509" y="2012378"/>
                  </a:lnTo>
                  <a:lnTo>
                    <a:pt x="6530921" y="2012203"/>
                  </a:lnTo>
                  <a:lnTo>
                    <a:pt x="6549713" y="2011718"/>
                  </a:lnTo>
                  <a:lnTo>
                    <a:pt x="6583569" y="2010763"/>
                  </a:lnTo>
                  <a:lnTo>
                    <a:pt x="6634561" y="2009185"/>
                  </a:lnTo>
                  <a:lnTo>
                    <a:pt x="6702986" y="2006852"/>
                  </a:lnTo>
                  <a:lnTo>
                    <a:pt x="6787424" y="2003668"/>
                  </a:lnTo>
                  <a:lnTo>
                    <a:pt x="6885048" y="1999573"/>
                  </a:lnTo>
                  <a:lnTo>
                    <a:pt x="6992139" y="1994545"/>
                  </a:lnTo>
                  <a:lnTo>
                    <a:pt x="7104668" y="1988589"/>
                  </a:lnTo>
                  <a:lnTo>
                    <a:pt x="7218825" y="1981722"/>
                  </a:lnTo>
                  <a:lnTo>
                    <a:pt x="7331384" y="1973962"/>
                  </a:lnTo>
                  <a:lnTo>
                    <a:pt x="7439889" y="1965314"/>
                  </a:lnTo>
                  <a:lnTo>
                    <a:pt x="7542683" y="1955762"/>
                  </a:lnTo>
                  <a:lnTo>
                    <a:pt x="7638827" y="1945263"/>
                  </a:lnTo>
                  <a:lnTo>
                    <a:pt x="7727968" y="1933746"/>
                  </a:lnTo>
                  <a:lnTo>
                    <a:pt x="7810194" y="1921112"/>
                  </a:lnTo>
                  <a:lnTo>
                    <a:pt x="7885904" y="1907232"/>
                  </a:lnTo>
                  <a:lnTo>
                    <a:pt x="7955694" y="1891955"/>
                  </a:lnTo>
                  <a:lnTo>
                    <a:pt x="8020277" y="1875112"/>
                  </a:lnTo>
                  <a:lnTo>
                    <a:pt x="8080416" y="1856527"/>
                  </a:lnTo>
                  <a:lnTo>
                    <a:pt x="8136879" y="1836033"/>
                  </a:lnTo>
                  <a:lnTo>
                    <a:pt x="8190399" y="1813499"/>
                  </a:lnTo>
                  <a:lnTo>
                    <a:pt x="8229629" y="1794917"/>
                  </a:lnTo>
                  <a:lnTo>
                    <a:pt x="8284512" y="1765907"/>
                  </a:lnTo>
                  <a:lnTo>
                    <a:pt x="8337807" y="1734300"/>
                  </a:lnTo>
                  <a:lnTo>
                    <a:pt x="8390041" y="1700051"/>
                  </a:lnTo>
                  <a:lnTo>
                    <a:pt x="8441615" y="1663178"/>
                  </a:lnTo>
                  <a:lnTo>
                    <a:pt x="8492832" y="1623773"/>
                  </a:lnTo>
                  <a:lnTo>
                    <a:pt x="8543902" y="1582009"/>
                  </a:lnTo>
                  <a:lnTo>
                    <a:pt x="8594966" y="1538141"/>
                  </a:lnTo>
                  <a:lnTo>
                    <a:pt x="8646099" y="1492501"/>
                  </a:lnTo>
                  <a:lnTo>
                    <a:pt x="8697325" y="1445495"/>
                  </a:lnTo>
                  <a:lnTo>
                    <a:pt x="8748630" y="1397584"/>
                  </a:lnTo>
                  <a:lnTo>
                    <a:pt x="8799976" y="1349268"/>
                  </a:lnTo>
                  <a:lnTo>
                    <a:pt x="8851309" y="1301067"/>
                  </a:lnTo>
                  <a:lnTo>
                    <a:pt x="8902584" y="1253496"/>
                  </a:lnTo>
                  <a:lnTo>
                    <a:pt x="8953768" y="1207039"/>
                  </a:lnTo>
                  <a:lnTo>
                    <a:pt x="9004865" y="1162136"/>
                  </a:lnTo>
                  <a:lnTo>
                    <a:pt x="9055919" y="1119161"/>
                  </a:lnTo>
                  <a:lnTo>
                    <a:pt x="9107032" y="1078412"/>
                  </a:lnTo>
                  <a:lnTo>
                    <a:pt x="9158376" y="1040108"/>
                  </a:lnTo>
                  <a:lnTo>
                    <a:pt x="9210199" y="1004387"/>
                  </a:lnTo>
                  <a:lnTo>
                    <a:pt x="9262845" y="971306"/>
                  </a:lnTo>
                  <a:lnTo>
                    <a:pt x="9316767" y="940856"/>
                  </a:lnTo>
                  <a:lnTo>
                    <a:pt x="9347647" y="924971"/>
                  </a:lnTo>
                  <a:lnTo>
                    <a:pt x="9399370" y="900843"/>
                  </a:lnTo>
                  <a:lnTo>
                    <a:pt x="9453527" y="878802"/>
                  </a:lnTo>
                  <a:lnTo>
                    <a:pt x="9510796" y="858776"/>
                  </a:lnTo>
                  <a:lnTo>
                    <a:pt x="9571921" y="840621"/>
                  </a:lnTo>
                  <a:lnTo>
                    <a:pt x="9637673" y="824166"/>
                  </a:lnTo>
                  <a:lnTo>
                    <a:pt x="9708809" y="809236"/>
                  </a:lnTo>
                  <a:lnTo>
                    <a:pt x="9786020" y="795665"/>
                  </a:lnTo>
                  <a:lnTo>
                    <a:pt x="9869864" y="783307"/>
                  </a:lnTo>
                  <a:lnTo>
                    <a:pt x="9960675" y="772040"/>
                  </a:lnTo>
                  <a:lnTo>
                    <a:pt x="10058451" y="761772"/>
                  </a:lnTo>
                  <a:lnTo>
                    <a:pt x="10162713" y="752437"/>
                  </a:lnTo>
                  <a:lnTo>
                    <a:pt x="10272361" y="744001"/>
                  </a:lnTo>
                  <a:lnTo>
                    <a:pt x="10385552" y="736452"/>
                  </a:lnTo>
                  <a:lnTo>
                    <a:pt x="10499641" y="729800"/>
                  </a:lnTo>
                  <a:lnTo>
                    <a:pt x="10611238" y="724063"/>
                  </a:lnTo>
                  <a:lnTo>
                    <a:pt x="10716442" y="719257"/>
                  </a:lnTo>
                  <a:lnTo>
                    <a:pt x="10811245" y="715382"/>
                  </a:lnTo>
                  <a:lnTo>
                    <a:pt x="10892087" y="712407"/>
                  </a:lnTo>
                  <a:lnTo>
                    <a:pt x="10956435" y="710264"/>
                  </a:lnTo>
                  <a:lnTo>
                    <a:pt x="11003259" y="708847"/>
                  </a:lnTo>
                  <a:lnTo>
                    <a:pt x="11033283" y="708018"/>
                  </a:lnTo>
                  <a:lnTo>
                    <a:pt x="11048980" y="707621"/>
                  </a:lnTo>
                  <a:lnTo>
                    <a:pt x="11054387" y="707496"/>
                  </a:lnTo>
                  <a:lnTo>
                    <a:pt x="11054891" y="707485"/>
                  </a:lnTo>
                  <a:lnTo>
                    <a:pt x="12049831" y="707485"/>
                  </a:lnTo>
                  <a:lnTo>
                    <a:pt x="12049831" y="7074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7" name="pl466"/>
            <p:cNvSpPr/>
            <p:nvPr/>
          </p:nvSpPr>
          <p:spPr>
            <a:xfrm>
              <a:off x="1199187" y="3301434"/>
              <a:ext cx="12049831" cy="2012403"/>
            </a:xfrm>
            <a:custGeom>
              <a:avLst/>
              <a:pathLst>
                <a:path w="12049831" h="2012403">
                  <a:moveTo>
                    <a:pt x="12049831" y="707485"/>
                  </a:moveTo>
                  <a:lnTo>
                    <a:pt x="11054891" y="707485"/>
                  </a:lnTo>
                  <a:lnTo>
                    <a:pt x="11053768" y="707510"/>
                  </a:lnTo>
                  <a:lnTo>
                    <a:pt x="11046355" y="707685"/>
                  </a:lnTo>
                  <a:lnTo>
                    <a:pt x="11027564" y="708170"/>
                  </a:lnTo>
                  <a:lnTo>
                    <a:pt x="10993707" y="709125"/>
                  </a:lnTo>
                  <a:lnTo>
                    <a:pt x="10942715" y="710703"/>
                  </a:lnTo>
                  <a:lnTo>
                    <a:pt x="10874291" y="713036"/>
                  </a:lnTo>
                  <a:lnTo>
                    <a:pt x="10789853" y="716220"/>
                  </a:lnTo>
                  <a:lnTo>
                    <a:pt x="10692228" y="720315"/>
                  </a:lnTo>
                  <a:lnTo>
                    <a:pt x="10585137" y="725343"/>
                  </a:lnTo>
                  <a:lnTo>
                    <a:pt x="10472608" y="731299"/>
                  </a:lnTo>
                  <a:lnTo>
                    <a:pt x="10358451" y="738166"/>
                  </a:lnTo>
                  <a:lnTo>
                    <a:pt x="10245892" y="745926"/>
                  </a:lnTo>
                  <a:lnTo>
                    <a:pt x="10137387" y="754574"/>
                  </a:lnTo>
                  <a:lnTo>
                    <a:pt x="10034593" y="764126"/>
                  </a:lnTo>
                  <a:lnTo>
                    <a:pt x="9938450" y="774625"/>
                  </a:lnTo>
                  <a:lnTo>
                    <a:pt x="9849309" y="786142"/>
                  </a:lnTo>
                  <a:lnTo>
                    <a:pt x="9767082" y="798776"/>
                  </a:lnTo>
                  <a:lnTo>
                    <a:pt x="9691372" y="812656"/>
                  </a:lnTo>
                  <a:lnTo>
                    <a:pt x="9621582" y="827933"/>
                  </a:lnTo>
                  <a:lnTo>
                    <a:pt x="9557000" y="844776"/>
                  </a:lnTo>
                  <a:lnTo>
                    <a:pt x="9496861" y="863361"/>
                  </a:lnTo>
                  <a:lnTo>
                    <a:pt x="9440397" y="883855"/>
                  </a:lnTo>
                  <a:lnTo>
                    <a:pt x="9386877" y="906389"/>
                  </a:lnTo>
                  <a:lnTo>
                    <a:pt x="9347647" y="924971"/>
                  </a:lnTo>
                  <a:lnTo>
                    <a:pt x="9292764" y="953982"/>
                  </a:lnTo>
                  <a:lnTo>
                    <a:pt x="9239469" y="985588"/>
                  </a:lnTo>
                  <a:lnTo>
                    <a:pt x="9187236" y="1019837"/>
                  </a:lnTo>
                  <a:lnTo>
                    <a:pt x="9135661" y="1056710"/>
                  </a:lnTo>
                  <a:lnTo>
                    <a:pt x="9084445" y="1096115"/>
                  </a:lnTo>
                  <a:lnTo>
                    <a:pt x="9033374" y="1137879"/>
                  </a:lnTo>
                  <a:lnTo>
                    <a:pt x="8982311" y="1181747"/>
                  </a:lnTo>
                  <a:lnTo>
                    <a:pt x="8931178" y="1227387"/>
                  </a:lnTo>
                  <a:lnTo>
                    <a:pt x="8879952" y="1274393"/>
                  </a:lnTo>
                  <a:lnTo>
                    <a:pt x="8828646" y="1322304"/>
                  </a:lnTo>
                  <a:lnTo>
                    <a:pt x="8777301" y="1370620"/>
                  </a:lnTo>
                  <a:lnTo>
                    <a:pt x="8725967" y="1418821"/>
                  </a:lnTo>
                  <a:lnTo>
                    <a:pt x="8674693" y="1466392"/>
                  </a:lnTo>
                  <a:lnTo>
                    <a:pt x="8623508" y="1512849"/>
                  </a:lnTo>
                  <a:lnTo>
                    <a:pt x="8572412" y="1557752"/>
                  </a:lnTo>
                  <a:lnTo>
                    <a:pt x="8521358" y="1600728"/>
                  </a:lnTo>
                  <a:lnTo>
                    <a:pt x="8470244" y="1641476"/>
                  </a:lnTo>
                  <a:lnTo>
                    <a:pt x="8418901" y="1679780"/>
                  </a:lnTo>
                  <a:lnTo>
                    <a:pt x="8367078" y="1715501"/>
                  </a:lnTo>
                  <a:lnTo>
                    <a:pt x="8314432" y="1748582"/>
                  </a:lnTo>
                  <a:lnTo>
                    <a:pt x="8260509" y="1779032"/>
                  </a:lnTo>
                  <a:lnTo>
                    <a:pt x="8229629" y="1794917"/>
                  </a:lnTo>
                  <a:lnTo>
                    <a:pt x="8177907" y="1819045"/>
                  </a:lnTo>
                  <a:lnTo>
                    <a:pt x="8123750" y="1841086"/>
                  </a:lnTo>
                  <a:lnTo>
                    <a:pt x="8066481" y="1861112"/>
                  </a:lnTo>
                  <a:lnTo>
                    <a:pt x="8005356" y="1879267"/>
                  </a:lnTo>
                  <a:lnTo>
                    <a:pt x="7939604" y="1895722"/>
                  </a:lnTo>
                  <a:lnTo>
                    <a:pt x="7868468" y="1910652"/>
                  </a:lnTo>
                  <a:lnTo>
                    <a:pt x="7791257" y="1924223"/>
                  </a:lnTo>
                  <a:lnTo>
                    <a:pt x="7707413" y="1936581"/>
                  </a:lnTo>
                  <a:lnTo>
                    <a:pt x="7616601" y="1947848"/>
                  </a:lnTo>
                  <a:lnTo>
                    <a:pt x="7518825" y="1958116"/>
                  </a:lnTo>
                  <a:lnTo>
                    <a:pt x="7414563" y="1967451"/>
                  </a:lnTo>
                  <a:lnTo>
                    <a:pt x="7304915" y="1975887"/>
                  </a:lnTo>
                  <a:lnTo>
                    <a:pt x="7191724" y="1983436"/>
                  </a:lnTo>
                  <a:lnTo>
                    <a:pt x="7077636" y="1990088"/>
                  </a:lnTo>
                  <a:lnTo>
                    <a:pt x="6966038" y="1995825"/>
                  </a:lnTo>
                  <a:lnTo>
                    <a:pt x="6860835" y="2000631"/>
                  </a:lnTo>
                  <a:lnTo>
                    <a:pt x="6766032" y="2004506"/>
                  </a:lnTo>
                  <a:lnTo>
                    <a:pt x="6685190" y="2007481"/>
                  </a:lnTo>
                  <a:lnTo>
                    <a:pt x="6620841" y="2009624"/>
                  </a:lnTo>
                  <a:lnTo>
                    <a:pt x="6574017" y="2011042"/>
                  </a:lnTo>
                  <a:lnTo>
                    <a:pt x="6543993" y="2011870"/>
                  </a:lnTo>
                  <a:lnTo>
                    <a:pt x="6528297" y="2012267"/>
                  </a:lnTo>
                  <a:lnTo>
                    <a:pt x="6522889" y="2012392"/>
                  </a:lnTo>
                  <a:lnTo>
                    <a:pt x="6522385" y="2012403"/>
                  </a:lnTo>
                  <a:lnTo>
                    <a:pt x="5527445" y="2012403"/>
                  </a:lnTo>
                  <a:lnTo>
                    <a:pt x="5526340" y="2012366"/>
                  </a:lnTo>
                  <a:lnTo>
                    <a:pt x="5519043" y="2012100"/>
                  </a:lnTo>
                  <a:lnTo>
                    <a:pt x="5500537" y="2011365"/>
                  </a:lnTo>
                  <a:lnTo>
                    <a:pt x="5467174" y="2009916"/>
                  </a:lnTo>
                  <a:lnTo>
                    <a:pt x="5416886" y="2007521"/>
                  </a:lnTo>
                  <a:lnTo>
                    <a:pt x="5349337" y="2003980"/>
                  </a:lnTo>
                  <a:lnTo>
                    <a:pt x="5265878" y="1999144"/>
                  </a:lnTo>
                  <a:lnTo>
                    <a:pt x="5169247" y="1992921"/>
                  </a:lnTo>
                  <a:lnTo>
                    <a:pt x="5063082" y="1985275"/>
                  </a:lnTo>
                  <a:lnTo>
                    <a:pt x="4951345" y="1976212"/>
                  </a:lnTo>
                  <a:lnTo>
                    <a:pt x="4837805" y="1965759"/>
                  </a:lnTo>
                  <a:lnTo>
                    <a:pt x="4725677" y="1953941"/>
                  </a:lnTo>
                  <a:lnTo>
                    <a:pt x="4617426" y="1940770"/>
                  </a:lnTo>
                  <a:lnTo>
                    <a:pt x="4514734" y="1926222"/>
                  </a:lnTo>
                  <a:lnTo>
                    <a:pt x="4418572" y="1910237"/>
                  </a:lnTo>
                  <a:lnTo>
                    <a:pt x="4329327" y="1892709"/>
                  </a:lnTo>
                  <a:lnTo>
                    <a:pt x="4246943" y="1873492"/>
                  </a:lnTo>
                  <a:lnTo>
                    <a:pt x="4171052" y="1852393"/>
                  </a:lnTo>
                  <a:lnTo>
                    <a:pt x="4101080" y="1829189"/>
                  </a:lnTo>
                  <a:lnTo>
                    <a:pt x="4036336" y="1803623"/>
                  </a:lnTo>
                  <a:lnTo>
                    <a:pt x="3976070" y="1775428"/>
                  </a:lnTo>
                  <a:lnTo>
                    <a:pt x="3919526" y="1744347"/>
                  </a:lnTo>
                  <a:lnTo>
                    <a:pt x="3865976" y="1710174"/>
                  </a:lnTo>
                  <a:lnTo>
                    <a:pt x="3820202" y="1677002"/>
                  </a:lnTo>
                  <a:lnTo>
                    <a:pt x="3770690" y="1636886"/>
                  </a:lnTo>
                  <a:lnTo>
                    <a:pt x="3722514" y="1593531"/>
                  </a:lnTo>
                  <a:lnTo>
                    <a:pt x="3675274" y="1546874"/>
                  </a:lnTo>
                  <a:lnTo>
                    <a:pt x="3628654" y="1496916"/>
                  </a:lnTo>
                  <a:lnTo>
                    <a:pt x="3582412" y="1443732"/>
                  </a:lnTo>
                  <a:lnTo>
                    <a:pt x="3536365" y="1387476"/>
                  </a:lnTo>
                  <a:lnTo>
                    <a:pt x="3490382" y="1328383"/>
                  </a:lnTo>
                  <a:lnTo>
                    <a:pt x="3444381" y="1266774"/>
                  </a:lnTo>
                  <a:lnTo>
                    <a:pt x="3398316" y="1203044"/>
                  </a:lnTo>
                  <a:lnTo>
                    <a:pt x="3352175" y="1137661"/>
                  </a:lnTo>
                  <a:lnTo>
                    <a:pt x="3305968" y="1071150"/>
                  </a:lnTo>
                  <a:lnTo>
                    <a:pt x="3259727" y="1004072"/>
                  </a:lnTo>
                  <a:lnTo>
                    <a:pt x="3213486" y="937013"/>
                  </a:lnTo>
                  <a:lnTo>
                    <a:pt x="3167283" y="870557"/>
                  </a:lnTo>
                  <a:lnTo>
                    <a:pt x="3121146" y="805264"/>
                  </a:lnTo>
                  <a:lnTo>
                    <a:pt x="3075086" y="741655"/>
                  </a:lnTo>
                  <a:lnTo>
                    <a:pt x="3029088" y="680194"/>
                  </a:lnTo>
                  <a:lnTo>
                    <a:pt x="2983104" y="621273"/>
                  </a:lnTo>
                  <a:lnTo>
                    <a:pt x="2937049" y="565206"/>
                  </a:lnTo>
                  <a:lnTo>
                    <a:pt x="2890789" y="512222"/>
                  </a:lnTo>
                  <a:lnTo>
                    <a:pt x="2844137" y="462472"/>
                  </a:lnTo>
                  <a:lnTo>
                    <a:pt x="2796848" y="416025"/>
                  </a:lnTo>
                  <a:lnTo>
                    <a:pt x="2748600" y="372878"/>
                  </a:lnTo>
                  <a:lnTo>
                    <a:pt x="2702183" y="335400"/>
                  </a:lnTo>
                  <a:lnTo>
                    <a:pt x="2650748" y="298383"/>
                  </a:lnTo>
                  <a:lnTo>
                    <a:pt x="2596907" y="264552"/>
                  </a:lnTo>
                  <a:lnTo>
                    <a:pt x="2539997" y="233794"/>
                  </a:lnTo>
                  <a:lnTo>
                    <a:pt x="2479284" y="205896"/>
                  </a:lnTo>
                  <a:lnTo>
                    <a:pt x="2414010" y="180598"/>
                  </a:lnTo>
                  <a:lnTo>
                    <a:pt x="2343431" y="157633"/>
                  </a:lnTo>
                  <a:lnTo>
                    <a:pt x="2266863" y="136748"/>
                  </a:lnTo>
                  <a:lnTo>
                    <a:pt x="2183751" y="117721"/>
                  </a:lnTo>
                  <a:lnTo>
                    <a:pt x="2093755" y="100367"/>
                  </a:lnTo>
                  <a:lnTo>
                    <a:pt x="1996860" y="84541"/>
                  </a:lnTo>
                  <a:lnTo>
                    <a:pt x="1893508" y="70144"/>
                  </a:lnTo>
                  <a:lnTo>
                    <a:pt x="1784744" y="57119"/>
                  </a:lnTo>
                  <a:lnTo>
                    <a:pt x="1672331" y="45448"/>
                  </a:lnTo>
                  <a:lnTo>
                    <a:pt x="1558819" y="35144"/>
                  </a:lnTo>
                  <a:lnTo>
                    <a:pt x="1447494" y="26233"/>
                  </a:lnTo>
                  <a:lnTo>
                    <a:pt x="1342170" y="18741"/>
                  </a:lnTo>
                  <a:lnTo>
                    <a:pt x="1246798" y="12670"/>
                  </a:lnTo>
                  <a:lnTo>
                    <a:pt x="1164946" y="7979"/>
                  </a:lnTo>
                  <a:lnTo>
                    <a:pt x="1099225" y="4571"/>
                  </a:lnTo>
                  <a:lnTo>
                    <a:pt x="1050814" y="2288"/>
                  </a:lnTo>
                  <a:lnTo>
                    <a:pt x="1019185" y="928"/>
                  </a:lnTo>
                  <a:lnTo>
                    <a:pt x="1002092" y="256"/>
                  </a:lnTo>
                  <a:lnTo>
                    <a:pt x="995728" y="2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8" name="pg467"/>
            <p:cNvSpPr/>
            <p:nvPr/>
          </p:nvSpPr>
          <p:spPr>
            <a:xfrm>
              <a:off x="1199187" y="3306675"/>
              <a:ext cx="12049831" cy="2028125"/>
            </a:xfrm>
            <a:custGeom>
              <a:avLst/>
              <a:pathLst>
                <a:path w="12049831" h="2028125">
                  <a:moveTo>
                    <a:pt x="0" y="15721"/>
                  </a:moveTo>
                  <a:lnTo>
                    <a:pt x="994940" y="15721"/>
                  </a:lnTo>
                  <a:lnTo>
                    <a:pt x="996045" y="15759"/>
                  </a:lnTo>
                  <a:lnTo>
                    <a:pt x="1003342" y="16025"/>
                  </a:lnTo>
                  <a:lnTo>
                    <a:pt x="1021848" y="16760"/>
                  </a:lnTo>
                  <a:lnTo>
                    <a:pt x="1055211" y="18208"/>
                  </a:lnTo>
                  <a:lnTo>
                    <a:pt x="1105499" y="20603"/>
                  </a:lnTo>
                  <a:lnTo>
                    <a:pt x="1173048" y="24144"/>
                  </a:lnTo>
                  <a:lnTo>
                    <a:pt x="1256507" y="28980"/>
                  </a:lnTo>
                  <a:lnTo>
                    <a:pt x="1353138" y="35203"/>
                  </a:lnTo>
                  <a:lnTo>
                    <a:pt x="1459303" y="42849"/>
                  </a:lnTo>
                  <a:lnTo>
                    <a:pt x="1571040" y="51912"/>
                  </a:lnTo>
                  <a:lnTo>
                    <a:pt x="1684580" y="62366"/>
                  </a:lnTo>
                  <a:lnTo>
                    <a:pt x="1796708" y="74183"/>
                  </a:lnTo>
                  <a:lnTo>
                    <a:pt x="1904959" y="87354"/>
                  </a:lnTo>
                  <a:lnTo>
                    <a:pt x="2007651" y="101902"/>
                  </a:lnTo>
                  <a:lnTo>
                    <a:pt x="2103813" y="117887"/>
                  </a:lnTo>
                  <a:lnTo>
                    <a:pt x="2193058" y="135415"/>
                  </a:lnTo>
                  <a:lnTo>
                    <a:pt x="2275442" y="154633"/>
                  </a:lnTo>
                  <a:lnTo>
                    <a:pt x="2351333" y="175731"/>
                  </a:lnTo>
                  <a:lnTo>
                    <a:pt x="2421305" y="198936"/>
                  </a:lnTo>
                  <a:lnTo>
                    <a:pt x="2486049" y="224502"/>
                  </a:lnTo>
                  <a:lnTo>
                    <a:pt x="2546315" y="252697"/>
                  </a:lnTo>
                  <a:lnTo>
                    <a:pt x="2602859" y="283777"/>
                  </a:lnTo>
                  <a:lnTo>
                    <a:pt x="2656409" y="317950"/>
                  </a:lnTo>
                  <a:lnTo>
                    <a:pt x="2702183" y="351122"/>
                  </a:lnTo>
                  <a:lnTo>
                    <a:pt x="2751695" y="391238"/>
                  </a:lnTo>
                  <a:lnTo>
                    <a:pt x="2799871" y="434593"/>
                  </a:lnTo>
                  <a:lnTo>
                    <a:pt x="2847111" y="481251"/>
                  </a:lnTo>
                  <a:lnTo>
                    <a:pt x="2893731" y="531208"/>
                  </a:lnTo>
                  <a:lnTo>
                    <a:pt x="2939973" y="584392"/>
                  </a:lnTo>
                  <a:lnTo>
                    <a:pt x="2986020" y="640649"/>
                  </a:lnTo>
                  <a:lnTo>
                    <a:pt x="3032003" y="699741"/>
                  </a:lnTo>
                  <a:lnTo>
                    <a:pt x="3078004" y="761351"/>
                  </a:lnTo>
                  <a:lnTo>
                    <a:pt x="3124069" y="825080"/>
                  </a:lnTo>
                  <a:lnTo>
                    <a:pt x="3170210" y="890463"/>
                  </a:lnTo>
                  <a:lnTo>
                    <a:pt x="3216417" y="956975"/>
                  </a:lnTo>
                  <a:lnTo>
                    <a:pt x="3262658" y="1024052"/>
                  </a:lnTo>
                  <a:lnTo>
                    <a:pt x="3308899" y="1091111"/>
                  </a:lnTo>
                  <a:lnTo>
                    <a:pt x="3355102" y="1157568"/>
                  </a:lnTo>
                  <a:lnTo>
                    <a:pt x="3401239" y="1222861"/>
                  </a:lnTo>
                  <a:lnTo>
                    <a:pt x="3447299" y="1286469"/>
                  </a:lnTo>
                  <a:lnTo>
                    <a:pt x="3493297" y="1347930"/>
                  </a:lnTo>
                  <a:lnTo>
                    <a:pt x="3539281" y="1406851"/>
                  </a:lnTo>
                  <a:lnTo>
                    <a:pt x="3585336" y="1462919"/>
                  </a:lnTo>
                  <a:lnTo>
                    <a:pt x="3631596" y="1515902"/>
                  </a:lnTo>
                  <a:lnTo>
                    <a:pt x="3678248" y="1565652"/>
                  </a:lnTo>
                  <a:lnTo>
                    <a:pt x="3725537" y="1612099"/>
                  </a:lnTo>
                  <a:lnTo>
                    <a:pt x="3773785" y="1655246"/>
                  </a:lnTo>
                  <a:lnTo>
                    <a:pt x="3820202" y="1692724"/>
                  </a:lnTo>
                  <a:lnTo>
                    <a:pt x="3871637" y="1729741"/>
                  </a:lnTo>
                  <a:lnTo>
                    <a:pt x="3925478" y="1763573"/>
                  </a:lnTo>
                  <a:lnTo>
                    <a:pt x="3982388" y="1794330"/>
                  </a:lnTo>
                  <a:lnTo>
                    <a:pt x="4043101" y="1822228"/>
                  </a:lnTo>
                  <a:lnTo>
                    <a:pt x="4108375" y="1847526"/>
                  </a:lnTo>
                  <a:lnTo>
                    <a:pt x="4178954" y="1870492"/>
                  </a:lnTo>
                  <a:lnTo>
                    <a:pt x="4255522" y="1891377"/>
                  </a:lnTo>
                  <a:lnTo>
                    <a:pt x="4338634" y="1910403"/>
                  </a:lnTo>
                  <a:lnTo>
                    <a:pt x="4428630" y="1927758"/>
                  </a:lnTo>
                  <a:lnTo>
                    <a:pt x="4525525" y="1943584"/>
                  </a:lnTo>
                  <a:lnTo>
                    <a:pt x="4628876" y="1957981"/>
                  </a:lnTo>
                  <a:lnTo>
                    <a:pt x="4737641" y="1971005"/>
                  </a:lnTo>
                  <a:lnTo>
                    <a:pt x="4850054" y="1982676"/>
                  </a:lnTo>
                  <a:lnTo>
                    <a:pt x="4963566" y="1992981"/>
                  </a:lnTo>
                  <a:lnTo>
                    <a:pt x="5074891" y="2001892"/>
                  </a:lnTo>
                  <a:lnTo>
                    <a:pt x="5180215" y="2009384"/>
                  </a:lnTo>
                  <a:lnTo>
                    <a:pt x="5275587" y="2015454"/>
                  </a:lnTo>
                  <a:lnTo>
                    <a:pt x="5357439" y="2020145"/>
                  </a:lnTo>
                  <a:lnTo>
                    <a:pt x="5423160" y="2023554"/>
                  </a:lnTo>
                  <a:lnTo>
                    <a:pt x="5471571" y="2025836"/>
                  </a:lnTo>
                  <a:lnTo>
                    <a:pt x="5503200" y="2027196"/>
                  </a:lnTo>
                  <a:lnTo>
                    <a:pt x="5520293" y="2027868"/>
                  </a:lnTo>
                  <a:lnTo>
                    <a:pt x="5526657" y="2028098"/>
                  </a:lnTo>
                  <a:lnTo>
                    <a:pt x="5527445" y="2028125"/>
                  </a:lnTo>
                  <a:lnTo>
                    <a:pt x="6522385" y="2028125"/>
                  </a:lnTo>
                  <a:lnTo>
                    <a:pt x="6523514" y="2028106"/>
                  </a:lnTo>
                  <a:lnTo>
                    <a:pt x="6530961" y="2027969"/>
                  </a:lnTo>
                  <a:lnTo>
                    <a:pt x="6549837" y="2027592"/>
                  </a:lnTo>
                  <a:lnTo>
                    <a:pt x="6583840" y="2026848"/>
                  </a:lnTo>
                  <a:lnTo>
                    <a:pt x="6635040" y="2025619"/>
                  </a:lnTo>
                  <a:lnTo>
                    <a:pt x="6703724" y="2023802"/>
                  </a:lnTo>
                  <a:lnTo>
                    <a:pt x="6788451" y="2021323"/>
                  </a:lnTo>
                  <a:lnTo>
                    <a:pt x="6886368" y="2018135"/>
                  </a:lnTo>
                  <a:lnTo>
                    <a:pt x="6993731" y="2014222"/>
                  </a:lnTo>
                  <a:lnTo>
                    <a:pt x="7106492" y="2009587"/>
                  </a:lnTo>
                  <a:lnTo>
                    <a:pt x="7220829" y="2004244"/>
                  </a:lnTo>
                  <a:lnTo>
                    <a:pt x="7333512" y="1998207"/>
                  </a:lnTo>
                  <a:lnTo>
                    <a:pt x="7442090" y="1991479"/>
                  </a:lnTo>
                  <a:lnTo>
                    <a:pt x="7544912" y="1984048"/>
                  </a:lnTo>
                  <a:lnTo>
                    <a:pt x="7641049" y="1975880"/>
                  </a:lnTo>
                  <a:lnTo>
                    <a:pt x="7730158" y="1966919"/>
                  </a:lnTo>
                  <a:lnTo>
                    <a:pt x="7812338" y="1957086"/>
                  </a:lnTo>
                  <a:lnTo>
                    <a:pt x="7887994" y="1946281"/>
                  </a:lnTo>
                  <a:lnTo>
                    <a:pt x="7957731" y="1934387"/>
                  </a:lnTo>
                  <a:lnTo>
                    <a:pt x="8022266" y="1921271"/>
                  </a:lnTo>
                  <a:lnTo>
                    <a:pt x="8082369" y="1906796"/>
                  </a:lnTo>
                  <a:lnTo>
                    <a:pt x="8138809" y="1890833"/>
                  </a:lnTo>
                  <a:lnTo>
                    <a:pt x="8192322" y="1873281"/>
                  </a:lnTo>
                  <a:lnTo>
                    <a:pt x="8229629" y="1859551"/>
                  </a:lnTo>
                  <a:lnTo>
                    <a:pt x="8286759" y="1836086"/>
                  </a:lnTo>
                  <a:lnTo>
                    <a:pt x="8342191" y="1810435"/>
                  </a:lnTo>
                  <a:lnTo>
                    <a:pt x="8396512" y="1782561"/>
                  </a:lnTo>
                  <a:lnTo>
                    <a:pt x="8450163" y="1752487"/>
                  </a:lnTo>
                  <a:lnTo>
                    <a:pt x="8503470" y="1720303"/>
                  </a:lnTo>
                  <a:lnTo>
                    <a:pt x="8556656" y="1686176"/>
                  </a:lnTo>
                  <a:lnTo>
                    <a:pt x="8609860" y="1650343"/>
                  </a:lnTo>
                  <a:lnTo>
                    <a:pt x="8663151" y="1613114"/>
                  </a:lnTo>
                  <a:lnTo>
                    <a:pt x="8716543" y="1574860"/>
                  </a:lnTo>
                  <a:lnTo>
                    <a:pt x="8770007" y="1536001"/>
                  </a:lnTo>
                  <a:lnTo>
                    <a:pt x="8823491" y="1496982"/>
                  </a:lnTo>
                  <a:lnTo>
                    <a:pt x="8876938" y="1458260"/>
                  </a:lnTo>
                  <a:lnTo>
                    <a:pt x="8930301" y="1420275"/>
                  </a:lnTo>
                  <a:lnTo>
                    <a:pt x="8983562" y="1383433"/>
                  </a:lnTo>
                  <a:lnTo>
                    <a:pt x="9036750" y="1348087"/>
                  </a:lnTo>
                  <a:lnTo>
                    <a:pt x="9089954" y="1314527"/>
                  </a:lnTo>
                  <a:lnTo>
                    <a:pt x="9143338" y="1282970"/>
                  </a:lnTo>
                  <a:lnTo>
                    <a:pt x="9197153" y="1253556"/>
                  </a:lnTo>
                  <a:lnTo>
                    <a:pt x="9251758" y="1226357"/>
                  </a:lnTo>
                  <a:lnTo>
                    <a:pt x="9307636" y="1201376"/>
                  </a:lnTo>
                  <a:lnTo>
                    <a:pt x="9347647" y="1185256"/>
                  </a:lnTo>
                  <a:lnTo>
                    <a:pt x="9399455" y="1166526"/>
                  </a:lnTo>
                  <a:lnTo>
                    <a:pt x="9453705" y="1149419"/>
                  </a:lnTo>
                  <a:lnTo>
                    <a:pt x="9511079" y="1133877"/>
                  </a:lnTo>
                  <a:lnTo>
                    <a:pt x="9572326" y="1119790"/>
                  </a:lnTo>
                  <a:lnTo>
                    <a:pt x="9638220" y="1107025"/>
                  </a:lnTo>
                  <a:lnTo>
                    <a:pt x="9709520" y="1095444"/>
                  </a:lnTo>
                  <a:lnTo>
                    <a:pt x="9786921" y="1084919"/>
                  </a:lnTo>
                  <a:lnTo>
                    <a:pt x="9870982" y="1075335"/>
                  </a:lnTo>
                  <a:lnTo>
                    <a:pt x="9962035" y="1066599"/>
                  </a:lnTo>
                  <a:lnTo>
                    <a:pt x="10060071" y="1058639"/>
                  </a:lnTo>
                  <a:lnTo>
                    <a:pt x="10164601" y="1051404"/>
                  </a:lnTo>
                  <a:lnTo>
                    <a:pt x="10274508" y="1044867"/>
                  </a:lnTo>
                  <a:lnTo>
                    <a:pt x="10387927" y="1039021"/>
                  </a:lnTo>
                  <a:lnTo>
                    <a:pt x="10502182" y="1033871"/>
                  </a:lnTo>
                  <a:lnTo>
                    <a:pt x="10613854" y="1029434"/>
                  </a:lnTo>
                  <a:lnTo>
                    <a:pt x="10719015" y="1025721"/>
                  </a:lnTo>
                  <a:lnTo>
                    <a:pt x="10813643" y="1022732"/>
                  </a:lnTo>
                  <a:lnTo>
                    <a:pt x="10894180" y="1020441"/>
                  </a:lnTo>
                  <a:lnTo>
                    <a:pt x="10958118" y="1018795"/>
                  </a:lnTo>
                  <a:lnTo>
                    <a:pt x="11004472" y="1017711"/>
                  </a:lnTo>
                  <a:lnTo>
                    <a:pt x="11034025" y="1017080"/>
                  </a:lnTo>
                  <a:lnTo>
                    <a:pt x="11049317" y="1016782"/>
                  </a:lnTo>
                  <a:lnTo>
                    <a:pt x="11054456" y="1016690"/>
                  </a:lnTo>
                  <a:lnTo>
                    <a:pt x="11054891" y="1016683"/>
                  </a:lnTo>
                  <a:lnTo>
                    <a:pt x="12049831" y="1016683"/>
                  </a:lnTo>
                  <a:lnTo>
                    <a:pt x="12049831" y="1000961"/>
                  </a:lnTo>
                  <a:lnTo>
                    <a:pt x="11054891" y="1000961"/>
                  </a:lnTo>
                  <a:lnTo>
                    <a:pt x="11053763" y="1000980"/>
                  </a:lnTo>
                  <a:lnTo>
                    <a:pt x="11046315" y="1001116"/>
                  </a:lnTo>
                  <a:lnTo>
                    <a:pt x="11027440" y="1001494"/>
                  </a:lnTo>
                  <a:lnTo>
                    <a:pt x="10993437" y="1002238"/>
                  </a:lnTo>
                  <a:lnTo>
                    <a:pt x="10942236" y="1003467"/>
                  </a:lnTo>
                  <a:lnTo>
                    <a:pt x="10873552" y="1005283"/>
                  </a:lnTo>
                  <a:lnTo>
                    <a:pt x="10788826" y="1007763"/>
                  </a:lnTo>
                  <a:lnTo>
                    <a:pt x="10690909" y="1010950"/>
                  </a:lnTo>
                  <a:lnTo>
                    <a:pt x="10583546" y="1014864"/>
                  </a:lnTo>
                  <a:lnTo>
                    <a:pt x="10470785" y="1019499"/>
                  </a:lnTo>
                  <a:lnTo>
                    <a:pt x="10356448" y="1024842"/>
                  </a:lnTo>
                  <a:lnTo>
                    <a:pt x="10243764" y="1030879"/>
                  </a:lnTo>
                  <a:lnTo>
                    <a:pt x="10135186" y="1037606"/>
                  </a:lnTo>
                  <a:lnTo>
                    <a:pt x="10032364" y="1045037"/>
                  </a:lnTo>
                  <a:lnTo>
                    <a:pt x="9936228" y="1053206"/>
                  </a:lnTo>
                  <a:lnTo>
                    <a:pt x="9847119" y="1062167"/>
                  </a:lnTo>
                  <a:lnTo>
                    <a:pt x="9764939" y="1072000"/>
                  </a:lnTo>
                  <a:lnTo>
                    <a:pt x="9689283" y="1082804"/>
                  </a:lnTo>
                  <a:lnTo>
                    <a:pt x="9619546" y="1094698"/>
                  </a:lnTo>
                  <a:lnTo>
                    <a:pt x="9555010" y="1107814"/>
                  </a:lnTo>
                  <a:lnTo>
                    <a:pt x="9494908" y="1122289"/>
                  </a:lnTo>
                  <a:lnTo>
                    <a:pt x="9438467" y="1138253"/>
                  </a:lnTo>
                  <a:lnTo>
                    <a:pt x="9384955" y="1155805"/>
                  </a:lnTo>
                  <a:lnTo>
                    <a:pt x="9347647" y="1169534"/>
                  </a:lnTo>
                  <a:lnTo>
                    <a:pt x="9290518" y="1193000"/>
                  </a:lnTo>
                  <a:lnTo>
                    <a:pt x="9235086" y="1218650"/>
                  </a:lnTo>
                  <a:lnTo>
                    <a:pt x="9180765" y="1246524"/>
                  </a:lnTo>
                  <a:lnTo>
                    <a:pt x="9127113" y="1276599"/>
                  </a:lnTo>
                  <a:lnTo>
                    <a:pt x="9073806" y="1308782"/>
                  </a:lnTo>
                  <a:lnTo>
                    <a:pt x="9020621" y="1342910"/>
                  </a:lnTo>
                  <a:lnTo>
                    <a:pt x="8967417" y="1378743"/>
                  </a:lnTo>
                  <a:lnTo>
                    <a:pt x="8914125" y="1415972"/>
                  </a:lnTo>
                  <a:lnTo>
                    <a:pt x="8860733" y="1454225"/>
                  </a:lnTo>
                  <a:lnTo>
                    <a:pt x="8807270" y="1493085"/>
                  </a:lnTo>
                  <a:lnTo>
                    <a:pt x="8753785" y="1532103"/>
                  </a:lnTo>
                  <a:lnTo>
                    <a:pt x="8700338" y="1570826"/>
                  </a:lnTo>
                  <a:lnTo>
                    <a:pt x="8646976" y="1608811"/>
                  </a:lnTo>
                  <a:lnTo>
                    <a:pt x="8593714" y="1645653"/>
                  </a:lnTo>
                  <a:lnTo>
                    <a:pt x="8540526" y="1680998"/>
                  </a:lnTo>
                  <a:lnTo>
                    <a:pt x="8487322" y="1714558"/>
                  </a:lnTo>
                  <a:lnTo>
                    <a:pt x="8433939" y="1746116"/>
                  </a:lnTo>
                  <a:lnTo>
                    <a:pt x="8380123" y="1775529"/>
                  </a:lnTo>
                  <a:lnTo>
                    <a:pt x="8325518" y="1802728"/>
                  </a:lnTo>
                  <a:lnTo>
                    <a:pt x="8269641" y="1827709"/>
                  </a:lnTo>
                  <a:lnTo>
                    <a:pt x="8229629" y="1843829"/>
                  </a:lnTo>
                  <a:lnTo>
                    <a:pt x="8177822" y="1862560"/>
                  </a:lnTo>
                  <a:lnTo>
                    <a:pt x="8123572" y="1879667"/>
                  </a:lnTo>
                  <a:lnTo>
                    <a:pt x="8066197" y="1895209"/>
                  </a:lnTo>
                  <a:lnTo>
                    <a:pt x="8004951" y="1909295"/>
                  </a:lnTo>
                  <a:lnTo>
                    <a:pt x="7939057" y="1922061"/>
                  </a:lnTo>
                  <a:lnTo>
                    <a:pt x="7867756" y="1933641"/>
                  </a:lnTo>
                  <a:lnTo>
                    <a:pt x="7790355" y="1944167"/>
                  </a:lnTo>
                  <a:lnTo>
                    <a:pt x="7706295" y="1953750"/>
                  </a:lnTo>
                  <a:lnTo>
                    <a:pt x="7615242" y="1962486"/>
                  </a:lnTo>
                  <a:lnTo>
                    <a:pt x="7517206" y="1970447"/>
                  </a:lnTo>
                  <a:lnTo>
                    <a:pt x="7412676" y="1977681"/>
                  </a:lnTo>
                  <a:lnTo>
                    <a:pt x="7302768" y="1984218"/>
                  </a:lnTo>
                  <a:lnTo>
                    <a:pt x="7189349" y="1990065"/>
                  </a:lnTo>
                  <a:lnTo>
                    <a:pt x="7075094" y="1995214"/>
                  </a:lnTo>
                  <a:lnTo>
                    <a:pt x="6963422" y="1999651"/>
                  </a:lnTo>
                  <a:lnTo>
                    <a:pt x="6858261" y="2003364"/>
                  </a:lnTo>
                  <a:lnTo>
                    <a:pt x="6763634" y="2006354"/>
                  </a:lnTo>
                  <a:lnTo>
                    <a:pt x="6683097" y="2008645"/>
                  </a:lnTo>
                  <a:lnTo>
                    <a:pt x="6619159" y="2010290"/>
                  </a:lnTo>
                  <a:lnTo>
                    <a:pt x="6572805" y="2011375"/>
                  </a:lnTo>
                  <a:lnTo>
                    <a:pt x="6543252" y="2012005"/>
                  </a:lnTo>
                  <a:lnTo>
                    <a:pt x="6527960" y="2012304"/>
                  </a:lnTo>
                  <a:lnTo>
                    <a:pt x="6522820" y="2012396"/>
                  </a:lnTo>
                  <a:lnTo>
                    <a:pt x="6522385" y="2012403"/>
                  </a:lnTo>
                  <a:lnTo>
                    <a:pt x="5527445" y="2012403"/>
                  </a:lnTo>
                  <a:lnTo>
                    <a:pt x="5526340" y="2012366"/>
                  </a:lnTo>
                  <a:lnTo>
                    <a:pt x="5519043" y="2012100"/>
                  </a:lnTo>
                  <a:lnTo>
                    <a:pt x="5500537" y="2011365"/>
                  </a:lnTo>
                  <a:lnTo>
                    <a:pt x="5467174" y="2009916"/>
                  </a:lnTo>
                  <a:lnTo>
                    <a:pt x="5416886" y="2007521"/>
                  </a:lnTo>
                  <a:lnTo>
                    <a:pt x="5349337" y="2003980"/>
                  </a:lnTo>
                  <a:lnTo>
                    <a:pt x="5265878" y="1999144"/>
                  </a:lnTo>
                  <a:lnTo>
                    <a:pt x="5169247" y="1992921"/>
                  </a:lnTo>
                  <a:lnTo>
                    <a:pt x="5063082" y="1985275"/>
                  </a:lnTo>
                  <a:lnTo>
                    <a:pt x="4951345" y="1976212"/>
                  </a:lnTo>
                  <a:lnTo>
                    <a:pt x="4837805" y="1965759"/>
                  </a:lnTo>
                  <a:lnTo>
                    <a:pt x="4725677" y="1953941"/>
                  </a:lnTo>
                  <a:lnTo>
                    <a:pt x="4617426" y="1940770"/>
                  </a:lnTo>
                  <a:lnTo>
                    <a:pt x="4514734" y="1926222"/>
                  </a:lnTo>
                  <a:lnTo>
                    <a:pt x="4418572" y="1910237"/>
                  </a:lnTo>
                  <a:lnTo>
                    <a:pt x="4329327" y="1892709"/>
                  </a:lnTo>
                  <a:lnTo>
                    <a:pt x="4246943" y="1873492"/>
                  </a:lnTo>
                  <a:lnTo>
                    <a:pt x="4171052" y="1852393"/>
                  </a:lnTo>
                  <a:lnTo>
                    <a:pt x="4101080" y="1829189"/>
                  </a:lnTo>
                  <a:lnTo>
                    <a:pt x="4036336" y="1803623"/>
                  </a:lnTo>
                  <a:lnTo>
                    <a:pt x="3976070" y="1775428"/>
                  </a:lnTo>
                  <a:lnTo>
                    <a:pt x="3919526" y="1744347"/>
                  </a:lnTo>
                  <a:lnTo>
                    <a:pt x="3865976" y="1710174"/>
                  </a:lnTo>
                  <a:lnTo>
                    <a:pt x="3820202" y="1677002"/>
                  </a:lnTo>
                  <a:lnTo>
                    <a:pt x="3770690" y="1636886"/>
                  </a:lnTo>
                  <a:lnTo>
                    <a:pt x="3722514" y="1593531"/>
                  </a:lnTo>
                  <a:lnTo>
                    <a:pt x="3675274" y="1546874"/>
                  </a:lnTo>
                  <a:lnTo>
                    <a:pt x="3628654" y="1496916"/>
                  </a:lnTo>
                  <a:lnTo>
                    <a:pt x="3582412" y="1443732"/>
                  </a:lnTo>
                  <a:lnTo>
                    <a:pt x="3536365" y="1387476"/>
                  </a:lnTo>
                  <a:lnTo>
                    <a:pt x="3490382" y="1328383"/>
                  </a:lnTo>
                  <a:lnTo>
                    <a:pt x="3444381" y="1266774"/>
                  </a:lnTo>
                  <a:lnTo>
                    <a:pt x="3398316" y="1203044"/>
                  </a:lnTo>
                  <a:lnTo>
                    <a:pt x="3352175" y="1137661"/>
                  </a:lnTo>
                  <a:lnTo>
                    <a:pt x="3305968" y="1071150"/>
                  </a:lnTo>
                  <a:lnTo>
                    <a:pt x="3259727" y="1004072"/>
                  </a:lnTo>
                  <a:lnTo>
                    <a:pt x="3213486" y="937013"/>
                  </a:lnTo>
                  <a:lnTo>
                    <a:pt x="3167283" y="870557"/>
                  </a:lnTo>
                  <a:lnTo>
                    <a:pt x="3121146" y="805264"/>
                  </a:lnTo>
                  <a:lnTo>
                    <a:pt x="3075086" y="741655"/>
                  </a:lnTo>
                  <a:lnTo>
                    <a:pt x="3029088" y="680194"/>
                  </a:lnTo>
                  <a:lnTo>
                    <a:pt x="2983104" y="621273"/>
                  </a:lnTo>
                  <a:lnTo>
                    <a:pt x="2937049" y="565206"/>
                  </a:lnTo>
                  <a:lnTo>
                    <a:pt x="2890789" y="512222"/>
                  </a:lnTo>
                  <a:lnTo>
                    <a:pt x="2844137" y="462472"/>
                  </a:lnTo>
                  <a:lnTo>
                    <a:pt x="2796848" y="416025"/>
                  </a:lnTo>
                  <a:lnTo>
                    <a:pt x="2748600" y="372878"/>
                  </a:lnTo>
                  <a:lnTo>
                    <a:pt x="2702183" y="335400"/>
                  </a:lnTo>
                  <a:lnTo>
                    <a:pt x="2650748" y="298383"/>
                  </a:lnTo>
                  <a:lnTo>
                    <a:pt x="2596907" y="264552"/>
                  </a:lnTo>
                  <a:lnTo>
                    <a:pt x="2539997" y="233794"/>
                  </a:lnTo>
                  <a:lnTo>
                    <a:pt x="2479284" y="205896"/>
                  </a:lnTo>
                  <a:lnTo>
                    <a:pt x="2414010" y="180598"/>
                  </a:lnTo>
                  <a:lnTo>
                    <a:pt x="2343431" y="157633"/>
                  </a:lnTo>
                  <a:lnTo>
                    <a:pt x="2266863" y="136748"/>
                  </a:lnTo>
                  <a:lnTo>
                    <a:pt x="2183751" y="117721"/>
                  </a:lnTo>
                  <a:lnTo>
                    <a:pt x="2093755" y="100367"/>
                  </a:lnTo>
                  <a:lnTo>
                    <a:pt x="1996860" y="84541"/>
                  </a:lnTo>
                  <a:lnTo>
                    <a:pt x="1893508" y="70144"/>
                  </a:lnTo>
                  <a:lnTo>
                    <a:pt x="1784744" y="57119"/>
                  </a:lnTo>
                  <a:lnTo>
                    <a:pt x="1672331" y="45448"/>
                  </a:lnTo>
                  <a:lnTo>
                    <a:pt x="1558819" y="35144"/>
                  </a:lnTo>
                  <a:lnTo>
                    <a:pt x="1447494" y="26233"/>
                  </a:lnTo>
                  <a:lnTo>
                    <a:pt x="1342170" y="18741"/>
                  </a:lnTo>
                  <a:lnTo>
                    <a:pt x="1246798" y="12670"/>
                  </a:lnTo>
                  <a:lnTo>
                    <a:pt x="1164946" y="7979"/>
                  </a:lnTo>
                  <a:lnTo>
                    <a:pt x="1099225" y="4571"/>
                  </a:lnTo>
                  <a:lnTo>
                    <a:pt x="1050814" y="2288"/>
                  </a:lnTo>
                  <a:lnTo>
                    <a:pt x="1019185" y="928"/>
                  </a:lnTo>
                  <a:lnTo>
                    <a:pt x="1002092" y="256"/>
                  </a:lnTo>
                  <a:lnTo>
                    <a:pt x="995728" y="2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69" name="pl468"/>
            <p:cNvSpPr/>
            <p:nvPr/>
          </p:nvSpPr>
          <p:spPr>
            <a:xfrm>
              <a:off x="1199187" y="3322397"/>
              <a:ext cx="12049831" cy="2012403"/>
            </a:xfrm>
            <a:custGeom>
              <a:avLst/>
              <a:pathLst>
                <a:path w="12049831" h="2012403">
                  <a:moveTo>
                    <a:pt x="0" y="0"/>
                  </a:moveTo>
                  <a:lnTo>
                    <a:pt x="994940" y="0"/>
                  </a:lnTo>
                  <a:lnTo>
                    <a:pt x="996045" y="37"/>
                  </a:lnTo>
                  <a:lnTo>
                    <a:pt x="1003342" y="303"/>
                  </a:lnTo>
                  <a:lnTo>
                    <a:pt x="1021848" y="1038"/>
                  </a:lnTo>
                  <a:lnTo>
                    <a:pt x="1055211" y="2487"/>
                  </a:lnTo>
                  <a:lnTo>
                    <a:pt x="1105499" y="4881"/>
                  </a:lnTo>
                  <a:lnTo>
                    <a:pt x="1173048" y="8422"/>
                  </a:lnTo>
                  <a:lnTo>
                    <a:pt x="1256507" y="13258"/>
                  </a:lnTo>
                  <a:lnTo>
                    <a:pt x="1353138" y="19481"/>
                  </a:lnTo>
                  <a:lnTo>
                    <a:pt x="1459303" y="27127"/>
                  </a:lnTo>
                  <a:lnTo>
                    <a:pt x="1571040" y="36190"/>
                  </a:lnTo>
                  <a:lnTo>
                    <a:pt x="1684580" y="46644"/>
                  </a:lnTo>
                  <a:lnTo>
                    <a:pt x="1796708" y="58461"/>
                  </a:lnTo>
                  <a:lnTo>
                    <a:pt x="1904959" y="71632"/>
                  </a:lnTo>
                  <a:lnTo>
                    <a:pt x="2007651" y="86180"/>
                  </a:lnTo>
                  <a:lnTo>
                    <a:pt x="2103813" y="102166"/>
                  </a:lnTo>
                  <a:lnTo>
                    <a:pt x="2193058" y="119693"/>
                  </a:lnTo>
                  <a:lnTo>
                    <a:pt x="2275442" y="138911"/>
                  </a:lnTo>
                  <a:lnTo>
                    <a:pt x="2351333" y="160009"/>
                  </a:lnTo>
                  <a:lnTo>
                    <a:pt x="2421305" y="183214"/>
                  </a:lnTo>
                  <a:lnTo>
                    <a:pt x="2486049" y="208780"/>
                  </a:lnTo>
                  <a:lnTo>
                    <a:pt x="2546315" y="236975"/>
                  </a:lnTo>
                  <a:lnTo>
                    <a:pt x="2602859" y="268055"/>
                  </a:lnTo>
                  <a:lnTo>
                    <a:pt x="2656409" y="302228"/>
                  </a:lnTo>
                  <a:lnTo>
                    <a:pt x="2702183" y="335400"/>
                  </a:lnTo>
                  <a:lnTo>
                    <a:pt x="2751695" y="375517"/>
                  </a:lnTo>
                  <a:lnTo>
                    <a:pt x="2799871" y="418872"/>
                  </a:lnTo>
                  <a:lnTo>
                    <a:pt x="2847111" y="465529"/>
                  </a:lnTo>
                  <a:lnTo>
                    <a:pt x="2893731" y="515487"/>
                  </a:lnTo>
                  <a:lnTo>
                    <a:pt x="2939973" y="568670"/>
                  </a:lnTo>
                  <a:lnTo>
                    <a:pt x="2986020" y="624927"/>
                  </a:lnTo>
                  <a:lnTo>
                    <a:pt x="3032003" y="684019"/>
                  </a:lnTo>
                  <a:lnTo>
                    <a:pt x="3078004" y="745629"/>
                  </a:lnTo>
                  <a:lnTo>
                    <a:pt x="3124069" y="809358"/>
                  </a:lnTo>
                  <a:lnTo>
                    <a:pt x="3170210" y="874741"/>
                  </a:lnTo>
                  <a:lnTo>
                    <a:pt x="3216417" y="941253"/>
                  </a:lnTo>
                  <a:lnTo>
                    <a:pt x="3262658" y="1008330"/>
                  </a:lnTo>
                  <a:lnTo>
                    <a:pt x="3308899" y="1075389"/>
                  </a:lnTo>
                  <a:lnTo>
                    <a:pt x="3355102" y="1141846"/>
                  </a:lnTo>
                  <a:lnTo>
                    <a:pt x="3401239" y="1207139"/>
                  </a:lnTo>
                  <a:lnTo>
                    <a:pt x="3447299" y="1270747"/>
                  </a:lnTo>
                  <a:lnTo>
                    <a:pt x="3493297" y="1332208"/>
                  </a:lnTo>
                  <a:lnTo>
                    <a:pt x="3539281" y="1391129"/>
                  </a:lnTo>
                  <a:lnTo>
                    <a:pt x="3585336" y="1447197"/>
                  </a:lnTo>
                  <a:lnTo>
                    <a:pt x="3631596" y="1500180"/>
                  </a:lnTo>
                  <a:lnTo>
                    <a:pt x="3678248" y="1549930"/>
                  </a:lnTo>
                  <a:lnTo>
                    <a:pt x="3725537" y="1596377"/>
                  </a:lnTo>
                  <a:lnTo>
                    <a:pt x="3773785" y="1639524"/>
                  </a:lnTo>
                  <a:lnTo>
                    <a:pt x="3820202" y="1677002"/>
                  </a:lnTo>
                  <a:lnTo>
                    <a:pt x="3871637" y="1714019"/>
                  </a:lnTo>
                  <a:lnTo>
                    <a:pt x="3925478" y="1747851"/>
                  </a:lnTo>
                  <a:lnTo>
                    <a:pt x="3982388" y="1778608"/>
                  </a:lnTo>
                  <a:lnTo>
                    <a:pt x="4043101" y="1806506"/>
                  </a:lnTo>
                  <a:lnTo>
                    <a:pt x="4108375" y="1831805"/>
                  </a:lnTo>
                  <a:lnTo>
                    <a:pt x="4178954" y="1854770"/>
                  </a:lnTo>
                  <a:lnTo>
                    <a:pt x="4255522" y="1875655"/>
                  </a:lnTo>
                  <a:lnTo>
                    <a:pt x="4338634" y="1894681"/>
                  </a:lnTo>
                  <a:lnTo>
                    <a:pt x="4428630" y="1912036"/>
                  </a:lnTo>
                  <a:lnTo>
                    <a:pt x="4525525" y="1927862"/>
                  </a:lnTo>
                  <a:lnTo>
                    <a:pt x="4628876" y="1942259"/>
                  </a:lnTo>
                  <a:lnTo>
                    <a:pt x="4737641" y="1955283"/>
                  </a:lnTo>
                  <a:lnTo>
                    <a:pt x="4850054" y="1966954"/>
                  </a:lnTo>
                  <a:lnTo>
                    <a:pt x="4963566" y="1977259"/>
                  </a:lnTo>
                  <a:lnTo>
                    <a:pt x="5074891" y="1986170"/>
                  </a:lnTo>
                  <a:lnTo>
                    <a:pt x="5180215" y="1993662"/>
                  </a:lnTo>
                  <a:lnTo>
                    <a:pt x="5275587" y="1999732"/>
                  </a:lnTo>
                  <a:lnTo>
                    <a:pt x="5357439" y="2004423"/>
                  </a:lnTo>
                  <a:lnTo>
                    <a:pt x="5423160" y="2007832"/>
                  </a:lnTo>
                  <a:lnTo>
                    <a:pt x="5471571" y="2010114"/>
                  </a:lnTo>
                  <a:lnTo>
                    <a:pt x="5503200" y="2011474"/>
                  </a:lnTo>
                  <a:lnTo>
                    <a:pt x="5520293" y="2012147"/>
                  </a:lnTo>
                  <a:lnTo>
                    <a:pt x="5526657" y="2012377"/>
                  </a:lnTo>
                  <a:lnTo>
                    <a:pt x="5527445" y="2012403"/>
                  </a:lnTo>
                  <a:lnTo>
                    <a:pt x="6522385" y="2012403"/>
                  </a:lnTo>
                  <a:lnTo>
                    <a:pt x="6523514" y="2012384"/>
                  </a:lnTo>
                  <a:lnTo>
                    <a:pt x="6530961" y="2012247"/>
                  </a:lnTo>
                  <a:lnTo>
                    <a:pt x="6549837" y="2011870"/>
                  </a:lnTo>
                  <a:lnTo>
                    <a:pt x="6583840" y="2011126"/>
                  </a:lnTo>
                  <a:lnTo>
                    <a:pt x="6635040" y="2009897"/>
                  </a:lnTo>
                  <a:lnTo>
                    <a:pt x="6703724" y="2008080"/>
                  </a:lnTo>
                  <a:lnTo>
                    <a:pt x="6788451" y="2005601"/>
                  </a:lnTo>
                  <a:lnTo>
                    <a:pt x="6886368" y="2002413"/>
                  </a:lnTo>
                  <a:lnTo>
                    <a:pt x="6993731" y="1998500"/>
                  </a:lnTo>
                  <a:lnTo>
                    <a:pt x="7106492" y="1993865"/>
                  </a:lnTo>
                  <a:lnTo>
                    <a:pt x="7220829" y="1988522"/>
                  </a:lnTo>
                  <a:lnTo>
                    <a:pt x="7333512" y="1982485"/>
                  </a:lnTo>
                  <a:lnTo>
                    <a:pt x="7442090" y="1975757"/>
                  </a:lnTo>
                  <a:lnTo>
                    <a:pt x="7544912" y="1968326"/>
                  </a:lnTo>
                  <a:lnTo>
                    <a:pt x="7641049" y="1960158"/>
                  </a:lnTo>
                  <a:lnTo>
                    <a:pt x="7730158" y="1951197"/>
                  </a:lnTo>
                  <a:lnTo>
                    <a:pt x="7812338" y="1941364"/>
                  </a:lnTo>
                  <a:lnTo>
                    <a:pt x="7887994" y="1930559"/>
                  </a:lnTo>
                  <a:lnTo>
                    <a:pt x="7957731" y="1918665"/>
                  </a:lnTo>
                  <a:lnTo>
                    <a:pt x="8022266" y="1905550"/>
                  </a:lnTo>
                  <a:lnTo>
                    <a:pt x="8082369" y="1891075"/>
                  </a:lnTo>
                  <a:lnTo>
                    <a:pt x="8138809" y="1875111"/>
                  </a:lnTo>
                  <a:lnTo>
                    <a:pt x="8192322" y="1857559"/>
                  </a:lnTo>
                  <a:lnTo>
                    <a:pt x="8229629" y="1843829"/>
                  </a:lnTo>
                  <a:lnTo>
                    <a:pt x="8286759" y="1820364"/>
                  </a:lnTo>
                  <a:lnTo>
                    <a:pt x="8342191" y="1794713"/>
                  </a:lnTo>
                  <a:lnTo>
                    <a:pt x="8396512" y="1766839"/>
                  </a:lnTo>
                  <a:lnTo>
                    <a:pt x="8450163" y="1736765"/>
                  </a:lnTo>
                  <a:lnTo>
                    <a:pt x="8503470" y="1704581"/>
                  </a:lnTo>
                  <a:lnTo>
                    <a:pt x="8556656" y="1670454"/>
                  </a:lnTo>
                  <a:lnTo>
                    <a:pt x="8609860" y="1634621"/>
                  </a:lnTo>
                  <a:lnTo>
                    <a:pt x="8663151" y="1597392"/>
                  </a:lnTo>
                  <a:lnTo>
                    <a:pt x="8716543" y="1559138"/>
                  </a:lnTo>
                  <a:lnTo>
                    <a:pt x="8770007" y="1520279"/>
                  </a:lnTo>
                  <a:lnTo>
                    <a:pt x="8823491" y="1481260"/>
                  </a:lnTo>
                  <a:lnTo>
                    <a:pt x="8876938" y="1442538"/>
                  </a:lnTo>
                  <a:lnTo>
                    <a:pt x="8930301" y="1404553"/>
                  </a:lnTo>
                  <a:lnTo>
                    <a:pt x="8983562" y="1367711"/>
                  </a:lnTo>
                  <a:lnTo>
                    <a:pt x="9036750" y="1332365"/>
                  </a:lnTo>
                  <a:lnTo>
                    <a:pt x="9089954" y="1298806"/>
                  </a:lnTo>
                  <a:lnTo>
                    <a:pt x="9143338" y="1267248"/>
                  </a:lnTo>
                  <a:lnTo>
                    <a:pt x="9197153" y="1237835"/>
                  </a:lnTo>
                  <a:lnTo>
                    <a:pt x="9251758" y="1210635"/>
                  </a:lnTo>
                  <a:lnTo>
                    <a:pt x="9307636" y="1185654"/>
                  </a:lnTo>
                  <a:lnTo>
                    <a:pt x="9347647" y="1169534"/>
                  </a:lnTo>
                  <a:lnTo>
                    <a:pt x="9399455" y="1150804"/>
                  </a:lnTo>
                  <a:lnTo>
                    <a:pt x="9453705" y="1133697"/>
                  </a:lnTo>
                  <a:lnTo>
                    <a:pt x="9511079" y="1118155"/>
                  </a:lnTo>
                  <a:lnTo>
                    <a:pt x="9572326" y="1104068"/>
                  </a:lnTo>
                  <a:lnTo>
                    <a:pt x="9638220" y="1091303"/>
                  </a:lnTo>
                  <a:lnTo>
                    <a:pt x="9709520" y="1079722"/>
                  </a:lnTo>
                  <a:lnTo>
                    <a:pt x="9786921" y="1069197"/>
                  </a:lnTo>
                  <a:lnTo>
                    <a:pt x="9870982" y="1059613"/>
                  </a:lnTo>
                  <a:lnTo>
                    <a:pt x="9962035" y="1050877"/>
                  </a:lnTo>
                  <a:lnTo>
                    <a:pt x="10060071" y="1042917"/>
                  </a:lnTo>
                  <a:lnTo>
                    <a:pt x="10164601" y="1035682"/>
                  </a:lnTo>
                  <a:lnTo>
                    <a:pt x="10274508" y="1029145"/>
                  </a:lnTo>
                  <a:lnTo>
                    <a:pt x="10387927" y="1023299"/>
                  </a:lnTo>
                  <a:lnTo>
                    <a:pt x="10502182" y="1018150"/>
                  </a:lnTo>
                  <a:lnTo>
                    <a:pt x="10613854" y="1013712"/>
                  </a:lnTo>
                  <a:lnTo>
                    <a:pt x="10719015" y="1009999"/>
                  </a:lnTo>
                  <a:lnTo>
                    <a:pt x="10813643" y="1007010"/>
                  </a:lnTo>
                  <a:lnTo>
                    <a:pt x="10894180" y="1004719"/>
                  </a:lnTo>
                  <a:lnTo>
                    <a:pt x="10958118" y="1003073"/>
                  </a:lnTo>
                  <a:lnTo>
                    <a:pt x="11004472" y="1001989"/>
                  </a:lnTo>
                  <a:lnTo>
                    <a:pt x="11034025" y="1001358"/>
                  </a:lnTo>
                  <a:lnTo>
                    <a:pt x="11049317" y="1001060"/>
                  </a:lnTo>
                  <a:lnTo>
                    <a:pt x="11054456" y="1000968"/>
                  </a:lnTo>
                  <a:lnTo>
                    <a:pt x="11054891" y="1000961"/>
                  </a:lnTo>
                  <a:lnTo>
                    <a:pt x="12049831" y="1000961"/>
                  </a:lnTo>
                  <a:lnTo>
                    <a:pt x="12049831" y="10009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0" name="pl469"/>
            <p:cNvSpPr/>
            <p:nvPr/>
          </p:nvSpPr>
          <p:spPr>
            <a:xfrm>
              <a:off x="1199187" y="3306675"/>
              <a:ext cx="12049831" cy="2012403"/>
            </a:xfrm>
            <a:custGeom>
              <a:avLst/>
              <a:pathLst>
                <a:path w="12049831" h="2012403">
                  <a:moveTo>
                    <a:pt x="12049831" y="1000961"/>
                  </a:moveTo>
                  <a:lnTo>
                    <a:pt x="11054891" y="1000961"/>
                  </a:lnTo>
                  <a:lnTo>
                    <a:pt x="11053763" y="1000980"/>
                  </a:lnTo>
                  <a:lnTo>
                    <a:pt x="11046315" y="1001116"/>
                  </a:lnTo>
                  <a:lnTo>
                    <a:pt x="11027440" y="1001494"/>
                  </a:lnTo>
                  <a:lnTo>
                    <a:pt x="10993437" y="1002238"/>
                  </a:lnTo>
                  <a:lnTo>
                    <a:pt x="10942236" y="1003467"/>
                  </a:lnTo>
                  <a:lnTo>
                    <a:pt x="10873552" y="1005283"/>
                  </a:lnTo>
                  <a:lnTo>
                    <a:pt x="10788826" y="1007763"/>
                  </a:lnTo>
                  <a:lnTo>
                    <a:pt x="10690909" y="1010950"/>
                  </a:lnTo>
                  <a:lnTo>
                    <a:pt x="10583546" y="1014864"/>
                  </a:lnTo>
                  <a:lnTo>
                    <a:pt x="10470785" y="1019499"/>
                  </a:lnTo>
                  <a:lnTo>
                    <a:pt x="10356448" y="1024842"/>
                  </a:lnTo>
                  <a:lnTo>
                    <a:pt x="10243764" y="1030879"/>
                  </a:lnTo>
                  <a:lnTo>
                    <a:pt x="10135186" y="1037606"/>
                  </a:lnTo>
                  <a:lnTo>
                    <a:pt x="10032364" y="1045037"/>
                  </a:lnTo>
                  <a:lnTo>
                    <a:pt x="9936228" y="1053206"/>
                  </a:lnTo>
                  <a:lnTo>
                    <a:pt x="9847119" y="1062167"/>
                  </a:lnTo>
                  <a:lnTo>
                    <a:pt x="9764939" y="1072000"/>
                  </a:lnTo>
                  <a:lnTo>
                    <a:pt x="9689283" y="1082804"/>
                  </a:lnTo>
                  <a:lnTo>
                    <a:pt x="9619546" y="1094698"/>
                  </a:lnTo>
                  <a:lnTo>
                    <a:pt x="9555010" y="1107814"/>
                  </a:lnTo>
                  <a:lnTo>
                    <a:pt x="9494908" y="1122289"/>
                  </a:lnTo>
                  <a:lnTo>
                    <a:pt x="9438467" y="1138253"/>
                  </a:lnTo>
                  <a:lnTo>
                    <a:pt x="9384955" y="1155805"/>
                  </a:lnTo>
                  <a:lnTo>
                    <a:pt x="9347647" y="1169534"/>
                  </a:lnTo>
                  <a:lnTo>
                    <a:pt x="9290518" y="1193000"/>
                  </a:lnTo>
                  <a:lnTo>
                    <a:pt x="9235086" y="1218650"/>
                  </a:lnTo>
                  <a:lnTo>
                    <a:pt x="9180765" y="1246524"/>
                  </a:lnTo>
                  <a:lnTo>
                    <a:pt x="9127113" y="1276599"/>
                  </a:lnTo>
                  <a:lnTo>
                    <a:pt x="9073806" y="1308782"/>
                  </a:lnTo>
                  <a:lnTo>
                    <a:pt x="9020621" y="1342910"/>
                  </a:lnTo>
                  <a:lnTo>
                    <a:pt x="8967417" y="1378743"/>
                  </a:lnTo>
                  <a:lnTo>
                    <a:pt x="8914125" y="1415972"/>
                  </a:lnTo>
                  <a:lnTo>
                    <a:pt x="8860733" y="1454225"/>
                  </a:lnTo>
                  <a:lnTo>
                    <a:pt x="8807270" y="1493085"/>
                  </a:lnTo>
                  <a:lnTo>
                    <a:pt x="8753785" y="1532103"/>
                  </a:lnTo>
                  <a:lnTo>
                    <a:pt x="8700338" y="1570826"/>
                  </a:lnTo>
                  <a:lnTo>
                    <a:pt x="8646976" y="1608811"/>
                  </a:lnTo>
                  <a:lnTo>
                    <a:pt x="8593714" y="1645653"/>
                  </a:lnTo>
                  <a:lnTo>
                    <a:pt x="8540526" y="1680998"/>
                  </a:lnTo>
                  <a:lnTo>
                    <a:pt x="8487322" y="1714558"/>
                  </a:lnTo>
                  <a:lnTo>
                    <a:pt x="8433939" y="1746116"/>
                  </a:lnTo>
                  <a:lnTo>
                    <a:pt x="8380123" y="1775529"/>
                  </a:lnTo>
                  <a:lnTo>
                    <a:pt x="8325518" y="1802728"/>
                  </a:lnTo>
                  <a:lnTo>
                    <a:pt x="8269641" y="1827709"/>
                  </a:lnTo>
                  <a:lnTo>
                    <a:pt x="8229629" y="1843829"/>
                  </a:lnTo>
                  <a:lnTo>
                    <a:pt x="8177822" y="1862560"/>
                  </a:lnTo>
                  <a:lnTo>
                    <a:pt x="8123572" y="1879667"/>
                  </a:lnTo>
                  <a:lnTo>
                    <a:pt x="8066197" y="1895209"/>
                  </a:lnTo>
                  <a:lnTo>
                    <a:pt x="8004951" y="1909295"/>
                  </a:lnTo>
                  <a:lnTo>
                    <a:pt x="7939057" y="1922061"/>
                  </a:lnTo>
                  <a:lnTo>
                    <a:pt x="7867756" y="1933641"/>
                  </a:lnTo>
                  <a:lnTo>
                    <a:pt x="7790355" y="1944167"/>
                  </a:lnTo>
                  <a:lnTo>
                    <a:pt x="7706295" y="1953750"/>
                  </a:lnTo>
                  <a:lnTo>
                    <a:pt x="7615242" y="1962486"/>
                  </a:lnTo>
                  <a:lnTo>
                    <a:pt x="7517206" y="1970447"/>
                  </a:lnTo>
                  <a:lnTo>
                    <a:pt x="7412676" y="1977681"/>
                  </a:lnTo>
                  <a:lnTo>
                    <a:pt x="7302768" y="1984218"/>
                  </a:lnTo>
                  <a:lnTo>
                    <a:pt x="7189349" y="1990065"/>
                  </a:lnTo>
                  <a:lnTo>
                    <a:pt x="7075094" y="1995214"/>
                  </a:lnTo>
                  <a:lnTo>
                    <a:pt x="6963422" y="1999651"/>
                  </a:lnTo>
                  <a:lnTo>
                    <a:pt x="6858261" y="2003364"/>
                  </a:lnTo>
                  <a:lnTo>
                    <a:pt x="6763634" y="2006354"/>
                  </a:lnTo>
                  <a:lnTo>
                    <a:pt x="6683097" y="2008645"/>
                  </a:lnTo>
                  <a:lnTo>
                    <a:pt x="6619159" y="2010290"/>
                  </a:lnTo>
                  <a:lnTo>
                    <a:pt x="6572805" y="2011375"/>
                  </a:lnTo>
                  <a:lnTo>
                    <a:pt x="6543252" y="2012005"/>
                  </a:lnTo>
                  <a:lnTo>
                    <a:pt x="6527960" y="2012304"/>
                  </a:lnTo>
                  <a:lnTo>
                    <a:pt x="6522820" y="2012396"/>
                  </a:lnTo>
                  <a:lnTo>
                    <a:pt x="6522385" y="2012403"/>
                  </a:lnTo>
                  <a:lnTo>
                    <a:pt x="5527445" y="2012403"/>
                  </a:lnTo>
                  <a:lnTo>
                    <a:pt x="5526340" y="2012366"/>
                  </a:lnTo>
                  <a:lnTo>
                    <a:pt x="5519043" y="2012100"/>
                  </a:lnTo>
                  <a:lnTo>
                    <a:pt x="5500537" y="2011365"/>
                  </a:lnTo>
                  <a:lnTo>
                    <a:pt x="5467174" y="2009916"/>
                  </a:lnTo>
                  <a:lnTo>
                    <a:pt x="5416886" y="2007521"/>
                  </a:lnTo>
                  <a:lnTo>
                    <a:pt x="5349337" y="2003980"/>
                  </a:lnTo>
                  <a:lnTo>
                    <a:pt x="5265878" y="1999144"/>
                  </a:lnTo>
                  <a:lnTo>
                    <a:pt x="5169247" y="1992921"/>
                  </a:lnTo>
                  <a:lnTo>
                    <a:pt x="5063082" y="1985275"/>
                  </a:lnTo>
                  <a:lnTo>
                    <a:pt x="4951345" y="1976212"/>
                  </a:lnTo>
                  <a:lnTo>
                    <a:pt x="4837805" y="1965759"/>
                  </a:lnTo>
                  <a:lnTo>
                    <a:pt x="4725677" y="1953941"/>
                  </a:lnTo>
                  <a:lnTo>
                    <a:pt x="4617426" y="1940770"/>
                  </a:lnTo>
                  <a:lnTo>
                    <a:pt x="4514734" y="1926222"/>
                  </a:lnTo>
                  <a:lnTo>
                    <a:pt x="4418572" y="1910237"/>
                  </a:lnTo>
                  <a:lnTo>
                    <a:pt x="4329327" y="1892709"/>
                  </a:lnTo>
                  <a:lnTo>
                    <a:pt x="4246943" y="1873492"/>
                  </a:lnTo>
                  <a:lnTo>
                    <a:pt x="4171052" y="1852393"/>
                  </a:lnTo>
                  <a:lnTo>
                    <a:pt x="4101080" y="1829189"/>
                  </a:lnTo>
                  <a:lnTo>
                    <a:pt x="4036336" y="1803623"/>
                  </a:lnTo>
                  <a:lnTo>
                    <a:pt x="3976070" y="1775428"/>
                  </a:lnTo>
                  <a:lnTo>
                    <a:pt x="3919526" y="1744347"/>
                  </a:lnTo>
                  <a:lnTo>
                    <a:pt x="3865976" y="1710174"/>
                  </a:lnTo>
                  <a:lnTo>
                    <a:pt x="3820202" y="1677002"/>
                  </a:lnTo>
                  <a:lnTo>
                    <a:pt x="3770690" y="1636886"/>
                  </a:lnTo>
                  <a:lnTo>
                    <a:pt x="3722514" y="1593531"/>
                  </a:lnTo>
                  <a:lnTo>
                    <a:pt x="3675274" y="1546874"/>
                  </a:lnTo>
                  <a:lnTo>
                    <a:pt x="3628654" y="1496916"/>
                  </a:lnTo>
                  <a:lnTo>
                    <a:pt x="3582412" y="1443732"/>
                  </a:lnTo>
                  <a:lnTo>
                    <a:pt x="3536365" y="1387476"/>
                  </a:lnTo>
                  <a:lnTo>
                    <a:pt x="3490382" y="1328383"/>
                  </a:lnTo>
                  <a:lnTo>
                    <a:pt x="3444381" y="1266774"/>
                  </a:lnTo>
                  <a:lnTo>
                    <a:pt x="3398316" y="1203044"/>
                  </a:lnTo>
                  <a:lnTo>
                    <a:pt x="3352175" y="1137661"/>
                  </a:lnTo>
                  <a:lnTo>
                    <a:pt x="3305968" y="1071150"/>
                  </a:lnTo>
                  <a:lnTo>
                    <a:pt x="3259727" y="1004072"/>
                  </a:lnTo>
                  <a:lnTo>
                    <a:pt x="3213486" y="937013"/>
                  </a:lnTo>
                  <a:lnTo>
                    <a:pt x="3167283" y="870557"/>
                  </a:lnTo>
                  <a:lnTo>
                    <a:pt x="3121146" y="805264"/>
                  </a:lnTo>
                  <a:lnTo>
                    <a:pt x="3075086" y="741655"/>
                  </a:lnTo>
                  <a:lnTo>
                    <a:pt x="3029088" y="680194"/>
                  </a:lnTo>
                  <a:lnTo>
                    <a:pt x="2983104" y="621273"/>
                  </a:lnTo>
                  <a:lnTo>
                    <a:pt x="2937049" y="565206"/>
                  </a:lnTo>
                  <a:lnTo>
                    <a:pt x="2890789" y="512222"/>
                  </a:lnTo>
                  <a:lnTo>
                    <a:pt x="2844137" y="462472"/>
                  </a:lnTo>
                  <a:lnTo>
                    <a:pt x="2796848" y="416025"/>
                  </a:lnTo>
                  <a:lnTo>
                    <a:pt x="2748600" y="372878"/>
                  </a:lnTo>
                  <a:lnTo>
                    <a:pt x="2702183" y="335400"/>
                  </a:lnTo>
                  <a:lnTo>
                    <a:pt x="2650748" y="298383"/>
                  </a:lnTo>
                  <a:lnTo>
                    <a:pt x="2596907" y="264552"/>
                  </a:lnTo>
                  <a:lnTo>
                    <a:pt x="2539997" y="233794"/>
                  </a:lnTo>
                  <a:lnTo>
                    <a:pt x="2479284" y="205896"/>
                  </a:lnTo>
                  <a:lnTo>
                    <a:pt x="2414010" y="180598"/>
                  </a:lnTo>
                  <a:lnTo>
                    <a:pt x="2343431" y="157633"/>
                  </a:lnTo>
                  <a:lnTo>
                    <a:pt x="2266863" y="136748"/>
                  </a:lnTo>
                  <a:lnTo>
                    <a:pt x="2183751" y="117721"/>
                  </a:lnTo>
                  <a:lnTo>
                    <a:pt x="2093755" y="100367"/>
                  </a:lnTo>
                  <a:lnTo>
                    <a:pt x="1996860" y="84541"/>
                  </a:lnTo>
                  <a:lnTo>
                    <a:pt x="1893508" y="70144"/>
                  </a:lnTo>
                  <a:lnTo>
                    <a:pt x="1784744" y="57119"/>
                  </a:lnTo>
                  <a:lnTo>
                    <a:pt x="1672331" y="45448"/>
                  </a:lnTo>
                  <a:lnTo>
                    <a:pt x="1558819" y="35144"/>
                  </a:lnTo>
                  <a:lnTo>
                    <a:pt x="1447494" y="26233"/>
                  </a:lnTo>
                  <a:lnTo>
                    <a:pt x="1342170" y="18741"/>
                  </a:lnTo>
                  <a:lnTo>
                    <a:pt x="1246798" y="12670"/>
                  </a:lnTo>
                  <a:lnTo>
                    <a:pt x="1164946" y="7979"/>
                  </a:lnTo>
                  <a:lnTo>
                    <a:pt x="1099225" y="4571"/>
                  </a:lnTo>
                  <a:lnTo>
                    <a:pt x="1050814" y="2288"/>
                  </a:lnTo>
                  <a:lnTo>
                    <a:pt x="1019185" y="928"/>
                  </a:lnTo>
                  <a:lnTo>
                    <a:pt x="1002092" y="256"/>
                  </a:lnTo>
                  <a:lnTo>
                    <a:pt x="995728" y="2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1" name="pg470"/>
            <p:cNvSpPr/>
            <p:nvPr/>
          </p:nvSpPr>
          <p:spPr>
            <a:xfrm>
              <a:off x="1199187" y="3322397"/>
              <a:ext cx="12049831" cy="2033366"/>
            </a:xfrm>
            <a:custGeom>
              <a:avLst/>
              <a:pathLst>
                <a:path w="12049831" h="2033366">
                  <a:moveTo>
                    <a:pt x="0" y="15721"/>
                  </a:moveTo>
                  <a:lnTo>
                    <a:pt x="994940" y="15721"/>
                  </a:lnTo>
                  <a:lnTo>
                    <a:pt x="996045" y="15759"/>
                  </a:lnTo>
                  <a:lnTo>
                    <a:pt x="1003341" y="16026"/>
                  </a:lnTo>
                  <a:lnTo>
                    <a:pt x="1021844" y="16762"/>
                  </a:lnTo>
                  <a:lnTo>
                    <a:pt x="1055203" y="18215"/>
                  </a:lnTo>
                  <a:lnTo>
                    <a:pt x="1105484" y="20615"/>
                  </a:lnTo>
                  <a:lnTo>
                    <a:pt x="1173025" y="24165"/>
                  </a:lnTo>
                  <a:lnTo>
                    <a:pt x="1256477" y="29013"/>
                  </a:lnTo>
                  <a:lnTo>
                    <a:pt x="1353098" y="35251"/>
                  </a:lnTo>
                  <a:lnTo>
                    <a:pt x="1459255" y="42916"/>
                  </a:lnTo>
                  <a:lnTo>
                    <a:pt x="1570986" y="52002"/>
                  </a:lnTo>
                  <a:lnTo>
                    <a:pt x="1684519" y="62481"/>
                  </a:lnTo>
                  <a:lnTo>
                    <a:pt x="1796643" y="74328"/>
                  </a:lnTo>
                  <a:lnTo>
                    <a:pt x="1904892" y="87532"/>
                  </a:lnTo>
                  <a:lnTo>
                    <a:pt x="2007584" y="102116"/>
                  </a:lnTo>
                  <a:lnTo>
                    <a:pt x="2103746" y="118141"/>
                  </a:lnTo>
                  <a:lnTo>
                    <a:pt x="2192991" y="135712"/>
                  </a:lnTo>
                  <a:lnTo>
                    <a:pt x="2275376" y="154978"/>
                  </a:lnTo>
                  <a:lnTo>
                    <a:pt x="2351269" y="176128"/>
                  </a:lnTo>
                  <a:lnTo>
                    <a:pt x="2421243" y="199390"/>
                  </a:lnTo>
                  <a:lnTo>
                    <a:pt x="2485989" y="225019"/>
                  </a:lnTo>
                  <a:lnTo>
                    <a:pt x="2546255" y="253284"/>
                  </a:lnTo>
                  <a:lnTo>
                    <a:pt x="2602801" y="284441"/>
                  </a:lnTo>
                  <a:lnTo>
                    <a:pt x="2656351" y="318697"/>
                  </a:lnTo>
                  <a:lnTo>
                    <a:pt x="2702183" y="351995"/>
                  </a:lnTo>
                  <a:lnTo>
                    <a:pt x="2751657" y="392184"/>
                  </a:lnTo>
                  <a:lnTo>
                    <a:pt x="2799797" y="435615"/>
                  </a:lnTo>
                  <a:lnTo>
                    <a:pt x="2847003" y="482351"/>
                  </a:lnTo>
                  <a:lnTo>
                    <a:pt x="2893588" y="532392"/>
                  </a:lnTo>
                  <a:lnTo>
                    <a:pt x="2939796" y="585663"/>
                  </a:lnTo>
                  <a:lnTo>
                    <a:pt x="2985808" y="642009"/>
                  </a:lnTo>
                  <a:lnTo>
                    <a:pt x="3031756" y="701197"/>
                  </a:lnTo>
                  <a:lnTo>
                    <a:pt x="3077721" y="762906"/>
                  </a:lnTo>
                  <a:lnTo>
                    <a:pt x="3123750" y="826740"/>
                  </a:lnTo>
                  <a:lnTo>
                    <a:pt x="3169856" y="892232"/>
                  </a:lnTo>
                  <a:lnTo>
                    <a:pt x="3216026" y="958859"/>
                  </a:lnTo>
                  <a:lnTo>
                    <a:pt x="3262232" y="1026057"/>
                  </a:lnTo>
                  <a:lnTo>
                    <a:pt x="3308438" y="1093242"/>
                  </a:lnTo>
                  <a:lnTo>
                    <a:pt x="3354605" y="1159830"/>
                  </a:lnTo>
                  <a:lnTo>
                    <a:pt x="3400708" y="1225259"/>
                  </a:lnTo>
                  <a:lnTo>
                    <a:pt x="3446733" y="1289007"/>
                  </a:lnTo>
                  <a:lnTo>
                    <a:pt x="3492697" y="1350610"/>
                  </a:lnTo>
                  <a:lnTo>
                    <a:pt x="3538645" y="1409676"/>
                  </a:lnTo>
                  <a:lnTo>
                    <a:pt x="3584663" y="1465889"/>
                  </a:lnTo>
                  <a:lnTo>
                    <a:pt x="3630884" y="1519017"/>
                  </a:lnTo>
                  <a:lnTo>
                    <a:pt x="3677491" y="1568910"/>
                  </a:lnTo>
                  <a:lnTo>
                    <a:pt x="3724731" y="1615497"/>
                  </a:lnTo>
                  <a:lnTo>
                    <a:pt x="3772922" y="1658780"/>
                  </a:lnTo>
                  <a:lnTo>
                    <a:pt x="3820202" y="1697092"/>
                  </a:lnTo>
                  <a:lnTo>
                    <a:pt x="3871635" y="1734203"/>
                  </a:lnTo>
                  <a:lnTo>
                    <a:pt x="3925472" y="1768121"/>
                  </a:lnTo>
                  <a:lnTo>
                    <a:pt x="3982380" y="1798958"/>
                  </a:lnTo>
                  <a:lnTo>
                    <a:pt x="4043089" y="1826928"/>
                  </a:lnTo>
                  <a:lnTo>
                    <a:pt x="4108358" y="1852291"/>
                  </a:lnTo>
                  <a:lnTo>
                    <a:pt x="4178933" y="1875316"/>
                  </a:lnTo>
                  <a:lnTo>
                    <a:pt x="4255495" y="1896254"/>
                  </a:lnTo>
                  <a:lnTo>
                    <a:pt x="4338600" y="1915330"/>
                  </a:lnTo>
                  <a:lnTo>
                    <a:pt x="4428589" y="1932730"/>
                  </a:lnTo>
                  <a:lnTo>
                    <a:pt x="4525477" y="1948597"/>
                  </a:lnTo>
                  <a:lnTo>
                    <a:pt x="4628820" y="1963031"/>
                  </a:lnTo>
                  <a:lnTo>
                    <a:pt x="4737577" y="1976090"/>
                  </a:lnTo>
                  <a:lnTo>
                    <a:pt x="4849983" y="1987791"/>
                  </a:lnTo>
                  <a:lnTo>
                    <a:pt x="4963490" y="1998123"/>
                  </a:lnTo>
                  <a:lnTo>
                    <a:pt x="5074811" y="2007058"/>
                  </a:lnTo>
                  <a:lnTo>
                    <a:pt x="5180137" y="2014570"/>
                  </a:lnTo>
                  <a:lnTo>
                    <a:pt x="5275514" y="2020657"/>
                  </a:lnTo>
                  <a:lnTo>
                    <a:pt x="5357374" y="2025361"/>
                  </a:lnTo>
                  <a:lnTo>
                    <a:pt x="5423107" y="2028780"/>
                  </a:lnTo>
                  <a:lnTo>
                    <a:pt x="5471533" y="2031069"/>
                  </a:lnTo>
                  <a:lnTo>
                    <a:pt x="5503175" y="2032433"/>
                  </a:lnTo>
                  <a:lnTo>
                    <a:pt x="5520281" y="2033108"/>
                  </a:lnTo>
                  <a:lnTo>
                    <a:pt x="5526654" y="2033339"/>
                  </a:lnTo>
                  <a:lnTo>
                    <a:pt x="5527445" y="2033366"/>
                  </a:lnTo>
                  <a:lnTo>
                    <a:pt x="6522385" y="2033366"/>
                  </a:lnTo>
                  <a:lnTo>
                    <a:pt x="6523521" y="2033358"/>
                  </a:lnTo>
                  <a:lnTo>
                    <a:pt x="6531013" y="2033306"/>
                  </a:lnTo>
                  <a:lnTo>
                    <a:pt x="6549999" y="2033163"/>
                  </a:lnTo>
                  <a:lnTo>
                    <a:pt x="6584193" y="2032879"/>
                  </a:lnTo>
                  <a:lnTo>
                    <a:pt x="6635665" y="2032412"/>
                  </a:lnTo>
                  <a:lnTo>
                    <a:pt x="6704687" y="2031720"/>
                  </a:lnTo>
                  <a:lnTo>
                    <a:pt x="6789790" y="2030777"/>
                  </a:lnTo>
                  <a:lnTo>
                    <a:pt x="6888088" y="2029565"/>
                  </a:lnTo>
                  <a:lnTo>
                    <a:pt x="6995804" y="2028077"/>
                  </a:lnTo>
                  <a:lnTo>
                    <a:pt x="7108866" y="2026314"/>
                  </a:lnTo>
                  <a:lnTo>
                    <a:pt x="7223435" y="2024284"/>
                  </a:lnTo>
                  <a:lnTo>
                    <a:pt x="7336280" y="2021989"/>
                  </a:lnTo>
                  <a:lnTo>
                    <a:pt x="7444951" y="2019432"/>
                  </a:lnTo>
                  <a:lnTo>
                    <a:pt x="7547808" y="2016608"/>
                  </a:lnTo>
                  <a:lnTo>
                    <a:pt x="7643935" y="2013503"/>
                  </a:lnTo>
                  <a:lnTo>
                    <a:pt x="7733002" y="2010097"/>
                  </a:lnTo>
                  <a:lnTo>
                    <a:pt x="7815120" y="2006358"/>
                  </a:lnTo>
                  <a:lnTo>
                    <a:pt x="7890706" y="2002248"/>
                  </a:lnTo>
                  <a:lnTo>
                    <a:pt x="7960374" y="1997723"/>
                  </a:lnTo>
                  <a:lnTo>
                    <a:pt x="8024849" y="1992732"/>
                  </a:lnTo>
                  <a:lnTo>
                    <a:pt x="8084904" y="1987223"/>
                  </a:lnTo>
                  <a:lnTo>
                    <a:pt x="8141316" y="1981146"/>
                  </a:lnTo>
                  <a:lnTo>
                    <a:pt x="8194819" y="1974465"/>
                  </a:lnTo>
                  <a:lnTo>
                    <a:pt x="8229629" y="1969604"/>
                  </a:lnTo>
                  <a:lnTo>
                    <a:pt x="8290520" y="1960105"/>
                  </a:lnTo>
                  <a:lnTo>
                    <a:pt x="8349526" y="1949662"/>
                  </a:lnTo>
                  <a:lnTo>
                    <a:pt x="8407342" y="1938263"/>
                  </a:lnTo>
                  <a:lnTo>
                    <a:pt x="8464478" y="1925921"/>
                  </a:lnTo>
                  <a:lnTo>
                    <a:pt x="8521300" y="1912688"/>
                  </a:lnTo>
                  <a:lnTo>
                    <a:pt x="8578045" y="1898648"/>
                  </a:lnTo>
                  <a:lnTo>
                    <a:pt x="8634851" y="1883925"/>
                  </a:lnTo>
                  <a:lnTo>
                    <a:pt x="8691770" y="1868672"/>
                  </a:lnTo>
                  <a:lnTo>
                    <a:pt x="8748789" y="1853074"/>
                  </a:lnTo>
                  <a:lnTo>
                    <a:pt x="8805858" y="1837329"/>
                  </a:lnTo>
                  <a:lnTo>
                    <a:pt x="8862904" y="1821648"/>
                  </a:lnTo>
                  <a:lnTo>
                    <a:pt x="8919867" y="1806235"/>
                  </a:lnTo>
                  <a:lnTo>
                    <a:pt x="8976716" y="1791282"/>
                  </a:lnTo>
                  <a:lnTo>
                    <a:pt x="9033474" y="1776954"/>
                  </a:lnTo>
                  <a:lnTo>
                    <a:pt x="9090243" y="1763389"/>
                  </a:lnTo>
                  <a:lnTo>
                    <a:pt x="9147218" y="1750686"/>
                  </a:lnTo>
                  <a:lnTo>
                    <a:pt x="9204712" y="1738909"/>
                  </a:lnTo>
                  <a:lnTo>
                    <a:pt x="9263174" y="1728087"/>
                  </a:lnTo>
                  <a:lnTo>
                    <a:pt x="9323221" y="1718217"/>
                  </a:lnTo>
                  <a:lnTo>
                    <a:pt x="9347647" y="1714560"/>
                  </a:lnTo>
                  <a:lnTo>
                    <a:pt x="9399565" y="1707462"/>
                  </a:lnTo>
                  <a:lnTo>
                    <a:pt x="9453936" y="1700979"/>
                  </a:lnTo>
                  <a:lnTo>
                    <a:pt x="9511448" y="1695092"/>
                  </a:lnTo>
                  <a:lnTo>
                    <a:pt x="9572854" y="1689756"/>
                  </a:lnTo>
                  <a:lnTo>
                    <a:pt x="9638932" y="1684922"/>
                  </a:lnTo>
                  <a:lnTo>
                    <a:pt x="9710447" y="1680538"/>
                  </a:lnTo>
                  <a:lnTo>
                    <a:pt x="9788096" y="1676554"/>
                  </a:lnTo>
                  <a:lnTo>
                    <a:pt x="9872439" y="1672926"/>
                  </a:lnTo>
                  <a:lnTo>
                    <a:pt x="9963806" y="1669621"/>
                  </a:lnTo>
                  <a:lnTo>
                    <a:pt x="10062181" y="1666609"/>
                  </a:lnTo>
                  <a:lnTo>
                    <a:pt x="10167060" y="1663873"/>
                  </a:lnTo>
                  <a:lnTo>
                    <a:pt x="10277305" y="1661401"/>
                  </a:lnTo>
                  <a:lnTo>
                    <a:pt x="10391018" y="1659192"/>
                  </a:lnTo>
                  <a:lnTo>
                    <a:pt x="10505488" y="1657248"/>
                  </a:lnTo>
                  <a:lnTo>
                    <a:pt x="10617254" y="1655574"/>
                  </a:lnTo>
                  <a:lnTo>
                    <a:pt x="10722354" y="1654176"/>
                  </a:lnTo>
                  <a:lnTo>
                    <a:pt x="10816748" y="1653052"/>
                  </a:lnTo>
                  <a:lnTo>
                    <a:pt x="10896883" y="1652193"/>
                  </a:lnTo>
                  <a:lnTo>
                    <a:pt x="10960283" y="1651578"/>
                  </a:lnTo>
                  <a:lnTo>
                    <a:pt x="11006024" y="1651175"/>
                  </a:lnTo>
                  <a:lnTo>
                    <a:pt x="11034966" y="1650943"/>
                  </a:lnTo>
                  <a:lnTo>
                    <a:pt x="11049737" y="1650834"/>
                  </a:lnTo>
                  <a:lnTo>
                    <a:pt x="11054536" y="1650801"/>
                  </a:lnTo>
                  <a:lnTo>
                    <a:pt x="11054891" y="1650799"/>
                  </a:lnTo>
                  <a:lnTo>
                    <a:pt x="12049831" y="1650799"/>
                  </a:lnTo>
                  <a:lnTo>
                    <a:pt x="12049831" y="1635077"/>
                  </a:lnTo>
                  <a:lnTo>
                    <a:pt x="11054891" y="1635077"/>
                  </a:lnTo>
                  <a:lnTo>
                    <a:pt x="11053756" y="1635085"/>
                  </a:lnTo>
                  <a:lnTo>
                    <a:pt x="11046264" y="1635137"/>
                  </a:lnTo>
                  <a:lnTo>
                    <a:pt x="11027278" y="1635280"/>
                  </a:lnTo>
                  <a:lnTo>
                    <a:pt x="10993083" y="1635563"/>
                  </a:lnTo>
                  <a:lnTo>
                    <a:pt x="10941611" y="1636031"/>
                  </a:lnTo>
                  <a:lnTo>
                    <a:pt x="10872590" y="1636722"/>
                  </a:lnTo>
                  <a:lnTo>
                    <a:pt x="10787487" y="1637666"/>
                  </a:lnTo>
                  <a:lnTo>
                    <a:pt x="10689189" y="1638878"/>
                  </a:lnTo>
                  <a:lnTo>
                    <a:pt x="10581473" y="1640366"/>
                  </a:lnTo>
                  <a:lnTo>
                    <a:pt x="10468411" y="1642128"/>
                  </a:lnTo>
                  <a:lnTo>
                    <a:pt x="10353841" y="1644159"/>
                  </a:lnTo>
                  <a:lnTo>
                    <a:pt x="10240997" y="1646454"/>
                  </a:lnTo>
                  <a:lnTo>
                    <a:pt x="10132326" y="1649011"/>
                  </a:lnTo>
                  <a:lnTo>
                    <a:pt x="10029468" y="1651835"/>
                  </a:lnTo>
                  <a:lnTo>
                    <a:pt x="9933342" y="1654939"/>
                  </a:lnTo>
                  <a:lnTo>
                    <a:pt x="9844275" y="1658346"/>
                  </a:lnTo>
                  <a:lnTo>
                    <a:pt x="9762156" y="1662085"/>
                  </a:lnTo>
                  <a:lnTo>
                    <a:pt x="9686570" y="1666194"/>
                  </a:lnTo>
                  <a:lnTo>
                    <a:pt x="9616902" y="1670719"/>
                  </a:lnTo>
                  <a:lnTo>
                    <a:pt x="9552428" y="1675710"/>
                  </a:lnTo>
                  <a:lnTo>
                    <a:pt x="9492373" y="1681220"/>
                  </a:lnTo>
                  <a:lnTo>
                    <a:pt x="9435961" y="1687297"/>
                  </a:lnTo>
                  <a:lnTo>
                    <a:pt x="9382457" y="1693978"/>
                  </a:lnTo>
                  <a:lnTo>
                    <a:pt x="9347647" y="1698838"/>
                  </a:lnTo>
                  <a:lnTo>
                    <a:pt x="9286757" y="1708338"/>
                  </a:lnTo>
                  <a:lnTo>
                    <a:pt x="9227750" y="1718780"/>
                  </a:lnTo>
                  <a:lnTo>
                    <a:pt x="9169935" y="1730180"/>
                  </a:lnTo>
                  <a:lnTo>
                    <a:pt x="9112798" y="1742522"/>
                  </a:lnTo>
                  <a:lnTo>
                    <a:pt x="9055977" y="1755755"/>
                  </a:lnTo>
                  <a:lnTo>
                    <a:pt x="8999232" y="1769795"/>
                  </a:lnTo>
                  <a:lnTo>
                    <a:pt x="8942426" y="1784518"/>
                  </a:lnTo>
                  <a:lnTo>
                    <a:pt x="8885507" y="1799771"/>
                  </a:lnTo>
                  <a:lnTo>
                    <a:pt x="8828487" y="1815369"/>
                  </a:lnTo>
                  <a:lnTo>
                    <a:pt x="8771419" y="1831114"/>
                  </a:lnTo>
                  <a:lnTo>
                    <a:pt x="8714372" y="1846795"/>
                  </a:lnTo>
                  <a:lnTo>
                    <a:pt x="8657409" y="1862208"/>
                  </a:lnTo>
                  <a:lnTo>
                    <a:pt x="8600561" y="1877161"/>
                  </a:lnTo>
                  <a:lnTo>
                    <a:pt x="8543802" y="1891488"/>
                  </a:lnTo>
                  <a:lnTo>
                    <a:pt x="8487034" y="1905054"/>
                  </a:lnTo>
                  <a:lnTo>
                    <a:pt x="8430058" y="1917757"/>
                  </a:lnTo>
                  <a:lnTo>
                    <a:pt x="8372565" y="1929534"/>
                  </a:lnTo>
                  <a:lnTo>
                    <a:pt x="8314102" y="1940356"/>
                  </a:lnTo>
                  <a:lnTo>
                    <a:pt x="8254055" y="1950226"/>
                  </a:lnTo>
                  <a:lnTo>
                    <a:pt x="8229629" y="1953883"/>
                  </a:lnTo>
                  <a:lnTo>
                    <a:pt x="8177712" y="1960981"/>
                  </a:lnTo>
                  <a:lnTo>
                    <a:pt x="8123340" y="1967463"/>
                  </a:lnTo>
                  <a:lnTo>
                    <a:pt x="8065828" y="1973351"/>
                  </a:lnTo>
                  <a:lnTo>
                    <a:pt x="8004423" y="1978686"/>
                  </a:lnTo>
                  <a:lnTo>
                    <a:pt x="7938345" y="1983520"/>
                  </a:lnTo>
                  <a:lnTo>
                    <a:pt x="7866829" y="1987905"/>
                  </a:lnTo>
                  <a:lnTo>
                    <a:pt x="7789180" y="1991889"/>
                  </a:lnTo>
                  <a:lnTo>
                    <a:pt x="7704838" y="1995516"/>
                  </a:lnTo>
                  <a:lnTo>
                    <a:pt x="7613471" y="1998822"/>
                  </a:lnTo>
                  <a:lnTo>
                    <a:pt x="7515096" y="2001834"/>
                  </a:lnTo>
                  <a:lnTo>
                    <a:pt x="7410216" y="2004570"/>
                  </a:lnTo>
                  <a:lnTo>
                    <a:pt x="7299971" y="2007041"/>
                  </a:lnTo>
                  <a:lnTo>
                    <a:pt x="7186258" y="2009251"/>
                  </a:lnTo>
                  <a:lnTo>
                    <a:pt x="7071789" y="2011195"/>
                  </a:lnTo>
                  <a:lnTo>
                    <a:pt x="6960023" y="2012868"/>
                  </a:lnTo>
                  <a:lnTo>
                    <a:pt x="6854922" y="2014267"/>
                  </a:lnTo>
                  <a:lnTo>
                    <a:pt x="6760528" y="2015391"/>
                  </a:lnTo>
                  <a:lnTo>
                    <a:pt x="6680393" y="2016250"/>
                  </a:lnTo>
                  <a:lnTo>
                    <a:pt x="6616993" y="2016865"/>
                  </a:lnTo>
                  <a:lnTo>
                    <a:pt x="6571253" y="2017268"/>
                  </a:lnTo>
                  <a:lnTo>
                    <a:pt x="6542311" y="2017500"/>
                  </a:lnTo>
                  <a:lnTo>
                    <a:pt x="6527540" y="2017609"/>
                  </a:lnTo>
                  <a:lnTo>
                    <a:pt x="6522741" y="2017641"/>
                  </a:lnTo>
                  <a:lnTo>
                    <a:pt x="6522385" y="2017644"/>
                  </a:lnTo>
                  <a:lnTo>
                    <a:pt x="5527445" y="2017644"/>
                  </a:lnTo>
                  <a:lnTo>
                    <a:pt x="5526340" y="2017606"/>
                  </a:lnTo>
                  <a:lnTo>
                    <a:pt x="5519044" y="2017339"/>
                  </a:lnTo>
                  <a:lnTo>
                    <a:pt x="5500541" y="2016603"/>
                  </a:lnTo>
                  <a:lnTo>
                    <a:pt x="5467182" y="2015150"/>
                  </a:lnTo>
                  <a:lnTo>
                    <a:pt x="5416901" y="2012750"/>
                  </a:lnTo>
                  <a:lnTo>
                    <a:pt x="5349360" y="2009200"/>
                  </a:lnTo>
                  <a:lnTo>
                    <a:pt x="5265908" y="2004352"/>
                  </a:lnTo>
                  <a:lnTo>
                    <a:pt x="5169287" y="1998114"/>
                  </a:lnTo>
                  <a:lnTo>
                    <a:pt x="5063130" y="1990449"/>
                  </a:lnTo>
                  <a:lnTo>
                    <a:pt x="4951399" y="1981363"/>
                  </a:lnTo>
                  <a:lnTo>
                    <a:pt x="4837866" y="1970884"/>
                  </a:lnTo>
                  <a:lnTo>
                    <a:pt x="4725742" y="1959037"/>
                  </a:lnTo>
                  <a:lnTo>
                    <a:pt x="4617493" y="1945833"/>
                  </a:lnTo>
                  <a:lnTo>
                    <a:pt x="4514801" y="1931249"/>
                  </a:lnTo>
                  <a:lnTo>
                    <a:pt x="4418639" y="1915224"/>
                  </a:lnTo>
                  <a:lnTo>
                    <a:pt x="4329393" y="1897653"/>
                  </a:lnTo>
                  <a:lnTo>
                    <a:pt x="4247009" y="1878387"/>
                  </a:lnTo>
                  <a:lnTo>
                    <a:pt x="4171116" y="1857237"/>
                  </a:lnTo>
                  <a:lnTo>
                    <a:pt x="4101142" y="1833975"/>
                  </a:lnTo>
                  <a:lnTo>
                    <a:pt x="4036396" y="1808346"/>
                  </a:lnTo>
                  <a:lnTo>
                    <a:pt x="3976130" y="1780081"/>
                  </a:lnTo>
                  <a:lnTo>
                    <a:pt x="3919584" y="1748924"/>
                  </a:lnTo>
                  <a:lnTo>
                    <a:pt x="3866034" y="1714668"/>
                  </a:lnTo>
                  <a:lnTo>
                    <a:pt x="3820202" y="1681370"/>
                  </a:lnTo>
                  <a:lnTo>
                    <a:pt x="3770728" y="1641181"/>
                  </a:lnTo>
                  <a:lnTo>
                    <a:pt x="3722588" y="1597750"/>
                  </a:lnTo>
                  <a:lnTo>
                    <a:pt x="3675382" y="1551014"/>
                  </a:lnTo>
                  <a:lnTo>
                    <a:pt x="3628797" y="1500973"/>
                  </a:lnTo>
                  <a:lnTo>
                    <a:pt x="3582589" y="1447703"/>
                  </a:lnTo>
                  <a:lnTo>
                    <a:pt x="3536577" y="1391356"/>
                  </a:lnTo>
                  <a:lnTo>
                    <a:pt x="3490629" y="1332168"/>
                  </a:lnTo>
                  <a:lnTo>
                    <a:pt x="3444664" y="1270459"/>
                  </a:lnTo>
                  <a:lnTo>
                    <a:pt x="3398635" y="1206625"/>
                  </a:lnTo>
                  <a:lnTo>
                    <a:pt x="3352529" y="1141133"/>
                  </a:lnTo>
                  <a:lnTo>
                    <a:pt x="3306359" y="1074506"/>
                  </a:lnTo>
                  <a:lnTo>
                    <a:pt x="3260153" y="1007308"/>
                  </a:lnTo>
                  <a:lnTo>
                    <a:pt x="3213947" y="940123"/>
                  </a:lnTo>
                  <a:lnTo>
                    <a:pt x="3167780" y="873535"/>
                  </a:lnTo>
                  <a:lnTo>
                    <a:pt x="3121677" y="808106"/>
                  </a:lnTo>
                  <a:lnTo>
                    <a:pt x="3075652" y="744358"/>
                  </a:lnTo>
                  <a:lnTo>
                    <a:pt x="3029688" y="682755"/>
                  </a:lnTo>
                  <a:lnTo>
                    <a:pt x="2983740" y="623689"/>
                  </a:lnTo>
                  <a:lnTo>
                    <a:pt x="2937722" y="567476"/>
                  </a:lnTo>
                  <a:lnTo>
                    <a:pt x="2891501" y="514348"/>
                  </a:lnTo>
                  <a:lnTo>
                    <a:pt x="2844894" y="464455"/>
                  </a:lnTo>
                  <a:lnTo>
                    <a:pt x="2797654" y="417868"/>
                  </a:lnTo>
                  <a:lnTo>
                    <a:pt x="2749463" y="374585"/>
                  </a:lnTo>
                  <a:lnTo>
                    <a:pt x="2702183" y="336274"/>
                  </a:lnTo>
                  <a:lnTo>
                    <a:pt x="2650750" y="299162"/>
                  </a:lnTo>
                  <a:lnTo>
                    <a:pt x="2596913" y="265244"/>
                  </a:lnTo>
                  <a:lnTo>
                    <a:pt x="2540005" y="234407"/>
                  </a:lnTo>
                  <a:lnTo>
                    <a:pt x="2479296" y="206437"/>
                  </a:lnTo>
                  <a:lnTo>
                    <a:pt x="2414027" y="181074"/>
                  </a:lnTo>
                  <a:lnTo>
                    <a:pt x="2343452" y="158049"/>
                  </a:lnTo>
                  <a:lnTo>
                    <a:pt x="2266890" y="137111"/>
                  </a:lnTo>
                  <a:lnTo>
                    <a:pt x="2183785" y="118035"/>
                  </a:lnTo>
                  <a:lnTo>
                    <a:pt x="2093796" y="100635"/>
                  </a:lnTo>
                  <a:lnTo>
                    <a:pt x="1996908" y="84768"/>
                  </a:lnTo>
                  <a:lnTo>
                    <a:pt x="1893565" y="70334"/>
                  </a:lnTo>
                  <a:lnTo>
                    <a:pt x="1784808" y="57275"/>
                  </a:lnTo>
                  <a:lnTo>
                    <a:pt x="1672402" y="45574"/>
                  </a:lnTo>
                  <a:lnTo>
                    <a:pt x="1558895" y="35242"/>
                  </a:lnTo>
                  <a:lnTo>
                    <a:pt x="1447574" y="26307"/>
                  </a:lnTo>
                  <a:lnTo>
                    <a:pt x="1342248" y="18795"/>
                  </a:lnTo>
                  <a:lnTo>
                    <a:pt x="1246871" y="12708"/>
                  </a:lnTo>
                  <a:lnTo>
                    <a:pt x="1165011" y="8004"/>
                  </a:lnTo>
                  <a:lnTo>
                    <a:pt x="1099278" y="4585"/>
                  </a:lnTo>
                  <a:lnTo>
                    <a:pt x="1050852" y="2296"/>
                  </a:lnTo>
                  <a:lnTo>
                    <a:pt x="1019210" y="932"/>
                  </a:lnTo>
                  <a:lnTo>
                    <a:pt x="1002104" y="257"/>
                  </a:lnTo>
                  <a:lnTo>
                    <a:pt x="995731" y="2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72" name="pl471"/>
            <p:cNvSpPr/>
            <p:nvPr/>
          </p:nvSpPr>
          <p:spPr>
            <a:xfrm>
              <a:off x="1199187" y="3338119"/>
              <a:ext cx="12049831" cy="2017644"/>
            </a:xfrm>
            <a:custGeom>
              <a:avLst/>
              <a:pathLst>
                <a:path w="12049831" h="2017644">
                  <a:moveTo>
                    <a:pt x="0" y="0"/>
                  </a:moveTo>
                  <a:lnTo>
                    <a:pt x="994940" y="0"/>
                  </a:lnTo>
                  <a:lnTo>
                    <a:pt x="996045" y="37"/>
                  </a:lnTo>
                  <a:lnTo>
                    <a:pt x="1003341" y="304"/>
                  </a:lnTo>
                  <a:lnTo>
                    <a:pt x="1021844" y="1040"/>
                  </a:lnTo>
                  <a:lnTo>
                    <a:pt x="1055203" y="2493"/>
                  </a:lnTo>
                  <a:lnTo>
                    <a:pt x="1105484" y="4893"/>
                  </a:lnTo>
                  <a:lnTo>
                    <a:pt x="1173025" y="8443"/>
                  </a:lnTo>
                  <a:lnTo>
                    <a:pt x="1256477" y="13291"/>
                  </a:lnTo>
                  <a:lnTo>
                    <a:pt x="1353098" y="19529"/>
                  </a:lnTo>
                  <a:lnTo>
                    <a:pt x="1459255" y="27194"/>
                  </a:lnTo>
                  <a:lnTo>
                    <a:pt x="1570986" y="36280"/>
                  </a:lnTo>
                  <a:lnTo>
                    <a:pt x="1684519" y="46759"/>
                  </a:lnTo>
                  <a:lnTo>
                    <a:pt x="1796643" y="58606"/>
                  </a:lnTo>
                  <a:lnTo>
                    <a:pt x="1904892" y="71810"/>
                  </a:lnTo>
                  <a:lnTo>
                    <a:pt x="2007584" y="86394"/>
                  </a:lnTo>
                  <a:lnTo>
                    <a:pt x="2103746" y="102419"/>
                  </a:lnTo>
                  <a:lnTo>
                    <a:pt x="2192991" y="119990"/>
                  </a:lnTo>
                  <a:lnTo>
                    <a:pt x="2275376" y="139256"/>
                  </a:lnTo>
                  <a:lnTo>
                    <a:pt x="2351269" y="160406"/>
                  </a:lnTo>
                  <a:lnTo>
                    <a:pt x="2421243" y="183669"/>
                  </a:lnTo>
                  <a:lnTo>
                    <a:pt x="2485989" y="209298"/>
                  </a:lnTo>
                  <a:lnTo>
                    <a:pt x="2546255" y="237562"/>
                  </a:lnTo>
                  <a:lnTo>
                    <a:pt x="2602801" y="268719"/>
                  </a:lnTo>
                  <a:lnTo>
                    <a:pt x="2656351" y="302975"/>
                  </a:lnTo>
                  <a:lnTo>
                    <a:pt x="2702183" y="336274"/>
                  </a:lnTo>
                  <a:lnTo>
                    <a:pt x="2751657" y="376462"/>
                  </a:lnTo>
                  <a:lnTo>
                    <a:pt x="2799797" y="419893"/>
                  </a:lnTo>
                  <a:lnTo>
                    <a:pt x="2847003" y="466629"/>
                  </a:lnTo>
                  <a:lnTo>
                    <a:pt x="2893588" y="516670"/>
                  </a:lnTo>
                  <a:lnTo>
                    <a:pt x="2939796" y="569941"/>
                  </a:lnTo>
                  <a:lnTo>
                    <a:pt x="2985808" y="626288"/>
                  </a:lnTo>
                  <a:lnTo>
                    <a:pt x="3031756" y="685475"/>
                  </a:lnTo>
                  <a:lnTo>
                    <a:pt x="3077721" y="747184"/>
                  </a:lnTo>
                  <a:lnTo>
                    <a:pt x="3123750" y="811018"/>
                  </a:lnTo>
                  <a:lnTo>
                    <a:pt x="3169856" y="876511"/>
                  </a:lnTo>
                  <a:lnTo>
                    <a:pt x="3216026" y="943138"/>
                  </a:lnTo>
                  <a:lnTo>
                    <a:pt x="3262232" y="1010336"/>
                  </a:lnTo>
                  <a:lnTo>
                    <a:pt x="3308438" y="1077520"/>
                  </a:lnTo>
                  <a:lnTo>
                    <a:pt x="3354605" y="1144108"/>
                  </a:lnTo>
                  <a:lnTo>
                    <a:pt x="3400708" y="1209537"/>
                  </a:lnTo>
                  <a:lnTo>
                    <a:pt x="3446733" y="1273285"/>
                  </a:lnTo>
                  <a:lnTo>
                    <a:pt x="3492697" y="1334889"/>
                  </a:lnTo>
                  <a:lnTo>
                    <a:pt x="3538645" y="1393954"/>
                  </a:lnTo>
                  <a:lnTo>
                    <a:pt x="3584663" y="1450167"/>
                  </a:lnTo>
                  <a:lnTo>
                    <a:pt x="3630884" y="1503295"/>
                  </a:lnTo>
                  <a:lnTo>
                    <a:pt x="3677491" y="1553188"/>
                  </a:lnTo>
                  <a:lnTo>
                    <a:pt x="3724731" y="1599775"/>
                  </a:lnTo>
                  <a:lnTo>
                    <a:pt x="3772922" y="1643058"/>
                  </a:lnTo>
                  <a:lnTo>
                    <a:pt x="3820202" y="1681370"/>
                  </a:lnTo>
                  <a:lnTo>
                    <a:pt x="3871635" y="1718481"/>
                  </a:lnTo>
                  <a:lnTo>
                    <a:pt x="3925472" y="1752399"/>
                  </a:lnTo>
                  <a:lnTo>
                    <a:pt x="3982380" y="1783236"/>
                  </a:lnTo>
                  <a:lnTo>
                    <a:pt x="4043089" y="1811206"/>
                  </a:lnTo>
                  <a:lnTo>
                    <a:pt x="4108358" y="1836569"/>
                  </a:lnTo>
                  <a:lnTo>
                    <a:pt x="4178933" y="1859594"/>
                  </a:lnTo>
                  <a:lnTo>
                    <a:pt x="4255495" y="1880532"/>
                  </a:lnTo>
                  <a:lnTo>
                    <a:pt x="4338600" y="1899608"/>
                  </a:lnTo>
                  <a:lnTo>
                    <a:pt x="4428589" y="1917008"/>
                  </a:lnTo>
                  <a:lnTo>
                    <a:pt x="4525477" y="1932875"/>
                  </a:lnTo>
                  <a:lnTo>
                    <a:pt x="4628820" y="1947309"/>
                  </a:lnTo>
                  <a:lnTo>
                    <a:pt x="4737577" y="1960368"/>
                  </a:lnTo>
                  <a:lnTo>
                    <a:pt x="4849983" y="1972069"/>
                  </a:lnTo>
                  <a:lnTo>
                    <a:pt x="4963490" y="1982402"/>
                  </a:lnTo>
                  <a:lnTo>
                    <a:pt x="5074811" y="1991336"/>
                  </a:lnTo>
                  <a:lnTo>
                    <a:pt x="5180137" y="1998848"/>
                  </a:lnTo>
                  <a:lnTo>
                    <a:pt x="5275514" y="2004935"/>
                  </a:lnTo>
                  <a:lnTo>
                    <a:pt x="5357374" y="2009639"/>
                  </a:lnTo>
                  <a:lnTo>
                    <a:pt x="5423107" y="2013058"/>
                  </a:lnTo>
                  <a:lnTo>
                    <a:pt x="5471533" y="2015347"/>
                  </a:lnTo>
                  <a:lnTo>
                    <a:pt x="5503175" y="2016711"/>
                  </a:lnTo>
                  <a:lnTo>
                    <a:pt x="5520281" y="2017386"/>
                  </a:lnTo>
                  <a:lnTo>
                    <a:pt x="5526654" y="2017617"/>
                  </a:lnTo>
                  <a:lnTo>
                    <a:pt x="5527445" y="2017644"/>
                  </a:lnTo>
                  <a:lnTo>
                    <a:pt x="6522385" y="2017644"/>
                  </a:lnTo>
                  <a:lnTo>
                    <a:pt x="6523521" y="2017636"/>
                  </a:lnTo>
                  <a:lnTo>
                    <a:pt x="6531013" y="2017584"/>
                  </a:lnTo>
                  <a:lnTo>
                    <a:pt x="6549999" y="2017441"/>
                  </a:lnTo>
                  <a:lnTo>
                    <a:pt x="6584193" y="2017158"/>
                  </a:lnTo>
                  <a:lnTo>
                    <a:pt x="6635665" y="2016690"/>
                  </a:lnTo>
                  <a:lnTo>
                    <a:pt x="6704687" y="2015999"/>
                  </a:lnTo>
                  <a:lnTo>
                    <a:pt x="6789790" y="2015055"/>
                  </a:lnTo>
                  <a:lnTo>
                    <a:pt x="6888088" y="2013843"/>
                  </a:lnTo>
                  <a:lnTo>
                    <a:pt x="6995804" y="2012355"/>
                  </a:lnTo>
                  <a:lnTo>
                    <a:pt x="7108866" y="2010592"/>
                  </a:lnTo>
                  <a:lnTo>
                    <a:pt x="7223435" y="2008562"/>
                  </a:lnTo>
                  <a:lnTo>
                    <a:pt x="7336280" y="2006267"/>
                  </a:lnTo>
                  <a:lnTo>
                    <a:pt x="7444951" y="2003710"/>
                  </a:lnTo>
                  <a:lnTo>
                    <a:pt x="7547808" y="2000886"/>
                  </a:lnTo>
                  <a:lnTo>
                    <a:pt x="7643935" y="1997782"/>
                  </a:lnTo>
                  <a:lnTo>
                    <a:pt x="7733002" y="1994375"/>
                  </a:lnTo>
                  <a:lnTo>
                    <a:pt x="7815120" y="1990636"/>
                  </a:lnTo>
                  <a:lnTo>
                    <a:pt x="7890706" y="1986527"/>
                  </a:lnTo>
                  <a:lnTo>
                    <a:pt x="7960374" y="1982002"/>
                  </a:lnTo>
                  <a:lnTo>
                    <a:pt x="8024849" y="1977010"/>
                  </a:lnTo>
                  <a:lnTo>
                    <a:pt x="8084904" y="1971501"/>
                  </a:lnTo>
                  <a:lnTo>
                    <a:pt x="8141316" y="1965424"/>
                  </a:lnTo>
                  <a:lnTo>
                    <a:pt x="8194819" y="1958743"/>
                  </a:lnTo>
                  <a:lnTo>
                    <a:pt x="8229629" y="1953883"/>
                  </a:lnTo>
                  <a:lnTo>
                    <a:pt x="8290520" y="1944383"/>
                  </a:lnTo>
                  <a:lnTo>
                    <a:pt x="8349526" y="1933941"/>
                  </a:lnTo>
                  <a:lnTo>
                    <a:pt x="8407342" y="1922541"/>
                  </a:lnTo>
                  <a:lnTo>
                    <a:pt x="8464478" y="1910199"/>
                  </a:lnTo>
                  <a:lnTo>
                    <a:pt x="8521300" y="1896966"/>
                  </a:lnTo>
                  <a:lnTo>
                    <a:pt x="8578045" y="1882926"/>
                  </a:lnTo>
                  <a:lnTo>
                    <a:pt x="8634851" y="1868203"/>
                  </a:lnTo>
                  <a:lnTo>
                    <a:pt x="8691770" y="1852950"/>
                  </a:lnTo>
                  <a:lnTo>
                    <a:pt x="8748789" y="1837352"/>
                  </a:lnTo>
                  <a:lnTo>
                    <a:pt x="8805858" y="1821607"/>
                  </a:lnTo>
                  <a:lnTo>
                    <a:pt x="8862904" y="1805926"/>
                  </a:lnTo>
                  <a:lnTo>
                    <a:pt x="8919867" y="1790513"/>
                  </a:lnTo>
                  <a:lnTo>
                    <a:pt x="8976716" y="1775560"/>
                  </a:lnTo>
                  <a:lnTo>
                    <a:pt x="9033474" y="1761233"/>
                  </a:lnTo>
                  <a:lnTo>
                    <a:pt x="9090243" y="1747667"/>
                  </a:lnTo>
                  <a:lnTo>
                    <a:pt x="9147218" y="1734964"/>
                  </a:lnTo>
                  <a:lnTo>
                    <a:pt x="9204712" y="1723187"/>
                  </a:lnTo>
                  <a:lnTo>
                    <a:pt x="9263174" y="1712365"/>
                  </a:lnTo>
                  <a:lnTo>
                    <a:pt x="9323221" y="1702495"/>
                  </a:lnTo>
                  <a:lnTo>
                    <a:pt x="9347647" y="1698838"/>
                  </a:lnTo>
                  <a:lnTo>
                    <a:pt x="9399565" y="1691740"/>
                  </a:lnTo>
                  <a:lnTo>
                    <a:pt x="9453936" y="1685258"/>
                  </a:lnTo>
                  <a:lnTo>
                    <a:pt x="9511448" y="1679370"/>
                  </a:lnTo>
                  <a:lnTo>
                    <a:pt x="9572854" y="1674034"/>
                  </a:lnTo>
                  <a:lnTo>
                    <a:pt x="9638932" y="1669201"/>
                  </a:lnTo>
                  <a:lnTo>
                    <a:pt x="9710447" y="1664816"/>
                  </a:lnTo>
                  <a:lnTo>
                    <a:pt x="9788096" y="1660832"/>
                  </a:lnTo>
                  <a:lnTo>
                    <a:pt x="9872439" y="1657204"/>
                  </a:lnTo>
                  <a:lnTo>
                    <a:pt x="9963806" y="1653899"/>
                  </a:lnTo>
                  <a:lnTo>
                    <a:pt x="10062181" y="1650887"/>
                  </a:lnTo>
                  <a:lnTo>
                    <a:pt x="10167060" y="1648151"/>
                  </a:lnTo>
                  <a:lnTo>
                    <a:pt x="10277305" y="1645680"/>
                  </a:lnTo>
                  <a:lnTo>
                    <a:pt x="10391018" y="1643470"/>
                  </a:lnTo>
                  <a:lnTo>
                    <a:pt x="10505488" y="1641526"/>
                  </a:lnTo>
                  <a:lnTo>
                    <a:pt x="10617254" y="1639853"/>
                  </a:lnTo>
                  <a:lnTo>
                    <a:pt x="10722354" y="1638454"/>
                  </a:lnTo>
                  <a:lnTo>
                    <a:pt x="10816748" y="1637330"/>
                  </a:lnTo>
                  <a:lnTo>
                    <a:pt x="10896883" y="1636471"/>
                  </a:lnTo>
                  <a:lnTo>
                    <a:pt x="10960283" y="1635856"/>
                  </a:lnTo>
                  <a:lnTo>
                    <a:pt x="11006024" y="1635453"/>
                  </a:lnTo>
                  <a:lnTo>
                    <a:pt x="11034966" y="1635221"/>
                  </a:lnTo>
                  <a:lnTo>
                    <a:pt x="11049737" y="1635112"/>
                  </a:lnTo>
                  <a:lnTo>
                    <a:pt x="11054536" y="1635080"/>
                  </a:lnTo>
                  <a:lnTo>
                    <a:pt x="11054891" y="1635077"/>
                  </a:lnTo>
                  <a:lnTo>
                    <a:pt x="12049831" y="1635077"/>
                  </a:lnTo>
                  <a:lnTo>
                    <a:pt x="12049831" y="16350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3" name="pl472"/>
            <p:cNvSpPr/>
            <p:nvPr/>
          </p:nvSpPr>
          <p:spPr>
            <a:xfrm>
              <a:off x="1199187" y="3322397"/>
              <a:ext cx="12049831" cy="2017644"/>
            </a:xfrm>
            <a:custGeom>
              <a:avLst/>
              <a:pathLst>
                <a:path w="12049831" h="2017644">
                  <a:moveTo>
                    <a:pt x="12049831" y="1635077"/>
                  </a:moveTo>
                  <a:lnTo>
                    <a:pt x="11054891" y="1635077"/>
                  </a:lnTo>
                  <a:lnTo>
                    <a:pt x="11053756" y="1635085"/>
                  </a:lnTo>
                  <a:lnTo>
                    <a:pt x="11046264" y="1635137"/>
                  </a:lnTo>
                  <a:lnTo>
                    <a:pt x="11027278" y="1635280"/>
                  </a:lnTo>
                  <a:lnTo>
                    <a:pt x="10993083" y="1635563"/>
                  </a:lnTo>
                  <a:lnTo>
                    <a:pt x="10941611" y="1636031"/>
                  </a:lnTo>
                  <a:lnTo>
                    <a:pt x="10872590" y="1636722"/>
                  </a:lnTo>
                  <a:lnTo>
                    <a:pt x="10787487" y="1637666"/>
                  </a:lnTo>
                  <a:lnTo>
                    <a:pt x="10689189" y="1638878"/>
                  </a:lnTo>
                  <a:lnTo>
                    <a:pt x="10581473" y="1640366"/>
                  </a:lnTo>
                  <a:lnTo>
                    <a:pt x="10468411" y="1642128"/>
                  </a:lnTo>
                  <a:lnTo>
                    <a:pt x="10353841" y="1644159"/>
                  </a:lnTo>
                  <a:lnTo>
                    <a:pt x="10240997" y="1646454"/>
                  </a:lnTo>
                  <a:lnTo>
                    <a:pt x="10132326" y="1649011"/>
                  </a:lnTo>
                  <a:lnTo>
                    <a:pt x="10029468" y="1651835"/>
                  </a:lnTo>
                  <a:lnTo>
                    <a:pt x="9933342" y="1654939"/>
                  </a:lnTo>
                  <a:lnTo>
                    <a:pt x="9844275" y="1658346"/>
                  </a:lnTo>
                  <a:lnTo>
                    <a:pt x="9762156" y="1662085"/>
                  </a:lnTo>
                  <a:lnTo>
                    <a:pt x="9686570" y="1666194"/>
                  </a:lnTo>
                  <a:lnTo>
                    <a:pt x="9616902" y="1670719"/>
                  </a:lnTo>
                  <a:lnTo>
                    <a:pt x="9552428" y="1675710"/>
                  </a:lnTo>
                  <a:lnTo>
                    <a:pt x="9492373" y="1681220"/>
                  </a:lnTo>
                  <a:lnTo>
                    <a:pt x="9435961" y="1687297"/>
                  </a:lnTo>
                  <a:lnTo>
                    <a:pt x="9382457" y="1693978"/>
                  </a:lnTo>
                  <a:lnTo>
                    <a:pt x="9347647" y="1698838"/>
                  </a:lnTo>
                  <a:lnTo>
                    <a:pt x="9286757" y="1708338"/>
                  </a:lnTo>
                  <a:lnTo>
                    <a:pt x="9227750" y="1718780"/>
                  </a:lnTo>
                  <a:lnTo>
                    <a:pt x="9169935" y="1730180"/>
                  </a:lnTo>
                  <a:lnTo>
                    <a:pt x="9112798" y="1742522"/>
                  </a:lnTo>
                  <a:lnTo>
                    <a:pt x="9055977" y="1755755"/>
                  </a:lnTo>
                  <a:lnTo>
                    <a:pt x="8999232" y="1769795"/>
                  </a:lnTo>
                  <a:lnTo>
                    <a:pt x="8942426" y="1784518"/>
                  </a:lnTo>
                  <a:lnTo>
                    <a:pt x="8885507" y="1799771"/>
                  </a:lnTo>
                  <a:lnTo>
                    <a:pt x="8828487" y="1815369"/>
                  </a:lnTo>
                  <a:lnTo>
                    <a:pt x="8771419" y="1831114"/>
                  </a:lnTo>
                  <a:lnTo>
                    <a:pt x="8714372" y="1846795"/>
                  </a:lnTo>
                  <a:lnTo>
                    <a:pt x="8657409" y="1862208"/>
                  </a:lnTo>
                  <a:lnTo>
                    <a:pt x="8600561" y="1877161"/>
                  </a:lnTo>
                  <a:lnTo>
                    <a:pt x="8543802" y="1891488"/>
                  </a:lnTo>
                  <a:lnTo>
                    <a:pt x="8487034" y="1905054"/>
                  </a:lnTo>
                  <a:lnTo>
                    <a:pt x="8430058" y="1917757"/>
                  </a:lnTo>
                  <a:lnTo>
                    <a:pt x="8372565" y="1929534"/>
                  </a:lnTo>
                  <a:lnTo>
                    <a:pt x="8314102" y="1940356"/>
                  </a:lnTo>
                  <a:lnTo>
                    <a:pt x="8254055" y="1950226"/>
                  </a:lnTo>
                  <a:lnTo>
                    <a:pt x="8229629" y="1953883"/>
                  </a:lnTo>
                  <a:lnTo>
                    <a:pt x="8177712" y="1960981"/>
                  </a:lnTo>
                  <a:lnTo>
                    <a:pt x="8123340" y="1967463"/>
                  </a:lnTo>
                  <a:lnTo>
                    <a:pt x="8065828" y="1973351"/>
                  </a:lnTo>
                  <a:lnTo>
                    <a:pt x="8004423" y="1978686"/>
                  </a:lnTo>
                  <a:lnTo>
                    <a:pt x="7938345" y="1983520"/>
                  </a:lnTo>
                  <a:lnTo>
                    <a:pt x="7866829" y="1987905"/>
                  </a:lnTo>
                  <a:lnTo>
                    <a:pt x="7789180" y="1991889"/>
                  </a:lnTo>
                  <a:lnTo>
                    <a:pt x="7704838" y="1995516"/>
                  </a:lnTo>
                  <a:lnTo>
                    <a:pt x="7613471" y="1998822"/>
                  </a:lnTo>
                  <a:lnTo>
                    <a:pt x="7515096" y="2001834"/>
                  </a:lnTo>
                  <a:lnTo>
                    <a:pt x="7410216" y="2004570"/>
                  </a:lnTo>
                  <a:lnTo>
                    <a:pt x="7299971" y="2007041"/>
                  </a:lnTo>
                  <a:lnTo>
                    <a:pt x="7186258" y="2009251"/>
                  </a:lnTo>
                  <a:lnTo>
                    <a:pt x="7071789" y="2011195"/>
                  </a:lnTo>
                  <a:lnTo>
                    <a:pt x="6960023" y="2012868"/>
                  </a:lnTo>
                  <a:lnTo>
                    <a:pt x="6854922" y="2014267"/>
                  </a:lnTo>
                  <a:lnTo>
                    <a:pt x="6760528" y="2015391"/>
                  </a:lnTo>
                  <a:lnTo>
                    <a:pt x="6680393" y="2016250"/>
                  </a:lnTo>
                  <a:lnTo>
                    <a:pt x="6616993" y="2016865"/>
                  </a:lnTo>
                  <a:lnTo>
                    <a:pt x="6571253" y="2017268"/>
                  </a:lnTo>
                  <a:lnTo>
                    <a:pt x="6542311" y="2017500"/>
                  </a:lnTo>
                  <a:lnTo>
                    <a:pt x="6527540" y="2017609"/>
                  </a:lnTo>
                  <a:lnTo>
                    <a:pt x="6522741" y="2017641"/>
                  </a:lnTo>
                  <a:lnTo>
                    <a:pt x="6522385" y="2017644"/>
                  </a:lnTo>
                  <a:lnTo>
                    <a:pt x="5527445" y="2017644"/>
                  </a:lnTo>
                  <a:lnTo>
                    <a:pt x="5526340" y="2017606"/>
                  </a:lnTo>
                  <a:lnTo>
                    <a:pt x="5519044" y="2017339"/>
                  </a:lnTo>
                  <a:lnTo>
                    <a:pt x="5500541" y="2016603"/>
                  </a:lnTo>
                  <a:lnTo>
                    <a:pt x="5467182" y="2015150"/>
                  </a:lnTo>
                  <a:lnTo>
                    <a:pt x="5416901" y="2012750"/>
                  </a:lnTo>
                  <a:lnTo>
                    <a:pt x="5349360" y="2009200"/>
                  </a:lnTo>
                  <a:lnTo>
                    <a:pt x="5265908" y="2004352"/>
                  </a:lnTo>
                  <a:lnTo>
                    <a:pt x="5169287" y="1998114"/>
                  </a:lnTo>
                  <a:lnTo>
                    <a:pt x="5063130" y="1990449"/>
                  </a:lnTo>
                  <a:lnTo>
                    <a:pt x="4951399" y="1981363"/>
                  </a:lnTo>
                  <a:lnTo>
                    <a:pt x="4837866" y="1970884"/>
                  </a:lnTo>
                  <a:lnTo>
                    <a:pt x="4725742" y="1959037"/>
                  </a:lnTo>
                  <a:lnTo>
                    <a:pt x="4617493" y="1945833"/>
                  </a:lnTo>
                  <a:lnTo>
                    <a:pt x="4514801" y="1931249"/>
                  </a:lnTo>
                  <a:lnTo>
                    <a:pt x="4418639" y="1915224"/>
                  </a:lnTo>
                  <a:lnTo>
                    <a:pt x="4329393" y="1897653"/>
                  </a:lnTo>
                  <a:lnTo>
                    <a:pt x="4247009" y="1878387"/>
                  </a:lnTo>
                  <a:lnTo>
                    <a:pt x="4171116" y="1857237"/>
                  </a:lnTo>
                  <a:lnTo>
                    <a:pt x="4101142" y="1833975"/>
                  </a:lnTo>
                  <a:lnTo>
                    <a:pt x="4036396" y="1808346"/>
                  </a:lnTo>
                  <a:lnTo>
                    <a:pt x="3976130" y="1780081"/>
                  </a:lnTo>
                  <a:lnTo>
                    <a:pt x="3919584" y="1748924"/>
                  </a:lnTo>
                  <a:lnTo>
                    <a:pt x="3866034" y="1714668"/>
                  </a:lnTo>
                  <a:lnTo>
                    <a:pt x="3820202" y="1681370"/>
                  </a:lnTo>
                  <a:lnTo>
                    <a:pt x="3770728" y="1641181"/>
                  </a:lnTo>
                  <a:lnTo>
                    <a:pt x="3722588" y="1597750"/>
                  </a:lnTo>
                  <a:lnTo>
                    <a:pt x="3675382" y="1551014"/>
                  </a:lnTo>
                  <a:lnTo>
                    <a:pt x="3628797" y="1500973"/>
                  </a:lnTo>
                  <a:lnTo>
                    <a:pt x="3582589" y="1447703"/>
                  </a:lnTo>
                  <a:lnTo>
                    <a:pt x="3536577" y="1391356"/>
                  </a:lnTo>
                  <a:lnTo>
                    <a:pt x="3490629" y="1332168"/>
                  </a:lnTo>
                  <a:lnTo>
                    <a:pt x="3444664" y="1270459"/>
                  </a:lnTo>
                  <a:lnTo>
                    <a:pt x="3398635" y="1206625"/>
                  </a:lnTo>
                  <a:lnTo>
                    <a:pt x="3352529" y="1141133"/>
                  </a:lnTo>
                  <a:lnTo>
                    <a:pt x="3306359" y="1074506"/>
                  </a:lnTo>
                  <a:lnTo>
                    <a:pt x="3260153" y="1007308"/>
                  </a:lnTo>
                  <a:lnTo>
                    <a:pt x="3213947" y="940123"/>
                  </a:lnTo>
                  <a:lnTo>
                    <a:pt x="3167780" y="873535"/>
                  </a:lnTo>
                  <a:lnTo>
                    <a:pt x="3121677" y="808106"/>
                  </a:lnTo>
                  <a:lnTo>
                    <a:pt x="3075652" y="744358"/>
                  </a:lnTo>
                  <a:lnTo>
                    <a:pt x="3029688" y="682755"/>
                  </a:lnTo>
                  <a:lnTo>
                    <a:pt x="2983740" y="623689"/>
                  </a:lnTo>
                  <a:lnTo>
                    <a:pt x="2937722" y="567476"/>
                  </a:lnTo>
                  <a:lnTo>
                    <a:pt x="2891501" y="514348"/>
                  </a:lnTo>
                  <a:lnTo>
                    <a:pt x="2844894" y="464455"/>
                  </a:lnTo>
                  <a:lnTo>
                    <a:pt x="2797654" y="417868"/>
                  </a:lnTo>
                  <a:lnTo>
                    <a:pt x="2749463" y="374585"/>
                  </a:lnTo>
                  <a:lnTo>
                    <a:pt x="2702183" y="336274"/>
                  </a:lnTo>
                  <a:lnTo>
                    <a:pt x="2650750" y="299162"/>
                  </a:lnTo>
                  <a:lnTo>
                    <a:pt x="2596913" y="265244"/>
                  </a:lnTo>
                  <a:lnTo>
                    <a:pt x="2540005" y="234407"/>
                  </a:lnTo>
                  <a:lnTo>
                    <a:pt x="2479296" y="206437"/>
                  </a:lnTo>
                  <a:lnTo>
                    <a:pt x="2414027" y="181074"/>
                  </a:lnTo>
                  <a:lnTo>
                    <a:pt x="2343452" y="158049"/>
                  </a:lnTo>
                  <a:lnTo>
                    <a:pt x="2266890" y="137111"/>
                  </a:lnTo>
                  <a:lnTo>
                    <a:pt x="2183785" y="118035"/>
                  </a:lnTo>
                  <a:lnTo>
                    <a:pt x="2093796" y="100635"/>
                  </a:lnTo>
                  <a:lnTo>
                    <a:pt x="1996908" y="84768"/>
                  </a:lnTo>
                  <a:lnTo>
                    <a:pt x="1893565" y="70334"/>
                  </a:lnTo>
                  <a:lnTo>
                    <a:pt x="1784808" y="57275"/>
                  </a:lnTo>
                  <a:lnTo>
                    <a:pt x="1672402" y="45574"/>
                  </a:lnTo>
                  <a:lnTo>
                    <a:pt x="1558895" y="35242"/>
                  </a:lnTo>
                  <a:lnTo>
                    <a:pt x="1447574" y="26307"/>
                  </a:lnTo>
                  <a:lnTo>
                    <a:pt x="1342248" y="18795"/>
                  </a:lnTo>
                  <a:lnTo>
                    <a:pt x="1246871" y="12708"/>
                  </a:lnTo>
                  <a:lnTo>
                    <a:pt x="1165011" y="8004"/>
                  </a:lnTo>
                  <a:lnTo>
                    <a:pt x="1099278" y="4585"/>
                  </a:lnTo>
                  <a:lnTo>
                    <a:pt x="1050852" y="2296"/>
                  </a:lnTo>
                  <a:lnTo>
                    <a:pt x="1019210" y="932"/>
                  </a:lnTo>
                  <a:lnTo>
                    <a:pt x="1002104" y="257"/>
                  </a:lnTo>
                  <a:lnTo>
                    <a:pt x="995731" y="2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4" name="pg473"/>
            <p:cNvSpPr/>
            <p:nvPr/>
          </p:nvSpPr>
          <p:spPr>
            <a:xfrm>
              <a:off x="1199187" y="3338119"/>
              <a:ext cx="12049831" cy="2028125"/>
            </a:xfrm>
            <a:custGeom>
              <a:avLst/>
              <a:pathLst>
                <a:path w="12049831" h="2028125">
                  <a:moveTo>
                    <a:pt x="0" y="5240"/>
                  </a:moveTo>
                  <a:lnTo>
                    <a:pt x="994940" y="5240"/>
                  </a:lnTo>
                  <a:lnTo>
                    <a:pt x="996045" y="5278"/>
                  </a:lnTo>
                  <a:lnTo>
                    <a:pt x="1003341" y="5544"/>
                  </a:lnTo>
                  <a:lnTo>
                    <a:pt x="1021844" y="6281"/>
                  </a:lnTo>
                  <a:lnTo>
                    <a:pt x="1055203" y="7733"/>
                  </a:lnTo>
                  <a:lnTo>
                    <a:pt x="1105484" y="10134"/>
                  </a:lnTo>
                  <a:lnTo>
                    <a:pt x="1173025" y="13684"/>
                  </a:lnTo>
                  <a:lnTo>
                    <a:pt x="1256477" y="18532"/>
                  </a:lnTo>
                  <a:lnTo>
                    <a:pt x="1353098" y="24770"/>
                  </a:lnTo>
                  <a:lnTo>
                    <a:pt x="1459255" y="32435"/>
                  </a:lnTo>
                  <a:lnTo>
                    <a:pt x="1570986" y="41520"/>
                  </a:lnTo>
                  <a:lnTo>
                    <a:pt x="1684519" y="52000"/>
                  </a:lnTo>
                  <a:lnTo>
                    <a:pt x="1796643" y="63847"/>
                  </a:lnTo>
                  <a:lnTo>
                    <a:pt x="1904892" y="77051"/>
                  </a:lnTo>
                  <a:lnTo>
                    <a:pt x="2007584" y="91635"/>
                  </a:lnTo>
                  <a:lnTo>
                    <a:pt x="2103746" y="107660"/>
                  </a:lnTo>
                  <a:lnTo>
                    <a:pt x="2192991" y="125231"/>
                  </a:lnTo>
                  <a:lnTo>
                    <a:pt x="2275376" y="144497"/>
                  </a:lnTo>
                  <a:lnTo>
                    <a:pt x="2351269" y="165647"/>
                  </a:lnTo>
                  <a:lnTo>
                    <a:pt x="2421243" y="188909"/>
                  </a:lnTo>
                  <a:lnTo>
                    <a:pt x="2485989" y="214538"/>
                  </a:lnTo>
                  <a:lnTo>
                    <a:pt x="2546255" y="242802"/>
                  </a:lnTo>
                  <a:lnTo>
                    <a:pt x="2602801" y="273959"/>
                  </a:lnTo>
                  <a:lnTo>
                    <a:pt x="2656351" y="308216"/>
                  </a:lnTo>
                  <a:lnTo>
                    <a:pt x="2702183" y="341514"/>
                  </a:lnTo>
                  <a:lnTo>
                    <a:pt x="2751657" y="381703"/>
                  </a:lnTo>
                  <a:lnTo>
                    <a:pt x="2799797" y="425134"/>
                  </a:lnTo>
                  <a:lnTo>
                    <a:pt x="2847003" y="471870"/>
                  </a:lnTo>
                  <a:lnTo>
                    <a:pt x="2893588" y="521911"/>
                  </a:lnTo>
                  <a:lnTo>
                    <a:pt x="2939796" y="575181"/>
                  </a:lnTo>
                  <a:lnTo>
                    <a:pt x="2985808" y="631528"/>
                  </a:lnTo>
                  <a:lnTo>
                    <a:pt x="3031756" y="690715"/>
                  </a:lnTo>
                  <a:lnTo>
                    <a:pt x="3077721" y="752425"/>
                  </a:lnTo>
                  <a:lnTo>
                    <a:pt x="3123750" y="816259"/>
                  </a:lnTo>
                  <a:lnTo>
                    <a:pt x="3169856" y="881751"/>
                  </a:lnTo>
                  <a:lnTo>
                    <a:pt x="3216026" y="948378"/>
                  </a:lnTo>
                  <a:lnTo>
                    <a:pt x="3262232" y="1015576"/>
                  </a:lnTo>
                  <a:lnTo>
                    <a:pt x="3308438" y="1082761"/>
                  </a:lnTo>
                  <a:lnTo>
                    <a:pt x="3354605" y="1149349"/>
                  </a:lnTo>
                  <a:lnTo>
                    <a:pt x="3400708" y="1214777"/>
                  </a:lnTo>
                  <a:lnTo>
                    <a:pt x="3446733" y="1278526"/>
                  </a:lnTo>
                  <a:lnTo>
                    <a:pt x="3492697" y="1340129"/>
                  </a:lnTo>
                  <a:lnTo>
                    <a:pt x="3538645" y="1399195"/>
                  </a:lnTo>
                  <a:lnTo>
                    <a:pt x="3584663" y="1455408"/>
                  </a:lnTo>
                  <a:lnTo>
                    <a:pt x="3630884" y="1508536"/>
                  </a:lnTo>
                  <a:lnTo>
                    <a:pt x="3677491" y="1558429"/>
                  </a:lnTo>
                  <a:lnTo>
                    <a:pt x="3724731" y="1605016"/>
                  </a:lnTo>
                  <a:lnTo>
                    <a:pt x="3772922" y="1648299"/>
                  </a:lnTo>
                  <a:lnTo>
                    <a:pt x="3820202" y="1686610"/>
                  </a:lnTo>
                  <a:lnTo>
                    <a:pt x="3871635" y="1723722"/>
                  </a:lnTo>
                  <a:lnTo>
                    <a:pt x="3925472" y="1757640"/>
                  </a:lnTo>
                  <a:lnTo>
                    <a:pt x="3982380" y="1788477"/>
                  </a:lnTo>
                  <a:lnTo>
                    <a:pt x="4043089" y="1816446"/>
                  </a:lnTo>
                  <a:lnTo>
                    <a:pt x="4108358" y="1841810"/>
                  </a:lnTo>
                  <a:lnTo>
                    <a:pt x="4178933" y="1864834"/>
                  </a:lnTo>
                  <a:lnTo>
                    <a:pt x="4255495" y="1885773"/>
                  </a:lnTo>
                  <a:lnTo>
                    <a:pt x="4338600" y="1904849"/>
                  </a:lnTo>
                  <a:lnTo>
                    <a:pt x="4428589" y="1922249"/>
                  </a:lnTo>
                  <a:lnTo>
                    <a:pt x="4525477" y="1938116"/>
                  </a:lnTo>
                  <a:lnTo>
                    <a:pt x="4628820" y="1952550"/>
                  </a:lnTo>
                  <a:lnTo>
                    <a:pt x="4737577" y="1965609"/>
                  </a:lnTo>
                  <a:lnTo>
                    <a:pt x="4849983" y="1977310"/>
                  </a:lnTo>
                  <a:lnTo>
                    <a:pt x="4963490" y="1987642"/>
                  </a:lnTo>
                  <a:lnTo>
                    <a:pt x="5074811" y="1996577"/>
                  </a:lnTo>
                  <a:lnTo>
                    <a:pt x="5180137" y="2004089"/>
                  </a:lnTo>
                  <a:lnTo>
                    <a:pt x="5275514" y="2010176"/>
                  </a:lnTo>
                  <a:lnTo>
                    <a:pt x="5357374" y="2014880"/>
                  </a:lnTo>
                  <a:lnTo>
                    <a:pt x="5423107" y="2018299"/>
                  </a:lnTo>
                  <a:lnTo>
                    <a:pt x="5471533" y="2020588"/>
                  </a:lnTo>
                  <a:lnTo>
                    <a:pt x="5503175" y="2021952"/>
                  </a:lnTo>
                  <a:lnTo>
                    <a:pt x="5520281" y="2022627"/>
                  </a:lnTo>
                  <a:lnTo>
                    <a:pt x="5526654" y="2022858"/>
                  </a:lnTo>
                  <a:lnTo>
                    <a:pt x="5527445" y="2022884"/>
                  </a:lnTo>
                  <a:lnTo>
                    <a:pt x="6522385" y="2022884"/>
                  </a:lnTo>
                  <a:lnTo>
                    <a:pt x="6523522" y="2022884"/>
                  </a:lnTo>
                  <a:lnTo>
                    <a:pt x="6531021" y="2022885"/>
                  </a:lnTo>
                  <a:lnTo>
                    <a:pt x="6550026" y="2022887"/>
                  </a:lnTo>
                  <a:lnTo>
                    <a:pt x="6584253" y="2022891"/>
                  </a:lnTo>
                  <a:lnTo>
                    <a:pt x="6635771" y="2022897"/>
                  </a:lnTo>
                  <a:lnTo>
                    <a:pt x="6704849" y="2022907"/>
                  </a:lnTo>
                  <a:lnTo>
                    <a:pt x="6790015" y="2022920"/>
                  </a:lnTo>
                  <a:lnTo>
                    <a:pt x="6888377" y="2022936"/>
                  </a:lnTo>
                  <a:lnTo>
                    <a:pt x="6996152" y="2022957"/>
                  </a:lnTo>
                  <a:lnTo>
                    <a:pt x="7109264" y="2022981"/>
                  </a:lnTo>
                  <a:lnTo>
                    <a:pt x="7223873" y="2023009"/>
                  </a:lnTo>
                  <a:lnTo>
                    <a:pt x="7336744" y="2023040"/>
                  </a:lnTo>
                  <a:lnTo>
                    <a:pt x="7445431" y="2023075"/>
                  </a:lnTo>
                  <a:lnTo>
                    <a:pt x="7548294" y="2023114"/>
                  </a:lnTo>
                  <a:lnTo>
                    <a:pt x="7644419" y="2023157"/>
                  </a:lnTo>
                  <a:lnTo>
                    <a:pt x="7733479" y="2023203"/>
                  </a:lnTo>
                  <a:lnTo>
                    <a:pt x="7815587" y="2023255"/>
                  </a:lnTo>
                  <a:lnTo>
                    <a:pt x="7891161" y="2023311"/>
                  </a:lnTo>
                  <a:lnTo>
                    <a:pt x="7960817" y="2023373"/>
                  </a:lnTo>
                  <a:lnTo>
                    <a:pt x="8025282" y="2023441"/>
                  </a:lnTo>
                  <a:lnTo>
                    <a:pt x="8085329" y="2023517"/>
                  </a:lnTo>
                  <a:lnTo>
                    <a:pt x="8141736" y="2023600"/>
                  </a:lnTo>
                  <a:lnTo>
                    <a:pt x="8195238" y="2023692"/>
                  </a:lnTo>
                  <a:lnTo>
                    <a:pt x="8229629" y="2023758"/>
                  </a:lnTo>
                  <a:lnTo>
                    <a:pt x="8291283" y="2023890"/>
                  </a:lnTo>
                  <a:lnTo>
                    <a:pt x="8351014" y="2024035"/>
                  </a:lnTo>
                  <a:lnTo>
                    <a:pt x="8409539" y="2024193"/>
                  </a:lnTo>
                  <a:lnTo>
                    <a:pt x="8467384" y="2024365"/>
                  </a:lnTo>
                  <a:lnTo>
                    <a:pt x="8524920" y="2024549"/>
                  </a:lnTo>
                  <a:lnTo>
                    <a:pt x="8582391" y="2024745"/>
                  </a:lnTo>
                  <a:lnTo>
                    <a:pt x="8639931" y="2024950"/>
                  </a:lnTo>
                  <a:lnTo>
                    <a:pt x="8697587" y="2025162"/>
                  </a:lnTo>
                  <a:lnTo>
                    <a:pt x="8755342" y="2025379"/>
                  </a:lnTo>
                  <a:lnTo>
                    <a:pt x="8813140" y="2025597"/>
                  </a:lnTo>
                  <a:lnTo>
                    <a:pt x="8870907" y="2025814"/>
                  </a:lnTo>
                  <a:lnTo>
                    <a:pt x="8928580" y="2026027"/>
                  </a:lnTo>
                  <a:lnTo>
                    <a:pt x="8986136" y="2026234"/>
                  </a:lnTo>
                  <a:lnTo>
                    <a:pt x="9043611" y="2026431"/>
                  </a:lnTo>
                  <a:lnTo>
                    <a:pt x="9101125" y="2026617"/>
                  </a:lnTo>
                  <a:lnTo>
                    <a:pt x="9158902" y="2026791"/>
                  </a:lnTo>
                  <a:lnTo>
                    <a:pt x="9217294" y="2026951"/>
                  </a:lnTo>
                  <a:lnTo>
                    <a:pt x="9276800" y="2027098"/>
                  </a:lnTo>
                  <a:lnTo>
                    <a:pt x="9338106" y="2027232"/>
                  </a:lnTo>
                  <a:lnTo>
                    <a:pt x="9347647" y="2027251"/>
                  </a:lnTo>
                  <a:lnTo>
                    <a:pt x="9399583" y="2027349"/>
                  </a:lnTo>
                  <a:lnTo>
                    <a:pt x="9453975" y="2027438"/>
                  </a:lnTo>
                  <a:lnTo>
                    <a:pt x="9511510" y="2027518"/>
                  </a:lnTo>
                  <a:lnTo>
                    <a:pt x="9572942" y="2027591"/>
                  </a:lnTo>
                  <a:lnTo>
                    <a:pt x="9639052" y="2027658"/>
                  </a:lnTo>
                  <a:lnTo>
                    <a:pt x="9710603" y="2027718"/>
                  </a:lnTo>
                  <a:lnTo>
                    <a:pt x="9788293" y="2027772"/>
                  </a:lnTo>
                  <a:lnTo>
                    <a:pt x="9872684" y="2027822"/>
                  </a:lnTo>
                  <a:lnTo>
                    <a:pt x="9964103" y="2027867"/>
                  </a:lnTo>
                  <a:lnTo>
                    <a:pt x="10062536" y="2027908"/>
                  </a:lnTo>
                  <a:lnTo>
                    <a:pt x="10167473" y="2027946"/>
                  </a:lnTo>
                  <a:lnTo>
                    <a:pt x="10277775" y="2027980"/>
                  </a:lnTo>
                  <a:lnTo>
                    <a:pt x="10391538" y="2028010"/>
                  </a:lnTo>
                  <a:lnTo>
                    <a:pt x="10506042" y="2028037"/>
                  </a:lnTo>
                  <a:lnTo>
                    <a:pt x="10617824" y="2028060"/>
                  </a:lnTo>
                  <a:lnTo>
                    <a:pt x="10722914" y="2028079"/>
                  </a:lnTo>
                  <a:lnTo>
                    <a:pt x="10817268" y="2028094"/>
                  </a:lnTo>
                  <a:lnTo>
                    <a:pt x="10897335" y="2028106"/>
                  </a:lnTo>
                  <a:lnTo>
                    <a:pt x="10960644" y="2028114"/>
                  </a:lnTo>
                  <a:lnTo>
                    <a:pt x="11006282" y="2028120"/>
                  </a:lnTo>
                  <a:lnTo>
                    <a:pt x="11035121" y="2028123"/>
                  </a:lnTo>
                  <a:lnTo>
                    <a:pt x="11049805" y="2028124"/>
                  </a:lnTo>
                  <a:lnTo>
                    <a:pt x="11054548" y="2028125"/>
                  </a:lnTo>
                  <a:lnTo>
                    <a:pt x="11054891" y="2028125"/>
                  </a:lnTo>
                  <a:lnTo>
                    <a:pt x="12049831" y="2028125"/>
                  </a:lnTo>
                  <a:lnTo>
                    <a:pt x="12049831" y="2022884"/>
                  </a:lnTo>
                  <a:lnTo>
                    <a:pt x="11054891" y="2022884"/>
                  </a:lnTo>
                  <a:lnTo>
                    <a:pt x="11053755" y="2022884"/>
                  </a:lnTo>
                  <a:lnTo>
                    <a:pt x="11046255" y="2022883"/>
                  </a:lnTo>
                  <a:lnTo>
                    <a:pt x="11027250" y="2022881"/>
                  </a:lnTo>
                  <a:lnTo>
                    <a:pt x="10993024" y="2022878"/>
                  </a:lnTo>
                  <a:lnTo>
                    <a:pt x="10941506" y="2022871"/>
                  </a:lnTo>
                  <a:lnTo>
                    <a:pt x="10872428" y="2022862"/>
                  </a:lnTo>
                  <a:lnTo>
                    <a:pt x="10787262" y="2022849"/>
                  </a:lnTo>
                  <a:lnTo>
                    <a:pt x="10688900" y="2022832"/>
                  </a:lnTo>
                  <a:lnTo>
                    <a:pt x="10581124" y="2022812"/>
                  </a:lnTo>
                  <a:lnTo>
                    <a:pt x="10468012" y="2022788"/>
                  </a:lnTo>
                  <a:lnTo>
                    <a:pt x="10353403" y="2022760"/>
                  </a:lnTo>
                  <a:lnTo>
                    <a:pt x="10240532" y="2022728"/>
                  </a:lnTo>
                  <a:lnTo>
                    <a:pt x="10131846" y="2022693"/>
                  </a:lnTo>
                  <a:lnTo>
                    <a:pt x="10028983" y="2022655"/>
                  </a:lnTo>
                  <a:lnTo>
                    <a:pt x="9932858" y="2022612"/>
                  </a:lnTo>
                  <a:lnTo>
                    <a:pt x="9843798" y="2022565"/>
                  </a:lnTo>
                  <a:lnTo>
                    <a:pt x="9761690" y="2022514"/>
                  </a:lnTo>
                  <a:lnTo>
                    <a:pt x="9686115" y="2022458"/>
                  </a:lnTo>
                  <a:lnTo>
                    <a:pt x="9616459" y="2022396"/>
                  </a:lnTo>
                  <a:lnTo>
                    <a:pt x="9551995" y="2022327"/>
                  </a:lnTo>
                  <a:lnTo>
                    <a:pt x="9491947" y="2022252"/>
                  </a:lnTo>
                  <a:lnTo>
                    <a:pt x="9435541" y="2022168"/>
                  </a:lnTo>
                  <a:lnTo>
                    <a:pt x="9382038" y="2022077"/>
                  </a:lnTo>
                  <a:lnTo>
                    <a:pt x="9347647" y="2022011"/>
                  </a:lnTo>
                  <a:lnTo>
                    <a:pt x="9285993" y="2021879"/>
                  </a:lnTo>
                  <a:lnTo>
                    <a:pt x="9226262" y="2021734"/>
                  </a:lnTo>
                  <a:lnTo>
                    <a:pt x="9167738" y="2021575"/>
                  </a:lnTo>
                  <a:lnTo>
                    <a:pt x="9109893" y="2021403"/>
                  </a:lnTo>
                  <a:lnTo>
                    <a:pt x="9052356" y="2021219"/>
                  </a:lnTo>
                  <a:lnTo>
                    <a:pt x="8994885" y="2021024"/>
                  </a:lnTo>
                  <a:lnTo>
                    <a:pt x="8937346" y="2020819"/>
                  </a:lnTo>
                  <a:lnTo>
                    <a:pt x="8879690" y="2020607"/>
                  </a:lnTo>
                  <a:lnTo>
                    <a:pt x="8821934" y="2020390"/>
                  </a:lnTo>
                  <a:lnTo>
                    <a:pt x="8764136" y="2020171"/>
                  </a:lnTo>
                  <a:lnTo>
                    <a:pt x="8706370" y="2019954"/>
                  </a:lnTo>
                  <a:lnTo>
                    <a:pt x="8648696" y="2019741"/>
                  </a:lnTo>
                  <a:lnTo>
                    <a:pt x="8591140" y="2019535"/>
                  </a:lnTo>
                  <a:lnTo>
                    <a:pt x="8533666" y="2019338"/>
                  </a:lnTo>
                  <a:lnTo>
                    <a:pt x="8476152" y="2019152"/>
                  </a:lnTo>
                  <a:lnTo>
                    <a:pt x="8418374" y="2018978"/>
                  </a:lnTo>
                  <a:lnTo>
                    <a:pt x="8359983" y="2018817"/>
                  </a:lnTo>
                  <a:lnTo>
                    <a:pt x="8300476" y="2018670"/>
                  </a:lnTo>
                  <a:lnTo>
                    <a:pt x="8239170" y="2018536"/>
                  </a:lnTo>
                  <a:lnTo>
                    <a:pt x="8229629" y="2018517"/>
                  </a:lnTo>
                  <a:lnTo>
                    <a:pt x="8177693" y="2018420"/>
                  </a:lnTo>
                  <a:lnTo>
                    <a:pt x="8123301" y="2018331"/>
                  </a:lnTo>
                  <a:lnTo>
                    <a:pt x="8065766" y="2018250"/>
                  </a:lnTo>
                  <a:lnTo>
                    <a:pt x="8004334" y="2018177"/>
                  </a:lnTo>
                  <a:lnTo>
                    <a:pt x="7938225" y="2018111"/>
                  </a:lnTo>
                  <a:lnTo>
                    <a:pt x="7866674" y="2018051"/>
                  </a:lnTo>
                  <a:lnTo>
                    <a:pt x="7788983" y="2017996"/>
                  </a:lnTo>
                  <a:lnTo>
                    <a:pt x="7704593" y="2017947"/>
                  </a:lnTo>
                  <a:lnTo>
                    <a:pt x="7613173" y="2017901"/>
                  </a:lnTo>
                  <a:lnTo>
                    <a:pt x="7514741" y="2017860"/>
                  </a:lnTo>
                  <a:lnTo>
                    <a:pt x="7409803" y="2017823"/>
                  </a:lnTo>
                  <a:lnTo>
                    <a:pt x="7299502" y="2017789"/>
                  </a:lnTo>
                  <a:lnTo>
                    <a:pt x="7185739" y="2017758"/>
                  </a:lnTo>
                  <a:lnTo>
                    <a:pt x="7071234" y="2017732"/>
                  </a:lnTo>
                  <a:lnTo>
                    <a:pt x="6959452" y="2017709"/>
                  </a:lnTo>
                  <a:lnTo>
                    <a:pt x="6854363" y="2017690"/>
                  </a:lnTo>
                  <a:lnTo>
                    <a:pt x="6760008" y="2017674"/>
                  </a:lnTo>
                  <a:lnTo>
                    <a:pt x="6679942" y="2017663"/>
                  </a:lnTo>
                  <a:lnTo>
                    <a:pt x="6616632" y="2017654"/>
                  </a:lnTo>
                  <a:lnTo>
                    <a:pt x="6570995" y="2017649"/>
                  </a:lnTo>
                  <a:lnTo>
                    <a:pt x="6542156" y="2017646"/>
                  </a:lnTo>
                  <a:lnTo>
                    <a:pt x="6527471" y="2017644"/>
                  </a:lnTo>
                  <a:lnTo>
                    <a:pt x="6522728" y="2017644"/>
                  </a:lnTo>
                  <a:lnTo>
                    <a:pt x="6522385" y="2017644"/>
                  </a:lnTo>
                  <a:lnTo>
                    <a:pt x="5527445" y="2017644"/>
                  </a:lnTo>
                  <a:lnTo>
                    <a:pt x="5526340" y="2017606"/>
                  </a:lnTo>
                  <a:lnTo>
                    <a:pt x="5519044" y="2017339"/>
                  </a:lnTo>
                  <a:lnTo>
                    <a:pt x="5500541" y="2016603"/>
                  </a:lnTo>
                  <a:lnTo>
                    <a:pt x="5467182" y="2015150"/>
                  </a:lnTo>
                  <a:lnTo>
                    <a:pt x="5416901" y="2012750"/>
                  </a:lnTo>
                  <a:lnTo>
                    <a:pt x="5349360" y="2009200"/>
                  </a:lnTo>
                  <a:lnTo>
                    <a:pt x="5265908" y="2004352"/>
                  </a:lnTo>
                  <a:lnTo>
                    <a:pt x="5169287" y="1998114"/>
                  </a:lnTo>
                  <a:lnTo>
                    <a:pt x="5063130" y="1990449"/>
                  </a:lnTo>
                  <a:lnTo>
                    <a:pt x="4951399" y="1981363"/>
                  </a:lnTo>
                  <a:lnTo>
                    <a:pt x="4837866" y="1970884"/>
                  </a:lnTo>
                  <a:lnTo>
                    <a:pt x="4725742" y="1959037"/>
                  </a:lnTo>
                  <a:lnTo>
                    <a:pt x="4617493" y="1945833"/>
                  </a:lnTo>
                  <a:lnTo>
                    <a:pt x="4514801" y="1931249"/>
                  </a:lnTo>
                  <a:lnTo>
                    <a:pt x="4418639" y="1915224"/>
                  </a:lnTo>
                  <a:lnTo>
                    <a:pt x="4329393" y="1897653"/>
                  </a:lnTo>
                  <a:lnTo>
                    <a:pt x="4247009" y="1878387"/>
                  </a:lnTo>
                  <a:lnTo>
                    <a:pt x="4171116" y="1857237"/>
                  </a:lnTo>
                  <a:lnTo>
                    <a:pt x="4101142" y="1833975"/>
                  </a:lnTo>
                  <a:lnTo>
                    <a:pt x="4036396" y="1808346"/>
                  </a:lnTo>
                  <a:lnTo>
                    <a:pt x="3976130" y="1780081"/>
                  </a:lnTo>
                  <a:lnTo>
                    <a:pt x="3919584" y="1748924"/>
                  </a:lnTo>
                  <a:lnTo>
                    <a:pt x="3866034" y="1714668"/>
                  </a:lnTo>
                  <a:lnTo>
                    <a:pt x="3820202" y="1681370"/>
                  </a:lnTo>
                  <a:lnTo>
                    <a:pt x="3770728" y="1641181"/>
                  </a:lnTo>
                  <a:lnTo>
                    <a:pt x="3722588" y="1597750"/>
                  </a:lnTo>
                  <a:lnTo>
                    <a:pt x="3675382" y="1551014"/>
                  </a:lnTo>
                  <a:lnTo>
                    <a:pt x="3628797" y="1500973"/>
                  </a:lnTo>
                  <a:lnTo>
                    <a:pt x="3582589" y="1447703"/>
                  </a:lnTo>
                  <a:lnTo>
                    <a:pt x="3536577" y="1391356"/>
                  </a:lnTo>
                  <a:lnTo>
                    <a:pt x="3490629" y="1332168"/>
                  </a:lnTo>
                  <a:lnTo>
                    <a:pt x="3444664" y="1270459"/>
                  </a:lnTo>
                  <a:lnTo>
                    <a:pt x="3398635" y="1206625"/>
                  </a:lnTo>
                  <a:lnTo>
                    <a:pt x="3352529" y="1141133"/>
                  </a:lnTo>
                  <a:lnTo>
                    <a:pt x="3306359" y="1074506"/>
                  </a:lnTo>
                  <a:lnTo>
                    <a:pt x="3260153" y="1007308"/>
                  </a:lnTo>
                  <a:lnTo>
                    <a:pt x="3213947" y="940123"/>
                  </a:lnTo>
                  <a:lnTo>
                    <a:pt x="3167780" y="873535"/>
                  </a:lnTo>
                  <a:lnTo>
                    <a:pt x="3121677" y="808106"/>
                  </a:lnTo>
                  <a:lnTo>
                    <a:pt x="3075652" y="744358"/>
                  </a:lnTo>
                  <a:lnTo>
                    <a:pt x="3029688" y="682755"/>
                  </a:lnTo>
                  <a:lnTo>
                    <a:pt x="2983740" y="623689"/>
                  </a:lnTo>
                  <a:lnTo>
                    <a:pt x="2937722" y="567476"/>
                  </a:lnTo>
                  <a:lnTo>
                    <a:pt x="2891501" y="514348"/>
                  </a:lnTo>
                  <a:lnTo>
                    <a:pt x="2844894" y="464455"/>
                  </a:lnTo>
                  <a:lnTo>
                    <a:pt x="2797654" y="417868"/>
                  </a:lnTo>
                  <a:lnTo>
                    <a:pt x="2749463" y="374585"/>
                  </a:lnTo>
                  <a:lnTo>
                    <a:pt x="2702183" y="336274"/>
                  </a:lnTo>
                  <a:lnTo>
                    <a:pt x="2650750" y="299162"/>
                  </a:lnTo>
                  <a:lnTo>
                    <a:pt x="2596913" y="265244"/>
                  </a:lnTo>
                  <a:lnTo>
                    <a:pt x="2540005" y="234407"/>
                  </a:lnTo>
                  <a:lnTo>
                    <a:pt x="2479296" y="206437"/>
                  </a:lnTo>
                  <a:lnTo>
                    <a:pt x="2414027" y="181074"/>
                  </a:lnTo>
                  <a:lnTo>
                    <a:pt x="2343452" y="158049"/>
                  </a:lnTo>
                  <a:lnTo>
                    <a:pt x="2266890" y="137111"/>
                  </a:lnTo>
                  <a:lnTo>
                    <a:pt x="2183785" y="118035"/>
                  </a:lnTo>
                  <a:lnTo>
                    <a:pt x="2093796" y="100635"/>
                  </a:lnTo>
                  <a:lnTo>
                    <a:pt x="1996908" y="84768"/>
                  </a:lnTo>
                  <a:lnTo>
                    <a:pt x="1893565" y="70334"/>
                  </a:lnTo>
                  <a:lnTo>
                    <a:pt x="1784808" y="57275"/>
                  </a:lnTo>
                  <a:lnTo>
                    <a:pt x="1672402" y="45574"/>
                  </a:lnTo>
                  <a:lnTo>
                    <a:pt x="1558895" y="35242"/>
                  </a:lnTo>
                  <a:lnTo>
                    <a:pt x="1447574" y="26307"/>
                  </a:lnTo>
                  <a:lnTo>
                    <a:pt x="1342248" y="18795"/>
                  </a:lnTo>
                  <a:lnTo>
                    <a:pt x="1246871" y="12708"/>
                  </a:lnTo>
                  <a:lnTo>
                    <a:pt x="1165011" y="8004"/>
                  </a:lnTo>
                  <a:lnTo>
                    <a:pt x="1099278" y="4585"/>
                  </a:lnTo>
                  <a:lnTo>
                    <a:pt x="1050852" y="2296"/>
                  </a:lnTo>
                  <a:lnTo>
                    <a:pt x="1019210" y="932"/>
                  </a:lnTo>
                  <a:lnTo>
                    <a:pt x="1002104" y="257"/>
                  </a:lnTo>
                  <a:lnTo>
                    <a:pt x="995731" y="2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75" name="pl474"/>
            <p:cNvSpPr/>
            <p:nvPr/>
          </p:nvSpPr>
          <p:spPr>
            <a:xfrm>
              <a:off x="1199187" y="3343360"/>
              <a:ext cx="12049831" cy="2022884"/>
            </a:xfrm>
            <a:custGeom>
              <a:avLst/>
              <a:pathLst>
                <a:path w="12049831" h="2022884">
                  <a:moveTo>
                    <a:pt x="0" y="0"/>
                  </a:moveTo>
                  <a:lnTo>
                    <a:pt x="994940" y="0"/>
                  </a:lnTo>
                  <a:lnTo>
                    <a:pt x="996045" y="37"/>
                  </a:lnTo>
                  <a:lnTo>
                    <a:pt x="1003341" y="304"/>
                  </a:lnTo>
                  <a:lnTo>
                    <a:pt x="1021844" y="1040"/>
                  </a:lnTo>
                  <a:lnTo>
                    <a:pt x="1055203" y="2493"/>
                  </a:lnTo>
                  <a:lnTo>
                    <a:pt x="1105484" y="4893"/>
                  </a:lnTo>
                  <a:lnTo>
                    <a:pt x="1173025" y="8443"/>
                  </a:lnTo>
                  <a:lnTo>
                    <a:pt x="1256477" y="13291"/>
                  </a:lnTo>
                  <a:lnTo>
                    <a:pt x="1353098" y="19529"/>
                  </a:lnTo>
                  <a:lnTo>
                    <a:pt x="1459255" y="27194"/>
                  </a:lnTo>
                  <a:lnTo>
                    <a:pt x="1570986" y="36280"/>
                  </a:lnTo>
                  <a:lnTo>
                    <a:pt x="1684519" y="46759"/>
                  </a:lnTo>
                  <a:lnTo>
                    <a:pt x="1796643" y="58606"/>
                  </a:lnTo>
                  <a:lnTo>
                    <a:pt x="1904892" y="71810"/>
                  </a:lnTo>
                  <a:lnTo>
                    <a:pt x="2007584" y="86394"/>
                  </a:lnTo>
                  <a:lnTo>
                    <a:pt x="2103746" y="102419"/>
                  </a:lnTo>
                  <a:lnTo>
                    <a:pt x="2192991" y="119990"/>
                  </a:lnTo>
                  <a:lnTo>
                    <a:pt x="2275376" y="139256"/>
                  </a:lnTo>
                  <a:lnTo>
                    <a:pt x="2351269" y="160406"/>
                  </a:lnTo>
                  <a:lnTo>
                    <a:pt x="2421243" y="183669"/>
                  </a:lnTo>
                  <a:lnTo>
                    <a:pt x="2485989" y="209298"/>
                  </a:lnTo>
                  <a:lnTo>
                    <a:pt x="2546255" y="237562"/>
                  </a:lnTo>
                  <a:lnTo>
                    <a:pt x="2602801" y="268719"/>
                  </a:lnTo>
                  <a:lnTo>
                    <a:pt x="2656351" y="302975"/>
                  </a:lnTo>
                  <a:lnTo>
                    <a:pt x="2702183" y="336274"/>
                  </a:lnTo>
                  <a:lnTo>
                    <a:pt x="2751657" y="376462"/>
                  </a:lnTo>
                  <a:lnTo>
                    <a:pt x="2799797" y="419893"/>
                  </a:lnTo>
                  <a:lnTo>
                    <a:pt x="2847003" y="466629"/>
                  </a:lnTo>
                  <a:lnTo>
                    <a:pt x="2893588" y="516670"/>
                  </a:lnTo>
                  <a:lnTo>
                    <a:pt x="2939796" y="569941"/>
                  </a:lnTo>
                  <a:lnTo>
                    <a:pt x="2985808" y="626288"/>
                  </a:lnTo>
                  <a:lnTo>
                    <a:pt x="3031756" y="685475"/>
                  </a:lnTo>
                  <a:lnTo>
                    <a:pt x="3077721" y="747184"/>
                  </a:lnTo>
                  <a:lnTo>
                    <a:pt x="3123750" y="811018"/>
                  </a:lnTo>
                  <a:lnTo>
                    <a:pt x="3169856" y="876511"/>
                  </a:lnTo>
                  <a:lnTo>
                    <a:pt x="3216026" y="943138"/>
                  </a:lnTo>
                  <a:lnTo>
                    <a:pt x="3262232" y="1010336"/>
                  </a:lnTo>
                  <a:lnTo>
                    <a:pt x="3308438" y="1077520"/>
                  </a:lnTo>
                  <a:lnTo>
                    <a:pt x="3354605" y="1144108"/>
                  </a:lnTo>
                  <a:lnTo>
                    <a:pt x="3400708" y="1209537"/>
                  </a:lnTo>
                  <a:lnTo>
                    <a:pt x="3446733" y="1273285"/>
                  </a:lnTo>
                  <a:lnTo>
                    <a:pt x="3492697" y="1334889"/>
                  </a:lnTo>
                  <a:lnTo>
                    <a:pt x="3538645" y="1393954"/>
                  </a:lnTo>
                  <a:lnTo>
                    <a:pt x="3584663" y="1450167"/>
                  </a:lnTo>
                  <a:lnTo>
                    <a:pt x="3630884" y="1503295"/>
                  </a:lnTo>
                  <a:lnTo>
                    <a:pt x="3677491" y="1553188"/>
                  </a:lnTo>
                  <a:lnTo>
                    <a:pt x="3724731" y="1599775"/>
                  </a:lnTo>
                  <a:lnTo>
                    <a:pt x="3772922" y="1643058"/>
                  </a:lnTo>
                  <a:lnTo>
                    <a:pt x="3820202" y="1681370"/>
                  </a:lnTo>
                  <a:lnTo>
                    <a:pt x="3871635" y="1718481"/>
                  </a:lnTo>
                  <a:lnTo>
                    <a:pt x="3925472" y="1752399"/>
                  </a:lnTo>
                  <a:lnTo>
                    <a:pt x="3982380" y="1783236"/>
                  </a:lnTo>
                  <a:lnTo>
                    <a:pt x="4043089" y="1811206"/>
                  </a:lnTo>
                  <a:lnTo>
                    <a:pt x="4108358" y="1836569"/>
                  </a:lnTo>
                  <a:lnTo>
                    <a:pt x="4178933" y="1859594"/>
                  </a:lnTo>
                  <a:lnTo>
                    <a:pt x="4255495" y="1880532"/>
                  </a:lnTo>
                  <a:lnTo>
                    <a:pt x="4338600" y="1899608"/>
                  </a:lnTo>
                  <a:lnTo>
                    <a:pt x="4428589" y="1917008"/>
                  </a:lnTo>
                  <a:lnTo>
                    <a:pt x="4525477" y="1932875"/>
                  </a:lnTo>
                  <a:lnTo>
                    <a:pt x="4628820" y="1947309"/>
                  </a:lnTo>
                  <a:lnTo>
                    <a:pt x="4737577" y="1960368"/>
                  </a:lnTo>
                  <a:lnTo>
                    <a:pt x="4849983" y="1972069"/>
                  </a:lnTo>
                  <a:lnTo>
                    <a:pt x="4963490" y="1982402"/>
                  </a:lnTo>
                  <a:lnTo>
                    <a:pt x="5074811" y="1991336"/>
                  </a:lnTo>
                  <a:lnTo>
                    <a:pt x="5180137" y="1998848"/>
                  </a:lnTo>
                  <a:lnTo>
                    <a:pt x="5275514" y="2004935"/>
                  </a:lnTo>
                  <a:lnTo>
                    <a:pt x="5357374" y="2009639"/>
                  </a:lnTo>
                  <a:lnTo>
                    <a:pt x="5423107" y="2013058"/>
                  </a:lnTo>
                  <a:lnTo>
                    <a:pt x="5471533" y="2015347"/>
                  </a:lnTo>
                  <a:lnTo>
                    <a:pt x="5503175" y="2016711"/>
                  </a:lnTo>
                  <a:lnTo>
                    <a:pt x="5520281" y="2017386"/>
                  </a:lnTo>
                  <a:lnTo>
                    <a:pt x="5526654" y="2017617"/>
                  </a:lnTo>
                  <a:lnTo>
                    <a:pt x="5527445" y="2017644"/>
                  </a:lnTo>
                  <a:lnTo>
                    <a:pt x="6522385" y="2017644"/>
                  </a:lnTo>
                  <a:lnTo>
                    <a:pt x="6523522" y="2017644"/>
                  </a:lnTo>
                  <a:lnTo>
                    <a:pt x="6531021" y="2017644"/>
                  </a:lnTo>
                  <a:lnTo>
                    <a:pt x="6550026" y="2017646"/>
                  </a:lnTo>
                  <a:lnTo>
                    <a:pt x="6584253" y="2017650"/>
                  </a:lnTo>
                  <a:lnTo>
                    <a:pt x="6635771" y="2017657"/>
                  </a:lnTo>
                  <a:lnTo>
                    <a:pt x="6704849" y="2017666"/>
                  </a:lnTo>
                  <a:lnTo>
                    <a:pt x="6790015" y="2017679"/>
                  </a:lnTo>
                  <a:lnTo>
                    <a:pt x="6888377" y="2017696"/>
                  </a:lnTo>
                  <a:lnTo>
                    <a:pt x="6996152" y="2017716"/>
                  </a:lnTo>
                  <a:lnTo>
                    <a:pt x="7109264" y="2017740"/>
                  </a:lnTo>
                  <a:lnTo>
                    <a:pt x="7223873" y="2017768"/>
                  </a:lnTo>
                  <a:lnTo>
                    <a:pt x="7336744" y="2017800"/>
                  </a:lnTo>
                  <a:lnTo>
                    <a:pt x="7445431" y="2017835"/>
                  </a:lnTo>
                  <a:lnTo>
                    <a:pt x="7548294" y="2017873"/>
                  </a:lnTo>
                  <a:lnTo>
                    <a:pt x="7644419" y="2017916"/>
                  </a:lnTo>
                  <a:lnTo>
                    <a:pt x="7733479" y="2017963"/>
                  </a:lnTo>
                  <a:lnTo>
                    <a:pt x="7815587" y="2018014"/>
                  </a:lnTo>
                  <a:lnTo>
                    <a:pt x="7891161" y="2018070"/>
                  </a:lnTo>
                  <a:lnTo>
                    <a:pt x="7960817" y="2018132"/>
                  </a:lnTo>
                  <a:lnTo>
                    <a:pt x="8025282" y="2018201"/>
                  </a:lnTo>
                  <a:lnTo>
                    <a:pt x="8085329" y="2018276"/>
                  </a:lnTo>
                  <a:lnTo>
                    <a:pt x="8141736" y="2018360"/>
                  </a:lnTo>
                  <a:lnTo>
                    <a:pt x="8195238" y="2018451"/>
                  </a:lnTo>
                  <a:lnTo>
                    <a:pt x="8229629" y="2018517"/>
                  </a:lnTo>
                  <a:lnTo>
                    <a:pt x="8291283" y="2018649"/>
                  </a:lnTo>
                  <a:lnTo>
                    <a:pt x="8351014" y="2018794"/>
                  </a:lnTo>
                  <a:lnTo>
                    <a:pt x="8409539" y="2018953"/>
                  </a:lnTo>
                  <a:lnTo>
                    <a:pt x="8467384" y="2019124"/>
                  </a:lnTo>
                  <a:lnTo>
                    <a:pt x="8524920" y="2019309"/>
                  </a:lnTo>
                  <a:lnTo>
                    <a:pt x="8582391" y="2019504"/>
                  </a:lnTo>
                  <a:lnTo>
                    <a:pt x="8639931" y="2019709"/>
                  </a:lnTo>
                  <a:lnTo>
                    <a:pt x="8697587" y="2019921"/>
                  </a:lnTo>
                  <a:lnTo>
                    <a:pt x="8755342" y="2020138"/>
                  </a:lnTo>
                  <a:lnTo>
                    <a:pt x="8813140" y="2020357"/>
                  </a:lnTo>
                  <a:lnTo>
                    <a:pt x="8870907" y="2020574"/>
                  </a:lnTo>
                  <a:lnTo>
                    <a:pt x="8928580" y="2020787"/>
                  </a:lnTo>
                  <a:lnTo>
                    <a:pt x="8986136" y="2020993"/>
                  </a:lnTo>
                  <a:lnTo>
                    <a:pt x="9043611" y="2021190"/>
                  </a:lnTo>
                  <a:lnTo>
                    <a:pt x="9101125" y="2021376"/>
                  </a:lnTo>
                  <a:lnTo>
                    <a:pt x="9158902" y="2021550"/>
                  </a:lnTo>
                  <a:lnTo>
                    <a:pt x="9217294" y="2021711"/>
                  </a:lnTo>
                  <a:lnTo>
                    <a:pt x="9276800" y="2021858"/>
                  </a:lnTo>
                  <a:lnTo>
                    <a:pt x="9338106" y="2021992"/>
                  </a:lnTo>
                  <a:lnTo>
                    <a:pt x="9347647" y="2022011"/>
                  </a:lnTo>
                  <a:lnTo>
                    <a:pt x="9399583" y="2022108"/>
                  </a:lnTo>
                  <a:lnTo>
                    <a:pt x="9453975" y="2022197"/>
                  </a:lnTo>
                  <a:lnTo>
                    <a:pt x="9511510" y="2022278"/>
                  </a:lnTo>
                  <a:lnTo>
                    <a:pt x="9572942" y="2022351"/>
                  </a:lnTo>
                  <a:lnTo>
                    <a:pt x="9639052" y="2022417"/>
                  </a:lnTo>
                  <a:lnTo>
                    <a:pt x="9710603" y="2022477"/>
                  </a:lnTo>
                  <a:lnTo>
                    <a:pt x="9788293" y="2022532"/>
                  </a:lnTo>
                  <a:lnTo>
                    <a:pt x="9872684" y="2022581"/>
                  </a:lnTo>
                  <a:lnTo>
                    <a:pt x="9964103" y="2022627"/>
                  </a:lnTo>
                  <a:lnTo>
                    <a:pt x="10062536" y="2022668"/>
                  </a:lnTo>
                  <a:lnTo>
                    <a:pt x="10167473" y="2022705"/>
                  </a:lnTo>
                  <a:lnTo>
                    <a:pt x="10277775" y="2022739"/>
                  </a:lnTo>
                  <a:lnTo>
                    <a:pt x="10391538" y="2022769"/>
                  </a:lnTo>
                  <a:lnTo>
                    <a:pt x="10506042" y="2022796"/>
                  </a:lnTo>
                  <a:lnTo>
                    <a:pt x="10617824" y="2022819"/>
                  </a:lnTo>
                  <a:lnTo>
                    <a:pt x="10722914" y="2022838"/>
                  </a:lnTo>
                  <a:lnTo>
                    <a:pt x="10817268" y="2022853"/>
                  </a:lnTo>
                  <a:lnTo>
                    <a:pt x="10897335" y="2022865"/>
                  </a:lnTo>
                  <a:lnTo>
                    <a:pt x="10960644" y="2022874"/>
                  </a:lnTo>
                  <a:lnTo>
                    <a:pt x="11006282" y="2022879"/>
                  </a:lnTo>
                  <a:lnTo>
                    <a:pt x="11035121" y="2022882"/>
                  </a:lnTo>
                  <a:lnTo>
                    <a:pt x="11049805" y="2022884"/>
                  </a:lnTo>
                  <a:lnTo>
                    <a:pt x="11054548" y="2022884"/>
                  </a:lnTo>
                  <a:lnTo>
                    <a:pt x="11054891" y="2022884"/>
                  </a:lnTo>
                  <a:lnTo>
                    <a:pt x="12049831" y="2022884"/>
                  </a:lnTo>
                  <a:lnTo>
                    <a:pt x="12049831" y="20228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6" name="pl475"/>
            <p:cNvSpPr/>
            <p:nvPr/>
          </p:nvSpPr>
          <p:spPr>
            <a:xfrm>
              <a:off x="1199187" y="3338119"/>
              <a:ext cx="12049831" cy="2022884"/>
            </a:xfrm>
            <a:custGeom>
              <a:avLst/>
              <a:pathLst>
                <a:path w="12049831" h="2022884">
                  <a:moveTo>
                    <a:pt x="12049831" y="2022884"/>
                  </a:moveTo>
                  <a:lnTo>
                    <a:pt x="11054891" y="2022884"/>
                  </a:lnTo>
                  <a:lnTo>
                    <a:pt x="11053755" y="2022884"/>
                  </a:lnTo>
                  <a:lnTo>
                    <a:pt x="11046255" y="2022883"/>
                  </a:lnTo>
                  <a:lnTo>
                    <a:pt x="11027250" y="2022881"/>
                  </a:lnTo>
                  <a:lnTo>
                    <a:pt x="10993024" y="2022878"/>
                  </a:lnTo>
                  <a:lnTo>
                    <a:pt x="10941506" y="2022871"/>
                  </a:lnTo>
                  <a:lnTo>
                    <a:pt x="10872428" y="2022862"/>
                  </a:lnTo>
                  <a:lnTo>
                    <a:pt x="10787262" y="2022849"/>
                  </a:lnTo>
                  <a:lnTo>
                    <a:pt x="10688900" y="2022832"/>
                  </a:lnTo>
                  <a:lnTo>
                    <a:pt x="10581124" y="2022812"/>
                  </a:lnTo>
                  <a:lnTo>
                    <a:pt x="10468012" y="2022788"/>
                  </a:lnTo>
                  <a:lnTo>
                    <a:pt x="10353403" y="2022760"/>
                  </a:lnTo>
                  <a:lnTo>
                    <a:pt x="10240532" y="2022728"/>
                  </a:lnTo>
                  <a:lnTo>
                    <a:pt x="10131846" y="2022693"/>
                  </a:lnTo>
                  <a:lnTo>
                    <a:pt x="10028983" y="2022655"/>
                  </a:lnTo>
                  <a:lnTo>
                    <a:pt x="9932858" y="2022612"/>
                  </a:lnTo>
                  <a:lnTo>
                    <a:pt x="9843798" y="2022565"/>
                  </a:lnTo>
                  <a:lnTo>
                    <a:pt x="9761690" y="2022514"/>
                  </a:lnTo>
                  <a:lnTo>
                    <a:pt x="9686115" y="2022458"/>
                  </a:lnTo>
                  <a:lnTo>
                    <a:pt x="9616459" y="2022396"/>
                  </a:lnTo>
                  <a:lnTo>
                    <a:pt x="9551995" y="2022327"/>
                  </a:lnTo>
                  <a:lnTo>
                    <a:pt x="9491947" y="2022252"/>
                  </a:lnTo>
                  <a:lnTo>
                    <a:pt x="9435541" y="2022168"/>
                  </a:lnTo>
                  <a:lnTo>
                    <a:pt x="9382038" y="2022077"/>
                  </a:lnTo>
                  <a:lnTo>
                    <a:pt x="9347647" y="2022011"/>
                  </a:lnTo>
                  <a:lnTo>
                    <a:pt x="9285993" y="2021879"/>
                  </a:lnTo>
                  <a:lnTo>
                    <a:pt x="9226262" y="2021734"/>
                  </a:lnTo>
                  <a:lnTo>
                    <a:pt x="9167738" y="2021575"/>
                  </a:lnTo>
                  <a:lnTo>
                    <a:pt x="9109893" y="2021403"/>
                  </a:lnTo>
                  <a:lnTo>
                    <a:pt x="9052356" y="2021219"/>
                  </a:lnTo>
                  <a:lnTo>
                    <a:pt x="8994885" y="2021024"/>
                  </a:lnTo>
                  <a:lnTo>
                    <a:pt x="8937346" y="2020819"/>
                  </a:lnTo>
                  <a:lnTo>
                    <a:pt x="8879690" y="2020607"/>
                  </a:lnTo>
                  <a:lnTo>
                    <a:pt x="8821934" y="2020390"/>
                  </a:lnTo>
                  <a:lnTo>
                    <a:pt x="8764136" y="2020171"/>
                  </a:lnTo>
                  <a:lnTo>
                    <a:pt x="8706370" y="2019954"/>
                  </a:lnTo>
                  <a:lnTo>
                    <a:pt x="8648696" y="2019741"/>
                  </a:lnTo>
                  <a:lnTo>
                    <a:pt x="8591140" y="2019535"/>
                  </a:lnTo>
                  <a:lnTo>
                    <a:pt x="8533666" y="2019338"/>
                  </a:lnTo>
                  <a:lnTo>
                    <a:pt x="8476152" y="2019152"/>
                  </a:lnTo>
                  <a:lnTo>
                    <a:pt x="8418374" y="2018978"/>
                  </a:lnTo>
                  <a:lnTo>
                    <a:pt x="8359983" y="2018817"/>
                  </a:lnTo>
                  <a:lnTo>
                    <a:pt x="8300476" y="2018670"/>
                  </a:lnTo>
                  <a:lnTo>
                    <a:pt x="8239170" y="2018536"/>
                  </a:lnTo>
                  <a:lnTo>
                    <a:pt x="8229629" y="2018517"/>
                  </a:lnTo>
                  <a:lnTo>
                    <a:pt x="8177693" y="2018420"/>
                  </a:lnTo>
                  <a:lnTo>
                    <a:pt x="8123301" y="2018331"/>
                  </a:lnTo>
                  <a:lnTo>
                    <a:pt x="8065766" y="2018250"/>
                  </a:lnTo>
                  <a:lnTo>
                    <a:pt x="8004334" y="2018177"/>
                  </a:lnTo>
                  <a:lnTo>
                    <a:pt x="7938225" y="2018111"/>
                  </a:lnTo>
                  <a:lnTo>
                    <a:pt x="7866674" y="2018051"/>
                  </a:lnTo>
                  <a:lnTo>
                    <a:pt x="7788983" y="2017996"/>
                  </a:lnTo>
                  <a:lnTo>
                    <a:pt x="7704593" y="2017947"/>
                  </a:lnTo>
                  <a:lnTo>
                    <a:pt x="7613173" y="2017901"/>
                  </a:lnTo>
                  <a:lnTo>
                    <a:pt x="7514741" y="2017860"/>
                  </a:lnTo>
                  <a:lnTo>
                    <a:pt x="7409803" y="2017823"/>
                  </a:lnTo>
                  <a:lnTo>
                    <a:pt x="7299502" y="2017789"/>
                  </a:lnTo>
                  <a:lnTo>
                    <a:pt x="7185739" y="2017758"/>
                  </a:lnTo>
                  <a:lnTo>
                    <a:pt x="7071234" y="2017732"/>
                  </a:lnTo>
                  <a:lnTo>
                    <a:pt x="6959452" y="2017709"/>
                  </a:lnTo>
                  <a:lnTo>
                    <a:pt x="6854363" y="2017690"/>
                  </a:lnTo>
                  <a:lnTo>
                    <a:pt x="6760008" y="2017674"/>
                  </a:lnTo>
                  <a:lnTo>
                    <a:pt x="6679942" y="2017663"/>
                  </a:lnTo>
                  <a:lnTo>
                    <a:pt x="6616632" y="2017654"/>
                  </a:lnTo>
                  <a:lnTo>
                    <a:pt x="6570995" y="2017649"/>
                  </a:lnTo>
                  <a:lnTo>
                    <a:pt x="6542156" y="2017646"/>
                  </a:lnTo>
                  <a:lnTo>
                    <a:pt x="6527471" y="2017644"/>
                  </a:lnTo>
                  <a:lnTo>
                    <a:pt x="6522728" y="2017644"/>
                  </a:lnTo>
                  <a:lnTo>
                    <a:pt x="6522385" y="2017644"/>
                  </a:lnTo>
                  <a:lnTo>
                    <a:pt x="5527445" y="2017644"/>
                  </a:lnTo>
                  <a:lnTo>
                    <a:pt x="5526340" y="2017606"/>
                  </a:lnTo>
                  <a:lnTo>
                    <a:pt x="5519044" y="2017339"/>
                  </a:lnTo>
                  <a:lnTo>
                    <a:pt x="5500541" y="2016603"/>
                  </a:lnTo>
                  <a:lnTo>
                    <a:pt x="5467182" y="2015150"/>
                  </a:lnTo>
                  <a:lnTo>
                    <a:pt x="5416901" y="2012750"/>
                  </a:lnTo>
                  <a:lnTo>
                    <a:pt x="5349360" y="2009200"/>
                  </a:lnTo>
                  <a:lnTo>
                    <a:pt x="5265908" y="2004352"/>
                  </a:lnTo>
                  <a:lnTo>
                    <a:pt x="5169287" y="1998114"/>
                  </a:lnTo>
                  <a:lnTo>
                    <a:pt x="5063130" y="1990449"/>
                  </a:lnTo>
                  <a:lnTo>
                    <a:pt x="4951399" y="1981363"/>
                  </a:lnTo>
                  <a:lnTo>
                    <a:pt x="4837866" y="1970884"/>
                  </a:lnTo>
                  <a:lnTo>
                    <a:pt x="4725742" y="1959037"/>
                  </a:lnTo>
                  <a:lnTo>
                    <a:pt x="4617493" y="1945833"/>
                  </a:lnTo>
                  <a:lnTo>
                    <a:pt x="4514801" y="1931249"/>
                  </a:lnTo>
                  <a:lnTo>
                    <a:pt x="4418639" y="1915224"/>
                  </a:lnTo>
                  <a:lnTo>
                    <a:pt x="4329393" y="1897653"/>
                  </a:lnTo>
                  <a:lnTo>
                    <a:pt x="4247009" y="1878387"/>
                  </a:lnTo>
                  <a:lnTo>
                    <a:pt x="4171116" y="1857237"/>
                  </a:lnTo>
                  <a:lnTo>
                    <a:pt x="4101142" y="1833975"/>
                  </a:lnTo>
                  <a:lnTo>
                    <a:pt x="4036396" y="1808346"/>
                  </a:lnTo>
                  <a:lnTo>
                    <a:pt x="3976130" y="1780081"/>
                  </a:lnTo>
                  <a:lnTo>
                    <a:pt x="3919584" y="1748924"/>
                  </a:lnTo>
                  <a:lnTo>
                    <a:pt x="3866034" y="1714668"/>
                  </a:lnTo>
                  <a:lnTo>
                    <a:pt x="3820202" y="1681370"/>
                  </a:lnTo>
                  <a:lnTo>
                    <a:pt x="3770728" y="1641181"/>
                  </a:lnTo>
                  <a:lnTo>
                    <a:pt x="3722588" y="1597750"/>
                  </a:lnTo>
                  <a:lnTo>
                    <a:pt x="3675382" y="1551014"/>
                  </a:lnTo>
                  <a:lnTo>
                    <a:pt x="3628797" y="1500973"/>
                  </a:lnTo>
                  <a:lnTo>
                    <a:pt x="3582589" y="1447703"/>
                  </a:lnTo>
                  <a:lnTo>
                    <a:pt x="3536577" y="1391356"/>
                  </a:lnTo>
                  <a:lnTo>
                    <a:pt x="3490629" y="1332168"/>
                  </a:lnTo>
                  <a:lnTo>
                    <a:pt x="3444664" y="1270459"/>
                  </a:lnTo>
                  <a:lnTo>
                    <a:pt x="3398635" y="1206625"/>
                  </a:lnTo>
                  <a:lnTo>
                    <a:pt x="3352529" y="1141133"/>
                  </a:lnTo>
                  <a:lnTo>
                    <a:pt x="3306359" y="1074506"/>
                  </a:lnTo>
                  <a:lnTo>
                    <a:pt x="3260153" y="1007308"/>
                  </a:lnTo>
                  <a:lnTo>
                    <a:pt x="3213947" y="940123"/>
                  </a:lnTo>
                  <a:lnTo>
                    <a:pt x="3167780" y="873535"/>
                  </a:lnTo>
                  <a:lnTo>
                    <a:pt x="3121677" y="808106"/>
                  </a:lnTo>
                  <a:lnTo>
                    <a:pt x="3075652" y="744358"/>
                  </a:lnTo>
                  <a:lnTo>
                    <a:pt x="3029688" y="682755"/>
                  </a:lnTo>
                  <a:lnTo>
                    <a:pt x="2983740" y="623689"/>
                  </a:lnTo>
                  <a:lnTo>
                    <a:pt x="2937722" y="567476"/>
                  </a:lnTo>
                  <a:lnTo>
                    <a:pt x="2891501" y="514348"/>
                  </a:lnTo>
                  <a:lnTo>
                    <a:pt x="2844894" y="464455"/>
                  </a:lnTo>
                  <a:lnTo>
                    <a:pt x="2797654" y="417868"/>
                  </a:lnTo>
                  <a:lnTo>
                    <a:pt x="2749463" y="374585"/>
                  </a:lnTo>
                  <a:lnTo>
                    <a:pt x="2702183" y="336274"/>
                  </a:lnTo>
                  <a:lnTo>
                    <a:pt x="2650750" y="299162"/>
                  </a:lnTo>
                  <a:lnTo>
                    <a:pt x="2596913" y="265244"/>
                  </a:lnTo>
                  <a:lnTo>
                    <a:pt x="2540005" y="234407"/>
                  </a:lnTo>
                  <a:lnTo>
                    <a:pt x="2479296" y="206437"/>
                  </a:lnTo>
                  <a:lnTo>
                    <a:pt x="2414027" y="181074"/>
                  </a:lnTo>
                  <a:lnTo>
                    <a:pt x="2343452" y="158049"/>
                  </a:lnTo>
                  <a:lnTo>
                    <a:pt x="2266890" y="137111"/>
                  </a:lnTo>
                  <a:lnTo>
                    <a:pt x="2183785" y="118035"/>
                  </a:lnTo>
                  <a:lnTo>
                    <a:pt x="2093796" y="100635"/>
                  </a:lnTo>
                  <a:lnTo>
                    <a:pt x="1996908" y="84768"/>
                  </a:lnTo>
                  <a:lnTo>
                    <a:pt x="1893565" y="70334"/>
                  </a:lnTo>
                  <a:lnTo>
                    <a:pt x="1784808" y="57275"/>
                  </a:lnTo>
                  <a:lnTo>
                    <a:pt x="1672402" y="45574"/>
                  </a:lnTo>
                  <a:lnTo>
                    <a:pt x="1558895" y="35242"/>
                  </a:lnTo>
                  <a:lnTo>
                    <a:pt x="1447574" y="26307"/>
                  </a:lnTo>
                  <a:lnTo>
                    <a:pt x="1342248" y="18795"/>
                  </a:lnTo>
                  <a:lnTo>
                    <a:pt x="1246871" y="12708"/>
                  </a:lnTo>
                  <a:lnTo>
                    <a:pt x="1165011" y="8004"/>
                  </a:lnTo>
                  <a:lnTo>
                    <a:pt x="1099278" y="4585"/>
                  </a:lnTo>
                  <a:lnTo>
                    <a:pt x="1050852" y="2296"/>
                  </a:lnTo>
                  <a:lnTo>
                    <a:pt x="1019210" y="932"/>
                  </a:lnTo>
                  <a:lnTo>
                    <a:pt x="1002104" y="257"/>
                  </a:lnTo>
                  <a:lnTo>
                    <a:pt x="995731" y="2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7" name="pg476"/>
            <p:cNvSpPr/>
            <p:nvPr/>
          </p:nvSpPr>
          <p:spPr>
            <a:xfrm>
              <a:off x="1199187" y="3343360"/>
              <a:ext cx="12049831" cy="2358285"/>
            </a:xfrm>
            <a:custGeom>
              <a:avLst/>
              <a:pathLst>
                <a:path w="12049831" h="2358285">
                  <a:moveTo>
                    <a:pt x="0" y="5240"/>
                  </a:moveTo>
                  <a:lnTo>
                    <a:pt x="994940" y="5240"/>
                  </a:lnTo>
                  <a:lnTo>
                    <a:pt x="996045" y="5278"/>
                  </a:lnTo>
                  <a:lnTo>
                    <a:pt x="1003341" y="5544"/>
                  </a:lnTo>
                  <a:lnTo>
                    <a:pt x="1021844" y="6281"/>
                  </a:lnTo>
                  <a:lnTo>
                    <a:pt x="1055203" y="7733"/>
                  </a:lnTo>
                  <a:lnTo>
                    <a:pt x="1105484" y="10134"/>
                  </a:lnTo>
                  <a:lnTo>
                    <a:pt x="1173025" y="13684"/>
                  </a:lnTo>
                  <a:lnTo>
                    <a:pt x="1256477" y="18532"/>
                  </a:lnTo>
                  <a:lnTo>
                    <a:pt x="1353098" y="24770"/>
                  </a:lnTo>
                  <a:lnTo>
                    <a:pt x="1459255" y="32435"/>
                  </a:lnTo>
                  <a:lnTo>
                    <a:pt x="1570986" y="41520"/>
                  </a:lnTo>
                  <a:lnTo>
                    <a:pt x="1684519" y="52000"/>
                  </a:lnTo>
                  <a:lnTo>
                    <a:pt x="1796643" y="63847"/>
                  </a:lnTo>
                  <a:lnTo>
                    <a:pt x="1904892" y="77051"/>
                  </a:lnTo>
                  <a:lnTo>
                    <a:pt x="2007584" y="91635"/>
                  </a:lnTo>
                  <a:lnTo>
                    <a:pt x="2103746" y="107660"/>
                  </a:lnTo>
                  <a:lnTo>
                    <a:pt x="2192991" y="125231"/>
                  </a:lnTo>
                  <a:lnTo>
                    <a:pt x="2275376" y="144497"/>
                  </a:lnTo>
                  <a:lnTo>
                    <a:pt x="2351269" y="165647"/>
                  </a:lnTo>
                  <a:lnTo>
                    <a:pt x="2421243" y="188909"/>
                  </a:lnTo>
                  <a:lnTo>
                    <a:pt x="2485989" y="214538"/>
                  </a:lnTo>
                  <a:lnTo>
                    <a:pt x="2546255" y="242802"/>
                  </a:lnTo>
                  <a:lnTo>
                    <a:pt x="2602801" y="273959"/>
                  </a:lnTo>
                  <a:lnTo>
                    <a:pt x="2656351" y="308216"/>
                  </a:lnTo>
                  <a:lnTo>
                    <a:pt x="2702183" y="341514"/>
                  </a:lnTo>
                  <a:lnTo>
                    <a:pt x="2751657" y="381703"/>
                  </a:lnTo>
                  <a:lnTo>
                    <a:pt x="2799797" y="425134"/>
                  </a:lnTo>
                  <a:lnTo>
                    <a:pt x="2847003" y="471870"/>
                  </a:lnTo>
                  <a:lnTo>
                    <a:pt x="2893588" y="521911"/>
                  </a:lnTo>
                  <a:lnTo>
                    <a:pt x="2939796" y="575181"/>
                  </a:lnTo>
                  <a:lnTo>
                    <a:pt x="2985808" y="631528"/>
                  </a:lnTo>
                  <a:lnTo>
                    <a:pt x="3031756" y="690715"/>
                  </a:lnTo>
                  <a:lnTo>
                    <a:pt x="3077721" y="752425"/>
                  </a:lnTo>
                  <a:lnTo>
                    <a:pt x="3123750" y="816259"/>
                  </a:lnTo>
                  <a:lnTo>
                    <a:pt x="3169856" y="881751"/>
                  </a:lnTo>
                  <a:lnTo>
                    <a:pt x="3216026" y="948378"/>
                  </a:lnTo>
                  <a:lnTo>
                    <a:pt x="3262232" y="1015576"/>
                  </a:lnTo>
                  <a:lnTo>
                    <a:pt x="3308438" y="1082761"/>
                  </a:lnTo>
                  <a:lnTo>
                    <a:pt x="3354605" y="1149349"/>
                  </a:lnTo>
                  <a:lnTo>
                    <a:pt x="3400708" y="1214777"/>
                  </a:lnTo>
                  <a:lnTo>
                    <a:pt x="3446733" y="1278526"/>
                  </a:lnTo>
                  <a:lnTo>
                    <a:pt x="3492697" y="1340129"/>
                  </a:lnTo>
                  <a:lnTo>
                    <a:pt x="3538645" y="1399195"/>
                  </a:lnTo>
                  <a:lnTo>
                    <a:pt x="3584663" y="1455408"/>
                  </a:lnTo>
                  <a:lnTo>
                    <a:pt x="3630884" y="1508536"/>
                  </a:lnTo>
                  <a:lnTo>
                    <a:pt x="3677491" y="1558429"/>
                  </a:lnTo>
                  <a:lnTo>
                    <a:pt x="3724731" y="1605016"/>
                  </a:lnTo>
                  <a:lnTo>
                    <a:pt x="3772922" y="1648299"/>
                  </a:lnTo>
                  <a:lnTo>
                    <a:pt x="3820202" y="1686610"/>
                  </a:lnTo>
                  <a:lnTo>
                    <a:pt x="3871635" y="1723722"/>
                  </a:lnTo>
                  <a:lnTo>
                    <a:pt x="3925472" y="1757640"/>
                  </a:lnTo>
                  <a:lnTo>
                    <a:pt x="3982380" y="1788477"/>
                  </a:lnTo>
                  <a:lnTo>
                    <a:pt x="4043089" y="1816446"/>
                  </a:lnTo>
                  <a:lnTo>
                    <a:pt x="4108358" y="1841810"/>
                  </a:lnTo>
                  <a:lnTo>
                    <a:pt x="4178933" y="1864834"/>
                  </a:lnTo>
                  <a:lnTo>
                    <a:pt x="4255495" y="1885773"/>
                  </a:lnTo>
                  <a:lnTo>
                    <a:pt x="4338600" y="1904849"/>
                  </a:lnTo>
                  <a:lnTo>
                    <a:pt x="4428589" y="1922249"/>
                  </a:lnTo>
                  <a:lnTo>
                    <a:pt x="4525477" y="1938116"/>
                  </a:lnTo>
                  <a:lnTo>
                    <a:pt x="4628820" y="1952550"/>
                  </a:lnTo>
                  <a:lnTo>
                    <a:pt x="4737577" y="1965609"/>
                  </a:lnTo>
                  <a:lnTo>
                    <a:pt x="4849983" y="1977310"/>
                  </a:lnTo>
                  <a:lnTo>
                    <a:pt x="4963490" y="1987642"/>
                  </a:lnTo>
                  <a:lnTo>
                    <a:pt x="5074811" y="1996577"/>
                  </a:lnTo>
                  <a:lnTo>
                    <a:pt x="5180137" y="2004089"/>
                  </a:lnTo>
                  <a:lnTo>
                    <a:pt x="5275514" y="2010176"/>
                  </a:lnTo>
                  <a:lnTo>
                    <a:pt x="5357374" y="2014880"/>
                  </a:lnTo>
                  <a:lnTo>
                    <a:pt x="5423107" y="2018299"/>
                  </a:lnTo>
                  <a:lnTo>
                    <a:pt x="5471533" y="2020588"/>
                  </a:lnTo>
                  <a:lnTo>
                    <a:pt x="5503175" y="2021952"/>
                  </a:lnTo>
                  <a:lnTo>
                    <a:pt x="5520281" y="2022627"/>
                  </a:lnTo>
                  <a:lnTo>
                    <a:pt x="5526654" y="2022858"/>
                  </a:lnTo>
                  <a:lnTo>
                    <a:pt x="5527445" y="2022884"/>
                  </a:lnTo>
                  <a:lnTo>
                    <a:pt x="6522385" y="2022884"/>
                  </a:lnTo>
                  <a:lnTo>
                    <a:pt x="6523521" y="2022891"/>
                  </a:lnTo>
                  <a:lnTo>
                    <a:pt x="6531015" y="2022936"/>
                  </a:lnTo>
                  <a:lnTo>
                    <a:pt x="6550005" y="2023062"/>
                  </a:lnTo>
                  <a:lnTo>
                    <a:pt x="6584207" y="2023310"/>
                  </a:lnTo>
                  <a:lnTo>
                    <a:pt x="6635690" y="2023721"/>
                  </a:lnTo>
                  <a:lnTo>
                    <a:pt x="6704724" y="2024327"/>
                  </a:lnTo>
                  <a:lnTo>
                    <a:pt x="6789842" y="2025154"/>
                  </a:lnTo>
                  <a:lnTo>
                    <a:pt x="6888155" y="2026217"/>
                  </a:lnTo>
                  <a:lnTo>
                    <a:pt x="6995884" y="2027522"/>
                  </a:lnTo>
                  <a:lnTo>
                    <a:pt x="7108958" y="2029067"/>
                  </a:lnTo>
                  <a:lnTo>
                    <a:pt x="7223537" y="2030848"/>
                  </a:lnTo>
                  <a:lnTo>
                    <a:pt x="7336387" y="2032860"/>
                  </a:lnTo>
                  <a:lnTo>
                    <a:pt x="7445062" y="2035102"/>
                  </a:lnTo>
                  <a:lnTo>
                    <a:pt x="7547920" y="2037579"/>
                  </a:lnTo>
                  <a:lnTo>
                    <a:pt x="7644047" y="2040301"/>
                  </a:lnTo>
                  <a:lnTo>
                    <a:pt x="7733112" y="2043288"/>
                  </a:lnTo>
                  <a:lnTo>
                    <a:pt x="7815228" y="2046567"/>
                  </a:lnTo>
                  <a:lnTo>
                    <a:pt x="7890812" y="2050170"/>
                  </a:lnTo>
                  <a:lnTo>
                    <a:pt x="7960477" y="2054138"/>
                  </a:lnTo>
                  <a:lnTo>
                    <a:pt x="8024949" y="2058515"/>
                  </a:lnTo>
                  <a:lnTo>
                    <a:pt x="8085002" y="2063347"/>
                  </a:lnTo>
                  <a:lnTo>
                    <a:pt x="8141413" y="2068676"/>
                  </a:lnTo>
                  <a:lnTo>
                    <a:pt x="8194916" y="2074535"/>
                  </a:lnTo>
                  <a:lnTo>
                    <a:pt x="8229629" y="2078784"/>
                  </a:lnTo>
                  <a:lnTo>
                    <a:pt x="8290692" y="2087138"/>
                  </a:lnTo>
                  <a:lnTo>
                    <a:pt x="8349862" y="2096323"/>
                  </a:lnTo>
                  <a:lnTo>
                    <a:pt x="8407838" y="2106352"/>
                  </a:lnTo>
                  <a:lnTo>
                    <a:pt x="8465135" y="2117212"/>
                  </a:lnTo>
                  <a:lnTo>
                    <a:pt x="8522117" y="2128857"/>
                  </a:lnTo>
                  <a:lnTo>
                    <a:pt x="8579026" y="2141211"/>
                  </a:lnTo>
                  <a:lnTo>
                    <a:pt x="8635998" y="2154167"/>
                  </a:lnTo>
                  <a:lnTo>
                    <a:pt x="8693083" y="2167585"/>
                  </a:lnTo>
                  <a:lnTo>
                    <a:pt x="8750269" y="2181306"/>
                  </a:lnTo>
                  <a:lnTo>
                    <a:pt x="8807502" y="2195150"/>
                  </a:lnTo>
                  <a:lnTo>
                    <a:pt x="8864712" y="2208933"/>
                  </a:lnTo>
                  <a:lnTo>
                    <a:pt x="8921835" y="2222473"/>
                  </a:lnTo>
                  <a:lnTo>
                    <a:pt x="8978843" y="2235603"/>
                  </a:lnTo>
                  <a:lnTo>
                    <a:pt x="9035763" y="2248176"/>
                  </a:lnTo>
                  <a:lnTo>
                    <a:pt x="9092700" y="2260074"/>
                  </a:lnTo>
                  <a:lnTo>
                    <a:pt x="9149855" y="2271207"/>
                  </a:lnTo>
                  <a:lnTo>
                    <a:pt x="9207549" y="2281523"/>
                  </a:lnTo>
                  <a:lnTo>
                    <a:pt x="9266244" y="2290995"/>
                  </a:lnTo>
                  <a:lnTo>
                    <a:pt x="9326570" y="2299629"/>
                  </a:lnTo>
                  <a:lnTo>
                    <a:pt x="9347647" y="2302385"/>
                  </a:lnTo>
                  <a:lnTo>
                    <a:pt x="9399569" y="2308609"/>
                  </a:lnTo>
                  <a:lnTo>
                    <a:pt x="9453945" y="2314292"/>
                  </a:lnTo>
                  <a:lnTo>
                    <a:pt x="9511463" y="2319454"/>
                  </a:lnTo>
                  <a:lnTo>
                    <a:pt x="9572874" y="2324132"/>
                  </a:lnTo>
                  <a:lnTo>
                    <a:pt x="9638960" y="2328370"/>
                  </a:lnTo>
                  <a:lnTo>
                    <a:pt x="9710483" y="2332214"/>
                  </a:lnTo>
                  <a:lnTo>
                    <a:pt x="9788142" y="2335708"/>
                  </a:lnTo>
                  <a:lnTo>
                    <a:pt x="9872495" y="2338888"/>
                  </a:lnTo>
                  <a:lnTo>
                    <a:pt x="9963875" y="2341786"/>
                  </a:lnTo>
                  <a:lnTo>
                    <a:pt x="10062263" y="2344426"/>
                  </a:lnTo>
                  <a:lnTo>
                    <a:pt x="10167156" y="2346825"/>
                  </a:lnTo>
                  <a:lnTo>
                    <a:pt x="10277414" y="2348992"/>
                  </a:lnTo>
                  <a:lnTo>
                    <a:pt x="10391139" y="2350928"/>
                  </a:lnTo>
                  <a:lnTo>
                    <a:pt x="10505616" y="2352633"/>
                  </a:lnTo>
                  <a:lnTo>
                    <a:pt x="10617386" y="2354100"/>
                  </a:lnTo>
                  <a:lnTo>
                    <a:pt x="10722484" y="2355326"/>
                  </a:lnTo>
                  <a:lnTo>
                    <a:pt x="10816869" y="2356311"/>
                  </a:lnTo>
                  <a:lnTo>
                    <a:pt x="10896988" y="2357064"/>
                  </a:lnTo>
                  <a:lnTo>
                    <a:pt x="10960367" y="2357602"/>
                  </a:lnTo>
                  <a:lnTo>
                    <a:pt x="11006084" y="2357956"/>
                  </a:lnTo>
                  <a:lnTo>
                    <a:pt x="11035002" y="2358159"/>
                  </a:lnTo>
                  <a:lnTo>
                    <a:pt x="11049753" y="2358255"/>
                  </a:lnTo>
                  <a:lnTo>
                    <a:pt x="11054539" y="2358283"/>
                  </a:lnTo>
                  <a:lnTo>
                    <a:pt x="11054891" y="2358285"/>
                  </a:lnTo>
                  <a:lnTo>
                    <a:pt x="12049831" y="2358285"/>
                  </a:lnTo>
                  <a:lnTo>
                    <a:pt x="12049831" y="2353044"/>
                  </a:lnTo>
                  <a:lnTo>
                    <a:pt x="11054891" y="2353044"/>
                  </a:lnTo>
                  <a:lnTo>
                    <a:pt x="11053755" y="2353038"/>
                  </a:lnTo>
                  <a:lnTo>
                    <a:pt x="11046262" y="2352992"/>
                  </a:lnTo>
                  <a:lnTo>
                    <a:pt x="11027271" y="2352866"/>
                  </a:lnTo>
                  <a:lnTo>
                    <a:pt x="10993070" y="2352618"/>
                  </a:lnTo>
                  <a:lnTo>
                    <a:pt x="10941587" y="2352208"/>
                  </a:lnTo>
                  <a:lnTo>
                    <a:pt x="10872552" y="2351602"/>
                  </a:lnTo>
                  <a:lnTo>
                    <a:pt x="10787435" y="2350774"/>
                  </a:lnTo>
                  <a:lnTo>
                    <a:pt x="10689122" y="2349711"/>
                  </a:lnTo>
                  <a:lnTo>
                    <a:pt x="10581392" y="2348406"/>
                  </a:lnTo>
                  <a:lnTo>
                    <a:pt x="10468319" y="2346861"/>
                  </a:lnTo>
                  <a:lnTo>
                    <a:pt x="10353740" y="2345080"/>
                  </a:lnTo>
                  <a:lnTo>
                    <a:pt x="10240889" y="2343068"/>
                  </a:lnTo>
                  <a:lnTo>
                    <a:pt x="10132215" y="2340826"/>
                  </a:lnTo>
                  <a:lnTo>
                    <a:pt x="10029356" y="2338350"/>
                  </a:lnTo>
                  <a:lnTo>
                    <a:pt x="9933230" y="2335627"/>
                  </a:lnTo>
                  <a:lnTo>
                    <a:pt x="9844164" y="2332640"/>
                  </a:lnTo>
                  <a:lnTo>
                    <a:pt x="9762049" y="2329361"/>
                  </a:lnTo>
                  <a:lnTo>
                    <a:pt x="9686465" y="2325758"/>
                  </a:lnTo>
                  <a:lnTo>
                    <a:pt x="9616800" y="2321790"/>
                  </a:lnTo>
                  <a:lnTo>
                    <a:pt x="9552328" y="2317413"/>
                  </a:lnTo>
                  <a:lnTo>
                    <a:pt x="9492274" y="2312582"/>
                  </a:lnTo>
                  <a:lnTo>
                    <a:pt x="9435864" y="2307253"/>
                  </a:lnTo>
                  <a:lnTo>
                    <a:pt x="9382360" y="2301394"/>
                  </a:lnTo>
                  <a:lnTo>
                    <a:pt x="9347647" y="2297144"/>
                  </a:lnTo>
                  <a:lnTo>
                    <a:pt x="9286584" y="2288790"/>
                  </a:lnTo>
                  <a:lnTo>
                    <a:pt x="9227414" y="2279606"/>
                  </a:lnTo>
                  <a:lnTo>
                    <a:pt x="9169438" y="2269576"/>
                  </a:lnTo>
                  <a:lnTo>
                    <a:pt x="9112142" y="2258717"/>
                  </a:lnTo>
                  <a:lnTo>
                    <a:pt x="9055159" y="2247072"/>
                  </a:lnTo>
                  <a:lnTo>
                    <a:pt x="8998250" y="2234717"/>
                  </a:lnTo>
                  <a:lnTo>
                    <a:pt x="8941278" y="2221762"/>
                  </a:lnTo>
                  <a:lnTo>
                    <a:pt x="8884193" y="2208343"/>
                  </a:lnTo>
                  <a:lnTo>
                    <a:pt x="8827007" y="2194623"/>
                  </a:lnTo>
                  <a:lnTo>
                    <a:pt x="8769774" y="2180779"/>
                  </a:lnTo>
                  <a:lnTo>
                    <a:pt x="8712565" y="2166996"/>
                  </a:lnTo>
                  <a:lnTo>
                    <a:pt x="8655441" y="2153455"/>
                  </a:lnTo>
                  <a:lnTo>
                    <a:pt x="8598433" y="2140325"/>
                  </a:lnTo>
                  <a:lnTo>
                    <a:pt x="8541513" y="2127752"/>
                  </a:lnTo>
                  <a:lnTo>
                    <a:pt x="8484577" y="2115855"/>
                  </a:lnTo>
                  <a:lnTo>
                    <a:pt x="8427422" y="2104721"/>
                  </a:lnTo>
                  <a:lnTo>
                    <a:pt x="8369727" y="2094406"/>
                  </a:lnTo>
                  <a:lnTo>
                    <a:pt x="8311033" y="2084933"/>
                  </a:lnTo>
                  <a:lnTo>
                    <a:pt x="8250706" y="2076299"/>
                  </a:lnTo>
                  <a:lnTo>
                    <a:pt x="8229629" y="2073544"/>
                  </a:lnTo>
                  <a:lnTo>
                    <a:pt x="8177708" y="2067320"/>
                  </a:lnTo>
                  <a:lnTo>
                    <a:pt x="8123331" y="2061636"/>
                  </a:lnTo>
                  <a:lnTo>
                    <a:pt x="8065814" y="2056474"/>
                  </a:lnTo>
                  <a:lnTo>
                    <a:pt x="8004402" y="2051796"/>
                  </a:lnTo>
                  <a:lnTo>
                    <a:pt x="7938317" y="2047558"/>
                  </a:lnTo>
                  <a:lnTo>
                    <a:pt x="7866793" y="2043714"/>
                  </a:lnTo>
                  <a:lnTo>
                    <a:pt x="7789135" y="2040221"/>
                  </a:lnTo>
                  <a:lnTo>
                    <a:pt x="7704781" y="2037041"/>
                  </a:lnTo>
                  <a:lnTo>
                    <a:pt x="7613402" y="2034143"/>
                  </a:lnTo>
                  <a:lnTo>
                    <a:pt x="7515014" y="2031502"/>
                  </a:lnTo>
                  <a:lnTo>
                    <a:pt x="7410121" y="2029103"/>
                  </a:lnTo>
                  <a:lnTo>
                    <a:pt x="7299863" y="2026937"/>
                  </a:lnTo>
                  <a:lnTo>
                    <a:pt x="7186138" y="2025000"/>
                  </a:lnTo>
                  <a:lnTo>
                    <a:pt x="7071661" y="2023296"/>
                  </a:lnTo>
                  <a:lnTo>
                    <a:pt x="6959891" y="2021829"/>
                  </a:lnTo>
                  <a:lnTo>
                    <a:pt x="6854793" y="2020603"/>
                  </a:lnTo>
                  <a:lnTo>
                    <a:pt x="6760408" y="2019618"/>
                  </a:lnTo>
                  <a:lnTo>
                    <a:pt x="6680289" y="2018865"/>
                  </a:lnTo>
                  <a:lnTo>
                    <a:pt x="6616909" y="2018326"/>
                  </a:lnTo>
                  <a:lnTo>
                    <a:pt x="6571193" y="2017973"/>
                  </a:lnTo>
                  <a:lnTo>
                    <a:pt x="6542275" y="2017769"/>
                  </a:lnTo>
                  <a:lnTo>
                    <a:pt x="6527524" y="2017674"/>
                  </a:lnTo>
                  <a:lnTo>
                    <a:pt x="6522738" y="2017646"/>
                  </a:lnTo>
                  <a:lnTo>
                    <a:pt x="6522385" y="2017644"/>
                  </a:lnTo>
                  <a:lnTo>
                    <a:pt x="5527445" y="2017644"/>
                  </a:lnTo>
                  <a:lnTo>
                    <a:pt x="5526340" y="2017606"/>
                  </a:lnTo>
                  <a:lnTo>
                    <a:pt x="5519044" y="2017339"/>
                  </a:lnTo>
                  <a:lnTo>
                    <a:pt x="5500541" y="2016603"/>
                  </a:lnTo>
                  <a:lnTo>
                    <a:pt x="5467182" y="2015150"/>
                  </a:lnTo>
                  <a:lnTo>
                    <a:pt x="5416901" y="2012750"/>
                  </a:lnTo>
                  <a:lnTo>
                    <a:pt x="5349360" y="2009200"/>
                  </a:lnTo>
                  <a:lnTo>
                    <a:pt x="5265908" y="2004352"/>
                  </a:lnTo>
                  <a:lnTo>
                    <a:pt x="5169287" y="1998114"/>
                  </a:lnTo>
                  <a:lnTo>
                    <a:pt x="5063130" y="1990449"/>
                  </a:lnTo>
                  <a:lnTo>
                    <a:pt x="4951399" y="1981363"/>
                  </a:lnTo>
                  <a:lnTo>
                    <a:pt x="4837866" y="1970884"/>
                  </a:lnTo>
                  <a:lnTo>
                    <a:pt x="4725742" y="1959037"/>
                  </a:lnTo>
                  <a:lnTo>
                    <a:pt x="4617493" y="1945833"/>
                  </a:lnTo>
                  <a:lnTo>
                    <a:pt x="4514801" y="1931249"/>
                  </a:lnTo>
                  <a:lnTo>
                    <a:pt x="4418639" y="1915224"/>
                  </a:lnTo>
                  <a:lnTo>
                    <a:pt x="4329393" y="1897653"/>
                  </a:lnTo>
                  <a:lnTo>
                    <a:pt x="4247009" y="1878387"/>
                  </a:lnTo>
                  <a:lnTo>
                    <a:pt x="4171116" y="1857237"/>
                  </a:lnTo>
                  <a:lnTo>
                    <a:pt x="4101142" y="1833975"/>
                  </a:lnTo>
                  <a:lnTo>
                    <a:pt x="4036396" y="1808346"/>
                  </a:lnTo>
                  <a:lnTo>
                    <a:pt x="3976130" y="1780081"/>
                  </a:lnTo>
                  <a:lnTo>
                    <a:pt x="3919584" y="1748924"/>
                  </a:lnTo>
                  <a:lnTo>
                    <a:pt x="3866034" y="1714668"/>
                  </a:lnTo>
                  <a:lnTo>
                    <a:pt x="3820202" y="1681370"/>
                  </a:lnTo>
                  <a:lnTo>
                    <a:pt x="3770728" y="1641181"/>
                  </a:lnTo>
                  <a:lnTo>
                    <a:pt x="3722588" y="1597750"/>
                  </a:lnTo>
                  <a:lnTo>
                    <a:pt x="3675382" y="1551014"/>
                  </a:lnTo>
                  <a:lnTo>
                    <a:pt x="3628797" y="1500973"/>
                  </a:lnTo>
                  <a:lnTo>
                    <a:pt x="3582589" y="1447703"/>
                  </a:lnTo>
                  <a:lnTo>
                    <a:pt x="3536577" y="1391356"/>
                  </a:lnTo>
                  <a:lnTo>
                    <a:pt x="3490629" y="1332168"/>
                  </a:lnTo>
                  <a:lnTo>
                    <a:pt x="3444664" y="1270459"/>
                  </a:lnTo>
                  <a:lnTo>
                    <a:pt x="3398635" y="1206625"/>
                  </a:lnTo>
                  <a:lnTo>
                    <a:pt x="3352529" y="1141133"/>
                  </a:lnTo>
                  <a:lnTo>
                    <a:pt x="3306359" y="1074506"/>
                  </a:lnTo>
                  <a:lnTo>
                    <a:pt x="3260153" y="1007308"/>
                  </a:lnTo>
                  <a:lnTo>
                    <a:pt x="3213947" y="940123"/>
                  </a:lnTo>
                  <a:lnTo>
                    <a:pt x="3167780" y="873535"/>
                  </a:lnTo>
                  <a:lnTo>
                    <a:pt x="3121677" y="808106"/>
                  </a:lnTo>
                  <a:lnTo>
                    <a:pt x="3075652" y="744358"/>
                  </a:lnTo>
                  <a:lnTo>
                    <a:pt x="3029688" y="682755"/>
                  </a:lnTo>
                  <a:lnTo>
                    <a:pt x="2983740" y="623689"/>
                  </a:lnTo>
                  <a:lnTo>
                    <a:pt x="2937722" y="567476"/>
                  </a:lnTo>
                  <a:lnTo>
                    <a:pt x="2891501" y="514348"/>
                  </a:lnTo>
                  <a:lnTo>
                    <a:pt x="2844894" y="464455"/>
                  </a:lnTo>
                  <a:lnTo>
                    <a:pt x="2797654" y="417868"/>
                  </a:lnTo>
                  <a:lnTo>
                    <a:pt x="2749463" y="374585"/>
                  </a:lnTo>
                  <a:lnTo>
                    <a:pt x="2702183" y="336274"/>
                  </a:lnTo>
                  <a:lnTo>
                    <a:pt x="2650750" y="299162"/>
                  </a:lnTo>
                  <a:lnTo>
                    <a:pt x="2596913" y="265244"/>
                  </a:lnTo>
                  <a:lnTo>
                    <a:pt x="2540005" y="234407"/>
                  </a:lnTo>
                  <a:lnTo>
                    <a:pt x="2479296" y="206437"/>
                  </a:lnTo>
                  <a:lnTo>
                    <a:pt x="2414027" y="181074"/>
                  </a:lnTo>
                  <a:lnTo>
                    <a:pt x="2343452" y="158049"/>
                  </a:lnTo>
                  <a:lnTo>
                    <a:pt x="2266890" y="137111"/>
                  </a:lnTo>
                  <a:lnTo>
                    <a:pt x="2183785" y="118035"/>
                  </a:lnTo>
                  <a:lnTo>
                    <a:pt x="2093796" y="100635"/>
                  </a:lnTo>
                  <a:lnTo>
                    <a:pt x="1996908" y="84768"/>
                  </a:lnTo>
                  <a:lnTo>
                    <a:pt x="1893565" y="70334"/>
                  </a:lnTo>
                  <a:lnTo>
                    <a:pt x="1784808" y="57275"/>
                  </a:lnTo>
                  <a:lnTo>
                    <a:pt x="1672402" y="45574"/>
                  </a:lnTo>
                  <a:lnTo>
                    <a:pt x="1558895" y="35242"/>
                  </a:lnTo>
                  <a:lnTo>
                    <a:pt x="1447574" y="26307"/>
                  </a:lnTo>
                  <a:lnTo>
                    <a:pt x="1342248" y="18795"/>
                  </a:lnTo>
                  <a:lnTo>
                    <a:pt x="1246871" y="12708"/>
                  </a:lnTo>
                  <a:lnTo>
                    <a:pt x="1165011" y="8004"/>
                  </a:lnTo>
                  <a:lnTo>
                    <a:pt x="1099278" y="4585"/>
                  </a:lnTo>
                  <a:lnTo>
                    <a:pt x="1050852" y="2296"/>
                  </a:lnTo>
                  <a:lnTo>
                    <a:pt x="1019210" y="932"/>
                  </a:lnTo>
                  <a:lnTo>
                    <a:pt x="1002104" y="257"/>
                  </a:lnTo>
                  <a:lnTo>
                    <a:pt x="995731" y="2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78" name="pl477"/>
            <p:cNvSpPr/>
            <p:nvPr/>
          </p:nvSpPr>
          <p:spPr>
            <a:xfrm>
              <a:off x="1199187" y="3348600"/>
              <a:ext cx="12049831" cy="2353044"/>
            </a:xfrm>
            <a:custGeom>
              <a:avLst/>
              <a:pathLst>
                <a:path w="12049831" h="2353044">
                  <a:moveTo>
                    <a:pt x="0" y="0"/>
                  </a:moveTo>
                  <a:lnTo>
                    <a:pt x="994940" y="0"/>
                  </a:lnTo>
                  <a:lnTo>
                    <a:pt x="996045" y="37"/>
                  </a:lnTo>
                  <a:lnTo>
                    <a:pt x="1003341" y="304"/>
                  </a:lnTo>
                  <a:lnTo>
                    <a:pt x="1021844" y="1040"/>
                  </a:lnTo>
                  <a:lnTo>
                    <a:pt x="1055203" y="2493"/>
                  </a:lnTo>
                  <a:lnTo>
                    <a:pt x="1105484" y="4893"/>
                  </a:lnTo>
                  <a:lnTo>
                    <a:pt x="1173025" y="8443"/>
                  </a:lnTo>
                  <a:lnTo>
                    <a:pt x="1256477" y="13291"/>
                  </a:lnTo>
                  <a:lnTo>
                    <a:pt x="1353098" y="19529"/>
                  </a:lnTo>
                  <a:lnTo>
                    <a:pt x="1459255" y="27194"/>
                  </a:lnTo>
                  <a:lnTo>
                    <a:pt x="1570986" y="36280"/>
                  </a:lnTo>
                  <a:lnTo>
                    <a:pt x="1684519" y="46759"/>
                  </a:lnTo>
                  <a:lnTo>
                    <a:pt x="1796643" y="58606"/>
                  </a:lnTo>
                  <a:lnTo>
                    <a:pt x="1904892" y="71810"/>
                  </a:lnTo>
                  <a:lnTo>
                    <a:pt x="2007584" y="86394"/>
                  </a:lnTo>
                  <a:lnTo>
                    <a:pt x="2103746" y="102419"/>
                  </a:lnTo>
                  <a:lnTo>
                    <a:pt x="2192991" y="119990"/>
                  </a:lnTo>
                  <a:lnTo>
                    <a:pt x="2275376" y="139256"/>
                  </a:lnTo>
                  <a:lnTo>
                    <a:pt x="2351269" y="160406"/>
                  </a:lnTo>
                  <a:lnTo>
                    <a:pt x="2421243" y="183669"/>
                  </a:lnTo>
                  <a:lnTo>
                    <a:pt x="2485989" y="209298"/>
                  </a:lnTo>
                  <a:lnTo>
                    <a:pt x="2546255" y="237562"/>
                  </a:lnTo>
                  <a:lnTo>
                    <a:pt x="2602801" y="268719"/>
                  </a:lnTo>
                  <a:lnTo>
                    <a:pt x="2656351" y="302975"/>
                  </a:lnTo>
                  <a:lnTo>
                    <a:pt x="2702183" y="336274"/>
                  </a:lnTo>
                  <a:lnTo>
                    <a:pt x="2751657" y="376462"/>
                  </a:lnTo>
                  <a:lnTo>
                    <a:pt x="2799797" y="419893"/>
                  </a:lnTo>
                  <a:lnTo>
                    <a:pt x="2847003" y="466629"/>
                  </a:lnTo>
                  <a:lnTo>
                    <a:pt x="2893588" y="516670"/>
                  </a:lnTo>
                  <a:lnTo>
                    <a:pt x="2939796" y="569941"/>
                  </a:lnTo>
                  <a:lnTo>
                    <a:pt x="2985808" y="626288"/>
                  </a:lnTo>
                  <a:lnTo>
                    <a:pt x="3031756" y="685475"/>
                  </a:lnTo>
                  <a:lnTo>
                    <a:pt x="3077721" y="747184"/>
                  </a:lnTo>
                  <a:lnTo>
                    <a:pt x="3123750" y="811018"/>
                  </a:lnTo>
                  <a:lnTo>
                    <a:pt x="3169856" y="876511"/>
                  </a:lnTo>
                  <a:lnTo>
                    <a:pt x="3216026" y="943138"/>
                  </a:lnTo>
                  <a:lnTo>
                    <a:pt x="3262232" y="1010336"/>
                  </a:lnTo>
                  <a:lnTo>
                    <a:pt x="3308438" y="1077520"/>
                  </a:lnTo>
                  <a:lnTo>
                    <a:pt x="3354605" y="1144108"/>
                  </a:lnTo>
                  <a:lnTo>
                    <a:pt x="3400708" y="1209537"/>
                  </a:lnTo>
                  <a:lnTo>
                    <a:pt x="3446733" y="1273285"/>
                  </a:lnTo>
                  <a:lnTo>
                    <a:pt x="3492697" y="1334889"/>
                  </a:lnTo>
                  <a:lnTo>
                    <a:pt x="3538645" y="1393954"/>
                  </a:lnTo>
                  <a:lnTo>
                    <a:pt x="3584663" y="1450167"/>
                  </a:lnTo>
                  <a:lnTo>
                    <a:pt x="3630884" y="1503295"/>
                  </a:lnTo>
                  <a:lnTo>
                    <a:pt x="3677491" y="1553188"/>
                  </a:lnTo>
                  <a:lnTo>
                    <a:pt x="3724731" y="1599775"/>
                  </a:lnTo>
                  <a:lnTo>
                    <a:pt x="3772922" y="1643058"/>
                  </a:lnTo>
                  <a:lnTo>
                    <a:pt x="3820202" y="1681370"/>
                  </a:lnTo>
                  <a:lnTo>
                    <a:pt x="3871635" y="1718481"/>
                  </a:lnTo>
                  <a:lnTo>
                    <a:pt x="3925472" y="1752399"/>
                  </a:lnTo>
                  <a:lnTo>
                    <a:pt x="3982380" y="1783236"/>
                  </a:lnTo>
                  <a:lnTo>
                    <a:pt x="4043089" y="1811206"/>
                  </a:lnTo>
                  <a:lnTo>
                    <a:pt x="4108358" y="1836569"/>
                  </a:lnTo>
                  <a:lnTo>
                    <a:pt x="4178933" y="1859594"/>
                  </a:lnTo>
                  <a:lnTo>
                    <a:pt x="4255495" y="1880532"/>
                  </a:lnTo>
                  <a:lnTo>
                    <a:pt x="4338600" y="1899608"/>
                  </a:lnTo>
                  <a:lnTo>
                    <a:pt x="4428589" y="1917008"/>
                  </a:lnTo>
                  <a:lnTo>
                    <a:pt x="4525477" y="1932875"/>
                  </a:lnTo>
                  <a:lnTo>
                    <a:pt x="4628820" y="1947309"/>
                  </a:lnTo>
                  <a:lnTo>
                    <a:pt x="4737577" y="1960368"/>
                  </a:lnTo>
                  <a:lnTo>
                    <a:pt x="4849983" y="1972069"/>
                  </a:lnTo>
                  <a:lnTo>
                    <a:pt x="4963490" y="1982402"/>
                  </a:lnTo>
                  <a:lnTo>
                    <a:pt x="5074811" y="1991336"/>
                  </a:lnTo>
                  <a:lnTo>
                    <a:pt x="5180137" y="1998848"/>
                  </a:lnTo>
                  <a:lnTo>
                    <a:pt x="5275514" y="2004935"/>
                  </a:lnTo>
                  <a:lnTo>
                    <a:pt x="5357374" y="2009639"/>
                  </a:lnTo>
                  <a:lnTo>
                    <a:pt x="5423107" y="2013058"/>
                  </a:lnTo>
                  <a:lnTo>
                    <a:pt x="5471533" y="2015347"/>
                  </a:lnTo>
                  <a:lnTo>
                    <a:pt x="5503175" y="2016711"/>
                  </a:lnTo>
                  <a:lnTo>
                    <a:pt x="5520281" y="2017386"/>
                  </a:lnTo>
                  <a:lnTo>
                    <a:pt x="5526654" y="2017617"/>
                  </a:lnTo>
                  <a:lnTo>
                    <a:pt x="5527445" y="2017644"/>
                  </a:lnTo>
                  <a:lnTo>
                    <a:pt x="6522385" y="2017644"/>
                  </a:lnTo>
                  <a:lnTo>
                    <a:pt x="6523521" y="2017650"/>
                  </a:lnTo>
                  <a:lnTo>
                    <a:pt x="6531015" y="2017696"/>
                  </a:lnTo>
                  <a:lnTo>
                    <a:pt x="6550005" y="2017822"/>
                  </a:lnTo>
                  <a:lnTo>
                    <a:pt x="6584207" y="2018070"/>
                  </a:lnTo>
                  <a:lnTo>
                    <a:pt x="6635690" y="2018480"/>
                  </a:lnTo>
                  <a:lnTo>
                    <a:pt x="6704724" y="2019086"/>
                  </a:lnTo>
                  <a:lnTo>
                    <a:pt x="6789842" y="2019913"/>
                  </a:lnTo>
                  <a:lnTo>
                    <a:pt x="6888155" y="2020977"/>
                  </a:lnTo>
                  <a:lnTo>
                    <a:pt x="6995884" y="2022282"/>
                  </a:lnTo>
                  <a:lnTo>
                    <a:pt x="7108958" y="2023827"/>
                  </a:lnTo>
                  <a:lnTo>
                    <a:pt x="7223537" y="2025608"/>
                  </a:lnTo>
                  <a:lnTo>
                    <a:pt x="7336387" y="2027620"/>
                  </a:lnTo>
                  <a:lnTo>
                    <a:pt x="7445062" y="2029861"/>
                  </a:lnTo>
                  <a:lnTo>
                    <a:pt x="7547920" y="2032338"/>
                  </a:lnTo>
                  <a:lnTo>
                    <a:pt x="7644047" y="2035060"/>
                  </a:lnTo>
                  <a:lnTo>
                    <a:pt x="7733112" y="2038048"/>
                  </a:lnTo>
                  <a:lnTo>
                    <a:pt x="7815228" y="2041326"/>
                  </a:lnTo>
                  <a:lnTo>
                    <a:pt x="7890812" y="2044930"/>
                  </a:lnTo>
                  <a:lnTo>
                    <a:pt x="7960477" y="2048898"/>
                  </a:lnTo>
                  <a:lnTo>
                    <a:pt x="8024949" y="2053275"/>
                  </a:lnTo>
                  <a:lnTo>
                    <a:pt x="8085002" y="2058106"/>
                  </a:lnTo>
                  <a:lnTo>
                    <a:pt x="8141413" y="2063435"/>
                  </a:lnTo>
                  <a:lnTo>
                    <a:pt x="8194916" y="2069294"/>
                  </a:lnTo>
                  <a:lnTo>
                    <a:pt x="8229629" y="2073544"/>
                  </a:lnTo>
                  <a:lnTo>
                    <a:pt x="8290692" y="2081897"/>
                  </a:lnTo>
                  <a:lnTo>
                    <a:pt x="8349862" y="2091082"/>
                  </a:lnTo>
                  <a:lnTo>
                    <a:pt x="8407838" y="2101112"/>
                  </a:lnTo>
                  <a:lnTo>
                    <a:pt x="8465135" y="2111971"/>
                  </a:lnTo>
                  <a:lnTo>
                    <a:pt x="8522117" y="2123616"/>
                  </a:lnTo>
                  <a:lnTo>
                    <a:pt x="8579026" y="2135971"/>
                  </a:lnTo>
                  <a:lnTo>
                    <a:pt x="8635998" y="2148926"/>
                  </a:lnTo>
                  <a:lnTo>
                    <a:pt x="8693083" y="2162345"/>
                  </a:lnTo>
                  <a:lnTo>
                    <a:pt x="8750269" y="2176065"/>
                  </a:lnTo>
                  <a:lnTo>
                    <a:pt x="8807502" y="2189909"/>
                  </a:lnTo>
                  <a:lnTo>
                    <a:pt x="8864712" y="2203692"/>
                  </a:lnTo>
                  <a:lnTo>
                    <a:pt x="8921835" y="2217233"/>
                  </a:lnTo>
                  <a:lnTo>
                    <a:pt x="8978843" y="2230363"/>
                  </a:lnTo>
                  <a:lnTo>
                    <a:pt x="9035763" y="2242936"/>
                  </a:lnTo>
                  <a:lnTo>
                    <a:pt x="9092700" y="2254833"/>
                  </a:lnTo>
                  <a:lnTo>
                    <a:pt x="9149855" y="2265967"/>
                  </a:lnTo>
                  <a:lnTo>
                    <a:pt x="9207549" y="2276282"/>
                  </a:lnTo>
                  <a:lnTo>
                    <a:pt x="9266244" y="2285755"/>
                  </a:lnTo>
                  <a:lnTo>
                    <a:pt x="9326570" y="2294389"/>
                  </a:lnTo>
                  <a:lnTo>
                    <a:pt x="9347647" y="2297144"/>
                  </a:lnTo>
                  <a:lnTo>
                    <a:pt x="9399569" y="2303368"/>
                  </a:lnTo>
                  <a:lnTo>
                    <a:pt x="9453945" y="2309051"/>
                  </a:lnTo>
                  <a:lnTo>
                    <a:pt x="9511463" y="2314214"/>
                  </a:lnTo>
                  <a:lnTo>
                    <a:pt x="9572874" y="2318891"/>
                  </a:lnTo>
                  <a:lnTo>
                    <a:pt x="9638960" y="2323130"/>
                  </a:lnTo>
                  <a:lnTo>
                    <a:pt x="9710483" y="2326974"/>
                  </a:lnTo>
                  <a:lnTo>
                    <a:pt x="9788142" y="2330467"/>
                  </a:lnTo>
                  <a:lnTo>
                    <a:pt x="9872495" y="2333647"/>
                  </a:lnTo>
                  <a:lnTo>
                    <a:pt x="9963875" y="2336545"/>
                  </a:lnTo>
                  <a:lnTo>
                    <a:pt x="10062263" y="2339186"/>
                  </a:lnTo>
                  <a:lnTo>
                    <a:pt x="10167156" y="2341585"/>
                  </a:lnTo>
                  <a:lnTo>
                    <a:pt x="10277414" y="2343751"/>
                  </a:lnTo>
                  <a:lnTo>
                    <a:pt x="10391139" y="2345688"/>
                  </a:lnTo>
                  <a:lnTo>
                    <a:pt x="10505616" y="2347392"/>
                  </a:lnTo>
                  <a:lnTo>
                    <a:pt x="10617386" y="2348859"/>
                  </a:lnTo>
                  <a:lnTo>
                    <a:pt x="10722484" y="2350085"/>
                  </a:lnTo>
                  <a:lnTo>
                    <a:pt x="10816869" y="2351070"/>
                  </a:lnTo>
                  <a:lnTo>
                    <a:pt x="10896988" y="2351823"/>
                  </a:lnTo>
                  <a:lnTo>
                    <a:pt x="10960367" y="2352362"/>
                  </a:lnTo>
                  <a:lnTo>
                    <a:pt x="11006084" y="2352715"/>
                  </a:lnTo>
                  <a:lnTo>
                    <a:pt x="11035002" y="2352919"/>
                  </a:lnTo>
                  <a:lnTo>
                    <a:pt x="11049753" y="2353014"/>
                  </a:lnTo>
                  <a:lnTo>
                    <a:pt x="11054539" y="2353042"/>
                  </a:lnTo>
                  <a:lnTo>
                    <a:pt x="11054891" y="2353044"/>
                  </a:lnTo>
                  <a:lnTo>
                    <a:pt x="12049831" y="2353044"/>
                  </a:lnTo>
                  <a:lnTo>
                    <a:pt x="12049831" y="23530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9" name="pl478"/>
            <p:cNvSpPr/>
            <p:nvPr/>
          </p:nvSpPr>
          <p:spPr>
            <a:xfrm>
              <a:off x="1199187" y="3343360"/>
              <a:ext cx="12049831" cy="2353044"/>
            </a:xfrm>
            <a:custGeom>
              <a:avLst/>
              <a:pathLst>
                <a:path w="12049831" h="2353044">
                  <a:moveTo>
                    <a:pt x="12049831" y="2353044"/>
                  </a:moveTo>
                  <a:lnTo>
                    <a:pt x="11054891" y="2353044"/>
                  </a:lnTo>
                  <a:lnTo>
                    <a:pt x="11053755" y="2353038"/>
                  </a:lnTo>
                  <a:lnTo>
                    <a:pt x="11046262" y="2352992"/>
                  </a:lnTo>
                  <a:lnTo>
                    <a:pt x="11027271" y="2352866"/>
                  </a:lnTo>
                  <a:lnTo>
                    <a:pt x="10993070" y="2352618"/>
                  </a:lnTo>
                  <a:lnTo>
                    <a:pt x="10941587" y="2352208"/>
                  </a:lnTo>
                  <a:lnTo>
                    <a:pt x="10872552" y="2351602"/>
                  </a:lnTo>
                  <a:lnTo>
                    <a:pt x="10787435" y="2350774"/>
                  </a:lnTo>
                  <a:lnTo>
                    <a:pt x="10689122" y="2349711"/>
                  </a:lnTo>
                  <a:lnTo>
                    <a:pt x="10581392" y="2348406"/>
                  </a:lnTo>
                  <a:lnTo>
                    <a:pt x="10468319" y="2346861"/>
                  </a:lnTo>
                  <a:lnTo>
                    <a:pt x="10353740" y="2345080"/>
                  </a:lnTo>
                  <a:lnTo>
                    <a:pt x="10240889" y="2343068"/>
                  </a:lnTo>
                  <a:lnTo>
                    <a:pt x="10132215" y="2340826"/>
                  </a:lnTo>
                  <a:lnTo>
                    <a:pt x="10029356" y="2338350"/>
                  </a:lnTo>
                  <a:lnTo>
                    <a:pt x="9933230" y="2335627"/>
                  </a:lnTo>
                  <a:lnTo>
                    <a:pt x="9844164" y="2332640"/>
                  </a:lnTo>
                  <a:lnTo>
                    <a:pt x="9762049" y="2329361"/>
                  </a:lnTo>
                  <a:lnTo>
                    <a:pt x="9686465" y="2325758"/>
                  </a:lnTo>
                  <a:lnTo>
                    <a:pt x="9616800" y="2321790"/>
                  </a:lnTo>
                  <a:lnTo>
                    <a:pt x="9552328" y="2317413"/>
                  </a:lnTo>
                  <a:lnTo>
                    <a:pt x="9492274" y="2312582"/>
                  </a:lnTo>
                  <a:lnTo>
                    <a:pt x="9435864" y="2307253"/>
                  </a:lnTo>
                  <a:lnTo>
                    <a:pt x="9382360" y="2301394"/>
                  </a:lnTo>
                  <a:lnTo>
                    <a:pt x="9347647" y="2297144"/>
                  </a:lnTo>
                  <a:lnTo>
                    <a:pt x="9286584" y="2288790"/>
                  </a:lnTo>
                  <a:lnTo>
                    <a:pt x="9227414" y="2279606"/>
                  </a:lnTo>
                  <a:lnTo>
                    <a:pt x="9169438" y="2269576"/>
                  </a:lnTo>
                  <a:lnTo>
                    <a:pt x="9112142" y="2258717"/>
                  </a:lnTo>
                  <a:lnTo>
                    <a:pt x="9055159" y="2247072"/>
                  </a:lnTo>
                  <a:lnTo>
                    <a:pt x="8998250" y="2234717"/>
                  </a:lnTo>
                  <a:lnTo>
                    <a:pt x="8941278" y="2221762"/>
                  </a:lnTo>
                  <a:lnTo>
                    <a:pt x="8884193" y="2208343"/>
                  </a:lnTo>
                  <a:lnTo>
                    <a:pt x="8827007" y="2194623"/>
                  </a:lnTo>
                  <a:lnTo>
                    <a:pt x="8769774" y="2180779"/>
                  </a:lnTo>
                  <a:lnTo>
                    <a:pt x="8712565" y="2166996"/>
                  </a:lnTo>
                  <a:lnTo>
                    <a:pt x="8655441" y="2153455"/>
                  </a:lnTo>
                  <a:lnTo>
                    <a:pt x="8598433" y="2140325"/>
                  </a:lnTo>
                  <a:lnTo>
                    <a:pt x="8541513" y="2127752"/>
                  </a:lnTo>
                  <a:lnTo>
                    <a:pt x="8484577" y="2115855"/>
                  </a:lnTo>
                  <a:lnTo>
                    <a:pt x="8427422" y="2104721"/>
                  </a:lnTo>
                  <a:lnTo>
                    <a:pt x="8369727" y="2094406"/>
                  </a:lnTo>
                  <a:lnTo>
                    <a:pt x="8311033" y="2084933"/>
                  </a:lnTo>
                  <a:lnTo>
                    <a:pt x="8250706" y="2076299"/>
                  </a:lnTo>
                  <a:lnTo>
                    <a:pt x="8229629" y="2073544"/>
                  </a:lnTo>
                  <a:lnTo>
                    <a:pt x="8177708" y="2067320"/>
                  </a:lnTo>
                  <a:lnTo>
                    <a:pt x="8123331" y="2061636"/>
                  </a:lnTo>
                  <a:lnTo>
                    <a:pt x="8065814" y="2056474"/>
                  </a:lnTo>
                  <a:lnTo>
                    <a:pt x="8004402" y="2051796"/>
                  </a:lnTo>
                  <a:lnTo>
                    <a:pt x="7938317" y="2047558"/>
                  </a:lnTo>
                  <a:lnTo>
                    <a:pt x="7866793" y="2043714"/>
                  </a:lnTo>
                  <a:lnTo>
                    <a:pt x="7789135" y="2040221"/>
                  </a:lnTo>
                  <a:lnTo>
                    <a:pt x="7704781" y="2037041"/>
                  </a:lnTo>
                  <a:lnTo>
                    <a:pt x="7613402" y="2034143"/>
                  </a:lnTo>
                  <a:lnTo>
                    <a:pt x="7515014" y="2031502"/>
                  </a:lnTo>
                  <a:lnTo>
                    <a:pt x="7410121" y="2029103"/>
                  </a:lnTo>
                  <a:lnTo>
                    <a:pt x="7299863" y="2026937"/>
                  </a:lnTo>
                  <a:lnTo>
                    <a:pt x="7186138" y="2025000"/>
                  </a:lnTo>
                  <a:lnTo>
                    <a:pt x="7071661" y="2023296"/>
                  </a:lnTo>
                  <a:lnTo>
                    <a:pt x="6959891" y="2021829"/>
                  </a:lnTo>
                  <a:lnTo>
                    <a:pt x="6854793" y="2020603"/>
                  </a:lnTo>
                  <a:lnTo>
                    <a:pt x="6760408" y="2019618"/>
                  </a:lnTo>
                  <a:lnTo>
                    <a:pt x="6680289" y="2018865"/>
                  </a:lnTo>
                  <a:lnTo>
                    <a:pt x="6616909" y="2018326"/>
                  </a:lnTo>
                  <a:lnTo>
                    <a:pt x="6571193" y="2017973"/>
                  </a:lnTo>
                  <a:lnTo>
                    <a:pt x="6542275" y="2017769"/>
                  </a:lnTo>
                  <a:lnTo>
                    <a:pt x="6527524" y="2017674"/>
                  </a:lnTo>
                  <a:lnTo>
                    <a:pt x="6522738" y="2017646"/>
                  </a:lnTo>
                  <a:lnTo>
                    <a:pt x="6522385" y="2017644"/>
                  </a:lnTo>
                  <a:lnTo>
                    <a:pt x="5527445" y="2017644"/>
                  </a:lnTo>
                  <a:lnTo>
                    <a:pt x="5526340" y="2017606"/>
                  </a:lnTo>
                  <a:lnTo>
                    <a:pt x="5519044" y="2017339"/>
                  </a:lnTo>
                  <a:lnTo>
                    <a:pt x="5500541" y="2016603"/>
                  </a:lnTo>
                  <a:lnTo>
                    <a:pt x="5467182" y="2015150"/>
                  </a:lnTo>
                  <a:lnTo>
                    <a:pt x="5416901" y="2012750"/>
                  </a:lnTo>
                  <a:lnTo>
                    <a:pt x="5349360" y="2009200"/>
                  </a:lnTo>
                  <a:lnTo>
                    <a:pt x="5265908" y="2004352"/>
                  </a:lnTo>
                  <a:lnTo>
                    <a:pt x="5169287" y="1998114"/>
                  </a:lnTo>
                  <a:lnTo>
                    <a:pt x="5063130" y="1990449"/>
                  </a:lnTo>
                  <a:lnTo>
                    <a:pt x="4951399" y="1981363"/>
                  </a:lnTo>
                  <a:lnTo>
                    <a:pt x="4837866" y="1970884"/>
                  </a:lnTo>
                  <a:lnTo>
                    <a:pt x="4725742" y="1959037"/>
                  </a:lnTo>
                  <a:lnTo>
                    <a:pt x="4617493" y="1945833"/>
                  </a:lnTo>
                  <a:lnTo>
                    <a:pt x="4514801" y="1931249"/>
                  </a:lnTo>
                  <a:lnTo>
                    <a:pt x="4418639" y="1915224"/>
                  </a:lnTo>
                  <a:lnTo>
                    <a:pt x="4329393" y="1897653"/>
                  </a:lnTo>
                  <a:lnTo>
                    <a:pt x="4247009" y="1878387"/>
                  </a:lnTo>
                  <a:lnTo>
                    <a:pt x="4171116" y="1857237"/>
                  </a:lnTo>
                  <a:lnTo>
                    <a:pt x="4101142" y="1833975"/>
                  </a:lnTo>
                  <a:lnTo>
                    <a:pt x="4036396" y="1808346"/>
                  </a:lnTo>
                  <a:lnTo>
                    <a:pt x="3976130" y="1780081"/>
                  </a:lnTo>
                  <a:lnTo>
                    <a:pt x="3919584" y="1748924"/>
                  </a:lnTo>
                  <a:lnTo>
                    <a:pt x="3866034" y="1714668"/>
                  </a:lnTo>
                  <a:lnTo>
                    <a:pt x="3820202" y="1681370"/>
                  </a:lnTo>
                  <a:lnTo>
                    <a:pt x="3770728" y="1641181"/>
                  </a:lnTo>
                  <a:lnTo>
                    <a:pt x="3722588" y="1597750"/>
                  </a:lnTo>
                  <a:lnTo>
                    <a:pt x="3675382" y="1551014"/>
                  </a:lnTo>
                  <a:lnTo>
                    <a:pt x="3628797" y="1500973"/>
                  </a:lnTo>
                  <a:lnTo>
                    <a:pt x="3582589" y="1447703"/>
                  </a:lnTo>
                  <a:lnTo>
                    <a:pt x="3536577" y="1391356"/>
                  </a:lnTo>
                  <a:lnTo>
                    <a:pt x="3490629" y="1332168"/>
                  </a:lnTo>
                  <a:lnTo>
                    <a:pt x="3444664" y="1270459"/>
                  </a:lnTo>
                  <a:lnTo>
                    <a:pt x="3398635" y="1206625"/>
                  </a:lnTo>
                  <a:lnTo>
                    <a:pt x="3352529" y="1141133"/>
                  </a:lnTo>
                  <a:lnTo>
                    <a:pt x="3306359" y="1074506"/>
                  </a:lnTo>
                  <a:lnTo>
                    <a:pt x="3260153" y="1007308"/>
                  </a:lnTo>
                  <a:lnTo>
                    <a:pt x="3213947" y="940123"/>
                  </a:lnTo>
                  <a:lnTo>
                    <a:pt x="3167780" y="873535"/>
                  </a:lnTo>
                  <a:lnTo>
                    <a:pt x="3121677" y="808106"/>
                  </a:lnTo>
                  <a:lnTo>
                    <a:pt x="3075652" y="744358"/>
                  </a:lnTo>
                  <a:lnTo>
                    <a:pt x="3029688" y="682755"/>
                  </a:lnTo>
                  <a:lnTo>
                    <a:pt x="2983740" y="623689"/>
                  </a:lnTo>
                  <a:lnTo>
                    <a:pt x="2937722" y="567476"/>
                  </a:lnTo>
                  <a:lnTo>
                    <a:pt x="2891501" y="514348"/>
                  </a:lnTo>
                  <a:lnTo>
                    <a:pt x="2844894" y="464455"/>
                  </a:lnTo>
                  <a:lnTo>
                    <a:pt x="2797654" y="417868"/>
                  </a:lnTo>
                  <a:lnTo>
                    <a:pt x="2749463" y="374585"/>
                  </a:lnTo>
                  <a:lnTo>
                    <a:pt x="2702183" y="336274"/>
                  </a:lnTo>
                  <a:lnTo>
                    <a:pt x="2650750" y="299162"/>
                  </a:lnTo>
                  <a:lnTo>
                    <a:pt x="2596913" y="265244"/>
                  </a:lnTo>
                  <a:lnTo>
                    <a:pt x="2540005" y="234407"/>
                  </a:lnTo>
                  <a:lnTo>
                    <a:pt x="2479296" y="206437"/>
                  </a:lnTo>
                  <a:lnTo>
                    <a:pt x="2414027" y="181074"/>
                  </a:lnTo>
                  <a:lnTo>
                    <a:pt x="2343452" y="158049"/>
                  </a:lnTo>
                  <a:lnTo>
                    <a:pt x="2266890" y="137111"/>
                  </a:lnTo>
                  <a:lnTo>
                    <a:pt x="2183785" y="118035"/>
                  </a:lnTo>
                  <a:lnTo>
                    <a:pt x="2093796" y="100635"/>
                  </a:lnTo>
                  <a:lnTo>
                    <a:pt x="1996908" y="84768"/>
                  </a:lnTo>
                  <a:lnTo>
                    <a:pt x="1893565" y="70334"/>
                  </a:lnTo>
                  <a:lnTo>
                    <a:pt x="1784808" y="57275"/>
                  </a:lnTo>
                  <a:lnTo>
                    <a:pt x="1672402" y="45574"/>
                  </a:lnTo>
                  <a:lnTo>
                    <a:pt x="1558895" y="35242"/>
                  </a:lnTo>
                  <a:lnTo>
                    <a:pt x="1447574" y="26307"/>
                  </a:lnTo>
                  <a:lnTo>
                    <a:pt x="1342248" y="18795"/>
                  </a:lnTo>
                  <a:lnTo>
                    <a:pt x="1246871" y="12708"/>
                  </a:lnTo>
                  <a:lnTo>
                    <a:pt x="1165011" y="8004"/>
                  </a:lnTo>
                  <a:lnTo>
                    <a:pt x="1099278" y="4585"/>
                  </a:lnTo>
                  <a:lnTo>
                    <a:pt x="1050852" y="2296"/>
                  </a:lnTo>
                  <a:lnTo>
                    <a:pt x="1019210" y="932"/>
                  </a:lnTo>
                  <a:lnTo>
                    <a:pt x="1002104" y="257"/>
                  </a:lnTo>
                  <a:lnTo>
                    <a:pt x="995731" y="2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0" name="pg479"/>
            <p:cNvSpPr/>
            <p:nvPr/>
          </p:nvSpPr>
          <p:spPr>
            <a:xfrm>
              <a:off x="1199187" y="3348600"/>
              <a:ext cx="12049831" cy="3238711"/>
            </a:xfrm>
            <a:custGeom>
              <a:avLst/>
              <a:pathLst>
                <a:path w="12049831" h="3238711">
                  <a:moveTo>
                    <a:pt x="0" y="5240"/>
                  </a:moveTo>
                  <a:lnTo>
                    <a:pt x="994940" y="5240"/>
                  </a:lnTo>
                  <a:lnTo>
                    <a:pt x="996044" y="5278"/>
                  </a:lnTo>
                  <a:lnTo>
                    <a:pt x="1003339" y="5546"/>
                  </a:lnTo>
                  <a:lnTo>
                    <a:pt x="1021837" y="6286"/>
                  </a:lnTo>
                  <a:lnTo>
                    <a:pt x="1055187" y="7746"/>
                  </a:lnTo>
                  <a:lnTo>
                    <a:pt x="1105456" y="10158"/>
                  </a:lnTo>
                  <a:lnTo>
                    <a:pt x="1172981" y="13725"/>
                  </a:lnTo>
                  <a:lnTo>
                    <a:pt x="1256415" y="18597"/>
                  </a:lnTo>
                  <a:lnTo>
                    <a:pt x="1353019" y="24866"/>
                  </a:lnTo>
                  <a:lnTo>
                    <a:pt x="1459159" y="32569"/>
                  </a:lnTo>
                  <a:lnTo>
                    <a:pt x="1570876" y="41699"/>
                  </a:lnTo>
                  <a:lnTo>
                    <a:pt x="1684398" y="52231"/>
                  </a:lnTo>
                  <a:lnTo>
                    <a:pt x="1796515" y="64136"/>
                  </a:lnTo>
                  <a:lnTo>
                    <a:pt x="1904759" y="77406"/>
                  </a:lnTo>
                  <a:lnTo>
                    <a:pt x="2007448" y="92063"/>
                  </a:lnTo>
                  <a:lnTo>
                    <a:pt x="2103611" y="108167"/>
                  </a:lnTo>
                  <a:lnTo>
                    <a:pt x="2192858" y="125826"/>
                  </a:lnTo>
                  <a:lnTo>
                    <a:pt x="2275246" y="145187"/>
                  </a:lnTo>
                  <a:lnTo>
                    <a:pt x="2351142" y="166441"/>
                  </a:lnTo>
                  <a:lnTo>
                    <a:pt x="2421119" y="189818"/>
                  </a:lnTo>
                  <a:lnTo>
                    <a:pt x="2485867" y="215573"/>
                  </a:lnTo>
                  <a:lnTo>
                    <a:pt x="2546136" y="243976"/>
                  </a:lnTo>
                  <a:lnTo>
                    <a:pt x="2602683" y="275285"/>
                  </a:lnTo>
                  <a:lnTo>
                    <a:pt x="2656234" y="309709"/>
                  </a:lnTo>
                  <a:lnTo>
                    <a:pt x="2702183" y="343261"/>
                  </a:lnTo>
                  <a:lnTo>
                    <a:pt x="2751582" y="383594"/>
                  </a:lnTo>
                  <a:lnTo>
                    <a:pt x="2799651" y="427176"/>
                  </a:lnTo>
                  <a:lnTo>
                    <a:pt x="2846787" y="474070"/>
                  </a:lnTo>
                  <a:lnTo>
                    <a:pt x="2893304" y="524276"/>
                  </a:lnTo>
                  <a:lnTo>
                    <a:pt x="2939442" y="577719"/>
                  </a:lnTo>
                  <a:lnTo>
                    <a:pt x="2985385" y="634247"/>
                  </a:lnTo>
                  <a:lnTo>
                    <a:pt x="3031262" y="693623"/>
                  </a:lnTo>
                  <a:lnTo>
                    <a:pt x="3077157" y="755531"/>
                  </a:lnTo>
                  <a:lnTo>
                    <a:pt x="3123114" y="819573"/>
                  </a:lnTo>
                  <a:lnTo>
                    <a:pt x="3169148" y="885284"/>
                  </a:lnTo>
                  <a:lnTo>
                    <a:pt x="3215246" y="952141"/>
                  </a:lnTo>
                  <a:lnTo>
                    <a:pt x="3261381" y="1019579"/>
                  </a:lnTo>
                  <a:lnTo>
                    <a:pt x="3307516" y="1087015"/>
                  </a:lnTo>
                  <a:lnTo>
                    <a:pt x="3353614" y="1153865"/>
                  </a:lnTo>
                  <a:lnTo>
                    <a:pt x="3399648" y="1219564"/>
                  </a:lnTo>
                  <a:lnTo>
                    <a:pt x="3445604" y="1283591"/>
                  </a:lnTo>
                  <a:lnTo>
                    <a:pt x="3491499" y="1345479"/>
                  </a:lnTo>
                  <a:lnTo>
                    <a:pt x="3537376" y="1404834"/>
                  </a:lnTo>
                  <a:lnTo>
                    <a:pt x="3583320" y="1461337"/>
                  </a:lnTo>
                  <a:lnTo>
                    <a:pt x="3629461" y="1514754"/>
                  </a:lnTo>
                  <a:lnTo>
                    <a:pt x="3675981" y="1564933"/>
                  </a:lnTo>
                  <a:lnTo>
                    <a:pt x="3723123" y="1611800"/>
                  </a:lnTo>
                  <a:lnTo>
                    <a:pt x="3771201" y="1655355"/>
                  </a:lnTo>
                  <a:lnTo>
                    <a:pt x="3820202" y="1695345"/>
                  </a:lnTo>
                  <a:lnTo>
                    <a:pt x="3871630" y="1732646"/>
                  </a:lnTo>
                  <a:lnTo>
                    <a:pt x="3925462" y="1766737"/>
                  </a:lnTo>
                  <a:lnTo>
                    <a:pt x="3982363" y="1797731"/>
                  </a:lnTo>
                  <a:lnTo>
                    <a:pt x="4043065" y="1825845"/>
                  </a:lnTo>
                  <a:lnTo>
                    <a:pt x="4108325" y="1851338"/>
                  </a:lnTo>
                  <a:lnTo>
                    <a:pt x="4178890" y="1874482"/>
                  </a:lnTo>
                  <a:lnTo>
                    <a:pt x="4255441" y="1895528"/>
                  </a:lnTo>
                  <a:lnTo>
                    <a:pt x="4338533" y="1914703"/>
                  </a:lnTo>
                  <a:lnTo>
                    <a:pt x="4428507" y="1932193"/>
                  </a:lnTo>
                  <a:lnTo>
                    <a:pt x="4525379" y="1948142"/>
                  </a:lnTo>
                  <a:lnTo>
                    <a:pt x="4628706" y="1962651"/>
                  </a:lnTo>
                  <a:lnTo>
                    <a:pt x="4737447" y="1975778"/>
                  </a:lnTo>
                  <a:lnTo>
                    <a:pt x="4849840" y="1987541"/>
                  </a:lnTo>
                  <a:lnTo>
                    <a:pt x="4963336" y="1997927"/>
                  </a:lnTo>
                  <a:lnTo>
                    <a:pt x="5074652" y="2006910"/>
                  </a:lnTo>
                  <a:lnTo>
                    <a:pt x="5179980" y="2014462"/>
                  </a:lnTo>
                  <a:lnTo>
                    <a:pt x="5275366" y="2020582"/>
                  </a:lnTo>
                  <a:lnTo>
                    <a:pt x="5357244" y="2025313"/>
                  </a:lnTo>
                  <a:lnTo>
                    <a:pt x="5423001" y="2028751"/>
                  </a:lnTo>
                  <a:lnTo>
                    <a:pt x="5471456" y="2031054"/>
                  </a:lnTo>
                  <a:lnTo>
                    <a:pt x="5503127" y="2032426"/>
                  </a:lnTo>
                  <a:lnTo>
                    <a:pt x="5520258" y="2033106"/>
                  </a:lnTo>
                  <a:lnTo>
                    <a:pt x="5526648" y="2033339"/>
                  </a:lnTo>
                  <a:lnTo>
                    <a:pt x="5527445" y="2033366"/>
                  </a:lnTo>
                  <a:lnTo>
                    <a:pt x="6522385" y="2033366"/>
                  </a:lnTo>
                  <a:lnTo>
                    <a:pt x="6523510" y="2033388"/>
                  </a:lnTo>
                  <a:lnTo>
                    <a:pt x="6530936" y="2033551"/>
                  </a:lnTo>
                  <a:lnTo>
                    <a:pt x="6549758" y="2033999"/>
                  </a:lnTo>
                  <a:lnTo>
                    <a:pt x="6583668" y="2034883"/>
                  </a:lnTo>
                  <a:lnTo>
                    <a:pt x="6634737" y="2036343"/>
                  </a:lnTo>
                  <a:lnTo>
                    <a:pt x="6703256" y="2038501"/>
                  </a:lnTo>
                  <a:lnTo>
                    <a:pt x="6787800" y="2041448"/>
                  </a:lnTo>
                  <a:lnTo>
                    <a:pt x="6885532" y="2045236"/>
                  </a:lnTo>
                  <a:lnTo>
                    <a:pt x="6992723" y="2049888"/>
                  </a:lnTo>
                  <a:lnTo>
                    <a:pt x="7105337" y="2055397"/>
                  </a:lnTo>
                  <a:lnTo>
                    <a:pt x="7219560" y="2061749"/>
                  </a:lnTo>
                  <a:lnTo>
                    <a:pt x="7332165" y="2068927"/>
                  </a:lnTo>
                  <a:lnTo>
                    <a:pt x="7440697" y="2076926"/>
                  </a:lnTo>
                  <a:lnTo>
                    <a:pt x="7543501" y="2085761"/>
                  </a:lnTo>
                  <a:lnTo>
                    <a:pt x="7639642" y="2095472"/>
                  </a:lnTo>
                  <a:lnTo>
                    <a:pt x="7728771" y="2106125"/>
                  </a:lnTo>
                  <a:lnTo>
                    <a:pt x="7810981" y="2117813"/>
                  </a:lnTo>
                  <a:lnTo>
                    <a:pt x="7886671" y="2130654"/>
                  </a:lnTo>
                  <a:lnTo>
                    <a:pt x="7956442" y="2144788"/>
                  </a:lnTo>
                  <a:lnTo>
                    <a:pt x="8021007" y="2160372"/>
                  </a:lnTo>
                  <a:lnTo>
                    <a:pt x="8081132" y="2177569"/>
                  </a:lnTo>
                  <a:lnTo>
                    <a:pt x="8137587" y="2196534"/>
                  </a:lnTo>
                  <a:lnTo>
                    <a:pt x="8191105" y="2217386"/>
                  </a:lnTo>
                  <a:lnTo>
                    <a:pt x="8229629" y="2234257"/>
                  </a:lnTo>
                  <a:lnTo>
                    <a:pt x="8285286" y="2261455"/>
                  </a:lnTo>
                  <a:lnTo>
                    <a:pt x="8339318" y="2291121"/>
                  </a:lnTo>
                  <a:lnTo>
                    <a:pt x="8392270" y="2323299"/>
                  </a:lnTo>
                  <a:lnTo>
                    <a:pt x="8444560" y="2357969"/>
                  </a:lnTo>
                  <a:lnTo>
                    <a:pt x="8496496" y="2395037"/>
                  </a:lnTo>
                  <a:lnTo>
                    <a:pt x="8548294" y="2434332"/>
                  </a:lnTo>
                  <a:lnTo>
                    <a:pt x="8600094" y="2475602"/>
                  </a:lnTo>
                  <a:lnTo>
                    <a:pt x="8651970" y="2518520"/>
                  </a:lnTo>
                  <a:lnTo>
                    <a:pt x="8703942" y="2562689"/>
                  </a:lnTo>
                  <a:lnTo>
                    <a:pt x="8755992" y="2607659"/>
                  </a:lnTo>
                  <a:lnTo>
                    <a:pt x="8808075" y="2652942"/>
                  </a:lnTo>
                  <a:lnTo>
                    <a:pt x="8860138" y="2698038"/>
                  </a:lnTo>
                  <a:lnTo>
                    <a:pt x="8912132" y="2742454"/>
                  </a:lnTo>
                  <a:lnTo>
                    <a:pt x="8964032" y="2785729"/>
                  </a:lnTo>
                  <a:lnTo>
                    <a:pt x="9015847" y="2827452"/>
                  </a:lnTo>
                  <a:lnTo>
                    <a:pt x="9067635" y="2867275"/>
                  </a:lnTo>
                  <a:lnTo>
                    <a:pt x="9119519" y="2904927"/>
                  </a:lnTo>
                  <a:lnTo>
                    <a:pt x="9171694" y="2940217"/>
                  </a:lnTo>
                  <a:lnTo>
                    <a:pt x="9224443" y="2973032"/>
                  </a:lnTo>
                  <a:lnTo>
                    <a:pt x="9278155" y="3003334"/>
                  </a:lnTo>
                  <a:lnTo>
                    <a:pt x="9333339" y="3031150"/>
                  </a:lnTo>
                  <a:lnTo>
                    <a:pt x="9347647" y="3037820"/>
                  </a:lnTo>
                  <a:lnTo>
                    <a:pt x="9399401" y="3060120"/>
                  </a:lnTo>
                  <a:lnTo>
                    <a:pt x="9453592" y="3080489"/>
                  </a:lnTo>
                  <a:lnTo>
                    <a:pt x="9510900" y="3098996"/>
                  </a:lnTo>
                  <a:lnTo>
                    <a:pt x="9572069" y="3115772"/>
                  </a:lnTo>
                  <a:lnTo>
                    <a:pt x="9637873" y="3130976"/>
                  </a:lnTo>
                  <a:lnTo>
                    <a:pt x="9709070" y="3144771"/>
                  </a:lnTo>
                  <a:lnTo>
                    <a:pt x="9786350" y="3157309"/>
                  </a:lnTo>
                  <a:lnTo>
                    <a:pt x="9870274" y="3168726"/>
                  </a:lnTo>
                  <a:lnTo>
                    <a:pt x="9961174" y="3179135"/>
                  </a:lnTo>
                  <a:lnTo>
                    <a:pt x="10059045" y="3188620"/>
                  </a:lnTo>
                  <a:lnTo>
                    <a:pt x="10163405" y="3197242"/>
                  </a:lnTo>
                  <a:lnTo>
                    <a:pt x="10273148" y="3205034"/>
                  </a:lnTo>
                  <a:lnTo>
                    <a:pt x="10386423" y="3212004"/>
                  </a:lnTo>
                  <a:lnTo>
                    <a:pt x="10500573" y="3218146"/>
                  </a:lnTo>
                  <a:lnTo>
                    <a:pt x="10612198" y="3223441"/>
                  </a:lnTo>
                  <a:lnTo>
                    <a:pt x="10717386" y="3227875"/>
                  </a:lnTo>
                  <a:lnTo>
                    <a:pt x="10812125" y="3231448"/>
                  </a:lnTo>
                  <a:lnTo>
                    <a:pt x="10892856" y="3234190"/>
                  </a:lnTo>
                  <a:lnTo>
                    <a:pt x="10957054" y="3236163"/>
                  </a:lnTo>
                  <a:lnTo>
                    <a:pt x="11003706" y="3237466"/>
                  </a:lnTo>
                  <a:lnTo>
                    <a:pt x="11033557" y="3238226"/>
                  </a:lnTo>
                  <a:lnTo>
                    <a:pt x="11049105" y="3238588"/>
                  </a:lnTo>
                  <a:lnTo>
                    <a:pt x="11054413" y="3238702"/>
                  </a:lnTo>
                  <a:lnTo>
                    <a:pt x="11054891" y="3238711"/>
                  </a:lnTo>
                  <a:lnTo>
                    <a:pt x="12049831" y="3238711"/>
                  </a:lnTo>
                  <a:lnTo>
                    <a:pt x="12049831" y="3233471"/>
                  </a:lnTo>
                  <a:lnTo>
                    <a:pt x="11054891" y="3233471"/>
                  </a:lnTo>
                  <a:lnTo>
                    <a:pt x="11053766" y="3233448"/>
                  </a:lnTo>
                  <a:lnTo>
                    <a:pt x="11046341" y="3233286"/>
                  </a:lnTo>
                  <a:lnTo>
                    <a:pt x="11027518" y="3232837"/>
                  </a:lnTo>
                  <a:lnTo>
                    <a:pt x="10993608" y="3231954"/>
                  </a:lnTo>
                  <a:lnTo>
                    <a:pt x="10942540" y="3230493"/>
                  </a:lnTo>
                  <a:lnTo>
                    <a:pt x="10874020" y="3228335"/>
                  </a:lnTo>
                  <a:lnTo>
                    <a:pt x="10789476" y="3225388"/>
                  </a:lnTo>
                  <a:lnTo>
                    <a:pt x="10691744" y="3221600"/>
                  </a:lnTo>
                  <a:lnTo>
                    <a:pt x="10584554" y="3216949"/>
                  </a:lnTo>
                  <a:lnTo>
                    <a:pt x="10471939" y="3211439"/>
                  </a:lnTo>
                  <a:lnTo>
                    <a:pt x="10357716" y="3205087"/>
                  </a:lnTo>
                  <a:lnTo>
                    <a:pt x="10245112" y="3197910"/>
                  </a:lnTo>
                  <a:lnTo>
                    <a:pt x="10136580" y="3189911"/>
                  </a:lnTo>
                  <a:lnTo>
                    <a:pt x="10033776" y="3181075"/>
                  </a:lnTo>
                  <a:lnTo>
                    <a:pt x="9937634" y="3171364"/>
                  </a:lnTo>
                  <a:lnTo>
                    <a:pt x="9848505" y="3160711"/>
                  </a:lnTo>
                  <a:lnTo>
                    <a:pt x="9766296" y="3149023"/>
                  </a:lnTo>
                  <a:lnTo>
                    <a:pt x="9690605" y="3136182"/>
                  </a:lnTo>
                  <a:lnTo>
                    <a:pt x="9620835" y="3122048"/>
                  </a:lnTo>
                  <a:lnTo>
                    <a:pt x="9556269" y="3106464"/>
                  </a:lnTo>
                  <a:lnTo>
                    <a:pt x="9496144" y="3089267"/>
                  </a:lnTo>
                  <a:lnTo>
                    <a:pt x="9439689" y="3070302"/>
                  </a:lnTo>
                  <a:lnTo>
                    <a:pt x="9386172" y="3049450"/>
                  </a:lnTo>
                  <a:lnTo>
                    <a:pt x="9347647" y="3032580"/>
                  </a:lnTo>
                  <a:lnTo>
                    <a:pt x="9291990" y="3005382"/>
                  </a:lnTo>
                  <a:lnTo>
                    <a:pt x="9237959" y="2975716"/>
                  </a:lnTo>
                  <a:lnTo>
                    <a:pt x="9185006" y="2943537"/>
                  </a:lnTo>
                  <a:lnTo>
                    <a:pt x="9132716" y="2908868"/>
                  </a:lnTo>
                  <a:lnTo>
                    <a:pt x="9080781" y="2871799"/>
                  </a:lnTo>
                  <a:lnTo>
                    <a:pt x="9028982" y="2832504"/>
                  </a:lnTo>
                  <a:lnTo>
                    <a:pt x="8977182" y="2791234"/>
                  </a:lnTo>
                  <a:lnTo>
                    <a:pt x="8925306" y="2748316"/>
                  </a:lnTo>
                  <a:lnTo>
                    <a:pt x="8873334" y="2704147"/>
                  </a:lnTo>
                  <a:lnTo>
                    <a:pt x="8821285" y="2659178"/>
                  </a:lnTo>
                  <a:lnTo>
                    <a:pt x="8769202" y="2613894"/>
                  </a:lnTo>
                  <a:lnTo>
                    <a:pt x="8717139" y="2568798"/>
                  </a:lnTo>
                  <a:lnTo>
                    <a:pt x="8665144" y="2524382"/>
                  </a:lnTo>
                  <a:lnTo>
                    <a:pt x="8613244" y="2481107"/>
                  </a:lnTo>
                  <a:lnTo>
                    <a:pt x="8561430" y="2439385"/>
                  </a:lnTo>
                  <a:lnTo>
                    <a:pt x="8509641" y="2399562"/>
                  </a:lnTo>
                  <a:lnTo>
                    <a:pt x="8457758" y="2361909"/>
                  </a:lnTo>
                  <a:lnTo>
                    <a:pt x="8405583" y="2326619"/>
                  </a:lnTo>
                  <a:lnTo>
                    <a:pt x="8352833" y="2293804"/>
                  </a:lnTo>
                  <a:lnTo>
                    <a:pt x="8299122" y="2263503"/>
                  </a:lnTo>
                  <a:lnTo>
                    <a:pt x="8243937" y="2235686"/>
                  </a:lnTo>
                  <a:lnTo>
                    <a:pt x="8229629" y="2229016"/>
                  </a:lnTo>
                  <a:lnTo>
                    <a:pt x="8177876" y="2206716"/>
                  </a:lnTo>
                  <a:lnTo>
                    <a:pt x="8123684" y="2186347"/>
                  </a:lnTo>
                  <a:lnTo>
                    <a:pt x="8066377" y="2167840"/>
                  </a:lnTo>
                  <a:lnTo>
                    <a:pt x="8005207" y="2151064"/>
                  </a:lnTo>
                  <a:lnTo>
                    <a:pt x="7939403" y="2135860"/>
                  </a:lnTo>
                  <a:lnTo>
                    <a:pt x="7868207" y="2122066"/>
                  </a:lnTo>
                  <a:lnTo>
                    <a:pt x="7790926" y="2109527"/>
                  </a:lnTo>
                  <a:lnTo>
                    <a:pt x="7707003" y="2098110"/>
                  </a:lnTo>
                  <a:lnTo>
                    <a:pt x="7616103" y="2087702"/>
                  </a:lnTo>
                  <a:lnTo>
                    <a:pt x="7518231" y="2078216"/>
                  </a:lnTo>
                  <a:lnTo>
                    <a:pt x="7413871" y="2069594"/>
                  </a:lnTo>
                  <a:lnTo>
                    <a:pt x="7304128" y="2061803"/>
                  </a:lnTo>
                  <a:lnTo>
                    <a:pt x="7190853" y="2054832"/>
                  </a:lnTo>
                  <a:lnTo>
                    <a:pt x="7076703" y="2048690"/>
                  </a:lnTo>
                  <a:lnTo>
                    <a:pt x="6965078" y="2043395"/>
                  </a:lnTo>
                  <a:lnTo>
                    <a:pt x="6859890" y="2038961"/>
                  </a:lnTo>
                  <a:lnTo>
                    <a:pt x="6765151" y="2035388"/>
                  </a:lnTo>
                  <a:lnTo>
                    <a:pt x="6684421" y="2032646"/>
                  </a:lnTo>
                  <a:lnTo>
                    <a:pt x="6620222" y="2030674"/>
                  </a:lnTo>
                  <a:lnTo>
                    <a:pt x="6573570" y="2029371"/>
                  </a:lnTo>
                  <a:lnTo>
                    <a:pt x="6543719" y="2028610"/>
                  </a:lnTo>
                  <a:lnTo>
                    <a:pt x="6528172" y="2028248"/>
                  </a:lnTo>
                  <a:lnTo>
                    <a:pt x="6522863" y="2028134"/>
                  </a:lnTo>
                  <a:lnTo>
                    <a:pt x="6522385" y="2028125"/>
                  </a:lnTo>
                  <a:lnTo>
                    <a:pt x="5527445" y="2028125"/>
                  </a:lnTo>
                  <a:lnTo>
                    <a:pt x="5526341" y="2028087"/>
                  </a:lnTo>
                  <a:lnTo>
                    <a:pt x="5519046" y="2027819"/>
                  </a:lnTo>
                  <a:lnTo>
                    <a:pt x="5500548" y="2027079"/>
                  </a:lnTo>
                  <a:lnTo>
                    <a:pt x="5467198" y="2025620"/>
                  </a:lnTo>
                  <a:lnTo>
                    <a:pt x="5416929" y="2023207"/>
                  </a:lnTo>
                  <a:lnTo>
                    <a:pt x="5349404" y="2019640"/>
                  </a:lnTo>
                  <a:lnTo>
                    <a:pt x="5265970" y="2014768"/>
                  </a:lnTo>
                  <a:lnTo>
                    <a:pt x="5169366" y="2008499"/>
                  </a:lnTo>
                  <a:lnTo>
                    <a:pt x="5063226" y="2000796"/>
                  </a:lnTo>
                  <a:lnTo>
                    <a:pt x="4951509" y="1991666"/>
                  </a:lnTo>
                  <a:lnTo>
                    <a:pt x="4837987" y="1981134"/>
                  </a:lnTo>
                  <a:lnTo>
                    <a:pt x="4725870" y="1969229"/>
                  </a:lnTo>
                  <a:lnTo>
                    <a:pt x="4617626" y="1955959"/>
                  </a:lnTo>
                  <a:lnTo>
                    <a:pt x="4514937" y="1941302"/>
                  </a:lnTo>
                  <a:lnTo>
                    <a:pt x="4418774" y="1925198"/>
                  </a:lnTo>
                  <a:lnTo>
                    <a:pt x="4329527" y="1907539"/>
                  </a:lnTo>
                  <a:lnTo>
                    <a:pt x="4247139" y="1888178"/>
                  </a:lnTo>
                  <a:lnTo>
                    <a:pt x="4171243" y="1866924"/>
                  </a:lnTo>
                  <a:lnTo>
                    <a:pt x="4101266" y="1843547"/>
                  </a:lnTo>
                  <a:lnTo>
                    <a:pt x="4036518" y="1817792"/>
                  </a:lnTo>
                  <a:lnTo>
                    <a:pt x="3976249" y="1789389"/>
                  </a:lnTo>
                  <a:lnTo>
                    <a:pt x="3919702" y="1758080"/>
                  </a:lnTo>
                  <a:lnTo>
                    <a:pt x="3866151" y="1723656"/>
                  </a:lnTo>
                  <a:lnTo>
                    <a:pt x="3820202" y="1690104"/>
                  </a:lnTo>
                  <a:lnTo>
                    <a:pt x="3770803" y="1649771"/>
                  </a:lnTo>
                  <a:lnTo>
                    <a:pt x="3722734" y="1606189"/>
                  </a:lnTo>
                  <a:lnTo>
                    <a:pt x="3675598" y="1559295"/>
                  </a:lnTo>
                  <a:lnTo>
                    <a:pt x="3629081" y="1509089"/>
                  </a:lnTo>
                  <a:lnTo>
                    <a:pt x="3582943" y="1455646"/>
                  </a:lnTo>
                  <a:lnTo>
                    <a:pt x="3537000" y="1399118"/>
                  </a:lnTo>
                  <a:lnTo>
                    <a:pt x="3491123" y="1339742"/>
                  </a:lnTo>
                  <a:lnTo>
                    <a:pt x="3445228" y="1277834"/>
                  </a:lnTo>
                  <a:lnTo>
                    <a:pt x="3399271" y="1213792"/>
                  </a:lnTo>
                  <a:lnTo>
                    <a:pt x="3353237" y="1148081"/>
                  </a:lnTo>
                  <a:lnTo>
                    <a:pt x="3307139" y="1081224"/>
                  </a:lnTo>
                  <a:lnTo>
                    <a:pt x="3261004" y="1013786"/>
                  </a:lnTo>
                  <a:lnTo>
                    <a:pt x="3214869" y="946350"/>
                  </a:lnTo>
                  <a:lnTo>
                    <a:pt x="3168771" y="879500"/>
                  </a:lnTo>
                  <a:lnTo>
                    <a:pt x="3122737" y="813801"/>
                  </a:lnTo>
                  <a:lnTo>
                    <a:pt x="3076781" y="749774"/>
                  </a:lnTo>
                  <a:lnTo>
                    <a:pt x="3030886" y="687886"/>
                  </a:lnTo>
                  <a:lnTo>
                    <a:pt x="2985009" y="628531"/>
                  </a:lnTo>
                  <a:lnTo>
                    <a:pt x="2939065" y="572028"/>
                  </a:lnTo>
                  <a:lnTo>
                    <a:pt x="2892924" y="518611"/>
                  </a:lnTo>
                  <a:lnTo>
                    <a:pt x="2846404" y="468432"/>
                  </a:lnTo>
                  <a:lnTo>
                    <a:pt x="2799262" y="421565"/>
                  </a:lnTo>
                  <a:lnTo>
                    <a:pt x="2751184" y="378010"/>
                  </a:lnTo>
                  <a:lnTo>
                    <a:pt x="2702183" y="338020"/>
                  </a:lnTo>
                  <a:lnTo>
                    <a:pt x="2650755" y="300719"/>
                  </a:lnTo>
                  <a:lnTo>
                    <a:pt x="2596923" y="266628"/>
                  </a:lnTo>
                  <a:lnTo>
                    <a:pt x="2540022" y="235634"/>
                  </a:lnTo>
                  <a:lnTo>
                    <a:pt x="2479320" y="207520"/>
                  </a:lnTo>
                  <a:lnTo>
                    <a:pt x="2414060" y="182027"/>
                  </a:lnTo>
                  <a:lnTo>
                    <a:pt x="2343495" y="158883"/>
                  </a:lnTo>
                  <a:lnTo>
                    <a:pt x="2266944" y="137837"/>
                  </a:lnTo>
                  <a:lnTo>
                    <a:pt x="2183852" y="118662"/>
                  </a:lnTo>
                  <a:lnTo>
                    <a:pt x="2093878" y="101173"/>
                  </a:lnTo>
                  <a:lnTo>
                    <a:pt x="1997006" y="85223"/>
                  </a:lnTo>
                  <a:lnTo>
                    <a:pt x="1893679" y="70714"/>
                  </a:lnTo>
                  <a:lnTo>
                    <a:pt x="1784938" y="57587"/>
                  </a:lnTo>
                  <a:lnTo>
                    <a:pt x="1672545" y="45824"/>
                  </a:lnTo>
                  <a:lnTo>
                    <a:pt x="1559049" y="35438"/>
                  </a:lnTo>
                  <a:lnTo>
                    <a:pt x="1447733" y="26456"/>
                  </a:lnTo>
                  <a:lnTo>
                    <a:pt x="1342405" y="18903"/>
                  </a:lnTo>
                  <a:lnTo>
                    <a:pt x="1247019" y="12783"/>
                  </a:lnTo>
                  <a:lnTo>
                    <a:pt x="1165141" y="8052"/>
                  </a:lnTo>
                  <a:lnTo>
                    <a:pt x="1099384" y="4614"/>
                  </a:lnTo>
                  <a:lnTo>
                    <a:pt x="1050929" y="2312"/>
                  </a:lnTo>
                  <a:lnTo>
                    <a:pt x="1019258" y="939"/>
                  </a:lnTo>
                  <a:lnTo>
                    <a:pt x="1002127" y="259"/>
                  </a:lnTo>
                  <a:lnTo>
                    <a:pt x="995737" y="2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81" name="pl480"/>
            <p:cNvSpPr/>
            <p:nvPr/>
          </p:nvSpPr>
          <p:spPr>
            <a:xfrm>
              <a:off x="1199187" y="3353841"/>
              <a:ext cx="12049831" cy="3233471"/>
            </a:xfrm>
            <a:custGeom>
              <a:avLst/>
              <a:pathLst>
                <a:path w="12049831" h="3233471">
                  <a:moveTo>
                    <a:pt x="0" y="0"/>
                  </a:moveTo>
                  <a:lnTo>
                    <a:pt x="994940" y="0"/>
                  </a:lnTo>
                  <a:lnTo>
                    <a:pt x="996044" y="37"/>
                  </a:lnTo>
                  <a:lnTo>
                    <a:pt x="1003339" y="305"/>
                  </a:lnTo>
                  <a:lnTo>
                    <a:pt x="1021837" y="1046"/>
                  </a:lnTo>
                  <a:lnTo>
                    <a:pt x="1055187" y="2505"/>
                  </a:lnTo>
                  <a:lnTo>
                    <a:pt x="1105456" y="4917"/>
                  </a:lnTo>
                  <a:lnTo>
                    <a:pt x="1172981" y="8484"/>
                  </a:lnTo>
                  <a:lnTo>
                    <a:pt x="1256415" y="13356"/>
                  </a:lnTo>
                  <a:lnTo>
                    <a:pt x="1353019" y="19626"/>
                  </a:lnTo>
                  <a:lnTo>
                    <a:pt x="1459159" y="27328"/>
                  </a:lnTo>
                  <a:lnTo>
                    <a:pt x="1570876" y="36459"/>
                  </a:lnTo>
                  <a:lnTo>
                    <a:pt x="1684398" y="46990"/>
                  </a:lnTo>
                  <a:lnTo>
                    <a:pt x="1796515" y="58896"/>
                  </a:lnTo>
                  <a:lnTo>
                    <a:pt x="1904759" y="72166"/>
                  </a:lnTo>
                  <a:lnTo>
                    <a:pt x="2007448" y="86822"/>
                  </a:lnTo>
                  <a:lnTo>
                    <a:pt x="2103611" y="102927"/>
                  </a:lnTo>
                  <a:lnTo>
                    <a:pt x="2192858" y="120585"/>
                  </a:lnTo>
                  <a:lnTo>
                    <a:pt x="2275246" y="139946"/>
                  </a:lnTo>
                  <a:lnTo>
                    <a:pt x="2351142" y="161201"/>
                  </a:lnTo>
                  <a:lnTo>
                    <a:pt x="2421119" y="184577"/>
                  </a:lnTo>
                  <a:lnTo>
                    <a:pt x="2485867" y="210332"/>
                  </a:lnTo>
                  <a:lnTo>
                    <a:pt x="2546136" y="238735"/>
                  </a:lnTo>
                  <a:lnTo>
                    <a:pt x="2602683" y="270044"/>
                  </a:lnTo>
                  <a:lnTo>
                    <a:pt x="2656234" y="304469"/>
                  </a:lnTo>
                  <a:lnTo>
                    <a:pt x="2702183" y="338020"/>
                  </a:lnTo>
                  <a:lnTo>
                    <a:pt x="2751582" y="378354"/>
                  </a:lnTo>
                  <a:lnTo>
                    <a:pt x="2799651" y="421935"/>
                  </a:lnTo>
                  <a:lnTo>
                    <a:pt x="2846787" y="468830"/>
                  </a:lnTo>
                  <a:lnTo>
                    <a:pt x="2893304" y="519035"/>
                  </a:lnTo>
                  <a:lnTo>
                    <a:pt x="2939442" y="572479"/>
                  </a:lnTo>
                  <a:lnTo>
                    <a:pt x="2985385" y="629006"/>
                  </a:lnTo>
                  <a:lnTo>
                    <a:pt x="3031262" y="688383"/>
                  </a:lnTo>
                  <a:lnTo>
                    <a:pt x="3077157" y="750290"/>
                  </a:lnTo>
                  <a:lnTo>
                    <a:pt x="3123114" y="814333"/>
                  </a:lnTo>
                  <a:lnTo>
                    <a:pt x="3169148" y="880044"/>
                  </a:lnTo>
                  <a:lnTo>
                    <a:pt x="3215246" y="946900"/>
                  </a:lnTo>
                  <a:lnTo>
                    <a:pt x="3261381" y="1014339"/>
                  </a:lnTo>
                  <a:lnTo>
                    <a:pt x="3307516" y="1081775"/>
                  </a:lnTo>
                  <a:lnTo>
                    <a:pt x="3353614" y="1148624"/>
                  </a:lnTo>
                  <a:lnTo>
                    <a:pt x="3399648" y="1214324"/>
                  </a:lnTo>
                  <a:lnTo>
                    <a:pt x="3445604" y="1278350"/>
                  </a:lnTo>
                  <a:lnTo>
                    <a:pt x="3491499" y="1340239"/>
                  </a:lnTo>
                  <a:lnTo>
                    <a:pt x="3537376" y="1399593"/>
                  </a:lnTo>
                  <a:lnTo>
                    <a:pt x="3583320" y="1456096"/>
                  </a:lnTo>
                  <a:lnTo>
                    <a:pt x="3629461" y="1509514"/>
                  </a:lnTo>
                  <a:lnTo>
                    <a:pt x="3675981" y="1559692"/>
                  </a:lnTo>
                  <a:lnTo>
                    <a:pt x="3723123" y="1606559"/>
                  </a:lnTo>
                  <a:lnTo>
                    <a:pt x="3771201" y="1650114"/>
                  </a:lnTo>
                  <a:lnTo>
                    <a:pt x="3820202" y="1690104"/>
                  </a:lnTo>
                  <a:lnTo>
                    <a:pt x="3871630" y="1727405"/>
                  </a:lnTo>
                  <a:lnTo>
                    <a:pt x="3925462" y="1761496"/>
                  </a:lnTo>
                  <a:lnTo>
                    <a:pt x="3982363" y="1792491"/>
                  </a:lnTo>
                  <a:lnTo>
                    <a:pt x="4043065" y="1820604"/>
                  </a:lnTo>
                  <a:lnTo>
                    <a:pt x="4108325" y="1846098"/>
                  </a:lnTo>
                  <a:lnTo>
                    <a:pt x="4178890" y="1869241"/>
                  </a:lnTo>
                  <a:lnTo>
                    <a:pt x="4255441" y="1890288"/>
                  </a:lnTo>
                  <a:lnTo>
                    <a:pt x="4338533" y="1909462"/>
                  </a:lnTo>
                  <a:lnTo>
                    <a:pt x="4428507" y="1926952"/>
                  </a:lnTo>
                  <a:lnTo>
                    <a:pt x="4525379" y="1942901"/>
                  </a:lnTo>
                  <a:lnTo>
                    <a:pt x="4628706" y="1957410"/>
                  </a:lnTo>
                  <a:lnTo>
                    <a:pt x="4737447" y="1970537"/>
                  </a:lnTo>
                  <a:lnTo>
                    <a:pt x="4849840" y="1982300"/>
                  </a:lnTo>
                  <a:lnTo>
                    <a:pt x="4963336" y="1992687"/>
                  </a:lnTo>
                  <a:lnTo>
                    <a:pt x="5074652" y="2001669"/>
                  </a:lnTo>
                  <a:lnTo>
                    <a:pt x="5179980" y="2009221"/>
                  </a:lnTo>
                  <a:lnTo>
                    <a:pt x="5275366" y="2015342"/>
                  </a:lnTo>
                  <a:lnTo>
                    <a:pt x="5357244" y="2020072"/>
                  </a:lnTo>
                  <a:lnTo>
                    <a:pt x="5423001" y="2023510"/>
                  </a:lnTo>
                  <a:lnTo>
                    <a:pt x="5471456" y="2025813"/>
                  </a:lnTo>
                  <a:lnTo>
                    <a:pt x="5503127" y="2027186"/>
                  </a:lnTo>
                  <a:lnTo>
                    <a:pt x="5520258" y="2027865"/>
                  </a:lnTo>
                  <a:lnTo>
                    <a:pt x="5526648" y="2028098"/>
                  </a:lnTo>
                  <a:lnTo>
                    <a:pt x="5527445" y="2028125"/>
                  </a:lnTo>
                  <a:lnTo>
                    <a:pt x="6522385" y="2028125"/>
                  </a:lnTo>
                  <a:lnTo>
                    <a:pt x="6523510" y="2028148"/>
                  </a:lnTo>
                  <a:lnTo>
                    <a:pt x="6530936" y="2028310"/>
                  </a:lnTo>
                  <a:lnTo>
                    <a:pt x="6549758" y="2028758"/>
                  </a:lnTo>
                  <a:lnTo>
                    <a:pt x="6583668" y="2029642"/>
                  </a:lnTo>
                  <a:lnTo>
                    <a:pt x="6634737" y="2031102"/>
                  </a:lnTo>
                  <a:lnTo>
                    <a:pt x="6703256" y="2033261"/>
                  </a:lnTo>
                  <a:lnTo>
                    <a:pt x="6787800" y="2036207"/>
                  </a:lnTo>
                  <a:lnTo>
                    <a:pt x="6885532" y="2039996"/>
                  </a:lnTo>
                  <a:lnTo>
                    <a:pt x="6992723" y="2044647"/>
                  </a:lnTo>
                  <a:lnTo>
                    <a:pt x="7105337" y="2050157"/>
                  </a:lnTo>
                  <a:lnTo>
                    <a:pt x="7219560" y="2056509"/>
                  </a:lnTo>
                  <a:lnTo>
                    <a:pt x="7332165" y="2063686"/>
                  </a:lnTo>
                  <a:lnTo>
                    <a:pt x="7440697" y="2071685"/>
                  </a:lnTo>
                  <a:lnTo>
                    <a:pt x="7543501" y="2080520"/>
                  </a:lnTo>
                  <a:lnTo>
                    <a:pt x="7639642" y="2090231"/>
                  </a:lnTo>
                  <a:lnTo>
                    <a:pt x="7728771" y="2100884"/>
                  </a:lnTo>
                  <a:lnTo>
                    <a:pt x="7810981" y="2112572"/>
                  </a:lnTo>
                  <a:lnTo>
                    <a:pt x="7886671" y="2125413"/>
                  </a:lnTo>
                  <a:lnTo>
                    <a:pt x="7956442" y="2139547"/>
                  </a:lnTo>
                  <a:lnTo>
                    <a:pt x="8021007" y="2155131"/>
                  </a:lnTo>
                  <a:lnTo>
                    <a:pt x="8081132" y="2172329"/>
                  </a:lnTo>
                  <a:lnTo>
                    <a:pt x="8137587" y="2191294"/>
                  </a:lnTo>
                  <a:lnTo>
                    <a:pt x="8191105" y="2212145"/>
                  </a:lnTo>
                  <a:lnTo>
                    <a:pt x="8229629" y="2229016"/>
                  </a:lnTo>
                  <a:lnTo>
                    <a:pt x="8285286" y="2256214"/>
                  </a:lnTo>
                  <a:lnTo>
                    <a:pt x="8339318" y="2285880"/>
                  </a:lnTo>
                  <a:lnTo>
                    <a:pt x="8392270" y="2318058"/>
                  </a:lnTo>
                  <a:lnTo>
                    <a:pt x="8444560" y="2352728"/>
                  </a:lnTo>
                  <a:lnTo>
                    <a:pt x="8496496" y="2389796"/>
                  </a:lnTo>
                  <a:lnTo>
                    <a:pt x="8548294" y="2429091"/>
                  </a:lnTo>
                  <a:lnTo>
                    <a:pt x="8600094" y="2470362"/>
                  </a:lnTo>
                  <a:lnTo>
                    <a:pt x="8651970" y="2513280"/>
                  </a:lnTo>
                  <a:lnTo>
                    <a:pt x="8703942" y="2557448"/>
                  </a:lnTo>
                  <a:lnTo>
                    <a:pt x="8755992" y="2602418"/>
                  </a:lnTo>
                  <a:lnTo>
                    <a:pt x="8808075" y="2647701"/>
                  </a:lnTo>
                  <a:lnTo>
                    <a:pt x="8860138" y="2692797"/>
                  </a:lnTo>
                  <a:lnTo>
                    <a:pt x="8912132" y="2737214"/>
                  </a:lnTo>
                  <a:lnTo>
                    <a:pt x="8964032" y="2780489"/>
                  </a:lnTo>
                  <a:lnTo>
                    <a:pt x="9015847" y="2822211"/>
                  </a:lnTo>
                  <a:lnTo>
                    <a:pt x="9067635" y="2862034"/>
                  </a:lnTo>
                  <a:lnTo>
                    <a:pt x="9119519" y="2899686"/>
                  </a:lnTo>
                  <a:lnTo>
                    <a:pt x="9171694" y="2934977"/>
                  </a:lnTo>
                  <a:lnTo>
                    <a:pt x="9224443" y="2967792"/>
                  </a:lnTo>
                  <a:lnTo>
                    <a:pt x="9278155" y="2998093"/>
                  </a:lnTo>
                  <a:lnTo>
                    <a:pt x="9333339" y="3025910"/>
                  </a:lnTo>
                  <a:lnTo>
                    <a:pt x="9347647" y="3032580"/>
                  </a:lnTo>
                  <a:lnTo>
                    <a:pt x="9399401" y="3054880"/>
                  </a:lnTo>
                  <a:lnTo>
                    <a:pt x="9453592" y="3075249"/>
                  </a:lnTo>
                  <a:lnTo>
                    <a:pt x="9510900" y="3093755"/>
                  </a:lnTo>
                  <a:lnTo>
                    <a:pt x="9572069" y="3110532"/>
                  </a:lnTo>
                  <a:lnTo>
                    <a:pt x="9637873" y="3125735"/>
                  </a:lnTo>
                  <a:lnTo>
                    <a:pt x="9709070" y="3139530"/>
                  </a:lnTo>
                  <a:lnTo>
                    <a:pt x="9786350" y="3152068"/>
                  </a:lnTo>
                  <a:lnTo>
                    <a:pt x="9870274" y="3163486"/>
                  </a:lnTo>
                  <a:lnTo>
                    <a:pt x="9961174" y="3173894"/>
                  </a:lnTo>
                  <a:lnTo>
                    <a:pt x="10059045" y="3183379"/>
                  </a:lnTo>
                  <a:lnTo>
                    <a:pt x="10163405" y="3192001"/>
                  </a:lnTo>
                  <a:lnTo>
                    <a:pt x="10273148" y="3199793"/>
                  </a:lnTo>
                  <a:lnTo>
                    <a:pt x="10386423" y="3206764"/>
                  </a:lnTo>
                  <a:lnTo>
                    <a:pt x="10500573" y="3212905"/>
                  </a:lnTo>
                  <a:lnTo>
                    <a:pt x="10612198" y="3218201"/>
                  </a:lnTo>
                  <a:lnTo>
                    <a:pt x="10717386" y="3222634"/>
                  </a:lnTo>
                  <a:lnTo>
                    <a:pt x="10812125" y="3226208"/>
                  </a:lnTo>
                  <a:lnTo>
                    <a:pt x="10892856" y="3228949"/>
                  </a:lnTo>
                  <a:lnTo>
                    <a:pt x="10957054" y="3230922"/>
                  </a:lnTo>
                  <a:lnTo>
                    <a:pt x="11003706" y="3232225"/>
                  </a:lnTo>
                  <a:lnTo>
                    <a:pt x="11033557" y="3232985"/>
                  </a:lnTo>
                  <a:lnTo>
                    <a:pt x="11049105" y="3233348"/>
                  </a:lnTo>
                  <a:lnTo>
                    <a:pt x="11054413" y="3233461"/>
                  </a:lnTo>
                  <a:lnTo>
                    <a:pt x="11054891" y="3233471"/>
                  </a:lnTo>
                  <a:lnTo>
                    <a:pt x="12049831" y="3233471"/>
                  </a:lnTo>
                  <a:lnTo>
                    <a:pt x="12049831" y="32334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2" name="pl481"/>
            <p:cNvSpPr/>
            <p:nvPr/>
          </p:nvSpPr>
          <p:spPr>
            <a:xfrm>
              <a:off x="1199187" y="3348600"/>
              <a:ext cx="12049831" cy="3233471"/>
            </a:xfrm>
            <a:custGeom>
              <a:avLst/>
              <a:pathLst>
                <a:path w="12049831" h="3233471">
                  <a:moveTo>
                    <a:pt x="12049831" y="3233471"/>
                  </a:moveTo>
                  <a:lnTo>
                    <a:pt x="11054891" y="3233471"/>
                  </a:lnTo>
                  <a:lnTo>
                    <a:pt x="11053766" y="3233448"/>
                  </a:lnTo>
                  <a:lnTo>
                    <a:pt x="11046341" y="3233286"/>
                  </a:lnTo>
                  <a:lnTo>
                    <a:pt x="11027518" y="3232837"/>
                  </a:lnTo>
                  <a:lnTo>
                    <a:pt x="10993608" y="3231954"/>
                  </a:lnTo>
                  <a:lnTo>
                    <a:pt x="10942540" y="3230493"/>
                  </a:lnTo>
                  <a:lnTo>
                    <a:pt x="10874020" y="3228335"/>
                  </a:lnTo>
                  <a:lnTo>
                    <a:pt x="10789476" y="3225388"/>
                  </a:lnTo>
                  <a:lnTo>
                    <a:pt x="10691744" y="3221600"/>
                  </a:lnTo>
                  <a:lnTo>
                    <a:pt x="10584554" y="3216949"/>
                  </a:lnTo>
                  <a:lnTo>
                    <a:pt x="10471939" y="3211439"/>
                  </a:lnTo>
                  <a:lnTo>
                    <a:pt x="10357716" y="3205087"/>
                  </a:lnTo>
                  <a:lnTo>
                    <a:pt x="10245112" y="3197910"/>
                  </a:lnTo>
                  <a:lnTo>
                    <a:pt x="10136580" y="3189911"/>
                  </a:lnTo>
                  <a:lnTo>
                    <a:pt x="10033776" y="3181075"/>
                  </a:lnTo>
                  <a:lnTo>
                    <a:pt x="9937634" y="3171364"/>
                  </a:lnTo>
                  <a:lnTo>
                    <a:pt x="9848505" y="3160711"/>
                  </a:lnTo>
                  <a:lnTo>
                    <a:pt x="9766296" y="3149023"/>
                  </a:lnTo>
                  <a:lnTo>
                    <a:pt x="9690605" y="3136182"/>
                  </a:lnTo>
                  <a:lnTo>
                    <a:pt x="9620835" y="3122048"/>
                  </a:lnTo>
                  <a:lnTo>
                    <a:pt x="9556269" y="3106464"/>
                  </a:lnTo>
                  <a:lnTo>
                    <a:pt x="9496144" y="3089267"/>
                  </a:lnTo>
                  <a:lnTo>
                    <a:pt x="9439689" y="3070302"/>
                  </a:lnTo>
                  <a:lnTo>
                    <a:pt x="9386172" y="3049450"/>
                  </a:lnTo>
                  <a:lnTo>
                    <a:pt x="9347647" y="3032580"/>
                  </a:lnTo>
                  <a:lnTo>
                    <a:pt x="9291990" y="3005382"/>
                  </a:lnTo>
                  <a:lnTo>
                    <a:pt x="9237959" y="2975716"/>
                  </a:lnTo>
                  <a:lnTo>
                    <a:pt x="9185006" y="2943537"/>
                  </a:lnTo>
                  <a:lnTo>
                    <a:pt x="9132716" y="2908868"/>
                  </a:lnTo>
                  <a:lnTo>
                    <a:pt x="9080781" y="2871799"/>
                  </a:lnTo>
                  <a:lnTo>
                    <a:pt x="9028982" y="2832504"/>
                  </a:lnTo>
                  <a:lnTo>
                    <a:pt x="8977182" y="2791234"/>
                  </a:lnTo>
                  <a:lnTo>
                    <a:pt x="8925306" y="2748316"/>
                  </a:lnTo>
                  <a:lnTo>
                    <a:pt x="8873334" y="2704147"/>
                  </a:lnTo>
                  <a:lnTo>
                    <a:pt x="8821285" y="2659178"/>
                  </a:lnTo>
                  <a:lnTo>
                    <a:pt x="8769202" y="2613894"/>
                  </a:lnTo>
                  <a:lnTo>
                    <a:pt x="8717139" y="2568798"/>
                  </a:lnTo>
                  <a:lnTo>
                    <a:pt x="8665144" y="2524382"/>
                  </a:lnTo>
                  <a:lnTo>
                    <a:pt x="8613244" y="2481107"/>
                  </a:lnTo>
                  <a:lnTo>
                    <a:pt x="8561430" y="2439385"/>
                  </a:lnTo>
                  <a:lnTo>
                    <a:pt x="8509641" y="2399562"/>
                  </a:lnTo>
                  <a:lnTo>
                    <a:pt x="8457758" y="2361909"/>
                  </a:lnTo>
                  <a:lnTo>
                    <a:pt x="8405583" y="2326619"/>
                  </a:lnTo>
                  <a:lnTo>
                    <a:pt x="8352833" y="2293804"/>
                  </a:lnTo>
                  <a:lnTo>
                    <a:pt x="8299122" y="2263503"/>
                  </a:lnTo>
                  <a:lnTo>
                    <a:pt x="8243937" y="2235686"/>
                  </a:lnTo>
                  <a:lnTo>
                    <a:pt x="8229629" y="2229016"/>
                  </a:lnTo>
                  <a:lnTo>
                    <a:pt x="8177876" y="2206716"/>
                  </a:lnTo>
                  <a:lnTo>
                    <a:pt x="8123684" y="2186347"/>
                  </a:lnTo>
                  <a:lnTo>
                    <a:pt x="8066377" y="2167840"/>
                  </a:lnTo>
                  <a:lnTo>
                    <a:pt x="8005207" y="2151064"/>
                  </a:lnTo>
                  <a:lnTo>
                    <a:pt x="7939403" y="2135860"/>
                  </a:lnTo>
                  <a:lnTo>
                    <a:pt x="7868207" y="2122066"/>
                  </a:lnTo>
                  <a:lnTo>
                    <a:pt x="7790926" y="2109527"/>
                  </a:lnTo>
                  <a:lnTo>
                    <a:pt x="7707003" y="2098110"/>
                  </a:lnTo>
                  <a:lnTo>
                    <a:pt x="7616103" y="2087702"/>
                  </a:lnTo>
                  <a:lnTo>
                    <a:pt x="7518231" y="2078216"/>
                  </a:lnTo>
                  <a:lnTo>
                    <a:pt x="7413871" y="2069594"/>
                  </a:lnTo>
                  <a:lnTo>
                    <a:pt x="7304128" y="2061803"/>
                  </a:lnTo>
                  <a:lnTo>
                    <a:pt x="7190853" y="2054832"/>
                  </a:lnTo>
                  <a:lnTo>
                    <a:pt x="7076703" y="2048690"/>
                  </a:lnTo>
                  <a:lnTo>
                    <a:pt x="6965078" y="2043395"/>
                  </a:lnTo>
                  <a:lnTo>
                    <a:pt x="6859890" y="2038961"/>
                  </a:lnTo>
                  <a:lnTo>
                    <a:pt x="6765151" y="2035388"/>
                  </a:lnTo>
                  <a:lnTo>
                    <a:pt x="6684421" y="2032646"/>
                  </a:lnTo>
                  <a:lnTo>
                    <a:pt x="6620222" y="2030674"/>
                  </a:lnTo>
                  <a:lnTo>
                    <a:pt x="6573570" y="2029371"/>
                  </a:lnTo>
                  <a:lnTo>
                    <a:pt x="6543719" y="2028610"/>
                  </a:lnTo>
                  <a:lnTo>
                    <a:pt x="6528172" y="2028248"/>
                  </a:lnTo>
                  <a:lnTo>
                    <a:pt x="6522863" y="2028134"/>
                  </a:lnTo>
                  <a:lnTo>
                    <a:pt x="6522385" y="2028125"/>
                  </a:lnTo>
                  <a:lnTo>
                    <a:pt x="5527445" y="2028125"/>
                  </a:lnTo>
                  <a:lnTo>
                    <a:pt x="5526341" y="2028087"/>
                  </a:lnTo>
                  <a:lnTo>
                    <a:pt x="5519046" y="2027819"/>
                  </a:lnTo>
                  <a:lnTo>
                    <a:pt x="5500548" y="2027079"/>
                  </a:lnTo>
                  <a:lnTo>
                    <a:pt x="5467198" y="2025620"/>
                  </a:lnTo>
                  <a:lnTo>
                    <a:pt x="5416929" y="2023207"/>
                  </a:lnTo>
                  <a:lnTo>
                    <a:pt x="5349404" y="2019640"/>
                  </a:lnTo>
                  <a:lnTo>
                    <a:pt x="5265970" y="2014768"/>
                  </a:lnTo>
                  <a:lnTo>
                    <a:pt x="5169366" y="2008499"/>
                  </a:lnTo>
                  <a:lnTo>
                    <a:pt x="5063226" y="2000796"/>
                  </a:lnTo>
                  <a:lnTo>
                    <a:pt x="4951509" y="1991666"/>
                  </a:lnTo>
                  <a:lnTo>
                    <a:pt x="4837987" y="1981134"/>
                  </a:lnTo>
                  <a:lnTo>
                    <a:pt x="4725870" y="1969229"/>
                  </a:lnTo>
                  <a:lnTo>
                    <a:pt x="4617626" y="1955959"/>
                  </a:lnTo>
                  <a:lnTo>
                    <a:pt x="4514937" y="1941302"/>
                  </a:lnTo>
                  <a:lnTo>
                    <a:pt x="4418774" y="1925198"/>
                  </a:lnTo>
                  <a:lnTo>
                    <a:pt x="4329527" y="1907539"/>
                  </a:lnTo>
                  <a:lnTo>
                    <a:pt x="4247139" y="1888178"/>
                  </a:lnTo>
                  <a:lnTo>
                    <a:pt x="4171243" y="1866924"/>
                  </a:lnTo>
                  <a:lnTo>
                    <a:pt x="4101266" y="1843547"/>
                  </a:lnTo>
                  <a:lnTo>
                    <a:pt x="4036518" y="1817792"/>
                  </a:lnTo>
                  <a:lnTo>
                    <a:pt x="3976249" y="1789389"/>
                  </a:lnTo>
                  <a:lnTo>
                    <a:pt x="3919702" y="1758080"/>
                  </a:lnTo>
                  <a:lnTo>
                    <a:pt x="3866151" y="1723656"/>
                  </a:lnTo>
                  <a:lnTo>
                    <a:pt x="3820202" y="1690104"/>
                  </a:lnTo>
                  <a:lnTo>
                    <a:pt x="3770803" y="1649771"/>
                  </a:lnTo>
                  <a:lnTo>
                    <a:pt x="3722734" y="1606189"/>
                  </a:lnTo>
                  <a:lnTo>
                    <a:pt x="3675598" y="1559295"/>
                  </a:lnTo>
                  <a:lnTo>
                    <a:pt x="3629081" y="1509089"/>
                  </a:lnTo>
                  <a:lnTo>
                    <a:pt x="3582943" y="1455646"/>
                  </a:lnTo>
                  <a:lnTo>
                    <a:pt x="3537000" y="1399118"/>
                  </a:lnTo>
                  <a:lnTo>
                    <a:pt x="3491123" y="1339742"/>
                  </a:lnTo>
                  <a:lnTo>
                    <a:pt x="3445228" y="1277834"/>
                  </a:lnTo>
                  <a:lnTo>
                    <a:pt x="3399271" y="1213792"/>
                  </a:lnTo>
                  <a:lnTo>
                    <a:pt x="3353237" y="1148081"/>
                  </a:lnTo>
                  <a:lnTo>
                    <a:pt x="3307139" y="1081224"/>
                  </a:lnTo>
                  <a:lnTo>
                    <a:pt x="3261004" y="1013786"/>
                  </a:lnTo>
                  <a:lnTo>
                    <a:pt x="3214869" y="946350"/>
                  </a:lnTo>
                  <a:lnTo>
                    <a:pt x="3168771" y="879500"/>
                  </a:lnTo>
                  <a:lnTo>
                    <a:pt x="3122737" y="813801"/>
                  </a:lnTo>
                  <a:lnTo>
                    <a:pt x="3076781" y="749774"/>
                  </a:lnTo>
                  <a:lnTo>
                    <a:pt x="3030886" y="687886"/>
                  </a:lnTo>
                  <a:lnTo>
                    <a:pt x="2985009" y="628531"/>
                  </a:lnTo>
                  <a:lnTo>
                    <a:pt x="2939065" y="572028"/>
                  </a:lnTo>
                  <a:lnTo>
                    <a:pt x="2892924" y="518611"/>
                  </a:lnTo>
                  <a:lnTo>
                    <a:pt x="2846404" y="468432"/>
                  </a:lnTo>
                  <a:lnTo>
                    <a:pt x="2799262" y="421565"/>
                  </a:lnTo>
                  <a:lnTo>
                    <a:pt x="2751184" y="378010"/>
                  </a:lnTo>
                  <a:lnTo>
                    <a:pt x="2702183" y="338020"/>
                  </a:lnTo>
                  <a:lnTo>
                    <a:pt x="2650755" y="300719"/>
                  </a:lnTo>
                  <a:lnTo>
                    <a:pt x="2596923" y="266628"/>
                  </a:lnTo>
                  <a:lnTo>
                    <a:pt x="2540022" y="235634"/>
                  </a:lnTo>
                  <a:lnTo>
                    <a:pt x="2479320" y="207520"/>
                  </a:lnTo>
                  <a:lnTo>
                    <a:pt x="2414060" y="182027"/>
                  </a:lnTo>
                  <a:lnTo>
                    <a:pt x="2343495" y="158883"/>
                  </a:lnTo>
                  <a:lnTo>
                    <a:pt x="2266944" y="137837"/>
                  </a:lnTo>
                  <a:lnTo>
                    <a:pt x="2183852" y="118662"/>
                  </a:lnTo>
                  <a:lnTo>
                    <a:pt x="2093878" y="101173"/>
                  </a:lnTo>
                  <a:lnTo>
                    <a:pt x="1997006" y="85223"/>
                  </a:lnTo>
                  <a:lnTo>
                    <a:pt x="1893679" y="70714"/>
                  </a:lnTo>
                  <a:lnTo>
                    <a:pt x="1784938" y="57587"/>
                  </a:lnTo>
                  <a:lnTo>
                    <a:pt x="1672545" y="45824"/>
                  </a:lnTo>
                  <a:lnTo>
                    <a:pt x="1559049" y="35438"/>
                  </a:lnTo>
                  <a:lnTo>
                    <a:pt x="1447733" y="26456"/>
                  </a:lnTo>
                  <a:lnTo>
                    <a:pt x="1342405" y="18903"/>
                  </a:lnTo>
                  <a:lnTo>
                    <a:pt x="1247019" y="12783"/>
                  </a:lnTo>
                  <a:lnTo>
                    <a:pt x="1165141" y="8052"/>
                  </a:lnTo>
                  <a:lnTo>
                    <a:pt x="1099384" y="4614"/>
                  </a:lnTo>
                  <a:lnTo>
                    <a:pt x="1050929" y="2312"/>
                  </a:lnTo>
                  <a:lnTo>
                    <a:pt x="1019258" y="939"/>
                  </a:lnTo>
                  <a:lnTo>
                    <a:pt x="1002127" y="259"/>
                  </a:lnTo>
                  <a:lnTo>
                    <a:pt x="995737" y="2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3" name="pg482"/>
            <p:cNvSpPr/>
            <p:nvPr/>
          </p:nvSpPr>
          <p:spPr>
            <a:xfrm>
              <a:off x="1199187" y="2468174"/>
              <a:ext cx="12049831" cy="3107696"/>
            </a:xfrm>
            <a:custGeom>
              <a:avLst/>
              <a:pathLst>
                <a:path w="12049831" h="3107696">
                  <a:moveTo>
                    <a:pt x="0" y="964276"/>
                  </a:moveTo>
                  <a:lnTo>
                    <a:pt x="994940" y="964276"/>
                  </a:lnTo>
                  <a:lnTo>
                    <a:pt x="996041" y="964316"/>
                  </a:lnTo>
                  <a:lnTo>
                    <a:pt x="1003312" y="964598"/>
                  </a:lnTo>
                  <a:lnTo>
                    <a:pt x="1021753" y="965378"/>
                  </a:lnTo>
                  <a:lnTo>
                    <a:pt x="1055004" y="966915"/>
                  </a:lnTo>
                  <a:lnTo>
                    <a:pt x="1105132" y="969456"/>
                  </a:lnTo>
                  <a:lnTo>
                    <a:pt x="1172481" y="973214"/>
                  </a:lnTo>
                  <a:lnTo>
                    <a:pt x="1255718" y="978347"/>
                  </a:lnTo>
                  <a:lnTo>
                    <a:pt x="1352122" y="984953"/>
                  </a:lnTo>
                  <a:lnTo>
                    <a:pt x="1458075" y="993070"/>
                  </a:lnTo>
                  <a:lnTo>
                    <a:pt x="1569631" y="1002694"/>
                  </a:lnTo>
                  <a:lnTo>
                    <a:pt x="1683028" y="1013795"/>
                  </a:lnTo>
                  <a:lnTo>
                    <a:pt x="1795056" y="1026345"/>
                  </a:lnTo>
                  <a:lnTo>
                    <a:pt x="1903247" y="1040334"/>
                  </a:lnTo>
                  <a:lnTo>
                    <a:pt x="2005915" y="1055785"/>
                  </a:lnTo>
                  <a:lnTo>
                    <a:pt x="2102080" y="1072761"/>
                  </a:lnTo>
                  <a:lnTo>
                    <a:pt x="2191348" y="1091373"/>
                  </a:lnTo>
                  <a:lnTo>
                    <a:pt x="2273767" y="1111778"/>
                  </a:lnTo>
                  <a:lnTo>
                    <a:pt x="2349699" y="1134176"/>
                  </a:lnTo>
                  <a:lnTo>
                    <a:pt x="2419712" y="1158806"/>
                  </a:lnTo>
                  <a:lnTo>
                    <a:pt x="2484494" y="1185938"/>
                  </a:lnTo>
                  <a:lnTo>
                    <a:pt x="2544789" y="1215856"/>
                  </a:lnTo>
                  <a:lnTo>
                    <a:pt x="2601353" y="1248834"/>
                  </a:lnTo>
                  <a:lnTo>
                    <a:pt x="2654911" y="1285092"/>
                  </a:lnTo>
                  <a:lnTo>
                    <a:pt x="2702183" y="1321513"/>
                  </a:lnTo>
                  <a:lnTo>
                    <a:pt x="2750772" y="1363401"/>
                  </a:lnTo>
                  <a:lnTo>
                    <a:pt x="2798068" y="1408609"/>
                  </a:lnTo>
                  <a:lnTo>
                    <a:pt x="2844451" y="1457200"/>
                  </a:lnTo>
                  <a:lnTo>
                    <a:pt x="2890221" y="1509178"/>
                  </a:lnTo>
                  <a:lnTo>
                    <a:pt x="2935612" y="1564472"/>
                  </a:lnTo>
                  <a:lnTo>
                    <a:pt x="2980802" y="1622934"/>
                  </a:lnTo>
                  <a:lnTo>
                    <a:pt x="3025917" y="1684336"/>
                  </a:lnTo>
                  <a:lnTo>
                    <a:pt x="3071042" y="1748367"/>
                  </a:lnTo>
                  <a:lnTo>
                    <a:pt x="3116225" y="1814638"/>
                  </a:lnTo>
                  <a:lnTo>
                    <a:pt x="3161481" y="1882690"/>
                  </a:lnTo>
                  <a:lnTo>
                    <a:pt x="3206802" y="1952005"/>
                  </a:lnTo>
                  <a:lnTo>
                    <a:pt x="3252165" y="2022023"/>
                  </a:lnTo>
                  <a:lnTo>
                    <a:pt x="3297536" y="2092158"/>
                  </a:lnTo>
                  <a:lnTo>
                    <a:pt x="3342877" y="2161821"/>
                  </a:lnTo>
                  <a:lnTo>
                    <a:pt x="3388161" y="2230441"/>
                  </a:lnTo>
                  <a:lnTo>
                    <a:pt x="3433373" y="2297479"/>
                  </a:lnTo>
                  <a:lnTo>
                    <a:pt x="3478517" y="2362452"/>
                  </a:lnTo>
                  <a:lnTo>
                    <a:pt x="3523628" y="2424942"/>
                  </a:lnTo>
                  <a:lnTo>
                    <a:pt x="3568776" y="2484606"/>
                  </a:lnTo>
                  <a:lnTo>
                    <a:pt x="3614069" y="2541183"/>
                  </a:lnTo>
                  <a:lnTo>
                    <a:pt x="3659663" y="2594493"/>
                  </a:lnTo>
                  <a:lnTo>
                    <a:pt x="3705770" y="2644435"/>
                  </a:lnTo>
                  <a:lnTo>
                    <a:pt x="3752662" y="2690985"/>
                  </a:lnTo>
                  <a:lnTo>
                    <a:pt x="3800685" y="2734182"/>
                  </a:lnTo>
                  <a:lnTo>
                    <a:pt x="3820202" y="2750459"/>
                  </a:lnTo>
                  <a:lnTo>
                    <a:pt x="3871572" y="2789839"/>
                  </a:lnTo>
                  <a:lnTo>
                    <a:pt x="3925340" y="2825834"/>
                  </a:lnTo>
                  <a:lnTo>
                    <a:pt x="3982169" y="2858563"/>
                  </a:lnTo>
                  <a:lnTo>
                    <a:pt x="4042788" y="2888253"/>
                  </a:lnTo>
                  <a:lnTo>
                    <a:pt x="4107953" y="2915180"/>
                  </a:lnTo>
                  <a:lnTo>
                    <a:pt x="4178406" y="2939626"/>
                  </a:lnTo>
                  <a:lnTo>
                    <a:pt x="4254827" y="2961859"/>
                  </a:lnTo>
                  <a:lnTo>
                    <a:pt x="4337772" y="2982117"/>
                  </a:lnTo>
                  <a:lnTo>
                    <a:pt x="4427583" y="3000596"/>
                  </a:lnTo>
                  <a:lnTo>
                    <a:pt x="4524277" y="3017450"/>
                  </a:lnTo>
                  <a:lnTo>
                    <a:pt x="4627421" y="3032784"/>
                  </a:lnTo>
                  <a:lnTo>
                    <a:pt x="4735984" y="3046660"/>
                  </a:lnTo>
                  <a:lnTo>
                    <a:pt x="4848218" y="3059098"/>
                  </a:lnTo>
                  <a:lnTo>
                    <a:pt x="4961596" y="3070085"/>
                  </a:lnTo>
                  <a:lnTo>
                    <a:pt x="5072854" y="3079591"/>
                  </a:lnTo>
                  <a:lnTo>
                    <a:pt x="5178201" y="3087590"/>
                  </a:lnTo>
                  <a:lnTo>
                    <a:pt x="5273697" y="3094078"/>
                  </a:lnTo>
                  <a:lnTo>
                    <a:pt x="5355774" y="3099100"/>
                  </a:lnTo>
                  <a:lnTo>
                    <a:pt x="5421803" y="3102755"/>
                  </a:lnTo>
                  <a:lnTo>
                    <a:pt x="5470575" y="3105210"/>
                  </a:lnTo>
                  <a:lnTo>
                    <a:pt x="5502571" y="3106679"/>
                  </a:lnTo>
                  <a:lnTo>
                    <a:pt x="5519988" y="3107410"/>
                  </a:lnTo>
                  <a:lnTo>
                    <a:pt x="5526579" y="3107665"/>
                  </a:lnTo>
                  <a:lnTo>
                    <a:pt x="5527445" y="3107696"/>
                  </a:lnTo>
                  <a:lnTo>
                    <a:pt x="6522385" y="3107696"/>
                  </a:lnTo>
                  <a:lnTo>
                    <a:pt x="6523451" y="3107640"/>
                  </a:lnTo>
                  <a:lnTo>
                    <a:pt x="6530490" y="3107245"/>
                  </a:lnTo>
                  <a:lnTo>
                    <a:pt x="6548358" y="3106154"/>
                  </a:lnTo>
                  <a:lnTo>
                    <a:pt x="6580614" y="3104004"/>
                  </a:lnTo>
                  <a:lnTo>
                    <a:pt x="6629320" y="3100447"/>
                  </a:lnTo>
                  <a:lnTo>
                    <a:pt x="6694896" y="3095183"/>
                  </a:lnTo>
                  <a:lnTo>
                    <a:pt x="6776142" y="3087985"/>
                  </a:lnTo>
                  <a:lnTo>
                    <a:pt x="6870511" y="3078710"/>
                  </a:lnTo>
                  <a:lnTo>
                    <a:pt x="6974555" y="3067298"/>
                  </a:lnTo>
                  <a:lnTo>
                    <a:pt x="7084464" y="3053751"/>
                  </a:lnTo>
                  <a:lnTo>
                    <a:pt x="7196562" y="3038108"/>
                  </a:lnTo>
                  <a:lnTo>
                    <a:pt x="7307668" y="3020410"/>
                  </a:lnTo>
                  <a:lnTo>
                    <a:pt x="7415301" y="3000676"/>
                  </a:lnTo>
                  <a:lnTo>
                    <a:pt x="7517724" y="2978881"/>
                  </a:lnTo>
                  <a:lnTo>
                    <a:pt x="7613897" y="2954946"/>
                  </a:lnTo>
                  <a:lnTo>
                    <a:pt x="7703355" y="2928726"/>
                  </a:lnTo>
                  <a:lnTo>
                    <a:pt x="7786082" y="2900014"/>
                  </a:lnTo>
                  <a:lnTo>
                    <a:pt x="7862380" y="2868540"/>
                  </a:lnTo>
                  <a:lnTo>
                    <a:pt x="7932767" y="2833979"/>
                  </a:lnTo>
                  <a:lnTo>
                    <a:pt x="7997890" y="2795959"/>
                  </a:lnTo>
                  <a:lnTo>
                    <a:pt x="8058460" y="2754087"/>
                  </a:lnTo>
                  <a:lnTo>
                    <a:pt x="8115211" y="2707972"/>
                  </a:lnTo>
                  <a:lnTo>
                    <a:pt x="8168852" y="2657279"/>
                  </a:lnTo>
                  <a:lnTo>
                    <a:pt x="8220040" y="2601810"/>
                  </a:lnTo>
                  <a:lnTo>
                    <a:pt x="8229629" y="2590620"/>
                  </a:lnTo>
                  <a:lnTo>
                    <a:pt x="8272390" y="2537611"/>
                  </a:lnTo>
                  <a:lnTo>
                    <a:pt x="8314114" y="2480909"/>
                  </a:lnTo>
                  <a:lnTo>
                    <a:pt x="8355069" y="2420436"/>
                  </a:lnTo>
                  <a:lnTo>
                    <a:pt x="8395475" y="2356172"/>
                  </a:lnTo>
                  <a:lnTo>
                    <a:pt x="8435507" y="2288153"/>
                  </a:lnTo>
                  <a:lnTo>
                    <a:pt x="8475307" y="2216483"/>
                  </a:lnTo>
                  <a:lnTo>
                    <a:pt x="8514981" y="2141332"/>
                  </a:lnTo>
                  <a:lnTo>
                    <a:pt x="8554611" y="2062942"/>
                  </a:lnTo>
                  <a:lnTo>
                    <a:pt x="8594250" y="1981625"/>
                  </a:lnTo>
                  <a:lnTo>
                    <a:pt x="8633931" y="1897759"/>
                  </a:lnTo>
                  <a:lnTo>
                    <a:pt x="8673669" y="1811787"/>
                  </a:lnTo>
                  <a:lnTo>
                    <a:pt x="8713461" y="1724201"/>
                  </a:lnTo>
                  <a:lnTo>
                    <a:pt x="8753295" y="1635539"/>
                  </a:lnTo>
                  <a:lnTo>
                    <a:pt x="8793151" y="1546364"/>
                  </a:lnTo>
                  <a:lnTo>
                    <a:pt x="8833004" y="1457254"/>
                  </a:lnTo>
                  <a:lnTo>
                    <a:pt x="8872830" y="1368787"/>
                  </a:lnTo>
                  <a:lnTo>
                    <a:pt x="8912611" y="1281521"/>
                  </a:lnTo>
                  <a:lnTo>
                    <a:pt x="8952335" y="1195984"/>
                  </a:lnTo>
                  <a:lnTo>
                    <a:pt x="8992005" y="1112659"/>
                  </a:lnTo>
                  <a:lnTo>
                    <a:pt x="9031639" y="1031974"/>
                  </a:lnTo>
                  <a:lnTo>
                    <a:pt x="9071273" y="954292"/>
                  </a:lnTo>
                  <a:lnTo>
                    <a:pt x="9110968" y="879911"/>
                  </a:lnTo>
                  <a:lnTo>
                    <a:pt x="9150810" y="809055"/>
                  </a:lnTo>
                  <a:lnTo>
                    <a:pt x="9190913" y="741880"/>
                  </a:lnTo>
                  <a:lnTo>
                    <a:pt x="9231426" y="678473"/>
                  </a:lnTo>
                  <a:lnTo>
                    <a:pt x="9272535" y="618859"/>
                  </a:lnTo>
                  <a:lnTo>
                    <a:pt x="9314468" y="563001"/>
                  </a:lnTo>
                  <a:lnTo>
                    <a:pt x="9347647" y="522316"/>
                  </a:lnTo>
                  <a:lnTo>
                    <a:pt x="9398432" y="465926"/>
                  </a:lnTo>
                  <a:lnTo>
                    <a:pt x="9451554" y="414326"/>
                  </a:lnTo>
                  <a:lnTo>
                    <a:pt x="9507654" y="367356"/>
                  </a:lnTo>
                  <a:lnTo>
                    <a:pt x="9567435" y="324699"/>
                  </a:lnTo>
                  <a:lnTo>
                    <a:pt x="9631628" y="285971"/>
                  </a:lnTo>
                  <a:lnTo>
                    <a:pt x="9700952" y="250776"/>
                  </a:lnTo>
                  <a:lnTo>
                    <a:pt x="9776071" y="218736"/>
                  </a:lnTo>
                  <a:lnTo>
                    <a:pt x="9857533" y="189517"/>
                  </a:lnTo>
                  <a:lnTo>
                    <a:pt x="9945690" y="162837"/>
                  </a:lnTo>
                  <a:lnTo>
                    <a:pt x="10040595" y="138477"/>
                  </a:lnTo>
                  <a:lnTo>
                    <a:pt x="10141880" y="116280"/>
                  </a:lnTo>
                  <a:lnTo>
                    <a:pt x="10248625" y="96154"/>
                  </a:lnTo>
                  <a:lnTo>
                    <a:pt x="10359234" y="78065"/>
                  </a:lnTo>
                  <a:lnTo>
                    <a:pt x="10471368" y="62025"/>
                  </a:lnTo>
                  <a:lnTo>
                    <a:pt x="10581971" y="48072"/>
                  </a:lnTo>
                  <a:lnTo>
                    <a:pt x="10687438" y="36249"/>
                  </a:lnTo>
                  <a:lnTo>
                    <a:pt x="10783950" y="26566"/>
                  </a:lnTo>
                  <a:lnTo>
                    <a:pt x="10867946" y="18978"/>
                  </a:lnTo>
                  <a:lnTo>
                    <a:pt x="10936667" y="13358"/>
                  </a:lnTo>
                  <a:lnTo>
                    <a:pt x="10988630" y="9495"/>
                  </a:lnTo>
                  <a:lnTo>
                    <a:pt x="11023931" y="7101"/>
                  </a:lnTo>
                  <a:lnTo>
                    <a:pt x="11044327" y="5835"/>
                  </a:lnTo>
                  <a:lnTo>
                    <a:pt x="11053105" y="533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6" y="55"/>
                  </a:lnTo>
                  <a:lnTo>
                    <a:pt x="11046787" y="450"/>
                  </a:lnTo>
                  <a:lnTo>
                    <a:pt x="11028919" y="1541"/>
                  </a:lnTo>
                  <a:lnTo>
                    <a:pt x="10996663" y="3691"/>
                  </a:lnTo>
                  <a:lnTo>
                    <a:pt x="10947956" y="7248"/>
                  </a:lnTo>
                  <a:lnTo>
                    <a:pt x="10882381" y="12512"/>
                  </a:lnTo>
                  <a:lnTo>
                    <a:pt x="10801135" y="19710"/>
                  </a:lnTo>
                  <a:lnTo>
                    <a:pt x="10706766" y="28985"/>
                  </a:lnTo>
                  <a:lnTo>
                    <a:pt x="10602721" y="40397"/>
                  </a:lnTo>
                  <a:lnTo>
                    <a:pt x="10492812" y="53944"/>
                  </a:lnTo>
                  <a:lnTo>
                    <a:pt x="10380714" y="69587"/>
                  </a:lnTo>
                  <a:lnTo>
                    <a:pt x="10269608" y="87286"/>
                  </a:lnTo>
                  <a:lnTo>
                    <a:pt x="10161976" y="107019"/>
                  </a:lnTo>
                  <a:lnTo>
                    <a:pt x="10059552" y="128814"/>
                  </a:lnTo>
                  <a:lnTo>
                    <a:pt x="9963380" y="152749"/>
                  </a:lnTo>
                  <a:lnTo>
                    <a:pt x="9873921" y="178969"/>
                  </a:lnTo>
                  <a:lnTo>
                    <a:pt x="9791195" y="207681"/>
                  </a:lnTo>
                  <a:lnTo>
                    <a:pt x="9714896" y="239155"/>
                  </a:lnTo>
                  <a:lnTo>
                    <a:pt x="9644509" y="273716"/>
                  </a:lnTo>
                  <a:lnTo>
                    <a:pt x="9579387" y="311736"/>
                  </a:lnTo>
                  <a:lnTo>
                    <a:pt x="9518816" y="353608"/>
                  </a:lnTo>
                  <a:lnTo>
                    <a:pt x="9462066" y="399723"/>
                  </a:lnTo>
                  <a:lnTo>
                    <a:pt x="9408424" y="450416"/>
                  </a:lnTo>
                  <a:lnTo>
                    <a:pt x="9357236" y="505885"/>
                  </a:lnTo>
                  <a:lnTo>
                    <a:pt x="9347647" y="517075"/>
                  </a:lnTo>
                  <a:lnTo>
                    <a:pt x="9304887" y="570084"/>
                  </a:lnTo>
                  <a:lnTo>
                    <a:pt x="9263163" y="626786"/>
                  </a:lnTo>
                  <a:lnTo>
                    <a:pt x="9222207" y="687259"/>
                  </a:lnTo>
                  <a:lnTo>
                    <a:pt x="9181802" y="751523"/>
                  </a:lnTo>
                  <a:lnTo>
                    <a:pt x="9141769" y="819542"/>
                  </a:lnTo>
                  <a:lnTo>
                    <a:pt x="9101970" y="891212"/>
                  </a:lnTo>
                  <a:lnTo>
                    <a:pt x="9062295" y="966363"/>
                  </a:lnTo>
                  <a:lnTo>
                    <a:pt x="9022666" y="1044753"/>
                  </a:lnTo>
                  <a:lnTo>
                    <a:pt x="8983026" y="1126070"/>
                  </a:lnTo>
                  <a:lnTo>
                    <a:pt x="8943345" y="1209936"/>
                  </a:lnTo>
                  <a:lnTo>
                    <a:pt x="8903608" y="1295908"/>
                  </a:lnTo>
                  <a:lnTo>
                    <a:pt x="8863815" y="1383494"/>
                  </a:lnTo>
                  <a:lnTo>
                    <a:pt x="8823981" y="1472156"/>
                  </a:lnTo>
                  <a:lnTo>
                    <a:pt x="8784125" y="1561331"/>
                  </a:lnTo>
                  <a:lnTo>
                    <a:pt x="8744272" y="1650441"/>
                  </a:lnTo>
                  <a:lnTo>
                    <a:pt x="8704446" y="1738908"/>
                  </a:lnTo>
                  <a:lnTo>
                    <a:pt x="8664665" y="1826174"/>
                  </a:lnTo>
                  <a:lnTo>
                    <a:pt x="8624941" y="1911711"/>
                  </a:lnTo>
                  <a:lnTo>
                    <a:pt x="8585271" y="1995036"/>
                  </a:lnTo>
                  <a:lnTo>
                    <a:pt x="8545638" y="2075721"/>
                  </a:lnTo>
                  <a:lnTo>
                    <a:pt x="8506004" y="2153403"/>
                  </a:lnTo>
                  <a:lnTo>
                    <a:pt x="8466309" y="2227784"/>
                  </a:lnTo>
                  <a:lnTo>
                    <a:pt x="8426467" y="2298640"/>
                  </a:lnTo>
                  <a:lnTo>
                    <a:pt x="8386364" y="2365815"/>
                  </a:lnTo>
                  <a:lnTo>
                    <a:pt x="8345850" y="2429222"/>
                  </a:lnTo>
                  <a:lnTo>
                    <a:pt x="8304742" y="2488836"/>
                  </a:lnTo>
                  <a:lnTo>
                    <a:pt x="8262809" y="2544694"/>
                  </a:lnTo>
                  <a:lnTo>
                    <a:pt x="8229629" y="2585379"/>
                  </a:lnTo>
                  <a:lnTo>
                    <a:pt x="8178844" y="2641770"/>
                  </a:lnTo>
                  <a:lnTo>
                    <a:pt x="8125722" y="2693369"/>
                  </a:lnTo>
                  <a:lnTo>
                    <a:pt x="8069622" y="2740339"/>
                  </a:lnTo>
                  <a:lnTo>
                    <a:pt x="8009841" y="2782996"/>
                  </a:lnTo>
                  <a:lnTo>
                    <a:pt x="7945648" y="2821724"/>
                  </a:lnTo>
                  <a:lnTo>
                    <a:pt x="7876324" y="2856919"/>
                  </a:lnTo>
                  <a:lnTo>
                    <a:pt x="7801205" y="2888959"/>
                  </a:lnTo>
                  <a:lnTo>
                    <a:pt x="7719743" y="2918178"/>
                  </a:lnTo>
                  <a:lnTo>
                    <a:pt x="7631587" y="2944858"/>
                  </a:lnTo>
                  <a:lnTo>
                    <a:pt x="7536682" y="2969218"/>
                  </a:lnTo>
                  <a:lnTo>
                    <a:pt x="7435396" y="2991415"/>
                  </a:lnTo>
                  <a:lnTo>
                    <a:pt x="7328651" y="3011541"/>
                  </a:lnTo>
                  <a:lnTo>
                    <a:pt x="7218042" y="3029630"/>
                  </a:lnTo>
                  <a:lnTo>
                    <a:pt x="7105908" y="3045670"/>
                  </a:lnTo>
                  <a:lnTo>
                    <a:pt x="6995305" y="3059623"/>
                  </a:lnTo>
                  <a:lnTo>
                    <a:pt x="6889838" y="3071446"/>
                  </a:lnTo>
                  <a:lnTo>
                    <a:pt x="6793327" y="3081129"/>
                  </a:lnTo>
                  <a:lnTo>
                    <a:pt x="6709330" y="3088717"/>
                  </a:lnTo>
                  <a:lnTo>
                    <a:pt x="6640609" y="3094337"/>
                  </a:lnTo>
                  <a:lnTo>
                    <a:pt x="6588647" y="3098200"/>
                  </a:lnTo>
                  <a:lnTo>
                    <a:pt x="6553345" y="3100594"/>
                  </a:lnTo>
                  <a:lnTo>
                    <a:pt x="6532949" y="3101860"/>
                  </a:lnTo>
                  <a:lnTo>
                    <a:pt x="6524172" y="3102361"/>
                  </a:lnTo>
                  <a:lnTo>
                    <a:pt x="6522385" y="3102455"/>
                  </a:lnTo>
                  <a:lnTo>
                    <a:pt x="5527445" y="3102455"/>
                  </a:lnTo>
                  <a:lnTo>
                    <a:pt x="5526344" y="3102415"/>
                  </a:lnTo>
                  <a:lnTo>
                    <a:pt x="5519073" y="3102133"/>
                  </a:lnTo>
                  <a:lnTo>
                    <a:pt x="5500632" y="3101353"/>
                  </a:lnTo>
                  <a:lnTo>
                    <a:pt x="5467381" y="3099816"/>
                  </a:lnTo>
                  <a:lnTo>
                    <a:pt x="5417253" y="3097275"/>
                  </a:lnTo>
                  <a:lnTo>
                    <a:pt x="5349904" y="3093517"/>
                  </a:lnTo>
                  <a:lnTo>
                    <a:pt x="5266667" y="3088384"/>
                  </a:lnTo>
                  <a:lnTo>
                    <a:pt x="5170263" y="3081778"/>
                  </a:lnTo>
                  <a:lnTo>
                    <a:pt x="5064310" y="3073661"/>
                  </a:lnTo>
                  <a:lnTo>
                    <a:pt x="4952754" y="3064037"/>
                  </a:lnTo>
                  <a:lnTo>
                    <a:pt x="4839357" y="3052936"/>
                  </a:lnTo>
                  <a:lnTo>
                    <a:pt x="4727329" y="3040386"/>
                  </a:lnTo>
                  <a:lnTo>
                    <a:pt x="4619138" y="3026397"/>
                  </a:lnTo>
                  <a:lnTo>
                    <a:pt x="4516470" y="3010946"/>
                  </a:lnTo>
                  <a:lnTo>
                    <a:pt x="4420305" y="2993970"/>
                  </a:lnTo>
                  <a:lnTo>
                    <a:pt x="4331037" y="2975358"/>
                  </a:lnTo>
                  <a:lnTo>
                    <a:pt x="4248618" y="2954953"/>
                  </a:lnTo>
                  <a:lnTo>
                    <a:pt x="4172686" y="2932555"/>
                  </a:lnTo>
                  <a:lnTo>
                    <a:pt x="4102673" y="2907925"/>
                  </a:lnTo>
                  <a:lnTo>
                    <a:pt x="4037891" y="2880793"/>
                  </a:lnTo>
                  <a:lnTo>
                    <a:pt x="3977596" y="2850875"/>
                  </a:lnTo>
                  <a:lnTo>
                    <a:pt x="3921032" y="2817897"/>
                  </a:lnTo>
                  <a:lnTo>
                    <a:pt x="3867474" y="2781639"/>
                  </a:lnTo>
                  <a:lnTo>
                    <a:pt x="3820202" y="2745218"/>
                  </a:lnTo>
                  <a:lnTo>
                    <a:pt x="3771613" y="2703330"/>
                  </a:lnTo>
                  <a:lnTo>
                    <a:pt x="3724317" y="2658122"/>
                  </a:lnTo>
                  <a:lnTo>
                    <a:pt x="3677934" y="2609531"/>
                  </a:lnTo>
                  <a:lnTo>
                    <a:pt x="3632164" y="2557553"/>
                  </a:lnTo>
                  <a:lnTo>
                    <a:pt x="3586773" y="2502260"/>
                  </a:lnTo>
                  <a:lnTo>
                    <a:pt x="3541583" y="2443797"/>
                  </a:lnTo>
                  <a:lnTo>
                    <a:pt x="3496468" y="2382395"/>
                  </a:lnTo>
                  <a:lnTo>
                    <a:pt x="3451343" y="2318364"/>
                  </a:lnTo>
                  <a:lnTo>
                    <a:pt x="3406160" y="2252093"/>
                  </a:lnTo>
                  <a:lnTo>
                    <a:pt x="3360904" y="2184041"/>
                  </a:lnTo>
                  <a:lnTo>
                    <a:pt x="3315583" y="2114726"/>
                  </a:lnTo>
                  <a:lnTo>
                    <a:pt x="3270220" y="2044708"/>
                  </a:lnTo>
                  <a:lnTo>
                    <a:pt x="3224849" y="1974573"/>
                  </a:lnTo>
                  <a:lnTo>
                    <a:pt x="3179508" y="1904910"/>
                  </a:lnTo>
                  <a:lnTo>
                    <a:pt x="3134224" y="1836290"/>
                  </a:lnTo>
                  <a:lnTo>
                    <a:pt x="3089012" y="1769252"/>
                  </a:lnTo>
                  <a:lnTo>
                    <a:pt x="3043868" y="1704279"/>
                  </a:lnTo>
                  <a:lnTo>
                    <a:pt x="2998757" y="1641789"/>
                  </a:lnTo>
                  <a:lnTo>
                    <a:pt x="2953609" y="1582125"/>
                  </a:lnTo>
                  <a:lnTo>
                    <a:pt x="2908316" y="1525548"/>
                  </a:lnTo>
                  <a:lnTo>
                    <a:pt x="2862722" y="1472238"/>
                  </a:lnTo>
                  <a:lnTo>
                    <a:pt x="2816615" y="1422296"/>
                  </a:lnTo>
                  <a:lnTo>
                    <a:pt x="2769723" y="1375747"/>
                  </a:lnTo>
                  <a:lnTo>
                    <a:pt x="2721700" y="1332549"/>
                  </a:lnTo>
                  <a:lnTo>
                    <a:pt x="2702183" y="1316272"/>
                  </a:lnTo>
                  <a:lnTo>
                    <a:pt x="2650813" y="1276892"/>
                  </a:lnTo>
                  <a:lnTo>
                    <a:pt x="2597045" y="1240897"/>
                  </a:lnTo>
                  <a:lnTo>
                    <a:pt x="2540216" y="1208168"/>
                  </a:lnTo>
                  <a:lnTo>
                    <a:pt x="2479597" y="1178478"/>
                  </a:lnTo>
                  <a:lnTo>
                    <a:pt x="2414432" y="1151551"/>
                  </a:lnTo>
                  <a:lnTo>
                    <a:pt x="2343979" y="1127105"/>
                  </a:lnTo>
                  <a:lnTo>
                    <a:pt x="2267558" y="1104872"/>
                  </a:lnTo>
                  <a:lnTo>
                    <a:pt x="2184613" y="1084614"/>
                  </a:lnTo>
                  <a:lnTo>
                    <a:pt x="2094802" y="1066135"/>
                  </a:lnTo>
                  <a:lnTo>
                    <a:pt x="1998108" y="1049281"/>
                  </a:lnTo>
                  <a:lnTo>
                    <a:pt x="1894964" y="1033947"/>
                  </a:lnTo>
                  <a:lnTo>
                    <a:pt x="1786401" y="1020071"/>
                  </a:lnTo>
                  <a:lnTo>
                    <a:pt x="1674167" y="1007633"/>
                  </a:lnTo>
                  <a:lnTo>
                    <a:pt x="1560789" y="996646"/>
                  </a:lnTo>
                  <a:lnTo>
                    <a:pt x="1449531" y="987140"/>
                  </a:lnTo>
                  <a:lnTo>
                    <a:pt x="1344184" y="979141"/>
                  </a:lnTo>
                  <a:lnTo>
                    <a:pt x="1248688" y="972653"/>
                  </a:lnTo>
                  <a:lnTo>
                    <a:pt x="1166611" y="967632"/>
                  </a:lnTo>
                  <a:lnTo>
                    <a:pt x="1100582" y="963976"/>
                  </a:lnTo>
                  <a:lnTo>
                    <a:pt x="1051810" y="961521"/>
                  </a:lnTo>
                  <a:lnTo>
                    <a:pt x="1019814" y="960052"/>
                  </a:lnTo>
                  <a:lnTo>
                    <a:pt x="1002397" y="959321"/>
                  </a:lnTo>
                  <a:lnTo>
                    <a:pt x="995806" y="959067"/>
                  </a:lnTo>
                  <a:lnTo>
                    <a:pt x="994940" y="959036"/>
                  </a:lnTo>
                  <a:lnTo>
                    <a:pt x="0" y="959036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84" name="pl483"/>
            <p:cNvSpPr/>
            <p:nvPr/>
          </p:nvSpPr>
          <p:spPr>
            <a:xfrm>
              <a:off x="1199187" y="2473414"/>
              <a:ext cx="12049831" cy="3102455"/>
            </a:xfrm>
            <a:custGeom>
              <a:avLst/>
              <a:pathLst>
                <a:path w="12049831" h="3102455">
                  <a:moveTo>
                    <a:pt x="0" y="959036"/>
                  </a:moveTo>
                  <a:lnTo>
                    <a:pt x="994940" y="959036"/>
                  </a:lnTo>
                  <a:lnTo>
                    <a:pt x="996041" y="959075"/>
                  </a:lnTo>
                  <a:lnTo>
                    <a:pt x="1003312" y="959357"/>
                  </a:lnTo>
                  <a:lnTo>
                    <a:pt x="1021753" y="960137"/>
                  </a:lnTo>
                  <a:lnTo>
                    <a:pt x="1055004" y="961675"/>
                  </a:lnTo>
                  <a:lnTo>
                    <a:pt x="1105132" y="964216"/>
                  </a:lnTo>
                  <a:lnTo>
                    <a:pt x="1172481" y="967973"/>
                  </a:lnTo>
                  <a:lnTo>
                    <a:pt x="1255718" y="973107"/>
                  </a:lnTo>
                  <a:lnTo>
                    <a:pt x="1352122" y="979712"/>
                  </a:lnTo>
                  <a:lnTo>
                    <a:pt x="1458075" y="987830"/>
                  </a:lnTo>
                  <a:lnTo>
                    <a:pt x="1569631" y="997453"/>
                  </a:lnTo>
                  <a:lnTo>
                    <a:pt x="1683028" y="1008554"/>
                  </a:lnTo>
                  <a:lnTo>
                    <a:pt x="1795056" y="1021104"/>
                  </a:lnTo>
                  <a:lnTo>
                    <a:pt x="1903247" y="1035093"/>
                  </a:lnTo>
                  <a:lnTo>
                    <a:pt x="2005915" y="1050544"/>
                  </a:lnTo>
                  <a:lnTo>
                    <a:pt x="2102080" y="1067520"/>
                  </a:lnTo>
                  <a:lnTo>
                    <a:pt x="2191348" y="1086133"/>
                  </a:lnTo>
                  <a:lnTo>
                    <a:pt x="2273767" y="1106537"/>
                  </a:lnTo>
                  <a:lnTo>
                    <a:pt x="2349699" y="1128935"/>
                  </a:lnTo>
                  <a:lnTo>
                    <a:pt x="2419712" y="1153565"/>
                  </a:lnTo>
                  <a:lnTo>
                    <a:pt x="2484494" y="1180697"/>
                  </a:lnTo>
                  <a:lnTo>
                    <a:pt x="2544789" y="1210616"/>
                  </a:lnTo>
                  <a:lnTo>
                    <a:pt x="2601353" y="1243593"/>
                  </a:lnTo>
                  <a:lnTo>
                    <a:pt x="2654911" y="1279851"/>
                  </a:lnTo>
                  <a:lnTo>
                    <a:pt x="2702183" y="1316272"/>
                  </a:lnTo>
                  <a:lnTo>
                    <a:pt x="2750772" y="1358161"/>
                  </a:lnTo>
                  <a:lnTo>
                    <a:pt x="2798068" y="1403368"/>
                  </a:lnTo>
                  <a:lnTo>
                    <a:pt x="2844451" y="1451959"/>
                  </a:lnTo>
                  <a:lnTo>
                    <a:pt x="2890221" y="1503937"/>
                  </a:lnTo>
                  <a:lnTo>
                    <a:pt x="2935612" y="1559231"/>
                  </a:lnTo>
                  <a:lnTo>
                    <a:pt x="2980802" y="1617693"/>
                  </a:lnTo>
                  <a:lnTo>
                    <a:pt x="3025917" y="1679095"/>
                  </a:lnTo>
                  <a:lnTo>
                    <a:pt x="3071042" y="1743126"/>
                  </a:lnTo>
                  <a:lnTo>
                    <a:pt x="3116225" y="1809397"/>
                  </a:lnTo>
                  <a:lnTo>
                    <a:pt x="3161481" y="1877449"/>
                  </a:lnTo>
                  <a:lnTo>
                    <a:pt x="3206802" y="1946765"/>
                  </a:lnTo>
                  <a:lnTo>
                    <a:pt x="3252165" y="2016782"/>
                  </a:lnTo>
                  <a:lnTo>
                    <a:pt x="3297536" y="2086917"/>
                  </a:lnTo>
                  <a:lnTo>
                    <a:pt x="3342877" y="2156581"/>
                  </a:lnTo>
                  <a:lnTo>
                    <a:pt x="3388161" y="2225200"/>
                  </a:lnTo>
                  <a:lnTo>
                    <a:pt x="3433373" y="2292239"/>
                  </a:lnTo>
                  <a:lnTo>
                    <a:pt x="3478517" y="2357212"/>
                  </a:lnTo>
                  <a:lnTo>
                    <a:pt x="3523628" y="2419701"/>
                  </a:lnTo>
                  <a:lnTo>
                    <a:pt x="3568776" y="2479366"/>
                  </a:lnTo>
                  <a:lnTo>
                    <a:pt x="3614069" y="2535942"/>
                  </a:lnTo>
                  <a:lnTo>
                    <a:pt x="3659663" y="2589252"/>
                  </a:lnTo>
                  <a:lnTo>
                    <a:pt x="3705770" y="2639195"/>
                  </a:lnTo>
                  <a:lnTo>
                    <a:pt x="3752662" y="2685744"/>
                  </a:lnTo>
                  <a:lnTo>
                    <a:pt x="3800685" y="2728941"/>
                  </a:lnTo>
                  <a:lnTo>
                    <a:pt x="3820202" y="2745218"/>
                  </a:lnTo>
                  <a:lnTo>
                    <a:pt x="3871572" y="2784598"/>
                  </a:lnTo>
                  <a:lnTo>
                    <a:pt x="3925340" y="2820594"/>
                  </a:lnTo>
                  <a:lnTo>
                    <a:pt x="3982169" y="2853323"/>
                  </a:lnTo>
                  <a:lnTo>
                    <a:pt x="4042788" y="2883013"/>
                  </a:lnTo>
                  <a:lnTo>
                    <a:pt x="4107953" y="2909939"/>
                  </a:lnTo>
                  <a:lnTo>
                    <a:pt x="4178406" y="2934385"/>
                  </a:lnTo>
                  <a:lnTo>
                    <a:pt x="4254827" y="2956619"/>
                  </a:lnTo>
                  <a:lnTo>
                    <a:pt x="4337772" y="2976876"/>
                  </a:lnTo>
                  <a:lnTo>
                    <a:pt x="4427583" y="2995356"/>
                  </a:lnTo>
                  <a:lnTo>
                    <a:pt x="4524277" y="3012209"/>
                  </a:lnTo>
                  <a:lnTo>
                    <a:pt x="4627421" y="3027544"/>
                  </a:lnTo>
                  <a:lnTo>
                    <a:pt x="4735984" y="3041420"/>
                  </a:lnTo>
                  <a:lnTo>
                    <a:pt x="4848218" y="3053857"/>
                  </a:lnTo>
                  <a:lnTo>
                    <a:pt x="4961596" y="3064844"/>
                  </a:lnTo>
                  <a:lnTo>
                    <a:pt x="5072854" y="3074351"/>
                  </a:lnTo>
                  <a:lnTo>
                    <a:pt x="5178201" y="3082349"/>
                  </a:lnTo>
                  <a:lnTo>
                    <a:pt x="5273697" y="3088838"/>
                  </a:lnTo>
                  <a:lnTo>
                    <a:pt x="5355774" y="3093859"/>
                  </a:lnTo>
                  <a:lnTo>
                    <a:pt x="5421803" y="3097515"/>
                  </a:lnTo>
                  <a:lnTo>
                    <a:pt x="5470575" y="3099969"/>
                  </a:lnTo>
                  <a:lnTo>
                    <a:pt x="5502571" y="3101438"/>
                  </a:lnTo>
                  <a:lnTo>
                    <a:pt x="5519988" y="3102170"/>
                  </a:lnTo>
                  <a:lnTo>
                    <a:pt x="5526579" y="3102424"/>
                  </a:lnTo>
                  <a:lnTo>
                    <a:pt x="5527445" y="3102455"/>
                  </a:lnTo>
                  <a:lnTo>
                    <a:pt x="6522385" y="3102455"/>
                  </a:lnTo>
                  <a:lnTo>
                    <a:pt x="6523451" y="3102399"/>
                  </a:lnTo>
                  <a:lnTo>
                    <a:pt x="6530490" y="3102004"/>
                  </a:lnTo>
                  <a:lnTo>
                    <a:pt x="6548358" y="3100914"/>
                  </a:lnTo>
                  <a:lnTo>
                    <a:pt x="6580614" y="3098763"/>
                  </a:lnTo>
                  <a:lnTo>
                    <a:pt x="6629320" y="3095206"/>
                  </a:lnTo>
                  <a:lnTo>
                    <a:pt x="6694896" y="3089942"/>
                  </a:lnTo>
                  <a:lnTo>
                    <a:pt x="6776142" y="3082744"/>
                  </a:lnTo>
                  <a:lnTo>
                    <a:pt x="6870511" y="3073469"/>
                  </a:lnTo>
                  <a:lnTo>
                    <a:pt x="6974555" y="3062057"/>
                  </a:lnTo>
                  <a:lnTo>
                    <a:pt x="7084464" y="3048510"/>
                  </a:lnTo>
                  <a:lnTo>
                    <a:pt x="7196562" y="3032867"/>
                  </a:lnTo>
                  <a:lnTo>
                    <a:pt x="7307668" y="3015169"/>
                  </a:lnTo>
                  <a:lnTo>
                    <a:pt x="7415301" y="2995435"/>
                  </a:lnTo>
                  <a:lnTo>
                    <a:pt x="7517724" y="2973641"/>
                  </a:lnTo>
                  <a:lnTo>
                    <a:pt x="7613897" y="2949706"/>
                  </a:lnTo>
                  <a:lnTo>
                    <a:pt x="7703355" y="2923486"/>
                  </a:lnTo>
                  <a:lnTo>
                    <a:pt x="7786082" y="2894774"/>
                  </a:lnTo>
                  <a:lnTo>
                    <a:pt x="7862380" y="2863300"/>
                  </a:lnTo>
                  <a:lnTo>
                    <a:pt x="7932767" y="2828738"/>
                  </a:lnTo>
                  <a:lnTo>
                    <a:pt x="7997890" y="2790719"/>
                  </a:lnTo>
                  <a:lnTo>
                    <a:pt x="8058460" y="2748847"/>
                  </a:lnTo>
                  <a:lnTo>
                    <a:pt x="8115211" y="2702731"/>
                  </a:lnTo>
                  <a:lnTo>
                    <a:pt x="8168852" y="2652039"/>
                  </a:lnTo>
                  <a:lnTo>
                    <a:pt x="8220040" y="2596569"/>
                  </a:lnTo>
                  <a:lnTo>
                    <a:pt x="8229629" y="2585379"/>
                  </a:lnTo>
                  <a:lnTo>
                    <a:pt x="8272390" y="2532371"/>
                  </a:lnTo>
                  <a:lnTo>
                    <a:pt x="8314114" y="2475668"/>
                  </a:lnTo>
                  <a:lnTo>
                    <a:pt x="8355069" y="2415196"/>
                  </a:lnTo>
                  <a:lnTo>
                    <a:pt x="8395475" y="2350931"/>
                  </a:lnTo>
                  <a:lnTo>
                    <a:pt x="8435507" y="2282913"/>
                  </a:lnTo>
                  <a:lnTo>
                    <a:pt x="8475307" y="2211243"/>
                  </a:lnTo>
                  <a:lnTo>
                    <a:pt x="8514981" y="2136092"/>
                  </a:lnTo>
                  <a:lnTo>
                    <a:pt x="8554611" y="2057702"/>
                  </a:lnTo>
                  <a:lnTo>
                    <a:pt x="8594250" y="1976384"/>
                  </a:lnTo>
                  <a:lnTo>
                    <a:pt x="8633931" y="1892519"/>
                  </a:lnTo>
                  <a:lnTo>
                    <a:pt x="8673669" y="1806546"/>
                  </a:lnTo>
                  <a:lnTo>
                    <a:pt x="8713461" y="1718961"/>
                  </a:lnTo>
                  <a:lnTo>
                    <a:pt x="8753295" y="1630298"/>
                  </a:lnTo>
                  <a:lnTo>
                    <a:pt x="8793151" y="1541123"/>
                  </a:lnTo>
                  <a:lnTo>
                    <a:pt x="8833004" y="1452013"/>
                  </a:lnTo>
                  <a:lnTo>
                    <a:pt x="8872830" y="1363546"/>
                  </a:lnTo>
                  <a:lnTo>
                    <a:pt x="8912611" y="1276280"/>
                  </a:lnTo>
                  <a:lnTo>
                    <a:pt x="8952335" y="1190743"/>
                  </a:lnTo>
                  <a:lnTo>
                    <a:pt x="8992005" y="1107419"/>
                  </a:lnTo>
                  <a:lnTo>
                    <a:pt x="9031639" y="1026733"/>
                  </a:lnTo>
                  <a:lnTo>
                    <a:pt x="9071273" y="949052"/>
                  </a:lnTo>
                  <a:lnTo>
                    <a:pt x="9110968" y="874670"/>
                  </a:lnTo>
                  <a:lnTo>
                    <a:pt x="9150810" y="803815"/>
                  </a:lnTo>
                  <a:lnTo>
                    <a:pt x="9190913" y="736640"/>
                  </a:lnTo>
                  <a:lnTo>
                    <a:pt x="9231426" y="673233"/>
                  </a:lnTo>
                  <a:lnTo>
                    <a:pt x="9272535" y="613618"/>
                  </a:lnTo>
                  <a:lnTo>
                    <a:pt x="9314468" y="557760"/>
                  </a:lnTo>
                  <a:lnTo>
                    <a:pt x="9347647" y="517075"/>
                  </a:lnTo>
                  <a:lnTo>
                    <a:pt x="9398432" y="460685"/>
                  </a:lnTo>
                  <a:lnTo>
                    <a:pt x="9451554" y="409086"/>
                  </a:lnTo>
                  <a:lnTo>
                    <a:pt x="9507654" y="362115"/>
                  </a:lnTo>
                  <a:lnTo>
                    <a:pt x="9567435" y="319458"/>
                  </a:lnTo>
                  <a:lnTo>
                    <a:pt x="9631628" y="280731"/>
                  </a:lnTo>
                  <a:lnTo>
                    <a:pt x="9700952" y="245535"/>
                  </a:lnTo>
                  <a:lnTo>
                    <a:pt x="9776071" y="213496"/>
                  </a:lnTo>
                  <a:lnTo>
                    <a:pt x="9857533" y="184276"/>
                  </a:lnTo>
                  <a:lnTo>
                    <a:pt x="9945690" y="157597"/>
                  </a:lnTo>
                  <a:lnTo>
                    <a:pt x="10040595" y="133236"/>
                  </a:lnTo>
                  <a:lnTo>
                    <a:pt x="10141880" y="111039"/>
                  </a:lnTo>
                  <a:lnTo>
                    <a:pt x="10248625" y="90914"/>
                  </a:lnTo>
                  <a:lnTo>
                    <a:pt x="10359234" y="72825"/>
                  </a:lnTo>
                  <a:lnTo>
                    <a:pt x="10471368" y="56784"/>
                  </a:lnTo>
                  <a:lnTo>
                    <a:pt x="10581971" y="42832"/>
                  </a:lnTo>
                  <a:lnTo>
                    <a:pt x="10687438" y="31008"/>
                  </a:lnTo>
                  <a:lnTo>
                    <a:pt x="10783950" y="21326"/>
                  </a:lnTo>
                  <a:lnTo>
                    <a:pt x="10867946" y="13737"/>
                  </a:lnTo>
                  <a:lnTo>
                    <a:pt x="10936667" y="8118"/>
                  </a:lnTo>
                  <a:lnTo>
                    <a:pt x="10988630" y="4255"/>
                  </a:lnTo>
                  <a:lnTo>
                    <a:pt x="11023931" y="1860"/>
                  </a:lnTo>
                  <a:lnTo>
                    <a:pt x="11044327" y="594"/>
                  </a:lnTo>
                  <a:lnTo>
                    <a:pt x="11053105" y="94"/>
                  </a:lnTo>
                  <a:lnTo>
                    <a:pt x="11054883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5" name="pl484"/>
            <p:cNvSpPr/>
            <p:nvPr/>
          </p:nvSpPr>
          <p:spPr>
            <a:xfrm>
              <a:off x="1199187" y="2468174"/>
              <a:ext cx="12049831" cy="3102455"/>
            </a:xfrm>
            <a:custGeom>
              <a:avLst/>
              <a:pathLst>
                <a:path w="12049831" h="3102455">
                  <a:moveTo>
                    <a:pt x="12049831" y="0"/>
                  </a:moveTo>
                  <a:lnTo>
                    <a:pt x="11054891" y="0"/>
                  </a:lnTo>
                  <a:lnTo>
                    <a:pt x="11053826" y="55"/>
                  </a:lnTo>
                  <a:lnTo>
                    <a:pt x="11046787" y="450"/>
                  </a:lnTo>
                  <a:lnTo>
                    <a:pt x="11028919" y="1541"/>
                  </a:lnTo>
                  <a:lnTo>
                    <a:pt x="10996663" y="3691"/>
                  </a:lnTo>
                  <a:lnTo>
                    <a:pt x="10947956" y="7248"/>
                  </a:lnTo>
                  <a:lnTo>
                    <a:pt x="10882381" y="12512"/>
                  </a:lnTo>
                  <a:lnTo>
                    <a:pt x="10801135" y="19710"/>
                  </a:lnTo>
                  <a:lnTo>
                    <a:pt x="10706766" y="28985"/>
                  </a:lnTo>
                  <a:lnTo>
                    <a:pt x="10602721" y="40397"/>
                  </a:lnTo>
                  <a:lnTo>
                    <a:pt x="10492812" y="53944"/>
                  </a:lnTo>
                  <a:lnTo>
                    <a:pt x="10380714" y="69587"/>
                  </a:lnTo>
                  <a:lnTo>
                    <a:pt x="10269608" y="87286"/>
                  </a:lnTo>
                  <a:lnTo>
                    <a:pt x="10161976" y="107019"/>
                  </a:lnTo>
                  <a:lnTo>
                    <a:pt x="10059552" y="128814"/>
                  </a:lnTo>
                  <a:lnTo>
                    <a:pt x="9963380" y="152749"/>
                  </a:lnTo>
                  <a:lnTo>
                    <a:pt x="9873921" y="178969"/>
                  </a:lnTo>
                  <a:lnTo>
                    <a:pt x="9791195" y="207681"/>
                  </a:lnTo>
                  <a:lnTo>
                    <a:pt x="9714896" y="239155"/>
                  </a:lnTo>
                  <a:lnTo>
                    <a:pt x="9644509" y="273716"/>
                  </a:lnTo>
                  <a:lnTo>
                    <a:pt x="9579387" y="311736"/>
                  </a:lnTo>
                  <a:lnTo>
                    <a:pt x="9518816" y="353608"/>
                  </a:lnTo>
                  <a:lnTo>
                    <a:pt x="9462066" y="399723"/>
                  </a:lnTo>
                  <a:lnTo>
                    <a:pt x="9408424" y="450416"/>
                  </a:lnTo>
                  <a:lnTo>
                    <a:pt x="9357236" y="505885"/>
                  </a:lnTo>
                  <a:lnTo>
                    <a:pt x="9347647" y="517075"/>
                  </a:lnTo>
                  <a:lnTo>
                    <a:pt x="9304887" y="570084"/>
                  </a:lnTo>
                  <a:lnTo>
                    <a:pt x="9263163" y="626786"/>
                  </a:lnTo>
                  <a:lnTo>
                    <a:pt x="9222207" y="687259"/>
                  </a:lnTo>
                  <a:lnTo>
                    <a:pt x="9181802" y="751523"/>
                  </a:lnTo>
                  <a:lnTo>
                    <a:pt x="9141769" y="819542"/>
                  </a:lnTo>
                  <a:lnTo>
                    <a:pt x="9101970" y="891212"/>
                  </a:lnTo>
                  <a:lnTo>
                    <a:pt x="9062295" y="966363"/>
                  </a:lnTo>
                  <a:lnTo>
                    <a:pt x="9022666" y="1044753"/>
                  </a:lnTo>
                  <a:lnTo>
                    <a:pt x="8983026" y="1126070"/>
                  </a:lnTo>
                  <a:lnTo>
                    <a:pt x="8943345" y="1209936"/>
                  </a:lnTo>
                  <a:lnTo>
                    <a:pt x="8903608" y="1295908"/>
                  </a:lnTo>
                  <a:lnTo>
                    <a:pt x="8863815" y="1383494"/>
                  </a:lnTo>
                  <a:lnTo>
                    <a:pt x="8823981" y="1472156"/>
                  </a:lnTo>
                  <a:lnTo>
                    <a:pt x="8784125" y="1561331"/>
                  </a:lnTo>
                  <a:lnTo>
                    <a:pt x="8744272" y="1650441"/>
                  </a:lnTo>
                  <a:lnTo>
                    <a:pt x="8704446" y="1738908"/>
                  </a:lnTo>
                  <a:lnTo>
                    <a:pt x="8664665" y="1826174"/>
                  </a:lnTo>
                  <a:lnTo>
                    <a:pt x="8624941" y="1911711"/>
                  </a:lnTo>
                  <a:lnTo>
                    <a:pt x="8585271" y="1995036"/>
                  </a:lnTo>
                  <a:lnTo>
                    <a:pt x="8545638" y="2075721"/>
                  </a:lnTo>
                  <a:lnTo>
                    <a:pt x="8506004" y="2153403"/>
                  </a:lnTo>
                  <a:lnTo>
                    <a:pt x="8466309" y="2227784"/>
                  </a:lnTo>
                  <a:lnTo>
                    <a:pt x="8426467" y="2298640"/>
                  </a:lnTo>
                  <a:lnTo>
                    <a:pt x="8386364" y="2365815"/>
                  </a:lnTo>
                  <a:lnTo>
                    <a:pt x="8345850" y="2429222"/>
                  </a:lnTo>
                  <a:lnTo>
                    <a:pt x="8304742" y="2488836"/>
                  </a:lnTo>
                  <a:lnTo>
                    <a:pt x="8262809" y="2544694"/>
                  </a:lnTo>
                  <a:lnTo>
                    <a:pt x="8229629" y="2585379"/>
                  </a:lnTo>
                  <a:lnTo>
                    <a:pt x="8178844" y="2641770"/>
                  </a:lnTo>
                  <a:lnTo>
                    <a:pt x="8125722" y="2693369"/>
                  </a:lnTo>
                  <a:lnTo>
                    <a:pt x="8069622" y="2740339"/>
                  </a:lnTo>
                  <a:lnTo>
                    <a:pt x="8009841" y="2782996"/>
                  </a:lnTo>
                  <a:lnTo>
                    <a:pt x="7945648" y="2821724"/>
                  </a:lnTo>
                  <a:lnTo>
                    <a:pt x="7876324" y="2856919"/>
                  </a:lnTo>
                  <a:lnTo>
                    <a:pt x="7801205" y="2888959"/>
                  </a:lnTo>
                  <a:lnTo>
                    <a:pt x="7719743" y="2918178"/>
                  </a:lnTo>
                  <a:lnTo>
                    <a:pt x="7631587" y="2944858"/>
                  </a:lnTo>
                  <a:lnTo>
                    <a:pt x="7536682" y="2969218"/>
                  </a:lnTo>
                  <a:lnTo>
                    <a:pt x="7435396" y="2991415"/>
                  </a:lnTo>
                  <a:lnTo>
                    <a:pt x="7328651" y="3011541"/>
                  </a:lnTo>
                  <a:lnTo>
                    <a:pt x="7218042" y="3029630"/>
                  </a:lnTo>
                  <a:lnTo>
                    <a:pt x="7105908" y="3045670"/>
                  </a:lnTo>
                  <a:lnTo>
                    <a:pt x="6995305" y="3059623"/>
                  </a:lnTo>
                  <a:lnTo>
                    <a:pt x="6889838" y="3071446"/>
                  </a:lnTo>
                  <a:lnTo>
                    <a:pt x="6793327" y="3081129"/>
                  </a:lnTo>
                  <a:lnTo>
                    <a:pt x="6709330" y="3088717"/>
                  </a:lnTo>
                  <a:lnTo>
                    <a:pt x="6640609" y="3094337"/>
                  </a:lnTo>
                  <a:lnTo>
                    <a:pt x="6588647" y="3098200"/>
                  </a:lnTo>
                  <a:lnTo>
                    <a:pt x="6553345" y="3100594"/>
                  </a:lnTo>
                  <a:lnTo>
                    <a:pt x="6532949" y="3101860"/>
                  </a:lnTo>
                  <a:lnTo>
                    <a:pt x="6524172" y="3102361"/>
                  </a:lnTo>
                  <a:lnTo>
                    <a:pt x="6522393" y="3102454"/>
                  </a:lnTo>
                  <a:lnTo>
                    <a:pt x="6522385" y="3102455"/>
                  </a:lnTo>
                  <a:lnTo>
                    <a:pt x="5527445" y="3102455"/>
                  </a:lnTo>
                  <a:lnTo>
                    <a:pt x="5526344" y="3102415"/>
                  </a:lnTo>
                  <a:lnTo>
                    <a:pt x="5519073" y="3102133"/>
                  </a:lnTo>
                  <a:lnTo>
                    <a:pt x="5500632" y="3101353"/>
                  </a:lnTo>
                  <a:lnTo>
                    <a:pt x="5467381" y="3099816"/>
                  </a:lnTo>
                  <a:lnTo>
                    <a:pt x="5417253" y="3097275"/>
                  </a:lnTo>
                  <a:lnTo>
                    <a:pt x="5349904" y="3093517"/>
                  </a:lnTo>
                  <a:lnTo>
                    <a:pt x="5266667" y="3088384"/>
                  </a:lnTo>
                  <a:lnTo>
                    <a:pt x="5170263" y="3081778"/>
                  </a:lnTo>
                  <a:lnTo>
                    <a:pt x="5064310" y="3073661"/>
                  </a:lnTo>
                  <a:lnTo>
                    <a:pt x="4952754" y="3064037"/>
                  </a:lnTo>
                  <a:lnTo>
                    <a:pt x="4839357" y="3052936"/>
                  </a:lnTo>
                  <a:lnTo>
                    <a:pt x="4727329" y="3040386"/>
                  </a:lnTo>
                  <a:lnTo>
                    <a:pt x="4619138" y="3026397"/>
                  </a:lnTo>
                  <a:lnTo>
                    <a:pt x="4516470" y="3010946"/>
                  </a:lnTo>
                  <a:lnTo>
                    <a:pt x="4420305" y="2993970"/>
                  </a:lnTo>
                  <a:lnTo>
                    <a:pt x="4331037" y="2975358"/>
                  </a:lnTo>
                  <a:lnTo>
                    <a:pt x="4248618" y="2954953"/>
                  </a:lnTo>
                  <a:lnTo>
                    <a:pt x="4172686" y="2932555"/>
                  </a:lnTo>
                  <a:lnTo>
                    <a:pt x="4102673" y="2907925"/>
                  </a:lnTo>
                  <a:lnTo>
                    <a:pt x="4037891" y="2880793"/>
                  </a:lnTo>
                  <a:lnTo>
                    <a:pt x="3977596" y="2850875"/>
                  </a:lnTo>
                  <a:lnTo>
                    <a:pt x="3921032" y="2817897"/>
                  </a:lnTo>
                  <a:lnTo>
                    <a:pt x="3867474" y="2781639"/>
                  </a:lnTo>
                  <a:lnTo>
                    <a:pt x="3820202" y="2745218"/>
                  </a:lnTo>
                  <a:lnTo>
                    <a:pt x="3771613" y="2703330"/>
                  </a:lnTo>
                  <a:lnTo>
                    <a:pt x="3724317" y="2658122"/>
                  </a:lnTo>
                  <a:lnTo>
                    <a:pt x="3677934" y="2609531"/>
                  </a:lnTo>
                  <a:lnTo>
                    <a:pt x="3632164" y="2557553"/>
                  </a:lnTo>
                  <a:lnTo>
                    <a:pt x="3586773" y="2502260"/>
                  </a:lnTo>
                  <a:lnTo>
                    <a:pt x="3541583" y="2443797"/>
                  </a:lnTo>
                  <a:lnTo>
                    <a:pt x="3496468" y="2382395"/>
                  </a:lnTo>
                  <a:lnTo>
                    <a:pt x="3451343" y="2318364"/>
                  </a:lnTo>
                  <a:lnTo>
                    <a:pt x="3406160" y="2252093"/>
                  </a:lnTo>
                  <a:lnTo>
                    <a:pt x="3360904" y="2184041"/>
                  </a:lnTo>
                  <a:lnTo>
                    <a:pt x="3315583" y="2114726"/>
                  </a:lnTo>
                  <a:lnTo>
                    <a:pt x="3270220" y="2044708"/>
                  </a:lnTo>
                  <a:lnTo>
                    <a:pt x="3224849" y="1974573"/>
                  </a:lnTo>
                  <a:lnTo>
                    <a:pt x="3179508" y="1904910"/>
                  </a:lnTo>
                  <a:lnTo>
                    <a:pt x="3134224" y="1836290"/>
                  </a:lnTo>
                  <a:lnTo>
                    <a:pt x="3089012" y="1769252"/>
                  </a:lnTo>
                  <a:lnTo>
                    <a:pt x="3043868" y="1704279"/>
                  </a:lnTo>
                  <a:lnTo>
                    <a:pt x="2998757" y="1641789"/>
                  </a:lnTo>
                  <a:lnTo>
                    <a:pt x="2953609" y="1582125"/>
                  </a:lnTo>
                  <a:lnTo>
                    <a:pt x="2908316" y="1525548"/>
                  </a:lnTo>
                  <a:lnTo>
                    <a:pt x="2862722" y="1472238"/>
                  </a:lnTo>
                  <a:lnTo>
                    <a:pt x="2816615" y="1422296"/>
                  </a:lnTo>
                  <a:lnTo>
                    <a:pt x="2769723" y="1375747"/>
                  </a:lnTo>
                  <a:lnTo>
                    <a:pt x="2721700" y="1332549"/>
                  </a:lnTo>
                  <a:lnTo>
                    <a:pt x="2702183" y="1316272"/>
                  </a:lnTo>
                  <a:lnTo>
                    <a:pt x="2650813" y="1276892"/>
                  </a:lnTo>
                  <a:lnTo>
                    <a:pt x="2597045" y="1240897"/>
                  </a:lnTo>
                  <a:lnTo>
                    <a:pt x="2540216" y="1208168"/>
                  </a:lnTo>
                  <a:lnTo>
                    <a:pt x="2479597" y="1178478"/>
                  </a:lnTo>
                  <a:lnTo>
                    <a:pt x="2414432" y="1151551"/>
                  </a:lnTo>
                  <a:lnTo>
                    <a:pt x="2343979" y="1127105"/>
                  </a:lnTo>
                  <a:lnTo>
                    <a:pt x="2267558" y="1104872"/>
                  </a:lnTo>
                  <a:lnTo>
                    <a:pt x="2184613" y="1084614"/>
                  </a:lnTo>
                  <a:lnTo>
                    <a:pt x="2094802" y="1066135"/>
                  </a:lnTo>
                  <a:lnTo>
                    <a:pt x="1998108" y="1049281"/>
                  </a:lnTo>
                  <a:lnTo>
                    <a:pt x="1894964" y="1033947"/>
                  </a:lnTo>
                  <a:lnTo>
                    <a:pt x="1786401" y="1020071"/>
                  </a:lnTo>
                  <a:lnTo>
                    <a:pt x="1674167" y="1007633"/>
                  </a:lnTo>
                  <a:lnTo>
                    <a:pt x="1560789" y="996646"/>
                  </a:lnTo>
                  <a:lnTo>
                    <a:pt x="1449531" y="987140"/>
                  </a:lnTo>
                  <a:lnTo>
                    <a:pt x="1344184" y="979141"/>
                  </a:lnTo>
                  <a:lnTo>
                    <a:pt x="1248688" y="972653"/>
                  </a:lnTo>
                  <a:lnTo>
                    <a:pt x="1166611" y="967632"/>
                  </a:lnTo>
                  <a:lnTo>
                    <a:pt x="1100582" y="963976"/>
                  </a:lnTo>
                  <a:lnTo>
                    <a:pt x="1051810" y="961521"/>
                  </a:lnTo>
                  <a:lnTo>
                    <a:pt x="1019814" y="960052"/>
                  </a:lnTo>
                  <a:lnTo>
                    <a:pt x="1002397" y="959321"/>
                  </a:lnTo>
                  <a:lnTo>
                    <a:pt x="995806" y="959067"/>
                  </a:lnTo>
                  <a:lnTo>
                    <a:pt x="994940" y="959036"/>
                  </a:lnTo>
                  <a:lnTo>
                    <a:pt x="0" y="959036"/>
                  </a:lnTo>
                  <a:lnTo>
                    <a:pt x="0" y="9590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6" name="pg485"/>
            <p:cNvSpPr/>
            <p:nvPr/>
          </p:nvSpPr>
          <p:spPr>
            <a:xfrm>
              <a:off x="1199187" y="3432450"/>
              <a:ext cx="12049831" cy="2185344"/>
            </a:xfrm>
            <a:custGeom>
              <a:avLst/>
              <a:pathLst>
                <a:path w="12049831" h="2185344">
                  <a:moveTo>
                    <a:pt x="0" y="5240"/>
                  </a:moveTo>
                  <a:lnTo>
                    <a:pt x="994940" y="5240"/>
                  </a:lnTo>
                  <a:lnTo>
                    <a:pt x="996040" y="5280"/>
                  </a:lnTo>
                  <a:lnTo>
                    <a:pt x="1003303" y="5567"/>
                  </a:lnTo>
                  <a:lnTo>
                    <a:pt x="1021726" y="6360"/>
                  </a:lnTo>
                  <a:lnTo>
                    <a:pt x="1054944" y="7921"/>
                  </a:lnTo>
                  <a:lnTo>
                    <a:pt x="1105025" y="10503"/>
                  </a:lnTo>
                  <a:lnTo>
                    <a:pt x="1172317" y="14321"/>
                  </a:lnTo>
                  <a:lnTo>
                    <a:pt x="1255489" y="19537"/>
                  </a:lnTo>
                  <a:lnTo>
                    <a:pt x="1351827" y="26249"/>
                  </a:lnTo>
                  <a:lnTo>
                    <a:pt x="1457719" y="34498"/>
                  </a:lnTo>
                  <a:lnTo>
                    <a:pt x="1569222" y="44277"/>
                  </a:lnTo>
                  <a:lnTo>
                    <a:pt x="1682577" y="55559"/>
                  </a:lnTo>
                  <a:lnTo>
                    <a:pt x="1794576" y="68313"/>
                  </a:lnTo>
                  <a:lnTo>
                    <a:pt x="1902751" y="82529"/>
                  </a:lnTo>
                  <a:lnTo>
                    <a:pt x="2005411" y="98231"/>
                  </a:lnTo>
                  <a:lnTo>
                    <a:pt x="2101577" y="115484"/>
                  </a:lnTo>
                  <a:lnTo>
                    <a:pt x="2190851" y="134398"/>
                  </a:lnTo>
                  <a:lnTo>
                    <a:pt x="2273280" y="155133"/>
                  </a:lnTo>
                  <a:lnTo>
                    <a:pt x="2349225" y="177892"/>
                  </a:lnTo>
                  <a:lnTo>
                    <a:pt x="2419250" y="202919"/>
                  </a:lnTo>
                  <a:lnTo>
                    <a:pt x="2484043" y="230486"/>
                  </a:lnTo>
                  <a:lnTo>
                    <a:pt x="2544346" y="260884"/>
                  </a:lnTo>
                  <a:lnTo>
                    <a:pt x="2600916" y="294388"/>
                  </a:lnTo>
                  <a:lnTo>
                    <a:pt x="2654476" y="331225"/>
                  </a:lnTo>
                  <a:lnTo>
                    <a:pt x="2702183" y="368591"/>
                  </a:lnTo>
                  <a:lnTo>
                    <a:pt x="2750519" y="410962"/>
                  </a:lnTo>
                  <a:lnTo>
                    <a:pt x="2797574" y="456673"/>
                  </a:lnTo>
                  <a:lnTo>
                    <a:pt x="2843721" y="505790"/>
                  </a:lnTo>
                  <a:lnTo>
                    <a:pt x="2889258" y="558315"/>
                  </a:lnTo>
                  <a:lnTo>
                    <a:pt x="2934416" y="614180"/>
                  </a:lnTo>
                  <a:lnTo>
                    <a:pt x="2979371" y="673239"/>
                  </a:lnTo>
                  <a:lnTo>
                    <a:pt x="3024249" y="735264"/>
                  </a:lnTo>
                  <a:lnTo>
                    <a:pt x="3069134" y="799949"/>
                  </a:lnTo>
                  <a:lnTo>
                    <a:pt x="3114075" y="866906"/>
                  </a:lnTo>
                  <a:lnTo>
                    <a:pt x="3159088" y="935679"/>
                  </a:lnTo>
                  <a:lnTo>
                    <a:pt x="3204167" y="1005752"/>
                  </a:lnTo>
                  <a:lnTo>
                    <a:pt x="3249289" y="1076565"/>
                  </a:lnTo>
                  <a:lnTo>
                    <a:pt x="3294420" y="1147535"/>
                  </a:lnTo>
                  <a:lnTo>
                    <a:pt x="3339525" y="1218070"/>
                  </a:lnTo>
                  <a:lnTo>
                    <a:pt x="3384575" y="1287596"/>
                  </a:lnTo>
                  <a:lnTo>
                    <a:pt x="3429554" y="1355572"/>
                  </a:lnTo>
                  <a:lnTo>
                    <a:pt x="3474464" y="1421508"/>
                  </a:lnTo>
                  <a:lnTo>
                    <a:pt x="3519338" y="1484980"/>
                  </a:lnTo>
                  <a:lnTo>
                    <a:pt x="3564239" y="1545637"/>
                  </a:lnTo>
                  <a:lnTo>
                    <a:pt x="3609272" y="1603210"/>
                  </a:lnTo>
                  <a:lnTo>
                    <a:pt x="3654584" y="1657510"/>
                  </a:lnTo>
                  <a:lnTo>
                    <a:pt x="3700377" y="1708428"/>
                  </a:lnTo>
                  <a:lnTo>
                    <a:pt x="3746911" y="1755931"/>
                  </a:lnTo>
                  <a:lnTo>
                    <a:pt x="3794519" y="1800053"/>
                  </a:lnTo>
                  <a:lnTo>
                    <a:pt x="3820202" y="1821993"/>
                  </a:lnTo>
                  <a:lnTo>
                    <a:pt x="3871553" y="1862033"/>
                  </a:lnTo>
                  <a:lnTo>
                    <a:pt x="3925300" y="1898633"/>
                  </a:lnTo>
                  <a:lnTo>
                    <a:pt x="3982106" y="1931913"/>
                  </a:lnTo>
                  <a:lnTo>
                    <a:pt x="4042697" y="1962104"/>
                  </a:lnTo>
                  <a:lnTo>
                    <a:pt x="4107830" y="1989486"/>
                  </a:lnTo>
                  <a:lnTo>
                    <a:pt x="4178246" y="2014346"/>
                  </a:lnTo>
                  <a:lnTo>
                    <a:pt x="4254626" y="2036957"/>
                  </a:lnTo>
                  <a:lnTo>
                    <a:pt x="4337522" y="2057559"/>
                  </a:lnTo>
                  <a:lnTo>
                    <a:pt x="4427279" y="2076353"/>
                  </a:lnTo>
                  <a:lnTo>
                    <a:pt x="4523916" y="2093495"/>
                  </a:lnTo>
                  <a:lnTo>
                    <a:pt x="4626999" y="2109092"/>
                  </a:lnTo>
                  <a:lnTo>
                    <a:pt x="4735503" y="2123206"/>
                  </a:lnTo>
                  <a:lnTo>
                    <a:pt x="4847685" y="2135859"/>
                  </a:lnTo>
                  <a:lnTo>
                    <a:pt x="4961024" y="2147037"/>
                  </a:lnTo>
                  <a:lnTo>
                    <a:pt x="5072263" y="2156710"/>
                  </a:lnTo>
                  <a:lnTo>
                    <a:pt x="5177616" y="2164852"/>
                  </a:lnTo>
                  <a:lnTo>
                    <a:pt x="5273147" y="2171458"/>
                  </a:lnTo>
                  <a:lnTo>
                    <a:pt x="5355289" y="2176572"/>
                  </a:lnTo>
                  <a:lnTo>
                    <a:pt x="5421408" y="2180298"/>
                  </a:lnTo>
                  <a:lnTo>
                    <a:pt x="5470284" y="2182802"/>
                  </a:lnTo>
                  <a:lnTo>
                    <a:pt x="5502387" y="2184302"/>
                  </a:lnTo>
                  <a:lnTo>
                    <a:pt x="5519898" y="2185050"/>
                  </a:lnTo>
                  <a:lnTo>
                    <a:pt x="5526556" y="2185312"/>
                  </a:lnTo>
                  <a:lnTo>
                    <a:pt x="5527445" y="2185344"/>
                  </a:lnTo>
                  <a:lnTo>
                    <a:pt x="6522385" y="2185344"/>
                  </a:lnTo>
                  <a:lnTo>
                    <a:pt x="6523514" y="2185325"/>
                  </a:lnTo>
                  <a:lnTo>
                    <a:pt x="6530961" y="2185188"/>
                  </a:lnTo>
                  <a:lnTo>
                    <a:pt x="6549837" y="2184811"/>
                  </a:lnTo>
                  <a:lnTo>
                    <a:pt x="6583840" y="2184067"/>
                  </a:lnTo>
                  <a:lnTo>
                    <a:pt x="6635040" y="2182838"/>
                  </a:lnTo>
                  <a:lnTo>
                    <a:pt x="6703724" y="2181021"/>
                  </a:lnTo>
                  <a:lnTo>
                    <a:pt x="6788451" y="2178542"/>
                  </a:lnTo>
                  <a:lnTo>
                    <a:pt x="6886368" y="2175354"/>
                  </a:lnTo>
                  <a:lnTo>
                    <a:pt x="6993731" y="2171441"/>
                  </a:lnTo>
                  <a:lnTo>
                    <a:pt x="7106492" y="2166806"/>
                  </a:lnTo>
                  <a:lnTo>
                    <a:pt x="7220829" y="2161463"/>
                  </a:lnTo>
                  <a:lnTo>
                    <a:pt x="7333512" y="2155426"/>
                  </a:lnTo>
                  <a:lnTo>
                    <a:pt x="7442090" y="2148698"/>
                  </a:lnTo>
                  <a:lnTo>
                    <a:pt x="7544912" y="2141267"/>
                  </a:lnTo>
                  <a:lnTo>
                    <a:pt x="7641049" y="2133099"/>
                  </a:lnTo>
                  <a:lnTo>
                    <a:pt x="7730158" y="2124138"/>
                  </a:lnTo>
                  <a:lnTo>
                    <a:pt x="7812338" y="2114305"/>
                  </a:lnTo>
                  <a:lnTo>
                    <a:pt x="7887994" y="2103500"/>
                  </a:lnTo>
                  <a:lnTo>
                    <a:pt x="7957731" y="2091606"/>
                  </a:lnTo>
                  <a:lnTo>
                    <a:pt x="8022266" y="2078490"/>
                  </a:lnTo>
                  <a:lnTo>
                    <a:pt x="8082369" y="2064016"/>
                  </a:lnTo>
                  <a:lnTo>
                    <a:pt x="8138809" y="2048052"/>
                  </a:lnTo>
                  <a:lnTo>
                    <a:pt x="8192322" y="2030500"/>
                  </a:lnTo>
                  <a:lnTo>
                    <a:pt x="8229629" y="2016770"/>
                  </a:lnTo>
                  <a:lnTo>
                    <a:pt x="8286759" y="1993305"/>
                  </a:lnTo>
                  <a:lnTo>
                    <a:pt x="8342191" y="1967654"/>
                  </a:lnTo>
                  <a:lnTo>
                    <a:pt x="8396512" y="1939780"/>
                  </a:lnTo>
                  <a:lnTo>
                    <a:pt x="8450163" y="1909706"/>
                  </a:lnTo>
                  <a:lnTo>
                    <a:pt x="8503470" y="1877522"/>
                  </a:lnTo>
                  <a:lnTo>
                    <a:pt x="8556656" y="1843395"/>
                  </a:lnTo>
                  <a:lnTo>
                    <a:pt x="8609860" y="1807562"/>
                  </a:lnTo>
                  <a:lnTo>
                    <a:pt x="8663151" y="1770333"/>
                  </a:lnTo>
                  <a:lnTo>
                    <a:pt x="8716543" y="1732079"/>
                  </a:lnTo>
                  <a:lnTo>
                    <a:pt x="8770007" y="1693220"/>
                  </a:lnTo>
                  <a:lnTo>
                    <a:pt x="8823491" y="1654201"/>
                  </a:lnTo>
                  <a:lnTo>
                    <a:pt x="8876938" y="1615479"/>
                  </a:lnTo>
                  <a:lnTo>
                    <a:pt x="8930301" y="1577494"/>
                  </a:lnTo>
                  <a:lnTo>
                    <a:pt x="8983562" y="1540652"/>
                  </a:lnTo>
                  <a:lnTo>
                    <a:pt x="9036750" y="1505306"/>
                  </a:lnTo>
                  <a:lnTo>
                    <a:pt x="9089954" y="1471747"/>
                  </a:lnTo>
                  <a:lnTo>
                    <a:pt x="9143338" y="1440189"/>
                  </a:lnTo>
                  <a:lnTo>
                    <a:pt x="9197153" y="1410775"/>
                  </a:lnTo>
                  <a:lnTo>
                    <a:pt x="9251758" y="1383576"/>
                  </a:lnTo>
                  <a:lnTo>
                    <a:pt x="9307636" y="1358595"/>
                  </a:lnTo>
                  <a:lnTo>
                    <a:pt x="9347647" y="1342475"/>
                  </a:lnTo>
                  <a:lnTo>
                    <a:pt x="9399455" y="1323745"/>
                  </a:lnTo>
                  <a:lnTo>
                    <a:pt x="9453705" y="1306638"/>
                  </a:lnTo>
                  <a:lnTo>
                    <a:pt x="9511079" y="1291096"/>
                  </a:lnTo>
                  <a:lnTo>
                    <a:pt x="9572326" y="1277009"/>
                  </a:lnTo>
                  <a:lnTo>
                    <a:pt x="9638220" y="1264244"/>
                  </a:lnTo>
                  <a:lnTo>
                    <a:pt x="9709520" y="1252663"/>
                  </a:lnTo>
                  <a:lnTo>
                    <a:pt x="9786921" y="1242138"/>
                  </a:lnTo>
                  <a:lnTo>
                    <a:pt x="9870982" y="1232554"/>
                  </a:lnTo>
                  <a:lnTo>
                    <a:pt x="9962035" y="1223818"/>
                  </a:lnTo>
                  <a:lnTo>
                    <a:pt x="10060071" y="1215858"/>
                  </a:lnTo>
                  <a:lnTo>
                    <a:pt x="10164601" y="1208623"/>
                  </a:lnTo>
                  <a:lnTo>
                    <a:pt x="10274508" y="1202086"/>
                  </a:lnTo>
                  <a:lnTo>
                    <a:pt x="10387927" y="1196240"/>
                  </a:lnTo>
                  <a:lnTo>
                    <a:pt x="10502182" y="1191091"/>
                  </a:lnTo>
                  <a:lnTo>
                    <a:pt x="10613854" y="1186653"/>
                  </a:lnTo>
                  <a:lnTo>
                    <a:pt x="10719015" y="1182940"/>
                  </a:lnTo>
                  <a:lnTo>
                    <a:pt x="10813643" y="1179951"/>
                  </a:lnTo>
                  <a:lnTo>
                    <a:pt x="10894180" y="1177660"/>
                  </a:lnTo>
                  <a:lnTo>
                    <a:pt x="10958118" y="1176014"/>
                  </a:lnTo>
                  <a:lnTo>
                    <a:pt x="11004472" y="1174930"/>
                  </a:lnTo>
                  <a:lnTo>
                    <a:pt x="11034025" y="1174299"/>
                  </a:lnTo>
                  <a:lnTo>
                    <a:pt x="11049317" y="1174001"/>
                  </a:lnTo>
                  <a:lnTo>
                    <a:pt x="11054456" y="1173909"/>
                  </a:lnTo>
                  <a:lnTo>
                    <a:pt x="11054891" y="1173902"/>
                  </a:lnTo>
                  <a:lnTo>
                    <a:pt x="12049831" y="1173902"/>
                  </a:lnTo>
                  <a:lnTo>
                    <a:pt x="12049831" y="1168661"/>
                  </a:lnTo>
                  <a:lnTo>
                    <a:pt x="11054891" y="1168661"/>
                  </a:lnTo>
                  <a:lnTo>
                    <a:pt x="11053763" y="1168680"/>
                  </a:lnTo>
                  <a:lnTo>
                    <a:pt x="11046315" y="1168817"/>
                  </a:lnTo>
                  <a:lnTo>
                    <a:pt x="11027440" y="1169194"/>
                  </a:lnTo>
                  <a:lnTo>
                    <a:pt x="10993437" y="1169938"/>
                  </a:lnTo>
                  <a:lnTo>
                    <a:pt x="10942236" y="1171167"/>
                  </a:lnTo>
                  <a:lnTo>
                    <a:pt x="10873552" y="1172984"/>
                  </a:lnTo>
                  <a:lnTo>
                    <a:pt x="10788826" y="1175463"/>
                  </a:lnTo>
                  <a:lnTo>
                    <a:pt x="10690909" y="1178651"/>
                  </a:lnTo>
                  <a:lnTo>
                    <a:pt x="10583546" y="1182564"/>
                  </a:lnTo>
                  <a:lnTo>
                    <a:pt x="10470785" y="1187199"/>
                  </a:lnTo>
                  <a:lnTo>
                    <a:pt x="10356448" y="1192542"/>
                  </a:lnTo>
                  <a:lnTo>
                    <a:pt x="10243764" y="1198579"/>
                  </a:lnTo>
                  <a:lnTo>
                    <a:pt x="10135186" y="1205306"/>
                  </a:lnTo>
                  <a:lnTo>
                    <a:pt x="10032364" y="1212738"/>
                  </a:lnTo>
                  <a:lnTo>
                    <a:pt x="9936228" y="1220906"/>
                  </a:lnTo>
                  <a:lnTo>
                    <a:pt x="9847119" y="1229867"/>
                  </a:lnTo>
                  <a:lnTo>
                    <a:pt x="9764939" y="1239700"/>
                  </a:lnTo>
                  <a:lnTo>
                    <a:pt x="9689283" y="1250505"/>
                  </a:lnTo>
                  <a:lnTo>
                    <a:pt x="9619546" y="1262399"/>
                  </a:lnTo>
                  <a:lnTo>
                    <a:pt x="9555010" y="1275514"/>
                  </a:lnTo>
                  <a:lnTo>
                    <a:pt x="9494908" y="1289989"/>
                  </a:lnTo>
                  <a:lnTo>
                    <a:pt x="9438467" y="1305953"/>
                  </a:lnTo>
                  <a:lnTo>
                    <a:pt x="9384955" y="1323505"/>
                  </a:lnTo>
                  <a:lnTo>
                    <a:pt x="9347647" y="1337235"/>
                  </a:lnTo>
                  <a:lnTo>
                    <a:pt x="9290518" y="1360700"/>
                  </a:lnTo>
                  <a:lnTo>
                    <a:pt x="9235086" y="1386351"/>
                  </a:lnTo>
                  <a:lnTo>
                    <a:pt x="9180765" y="1414225"/>
                  </a:lnTo>
                  <a:lnTo>
                    <a:pt x="9127113" y="1444299"/>
                  </a:lnTo>
                  <a:lnTo>
                    <a:pt x="9073806" y="1476482"/>
                  </a:lnTo>
                  <a:lnTo>
                    <a:pt x="9020621" y="1510610"/>
                  </a:lnTo>
                  <a:lnTo>
                    <a:pt x="8967417" y="1546443"/>
                  </a:lnTo>
                  <a:lnTo>
                    <a:pt x="8914125" y="1583672"/>
                  </a:lnTo>
                  <a:lnTo>
                    <a:pt x="8860733" y="1621926"/>
                  </a:lnTo>
                  <a:lnTo>
                    <a:pt x="8807270" y="1660785"/>
                  </a:lnTo>
                  <a:lnTo>
                    <a:pt x="8753785" y="1699804"/>
                  </a:lnTo>
                  <a:lnTo>
                    <a:pt x="8700338" y="1738526"/>
                  </a:lnTo>
                  <a:lnTo>
                    <a:pt x="8646976" y="1776511"/>
                  </a:lnTo>
                  <a:lnTo>
                    <a:pt x="8593714" y="1813353"/>
                  </a:lnTo>
                  <a:lnTo>
                    <a:pt x="8540526" y="1848698"/>
                  </a:lnTo>
                  <a:lnTo>
                    <a:pt x="8487322" y="1882258"/>
                  </a:lnTo>
                  <a:lnTo>
                    <a:pt x="8433939" y="1913816"/>
                  </a:lnTo>
                  <a:lnTo>
                    <a:pt x="8380123" y="1943229"/>
                  </a:lnTo>
                  <a:lnTo>
                    <a:pt x="8325518" y="1970428"/>
                  </a:lnTo>
                  <a:lnTo>
                    <a:pt x="8269641" y="1995410"/>
                  </a:lnTo>
                  <a:lnTo>
                    <a:pt x="8229629" y="2011530"/>
                  </a:lnTo>
                  <a:lnTo>
                    <a:pt x="8177822" y="2030260"/>
                  </a:lnTo>
                  <a:lnTo>
                    <a:pt x="8123572" y="2047367"/>
                  </a:lnTo>
                  <a:lnTo>
                    <a:pt x="8066197" y="2062909"/>
                  </a:lnTo>
                  <a:lnTo>
                    <a:pt x="8004951" y="2076996"/>
                  </a:lnTo>
                  <a:lnTo>
                    <a:pt x="7939057" y="2089761"/>
                  </a:lnTo>
                  <a:lnTo>
                    <a:pt x="7867756" y="2101342"/>
                  </a:lnTo>
                  <a:lnTo>
                    <a:pt x="7790355" y="2111867"/>
                  </a:lnTo>
                  <a:lnTo>
                    <a:pt x="7706295" y="2121451"/>
                  </a:lnTo>
                  <a:lnTo>
                    <a:pt x="7615242" y="2130187"/>
                  </a:lnTo>
                  <a:lnTo>
                    <a:pt x="7517206" y="2138147"/>
                  </a:lnTo>
                  <a:lnTo>
                    <a:pt x="7412676" y="2145382"/>
                  </a:lnTo>
                  <a:lnTo>
                    <a:pt x="7302768" y="2151919"/>
                  </a:lnTo>
                  <a:lnTo>
                    <a:pt x="7189349" y="2157765"/>
                  </a:lnTo>
                  <a:lnTo>
                    <a:pt x="7075094" y="2162914"/>
                  </a:lnTo>
                  <a:lnTo>
                    <a:pt x="6963422" y="2167352"/>
                  </a:lnTo>
                  <a:lnTo>
                    <a:pt x="6858261" y="2171064"/>
                  </a:lnTo>
                  <a:lnTo>
                    <a:pt x="6763634" y="2174054"/>
                  </a:lnTo>
                  <a:lnTo>
                    <a:pt x="6683097" y="2176345"/>
                  </a:lnTo>
                  <a:lnTo>
                    <a:pt x="6619159" y="2177991"/>
                  </a:lnTo>
                  <a:lnTo>
                    <a:pt x="6572805" y="2179075"/>
                  </a:lnTo>
                  <a:lnTo>
                    <a:pt x="6543252" y="2179705"/>
                  </a:lnTo>
                  <a:lnTo>
                    <a:pt x="6527960" y="2180004"/>
                  </a:lnTo>
                  <a:lnTo>
                    <a:pt x="6522820" y="2180096"/>
                  </a:lnTo>
                  <a:lnTo>
                    <a:pt x="6522385" y="2180103"/>
                  </a:lnTo>
                  <a:lnTo>
                    <a:pt x="5527445" y="2180103"/>
                  </a:lnTo>
                  <a:lnTo>
                    <a:pt x="5526345" y="2180063"/>
                  </a:lnTo>
                  <a:lnTo>
                    <a:pt x="5519082" y="2179776"/>
                  </a:lnTo>
                  <a:lnTo>
                    <a:pt x="5500659" y="2178984"/>
                  </a:lnTo>
                  <a:lnTo>
                    <a:pt x="5467441" y="2177422"/>
                  </a:lnTo>
                  <a:lnTo>
                    <a:pt x="5417360" y="2174840"/>
                  </a:lnTo>
                  <a:lnTo>
                    <a:pt x="5350068" y="2171022"/>
                  </a:lnTo>
                  <a:lnTo>
                    <a:pt x="5266896" y="2165807"/>
                  </a:lnTo>
                  <a:lnTo>
                    <a:pt x="5170558" y="2159094"/>
                  </a:lnTo>
                  <a:lnTo>
                    <a:pt x="5064666" y="2150846"/>
                  </a:lnTo>
                  <a:lnTo>
                    <a:pt x="4953163" y="2141066"/>
                  </a:lnTo>
                  <a:lnTo>
                    <a:pt x="4839808" y="2129785"/>
                  </a:lnTo>
                  <a:lnTo>
                    <a:pt x="4727809" y="2117031"/>
                  </a:lnTo>
                  <a:lnTo>
                    <a:pt x="4619634" y="2102814"/>
                  </a:lnTo>
                  <a:lnTo>
                    <a:pt x="4516974" y="2087112"/>
                  </a:lnTo>
                  <a:lnTo>
                    <a:pt x="4420808" y="2069860"/>
                  </a:lnTo>
                  <a:lnTo>
                    <a:pt x="4331534" y="2050945"/>
                  </a:lnTo>
                  <a:lnTo>
                    <a:pt x="4249105" y="2030211"/>
                  </a:lnTo>
                  <a:lnTo>
                    <a:pt x="4173160" y="2007451"/>
                  </a:lnTo>
                  <a:lnTo>
                    <a:pt x="4103135" y="1982425"/>
                  </a:lnTo>
                  <a:lnTo>
                    <a:pt x="4038342" y="1954857"/>
                  </a:lnTo>
                  <a:lnTo>
                    <a:pt x="3978039" y="1924460"/>
                  </a:lnTo>
                  <a:lnTo>
                    <a:pt x="3921469" y="1890955"/>
                  </a:lnTo>
                  <a:lnTo>
                    <a:pt x="3867909" y="1854118"/>
                  </a:lnTo>
                  <a:lnTo>
                    <a:pt x="3820202" y="1816753"/>
                  </a:lnTo>
                  <a:lnTo>
                    <a:pt x="3771866" y="1774381"/>
                  </a:lnTo>
                  <a:lnTo>
                    <a:pt x="3724811" y="1728670"/>
                  </a:lnTo>
                  <a:lnTo>
                    <a:pt x="3678664" y="1679553"/>
                  </a:lnTo>
                  <a:lnTo>
                    <a:pt x="3633127" y="1627028"/>
                  </a:lnTo>
                  <a:lnTo>
                    <a:pt x="3587969" y="1571164"/>
                  </a:lnTo>
                  <a:lnTo>
                    <a:pt x="3543014" y="1512105"/>
                  </a:lnTo>
                  <a:lnTo>
                    <a:pt x="3498136" y="1450079"/>
                  </a:lnTo>
                  <a:lnTo>
                    <a:pt x="3453251" y="1385395"/>
                  </a:lnTo>
                  <a:lnTo>
                    <a:pt x="3408310" y="1318437"/>
                  </a:lnTo>
                  <a:lnTo>
                    <a:pt x="3363297" y="1249664"/>
                  </a:lnTo>
                  <a:lnTo>
                    <a:pt x="3318218" y="1179592"/>
                  </a:lnTo>
                  <a:lnTo>
                    <a:pt x="3273096" y="1108778"/>
                  </a:lnTo>
                  <a:lnTo>
                    <a:pt x="3227965" y="1037809"/>
                  </a:lnTo>
                  <a:lnTo>
                    <a:pt x="3182860" y="967273"/>
                  </a:lnTo>
                  <a:lnTo>
                    <a:pt x="3137810" y="897747"/>
                  </a:lnTo>
                  <a:lnTo>
                    <a:pt x="3092831" y="829771"/>
                  </a:lnTo>
                  <a:lnTo>
                    <a:pt x="3047921" y="763835"/>
                  </a:lnTo>
                  <a:lnTo>
                    <a:pt x="3003047" y="700364"/>
                  </a:lnTo>
                  <a:lnTo>
                    <a:pt x="2958146" y="639706"/>
                  </a:lnTo>
                  <a:lnTo>
                    <a:pt x="2913113" y="582134"/>
                  </a:lnTo>
                  <a:lnTo>
                    <a:pt x="2867801" y="527834"/>
                  </a:lnTo>
                  <a:lnTo>
                    <a:pt x="2822008" y="476915"/>
                  </a:lnTo>
                  <a:lnTo>
                    <a:pt x="2775474" y="429412"/>
                  </a:lnTo>
                  <a:lnTo>
                    <a:pt x="2727866" y="385291"/>
                  </a:lnTo>
                  <a:lnTo>
                    <a:pt x="2702183" y="363350"/>
                  </a:lnTo>
                  <a:lnTo>
                    <a:pt x="2650832" y="323310"/>
                  </a:lnTo>
                  <a:lnTo>
                    <a:pt x="2597085" y="286710"/>
                  </a:lnTo>
                  <a:lnTo>
                    <a:pt x="2540279" y="253430"/>
                  </a:lnTo>
                  <a:lnTo>
                    <a:pt x="2479688" y="223239"/>
                  </a:lnTo>
                  <a:lnTo>
                    <a:pt x="2414555" y="195857"/>
                  </a:lnTo>
                  <a:lnTo>
                    <a:pt x="2344139" y="170997"/>
                  </a:lnTo>
                  <a:lnTo>
                    <a:pt x="2267759" y="148386"/>
                  </a:lnTo>
                  <a:lnTo>
                    <a:pt x="2184863" y="127784"/>
                  </a:lnTo>
                  <a:lnTo>
                    <a:pt x="2095106" y="108990"/>
                  </a:lnTo>
                  <a:lnTo>
                    <a:pt x="1998469" y="91849"/>
                  </a:lnTo>
                  <a:lnTo>
                    <a:pt x="1895386" y="76252"/>
                  </a:lnTo>
                  <a:lnTo>
                    <a:pt x="1786882" y="62137"/>
                  </a:lnTo>
                  <a:lnTo>
                    <a:pt x="1674700" y="49485"/>
                  </a:lnTo>
                  <a:lnTo>
                    <a:pt x="1561361" y="38307"/>
                  </a:lnTo>
                  <a:lnTo>
                    <a:pt x="1450122" y="28633"/>
                  </a:lnTo>
                  <a:lnTo>
                    <a:pt x="1344769" y="20492"/>
                  </a:lnTo>
                  <a:lnTo>
                    <a:pt x="1249238" y="13886"/>
                  </a:lnTo>
                  <a:lnTo>
                    <a:pt x="1167096" y="8771"/>
                  </a:lnTo>
                  <a:lnTo>
                    <a:pt x="1100977" y="5045"/>
                  </a:lnTo>
                  <a:lnTo>
                    <a:pt x="1052101" y="2542"/>
                  </a:lnTo>
                  <a:lnTo>
                    <a:pt x="1019998" y="1042"/>
                  </a:lnTo>
                  <a:lnTo>
                    <a:pt x="1002487" y="293"/>
                  </a:lnTo>
                  <a:lnTo>
                    <a:pt x="995829" y="3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87" name="pl486"/>
            <p:cNvSpPr/>
            <p:nvPr/>
          </p:nvSpPr>
          <p:spPr>
            <a:xfrm>
              <a:off x="1199187" y="3437691"/>
              <a:ext cx="12049831" cy="2180103"/>
            </a:xfrm>
            <a:custGeom>
              <a:avLst/>
              <a:pathLst>
                <a:path w="12049831" h="2180103">
                  <a:moveTo>
                    <a:pt x="0" y="0"/>
                  </a:moveTo>
                  <a:lnTo>
                    <a:pt x="994940" y="0"/>
                  </a:lnTo>
                  <a:lnTo>
                    <a:pt x="996040" y="40"/>
                  </a:lnTo>
                  <a:lnTo>
                    <a:pt x="1003303" y="327"/>
                  </a:lnTo>
                  <a:lnTo>
                    <a:pt x="1021726" y="1119"/>
                  </a:lnTo>
                  <a:lnTo>
                    <a:pt x="1054944" y="2681"/>
                  </a:lnTo>
                  <a:lnTo>
                    <a:pt x="1105025" y="5263"/>
                  </a:lnTo>
                  <a:lnTo>
                    <a:pt x="1172317" y="9081"/>
                  </a:lnTo>
                  <a:lnTo>
                    <a:pt x="1255489" y="14296"/>
                  </a:lnTo>
                  <a:lnTo>
                    <a:pt x="1351827" y="21009"/>
                  </a:lnTo>
                  <a:lnTo>
                    <a:pt x="1457719" y="29257"/>
                  </a:lnTo>
                  <a:lnTo>
                    <a:pt x="1569222" y="39036"/>
                  </a:lnTo>
                  <a:lnTo>
                    <a:pt x="1682577" y="50318"/>
                  </a:lnTo>
                  <a:lnTo>
                    <a:pt x="1794576" y="63072"/>
                  </a:lnTo>
                  <a:lnTo>
                    <a:pt x="1902751" y="77289"/>
                  </a:lnTo>
                  <a:lnTo>
                    <a:pt x="2005411" y="92991"/>
                  </a:lnTo>
                  <a:lnTo>
                    <a:pt x="2101577" y="110243"/>
                  </a:lnTo>
                  <a:lnTo>
                    <a:pt x="2190851" y="129157"/>
                  </a:lnTo>
                  <a:lnTo>
                    <a:pt x="2273280" y="149892"/>
                  </a:lnTo>
                  <a:lnTo>
                    <a:pt x="2349225" y="172651"/>
                  </a:lnTo>
                  <a:lnTo>
                    <a:pt x="2419250" y="197678"/>
                  </a:lnTo>
                  <a:lnTo>
                    <a:pt x="2484043" y="225246"/>
                  </a:lnTo>
                  <a:lnTo>
                    <a:pt x="2544346" y="255643"/>
                  </a:lnTo>
                  <a:lnTo>
                    <a:pt x="2600916" y="289147"/>
                  </a:lnTo>
                  <a:lnTo>
                    <a:pt x="2654476" y="325985"/>
                  </a:lnTo>
                  <a:lnTo>
                    <a:pt x="2702183" y="363350"/>
                  </a:lnTo>
                  <a:lnTo>
                    <a:pt x="2750519" y="405722"/>
                  </a:lnTo>
                  <a:lnTo>
                    <a:pt x="2797574" y="451433"/>
                  </a:lnTo>
                  <a:lnTo>
                    <a:pt x="2843721" y="500550"/>
                  </a:lnTo>
                  <a:lnTo>
                    <a:pt x="2889258" y="553075"/>
                  </a:lnTo>
                  <a:lnTo>
                    <a:pt x="2934416" y="608939"/>
                  </a:lnTo>
                  <a:lnTo>
                    <a:pt x="2979371" y="667998"/>
                  </a:lnTo>
                  <a:lnTo>
                    <a:pt x="3024249" y="730024"/>
                  </a:lnTo>
                  <a:lnTo>
                    <a:pt x="3069134" y="794708"/>
                  </a:lnTo>
                  <a:lnTo>
                    <a:pt x="3114075" y="861665"/>
                  </a:lnTo>
                  <a:lnTo>
                    <a:pt x="3159088" y="930438"/>
                  </a:lnTo>
                  <a:lnTo>
                    <a:pt x="3204167" y="1000511"/>
                  </a:lnTo>
                  <a:lnTo>
                    <a:pt x="3249289" y="1071325"/>
                  </a:lnTo>
                  <a:lnTo>
                    <a:pt x="3294420" y="1142294"/>
                  </a:lnTo>
                  <a:lnTo>
                    <a:pt x="3339525" y="1212829"/>
                  </a:lnTo>
                  <a:lnTo>
                    <a:pt x="3384575" y="1282355"/>
                  </a:lnTo>
                  <a:lnTo>
                    <a:pt x="3429554" y="1350331"/>
                  </a:lnTo>
                  <a:lnTo>
                    <a:pt x="3474464" y="1416268"/>
                  </a:lnTo>
                  <a:lnTo>
                    <a:pt x="3519338" y="1479739"/>
                  </a:lnTo>
                  <a:lnTo>
                    <a:pt x="3564239" y="1540396"/>
                  </a:lnTo>
                  <a:lnTo>
                    <a:pt x="3609272" y="1597969"/>
                  </a:lnTo>
                  <a:lnTo>
                    <a:pt x="3654584" y="1652269"/>
                  </a:lnTo>
                  <a:lnTo>
                    <a:pt x="3700377" y="1703188"/>
                  </a:lnTo>
                  <a:lnTo>
                    <a:pt x="3746911" y="1750691"/>
                  </a:lnTo>
                  <a:lnTo>
                    <a:pt x="3794519" y="1794812"/>
                  </a:lnTo>
                  <a:lnTo>
                    <a:pt x="3820202" y="1816753"/>
                  </a:lnTo>
                  <a:lnTo>
                    <a:pt x="3871553" y="1856793"/>
                  </a:lnTo>
                  <a:lnTo>
                    <a:pt x="3925300" y="1893393"/>
                  </a:lnTo>
                  <a:lnTo>
                    <a:pt x="3982106" y="1926673"/>
                  </a:lnTo>
                  <a:lnTo>
                    <a:pt x="4042697" y="1956864"/>
                  </a:lnTo>
                  <a:lnTo>
                    <a:pt x="4107830" y="1984245"/>
                  </a:lnTo>
                  <a:lnTo>
                    <a:pt x="4178246" y="2009106"/>
                  </a:lnTo>
                  <a:lnTo>
                    <a:pt x="4254626" y="2031716"/>
                  </a:lnTo>
                  <a:lnTo>
                    <a:pt x="4337522" y="2052319"/>
                  </a:lnTo>
                  <a:lnTo>
                    <a:pt x="4427279" y="2071113"/>
                  </a:lnTo>
                  <a:lnTo>
                    <a:pt x="4523916" y="2088254"/>
                  </a:lnTo>
                  <a:lnTo>
                    <a:pt x="4626999" y="2103851"/>
                  </a:lnTo>
                  <a:lnTo>
                    <a:pt x="4735503" y="2117966"/>
                  </a:lnTo>
                  <a:lnTo>
                    <a:pt x="4847685" y="2130618"/>
                  </a:lnTo>
                  <a:lnTo>
                    <a:pt x="4961024" y="2141796"/>
                  </a:lnTo>
                  <a:lnTo>
                    <a:pt x="5072263" y="2151470"/>
                  </a:lnTo>
                  <a:lnTo>
                    <a:pt x="5177616" y="2159611"/>
                  </a:lnTo>
                  <a:lnTo>
                    <a:pt x="5273147" y="2166217"/>
                  </a:lnTo>
                  <a:lnTo>
                    <a:pt x="5355289" y="2171332"/>
                  </a:lnTo>
                  <a:lnTo>
                    <a:pt x="5421408" y="2175058"/>
                  </a:lnTo>
                  <a:lnTo>
                    <a:pt x="5470284" y="2177561"/>
                  </a:lnTo>
                  <a:lnTo>
                    <a:pt x="5502387" y="2179061"/>
                  </a:lnTo>
                  <a:lnTo>
                    <a:pt x="5519898" y="2179809"/>
                  </a:lnTo>
                  <a:lnTo>
                    <a:pt x="5526556" y="2180071"/>
                  </a:lnTo>
                  <a:lnTo>
                    <a:pt x="5527445" y="2180103"/>
                  </a:lnTo>
                  <a:lnTo>
                    <a:pt x="6522385" y="2180103"/>
                  </a:lnTo>
                  <a:lnTo>
                    <a:pt x="6523514" y="2180084"/>
                  </a:lnTo>
                  <a:lnTo>
                    <a:pt x="6530961" y="2179947"/>
                  </a:lnTo>
                  <a:lnTo>
                    <a:pt x="6549837" y="2179570"/>
                  </a:lnTo>
                  <a:lnTo>
                    <a:pt x="6583840" y="2178826"/>
                  </a:lnTo>
                  <a:lnTo>
                    <a:pt x="6635040" y="2177597"/>
                  </a:lnTo>
                  <a:lnTo>
                    <a:pt x="6703724" y="2175781"/>
                  </a:lnTo>
                  <a:lnTo>
                    <a:pt x="6788451" y="2173301"/>
                  </a:lnTo>
                  <a:lnTo>
                    <a:pt x="6886368" y="2170113"/>
                  </a:lnTo>
                  <a:lnTo>
                    <a:pt x="6993731" y="2166200"/>
                  </a:lnTo>
                  <a:lnTo>
                    <a:pt x="7106492" y="2161565"/>
                  </a:lnTo>
                  <a:lnTo>
                    <a:pt x="7220829" y="2156222"/>
                  </a:lnTo>
                  <a:lnTo>
                    <a:pt x="7333512" y="2150185"/>
                  </a:lnTo>
                  <a:lnTo>
                    <a:pt x="7442090" y="2143458"/>
                  </a:lnTo>
                  <a:lnTo>
                    <a:pt x="7544912" y="2136027"/>
                  </a:lnTo>
                  <a:lnTo>
                    <a:pt x="7641049" y="2127858"/>
                  </a:lnTo>
                  <a:lnTo>
                    <a:pt x="7730158" y="2118897"/>
                  </a:lnTo>
                  <a:lnTo>
                    <a:pt x="7812338" y="2109064"/>
                  </a:lnTo>
                  <a:lnTo>
                    <a:pt x="7887994" y="2098260"/>
                  </a:lnTo>
                  <a:lnTo>
                    <a:pt x="7957731" y="2086366"/>
                  </a:lnTo>
                  <a:lnTo>
                    <a:pt x="8022266" y="2073250"/>
                  </a:lnTo>
                  <a:lnTo>
                    <a:pt x="8082369" y="2058775"/>
                  </a:lnTo>
                  <a:lnTo>
                    <a:pt x="8138809" y="2042811"/>
                  </a:lnTo>
                  <a:lnTo>
                    <a:pt x="8192322" y="2025259"/>
                  </a:lnTo>
                  <a:lnTo>
                    <a:pt x="8229629" y="2011530"/>
                  </a:lnTo>
                  <a:lnTo>
                    <a:pt x="8286759" y="1988064"/>
                  </a:lnTo>
                  <a:lnTo>
                    <a:pt x="8342191" y="1962414"/>
                  </a:lnTo>
                  <a:lnTo>
                    <a:pt x="8396512" y="1934540"/>
                  </a:lnTo>
                  <a:lnTo>
                    <a:pt x="8450163" y="1904465"/>
                  </a:lnTo>
                  <a:lnTo>
                    <a:pt x="8503470" y="1872282"/>
                  </a:lnTo>
                  <a:lnTo>
                    <a:pt x="8556656" y="1838154"/>
                  </a:lnTo>
                  <a:lnTo>
                    <a:pt x="8609860" y="1802321"/>
                  </a:lnTo>
                  <a:lnTo>
                    <a:pt x="8663151" y="1765092"/>
                  </a:lnTo>
                  <a:lnTo>
                    <a:pt x="8716543" y="1726839"/>
                  </a:lnTo>
                  <a:lnTo>
                    <a:pt x="8770007" y="1687979"/>
                  </a:lnTo>
                  <a:lnTo>
                    <a:pt x="8823491" y="1648960"/>
                  </a:lnTo>
                  <a:lnTo>
                    <a:pt x="8876938" y="1610238"/>
                  </a:lnTo>
                  <a:lnTo>
                    <a:pt x="8930301" y="1572253"/>
                  </a:lnTo>
                  <a:lnTo>
                    <a:pt x="8983562" y="1535411"/>
                  </a:lnTo>
                  <a:lnTo>
                    <a:pt x="9036750" y="1500066"/>
                  </a:lnTo>
                  <a:lnTo>
                    <a:pt x="9089954" y="1466506"/>
                  </a:lnTo>
                  <a:lnTo>
                    <a:pt x="9143338" y="1434948"/>
                  </a:lnTo>
                  <a:lnTo>
                    <a:pt x="9197153" y="1405535"/>
                  </a:lnTo>
                  <a:lnTo>
                    <a:pt x="9251758" y="1378336"/>
                  </a:lnTo>
                  <a:lnTo>
                    <a:pt x="9307636" y="1353355"/>
                  </a:lnTo>
                  <a:lnTo>
                    <a:pt x="9347647" y="1337235"/>
                  </a:lnTo>
                  <a:lnTo>
                    <a:pt x="9399455" y="1318504"/>
                  </a:lnTo>
                  <a:lnTo>
                    <a:pt x="9453705" y="1301397"/>
                  </a:lnTo>
                  <a:lnTo>
                    <a:pt x="9511079" y="1285855"/>
                  </a:lnTo>
                  <a:lnTo>
                    <a:pt x="9572326" y="1271769"/>
                  </a:lnTo>
                  <a:lnTo>
                    <a:pt x="9638220" y="1259003"/>
                  </a:lnTo>
                  <a:lnTo>
                    <a:pt x="9709520" y="1247422"/>
                  </a:lnTo>
                  <a:lnTo>
                    <a:pt x="9786921" y="1236897"/>
                  </a:lnTo>
                  <a:lnTo>
                    <a:pt x="9870982" y="1227313"/>
                  </a:lnTo>
                  <a:lnTo>
                    <a:pt x="9962035" y="1218578"/>
                  </a:lnTo>
                  <a:lnTo>
                    <a:pt x="10060071" y="1210617"/>
                  </a:lnTo>
                  <a:lnTo>
                    <a:pt x="10164601" y="1203382"/>
                  </a:lnTo>
                  <a:lnTo>
                    <a:pt x="10274508" y="1196846"/>
                  </a:lnTo>
                  <a:lnTo>
                    <a:pt x="10387927" y="1190999"/>
                  </a:lnTo>
                  <a:lnTo>
                    <a:pt x="10502182" y="1185850"/>
                  </a:lnTo>
                  <a:lnTo>
                    <a:pt x="10613854" y="1181413"/>
                  </a:lnTo>
                  <a:lnTo>
                    <a:pt x="10719015" y="1177700"/>
                  </a:lnTo>
                  <a:lnTo>
                    <a:pt x="10813643" y="1174710"/>
                  </a:lnTo>
                  <a:lnTo>
                    <a:pt x="10894180" y="1172419"/>
                  </a:lnTo>
                  <a:lnTo>
                    <a:pt x="10958118" y="1170774"/>
                  </a:lnTo>
                  <a:lnTo>
                    <a:pt x="11004472" y="1169689"/>
                  </a:lnTo>
                  <a:lnTo>
                    <a:pt x="11034025" y="1169059"/>
                  </a:lnTo>
                  <a:lnTo>
                    <a:pt x="11049317" y="1168760"/>
                  </a:lnTo>
                  <a:lnTo>
                    <a:pt x="11054456" y="1168668"/>
                  </a:lnTo>
                  <a:lnTo>
                    <a:pt x="11054891" y="1168661"/>
                  </a:lnTo>
                  <a:lnTo>
                    <a:pt x="12049831" y="1168661"/>
                  </a:lnTo>
                  <a:lnTo>
                    <a:pt x="12049831" y="11686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8" name="pl487"/>
            <p:cNvSpPr/>
            <p:nvPr/>
          </p:nvSpPr>
          <p:spPr>
            <a:xfrm>
              <a:off x="1199187" y="3432450"/>
              <a:ext cx="12049831" cy="2180103"/>
            </a:xfrm>
            <a:custGeom>
              <a:avLst/>
              <a:pathLst>
                <a:path w="12049831" h="2180103">
                  <a:moveTo>
                    <a:pt x="12049831" y="1168661"/>
                  </a:moveTo>
                  <a:lnTo>
                    <a:pt x="11054891" y="1168661"/>
                  </a:lnTo>
                  <a:lnTo>
                    <a:pt x="11053763" y="1168680"/>
                  </a:lnTo>
                  <a:lnTo>
                    <a:pt x="11046315" y="1168817"/>
                  </a:lnTo>
                  <a:lnTo>
                    <a:pt x="11027440" y="1169194"/>
                  </a:lnTo>
                  <a:lnTo>
                    <a:pt x="10993437" y="1169938"/>
                  </a:lnTo>
                  <a:lnTo>
                    <a:pt x="10942236" y="1171167"/>
                  </a:lnTo>
                  <a:lnTo>
                    <a:pt x="10873552" y="1172984"/>
                  </a:lnTo>
                  <a:lnTo>
                    <a:pt x="10788826" y="1175463"/>
                  </a:lnTo>
                  <a:lnTo>
                    <a:pt x="10690909" y="1178651"/>
                  </a:lnTo>
                  <a:lnTo>
                    <a:pt x="10583546" y="1182564"/>
                  </a:lnTo>
                  <a:lnTo>
                    <a:pt x="10470785" y="1187199"/>
                  </a:lnTo>
                  <a:lnTo>
                    <a:pt x="10356448" y="1192542"/>
                  </a:lnTo>
                  <a:lnTo>
                    <a:pt x="10243764" y="1198579"/>
                  </a:lnTo>
                  <a:lnTo>
                    <a:pt x="10135186" y="1205306"/>
                  </a:lnTo>
                  <a:lnTo>
                    <a:pt x="10032364" y="1212738"/>
                  </a:lnTo>
                  <a:lnTo>
                    <a:pt x="9936228" y="1220906"/>
                  </a:lnTo>
                  <a:lnTo>
                    <a:pt x="9847119" y="1229867"/>
                  </a:lnTo>
                  <a:lnTo>
                    <a:pt x="9764939" y="1239700"/>
                  </a:lnTo>
                  <a:lnTo>
                    <a:pt x="9689283" y="1250505"/>
                  </a:lnTo>
                  <a:lnTo>
                    <a:pt x="9619546" y="1262399"/>
                  </a:lnTo>
                  <a:lnTo>
                    <a:pt x="9555010" y="1275514"/>
                  </a:lnTo>
                  <a:lnTo>
                    <a:pt x="9494908" y="1289989"/>
                  </a:lnTo>
                  <a:lnTo>
                    <a:pt x="9438467" y="1305953"/>
                  </a:lnTo>
                  <a:lnTo>
                    <a:pt x="9384955" y="1323505"/>
                  </a:lnTo>
                  <a:lnTo>
                    <a:pt x="9347647" y="1337235"/>
                  </a:lnTo>
                  <a:lnTo>
                    <a:pt x="9290518" y="1360700"/>
                  </a:lnTo>
                  <a:lnTo>
                    <a:pt x="9235086" y="1386351"/>
                  </a:lnTo>
                  <a:lnTo>
                    <a:pt x="9180765" y="1414225"/>
                  </a:lnTo>
                  <a:lnTo>
                    <a:pt x="9127113" y="1444299"/>
                  </a:lnTo>
                  <a:lnTo>
                    <a:pt x="9073806" y="1476482"/>
                  </a:lnTo>
                  <a:lnTo>
                    <a:pt x="9020621" y="1510610"/>
                  </a:lnTo>
                  <a:lnTo>
                    <a:pt x="8967417" y="1546443"/>
                  </a:lnTo>
                  <a:lnTo>
                    <a:pt x="8914125" y="1583672"/>
                  </a:lnTo>
                  <a:lnTo>
                    <a:pt x="8860733" y="1621926"/>
                  </a:lnTo>
                  <a:lnTo>
                    <a:pt x="8807270" y="1660785"/>
                  </a:lnTo>
                  <a:lnTo>
                    <a:pt x="8753785" y="1699804"/>
                  </a:lnTo>
                  <a:lnTo>
                    <a:pt x="8700338" y="1738526"/>
                  </a:lnTo>
                  <a:lnTo>
                    <a:pt x="8646976" y="1776511"/>
                  </a:lnTo>
                  <a:lnTo>
                    <a:pt x="8593714" y="1813353"/>
                  </a:lnTo>
                  <a:lnTo>
                    <a:pt x="8540526" y="1848698"/>
                  </a:lnTo>
                  <a:lnTo>
                    <a:pt x="8487322" y="1882258"/>
                  </a:lnTo>
                  <a:lnTo>
                    <a:pt x="8433939" y="1913816"/>
                  </a:lnTo>
                  <a:lnTo>
                    <a:pt x="8380123" y="1943229"/>
                  </a:lnTo>
                  <a:lnTo>
                    <a:pt x="8325518" y="1970428"/>
                  </a:lnTo>
                  <a:lnTo>
                    <a:pt x="8269641" y="1995410"/>
                  </a:lnTo>
                  <a:lnTo>
                    <a:pt x="8229629" y="2011530"/>
                  </a:lnTo>
                  <a:lnTo>
                    <a:pt x="8177822" y="2030260"/>
                  </a:lnTo>
                  <a:lnTo>
                    <a:pt x="8123572" y="2047367"/>
                  </a:lnTo>
                  <a:lnTo>
                    <a:pt x="8066197" y="2062909"/>
                  </a:lnTo>
                  <a:lnTo>
                    <a:pt x="8004951" y="2076996"/>
                  </a:lnTo>
                  <a:lnTo>
                    <a:pt x="7939057" y="2089761"/>
                  </a:lnTo>
                  <a:lnTo>
                    <a:pt x="7867756" y="2101342"/>
                  </a:lnTo>
                  <a:lnTo>
                    <a:pt x="7790355" y="2111867"/>
                  </a:lnTo>
                  <a:lnTo>
                    <a:pt x="7706295" y="2121451"/>
                  </a:lnTo>
                  <a:lnTo>
                    <a:pt x="7615242" y="2130187"/>
                  </a:lnTo>
                  <a:lnTo>
                    <a:pt x="7517206" y="2138147"/>
                  </a:lnTo>
                  <a:lnTo>
                    <a:pt x="7412676" y="2145382"/>
                  </a:lnTo>
                  <a:lnTo>
                    <a:pt x="7302768" y="2151919"/>
                  </a:lnTo>
                  <a:lnTo>
                    <a:pt x="7189349" y="2157765"/>
                  </a:lnTo>
                  <a:lnTo>
                    <a:pt x="7075094" y="2162914"/>
                  </a:lnTo>
                  <a:lnTo>
                    <a:pt x="6963422" y="2167352"/>
                  </a:lnTo>
                  <a:lnTo>
                    <a:pt x="6858261" y="2171064"/>
                  </a:lnTo>
                  <a:lnTo>
                    <a:pt x="6763634" y="2174054"/>
                  </a:lnTo>
                  <a:lnTo>
                    <a:pt x="6683097" y="2176345"/>
                  </a:lnTo>
                  <a:lnTo>
                    <a:pt x="6619159" y="2177991"/>
                  </a:lnTo>
                  <a:lnTo>
                    <a:pt x="6572805" y="2179075"/>
                  </a:lnTo>
                  <a:lnTo>
                    <a:pt x="6543252" y="2179705"/>
                  </a:lnTo>
                  <a:lnTo>
                    <a:pt x="6527960" y="2180004"/>
                  </a:lnTo>
                  <a:lnTo>
                    <a:pt x="6522820" y="2180096"/>
                  </a:lnTo>
                  <a:lnTo>
                    <a:pt x="6522385" y="2180103"/>
                  </a:lnTo>
                  <a:lnTo>
                    <a:pt x="5527445" y="2180103"/>
                  </a:lnTo>
                  <a:lnTo>
                    <a:pt x="5526345" y="2180063"/>
                  </a:lnTo>
                  <a:lnTo>
                    <a:pt x="5519082" y="2179776"/>
                  </a:lnTo>
                  <a:lnTo>
                    <a:pt x="5500659" y="2178984"/>
                  </a:lnTo>
                  <a:lnTo>
                    <a:pt x="5467441" y="2177422"/>
                  </a:lnTo>
                  <a:lnTo>
                    <a:pt x="5417360" y="2174840"/>
                  </a:lnTo>
                  <a:lnTo>
                    <a:pt x="5350068" y="2171022"/>
                  </a:lnTo>
                  <a:lnTo>
                    <a:pt x="5266896" y="2165807"/>
                  </a:lnTo>
                  <a:lnTo>
                    <a:pt x="5170558" y="2159094"/>
                  </a:lnTo>
                  <a:lnTo>
                    <a:pt x="5064666" y="2150846"/>
                  </a:lnTo>
                  <a:lnTo>
                    <a:pt x="4953163" y="2141066"/>
                  </a:lnTo>
                  <a:lnTo>
                    <a:pt x="4839808" y="2129785"/>
                  </a:lnTo>
                  <a:lnTo>
                    <a:pt x="4727809" y="2117031"/>
                  </a:lnTo>
                  <a:lnTo>
                    <a:pt x="4619634" y="2102814"/>
                  </a:lnTo>
                  <a:lnTo>
                    <a:pt x="4516974" y="2087112"/>
                  </a:lnTo>
                  <a:lnTo>
                    <a:pt x="4420808" y="2069860"/>
                  </a:lnTo>
                  <a:lnTo>
                    <a:pt x="4331534" y="2050945"/>
                  </a:lnTo>
                  <a:lnTo>
                    <a:pt x="4249105" y="2030211"/>
                  </a:lnTo>
                  <a:lnTo>
                    <a:pt x="4173160" y="2007451"/>
                  </a:lnTo>
                  <a:lnTo>
                    <a:pt x="4103135" y="1982425"/>
                  </a:lnTo>
                  <a:lnTo>
                    <a:pt x="4038342" y="1954857"/>
                  </a:lnTo>
                  <a:lnTo>
                    <a:pt x="3978039" y="1924460"/>
                  </a:lnTo>
                  <a:lnTo>
                    <a:pt x="3921469" y="1890955"/>
                  </a:lnTo>
                  <a:lnTo>
                    <a:pt x="3867909" y="1854118"/>
                  </a:lnTo>
                  <a:lnTo>
                    <a:pt x="3820202" y="1816753"/>
                  </a:lnTo>
                  <a:lnTo>
                    <a:pt x="3771866" y="1774381"/>
                  </a:lnTo>
                  <a:lnTo>
                    <a:pt x="3724811" y="1728670"/>
                  </a:lnTo>
                  <a:lnTo>
                    <a:pt x="3678664" y="1679553"/>
                  </a:lnTo>
                  <a:lnTo>
                    <a:pt x="3633127" y="1627028"/>
                  </a:lnTo>
                  <a:lnTo>
                    <a:pt x="3587969" y="1571164"/>
                  </a:lnTo>
                  <a:lnTo>
                    <a:pt x="3543014" y="1512105"/>
                  </a:lnTo>
                  <a:lnTo>
                    <a:pt x="3498136" y="1450079"/>
                  </a:lnTo>
                  <a:lnTo>
                    <a:pt x="3453251" y="1385395"/>
                  </a:lnTo>
                  <a:lnTo>
                    <a:pt x="3408310" y="1318437"/>
                  </a:lnTo>
                  <a:lnTo>
                    <a:pt x="3363297" y="1249664"/>
                  </a:lnTo>
                  <a:lnTo>
                    <a:pt x="3318218" y="1179592"/>
                  </a:lnTo>
                  <a:lnTo>
                    <a:pt x="3273096" y="1108778"/>
                  </a:lnTo>
                  <a:lnTo>
                    <a:pt x="3227965" y="1037809"/>
                  </a:lnTo>
                  <a:lnTo>
                    <a:pt x="3182860" y="967273"/>
                  </a:lnTo>
                  <a:lnTo>
                    <a:pt x="3137810" y="897747"/>
                  </a:lnTo>
                  <a:lnTo>
                    <a:pt x="3092831" y="829771"/>
                  </a:lnTo>
                  <a:lnTo>
                    <a:pt x="3047921" y="763835"/>
                  </a:lnTo>
                  <a:lnTo>
                    <a:pt x="3003047" y="700364"/>
                  </a:lnTo>
                  <a:lnTo>
                    <a:pt x="2958146" y="639706"/>
                  </a:lnTo>
                  <a:lnTo>
                    <a:pt x="2913113" y="582134"/>
                  </a:lnTo>
                  <a:lnTo>
                    <a:pt x="2867801" y="527834"/>
                  </a:lnTo>
                  <a:lnTo>
                    <a:pt x="2822008" y="476915"/>
                  </a:lnTo>
                  <a:lnTo>
                    <a:pt x="2775474" y="429412"/>
                  </a:lnTo>
                  <a:lnTo>
                    <a:pt x="2727866" y="385291"/>
                  </a:lnTo>
                  <a:lnTo>
                    <a:pt x="2702183" y="363350"/>
                  </a:lnTo>
                  <a:lnTo>
                    <a:pt x="2650832" y="323310"/>
                  </a:lnTo>
                  <a:lnTo>
                    <a:pt x="2597085" y="286710"/>
                  </a:lnTo>
                  <a:lnTo>
                    <a:pt x="2540279" y="253430"/>
                  </a:lnTo>
                  <a:lnTo>
                    <a:pt x="2479688" y="223239"/>
                  </a:lnTo>
                  <a:lnTo>
                    <a:pt x="2414555" y="195857"/>
                  </a:lnTo>
                  <a:lnTo>
                    <a:pt x="2344139" y="170997"/>
                  </a:lnTo>
                  <a:lnTo>
                    <a:pt x="2267759" y="148386"/>
                  </a:lnTo>
                  <a:lnTo>
                    <a:pt x="2184863" y="127784"/>
                  </a:lnTo>
                  <a:lnTo>
                    <a:pt x="2095106" y="108990"/>
                  </a:lnTo>
                  <a:lnTo>
                    <a:pt x="1998469" y="91849"/>
                  </a:lnTo>
                  <a:lnTo>
                    <a:pt x="1895386" y="76252"/>
                  </a:lnTo>
                  <a:lnTo>
                    <a:pt x="1786882" y="62137"/>
                  </a:lnTo>
                  <a:lnTo>
                    <a:pt x="1674700" y="49485"/>
                  </a:lnTo>
                  <a:lnTo>
                    <a:pt x="1561361" y="38307"/>
                  </a:lnTo>
                  <a:lnTo>
                    <a:pt x="1450122" y="28633"/>
                  </a:lnTo>
                  <a:lnTo>
                    <a:pt x="1344769" y="20492"/>
                  </a:lnTo>
                  <a:lnTo>
                    <a:pt x="1249238" y="13886"/>
                  </a:lnTo>
                  <a:lnTo>
                    <a:pt x="1167096" y="8771"/>
                  </a:lnTo>
                  <a:lnTo>
                    <a:pt x="1100977" y="5045"/>
                  </a:lnTo>
                  <a:lnTo>
                    <a:pt x="1052101" y="2542"/>
                  </a:lnTo>
                  <a:lnTo>
                    <a:pt x="1019998" y="1042"/>
                  </a:lnTo>
                  <a:lnTo>
                    <a:pt x="1002487" y="293"/>
                  </a:lnTo>
                  <a:lnTo>
                    <a:pt x="995829" y="3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9" name="pg488"/>
            <p:cNvSpPr/>
            <p:nvPr/>
          </p:nvSpPr>
          <p:spPr>
            <a:xfrm>
              <a:off x="1199187" y="3437691"/>
              <a:ext cx="12049831" cy="2211547"/>
            </a:xfrm>
            <a:custGeom>
              <a:avLst/>
              <a:pathLst>
                <a:path w="12049831" h="2211547">
                  <a:moveTo>
                    <a:pt x="0" y="26203"/>
                  </a:moveTo>
                  <a:lnTo>
                    <a:pt x="994940" y="26203"/>
                  </a:lnTo>
                  <a:lnTo>
                    <a:pt x="996039" y="26243"/>
                  </a:lnTo>
                  <a:lnTo>
                    <a:pt x="1003302" y="26531"/>
                  </a:lnTo>
                  <a:lnTo>
                    <a:pt x="1021722" y="27325"/>
                  </a:lnTo>
                  <a:lnTo>
                    <a:pt x="1054935" y="28890"/>
                  </a:lnTo>
                  <a:lnTo>
                    <a:pt x="1105010" y="31478"/>
                  </a:lnTo>
                  <a:lnTo>
                    <a:pt x="1172293" y="35304"/>
                  </a:lnTo>
                  <a:lnTo>
                    <a:pt x="1255457" y="40532"/>
                  </a:lnTo>
                  <a:lnTo>
                    <a:pt x="1351785" y="47259"/>
                  </a:lnTo>
                  <a:lnTo>
                    <a:pt x="1457667" y="55526"/>
                  </a:lnTo>
                  <a:lnTo>
                    <a:pt x="1569163" y="65328"/>
                  </a:lnTo>
                  <a:lnTo>
                    <a:pt x="1682512" y="76635"/>
                  </a:lnTo>
                  <a:lnTo>
                    <a:pt x="1794507" y="89418"/>
                  </a:lnTo>
                  <a:lnTo>
                    <a:pt x="1902679" y="103668"/>
                  </a:lnTo>
                  <a:lnTo>
                    <a:pt x="2005338" y="119405"/>
                  </a:lnTo>
                  <a:lnTo>
                    <a:pt x="2101504" y="136697"/>
                  </a:lnTo>
                  <a:lnTo>
                    <a:pt x="2190779" y="155654"/>
                  </a:lnTo>
                  <a:lnTo>
                    <a:pt x="2273210" y="176436"/>
                  </a:lnTo>
                  <a:lnTo>
                    <a:pt x="2349156" y="199247"/>
                  </a:lnTo>
                  <a:lnTo>
                    <a:pt x="2419183" y="224330"/>
                  </a:lnTo>
                  <a:lnTo>
                    <a:pt x="2483977" y="251960"/>
                  </a:lnTo>
                  <a:lnTo>
                    <a:pt x="2544283" y="282426"/>
                  </a:lnTo>
                  <a:lnTo>
                    <a:pt x="2600853" y="316005"/>
                  </a:lnTo>
                  <a:lnTo>
                    <a:pt x="2654413" y="352925"/>
                  </a:lnTo>
                  <a:lnTo>
                    <a:pt x="2702183" y="390427"/>
                  </a:lnTo>
                  <a:lnTo>
                    <a:pt x="2750483" y="432867"/>
                  </a:lnTo>
                  <a:lnTo>
                    <a:pt x="2797503" y="478649"/>
                  </a:lnTo>
                  <a:lnTo>
                    <a:pt x="2843617" y="527841"/>
                  </a:lnTo>
                  <a:lnTo>
                    <a:pt x="2889121" y="580443"/>
                  </a:lnTo>
                  <a:lnTo>
                    <a:pt x="2934246" y="636389"/>
                  </a:lnTo>
                  <a:lnTo>
                    <a:pt x="2979168" y="695532"/>
                  </a:lnTo>
                  <a:lnTo>
                    <a:pt x="3024012" y="757646"/>
                  </a:lnTo>
                  <a:lnTo>
                    <a:pt x="3068863" y="822423"/>
                  </a:lnTo>
                  <a:lnTo>
                    <a:pt x="3113769" y="889477"/>
                  </a:lnTo>
                  <a:lnTo>
                    <a:pt x="3158748" y="958352"/>
                  </a:lnTo>
                  <a:lnTo>
                    <a:pt x="3203793" y="1028533"/>
                  </a:lnTo>
                  <a:lnTo>
                    <a:pt x="3248880" y="1099459"/>
                  </a:lnTo>
                  <a:lnTo>
                    <a:pt x="3293977" y="1170546"/>
                  </a:lnTo>
                  <a:lnTo>
                    <a:pt x="3339049" y="1241205"/>
                  </a:lnTo>
                  <a:lnTo>
                    <a:pt x="3384066" y="1310860"/>
                  </a:lnTo>
                  <a:lnTo>
                    <a:pt x="3429011" y="1378969"/>
                  </a:lnTo>
                  <a:lnTo>
                    <a:pt x="3473889" y="1445042"/>
                  </a:lnTo>
                  <a:lnTo>
                    <a:pt x="3518729" y="1508654"/>
                  </a:lnTo>
                  <a:lnTo>
                    <a:pt x="3563595" y="1569452"/>
                  </a:lnTo>
                  <a:lnTo>
                    <a:pt x="3608591" y="1627167"/>
                  </a:lnTo>
                  <a:lnTo>
                    <a:pt x="3653863" y="1681608"/>
                  </a:lnTo>
                  <a:lnTo>
                    <a:pt x="3699611" y="1732666"/>
                  </a:lnTo>
                  <a:lnTo>
                    <a:pt x="3746096" y="1780305"/>
                  </a:lnTo>
                  <a:lnTo>
                    <a:pt x="3793645" y="1824558"/>
                  </a:lnTo>
                  <a:lnTo>
                    <a:pt x="3820202" y="1847323"/>
                  </a:lnTo>
                  <a:lnTo>
                    <a:pt x="3871550" y="1887457"/>
                  </a:lnTo>
                  <a:lnTo>
                    <a:pt x="3925294" y="1924144"/>
                  </a:lnTo>
                  <a:lnTo>
                    <a:pt x="3982097" y="1957502"/>
                  </a:lnTo>
                  <a:lnTo>
                    <a:pt x="4042684" y="1987765"/>
                  </a:lnTo>
                  <a:lnTo>
                    <a:pt x="4107813" y="2015211"/>
                  </a:lnTo>
                  <a:lnTo>
                    <a:pt x="4178223" y="2040131"/>
                  </a:lnTo>
                  <a:lnTo>
                    <a:pt x="4254597" y="2062796"/>
                  </a:lnTo>
                  <a:lnTo>
                    <a:pt x="4337486" y="2083447"/>
                  </a:lnTo>
                  <a:lnTo>
                    <a:pt x="4427235" y="2102286"/>
                  </a:lnTo>
                  <a:lnTo>
                    <a:pt x="4523864" y="2119468"/>
                  </a:lnTo>
                  <a:lnTo>
                    <a:pt x="4626938" y="2135103"/>
                  </a:lnTo>
                  <a:lnTo>
                    <a:pt x="4735434" y="2149252"/>
                  </a:lnTo>
                  <a:lnTo>
                    <a:pt x="4847609" y="2161935"/>
                  </a:lnTo>
                  <a:lnTo>
                    <a:pt x="4960941" y="2173140"/>
                  </a:lnTo>
                  <a:lnTo>
                    <a:pt x="5072177" y="2182838"/>
                  </a:lnTo>
                  <a:lnTo>
                    <a:pt x="5177532" y="2190999"/>
                  </a:lnTo>
                  <a:lnTo>
                    <a:pt x="5273068" y="2197622"/>
                  </a:lnTo>
                  <a:lnTo>
                    <a:pt x="5355219" y="2202750"/>
                  </a:lnTo>
                  <a:lnTo>
                    <a:pt x="5421351" y="2206486"/>
                  </a:lnTo>
                  <a:lnTo>
                    <a:pt x="5470242" y="2208997"/>
                  </a:lnTo>
                  <a:lnTo>
                    <a:pt x="5502360" y="2210501"/>
                  </a:lnTo>
                  <a:lnTo>
                    <a:pt x="5519885" y="2211252"/>
                  </a:lnTo>
                  <a:lnTo>
                    <a:pt x="5526553" y="2211514"/>
                  </a:lnTo>
                  <a:lnTo>
                    <a:pt x="5527445" y="2211547"/>
                  </a:lnTo>
                  <a:lnTo>
                    <a:pt x="6522385" y="2211547"/>
                  </a:lnTo>
                  <a:lnTo>
                    <a:pt x="6523519" y="2211535"/>
                  </a:lnTo>
                  <a:lnTo>
                    <a:pt x="6530997" y="2211448"/>
                  </a:lnTo>
                  <a:lnTo>
                    <a:pt x="6549950" y="2211209"/>
                  </a:lnTo>
                  <a:lnTo>
                    <a:pt x="6584087" y="2210736"/>
                  </a:lnTo>
                  <a:lnTo>
                    <a:pt x="6635477" y="2209956"/>
                  </a:lnTo>
                  <a:lnTo>
                    <a:pt x="6704397" y="2208803"/>
                  </a:lnTo>
                  <a:lnTo>
                    <a:pt x="6789387" y="2207229"/>
                  </a:lnTo>
                  <a:lnTo>
                    <a:pt x="6887571" y="2205206"/>
                  </a:lnTo>
                  <a:lnTo>
                    <a:pt x="6995181" y="2202723"/>
                  </a:lnTo>
                  <a:lnTo>
                    <a:pt x="7108152" y="2199783"/>
                  </a:lnTo>
                  <a:lnTo>
                    <a:pt x="7222652" y="2196394"/>
                  </a:lnTo>
                  <a:lnTo>
                    <a:pt x="7335449" y="2192565"/>
                  </a:lnTo>
                  <a:lnTo>
                    <a:pt x="7444092" y="2188298"/>
                  </a:lnTo>
                  <a:lnTo>
                    <a:pt x="7546939" y="2183585"/>
                  </a:lnTo>
                  <a:lnTo>
                    <a:pt x="7643068" y="2178404"/>
                  </a:lnTo>
                  <a:lnTo>
                    <a:pt x="7732148" y="2172719"/>
                  </a:lnTo>
                  <a:lnTo>
                    <a:pt x="7814285" y="2166480"/>
                  </a:lnTo>
                  <a:lnTo>
                    <a:pt x="7889892" y="2159624"/>
                  </a:lnTo>
                  <a:lnTo>
                    <a:pt x="7959581" y="2152075"/>
                  </a:lnTo>
                  <a:lnTo>
                    <a:pt x="8024074" y="2143749"/>
                  </a:lnTo>
                  <a:lnTo>
                    <a:pt x="8084143" y="2134559"/>
                  </a:lnTo>
                  <a:lnTo>
                    <a:pt x="8140563" y="2124422"/>
                  </a:lnTo>
                  <a:lnTo>
                    <a:pt x="8194069" y="2113277"/>
                  </a:lnTo>
                  <a:lnTo>
                    <a:pt x="8229629" y="2104988"/>
                  </a:lnTo>
                  <a:lnTo>
                    <a:pt x="8289262" y="2089461"/>
                  </a:lnTo>
                  <a:lnTo>
                    <a:pt x="8347074" y="2072426"/>
                  </a:lnTo>
                  <a:lnTo>
                    <a:pt x="8403721" y="2053857"/>
                  </a:lnTo>
                  <a:lnTo>
                    <a:pt x="8459691" y="2033776"/>
                  </a:lnTo>
                  <a:lnTo>
                    <a:pt x="8515334" y="2012257"/>
                  </a:lnTo>
                  <a:lnTo>
                    <a:pt x="8570887" y="1989430"/>
                  </a:lnTo>
                  <a:lnTo>
                    <a:pt x="8626486" y="1965479"/>
                  </a:lnTo>
                  <a:lnTo>
                    <a:pt x="8682190" y="1940642"/>
                  </a:lnTo>
                  <a:lnTo>
                    <a:pt x="8737997" y="1915198"/>
                  </a:lnTo>
                  <a:lnTo>
                    <a:pt x="8793861" y="1889459"/>
                  </a:lnTo>
                  <a:lnTo>
                    <a:pt x="8849719" y="1863750"/>
                  </a:lnTo>
                  <a:lnTo>
                    <a:pt x="8905509" y="1838396"/>
                  </a:lnTo>
                  <a:lnTo>
                    <a:pt x="8961192" y="1813705"/>
                  </a:lnTo>
                  <a:lnTo>
                    <a:pt x="9016776" y="1789948"/>
                  </a:lnTo>
                  <a:lnTo>
                    <a:pt x="9072332" y="1767353"/>
                  </a:lnTo>
                  <a:lnTo>
                    <a:pt x="9128016" y="1746095"/>
                  </a:lnTo>
                  <a:lnTo>
                    <a:pt x="9184082" y="1726292"/>
                  </a:lnTo>
                  <a:lnTo>
                    <a:pt x="9240905" y="1708010"/>
                  </a:lnTo>
                  <a:lnTo>
                    <a:pt x="9299002" y="1691260"/>
                  </a:lnTo>
                  <a:lnTo>
                    <a:pt x="9347647" y="1678749"/>
                  </a:lnTo>
                  <a:lnTo>
                    <a:pt x="9399532" y="1666893"/>
                  </a:lnTo>
                  <a:lnTo>
                    <a:pt x="9453867" y="1656065"/>
                  </a:lnTo>
                  <a:lnTo>
                    <a:pt x="9511337" y="1646230"/>
                  </a:lnTo>
                  <a:lnTo>
                    <a:pt x="9572695" y="1637317"/>
                  </a:lnTo>
                  <a:lnTo>
                    <a:pt x="9638718" y="1629242"/>
                  </a:lnTo>
                  <a:lnTo>
                    <a:pt x="9710169" y="1621916"/>
                  </a:lnTo>
                  <a:lnTo>
                    <a:pt x="9787743" y="1615259"/>
                  </a:lnTo>
                  <a:lnTo>
                    <a:pt x="9872001" y="1609198"/>
                  </a:lnTo>
                  <a:lnTo>
                    <a:pt x="9963273" y="1603674"/>
                  </a:lnTo>
                  <a:lnTo>
                    <a:pt x="10061547" y="1598642"/>
                  </a:lnTo>
                  <a:lnTo>
                    <a:pt x="10166321" y="1594068"/>
                  </a:lnTo>
                  <a:lnTo>
                    <a:pt x="10276465" y="1589938"/>
                  </a:lnTo>
                  <a:lnTo>
                    <a:pt x="10390090" y="1586245"/>
                  </a:lnTo>
                  <a:lnTo>
                    <a:pt x="10504495" y="1582994"/>
                  </a:lnTo>
                  <a:lnTo>
                    <a:pt x="10616233" y="1580194"/>
                  </a:lnTo>
                  <a:lnTo>
                    <a:pt x="10721352" y="1577854"/>
                  </a:lnTo>
                  <a:lnTo>
                    <a:pt x="10815817" y="1575973"/>
                  </a:lnTo>
                  <a:lnTo>
                    <a:pt x="10896073" y="1574533"/>
                  </a:lnTo>
                  <a:lnTo>
                    <a:pt x="10959636" y="1573502"/>
                  </a:lnTo>
                  <a:lnTo>
                    <a:pt x="11005561" y="1572824"/>
                  </a:lnTo>
                  <a:lnTo>
                    <a:pt x="11034686" y="1572433"/>
                  </a:lnTo>
                  <a:lnTo>
                    <a:pt x="11049613" y="1572249"/>
                  </a:lnTo>
                  <a:lnTo>
                    <a:pt x="11054513" y="1572194"/>
                  </a:lnTo>
                  <a:lnTo>
                    <a:pt x="11054891" y="1572190"/>
                  </a:lnTo>
                  <a:lnTo>
                    <a:pt x="12049831" y="1572190"/>
                  </a:lnTo>
                  <a:lnTo>
                    <a:pt x="12049831" y="1545987"/>
                  </a:lnTo>
                  <a:lnTo>
                    <a:pt x="11054891" y="1545987"/>
                  </a:lnTo>
                  <a:lnTo>
                    <a:pt x="11053758" y="1545999"/>
                  </a:lnTo>
                  <a:lnTo>
                    <a:pt x="11046279" y="1546085"/>
                  </a:lnTo>
                  <a:lnTo>
                    <a:pt x="11027326" y="1546325"/>
                  </a:lnTo>
                  <a:lnTo>
                    <a:pt x="10993190" y="1546797"/>
                  </a:lnTo>
                  <a:lnTo>
                    <a:pt x="10941799" y="1547578"/>
                  </a:lnTo>
                  <a:lnTo>
                    <a:pt x="10872879" y="1548731"/>
                  </a:lnTo>
                  <a:lnTo>
                    <a:pt x="10787889" y="1550305"/>
                  </a:lnTo>
                  <a:lnTo>
                    <a:pt x="10689706" y="1552328"/>
                  </a:lnTo>
                  <a:lnTo>
                    <a:pt x="10582096" y="1554810"/>
                  </a:lnTo>
                  <a:lnTo>
                    <a:pt x="10469124" y="1557751"/>
                  </a:lnTo>
                  <a:lnTo>
                    <a:pt x="10354624" y="1561140"/>
                  </a:lnTo>
                  <a:lnTo>
                    <a:pt x="10241828" y="1564969"/>
                  </a:lnTo>
                  <a:lnTo>
                    <a:pt x="10133185" y="1569236"/>
                  </a:lnTo>
                  <a:lnTo>
                    <a:pt x="10030338" y="1573949"/>
                  </a:lnTo>
                  <a:lnTo>
                    <a:pt x="9934208" y="1579130"/>
                  </a:lnTo>
                  <a:lnTo>
                    <a:pt x="9845128" y="1584815"/>
                  </a:lnTo>
                  <a:lnTo>
                    <a:pt x="9762992" y="1591053"/>
                  </a:lnTo>
                  <a:lnTo>
                    <a:pt x="9687384" y="1597910"/>
                  </a:lnTo>
                  <a:lnTo>
                    <a:pt x="9617696" y="1605459"/>
                  </a:lnTo>
                  <a:lnTo>
                    <a:pt x="9553203" y="1613785"/>
                  </a:lnTo>
                  <a:lnTo>
                    <a:pt x="9493134" y="1622975"/>
                  </a:lnTo>
                  <a:lnTo>
                    <a:pt x="9436713" y="1633111"/>
                  </a:lnTo>
                  <a:lnTo>
                    <a:pt x="9383207" y="1644256"/>
                  </a:lnTo>
                  <a:lnTo>
                    <a:pt x="9347647" y="1652546"/>
                  </a:lnTo>
                  <a:lnTo>
                    <a:pt x="9288014" y="1668072"/>
                  </a:lnTo>
                  <a:lnTo>
                    <a:pt x="9230203" y="1685108"/>
                  </a:lnTo>
                  <a:lnTo>
                    <a:pt x="9173556" y="1703677"/>
                  </a:lnTo>
                  <a:lnTo>
                    <a:pt x="9117586" y="1723758"/>
                  </a:lnTo>
                  <a:lnTo>
                    <a:pt x="9061942" y="1745277"/>
                  </a:lnTo>
                  <a:lnTo>
                    <a:pt x="9006390" y="1768104"/>
                  </a:lnTo>
                  <a:lnTo>
                    <a:pt x="8950791" y="1792054"/>
                  </a:lnTo>
                  <a:lnTo>
                    <a:pt x="8895086" y="1816892"/>
                  </a:lnTo>
                  <a:lnTo>
                    <a:pt x="8839280" y="1842335"/>
                  </a:lnTo>
                  <a:lnTo>
                    <a:pt x="8783415" y="1868075"/>
                  </a:lnTo>
                  <a:lnTo>
                    <a:pt x="8727557" y="1893784"/>
                  </a:lnTo>
                  <a:lnTo>
                    <a:pt x="8671767" y="1919137"/>
                  </a:lnTo>
                  <a:lnTo>
                    <a:pt x="8616084" y="1943829"/>
                  </a:lnTo>
                  <a:lnTo>
                    <a:pt x="8560500" y="1967586"/>
                  </a:lnTo>
                  <a:lnTo>
                    <a:pt x="8504944" y="1990181"/>
                  </a:lnTo>
                  <a:lnTo>
                    <a:pt x="8449260" y="2011439"/>
                  </a:lnTo>
                  <a:lnTo>
                    <a:pt x="8393194" y="2031241"/>
                  </a:lnTo>
                  <a:lnTo>
                    <a:pt x="8336371" y="2049524"/>
                  </a:lnTo>
                  <a:lnTo>
                    <a:pt x="8278275" y="2066274"/>
                  </a:lnTo>
                  <a:lnTo>
                    <a:pt x="8229629" y="2078784"/>
                  </a:lnTo>
                  <a:lnTo>
                    <a:pt x="8177745" y="2090641"/>
                  </a:lnTo>
                  <a:lnTo>
                    <a:pt x="8123410" y="2101468"/>
                  </a:lnTo>
                  <a:lnTo>
                    <a:pt x="8065939" y="2111303"/>
                  </a:lnTo>
                  <a:lnTo>
                    <a:pt x="8004581" y="2120216"/>
                  </a:lnTo>
                  <a:lnTo>
                    <a:pt x="7938559" y="2128292"/>
                  </a:lnTo>
                  <a:lnTo>
                    <a:pt x="7867108" y="2135618"/>
                  </a:lnTo>
                  <a:lnTo>
                    <a:pt x="7789533" y="2142275"/>
                  </a:lnTo>
                  <a:lnTo>
                    <a:pt x="7705276" y="2148335"/>
                  </a:lnTo>
                  <a:lnTo>
                    <a:pt x="7614003" y="2153859"/>
                  </a:lnTo>
                  <a:lnTo>
                    <a:pt x="7515730" y="2158892"/>
                  </a:lnTo>
                  <a:lnTo>
                    <a:pt x="7410956" y="2163465"/>
                  </a:lnTo>
                  <a:lnTo>
                    <a:pt x="7300812" y="2167596"/>
                  </a:lnTo>
                  <a:lnTo>
                    <a:pt x="7187187" y="2171289"/>
                  </a:lnTo>
                  <a:lnTo>
                    <a:pt x="7072782" y="2174540"/>
                  </a:lnTo>
                  <a:lnTo>
                    <a:pt x="6961043" y="2177339"/>
                  </a:lnTo>
                  <a:lnTo>
                    <a:pt x="6855924" y="2179679"/>
                  </a:lnTo>
                  <a:lnTo>
                    <a:pt x="6761459" y="2181561"/>
                  </a:lnTo>
                  <a:lnTo>
                    <a:pt x="6681203" y="2183000"/>
                  </a:lnTo>
                  <a:lnTo>
                    <a:pt x="6617641" y="2184032"/>
                  </a:lnTo>
                  <a:lnTo>
                    <a:pt x="6571716" y="2184709"/>
                  </a:lnTo>
                  <a:lnTo>
                    <a:pt x="6542591" y="2185101"/>
                  </a:lnTo>
                  <a:lnTo>
                    <a:pt x="6527664" y="2185285"/>
                  </a:lnTo>
                  <a:lnTo>
                    <a:pt x="6522764" y="2185340"/>
                  </a:lnTo>
                  <a:lnTo>
                    <a:pt x="6522385" y="2185344"/>
                  </a:lnTo>
                  <a:lnTo>
                    <a:pt x="5527445" y="2185344"/>
                  </a:lnTo>
                  <a:lnTo>
                    <a:pt x="5526346" y="2185304"/>
                  </a:lnTo>
                  <a:lnTo>
                    <a:pt x="5519083" y="2185016"/>
                  </a:lnTo>
                  <a:lnTo>
                    <a:pt x="5500663" y="2184222"/>
                  </a:lnTo>
                  <a:lnTo>
                    <a:pt x="5467450" y="2182657"/>
                  </a:lnTo>
                  <a:lnTo>
                    <a:pt x="5417375" y="2180069"/>
                  </a:lnTo>
                  <a:lnTo>
                    <a:pt x="5350092" y="2176242"/>
                  </a:lnTo>
                  <a:lnTo>
                    <a:pt x="5266928" y="2171015"/>
                  </a:lnTo>
                  <a:lnTo>
                    <a:pt x="5170600" y="2164287"/>
                  </a:lnTo>
                  <a:lnTo>
                    <a:pt x="5064718" y="2156020"/>
                  </a:lnTo>
                  <a:lnTo>
                    <a:pt x="4953222" y="2146219"/>
                  </a:lnTo>
                  <a:lnTo>
                    <a:pt x="4839873" y="2134911"/>
                  </a:lnTo>
                  <a:lnTo>
                    <a:pt x="4727878" y="2122128"/>
                  </a:lnTo>
                  <a:lnTo>
                    <a:pt x="4619706" y="2107879"/>
                  </a:lnTo>
                  <a:lnTo>
                    <a:pt x="4517047" y="2092141"/>
                  </a:lnTo>
                  <a:lnTo>
                    <a:pt x="4420881" y="2074850"/>
                  </a:lnTo>
                  <a:lnTo>
                    <a:pt x="4331606" y="2055892"/>
                  </a:lnTo>
                  <a:lnTo>
                    <a:pt x="4249175" y="2035110"/>
                  </a:lnTo>
                  <a:lnTo>
                    <a:pt x="4173229" y="2012299"/>
                  </a:lnTo>
                  <a:lnTo>
                    <a:pt x="4103202" y="1987216"/>
                  </a:lnTo>
                  <a:lnTo>
                    <a:pt x="4038408" y="1959586"/>
                  </a:lnTo>
                  <a:lnTo>
                    <a:pt x="3978102" y="1929121"/>
                  </a:lnTo>
                  <a:lnTo>
                    <a:pt x="3921532" y="1895541"/>
                  </a:lnTo>
                  <a:lnTo>
                    <a:pt x="3867972" y="1858621"/>
                  </a:lnTo>
                  <a:lnTo>
                    <a:pt x="3820202" y="1821120"/>
                  </a:lnTo>
                  <a:lnTo>
                    <a:pt x="3771902" y="1778680"/>
                  </a:lnTo>
                  <a:lnTo>
                    <a:pt x="3724882" y="1732897"/>
                  </a:lnTo>
                  <a:lnTo>
                    <a:pt x="3678768" y="1683706"/>
                  </a:lnTo>
                  <a:lnTo>
                    <a:pt x="3633264" y="1631103"/>
                  </a:lnTo>
                  <a:lnTo>
                    <a:pt x="3588139" y="1575158"/>
                  </a:lnTo>
                  <a:lnTo>
                    <a:pt x="3543217" y="1516015"/>
                  </a:lnTo>
                  <a:lnTo>
                    <a:pt x="3498373" y="1453901"/>
                  </a:lnTo>
                  <a:lnTo>
                    <a:pt x="3453522" y="1389124"/>
                  </a:lnTo>
                  <a:lnTo>
                    <a:pt x="3408616" y="1322069"/>
                  </a:lnTo>
                  <a:lnTo>
                    <a:pt x="3363637" y="1253194"/>
                  </a:lnTo>
                  <a:lnTo>
                    <a:pt x="3318592" y="1183014"/>
                  </a:lnTo>
                  <a:lnTo>
                    <a:pt x="3273505" y="1112088"/>
                  </a:lnTo>
                  <a:lnTo>
                    <a:pt x="3228408" y="1041000"/>
                  </a:lnTo>
                  <a:lnTo>
                    <a:pt x="3183336" y="970341"/>
                  </a:lnTo>
                  <a:lnTo>
                    <a:pt x="3138319" y="900687"/>
                  </a:lnTo>
                  <a:lnTo>
                    <a:pt x="3093374" y="832577"/>
                  </a:lnTo>
                  <a:lnTo>
                    <a:pt x="3048496" y="766504"/>
                  </a:lnTo>
                  <a:lnTo>
                    <a:pt x="3003656" y="702893"/>
                  </a:lnTo>
                  <a:lnTo>
                    <a:pt x="2958790" y="642095"/>
                  </a:lnTo>
                  <a:lnTo>
                    <a:pt x="2913794" y="584380"/>
                  </a:lnTo>
                  <a:lnTo>
                    <a:pt x="2868522" y="529939"/>
                  </a:lnTo>
                  <a:lnTo>
                    <a:pt x="2822774" y="478881"/>
                  </a:lnTo>
                  <a:lnTo>
                    <a:pt x="2776289" y="431242"/>
                  </a:lnTo>
                  <a:lnTo>
                    <a:pt x="2728740" y="386988"/>
                  </a:lnTo>
                  <a:lnTo>
                    <a:pt x="2702183" y="364224"/>
                  </a:lnTo>
                  <a:lnTo>
                    <a:pt x="2650835" y="324089"/>
                  </a:lnTo>
                  <a:lnTo>
                    <a:pt x="2597091" y="287403"/>
                  </a:lnTo>
                  <a:lnTo>
                    <a:pt x="2540288" y="254044"/>
                  </a:lnTo>
                  <a:lnTo>
                    <a:pt x="2479701" y="223782"/>
                  </a:lnTo>
                  <a:lnTo>
                    <a:pt x="2414572" y="196335"/>
                  </a:lnTo>
                  <a:lnTo>
                    <a:pt x="2344162" y="171416"/>
                  </a:lnTo>
                  <a:lnTo>
                    <a:pt x="2267788" y="148751"/>
                  </a:lnTo>
                  <a:lnTo>
                    <a:pt x="2184899" y="128100"/>
                  </a:lnTo>
                  <a:lnTo>
                    <a:pt x="2095150" y="109261"/>
                  </a:lnTo>
                  <a:lnTo>
                    <a:pt x="1998521" y="92078"/>
                  </a:lnTo>
                  <a:lnTo>
                    <a:pt x="1895447" y="76444"/>
                  </a:lnTo>
                  <a:lnTo>
                    <a:pt x="1786951" y="62295"/>
                  </a:lnTo>
                  <a:lnTo>
                    <a:pt x="1674776" y="49612"/>
                  </a:lnTo>
                  <a:lnTo>
                    <a:pt x="1561444" y="38407"/>
                  </a:lnTo>
                  <a:lnTo>
                    <a:pt x="1450208" y="28709"/>
                  </a:lnTo>
                  <a:lnTo>
                    <a:pt x="1344853" y="20547"/>
                  </a:lnTo>
                  <a:lnTo>
                    <a:pt x="1249317" y="13924"/>
                  </a:lnTo>
                  <a:lnTo>
                    <a:pt x="1167166" y="8796"/>
                  </a:lnTo>
                  <a:lnTo>
                    <a:pt x="1101034" y="5060"/>
                  </a:lnTo>
                  <a:lnTo>
                    <a:pt x="1052142" y="2550"/>
                  </a:lnTo>
                  <a:lnTo>
                    <a:pt x="1020025" y="1046"/>
                  </a:lnTo>
                  <a:lnTo>
                    <a:pt x="1002500" y="295"/>
                  </a:lnTo>
                  <a:lnTo>
                    <a:pt x="995832" y="3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90" name="pl489"/>
            <p:cNvSpPr/>
            <p:nvPr/>
          </p:nvSpPr>
          <p:spPr>
            <a:xfrm>
              <a:off x="1199187" y="3463894"/>
              <a:ext cx="12049831" cy="2185344"/>
            </a:xfrm>
            <a:custGeom>
              <a:avLst/>
              <a:pathLst>
                <a:path w="12049831" h="2185344">
                  <a:moveTo>
                    <a:pt x="0" y="0"/>
                  </a:moveTo>
                  <a:lnTo>
                    <a:pt x="994940" y="0"/>
                  </a:lnTo>
                  <a:lnTo>
                    <a:pt x="996039" y="40"/>
                  </a:lnTo>
                  <a:lnTo>
                    <a:pt x="1003302" y="327"/>
                  </a:lnTo>
                  <a:lnTo>
                    <a:pt x="1021722" y="1121"/>
                  </a:lnTo>
                  <a:lnTo>
                    <a:pt x="1054935" y="2687"/>
                  </a:lnTo>
                  <a:lnTo>
                    <a:pt x="1105010" y="5275"/>
                  </a:lnTo>
                  <a:lnTo>
                    <a:pt x="1172293" y="9101"/>
                  </a:lnTo>
                  <a:lnTo>
                    <a:pt x="1255457" y="14328"/>
                  </a:lnTo>
                  <a:lnTo>
                    <a:pt x="1351785" y="21056"/>
                  </a:lnTo>
                  <a:lnTo>
                    <a:pt x="1457667" y="29323"/>
                  </a:lnTo>
                  <a:lnTo>
                    <a:pt x="1569163" y="39125"/>
                  </a:lnTo>
                  <a:lnTo>
                    <a:pt x="1682512" y="50432"/>
                  </a:lnTo>
                  <a:lnTo>
                    <a:pt x="1794507" y="63215"/>
                  </a:lnTo>
                  <a:lnTo>
                    <a:pt x="1902679" y="77464"/>
                  </a:lnTo>
                  <a:lnTo>
                    <a:pt x="2005338" y="93202"/>
                  </a:lnTo>
                  <a:lnTo>
                    <a:pt x="2101504" y="110494"/>
                  </a:lnTo>
                  <a:lnTo>
                    <a:pt x="2190779" y="129451"/>
                  </a:lnTo>
                  <a:lnTo>
                    <a:pt x="2273210" y="150233"/>
                  </a:lnTo>
                  <a:lnTo>
                    <a:pt x="2349156" y="173044"/>
                  </a:lnTo>
                  <a:lnTo>
                    <a:pt x="2419183" y="198127"/>
                  </a:lnTo>
                  <a:lnTo>
                    <a:pt x="2483977" y="225757"/>
                  </a:lnTo>
                  <a:lnTo>
                    <a:pt x="2544283" y="256222"/>
                  </a:lnTo>
                  <a:lnTo>
                    <a:pt x="2600853" y="289802"/>
                  </a:lnTo>
                  <a:lnTo>
                    <a:pt x="2654413" y="326722"/>
                  </a:lnTo>
                  <a:lnTo>
                    <a:pt x="2702183" y="364224"/>
                  </a:lnTo>
                  <a:lnTo>
                    <a:pt x="2750483" y="406664"/>
                  </a:lnTo>
                  <a:lnTo>
                    <a:pt x="2797503" y="452446"/>
                  </a:lnTo>
                  <a:lnTo>
                    <a:pt x="2843617" y="501637"/>
                  </a:lnTo>
                  <a:lnTo>
                    <a:pt x="2889121" y="554240"/>
                  </a:lnTo>
                  <a:lnTo>
                    <a:pt x="2934246" y="610186"/>
                  </a:lnTo>
                  <a:lnTo>
                    <a:pt x="2979168" y="669329"/>
                  </a:lnTo>
                  <a:lnTo>
                    <a:pt x="3024012" y="731443"/>
                  </a:lnTo>
                  <a:lnTo>
                    <a:pt x="3068863" y="796220"/>
                  </a:lnTo>
                  <a:lnTo>
                    <a:pt x="3113769" y="863274"/>
                  </a:lnTo>
                  <a:lnTo>
                    <a:pt x="3158748" y="932149"/>
                  </a:lnTo>
                  <a:lnTo>
                    <a:pt x="3203793" y="1002329"/>
                  </a:lnTo>
                  <a:lnTo>
                    <a:pt x="3248880" y="1073256"/>
                  </a:lnTo>
                  <a:lnTo>
                    <a:pt x="3293977" y="1144343"/>
                  </a:lnTo>
                  <a:lnTo>
                    <a:pt x="3339049" y="1215002"/>
                  </a:lnTo>
                  <a:lnTo>
                    <a:pt x="3384066" y="1284657"/>
                  </a:lnTo>
                  <a:lnTo>
                    <a:pt x="3429011" y="1352766"/>
                  </a:lnTo>
                  <a:lnTo>
                    <a:pt x="3473889" y="1418839"/>
                  </a:lnTo>
                  <a:lnTo>
                    <a:pt x="3518729" y="1482450"/>
                  </a:lnTo>
                  <a:lnTo>
                    <a:pt x="3563595" y="1543249"/>
                  </a:lnTo>
                  <a:lnTo>
                    <a:pt x="3608591" y="1600964"/>
                  </a:lnTo>
                  <a:lnTo>
                    <a:pt x="3653863" y="1655405"/>
                  </a:lnTo>
                  <a:lnTo>
                    <a:pt x="3699611" y="1706463"/>
                  </a:lnTo>
                  <a:lnTo>
                    <a:pt x="3746096" y="1754102"/>
                  </a:lnTo>
                  <a:lnTo>
                    <a:pt x="3793645" y="1798355"/>
                  </a:lnTo>
                  <a:lnTo>
                    <a:pt x="3820202" y="1821120"/>
                  </a:lnTo>
                  <a:lnTo>
                    <a:pt x="3871550" y="1861254"/>
                  </a:lnTo>
                  <a:lnTo>
                    <a:pt x="3925294" y="1897941"/>
                  </a:lnTo>
                  <a:lnTo>
                    <a:pt x="3982097" y="1931299"/>
                  </a:lnTo>
                  <a:lnTo>
                    <a:pt x="4042684" y="1961562"/>
                  </a:lnTo>
                  <a:lnTo>
                    <a:pt x="4107813" y="1989008"/>
                  </a:lnTo>
                  <a:lnTo>
                    <a:pt x="4178223" y="2013928"/>
                  </a:lnTo>
                  <a:lnTo>
                    <a:pt x="4254597" y="2036592"/>
                  </a:lnTo>
                  <a:lnTo>
                    <a:pt x="4337486" y="2057244"/>
                  </a:lnTo>
                  <a:lnTo>
                    <a:pt x="4427235" y="2076083"/>
                  </a:lnTo>
                  <a:lnTo>
                    <a:pt x="4523864" y="2093265"/>
                  </a:lnTo>
                  <a:lnTo>
                    <a:pt x="4626938" y="2108900"/>
                  </a:lnTo>
                  <a:lnTo>
                    <a:pt x="4735434" y="2123048"/>
                  </a:lnTo>
                  <a:lnTo>
                    <a:pt x="4847609" y="2135732"/>
                  </a:lnTo>
                  <a:lnTo>
                    <a:pt x="4960941" y="2146937"/>
                  </a:lnTo>
                  <a:lnTo>
                    <a:pt x="5072177" y="2156634"/>
                  </a:lnTo>
                  <a:lnTo>
                    <a:pt x="5177532" y="2164796"/>
                  </a:lnTo>
                  <a:lnTo>
                    <a:pt x="5273068" y="2171419"/>
                  </a:lnTo>
                  <a:lnTo>
                    <a:pt x="5355219" y="2176547"/>
                  </a:lnTo>
                  <a:lnTo>
                    <a:pt x="5421351" y="2180283"/>
                  </a:lnTo>
                  <a:lnTo>
                    <a:pt x="5470242" y="2182794"/>
                  </a:lnTo>
                  <a:lnTo>
                    <a:pt x="5502360" y="2184298"/>
                  </a:lnTo>
                  <a:lnTo>
                    <a:pt x="5519885" y="2185049"/>
                  </a:lnTo>
                  <a:lnTo>
                    <a:pt x="5526553" y="2185311"/>
                  </a:lnTo>
                  <a:lnTo>
                    <a:pt x="5527445" y="2185344"/>
                  </a:lnTo>
                  <a:lnTo>
                    <a:pt x="6522385" y="2185344"/>
                  </a:lnTo>
                  <a:lnTo>
                    <a:pt x="6523519" y="2185332"/>
                  </a:lnTo>
                  <a:lnTo>
                    <a:pt x="6530997" y="2185245"/>
                  </a:lnTo>
                  <a:lnTo>
                    <a:pt x="6549950" y="2185005"/>
                  </a:lnTo>
                  <a:lnTo>
                    <a:pt x="6584087" y="2184533"/>
                  </a:lnTo>
                  <a:lnTo>
                    <a:pt x="6635477" y="2183753"/>
                  </a:lnTo>
                  <a:lnTo>
                    <a:pt x="6704397" y="2182600"/>
                  </a:lnTo>
                  <a:lnTo>
                    <a:pt x="6789387" y="2181026"/>
                  </a:lnTo>
                  <a:lnTo>
                    <a:pt x="6887571" y="2179003"/>
                  </a:lnTo>
                  <a:lnTo>
                    <a:pt x="6995181" y="2176520"/>
                  </a:lnTo>
                  <a:lnTo>
                    <a:pt x="7108152" y="2173580"/>
                  </a:lnTo>
                  <a:lnTo>
                    <a:pt x="7222652" y="2170191"/>
                  </a:lnTo>
                  <a:lnTo>
                    <a:pt x="7335449" y="2166362"/>
                  </a:lnTo>
                  <a:lnTo>
                    <a:pt x="7444092" y="2162095"/>
                  </a:lnTo>
                  <a:lnTo>
                    <a:pt x="7546939" y="2157382"/>
                  </a:lnTo>
                  <a:lnTo>
                    <a:pt x="7643068" y="2152200"/>
                  </a:lnTo>
                  <a:lnTo>
                    <a:pt x="7732148" y="2146516"/>
                  </a:lnTo>
                  <a:lnTo>
                    <a:pt x="7814285" y="2140277"/>
                  </a:lnTo>
                  <a:lnTo>
                    <a:pt x="7889892" y="2133421"/>
                  </a:lnTo>
                  <a:lnTo>
                    <a:pt x="7959581" y="2125872"/>
                  </a:lnTo>
                  <a:lnTo>
                    <a:pt x="8024074" y="2117546"/>
                  </a:lnTo>
                  <a:lnTo>
                    <a:pt x="8084143" y="2108355"/>
                  </a:lnTo>
                  <a:lnTo>
                    <a:pt x="8140563" y="2098219"/>
                  </a:lnTo>
                  <a:lnTo>
                    <a:pt x="8194069" y="2087074"/>
                  </a:lnTo>
                  <a:lnTo>
                    <a:pt x="8229629" y="2078784"/>
                  </a:lnTo>
                  <a:lnTo>
                    <a:pt x="8289262" y="2063258"/>
                  </a:lnTo>
                  <a:lnTo>
                    <a:pt x="8347074" y="2046223"/>
                  </a:lnTo>
                  <a:lnTo>
                    <a:pt x="8403721" y="2027653"/>
                  </a:lnTo>
                  <a:lnTo>
                    <a:pt x="8459691" y="2007572"/>
                  </a:lnTo>
                  <a:lnTo>
                    <a:pt x="8515334" y="1986054"/>
                  </a:lnTo>
                  <a:lnTo>
                    <a:pt x="8570887" y="1963227"/>
                  </a:lnTo>
                  <a:lnTo>
                    <a:pt x="8626486" y="1939276"/>
                  </a:lnTo>
                  <a:lnTo>
                    <a:pt x="8682190" y="1914439"/>
                  </a:lnTo>
                  <a:lnTo>
                    <a:pt x="8737997" y="1888995"/>
                  </a:lnTo>
                  <a:lnTo>
                    <a:pt x="8793861" y="1863255"/>
                  </a:lnTo>
                  <a:lnTo>
                    <a:pt x="8849719" y="1837546"/>
                  </a:lnTo>
                  <a:lnTo>
                    <a:pt x="8905509" y="1812193"/>
                  </a:lnTo>
                  <a:lnTo>
                    <a:pt x="8961192" y="1787502"/>
                  </a:lnTo>
                  <a:lnTo>
                    <a:pt x="9016776" y="1763745"/>
                  </a:lnTo>
                  <a:lnTo>
                    <a:pt x="9072332" y="1741150"/>
                  </a:lnTo>
                  <a:lnTo>
                    <a:pt x="9128016" y="1719892"/>
                  </a:lnTo>
                  <a:lnTo>
                    <a:pt x="9184082" y="1700089"/>
                  </a:lnTo>
                  <a:lnTo>
                    <a:pt x="9240905" y="1681807"/>
                  </a:lnTo>
                  <a:lnTo>
                    <a:pt x="9299002" y="1665056"/>
                  </a:lnTo>
                  <a:lnTo>
                    <a:pt x="9347647" y="1652546"/>
                  </a:lnTo>
                  <a:lnTo>
                    <a:pt x="9399532" y="1640690"/>
                  </a:lnTo>
                  <a:lnTo>
                    <a:pt x="9453867" y="1629862"/>
                  </a:lnTo>
                  <a:lnTo>
                    <a:pt x="9511337" y="1620027"/>
                  </a:lnTo>
                  <a:lnTo>
                    <a:pt x="9572695" y="1611114"/>
                  </a:lnTo>
                  <a:lnTo>
                    <a:pt x="9638718" y="1603038"/>
                  </a:lnTo>
                  <a:lnTo>
                    <a:pt x="9710169" y="1595713"/>
                  </a:lnTo>
                  <a:lnTo>
                    <a:pt x="9787743" y="1589056"/>
                  </a:lnTo>
                  <a:lnTo>
                    <a:pt x="9872001" y="1582995"/>
                  </a:lnTo>
                  <a:lnTo>
                    <a:pt x="9963273" y="1577471"/>
                  </a:lnTo>
                  <a:lnTo>
                    <a:pt x="10061547" y="1572438"/>
                  </a:lnTo>
                  <a:lnTo>
                    <a:pt x="10166321" y="1567865"/>
                  </a:lnTo>
                  <a:lnTo>
                    <a:pt x="10276465" y="1563735"/>
                  </a:lnTo>
                  <a:lnTo>
                    <a:pt x="10390090" y="1560041"/>
                  </a:lnTo>
                  <a:lnTo>
                    <a:pt x="10504495" y="1556790"/>
                  </a:lnTo>
                  <a:lnTo>
                    <a:pt x="10616233" y="1553991"/>
                  </a:lnTo>
                  <a:lnTo>
                    <a:pt x="10721352" y="1551651"/>
                  </a:lnTo>
                  <a:lnTo>
                    <a:pt x="10815817" y="1549769"/>
                  </a:lnTo>
                  <a:lnTo>
                    <a:pt x="10896073" y="1548330"/>
                  </a:lnTo>
                  <a:lnTo>
                    <a:pt x="10959636" y="1547299"/>
                  </a:lnTo>
                  <a:lnTo>
                    <a:pt x="11005561" y="1546621"/>
                  </a:lnTo>
                  <a:lnTo>
                    <a:pt x="11034686" y="1546230"/>
                  </a:lnTo>
                  <a:lnTo>
                    <a:pt x="11049613" y="1546046"/>
                  </a:lnTo>
                  <a:lnTo>
                    <a:pt x="11054513" y="1545991"/>
                  </a:lnTo>
                  <a:lnTo>
                    <a:pt x="11054891" y="1545987"/>
                  </a:lnTo>
                  <a:lnTo>
                    <a:pt x="12049831" y="1545987"/>
                  </a:lnTo>
                  <a:lnTo>
                    <a:pt x="12049831" y="15459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1" name="pl490"/>
            <p:cNvSpPr/>
            <p:nvPr/>
          </p:nvSpPr>
          <p:spPr>
            <a:xfrm>
              <a:off x="1199187" y="3437691"/>
              <a:ext cx="12049831" cy="2185344"/>
            </a:xfrm>
            <a:custGeom>
              <a:avLst/>
              <a:pathLst>
                <a:path w="12049831" h="2185344">
                  <a:moveTo>
                    <a:pt x="12049831" y="1545987"/>
                  </a:moveTo>
                  <a:lnTo>
                    <a:pt x="11054891" y="1545987"/>
                  </a:lnTo>
                  <a:lnTo>
                    <a:pt x="11053758" y="1545999"/>
                  </a:lnTo>
                  <a:lnTo>
                    <a:pt x="11046279" y="1546085"/>
                  </a:lnTo>
                  <a:lnTo>
                    <a:pt x="11027326" y="1546325"/>
                  </a:lnTo>
                  <a:lnTo>
                    <a:pt x="10993190" y="1546797"/>
                  </a:lnTo>
                  <a:lnTo>
                    <a:pt x="10941799" y="1547578"/>
                  </a:lnTo>
                  <a:lnTo>
                    <a:pt x="10872879" y="1548731"/>
                  </a:lnTo>
                  <a:lnTo>
                    <a:pt x="10787889" y="1550305"/>
                  </a:lnTo>
                  <a:lnTo>
                    <a:pt x="10689706" y="1552328"/>
                  </a:lnTo>
                  <a:lnTo>
                    <a:pt x="10582096" y="1554810"/>
                  </a:lnTo>
                  <a:lnTo>
                    <a:pt x="10469124" y="1557751"/>
                  </a:lnTo>
                  <a:lnTo>
                    <a:pt x="10354624" y="1561140"/>
                  </a:lnTo>
                  <a:lnTo>
                    <a:pt x="10241828" y="1564969"/>
                  </a:lnTo>
                  <a:lnTo>
                    <a:pt x="10133185" y="1569236"/>
                  </a:lnTo>
                  <a:lnTo>
                    <a:pt x="10030338" y="1573949"/>
                  </a:lnTo>
                  <a:lnTo>
                    <a:pt x="9934208" y="1579130"/>
                  </a:lnTo>
                  <a:lnTo>
                    <a:pt x="9845128" y="1584815"/>
                  </a:lnTo>
                  <a:lnTo>
                    <a:pt x="9762992" y="1591053"/>
                  </a:lnTo>
                  <a:lnTo>
                    <a:pt x="9687384" y="1597910"/>
                  </a:lnTo>
                  <a:lnTo>
                    <a:pt x="9617696" y="1605459"/>
                  </a:lnTo>
                  <a:lnTo>
                    <a:pt x="9553203" y="1613785"/>
                  </a:lnTo>
                  <a:lnTo>
                    <a:pt x="9493134" y="1622975"/>
                  </a:lnTo>
                  <a:lnTo>
                    <a:pt x="9436713" y="1633111"/>
                  </a:lnTo>
                  <a:lnTo>
                    <a:pt x="9383207" y="1644256"/>
                  </a:lnTo>
                  <a:lnTo>
                    <a:pt x="9347647" y="1652546"/>
                  </a:lnTo>
                  <a:lnTo>
                    <a:pt x="9288014" y="1668072"/>
                  </a:lnTo>
                  <a:lnTo>
                    <a:pt x="9230203" y="1685108"/>
                  </a:lnTo>
                  <a:lnTo>
                    <a:pt x="9173556" y="1703677"/>
                  </a:lnTo>
                  <a:lnTo>
                    <a:pt x="9117586" y="1723758"/>
                  </a:lnTo>
                  <a:lnTo>
                    <a:pt x="9061942" y="1745277"/>
                  </a:lnTo>
                  <a:lnTo>
                    <a:pt x="9006390" y="1768104"/>
                  </a:lnTo>
                  <a:lnTo>
                    <a:pt x="8950791" y="1792054"/>
                  </a:lnTo>
                  <a:lnTo>
                    <a:pt x="8895086" y="1816892"/>
                  </a:lnTo>
                  <a:lnTo>
                    <a:pt x="8839280" y="1842335"/>
                  </a:lnTo>
                  <a:lnTo>
                    <a:pt x="8783415" y="1868075"/>
                  </a:lnTo>
                  <a:lnTo>
                    <a:pt x="8727557" y="1893784"/>
                  </a:lnTo>
                  <a:lnTo>
                    <a:pt x="8671767" y="1919137"/>
                  </a:lnTo>
                  <a:lnTo>
                    <a:pt x="8616084" y="1943829"/>
                  </a:lnTo>
                  <a:lnTo>
                    <a:pt x="8560500" y="1967586"/>
                  </a:lnTo>
                  <a:lnTo>
                    <a:pt x="8504944" y="1990181"/>
                  </a:lnTo>
                  <a:lnTo>
                    <a:pt x="8449260" y="2011439"/>
                  </a:lnTo>
                  <a:lnTo>
                    <a:pt x="8393194" y="2031241"/>
                  </a:lnTo>
                  <a:lnTo>
                    <a:pt x="8336371" y="2049524"/>
                  </a:lnTo>
                  <a:lnTo>
                    <a:pt x="8278275" y="2066274"/>
                  </a:lnTo>
                  <a:lnTo>
                    <a:pt x="8229629" y="2078784"/>
                  </a:lnTo>
                  <a:lnTo>
                    <a:pt x="8177745" y="2090641"/>
                  </a:lnTo>
                  <a:lnTo>
                    <a:pt x="8123410" y="2101468"/>
                  </a:lnTo>
                  <a:lnTo>
                    <a:pt x="8065939" y="2111303"/>
                  </a:lnTo>
                  <a:lnTo>
                    <a:pt x="8004581" y="2120216"/>
                  </a:lnTo>
                  <a:lnTo>
                    <a:pt x="7938559" y="2128292"/>
                  </a:lnTo>
                  <a:lnTo>
                    <a:pt x="7867108" y="2135618"/>
                  </a:lnTo>
                  <a:lnTo>
                    <a:pt x="7789533" y="2142275"/>
                  </a:lnTo>
                  <a:lnTo>
                    <a:pt x="7705276" y="2148335"/>
                  </a:lnTo>
                  <a:lnTo>
                    <a:pt x="7614003" y="2153859"/>
                  </a:lnTo>
                  <a:lnTo>
                    <a:pt x="7515730" y="2158892"/>
                  </a:lnTo>
                  <a:lnTo>
                    <a:pt x="7410956" y="2163465"/>
                  </a:lnTo>
                  <a:lnTo>
                    <a:pt x="7300812" y="2167596"/>
                  </a:lnTo>
                  <a:lnTo>
                    <a:pt x="7187187" y="2171289"/>
                  </a:lnTo>
                  <a:lnTo>
                    <a:pt x="7072782" y="2174540"/>
                  </a:lnTo>
                  <a:lnTo>
                    <a:pt x="6961043" y="2177339"/>
                  </a:lnTo>
                  <a:lnTo>
                    <a:pt x="6855924" y="2179679"/>
                  </a:lnTo>
                  <a:lnTo>
                    <a:pt x="6761459" y="2181561"/>
                  </a:lnTo>
                  <a:lnTo>
                    <a:pt x="6681203" y="2183000"/>
                  </a:lnTo>
                  <a:lnTo>
                    <a:pt x="6617641" y="2184032"/>
                  </a:lnTo>
                  <a:lnTo>
                    <a:pt x="6571716" y="2184709"/>
                  </a:lnTo>
                  <a:lnTo>
                    <a:pt x="6542591" y="2185101"/>
                  </a:lnTo>
                  <a:lnTo>
                    <a:pt x="6527664" y="2185285"/>
                  </a:lnTo>
                  <a:lnTo>
                    <a:pt x="6522764" y="2185340"/>
                  </a:lnTo>
                  <a:lnTo>
                    <a:pt x="6522385" y="2185344"/>
                  </a:lnTo>
                  <a:lnTo>
                    <a:pt x="5527445" y="2185344"/>
                  </a:lnTo>
                  <a:lnTo>
                    <a:pt x="5526346" y="2185304"/>
                  </a:lnTo>
                  <a:lnTo>
                    <a:pt x="5519083" y="2185016"/>
                  </a:lnTo>
                  <a:lnTo>
                    <a:pt x="5500663" y="2184222"/>
                  </a:lnTo>
                  <a:lnTo>
                    <a:pt x="5467450" y="2182657"/>
                  </a:lnTo>
                  <a:lnTo>
                    <a:pt x="5417375" y="2180069"/>
                  </a:lnTo>
                  <a:lnTo>
                    <a:pt x="5350092" y="2176242"/>
                  </a:lnTo>
                  <a:lnTo>
                    <a:pt x="5266928" y="2171015"/>
                  </a:lnTo>
                  <a:lnTo>
                    <a:pt x="5170600" y="2164287"/>
                  </a:lnTo>
                  <a:lnTo>
                    <a:pt x="5064718" y="2156020"/>
                  </a:lnTo>
                  <a:lnTo>
                    <a:pt x="4953222" y="2146219"/>
                  </a:lnTo>
                  <a:lnTo>
                    <a:pt x="4839873" y="2134911"/>
                  </a:lnTo>
                  <a:lnTo>
                    <a:pt x="4727878" y="2122128"/>
                  </a:lnTo>
                  <a:lnTo>
                    <a:pt x="4619706" y="2107879"/>
                  </a:lnTo>
                  <a:lnTo>
                    <a:pt x="4517047" y="2092141"/>
                  </a:lnTo>
                  <a:lnTo>
                    <a:pt x="4420881" y="2074850"/>
                  </a:lnTo>
                  <a:lnTo>
                    <a:pt x="4331606" y="2055892"/>
                  </a:lnTo>
                  <a:lnTo>
                    <a:pt x="4249175" y="2035110"/>
                  </a:lnTo>
                  <a:lnTo>
                    <a:pt x="4173229" y="2012299"/>
                  </a:lnTo>
                  <a:lnTo>
                    <a:pt x="4103202" y="1987216"/>
                  </a:lnTo>
                  <a:lnTo>
                    <a:pt x="4038408" y="1959586"/>
                  </a:lnTo>
                  <a:lnTo>
                    <a:pt x="3978102" y="1929121"/>
                  </a:lnTo>
                  <a:lnTo>
                    <a:pt x="3921532" y="1895541"/>
                  </a:lnTo>
                  <a:lnTo>
                    <a:pt x="3867972" y="1858621"/>
                  </a:lnTo>
                  <a:lnTo>
                    <a:pt x="3820202" y="1821120"/>
                  </a:lnTo>
                  <a:lnTo>
                    <a:pt x="3771902" y="1778680"/>
                  </a:lnTo>
                  <a:lnTo>
                    <a:pt x="3724882" y="1732897"/>
                  </a:lnTo>
                  <a:lnTo>
                    <a:pt x="3678768" y="1683706"/>
                  </a:lnTo>
                  <a:lnTo>
                    <a:pt x="3633264" y="1631103"/>
                  </a:lnTo>
                  <a:lnTo>
                    <a:pt x="3588139" y="1575158"/>
                  </a:lnTo>
                  <a:lnTo>
                    <a:pt x="3543217" y="1516015"/>
                  </a:lnTo>
                  <a:lnTo>
                    <a:pt x="3498373" y="1453901"/>
                  </a:lnTo>
                  <a:lnTo>
                    <a:pt x="3453522" y="1389124"/>
                  </a:lnTo>
                  <a:lnTo>
                    <a:pt x="3408616" y="1322069"/>
                  </a:lnTo>
                  <a:lnTo>
                    <a:pt x="3363637" y="1253194"/>
                  </a:lnTo>
                  <a:lnTo>
                    <a:pt x="3318592" y="1183014"/>
                  </a:lnTo>
                  <a:lnTo>
                    <a:pt x="3273505" y="1112088"/>
                  </a:lnTo>
                  <a:lnTo>
                    <a:pt x="3228408" y="1041000"/>
                  </a:lnTo>
                  <a:lnTo>
                    <a:pt x="3183336" y="970341"/>
                  </a:lnTo>
                  <a:lnTo>
                    <a:pt x="3138319" y="900687"/>
                  </a:lnTo>
                  <a:lnTo>
                    <a:pt x="3093374" y="832577"/>
                  </a:lnTo>
                  <a:lnTo>
                    <a:pt x="3048496" y="766504"/>
                  </a:lnTo>
                  <a:lnTo>
                    <a:pt x="3003656" y="702893"/>
                  </a:lnTo>
                  <a:lnTo>
                    <a:pt x="2958790" y="642095"/>
                  </a:lnTo>
                  <a:lnTo>
                    <a:pt x="2913794" y="584380"/>
                  </a:lnTo>
                  <a:lnTo>
                    <a:pt x="2868522" y="529939"/>
                  </a:lnTo>
                  <a:lnTo>
                    <a:pt x="2822774" y="478881"/>
                  </a:lnTo>
                  <a:lnTo>
                    <a:pt x="2776289" y="431242"/>
                  </a:lnTo>
                  <a:lnTo>
                    <a:pt x="2728740" y="386988"/>
                  </a:lnTo>
                  <a:lnTo>
                    <a:pt x="2702183" y="364224"/>
                  </a:lnTo>
                  <a:lnTo>
                    <a:pt x="2650835" y="324089"/>
                  </a:lnTo>
                  <a:lnTo>
                    <a:pt x="2597091" y="287403"/>
                  </a:lnTo>
                  <a:lnTo>
                    <a:pt x="2540288" y="254044"/>
                  </a:lnTo>
                  <a:lnTo>
                    <a:pt x="2479701" y="223782"/>
                  </a:lnTo>
                  <a:lnTo>
                    <a:pt x="2414572" y="196335"/>
                  </a:lnTo>
                  <a:lnTo>
                    <a:pt x="2344162" y="171416"/>
                  </a:lnTo>
                  <a:lnTo>
                    <a:pt x="2267788" y="148751"/>
                  </a:lnTo>
                  <a:lnTo>
                    <a:pt x="2184899" y="128100"/>
                  </a:lnTo>
                  <a:lnTo>
                    <a:pt x="2095150" y="109261"/>
                  </a:lnTo>
                  <a:lnTo>
                    <a:pt x="1998521" y="92078"/>
                  </a:lnTo>
                  <a:lnTo>
                    <a:pt x="1895447" y="76444"/>
                  </a:lnTo>
                  <a:lnTo>
                    <a:pt x="1786951" y="62295"/>
                  </a:lnTo>
                  <a:lnTo>
                    <a:pt x="1674776" y="49612"/>
                  </a:lnTo>
                  <a:lnTo>
                    <a:pt x="1561444" y="38407"/>
                  </a:lnTo>
                  <a:lnTo>
                    <a:pt x="1450208" y="28709"/>
                  </a:lnTo>
                  <a:lnTo>
                    <a:pt x="1344853" y="20547"/>
                  </a:lnTo>
                  <a:lnTo>
                    <a:pt x="1249317" y="13924"/>
                  </a:lnTo>
                  <a:lnTo>
                    <a:pt x="1167166" y="8796"/>
                  </a:lnTo>
                  <a:lnTo>
                    <a:pt x="1101034" y="5060"/>
                  </a:lnTo>
                  <a:lnTo>
                    <a:pt x="1052142" y="2550"/>
                  </a:lnTo>
                  <a:lnTo>
                    <a:pt x="1020025" y="1046"/>
                  </a:lnTo>
                  <a:lnTo>
                    <a:pt x="1002500" y="295"/>
                  </a:lnTo>
                  <a:lnTo>
                    <a:pt x="995832" y="3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2" name="pg491"/>
            <p:cNvSpPr/>
            <p:nvPr/>
          </p:nvSpPr>
          <p:spPr>
            <a:xfrm>
              <a:off x="1199187" y="3463894"/>
              <a:ext cx="12049831" cy="2263953"/>
            </a:xfrm>
            <a:custGeom>
              <a:avLst/>
              <a:pathLst>
                <a:path w="12049831" h="2263953">
                  <a:moveTo>
                    <a:pt x="0" y="5240"/>
                  </a:moveTo>
                  <a:lnTo>
                    <a:pt x="994940" y="5240"/>
                  </a:lnTo>
                  <a:lnTo>
                    <a:pt x="996039" y="5281"/>
                  </a:lnTo>
                  <a:lnTo>
                    <a:pt x="1003297" y="5571"/>
                  </a:lnTo>
                  <a:lnTo>
                    <a:pt x="1021706" y="6372"/>
                  </a:lnTo>
                  <a:lnTo>
                    <a:pt x="1054900" y="7951"/>
                  </a:lnTo>
                  <a:lnTo>
                    <a:pt x="1104948" y="10562"/>
                  </a:lnTo>
                  <a:lnTo>
                    <a:pt x="1172198" y="14423"/>
                  </a:lnTo>
                  <a:lnTo>
                    <a:pt x="1255324" y="19698"/>
                  </a:lnTo>
                  <a:lnTo>
                    <a:pt x="1351614" y="26486"/>
                  </a:lnTo>
                  <a:lnTo>
                    <a:pt x="1457461" y="34828"/>
                  </a:lnTo>
                  <a:lnTo>
                    <a:pt x="1568926" y="44718"/>
                  </a:lnTo>
                  <a:lnTo>
                    <a:pt x="1682251" y="56128"/>
                  </a:lnTo>
                  <a:lnTo>
                    <a:pt x="1794229" y="69028"/>
                  </a:lnTo>
                  <a:lnTo>
                    <a:pt x="1902391" y="83407"/>
                  </a:lnTo>
                  <a:lnTo>
                    <a:pt x="2005046" y="99288"/>
                  </a:lnTo>
                  <a:lnTo>
                    <a:pt x="2101213" y="116737"/>
                  </a:lnTo>
                  <a:lnTo>
                    <a:pt x="2190492" y="135866"/>
                  </a:lnTo>
                  <a:lnTo>
                    <a:pt x="2272928" y="156837"/>
                  </a:lnTo>
                  <a:lnTo>
                    <a:pt x="2348881" y="179854"/>
                  </a:lnTo>
                  <a:lnTo>
                    <a:pt x="2418915" y="205163"/>
                  </a:lnTo>
                  <a:lnTo>
                    <a:pt x="2483716" y="233040"/>
                  </a:lnTo>
                  <a:lnTo>
                    <a:pt x="2544026" y="263779"/>
                  </a:lnTo>
                  <a:lnTo>
                    <a:pt x="2600599" y="297659"/>
                  </a:lnTo>
                  <a:lnTo>
                    <a:pt x="2654161" y="334909"/>
                  </a:lnTo>
                  <a:lnTo>
                    <a:pt x="2702183" y="372958"/>
                  </a:lnTo>
                  <a:lnTo>
                    <a:pt x="2750340" y="415671"/>
                  </a:lnTo>
                  <a:lnTo>
                    <a:pt x="2797223" y="461738"/>
                  </a:lnTo>
                  <a:lnTo>
                    <a:pt x="2843204" y="511226"/>
                  </a:lnTo>
                  <a:lnTo>
                    <a:pt x="2888576" y="564137"/>
                  </a:lnTo>
                  <a:lnTo>
                    <a:pt x="2933569" y="620405"/>
                  </a:lnTo>
                  <a:lnTo>
                    <a:pt x="2978357" y="679884"/>
                  </a:lnTo>
                  <a:lnTo>
                    <a:pt x="3023067" y="742349"/>
                  </a:lnTo>
                  <a:lnTo>
                    <a:pt x="3067783" y="807495"/>
                  </a:lnTo>
                  <a:lnTo>
                    <a:pt x="3112552" y="874935"/>
                  </a:lnTo>
                  <a:lnTo>
                    <a:pt x="3157393" y="944216"/>
                  </a:lnTo>
                  <a:lnTo>
                    <a:pt x="3202300" y="1014823"/>
                  </a:lnTo>
                  <a:lnTo>
                    <a:pt x="3247251" y="1086198"/>
                  </a:lnTo>
                  <a:lnTo>
                    <a:pt x="3292213" y="1157757"/>
                  </a:lnTo>
                  <a:lnTo>
                    <a:pt x="3337151" y="1228908"/>
                  </a:lnTo>
                  <a:lnTo>
                    <a:pt x="3382035" y="1299075"/>
                  </a:lnTo>
                  <a:lnTo>
                    <a:pt x="3426848" y="1367714"/>
                  </a:lnTo>
                  <a:lnTo>
                    <a:pt x="3471593" y="1434333"/>
                  </a:lnTo>
                  <a:lnTo>
                    <a:pt x="3516299" y="1498501"/>
                  </a:lnTo>
                  <a:lnTo>
                    <a:pt x="3561027" y="1559864"/>
                  </a:lnTo>
                  <a:lnTo>
                    <a:pt x="3605875" y="1618145"/>
                  </a:lnTo>
                  <a:lnTo>
                    <a:pt x="3650989" y="1673150"/>
                  </a:lnTo>
                  <a:lnTo>
                    <a:pt x="3696562" y="1724765"/>
                  </a:lnTo>
                  <a:lnTo>
                    <a:pt x="3742847" y="1772949"/>
                  </a:lnTo>
                  <a:lnTo>
                    <a:pt x="3790166" y="1817731"/>
                  </a:lnTo>
                  <a:lnTo>
                    <a:pt x="3820202" y="1843829"/>
                  </a:lnTo>
                  <a:lnTo>
                    <a:pt x="3871539" y="1884340"/>
                  </a:lnTo>
                  <a:lnTo>
                    <a:pt x="3925271" y="1921372"/>
                  </a:lnTo>
                  <a:lnTo>
                    <a:pt x="3982060" y="1955045"/>
                  </a:lnTo>
                  <a:lnTo>
                    <a:pt x="4042632" y="1985594"/>
                  </a:lnTo>
                  <a:lnTo>
                    <a:pt x="4107742" y="2013301"/>
                  </a:lnTo>
                  <a:lnTo>
                    <a:pt x="4178131" y="2038456"/>
                  </a:lnTo>
                  <a:lnTo>
                    <a:pt x="4254480" y="2061337"/>
                  </a:lnTo>
                  <a:lnTo>
                    <a:pt x="4337342" y="2082185"/>
                  </a:lnTo>
                  <a:lnTo>
                    <a:pt x="4427059" y="2101204"/>
                  </a:lnTo>
                  <a:lnTo>
                    <a:pt x="4523654" y="2118551"/>
                  </a:lnTo>
                  <a:lnTo>
                    <a:pt x="4626694" y="2134335"/>
                  </a:lnTo>
                  <a:lnTo>
                    <a:pt x="4735155" y="2148620"/>
                  </a:lnTo>
                  <a:lnTo>
                    <a:pt x="4847300" y="2161426"/>
                  </a:lnTo>
                  <a:lnTo>
                    <a:pt x="4960610" y="2172741"/>
                  </a:lnTo>
                  <a:lnTo>
                    <a:pt x="5071835" y="2182534"/>
                  </a:lnTo>
                  <a:lnTo>
                    <a:pt x="5177193" y="2190777"/>
                  </a:lnTo>
                  <a:lnTo>
                    <a:pt x="5272750" y="2197468"/>
                  </a:lnTo>
                  <a:lnTo>
                    <a:pt x="5354938" y="2202649"/>
                  </a:lnTo>
                  <a:lnTo>
                    <a:pt x="5421121" y="2206425"/>
                  </a:lnTo>
                  <a:lnTo>
                    <a:pt x="5470073" y="2208964"/>
                  </a:lnTo>
                  <a:lnTo>
                    <a:pt x="5502253" y="2210486"/>
                  </a:lnTo>
                  <a:lnTo>
                    <a:pt x="5519833" y="2211247"/>
                  </a:lnTo>
                  <a:lnTo>
                    <a:pt x="5526539" y="2211514"/>
                  </a:lnTo>
                  <a:lnTo>
                    <a:pt x="5527445" y="2211547"/>
                  </a:lnTo>
                  <a:lnTo>
                    <a:pt x="6522385" y="2211547"/>
                  </a:lnTo>
                  <a:lnTo>
                    <a:pt x="6523522" y="2211548"/>
                  </a:lnTo>
                  <a:lnTo>
                    <a:pt x="6531021" y="2211555"/>
                  </a:lnTo>
                  <a:lnTo>
                    <a:pt x="6550026" y="2211575"/>
                  </a:lnTo>
                  <a:lnTo>
                    <a:pt x="6584251" y="2211614"/>
                  </a:lnTo>
                  <a:lnTo>
                    <a:pt x="6635769" y="2211678"/>
                  </a:lnTo>
                  <a:lnTo>
                    <a:pt x="6704846" y="2211773"/>
                  </a:lnTo>
                  <a:lnTo>
                    <a:pt x="6790010" y="2211902"/>
                  </a:lnTo>
                  <a:lnTo>
                    <a:pt x="6888371" y="2212068"/>
                  </a:lnTo>
                  <a:lnTo>
                    <a:pt x="6996146" y="2212272"/>
                  </a:lnTo>
                  <a:lnTo>
                    <a:pt x="7109257" y="2212514"/>
                  </a:lnTo>
                  <a:lnTo>
                    <a:pt x="7223865" y="2212792"/>
                  </a:lnTo>
                  <a:lnTo>
                    <a:pt x="7336736" y="2213107"/>
                  </a:lnTo>
                  <a:lnTo>
                    <a:pt x="7445422" y="2213457"/>
                  </a:lnTo>
                  <a:lnTo>
                    <a:pt x="7548285" y="2213845"/>
                  </a:lnTo>
                  <a:lnTo>
                    <a:pt x="7644410" y="2214270"/>
                  </a:lnTo>
                  <a:lnTo>
                    <a:pt x="7733470" y="2214737"/>
                  </a:lnTo>
                  <a:lnTo>
                    <a:pt x="7815578" y="2215250"/>
                  </a:lnTo>
                  <a:lnTo>
                    <a:pt x="7891153" y="2215813"/>
                  </a:lnTo>
                  <a:lnTo>
                    <a:pt x="7960809" y="2216434"/>
                  </a:lnTo>
                  <a:lnTo>
                    <a:pt x="8025274" y="2217118"/>
                  </a:lnTo>
                  <a:lnTo>
                    <a:pt x="8085321" y="2217874"/>
                  </a:lnTo>
                  <a:lnTo>
                    <a:pt x="8141728" y="2218707"/>
                  </a:lnTo>
                  <a:lnTo>
                    <a:pt x="8195230" y="2219623"/>
                  </a:lnTo>
                  <a:lnTo>
                    <a:pt x="8229629" y="2220281"/>
                  </a:lnTo>
                  <a:lnTo>
                    <a:pt x="8291269" y="2221600"/>
                  </a:lnTo>
                  <a:lnTo>
                    <a:pt x="8350986" y="2223051"/>
                  </a:lnTo>
                  <a:lnTo>
                    <a:pt x="8409497" y="2224636"/>
                  </a:lnTo>
                  <a:lnTo>
                    <a:pt x="8467328" y="2226353"/>
                  </a:lnTo>
                  <a:lnTo>
                    <a:pt x="8524851" y="2228196"/>
                  </a:lnTo>
                  <a:lnTo>
                    <a:pt x="8582308" y="2230150"/>
                  </a:lnTo>
                  <a:lnTo>
                    <a:pt x="8639833" y="2232199"/>
                  </a:lnTo>
                  <a:lnTo>
                    <a:pt x="8697475" y="2234320"/>
                  </a:lnTo>
                  <a:lnTo>
                    <a:pt x="8755217" y="2236487"/>
                  </a:lnTo>
                  <a:lnTo>
                    <a:pt x="8813000" y="2238671"/>
                  </a:lnTo>
                  <a:lnTo>
                    <a:pt x="8870753" y="2240843"/>
                  </a:lnTo>
                  <a:lnTo>
                    <a:pt x="8928413" y="2242973"/>
                  </a:lnTo>
                  <a:lnTo>
                    <a:pt x="8985956" y="2245035"/>
                  </a:lnTo>
                  <a:lnTo>
                    <a:pt x="9043417" y="2247006"/>
                  </a:lnTo>
                  <a:lnTo>
                    <a:pt x="9100916" y="2248866"/>
                  </a:lnTo>
                  <a:lnTo>
                    <a:pt x="9158678" y="2250604"/>
                  </a:lnTo>
                  <a:lnTo>
                    <a:pt x="9217052" y="2252210"/>
                  </a:lnTo>
                  <a:lnTo>
                    <a:pt x="9276538" y="2253682"/>
                  </a:lnTo>
                  <a:lnTo>
                    <a:pt x="9337820" y="2255021"/>
                  </a:lnTo>
                  <a:lnTo>
                    <a:pt x="9347647" y="2255219"/>
                  </a:lnTo>
                  <a:lnTo>
                    <a:pt x="9399583" y="2256192"/>
                  </a:lnTo>
                  <a:lnTo>
                    <a:pt x="9453975" y="2257080"/>
                  </a:lnTo>
                  <a:lnTo>
                    <a:pt x="9511509" y="2257887"/>
                  </a:lnTo>
                  <a:lnTo>
                    <a:pt x="9572941" y="2258618"/>
                  </a:lnTo>
                  <a:lnTo>
                    <a:pt x="9639049" y="2259280"/>
                  </a:lnTo>
                  <a:lnTo>
                    <a:pt x="9710600" y="2259881"/>
                  </a:lnTo>
                  <a:lnTo>
                    <a:pt x="9788290" y="2260427"/>
                  </a:lnTo>
                  <a:lnTo>
                    <a:pt x="9872679" y="2260924"/>
                  </a:lnTo>
                  <a:lnTo>
                    <a:pt x="9964098" y="2261376"/>
                  </a:lnTo>
                  <a:lnTo>
                    <a:pt x="10062529" y="2261789"/>
                  </a:lnTo>
                  <a:lnTo>
                    <a:pt x="10167466" y="2262164"/>
                  </a:lnTo>
                  <a:lnTo>
                    <a:pt x="10277766" y="2262502"/>
                  </a:lnTo>
                  <a:lnTo>
                    <a:pt x="10391528" y="2262805"/>
                  </a:lnTo>
                  <a:lnTo>
                    <a:pt x="10506032" y="2263071"/>
                  </a:lnTo>
                  <a:lnTo>
                    <a:pt x="10617814" y="2263300"/>
                  </a:lnTo>
                  <a:lnTo>
                    <a:pt x="10722904" y="2263492"/>
                  </a:lnTo>
                  <a:lnTo>
                    <a:pt x="10817258" y="2263646"/>
                  </a:lnTo>
                  <a:lnTo>
                    <a:pt x="10897326" y="2263763"/>
                  </a:lnTo>
                  <a:lnTo>
                    <a:pt x="10960638" y="2263847"/>
                  </a:lnTo>
                  <a:lnTo>
                    <a:pt x="11006277" y="2263902"/>
                  </a:lnTo>
                  <a:lnTo>
                    <a:pt x="11035118" y="2263934"/>
                  </a:lnTo>
                  <a:lnTo>
                    <a:pt x="11049804" y="2263949"/>
                  </a:lnTo>
                  <a:lnTo>
                    <a:pt x="11054548" y="2263953"/>
                  </a:lnTo>
                  <a:lnTo>
                    <a:pt x="11054891" y="2263953"/>
                  </a:lnTo>
                  <a:lnTo>
                    <a:pt x="12049831" y="2263953"/>
                  </a:lnTo>
                  <a:lnTo>
                    <a:pt x="12049831" y="2258713"/>
                  </a:lnTo>
                  <a:lnTo>
                    <a:pt x="11054891" y="2258713"/>
                  </a:lnTo>
                  <a:lnTo>
                    <a:pt x="11053755" y="2258712"/>
                  </a:lnTo>
                  <a:lnTo>
                    <a:pt x="11046255" y="2258705"/>
                  </a:lnTo>
                  <a:lnTo>
                    <a:pt x="11027251" y="2258685"/>
                  </a:lnTo>
                  <a:lnTo>
                    <a:pt x="10993025" y="2258646"/>
                  </a:lnTo>
                  <a:lnTo>
                    <a:pt x="10941508" y="2258582"/>
                  </a:lnTo>
                  <a:lnTo>
                    <a:pt x="10872431" y="2258487"/>
                  </a:lnTo>
                  <a:lnTo>
                    <a:pt x="10787266" y="2258358"/>
                  </a:lnTo>
                  <a:lnTo>
                    <a:pt x="10688905" y="2258192"/>
                  </a:lnTo>
                  <a:lnTo>
                    <a:pt x="10581131" y="2257988"/>
                  </a:lnTo>
                  <a:lnTo>
                    <a:pt x="10468020" y="2257746"/>
                  </a:lnTo>
                  <a:lnTo>
                    <a:pt x="10353412" y="2257468"/>
                  </a:lnTo>
                  <a:lnTo>
                    <a:pt x="10240541" y="2257153"/>
                  </a:lnTo>
                  <a:lnTo>
                    <a:pt x="10131855" y="2256803"/>
                  </a:lnTo>
                  <a:lnTo>
                    <a:pt x="10028992" y="2256415"/>
                  </a:lnTo>
                  <a:lnTo>
                    <a:pt x="9932867" y="2255990"/>
                  </a:lnTo>
                  <a:lnTo>
                    <a:pt x="9843807" y="2255523"/>
                  </a:lnTo>
                  <a:lnTo>
                    <a:pt x="9761699" y="2255010"/>
                  </a:lnTo>
                  <a:lnTo>
                    <a:pt x="9686124" y="2254447"/>
                  </a:lnTo>
                  <a:lnTo>
                    <a:pt x="9616467" y="2253826"/>
                  </a:lnTo>
                  <a:lnTo>
                    <a:pt x="9552003" y="2253142"/>
                  </a:lnTo>
                  <a:lnTo>
                    <a:pt x="9491955" y="2252386"/>
                  </a:lnTo>
                  <a:lnTo>
                    <a:pt x="9435548" y="2251553"/>
                  </a:lnTo>
                  <a:lnTo>
                    <a:pt x="9382046" y="2250637"/>
                  </a:lnTo>
                  <a:lnTo>
                    <a:pt x="9347647" y="2249978"/>
                  </a:lnTo>
                  <a:lnTo>
                    <a:pt x="9286008" y="2248660"/>
                  </a:lnTo>
                  <a:lnTo>
                    <a:pt x="9226291" y="2247209"/>
                  </a:lnTo>
                  <a:lnTo>
                    <a:pt x="9167780" y="2245624"/>
                  </a:lnTo>
                  <a:lnTo>
                    <a:pt x="9109948" y="2243906"/>
                  </a:lnTo>
                  <a:lnTo>
                    <a:pt x="9052425" y="2242064"/>
                  </a:lnTo>
                  <a:lnTo>
                    <a:pt x="8994969" y="2240110"/>
                  </a:lnTo>
                  <a:lnTo>
                    <a:pt x="8937443" y="2238061"/>
                  </a:lnTo>
                  <a:lnTo>
                    <a:pt x="8879801" y="2235940"/>
                  </a:lnTo>
                  <a:lnTo>
                    <a:pt x="8822060" y="2233773"/>
                  </a:lnTo>
                  <a:lnTo>
                    <a:pt x="8764276" y="2231589"/>
                  </a:lnTo>
                  <a:lnTo>
                    <a:pt x="8706523" y="2229417"/>
                  </a:lnTo>
                  <a:lnTo>
                    <a:pt x="8648863" y="2227287"/>
                  </a:lnTo>
                  <a:lnTo>
                    <a:pt x="8591321" y="2225225"/>
                  </a:lnTo>
                  <a:lnTo>
                    <a:pt x="8533860" y="2223254"/>
                  </a:lnTo>
                  <a:lnTo>
                    <a:pt x="8476360" y="2221394"/>
                  </a:lnTo>
                  <a:lnTo>
                    <a:pt x="8418598" y="2219656"/>
                  </a:lnTo>
                  <a:lnTo>
                    <a:pt x="8360224" y="2218050"/>
                  </a:lnTo>
                  <a:lnTo>
                    <a:pt x="8300738" y="2216578"/>
                  </a:lnTo>
                  <a:lnTo>
                    <a:pt x="8239457" y="2215239"/>
                  </a:lnTo>
                  <a:lnTo>
                    <a:pt x="8229629" y="2215041"/>
                  </a:lnTo>
                  <a:lnTo>
                    <a:pt x="8177694" y="2214068"/>
                  </a:lnTo>
                  <a:lnTo>
                    <a:pt x="8123302" y="2213180"/>
                  </a:lnTo>
                  <a:lnTo>
                    <a:pt x="8065767" y="2212373"/>
                  </a:lnTo>
                  <a:lnTo>
                    <a:pt x="8004336" y="2211642"/>
                  </a:lnTo>
                  <a:lnTo>
                    <a:pt x="7938227" y="2210980"/>
                  </a:lnTo>
                  <a:lnTo>
                    <a:pt x="7866677" y="2210379"/>
                  </a:lnTo>
                  <a:lnTo>
                    <a:pt x="7788987" y="2209833"/>
                  </a:lnTo>
                  <a:lnTo>
                    <a:pt x="7704597" y="2209336"/>
                  </a:lnTo>
                  <a:lnTo>
                    <a:pt x="7613179" y="2208883"/>
                  </a:lnTo>
                  <a:lnTo>
                    <a:pt x="7514748" y="2208471"/>
                  </a:lnTo>
                  <a:lnTo>
                    <a:pt x="7409811" y="2208096"/>
                  </a:lnTo>
                  <a:lnTo>
                    <a:pt x="7299510" y="2207757"/>
                  </a:lnTo>
                  <a:lnTo>
                    <a:pt x="7185749" y="2207455"/>
                  </a:lnTo>
                  <a:lnTo>
                    <a:pt x="7071244" y="2207189"/>
                  </a:lnTo>
                  <a:lnTo>
                    <a:pt x="6959463" y="2206960"/>
                  </a:lnTo>
                  <a:lnTo>
                    <a:pt x="6854373" y="2206768"/>
                  </a:lnTo>
                  <a:lnTo>
                    <a:pt x="6760018" y="2206614"/>
                  </a:lnTo>
                  <a:lnTo>
                    <a:pt x="6679950" y="2206497"/>
                  </a:lnTo>
                  <a:lnTo>
                    <a:pt x="6616639" y="2206413"/>
                  </a:lnTo>
                  <a:lnTo>
                    <a:pt x="6571000" y="2206358"/>
                  </a:lnTo>
                  <a:lnTo>
                    <a:pt x="6542158" y="2206326"/>
                  </a:lnTo>
                  <a:lnTo>
                    <a:pt x="6527473" y="2206311"/>
                  </a:lnTo>
                  <a:lnTo>
                    <a:pt x="6522729" y="2206307"/>
                  </a:lnTo>
                  <a:lnTo>
                    <a:pt x="6522385" y="2206306"/>
                  </a:lnTo>
                  <a:lnTo>
                    <a:pt x="5527445" y="2206306"/>
                  </a:lnTo>
                  <a:lnTo>
                    <a:pt x="5526346" y="2206266"/>
                  </a:lnTo>
                  <a:lnTo>
                    <a:pt x="5519088" y="2205976"/>
                  </a:lnTo>
                  <a:lnTo>
                    <a:pt x="5500679" y="2205174"/>
                  </a:lnTo>
                  <a:lnTo>
                    <a:pt x="5467485" y="2203595"/>
                  </a:lnTo>
                  <a:lnTo>
                    <a:pt x="5417437" y="2200984"/>
                  </a:lnTo>
                  <a:lnTo>
                    <a:pt x="5350187" y="2197123"/>
                  </a:lnTo>
                  <a:lnTo>
                    <a:pt x="5267061" y="2191849"/>
                  </a:lnTo>
                  <a:lnTo>
                    <a:pt x="5170771" y="2185061"/>
                  </a:lnTo>
                  <a:lnTo>
                    <a:pt x="5064924" y="2176719"/>
                  </a:lnTo>
                  <a:lnTo>
                    <a:pt x="4953459" y="2166828"/>
                  </a:lnTo>
                  <a:lnTo>
                    <a:pt x="4840134" y="2155418"/>
                  </a:lnTo>
                  <a:lnTo>
                    <a:pt x="4728156" y="2142519"/>
                  </a:lnTo>
                  <a:lnTo>
                    <a:pt x="4619994" y="2128140"/>
                  </a:lnTo>
                  <a:lnTo>
                    <a:pt x="4517339" y="2112259"/>
                  </a:lnTo>
                  <a:lnTo>
                    <a:pt x="4421172" y="2094810"/>
                  </a:lnTo>
                  <a:lnTo>
                    <a:pt x="4331893" y="2075680"/>
                  </a:lnTo>
                  <a:lnTo>
                    <a:pt x="4249457" y="2054710"/>
                  </a:lnTo>
                  <a:lnTo>
                    <a:pt x="4173504" y="2031693"/>
                  </a:lnTo>
                  <a:lnTo>
                    <a:pt x="4103470" y="2006384"/>
                  </a:lnTo>
                  <a:lnTo>
                    <a:pt x="4038669" y="1978506"/>
                  </a:lnTo>
                  <a:lnTo>
                    <a:pt x="3978359" y="1947768"/>
                  </a:lnTo>
                  <a:lnTo>
                    <a:pt x="3921786" y="1913888"/>
                  </a:lnTo>
                  <a:lnTo>
                    <a:pt x="3868224" y="1876638"/>
                  </a:lnTo>
                  <a:lnTo>
                    <a:pt x="3820202" y="1838589"/>
                  </a:lnTo>
                  <a:lnTo>
                    <a:pt x="3772045" y="1795875"/>
                  </a:lnTo>
                  <a:lnTo>
                    <a:pt x="3725162" y="1749808"/>
                  </a:lnTo>
                  <a:lnTo>
                    <a:pt x="3679181" y="1700321"/>
                  </a:lnTo>
                  <a:lnTo>
                    <a:pt x="3633809" y="1647409"/>
                  </a:lnTo>
                  <a:lnTo>
                    <a:pt x="3588816" y="1591142"/>
                  </a:lnTo>
                  <a:lnTo>
                    <a:pt x="3544028" y="1531663"/>
                  </a:lnTo>
                  <a:lnTo>
                    <a:pt x="3499318" y="1469197"/>
                  </a:lnTo>
                  <a:lnTo>
                    <a:pt x="3454602" y="1404052"/>
                  </a:lnTo>
                  <a:lnTo>
                    <a:pt x="3409833" y="1336611"/>
                  </a:lnTo>
                  <a:lnTo>
                    <a:pt x="3364992" y="1267330"/>
                  </a:lnTo>
                  <a:lnTo>
                    <a:pt x="3320085" y="1196723"/>
                  </a:lnTo>
                  <a:lnTo>
                    <a:pt x="3275134" y="1125348"/>
                  </a:lnTo>
                  <a:lnTo>
                    <a:pt x="3230172" y="1053790"/>
                  </a:lnTo>
                  <a:lnTo>
                    <a:pt x="3185234" y="982639"/>
                  </a:lnTo>
                  <a:lnTo>
                    <a:pt x="3140350" y="912472"/>
                  </a:lnTo>
                  <a:lnTo>
                    <a:pt x="3095537" y="843832"/>
                  </a:lnTo>
                  <a:lnTo>
                    <a:pt x="3050792" y="777214"/>
                  </a:lnTo>
                  <a:lnTo>
                    <a:pt x="3006086" y="713045"/>
                  </a:lnTo>
                  <a:lnTo>
                    <a:pt x="2961358" y="651683"/>
                  </a:lnTo>
                  <a:lnTo>
                    <a:pt x="2916510" y="593401"/>
                  </a:lnTo>
                  <a:lnTo>
                    <a:pt x="2871396" y="538396"/>
                  </a:lnTo>
                  <a:lnTo>
                    <a:pt x="2825823" y="486781"/>
                  </a:lnTo>
                  <a:lnTo>
                    <a:pt x="2779538" y="438597"/>
                  </a:lnTo>
                  <a:lnTo>
                    <a:pt x="2732219" y="393815"/>
                  </a:lnTo>
                  <a:lnTo>
                    <a:pt x="2702183" y="367717"/>
                  </a:lnTo>
                  <a:lnTo>
                    <a:pt x="2650846" y="327206"/>
                  </a:lnTo>
                  <a:lnTo>
                    <a:pt x="2597114" y="290175"/>
                  </a:lnTo>
                  <a:lnTo>
                    <a:pt x="2540325" y="256501"/>
                  </a:lnTo>
                  <a:lnTo>
                    <a:pt x="2479753" y="225953"/>
                  </a:lnTo>
                  <a:lnTo>
                    <a:pt x="2414643" y="198246"/>
                  </a:lnTo>
                  <a:lnTo>
                    <a:pt x="2344254" y="173090"/>
                  </a:lnTo>
                  <a:lnTo>
                    <a:pt x="2267905" y="150210"/>
                  </a:lnTo>
                  <a:lnTo>
                    <a:pt x="2185043" y="129362"/>
                  </a:lnTo>
                  <a:lnTo>
                    <a:pt x="2095326" y="110343"/>
                  </a:lnTo>
                  <a:lnTo>
                    <a:pt x="1998731" y="92996"/>
                  </a:lnTo>
                  <a:lnTo>
                    <a:pt x="1895691" y="77212"/>
                  </a:lnTo>
                  <a:lnTo>
                    <a:pt x="1787230" y="62927"/>
                  </a:lnTo>
                  <a:lnTo>
                    <a:pt x="1675085" y="50121"/>
                  </a:lnTo>
                  <a:lnTo>
                    <a:pt x="1561775" y="38806"/>
                  </a:lnTo>
                  <a:lnTo>
                    <a:pt x="1450550" y="29013"/>
                  </a:lnTo>
                  <a:lnTo>
                    <a:pt x="1345192" y="20769"/>
                  </a:lnTo>
                  <a:lnTo>
                    <a:pt x="1249635" y="14079"/>
                  </a:lnTo>
                  <a:lnTo>
                    <a:pt x="1167447" y="8898"/>
                  </a:lnTo>
                  <a:lnTo>
                    <a:pt x="1101264" y="5121"/>
                  </a:lnTo>
                  <a:lnTo>
                    <a:pt x="1052312" y="2583"/>
                  </a:lnTo>
                  <a:lnTo>
                    <a:pt x="1020132" y="1060"/>
                  </a:lnTo>
                  <a:lnTo>
                    <a:pt x="1002552" y="300"/>
                  </a:lnTo>
                  <a:lnTo>
                    <a:pt x="995846" y="3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93" name="pl492"/>
            <p:cNvSpPr/>
            <p:nvPr/>
          </p:nvSpPr>
          <p:spPr>
            <a:xfrm>
              <a:off x="1199187" y="3469135"/>
              <a:ext cx="12049831" cy="2258713"/>
            </a:xfrm>
            <a:custGeom>
              <a:avLst/>
              <a:pathLst>
                <a:path w="12049831" h="2258713">
                  <a:moveTo>
                    <a:pt x="0" y="0"/>
                  </a:moveTo>
                  <a:lnTo>
                    <a:pt x="994940" y="0"/>
                  </a:lnTo>
                  <a:lnTo>
                    <a:pt x="996039" y="40"/>
                  </a:lnTo>
                  <a:lnTo>
                    <a:pt x="1003297" y="330"/>
                  </a:lnTo>
                  <a:lnTo>
                    <a:pt x="1021706" y="1131"/>
                  </a:lnTo>
                  <a:lnTo>
                    <a:pt x="1054900" y="2711"/>
                  </a:lnTo>
                  <a:lnTo>
                    <a:pt x="1104948" y="5322"/>
                  </a:lnTo>
                  <a:lnTo>
                    <a:pt x="1172198" y="9183"/>
                  </a:lnTo>
                  <a:lnTo>
                    <a:pt x="1255324" y="14457"/>
                  </a:lnTo>
                  <a:lnTo>
                    <a:pt x="1351614" y="21245"/>
                  </a:lnTo>
                  <a:lnTo>
                    <a:pt x="1457461" y="29587"/>
                  </a:lnTo>
                  <a:lnTo>
                    <a:pt x="1568926" y="39478"/>
                  </a:lnTo>
                  <a:lnTo>
                    <a:pt x="1682251" y="50888"/>
                  </a:lnTo>
                  <a:lnTo>
                    <a:pt x="1794229" y="63787"/>
                  </a:lnTo>
                  <a:lnTo>
                    <a:pt x="1902391" y="78166"/>
                  </a:lnTo>
                  <a:lnTo>
                    <a:pt x="2005046" y="94047"/>
                  </a:lnTo>
                  <a:lnTo>
                    <a:pt x="2101213" y="111496"/>
                  </a:lnTo>
                  <a:lnTo>
                    <a:pt x="2190492" y="130626"/>
                  </a:lnTo>
                  <a:lnTo>
                    <a:pt x="2272928" y="151596"/>
                  </a:lnTo>
                  <a:lnTo>
                    <a:pt x="2348881" y="174613"/>
                  </a:lnTo>
                  <a:lnTo>
                    <a:pt x="2418915" y="199922"/>
                  </a:lnTo>
                  <a:lnTo>
                    <a:pt x="2483716" y="227800"/>
                  </a:lnTo>
                  <a:lnTo>
                    <a:pt x="2544026" y="258538"/>
                  </a:lnTo>
                  <a:lnTo>
                    <a:pt x="2600599" y="292418"/>
                  </a:lnTo>
                  <a:lnTo>
                    <a:pt x="2654161" y="329668"/>
                  </a:lnTo>
                  <a:lnTo>
                    <a:pt x="2702183" y="367717"/>
                  </a:lnTo>
                  <a:lnTo>
                    <a:pt x="2750340" y="410431"/>
                  </a:lnTo>
                  <a:lnTo>
                    <a:pt x="2797223" y="456498"/>
                  </a:lnTo>
                  <a:lnTo>
                    <a:pt x="2843204" y="505985"/>
                  </a:lnTo>
                  <a:lnTo>
                    <a:pt x="2888576" y="558897"/>
                  </a:lnTo>
                  <a:lnTo>
                    <a:pt x="2933569" y="615164"/>
                  </a:lnTo>
                  <a:lnTo>
                    <a:pt x="2978357" y="674643"/>
                  </a:lnTo>
                  <a:lnTo>
                    <a:pt x="3023067" y="737109"/>
                  </a:lnTo>
                  <a:lnTo>
                    <a:pt x="3067783" y="802254"/>
                  </a:lnTo>
                  <a:lnTo>
                    <a:pt x="3112552" y="869694"/>
                  </a:lnTo>
                  <a:lnTo>
                    <a:pt x="3157393" y="938975"/>
                  </a:lnTo>
                  <a:lnTo>
                    <a:pt x="3202300" y="1009583"/>
                  </a:lnTo>
                  <a:lnTo>
                    <a:pt x="3247251" y="1080958"/>
                  </a:lnTo>
                  <a:lnTo>
                    <a:pt x="3292213" y="1152516"/>
                  </a:lnTo>
                  <a:lnTo>
                    <a:pt x="3337151" y="1223667"/>
                  </a:lnTo>
                  <a:lnTo>
                    <a:pt x="3382035" y="1293834"/>
                  </a:lnTo>
                  <a:lnTo>
                    <a:pt x="3426848" y="1362474"/>
                  </a:lnTo>
                  <a:lnTo>
                    <a:pt x="3471593" y="1429092"/>
                  </a:lnTo>
                  <a:lnTo>
                    <a:pt x="3516299" y="1493261"/>
                  </a:lnTo>
                  <a:lnTo>
                    <a:pt x="3561027" y="1554623"/>
                  </a:lnTo>
                  <a:lnTo>
                    <a:pt x="3605875" y="1612904"/>
                  </a:lnTo>
                  <a:lnTo>
                    <a:pt x="3650989" y="1667910"/>
                  </a:lnTo>
                  <a:lnTo>
                    <a:pt x="3696562" y="1719525"/>
                  </a:lnTo>
                  <a:lnTo>
                    <a:pt x="3742847" y="1767709"/>
                  </a:lnTo>
                  <a:lnTo>
                    <a:pt x="3790166" y="1812491"/>
                  </a:lnTo>
                  <a:lnTo>
                    <a:pt x="3820202" y="1838589"/>
                  </a:lnTo>
                  <a:lnTo>
                    <a:pt x="3871539" y="1879100"/>
                  </a:lnTo>
                  <a:lnTo>
                    <a:pt x="3925271" y="1916131"/>
                  </a:lnTo>
                  <a:lnTo>
                    <a:pt x="3982060" y="1949805"/>
                  </a:lnTo>
                  <a:lnTo>
                    <a:pt x="4042632" y="1980353"/>
                  </a:lnTo>
                  <a:lnTo>
                    <a:pt x="4107742" y="2008060"/>
                  </a:lnTo>
                  <a:lnTo>
                    <a:pt x="4178131" y="2033216"/>
                  </a:lnTo>
                  <a:lnTo>
                    <a:pt x="4254480" y="2056096"/>
                  </a:lnTo>
                  <a:lnTo>
                    <a:pt x="4337342" y="2076944"/>
                  </a:lnTo>
                  <a:lnTo>
                    <a:pt x="4427059" y="2095963"/>
                  </a:lnTo>
                  <a:lnTo>
                    <a:pt x="4523654" y="2113310"/>
                  </a:lnTo>
                  <a:lnTo>
                    <a:pt x="4626694" y="2129094"/>
                  </a:lnTo>
                  <a:lnTo>
                    <a:pt x="4735155" y="2143379"/>
                  </a:lnTo>
                  <a:lnTo>
                    <a:pt x="4847300" y="2156185"/>
                  </a:lnTo>
                  <a:lnTo>
                    <a:pt x="4960610" y="2167500"/>
                  </a:lnTo>
                  <a:lnTo>
                    <a:pt x="5071835" y="2177293"/>
                  </a:lnTo>
                  <a:lnTo>
                    <a:pt x="5177193" y="2185537"/>
                  </a:lnTo>
                  <a:lnTo>
                    <a:pt x="5272750" y="2192227"/>
                  </a:lnTo>
                  <a:lnTo>
                    <a:pt x="5354938" y="2197408"/>
                  </a:lnTo>
                  <a:lnTo>
                    <a:pt x="5421121" y="2201185"/>
                  </a:lnTo>
                  <a:lnTo>
                    <a:pt x="5470073" y="2203723"/>
                  </a:lnTo>
                  <a:lnTo>
                    <a:pt x="5502253" y="2205246"/>
                  </a:lnTo>
                  <a:lnTo>
                    <a:pt x="5519833" y="2206006"/>
                  </a:lnTo>
                  <a:lnTo>
                    <a:pt x="5526539" y="2206273"/>
                  </a:lnTo>
                  <a:lnTo>
                    <a:pt x="5527445" y="2206306"/>
                  </a:lnTo>
                  <a:lnTo>
                    <a:pt x="6522385" y="2206306"/>
                  </a:lnTo>
                  <a:lnTo>
                    <a:pt x="6523522" y="2206307"/>
                  </a:lnTo>
                  <a:lnTo>
                    <a:pt x="6531021" y="2206315"/>
                  </a:lnTo>
                  <a:lnTo>
                    <a:pt x="6550026" y="2206334"/>
                  </a:lnTo>
                  <a:lnTo>
                    <a:pt x="6584251" y="2206373"/>
                  </a:lnTo>
                  <a:lnTo>
                    <a:pt x="6635769" y="2206437"/>
                  </a:lnTo>
                  <a:lnTo>
                    <a:pt x="6704846" y="2206532"/>
                  </a:lnTo>
                  <a:lnTo>
                    <a:pt x="6790010" y="2206661"/>
                  </a:lnTo>
                  <a:lnTo>
                    <a:pt x="6888371" y="2206828"/>
                  </a:lnTo>
                  <a:lnTo>
                    <a:pt x="6996146" y="2207032"/>
                  </a:lnTo>
                  <a:lnTo>
                    <a:pt x="7109257" y="2207273"/>
                  </a:lnTo>
                  <a:lnTo>
                    <a:pt x="7223865" y="2207552"/>
                  </a:lnTo>
                  <a:lnTo>
                    <a:pt x="7336736" y="2207866"/>
                  </a:lnTo>
                  <a:lnTo>
                    <a:pt x="7445422" y="2208217"/>
                  </a:lnTo>
                  <a:lnTo>
                    <a:pt x="7548285" y="2208604"/>
                  </a:lnTo>
                  <a:lnTo>
                    <a:pt x="7644410" y="2209030"/>
                  </a:lnTo>
                  <a:lnTo>
                    <a:pt x="7733470" y="2209497"/>
                  </a:lnTo>
                  <a:lnTo>
                    <a:pt x="7815578" y="2210009"/>
                  </a:lnTo>
                  <a:lnTo>
                    <a:pt x="7891153" y="2210573"/>
                  </a:lnTo>
                  <a:lnTo>
                    <a:pt x="7960809" y="2211193"/>
                  </a:lnTo>
                  <a:lnTo>
                    <a:pt x="8025274" y="2211878"/>
                  </a:lnTo>
                  <a:lnTo>
                    <a:pt x="8085321" y="2212633"/>
                  </a:lnTo>
                  <a:lnTo>
                    <a:pt x="8141728" y="2213466"/>
                  </a:lnTo>
                  <a:lnTo>
                    <a:pt x="8195230" y="2214383"/>
                  </a:lnTo>
                  <a:lnTo>
                    <a:pt x="8229629" y="2215041"/>
                  </a:lnTo>
                  <a:lnTo>
                    <a:pt x="8291269" y="2216359"/>
                  </a:lnTo>
                  <a:lnTo>
                    <a:pt x="8350986" y="2217810"/>
                  </a:lnTo>
                  <a:lnTo>
                    <a:pt x="8409497" y="2219395"/>
                  </a:lnTo>
                  <a:lnTo>
                    <a:pt x="8467328" y="2221113"/>
                  </a:lnTo>
                  <a:lnTo>
                    <a:pt x="8524851" y="2222955"/>
                  </a:lnTo>
                  <a:lnTo>
                    <a:pt x="8582308" y="2224909"/>
                  </a:lnTo>
                  <a:lnTo>
                    <a:pt x="8639833" y="2226958"/>
                  </a:lnTo>
                  <a:lnTo>
                    <a:pt x="8697475" y="2229079"/>
                  </a:lnTo>
                  <a:lnTo>
                    <a:pt x="8755217" y="2231246"/>
                  </a:lnTo>
                  <a:lnTo>
                    <a:pt x="8813000" y="2233431"/>
                  </a:lnTo>
                  <a:lnTo>
                    <a:pt x="8870753" y="2235602"/>
                  </a:lnTo>
                  <a:lnTo>
                    <a:pt x="8928413" y="2237732"/>
                  </a:lnTo>
                  <a:lnTo>
                    <a:pt x="8985956" y="2239794"/>
                  </a:lnTo>
                  <a:lnTo>
                    <a:pt x="9043417" y="2241765"/>
                  </a:lnTo>
                  <a:lnTo>
                    <a:pt x="9100916" y="2243626"/>
                  </a:lnTo>
                  <a:lnTo>
                    <a:pt x="9158678" y="2245363"/>
                  </a:lnTo>
                  <a:lnTo>
                    <a:pt x="9217052" y="2246969"/>
                  </a:lnTo>
                  <a:lnTo>
                    <a:pt x="9276538" y="2248441"/>
                  </a:lnTo>
                  <a:lnTo>
                    <a:pt x="9337820" y="2249780"/>
                  </a:lnTo>
                  <a:lnTo>
                    <a:pt x="9347647" y="2249978"/>
                  </a:lnTo>
                  <a:lnTo>
                    <a:pt x="9399583" y="2250951"/>
                  </a:lnTo>
                  <a:lnTo>
                    <a:pt x="9453975" y="2251839"/>
                  </a:lnTo>
                  <a:lnTo>
                    <a:pt x="9511509" y="2252646"/>
                  </a:lnTo>
                  <a:lnTo>
                    <a:pt x="9572941" y="2253377"/>
                  </a:lnTo>
                  <a:lnTo>
                    <a:pt x="9639049" y="2254039"/>
                  </a:lnTo>
                  <a:lnTo>
                    <a:pt x="9710600" y="2254640"/>
                  </a:lnTo>
                  <a:lnTo>
                    <a:pt x="9788290" y="2255186"/>
                  </a:lnTo>
                  <a:lnTo>
                    <a:pt x="9872679" y="2255683"/>
                  </a:lnTo>
                  <a:lnTo>
                    <a:pt x="9964098" y="2256136"/>
                  </a:lnTo>
                  <a:lnTo>
                    <a:pt x="10062529" y="2256548"/>
                  </a:lnTo>
                  <a:lnTo>
                    <a:pt x="10167466" y="2256923"/>
                  </a:lnTo>
                  <a:lnTo>
                    <a:pt x="10277766" y="2257262"/>
                  </a:lnTo>
                  <a:lnTo>
                    <a:pt x="10391528" y="2257564"/>
                  </a:lnTo>
                  <a:lnTo>
                    <a:pt x="10506032" y="2257831"/>
                  </a:lnTo>
                  <a:lnTo>
                    <a:pt x="10617814" y="2258060"/>
                  </a:lnTo>
                  <a:lnTo>
                    <a:pt x="10722904" y="2258251"/>
                  </a:lnTo>
                  <a:lnTo>
                    <a:pt x="10817258" y="2258405"/>
                  </a:lnTo>
                  <a:lnTo>
                    <a:pt x="10897326" y="2258522"/>
                  </a:lnTo>
                  <a:lnTo>
                    <a:pt x="10960638" y="2258607"/>
                  </a:lnTo>
                  <a:lnTo>
                    <a:pt x="11006277" y="2258662"/>
                  </a:lnTo>
                  <a:lnTo>
                    <a:pt x="11035118" y="2258693"/>
                  </a:lnTo>
                  <a:lnTo>
                    <a:pt x="11049804" y="2258708"/>
                  </a:lnTo>
                  <a:lnTo>
                    <a:pt x="11054548" y="2258712"/>
                  </a:lnTo>
                  <a:lnTo>
                    <a:pt x="11054891" y="2258713"/>
                  </a:lnTo>
                  <a:lnTo>
                    <a:pt x="12049831" y="2258713"/>
                  </a:lnTo>
                  <a:lnTo>
                    <a:pt x="12049831" y="22587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4" name="pl493"/>
            <p:cNvSpPr/>
            <p:nvPr/>
          </p:nvSpPr>
          <p:spPr>
            <a:xfrm>
              <a:off x="1199187" y="3463894"/>
              <a:ext cx="12049831" cy="2258713"/>
            </a:xfrm>
            <a:custGeom>
              <a:avLst/>
              <a:pathLst>
                <a:path w="12049831" h="2258713">
                  <a:moveTo>
                    <a:pt x="12049831" y="2258713"/>
                  </a:moveTo>
                  <a:lnTo>
                    <a:pt x="11054891" y="2258713"/>
                  </a:lnTo>
                  <a:lnTo>
                    <a:pt x="11053755" y="2258712"/>
                  </a:lnTo>
                  <a:lnTo>
                    <a:pt x="11046255" y="2258705"/>
                  </a:lnTo>
                  <a:lnTo>
                    <a:pt x="11027251" y="2258685"/>
                  </a:lnTo>
                  <a:lnTo>
                    <a:pt x="10993025" y="2258646"/>
                  </a:lnTo>
                  <a:lnTo>
                    <a:pt x="10941508" y="2258582"/>
                  </a:lnTo>
                  <a:lnTo>
                    <a:pt x="10872431" y="2258487"/>
                  </a:lnTo>
                  <a:lnTo>
                    <a:pt x="10787266" y="2258358"/>
                  </a:lnTo>
                  <a:lnTo>
                    <a:pt x="10688905" y="2258192"/>
                  </a:lnTo>
                  <a:lnTo>
                    <a:pt x="10581131" y="2257988"/>
                  </a:lnTo>
                  <a:lnTo>
                    <a:pt x="10468020" y="2257746"/>
                  </a:lnTo>
                  <a:lnTo>
                    <a:pt x="10353412" y="2257468"/>
                  </a:lnTo>
                  <a:lnTo>
                    <a:pt x="10240541" y="2257153"/>
                  </a:lnTo>
                  <a:lnTo>
                    <a:pt x="10131855" y="2256803"/>
                  </a:lnTo>
                  <a:lnTo>
                    <a:pt x="10028992" y="2256415"/>
                  </a:lnTo>
                  <a:lnTo>
                    <a:pt x="9932867" y="2255990"/>
                  </a:lnTo>
                  <a:lnTo>
                    <a:pt x="9843807" y="2255523"/>
                  </a:lnTo>
                  <a:lnTo>
                    <a:pt x="9761699" y="2255010"/>
                  </a:lnTo>
                  <a:lnTo>
                    <a:pt x="9686124" y="2254447"/>
                  </a:lnTo>
                  <a:lnTo>
                    <a:pt x="9616467" y="2253826"/>
                  </a:lnTo>
                  <a:lnTo>
                    <a:pt x="9552003" y="2253142"/>
                  </a:lnTo>
                  <a:lnTo>
                    <a:pt x="9491955" y="2252386"/>
                  </a:lnTo>
                  <a:lnTo>
                    <a:pt x="9435548" y="2251553"/>
                  </a:lnTo>
                  <a:lnTo>
                    <a:pt x="9382046" y="2250637"/>
                  </a:lnTo>
                  <a:lnTo>
                    <a:pt x="9347647" y="2249978"/>
                  </a:lnTo>
                  <a:lnTo>
                    <a:pt x="9286008" y="2248660"/>
                  </a:lnTo>
                  <a:lnTo>
                    <a:pt x="9226291" y="2247209"/>
                  </a:lnTo>
                  <a:lnTo>
                    <a:pt x="9167780" y="2245624"/>
                  </a:lnTo>
                  <a:lnTo>
                    <a:pt x="9109948" y="2243906"/>
                  </a:lnTo>
                  <a:lnTo>
                    <a:pt x="9052425" y="2242064"/>
                  </a:lnTo>
                  <a:lnTo>
                    <a:pt x="8994969" y="2240110"/>
                  </a:lnTo>
                  <a:lnTo>
                    <a:pt x="8937443" y="2238061"/>
                  </a:lnTo>
                  <a:lnTo>
                    <a:pt x="8879801" y="2235940"/>
                  </a:lnTo>
                  <a:lnTo>
                    <a:pt x="8822060" y="2233773"/>
                  </a:lnTo>
                  <a:lnTo>
                    <a:pt x="8764276" y="2231589"/>
                  </a:lnTo>
                  <a:lnTo>
                    <a:pt x="8706523" y="2229417"/>
                  </a:lnTo>
                  <a:lnTo>
                    <a:pt x="8648863" y="2227287"/>
                  </a:lnTo>
                  <a:lnTo>
                    <a:pt x="8591321" y="2225225"/>
                  </a:lnTo>
                  <a:lnTo>
                    <a:pt x="8533860" y="2223254"/>
                  </a:lnTo>
                  <a:lnTo>
                    <a:pt x="8476360" y="2221394"/>
                  </a:lnTo>
                  <a:lnTo>
                    <a:pt x="8418598" y="2219656"/>
                  </a:lnTo>
                  <a:lnTo>
                    <a:pt x="8360224" y="2218050"/>
                  </a:lnTo>
                  <a:lnTo>
                    <a:pt x="8300738" y="2216578"/>
                  </a:lnTo>
                  <a:lnTo>
                    <a:pt x="8239457" y="2215239"/>
                  </a:lnTo>
                  <a:lnTo>
                    <a:pt x="8229629" y="2215041"/>
                  </a:lnTo>
                  <a:lnTo>
                    <a:pt x="8177694" y="2214068"/>
                  </a:lnTo>
                  <a:lnTo>
                    <a:pt x="8123302" y="2213180"/>
                  </a:lnTo>
                  <a:lnTo>
                    <a:pt x="8065767" y="2212373"/>
                  </a:lnTo>
                  <a:lnTo>
                    <a:pt x="8004336" y="2211642"/>
                  </a:lnTo>
                  <a:lnTo>
                    <a:pt x="7938227" y="2210980"/>
                  </a:lnTo>
                  <a:lnTo>
                    <a:pt x="7866677" y="2210379"/>
                  </a:lnTo>
                  <a:lnTo>
                    <a:pt x="7788987" y="2209833"/>
                  </a:lnTo>
                  <a:lnTo>
                    <a:pt x="7704597" y="2209336"/>
                  </a:lnTo>
                  <a:lnTo>
                    <a:pt x="7613179" y="2208883"/>
                  </a:lnTo>
                  <a:lnTo>
                    <a:pt x="7514748" y="2208471"/>
                  </a:lnTo>
                  <a:lnTo>
                    <a:pt x="7409811" y="2208096"/>
                  </a:lnTo>
                  <a:lnTo>
                    <a:pt x="7299510" y="2207757"/>
                  </a:lnTo>
                  <a:lnTo>
                    <a:pt x="7185749" y="2207455"/>
                  </a:lnTo>
                  <a:lnTo>
                    <a:pt x="7071244" y="2207189"/>
                  </a:lnTo>
                  <a:lnTo>
                    <a:pt x="6959463" y="2206960"/>
                  </a:lnTo>
                  <a:lnTo>
                    <a:pt x="6854373" y="2206768"/>
                  </a:lnTo>
                  <a:lnTo>
                    <a:pt x="6760018" y="2206614"/>
                  </a:lnTo>
                  <a:lnTo>
                    <a:pt x="6679950" y="2206497"/>
                  </a:lnTo>
                  <a:lnTo>
                    <a:pt x="6616639" y="2206413"/>
                  </a:lnTo>
                  <a:lnTo>
                    <a:pt x="6571000" y="2206358"/>
                  </a:lnTo>
                  <a:lnTo>
                    <a:pt x="6542158" y="2206326"/>
                  </a:lnTo>
                  <a:lnTo>
                    <a:pt x="6527473" y="2206311"/>
                  </a:lnTo>
                  <a:lnTo>
                    <a:pt x="6522729" y="2206307"/>
                  </a:lnTo>
                  <a:lnTo>
                    <a:pt x="6522385" y="2206306"/>
                  </a:lnTo>
                  <a:lnTo>
                    <a:pt x="5527445" y="2206306"/>
                  </a:lnTo>
                  <a:lnTo>
                    <a:pt x="5526346" y="2206266"/>
                  </a:lnTo>
                  <a:lnTo>
                    <a:pt x="5519088" y="2205976"/>
                  </a:lnTo>
                  <a:lnTo>
                    <a:pt x="5500679" y="2205174"/>
                  </a:lnTo>
                  <a:lnTo>
                    <a:pt x="5467485" y="2203595"/>
                  </a:lnTo>
                  <a:lnTo>
                    <a:pt x="5417437" y="2200984"/>
                  </a:lnTo>
                  <a:lnTo>
                    <a:pt x="5350187" y="2197123"/>
                  </a:lnTo>
                  <a:lnTo>
                    <a:pt x="5267061" y="2191849"/>
                  </a:lnTo>
                  <a:lnTo>
                    <a:pt x="5170771" y="2185061"/>
                  </a:lnTo>
                  <a:lnTo>
                    <a:pt x="5064924" y="2176719"/>
                  </a:lnTo>
                  <a:lnTo>
                    <a:pt x="4953459" y="2166828"/>
                  </a:lnTo>
                  <a:lnTo>
                    <a:pt x="4840134" y="2155418"/>
                  </a:lnTo>
                  <a:lnTo>
                    <a:pt x="4728156" y="2142519"/>
                  </a:lnTo>
                  <a:lnTo>
                    <a:pt x="4619994" y="2128140"/>
                  </a:lnTo>
                  <a:lnTo>
                    <a:pt x="4517339" y="2112259"/>
                  </a:lnTo>
                  <a:lnTo>
                    <a:pt x="4421172" y="2094810"/>
                  </a:lnTo>
                  <a:lnTo>
                    <a:pt x="4331893" y="2075680"/>
                  </a:lnTo>
                  <a:lnTo>
                    <a:pt x="4249457" y="2054710"/>
                  </a:lnTo>
                  <a:lnTo>
                    <a:pt x="4173504" y="2031693"/>
                  </a:lnTo>
                  <a:lnTo>
                    <a:pt x="4103470" y="2006384"/>
                  </a:lnTo>
                  <a:lnTo>
                    <a:pt x="4038669" y="1978506"/>
                  </a:lnTo>
                  <a:lnTo>
                    <a:pt x="3978359" y="1947768"/>
                  </a:lnTo>
                  <a:lnTo>
                    <a:pt x="3921786" y="1913888"/>
                  </a:lnTo>
                  <a:lnTo>
                    <a:pt x="3868224" y="1876638"/>
                  </a:lnTo>
                  <a:lnTo>
                    <a:pt x="3820202" y="1838589"/>
                  </a:lnTo>
                  <a:lnTo>
                    <a:pt x="3772045" y="1795875"/>
                  </a:lnTo>
                  <a:lnTo>
                    <a:pt x="3725162" y="1749808"/>
                  </a:lnTo>
                  <a:lnTo>
                    <a:pt x="3679181" y="1700321"/>
                  </a:lnTo>
                  <a:lnTo>
                    <a:pt x="3633809" y="1647409"/>
                  </a:lnTo>
                  <a:lnTo>
                    <a:pt x="3588816" y="1591142"/>
                  </a:lnTo>
                  <a:lnTo>
                    <a:pt x="3544028" y="1531663"/>
                  </a:lnTo>
                  <a:lnTo>
                    <a:pt x="3499318" y="1469197"/>
                  </a:lnTo>
                  <a:lnTo>
                    <a:pt x="3454602" y="1404052"/>
                  </a:lnTo>
                  <a:lnTo>
                    <a:pt x="3409833" y="1336611"/>
                  </a:lnTo>
                  <a:lnTo>
                    <a:pt x="3364992" y="1267330"/>
                  </a:lnTo>
                  <a:lnTo>
                    <a:pt x="3320085" y="1196723"/>
                  </a:lnTo>
                  <a:lnTo>
                    <a:pt x="3275134" y="1125348"/>
                  </a:lnTo>
                  <a:lnTo>
                    <a:pt x="3230172" y="1053790"/>
                  </a:lnTo>
                  <a:lnTo>
                    <a:pt x="3185234" y="982639"/>
                  </a:lnTo>
                  <a:lnTo>
                    <a:pt x="3140350" y="912472"/>
                  </a:lnTo>
                  <a:lnTo>
                    <a:pt x="3095537" y="843832"/>
                  </a:lnTo>
                  <a:lnTo>
                    <a:pt x="3050792" y="777214"/>
                  </a:lnTo>
                  <a:lnTo>
                    <a:pt x="3006086" y="713045"/>
                  </a:lnTo>
                  <a:lnTo>
                    <a:pt x="2961358" y="651683"/>
                  </a:lnTo>
                  <a:lnTo>
                    <a:pt x="2916510" y="593401"/>
                  </a:lnTo>
                  <a:lnTo>
                    <a:pt x="2871396" y="538396"/>
                  </a:lnTo>
                  <a:lnTo>
                    <a:pt x="2825823" y="486781"/>
                  </a:lnTo>
                  <a:lnTo>
                    <a:pt x="2779538" y="438597"/>
                  </a:lnTo>
                  <a:lnTo>
                    <a:pt x="2732219" y="393815"/>
                  </a:lnTo>
                  <a:lnTo>
                    <a:pt x="2702183" y="367717"/>
                  </a:lnTo>
                  <a:lnTo>
                    <a:pt x="2650846" y="327206"/>
                  </a:lnTo>
                  <a:lnTo>
                    <a:pt x="2597114" y="290175"/>
                  </a:lnTo>
                  <a:lnTo>
                    <a:pt x="2540325" y="256501"/>
                  </a:lnTo>
                  <a:lnTo>
                    <a:pt x="2479753" y="225953"/>
                  </a:lnTo>
                  <a:lnTo>
                    <a:pt x="2414643" y="198246"/>
                  </a:lnTo>
                  <a:lnTo>
                    <a:pt x="2344254" y="173090"/>
                  </a:lnTo>
                  <a:lnTo>
                    <a:pt x="2267905" y="150210"/>
                  </a:lnTo>
                  <a:lnTo>
                    <a:pt x="2185043" y="129362"/>
                  </a:lnTo>
                  <a:lnTo>
                    <a:pt x="2095326" y="110343"/>
                  </a:lnTo>
                  <a:lnTo>
                    <a:pt x="1998731" y="92996"/>
                  </a:lnTo>
                  <a:lnTo>
                    <a:pt x="1895691" y="77212"/>
                  </a:lnTo>
                  <a:lnTo>
                    <a:pt x="1787230" y="62927"/>
                  </a:lnTo>
                  <a:lnTo>
                    <a:pt x="1675085" y="50121"/>
                  </a:lnTo>
                  <a:lnTo>
                    <a:pt x="1561775" y="38806"/>
                  </a:lnTo>
                  <a:lnTo>
                    <a:pt x="1450550" y="29013"/>
                  </a:lnTo>
                  <a:lnTo>
                    <a:pt x="1345192" y="20769"/>
                  </a:lnTo>
                  <a:lnTo>
                    <a:pt x="1249635" y="14079"/>
                  </a:lnTo>
                  <a:lnTo>
                    <a:pt x="1167447" y="8898"/>
                  </a:lnTo>
                  <a:lnTo>
                    <a:pt x="1101264" y="5121"/>
                  </a:lnTo>
                  <a:lnTo>
                    <a:pt x="1052312" y="2583"/>
                  </a:lnTo>
                  <a:lnTo>
                    <a:pt x="1020132" y="1060"/>
                  </a:lnTo>
                  <a:lnTo>
                    <a:pt x="1002552" y="300"/>
                  </a:lnTo>
                  <a:lnTo>
                    <a:pt x="995846" y="3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5" name="pg494"/>
            <p:cNvSpPr/>
            <p:nvPr/>
          </p:nvSpPr>
          <p:spPr>
            <a:xfrm>
              <a:off x="1199187" y="1283790"/>
              <a:ext cx="12049831" cy="2562670"/>
            </a:xfrm>
            <a:custGeom>
              <a:avLst/>
              <a:pathLst>
                <a:path w="12049831" h="2562670">
                  <a:moveTo>
                    <a:pt x="0" y="1236789"/>
                  </a:moveTo>
                  <a:lnTo>
                    <a:pt x="994940" y="1236789"/>
                  </a:lnTo>
                  <a:lnTo>
                    <a:pt x="996062" y="1236814"/>
                  </a:lnTo>
                  <a:lnTo>
                    <a:pt x="1003472" y="1236992"/>
                  </a:lnTo>
                  <a:lnTo>
                    <a:pt x="1022257" y="1237484"/>
                  </a:lnTo>
                  <a:lnTo>
                    <a:pt x="1056102" y="1238454"/>
                  </a:lnTo>
                  <a:lnTo>
                    <a:pt x="1107077" y="1240057"/>
                  </a:lnTo>
                  <a:lnTo>
                    <a:pt x="1175481" y="1242427"/>
                  </a:lnTo>
                  <a:lnTo>
                    <a:pt x="1259895" y="1245661"/>
                  </a:lnTo>
                  <a:lnTo>
                    <a:pt x="1357496" y="1249820"/>
                  </a:lnTo>
                  <a:lnTo>
                    <a:pt x="1464565" y="1254927"/>
                  </a:lnTo>
                  <a:lnTo>
                    <a:pt x="1577075" y="1260978"/>
                  </a:lnTo>
                  <a:lnTo>
                    <a:pt x="1691218" y="1267953"/>
                  </a:lnTo>
                  <a:lnTo>
                    <a:pt x="1803766" y="1275835"/>
                  </a:lnTo>
                  <a:lnTo>
                    <a:pt x="1912266" y="1284619"/>
                  </a:lnTo>
                  <a:lnTo>
                    <a:pt x="2015057" y="1294322"/>
                  </a:lnTo>
                  <a:lnTo>
                    <a:pt x="2111201" y="1304986"/>
                  </a:lnTo>
                  <a:lnTo>
                    <a:pt x="2200345" y="1316684"/>
                  </a:lnTo>
                  <a:lnTo>
                    <a:pt x="2282575" y="1329517"/>
                  </a:lnTo>
                  <a:lnTo>
                    <a:pt x="2358289" y="1343616"/>
                  </a:lnTo>
                  <a:lnTo>
                    <a:pt x="2428084" y="1359132"/>
                  </a:lnTo>
                  <a:lnTo>
                    <a:pt x="2492670" y="1376239"/>
                  </a:lnTo>
                  <a:lnTo>
                    <a:pt x="2552812" y="1395115"/>
                  </a:lnTo>
                  <a:lnTo>
                    <a:pt x="2609277" y="1415930"/>
                  </a:lnTo>
                  <a:lnTo>
                    <a:pt x="2662798" y="1438817"/>
                  </a:lnTo>
                  <a:lnTo>
                    <a:pt x="2702183" y="1457769"/>
                  </a:lnTo>
                  <a:lnTo>
                    <a:pt x="2756903" y="1487152"/>
                  </a:lnTo>
                  <a:lnTo>
                    <a:pt x="2810042" y="1519156"/>
                  </a:lnTo>
                  <a:lnTo>
                    <a:pt x="2862123" y="1553830"/>
                  </a:lnTo>
                  <a:lnTo>
                    <a:pt x="2913547" y="1591155"/>
                  </a:lnTo>
                  <a:lnTo>
                    <a:pt x="2964611" y="1631037"/>
                  </a:lnTo>
                  <a:lnTo>
                    <a:pt x="3015528" y="1673306"/>
                  </a:lnTo>
                  <a:lnTo>
                    <a:pt x="3066436" y="1717705"/>
                  </a:lnTo>
                  <a:lnTo>
                    <a:pt x="3117412" y="1763900"/>
                  </a:lnTo>
                  <a:lnTo>
                    <a:pt x="3168481" y="1811487"/>
                  </a:lnTo>
                  <a:lnTo>
                    <a:pt x="3219629" y="1860001"/>
                  </a:lnTo>
                  <a:lnTo>
                    <a:pt x="3270818" y="1908939"/>
                  </a:lnTo>
                  <a:lnTo>
                    <a:pt x="3321998" y="1957779"/>
                  </a:lnTo>
                  <a:lnTo>
                    <a:pt x="3373120" y="2006002"/>
                  </a:lnTo>
                  <a:lnTo>
                    <a:pt x="3424153" y="2053117"/>
                  </a:lnTo>
                  <a:lnTo>
                    <a:pt x="3475098" y="2098681"/>
                  </a:lnTo>
                  <a:lnTo>
                    <a:pt x="3525997" y="2142314"/>
                  </a:lnTo>
                  <a:lnTo>
                    <a:pt x="3576950" y="2183710"/>
                  </a:lnTo>
                  <a:lnTo>
                    <a:pt x="3628120" y="2222647"/>
                  </a:lnTo>
                  <a:lnTo>
                    <a:pt x="3679751" y="2258981"/>
                  </a:lnTo>
                  <a:lnTo>
                    <a:pt x="3732177" y="2292650"/>
                  </a:lnTo>
                  <a:lnTo>
                    <a:pt x="3785842" y="2323659"/>
                  </a:lnTo>
                  <a:lnTo>
                    <a:pt x="3820202" y="2341690"/>
                  </a:lnTo>
                  <a:lnTo>
                    <a:pt x="3871917" y="2366203"/>
                  </a:lnTo>
                  <a:lnTo>
                    <a:pt x="3926067" y="2388595"/>
                  </a:lnTo>
                  <a:lnTo>
                    <a:pt x="3983327" y="2408941"/>
                  </a:lnTo>
                  <a:lnTo>
                    <a:pt x="4044442" y="2427386"/>
                  </a:lnTo>
                  <a:lnTo>
                    <a:pt x="4110183" y="2444104"/>
                  </a:lnTo>
                  <a:lnTo>
                    <a:pt x="4181306" y="2459273"/>
                  </a:lnTo>
                  <a:lnTo>
                    <a:pt x="4258501" y="2473061"/>
                  </a:lnTo>
                  <a:lnTo>
                    <a:pt x="4342328" y="2485617"/>
                  </a:lnTo>
                  <a:lnTo>
                    <a:pt x="4433120" y="2497065"/>
                  </a:lnTo>
                  <a:lnTo>
                    <a:pt x="4530875" y="2507498"/>
                  </a:lnTo>
                  <a:lnTo>
                    <a:pt x="4635115" y="2516982"/>
                  </a:lnTo>
                  <a:lnTo>
                    <a:pt x="4744742" y="2525554"/>
                  </a:lnTo>
                  <a:lnTo>
                    <a:pt x="4857915" y="2533225"/>
                  </a:lnTo>
                  <a:lnTo>
                    <a:pt x="4971990" y="2539985"/>
                  </a:lnTo>
                  <a:lnTo>
                    <a:pt x="5083581" y="2545815"/>
                  </a:lnTo>
                  <a:lnTo>
                    <a:pt x="5188788" y="2550699"/>
                  </a:lnTo>
                  <a:lnTo>
                    <a:pt x="5283605" y="2554638"/>
                  </a:lnTo>
                  <a:lnTo>
                    <a:pt x="5364471" y="2557663"/>
                  </a:lnTo>
                  <a:lnTo>
                    <a:pt x="5428853" y="2559842"/>
                  </a:lnTo>
                  <a:lnTo>
                    <a:pt x="5475715" y="2561283"/>
                  </a:lnTo>
                  <a:lnTo>
                    <a:pt x="5505777" y="2562127"/>
                  </a:lnTo>
                  <a:lnTo>
                    <a:pt x="5521506" y="2562530"/>
                  </a:lnTo>
                  <a:lnTo>
                    <a:pt x="5526936" y="2562658"/>
                  </a:lnTo>
                  <a:lnTo>
                    <a:pt x="5527445" y="2562670"/>
                  </a:lnTo>
                  <a:lnTo>
                    <a:pt x="6522385" y="2562670"/>
                  </a:lnTo>
                  <a:lnTo>
                    <a:pt x="6523472" y="2562623"/>
                  </a:lnTo>
                  <a:lnTo>
                    <a:pt x="6530651" y="2562291"/>
                  </a:lnTo>
                  <a:lnTo>
                    <a:pt x="6548866" y="2561372"/>
                  </a:lnTo>
                  <a:lnTo>
                    <a:pt x="6581723" y="2559563"/>
                  </a:lnTo>
                  <a:lnTo>
                    <a:pt x="6631289" y="2556570"/>
                  </a:lnTo>
                  <a:lnTo>
                    <a:pt x="6697938" y="2552144"/>
                  </a:lnTo>
                  <a:lnTo>
                    <a:pt x="6780391" y="2546095"/>
                  </a:lnTo>
                  <a:lnTo>
                    <a:pt x="6875994" y="2538306"/>
                  </a:lnTo>
                  <a:lnTo>
                    <a:pt x="6981198" y="2528731"/>
                  </a:lnTo>
                  <a:lnTo>
                    <a:pt x="7092110" y="2517373"/>
                  </a:lnTo>
                  <a:lnTo>
                    <a:pt x="7205001" y="2504266"/>
                  </a:lnTo>
                  <a:lnTo>
                    <a:pt x="7316672" y="2489444"/>
                  </a:lnTo>
                  <a:lnTo>
                    <a:pt x="7424650" y="2472921"/>
                  </a:lnTo>
                  <a:lnTo>
                    <a:pt x="7527226" y="2454671"/>
                  </a:lnTo>
                  <a:lnTo>
                    <a:pt x="7623399" y="2434624"/>
                  </a:lnTo>
                  <a:lnTo>
                    <a:pt x="7712744" y="2412652"/>
                  </a:lnTo>
                  <a:lnTo>
                    <a:pt x="7795286" y="2388575"/>
                  </a:lnTo>
                  <a:lnTo>
                    <a:pt x="7871364" y="2362160"/>
                  </a:lnTo>
                  <a:lnTo>
                    <a:pt x="7941524" y="2333129"/>
                  </a:lnTo>
                  <a:lnTo>
                    <a:pt x="8006438" y="2301166"/>
                  </a:lnTo>
                  <a:lnTo>
                    <a:pt x="8066839" y="2265938"/>
                  </a:lnTo>
                  <a:lnTo>
                    <a:pt x="8123474" y="2227119"/>
                  </a:lnTo>
                  <a:lnTo>
                    <a:pt x="8177061" y="2184442"/>
                  </a:lnTo>
                  <a:lnTo>
                    <a:pt x="8228258" y="2137763"/>
                  </a:lnTo>
                  <a:lnTo>
                    <a:pt x="8229629" y="2136431"/>
                  </a:lnTo>
                  <a:lnTo>
                    <a:pt x="8275504" y="2089388"/>
                  </a:lnTo>
                  <a:lnTo>
                    <a:pt x="8320207" y="2038827"/>
                  </a:lnTo>
                  <a:lnTo>
                    <a:pt x="8364063" y="1984676"/>
                  </a:lnTo>
                  <a:lnTo>
                    <a:pt x="8407334" y="1926924"/>
                  </a:lnTo>
                  <a:lnTo>
                    <a:pt x="8450226" y="1865627"/>
                  </a:lnTo>
                  <a:lnTo>
                    <a:pt x="8492899" y="1800911"/>
                  </a:lnTo>
                  <a:lnTo>
                    <a:pt x="8535473" y="1732981"/>
                  </a:lnTo>
                  <a:lnTo>
                    <a:pt x="8578030" y="1662118"/>
                  </a:lnTo>
                  <a:lnTo>
                    <a:pt x="8620623" y="1588678"/>
                  </a:lnTo>
                  <a:lnTo>
                    <a:pt x="8663277" y="1513090"/>
                  </a:lnTo>
                  <a:lnTo>
                    <a:pt x="8705996" y="1435842"/>
                  </a:lnTo>
                  <a:lnTo>
                    <a:pt x="8748766" y="1357472"/>
                  </a:lnTo>
                  <a:lnTo>
                    <a:pt x="8791565" y="1278553"/>
                  </a:lnTo>
                  <a:lnTo>
                    <a:pt x="8834361" y="1199675"/>
                  </a:lnTo>
                  <a:lnTo>
                    <a:pt x="8877126" y="1121425"/>
                  </a:lnTo>
                  <a:lnTo>
                    <a:pt x="8919837" y="1044373"/>
                  </a:lnTo>
                  <a:lnTo>
                    <a:pt x="8962482" y="969051"/>
                  </a:lnTo>
                  <a:lnTo>
                    <a:pt x="9005068" y="895940"/>
                  </a:lnTo>
                  <a:lnTo>
                    <a:pt x="9047623" y="825459"/>
                  </a:lnTo>
                  <a:lnTo>
                    <a:pt x="9090205" y="757953"/>
                  </a:lnTo>
                  <a:lnTo>
                    <a:pt x="9132900" y="693695"/>
                  </a:lnTo>
                  <a:lnTo>
                    <a:pt x="9175833" y="632877"/>
                  </a:lnTo>
                  <a:lnTo>
                    <a:pt x="9219171" y="575616"/>
                  </a:lnTo>
                  <a:lnTo>
                    <a:pt x="9263127" y="521958"/>
                  </a:lnTo>
                  <a:lnTo>
                    <a:pt x="9307969" y="471883"/>
                  </a:lnTo>
                  <a:lnTo>
                    <a:pt x="9347647" y="431478"/>
                  </a:lnTo>
                  <a:lnTo>
                    <a:pt x="9398787" y="384690"/>
                  </a:lnTo>
                  <a:lnTo>
                    <a:pt x="9452301" y="341904"/>
                  </a:lnTo>
                  <a:lnTo>
                    <a:pt x="9508843" y="302984"/>
                  </a:lnTo>
                  <a:lnTo>
                    <a:pt x="9569132" y="267662"/>
                  </a:lnTo>
                  <a:lnTo>
                    <a:pt x="9633913" y="235614"/>
                  </a:lnTo>
                  <a:lnTo>
                    <a:pt x="9703920" y="206507"/>
                  </a:lnTo>
                  <a:lnTo>
                    <a:pt x="9779828" y="180025"/>
                  </a:lnTo>
                  <a:lnTo>
                    <a:pt x="9862187" y="155887"/>
                  </a:lnTo>
                  <a:lnTo>
                    <a:pt x="9951345" y="133860"/>
                  </a:lnTo>
                  <a:lnTo>
                    <a:pt x="10047334" y="113762"/>
                  </a:lnTo>
                  <a:lnTo>
                    <a:pt x="10149746" y="95465"/>
                  </a:lnTo>
                  <a:lnTo>
                    <a:pt x="10257595" y="78894"/>
                  </a:lnTo>
                  <a:lnTo>
                    <a:pt x="10369195" y="64026"/>
                  </a:lnTo>
                  <a:lnTo>
                    <a:pt x="10482092" y="50871"/>
                  </a:lnTo>
                  <a:lnTo>
                    <a:pt x="10593106" y="39465"/>
                  </a:lnTo>
                  <a:lnTo>
                    <a:pt x="10698518" y="29841"/>
                  </a:lnTo>
                  <a:lnTo>
                    <a:pt x="10794434" y="22004"/>
                  </a:lnTo>
                  <a:lnTo>
                    <a:pt x="10877286" y="15909"/>
                  </a:lnTo>
                  <a:lnTo>
                    <a:pt x="10944391" y="11441"/>
                  </a:lnTo>
                  <a:lnTo>
                    <a:pt x="10994427" y="8412"/>
                  </a:lnTo>
                  <a:lnTo>
                    <a:pt x="11027721" y="6574"/>
                  </a:lnTo>
                  <a:lnTo>
                    <a:pt x="11046294" y="5635"/>
                  </a:lnTo>
                  <a:lnTo>
                    <a:pt x="11053714" y="529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4" y="46"/>
                  </a:lnTo>
                  <a:lnTo>
                    <a:pt x="11046625" y="379"/>
                  </a:lnTo>
                  <a:lnTo>
                    <a:pt x="11028411" y="1297"/>
                  </a:lnTo>
                  <a:lnTo>
                    <a:pt x="10995554" y="3106"/>
                  </a:lnTo>
                  <a:lnTo>
                    <a:pt x="10945987" y="6099"/>
                  </a:lnTo>
                  <a:lnTo>
                    <a:pt x="10879338" y="10525"/>
                  </a:lnTo>
                  <a:lnTo>
                    <a:pt x="10796886" y="16574"/>
                  </a:lnTo>
                  <a:lnTo>
                    <a:pt x="10701282" y="24363"/>
                  </a:lnTo>
                  <a:lnTo>
                    <a:pt x="10596078" y="33938"/>
                  </a:lnTo>
                  <a:lnTo>
                    <a:pt x="10485166" y="45296"/>
                  </a:lnTo>
                  <a:lnTo>
                    <a:pt x="10372275" y="58403"/>
                  </a:lnTo>
                  <a:lnTo>
                    <a:pt x="10260604" y="73225"/>
                  </a:lnTo>
                  <a:lnTo>
                    <a:pt x="10152627" y="89748"/>
                  </a:lnTo>
                  <a:lnTo>
                    <a:pt x="10050050" y="107998"/>
                  </a:lnTo>
                  <a:lnTo>
                    <a:pt x="9953878" y="128045"/>
                  </a:lnTo>
                  <a:lnTo>
                    <a:pt x="9864532" y="150017"/>
                  </a:lnTo>
                  <a:lnTo>
                    <a:pt x="9781990" y="174095"/>
                  </a:lnTo>
                  <a:lnTo>
                    <a:pt x="9705913" y="200509"/>
                  </a:lnTo>
                  <a:lnTo>
                    <a:pt x="9635753" y="229541"/>
                  </a:lnTo>
                  <a:lnTo>
                    <a:pt x="9570839" y="261503"/>
                  </a:lnTo>
                  <a:lnTo>
                    <a:pt x="9510437" y="296732"/>
                  </a:lnTo>
                  <a:lnTo>
                    <a:pt x="9453803" y="335550"/>
                  </a:lnTo>
                  <a:lnTo>
                    <a:pt x="9400215" y="378227"/>
                  </a:lnTo>
                  <a:lnTo>
                    <a:pt x="9349018" y="424906"/>
                  </a:lnTo>
                  <a:lnTo>
                    <a:pt x="9347647" y="426238"/>
                  </a:lnTo>
                  <a:lnTo>
                    <a:pt x="9301773" y="473281"/>
                  </a:lnTo>
                  <a:lnTo>
                    <a:pt x="9257070" y="523842"/>
                  </a:lnTo>
                  <a:lnTo>
                    <a:pt x="9213213" y="577993"/>
                  </a:lnTo>
                  <a:lnTo>
                    <a:pt x="9169942" y="635745"/>
                  </a:lnTo>
                  <a:lnTo>
                    <a:pt x="9127050" y="697042"/>
                  </a:lnTo>
                  <a:lnTo>
                    <a:pt x="9084377" y="761758"/>
                  </a:lnTo>
                  <a:lnTo>
                    <a:pt x="9041804" y="829688"/>
                  </a:lnTo>
                  <a:lnTo>
                    <a:pt x="8999247" y="900551"/>
                  </a:lnTo>
                  <a:lnTo>
                    <a:pt x="8956654" y="973991"/>
                  </a:lnTo>
                  <a:lnTo>
                    <a:pt x="8914000" y="1049579"/>
                  </a:lnTo>
                  <a:lnTo>
                    <a:pt x="8871281" y="1126827"/>
                  </a:lnTo>
                  <a:lnTo>
                    <a:pt x="8828510" y="1205197"/>
                  </a:lnTo>
                  <a:lnTo>
                    <a:pt x="8785712" y="1284116"/>
                  </a:lnTo>
                  <a:lnTo>
                    <a:pt x="8742915" y="1362994"/>
                  </a:lnTo>
                  <a:lnTo>
                    <a:pt x="8700150" y="1441244"/>
                  </a:lnTo>
                  <a:lnTo>
                    <a:pt x="8657440" y="1518296"/>
                  </a:lnTo>
                  <a:lnTo>
                    <a:pt x="8614795" y="1593618"/>
                  </a:lnTo>
                  <a:lnTo>
                    <a:pt x="8572209" y="1666729"/>
                  </a:lnTo>
                  <a:lnTo>
                    <a:pt x="8529653" y="1737210"/>
                  </a:lnTo>
                  <a:lnTo>
                    <a:pt x="8487072" y="1804716"/>
                  </a:lnTo>
                  <a:lnTo>
                    <a:pt x="8444377" y="1868974"/>
                  </a:lnTo>
                  <a:lnTo>
                    <a:pt x="8401443" y="1929793"/>
                  </a:lnTo>
                  <a:lnTo>
                    <a:pt x="8358106" y="1987053"/>
                  </a:lnTo>
                  <a:lnTo>
                    <a:pt x="8314150" y="2040711"/>
                  </a:lnTo>
                  <a:lnTo>
                    <a:pt x="8269307" y="2090786"/>
                  </a:lnTo>
                  <a:lnTo>
                    <a:pt x="8229629" y="2131191"/>
                  </a:lnTo>
                  <a:lnTo>
                    <a:pt x="8178489" y="2177979"/>
                  </a:lnTo>
                  <a:lnTo>
                    <a:pt x="8124975" y="2220765"/>
                  </a:lnTo>
                  <a:lnTo>
                    <a:pt x="8068434" y="2259685"/>
                  </a:lnTo>
                  <a:lnTo>
                    <a:pt x="8008145" y="2295008"/>
                  </a:lnTo>
                  <a:lnTo>
                    <a:pt x="7943364" y="2327055"/>
                  </a:lnTo>
                  <a:lnTo>
                    <a:pt x="7873356" y="2356162"/>
                  </a:lnTo>
                  <a:lnTo>
                    <a:pt x="7797449" y="2382644"/>
                  </a:lnTo>
                  <a:lnTo>
                    <a:pt x="7715089" y="2406782"/>
                  </a:lnTo>
                  <a:lnTo>
                    <a:pt x="7625931" y="2428809"/>
                  </a:lnTo>
                  <a:lnTo>
                    <a:pt x="7529942" y="2448907"/>
                  </a:lnTo>
                  <a:lnTo>
                    <a:pt x="7427530" y="2467205"/>
                  </a:lnTo>
                  <a:lnTo>
                    <a:pt x="7319681" y="2483775"/>
                  </a:lnTo>
                  <a:lnTo>
                    <a:pt x="7208082" y="2498643"/>
                  </a:lnTo>
                  <a:lnTo>
                    <a:pt x="7095185" y="2511798"/>
                  </a:lnTo>
                  <a:lnTo>
                    <a:pt x="6984171" y="2523204"/>
                  </a:lnTo>
                  <a:lnTo>
                    <a:pt x="6878759" y="2532828"/>
                  </a:lnTo>
                  <a:lnTo>
                    <a:pt x="6782843" y="2540665"/>
                  </a:lnTo>
                  <a:lnTo>
                    <a:pt x="6699991" y="2546760"/>
                  </a:lnTo>
                  <a:lnTo>
                    <a:pt x="6632886" y="2551229"/>
                  </a:lnTo>
                  <a:lnTo>
                    <a:pt x="6582850" y="2554257"/>
                  </a:lnTo>
                  <a:lnTo>
                    <a:pt x="6549556" y="2556096"/>
                  </a:lnTo>
                  <a:lnTo>
                    <a:pt x="6530983" y="2557034"/>
                  </a:lnTo>
                  <a:lnTo>
                    <a:pt x="6523562" y="2557378"/>
                  </a:lnTo>
                  <a:lnTo>
                    <a:pt x="6522385" y="2557429"/>
                  </a:lnTo>
                  <a:lnTo>
                    <a:pt x="5527445" y="2557429"/>
                  </a:lnTo>
                  <a:lnTo>
                    <a:pt x="5526323" y="2557404"/>
                  </a:lnTo>
                  <a:lnTo>
                    <a:pt x="5518913" y="2557226"/>
                  </a:lnTo>
                  <a:lnTo>
                    <a:pt x="5500128" y="2556734"/>
                  </a:lnTo>
                  <a:lnTo>
                    <a:pt x="5466283" y="2555764"/>
                  </a:lnTo>
                  <a:lnTo>
                    <a:pt x="5415308" y="2554161"/>
                  </a:lnTo>
                  <a:lnTo>
                    <a:pt x="5346904" y="2551791"/>
                  </a:lnTo>
                  <a:lnTo>
                    <a:pt x="5262490" y="2548557"/>
                  </a:lnTo>
                  <a:lnTo>
                    <a:pt x="5164889" y="2544398"/>
                  </a:lnTo>
                  <a:lnTo>
                    <a:pt x="5057820" y="2539291"/>
                  </a:lnTo>
                  <a:lnTo>
                    <a:pt x="4945310" y="2533241"/>
                  </a:lnTo>
                  <a:lnTo>
                    <a:pt x="4831167" y="2526265"/>
                  </a:lnTo>
                  <a:lnTo>
                    <a:pt x="4718619" y="2518383"/>
                  </a:lnTo>
                  <a:lnTo>
                    <a:pt x="4610119" y="2509599"/>
                  </a:lnTo>
                  <a:lnTo>
                    <a:pt x="4507328" y="2499896"/>
                  </a:lnTo>
                  <a:lnTo>
                    <a:pt x="4411184" y="2489232"/>
                  </a:lnTo>
                  <a:lnTo>
                    <a:pt x="4322040" y="2477534"/>
                  </a:lnTo>
                  <a:lnTo>
                    <a:pt x="4239810" y="2464701"/>
                  </a:lnTo>
                  <a:lnTo>
                    <a:pt x="4164096" y="2450603"/>
                  </a:lnTo>
                  <a:lnTo>
                    <a:pt x="4094301" y="2435086"/>
                  </a:lnTo>
                  <a:lnTo>
                    <a:pt x="4029715" y="2417979"/>
                  </a:lnTo>
                  <a:lnTo>
                    <a:pt x="3969573" y="2399103"/>
                  </a:lnTo>
                  <a:lnTo>
                    <a:pt x="3913108" y="2378288"/>
                  </a:lnTo>
                  <a:lnTo>
                    <a:pt x="3859587" y="2355401"/>
                  </a:lnTo>
                  <a:lnTo>
                    <a:pt x="3820202" y="2336449"/>
                  </a:lnTo>
                  <a:lnTo>
                    <a:pt x="3765482" y="2307066"/>
                  </a:lnTo>
                  <a:lnTo>
                    <a:pt x="3712343" y="2275062"/>
                  </a:lnTo>
                  <a:lnTo>
                    <a:pt x="3660262" y="2240388"/>
                  </a:lnTo>
                  <a:lnTo>
                    <a:pt x="3608838" y="2203063"/>
                  </a:lnTo>
                  <a:lnTo>
                    <a:pt x="3557774" y="2163181"/>
                  </a:lnTo>
                  <a:lnTo>
                    <a:pt x="3506857" y="2120913"/>
                  </a:lnTo>
                  <a:lnTo>
                    <a:pt x="3455949" y="2076514"/>
                  </a:lnTo>
                  <a:lnTo>
                    <a:pt x="3404973" y="2030318"/>
                  </a:lnTo>
                  <a:lnTo>
                    <a:pt x="3353904" y="1982731"/>
                  </a:lnTo>
                  <a:lnTo>
                    <a:pt x="3302756" y="1934217"/>
                  </a:lnTo>
                  <a:lnTo>
                    <a:pt x="3251567" y="1885279"/>
                  </a:lnTo>
                  <a:lnTo>
                    <a:pt x="3200387" y="1836439"/>
                  </a:lnTo>
                  <a:lnTo>
                    <a:pt x="3149265" y="1788216"/>
                  </a:lnTo>
                  <a:lnTo>
                    <a:pt x="3098232" y="1741101"/>
                  </a:lnTo>
                  <a:lnTo>
                    <a:pt x="3047287" y="1695537"/>
                  </a:lnTo>
                  <a:lnTo>
                    <a:pt x="2996388" y="1651904"/>
                  </a:lnTo>
                  <a:lnTo>
                    <a:pt x="2945435" y="1610508"/>
                  </a:lnTo>
                  <a:lnTo>
                    <a:pt x="2894265" y="1571571"/>
                  </a:lnTo>
                  <a:lnTo>
                    <a:pt x="2842634" y="1535237"/>
                  </a:lnTo>
                  <a:lnTo>
                    <a:pt x="2790208" y="1501569"/>
                  </a:lnTo>
                  <a:lnTo>
                    <a:pt x="2736543" y="1470559"/>
                  </a:lnTo>
                  <a:lnTo>
                    <a:pt x="2702183" y="1452529"/>
                  </a:lnTo>
                  <a:lnTo>
                    <a:pt x="2650468" y="1428016"/>
                  </a:lnTo>
                  <a:lnTo>
                    <a:pt x="2596318" y="1405623"/>
                  </a:lnTo>
                  <a:lnTo>
                    <a:pt x="2539058" y="1385277"/>
                  </a:lnTo>
                  <a:lnTo>
                    <a:pt x="2477943" y="1366832"/>
                  </a:lnTo>
                  <a:lnTo>
                    <a:pt x="2412202" y="1350114"/>
                  </a:lnTo>
                  <a:lnTo>
                    <a:pt x="2341079" y="1334945"/>
                  </a:lnTo>
                  <a:lnTo>
                    <a:pt x="2263884" y="1321157"/>
                  </a:lnTo>
                  <a:lnTo>
                    <a:pt x="2180057" y="1308601"/>
                  </a:lnTo>
                  <a:lnTo>
                    <a:pt x="2089265" y="1297153"/>
                  </a:lnTo>
                  <a:lnTo>
                    <a:pt x="1991510" y="1286720"/>
                  </a:lnTo>
                  <a:lnTo>
                    <a:pt x="1887270" y="1277236"/>
                  </a:lnTo>
                  <a:lnTo>
                    <a:pt x="1777643" y="1268664"/>
                  </a:lnTo>
                  <a:lnTo>
                    <a:pt x="1664470" y="1260993"/>
                  </a:lnTo>
                  <a:lnTo>
                    <a:pt x="1550395" y="1254233"/>
                  </a:lnTo>
                  <a:lnTo>
                    <a:pt x="1438804" y="1248403"/>
                  </a:lnTo>
                  <a:lnTo>
                    <a:pt x="1333597" y="1243519"/>
                  </a:lnTo>
                  <a:lnTo>
                    <a:pt x="1238780" y="1239580"/>
                  </a:lnTo>
                  <a:lnTo>
                    <a:pt x="1157914" y="1236555"/>
                  </a:lnTo>
                  <a:lnTo>
                    <a:pt x="1093532" y="1234376"/>
                  </a:lnTo>
                  <a:lnTo>
                    <a:pt x="1046670" y="1232935"/>
                  </a:lnTo>
                  <a:lnTo>
                    <a:pt x="1016608" y="1232091"/>
                  </a:lnTo>
                  <a:lnTo>
                    <a:pt x="1000879" y="1231688"/>
                  </a:lnTo>
                  <a:lnTo>
                    <a:pt x="995449" y="1231560"/>
                  </a:lnTo>
                  <a:lnTo>
                    <a:pt x="994940" y="1231549"/>
                  </a:lnTo>
                  <a:lnTo>
                    <a:pt x="0" y="1231549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96" name="pl495"/>
            <p:cNvSpPr/>
            <p:nvPr/>
          </p:nvSpPr>
          <p:spPr>
            <a:xfrm>
              <a:off x="1199187" y="1289031"/>
              <a:ext cx="12049831" cy="2557429"/>
            </a:xfrm>
            <a:custGeom>
              <a:avLst/>
              <a:pathLst>
                <a:path w="12049831" h="2557429">
                  <a:moveTo>
                    <a:pt x="0" y="1231549"/>
                  </a:moveTo>
                  <a:lnTo>
                    <a:pt x="994940" y="1231549"/>
                  </a:lnTo>
                  <a:lnTo>
                    <a:pt x="996062" y="1231574"/>
                  </a:lnTo>
                  <a:lnTo>
                    <a:pt x="1003472" y="1231752"/>
                  </a:lnTo>
                  <a:lnTo>
                    <a:pt x="1022257" y="1232244"/>
                  </a:lnTo>
                  <a:lnTo>
                    <a:pt x="1056102" y="1233214"/>
                  </a:lnTo>
                  <a:lnTo>
                    <a:pt x="1107077" y="1234817"/>
                  </a:lnTo>
                  <a:lnTo>
                    <a:pt x="1175481" y="1237186"/>
                  </a:lnTo>
                  <a:lnTo>
                    <a:pt x="1259895" y="1240421"/>
                  </a:lnTo>
                  <a:lnTo>
                    <a:pt x="1357496" y="1244580"/>
                  </a:lnTo>
                  <a:lnTo>
                    <a:pt x="1464565" y="1249687"/>
                  </a:lnTo>
                  <a:lnTo>
                    <a:pt x="1577075" y="1255737"/>
                  </a:lnTo>
                  <a:lnTo>
                    <a:pt x="1691218" y="1262712"/>
                  </a:lnTo>
                  <a:lnTo>
                    <a:pt x="1803766" y="1270594"/>
                  </a:lnTo>
                  <a:lnTo>
                    <a:pt x="1912266" y="1279378"/>
                  </a:lnTo>
                  <a:lnTo>
                    <a:pt x="2015057" y="1289081"/>
                  </a:lnTo>
                  <a:lnTo>
                    <a:pt x="2111201" y="1299745"/>
                  </a:lnTo>
                  <a:lnTo>
                    <a:pt x="2200345" y="1311443"/>
                  </a:lnTo>
                  <a:lnTo>
                    <a:pt x="2282575" y="1324277"/>
                  </a:lnTo>
                  <a:lnTo>
                    <a:pt x="2358289" y="1338375"/>
                  </a:lnTo>
                  <a:lnTo>
                    <a:pt x="2428084" y="1353891"/>
                  </a:lnTo>
                  <a:lnTo>
                    <a:pt x="2492670" y="1370998"/>
                  </a:lnTo>
                  <a:lnTo>
                    <a:pt x="2552812" y="1389874"/>
                  </a:lnTo>
                  <a:lnTo>
                    <a:pt x="2609277" y="1410690"/>
                  </a:lnTo>
                  <a:lnTo>
                    <a:pt x="2662798" y="1433576"/>
                  </a:lnTo>
                  <a:lnTo>
                    <a:pt x="2702183" y="1452529"/>
                  </a:lnTo>
                  <a:lnTo>
                    <a:pt x="2756903" y="1481911"/>
                  </a:lnTo>
                  <a:lnTo>
                    <a:pt x="2810042" y="1513916"/>
                  </a:lnTo>
                  <a:lnTo>
                    <a:pt x="2862123" y="1548589"/>
                  </a:lnTo>
                  <a:lnTo>
                    <a:pt x="2913547" y="1585914"/>
                  </a:lnTo>
                  <a:lnTo>
                    <a:pt x="2964611" y="1625797"/>
                  </a:lnTo>
                  <a:lnTo>
                    <a:pt x="3015528" y="1668065"/>
                  </a:lnTo>
                  <a:lnTo>
                    <a:pt x="3066436" y="1712464"/>
                  </a:lnTo>
                  <a:lnTo>
                    <a:pt x="3117412" y="1758659"/>
                  </a:lnTo>
                  <a:lnTo>
                    <a:pt x="3168481" y="1806246"/>
                  </a:lnTo>
                  <a:lnTo>
                    <a:pt x="3219629" y="1854761"/>
                  </a:lnTo>
                  <a:lnTo>
                    <a:pt x="3270818" y="1903699"/>
                  </a:lnTo>
                  <a:lnTo>
                    <a:pt x="3321998" y="1952538"/>
                  </a:lnTo>
                  <a:lnTo>
                    <a:pt x="3373120" y="2000761"/>
                  </a:lnTo>
                  <a:lnTo>
                    <a:pt x="3424153" y="2047876"/>
                  </a:lnTo>
                  <a:lnTo>
                    <a:pt x="3475098" y="2093440"/>
                  </a:lnTo>
                  <a:lnTo>
                    <a:pt x="3525997" y="2137073"/>
                  </a:lnTo>
                  <a:lnTo>
                    <a:pt x="3576950" y="2178470"/>
                  </a:lnTo>
                  <a:lnTo>
                    <a:pt x="3628120" y="2217406"/>
                  </a:lnTo>
                  <a:lnTo>
                    <a:pt x="3679751" y="2253741"/>
                  </a:lnTo>
                  <a:lnTo>
                    <a:pt x="3732177" y="2287409"/>
                  </a:lnTo>
                  <a:lnTo>
                    <a:pt x="3785842" y="2318419"/>
                  </a:lnTo>
                  <a:lnTo>
                    <a:pt x="3820202" y="2336449"/>
                  </a:lnTo>
                  <a:lnTo>
                    <a:pt x="3871917" y="2360962"/>
                  </a:lnTo>
                  <a:lnTo>
                    <a:pt x="3926067" y="2383354"/>
                  </a:lnTo>
                  <a:lnTo>
                    <a:pt x="3983327" y="2403701"/>
                  </a:lnTo>
                  <a:lnTo>
                    <a:pt x="4044442" y="2422146"/>
                  </a:lnTo>
                  <a:lnTo>
                    <a:pt x="4110183" y="2438863"/>
                  </a:lnTo>
                  <a:lnTo>
                    <a:pt x="4181306" y="2454032"/>
                  </a:lnTo>
                  <a:lnTo>
                    <a:pt x="4258501" y="2467820"/>
                  </a:lnTo>
                  <a:lnTo>
                    <a:pt x="4342328" y="2480377"/>
                  </a:lnTo>
                  <a:lnTo>
                    <a:pt x="4433120" y="2491824"/>
                  </a:lnTo>
                  <a:lnTo>
                    <a:pt x="4530875" y="2502257"/>
                  </a:lnTo>
                  <a:lnTo>
                    <a:pt x="4635115" y="2511742"/>
                  </a:lnTo>
                  <a:lnTo>
                    <a:pt x="4744742" y="2520314"/>
                  </a:lnTo>
                  <a:lnTo>
                    <a:pt x="4857915" y="2527984"/>
                  </a:lnTo>
                  <a:lnTo>
                    <a:pt x="4971990" y="2534744"/>
                  </a:lnTo>
                  <a:lnTo>
                    <a:pt x="5083581" y="2540574"/>
                  </a:lnTo>
                  <a:lnTo>
                    <a:pt x="5188788" y="2545458"/>
                  </a:lnTo>
                  <a:lnTo>
                    <a:pt x="5283605" y="2549397"/>
                  </a:lnTo>
                  <a:lnTo>
                    <a:pt x="5364471" y="2552422"/>
                  </a:lnTo>
                  <a:lnTo>
                    <a:pt x="5428853" y="2554601"/>
                  </a:lnTo>
                  <a:lnTo>
                    <a:pt x="5475715" y="2556043"/>
                  </a:lnTo>
                  <a:lnTo>
                    <a:pt x="5505777" y="2556886"/>
                  </a:lnTo>
                  <a:lnTo>
                    <a:pt x="5521506" y="2557290"/>
                  </a:lnTo>
                  <a:lnTo>
                    <a:pt x="5526936" y="2557418"/>
                  </a:lnTo>
                  <a:lnTo>
                    <a:pt x="5527445" y="2557429"/>
                  </a:lnTo>
                  <a:lnTo>
                    <a:pt x="6522385" y="2557429"/>
                  </a:lnTo>
                  <a:lnTo>
                    <a:pt x="6523472" y="2557382"/>
                  </a:lnTo>
                  <a:lnTo>
                    <a:pt x="6530651" y="2557050"/>
                  </a:lnTo>
                  <a:lnTo>
                    <a:pt x="6548866" y="2556132"/>
                  </a:lnTo>
                  <a:lnTo>
                    <a:pt x="6581723" y="2554322"/>
                  </a:lnTo>
                  <a:lnTo>
                    <a:pt x="6631289" y="2551329"/>
                  </a:lnTo>
                  <a:lnTo>
                    <a:pt x="6697938" y="2546903"/>
                  </a:lnTo>
                  <a:lnTo>
                    <a:pt x="6780391" y="2540854"/>
                  </a:lnTo>
                  <a:lnTo>
                    <a:pt x="6875994" y="2533066"/>
                  </a:lnTo>
                  <a:lnTo>
                    <a:pt x="6981198" y="2523490"/>
                  </a:lnTo>
                  <a:lnTo>
                    <a:pt x="7092110" y="2512133"/>
                  </a:lnTo>
                  <a:lnTo>
                    <a:pt x="7205001" y="2499026"/>
                  </a:lnTo>
                  <a:lnTo>
                    <a:pt x="7316672" y="2484204"/>
                  </a:lnTo>
                  <a:lnTo>
                    <a:pt x="7424650" y="2467680"/>
                  </a:lnTo>
                  <a:lnTo>
                    <a:pt x="7527226" y="2449431"/>
                  </a:lnTo>
                  <a:lnTo>
                    <a:pt x="7623399" y="2429383"/>
                  </a:lnTo>
                  <a:lnTo>
                    <a:pt x="7712744" y="2407411"/>
                  </a:lnTo>
                  <a:lnTo>
                    <a:pt x="7795286" y="2383334"/>
                  </a:lnTo>
                  <a:lnTo>
                    <a:pt x="7871364" y="2356919"/>
                  </a:lnTo>
                  <a:lnTo>
                    <a:pt x="7941524" y="2327888"/>
                  </a:lnTo>
                  <a:lnTo>
                    <a:pt x="8006438" y="2295925"/>
                  </a:lnTo>
                  <a:lnTo>
                    <a:pt x="8066839" y="2260697"/>
                  </a:lnTo>
                  <a:lnTo>
                    <a:pt x="8123474" y="2221879"/>
                  </a:lnTo>
                  <a:lnTo>
                    <a:pt x="8177061" y="2179201"/>
                  </a:lnTo>
                  <a:lnTo>
                    <a:pt x="8228258" y="2132522"/>
                  </a:lnTo>
                  <a:lnTo>
                    <a:pt x="8229629" y="2131191"/>
                  </a:lnTo>
                  <a:lnTo>
                    <a:pt x="8275504" y="2084147"/>
                  </a:lnTo>
                  <a:lnTo>
                    <a:pt x="8320207" y="2033586"/>
                  </a:lnTo>
                  <a:lnTo>
                    <a:pt x="8364063" y="1979435"/>
                  </a:lnTo>
                  <a:lnTo>
                    <a:pt x="8407334" y="1921684"/>
                  </a:lnTo>
                  <a:lnTo>
                    <a:pt x="8450226" y="1860386"/>
                  </a:lnTo>
                  <a:lnTo>
                    <a:pt x="8492899" y="1795671"/>
                  </a:lnTo>
                  <a:lnTo>
                    <a:pt x="8535473" y="1727741"/>
                  </a:lnTo>
                  <a:lnTo>
                    <a:pt x="8578030" y="1656877"/>
                  </a:lnTo>
                  <a:lnTo>
                    <a:pt x="8620623" y="1583438"/>
                  </a:lnTo>
                  <a:lnTo>
                    <a:pt x="8663277" y="1507849"/>
                  </a:lnTo>
                  <a:lnTo>
                    <a:pt x="8705996" y="1430601"/>
                  </a:lnTo>
                  <a:lnTo>
                    <a:pt x="8748766" y="1352231"/>
                  </a:lnTo>
                  <a:lnTo>
                    <a:pt x="8791565" y="1273313"/>
                  </a:lnTo>
                  <a:lnTo>
                    <a:pt x="8834361" y="1194434"/>
                  </a:lnTo>
                  <a:lnTo>
                    <a:pt x="8877126" y="1116185"/>
                  </a:lnTo>
                  <a:lnTo>
                    <a:pt x="8919837" y="1039133"/>
                  </a:lnTo>
                  <a:lnTo>
                    <a:pt x="8962482" y="963810"/>
                  </a:lnTo>
                  <a:lnTo>
                    <a:pt x="9005068" y="890700"/>
                  </a:lnTo>
                  <a:lnTo>
                    <a:pt x="9047623" y="820218"/>
                  </a:lnTo>
                  <a:lnTo>
                    <a:pt x="9090205" y="752713"/>
                  </a:lnTo>
                  <a:lnTo>
                    <a:pt x="9132900" y="688454"/>
                  </a:lnTo>
                  <a:lnTo>
                    <a:pt x="9175833" y="627636"/>
                  </a:lnTo>
                  <a:lnTo>
                    <a:pt x="9219171" y="570375"/>
                  </a:lnTo>
                  <a:lnTo>
                    <a:pt x="9263127" y="516717"/>
                  </a:lnTo>
                  <a:lnTo>
                    <a:pt x="9307969" y="466642"/>
                  </a:lnTo>
                  <a:lnTo>
                    <a:pt x="9347647" y="426238"/>
                  </a:lnTo>
                  <a:lnTo>
                    <a:pt x="9398787" y="379449"/>
                  </a:lnTo>
                  <a:lnTo>
                    <a:pt x="9452301" y="336663"/>
                  </a:lnTo>
                  <a:lnTo>
                    <a:pt x="9508843" y="297743"/>
                  </a:lnTo>
                  <a:lnTo>
                    <a:pt x="9569132" y="262421"/>
                  </a:lnTo>
                  <a:lnTo>
                    <a:pt x="9633913" y="230373"/>
                  </a:lnTo>
                  <a:lnTo>
                    <a:pt x="9703920" y="201266"/>
                  </a:lnTo>
                  <a:lnTo>
                    <a:pt x="9779828" y="174784"/>
                  </a:lnTo>
                  <a:lnTo>
                    <a:pt x="9862187" y="150646"/>
                  </a:lnTo>
                  <a:lnTo>
                    <a:pt x="9951345" y="128619"/>
                  </a:lnTo>
                  <a:lnTo>
                    <a:pt x="10047334" y="108521"/>
                  </a:lnTo>
                  <a:lnTo>
                    <a:pt x="10149746" y="90224"/>
                  </a:lnTo>
                  <a:lnTo>
                    <a:pt x="10257595" y="73654"/>
                  </a:lnTo>
                  <a:lnTo>
                    <a:pt x="10369195" y="58785"/>
                  </a:lnTo>
                  <a:lnTo>
                    <a:pt x="10482092" y="45631"/>
                  </a:lnTo>
                  <a:lnTo>
                    <a:pt x="10593106" y="34225"/>
                  </a:lnTo>
                  <a:lnTo>
                    <a:pt x="10698518" y="24600"/>
                  </a:lnTo>
                  <a:lnTo>
                    <a:pt x="10794434" y="16764"/>
                  </a:lnTo>
                  <a:lnTo>
                    <a:pt x="10877286" y="10668"/>
                  </a:lnTo>
                  <a:lnTo>
                    <a:pt x="10944391" y="6200"/>
                  </a:lnTo>
                  <a:lnTo>
                    <a:pt x="10994427" y="3171"/>
                  </a:lnTo>
                  <a:lnTo>
                    <a:pt x="11027721" y="1333"/>
                  </a:lnTo>
                  <a:lnTo>
                    <a:pt x="11046294" y="394"/>
                  </a:lnTo>
                  <a:lnTo>
                    <a:pt x="11053714" y="50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7" name="pl496"/>
            <p:cNvSpPr/>
            <p:nvPr/>
          </p:nvSpPr>
          <p:spPr>
            <a:xfrm>
              <a:off x="1199187" y="1283790"/>
              <a:ext cx="12049831" cy="2557429"/>
            </a:xfrm>
            <a:custGeom>
              <a:avLst/>
              <a:pathLst>
                <a:path w="12049831" h="2557429">
                  <a:moveTo>
                    <a:pt x="12049831" y="0"/>
                  </a:moveTo>
                  <a:lnTo>
                    <a:pt x="11054891" y="0"/>
                  </a:lnTo>
                  <a:lnTo>
                    <a:pt x="11053804" y="46"/>
                  </a:lnTo>
                  <a:lnTo>
                    <a:pt x="11046625" y="379"/>
                  </a:lnTo>
                  <a:lnTo>
                    <a:pt x="11028411" y="1297"/>
                  </a:lnTo>
                  <a:lnTo>
                    <a:pt x="10995554" y="3106"/>
                  </a:lnTo>
                  <a:lnTo>
                    <a:pt x="10945987" y="6099"/>
                  </a:lnTo>
                  <a:lnTo>
                    <a:pt x="10879338" y="10525"/>
                  </a:lnTo>
                  <a:lnTo>
                    <a:pt x="10796886" y="16574"/>
                  </a:lnTo>
                  <a:lnTo>
                    <a:pt x="10701282" y="24363"/>
                  </a:lnTo>
                  <a:lnTo>
                    <a:pt x="10596078" y="33938"/>
                  </a:lnTo>
                  <a:lnTo>
                    <a:pt x="10485166" y="45296"/>
                  </a:lnTo>
                  <a:lnTo>
                    <a:pt x="10372275" y="58403"/>
                  </a:lnTo>
                  <a:lnTo>
                    <a:pt x="10260604" y="73225"/>
                  </a:lnTo>
                  <a:lnTo>
                    <a:pt x="10152627" y="89748"/>
                  </a:lnTo>
                  <a:lnTo>
                    <a:pt x="10050050" y="107998"/>
                  </a:lnTo>
                  <a:lnTo>
                    <a:pt x="9953878" y="128045"/>
                  </a:lnTo>
                  <a:lnTo>
                    <a:pt x="9864532" y="150017"/>
                  </a:lnTo>
                  <a:lnTo>
                    <a:pt x="9781990" y="174095"/>
                  </a:lnTo>
                  <a:lnTo>
                    <a:pt x="9705913" y="200509"/>
                  </a:lnTo>
                  <a:lnTo>
                    <a:pt x="9635753" y="229541"/>
                  </a:lnTo>
                  <a:lnTo>
                    <a:pt x="9570839" y="261503"/>
                  </a:lnTo>
                  <a:lnTo>
                    <a:pt x="9510437" y="296732"/>
                  </a:lnTo>
                  <a:lnTo>
                    <a:pt x="9453803" y="335550"/>
                  </a:lnTo>
                  <a:lnTo>
                    <a:pt x="9400215" y="378227"/>
                  </a:lnTo>
                  <a:lnTo>
                    <a:pt x="9349018" y="424906"/>
                  </a:lnTo>
                  <a:lnTo>
                    <a:pt x="9347647" y="426238"/>
                  </a:lnTo>
                  <a:lnTo>
                    <a:pt x="9301773" y="473281"/>
                  </a:lnTo>
                  <a:lnTo>
                    <a:pt x="9257070" y="523842"/>
                  </a:lnTo>
                  <a:lnTo>
                    <a:pt x="9213213" y="577993"/>
                  </a:lnTo>
                  <a:lnTo>
                    <a:pt x="9169942" y="635745"/>
                  </a:lnTo>
                  <a:lnTo>
                    <a:pt x="9127050" y="697042"/>
                  </a:lnTo>
                  <a:lnTo>
                    <a:pt x="9084377" y="761758"/>
                  </a:lnTo>
                  <a:lnTo>
                    <a:pt x="9041804" y="829688"/>
                  </a:lnTo>
                  <a:lnTo>
                    <a:pt x="8999247" y="900551"/>
                  </a:lnTo>
                  <a:lnTo>
                    <a:pt x="8956654" y="973991"/>
                  </a:lnTo>
                  <a:lnTo>
                    <a:pt x="8914000" y="1049579"/>
                  </a:lnTo>
                  <a:lnTo>
                    <a:pt x="8871281" y="1126827"/>
                  </a:lnTo>
                  <a:lnTo>
                    <a:pt x="8828510" y="1205197"/>
                  </a:lnTo>
                  <a:lnTo>
                    <a:pt x="8785712" y="1284116"/>
                  </a:lnTo>
                  <a:lnTo>
                    <a:pt x="8742915" y="1362994"/>
                  </a:lnTo>
                  <a:lnTo>
                    <a:pt x="8700150" y="1441244"/>
                  </a:lnTo>
                  <a:lnTo>
                    <a:pt x="8657440" y="1518296"/>
                  </a:lnTo>
                  <a:lnTo>
                    <a:pt x="8614795" y="1593618"/>
                  </a:lnTo>
                  <a:lnTo>
                    <a:pt x="8572209" y="1666729"/>
                  </a:lnTo>
                  <a:lnTo>
                    <a:pt x="8529653" y="1737210"/>
                  </a:lnTo>
                  <a:lnTo>
                    <a:pt x="8487072" y="1804716"/>
                  </a:lnTo>
                  <a:lnTo>
                    <a:pt x="8444377" y="1868974"/>
                  </a:lnTo>
                  <a:lnTo>
                    <a:pt x="8401443" y="1929793"/>
                  </a:lnTo>
                  <a:lnTo>
                    <a:pt x="8358106" y="1987053"/>
                  </a:lnTo>
                  <a:lnTo>
                    <a:pt x="8314150" y="2040711"/>
                  </a:lnTo>
                  <a:lnTo>
                    <a:pt x="8269307" y="2090786"/>
                  </a:lnTo>
                  <a:lnTo>
                    <a:pt x="8229629" y="2131191"/>
                  </a:lnTo>
                  <a:lnTo>
                    <a:pt x="8178489" y="2177979"/>
                  </a:lnTo>
                  <a:lnTo>
                    <a:pt x="8124975" y="2220765"/>
                  </a:lnTo>
                  <a:lnTo>
                    <a:pt x="8068434" y="2259685"/>
                  </a:lnTo>
                  <a:lnTo>
                    <a:pt x="8008145" y="2295008"/>
                  </a:lnTo>
                  <a:lnTo>
                    <a:pt x="7943364" y="2327055"/>
                  </a:lnTo>
                  <a:lnTo>
                    <a:pt x="7873356" y="2356162"/>
                  </a:lnTo>
                  <a:lnTo>
                    <a:pt x="7797449" y="2382644"/>
                  </a:lnTo>
                  <a:lnTo>
                    <a:pt x="7715089" y="2406782"/>
                  </a:lnTo>
                  <a:lnTo>
                    <a:pt x="7625931" y="2428809"/>
                  </a:lnTo>
                  <a:lnTo>
                    <a:pt x="7529942" y="2448907"/>
                  </a:lnTo>
                  <a:lnTo>
                    <a:pt x="7427530" y="2467205"/>
                  </a:lnTo>
                  <a:lnTo>
                    <a:pt x="7319681" y="2483775"/>
                  </a:lnTo>
                  <a:lnTo>
                    <a:pt x="7208082" y="2498643"/>
                  </a:lnTo>
                  <a:lnTo>
                    <a:pt x="7095185" y="2511798"/>
                  </a:lnTo>
                  <a:lnTo>
                    <a:pt x="6984171" y="2523204"/>
                  </a:lnTo>
                  <a:lnTo>
                    <a:pt x="6878759" y="2532828"/>
                  </a:lnTo>
                  <a:lnTo>
                    <a:pt x="6782843" y="2540665"/>
                  </a:lnTo>
                  <a:lnTo>
                    <a:pt x="6699991" y="2546760"/>
                  </a:lnTo>
                  <a:lnTo>
                    <a:pt x="6632886" y="2551229"/>
                  </a:lnTo>
                  <a:lnTo>
                    <a:pt x="6582850" y="2554257"/>
                  </a:lnTo>
                  <a:lnTo>
                    <a:pt x="6549556" y="2556096"/>
                  </a:lnTo>
                  <a:lnTo>
                    <a:pt x="6530983" y="2557034"/>
                  </a:lnTo>
                  <a:lnTo>
                    <a:pt x="6523562" y="2557378"/>
                  </a:lnTo>
                  <a:lnTo>
                    <a:pt x="6522386" y="2557429"/>
                  </a:lnTo>
                  <a:lnTo>
                    <a:pt x="6522385" y="2557429"/>
                  </a:lnTo>
                  <a:lnTo>
                    <a:pt x="5527445" y="2557429"/>
                  </a:lnTo>
                  <a:lnTo>
                    <a:pt x="5526323" y="2557404"/>
                  </a:lnTo>
                  <a:lnTo>
                    <a:pt x="5518913" y="2557226"/>
                  </a:lnTo>
                  <a:lnTo>
                    <a:pt x="5500128" y="2556734"/>
                  </a:lnTo>
                  <a:lnTo>
                    <a:pt x="5466283" y="2555764"/>
                  </a:lnTo>
                  <a:lnTo>
                    <a:pt x="5415308" y="2554161"/>
                  </a:lnTo>
                  <a:lnTo>
                    <a:pt x="5346904" y="2551791"/>
                  </a:lnTo>
                  <a:lnTo>
                    <a:pt x="5262490" y="2548557"/>
                  </a:lnTo>
                  <a:lnTo>
                    <a:pt x="5164889" y="2544398"/>
                  </a:lnTo>
                  <a:lnTo>
                    <a:pt x="5057820" y="2539291"/>
                  </a:lnTo>
                  <a:lnTo>
                    <a:pt x="4945310" y="2533241"/>
                  </a:lnTo>
                  <a:lnTo>
                    <a:pt x="4831167" y="2526265"/>
                  </a:lnTo>
                  <a:lnTo>
                    <a:pt x="4718619" y="2518383"/>
                  </a:lnTo>
                  <a:lnTo>
                    <a:pt x="4610119" y="2509599"/>
                  </a:lnTo>
                  <a:lnTo>
                    <a:pt x="4507328" y="2499896"/>
                  </a:lnTo>
                  <a:lnTo>
                    <a:pt x="4411184" y="2489232"/>
                  </a:lnTo>
                  <a:lnTo>
                    <a:pt x="4322040" y="2477534"/>
                  </a:lnTo>
                  <a:lnTo>
                    <a:pt x="4239810" y="2464701"/>
                  </a:lnTo>
                  <a:lnTo>
                    <a:pt x="4164096" y="2450603"/>
                  </a:lnTo>
                  <a:lnTo>
                    <a:pt x="4094301" y="2435086"/>
                  </a:lnTo>
                  <a:lnTo>
                    <a:pt x="4029715" y="2417979"/>
                  </a:lnTo>
                  <a:lnTo>
                    <a:pt x="3969573" y="2399103"/>
                  </a:lnTo>
                  <a:lnTo>
                    <a:pt x="3913108" y="2378288"/>
                  </a:lnTo>
                  <a:lnTo>
                    <a:pt x="3859587" y="2355401"/>
                  </a:lnTo>
                  <a:lnTo>
                    <a:pt x="3820202" y="2336449"/>
                  </a:lnTo>
                  <a:lnTo>
                    <a:pt x="3765482" y="2307066"/>
                  </a:lnTo>
                  <a:lnTo>
                    <a:pt x="3712343" y="2275062"/>
                  </a:lnTo>
                  <a:lnTo>
                    <a:pt x="3660262" y="2240388"/>
                  </a:lnTo>
                  <a:lnTo>
                    <a:pt x="3608838" y="2203063"/>
                  </a:lnTo>
                  <a:lnTo>
                    <a:pt x="3557774" y="2163181"/>
                  </a:lnTo>
                  <a:lnTo>
                    <a:pt x="3506857" y="2120913"/>
                  </a:lnTo>
                  <a:lnTo>
                    <a:pt x="3455949" y="2076514"/>
                  </a:lnTo>
                  <a:lnTo>
                    <a:pt x="3404973" y="2030318"/>
                  </a:lnTo>
                  <a:lnTo>
                    <a:pt x="3353904" y="1982731"/>
                  </a:lnTo>
                  <a:lnTo>
                    <a:pt x="3302756" y="1934217"/>
                  </a:lnTo>
                  <a:lnTo>
                    <a:pt x="3251567" y="1885279"/>
                  </a:lnTo>
                  <a:lnTo>
                    <a:pt x="3200387" y="1836439"/>
                  </a:lnTo>
                  <a:lnTo>
                    <a:pt x="3149265" y="1788216"/>
                  </a:lnTo>
                  <a:lnTo>
                    <a:pt x="3098232" y="1741101"/>
                  </a:lnTo>
                  <a:lnTo>
                    <a:pt x="3047287" y="1695537"/>
                  </a:lnTo>
                  <a:lnTo>
                    <a:pt x="2996388" y="1651904"/>
                  </a:lnTo>
                  <a:lnTo>
                    <a:pt x="2945435" y="1610508"/>
                  </a:lnTo>
                  <a:lnTo>
                    <a:pt x="2894265" y="1571571"/>
                  </a:lnTo>
                  <a:lnTo>
                    <a:pt x="2842634" y="1535237"/>
                  </a:lnTo>
                  <a:lnTo>
                    <a:pt x="2790208" y="1501569"/>
                  </a:lnTo>
                  <a:lnTo>
                    <a:pt x="2736543" y="1470559"/>
                  </a:lnTo>
                  <a:lnTo>
                    <a:pt x="2702183" y="1452529"/>
                  </a:lnTo>
                  <a:lnTo>
                    <a:pt x="2650468" y="1428016"/>
                  </a:lnTo>
                  <a:lnTo>
                    <a:pt x="2596318" y="1405623"/>
                  </a:lnTo>
                  <a:lnTo>
                    <a:pt x="2539058" y="1385277"/>
                  </a:lnTo>
                  <a:lnTo>
                    <a:pt x="2477943" y="1366832"/>
                  </a:lnTo>
                  <a:lnTo>
                    <a:pt x="2412202" y="1350114"/>
                  </a:lnTo>
                  <a:lnTo>
                    <a:pt x="2341079" y="1334945"/>
                  </a:lnTo>
                  <a:lnTo>
                    <a:pt x="2263884" y="1321157"/>
                  </a:lnTo>
                  <a:lnTo>
                    <a:pt x="2180057" y="1308601"/>
                  </a:lnTo>
                  <a:lnTo>
                    <a:pt x="2089265" y="1297153"/>
                  </a:lnTo>
                  <a:lnTo>
                    <a:pt x="1991510" y="1286720"/>
                  </a:lnTo>
                  <a:lnTo>
                    <a:pt x="1887270" y="1277236"/>
                  </a:lnTo>
                  <a:lnTo>
                    <a:pt x="1777643" y="1268664"/>
                  </a:lnTo>
                  <a:lnTo>
                    <a:pt x="1664470" y="1260993"/>
                  </a:lnTo>
                  <a:lnTo>
                    <a:pt x="1550395" y="1254233"/>
                  </a:lnTo>
                  <a:lnTo>
                    <a:pt x="1438804" y="1248403"/>
                  </a:lnTo>
                  <a:lnTo>
                    <a:pt x="1333597" y="1243519"/>
                  </a:lnTo>
                  <a:lnTo>
                    <a:pt x="1238780" y="1239580"/>
                  </a:lnTo>
                  <a:lnTo>
                    <a:pt x="1157914" y="1236555"/>
                  </a:lnTo>
                  <a:lnTo>
                    <a:pt x="1093532" y="1234376"/>
                  </a:lnTo>
                  <a:lnTo>
                    <a:pt x="1046670" y="1232935"/>
                  </a:lnTo>
                  <a:lnTo>
                    <a:pt x="1016608" y="1232091"/>
                  </a:lnTo>
                  <a:lnTo>
                    <a:pt x="1000879" y="1231688"/>
                  </a:lnTo>
                  <a:lnTo>
                    <a:pt x="995449" y="1231560"/>
                  </a:lnTo>
                  <a:lnTo>
                    <a:pt x="994940" y="1231549"/>
                  </a:lnTo>
                  <a:lnTo>
                    <a:pt x="0" y="1231549"/>
                  </a:lnTo>
                  <a:lnTo>
                    <a:pt x="0" y="12315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8" name="pg497"/>
            <p:cNvSpPr/>
            <p:nvPr/>
          </p:nvSpPr>
          <p:spPr>
            <a:xfrm>
              <a:off x="1199187" y="1456731"/>
              <a:ext cx="12049831" cy="2400210"/>
            </a:xfrm>
            <a:custGeom>
              <a:avLst/>
              <a:pathLst>
                <a:path w="12049831" h="2400210">
                  <a:moveTo>
                    <a:pt x="0" y="1069089"/>
                  </a:moveTo>
                  <a:lnTo>
                    <a:pt x="994940" y="1069089"/>
                  </a:lnTo>
                  <a:lnTo>
                    <a:pt x="996062" y="1069114"/>
                  </a:lnTo>
                  <a:lnTo>
                    <a:pt x="1003472" y="1069293"/>
                  </a:lnTo>
                  <a:lnTo>
                    <a:pt x="1022254" y="1069787"/>
                  </a:lnTo>
                  <a:lnTo>
                    <a:pt x="1056096" y="1070760"/>
                  </a:lnTo>
                  <a:lnTo>
                    <a:pt x="1107067" y="1072370"/>
                  </a:lnTo>
                  <a:lnTo>
                    <a:pt x="1175466" y="1074748"/>
                  </a:lnTo>
                  <a:lnTo>
                    <a:pt x="1259874" y="1077995"/>
                  </a:lnTo>
                  <a:lnTo>
                    <a:pt x="1357469" y="1082170"/>
                  </a:lnTo>
                  <a:lnTo>
                    <a:pt x="1464532" y="1087297"/>
                  </a:lnTo>
                  <a:lnTo>
                    <a:pt x="1577038" y="1093371"/>
                  </a:lnTo>
                  <a:lnTo>
                    <a:pt x="1691177" y="1100373"/>
                  </a:lnTo>
                  <a:lnTo>
                    <a:pt x="1803723" y="1108286"/>
                  </a:lnTo>
                  <a:lnTo>
                    <a:pt x="1912221" y="1117104"/>
                  </a:lnTo>
                  <a:lnTo>
                    <a:pt x="2015012" y="1126844"/>
                  </a:lnTo>
                  <a:lnTo>
                    <a:pt x="2111156" y="1137550"/>
                  </a:lnTo>
                  <a:lnTo>
                    <a:pt x="2200300" y="1149293"/>
                  </a:lnTo>
                  <a:lnTo>
                    <a:pt x="2282531" y="1162176"/>
                  </a:lnTo>
                  <a:lnTo>
                    <a:pt x="2358247" y="1176329"/>
                  </a:lnTo>
                  <a:lnTo>
                    <a:pt x="2428042" y="1191905"/>
                  </a:lnTo>
                  <a:lnTo>
                    <a:pt x="2492630" y="1209078"/>
                  </a:lnTo>
                  <a:lnTo>
                    <a:pt x="2552772" y="1228027"/>
                  </a:lnTo>
                  <a:lnTo>
                    <a:pt x="2609238" y="1248922"/>
                  </a:lnTo>
                  <a:lnTo>
                    <a:pt x="2662759" y="1271897"/>
                  </a:lnTo>
                  <a:lnTo>
                    <a:pt x="2702183" y="1290942"/>
                  </a:lnTo>
                  <a:lnTo>
                    <a:pt x="2756862" y="1320418"/>
                  </a:lnTo>
                  <a:lnTo>
                    <a:pt x="2809962" y="1352521"/>
                  </a:lnTo>
                  <a:lnTo>
                    <a:pt x="2862005" y="1387300"/>
                  </a:lnTo>
                  <a:lnTo>
                    <a:pt x="2913391" y="1424737"/>
                  </a:lnTo>
                  <a:lnTo>
                    <a:pt x="2964418" y="1464738"/>
                  </a:lnTo>
                  <a:lnTo>
                    <a:pt x="3015296" y="1507132"/>
                  </a:lnTo>
                  <a:lnTo>
                    <a:pt x="3066165" y="1551663"/>
                  </a:lnTo>
                  <a:lnTo>
                    <a:pt x="3117102" y="1597997"/>
                  </a:lnTo>
                  <a:lnTo>
                    <a:pt x="3168131" y="1645728"/>
                  </a:lnTo>
                  <a:lnTo>
                    <a:pt x="3219240" y="1694392"/>
                  </a:lnTo>
                  <a:lnTo>
                    <a:pt x="3270390" y="1743485"/>
                  </a:lnTo>
                  <a:lnTo>
                    <a:pt x="3321531" y="1792483"/>
                  </a:lnTo>
                  <a:lnTo>
                    <a:pt x="3372615" y="1840868"/>
                  </a:lnTo>
                  <a:lnTo>
                    <a:pt x="3423610" y="1888147"/>
                  </a:lnTo>
                  <a:lnTo>
                    <a:pt x="3474517" y="1933876"/>
                  </a:lnTo>
                  <a:lnTo>
                    <a:pt x="3525378" y="1977673"/>
                  </a:lnTo>
                  <a:lnTo>
                    <a:pt x="3576290" y="2019231"/>
                  </a:lnTo>
                  <a:lnTo>
                    <a:pt x="3627417" y="2058326"/>
                  </a:lnTo>
                  <a:lnTo>
                    <a:pt x="3679000" y="2094813"/>
                  </a:lnTo>
                  <a:lnTo>
                    <a:pt x="3731372" y="2128629"/>
                  </a:lnTo>
                  <a:lnTo>
                    <a:pt x="3784972" y="2159779"/>
                  </a:lnTo>
                  <a:lnTo>
                    <a:pt x="3820202" y="2178356"/>
                  </a:lnTo>
                  <a:lnTo>
                    <a:pt x="3871916" y="2202966"/>
                  </a:lnTo>
                  <a:lnTo>
                    <a:pt x="3926063" y="2225446"/>
                  </a:lnTo>
                  <a:lnTo>
                    <a:pt x="3983321" y="2245872"/>
                  </a:lnTo>
                  <a:lnTo>
                    <a:pt x="4044434" y="2264390"/>
                  </a:lnTo>
                  <a:lnTo>
                    <a:pt x="4110172" y="2281173"/>
                  </a:lnTo>
                  <a:lnTo>
                    <a:pt x="4181291" y="2296401"/>
                  </a:lnTo>
                  <a:lnTo>
                    <a:pt x="4258483" y="2310244"/>
                  </a:lnTo>
                  <a:lnTo>
                    <a:pt x="4342305" y="2322850"/>
                  </a:lnTo>
                  <a:lnTo>
                    <a:pt x="4433092" y="2334342"/>
                  </a:lnTo>
                  <a:lnTo>
                    <a:pt x="4530842" y="2344817"/>
                  </a:lnTo>
                  <a:lnTo>
                    <a:pt x="4635076" y="2354339"/>
                  </a:lnTo>
                  <a:lnTo>
                    <a:pt x="4744698" y="2362945"/>
                  </a:lnTo>
                  <a:lnTo>
                    <a:pt x="4857866" y="2370646"/>
                  </a:lnTo>
                  <a:lnTo>
                    <a:pt x="4971938" y="2377432"/>
                  </a:lnTo>
                  <a:lnTo>
                    <a:pt x="5083528" y="2383286"/>
                  </a:lnTo>
                  <a:lnTo>
                    <a:pt x="5188735" y="2388190"/>
                  </a:lnTo>
                  <a:lnTo>
                    <a:pt x="5283556" y="2392145"/>
                  </a:lnTo>
                  <a:lnTo>
                    <a:pt x="5364428" y="2395182"/>
                  </a:lnTo>
                  <a:lnTo>
                    <a:pt x="5428818" y="2397370"/>
                  </a:lnTo>
                  <a:lnTo>
                    <a:pt x="5475690" y="2398817"/>
                  </a:lnTo>
                  <a:lnTo>
                    <a:pt x="5505761" y="2399664"/>
                  </a:lnTo>
                  <a:lnTo>
                    <a:pt x="5521499" y="2400070"/>
                  </a:lnTo>
                  <a:lnTo>
                    <a:pt x="5526934" y="2400199"/>
                  </a:lnTo>
                  <a:lnTo>
                    <a:pt x="5527445" y="2400210"/>
                  </a:lnTo>
                  <a:lnTo>
                    <a:pt x="6522385" y="2400210"/>
                  </a:lnTo>
                  <a:lnTo>
                    <a:pt x="6523478" y="2400166"/>
                  </a:lnTo>
                  <a:lnTo>
                    <a:pt x="6530695" y="2399853"/>
                  </a:lnTo>
                  <a:lnTo>
                    <a:pt x="6549002" y="2398988"/>
                  </a:lnTo>
                  <a:lnTo>
                    <a:pt x="6582021" y="2397284"/>
                  </a:lnTo>
                  <a:lnTo>
                    <a:pt x="6631817" y="2394467"/>
                  </a:lnTo>
                  <a:lnTo>
                    <a:pt x="6698754" y="2390300"/>
                  </a:lnTo>
                  <a:lnTo>
                    <a:pt x="6781528" y="2384606"/>
                  </a:lnTo>
                  <a:lnTo>
                    <a:pt x="6877461" y="2377276"/>
                  </a:lnTo>
                  <a:lnTo>
                    <a:pt x="6982973" y="2368267"/>
                  </a:lnTo>
                  <a:lnTo>
                    <a:pt x="7094150" y="2357583"/>
                  </a:lnTo>
                  <a:lnTo>
                    <a:pt x="7207249" y="2345255"/>
                  </a:lnTo>
                  <a:lnTo>
                    <a:pt x="7319068" y="2331316"/>
                  </a:lnTo>
                  <a:lnTo>
                    <a:pt x="7427134" y="2315778"/>
                  </a:lnTo>
                  <a:lnTo>
                    <a:pt x="7529749" y="2298617"/>
                  </a:lnTo>
                  <a:lnTo>
                    <a:pt x="7625919" y="2279763"/>
                  </a:lnTo>
                  <a:lnTo>
                    <a:pt x="7715233" y="2259097"/>
                  </a:lnTo>
                  <a:lnTo>
                    <a:pt x="7797725" y="2236446"/>
                  </a:lnTo>
                  <a:lnTo>
                    <a:pt x="7873743" y="2211591"/>
                  </a:lnTo>
                  <a:lnTo>
                    <a:pt x="7943842" y="2184267"/>
                  </a:lnTo>
                  <a:lnTo>
                    <a:pt x="8008702" y="2154177"/>
                  </a:lnTo>
                  <a:lnTo>
                    <a:pt x="8069060" y="2121007"/>
                  </a:lnTo>
                  <a:lnTo>
                    <a:pt x="8125665" y="2084452"/>
                  </a:lnTo>
                  <a:lnTo>
                    <a:pt x="8179239" y="2044262"/>
                  </a:lnTo>
                  <a:lnTo>
                    <a:pt x="8229629" y="2001048"/>
                  </a:lnTo>
                  <a:lnTo>
                    <a:pt x="8276532" y="1955954"/>
                  </a:lnTo>
                  <a:lnTo>
                    <a:pt x="8322218" y="1907411"/>
                  </a:lnTo>
                  <a:lnTo>
                    <a:pt x="8367031" y="1855350"/>
                  </a:lnTo>
                  <a:lnTo>
                    <a:pt x="8411249" y="1799764"/>
                  </a:lnTo>
                  <a:lnTo>
                    <a:pt x="8455087" y="1740713"/>
                  </a:lnTo>
                  <a:lnTo>
                    <a:pt x="8498712" y="1678334"/>
                  </a:lnTo>
                  <a:lnTo>
                    <a:pt x="8542247" y="1612839"/>
                  </a:lnTo>
                  <a:lnTo>
                    <a:pt x="8585775" y="1544521"/>
                  </a:lnTo>
                  <a:lnTo>
                    <a:pt x="8629348" y="1473752"/>
                  </a:lnTo>
                  <a:lnTo>
                    <a:pt x="8672986" y="1400972"/>
                  </a:lnTo>
                  <a:lnTo>
                    <a:pt x="8716691" y="1326681"/>
                  </a:lnTo>
                  <a:lnTo>
                    <a:pt x="8760445" y="1251431"/>
                  </a:lnTo>
                  <a:lnTo>
                    <a:pt x="8804219" y="1175799"/>
                  </a:lnTo>
                  <a:lnTo>
                    <a:pt x="8847982" y="1100378"/>
                  </a:lnTo>
                  <a:lnTo>
                    <a:pt x="8891703" y="1025753"/>
                  </a:lnTo>
                  <a:lnTo>
                    <a:pt x="8935362" y="952483"/>
                  </a:lnTo>
                  <a:lnTo>
                    <a:pt x="8978952" y="881086"/>
                  </a:lnTo>
                  <a:lnTo>
                    <a:pt x="9022489" y="812021"/>
                  </a:lnTo>
                  <a:lnTo>
                    <a:pt x="9066015" y="745680"/>
                  </a:lnTo>
                  <a:lnTo>
                    <a:pt x="9109604" y="682377"/>
                  </a:lnTo>
                  <a:lnTo>
                    <a:pt x="9153366" y="622350"/>
                  </a:lnTo>
                  <a:lnTo>
                    <a:pt x="9197454" y="565756"/>
                  </a:lnTo>
                  <a:lnTo>
                    <a:pt x="9242070" y="512678"/>
                  </a:lnTo>
                  <a:lnTo>
                    <a:pt x="9287473" y="463126"/>
                  </a:lnTo>
                  <a:lnTo>
                    <a:pt x="9333985" y="417048"/>
                  </a:lnTo>
                  <a:lnTo>
                    <a:pt x="9347647" y="404402"/>
                  </a:lnTo>
                  <a:lnTo>
                    <a:pt x="9398882" y="360509"/>
                  </a:lnTo>
                  <a:lnTo>
                    <a:pt x="9452500" y="320379"/>
                  </a:lnTo>
                  <a:lnTo>
                    <a:pt x="9509160" y="283881"/>
                  </a:lnTo>
                  <a:lnTo>
                    <a:pt x="9569584" y="250763"/>
                  </a:lnTo>
                  <a:lnTo>
                    <a:pt x="9634523" y="220721"/>
                  </a:lnTo>
                  <a:lnTo>
                    <a:pt x="9704713" y="193439"/>
                  </a:lnTo>
                  <a:lnTo>
                    <a:pt x="9780831" y="168622"/>
                  </a:lnTo>
                  <a:lnTo>
                    <a:pt x="9863431" y="146004"/>
                  </a:lnTo>
                  <a:lnTo>
                    <a:pt x="9952857" y="125368"/>
                  </a:lnTo>
                  <a:lnTo>
                    <a:pt x="10049135" y="106543"/>
                  </a:lnTo>
                  <a:lnTo>
                    <a:pt x="10151848" y="89408"/>
                  </a:lnTo>
                  <a:lnTo>
                    <a:pt x="10259990" y="73896"/>
                  </a:lnTo>
                  <a:lnTo>
                    <a:pt x="10371851" y="59983"/>
                  </a:lnTo>
                  <a:lnTo>
                    <a:pt x="10484947" y="47681"/>
                  </a:lnTo>
                  <a:lnTo>
                    <a:pt x="10596064" y="37024"/>
                  </a:lnTo>
                  <a:lnTo>
                    <a:pt x="10701452" y="28042"/>
                  </a:lnTo>
                  <a:lnTo>
                    <a:pt x="10797198" y="20739"/>
                  </a:lnTo>
                  <a:lnTo>
                    <a:pt x="10879735" y="15071"/>
                  </a:lnTo>
                  <a:lnTo>
                    <a:pt x="10946401" y="10928"/>
                  </a:lnTo>
                  <a:lnTo>
                    <a:pt x="10995919" y="8130"/>
                  </a:lnTo>
                  <a:lnTo>
                    <a:pt x="11028679" y="6442"/>
                  </a:lnTo>
                  <a:lnTo>
                    <a:pt x="11046775" y="5588"/>
                  </a:lnTo>
                  <a:lnTo>
                    <a:pt x="11053850" y="528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8" y="43"/>
                  </a:lnTo>
                  <a:lnTo>
                    <a:pt x="11046582" y="356"/>
                  </a:lnTo>
                  <a:lnTo>
                    <a:pt x="11028274" y="1221"/>
                  </a:lnTo>
                  <a:lnTo>
                    <a:pt x="10995256" y="2925"/>
                  </a:lnTo>
                  <a:lnTo>
                    <a:pt x="10945459" y="5743"/>
                  </a:lnTo>
                  <a:lnTo>
                    <a:pt x="10878523" y="9910"/>
                  </a:lnTo>
                  <a:lnTo>
                    <a:pt x="10795748" y="15604"/>
                  </a:lnTo>
                  <a:lnTo>
                    <a:pt x="10699816" y="22933"/>
                  </a:lnTo>
                  <a:lnTo>
                    <a:pt x="10594304" y="31942"/>
                  </a:lnTo>
                  <a:lnTo>
                    <a:pt x="10483127" y="42626"/>
                  </a:lnTo>
                  <a:lnTo>
                    <a:pt x="10370027" y="54954"/>
                  </a:lnTo>
                  <a:lnTo>
                    <a:pt x="10258209" y="68893"/>
                  </a:lnTo>
                  <a:lnTo>
                    <a:pt x="10150142" y="84431"/>
                  </a:lnTo>
                  <a:lnTo>
                    <a:pt x="10047527" y="101592"/>
                  </a:lnTo>
                  <a:lnTo>
                    <a:pt x="9951357" y="120446"/>
                  </a:lnTo>
                  <a:lnTo>
                    <a:pt x="9862043" y="141113"/>
                  </a:lnTo>
                  <a:lnTo>
                    <a:pt x="9779552" y="163764"/>
                  </a:lnTo>
                  <a:lnTo>
                    <a:pt x="9703534" y="188619"/>
                  </a:lnTo>
                  <a:lnTo>
                    <a:pt x="9633434" y="215943"/>
                  </a:lnTo>
                  <a:lnTo>
                    <a:pt x="9568574" y="246032"/>
                  </a:lnTo>
                  <a:lnTo>
                    <a:pt x="9508217" y="279202"/>
                  </a:lnTo>
                  <a:lnTo>
                    <a:pt x="9451612" y="315757"/>
                  </a:lnTo>
                  <a:lnTo>
                    <a:pt x="9398037" y="355948"/>
                  </a:lnTo>
                  <a:lnTo>
                    <a:pt x="9347647" y="399161"/>
                  </a:lnTo>
                  <a:lnTo>
                    <a:pt x="9300745" y="444256"/>
                  </a:lnTo>
                  <a:lnTo>
                    <a:pt x="9255059" y="492799"/>
                  </a:lnTo>
                  <a:lnTo>
                    <a:pt x="9210245" y="544859"/>
                  </a:lnTo>
                  <a:lnTo>
                    <a:pt x="9166028" y="600445"/>
                  </a:lnTo>
                  <a:lnTo>
                    <a:pt x="9122189" y="659496"/>
                  </a:lnTo>
                  <a:lnTo>
                    <a:pt x="9078564" y="721876"/>
                  </a:lnTo>
                  <a:lnTo>
                    <a:pt x="9035029" y="787371"/>
                  </a:lnTo>
                  <a:lnTo>
                    <a:pt x="8991501" y="855688"/>
                  </a:lnTo>
                  <a:lnTo>
                    <a:pt x="8947929" y="926457"/>
                  </a:lnTo>
                  <a:lnTo>
                    <a:pt x="8904290" y="999238"/>
                  </a:lnTo>
                  <a:lnTo>
                    <a:pt x="8860585" y="1073528"/>
                  </a:lnTo>
                  <a:lnTo>
                    <a:pt x="8816832" y="1148779"/>
                  </a:lnTo>
                  <a:lnTo>
                    <a:pt x="8773057" y="1224411"/>
                  </a:lnTo>
                  <a:lnTo>
                    <a:pt x="8729294" y="1299832"/>
                  </a:lnTo>
                  <a:lnTo>
                    <a:pt x="8685573" y="1374457"/>
                  </a:lnTo>
                  <a:lnTo>
                    <a:pt x="8641914" y="1447726"/>
                  </a:lnTo>
                  <a:lnTo>
                    <a:pt x="8598324" y="1519123"/>
                  </a:lnTo>
                  <a:lnTo>
                    <a:pt x="8554787" y="1588188"/>
                  </a:lnTo>
                  <a:lnTo>
                    <a:pt x="8511261" y="1654530"/>
                  </a:lnTo>
                  <a:lnTo>
                    <a:pt x="8467673" y="1717832"/>
                  </a:lnTo>
                  <a:lnTo>
                    <a:pt x="8423911" y="1777860"/>
                  </a:lnTo>
                  <a:lnTo>
                    <a:pt x="8379823" y="1834453"/>
                  </a:lnTo>
                  <a:lnTo>
                    <a:pt x="8335206" y="1887532"/>
                  </a:lnTo>
                  <a:lnTo>
                    <a:pt x="8289804" y="1937084"/>
                  </a:lnTo>
                  <a:lnTo>
                    <a:pt x="8243292" y="1983162"/>
                  </a:lnTo>
                  <a:lnTo>
                    <a:pt x="8229629" y="1995808"/>
                  </a:lnTo>
                  <a:lnTo>
                    <a:pt x="8178395" y="2039700"/>
                  </a:lnTo>
                  <a:lnTo>
                    <a:pt x="8124776" y="2079830"/>
                  </a:lnTo>
                  <a:lnTo>
                    <a:pt x="8068117" y="2116328"/>
                  </a:lnTo>
                  <a:lnTo>
                    <a:pt x="8007692" y="2149446"/>
                  </a:lnTo>
                  <a:lnTo>
                    <a:pt x="7942754" y="2179489"/>
                  </a:lnTo>
                  <a:lnTo>
                    <a:pt x="7872564" y="2206770"/>
                  </a:lnTo>
                  <a:lnTo>
                    <a:pt x="7796445" y="2231588"/>
                  </a:lnTo>
                  <a:lnTo>
                    <a:pt x="7713845" y="2254205"/>
                  </a:lnTo>
                  <a:lnTo>
                    <a:pt x="7624420" y="2274841"/>
                  </a:lnTo>
                  <a:lnTo>
                    <a:pt x="7528141" y="2293667"/>
                  </a:lnTo>
                  <a:lnTo>
                    <a:pt x="7425429" y="2310801"/>
                  </a:lnTo>
                  <a:lnTo>
                    <a:pt x="7317286" y="2326314"/>
                  </a:lnTo>
                  <a:lnTo>
                    <a:pt x="7205425" y="2340227"/>
                  </a:lnTo>
                  <a:lnTo>
                    <a:pt x="7092329" y="2352528"/>
                  </a:lnTo>
                  <a:lnTo>
                    <a:pt x="6981213" y="2363185"/>
                  </a:lnTo>
                  <a:lnTo>
                    <a:pt x="6875825" y="2372167"/>
                  </a:lnTo>
                  <a:lnTo>
                    <a:pt x="6780078" y="2379470"/>
                  </a:lnTo>
                  <a:lnTo>
                    <a:pt x="6697541" y="2385138"/>
                  </a:lnTo>
                  <a:lnTo>
                    <a:pt x="6630875" y="2389282"/>
                  </a:lnTo>
                  <a:lnTo>
                    <a:pt x="6581357" y="2392079"/>
                  </a:lnTo>
                  <a:lnTo>
                    <a:pt x="6548598" y="2393768"/>
                  </a:lnTo>
                  <a:lnTo>
                    <a:pt x="6530502" y="2394621"/>
                  </a:lnTo>
                  <a:lnTo>
                    <a:pt x="6523427" y="2394927"/>
                  </a:lnTo>
                  <a:lnTo>
                    <a:pt x="6522385" y="2394969"/>
                  </a:lnTo>
                  <a:lnTo>
                    <a:pt x="5527445" y="2394969"/>
                  </a:lnTo>
                  <a:lnTo>
                    <a:pt x="5526323" y="2394944"/>
                  </a:lnTo>
                  <a:lnTo>
                    <a:pt x="5518913" y="2394765"/>
                  </a:lnTo>
                  <a:lnTo>
                    <a:pt x="5500131" y="2394271"/>
                  </a:lnTo>
                  <a:lnTo>
                    <a:pt x="5466289" y="2393298"/>
                  </a:lnTo>
                  <a:lnTo>
                    <a:pt x="5415318" y="2391688"/>
                  </a:lnTo>
                  <a:lnTo>
                    <a:pt x="5346919" y="2389310"/>
                  </a:lnTo>
                  <a:lnTo>
                    <a:pt x="5262511" y="2386063"/>
                  </a:lnTo>
                  <a:lnTo>
                    <a:pt x="5164916" y="2381888"/>
                  </a:lnTo>
                  <a:lnTo>
                    <a:pt x="5057853" y="2376761"/>
                  </a:lnTo>
                  <a:lnTo>
                    <a:pt x="4945347" y="2370687"/>
                  </a:lnTo>
                  <a:lnTo>
                    <a:pt x="4831208" y="2363685"/>
                  </a:lnTo>
                  <a:lnTo>
                    <a:pt x="4718662" y="2355773"/>
                  </a:lnTo>
                  <a:lnTo>
                    <a:pt x="4610164" y="2346954"/>
                  </a:lnTo>
                  <a:lnTo>
                    <a:pt x="4507373" y="2337214"/>
                  </a:lnTo>
                  <a:lnTo>
                    <a:pt x="4411229" y="2326508"/>
                  </a:lnTo>
                  <a:lnTo>
                    <a:pt x="4322085" y="2314765"/>
                  </a:lnTo>
                  <a:lnTo>
                    <a:pt x="4239854" y="2301882"/>
                  </a:lnTo>
                  <a:lnTo>
                    <a:pt x="4164138" y="2287729"/>
                  </a:lnTo>
                  <a:lnTo>
                    <a:pt x="4094343" y="2272153"/>
                  </a:lnTo>
                  <a:lnTo>
                    <a:pt x="4029755" y="2254980"/>
                  </a:lnTo>
                  <a:lnTo>
                    <a:pt x="3969613" y="2236031"/>
                  </a:lnTo>
                  <a:lnTo>
                    <a:pt x="3913147" y="2215136"/>
                  </a:lnTo>
                  <a:lnTo>
                    <a:pt x="3859626" y="2192161"/>
                  </a:lnTo>
                  <a:lnTo>
                    <a:pt x="3820202" y="2173116"/>
                  </a:lnTo>
                  <a:lnTo>
                    <a:pt x="3765523" y="2143640"/>
                  </a:lnTo>
                  <a:lnTo>
                    <a:pt x="3712423" y="2111537"/>
                  </a:lnTo>
                  <a:lnTo>
                    <a:pt x="3660380" y="2076758"/>
                  </a:lnTo>
                  <a:lnTo>
                    <a:pt x="3608994" y="2039321"/>
                  </a:lnTo>
                  <a:lnTo>
                    <a:pt x="3557967" y="1999320"/>
                  </a:lnTo>
                  <a:lnTo>
                    <a:pt x="3507089" y="1956926"/>
                  </a:lnTo>
                  <a:lnTo>
                    <a:pt x="3456220" y="1912395"/>
                  </a:lnTo>
                  <a:lnTo>
                    <a:pt x="3405283" y="1866062"/>
                  </a:lnTo>
                  <a:lnTo>
                    <a:pt x="3354254" y="1818331"/>
                  </a:lnTo>
                  <a:lnTo>
                    <a:pt x="3303145" y="1769666"/>
                  </a:lnTo>
                  <a:lnTo>
                    <a:pt x="3251995" y="1720573"/>
                  </a:lnTo>
                  <a:lnTo>
                    <a:pt x="3200854" y="1671575"/>
                  </a:lnTo>
                  <a:lnTo>
                    <a:pt x="3149770" y="1623190"/>
                  </a:lnTo>
                  <a:lnTo>
                    <a:pt x="3098775" y="1575911"/>
                  </a:lnTo>
                  <a:lnTo>
                    <a:pt x="3047868" y="1530182"/>
                  </a:lnTo>
                  <a:lnTo>
                    <a:pt x="2997007" y="1486385"/>
                  </a:lnTo>
                  <a:lnTo>
                    <a:pt x="2946095" y="1444827"/>
                  </a:lnTo>
                  <a:lnTo>
                    <a:pt x="2894968" y="1405732"/>
                  </a:lnTo>
                  <a:lnTo>
                    <a:pt x="2843385" y="1369245"/>
                  </a:lnTo>
                  <a:lnTo>
                    <a:pt x="2791013" y="1335429"/>
                  </a:lnTo>
                  <a:lnTo>
                    <a:pt x="2737413" y="1304280"/>
                  </a:lnTo>
                  <a:lnTo>
                    <a:pt x="2702183" y="1285702"/>
                  </a:lnTo>
                  <a:lnTo>
                    <a:pt x="2650469" y="1261093"/>
                  </a:lnTo>
                  <a:lnTo>
                    <a:pt x="2596322" y="1238613"/>
                  </a:lnTo>
                  <a:lnTo>
                    <a:pt x="2539064" y="1218186"/>
                  </a:lnTo>
                  <a:lnTo>
                    <a:pt x="2477951" y="1199669"/>
                  </a:lnTo>
                  <a:lnTo>
                    <a:pt x="2412213" y="1182885"/>
                  </a:lnTo>
                  <a:lnTo>
                    <a:pt x="2341094" y="1167657"/>
                  </a:lnTo>
                  <a:lnTo>
                    <a:pt x="2263902" y="1153814"/>
                  </a:lnTo>
                  <a:lnTo>
                    <a:pt x="2180080" y="1141208"/>
                  </a:lnTo>
                  <a:lnTo>
                    <a:pt x="2089293" y="1129716"/>
                  </a:lnTo>
                  <a:lnTo>
                    <a:pt x="1991543" y="1119241"/>
                  </a:lnTo>
                  <a:lnTo>
                    <a:pt x="1887309" y="1109719"/>
                  </a:lnTo>
                  <a:lnTo>
                    <a:pt x="1777687" y="1101113"/>
                  </a:lnTo>
                  <a:lnTo>
                    <a:pt x="1664519" y="1093412"/>
                  </a:lnTo>
                  <a:lnTo>
                    <a:pt x="1550447" y="1086626"/>
                  </a:lnTo>
                  <a:lnTo>
                    <a:pt x="1438857" y="1080772"/>
                  </a:lnTo>
                  <a:lnTo>
                    <a:pt x="1333650" y="1075868"/>
                  </a:lnTo>
                  <a:lnTo>
                    <a:pt x="1238829" y="1071913"/>
                  </a:lnTo>
                  <a:lnTo>
                    <a:pt x="1157956" y="1068876"/>
                  </a:lnTo>
                  <a:lnTo>
                    <a:pt x="1093567" y="1066688"/>
                  </a:lnTo>
                  <a:lnTo>
                    <a:pt x="1046695" y="1065241"/>
                  </a:lnTo>
                  <a:lnTo>
                    <a:pt x="1016624" y="1064394"/>
                  </a:lnTo>
                  <a:lnTo>
                    <a:pt x="1000886" y="1063988"/>
                  </a:lnTo>
                  <a:lnTo>
                    <a:pt x="995451" y="1063859"/>
                  </a:lnTo>
                  <a:lnTo>
                    <a:pt x="994940" y="1063848"/>
                  </a:lnTo>
                  <a:lnTo>
                    <a:pt x="0" y="1063848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499" name="pl498"/>
            <p:cNvSpPr/>
            <p:nvPr/>
          </p:nvSpPr>
          <p:spPr>
            <a:xfrm>
              <a:off x="1199187" y="1461972"/>
              <a:ext cx="12049831" cy="2394969"/>
            </a:xfrm>
            <a:custGeom>
              <a:avLst/>
              <a:pathLst>
                <a:path w="12049831" h="2394969">
                  <a:moveTo>
                    <a:pt x="0" y="1063848"/>
                  </a:moveTo>
                  <a:lnTo>
                    <a:pt x="994940" y="1063848"/>
                  </a:lnTo>
                  <a:lnTo>
                    <a:pt x="996062" y="1063873"/>
                  </a:lnTo>
                  <a:lnTo>
                    <a:pt x="1003472" y="1064052"/>
                  </a:lnTo>
                  <a:lnTo>
                    <a:pt x="1022254" y="1064546"/>
                  </a:lnTo>
                  <a:lnTo>
                    <a:pt x="1056096" y="1065520"/>
                  </a:lnTo>
                  <a:lnTo>
                    <a:pt x="1107067" y="1067129"/>
                  </a:lnTo>
                  <a:lnTo>
                    <a:pt x="1175466" y="1069508"/>
                  </a:lnTo>
                  <a:lnTo>
                    <a:pt x="1259874" y="1072754"/>
                  </a:lnTo>
                  <a:lnTo>
                    <a:pt x="1357469" y="1076930"/>
                  </a:lnTo>
                  <a:lnTo>
                    <a:pt x="1464532" y="1082057"/>
                  </a:lnTo>
                  <a:lnTo>
                    <a:pt x="1577038" y="1088130"/>
                  </a:lnTo>
                  <a:lnTo>
                    <a:pt x="1691177" y="1095132"/>
                  </a:lnTo>
                  <a:lnTo>
                    <a:pt x="1803723" y="1103045"/>
                  </a:lnTo>
                  <a:lnTo>
                    <a:pt x="1912221" y="1111863"/>
                  </a:lnTo>
                  <a:lnTo>
                    <a:pt x="2015012" y="1121604"/>
                  </a:lnTo>
                  <a:lnTo>
                    <a:pt x="2111156" y="1132309"/>
                  </a:lnTo>
                  <a:lnTo>
                    <a:pt x="2200300" y="1144052"/>
                  </a:lnTo>
                  <a:lnTo>
                    <a:pt x="2282531" y="1156936"/>
                  </a:lnTo>
                  <a:lnTo>
                    <a:pt x="2358247" y="1171088"/>
                  </a:lnTo>
                  <a:lnTo>
                    <a:pt x="2428042" y="1186665"/>
                  </a:lnTo>
                  <a:lnTo>
                    <a:pt x="2492630" y="1203837"/>
                  </a:lnTo>
                  <a:lnTo>
                    <a:pt x="2552772" y="1222786"/>
                  </a:lnTo>
                  <a:lnTo>
                    <a:pt x="2609238" y="1243682"/>
                  </a:lnTo>
                  <a:lnTo>
                    <a:pt x="2662759" y="1266657"/>
                  </a:lnTo>
                  <a:lnTo>
                    <a:pt x="2702183" y="1285702"/>
                  </a:lnTo>
                  <a:lnTo>
                    <a:pt x="2756862" y="1315177"/>
                  </a:lnTo>
                  <a:lnTo>
                    <a:pt x="2809962" y="1347281"/>
                  </a:lnTo>
                  <a:lnTo>
                    <a:pt x="2862005" y="1382060"/>
                  </a:lnTo>
                  <a:lnTo>
                    <a:pt x="2913391" y="1419496"/>
                  </a:lnTo>
                  <a:lnTo>
                    <a:pt x="2964418" y="1459498"/>
                  </a:lnTo>
                  <a:lnTo>
                    <a:pt x="3015296" y="1501891"/>
                  </a:lnTo>
                  <a:lnTo>
                    <a:pt x="3066165" y="1546422"/>
                  </a:lnTo>
                  <a:lnTo>
                    <a:pt x="3117102" y="1592756"/>
                  </a:lnTo>
                  <a:lnTo>
                    <a:pt x="3168131" y="1640487"/>
                  </a:lnTo>
                  <a:lnTo>
                    <a:pt x="3219240" y="1689151"/>
                  </a:lnTo>
                  <a:lnTo>
                    <a:pt x="3270390" y="1738244"/>
                  </a:lnTo>
                  <a:lnTo>
                    <a:pt x="3321531" y="1787243"/>
                  </a:lnTo>
                  <a:lnTo>
                    <a:pt x="3372615" y="1835628"/>
                  </a:lnTo>
                  <a:lnTo>
                    <a:pt x="3423610" y="1882907"/>
                  </a:lnTo>
                  <a:lnTo>
                    <a:pt x="3474517" y="1928635"/>
                  </a:lnTo>
                  <a:lnTo>
                    <a:pt x="3525378" y="1972432"/>
                  </a:lnTo>
                  <a:lnTo>
                    <a:pt x="3576290" y="2013991"/>
                  </a:lnTo>
                  <a:lnTo>
                    <a:pt x="3627417" y="2053085"/>
                  </a:lnTo>
                  <a:lnTo>
                    <a:pt x="3679000" y="2089573"/>
                  </a:lnTo>
                  <a:lnTo>
                    <a:pt x="3731372" y="2123388"/>
                  </a:lnTo>
                  <a:lnTo>
                    <a:pt x="3784972" y="2154538"/>
                  </a:lnTo>
                  <a:lnTo>
                    <a:pt x="3820202" y="2173116"/>
                  </a:lnTo>
                  <a:lnTo>
                    <a:pt x="3871916" y="2197725"/>
                  </a:lnTo>
                  <a:lnTo>
                    <a:pt x="3926063" y="2220205"/>
                  </a:lnTo>
                  <a:lnTo>
                    <a:pt x="3983321" y="2240631"/>
                  </a:lnTo>
                  <a:lnTo>
                    <a:pt x="4044434" y="2259149"/>
                  </a:lnTo>
                  <a:lnTo>
                    <a:pt x="4110172" y="2275932"/>
                  </a:lnTo>
                  <a:lnTo>
                    <a:pt x="4181291" y="2291161"/>
                  </a:lnTo>
                  <a:lnTo>
                    <a:pt x="4258483" y="2305004"/>
                  </a:lnTo>
                  <a:lnTo>
                    <a:pt x="4342305" y="2317609"/>
                  </a:lnTo>
                  <a:lnTo>
                    <a:pt x="4433092" y="2329102"/>
                  </a:lnTo>
                  <a:lnTo>
                    <a:pt x="4530842" y="2339576"/>
                  </a:lnTo>
                  <a:lnTo>
                    <a:pt x="4635076" y="2349098"/>
                  </a:lnTo>
                  <a:lnTo>
                    <a:pt x="4744698" y="2357704"/>
                  </a:lnTo>
                  <a:lnTo>
                    <a:pt x="4857866" y="2365405"/>
                  </a:lnTo>
                  <a:lnTo>
                    <a:pt x="4971938" y="2372192"/>
                  </a:lnTo>
                  <a:lnTo>
                    <a:pt x="5083528" y="2378045"/>
                  </a:lnTo>
                  <a:lnTo>
                    <a:pt x="5188735" y="2382949"/>
                  </a:lnTo>
                  <a:lnTo>
                    <a:pt x="5283556" y="2386904"/>
                  </a:lnTo>
                  <a:lnTo>
                    <a:pt x="5364428" y="2389941"/>
                  </a:lnTo>
                  <a:lnTo>
                    <a:pt x="5428818" y="2392129"/>
                  </a:lnTo>
                  <a:lnTo>
                    <a:pt x="5475690" y="2393577"/>
                  </a:lnTo>
                  <a:lnTo>
                    <a:pt x="5505761" y="2394424"/>
                  </a:lnTo>
                  <a:lnTo>
                    <a:pt x="5521499" y="2394829"/>
                  </a:lnTo>
                  <a:lnTo>
                    <a:pt x="5526934" y="2394958"/>
                  </a:lnTo>
                  <a:lnTo>
                    <a:pt x="5527445" y="2394969"/>
                  </a:lnTo>
                  <a:lnTo>
                    <a:pt x="6522385" y="2394969"/>
                  </a:lnTo>
                  <a:lnTo>
                    <a:pt x="6523478" y="2394925"/>
                  </a:lnTo>
                  <a:lnTo>
                    <a:pt x="6530695" y="2394612"/>
                  </a:lnTo>
                  <a:lnTo>
                    <a:pt x="6549002" y="2393748"/>
                  </a:lnTo>
                  <a:lnTo>
                    <a:pt x="6582021" y="2392044"/>
                  </a:lnTo>
                  <a:lnTo>
                    <a:pt x="6631817" y="2389226"/>
                  </a:lnTo>
                  <a:lnTo>
                    <a:pt x="6698754" y="2385059"/>
                  </a:lnTo>
                  <a:lnTo>
                    <a:pt x="6781528" y="2379365"/>
                  </a:lnTo>
                  <a:lnTo>
                    <a:pt x="6877461" y="2372036"/>
                  </a:lnTo>
                  <a:lnTo>
                    <a:pt x="6982973" y="2363027"/>
                  </a:lnTo>
                  <a:lnTo>
                    <a:pt x="7094150" y="2352343"/>
                  </a:lnTo>
                  <a:lnTo>
                    <a:pt x="7207249" y="2340015"/>
                  </a:lnTo>
                  <a:lnTo>
                    <a:pt x="7319068" y="2326076"/>
                  </a:lnTo>
                  <a:lnTo>
                    <a:pt x="7427134" y="2310538"/>
                  </a:lnTo>
                  <a:lnTo>
                    <a:pt x="7529749" y="2293376"/>
                  </a:lnTo>
                  <a:lnTo>
                    <a:pt x="7625919" y="2274523"/>
                  </a:lnTo>
                  <a:lnTo>
                    <a:pt x="7715233" y="2253856"/>
                  </a:lnTo>
                  <a:lnTo>
                    <a:pt x="7797725" y="2231205"/>
                  </a:lnTo>
                  <a:lnTo>
                    <a:pt x="7873743" y="2206350"/>
                  </a:lnTo>
                  <a:lnTo>
                    <a:pt x="7943842" y="2179026"/>
                  </a:lnTo>
                  <a:lnTo>
                    <a:pt x="8008702" y="2148937"/>
                  </a:lnTo>
                  <a:lnTo>
                    <a:pt x="8069060" y="2115767"/>
                  </a:lnTo>
                  <a:lnTo>
                    <a:pt x="8125665" y="2079212"/>
                  </a:lnTo>
                  <a:lnTo>
                    <a:pt x="8179239" y="2039021"/>
                  </a:lnTo>
                  <a:lnTo>
                    <a:pt x="8229629" y="1995808"/>
                  </a:lnTo>
                  <a:lnTo>
                    <a:pt x="8276532" y="1950713"/>
                  </a:lnTo>
                  <a:lnTo>
                    <a:pt x="8322218" y="1902170"/>
                  </a:lnTo>
                  <a:lnTo>
                    <a:pt x="8367031" y="1850109"/>
                  </a:lnTo>
                  <a:lnTo>
                    <a:pt x="8411249" y="1794523"/>
                  </a:lnTo>
                  <a:lnTo>
                    <a:pt x="8455087" y="1735473"/>
                  </a:lnTo>
                  <a:lnTo>
                    <a:pt x="8498712" y="1673093"/>
                  </a:lnTo>
                  <a:lnTo>
                    <a:pt x="8542247" y="1607598"/>
                  </a:lnTo>
                  <a:lnTo>
                    <a:pt x="8585775" y="1539281"/>
                  </a:lnTo>
                  <a:lnTo>
                    <a:pt x="8629348" y="1468512"/>
                  </a:lnTo>
                  <a:lnTo>
                    <a:pt x="8672986" y="1395731"/>
                  </a:lnTo>
                  <a:lnTo>
                    <a:pt x="8716691" y="1321441"/>
                  </a:lnTo>
                  <a:lnTo>
                    <a:pt x="8760445" y="1246190"/>
                  </a:lnTo>
                  <a:lnTo>
                    <a:pt x="8804219" y="1170558"/>
                  </a:lnTo>
                  <a:lnTo>
                    <a:pt x="8847982" y="1095137"/>
                  </a:lnTo>
                  <a:lnTo>
                    <a:pt x="8891703" y="1020512"/>
                  </a:lnTo>
                  <a:lnTo>
                    <a:pt x="8935362" y="947243"/>
                  </a:lnTo>
                  <a:lnTo>
                    <a:pt x="8978952" y="875846"/>
                  </a:lnTo>
                  <a:lnTo>
                    <a:pt x="9022489" y="806781"/>
                  </a:lnTo>
                  <a:lnTo>
                    <a:pt x="9066015" y="740439"/>
                  </a:lnTo>
                  <a:lnTo>
                    <a:pt x="9109604" y="677136"/>
                  </a:lnTo>
                  <a:lnTo>
                    <a:pt x="9153366" y="617109"/>
                  </a:lnTo>
                  <a:lnTo>
                    <a:pt x="9197454" y="560515"/>
                  </a:lnTo>
                  <a:lnTo>
                    <a:pt x="9242070" y="507437"/>
                  </a:lnTo>
                  <a:lnTo>
                    <a:pt x="9287473" y="457885"/>
                  </a:lnTo>
                  <a:lnTo>
                    <a:pt x="9333985" y="411807"/>
                  </a:lnTo>
                  <a:lnTo>
                    <a:pt x="9347647" y="399161"/>
                  </a:lnTo>
                  <a:lnTo>
                    <a:pt x="9398882" y="355269"/>
                  </a:lnTo>
                  <a:lnTo>
                    <a:pt x="9452500" y="315138"/>
                  </a:lnTo>
                  <a:lnTo>
                    <a:pt x="9509160" y="278640"/>
                  </a:lnTo>
                  <a:lnTo>
                    <a:pt x="9569584" y="245522"/>
                  </a:lnTo>
                  <a:lnTo>
                    <a:pt x="9634523" y="215480"/>
                  </a:lnTo>
                  <a:lnTo>
                    <a:pt x="9704713" y="188199"/>
                  </a:lnTo>
                  <a:lnTo>
                    <a:pt x="9780831" y="163381"/>
                  </a:lnTo>
                  <a:lnTo>
                    <a:pt x="9863431" y="140764"/>
                  </a:lnTo>
                  <a:lnTo>
                    <a:pt x="9952857" y="120128"/>
                  </a:lnTo>
                  <a:lnTo>
                    <a:pt x="10049135" y="101302"/>
                  </a:lnTo>
                  <a:lnTo>
                    <a:pt x="10151848" y="84167"/>
                  </a:lnTo>
                  <a:lnTo>
                    <a:pt x="10259990" y="68655"/>
                  </a:lnTo>
                  <a:lnTo>
                    <a:pt x="10371851" y="54742"/>
                  </a:lnTo>
                  <a:lnTo>
                    <a:pt x="10484947" y="42441"/>
                  </a:lnTo>
                  <a:lnTo>
                    <a:pt x="10596064" y="31783"/>
                  </a:lnTo>
                  <a:lnTo>
                    <a:pt x="10701452" y="22801"/>
                  </a:lnTo>
                  <a:lnTo>
                    <a:pt x="10797198" y="15499"/>
                  </a:lnTo>
                  <a:lnTo>
                    <a:pt x="10879735" y="9831"/>
                  </a:lnTo>
                  <a:lnTo>
                    <a:pt x="10946401" y="5687"/>
                  </a:lnTo>
                  <a:lnTo>
                    <a:pt x="10995919" y="2889"/>
                  </a:lnTo>
                  <a:lnTo>
                    <a:pt x="11028679" y="1201"/>
                  </a:lnTo>
                  <a:lnTo>
                    <a:pt x="11046775" y="348"/>
                  </a:lnTo>
                  <a:lnTo>
                    <a:pt x="11053850" y="4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0" name="pl499"/>
            <p:cNvSpPr/>
            <p:nvPr/>
          </p:nvSpPr>
          <p:spPr>
            <a:xfrm>
              <a:off x="1199187" y="1456731"/>
              <a:ext cx="12049831" cy="2394969"/>
            </a:xfrm>
            <a:custGeom>
              <a:avLst/>
              <a:pathLst>
                <a:path w="12049831" h="2394969">
                  <a:moveTo>
                    <a:pt x="12049831" y="0"/>
                  </a:moveTo>
                  <a:lnTo>
                    <a:pt x="11054891" y="0"/>
                  </a:lnTo>
                  <a:lnTo>
                    <a:pt x="11053798" y="43"/>
                  </a:lnTo>
                  <a:lnTo>
                    <a:pt x="11046582" y="356"/>
                  </a:lnTo>
                  <a:lnTo>
                    <a:pt x="11028274" y="1221"/>
                  </a:lnTo>
                  <a:lnTo>
                    <a:pt x="10995256" y="2925"/>
                  </a:lnTo>
                  <a:lnTo>
                    <a:pt x="10945459" y="5743"/>
                  </a:lnTo>
                  <a:lnTo>
                    <a:pt x="10878523" y="9910"/>
                  </a:lnTo>
                  <a:lnTo>
                    <a:pt x="10795748" y="15604"/>
                  </a:lnTo>
                  <a:lnTo>
                    <a:pt x="10699816" y="22933"/>
                  </a:lnTo>
                  <a:lnTo>
                    <a:pt x="10594304" y="31942"/>
                  </a:lnTo>
                  <a:lnTo>
                    <a:pt x="10483127" y="42626"/>
                  </a:lnTo>
                  <a:lnTo>
                    <a:pt x="10370027" y="54954"/>
                  </a:lnTo>
                  <a:lnTo>
                    <a:pt x="10258209" y="68893"/>
                  </a:lnTo>
                  <a:lnTo>
                    <a:pt x="10150142" y="84431"/>
                  </a:lnTo>
                  <a:lnTo>
                    <a:pt x="10047527" y="101592"/>
                  </a:lnTo>
                  <a:lnTo>
                    <a:pt x="9951357" y="120446"/>
                  </a:lnTo>
                  <a:lnTo>
                    <a:pt x="9862043" y="141113"/>
                  </a:lnTo>
                  <a:lnTo>
                    <a:pt x="9779552" y="163764"/>
                  </a:lnTo>
                  <a:lnTo>
                    <a:pt x="9703534" y="188619"/>
                  </a:lnTo>
                  <a:lnTo>
                    <a:pt x="9633434" y="215943"/>
                  </a:lnTo>
                  <a:lnTo>
                    <a:pt x="9568574" y="246032"/>
                  </a:lnTo>
                  <a:lnTo>
                    <a:pt x="9508217" y="279202"/>
                  </a:lnTo>
                  <a:lnTo>
                    <a:pt x="9451612" y="315757"/>
                  </a:lnTo>
                  <a:lnTo>
                    <a:pt x="9398037" y="355948"/>
                  </a:lnTo>
                  <a:lnTo>
                    <a:pt x="9347647" y="399161"/>
                  </a:lnTo>
                  <a:lnTo>
                    <a:pt x="9300745" y="444256"/>
                  </a:lnTo>
                  <a:lnTo>
                    <a:pt x="9255059" y="492799"/>
                  </a:lnTo>
                  <a:lnTo>
                    <a:pt x="9210245" y="544859"/>
                  </a:lnTo>
                  <a:lnTo>
                    <a:pt x="9166028" y="600445"/>
                  </a:lnTo>
                  <a:lnTo>
                    <a:pt x="9122189" y="659496"/>
                  </a:lnTo>
                  <a:lnTo>
                    <a:pt x="9078564" y="721876"/>
                  </a:lnTo>
                  <a:lnTo>
                    <a:pt x="9035029" y="787371"/>
                  </a:lnTo>
                  <a:lnTo>
                    <a:pt x="8991501" y="855688"/>
                  </a:lnTo>
                  <a:lnTo>
                    <a:pt x="8947929" y="926457"/>
                  </a:lnTo>
                  <a:lnTo>
                    <a:pt x="8904290" y="999238"/>
                  </a:lnTo>
                  <a:lnTo>
                    <a:pt x="8860585" y="1073528"/>
                  </a:lnTo>
                  <a:lnTo>
                    <a:pt x="8816832" y="1148779"/>
                  </a:lnTo>
                  <a:lnTo>
                    <a:pt x="8773057" y="1224411"/>
                  </a:lnTo>
                  <a:lnTo>
                    <a:pt x="8729294" y="1299832"/>
                  </a:lnTo>
                  <a:lnTo>
                    <a:pt x="8685573" y="1374457"/>
                  </a:lnTo>
                  <a:lnTo>
                    <a:pt x="8641914" y="1447726"/>
                  </a:lnTo>
                  <a:lnTo>
                    <a:pt x="8598324" y="1519123"/>
                  </a:lnTo>
                  <a:lnTo>
                    <a:pt x="8554787" y="1588188"/>
                  </a:lnTo>
                  <a:lnTo>
                    <a:pt x="8511261" y="1654530"/>
                  </a:lnTo>
                  <a:lnTo>
                    <a:pt x="8467673" y="1717832"/>
                  </a:lnTo>
                  <a:lnTo>
                    <a:pt x="8423911" y="1777860"/>
                  </a:lnTo>
                  <a:lnTo>
                    <a:pt x="8379823" y="1834453"/>
                  </a:lnTo>
                  <a:lnTo>
                    <a:pt x="8335206" y="1887532"/>
                  </a:lnTo>
                  <a:lnTo>
                    <a:pt x="8289804" y="1937084"/>
                  </a:lnTo>
                  <a:lnTo>
                    <a:pt x="8243292" y="1983162"/>
                  </a:lnTo>
                  <a:lnTo>
                    <a:pt x="8229629" y="1995808"/>
                  </a:lnTo>
                  <a:lnTo>
                    <a:pt x="8178395" y="2039700"/>
                  </a:lnTo>
                  <a:lnTo>
                    <a:pt x="8124776" y="2079830"/>
                  </a:lnTo>
                  <a:lnTo>
                    <a:pt x="8068117" y="2116328"/>
                  </a:lnTo>
                  <a:lnTo>
                    <a:pt x="8007692" y="2149446"/>
                  </a:lnTo>
                  <a:lnTo>
                    <a:pt x="7942754" y="2179489"/>
                  </a:lnTo>
                  <a:lnTo>
                    <a:pt x="7872564" y="2206770"/>
                  </a:lnTo>
                  <a:lnTo>
                    <a:pt x="7796445" y="2231588"/>
                  </a:lnTo>
                  <a:lnTo>
                    <a:pt x="7713845" y="2254205"/>
                  </a:lnTo>
                  <a:lnTo>
                    <a:pt x="7624420" y="2274841"/>
                  </a:lnTo>
                  <a:lnTo>
                    <a:pt x="7528141" y="2293667"/>
                  </a:lnTo>
                  <a:lnTo>
                    <a:pt x="7425429" y="2310801"/>
                  </a:lnTo>
                  <a:lnTo>
                    <a:pt x="7317286" y="2326314"/>
                  </a:lnTo>
                  <a:lnTo>
                    <a:pt x="7205425" y="2340227"/>
                  </a:lnTo>
                  <a:lnTo>
                    <a:pt x="7092329" y="2352528"/>
                  </a:lnTo>
                  <a:lnTo>
                    <a:pt x="6981213" y="2363185"/>
                  </a:lnTo>
                  <a:lnTo>
                    <a:pt x="6875825" y="2372167"/>
                  </a:lnTo>
                  <a:lnTo>
                    <a:pt x="6780078" y="2379470"/>
                  </a:lnTo>
                  <a:lnTo>
                    <a:pt x="6697541" y="2385138"/>
                  </a:lnTo>
                  <a:lnTo>
                    <a:pt x="6630875" y="2389282"/>
                  </a:lnTo>
                  <a:lnTo>
                    <a:pt x="6581357" y="2392079"/>
                  </a:lnTo>
                  <a:lnTo>
                    <a:pt x="6548598" y="2393768"/>
                  </a:lnTo>
                  <a:lnTo>
                    <a:pt x="6530502" y="2394621"/>
                  </a:lnTo>
                  <a:lnTo>
                    <a:pt x="6523427" y="2394927"/>
                  </a:lnTo>
                  <a:lnTo>
                    <a:pt x="6522385" y="2394969"/>
                  </a:lnTo>
                  <a:lnTo>
                    <a:pt x="5527445" y="2394969"/>
                  </a:lnTo>
                  <a:lnTo>
                    <a:pt x="5526323" y="2394944"/>
                  </a:lnTo>
                  <a:lnTo>
                    <a:pt x="5518913" y="2394765"/>
                  </a:lnTo>
                  <a:lnTo>
                    <a:pt x="5500131" y="2394271"/>
                  </a:lnTo>
                  <a:lnTo>
                    <a:pt x="5466289" y="2393298"/>
                  </a:lnTo>
                  <a:lnTo>
                    <a:pt x="5415318" y="2391688"/>
                  </a:lnTo>
                  <a:lnTo>
                    <a:pt x="5346919" y="2389310"/>
                  </a:lnTo>
                  <a:lnTo>
                    <a:pt x="5262511" y="2386063"/>
                  </a:lnTo>
                  <a:lnTo>
                    <a:pt x="5164916" y="2381888"/>
                  </a:lnTo>
                  <a:lnTo>
                    <a:pt x="5057853" y="2376761"/>
                  </a:lnTo>
                  <a:lnTo>
                    <a:pt x="4945347" y="2370687"/>
                  </a:lnTo>
                  <a:lnTo>
                    <a:pt x="4831208" y="2363685"/>
                  </a:lnTo>
                  <a:lnTo>
                    <a:pt x="4718662" y="2355773"/>
                  </a:lnTo>
                  <a:lnTo>
                    <a:pt x="4610164" y="2346954"/>
                  </a:lnTo>
                  <a:lnTo>
                    <a:pt x="4507373" y="2337214"/>
                  </a:lnTo>
                  <a:lnTo>
                    <a:pt x="4411229" y="2326508"/>
                  </a:lnTo>
                  <a:lnTo>
                    <a:pt x="4322085" y="2314765"/>
                  </a:lnTo>
                  <a:lnTo>
                    <a:pt x="4239854" y="2301882"/>
                  </a:lnTo>
                  <a:lnTo>
                    <a:pt x="4164138" y="2287729"/>
                  </a:lnTo>
                  <a:lnTo>
                    <a:pt x="4094343" y="2272153"/>
                  </a:lnTo>
                  <a:lnTo>
                    <a:pt x="4029755" y="2254980"/>
                  </a:lnTo>
                  <a:lnTo>
                    <a:pt x="3969613" y="2236031"/>
                  </a:lnTo>
                  <a:lnTo>
                    <a:pt x="3913147" y="2215136"/>
                  </a:lnTo>
                  <a:lnTo>
                    <a:pt x="3859626" y="2192161"/>
                  </a:lnTo>
                  <a:lnTo>
                    <a:pt x="3820202" y="2173116"/>
                  </a:lnTo>
                  <a:lnTo>
                    <a:pt x="3765523" y="2143640"/>
                  </a:lnTo>
                  <a:lnTo>
                    <a:pt x="3712423" y="2111537"/>
                  </a:lnTo>
                  <a:lnTo>
                    <a:pt x="3660380" y="2076758"/>
                  </a:lnTo>
                  <a:lnTo>
                    <a:pt x="3608994" y="2039321"/>
                  </a:lnTo>
                  <a:lnTo>
                    <a:pt x="3557967" y="1999320"/>
                  </a:lnTo>
                  <a:lnTo>
                    <a:pt x="3507089" y="1956926"/>
                  </a:lnTo>
                  <a:lnTo>
                    <a:pt x="3456220" y="1912395"/>
                  </a:lnTo>
                  <a:lnTo>
                    <a:pt x="3405283" y="1866062"/>
                  </a:lnTo>
                  <a:lnTo>
                    <a:pt x="3354254" y="1818331"/>
                  </a:lnTo>
                  <a:lnTo>
                    <a:pt x="3303145" y="1769666"/>
                  </a:lnTo>
                  <a:lnTo>
                    <a:pt x="3251995" y="1720573"/>
                  </a:lnTo>
                  <a:lnTo>
                    <a:pt x="3200854" y="1671575"/>
                  </a:lnTo>
                  <a:lnTo>
                    <a:pt x="3149770" y="1623190"/>
                  </a:lnTo>
                  <a:lnTo>
                    <a:pt x="3098775" y="1575911"/>
                  </a:lnTo>
                  <a:lnTo>
                    <a:pt x="3047868" y="1530182"/>
                  </a:lnTo>
                  <a:lnTo>
                    <a:pt x="2997007" y="1486385"/>
                  </a:lnTo>
                  <a:lnTo>
                    <a:pt x="2946095" y="1444827"/>
                  </a:lnTo>
                  <a:lnTo>
                    <a:pt x="2894968" y="1405732"/>
                  </a:lnTo>
                  <a:lnTo>
                    <a:pt x="2843385" y="1369245"/>
                  </a:lnTo>
                  <a:lnTo>
                    <a:pt x="2791013" y="1335429"/>
                  </a:lnTo>
                  <a:lnTo>
                    <a:pt x="2737413" y="1304280"/>
                  </a:lnTo>
                  <a:lnTo>
                    <a:pt x="2702183" y="1285702"/>
                  </a:lnTo>
                  <a:lnTo>
                    <a:pt x="2650469" y="1261093"/>
                  </a:lnTo>
                  <a:lnTo>
                    <a:pt x="2596322" y="1238613"/>
                  </a:lnTo>
                  <a:lnTo>
                    <a:pt x="2539064" y="1218186"/>
                  </a:lnTo>
                  <a:lnTo>
                    <a:pt x="2477951" y="1199669"/>
                  </a:lnTo>
                  <a:lnTo>
                    <a:pt x="2412213" y="1182885"/>
                  </a:lnTo>
                  <a:lnTo>
                    <a:pt x="2341094" y="1167657"/>
                  </a:lnTo>
                  <a:lnTo>
                    <a:pt x="2263902" y="1153814"/>
                  </a:lnTo>
                  <a:lnTo>
                    <a:pt x="2180080" y="1141208"/>
                  </a:lnTo>
                  <a:lnTo>
                    <a:pt x="2089293" y="1129716"/>
                  </a:lnTo>
                  <a:lnTo>
                    <a:pt x="1991543" y="1119241"/>
                  </a:lnTo>
                  <a:lnTo>
                    <a:pt x="1887309" y="1109719"/>
                  </a:lnTo>
                  <a:lnTo>
                    <a:pt x="1777687" y="1101113"/>
                  </a:lnTo>
                  <a:lnTo>
                    <a:pt x="1664519" y="1093412"/>
                  </a:lnTo>
                  <a:lnTo>
                    <a:pt x="1550447" y="1086626"/>
                  </a:lnTo>
                  <a:lnTo>
                    <a:pt x="1438857" y="1080772"/>
                  </a:lnTo>
                  <a:lnTo>
                    <a:pt x="1333650" y="1075868"/>
                  </a:lnTo>
                  <a:lnTo>
                    <a:pt x="1238829" y="1071913"/>
                  </a:lnTo>
                  <a:lnTo>
                    <a:pt x="1157956" y="1068876"/>
                  </a:lnTo>
                  <a:lnTo>
                    <a:pt x="1093567" y="1066688"/>
                  </a:lnTo>
                  <a:lnTo>
                    <a:pt x="1046695" y="1065241"/>
                  </a:lnTo>
                  <a:lnTo>
                    <a:pt x="1016624" y="1064394"/>
                  </a:lnTo>
                  <a:lnTo>
                    <a:pt x="1000886" y="1063988"/>
                  </a:lnTo>
                  <a:lnTo>
                    <a:pt x="995451" y="1063859"/>
                  </a:lnTo>
                  <a:lnTo>
                    <a:pt x="994940" y="1063848"/>
                  </a:lnTo>
                  <a:lnTo>
                    <a:pt x="0" y="1063848"/>
                  </a:lnTo>
                  <a:lnTo>
                    <a:pt x="0" y="10638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1" name="pg500"/>
            <p:cNvSpPr/>
            <p:nvPr/>
          </p:nvSpPr>
          <p:spPr>
            <a:xfrm>
              <a:off x="1199187" y="1739725"/>
              <a:ext cx="12049831" cy="2127697"/>
            </a:xfrm>
            <a:custGeom>
              <a:avLst/>
              <a:pathLst>
                <a:path w="12049831" h="2127697">
                  <a:moveTo>
                    <a:pt x="0" y="796576"/>
                  </a:moveTo>
                  <a:lnTo>
                    <a:pt x="994940" y="796576"/>
                  </a:lnTo>
                  <a:lnTo>
                    <a:pt x="996062" y="796601"/>
                  </a:lnTo>
                  <a:lnTo>
                    <a:pt x="1003472" y="796780"/>
                  </a:lnTo>
                  <a:lnTo>
                    <a:pt x="1022254" y="797274"/>
                  </a:lnTo>
                  <a:lnTo>
                    <a:pt x="1056096" y="798248"/>
                  </a:lnTo>
                  <a:lnTo>
                    <a:pt x="1107067" y="799857"/>
                  </a:lnTo>
                  <a:lnTo>
                    <a:pt x="1175466" y="802235"/>
                  </a:lnTo>
                  <a:lnTo>
                    <a:pt x="1259874" y="805482"/>
                  </a:lnTo>
                  <a:lnTo>
                    <a:pt x="1357469" y="809657"/>
                  </a:lnTo>
                  <a:lnTo>
                    <a:pt x="1464532" y="814784"/>
                  </a:lnTo>
                  <a:lnTo>
                    <a:pt x="1577038" y="820858"/>
                  </a:lnTo>
                  <a:lnTo>
                    <a:pt x="1691177" y="827860"/>
                  </a:lnTo>
                  <a:lnTo>
                    <a:pt x="1803723" y="835773"/>
                  </a:lnTo>
                  <a:lnTo>
                    <a:pt x="1912221" y="844591"/>
                  </a:lnTo>
                  <a:lnTo>
                    <a:pt x="2015012" y="854331"/>
                  </a:lnTo>
                  <a:lnTo>
                    <a:pt x="2111156" y="865037"/>
                  </a:lnTo>
                  <a:lnTo>
                    <a:pt x="2200300" y="876780"/>
                  </a:lnTo>
                  <a:lnTo>
                    <a:pt x="2282531" y="889663"/>
                  </a:lnTo>
                  <a:lnTo>
                    <a:pt x="2358247" y="903816"/>
                  </a:lnTo>
                  <a:lnTo>
                    <a:pt x="2428042" y="919392"/>
                  </a:lnTo>
                  <a:lnTo>
                    <a:pt x="2492630" y="936565"/>
                  </a:lnTo>
                  <a:lnTo>
                    <a:pt x="2552772" y="955514"/>
                  </a:lnTo>
                  <a:lnTo>
                    <a:pt x="2609238" y="976409"/>
                  </a:lnTo>
                  <a:lnTo>
                    <a:pt x="2662759" y="999384"/>
                  </a:lnTo>
                  <a:lnTo>
                    <a:pt x="2702183" y="1018429"/>
                  </a:lnTo>
                  <a:lnTo>
                    <a:pt x="2756862" y="1047905"/>
                  </a:lnTo>
                  <a:lnTo>
                    <a:pt x="2809962" y="1080008"/>
                  </a:lnTo>
                  <a:lnTo>
                    <a:pt x="2862005" y="1114788"/>
                  </a:lnTo>
                  <a:lnTo>
                    <a:pt x="2913391" y="1152224"/>
                  </a:lnTo>
                  <a:lnTo>
                    <a:pt x="2964418" y="1192226"/>
                  </a:lnTo>
                  <a:lnTo>
                    <a:pt x="3015296" y="1234619"/>
                  </a:lnTo>
                  <a:lnTo>
                    <a:pt x="3066165" y="1279150"/>
                  </a:lnTo>
                  <a:lnTo>
                    <a:pt x="3117102" y="1325484"/>
                  </a:lnTo>
                  <a:lnTo>
                    <a:pt x="3168131" y="1373215"/>
                  </a:lnTo>
                  <a:lnTo>
                    <a:pt x="3219240" y="1421879"/>
                  </a:lnTo>
                  <a:lnTo>
                    <a:pt x="3270390" y="1470972"/>
                  </a:lnTo>
                  <a:lnTo>
                    <a:pt x="3321531" y="1519970"/>
                  </a:lnTo>
                  <a:lnTo>
                    <a:pt x="3372615" y="1568355"/>
                  </a:lnTo>
                  <a:lnTo>
                    <a:pt x="3423610" y="1615634"/>
                  </a:lnTo>
                  <a:lnTo>
                    <a:pt x="3474517" y="1661363"/>
                  </a:lnTo>
                  <a:lnTo>
                    <a:pt x="3525378" y="1705160"/>
                  </a:lnTo>
                  <a:lnTo>
                    <a:pt x="3576290" y="1746718"/>
                  </a:lnTo>
                  <a:lnTo>
                    <a:pt x="3627417" y="1785813"/>
                  </a:lnTo>
                  <a:lnTo>
                    <a:pt x="3679000" y="1822300"/>
                  </a:lnTo>
                  <a:lnTo>
                    <a:pt x="3731372" y="1856116"/>
                  </a:lnTo>
                  <a:lnTo>
                    <a:pt x="3784972" y="1887266"/>
                  </a:lnTo>
                  <a:lnTo>
                    <a:pt x="3820202" y="1905843"/>
                  </a:lnTo>
                  <a:lnTo>
                    <a:pt x="3871916" y="1930453"/>
                  </a:lnTo>
                  <a:lnTo>
                    <a:pt x="3926063" y="1952933"/>
                  </a:lnTo>
                  <a:lnTo>
                    <a:pt x="3983321" y="1973359"/>
                  </a:lnTo>
                  <a:lnTo>
                    <a:pt x="4044434" y="1991877"/>
                  </a:lnTo>
                  <a:lnTo>
                    <a:pt x="4110172" y="2008660"/>
                  </a:lnTo>
                  <a:lnTo>
                    <a:pt x="4181291" y="2023888"/>
                  </a:lnTo>
                  <a:lnTo>
                    <a:pt x="4258483" y="2037731"/>
                  </a:lnTo>
                  <a:lnTo>
                    <a:pt x="4342305" y="2050337"/>
                  </a:lnTo>
                  <a:lnTo>
                    <a:pt x="4433092" y="2061830"/>
                  </a:lnTo>
                  <a:lnTo>
                    <a:pt x="4530842" y="2072304"/>
                  </a:lnTo>
                  <a:lnTo>
                    <a:pt x="4635076" y="2081826"/>
                  </a:lnTo>
                  <a:lnTo>
                    <a:pt x="4744698" y="2090432"/>
                  </a:lnTo>
                  <a:lnTo>
                    <a:pt x="4857866" y="2098133"/>
                  </a:lnTo>
                  <a:lnTo>
                    <a:pt x="4971938" y="2104919"/>
                  </a:lnTo>
                  <a:lnTo>
                    <a:pt x="5083528" y="2110773"/>
                  </a:lnTo>
                  <a:lnTo>
                    <a:pt x="5188735" y="2115677"/>
                  </a:lnTo>
                  <a:lnTo>
                    <a:pt x="5283556" y="2119632"/>
                  </a:lnTo>
                  <a:lnTo>
                    <a:pt x="5364428" y="2122669"/>
                  </a:lnTo>
                  <a:lnTo>
                    <a:pt x="5428818" y="2124857"/>
                  </a:lnTo>
                  <a:lnTo>
                    <a:pt x="5475690" y="2126304"/>
                  </a:lnTo>
                  <a:lnTo>
                    <a:pt x="5505761" y="2127151"/>
                  </a:lnTo>
                  <a:lnTo>
                    <a:pt x="5521499" y="2127557"/>
                  </a:lnTo>
                  <a:lnTo>
                    <a:pt x="5526934" y="2127686"/>
                  </a:lnTo>
                  <a:lnTo>
                    <a:pt x="5527445" y="2127697"/>
                  </a:lnTo>
                  <a:lnTo>
                    <a:pt x="6522385" y="2127697"/>
                  </a:lnTo>
                  <a:lnTo>
                    <a:pt x="6523487" y="2127658"/>
                  </a:lnTo>
                  <a:lnTo>
                    <a:pt x="6530764" y="2127379"/>
                  </a:lnTo>
                  <a:lnTo>
                    <a:pt x="6549218" y="2126608"/>
                  </a:lnTo>
                  <a:lnTo>
                    <a:pt x="6582492" y="2125088"/>
                  </a:lnTo>
                  <a:lnTo>
                    <a:pt x="6632652" y="2122576"/>
                  </a:lnTo>
                  <a:lnTo>
                    <a:pt x="6700043" y="2118862"/>
                  </a:lnTo>
                  <a:lnTo>
                    <a:pt x="6783325" y="2113788"/>
                  </a:lnTo>
                  <a:lnTo>
                    <a:pt x="6879775" y="2107258"/>
                  </a:lnTo>
                  <a:lnTo>
                    <a:pt x="6985772" y="2099235"/>
                  </a:lnTo>
                  <a:lnTo>
                    <a:pt x="7097365" y="2089723"/>
                  </a:lnTo>
                  <a:lnTo>
                    <a:pt x="7210791" y="2078751"/>
                  </a:lnTo>
                  <a:lnTo>
                    <a:pt x="7322839" y="2066347"/>
                  </a:lnTo>
                  <a:lnTo>
                    <a:pt x="7431043" y="2052521"/>
                  </a:lnTo>
                  <a:lnTo>
                    <a:pt x="7533716" y="2037250"/>
                  </a:lnTo>
                  <a:lnTo>
                    <a:pt x="7629881" y="2020471"/>
                  </a:lnTo>
                  <a:lnTo>
                    <a:pt x="7719144" y="2002075"/>
                  </a:lnTo>
                  <a:lnTo>
                    <a:pt x="7801555" y="1981907"/>
                  </a:lnTo>
                  <a:lnTo>
                    <a:pt x="7877479" y="1959768"/>
                  </a:lnTo>
                  <a:lnTo>
                    <a:pt x="7947484" y="1935422"/>
                  </a:lnTo>
                  <a:lnTo>
                    <a:pt x="8012258" y="1908601"/>
                  </a:lnTo>
                  <a:lnTo>
                    <a:pt x="8072547" y="1879026"/>
                  </a:lnTo>
                  <a:lnTo>
                    <a:pt x="8129107" y="1846426"/>
                  </a:lnTo>
                  <a:lnTo>
                    <a:pt x="8182663" y="1810584"/>
                  </a:lnTo>
                  <a:lnTo>
                    <a:pt x="8229629" y="1774828"/>
                  </a:lnTo>
                  <a:lnTo>
                    <a:pt x="8278400" y="1733287"/>
                  </a:lnTo>
                  <a:lnTo>
                    <a:pt x="8325870" y="1688444"/>
                  </a:lnTo>
                  <a:lnTo>
                    <a:pt x="8372422" y="1640232"/>
                  </a:lnTo>
                  <a:lnTo>
                    <a:pt x="8418359" y="1588650"/>
                  </a:lnTo>
                  <a:lnTo>
                    <a:pt x="8463919" y="1533769"/>
                  </a:lnTo>
                  <a:lnTo>
                    <a:pt x="8509278" y="1475738"/>
                  </a:lnTo>
                  <a:lnTo>
                    <a:pt x="8554564" y="1414788"/>
                  </a:lnTo>
                  <a:lnTo>
                    <a:pt x="8599862" y="1351230"/>
                  </a:lnTo>
                  <a:lnTo>
                    <a:pt x="8645219" y="1285456"/>
                  </a:lnTo>
                  <a:lnTo>
                    <a:pt x="8690649" y="1217925"/>
                  </a:lnTo>
                  <a:lnTo>
                    <a:pt x="8736146" y="1149159"/>
                  </a:lnTo>
                  <a:lnTo>
                    <a:pt x="8781682" y="1079717"/>
                  </a:lnTo>
                  <a:lnTo>
                    <a:pt x="8827225" y="1010185"/>
                  </a:lnTo>
                  <a:lnTo>
                    <a:pt x="8872736" y="941151"/>
                  </a:lnTo>
                  <a:lnTo>
                    <a:pt x="8918189" y="873186"/>
                  </a:lnTo>
                  <a:lnTo>
                    <a:pt x="8963568" y="806823"/>
                  </a:lnTo>
                  <a:lnTo>
                    <a:pt x="9008880" y="742543"/>
                  </a:lnTo>
                  <a:lnTo>
                    <a:pt x="9054163" y="680760"/>
                  </a:lnTo>
                  <a:lnTo>
                    <a:pt x="9099489" y="621809"/>
                  </a:lnTo>
                  <a:lnTo>
                    <a:pt x="9144970" y="565946"/>
                  </a:lnTo>
                  <a:lnTo>
                    <a:pt x="9190770" y="513346"/>
                  </a:lnTo>
                  <a:lnTo>
                    <a:pt x="9237106" y="464101"/>
                  </a:lnTo>
                  <a:lnTo>
                    <a:pt x="9284258" y="418233"/>
                  </a:lnTo>
                  <a:lnTo>
                    <a:pt x="9332586" y="375694"/>
                  </a:lnTo>
                  <a:lnTo>
                    <a:pt x="9347647" y="363350"/>
                  </a:lnTo>
                  <a:lnTo>
                    <a:pt x="9399031" y="324442"/>
                  </a:lnTo>
                  <a:lnTo>
                    <a:pt x="9452814" y="288879"/>
                  </a:lnTo>
                  <a:lnTo>
                    <a:pt x="9509660" y="256544"/>
                  </a:lnTo>
                  <a:lnTo>
                    <a:pt x="9570298" y="227212"/>
                  </a:lnTo>
                  <a:lnTo>
                    <a:pt x="9635485" y="200611"/>
                  </a:lnTo>
                  <a:lnTo>
                    <a:pt x="9705963" y="176461"/>
                  </a:lnTo>
                  <a:lnTo>
                    <a:pt x="9782415" y="154497"/>
                  </a:lnTo>
                  <a:lnTo>
                    <a:pt x="9865394" y="134485"/>
                  </a:lnTo>
                  <a:lnTo>
                    <a:pt x="9955243" y="116231"/>
                  </a:lnTo>
                  <a:lnTo>
                    <a:pt x="10051978" y="99583"/>
                  </a:lnTo>
                  <a:lnTo>
                    <a:pt x="10155165" y="84436"/>
                  </a:lnTo>
                  <a:lnTo>
                    <a:pt x="10263769" y="70730"/>
                  </a:lnTo>
                  <a:lnTo>
                    <a:pt x="10376039" y="58446"/>
                  </a:lnTo>
                  <a:lnTo>
                    <a:pt x="10489445" y="47596"/>
                  </a:lnTo>
                  <a:lnTo>
                    <a:pt x="10600716" y="38208"/>
                  </a:lnTo>
                  <a:lnTo>
                    <a:pt x="10706059" y="30311"/>
                  </a:lnTo>
                  <a:lnTo>
                    <a:pt x="10801530" y="23907"/>
                  </a:lnTo>
                  <a:lnTo>
                    <a:pt x="10883561" y="18952"/>
                  </a:lnTo>
                  <a:lnTo>
                    <a:pt x="10949527" y="15346"/>
                  </a:lnTo>
                  <a:lnTo>
                    <a:pt x="10998226" y="12926"/>
                  </a:lnTo>
                  <a:lnTo>
                    <a:pt x="11030146" y="11480"/>
                  </a:lnTo>
                  <a:lnTo>
                    <a:pt x="11047497" y="10760"/>
                  </a:lnTo>
                  <a:lnTo>
                    <a:pt x="11054041" y="10511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9" y="39"/>
                  </a:lnTo>
                  <a:lnTo>
                    <a:pt x="11046513" y="318"/>
                  </a:lnTo>
                  <a:lnTo>
                    <a:pt x="11028058" y="1089"/>
                  </a:lnTo>
                  <a:lnTo>
                    <a:pt x="10994785" y="2608"/>
                  </a:lnTo>
                  <a:lnTo>
                    <a:pt x="10944624" y="5120"/>
                  </a:lnTo>
                  <a:lnTo>
                    <a:pt x="10877234" y="8835"/>
                  </a:lnTo>
                  <a:lnTo>
                    <a:pt x="10793951" y="13909"/>
                  </a:lnTo>
                  <a:lnTo>
                    <a:pt x="10697501" y="20438"/>
                  </a:lnTo>
                  <a:lnTo>
                    <a:pt x="10591505" y="28462"/>
                  </a:lnTo>
                  <a:lnTo>
                    <a:pt x="10479912" y="37973"/>
                  </a:lnTo>
                  <a:lnTo>
                    <a:pt x="10366486" y="48946"/>
                  </a:lnTo>
                  <a:lnTo>
                    <a:pt x="10254437" y="61350"/>
                  </a:lnTo>
                  <a:lnTo>
                    <a:pt x="10146233" y="75176"/>
                  </a:lnTo>
                  <a:lnTo>
                    <a:pt x="10043560" y="90446"/>
                  </a:lnTo>
                  <a:lnTo>
                    <a:pt x="9947396" y="107225"/>
                  </a:lnTo>
                  <a:lnTo>
                    <a:pt x="9858133" y="125621"/>
                  </a:lnTo>
                  <a:lnTo>
                    <a:pt x="9775721" y="145790"/>
                  </a:lnTo>
                  <a:lnTo>
                    <a:pt x="9699797" y="167928"/>
                  </a:lnTo>
                  <a:lnTo>
                    <a:pt x="9629792" y="192275"/>
                  </a:lnTo>
                  <a:lnTo>
                    <a:pt x="9565018" y="219095"/>
                  </a:lnTo>
                  <a:lnTo>
                    <a:pt x="9504729" y="248670"/>
                  </a:lnTo>
                  <a:lnTo>
                    <a:pt x="9448169" y="281270"/>
                  </a:lnTo>
                  <a:lnTo>
                    <a:pt x="9394613" y="317113"/>
                  </a:lnTo>
                  <a:lnTo>
                    <a:pt x="9347647" y="352869"/>
                  </a:lnTo>
                  <a:lnTo>
                    <a:pt x="9298876" y="394409"/>
                  </a:lnTo>
                  <a:lnTo>
                    <a:pt x="9251407" y="439252"/>
                  </a:lnTo>
                  <a:lnTo>
                    <a:pt x="9204855" y="487465"/>
                  </a:lnTo>
                  <a:lnTo>
                    <a:pt x="9158917" y="539046"/>
                  </a:lnTo>
                  <a:lnTo>
                    <a:pt x="9113358" y="593927"/>
                  </a:lnTo>
                  <a:lnTo>
                    <a:pt x="9067999" y="651958"/>
                  </a:lnTo>
                  <a:lnTo>
                    <a:pt x="9022712" y="712909"/>
                  </a:lnTo>
                  <a:lnTo>
                    <a:pt x="8977414" y="776466"/>
                  </a:lnTo>
                  <a:lnTo>
                    <a:pt x="8932058" y="842241"/>
                  </a:lnTo>
                  <a:lnTo>
                    <a:pt x="8886627" y="909771"/>
                  </a:lnTo>
                  <a:lnTo>
                    <a:pt x="8841131" y="978538"/>
                  </a:lnTo>
                  <a:lnTo>
                    <a:pt x="8795594" y="1047980"/>
                  </a:lnTo>
                  <a:lnTo>
                    <a:pt x="8750052" y="1117512"/>
                  </a:lnTo>
                  <a:lnTo>
                    <a:pt x="8704540" y="1186546"/>
                  </a:lnTo>
                  <a:lnTo>
                    <a:pt x="8659087" y="1254511"/>
                  </a:lnTo>
                  <a:lnTo>
                    <a:pt x="8613709" y="1320873"/>
                  </a:lnTo>
                  <a:lnTo>
                    <a:pt x="8568396" y="1385153"/>
                  </a:lnTo>
                  <a:lnTo>
                    <a:pt x="8523113" y="1446937"/>
                  </a:lnTo>
                  <a:lnTo>
                    <a:pt x="8477788" y="1505888"/>
                  </a:lnTo>
                  <a:lnTo>
                    <a:pt x="8432306" y="1561750"/>
                  </a:lnTo>
                  <a:lnTo>
                    <a:pt x="8386506" y="1614351"/>
                  </a:lnTo>
                  <a:lnTo>
                    <a:pt x="8340171" y="1663595"/>
                  </a:lnTo>
                  <a:lnTo>
                    <a:pt x="8293018" y="1709464"/>
                  </a:lnTo>
                  <a:lnTo>
                    <a:pt x="8244691" y="1752002"/>
                  </a:lnTo>
                  <a:lnTo>
                    <a:pt x="8229629" y="1764346"/>
                  </a:lnTo>
                  <a:lnTo>
                    <a:pt x="8178245" y="1803254"/>
                  </a:lnTo>
                  <a:lnTo>
                    <a:pt x="8124462" y="1838817"/>
                  </a:lnTo>
                  <a:lnTo>
                    <a:pt x="8067617" y="1871153"/>
                  </a:lnTo>
                  <a:lnTo>
                    <a:pt x="8006978" y="1900485"/>
                  </a:lnTo>
                  <a:lnTo>
                    <a:pt x="7941792" y="1927086"/>
                  </a:lnTo>
                  <a:lnTo>
                    <a:pt x="7871313" y="1951236"/>
                  </a:lnTo>
                  <a:lnTo>
                    <a:pt x="7794861" y="1973200"/>
                  </a:lnTo>
                  <a:lnTo>
                    <a:pt x="7711882" y="1993211"/>
                  </a:lnTo>
                  <a:lnTo>
                    <a:pt x="7622034" y="2011466"/>
                  </a:lnTo>
                  <a:lnTo>
                    <a:pt x="7525298" y="2028114"/>
                  </a:lnTo>
                  <a:lnTo>
                    <a:pt x="7422112" y="2043261"/>
                  </a:lnTo>
                  <a:lnTo>
                    <a:pt x="7313508" y="2056967"/>
                  </a:lnTo>
                  <a:lnTo>
                    <a:pt x="7201237" y="2069251"/>
                  </a:lnTo>
                  <a:lnTo>
                    <a:pt x="7087832" y="2080101"/>
                  </a:lnTo>
                  <a:lnTo>
                    <a:pt x="6976560" y="2089488"/>
                  </a:lnTo>
                  <a:lnTo>
                    <a:pt x="6871217" y="2097385"/>
                  </a:lnTo>
                  <a:lnTo>
                    <a:pt x="6775747" y="2103790"/>
                  </a:lnTo>
                  <a:lnTo>
                    <a:pt x="6693716" y="2108744"/>
                  </a:lnTo>
                  <a:lnTo>
                    <a:pt x="6627749" y="2112350"/>
                  </a:lnTo>
                  <a:lnTo>
                    <a:pt x="6579051" y="2114770"/>
                  </a:lnTo>
                  <a:lnTo>
                    <a:pt x="6547130" y="2116217"/>
                  </a:lnTo>
                  <a:lnTo>
                    <a:pt x="6529780" y="2116936"/>
                  </a:lnTo>
                  <a:lnTo>
                    <a:pt x="6523235" y="2117186"/>
                  </a:lnTo>
                  <a:lnTo>
                    <a:pt x="6522385" y="2117216"/>
                  </a:lnTo>
                  <a:lnTo>
                    <a:pt x="5527445" y="2117216"/>
                  </a:lnTo>
                  <a:lnTo>
                    <a:pt x="5526323" y="2117191"/>
                  </a:lnTo>
                  <a:lnTo>
                    <a:pt x="5518913" y="2117012"/>
                  </a:lnTo>
                  <a:lnTo>
                    <a:pt x="5500131" y="2116518"/>
                  </a:lnTo>
                  <a:lnTo>
                    <a:pt x="5466289" y="2115544"/>
                  </a:lnTo>
                  <a:lnTo>
                    <a:pt x="5415318" y="2113935"/>
                  </a:lnTo>
                  <a:lnTo>
                    <a:pt x="5346919" y="2111556"/>
                  </a:lnTo>
                  <a:lnTo>
                    <a:pt x="5262511" y="2108309"/>
                  </a:lnTo>
                  <a:lnTo>
                    <a:pt x="5164916" y="2104134"/>
                  </a:lnTo>
                  <a:lnTo>
                    <a:pt x="5057853" y="2099007"/>
                  </a:lnTo>
                  <a:lnTo>
                    <a:pt x="4945347" y="2092934"/>
                  </a:lnTo>
                  <a:lnTo>
                    <a:pt x="4831208" y="2085932"/>
                  </a:lnTo>
                  <a:lnTo>
                    <a:pt x="4718662" y="2078019"/>
                  </a:lnTo>
                  <a:lnTo>
                    <a:pt x="4610164" y="2069201"/>
                  </a:lnTo>
                  <a:lnTo>
                    <a:pt x="4507373" y="2059460"/>
                  </a:lnTo>
                  <a:lnTo>
                    <a:pt x="4411229" y="2048755"/>
                  </a:lnTo>
                  <a:lnTo>
                    <a:pt x="4322085" y="2037011"/>
                  </a:lnTo>
                  <a:lnTo>
                    <a:pt x="4239854" y="2024128"/>
                  </a:lnTo>
                  <a:lnTo>
                    <a:pt x="4164138" y="2009976"/>
                  </a:lnTo>
                  <a:lnTo>
                    <a:pt x="4094343" y="1994399"/>
                  </a:lnTo>
                  <a:lnTo>
                    <a:pt x="4029755" y="1977227"/>
                  </a:lnTo>
                  <a:lnTo>
                    <a:pt x="3969613" y="1958278"/>
                  </a:lnTo>
                  <a:lnTo>
                    <a:pt x="3913147" y="1937382"/>
                  </a:lnTo>
                  <a:lnTo>
                    <a:pt x="3859626" y="1914407"/>
                  </a:lnTo>
                  <a:lnTo>
                    <a:pt x="3820202" y="1895362"/>
                  </a:lnTo>
                  <a:lnTo>
                    <a:pt x="3765523" y="1865887"/>
                  </a:lnTo>
                  <a:lnTo>
                    <a:pt x="3712423" y="1833783"/>
                  </a:lnTo>
                  <a:lnTo>
                    <a:pt x="3660380" y="1799004"/>
                  </a:lnTo>
                  <a:lnTo>
                    <a:pt x="3608994" y="1761567"/>
                  </a:lnTo>
                  <a:lnTo>
                    <a:pt x="3557967" y="1721566"/>
                  </a:lnTo>
                  <a:lnTo>
                    <a:pt x="3507089" y="1679173"/>
                  </a:lnTo>
                  <a:lnTo>
                    <a:pt x="3456220" y="1634642"/>
                  </a:lnTo>
                  <a:lnTo>
                    <a:pt x="3405283" y="1588308"/>
                  </a:lnTo>
                  <a:lnTo>
                    <a:pt x="3354254" y="1540577"/>
                  </a:lnTo>
                  <a:lnTo>
                    <a:pt x="3303145" y="1491913"/>
                  </a:lnTo>
                  <a:lnTo>
                    <a:pt x="3251995" y="1442820"/>
                  </a:lnTo>
                  <a:lnTo>
                    <a:pt x="3200854" y="1393821"/>
                  </a:lnTo>
                  <a:lnTo>
                    <a:pt x="3149770" y="1345436"/>
                  </a:lnTo>
                  <a:lnTo>
                    <a:pt x="3098775" y="1298157"/>
                  </a:lnTo>
                  <a:lnTo>
                    <a:pt x="3047868" y="1252428"/>
                  </a:lnTo>
                  <a:lnTo>
                    <a:pt x="2997007" y="1208632"/>
                  </a:lnTo>
                  <a:lnTo>
                    <a:pt x="2946095" y="1167073"/>
                  </a:lnTo>
                  <a:lnTo>
                    <a:pt x="2894968" y="1127979"/>
                  </a:lnTo>
                  <a:lnTo>
                    <a:pt x="2843385" y="1091491"/>
                  </a:lnTo>
                  <a:lnTo>
                    <a:pt x="2791013" y="1057676"/>
                  </a:lnTo>
                  <a:lnTo>
                    <a:pt x="2737413" y="1026526"/>
                  </a:lnTo>
                  <a:lnTo>
                    <a:pt x="2702183" y="1007948"/>
                  </a:lnTo>
                  <a:lnTo>
                    <a:pt x="2650469" y="983339"/>
                  </a:lnTo>
                  <a:lnTo>
                    <a:pt x="2596322" y="960859"/>
                  </a:lnTo>
                  <a:lnTo>
                    <a:pt x="2539064" y="940433"/>
                  </a:lnTo>
                  <a:lnTo>
                    <a:pt x="2477951" y="921915"/>
                  </a:lnTo>
                  <a:lnTo>
                    <a:pt x="2412213" y="905132"/>
                  </a:lnTo>
                  <a:lnTo>
                    <a:pt x="2341094" y="889903"/>
                  </a:lnTo>
                  <a:lnTo>
                    <a:pt x="2263902" y="876060"/>
                  </a:lnTo>
                  <a:lnTo>
                    <a:pt x="2180080" y="863455"/>
                  </a:lnTo>
                  <a:lnTo>
                    <a:pt x="2089293" y="851962"/>
                  </a:lnTo>
                  <a:lnTo>
                    <a:pt x="1991543" y="841488"/>
                  </a:lnTo>
                  <a:lnTo>
                    <a:pt x="1887309" y="831966"/>
                  </a:lnTo>
                  <a:lnTo>
                    <a:pt x="1777687" y="823360"/>
                  </a:lnTo>
                  <a:lnTo>
                    <a:pt x="1664519" y="815659"/>
                  </a:lnTo>
                  <a:lnTo>
                    <a:pt x="1550447" y="808872"/>
                  </a:lnTo>
                  <a:lnTo>
                    <a:pt x="1438857" y="803019"/>
                  </a:lnTo>
                  <a:lnTo>
                    <a:pt x="1333650" y="798115"/>
                  </a:lnTo>
                  <a:lnTo>
                    <a:pt x="1238829" y="794160"/>
                  </a:lnTo>
                  <a:lnTo>
                    <a:pt x="1157956" y="791123"/>
                  </a:lnTo>
                  <a:lnTo>
                    <a:pt x="1093567" y="788935"/>
                  </a:lnTo>
                  <a:lnTo>
                    <a:pt x="1046695" y="787487"/>
                  </a:lnTo>
                  <a:lnTo>
                    <a:pt x="1016624" y="786640"/>
                  </a:lnTo>
                  <a:lnTo>
                    <a:pt x="1000886" y="786235"/>
                  </a:lnTo>
                  <a:lnTo>
                    <a:pt x="995451" y="786106"/>
                  </a:lnTo>
                  <a:lnTo>
                    <a:pt x="994940" y="786095"/>
                  </a:lnTo>
                  <a:lnTo>
                    <a:pt x="0" y="786095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02" name="pl501"/>
            <p:cNvSpPr/>
            <p:nvPr/>
          </p:nvSpPr>
          <p:spPr>
            <a:xfrm>
              <a:off x="1199187" y="1750207"/>
              <a:ext cx="12049831" cy="2117216"/>
            </a:xfrm>
            <a:custGeom>
              <a:avLst/>
              <a:pathLst>
                <a:path w="12049831" h="2117216">
                  <a:moveTo>
                    <a:pt x="0" y="786095"/>
                  </a:moveTo>
                  <a:lnTo>
                    <a:pt x="994940" y="786095"/>
                  </a:lnTo>
                  <a:lnTo>
                    <a:pt x="996062" y="786120"/>
                  </a:lnTo>
                  <a:lnTo>
                    <a:pt x="1003472" y="786299"/>
                  </a:lnTo>
                  <a:lnTo>
                    <a:pt x="1022254" y="786793"/>
                  </a:lnTo>
                  <a:lnTo>
                    <a:pt x="1056096" y="787766"/>
                  </a:lnTo>
                  <a:lnTo>
                    <a:pt x="1107067" y="789376"/>
                  </a:lnTo>
                  <a:lnTo>
                    <a:pt x="1175466" y="791754"/>
                  </a:lnTo>
                  <a:lnTo>
                    <a:pt x="1259874" y="795001"/>
                  </a:lnTo>
                  <a:lnTo>
                    <a:pt x="1357469" y="799176"/>
                  </a:lnTo>
                  <a:lnTo>
                    <a:pt x="1464532" y="804303"/>
                  </a:lnTo>
                  <a:lnTo>
                    <a:pt x="1577038" y="810376"/>
                  </a:lnTo>
                  <a:lnTo>
                    <a:pt x="1691177" y="817379"/>
                  </a:lnTo>
                  <a:lnTo>
                    <a:pt x="1803723" y="825291"/>
                  </a:lnTo>
                  <a:lnTo>
                    <a:pt x="1912221" y="834110"/>
                  </a:lnTo>
                  <a:lnTo>
                    <a:pt x="2015012" y="843850"/>
                  </a:lnTo>
                  <a:lnTo>
                    <a:pt x="2111156" y="854556"/>
                  </a:lnTo>
                  <a:lnTo>
                    <a:pt x="2200300" y="866299"/>
                  </a:lnTo>
                  <a:lnTo>
                    <a:pt x="2282531" y="879182"/>
                  </a:lnTo>
                  <a:lnTo>
                    <a:pt x="2358247" y="893335"/>
                  </a:lnTo>
                  <a:lnTo>
                    <a:pt x="2428042" y="908911"/>
                  </a:lnTo>
                  <a:lnTo>
                    <a:pt x="2492630" y="926084"/>
                  </a:lnTo>
                  <a:lnTo>
                    <a:pt x="2552772" y="945033"/>
                  </a:lnTo>
                  <a:lnTo>
                    <a:pt x="2609238" y="965928"/>
                  </a:lnTo>
                  <a:lnTo>
                    <a:pt x="2662759" y="988903"/>
                  </a:lnTo>
                  <a:lnTo>
                    <a:pt x="2702183" y="1007948"/>
                  </a:lnTo>
                  <a:lnTo>
                    <a:pt x="2756862" y="1037424"/>
                  </a:lnTo>
                  <a:lnTo>
                    <a:pt x="2809962" y="1069527"/>
                  </a:lnTo>
                  <a:lnTo>
                    <a:pt x="2862005" y="1104306"/>
                  </a:lnTo>
                  <a:lnTo>
                    <a:pt x="2913391" y="1141743"/>
                  </a:lnTo>
                  <a:lnTo>
                    <a:pt x="2964418" y="1181744"/>
                  </a:lnTo>
                  <a:lnTo>
                    <a:pt x="3015296" y="1224138"/>
                  </a:lnTo>
                  <a:lnTo>
                    <a:pt x="3066165" y="1268669"/>
                  </a:lnTo>
                  <a:lnTo>
                    <a:pt x="3117102" y="1315002"/>
                  </a:lnTo>
                  <a:lnTo>
                    <a:pt x="3168131" y="1362733"/>
                  </a:lnTo>
                  <a:lnTo>
                    <a:pt x="3219240" y="1411397"/>
                  </a:lnTo>
                  <a:lnTo>
                    <a:pt x="3270390" y="1460490"/>
                  </a:lnTo>
                  <a:lnTo>
                    <a:pt x="3321531" y="1509489"/>
                  </a:lnTo>
                  <a:lnTo>
                    <a:pt x="3372615" y="1557874"/>
                  </a:lnTo>
                  <a:lnTo>
                    <a:pt x="3423610" y="1605153"/>
                  </a:lnTo>
                  <a:lnTo>
                    <a:pt x="3474517" y="1650882"/>
                  </a:lnTo>
                  <a:lnTo>
                    <a:pt x="3525378" y="1694679"/>
                  </a:lnTo>
                  <a:lnTo>
                    <a:pt x="3576290" y="1736237"/>
                  </a:lnTo>
                  <a:lnTo>
                    <a:pt x="3627417" y="1775332"/>
                  </a:lnTo>
                  <a:lnTo>
                    <a:pt x="3679000" y="1811819"/>
                  </a:lnTo>
                  <a:lnTo>
                    <a:pt x="3731372" y="1845635"/>
                  </a:lnTo>
                  <a:lnTo>
                    <a:pt x="3784972" y="1876784"/>
                  </a:lnTo>
                  <a:lnTo>
                    <a:pt x="3820202" y="1895362"/>
                  </a:lnTo>
                  <a:lnTo>
                    <a:pt x="3871916" y="1919971"/>
                  </a:lnTo>
                  <a:lnTo>
                    <a:pt x="3926063" y="1942451"/>
                  </a:lnTo>
                  <a:lnTo>
                    <a:pt x="3983321" y="1962878"/>
                  </a:lnTo>
                  <a:lnTo>
                    <a:pt x="4044434" y="1981395"/>
                  </a:lnTo>
                  <a:lnTo>
                    <a:pt x="4110172" y="1998179"/>
                  </a:lnTo>
                  <a:lnTo>
                    <a:pt x="4181291" y="2013407"/>
                  </a:lnTo>
                  <a:lnTo>
                    <a:pt x="4258483" y="2027250"/>
                  </a:lnTo>
                  <a:lnTo>
                    <a:pt x="4342305" y="2039856"/>
                  </a:lnTo>
                  <a:lnTo>
                    <a:pt x="4433092" y="2051348"/>
                  </a:lnTo>
                  <a:lnTo>
                    <a:pt x="4530842" y="2061823"/>
                  </a:lnTo>
                  <a:lnTo>
                    <a:pt x="4635076" y="2071345"/>
                  </a:lnTo>
                  <a:lnTo>
                    <a:pt x="4744698" y="2079951"/>
                  </a:lnTo>
                  <a:lnTo>
                    <a:pt x="4857866" y="2087651"/>
                  </a:lnTo>
                  <a:lnTo>
                    <a:pt x="4971938" y="2094438"/>
                  </a:lnTo>
                  <a:lnTo>
                    <a:pt x="5083528" y="2100292"/>
                  </a:lnTo>
                  <a:lnTo>
                    <a:pt x="5188735" y="2105196"/>
                  </a:lnTo>
                  <a:lnTo>
                    <a:pt x="5283556" y="2109150"/>
                  </a:lnTo>
                  <a:lnTo>
                    <a:pt x="5364428" y="2112187"/>
                  </a:lnTo>
                  <a:lnTo>
                    <a:pt x="5428818" y="2114376"/>
                  </a:lnTo>
                  <a:lnTo>
                    <a:pt x="5475690" y="2115823"/>
                  </a:lnTo>
                  <a:lnTo>
                    <a:pt x="5505761" y="2116670"/>
                  </a:lnTo>
                  <a:lnTo>
                    <a:pt x="5521499" y="2117076"/>
                  </a:lnTo>
                  <a:lnTo>
                    <a:pt x="5526934" y="2117204"/>
                  </a:lnTo>
                  <a:lnTo>
                    <a:pt x="5527445" y="2117216"/>
                  </a:lnTo>
                  <a:lnTo>
                    <a:pt x="6522385" y="2117216"/>
                  </a:lnTo>
                  <a:lnTo>
                    <a:pt x="6523487" y="2117176"/>
                  </a:lnTo>
                  <a:lnTo>
                    <a:pt x="6530764" y="2116897"/>
                  </a:lnTo>
                  <a:lnTo>
                    <a:pt x="6549218" y="2116127"/>
                  </a:lnTo>
                  <a:lnTo>
                    <a:pt x="6582492" y="2114607"/>
                  </a:lnTo>
                  <a:lnTo>
                    <a:pt x="6632652" y="2112095"/>
                  </a:lnTo>
                  <a:lnTo>
                    <a:pt x="6700043" y="2108380"/>
                  </a:lnTo>
                  <a:lnTo>
                    <a:pt x="6783325" y="2103306"/>
                  </a:lnTo>
                  <a:lnTo>
                    <a:pt x="6879775" y="2096777"/>
                  </a:lnTo>
                  <a:lnTo>
                    <a:pt x="6985772" y="2088753"/>
                  </a:lnTo>
                  <a:lnTo>
                    <a:pt x="7097365" y="2079242"/>
                  </a:lnTo>
                  <a:lnTo>
                    <a:pt x="7210791" y="2068270"/>
                  </a:lnTo>
                  <a:lnTo>
                    <a:pt x="7322839" y="2055865"/>
                  </a:lnTo>
                  <a:lnTo>
                    <a:pt x="7431043" y="2042039"/>
                  </a:lnTo>
                  <a:lnTo>
                    <a:pt x="7533716" y="2026769"/>
                  </a:lnTo>
                  <a:lnTo>
                    <a:pt x="7629881" y="2009990"/>
                  </a:lnTo>
                  <a:lnTo>
                    <a:pt x="7719144" y="1991594"/>
                  </a:lnTo>
                  <a:lnTo>
                    <a:pt x="7801555" y="1971425"/>
                  </a:lnTo>
                  <a:lnTo>
                    <a:pt x="7877479" y="1949287"/>
                  </a:lnTo>
                  <a:lnTo>
                    <a:pt x="7947484" y="1924940"/>
                  </a:lnTo>
                  <a:lnTo>
                    <a:pt x="8012258" y="1898120"/>
                  </a:lnTo>
                  <a:lnTo>
                    <a:pt x="8072547" y="1868545"/>
                  </a:lnTo>
                  <a:lnTo>
                    <a:pt x="8129107" y="1835945"/>
                  </a:lnTo>
                  <a:lnTo>
                    <a:pt x="8182663" y="1800102"/>
                  </a:lnTo>
                  <a:lnTo>
                    <a:pt x="8229629" y="1764346"/>
                  </a:lnTo>
                  <a:lnTo>
                    <a:pt x="8278400" y="1722806"/>
                  </a:lnTo>
                  <a:lnTo>
                    <a:pt x="8325870" y="1677963"/>
                  </a:lnTo>
                  <a:lnTo>
                    <a:pt x="8372422" y="1629751"/>
                  </a:lnTo>
                  <a:lnTo>
                    <a:pt x="8418359" y="1578169"/>
                  </a:lnTo>
                  <a:lnTo>
                    <a:pt x="8463919" y="1523288"/>
                  </a:lnTo>
                  <a:lnTo>
                    <a:pt x="8509278" y="1465257"/>
                  </a:lnTo>
                  <a:lnTo>
                    <a:pt x="8554564" y="1404306"/>
                  </a:lnTo>
                  <a:lnTo>
                    <a:pt x="8599862" y="1340749"/>
                  </a:lnTo>
                  <a:lnTo>
                    <a:pt x="8645219" y="1274974"/>
                  </a:lnTo>
                  <a:lnTo>
                    <a:pt x="8690649" y="1207444"/>
                  </a:lnTo>
                  <a:lnTo>
                    <a:pt x="8736146" y="1138677"/>
                  </a:lnTo>
                  <a:lnTo>
                    <a:pt x="8781682" y="1069236"/>
                  </a:lnTo>
                  <a:lnTo>
                    <a:pt x="8827225" y="999704"/>
                  </a:lnTo>
                  <a:lnTo>
                    <a:pt x="8872736" y="930670"/>
                  </a:lnTo>
                  <a:lnTo>
                    <a:pt x="8918189" y="862704"/>
                  </a:lnTo>
                  <a:lnTo>
                    <a:pt x="8963568" y="796342"/>
                  </a:lnTo>
                  <a:lnTo>
                    <a:pt x="9008880" y="732062"/>
                  </a:lnTo>
                  <a:lnTo>
                    <a:pt x="9054163" y="670278"/>
                  </a:lnTo>
                  <a:lnTo>
                    <a:pt x="9099489" y="611327"/>
                  </a:lnTo>
                  <a:lnTo>
                    <a:pt x="9144970" y="555465"/>
                  </a:lnTo>
                  <a:lnTo>
                    <a:pt x="9190770" y="502864"/>
                  </a:lnTo>
                  <a:lnTo>
                    <a:pt x="9237106" y="453620"/>
                  </a:lnTo>
                  <a:lnTo>
                    <a:pt x="9284258" y="407752"/>
                  </a:lnTo>
                  <a:lnTo>
                    <a:pt x="9332586" y="365213"/>
                  </a:lnTo>
                  <a:lnTo>
                    <a:pt x="9347647" y="352869"/>
                  </a:lnTo>
                  <a:lnTo>
                    <a:pt x="9399031" y="313961"/>
                  </a:lnTo>
                  <a:lnTo>
                    <a:pt x="9452814" y="278398"/>
                  </a:lnTo>
                  <a:lnTo>
                    <a:pt x="9509660" y="246063"/>
                  </a:lnTo>
                  <a:lnTo>
                    <a:pt x="9570298" y="216731"/>
                  </a:lnTo>
                  <a:lnTo>
                    <a:pt x="9635485" y="190130"/>
                  </a:lnTo>
                  <a:lnTo>
                    <a:pt x="9705963" y="165979"/>
                  </a:lnTo>
                  <a:lnTo>
                    <a:pt x="9782415" y="144016"/>
                  </a:lnTo>
                  <a:lnTo>
                    <a:pt x="9865394" y="124004"/>
                  </a:lnTo>
                  <a:lnTo>
                    <a:pt x="9955243" y="105749"/>
                  </a:lnTo>
                  <a:lnTo>
                    <a:pt x="10051978" y="89101"/>
                  </a:lnTo>
                  <a:lnTo>
                    <a:pt x="10155165" y="73954"/>
                  </a:lnTo>
                  <a:lnTo>
                    <a:pt x="10263769" y="60249"/>
                  </a:lnTo>
                  <a:lnTo>
                    <a:pt x="10376039" y="47965"/>
                  </a:lnTo>
                  <a:lnTo>
                    <a:pt x="10489445" y="37114"/>
                  </a:lnTo>
                  <a:lnTo>
                    <a:pt x="10600716" y="27727"/>
                  </a:lnTo>
                  <a:lnTo>
                    <a:pt x="10706059" y="19830"/>
                  </a:lnTo>
                  <a:lnTo>
                    <a:pt x="10801530" y="13426"/>
                  </a:lnTo>
                  <a:lnTo>
                    <a:pt x="10883561" y="8471"/>
                  </a:lnTo>
                  <a:lnTo>
                    <a:pt x="10949527" y="4865"/>
                  </a:lnTo>
                  <a:lnTo>
                    <a:pt x="10998226" y="2445"/>
                  </a:lnTo>
                  <a:lnTo>
                    <a:pt x="11030146" y="998"/>
                  </a:lnTo>
                  <a:lnTo>
                    <a:pt x="11047497" y="279"/>
                  </a:lnTo>
                  <a:lnTo>
                    <a:pt x="11054041" y="3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3" name="pl502"/>
            <p:cNvSpPr/>
            <p:nvPr/>
          </p:nvSpPr>
          <p:spPr>
            <a:xfrm>
              <a:off x="1199187" y="1739725"/>
              <a:ext cx="12049831" cy="2117216"/>
            </a:xfrm>
            <a:custGeom>
              <a:avLst/>
              <a:pathLst>
                <a:path w="12049831" h="2117216">
                  <a:moveTo>
                    <a:pt x="12049831" y="0"/>
                  </a:moveTo>
                  <a:lnTo>
                    <a:pt x="11054891" y="0"/>
                  </a:lnTo>
                  <a:lnTo>
                    <a:pt x="11053789" y="39"/>
                  </a:lnTo>
                  <a:lnTo>
                    <a:pt x="11046513" y="318"/>
                  </a:lnTo>
                  <a:lnTo>
                    <a:pt x="11028058" y="1089"/>
                  </a:lnTo>
                  <a:lnTo>
                    <a:pt x="10994785" y="2608"/>
                  </a:lnTo>
                  <a:lnTo>
                    <a:pt x="10944624" y="5120"/>
                  </a:lnTo>
                  <a:lnTo>
                    <a:pt x="10877234" y="8835"/>
                  </a:lnTo>
                  <a:lnTo>
                    <a:pt x="10793951" y="13909"/>
                  </a:lnTo>
                  <a:lnTo>
                    <a:pt x="10697501" y="20438"/>
                  </a:lnTo>
                  <a:lnTo>
                    <a:pt x="10591505" y="28462"/>
                  </a:lnTo>
                  <a:lnTo>
                    <a:pt x="10479912" y="37973"/>
                  </a:lnTo>
                  <a:lnTo>
                    <a:pt x="10366486" y="48946"/>
                  </a:lnTo>
                  <a:lnTo>
                    <a:pt x="10254437" y="61350"/>
                  </a:lnTo>
                  <a:lnTo>
                    <a:pt x="10146233" y="75176"/>
                  </a:lnTo>
                  <a:lnTo>
                    <a:pt x="10043560" y="90446"/>
                  </a:lnTo>
                  <a:lnTo>
                    <a:pt x="9947396" y="107225"/>
                  </a:lnTo>
                  <a:lnTo>
                    <a:pt x="9858133" y="125621"/>
                  </a:lnTo>
                  <a:lnTo>
                    <a:pt x="9775721" y="145790"/>
                  </a:lnTo>
                  <a:lnTo>
                    <a:pt x="9699797" y="167928"/>
                  </a:lnTo>
                  <a:lnTo>
                    <a:pt x="9629792" y="192275"/>
                  </a:lnTo>
                  <a:lnTo>
                    <a:pt x="9565018" y="219095"/>
                  </a:lnTo>
                  <a:lnTo>
                    <a:pt x="9504729" y="248670"/>
                  </a:lnTo>
                  <a:lnTo>
                    <a:pt x="9448169" y="281270"/>
                  </a:lnTo>
                  <a:lnTo>
                    <a:pt x="9394613" y="317113"/>
                  </a:lnTo>
                  <a:lnTo>
                    <a:pt x="9347647" y="352869"/>
                  </a:lnTo>
                  <a:lnTo>
                    <a:pt x="9298876" y="394409"/>
                  </a:lnTo>
                  <a:lnTo>
                    <a:pt x="9251407" y="439252"/>
                  </a:lnTo>
                  <a:lnTo>
                    <a:pt x="9204855" y="487465"/>
                  </a:lnTo>
                  <a:lnTo>
                    <a:pt x="9158917" y="539046"/>
                  </a:lnTo>
                  <a:lnTo>
                    <a:pt x="9113358" y="593927"/>
                  </a:lnTo>
                  <a:lnTo>
                    <a:pt x="9067999" y="651958"/>
                  </a:lnTo>
                  <a:lnTo>
                    <a:pt x="9022712" y="712909"/>
                  </a:lnTo>
                  <a:lnTo>
                    <a:pt x="8977414" y="776466"/>
                  </a:lnTo>
                  <a:lnTo>
                    <a:pt x="8932058" y="842241"/>
                  </a:lnTo>
                  <a:lnTo>
                    <a:pt x="8886627" y="909771"/>
                  </a:lnTo>
                  <a:lnTo>
                    <a:pt x="8841131" y="978538"/>
                  </a:lnTo>
                  <a:lnTo>
                    <a:pt x="8795594" y="1047980"/>
                  </a:lnTo>
                  <a:lnTo>
                    <a:pt x="8750052" y="1117512"/>
                  </a:lnTo>
                  <a:lnTo>
                    <a:pt x="8704540" y="1186546"/>
                  </a:lnTo>
                  <a:lnTo>
                    <a:pt x="8659087" y="1254511"/>
                  </a:lnTo>
                  <a:lnTo>
                    <a:pt x="8613709" y="1320873"/>
                  </a:lnTo>
                  <a:lnTo>
                    <a:pt x="8568396" y="1385153"/>
                  </a:lnTo>
                  <a:lnTo>
                    <a:pt x="8523113" y="1446937"/>
                  </a:lnTo>
                  <a:lnTo>
                    <a:pt x="8477788" y="1505888"/>
                  </a:lnTo>
                  <a:lnTo>
                    <a:pt x="8432306" y="1561750"/>
                  </a:lnTo>
                  <a:lnTo>
                    <a:pt x="8386506" y="1614351"/>
                  </a:lnTo>
                  <a:lnTo>
                    <a:pt x="8340171" y="1663595"/>
                  </a:lnTo>
                  <a:lnTo>
                    <a:pt x="8293018" y="1709464"/>
                  </a:lnTo>
                  <a:lnTo>
                    <a:pt x="8244691" y="1752002"/>
                  </a:lnTo>
                  <a:lnTo>
                    <a:pt x="8229629" y="1764346"/>
                  </a:lnTo>
                  <a:lnTo>
                    <a:pt x="8178245" y="1803254"/>
                  </a:lnTo>
                  <a:lnTo>
                    <a:pt x="8124462" y="1838817"/>
                  </a:lnTo>
                  <a:lnTo>
                    <a:pt x="8067617" y="1871153"/>
                  </a:lnTo>
                  <a:lnTo>
                    <a:pt x="8006978" y="1900485"/>
                  </a:lnTo>
                  <a:lnTo>
                    <a:pt x="7941792" y="1927086"/>
                  </a:lnTo>
                  <a:lnTo>
                    <a:pt x="7871313" y="1951236"/>
                  </a:lnTo>
                  <a:lnTo>
                    <a:pt x="7794861" y="1973200"/>
                  </a:lnTo>
                  <a:lnTo>
                    <a:pt x="7711882" y="1993211"/>
                  </a:lnTo>
                  <a:lnTo>
                    <a:pt x="7622034" y="2011466"/>
                  </a:lnTo>
                  <a:lnTo>
                    <a:pt x="7525298" y="2028114"/>
                  </a:lnTo>
                  <a:lnTo>
                    <a:pt x="7422112" y="2043261"/>
                  </a:lnTo>
                  <a:lnTo>
                    <a:pt x="7313508" y="2056967"/>
                  </a:lnTo>
                  <a:lnTo>
                    <a:pt x="7201237" y="2069251"/>
                  </a:lnTo>
                  <a:lnTo>
                    <a:pt x="7087832" y="2080101"/>
                  </a:lnTo>
                  <a:lnTo>
                    <a:pt x="6976560" y="2089488"/>
                  </a:lnTo>
                  <a:lnTo>
                    <a:pt x="6871217" y="2097385"/>
                  </a:lnTo>
                  <a:lnTo>
                    <a:pt x="6775747" y="2103790"/>
                  </a:lnTo>
                  <a:lnTo>
                    <a:pt x="6693716" y="2108744"/>
                  </a:lnTo>
                  <a:lnTo>
                    <a:pt x="6627749" y="2112350"/>
                  </a:lnTo>
                  <a:lnTo>
                    <a:pt x="6579051" y="2114770"/>
                  </a:lnTo>
                  <a:lnTo>
                    <a:pt x="6547130" y="2116217"/>
                  </a:lnTo>
                  <a:lnTo>
                    <a:pt x="6529780" y="2116936"/>
                  </a:lnTo>
                  <a:lnTo>
                    <a:pt x="6523235" y="2117186"/>
                  </a:lnTo>
                  <a:lnTo>
                    <a:pt x="6522385" y="2117216"/>
                  </a:lnTo>
                  <a:lnTo>
                    <a:pt x="5527445" y="2117216"/>
                  </a:lnTo>
                  <a:lnTo>
                    <a:pt x="5526323" y="2117191"/>
                  </a:lnTo>
                  <a:lnTo>
                    <a:pt x="5518913" y="2117012"/>
                  </a:lnTo>
                  <a:lnTo>
                    <a:pt x="5500131" y="2116518"/>
                  </a:lnTo>
                  <a:lnTo>
                    <a:pt x="5466289" y="2115544"/>
                  </a:lnTo>
                  <a:lnTo>
                    <a:pt x="5415318" y="2113935"/>
                  </a:lnTo>
                  <a:lnTo>
                    <a:pt x="5346919" y="2111556"/>
                  </a:lnTo>
                  <a:lnTo>
                    <a:pt x="5262511" y="2108309"/>
                  </a:lnTo>
                  <a:lnTo>
                    <a:pt x="5164916" y="2104134"/>
                  </a:lnTo>
                  <a:lnTo>
                    <a:pt x="5057853" y="2099007"/>
                  </a:lnTo>
                  <a:lnTo>
                    <a:pt x="4945347" y="2092934"/>
                  </a:lnTo>
                  <a:lnTo>
                    <a:pt x="4831208" y="2085932"/>
                  </a:lnTo>
                  <a:lnTo>
                    <a:pt x="4718662" y="2078019"/>
                  </a:lnTo>
                  <a:lnTo>
                    <a:pt x="4610164" y="2069201"/>
                  </a:lnTo>
                  <a:lnTo>
                    <a:pt x="4507373" y="2059460"/>
                  </a:lnTo>
                  <a:lnTo>
                    <a:pt x="4411229" y="2048755"/>
                  </a:lnTo>
                  <a:lnTo>
                    <a:pt x="4322085" y="2037011"/>
                  </a:lnTo>
                  <a:lnTo>
                    <a:pt x="4239854" y="2024128"/>
                  </a:lnTo>
                  <a:lnTo>
                    <a:pt x="4164138" y="2009976"/>
                  </a:lnTo>
                  <a:lnTo>
                    <a:pt x="4094343" y="1994399"/>
                  </a:lnTo>
                  <a:lnTo>
                    <a:pt x="4029755" y="1977227"/>
                  </a:lnTo>
                  <a:lnTo>
                    <a:pt x="3969613" y="1958278"/>
                  </a:lnTo>
                  <a:lnTo>
                    <a:pt x="3913147" y="1937382"/>
                  </a:lnTo>
                  <a:lnTo>
                    <a:pt x="3859626" y="1914407"/>
                  </a:lnTo>
                  <a:lnTo>
                    <a:pt x="3820202" y="1895362"/>
                  </a:lnTo>
                  <a:lnTo>
                    <a:pt x="3765523" y="1865887"/>
                  </a:lnTo>
                  <a:lnTo>
                    <a:pt x="3712423" y="1833783"/>
                  </a:lnTo>
                  <a:lnTo>
                    <a:pt x="3660380" y="1799004"/>
                  </a:lnTo>
                  <a:lnTo>
                    <a:pt x="3608994" y="1761567"/>
                  </a:lnTo>
                  <a:lnTo>
                    <a:pt x="3557967" y="1721566"/>
                  </a:lnTo>
                  <a:lnTo>
                    <a:pt x="3507089" y="1679173"/>
                  </a:lnTo>
                  <a:lnTo>
                    <a:pt x="3456220" y="1634642"/>
                  </a:lnTo>
                  <a:lnTo>
                    <a:pt x="3405283" y="1588308"/>
                  </a:lnTo>
                  <a:lnTo>
                    <a:pt x="3354254" y="1540577"/>
                  </a:lnTo>
                  <a:lnTo>
                    <a:pt x="3303145" y="1491913"/>
                  </a:lnTo>
                  <a:lnTo>
                    <a:pt x="3251995" y="1442820"/>
                  </a:lnTo>
                  <a:lnTo>
                    <a:pt x="3200854" y="1393821"/>
                  </a:lnTo>
                  <a:lnTo>
                    <a:pt x="3149770" y="1345436"/>
                  </a:lnTo>
                  <a:lnTo>
                    <a:pt x="3098775" y="1298157"/>
                  </a:lnTo>
                  <a:lnTo>
                    <a:pt x="3047868" y="1252428"/>
                  </a:lnTo>
                  <a:lnTo>
                    <a:pt x="2997007" y="1208632"/>
                  </a:lnTo>
                  <a:lnTo>
                    <a:pt x="2946095" y="1167073"/>
                  </a:lnTo>
                  <a:lnTo>
                    <a:pt x="2894968" y="1127979"/>
                  </a:lnTo>
                  <a:lnTo>
                    <a:pt x="2843385" y="1091491"/>
                  </a:lnTo>
                  <a:lnTo>
                    <a:pt x="2791013" y="1057676"/>
                  </a:lnTo>
                  <a:lnTo>
                    <a:pt x="2737413" y="1026526"/>
                  </a:lnTo>
                  <a:lnTo>
                    <a:pt x="2702183" y="1007948"/>
                  </a:lnTo>
                  <a:lnTo>
                    <a:pt x="2650469" y="983339"/>
                  </a:lnTo>
                  <a:lnTo>
                    <a:pt x="2596322" y="960859"/>
                  </a:lnTo>
                  <a:lnTo>
                    <a:pt x="2539064" y="940433"/>
                  </a:lnTo>
                  <a:lnTo>
                    <a:pt x="2477951" y="921915"/>
                  </a:lnTo>
                  <a:lnTo>
                    <a:pt x="2412213" y="905132"/>
                  </a:lnTo>
                  <a:lnTo>
                    <a:pt x="2341094" y="889903"/>
                  </a:lnTo>
                  <a:lnTo>
                    <a:pt x="2263902" y="876060"/>
                  </a:lnTo>
                  <a:lnTo>
                    <a:pt x="2180080" y="863455"/>
                  </a:lnTo>
                  <a:lnTo>
                    <a:pt x="2089293" y="851962"/>
                  </a:lnTo>
                  <a:lnTo>
                    <a:pt x="1991543" y="841488"/>
                  </a:lnTo>
                  <a:lnTo>
                    <a:pt x="1887309" y="831966"/>
                  </a:lnTo>
                  <a:lnTo>
                    <a:pt x="1777687" y="823360"/>
                  </a:lnTo>
                  <a:lnTo>
                    <a:pt x="1664519" y="815659"/>
                  </a:lnTo>
                  <a:lnTo>
                    <a:pt x="1550447" y="808872"/>
                  </a:lnTo>
                  <a:lnTo>
                    <a:pt x="1438857" y="803019"/>
                  </a:lnTo>
                  <a:lnTo>
                    <a:pt x="1333650" y="798115"/>
                  </a:lnTo>
                  <a:lnTo>
                    <a:pt x="1238829" y="794160"/>
                  </a:lnTo>
                  <a:lnTo>
                    <a:pt x="1157956" y="791123"/>
                  </a:lnTo>
                  <a:lnTo>
                    <a:pt x="1093567" y="788935"/>
                  </a:lnTo>
                  <a:lnTo>
                    <a:pt x="1046695" y="787487"/>
                  </a:lnTo>
                  <a:lnTo>
                    <a:pt x="1016624" y="786640"/>
                  </a:lnTo>
                  <a:lnTo>
                    <a:pt x="1000886" y="786235"/>
                  </a:lnTo>
                  <a:lnTo>
                    <a:pt x="995451" y="786106"/>
                  </a:lnTo>
                  <a:lnTo>
                    <a:pt x="994940" y="786095"/>
                  </a:lnTo>
                  <a:lnTo>
                    <a:pt x="0" y="786095"/>
                  </a:lnTo>
                  <a:lnTo>
                    <a:pt x="0" y="7860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4" name="pg503"/>
            <p:cNvSpPr/>
            <p:nvPr/>
          </p:nvSpPr>
          <p:spPr>
            <a:xfrm>
              <a:off x="1199187" y="2006998"/>
              <a:ext cx="12049831" cy="1876147"/>
            </a:xfrm>
            <a:custGeom>
              <a:avLst/>
              <a:pathLst>
                <a:path w="12049831" h="1876147">
                  <a:moveTo>
                    <a:pt x="0" y="534544"/>
                  </a:moveTo>
                  <a:lnTo>
                    <a:pt x="994940" y="534544"/>
                  </a:lnTo>
                  <a:lnTo>
                    <a:pt x="996062" y="534569"/>
                  </a:lnTo>
                  <a:lnTo>
                    <a:pt x="1003470" y="534750"/>
                  </a:lnTo>
                  <a:lnTo>
                    <a:pt x="1022249" y="535247"/>
                  </a:lnTo>
                  <a:lnTo>
                    <a:pt x="1056085" y="536229"/>
                  </a:lnTo>
                  <a:lnTo>
                    <a:pt x="1107047" y="537850"/>
                  </a:lnTo>
                  <a:lnTo>
                    <a:pt x="1175435" y="540247"/>
                  </a:lnTo>
                  <a:lnTo>
                    <a:pt x="1259832" y="543519"/>
                  </a:lnTo>
                  <a:lnTo>
                    <a:pt x="1357415" y="547726"/>
                  </a:lnTo>
                  <a:lnTo>
                    <a:pt x="1464467" y="552893"/>
                  </a:lnTo>
                  <a:lnTo>
                    <a:pt x="1576964" y="559013"/>
                  </a:lnTo>
                  <a:lnTo>
                    <a:pt x="1691095" y="566069"/>
                  </a:lnTo>
                  <a:lnTo>
                    <a:pt x="1803636" y="574043"/>
                  </a:lnTo>
                  <a:lnTo>
                    <a:pt x="1912130" y="582929"/>
                  </a:lnTo>
                  <a:lnTo>
                    <a:pt x="2014920" y="592745"/>
                  </a:lnTo>
                  <a:lnTo>
                    <a:pt x="2111065" y="603533"/>
                  </a:lnTo>
                  <a:lnTo>
                    <a:pt x="2200210" y="615367"/>
                  </a:lnTo>
                  <a:lnTo>
                    <a:pt x="2282443" y="628349"/>
                  </a:lnTo>
                  <a:lnTo>
                    <a:pt x="2358161" y="642611"/>
                  </a:lnTo>
                  <a:lnTo>
                    <a:pt x="2427959" y="658307"/>
                  </a:lnTo>
                  <a:lnTo>
                    <a:pt x="2492548" y="675612"/>
                  </a:lnTo>
                  <a:lnTo>
                    <a:pt x="2552692" y="694706"/>
                  </a:lnTo>
                  <a:lnTo>
                    <a:pt x="2609159" y="715762"/>
                  </a:lnTo>
                  <a:lnTo>
                    <a:pt x="2662680" y="738913"/>
                  </a:lnTo>
                  <a:lnTo>
                    <a:pt x="2702183" y="758145"/>
                  </a:lnTo>
                  <a:lnTo>
                    <a:pt x="2756780" y="787805"/>
                  </a:lnTo>
                  <a:lnTo>
                    <a:pt x="2809802" y="820106"/>
                  </a:lnTo>
                  <a:lnTo>
                    <a:pt x="2861770" y="855095"/>
                  </a:lnTo>
                  <a:lnTo>
                    <a:pt x="2913080" y="892755"/>
                  </a:lnTo>
                  <a:lnTo>
                    <a:pt x="2964030" y="932993"/>
                  </a:lnTo>
                  <a:lnTo>
                    <a:pt x="3014832" y="975636"/>
                  </a:lnTo>
                  <a:lnTo>
                    <a:pt x="3065623" y="1020430"/>
                  </a:lnTo>
                  <a:lnTo>
                    <a:pt x="3116481" y="1067039"/>
                  </a:lnTo>
                  <a:lnTo>
                    <a:pt x="3167431" y="1115057"/>
                  </a:lnTo>
                  <a:lnTo>
                    <a:pt x="3218462" y="1164020"/>
                  </a:lnTo>
                  <a:lnTo>
                    <a:pt x="3269534" y="1213421"/>
                  </a:lnTo>
                  <a:lnTo>
                    <a:pt x="3320597" y="1262737"/>
                  </a:lnTo>
                  <a:lnTo>
                    <a:pt x="3371605" y="1311445"/>
                  </a:lnTo>
                  <a:lnTo>
                    <a:pt x="3422525" y="1359052"/>
                  </a:lnTo>
                  <a:lnTo>
                    <a:pt x="3473356" y="1405109"/>
                  </a:lnTo>
                  <a:lnTo>
                    <a:pt x="3524140" y="1449233"/>
                  </a:lnTo>
                  <a:lnTo>
                    <a:pt x="3574971" y="1491115"/>
                  </a:lnTo>
                  <a:lnTo>
                    <a:pt x="3626012" y="1530526"/>
                  </a:lnTo>
                  <a:lnTo>
                    <a:pt x="3677500" y="1567320"/>
                  </a:lnTo>
                  <a:lnTo>
                    <a:pt x="3729762" y="1601429"/>
                  </a:lnTo>
                  <a:lnTo>
                    <a:pt x="3783235" y="1632860"/>
                  </a:lnTo>
                  <a:lnTo>
                    <a:pt x="3820202" y="1652546"/>
                  </a:lnTo>
                  <a:lnTo>
                    <a:pt x="3871912" y="1677348"/>
                  </a:lnTo>
                  <a:lnTo>
                    <a:pt x="3926056" y="1700003"/>
                  </a:lnTo>
                  <a:lnTo>
                    <a:pt x="3983310" y="1720589"/>
                  </a:lnTo>
                  <a:lnTo>
                    <a:pt x="4044417" y="1739252"/>
                  </a:lnTo>
                  <a:lnTo>
                    <a:pt x="4110149" y="1756167"/>
                  </a:lnTo>
                  <a:lnTo>
                    <a:pt x="4181262" y="1771515"/>
                  </a:lnTo>
                  <a:lnTo>
                    <a:pt x="4258446" y="1785466"/>
                  </a:lnTo>
                  <a:lnTo>
                    <a:pt x="4342259" y="1798171"/>
                  </a:lnTo>
                  <a:lnTo>
                    <a:pt x="4433037" y="1809754"/>
                  </a:lnTo>
                  <a:lnTo>
                    <a:pt x="4530776" y="1820311"/>
                  </a:lnTo>
                  <a:lnTo>
                    <a:pt x="4634999" y="1829908"/>
                  </a:lnTo>
                  <a:lnTo>
                    <a:pt x="4744610" y="1838581"/>
                  </a:lnTo>
                  <a:lnTo>
                    <a:pt x="4857769" y="1846343"/>
                  </a:lnTo>
                  <a:lnTo>
                    <a:pt x="4971834" y="1853184"/>
                  </a:lnTo>
                  <a:lnTo>
                    <a:pt x="5083420" y="1859084"/>
                  </a:lnTo>
                  <a:lnTo>
                    <a:pt x="5188629" y="1864027"/>
                  </a:lnTo>
                  <a:lnTo>
                    <a:pt x="5283457" y="1868014"/>
                  </a:lnTo>
                  <a:lnTo>
                    <a:pt x="5364342" y="1871076"/>
                  </a:lnTo>
                  <a:lnTo>
                    <a:pt x="5428749" y="1873282"/>
                  </a:lnTo>
                  <a:lnTo>
                    <a:pt x="5475640" y="1874742"/>
                  </a:lnTo>
                  <a:lnTo>
                    <a:pt x="5505731" y="1875596"/>
                  </a:lnTo>
                  <a:lnTo>
                    <a:pt x="5521485" y="1876005"/>
                  </a:lnTo>
                  <a:lnTo>
                    <a:pt x="5526931" y="1876135"/>
                  </a:lnTo>
                  <a:lnTo>
                    <a:pt x="5527445" y="1876147"/>
                  </a:lnTo>
                  <a:lnTo>
                    <a:pt x="6522385" y="1876147"/>
                  </a:lnTo>
                  <a:lnTo>
                    <a:pt x="6523495" y="1876112"/>
                  </a:lnTo>
                  <a:lnTo>
                    <a:pt x="6530819" y="1875863"/>
                  </a:lnTo>
                  <a:lnTo>
                    <a:pt x="6549390" y="1875177"/>
                  </a:lnTo>
                  <a:lnTo>
                    <a:pt x="6582867" y="1873825"/>
                  </a:lnTo>
                  <a:lnTo>
                    <a:pt x="6633318" y="1871591"/>
                  </a:lnTo>
                  <a:lnTo>
                    <a:pt x="6701069" y="1868287"/>
                  </a:lnTo>
                  <a:lnTo>
                    <a:pt x="6784756" y="1863774"/>
                  </a:lnTo>
                  <a:lnTo>
                    <a:pt x="6881617" y="1857969"/>
                  </a:lnTo>
                  <a:lnTo>
                    <a:pt x="6987996" y="1850838"/>
                  </a:lnTo>
                  <a:lnTo>
                    <a:pt x="7099918" y="1842386"/>
                  </a:lnTo>
                  <a:lnTo>
                    <a:pt x="7213602" y="1832638"/>
                  </a:lnTo>
                  <a:lnTo>
                    <a:pt x="7325830" y="1821619"/>
                  </a:lnTo>
                  <a:lnTo>
                    <a:pt x="7434141" y="1809338"/>
                  </a:lnTo>
                  <a:lnTo>
                    <a:pt x="7536858" y="1795774"/>
                  </a:lnTo>
                  <a:lnTo>
                    <a:pt x="7633017" y="1780869"/>
                  </a:lnTo>
                  <a:lnTo>
                    <a:pt x="7722238" y="1764524"/>
                  </a:lnTo>
                  <a:lnTo>
                    <a:pt x="7804585" y="1746600"/>
                  </a:lnTo>
                  <a:lnTo>
                    <a:pt x="7880435" y="1726919"/>
                  </a:lnTo>
                  <a:lnTo>
                    <a:pt x="7950364" y="1705270"/>
                  </a:lnTo>
                  <a:lnTo>
                    <a:pt x="8015071" y="1681414"/>
                  </a:lnTo>
                  <a:lnTo>
                    <a:pt x="8075307" y="1655102"/>
                  </a:lnTo>
                  <a:lnTo>
                    <a:pt x="8131832" y="1626094"/>
                  </a:lnTo>
                  <a:lnTo>
                    <a:pt x="8185374" y="1594200"/>
                  </a:lnTo>
                  <a:lnTo>
                    <a:pt x="8229629" y="1564329"/>
                  </a:lnTo>
                  <a:lnTo>
                    <a:pt x="8280168" y="1526215"/>
                  </a:lnTo>
                  <a:lnTo>
                    <a:pt x="8329325" y="1484959"/>
                  </a:lnTo>
                  <a:lnTo>
                    <a:pt x="8377521" y="1440503"/>
                  </a:lnTo>
                  <a:lnTo>
                    <a:pt x="8425088" y="1392849"/>
                  </a:lnTo>
                  <a:lnTo>
                    <a:pt x="8472280" y="1342078"/>
                  </a:lnTo>
                  <a:lnTo>
                    <a:pt x="8519285" y="1288350"/>
                  </a:lnTo>
                  <a:lnTo>
                    <a:pt x="8566235" y="1231907"/>
                  </a:lnTo>
                  <a:lnTo>
                    <a:pt x="8613215" y="1173078"/>
                  </a:lnTo>
                  <a:lnTo>
                    <a:pt x="8660265" y="1112265"/>
                  </a:lnTo>
                  <a:lnTo>
                    <a:pt x="8707394" y="1049943"/>
                  </a:lnTo>
                  <a:lnTo>
                    <a:pt x="8754585" y="986639"/>
                  </a:lnTo>
                  <a:lnTo>
                    <a:pt x="8801805" y="922917"/>
                  </a:lnTo>
                  <a:lnTo>
                    <a:pt x="8849014" y="859357"/>
                  </a:lnTo>
                  <a:lnTo>
                    <a:pt x="8896174" y="796533"/>
                  </a:lnTo>
                  <a:lnTo>
                    <a:pt x="8943260" y="734991"/>
                  </a:lnTo>
                  <a:lnTo>
                    <a:pt x="8990268" y="675229"/>
                  </a:lnTo>
                  <a:lnTo>
                    <a:pt x="9037223" y="617686"/>
                  </a:lnTo>
                  <a:lnTo>
                    <a:pt x="9084191" y="562722"/>
                  </a:lnTo>
                  <a:lnTo>
                    <a:pt x="9131280" y="510619"/>
                  </a:lnTo>
                  <a:lnTo>
                    <a:pt x="9178654" y="461572"/>
                  </a:lnTo>
                  <a:lnTo>
                    <a:pt x="9226536" y="415696"/>
                  </a:lnTo>
                  <a:lnTo>
                    <a:pt x="9275221" y="373028"/>
                  </a:lnTo>
                  <a:lnTo>
                    <a:pt x="9325090" y="333536"/>
                  </a:lnTo>
                  <a:lnTo>
                    <a:pt x="9347647" y="317058"/>
                  </a:lnTo>
                  <a:lnTo>
                    <a:pt x="9399150" y="282602"/>
                  </a:lnTo>
                  <a:lnTo>
                    <a:pt x="9453063" y="251115"/>
                  </a:lnTo>
                  <a:lnTo>
                    <a:pt x="9510057" y="222493"/>
                  </a:lnTo>
                  <a:lnTo>
                    <a:pt x="9570865" y="196535"/>
                  </a:lnTo>
                  <a:lnTo>
                    <a:pt x="9636249" y="172999"/>
                  </a:lnTo>
                  <a:lnTo>
                    <a:pt x="9706958" y="151635"/>
                  </a:lnTo>
                  <a:lnTo>
                    <a:pt x="9783674" y="132209"/>
                  </a:lnTo>
                  <a:lnTo>
                    <a:pt x="9866955" y="114514"/>
                  </a:lnTo>
                  <a:lnTo>
                    <a:pt x="9957140" y="98375"/>
                  </a:lnTo>
                  <a:lnTo>
                    <a:pt x="10054239" y="83660"/>
                  </a:lnTo>
                  <a:lnTo>
                    <a:pt x="10157801" y="70275"/>
                  </a:lnTo>
                  <a:lnTo>
                    <a:pt x="10266771" y="58170"/>
                  </a:lnTo>
                  <a:lnTo>
                    <a:pt x="10379365" y="47326"/>
                  </a:lnTo>
                  <a:lnTo>
                    <a:pt x="10493012" y="37755"/>
                  </a:lnTo>
                  <a:lnTo>
                    <a:pt x="10604403" y="29484"/>
                  </a:lnTo>
                  <a:lnTo>
                    <a:pt x="10709702" y="22536"/>
                  </a:lnTo>
                  <a:lnTo>
                    <a:pt x="10804946" y="16913"/>
                  </a:lnTo>
                  <a:lnTo>
                    <a:pt x="10886567" y="12574"/>
                  </a:lnTo>
                  <a:lnTo>
                    <a:pt x="10951973" y="9427"/>
                  </a:lnTo>
                  <a:lnTo>
                    <a:pt x="11000018" y="7326"/>
                  </a:lnTo>
                  <a:lnTo>
                    <a:pt x="11031274" y="6080"/>
                  </a:lnTo>
                  <a:lnTo>
                    <a:pt x="11048040" y="5468"/>
                  </a:lnTo>
                  <a:lnTo>
                    <a:pt x="11054176" y="526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2" y="34"/>
                  </a:lnTo>
                  <a:lnTo>
                    <a:pt x="11046458" y="283"/>
                  </a:lnTo>
                  <a:lnTo>
                    <a:pt x="11027886" y="969"/>
                  </a:lnTo>
                  <a:lnTo>
                    <a:pt x="10994409" y="2321"/>
                  </a:lnTo>
                  <a:lnTo>
                    <a:pt x="10943959" y="4555"/>
                  </a:lnTo>
                  <a:lnTo>
                    <a:pt x="10876207" y="7859"/>
                  </a:lnTo>
                  <a:lnTo>
                    <a:pt x="10792521" y="12372"/>
                  </a:lnTo>
                  <a:lnTo>
                    <a:pt x="10695660" y="18177"/>
                  </a:lnTo>
                  <a:lnTo>
                    <a:pt x="10589280" y="25308"/>
                  </a:lnTo>
                  <a:lnTo>
                    <a:pt x="10477358" y="33760"/>
                  </a:lnTo>
                  <a:lnTo>
                    <a:pt x="10363675" y="43508"/>
                  </a:lnTo>
                  <a:lnTo>
                    <a:pt x="10251446" y="54527"/>
                  </a:lnTo>
                  <a:lnTo>
                    <a:pt x="10143135" y="66808"/>
                  </a:lnTo>
                  <a:lnTo>
                    <a:pt x="10040418" y="80372"/>
                  </a:lnTo>
                  <a:lnTo>
                    <a:pt x="9944260" y="95277"/>
                  </a:lnTo>
                  <a:lnTo>
                    <a:pt x="9855039" y="111622"/>
                  </a:lnTo>
                  <a:lnTo>
                    <a:pt x="9772691" y="129546"/>
                  </a:lnTo>
                  <a:lnTo>
                    <a:pt x="9696842" y="149227"/>
                  </a:lnTo>
                  <a:lnTo>
                    <a:pt x="9626912" y="170876"/>
                  </a:lnTo>
                  <a:lnTo>
                    <a:pt x="9562206" y="194732"/>
                  </a:lnTo>
                  <a:lnTo>
                    <a:pt x="9501970" y="221044"/>
                  </a:lnTo>
                  <a:lnTo>
                    <a:pt x="9445445" y="250052"/>
                  </a:lnTo>
                  <a:lnTo>
                    <a:pt x="9391902" y="281946"/>
                  </a:lnTo>
                  <a:lnTo>
                    <a:pt x="9347647" y="311817"/>
                  </a:lnTo>
                  <a:lnTo>
                    <a:pt x="9297108" y="349931"/>
                  </a:lnTo>
                  <a:lnTo>
                    <a:pt x="9247952" y="391187"/>
                  </a:lnTo>
                  <a:lnTo>
                    <a:pt x="9199755" y="435643"/>
                  </a:lnTo>
                  <a:lnTo>
                    <a:pt x="9152189" y="483297"/>
                  </a:lnTo>
                  <a:lnTo>
                    <a:pt x="9104997" y="534068"/>
                  </a:lnTo>
                  <a:lnTo>
                    <a:pt x="9057992" y="587796"/>
                  </a:lnTo>
                  <a:lnTo>
                    <a:pt x="9011041" y="644239"/>
                  </a:lnTo>
                  <a:lnTo>
                    <a:pt x="8964062" y="703068"/>
                  </a:lnTo>
                  <a:lnTo>
                    <a:pt x="8917012" y="763881"/>
                  </a:lnTo>
                  <a:lnTo>
                    <a:pt x="8869883" y="826203"/>
                  </a:lnTo>
                  <a:lnTo>
                    <a:pt x="8822691" y="889507"/>
                  </a:lnTo>
                  <a:lnTo>
                    <a:pt x="8775471" y="953229"/>
                  </a:lnTo>
                  <a:lnTo>
                    <a:pt x="8728262" y="1016789"/>
                  </a:lnTo>
                  <a:lnTo>
                    <a:pt x="8681102" y="1079613"/>
                  </a:lnTo>
                  <a:lnTo>
                    <a:pt x="8634017" y="1141155"/>
                  </a:lnTo>
                  <a:lnTo>
                    <a:pt x="8587009" y="1200917"/>
                  </a:lnTo>
                  <a:lnTo>
                    <a:pt x="8540053" y="1258460"/>
                  </a:lnTo>
                  <a:lnTo>
                    <a:pt x="8493085" y="1313424"/>
                  </a:lnTo>
                  <a:lnTo>
                    <a:pt x="8445996" y="1365527"/>
                  </a:lnTo>
                  <a:lnTo>
                    <a:pt x="8398622" y="1414574"/>
                  </a:lnTo>
                  <a:lnTo>
                    <a:pt x="8350741" y="1460450"/>
                  </a:lnTo>
                  <a:lnTo>
                    <a:pt x="8302055" y="1503118"/>
                  </a:lnTo>
                  <a:lnTo>
                    <a:pt x="8252186" y="1542610"/>
                  </a:lnTo>
                  <a:lnTo>
                    <a:pt x="8229629" y="1559088"/>
                  </a:lnTo>
                  <a:lnTo>
                    <a:pt x="8178127" y="1593544"/>
                  </a:lnTo>
                  <a:lnTo>
                    <a:pt x="8124213" y="1625031"/>
                  </a:lnTo>
                  <a:lnTo>
                    <a:pt x="8067220" y="1653653"/>
                  </a:lnTo>
                  <a:lnTo>
                    <a:pt x="8006411" y="1679611"/>
                  </a:lnTo>
                  <a:lnTo>
                    <a:pt x="7941027" y="1703147"/>
                  </a:lnTo>
                  <a:lnTo>
                    <a:pt x="7870319" y="1724511"/>
                  </a:lnTo>
                  <a:lnTo>
                    <a:pt x="7793602" y="1743937"/>
                  </a:lnTo>
                  <a:lnTo>
                    <a:pt x="7710321" y="1761632"/>
                  </a:lnTo>
                  <a:lnTo>
                    <a:pt x="7620137" y="1777771"/>
                  </a:lnTo>
                  <a:lnTo>
                    <a:pt x="7523038" y="1792486"/>
                  </a:lnTo>
                  <a:lnTo>
                    <a:pt x="7419475" y="1805871"/>
                  </a:lnTo>
                  <a:lnTo>
                    <a:pt x="7310506" y="1817976"/>
                  </a:lnTo>
                  <a:lnTo>
                    <a:pt x="7197911" y="1828820"/>
                  </a:lnTo>
                  <a:lnTo>
                    <a:pt x="7084264" y="1838391"/>
                  </a:lnTo>
                  <a:lnTo>
                    <a:pt x="6972874" y="1846662"/>
                  </a:lnTo>
                  <a:lnTo>
                    <a:pt x="6867574" y="1853610"/>
                  </a:lnTo>
                  <a:lnTo>
                    <a:pt x="6772331" y="1859233"/>
                  </a:lnTo>
                  <a:lnTo>
                    <a:pt x="6690709" y="1863572"/>
                  </a:lnTo>
                  <a:lnTo>
                    <a:pt x="6625304" y="1866719"/>
                  </a:lnTo>
                  <a:lnTo>
                    <a:pt x="6577258" y="1868820"/>
                  </a:lnTo>
                  <a:lnTo>
                    <a:pt x="6546003" y="1870066"/>
                  </a:lnTo>
                  <a:lnTo>
                    <a:pt x="6529237" y="1870678"/>
                  </a:lnTo>
                  <a:lnTo>
                    <a:pt x="6523101" y="1870884"/>
                  </a:lnTo>
                  <a:lnTo>
                    <a:pt x="6522385" y="1870906"/>
                  </a:lnTo>
                  <a:lnTo>
                    <a:pt x="5527445" y="1870906"/>
                  </a:lnTo>
                  <a:lnTo>
                    <a:pt x="5526323" y="1870881"/>
                  </a:lnTo>
                  <a:lnTo>
                    <a:pt x="5518915" y="1870700"/>
                  </a:lnTo>
                  <a:lnTo>
                    <a:pt x="5500136" y="1870203"/>
                  </a:lnTo>
                  <a:lnTo>
                    <a:pt x="5466300" y="1869221"/>
                  </a:lnTo>
                  <a:lnTo>
                    <a:pt x="5415338" y="1867600"/>
                  </a:lnTo>
                  <a:lnTo>
                    <a:pt x="5346950" y="1865203"/>
                  </a:lnTo>
                  <a:lnTo>
                    <a:pt x="5262553" y="1861931"/>
                  </a:lnTo>
                  <a:lnTo>
                    <a:pt x="5164970" y="1857724"/>
                  </a:lnTo>
                  <a:lnTo>
                    <a:pt x="5057918" y="1852558"/>
                  </a:lnTo>
                  <a:lnTo>
                    <a:pt x="4945421" y="1846437"/>
                  </a:lnTo>
                  <a:lnTo>
                    <a:pt x="4831290" y="1839381"/>
                  </a:lnTo>
                  <a:lnTo>
                    <a:pt x="4718749" y="1831407"/>
                  </a:lnTo>
                  <a:lnTo>
                    <a:pt x="4610255" y="1822521"/>
                  </a:lnTo>
                  <a:lnTo>
                    <a:pt x="4507465" y="1812705"/>
                  </a:lnTo>
                  <a:lnTo>
                    <a:pt x="4411320" y="1801917"/>
                  </a:lnTo>
                  <a:lnTo>
                    <a:pt x="4322175" y="1790083"/>
                  </a:lnTo>
                  <a:lnTo>
                    <a:pt x="4239942" y="1777101"/>
                  </a:lnTo>
                  <a:lnTo>
                    <a:pt x="4164224" y="1762839"/>
                  </a:lnTo>
                  <a:lnTo>
                    <a:pt x="4094426" y="1747143"/>
                  </a:lnTo>
                  <a:lnTo>
                    <a:pt x="4029837" y="1729838"/>
                  </a:lnTo>
                  <a:lnTo>
                    <a:pt x="3969693" y="1710744"/>
                  </a:lnTo>
                  <a:lnTo>
                    <a:pt x="3913226" y="1689688"/>
                  </a:lnTo>
                  <a:lnTo>
                    <a:pt x="3859705" y="1666537"/>
                  </a:lnTo>
                  <a:lnTo>
                    <a:pt x="3820202" y="1647305"/>
                  </a:lnTo>
                  <a:lnTo>
                    <a:pt x="3765605" y="1617645"/>
                  </a:lnTo>
                  <a:lnTo>
                    <a:pt x="3712583" y="1585344"/>
                  </a:lnTo>
                  <a:lnTo>
                    <a:pt x="3660615" y="1550355"/>
                  </a:lnTo>
                  <a:lnTo>
                    <a:pt x="3609305" y="1512695"/>
                  </a:lnTo>
                  <a:lnTo>
                    <a:pt x="3558355" y="1472457"/>
                  </a:lnTo>
                  <a:lnTo>
                    <a:pt x="3507553" y="1429814"/>
                  </a:lnTo>
                  <a:lnTo>
                    <a:pt x="3456762" y="1385021"/>
                  </a:lnTo>
                  <a:lnTo>
                    <a:pt x="3405904" y="1338411"/>
                  </a:lnTo>
                  <a:lnTo>
                    <a:pt x="3354954" y="1290393"/>
                  </a:lnTo>
                  <a:lnTo>
                    <a:pt x="3303923" y="1241430"/>
                  </a:lnTo>
                  <a:lnTo>
                    <a:pt x="3252851" y="1192029"/>
                  </a:lnTo>
                  <a:lnTo>
                    <a:pt x="3201788" y="1142713"/>
                  </a:lnTo>
                  <a:lnTo>
                    <a:pt x="3150780" y="1094005"/>
                  </a:lnTo>
                  <a:lnTo>
                    <a:pt x="3099860" y="1046398"/>
                  </a:lnTo>
                  <a:lnTo>
                    <a:pt x="3049029" y="1000341"/>
                  </a:lnTo>
                  <a:lnTo>
                    <a:pt x="2998245" y="956217"/>
                  </a:lnTo>
                  <a:lnTo>
                    <a:pt x="2947414" y="914335"/>
                  </a:lnTo>
                  <a:lnTo>
                    <a:pt x="2896373" y="874924"/>
                  </a:lnTo>
                  <a:lnTo>
                    <a:pt x="2844885" y="838130"/>
                  </a:lnTo>
                  <a:lnTo>
                    <a:pt x="2792623" y="804021"/>
                  </a:lnTo>
                  <a:lnTo>
                    <a:pt x="2739150" y="772590"/>
                  </a:lnTo>
                  <a:lnTo>
                    <a:pt x="2702183" y="752904"/>
                  </a:lnTo>
                  <a:lnTo>
                    <a:pt x="2650473" y="728103"/>
                  </a:lnTo>
                  <a:lnTo>
                    <a:pt x="2596329" y="705447"/>
                  </a:lnTo>
                  <a:lnTo>
                    <a:pt x="2539075" y="684861"/>
                  </a:lnTo>
                  <a:lnTo>
                    <a:pt x="2477968" y="666198"/>
                  </a:lnTo>
                  <a:lnTo>
                    <a:pt x="2412236" y="649283"/>
                  </a:lnTo>
                  <a:lnTo>
                    <a:pt x="2341123" y="633935"/>
                  </a:lnTo>
                  <a:lnTo>
                    <a:pt x="2263939" y="619984"/>
                  </a:lnTo>
                  <a:lnTo>
                    <a:pt x="2180126" y="607279"/>
                  </a:lnTo>
                  <a:lnTo>
                    <a:pt x="2089348" y="595696"/>
                  </a:lnTo>
                  <a:lnTo>
                    <a:pt x="1991609" y="585139"/>
                  </a:lnTo>
                  <a:lnTo>
                    <a:pt x="1887386" y="575542"/>
                  </a:lnTo>
                  <a:lnTo>
                    <a:pt x="1777775" y="566869"/>
                  </a:lnTo>
                  <a:lnTo>
                    <a:pt x="1664616" y="559107"/>
                  </a:lnTo>
                  <a:lnTo>
                    <a:pt x="1550551" y="552266"/>
                  </a:lnTo>
                  <a:lnTo>
                    <a:pt x="1438965" y="546366"/>
                  </a:lnTo>
                  <a:lnTo>
                    <a:pt x="1333756" y="541423"/>
                  </a:lnTo>
                  <a:lnTo>
                    <a:pt x="1238928" y="537436"/>
                  </a:lnTo>
                  <a:lnTo>
                    <a:pt x="1158043" y="534375"/>
                  </a:lnTo>
                  <a:lnTo>
                    <a:pt x="1093636" y="532168"/>
                  </a:lnTo>
                  <a:lnTo>
                    <a:pt x="1046745" y="530708"/>
                  </a:lnTo>
                  <a:lnTo>
                    <a:pt x="1016654" y="529854"/>
                  </a:lnTo>
                  <a:lnTo>
                    <a:pt x="1000900" y="529445"/>
                  </a:lnTo>
                  <a:lnTo>
                    <a:pt x="995454" y="529315"/>
                  </a:lnTo>
                  <a:lnTo>
                    <a:pt x="994940" y="529304"/>
                  </a:lnTo>
                  <a:lnTo>
                    <a:pt x="0" y="529304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05" name="pl504"/>
            <p:cNvSpPr/>
            <p:nvPr/>
          </p:nvSpPr>
          <p:spPr>
            <a:xfrm>
              <a:off x="1199187" y="2012238"/>
              <a:ext cx="12049831" cy="1870906"/>
            </a:xfrm>
            <a:custGeom>
              <a:avLst/>
              <a:pathLst>
                <a:path w="12049831" h="1870906">
                  <a:moveTo>
                    <a:pt x="0" y="529304"/>
                  </a:moveTo>
                  <a:lnTo>
                    <a:pt x="994940" y="529304"/>
                  </a:lnTo>
                  <a:lnTo>
                    <a:pt x="996062" y="529329"/>
                  </a:lnTo>
                  <a:lnTo>
                    <a:pt x="1003470" y="529509"/>
                  </a:lnTo>
                  <a:lnTo>
                    <a:pt x="1022249" y="530007"/>
                  </a:lnTo>
                  <a:lnTo>
                    <a:pt x="1056085" y="530988"/>
                  </a:lnTo>
                  <a:lnTo>
                    <a:pt x="1107047" y="532610"/>
                  </a:lnTo>
                  <a:lnTo>
                    <a:pt x="1175435" y="535006"/>
                  </a:lnTo>
                  <a:lnTo>
                    <a:pt x="1259832" y="538278"/>
                  </a:lnTo>
                  <a:lnTo>
                    <a:pt x="1357415" y="542486"/>
                  </a:lnTo>
                  <a:lnTo>
                    <a:pt x="1464467" y="547652"/>
                  </a:lnTo>
                  <a:lnTo>
                    <a:pt x="1576964" y="553772"/>
                  </a:lnTo>
                  <a:lnTo>
                    <a:pt x="1691095" y="560828"/>
                  </a:lnTo>
                  <a:lnTo>
                    <a:pt x="1803636" y="568802"/>
                  </a:lnTo>
                  <a:lnTo>
                    <a:pt x="1912130" y="577689"/>
                  </a:lnTo>
                  <a:lnTo>
                    <a:pt x="2014920" y="587504"/>
                  </a:lnTo>
                  <a:lnTo>
                    <a:pt x="2111065" y="598292"/>
                  </a:lnTo>
                  <a:lnTo>
                    <a:pt x="2200210" y="610126"/>
                  </a:lnTo>
                  <a:lnTo>
                    <a:pt x="2282443" y="623109"/>
                  </a:lnTo>
                  <a:lnTo>
                    <a:pt x="2358161" y="637370"/>
                  </a:lnTo>
                  <a:lnTo>
                    <a:pt x="2427959" y="653066"/>
                  </a:lnTo>
                  <a:lnTo>
                    <a:pt x="2492548" y="670371"/>
                  </a:lnTo>
                  <a:lnTo>
                    <a:pt x="2552692" y="689465"/>
                  </a:lnTo>
                  <a:lnTo>
                    <a:pt x="2609159" y="710521"/>
                  </a:lnTo>
                  <a:lnTo>
                    <a:pt x="2662680" y="733672"/>
                  </a:lnTo>
                  <a:lnTo>
                    <a:pt x="2702183" y="752904"/>
                  </a:lnTo>
                  <a:lnTo>
                    <a:pt x="2756780" y="782564"/>
                  </a:lnTo>
                  <a:lnTo>
                    <a:pt x="2809802" y="814865"/>
                  </a:lnTo>
                  <a:lnTo>
                    <a:pt x="2861770" y="849855"/>
                  </a:lnTo>
                  <a:lnTo>
                    <a:pt x="2913080" y="887514"/>
                  </a:lnTo>
                  <a:lnTo>
                    <a:pt x="2964030" y="927752"/>
                  </a:lnTo>
                  <a:lnTo>
                    <a:pt x="3014832" y="970395"/>
                  </a:lnTo>
                  <a:lnTo>
                    <a:pt x="3065623" y="1015189"/>
                  </a:lnTo>
                  <a:lnTo>
                    <a:pt x="3116481" y="1061798"/>
                  </a:lnTo>
                  <a:lnTo>
                    <a:pt x="3167431" y="1109816"/>
                  </a:lnTo>
                  <a:lnTo>
                    <a:pt x="3218462" y="1158779"/>
                  </a:lnTo>
                  <a:lnTo>
                    <a:pt x="3269534" y="1208181"/>
                  </a:lnTo>
                  <a:lnTo>
                    <a:pt x="3320597" y="1257496"/>
                  </a:lnTo>
                  <a:lnTo>
                    <a:pt x="3371605" y="1306204"/>
                  </a:lnTo>
                  <a:lnTo>
                    <a:pt x="3422525" y="1353811"/>
                  </a:lnTo>
                  <a:lnTo>
                    <a:pt x="3473356" y="1399868"/>
                  </a:lnTo>
                  <a:lnTo>
                    <a:pt x="3524140" y="1443993"/>
                  </a:lnTo>
                  <a:lnTo>
                    <a:pt x="3574971" y="1485874"/>
                  </a:lnTo>
                  <a:lnTo>
                    <a:pt x="3626012" y="1525285"/>
                  </a:lnTo>
                  <a:lnTo>
                    <a:pt x="3677500" y="1562079"/>
                  </a:lnTo>
                  <a:lnTo>
                    <a:pt x="3729762" y="1596189"/>
                  </a:lnTo>
                  <a:lnTo>
                    <a:pt x="3783235" y="1627619"/>
                  </a:lnTo>
                  <a:lnTo>
                    <a:pt x="3820202" y="1647305"/>
                  </a:lnTo>
                  <a:lnTo>
                    <a:pt x="3871912" y="1672107"/>
                  </a:lnTo>
                  <a:lnTo>
                    <a:pt x="3926056" y="1694763"/>
                  </a:lnTo>
                  <a:lnTo>
                    <a:pt x="3983310" y="1715349"/>
                  </a:lnTo>
                  <a:lnTo>
                    <a:pt x="4044417" y="1734011"/>
                  </a:lnTo>
                  <a:lnTo>
                    <a:pt x="4110149" y="1750926"/>
                  </a:lnTo>
                  <a:lnTo>
                    <a:pt x="4181262" y="1766274"/>
                  </a:lnTo>
                  <a:lnTo>
                    <a:pt x="4258446" y="1780226"/>
                  </a:lnTo>
                  <a:lnTo>
                    <a:pt x="4342259" y="1792930"/>
                  </a:lnTo>
                  <a:lnTo>
                    <a:pt x="4433037" y="1804513"/>
                  </a:lnTo>
                  <a:lnTo>
                    <a:pt x="4530776" y="1815070"/>
                  </a:lnTo>
                  <a:lnTo>
                    <a:pt x="4634999" y="1824667"/>
                  </a:lnTo>
                  <a:lnTo>
                    <a:pt x="4744610" y="1833341"/>
                  </a:lnTo>
                  <a:lnTo>
                    <a:pt x="4857769" y="1841103"/>
                  </a:lnTo>
                  <a:lnTo>
                    <a:pt x="4971834" y="1847943"/>
                  </a:lnTo>
                  <a:lnTo>
                    <a:pt x="5083420" y="1853843"/>
                  </a:lnTo>
                  <a:lnTo>
                    <a:pt x="5188629" y="1858786"/>
                  </a:lnTo>
                  <a:lnTo>
                    <a:pt x="5283457" y="1862773"/>
                  </a:lnTo>
                  <a:lnTo>
                    <a:pt x="5364342" y="1865835"/>
                  </a:lnTo>
                  <a:lnTo>
                    <a:pt x="5428749" y="1868041"/>
                  </a:lnTo>
                  <a:lnTo>
                    <a:pt x="5475640" y="1869501"/>
                  </a:lnTo>
                  <a:lnTo>
                    <a:pt x="5505731" y="1870355"/>
                  </a:lnTo>
                  <a:lnTo>
                    <a:pt x="5521485" y="1870764"/>
                  </a:lnTo>
                  <a:lnTo>
                    <a:pt x="5526931" y="1870894"/>
                  </a:lnTo>
                  <a:lnTo>
                    <a:pt x="5527445" y="1870906"/>
                  </a:lnTo>
                  <a:lnTo>
                    <a:pt x="6522385" y="1870906"/>
                  </a:lnTo>
                  <a:lnTo>
                    <a:pt x="6523495" y="1870871"/>
                  </a:lnTo>
                  <a:lnTo>
                    <a:pt x="6530819" y="1870623"/>
                  </a:lnTo>
                  <a:lnTo>
                    <a:pt x="6549390" y="1869937"/>
                  </a:lnTo>
                  <a:lnTo>
                    <a:pt x="6582867" y="1868585"/>
                  </a:lnTo>
                  <a:lnTo>
                    <a:pt x="6633318" y="1866350"/>
                  </a:lnTo>
                  <a:lnTo>
                    <a:pt x="6701069" y="1863046"/>
                  </a:lnTo>
                  <a:lnTo>
                    <a:pt x="6784756" y="1858534"/>
                  </a:lnTo>
                  <a:lnTo>
                    <a:pt x="6881617" y="1852728"/>
                  </a:lnTo>
                  <a:lnTo>
                    <a:pt x="6987996" y="1845597"/>
                  </a:lnTo>
                  <a:lnTo>
                    <a:pt x="7099918" y="1837145"/>
                  </a:lnTo>
                  <a:lnTo>
                    <a:pt x="7213602" y="1827397"/>
                  </a:lnTo>
                  <a:lnTo>
                    <a:pt x="7325830" y="1816379"/>
                  </a:lnTo>
                  <a:lnTo>
                    <a:pt x="7434141" y="1804098"/>
                  </a:lnTo>
                  <a:lnTo>
                    <a:pt x="7536858" y="1790534"/>
                  </a:lnTo>
                  <a:lnTo>
                    <a:pt x="7633017" y="1775628"/>
                  </a:lnTo>
                  <a:lnTo>
                    <a:pt x="7722238" y="1759283"/>
                  </a:lnTo>
                  <a:lnTo>
                    <a:pt x="7804585" y="1741359"/>
                  </a:lnTo>
                  <a:lnTo>
                    <a:pt x="7880435" y="1721679"/>
                  </a:lnTo>
                  <a:lnTo>
                    <a:pt x="7950364" y="1700029"/>
                  </a:lnTo>
                  <a:lnTo>
                    <a:pt x="8015071" y="1676174"/>
                  </a:lnTo>
                  <a:lnTo>
                    <a:pt x="8075307" y="1649861"/>
                  </a:lnTo>
                  <a:lnTo>
                    <a:pt x="8131832" y="1620853"/>
                  </a:lnTo>
                  <a:lnTo>
                    <a:pt x="8185374" y="1588959"/>
                  </a:lnTo>
                  <a:lnTo>
                    <a:pt x="8229629" y="1559088"/>
                  </a:lnTo>
                  <a:lnTo>
                    <a:pt x="8280168" y="1520974"/>
                  </a:lnTo>
                  <a:lnTo>
                    <a:pt x="8329325" y="1479719"/>
                  </a:lnTo>
                  <a:lnTo>
                    <a:pt x="8377521" y="1435262"/>
                  </a:lnTo>
                  <a:lnTo>
                    <a:pt x="8425088" y="1387608"/>
                  </a:lnTo>
                  <a:lnTo>
                    <a:pt x="8472280" y="1336837"/>
                  </a:lnTo>
                  <a:lnTo>
                    <a:pt x="8519285" y="1283109"/>
                  </a:lnTo>
                  <a:lnTo>
                    <a:pt x="8566235" y="1226667"/>
                  </a:lnTo>
                  <a:lnTo>
                    <a:pt x="8613215" y="1167837"/>
                  </a:lnTo>
                  <a:lnTo>
                    <a:pt x="8660265" y="1107024"/>
                  </a:lnTo>
                  <a:lnTo>
                    <a:pt x="8707394" y="1044702"/>
                  </a:lnTo>
                  <a:lnTo>
                    <a:pt x="8754585" y="981398"/>
                  </a:lnTo>
                  <a:lnTo>
                    <a:pt x="8801805" y="917676"/>
                  </a:lnTo>
                  <a:lnTo>
                    <a:pt x="8849014" y="854116"/>
                  </a:lnTo>
                  <a:lnTo>
                    <a:pt x="8896174" y="791292"/>
                  </a:lnTo>
                  <a:lnTo>
                    <a:pt x="8943260" y="729750"/>
                  </a:lnTo>
                  <a:lnTo>
                    <a:pt x="8990268" y="669989"/>
                  </a:lnTo>
                  <a:lnTo>
                    <a:pt x="9037223" y="612445"/>
                  </a:lnTo>
                  <a:lnTo>
                    <a:pt x="9084191" y="557482"/>
                  </a:lnTo>
                  <a:lnTo>
                    <a:pt x="9131280" y="505378"/>
                  </a:lnTo>
                  <a:lnTo>
                    <a:pt x="9178654" y="456331"/>
                  </a:lnTo>
                  <a:lnTo>
                    <a:pt x="9226536" y="410455"/>
                  </a:lnTo>
                  <a:lnTo>
                    <a:pt x="9275221" y="367788"/>
                  </a:lnTo>
                  <a:lnTo>
                    <a:pt x="9325090" y="328295"/>
                  </a:lnTo>
                  <a:lnTo>
                    <a:pt x="9347647" y="311817"/>
                  </a:lnTo>
                  <a:lnTo>
                    <a:pt x="9399150" y="277361"/>
                  </a:lnTo>
                  <a:lnTo>
                    <a:pt x="9453063" y="245875"/>
                  </a:lnTo>
                  <a:lnTo>
                    <a:pt x="9510057" y="217252"/>
                  </a:lnTo>
                  <a:lnTo>
                    <a:pt x="9570865" y="191294"/>
                  </a:lnTo>
                  <a:lnTo>
                    <a:pt x="9636249" y="167758"/>
                  </a:lnTo>
                  <a:lnTo>
                    <a:pt x="9706958" y="146395"/>
                  </a:lnTo>
                  <a:lnTo>
                    <a:pt x="9783674" y="126969"/>
                  </a:lnTo>
                  <a:lnTo>
                    <a:pt x="9866955" y="109273"/>
                  </a:lnTo>
                  <a:lnTo>
                    <a:pt x="9957140" y="93134"/>
                  </a:lnTo>
                  <a:lnTo>
                    <a:pt x="10054239" y="78419"/>
                  </a:lnTo>
                  <a:lnTo>
                    <a:pt x="10157801" y="65035"/>
                  </a:lnTo>
                  <a:lnTo>
                    <a:pt x="10266771" y="52929"/>
                  </a:lnTo>
                  <a:lnTo>
                    <a:pt x="10379365" y="42085"/>
                  </a:lnTo>
                  <a:lnTo>
                    <a:pt x="10493012" y="32514"/>
                  </a:lnTo>
                  <a:lnTo>
                    <a:pt x="10604403" y="24244"/>
                  </a:lnTo>
                  <a:lnTo>
                    <a:pt x="10709702" y="17296"/>
                  </a:lnTo>
                  <a:lnTo>
                    <a:pt x="10804946" y="11672"/>
                  </a:lnTo>
                  <a:lnTo>
                    <a:pt x="10886567" y="7333"/>
                  </a:lnTo>
                  <a:lnTo>
                    <a:pt x="10951973" y="4187"/>
                  </a:lnTo>
                  <a:lnTo>
                    <a:pt x="11000018" y="2086"/>
                  </a:lnTo>
                  <a:lnTo>
                    <a:pt x="11031274" y="839"/>
                  </a:lnTo>
                  <a:lnTo>
                    <a:pt x="11048040" y="227"/>
                  </a:lnTo>
                  <a:lnTo>
                    <a:pt x="11054176" y="2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6" name="pl505"/>
            <p:cNvSpPr/>
            <p:nvPr/>
          </p:nvSpPr>
          <p:spPr>
            <a:xfrm>
              <a:off x="1199187" y="2006998"/>
              <a:ext cx="12049831" cy="1870906"/>
            </a:xfrm>
            <a:custGeom>
              <a:avLst/>
              <a:pathLst>
                <a:path w="12049831" h="1870906">
                  <a:moveTo>
                    <a:pt x="12049831" y="0"/>
                  </a:moveTo>
                  <a:lnTo>
                    <a:pt x="11054891" y="0"/>
                  </a:lnTo>
                  <a:lnTo>
                    <a:pt x="11053782" y="34"/>
                  </a:lnTo>
                  <a:lnTo>
                    <a:pt x="11046458" y="283"/>
                  </a:lnTo>
                  <a:lnTo>
                    <a:pt x="11027886" y="969"/>
                  </a:lnTo>
                  <a:lnTo>
                    <a:pt x="10994409" y="2321"/>
                  </a:lnTo>
                  <a:lnTo>
                    <a:pt x="10943959" y="4555"/>
                  </a:lnTo>
                  <a:lnTo>
                    <a:pt x="10876207" y="7859"/>
                  </a:lnTo>
                  <a:lnTo>
                    <a:pt x="10792521" y="12372"/>
                  </a:lnTo>
                  <a:lnTo>
                    <a:pt x="10695660" y="18177"/>
                  </a:lnTo>
                  <a:lnTo>
                    <a:pt x="10589280" y="25308"/>
                  </a:lnTo>
                  <a:lnTo>
                    <a:pt x="10477358" y="33760"/>
                  </a:lnTo>
                  <a:lnTo>
                    <a:pt x="10363675" y="43508"/>
                  </a:lnTo>
                  <a:lnTo>
                    <a:pt x="10251446" y="54527"/>
                  </a:lnTo>
                  <a:lnTo>
                    <a:pt x="10143135" y="66808"/>
                  </a:lnTo>
                  <a:lnTo>
                    <a:pt x="10040418" y="80372"/>
                  </a:lnTo>
                  <a:lnTo>
                    <a:pt x="9944260" y="95277"/>
                  </a:lnTo>
                  <a:lnTo>
                    <a:pt x="9855039" y="111622"/>
                  </a:lnTo>
                  <a:lnTo>
                    <a:pt x="9772691" y="129546"/>
                  </a:lnTo>
                  <a:lnTo>
                    <a:pt x="9696842" y="149227"/>
                  </a:lnTo>
                  <a:lnTo>
                    <a:pt x="9626912" y="170876"/>
                  </a:lnTo>
                  <a:lnTo>
                    <a:pt x="9562206" y="194732"/>
                  </a:lnTo>
                  <a:lnTo>
                    <a:pt x="9501970" y="221044"/>
                  </a:lnTo>
                  <a:lnTo>
                    <a:pt x="9445445" y="250052"/>
                  </a:lnTo>
                  <a:lnTo>
                    <a:pt x="9391902" y="281946"/>
                  </a:lnTo>
                  <a:lnTo>
                    <a:pt x="9347647" y="311817"/>
                  </a:lnTo>
                  <a:lnTo>
                    <a:pt x="9297108" y="349931"/>
                  </a:lnTo>
                  <a:lnTo>
                    <a:pt x="9247952" y="391187"/>
                  </a:lnTo>
                  <a:lnTo>
                    <a:pt x="9199755" y="435643"/>
                  </a:lnTo>
                  <a:lnTo>
                    <a:pt x="9152189" y="483297"/>
                  </a:lnTo>
                  <a:lnTo>
                    <a:pt x="9104997" y="534068"/>
                  </a:lnTo>
                  <a:lnTo>
                    <a:pt x="9057992" y="587796"/>
                  </a:lnTo>
                  <a:lnTo>
                    <a:pt x="9011041" y="644239"/>
                  </a:lnTo>
                  <a:lnTo>
                    <a:pt x="8964062" y="703068"/>
                  </a:lnTo>
                  <a:lnTo>
                    <a:pt x="8917012" y="763881"/>
                  </a:lnTo>
                  <a:lnTo>
                    <a:pt x="8869883" y="826203"/>
                  </a:lnTo>
                  <a:lnTo>
                    <a:pt x="8822691" y="889507"/>
                  </a:lnTo>
                  <a:lnTo>
                    <a:pt x="8775471" y="953229"/>
                  </a:lnTo>
                  <a:lnTo>
                    <a:pt x="8728262" y="1016789"/>
                  </a:lnTo>
                  <a:lnTo>
                    <a:pt x="8681102" y="1079613"/>
                  </a:lnTo>
                  <a:lnTo>
                    <a:pt x="8634017" y="1141155"/>
                  </a:lnTo>
                  <a:lnTo>
                    <a:pt x="8587009" y="1200917"/>
                  </a:lnTo>
                  <a:lnTo>
                    <a:pt x="8540053" y="1258460"/>
                  </a:lnTo>
                  <a:lnTo>
                    <a:pt x="8493085" y="1313424"/>
                  </a:lnTo>
                  <a:lnTo>
                    <a:pt x="8445996" y="1365527"/>
                  </a:lnTo>
                  <a:lnTo>
                    <a:pt x="8398622" y="1414574"/>
                  </a:lnTo>
                  <a:lnTo>
                    <a:pt x="8350741" y="1460450"/>
                  </a:lnTo>
                  <a:lnTo>
                    <a:pt x="8302055" y="1503118"/>
                  </a:lnTo>
                  <a:lnTo>
                    <a:pt x="8252186" y="1542610"/>
                  </a:lnTo>
                  <a:lnTo>
                    <a:pt x="8229629" y="1559088"/>
                  </a:lnTo>
                  <a:lnTo>
                    <a:pt x="8178127" y="1593544"/>
                  </a:lnTo>
                  <a:lnTo>
                    <a:pt x="8124213" y="1625031"/>
                  </a:lnTo>
                  <a:lnTo>
                    <a:pt x="8067220" y="1653653"/>
                  </a:lnTo>
                  <a:lnTo>
                    <a:pt x="8006411" y="1679611"/>
                  </a:lnTo>
                  <a:lnTo>
                    <a:pt x="7941027" y="1703147"/>
                  </a:lnTo>
                  <a:lnTo>
                    <a:pt x="7870319" y="1724511"/>
                  </a:lnTo>
                  <a:lnTo>
                    <a:pt x="7793602" y="1743937"/>
                  </a:lnTo>
                  <a:lnTo>
                    <a:pt x="7710321" y="1761632"/>
                  </a:lnTo>
                  <a:lnTo>
                    <a:pt x="7620137" y="1777771"/>
                  </a:lnTo>
                  <a:lnTo>
                    <a:pt x="7523038" y="1792486"/>
                  </a:lnTo>
                  <a:lnTo>
                    <a:pt x="7419475" y="1805871"/>
                  </a:lnTo>
                  <a:lnTo>
                    <a:pt x="7310506" y="1817976"/>
                  </a:lnTo>
                  <a:lnTo>
                    <a:pt x="7197911" y="1828820"/>
                  </a:lnTo>
                  <a:lnTo>
                    <a:pt x="7084264" y="1838391"/>
                  </a:lnTo>
                  <a:lnTo>
                    <a:pt x="6972874" y="1846662"/>
                  </a:lnTo>
                  <a:lnTo>
                    <a:pt x="6867574" y="1853610"/>
                  </a:lnTo>
                  <a:lnTo>
                    <a:pt x="6772331" y="1859233"/>
                  </a:lnTo>
                  <a:lnTo>
                    <a:pt x="6690709" y="1863572"/>
                  </a:lnTo>
                  <a:lnTo>
                    <a:pt x="6625304" y="1866719"/>
                  </a:lnTo>
                  <a:lnTo>
                    <a:pt x="6577258" y="1868820"/>
                  </a:lnTo>
                  <a:lnTo>
                    <a:pt x="6546003" y="1870066"/>
                  </a:lnTo>
                  <a:lnTo>
                    <a:pt x="6529237" y="1870678"/>
                  </a:lnTo>
                  <a:lnTo>
                    <a:pt x="6523101" y="1870884"/>
                  </a:lnTo>
                  <a:lnTo>
                    <a:pt x="6522385" y="1870906"/>
                  </a:lnTo>
                  <a:lnTo>
                    <a:pt x="5527445" y="1870906"/>
                  </a:lnTo>
                  <a:lnTo>
                    <a:pt x="5526323" y="1870881"/>
                  </a:lnTo>
                  <a:lnTo>
                    <a:pt x="5518915" y="1870700"/>
                  </a:lnTo>
                  <a:lnTo>
                    <a:pt x="5500136" y="1870203"/>
                  </a:lnTo>
                  <a:lnTo>
                    <a:pt x="5466300" y="1869221"/>
                  </a:lnTo>
                  <a:lnTo>
                    <a:pt x="5415338" y="1867600"/>
                  </a:lnTo>
                  <a:lnTo>
                    <a:pt x="5346950" y="1865203"/>
                  </a:lnTo>
                  <a:lnTo>
                    <a:pt x="5262553" y="1861931"/>
                  </a:lnTo>
                  <a:lnTo>
                    <a:pt x="5164970" y="1857724"/>
                  </a:lnTo>
                  <a:lnTo>
                    <a:pt x="5057918" y="1852558"/>
                  </a:lnTo>
                  <a:lnTo>
                    <a:pt x="4945421" y="1846437"/>
                  </a:lnTo>
                  <a:lnTo>
                    <a:pt x="4831290" y="1839381"/>
                  </a:lnTo>
                  <a:lnTo>
                    <a:pt x="4718749" y="1831407"/>
                  </a:lnTo>
                  <a:lnTo>
                    <a:pt x="4610255" y="1822521"/>
                  </a:lnTo>
                  <a:lnTo>
                    <a:pt x="4507465" y="1812705"/>
                  </a:lnTo>
                  <a:lnTo>
                    <a:pt x="4411320" y="1801917"/>
                  </a:lnTo>
                  <a:lnTo>
                    <a:pt x="4322175" y="1790083"/>
                  </a:lnTo>
                  <a:lnTo>
                    <a:pt x="4239942" y="1777101"/>
                  </a:lnTo>
                  <a:lnTo>
                    <a:pt x="4164224" y="1762839"/>
                  </a:lnTo>
                  <a:lnTo>
                    <a:pt x="4094426" y="1747143"/>
                  </a:lnTo>
                  <a:lnTo>
                    <a:pt x="4029837" y="1729838"/>
                  </a:lnTo>
                  <a:lnTo>
                    <a:pt x="3969693" y="1710744"/>
                  </a:lnTo>
                  <a:lnTo>
                    <a:pt x="3913226" y="1689688"/>
                  </a:lnTo>
                  <a:lnTo>
                    <a:pt x="3859705" y="1666537"/>
                  </a:lnTo>
                  <a:lnTo>
                    <a:pt x="3820202" y="1647305"/>
                  </a:lnTo>
                  <a:lnTo>
                    <a:pt x="3765605" y="1617645"/>
                  </a:lnTo>
                  <a:lnTo>
                    <a:pt x="3712583" y="1585344"/>
                  </a:lnTo>
                  <a:lnTo>
                    <a:pt x="3660615" y="1550355"/>
                  </a:lnTo>
                  <a:lnTo>
                    <a:pt x="3609305" y="1512695"/>
                  </a:lnTo>
                  <a:lnTo>
                    <a:pt x="3558355" y="1472457"/>
                  </a:lnTo>
                  <a:lnTo>
                    <a:pt x="3507553" y="1429814"/>
                  </a:lnTo>
                  <a:lnTo>
                    <a:pt x="3456762" y="1385021"/>
                  </a:lnTo>
                  <a:lnTo>
                    <a:pt x="3405904" y="1338411"/>
                  </a:lnTo>
                  <a:lnTo>
                    <a:pt x="3354954" y="1290393"/>
                  </a:lnTo>
                  <a:lnTo>
                    <a:pt x="3303923" y="1241430"/>
                  </a:lnTo>
                  <a:lnTo>
                    <a:pt x="3252851" y="1192029"/>
                  </a:lnTo>
                  <a:lnTo>
                    <a:pt x="3201788" y="1142713"/>
                  </a:lnTo>
                  <a:lnTo>
                    <a:pt x="3150780" y="1094005"/>
                  </a:lnTo>
                  <a:lnTo>
                    <a:pt x="3099860" y="1046398"/>
                  </a:lnTo>
                  <a:lnTo>
                    <a:pt x="3049029" y="1000341"/>
                  </a:lnTo>
                  <a:lnTo>
                    <a:pt x="2998245" y="956217"/>
                  </a:lnTo>
                  <a:lnTo>
                    <a:pt x="2947414" y="914335"/>
                  </a:lnTo>
                  <a:lnTo>
                    <a:pt x="2896373" y="874924"/>
                  </a:lnTo>
                  <a:lnTo>
                    <a:pt x="2844885" y="838130"/>
                  </a:lnTo>
                  <a:lnTo>
                    <a:pt x="2792623" y="804021"/>
                  </a:lnTo>
                  <a:lnTo>
                    <a:pt x="2739150" y="772590"/>
                  </a:lnTo>
                  <a:lnTo>
                    <a:pt x="2702183" y="752904"/>
                  </a:lnTo>
                  <a:lnTo>
                    <a:pt x="2650473" y="728103"/>
                  </a:lnTo>
                  <a:lnTo>
                    <a:pt x="2596329" y="705447"/>
                  </a:lnTo>
                  <a:lnTo>
                    <a:pt x="2539075" y="684861"/>
                  </a:lnTo>
                  <a:lnTo>
                    <a:pt x="2477968" y="666198"/>
                  </a:lnTo>
                  <a:lnTo>
                    <a:pt x="2412236" y="649283"/>
                  </a:lnTo>
                  <a:lnTo>
                    <a:pt x="2341123" y="633935"/>
                  </a:lnTo>
                  <a:lnTo>
                    <a:pt x="2263939" y="619984"/>
                  </a:lnTo>
                  <a:lnTo>
                    <a:pt x="2180126" y="607279"/>
                  </a:lnTo>
                  <a:lnTo>
                    <a:pt x="2089348" y="595696"/>
                  </a:lnTo>
                  <a:lnTo>
                    <a:pt x="1991609" y="585139"/>
                  </a:lnTo>
                  <a:lnTo>
                    <a:pt x="1887386" y="575542"/>
                  </a:lnTo>
                  <a:lnTo>
                    <a:pt x="1777775" y="566869"/>
                  </a:lnTo>
                  <a:lnTo>
                    <a:pt x="1664616" y="559107"/>
                  </a:lnTo>
                  <a:lnTo>
                    <a:pt x="1550551" y="552266"/>
                  </a:lnTo>
                  <a:lnTo>
                    <a:pt x="1438965" y="546366"/>
                  </a:lnTo>
                  <a:lnTo>
                    <a:pt x="1333756" y="541423"/>
                  </a:lnTo>
                  <a:lnTo>
                    <a:pt x="1238928" y="537436"/>
                  </a:lnTo>
                  <a:lnTo>
                    <a:pt x="1158043" y="534375"/>
                  </a:lnTo>
                  <a:lnTo>
                    <a:pt x="1093636" y="532168"/>
                  </a:lnTo>
                  <a:lnTo>
                    <a:pt x="1046745" y="530708"/>
                  </a:lnTo>
                  <a:lnTo>
                    <a:pt x="1016654" y="529854"/>
                  </a:lnTo>
                  <a:lnTo>
                    <a:pt x="1000900" y="529445"/>
                  </a:lnTo>
                  <a:lnTo>
                    <a:pt x="995454" y="529315"/>
                  </a:lnTo>
                  <a:lnTo>
                    <a:pt x="994940" y="529304"/>
                  </a:lnTo>
                  <a:lnTo>
                    <a:pt x="0" y="529304"/>
                  </a:lnTo>
                  <a:lnTo>
                    <a:pt x="0" y="5293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7" name="pg506"/>
            <p:cNvSpPr/>
            <p:nvPr/>
          </p:nvSpPr>
          <p:spPr>
            <a:xfrm>
              <a:off x="1199187" y="2541543"/>
              <a:ext cx="12049831" cy="1378286"/>
            </a:xfrm>
            <a:custGeom>
              <a:avLst/>
              <a:pathLst>
                <a:path w="12049831" h="1378286">
                  <a:moveTo>
                    <a:pt x="0" y="5240"/>
                  </a:moveTo>
                  <a:lnTo>
                    <a:pt x="994940" y="5240"/>
                  </a:lnTo>
                  <a:lnTo>
                    <a:pt x="996061" y="5266"/>
                  </a:lnTo>
                  <a:lnTo>
                    <a:pt x="1003465" y="5450"/>
                  </a:lnTo>
                  <a:lnTo>
                    <a:pt x="1022234" y="5959"/>
                  </a:lnTo>
                  <a:lnTo>
                    <a:pt x="1056051" y="6963"/>
                  </a:lnTo>
                  <a:lnTo>
                    <a:pt x="1106988" y="8622"/>
                  </a:lnTo>
                  <a:lnTo>
                    <a:pt x="1175343" y="11073"/>
                  </a:lnTo>
                  <a:lnTo>
                    <a:pt x="1259704" y="14420"/>
                  </a:lnTo>
                  <a:lnTo>
                    <a:pt x="1357251" y="18724"/>
                  </a:lnTo>
                  <a:lnTo>
                    <a:pt x="1464269" y="24008"/>
                  </a:lnTo>
                  <a:lnTo>
                    <a:pt x="1576736" y="30269"/>
                  </a:lnTo>
                  <a:lnTo>
                    <a:pt x="1690845" y="37487"/>
                  </a:lnTo>
                  <a:lnTo>
                    <a:pt x="1803370" y="45644"/>
                  </a:lnTo>
                  <a:lnTo>
                    <a:pt x="1911855" y="54735"/>
                  </a:lnTo>
                  <a:lnTo>
                    <a:pt x="2014642" y="64775"/>
                  </a:lnTo>
                  <a:lnTo>
                    <a:pt x="2110787" y="75811"/>
                  </a:lnTo>
                  <a:lnTo>
                    <a:pt x="2199936" y="87917"/>
                  </a:lnTo>
                  <a:lnTo>
                    <a:pt x="2282175" y="101197"/>
                  </a:lnTo>
                  <a:lnTo>
                    <a:pt x="2357900" y="115785"/>
                  </a:lnTo>
                  <a:lnTo>
                    <a:pt x="2427704" y="131840"/>
                  </a:lnTo>
                  <a:lnTo>
                    <a:pt x="2492299" y="149540"/>
                  </a:lnTo>
                  <a:lnTo>
                    <a:pt x="2552448" y="169070"/>
                  </a:lnTo>
                  <a:lnTo>
                    <a:pt x="2608917" y="190606"/>
                  </a:lnTo>
                  <a:lnTo>
                    <a:pt x="2662440" y="214285"/>
                  </a:lnTo>
                  <a:lnTo>
                    <a:pt x="2702183" y="234081"/>
                  </a:lnTo>
                  <a:lnTo>
                    <a:pt x="2756534" y="264292"/>
                  </a:lnTo>
                  <a:lnTo>
                    <a:pt x="2809323" y="297180"/>
                  </a:lnTo>
                  <a:lnTo>
                    <a:pt x="2861062" y="332794"/>
                  </a:lnTo>
                  <a:lnTo>
                    <a:pt x="2912145" y="371117"/>
                  </a:lnTo>
                  <a:lnTo>
                    <a:pt x="2962867" y="412057"/>
                  </a:lnTo>
                  <a:lnTo>
                    <a:pt x="3013438" y="455442"/>
                  </a:lnTo>
                  <a:lnTo>
                    <a:pt x="3063996" y="501015"/>
                  </a:lnTo>
                  <a:lnTo>
                    <a:pt x="3114619" y="548441"/>
                  </a:lnTo>
                  <a:lnTo>
                    <a:pt x="3165332" y="597313"/>
                  </a:lnTo>
                  <a:lnTo>
                    <a:pt x="3216126" y="647163"/>
                  </a:lnTo>
                  <a:lnTo>
                    <a:pt x="3266964" y="697482"/>
                  </a:lnTo>
                  <a:lnTo>
                    <a:pt x="3317796" y="747741"/>
                  </a:lnTo>
                  <a:lnTo>
                    <a:pt x="3368574" y="797412"/>
                  </a:lnTo>
                  <a:lnTo>
                    <a:pt x="3419267" y="845995"/>
                  </a:lnTo>
                  <a:lnTo>
                    <a:pt x="3469871" y="893034"/>
                  </a:lnTo>
                  <a:lnTo>
                    <a:pt x="3520423" y="938137"/>
                  </a:lnTo>
                  <a:lnTo>
                    <a:pt x="3571014" y="980986"/>
                  </a:lnTo>
                  <a:lnTo>
                    <a:pt x="3621797" y="1021344"/>
                  </a:lnTo>
                  <a:lnTo>
                    <a:pt x="3673000" y="1059057"/>
                  </a:lnTo>
                  <a:lnTo>
                    <a:pt x="3724938" y="1094052"/>
                  </a:lnTo>
                  <a:lnTo>
                    <a:pt x="3778032" y="1126325"/>
                  </a:lnTo>
                  <a:lnTo>
                    <a:pt x="3820202" y="1149445"/>
                  </a:lnTo>
                  <a:lnTo>
                    <a:pt x="3871902" y="1174823"/>
                  </a:lnTo>
                  <a:lnTo>
                    <a:pt x="3926034" y="1198006"/>
                  </a:lnTo>
                  <a:lnTo>
                    <a:pt x="3983274" y="1219071"/>
                  </a:lnTo>
                  <a:lnTo>
                    <a:pt x="4044367" y="1238169"/>
                  </a:lnTo>
                  <a:lnTo>
                    <a:pt x="4110081" y="1255478"/>
                  </a:lnTo>
                  <a:lnTo>
                    <a:pt x="4181173" y="1271184"/>
                  </a:lnTo>
                  <a:lnTo>
                    <a:pt x="4258334" y="1285462"/>
                  </a:lnTo>
                  <a:lnTo>
                    <a:pt x="4342120" y="1298463"/>
                  </a:lnTo>
                  <a:lnTo>
                    <a:pt x="4432867" y="1310317"/>
                  </a:lnTo>
                  <a:lnTo>
                    <a:pt x="4530574" y="1321121"/>
                  </a:lnTo>
                  <a:lnTo>
                    <a:pt x="4634763" y="1330943"/>
                  </a:lnTo>
                  <a:lnTo>
                    <a:pt x="4744342" y="1339821"/>
                  </a:lnTo>
                  <a:lnTo>
                    <a:pt x="4857473" y="1347765"/>
                  </a:lnTo>
                  <a:lnTo>
                    <a:pt x="4971516" y="1354767"/>
                  </a:lnTo>
                  <a:lnTo>
                    <a:pt x="5083093" y="1360807"/>
                  </a:lnTo>
                  <a:lnTo>
                    <a:pt x="5188307" y="1365868"/>
                  </a:lnTo>
                  <a:lnTo>
                    <a:pt x="5283157" y="1369951"/>
                  </a:lnTo>
                  <a:lnTo>
                    <a:pt x="5364080" y="1373087"/>
                  </a:lnTo>
                  <a:lnTo>
                    <a:pt x="5428537" y="1375347"/>
                  </a:lnTo>
                  <a:lnTo>
                    <a:pt x="5475487" y="1376844"/>
                  </a:lnTo>
                  <a:lnTo>
                    <a:pt x="5505637" y="1377720"/>
                  </a:lnTo>
                  <a:lnTo>
                    <a:pt x="5521442" y="1378140"/>
                  </a:lnTo>
                  <a:lnTo>
                    <a:pt x="5526922" y="1378274"/>
                  </a:lnTo>
                  <a:lnTo>
                    <a:pt x="5527445" y="1378286"/>
                  </a:lnTo>
                  <a:lnTo>
                    <a:pt x="6522385" y="1378286"/>
                  </a:lnTo>
                  <a:lnTo>
                    <a:pt x="6523513" y="1378266"/>
                  </a:lnTo>
                  <a:lnTo>
                    <a:pt x="6530957" y="1378126"/>
                  </a:lnTo>
                  <a:lnTo>
                    <a:pt x="6549825" y="1377737"/>
                  </a:lnTo>
                  <a:lnTo>
                    <a:pt x="6583814" y="1376970"/>
                  </a:lnTo>
                  <a:lnTo>
                    <a:pt x="6634994" y="1375703"/>
                  </a:lnTo>
                  <a:lnTo>
                    <a:pt x="6703654" y="1373831"/>
                  </a:lnTo>
                  <a:lnTo>
                    <a:pt x="6788353" y="1371276"/>
                  </a:lnTo>
                  <a:lnTo>
                    <a:pt x="6886242" y="1367990"/>
                  </a:lnTo>
                  <a:lnTo>
                    <a:pt x="6993579" y="1363957"/>
                  </a:lnTo>
                  <a:lnTo>
                    <a:pt x="7106318" y="1359180"/>
                  </a:lnTo>
                  <a:lnTo>
                    <a:pt x="7220638" y="1353673"/>
                  </a:lnTo>
                  <a:lnTo>
                    <a:pt x="7333309" y="1347450"/>
                  </a:lnTo>
                  <a:lnTo>
                    <a:pt x="7441880" y="1340516"/>
                  </a:lnTo>
                  <a:lnTo>
                    <a:pt x="7544700" y="1332856"/>
                  </a:lnTo>
                  <a:lnTo>
                    <a:pt x="7640837" y="1324437"/>
                  </a:lnTo>
                  <a:lnTo>
                    <a:pt x="7729949" y="1315201"/>
                  </a:lnTo>
                  <a:lnTo>
                    <a:pt x="7812133" y="1305066"/>
                  </a:lnTo>
                  <a:lnTo>
                    <a:pt x="7887795" y="1293930"/>
                  </a:lnTo>
                  <a:lnTo>
                    <a:pt x="7957537" y="1281672"/>
                  </a:lnTo>
                  <a:lnTo>
                    <a:pt x="8022077" y="1268154"/>
                  </a:lnTo>
                  <a:lnTo>
                    <a:pt x="8082182" y="1253236"/>
                  </a:lnTo>
                  <a:lnTo>
                    <a:pt x="8138625" y="1236784"/>
                  </a:lnTo>
                  <a:lnTo>
                    <a:pt x="8192138" y="1218695"/>
                  </a:lnTo>
                  <a:lnTo>
                    <a:pt x="8229629" y="1204472"/>
                  </a:lnTo>
                  <a:lnTo>
                    <a:pt x="8286525" y="1180383"/>
                  </a:lnTo>
                  <a:lnTo>
                    <a:pt x="8341734" y="1154059"/>
                  </a:lnTo>
                  <a:lnTo>
                    <a:pt x="8395838" y="1125462"/>
                  </a:lnTo>
                  <a:lnTo>
                    <a:pt x="8449273" y="1094614"/>
                  </a:lnTo>
                  <a:lnTo>
                    <a:pt x="8502361" y="1061608"/>
                  </a:lnTo>
                  <a:lnTo>
                    <a:pt x="8555326" y="1026609"/>
                  </a:lnTo>
                  <a:lnTo>
                    <a:pt x="8608307" y="989859"/>
                  </a:lnTo>
                  <a:lnTo>
                    <a:pt x="8661373" y="951672"/>
                  </a:lnTo>
                  <a:lnTo>
                    <a:pt x="8714539" y="912424"/>
                  </a:lnTo>
                  <a:lnTo>
                    <a:pt x="8767778" y="872539"/>
                  </a:lnTo>
                  <a:lnTo>
                    <a:pt x="8821040" y="832472"/>
                  </a:lnTo>
                  <a:lnTo>
                    <a:pt x="8874267" y="792687"/>
                  </a:lnTo>
                  <a:lnTo>
                    <a:pt x="8927413" y="753634"/>
                  </a:lnTo>
                  <a:lnTo>
                    <a:pt x="8980458" y="715729"/>
                  </a:lnTo>
                  <a:lnTo>
                    <a:pt x="9033427" y="679334"/>
                  </a:lnTo>
                  <a:lnTo>
                    <a:pt x="9086404" y="644749"/>
                  </a:lnTo>
                  <a:lnTo>
                    <a:pt x="9139546" y="612199"/>
                  </a:lnTo>
                  <a:lnTo>
                    <a:pt x="9193095" y="581834"/>
                  </a:lnTo>
                  <a:lnTo>
                    <a:pt x="9247396" y="553730"/>
                  </a:lnTo>
                  <a:lnTo>
                    <a:pt x="9302916" y="527896"/>
                  </a:lnTo>
                  <a:lnTo>
                    <a:pt x="9347647" y="509214"/>
                  </a:lnTo>
                  <a:lnTo>
                    <a:pt x="9399446" y="489904"/>
                  </a:lnTo>
                  <a:lnTo>
                    <a:pt x="9453688" y="472268"/>
                  </a:lnTo>
                  <a:lnTo>
                    <a:pt x="9511052" y="456245"/>
                  </a:lnTo>
                  <a:lnTo>
                    <a:pt x="9572287" y="441722"/>
                  </a:lnTo>
                  <a:lnTo>
                    <a:pt x="9638168" y="428561"/>
                  </a:lnTo>
                  <a:lnTo>
                    <a:pt x="9709453" y="416621"/>
                  </a:lnTo>
                  <a:lnTo>
                    <a:pt x="9786835" y="405769"/>
                  </a:lnTo>
                  <a:lnTo>
                    <a:pt x="9870875" y="395888"/>
                  </a:lnTo>
                  <a:lnTo>
                    <a:pt x="9961905" y="386880"/>
                  </a:lnTo>
                  <a:lnTo>
                    <a:pt x="10059916" y="378673"/>
                  </a:lnTo>
                  <a:lnTo>
                    <a:pt x="10164421" y="371213"/>
                  </a:lnTo>
                  <a:lnTo>
                    <a:pt x="10274304" y="364473"/>
                  </a:lnTo>
                  <a:lnTo>
                    <a:pt x="10387701" y="358444"/>
                  </a:lnTo>
                  <a:lnTo>
                    <a:pt x="10501940" y="353134"/>
                  </a:lnTo>
                  <a:lnTo>
                    <a:pt x="10613605" y="348558"/>
                  </a:lnTo>
                  <a:lnTo>
                    <a:pt x="10718770" y="344728"/>
                  </a:lnTo>
                  <a:lnTo>
                    <a:pt x="10813415" y="341644"/>
                  </a:lnTo>
                  <a:lnTo>
                    <a:pt x="10893981" y="339281"/>
                  </a:lnTo>
                  <a:lnTo>
                    <a:pt x="10957958" y="337582"/>
                  </a:lnTo>
                  <a:lnTo>
                    <a:pt x="11004357" y="336463"/>
                  </a:lnTo>
                  <a:lnTo>
                    <a:pt x="11033955" y="335812"/>
                  </a:lnTo>
                  <a:lnTo>
                    <a:pt x="11049285" y="335503"/>
                  </a:lnTo>
                  <a:lnTo>
                    <a:pt x="11054450" y="335408"/>
                  </a:lnTo>
                  <a:lnTo>
                    <a:pt x="11054891" y="335400"/>
                  </a:lnTo>
                  <a:lnTo>
                    <a:pt x="12049831" y="335400"/>
                  </a:lnTo>
                  <a:lnTo>
                    <a:pt x="12049831" y="330159"/>
                  </a:lnTo>
                  <a:lnTo>
                    <a:pt x="11054891" y="330159"/>
                  </a:lnTo>
                  <a:lnTo>
                    <a:pt x="11053763" y="330179"/>
                  </a:lnTo>
                  <a:lnTo>
                    <a:pt x="11046319" y="330320"/>
                  </a:lnTo>
                  <a:lnTo>
                    <a:pt x="11027452" y="330709"/>
                  </a:lnTo>
                  <a:lnTo>
                    <a:pt x="10993462" y="331476"/>
                  </a:lnTo>
                  <a:lnTo>
                    <a:pt x="10942282" y="332742"/>
                  </a:lnTo>
                  <a:lnTo>
                    <a:pt x="10873623" y="334615"/>
                  </a:lnTo>
                  <a:lnTo>
                    <a:pt x="10788924" y="337170"/>
                  </a:lnTo>
                  <a:lnTo>
                    <a:pt x="10691034" y="340455"/>
                  </a:lnTo>
                  <a:lnTo>
                    <a:pt x="10583698" y="344489"/>
                  </a:lnTo>
                  <a:lnTo>
                    <a:pt x="10470959" y="349266"/>
                  </a:lnTo>
                  <a:lnTo>
                    <a:pt x="10356639" y="354773"/>
                  </a:lnTo>
                  <a:lnTo>
                    <a:pt x="10243967" y="360995"/>
                  </a:lnTo>
                  <a:lnTo>
                    <a:pt x="10135396" y="367930"/>
                  </a:lnTo>
                  <a:lnTo>
                    <a:pt x="10032577" y="375589"/>
                  </a:lnTo>
                  <a:lnTo>
                    <a:pt x="9936439" y="384009"/>
                  </a:lnTo>
                  <a:lnTo>
                    <a:pt x="9847327" y="393245"/>
                  </a:lnTo>
                  <a:lnTo>
                    <a:pt x="9765143" y="403380"/>
                  </a:lnTo>
                  <a:lnTo>
                    <a:pt x="9689482" y="414515"/>
                  </a:lnTo>
                  <a:lnTo>
                    <a:pt x="9619740" y="426774"/>
                  </a:lnTo>
                  <a:lnTo>
                    <a:pt x="9555200" y="440291"/>
                  </a:lnTo>
                  <a:lnTo>
                    <a:pt x="9495094" y="455210"/>
                  </a:lnTo>
                  <a:lnTo>
                    <a:pt x="9438651" y="471662"/>
                  </a:lnTo>
                  <a:lnTo>
                    <a:pt x="9385138" y="489751"/>
                  </a:lnTo>
                  <a:lnTo>
                    <a:pt x="9347647" y="503974"/>
                  </a:lnTo>
                  <a:lnTo>
                    <a:pt x="9290752" y="528063"/>
                  </a:lnTo>
                  <a:lnTo>
                    <a:pt x="9235542" y="554387"/>
                  </a:lnTo>
                  <a:lnTo>
                    <a:pt x="9181439" y="582984"/>
                  </a:lnTo>
                  <a:lnTo>
                    <a:pt x="9128004" y="613832"/>
                  </a:lnTo>
                  <a:lnTo>
                    <a:pt x="9074915" y="646838"/>
                  </a:lnTo>
                  <a:lnTo>
                    <a:pt x="9021950" y="681837"/>
                  </a:lnTo>
                  <a:lnTo>
                    <a:pt x="8968970" y="718587"/>
                  </a:lnTo>
                  <a:lnTo>
                    <a:pt x="8915903" y="756774"/>
                  </a:lnTo>
                  <a:lnTo>
                    <a:pt x="8862737" y="796022"/>
                  </a:lnTo>
                  <a:lnTo>
                    <a:pt x="8809498" y="835907"/>
                  </a:lnTo>
                  <a:lnTo>
                    <a:pt x="8756236" y="875974"/>
                  </a:lnTo>
                  <a:lnTo>
                    <a:pt x="8703009" y="915758"/>
                  </a:lnTo>
                  <a:lnTo>
                    <a:pt x="8649864" y="954811"/>
                  </a:lnTo>
                  <a:lnTo>
                    <a:pt x="8596819" y="992717"/>
                  </a:lnTo>
                  <a:lnTo>
                    <a:pt x="8543850" y="1029111"/>
                  </a:lnTo>
                  <a:lnTo>
                    <a:pt x="8490872" y="1063696"/>
                  </a:lnTo>
                  <a:lnTo>
                    <a:pt x="8437731" y="1096247"/>
                  </a:lnTo>
                  <a:lnTo>
                    <a:pt x="8384182" y="1126612"/>
                  </a:lnTo>
                  <a:lnTo>
                    <a:pt x="8329880" y="1154716"/>
                  </a:lnTo>
                  <a:lnTo>
                    <a:pt x="8274360" y="1180550"/>
                  </a:lnTo>
                  <a:lnTo>
                    <a:pt x="8229629" y="1199231"/>
                  </a:lnTo>
                  <a:lnTo>
                    <a:pt x="8177830" y="1218541"/>
                  </a:lnTo>
                  <a:lnTo>
                    <a:pt x="8123589" y="1236178"/>
                  </a:lnTo>
                  <a:lnTo>
                    <a:pt x="8066224" y="1252201"/>
                  </a:lnTo>
                  <a:lnTo>
                    <a:pt x="8004989" y="1266724"/>
                  </a:lnTo>
                  <a:lnTo>
                    <a:pt x="7939109" y="1279885"/>
                  </a:lnTo>
                  <a:lnTo>
                    <a:pt x="7867824" y="1291825"/>
                  </a:lnTo>
                  <a:lnTo>
                    <a:pt x="7790441" y="1302677"/>
                  </a:lnTo>
                  <a:lnTo>
                    <a:pt x="7706401" y="1312558"/>
                  </a:lnTo>
                  <a:lnTo>
                    <a:pt x="7615372" y="1321565"/>
                  </a:lnTo>
                  <a:lnTo>
                    <a:pt x="7517360" y="1329773"/>
                  </a:lnTo>
                  <a:lnTo>
                    <a:pt x="7412856" y="1337233"/>
                  </a:lnTo>
                  <a:lnTo>
                    <a:pt x="7302973" y="1343973"/>
                  </a:lnTo>
                  <a:lnTo>
                    <a:pt x="7189576" y="1350002"/>
                  </a:lnTo>
                  <a:lnTo>
                    <a:pt x="7075337" y="1355312"/>
                  </a:lnTo>
                  <a:lnTo>
                    <a:pt x="6963671" y="1359888"/>
                  </a:lnTo>
                  <a:lnTo>
                    <a:pt x="6858506" y="1363717"/>
                  </a:lnTo>
                  <a:lnTo>
                    <a:pt x="6763862" y="1366801"/>
                  </a:lnTo>
                  <a:lnTo>
                    <a:pt x="6683296" y="1369165"/>
                  </a:lnTo>
                  <a:lnTo>
                    <a:pt x="6619318" y="1370863"/>
                  </a:lnTo>
                  <a:lnTo>
                    <a:pt x="6572920" y="1371983"/>
                  </a:lnTo>
                  <a:lnTo>
                    <a:pt x="6543322" y="1372634"/>
                  </a:lnTo>
                  <a:lnTo>
                    <a:pt x="6527991" y="1372943"/>
                  </a:lnTo>
                  <a:lnTo>
                    <a:pt x="6522827" y="1373038"/>
                  </a:lnTo>
                  <a:lnTo>
                    <a:pt x="6522385" y="1373046"/>
                  </a:lnTo>
                  <a:lnTo>
                    <a:pt x="5527445" y="1373046"/>
                  </a:lnTo>
                  <a:lnTo>
                    <a:pt x="5526324" y="1373020"/>
                  </a:lnTo>
                  <a:lnTo>
                    <a:pt x="5518920" y="1372835"/>
                  </a:lnTo>
                  <a:lnTo>
                    <a:pt x="5500151" y="1372326"/>
                  </a:lnTo>
                  <a:lnTo>
                    <a:pt x="5466334" y="1371323"/>
                  </a:lnTo>
                  <a:lnTo>
                    <a:pt x="5415397" y="1369664"/>
                  </a:lnTo>
                  <a:lnTo>
                    <a:pt x="5347042" y="1367213"/>
                  </a:lnTo>
                  <a:lnTo>
                    <a:pt x="5262681" y="1363866"/>
                  </a:lnTo>
                  <a:lnTo>
                    <a:pt x="5165134" y="1359562"/>
                  </a:lnTo>
                  <a:lnTo>
                    <a:pt x="5058116" y="1354278"/>
                  </a:lnTo>
                  <a:lnTo>
                    <a:pt x="4945649" y="1348017"/>
                  </a:lnTo>
                  <a:lnTo>
                    <a:pt x="4831540" y="1340799"/>
                  </a:lnTo>
                  <a:lnTo>
                    <a:pt x="4719015" y="1332642"/>
                  </a:lnTo>
                  <a:lnTo>
                    <a:pt x="4610530" y="1323551"/>
                  </a:lnTo>
                  <a:lnTo>
                    <a:pt x="4507743" y="1313510"/>
                  </a:lnTo>
                  <a:lnTo>
                    <a:pt x="4411598" y="1302474"/>
                  </a:lnTo>
                  <a:lnTo>
                    <a:pt x="4322449" y="1290369"/>
                  </a:lnTo>
                  <a:lnTo>
                    <a:pt x="4240210" y="1277089"/>
                  </a:lnTo>
                  <a:lnTo>
                    <a:pt x="4164485" y="1262501"/>
                  </a:lnTo>
                  <a:lnTo>
                    <a:pt x="4094681" y="1246446"/>
                  </a:lnTo>
                  <a:lnTo>
                    <a:pt x="4030086" y="1228746"/>
                  </a:lnTo>
                  <a:lnTo>
                    <a:pt x="3969937" y="1209216"/>
                  </a:lnTo>
                  <a:lnTo>
                    <a:pt x="3913468" y="1187680"/>
                  </a:lnTo>
                  <a:lnTo>
                    <a:pt x="3859945" y="1164001"/>
                  </a:lnTo>
                  <a:lnTo>
                    <a:pt x="3820202" y="1144205"/>
                  </a:lnTo>
                  <a:lnTo>
                    <a:pt x="3765851" y="1113994"/>
                  </a:lnTo>
                  <a:lnTo>
                    <a:pt x="3713062" y="1081106"/>
                  </a:lnTo>
                  <a:lnTo>
                    <a:pt x="3661323" y="1045492"/>
                  </a:lnTo>
                  <a:lnTo>
                    <a:pt x="3610240" y="1007168"/>
                  </a:lnTo>
                  <a:lnTo>
                    <a:pt x="3559518" y="966228"/>
                  </a:lnTo>
                  <a:lnTo>
                    <a:pt x="3508947" y="922844"/>
                  </a:lnTo>
                  <a:lnTo>
                    <a:pt x="3458389" y="877271"/>
                  </a:lnTo>
                  <a:lnTo>
                    <a:pt x="3407766" y="829844"/>
                  </a:lnTo>
                  <a:lnTo>
                    <a:pt x="3357053" y="780973"/>
                  </a:lnTo>
                  <a:lnTo>
                    <a:pt x="3306259" y="731123"/>
                  </a:lnTo>
                  <a:lnTo>
                    <a:pt x="3255421" y="680804"/>
                  </a:lnTo>
                  <a:lnTo>
                    <a:pt x="3204589" y="630545"/>
                  </a:lnTo>
                  <a:lnTo>
                    <a:pt x="3153811" y="580874"/>
                  </a:lnTo>
                  <a:lnTo>
                    <a:pt x="3103118" y="532291"/>
                  </a:lnTo>
                  <a:lnTo>
                    <a:pt x="3052514" y="485252"/>
                  </a:lnTo>
                  <a:lnTo>
                    <a:pt x="3001962" y="440149"/>
                  </a:lnTo>
                  <a:lnTo>
                    <a:pt x="2951371" y="397300"/>
                  </a:lnTo>
                  <a:lnTo>
                    <a:pt x="2900588" y="356942"/>
                  </a:lnTo>
                  <a:lnTo>
                    <a:pt x="2849385" y="319228"/>
                  </a:lnTo>
                  <a:lnTo>
                    <a:pt x="2797447" y="284234"/>
                  </a:lnTo>
                  <a:lnTo>
                    <a:pt x="2744353" y="251961"/>
                  </a:lnTo>
                  <a:lnTo>
                    <a:pt x="2702183" y="228841"/>
                  </a:lnTo>
                  <a:lnTo>
                    <a:pt x="2650483" y="203463"/>
                  </a:lnTo>
                  <a:lnTo>
                    <a:pt x="2596351" y="180280"/>
                  </a:lnTo>
                  <a:lnTo>
                    <a:pt x="2539111" y="159214"/>
                  </a:lnTo>
                  <a:lnTo>
                    <a:pt x="2478018" y="140117"/>
                  </a:lnTo>
                  <a:lnTo>
                    <a:pt x="2412304" y="122808"/>
                  </a:lnTo>
                  <a:lnTo>
                    <a:pt x="2341212" y="107101"/>
                  </a:lnTo>
                  <a:lnTo>
                    <a:pt x="2264051" y="92824"/>
                  </a:lnTo>
                  <a:lnTo>
                    <a:pt x="2180265" y="79822"/>
                  </a:lnTo>
                  <a:lnTo>
                    <a:pt x="2089518" y="67969"/>
                  </a:lnTo>
                  <a:lnTo>
                    <a:pt x="1991811" y="57165"/>
                  </a:lnTo>
                  <a:lnTo>
                    <a:pt x="1887622" y="47343"/>
                  </a:lnTo>
                  <a:lnTo>
                    <a:pt x="1778043" y="38465"/>
                  </a:lnTo>
                  <a:lnTo>
                    <a:pt x="1664912" y="30521"/>
                  </a:lnTo>
                  <a:lnTo>
                    <a:pt x="1550869" y="23519"/>
                  </a:lnTo>
                  <a:lnTo>
                    <a:pt x="1439292" y="17479"/>
                  </a:lnTo>
                  <a:lnTo>
                    <a:pt x="1334078" y="12418"/>
                  </a:lnTo>
                  <a:lnTo>
                    <a:pt x="1239228" y="8335"/>
                  </a:lnTo>
                  <a:lnTo>
                    <a:pt x="1158305" y="5199"/>
                  </a:lnTo>
                  <a:lnTo>
                    <a:pt x="1093848" y="2938"/>
                  </a:lnTo>
                  <a:lnTo>
                    <a:pt x="1046898" y="1442"/>
                  </a:lnTo>
                  <a:lnTo>
                    <a:pt x="1016748" y="566"/>
                  </a:lnTo>
                  <a:lnTo>
                    <a:pt x="1000943" y="145"/>
                  </a:lnTo>
                  <a:lnTo>
                    <a:pt x="995463" y="11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08" name="pl507"/>
            <p:cNvSpPr/>
            <p:nvPr/>
          </p:nvSpPr>
          <p:spPr>
            <a:xfrm>
              <a:off x="1199187" y="2546783"/>
              <a:ext cx="12049831" cy="1373046"/>
            </a:xfrm>
            <a:custGeom>
              <a:avLst/>
              <a:pathLst>
                <a:path w="12049831" h="1373046">
                  <a:moveTo>
                    <a:pt x="0" y="0"/>
                  </a:moveTo>
                  <a:lnTo>
                    <a:pt x="994940" y="0"/>
                  </a:lnTo>
                  <a:lnTo>
                    <a:pt x="996061" y="25"/>
                  </a:lnTo>
                  <a:lnTo>
                    <a:pt x="1003465" y="210"/>
                  </a:lnTo>
                  <a:lnTo>
                    <a:pt x="1022234" y="719"/>
                  </a:lnTo>
                  <a:lnTo>
                    <a:pt x="1056051" y="1722"/>
                  </a:lnTo>
                  <a:lnTo>
                    <a:pt x="1106988" y="3381"/>
                  </a:lnTo>
                  <a:lnTo>
                    <a:pt x="1175343" y="5832"/>
                  </a:lnTo>
                  <a:lnTo>
                    <a:pt x="1259704" y="9179"/>
                  </a:lnTo>
                  <a:lnTo>
                    <a:pt x="1357251" y="13483"/>
                  </a:lnTo>
                  <a:lnTo>
                    <a:pt x="1464269" y="18768"/>
                  </a:lnTo>
                  <a:lnTo>
                    <a:pt x="1576736" y="25028"/>
                  </a:lnTo>
                  <a:lnTo>
                    <a:pt x="1690845" y="32246"/>
                  </a:lnTo>
                  <a:lnTo>
                    <a:pt x="1803370" y="40403"/>
                  </a:lnTo>
                  <a:lnTo>
                    <a:pt x="1911855" y="49494"/>
                  </a:lnTo>
                  <a:lnTo>
                    <a:pt x="2014642" y="59535"/>
                  </a:lnTo>
                  <a:lnTo>
                    <a:pt x="2110787" y="70571"/>
                  </a:lnTo>
                  <a:lnTo>
                    <a:pt x="2199936" y="82676"/>
                  </a:lnTo>
                  <a:lnTo>
                    <a:pt x="2282175" y="95956"/>
                  </a:lnTo>
                  <a:lnTo>
                    <a:pt x="2357900" y="110544"/>
                  </a:lnTo>
                  <a:lnTo>
                    <a:pt x="2427704" y="126599"/>
                  </a:lnTo>
                  <a:lnTo>
                    <a:pt x="2492299" y="144299"/>
                  </a:lnTo>
                  <a:lnTo>
                    <a:pt x="2552448" y="163829"/>
                  </a:lnTo>
                  <a:lnTo>
                    <a:pt x="2608917" y="185365"/>
                  </a:lnTo>
                  <a:lnTo>
                    <a:pt x="2662440" y="209044"/>
                  </a:lnTo>
                  <a:lnTo>
                    <a:pt x="2702183" y="228841"/>
                  </a:lnTo>
                  <a:lnTo>
                    <a:pt x="2756534" y="259051"/>
                  </a:lnTo>
                  <a:lnTo>
                    <a:pt x="2809323" y="291939"/>
                  </a:lnTo>
                  <a:lnTo>
                    <a:pt x="2861062" y="327553"/>
                  </a:lnTo>
                  <a:lnTo>
                    <a:pt x="2912145" y="365877"/>
                  </a:lnTo>
                  <a:lnTo>
                    <a:pt x="2962867" y="406817"/>
                  </a:lnTo>
                  <a:lnTo>
                    <a:pt x="3013438" y="450201"/>
                  </a:lnTo>
                  <a:lnTo>
                    <a:pt x="3063996" y="495774"/>
                  </a:lnTo>
                  <a:lnTo>
                    <a:pt x="3114619" y="543201"/>
                  </a:lnTo>
                  <a:lnTo>
                    <a:pt x="3165332" y="592073"/>
                  </a:lnTo>
                  <a:lnTo>
                    <a:pt x="3216126" y="641922"/>
                  </a:lnTo>
                  <a:lnTo>
                    <a:pt x="3266964" y="692241"/>
                  </a:lnTo>
                  <a:lnTo>
                    <a:pt x="3317796" y="742500"/>
                  </a:lnTo>
                  <a:lnTo>
                    <a:pt x="3368574" y="792171"/>
                  </a:lnTo>
                  <a:lnTo>
                    <a:pt x="3419267" y="840754"/>
                  </a:lnTo>
                  <a:lnTo>
                    <a:pt x="3469871" y="887793"/>
                  </a:lnTo>
                  <a:lnTo>
                    <a:pt x="3520423" y="932896"/>
                  </a:lnTo>
                  <a:lnTo>
                    <a:pt x="3571014" y="975745"/>
                  </a:lnTo>
                  <a:lnTo>
                    <a:pt x="3621797" y="1016103"/>
                  </a:lnTo>
                  <a:lnTo>
                    <a:pt x="3673000" y="1053817"/>
                  </a:lnTo>
                  <a:lnTo>
                    <a:pt x="3724938" y="1088811"/>
                  </a:lnTo>
                  <a:lnTo>
                    <a:pt x="3778032" y="1121085"/>
                  </a:lnTo>
                  <a:lnTo>
                    <a:pt x="3820202" y="1144205"/>
                  </a:lnTo>
                  <a:lnTo>
                    <a:pt x="3871902" y="1169582"/>
                  </a:lnTo>
                  <a:lnTo>
                    <a:pt x="3926034" y="1192765"/>
                  </a:lnTo>
                  <a:lnTo>
                    <a:pt x="3983274" y="1213831"/>
                  </a:lnTo>
                  <a:lnTo>
                    <a:pt x="4044367" y="1232928"/>
                  </a:lnTo>
                  <a:lnTo>
                    <a:pt x="4110081" y="1250238"/>
                  </a:lnTo>
                  <a:lnTo>
                    <a:pt x="4181173" y="1265944"/>
                  </a:lnTo>
                  <a:lnTo>
                    <a:pt x="4258334" y="1280221"/>
                  </a:lnTo>
                  <a:lnTo>
                    <a:pt x="4342120" y="1293223"/>
                  </a:lnTo>
                  <a:lnTo>
                    <a:pt x="4432867" y="1305077"/>
                  </a:lnTo>
                  <a:lnTo>
                    <a:pt x="4530574" y="1315881"/>
                  </a:lnTo>
                  <a:lnTo>
                    <a:pt x="4634763" y="1325702"/>
                  </a:lnTo>
                  <a:lnTo>
                    <a:pt x="4744342" y="1334580"/>
                  </a:lnTo>
                  <a:lnTo>
                    <a:pt x="4857473" y="1342524"/>
                  </a:lnTo>
                  <a:lnTo>
                    <a:pt x="4971516" y="1349526"/>
                  </a:lnTo>
                  <a:lnTo>
                    <a:pt x="5083093" y="1355566"/>
                  </a:lnTo>
                  <a:lnTo>
                    <a:pt x="5188307" y="1360627"/>
                  </a:lnTo>
                  <a:lnTo>
                    <a:pt x="5283157" y="1364710"/>
                  </a:lnTo>
                  <a:lnTo>
                    <a:pt x="5364080" y="1367846"/>
                  </a:lnTo>
                  <a:lnTo>
                    <a:pt x="5428537" y="1370107"/>
                  </a:lnTo>
                  <a:lnTo>
                    <a:pt x="5475487" y="1371603"/>
                  </a:lnTo>
                  <a:lnTo>
                    <a:pt x="5505637" y="1372480"/>
                  </a:lnTo>
                  <a:lnTo>
                    <a:pt x="5521442" y="1372900"/>
                  </a:lnTo>
                  <a:lnTo>
                    <a:pt x="5526922" y="1373034"/>
                  </a:lnTo>
                  <a:lnTo>
                    <a:pt x="5527445" y="1373046"/>
                  </a:lnTo>
                  <a:lnTo>
                    <a:pt x="6522385" y="1373046"/>
                  </a:lnTo>
                  <a:lnTo>
                    <a:pt x="6523513" y="1373026"/>
                  </a:lnTo>
                  <a:lnTo>
                    <a:pt x="6530957" y="1372885"/>
                  </a:lnTo>
                  <a:lnTo>
                    <a:pt x="6549825" y="1372496"/>
                  </a:lnTo>
                  <a:lnTo>
                    <a:pt x="6583814" y="1371730"/>
                  </a:lnTo>
                  <a:lnTo>
                    <a:pt x="6634994" y="1370463"/>
                  </a:lnTo>
                  <a:lnTo>
                    <a:pt x="6703654" y="1368591"/>
                  </a:lnTo>
                  <a:lnTo>
                    <a:pt x="6788353" y="1366035"/>
                  </a:lnTo>
                  <a:lnTo>
                    <a:pt x="6886242" y="1362750"/>
                  </a:lnTo>
                  <a:lnTo>
                    <a:pt x="6993579" y="1358716"/>
                  </a:lnTo>
                  <a:lnTo>
                    <a:pt x="7106318" y="1353939"/>
                  </a:lnTo>
                  <a:lnTo>
                    <a:pt x="7220638" y="1348432"/>
                  </a:lnTo>
                  <a:lnTo>
                    <a:pt x="7333309" y="1342210"/>
                  </a:lnTo>
                  <a:lnTo>
                    <a:pt x="7441880" y="1335275"/>
                  </a:lnTo>
                  <a:lnTo>
                    <a:pt x="7544700" y="1327616"/>
                  </a:lnTo>
                  <a:lnTo>
                    <a:pt x="7640837" y="1319197"/>
                  </a:lnTo>
                  <a:lnTo>
                    <a:pt x="7729949" y="1309960"/>
                  </a:lnTo>
                  <a:lnTo>
                    <a:pt x="7812133" y="1299825"/>
                  </a:lnTo>
                  <a:lnTo>
                    <a:pt x="7887795" y="1288690"/>
                  </a:lnTo>
                  <a:lnTo>
                    <a:pt x="7957537" y="1276431"/>
                  </a:lnTo>
                  <a:lnTo>
                    <a:pt x="8022077" y="1262914"/>
                  </a:lnTo>
                  <a:lnTo>
                    <a:pt x="8082182" y="1247995"/>
                  </a:lnTo>
                  <a:lnTo>
                    <a:pt x="8138625" y="1231543"/>
                  </a:lnTo>
                  <a:lnTo>
                    <a:pt x="8192138" y="1213454"/>
                  </a:lnTo>
                  <a:lnTo>
                    <a:pt x="8229629" y="1199231"/>
                  </a:lnTo>
                  <a:lnTo>
                    <a:pt x="8286525" y="1175142"/>
                  </a:lnTo>
                  <a:lnTo>
                    <a:pt x="8341734" y="1148818"/>
                  </a:lnTo>
                  <a:lnTo>
                    <a:pt x="8395838" y="1120221"/>
                  </a:lnTo>
                  <a:lnTo>
                    <a:pt x="8449273" y="1089373"/>
                  </a:lnTo>
                  <a:lnTo>
                    <a:pt x="8502361" y="1056367"/>
                  </a:lnTo>
                  <a:lnTo>
                    <a:pt x="8555326" y="1021368"/>
                  </a:lnTo>
                  <a:lnTo>
                    <a:pt x="8608307" y="984618"/>
                  </a:lnTo>
                  <a:lnTo>
                    <a:pt x="8661373" y="946431"/>
                  </a:lnTo>
                  <a:lnTo>
                    <a:pt x="8714539" y="907183"/>
                  </a:lnTo>
                  <a:lnTo>
                    <a:pt x="8767778" y="867298"/>
                  </a:lnTo>
                  <a:lnTo>
                    <a:pt x="8821040" y="827231"/>
                  </a:lnTo>
                  <a:lnTo>
                    <a:pt x="8874267" y="787447"/>
                  </a:lnTo>
                  <a:lnTo>
                    <a:pt x="8927413" y="748394"/>
                  </a:lnTo>
                  <a:lnTo>
                    <a:pt x="8980458" y="710488"/>
                  </a:lnTo>
                  <a:lnTo>
                    <a:pt x="9033427" y="674094"/>
                  </a:lnTo>
                  <a:lnTo>
                    <a:pt x="9086404" y="639509"/>
                  </a:lnTo>
                  <a:lnTo>
                    <a:pt x="9139546" y="606958"/>
                  </a:lnTo>
                  <a:lnTo>
                    <a:pt x="9193095" y="576593"/>
                  </a:lnTo>
                  <a:lnTo>
                    <a:pt x="9247396" y="548489"/>
                  </a:lnTo>
                  <a:lnTo>
                    <a:pt x="9302916" y="522655"/>
                  </a:lnTo>
                  <a:lnTo>
                    <a:pt x="9347647" y="503974"/>
                  </a:lnTo>
                  <a:lnTo>
                    <a:pt x="9399446" y="484664"/>
                  </a:lnTo>
                  <a:lnTo>
                    <a:pt x="9453688" y="467027"/>
                  </a:lnTo>
                  <a:lnTo>
                    <a:pt x="9511052" y="451004"/>
                  </a:lnTo>
                  <a:lnTo>
                    <a:pt x="9572287" y="436481"/>
                  </a:lnTo>
                  <a:lnTo>
                    <a:pt x="9638168" y="423320"/>
                  </a:lnTo>
                  <a:lnTo>
                    <a:pt x="9709453" y="411380"/>
                  </a:lnTo>
                  <a:lnTo>
                    <a:pt x="9786835" y="400528"/>
                  </a:lnTo>
                  <a:lnTo>
                    <a:pt x="9870875" y="390647"/>
                  </a:lnTo>
                  <a:lnTo>
                    <a:pt x="9961905" y="381640"/>
                  </a:lnTo>
                  <a:lnTo>
                    <a:pt x="10059916" y="373432"/>
                  </a:lnTo>
                  <a:lnTo>
                    <a:pt x="10164421" y="365972"/>
                  </a:lnTo>
                  <a:lnTo>
                    <a:pt x="10274304" y="359232"/>
                  </a:lnTo>
                  <a:lnTo>
                    <a:pt x="10387701" y="353203"/>
                  </a:lnTo>
                  <a:lnTo>
                    <a:pt x="10501940" y="347893"/>
                  </a:lnTo>
                  <a:lnTo>
                    <a:pt x="10613605" y="343317"/>
                  </a:lnTo>
                  <a:lnTo>
                    <a:pt x="10718770" y="339488"/>
                  </a:lnTo>
                  <a:lnTo>
                    <a:pt x="10813415" y="336404"/>
                  </a:lnTo>
                  <a:lnTo>
                    <a:pt x="10893981" y="334040"/>
                  </a:lnTo>
                  <a:lnTo>
                    <a:pt x="10957958" y="332342"/>
                  </a:lnTo>
                  <a:lnTo>
                    <a:pt x="11004357" y="331222"/>
                  </a:lnTo>
                  <a:lnTo>
                    <a:pt x="11033955" y="330571"/>
                  </a:lnTo>
                  <a:lnTo>
                    <a:pt x="11049285" y="330263"/>
                  </a:lnTo>
                  <a:lnTo>
                    <a:pt x="11054450" y="330167"/>
                  </a:lnTo>
                  <a:lnTo>
                    <a:pt x="11054891" y="330159"/>
                  </a:lnTo>
                  <a:lnTo>
                    <a:pt x="12049831" y="330159"/>
                  </a:lnTo>
                  <a:lnTo>
                    <a:pt x="12049831" y="3301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9" name="pl508"/>
            <p:cNvSpPr/>
            <p:nvPr/>
          </p:nvSpPr>
          <p:spPr>
            <a:xfrm>
              <a:off x="1199187" y="2541543"/>
              <a:ext cx="12049831" cy="1373046"/>
            </a:xfrm>
            <a:custGeom>
              <a:avLst/>
              <a:pathLst>
                <a:path w="12049831" h="1373046">
                  <a:moveTo>
                    <a:pt x="12049831" y="330159"/>
                  </a:moveTo>
                  <a:lnTo>
                    <a:pt x="11054891" y="330159"/>
                  </a:lnTo>
                  <a:lnTo>
                    <a:pt x="11053763" y="330179"/>
                  </a:lnTo>
                  <a:lnTo>
                    <a:pt x="11046319" y="330320"/>
                  </a:lnTo>
                  <a:lnTo>
                    <a:pt x="11027452" y="330709"/>
                  </a:lnTo>
                  <a:lnTo>
                    <a:pt x="10993462" y="331476"/>
                  </a:lnTo>
                  <a:lnTo>
                    <a:pt x="10942282" y="332742"/>
                  </a:lnTo>
                  <a:lnTo>
                    <a:pt x="10873623" y="334615"/>
                  </a:lnTo>
                  <a:lnTo>
                    <a:pt x="10788924" y="337170"/>
                  </a:lnTo>
                  <a:lnTo>
                    <a:pt x="10691034" y="340455"/>
                  </a:lnTo>
                  <a:lnTo>
                    <a:pt x="10583698" y="344489"/>
                  </a:lnTo>
                  <a:lnTo>
                    <a:pt x="10470959" y="349266"/>
                  </a:lnTo>
                  <a:lnTo>
                    <a:pt x="10356639" y="354773"/>
                  </a:lnTo>
                  <a:lnTo>
                    <a:pt x="10243967" y="360995"/>
                  </a:lnTo>
                  <a:lnTo>
                    <a:pt x="10135396" y="367930"/>
                  </a:lnTo>
                  <a:lnTo>
                    <a:pt x="10032577" y="375589"/>
                  </a:lnTo>
                  <a:lnTo>
                    <a:pt x="9936439" y="384009"/>
                  </a:lnTo>
                  <a:lnTo>
                    <a:pt x="9847327" y="393245"/>
                  </a:lnTo>
                  <a:lnTo>
                    <a:pt x="9765143" y="403380"/>
                  </a:lnTo>
                  <a:lnTo>
                    <a:pt x="9689482" y="414515"/>
                  </a:lnTo>
                  <a:lnTo>
                    <a:pt x="9619740" y="426774"/>
                  </a:lnTo>
                  <a:lnTo>
                    <a:pt x="9555200" y="440291"/>
                  </a:lnTo>
                  <a:lnTo>
                    <a:pt x="9495094" y="455210"/>
                  </a:lnTo>
                  <a:lnTo>
                    <a:pt x="9438651" y="471662"/>
                  </a:lnTo>
                  <a:lnTo>
                    <a:pt x="9385138" y="489751"/>
                  </a:lnTo>
                  <a:lnTo>
                    <a:pt x="9347647" y="503974"/>
                  </a:lnTo>
                  <a:lnTo>
                    <a:pt x="9290752" y="528063"/>
                  </a:lnTo>
                  <a:lnTo>
                    <a:pt x="9235542" y="554387"/>
                  </a:lnTo>
                  <a:lnTo>
                    <a:pt x="9181439" y="582984"/>
                  </a:lnTo>
                  <a:lnTo>
                    <a:pt x="9128004" y="613832"/>
                  </a:lnTo>
                  <a:lnTo>
                    <a:pt x="9074915" y="646838"/>
                  </a:lnTo>
                  <a:lnTo>
                    <a:pt x="9021950" y="681837"/>
                  </a:lnTo>
                  <a:lnTo>
                    <a:pt x="8968970" y="718587"/>
                  </a:lnTo>
                  <a:lnTo>
                    <a:pt x="8915903" y="756774"/>
                  </a:lnTo>
                  <a:lnTo>
                    <a:pt x="8862737" y="796022"/>
                  </a:lnTo>
                  <a:lnTo>
                    <a:pt x="8809498" y="835907"/>
                  </a:lnTo>
                  <a:lnTo>
                    <a:pt x="8756236" y="875974"/>
                  </a:lnTo>
                  <a:lnTo>
                    <a:pt x="8703009" y="915758"/>
                  </a:lnTo>
                  <a:lnTo>
                    <a:pt x="8649864" y="954811"/>
                  </a:lnTo>
                  <a:lnTo>
                    <a:pt x="8596819" y="992717"/>
                  </a:lnTo>
                  <a:lnTo>
                    <a:pt x="8543850" y="1029111"/>
                  </a:lnTo>
                  <a:lnTo>
                    <a:pt x="8490872" y="1063696"/>
                  </a:lnTo>
                  <a:lnTo>
                    <a:pt x="8437731" y="1096247"/>
                  </a:lnTo>
                  <a:lnTo>
                    <a:pt x="8384182" y="1126612"/>
                  </a:lnTo>
                  <a:lnTo>
                    <a:pt x="8329880" y="1154716"/>
                  </a:lnTo>
                  <a:lnTo>
                    <a:pt x="8274360" y="1180550"/>
                  </a:lnTo>
                  <a:lnTo>
                    <a:pt x="8229629" y="1199231"/>
                  </a:lnTo>
                  <a:lnTo>
                    <a:pt x="8177830" y="1218541"/>
                  </a:lnTo>
                  <a:lnTo>
                    <a:pt x="8123589" y="1236178"/>
                  </a:lnTo>
                  <a:lnTo>
                    <a:pt x="8066224" y="1252201"/>
                  </a:lnTo>
                  <a:lnTo>
                    <a:pt x="8004989" y="1266724"/>
                  </a:lnTo>
                  <a:lnTo>
                    <a:pt x="7939109" y="1279885"/>
                  </a:lnTo>
                  <a:lnTo>
                    <a:pt x="7867824" y="1291825"/>
                  </a:lnTo>
                  <a:lnTo>
                    <a:pt x="7790441" y="1302677"/>
                  </a:lnTo>
                  <a:lnTo>
                    <a:pt x="7706401" y="1312558"/>
                  </a:lnTo>
                  <a:lnTo>
                    <a:pt x="7615372" y="1321565"/>
                  </a:lnTo>
                  <a:lnTo>
                    <a:pt x="7517360" y="1329773"/>
                  </a:lnTo>
                  <a:lnTo>
                    <a:pt x="7412856" y="1337233"/>
                  </a:lnTo>
                  <a:lnTo>
                    <a:pt x="7302973" y="1343973"/>
                  </a:lnTo>
                  <a:lnTo>
                    <a:pt x="7189576" y="1350002"/>
                  </a:lnTo>
                  <a:lnTo>
                    <a:pt x="7075337" y="1355312"/>
                  </a:lnTo>
                  <a:lnTo>
                    <a:pt x="6963671" y="1359888"/>
                  </a:lnTo>
                  <a:lnTo>
                    <a:pt x="6858506" y="1363717"/>
                  </a:lnTo>
                  <a:lnTo>
                    <a:pt x="6763862" y="1366801"/>
                  </a:lnTo>
                  <a:lnTo>
                    <a:pt x="6683296" y="1369165"/>
                  </a:lnTo>
                  <a:lnTo>
                    <a:pt x="6619318" y="1370863"/>
                  </a:lnTo>
                  <a:lnTo>
                    <a:pt x="6572920" y="1371983"/>
                  </a:lnTo>
                  <a:lnTo>
                    <a:pt x="6543322" y="1372634"/>
                  </a:lnTo>
                  <a:lnTo>
                    <a:pt x="6527991" y="1372943"/>
                  </a:lnTo>
                  <a:lnTo>
                    <a:pt x="6522827" y="1373038"/>
                  </a:lnTo>
                  <a:lnTo>
                    <a:pt x="6522385" y="1373046"/>
                  </a:lnTo>
                  <a:lnTo>
                    <a:pt x="5527445" y="1373046"/>
                  </a:lnTo>
                  <a:lnTo>
                    <a:pt x="5526324" y="1373020"/>
                  </a:lnTo>
                  <a:lnTo>
                    <a:pt x="5518920" y="1372835"/>
                  </a:lnTo>
                  <a:lnTo>
                    <a:pt x="5500151" y="1372326"/>
                  </a:lnTo>
                  <a:lnTo>
                    <a:pt x="5466334" y="1371323"/>
                  </a:lnTo>
                  <a:lnTo>
                    <a:pt x="5415397" y="1369664"/>
                  </a:lnTo>
                  <a:lnTo>
                    <a:pt x="5347042" y="1367213"/>
                  </a:lnTo>
                  <a:lnTo>
                    <a:pt x="5262681" y="1363866"/>
                  </a:lnTo>
                  <a:lnTo>
                    <a:pt x="5165134" y="1359562"/>
                  </a:lnTo>
                  <a:lnTo>
                    <a:pt x="5058116" y="1354278"/>
                  </a:lnTo>
                  <a:lnTo>
                    <a:pt x="4945649" y="1348017"/>
                  </a:lnTo>
                  <a:lnTo>
                    <a:pt x="4831540" y="1340799"/>
                  </a:lnTo>
                  <a:lnTo>
                    <a:pt x="4719015" y="1332642"/>
                  </a:lnTo>
                  <a:lnTo>
                    <a:pt x="4610530" y="1323551"/>
                  </a:lnTo>
                  <a:lnTo>
                    <a:pt x="4507743" y="1313510"/>
                  </a:lnTo>
                  <a:lnTo>
                    <a:pt x="4411598" y="1302474"/>
                  </a:lnTo>
                  <a:lnTo>
                    <a:pt x="4322449" y="1290369"/>
                  </a:lnTo>
                  <a:lnTo>
                    <a:pt x="4240210" y="1277089"/>
                  </a:lnTo>
                  <a:lnTo>
                    <a:pt x="4164485" y="1262501"/>
                  </a:lnTo>
                  <a:lnTo>
                    <a:pt x="4094681" y="1246446"/>
                  </a:lnTo>
                  <a:lnTo>
                    <a:pt x="4030086" y="1228746"/>
                  </a:lnTo>
                  <a:lnTo>
                    <a:pt x="3969937" y="1209216"/>
                  </a:lnTo>
                  <a:lnTo>
                    <a:pt x="3913468" y="1187680"/>
                  </a:lnTo>
                  <a:lnTo>
                    <a:pt x="3859945" y="1164001"/>
                  </a:lnTo>
                  <a:lnTo>
                    <a:pt x="3820202" y="1144205"/>
                  </a:lnTo>
                  <a:lnTo>
                    <a:pt x="3765851" y="1113994"/>
                  </a:lnTo>
                  <a:lnTo>
                    <a:pt x="3713062" y="1081106"/>
                  </a:lnTo>
                  <a:lnTo>
                    <a:pt x="3661323" y="1045492"/>
                  </a:lnTo>
                  <a:lnTo>
                    <a:pt x="3610240" y="1007168"/>
                  </a:lnTo>
                  <a:lnTo>
                    <a:pt x="3559518" y="966228"/>
                  </a:lnTo>
                  <a:lnTo>
                    <a:pt x="3508947" y="922844"/>
                  </a:lnTo>
                  <a:lnTo>
                    <a:pt x="3458389" y="877271"/>
                  </a:lnTo>
                  <a:lnTo>
                    <a:pt x="3407766" y="829844"/>
                  </a:lnTo>
                  <a:lnTo>
                    <a:pt x="3357053" y="780973"/>
                  </a:lnTo>
                  <a:lnTo>
                    <a:pt x="3306259" y="731123"/>
                  </a:lnTo>
                  <a:lnTo>
                    <a:pt x="3255421" y="680804"/>
                  </a:lnTo>
                  <a:lnTo>
                    <a:pt x="3204589" y="630545"/>
                  </a:lnTo>
                  <a:lnTo>
                    <a:pt x="3153811" y="580874"/>
                  </a:lnTo>
                  <a:lnTo>
                    <a:pt x="3103118" y="532291"/>
                  </a:lnTo>
                  <a:lnTo>
                    <a:pt x="3052514" y="485252"/>
                  </a:lnTo>
                  <a:lnTo>
                    <a:pt x="3001962" y="440149"/>
                  </a:lnTo>
                  <a:lnTo>
                    <a:pt x="2951371" y="397300"/>
                  </a:lnTo>
                  <a:lnTo>
                    <a:pt x="2900588" y="356942"/>
                  </a:lnTo>
                  <a:lnTo>
                    <a:pt x="2849385" y="319228"/>
                  </a:lnTo>
                  <a:lnTo>
                    <a:pt x="2797447" y="284234"/>
                  </a:lnTo>
                  <a:lnTo>
                    <a:pt x="2744353" y="251961"/>
                  </a:lnTo>
                  <a:lnTo>
                    <a:pt x="2702183" y="228841"/>
                  </a:lnTo>
                  <a:lnTo>
                    <a:pt x="2650483" y="203463"/>
                  </a:lnTo>
                  <a:lnTo>
                    <a:pt x="2596351" y="180280"/>
                  </a:lnTo>
                  <a:lnTo>
                    <a:pt x="2539111" y="159214"/>
                  </a:lnTo>
                  <a:lnTo>
                    <a:pt x="2478018" y="140117"/>
                  </a:lnTo>
                  <a:lnTo>
                    <a:pt x="2412304" y="122808"/>
                  </a:lnTo>
                  <a:lnTo>
                    <a:pt x="2341212" y="107101"/>
                  </a:lnTo>
                  <a:lnTo>
                    <a:pt x="2264051" y="92824"/>
                  </a:lnTo>
                  <a:lnTo>
                    <a:pt x="2180265" y="79822"/>
                  </a:lnTo>
                  <a:lnTo>
                    <a:pt x="2089518" y="67969"/>
                  </a:lnTo>
                  <a:lnTo>
                    <a:pt x="1991811" y="57165"/>
                  </a:lnTo>
                  <a:lnTo>
                    <a:pt x="1887622" y="47343"/>
                  </a:lnTo>
                  <a:lnTo>
                    <a:pt x="1778043" y="38465"/>
                  </a:lnTo>
                  <a:lnTo>
                    <a:pt x="1664912" y="30521"/>
                  </a:lnTo>
                  <a:lnTo>
                    <a:pt x="1550869" y="23519"/>
                  </a:lnTo>
                  <a:lnTo>
                    <a:pt x="1439292" y="17479"/>
                  </a:lnTo>
                  <a:lnTo>
                    <a:pt x="1334078" y="12418"/>
                  </a:lnTo>
                  <a:lnTo>
                    <a:pt x="1239228" y="8335"/>
                  </a:lnTo>
                  <a:lnTo>
                    <a:pt x="1158305" y="5199"/>
                  </a:lnTo>
                  <a:lnTo>
                    <a:pt x="1093848" y="2938"/>
                  </a:lnTo>
                  <a:lnTo>
                    <a:pt x="1046898" y="1442"/>
                  </a:lnTo>
                  <a:lnTo>
                    <a:pt x="1016748" y="566"/>
                  </a:lnTo>
                  <a:lnTo>
                    <a:pt x="1000943" y="145"/>
                  </a:lnTo>
                  <a:lnTo>
                    <a:pt x="995463" y="11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0" name="pg509"/>
            <p:cNvSpPr/>
            <p:nvPr/>
          </p:nvSpPr>
          <p:spPr>
            <a:xfrm>
              <a:off x="1199187" y="2546783"/>
              <a:ext cx="12049831" cy="1394008"/>
            </a:xfrm>
            <a:custGeom>
              <a:avLst/>
              <a:pathLst>
                <a:path w="12049831" h="1394008">
                  <a:moveTo>
                    <a:pt x="0" y="5240"/>
                  </a:moveTo>
                  <a:lnTo>
                    <a:pt x="994940" y="5240"/>
                  </a:lnTo>
                  <a:lnTo>
                    <a:pt x="996061" y="5266"/>
                  </a:lnTo>
                  <a:lnTo>
                    <a:pt x="1003463" y="5453"/>
                  </a:lnTo>
                  <a:lnTo>
                    <a:pt x="1022226" y="5967"/>
                  </a:lnTo>
                  <a:lnTo>
                    <a:pt x="1056034" y="6982"/>
                  </a:lnTo>
                  <a:lnTo>
                    <a:pt x="1106957" y="8659"/>
                  </a:lnTo>
                  <a:lnTo>
                    <a:pt x="1175297" y="11138"/>
                  </a:lnTo>
                  <a:lnTo>
                    <a:pt x="1259639" y="14522"/>
                  </a:lnTo>
                  <a:lnTo>
                    <a:pt x="1357167" y="18874"/>
                  </a:lnTo>
                  <a:lnTo>
                    <a:pt x="1464168" y="24218"/>
                  </a:lnTo>
                  <a:lnTo>
                    <a:pt x="1576620" y="30549"/>
                  </a:lnTo>
                  <a:lnTo>
                    <a:pt x="1690717" y="37847"/>
                  </a:lnTo>
                  <a:lnTo>
                    <a:pt x="1803235" y="46096"/>
                  </a:lnTo>
                  <a:lnTo>
                    <a:pt x="1911715" y="55288"/>
                  </a:lnTo>
                  <a:lnTo>
                    <a:pt x="2014500" y="65442"/>
                  </a:lnTo>
                  <a:lnTo>
                    <a:pt x="2110646" y="76602"/>
                  </a:lnTo>
                  <a:lnTo>
                    <a:pt x="2199797" y="88843"/>
                  </a:lnTo>
                  <a:lnTo>
                    <a:pt x="2282039" y="102271"/>
                  </a:lnTo>
                  <a:lnTo>
                    <a:pt x="2357767" y="117022"/>
                  </a:lnTo>
                  <a:lnTo>
                    <a:pt x="2427575" y="133256"/>
                  </a:lnTo>
                  <a:lnTo>
                    <a:pt x="2492173" y="151154"/>
                  </a:lnTo>
                  <a:lnTo>
                    <a:pt x="2552324" y="170901"/>
                  </a:lnTo>
                  <a:lnTo>
                    <a:pt x="2608795" y="192677"/>
                  </a:lnTo>
                  <a:lnTo>
                    <a:pt x="2662317" y="216620"/>
                  </a:lnTo>
                  <a:lnTo>
                    <a:pt x="2702183" y="236701"/>
                  </a:lnTo>
                  <a:lnTo>
                    <a:pt x="2756412" y="267185"/>
                  </a:lnTo>
                  <a:lnTo>
                    <a:pt x="2809083" y="300364"/>
                  </a:lnTo>
                  <a:lnTo>
                    <a:pt x="2860708" y="336287"/>
                  </a:lnTo>
                  <a:lnTo>
                    <a:pt x="2911678" y="374938"/>
                  </a:lnTo>
                  <a:lnTo>
                    <a:pt x="2962286" y="416226"/>
                  </a:lnTo>
                  <a:lnTo>
                    <a:pt x="3012741" y="459976"/>
                  </a:lnTo>
                  <a:lnTo>
                    <a:pt x="3063183" y="505934"/>
                  </a:lnTo>
                  <a:lnTo>
                    <a:pt x="3113687" y="553765"/>
                  </a:lnTo>
                  <a:lnTo>
                    <a:pt x="3164283" y="603059"/>
                  </a:lnTo>
                  <a:lnTo>
                    <a:pt x="3214959" y="653348"/>
                  </a:lnTo>
                  <a:lnTo>
                    <a:pt x="3265679" y="704121"/>
                  </a:lnTo>
                  <a:lnTo>
                    <a:pt x="3316395" y="754847"/>
                  </a:lnTo>
                  <a:lnTo>
                    <a:pt x="3367059" y="804996"/>
                  </a:lnTo>
                  <a:lnTo>
                    <a:pt x="3417638" y="854063"/>
                  </a:lnTo>
                  <a:lnTo>
                    <a:pt x="3468128" y="901590"/>
                  </a:lnTo>
                  <a:lnTo>
                    <a:pt x="3518565" y="947181"/>
                  </a:lnTo>
                  <a:lnTo>
                    <a:pt x="3569035" y="990512"/>
                  </a:lnTo>
                  <a:lnTo>
                    <a:pt x="3619690" y="1031343"/>
                  </a:lnTo>
                  <a:lnTo>
                    <a:pt x="3670752" y="1069516"/>
                  </a:lnTo>
                  <a:lnTo>
                    <a:pt x="3722530" y="1104953"/>
                  </a:lnTo>
                  <a:lnTo>
                    <a:pt x="3775436" y="1137650"/>
                  </a:lnTo>
                  <a:lnTo>
                    <a:pt x="3820202" y="1162547"/>
                  </a:lnTo>
                  <a:lnTo>
                    <a:pt x="3871896" y="1188213"/>
                  </a:lnTo>
                  <a:lnTo>
                    <a:pt x="3926022" y="1211659"/>
                  </a:lnTo>
                  <a:lnTo>
                    <a:pt x="3983256" y="1232964"/>
                  </a:lnTo>
                  <a:lnTo>
                    <a:pt x="4044341" y="1252279"/>
                  </a:lnTo>
                  <a:lnTo>
                    <a:pt x="4110046" y="1269785"/>
                  </a:lnTo>
                  <a:lnTo>
                    <a:pt x="4181128" y="1285671"/>
                  </a:lnTo>
                  <a:lnTo>
                    <a:pt x="4258276" y="1300111"/>
                  </a:lnTo>
                  <a:lnTo>
                    <a:pt x="4342049" y="1313261"/>
                  </a:lnTo>
                  <a:lnTo>
                    <a:pt x="4432781" y="1325250"/>
                  </a:lnTo>
                  <a:lnTo>
                    <a:pt x="4530471" y="1336178"/>
                  </a:lnTo>
                  <a:lnTo>
                    <a:pt x="4634644" y="1346112"/>
                  </a:lnTo>
                  <a:lnTo>
                    <a:pt x="4744206" y="1355092"/>
                  </a:lnTo>
                  <a:lnTo>
                    <a:pt x="4857322" y="1363127"/>
                  </a:lnTo>
                  <a:lnTo>
                    <a:pt x="4971355" y="1370210"/>
                  </a:lnTo>
                  <a:lnTo>
                    <a:pt x="5082927" y="1376320"/>
                  </a:lnTo>
                  <a:lnTo>
                    <a:pt x="5188144" y="1381440"/>
                  </a:lnTo>
                  <a:lnTo>
                    <a:pt x="5283004" y="1385571"/>
                  </a:lnTo>
                  <a:lnTo>
                    <a:pt x="5363946" y="1388744"/>
                  </a:lnTo>
                  <a:lnTo>
                    <a:pt x="5428430" y="1391032"/>
                  </a:lnTo>
                  <a:lnTo>
                    <a:pt x="5475409" y="1392547"/>
                  </a:lnTo>
                  <a:lnTo>
                    <a:pt x="5505589" y="1393434"/>
                  </a:lnTo>
                  <a:lnTo>
                    <a:pt x="5521420" y="1393860"/>
                  </a:lnTo>
                  <a:lnTo>
                    <a:pt x="5526918" y="1393996"/>
                  </a:lnTo>
                  <a:lnTo>
                    <a:pt x="5527445" y="1394008"/>
                  </a:lnTo>
                  <a:lnTo>
                    <a:pt x="6522385" y="1394008"/>
                  </a:lnTo>
                  <a:lnTo>
                    <a:pt x="6523521" y="1394002"/>
                  </a:lnTo>
                  <a:lnTo>
                    <a:pt x="6531015" y="1393959"/>
                  </a:lnTo>
                  <a:lnTo>
                    <a:pt x="6550007" y="1393839"/>
                  </a:lnTo>
                  <a:lnTo>
                    <a:pt x="6584211" y="1393602"/>
                  </a:lnTo>
                  <a:lnTo>
                    <a:pt x="6635697" y="1393211"/>
                  </a:lnTo>
                  <a:lnTo>
                    <a:pt x="6704736" y="1392633"/>
                  </a:lnTo>
                  <a:lnTo>
                    <a:pt x="6789857" y="1391845"/>
                  </a:lnTo>
                  <a:lnTo>
                    <a:pt x="6888175" y="1390831"/>
                  </a:lnTo>
                  <a:lnTo>
                    <a:pt x="6995909" y="1389587"/>
                  </a:lnTo>
                  <a:lnTo>
                    <a:pt x="7108986" y="1388114"/>
                  </a:lnTo>
                  <a:lnTo>
                    <a:pt x="7223567" y="1386417"/>
                  </a:lnTo>
                  <a:lnTo>
                    <a:pt x="7336420" y="1384499"/>
                  </a:lnTo>
                  <a:lnTo>
                    <a:pt x="7445096" y="1382362"/>
                  </a:lnTo>
                  <a:lnTo>
                    <a:pt x="7547955" y="1380002"/>
                  </a:lnTo>
                  <a:lnTo>
                    <a:pt x="7644081" y="1377407"/>
                  </a:lnTo>
                  <a:lnTo>
                    <a:pt x="7733146" y="1374559"/>
                  </a:lnTo>
                  <a:lnTo>
                    <a:pt x="7815261" y="1371434"/>
                  </a:lnTo>
                  <a:lnTo>
                    <a:pt x="7890844" y="1367999"/>
                  </a:lnTo>
                  <a:lnTo>
                    <a:pt x="7960508" y="1364217"/>
                  </a:lnTo>
                  <a:lnTo>
                    <a:pt x="8024979" y="1360045"/>
                  </a:lnTo>
                  <a:lnTo>
                    <a:pt x="8085032" y="1355440"/>
                  </a:lnTo>
                  <a:lnTo>
                    <a:pt x="8141442" y="1350360"/>
                  </a:lnTo>
                  <a:lnTo>
                    <a:pt x="8194945" y="1344775"/>
                  </a:lnTo>
                  <a:lnTo>
                    <a:pt x="8229629" y="1340728"/>
                  </a:lnTo>
                  <a:lnTo>
                    <a:pt x="8290745" y="1332759"/>
                  </a:lnTo>
                  <a:lnTo>
                    <a:pt x="8349966" y="1323996"/>
                  </a:lnTo>
                  <a:lnTo>
                    <a:pt x="8407990" y="1314426"/>
                  </a:lnTo>
                  <a:lnTo>
                    <a:pt x="8465336" y="1304065"/>
                  </a:lnTo>
                  <a:lnTo>
                    <a:pt x="8522368" y="1292953"/>
                  </a:lnTo>
                  <a:lnTo>
                    <a:pt x="8579328" y="1281164"/>
                  </a:lnTo>
                  <a:lnTo>
                    <a:pt x="8636350" y="1268802"/>
                  </a:lnTo>
                  <a:lnTo>
                    <a:pt x="8693487" y="1255998"/>
                  </a:lnTo>
                  <a:lnTo>
                    <a:pt x="8750724" y="1242908"/>
                  </a:lnTo>
                  <a:lnTo>
                    <a:pt x="8808007" y="1229701"/>
                  </a:lnTo>
                  <a:lnTo>
                    <a:pt x="8865267" y="1216554"/>
                  </a:lnTo>
                  <a:lnTo>
                    <a:pt x="8922439" y="1203640"/>
                  </a:lnTo>
                  <a:lnTo>
                    <a:pt x="8979497" y="1191120"/>
                  </a:lnTo>
                  <a:lnTo>
                    <a:pt x="9036466" y="1179132"/>
                  </a:lnTo>
                  <a:lnTo>
                    <a:pt x="9093454" y="1167792"/>
                  </a:lnTo>
                  <a:lnTo>
                    <a:pt x="9150665" y="1157181"/>
                  </a:lnTo>
                  <a:lnTo>
                    <a:pt x="9208421" y="1147352"/>
                  </a:lnTo>
                  <a:lnTo>
                    <a:pt x="9267187" y="1138328"/>
                  </a:lnTo>
                  <a:lnTo>
                    <a:pt x="9327600" y="1130104"/>
                  </a:lnTo>
                  <a:lnTo>
                    <a:pt x="9347647" y="1127609"/>
                  </a:lnTo>
                  <a:lnTo>
                    <a:pt x="9399570" y="1121677"/>
                  </a:lnTo>
                  <a:lnTo>
                    <a:pt x="9453948" y="1116260"/>
                  </a:lnTo>
                  <a:lnTo>
                    <a:pt x="9511467" y="1111340"/>
                  </a:lnTo>
                  <a:lnTo>
                    <a:pt x="9572880" y="1106881"/>
                  </a:lnTo>
                  <a:lnTo>
                    <a:pt x="9638968" y="1102841"/>
                  </a:lnTo>
                  <a:lnTo>
                    <a:pt x="9710494" y="1099177"/>
                  </a:lnTo>
                  <a:lnTo>
                    <a:pt x="9788156" y="1095848"/>
                  </a:lnTo>
                  <a:lnTo>
                    <a:pt x="9872513" y="1092817"/>
                  </a:lnTo>
                  <a:lnTo>
                    <a:pt x="9963896" y="1090055"/>
                  </a:lnTo>
                  <a:lnTo>
                    <a:pt x="10062288" y="1087538"/>
                  </a:lnTo>
                  <a:lnTo>
                    <a:pt x="10167185" y="1085251"/>
                  </a:lnTo>
                  <a:lnTo>
                    <a:pt x="10277447" y="1083186"/>
                  </a:lnTo>
                  <a:lnTo>
                    <a:pt x="10391175" y="1081340"/>
                  </a:lnTo>
                  <a:lnTo>
                    <a:pt x="10505655" y="1079716"/>
                  </a:lnTo>
                  <a:lnTo>
                    <a:pt x="10617426" y="1078318"/>
                  </a:lnTo>
                  <a:lnTo>
                    <a:pt x="10722523" y="1077149"/>
                  </a:lnTo>
                  <a:lnTo>
                    <a:pt x="10816905" y="1076211"/>
                  </a:lnTo>
                  <a:lnTo>
                    <a:pt x="10897019" y="1075493"/>
                  </a:lnTo>
                  <a:lnTo>
                    <a:pt x="10960392" y="1074980"/>
                  </a:lnTo>
                  <a:lnTo>
                    <a:pt x="11006102" y="1074643"/>
                  </a:lnTo>
                  <a:lnTo>
                    <a:pt x="11035013" y="1074449"/>
                  </a:lnTo>
                  <a:lnTo>
                    <a:pt x="11049758" y="1074358"/>
                  </a:lnTo>
                  <a:lnTo>
                    <a:pt x="11054540" y="1074331"/>
                  </a:lnTo>
                  <a:lnTo>
                    <a:pt x="11054891" y="1074329"/>
                  </a:lnTo>
                  <a:lnTo>
                    <a:pt x="12049831" y="1074329"/>
                  </a:lnTo>
                  <a:lnTo>
                    <a:pt x="12049831" y="1069089"/>
                  </a:lnTo>
                  <a:lnTo>
                    <a:pt x="11054891" y="1069089"/>
                  </a:lnTo>
                  <a:lnTo>
                    <a:pt x="11053755" y="1069095"/>
                  </a:lnTo>
                  <a:lnTo>
                    <a:pt x="11046261" y="1069138"/>
                  </a:lnTo>
                  <a:lnTo>
                    <a:pt x="11027269" y="1069258"/>
                  </a:lnTo>
                  <a:lnTo>
                    <a:pt x="10993065" y="1069495"/>
                  </a:lnTo>
                  <a:lnTo>
                    <a:pt x="10941579" y="1069886"/>
                  </a:lnTo>
                  <a:lnTo>
                    <a:pt x="10872541" y="1070464"/>
                  </a:lnTo>
                  <a:lnTo>
                    <a:pt x="10787419" y="1071252"/>
                  </a:lnTo>
                  <a:lnTo>
                    <a:pt x="10689102" y="1072266"/>
                  </a:lnTo>
                  <a:lnTo>
                    <a:pt x="10581368" y="1073510"/>
                  </a:lnTo>
                  <a:lnTo>
                    <a:pt x="10468291" y="1074983"/>
                  </a:lnTo>
                  <a:lnTo>
                    <a:pt x="10353709" y="1076680"/>
                  </a:lnTo>
                  <a:lnTo>
                    <a:pt x="10240856" y="1078598"/>
                  </a:lnTo>
                  <a:lnTo>
                    <a:pt x="10132181" y="1080735"/>
                  </a:lnTo>
                  <a:lnTo>
                    <a:pt x="10029322" y="1083095"/>
                  </a:lnTo>
                  <a:lnTo>
                    <a:pt x="9933196" y="1085690"/>
                  </a:lnTo>
                  <a:lnTo>
                    <a:pt x="9844131" y="1088538"/>
                  </a:lnTo>
                  <a:lnTo>
                    <a:pt x="9762016" y="1091663"/>
                  </a:lnTo>
                  <a:lnTo>
                    <a:pt x="9686433" y="1095098"/>
                  </a:lnTo>
                  <a:lnTo>
                    <a:pt x="9616769" y="1098880"/>
                  </a:lnTo>
                  <a:lnTo>
                    <a:pt x="9552297" y="1103052"/>
                  </a:lnTo>
                  <a:lnTo>
                    <a:pt x="9492244" y="1107657"/>
                  </a:lnTo>
                  <a:lnTo>
                    <a:pt x="9435834" y="1112737"/>
                  </a:lnTo>
                  <a:lnTo>
                    <a:pt x="9382331" y="1118322"/>
                  </a:lnTo>
                  <a:lnTo>
                    <a:pt x="9347647" y="1122369"/>
                  </a:lnTo>
                  <a:lnTo>
                    <a:pt x="9286531" y="1130338"/>
                  </a:lnTo>
                  <a:lnTo>
                    <a:pt x="9227311" y="1139101"/>
                  </a:lnTo>
                  <a:lnTo>
                    <a:pt x="9169286" y="1148671"/>
                  </a:lnTo>
                  <a:lnTo>
                    <a:pt x="9111940" y="1159032"/>
                  </a:lnTo>
                  <a:lnTo>
                    <a:pt x="9054908" y="1170144"/>
                  </a:lnTo>
                  <a:lnTo>
                    <a:pt x="8997949" y="1181933"/>
                  </a:lnTo>
                  <a:lnTo>
                    <a:pt x="8940926" y="1194295"/>
                  </a:lnTo>
                  <a:lnTo>
                    <a:pt x="8883790" y="1207099"/>
                  </a:lnTo>
                  <a:lnTo>
                    <a:pt x="8826553" y="1220189"/>
                  </a:lnTo>
                  <a:lnTo>
                    <a:pt x="8769269" y="1233396"/>
                  </a:lnTo>
                  <a:lnTo>
                    <a:pt x="8712010" y="1246543"/>
                  </a:lnTo>
                  <a:lnTo>
                    <a:pt x="8654837" y="1259457"/>
                  </a:lnTo>
                  <a:lnTo>
                    <a:pt x="8597780" y="1271977"/>
                  </a:lnTo>
                  <a:lnTo>
                    <a:pt x="8540810" y="1283965"/>
                  </a:lnTo>
                  <a:lnTo>
                    <a:pt x="8483823" y="1295305"/>
                  </a:lnTo>
                  <a:lnTo>
                    <a:pt x="8426612" y="1305916"/>
                  </a:lnTo>
                  <a:lnTo>
                    <a:pt x="8368856" y="1315745"/>
                  </a:lnTo>
                  <a:lnTo>
                    <a:pt x="8310089" y="1324769"/>
                  </a:lnTo>
                  <a:lnTo>
                    <a:pt x="8249677" y="1332993"/>
                  </a:lnTo>
                  <a:lnTo>
                    <a:pt x="8229629" y="1335488"/>
                  </a:lnTo>
                  <a:lnTo>
                    <a:pt x="8177706" y="1341420"/>
                  </a:lnTo>
                  <a:lnTo>
                    <a:pt x="8123328" y="1346837"/>
                  </a:lnTo>
                  <a:lnTo>
                    <a:pt x="8065809" y="1351757"/>
                  </a:lnTo>
                  <a:lnTo>
                    <a:pt x="8004396" y="1356216"/>
                  </a:lnTo>
                  <a:lnTo>
                    <a:pt x="7938309" y="1360256"/>
                  </a:lnTo>
                  <a:lnTo>
                    <a:pt x="7866782" y="1363920"/>
                  </a:lnTo>
                  <a:lnTo>
                    <a:pt x="7789121" y="1367249"/>
                  </a:lnTo>
                  <a:lnTo>
                    <a:pt x="7704764" y="1370280"/>
                  </a:lnTo>
                  <a:lnTo>
                    <a:pt x="7613381" y="1373043"/>
                  </a:lnTo>
                  <a:lnTo>
                    <a:pt x="7514989" y="1375559"/>
                  </a:lnTo>
                  <a:lnTo>
                    <a:pt x="7410092" y="1377846"/>
                  </a:lnTo>
                  <a:lnTo>
                    <a:pt x="7299830" y="1379911"/>
                  </a:lnTo>
                  <a:lnTo>
                    <a:pt x="7186101" y="1381757"/>
                  </a:lnTo>
                  <a:lnTo>
                    <a:pt x="7071622" y="1383381"/>
                  </a:lnTo>
                  <a:lnTo>
                    <a:pt x="6959851" y="1384779"/>
                  </a:lnTo>
                  <a:lnTo>
                    <a:pt x="6854753" y="1385948"/>
                  </a:lnTo>
                  <a:lnTo>
                    <a:pt x="6760371" y="1386886"/>
                  </a:lnTo>
                  <a:lnTo>
                    <a:pt x="6680257" y="1387604"/>
                  </a:lnTo>
                  <a:lnTo>
                    <a:pt x="6616884" y="1388117"/>
                  </a:lnTo>
                  <a:lnTo>
                    <a:pt x="6571175" y="1388454"/>
                  </a:lnTo>
                  <a:lnTo>
                    <a:pt x="6542264" y="1388648"/>
                  </a:lnTo>
                  <a:lnTo>
                    <a:pt x="6527519" y="1388739"/>
                  </a:lnTo>
                  <a:lnTo>
                    <a:pt x="6522737" y="1388766"/>
                  </a:lnTo>
                  <a:lnTo>
                    <a:pt x="6522385" y="1388768"/>
                  </a:lnTo>
                  <a:lnTo>
                    <a:pt x="5527445" y="1388768"/>
                  </a:lnTo>
                  <a:lnTo>
                    <a:pt x="5526324" y="1388741"/>
                  </a:lnTo>
                  <a:lnTo>
                    <a:pt x="5518922" y="1388555"/>
                  </a:lnTo>
                  <a:lnTo>
                    <a:pt x="5500159" y="1388040"/>
                  </a:lnTo>
                  <a:lnTo>
                    <a:pt x="5466351" y="1387025"/>
                  </a:lnTo>
                  <a:lnTo>
                    <a:pt x="5415428" y="1385348"/>
                  </a:lnTo>
                  <a:lnTo>
                    <a:pt x="5347088" y="1382870"/>
                  </a:lnTo>
                  <a:lnTo>
                    <a:pt x="5262746" y="1379486"/>
                  </a:lnTo>
                  <a:lnTo>
                    <a:pt x="5165218" y="1375134"/>
                  </a:lnTo>
                  <a:lnTo>
                    <a:pt x="5058217" y="1369790"/>
                  </a:lnTo>
                  <a:lnTo>
                    <a:pt x="4945765" y="1363459"/>
                  </a:lnTo>
                  <a:lnTo>
                    <a:pt x="4831668" y="1356160"/>
                  </a:lnTo>
                  <a:lnTo>
                    <a:pt x="4719150" y="1347912"/>
                  </a:lnTo>
                  <a:lnTo>
                    <a:pt x="4610670" y="1338719"/>
                  </a:lnTo>
                  <a:lnTo>
                    <a:pt x="4507885" y="1328566"/>
                  </a:lnTo>
                  <a:lnTo>
                    <a:pt x="4411739" y="1317406"/>
                  </a:lnTo>
                  <a:lnTo>
                    <a:pt x="4322588" y="1305165"/>
                  </a:lnTo>
                  <a:lnTo>
                    <a:pt x="4240346" y="1291737"/>
                  </a:lnTo>
                  <a:lnTo>
                    <a:pt x="4164618" y="1276986"/>
                  </a:lnTo>
                  <a:lnTo>
                    <a:pt x="4094810" y="1260751"/>
                  </a:lnTo>
                  <a:lnTo>
                    <a:pt x="4030212" y="1242854"/>
                  </a:lnTo>
                  <a:lnTo>
                    <a:pt x="3970061" y="1223106"/>
                  </a:lnTo>
                  <a:lnTo>
                    <a:pt x="3913590" y="1201330"/>
                  </a:lnTo>
                  <a:lnTo>
                    <a:pt x="3860068" y="1177388"/>
                  </a:lnTo>
                  <a:lnTo>
                    <a:pt x="3820202" y="1157306"/>
                  </a:lnTo>
                  <a:lnTo>
                    <a:pt x="3765973" y="1126823"/>
                  </a:lnTo>
                  <a:lnTo>
                    <a:pt x="3713302" y="1093644"/>
                  </a:lnTo>
                  <a:lnTo>
                    <a:pt x="3661677" y="1057721"/>
                  </a:lnTo>
                  <a:lnTo>
                    <a:pt x="3610707" y="1019069"/>
                  </a:lnTo>
                  <a:lnTo>
                    <a:pt x="3560099" y="977782"/>
                  </a:lnTo>
                  <a:lnTo>
                    <a:pt x="3509644" y="934032"/>
                  </a:lnTo>
                  <a:lnTo>
                    <a:pt x="3459202" y="888073"/>
                  </a:lnTo>
                  <a:lnTo>
                    <a:pt x="3408698" y="840243"/>
                  </a:lnTo>
                  <a:lnTo>
                    <a:pt x="3358102" y="790949"/>
                  </a:lnTo>
                  <a:lnTo>
                    <a:pt x="3307426" y="740660"/>
                  </a:lnTo>
                  <a:lnTo>
                    <a:pt x="3256706" y="689887"/>
                  </a:lnTo>
                  <a:lnTo>
                    <a:pt x="3205990" y="639161"/>
                  </a:lnTo>
                  <a:lnTo>
                    <a:pt x="3155326" y="589012"/>
                  </a:lnTo>
                  <a:lnTo>
                    <a:pt x="3104747" y="539944"/>
                  </a:lnTo>
                  <a:lnTo>
                    <a:pt x="3054257" y="492417"/>
                  </a:lnTo>
                  <a:lnTo>
                    <a:pt x="3003820" y="446827"/>
                  </a:lnTo>
                  <a:lnTo>
                    <a:pt x="2953350" y="403496"/>
                  </a:lnTo>
                  <a:lnTo>
                    <a:pt x="2902695" y="362665"/>
                  </a:lnTo>
                  <a:lnTo>
                    <a:pt x="2851633" y="324492"/>
                  </a:lnTo>
                  <a:lnTo>
                    <a:pt x="2799855" y="289055"/>
                  </a:lnTo>
                  <a:lnTo>
                    <a:pt x="2746949" y="256358"/>
                  </a:lnTo>
                  <a:lnTo>
                    <a:pt x="2702183" y="231461"/>
                  </a:lnTo>
                  <a:lnTo>
                    <a:pt x="2650489" y="205795"/>
                  </a:lnTo>
                  <a:lnTo>
                    <a:pt x="2596363" y="182349"/>
                  </a:lnTo>
                  <a:lnTo>
                    <a:pt x="2539129" y="161044"/>
                  </a:lnTo>
                  <a:lnTo>
                    <a:pt x="2478044" y="141729"/>
                  </a:lnTo>
                  <a:lnTo>
                    <a:pt x="2412339" y="124222"/>
                  </a:lnTo>
                  <a:lnTo>
                    <a:pt x="2341257" y="108337"/>
                  </a:lnTo>
                  <a:lnTo>
                    <a:pt x="2264109" y="93897"/>
                  </a:lnTo>
                  <a:lnTo>
                    <a:pt x="2180336" y="80747"/>
                  </a:lnTo>
                  <a:lnTo>
                    <a:pt x="2089604" y="68757"/>
                  </a:lnTo>
                  <a:lnTo>
                    <a:pt x="1991914" y="57830"/>
                  </a:lnTo>
                  <a:lnTo>
                    <a:pt x="1887741" y="47895"/>
                  </a:lnTo>
                  <a:lnTo>
                    <a:pt x="1778179" y="38916"/>
                  </a:lnTo>
                  <a:lnTo>
                    <a:pt x="1665063" y="30880"/>
                  </a:lnTo>
                  <a:lnTo>
                    <a:pt x="1551030" y="23797"/>
                  </a:lnTo>
                  <a:lnTo>
                    <a:pt x="1439458" y="17687"/>
                  </a:lnTo>
                  <a:lnTo>
                    <a:pt x="1334241" y="12567"/>
                  </a:lnTo>
                  <a:lnTo>
                    <a:pt x="1239381" y="8437"/>
                  </a:lnTo>
                  <a:lnTo>
                    <a:pt x="1158439" y="5263"/>
                  </a:lnTo>
                  <a:lnTo>
                    <a:pt x="1093955" y="2976"/>
                  </a:lnTo>
                  <a:lnTo>
                    <a:pt x="1046976" y="1461"/>
                  </a:lnTo>
                  <a:lnTo>
                    <a:pt x="1016796" y="573"/>
                  </a:lnTo>
                  <a:lnTo>
                    <a:pt x="1000965" y="148"/>
                  </a:lnTo>
                  <a:lnTo>
                    <a:pt x="995467" y="1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11" name="pl510"/>
            <p:cNvSpPr/>
            <p:nvPr/>
          </p:nvSpPr>
          <p:spPr>
            <a:xfrm>
              <a:off x="1199187" y="2552024"/>
              <a:ext cx="12049831" cy="1388768"/>
            </a:xfrm>
            <a:custGeom>
              <a:avLst/>
              <a:pathLst>
                <a:path w="12049831" h="1388768">
                  <a:moveTo>
                    <a:pt x="0" y="0"/>
                  </a:moveTo>
                  <a:lnTo>
                    <a:pt x="994940" y="0"/>
                  </a:lnTo>
                  <a:lnTo>
                    <a:pt x="996061" y="26"/>
                  </a:lnTo>
                  <a:lnTo>
                    <a:pt x="1003463" y="212"/>
                  </a:lnTo>
                  <a:lnTo>
                    <a:pt x="1022226" y="727"/>
                  </a:lnTo>
                  <a:lnTo>
                    <a:pt x="1056034" y="1742"/>
                  </a:lnTo>
                  <a:lnTo>
                    <a:pt x="1106957" y="3419"/>
                  </a:lnTo>
                  <a:lnTo>
                    <a:pt x="1175297" y="5897"/>
                  </a:lnTo>
                  <a:lnTo>
                    <a:pt x="1259639" y="9281"/>
                  </a:lnTo>
                  <a:lnTo>
                    <a:pt x="1357167" y="13633"/>
                  </a:lnTo>
                  <a:lnTo>
                    <a:pt x="1464168" y="18977"/>
                  </a:lnTo>
                  <a:lnTo>
                    <a:pt x="1576620" y="25308"/>
                  </a:lnTo>
                  <a:lnTo>
                    <a:pt x="1690717" y="32607"/>
                  </a:lnTo>
                  <a:lnTo>
                    <a:pt x="1803235" y="40855"/>
                  </a:lnTo>
                  <a:lnTo>
                    <a:pt x="1911715" y="50048"/>
                  </a:lnTo>
                  <a:lnTo>
                    <a:pt x="2014500" y="60201"/>
                  </a:lnTo>
                  <a:lnTo>
                    <a:pt x="2110646" y="71361"/>
                  </a:lnTo>
                  <a:lnTo>
                    <a:pt x="2199797" y="83602"/>
                  </a:lnTo>
                  <a:lnTo>
                    <a:pt x="2282039" y="97030"/>
                  </a:lnTo>
                  <a:lnTo>
                    <a:pt x="2357767" y="111781"/>
                  </a:lnTo>
                  <a:lnTo>
                    <a:pt x="2427575" y="128016"/>
                  </a:lnTo>
                  <a:lnTo>
                    <a:pt x="2492173" y="145913"/>
                  </a:lnTo>
                  <a:lnTo>
                    <a:pt x="2552324" y="165661"/>
                  </a:lnTo>
                  <a:lnTo>
                    <a:pt x="2608795" y="187437"/>
                  </a:lnTo>
                  <a:lnTo>
                    <a:pt x="2662317" y="211379"/>
                  </a:lnTo>
                  <a:lnTo>
                    <a:pt x="2702183" y="231461"/>
                  </a:lnTo>
                  <a:lnTo>
                    <a:pt x="2756412" y="261944"/>
                  </a:lnTo>
                  <a:lnTo>
                    <a:pt x="2809083" y="295123"/>
                  </a:lnTo>
                  <a:lnTo>
                    <a:pt x="2860708" y="331046"/>
                  </a:lnTo>
                  <a:lnTo>
                    <a:pt x="2911678" y="369698"/>
                  </a:lnTo>
                  <a:lnTo>
                    <a:pt x="2962286" y="410985"/>
                  </a:lnTo>
                  <a:lnTo>
                    <a:pt x="3012741" y="454735"/>
                  </a:lnTo>
                  <a:lnTo>
                    <a:pt x="3063183" y="500694"/>
                  </a:lnTo>
                  <a:lnTo>
                    <a:pt x="3113687" y="548524"/>
                  </a:lnTo>
                  <a:lnTo>
                    <a:pt x="3164283" y="597818"/>
                  </a:lnTo>
                  <a:lnTo>
                    <a:pt x="3214959" y="648107"/>
                  </a:lnTo>
                  <a:lnTo>
                    <a:pt x="3265679" y="698880"/>
                  </a:lnTo>
                  <a:lnTo>
                    <a:pt x="3316395" y="749606"/>
                  </a:lnTo>
                  <a:lnTo>
                    <a:pt x="3367059" y="799755"/>
                  </a:lnTo>
                  <a:lnTo>
                    <a:pt x="3417638" y="848823"/>
                  </a:lnTo>
                  <a:lnTo>
                    <a:pt x="3468128" y="896350"/>
                  </a:lnTo>
                  <a:lnTo>
                    <a:pt x="3518565" y="941940"/>
                  </a:lnTo>
                  <a:lnTo>
                    <a:pt x="3569035" y="985271"/>
                  </a:lnTo>
                  <a:lnTo>
                    <a:pt x="3619690" y="1026102"/>
                  </a:lnTo>
                  <a:lnTo>
                    <a:pt x="3670752" y="1064275"/>
                  </a:lnTo>
                  <a:lnTo>
                    <a:pt x="3722530" y="1099712"/>
                  </a:lnTo>
                  <a:lnTo>
                    <a:pt x="3775436" y="1132409"/>
                  </a:lnTo>
                  <a:lnTo>
                    <a:pt x="3820202" y="1157306"/>
                  </a:lnTo>
                  <a:lnTo>
                    <a:pt x="3871896" y="1182972"/>
                  </a:lnTo>
                  <a:lnTo>
                    <a:pt x="3926022" y="1206418"/>
                  </a:lnTo>
                  <a:lnTo>
                    <a:pt x="3983256" y="1227723"/>
                  </a:lnTo>
                  <a:lnTo>
                    <a:pt x="4044341" y="1247038"/>
                  </a:lnTo>
                  <a:lnTo>
                    <a:pt x="4110046" y="1264545"/>
                  </a:lnTo>
                  <a:lnTo>
                    <a:pt x="4181128" y="1280430"/>
                  </a:lnTo>
                  <a:lnTo>
                    <a:pt x="4258276" y="1294870"/>
                  </a:lnTo>
                  <a:lnTo>
                    <a:pt x="4342049" y="1308020"/>
                  </a:lnTo>
                  <a:lnTo>
                    <a:pt x="4432781" y="1320010"/>
                  </a:lnTo>
                  <a:lnTo>
                    <a:pt x="4530471" y="1330937"/>
                  </a:lnTo>
                  <a:lnTo>
                    <a:pt x="4634644" y="1340872"/>
                  </a:lnTo>
                  <a:lnTo>
                    <a:pt x="4744206" y="1349851"/>
                  </a:lnTo>
                  <a:lnTo>
                    <a:pt x="4857322" y="1357887"/>
                  </a:lnTo>
                  <a:lnTo>
                    <a:pt x="4971355" y="1364970"/>
                  </a:lnTo>
                  <a:lnTo>
                    <a:pt x="5082927" y="1371080"/>
                  </a:lnTo>
                  <a:lnTo>
                    <a:pt x="5188144" y="1376200"/>
                  </a:lnTo>
                  <a:lnTo>
                    <a:pt x="5283004" y="1380330"/>
                  </a:lnTo>
                  <a:lnTo>
                    <a:pt x="5363946" y="1383504"/>
                  </a:lnTo>
                  <a:lnTo>
                    <a:pt x="5428430" y="1385791"/>
                  </a:lnTo>
                  <a:lnTo>
                    <a:pt x="5475409" y="1387306"/>
                  </a:lnTo>
                  <a:lnTo>
                    <a:pt x="5505589" y="1388194"/>
                  </a:lnTo>
                  <a:lnTo>
                    <a:pt x="5521420" y="1388620"/>
                  </a:lnTo>
                  <a:lnTo>
                    <a:pt x="5526918" y="1388755"/>
                  </a:lnTo>
                  <a:lnTo>
                    <a:pt x="5527445" y="1388768"/>
                  </a:lnTo>
                  <a:lnTo>
                    <a:pt x="6522385" y="1388768"/>
                  </a:lnTo>
                  <a:lnTo>
                    <a:pt x="6523521" y="1388761"/>
                  </a:lnTo>
                  <a:lnTo>
                    <a:pt x="6531015" y="1388718"/>
                  </a:lnTo>
                  <a:lnTo>
                    <a:pt x="6550007" y="1388598"/>
                  </a:lnTo>
                  <a:lnTo>
                    <a:pt x="6584211" y="1388361"/>
                  </a:lnTo>
                  <a:lnTo>
                    <a:pt x="6635697" y="1387970"/>
                  </a:lnTo>
                  <a:lnTo>
                    <a:pt x="6704736" y="1387392"/>
                  </a:lnTo>
                  <a:lnTo>
                    <a:pt x="6789857" y="1386604"/>
                  </a:lnTo>
                  <a:lnTo>
                    <a:pt x="6888175" y="1385590"/>
                  </a:lnTo>
                  <a:lnTo>
                    <a:pt x="6995909" y="1384347"/>
                  </a:lnTo>
                  <a:lnTo>
                    <a:pt x="7108986" y="1382874"/>
                  </a:lnTo>
                  <a:lnTo>
                    <a:pt x="7223567" y="1381176"/>
                  </a:lnTo>
                  <a:lnTo>
                    <a:pt x="7336420" y="1379259"/>
                  </a:lnTo>
                  <a:lnTo>
                    <a:pt x="7445096" y="1377122"/>
                  </a:lnTo>
                  <a:lnTo>
                    <a:pt x="7547955" y="1374761"/>
                  </a:lnTo>
                  <a:lnTo>
                    <a:pt x="7644081" y="1372166"/>
                  </a:lnTo>
                  <a:lnTo>
                    <a:pt x="7733146" y="1369319"/>
                  </a:lnTo>
                  <a:lnTo>
                    <a:pt x="7815261" y="1366194"/>
                  </a:lnTo>
                  <a:lnTo>
                    <a:pt x="7890844" y="1362759"/>
                  </a:lnTo>
                  <a:lnTo>
                    <a:pt x="7960508" y="1358977"/>
                  </a:lnTo>
                  <a:lnTo>
                    <a:pt x="8024979" y="1354805"/>
                  </a:lnTo>
                  <a:lnTo>
                    <a:pt x="8085032" y="1350199"/>
                  </a:lnTo>
                  <a:lnTo>
                    <a:pt x="8141442" y="1345120"/>
                  </a:lnTo>
                  <a:lnTo>
                    <a:pt x="8194945" y="1339535"/>
                  </a:lnTo>
                  <a:lnTo>
                    <a:pt x="8229629" y="1335488"/>
                  </a:lnTo>
                  <a:lnTo>
                    <a:pt x="8290745" y="1327518"/>
                  </a:lnTo>
                  <a:lnTo>
                    <a:pt x="8349966" y="1318755"/>
                  </a:lnTo>
                  <a:lnTo>
                    <a:pt x="8407990" y="1309186"/>
                  </a:lnTo>
                  <a:lnTo>
                    <a:pt x="8465336" y="1298824"/>
                  </a:lnTo>
                  <a:lnTo>
                    <a:pt x="8522368" y="1287712"/>
                  </a:lnTo>
                  <a:lnTo>
                    <a:pt x="8579328" y="1275923"/>
                  </a:lnTo>
                  <a:lnTo>
                    <a:pt x="8636350" y="1263561"/>
                  </a:lnTo>
                  <a:lnTo>
                    <a:pt x="8693487" y="1250758"/>
                  </a:lnTo>
                  <a:lnTo>
                    <a:pt x="8750724" y="1237668"/>
                  </a:lnTo>
                  <a:lnTo>
                    <a:pt x="8808007" y="1224461"/>
                  </a:lnTo>
                  <a:lnTo>
                    <a:pt x="8865267" y="1211314"/>
                  </a:lnTo>
                  <a:lnTo>
                    <a:pt x="8922439" y="1198399"/>
                  </a:lnTo>
                  <a:lnTo>
                    <a:pt x="8979497" y="1185879"/>
                  </a:lnTo>
                  <a:lnTo>
                    <a:pt x="9036466" y="1173892"/>
                  </a:lnTo>
                  <a:lnTo>
                    <a:pt x="9093454" y="1162551"/>
                  </a:lnTo>
                  <a:lnTo>
                    <a:pt x="9150665" y="1151940"/>
                  </a:lnTo>
                  <a:lnTo>
                    <a:pt x="9208421" y="1142111"/>
                  </a:lnTo>
                  <a:lnTo>
                    <a:pt x="9267187" y="1133087"/>
                  </a:lnTo>
                  <a:lnTo>
                    <a:pt x="9327600" y="1124864"/>
                  </a:lnTo>
                  <a:lnTo>
                    <a:pt x="9347647" y="1122369"/>
                  </a:lnTo>
                  <a:lnTo>
                    <a:pt x="9399570" y="1116436"/>
                  </a:lnTo>
                  <a:lnTo>
                    <a:pt x="9453948" y="1111019"/>
                  </a:lnTo>
                  <a:lnTo>
                    <a:pt x="9511467" y="1106099"/>
                  </a:lnTo>
                  <a:lnTo>
                    <a:pt x="9572880" y="1101640"/>
                  </a:lnTo>
                  <a:lnTo>
                    <a:pt x="9638968" y="1097601"/>
                  </a:lnTo>
                  <a:lnTo>
                    <a:pt x="9710494" y="1093937"/>
                  </a:lnTo>
                  <a:lnTo>
                    <a:pt x="9788156" y="1090607"/>
                  </a:lnTo>
                  <a:lnTo>
                    <a:pt x="9872513" y="1087576"/>
                  </a:lnTo>
                  <a:lnTo>
                    <a:pt x="9963896" y="1084814"/>
                  </a:lnTo>
                  <a:lnTo>
                    <a:pt x="10062288" y="1082297"/>
                  </a:lnTo>
                  <a:lnTo>
                    <a:pt x="10167185" y="1080011"/>
                  </a:lnTo>
                  <a:lnTo>
                    <a:pt x="10277447" y="1077946"/>
                  </a:lnTo>
                  <a:lnTo>
                    <a:pt x="10391175" y="1076100"/>
                  </a:lnTo>
                  <a:lnTo>
                    <a:pt x="10505655" y="1074475"/>
                  </a:lnTo>
                  <a:lnTo>
                    <a:pt x="10617426" y="1073077"/>
                  </a:lnTo>
                  <a:lnTo>
                    <a:pt x="10722523" y="1071909"/>
                  </a:lnTo>
                  <a:lnTo>
                    <a:pt x="10816905" y="1070970"/>
                  </a:lnTo>
                  <a:lnTo>
                    <a:pt x="10897019" y="1070253"/>
                  </a:lnTo>
                  <a:lnTo>
                    <a:pt x="10960392" y="1069739"/>
                  </a:lnTo>
                  <a:lnTo>
                    <a:pt x="11006102" y="1069402"/>
                  </a:lnTo>
                  <a:lnTo>
                    <a:pt x="11035013" y="1069208"/>
                  </a:lnTo>
                  <a:lnTo>
                    <a:pt x="11049758" y="1069118"/>
                  </a:lnTo>
                  <a:lnTo>
                    <a:pt x="11054540" y="1069091"/>
                  </a:lnTo>
                  <a:lnTo>
                    <a:pt x="11054891" y="1069089"/>
                  </a:lnTo>
                  <a:lnTo>
                    <a:pt x="12049831" y="1069089"/>
                  </a:lnTo>
                  <a:lnTo>
                    <a:pt x="12049831" y="10690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2" name="pl511"/>
            <p:cNvSpPr/>
            <p:nvPr/>
          </p:nvSpPr>
          <p:spPr>
            <a:xfrm>
              <a:off x="1199187" y="2546783"/>
              <a:ext cx="12049831" cy="1388768"/>
            </a:xfrm>
            <a:custGeom>
              <a:avLst/>
              <a:pathLst>
                <a:path w="12049831" h="1388768">
                  <a:moveTo>
                    <a:pt x="12049831" y="1069089"/>
                  </a:moveTo>
                  <a:lnTo>
                    <a:pt x="11054891" y="1069089"/>
                  </a:lnTo>
                  <a:lnTo>
                    <a:pt x="11053755" y="1069095"/>
                  </a:lnTo>
                  <a:lnTo>
                    <a:pt x="11046261" y="1069138"/>
                  </a:lnTo>
                  <a:lnTo>
                    <a:pt x="11027269" y="1069258"/>
                  </a:lnTo>
                  <a:lnTo>
                    <a:pt x="10993065" y="1069495"/>
                  </a:lnTo>
                  <a:lnTo>
                    <a:pt x="10941579" y="1069886"/>
                  </a:lnTo>
                  <a:lnTo>
                    <a:pt x="10872541" y="1070464"/>
                  </a:lnTo>
                  <a:lnTo>
                    <a:pt x="10787419" y="1071252"/>
                  </a:lnTo>
                  <a:lnTo>
                    <a:pt x="10689102" y="1072266"/>
                  </a:lnTo>
                  <a:lnTo>
                    <a:pt x="10581368" y="1073510"/>
                  </a:lnTo>
                  <a:lnTo>
                    <a:pt x="10468291" y="1074983"/>
                  </a:lnTo>
                  <a:lnTo>
                    <a:pt x="10353709" y="1076680"/>
                  </a:lnTo>
                  <a:lnTo>
                    <a:pt x="10240856" y="1078598"/>
                  </a:lnTo>
                  <a:lnTo>
                    <a:pt x="10132181" y="1080735"/>
                  </a:lnTo>
                  <a:lnTo>
                    <a:pt x="10029322" y="1083095"/>
                  </a:lnTo>
                  <a:lnTo>
                    <a:pt x="9933196" y="1085690"/>
                  </a:lnTo>
                  <a:lnTo>
                    <a:pt x="9844131" y="1088538"/>
                  </a:lnTo>
                  <a:lnTo>
                    <a:pt x="9762016" y="1091663"/>
                  </a:lnTo>
                  <a:lnTo>
                    <a:pt x="9686433" y="1095098"/>
                  </a:lnTo>
                  <a:lnTo>
                    <a:pt x="9616769" y="1098880"/>
                  </a:lnTo>
                  <a:lnTo>
                    <a:pt x="9552297" y="1103052"/>
                  </a:lnTo>
                  <a:lnTo>
                    <a:pt x="9492244" y="1107657"/>
                  </a:lnTo>
                  <a:lnTo>
                    <a:pt x="9435834" y="1112737"/>
                  </a:lnTo>
                  <a:lnTo>
                    <a:pt x="9382331" y="1118322"/>
                  </a:lnTo>
                  <a:lnTo>
                    <a:pt x="9347647" y="1122369"/>
                  </a:lnTo>
                  <a:lnTo>
                    <a:pt x="9286531" y="1130338"/>
                  </a:lnTo>
                  <a:lnTo>
                    <a:pt x="9227311" y="1139101"/>
                  </a:lnTo>
                  <a:lnTo>
                    <a:pt x="9169286" y="1148671"/>
                  </a:lnTo>
                  <a:lnTo>
                    <a:pt x="9111940" y="1159032"/>
                  </a:lnTo>
                  <a:lnTo>
                    <a:pt x="9054908" y="1170144"/>
                  </a:lnTo>
                  <a:lnTo>
                    <a:pt x="8997949" y="1181933"/>
                  </a:lnTo>
                  <a:lnTo>
                    <a:pt x="8940926" y="1194295"/>
                  </a:lnTo>
                  <a:lnTo>
                    <a:pt x="8883790" y="1207099"/>
                  </a:lnTo>
                  <a:lnTo>
                    <a:pt x="8826553" y="1220189"/>
                  </a:lnTo>
                  <a:lnTo>
                    <a:pt x="8769269" y="1233396"/>
                  </a:lnTo>
                  <a:lnTo>
                    <a:pt x="8712010" y="1246543"/>
                  </a:lnTo>
                  <a:lnTo>
                    <a:pt x="8654837" y="1259457"/>
                  </a:lnTo>
                  <a:lnTo>
                    <a:pt x="8597780" y="1271977"/>
                  </a:lnTo>
                  <a:lnTo>
                    <a:pt x="8540810" y="1283965"/>
                  </a:lnTo>
                  <a:lnTo>
                    <a:pt x="8483823" y="1295305"/>
                  </a:lnTo>
                  <a:lnTo>
                    <a:pt x="8426612" y="1305916"/>
                  </a:lnTo>
                  <a:lnTo>
                    <a:pt x="8368856" y="1315745"/>
                  </a:lnTo>
                  <a:lnTo>
                    <a:pt x="8310089" y="1324769"/>
                  </a:lnTo>
                  <a:lnTo>
                    <a:pt x="8249677" y="1332993"/>
                  </a:lnTo>
                  <a:lnTo>
                    <a:pt x="8229629" y="1335488"/>
                  </a:lnTo>
                  <a:lnTo>
                    <a:pt x="8177706" y="1341420"/>
                  </a:lnTo>
                  <a:lnTo>
                    <a:pt x="8123328" y="1346837"/>
                  </a:lnTo>
                  <a:lnTo>
                    <a:pt x="8065809" y="1351757"/>
                  </a:lnTo>
                  <a:lnTo>
                    <a:pt x="8004396" y="1356216"/>
                  </a:lnTo>
                  <a:lnTo>
                    <a:pt x="7938309" y="1360256"/>
                  </a:lnTo>
                  <a:lnTo>
                    <a:pt x="7866782" y="1363920"/>
                  </a:lnTo>
                  <a:lnTo>
                    <a:pt x="7789121" y="1367249"/>
                  </a:lnTo>
                  <a:lnTo>
                    <a:pt x="7704764" y="1370280"/>
                  </a:lnTo>
                  <a:lnTo>
                    <a:pt x="7613381" y="1373043"/>
                  </a:lnTo>
                  <a:lnTo>
                    <a:pt x="7514989" y="1375559"/>
                  </a:lnTo>
                  <a:lnTo>
                    <a:pt x="7410092" y="1377846"/>
                  </a:lnTo>
                  <a:lnTo>
                    <a:pt x="7299830" y="1379911"/>
                  </a:lnTo>
                  <a:lnTo>
                    <a:pt x="7186101" y="1381757"/>
                  </a:lnTo>
                  <a:lnTo>
                    <a:pt x="7071622" y="1383381"/>
                  </a:lnTo>
                  <a:lnTo>
                    <a:pt x="6959851" y="1384779"/>
                  </a:lnTo>
                  <a:lnTo>
                    <a:pt x="6854753" y="1385948"/>
                  </a:lnTo>
                  <a:lnTo>
                    <a:pt x="6760371" y="1386886"/>
                  </a:lnTo>
                  <a:lnTo>
                    <a:pt x="6680257" y="1387604"/>
                  </a:lnTo>
                  <a:lnTo>
                    <a:pt x="6616884" y="1388117"/>
                  </a:lnTo>
                  <a:lnTo>
                    <a:pt x="6571175" y="1388454"/>
                  </a:lnTo>
                  <a:lnTo>
                    <a:pt x="6542264" y="1388648"/>
                  </a:lnTo>
                  <a:lnTo>
                    <a:pt x="6527519" y="1388739"/>
                  </a:lnTo>
                  <a:lnTo>
                    <a:pt x="6522737" y="1388766"/>
                  </a:lnTo>
                  <a:lnTo>
                    <a:pt x="6522385" y="1388768"/>
                  </a:lnTo>
                  <a:lnTo>
                    <a:pt x="5527445" y="1388768"/>
                  </a:lnTo>
                  <a:lnTo>
                    <a:pt x="5526324" y="1388741"/>
                  </a:lnTo>
                  <a:lnTo>
                    <a:pt x="5518922" y="1388555"/>
                  </a:lnTo>
                  <a:lnTo>
                    <a:pt x="5500159" y="1388040"/>
                  </a:lnTo>
                  <a:lnTo>
                    <a:pt x="5466351" y="1387025"/>
                  </a:lnTo>
                  <a:lnTo>
                    <a:pt x="5415428" y="1385348"/>
                  </a:lnTo>
                  <a:lnTo>
                    <a:pt x="5347088" y="1382870"/>
                  </a:lnTo>
                  <a:lnTo>
                    <a:pt x="5262746" y="1379486"/>
                  </a:lnTo>
                  <a:lnTo>
                    <a:pt x="5165218" y="1375134"/>
                  </a:lnTo>
                  <a:lnTo>
                    <a:pt x="5058217" y="1369790"/>
                  </a:lnTo>
                  <a:lnTo>
                    <a:pt x="4945765" y="1363459"/>
                  </a:lnTo>
                  <a:lnTo>
                    <a:pt x="4831668" y="1356160"/>
                  </a:lnTo>
                  <a:lnTo>
                    <a:pt x="4719150" y="1347912"/>
                  </a:lnTo>
                  <a:lnTo>
                    <a:pt x="4610670" y="1338719"/>
                  </a:lnTo>
                  <a:lnTo>
                    <a:pt x="4507885" y="1328566"/>
                  </a:lnTo>
                  <a:lnTo>
                    <a:pt x="4411739" y="1317406"/>
                  </a:lnTo>
                  <a:lnTo>
                    <a:pt x="4322588" y="1305165"/>
                  </a:lnTo>
                  <a:lnTo>
                    <a:pt x="4240346" y="1291737"/>
                  </a:lnTo>
                  <a:lnTo>
                    <a:pt x="4164618" y="1276986"/>
                  </a:lnTo>
                  <a:lnTo>
                    <a:pt x="4094810" y="1260751"/>
                  </a:lnTo>
                  <a:lnTo>
                    <a:pt x="4030212" y="1242854"/>
                  </a:lnTo>
                  <a:lnTo>
                    <a:pt x="3970061" y="1223106"/>
                  </a:lnTo>
                  <a:lnTo>
                    <a:pt x="3913590" y="1201330"/>
                  </a:lnTo>
                  <a:lnTo>
                    <a:pt x="3860068" y="1177388"/>
                  </a:lnTo>
                  <a:lnTo>
                    <a:pt x="3820202" y="1157306"/>
                  </a:lnTo>
                  <a:lnTo>
                    <a:pt x="3765973" y="1126823"/>
                  </a:lnTo>
                  <a:lnTo>
                    <a:pt x="3713302" y="1093644"/>
                  </a:lnTo>
                  <a:lnTo>
                    <a:pt x="3661677" y="1057721"/>
                  </a:lnTo>
                  <a:lnTo>
                    <a:pt x="3610707" y="1019069"/>
                  </a:lnTo>
                  <a:lnTo>
                    <a:pt x="3560099" y="977782"/>
                  </a:lnTo>
                  <a:lnTo>
                    <a:pt x="3509644" y="934032"/>
                  </a:lnTo>
                  <a:lnTo>
                    <a:pt x="3459202" y="888073"/>
                  </a:lnTo>
                  <a:lnTo>
                    <a:pt x="3408698" y="840243"/>
                  </a:lnTo>
                  <a:lnTo>
                    <a:pt x="3358102" y="790949"/>
                  </a:lnTo>
                  <a:lnTo>
                    <a:pt x="3307426" y="740660"/>
                  </a:lnTo>
                  <a:lnTo>
                    <a:pt x="3256706" y="689887"/>
                  </a:lnTo>
                  <a:lnTo>
                    <a:pt x="3205990" y="639161"/>
                  </a:lnTo>
                  <a:lnTo>
                    <a:pt x="3155326" y="589012"/>
                  </a:lnTo>
                  <a:lnTo>
                    <a:pt x="3104747" y="539944"/>
                  </a:lnTo>
                  <a:lnTo>
                    <a:pt x="3054257" y="492417"/>
                  </a:lnTo>
                  <a:lnTo>
                    <a:pt x="3003820" y="446827"/>
                  </a:lnTo>
                  <a:lnTo>
                    <a:pt x="2953350" y="403496"/>
                  </a:lnTo>
                  <a:lnTo>
                    <a:pt x="2902695" y="362665"/>
                  </a:lnTo>
                  <a:lnTo>
                    <a:pt x="2851633" y="324492"/>
                  </a:lnTo>
                  <a:lnTo>
                    <a:pt x="2799855" y="289055"/>
                  </a:lnTo>
                  <a:lnTo>
                    <a:pt x="2746949" y="256358"/>
                  </a:lnTo>
                  <a:lnTo>
                    <a:pt x="2702183" y="231461"/>
                  </a:lnTo>
                  <a:lnTo>
                    <a:pt x="2650489" y="205795"/>
                  </a:lnTo>
                  <a:lnTo>
                    <a:pt x="2596363" y="182349"/>
                  </a:lnTo>
                  <a:lnTo>
                    <a:pt x="2539129" y="161044"/>
                  </a:lnTo>
                  <a:lnTo>
                    <a:pt x="2478044" y="141729"/>
                  </a:lnTo>
                  <a:lnTo>
                    <a:pt x="2412339" y="124222"/>
                  </a:lnTo>
                  <a:lnTo>
                    <a:pt x="2341257" y="108337"/>
                  </a:lnTo>
                  <a:lnTo>
                    <a:pt x="2264109" y="93897"/>
                  </a:lnTo>
                  <a:lnTo>
                    <a:pt x="2180336" y="80747"/>
                  </a:lnTo>
                  <a:lnTo>
                    <a:pt x="2089604" y="68757"/>
                  </a:lnTo>
                  <a:lnTo>
                    <a:pt x="1991914" y="57830"/>
                  </a:lnTo>
                  <a:lnTo>
                    <a:pt x="1887741" y="47895"/>
                  </a:lnTo>
                  <a:lnTo>
                    <a:pt x="1778179" y="38916"/>
                  </a:lnTo>
                  <a:lnTo>
                    <a:pt x="1665063" y="30880"/>
                  </a:lnTo>
                  <a:lnTo>
                    <a:pt x="1551030" y="23797"/>
                  </a:lnTo>
                  <a:lnTo>
                    <a:pt x="1439458" y="17687"/>
                  </a:lnTo>
                  <a:lnTo>
                    <a:pt x="1334241" y="12567"/>
                  </a:lnTo>
                  <a:lnTo>
                    <a:pt x="1239381" y="8437"/>
                  </a:lnTo>
                  <a:lnTo>
                    <a:pt x="1158439" y="5263"/>
                  </a:lnTo>
                  <a:lnTo>
                    <a:pt x="1093955" y="2976"/>
                  </a:lnTo>
                  <a:lnTo>
                    <a:pt x="1046976" y="1461"/>
                  </a:lnTo>
                  <a:lnTo>
                    <a:pt x="1016796" y="573"/>
                  </a:lnTo>
                  <a:lnTo>
                    <a:pt x="1000965" y="148"/>
                  </a:lnTo>
                  <a:lnTo>
                    <a:pt x="995467" y="1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3" name="pg512"/>
            <p:cNvSpPr/>
            <p:nvPr/>
          </p:nvSpPr>
          <p:spPr>
            <a:xfrm>
              <a:off x="1199187" y="2552024"/>
              <a:ext cx="12049831" cy="1414971"/>
            </a:xfrm>
            <a:custGeom>
              <a:avLst/>
              <a:pathLst>
                <a:path w="12049831" h="1414971">
                  <a:moveTo>
                    <a:pt x="0" y="5240"/>
                  </a:moveTo>
                  <a:lnTo>
                    <a:pt x="994940" y="5240"/>
                  </a:lnTo>
                  <a:lnTo>
                    <a:pt x="996061" y="5266"/>
                  </a:lnTo>
                  <a:lnTo>
                    <a:pt x="1003461" y="5454"/>
                  </a:lnTo>
                  <a:lnTo>
                    <a:pt x="1022220" y="5973"/>
                  </a:lnTo>
                  <a:lnTo>
                    <a:pt x="1056023" y="6995"/>
                  </a:lnTo>
                  <a:lnTo>
                    <a:pt x="1106937" y="8684"/>
                  </a:lnTo>
                  <a:lnTo>
                    <a:pt x="1175265" y="11181"/>
                  </a:lnTo>
                  <a:lnTo>
                    <a:pt x="1259595" y="14590"/>
                  </a:lnTo>
                  <a:lnTo>
                    <a:pt x="1357111" y="18974"/>
                  </a:lnTo>
                  <a:lnTo>
                    <a:pt x="1464100" y="24357"/>
                  </a:lnTo>
                  <a:lnTo>
                    <a:pt x="1576542" y="30735"/>
                  </a:lnTo>
                  <a:lnTo>
                    <a:pt x="1690632" y="38088"/>
                  </a:lnTo>
                  <a:lnTo>
                    <a:pt x="1803144" y="46397"/>
                  </a:lnTo>
                  <a:lnTo>
                    <a:pt x="1911621" y="55658"/>
                  </a:lnTo>
                  <a:lnTo>
                    <a:pt x="2014405" y="65886"/>
                  </a:lnTo>
                  <a:lnTo>
                    <a:pt x="2110551" y="77128"/>
                  </a:lnTo>
                  <a:lnTo>
                    <a:pt x="2199703" y="89459"/>
                  </a:lnTo>
                  <a:lnTo>
                    <a:pt x="2281947" y="102987"/>
                  </a:lnTo>
                  <a:lnTo>
                    <a:pt x="2357677" y="117847"/>
                  </a:lnTo>
                  <a:lnTo>
                    <a:pt x="2427487" y="134200"/>
                  </a:lnTo>
                  <a:lnTo>
                    <a:pt x="2492088" y="152229"/>
                  </a:lnTo>
                  <a:lnTo>
                    <a:pt x="2552240" y="172122"/>
                  </a:lnTo>
                  <a:lnTo>
                    <a:pt x="2608712" y="194057"/>
                  </a:lnTo>
                  <a:lnTo>
                    <a:pt x="2662235" y="218175"/>
                  </a:lnTo>
                  <a:lnTo>
                    <a:pt x="2702183" y="238448"/>
                  </a:lnTo>
                  <a:lnTo>
                    <a:pt x="2756330" y="269113"/>
                  </a:lnTo>
                  <a:lnTo>
                    <a:pt x="2808923" y="302484"/>
                  </a:lnTo>
                  <a:lnTo>
                    <a:pt x="2860472" y="338612"/>
                  </a:lnTo>
                  <a:lnTo>
                    <a:pt x="2911366" y="377481"/>
                  </a:lnTo>
                  <a:lnTo>
                    <a:pt x="2961898" y="418998"/>
                  </a:lnTo>
                  <a:lnTo>
                    <a:pt x="3012277" y="462991"/>
                  </a:lnTo>
                  <a:lnTo>
                    <a:pt x="3062641" y="509205"/>
                  </a:lnTo>
                  <a:lnTo>
                    <a:pt x="3113067" y="557303"/>
                  </a:lnTo>
                  <a:lnTo>
                    <a:pt x="3163583" y="606877"/>
                  </a:lnTo>
                  <a:lnTo>
                    <a:pt x="3214180" y="657456"/>
                  </a:lnTo>
                  <a:lnTo>
                    <a:pt x="3264823" y="708530"/>
                  </a:lnTo>
                  <a:lnTo>
                    <a:pt x="3315461" y="759566"/>
                  </a:lnTo>
                  <a:lnTo>
                    <a:pt x="3366049" y="810032"/>
                  </a:lnTo>
                  <a:lnTo>
                    <a:pt x="3416552" y="859422"/>
                  </a:lnTo>
                  <a:lnTo>
                    <a:pt x="3466966" y="907273"/>
                  </a:lnTo>
                  <a:lnTo>
                    <a:pt x="3517326" y="953187"/>
                  </a:lnTo>
                  <a:lnTo>
                    <a:pt x="3567717" y="996839"/>
                  </a:lnTo>
                  <a:lnTo>
                    <a:pt x="3618286" y="1037986"/>
                  </a:lnTo>
                  <a:lnTo>
                    <a:pt x="3669254" y="1076465"/>
                  </a:lnTo>
                  <a:lnTo>
                    <a:pt x="3720926" y="1112198"/>
                  </a:lnTo>
                  <a:lnTo>
                    <a:pt x="3773708" y="1145177"/>
                  </a:lnTo>
                  <a:lnTo>
                    <a:pt x="3820202" y="1171281"/>
                  </a:lnTo>
                  <a:lnTo>
                    <a:pt x="3871893" y="1197139"/>
                  </a:lnTo>
                  <a:lnTo>
                    <a:pt x="3926015" y="1220761"/>
                  </a:lnTo>
                  <a:lnTo>
                    <a:pt x="3983244" y="1242226"/>
                  </a:lnTo>
                  <a:lnTo>
                    <a:pt x="4044324" y="1261685"/>
                  </a:lnTo>
                  <a:lnTo>
                    <a:pt x="4110023" y="1279323"/>
                  </a:lnTo>
                  <a:lnTo>
                    <a:pt x="4181098" y="1295328"/>
                  </a:lnTo>
                  <a:lnTo>
                    <a:pt x="4258238" y="1309877"/>
                  </a:lnTo>
                  <a:lnTo>
                    <a:pt x="4342001" y="1323126"/>
                  </a:lnTo>
                  <a:lnTo>
                    <a:pt x="4432723" y="1335206"/>
                  </a:lnTo>
                  <a:lnTo>
                    <a:pt x="4530402" y="1346216"/>
                  </a:lnTo>
                  <a:lnTo>
                    <a:pt x="4634563" y="1356225"/>
                  </a:lnTo>
                  <a:lnTo>
                    <a:pt x="4744114" y="1365272"/>
                  </a:lnTo>
                  <a:lnTo>
                    <a:pt x="4857221" y="1373369"/>
                  </a:lnTo>
                  <a:lnTo>
                    <a:pt x="4971247" y="1380506"/>
                  </a:lnTo>
                  <a:lnTo>
                    <a:pt x="5082815" y="1386662"/>
                  </a:lnTo>
                  <a:lnTo>
                    <a:pt x="5188034" y="1391822"/>
                  </a:lnTo>
                  <a:lnTo>
                    <a:pt x="5282901" y="1395984"/>
                  </a:lnTo>
                  <a:lnTo>
                    <a:pt x="5363856" y="1399182"/>
                  </a:lnTo>
                  <a:lnTo>
                    <a:pt x="5428357" y="1401488"/>
                  </a:lnTo>
                  <a:lnTo>
                    <a:pt x="5475357" y="1403015"/>
                  </a:lnTo>
                  <a:lnTo>
                    <a:pt x="5505556" y="1403910"/>
                  </a:lnTo>
                  <a:lnTo>
                    <a:pt x="5521405" y="1404340"/>
                  </a:lnTo>
                  <a:lnTo>
                    <a:pt x="5526914" y="1404477"/>
                  </a:lnTo>
                  <a:lnTo>
                    <a:pt x="5527445" y="1404489"/>
                  </a:lnTo>
                  <a:lnTo>
                    <a:pt x="6522385" y="1404489"/>
                  </a:lnTo>
                  <a:lnTo>
                    <a:pt x="6523522" y="1404490"/>
                  </a:lnTo>
                  <a:lnTo>
                    <a:pt x="6531021" y="1404491"/>
                  </a:lnTo>
                  <a:lnTo>
                    <a:pt x="6550026" y="1404495"/>
                  </a:lnTo>
                  <a:lnTo>
                    <a:pt x="6584253" y="1404503"/>
                  </a:lnTo>
                  <a:lnTo>
                    <a:pt x="6635771" y="1404516"/>
                  </a:lnTo>
                  <a:lnTo>
                    <a:pt x="6704849" y="1404535"/>
                  </a:lnTo>
                  <a:lnTo>
                    <a:pt x="6790015" y="1404560"/>
                  </a:lnTo>
                  <a:lnTo>
                    <a:pt x="6888377" y="1404594"/>
                  </a:lnTo>
                  <a:lnTo>
                    <a:pt x="6996152" y="1404634"/>
                  </a:lnTo>
                  <a:lnTo>
                    <a:pt x="7109264" y="1404683"/>
                  </a:lnTo>
                  <a:lnTo>
                    <a:pt x="7223873" y="1404738"/>
                  </a:lnTo>
                  <a:lnTo>
                    <a:pt x="7336744" y="1404801"/>
                  </a:lnTo>
                  <a:lnTo>
                    <a:pt x="7445431" y="1404872"/>
                  </a:lnTo>
                  <a:lnTo>
                    <a:pt x="7548294" y="1404949"/>
                  </a:lnTo>
                  <a:lnTo>
                    <a:pt x="7644418" y="1405034"/>
                  </a:lnTo>
                  <a:lnTo>
                    <a:pt x="7733478" y="1405127"/>
                  </a:lnTo>
                  <a:lnTo>
                    <a:pt x="7815586" y="1405230"/>
                  </a:lnTo>
                  <a:lnTo>
                    <a:pt x="7891161" y="1405343"/>
                  </a:lnTo>
                  <a:lnTo>
                    <a:pt x="7960817" y="1405467"/>
                  </a:lnTo>
                  <a:lnTo>
                    <a:pt x="8025281" y="1405604"/>
                  </a:lnTo>
                  <a:lnTo>
                    <a:pt x="8085329" y="1405755"/>
                  </a:lnTo>
                  <a:lnTo>
                    <a:pt x="8141736" y="1405921"/>
                  </a:lnTo>
                  <a:lnTo>
                    <a:pt x="8195238" y="1406105"/>
                  </a:lnTo>
                  <a:lnTo>
                    <a:pt x="8229629" y="1406236"/>
                  </a:lnTo>
                  <a:lnTo>
                    <a:pt x="8291283" y="1406500"/>
                  </a:lnTo>
                  <a:lnTo>
                    <a:pt x="8351013" y="1406790"/>
                  </a:lnTo>
                  <a:lnTo>
                    <a:pt x="8409538" y="1407107"/>
                  </a:lnTo>
                  <a:lnTo>
                    <a:pt x="8467382" y="1407451"/>
                  </a:lnTo>
                  <a:lnTo>
                    <a:pt x="8524918" y="1407820"/>
                  </a:lnTo>
                  <a:lnTo>
                    <a:pt x="8582389" y="1408211"/>
                  </a:lnTo>
                  <a:lnTo>
                    <a:pt x="8639928" y="1408620"/>
                  </a:lnTo>
                  <a:lnTo>
                    <a:pt x="8697583" y="1409045"/>
                  </a:lnTo>
                  <a:lnTo>
                    <a:pt x="8755339" y="1409478"/>
                  </a:lnTo>
                  <a:lnTo>
                    <a:pt x="8813136" y="1409915"/>
                  </a:lnTo>
                  <a:lnTo>
                    <a:pt x="8870902" y="1410350"/>
                  </a:lnTo>
                  <a:lnTo>
                    <a:pt x="8928575" y="1410776"/>
                  </a:lnTo>
                  <a:lnTo>
                    <a:pt x="8986131" y="1411188"/>
                  </a:lnTo>
                  <a:lnTo>
                    <a:pt x="9043605" y="1411582"/>
                  </a:lnTo>
                  <a:lnTo>
                    <a:pt x="9101118" y="1411955"/>
                  </a:lnTo>
                  <a:lnTo>
                    <a:pt x="9158895" y="1412302"/>
                  </a:lnTo>
                  <a:lnTo>
                    <a:pt x="9217286" y="1412623"/>
                  </a:lnTo>
                  <a:lnTo>
                    <a:pt x="9276792" y="1412918"/>
                  </a:lnTo>
                  <a:lnTo>
                    <a:pt x="9338098" y="1413185"/>
                  </a:lnTo>
                  <a:lnTo>
                    <a:pt x="9347647" y="1413224"/>
                  </a:lnTo>
                  <a:lnTo>
                    <a:pt x="9399583" y="1413418"/>
                  </a:lnTo>
                  <a:lnTo>
                    <a:pt x="9453975" y="1413596"/>
                  </a:lnTo>
                  <a:lnTo>
                    <a:pt x="9511510" y="1413757"/>
                  </a:lnTo>
                  <a:lnTo>
                    <a:pt x="9572942" y="1413904"/>
                  </a:lnTo>
                  <a:lnTo>
                    <a:pt x="9639051" y="1414036"/>
                  </a:lnTo>
                  <a:lnTo>
                    <a:pt x="9710603" y="1414156"/>
                  </a:lnTo>
                  <a:lnTo>
                    <a:pt x="9788293" y="1414265"/>
                  </a:lnTo>
                  <a:lnTo>
                    <a:pt x="9872683" y="1414365"/>
                  </a:lnTo>
                  <a:lnTo>
                    <a:pt x="9964103" y="1414455"/>
                  </a:lnTo>
                  <a:lnTo>
                    <a:pt x="10062535" y="1414538"/>
                  </a:lnTo>
                  <a:lnTo>
                    <a:pt x="10167473" y="1414613"/>
                  </a:lnTo>
                  <a:lnTo>
                    <a:pt x="10277775" y="1414681"/>
                  </a:lnTo>
                  <a:lnTo>
                    <a:pt x="10391537" y="1414741"/>
                  </a:lnTo>
                  <a:lnTo>
                    <a:pt x="10506042" y="1414794"/>
                  </a:lnTo>
                  <a:lnTo>
                    <a:pt x="10617824" y="1414840"/>
                  </a:lnTo>
                  <a:lnTo>
                    <a:pt x="10722914" y="1414878"/>
                  </a:lnTo>
                  <a:lnTo>
                    <a:pt x="10817268" y="1414909"/>
                  </a:lnTo>
                  <a:lnTo>
                    <a:pt x="10897334" y="1414933"/>
                  </a:lnTo>
                  <a:lnTo>
                    <a:pt x="10960644" y="1414949"/>
                  </a:lnTo>
                  <a:lnTo>
                    <a:pt x="11006281" y="1414960"/>
                  </a:lnTo>
                  <a:lnTo>
                    <a:pt x="11035121" y="1414967"/>
                  </a:lnTo>
                  <a:lnTo>
                    <a:pt x="11049805" y="1414970"/>
                  </a:lnTo>
                  <a:lnTo>
                    <a:pt x="11054548" y="1414971"/>
                  </a:lnTo>
                  <a:lnTo>
                    <a:pt x="11054891" y="1414971"/>
                  </a:lnTo>
                  <a:lnTo>
                    <a:pt x="12049831" y="1414971"/>
                  </a:lnTo>
                  <a:lnTo>
                    <a:pt x="12049831" y="1409730"/>
                  </a:lnTo>
                  <a:lnTo>
                    <a:pt x="11054891" y="1409730"/>
                  </a:lnTo>
                  <a:lnTo>
                    <a:pt x="11053755" y="1409730"/>
                  </a:lnTo>
                  <a:lnTo>
                    <a:pt x="11046255" y="1409728"/>
                  </a:lnTo>
                  <a:lnTo>
                    <a:pt x="11027250" y="1409725"/>
                  </a:lnTo>
                  <a:lnTo>
                    <a:pt x="10993024" y="1409717"/>
                  </a:lnTo>
                  <a:lnTo>
                    <a:pt x="10941506" y="1409704"/>
                  </a:lnTo>
                  <a:lnTo>
                    <a:pt x="10872428" y="1409685"/>
                  </a:lnTo>
                  <a:lnTo>
                    <a:pt x="10787262" y="1409659"/>
                  </a:lnTo>
                  <a:lnTo>
                    <a:pt x="10688900" y="1409626"/>
                  </a:lnTo>
                  <a:lnTo>
                    <a:pt x="10581124" y="1409585"/>
                  </a:lnTo>
                  <a:lnTo>
                    <a:pt x="10468012" y="1409537"/>
                  </a:lnTo>
                  <a:lnTo>
                    <a:pt x="10353404" y="1409481"/>
                  </a:lnTo>
                  <a:lnTo>
                    <a:pt x="10240532" y="1409418"/>
                  </a:lnTo>
                  <a:lnTo>
                    <a:pt x="10131846" y="1409348"/>
                  </a:lnTo>
                  <a:lnTo>
                    <a:pt x="10028983" y="1409271"/>
                  </a:lnTo>
                  <a:lnTo>
                    <a:pt x="9932858" y="1409185"/>
                  </a:lnTo>
                  <a:lnTo>
                    <a:pt x="9843798" y="1409092"/>
                  </a:lnTo>
                  <a:lnTo>
                    <a:pt x="9761690" y="1408989"/>
                  </a:lnTo>
                  <a:lnTo>
                    <a:pt x="9686116" y="1408877"/>
                  </a:lnTo>
                  <a:lnTo>
                    <a:pt x="9616459" y="1408753"/>
                  </a:lnTo>
                  <a:lnTo>
                    <a:pt x="9551995" y="1408616"/>
                  </a:lnTo>
                  <a:lnTo>
                    <a:pt x="9491948" y="1408465"/>
                  </a:lnTo>
                  <a:lnTo>
                    <a:pt x="9435541" y="1408298"/>
                  </a:lnTo>
                  <a:lnTo>
                    <a:pt x="9382039" y="1408115"/>
                  </a:lnTo>
                  <a:lnTo>
                    <a:pt x="9347647" y="1407983"/>
                  </a:lnTo>
                  <a:lnTo>
                    <a:pt x="9285994" y="1407719"/>
                  </a:lnTo>
                  <a:lnTo>
                    <a:pt x="9226263" y="1407429"/>
                  </a:lnTo>
                  <a:lnTo>
                    <a:pt x="9167739" y="1407112"/>
                  </a:lnTo>
                  <a:lnTo>
                    <a:pt x="9109894" y="1406768"/>
                  </a:lnTo>
                  <a:lnTo>
                    <a:pt x="9052358" y="1406400"/>
                  </a:lnTo>
                  <a:lnTo>
                    <a:pt x="8994888" y="1406009"/>
                  </a:lnTo>
                  <a:lnTo>
                    <a:pt x="8937349" y="1405599"/>
                  </a:lnTo>
                  <a:lnTo>
                    <a:pt x="8879693" y="1405175"/>
                  </a:lnTo>
                  <a:lnTo>
                    <a:pt x="8821938" y="1404741"/>
                  </a:lnTo>
                  <a:lnTo>
                    <a:pt x="8764141" y="1404304"/>
                  </a:lnTo>
                  <a:lnTo>
                    <a:pt x="8706375" y="1403870"/>
                  </a:lnTo>
                  <a:lnTo>
                    <a:pt x="8648701" y="1403444"/>
                  </a:lnTo>
                  <a:lnTo>
                    <a:pt x="8591146" y="1403031"/>
                  </a:lnTo>
                  <a:lnTo>
                    <a:pt x="8533671" y="1402637"/>
                  </a:lnTo>
                  <a:lnTo>
                    <a:pt x="8476158" y="1402265"/>
                  </a:lnTo>
                  <a:lnTo>
                    <a:pt x="8418381" y="1401917"/>
                  </a:lnTo>
                  <a:lnTo>
                    <a:pt x="8359990" y="1401596"/>
                  </a:lnTo>
                  <a:lnTo>
                    <a:pt x="8300484" y="1401302"/>
                  </a:lnTo>
                  <a:lnTo>
                    <a:pt x="8239179" y="1401034"/>
                  </a:lnTo>
                  <a:lnTo>
                    <a:pt x="8229629" y="1400996"/>
                  </a:lnTo>
                  <a:lnTo>
                    <a:pt x="8177693" y="1400801"/>
                  </a:lnTo>
                  <a:lnTo>
                    <a:pt x="8123301" y="1400623"/>
                  </a:lnTo>
                  <a:lnTo>
                    <a:pt x="8065766" y="1400462"/>
                  </a:lnTo>
                  <a:lnTo>
                    <a:pt x="8004334" y="1400316"/>
                  </a:lnTo>
                  <a:lnTo>
                    <a:pt x="7938225" y="1400183"/>
                  </a:lnTo>
                  <a:lnTo>
                    <a:pt x="7866674" y="1400063"/>
                  </a:lnTo>
                  <a:lnTo>
                    <a:pt x="7788983" y="1399954"/>
                  </a:lnTo>
                  <a:lnTo>
                    <a:pt x="7704593" y="1399855"/>
                  </a:lnTo>
                  <a:lnTo>
                    <a:pt x="7613173" y="1399764"/>
                  </a:lnTo>
                  <a:lnTo>
                    <a:pt x="7514741" y="1399682"/>
                  </a:lnTo>
                  <a:lnTo>
                    <a:pt x="7409803" y="1399607"/>
                  </a:lnTo>
                  <a:lnTo>
                    <a:pt x="7299502" y="1399539"/>
                  </a:lnTo>
                  <a:lnTo>
                    <a:pt x="7185739" y="1399478"/>
                  </a:lnTo>
                  <a:lnTo>
                    <a:pt x="7071234" y="1399425"/>
                  </a:lnTo>
                  <a:lnTo>
                    <a:pt x="6959453" y="1399379"/>
                  </a:lnTo>
                  <a:lnTo>
                    <a:pt x="6854363" y="1399341"/>
                  </a:lnTo>
                  <a:lnTo>
                    <a:pt x="6760009" y="1399310"/>
                  </a:lnTo>
                  <a:lnTo>
                    <a:pt x="6679942" y="1399287"/>
                  </a:lnTo>
                  <a:lnTo>
                    <a:pt x="6616632" y="1399270"/>
                  </a:lnTo>
                  <a:lnTo>
                    <a:pt x="6570995" y="1399259"/>
                  </a:lnTo>
                  <a:lnTo>
                    <a:pt x="6542156" y="1399253"/>
                  </a:lnTo>
                  <a:lnTo>
                    <a:pt x="6527471" y="1399250"/>
                  </a:lnTo>
                  <a:lnTo>
                    <a:pt x="6522728" y="1399249"/>
                  </a:lnTo>
                  <a:lnTo>
                    <a:pt x="6522385" y="1399249"/>
                  </a:lnTo>
                  <a:lnTo>
                    <a:pt x="5527445" y="1399249"/>
                  </a:lnTo>
                  <a:lnTo>
                    <a:pt x="5526324" y="1399222"/>
                  </a:lnTo>
                  <a:lnTo>
                    <a:pt x="5518924" y="1399035"/>
                  </a:lnTo>
                  <a:lnTo>
                    <a:pt x="5500164" y="1398516"/>
                  </a:lnTo>
                  <a:lnTo>
                    <a:pt x="5466362" y="1397494"/>
                  </a:lnTo>
                  <a:lnTo>
                    <a:pt x="5415448" y="1395804"/>
                  </a:lnTo>
                  <a:lnTo>
                    <a:pt x="5347120" y="1393308"/>
                  </a:lnTo>
                  <a:lnTo>
                    <a:pt x="5262790" y="1389899"/>
                  </a:lnTo>
                  <a:lnTo>
                    <a:pt x="5165274" y="1385515"/>
                  </a:lnTo>
                  <a:lnTo>
                    <a:pt x="5058285" y="1380132"/>
                  </a:lnTo>
                  <a:lnTo>
                    <a:pt x="4945843" y="1373754"/>
                  </a:lnTo>
                  <a:lnTo>
                    <a:pt x="4831753" y="1366401"/>
                  </a:lnTo>
                  <a:lnTo>
                    <a:pt x="4719241" y="1358092"/>
                  </a:lnTo>
                  <a:lnTo>
                    <a:pt x="4610764" y="1348831"/>
                  </a:lnTo>
                  <a:lnTo>
                    <a:pt x="4507980" y="1338603"/>
                  </a:lnTo>
                  <a:lnTo>
                    <a:pt x="4411834" y="1327361"/>
                  </a:lnTo>
                  <a:lnTo>
                    <a:pt x="4322682" y="1315030"/>
                  </a:lnTo>
                  <a:lnTo>
                    <a:pt x="4240438" y="1301502"/>
                  </a:lnTo>
                  <a:lnTo>
                    <a:pt x="4164708" y="1286642"/>
                  </a:lnTo>
                  <a:lnTo>
                    <a:pt x="4094898" y="1270289"/>
                  </a:lnTo>
                  <a:lnTo>
                    <a:pt x="4030297" y="1252260"/>
                  </a:lnTo>
                  <a:lnTo>
                    <a:pt x="3970145" y="1232367"/>
                  </a:lnTo>
                  <a:lnTo>
                    <a:pt x="3913673" y="1210432"/>
                  </a:lnTo>
                  <a:lnTo>
                    <a:pt x="3860150" y="1186313"/>
                  </a:lnTo>
                  <a:lnTo>
                    <a:pt x="3820202" y="1166041"/>
                  </a:lnTo>
                  <a:lnTo>
                    <a:pt x="3766055" y="1135376"/>
                  </a:lnTo>
                  <a:lnTo>
                    <a:pt x="3713462" y="1102005"/>
                  </a:lnTo>
                  <a:lnTo>
                    <a:pt x="3661913" y="1065876"/>
                  </a:lnTo>
                  <a:lnTo>
                    <a:pt x="3611019" y="1027008"/>
                  </a:lnTo>
                  <a:lnTo>
                    <a:pt x="3560487" y="985491"/>
                  </a:lnTo>
                  <a:lnTo>
                    <a:pt x="3510108" y="941498"/>
                  </a:lnTo>
                  <a:lnTo>
                    <a:pt x="3459744" y="895284"/>
                  </a:lnTo>
                  <a:lnTo>
                    <a:pt x="3409318" y="847186"/>
                  </a:lnTo>
                  <a:lnTo>
                    <a:pt x="3358802" y="797612"/>
                  </a:lnTo>
                  <a:lnTo>
                    <a:pt x="3308205" y="747033"/>
                  </a:lnTo>
                  <a:lnTo>
                    <a:pt x="3257562" y="695958"/>
                  </a:lnTo>
                  <a:lnTo>
                    <a:pt x="3206924" y="644923"/>
                  </a:lnTo>
                  <a:lnTo>
                    <a:pt x="3156336" y="594457"/>
                  </a:lnTo>
                  <a:lnTo>
                    <a:pt x="3105833" y="545067"/>
                  </a:lnTo>
                  <a:lnTo>
                    <a:pt x="3055419" y="497216"/>
                  </a:lnTo>
                  <a:lnTo>
                    <a:pt x="3005059" y="451301"/>
                  </a:lnTo>
                  <a:lnTo>
                    <a:pt x="2954668" y="407650"/>
                  </a:lnTo>
                  <a:lnTo>
                    <a:pt x="2904099" y="366503"/>
                  </a:lnTo>
                  <a:lnTo>
                    <a:pt x="2853131" y="328024"/>
                  </a:lnTo>
                  <a:lnTo>
                    <a:pt x="2801459" y="292291"/>
                  </a:lnTo>
                  <a:lnTo>
                    <a:pt x="2748677" y="259312"/>
                  </a:lnTo>
                  <a:lnTo>
                    <a:pt x="2702183" y="233208"/>
                  </a:lnTo>
                  <a:lnTo>
                    <a:pt x="2650492" y="207350"/>
                  </a:lnTo>
                  <a:lnTo>
                    <a:pt x="2596370" y="183728"/>
                  </a:lnTo>
                  <a:lnTo>
                    <a:pt x="2539141" y="162263"/>
                  </a:lnTo>
                  <a:lnTo>
                    <a:pt x="2478061" y="142804"/>
                  </a:lnTo>
                  <a:lnTo>
                    <a:pt x="2412362" y="125166"/>
                  </a:lnTo>
                  <a:lnTo>
                    <a:pt x="2341287" y="109161"/>
                  </a:lnTo>
                  <a:lnTo>
                    <a:pt x="2264147" y="94612"/>
                  </a:lnTo>
                  <a:lnTo>
                    <a:pt x="2180384" y="81363"/>
                  </a:lnTo>
                  <a:lnTo>
                    <a:pt x="2089662" y="69283"/>
                  </a:lnTo>
                  <a:lnTo>
                    <a:pt x="1991983" y="58273"/>
                  </a:lnTo>
                  <a:lnTo>
                    <a:pt x="1887822" y="48264"/>
                  </a:lnTo>
                  <a:lnTo>
                    <a:pt x="1778271" y="39217"/>
                  </a:lnTo>
                  <a:lnTo>
                    <a:pt x="1665164" y="31120"/>
                  </a:lnTo>
                  <a:lnTo>
                    <a:pt x="1551138" y="23983"/>
                  </a:lnTo>
                  <a:lnTo>
                    <a:pt x="1439570" y="17827"/>
                  </a:lnTo>
                  <a:lnTo>
                    <a:pt x="1334351" y="12667"/>
                  </a:lnTo>
                  <a:lnTo>
                    <a:pt x="1239484" y="8505"/>
                  </a:lnTo>
                  <a:lnTo>
                    <a:pt x="1158529" y="5307"/>
                  </a:lnTo>
                  <a:lnTo>
                    <a:pt x="1094028" y="3001"/>
                  </a:lnTo>
                  <a:lnTo>
                    <a:pt x="1047028" y="1474"/>
                  </a:lnTo>
                  <a:lnTo>
                    <a:pt x="1016828" y="579"/>
                  </a:lnTo>
                  <a:lnTo>
                    <a:pt x="1000980" y="149"/>
                  </a:lnTo>
                  <a:lnTo>
                    <a:pt x="995471" y="1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14" name="pl513"/>
            <p:cNvSpPr/>
            <p:nvPr/>
          </p:nvSpPr>
          <p:spPr>
            <a:xfrm>
              <a:off x="1199187" y="2557264"/>
              <a:ext cx="12049831" cy="1409730"/>
            </a:xfrm>
            <a:custGeom>
              <a:avLst/>
              <a:pathLst>
                <a:path w="12049831" h="1409730">
                  <a:moveTo>
                    <a:pt x="0" y="0"/>
                  </a:moveTo>
                  <a:lnTo>
                    <a:pt x="994940" y="0"/>
                  </a:lnTo>
                  <a:lnTo>
                    <a:pt x="996061" y="26"/>
                  </a:lnTo>
                  <a:lnTo>
                    <a:pt x="1003461" y="214"/>
                  </a:lnTo>
                  <a:lnTo>
                    <a:pt x="1022220" y="732"/>
                  </a:lnTo>
                  <a:lnTo>
                    <a:pt x="1056023" y="1754"/>
                  </a:lnTo>
                  <a:lnTo>
                    <a:pt x="1106937" y="3444"/>
                  </a:lnTo>
                  <a:lnTo>
                    <a:pt x="1175265" y="5941"/>
                  </a:lnTo>
                  <a:lnTo>
                    <a:pt x="1259595" y="9350"/>
                  </a:lnTo>
                  <a:lnTo>
                    <a:pt x="1357111" y="13734"/>
                  </a:lnTo>
                  <a:lnTo>
                    <a:pt x="1464100" y="19117"/>
                  </a:lnTo>
                  <a:lnTo>
                    <a:pt x="1576542" y="25494"/>
                  </a:lnTo>
                  <a:lnTo>
                    <a:pt x="1690632" y="32847"/>
                  </a:lnTo>
                  <a:lnTo>
                    <a:pt x="1803144" y="41156"/>
                  </a:lnTo>
                  <a:lnTo>
                    <a:pt x="1911621" y="50417"/>
                  </a:lnTo>
                  <a:lnTo>
                    <a:pt x="2014405" y="60646"/>
                  </a:lnTo>
                  <a:lnTo>
                    <a:pt x="2110551" y="71887"/>
                  </a:lnTo>
                  <a:lnTo>
                    <a:pt x="2199703" y="84219"/>
                  </a:lnTo>
                  <a:lnTo>
                    <a:pt x="2281947" y="97746"/>
                  </a:lnTo>
                  <a:lnTo>
                    <a:pt x="2357677" y="112606"/>
                  </a:lnTo>
                  <a:lnTo>
                    <a:pt x="2427487" y="128960"/>
                  </a:lnTo>
                  <a:lnTo>
                    <a:pt x="2492088" y="146988"/>
                  </a:lnTo>
                  <a:lnTo>
                    <a:pt x="2552240" y="166881"/>
                  </a:lnTo>
                  <a:lnTo>
                    <a:pt x="2608712" y="188817"/>
                  </a:lnTo>
                  <a:lnTo>
                    <a:pt x="2662235" y="212935"/>
                  </a:lnTo>
                  <a:lnTo>
                    <a:pt x="2702183" y="233208"/>
                  </a:lnTo>
                  <a:lnTo>
                    <a:pt x="2756330" y="263872"/>
                  </a:lnTo>
                  <a:lnTo>
                    <a:pt x="2808923" y="297243"/>
                  </a:lnTo>
                  <a:lnTo>
                    <a:pt x="2860472" y="333372"/>
                  </a:lnTo>
                  <a:lnTo>
                    <a:pt x="2911366" y="372241"/>
                  </a:lnTo>
                  <a:lnTo>
                    <a:pt x="2961898" y="413758"/>
                  </a:lnTo>
                  <a:lnTo>
                    <a:pt x="3012277" y="457751"/>
                  </a:lnTo>
                  <a:lnTo>
                    <a:pt x="3062641" y="503964"/>
                  </a:lnTo>
                  <a:lnTo>
                    <a:pt x="3113067" y="552062"/>
                  </a:lnTo>
                  <a:lnTo>
                    <a:pt x="3163583" y="601636"/>
                  </a:lnTo>
                  <a:lnTo>
                    <a:pt x="3214180" y="652216"/>
                  </a:lnTo>
                  <a:lnTo>
                    <a:pt x="3264823" y="703290"/>
                  </a:lnTo>
                  <a:lnTo>
                    <a:pt x="3315461" y="754326"/>
                  </a:lnTo>
                  <a:lnTo>
                    <a:pt x="3366049" y="804792"/>
                  </a:lnTo>
                  <a:lnTo>
                    <a:pt x="3416552" y="854181"/>
                  </a:lnTo>
                  <a:lnTo>
                    <a:pt x="3466966" y="902033"/>
                  </a:lnTo>
                  <a:lnTo>
                    <a:pt x="3517326" y="947947"/>
                  </a:lnTo>
                  <a:lnTo>
                    <a:pt x="3567717" y="991599"/>
                  </a:lnTo>
                  <a:lnTo>
                    <a:pt x="3618286" y="1032745"/>
                  </a:lnTo>
                  <a:lnTo>
                    <a:pt x="3669254" y="1071225"/>
                  </a:lnTo>
                  <a:lnTo>
                    <a:pt x="3720926" y="1106957"/>
                  </a:lnTo>
                  <a:lnTo>
                    <a:pt x="3773708" y="1139936"/>
                  </a:lnTo>
                  <a:lnTo>
                    <a:pt x="3820202" y="1166041"/>
                  </a:lnTo>
                  <a:lnTo>
                    <a:pt x="3871893" y="1191899"/>
                  </a:lnTo>
                  <a:lnTo>
                    <a:pt x="3926015" y="1215520"/>
                  </a:lnTo>
                  <a:lnTo>
                    <a:pt x="3983244" y="1236985"/>
                  </a:lnTo>
                  <a:lnTo>
                    <a:pt x="4044324" y="1256445"/>
                  </a:lnTo>
                  <a:lnTo>
                    <a:pt x="4110023" y="1274083"/>
                  </a:lnTo>
                  <a:lnTo>
                    <a:pt x="4181098" y="1290087"/>
                  </a:lnTo>
                  <a:lnTo>
                    <a:pt x="4258238" y="1304636"/>
                  </a:lnTo>
                  <a:lnTo>
                    <a:pt x="4342001" y="1317885"/>
                  </a:lnTo>
                  <a:lnTo>
                    <a:pt x="4432723" y="1329965"/>
                  </a:lnTo>
                  <a:lnTo>
                    <a:pt x="4530402" y="1340975"/>
                  </a:lnTo>
                  <a:lnTo>
                    <a:pt x="4634563" y="1350984"/>
                  </a:lnTo>
                  <a:lnTo>
                    <a:pt x="4744114" y="1360032"/>
                  </a:lnTo>
                  <a:lnTo>
                    <a:pt x="4857221" y="1368128"/>
                  </a:lnTo>
                  <a:lnTo>
                    <a:pt x="4971247" y="1375265"/>
                  </a:lnTo>
                  <a:lnTo>
                    <a:pt x="5082815" y="1381422"/>
                  </a:lnTo>
                  <a:lnTo>
                    <a:pt x="5188034" y="1386581"/>
                  </a:lnTo>
                  <a:lnTo>
                    <a:pt x="5282901" y="1390744"/>
                  </a:lnTo>
                  <a:lnTo>
                    <a:pt x="5363856" y="1393942"/>
                  </a:lnTo>
                  <a:lnTo>
                    <a:pt x="5428357" y="1396248"/>
                  </a:lnTo>
                  <a:lnTo>
                    <a:pt x="5475357" y="1397775"/>
                  </a:lnTo>
                  <a:lnTo>
                    <a:pt x="5505556" y="1398670"/>
                  </a:lnTo>
                  <a:lnTo>
                    <a:pt x="5521405" y="1399099"/>
                  </a:lnTo>
                  <a:lnTo>
                    <a:pt x="5526914" y="1399237"/>
                  </a:lnTo>
                  <a:lnTo>
                    <a:pt x="5527445" y="1399249"/>
                  </a:lnTo>
                  <a:lnTo>
                    <a:pt x="6522385" y="1399249"/>
                  </a:lnTo>
                  <a:lnTo>
                    <a:pt x="6523522" y="1399249"/>
                  </a:lnTo>
                  <a:lnTo>
                    <a:pt x="6531021" y="1399250"/>
                  </a:lnTo>
                  <a:lnTo>
                    <a:pt x="6550026" y="1399254"/>
                  </a:lnTo>
                  <a:lnTo>
                    <a:pt x="6584253" y="1399262"/>
                  </a:lnTo>
                  <a:lnTo>
                    <a:pt x="6635771" y="1399275"/>
                  </a:lnTo>
                  <a:lnTo>
                    <a:pt x="6704849" y="1399294"/>
                  </a:lnTo>
                  <a:lnTo>
                    <a:pt x="6790015" y="1399320"/>
                  </a:lnTo>
                  <a:lnTo>
                    <a:pt x="6888377" y="1399353"/>
                  </a:lnTo>
                  <a:lnTo>
                    <a:pt x="6996152" y="1399394"/>
                  </a:lnTo>
                  <a:lnTo>
                    <a:pt x="7109264" y="1399442"/>
                  </a:lnTo>
                  <a:lnTo>
                    <a:pt x="7223873" y="1399498"/>
                  </a:lnTo>
                  <a:lnTo>
                    <a:pt x="7336744" y="1399561"/>
                  </a:lnTo>
                  <a:lnTo>
                    <a:pt x="7445431" y="1399631"/>
                  </a:lnTo>
                  <a:lnTo>
                    <a:pt x="7548294" y="1399708"/>
                  </a:lnTo>
                  <a:lnTo>
                    <a:pt x="7644418" y="1399793"/>
                  </a:lnTo>
                  <a:lnTo>
                    <a:pt x="7733478" y="1399887"/>
                  </a:lnTo>
                  <a:lnTo>
                    <a:pt x="7815586" y="1399989"/>
                  </a:lnTo>
                  <a:lnTo>
                    <a:pt x="7891161" y="1400102"/>
                  </a:lnTo>
                  <a:lnTo>
                    <a:pt x="7960817" y="1400226"/>
                  </a:lnTo>
                  <a:lnTo>
                    <a:pt x="8025281" y="1400363"/>
                  </a:lnTo>
                  <a:lnTo>
                    <a:pt x="8085329" y="1400514"/>
                  </a:lnTo>
                  <a:lnTo>
                    <a:pt x="8141736" y="1400681"/>
                  </a:lnTo>
                  <a:lnTo>
                    <a:pt x="8195238" y="1400864"/>
                  </a:lnTo>
                  <a:lnTo>
                    <a:pt x="8229629" y="1400996"/>
                  </a:lnTo>
                  <a:lnTo>
                    <a:pt x="8291283" y="1401259"/>
                  </a:lnTo>
                  <a:lnTo>
                    <a:pt x="8351013" y="1401550"/>
                  </a:lnTo>
                  <a:lnTo>
                    <a:pt x="8409538" y="1401867"/>
                  </a:lnTo>
                  <a:lnTo>
                    <a:pt x="8467382" y="1402210"/>
                  </a:lnTo>
                  <a:lnTo>
                    <a:pt x="8524918" y="1402579"/>
                  </a:lnTo>
                  <a:lnTo>
                    <a:pt x="8582389" y="1402970"/>
                  </a:lnTo>
                  <a:lnTo>
                    <a:pt x="8639928" y="1403380"/>
                  </a:lnTo>
                  <a:lnTo>
                    <a:pt x="8697583" y="1403804"/>
                  </a:lnTo>
                  <a:lnTo>
                    <a:pt x="8755339" y="1404238"/>
                  </a:lnTo>
                  <a:lnTo>
                    <a:pt x="8813136" y="1404675"/>
                  </a:lnTo>
                  <a:lnTo>
                    <a:pt x="8870902" y="1405109"/>
                  </a:lnTo>
                  <a:lnTo>
                    <a:pt x="8928575" y="1405535"/>
                  </a:lnTo>
                  <a:lnTo>
                    <a:pt x="8986131" y="1405948"/>
                  </a:lnTo>
                  <a:lnTo>
                    <a:pt x="9043605" y="1406342"/>
                  </a:lnTo>
                  <a:lnTo>
                    <a:pt x="9101118" y="1406714"/>
                  </a:lnTo>
                  <a:lnTo>
                    <a:pt x="9158895" y="1407061"/>
                  </a:lnTo>
                  <a:lnTo>
                    <a:pt x="9217286" y="1407383"/>
                  </a:lnTo>
                  <a:lnTo>
                    <a:pt x="9276792" y="1407677"/>
                  </a:lnTo>
                  <a:lnTo>
                    <a:pt x="9338098" y="1407945"/>
                  </a:lnTo>
                  <a:lnTo>
                    <a:pt x="9347647" y="1407983"/>
                  </a:lnTo>
                  <a:lnTo>
                    <a:pt x="9399583" y="1408178"/>
                  </a:lnTo>
                  <a:lnTo>
                    <a:pt x="9453975" y="1408355"/>
                  </a:lnTo>
                  <a:lnTo>
                    <a:pt x="9511510" y="1408517"/>
                  </a:lnTo>
                  <a:lnTo>
                    <a:pt x="9572942" y="1408663"/>
                  </a:lnTo>
                  <a:lnTo>
                    <a:pt x="9639051" y="1408795"/>
                  </a:lnTo>
                  <a:lnTo>
                    <a:pt x="9710603" y="1408916"/>
                  </a:lnTo>
                  <a:lnTo>
                    <a:pt x="9788293" y="1409025"/>
                  </a:lnTo>
                  <a:lnTo>
                    <a:pt x="9872683" y="1409124"/>
                  </a:lnTo>
                  <a:lnTo>
                    <a:pt x="9964103" y="1409215"/>
                  </a:lnTo>
                  <a:lnTo>
                    <a:pt x="10062535" y="1409297"/>
                  </a:lnTo>
                  <a:lnTo>
                    <a:pt x="10167473" y="1409372"/>
                  </a:lnTo>
                  <a:lnTo>
                    <a:pt x="10277775" y="1409440"/>
                  </a:lnTo>
                  <a:lnTo>
                    <a:pt x="10391537" y="1409500"/>
                  </a:lnTo>
                  <a:lnTo>
                    <a:pt x="10506042" y="1409554"/>
                  </a:lnTo>
                  <a:lnTo>
                    <a:pt x="10617824" y="1409599"/>
                  </a:lnTo>
                  <a:lnTo>
                    <a:pt x="10722914" y="1409638"/>
                  </a:lnTo>
                  <a:lnTo>
                    <a:pt x="10817268" y="1409669"/>
                  </a:lnTo>
                  <a:lnTo>
                    <a:pt x="10897334" y="1409692"/>
                  </a:lnTo>
                  <a:lnTo>
                    <a:pt x="10960644" y="1409709"/>
                  </a:lnTo>
                  <a:lnTo>
                    <a:pt x="11006281" y="1409720"/>
                  </a:lnTo>
                  <a:lnTo>
                    <a:pt x="11035121" y="1409726"/>
                  </a:lnTo>
                  <a:lnTo>
                    <a:pt x="11049805" y="1409729"/>
                  </a:lnTo>
                  <a:lnTo>
                    <a:pt x="11054548" y="1409730"/>
                  </a:lnTo>
                  <a:lnTo>
                    <a:pt x="11054891" y="1409730"/>
                  </a:lnTo>
                  <a:lnTo>
                    <a:pt x="12049831" y="1409730"/>
                  </a:lnTo>
                  <a:lnTo>
                    <a:pt x="12049831" y="14097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5" name="pl514"/>
            <p:cNvSpPr/>
            <p:nvPr/>
          </p:nvSpPr>
          <p:spPr>
            <a:xfrm>
              <a:off x="1199187" y="2552024"/>
              <a:ext cx="12049831" cy="1409730"/>
            </a:xfrm>
            <a:custGeom>
              <a:avLst/>
              <a:pathLst>
                <a:path w="12049831" h="1409730">
                  <a:moveTo>
                    <a:pt x="12049831" y="1409730"/>
                  </a:moveTo>
                  <a:lnTo>
                    <a:pt x="11054891" y="1409730"/>
                  </a:lnTo>
                  <a:lnTo>
                    <a:pt x="11053755" y="1409730"/>
                  </a:lnTo>
                  <a:lnTo>
                    <a:pt x="11046255" y="1409728"/>
                  </a:lnTo>
                  <a:lnTo>
                    <a:pt x="11027250" y="1409725"/>
                  </a:lnTo>
                  <a:lnTo>
                    <a:pt x="10993024" y="1409717"/>
                  </a:lnTo>
                  <a:lnTo>
                    <a:pt x="10941506" y="1409704"/>
                  </a:lnTo>
                  <a:lnTo>
                    <a:pt x="10872428" y="1409685"/>
                  </a:lnTo>
                  <a:lnTo>
                    <a:pt x="10787262" y="1409659"/>
                  </a:lnTo>
                  <a:lnTo>
                    <a:pt x="10688900" y="1409626"/>
                  </a:lnTo>
                  <a:lnTo>
                    <a:pt x="10581124" y="1409585"/>
                  </a:lnTo>
                  <a:lnTo>
                    <a:pt x="10468012" y="1409537"/>
                  </a:lnTo>
                  <a:lnTo>
                    <a:pt x="10353404" y="1409481"/>
                  </a:lnTo>
                  <a:lnTo>
                    <a:pt x="10240532" y="1409418"/>
                  </a:lnTo>
                  <a:lnTo>
                    <a:pt x="10131846" y="1409348"/>
                  </a:lnTo>
                  <a:lnTo>
                    <a:pt x="10028983" y="1409271"/>
                  </a:lnTo>
                  <a:lnTo>
                    <a:pt x="9932858" y="1409185"/>
                  </a:lnTo>
                  <a:lnTo>
                    <a:pt x="9843798" y="1409092"/>
                  </a:lnTo>
                  <a:lnTo>
                    <a:pt x="9761690" y="1408989"/>
                  </a:lnTo>
                  <a:lnTo>
                    <a:pt x="9686116" y="1408877"/>
                  </a:lnTo>
                  <a:lnTo>
                    <a:pt x="9616459" y="1408753"/>
                  </a:lnTo>
                  <a:lnTo>
                    <a:pt x="9551995" y="1408616"/>
                  </a:lnTo>
                  <a:lnTo>
                    <a:pt x="9491948" y="1408465"/>
                  </a:lnTo>
                  <a:lnTo>
                    <a:pt x="9435541" y="1408298"/>
                  </a:lnTo>
                  <a:lnTo>
                    <a:pt x="9382039" y="1408115"/>
                  </a:lnTo>
                  <a:lnTo>
                    <a:pt x="9347647" y="1407983"/>
                  </a:lnTo>
                  <a:lnTo>
                    <a:pt x="9285994" y="1407719"/>
                  </a:lnTo>
                  <a:lnTo>
                    <a:pt x="9226263" y="1407429"/>
                  </a:lnTo>
                  <a:lnTo>
                    <a:pt x="9167739" y="1407112"/>
                  </a:lnTo>
                  <a:lnTo>
                    <a:pt x="9109894" y="1406768"/>
                  </a:lnTo>
                  <a:lnTo>
                    <a:pt x="9052358" y="1406400"/>
                  </a:lnTo>
                  <a:lnTo>
                    <a:pt x="8994888" y="1406009"/>
                  </a:lnTo>
                  <a:lnTo>
                    <a:pt x="8937349" y="1405599"/>
                  </a:lnTo>
                  <a:lnTo>
                    <a:pt x="8879693" y="1405175"/>
                  </a:lnTo>
                  <a:lnTo>
                    <a:pt x="8821938" y="1404741"/>
                  </a:lnTo>
                  <a:lnTo>
                    <a:pt x="8764141" y="1404304"/>
                  </a:lnTo>
                  <a:lnTo>
                    <a:pt x="8706375" y="1403870"/>
                  </a:lnTo>
                  <a:lnTo>
                    <a:pt x="8648701" y="1403444"/>
                  </a:lnTo>
                  <a:lnTo>
                    <a:pt x="8591146" y="1403031"/>
                  </a:lnTo>
                  <a:lnTo>
                    <a:pt x="8533671" y="1402637"/>
                  </a:lnTo>
                  <a:lnTo>
                    <a:pt x="8476158" y="1402265"/>
                  </a:lnTo>
                  <a:lnTo>
                    <a:pt x="8418381" y="1401917"/>
                  </a:lnTo>
                  <a:lnTo>
                    <a:pt x="8359990" y="1401596"/>
                  </a:lnTo>
                  <a:lnTo>
                    <a:pt x="8300484" y="1401302"/>
                  </a:lnTo>
                  <a:lnTo>
                    <a:pt x="8239179" y="1401034"/>
                  </a:lnTo>
                  <a:lnTo>
                    <a:pt x="8229629" y="1400996"/>
                  </a:lnTo>
                  <a:lnTo>
                    <a:pt x="8177693" y="1400801"/>
                  </a:lnTo>
                  <a:lnTo>
                    <a:pt x="8123301" y="1400623"/>
                  </a:lnTo>
                  <a:lnTo>
                    <a:pt x="8065766" y="1400462"/>
                  </a:lnTo>
                  <a:lnTo>
                    <a:pt x="8004334" y="1400316"/>
                  </a:lnTo>
                  <a:lnTo>
                    <a:pt x="7938225" y="1400183"/>
                  </a:lnTo>
                  <a:lnTo>
                    <a:pt x="7866674" y="1400063"/>
                  </a:lnTo>
                  <a:lnTo>
                    <a:pt x="7788983" y="1399954"/>
                  </a:lnTo>
                  <a:lnTo>
                    <a:pt x="7704593" y="1399855"/>
                  </a:lnTo>
                  <a:lnTo>
                    <a:pt x="7613173" y="1399764"/>
                  </a:lnTo>
                  <a:lnTo>
                    <a:pt x="7514741" y="1399682"/>
                  </a:lnTo>
                  <a:lnTo>
                    <a:pt x="7409803" y="1399607"/>
                  </a:lnTo>
                  <a:lnTo>
                    <a:pt x="7299502" y="1399539"/>
                  </a:lnTo>
                  <a:lnTo>
                    <a:pt x="7185739" y="1399478"/>
                  </a:lnTo>
                  <a:lnTo>
                    <a:pt x="7071234" y="1399425"/>
                  </a:lnTo>
                  <a:lnTo>
                    <a:pt x="6959453" y="1399379"/>
                  </a:lnTo>
                  <a:lnTo>
                    <a:pt x="6854363" y="1399341"/>
                  </a:lnTo>
                  <a:lnTo>
                    <a:pt x="6760009" y="1399310"/>
                  </a:lnTo>
                  <a:lnTo>
                    <a:pt x="6679942" y="1399287"/>
                  </a:lnTo>
                  <a:lnTo>
                    <a:pt x="6616632" y="1399270"/>
                  </a:lnTo>
                  <a:lnTo>
                    <a:pt x="6570995" y="1399259"/>
                  </a:lnTo>
                  <a:lnTo>
                    <a:pt x="6542156" y="1399253"/>
                  </a:lnTo>
                  <a:lnTo>
                    <a:pt x="6527471" y="1399250"/>
                  </a:lnTo>
                  <a:lnTo>
                    <a:pt x="6522728" y="1399249"/>
                  </a:lnTo>
                  <a:lnTo>
                    <a:pt x="6522385" y="1399249"/>
                  </a:lnTo>
                  <a:lnTo>
                    <a:pt x="5527445" y="1399249"/>
                  </a:lnTo>
                  <a:lnTo>
                    <a:pt x="5526324" y="1399222"/>
                  </a:lnTo>
                  <a:lnTo>
                    <a:pt x="5518924" y="1399035"/>
                  </a:lnTo>
                  <a:lnTo>
                    <a:pt x="5500164" y="1398516"/>
                  </a:lnTo>
                  <a:lnTo>
                    <a:pt x="5466362" y="1397494"/>
                  </a:lnTo>
                  <a:lnTo>
                    <a:pt x="5415448" y="1395804"/>
                  </a:lnTo>
                  <a:lnTo>
                    <a:pt x="5347120" y="1393308"/>
                  </a:lnTo>
                  <a:lnTo>
                    <a:pt x="5262790" y="1389899"/>
                  </a:lnTo>
                  <a:lnTo>
                    <a:pt x="5165274" y="1385515"/>
                  </a:lnTo>
                  <a:lnTo>
                    <a:pt x="5058285" y="1380132"/>
                  </a:lnTo>
                  <a:lnTo>
                    <a:pt x="4945843" y="1373754"/>
                  </a:lnTo>
                  <a:lnTo>
                    <a:pt x="4831753" y="1366401"/>
                  </a:lnTo>
                  <a:lnTo>
                    <a:pt x="4719241" y="1358092"/>
                  </a:lnTo>
                  <a:lnTo>
                    <a:pt x="4610764" y="1348831"/>
                  </a:lnTo>
                  <a:lnTo>
                    <a:pt x="4507980" y="1338603"/>
                  </a:lnTo>
                  <a:lnTo>
                    <a:pt x="4411834" y="1327361"/>
                  </a:lnTo>
                  <a:lnTo>
                    <a:pt x="4322682" y="1315030"/>
                  </a:lnTo>
                  <a:lnTo>
                    <a:pt x="4240438" y="1301502"/>
                  </a:lnTo>
                  <a:lnTo>
                    <a:pt x="4164708" y="1286642"/>
                  </a:lnTo>
                  <a:lnTo>
                    <a:pt x="4094898" y="1270289"/>
                  </a:lnTo>
                  <a:lnTo>
                    <a:pt x="4030297" y="1252260"/>
                  </a:lnTo>
                  <a:lnTo>
                    <a:pt x="3970145" y="1232367"/>
                  </a:lnTo>
                  <a:lnTo>
                    <a:pt x="3913673" y="1210432"/>
                  </a:lnTo>
                  <a:lnTo>
                    <a:pt x="3860150" y="1186313"/>
                  </a:lnTo>
                  <a:lnTo>
                    <a:pt x="3820202" y="1166041"/>
                  </a:lnTo>
                  <a:lnTo>
                    <a:pt x="3766055" y="1135376"/>
                  </a:lnTo>
                  <a:lnTo>
                    <a:pt x="3713462" y="1102005"/>
                  </a:lnTo>
                  <a:lnTo>
                    <a:pt x="3661913" y="1065876"/>
                  </a:lnTo>
                  <a:lnTo>
                    <a:pt x="3611019" y="1027008"/>
                  </a:lnTo>
                  <a:lnTo>
                    <a:pt x="3560487" y="985491"/>
                  </a:lnTo>
                  <a:lnTo>
                    <a:pt x="3510108" y="941498"/>
                  </a:lnTo>
                  <a:lnTo>
                    <a:pt x="3459744" y="895284"/>
                  </a:lnTo>
                  <a:lnTo>
                    <a:pt x="3409318" y="847186"/>
                  </a:lnTo>
                  <a:lnTo>
                    <a:pt x="3358802" y="797612"/>
                  </a:lnTo>
                  <a:lnTo>
                    <a:pt x="3308205" y="747033"/>
                  </a:lnTo>
                  <a:lnTo>
                    <a:pt x="3257562" y="695958"/>
                  </a:lnTo>
                  <a:lnTo>
                    <a:pt x="3206924" y="644923"/>
                  </a:lnTo>
                  <a:lnTo>
                    <a:pt x="3156336" y="594457"/>
                  </a:lnTo>
                  <a:lnTo>
                    <a:pt x="3105833" y="545067"/>
                  </a:lnTo>
                  <a:lnTo>
                    <a:pt x="3055419" y="497216"/>
                  </a:lnTo>
                  <a:lnTo>
                    <a:pt x="3005059" y="451301"/>
                  </a:lnTo>
                  <a:lnTo>
                    <a:pt x="2954668" y="407650"/>
                  </a:lnTo>
                  <a:lnTo>
                    <a:pt x="2904099" y="366503"/>
                  </a:lnTo>
                  <a:lnTo>
                    <a:pt x="2853131" y="328024"/>
                  </a:lnTo>
                  <a:lnTo>
                    <a:pt x="2801459" y="292291"/>
                  </a:lnTo>
                  <a:lnTo>
                    <a:pt x="2748677" y="259312"/>
                  </a:lnTo>
                  <a:lnTo>
                    <a:pt x="2702183" y="233208"/>
                  </a:lnTo>
                  <a:lnTo>
                    <a:pt x="2650492" y="207350"/>
                  </a:lnTo>
                  <a:lnTo>
                    <a:pt x="2596370" y="183728"/>
                  </a:lnTo>
                  <a:lnTo>
                    <a:pt x="2539141" y="162263"/>
                  </a:lnTo>
                  <a:lnTo>
                    <a:pt x="2478061" y="142804"/>
                  </a:lnTo>
                  <a:lnTo>
                    <a:pt x="2412362" y="125166"/>
                  </a:lnTo>
                  <a:lnTo>
                    <a:pt x="2341287" y="109161"/>
                  </a:lnTo>
                  <a:lnTo>
                    <a:pt x="2264147" y="94612"/>
                  </a:lnTo>
                  <a:lnTo>
                    <a:pt x="2180384" y="81363"/>
                  </a:lnTo>
                  <a:lnTo>
                    <a:pt x="2089662" y="69283"/>
                  </a:lnTo>
                  <a:lnTo>
                    <a:pt x="1991983" y="58273"/>
                  </a:lnTo>
                  <a:lnTo>
                    <a:pt x="1887822" y="48264"/>
                  </a:lnTo>
                  <a:lnTo>
                    <a:pt x="1778271" y="39217"/>
                  </a:lnTo>
                  <a:lnTo>
                    <a:pt x="1665164" y="31120"/>
                  </a:lnTo>
                  <a:lnTo>
                    <a:pt x="1551138" y="23983"/>
                  </a:lnTo>
                  <a:lnTo>
                    <a:pt x="1439570" y="17827"/>
                  </a:lnTo>
                  <a:lnTo>
                    <a:pt x="1334351" y="12667"/>
                  </a:lnTo>
                  <a:lnTo>
                    <a:pt x="1239484" y="8505"/>
                  </a:lnTo>
                  <a:lnTo>
                    <a:pt x="1158529" y="5307"/>
                  </a:lnTo>
                  <a:lnTo>
                    <a:pt x="1094028" y="3001"/>
                  </a:lnTo>
                  <a:lnTo>
                    <a:pt x="1047028" y="1474"/>
                  </a:lnTo>
                  <a:lnTo>
                    <a:pt x="1016828" y="579"/>
                  </a:lnTo>
                  <a:lnTo>
                    <a:pt x="1000980" y="149"/>
                  </a:lnTo>
                  <a:lnTo>
                    <a:pt x="995471" y="1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6" name="pg515"/>
            <p:cNvSpPr/>
            <p:nvPr/>
          </p:nvSpPr>
          <p:spPr>
            <a:xfrm>
              <a:off x="1199187" y="2557264"/>
              <a:ext cx="12049831" cy="2740851"/>
            </a:xfrm>
            <a:custGeom>
              <a:avLst/>
              <a:pathLst>
                <a:path w="12049831" h="2740851">
                  <a:moveTo>
                    <a:pt x="0" y="5240"/>
                  </a:moveTo>
                  <a:lnTo>
                    <a:pt x="994940" y="5240"/>
                  </a:lnTo>
                  <a:lnTo>
                    <a:pt x="996060" y="5267"/>
                  </a:lnTo>
                  <a:lnTo>
                    <a:pt x="1003455" y="5460"/>
                  </a:lnTo>
                  <a:lnTo>
                    <a:pt x="1022202" y="5991"/>
                  </a:lnTo>
                  <a:lnTo>
                    <a:pt x="1055982" y="7040"/>
                  </a:lnTo>
                  <a:lnTo>
                    <a:pt x="1106864" y="8772"/>
                  </a:lnTo>
                  <a:lnTo>
                    <a:pt x="1175153" y="11333"/>
                  </a:lnTo>
                  <a:lnTo>
                    <a:pt x="1259440" y="14829"/>
                  </a:lnTo>
                  <a:lnTo>
                    <a:pt x="1356910" y="19325"/>
                  </a:lnTo>
                  <a:lnTo>
                    <a:pt x="1463858" y="24845"/>
                  </a:lnTo>
                  <a:lnTo>
                    <a:pt x="1576266" y="31386"/>
                  </a:lnTo>
                  <a:lnTo>
                    <a:pt x="1690328" y="38927"/>
                  </a:lnTo>
                  <a:lnTo>
                    <a:pt x="1802820" y="47450"/>
                  </a:lnTo>
                  <a:lnTo>
                    <a:pt x="1911287" y="56948"/>
                  </a:lnTo>
                  <a:lnTo>
                    <a:pt x="2014066" y="67439"/>
                  </a:lnTo>
                  <a:lnTo>
                    <a:pt x="2110213" y="78969"/>
                  </a:lnTo>
                  <a:lnTo>
                    <a:pt x="2199370" y="91616"/>
                  </a:lnTo>
                  <a:lnTo>
                    <a:pt x="2281621" y="105489"/>
                  </a:lnTo>
                  <a:lnTo>
                    <a:pt x="2357359" y="120729"/>
                  </a:lnTo>
                  <a:lnTo>
                    <a:pt x="2427178" y="137500"/>
                  </a:lnTo>
                  <a:lnTo>
                    <a:pt x="2491785" y="155988"/>
                  </a:lnTo>
                  <a:lnTo>
                    <a:pt x="2551943" y="176387"/>
                  </a:lnTo>
                  <a:lnTo>
                    <a:pt x="2608419" y="198881"/>
                  </a:lnTo>
                  <a:lnTo>
                    <a:pt x="2661943" y="223613"/>
                  </a:lnTo>
                  <a:lnTo>
                    <a:pt x="2702183" y="244562"/>
                  </a:lnTo>
                  <a:lnTo>
                    <a:pt x="2756043" y="275854"/>
                  </a:lnTo>
                  <a:lnTo>
                    <a:pt x="2808364" y="309894"/>
                  </a:lnTo>
                  <a:lnTo>
                    <a:pt x="2859646" y="346732"/>
                  </a:lnTo>
                  <a:lnTo>
                    <a:pt x="2910276" y="386353"/>
                  </a:lnTo>
                  <a:lnTo>
                    <a:pt x="2960542" y="428666"/>
                  </a:lnTo>
                  <a:lnTo>
                    <a:pt x="3010652" y="473498"/>
                  </a:lnTo>
                  <a:lnTo>
                    <a:pt x="3060744" y="520595"/>
                  </a:lnTo>
                  <a:lnTo>
                    <a:pt x="3110895" y="569619"/>
                  </a:lnTo>
                  <a:lnTo>
                    <a:pt x="3161136" y="620160"/>
                  </a:lnTo>
                  <a:lnTo>
                    <a:pt x="3211458" y="671746"/>
                  </a:lnTo>
                  <a:lnTo>
                    <a:pt x="3261826" y="723864"/>
                  </a:lnTo>
                  <a:lnTo>
                    <a:pt x="3312194" y="775975"/>
                  </a:lnTo>
                  <a:lnTo>
                    <a:pt x="3362514" y="827541"/>
                  </a:lnTo>
                  <a:lnTo>
                    <a:pt x="3412753" y="878050"/>
                  </a:lnTo>
                  <a:lnTo>
                    <a:pt x="3462903" y="927030"/>
                  </a:lnTo>
                  <a:lnTo>
                    <a:pt x="3512993" y="974073"/>
                  </a:lnTo>
                  <a:lnTo>
                    <a:pt x="3563105" y="1018845"/>
                  </a:lnTo>
                  <a:lnTo>
                    <a:pt x="3613378" y="1061092"/>
                  </a:lnTo>
                  <a:lnTo>
                    <a:pt x="3664020" y="1100644"/>
                  </a:lnTo>
                  <a:lnTo>
                    <a:pt x="3715324" y="1137411"/>
                  </a:lnTo>
                  <a:lnTo>
                    <a:pt x="3767676" y="1171381"/>
                  </a:lnTo>
                  <a:lnTo>
                    <a:pt x="3820202" y="1201852"/>
                  </a:lnTo>
                  <a:lnTo>
                    <a:pt x="3871880" y="1228381"/>
                  </a:lnTo>
                  <a:lnTo>
                    <a:pt x="3925988" y="1252617"/>
                  </a:lnTo>
                  <a:lnTo>
                    <a:pt x="3983201" y="1274641"/>
                  </a:lnTo>
                  <a:lnTo>
                    <a:pt x="4044262" y="1294607"/>
                  </a:lnTo>
                  <a:lnTo>
                    <a:pt x="4109940" y="1312705"/>
                  </a:lnTo>
                  <a:lnTo>
                    <a:pt x="4180990" y="1329128"/>
                  </a:lnTo>
                  <a:lnTo>
                    <a:pt x="4258101" y="1344057"/>
                  </a:lnTo>
                  <a:lnTo>
                    <a:pt x="4341831" y="1357652"/>
                  </a:lnTo>
                  <a:lnTo>
                    <a:pt x="4432517" y="1370048"/>
                  </a:lnTo>
                  <a:lnTo>
                    <a:pt x="4530156" y="1381346"/>
                  </a:lnTo>
                  <a:lnTo>
                    <a:pt x="4634277" y="1391618"/>
                  </a:lnTo>
                  <a:lnTo>
                    <a:pt x="4743788" y="1400903"/>
                  </a:lnTo>
                  <a:lnTo>
                    <a:pt x="4856860" y="1409213"/>
                  </a:lnTo>
                  <a:lnTo>
                    <a:pt x="4970860" y="1416538"/>
                  </a:lnTo>
                  <a:lnTo>
                    <a:pt x="5082417" y="1422858"/>
                  </a:lnTo>
                  <a:lnTo>
                    <a:pt x="5187642" y="1428155"/>
                  </a:lnTo>
                  <a:lnTo>
                    <a:pt x="5282536" y="1432430"/>
                  </a:lnTo>
                  <a:lnTo>
                    <a:pt x="5363537" y="1435715"/>
                  </a:lnTo>
                  <a:lnTo>
                    <a:pt x="5428099" y="1438085"/>
                  </a:lnTo>
                  <a:lnTo>
                    <a:pt x="5475170" y="1439655"/>
                  </a:lnTo>
                  <a:lnTo>
                    <a:pt x="5505442" y="1440576"/>
                  </a:lnTo>
                  <a:lnTo>
                    <a:pt x="5521352" y="1441019"/>
                  </a:lnTo>
                  <a:lnTo>
                    <a:pt x="5526903" y="1441161"/>
                  </a:lnTo>
                  <a:lnTo>
                    <a:pt x="5527445" y="1441174"/>
                  </a:lnTo>
                  <a:lnTo>
                    <a:pt x="6522385" y="1441174"/>
                  </a:lnTo>
                  <a:lnTo>
                    <a:pt x="6523509" y="1441198"/>
                  </a:lnTo>
                  <a:lnTo>
                    <a:pt x="6530922" y="1441373"/>
                  </a:lnTo>
                  <a:lnTo>
                    <a:pt x="6549715" y="1441856"/>
                  </a:lnTo>
                  <a:lnTo>
                    <a:pt x="6583575" y="1442807"/>
                  </a:lnTo>
                  <a:lnTo>
                    <a:pt x="6634571" y="1444379"/>
                  </a:lnTo>
                  <a:lnTo>
                    <a:pt x="6703001" y="1446703"/>
                  </a:lnTo>
                  <a:lnTo>
                    <a:pt x="6787444" y="1449875"/>
                  </a:lnTo>
                  <a:lnTo>
                    <a:pt x="6885075" y="1453953"/>
                  </a:lnTo>
                  <a:lnTo>
                    <a:pt x="6992171" y="1458962"/>
                  </a:lnTo>
                  <a:lnTo>
                    <a:pt x="7104705" y="1464895"/>
                  </a:lnTo>
                  <a:lnTo>
                    <a:pt x="7218865" y="1471734"/>
                  </a:lnTo>
                  <a:lnTo>
                    <a:pt x="7331427" y="1479464"/>
                  </a:lnTo>
                  <a:lnTo>
                    <a:pt x="7439933" y="1488078"/>
                  </a:lnTo>
                  <a:lnTo>
                    <a:pt x="7542728" y="1497592"/>
                  </a:lnTo>
                  <a:lnTo>
                    <a:pt x="7638871" y="1508050"/>
                  </a:lnTo>
                  <a:lnTo>
                    <a:pt x="7728011" y="1519521"/>
                  </a:lnTo>
                  <a:lnTo>
                    <a:pt x="7810237" y="1532106"/>
                  </a:lnTo>
                  <a:lnTo>
                    <a:pt x="7885946" y="1545931"/>
                  </a:lnTo>
                  <a:lnTo>
                    <a:pt x="7955735" y="1561148"/>
                  </a:lnTo>
                  <a:lnTo>
                    <a:pt x="8020317" y="1577924"/>
                  </a:lnTo>
                  <a:lnTo>
                    <a:pt x="8080455" y="1596437"/>
                  </a:lnTo>
                  <a:lnTo>
                    <a:pt x="8136918" y="1616851"/>
                  </a:lnTo>
                  <a:lnTo>
                    <a:pt x="8190438" y="1639296"/>
                  </a:lnTo>
                  <a:lnTo>
                    <a:pt x="8229629" y="1657787"/>
                  </a:lnTo>
                  <a:lnTo>
                    <a:pt x="8284553" y="1686703"/>
                  </a:lnTo>
                  <a:lnTo>
                    <a:pt x="8337887" y="1718209"/>
                  </a:lnTo>
                  <a:lnTo>
                    <a:pt x="8390158" y="1752352"/>
                  </a:lnTo>
                  <a:lnTo>
                    <a:pt x="8441771" y="1789112"/>
                  </a:lnTo>
                  <a:lnTo>
                    <a:pt x="8493025" y="1828397"/>
                  </a:lnTo>
                  <a:lnTo>
                    <a:pt x="8544134" y="1870033"/>
                  </a:lnTo>
                  <a:lnTo>
                    <a:pt x="8595237" y="1913768"/>
                  </a:lnTo>
                  <a:lnTo>
                    <a:pt x="8646409" y="1959267"/>
                  </a:lnTo>
                  <a:lnTo>
                    <a:pt x="8697674" y="2006128"/>
                  </a:lnTo>
                  <a:lnTo>
                    <a:pt x="8749019" y="2053888"/>
                  </a:lnTo>
                  <a:lnTo>
                    <a:pt x="8800403" y="2102047"/>
                  </a:lnTo>
                  <a:lnTo>
                    <a:pt x="8851776" y="2150087"/>
                  </a:lnTo>
                  <a:lnTo>
                    <a:pt x="8903088" y="2197495"/>
                  </a:lnTo>
                  <a:lnTo>
                    <a:pt x="8954310" y="2243786"/>
                  </a:lnTo>
                  <a:lnTo>
                    <a:pt x="9005445" y="2288524"/>
                  </a:lnTo>
                  <a:lnTo>
                    <a:pt x="9056537" y="2331335"/>
                  </a:lnTo>
                  <a:lnTo>
                    <a:pt x="9107691" y="2371921"/>
                  </a:lnTo>
                  <a:lnTo>
                    <a:pt x="9159078" y="2410066"/>
                  </a:lnTo>
                  <a:lnTo>
                    <a:pt x="9210950" y="2445635"/>
                  </a:lnTo>
                  <a:lnTo>
                    <a:pt x="9263650" y="2478568"/>
                  </a:lnTo>
                  <a:lnTo>
                    <a:pt x="9317638" y="2508879"/>
                  </a:lnTo>
                  <a:lnTo>
                    <a:pt x="9347647" y="2524238"/>
                  </a:lnTo>
                  <a:lnTo>
                    <a:pt x="9399372" y="2548271"/>
                  </a:lnTo>
                  <a:lnTo>
                    <a:pt x="9453530" y="2570223"/>
                  </a:lnTo>
                  <a:lnTo>
                    <a:pt x="9510801" y="2590170"/>
                  </a:lnTo>
                  <a:lnTo>
                    <a:pt x="9571929" y="2608252"/>
                  </a:lnTo>
                  <a:lnTo>
                    <a:pt x="9637684" y="2624641"/>
                  </a:lnTo>
                  <a:lnTo>
                    <a:pt x="9708823" y="2639511"/>
                  </a:lnTo>
                  <a:lnTo>
                    <a:pt x="9786038" y="2653028"/>
                  </a:lnTo>
                  <a:lnTo>
                    <a:pt x="9869886" y="2665337"/>
                  </a:lnTo>
                  <a:lnTo>
                    <a:pt x="9960703" y="2676558"/>
                  </a:lnTo>
                  <a:lnTo>
                    <a:pt x="10058484" y="2686786"/>
                  </a:lnTo>
                  <a:lnTo>
                    <a:pt x="10162751" y="2696082"/>
                  </a:lnTo>
                  <a:lnTo>
                    <a:pt x="10272404" y="2704485"/>
                  </a:lnTo>
                  <a:lnTo>
                    <a:pt x="10385600" y="2712003"/>
                  </a:lnTo>
                  <a:lnTo>
                    <a:pt x="10499692" y="2718628"/>
                  </a:lnTo>
                  <a:lnTo>
                    <a:pt x="10611291" y="2724342"/>
                  </a:lnTo>
                  <a:lnTo>
                    <a:pt x="10716493" y="2729128"/>
                  </a:lnTo>
                  <a:lnTo>
                    <a:pt x="10811293" y="2732988"/>
                  </a:lnTo>
                  <a:lnTo>
                    <a:pt x="10892129" y="2735950"/>
                  </a:lnTo>
                  <a:lnTo>
                    <a:pt x="10956469" y="2738085"/>
                  </a:lnTo>
                  <a:lnTo>
                    <a:pt x="11003284" y="2739496"/>
                  </a:lnTo>
                  <a:lnTo>
                    <a:pt x="11033298" y="2740321"/>
                  </a:lnTo>
                  <a:lnTo>
                    <a:pt x="11048987" y="2740715"/>
                  </a:lnTo>
                  <a:lnTo>
                    <a:pt x="11054389" y="2740840"/>
                  </a:lnTo>
                  <a:lnTo>
                    <a:pt x="11054891" y="2740851"/>
                  </a:lnTo>
                  <a:lnTo>
                    <a:pt x="12049831" y="2740851"/>
                  </a:lnTo>
                  <a:lnTo>
                    <a:pt x="12049831" y="2735610"/>
                  </a:lnTo>
                  <a:lnTo>
                    <a:pt x="11054891" y="2735610"/>
                  </a:lnTo>
                  <a:lnTo>
                    <a:pt x="11053768" y="2735586"/>
                  </a:lnTo>
                  <a:lnTo>
                    <a:pt x="11046354" y="2735411"/>
                  </a:lnTo>
                  <a:lnTo>
                    <a:pt x="11027562" y="2734929"/>
                  </a:lnTo>
                  <a:lnTo>
                    <a:pt x="10993702" y="2733977"/>
                  </a:lnTo>
                  <a:lnTo>
                    <a:pt x="10942706" y="2732405"/>
                  </a:lnTo>
                  <a:lnTo>
                    <a:pt x="10874276" y="2730082"/>
                  </a:lnTo>
                  <a:lnTo>
                    <a:pt x="10789832" y="2726910"/>
                  </a:lnTo>
                  <a:lnTo>
                    <a:pt x="10692202" y="2722831"/>
                  </a:lnTo>
                  <a:lnTo>
                    <a:pt x="10585106" y="2717823"/>
                  </a:lnTo>
                  <a:lnTo>
                    <a:pt x="10472572" y="2711890"/>
                  </a:lnTo>
                  <a:lnTo>
                    <a:pt x="10358411" y="2705050"/>
                  </a:lnTo>
                  <a:lnTo>
                    <a:pt x="10245850" y="2697321"/>
                  </a:lnTo>
                  <a:lnTo>
                    <a:pt x="10137343" y="2688707"/>
                  </a:lnTo>
                  <a:lnTo>
                    <a:pt x="10034549" y="2679192"/>
                  </a:lnTo>
                  <a:lnTo>
                    <a:pt x="9938405" y="2668735"/>
                  </a:lnTo>
                  <a:lnTo>
                    <a:pt x="9849265" y="2657264"/>
                  </a:lnTo>
                  <a:lnTo>
                    <a:pt x="9767039" y="2644679"/>
                  </a:lnTo>
                  <a:lnTo>
                    <a:pt x="9691330" y="2630853"/>
                  </a:lnTo>
                  <a:lnTo>
                    <a:pt x="9621541" y="2615636"/>
                  </a:lnTo>
                  <a:lnTo>
                    <a:pt x="9556960" y="2598860"/>
                  </a:lnTo>
                  <a:lnTo>
                    <a:pt x="9496822" y="2580348"/>
                  </a:lnTo>
                  <a:lnTo>
                    <a:pt x="9440359" y="2559934"/>
                  </a:lnTo>
                  <a:lnTo>
                    <a:pt x="9386839" y="2537488"/>
                  </a:lnTo>
                  <a:lnTo>
                    <a:pt x="9347647" y="2518998"/>
                  </a:lnTo>
                  <a:lnTo>
                    <a:pt x="9292723" y="2490081"/>
                  </a:lnTo>
                  <a:lnTo>
                    <a:pt x="9239390" y="2458575"/>
                  </a:lnTo>
                  <a:lnTo>
                    <a:pt x="9187118" y="2424433"/>
                  </a:lnTo>
                  <a:lnTo>
                    <a:pt x="9135506" y="2387673"/>
                  </a:lnTo>
                  <a:lnTo>
                    <a:pt x="9084251" y="2348388"/>
                  </a:lnTo>
                  <a:lnTo>
                    <a:pt x="9033142" y="2306751"/>
                  </a:lnTo>
                  <a:lnTo>
                    <a:pt x="8982040" y="2263016"/>
                  </a:lnTo>
                  <a:lnTo>
                    <a:pt x="8930868" y="2217517"/>
                  </a:lnTo>
                  <a:lnTo>
                    <a:pt x="8879602" y="2170657"/>
                  </a:lnTo>
                  <a:lnTo>
                    <a:pt x="8828257" y="2122897"/>
                  </a:lnTo>
                  <a:lnTo>
                    <a:pt x="8776873" y="2074738"/>
                  </a:lnTo>
                  <a:lnTo>
                    <a:pt x="8725501" y="2026698"/>
                  </a:lnTo>
                  <a:lnTo>
                    <a:pt x="8674188" y="1979289"/>
                  </a:lnTo>
                  <a:lnTo>
                    <a:pt x="8622966" y="1932998"/>
                  </a:lnTo>
                  <a:lnTo>
                    <a:pt x="8571832" y="1888261"/>
                  </a:lnTo>
                  <a:lnTo>
                    <a:pt x="8520739" y="1845450"/>
                  </a:lnTo>
                  <a:lnTo>
                    <a:pt x="8469585" y="1804863"/>
                  </a:lnTo>
                  <a:lnTo>
                    <a:pt x="8418198" y="1766718"/>
                  </a:lnTo>
                  <a:lnTo>
                    <a:pt x="8366327" y="1731150"/>
                  </a:lnTo>
                  <a:lnTo>
                    <a:pt x="8313626" y="1698216"/>
                  </a:lnTo>
                  <a:lnTo>
                    <a:pt x="8259638" y="1667906"/>
                  </a:lnTo>
                  <a:lnTo>
                    <a:pt x="8229629" y="1652546"/>
                  </a:lnTo>
                  <a:lnTo>
                    <a:pt x="8177905" y="1628514"/>
                  </a:lnTo>
                  <a:lnTo>
                    <a:pt x="8123746" y="1606561"/>
                  </a:lnTo>
                  <a:lnTo>
                    <a:pt x="8066475" y="1586614"/>
                  </a:lnTo>
                  <a:lnTo>
                    <a:pt x="8005348" y="1568532"/>
                  </a:lnTo>
                  <a:lnTo>
                    <a:pt x="7939593" y="1552143"/>
                  </a:lnTo>
                  <a:lnTo>
                    <a:pt x="7868453" y="1537273"/>
                  </a:lnTo>
                  <a:lnTo>
                    <a:pt x="7791239" y="1523756"/>
                  </a:lnTo>
                  <a:lnTo>
                    <a:pt x="7707390" y="1511448"/>
                  </a:lnTo>
                  <a:lnTo>
                    <a:pt x="7616574" y="1500226"/>
                  </a:lnTo>
                  <a:lnTo>
                    <a:pt x="7518793" y="1489999"/>
                  </a:lnTo>
                  <a:lnTo>
                    <a:pt x="7414526" y="1480702"/>
                  </a:lnTo>
                  <a:lnTo>
                    <a:pt x="7304873" y="1472300"/>
                  </a:lnTo>
                  <a:lnTo>
                    <a:pt x="7191677" y="1464781"/>
                  </a:lnTo>
                  <a:lnTo>
                    <a:pt x="7077585" y="1458156"/>
                  </a:lnTo>
                  <a:lnTo>
                    <a:pt x="6965986" y="1452442"/>
                  </a:lnTo>
                  <a:lnTo>
                    <a:pt x="6860783" y="1447656"/>
                  </a:lnTo>
                  <a:lnTo>
                    <a:pt x="6765984" y="1443797"/>
                  </a:lnTo>
                  <a:lnTo>
                    <a:pt x="6685148" y="1440834"/>
                  </a:lnTo>
                  <a:lnTo>
                    <a:pt x="6620808" y="1438700"/>
                  </a:lnTo>
                  <a:lnTo>
                    <a:pt x="6573993" y="1437289"/>
                  </a:lnTo>
                  <a:lnTo>
                    <a:pt x="6543978" y="1436463"/>
                  </a:lnTo>
                  <a:lnTo>
                    <a:pt x="6528290" y="1436069"/>
                  </a:lnTo>
                  <a:lnTo>
                    <a:pt x="6522888" y="1435944"/>
                  </a:lnTo>
                  <a:lnTo>
                    <a:pt x="6522385" y="1435933"/>
                  </a:lnTo>
                  <a:lnTo>
                    <a:pt x="5527445" y="1435933"/>
                  </a:lnTo>
                  <a:lnTo>
                    <a:pt x="5526325" y="1435906"/>
                  </a:lnTo>
                  <a:lnTo>
                    <a:pt x="5518930" y="1435714"/>
                  </a:lnTo>
                  <a:lnTo>
                    <a:pt x="5500183" y="1435182"/>
                  </a:lnTo>
                  <a:lnTo>
                    <a:pt x="5466403" y="1434134"/>
                  </a:lnTo>
                  <a:lnTo>
                    <a:pt x="5415521" y="1432401"/>
                  </a:lnTo>
                  <a:lnTo>
                    <a:pt x="5347232" y="1429841"/>
                  </a:lnTo>
                  <a:lnTo>
                    <a:pt x="5262945" y="1426345"/>
                  </a:lnTo>
                  <a:lnTo>
                    <a:pt x="5165475" y="1421849"/>
                  </a:lnTo>
                  <a:lnTo>
                    <a:pt x="5058527" y="1416328"/>
                  </a:lnTo>
                  <a:lnTo>
                    <a:pt x="4946119" y="1409787"/>
                  </a:lnTo>
                  <a:lnTo>
                    <a:pt x="4832057" y="1402246"/>
                  </a:lnTo>
                  <a:lnTo>
                    <a:pt x="4719565" y="1393724"/>
                  </a:lnTo>
                  <a:lnTo>
                    <a:pt x="4611098" y="1384226"/>
                  </a:lnTo>
                  <a:lnTo>
                    <a:pt x="4508319" y="1373735"/>
                  </a:lnTo>
                  <a:lnTo>
                    <a:pt x="4412172" y="1362205"/>
                  </a:lnTo>
                  <a:lnTo>
                    <a:pt x="4323015" y="1349558"/>
                  </a:lnTo>
                  <a:lnTo>
                    <a:pt x="4240764" y="1335684"/>
                  </a:lnTo>
                  <a:lnTo>
                    <a:pt x="4165026" y="1320445"/>
                  </a:lnTo>
                  <a:lnTo>
                    <a:pt x="4095207" y="1303673"/>
                  </a:lnTo>
                  <a:lnTo>
                    <a:pt x="4030600" y="1285185"/>
                  </a:lnTo>
                  <a:lnTo>
                    <a:pt x="3970442" y="1264786"/>
                  </a:lnTo>
                  <a:lnTo>
                    <a:pt x="3913966" y="1242292"/>
                  </a:lnTo>
                  <a:lnTo>
                    <a:pt x="3860442" y="1217560"/>
                  </a:lnTo>
                  <a:lnTo>
                    <a:pt x="3820202" y="1196611"/>
                  </a:lnTo>
                  <a:lnTo>
                    <a:pt x="3766342" y="1165319"/>
                  </a:lnTo>
                  <a:lnTo>
                    <a:pt x="3714021" y="1131280"/>
                  </a:lnTo>
                  <a:lnTo>
                    <a:pt x="3662739" y="1094441"/>
                  </a:lnTo>
                  <a:lnTo>
                    <a:pt x="3612109" y="1054820"/>
                  </a:lnTo>
                  <a:lnTo>
                    <a:pt x="3561843" y="1012507"/>
                  </a:lnTo>
                  <a:lnTo>
                    <a:pt x="3511733" y="967675"/>
                  </a:lnTo>
                  <a:lnTo>
                    <a:pt x="3461641" y="920578"/>
                  </a:lnTo>
                  <a:lnTo>
                    <a:pt x="3411490" y="871555"/>
                  </a:lnTo>
                  <a:lnTo>
                    <a:pt x="3361249" y="821014"/>
                  </a:lnTo>
                  <a:lnTo>
                    <a:pt x="3310927" y="769427"/>
                  </a:lnTo>
                  <a:lnTo>
                    <a:pt x="3260559" y="717309"/>
                  </a:lnTo>
                  <a:lnTo>
                    <a:pt x="3210191" y="665199"/>
                  </a:lnTo>
                  <a:lnTo>
                    <a:pt x="3159871" y="613632"/>
                  </a:lnTo>
                  <a:lnTo>
                    <a:pt x="3109632" y="563124"/>
                  </a:lnTo>
                  <a:lnTo>
                    <a:pt x="3059482" y="514144"/>
                  </a:lnTo>
                  <a:lnTo>
                    <a:pt x="3009392" y="467100"/>
                  </a:lnTo>
                  <a:lnTo>
                    <a:pt x="2959280" y="422329"/>
                  </a:lnTo>
                  <a:lnTo>
                    <a:pt x="2909007" y="380082"/>
                  </a:lnTo>
                  <a:lnTo>
                    <a:pt x="2858365" y="340530"/>
                  </a:lnTo>
                  <a:lnTo>
                    <a:pt x="2807061" y="303762"/>
                  </a:lnTo>
                  <a:lnTo>
                    <a:pt x="2754709" y="269792"/>
                  </a:lnTo>
                  <a:lnTo>
                    <a:pt x="2702183" y="239322"/>
                  </a:lnTo>
                  <a:lnTo>
                    <a:pt x="2650505" y="212792"/>
                  </a:lnTo>
                  <a:lnTo>
                    <a:pt x="2596397" y="188556"/>
                  </a:lnTo>
                  <a:lnTo>
                    <a:pt x="2539184" y="166533"/>
                  </a:lnTo>
                  <a:lnTo>
                    <a:pt x="2478123" y="146566"/>
                  </a:lnTo>
                  <a:lnTo>
                    <a:pt x="2412445" y="128468"/>
                  </a:lnTo>
                  <a:lnTo>
                    <a:pt x="2341395" y="112046"/>
                  </a:lnTo>
                  <a:lnTo>
                    <a:pt x="2264284" y="97117"/>
                  </a:lnTo>
                  <a:lnTo>
                    <a:pt x="2180554" y="83521"/>
                  </a:lnTo>
                  <a:lnTo>
                    <a:pt x="2089868" y="71126"/>
                  </a:lnTo>
                  <a:lnTo>
                    <a:pt x="1992229" y="59827"/>
                  </a:lnTo>
                  <a:lnTo>
                    <a:pt x="1888108" y="49555"/>
                  </a:lnTo>
                  <a:lnTo>
                    <a:pt x="1778597" y="40271"/>
                  </a:lnTo>
                  <a:lnTo>
                    <a:pt x="1665525" y="31961"/>
                  </a:lnTo>
                  <a:lnTo>
                    <a:pt x="1551525" y="24635"/>
                  </a:lnTo>
                  <a:lnTo>
                    <a:pt x="1439968" y="18315"/>
                  </a:lnTo>
                  <a:lnTo>
                    <a:pt x="1334743" y="13018"/>
                  </a:lnTo>
                  <a:lnTo>
                    <a:pt x="1239849" y="8743"/>
                  </a:lnTo>
                  <a:lnTo>
                    <a:pt x="1158848" y="5458"/>
                  </a:lnTo>
                  <a:lnTo>
                    <a:pt x="1094286" y="3088"/>
                  </a:lnTo>
                  <a:lnTo>
                    <a:pt x="1047215" y="1518"/>
                  </a:lnTo>
                  <a:lnTo>
                    <a:pt x="1016943" y="597"/>
                  </a:lnTo>
                  <a:lnTo>
                    <a:pt x="1001033" y="154"/>
                  </a:lnTo>
                  <a:lnTo>
                    <a:pt x="995482" y="1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17" name="pl516"/>
            <p:cNvSpPr/>
            <p:nvPr/>
          </p:nvSpPr>
          <p:spPr>
            <a:xfrm>
              <a:off x="1199187" y="2562505"/>
              <a:ext cx="12049831" cy="2735610"/>
            </a:xfrm>
            <a:custGeom>
              <a:avLst/>
              <a:pathLst>
                <a:path w="12049831" h="2735610">
                  <a:moveTo>
                    <a:pt x="0" y="0"/>
                  </a:moveTo>
                  <a:lnTo>
                    <a:pt x="994940" y="0"/>
                  </a:lnTo>
                  <a:lnTo>
                    <a:pt x="996060" y="27"/>
                  </a:lnTo>
                  <a:lnTo>
                    <a:pt x="1003455" y="219"/>
                  </a:lnTo>
                  <a:lnTo>
                    <a:pt x="1022202" y="751"/>
                  </a:lnTo>
                  <a:lnTo>
                    <a:pt x="1055982" y="1799"/>
                  </a:lnTo>
                  <a:lnTo>
                    <a:pt x="1106864" y="3532"/>
                  </a:lnTo>
                  <a:lnTo>
                    <a:pt x="1175153" y="6092"/>
                  </a:lnTo>
                  <a:lnTo>
                    <a:pt x="1259440" y="9588"/>
                  </a:lnTo>
                  <a:lnTo>
                    <a:pt x="1356910" y="14084"/>
                  </a:lnTo>
                  <a:lnTo>
                    <a:pt x="1463858" y="19605"/>
                  </a:lnTo>
                  <a:lnTo>
                    <a:pt x="1576266" y="26145"/>
                  </a:lnTo>
                  <a:lnTo>
                    <a:pt x="1690328" y="33687"/>
                  </a:lnTo>
                  <a:lnTo>
                    <a:pt x="1802820" y="42209"/>
                  </a:lnTo>
                  <a:lnTo>
                    <a:pt x="1911287" y="51707"/>
                  </a:lnTo>
                  <a:lnTo>
                    <a:pt x="2014066" y="62198"/>
                  </a:lnTo>
                  <a:lnTo>
                    <a:pt x="2110213" y="73728"/>
                  </a:lnTo>
                  <a:lnTo>
                    <a:pt x="2199370" y="86375"/>
                  </a:lnTo>
                  <a:lnTo>
                    <a:pt x="2281621" y="100249"/>
                  </a:lnTo>
                  <a:lnTo>
                    <a:pt x="2357359" y="115488"/>
                  </a:lnTo>
                  <a:lnTo>
                    <a:pt x="2427178" y="132259"/>
                  </a:lnTo>
                  <a:lnTo>
                    <a:pt x="2491785" y="150748"/>
                  </a:lnTo>
                  <a:lnTo>
                    <a:pt x="2551943" y="171147"/>
                  </a:lnTo>
                  <a:lnTo>
                    <a:pt x="2608419" y="193641"/>
                  </a:lnTo>
                  <a:lnTo>
                    <a:pt x="2661943" y="218373"/>
                  </a:lnTo>
                  <a:lnTo>
                    <a:pt x="2702183" y="239322"/>
                  </a:lnTo>
                  <a:lnTo>
                    <a:pt x="2756043" y="270613"/>
                  </a:lnTo>
                  <a:lnTo>
                    <a:pt x="2808364" y="304653"/>
                  </a:lnTo>
                  <a:lnTo>
                    <a:pt x="2859646" y="341491"/>
                  </a:lnTo>
                  <a:lnTo>
                    <a:pt x="2910276" y="381113"/>
                  </a:lnTo>
                  <a:lnTo>
                    <a:pt x="2960542" y="423425"/>
                  </a:lnTo>
                  <a:lnTo>
                    <a:pt x="3010652" y="468258"/>
                  </a:lnTo>
                  <a:lnTo>
                    <a:pt x="3060744" y="515354"/>
                  </a:lnTo>
                  <a:lnTo>
                    <a:pt x="3110895" y="564378"/>
                  </a:lnTo>
                  <a:lnTo>
                    <a:pt x="3161136" y="614919"/>
                  </a:lnTo>
                  <a:lnTo>
                    <a:pt x="3211458" y="666506"/>
                  </a:lnTo>
                  <a:lnTo>
                    <a:pt x="3261826" y="718623"/>
                  </a:lnTo>
                  <a:lnTo>
                    <a:pt x="3312194" y="770734"/>
                  </a:lnTo>
                  <a:lnTo>
                    <a:pt x="3362514" y="822301"/>
                  </a:lnTo>
                  <a:lnTo>
                    <a:pt x="3412753" y="872809"/>
                  </a:lnTo>
                  <a:lnTo>
                    <a:pt x="3462903" y="921789"/>
                  </a:lnTo>
                  <a:lnTo>
                    <a:pt x="3512993" y="968832"/>
                  </a:lnTo>
                  <a:lnTo>
                    <a:pt x="3563105" y="1013604"/>
                  </a:lnTo>
                  <a:lnTo>
                    <a:pt x="3613378" y="1055851"/>
                  </a:lnTo>
                  <a:lnTo>
                    <a:pt x="3664020" y="1095403"/>
                  </a:lnTo>
                  <a:lnTo>
                    <a:pt x="3715324" y="1132171"/>
                  </a:lnTo>
                  <a:lnTo>
                    <a:pt x="3767676" y="1166140"/>
                  </a:lnTo>
                  <a:lnTo>
                    <a:pt x="3820202" y="1196611"/>
                  </a:lnTo>
                  <a:lnTo>
                    <a:pt x="3871880" y="1223141"/>
                  </a:lnTo>
                  <a:lnTo>
                    <a:pt x="3925988" y="1247377"/>
                  </a:lnTo>
                  <a:lnTo>
                    <a:pt x="3983201" y="1269400"/>
                  </a:lnTo>
                  <a:lnTo>
                    <a:pt x="4044262" y="1289367"/>
                  </a:lnTo>
                  <a:lnTo>
                    <a:pt x="4109940" y="1307465"/>
                  </a:lnTo>
                  <a:lnTo>
                    <a:pt x="4180990" y="1323887"/>
                  </a:lnTo>
                  <a:lnTo>
                    <a:pt x="4258101" y="1338816"/>
                  </a:lnTo>
                  <a:lnTo>
                    <a:pt x="4341831" y="1352412"/>
                  </a:lnTo>
                  <a:lnTo>
                    <a:pt x="4432517" y="1364807"/>
                  </a:lnTo>
                  <a:lnTo>
                    <a:pt x="4530156" y="1376105"/>
                  </a:lnTo>
                  <a:lnTo>
                    <a:pt x="4634277" y="1386377"/>
                  </a:lnTo>
                  <a:lnTo>
                    <a:pt x="4743788" y="1395662"/>
                  </a:lnTo>
                  <a:lnTo>
                    <a:pt x="4856860" y="1403972"/>
                  </a:lnTo>
                  <a:lnTo>
                    <a:pt x="4970860" y="1411297"/>
                  </a:lnTo>
                  <a:lnTo>
                    <a:pt x="5082417" y="1417618"/>
                  </a:lnTo>
                  <a:lnTo>
                    <a:pt x="5187642" y="1422915"/>
                  </a:lnTo>
                  <a:lnTo>
                    <a:pt x="5282536" y="1427190"/>
                  </a:lnTo>
                  <a:lnTo>
                    <a:pt x="5363537" y="1430475"/>
                  </a:lnTo>
                  <a:lnTo>
                    <a:pt x="5428099" y="1432844"/>
                  </a:lnTo>
                  <a:lnTo>
                    <a:pt x="5475170" y="1434415"/>
                  </a:lnTo>
                  <a:lnTo>
                    <a:pt x="5505442" y="1435336"/>
                  </a:lnTo>
                  <a:lnTo>
                    <a:pt x="5521352" y="1435778"/>
                  </a:lnTo>
                  <a:lnTo>
                    <a:pt x="5526903" y="1435920"/>
                  </a:lnTo>
                  <a:lnTo>
                    <a:pt x="5527445" y="1435933"/>
                  </a:lnTo>
                  <a:lnTo>
                    <a:pt x="6522385" y="1435933"/>
                  </a:lnTo>
                  <a:lnTo>
                    <a:pt x="6523509" y="1435958"/>
                  </a:lnTo>
                  <a:lnTo>
                    <a:pt x="6530922" y="1436132"/>
                  </a:lnTo>
                  <a:lnTo>
                    <a:pt x="6549715" y="1436615"/>
                  </a:lnTo>
                  <a:lnTo>
                    <a:pt x="6583575" y="1437566"/>
                  </a:lnTo>
                  <a:lnTo>
                    <a:pt x="6634571" y="1439139"/>
                  </a:lnTo>
                  <a:lnTo>
                    <a:pt x="6703001" y="1441462"/>
                  </a:lnTo>
                  <a:lnTo>
                    <a:pt x="6787444" y="1444634"/>
                  </a:lnTo>
                  <a:lnTo>
                    <a:pt x="6885075" y="1448713"/>
                  </a:lnTo>
                  <a:lnTo>
                    <a:pt x="6992171" y="1453721"/>
                  </a:lnTo>
                  <a:lnTo>
                    <a:pt x="7104705" y="1459654"/>
                  </a:lnTo>
                  <a:lnTo>
                    <a:pt x="7218865" y="1466494"/>
                  </a:lnTo>
                  <a:lnTo>
                    <a:pt x="7331427" y="1474223"/>
                  </a:lnTo>
                  <a:lnTo>
                    <a:pt x="7439933" y="1482837"/>
                  </a:lnTo>
                  <a:lnTo>
                    <a:pt x="7542728" y="1492351"/>
                  </a:lnTo>
                  <a:lnTo>
                    <a:pt x="7638871" y="1502809"/>
                  </a:lnTo>
                  <a:lnTo>
                    <a:pt x="7728011" y="1514280"/>
                  </a:lnTo>
                  <a:lnTo>
                    <a:pt x="7810237" y="1526865"/>
                  </a:lnTo>
                  <a:lnTo>
                    <a:pt x="7885946" y="1540691"/>
                  </a:lnTo>
                  <a:lnTo>
                    <a:pt x="7955735" y="1555907"/>
                  </a:lnTo>
                  <a:lnTo>
                    <a:pt x="8020317" y="1572684"/>
                  </a:lnTo>
                  <a:lnTo>
                    <a:pt x="8080455" y="1591196"/>
                  </a:lnTo>
                  <a:lnTo>
                    <a:pt x="8136918" y="1611610"/>
                  </a:lnTo>
                  <a:lnTo>
                    <a:pt x="8190438" y="1634056"/>
                  </a:lnTo>
                  <a:lnTo>
                    <a:pt x="8229629" y="1652546"/>
                  </a:lnTo>
                  <a:lnTo>
                    <a:pt x="8284553" y="1681463"/>
                  </a:lnTo>
                  <a:lnTo>
                    <a:pt x="8337887" y="1712969"/>
                  </a:lnTo>
                  <a:lnTo>
                    <a:pt x="8390158" y="1747111"/>
                  </a:lnTo>
                  <a:lnTo>
                    <a:pt x="8441771" y="1783871"/>
                  </a:lnTo>
                  <a:lnTo>
                    <a:pt x="8493025" y="1823156"/>
                  </a:lnTo>
                  <a:lnTo>
                    <a:pt x="8544134" y="1864793"/>
                  </a:lnTo>
                  <a:lnTo>
                    <a:pt x="8595237" y="1908527"/>
                  </a:lnTo>
                  <a:lnTo>
                    <a:pt x="8646409" y="1954027"/>
                  </a:lnTo>
                  <a:lnTo>
                    <a:pt x="8697674" y="2000887"/>
                  </a:lnTo>
                  <a:lnTo>
                    <a:pt x="8749019" y="2048647"/>
                  </a:lnTo>
                  <a:lnTo>
                    <a:pt x="8800403" y="2096806"/>
                  </a:lnTo>
                  <a:lnTo>
                    <a:pt x="8851776" y="2144846"/>
                  </a:lnTo>
                  <a:lnTo>
                    <a:pt x="8903088" y="2192254"/>
                  </a:lnTo>
                  <a:lnTo>
                    <a:pt x="8954310" y="2238546"/>
                  </a:lnTo>
                  <a:lnTo>
                    <a:pt x="9005445" y="2283283"/>
                  </a:lnTo>
                  <a:lnTo>
                    <a:pt x="9056537" y="2326094"/>
                  </a:lnTo>
                  <a:lnTo>
                    <a:pt x="9107691" y="2366680"/>
                  </a:lnTo>
                  <a:lnTo>
                    <a:pt x="9159078" y="2404826"/>
                  </a:lnTo>
                  <a:lnTo>
                    <a:pt x="9210950" y="2440394"/>
                  </a:lnTo>
                  <a:lnTo>
                    <a:pt x="9263650" y="2473327"/>
                  </a:lnTo>
                  <a:lnTo>
                    <a:pt x="9317638" y="2503638"/>
                  </a:lnTo>
                  <a:lnTo>
                    <a:pt x="9347647" y="2518998"/>
                  </a:lnTo>
                  <a:lnTo>
                    <a:pt x="9399372" y="2543030"/>
                  </a:lnTo>
                  <a:lnTo>
                    <a:pt x="9453530" y="2564983"/>
                  </a:lnTo>
                  <a:lnTo>
                    <a:pt x="9510801" y="2584929"/>
                  </a:lnTo>
                  <a:lnTo>
                    <a:pt x="9571929" y="2603012"/>
                  </a:lnTo>
                  <a:lnTo>
                    <a:pt x="9637684" y="2619400"/>
                  </a:lnTo>
                  <a:lnTo>
                    <a:pt x="9708823" y="2634271"/>
                  </a:lnTo>
                  <a:lnTo>
                    <a:pt x="9786038" y="2647787"/>
                  </a:lnTo>
                  <a:lnTo>
                    <a:pt x="9869886" y="2660096"/>
                  </a:lnTo>
                  <a:lnTo>
                    <a:pt x="9960703" y="2671318"/>
                  </a:lnTo>
                  <a:lnTo>
                    <a:pt x="10058484" y="2681545"/>
                  </a:lnTo>
                  <a:lnTo>
                    <a:pt x="10162751" y="2690842"/>
                  </a:lnTo>
                  <a:lnTo>
                    <a:pt x="10272404" y="2699244"/>
                  </a:lnTo>
                  <a:lnTo>
                    <a:pt x="10385600" y="2706762"/>
                  </a:lnTo>
                  <a:lnTo>
                    <a:pt x="10499692" y="2713388"/>
                  </a:lnTo>
                  <a:lnTo>
                    <a:pt x="10611291" y="2719102"/>
                  </a:lnTo>
                  <a:lnTo>
                    <a:pt x="10716493" y="2723888"/>
                  </a:lnTo>
                  <a:lnTo>
                    <a:pt x="10811293" y="2727747"/>
                  </a:lnTo>
                  <a:lnTo>
                    <a:pt x="10892129" y="2730710"/>
                  </a:lnTo>
                  <a:lnTo>
                    <a:pt x="10956469" y="2732844"/>
                  </a:lnTo>
                  <a:lnTo>
                    <a:pt x="11003284" y="2734255"/>
                  </a:lnTo>
                  <a:lnTo>
                    <a:pt x="11033298" y="2735080"/>
                  </a:lnTo>
                  <a:lnTo>
                    <a:pt x="11048987" y="2735475"/>
                  </a:lnTo>
                  <a:lnTo>
                    <a:pt x="11054389" y="2735600"/>
                  </a:lnTo>
                  <a:lnTo>
                    <a:pt x="11054891" y="2735610"/>
                  </a:lnTo>
                  <a:lnTo>
                    <a:pt x="12049831" y="2735610"/>
                  </a:lnTo>
                  <a:lnTo>
                    <a:pt x="12049831" y="27356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8" name="pl517"/>
            <p:cNvSpPr/>
            <p:nvPr/>
          </p:nvSpPr>
          <p:spPr>
            <a:xfrm>
              <a:off x="1199187" y="2557264"/>
              <a:ext cx="12049831" cy="2735610"/>
            </a:xfrm>
            <a:custGeom>
              <a:avLst/>
              <a:pathLst>
                <a:path w="12049831" h="2735610">
                  <a:moveTo>
                    <a:pt x="12049831" y="2735610"/>
                  </a:moveTo>
                  <a:lnTo>
                    <a:pt x="11054891" y="2735610"/>
                  </a:lnTo>
                  <a:lnTo>
                    <a:pt x="11053768" y="2735586"/>
                  </a:lnTo>
                  <a:lnTo>
                    <a:pt x="11046354" y="2735411"/>
                  </a:lnTo>
                  <a:lnTo>
                    <a:pt x="11027562" y="2734929"/>
                  </a:lnTo>
                  <a:lnTo>
                    <a:pt x="10993702" y="2733977"/>
                  </a:lnTo>
                  <a:lnTo>
                    <a:pt x="10942706" y="2732405"/>
                  </a:lnTo>
                  <a:lnTo>
                    <a:pt x="10874276" y="2730082"/>
                  </a:lnTo>
                  <a:lnTo>
                    <a:pt x="10789832" y="2726910"/>
                  </a:lnTo>
                  <a:lnTo>
                    <a:pt x="10692202" y="2722831"/>
                  </a:lnTo>
                  <a:lnTo>
                    <a:pt x="10585106" y="2717823"/>
                  </a:lnTo>
                  <a:lnTo>
                    <a:pt x="10472572" y="2711890"/>
                  </a:lnTo>
                  <a:lnTo>
                    <a:pt x="10358411" y="2705050"/>
                  </a:lnTo>
                  <a:lnTo>
                    <a:pt x="10245850" y="2697321"/>
                  </a:lnTo>
                  <a:lnTo>
                    <a:pt x="10137343" y="2688707"/>
                  </a:lnTo>
                  <a:lnTo>
                    <a:pt x="10034549" y="2679192"/>
                  </a:lnTo>
                  <a:lnTo>
                    <a:pt x="9938405" y="2668735"/>
                  </a:lnTo>
                  <a:lnTo>
                    <a:pt x="9849265" y="2657264"/>
                  </a:lnTo>
                  <a:lnTo>
                    <a:pt x="9767039" y="2644679"/>
                  </a:lnTo>
                  <a:lnTo>
                    <a:pt x="9691330" y="2630853"/>
                  </a:lnTo>
                  <a:lnTo>
                    <a:pt x="9621541" y="2615636"/>
                  </a:lnTo>
                  <a:lnTo>
                    <a:pt x="9556960" y="2598860"/>
                  </a:lnTo>
                  <a:lnTo>
                    <a:pt x="9496822" y="2580348"/>
                  </a:lnTo>
                  <a:lnTo>
                    <a:pt x="9440359" y="2559934"/>
                  </a:lnTo>
                  <a:lnTo>
                    <a:pt x="9386839" y="2537488"/>
                  </a:lnTo>
                  <a:lnTo>
                    <a:pt x="9347647" y="2518998"/>
                  </a:lnTo>
                  <a:lnTo>
                    <a:pt x="9292723" y="2490081"/>
                  </a:lnTo>
                  <a:lnTo>
                    <a:pt x="9239390" y="2458575"/>
                  </a:lnTo>
                  <a:lnTo>
                    <a:pt x="9187118" y="2424433"/>
                  </a:lnTo>
                  <a:lnTo>
                    <a:pt x="9135506" y="2387673"/>
                  </a:lnTo>
                  <a:lnTo>
                    <a:pt x="9084251" y="2348388"/>
                  </a:lnTo>
                  <a:lnTo>
                    <a:pt x="9033142" y="2306751"/>
                  </a:lnTo>
                  <a:lnTo>
                    <a:pt x="8982040" y="2263016"/>
                  </a:lnTo>
                  <a:lnTo>
                    <a:pt x="8930868" y="2217517"/>
                  </a:lnTo>
                  <a:lnTo>
                    <a:pt x="8879602" y="2170657"/>
                  </a:lnTo>
                  <a:lnTo>
                    <a:pt x="8828257" y="2122897"/>
                  </a:lnTo>
                  <a:lnTo>
                    <a:pt x="8776873" y="2074738"/>
                  </a:lnTo>
                  <a:lnTo>
                    <a:pt x="8725501" y="2026698"/>
                  </a:lnTo>
                  <a:lnTo>
                    <a:pt x="8674188" y="1979289"/>
                  </a:lnTo>
                  <a:lnTo>
                    <a:pt x="8622966" y="1932998"/>
                  </a:lnTo>
                  <a:lnTo>
                    <a:pt x="8571832" y="1888261"/>
                  </a:lnTo>
                  <a:lnTo>
                    <a:pt x="8520739" y="1845450"/>
                  </a:lnTo>
                  <a:lnTo>
                    <a:pt x="8469585" y="1804863"/>
                  </a:lnTo>
                  <a:lnTo>
                    <a:pt x="8418198" y="1766718"/>
                  </a:lnTo>
                  <a:lnTo>
                    <a:pt x="8366327" y="1731150"/>
                  </a:lnTo>
                  <a:lnTo>
                    <a:pt x="8313626" y="1698216"/>
                  </a:lnTo>
                  <a:lnTo>
                    <a:pt x="8259638" y="1667906"/>
                  </a:lnTo>
                  <a:lnTo>
                    <a:pt x="8229629" y="1652546"/>
                  </a:lnTo>
                  <a:lnTo>
                    <a:pt x="8177905" y="1628514"/>
                  </a:lnTo>
                  <a:lnTo>
                    <a:pt x="8123746" y="1606561"/>
                  </a:lnTo>
                  <a:lnTo>
                    <a:pt x="8066475" y="1586614"/>
                  </a:lnTo>
                  <a:lnTo>
                    <a:pt x="8005348" y="1568532"/>
                  </a:lnTo>
                  <a:lnTo>
                    <a:pt x="7939593" y="1552143"/>
                  </a:lnTo>
                  <a:lnTo>
                    <a:pt x="7868453" y="1537273"/>
                  </a:lnTo>
                  <a:lnTo>
                    <a:pt x="7791239" y="1523756"/>
                  </a:lnTo>
                  <a:lnTo>
                    <a:pt x="7707390" y="1511448"/>
                  </a:lnTo>
                  <a:lnTo>
                    <a:pt x="7616574" y="1500226"/>
                  </a:lnTo>
                  <a:lnTo>
                    <a:pt x="7518793" y="1489999"/>
                  </a:lnTo>
                  <a:lnTo>
                    <a:pt x="7414526" y="1480702"/>
                  </a:lnTo>
                  <a:lnTo>
                    <a:pt x="7304873" y="1472300"/>
                  </a:lnTo>
                  <a:lnTo>
                    <a:pt x="7191677" y="1464781"/>
                  </a:lnTo>
                  <a:lnTo>
                    <a:pt x="7077585" y="1458156"/>
                  </a:lnTo>
                  <a:lnTo>
                    <a:pt x="6965986" y="1452442"/>
                  </a:lnTo>
                  <a:lnTo>
                    <a:pt x="6860783" y="1447656"/>
                  </a:lnTo>
                  <a:lnTo>
                    <a:pt x="6765984" y="1443797"/>
                  </a:lnTo>
                  <a:lnTo>
                    <a:pt x="6685148" y="1440834"/>
                  </a:lnTo>
                  <a:lnTo>
                    <a:pt x="6620808" y="1438700"/>
                  </a:lnTo>
                  <a:lnTo>
                    <a:pt x="6573993" y="1437289"/>
                  </a:lnTo>
                  <a:lnTo>
                    <a:pt x="6543978" y="1436463"/>
                  </a:lnTo>
                  <a:lnTo>
                    <a:pt x="6528290" y="1436069"/>
                  </a:lnTo>
                  <a:lnTo>
                    <a:pt x="6522888" y="1435944"/>
                  </a:lnTo>
                  <a:lnTo>
                    <a:pt x="6522385" y="1435933"/>
                  </a:lnTo>
                  <a:lnTo>
                    <a:pt x="5527445" y="1435933"/>
                  </a:lnTo>
                  <a:lnTo>
                    <a:pt x="5526325" y="1435906"/>
                  </a:lnTo>
                  <a:lnTo>
                    <a:pt x="5518930" y="1435714"/>
                  </a:lnTo>
                  <a:lnTo>
                    <a:pt x="5500183" y="1435182"/>
                  </a:lnTo>
                  <a:lnTo>
                    <a:pt x="5466403" y="1434134"/>
                  </a:lnTo>
                  <a:lnTo>
                    <a:pt x="5415521" y="1432401"/>
                  </a:lnTo>
                  <a:lnTo>
                    <a:pt x="5347232" y="1429841"/>
                  </a:lnTo>
                  <a:lnTo>
                    <a:pt x="5262945" y="1426345"/>
                  </a:lnTo>
                  <a:lnTo>
                    <a:pt x="5165475" y="1421849"/>
                  </a:lnTo>
                  <a:lnTo>
                    <a:pt x="5058527" y="1416328"/>
                  </a:lnTo>
                  <a:lnTo>
                    <a:pt x="4946119" y="1409787"/>
                  </a:lnTo>
                  <a:lnTo>
                    <a:pt x="4832057" y="1402246"/>
                  </a:lnTo>
                  <a:lnTo>
                    <a:pt x="4719565" y="1393724"/>
                  </a:lnTo>
                  <a:lnTo>
                    <a:pt x="4611098" y="1384226"/>
                  </a:lnTo>
                  <a:lnTo>
                    <a:pt x="4508319" y="1373735"/>
                  </a:lnTo>
                  <a:lnTo>
                    <a:pt x="4412172" y="1362205"/>
                  </a:lnTo>
                  <a:lnTo>
                    <a:pt x="4323015" y="1349558"/>
                  </a:lnTo>
                  <a:lnTo>
                    <a:pt x="4240764" y="1335684"/>
                  </a:lnTo>
                  <a:lnTo>
                    <a:pt x="4165026" y="1320445"/>
                  </a:lnTo>
                  <a:lnTo>
                    <a:pt x="4095207" y="1303673"/>
                  </a:lnTo>
                  <a:lnTo>
                    <a:pt x="4030600" y="1285185"/>
                  </a:lnTo>
                  <a:lnTo>
                    <a:pt x="3970442" y="1264786"/>
                  </a:lnTo>
                  <a:lnTo>
                    <a:pt x="3913966" y="1242292"/>
                  </a:lnTo>
                  <a:lnTo>
                    <a:pt x="3860442" y="1217560"/>
                  </a:lnTo>
                  <a:lnTo>
                    <a:pt x="3820202" y="1196611"/>
                  </a:lnTo>
                  <a:lnTo>
                    <a:pt x="3766342" y="1165319"/>
                  </a:lnTo>
                  <a:lnTo>
                    <a:pt x="3714021" y="1131280"/>
                  </a:lnTo>
                  <a:lnTo>
                    <a:pt x="3662739" y="1094441"/>
                  </a:lnTo>
                  <a:lnTo>
                    <a:pt x="3612109" y="1054820"/>
                  </a:lnTo>
                  <a:lnTo>
                    <a:pt x="3561843" y="1012507"/>
                  </a:lnTo>
                  <a:lnTo>
                    <a:pt x="3511733" y="967675"/>
                  </a:lnTo>
                  <a:lnTo>
                    <a:pt x="3461641" y="920578"/>
                  </a:lnTo>
                  <a:lnTo>
                    <a:pt x="3411490" y="871555"/>
                  </a:lnTo>
                  <a:lnTo>
                    <a:pt x="3361249" y="821014"/>
                  </a:lnTo>
                  <a:lnTo>
                    <a:pt x="3310927" y="769427"/>
                  </a:lnTo>
                  <a:lnTo>
                    <a:pt x="3260559" y="717309"/>
                  </a:lnTo>
                  <a:lnTo>
                    <a:pt x="3210191" y="665199"/>
                  </a:lnTo>
                  <a:lnTo>
                    <a:pt x="3159871" y="613632"/>
                  </a:lnTo>
                  <a:lnTo>
                    <a:pt x="3109632" y="563124"/>
                  </a:lnTo>
                  <a:lnTo>
                    <a:pt x="3059482" y="514144"/>
                  </a:lnTo>
                  <a:lnTo>
                    <a:pt x="3009392" y="467100"/>
                  </a:lnTo>
                  <a:lnTo>
                    <a:pt x="2959280" y="422329"/>
                  </a:lnTo>
                  <a:lnTo>
                    <a:pt x="2909007" y="380082"/>
                  </a:lnTo>
                  <a:lnTo>
                    <a:pt x="2858365" y="340530"/>
                  </a:lnTo>
                  <a:lnTo>
                    <a:pt x="2807061" y="303762"/>
                  </a:lnTo>
                  <a:lnTo>
                    <a:pt x="2754709" y="269792"/>
                  </a:lnTo>
                  <a:lnTo>
                    <a:pt x="2702183" y="239322"/>
                  </a:lnTo>
                  <a:lnTo>
                    <a:pt x="2650505" y="212792"/>
                  </a:lnTo>
                  <a:lnTo>
                    <a:pt x="2596397" y="188556"/>
                  </a:lnTo>
                  <a:lnTo>
                    <a:pt x="2539184" y="166533"/>
                  </a:lnTo>
                  <a:lnTo>
                    <a:pt x="2478123" y="146566"/>
                  </a:lnTo>
                  <a:lnTo>
                    <a:pt x="2412445" y="128468"/>
                  </a:lnTo>
                  <a:lnTo>
                    <a:pt x="2341395" y="112046"/>
                  </a:lnTo>
                  <a:lnTo>
                    <a:pt x="2264284" y="97117"/>
                  </a:lnTo>
                  <a:lnTo>
                    <a:pt x="2180554" y="83521"/>
                  </a:lnTo>
                  <a:lnTo>
                    <a:pt x="2089868" y="71126"/>
                  </a:lnTo>
                  <a:lnTo>
                    <a:pt x="1992229" y="59827"/>
                  </a:lnTo>
                  <a:lnTo>
                    <a:pt x="1888108" y="49555"/>
                  </a:lnTo>
                  <a:lnTo>
                    <a:pt x="1778597" y="40271"/>
                  </a:lnTo>
                  <a:lnTo>
                    <a:pt x="1665525" y="31961"/>
                  </a:lnTo>
                  <a:lnTo>
                    <a:pt x="1551525" y="24635"/>
                  </a:lnTo>
                  <a:lnTo>
                    <a:pt x="1439968" y="18315"/>
                  </a:lnTo>
                  <a:lnTo>
                    <a:pt x="1334743" y="13018"/>
                  </a:lnTo>
                  <a:lnTo>
                    <a:pt x="1239849" y="8743"/>
                  </a:lnTo>
                  <a:lnTo>
                    <a:pt x="1158848" y="5458"/>
                  </a:lnTo>
                  <a:lnTo>
                    <a:pt x="1094286" y="3088"/>
                  </a:lnTo>
                  <a:lnTo>
                    <a:pt x="1047215" y="1518"/>
                  </a:lnTo>
                  <a:lnTo>
                    <a:pt x="1016943" y="597"/>
                  </a:lnTo>
                  <a:lnTo>
                    <a:pt x="1001033" y="154"/>
                  </a:lnTo>
                  <a:lnTo>
                    <a:pt x="995482" y="1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9" name="pg518"/>
            <p:cNvSpPr/>
            <p:nvPr/>
          </p:nvSpPr>
          <p:spPr>
            <a:xfrm>
              <a:off x="1199187" y="2562505"/>
              <a:ext cx="12049831" cy="3678925"/>
            </a:xfrm>
            <a:custGeom>
              <a:avLst/>
              <a:pathLst>
                <a:path w="12049831" h="3678925">
                  <a:moveTo>
                    <a:pt x="0" y="5240"/>
                  </a:moveTo>
                  <a:lnTo>
                    <a:pt x="994940" y="5240"/>
                  </a:lnTo>
                  <a:lnTo>
                    <a:pt x="996060" y="5268"/>
                  </a:lnTo>
                  <a:lnTo>
                    <a:pt x="1003451" y="5463"/>
                  </a:lnTo>
                  <a:lnTo>
                    <a:pt x="1022191" y="6002"/>
                  </a:lnTo>
                  <a:lnTo>
                    <a:pt x="1055958" y="7065"/>
                  </a:lnTo>
                  <a:lnTo>
                    <a:pt x="1106822" y="8822"/>
                  </a:lnTo>
                  <a:lnTo>
                    <a:pt x="1175088" y="11419"/>
                  </a:lnTo>
                  <a:lnTo>
                    <a:pt x="1259349" y="14965"/>
                  </a:lnTo>
                  <a:lnTo>
                    <a:pt x="1356794" y="19524"/>
                  </a:lnTo>
                  <a:lnTo>
                    <a:pt x="1463718" y="25124"/>
                  </a:lnTo>
                  <a:lnTo>
                    <a:pt x="1576104" y="31758"/>
                  </a:lnTo>
                  <a:lnTo>
                    <a:pt x="1690150" y="39406"/>
                  </a:lnTo>
                  <a:lnTo>
                    <a:pt x="1802632" y="48050"/>
                  </a:lnTo>
                  <a:lnTo>
                    <a:pt x="1911092" y="57684"/>
                  </a:lnTo>
                  <a:lnTo>
                    <a:pt x="2013868" y="68325"/>
                  </a:lnTo>
                  <a:lnTo>
                    <a:pt x="2110016" y="80019"/>
                  </a:lnTo>
                  <a:lnTo>
                    <a:pt x="2199176" y="92846"/>
                  </a:lnTo>
                  <a:lnTo>
                    <a:pt x="2281431" y="106917"/>
                  </a:lnTo>
                  <a:lnTo>
                    <a:pt x="2357174" y="122373"/>
                  </a:lnTo>
                  <a:lnTo>
                    <a:pt x="2426997" y="139383"/>
                  </a:lnTo>
                  <a:lnTo>
                    <a:pt x="2491609" y="158133"/>
                  </a:lnTo>
                  <a:lnTo>
                    <a:pt x="2551770" y="178821"/>
                  </a:lnTo>
                  <a:lnTo>
                    <a:pt x="2608247" y="201634"/>
                  </a:lnTo>
                  <a:lnTo>
                    <a:pt x="2661773" y="226716"/>
                  </a:lnTo>
                  <a:lnTo>
                    <a:pt x="2702183" y="248056"/>
                  </a:lnTo>
                  <a:lnTo>
                    <a:pt x="2755880" y="279702"/>
                  </a:lnTo>
                  <a:lnTo>
                    <a:pt x="2808044" y="314119"/>
                  </a:lnTo>
                  <a:lnTo>
                    <a:pt x="2859175" y="351358"/>
                  </a:lnTo>
                  <a:lnTo>
                    <a:pt x="2909654" y="391404"/>
                  </a:lnTo>
                  <a:lnTo>
                    <a:pt x="2959768" y="434165"/>
                  </a:lnTo>
                  <a:lnTo>
                    <a:pt x="3009725" y="479470"/>
                  </a:lnTo>
                  <a:lnTo>
                    <a:pt x="3059661" y="527064"/>
                  </a:lnTo>
                  <a:lnTo>
                    <a:pt x="3109656" y="576609"/>
                  </a:lnTo>
                  <a:lnTo>
                    <a:pt x="3159739" y="627696"/>
                  </a:lnTo>
                  <a:lnTo>
                    <a:pt x="3209904" y="679850"/>
                  </a:lnTo>
                  <a:lnTo>
                    <a:pt x="3260116" y="732557"/>
                  </a:lnTo>
                  <a:lnTo>
                    <a:pt x="3310330" y="785275"/>
                  </a:lnTo>
                  <a:lnTo>
                    <a:pt x="3360497" y="837464"/>
                  </a:lnTo>
                  <a:lnTo>
                    <a:pt x="3410584" y="888606"/>
                  </a:lnTo>
                  <a:lnTo>
                    <a:pt x="3460583" y="938226"/>
                  </a:lnTo>
                  <a:lnTo>
                    <a:pt x="3510520" y="985911"/>
                  </a:lnTo>
                  <a:lnTo>
                    <a:pt x="3560474" y="1031320"/>
                  </a:lnTo>
                  <a:lnTo>
                    <a:pt x="3610578" y="1074195"/>
                  </a:lnTo>
                  <a:lnTo>
                    <a:pt x="3661035" y="1114359"/>
                  </a:lnTo>
                  <a:lnTo>
                    <a:pt x="3712131" y="1151719"/>
                  </a:lnTo>
                  <a:lnTo>
                    <a:pt x="3764242" y="1186256"/>
                  </a:lnTo>
                  <a:lnTo>
                    <a:pt x="3817861" y="1218020"/>
                  </a:lnTo>
                  <a:lnTo>
                    <a:pt x="3820202" y="1219320"/>
                  </a:lnTo>
                  <a:lnTo>
                    <a:pt x="3871872" y="1246234"/>
                  </a:lnTo>
                  <a:lnTo>
                    <a:pt x="3925972" y="1270820"/>
                  </a:lnTo>
                  <a:lnTo>
                    <a:pt x="3983176" y="1293163"/>
                  </a:lnTo>
                  <a:lnTo>
                    <a:pt x="4044226" y="1313419"/>
                  </a:lnTo>
                  <a:lnTo>
                    <a:pt x="4109892" y="1331780"/>
                  </a:lnTo>
                  <a:lnTo>
                    <a:pt x="4180927" y="1348441"/>
                  </a:lnTo>
                  <a:lnTo>
                    <a:pt x="4258022" y="1363587"/>
                  </a:lnTo>
                  <a:lnTo>
                    <a:pt x="4341733" y="1377380"/>
                  </a:lnTo>
                  <a:lnTo>
                    <a:pt x="4432397" y="1389957"/>
                  </a:lnTo>
                  <a:lnTo>
                    <a:pt x="4530013" y="1401420"/>
                  </a:lnTo>
                  <a:lnTo>
                    <a:pt x="4634110" y="1411842"/>
                  </a:lnTo>
                  <a:lnTo>
                    <a:pt x="4743599" y="1421262"/>
                  </a:lnTo>
                  <a:lnTo>
                    <a:pt x="4856650" y="1429694"/>
                  </a:lnTo>
                  <a:lnTo>
                    <a:pt x="4970636" y="1437127"/>
                  </a:lnTo>
                  <a:lnTo>
                    <a:pt x="5082186" y="1443541"/>
                  </a:lnTo>
                  <a:lnTo>
                    <a:pt x="5187414" y="1448917"/>
                  </a:lnTo>
                  <a:lnTo>
                    <a:pt x="5282323" y="1453256"/>
                  </a:lnTo>
                  <a:lnTo>
                    <a:pt x="5363350" y="1456591"/>
                  </a:lnTo>
                  <a:lnTo>
                    <a:pt x="5427949" y="1458997"/>
                  </a:lnTo>
                  <a:lnTo>
                    <a:pt x="5475061" y="1460592"/>
                  </a:lnTo>
                  <a:lnTo>
                    <a:pt x="5505374" y="1461528"/>
                  </a:lnTo>
                  <a:lnTo>
                    <a:pt x="5521321" y="1461978"/>
                  </a:lnTo>
                  <a:lnTo>
                    <a:pt x="5526896" y="1462123"/>
                  </a:lnTo>
                  <a:lnTo>
                    <a:pt x="5527445" y="1462136"/>
                  </a:lnTo>
                  <a:lnTo>
                    <a:pt x="6522385" y="1462136"/>
                  </a:lnTo>
                  <a:lnTo>
                    <a:pt x="6523484" y="1462177"/>
                  </a:lnTo>
                  <a:lnTo>
                    <a:pt x="6530740" y="1462469"/>
                  </a:lnTo>
                  <a:lnTo>
                    <a:pt x="6549143" y="1463273"/>
                  </a:lnTo>
                  <a:lnTo>
                    <a:pt x="6582329" y="1464860"/>
                  </a:lnTo>
                  <a:lnTo>
                    <a:pt x="6632363" y="1467482"/>
                  </a:lnTo>
                  <a:lnTo>
                    <a:pt x="6699596" y="1471360"/>
                  </a:lnTo>
                  <a:lnTo>
                    <a:pt x="6782703" y="1476658"/>
                  </a:lnTo>
                  <a:lnTo>
                    <a:pt x="6878974" y="1483477"/>
                  </a:lnTo>
                  <a:lnTo>
                    <a:pt x="6984803" y="1491856"/>
                  </a:lnTo>
                  <a:lnTo>
                    <a:pt x="7096252" y="1501791"/>
                  </a:lnTo>
                  <a:lnTo>
                    <a:pt x="7209566" y="1513252"/>
                  </a:lnTo>
                  <a:lnTo>
                    <a:pt x="7321535" y="1526210"/>
                  </a:lnTo>
                  <a:lnTo>
                    <a:pt x="7429692" y="1540654"/>
                  </a:lnTo>
                  <a:lnTo>
                    <a:pt x="7532345" y="1556606"/>
                  </a:lnTo>
                  <a:lnTo>
                    <a:pt x="7628512" y="1574134"/>
                  </a:lnTo>
                  <a:lnTo>
                    <a:pt x="7717792" y="1593349"/>
                  </a:lnTo>
                  <a:lnTo>
                    <a:pt x="7800232" y="1614414"/>
                  </a:lnTo>
                  <a:lnTo>
                    <a:pt x="7876188" y="1637533"/>
                  </a:lnTo>
                  <a:lnTo>
                    <a:pt x="7946226" y="1662955"/>
                  </a:lnTo>
                  <a:lnTo>
                    <a:pt x="8011030" y="1690957"/>
                  </a:lnTo>
                  <a:lnTo>
                    <a:pt x="8071342" y="1721831"/>
                  </a:lnTo>
                  <a:lnTo>
                    <a:pt x="8127918" y="1755861"/>
                  </a:lnTo>
                  <a:lnTo>
                    <a:pt x="8181480" y="1793276"/>
                  </a:lnTo>
                  <a:lnTo>
                    <a:pt x="8229629" y="1831601"/>
                  </a:lnTo>
                  <a:lnTo>
                    <a:pt x="8277715" y="1874450"/>
                  </a:lnTo>
                  <a:lnTo>
                    <a:pt x="8324530" y="1920659"/>
                  </a:lnTo>
                  <a:lnTo>
                    <a:pt x="8370444" y="1970294"/>
                  </a:lnTo>
                  <a:lnTo>
                    <a:pt x="8415750" y="2023359"/>
                  </a:lnTo>
                  <a:lnTo>
                    <a:pt x="8460678" y="2079786"/>
                  </a:lnTo>
                  <a:lnTo>
                    <a:pt x="8505400" y="2139432"/>
                  </a:lnTo>
                  <a:lnTo>
                    <a:pt x="8550043" y="2202072"/>
                  </a:lnTo>
                  <a:lnTo>
                    <a:pt x="8594690" y="2267400"/>
                  </a:lnTo>
                  <a:lnTo>
                    <a:pt x="8639391" y="2335033"/>
                  </a:lnTo>
                  <a:lnTo>
                    <a:pt x="8684164" y="2404515"/>
                  </a:lnTo>
                  <a:lnTo>
                    <a:pt x="8729003" y="2475335"/>
                  </a:lnTo>
                  <a:lnTo>
                    <a:pt x="8773886" y="2546932"/>
                  </a:lnTo>
                  <a:lnTo>
                    <a:pt x="8818780" y="2618725"/>
                  </a:lnTo>
                  <a:lnTo>
                    <a:pt x="8863651" y="2690121"/>
                  </a:lnTo>
                  <a:lnTo>
                    <a:pt x="8908469" y="2760543"/>
                  </a:lnTo>
                  <a:lnTo>
                    <a:pt x="8953217" y="2829446"/>
                  </a:lnTo>
                  <a:lnTo>
                    <a:pt x="8997896" y="2896336"/>
                  </a:lnTo>
                  <a:lnTo>
                    <a:pt x="9042535" y="2960782"/>
                  </a:lnTo>
                  <a:lnTo>
                    <a:pt x="9087194" y="3022426"/>
                  </a:lnTo>
                  <a:lnTo>
                    <a:pt x="9131970" y="3080990"/>
                  </a:lnTo>
                  <a:lnTo>
                    <a:pt x="9177005" y="3136277"/>
                  </a:lnTo>
                  <a:lnTo>
                    <a:pt x="9222491" y="3188170"/>
                  </a:lnTo>
                  <a:lnTo>
                    <a:pt x="9268677" y="3236627"/>
                  </a:lnTo>
                  <a:lnTo>
                    <a:pt x="9315882" y="3281673"/>
                  </a:lnTo>
                  <a:lnTo>
                    <a:pt x="9347647" y="3309460"/>
                  </a:lnTo>
                  <a:lnTo>
                    <a:pt x="9398980" y="3350159"/>
                  </a:lnTo>
                  <a:lnTo>
                    <a:pt x="9452705" y="3387364"/>
                  </a:lnTo>
                  <a:lnTo>
                    <a:pt x="9509487" y="3421194"/>
                  </a:lnTo>
                  <a:lnTo>
                    <a:pt x="9570051" y="3451886"/>
                  </a:lnTo>
                  <a:lnTo>
                    <a:pt x="9635152" y="3479722"/>
                  </a:lnTo>
                  <a:lnTo>
                    <a:pt x="9705531" y="3504996"/>
                  </a:lnTo>
                  <a:lnTo>
                    <a:pt x="9781867" y="3527984"/>
                  </a:lnTo>
                  <a:lnTo>
                    <a:pt x="9864715" y="3548931"/>
                  </a:lnTo>
                  <a:lnTo>
                    <a:pt x="9954417" y="3568040"/>
                  </a:lnTo>
                  <a:lnTo>
                    <a:pt x="10050994" y="3585469"/>
                  </a:lnTo>
                  <a:lnTo>
                    <a:pt x="10154017" y="3601328"/>
                  </a:lnTo>
                  <a:lnTo>
                    <a:pt x="10262461" y="3615681"/>
                  </a:lnTo>
                  <a:lnTo>
                    <a:pt x="10374590" y="3628549"/>
                  </a:lnTo>
                  <a:lnTo>
                    <a:pt x="10487889" y="3639918"/>
                  </a:lnTo>
                  <a:lnTo>
                    <a:pt x="10599108" y="3649759"/>
                  </a:lnTo>
                  <a:lnTo>
                    <a:pt x="10704468" y="3658043"/>
                  </a:lnTo>
                  <a:lnTo>
                    <a:pt x="10800035" y="3664768"/>
                  </a:lnTo>
                  <a:lnTo>
                    <a:pt x="10882242" y="3669976"/>
                  </a:lnTo>
                  <a:lnTo>
                    <a:pt x="10948451" y="3673772"/>
                  </a:lnTo>
                  <a:lnTo>
                    <a:pt x="10997434" y="3676325"/>
                  </a:lnTo>
                  <a:lnTo>
                    <a:pt x="11029645" y="3677856"/>
                  </a:lnTo>
                  <a:lnTo>
                    <a:pt x="11047252" y="3678622"/>
                  </a:lnTo>
                  <a:lnTo>
                    <a:pt x="11053978" y="3678891"/>
                  </a:lnTo>
                  <a:lnTo>
                    <a:pt x="11054891" y="3678925"/>
                  </a:lnTo>
                  <a:lnTo>
                    <a:pt x="12049831" y="3678925"/>
                  </a:lnTo>
                  <a:lnTo>
                    <a:pt x="12049831" y="3673684"/>
                  </a:lnTo>
                  <a:lnTo>
                    <a:pt x="11054891" y="3673684"/>
                  </a:lnTo>
                  <a:lnTo>
                    <a:pt x="11053792" y="3673643"/>
                  </a:lnTo>
                  <a:lnTo>
                    <a:pt x="11046537" y="3673352"/>
                  </a:lnTo>
                  <a:lnTo>
                    <a:pt x="11028133" y="3672547"/>
                  </a:lnTo>
                  <a:lnTo>
                    <a:pt x="10994948" y="3670961"/>
                  </a:lnTo>
                  <a:lnTo>
                    <a:pt x="10944913" y="3668338"/>
                  </a:lnTo>
                  <a:lnTo>
                    <a:pt x="10877680" y="3664460"/>
                  </a:lnTo>
                  <a:lnTo>
                    <a:pt x="10794573" y="3659162"/>
                  </a:lnTo>
                  <a:lnTo>
                    <a:pt x="10698303" y="3652344"/>
                  </a:lnTo>
                  <a:lnTo>
                    <a:pt x="10592474" y="3643964"/>
                  </a:lnTo>
                  <a:lnTo>
                    <a:pt x="10481024" y="3634030"/>
                  </a:lnTo>
                  <a:lnTo>
                    <a:pt x="10367711" y="3622568"/>
                  </a:lnTo>
                  <a:lnTo>
                    <a:pt x="10255741" y="3609610"/>
                  </a:lnTo>
                  <a:lnTo>
                    <a:pt x="10147585" y="3595167"/>
                  </a:lnTo>
                  <a:lnTo>
                    <a:pt x="10044932" y="3579214"/>
                  </a:lnTo>
                  <a:lnTo>
                    <a:pt x="9948765" y="3561687"/>
                  </a:lnTo>
                  <a:lnTo>
                    <a:pt x="9859484" y="3542471"/>
                  </a:lnTo>
                  <a:lnTo>
                    <a:pt x="9777045" y="3521407"/>
                  </a:lnTo>
                  <a:lnTo>
                    <a:pt x="9701088" y="3498287"/>
                  </a:lnTo>
                  <a:lnTo>
                    <a:pt x="9631050" y="3472865"/>
                  </a:lnTo>
                  <a:lnTo>
                    <a:pt x="9566247" y="3444864"/>
                  </a:lnTo>
                  <a:lnTo>
                    <a:pt x="9505934" y="3413989"/>
                  </a:lnTo>
                  <a:lnTo>
                    <a:pt x="9449359" y="3379959"/>
                  </a:lnTo>
                  <a:lnTo>
                    <a:pt x="9395797" y="3342545"/>
                  </a:lnTo>
                  <a:lnTo>
                    <a:pt x="9347647" y="3304219"/>
                  </a:lnTo>
                  <a:lnTo>
                    <a:pt x="9299562" y="3261370"/>
                  </a:lnTo>
                  <a:lnTo>
                    <a:pt x="9252747" y="3215161"/>
                  </a:lnTo>
                  <a:lnTo>
                    <a:pt x="9206833" y="3165526"/>
                  </a:lnTo>
                  <a:lnTo>
                    <a:pt x="9161526" y="3112462"/>
                  </a:lnTo>
                  <a:lnTo>
                    <a:pt x="9116599" y="3056034"/>
                  </a:lnTo>
                  <a:lnTo>
                    <a:pt x="9071877" y="2996388"/>
                  </a:lnTo>
                  <a:lnTo>
                    <a:pt x="9027234" y="2933748"/>
                  </a:lnTo>
                  <a:lnTo>
                    <a:pt x="8982586" y="2868420"/>
                  </a:lnTo>
                  <a:lnTo>
                    <a:pt x="8937885" y="2800788"/>
                  </a:lnTo>
                  <a:lnTo>
                    <a:pt x="8893112" y="2731305"/>
                  </a:lnTo>
                  <a:lnTo>
                    <a:pt x="8848273" y="2660486"/>
                  </a:lnTo>
                  <a:lnTo>
                    <a:pt x="8803391" y="2588888"/>
                  </a:lnTo>
                  <a:lnTo>
                    <a:pt x="8758496" y="2517096"/>
                  </a:lnTo>
                  <a:lnTo>
                    <a:pt x="8713625" y="2445700"/>
                  </a:lnTo>
                  <a:lnTo>
                    <a:pt x="8668807" y="2375278"/>
                  </a:lnTo>
                  <a:lnTo>
                    <a:pt x="8624060" y="2306374"/>
                  </a:lnTo>
                  <a:lnTo>
                    <a:pt x="8579380" y="2239484"/>
                  </a:lnTo>
                  <a:lnTo>
                    <a:pt x="8534741" y="2175038"/>
                  </a:lnTo>
                  <a:lnTo>
                    <a:pt x="8490083" y="2113394"/>
                  </a:lnTo>
                  <a:lnTo>
                    <a:pt x="8445307" y="2054830"/>
                  </a:lnTo>
                  <a:lnTo>
                    <a:pt x="8400272" y="1999543"/>
                  </a:lnTo>
                  <a:lnTo>
                    <a:pt x="8354786" y="1947650"/>
                  </a:lnTo>
                  <a:lnTo>
                    <a:pt x="8308599" y="1899194"/>
                  </a:lnTo>
                  <a:lnTo>
                    <a:pt x="8261395" y="1854147"/>
                  </a:lnTo>
                  <a:lnTo>
                    <a:pt x="8229629" y="1826360"/>
                  </a:lnTo>
                  <a:lnTo>
                    <a:pt x="8178297" y="1785661"/>
                  </a:lnTo>
                  <a:lnTo>
                    <a:pt x="8124571" y="1748457"/>
                  </a:lnTo>
                  <a:lnTo>
                    <a:pt x="8067790" y="1714626"/>
                  </a:lnTo>
                  <a:lnTo>
                    <a:pt x="8007225" y="1683935"/>
                  </a:lnTo>
                  <a:lnTo>
                    <a:pt x="7942125" y="1656098"/>
                  </a:lnTo>
                  <a:lnTo>
                    <a:pt x="7871746" y="1630824"/>
                  </a:lnTo>
                  <a:lnTo>
                    <a:pt x="7795410" y="1607836"/>
                  </a:lnTo>
                  <a:lnTo>
                    <a:pt x="7712562" y="1586889"/>
                  </a:lnTo>
                  <a:lnTo>
                    <a:pt x="7622860" y="1567781"/>
                  </a:lnTo>
                  <a:lnTo>
                    <a:pt x="7526282" y="1550352"/>
                  </a:lnTo>
                  <a:lnTo>
                    <a:pt x="7423260" y="1534492"/>
                  </a:lnTo>
                  <a:lnTo>
                    <a:pt x="7314815" y="1520139"/>
                  </a:lnTo>
                  <a:lnTo>
                    <a:pt x="7202686" y="1507272"/>
                  </a:lnTo>
                  <a:lnTo>
                    <a:pt x="7089387" y="1495902"/>
                  </a:lnTo>
                  <a:lnTo>
                    <a:pt x="6978168" y="1486061"/>
                  </a:lnTo>
                  <a:lnTo>
                    <a:pt x="6872809" y="1477777"/>
                  </a:lnTo>
                  <a:lnTo>
                    <a:pt x="6777242" y="1471053"/>
                  </a:lnTo>
                  <a:lnTo>
                    <a:pt x="6695035" y="1465845"/>
                  </a:lnTo>
                  <a:lnTo>
                    <a:pt x="6628825" y="1462048"/>
                  </a:lnTo>
                  <a:lnTo>
                    <a:pt x="6579843" y="1459495"/>
                  </a:lnTo>
                  <a:lnTo>
                    <a:pt x="6547632" y="1457964"/>
                  </a:lnTo>
                  <a:lnTo>
                    <a:pt x="6530025" y="1457198"/>
                  </a:lnTo>
                  <a:lnTo>
                    <a:pt x="6523299" y="1456930"/>
                  </a:lnTo>
                  <a:lnTo>
                    <a:pt x="6522385" y="1456896"/>
                  </a:lnTo>
                  <a:lnTo>
                    <a:pt x="5527445" y="1456896"/>
                  </a:lnTo>
                  <a:lnTo>
                    <a:pt x="5526325" y="1456868"/>
                  </a:lnTo>
                  <a:lnTo>
                    <a:pt x="5518934" y="1456673"/>
                  </a:lnTo>
                  <a:lnTo>
                    <a:pt x="5500194" y="1456134"/>
                  </a:lnTo>
                  <a:lnTo>
                    <a:pt x="5466427" y="1455071"/>
                  </a:lnTo>
                  <a:lnTo>
                    <a:pt x="5415563" y="1453314"/>
                  </a:lnTo>
                  <a:lnTo>
                    <a:pt x="5347297" y="1450717"/>
                  </a:lnTo>
                  <a:lnTo>
                    <a:pt x="5263036" y="1447171"/>
                  </a:lnTo>
                  <a:lnTo>
                    <a:pt x="5165591" y="1442612"/>
                  </a:lnTo>
                  <a:lnTo>
                    <a:pt x="5058667" y="1437012"/>
                  </a:lnTo>
                  <a:lnTo>
                    <a:pt x="4946281" y="1430378"/>
                  </a:lnTo>
                  <a:lnTo>
                    <a:pt x="4832235" y="1422729"/>
                  </a:lnTo>
                  <a:lnTo>
                    <a:pt x="4719753" y="1414085"/>
                  </a:lnTo>
                  <a:lnTo>
                    <a:pt x="4611293" y="1404452"/>
                  </a:lnTo>
                  <a:lnTo>
                    <a:pt x="4508517" y="1393811"/>
                  </a:lnTo>
                  <a:lnTo>
                    <a:pt x="4412369" y="1382117"/>
                  </a:lnTo>
                  <a:lnTo>
                    <a:pt x="4323209" y="1369290"/>
                  </a:lnTo>
                  <a:lnTo>
                    <a:pt x="4240954" y="1355219"/>
                  </a:lnTo>
                  <a:lnTo>
                    <a:pt x="4165211" y="1339762"/>
                  </a:lnTo>
                  <a:lnTo>
                    <a:pt x="4095388" y="1322753"/>
                  </a:lnTo>
                  <a:lnTo>
                    <a:pt x="4030776" y="1304003"/>
                  </a:lnTo>
                  <a:lnTo>
                    <a:pt x="3970615" y="1283315"/>
                  </a:lnTo>
                  <a:lnTo>
                    <a:pt x="3914138" y="1260502"/>
                  </a:lnTo>
                  <a:lnTo>
                    <a:pt x="3860612" y="1235420"/>
                  </a:lnTo>
                  <a:lnTo>
                    <a:pt x="3820202" y="1214080"/>
                  </a:lnTo>
                  <a:lnTo>
                    <a:pt x="3766505" y="1182434"/>
                  </a:lnTo>
                  <a:lnTo>
                    <a:pt x="3714341" y="1148017"/>
                  </a:lnTo>
                  <a:lnTo>
                    <a:pt x="3663210" y="1110778"/>
                  </a:lnTo>
                  <a:lnTo>
                    <a:pt x="3612731" y="1070732"/>
                  </a:lnTo>
                  <a:lnTo>
                    <a:pt x="3562617" y="1027971"/>
                  </a:lnTo>
                  <a:lnTo>
                    <a:pt x="3512660" y="982666"/>
                  </a:lnTo>
                  <a:lnTo>
                    <a:pt x="3462724" y="935072"/>
                  </a:lnTo>
                  <a:lnTo>
                    <a:pt x="3412729" y="885527"/>
                  </a:lnTo>
                  <a:lnTo>
                    <a:pt x="3362646" y="834440"/>
                  </a:lnTo>
                  <a:lnTo>
                    <a:pt x="3312481" y="782286"/>
                  </a:lnTo>
                  <a:lnTo>
                    <a:pt x="3262269" y="729579"/>
                  </a:lnTo>
                  <a:lnTo>
                    <a:pt x="3212055" y="676861"/>
                  </a:lnTo>
                  <a:lnTo>
                    <a:pt x="3161888" y="624672"/>
                  </a:lnTo>
                  <a:lnTo>
                    <a:pt x="3111801" y="573530"/>
                  </a:lnTo>
                  <a:lnTo>
                    <a:pt x="3061802" y="523909"/>
                  </a:lnTo>
                  <a:lnTo>
                    <a:pt x="3011865" y="476225"/>
                  </a:lnTo>
                  <a:lnTo>
                    <a:pt x="2961911" y="430816"/>
                  </a:lnTo>
                  <a:lnTo>
                    <a:pt x="2911807" y="387941"/>
                  </a:lnTo>
                  <a:lnTo>
                    <a:pt x="2861350" y="347777"/>
                  </a:lnTo>
                  <a:lnTo>
                    <a:pt x="2810254" y="310417"/>
                  </a:lnTo>
                  <a:lnTo>
                    <a:pt x="2758143" y="275879"/>
                  </a:lnTo>
                  <a:lnTo>
                    <a:pt x="2704524" y="244116"/>
                  </a:lnTo>
                  <a:lnTo>
                    <a:pt x="2702183" y="242816"/>
                  </a:lnTo>
                  <a:lnTo>
                    <a:pt x="2650513" y="215902"/>
                  </a:lnTo>
                  <a:lnTo>
                    <a:pt x="2596413" y="191316"/>
                  </a:lnTo>
                  <a:lnTo>
                    <a:pt x="2539209" y="168973"/>
                  </a:lnTo>
                  <a:lnTo>
                    <a:pt x="2478159" y="148717"/>
                  </a:lnTo>
                  <a:lnTo>
                    <a:pt x="2412493" y="130356"/>
                  </a:lnTo>
                  <a:lnTo>
                    <a:pt x="2341458" y="113695"/>
                  </a:lnTo>
                  <a:lnTo>
                    <a:pt x="2264363" y="98549"/>
                  </a:lnTo>
                  <a:lnTo>
                    <a:pt x="2180652" y="84755"/>
                  </a:lnTo>
                  <a:lnTo>
                    <a:pt x="2089988" y="72179"/>
                  </a:lnTo>
                  <a:lnTo>
                    <a:pt x="1992372" y="60716"/>
                  </a:lnTo>
                  <a:lnTo>
                    <a:pt x="1888275" y="50294"/>
                  </a:lnTo>
                  <a:lnTo>
                    <a:pt x="1778786" y="40874"/>
                  </a:lnTo>
                  <a:lnTo>
                    <a:pt x="1665735" y="32442"/>
                  </a:lnTo>
                  <a:lnTo>
                    <a:pt x="1551749" y="25009"/>
                  </a:lnTo>
                  <a:lnTo>
                    <a:pt x="1440199" y="18595"/>
                  </a:lnTo>
                  <a:lnTo>
                    <a:pt x="1334971" y="13219"/>
                  </a:lnTo>
                  <a:lnTo>
                    <a:pt x="1240062" y="8880"/>
                  </a:lnTo>
                  <a:lnTo>
                    <a:pt x="1159035" y="5545"/>
                  </a:lnTo>
                  <a:lnTo>
                    <a:pt x="1094436" y="3139"/>
                  </a:lnTo>
                  <a:lnTo>
                    <a:pt x="1047324" y="1544"/>
                  </a:lnTo>
                  <a:lnTo>
                    <a:pt x="1017011" y="608"/>
                  </a:lnTo>
                  <a:lnTo>
                    <a:pt x="1001064" y="157"/>
                  </a:lnTo>
                  <a:lnTo>
                    <a:pt x="995489" y="1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20" name="pl519"/>
            <p:cNvSpPr/>
            <p:nvPr/>
          </p:nvSpPr>
          <p:spPr>
            <a:xfrm>
              <a:off x="1199187" y="2567746"/>
              <a:ext cx="12049831" cy="3673684"/>
            </a:xfrm>
            <a:custGeom>
              <a:avLst/>
              <a:pathLst>
                <a:path w="12049831" h="3673684">
                  <a:moveTo>
                    <a:pt x="0" y="0"/>
                  </a:moveTo>
                  <a:lnTo>
                    <a:pt x="994940" y="0"/>
                  </a:lnTo>
                  <a:lnTo>
                    <a:pt x="996060" y="27"/>
                  </a:lnTo>
                  <a:lnTo>
                    <a:pt x="1003451" y="222"/>
                  </a:lnTo>
                  <a:lnTo>
                    <a:pt x="1022191" y="761"/>
                  </a:lnTo>
                  <a:lnTo>
                    <a:pt x="1055958" y="1825"/>
                  </a:lnTo>
                  <a:lnTo>
                    <a:pt x="1106822" y="3582"/>
                  </a:lnTo>
                  <a:lnTo>
                    <a:pt x="1175088" y="6178"/>
                  </a:lnTo>
                  <a:lnTo>
                    <a:pt x="1259349" y="9724"/>
                  </a:lnTo>
                  <a:lnTo>
                    <a:pt x="1356794" y="14284"/>
                  </a:lnTo>
                  <a:lnTo>
                    <a:pt x="1463718" y="19883"/>
                  </a:lnTo>
                  <a:lnTo>
                    <a:pt x="1576104" y="26517"/>
                  </a:lnTo>
                  <a:lnTo>
                    <a:pt x="1690150" y="34166"/>
                  </a:lnTo>
                  <a:lnTo>
                    <a:pt x="1802632" y="42810"/>
                  </a:lnTo>
                  <a:lnTo>
                    <a:pt x="1911092" y="52443"/>
                  </a:lnTo>
                  <a:lnTo>
                    <a:pt x="2013868" y="63084"/>
                  </a:lnTo>
                  <a:lnTo>
                    <a:pt x="2110016" y="74778"/>
                  </a:lnTo>
                  <a:lnTo>
                    <a:pt x="2199176" y="87606"/>
                  </a:lnTo>
                  <a:lnTo>
                    <a:pt x="2281431" y="101677"/>
                  </a:lnTo>
                  <a:lnTo>
                    <a:pt x="2357174" y="117133"/>
                  </a:lnTo>
                  <a:lnTo>
                    <a:pt x="2426997" y="134142"/>
                  </a:lnTo>
                  <a:lnTo>
                    <a:pt x="2491609" y="152893"/>
                  </a:lnTo>
                  <a:lnTo>
                    <a:pt x="2551770" y="173581"/>
                  </a:lnTo>
                  <a:lnTo>
                    <a:pt x="2608247" y="196393"/>
                  </a:lnTo>
                  <a:lnTo>
                    <a:pt x="2661773" y="221475"/>
                  </a:lnTo>
                  <a:lnTo>
                    <a:pt x="2702183" y="242816"/>
                  </a:lnTo>
                  <a:lnTo>
                    <a:pt x="2755880" y="274462"/>
                  </a:lnTo>
                  <a:lnTo>
                    <a:pt x="2808044" y="308879"/>
                  </a:lnTo>
                  <a:lnTo>
                    <a:pt x="2859175" y="346118"/>
                  </a:lnTo>
                  <a:lnTo>
                    <a:pt x="2909654" y="386163"/>
                  </a:lnTo>
                  <a:lnTo>
                    <a:pt x="2959768" y="428924"/>
                  </a:lnTo>
                  <a:lnTo>
                    <a:pt x="3009725" y="474230"/>
                  </a:lnTo>
                  <a:lnTo>
                    <a:pt x="3059661" y="521823"/>
                  </a:lnTo>
                  <a:lnTo>
                    <a:pt x="3109656" y="571369"/>
                  </a:lnTo>
                  <a:lnTo>
                    <a:pt x="3159739" y="622455"/>
                  </a:lnTo>
                  <a:lnTo>
                    <a:pt x="3209904" y="674610"/>
                  </a:lnTo>
                  <a:lnTo>
                    <a:pt x="3260116" y="727316"/>
                  </a:lnTo>
                  <a:lnTo>
                    <a:pt x="3310330" y="780034"/>
                  </a:lnTo>
                  <a:lnTo>
                    <a:pt x="3360497" y="832223"/>
                  </a:lnTo>
                  <a:lnTo>
                    <a:pt x="3410584" y="883365"/>
                  </a:lnTo>
                  <a:lnTo>
                    <a:pt x="3460583" y="932986"/>
                  </a:lnTo>
                  <a:lnTo>
                    <a:pt x="3510520" y="980671"/>
                  </a:lnTo>
                  <a:lnTo>
                    <a:pt x="3560474" y="1026080"/>
                  </a:lnTo>
                  <a:lnTo>
                    <a:pt x="3610578" y="1068954"/>
                  </a:lnTo>
                  <a:lnTo>
                    <a:pt x="3661035" y="1109119"/>
                  </a:lnTo>
                  <a:lnTo>
                    <a:pt x="3712131" y="1146479"/>
                  </a:lnTo>
                  <a:lnTo>
                    <a:pt x="3764242" y="1181016"/>
                  </a:lnTo>
                  <a:lnTo>
                    <a:pt x="3817861" y="1212779"/>
                  </a:lnTo>
                  <a:lnTo>
                    <a:pt x="3820202" y="1214080"/>
                  </a:lnTo>
                  <a:lnTo>
                    <a:pt x="3871872" y="1240993"/>
                  </a:lnTo>
                  <a:lnTo>
                    <a:pt x="3925972" y="1265580"/>
                  </a:lnTo>
                  <a:lnTo>
                    <a:pt x="3983176" y="1287922"/>
                  </a:lnTo>
                  <a:lnTo>
                    <a:pt x="4044226" y="1308179"/>
                  </a:lnTo>
                  <a:lnTo>
                    <a:pt x="4109892" y="1326539"/>
                  </a:lnTo>
                  <a:lnTo>
                    <a:pt x="4180927" y="1343200"/>
                  </a:lnTo>
                  <a:lnTo>
                    <a:pt x="4258022" y="1358346"/>
                  </a:lnTo>
                  <a:lnTo>
                    <a:pt x="4341733" y="1372140"/>
                  </a:lnTo>
                  <a:lnTo>
                    <a:pt x="4432397" y="1384716"/>
                  </a:lnTo>
                  <a:lnTo>
                    <a:pt x="4530013" y="1396179"/>
                  </a:lnTo>
                  <a:lnTo>
                    <a:pt x="4634110" y="1406601"/>
                  </a:lnTo>
                  <a:lnTo>
                    <a:pt x="4743599" y="1416022"/>
                  </a:lnTo>
                  <a:lnTo>
                    <a:pt x="4856650" y="1424453"/>
                  </a:lnTo>
                  <a:lnTo>
                    <a:pt x="4970636" y="1431887"/>
                  </a:lnTo>
                  <a:lnTo>
                    <a:pt x="5082186" y="1438300"/>
                  </a:lnTo>
                  <a:lnTo>
                    <a:pt x="5187414" y="1443676"/>
                  </a:lnTo>
                  <a:lnTo>
                    <a:pt x="5282323" y="1448015"/>
                  </a:lnTo>
                  <a:lnTo>
                    <a:pt x="5363350" y="1451350"/>
                  </a:lnTo>
                  <a:lnTo>
                    <a:pt x="5427949" y="1453757"/>
                  </a:lnTo>
                  <a:lnTo>
                    <a:pt x="5475061" y="1455352"/>
                  </a:lnTo>
                  <a:lnTo>
                    <a:pt x="5505374" y="1456287"/>
                  </a:lnTo>
                  <a:lnTo>
                    <a:pt x="5521321" y="1456738"/>
                  </a:lnTo>
                  <a:lnTo>
                    <a:pt x="5526896" y="1456883"/>
                  </a:lnTo>
                  <a:lnTo>
                    <a:pt x="5527445" y="1456896"/>
                  </a:lnTo>
                  <a:lnTo>
                    <a:pt x="6522385" y="1456896"/>
                  </a:lnTo>
                  <a:lnTo>
                    <a:pt x="6523484" y="1456937"/>
                  </a:lnTo>
                  <a:lnTo>
                    <a:pt x="6530740" y="1457228"/>
                  </a:lnTo>
                  <a:lnTo>
                    <a:pt x="6549143" y="1458033"/>
                  </a:lnTo>
                  <a:lnTo>
                    <a:pt x="6582329" y="1459619"/>
                  </a:lnTo>
                  <a:lnTo>
                    <a:pt x="6632363" y="1462242"/>
                  </a:lnTo>
                  <a:lnTo>
                    <a:pt x="6699596" y="1466120"/>
                  </a:lnTo>
                  <a:lnTo>
                    <a:pt x="6782703" y="1471418"/>
                  </a:lnTo>
                  <a:lnTo>
                    <a:pt x="6878974" y="1478236"/>
                  </a:lnTo>
                  <a:lnTo>
                    <a:pt x="6984803" y="1486615"/>
                  </a:lnTo>
                  <a:lnTo>
                    <a:pt x="7096252" y="1496550"/>
                  </a:lnTo>
                  <a:lnTo>
                    <a:pt x="7209566" y="1508011"/>
                  </a:lnTo>
                  <a:lnTo>
                    <a:pt x="7321535" y="1520969"/>
                  </a:lnTo>
                  <a:lnTo>
                    <a:pt x="7429692" y="1535413"/>
                  </a:lnTo>
                  <a:lnTo>
                    <a:pt x="7532345" y="1551366"/>
                  </a:lnTo>
                  <a:lnTo>
                    <a:pt x="7628512" y="1568893"/>
                  </a:lnTo>
                  <a:lnTo>
                    <a:pt x="7717792" y="1588109"/>
                  </a:lnTo>
                  <a:lnTo>
                    <a:pt x="7800232" y="1609173"/>
                  </a:lnTo>
                  <a:lnTo>
                    <a:pt x="7876188" y="1632293"/>
                  </a:lnTo>
                  <a:lnTo>
                    <a:pt x="7946226" y="1657714"/>
                  </a:lnTo>
                  <a:lnTo>
                    <a:pt x="8011030" y="1685716"/>
                  </a:lnTo>
                  <a:lnTo>
                    <a:pt x="8071342" y="1716591"/>
                  </a:lnTo>
                  <a:lnTo>
                    <a:pt x="8127918" y="1750621"/>
                  </a:lnTo>
                  <a:lnTo>
                    <a:pt x="8181480" y="1788035"/>
                  </a:lnTo>
                  <a:lnTo>
                    <a:pt x="8229629" y="1826360"/>
                  </a:lnTo>
                  <a:lnTo>
                    <a:pt x="8277715" y="1869210"/>
                  </a:lnTo>
                  <a:lnTo>
                    <a:pt x="8324530" y="1915418"/>
                  </a:lnTo>
                  <a:lnTo>
                    <a:pt x="8370444" y="1965053"/>
                  </a:lnTo>
                  <a:lnTo>
                    <a:pt x="8415750" y="2018118"/>
                  </a:lnTo>
                  <a:lnTo>
                    <a:pt x="8460678" y="2074546"/>
                  </a:lnTo>
                  <a:lnTo>
                    <a:pt x="8505400" y="2134192"/>
                  </a:lnTo>
                  <a:lnTo>
                    <a:pt x="8550043" y="2196832"/>
                  </a:lnTo>
                  <a:lnTo>
                    <a:pt x="8594690" y="2262160"/>
                  </a:lnTo>
                  <a:lnTo>
                    <a:pt x="8639391" y="2329792"/>
                  </a:lnTo>
                  <a:lnTo>
                    <a:pt x="8684164" y="2399275"/>
                  </a:lnTo>
                  <a:lnTo>
                    <a:pt x="8729003" y="2470094"/>
                  </a:lnTo>
                  <a:lnTo>
                    <a:pt x="8773886" y="2541692"/>
                  </a:lnTo>
                  <a:lnTo>
                    <a:pt x="8818780" y="2613484"/>
                  </a:lnTo>
                  <a:lnTo>
                    <a:pt x="8863651" y="2684880"/>
                  </a:lnTo>
                  <a:lnTo>
                    <a:pt x="8908469" y="2755302"/>
                  </a:lnTo>
                  <a:lnTo>
                    <a:pt x="8953217" y="2824206"/>
                  </a:lnTo>
                  <a:lnTo>
                    <a:pt x="8997896" y="2891096"/>
                  </a:lnTo>
                  <a:lnTo>
                    <a:pt x="9042535" y="2955542"/>
                  </a:lnTo>
                  <a:lnTo>
                    <a:pt x="9087194" y="3017186"/>
                  </a:lnTo>
                  <a:lnTo>
                    <a:pt x="9131970" y="3075750"/>
                  </a:lnTo>
                  <a:lnTo>
                    <a:pt x="9177005" y="3131037"/>
                  </a:lnTo>
                  <a:lnTo>
                    <a:pt x="9222491" y="3182929"/>
                  </a:lnTo>
                  <a:lnTo>
                    <a:pt x="9268677" y="3231386"/>
                  </a:lnTo>
                  <a:lnTo>
                    <a:pt x="9315882" y="3276433"/>
                  </a:lnTo>
                  <a:lnTo>
                    <a:pt x="9347647" y="3304219"/>
                  </a:lnTo>
                  <a:lnTo>
                    <a:pt x="9398980" y="3344919"/>
                  </a:lnTo>
                  <a:lnTo>
                    <a:pt x="9452705" y="3382123"/>
                  </a:lnTo>
                  <a:lnTo>
                    <a:pt x="9509487" y="3415954"/>
                  </a:lnTo>
                  <a:lnTo>
                    <a:pt x="9570051" y="3446645"/>
                  </a:lnTo>
                  <a:lnTo>
                    <a:pt x="9635152" y="3474482"/>
                  </a:lnTo>
                  <a:lnTo>
                    <a:pt x="9705531" y="3499756"/>
                  </a:lnTo>
                  <a:lnTo>
                    <a:pt x="9781867" y="3522744"/>
                  </a:lnTo>
                  <a:lnTo>
                    <a:pt x="9864715" y="3543690"/>
                  </a:lnTo>
                  <a:lnTo>
                    <a:pt x="9954417" y="3562799"/>
                  </a:lnTo>
                  <a:lnTo>
                    <a:pt x="10050994" y="3580228"/>
                  </a:lnTo>
                  <a:lnTo>
                    <a:pt x="10154017" y="3596088"/>
                  </a:lnTo>
                  <a:lnTo>
                    <a:pt x="10262461" y="3610441"/>
                  </a:lnTo>
                  <a:lnTo>
                    <a:pt x="10374590" y="3623308"/>
                  </a:lnTo>
                  <a:lnTo>
                    <a:pt x="10487889" y="3634678"/>
                  </a:lnTo>
                  <a:lnTo>
                    <a:pt x="10599108" y="3644519"/>
                  </a:lnTo>
                  <a:lnTo>
                    <a:pt x="10704468" y="3652803"/>
                  </a:lnTo>
                  <a:lnTo>
                    <a:pt x="10800035" y="3659527"/>
                  </a:lnTo>
                  <a:lnTo>
                    <a:pt x="10882242" y="3664735"/>
                  </a:lnTo>
                  <a:lnTo>
                    <a:pt x="10948451" y="3668531"/>
                  </a:lnTo>
                  <a:lnTo>
                    <a:pt x="10997434" y="3671084"/>
                  </a:lnTo>
                  <a:lnTo>
                    <a:pt x="11029645" y="3672616"/>
                  </a:lnTo>
                  <a:lnTo>
                    <a:pt x="11047252" y="3673381"/>
                  </a:lnTo>
                  <a:lnTo>
                    <a:pt x="11053978" y="3673650"/>
                  </a:lnTo>
                  <a:lnTo>
                    <a:pt x="11054891" y="3673684"/>
                  </a:lnTo>
                  <a:lnTo>
                    <a:pt x="12049831" y="3673684"/>
                  </a:lnTo>
                  <a:lnTo>
                    <a:pt x="12049831" y="36736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1" name="pl520"/>
            <p:cNvSpPr/>
            <p:nvPr/>
          </p:nvSpPr>
          <p:spPr>
            <a:xfrm>
              <a:off x="1199187" y="2562505"/>
              <a:ext cx="12049831" cy="3673684"/>
            </a:xfrm>
            <a:custGeom>
              <a:avLst/>
              <a:pathLst>
                <a:path w="12049831" h="3673684">
                  <a:moveTo>
                    <a:pt x="12049831" y="3673684"/>
                  </a:moveTo>
                  <a:lnTo>
                    <a:pt x="11054891" y="3673684"/>
                  </a:lnTo>
                  <a:lnTo>
                    <a:pt x="11053792" y="3673643"/>
                  </a:lnTo>
                  <a:lnTo>
                    <a:pt x="11046537" y="3673352"/>
                  </a:lnTo>
                  <a:lnTo>
                    <a:pt x="11028133" y="3672547"/>
                  </a:lnTo>
                  <a:lnTo>
                    <a:pt x="10994948" y="3670961"/>
                  </a:lnTo>
                  <a:lnTo>
                    <a:pt x="10944913" y="3668338"/>
                  </a:lnTo>
                  <a:lnTo>
                    <a:pt x="10877680" y="3664460"/>
                  </a:lnTo>
                  <a:lnTo>
                    <a:pt x="10794573" y="3659162"/>
                  </a:lnTo>
                  <a:lnTo>
                    <a:pt x="10698303" y="3652344"/>
                  </a:lnTo>
                  <a:lnTo>
                    <a:pt x="10592474" y="3643964"/>
                  </a:lnTo>
                  <a:lnTo>
                    <a:pt x="10481024" y="3634030"/>
                  </a:lnTo>
                  <a:lnTo>
                    <a:pt x="10367711" y="3622568"/>
                  </a:lnTo>
                  <a:lnTo>
                    <a:pt x="10255741" y="3609610"/>
                  </a:lnTo>
                  <a:lnTo>
                    <a:pt x="10147585" y="3595167"/>
                  </a:lnTo>
                  <a:lnTo>
                    <a:pt x="10044932" y="3579214"/>
                  </a:lnTo>
                  <a:lnTo>
                    <a:pt x="9948765" y="3561687"/>
                  </a:lnTo>
                  <a:lnTo>
                    <a:pt x="9859484" y="3542471"/>
                  </a:lnTo>
                  <a:lnTo>
                    <a:pt x="9777045" y="3521407"/>
                  </a:lnTo>
                  <a:lnTo>
                    <a:pt x="9701088" y="3498287"/>
                  </a:lnTo>
                  <a:lnTo>
                    <a:pt x="9631050" y="3472865"/>
                  </a:lnTo>
                  <a:lnTo>
                    <a:pt x="9566247" y="3444864"/>
                  </a:lnTo>
                  <a:lnTo>
                    <a:pt x="9505934" y="3413989"/>
                  </a:lnTo>
                  <a:lnTo>
                    <a:pt x="9449359" y="3379959"/>
                  </a:lnTo>
                  <a:lnTo>
                    <a:pt x="9395797" y="3342545"/>
                  </a:lnTo>
                  <a:lnTo>
                    <a:pt x="9347647" y="3304219"/>
                  </a:lnTo>
                  <a:lnTo>
                    <a:pt x="9299562" y="3261370"/>
                  </a:lnTo>
                  <a:lnTo>
                    <a:pt x="9252747" y="3215161"/>
                  </a:lnTo>
                  <a:lnTo>
                    <a:pt x="9206833" y="3165526"/>
                  </a:lnTo>
                  <a:lnTo>
                    <a:pt x="9161526" y="3112462"/>
                  </a:lnTo>
                  <a:lnTo>
                    <a:pt x="9116599" y="3056034"/>
                  </a:lnTo>
                  <a:lnTo>
                    <a:pt x="9071877" y="2996388"/>
                  </a:lnTo>
                  <a:lnTo>
                    <a:pt x="9027234" y="2933748"/>
                  </a:lnTo>
                  <a:lnTo>
                    <a:pt x="8982586" y="2868420"/>
                  </a:lnTo>
                  <a:lnTo>
                    <a:pt x="8937885" y="2800788"/>
                  </a:lnTo>
                  <a:lnTo>
                    <a:pt x="8893112" y="2731305"/>
                  </a:lnTo>
                  <a:lnTo>
                    <a:pt x="8848273" y="2660486"/>
                  </a:lnTo>
                  <a:lnTo>
                    <a:pt x="8803391" y="2588888"/>
                  </a:lnTo>
                  <a:lnTo>
                    <a:pt x="8758496" y="2517096"/>
                  </a:lnTo>
                  <a:lnTo>
                    <a:pt x="8713625" y="2445700"/>
                  </a:lnTo>
                  <a:lnTo>
                    <a:pt x="8668807" y="2375278"/>
                  </a:lnTo>
                  <a:lnTo>
                    <a:pt x="8624060" y="2306374"/>
                  </a:lnTo>
                  <a:lnTo>
                    <a:pt x="8579380" y="2239484"/>
                  </a:lnTo>
                  <a:lnTo>
                    <a:pt x="8534741" y="2175038"/>
                  </a:lnTo>
                  <a:lnTo>
                    <a:pt x="8490083" y="2113394"/>
                  </a:lnTo>
                  <a:lnTo>
                    <a:pt x="8445307" y="2054830"/>
                  </a:lnTo>
                  <a:lnTo>
                    <a:pt x="8400272" y="1999543"/>
                  </a:lnTo>
                  <a:lnTo>
                    <a:pt x="8354786" y="1947650"/>
                  </a:lnTo>
                  <a:lnTo>
                    <a:pt x="8308599" y="1899194"/>
                  </a:lnTo>
                  <a:lnTo>
                    <a:pt x="8261395" y="1854147"/>
                  </a:lnTo>
                  <a:lnTo>
                    <a:pt x="8229629" y="1826360"/>
                  </a:lnTo>
                  <a:lnTo>
                    <a:pt x="8178297" y="1785661"/>
                  </a:lnTo>
                  <a:lnTo>
                    <a:pt x="8124571" y="1748457"/>
                  </a:lnTo>
                  <a:lnTo>
                    <a:pt x="8067790" y="1714626"/>
                  </a:lnTo>
                  <a:lnTo>
                    <a:pt x="8007225" y="1683935"/>
                  </a:lnTo>
                  <a:lnTo>
                    <a:pt x="7942125" y="1656098"/>
                  </a:lnTo>
                  <a:lnTo>
                    <a:pt x="7871746" y="1630824"/>
                  </a:lnTo>
                  <a:lnTo>
                    <a:pt x="7795410" y="1607836"/>
                  </a:lnTo>
                  <a:lnTo>
                    <a:pt x="7712562" y="1586889"/>
                  </a:lnTo>
                  <a:lnTo>
                    <a:pt x="7622860" y="1567781"/>
                  </a:lnTo>
                  <a:lnTo>
                    <a:pt x="7526282" y="1550352"/>
                  </a:lnTo>
                  <a:lnTo>
                    <a:pt x="7423260" y="1534492"/>
                  </a:lnTo>
                  <a:lnTo>
                    <a:pt x="7314815" y="1520139"/>
                  </a:lnTo>
                  <a:lnTo>
                    <a:pt x="7202686" y="1507272"/>
                  </a:lnTo>
                  <a:lnTo>
                    <a:pt x="7089387" y="1495902"/>
                  </a:lnTo>
                  <a:lnTo>
                    <a:pt x="6978168" y="1486061"/>
                  </a:lnTo>
                  <a:lnTo>
                    <a:pt x="6872809" y="1477777"/>
                  </a:lnTo>
                  <a:lnTo>
                    <a:pt x="6777242" y="1471053"/>
                  </a:lnTo>
                  <a:lnTo>
                    <a:pt x="6695035" y="1465845"/>
                  </a:lnTo>
                  <a:lnTo>
                    <a:pt x="6628825" y="1462048"/>
                  </a:lnTo>
                  <a:lnTo>
                    <a:pt x="6579843" y="1459495"/>
                  </a:lnTo>
                  <a:lnTo>
                    <a:pt x="6547632" y="1457964"/>
                  </a:lnTo>
                  <a:lnTo>
                    <a:pt x="6530025" y="1457198"/>
                  </a:lnTo>
                  <a:lnTo>
                    <a:pt x="6523299" y="1456930"/>
                  </a:lnTo>
                  <a:lnTo>
                    <a:pt x="6522385" y="1456896"/>
                  </a:lnTo>
                  <a:lnTo>
                    <a:pt x="5527445" y="1456896"/>
                  </a:lnTo>
                  <a:lnTo>
                    <a:pt x="5526325" y="1456868"/>
                  </a:lnTo>
                  <a:lnTo>
                    <a:pt x="5518934" y="1456673"/>
                  </a:lnTo>
                  <a:lnTo>
                    <a:pt x="5500194" y="1456134"/>
                  </a:lnTo>
                  <a:lnTo>
                    <a:pt x="5466427" y="1455071"/>
                  </a:lnTo>
                  <a:lnTo>
                    <a:pt x="5415563" y="1453314"/>
                  </a:lnTo>
                  <a:lnTo>
                    <a:pt x="5347297" y="1450717"/>
                  </a:lnTo>
                  <a:lnTo>
                    <a:pt x="5263036" y="1447171"/>
                  </a:lnTo>
                  <a:lnTo>
                    <a:pt x="5165591" y="1442612"/>
                  </a:lnTo>
                  <a:lnTo>
                    <a:pt x="5058667" y="1437012"/>
                  </a:lnTo>
                  <a:lnTo>
                    <a:pt x="4946281" y="1430378"/>
                  </a:lnTo>
                  <a:lnTo>
                    <a:pt x="4832235" y="1422729"/>
                  </a:lnTo>
                  <a:lnTo>
                    <a:pt x="4719753" y="1414085"/>
                  </a:lnTo>
                  <a:lnTo>
                    <a:pt x="4611293" y="1404452"/>
                  </a:lnTo>
                  <a:lnTo>
                    <a:pt x="4508517" y="1393811"/>
                  </a:lnTo>
                  <a:lnTo>
                    <a:pt x="4412369" y="1382117"/>
                  </a:lnTo>
                  <a:lnTo>
                    <a:pt x="4323209" y="1369290"/>
                  </a:lnTo>
                  <a:lnTo>
                    <a:pt x="4240954" y="1355219"/>
                  </a:lnTo>
                  <a:lnTo>
                    <a:pt x="4165211" y="1339762"/>
                  </a:lnTo>
                  <a:lnTo>
                    <a:pt x="4095388" y="1322753"/>
                  </a:lnTo>
                  <a:lnTo>
                    <a:pt x="4030776" y="1304003"/>
                  </a:lnTo>
                  <a:lnTo>
                    <a:pt x="3970615" y="1283315"/>
                  </a:lnTo>
                  <a:lnTo>
                    <a:pt x="3914138" y="1260502"/>
                  </a:lnTo>
                  <a:lnTo>
                    <a:pt x="3860612" y="1235420"/>
                  </a:lnTo>
                  <a:lnTo>
                    <a:pt x="3820202" y="1214080"/>
                  </a:lnTo>
                  <a:lnTo>
                    <a:pt x="3766505" y="1182434"/>
                  </a:lnTo>
                  <a:lnTo>
                    <a:pt x="3714341" y="1148017"/>
                  </a:lnTo>
                  <a:lnTo>
                    <a:pt x="3663210" y="1110778"/>
                  </a:lnTo>
                  <a:lnTo>
                    <a:pt x="3612731" y="1070732"/>
                  </a:lnTo>
                  <a:lnTo>
                    <a:pt x="3562617" y="1027971"/>
                  </a:lnTo>
                  <a:lnTo>
                    <a:pt x="3512660" y="982666"/>
                  </a:lnTo>
                  <a:lnTo>
                    <a:pt x="3462724" y="935072"/>
                  </a:lnTo>
                  <a:lnTo>
                    <a:pt x="3412729" y="885527"/>
                  </a:lnTo>
                  <a:lnTo>
                    <a:pt x="3362646" y="834440"/>
                  </a:lnTo>
                  <a:lnTo>
                    <a:pt x="3312481" y="782286"/>
                  </a:lnTo>
                  <a:lnTo>
                    <a:pt x="3262269" y="729579"/>
                  </a:lnTo>
                  <a:lnTo>
                    <a:pt x="3212055" y="676861"/>
                  </a:lnTo>
                  <a:lnTo>
                    <a:pt x="3161888" y="624672"/>
                  </a:lnTo>
                  <a:lnTo>
                    <a:pt x="3111801" y="573530"/>
                  </a:lnTo>
                  <a:lnTo>
                    <a:pt x="3061802" y="523909"/>
                  </a:lnTo>
                  <a:lnTo>
                    <a:pt x="3011865" y="476225"/>
                  </a:lnTo>
                  <a:lnTo>
                    <a:pt x="2961911" y="430816"/>
                  </a:lnTo>
                  <a:lnTo>
                    <a:pt x="2911807" y="387941"/>
                  </a:lnTo>
                  <a:lnTo>
                    <a:pt x="2861350" y="347777"/>
                  </a:lnTo>
                  <a:lnTo>
                    <a:pt x="2810254" y="310417"/>
                  </a:lnTo>
                  <a:lnTo>
                    <a:pt x="2758143" y="275879"/>
                  </a:lnTo>
                  <a:lnTo>
                    <a:pt x="2704524" y="244116"/>
                  </a:lnTo>
                  <a:lnTo>
                    <a:pt x="2702183" y="242816"/>
                  </a:lnTo>
                  <a:lnTo>
                    <a:pt x="2650513" y="215902"/>
                  </a:lnTo>
                  <a:lnTo>
                    <a:pt x="2596413" y="191316"/>
                  </a:lnTo>
                  <a:lnTo>
                    <a:pt x="2539209" y="168973"/>
                  </a:lnTo>
                  <a:lnTo>
                    <a:pt x="2478159" y="148717"/>
                  </a:lnTo>
                  <a:lnTo>
                    <a:pt x="2412493" y="130356"/>
                  </a:lnTo>
                  <a:lnTo>
                    <a:pt x="2341458" y="113695"/>
                  </a:lnTo>
                  <a:lnTo>
                    <a:pt x="2264363" y="98549"/>
                  </a:lnTo>
                  <a:lnTo>
                    <a:pt x="2180652" y="84755"/>
                  </a:lnTo>
                  <a:lnTo>
                    <a:pt x="2089988" y="72179"/>
                  </a:lnTo>
                  <a:lnTo>
                    <a:pt x="1992372" y="60716"/>
                  </a:lnTo>
                  <a:lnTo>
                    <a:pt x="1888275" y="50294"/>
                  </a:lnTo>
                  <a:lnTo>
                    <a:pt x="1778786" y="40874"/>
                  </a:lnTo>
                  <a:lnTo>
                    <a:pt x="1665735" y="32442"/>
                  </a:lnTo>
                  <a:lnTo>
                    <a:pt x="1551749" y="25009"/>
                  </a:lnTo>
                  <a:lnTo>
                    <a:pt x="1440199" y="18595"/>
                  </a:lnTo>
                  <a:lnTo>
                    <a:pt x="1334971" y="13219"/>
                  </a:lnTo>
                  <a:lnTo>
                    <a:pt x="1240062" y="8880"/>
                  </a:lnTo>
                  <a:lnTo>
                    <a:pt x="1159035" y="5545"/>
                  </a:lnTo>
                  <a:lnTo>
                    <a:pt x="1094436" y="3139"/>
                  </a:lnTo>
                  <a:lnTo>
                    <a:pt x="1047324" y="1544"/>
                  </a:lnTo>
                  <a:lnTo>
                    <a:pt x="1017011" y="608"/>
                  </a:lnTo>
                  <a:lnTo>
                    <a:pt x="1001064" y="157"/>
                  </a:lnTo>
                  <a:lnTo>
                    <a:pt x="995489" y="1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2" name="pg521"/>
            <p:cNvSpPr/>
            <p:nvPr/>
          </p:nvSpPr>
          <p:spPr>
            <a:xfrm>
              <a:off x="1199187" y="2504858"/>
              <a:ext cx="12049831" cy="3453577"/>
            </a:xfrm>
            <a:custGeom>
              <a:avLst/>
              <a:pathLst>
                <a:path w="12049831" h="3453577">
                  <a:moveTo>
                    <a:pt x="0" y="1121495"/>
                  </a:moveTo>
                  <a:lnTo>
                    <a:pt x="994940" y="1121495"/>
                  </a:lnTo>
                  <a:lnTo>
                    <a:pt x="996035" y="1121538"/>
                  </a:lnTo>
                  <a:lnTo>
                    <a:pt x="1003265" y="1121843"/>
                  </a:lnTo>
                  <a:lnTo>
                    <a:pt x="1021607" y="1122687"/>
                  </a:lnTo>
                  <a:lnTo>
                    <a:pt x="1054686" y="1124350"/>
                  </a:lnTo>
                  <a:lnTo>
                    <a:pt x="1104568" y="1127099"/>
                  </a:lnTo>
                  <a:lnTo>
                    <a:pt x="1171612" y="1131165"/>
                  </a:lnTo>
                  <a:lnTo>
                    <a:pt x="1254506" y="1136719"/>
                  </a:lnTo>
                  <a:lnTo>
                    <a:pt x="1350560" y="1143869"/>
                  </a:lnTo>
                  <a:lnTo>
                    <a:pt x="1456187" y="1152657"/>
                  </a:lnTo>
                  <a:lnTo>
                    <a:pt x="1567462" y="1163078"/>
                  </a:lnTo>
                  <a:lnTo>
                    <a:pt x="1680639" y="1175101"/>
                  </a:lnTo>
                  <a:lnTo>
                    <a:pt x="1792512" y="1188696"/>
                  </a:lnTo>
                  <a:lnTo>
                    <a:pt x="1900611" y="1203849"/>
                  </a:lnTo>
                  <a:lnTo>
                    <a:pt x="2003240" y="1220585"/>
                  </a:lnTo>
                  <a:lnTo>
                    <a:pt x="2099409" y="1238973"/>
                  </a:lnTo>
                  <a:lnTo>
                    <a:pt x="2188711" y="1259130"/>
                  </a:lnTo>
                  <a:lnTo>
                    <a:pt x="2271184" y="1281223"/>
                  </a:lnTo>
                  <a:lnTo>
                    <a:pt x="2347180" y="1305469"/>
                  </a:lnTo>
                  <a:lnTo>
                    <a:pt x="2417257" y="1332125"/>
                  </a:lnTo>
                  <a:lnTo>
                    <a:pt x="2482097" y="1361481"/>
                  </a:lnTo>
                  <a:lnTo>
                    <a:pt x="2542438" y="1393846"/>
                  </a:lnTo>
                  <a:lnTo>
                    <a:pt x="2599032" y="1429515"/>
                  </a:lnTo>
                  <a:lnTo>
                    <a:pt x="2652602" y="1468731"/>
                  </a:lnTo>
                  <a:lnTo>
                    <a:pt x="2702183" y="1510176"/>
                  </a:lnTo>
                  <a:lnTo>
                    <a:pt x="2749497" y="1554491"/>
                  </a:lnTo>
                  <a:lnTo>
                    <a:pt x="2795575" y="1602226"/>
                  </a:lnTo>
                  <a:lnTo>
                    <a:pt x="2840771" y="1653447"/>
                  </a:lnTo>
                  <a:lnTo>
                    <a:pt x="2885367" y="1708161"/>
                  </a:lnTo>
                  <a:lnTo>
                    <a:pt x="2929583" y="1766306"/>
                  </a:lnTo>
                  <a:lnTo>
                    <a:pt x="2973590" y="1827743"/>
                  </a:lnTo>
                  <a:lnTo>
                    <a:pt x="3017509" y="1892253"/>
                  </a:lnTo>
                  <a:lnTo>
                    <a:pt x="3061426" y="1959540"/>
                  </a:lnTo>
                  <a:lnTo>
                    <a:pt x="3105390" y="2029229"/>
                  </a:lnTo>
                  <a:lnTo>
                    <a:pt x="3149423" y="2100873"/>
                  </a:lnTo>
                  <a:lnTo>
                    <a:pt x="3193521" y="2173966"/>
                  </a:lnTo>
                  <a:lnTo>
                    <a:pt x="3237668" y="2247957"/>
                  </a:lnTo>
                  <a:lnTo>
                    <a:pt x="3281831" y="2322263"/>
                  </a:lnTo>
                  <a:lnTo>
                    <a:pt x="3325979" y="2396292"/>
                  </a:lnTo>
                  <a:lnTo>
                    <a:pt x="3370082" y="2469461"/>
                  </a:lnTo>
                  <a:lnTo>
                    <a:pt x="3414119" y="2541216"/>
                  </a:lnTo>
                  <a:lnTo>
                    <a:pt x="3458088" y="2611046"/>
                  </a:lnTo>
                  <a:lnTo>
                    <a:pt x="3502006" y="2678503"/>
                  </a:lnTo>
                  <a:lnTo>
                    <a:pt x="3545923" y="2743205"/>
                  </a:lnTo>
                  <a:lnTo>
                    <a:pt x="3589921" y="2804850"/>
                  </a:lnTo>
                  <a:lnTo>
                    <a:pt x="3634119" y="2863215"/>
                  </a:lnTo>
                  <a:lnTo>
                    <a:pt x="3678683" y="2918156"/>
                  </a:lnTo>
                  <a:lnTo>
                    <a:pt x="3723832" y="2969606"/>
                  </a:lnTo>
                  <a:lnTo>
                    <a:pt x="3769843" y="3017567"/>
                  </a:lnTo>
                  <a:lnTo>
                    <a:pt x="3817063" y="3062103"/>
                  </a:lnTo>
                  <a:lnTo>
                    <a:pt x="3820202" y="3064897"/>
                  </a:lnTo>
                  <a:lnTo>
                    <a:pt x="3871471" y="3107664"/>
                  </a:lnTo>
                  <a:lnTo>
                    <a:pt x="3925128" y="3146764"/>
                  </a:lnTo>
                  <a:lnTo>
                    <a:pt x="3981832" y="3182321"/>
                  </a:lnTo>
                  <a:lnTo>
                    <a:pt x="4042307" y="3214584"/>
                  </a:lnTo>
                  <a:lnTo>
                    <a:pt x="4107304" y="3243849"/>
                  </a:lnTo>
                  <a:lnTo>
                    <a:pt x="4177562" y="3270422"/>
                  </a:lnTo>
                  <a:lnTo>
                    <a:pt x="4253759" y="3294595"/>
                  </a:lnTo>
                  <a:lnTo>
                    <a:pt x="4336448" y="3316622"/>
                  </a:lnTo>
                  <a:lnTo>
                    <a:pt x="4425973" y="3336720"/>
                  </a:lnTo>
                  <a:lnTo>
                    <a:pt x="4522360" y="3355053"/>
                  </a:lnTo>
                  <a:lnTo>
                    <a:pt x="4625184" y="3371737"/>
                  </a:lnTo>
                  <a:lnTo>
                    <a:pt x="4733436" y="3386840"/>
                  </a:lnTo>
                  <a:lnTo>
                    <a:pt x="4845394" y="3400384"/>
                  </a:lnTo>
                  <a:lnTo>
                    <a:pt x="4958563" y="3412356"/>
                  </a:lnTo>
                  <a:lnTo>
                    <a:pt x="5069716" y="3422724"/>
                  </a:lnTo>
                  <a:lnTo>
                    <a:pt x="5175095" y="3431460"/>
                  </a:lnTo>
                  <a:lnTo>
                    <a:pt x="5270777" y="3438557"/>
                  </a:lnTo>
                  <a:lnTo>
                    <a:pt x="5353196" y="3444062"/>
                  </a:lnTo>
                  <a:lnTo>
                    <a:pt x="5419697" y="3448082"/>
                  </a:lnTo>
                  <a:lnTo>
                    <a:pt x="5469022" y="3450792"/>
                  </a:lnTo>
                  <a:lnTo>
                    <a:pt x="5501584" y="3452424"/>
                  </a:lnTo>
                  <a:lnTo>
                    <a:pt x="5519503" y="3453246"/>
                  </a:lnTo>
                  <a:lnTo>
                    <a:pt x="5526451" y="3453539"/>
                  </a:lnTo>
                  <a:lnTo>
                    <a:pt x="5527445" y="3453577"/>
                  </a:lnTo>
                  <a:lnTo>
                    <a:pt x="6522385" y="3453577"/>
                  </a:lnTo>
                  <a:lnTo>
                    <a:pt x="6523436" y="3453517"/>
                  </a:lnTo>
                  <a:lnTo>
                    <a:pt x="6530377" y="3453085"/>
                  </a:lnTo>
                  <a:lnTo>
                    <a:pt x="6548005" y="3451892"/>
                  </a:lnTo>
                  <a:lnTo>
                    <a:pt x="6579842" y="3449540"/>
                  </a:lnTo>
                  <a:lnTo>
                    <a:pt x="6627950" y="3445648"/>
                  </a:lnTo>
                  <a:lnTo>
                    <a:pt x="6692775" y="3439889"/>
                  </a:lnTo>
                  <a:lnTo>
                    <a:pt x="6773177" y="3432008"/>
                  </a:lnTo>
                  <a:lnTo>
                    <a:pt x="6866679" y="3421849"/>
                  </a:lnTo>
                  <a:lnTo>
                    <a:pt x="6969904" y="3409341"/>
                  </a:lnTo>
                  <a:lnTo>
                    <a:pt x="7079102" y="3394486"/>
                  </a:lnTo>
                  <a:lnTo>
                    <a:pt x="7190634" y="3377324"/>
                  </a:lnTo>
                  <a:lnTo>
                    <a:pt x="7301333" y="3357902"/>
                  </a:lnTo>
                  <a:lnTo>
                    <a:pt x="7408712" y="3336242"/>
                  </a:lnTo>
                  <a:lnTo>
                    <a:pt x="7511018" y="3312321"/>
                  </a:lnTo>
                  <a:lnTo>
                    <a:pt x="7607183" y="3286055"/>
                  </a:lnTo>
                  <a:lnTo>
                    <a:pt x="7696715" y="3257291"/>
                  </a:lnTo>
                  <a:lnTo>
                    <a:pt x="7779568" y="3225808"/>
                  </a:lnTo>
                  <a:lnTo>
                    <a:pt x="7856020" y="3191316"/>
                  </a:lnTo>
                  <a:lnTo>
                    <a:pt x="7926567" y="3153464"/>
                  </a:lnTo>
                  <a:lnTo>
                    <a:pt x="7991837" y="3111849"/>
                  </a:lnTo>
                  <a:lnTo>
                    <a:pt x="8052531" y="3066042"/>
                  </a:lnTo>
                  <a:lnTo>
                    <a:pt x="8109367" y="3015613"/>
                  </a:lnTo>
                  <a:lnTo>
                    <a:pt x="8163053" y="2960186"/>
                  </a:lnTo>
                  <a:lnTo>
                    <a:pt x="8214240" y="2899522"/>
                  </a:lnTo>
                  <a:lnTo>
                    <a:pt x="8229629" y="2879728"/>
                  </a:lnTo>
                  <a:lnTo>
                    <a:pt x="8270685" y="2823354"/>
                  </a:lnTo>
                  <a:lnTo>
                    <a:pt x="8310776" y="2763208"/>
                  </a:lnTo>
                  <a:lnTo>
                    <a:pt x="8350141" y="2699214"/>
                  </a:lnTo>
                  <a:lnTo>
                    <a:pt x="8388977" y="2631344"/>
                  </a:lnTo>
                  <a:lnTo>
                    <a:pt x="8427446" y="2559626"/>
                  </a:lnTo>
                  <a:lnTo>
                    <a:pt x="8465678" y="2484149"/>
                  </a:lnTo>
                  <a:lnTo>
                    <a:pt x="8503773" y="2405065"/>
                  </a:lnTo>
                  <a:lnTo>
                    <a:pt x="8541808" y="2322594"/>
                  </a:lnTo>
                  <a:lnTo>
                    <a:pt x="8579839" y="2237020"/>
                  </a:lnTo>
                  <a:lnTo>
                    <a:pt x="8617900" y="2148692"/>
                  </a:lnTo>
                  <a:lnTo>
                    <a:pt x="8656009" y="2058022"/>
                  </a:lnTo>
                  <a:lnTo>
                    <a:pt x="8694170" y="1965473"/>
                  </a:lnTo>
                  <a:lnTo>
                    <a:pt x="8732378" y="1871553"/>
                  </a:lnTo>
                  <a:lnTo>
                    <a:pt x="8770616" y="1776803"/>
                  </a:lnTo>
                  <a:lnTo>
                    <a:pt x="8808864" y="1681786"/>
                  </a:lnTo>
                  <a:lnTo>
                    <a:pt x="8847100" y="1587068"/>
                  </a:lnTo>
                  <a:lnTo>
                    <a:pt x="8885305" y="1493213"/>
                  </a:lnTo>
                  <a:lnTo>
                    <a:pt x="8923464" y="1400758"/>
                  </a:lnTo>
                  <a:lnTo>
                    <a:pt x="8961570" y="1310211"/>
                  </a:lnTo>
                  <a:lnTo>
                    <a:pt x="8999628" y="1222032"/>
                  </a:lnTo>
                  <a:lnTo>
                    <a:pt x="9037658" y="1136627"/>
                  </a:lnTo>
                  <a:lnTo>
                    <a:pt x="9075695" y="1054344"/>
                  </a:lnTo>
                  <a:lnTo>
                    <a:pt x="9113796" y="975463"/>
                  </a:lnTo>
                  <a:lnTo>
                    <a:pt x="9152038" y="900199"/>
                  </a:lnTo>
                  <a:lnTo>
                    <a:pt x="9190525" y="828701"/>
                  </a:lnTo>
                  <a:lnTo>
                    <a:pt x="9229387" y="761053"/>
                  </a:lnTo>
                  <a:lnTo>
                    <a:pt x="9268788" y="697282"/>
                  </a:lnTo>
                  <a:lnTo>
                    <a:pt x="9308927" y="637356"/>
                  </a:lnTo>
                  <a:lnTo>
                    <a:pt x="9347647" y="584330"/>
                  </a:lnTo>
                  <a:lnTo>
                    <a:pt x="9398183" y="522036"/>
                  </a:lnTo>
                  <a:lnTo>
                    <a:pt x="9451031" y="465009"/>
                  </a:lnTo>
                  <a:lnTo>
                    <a:pt x="9506821" y="413073"/>
                  </a:lnTo>
                  <a:lnTo>
                    <a:pt x="9566246" y="365883"/>
                  </a:lnTo>
                  <a:lnTo>
                    <a:pt x="9630028" y="323021"/>
                  </a:lnTo>
                  <a:lnTo>
                    <a:pt x="9698874" y="284052"/>
                  </a:lnTo>
                  <a:lnTo>
                    <a:pt x="9773443" y="248562"/>
                  </a:lnTo>
                  <a:lnTo>
                    <a:pt x="9854278" y="216184"/>
                  </a:lnTo>
                  <a:lnTo>
                    <a:pt x="9941735" y="186608"/>
                  </a:lnTo>
                  <a:lnTo>
                    <a:pt x="10035881" y="159590"/>
                  </a:lnTo>
                  <a:lnTo>
                    <a:pt x="10136376" y="134957"/>
                  </a:lnTo>
                  <a:lnTo>
                    <a:pt x="10242343" y="112604"/>
                  </a:lnTo>
                  <a:lnTo>
                    <a:pt x="10352248" y="92490"/>
                  </a:lnTo>
                  <a:lnTo>
                    <a:pt x="10463831" y="74626"/>
                  </a:lnTo>
                  <a:lnTo>
                    <a:pt x="10574122" y="59054"/>
                  </a:lnTo>
                  <a:lnTo>
                    <a:pt x="10679595" y="45819"/>
                  </a:lnTo>
                  <a:lnTo>
                    <a:pt x="10776487" y="34938"/>
                  </a:lnTo>
                  <a:lnTo>
                    <a:pt x="10861249" y="26367"/>
                  </a:lnTo>
                  <a:lnTo>
                    <a:pt x="10931074" y="19975"/>
                  </a:lnTo>
                  <a:lnTo>
                    <a:pt x="10984371" y="15539"/>
                  </a:lnTo>
                  <a:lnTo>
                    <a:pt x="11021086" y="12751"/>
                  </a:lnTo>
                  <a:lnTo>
                    <a:pt x="11042788" y="11242"/>
                  </a:lnTo>
                  <a:lnTo>
                    <a:pt x="11052573" y="10617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41" y="60"/>
                  </a:lnTo>
                  <a:lnTo>
                    <a:pt x="11046899" y="492"/>
                  </a:lnTo>
                  <a:lnTo>
                    <a:pt x="11029272" y="1685"/>
                  </a:lnTo>
                  <a:lnTo>
                    <a:pt x="10997434" y="4037"/>
                  </a:lnTo>
                  <a:lnTo>
                    <a:pt x="10949326" y="7928"/>
                  </a:lnTo>
                  <a:lnTo>
                    <a:pt x="10884501" y="13688"/>
                  </a:lnTo>
                  <a:lnTo>
                    <a:pt x="10804099" y="21569"/>
                  </a:lnTo>
                  <a:lnTo>
                    <a:pt x="10710598" y="31728"/>
                  </a:lnTo>
                  <a:lnTo>
                    <a:pt x="10607372" y="44236"/>
                  </a:lnTo>
                  <a:lnTo>
                    <a:pt x="10498174" y="59091"/>
                  </a:lnTo>
                  <a:lnTo>
                    <a:pt x="10386643" y="76252"/>
                  </a:lnTo>
                  <a:lnTo>
                    <a:pt x="10275944" y="95675"/>
                  </a:lnTo>
                  <a:lnTo>
                    <a:pt x="10168565" y="117335"/>
                  </a:lnTo>
                  <a:lnTo>
                    <a:pt x="10066258" y="141256"/>
                  </a:lnTo>
                  <a:lnTo>
                    <a:pt x="9970093" y="167522"/>
                  </a:lnTo>
                  <a:lnTo>
                    <a:pt x="9880562" y="196286"/>
                  </a:lnTo>
                  <a:lnTo>
                    <a:pt x="9797709" y="227769"/>
                  </a:lnTo>
                  <a:lnTo>
                    <a:pt x="9721257" y="262261"/>
                  </a:lnTo>
                  <a:lnTo>
                    <a:pt x="9650710" y="300113"/>
                  </a:lnTo>
                  <a:lnTo>
                    <a:pt x="9585439" y="341728"/>
                  </a:lnTo>
                  <a:lnTo>
                    <a:pt x="9524746" y="387535"/>
                  </a:lnTo>
                  <a:lnTo>
                    <a:pt x="9467909" y="437964"/>
                  </a:lnTo>
                  <a:lnTo>
                    <a:pt x="9414224" y="493391"/>
                  </a:lnTo>
                  <a:lnTo>
                    <a:pt x="9363036" y="554055"/>
                  </a:lnTo>
                  <a:lnTo>
                    <a:pt x="9347647" y="573849"/>
                  </a:lnTo>
                  <a:lnTo>
                    <a:pt x="9306591" y="630223"/>
                  </a:lnTo>
                  <a:lnTo>
                    <a:pt x="9266501" y="690368"/>
                  </a:lnTo>
                  <a:lnTo>
                    <a:pt x="9227136" y="754363"/>
                  </a:lnTo>
                  <a:lnTo>
                    <a:pt x="9188299" y="822233"/>
                  </a:lnTo>
                  <a:lnTo>
                    <a:pt x="9149830" y="893951"/>
                  </a:lnTo>
                  <a:lnTo>
                    <a:pt x="9111599" y="969428"/>
                  </a:lnTo>
                  <a:lnTo>
                    <a:pt x="9073504" y="1048511"/>
                  </a:lnTo>
                  <a:lnTo>
                    <a:pt x="9035468" y="1130983"/>
                  </a:lnTo>
                  <a:lnTo>
                    <a:pt x="8997438" y="1216557"/>
                  </a:lnTo>
                  <a:lnTo>
                    <a:pt x="8959377" y="1304885"/>
                  </a:lnTo>
                  <a:lnTo>
                    <a:pt x="8921268" y="1395555"/>
                  </a:lnTo>
                  <a:lnTo>
                    <a:pt x="8883106" y="1488104"/>
                  </a:lnTo>
                  <a:lnTo>
                    <a:pt x="8844899" y="1582024"/>
                  </a:lnTo>
                  <a:lnTo>
                    <a:pt x="8806661" y="1676774"/>
                  </a:lnTo>
                  <a:lnTo>
                    <a:pt x="8768413" y="1771791"/>
                  </a:lnTo>
                  <a:lnTo>
                    <a:pt x="8730176" y="1866508"/>
                  </a:lnTo>
                  <a:lnTo>
                    <a:pt x="8691971" y="1960364"/>
                  </a:lnTo>
                  <a:lnTo>
                    <a:pt x="8653813" y="2052818"/>
                  </a:lnTo>
                  <a:lnTo>
                    <a:pt x="8615706" y="2143366"/>
                  </a:lnTo>
                  <a:lnTo>
                    <a:pt x="8577648" y="2231545"/>
                  </a:lnTo>
                  <a:lnTo>
                    <a:pt x="8539618" y="2316949"/>
                  </a:lnTo>
                  <a:lnTo>
                    <a:pt x="8501581" y="2399233"/>
                  </a:lnTo>
                  <a:lnTo>
                    <a:pt x="8463481" y="2478114"/>
                  </a:lnTo>
                  <a:lnTo>
                    <a:pt x="8425238" y="2553378"/>
                  </a:lnTo>
                  <a:lnTo>
                    <a:pt x="8386752" y="2624876"/>
                  </a:lnTo>
                  <a:lnTo>
                    <a:pt x="8347890" y="2692523"/>
                  </a:lnTo>
                  <a:lnTo>
                    <a:pt x="8308489" y="2756295"/>
                  </a:lnTo>
                  <a:lnTo>
                    <a:pt x="8268349" y="2816221"/>
                  </a:lnTo>
                  <a:lnTo>
                    <a:pt x="8229629" y="2869247"/>
                  </a:lnTo>
                  <a:lnTo>
                    <a:pt x="8179094" y="2931541"/>
                  </a:lnTo>
                  <a:lnTo>
                    <a:pt x="8126246" y="2988568"/>
                  </a:lnTo>
                  <a:lnTo>
                    <a:pt x="8070456" y="3040504"/>
                  </a:lnTo>
                  <a:lnTo>
                    <a:pt x="8011030" y="3087694"/>
                  </a:lnTo>
                  <a:lnTo>
                    <a:pt x="7947249" y="3130556"/>
                  </a:lnTo>
                  <a:lnTo>
                    <a:pt x="7878402" y="3169525"/>
                  </a:lnTo>
                  <a:lnTo>
                    <a:pt x="7803834" y="3205015"/>
                  </a:lnTo>
                  <a:lnTo>
                    <a:pt x="7722999" y="3237393"/>
                  </a:lnTo>
                  <a:lnTo>
                    <a:pt x="7635542" y="3266969"/>
                  </a:lnTo>
                  <a:lnTo>
                    <a:pt x="7541395" y="3293987"/>
                  </a:lnTo>
                  <a:lnTo>
                    <a:pt x="7440900" y="3318620"/>
                  </a:lnTo>
                  <a:lnTo>
                    <a:pt x="7334934" y="3340973"/>
                  </a:lnTo>
                  <a:lnTo>
                    <a:pt x="7225028" y="3361086"/>
                  </a:lnTo>
                  <a:lnTo>
                    <a:pt x="7113445" y="3378951"/>
                  </a:lnTo>
                  <a:lnTo>
                    <a:pt x="7003155" y="3394523"/>
                  </a:lnTo>
                  <a:lnTo>
                    <a:pt x="6897681" y="3407758"/>
                  </a:lnTo>
                  <a:lnTo>
                    <a:pt x="6800790" y="3418639"/>
                  </a:lnTo>
                  <a:lnTo>
                    <a:pt x="6716028" y="3427210"/>
                  </a:lnTo>
                  <a:lnTo>
                    <a:pt x="6646203" y="3433602"/>
                  </a:lnTo>
                  <a:lnTo>
                    <a:pt x="6592905" y="3438038"/>
                  </a:lnTo>
                  <a:lnTo>
                    <a:pt x="6556191" y="3440826"/>
                  </a:lnTo>
                  <a:lnTo>
                    <a:pt x="6534488" y="3442335"/>
                  </a:lnTo>
                  <a:lnTo>
                    <a:pt x="6524703" y="3442959"/>
                  </a:lnTo>
                  <a:lnTo>
                    <a:pt x="6522385" y="3443096"/>
                  </a:lnTo>
                  <a:lnTo>
                    <a:pt x="5527445" y="3443096"/>
                  </a:lnTo>
                  <a:lnTo>
                    <a:pt x="5526350" y="3443053"/>
                  </a:lnTo>
                  <a:lnTo>
                    <a:pt x="5519120" y="3442748"/>
                  </a:lnTo>
                  <a:lnTo>
                    <a:pt x="5500778" y="3441904"/>
                  </a:lnTo>
                  <a:lnTo>
                    <a:pt x="5467699" y="3440241"/>
                  </a:lnTo>
                  <a:lnTo>
                    <a:pt x="5417817" y="3437492"/>
                  </a:lnTo>
                  <a:lnTo>
                    <a:pt x="5350773" y="3433427"/>
                  </a:lnTo>
                  <a:lnTo>
                    <a:pt x="5267879" y="3427872"/>
                  </a:lnTo>
                  <a:lnTo>
                    <a:pt x="5171825" y="3420722"/>
                  </a:lnTo>
                  <a:lnTo>
                    <a:pt x="5066198" y="3411934"/>
                  </a:lnTo>
                  <a:lnTo>
                    <a:pt x="4954923" y="3401513"/>
                  </a:lnTo>
                  <a:lnTo>
                    <a:pt x="4841746" y="3389490"/>
                  </a:lnTo>
                  <a:lnTo>
                    <a:pt x="4729873" y="3375896"/>
                  </a:lnTo>
                  <a:lnTo>
                    <a:pt x="4621774" y="3360742"/>
                  </a:lnTo>
                  <a:lnTo>
                    <a:pt x="4519145" y="3344006"/>
                  </a:lnTo>
                  <a:lnTo>
                    <a:pt x="4422976" y="3325618"/>
                  </a:lnTo>
                  <a:lnTo>
                    <a:pt x="4333674" y="3305461"/>
                  </a:lnTo>
                  <a:lnTo>
                    <a:pt x="4251201" y="3283368"/>
                  </a:lnTo>
                  <a:lnTo>
                    <a:pt x="4175205" y="3259122"/>
                  </a:lnTo>
                  <a:lnTo>
                    <a:pt x="4105128" y="3232467"/>
                  </a:lnTo>
                  <a:lnTo>
                    <a:pt x="4040288" y="3203110"/>
                  </a:lnTo>
                  <a:lnTo>
                    <a:pt x="3979947" y="3170746"/>
                  </a:lnTo>
                  <a:lnTo>
                    <a:pt x="3923353" y="3135077"/>
                  </a:lnTo>
                  <a:lnTo>
                    <a:pt x="3869783" y="3095860"/>
                  </a:lnTo>
                  <a:lnTo>
                    <a:pt x="3820202" y="3054416"/>
                  </a:lnTo>
                  <a:lnTo>
                    <a:pt x="3772888" y="3010100"/>
                  </a:lnTo>
                  <a:lnTo>
                    <a:pt x="3726810" y="2962366"/>
                  </a:lnTo>
                  <a:lnTo>
                    <a:pt x="3681614" y="2911145"/>
                  </a:lnTo>
                  <a:lnTo>
                    <a:pt x="3637018" y="2856430"/>
                  </a:lnTo>
                  <a:lnTo>
                    <a:pt x="3592802" y="2798285"/>
                  </a:lnTo>
                  <a:lnTo>
                    <a:pt x="3548795" y="2736849"/>
                  </a:lnTo>
                  <a:lnTo>
                    <a:pt x="3504876" y="2672338"/>
                  </a:lnTo>
                  <a:lnTo>
                    <a:pt x="3460959" y="2605051"/>
                  </a:lnTo>
                  <a:lnTo>
                    <a:pt x="3416995" y="2535362"/>
                  </a:lnTo>
                  <a:lnTo>
                    <a:pt x="3372962" y="2463718"/>
                  </a:lnTo>
                  <a:lnTo>
                    <a:pt x="3328864" y="2390625"/>
                  </a:lnTo>
                  <a:lnTo>
                    <a:pt x="3284717" y="2316635"/>
                  </a:lnTo>
                  <a:lnTo>
                    <a:pt x="3240554" y="2242329"/>
                  </a:lnTo>
                  <a:lnTo>
                    <a:pt x="3196406" y="2168300"/>
                  </a:lnTo>
                  <a:lnTo>
                    <a:pt x="3152303" y="2095130"/>
                  </a:lnTo>
                  <a:lnTo>
                    <a:pt x="3108266" y="2023376"/>
                  </a:lnTo>
                  <a:lnTo>
                    <a:pt x="3064297" y="1953545"/>
                  </a:lnTo>
                  <a:lnTo>
                    <a:pt x="3020379" y="1886089"/>
                  </a:lnTo>
                  <a:lnTo>
                    <a:pt x="2976462" y="1821387"/>
                  </a:lnTo>
                  <a:lnTo>
                    <a:pt x="2932464" y="1759742"/>
                  </a:lnTo>
                  <a:lnTo>
                    <a:pt x="2888266" y="1701377"/>
                  </a:lnTo>
                  <a:lnTo>
                    <a:pt x="2843702" y="1646435"/>
                  </a:lnTo>
                  <a:lnTo>
                    <a:pt x="2798553" y="1594985"/>
                  </a:lnTo>
                  <a:lnTo>
                    <a:pt x="2752542" y="1547024"/>
                  </a:lnTo>
                  <a:lnTo>
                    <a:pt x="2705322" y="1502488"/>
                  </a:lnTo>
                  <a:lnTo>
                    <a:pt x="2702183" y="1499694"/>
                  </a:lnTo>
                  <a:lnTo>
                    <a:pt x="2650914" y="1456927"/>
                  </a:lnTo>
                  <a:lnTo>
                    <a:pt x="2597257" y="1417828"/>
                  </a:lnTo>
                  <a:lnTo>
                    <a:pt x="2540553" y="1382270"/>
                  </a:lnTo>
                  <a:lnTo>
                    <a:pt x="2480078" y="1350007"/>
                  </a:lnTo>
                  <a:lnTo>
                    <a:pt x="2415081" y="1320743"/>
                  </a:lnTo>
                  <a:lnTo>
                    <a:pt x="2344823" y="1294169"/>
                  </a:lnTo>
                  <a:lnTo>
                    <a:pt x="2268626" y="1269997"/>
                  </a:lnTo>
                  <a:lnTo>
                    <a:pt x="2185937" y="1247969"/>
                  </a:lnTo>
                  <a:lnTo>
                    <a:pt x="2096412" y="1227872"/>
                  </a:lnTo>
                  <a:lnTo>
                    <a:pt x="2000025" y="1209539"/>
                  </a:lnTo>
                  <a:lnTo>
                    <a:pt x="1897201" y="1192854"/>
                  </a:lnTo>
                  <a:lnTo>
                    <a:pt x="1788949" y="1177751"/>
                  </a:lnTo>
                  <a:lnTo>
                    <a:pt x="1676991" y="1164207"/>
                  </a:lnTo>
                  <a:lnTo>
                    <a:pt x="1563822" y="1152235"/>
                  </a:lnTo>
                  <a:lnTo>
                    <a:pt x="1452669" y="1141867"/>
                  </a:lnTo>
                  <a:lnTo>
                    <a:pt x="1347290" y="1133132"/>
                  </a:lnTo>
                  <a:lnTo>
                    <a:pt x="1251608" y="1126034"/>
                  </a:lnTo>
                  <a:lnTo>
                    <a:pt x="1169189" y="1120530"/>
                  </a:lnTo>
                  <a:lnTo>
                    <a:pt x="1102688" y="1116510"/>
                  </a:lnTo>
                  <a:lnTo>
                    <a:pt x="1053363" y="1113799"/>
                  </a:lnTo>
                  <a:lnTo>
                    <a:pt x="1020801" y="1112167"/>
                  </a:lnTo>
                  <a:lnTo>
                    <a:pt x="1002882" y="1111345"/>
                  </a:lnTo>
                  <a:lnTo>
                    <a:pt x="995934" y="1111053"/>
                  </a:lnTo>
                  <a:lnTo>
                    <a:pt x="994940" y="1111014"/>
                  </a:lnTo>
                  <a:lnTo>
                    <a:pt x="0" y="1111014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23" name="pl522"/>
            <p:cNvSpPr/>
            <p:nvPr/>
          </p:nvSpPr>
          <p:spPr>
            <a:xfrm>
              <a:off x="1199187" y="2515339"/>
              <a:ext cx="12049831" cy="3443096"/>
            </a:xfrm>
            <a:custGeom>
              <a:avLst/>
              <a:pathLst>
                <a:path w="12049831" h="3443096">
                  <a:moveTo>
                    <a:pt x="0" y="1111014"/>
                  </a:moveTo>
                  <a:lnTo>
                    <a:pt x="994940" y="1111014"/>
                  </a:lnTo>
                  <a:lnTo>
                    <a:pt x="996035" y="1111057"/>
                  </a:lnTo>
                  <a:lnTo>
                    <a:pt x="1003265" y="1111362"/>
                  </a:lnTo>
                  <a:lnTo>
                    <a:pt x="1021607" y="1112206"/>
                  </a:lnTo>
                  <a:lnTo>
                    <a:pt x="1054686" y="1113869"/>
                  </a:lnTo>
                  <a:lnTo>
                    <a:pt x="1104568" y="1116618"/>
                  </a:lnTo>
                  <a:lnTo>
                    <a:pt x="1171612" y="1120683"/>
                  </a:lnTo>
                  <a:lnTo>
                    <a:pt x="1254506" y="1126238"/>
                  </a:lnTo>
                  <a:lnTo>
                    <a:pt x="1350560" y="1133388"/>
                  </a:lnTo>
                  <a:lnTo>
                    <a:pt x="1456187" y="1142176"/>
                  </a:lnTo>
                  <a:lnTo>
                    <a:pt x="1567462" y="1152597"/>
                  </a:lnTo>
                  <a:lnTo>
                    <a:pt x="1680639" y="1164620"/>
                  </a:lnTo>
                  <a:lnTo>
                    <a:pt x="1792512" y="1178214"/>
                  </a:lnTo>
                  <a:lnTo>
                    <a:pt x="1900611" y="1193368"/>
                  </a:lnTo>
                  <a:lnTo>
                    <a:pt x="2003240" y="1210104"/>
                  </a:lnTo>
                  <a:lnTo>
                    <a:pt x="2099409" y="1228492"/>
                  </a:lnTo>
                  <a:lnTo>
                    <a:pt x="2188711" y="1248649"/>
                  </a:lnTo>
                  <a:lnTo>
                    <a:pt x="2271184" y="1270742"/>
                  </a:lnTo>
                  <a:lnTo>
                    <a:pt x="2347180" y="1294988"/>
                  </a:lnTo>
                  <a:lnTo>
                    <a:pt x="2417257" y="1321644"/>
                  </a:lnTo>
                  <a:lnTo>
                    <a:pt x="2482097" y="1351000"/>
                  </a:lnTo>
                  <a:lnTo>
                    <a:pt x="2542438" y="1383364"/>
                  </a:lnTo>
                  <a:lnTo>
                    <a:pt x="2599032" y="1419033"/>
                  </a:lnTo>
                  <a:lnTo>
                    <a:pt x="2652602" y="1458250"/>
                  </a:lnTo>
                  <a:lnTo>
                    <a:pt x="2702183" y="1499694"/>
                  </a:lnTo>
                  <a:lnTo>
                    <a:pt x="2749497" y="1544010"/>
                  </a:lnTo>
                  <a:lnTo>
                    <a:pt x="2795575" y="1591744"/>
                  </a:lnTo>
                  <a:lnTo>
                    <a:pt x="2840771" y="1642966"/>
                  </a:lnTo>
                  <a:lnTo>
                    <a:pt x="2885367" y="1697680"/>
                  </a:lnTo>
                  <a:lnTo>
                    <a:pt x="2929583" y="1755825"/>
                  </a:lnTo>
                  <a:lnTo>
                    <a:pt x="2973590" y="1817262"/>
                  </a:lnTo>
                  <a:lnTo>
                    <a:pt x="3017509" y="1881772"/>
                  </a:lnTo>
                  <a:lnTo>
                    <a:pt x="3061426" y="1949059"/>
                  </a:lnTo>
                  <a:lnTo>
                    <a:pt x="3105390" y="2018748"/>
                  </a:lnTo>
                  <a:lnTo>
                    <a:pt x="3149423" y="2090392"/>
                  </a:lnTo>
                  <a:lnTo>
                    <a:pt x="3193521" y="2163485"/>
                  </a:lnTo>
                  <a:lnTo>
                    <a:pt x="3237668" y="2237476"/>
                  </a:lnTo>
                  <a:lnTo>
                    <a:pt x="3281831" y="2311781"/>
                  </a:lnTo>
                  <a:lnTo>
                    <a:pt x="3325979" y="2385810"/>
                  </a:lnTo>
                  <a:lnTo>
                    <a:pt x="3370082" y="2458980"/>
                  </a:lnTo>
                  <a:lnTo>
                    <a:pt x="3414119" y="2530735"/>
                  </a:lnTo>
                  <a:lnTo>
                    <a:pt x="3458088" y="2600565"/>
                  </a:lnTo>
                  <a:lnTo>
                    <a:pt x="3502006" y="2668021"/>
                  </a:lnTo>
                  <a:lnTo>
                    <a:pt x="3545923" y="2732723"/>
                  </a:lnTo>
                  <a:lnTo>
                    <a:pt x="3589921" y="2794368"/>
                  </a:lnTo>
                  <a:lnTo>
                    <a:pt x="3634119" y="2852733"/>
                  </a:lnTo>
                  <a:lnTo>
                    <a:pt x="3678683" y="2907675"/>
                  </a:lnTo>
                  <a:lnTo>
                    <a:pt x="3723832" y="2959125"/>
                  </a:lnTo>
                  <a:lnTo>
                    <a:pt x="3769843" y="3007086"/>
                  </a:lnTo>
                  <a:lnTo>
                    <a:pt x="3817063" y="3051622"/>
                  </a:lnTo>
                  <a:lnTo>
                    <a:pt x="3820202" y="3054416"/>
                  </a:lnTo>
                  <a:lnTo>
                    <a:pt x="3871471" y="3097183"/>
                  </a:lnTo>
                  <a:lnTo>
                    <a:pt x="3925128" y="3136282"/>
                  </a:lnTo>
                  <a:lnTo>
                    <a:pt x="3981832" y="3171840"/>
                  </a:lnTo>
                  <a:lnTo>
                    <a:pt x="4042307" y="3204103"/>
                  </a:lnTo>
                  <a:lnTo>
                    <a:pt x="4107304" y="3233367"/>
                  </a:lnTo>
                  <a:lnTo>
                    <a:pt x="4177562" y="3259941"/>
                  </a:lnTo>
                  <a:lnTo>
                    <a:pt x="4253759" y="3284113"/>
                  </a:lnTo>
                  <a:lnTo>
                    <a:pt x="4336448" y="3306141"/>
                  </a:lnTo>
                  <a:lnTo>
                    <a:pt x="4425973" y="3326238"/>
                  </a:lnTo>
                  <a:lnTo>
                    <a:pt x="4522360" y="3344571"/>
                  </a:lnTo>
                  <a:lnTo>
                    <a:pt x="4625184" y="3361256"/>
                  </a:lnTo>
                  <a:lnTo>
                    <a:pt x="4733436" y="3376359"/>
                  </a:lnTo>
                  <a:lnTo>
                    <a:pt x="4845394" y="3389903"/>
                  </a:lnTo>
                  <a:lnTo>
                    <a:pt x="4958563" y="3401875"/>
                  </a:lnTo>
                  <a:lnTo>
                    <a:pt x="5069716" y="3412243"/>
                  </a:lnTo>
                  <a:lnTo>
                    <a:pt x="5175095" y="3420978"/>
                  </a:lnTo>
                  <a:lnTo>
                    <a:pt x="5270777" y="3428076"/>
                  </a:lnTo>
                  <a:lnTo>
                    <a:pt x="5353196" y="3433580"/>
                  </a:lnTo>
                  <a:lnTo>
                    <a:pt x="5419697" y="3437600"/>
                  </a:lnTo>
                  <a:lnTo>
                    <a:pt x="5469022" y="3440311"/>
                  </a:lnTo>
                  <a:lnTo>
                    <a:pt x="5501584" y="3441943"/>
                  </a:lnTo>
                  <a:lnTo>
                    <a:pt x="5519503" y="3442765"/>
                  </a:lnTo>
                  <a:lnTo>
                    <a:pt x="5526451" y="3443057"/>
                  </a:lnTo>
                  <a:lnTo>
                    <a:pt x="5527445" y="3443096"/>
                  </a:lnTo>
                  <a:lnTo>
                    <a:pt x="6522385" y="3443096"/>
                  </a:lnTo>
                  <a:lnTo>
                    <a:pt x="6523436" y="3443035"/>
                  </a:lnTo>
                  <a:lnTo>
                    <a:pt x="6530377" y="3442603"/>
                  </a:lnTo>
                  <a:lnTo>
                    <a:pt x="6548005" y="3441410"/>
                  </a:lnTo>
                  <a:lnTo>
                    <a:pt x="6579842" y="3439058"/>
                  </a:lnTo>
                  <a:lnTo>
                    <a:pt x="6627950" y="3435167"/>
                  </a:lnTo>
                  <a:lnTo>
                    <a:pt x="6692775" y="3429407"/>
                  </a:lnTo>
                  <a:lnTo>
                    <a:pt x="6773177" y="3421527"/>
                  </a:lnTo>
                  <a:lnTo>
                    <a:pt x="6866679" y="3411368"/>
                  </a:lnTo>
                  <a:lnTo>
                    <a:pt x="6969904" y="3398860"/>
                  </a:lnTo>
                  <a:lnTo>
                    <a:pt x="7079102" y="3384005"/>
                  </a:lnTo>
                  <a:lnTo>
                    <a:pt x="7190634" y="3366843"/>
                  </a:lnTo>
                  <a:lnTo>
                    <a:pt x="7301333" y="3347421"/>
                  </a:lnTo>
                  <a:lnTo>
                    <a:pt x="7408712" y="3325761"/>
                  </a:lnTo>
                  <a:lnTo>
                    <a:pt x="7511018" y="3301840"/>
                  </a:lnTo>
                  <a:lnTo>
                    <a:pt x="7607183" y="3275573"/>
                  </a:lnTo>
                  <a:lnTo>
                    <a:pt x="7696715" y="3246810"/>
                  </a:lnTo>
                  <a:lnTo>
                    <a:pt x="7779568" y="3215327"/>
                  </a:lnTo>
                  <a:lnTo>
                    <a:pt x="7856020" y="3180835"/>
                  </a:lnTo>
                  <a:lnTo>
                    <a:pt x="7926567" y="3142982"/>
                  </a:lnTo>
                  <a:lnTo>
                    <a:pt x="7991837" y="3101368"/>
                  </a:lnTo>
                  <a:lnTo>
                    <a:pt x="8052531" y="3055561"/>
                  </a:lnTo>
                  <a:lnTo>
                    <a:pt x="8109367" y="3005132"/>
                  </a:lnTo>
                  <a:lnTo>
                    <a:pt x="8163053" y="2949705"/>
                  </a:lnTo>
                  <a:lnTo>
                    <a:pt x="8214240" y="2889041"/>
                  </a:lnTo>
                  <a:lnTo>
                    <a:pt x="8229629" y="2869247"/>
                  </a:lnTo>
                  <a:lnTo>
                    <a:pt x="8270685" y="2812873"/>
                  </a:lnTo>
                  <a:lnTo>
                    <a:pt x="8310776" y="2752727"/>
                  </a:lnTo>
                  <a:lnTo>
                    <a:pt x="8350141" y="2688733"/>
                  </a:lnTo>
                  <a:lnTo>
                    <a:pt x="8388977" y="2620863"/>
                  </a:lnTo>
                  <a:lnTo>
                    <a:pt x="8427446" y="2549145"/>
                  </a:lnTo>
                  <a:lnTo>
                    <a:pt x="8465678" y="2473668"/>
                  </a:lnTo>
                  <a:lnTo>
                    <a:pt x="8503773" y="2394584"/>
                  </a:lnTo>
                  <a:lnTo>
                    <a:pt x="8541808" y="2312113"/>
                  </a:lnTo>
                  <a:lnTo>
                    <a:pt x="8579839" y="2226538"/>
                  </a:lnTo>
                  <a:lnTo>
                    <a:pt x="8617900" y="2138211"/>
                  </a:lnTo>
                  <a:lnTo>
                    <a:pt x="8656009" y="2047541"/>
                  </a:lnTo>
                  <a:lnTo>
                    <a:pt x="8694170" y="1954992"/>
                  </a:lnTo>
                  <a:lnTo>
                    <a:pt x="8732378" y="1861072"/>
                  </a:lnTo>
                  <a:lnTo>
                    <a:pt x="8770616" y="1766322"/>
                  </a:lnTo>
                  <a:lnTo>
                    <a:pt x="8808864" y="1671304"/>
                  </a:lnTo>
                  <a:lnTo>
                    <a:pt x="8847100" y="1576587"/>
                  </a:lnTo>
                  <a:lnTo>
                    <a:pt x="8885305" y="1482732"/>
                  </a:lnTo>
                  <a:lnTo>
                    <a:pt x="8923464" y="1390277"/>
                  </a:lnTo>
                  <a:lnTo>
                    <a:pt x="8961570" y="1299730"/>
                  </a:lnTo>
                  <a:lnTo>
                    <a:pt x="8999628" y="1211551"/>
                  </a:lnTo>
                  <a:lnTo>
                    <a:pt x="9037658" y="1126146"/>
                  </a:lnTo>
                  <a:lnTo>
                    <a:pt x="9075695" y="1043863"/>
                  </a:lnTo>
                  <a:lnTo>
                    <a:pt x="9113796" y="964981"/>
                  </a:lnTo>
                  <a:lnTo>
                    <a:pt x="9152038" y="889717"/>
                  </a:lnTo>
                  <a:lnTo>
                    <a:pt x="9190525" y="818219"/>
                  </a:lnTo>
                  <a:lnTo>
                    <a:pt x="9229387" y="750572"/>
                  </a:lnTo>
                  <a:lnTo>
                    <a:pt x="9268788" y="686801"/>
                  </a:lnTo>
                  <a:lnTo>
                    <a:pt x="9308927" y="626875"/>
                  </a:lnTo>
                  <a:lnTo>
                    <a:pt x="9347647" y="573849"/>
                  </a:lnTo>
                  <a:lnTo>
                    <a:pt x="9398183" y="511555"/>
                  </a:lnTo>
                  <a:lnTo>
                    <a:pt x="9451031" y="454528"/>
                  </a:lnTo>
                  <a:lnTo>
                    <a:pt x="9506821" y="402591"/>
                  </a:lnTo>
                  <a:lnTo>
                    <a:pt x="9566246" y="355402"/>
                  </a:lnTo>
                  <a:lnTo>
                    <a:pt x="9630028" y="312540"/>
                  </a:lnTo>
                  <a:lnTo>
                    <a:pt x="9698874" y="273570"/>
                  </a:lnTo>
                  <a:lnTo>
                    <a:pt x="9773443" y="238081"/>
                  </a:lnTo>
                  <a:lnTo>
                    <a:pt x="9854278" y="205703"/>
                  </a:lnTo>
                  <a:lnTo>
                    <a:pt x="9941735" y="176127"/>
                  </a:lnTo>
                  <a:lnTo>
                    <a:pt x="10035881" y="149109"/>
                  </a:lnTo>
                  <a:lnTo>
                    <a:pt x="10136376" y="124476"/>
                  </a:lnTo>
                  <a:lnTo>
                    <a:pt x="10242343" y="102123"/>
                  </a:lnTo>
                  <a:lnTo>
                    <a:pt x="10352248" y="82009"/>
                  </a:lnTo>
                  <a:lnTo>
                    <a:pt x="10463831" y="64145"/>
                  </a:lnTo>
                  <a:lnTo>
                    <a:pt x="10574122" y="48573"/>
                  </a:lnTo>
                  <a:lnTo>
                    <a:pt x="10679595" y="35338"/>
                  </a:lnTo>
                  <a:lnTo>
                    <a:pt x="10776487" y="24457"/>
                  </a:lnTo>
                  <a:lnTo>
                    <a:pt x="10861249" y="15886"/>
                  </a:lnTo>
                  <a:lnTo>
                    <a:pt x="10931074" y="9494"/>
                  </a:lnTo>
                  <a:lnTo>
                    <a:pt x="10984371" y="5058"/>
                  </a:lnTo>
                  <a:lnTo>
                    <a:pt x="11021086" y="2269"/>
                  </a:lnTo>
                  <a:lnTo>
                    <a:pt x="11042788" y="761"/>
                  </a:lnTo>
                  <a:lnTo>
                    <a:pt x="11052573" y="136"/>
                  </a:lnTo>
                  <a:lnTo>
                    <a:pt x="11054859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4" name="pl523"/>
            <p:cNvSpPr/>
            <p:nvPr/>
          </p:nvSpPr>
          <p:spPr>
            <a:xfrm>
              <a:off x="1199187" y="2504858"/>
              <a:ext cx="12049831" cy="3443096"/>
            </a:xfrm>
            <a:custGeom>
              <a:avLst/>
              <a:pathLst>
                <a:path w="12049831" h="3443096">
                  <a:moveTo>
                    <a:pt x="12049831" y="0"/>
                  </a:moveTo>
                  <a:lnTo>
                    <a:pt x="11054891" y="0"/>
                  </a:lnTo>
                  <a:lnTo>
                    <a:pt x="11053841" y="60"/>
                  </a:lnTo>
                  <a:lnTo>
                    <a:pt x="11046899" y="492"/>
                  </a:lnTo>
                  <a:lnTo>
                    <a:pt x="11029272" y="1685"/>
                  </a:lnTo>
                  <a:lnTo>
                    <a:pt x="10997434" y="4037"/>
                  </a:lnTo>
                  <a:lnTo>
                    <a:pt x="10949326" y="7928"/>
                  </a:lnTo>
                  <a:lnTo>
                    <a:pt x="10884501" y="13688"/>
                  </a:lnTo>
                  <a:lnTo>
                    <a:pt x="10804099" y="21569"/>
                  </a:lnTo>
                  <a:lnTo>
                    <a:pt x="10710598" y="31728"/>
                  </a:lnTo>
                  <a:lnTo>
                    <a:pt x="10607372" y="44236"/>
                  </a:lnTo>
                  <a:lnTo>
                    <a:pt x="10498174" y="59091"/>
                  </a:lnTo>
                  <a:lnTo>
                    <a:pt x="10386643" y="76252"/>
                  </a:lnTo>
                  <a:lnTo>
                    <a:pt x="10275944" y="95675"/>
                  </a:lnTo>
                  <a:lnTo>
                    <a:pt x="10168565" y="117335"/>
                  </a:lnTo>
                  <a:lnTo>
                    <a:pt x="10066258" y="141256"/>
                  </a:lnTo>
                  <a:lnTo>
                    <a:pt x="9970093" y="167522"/>
                  </a:lnTo>
                  <a:lnTo>
                    <a:pt x="9880562" y="196286"/>
                  </a:lnTo>
                  <a:lnTo>
                    <a:pt x="9797709" y="227769"/>
                  </a:lnTo>
                  <a:lnTo>
                    <a:pt x="9721257" y="262261"/>
                  </a:lnTo>
                  <a:lnTo>
                    <a:pt x="9650710" y="300113"/>
                  </a:lnTo>
                  <a:lnTo>
                    <a:pt x="9585439" y="341728"/>
                  </a:lnTo>
                  <a:lnTo>
                    <a:pt x="9524746" y="387535"/>
                  </a:lnTo>
                  <a:lnTo>
                    <a:pt x="9467909" y="437964"/>
                  </a:lnTo>
                  <a:lnTo>
                    <a:pt x="9414224" y="493391"/>
                  </a:lnTo>
                  <a:lnTo>
                    <a:pt x="9363036" y="554055"/>
                  </a:lnTo>
                  <a:lnTo>
                    <a:pt x="9347647" y="573849"/>
                  </a:lnTo>
                  <a:lnTo>
                    <a:pt x="9306591" y="630223"/>
                  </a:lnTo>
                  <a:lnTo>
                    <a:pt x="9266501" y="690368"/>
                  </a:lnTo>
                  <a:lnTo>
                    <a:pt x="9227136" y="754363"/>
                  </a:lnTo>
                  <a:lnTo>
                    <a:pt x="9188299" y="822233"/>
                  </a:lnTo>
                  <a:lnTo>
                    <a:pt x="9149830" y="893951"/>
                  </a:lnTo>
                  <a:lnTo>
                    <a:pt x="9111599" y="969428"/>
                  </a:lnTo>
                  <a:lnTo>
                    <a:pt x="9073504" y="1048511"/>
                  </a:lnTo>
                  <a:lnTo>
                    <a:pt x="9035468" y="1130983"/>
                  </a:lnTo>
                  <a:lnTo>
                    <a:pt x="8997438" y="1216557"/>
                  </a:lnTo>
                  <a:lnTo>
                    <a:pt x="8959377" y="1304885"/>
                  </a:lnTo>
                  <a:lnTo>
                    <a:pt x="8921268" y="1395555"/>
                  </a:lnTo>
                  <a:lnTo>
                    <a:pt x="8883106" y="1488104"/>
                  </a:lnTo>
                  <a:lnTo>
                    <a:pt x="8844899" y="1582024"/>
                  </a:lnTo>
                  <a:lnTo>
                    <a:pt x="8806661" y="1676774"/>
                  </a:lnTo>
                  <a:lnTo>
                    <a:pt x="8768413" y="1771791"/>
                  </a:lnTo>
                  <a:lnTo>
                    <a:pt x="8730176" y="1866508"/>
                  </a:lnTo>
                  <a:lnTo>
                    <a:pt x="8691971" y="1960364"/>
                  </a:lnTo>
                  <a:lnTo>
                    <a:pt x="8653813" y="2052818"/>
                  </a:lnTo>
                  <a:lnTo>
                    <a:pt x="8615706" y="2143366"/>
                  </a:lnTo>
                  <a:lnTo>
                    <a:pt x="8577648" y="2231545"/>
                  </a:lnTo>
                  <a:lnTo>
                    <a:pt x="8539618" y="2316949"/>
                  </a:lnTo>
                  <a:lnTo>
                    <a:pt x="8501581" y="2399233"/>
                  </a:lnTo>
                  <a:lnTo>
                    <a:pt x="8463481" y="2478114"/>
                  </a:lnTo>
                  <a:lnTo>
                    <a:pt x="8425238" y="2553378"/>
                  </a:lnTo>
                  <a:lnTo>
                    <a:pt x="8386752" y="2624876"/>
                  </a:lnTo>
                  <a:lnTo>
                    <a:pt x="8347890" y="2692523"/>
                  </a:lnTo>
                  <a:lnTo>
                    <a:pt x="8308489" y="2756295"/>
                  </a:lnTo>
                  <a:lnTo>
                    <a:pt x="8268349" y="2816221"/>
                  </a:lnTo>
                  <a:lnTo>
                    <a:pt x="8229629" y="2869247"/>
                  </a:lnTo>
                  <a:lnTo>
                    <a:pt x="8179094" y="2931541"/>
                  </a:lnTo>
                  <a:lnTo>
                    <a:pt x="8126246" y="2988568"/>
                  </a:lnTo>
                  <a:lnTo>
                    <a:pt x="8070456" y="3040504"/>
                  </a:lnTo>
                  <a:lnTo>
                    <a:pt x="8011030" y="3087694"/>
                  </a:lnTo>
                  <a:lnTo>
                    <a:pt x="7947249" y="3130556"/>
                  </a:lnTo>
                  <a:lnTo>
                    <a:pt x="7878402" y="3169525"/>
                  </a:lnTo>
                  <a:lnTo>
                    <a:pt x="7803834" y="3205015"/>
                  </a:lnTo>
                  <a:lnTo>
                    <a:pt x="7722999" y="3237393"/>
                  </a:lnTo>
                  <a:lnTo>
                    <a:pt x="7635542" y="3266969"/>
                  </a:lnTo>
                  <a:lnTo>
                    <a:pt x="7541395" y="3293987"/>
                  </a:lnTo>
                  <a:lnTo>
                    <a:pt x="7440900" y="3318620"/>
                  </a:lnTo>
                  <a:lnTo>
                    <a:pt x="7334934" y="3340973"/>
                  </a:lnTo>
                  <a:lnTo>
                    <a:pt x="7225028" y="3361086"/>
                  </a:lnTo>
                  <a:lnTo>
                    <a:pt x="7113445" y="3378951"/>
                  </a:lnTo>
                  <a:lnTo>
                    <a:pt x="7003155" y="3394523"/>
                  </a:lnTo>
                  <a:lnTo>
                    <a:pt x="6897681" y="3407758"/>
                  </a:lnTo>
                  <a:lnTo>
                    <a:pt x="6800790" y="3418639"/>
                  </a:lnTo>
                  <a:lnTo>
                    <a:pt x="6716028" y="3427210"/>
                  </a:lnTo>
                  <a:lnTo>
                    <a:pt x="6646203" y="3433602"/>
                  </a:lnTo>
                  <a:lnTo>
                    <a:pt x="6592905" y="3438038"/>
                  </a:lnTo>
                  <a:lnTo>
                    <a:pt x="6556191" y="3440826"/>
                  </a:lnTo>
                  <a:lnTo>
                    <a:pt x="6534488" y="3442335"/>
                  </a:lnTo>
                  <a:lnTo>
                    <a:pt x="6524703" y="3442959"/>
                  </a:lnTo>
                  <a:lnTo>
                    <a:pt x="6522418" y="3443094"/>
                  </a:lnTo>
                  <a:lnTo>
                    <a:pt x="6522385" y="3443096"/>
                  </a:lnTo>
                  <a:lnTo>
                    <a:pt x="5527445" y="3443096"/>
                  </a:lnTo>
                  <a:lnTo>
                    <a:pt x="5526350" y="3443053"/>
                  </a:lnTo>
                  <a:lnTo>
                    <a:pt x="5519120" y="3442748"/>
                  </a:lnTo>
                  <a:lnTo>
                    <a:pt x="5500778" y="3441904"/>
                  </a:lnTo>
                  <a:lnTo>
                    <a:pt x="5467699" y="3440241"/>
                  </a:lnTo>
                  <a:lnTo>
                    <a:pt x="5417817" y="3437492"/>
                  </a:lnTo>
                  <a:lnTo>
                    <a:pt x="5350773" y="3433427"/>
                  </a:lnTo>
                  <a:lnTo>
                    <a:pt x="5267879" y="3427872"/>
                  </a:lnTo>
                  <a:lnTo>
                    <a:pt x="5171825" y="3420722"/>
                  </a:lnTo>
                  <a:lnTo>
                    <a:pt x="5066198" y="3411934"/>
                  </a:lnTo>
                  <a:lnTo>
                    <a:pt x="4954923" y="3401513"/>
                  </a:lnTo>
                  <a:lnTo>
                    <a:pt x="4841746" y="3389490"/>
                  </a:lnTo>
                  <a:lnTo>
                    <a:pt x="4729873" y="3375896"/>
                  </a:lnTo>
                  <a:lnTo>
                    <a:pt x="4621774" y="3360742"/>
                  </a:lnTo>
                  <a:lnTo>
                    <a:pt x="4519145" y="3344006"/>
                  </a:lnTo>
                  <a:lnTo>
                    <a:pt x="4422976" y="3325618"/>
                  </a:lnTo>
                  <a:lnTo>
                    <a:pt x="4333674" y="3305461"/>
                  </a:lnTo>
                  <a:lnTo>
                    <a:pt x="4251201" y="3283368"/>
                  </a:lnTo>
                  <a:lnTo>
                    <a:pt x="4175205" y="3259122"/>
                  </a:lnTo>
                  <a:lnTo>
                    <a:pt x="4105128" y="3232467"/>
                  </a:lnTo>
                  <a:lnTo>
                    <a:pt x="4040288" y="3203110"/>
                  </a:lnTo>
                  <a:lnTo>
                    <a:pt x="3979947" y="3170746"/>
                  </a:lnTo>
                  <a:lnTo>
                    <a:pt x="3923353" y="3135077"/>
                  </a:lnTo>
                  <a:lnTo>
                    <a:pt x="3869783" y="3095860"/>
                  </a:lnTo>
                  <a:lnTo>
                    <a:pt x="3820202" y="3054416"/>
                  </a:lnTo>
                  <a:lnTo>
                    <a:pt x="3772888" y="3010100"/>
                  </a:lnTo>
                  <a:lnTo>
                    <a:pt x="3726810" y="2962366"/>
                  </a:lnTo>
                  <a:lnTo>
                    <a:pt x="3681614" y="2911145"/>
                  </a:lnTo>
                  <a:lnTo>
                    <a:pt x="3637018" y="2856430"/>
                  </a:lnTo>
                  <a:lnTo>
                    <a:pt x="3592802" y="2798285"/>
                  </a:lnTo>
                  <a:lnTo>
                    <a:pt x="3548795" y="2736849"/>
                  </a:lnTo>
                  <a:lnTo>
                    <a:pt x="3504876" y="2672338"/>
                  </a:lnTo>
                  <a:lnTo>
                    <a:pt x="3460959" y="2605051"/>
                  </a:lnTo>
                  <a:lnTo>
                    <a:pt x="3416995" y="2535362"/>
                  </a:lnTo>
                  <a:lnTo>
                    <a:pt x="3372962" y="2463718"/>
                  </a:lnTo>
                  <a:lnTo>
                    <a:pt x="3328864" y="2390625"/>
                  </a:lnTo>
                  <a:lnTo>
                    <a:pt x="3284717" y="2316635"/>
                  </a:lnTo>
                  <a:lnTo>
                    <a:pt x="3240554" y="2242329"/>
                  </a:lnTo>
                  <a:lnTo>
                    <a:pt x="3196406" y="2168300"/>
                  </a:lnTo>
                  <a:lnTo>
                    <a:pt x="3152303" y="2095130"/>
                  </a:lnTo>
                  <a:lnTo>
                    <a:pt x="3108266" y="2023376"/>
                  </a:lnTo>
                  <a:lnTo>
                    <a:pt x="3064297" y="1953545"/>
                  </a:lnTo>
                  <a:lnTo>
                    <a:pt x="3020379" y="1886089"/>
                  </a:lnTo>
                  <a:lnTo>
                    <a:pt x="2976462" y="1821387"/>
                  </a:lnTo>
                  <a:lnTo>
                    <a:pt x="2932464" y="1759742"/>
                  </a:lnTo>
                  <a:lnTo>
                    <a:pt x="2888266" y="1701377"/>
                  </a:lnTo>
                  <a:lnTo>
                    <a:pt x="2843702" y="1646435"/>
                  </a:lnTo>
                  <a:lnTo>
                    <a:pt x="2798553" y="1594985"/>
                  </a:lnTo>
                  <a:lnTo>
                    <a:pt x="2752542" y="1547024"/>
                  </a:lnTo>
                  <a:lnTo>
                    <a:pt x="2705322" y="1502488"/>
                  </a:lnTo>
                  <a:lnTo>
                    <a:pt x="2702183" y="1499694"/>
                  </a:lnTo>
                  <a:lnTo>
                    <a:pt x="2650914" y="1456927"/>
                  </a:lnTo>
                  <a:lnTo>
                    <a:pt x="2597257" y="1417828"/>
                  </a:lnTo>
                  <a:lnTo>
                    <a:pt x="2540553" y="1382270"/>
                  </a:lnTo>
                  <a:lnTo>
                    <a:pt x="2480078" y="1350007"/>
                  </a:lnTo>
                  <a:lnTo>
                    <a:pt x="2415081" y="1320743"/>
                  </a:lnTo>
                  <a:lnTo>
                    <a:pt x="2344823" y="1294169"/>
                  </a:lnTo>
                  <a:lnTo>
                    <a:pt x="2268626" y="1269997"/>
                  </a:lnTo>
                  <a:lnTo>
                    <a:pt x="2185937" y="1247969"/>
                  </a:lnTo>
                  <a:lnTo>
                    <a:pt x="2096412" y="1227872"/>
                  </a:lnTo>
                  <a:lnTo>
                    <a:pt x="2000025" y="1209539"/>
                  </a:lnTo>
                  <a:lnTo>
                    <a:pt x="1897201" y="1192854"/>
                  </a:lnTo>
                  <a:lnTo>
                    <a:pt x="1788949" y="1177751"/>
                  </a:lnTo>
                  <a:lnTo>
                    <a:pt x="1676991" y="1164207"/>
                  </a:lnTo>
                  <a:lnTo>
                    <a:pt x="1563822" y="1152235"/>
                  </a:lnTo>
                  <a:lnTo>
                    <a:pt x="1452669" y="1141867"/>
                  </a:lnTo>
                  <a:lnTo>
                    <a:pt x="1347290" y="1133132"/>
                  </a:lnTo>
                  <a:lnTo>
                    <a:pt x="1251608" y="1126034"/>
                  </a:lnTo>
                  <a:lnTo>
                    <a:pt x="1169189" y="1120530"/>
                  </a:lnTo>
                  <a:lnTo>
                    <a:pt x="1102688" y="1116510"/>
                  </a:lnTo>
                  <a:lnTo>
                    <a:pt x="1053363" y="1113799"/>
                  </a:lnTo>
                  <a:lnTo>
                    <a:pt x="1020801" y="1112167"/>
                  </a:lnTo>
                  <a:lnTo>
                    <a:pt x="1002882" y="1111345"/>
                  </a:lnTo>
                  <a:lnTo>
                    <a:pt x="995934" y="1111053"/>
                  </a:lnTo>
                  <a:lnTo>
                    <a:pt x="994940" y="1111014"/>
                  </a:lnTo>
                  <a:lnTo>
                    <a:pt x="0" y="1111014"/>
                  </a:lnTo>
                  <a:lnTo>
                    <a:pt x="0" y="11110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5" name="pg524"/>
            <p:cNvSpPr/>
            <p:nvPr/>
          </p:nvSpPr>
          <p:spPr>
            <a:xfrm>
              <a:off x="1199187" y="3626354"/>
              <a:ext cx="12049831" cy="2358285"/>
            </a:xfrm>
            <a:custGeom>
              <a:avLst/>
              <a:pathLst>
                <a:path w="12049831" h="2358285">
                  <a:moveTo>
                    <a:pt x="0" y="10481"/>
                  </a:moveTo>
                  <a:lnTo>
                    <a:pt x="994940" y="10481"/>
                  </a:lnTo>
                  <a:lnTo>
                    <a:pt x="996034" y="10524"/>
                  </a:lnTo>
                  <a:lnTo>
                    <a:pt x="1003261" y="10831"/>
                  </a:lnTo>
                  <a:lnTo>
                    <a:pt x="1021595" y="11680"/>
                  </a:lnTo>
                  <a:lnTo>
                    <a:pt x="1054658" y="13353"/>
                  </a:lnTo>
                  <a:lnTo>
                    <a:pt x="1104519" y="16120"/>
                  </a:lnTo>
                  <a:lnTo>
                    <a:pt x="1171536" y="20210"/>
                  </a:lnTo>
                  <a:lnTo>
                    <a:pt x="1254401" y="25800"/>
                  </a:lnTo>
                  <a:lnTo>
                    <a:pt x="1350425" y="32995"/>
                  </a:lnTo>
                  <a:lnTo>
                    <a:pt x="1456023" y="41838"/>
                  </a:lnTo>
                  <a:lnTo>
                    <a:pt x="1567274" y="52325"/>
                  </a:lnTo>
                  <a:lnTo>
                    <a:pt x="1680432" y="64425"/>
                  </a:lnTo>
                  <a:lnTo>
                    <a:pt x="1792292" y="78105"/>
                  </a:lnTo>
                  <a:lnTo>
                    <a:pt x="1900383" y="93355"/>
                  </a:lnTo>
                  <a:lnTo>
                    <a:pt x="2003008" y="110198"/>
                  </a:lnTo>
                  <a:lnTo>
                    <a:pt x="2099177" y="128702"/>
                  </a:lnTo>
                  <a:lnTo>
                    <a:pt x="2188482" y="148987"/>
                  </a:lnTo>
                  <a:lnTo>
                    <a:pt x="2270960" y="171220"/>
                  </a:lnTo>
                  <a:lnTo>
                    <a:pt x="2346961" y="195618"/>
                  </a:lnTo>
                  <a:lnTo>
                    <a:pt x="2417044" y="222441"/>
                  </a:lnTo>
                  <a:lnTo>
                    <a:pt x="2481888" y="251981"/>
                  </a:lnTo>
                  <a:lnTo>
                    <a:pt x="2542234" y="284548"/>
                  </a:lnTo>
                  <a:lnTo>
                    <a:pt x="2598831" y="320439"/>
                  </a:lnTo>
                  <a:lnTo>
                    <a:pt x="2652402" y="359899"/>
                  </a:lnTo>
                  <a:lnTo>
                    <a:pt x="2702183" y="401781"/>
                  </a:lnTo>
                  <a:lnTo>
                    <a:pt x="2749394" y="446293"/>
                  </a:lnTo>
                  <a:lnTo>
                    <a:pt x="2795373" y="494231"/>
                  </a:lnTo>
                  <a:lnTo>
                    <a:pt x="2840473" y="545664"/>
                  </a:lnTo>
                  <a:lnTo>
                    <a:pt x="2884974" y="600598"/>
                  </a:lnTo>
                  <a:lnTo>
                    <a:pt x="2929095" y="658971"/>
                  </a:lnTo>
                  <a:lnTo>
                    <a:pt x="2973005" y="720646"/>
                  </a:lnTo>
                  <a:lnTo>
                    <a:pt x="3016828" y="785405"/>
                  </a:lnTo>
                  <a:lnTo>
                    <a:pt x="3060647" y="852952"/>
                  </a:lnTo>
                  <a:lnTo>
                    <a:pt x="3104512" y="922913"/>
                  </a:lnTo>
                  <a:lnTo>
                    <a:pt x="3148446" y="994844"/>
                  </a:lnTo>
                  <a:lnTo>
                    <a:pt x="3192445" y="1068240"/>
                  </a:lnTo>
                  <a:lnTo>
                    <a:pt x="3236493" y="1142548"/>
                  </a:lnTo>
                  <a:lnTo>
                    <a:pt x="3280558" y="1217188"/>
                  </a:lnTo>
                  <a:lnTo>
                    <a:pt x="3324610" y="1291568"/>
                  </a:lnTo>
                  <a:lnTo>
                    <a:pt x="3368616" y="1365104"/>
                  </a:lnTo>
                  <a:lnTo>
                    <a:pt x="3412558" y="1437240"/>
                  </a:lnTo>
                  <a:lnTo>
                    <a:pt x="3456432" y="1507465"/>
                  </a:lnTo>
                  <a:lnTo>
                    <a:pt x="3500254" y="1575326"/>
                  </a:lnTo>
                  <a:lnTo>
                    <a:pt x="3544073" y="1640440"/>
                  </a:lnTo>
                  <a:lnTo>
                    <a:pt x="3587967" y="1702501"/>
                  </a:lnTo>
                  <a:lnTo>
                    <a:pt x="3632054" y="1761282"/>
                  </a:lnTo>
                  <a:lnTo>
                    <a:pt x="3676498" y="1816638"/>
                  </a:lnTo>
                  <a:lnTo>
                    <a:pt x="3721512" y="1868495"/>
                  </a:lnTo>
                  <a:lnTo>
                    <a:pt x="3767368" y="1916854"/>
                  </a:lnTo>
                  <a:lnTo>
                    <a:pt x="3814408" y="1961775"/>
                  </a:lnTo>
                  <a:lnTo>
                    <a:pt x="3820202" y="1966984"/>
                  </a:lnTo>
                  <a:lnTo>
                    <a:pt x="3871463" y="2010033"/>
                  </a:lnTo>
                  <a:lnTo>
                    <a:pt x="3925110" y="2049390"/>
                  </a:lnTo>
                  <a:lnTo>
                    <a:pt x="3981803" y="2085183"/>
                  </a:lnTo>
                  <a:lnTo>
                    <a:pt x="4042265" y="2117660"/>
                  </a:lnTo>
                  <a:lnTo>
                    <a:pt x="4107248" y="2147119"/>
                  </a:lnTo>
                  <a:lnTo>
                    <a:pt x="4177489" y="2173869"/>
                  </a:lnTo>
                  <a:lnTo>
                    <a:pt x="4253666" y="2198203"/>
                  </a:lnTo>
                  <a:lnTo>
                    <a:pt x="4336333" y="2220378"/>
                  </a:lnTo>
                  <a:lnTo>
                    <a:pt x="4425834" y="2240610"/>
                  </a:lnTo>
                  <a:lnTo>
                    <a:pt x="4522194" y="2259066"/>
                  </a:lnTo>
                  <a:lnTo>
                    <a:pt x="4624990" y="2275864"/>
                  </a:lnTo>
                  <a:lnTo>
                    <a:pt x="4733215" y="2291069"/>
                  </a:lnTo>
                  <a:lnTo>
                    <a:pt x="4845149" y="2304705"/>
                  </a:lnTo>
                  <a:lnTo>
                    <a:pt x="4958300" y="2316759"/>
                  </a:lnTo>
                  <a:lnTo>
                    <a:pt x="5069444" y="2327200"/>
                  </a:lnTo>
                  <a:lnTo>
                    <a:pt x="5174825" y="2335997"/>
                  </a:lnTo>
                  <a:lnTo>
                    <a:pt x="5270523" y="2343145"/>
                  </a:lnTo>
                  <a:lnTo>
                    <a:pt x="5352971" y="2348691"/>
                  </a:lnTo>
                  <a:lnTo>
                    <a:pt x="5419514" y="2352742"/>
                  </a:lnTo>
                  <a:lnTo>
                    <a:pt x="5468887" y="2355474"/>
                  </a:lnTo>
                  <a:lnTo>
                    <a:pt x="5501497" y="2357120"/>
                  </a:lnTo>
                  <a:lnTo>
                    <a:pt x="5519460" y="2357949"/>
                  </a:lnTo>
                  <a:lnTo>
                    <a:pt x="5526440" y="2358245"/>
                  </a:lnTo>
                  <a:lnTo>
                    <a:pt x="5527445" y="2358285"/>
                  </a:lnTo>
                  <a:lnTo>
                    <a:pt x="6522385" y="2358285"/>
                  </a:lnTo>
                  <a:lnTo>
                    <a:pt x="6523493" y="2358249"/>
                  </a:lnTo>
                  <a:lnTo>
                    <a:pt x="6530803" y="2357991"/>
                  </a:lnTo>
                  <a:lnTo>
                    <a:pt x="6549341" y="2357280"/>
                  </a:lnTo>
                  <a:lnTo>
                    <a:pt x="6582760" y="2355877"/>
                  </a:lnTo>
                  <a:lnTo>
                    <a:pt x="6633127" y="2353559"/>
                  </a:lnTo>
                  <a:lnTo>
                    <a:pt x="6700775" y="2350132"/>
                  </a:lnTo>
                  <a:lnTo>
                    <a:pt x="6784346" y="2345452"/>
                  </a:lnTo>
                  <a:lnTo>
                    <a:pt x="6881089" y="2339429"/>
                  </a:lnTo>
                  <a:lnTo>
                    <a:pt x="6987360" y="2332031"/>
                  </a:lnTo>
                  <a:lnTo>
                    <a:pt x="7099188" y="2323261"/>
                  </a:lnTo>
                  <a:lnTo>
                    <a:pt x="7212798" y="2313146"/>
                  </a:lnTo>
                  <a:lnTo>
                    <a:pt x="7324975" y="2301713"/>
                  </a:lnTo>
                  <a:lnTo>
                    <a:pt x="7433256" y="2288969"/>
                  </a:lnTo>
                  <a:lnTo>
                    <a:pt x="7535960" y="2274894"/>
                  </a:lnTo>
                  <a:lnTo>
                    <a:pt x="7632120" y="2259427"/>
                  </a:lnTo>
                  <a:lnTo>
                    <a:pt x="7721353" y="2242468"/>
                  </a:lnTo>
                  <a:lnTo>
                    <a:pt x="7803719" y="2223871"/>
                  </a:lnTo>
                  <a:lnTo>
                    <a:pt x="7879590" y="2203454"/>
                  </a:lnTo>
                  <a:lnTo>
                    <a:pt x="7949541" y="2180996"/>
                  </a:lnTo>
                  <a:lnTo>
                    <a:pt x="8014267" y="2156251"/>
                  </a:lnTo>
                  <a:lnTo>
                    <a:pt x="8074518" y="2128960"/>
                  </a:lnTo>
                  <a:lnTo>
                    <a:pt x="8131053" y="2098874"/>
                  </a:lnTo>
                  <a:lnTo>
                    <a:pt x="8184599" y="2065795"/>
                  </a:lnTo>
                  <a:lnTo>
                    <a:pt x="8229629" y="2034239"/>
                  </a:lnTo>
                  <a:lnTo>
                    <a:pt x="8279631" y="1995075"/>
                  </a:lnTo>
                  <a:lnTo>
                    <a:pt x="8328276" y="1952717"/>
                  </a:lnTo>
                  <a:lnTo>
                    <a:pt x="8375973" y="1907104"/>
                  </a:lnTo>
                  <a:lnTo>
                    <a:pt x="8423045" y="1858239"/>
                  </a:lnTo>
                  <a:lnTo>
                    <a:pt x="8469740" y="1806199"/>
                  </a:lnTo>
                  <a:lnTo>
                    <a:pt x="8516245" y="1751140"/>
                  </a:lnTo>
                  <a:lnTo>
                    <a:pt x="8562689" y="1693302"/>
                  </a:lnTo>
                  <a:lnTo>
                    <a:pt x="8609158" y="1633009"/>
                  </a:lnTo>
                  <a:lnTo>
                    <a:pt x="8655693" y="1570660"/>
                  </a:lnTo>
                  <a:lnTo>
                    <a:pt x="8702306" y="1506727"/>
                  </a:lnTo>
                  <a:lnTo>
                    <a:pt x="8748983" y="1441736"/>
                  </a:lnTo>
                  <a:lnTo>
                    <a:pt x="8795692" y="1376250"/>
                  </a:lnTo>
                  <a:lnTo>
                    <a:pt x="8842396" y="1310852"/>
                  </a:lnTo>
                  <a:lnTo>
                    <a:pt x="8889056" y="1246122"/>
                  </a:lnTo>
                  <a:lnTo>
                    <a:pt x="8935646" y="1182614"/>
                  </a:lnTo>
                  <a:lnTo>
                    <a:pt x="8982159" y="1120840"/>
                  </a:lnTo>
                  <a:lnTo>
                    <a:pt x="9028613" y="1061249"/>
                  </a:lnTo>
                  <a:lnTo>
                    <a:pt x="9075065" y="1004221"/>
                  </a:lnTo>
                  <a:lnTo>
                    <a:pt x="9121611" y="950052"/>
                  </a:lnTo>
                  <a:lnTo>
                    <a:pt x="9168398" y="898958"/>
                  </a:lnTo>
                  <a:lnTo>
                    <a:pt x="9215630" y="851070"/>
                  </a:lnTo>
                  <a:lnTo>
                    <a:pt x="9263575" y="806443"/>
                  </a:lnTo>
                  <a:lnTo>
                    <a:pt x="9312582" y="765060"/>
                  </a:lnTo>
                  <a:lnTo>
                    <a:pt x="9347647" y="738055"/>
                  </a:lnTo>
                  <a:lnTo>
                    <a:pt x="9399116" y="702271"/>
                  </a:lnTo>
                  <a:lnTo>
                    <a:pt x="9452992" y="669567"/>
                  </a:lnTo>
                  <a:lnTo>
                    <a:pt x="9509943" y="639837"/>
                  </a:lnTo>
                  <a:lnTo>
                    <a:pt x="9570703" y="612872"/>
                  </a:lnTo>
                  <a:lnTo>
                    <a:pt x="9636031" y="588422"/>
                  </a:lnTo>
                  <a:lnTo>
                    <a:pt x="9706673" y="566228"/>
                  </a:lnTo>
                  <a:lnTo>
                    <a:pt x="9783314" y="546045"/>
                  </a:lnTo>
                  <a:lnTo>
                    <a:pt x="9866508" y="527659"/>
                  </a:lnTo>
                  <a:lnTo>
                    <a:pt x="9956597" y="510890"/>
                  </a:lnTo>
                  <a:lnTo>
                    <a:pt x="10053592" y="495598"/>
                  </a:lnTo>
                  <a:lnTo>
                    <a:pt x="10157046" y="481689"/>
                  </a:lnTo>
                  <a:lnTo>
                    <a:pt x="10265912" y="469107"/>
                  </a:lnTo>
                  <a:lnTo>
                    <a:pt x="10378414" y="457834"/>
                  </a:lnTo>
                  <a:lnTo>
                    <a:pt x="10491992" y="447883"/>
                  </a:lnTo>
                  <a:lnTo>
                    <a:pt x="10603349" y="439281"/>
                  </a:lnTo>
                  <a:lnTo>
                    <a:pt x="10708661" y="432052"/>
                  </a:lnTo>
                  <a:lnTo>
                    <a:pt x="10803971" y="426197"/>
                  </a:lnTo>
                  <a:lnTo>
                    <a:pt x="10885710" y="421676"/>
                  </a:lnTo>
                  <a:lnTo>
                    <a:pt x="10951276" y="418394"/>
                  </a:lnTo>
                  <a:lnTo>
                    <a:pt x="10999509" y="416200"/>
                  </a:lnTo>
                  <a:lnTo>
                    <a:pt x="11030954" y="414895"/>
                  </a:lnTo>
                  <a:lnTo>
                    <a:pt x="11047887" y="414252"/>
                  </a:lnTo>
                  <a:lnTo>
                    <a:pt x="11054139" y="414034"/>
                  </a:lnTo>
                  <a:lnTo>
                    <a:pt x="11054891" y="414010"/>
                  </a:lnTo>
                  <a:lnTo>
                    <a:pt x="12049831" y="414010"/>
                  </a:lnTo>
                  <a:lnTo>
                    <a:pt x="12049831" y="403528"/>
                  </a:lnTo>
                  <a:lnTo>
                    <a:pt x="11054891" y="403528"/>
                  </a:lnTo>
                  <a:lnTo>
                    <a:pt x="11053784" y="403564"/>
                  </a:lnTo>
                  <a:lnTo>
                    <a:pt x="11046474" y="403822"/>
                  </a:lnTo>
                  <a:lnTo>
                    <a:pt x="11027935" y="404533"/>
                  </a:lnTo>
                  <a:lnTo>
                    <a:pt x="10994517" y="405936"/>
                  </a:lnTo>
                  <a:lnTo>
                    <a:pt x="10944149" y="408254"/>
                  </a:lnTo>
                  <a:lnTo>
                    <a:pt x="10876501" y="411681"/>
                  </a:lnTo>
                  <a:lnTo>
                    <a:pt x="10792930" y="416362"/>
                  </a:lnTo>
                  <a:lnTo>
                    <a:pt x="10696187" y="422384"/>
                  </a:lnTo>
                  <a:lnTo>
                    <a:pt x="10589917" y="429783"/>
                  </a:lnTo>
                  <a:lnTo>
                    <a:pt x="10478089" y="438552"/>
                  </a:lnTo>
                  <a:lnTo>
                    <a:pt x="10364479" y="448667"/>
                  </a:lnTo>
                  <a:lnTo>
                    <a:pt x="10252302" y="460100"/>
                  </a:lnTo>
                  <a:lnTo>
                    <a:pt x="10144021" y="472844"/>
                  </a:lnTo>
                  <a:lnTo>
                    <a:pt x="10041317" y="486919"/>
                  </a:lnTo>
                  <a:lnTo>
                    <a:pt x="9945156" y="502386"/>
                  </a:lnTo>
                  <a:lnTo>
                    <a:pt x="9855923" y="519345"/>
                  </a:lnTo>
                  <a:lnTo>
                    <a:pt x="9773557" y="537942"/>
                  </a:lnTo>
                  <a:lnTo>
                    <a:pt x="9697686" y="558359"/>
                  </a:lnTo>
                  <a:lnTo>
                    <a:pt x="9627735" y="580817"/>
                  </a:lnTo>
                  <a:lnTo>
                    <a:pt x="9563009" y="605562"/>
                  </a:lnTo>
                  <a:lnTo>
                    <a:pt x="9502758" y="632853"/>
                  </a:lnTo>
                  <a:lnTo>
                    <a:pt x="9446223" y="662939"/>
                  </a:lnTo>
                  <a:lnTo>
                    <a:pt x="9392677" y="696018"/>
                  </a:lnTo>
                  <a:lnTo>
                    <a:pt x="9347647" y="727574"/>
                  </a:lnTo>
                  <a:lnTo>
                    <a:pt x="9297645" y="766739"/>
                  </a:lnTo>
                  <a:lnTo>
                    <a:pt x="9249001" y="809096"/>
                  </a:lnTo>
                  <a:lnTo>
                    <a:pt x="9201304" y="854709"/>
                  </a:lnTo>
                  <a:lnTo>
                    <a:pt x="9154232" y="903574"/>
                  </a:lnTo>
                  <a:lnTo>
                    <a:pt x="9107536" y="955614"/>
                  </a:lnTo>
                  <a:lnTo>
                    <a:pt x="9061032" y="1010673"/>
                  </a:lnTo>
                  <a:lnTo>
                    <a:pt x="9014587" y="1068511"/>
                  </a:lnTo>
                  <a:lnTo>
                    <a:pt x="8968119" y="1128804"/>
                  </a:lnTo>
                  <a:lnTo>
                    <a:pt x="8921584" y="1191153"/>
                  </a:lnTo>
                  <a:lnTo>
                    <a:pt x="8874970" y="1255086"/>
                  </a:lnTo>
                  <a:lnTo>
                    <a:pt x="8828294" y="1320078"/>
                  </a:lnTo>
                  <a:lnTo>
                    <a:pt x="8781584" y="1385563"/>
                  </a:lnTo>
                  <a:lnTo>
                    <a:pt x="8734881" y="1450961"/>
                  </a:lnTo>
                  <a:lnTo>
                    <a:pt x="8688221" y="1515691"/>
                  </a:lnTo>
                  <a:lnTo>
                    <a:pt x="8641631" y="1579199"/>
                  </a:lnTo>
                  <a:lnTo>
                    <a:pt x="8595118" y="1640973"/>
                  </a:lnTo>
                  <a:lnTo>
                    <a:pt x="8548663" y="1700564"/>
                  </a:lnTo>
                  <a:lnTo>
                    <a:pt x="8502211" y="1757592"/>
                  </a:lnTo>
                  <a:lnTo>
                    <a:pt x="8455665" y="1811761"/>
                  </a:lnTo>
                  <a:lnTo>
                    <a:pt x="8408878" y="1862855"/>
                  </a:lnTo>
                  <a:lnTo>
                    <a:pt x="8361647" y="1910743"/>
                  </a:lnTo>
                  <a:lnTo>
                    <a:pt x="8313701" y="1955370"/>
                  </a:lnTo>
                  <a:lnTo>
                    <a:pt x="8264695" y="1996753"/>
                  </a:lnTo>
                  <a:lnTo>
                    <a:pt x="8229629" y="2023758"/>
                  </a:lnTo>
                  <a:lnTo>
                    <a:pt x="8178161" y="2059543"/>
                  </a:lnTo>
                  <a:lnTo>
                    <a:pt x="8124285" y="2092246"/>
                  </a:lnTo>
                  <a:lnTo>
                    <a:pt x="8067333" y="2121976"/>
                  </a:lnTo>
                  <a:lnTo>
                    <a:pt x="8006574" y="2148941"/>
                  </a:lnTo>
                  <a:lnTo>
                    <a:pt x="7941246" y="2173391"/>
                  </a:lnTo>
                  <a:lnTo>
                    <a:pt x="7870603" y="2195586"/>
                  </a:lnTo>
                  <a:lnTo>
                    <a:pt x="7793963" y="2215768"/>
                  </a:lnTo>
                  <a:lnTo>
                    <a:pt x="7710768" y="2234154"/>
                  </a:lnTo>
                  <a:lnTo>
                    <a:pt x="7620680" y="2250924"/>
                  </a:lnTo>
                  <a:lnTo>
                    <a:pt x="7523685" y="2266215"/>
                  </a:lnTo>
                  <a:lnTo>
                    <a:pt x="7420230" y="2280124"/>
                  </a:lnTo>
                  <a:lnTo>
                    <a:pt x="7311365" y="2292706"/>
                  </a:lnTo>
                  <a:lnTo>
                    <a:pt x="7198863" y="2303979"/>
                  </a:lnTo>
                  <a:lnTo>
                    <a:pt x="7085285" y="2313930"/>
                  </a:lnTo>
                  <a:lnTo>
                    <a:pt x="6973928" y="2322532"/>
                  </a:lnTo>
                  <a:lnTo>
                    <a:pt x="6868615" y="2329762"/>
                  </a:lnTo>
                  <a:lnTo>
                    <a:pt x="6773306" y="2335616"/>
                  </a:lnTo>
                  <a:lnTo>
                    <a:pt x="6691567" y="2340137"/>
                  </a:lnTo>
                  <a:lnTo>
                    <a:pt x="6626000" y="2343419"/>
                  </a:lnTo>
                  <a:lnTo>
                    <a:pt x="6577768" y="2345613"/>
                  </a:lnTo>
                  <a:lnTo>
                    <a:pt x="6546322" y="2346918"/>
                  </a:lnTo>
                  <a:lnTo>
                    <a:pt x="6529389" y="2347561"/>
                  </a:lnTo>
                  <a:lnTo>
                    <a:pt x="6523137" y="2347779"/>
                  </a:lnTo>
                  <a:lnTo>
                    <a:pt x="6522385" y="2347804"/>
                  </a:lnTo>
                  <a:lnTo>
                    <a:pt x="5527445" y="2347804"/>
                  </a:lnTo>
                  <a:lnTo>
                    <a:pt x="5526351" y="2347760"/>
                  </a:lnTo>
                  <a:lnTo>
                    <a:pt x="5519124" y="2347453"/>
                  </a:lnTo>
                  <a:lnTo>
                    <a:pt x="5500790" y="2346604"/>
                  </a:lnTo>
                  <a:lnTo>
                    <a:pt x="5467727" y="2344931"/>
                  </a:lnTo>
                  <a:lnTo>
                    <a:pt x="5417866" y="2342165"/>
                  </a:lnTo>
                  <a:lnTo>
                    <a:pt x="5350849" y="2338074"/>
                  </a:lnTo>
                  <a:lnTo>
                    <a:pt x="5267984" y="2332484"/>
                  </a:lnTo>
                  <a:lnTo>
                    <a:pt x="5171960" y="2325289"/>
                  </a:lnTo>
                  <a:lnTo>
                    <a:pt x="5066362" y="2316446"/>
                  </a:lnTo>
                  <a:lnTo>
                    <a:pt x="4955111" y="2305959"/>
                  </a:lnTo>
                  <a:lnTo>
                    <a:pt x="4841953" y="2293860"/>
                  </a:lnTo>
                  <a:lnTo>
                    <a:pt x="4730093" y="2280179"/>
                  </a:lnTo>
                  <a:lnTo>
                    <a:pt x="4622002" y="2264929"/>
                  </a:lnTo>
                  <a:lnTo>
                    <a:pt x="4519377" y="2248086"/>
                  </a:lnTo>
                  <a:lnTo>
                    <a:pt x="4423208" y="2229582"/>
                  </a:lnTo>
                  <a:lnTo>
                    <a:pt x="4333903" y="2209298"/>
                  </a:lnTo>
                  <a:lnTo>
                    <a:pt x="4251425" y="2187065"/>
                  </a:lnTo>
                  <a:lnTo>
                    <a:pt x="4175424" y="2162666"/>
                  </a:lnTo>
                  <a:lnTo>
                    <a:pt x="4105341" y="2135843"/>
                  </a:lnTo>
                  <a:lnTo>
                    <a:pt x="4040497" y="2106303"/>
                  </a:lnTo>
                  <a:lnTo>
                    <a:pt x="3980151" y="2073737"/>
                  </a:lnTo>
                  <a:lnTo>
                    <a:pt x="3923554" y="2037846"/>
                  </a:lnTo>
                  <a:lnTo>
                    <a:pt x="3869983" y="1998385"/>
                  </a:lnTo>
                  <a:lnTo>
                    <a:pt x="3820202" y="1956503"/>
                  </a:lnTo>
                  <a:lnTo>
                    <a:pt x="3772991" y="1911991"/>
                  </a:lnTo>
                  <a:lnTo>
                    <a:pt x="3727012" y="1864053"/>
                  </a:lnTo>
                  <a:lnTo>
                    <a:pt x="3681912" y="1812620"/>
                  </a:lnTo>
                  <a:lnTo>
                    <a:pt x="3637411" y="1757686"/>
                  </a:lnTo>
                  <a:lnTo>
                    <a:pt x="3593290" y="1699313"/>
                  </a:lnTo>
                  <a:lnTo>
                    <a:pt x="3549380" y="1637638"/>
                  </a:lnTo>
                  <a:lnTo>
                    <a:pt x="3505557" y="1572879"/>
                  </a:lnTo>
                  <a:lnTo>
                    <a:pt x="3461738" y="1505332"/>
                  </a:lnTo>
                  <a:lnTo>
                    <a:pt x="3417873" y="1435371"/>
                  </a:lnTo>
                  <a:lnTo>
                    <a:pt x="3373939" y="1363440"/>
                  </a:lnTo>
                  <a:lnTo>
                    <a:pt x="3329940" y="1290045"/>
                  </a:lnTo>
                  <a:lnTo>
                    <a:pt x="3285892" y="1215736"/>
                  </a:lnTo>
                  <a:lnTo>
                    <a:pt x="3241827" y="1141096"/>
                  </a:lnTo>
                  <a:lnTo>
                    <a:pt x="3197775" y="1066716"/>
                  </a:lnTo>
                  <a:lnTo>
                    <a:pt x="3153769" y="993180"/>
                  </a:lnTo>
                  <a:lnTo>
                    <a:pt x="3109827" y="921044"/>
                  </a:lnTo>
                  <a:lnTo>
                    <a:pt x="3065953" y="850819"/>
                  </a:lnTo>
                  <a:lnTo>
                    <a:pt x="3022131" y="782959"/>
                  </a:lnTo>
                  <a:lnTo>
                    <a:pt x="2978312" y="717845"/>
                  </a:lnTo>
                  <a:lnTo>
                    <a:pt x="2934418" y="655784"/>
                  </a:lnTo>
                  <a:lnTo>
                    <a:pt x="2890331" y="597002"/>
                  </a:lnTo>
                  <a:lnTo>
                    <a:pt x="2845887" y="541647"/>
                  </a:lnTo>
                  <a:lnTo>
                    <a:pt x="2800873" y="489789"/>
                  </a:lnTo>
                  <a:lnTo>
                    <a:pt x="2755017" y="441431"/>
                  </a:lnTo>
                  <a:lnTo>
                    <a:pt x="2707977" y="396510"/>
                  </a:lnTo>
                  <a:lnTo>
                    <a:pt x="2702183" y="391300"/>
                  </a:lnTo>
                  <a:lnTo>
                    <a:pt x="2650922" y="348251"/>
                  </a:lnTo>
                  <a:lnTo>
                    <a:pt x="2597275" y="308894"/>
                  </a:lnTo>
                  <a:lnTo>
                    <a:pt x="2540582" y="273101"/>
                  </a:lnTo>
                  <a:lnTo>
                    <a:pt x="2480120" y="240625"/>
                  </a:lnTo>
                  <a:lnTo>
                    <a:pt x="2415137" y="211166"/>
                  </a:lnTo>
                  <a:lnTo>
                    <a:pt x="2344896" y="184415"/>
                  </a:lnTo>
                  <a:lnTo>
                    <a:pt x="2268719" y="160081"/>
                  </a:lnTo>
                  <a:lnTo>
                    <a:pt x="2186052" y="137906"/>
                  </a:lnTo>
                  <a:lnTo>
                    <a:pt x="2096551" y="117674"/>
                  </a:lnTo>
                  <a:lnTo>
                    <a:pt x="2000191" y="99218"/>
                  </a:lnTo>
                  <a:lnTo>
                    <a:pt x="1897395" y="82421"/>
                  </a:lnTo>
                  <a:lnTo>
                    <a:pt x="1789170" y="67215"/>
                  </a:lnTo>
                  <a:lnTo>
                    <a:pt x="1677236" y="53579"/>
                  </a:lnTo>
                  <a:lnTo>
                    <a:pt x="1564085" y="41525"/>
                  </a:lnTo>
                  <a:lnTo>
                    <a:pt x="1452941" y="31084"/>
                  </a:lnTo>
                  <a:lnTo>
                    <a:pt x="1347560" y="22288"/>
                  </a:lnTo>
                  <a:lnTo>
                    <a:pt x="1251862" y="15139"/>
                  </a:lnTo>
                  <a:lnTo>
                    <a:pt x="1169414" y="9594"/>
                  </a:lnTo>
                  <a:lnTo>
                    <a:pt x="1102871" y="5543"/>
                  </a:lnTo>
                  <a:lnTo>
                    <a:pt x="1053498" y="2811"/>
                  </a:lnTo>
                  <a:lnTo>
                    <a:pt x="1020888" y="1165"/>
                  </a:lnTo>
                  <a:lnTo>
                    <a:pt x="1002925" y="335"/>
                  </a:lnTo>
                  <a:lnTo>
                    <a:pt x="995945" y="3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26" name="pl525"/>
            <p:cNvSpPr/>
            <p:nvPr/>
          </p:nvSpPr>
          <p:spPr>
            <a:xfrm>
              <a:off x="1199187" y="3636835"/>
              <a:ext cx="12049831" cy="2347804"/>
            </a:xfrm>
            <a:custGeom>
              <a:avLst/>
              <a:pathLst>
                <a:path w="12049831" h="2347804">
                  <a:moveTo>
                    <a:pt x="0" y="0"/>
                  </a:moveTo>
                  <a:lnTo>
                    <a:pt x="994940" y="0"/>
                  </a:lnTo>
                  <a:lnTo>
                    <a:pt x="996034" y="43"/>
                  </a:lnTo>
                  <a:lnTo>
                    <a:pt x="1003261" y="350"/>
                  </a:lnTo>
                  <a:lnTo>
                    <a:pt x="1021595" y="1199"/>
                  </a:lnTo>
                  <a:lnTo>
                    <a:pt x="1054658" y="2872"/>
                  </a:lnTo>
                  <a:lnTo>
                    <a:pt x="1104519" y="5638"/>
                  </a:lnTo>
                  <a:lnTo>
                    <a:pt x="1171536" y="9729"/>
                  </a:lnTo>
                  <a:lnTo>
                    <a:pt x="1254401" y="15319"/>
                  </a:lnTo>
                  <a:lnTo>
                    <a:pt x="1350425" y="22514"/>
                  </a:lnTo>
                  <a:lnTo>
                    <a:pt x="1456023" y="31357"/>
                  </a:lnTo>
                  <a:lnTo>
                    <a:pt x="1567274" y="41844"/>
                  </a:lnTo>
                  <a:lnTo>
                    <a:pt x="1680432" y="53943"/>
                  </a:lnTo>
                  <a:lnTo>
                    <a:pt x="1792292" y="67624"/>
                  </a:lnTo>
                  <a:lnTo>
                    <a:pt x="1900383" y="82874"/>
                  </a:lnTo>
                  <a:lnTo>
                    <a:pt x="2003008" y="99717"/>
                  </a:lnTo>
                  <a:lnTo>
                    <a:pt x="2099177" y="118221"/>
                  </a:lnTo>
                  <a:lnTo>
                    <a:pt x="2188482" y="138505"/>
                  </a:lnTo>
                  <a:lnTo>
                    <a:pt x="2270960" y="160738"/>
                  </a:lnTo>
                  <a:lnTo>
                    <a:pt x="2346961" y="185137"/>
                  </a:lnTo>
                  <a:lnTo>
                    <a:pt x="2417044" y="211960"/>
                  </a:lnTo>
                  <a:lnTo>
                    <a:pt x="2481888" y="241500"/>
                  </a:lnTo>
                  <a:lnTo>
                    <a:pt x="2542234" y="274066"/>
                  </a:lnTo>
                  <a:lnTo>
                    <a:pt x="2598831" y="309957"/>
                  </a:lnTo>
                  <a:lnTo>
                    <a:pt x="2652402" y="349418"/>
                  </a:lnTo>
                  <a:lnTo>
                    <a:pt x="2702183" y="391300"/>
                  </a:lnTo>
                  <a:lnTo>
                    <a:pt x="2749394" y="435812"/>
                  </a:lnTo>
                  <a:lnTo>
                    <a:pt x="2795373" y="483750"/>
                  </a:lnTo>
                  <a:lnTo>
                    <a:pt x="2840473" y="535183"/>
                  </a:lnTo>
                  <a:lnTo>
                    <a:pt x="2884974" y="590117"/>
                  </a:lnTo>
                  <a:lnTo>
                    <a:pt x="2929095" y="648490"/>
                  </a:lnTo>
                  <a:lnTo>
                    <a:pt x="2973005" y="710165"/>
                  </a:lnTo>
                  <a:lnTo>
                    <a:pt x="3016828" y="774924"/>
                  </a:lnTo>
                  <a:lnTo>
                    <a:pt x="3060647" y="842471"/>
                  </a:lnTo>
                  <a:lnTo>
                    <a:pt x="3104512" y="912432"/>
                  </a:lnTo>
                  <a:lnTo>
                    <a:pt x="3148446" y="984363"/>
                  </a:lnTo>
                  <a:lnTo>
                    <a:pt x="3192445" y="1057758"/>
                  </a:lnTo>
                  <a:lnTo>
                    <a:pt x="3236493" y="1132067"/>
                  </a:lnTo>
                  <a:lnTo>
                    <a:pt x="3280558" y="1206707"/>
                  </a:lnTo>
                  <a:lnTo>
                    <a:pt x="3324610" y="1281087"/>
                  </a:lnTo>
                  <a:lnTo>
                    <a:pt x="3368616" y="1354623"/>
                  </a:lnTo>
                  <a:lnTo>
                    <a:pt x="3412558" y="1426759"/>
                  </a:lnTo>
                  <a:lnTo>
                    <a:pt x="3456432" y="1496984"/>
                  </a:lnTo>
                  <a:lnTo>
                    <a:pt x="3500254" y="1564844"/>
                  </a:lnTo>
                  <a:lnTo>
                    <a:pt x="3544073" y="1629958"/>
                  </a:lnTo>
                  <a:lnTo>
                    <a:pt x="3587967" y="1692019"/>
                  </a:lnTo>
                  <a:lnTo>
                    <a:pt x="3632054" y="1750801"/>
                  </a:lnTo>
                  <a:lnTo>
                    <a:pt x="3676498" y="1806156"/>
                  </a:lnTo>
                  <a:lnTo>
                    <a:pt x="3721512" y="1858014"/>
                  </a:lnTo>
                  <a:lnTo>
                    <a:pt x="3767368" y="1906372"/>
                  </a:lnTo>
                  <a:lnTo>
                    <a:pt x="3814408" y="1951293"/>
                  </a:lnTo>
                  <a:lnTo>
                    <a:pt x="3820202" y="1956503"/>
                  </a:lnTo>
                  <a:lnTo>
                    <a:pt x="3871463" y="1999552"/>
                  </a:lnTo>
                  <a:lnTo>
                    <a:pt x="3925110" y="2038909"/>
                  </a:lnTo>
                  <a:lnTo>
                    <a:pt x="3981803" y="2074702"/>
                  </a:lnTo>
                  <a:lnTo>
                    <a:pt x="4042265" y="2107178"/>
                  </a:lnTo>
                  <a:lnTo>
                    <a:pt x="4107248" y="2136638"/>
                  </a:lnTo>
                  <a:lnTo>
                    <a:pt x="4177489" y="2163388"/>
                  </a:lnTo>
                  <a:lnTo>
                    <a:pt x="4253666" y="2187722"/>
                  </a:lnTo>
                  <a:lnTo>
                    <a:pt x="4336333" y="2209897"/>
                  </a:lnTo>
                  <a:lnTo>
                    <a:pt x="4425834" y="2230129"/>
                  </a:lnTo>
                  <a:lnTo>
                    <a:pt x="4522194" y="2248585"/>
                  </a:lnTo>
                  <a:lnTo>
                    <a:pt x="4624990" y="2265382"/>
                  </a:lnTo>
                  <a:lnTo>
                    <a:pt x="4733215" y="2280588"/>
                  </a:lnTo>
                  <a:lnTo>
                    <a:pt x="4845149" y="2294224"/>
                  </a:lnTo>
                  <a:lnTo>
                    <a:pt x="4958300" y="2306278"/>
                  </a:lnTo>
                  <a:lnTo>
                    <a:pt x="5069444" y="2316719"/>
                  </a:lnTo>
                  <a:lnTo>
                    <a:pt x="5174825" y="2325515"/>
                  </a:lnTo>
                  <a:lnTo>
                    <a:pt x="5270523" y="2332664"/>
                  </a:lnTo>
                  <a:lnTo>
                    <a:pt x="5352971" y="2338209"/>
                  </a:lnTo>
                  <a:lnTo>
                    <a:pt x="5419514" y="2342260"/>
                  </a:lnTo>
                  <a:lnTo>
                    <a:pt x="5468887" y="2344992"/>
                  </a:lnTo>
                  <a:lnTo>
                    <a:pt x="5501497" y="2346638"/>
                  </a:lnTo>
                  <a:lnTo>
                    <a:pt x="5519460" y="2347468"/>
                  </a:lnTo>
                  <a:lnTo>
                    <a:pt x="5526440" y="2347764"/>
                  </a:lnTo>
                  <a:lnTo>
                    <a:pt x="5527445" y="2347804"/>
                  </a:lnTo>
                  <a:lnTo>
                    <a:pt x="6522385" y="2347804"/>
                  </a:lnTo>
                  <a:lnTo>
                    <a:pt x="6523493" y="2347767"/>
                  </a:lnTo>
                  <a:lnTo>
                    <a:pt x="6530803" y="2347510"/>
                  </a:lnTo>
                  <a:lnTo>
                    <a:pt x="6549341" y="2346798"/>
                  </a:lnTo>
                  <a:lnTo>
                    <a:pt x="6582760" y="2345396"/>
                  </a:lnTo>
                  <a:lnTo>
                    <a:pt x="6633127" y="2343078"/>
                  </a:lnTo>
                  <a:lnTo>
                    <a:pt x="6700775" y="2339651"/>
                  </a:lnTo>
                  <a:lnTo>
                    <a:pt x="6784346" y="2334970"/>
                  </a:lnTo>
                  <a:lnTo>
                    <a:pt x="6881089" y="2328948"/>
                  </a:lnTo>
                  <a:lnTo>
                    <a:pt x="6987360" y="2321549"/>
                  </a:lnTo>
                  <a:lnTo>
                    <a:pt x="7099188" y="2312780"/>
                  </a:lnTo>
                  <a:lnTo>
                    <a:pt x="7212798" y="2302665"/>
                  </a:lnTo>
                  <a:lnTo>
                    <a:pt x="7324975" y="2291231"/>
                  </a:lnTo>
                  <a:lnTo>
                    <a:pt x="7433256" y="2278488"/>
                  </a:lnTo>
                  <a:lnTo>
                    <a:pt x="7535960" y="2264413"/>
                  </a:lnTo>
                  <a:lnTo>
                    <a:pt x="7632120" y="2248946"/>
                  </a:lnTo>
                  <a:lnTo>
                    <a:pt x="7721353" y="2231986"/>
                  </a:lnTo>
                  <a:lnTo>
                    <a:pt x="7803719" y="2213390"/>
                  </a:lnTo>
                  <a:lnTo>
                    <a:pt x="7879590" y="2192973"/>
                  </a:lnTo>
                  <a:lnTo>
                    <a:pt x="7949541" y="2170515"/>
                  </a:lnTo>
                  <a:lnTo>
                    <a:pt x="8014267" y="2145770"/>
                  </a:lnTo>
                  <a:lnTo>
                    <a:pt x="8074518" y="2118479"/>
                  </a:lnTo>
                  <a:lnTo>
                    <a:pt x="8131053" y="2088393"/>
                  </a:lnTo>
                  <a:lnTo>
                    <a:pt x="8184599" y="2055314"/>
                  </a:lnTo>
                  <a:lnTo>
                    <a:pt x="8229629" y="2023758"/>
                  </a:lnTo>
                  <a:lnTo>
                    <a:pt x="8279631" y="1984593"/>
                  </a:lnTo>
                  <a:lnTo>
                    <a:pt x="8328276" y="1942236"/>
                  </a:lnTo>
                  <a:lnTo>
                    <a:pt x="8375973" y="1896623"/>
                  </a:lnTo>
                  <a:lnTo>
                    <a:pt x="8423045" y="1847758"/>
                  </a:lnTo>
                  <a:lnTo>
                    <a:pt x="8469740" y="1795718"/>
                  </a:lnTo>
                  <a:lnTo>
                    <a:pt x="8516245" y="1740659"/>
                  </a:lnTo>
                  <a:lnTo>
                    <a:pt x="8562689" y="1682821"/>
                  </a:lnTo>
                  <a:lnTo>
                    <a:pt x="8609158" y="1622527"/>
                  </a:lnTo>
                  <a:lnTo>
                    <a:pt x="8655693" y="1560179"/>
                  </a:lnTo>
                  <a:lnTo>
                    <a:pt x="8702306" y="1496246"/>
                  </a:lnTo>
                  <a:lnTo>
                    <a:pt x="8748983" y="1431254"/>
                  </a:lnTo>
                  <a:lnTo>
                    <a:pt x="8795692" y="1365768"/>
                  </a:lnTo>
                  <a:lnTo>
                    <a:pt x="8842396" y="1300371"/>
                  </a:lnTo>
                  <a:lnTo>
                    <a:pt x="8889056" y="1235641"/>
                  </a:lnTo>
                  <a:lnTo>
                    <a:pt x="8935646" y="1172133"/>
                  </a:lnTo>
                  <a:lnTo>
                    <a:pt x="8982159" y="1110359"/>
                  </a:lnTo>
                  <a:lnTo>
                    <a:pt x="9028613" y="1050768"/>
                  </a:lnTo>
                  <a:lnTo>
                    <a:pt x="9075065" y="993739"/>
                  </a:lnTo>
                  <a:lnTo>
                    <a:pt x="9121611" y="939571"/>
                  </a:lnTo>
                  <a:lnTo>
                    <a:pt x="9168398" y="888477"/>
                  </a:lnTo>
                  <a:lnTo>
                    <a:pt x="9215630" y="840589"/>
                  </a:lnTo>
                  <a:lnTo>
                    <a:pt x="9263575" y="795962"/>
                  </a:lnTo>
                  <a:lnTo>
                    <a:pt x="9312582" y="754578"/>
                  </a:lnTo>
                  <a:lnTo>
                    <a:pt x="9347647" y="727574"/>
                  </a:lnTo>
                  <a:lnTo>
                    <a:pt x="9399116" y="691789"/>
                  </a:lnTo>
                  <a:lnTo>
                    <a:pt x="9452992" y="659086"/>
                  </a:lnTo>
                  <a:lnTo>
                    <a:pt x="9509943" y="629355"/>
                  </a:lnTo>
                  <a:lnTo>
                    <a:pt x="9570703" y="602391"/>
                  </a:lnTo>
                  <a:lnTo>
                    <a:pt x="9636031" y="577941"/>
                  </a:lnTo>
                  <a:lnTo>
                    <a:pt x="9706673" y="555746"/>
                  </a:lnTo>
                  <a:lnTo>
                    <a:pt x="9783314" y="535564"/>
                  </a:lnTo>
                  <a:lnTo>
                    <a:pt x="9866508" y="517178"/>
                  </a:lnTo>
                  <a:lnTo>
                    <a:pt x="9956597" y="500408"/>
                  </a:lnTo>
                  <a:lnTo>
                    <a:pt x="10053592" y="485117"/>
                  </a:lnTo>
                  <a:lnTo>
                    <a:pt x="10157046" y="471208"/>
                  </a:lnTo>
                  <a:lnTo>
                    <a:pt x="10265912" y="458626"/>
                  </a:lnTo>
                  <a:lnTo>
                    <a:pt x="10378414" y="447353"/>
                  </a:lnTo>
                  <a:lnTo>
                    <a:pt x="10491992" y="437402"/>
                  </a:lnTo>
                  <a:lnTo>
                    <a:pt x="10603349" y="428800"/>
                  </a:lnTo>
                  <a:lnTo>
                    <a:pt x="10708661" y="421570"/>
                  </a:lnTo>
                  <a:lnTo>
                    <a:pt x="10803971" y="415716"/>
                  </a:lnTo>
                  <a:lnTo>
                    <a:pt x="10885710" y="411195"/>
                  </a:lnTo>
                  <a:lnTo>
                    <a:pt x="10951276" y="407913"/>
                  </a:lnTo>
                  <a:lnTo>
                    <a:pt x="10999509" y="405718"/>
                  </a:lnTo>
                  <a:lnTo>
                    <a:pt x="11030954" y="404414"/>
                  </a:lnTo>
                  <a:lnTo>
                    <a:pt x="11047887" y="403771"/>
                  </a:lnTo>
                  <a:lnTo>
                    <a:pt x="11054139" y="403553"/>
                  </a:lnTo>
                  <a:lnTo>
                    <a:pt x="11054891" y="403528"/>
                  </a:lnTo>
                  <a:lnTo>
                    <a:pt x="12049831" y="403528"/>
                  </a:lnTo>
                  <a:lnTo>
                    <a:pt x="12049831" y="4035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7" name="pl526"/>
            <p:cNvSpPr/>
            <p:nvPr/>
          </p:nvSpPr>
          <p:spPr>
            <a:xfrm>
              <a:off x="1199187" y="3626354"/>
              <a:ext cx="12049831" cy="2347804"/>
            </a:xfrm>
            <a:custGeom>
              <a:avLst/>
              <a:pathLst>
                <a:path w="12049831" h="2347804">
                  <a:moveTo>
                    <a:pt x="12049831" y="403528"/>
                  </a:moveTo>
                  <a:lnTo>
                    <a:pt x="11054891" y="403528"/>
                  </a:lnTo>
                  <a:lnTo>
                    <a:pt x="11053784" y="403564"/>
                  </a:lnTo>
                  <a:lnTo>
                    <a:pt x="11046474" y="403822"/>
                  </a:lnTo>
                  <a:lnTo>
                    <a:pt x="11027935" y="404533"/>
                  </a:lnTo>
                  <a:lnTo>
                    <a:pt x="10994517" y="405936"/>
                  </a:lnTo>
                  <a:lnTo>
                    <a:pt x="10944149" y="408254"/>
                  </a:lnTo>
                  <a:lnTo>
                    <a:pt x="10876501" y="411681"/>
                  </a:lnTo>
                  <a:lnTo>
                    <a:pt x="10792930" y="416362"/>
                  </a:lnTo>
                  <a:lnTo>
                    <a:pt x="10696187" y="422384"/>
                  </a:lnTo>
                  <a:lnTo>
                    <a:pt x="10589917" y="429783"/>
                  </a:lnTo>
                  <a:lnTo>
                    <a:pt x="10478089" y="438552"/>
                  </a:lnTo>
                  <a:lnTo>
                    <a:pt x="10364479" y="448667"/>
                  </a:lnTo>
                  <a:lnTo>
                    <a:pt x="10252302" y="460100"/>
                  </a:lnTo>
                  <a:lnTo>
                    <a:pt x="10144021" y="472844"/>
                  </a:lnTo>
                  <a:lnTo>
                    <a:pt x="10041317" y="486919"/>
                  </a:lnTo>
                  <a:lnTo>
                    <a:pt x="9945156" y="502386"/>
                  </a:lnTo>
                  <a:lnTo>
                    <a:pt x="9855923" y="519345"/>
                  </a:lnTo>
                  <a:lnTo>
                    <a:pt x="9773557" y="537942"/>
                  </a:lnTo>
                  <a:lnTo>
                    <a:pt x="9697686" y="558359"/>
                  </a:lnTo>
                  <a:lnTo>
                    <a:pt x="9627735" y="580817"/>
                  </a:lnTo>
                  <a:lnTo>
                    <a:pt x="9563009" y="605562"/>
                  </a:lnTo>
                  <a:lnTo>
                    <a:pt x="9502758" y="632853"/>
                  </a:lnTo>
                  <a:lnTo>
                    <a:pt x="9446223" y="662939"/>
                  </a:lnTo>
                  <a:lnTo>
                    <a:pt x="9392677" y="696018"/>
                  </a:lnTo>
                  <a:lnTo>
                    <a:pt x="9347647" y="727574"/>
                  </a:lnTo>
                  <a:lnTo>
                    <a:pt x="9297645" y="766739"/>
                  </a:lnTo>
                  <a:lnTo>
                    <a:pt x="9249001" y="809096"/>
                  </a:lnTo>
                  <a:lnTo>
                    <a:pt x="9201304" y="854709"/>
                  </a:lnTo>
                  <a:lnTo>
                    <a:pt x="9154232" y="903574"/>
                  </a:lnTo>
                  <a:lnTo>
                    <a:pt x="9107536" y="955614"/>
                  </a:lnTo>
                  <a:lnTo>
                    <a:pt x="9061032" y="1010673"/>
                  </a:lnTo>
                  <a:lnTo>
                    <a:pt x="9014587" y="1068511"/>
                  </a:lnTo>
                  <a:lnTo>
                    <a:pt x="8968119" y="1128804"/>
                  </a:lnTo>
                  <a:lnTo>
                    <a:pt x="8921584" y="1191153"/>
                  </a:lnTo>
                  <a:lnTo>
                    <a:pt x="8874970" y="1255086"/>
                  </a:lnTo>
                  <a:lnTo>
                    <a:pt x="8828294" y="1320078"/>
                  </a:lnTo>
                  <a:lnTo>
                    <a:pt x="8781584" y="1385563"/>
                  </a:lnTo>
                  <a:lnTo>
                    <a:pt x="8734881" y="1450961"/>
                  </a:lnTo>
                  <a:lnTo>
                    <a:pt x="8688221" y="1515691"/>
                  </a:lnTo>
                  <a:lnTo>
                    <a:pt x="8641631" y="1579199"/>
                  </a:lnTo>
                  <a:lnTo>
                    <a:pt x="8595118" y="1640973"/>
                  </a:lnTo>
                  <a:lnTo>
                    <a:pt x="8548663" y="1700564"/>
                  </a:lnTo>
                  <a:lnTo>
                    <a:pt x="8502211" y="1757592"/>
                  </a:lnTo>
                  <a:lnTo>
                    <a:pt x="8455665" y="1811761"/>
                  </a:lnTo>
                  <a:lnTo>
                    <a:pt x="8408878" y="1862855"/>
                  </a:lnTo>
                  <a:lnTo>
                    <a:pt x="8361647" y="1910743"/>
                  </a:lnTo>
                  <a:lnTo>
                    <a:pt x="8313701" y="1955370"/>
                  </a:lnTo>
                  <a:lnTo>
                    <a:pt x="8264695" y="1996753"/>
                  </a:lnTo>
                  <a:lnTo>
                    <a:pt x="8229629" y="2023758"/>
                  </a:lnTo>
                  <a:lnTo>
                    <a:pt x="8178161" y="2059543"/>
                  </a:lnTo>
                  <a:lnTo>
                    <a:pt x="8124285" y="2092246"/>
                  </a:lnTo>
                  <a:lnTo>
                    <a:pt x="8067333" y="2121976"/>
                  </a:lnTo>
                  <a:lnTo>
                    <a:pt x="8006574" y="2148941"/>
                  </a:lnTo>
                  <a:lnTo>
                    <a:pt x="7941246" y="2173391"/>
                  </a:lnTo>
                  <a:lnTo>
                    <a:pt x="7870603" y="2195586"/>
                  </a:lnTo>
                  <a:lnTo>
                    <a:pt x="7793963" y="2215768"/>
                  </a:lnTo>
                  <a:lnTo>
                    <a:pt x="7710768" y="2234154"/>
                  </a:lnTo>
                  <a:lnTo>
                    <a:pt x="7620680" y="2250924"/>
                  </a:lnTo>
                  <a:lnTo>
                    <a:pt x="7523685" y="2266215"/>
                  </a:lnTo>
                  <a:lnTo>
                    <a:pt x="7420230" y="2280124"/>
                  </a:lnTo>
                  <a:lnTo>
                    <a:pt x="7311365" y="2292706"/>
                  </a:lnTo>
                  <a:lnTo>
                    <a:pt x="7198863" y="2303979"/>
                  </a:lnTo>
                  <a:lnTo>
                    <a:pt x="7085285" y="2313930"/>
                  </a:lnTo>
                  <a:lnTo>
                    <a:pt x="6973928" y="2322532"/>
                  </a:lnTo>
                  <a:lnTo>
                    <a:pt x="6868615" y="2329762"/>
                  </a:lnTo>
                  <a:lnTo>
                    <a:pt x="6773306" y="2335616"/>
                  </a:lnTo>
                  <a:lnTo>
                    <a:pt x="6691567" y="2340137"/>
                  </a:lnTo>
                  <a:lnTo>
                    <a:pt x="6626000" y="2343419"/>
                  </a:lnTo>
                  <a:lnTo>
                    <a:pt x="6577768" y="2345613"/>
                  </a:lnTo>
                  <a:lnTo>
                    <a:pt x="6546322" y="2346918"/>
                  </a:lnTo>
                  <a:lnTo>
                    <a:pt x="6529389" y="2347561"/>
                  </a:lnTo>
                  <a:lnTo>
                    <a:pt x="6523137" y="2347779"/>
                  </a:lnTo>
                  <a:lnTo>
                    <a:pt x="6522385" y="2347804"/>
                  </a:lnTo>
                  <a:lnTo>
                    <a:pt x="5527445" y="2347804"/>
                  </a:lnTo>
                  <a:lnTo>
                    <a:pt x="5526351" y="2347760"/>
                  </a:lnTo>
                  <a:lnTo>
                    <a:pt x="5519124" y="2347453"/>
                  </a:lnTo>
                  <a:lnTo>
                    <a:pt x="5500790" y="2346604"/>
                  </a:lnTo>
                  <a:lnTo>
                    <a:pt x="5467727" y="2344931"/>
                  </a:lnTo>
                  <a:lnTo>
                    <a:pt x="5417866" y="2342165"/>
                  </a:lnTo>
                  <a:lnTo>
                    <a:pt x="5350849" y="2338074"/>
                  </a:lnTo>
                  <a:lnTo>
                    <a:pt x="5267984" y="2332484"/>
                  </a:lnTo>
                  <a:lnTo>
                    <a:pt x="5171960" y="2325289"/>
                  </a:lnTo>
                  <a:lnTo>
                    <a:pt x="5066362" y="2316446"/>
                  </a:lnTo>
                  <a:lnTo>
                    <a:pt x="4955111" y="2305959"/>
                  </a:lnTo>
                  <a:lnTo>
                    <a:pt x="4841953" y="2293860"/>
                  </a:lnTo>
                  <a:lnTo>
                    <a:pt x="4730093" y="2280179"/>
                  </a:lnTo>
                  <a:lnTo>
                    <a:pt x="4622002" y="2264929"/>
                  </a:lnTo>
                  <a:lnTo>
                    <a:pt x="4519377" y="2248086"/>
                  </a:lnTo>
                  <a:lnTo>
                    <a:pt x="4423208" y="2229582"/>
                  </a:lnTo>
                  <a:lnTo>
                    <a:pt x="4333903" y="2209298"/>
                  </a:lnTo>
                  <a:lnTo>
                    <a:pt x="4251425" y="2187065"/>
                  </a:lnTo>
                  <a:lnTo>
                    <a:pt x="4175424" y="2162666"/>
                  </a:lnTo>
                  <a:lnTo>
                    <a:pt x="4105341" y="2135843"/>
                  </a:lnTo>
                  <a:lnTo>
                    <a:pt x="4040497" y="2106303"/>
                  </a:lnTo>
                  <a:lnTo>
                    <a:pt x="3980151" y="2073737"/>
                  </a:lnTo>
                  <a:lnTo>
                    <a:pt x="3923554" y="2037846"/>
                  </a:lnTo>
                  <a:lnTo>
                    <a:pt x="3869983" y="1998385"/>
                  </a:lnTo>
                  <a:lnTo>
                    <a:pt x="3820202" y="1956503"/>
                  </a:lnTo>
                  <a:lnTo>
                    <a:pt x="3772991" y="1911991"/>
                  </a:lnTo>
                  <a:lnTo>
                    <a:pt x="3727012" y="1864053"/>
                  </a:lnTo>
                  <a:lnTo>
                    <a:pt x="3681912" y="1812620"/>
                  </a:lnTo>
                  <a:lnTo>
                    <a:pt x="3637411" y="1757686"/>
                  </a:lnTo>
                  <a:lnTo>
                    <a:pt x="3593290" y="1699313"/>
                  </a:lnTo>
                  <a:lnTo>
                    <a:pt x="3549380" y="1637638"/>
                  </a:lnTo>
                  <a:lnTo>
                    <a:pt x="3505557" y="1572879"/>
                  </a:lnTo>
                  <a:lnTo>
                    <a:pt x="3461738" y="1505332"/>
                  </a:lnTo>
                  <a:lnTo>
                    <a:pt x="3417873" y="1435371"/>
                  </a:lnTo>
                  <a:lnTo>
                    <a:pt x="3373939" y="1363440"/>
                  </a:lnTo>
                  <a:lnTo>
                    <a:pt x="3329940" y="1290045"/>
                  </a:lnTo>
                  <a:lnTo>
                    <a:pt x="3285892" y="1215736"/>
                  </a:lnTo>
                  <a:lnTo>
                    <a:pt x="3241827" y="1141096"/>
                  </a:lnTo>
                  <a:lnTo>
                    <a:pt x="3197775" y="1066716"/>
                  </a:lnTo>
                  <a:lnTo>
                    <a:pt x="3153769" y="993180"/>
                  </a:lnTo>
                  <a:lnTo>
                    <a:pt x="3109827" y="921044"/>
                  </a:lnTo>
                  <a:lnTo>
                    <a:pt x="3065953" y="850819"/>
                  </a:lnTo>
                  <a:lnTo>
                    <a:pt x="3022131" y="782959"/>
                  </a:lnTo>
                  <a:lnTo>
                    <a:pt x="2978312" y="717845"/>
                  </a:lnTo>
                  <a:lnTo>
                    <a:pt x="2934418" y="655784"/>
                  </a:lnTo>
                  <a:lnTo>
                    <a:pt x="2890331" y="597002"/>
                  </a:lnTo>
                  <a:lnTo>
                    <a:pt x="2845887" y="541647"/>
                  </a:lnTo>
                  <a:lnTo>
                    <a:pt x="2800873" y="489789"/>
                  </a:lnTo>
                  <a:lnTo>
                    <a:pt x="2755017" y="441431"/>
                  </a:lnTo>
                  <a:lnTo>
                    <a:pt x="2707977" y="396510"/>
                  </a:lnTo>
                  <a:lnTo>
                    <a:pt x="2702183" y="391300"/>
                  </a:lnTo>
                  <a:lnTo>
                    <a:pt x="2650922" y="348251"/>
                  </a:lnTo>
                  <a:lnTo>
                    <a:pt x="2597275" y="308894"/>
                  </a:lnTo>
                  <a:lnTo>
                    <a:pt x="2540582" y="273101"/>
                  </a:lnTo>
                  <a:lnTo>
                    <a:pt x="2480120" y="240625"/>
                  </a:lnTo>
                  <a:lnTo>
                    <a:pt x="2415137" y="211166"/>
                  </a:lnTo>
                  <a:lnTo>
                    <a:pt x="2344896" y="184415"/>
                  </a:lnTo>
                  <a:lnTo>
                    <a:pt x="2268719" y="160081"/>
                  </a:lnTo>
                  <a:lnTo>
                    <a:pt x="2186052" y="137906"/>
                  </a:lnTo>
                  <a:lnTo>
                    <a:pt x="2096551" y="117674"/>
                  </a:lnTo>
                  <a:lnTo>
                    <a:pt x="2000191" y="99218"/>
                  </a:lnTo>
                  <a:lnTo>
                    <a:pt x="1897395" y="82421"/>
                  </a:lnTo>
                  <a:lnTo>
                    <a:pt x="1789170" y="67215"/>
                  </a:lnTo>
                  <a:lnTo>
                    <a:pt x="1677236" y="53579"/>
                  </a:lnTo>
                  <a:lnTo>
                    <a:pt x="1564085" y="41525"/>
                  </a:lnTo>
                  <a:lnTo>
                    <a:pt x="1452941" y="31084"/>
                  </a:lnTo>
                  <a:lnTo>
                    <a:pt x="1347560" y="22288"/>
                  </a:lnTo>
                  <a:lnTo>
                    <a:pt x="1251862" y="15139"/>
                  </a:lnTo>
                  <a:lnTo>
                    <a:pt x="1169414" y="9594"/>
                  </a:lnTo>
                  <a:lnTo>
                    <a:pt x="1102871" y="5543"/>
                  </a:lnTo>
                  <a:lnTo>
                    <a:pt x="1053498" y="2811"/>
                  </a:lnTo>
                  <a:lnTo>
                    <a:pt x="1020888" y="1165"/>
                  </a:lnTo>
                  <a:lnTo>
                    <a:pt x="1002925" y="335"/>
                  </a:lnTo>
                  <a:lnTo>
                    <a:pt x="995945" y="3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8" name="pg527"/>
            <p:cNvSpPr/>
            <p:nvPr/>
          </p:nvSpPr>
          <p:spPr>
            <a:xfrm>
              <a:off x="1199187" y="3636835"/>
              <a:ext cx="12049831" cy="2358285"/>
            </a:xfrm>
            <a:custGeom>
              <a:avLst/>
              <a:pathLst>
                <a:path w="12049831" h="2358285">
                  <a:moveTo>
                    <a:pt x="0" y="5240"/>
                  </a:moveTo>
                  <a:lnTo>
                    <a:pt x="994940" y="5240"/>
                  </a:lnTo>
                  <a:lnTo>
                    <a:pt x="996034" y="5283"/>
                  </a:lnTo>
                  <a:lnTo>
                    <a:pt x="1003260" y="5591"/>
                  </a:lnTo>
                  <a:lnTo>
                    <a:pt x="1021591" y="6442"/>
                  </a:lnTo>
                  <a:lnTo>
                    <a:pt x="1054649" y="8118"/>
                  </a:lnTo>
                  <a:lnTo>
                    <a:pt x="1104503" y="10891"/>
                  </a:lnTo>
                  <a:lnTo>
                    <a:pt x="1171511" y="14990"/>
                  </a:lnTo>
                  <a:lnTo>
                    <a:pt x="1254366" y="20591"/>
                  </a:lnTo>
                  <a:lnTo>
                    <a:pt x="1350380" y="27801"/>
                  </a:lnTo>
                  <a:lnTo>
                    <a:pt x="1455969" y="36663"/>
                  </a:lnTo>
                  <a:lnTo>
                    <a:pt x="1567211" y="47172"/>
                  </a:lnTo>
                  <a:lnTo>
                    <a:pt x="1680363" y="59296"/>
                  </a:lnTo>
                  <a:lnTo>
                    <a:pt x="1792218" y="73006"/>
                  </a:lnTo>
                  <a:lnTo>
                    <a:pt x="1900306" y="88288"/>
                  </a:lnTo>
                  <a:lnTo>
                    <a:pt x="2002930" y="105166"/>
                  </a:lnTo>
                  <a:lnTo>
                    <a:pt x="2099100" y="123709"/>
                  </a:lnTo>
                  <a:lnTo>
                    <a:pt x="2188406" y="144036"/>
                  </a:lnTo>
                  <a:lnTo>
                    <a:pt x="2270885" y="166316"/>
                  </a:lnTo>
                  <a:lnTo>
                    <a:pt x="2346888" y="190765"/>
                  </a:lnTo>
                  <a:lnTo>
                    <a:pt x="2416973" y="217644"/>
                  </a:lnTo>
                  <a:lnTo>
                    <a:pt x="2481819" y="247245"/>
                  </a:lnTo>
                  <a:lnTo>
                    <a:pt x="2542165" y="279879"/>
                  </a:lnTo>
                  <a:lnTo>
                    <a:pt x="2598763" y="315844"/>
                  </a:lnTo>
                  <a:lnTo>
                    <a:pt x="2652335" y="355385"/>
                  </a:lnTo>
                  <a:lnTo>
                    <a:pt x="2702183" y="397414"/>
                  </a:lnTo>
                  <a:lnTo>
                    <a:pt x="2749359" y="441991"/>
                  </a:lnTo>
                  <a:lnTo>
                    <a:pt x="2795306" y="489997"/>
                  </a:lnTo>
                  <a:lnTo>
                    <a:pt x="2840374" y="541500"/>
                  </a:lnTo>
                  <a:lnTo>
                    <a:pt x="2884843" y="596507"/>
                  </a:lnTo>
                  <a:lnTo>
                    <a:pt x="2928932" y="654956"/>
                  </a:lnTo>
                  <a:lnTo>
                    <a:pt x="2972811" y="716710"/>
                  </a:lnTo>
                  <a:lnTo>
                    <a:pt x="3016601" y="781551"/>
                  </a:lnTo>
                  <a:lnTo>
                    <a:pt x="3060388" y="849184"/>
                  </a:lnTo>
                  <a:lnTo>
                    <a:pt x="3104220" y="919236"/>
                  </a:lnTo>
                  <a:lnTo>
                    <a:pt x="3148121" y="991262"/>
                  </a:lnTo>
                  <a:lnTo>
                    <a:pt x="3192088" y="1064758"/>
                  </a:lnTo>
                  <a:lnTo>
                    <a:pt x="3236102" y="1139172"/>
                  </a:lnTo>
                  <a:lnTo>
                    <a:pt x="3280135" y="1213923"/>
                  </a:lnTo>
                  <a:lnTo>
                    <a:pt x="3324154" y="1288420"/>
                  </a:lnTo>
                  <a:lnTo>
                    <a:pt x="3368129" y="1362078"/>
                  </a:lnTo>
                  <a:lnTo>
                    <a:pt x="3412040" y="1434340"/>
                  </a:lnTo>
                  <a:lnTo>
                    <a:pt x="3455881" y="1504696"/>
                  </a:lnTo>
                  <a:lnTo>
                    <a:pt x="3499672" y="1572691"/>
                  </a:lnTo>
                  <a:lnTo>
                    <a:pt x="3543458" y="1637942"/>
                  </a:lnTo>
                  <a:lnTo>
                    <a:pt x="3587317" y="1700142"/>
                  </a:lnTo>
                  <a:lnTo>
                    <a:pt x="3631368" y="1759062"/>
                  </a:lnTo>
                  <a:lnTo>
                    <a:pt x="3675772" y="1814555"/>
                  </a:lnTo>
                  <a:lnTo>
                    <a:pt x="3720741" y="1866548"/>
                  </a:lnTo>
                  <a:lnTo>
                    <a:pt x="3766546" y="1915040"/>
                  </a:lnTo>
                  <a:lnTo>
                    <a:pt x="3813526" y="1960089"/>
                  </a:lnTo>
                  <a:lnTo>
                    <a:pt x="3820202" y="1966111"/>
                  </a:lnTo>
                  <a:lnTo>
                    <a:pt x="3871460" y="2009253"/>
                  </a:lnTo>
                  <a:lnTo>
                    <a:pt x="3925104" y="2048696"/>
                  </a:lnTo>
                  <a:lnTo>
                    <a:pt x="3981793" y="2084568"/>
                  </a:lnTo>
                  <a:lnTo>
                    <a:pt x="4042251" y="2117116"/>
                  </a:lnTo>
                  <a:lnTo>
                    <a:pt x="4107229" y="2146640"/>
                  </a:lnTo>
                  <a:lnTo>
                    <a:pt x="4177464" y="2173449"/>
                  </a:lnTo>
                  <a:lnTo>
                    <a:pt x="4253635" y="2197837"/>
                  </a:lnTo>
                  <a:lnTo>
                    <a:pt x="4336295" y="2220061"/>
                  </a:lnTo>
                  <a:lnTo>
                    <a:pt x="4425787" y="2240338"/>
                  </a:lnTo>
                  <a:lnTo>
                    <a:pt x="4522138" y="2258835"/>
                  </a:lnTo>
                  <a:lnTo>
                    <a:pt x="4624926" y="2275670"/>
                  </a:lnTo>
                  <a:lnTo>
                    <a:pt x="4733141" y="2290909"/>
                  </a:lnTo>
                  <a:lnTo>
                    <a:pt x="4845067" y="2304576"/>
                  </a:lnTo>
                  <a:lnTo>
                    <a:pt x="4958212" y="2316658"/>
                  </a:lnTo>
                  <a:lnTo>
                    <a:pt x="5069353" y="2327122"/>
                  </a:lnTo>
                  <a:lnTo>
                    <a:pt x="5174735" y="2335940"/>
                  </a:lnTo>
                  <a:lnTo>
                    <a:pt x="5270438" y="2343106"/>
                  </a:lnTo>
                  <a:lnTo>
                    <a:pt x="5352896" y="2348665"/>
                  </a:lnTo>
                  <a:lnTo>
                    <a:pt x="5419452" y="2352726"/>
                  </a:lnTo>
                  <a:lnTo>
                    <a:pt x="5468841" y="2355465"/>
                  </a:lnTo>
                  <a:lnTo>
                    <a:pt x="5501468" y="2357116"/>
                  </a:lnTo>
                  <a:lnTo>
                    <a:pt x="5519446" y="2357948"/>
                  </a:lnTo>
                  <a:lnTo>
                    <a:pt x="5526436" y="2358245"/>
                  </a:lnTo>
                  <a:lnTo>
                    <a:pt x="5527445" y="2358285"/>
                  </a:lnTo>
                  <a:lnTo>
                    <a:pt x="6522385" y="2358285"/>
                  </a:lnTo>
                  <a:lnTo>
                    <a:pt x="6523501" y="2358254"/>
                  </a:lnTo>
                  <a:lnTo>
                    <a:pt x="6530866" y="2358036"/>
                  </a:lnTo>
                  <a:lnTo>
                    <a:pt x="6549537" y="2357433"/>
                  </a:lnTo>
                  <a:lnTo>
                    <a:pt x="6583188" y="2356245"/>
                  </a:lnTo>
                  <a:lnTo>
                    <a:pt x="6633886" y="2354280"/>
                  </a:lnTo>
                  <a:lnTo>
                    <a:pt x="6701945" y="2351377"/>
                  </a:lnTo>
                  <a:lnTo>
                    <a:pt x="6785975" y="2347412"/>
                  </a:lnTo>
                  <a:lnTo>
                    <a:pt x="6883185" y="2342312"/>
                  </a:lnTo>
                  <a:lnTo>
                    <a:pt x="6989890" y="2336049"/>
                  </a:lnTo>
                  <a:lnTo>
                    <a:pt x="7102091" y="2328627"/>
                  </a:lnTo>
                  <a:lnTo>
                    <a:pt x="7215991" y="2320069"/>
                  </a:lnTo>
                  <a:lnTo>
                    <a:pt x="7328372" y="2310396"/>
                  </a:lnTo>
                  <a:lnTo>
                    <a:pt x="7436772" y="2299616"/>
                  </a:lnTo>
                  <a:lnTo>
                    <a:pt x="7539525" y="2287710"/>
                  </a:lnTo>
                  <a:lnTo>
                    <a:pt x="7635678" y="2274624"/>
                  </a:lnTo>
                  <a:lnTo>
                    <a:pt x="7724862" y="2260273"/>
                  </a:lnTo>
                  <a:lnTo>
                    <a:pt x="7807155" y="2244533"/>
                  </a:lnTo>
                  <a:lnTo>
                    <a:pt x="7882941" y="2227245"/>
                  </a:lnTo>
                  <a:lnTo>
                    <a:pt x="7952806" y="2208224"/>
                  </a:lnTo>
                  <a:lnTo>
                    <a:pt x="8017456" y="2187259"/>
                  </a:lnTo>
                  <a:lnTo>
                    <a:pt x="8077647" y="2164130"/>
                  </a:lnTo>
                  <a:lnTo>
                    <a:pt x="8134144" y="2138629"/>
                  </a:lnTo>
                  <a:lnTo>
                    <a:pt x="8187675" y="2110590"/>
                  </a:lnTo>
                  <a:lnTo>
                    <a:pt x="8229629" y="2085772"/>
                  </a:lnTo>
                  <a:lnTo>
                    <a:pt x="8281945" y="2051222"/>
                  </a:lnTo>
                  <a:lnTo>
                    <a:pt x="8332795" y="2013725"/>
                  </a:lnTo>
                  <a:lnTo>
                    <a:pt x="8382643" y="1973224"/>
                  </a:lnTo>
                  <a:lnTo>
                    <a:pt x="8431848" y="1929732"/>
                  </a:lnTo>
                  <a:lnTo>
                    <a:pt x="8480684" y="1883334"/>
                  </a:lnTo>
                  <a:lnTo>
                    <a:pt x="8529348" y="1834200"/>
                  </a:lnTo>
                  <a:lnTo>
                    <a:pt x="8577977" y="1782580"/>
                  </a:lnTo>
                  <a:lnTo>
                    <a:pt x="8626651" y="1728811"/>
                  </a:lnTo>
                  <a:lnTo>
                    <a:pt x="8675407" y="1673304"/>
                  </a:lnTo>
                  <a:lnTo>
                    <a:pt x="8724245" y="1616536"/>
                  </a:lnTo>
                  <a:lnTo>
                    <a:pt x="8773137" y="1559034"/>
                  </a:lnTo>
                  <a:lnTo>
                    <a:pt x="8822044" y="1501354"/>
                  </a:lnTo>
                  <a:lnTo>
                    <a:pt x="8870921" y="1444057"/>
                  </a:lnTo>
                  <a:lnTo>
                    <a:pt x="8919730" y="1387692"/>
                  </a:lnTo>
                  <a:lnTo>
                    <a:pt x="8968455" y="1332770"/>
                  </a:lnTo>
                  <a:lnTo>
                    <a:pt x="9017106" y="1279744"/>
                  </a:lnTo>
                  <a:lnTo>
                    <a:pt x="9065736" y="1228999"/>
                  </a:lnTo>
                  <a:lnTo>
                    <a:pt x="9114444" y="1180842"/>
                  </a:lnTo>
                  <a:lnTo>
                    <a:pt x="9163388" y="1135493"/>
                  </a:lnTo>
                  <a:lnTo>
                    <a:pt x="9212792" y="1093090"/>
                  </a:lnTo>
                  <a:lnTo>
                    <a:pt x="9262961" y="1053692"/>
                  </a:lnTo>
                  <a:lnTo>
                    <a:pt x="9314287" y="1017283"/>
                  </a:lnTo>
                  <a:lnTo>
                    <a:pt x="9347647" y="995720"/>
                  </a:lnTo>
                  <a:lnTo>
                    <a:pt x="9399250" y="965552"/>
                  </a:lnTo>
                  <a:lnTo>
                    <a:pt x="9453275" y="937989"/>
                  </a:lnTo>
                  <a:lnTo>
                    <a:pt x="9510395" y="912938"/>
                  </a:lnTo>
                  <a:lnTo>
                    <a:pt x="9571348" y="890223"/>
                  </a:lnTo>
                  <a:lnTo>
                    <a:pt x="9636900" y="869632"/>
                  </a:lnTo>
                  <a:lnTo>
                    <a:pt x="9707804" y="850945"/>
                  </a:lnTo>
                  <a:lnTo>
                    <a:pt x="9784746" y="833955"/>
                  </a:lnTo>
                  <a:lnTo>
                    <a:pt x="9868285" y="818480"/>
                  </a:lnTo>
                  <a:lnTo>
                    <a:pt x="9958756" y="804370"/>
                  </a:lnTo>
                  <a:lnTo>
                    <a:pt x="10056164" y="791507"/>
                  </a:lnTo>
                  <a:lnTo>
                    <a:pt x="10160046" y="779810"/>
                  </a:lnTo>
                  <a:lnTo>
                    <a:pt x="10269327" y="769234"/>
                  </a:lnTo>
                  <a:lnTo>
                    <a:pt x="10382195" y="759766"/>
                  </a:lnTo>
                  <a:lnTo>
                    <a:pt x="10496045" y="751415"/>
                  </a:lnTo>
                  <a:lnTo>
                    <a:pt x="10607532" y="744204"/>
                  </a:lnTo>
                  <a:lnTo>
                    <a:pt x="10712790" y="738155"/>
                  </a:lnTo>
                  <a:lnTo>
                    <a:pt x="10807836" y="733268"/>
                  </a:lnTo>
                  <a:lnTo>
                    <a:pt x="10889103" y="729505"/>
                  </a:lnTo>
                  <a:lnTo>
                    <a:pt x="10954028" y="726784"/>
                  </a:lnTo>
                  <a:lnTo>
                    <a:pt x="11001515" y="724976"/>
                  </a:lnTo>
                  <a:lnTo>
                    <a:pt x="11032207" y="723910"/>
                  </a:lnTo>
                  <a:lnTo>
                    <a:pt x="11048481" y="723393"/>
                  </a:lnTo>
                  <a:lnTo>
                    <a:pt x="11054279" y="723224"/>
                  </a:lnTo>
                  <a:lnTo>
                    <a:pt x="11054891" y="723207"/>
                  </a:lnTo>
                  <a:lnTo>
                    <a:pt x="12049831" y="723207"/>
                  </a:lnTo>
                  <a:lnTo>
                    <a:pt x="12049831" y="717966"/>
                  </a:lnTo>
                  <a:lnTo>
                    <a:pt x="11054891" y="717966"/>
                  </a:lnTo>
                  <a:lnTo>
                    <a:pt x="11053775" y="717997"/>
                  </a:lnTo>
                  <a:lnTo>
                    <a:pt x="11046411" y="718215"/>
                  </a:lnTo>
                  <a:lnTo>
                    <a:pt x="11027739" y="718818"/>
                  </a:lnTo>
                  <a:lnTo>
                    <a:pt x="10994089" y="720007"/>
                  </a:lnTo>
                  <a:lnTo>
                    <a:pt x="10943391" y="721971"/>
                  </a:lnTo>
                  <a:lnTo>
                    <a:pt x="10875332" y="724875"/>
                  </a:lnTo>
                  <a:lnTo>
                    <a:pt x="10791302" y="728839"/>
                  </a:lnTo>
                  <a:lnTo>
                    <a:pt x="10694092" y="733939"/>
                  </a:lnTo>
                  <a:lnTo>
                    <a:pt x="10587386" y="740203"/>
                  </a:lnTo>
                  <a:lnTo>
                    <a:pt x="10475186" y="747624"/>
                  </a:lnTo>
                  <a:lnTo>
                    <a:pt x="10361285" y="756182"/>
                  </a:lnTo>
                  <a:lnTo>
                    <a:pt x="10248905" y="765855"/>
                  </a:lnTo>
                  <a:lnTo>
                    <a:pt x="10140504" y="776635"/>
                  </a:lnTo>
                  <a:lnTo>
                    <a:pt x="10037751" y="788541"/>
                  </a:lnTo>
                  <a:lnTo>
                    <a:pt x="9941599" y="801627"/>
                  </a:lnTo>
                  <a:lnTo>
                    <a:pt x="9852414" y="815978"/>
                  </a:lnTo>
                  <a:lnTo>
                    <a:pt x="9770122" y="831719"/>
                  </a:lnTo>
                  <a:lnTo>
                    <a:pt x="9694336" y="849006"/>
                  </a:lnTo>
                  <a:lnTo>
                    <a:pt x="9624470" y="868027"/>
                  </a:lnTo>
                  <a:lnTo>
                    <a:pt x="9559821" y="888993"/>
                  </a:lnTo>
                  <a:lnTo>
                    <a:pt x="9499629" y="912121"/>
                  </a:lnTo>
                  <a:lnTo>
                    <a:pt x="9443133" y="937622"/>
                  </a:lnTo>
                  <a:lnTo>
                    <a:pt x="9389601" y="965661"/>
                  </a:lnTo>
                  <a:lnTo>
                    <a:pt x="9347647" y="990479"/>
                  </a:lnTo>
                  <a:lnTo>
                    <a:pt x="9295331" y="1025029"/>
                  </a:lnTo>
                  <a:lnTo>
                    <a:pt x="9244481" y="1062527"/>
                  </a:lnTo>
                  <a:lnTo>
                    <a:pt x="9194633" y="1103027"/>
                  </a:lnTo>
                  <a:lnTo>
                    <a:pt x="9145428" y="1146519"/>
                  </a:lnTo>
                  <a:lnTo>
                    <a:pt x="9096593" y="1192917"/>
                  </a:lnTo>
                  <a:lnTo>
                    <a:pt x="9047929" y="1242052"/>
                  </a:lnTo>
                  <a:lnTo>
                    <a:pt x="8999300" y="1293671"/>
                  </a:lnTo>
                  <a:lnTo>
                    <a:pt x="8950625" y="1347440"/>
                  </a:lnTo>
                  <a:lnTo>
                    <a:pt x="8901869" y="1402947"/>
                  </a:lnTo>
                  <a:lnTo>
                    <a:pt x="8853032" y="1459715"/>
                  </a:lnTo>
                  <a:lnTo>
                    <a:pt x="8804139" y="1517217"/>
                  </a:lnTo>
                  <a:lnTo>
                    <a:pt x="8755232" y="1574897"/>
                  </a:lnTo>
                  <a:lnTo>
                    <a:pt x="8706356" y="1632194"/>
                  </a:lnTo>
                  <a:lnTo>
                    <a:pt x="8657546" y="1688559"/>
                  </a:lnTo>
                  <a:lnTo>
                    <a:pt x="8608822" y="1743482"/>
                  </a:lnTo>
                  <a:lnTo>
                    <a:pt x="8560170" y="1796508"/>
                  </a:lnTo>
                  <a:lnTo>
                    <a:pt x="8511541" y="1847252"/>
                  </a:lnTo>
                  <a:lnTo>
                    <a:pt x="8462833" y="1895409"/>
                  </a:lnTo>
                  <a:lnTo>
                    <a:pt x="8413889" y="1940758"/>
                  </a:lnTo>
                  <a:lnTo>
                    <a:pt x="8364484" y="1983161"/>
                  </a:lnTo>
                  <a:lnTo>
                    <a:pt x="8314316" y="2022560"/>
                  </a:lnTo>
                  <a:lnTo>
                    <a:pt x="8262989" y="2058968"/>
                  </a:lnTo>
                  <a:lnTo>
                    <a:pt x="8229629" y="2080531"/>
                  </a:lnTo>
                  <a:lnTo>
                    <a:pt x="8178026" y="2110699"/>
                  </a:lnTo>
                  <a:lnTo>
                    <a:pt x="8124001" y="2138262"/>
                  </a:lnTo>
                  <a:lnTo>
                    <a:pt x="8066882" y="2163313"/>
                  </a:lnTo>
                  <a:lnTo>
                    <a:pt x="8005929" y="2186028"/>
                  </a:lnTo>
                  <a:lnTo>
                    <a:pt x="7940376" y="2206619"/>
                  </a:lnTo>
                  <a:lnTo>
                    <a:pt x="7869473" y="2225307"/>
                  </a:lnTo>
                  <a:lnTo>
                    <a:pt x="7792530" y="2242296"/>
                  </a:lnTo>
                  <a:lnTo>
                    <a:pt x="7708992" y="2257771"/>
                  </a:lnTo>
                  <a:lnTo>
                    <a:pt x="7618521" y="2271881"/>
                  </a:lnTo>
                  <a:lnTo>
                    <a:pt x="7521112" y="2284744"/>
                  </a:lnTo>
                  <a:lnTo>
                    <a:pt x="7417230" y="2296441"/>
                  </a:lnTo>
                  <a:lnTo>
                    <a:pt x="7307950" y="2307017"/>
                  </a:lnTo>
                  <a:lnTo>
                    <a:pt x="7195082" y="2316485"/>
                  </a:lnTo>
                  <a:lnTo>
                    <a:pt x="7081231" y="2324837"/>
                  </a:lnTo>
                  <a:lnTo>
                    <a:pt x="6969744" y="2332047"/>
                  </a:lnTo>
                  <a:lnTo>
                    <a:pt x="6864486" y="2338096"/>
                  </a:lnTo>
                  <a:lnTo>
                    <a:pt x="6769441" y="2342984"/>
                  </a:lnTo>
                  <a:lnTo>
                    <a:pt x="6688173" y="2346746"/>
                  </a:lnTo>
                  <a:lnTo>
                    <a:pt x="6623249" y="2349467"/>
                  </a:lnTo>
                  <a:lnTo>
                    <a:pt x="6575761" y="2351275"/>
                  </a:lnTo>
                  <a:lnTo>
                    <a:pt x="6545070" y="2352341"/>
                  </a:lnTo>
                  <a:lnTo>
                    <a:pt x="6528796" y="2352858"/>
                  </a:lnTo>
                  <a:lnTo>
                    <a:pt x="6522998" y="2353028"/>
                  </a:lnTo>
                  <a:lnTo>
                    <a:pt x="6522385" y="2353044"/>
                  </a:lnTo>
                  <a:lnTo>
                    <a:pt x="5527445" y="2353044"/>
                  </a:lnTo>
                  <a:lnTo>
                    <a:pt x="5526351" y="2353001"/>
                  </a:lnTo>
                  <a:lnTo>
                    <a:pt x="5519125" y="2352693"/>
                  </a:lnTo>
                  <a:lnTo>
                    <a:pt x="5500794" y="2351843"/>
                  </a:lnTo>
                  <a:lnTo>
                    <a:pt x="5467736" y="2350166"/>
                  </a:lnTo>
                  <a:lnTo>
                    <a:pt x="5417882" y="2347394"/>
                  </a:lnTo>
                  <a:lnTo>
                    <a:pt x="5350874" y="2343294"/>
                  </a:lnTo>
                  <a:lnTo>
                    <a:pt x="5268019" y="2337693"/>
                  </a:lnTo>
                  <a:lnTo>
                    <a:pt x="5172005" y="2330483"/>
                  </a:lnTo>
                  <a:lnTo>
                    <a:pt x="5066416" y="2321621"/>
                  </a:lnTo>
                  <a:lnTo>
                    <a:pt x="4955174" y="2311113"/>
                  </a:lnTo>
                  <a:lnTo>
                    <a:pt x="4842022" y="2298988"/>
                  </a:lnTo>
                  <a:lnTo>
                    <a:pt x="4730167" y="2285279"/>
                  </a:lnTo>
                  <a:lnTo>
                    <a:pt x="4622079" y="2269997"/>
                  </a:lnTo>
                  <a:lnTo>
                    <a:pt x="4519455" y="2253118"/>
                  </a:lnTo>
                  <a:lnTo>
                    <a:pt x="4423285" y="2234575"/>
                  </a:lnTo>
                  <a:lnTo>
                    <a:pt x="4333979" y="2214248"/>
                  </a:lnTo>
                  <a:lnTo>
                    <a:pt x="4251500" y="2191969"/>
                  </a:lnTo>
                  <a:lnTo>
                    <a:pt x="4175497" y="2167519"/>
                  </a:lnTo>
                  <a:lnTo>
                    <a:pt x="4105412" y="2140640"/>
                  </a:lnTo>
                  <a:lnTo>
                    <a:pt x="4040566" y="2111039"/>
                  </a:lnTo>
                  <a:lnTo>
                    <a:pt x="3980220" y="2078406"/>
                  </a:lnTo>
                  <a:lnTo>
                    <a:pt x="3923622" y="2042441"/>
                  </a:lnTo>
                  <a:lnTo>
                    <a:pt x="3870050" y="2002899"/>
                  </a:lnTo>
                  <a:lnTo>
                    <a:pt x="3820202" y="1960870"/>
                  </a:lnTo>
                  <a:lnTo>
                    <a:pt x="3773026" y="1916293"/>
                  </a:lnTo>
                  <a:lnTo>
                    <a:pt x="3727079" y="1868287"/>
                  </a:lnTo>
                  <a:lnTo>
                    <a:pt x="3682011" y="1816785"/>
                  </a:lnTo>
                  <a:lnTo>
                    <a:pt x="3637542" y="1761777"/>
                  </a:lnTo>
                  <a:lnTo>
                    <a:pt x="3593453" y="1703328"/>
                  </a:lnTo>
                  <a:lnTo>
                    <a:pt x="3549574" y="1641575"/>
                  </a:lnTo>
                  <a:lnTo>
                    <a:pt x="3505784" y="1576733"/>
                  </a:lnTo>
                  <a:lnTo>
                    <a:pt x="3461997" y="1509100"/>
                  </a:lnTo>
                  <a:lnTo>
                    <a:pt x="3418165" y="1439048"/>
                  </a:lnTo>
                  <a:lnTo>
                    <a:pt x="3374264" y="1367022"/>
                  </a:lnTo>
                  <a:lnTo>
                    <a:pt x="3330297" y="1293526"/>
                  </a:lnTo>
                  <a:lnTo>
                    <a:pt x="3286283" y="1219112"/>
                  </a:lnTo>
                  <a:lnTo>
                    <a:pt x="3242250" y="1144361"/>
                  </a:lnTo>
                  <a:lnTo>
                    <a:pt x="3198231" y="1069865"/>
                  </a:lnTo>
                  <a:lnTo>
                    <a:pt x="3154256" y="996207"/>
                  </a:lnTo>
                  <a:lnTo>
                    <a:pt x="3110345" y="923944"/>
                  </a:lnTo>
                  <a:lnTo>
                    <a:pt x="3066504" y="853588"/>
                  </a:lnTo>
                  <a:lnTo>
                    <a:pt x="3022713" y="785593"/>
                  </a:lnTo>
                  <a:lnTo>
                    <a:pt x="2978927" y="720342"/>
                  </a:lnTo>
                  <a:lnTo>
                    <a:pt x="2935068" y="658143"/>
                  </a:lnTo>
                  <a:lnTo>
                    <a:pt x="2891017" y="599222"/>
                  </a:lnTo>
                  <a:lnTo>
                    <a:pt x="2846613" y="543729"/>
                  </a:lnTo>
                  <a:lnTo>
                    <a:pt x="2801644" y="491736"/>
                  </a:lnTo>
                  <a:lnTo>
                    <a:pt x="2755839" y="443245"/>
                  </a:lnTo>
                  <a:lnTo>
                    <a:pt x="2708859" y="398195"/>
                  </a:lnTo>
                  <a:lnTo>
                    <a:pt x="2702183" y="392174"/>
                  </a:lnTo>
                  <a:lnTo>
                    <a:pt x="2650925" y="349031"/>
                  </a:lnTo>
                  <a:lnTo>
                    <a:pt x="2597281" y="309588"/>
                  </a:lnTo>
                  <a:lnTo>
                    <a:pt x="2540592" y="273716"/>
                  </a:lnTo>
                  <a:lnTo>
                    <a:pt x="2480134" y="241169"/>
                  </a:lnTo>
                  <a:lnTo>
                    <a:pt x="2415156" y="211645"/>
                  </a:lnTo>
                  <a:lnTo>
                    <a:pt x="2344921" y="184835"/>
                  </a:lnTo>
                  <a:lnTo>
                    <a:pt x="2268750" y="160448"/>
                  </a:lnTo>
                  <a:lnTo>
                    <a:pt x="2186090" y="138223"/>
                  </a:lnTo>
                  <a:lnTo>
                    <a:pt x="2096598" y="117946"/>
                  </a:lnTo>
                  <a:lnTo>
                    <a:pt x="2000247" y="99449"/>
                  </a:lnTo>
                  <a:lnTo>
                    <a:pt x="1897459" y="82615"/>
                  </a:lnTo>
                  <a:lnTo>
                    <a:pt x="1789244" y="67375"/>
                  </a:lnTo>
                  <a:lnTo>
                    <a:pt x="1677318" y="53708"/>
                  </a:lnTo>
                  <a:lnTo>
                    <a:pt x="1564173" y="41627"/>
                  </a:lnTo>
                  <a:lnTo>
                    <a:pt x="1453032" y="31162"/>
                  </a:lnTo>
                  <a:lnTo>
                    <a:pt x="1347650" y="22345"/>
                  </a:lnTo>
                  <a:lnTo>
                    <a:pt x="1251947" y="15179"/>
                  </a:lnTo>
                  <a:lnTo>
                    <a:pt x="1169489" y="9620"/>
                  </a:lnTo>
                  <a:lnTo>
                    <a:pt x="1102933" y="5559"/>
                  </a:lnTo>
                  <a:lnTo>
                    <a:pt x="1053544" y="2819"/>
                  </a:lnTo>
                  <a:lnTo>
                    <a:pt x="1020917" y="1169"/>
                  </a:lnTo>
                  <a:lnTo>
                    <a:pt x="1002939" y="337"/>
                  </a:lnTo>
                  <a:lnTo>
                    <a:pt x="995949" y="3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29" name="pl528"/>
            <p:cNvSpPr/>
            <p:nvPr/>
          </p:nvSpPr>
          <p:spPr>
            <a:xfrm>
              <a:off x="1199187" y="3642076"/>
              <a:ext cx="12049831" cy="2353044"/>
            </a:xfrm>
            <a:custGeom>
              <a:avLst/>
              <a:pathLst>
                <a:path w="12049831" h="2353044">
                  <a:moveTo>
                    <a:pt x="0" y="0"/>
                  </a:moveTo>
                  <a:lnTo>
                    <a:pt x="994940" y="0"/>
                  </a:lnTo>
                  <a:lnTo>
                    <a:pt x="996034" y="43"/>
                  </a:lnTo>
                  <a:lnTo>
                    <a:pt x="1003260" y="351"/>
                  </a:lnTo>
                  <a:lnTo>
                    <a:pt x="1021591" y="1201"/>
                  </a:lnTo>
                  <a:lnTo>
                    <a:pt x="1054649" y="2878"/>
                  </a:lnTo>
                  <a:lnTo>
                    <a:pt x="1104503" y="5650"/>
                  </a:lnTo>
                  <a:lnTo>
                    <a:pt x="1171511" y="9749"/>
                  </a:lnTo>
                  <a:lnTo>
                    <a:pt x="1254366" y="15350"/>
                  </a:lnTo>
                  <a:lnTo>
                    <a:pt x="1350380" y="22560"/>
                  </a:lnTo>
                  <a:lnTo>
                    <a:pt x="1455969" y="31422"/>
                  </a:lnTo>
                  <a:lnTo>
                    <a:pt x="1567211" y="41931"/>
                  </a:lnTo>
                  <a:lnTo>
                    <a:pt x="1680363" y="54056"/>
                  </a:lnTo>
                  <a:lnTo>
                    <a:pt x="1792218" y="67765"/>
                  </a:lnTo>
                  <a:lnTo>
                    <a:pt x="1900306" y="83047"/>
                  </a:lnTo>
                  <a:lnTo>
                    <a:pt x="2002930" y="99925"/>
                  </a:lnTo>
                  <a:lnTo>
                    <a:pt x="2099100" y="118469"/>
                  </a:lnTo>
                  <a:lnTo>
                    <a:pt x="2188406" y="138796"/>
                  </a:lnTo>
                  <a:lnTo>
                    <a:pt x="2270885" y="161075"/>
                  </a:lnTo>
                  <a:lnTo>
                    <a:pt x="2346888" y="185524"/>
                  </a:lnTo>
                  <a:lnTo>
                    <a:pt x="2416973" y="212403"/>
                  </a:lnTo>
                  <a:lnTo>
                    <a:pt x="2481819" y="242005"/>
                  </a:lnTo>
                  <a:lnTo>
                    <a:pt x="2542165" y="274638"/>
                  </a:lnTo>
                  <a:lnTo>
                    <a:pt x="2598763" y="310603"/>
                  </a:lnTo>
                  <a:lnTo>
                    <a:pt x="2652335" y="350145"/>
                  </a:lnTo>
                  <a:lnTo>
                    <a:pt x="2702183" y="392174"/>
                  </a:lnTo>
                  <a:lnTo>
                    <a:pt x="2749359" y="436751"/>
                  </a:lnTo>
                  <a:lnTo>
                    <a:pt x="2795306" y="484756"/>
                  </a:lnTo>
                  <a:lnTo>
                    <a:pt x="2840374" y="536259"/>
                  </a:lnTo>
                  <a:lnTo>
                    <a:pt x="2884843" y="591266"/>
                  </a:lnTo>
                  <a:lnTo>
                    <a:pt x="2928932" y="649716"/>
                  </a:lnTo>
                  <a:lnTo>
                    <a:pt x="2972811" y="711469"/>
                  </a:lnTo>
                  <a:lnTo>
                    <a:pt x="3016601" y="776311"/>
                  </a:lnTo>
                  <a:lnTo>
                    <a:pt x="3060388" y="843944"/>
                  </a:lnTo>
                  <a:lnTo>
                    <a:pt x="3104220" y="913996"/>
                  </a:lnTo>
                  <a:lnTo>
                    <a:pt x="3148121" y="986022"/>
                  </a:lnTo>
                  <a:lnTo>
                    <a:pt x="3192088" y="1059517"/>
                  </a:lnTo>
                  <a:lnTo>
                    <a:pt x="3236102" y="1133931"/>
                  </a:lnTo>
                  <a:lnTo>
                    <a:pt x="3280135" y="1208683"/>
                  </a:lnTo>
                  <a:lnTo>
                    <a:pt x="3324154" y="1283179"/>
                  </a:lnTo>
                  <a:lnTo>
                    <a:pt x="3368129" y="1356837"/>
                  </a:lnTo>
                  <a:lnTo>
                    <a:pt x="3412040" y="1429100"/>
                  </a:lnTo>
                  <a:lnTo>
                    <a:pt x="3455881" y="1499455"/>
                  </a:lnTo>
                  <a:lnTo>
                    <a:pt x="3499672" y="1567451"/>
                  </a:lnTo>
                  <a:lnTo>
                    <a:pt x="3543458" y="1632701"/>
                  </a:lnTo>
                  <a:lnTo>
                    <a:pt x="3587317" y="1694901"/>
                  </a:lnTo>
                  <a:lnTo>
                    <a:pt x="3631368" y="1753821"/>
                  </a:lnTo>
                  <a:lnTo>
                    <a:pt x="3675772" y="1809315"/>
                  </a:lnTo>
                  <a:lnTo>
                    <a:pt x="3720741" y="1861308"/>
                  </a:lnTo>
                  <a:lnTo>
                    <a:pt x="3766546" y="1909799"/>
                  </a:lnTo>
                  <a:lnTo>
                    <a:pt x="3813526" y="1954848"/>
                  </a:lnTo>
                  <a:lnTo>
                    <a:pt x="3820202" y="1960870"/>
                  </a:lnTo>
                  <a:lnTo>
                    <a:pt x="3871460" y="2004013"/>
                  </a:lnTo>
                  <a:lnTo>
                    <a:pt x="3925104" y="2043456"/>
                  </a:lnTo>
                  <a:lnTo>
                    <a:pt x="3981793" y="2079327"/>
                  </a:lnTo>
                  <a:lnTo>
                    <a:pt x="4042251" y="2111875"/>
                  </a:lnTo>
                  <a:lnTo>
                    <a:pt x="4107229" y="2141399"/>
                  </a:lnTo>
                  <a:lnTo>
                    <a:pt x="4177464" y="2168209"/>
                  </a:lnTo>
                  <a:lnTo>
                    <a:pt x="4253635" y="2192596"/>
                  </a:lnTo>
                  <a:lnTo>
                    <a:pt x="4336295" y="2214820"/>
                  </a:lnTo>
                  <a:lnTo>
                    <a:pt x="4425787" y="2235097"/>
                  </a:lnTo>
                  <a:lnTo>
                    <a:pt x="4522138" y="2253595"/>
                  </a:lnTo>
                  <a:lnTo>
                    <a:pt x="4624926" y="2270429"/>
                  </a:lnTo>
                  <a:lnTo>
                    <a:pt x="4733141" y="2285669"/>
                  </a:lnTo>
                  <a:lnTo>
                    <a:pt x="4845067" y="2299335"/>
                  </a:lnTo>
                  <a:lnTo>
                    <a:pt x="4958212" y="2311417"/>
                  </a:lnTo>
                  <a:lnTo>
                    <a:pt x="5069353" y="2321882"/>
                  </a:lnTo>
                  <a:lnTo>
                    <a:pt x="5174735" y="2330699"/>
                  </a:lnTo>
                  <a:lnTo>
                    <a:pt x="5270438" y="2337865"/>
                  </a:lnTo>
                  <a:lnTo>
                    <a:pt x="5352896" y="2343424"/>
                  </a:lnTo>
                  <a:lnTo>
                    <a:pt x="5419452" y="2347485"/>
                  </a:lnTo>
                  <a:lnTo>
                    <a:pt x="5468841" y="2350224"/>
                  </a:lnTo>
                  <a:lnTo>
                    <a:pt x="5501468" y="2351875"/>
                  </a:lnTo>
                  <a:lnTo>
                    <a:pt x="5519446" y="2352707"/>
                  </a:lnTo>
                  <a:lnTo>
                    <a:pt x="5526436" y="2353004"/>
                  </a:lnTo>
                  <a:lnTo>
                    <a:pt x="5527445" y="2353044"/>
                  </a:lnTo>
                  <a:lnTo>
                    <a:pt x="6522385" y="2353044"/>
                  </a:lnTo>
                  <a:lnTo>
                    <a:pt x="6523501" y="2353014"/>
                  </a:lnTo>
                  <a:lnTo>
                    <a:pt x="6530866" y="2352795"/>
                  </a:lnTo>
                  <a:lnTo>
                    <a:pt x="6549537" y="2352192"/>
                  </a:lnTo>
                  <a:lnTo>
                    <a:pt x="6583188" y="2351004"/>
                  </a:lnTo>
                  <a:lnTo>
                    <a:pt x="6633886" y="2349040"/>
                  </a:lnTo>
                  <a:lnTo>
                    <a:pt x="6701945" y="2346136"/>
                  </a:lnTo>
                  <a:lnTo>
                    <a:pt x="6785975" y="2342171"/>
                  </a:lnTo>
                  <a:lnTo>
                    <a:pt x="6883185" y="2337071"/>
                  </a:lnTo>
                  <a:lnTo>
                    <a:pt x="6989890" y="2330808"/>
                  </a:lnTo>
                  <a:lnTo>
                    <a:pt x="7102091" y="2323386"/>
                  </a:lnTo>
                  <a:lnTo>
                    <a:pt x="7215991" y="2314828"/>
                  </a:lnTo>
                  <a:lnTo>
                    <a:pt x="7328372" y="2305156"/>
                  </a:lnTo>
                  <a:lnTo>
                    <a:pt x="7436772" y="2294376"/>
                  </a:lnTo>
                  <a:lnTo>
                    <a:pt x="7539525" y="2282469"/>
                  </a:lnTo>
                  <a:lnTo>
                    <a:pt x="7635678" y="2269384"/>
                  </a:lnTo>
                  <a:lnTo>
                    <a:pt x="7724862" y="2255033"/>
                  </a:lnTo>
                  <a:lnTo>
                    <a:pt x="7807155" y="2239292"/>
                  </a:lnTo>
                  <a:lnTo>
                    <a:pt x="7882941" y="2222005"/>
                  </a:lnTo>
                  <a:lnTo>
                    <a:pt x="7952806" y="2202983"/>
                  </a:lnTo>
                  <a:lnTo>
                    <a:pt x="8017456" y="2182018"/>
                  </a:lnTo>
                  <a:lnTo>
                    <a:pt x="8077647" y="2158889"/>
                  </a:lnTo>
                  <a:lnTo>
                    <a:pt x="8134144" y="2133388"/>
                  </a:lnTo>
                  <a:lnTo>
                    <a:pt x="8187675" y="2105350"/>
                  </a:lnTo>
                  <a:lnTo>
                    <a:pt x="8229629" y="2080531"/>
                  </a:lnTo>
                  <a:lnTo>
                    <a:pt x="8281945" y="2045981"/>
                  </a:lnTo>
                  <a:lnTo>
                    <a:pt x="8332795" y="2008484"/>
                  </a:lnTo>
                  <a:lnTo>
                    <a:pt x="8382643" y="1967984"/>
                  </a:lnTo>
                  <a:lnTo>
                    <a:pt x="8431848" y="1924491"/>
                  </a:lnTo>
                  <a:lnTo>
                    <a:pt x="8480684" y="1878094"/>
                  </a:lnTo>
                  <a:lnTo>
                    <a:pt x="8529348" y="1828959"/>
                  </a:lnTo>
                  <a:lnTo>
                    <a:pt x="8577977" y="1777339"/>
                  </a:lnTo>
                  <a:lnTo>
                    <a:pt x="8626651" y="1723570"/>
                  </a:lnTo>
                  <a:lnTo>
                    <a:pt x="8675407" y="1668063"/>
                  </a:lnTo>
                  <a:lnTo>
                    <a:pt x="8724245" y="1611296"/>
                  </a:lnTo>
                  <a:lnTo>
                    <a:pt x="8773137" y="1553794"/>
                  </a:lnTo>
                  <a:lnTo>
                    <a:pt x="8822044" y="1496113"/>
                  </a:lnTo>
                  <a:lnTo>
                    <a:pt x="8870921" y="1438817"/>
                  </a:lnTo>
                  <a:lnTo>
                    <a:pt x="8919730" y="1382452"/>
                  </a:lnTo>
                  <a:lnTo>
                    <a:pt x="8968455" y="1327529"/>
                  </a:lnTo>
                  <a:lnTo>
                    <a:pt x="9017106" y="1274503"/>
                  </a:lnTo>
                  <a:lnTo>
                    <a:pt x="9065736" y="1223759"/>
                  </a:lnTo>
                  <a:lnTo>
                    <a:pt x="9114444" y="1175601"/>
                  </a:lnTo>
                  <a:lnTo>
                    <a:pt x="9163388" y="1130252"/>
                  </a:lnTo>
                  <a:lnTo>
                    <a:pt x="9212792" y="1087849"/>
                  </a:lnTo>
                  <a:lnTo>
                    <a:pt x="9262961" y="1048451"/>
                  </a:lnTo>
                  <a:lnTo>
                    <a:pt x="9314287" y="1012043"/>
                  </a:lnTo>
                  <a:lnTo>
                    <a:pt x="9347647" y="990479"/>
                  </a:lnTo>
                  <a:lnTo>
                    <a:pt x="9399250" y="960312"/>
                  </a:lnTo>
                  <a:lnTo>
                    <a:pt x="9453275" y="932748"/>
                  </a:lnTo>
                  <a:lnTo>
                    <a:pt x="9510395" y="907697"/>
                  </a:lnTo>
                  <a:lnTo>
                    <a:pt x="9571348" y="884983"/>
                  </a:lnTo>
                  <a:lnTo>
                    <a:pt x="9636900" y="864391"/>
                  </a:lnTo>
                  <a:lnTo>
                    <a:pt x="9707804" y="845704"/>
                  </a:lnTo>
                  <a:lnTo>
                    <a:pt x="9784746" y="828714"/>
                  </a:lnTo>
                  <a:lnTo>
                    <a:pt x="9868285" y="813240"/>
                  </a:lnTo>
                  <a:lnTo>
                    <a:pt x="9958756" y="799129"/>
                  </a:lnTo>
                  <a:lnTo>
                    <a:pt x="10056164" y="786266"/>
                  </a:lnTo>
                  <a:lnTo>
                    <a:pt x="10160046" y="774570"/>
                  </a:lnTo>
                  <a:lnTo>
                    <a:pt x="10269327" y="763994"/>
                  </a:lnTo>
                  <a:lnTo>
                    <a:pt x="10382195" y="754525"/>
                  </a:lnTo>
                  <a:lnTo>
                    <a:pt x="10496045" y="746174"/>
                  </a:lnTo>
                  <a:lnTo>
                    <a:pt x="10607532" y="738964"/>
                  </a:lnTo>
                  <a:lnTo>
                    <a:pt x="10712790" y="732915"/>
                  </a:lnTo>
                  <a:lnTo>
                    <a:pt x="10807836" y="728027"/>
                  </a:lnTo>
                  <a:lnTo>
                    <a:pt x="10889103" y="724264"/>
                  </a:lnTo>
                  <a:lnTo>
                    <a:pt x="10954028" y="721544"/>
                  </a:lnTo>
                  <a:lnTo>
                    <a:pt x="11001515" y="719735"/>
                  </a:lnTo>
                  <a:lnTo>
                    <a:pt x="11032207" y="718669"/>
                  </a:lnTo>
                  <a:lnTo>
                    <a:pt x="11048481" y="718152"/>
                  </a:lnTo>
                  <a:lnTo>
                    <a:pt x="11054279" y="717983"/>
                  </a:lnTo>
                  <a:lnTo>
                    <a:pt x="11054891" y="717966"/>
                  </a:lnTo>
                  <a:lnTo>
                    <a:pt x="12049831" y="717966"/>
                  </a:lnTo>
                  <a:lnTo>
                    <a:pt x="12049831" y="7179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0" name="pl529"/>
            <p:cNvSpPr/>
            <p:nvPr/>
          </p:nvSpPr>
          <p:spPr>
            <a:xfrm>
              <a:off x="1199187" y="3636835"/>
              <a:ext cx="12049831" cy="2353044"/>
            </a:xfrm>
            <a:custGeom>
              <a:avLst/>
              <a:pathLst>
                <a:path w="12049831" h="2353044">
                  <a:moveTo>
                    <a:pt x="12049831" y="717966"/>
                  </a:moveTo>
                  <a:lnTo>
                    <a:pt x="11054891" y="717966"/>
                  </a:lnTo>
                  <a:lnTo>
                    <a:pt x="11053775" y="717997"/>
                  </a:lnTo>
                  <a:lnTo>
                    <a:pt x="11046411" y="718215"/>
                  </a:lnTo>
                  <a:lnTo>
                    <a:pt x="11027739" y="718818"/>
                  </a:lnTo>
                  <a:lnTo>
                    <a:pt x="10994089" y="720007"/>
                  </a:lnTo>
                  <a:lnTo>
                    <a:pt x="10943391" y="721971"/>
                  </a:lnTo>
                  <a:lnTo>
                    <a:pt x="10875332" y="724875"/>
                  </a:lnTo>
                  <a:lnTo>
                    <a:pt x="10791302" y="728839"/>
                  </a:lnTo>
                  <a:lnTo>
                    <a:pt x="10694092" y="733939"/>
                  </a:lnTo>
                  <a:lnTo>
                    <a:pt x="10587386" y="740203"/>
                  </a:lnTo>
                  <a:lnTo>
                    <a:pt x="10475186" y="747624"/>
                  </a:lnTo>
                  <a:lnTo>
                    <a:pt x="10361285" y="756182"/>
                  </a:lnTo>
                  <a:lnTo>
                    <a:pt x="10248905" y="765855"/>
                  </a:lnTo>
                  <a:lnTo>
                    <a:pt x="10140504" y="776635"/>
                  </a:lnTo>
                  <a:lnTo>
                    <a:pt x="10037751" y="788541"/>
                  </a:lnTo>
                  <a:lnTo>
                    <a:pt x="9941599" y="801627"/>
                  </a:lnTo>
                  <a:lnTo>
                    <a:pt x="9852414" y="815978"/>
                  </a:lnTo>
                  <a:lnTo>
                    <a:pt x="9770122" y="831719"/>
                  </a:lnTo>
                  <a:lnTo>
                    <a:pt x="9694336" y="849006"/>
                  </a:lnTo>
                  <a:lnTo>
                    <a:pt x="9624470" y="868027"/>
                  </a:lnTo>
                  <a:lnTo>
                    <a:pt x="9559821" y="888993"/>
                  </a:lnTo>
                  <a:lnTo>
                    <a:pt x="9499629" y="912121"/>
                  </a:lnTo>
                  <a:lnTo>
                    <a:pt x="9443133" y="937622"/>
                  </a:lnTo>
                  <a:lnTo>
                    <a:pt x="9389601" y="965661"/>
                  </a:lnTo>
                  <a:lnTo>
                    <a:pt x="9347647" y="990479"/>
                  </a:lnTo>
                  <a:lnTo>
                    <a:pt x="9295331" y="1025029"/>
                  </a:lnTo>
                  <a:lnTo>
                    <a:pt x="9244481" y="1062527"/>
                  </a:lnTo>
                  <a:lnTo>
                    <a:pt x="9194633" y="1103027"/>
                  </a:lnTo>
                  <a:lnTo>
                    <a:pt x="9145428" y="1146519"/>
                  </a:lnTo>
                  <a:lnTo>
                    <a:pt x="9096593" y="1192917"/>
                  </a:lnTo>
                  <a:lnTo>
                    <a:pt x="9047929" y="1242052"/>
                  </a:lnTo>
                  <a:lnTo>
                    <a:pt x="8999300" y="1293671"/>
                  </a:lnTo>
                  <a:lnTo>
                    <a:pt x="8950625" y="1347440"/>
                  </a:lnTo>
                  <a:lnTo>
                    <a:pt x="8901869" y="1402947"/>
                  </a:lnTo>
                  <a:lnTo>
                    <a:pt x="8853032" y="1459715"/>
                  </a:lnTo>
                  <a:lnTo>
                    <a:pt x="8804139" y="1517217"/>
                  </a:lnTo>
                  <a:lnTo>
                    <a:pt x="8755232" y="1574897"/>
                  </a:lnTo>
                  <a:lnTo>
                    <a:pt x="8706356" y="1632194"/>
                  </a:lnTo>
                  <a:lnTo>
                    <a:pt x="8657546" y="1688559"/>
                  </a:lnTo>
                  <a:lnTo>
                    <a:pt x="8608822" y="1743482"/>
                  </a:lnTo>
                  <a:lnTo>
                    <a:pt x="8560170" y="1796508"/>
                  </a:lnTo>
                  <a:lnTo>
                    <a:pt x="8511541" y="1847252"/>
                  </a:lnTo>
                  <a:lnTo>
                    <a:pt x="8462833" y="1895409"/>
                  </a:lnTo>
                  <a:lnTo>
                    <a:pt x="8413889" y="1940758"/>
                  </a:lnTo>
                  <a:lnTo>
                    <a:pt x="8364484" y="1983161"/>
                  </a:lnTo>
                  <a:lnTo>
                    <a:pt x="8314316" y="2022560"/>
                  </a:lnTo>
                  <a:lnTo>
                    <a:pt x="8262989" y="2058968"/>
                  </a:lnTo>
                  <a:lnTo>
                    <a:pt x="8229629" y="2080531"/>
                  </a:lnTo>
                  <a:lnTo>
                    <a:pt x="8178026" y="2110699"/>
                  </a:lnTo>
                  <a:lnTo>
                    <a:pt x="8124001" y="2138262"/>
                  </a:lnTo>
                  <a:lnTo>
                    <a:pt x="8066882" y="2163313"/>
                  </a:lnTo>
                  <a:lnTo>
                    <a:pt x="8005929" y="2186028"/>
                  </a:lnTo>
                  <a:lnTo>
                    <a:pt x="7940376" y="2206619"/>
                  </a:lnTo>
                  <a:lnTo>
                    <a:pt x="7869473" y="2225307"/>
                  </a:lnTo>
                  <a:lnTo>
                    <a:pt x="7792530" y="2242296"/>
                  </a:lnTo>
                  <a:lnTo>
                    <a:pt x="7708992" y="2257771"/>
                  </a:lnTo>
                  <a:lnTo>
                    <a:pt x="7618521" y="2271881"/>
                  </a:lnTo>
                  <a:lnTo>
                    <a:pt x="7521112" y="2284744"/>
                  </a:lnTo>
                  <a:lnTo>
                    <a:pt x="7417230" y="2296441"/>
                  </a:lnTo>
                  <a:lnTo>
                    <a:pt x="7307950" y="2307017"/>
                  </a:lnTo>
                  <a:lnTo>
                    <a:pt x="7195082" y="2316485"/>
                  </a:lnTo>
                  <a:lnTo>
                    <a:pt x="7081231" y="2324837"/>
                  </a:lnTo>
                  <a:lnTo>
                    <a:pt x="6969744" y="2332047"/>
                  </a:lnTo>
                  <a:lnTo>
                    <a:pt x="6864486" y="2338096"/>
                  </a:lnTo>
                  <a:lnTo>
                    <a:pt x="6769441" y="2342984"/>
                  </a:lnTo>
                  <a:lnTo>
                    <a:pt x="6688173" y="2346746"/>
                  </a:lnTo>
                  <a:lnTo>
                    <a:pt x="6623249" y="2349467"/>
                  </a:lnTo>
                  <a:lnTo>
                    <a:pt x="6575761" y="2351275"/>
                  </a:lnTo>
                  <a:lnTo>
                    <a:pt x="6545070" y="2352341"/>
                  </a:lnTo>
                  <a:lnTo>
                    <a:pt x="6528796" y="2352858"/>
                  </a:lnTo>
                  <a:lnTo>
                    <a:pt x="6522998" y="2353028"/>
                  </a:lnTo>
                  <a:lnTo>
                    <a:pt x="6522385" y="2353044"/>
                  </a:lnTo>
                  <a:lnTo>
                    <a:pt x="5527445" y="2353044"/>
                  </a:lnTo>
                  <a:lnTo>
                    <a:pt x="5526351" y="2353001"/>
                  </a:lnTo>
                  <a:lnTo>
                    <a:pt x="5519125" y="2352693"/>
                  </a:lnTo>
                  <a:lnTo>
                    <a:pt x="5500794" y="2351843"/>
                  </a:lnTo>
                  <a:lnTo>
                    <a:pt x="5467736" y="2350166"/>
                  </a:lnTo>
                  <a:lnTo>
                    <a:pt x="5417882" y="2347394"/>
                  </a:lnTo>
                  <a:lnTo>
                    <a:pt x="5350874" y="2343294"/>
                  </a:lnTo>
                  <a:lnTo>
                    <a:pt x="5268019" y="2337693"/>
                  </a:lnTo>
                  <a:lnTo>
                    <a:pt x="5172005" y="2330483"/>
                  </a:lnTo>
                  <a:lnTo>
                    <a:pt x="5066416" y="2321621"/>
                  </a:lnTo>
                  <a:lnTo>
                    <a:pt x="4955174" y="2311113"/>
                  </a:lnTo>
                  <a:lnTo>
                    <a:pt x="4842022" y="2298988"/>
                  </a:lnTo>
                  <a:lnTo>
                    <a:pt x="4730167" y="2285279"/>
                  </a:lnTo>
                  <a:lnTo>
                    <a:pt x="4622079" y="2269997"/>
                  </a:lnTo>
                  <a:lnTo>
                    <a:pt x="4519455" y="2253118"/>
                  </a:lnTo>
                  <a:lnTo>
                    <a:pt x="4423285" y="2234575"/>
                  </a:lnTo>
                  <a:lnTo>
                    <a:pt x="4333979" y="2214248"/>
                  </a:lnTo>
                  <a:lnTo>
                    <a:pt x="4251500" y="2191969"/>
                  </a:lnTo>
                  <a:lnTo>
                    <a:pt x="4175497" y="2167519"/>
                  </a:lnTo>
                  <a:lnTo>
                    <a:pt x="4105412" y="2140640"/>
                  </a:lnTo>
                  <a:lnTo>
                    <a:pt x="4040566" y="2111039"/>
                  </a:lnTo>
                  <a:lnTo>
                    <a:pt x="3980220" y="2078406"/>
                  </a:lnTo>
                  <a:lnTo>
                    <a:pt x="3923622" y="2042441"/>
                  </a:lnTo>
                  <a:lnTo>
                    <a:pt x="3870050" y="2002899"/>
                  </a:lnTo>
                  <a:lnTo>
                    <a:pt x="3820202" y="1960870"/>
                  </a:lnTo>
                  <a:lnTo>
                    <a:pt x="3773026" y="1916293"/>
                  </a:lnTo>
                  <a:lnTo>
                    <a:pt x="3727079" y="1868287"/>
                  </a:lnTo>
                  <a:lnTo>
                    <a:pt x="3682011" y="1816785"/>
                  </a:lnTo>
                  <a:lnTo>
                    <a:pt x="3637542" y="1761777"/>
                  </a:lnTo>
                  <a:lnTo>
                    <a:pt x="3593453" y="1703328"/>
                  </a:lnTo>
                  <a:lnTo>
                    <a:pt x="3549574" y="1641575"/>
                  </a:lnTo>
                  <a:lnTo>
                    <a:pt x="3505784" y="1576733"/>
                  </a:lnTo>
                  <a:lnTo>
                    <a:pt x="3461997" y="1509100"/>
                  </a:lnTo>
                  <a:lnTo>
                    <a:pt x="3418165" y="1439048"/>
                  </a:lnTo>
                  <a:lnTo>
                    <a:pt x="3374264" y="1367022"/>
                  </a:lnTo>
                  <a:lnTo>
                    <a:pt x="3330297" y="1293526"/>
                  </a:lnTo>
                  <a:lnTo>
                    <a:pt x="3286283" y="1219112"/>
                  </a:lnTo>
                  <a:lnTo>
                    <a:pt x="3242250" y="1144361"/>
                  </a:lnTo>
                  <a:lnTo>
                    <a:pt x="3198231" y="1069865"/>
                  </a:lnTo>
                  <a:lnTo>
                    <a:pt x="3154256" y="996207"/>
                  </a:lnTo>
                  <a:lnTo>
                    <a:pt x="3110345" y="923944"/>
                  </a:lnTo>
                  <a:lnTo>
                    <a:pt x="3066504" y="853588"/>
                  </a:lnTo>
                  <a:lnTo>
                    <a:pt x="3022713" y="785593"/>
                  </a:lnTo>
                  <a:lnTo>
                    <a:pt x="2978927" y="720342"/>
                  </a:lnTo>
                  <a:lnTo>
                    <a:pt x="2935068" y="658143"/>
                  </a:lnTo>
                  <a:lnTo>
                    <a:pt x="2891017" y="599222"/>
                  </a:lnTo>
                  <a:lnTo>
                    <a:pt x="2846613" y="543729"/>
                  </a:lnTo>
                  <a:lnTo>
                    <a:pt x="2801644" y="491736"/>
                  </a:lnTo>
                  <a:lnTo>
                    <a:pt x="2755839" y="443245"/>
                  </a:lnTo>
                  <a:lnTo>
                    <a:pt x="2708859" y="398195"/>
                  </a:lnTo>
                  <a:lnTo>
                    <a:pt x="2702183" y="392174"/>
                  </a:lnTo>
                  <a:lnTo>
                    <a:pt x="2650925" y="349031"/>
                  </a:lnTo>
                  <a:lnTo>
                    <a:pt x="2597281" y="309588"/>
                  </a:lnTo>
                  <a:lnTo>
                    <a:pt x="2540592" y="273716"/>
                  </a:lnTo>
                  <a:lnTo>
                    <a:pt x="2480134" y="241169"/>
                  </a:lnTo>
                  <a:lnTo>
                    <a:pt x="2415156" y="211645"/>
                  </a:lnTo>
                  <a:lnTo>
                    <a:pt x="2344921" y="184835"/>
                  </a:lnTo>
                  <a:lnTo>
                    <a:pt x="2268750" y="160448"/>
                  </a:lnTo>
                  <a:lnTo>
                    <a:pt x="2186090" y="138223"/>
                  </a:lnTo>
                  <a:lnTo>
                    <a:pt x="2096598" y="117946"/>
                  </a:lnTo>
                  <a:lnTo>
                    <a:pt x="2000247" y="99449"/>
                  </a:lnTo>
                  <a:lnTo>
                    <a:pt x="1897459" y="82615"/>
                  </a:lnTo>
                  <a:lnTo>
                    <a:pt x="1789244" y="67375"/>
                  </a:lnTo>
                  <a:lnTo>
                    <a:pt x="1677318" y="53708"/>
                  </a:lnTo>
                  <a:lnTo>
                    <a:pt x="1564173" y="41627"/>
                  </a:lnTo>
                  <a:lnTo>
                    <a:pt x="1453032" y="31162"/>
                  </a:lnTo>
                  <a:lnTo>
                    <a:pt x="1347650" y="22345"/>
                  </a:lnTo>
                  <a:lnTo>
                    <a:pt x="1251947" y="15179"/>
                  </a:lnTo>
                  <a:lnTo>
                    <a:pt x="1169489" y="9620"/>
                  </a:lnTo>
                  <a:lnTo>
                    <a:pt x="1102933" y="5559"/>
                  </a:lnTo>
                  <a:lnTo>
                    <a:pt x="1053544" y="2819"/>
                  </a:lnTo>
                  <a:lnTo>
                    <a:pt x="1020917" y="1169"/>
                  </a:lnTo>
                  <a:lnTo>
                    <a:pt x="1002939" y="337"/>
                  </a:lnTo>
                  <a:lnTo>
                    <a:pt x="995949" y="3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1" name="pg530"/>
            <p:cNvSpPr/>
            <p:nvPr/>
          </p:nvSpPr>
          <p:spPr>
            <a:xfrm>
              <a:off x="1199187" y="3642076"/>
              <a:ext cx="12049831" cy="2363525"/>
            </a:xfrm>
            <a:custGeom>
              <a:avLst/>
              <a:pathLst>
                <a:path w="12049831" h="2363525">
                  <a:moveTo>
                    <a:pt x="0" y="5240"/>
                  </a:moveTo>
                  <a:lnTo>
                    <a:pt x="994940" y="5240"/>
                  </a:lnTo>
                  <a:lnTo>
                    <a:pt x="996034" y="5283"/>
                  </a:lnTo>
                  <a:lnTo>
                    <a:pt x="1003259" y="5592"/>
                  </a:lnTo>
                  <a:lnTo>
                    <a:pt x="1021586" y="6444"/>
                  </a:lnTo>
                  <a:lnTo>
                    <a:pt x="1054640" y="8124"/>
                  </a:lnTo>
                  <a:lnTo>
                    <a:pt x="1104487" y="10902"/>
                  </a:lnTo>
                  <a:lnTo>
                    <a:pt x="1171486" y="15010"/>
                  </a:lnTo>
                  <a:lnTo>
                    <a:pt x="1254331" y="20623"/>
                  </a:lnTo>
                  <a:lnTo>
                    <a:pt x="1350335" y="27848"/>
                  </a:lnTo>
                  <a:lnTo>
                    <a:pt x="1455914" y="36728"/>
                  </a:lnTo>
                  <a:lnTo>
                    <a:pt x="1567148" y="47259"/>
                  </a:lnTo>
                  <a:lnTo>
                    <a:pt x="1680293" y="59409"/>
                  </a:lnTo>
                  <a:lnTo>
                    <a:pt x="1792144" y="73147"/>
                  </a:lnTo>
                  <a:lnTo>
                    <a:pt x="1900229" y="88461"/>
                  </a:lnTo>
                  <a:lnTo>
                    <a:pt x="2002853" y="105375"/>
                  </a:lnTo>
                  <a:lnTo>
                    <a:pt x="2099022" y="123957"/>
                  </a:lnTo>
                  <a:lnTo>
                    <a:pt x="2188329" y="144326"/>
                  </a:lnTo>
                  <a:lnTo>
                    <a:pt x="2270810" y="166652"/>
                  </a:lnTo>
                  <a:lnTo>
                    <a:pt x="2346815" y="191152"/>
                  </a:lnTo>
                  <a:lnTo>
                    <a:pt x="2416901" y="218087"/>
                  </a:lnTo>
                  <a:lnTo>
                    <a:pt x="2481749" y="247749"/>
                  </a:lnTo>
                  <a:lnTo>
                    <a:pt x="2542097" y="280450"/>
                  </a:lnTo>
                  <a:lnTo>
                    <a:pt x="2598696" y="316489"/>
                  </a:lnTo>
                  <a:lnTo>
                    <a:pt x="2652268" y="356112"/>
                  </a:lnTo>
                  <a:lnTo>
                    <a:pt x="2702183" y="398288"/>
                  </a:lnTo>
                  <a:lnTo>
                    <a:pt x="2749325" y="442930"/>
                  </a:lnTo>
                  <a:lnTo>
                    <a:pt x="2795239" y="491003"/>
                  </a:lnTo>
                  <a:lnTo>
                    <a:pt x="2840275" y="542576"/>
                  </a:lnTo>
                  <a:lnTo>
                    <a:pt x="2884712" y="597656"/>
                  </a:lnTo>
                  <a:lnTo>
                    <a:pt x="2928770" y="656181"/>
                  </a:lnTo>
                  <a:lnTo>
                    <a:pt x="2972617" y="718013"/>
                  </a:lnTo>
                  <a:lnTo>
                    <a:pt x="3016375" y="782937"/>
                  </a:lnTo>
                  <a:lnTo>
                    <a:pt x="3060129" y="850656"/>
                  </a:lnTo>
                  <a:lnTo>
                    <a:pt x="3103929" y="920799"/>
                  </a:lnTo>
                  <a:lnTo>
                    <a:pt x="3147797" y="992920"/>
                  </a:lnTo>
                  <a:lnTo>
                    <a:pt x="3191731" y="1066515"/>
                  </a:lnTo>
                  <a:lnTo>
                    <a:pt x="3235712" y="1141035"/>
                  </a:lnTo>
                  <a:lnTo>
                    <a:pt x="3279713" y="1215897"/>
                  </a:lnTo>
                  <a:lnTo>
                    <a:pt x="3323700" y="1290510"/>
                  </a:lnTo>
                  <a:lnTo>
                    <a:pt x="3367643" y="1364289"/>
                  </a:lnTo>
                  <a:lnTo>
                    <a:pt x="3411522" y="1436678"/>
                  </a:lnTo>
                  <a:lnTo>
                    <a:pt x="3455332" y="1507165"/>
                  </a:lnTo>
                  <a:lnTo>
                    <a:pt x="3499090" y="1575294"/>
                  </a:lnTo>
                  <a:lnTo>
                    <a:pt x="3542843" y="1640682"/>
                  </a:lnTo>
                  <a:lnTo>
                    <a:pt x="3586669" y="1703020"/>
                  </a:lnTo>
                  <a:lnTo>
                    <a:pt x="3630683" y="1762079"/>
                  </a:lnTo>
                  <a:lnTo>
                    <a:pt x="3675047" y="1817710"/>
                  </a:lnTo>
                  <a:lnTo>
                    <a:pt x="3719972" y="1869839"/>
                  </a:lnTo>
                  <a:lnTo>
                    <a:pt x="3765726" y="1918463"/>
                  </a:lnTo>
                  <a:lnTo>
                    <a:pt x="3812646" y="1963640"/>
                  </a:lnTo>
                  <a:lnTo>
                    <a:pt x="3820202" y="1970478"/>
                  </a:lnTo>
                  <a:lnTo>
                    <a:pt x="3871457" y="2013714"/>
                  </a:lnTo>
                  <a:lnTo>
                    <a:pt x="3925098" y="2053243"/>
                  </a:lnTo>
                  <a:lnTo>
                    <a:pt x="3981783" y="2089193"/>
                  </a:lnTo>
                  <a:lnTo>
                    <a:pt x="4042237" y="2121812"/>
                  </a:lnTo>
                  <a:lnTo>
                    <a:pt x="4107210" y="2151401"/>
                  </a:lnTo>
                  <a:lnTo>
                    <a:pt x="4177440" y="2178270"/>
                  </a:lnTo>
                  <a:lnTo>
                    <a:pt x="4253604" y="2202711"/>
                  </a:lnTo>
                  <a:lnTo>
                    <a:pt x="4336257" y="2224984"/>
                  </a:lnTo>
                  <a:lnTo>
                    <a:pt x="4425741" y="2245306"/>
                  </a:lnTo>
                  <a:lnTo>
                    <a:pt x="4522082" y="2263844"/>
                  </a:lnTo>
                  <a:lnTo>
                    <a:pt x="4624861" y="2280716"/>
                  </a:lnTo>
                  <a:lnTo>
                    <a:pt x="4733067" y="2295990"/>
                  </a:lnTo>
                  <a:lnTo>
                    <a:pt x="4844985" y="2309688"/>
                  </a:lnTo>
                  <a:lnTo>
                    <a:pt x="4958124" y="2321797"/>
                  </a:lnTo>
                  <a:lnTo>
                    <a:pt x="5069262" y="2332286"/>
                  </a:lnTo>
                  <a:lnTo>
                    <a:pt x="5174644" y="2341123"/>
                  </a:lnTo>
                  <a:lnTo>
                    <a:pt x="5270353" y="2348306"/>
                  </a:lnTo>
                  <a:lnTo>
                    <a:pt x="5352821" y="2353879"/>
                  </a:lnTo>
                  <a:lnTo>
                    <a:pt x="5419391" y="2357950"/>
                  </a:lnTo>
                  <a:lnTo>
                    <a:pt x="5468796" y="2360697"/>
                  </a:lnTo>
                  <a:lnTo>
                    <a:pt x="5501439" y="2362352"/>
                  </a:lnTo>
                  <a:lnTo>
                    <a:pt x="5519431" y="2363187"/>
                  </a:lnTo>
                  <a:lnTo>
                    <a:pt x="5526432" y="2363485"/>
                  </a:lnTo>
                  <a:lnTo>
                    <a:pt x="5527445" y="2363525"/>
                  </a:lnTo>
                  <a:lnTo>
                    <a:pt x="6522385" y="2363525"/>
                  </a:lnTo>
                  <a:lnTo>
                    <a:pt x="6523507" y="2363499"/>
                  </a:lnTo>
                  <a:lnTo>
                    <a:pt x="6530909" y="2363314"/>
                  </a:lnTo>
                  <a:lnTo>
                    <a:pt x="6549674" y="2362801"/>
                  </a:lnTo>
                  <a:lnTo>
                    <a:pt x="6583486" y="2361790"/>
                  </a:lnTo>
                  <a:lnTo>
                    <a:pt x="6634413" y="2360119"/>
                  </a:lnTo>
                  <a:lnTo>
                    <a:pt x="6702758" y="2357649"/>
                  </a:lnTo>
                  <a:lnTo>
                    <a:pt x="6787107" y="2354278"/>
                  </a:lnTo>
                  <a:lnTo>
                    <a:pt x="6884641" y="2349942"/>
                  </a:lnTo>
                  <a:lnTo>
                    <a:pt x="6991647" y="2344618"/>
                  </a:lnTo>
                  <a:lnTo>
                    <a:pt x="7104105" y="2338310"/>
                  </a:lnTo>
                  <a:lnTo>
                    <a:pt x="7218206" y="2331038"/>
                  </a:lnTo>
                  <a:lnTo>
                    <a:pt x="7330726" y="2322820"/>
                  </a:lnTo>
                  <a:lnTo>
                    <a:pt x="7439208" y="2313662"/>
                  </a:lnTo>
                  <a:lnTo>
                    <a:pt x="7541993" y="2303546"/>
                  </a:lnTo>
                  <a:lnTo>
                    <a:pt x="7638139" y="2292427"/>
                  </a:lnTo>
                  <a:lnTo>
                    <a:pt x="7727289" y="2280232"/>
                  </a:lnTo>
                  <a:lnTo>
                    <a:pt x="7809530" y="2266853"/>
                  </a:lnTo>
                  <a:lnTo>
                    <a:pt x="7885257" y="2252156"/>
                  </a:lnTo>
                  <a:lnTo>
                    <a:pt x="7955064" y="2235981"/>
                  </a:lnTo>
                  <a:lnTo>
                    <a:pt x="8019661" y="2218150"/>
                  </a:lnTo>
                  <a:lnTo>
                    <a:pt x="8079811" y="2198475"/>
                  </a:lnTo>
                  <a:lnTo>
                    <a:pt x="8136281" y="2176779"/>
                  </a:lnTo>
                  <a:lnTo>
                    <a:pt x="8189804" y="2152924"/>
                  </a:lnTo>
                  <a:lnTo>
                    <a:pt x="8229629" y="2132938"/>
                  </a:lnTo>
                  <a:lnTo>
                    <a:pt x="8283898" y="2102545"/>
                  </a:lnTo>
                  <a:lnTo>
                    <a:pt x="8336609" y="2069463"/>
                  </a:lnTo>
                  <a:lnTo>
                    <a:pt x="8388272" y="2033642"/>
                  </a:lnTo>
                  <a:lnTo>
                    <a:pt x="8439279" y="1995100"/>
                  </a:lnTo>
                  <a:lnTo>
                    <a:pt x="8489925" y="1953928"/>
                  </a:lnTo>
                  <a:lnTo>
                    <a:pt x="8540419" y="1910300"/>
                  </a:lnTo>
                  <a:lnTo>
                    <a:pt x="8590900" y="1864469"/>
                  </a:lnTo>
                  <a:lnTo>
                    <a:pt x="8641443" y="1816773"/>
                  </a:lnTo>
                  <a:lnTo>
                    <a:pt x="8692078" y="1767620"/>
                  </a:lnTo>
                  <a:lnTo>
                    <a:pt x="8742794" y="1717477"/>
                  </a:lnTo>
                  <a:lnTo>
                    <a:pt x="8793553" y="1666854"/>
                  </a:lnTo>
                  <a:lnTo>
                    <a:pt x="8844308" y="1616284"/>
                  </a:lnTo>
                  <a:lnTo>
                    <a:pt x="8895010" y="1566294"/>
                  </a:lnTo>
                  <a:lnTo>
                    <a:pt x="8945627" y="1517388"/>
                  </a:lnTo>
                  <a:lnTo>
                    <a:pt x="8996155" y="1470023"/>
                  </a:lnTo>
                  <a:lnTo>
                    <a:pt x="9046630" y="1424595"/>
                  </a:lnTo>
                  <a:lnTo>
                    <a:pt x="9097140" y="1381425"/>
                  </a:lnTo>
                  <a:lnTo>
                    <a:pt x="9147838" y="1340751"/>
                  </a:lnTo>
                  <a:lnTo>
                    <a:pt x="9198947" y="1302731"/>
                  </a:lnTo>
                  <a:lnTo>
                    <a:pt x="9250778" y="1267442"/>
                  </a:lnTo>
                  <a:lnTo>
                    <a:pt x="9303747" y="1234886"/>
                  </a:lnTo>
                  <a:lnTo>
                    <a:pt x="9347647" y="1210586"/>
                  </a:lnTo>
                  <a:lnTo>
                    <a:pt x="9399344" y="1185016"/>
                  </a:lnTo>
                  <a:lnTo>
                    <a:pt x="9453472" y="1161658"/>
                  </a:lnTo>
                  <a:lnTo>
                    <a:pt x="9510708" y="1140433"/>
                  </a:lnTo>
                  <a:lnTo>
                    <a:pt x="9571795" y="1121190"/>
                  </a:lnTo>
                  <a:lnTo>
                    <a:pt x="9637504" y="1103749"/>
                  </a:lnTo>
                  <a:lnTo>
                    <a:pt x="9708589" y="1087924"/>
                  </a:lnTo>
                  <a:lnTo>
                    <a:pt x="9785741" y="1073538"/>
                  </a:lnTo>
                  <a:lnTo>
                    <a:pt x="9869518" y="1060437"/>
                  </a:lnTo>
                  <a:lnTo>
                    <a:pt x="9960255" y="1048493"/>
                  </a:lnTo>
                  <a:lnTo>
                    <a:pt x="10057951" y="1037607"/>
                  </a:lnTo>
                  <a:lnTo>
                    <a:pt x="10162130" y="1027710"/>
                  </a:lnTo>
                  <a:lnTo>
                    <a:pt x="10271697" y="1018764"/>
                  </a:lnTo>
                  <a:lnTo>
                    <a:pt x="10384818" y="1010759"/>
                  </a:lnTo>
                  <a:lnTo>
                    <a:pt x="10498855" y="1003703"/>
                  </a:lnTo>
                  <a:lnTo>
                    <a:pt x="10610428" y="997616"/>
                  </a:lnTo>
                  <a:lnTo>
                    <a:pt x="10715644" y="992516"/>
                  </a:lnTo>
                  <a:lnTo>
                    <a:pt x="10810501" y="988401"/>
                  </a:lnTo>
                  <a:lnTo>
                    <a:pt x="10891437" y="985241"/>
                  </a:lnTo>
                  <a:lnTo>
                    <a:pt x="10955911" y="982962"/>
                  </a:lnTo>
                  <a:lnTo>
                    <a:pt x="11002881" y="981453"/>
                  </a:lnTo>
                  <a:lnTo>
                    <a:pt x="11033051" y="980569"/>
                  </a:lnTo>
                  <a:lnTo>
                    <a:pt x="11048873" y="980145"/>
                  </a:lnTo>
                  <a:lnTo>
                    <a:pt x="11054365" y="980010"/>
                  </a:lnTo>
                  <a:lnTo>
                    <a:pt x="11054891" y="979998"/>
                  </a:lnTo>
                  <a:lnTo>
                    <a:pt x="12049831" y="979998"/>
                  </a:lnTo>
                  <a:lnTo>
                    <a:pt x="12049831" y="974757"/>
                  </a:lnTo>
                  <a:lnTo>
                    <a:pt x="11054891" y="974757"/>
                  </a:lnTo>
                  <a:lnTo>
                    <a:pt x="11053770" y="974784"/>
                  </a:lnTo>
                  <a:lnTo>
                    <a:pt x="11046367" y="974969"/>
                  </a:lnTo>
                  <a:lnTo>
                    <a:pt x="11027602" y="975482"/>
                  </a:lnTo>
                  <a:lnTo>
                    <a:pt x="10993791" y="976493"/>
                  </a:lnTo>
                  <a:lnTo>
                    <a:pt x="10942863" y="978164"/>
                  </a:lnTo>
                  <a:lnTo>
                    <a:pt x="10874519" y="980634"/>
                  </a:lnTo>
                  <a:lnTo>
                    <a:pt x="10790170" y="984005"/>
                  </a:lnTo>
                  <a:lnTo>
                    <a:pt x="10692636" y="988341"/>
                  </a:lnTo>
                  <a:lnTo>
                    <a:pt x="10585629" y="993665"/>
                  </a:lnTo>
                  <a:lnTo>
                    <a:pt x="10473172" y="999973"/>
                  </a:lnTo>
                  <a:lnTo>
                    <a:pt x="10359071" y="1007245"/>
                  </a:lnTo>
                  <a:lnTo>
                    <a:pt x="10246551" y="1015463"/>
                  </a:lnTo>
                  <a:lnTo>
                    <a:pt x="10138068" y="1024621"/>
                  </a:lnTo>
                  <a:lnTo>
                    <a:pt x="10035283" y="1034737"/>
                  </a:lnTo>
                  <a:lnTo>
                    <a:pt x="9939138" y="1045856"/>
                  </a:lnTo>
                  <a:lnTo>
                    <a:pt x="9849987" y="1058051"/>
                  </a:lnTo>
                  <a:lnTo>
                    <a:pt x="9767746" y="1071430"/>
                  </a:lnTo>
                  <a:lnTo>
                    <a:pt x="9692020" y="1086127"/>
                  </a:lnTo>
                  <a:lnTo>
                    <a:pt x="9622213" y="1102302"/>
                  </a:lnTo>
                  <a:lnTo>
                    <a:pt x="9557616" y="1120133"/>
                  </a:lnTo>
                  <a:lnTo>
                    <a:pt x="9497466" y="1139808"/>
                  </a:lnTo>
                  <a:lnTo>
                    <a:pt x="9440995" y="1161504"/>
                  </a:lnTo>
                  <a:lnTo>
                    <a:pt x="9387472" y="1185359"/>
                  </a:lnTo>
                  <a:lnTo>
                    <a:pt x="9347647" y="1205345"/>
                  </a:lnTo>
                  <a:lnTo>
                    <a:pt x="9293378" y="1235738"/>
                  </a:lnTo>
                  <a:lnTo>
                    <a:pt x="9240668" y="1268820"/>
                  </a:lnTo>
                  <a:lnTo>
                    <a:pt x="9189005" y="1304641"/>
                  </a:lnTo>
                  <a:lnTo>
                    <a:pt x="9137997" y="1343183"/>
                  </a:lnTo>
                  <a:lnTo>
                    <a:pt x="9087351" y="1384355"/>
                  </a:lnTo>
                  <a:lnTo>
                    <a:pt x="9036857" y="1427983"/>
                  </a:lnTo>
                  <a:lnTo>
                    <a:pt x="8986377" y="1473814"/>
                  </a:lnTo>
                  <a:lnTo>
                    <a:pt x="8935833" y="1521510"/>
                  </a:lnTo>
                  <a:lnTo>
                    <a:pt x="8885198" y="1570663"/>
                  </a:lnTo>
                  <a:lnTo>
                    <a:pt x="8834483" y="1620806"/>
                  </a:lnTo>
                  <a:lnTo>
                    <a:pt x="8783723" y="1671428"/>
                  </a:lnTo>
                  <a:lnTo>
                    <a:pt x="8732969" y="1721999"/>
                  </a:lnTo>
                  <a:lnTo>
                    <a:pt x="8682267" y="1771989"/>
                  </a:lnTo>
                  <a:lnTo>
                    <a:pt x="8631650" y="1820895"/>
                  </a:lnTo>
                  <a:lnTo>
                    <a:pt x="8581122" y="1868260"/>
                  </a:lnTo>
                  <a:lnTo>
                    <a:pt x="8530647" y="1913688"/>
                  </a:lnTo>
                  <a:lnTo>
                    <a:pt x="8480136" y="1956858"/>
                  </a:lnTo>
                  <a:lnTo>
                    <a:pt x="8429439" y="1997532"/>
                  </a:lnTo>
                  <a:lnTo>
                    <a:pt x="8378330" y="2035552"/>
                  </a:lnTo>
                  <a:lnTo>
                    <a:pt x="8326498" y="2070841"/>
                  </a:lnTo>
                  <a:lnTo>
                    <a:pt x="8273530" y="2103397"/>
                  </a:lnTo>
                  <a:lnTo>
                    <a:pt x="8229629" y="2127697"/>
                  </a:lnTo>
                  <a:lnTo>
                    <a:pt x="8177933" y="2153267"/>
                  </a:lnTo>
                  <a:lnTo>
                    <a:pt x="8123805" y="2176625"/>
                  </a:lnTo>
                  <a:lnTo>
                    <a:pt x="8066569" y="2197850"/>
                  </a:lnTo>
                  <a:lnTo>
                    <a:pt x="8005481" y="2217093"/>
                  </a:lnTo>
                  <a:lnTo>
                    <a:pt x="7939773" y="2234534"/>
                  </a:lnTo>
                  <a:lnTo>
                    <a:pt x="7868687" y="2250359"/>
                  </a:lnTo>
                  <a:lnTo>
                    <a:pt x="7791535" y="2264745"/>
                  </a:lnTo>
                  <a:lnTo>
                    <a:pt x="7707758" y="2277846"/>
                  </a:lnTo>
                  <a:lnTo>
                    <a:pt x="7617021" y="2289790"/>
                  </a:lnTo>
                  <a:lnTo>
                    <a:pt x="7519326" y="2300676"/>
                  </a:lnTo>
                  <a:lnTo>
                    <a:pt x="7415147" y="2310573"/>
                  </a:lnTo>
                  <a:lnTo>
                    <a:pt x="7305579" y="2319519"/>
                  </a:lnTo>
                  <a:lnTo>
                    <a:pt x="7192458" y="2327524"/>
                  </a:lnTo>
                  <a:lnTo>
                    <a:pt x="7078422" y="2334580"/>
                  </a:lnTo>
                  <a:lnTo>
                    <a:pt x="6966848" y="2340667"/>
                  </a:lnTo>
                  <a:lnTo>
                    <a:pt x="6861632" y="2345767"/>
                  </a:lnTo>
                  <a:lnTo>
                    <a:pt x="6766776" y="2349882"/>
                  </a:lnTo>
                  <a:lnTo>
                    <a:pt x="6685840" y="2353042"/>
                  </a:lnTo>
                  <a:lnTo>
                    <a:pt x="6621365" y="2355321"/>
                  </a:lnTo>
                  <a:lnTo>
                    <a:pt x="6574396" y="2356830"/>
                  </a:lnTo>
                  <a:lnTo>
                    <a:pt x="6544226" y="2357714"/>
                  </a:lnTo>
                  <a:lnTo>
                    <a:pt x="6528404" y="2358138"/>
                  </a:lnTo>
                  <a:lnTo>
                    <a:pt x="6522912" y="2358273"/>
                  </a:lnTo>
                  <a:lnTo>
                    <a:pt x="6522385" y="2358285"/>
                  </a:lnTo>
                  <a:lnTo>
                    <a:pt x="5527445" y="2358285"/>
                  </a:lnTo>
                  <a:lnTo>
                    <a:pt x="5526351" y="2358242"/>
                  </a:lnTo>
                  <a:lnTo>
                    <a:pt x="5519126" y="2357933"/>
                  </a:lnTo>
                  <a:lnTo>
                    <a:pt x="5500799" y="2357081"/>
                  </a:lnTo>
                  <a:lnTo>
                    <a:pt x="5467745" y="2355401"/>
                  </a:lnTo>
                  <a:lnTo>
                    <a:pt x="5417898" y="2352623"/>
                  </a:lnTo>
                  <a:lnTo>
                    <a:pt x="5350899" y="2348515"/>
                  </a:lnTo>
                  <a:lnTo>
                    <a:pt x="5268054" y="2342902"/>
                  </a:lnTo>
                  <a:lnTo>
                    <a:pt x="5172050" y="2335677"/>
                  </a:lnTo>
                  <a:lnTo>
                    <a:pt x="5066471" y="2326797"/>
                  </a:lnTo>
                  <a:lnTo>
                    <a:pt x="4955237" y="2316266"/>
                  </a:lnTo>
                  <a:lnTo>
                    <a:pt x="4842092" y="2304116"/>
                  </a:lnTo>
                  <a:lnTo>
                    <a:pt x="4730241" y="2290378"/>
                  </a:lnTo>
                  <a:lnTo>
                    <a:pt x="4622156" y="2275064"/>
                  </a:lnTo>
                  <a:lnTo>
                    <a:pt x="4519532" y="2258150"/>
                  </a:lnTo>
                  <a:lnTo>
                    <a:pt x="4423363" y="2239568"/>
                  </a:lnTo>
                  <a:lnTo>
                    <a:pt x="4334056" y="2219199"/>
                  </a:lnTo>
                  <a:lnTo>
                    <a:pt x="4251575" y="2196873"/>
                  </a:lnTo>
                  <a:lnTo>
                    <a:pt x="4175570" y="2172373"/>
                  </a:lnTo>
                  <a:lnTo>
                    <a:pt x="4105484" y="2145438"/>
                  </a:lnTo>
                  <a:lnTo>
                    <a:pt x="4040636" y="2115776"/>
                  </a:lnTo>
                  <a:lnTo>
                    <a:pt x="3980288" y="2083075"/>
                  </a:lnTo>
                  <a:lnTo>
                    <a:pt x="3923689" y="2047036"/>
                  </a:lnTo>
                  <a:lnTo>
                    <a:pt x="3870117" y="2007413"/>
                  </a:lnTo>
                  <a:lnTo>
                    <a:pt x="3820202" y="1965237"/>
                  </a:lnTo>
                  <a:lnTo>
                    <a:pt x="3773060" y="1920595"/>
                  </a:lnTo>
                  <a:lnTo>
                    <a:pt x="3727146" y="1872522"/>
                  </a:lnTo>
                  <a:lnTo>
                    <a:pt x="3682110" y="1820949"/>
                  </a:lnTo>
                  <a:lnTo>
                    <a:pt x="3637673" y="1765869"/>
                  </a:lnTo>
                  <a:lnTo>
                    <a:pt x="3593615" y="1707344"/>
                  </a:lnTo>
                  <a:lnTo>
                    <a:pt x="3549768" y="1645512"/>
                  </a:lnTo>
                  <a:lnTo>
                    <a:pt x="3506010" y="1580588"/>
                  </a:lnTo>
                  <a:lnTo>
                    <a:pt x="3462256" y="1512869"/>
                  </a:lnTo>
                  <a:lnTo>
                    <a:pt x="3418456" y="1442726"/>
                  </a:lnTo>
                  <a:lnTo>
                    <a:pt x="3374588" y="1370605"/>
                  </a:lnTo>
                  <a:lnTo>
                    <a:pt x="3330654" y="1297010"/>
                  </a:lnTo>
                  <a:lnTo>
                    <a:pt x="3286673" y="1222490"/>
                  </a:lnTo>
                  <a:lnTo>
                    <a:pt x="3242672" y="1147628"/>
                  </a:lnTo>
                  <a:lnTo>
                    <a:pt x="3198685" y="1073015"/>
                  </a:lnTo>
                  <a:lnTo>
                    <a:pt x="3154742" y="999236"/>
                  </a:lnTo>
                  <a:lnTo>
                    <a:pt x="3110863" y="926847"/>
                  </a:lnTo>
                  <a:lnTo>
                    <a:pt x="3067053" y="856360"/>
                  </a:lnTo>
                  <a:lnTo>
                    <a:pt x="3023295" y="788231"/>
                  </a:lnTo>
                  <a:lnTo>
                    <a:pt x="2979542" y="722843"/>
                  </a:lnTo>
                  <a:lnTo>
                    <a:pt x="2935716" y="660505"/>
                  </a:lnTo>
                  <a:lnTo>
                    <a:pt x="2891702" y="601446"/>
                  </a:lnTo>
                  <a:lnTo>
                    <a:pt x="2847338" y="545815"/>
                  </a:lnTo>
                  <a:lnTo>
                    <a:pt x="2802413" y="493686"/>
                  </a:lnTo>
                  <a:lnTo>
                    <a:pt x="2756659" y="445062"/>
                  </a:lnTo>
                  <a:lnTo>
                    <a:pt x="2709739" y="399885"/>
                  </a:lnTo>
                  <a:lnTo>
                    <a:pt x="2702183" y="393047"/>
                  </a:lnTo>
                  <a:lnTo>
                    <a:pt x="2650928" y="349811"/>
                  </a:lnTo>
                  <a:lnTo>
                    <a:pt x="2597287" y="310282"/>
                  </a:lnTo>
                  <a:lnTo>
                    <a:pt x="2540602" y="274332"/>
                  </a:lnTo>
                  <a:lnTo>
                    <a:pt x="2480148" y="241713"/>
                  </a:lnTo>
                  <a:lnTo>
                    <a:pt x="2415175" y="212124"/>
                  </a:lnTo>
                  <a:lnTo>
                    <a:pt x="2344945" y="185255"/>
                  </a:lnTo>
                  <a:lnTo>
                    <a:pt x="2268781" y="160814"/>
                  </a:lnTo>
                  <a:lnTo>
                    <a:pt x="2186128" y="138541"/>
                  </a:lnTo>
                  <a:lnTo>
                    <a:pt x="2096644" y="118219"/>
                  </a:lnTo>
                  <a:lnTo>
                    <a:pt x="2000303" y="99681"/>
                  </a:lnTo>
                  <a:lnTo>
                    <a:pt x="1897524" y="82809"/>
                  </a:lnTo>
                  <a:lnTo>
                    <a:pt x="1789318" y="67535"/>
                  </a:lnTo>
                  <a:lnTo>
                    <a:pt x="1677400" y="53837"/>
                  </a:lnTo>
                  <a:lnTo>
                    <a:pt x="1564261" y="41728"/>
                  </a:lnTo>
                  <a:lnTo>
                    <a:pt x="1453123" y="31239"/>
                  </a:lnTo>
                  <a:lnTo>
                    <a:pt x="1347741" y="22402"/>
                  </a:lnTo>
                  <a:lnTo>
                    <a:pt x="1252032" y="15219"/>
                  </a:lnTo>
                  <a:lnTo>
                    <a:pt x="1169564" y="9646"/>
                  </a:lnTo>
                  <a:lnTo>
                    <a:pt x="1102994" y="5575"/>
                  </a:lnTo>
                  <a:lnTo>
                    <a:pt x="1053589" y="2828"/>
                  </a:lnTo>
                  <a:lnTo>
                    <a:pt x="1020946" y="1173"/>
                  </a:lnTo>
                  <a:lnTo>
                    <a:pt x="1002954" y="338"/>
                  </a:lnTo>
                  <a:lnTo>
                    <a:pt x="995953" y="4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32" name="pl531"/>
            <p:cNvSpPr/>
            <p:nvPr/>
          </p:nvSpPr>
          <p:spPr>
            <a:xfrm>
              <a:off x="1199187" y="3647316"/>
              <a:ext cx="12049831" cy="2358285"/>
            </a:xfrm>
            <a:custGeom>
              <a:avLst/>
              <a:pathLst>
                <a:path w="12049831" h="2358285">
                  <a:moveTo>
                    <a:pt x="0" y="0"/>
                  </a:moveTo>
                  <a:lnTo>
                    <a:pt x="994940" y="0"/>
                  </a:lnTo>
                  <a:lnTo>
                    <a:pt x="996034" y="43"/>
                  </a:lnTo>
                  <a:lnTo>
                    <a:pt x="1003259" y="351"/>
                  </a:lnTo>
                  <a:lnTo>
                    <a:pt x="1021586" y="1204"/>
                  </a:lnTo>
                  <a:lnTo>
                    <a:pt x="1054640" y="2884"/>
                  </a:lnTo>
                  <a:lnTo>
                    <a:pt x="1104487" y="5662"/>
                  </a:lnTo>
                  <a:lnTo>
                    <a:pt x="1171486" y="9769"/>
                  </a:lnTo>
                  <a:lnTo>
                    <a:pt x="1254331" y="15382"/>
                  </a:lnTo>
                  <a:lnTo>
                    <a:pt x="1350335" y="22607"/>
                  </a:lnTo>
                  <a:lnTo>
                    <a:pt x="1455914" y="31487"/>
                  </a:lnTo>
                  <a:lnTo>
                    <a:pt x="1567148" y="42018"/>
                  </a:lnTo>
                  <a:lnTo>
                    <a:pt x="1680293" y="54168"/>
                  </a:lnTo>
                  <a:lnTo>
                    <a:pt x="1792144" y="67906"/>
                  </a:lnTo>
                  <a:lnTo>
                    <a:pt x="1900229" y="83220"/>
                  </a:lnTo>
                  <a:lnTo>
                    <a:pt x="2002853" y="100134"/>
                  </a:lnTo>
                  <a:lnTo>
                    <a:pt x="2099022" y="118716"/>
                  </a:lnTo>
                  <a:lnTo>
                    <a:pt x="2188329" y="139086"/>
                  </a:lnTo>
                  <a:lnTo>
                    <a:pt x="2270810" y="161412"/>
                  </a:lnTo>
                  <a:lnTo>
                    <a:pt x="2346815" y="185912"/>
                  </a:lnTo>
                  <a:lnTo>
                    <a:pt x="2416901" y="212846"/>
                  </a:lnTo>
                  <a:lnTo>
                    <a:pt x="2481749" y="242509"/>
                  </a:lnTo>
                  <a:lnTo>
                    <a:pt x="2542097" y="275209"/>
                  </a:lnTo>
                  <a:lnTo>
                    <a:pt x="2598696" y="311248"/>
                  </a:lnTo>
                  <a:lnTo>
                    <a:pt x="2652268" y="350871"/>
                  </a:lnTo>
                  <a:lnTo>
                    <a:pt x="2702183" y="393047"/>
                  </a:lnTo>
                  <a:lnTo>
                    <a:pt x="2749325" y="437689"/>
                  </a:lnTo>
                  <a:lnTo>
                    <a:pt x="2795239" y="485762"/>
                  </a:lnTo>
                  <a:lnTo>
                    <a:pt x="2840275" y="537335"/>
                  </a:lnTo>
                  <a:lnTo>
                    <a:pt x="2884712" y="592415"/>
                  </a:lnTo>
                  <a:lnTo>
                    <a:pt x="2928770" y="650940"/>
                  </a:lnTo>
                  <a:lnTo>
                    <a:pt x="2972617" y="712773"/>
                  </a:lnTo>
                  <a:lnTo>
                    <a:pt x="3016375" y="777696"/>
                  </a:lnTo>
                  <a:lnTo>
                    <a:pt x="3060129" y="845416"/>
                  </a:lnTo>
                  <a:lnTo>
                    <a:pt x="3103929" y="915558"/>
                  </a:lnTo>
                  <a:lnTo>
                    <a:pt x="3147797" y="987679"/>
                  </a:lnTo>
                  <a:lnTo>
                    <a:pt x="3191731" y="1061275"/>
                  </a:lnTo>
                  <a:lnTo>
                    <a:pt x="3235712" y="1135794"/>
                  </a:lnTo>
                  <a:lnTo>
                    <a:pt x="3279713" y="1210656"/>
                  </a:lnTo>
                  <a:lnTo>
                    <a:pt x="3323700" y="1285269"/>
                  </a:lnTo>
                  <a:lnTo>
                    <a:pt x="3367643" y="1359048"/>
                  </a:lnTo>
                  <a:lnTo>
                    <a:pt x="3411522" y="1431438"/>
                  </a:lnTo>
                  <a:lnTo>
                    <a:pt x="3455332" y="1501924"/>
                  </a:lnTo>
                  <a:lnTo>
                    <a:pt x="3499090" y="1570054"/>
                  </a:lnTo>
                  <a:lnTo>
                    <a:pt x="3542843" y="1635441"/>
                  </a:lnTo>
                  <a:lnTo>
                    <a:pt x="3586669" y="1697779"/>
                  </a:lnTo>
                  <a:lnTo>
                    <a:pt x="3630683" y="1756838"/>
                  </a:lnTo>
                  <a:lnTo>
                    <a:pt x="3675047" y="1812469"/>
                  </a:lnTo>
                  <a:lnTo>
                    <a:pt x="3719972" y="1864598"/>
                  </a:lnTo>
                  <a:lnTo>
                    <a:pt x="3765726" y="1913222"/>
                  </a:lnTo>
                  <a:lnTo>
                    <a:pt x="3812646" y="1958400"/>
                  </a:lnTo>
                  <a:lnTo>
                    <a:pt x="3820202" y="1965237"/>
                  </a:lnTo>
                  <a:lnTo>
                    <a:pt x="3871457" y="2008474"/>
                  </a:lnTo>
                  <a:lnTo>
                    <a:pt x="3925098" y="2048003"/>
                  </a:lnTo>
                  <a:lnTo>
                    <a:pt x="3981783" y="2083953"/>
                  </a:lnTo>
                  <a:lnTo>
                    <a:pt x="4042237" y="2116572"/>
                  </a:lnTo>
                  <a:lnTo>
                    <a:pt x="4107210" y="2146160"/>
                  </a:lnTo>
                  <a:lnTo>
                    <a:pt x="4177440" y="2173029"/>
                  </a:lnTo>
                  <a:lnTo>
                    <a:pt x="4253604" y="2197470"/>
                  </a:lnTo>
                  <a:lnTo>
                    <a:pt x="4336257" y="2219744"/>
                  </a:lnTo>
                  <a:lnTo>
                    <a:pt x="4425741" y="2240066"/>
                  </a:lnTo>
                  <a:lnTo>
                    <a:pt x="4522082" y="2258604"/>
                  </a:lnTo>
                  <a:lnTo>
                    <a:pt x="4624861" y="2275476"/>
                  </a:lnTo>
                  <a:lnTo>
                    <a:pt x="4733067" y="2290749"/>
                  </a:lnTo>
                  <a:lnTo>
                    <a:pt x="4844985" y="2304447"/>
                  </a:lnTo>
                  <a:lnTo>
                    <a:pt x="4958124" y="2316556"/>
                  </a:lnTo>
                  <a:lnTo>
                    <a:pt x="5069262" y="2327045"/>
                  </a:lnTo>
                  <a:lnTo>
                    <a:pt x="5174644" y="2335883"/>
                  </a:lnTo>
                  <a:lnTo>
                    <a:pt x="5270353" y="2343066"/>
                  </a:lnTo>
                  <a:lnTo>
                    <a:pt x="5352821" y="2348638"/>
                  </a:lnTo>
                  <a:lnTo>
                    <a:pt x="5419391" y="2352710"/>
                  </a:lnTo>
                  <a:lnTo>
                    <a:pt x="5468796" y="2355456"/>
                  </a:lnTo>
                  <a:lnTo>
                    <a:pt x="5501439" y="2357112"/>
                  </a:lnTo>
                  <a:lnTo>
                    <a:pt x="5519431" y="2357946"/>
                  </a:lnTo>
                  <a:lnTo>
                    <a:pt x="5526432" y="2358245"/>
                  </a:lnTo>
                  <a:lnTo>
                    <a:pt x="5527445" y="2358285"/>
                  </a:lnTo>
                  <a:lnTo>
                    <a:pt x="6522385" y="2358285"/>
                  </a:lnTo>
                  <a:lnTo>
                    <a:pt x="6523507" y="2358259"/>
                  </a:lnTo>
                  <a:lnTo>
                    <a:pt x="6530909" y="2358073"/>
                  </a:lnTo>
                  <a:lnTo>
                    <a:pt x="6549674" y="2357560"/>
                  </a:lnTo>
                  <a:lnTo>
                    <a:pt x="6583486" y="2356549"/>
                  </a:lnTo>
                  <a:lnTo>
                    <a:pt x="6634413" y="2354878"/>
                  </a:lnTo>
                  <a:lnTo>
                    <a:pt x="6702758" y="2352409"/>
                  </a:lnTo>
                  <a:lnTo>
                    <a:pt x="6787107" y="2349037"/>
                  </a:lnTo>
                  <a:lnTo>
                    <a:pt x="6884641" y="2344701"/>
                  </a:lnTo>
                  <a:lnTo>
                    <a:pt x="6991647" y="2339377"/>
                  </a:lnTo>
                  <a:lnTo>
                    <a:pt x="7104105" y="2333070"/>
                  </a:lnTo>
                  <a:lnTo>
                    <a:pt x="7218206" y="2325798"/>
                  </a:lnTo>
                  <a:lnTo>
                    <a:pt x="7330726" y="2317580"/>
                  </a:lnTo>
                  <a:lnTo>
                    <a:pt x="7439208" y="2308421"/>
                  </a:lnTo>
                  <a:lnTo>
                    <a:pt x="7541993" y="2298305"/>
                  </a:lnTo>
                  <a:lnTo>
                    <a:pt x="7638139" y="2287187"/>
                  </a:lnTo>
                  <a:lnTo>
                    <a:pt x="7727289" y="2274991"/>
                  </a:lnTo>
                  <a:lnTo>
                    <a:pt x="7809530" y="2261612"/>
                  </a:lnTo>
                  <a:lnTo>
                    <a:pt x="7885257" y="2246915"/>
                  </a:lnTo>
                  <a:lnTo>
                    <a:pt x="7955064" y="2230741"/>
                  </a:lnTo>
                  <a:lnTo>
                    <a:pt x="8019661" y="2212909"/>
                  </a:lnTo>
                  <a:lnTo>
                    <a:pt x="8079811" y="2193234"/>
                  </a:lnTo>
                  <a:lnTo>
                    <a:pt x="8136281" y="2171538"/>
                  </a:lnTo>
                  <a:lnTo>
                    <a:pt x="8189804" y="2147683"/>
                  </a:lnTo>
                  <a:lnTo>
                    <a:pt x="8229629" y="2127697"/>
                  </a:lnTo>
                  <a:lnTo>
                    <a:pt x="8283898" y="2097304"/>
                  </a:lnTo>
                  <a:lnTo>
                    <a:pt x="8336609" y="2064222"/>
                  </a:lnTo>
                  <a:lnTo>
                    <a:pt x="8388272" y="2028402"/>
                  </a:lnTo>
                  <a:lnTo>
                    <a:pt x="8439279" y="1989859"/>
                  </a:lnTo>
                  <a:lnTo>
                    <a:pt x="8489925" y="1948688"/>
                  </a:lnTo>
                  <a:lnTo>
                    <a:pt x="8540419" y="1905059"/>
                  </a:lnTo>
                  <a:lnTo>
                    <a:pt x="8590900" y="1859229"/>
                  </a:lnTo>
                  <a:lnTo>
                    <a:pt x="8641443" y="1811532"/>
                  </a:lnTo>
                  <a:lnTo>
                    <a:pt x="8692078" y="1762379"/>
                  </a:lnTo>
                  <a:lnTo>
                    <a:pt x="8742794" y="1712236"/>
                  </a:lnTo>
                  <a:lnTo>
                    <a:pt x="8793553" y="1661614"/>
                  </a:lnTo>
                  <a:lnTo>
                    <a:pt x="8844308" y="1611043"/>
                  </a:lnTo>
                  <a:lnTo>
                    <a:pt x="8895010" y="1561053"/>
                  </a:lnTo>
                  <a:lnTo>
                    <a:pt x="8945627" y="1512147"/>
                  </a:lnTo>
                  <a:lnTo>
                    <a:pt x="8996155" y="1464782"/>
                  </a:lnTo>
                  <a:lnTo>
                    <a:pt x="9046630" y="1419355"/>
                  </a:lnTo>
                  <a:lnTo>
                    <a:pt x="9097140" y="1376184"/>
                  </a:lnTo>
                  <a:lnTo>
                    <a:pt x="9147838" y="1335511"/>
                  </a:lnTo>
                  <a:lnTo>
                    <a:pt x="9198947" y="1297491"/>
                  </a:lnTo>
                  <a:lnTo>
                    <a:pt x="9250778" y="1262201"/>
                  </a:lnTo>
                  <a:lnTo>
                    <a:pt x="9303747" y="1229646"/>
                  </a:lnTo>
                  <a:lnTo>
                    <a:pt x="9347647" y="1205345"/>
                  </a:lnTo>
                  <a:lnTo>
                    <a:pt x="9399344" y="1179775"/>
                  </a:lnTo>
                  <a:lnTo>
                    <a:pt x="9453472" y="1156417"/>
                  </a:lnTo>
                  <a:lnTo>
                    <a:pt x="9510708" y="1135192"/>
                  </a:lnTo>
                  <a:lnTo>
                    <a:pt x="9571795" y="1115949"/>
                  </a:lnTo>
                  <a:lnTo>
                    <a:pt x="9637504" y="1098509"/>
                  </a:lnTo>
                  <a:lnTo>
                    <a:pt x="9708589" y="1082683"/>
                  </a:lnTo>
                  <a:lnTo>
                    <a:pt x="9785741" y="1068297"/>
                  </a:lnTo>
                  <a:lnTo>
                    <a:pt x="9869518" y="1055196"/>
                  </a:lnTo>
                  <a:lnTo>
                    <a:pt x="9960255" y="1043252"/>
                  </a:lnTo>
                  <a:lnTo>
                    <a:pt x="10057951" y="1032366"/>
                  </a:lnTo>
                  <a:lnTo>
                    <a:pt x="10162130" y="1022469"/>
                  </a:lnTo>
                  <a:lnTo>
                    <a:pt x="10271697" y="1013524"/>
                  </a:lnTo>
                  <a:lnTo>
                    <a:pt x="10384818" y="1005518"/>
                  </a:lnTo>
                  <a:lnTo>
                    <a:pt x="10498855" y="998462"/>
                  </a:lnTo>
                  <a:lnTo>
                    <a:pt x="10610428" y="992376"/>
                  </a:lnTo>
                  <a:lnTo>
                    <a:pt x="10715644" y="987275"/>
                  </a:lnTo>
                  <a:lnTo>
                    <a:pt x="10810501" y="983161"/>
                  </a:lnTo>
                  <a:lnTo>
                    <a:pt x="10891437" y="980000"/>
                  </a:lnTo>
                  <a:lnTo>
                    <a:pt x="10955911" y="977721"/>
                  </a:lnTo>
                  <a:lnTo>
                    <a:pt x="11002881" y="976212"/>
                  </a:lnTo>
                  <a:lnTo>
                    <a:pt x="11033051" y="975329"/>
                  </a:lnTo>
                  <a:lnTo>
                    <a:pt x="11048873" y="974905"/>
                  </a:lnTo>
                  <a:lnTo>
                    <a:pt x="11054365" y="974769"/>
                  </a:lnTo>
                  <a:lnTo>
                    <a:pt x="11054891" y="974757"/>
                  </a:lnTo>
                  <a:lnTo>
                    <a:pt x="12049831" y="974757"/>
                  </a:lnTo>
                  <a:lnTo>
                    <a:pt x="12049831" y="9747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3" name="pl532"/>
            <p:cNvSpPr/>
            <p:nvPr/>
          </p:nvSpPr>
          <p:spPr>
            <a:xfrm>
              <a:off x="1199187" y="3642076"/>
              <a:ext cx="12049831" cy="2358285"/>
            </a:xfrm>
            <a:custGeom>
              <a:avLst/>
              <a:pathLst>
                <a:path w="12049831" h="2358285">
                  <a:moveTo>
                    <a:pt x="12049831" y="974757"/>
                  </a:moveTo>
                  <a:lnTo>
                    <a:pt x="11054891" y="974757"/>
                  </a:lnTo>
                  <a:lnTo>
                    <a:pt x="11053770" y="974784"/>
                  </a:lnTo>
                  <a:lnTo>
                    <a:pt x="11046367" y="974969"/>
                  </a:lnTo>
                  <a:lnTo>
                    <a:pt x="11027602" y="975482"/>
                  </a:lnTo>
                  <a:lnTo>
                    <a:pt x="10993791" y="976493"/>
                  </a:lnTo>
                  <a:lnTo>
                    <a:pt x="10942863" y="978164"/>
                  </a:lnTo>
                  <a:lnTo>
                    <a:pt x="10874519" y="980634"/>
                  </a:lnTo>
                  <a:lnTo>
                    <a:pt x="10790170" y="984005"/>
                  </a:lnTo>
                  <a:lnTo>
                    <a:pt x="10692636" y="988341"/>
                  </a:lnTo>
                  <a:lnTo>
                    <a:pt x="10585629" y="993665"/>
                  </a:lnTo>
                  <a:lnTo>
                    <a:pt x="10473172" y="999973"/>
                  </a:lnTo>
                  <a:lnTo>
                    <a:pt x="10359071" y="1007245"/>
                  </a:lnTo>
                  <a:lnTo>
                    <a:pt x="10246551" y="1015463"/>
                  </a:lnTo>
                  <a:lnTo>
                    <a:pt x="10138068" y="1024621"/>
                  </a:lnTo>
                  <a:lnTo>
                    <a:pt x="10035283" y="1034737"/>
                  </a:lnTo>
                  <a:lnTo>
                    <a:pt x="9939138" y="1045856"/>
                  </a:lnTo>
                  <a:lnTo>
                    <a:pt x="9849987" y="1058051"/>
                  </a:lnTo>
                  <a:lnTo>
                    <a:pt x="9767746" y="1071430"/>
                  </a:lnTo>
                  <a:lnTo>
                    <a:pt x="9692020" y="1086127"/>
                  </a:lnTo>
                  <a:lnTo>
                    <a:pt x="9622213" y="1102302"/>
                  </a:lnTo>
                  <a:lnTo>
                    <a:pt x="9557616" y="1120133"/>
                  </a:lnTo>
                  <a:lnTo>
                    <a:pt x="9497466" y="1139808"/>
                  </a:lnTo>
                  <a:lnTo>
                    <a:pt x="9440995" y="1161504"/>
                  </a:lnTo>
                  <a:lnTo>
                    <a:pt x="9387472" y="1185359"/>
                  </a:lnTo>
                  <a:lnTo>
                    <a:pt x="9347647" y="1205345"/>
                  </a:lnTo>
                  <a:lnTo>
                    <a:pt x="9293378" y="1235738"/>
                  </a:lnTo>
                  <a:lnTo>
                    <a:pt x="9240668" y="1268820"/>
                  </a:lnTo>
                  <a:lnTo>
                    <a:pt x="9189005" y="1304641"/>
                  </a:lnTo>
                  <a:lnTo>
                    <a:pt x="9137997" y="1343183"/>
                  </a:lnTo>
                  <a:lnTo>
                    <a:pt x="9087351" y="1384355"/>
                  </a:lnTo>
                  <a:lnTo>
                    <a:pt x="9036857" y="1427983"/>
                  </a:lnTo>
                  <a:lnTo>
                    <a:pt x="8986377" y="1473814"/>
                  </a:lnTo>
                  <a:lnTo>
                    <a:pt x="8935833" y="1521510"/>
                  </a:lnTo>
                  <a:lnTo>
                    <a:pt x="8885198" y="1570663"/>
                  </a:lnTo>
                  <a:lnTo>
                    <a:pt x="8834483" y="1620806"/>
                  </a:lnTo>
                  <a:lnTo>
                    <a:pt x="8783723" y="1671428"/>
                  </a:lnTo>
                  <a:lnTo>
                    <a:pt x="8732969" y="1721999"/>
                  </a:lnTo>
                  <a:lnTo>
                    <a:pt x="8682267" y="1771989"/>
                  </a:lnTo>
                  <a:lnTo>
                    <a:pt x="8631650" y="1820895"/>
                  </a:lnTo>
                  <a:lnTo>
                    <a:pt x="8581122" y="1868260"/>
                  </a:lnTo>
                  <a:lnTo>
                    <a:pt x="8530647" y="1913688"/>
                  </a:lnTo>
                  <a:lnTo>
                    <a:pt x="8480136" y="1956858"/>
                  </a:lnTo>
                  <a:lnTo>
                    <a:pt x="8429439" y="1997532"/>
                  </a:lnTo>
                  <a:lnTo>
                    <a:pt x="8378330" y="2035552"/>
                  </a:lnTo>
                  <a:lnTo>
                    <a:pt x="8326498" y="2070841"/>
                  </a:lnTo>
                  <a:lnTo>
                    <a:pt x="8273530" y="2103397"/>
                  </a:lnTo>
                  <a:lnTo>
                    <a:pt x="8229629" y="2127697"/>
                  </a:lnTo>
                  <a:lnTo>
                    <a:pt x="8177933" y="2153267"/>
                  </a:lnTo>
                  <a:lnTo>
                    <a:pt x="8123805" y="2176625"/>
                  </a:lnTo>
                  <a:lnTo>
                    <a:pt x="8066569" y="2197850"/>
                  </a:lnTo>
                  <a:lnTo>
                    <a:pt x="8005481" y="2217093"/>
                  </a:lnTo>
                  <a:lnTo>
                    <a:pt x="7939773" y="2234534"/>
                  </a:lnTo>
                  <a:lnTo>
                    <a:pt x="7868687" y="2250359"/>
                  </a:lnTo>
                  <a:lnTo>
                    <a:pt x="7791535" y="2264745"/>
                  </a:lnTo>
                  <a:lnTo>
                    <a:pt x="7707758" y="2277846"/>
                  </a:lnTo>
                  <a:lnTo>
                    <a:pt x="7617021" y="2289790"/>
                  </a:lnTo>
                  <a:lnTo>
                    <a:pt x="7519326" y="2300676"/>
                  </a:lnTo>
                  <a:lnTo>
                    <a:pt x="7415147" y="2310573"/>
                  </a:lnTo>
                  <a:lnTo>
                    <a:pt x="7305579" y="2319519"/>
                  </a:lnTo>
                  <a:lnTo>
                    <a:pt x="7192458" y="2327524"/>
                  </a:lnTo>
                  <a:lnTo>
                    <a:pt x="7078422" y="2334580"/>
                  </a:lnTo>
                  <a:lnTo>
                    <a:pt x="6966848" y="2340667"/>
                  </a:lnTo>
                  <a:lnTo>
                    <a:pt x="6861632" y="2345767"/>
                  </a:lnTo>
                  <a:lnTo>
                    <a:pt x="6766776" y="2349882"/>
                  </a:lnTo>
                  <a:lnTo>
                    <a:pt x="6685840" y="2353042"/>
                  </a:lnTo>
                  <a:lnTo>
                    <a:pt x="6621365" y="2355321"/>
                  </a:lnTo>
                  <a:lnTo>
                    <a:pt x="6574396" y="2356830"/>
                  </a:lnTo>
                  <a:lnTo>
                    <a:pt x="6544226" y="2357714"/>
                  </a:lnTo>
                  <a:lnTo>
                    <a:pt x="6528404" y="2358138"/>
                  </a:lnTo>
                  <a:lnTo>
                    <a:pt x="6522912" y="2358273"/>
                  </a:lnTo>
                  <a:lnTo>
                    <a:pt x="6522385" y="2358285"/>
                  </a:lnTo>
                  <a:lnTo>
                    <a:pt x="5527445" y="2358285"/>
                  </a:lnTo>
                  <a:lnTo>
                    <a:pt x="5526351" y="2358242"/>
                  </a:lnTo>
                  <a:lnTo>
                    <a:pt x="5519126" y="2357933"/>
                  </a:lnTo>
                  <a:lnTo>
                    <a:pt x="5500799" y="2357081"/>
                  </a:lnTo>
                  <a:lnTo>
                    <a:pt x="5467745" y="2355401"/>
                  </a:lnTo>
                  <a:lnTo>
                    <a:pt x="5417898" y="2352623"/>
                  </a:lnTo>
                  <a:lnTo>
                    <a:pt x="5350899" y="2348515"/>
                  </a:lnTo>
                  <a:lnTo>
                    <a:pt x="5268054" y="2342902"/>
                  </a:lnTo>
                  <a:lnTo>
                    <a:pt x="5172050" y="2335677"/>
                  </a:lnTo>
                  <a:lnTo>
                    <a:pt x="5066471" y="2326797"/>
                  </a:lnTo>
                  <a:lnTo>
                    <a:pt x="4955237" y="2316266"/>
                  </a:lnTo>
                  <a:lnTo>
                    <a:pt x="4842092" y="2304116"/>
                  </a:lnTo>
                  <a:lnTo>
                    <a:pt x="4730241" y="2290378"/>
                  </a:lnTo>
                  <a:lnTo>
                    <a:pt x="4622156" y="2275064"/>
                  </a:lnTo>
                  <a:lnTo>
                    <a:pt x="4519532" y="2258150"/>
                  </a:lnTo>
                  <a:lnTo>
                    <a:pt x="4423363" y="2239568"/>
                  </a:lnTo>
                  <a:lnTo>
                    <a:pt x="4334056" y="2219199"/>
                  </a:lnTo>
                  <a:lnTo>
                    <a:pt x="4251575" y="2196873"/>
                  </a:lnTo>
                  <a:lnTo>
                    <a:pt x="4175570" y="2172373"/>
                  </a:lnTo>
                  <a:lnTo>
                    <a:pt x="4105484" y="2145438"/>
                  </a:lnTo>
                  <a:lnTo>
                    <a:pt x="4040636" y="2115776"/>
                  </a:lnTo>
                  <a:lnTo>
                    <a:pt x="3980288" y="2083075"/>
                  </a:lnTo>
                  <a:lnTo>
                    <a:pt x="3923689" y="2047036"/>
                  </a:lnTo>
                  <a:lnTo>
                    <a:pt x="3870117" y="2007413"/>
                  </a:lnTo>
                  <a:lnTo>
                    <a:pt x="3820202" y="1965237"/>
                  </a:lnTo>
                  <a:lnTo>
                    <a:pt x="3773060" y="1920595"/>
                  </a:lnTo>
                  <a:lnTo>
                    <a:pt x="3727146" y="1872522"/>
                  </a:lnTo>
                  <a:lnTo>
                    <a:pt x="3682110" y="1820949"/>
                  </a:lnTo>
                  <a:lnTo>
                    <a:pt x="3637673" y="1765869"/>
                  </a:lnTo>
                  <a:lnTo>
                    <a:pt x="3593615" y="1707344"/>
                  </a:lnTo>
                  <a:lnTo>
                    <a:pt x="3549768" y="1645512"/>
                  </a:lnTo>
                  <a:lnTo>
                    <a:pt x="3506010" y="1580588"/>
                  </a:lnTo>
                  <a:lnTo>
                    <a:pt x="3462256" y="1512869"/>
                  </a:lnTo>
                  <a:lnTo>
                    <a:pt x="3418456" y="1442726"/>
                  </a:lnTo>
                  <a:lnTo>
                    <a:pt x="3374588" y="1370605"/>
                  </a:lnTo>
                  <a:lnTo>
                    <a:pt x="3330654" y="1297010"/>
                  </a:lnTo>
                  <a:lnTo>
                    <a:pt x="3286673" y="1222490"/>
                  </a:lnTo>
                  <a:lnTo>
                    <a:pt x="3242672" y="1147628"/>
                  </a:lnTo>
                  <a:lnTo>
                    <a:pt x="3198685" y="1073015"/>
                  </a:lnTo>
                  <a:lnTo>
                    <a:pt x="3154742" y="999236"/>
                  </a:lnTo>
                  <a:lnTo>
                    <a:pt x="3110863" y="926847"/>
                  </a:lnTo>
                  <a:lnTo>
                    <a:pt x="3067053" y="856360"/>
                  </a:lnTo>
                  <a:lnTo>
                    <a:pt x="3023295" y="788231"/>
                  </a:lnTo>
                  <a:lnTo>
                    <a:pt x="2979542" y="722843"/>
                  </a:lnTo>
                  <a:lnTo>
                    <a:pt x="2935716" y="660505"/>
                  </a:lnTo>
                  <a:lnTo>
                    <a:pt x="2891702" y="601446"/>
                  </a:lnTo>
                  <a:lnTo>
                    <a:pt x="2847338" y="545815"/>
                  </a:lnTo>
                  <a:lnTo>
                    <a:pt x="2802413" y="493686"/>
                  </a:lnTo>
                  <a:lnTo>
                    <a:pt x="2756659" y="445062"/>
                  </a:lnTo>
                  <a:lnTo>
                    <a:pt x="2709739" y="399885"/>
                  </a:lnTo>
                  <a:lnTo>
                    <a:pt x="2702183" y="393047"/>
                  </a:lnTo>
                  <a:lnTo>
                    <a:pt x="2650928" y="349811"/>
                  </a:lnTo>
                  <a:lnTo>
                    <a:pt x="2597287" y="310282"/>
                  </a:lnTo>
                  <a:lnTo>
                    <a:pt x="2540602" y="274332"/>
                  </a:lnTo>
                  <a:lnTo>
                    <a:pt x="2480148" y="241713"/>
                  </a:lnTo>
                  <a:lnTo>
                    <a:pt x="2415175" y="212124"/>
                  </a:lnTo>
                  <a:lnTo>
                    <a:pt x="2344945" y="185255"/>
                  </a:lnTo>
                  <a:lnTo>
                    <a:pt x="2268781" y="160814"/>
                  </a:lnTo>
                  <a:lnTo>
                    <a:pt x="2186128" y="138541"/>
                  </a:lnTo>
                  <a:lnTo>
                    <a:pt x="2096644" y="118219"/>
                  </a:lnTo>
                  <a:lnTo>
                    <a:pt x="2000303" y="99681"/>
                  </a:lnTo>
                  <a:lnTo>
                    <a:pt x="1897524" y="82809"/>
                  </a:lnTo>
                  <a:lnTo>
                    <a:pt x="1789318" y="67535"/>
                  </a:lnTo>
                  <a:lnTo>
                    <a:pt x="1677400" y="53837"/>
                  </a:lnTo>
                  <a:lnTo>
                    <a:pt x="1564261" y="41728"/>
                  </a:lnTo>
                  <a:lnTo>
                    <a:pt x="1453123" y="31239"/>
                  </a:lnTo>
                  <a:lnTo>
                    <a:pt x="1347741" y="22402"/>
                  </a:lnTo>
                  <a:lnTo>
                    <a:pt x="1252032" y="15219"/>
                  </a:lnTo>
                  <a:lnTo>
                    <a:pt x="1169564" y="9646"/>
                  </a:lnTo>
                  <a:lnTo>
                    <a:pt x="1102994" y="5575"/>
                  </a:lnTo>
                  <a:lnTo>
                    <a:pt x="1053589" y="2828"/>
                  </a:lnTo>
                  <a:lnTo>
                    <a:pt x="1020946" y="1173"/>
                  </a:lnTo>
                  <a:lnTo>
                    <a:pt x="1002954" y="338"/>
                  </a:lnTo>
                  <a:lnTo>
                    <a:pt x="995953" y="4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4" name="pg533"/>
            <p:cNvSpPr/>
            <p:nvPr/>
          </p:nvSpPr>
          <p:spPr>
            <a:xfrm>
              <a:off x="1199187" y="3647316"/>
              <a:ext cx="12049831" cy="2368766"/>
            </a:xfrm>
            <a:custGeom>
              <a:avLst/>
              <a:pathLst>
                <a:path w="12049831" h="2368766">
                  <a:moveTo>
                    <a:pt x="0" y="10481"/>
                  </a:moveTo>
                  <a:lnTo>
                    <a:pt x="994940" y="10481"/>
                  </a:lnTo>
                  <a:lnTo>
                    <a:pt x="996034" y="10524"/>
                  </a:lnTo>
                  <a:lnTo>
                    <a:pt x="1003259" y="10833"/>
                  </a:lnTo>
                  <a:lnTo>
                    <a:pt x="1021586" y="11685"/>
                  </a:lnTo>
                  <a:lnTo>
                    <a:pt x="1054640" y="13365"/>
                  </a:lnTo>
                  <a:lnTo>
                    <a:pt x="1104487" y="16143"/>
                  </a:lnTo>
                  <a:lnTo>
                    <a:pt x="1171486" y="20251"/>
                  </a:lnTo>
                  <a:lnTo>
                    <a:pt x="1254331" y="25863"/>
                  </a:lnTo>
                  <a:lnTo>
                    <a:pt x="1350335" y="33088"/>
                  </a:lnTo>
                  <a:lnTo>
                    <a:pt x="1455914" y="41969"/>
                  </a:lnTo>
                  <a:lnTo>
                    <a:pt x="1567148" y="52499"/>
                  </a:lnTo>
                  <a:lnTo>
                    <a:pt x="1680293" y="64650"/>
                  </a:lnTo>
                  <a:lnTo>
                    <a:pt x="1792144" y="78388"/>
                  </a:lnTo>
                  <a:lnTo>
                    <a:pt x="1900229" y="93702"/>
                  </a:lnTo>
                  <a:lnTo>
                    <a:pt x="2002853" y="110615"/>
                  </a:lnTo>
                  <a:lnTo>
                    <a:pt x="2099022" y="129198"/>
                  </a:lnTo>
                  <a:lnTo>
                    <a:pt x="2188329" y="149567"/>
                  </a:lnTo>
                  <a:lnTo>
                    <a:pt x="2270810" y="171893"/>
                  </a:lnTo>
                  <a:lnTo>
                    <a:pt x="2346815" y="196393"/>
                  </a:lnTo>
                  <a:lnTo>
                    <a:pt x="2416901" y="223328"/>
                  </a:lnTo>
                  <a:lnTo>
                    <a:pt x="2481749" y="252990"/>
                  </a:lnTo>
                  <a:lnTo>
                    <a:pt x="2542097" y="285691"/>
                  </a:lnTo>
                  <a:lnTo>
                    <a:pt x="2598696" y="321730"/>
                  </a:lnTo>
                  <a:lnTo>
                    <a:pt x="2652268" y="361352"/>
                  </a:lnTo>
                  <a:lnTo>
                    <a:pt x="2702183" y="403528"/>
                  </a:lnTo>
                  <a:lnTo>
                    <a:pt x="2749325" y="448170"/>
                  </a:lnTo>
                  <a:lnTo>
                    <a:pt x="2795239" y="496244"/>
                  </a:lnTo>
                  <a:lnTo>
                    <a:pt x="2840275" y="547817"/>
                  </a:lnTo>
                  <a:lnTo>
                    <a:pt x="2884712" y="602897"/>
                  </a:lnTo>
                  <a:lnTo>
                    <a:pt x="2928770" y="661421"/>
                  </a:lnTo>
                  <a:lnTo>
                    <a:pt x="2972617" y="723254"/>
                  </a:lnTo>
                  <a:lnTo>
                    <a:pt x="3016375" y="788178"/>
                  </a:lnTo>
                  <a:lnTo>
                    <a:pt x="3060129" y="855897"/>
                  </a:lnTo>
                  <a:lnTo>
                    <a:pt x="3103929" y="926039"/>
                  </a:lnTo>
                  <a:lnTo>
                    <a:pt x="3147797" y="998160"/>
                  </a:lnTo>
                  <a:lnTo>
                    <a:pt x="3191731" y="1071756"/>
                  </a:lnTo>
                  <a:lnTo>
                    <a:pt x="3235712" y="1146275"/>
                  </a:lnTo>
                  <a:lnTo>
                    <a:pt x="3279713" y="1221137"/>
                  </a:lnTo>
                  <a:lnTo>
                    <a:pt x="3323700" y="1295750"/>
                  </a:lnTo>
                  <a:lnTo>
                    <a:pt x="3367643" y="1369530"/>
                  </a:lnTo>
                  <a:lnTo>
                    <a:pt x="3411522" y="1441919"/>
                  </a:lnTo>
                  <a:lnTo>
                    <a:pt x="3455332" y="1512405"/>
                  </a:lnTo>
                  <a:lnTo>
                    <a:pt x="3499090" y="1580535"/>
                  </a:lnTo>
                  <a:lnTo>
                    <a:pt x="3542843" y="1645923"/>
                  </a:lnTo>
                  <a:lnTo>
                    <a:pt x="3586669" y="1708260"/>
                  </a:lnTo>
                  <a:lnTo>
                    <a:pt x="3630683" y="1767320"/>
                  </a:lnTo>
                  <a:lnTo>
                    <a:pt x="3675047" y="1822950"/>
                  </a:lnTo>
                  <a:lnTo>
                    <a:pt x="3719972" y="1875080"/>
                  </a:lnTo>
                  <a:lnTo>
                    <a:pt x="3765726" y="1923703"/>
                  </a:lnTo>
                  <a:lnTo>
                    <a:pt x="3812646" y="1968881"/>
                  </a:lnTo>
                  <a:lnTo>
                    <a:pt x="3820202" y="1975719"/>
                  </a:lnTo>
                  <a:lnTo>
                    <a:pt x="3871457" y="2018955"/>
                  </a:lnTo>
                  <a:lnTo>
                    <a:pt x="3925098" y="2058484"/>
                  </a:lnTo>
                  <a:lnTo>
                    <a:pt x="3981783" y="2094434"/>
                  </a:lnTo>
                  <a:lnTo>
                    <a:pt x="4042237" y="2127053"/>
                  </a:lnTo>
                  <a:lnTo>
                    <a:pt x="4107210" y="2156642"/>
                  </a:lnTo>
                  <a:lnTo>
                    <a:pt x="4177440" y="2183510"/>
                  </a:lnTo>
                  <a:lnTo>
                    <a:pt x="4253604" y="2207952"/>
                  </a:lnTo>
                  <a:lnTo>
                    <a:pt x="4336257" y="2230225"/>
                  </a:lnTo>
                  <a:lnTo>
                    <a:pt x="4425741" y="2250547"/>
                  </a:lnTo>
                  <a:lnTo>
                    <a:pt x="4522082" y="2269085"/>
                  </a:lnTo>
                  <a:lnTo>
                    <a:pt x="4624861" y="2285957"/>
                  </a:lnTo>
                  <a:lnTo>
                    <a:pt x="4733067" y="2301231"/>
                  </a:lnTo>
                  <a:lnTo>
                    <a:pt x="4844985" y="2314928"/>
                  </a:lnTo>
                  <a:lnTo>
                    <a:pt x="4958124" y="2327038"/>
                  </a:lnTo>
                  <a:lnTo>
                    <a:pt x="5069262" y="2337526"/>
                  </a:lnTo>
                  <a:lnTo>
                    <a:pt x="5174644" y="2346364"/>
                  </a:lnTo>
                  <a:lnTo>
                    <a:pt x="5270353" y="2353547"/>
                  </a:lnTo>
                  <a:lnTo>
                    <a:pt x="5352821" y="2359120"/>
                  </a:lnTo>
                  <a:lnTo>
                    <a:pt x="5419391" y="2363191"/>
                  </a:lnTo>
                  <a:lnTo>
                    <a:pt x="5468796" y="2365937"/>
                  </a:lnTo>
                  <a:lnTo>
                    <a:pt x="5501439" y="2367593"/>
                  </a:lnTo>
                  <a:lnTo>
                    <a:pt x="5519431" y="2368428"/>
                  </a:lnTo>
                  <a:lnTo>
                    <a:pt x="5526432" y="2368726"/>
                  </a:lnTo>
                  <a:lnTo>
                    <a:pt x="5527445" y="2368766"/>
                  </a:lnTo>
                  <a:lnTo>
                    <a:pt x="6522385" y="2368766"/>
                  </a:lnTo>
                  <a:lnTo>
                    <a:pt x="6523514" y="2368748"/>
                  </a:lnTo>
                  <a:lnTo>
                    <a:pt x="6530966" y="2368617"/>
                  </a:lnTo>
                  <a:lnTo>
                    <a:pt x="6549852" y="2368255"/>
                  </a:lnTo>
                  <a:lnTo>
                    <a:pt x="6583873" y="2367541"/>
                  </a:lnTo>
                  <a:lnTo>
                    <a:pt x="6635099" y="2366362"/>
                  </a:lnTo>
                  <a:lnTo>
                    <a:pt x="6703815" y="2364620"/>
                  </a:lnTo>
                  <a:lnTo>
                    <a:pt x="6788577" y="2362242"/>
                  </a:lnTo>
                  <a:lnTo>
                    <a:pt x="6886530" y="2359185"/>
                  </a:lnTo>
                  <a:lnTo>
                    <a:pt x="6993926" y="2355432"/>
                  </a:lnTo>
                  <a:lnTo>
                    <a:pt x="7106716" y="2350987"/>
                  </a:lnTo>
                  <a:lnTo>
                    <a:pt x="7221075" y="2345863"/>
                  </a:lnTo>
                  <a:lnTo>
                    <a:pt x="7333773" y="2340074"/>
                  </a:lnTo>
                  <a:lnTo>
                    <a:pt x="7442360" y="2333622"/>
                  </a:lnTo>
                  <a:lnTo>
                    <a:pt x="7545185" y="2326496"/>
                  </a:lnTo>
                  <a:lnTo>
                    <a:pt x="7641321" y="2318663"/>
                  </a:lnTo>
                  <a:lnTo>
                    <a:pt x="7730426" y="2310069"/>
                  </a:lnTo>
                  <a:lnTo>
                    <a:pt x="7812600" y="2300639"/>
                  </a:lnTo>
                  <a:lnTo>
                    <a:pt x="7888250" y="2290277"/>
                  </a:lnTo>
                  <a:lnTo>
                    <a:pt x="7957981" y="2278869"/>
                  </a:lnTo>
                  <a:lnTo>
                    <a:pt x="8022510" y="2266290"/>
                  </a:lnTo>
                  <a:lnTo>
                    <a:pt x="8082608" y="2252407"/>
                  </a:lnTo>
                  <a:lnTo>
                    <a:pt x="8139046" y="2237096"/>
                  </a:lnTo>
                  <a:lnTo>
                    <a:pt x="8192557" y="2220261"/>
                  </a:lnTo>
                  <a:lnTo>
                    <a:pt x="8229629" y="2207180"/>
                  </a:lnTo>
                  <a:lnTo>
                    <a:pt x="8287067" y="2184558"/>
                  </a:lnTo>
                  <a:lnTo>
                    <a:pt x="8342792" y="2159818"/>
                  </a:lnTo>
                  <a:lnTo>
                    <a:pt x="8397399" y="2132924"/>
                  </a:lnTo>
                  <a:lnTo>
                    <a:pt x="8451336" y="2103897"/>
                  </a:lnTo>
                  <a:lnTo>
                    <a:pt x="8504930" y="2072830"/>
                  </a:lnTo>
                  <a:lnTo>
                    <a:pt x="8558407" y="2039885"/>
                  </a:lnTo>
                  <a:lnTo>
                    <a:pt x="8611905" y="2005295"/>
                  </a:lnTo>
                  <a:lnTo>
                    <a:pt x="8665493" y="1969365"/>
                  </a:lnTo>
                  <a:lnTo>
                    <a:pt x="8719182" y="1932460"/>
                  </a:lnTo>
                  <a:lnTo>
                    <a:pt x="8772942" y="1894988"/>
                  </a:lnTo>
                  <a:lnTo>
                    <a:pt x="8826719" y="1857387"/>
                  </a:lnTo>
                  <a:lnTo>
                    <a:pt x="8880455" y="1820099"/>
                  </a:lnTo>
                  <a:lnTo>
                    <a:pt x="8934104" y="1783552"/>
                  </a:lnTo>
                  <a:lnTo>
                    <a:pt x="8987651" y="1748139"/>
                  </a:lnTo>
                  <a:lnTo>
                    <a:pt x="9041128" y="1714201"/>
                  </a:lnTo>
                  <a:lnTo>
                    <a:pt x="9094632" y="1682012"/>
                  </a:lnTo>
                  <a:lnTo>
                    <a:pt x="9148336" y="1651779"/>
                  </a:lnTo>
                  <a:lnTo>
                    <a:pt x="9202505" y="1623634"/>
                  </a:lnTo>
                  <a:lnTo>
                    <a:pt x="9257516" y="1597637"/>
                  </a:lnTo>
                  <a:lnTo>
                    <a:pt x="9313872" y="1573786"/>
                  </a:lnTo>
                  <a:lnTo>
                    <a:pt x="9347647" y="1560835"/>
                  </a:lnTo>
                  <a:lnTo>
                    <a:pt x="9399465" y="1542877"/>
                  </a:lnTo>
                  <a:lnTo>
                    <a:pt x="9453727" y="1526477"/>
                  </a:lnTo>
                  <a:lnTo>
                    <a:pt x="9511114" y="1511577"/>
                  </a:lnTo>
                  <a:lnTo>
                    <a:pt x="9572376" y="1498073"/>
                  </a:lnTo>
                  <a:lnTo>
                    <a:pt x="9638287" y="1485835"/>
                  </a:lnTo>
                  <a:lnTo>
                    <a:pt x="9709608" y="1474733"/>
                  </a:lnTo>
                  <a:lnTo>
                    <a:pt x="9787032" y="1464643"/>
                  </a:lnTo>
                  <a:lnTo>
                    <a:pt x="9871119" y="1455456"/>
                  </a:lnTo>
                  <a:lnTo>
                    <a:pt x="9962202" y="1447082"/>
                  </a:lnTo>
                  <a:lnTo>
                    <a:pt x="10060270" y="1439452"/>
                  </a:lnTo>
                  <a:lnTo>
                    <a:pt x="10164833" y="1432517"/>
                  </a:lnTo>
                  <a:lnTo>
                    <a:pt x="10274772" y="1426251"/>
                  </a:lnTo>
                  <a:lnTo>
                    <a:pt x="10388219" y="1420648"/>
                  </a:lnTo>
                  <a:lnTo>
                    <a:pt x="10502494" y="1415713"/>
                  </a:lnTo>
                  <a:lnTo>
                    <a:pt x="10614175" y="1411460"/>
                  </a:lnTo>
                  <a:lnTo>
                    <a:pt x="10719331" y="1407903"/>
                  </a:lnTo>
                  <a:lnTo>
                    <a:pt x="10813936" y="1405039"/>
                  </a:lnTo>
                  <a:lnTo>
                    <a:pt x="10894436" y="1402845"/>
                  </a:lnTo>
                  <a:lnTo>
                    <a:pt x="10958323" y="1401269"/>
                  </a:lnTo>
                  <a:lnTo>
                    <a:pt x="11004619" y="1400231"/>
                  </a:lnTo>
                  <a:lnTo>
                    <a:pt x="11034115" y="1399628"/>
                  </a:lnTo>
                  <a:lnTo>
                    <a:pt x="11049357" y="1399343"/>
                  </a:lnTo>
                  <a:lnTo>
                    <a:pt x="11054464" y="1399256"/>
                  </a:lnTo>
                  <a:lnTo>
                    <a:pt x="11054891" y="1399249"/>
                  </a:lnTo>
                  <a:lnTo>
                    <a:pt x="12049831" y="1399249"/>
                  </a:lnTo>
                  <a:lnTo>
                    <a:pt x="12049831" y="1388768"/>
                  </a:lnTo>
                  <a:lnTo>
                    <a:pt x="11054891" y="1388768"/>
                  </a:lnTo>
                  <a:lnTo>
                    <a:pt x="11053762" y="1388786"/>
                  </a:lnTo>
                  <a:lnTo>
                    <a:pt x="11046311" y="1388917"/>
                  </a:lnTo>
                  <a:lnTo>
                    <a:pt x="11027425" y="1389279"/>
                  </a:lnTo>
                  <a:lnTo>
                    <a:pt x="10993403" y="1389992"/>
                  </a:lnTo>
                  <a:lnTo>
                    <a:pt x="10942177" y="1391171"/>
                  </a:lnTo>
                  <a:lnTo>
                    <a:pt x="10873462" y="1392913"/>
                  </a:lnTo>
                  <a:lnTo>
                    <a:pt x="10788700" y="1395291"/>
                  </a:lnTo>
                  <a:lnTo>
                    <a:pt x="10690746" y="1398349"/>
                  </a:lnTo>
                  <a:lnTo>
                    <a:pt x="10583350" y="1402102"/>
                  </a:lnTo>
                  <a:lnTo>
                    <a:pt x="10470561" y="1406547"/>
                  </a:lnTo>
                  <a:lnTo>
                    <a:pt x="10356202" y="1411670"/>
                  </a:lnTo>
                  <a:lnTo>
                    <a:pt x="10243503" y="1417460"/>
                  </a:lnTo>
                  <a:lnTo>
                    <a:pt x="10134916" y="1423911"/>
                  </a:lnTo>
                  <a:lnTo>
                    <a:pt x="10032091" y="1431038"/>
                  </a:lnTo>
                  <a:lnTo>
                    <a:pt x="9935955" y="1438871"/>
                  </a:lnTo>
                  <a:lnTo>
                    <a:pt x="9846850" y="1447465"/>
                  </a:lnTo>
                  <a:lnTo>
                    <a:pt x="9764676" y="1456895"/>
                  </a:lnTo>
                  <a:lnTo>
                    <a:pt x="9689026" y="1467257"/>
                  </a:lnTo>
                  <a:lnTo>
                    <a:pt x="9619296" y="1478664"/>
                  </a:lnTo>
                  <a:lnTo>
                    <a:pt x="9554766" y="1491244"/>
                  </a:lnTo>
                  <a:lnTo>
                    <a:pt x="9494669" y="1505127"/>
                  </a:lnTo>
                  <a:lnTo>
                    <a:pt x="9438231" y="1520438"/>
                  </a:lnTo>
                  <a:lnTo>
                    <a:pt x="9384719" y="1537273"/>
                  </a:lnTo>
                  <a:lnTo>
                    <a:pt x="9347647" y="1550354"/>
                  </a:lnTo>
                  <a:lnTo>
                    <a:pt x="9290209" y="1572975"/>
                  </a:lnTo>
                  <a:lnTo>
                    <a:pt x="9234484" y="1597715"/>
                  </a:lnTo>
                  <a:lnTo>
                    <a:pt x="9179877" y="1624610"/>
                  </a:lnTo>
                  <a:lnTo>
                    <a:pt x="9125940" y="1653636"/>
                  </a:lnTo>
                  <a:lnTo>
                    <a:pt x="9072346" y="1684703"/>
                  </a:lnTo>
                  <a:lnTo>
                    <a:pt x="9018870" y="1717649"/>
                  </a:lnTo>
                  <a:lnTo>
                    <a:pt x="8965371" y="1752239"/>
                  </a:lnTo>
                  <a:lnTo>
                    <a:pt x="8911783" y="1788168"/>
                  </a:lnTo>
                  <a:lnTo>
                    <a:pt x="8858094" y="1825074"/>
                  </a:lnTo>
                  <a:lnTo>
                    <a:pt x="8804334" y="1862546"/>
                  </a:lnTo>
                  <a:lnTo>
                    <a:pt x="8750557" y="1900147"/>
                  </a:lnTo>
                  <a:lnTo>
                    <a:pt x="8696821" y="1937435"/>
                  </a:lnTo>
                  <a:lnTo>
                    <a:pt x="8643173" y="1973982"/>
                  </a:lnTo>
                  <a:lnTo>
                    <a:pt x="8589626" y="2009395"/>
                  </a:lnTo>
                  <a:lnTo>
                    <a:pt x="8536149" y="2043333"/>
                  </a:lnTo>
                  <a:lnTo>
                    <a:pt x="8482645" y="2075521"/>
                  </a:lnTo>
                  <a:lnTo>
                    <a:pt x="8428941" y="2105754"/>
                  </a:lnTo>
                  <a:lnTo>
                    <a:pt x="8374771" y="2133900"/>
                  </a:lnTo>
                  <a:lnTo>
                    <a:pt x="8319761" y="2159897"/>
                  </a:lnTo>
                  <a:lnTo>
                    <a:pt x="8263404" y="2183747"/>
                  </a:lnTo>
                  <a:lnTo>
                    <a:pt x="8229629" y="2196699"/>
                  </a:lnTo>
                  <a:lnTo>
                    <a:pt x="8177812" y="2214656"/>
                  </a:lnTo>
                  <a:lnTo>
                    <a:pt x="8123550" y="2231057"/>
                  </a:lnTo>
                  <a:lnTo>
                    <a:pt x="8066163" y="2245957"/>
                  </a:lnTo>
                  <a:lnTo>
                    <a:pt x="8004901" y="2259461"/>
                  </a:lnTo>
                  <a:lnTo>
                    <a:pt x="7938990" y="2271699"/>
                  </a:lnTo>
                  <a:lnTo>
                    <a:pt x="7867669" y="2282800"/>
                  </a:lnTo>
                  <a:lnTo>
                    <a:pt x="7790244" y="2292890"/>
                  </a:lnTo>
                  <a:lnTo>
                    <a:pt x="7706157" y="2302077"/>
                  </a:lnTo>
                  <a:lnTo>
                    <a:pt x="7615075" y="2310451"/>
                  </a:lnTo>
                  <a:lnTo>
                    <a:pt x="7517007" y="2318082"/>
                  </a:lnTo>
                  <a:lnTo>
                    <a:pt x="7412444" y="2325017"/>
                  </a:lnTo>
                  <a:lnTo>
                    <a:pt x="7302504" y="2331282"/>
                  </a:lnTo>
                  <a:lnTo>
                    <a:pt x="7189058" y="2336886"/>
                  </a:lnTo>
                  <a:lnTo>
                    <a:pt x="7074783" y="2341821"/>
                  </a:lnTo>
                  <a:lnTo>
                    <a:pt x="6963101" y="2346073"/>
                  </a:lnTo>
                  <a:lnTo>
                    <a:pt x="6857946" y="2349631"/>
                  </a:lnTo>
                  <a:lnTo>
                    <a:pt x="6763340" y="2352495"/>
                  </a:lnTo>
                  <a:lnTo>
                    <a:pt x="6682841" y="2354689"/>
                  </a:lnTo>
                  <a:lnTo>
                    <a:pt x="6618953" y="2356265"/>
                  </a:lnTo>
                  <a:lnTo>
                    <a:pt x="6572657" y="2357302"/>
                  </a:lnTo>
                  <a:lnTo>
                    <a:pt x="6543162" y="2357905"/>
                  </a:lnTo>
                  <a:lnTo>
                    <a:pt x="6527919" y="2358190"/>
                  </a:lnTo>
                  <a:lnTo>
                    <a:pt x="6522812" y="2358278"/>
                  </a:lnTo>
                  <a:lnTo>
                    <a:pt x="6522385" y="2358285"/>
                  </a:lnTo>
                  <a:lnTo>
                    <a:pt x="5527445" y="2358285"/>
                  </a:lnTo>
                  <a:lnTo>
                    <a:pt x="5526351" y="2358242"/>
                  </a:lnTo>
                  <a:lnTo>
                    <a:pt x="5519126" y="2357933"/>
                  </a:lnTo>
                  <a:lnTo>
                    <a:pt x="5500799" y="2357081"/>
                  </a:lnTo>
                  <a:lnTo>
                    <a:pt x="5467745" y="2355401"/>
                  </a:lnTo>
                  <a:lnTo>
                    <a:pt x="5417898" y="2352623"/>
                  </a:lnTo>
                  <a:lnTo>
                    <a:pt x="5350899" y="2348515"/>
                  </a:lnTo>
                  <a:lnTo>
                    <a:pt x="5268054" y="2342902"/>
                  </a:lnTo>
                  <a:lnTo>
                    <a:pt x="5172050" y="2335677"/>
                  </a:lnTo>
                  <a:lnTo>
                    <a:pt x="5066471" y="2326797"/>
                  </a:lnTo>
                  <a:lnTo>
                    <a:pt x="4955237" y="2316266"/>
                  </a:lnTo>
                  <a:lnTo>
                    <a:pt x="4842092" y="2304116"/>
                  </a:lnTo>
                  <a:lnTo>
                    <a:pt x="4730241" y="2290378"/>
                  </a:lnTo>
                  <a:lnTo>
                    <a:pt x="4622156" y="2275064"/>
                  </a:lnTo>
                  <a:lnTo>
                    <a:pt x="4519532" y="2258150"/>
                  </a:lnTo>
                  <a:lnTo>
                    <a:pt x="4423363" y="2239568"/>
                  </a:lnTo>
                  <a:lnTo>
                    <a:pt x="4334056" y="2219199"/>
                  </a:lnTo>
                  <a:lnTo>
                    <a:pt x="4251575" y="2196873"/>
                  </a:lnTo>
                  <a:lnTo>
                    <a:pt x="4175570" y="2172373"/>
                  </a:lnTo>
                  <a:lnTo>
                    <a:pt x="4105484" y="2145438"/>
                  </a:lnTo>
                  <a:lnTo>
                    <a:pt x="4040636" y="2115776"/>
                  </a:lnTo>
                  <a:lnTo>
                    <a:pt x="3980288" y="2083075"/>
                  </a:lnTo>
                  <a:lnTo>
                    <a:pt x="3923689" y="2047036"/>
                  </a:lnTo>
                  <a:lnTo>
                    <a:pt x="3870117" y="2007413"/>
                  </a:lnTo>
                  <a:lnTo>
                    <a:pt x="3820202" y="1965237"/>
                  </a:lnTo>
                  <a:lnTo>
                    <a:pt x="3773060" y="1920595"/>
                  </a:lnTo>
                  <a:lnTo>
                    <a:pt x="3727146" y="1872522"/>
                  </a:lnTo>
                  <a:lnTo>
                    <a:pt x="3682110" y="1820949"/>
                  </a:lnTo>
                  <a:lnTo>
                    <a:pt x="3637673" y="1765869"/>
                  </a:lnTo>
                  <a:lnTo>
                    <a:pt x="3593615" y="1707344"/>
                  </a:lnTo>
                  <a:lnTo>
                    <a:pt x="3549768" y="1645512"/>
                  </a:lnTo>
                  <a:lnTo>
                    <a:pt x="3506010" y="1580588"/>
                  </a:lnTo>
                  <a:lnTo>
                    <a:pt x="3462256" y="1512869"/>
                  </a:lnTo>
                  <a:lnTo>
                    <a:pt x="3418456" y="1442726"/>
                  </a:lnTo>
                  <a:lnTo>
                    <a:pt x="3374588" y="1370605"/>
                  </a:lnTo>
                  <a:lnTo>
                    <a:pt x="3330654" y="1297010"/>
                  </a:lnTo>
                  <a:lnTo>
                    <a:pt x="3286673" y="1222490"/>
                  </a:lnTo>
                  <a:lnTo>
                    <a:pt x="3242672" y="1147628"/>
                  </a:lnTo>
                  <a:lnTo>
                    <a:pt x="3198685" y="1073015"/>
                  </a:lnTo>
                  <a:lnTo>
                    <a:pt x="3154742" y="999236"/>
                  </a:lnTo>
                  <a:lnTo>
                    <a:pt x="3110863" y="926847"/>
                  </a:lnTo>
                  <a:lnTo>
                    <a:pt x="3067053" y="856360"/>
                  </a:lnTo>
                  <a:lnTo>
                    <a:pt x="3023295" y="788231"/>
                  </a:lnTo>
                  <a:lnTo>
                    <a:pt x="2979542" y="722843"/>
                  </a:lnTo>
                  <a:lnTo>
                    <a:pt x="2935716" y="660505"/>
                  </a:lnTo>
                  <a:lnTo>
                    <a:pt x="2891702" y="601446"/>
                  </a:lnTo>
                  <a:lnTo>
                    <a:pt x="2847338" y="545815"/>
                  </a:lnTo>
                  <a:lnTo>
                    <a:pt x="2802413" y="493686"/>
                  </a:lnTo>
                  <a:lnTo>
                    <a:pt x="2756659" y="445062"/>
                  </a:lnTo>
                  <a:lnTo>
                    <a:pt x="2709739" y="399885"/>
                  </a:lnTo>
                  <a:lnTo>
                    <a:pt x="2702183" y="393047"/>
                  </a:lnTo>
                  <a:lnTo>
                    <a:pt x="2650928" y="349811"/>
                  </a:lnTo>
                  <a:lnTo>
                    <a:pt x="2597287" y="310282"/>
                  </a:lnTo>
                  <a:lnTo>
                    <a:pt x="2540602" y="274332"/>
                  </a:lnTo>
                  <a:lnTo>
                    <a:pt x="2480148" y="241713"/>
                  </a:lnTo>
                  <a:lnTo>
                    <a:pt x="2415175" y="212124"/>
                  </a:lnTo>
                  <a:lnTo>
                    <a:pt x="2344945" y="185255"/>
                  </a:lnTo>
                  <a:lnTo>
                    <a:pt x="2268781" y="160814"/>
                  </a:lnTo>
                  <a:lnTo>
                    <a:pt x="2186128" y="138541"/>
                  </a:lnTo>
                  <a:lnTo>
                    <a:pt x="2096644" y="118219"/>
                  </a:lnTo>
                  <a:lnTo>
                    <a:pt x="2000303" y="99681"/>
                  </a:lnTo>
                  <a:lnTo>
                    <a:pt x="1897524" y="82809"/>
                  </a:lnTo>
                  <a:lnTo>
                    <a:pt x="1789318" y="67535"/>
                  </a:lnTo>
                  <a:lnTo>
                    <a:pt x="1677400" y="53837"/>
                  </a:lnTo>
                  <a:lnTo>
                    <a:pt x="1564261" y="41728"/>
                  </a:lnTo>
                  <a:lnTo>
                    <a:pt x="1453123" y="31239"/>
                  </a:lnTo>
                  <a:lnTo>
                    <a:pt x="1347741" y="22402"/>
                  </a:lnTo>
                  <a:lnTo>
                    <a:pt x="1252032" y="15219"/>
                  </a:lnTo>
                  <a:lnTo>
                    <a:pt x="1169564" y="9646"/>
                  </a:lnTo>
                  <a:lnTo>
                    <a:pt x="1102994" y="5575"/>
                  </a:lnTo>
                  <a:lnTo>
                    <a:pt x="1053589" y="2828"/>
                  </a:lnTo>
                  <a:lnTo>
                    <a:pt x="1020946" y="1173"/>
                  </a:lnTo>
                  <a:lnTo>
                    <a:pt x="1002954" y="338"/>
                  </a:lnTo>
                  <a:lnTo>
                    <a:pt x="995953" y="4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35" name="pl534"/>
            <p:cNvSpPr/>
            <p:nvPr/>
          </p:nvSpPr>
          <p:spPr>
            <a:xfrm>
              <a:off x="1199187" y="3657798"/>
              <a:ext cx="12049831" cy="2358285"/>
            </a:xfrm>
            <a:custGeom>
              <a:avLst/>
              <a:pathLst>
                <a:path w="12049831" h="2358285">
                  <a:moveTo>
                    <a:pt x="0" y="0"/>
                  </a:moveTo>
                  <a:lnTo>
                    <a:pt x="994940" y="0"/>
                  </a:lnTo>
                  <a:lnTo>
                    <a:pt x="996034" y="43"/>
                  </a:lnTo>
                  <a:lnTo>
                    <a:pt x="1003259" y="351"/>
                  </a:lnTo>
                  <a:lnTo>
                    <a:pt x="1021586" y="1204"/>
                  </a:lnTo>
                  <a:lnTo>
                    <a:pt x="1054640" y="2884"/>
                  </a:lnTo>
                  <a:lnTo>
                    <a:pt x="1104487" y="5662"/>
                  </a:lnTo>
                  <a:lnTo>
                    <a:pt x="1171486" y="9769"/>
                  </a:lnTo>
                  <a:lnTo>
                    <a:pt x="1254331" y="15382"/>
                  </a:lnTo>
                  <a:lnTo>
                    <a:pt x="1350335" y="22607"/>
                  </a:lnTo>
                  <a:lnTo>
                    <a:pt x="1455914" y="31487"/>
                  </a:lnTo>
                  <a:lnTo>
                    <a:pt x="1567148" y="42018"/>
                  </a:lnTo>
                  <a:lnTo>
                    <a:pt x="1680293" y="54168"/>
                  </a:lnTo>
                  <a:lnTo>
                    <a:pt x="1792144" y="67906"/>
                  </a:lnTo>
                  <a:lnTo>
                    <a:pt x="1900229" y="83220"/>
                  </a:lnTo>
                  <a:lnTo>
                    <a:pt x="2002853" y="100134"/>
                  </a:lnTo>
                  <a:lnTo>
                    <a:pt x="2099022" y="118716"/>
                  </a:lnTo>
                  <a:lnTo>
                    <a:pt x="2188329" y="139086"/>
                  </a:lnTo>
                  <a:lnTo>
                    <a:pt x="2270810" y="161412"/>
                  </a:lnTo>
                  <a:lnTo>
                    <a:pt x="2346815" y="185912"/>
                  </a:lnTo>
                  <a:lnTo>
                    <a:pt x="2416901" y="212846"/>
                  </a:lnTo>
                  <a:lnTo>
                    <a:pt x="2481749" y="242509"/>
                  </a:lnTo>
                  <a:lnTo>
                    <a:pt x="2542097" y="275209"/>
                  </a:lnTo>
                  <a:lnTo>
                    <a:pt x="2598696" y="311248"/>
                  </a:lnTo>
                  <a:lnTo>
                    <a:pt x="2652268" y="350871"/>
                  </a:lnTo>
                  <a:lnTo>
                    <a:pt x="2702183" y="393047"/>
                  </a:lnTo>
                  <a:lnTo>
                    <a:pt x="2749325" y="437689"/>
                  </a:lnTo>
                  <a:lnTo>
                    <a:pt x="2795239" y="485762"/>
                  </a:lnTo>
                  <a:lnTo>
                    <a:pt x="2840275" y="537335"/>
                  </a:lnTo>
                  <a:lnTo>
                    <a:pt x="2884712" y="592415"/>
                  </a:lnTo>
                  <a:lnTo>
                    <a:pt x="2928770" y="650940"/>
                  </a:lnTo>
                  <a:lnTo>
                    <a:pt x="2972617" y="712773"/>
                  </a:lnTo>
                  <a:lnTo>
                    <a:pt x="3016375" y="777696"/>
                  </a:lnTo>
                  <a:lnTo>
                    <a:pt x="3060129" y="845416"/>
                  </a:lnTo>
                  <a:lnTo>
                    <a:pt x="3103929" y="915558"/>
                  </a:lnTo>
                  <a:lnTo>
                    <a:pt x="3147797" y="987679"/>
                  </a:lnTo>
                  <a:lnTo>
                    <a:pt x="3191731" y="1061275"/>
                  </a:lnTo>
                  <a:lnTo>
                    <a:pt x="3235712" y="1135794"/>
                  </a:lnTo>
                  <a:lnTo>
                    <a:pt x="3279713" y="1210656"/>
                  </a:lnTo>
                  <a:lnTo>
                    <a:pt x="3323700" y="1285269"/>
                  </a:lnTo>
                  <a:lnTo>
                    <a:pt x="3367643" y="1359048"/>
                  </a:lnTo>
                  <a:lnTo>
                    <a:pt x="3411522" y="1431438"/>
                  </a:lnTo>
                  <a:lnTo>
                    <a:pt x="3455332" y="1501924"/>
                  </a:lnTo>
                  <a:lnTo>
                    <a:pt x="3499090" y="1570054"/>
                  </a:lnTo>
                  <a:lnTo>
                    <a:pt x="3542843" y="1635441"/>
                  </a:lnTo>
                  <a:lnTo>
                    <a:pt x="3586669" y="1697779"/>
                  </a:lnTo>
                  <a:lnTo>
                    <a:pt x="3630683" y="1756838"/>
                  </a:lnTo>
                  <a:lnTo>
                    <a:pt x="3675047" y="1812469"/>
                  </a:lnTo>
                  <a:lnTo>
                    <a:pt x="3719972" y="1864598"/>
                  </a:lnTo>
                  <a:lnTo>
                    <a:pt x="3765726" y="1913222"/>
                  </a:lnTo>
                  <a:lnTo>
                    <a:pt x="3812646" y="1958400"/>
                  </a:lnTo>
                  <a:lnTo>
                    <a:pt x="3820202" y="1965237"/>
                  </a:lnTo>
                  <a:lnTo>
                    <a:pt x="3871457" y="2008474"/>
                  </a:lnTo>
                  <a:lnTo>
                    <a:pt x="3925098" y="2048003"/>
                  </a:lnTo>
                  <a:lnTo>
                    <a:pt x="3981783" y="2083953"/>
                  </a:lnTo>
                  <a:lnTo>
                    <a:pt x="4042237" y="2116572"/>
                  </a:lnTo>
                  <a:lnTo>
                    <a:pt x="4107210" y="2146160"/>
                  </a:lnTo>
                  <a:lnTo>
                    <a:pt x="4177440" y="2173029"/>
                  </a:lnTo>
                  <a:lnTo>
                    <a:pt x="4253604" y="2197470"/>
                  </a:lnTo>
                  <a:lnTo>
                    <a:pt x="4336257" y="2219744"/>
                  </a:lnTo>
                  <a:lnTo>
                    <a:pt x="4425741" y="2240066"/>
                  </a:lnTo>
                  <a:lnTo>
                    <a:pt x="4522082" y="2258604"/>
                  </a:lnTo>
                  <a:lnTo>
                    <a:pt x="4624861" y="2275476"/>
                  </a:lnTo>
                  <a:lnTo>
                    <a:pt x="4733067" y="2290749"/>
                  </a:lnTo>
                  <a:lnTo>
                    <a:pt x="4844985" y="2304447"/>
                  </a:lnTo>
                  <a:lnTo>
                    <a:pt x="4958124" y="2316556"/>
                  </a:lnTo>
                  <a:lnTo>
                    <a:pt x="5069262" y="2327045"/>
                  </a:lnTo>
                  <a:lnTo>
                    <a:pt x="5174644" y="2335883"/>
                  </a:lnTo>
                  <a:lnTo>
                    <a:pt x="5270353" y="2343066"/>
                  </a:lnTo>
                  <a:lnTo>
                    <a:pt x="5352821" y="2348638"/>
                  </a:lnTo>
                  <a:lnTo>
                    <a:pt x="5419391" y="2352710"/>
                  </a:lnTo>
                  <a:lnTo>
                    <a:pt x="5468796" y="2355456"/>
                  </a:lnTo>
                  <a:lnTo>
                    <a:pt x="5501439" y="2357112"/>
                  </a:lnTo>
                  <a:lnTo>
                    <a:pt x="5519431" y="2357946"/>
                  </a:lnTo>
                  <a:lnTo>
                    <a:pt x="5526432" y="2358245"/>
                  </a:lnTo>
                  <a:lnTo>
                    <a:pt x="5527445" y="2358285"/>
                  </a:lnTo>
                  <a:lnTo>
                    <a:pt x="6522385" y="2358285"/>
                  </a:lnTo>
                  <a:lnTo>
                    <a:pt x="6523514" y="2358266"/>
                  </a:lnTo>
                  <a:lnTo>
                    <a:pt x="6530966" y="2358135"/>
                  </a:lnTo>
                  <a:lnTo>
                    <a:pt x="6549852" y="2357773"/>
                  </a:lnTo>
                  <a:lnTo>
                    <a:pt x="6583873" y="2357060"/>
                  </a:lnTo>
                  <a:lnTo>
                    <a:pt x="6635099" y="2355881"/>
                  </a:lnTo>
                  <a:lnTo>
                    <a:pt x="6703815" y="2354139"/>
                  </a:lnTo>
                  <a:lnTo>
                    <a:pt x="6788577" y="2351761"/>
                  </a:lnTo>
                  <a:lnTo>
                    <a:pt x="6886530" y="2348704"/>
                  </a:lnTo>
                  <a:lnTo>
                    <a:pt x="6993926" y="2344951"/>
                  </a:lnTo>
                  <a:lnTo>
                    <a:pt x="7106716" y="2340506"/>
                  </a:lnTo>
                  <a:lnTo>
                    <a:pt x="7221075" y="2335382"/>
                  </a:lnTo>
                  <a:lnTo>
                    <a:pt x="7333773" y="2329593"/>
                  </a:lnTo>
                  <a:lnTo>
                    <a:pt x="7442360" y="2323141"/>
                  </a:lnTo>
                  <a:lnTo>
                    <a:pt x="7545185" y="2316015"/>
                  </a:lnTo>
                  <a:lnTo>
                    <a:pt x="7641321" y="2308181"/>
                  </a:lnTo>
                  <a:lnTo>
                    <a:pt x="7730426" y="2299587"/>
                  </a:lnTo>
                  <a:lnTo>
                    <a:pt x="7812600" y="2290157"/>
                  </a:lnTo>
                  <a:lnTo>
                    <a:pt x="7888250" y="2279795"/>
                  </a:lnTo>
                  <a:lnTo>
                    <a:pt x="7957981" y="2268388"/>
                  </a:lnTo>
                  <a:lnTo>
                    <a:pt x="8022510" y="2255809"/>
                  </a:lnTo>
                  <a:lnTo>
                    <a:pt x="8082608" y="2241926"/>
                  </a:lnTo>
                  <a:lnTo>
                    <a:pt x="8139046" y="2226614"/>
                  </a:lnTo>
                  <a:lnTo>
                    <a:pt x="8192557" y="2209780"/>
                  </a:lnTo>
                  <a:lnTo>
                    <a:pt x="8229629" y="2196699"/>
                  </a:lnTo>
                  <a:lnTo>
                    <a:pt x="8287067" y="2174077"/>
                  </a:lnTo>
                  <a:lnTo>
                    <a:pt x="8342792" y="2149337"/>
                  </a:lnTo>
                  <a:lnTo>
                    <a:pt x="8397399" y="2122442"/>
                  </a:lnTo>
                  <a:lnTo>
                    <a:pt x="8451336" y="2093416"/>
                  </a:lnTo>
                  <a:lnTo>
                    <a:pt x="8504930" y="2062349"/>
                  </a:lnTo>
                  <a:lnTo>
                    <a:pt x="8558407" y="2029403"/>
                  </a:lnTo>
                  <a:lnTo>
                    <a:pt x="8611905" y="1994814"/>
                  </a:lnTo>
                  <a:lnTo>
                    <a:pt x="8665493" y="1958884"/>
                  </a:lnTo>
                  <a:lnTo>
                    <a:pt x="8719182" y="1921979"/>
                  </a:lnTo>
                  <a:lnTo>
                    <a:pt x="8772942" y="1884507"/>
                  </a:lnTo>
                  <a:lnTo>
                    <a:pt x="8826719" y="1846905"/>
                  </a:lnTo>
                  <a:lnTo>
                    <a:pt x="8880455" y="1809617"/>
                  </a:lnTo>
                  <a:lnTo>
                    <a:pt x="8934104" y="1773071"/>
                  </a:lnTo>
                  <a:lnTo>
                    <a:pt x="8987651" y="1737658"/>
                  </a:lnTo>
                  <a:lnTo>
                    <a:pt x="9041128" y="1703719"/>
                  </a:lnTo>
                  <a:lnTo>
                    <a:pt x="9094632" y="1671531"/>
                  </a:lnTo>
                  <a:lnTo>
                    <a:pt x="9148336" y="1641298"/>
                  </a:lnTo>
                  <a:lnTo>
                    <a:pt x="9202505" y="1613152"/>
                  </a:lnTo>
                  <a:lnTo>
                    <a:pt x="9257516" y="1587156"/>
                  </a:lnTo>
                  <a:lnTo>
                    <a:pt x="9313872" y="1563305"/>
                  </a:lnTo>
                  <a:lnTo>
                    <a:pt x="9347647" y="1550354"/>
                  </a:lnTo>
                  <a:lnTo>
                    <a:pt x="9399465" y="1532396"/>
                  </a:lnTo>
                  <a:lnTo>
                    <a:pt x="9453727" y="1515995"/>
                  </a:lnTo>
                  <a:lnTo>
                    <a:pt x="9511114" y="1501096"/>
                  </a:lnTo>
                  <a:lnTo>
                    <a:pt x="9572376" y="1487591"/>
                  </a:lnTo>
                  <a:lnTo>
                    <a:pt x="9638287" y="1475354"/>
                  </a:lnTo>
                  <a:lnTo>
                    <a:pt x="9709608" y="1464252"/>
                  </a:lnTo>
                  <a:lnTo>
                    <a:pt x="9787032" y="1454162"/>
                  </a:lnTo>
                  <a:lnTo>
                    <a:pt x="9871119" y="1444975"/>
                  </a:lnTo>
                  <a:lnTo>
                    <a:pt x="9962202" y="1436601"/>
                  </a:lnTo>
                  <a:lnTo>
                    <a:pt x="10060270" y="1428970"/>
                  </a:lnTo>
                  <a:lnTo>
                    <a:pt x="10164833" y="1422036"/>
                  </a:lnTo>
                  <a:lnTo>
                    <a:pt x="10274772" y="1415770"/>
                  </a:lnTo>
                  <a:lnTo>
                    <a:pt x="10388219" y="1410166"/>
                  </a:lnTo>
                  <a:lnTo>
                    <a:pt x="10502494" y="1405231"/>
                  </a:lnTo>
                  <a:lnTo>
                    <a:pt x="10614175" y="1400979"/>
                  </a:lnTo>
                  <a:lnTo>
                    <a:pt x="10719331" y="1397422"/>
                  </a:lnTo>
                  <a:lnTo>
                    <a:pt x="10813936" y="1394558"/>
                  </a:lnTo>
                  <a:lnTo>
                    <a:pt x="10894436" y="1392364"/>
                  </a:lnTo>
                  <a:lnTo>
                    <a:pt x="10958323" y="1390788"/>
                  </a:lnTo>
                  <a:lnTo>
                    <a:pt x="11004619" y="1389750"/>
                  </a:lnTo>
                  <a:lnTo>
                    <a:pt x="11034115" y="1389147"/>
                  </a:lnTo>
                  <a:lnTo>
                    <a:pt x="11049357" y="1388862"/>
                  </a:lnTo>
                  <a:lnTo>
                    <a:pt x="11054464" y="1388774"/>
                  </a:lnTo>
                  <a:lnTo>
                    <a:pt x="11054891" y="1388768"/>
                  </a:lnTo>
                  <a:lnTo>
                    <a:pt x="12049831" y="1388768"/>
                  </a:lnTo>
                  <a:lnTo>
                    <a:pt x="12049831" y="13887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6" name="pl535"/>
            <p:cNvSpPr/>
            <p:nvPr/>
          </p:nvSpPr>
          <p:spPr>
            <a:xfrm>
              <a:off x="1199187" y="3647316"/>
              <a:ext cx="12049831" cy="2358285"/>
            </a:xfrm>
            <a:custGeom>
              <a:avLst/>
              <a:pathLst>
                <a:path w="12049831" h="2358285">
                  <a:moveTo>
                    <a:pt x="12049831" y="1388768"/>
                  </a:moveTo>
                  <a:lnTo>
                    <a:pt x="11054891" y="1388768"/>
                  </a:lnTo>
                  <a:lnTo>
                    <a:pt x="11053762" y="1388786"/>
                  </a:lnTo>
                  <a:lnTo>
                    <a:pt x="11046311" y="1388917"/>
                  </a:lnTo>
                  <a:lnTo>
                    <a:pt x="11027425" y="1389279"/>
                  </a:lnTo>
                  <a:lnTo>
                    <a:pt x="10993403" y="1389992"/>
                  </a:lnTo>
                  <a:lnTo>
                    <a:pt x="10942177" y="1391171"/>
                  </a:lnTo>
                  <a:lnTo>
                    <a:pt x="10873462" y="1392913"/>
                  </a:lnTo>
                  <a:lnTo>
                    <a:pt x="10788700" y="1395291"/>
                  </a:lnTo>
                  <a:lnTo>
                    <a:pt x="10690746" y="1398349"/>
                  </a:lnTo>
                  <a:lnTo>
                    <a:pt x="10583350" y="1402102"/>
                  </a:lnTo>
                  <a:lnTo>
                    <a:pt x="10470561" y="1406547"/>
                  </a:lnTo>
                  <a:lnTo>
                    <a:pt x="10356202" y="1411670"/>
                  </a:lnTo>
                  <a:lnTo>
                    <a:pt x="10243503" y="1417460"/>
                  </a:lnTo>
                  <a:lnTo>
                    <a:pt x="10134916" y="1423911"/>
                  </a:lnTo>
                  <a:lnTo>
                    <a:pt x="10032091" y="1431038"/>
                  </a:lnTo>
                  <a:lnTo>
                    <a:pt x="9935955" y="1438871"/>
                  </a:lnTo>
                  <a:lnTo>
                    <a:pt x="9846850" y="1447465"/>
                  </a:lnTo>
                  <a:lnTo>
                    <a:pt x="9764676" y="1456895"/>
                  </a:lnTo>
                  <a:lnTo>
                    <a:pt x="9689026" y="1467257"/>
                  </a:lnTo>
                  <a:lnTo>
                    <a:pt x="9619296" y="1478664"/>
                  </a:lnTo>
                  <a:lnTo>
                    <a:pt x="9554766" y="1491244"/>
                  </a:lnTo>
                  <a:lnTo>
                    <a:pt x="9494669" y="1505127"/>
                  </a:lnTo>
                  <a:lnTo>
                    <a:pt x="9438231" y="1520438"/>
                  </a:lnTo>
                  <a:lnTo>
                    <a:pt x="9384719" y="1537273"/>
                  </a:lnTo>
                  <a:lnTo>
                    <a:pt x="9347647" y="1550354"/>
                  </a:lnTo>
                  <a:lnTo>
                    <a:pt x="9290209" y="1572975"/>
                  </a:lnTo>
                  <a:lnTo>
                    <a:pt x="9234484" y="1597715"/>
                  </a:lnTo>
                  <a:lnTo>
                    <a:pt x="9179877" y="1624610"/>
                  </a:lnTo>
                  <a:lnTo>
                    <a:pt x="9125940" y="1653636"/>
                  </a:lnTo>
                  <a:lnTo>
                    <a:pt x="9072346" y="1684703"/>
                  </a:lnTo>
                  <a:lnTo>
                    <a:pt x="9018870" y="1717649"/>
                  </a:lnTo>
                  <a:lnTo>
                    <a:pt x="8965371" y="1752239"/>
                  </a:lnTo>
                  <a:lnTo>
                    <a:pt x="8911783" y="1788168"/>
                  </a:lnTo>
                  <a:lnTo>
                    <a:pt x="8858094" y="1825074"/>
                  </a:lnTo>
                  <a:lnTo>
                    <a:pt x="8804334" y="1862546"/>
                  </a:lnTo>
                  <a:lnTo>
                    <a:pt x="8750557" y="1900147"/>
                  </a:lnTo>
                  <a:lnTo>
                    <a:pt x="8696821" y="1937435"/>
                  </a:lnTo>
                  <a:lnTo>
                    <a:pt x="8643173" y="1973982"/>
                  </a:lnTo>
                  <a:lnTo>
                    <a:pt x="8589626" y="2009395"/>
                  </a:lnTo>
                  <a:lnTo>
                    <a:pt x="8536149" y="2043333"/>
                  </a:lnTo>
                  <a:lnTo>
                    <a:pt x="8482645" y="2075521"/>
                  </a:lnTo>
                  <a:lnTo>
                    <a:pt x="8428941" y="2105754"/>
                  </a:lnTo>
                  <a:lnTo>
                    <a:pt x="8374771" y="2133900"/>
                  </a:lnTo>
                  <a:lnTo>
                    <a:pt x="8319761" y="2159897"/>
                  </a:lnTo>
                  <a:lnTo>
                    <a:pt x="8263404" y="2183747"/>
                  </a:lnTo>
                  <a:lnTo>
                    <a:pt x="8229629" y="2196699"/>
                  </a:lnTo>
                  <a:lnTo>
                    <a:pt x="8177812" y="2214656"/>
                  </a:lnTo>
                  <a:lnTo>
                    <a:pt x="8123550" y="2231057"/>
                  </a:lnTo>
                  <a:lnTo>
                    <a:pt x="8066163" y="2245957"/>
                  </a:lnTo>
                  <a:lnTo>
                    <a:pt x="8004901" y="2259461"/>
                  </a:lnTo>
                  <a:lnTo>
                    <a:pt x="7938990" y="2271699"/>
                  </a:lnTo>
                  <a:lnTo>
                    <a:pt x="7867669" y="2282800"/>
                  </a:lnTo>
                  <a:lnTo>
                    <a:pt x="7790244" y="2292890"/>
                  </a:lnTo>
                  <a:lnTo>
                    <a:pt x="7706157" y="2302077"/>
                  </a:lnTo>
                  <a:lnTo>
                    <a:pt x="7615075" y="2310451"/>
                  </a:lnTo>
                  <a:lnTo>
                    <a:pt x="7517007" y="2318082"/>
                  </a:lnTo>
                  <a:lnTo>
                    <a:pt x="7412444" y="2325017"/>
                  </a:lnTo>
                  <a:lnTo>
                    <a:pt x="7302504" y="2331282"/>
                  </a:lnTo>
                  <a:lnTo>
                    <a:pt x="7189058" y="2336886"/>
                  </a:lnTo>
                  <a:lnTo>
                    <a:pt x="7074783" y="2341821"/>
                  </a:lnTo>
                  <a:lnTo>
                    <a:pt x="6963101" y="2346073"/>
                  </a:lnTo>
                  <a:lnTo>
                    <a:pt x="6857946" y="2349631"/>
                  </a:lnTo>
                  <a:lnTo>
                    <a:pt x="6763340" y="2352495"/>
                  </a:lnTo>
                  <a:lnTo>
                    <a:pt x="6682841" y="2354689"/>
                  </a:lnTo>
                  <a:lnTo>
                    <a:pt x="6618953" y="2356265"/>
                  </a:lnTo>
                  <a:lnTo>
                    <a:pt x="6572657" y="2357302"/>
                  </a:lnTo>
                  <a:lnTo>
                    <a:pt x="6543162" y="2357905"/>
                  </a:lnTo>
                  <a:lnTo>
                    <a:pt x="6527919" y="2358190"/>
                  </a:lnTo>
                  <a:lnTo>
                    <a:pt x="6522812" y="2358278"/>
                  </a:lnTo>
                  <a:lnTo>
                    <a:pt x="6522385" y="2358285"/>
                  </a:lnTo>
                  <a:lnTo>
                    <a:pt x="5527445" y="2358285"/>
                  </a:lnTo>
                  <a:lnTo>
                    <a:pt x="5526351" y="2358242"/>
                  </a:lnTo>
                  <a:lnTo>
                    <a:pt x="5519126" y="2357933"/>
                  </a:lnTo>
                  <a:lnTo>
                    <a:pt x="5500799" y="2357081"/>
                  </a:lnTo>
                  <a:lnTo>
                    <a:pt x="5467745" y="2355401"/>
                  </a:lnTo>
                  <a:lnTo>
                    <a:pt x="5417898" y="2352623"/>
                  </a:lnTo>
                  <a:lnTo>
                    <a:pt x="5350899" y="2348515"/>
                  </a:lnTo>
                  <a:lnTo>
                    <a:pt x="5268054" y="2342902"/>
                  </a:lnTo>
                  <a:lnTo>
                    <a:pt x="5172050" y="2335677"/>
                  </a:lnTo>
                  <a:lnTo>
                    <a:pt x="5066471" y="2326797"/>
                  </a:lnTo>
                  <a:lnTo>
                    <a:pt x="4955237" y="2316266"/>
                  </a:lnTo>
                  <a:lnTo>
                    <a:pt x="4842092" y="2304116"/>
                  </a:lnTo>
                  <a:lnTo>
                    <a:pt x="4730241" y="2290378"/>
                  </a:lnTo>
                  <a:lnTo>
                    <a:pt x="4622156" y="2275064"/>
                  </a:lnTo>
                  <a:lnTo>
                    <a:pt x="4519532" y="2258150"/>
                  </a:lnTo>
                  <a:lnTo>
                    <a:pt x="4423363" y="2239568"/>
                  </a:lnTo>
                  <a:lnTo>
                    <a:pt x="4334056" y="2219199"/>
                  </a:lnTo>
                  <a:lnTo>
                    <a:pt x="4251575" y="2196873"/>
                  </a:lnTo>
                  <a:lnTo>
                    <a:pt x="4175570" y="2172373"/>
                  </a:lnTo>
                  <a:lnTo>
                    <a:pt x="4105484" y="2145438"/>
                  </a:lnTo>
                  <a:lnTo>
                    <a:pt x="4040636" y="2115776"/>
                  </a:lnTo>
                  <a:lnTo>
                    <a:pt x="3980288" y="2083075"/>
                  </a:lnTo>
                  <a:lnTo>
                    <a:pt x="3923689" y="2047036"/>
                  </a:lnTo>
                  <a:lnTo>
                    <a:pt x="3870117" y="2007413"/>
                  </a:lnTo>
                  <a:lnTo>
                    <a:pt x="3820202" y="1965237"/>
                  </a:lnTo>
                  <a:lnTo>
                    <a:pt x="3773060" y="1920595"/>
                  </a:lnTo>
                  <a:lnTo>
                    <a:pt x="3727146" y="1872522"/>
                  </a:lnTo>
                  <a:lnTo>
                    <a:pt x="3682110" y="1820949"/>
                  </a:lnTo>
                  <a:lnTo>
                    <a:pt x="3637673" y="1765869"/>
                  </a:lnTo>
                  <a:lnTo>
                    <a:pt x="3593615" y="1707344"/>
                  </a:lnTo>
                  <a:lnTo>
                    <a:pt x="3549768" y="1645512"/>
                  </a:lnTo>
                  <a:lnTo>
                    <a:pt x="3506010" y="1580588"/>
                  </a:lnTo>
                  <a:lnTo>
                    <a:pt x="3462256" y="1512869"/>
                  </a:lnTo>
                  <a:lnTo>
                    <a:pt x="3418456" y="1442726"/>
                  </a:lnTo>
                  <a:lnTo>
                    <a:pt x="3374588" y="1370605"/>
                  </a:lnTo>
                  <a:lnTo>
                    <a:pt x="3330654" y="1297010"/>
                  </a:lnTo>
                  <a:lnTo>
                    <a:pt x="3286673" y="1222490"/>
                  </a:lnTo>
                  <a:lnTo>
                    <a:pt x="3242672" y="1147628"/>
                  </a:lnTo>
                  <a:lnTo>
                    <a:pt x="3198685" y="1073015"/>
                  </a:lnTo>
                  <a:lnTo>
                    <a:pt x="3154742" y="999236"/>
                  </a:lnTo>
                  <a:lnTo>
                    <a:pt x="3110863" y="926847"/>
                  </a:lnTo>
                  <a:lnTo>
                    <a:pt x="3067053" y="856360"/>
                  </a:lnTo>
                  <a:lnTo>
                    <a:pt x="3023295" y="788231"/>
                  </a:lnTo>
                  <a:lnTo>
                    <a:pt x="2979542" y="722843"/>
                  </a:lnTo>
                  <a:lnTo>
                    <a:pt x="2935716" y="660505"/>
                  </a:lnTo>
                  <a:lnTo>
                    <a:pt x="2891702" y="601446"/>
                  </a:lnTo>
                  <a:lnTo>
                    <a:pt x="2847338" y="545815"/>
                  </a:lnTo>
                  <a:lnTo>
                    <a:pt x="2802413" y="493686"/>
                  </a:lnTo>
                  <a:lnTo>
                    <a:pt x="2756659" y="445062"/>
                  </a:lnTo>
                  <a:lnTo>
                    <a:pt x="2709739" y="399885"/>
                  </a:lnTo>
                  <a:lnTo>
                    <a:pt x="2702183" y="393047"/>
                  </a:lnTo>
                  <a:lnTo>
                    <a:pt x="2650928" y="349811"/>
                  </a:lnTo>
                  <a:lnTo>
                    <a:pt x="2597287" y="310282"/>
                  </a:lnTo>
                  <a:lnTo>
                    <a:pt x="2540602" y="274332"/>
                  </a:lnTo>
                  <a:lnTo>
                    <a:pt x="2480148" y="241713"/>
                  </a:lnTo>
                  <a:lnTo>
                    <a:pt x="2415175" y="212124"/>
                  </a:lnTo>
                  <a:lnTo>
                    <a:pt x="2344945" y="185255"/>
                  </a:lnTo>
                  <a:lnTo>
                    <a:pt x="2268781" y="160814"/>
                  </a:lnTo>
                  <a:lnTo>
                    <a:pt x="2186128" y="138541"/>
                  </a:lnTo>
                  <a:lnTo>
                    <a:pt x="2096644" y="118219"/>
                  </a:lnTo>
                  <a:lnTo>
                    <a:pt x="2000303" y="99681"/>
                  </a:lnTo>
                  <a:lnTo>
                    <a:pt x="1897524" y="82809"/>
                  </a:lnTo>
                  <a:lnTo>
                    <a:pt x="1789318" y="67535"/>
                  </a:lnTo>
                  <a:lnTo>
                    <a:pt x="1677400" y="53837"/>
                  </a:lnTo>
                  <a:lnTo>
                    <a:pt x="1564261" y="41728"/>
                  </a:lnTo>
                  <a:lnTo>
                    <a:pt x="1453123" y="31239"/>
                  </a:lnTo>
                  <a:lnTo>
                    <a:pt x="1347741" y="22402"/>
                  </a:lnTo>
                  <a:lnTo>
                    <a:pt x="1252032" y="15219"/>
                  </a:lnTo>
                  <a:lnTo>
                    <a:pt x="1169564" y="9646"/>
                  </a:lnTo>
                  <a:lnTo>
                    <a:pt x="1102994" y="5575"/>
                  </a:lnTo>
                  <a:lnTo>
                    <a:pt x="1053589" y="2828"/>
                  </a:lnTo>
                  <a:lnTo>
                    <a:pt x="1020946" y="1173"/>
                  </a:lnTo>
                  <a:lnTo>
                    <a:pt x="1002954" y="338"/>
                  </a:lnTo>
                  <a:lnTo>
                    <a:pt x="995953" y="4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7" name="pg536"/>
            <p:cNvSpPr/>
            <p:nvPr/>
          </p:nvSpPr>
          <p:spPr>
            <a:xfrm>
              <a:off x="1199187" y="3657798"/>
              <a:ext cx="12049831" cy="2368766"/>
            </a:xfrm>
            <a:custGeom>
              <a:avLst/>
              <a:pathLst>
                <a:path w="12049831" h="2368766">
                  <a:moveTo>
                    <a:pt x="0" y="5240"/>
                  </a:moveTo>
                  <a:lnTo>
                    <a:pt x="994940" y="5240"/>
                  </a:lnTo>
                  <a:lnTo>
                    <a:pt x="996034" y="5284"/>
                  </a:lnTo>
                  <a:lnTo>
                    <a:pt x="1003257" y="5593"/>
                  </a:lnTo>
                  <a:lnTo>
                    <a:pt x="1021582" y="6447"/>
                  </a:lnTo>
                  <a:lnTo>
                    <a:pt x="1054631" y="8130"/>
                  </a:lnTo>
                  <a:lnTo>
                    <a:pt x="1104470" y="10914"/>
                  </a:lnTo>
                  <a:lnTo>
                    <a:pt x="1171461" y="15030"/>
                  </a:lnTo>
                  <a:lnTo>
                    <a:pt x="1254296" y="20654"/>
                  </a:lnTo>
                  <a:lnTo>
                    <a:pt x="1350289" y="27894"/>
                  </a:lnTo>
                  <a:lnTo>
                    <a:pt x="1455859" y="36793"/>
                  </a:lnTo>
                  <a:lnTo>
                    <a:pt x="1567085" y="47346"/>
                  </a:lnTo>
                  <a:lnTo>
                    <a:pt x="1680224" y="59521"/>
                  </a:lnTo>
                  <a:lnTo>
                    <a:pt x="1792070" y="73288"/>
                  </a:lnTo>
                  <a:lnTo>
                    <a:pt x="1900153" y="88634"/>
                  </a:lnTo>
                  <a:lnTo>
                    <a:pt x="2002775" y="105583"/>
                  </a:lnTo>
                  <a:lnTo>
                    <a:pt x="2098944" y="124204"/>
                  </a:lnTo>
                  <a:lnTo>
                    <a:pt x="2188252" y="144616"/>
                  </a:lnTo>
                  <a:lnTo>
                    <a:pt x="2270734" y="166989"/>
                  </a:lnTo>
                  <a:lnTo>
                    <a:pt x="2346741" y="191540"/>
                  </a:lnTo>
                  <a:lnTo>
                    <a:pt x="2416829" y="218530"/>
                  </a:lnTo>
                  <a:lnTo>
                    <a:pt x="2481679" y="248253"/>
                  </a:lnTo>
                  <a:lnTo>
                    <a:pt x="2542028" y="281021"/>
                  </a:lnTo>
                  <a:lnTo>
                    <a:pt x="2598628" y="317134"/>
                  </a:lnTo>
                  <a:lnTo>
                    <a:pt x="2652200" y="356838"/>
                  </a:lnTo>
                  <a:lnTo>
                    <a:pt x="2702183" y="399161"/>
                  </a:lnTo>
                  <a:lnTo>
                    <a:pt x="2749291" y="443868"/>
                  </a:lnTo>
                  <a:lnTo>
                    <a:pt x="2795172" y="492009"/>
                  </a:lnTo>
                  <a:lnTo>
                    <a:pt x="2840176" y="543652"/>
                  </a:lnTo>
                  <a:lnTo>
                    <a:pt x="2884582" y="598805"/>
                  </a:lnTo>
                  <a:lnTo>
                    <a:pt x="2928608" y="657405"/>
                  </a:lnTo>
                  <a:lnTo>
                    <a:pt x="2972423" y="719316"/>
                  </a:lnTo>
                  <a:lnTo>
                    <a:pt x="3016149" y="784322"/>
                  </a:lnTo>
                  <a:lnTo>
                    <a:pt x="3059871" y="852127"/>
                  </a:lnTo>
                  <a:lnTo>
                    <a:pt x="3103638" y="922360"/>
                  </a:lnTo>
                  <a:lnTo>
                    <a:pt x="3147473" y="994575"/>
                  </a:lnTo>
                  <a:lnTo>
                    <a:pt x="3191374" y="1068271"/>
                  </a:lnTo>
                  <a:lnTo>
                    <a:pt x="3235323" y="1142895"/>
                  </a:lnTo>
                  <a:lnTo>
                    <a:pt x="3279291" y="1217868"/>
                  </a:lnTo>
                  <a:lnTo>
                    <a:pt x="3323246" y="1292597"/>
                  </a:lnTo>
                  <a:lnTo>
                    <a:pt x="3367157" y="1366498"/>
                  </a:lnTo>
                  <a:lnTo>
                    <a:pt x="3411004" y="1439014"/>
                  </a:lnTo>
                  <a:lnTo>
                    <a:pt x="3454783" y="1509631"/>
                  </a:lnTo>
                  <a:lnTo>
                    <a:pt x="3498510" y="1577894"/>
                  </a:lnTo>
                  <a:lnTo>
                    <a:pt x="3542230" y="1643419"/>
                  </a:lnTo>
                  <a:lnTo>
                    <a:pt x="3586021" y="1705895"/>
                  </a:lnTo>
                  <a:lnTo>
                    <a:pt x="3630000" y="1765092"/>
                  </a:lnTo>
                  <a:lnTo>
                    <a:pt x="3674324" y="1820861"/>
                  </a:lnTo>
                  <a:lnTo>
                    <a:pt x="3719204" y="1873126"/>
                  </a:lnTo>
                  <a:lnTo>
                    <a:pt x="3764907" y="1921882"/>
                  </a:lnTo>
                  <a:lnTo>
                    <a:pt x="3811768" y="1967188"/>
                  </a:lnTo>
                  <a:lnTo>
                    <a:pt x="3820202" y="1974845"/>
                  </a:lnTo>
                  <a:lnTo>
                    <a:pt x="3871454" y="2018175"/>
                  </a:lnTo>
                  <a:lnTo>
                    <a:pt x="3925092" y="2057790"/>
                  </a:lnTo>
                  <a:lnTo>
                    <a:pt x="3981774" y="2093818"/>
                  </a:lnTo>
                  <a:lnTo>
                    <a:pt x="4042223" y="2126509"/>
                  </a:lnTo>
                  <a:lnTo>
                    <a:pt x="4107191" y="2156162"/>
                  </a:lnTo>
                  <a:lnTo>
                    <a:pt x="4177415" y="2183090"/>
                  </a:lnTo>
                  <a:lnTo>
                    <a:pt x="4253573" y="2207585"/>
                  </a:lnTo>
                  <a:lnTo>
                    <a:pt x="4336218" y="2229908"/>
                  </a:lnTo>
                  <a:lnTo>
                    <a:pt x="4425694" y="2250274"/>
                  </a:lnTo>
                  <a:lnTo>
                    <a:pt x="4522027" y="2268854"/>
                  </a:lnTo>
                  <a:lnTo>
                    <a:pt x="4624795" y="2285763"/>
                  </a:lnTo>
                  <a:lnTo>
                    <a:pt x="4732993" y="2301071"/>
                  </a:lnTo>
                  <a:lnTo>
                    <a:pt x="4844902" y="2314799"/>
                  </a:lnTo>
                  <a:lnTo>
                    <a:pt x="4958035" y="2326936"/>
                  </a:lnTo>
                  <a:lnTo>
                    <a:pt x="5069170" y="2337449"/>
                  </a:lnTo>
                  <a:lnTo>
                    <a:pt x="5174554" y="2346307"/>
                  </a:lnTo>
                  <a:lnTo>
                    <a:pt x="5270268" y="2353507"/>
                  </a:lnTo>
                  <a:lnTo>
                    <a:pt x="5352745" y="2359093"/>
                  </a:lnTo>
                  <a:lnTo>
                    <a:pt x="5419329" y="2363175"/>
                  </a:lnTo>
                  <a:lnTo>
                    <a:pt x="5468750" y="2365929"/>
                  </a:lnTo>
                  <a:lnTo>
                    <a:pt x="5501410" y="2367589"/>
                  </a:lnTo>
                  <a:lnTo>
                    <a:pt x="5519417" y="2368426"/>
                  </a:lnTo>
                  <a:lnTo>
                    <a:pt x="5526428" y="2368726"/>
                  </a:lnTo>
                  <a:lnTo>
                    <a:pt x="5527445" y="2368766"/>
                  </a:lnTo>
                  <a:lnTo>
                    <a:pt x="6522385" y="2368766"/>
                  </a:lnTo>
                  <a:lnTo>
                    <a:pt x="6523519" y="2368754"/>
                  </a:lnTo>
                  <a:lnTo>
                    <a:pt x="6530999" y="2368671"/>
                  </a:lnTo>
                  <a:lnTo>
                    <a:pt x="6549956" y="2368441"/>
                  </a:lnTo>
                  <a:lnTo>
                    <a:pt x="6584100" y="2367988"/>
                  </a:lnTo>
                  <a:lnTo>
                    <a:pt x="6635501" y="2367240"/>
                  </a:lnTo>
                  <a:lnTo>
                    <a:pt x="6704434" y="2366134"/>
                  </a:lnTo>
                  <a:lnTo>
                    <a:pt x="6789437" y="2364624"/>
                  </a:lnTo>
                  <a:lnTo>
                    <a:pt x="6887635" y="2362684"/>
                  </a:lnTo>
                  <a:lnTo>
                    <a:pt x="6995259" y="2360302"/>
                  </a:lnTo>
                  <a:lnTo>
                    <a:pt x="7108241" y="2357482"/>
                  </a:lnTo>
                  <a:lnTo>
                    <a:pt x="7222750" y="2354231"/>
                  </a:lnTo>
                  <a:lnTo>
                    <a:pt x="7335553" y="2350558"/>
                  </a:lnTo>
                  <a:lnTo>
                    <a:pt x="7444199" y="2346465"/>
                  </a:lnTo>
                  <a:lnTo>
                    <a:pt x="7547047" y="2341945"/>
                  </a:lnTo>
                  <a:lnTo>
                    <a:pt x="7643177" y="2336975"/>
                  </a:lnTo>
                  <a:lnTo>
                    <a:pt x="7732255" y="2331522"/>
                  </a:lnTo>
                  <a:lnTo>
                    <a:pt x="7814389" y="2325538"/>
                  </a:lnTo>
                  <a:lnTo>
                    <a:pt x="7889994" y="2318961"/>
                  </a:lnTo>
                  <a:lnTo>
                    <a:pt x="7959680" y="2311720"/>
                  </a:lnTo>
                  <a:lnTo>
                    <a:pt x="8024170" y="2303733"/>
                  </a:lnTo>
                  <a:lnTo>
                    <a:pt x="8084238" y="2294918"/>
                  </a:lnTo>
                  <a:lnTo>
                    <a:pt x="8140657" y="2285194"/>
                  </a:lnTo>
                  <a:lnTo>
                    <a:pt x="8194163" y="2274504"/>
                  </a:lnTo>
                  <a:lnTo>
                    <a:pt x="8229629" y="2266574"/>
                  </a:lnTo>
                  <a:lnTo>
                    <a:pt x="8289412" y="2251644"/>
                  </a:lnTo>
                  <a:lnTo>
                    <a:pt x="8347367" y="2235259"/>
                  </a:lnTo>
                  <a:lnTo>
                    <a:pt x="8404153" y="2217396"/>
                  </a:lnTo>
                  <a:lnTo>
                    <a:pt x="8460262" y="2198076"/>
                  </a:lnTo>
                  <a:lnTo>
                    <a:pt x="8516047" y="2177371"/>
                  </a:lnTo>
                  <a:lnTo>
                    <a:pt x="8571741" y="2155406"/>
                  </a:lnTo>
                  <a:lnTo>
                    <a:pt x="8627484" y="2132362"/>
                  </a:lnTo>
                  <a:lnTo>
                    <a:pt x="8683334" y="2108468"/>
                  </a:lnTo>
                  <a:lnTo>
                    <a:pt x="8739285" y="2083995"/>
                  </a:lnTo>
                  <a:lnTo>
                    <a:pt x="8795293" y="2059244"/>
                  </a:lnTo>
                  <a:lnTo>
                    <a:pt x="8851294" y="2034531"/>
                  </a:lnTo>
                  <a:lnTo>
                    <a:pt x="8907224" y="2010169"/>
                  </a:lnTo>
                  <a:lnTo>
                    <a:pt x="8963046" y="1986454"/>
                  </a:lnTo>
                  <a:lnTo>
                    <a:pt x="9018770" y="1963647"/>
                  </a:lnTo>
                  <a:lnTo>
                    <a:pt x="9074470" y="1941968"/>
                  </a:lnTo>
                  <a:lnTo>
                    <a:pt x="9130306" y="1921583"/>
                  </a:lnTo>
                  <a:lnTo>
                    <a:pt x="9186540" y="1902604"/>
                  </a:lnTo>
                  <a:lnTo>
                    <a:pt x="9243553" y="1885092"/>
                  </a:lnTo>
                  <a:lnTo>
                    <a:pt x="9301875" y="1869057"/>
                  </a:lnTo>
                  <a:lnTo>
                    <a:pt x="9347647" y="1857804"/>
                  </a:lnTo>
                  <a:lnTo>
                    <a:pt x="9399536" y="1846433"/>
                  </a:lnTo>
                  <a:lnTo>
                    <a:pt x="9453876" y="1836049"/>
                  </a:lnTo>
                  <a:lnTo>
                    <a:pt x="9511351" y="1826616"/>
                  </a:lnTo>
                  <a:lnTo>
                    <a:pt x="9572715" y="1818068"/>
                  </a:lnTo>
                  <a:lnTo>
                    <a:pt x="9638745" y="1810323"/>
                  </a:lnTo>
                  <a:lnTo>
                    <a:pt x="9710203" y="1803297"/>
                  </a:lnTo>
                  <a:lnTo>
                    <a:pt x="9787787" y="1796913"/>
                  </a:lnTo>
                  <a:lnTo>
                    <a:pt x="9872056" y="1791100"/>
                  </a:lnTo>
                  <a:lnTo>
                    <a:pt x="9963340" y="1785803"/>
                  </a:lnTo>
                  <a:lnTo>
                    <a:pt x="10061626" y="1780976"/>
                  </a:lnTo>
                  <a:lnTo>
                    <a:pt x="10166413" y="1776590"/>
                  </a:lnTo>
                  <a:lnTo>
                    <a:pt x="10276570" y="1772629"/>
                  </a:lnTo>
                  <a:lnTo>
                    <a:pt x="10390206" y="1769087"/>
                  </a:lnTo>
                  <a:lnTo>
                    <a:pt x="10504619" y="1765970"/>
                  </a:lnTo>
                  <a:lnTo>
                    <a:pt x="10616361" y="1763286"/>
                  </a:lnTo>
                  <a:lnTo>
                    <a:pt x="10721478" y="1761042"/>
                  </a:lnTo>
                  <a:lnTo>
                    <a:pt x="10815934" y="1759238"/>
                  </a:lnTo>
                  <a:lnTo>
                    <a:pt x="10896175" y="1757858"/>
                  </a:lnTo>
                  <a:lnTo>
                    <a:pt x="10959717" y="1756869"/>
                  </a:lnTo>
                  <a:lnTo>
                    <a:pt x="11005619" y="1756220"/>
                  </a:lnTo>
                  <a:lnTo>
                    <a:pt x="11034721" y="1755845"/>
                  </a:lnTo>
                  <a:lnTo>
                    <a:pt x="11049628" y="1755669"/>
                  </a:lnTo>
                  <a:lnTo>
                    <a:pt x="11054516" y="1755616"/>
                  </a:lnTo>
                  <a:lnTo>
                    <a:pt x="11054891" y="1755612"/>
                  </a:lnTo>
                  <a:lnTo>
                    <a:pt x="12049831" y="1755612"/>
                  </a:lnTo>
                  <a:lnTo>
                    <a:pt x="12049831" y="1750371"/>
                  </a:lnTo>
                  <a:lnTo>
                    <a:pt x="11054891" y="1750371"/>
                  </a:lnTo>
                  <a:lnTo>
                    <a:pt x="11053758" y="1750383"/>
                  </a:lnTo>
                  <a:lnTo>
                    <a:pt x="11046277" y="1750466"/>
                  </a:lnTo>
                  <a:lnTo>
                    <a:pt x="11027320" y="1750696"/>
                  </a:lnTo>
                  <a:lnTo>
                    <a:pt x="10993176" y="1751149"/>
                  </a:lnTo>
                  <a:lnTo>
                    <a:pt x="10941776" y="1751898"/>
                  </a:lnTo>
                  <a:lnTo>
                    <a:pt x="10872843" y="1753004"/>
                  </a:lnTo>
                  <a:lnTo>
                    <a:pt x="10787839" y="1754513"/>
                  </a:lnTo>
                  <a:lnTo>
                    <a:pt x="10689641" y="1756454"/>
                  </a:lnTo>
                  <a:lnTo>
                    <a:pt x="10582018" y="1758835"/>
                  </a:lnTo>
                  <a:lnTo>
                    <a:pt x="10469035" y="1761656"/>
                  </a:lnTo>
                  <a:lnTo>
                    <a:pt x="10354526" y="1764907"/>
                  </a:lnTo>
                  <a:lnTo>
                    <a:pt x="10241724" y="1768579"/>
                  </a:lnTo>
                  <a:lnTo>
                    <a:pt x="10133077" y="1772672"/>
                  </a:lnTo>
                  <a:lnTo>
                    <a:pt x="10030229" y="1777193"/>
                  </a:lnTo>
                  <a:lnTo>
                    <a:pt x="9934100" y="1782162"/>
                  </a:lnTo>
                  <a:lnTo>
                    <a:pt x="9845022" y="1787615"/>
                  </a:lnTo>
                  <a:lnTo>
                    <a:pt x="9762887" y="1793599"/>
                  </a:lnTo>
                  <a:lnTo>
                    <a:pt x="9687282" y="1800176"/>
                  </a:lnTo>
                  <a:lnTo>
                    <a:pt x="9617596" y="1807417"/>
                  </a:lnTo>
                  <a:lnTo>
                    <a:pt x="9553106" y="1815404"/>
                  </a:lnTo>
                  <a:lnTo>
                    <a:pt x="9493038" y="1824220"/>
                  </a:lnTo>
                  <a:lnTo>
                    <a:pt x="9436619" y="1833943"/>
                  </a:lnTo>
                  <a:lnTo>
                    <a:pt x="9383113" y="1844634"/>
                  </a:lnTo>
                  <a:lnTo>
                    <a:pt x="9347647" y="1852564"/>
                  </a:lnTo>
                  <a:lnTo>
                    <a:pt x="9287864" y="1867494"/>
                  </a:lnTo>
                  <a:lnTo>
                    <a:pt x="9229910" y="1883879"/>
                  </a:lnTo>
                  <a:lnTo>
                    <a:pt x="9173123" y="1901742"/>
                  </a:lnTo>
                  <a:lnTo>
                    <a:pt x="9117014" y="1921062"/>
                  </a:lnTo>
                  <a:lnTo>
                    <a:pt x="9061230" y="1941767"/>
                  </a:lnTo>
                  <a:lnTo>
                    <a:pt x="9005535" y="1963731"/>
                  </a:lnTo>
                  <a:lnTo>
                    <a:pt x="8949792" y="1986775"/>
                  </a:lnTo>
                  <a:lnTo>
                    <a:pt x="8893943" y="2010669"/>
                  </a:lnTo>
                  <a:lnTo>
                    <a:pt x="8837992" y="2035142"/>
                  </a:lnTo>
                  <a:lnTo>
                    <a:pt x="8781983" y="2059893"/>
                  </a:lnTo>
                  <a:lnTo>
                    <a:pt x="8725983" y="2084606"/>
                  </a:lnTo>
                  <a:lnTo>
                    <a:pt x="8670053" y="2108968"/>
                  </a:lnTo>
                  <a:lnTo>
                    <a:pt x="8614230" y="2132684"/>
                  </a:lnTo>
                  <a:lnTo>
                    <a:pt x="8558507" y="2155490"/>
                  </a:lnTo>
                  <a:lnTo>
                    <a:pt x="8502807" y="2177169"/>
                  </a:lnTo>
                  <a:lnTo>
                    <a:pt x="8446970" y="2197555"/>
                  </a:lnTo>
                  <a:lnTo>
                    <a:pt x="8390737" y="2216533"/>
                  </a:lnTo>
                  <a:lnTo>
                    <a:pt x="8333723" y="2234045"/>
                  </a:lnTo>
                  <a:lnTo>
                    <a:pt x="8275401" y="2250081"/>
                  </a:lnTo>
                  <a:lnTo>
                    <a:pt x="8229629" y="2261333"/>
                  </a:lnTo>
                  <a:lnTo>
                    <a:pt x="8177741" y="2272705"/>
                  </a:lnTo>
                  <a:lnTo>
                    <a:pt x="8123401" y="2283089"/>
                  </a:lnTo>
                  <a:lnTo>
                    <a:pt x="8065925" y="2292521"/>
                  </a:lnTo>
                  <a:lnTo>
                    <a:pt x="8004562" y="2301070"/>
                  </a:lnTo>
                  <a:lnTo>
                    <a:pt x="7938532" y="2308815"/>
                  </a:lnTo>
                  <a:lnTo>
                    <a:pt x="7867073" y="2315840"/>
                  </a:lnTo>
                  <a:lnTo>
                    <a:pt x="7789489" y="2322225"/>
                  </a:lnTo>
                  <a:lnTo>
                    <a:pt x="7705221" y="2328037"/>
                  </a:lnTo>
                  <a:lnTo>
                    <a:pt x="7613937" y="2333335"/>
                  </a:lnTo>
                  <a:lnTo>
                    <a:pt x="7515651" y="2338161"/>
                  </a:lnTo>
                  <a:lnTo>
                    <a:pt x="7410863" y="2342547"/>
                  </a:lnTo>
                  <a:lnTo>
                    <a:pt x="7300707" y="2346508"/>
                  </a:lnTo>
                  <a:lnTo>
                    <a:pt x="7187071" y="2350050"/>
                  </a:lnTo>
                  <a:lnTo>
                    <a:pt x="7072658" y="2353168"/>
                  </a:lnTo>
                  <a:lnTo>
                    <a:pt x="6960916" y="2355852"/>
                  </a:lnTo>
                  <a:lnTo>
                    <a:pt x="6855799" y="2358096"/>
                  </a:lnTo>
                  <a:lnTo>
                    <a:pt x="6761343" y="2359900"/>
                  </a:lnTo>
                  <a:lnTo>
                    <a:pt x="6681102" y="2361280"/>
                  </a:lnTo>
                  <a:lnTo>
                    <a:pt x="6617560" y="2362268"/>
                  </a:lnTo>
                  <a:lnTo>
                    <a:pt x="6571658" y="2362918"/>
                  </a:lnTo>
                  <a:lnTo>
                    <a:pt x="6542556" y="2363293"/>
                  </a:lnTo>
                  <a:lnTo>
                    <a:pt x="6527648" y="2363469"/>
                  </a:lnTo>
                  <a:lnTo>
                    <a:pt x="6522761" y="2363522"/>
                  </a:lnTo>
                  <a:lnTo>
                    <a:pt x="6522385" y="2363525"/>
                  </a:lnTo>
                  <a:lnTo>
                    <a:pt x="5527445" y="2363525"/>
                  </a:lnTo>
                  <a:lnTo>
                    <a:pt x="5526351" y="2363482"/>
                  </a:lnTo>
                  <a:lnTo>
                    <a:pt x="5519128" y="2363173"/>
                  </a:lnTo>
                  <a:lnTo>
                    <a:pt x="5500803" y="2362319"/>
                  </a:lnTo>
                  <a:lnTo>
                    <a:pt x="5467754" y="2360635"/>
                  </a:lnTo>
                  <a:lnTo>
                    <a:pt x="5417915" y="2357852"/>
                  </a:lnTo>
                  <a:lnTo>
                    <a:pt x="5350924" y="2353735"/>
                  </a:lnTo>
                  <a:lnTo>
                    <a:pt x="5268089" y="2348111"/>
                  </a:lnTo>
                  <a:lnTo>
                    <a:pt x="5172096" y="2340871"/>
                  </a:lnTo>
                  <a:lnTo>
                    <a:pt x="5066526" y="2331972"/>
                  </a:lnTo>
                  <a:lnTo>
                    <a:pt x="4955300" y="2321420"/>
                  </a:lnTo>
                  <a:lnTo>
                    <a:pt x="4842161" y="2309244"/>
                  </a:lnTo>
                  <a:lnTo>
                    <a:pt x="4730315" y="2295477"/>
                  </a:lnTo>
                  <a:lnTo>
                    <a:pt x="4622232" y="2280131"/>
                  </a:lnTo>
                  <a:lnTo>
                    <a:pt x="4519610" y="2263182"/>
                  </a:lnTo>
                  <a:lnTo>
                    <a:pt x="4423441" y="2244561"/>
                  </a:lnTo>
                  <a:lnTo>
                    <a:pt x="4334133" y="2224149"/>
                  </a:lnTo>
                  <a:lnTo>
                    <a:pt x="4251651" y="2201777"/>
                  </a:lnTo>
                  <a:lnTo>
                    <a:pt x="4175644" y="2177226"/>
                  </a:lnTo>
                  <a:lnTo>
                    <a:pt x="4105555" y="2150236"/>
                  </a:lnTo>
                  <a:lnTo>
                    <a:pt x="4040706" y="2120512"/>
                  </a:lnTo>
                  <a:lnTo>
                    <a:pt x="3980357" y="2087744"/>
                  </a:lnTo>
                  <a:lnTo>
                    <a:pt x="3923757" y="2051632"/>
                  </a:lnTo>
                  <a:lnTo>
                    <a:pt x="3870185" y="2011928"/>
                  </a:lnTo>
                  <a:lnTo>
                    <a:pt x="3820202" y="1969604"/>
                  </a:lnTo>
                  <a:lnTo>
                    <a:pt x="3773094" y="1924897"/>
                  </a:lnTo>
                  <a:lnTo>
                    <a:pt x="3727213" y="1876757"/>
                  </a:lnTo>
                  <a:lnTo>
                    <a:pt x="3682209" y="1825114"/>
                  </a:lnTo>
                  <a:lnTo>
                    <a:pt x="3637803" y="1769961"/>
                  </a:lnTo>
                  <a:lnTo>
                    <a:pt x="3593777" y="1711361"/>
                  </a:lnTo>
                  <a:lnTo>
                    <a:pt x="3549962" y="1649450"/>
                  </a:lnTo>
                  <a:lnTo>
                    <a:pt x="3506236" y="1584444"/>
                  </a:lnTo>
                  <a:lnTo>
                    <a:pt x="3462514" y="1516638"/>
                  </a:lnTo>
                  <a:lnTo>
                    <a:pt x="3418747" y="1446406"/>
                  </a:lnTo>
                  <a:lnTo>
                    <a:pt x="3374912" y="1374190"/>
                  </a:lnTo>
                  <a:lnTo>
                    <a:pt x="3331011" y="1300495"/>
                  </a:lnTo>
                  <a:lnTo>
                    <a:pt x="3287062" y="1225870"/>
                  </a:lnTo>
                  <a:lnTo>
                    <a:pt x="3243094" y="1150897"/>
                  </a:lnTo>
                  <a:lnTo>
                    <a:pt x="3199139" y="1076169"/>
                  </a:lnTo>
                  <a:lnTo>
                    <a:pt x="3155228" y="1002268"/>
                  </a:lnTo>
                  <a:lnTo>
                    <a:pt x="3111381" y="929752"/>
                  </a:lnTo>
                  <a:lnTo>
                    <a:pt x="3067602" y="859135"/>
                  </a:lnTo>
                  <a:lnTo>
                    <a:pt x="3023875" y="790871"/>
                  </a:lnTo>
                  <a:lnTo>
                    <a:pt x="2980155" y="725347"/>
                  </a:lnTo>
                  <a:lnTo>
                    <a:pt x="2936364" y="662871"/>
                  </a:lnTo>
                  <a:lnTo>
                    <a:pt x="2892385" y="603673"/>
                  </a:lnTo>
                  <a:lnTo>
                    <a:pt x="2848061" y="547905"/>
                  </a:lnTo>
                  <a:lnTo>
                    <a:pt x="2803181" y="495640"/>
                  </a:lnTo>
                  <a:lnTo>
                    <a:pt x="2757478" y="446884"/>
                  </a:lnTo>
                  <a:lnTo>
                    <a:pt x="2710617" y="401577"/>
                  </a:lnTo>
                  <a:lnTo>
                    <a:pt x="2702183" y="393920"/>
                  </a:lnTo>
                  <a:lnTo>
                    <a:pt x="2650931" y="350590"/>
                  </a:lnTo>
                  <a:lnTo>
                    <a:pt x="2597293" y="310975"/>
                  </a:lnTo>
                  <a:lnTo>
                    <a:pt x="2540611" y="274947"/>
                  </a:lnTo>
                  <a:lnTo>
                    <a:pt x="2480162" y="242257"/>
                  </a:lnTo>
                  <a:lnTo>
                    <a:pt x="2415194" y="212603"/>
                  </a:lnTo>
                  <a:lnTo>
                    <a:pt x="2344970" y="185676"/>
                  </a:lnTo>
                  <a:lnTo>
                    <a:pt x="2268812" y="161181"/>
                  </a:lnTo>
                  <a:lnTo>
                    <a:pt x="2186167" y="138858"/>
                  </a:lnTo>
                  <a:lnTo>
                    <a:pt x="2096691" y="118491"/>
                  </a:lnTo>
                  <a:lnTo>
                    <a:pt x="2000358" y="99912"/>
                  </a:lnTo>
                  <a:lnTo>
                    <a:pt x="1897590" y="83002"/>
                  </a:lnTo>
                  <a:lnTo>
                    <a:pt x="1789392" y="67695"/>
                  </a:lnTo>
                  <a:lnTo>
                    <a:pt x="1677483" y="53966"/>
                  </a:lnTo>
                  <a:lnTo>
                    <a:pt x="1564350" y="41830"/>
                  </a:lnTo>
                  <a:lnTo>
                    <a:pt x="1453215" y="31317"/>
                  </a:lnTo>
                  <a:lnTo>
                    <a:pt x="1347831" y="22458"/>
                  </a:lnTo>
                  <a:lnTo>
                    <a:pt x="1252117" y="15259"/>
                  </a:lnTo>
                  <a:lnTo>
                    <a:pt x="1169640" y="9672"/>
                  </a:lnTo>
                  <a:lnTo>
                    <a:pt x="1103056" y="5591"/>
                  </a:lnTo>
                  <a:lnTo>
                    <a:pt x="1053635" y="2837"/>
                  </a:lnTo>
                  <a:lnTo>
                    <a:pt x="1020975" y="1177"/>
                  </a:lnTo>
                  <a:lnTo>
                    <a:pt x="1002968" y="339"/>
                  </a:lnTo>
                  <a:lnTo>
                    <a:pt x="995957" y="4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38" name="pl537"/>
            <p:cNvSpPr/>
            <p:nvPr/>
          </p:nvSpPr>
          <p:spPr>
            <a:xfrm>
              <a:off x="1199187" y="3663038"/>
              <a:ext cx="12049831" cy="2363525"/>
            </a:xfrm>
            <a:custGeom>
              <a:avLst/>
              <a:pathLst>
                <a:path w="12049831" h="2363525">
                  <a:moveTo>
                    <a:pt x="0" y="0"/>
                  </a:moveTo>
                  <a:lnTo>
                    <a:pt x="994940" y="0"/>
                  </a:lnTo>
                  <a:lnTo>
                    <a:pt x="996034" y="43"/>
                  </a:lnTo>
                  <a:lnTo>
                    <a:pt x="1003257" y="352"/>
                  </a:lnTo>
                  <a:lnTo>
                    <a:pt x="1021582" y="1206"/>
                  </a:lnTo>
                  <a:lnTo>
                    <a:pt x="1054631" y="2890"/>
                  </a:lnTo>
                  <a:lnTo>
                    <a:pt x="1104470" y="5673"/>
                  </a:lnTo>
                  <a:lnTo>
                    <a:pt x="1171461" y="9789"/>
                  </a:lnTo>
                  <a:lnTo>
                    <a:pt x="1254296" y="15414"/>
                  </a:lnTo>
                  <a:lnTo>
                    <a:pt x="1350289" y="22654"/>
                  </a:lnTo>
                  <a:lnTo>
                    <a:pt x="1455859" y="31552"/>
                  </a:lnTo>
                  <a:lnTo>
                    <a:pt x="1567085" y="42105"/>
                  </a:lnTo>
                  <a:lnTo>
                    <a:pt x="1680224" y="54281"/>
                  </a:lnTo>
                  <a:lnTo>
                    <a:pt x="1792070" y="68047"/>
                  </a:lnTo>
                  <a:lnTo>
                    <a:pt x="1900153" y="83394"/>
                  </a:lnTo>
                  <a:lnTo>
                    <a:pt x="2002775" y="100343"/>
                  </a:lnTo>
                  <a:lnTo>
                    <a:pt x="2098944" y="118964"/>
                  </a:lnTo>
                  <a:lnTo>
                    <a:pt x="2188252" y="139376"/>
                  </a:lnTo>
                  <a:lnTo>
                    <a:pt x="2270734" y="161748"/>
                  </a:lnTo>
                  <a:lnTo>
                    <a:pt x="2346741" y="186299"/>
                  </a:lnTo>
                  <a:lnTo>
                    <a:pt x="2416829" y="213289"/>
                  </a:lnTo>
                  <a:lnTo>
                    <a:pt x="2481679" y="243013"/>
                  </a:lnTo>
                  <a:lnTo>
                    <a:pt x="2542028" y="275781"/>
                  </a:lnTo>
                  <a:lnTo>
                    <a:pt x="2598628" y="311893"/>
                  </a:lnTo>
                  <a:lnTo>
                    <a:pt x="2652200" y="351597"/>
                  </a:lnTo>
                  <a:lnTo>
                    <a:pt x="2702183" y="393920"/>
                  </a:lnTo>
                  <a:lnTo>
                    <a:pt x="2749291" y="438628"/>
                  </a:lnTo>
                  <a:lnTo>
                    <a:pt x="2795172" y="486768"/>
                  </a:lnTo>
                  <a:lnTo>
                    <a:pt x="2840176" y="538411"/>
                  </a:lnTo>
                  <a:lnTo>
                    <a:pt x="2884582" y="593564"/>
                  </a:lnTo>
                  <a:lnTo>
                    <a:pt x="2928608" y="652164"/>
                  </a:lnTo>
                  <a:lnTo>
                    <a:pt x="2972423" y="714075"/>
                  </a:lnTo>
                  <a:lnTo>
                    <a:pt x="3016149" y="779081"/>
                  </a:lnTo>
                  <a:lnTo>
                    <a:pt x="3059871" y="846887"/>
                  </a:lnTo>
                  <a:lnTo>
                    <a:pt x="3103638" y="917119"/>
                  </a:lnTo>
                  <a:lnTo>
                    <a:pt x="3147473" y="989335"/>
                  </a:lnTo>
                  <a:lnTo>
                    <a:pt x="3191374" y="1063030"/>
                  </a:lnTo>
                  <a:lnTo>
                    <a:pt x="3235323" y="1137655"/>
                  </a:lnTo>
                  <a:lnTo>
                    <a:pt x="3279291" y="1212628"/>
                  </a:lnTo>
                  <a:lnTo>
                    <a:pt x="3323246" y="1287356"/>
                  </a:lnTo>
                  <a:lnTo>
                    <a:pt x="3367157" y="1361257"/>
                  </a:lnTo>
                  <a:lnTo>
                    <a:pt x="3411004" y="1433773"/>
                  </a:lnTo>
                  <a:lnTo>
                    <a:pt x="3454783" y="1504390"/>
                  </a:lnTo>
                  <a:lnTo>
                    <a:pt x="3498510" y="1572654"/>
                  </a:lnTo>
                  <a:lnTo>
                    <a:pt x="3542230" y="1638178"/>
                  </a:lnTo>
                  <a:lnTo>
                    <a:pt x="3586021" y="1700654"/>
                  </a:lnTo>
                  <a:lnTo>
                    <a:pt x="3630000" y="1759852"/>
                  </a:lnTo>
                  <a:lnTo>
                    <a:pt x="3674324" y="1815620"/>
                  </a:lnTo>
                  <a:lnTo>
                    <a:pt x="3719204" y="1867885"/>
                  </a:lnTo>
                  <a:lnTo>
                    <a:pt x="3764907" y="1916641"/>
                  </a:lnTo>
                  <a:lnTo>
                    <a:pt x="3811768" y="1961948"/>
                  </a:lnTo>
                  <a:lnTo>
                    <a:pt x="3820202" y="1969604"/>
                  </a:lnTo>
                  <a:lnTo>
                    <a:pt x="3871454" y="2012935"/>
                  </a:lnTo>
                  <a:lnTo>
                    <a:pt x="3925092" y="2052550"/>
                  </a:lnTo>
                  <a:lnTo>
                    <a:pt x="3981774" y="2088578"/>
                  </a:lnTo>
                  <a:lnTo>
                    <a:pt x="4042223" y="2121268"/>
                  </a:lnTo>
                  <a:lnTo>
                    <a:pt x="4107191" y="2150922"/>
                  </a:lnTo>
                  <a:lnTo>
                    <a:pt x="4177415" y="2177849"/>
                  </a:lnTo>
                  <a:lnTo>
                    <a:pt x="4253573" y="2202344"/>
                  </a:lnTo>
                  <a:lnTo>
                    <a:pt x="4336218" y="2224667"/>
                  </a:lnTo>
                  <a:lnTo>
                    <a:pt x="4425694" y="2245034"/>
                  </a:lnTo>
                  <a:lnTo>
                    <a:pt x="4522027" y="2263613"/>
                  </a:lnTo>
                  <a:lnTo>
                    <a:pt x="4624795" y="2280523"/>
                  </a:lnTo>
                  <a:lnTo>
                    <a:pt x="4732993" y="2295830"/>
                  </a:lnTo>
                  <a:lnTo>
                    <a:pt x="4844902" y="2309559"/>
                  </a:lnTo>
                  <a:lnTo>
                    <a:pt x="4958035" y="2321695"/>
                  </a:lnTo>
                  <a:lnTo>
                    <a:pt x="5069170" y="2332208"/>
                  </a:lnTo>
                  <a:lnTo>
                    <a:pt x="5174554" y="2341066"/>
                  </a:lnTo>
                  <a:lnTo>
                    <a:pt x="5270268" y="2348266"/>
                  </a:lnTo>
                  <a:lnTo>
                    <a:pt x="5352745" y="2353853"/>
                  </a:lnTo>
                  <a:lnTo>
                    <a:pt x="5419329" y="2357934"/>
                  </a:lnTo>
                  <a:lnTo>
                    <a:pt x="5468750" y="2360688"/>
                  </a:lnTo>
                  <a:lnTo>
                    <a:pt x="5501410" y="2362348"/>
                  </a:lnTo>
                  <a:lnTo>
                    <a:pt x="5519417" y="2363186"/>
                  </a:lnTo>
                  <a:lnTo>
                    <a:pt x="5526428" y="2363485"/>
                  </a:lnTo>
                  <a:lnTo>
                    <a:pt x="5527445" y="2363525"/>
                  </a:lnTo>
                  <a:lnTo>
                    <a:pt x="6522385" y="2363525"/>
                  </a:lnTo>
                  <a:lnTo>
                    <a:pt x="6523519" y="2363514"/>
                  </a:lnTo>
                  <a:lnTo>
                    <a:pt x="6530999" y="2363431"/>
                  </a:lnTo>
                  <a:lnTo>
                    <a:pt x="6549956" y="2363201"/>
                  </a:lnTo>
                  <a:lnTo>
                    <a:pt x="6584100" y="2362748"/>
                  </a:lnTo>
                  <a:lnTo>
                    <a:pt x="6635501" y="2361999"/>
                  </a:lnTo>
                  <a:lnTo>
                    <a:pt x="6704434" y="2360893"/>
                  </a:lnTo>
                  <a:lnTo>
                    <a:pt x="6789437" y="2359384"/>
                  </a:lnTo>
                  <a:lnTo>
                    <a:pt x="6887635" y="2357443"/>
                  </a:lnTo>
                  <a:lnTo>
                    <a:pt x="6995259" y="2355061"/>
                  </a:lnTo>
                  <a:lnTo>
                    <a:pt x="7108241" y="2352241"/>
                  </a:lnTo>
                  <a:lnTo>
                    <a:pt x="7222750" y="2348990"/>
                  </a:lnTo>
                  <a:lnTo>
                    <a:pt x="7335553" y="2345317"/>
                  </a:lnTo>
                  <a:lnTo>
                    <a:pt x="7444199" y="2341225"/>
                  </a:lnTo>
                  <a:lnTo>
                    <a:pt x="7547047" y="2336704"/>
                  </a:lnTo>
                  <a:lnTo>
                    <a:pt x="7643177" y="2331734"/>
                  </a:lnTo>
                  <a:lnTo>
                    <a:pt x="7732255" y="2326281"/>
                  </a:lnTo>
                  <a:lnTo>
                    <a:pt x="7814389" y="2320297"/>
                  </a:lnTo>
                  <a:lnTo>
                    <a:pt x="7889994" y="2313721"/>
                  </a:lnTo>
                  <a:lnTo>
                    <a:pt x="7959680" y="2306479"/>
                  </a:lnTo>
                  <a:lnTo>
                    <a:pt x="8024170" y="2298493"/>
                  </a:lnTo>
                  <a:lnTo>
                    <a:pt x="8084238" y="2289677"/>
                  </a:lnTo>
                  <a:lnTo>
                    <a:pt x="8140657" y="2279954"/>
                  </a:lnTo>
                  <a:lnTo>
                    <a:pt x="8194163" y="2269263"/>
                  </a:lnTo>
                  <a:lnTo>
                    <a:pt x="8229629" y="2261333"/>
                  </a:lnTo>
                  <a:lnTo>
                    <a:pt x="8289412" y="2246403"/>
                  </a:lnTo>
                  <a:lnTo>
                    <a:pt x="8347367" y="2230018"/>
                  </a:lnTo>
                  <a:lnTo>
                    <a:pt x="8404153" y="2212155"/>
                  </a:lnTo>
                  <a:lnTo>
                    <a:pt x="8460262" y="2192835"/>
                  </a:lnTo>
                  <a:lnTo>
                    <a:pt x="8516047" y="2172130"/>
                  </a:lnTo>
                  <a:lnTo>
                    <a:pt x="8571741" y="2150166"/>
                  </a:lnTo>
                  <a:lnTo>
                    <a:pt x="8627484" y="2127122"/>
                  </a:lnTo>
                  <a:lnTo>
                    <a:pt x="8683334" y="2103228"/>
                  </a:lnTo>
                  <a:lnTo>
                    <a:pt x="8739285" y="2078754"/>
                  </a:lnTo>
                  <a:lnTo>
                    <a:pt x="8795293" y="2054004"/>
                  </a:lnTo>
                  <a:lnTo>
                    <a:pt x="8851294" y="2029290"/>
                  </a:lnTo>
                  <a:lnTo>
                    <a:pt x="8907224" y="2004928"/>
                  </a:lnTo>
                  <a:lnTo>
                    <a:pt x="8963046" y="1981213"/>
                  </a:lnTo>
                  <a:lnTo>
                    <a:pt x="9018770" y="1958407"/>
                  </a:lnTo>
                  <a:lnTo>
                    <a:pt x="9074470" y="1936727"/>
                  </a:lnTo>
                  <a:lnTo>
                    <a:pt x="9130306" y="1916342"/>
                  </a:lnTo>
                  <a:lnTo>
                    <a:pt x="9186540" y="1897364"/>
                  </a:lnTo>
                  <a:lnTo>
                    <a:pt x="9243553" y="1879852"/>
                  </a:lnTo>
                  <a:lnTo>
                    <a:pt x="9301875" y="1863816"/>
                  </a:lnTo>
                  <a:lnTo>
                    <a:pt x="9347647" y="1852564"/>
                  </a:lnTo>
                  <a:lnTo>
                    <a:pt x="9399536" y="1841192"/>
                  </a:lnTo>
                  <a:lnTo>
                    <a:pt x="9453876" y="1830808"/>
                  </a:lnTo>
                  <a:lnTo>
                    <a:pt x="9511351" y="1821375"/>
                  </a:lnTo>
                  <a:lnTo>
                    <a:pt x="9572715" y="1812827"/>
                  </a:lnTo>
                  <a:lnTo>
                    <a:pt x="9638745" y="1805082"/>
                  </a:lnTo>
                  <a:lnTo>
                    <a:pt x="9710203" y="1798056"/>
                  </a:lnTo>
                  <a:lnTo>
                    <a:pt x="9787787" y="1791672"/>
                  </a:lnTo>
                  <a:lnTo>
                    <a:pt x="9872056" y="1785860"/>
                  </a:lnTo>
                  <a:lnTo>
                    <a:pt x="9963340" y="1780562"/>
                  </a:lnTo>
                  <a:lnTo>
                    <a:pt x="10061626" y="1775735"/>
                  </a:lnTo>
                  <a:lnTo>
                    <a:pt x="10166413" y="1771350"/>
                  </a:lnTo>
                  <a:lnTo>
                    <a:pt x="10276570" y="1767388"/>
                  </a:lnTo>
                  <a:lnTo>
                    <a:pt x="10390206" y="1763847"/>
                  </a:lnTo>
                  <a:lnTo>
                    <a:pt x="10504619" y="1760729"/>
                  </a:lnTo>
                  <a:lnTo>
                    <a:pt x="10616361" y="1758045"/>
                  </a:lnTo>
                  <a:lnTo>
                    <a:pt x="10721478" y="1755801"/>
                  </a:lnTo>
                  <a:lnTo>
                    <a:pt x="10815934" y="1753997"/>
                  </a:lnTo>
                  <a:lnTo>
                    <a:pt x="10896175" y="1752617"/>
                  </a:lnTo>
                  <a:lnTo>
                    <a:pt x="10959717" y="1751628"/>
                  </a:lnTo>
                  <a:lnTo>
                    <a:pt x="11005619" y="1750979"/>
                  </a:lnTo>
                  <a:lnTo>
                    <a:pt x="11034721" y="1750604"/>
                  </a:lnTo>
                  <a:lnTo>
                    <a:pt x="11049628" y="1750428"/>
                  </a:lnTo>
                  <a:lnTo>
                    <a:pt x="11054516" y="1750375"/>
                  </a:lnTo>
                  <a:lnTo>
                    <a:pt x="11054891" y="1750371"/>
                  </a:lnTo>
                  <a:lnTo>
                    <a:pt x="12049831" y="1750371"/>
                  </a:lnTo>
                  <a:lnTo>
                    <a:pt x="12049831" y="17503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9" name="pl538"/>
            <p:cNvSpPr/>
            <p:nvPr/>
          </p:nvSpPr>
          <p:spPr>
            <a:xfrm>
              <a:off x="1199187" y="3657798"/>
              <a:ext cx="12049831" cy="2363525"/>
            </a:xfrm>
            <a:custGeom>
              <a:avLst/>
              <a:pathLst>
                <a:path w="12049831" h="2363525">
                  <a:moveTo>
                    <a:pt x="12049831" y="1750371"/>
                  </a:moveTo>
                  <a:lnTo>
                    <a:pt x="11054891" y="1750371"/>
                  </a:lnTo>
                  <a:lnTo>
                    <a:pt x="11053758" y="1750383"/>
                  </a:lnTo>
                  <a:lnTo>
                    <a:pt x="11046277" y="1750466"/>
                  </a:lnTo>
                  <a:lnTo>
                    <a:pt x="11027320" y="1750696"/>
                  </a:lnTo>
                  <a:lnTo>
                    <a:pt x="10993176" y="1751149"/>
                  </a:lnTo>
                  <a:lnTo>
                    <a:pt x="10941776" y="1751898"/>
                  </a:lnTo>
                  <a:lnTo>
                    <a:pt x="10872843" y="1753004"/>
                  </a:lnTo>
                  <a:lnTo>
                    <a:pt x="10787839" y="1754513"/>
                  </a:lnTo>
                  <a:lnTo>
                    <a:pt x="10689641" y="1756454"/>
                  </a:lnTo>
                  <a:lnTo>
                    <a:pt x="10582018" y="1758835"/>
                  </a:lnTo>
                  <a:lnTo>
                    <a:pt x="10469035" y="1761656"/>
                  </a:lnTo>
                  <a:lnTo>
                    <a:pt x="10354526" y="1764907"/>
                  </a:lnTo>
                  <a:lnTo>
                    <a:pt x="10241724" y="1768579"/>
                  </a:lnTo>
                  <a:lnTo>
                    <a:pt x="10133077" y="1772672"/>
                  </a:lnTo>
                  <a:lnTo>
                    <a:pt x="10030229" y="1777193"/>
                  </a:lnTo>
                  <a:lnTo>
                    <a:pt x="9934100" y="1782162"/>
                  </a:lnTo>
                  <a:lnTo>
                    <a:pt x="9845022" y="1787615"/>
                  </a:lnTo>
                  <a:lnTo>
                    <a:pt x="9762887" y="1793599"/>
                  </a:lnTo>
                  <a:lnTo>
                    <a:pt x="9687282" y="1800176"/>
                  </a:lnTo>
                  <a:lnTo>
                    <a:pt x="9617596" y="1807417"/>
                  </a:lnTo>
                  <a:lnTo>
                    <a:pt x="9553106" y="1815404"/>
                  </a:lnTo>
                  <a:lnTo>
                    <a:pt x="9493038" y="1824220"/>
                  </a:lnTo>
                  <a:lnTo>
                    <a:pt x="9436619" y="1833943"/>
                  </a:lnTo>
                  <a:lnTo>
                    <a:pt x="9383113" y="1844634"/>
                  </a:lnTo>
                  <a:lnTo>
                    <a:pt x="9347647" y="1852564"/>
                  </a:lnTo>
                  <a:lnTo>
                    <a:pt x="9287864" y="1867494"/>
                  </a:lnTo>
                  <a:lnTo>
                    <a:pt x="9229910" y="1883879"/>
                  </a:lnTo>
                  <a:lnTo>
                    <a:pt x="9173123" y="1901742"/>
                  </a:lnTo>
                  <a:lnTo>
                    <a:pt x="9117014" y="1921062"/>
                  </a:lnTo>
                  <a:lnTo>
                    <a:pt x="9061230" y="1941767"/>
                  </a:lnTo>
                  <a:lnTo>
                    <a:pt x="9005535" y="1963731"/>
                  </a:lnTo>
                  <a:lnTo>
                    <a:pt x="8949792" y="1986775"/>
                  </a:lnTo>
                  <a:lnTo>
                    <a:pt x="8893943" y="2010669"/>
                  </a:lnTo>
                  <a:lnTo>
                    <a:pt x="8837992" y="2035142"/>
                  </a:lnTo>
                  <a:lnTo>
                    <a:pt x="8781983" y="2059893"/>
                  </a:lnTo>
                  <a:lnTo>
                    <a:pt x="8725983" y="2084606"/>
                  </a:lnTo>
                  <a:lnTo>
                    <a:pt x="8670053" y="2108968"/>
                  </a:lnTo>
                  <a:lnTo>
                    <a:pt x="8614230" y="2132684"/>
                  </a:lnTo>
                  <a:lnTo>
                    <a:pt x="8558507" y="2155490"/>
                  </a:lnTo>
                  <a:lnTo>
                    <a:pt x="8502807" y="2177169"/>
                  </a:lnTo>
                  <a:lnTo>
                    <a:pt x="8446970" y="2197555"/>
                  </a:lnTo>
                  <a:lnTo>
                    <a:pt x="8390737" y="2216533"/>
                  </a:lnTo>
                  <a:lnTo>
                    <a:pt x="8333723" y="2234045"/>
                  </a:lnTo>
                  <a:lnTo>
                    <a:pt x="8275401" y="2250081"/>
                  </a:lnTo>
                  <a:lnTo>
                    <a:pt x="8229629" y="2261333"/>
                  </a:lnTo>
                  <a:lnTo>
                    <a:pt x="8177741" y="2272705"/>
                  </a:lnTo>
                  <a:lnTo>
                    <a:pt x="8123401" y="2283089"/>
                  </a:lnTo>
                  <a:lnTo>
                    <a:pt x="8065925" y="2292521"/>
                  </a:lnTo>
                  <a:lnTo>
                    <a:pt x="8004562" y="2301070"/>
                  </a:lnTo>
                  <a:lnTo>
                    <a:pt x="7938532" y="2308815"/>
                  </a:lnTo>
                  <a:lnTo>
                    <a:pt x="7867073" y="2315840"/>
                  </a:lnTo>
                  <a:lnTo>
                    <a:pt x="7789489" y="2322225"/>
                  </a:lnTo>
                  <a:lnTo>
                    <a:pt x="7705221" y="2328037"/>
                  </a:lnTo>
                  <a:lnTo>
                    <a:pt x="7613937" y="2333335"/>
                  </a:lnTo>
                  <a:lnTo>
                    <a:pt x="7515651" y="2338161"/>
                  </a:lnTo>
                  <a:lnTo>
                    <a:pt x="7410863" y="2342547"/>
                  </a:lnTo>
                  <a:lnTo>
                    <a:pt x="7300707" y="2346508"/>
                  </a:lnTo>
                  <a:lnTo>
                    <a:pt x="7187071" y="2350050"/>
                  </a:lnTo>
                  <a:lnTo>
                    <a:pt x="7072658" y="2353168"/>
                  </a:lnTo>
                  <a:lnTo>
                    <a:pt x="6960916" y="2355852"/>
                  </a:lnTo>
                  <a:lnTo>
                    <a:pt x="6855799" y="2358096"/>
                  </a:lnTo>
                  <a:lnTo>
                    <a:pt x="6761343" y="2359900"/>
                  </a:lnTo>
                  <a:lnTo>
                    <a:pt x="6681102" y="2361280"/>
                  </a:lnTo>
                  <a:lnTo>
                    <a:pt x="6617560" y="2362268"/>
                  </a:lnTo>
                  <a:lnTo>
                    <a:pt x="6571658" y="2362918"/>
                  </a:lnTo>
                  <a:lnTo>
                    <a:pt x="6542556" y="2363293"/>
                  </a:lnTo>
                  <a:lnTo>
                    <a:pt x="6527648" y="2363469"/>
                  </a:lnTo>
                  <a:lnTo>
                    <a:pt x="6522761" y="2363522"/>
                  </a:lnTo>
                  <a:lnTo>
                    <a:pt x="6522385" y="2363525"/>
                  </a:lnTo>
                  <a:lnTo>
                    <a:pt x="5527445" y="2363525"/>
                  </a:lnTo>
                  <a:lnTo>
                    <a:pt x="5526351" y="2363482"/>
                  </a:lnTo>
                  <a:lnTo>
                    <a:pt x="5519128" y="2363173"/>
                  </a:lnTo>
                  <a:lnTo>
                    <a:pt x="5500803" y="2362319"/>
                  </a:lnTo>
                  <a:lnTo>
                    <a:pt x="5467754" y="2360635"/>
                  </a:lnTo>
                  <a:lnTo>
                    <a:pt x="5417915" y="2357852"/>
                  </a:lnTo>
                  <a:lnTo>
                    <a:pt x="5350924" y="2353735"/>
                  </a:lnTo>
                  <a:lnTo>
                    <a:pt x="5268089" y="2348111"/>
                  </a:lnTo>
                  <a:lnTo>
                    <a:pt x="5172096" y="2340871"/>
                  </a:lnTo>
                  <a:lnTo>
                    <a:pt x="5066526" y="2331972"/>
                  </a:lnTo>
                  <a:lnTo>
                    <a:pt x="4955300" y="2321420"/>
                  </a:lnTo>
                  <a:lnTo>
                    <a:pt x="4842161" y="2309244"/>
                  </a:lnTo>
                  <a:lnTo>
                    <a:pt x="4730315" y="2295477"/>
                  </a:lnTo>
                  <a:lnTo>
                    <a:pt x="4622232" y="2280131"/>
                  </a:lnTo>
                  <a:lnTo>
                    <a:pt x="4519610" y="2263182"/>
                  </a:lnTo>
                  <a:lnTo>
                    <a:pt x="4423441" y="2244561"/>
                  </a:lnTo>
                  <a:lnTo>
                    <a:pt x="4334133" y="2224149"/>
                  </a:lnTo>
                  <a:lnTo>
                    <a:pt x="4251651" y="2201777"/>
                  </a:lnTo>
                  <a:lnTo>
                    <a:pt x="4175644" y="2177226"/>
                  </a:lnTo>
                  <a:lnTo>
                    <a:pt x="4105555" y="2150236"/>
                  </a:lnTo>
                  <a:lnTo>
                    <a:pt x="4040706" y="2120512"/>
                  </a:lnTo>
                  <a:lnTo>
                    <a:pt x="3980357" y="2087744"/>
                  </a:lnTo>
                  <a:lnTo>
                    <a:pt x="3923757" y="2051632"/>
                  </a:lnTo>
                  <a:lnTo>
                    <a:pt x="3870185" y="2011928"/>
                  </a:lnTo>
                  <a:lnTo>
                    <a:pt x="3820202" y="1969604"/>
                  </a:lnTo>
                  <a:lnTo>
                    <a:pt x="3773094" y="1924897"/>
                  </a:lnTo>
                  <a:lnTo>
                    <a:pt x="3727213" y="1876757"/>
                  </a:lnTo>
                  <a:lnTo>
                    <a:pt x="3682209" y="1825114"/>
                  </a:lnTo>
                  <a:lnTo>
                    <a:pt x="3637803" y="1769961"/>
                  </a:lnTo>
                  <a:lnTo>
                    <a:pt x="3593777" y="1711361"/>
                  </a:lnTo>
                  <a:lnTo>
                    <a:pt x="3549962" y="1649450"/>
                  </a:lnTo>
                  <a:lnTo>
                    <a:pt x="3506236" y="1584444"/>
                  </a:lnTo>
                  <a:lnTo>
                    <a:pt x="3462514" y="1516638"/>
                  </a:lnTo>
                  <a:lnTo>
                    <a:pt x="3418747" y="1446406"/>
                  </a:lnTo>
                  <a:lnTo>
                    <a:pt x="3374912" y="1374190"/>
                  </a:lnTo>
                  <a:lnTo>
                    <a:pt x="3331011" y="1300495"/>
                  </a:lnTo>
                  <a:lnTo>
                    <a:pt x="3287062" y="1225870"/>
                  </a:lnTo>
                  <a:lnTo>
                    <a:pt x="3243094" y="1150897"/>
                  </a:lnTo>
                  <a:lnTo>
                    <a:pt x="3199139" y="1076169"/>
                  </a:lnTo>
                  <a:lnTo>
                    <a:pt x="3155228" y="1002268"/>
                  </a:lnTo>
                  <a:lnTo>
                    <a:pt x="3111381" y="929752"/>
                  </a:lnTo>
                  <a:lnTo>
                    <a:pt x="3067602" y="859135"/>
                  </a:lnTo>
                  <a:lnTo>
                    <a:pt x="3023875" y="790871"/>
                  </a:lnTo>
                  <a:lnTo>
                    <a:pt x="2980155" y="725347"/>
                  </a:lnTo>
                  <a:lnTo>
                    <a:pt x="2936364" y="662871"/>
                  </a:lnTo>
                  <a:lnTo>
                    <a:pt x="2892385" y="603673"/>
                  </a:lnTo>
                  <a:lnTo>
                    <a:pt x="2848061" y="547905"/>
                  </a:lnTo>
                  <a:lnTo>
                    <a:pt x="2803181" y="495640"/>
                  </a:lnTo>
                  <a:lnTo>
                    <a:pt x="2757478" y="446884"/>
                  </a:lnTo>
                  <a:lnTo>
                    <a:pt x="2710617" y="401577"/>
                  </a:lnTo>
                  <a:lnTo>
                    <a:pt x="2702183" y="393920"/>
                  </a:lnTo>
                  <a:lnTo>
                    <a:pt x="2650931" y="350590"/>
                  </a:lnTo>
                  <a:lnTo>
                    <a:pt x="2597293" y="310975"/>
                  </a:lnTo>
                  <a:lnTo>
                    <a:pt x="2540611" y="274947"/>
                  </a:lnTo>
                  <a:lnTo>
                    <a:pt x="2480162" y="242257"/>
                  </a:lnTo>
                  <a:lnTo>
                    <a:pt x="2415194" y="212603"/>
                  </a:lnTo>
                  <a:lnTo>
                    <a:pt x="2344970" y="185676"/>
                  </a:lnTo>
                  <a:lnTo>
                    <a:pt x="2268812" y="161181"/>
                  </a:lnTo>
                  <a:lnTo>
                    <a:pt x="2186167" y="138858"/>
                  </a:lnTo>
                  <a:lnTo>
                    <a:pt x="2096691" y="118491"/>
                  </a:lnTo>
                  <a:lnTo>
                    <a:pt x="2000358" y="99912"/>
                  </a:lnTo>
                  <a:lnTo>
                    <a:pt x="1897590" y="83002"/>
                  </a:lnTo>
                  <a:lnTo>
                    <a:pt x="1789392" y="67695"/>
                  </a:lnTo>
                  <a:lnTo>
                    <a:pt x="1677483" y="53966"/>
                  </a:lnTo>
                  <a:lnTo>
                    <a:pt x="1564350" y="41830"/>
                  </a:lnTo>
                  <a:lnTo>
                    <a:pt x="1453215" y="31317"/>
                  </a:lnTo>
                  <a:lnTo>
                    <a:pt x="1347831" y="22458"/>
                  </a:lnTo>
                  <a:lnTo>
                    <a:pt x="1252117" y="15259"/>
                  </a:lnTo>
                  <a:lnTo>
                    <a:pt x="1169640" y="9672"/>
                  </a:lnTo>
                  <a:lnTo>
                    <a:pt x="1103056" y="5591"/>
                  </a:lnTo>
                  <a:lnTo>
                    <a:pt x="1053635" y="2837"/>
                  </a:lnTo>
                  <a:lnTo>
                    <a:pt x="1020975" y="1177"/>
                  </a:lnTo>
                  <a:lnTo>
                    <a:pt x="1002968" y="339"/>
                  </a:lnTo>
                  <a:lnTo>
                    <a:pt x="995957" y="4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0" name="pg539"/>
            <p:cNvSpPr/>
            <p:nvPr/>
          </p:nvSpPr>
          <p:spPr>
            <a:xfrm>
              <a:off x="1199187" y="3663038"/>
              <a:ext cx="12049831" cy="2384488"/>
            </a:xfrm>
            <a:custGeom>
              <a:avLst/>
              <a:pathLst>
                <a:path w="12049831" h="2384488">
                  <a:moveTo>
                    <a:pt x="0" y="10481"/>
                  </a:moveTo>
                  <a:lnTo>
                    <a:pt x="994940" y="10481"/>
                  </a:lnTo>
                  <a:lnTo>
                    <a:pt x="996033" y="10524"/>
                  </a:lnTo>
                  <a:lnTo>
                    <a:pt x="1003255" y="10835"/>
                  </a:lnTo>
                  <a:lnTo>
                    <a:pt x="1021574" y="11692"/>
                  </a:lnTo>
                  <a:lnTo>
                    <a:pt x="1054612" y="13383"/>
                  </a:lnTo>
                  <a:lnTo>
                    <a:pt x="1104438" y="16178"/>
                  </a:lnTo>
                  <a:lnTo>
                    <a:pt x="1171410" y="20311"/>
                  </a:lnTo>
                  <a:lnTo>
                    <a:pt x="1254225" y="25958"/>
                  </a:lnTo>
                  <a:lnTo>
                    <a:pt x="1350198" y="33228"/>
                  </a:lnTo>
                  <a:lnTo>
                    <a:pt x="1455749" y="42164"/>
                  </a:lnTo>
                  <a:lnTo>
                    <a:pt x="1566959" y="52760"/>
                  </a:lnTo>
                  <a:lnTo>
                    <a:pt x="1680084" y="64987"/>
                  </a:lnTo>
                  <a:lnTo>
                    <a:pt x="1791921" y="78811"/>
                  </a:lnTo>
                  <a:lnTo>
                    <a:pt x="1899998" y="94221"/>
                  </a:lnTo>
                  <a:lnTo>
                    <a:pt x="2002618" y="111241"/>
                  </a:lnTo>
                  <a:lnTo>
                    <a:pt x="2098788" y="129940"/>
                  </a:lnTo>
                  <a:lnTo>
                    <a:pt x="2188098" y="150436"/>
                  </a:lnTo>
                  <a:lnTo>
                    <a:pt x="2270583" y="172902"/>
                  </a:lnTo>
                  <a:lnTo>
                    <a:pt x="2346594" y="197554"/>
                  </a:lnTo>
                  <a:lnTo>
                    <a:pt x="2416686" y="224656"/>
                  </a:lnTo>
                  <a:lnTo>
                    <a:pt x="2481539" y="254501"/>
                  </a:lnTo>
                  <a:lnTo>
                    <a:pt x="2541891" y="287403"/>
                  </a:lnTo>
                  <a:lnTo>
                    <a:pt x="2598492" y="323664"/>
                  </a:lnTo>
                  <a:lnTo>
                    <a:pt x="2652065" y="363530"/>
                  </a:lnTo>
                  <a:lnTo>
                    <a:pt x="2702183" y="406149"/>
                  </a:lnTo>
                  <a:lnTo>
                    <a:pt x="2749222" y="450985"/>
                  </a:lnTo>
                  <a:lnTo>
                    <a:pt x="2795038" y="499260"/>
                  </a:lnTo>
                  <a:lnTo>
                    <a:pt x="2839979" y="551043"/>
                  </a:lnTo>
                  <a:lnTo>
                    <a:pt x="2884321" y="606341"/>
                  </a:lnTo>
                  <a:lnTo>
                    <a:pt x="2928285" y="665092"/>
                  </a:lnTo>
                  <a:lnTo>
                    <a:pt x="2972036" y="727160"/>
                  </a:lnTo>
                  <a:lnTo>
                    <a:pt x="3015699" y="792329"/>
                  </a:lnTo>
                  <a:lnTo>
                    <a:pt x="3059356" y="860306"/>
                  </a:lnTo>
                  <a:lnTo>
                    <a:pt x="3103058" y="930718"/>
                  </a:lnTo>
                  <a:lnTo>
                    <a:pt x="3146827" y="1003123"/>
                  </a:lnTo>
                  <a:lnTo>
                    <a:pt x="3190662" y="1077018"/>
                  </a:lnTo>
                  <a:lnTo>
                    <a:pt x="3234546" y="1151852"/>
                  </a:lnTo>
                  <a:lnTo>
                    <a:pt x="3278450" y="1227045"/>
                  </a:lnTo>
                  <a:lnTo>
                    <a:pt x="3322340" y="1302006"/>
                  </a:lnTo>
                  <a:lnTo>
                    <a:pt x="3366188" y="1376149"/>
                  </a:lnTo>
                  <a:lnTo>
                    <a:pt x="3409972" y="1448916"/>
                  </a:lnTo>
                  <a:lnTo>
                    <a:pt x="3453688" y="1519794"/>
                  </a:lnTo>
                  <a:lnTo>
                    <a:pt x="3497351" y="1588325"/>
                  </a:lnTo>
                  <a:lnTo>
                    <a:pt x="3541006" y="1654123"/>
                  </a:lnTo>
                  <a:lnTo>
                    <a:pt x="3584730" y="1716875"/>
                  </a:lnTo>
                  <a:lnTo>
                    <a:pt x="3628635" y="1776349"/>
                  </a:lnTo>
                  <a:lnTo>
                    <a:pt x="3672880" y="1832393"/>
                  </a:lnTo>
                  <a:lnTo>
                    <a:pt x="3717672" y="1884929"/>
                  </a:lnTo>
                  <a:lnTo>
                    <a:pt x="3763274" y="1933951"/>
                  </a:lnTo>
                  <a:lnTo>
                    <a:pt x="3810018" y="1979514"/>
                  </a:lnTo>
                  <a:lnTo>
                    <a:pt x="3820202" y="1988820"/>
                  </a:lnTo>
                  <a:lnTo>
                    <a:pt x="3871448" y="2032338"/>
                  </a:lnTo>
                  <a:lnTo>
                    <a:pt x="3925079" y="2072124"/>
                  </a:lnTo>
                  <a:lnTo>
                    <a:pt x="3981754" y="2108309"/>
                  </a:lnTo>
                  <a:lnTo>
                    <a:pt x="4042195" y="2141142"/>
                  </a:lnTo>
                  <a:lnTo>
                    <a:pt x="4107153" y="2170926"/>
                  </a:lnTo>
                  <a:lnTo>
                    <a:pt x="4177366" y="2197971"/>
                  </a:lnTo>
                  <a:lnTo>
                    <a:pt x="4253511" y="2222574"/>
                  </a:lnTo>
                  <a:lnTo>
                    <a:pt x="4336141" y="2244994"/>
                  </a:lnTo>
                  <a:lnTo>
                    <a:pt x="4425600" y="2265451"/>
                  </a:lnTo>
                  <a:lnTo>
                    <a:pt x="4521915" y="2284112"/>
                  </a:lnTo>
                  <a:lnTo>
                    <a:pt x="4624665" y="2301097"/>
                  </a:lnTo>
                  <a:lnTo>
                    <a:pt x="4732844" y="2316473"/>
                  </a:lnTo>
                  <a:lnTo>
                    <a:pt x="4844737" y="2330263"/>
                  </a:lnTo>
                  <a:lnTo>
                    <a:pt x="4957858" y="2342454"/>
                  </a:lnTo>
                  <a:lnTo>
                    <a:pt x="5068987" y="2353015"/>
                  </a:lnTo>
                  <a:lnTo>
                    <a:pt x="5174372" y="2361915"/>
                  </a:lnTo>
                  <a:lnTo>
                    <a:pt x="5270097" y="2369149"/>
                  </a:lnTo>
                  <a:lnTo>
                    <a:pt x="5352594" y="2374763"/>
                  </a:lnTo>
                  <a:lnTo>
                    <a:pt x="5419205" y="2378865"/>
                  </a:lnTo>
                  <a:lnTo>
                    <a:pt x="5468658" y="2381633"/>
                  </a:lnTo>
                  <a:lnTo>
                    <a:pt x="5501351" y="2383303"/>
                  </a:lnTo>
                  <a:lnTo>
                    <a:pt x="5519388" y="2384145"/>
                  </a:lnTo>
                  <a:lnTo>
                    <a:pt x="5526420" y="2384447"/>
                  </a:lnTo>
                  <a:lnTo>
                    <a:pt x="5527445" y="2384488"/>
                  </a:lnTo>
                  <a:lnTo>
                    <a:pt x="6522385" y="2384488"/>
                  </a:lnTo>
                  <a:lnTo>
                    <a:pt x="6523521" y="2384482"/>
                  </a:lnTo>
                  <a:lnTo>
                    <a:pt x="6531016" y="2384440"/>
                  </a:lnTo>
                  <a:lnTo>
                    <a:pt x="6550008" y="2384324"/>
                  </a:lnTo>
                  <a:lnTo>
                    <a:pt x="6584214" y="2384095"/>
                  </a:lnTo>
                  <a:lnTo>
                    <a:pt x="6635702" y="2383717"/>
                  </a:lnTo>
                  <a:lnTo>
                    <a:pt x="6704743" y="2383158"/>
                  </a:lnTo>
                  <a:lnTo>
                    <a:pt x="6789868" y="2382395"/>
                  </a:lnTo>
                  <a:lnTo>
                    <a:pt x="6888188" y="2381415"/>
                  </a:lnTo>
                  <a:lnTo>
                    <a:pt x="6995925" y="2380212"/>
                  </a:lnTo>
                  <a:lnTo>
                    <a:pt x="7109004" y="2378787"/>
                  </a:lnTo>
                  <a:lnTo>
                    <a:pt x="7223587" y="2377145"/>
                  </a:lnTo>
                  <a:lnTo>
                    <a:pt x="7336441" y="2375291"/>
                  </a:lnTo>
                  <a:lnTo>
                    <a:pt x="7445117" y="2373224"/>
                  </a:lnTo>
                  <a:lnTo>
                    <a:pt x="7547976" y="2370940"/>
                  </a:lnTo>
                  <a:lnTo>
                    <a:pt x="7644103" y="2368430"/>
                  </a:lnTo>
                  <a:lnTo>
                    <a:pt x="7733167" y="2365676"/>
                  </a:lnTo>
                  <a:lnTo>
                    <a:pt x="7815282" y="2362653"/>
                  </a:lnTo>
                  <a:lnTo>
                    <a:pt x="7890864" y="2359331"/>
                  </a:lnTo>
                  <a:lnTo>
                    <a:pt x="7960528" y="2355673"/>
                  </a:lnTo>
                  <a:lnTo>
                    <a:pt x="8024999" y="2351637"/>
                  </a:lnTo>
                  <a:lnTo>
                    <a:pt x="8085051" y="2347183"/>
                  </a:lnTo>
                  <a:lnTo>
                    <a:pt x="8141461" y="2342270"/>
                  </a:lnTo>
                  <a:lnTo>
                    <a:pt x="8194964" y="2336867"/>
                  </a:lnTo>
                  <a:lnTo>
                    <a:pt x="8229629" y="2332955"/>
                  </a:lnTo>
                  <a:lnTo>
                    <a:pt x="8290779" y="2325242"/>
                  </a:lnTo>
                  <a:lnTo>
                    <a:pt x="8350032" y="2316761"/>
                  </a:lnTo>
                  <a:lnTo>
                    <a:pt x="8408088" y="2307499"/>
                  </a:lnTo>
                  <a:lnTo>
                    <a:pt x="8465465" y="2297470"/>
                  </a:lnTo>
                  <a:lnTo>
                    <a:pt x="8522530" y="2286714"/>
                  </a:lnTo>
                  <a:lnTo>
                    <a:pt x="8579521" y="2275304"/>
                  </a:lnTo>
                  <a:lnTo>
                    <a:pt x="8636576" y="2263338"/>
                  </a:lnTo>
                  <a:lnTo>
                    <a:pt x="8693746" y="2250946"/>
                  </a:lnTo>
                  <a:lnTo>
                    <a:pt x="8751015" y="2238277"/>
                  </a:lnTo>
                  <a:lnTo>
                    <a:pt x="8808332" y="2225496"/>
                  </a:lnTo>
                  <a:lnTo>
                    <a:pt x="8865623" y="2212774"/>
                  </a:lnTo>
                  <a:lnTo>
                    <a:pt x="8922827" y="2200278"/>
                  </a:lnTo>
                  <a:lnTo>
                    <a:pt x="8979916" y="2188164"/>
                  </a:lnTo>
                  <a:lnTo>
                    <a:pt x="9036918" y="2176568"/>
                  </a:lnTo>
                  <a:lnTo>
                    <a:pt x="9093939" y="2165598"/>
                  </a:lnTo>
                  <a:lnTo>
                    <a:pt x="9151185" y="2155336"/>
                  </a:lnTo>
                  <a:lnTo>
                    <a:pt x="9208981" y="2145831"/>
                  </a:lnTo>
                  <a:lnTo>
                    <a:pt x="9267793" y="2137106"/>
                  </a:lnTo>
                  <a:lnTo>
                    <a:pt x="9328261" y="2129155"/>
                  </a:lnTo>
                  <a:lnTo>
                    <a:pt x="9347647" y="2126824"/>
                  </a:lnTo>
                  <a:lnTo>
                    <a:pt x="9399571" y="2121086"/>
                  </a:lnTo>
                  <a:lnTo>
                    <a:pt x="9453950" y="2115846"/>
                  </a:lnTo>
                  <a:lnTo>
                    <a:pt x="9511470" y="2111087"/>
                  </a:lnTo>
                  <a:lnTo>
                    <a:pt x="9572884" y="2106775"/>
                  </a:lnTo>
                  <a:lnTo>
                    <a:pt x="9638973" y="2102867"/>
                  </a:lnTo>
                  <a:lnTo>
                    <a:pt x="9710501" y="2099323"/>
                  </a:lnTo>
                  <a:lnTo>
                    <a:pt x="9788165" y="2096103"/>
                  </a:lnTo>
                  <a:lnTo>
                    <a:pt x="9872524" y="2093171"/>
                  </a:lnTo>
                  <a:lnTo>
                    <a:pt x="9963909" y="2090500"/>
                  </a:lnTo>
                  <a:lnTo>
                    <a:pt x="10062304" y="2088066"/>
                  </a:lnTo>
                  <a:lnTo>
                    <a:pt x="10167203" y="2085854"/>
                  </a:lnTo>
                  <a:lnTo>
                    <a:pt x="10277468" y="2083857"/>
                  </a:lnTo>
                  <a:lnTo>
                    <a:pt x="10391198" y="2082071"/>
                  </a:lnTo>
                  <a:lnTo>
                    <a:pt x="10505680" y="2080500"/>
                  </a:lnTo>
                  <a:lnTo>
                    <a:pt x="10617452" y="2079148"/>
                  </a:lnTo>
                  <a:lnTo>
                    <a:pt x="10722548" y="2078018"/>
                  </a:lnTo>
                  <a:lnTo>
                    <a:pt x="10816929" y="2077110"/>
                  </a:lnTo>
                  <a:lnTo>
                    <a:pt x="10897040" y="2076416"/>
                  </a:lnTo>
                  <a:lnTo>
                    <a:pt x="10960409" y="2075919"/>
                  </a:lnTo>
                  <a:lnTo>
                    <a:pt x="11006113" y="2075594"/>
                  </a:lnTo>
                  <a:lnTo>
                    <a:pt x="11035020" y="2075406"/>
                  </a:lnTo>
                  <a:lnTo>
                    <a:pt x="11049761" y="2075318"/>
                  </a:lnTo>
                  <a:lnTo>
                    <a:pt x="11054540" y="2075292"/>
                  </a:lnTo>
                  <a:lnTo>
                    <a:pt x="11054891" y="2075291"/>
                  </a:lnTo>
                  <a:lnTo>
                    <a:pt x="12049831" y="2075291"/>
                  </a:lnTo>
                  <a:lnTo>
                    <a:pt x="12049831" y="2064809"/>
                  </a:lnTo>
                  <a:lnTo>
                    <a:pt x="11054891" y="2064809"/>
                  </a:lnTo>
                  <a:lnTo>
                    <a:pt x="11053755" y="2064815"/>
                  </a:lnTo>
                  <a:lnTo>
                    <a:pt x="11046261" y="2064857"/>
                  </a:lnTo>
                  <a:lnTo>
                    <a:pt x="11027268" y="2064973"/>
                  </a:lnTo>
                  <a:lnTo>
                    <a:pt x="10993063" y="2065202"/>
                  </a:lnTo>
                  <a:lnTo>
                    <a:pt x="10941575" y="2065581"/>
                  </a:lnTo>
                  <a:lnTo>
                    <a:pt x="10872533" y="2066139"/>
                  </a:lnTo>
                  <a:lnTo>
                    <a:pt x="10787409" y="2066902"/>
                  </a:lnTo>
                  <a:lnTo>
                    <a:pt x="10689089" y="2067882"/>
                  </a:lnTo>
                  <a:lnTo>
                    <a:pt x="10581352" y="2069085"/>
                  </a:lnTo>
                  <a:lnTo>
                    <a:pt x="10468273" y="2070510"/>
                  </a:lnTo>
                  <a:lnTo>
                    <a:pt x="10353689" y="2072152"/>
                  </a:lnTo>
                  <a:lnTo>
                    <a:pt x="10240836" y="2074007"/>
                  </a:lnTo>
                  <a:lnTo>
                    <a:pt x="10132159" y="2076074"/>
                  </a:lnTo>
                  <a:lnTo>
                    <a:pt x="10029300" y="2078357"/>
                  </a:lnTo>
                  <a:lnTo>
                    <a:pt x="9933174" y="2080867"/>
                  </a:lnTo>
                  <a:lnTo>
                    <a:pt x="9844109" y="2083621"/>
                  </a:lnTo>
                  <a:lnTo>
                    <a:pt x="9761995" y="2086644"/>
                  </a:lnTo>
                  <a:lnTo>
                    <a:pt x="9686412" y="2089966"/>
                  </a:lnTo>
                  <a:lnTo>
                    <a:pt x="9616749" y="2093625"/>
                  </a:lnTo>
                  <a:lnTo>
                    <a:pt x="9552278" y="2097660"/>
                  </a:lnTo>
                  <a:lnTo>
                    <a:pt x="9492225" y="2102115"/>
                  </a:lnTo>
                  <a:lnTo>
                    <a:pt x="9435815" y="2107028"/>
                  </a:lnTo>
                  <a:lnTo>
                    <a:pt x="9382312" y="2112430"/>
                  </a:lnTo>
                  <a:lnTo>
                    <a:pt x="9347647" y="2116342"/>
                  </a:lnTo>
                  <a:lnTo>
                    <a:pt x="9286497" y="2124055"/>
                  </a:lnTo>
                  <a:lnTo>
                    <a:pt x="9227245" y="2132536"/>
                  </a:lnTo>
                  <a:lnTo>
                    <a:pt x="9169188" y="2141798"/>
                  </a:lnTo>
                  <a:lnTo>
                    <a:pt x="9111811" y="2151827"/>
                  </a:lnTo>
                  <a:lnTo>
                    <a:pt x="9054747" y="2162583"/>
                  </a:lnTo>
                  <a:lnTo>
                    <a:pt x="8997755" y="2173994"/>
                  </a:lnTo>
                  <a:lnTo>
                    <a:pt x="8940700" y="2185959"/>
                  </a:lnTo>
                  <a:lnTo>
                    <a:pt x="8883531" y="2198351"/>
                  </a:lnTo>
                  <a:lnTo>
                    <a:pt x="8826261" y="2211020"/>
                  </a:lnTo>
                  <a:lnTo>
                    <a:pt x="8768945" y="2223801"/>
                  </a:lnTo>
                  <a:lnTo>
                    <a:pt x="8711653" y="2236524"/>
                  </a:lnTo>
                  <a:lnTo>
                    <a:pt x="8654449" y="2249020"/>
                  </a:lnTo>
                  <a:lnTo>
                    <a:pt x="8597360" y="2261133"/>
                  </a:lnTo>
                  <a:lnTo>
                    <a:pt x="8540359" y="2272730"/>
                  </a:lnTo>
                  <a:lnTo>
                    <a:pt x="8483338" y="2283699"/>
                  </a:lnTo>
                  <a:lnTo>
                    <a:pt x="8426092" y="2293961"/>
                  </a:lnTo>
                  <a:lnTo>
                    <a:pt x="8368296" y="2303466"/>
                  </a:lnTo>
                  <a:lnTo>
                    <a:pt x="8309483" y="2312191"/>
                  </a:lnTo>
                  <a:lnTo>
                    <a:pt x="8249015" y="2320142"/>
                  </a:lnTo>
                  <a:lnTo>
                    <a:pt x="8229629" y="2322474"/>
                  </a:lnTo>
                  <a:lnTo>
                    <a:pt x="8177706" y="2328212"/>
                  </a:lnTo>
                  <a:lnTo>
                    <a:pt x="8123327" y="2333451"/>
                  </a:lnTo>
                  <a:lnTo>
                    <a:pt x="8065807" y="2338210"/>
                  </a:lnTo>
                  <a:lnTo>
                    <a:pt x="8004392" y="2342523"/>
                  </a:lnTo>
                  <a:lnTo>
                    <a:pt x="7938303" y="2346430"/>
                  </a:lnTo>
                  <a:lnTo>
                    <a:pt x="7866775" y="2349974"/>
                  </a:lnTo>
                  <a:lnTo>
                    <a:pt x="7789112" y="2353194"/>
                  </a:lnTo>
                  <a:lnTo>
                    <a:pt x="7704753" y="2356126"/>
                  </a:lnTo>
                  <a:lnTo>
                    <a:pt x="7613368" y="2358798"/>
                  </a:lnTo>
                  <a:lnTo>
                    <a:pt x="7514973" y="2361232"/>
                  </a:lnTo>
                  <a:lnTo>
                    <a:pt x="7410073" y="2363443"/>
                  </a:lnTo>
                  <a:lnTo>
                    <a:pt x="7299809" y="2365441"/>
                  </a:lnTo>
                  <a:lnTo>
                    <a:pt x="7186078" y="2367226"/>
                  </a:lnTo>
                  <a:lnTo>
                    <a:pt x="7071597" y="2368797"/>
                  </a:lnTo>
                  <a:lnTo>
                    <a:pt x="6959825" y="2370150"/>
                  </a:lnTo>
                  <a:lnTo>
                    <a:pt x="6854728" y="2371279"/>
                  </a:lnTo>
                  <a:lnTo>
                    <a:pt x="6760348" y="2372187"/>
                  </a:lnTo>
                  <a:lnTo>
                    <a:pt x="6680237" y="2372881"/>
                  </a:lnTo>
                  <a:lnTo>
                    <a:pt x="6616868" y="2373378"/>
                  </a:lnTo>
                  <a:lnTo>
                    <a:pt x="6571163" y="2373704"/>
                  </a:lnTo>
                  <a:lnTo>
                    <a:pt x="6542257" y="2373891"/>
                  </a:lnTo>
                  <a:lnTo>
                    <a:pt x="6527516" y="2373979"/>
                  </a:lnTo>
                  <a:lnTo>
                    <a:pt x="6522736" y="2374005"/>
                  </a:lnTo>
                  <a:lnTo>
                    <a:pt x="6522385" y="2374007"/>
                  </a:lnTo>
                  <a:lnTo>
                    <a:pt x="5527445" y="2374007"/>
                  </a:lnTo>
                  <a:lnTo>
                    <a:pt x="5526352" y="2373963"/>
                  </a:lnTo>
                  <a:lnTo>
                    <a:pt x="5519130" y="2373653"/>
                  </a:lnTo>
                  <a:lnTo>
                    <a:pt x="5500811" y="2372795"/>
                  </a:lnTo>
                  <a:lnTo>
                    <a:pt x="5467773" y="2371105"/>
                  </a:lnTo>
                  <a:lnTo>
                    <a:pt x="5417947" y="2368310"/>
                  </a:lnTo>
                  <a:lnTo>
                    <a:pt x="5350975" y="2364177"/>
                  </a:lnTo>
                  <a:lnTo>
                    <a:pt x="5268160" y="2358529"/>
                  </a:lnTo>
                  <a:lnTo>
                    <a:pt x="5172187" y="2351259"/>
                  </a:lnTo>
                  <a:lnTo>
                    <a:pt x="5066636" y="2342324"/>
                  </a:lnTo>
                  <a:lnTo>
                    <a:pt x="4955426" y="2331727"/>
                  </a:lnTo>
                  <a:lnTo>
                    <a:pt x="4842301" y="2319501"/>
                  </a:lnTo>
                  <a:lnTo>
                    <a:pt x="4730464" y="2305677"/>
                  </a:lnTo>
                  <a:lnTo>
                    <a:pt x="4622387" y="2290267"/>
                  </a:lnTo>
                  <a:lnTo>
                    <a:pt x="4519767" y="2273247"/>
                  </a:lnTo>
                  <a:lnTo>
                    <a:pt x="4423597" y="2254548"/>
                  </a:lnTo>
                  <a:lnTo>
                    <a:pt x="4334287" y="2234051"/>
                  </a:lnTo>
                  <a:lnTo>
                    <a:pt x="4251802" y="2211586"/>
                  </a:lnTo>
                  <a:lnTo>
                    <a:pt x="4175791" y="2186933"/>
                  </a:lnTo>
                  <a:lnTo>
                    <a:pt x="4105699" y="2159832"/>
                  </a:lnTo>
                  <a:lnTo>
                    <a:pt x="4040846" y="2129986"/>
                  </a:lnTo>
                  <a:lnTo>
                    <a:pt x="3980494" y="2097084"/>
                  </a:lnTo>
                  <a:lnTo>
                    <a:pt x="3923893" y="2060824"/>
                  </a:lnTo>
                  <a:lnTo>
                    <a:pt x="3870320" y="2020957"/>
                  </a:lnTo>
                  <a:lnTo>
                    <a:pt x="3820202" y="1978339"/>
                  </a:lnTo>
                  <a:lnTo>
                    <a:pt x="3773163" y="1933502"/>
                  </a:lnTo>
                  <a:lnTo>
                    <a:pt x="3727347" y="1885227"/>
                  </a:lnTo>
                  <a:lnTo>
                    <a:pt x="3682406" y="1833444"/>
                  </a:lnTo>
                  <a:lnTo>
                    <a:pt x="3638064" y="1778147"/>
                  </a:lnTo>
                  <a:lnTo>
                    <a:pt x="3594100" y="1719396"/>
                  </a:lnTo>
                  <a:lnTo>
                    <a:pt x="3550349" y="1657328"/>
                  </a:lnTo>
                  <a:lnTo>
                    <a:pt x="3506686" y="1592158"/>
                  </a:lnTo>
                  <a:lnTo>
                    <a:pt x="3463029" y="1524181"/>
                  </a:lnTo>
                  <a:lnTo>
                    <a:pt x="3419327" y="1453769"/>
                  </a:lnTo>
                  <a:lnTo>
                    <a:pt x="3375558" y="1381364"/>
                  </a:lnTo>
                  <a:lnTo>
                    <a:pt x="3331723" y="1307470"/>
                  </a:lnTo>
                  <a:lnTo>
                    <a:pt x="3287839" y="1232636"/>
                  </a:lnTo>
                  <a:lnTo>
                    <a:pt x="3243935" y="1157442"/>
                  </a:lnTo>
                  <a:lnTo>
                    <a:pt x="3200045" y="1082482"/>
                  </a:lnTo>
                  <a:lnTo>
                    <a:pt x="3156197" y="1008339"/>
                  </a:lnTo>
                  <a:lnTo>
                    <a:pt x="3112413" y="935571"/>
                  </a:lnTo>
                  <a:lnTo>
                    <a:pt x="3068697" y="864694"/>
                  </a:lnTo>
                  <a:lnTo>
                    <a:pt x="3025034" y="796162"/>
                  </a:lnTo>
                  <a:lnTo>
                    <a:pt x="2981379" y="730365"/>
                  </a:lnTo>
                  <a:lnTo>
                    <a:pt x="2937655" y="667613"/>
                  </a:lnTo>
                  <a:lnTo>
                    <a:pt x="2893750" y="608138"/>
                  </a:lnTo>
                  <a:lnTo>
                    <a:pt x="2849505" y="552094"/>
                  </a:lnTo>
                  <a:lnTo>
                    <a:pt x="2804713" y="499558"/>
                  </a:lnTo>
                  <a:lnTo>
                    <a:pt x="2759111" y="450537"/>
                  </a:lnTo>
                  <a:lnTo>
                    <a:pt x="2712367" y="404973"/>
                  </a:lnTo>
                  <a:lnTo>
                    <a:pt x="2702183" y="395667"/>
                  </a:lnTo>
                  <a:lnTo>
                    <a:pt x="2650937" y="352150"/>
                  </a:lnTo>
                  <a:lnTo>
                    <a:pt x="2597306" y="312363"/>
                  </a:lnTo>
                  <a:lnTo>
                    <a:pt x="2540631" y="276178"/>
                  </a:lnTo>
                  <a:lnTo>
                    <a:pt x="2480190" y="243345"/>
                  </a:lnTo>
                  <a:lnTo>
                    <a:pt x="2415232" y="213562"/>
                  </a:lnTo>
                  <a:lnTo>
                    <a:pt x="2345019" y="186516"/>
                  </a:lnTo>
                  <a:lnTo>
                    <a:pt x="2268874" y="161914"/>
                  </a:lnTo>
                  <a:lnTo>
                    <a:pt x="2186244" y="139493"/>
                  </a:lnTo>
                  <a:lnTo>
                    <a:pt x="2096785" y="119037"/>
                  </a:lnTo>
                  <a:lnTo>
                    <a:pt x="2000470" y="100375"/>
                  </a:lnTo>
                  <a:lnTo>
                    <a:pt x="1897720" y="83391"/>
                  </a:lnTo>
                  <a:lnTo>
                    <a:pt x="1789541" y="68015"/>
                  </a:lnTo>
                  <a:lnTo>
                    <a:pt x="1677648" y="54225"/>
                  </a:lnTo>
                  <a:lnTo>
                    <a:pt x="1564527" y="42033"/>
                  </a:lnTo>
                  <a:lnTo>
                    <a:pt x="1453398" y="31472"/>
                  </a:lnTo>
                  <a:lnTo>
                    <a:pt x="1348013" y="22573"/>
                  </a:lnTo>
                  <a:lnTo>
                    <a:pt x="1252288" y="15338"/>
                  </a:lnTo>
                  <a:lnTo>
                    <a:pt x="1169791" y="9725"/>
                  </a:lnTo>
                  <a:lnTo>
                    <a:pt x="1103180" y="5623"/>
                  </a:lnTo>
                  <a:lnTo>
                    <a:pt x="1053727" y="2854"/>
                  </a:lnTo>
                  <a:lnTo>
                    <a:pt x="1021034" y="1185"/>
                  </a:lnTo>
                  <a:lnTo>
                    <a:pt x="1002997" y="342"/>
                  </a:lnTo>
                  <a:lnTo>
                    <a:pt x="995965" y="4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41" name="pl540"/>
            <p:cNvSpPr/>
            <p:nvPr/>
          </p:nvSpPr>
          <p:spPr>
            <a:xfrm>
              <a:off x="1199187" y="3673519"/>
              <a:ext cx="12049831" cy="2374007"/>
            </a:xfrm>
            <a:custGeom>
              <a:avLst/>
              <a:pathLst>
                <a:path w="12049831" h="2374007">
                  <a:moveTo>
                    <a:pt x="0" y="0"/>
                  </a:moveTo>
                  <a:lnTo>
                    <a:pt x="994940" y="0"/>
                  </a:lnTo>
                  <a:lnTo>
                    <a:pt x="996033" y="43"/>
                  </a:lnTo>
                  <a:lnTo>
                    <a:pt x="1003255" y="354"/>
                  </a:lnTo>
                  <a:lnTo>
                    <a:pt x="1021574" y="1211"/>
                  </a:lnTo>
                  <a:lnTo>
                    <a:pt x="1054612" y="2901"/>
                  </a:lnTo>
                  <a:lnTo>
                    <a:pt x="1104438" y="5696"/>
                  </a:lnTo>
                  <a:lnTo>
                    <a:pt x="1171410" y="9830"/>
                  </a:lnTo>
                  <a:lnTo>
                    <a:pt x="1254225" y="15477"/>
                  </a:lnTo>
                  <a:lnTo>
                    <a:pt x="1350198" y="22747"/>
                  </a:lnTo>
                  <a:lnTo>
                    <a:pt x="1455749" y="31683"/>
                  </a:lnTo>
                  <a:lnTo>
                    <a:pt x="1566959" y="42279"/>
                  </a:lnTo>
                  <a:lnTo>
                    <a:pt x="1680084" y="54505"/>
                  </a:lnTo>
                  <a:lnTo>
                    <a:pt x="1791921" y="68330"/>
                  </a:lnTo>
                  <a:lnTo>
                    <a:pt x="1899998" y="83740"/>
                  </a:lnTo>
                  <a:lnTo>
                    <a:pt x="2002618" y="100760"/>
                  </a:lnTo>
                  <a:lnTo>
                    <a:pt x="2098788" y="119458"/>
                  </a:lnTo>
                  <a:lnTo>
                    <a:pt x="2188098" y="139955"/>
                  </a:lnTo>
                  <a:lnTo>
                    <a:pt x="2270583" y="162420"/>
                  </a:lnTo>
                  <a:lnTo>
                    <a:pt x="2346594" y="187073"/>
                  </a:lnTo>
                  <a:lnTo>
                    <a:pt x="2416686" y="214174"/>
                  </a:lnTo>
                  <a:lnTo>
                    <a:pt x="2481539" y="244020"/>
                  </a:lnTo>
                  <a:lnTo>
                    <a:pt x="2541891" y="276922"/>
                  </a:lnTo>
                  <a:lnTo>
                    <a:pt x="2598492" y="313182"/>
                  </a:lnTo>
                  <a:lnTo>
                    <a:pt x="2652065" y="353049"/>
                  </a:lnTo>
                  <a:lnTo>
                    <a:pt x="2702183" y="395667"/>
                  </a:lnTo>
                  <a:lnTo>
                    <a:pt x="2749222" y="440504"/>
                  </a:lnTo>
                  <a:lnTo>
                    <a:pt x="2795038" y="488779"/>
                  </a:lnTo>
                  <a:lnTo>
                    <a:pt x="2839979" y="540562"/>
                  </a:lnTo>
                  <a:lnTo>
                    <a:pt x="2884321" y="595860"/>
                  </a:lnTo>
                  <a:lnTo>
                    <a:pt x="2928285" y="654611"/>
                  </a:lnTo>
                  <a:lnTo>
                    <a:pt x="2972036" y="716678"/>
                  </a:lnTo>
                  <a:lnTo>
                    <a:pt x="3015699" y="781848"/>
                  </a:lnTo>
                  <a:lnTo>
                    <a:pt x="3059356" y="849825"/>
                  </a:lnTo>
                  <a:lnTo>
                    <a:pt x="3103058" y="920237"/>
                  </a:lnTo>
                  <a:lnTo>
                    <a:pt x="3146827" y="992642"/>
                  </a:lnTo>
                  <a:lnTo>
                    <a:pt x="3190662" y="1066536"/>
                  </a:lnTo>
                  <a:lnTo>
                    <a:pt x="3234546" y="1141370"/>
                  </a:lnTo>
                  <a:lnTo>
                    <a:pt x="3278450" y="1216564"/>
                  </a:lnTo>
                  <a:lnTo>
                    <a:pt x="3322340" y="1291524"/>
                  </a:lnTo>
                  <a:lnTo>
                    <a:pt x="3366188" y="1365667"/>
                  </a:lnTo>
                  <a:lnTo>
                    <a:pt x="3409972" y="1438435"/>
                  </a:lnTo>
                  <a:lnTo>
                    <a:pt x="3453688" y="1509313"/>
                  </a:lnTo>
                  <a:lnTo>
                    <a:pt x="3497351" y="1577844"/>
                  </a:lnTo>
                  <a:lnTo>
                    <a:pt x="3541006" y="1643642"/>
                  </a:lnTo>
                  <a:lnTo>
                    <a:pt x="3584730" y="1706394"/>
                  </a:lnTo>
                  <a:lnTo>
                    <a:pt x="3628635" y="1765868"/>
                  </a:lnTo>
                  <a:lnTo>
                    <a:pt x="3672880" y="1821912"/>
                  </a:lnTo>
                  <a:lnTo>
                    <a:pt x="3717672" y="1874448"/>
                  </a:lnTo>
                  <a:lnTo>
                    <a:pt x="3763274" y="1923470"/>
                  </a:lnTo>
                  <a:lnTo>
                    <a:pt x="3810018" y="1969033"/>
                  </a:lnTo>
                  <a:lnTo>
                    <a:pt x="3820202" y="1978339"/>
                  </a:lnTo>
                  <a:lnTo>
                    <a:pt x="3871448" y="2021857"/>
                  </a:lnTo>
                  <a:lnTo>
                    <a:pt x="3925079" y="2061643"/>
                  </a:lnTo>
                  <a:lnTo>
                    <a:pt x="3981754" y="2097828"/>
                  </a:lnTo>
                  <a:lnTo>
                    <a:pt x="4042195" y="2130661"/>
                  </a:lnTo>
                  <a:lnTo>
                    <a:pt x="4107153" y="2160444"/>
                  </a:lnTo>
                  <a:lnTo>
                    <a:pt x="4177366" y="2187490"/>
                  </a:lnTo>
                  <a:lnTo>
                    <a:pt x="4253511" y="2212093"/>
                  </a:lnTo>
                  <a:lnTo>
                    <a:pt x="4336141" y="2234513"/>
                  </a:lnTo>
                  <a:lnTo>
                    <a:pt x="4425600" y="2254970"/>
                  </a:lnTo>
                  <a:lnTo>
                    <a:pt x="4521915" y="2273631"/>
                  </a:lnTo>
                  <a:lnTo>
                    <a:pt x="4624665" y="2290616"/>
                  </a:lnTo>
                  <a:lnTo>
                    <a:pt x="4732844" y="2305992"/>
                  </a:lnTo>
                  <a:lnTo>
                    <a:pt x="4844737" y="2319782"/>
                  </a:lnTo>
                  <a:lnTo>
                    <a:pt x="4957858" y="2331973"/>
                  </a:lnTo>
                  <a:lnTo>
                    <a:pt x="5068987" y="2342534"/>
                  </a:lnTo>
                  <a:lnTo>
                    <a:pt x="5174372" y="2351434"/>
                  </a:lnTo>
                  <a:lnTo>
                    <a:pt x="5270097" y="2358668"/>
                  </a:lnTo>
                  <a:lnTo>
                    <a:pt x="5352594" y="2364281"/>
                  </a:lnTo>
                  <a:lnTo>
                    <a:pt x="5419205" y="2368384"/>
                  </a:lnTo>
                  <a:lnTo>
                    <a:pt x="5468658" y="2371152"/>
                  </a:lnTo>
                  <a:lnTo>
                    <a:pt x="5501351" y="2372821"/>
                  </a:lnTo>
                  <a:lnTo>
                    <a:pt x="5519388" y="2373664"/>
                  </a:lnTo>
                  <a:lnTo>
                    <a:pt x="5526420" y="2373966"/>
                  </a:lnTo>
                  <a:lnTo>
                    <a:pt x="5527445" y="2374007"/>
                  </a:lnTo>
                  <a:lnTo>
                    <a:pt x="6522385" y="2374007"/>
                  </a:lnTo>
                  <a:lnTo>
                    <a:pt x="6523521" y="2374001"/>
                  </a:lnTo>
                  <a:lnTo>
                    <a:pt x="6531016" y="2373959"/>
                  </a:lnTo>
                  <a:lnTo>
                    <a:pt x="6550008" y="2373843"/>
                  </a:lnTo>
                  <a:lnTo>
                    <a:pt x="6584214" y="2373614"/>
                  </a:lnTo>
                  <a:lnTo>
                    <a:pt x="6635702" y="2373236"/>
                  </a:lnTo>
                  <a:lnTo>
                    <a:pt x="6704743" y="2372677"/>
                  </a:lnTo>
                  <a:lnTo>
                    <a:pt x="6789868" y="2371914"/>
                  </a:lnTo>
                  <a:lnTo>
                    <a:pt x="6888188" y="2370934"/>
                  </a:lnTo>
                  <a:lnTo>
                    <a:pt x="6995925" y="2369731"/>
                  </a:lnTo>
                  <a:lnTo>
                    <a:pt x="7109004" y="2368306"/>
                  </a:lnTo>
                  <a:lnTo>
                    <a:pt x="7223587" y="2366664"/>
                  </a:lnTo>
                  <a:lnTo>
                    <a:pt x="7336441" y="2364809"/>
                  </a:lnTo>
                  <a:lnTo>
                    <a:pt x="7445117" y="2362742"/>
                  </a:lnTo>
                  <a:lnTo>
                    <a:pt x="7547976" y="2360459"/>
                  </a:lnTo>
                  <a:lnTo>
                    <a:pt x="7644103" y="2357949"/>
                  </a:lnTo>
                  <a:lnTo>
                    <a:pt x="7733167" y="2355195"/>
                  </a:lnTo>
                  <a:lnTo>
                    <a:pt x="7815282" y="2352172"/>
                  </a:lnTo>
                  <a:lnTo>
                    <a:pt x="7890864" y="2348850"/>
                  </a:lnTo>
                  <a:lnTo>
                    <a:pt x="7960528" y="2345191"/>
                  </a:lnTo>
                  <a:lnTo>
                    <a:pt x="8024999" y="2341156"/>
                  </a:lnTo>
                  <a:lnTo>
                    <a:pt x="8085051" y="2336702"/>
                  </a:lnTo>
                  <a:lnTo>
                    <a:pt x="8141461" y="2331788"/>
                  </a:lnTo>
                  <a:lnTo>
                    <a:pt x="8194964" y="2326386"/>
                  </a:lnTo>
                  <a:lnTo>
                    <a:pt x="8229629" y="2322474"/>
                  </a:lnTo>
                  <a:lnTo>
                    <a:pt x="8290779" y="2314761"/>
                  </a:lnTo>
                  <a:lnTo>
                    <a:pt x="8350032" y="2306280"/>
                  </a:lnTo>
                  <a:lnTo>
                    <a:pt x="8408088" y="2297018"/>
                  </a:lnTo>
                  <a:lnTo>
                    <a:pt x="8465465" y="2286989"/>
                  </a:lnTo>
                  <a:lnTo>
                    <a:pt x="8522530" y="2276233"/>
                  </a:lnTo>
                  <a:lnTo>
                    <a:pt x="8579521" y="2264822"/>
                  </a:lnTo>
                  <a:lnTo>
                    <a:pt x="8636576" y="2252857"/>
                  </a:lnTo>
                  <a:lnTo>
                    <a:pt x="8693746" y="2240465"/>
                  </a:lnTo>
                  <a:lnTo>
                    <a:pt x="8751015" y="2227796"/>
                  </a:lnTo>
                  <a:lnTo>
                    <a:pt x="8808332" y="2215015"/>
                  </a:lnTo>
                  <a:lnTo>
                    <a:pt x="8865623" y="2202292"/>
                  </a:lnTo>
                  <a:lnTo>
                    <a:pt x="8922827" y="2189797"/>
                  </a:lnTo>
                  <a:lnTo>
                    <a:pt x="8979916" y="2177683"/>
                  </a:lnTo>
                  <a:lnTo>
                    <a:pt x="9036918" y="2166086"/>
                  </a:lnTo>
                  <a:lnTo>
                    <a:pt x="9093939" y="2155117"/>
                  </a:lnTo>
                  <a:lnTo>
                    <a:pt x="9151185" y="2144855"/>
                  </a:lnTo>
                  <a:lnTo>
                    <a:pt x="9208981" y="2135350"/>
                  </a:lnTo>
                  <a:lnTo>
                    <a:pt x="9267793" y="2126625"/>
                  </a:lnTo>
                  <a:lnTo>
                    <a:pt x="9328261" y="2118674"/>
                  </a:lnTo>
                  <a:lnTo>
                    <a:pt x="9347647" y="2116342"/>
                  </a:lnTo>
                  <a:lnTo>
                    <a:pt x="9399571" y="2110604"/>
                  </a:lnTo>
                  <a:lnTo>
                    <a:pt x="9453950" y="2105365"/>
                  </a:lnTo>
                  <a:lnTo>
                    <a:pt x="9511470" y="2100606"/>
                  </a:lnTo>
                  <a:lnTo>
                    <a:pt x="9572884" y="2096293"/>
                  </a:lnTo>
                  <a:lnTo>
                    <a:pt x="9638973" y="2092386"/>
                  </a:lnTo>
                  <a:lnTo>
                    <a:pt x="9710501" y="2088842"/>
                  </a:lnTo>
                  <a:lnTo>
                    <a:pt x="9788165" y="2085622"/>
                  </a:lnTo>
                  <a:lnTo>
                    <a:pt x="9872524" y="2082690"/>
                  </a:lnTo>
                  <a:lnTo>
                    <a:pt x="9963909" y="2080018"/>
                  </a:lnTo>
                  <a:lnTo>
                    <a:pt x="10062304" y="2077584"/>
                  </a:lnTo>
                  <a:lnTo>
                    <a:pt x="10167203" y="2075373"/>
                  </a:lnTo>
                  <a:lnTo>
                    <a:pt x="10277468" y="2073375"/>
                  </a:lnTo>
                  <a:lnTo>
                    <a:pt x="10391198" y="2071590"/>
                  </a:lnTo>
                  <a:lnTo>
                    <a:pt x="10505680" y="2070019"/>
                  </a:lnTo>
                  <a:lnTo>
                    <a:pt x="10617452" y="2068667"/>
                  </a:lnTo>
                  <a:lnTo>
                    <a:pt x="10722548" y="2067537"/>
                  </a:lnTo>
                  <a:lnTo>
                    <a:pt x="10816929" y="2066629"/>
                  </a:lnTo>
                  <a:lnTo>
                    <a:pt x="10897040" y="2065935"/>
                  </a:lnTo>
                  <a:lnTo>
                    <a:pt x="10960409" y="2065438"/>
                  </a:lnTo>
                  <a:lnTo>
                    <a:pt x="11006113" y="2065113"/>
                  </a:lnTo>
                  <a:lnTo>
                    <a:pt x="11035020" y="2064925"/>
                  </a:lnTo>
                  <a:lnTo>
                    <a:pt x="11049761" y="2064837"/>
                  </a:lnTo>
                  <a:lnTo>
                    <a:pt x="11054540" y="2064811"/>
                  </a:lnTo>
                  <a:lnTo>
                    <a:pt x="11054891" y="2064809"/>
                  </a:lnTo>
                  <a:lnTo>
                    <a:pt x="12049831" y="2064809"/>
                  </a:lnTo>
                  <a:lnTo>
                    <a:pt x="12049831" y="20648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2" name="pl541"/>
            <p:cNvSpPr/>
            <p:nvPr/>
          </p:nvSpPr>
          <p:spPr>
            <a:xfrm>
              <a:off x="1199187" y="3663038"/>
              <a:ext cx="12049831" cy="2374007"/>
            </a:xfrm>
            <a:custGeom>
              <a:avLst/>
              <a:pathLst>
                <a:path w="12049831" h="2374007">
                  <a:moveTo>
                    <a:pt x="12049831" y="2064809"/>
                  </a:moveTo>
                  <a:lnTo>
                    <a:pt x="11054891" y="2064809"/>
                  </a:lnTo>
                  <a:lnTo>
                    <a:pt x="11053755" y="2064815"/>
                  </a:lnTo>
                  <a:lnTo>
                    <a:pt x="11046261" y="2064857"/>
                  </a:lnTo>
                  <a:lnTo>
                    <a:pt x="11027268" y="2064973"/>
                  </a:lnTo>
                  <a:lnTo>
                    <a:pt x="10993063" y="2065202"/>
                  </a:lnTo>
                  <a:lnTo>
                    <a:pt x="10941575" y="2065581"/>
                  </a:lnTo>
                  <a:lnTo>
                    <a:pt x="10872533" y="2066139"/>
                  </a:lnTo>
                  <a:lnTo>
                    <a:pt x="10787409" y="2066902"/>
                  </a:lnTo>
                  <a:lnTo>
                    <a:pt x="10689089" y="2067882"/>
                  </a:lnTo>
                  <a:lnTo>
                    <a:pt x="10581352" y="2069085"/>
                  </a:lnTo>
                  <a:lnTo>
                    <a:pt x="10468273" y="2070510"/>
                  </a:lnTo>
                  <a:lnTo>
                    <a:pt x="10353689" y="2072152"/>
                  </a:lnTo>
                  <a:lnTo>
                    <a:pt x="10240836" y="2074007"/>
                  </a:lnTo>
                  <a:lnTo>
                    <a:pt x="10132159" y="2076074"/>
                  </a:lnTo>
                  <a:lnTo>
                    <a:pt x="10029300" y="2078357"/>
                  </a:lnTo>
                  <a:lnTo>
                    <a:pt x="9933174" y="2080867"/>
                  </a:lnTo>
                  <a:lnTo>
                    <a:pt x="9844109" y="2083621"/>
                  </a:lnTo>
                  <a:lnTo>
                    <a:pt x="9761995" y="2086644"/>
                  </a:lnTo>
                  <a:lnTo>
                    <a:pt x="9686412" y="2089966"/>
                  </a:lnTo>
                  <a:lnTo>
                    <a:pt x="9616749" y="2093625"/>
                  </a:lnTo>
                  <a:lnTo>
                    <a:pt x="9552278" y="2097660"/>
                  </a:lnTo>
                  <a:lnTo>
                    <a:pt x="9492225" y="2102115"/>
                  </a:lnTo>
                  <a:lnTo>
                    <a:pt x="9435815" y="2107028"/>
                  </a:lnTo>
                  <a:lnTo>
                    <a:pt x="9382312" y="2112430"/>
                  </a:lnTo>
                  <a:lnTo>
                    <a:pt x="9347647" y="2116342"/>
                  </a:lnTo>
                  <a:lnTo>
                    <a:pt x="9286497" y="2124055"/>
                  </a:lnTo>
                  <a:lnTo>
                    <a:pt x="9227245" y="2132536"/>
                  </a:lnTo>
                  <a:lnTo>
                    <a:pt x="9169188" y="2141798"/>
                  </a:lnTo>
                  <a:lnTo>
                    <a:pt x="9111811" y="2151827"/>
                  </a:lnTo>
                  <a:lnTo>
                    <a:pt x="9054747" y="2162583"/>
                  </a:lnTo>
                  <a:lnTo>
                    <a:pt x="8997755" y="2173994"/>
                  </a:lnTo>
                  <a:lnTo>
                    <a:pt x="8940700" y="2185959"/>
                  </a:lnTo>
                  <a:lnTo>
                    <a:pt x="8883531" y="2198351"/>
                  </a:lnTo>
                  <a:lnTo>
                    <a:pt x="8826261" y="2211020"/>
                  </a:lnTo>
                  <a:lnTo>
                    <a:pt x="8768945" y="2223801"/>
                  </a:lnTo>
                  <a:lnTo>
                    <a:pt x="8711653" y="2236524"/>
                  </a:lnTo>
                  <a:lnTo>
                    <a:pt x="8654449" y="2249020"/>
                  </a:lnTo>
                  <a:lnTo>
                    <a:pt x="8597360" y="2261133"/>
                  </a:lnTo>
                  <a:lnTo>
                    <a:pt x="8540359" y="2272730"/>
                  </a:lnTo>
                  <a:lnTo>
                    <a:pt x="8483338" y="2283699"/>
                  </a:lnTo>
                  <a:lnTo>
                    <a:pt x="8426092" y="2293961"/>
                  </a:lnTo>
                  <a:lnTo>
                    <a:pt x="8368296" y="2303466"/>
                  </a:lnTo>
                  <a:lnTo>
                    <a:pt x="8309483" y="2312191"/>
                  </a:lnTo>
                  <a:lnTo>
                    <a:pt x="8249015" y="2320142"/>
                  </a:lnTo>
                  <a:lnTo>
                    <a:pt x="8229629" y="2322474"/>
                  </a:lnTo>
                  <a:lnTo>
                    <a:pt x="8177706" y="2328212"/>
                  </a:lnTo>
                  <a:lnTo>
                    <a:pt x="8123327" y="2333451"/>
                  </a:lnTo>
                  <a:lnTo>
                    <a:pt x="8065807" y="2338210"/>
                  </a:lnTo>
                  <a:lnTo>
                    <a:pt x="8004392" y="2342523"/>
                  </a:lnTo>
                  <a:lnTo>
                    <a:pt x="7938303" y="2346430"/>
                  </a:lnTo>
                  <a:lnTo>
                    <a:pt x="7866775" y="2349974"/>
                  </a:lnTo>
                  <a:lnTo>
                    <a:pt x="7789112" y="2353194"/>
                  </a:lnTo>
                  <a:lnTo>
                    <a:pt x="7704753" y="2356126"/>
                  </a:lnTo>
                  <a:lnTo>
                    <a:pt x="7613368" y="2358798"/>
                  </a:lnTo>
                  <a:lnTo>
                    <a:pt x="7514973" y="2361232"/>
                  </a:lnTo>
                  <a:lnTo>
                    <a:pt x="7410073" y="2363443"/>
                  </a:lnTo>
                  <a:lnTo>
                    <a:pt x="7299809" y="2365441"/>
                  </a:lnTo>
                  <a:lnTo>
                    <a:pt x="7186078" y="2367226"/>
                  </a:lnTo>
                  <a:lnTo>
                    <a:pt x="7071597" y="2368797"/>
                  </a:lnTo>
                  <a:lnTo>
                    <a:pt x="6959825" y="2370150"/>
                  </a:lnTo>
                  <a:lnTo>
                    <a:pt x="6854728" y="2371279"/>
                  </a:lnTo>
                  <a:lnTo>
                    <a:pt x="6760348" y="2372187"/>
                  </a:lnTo>
                  <a:lnTo>
                    <a:pt x="6680237" y="2372881"/>
                  </a:lnTo>
                  <a:lnTo>
                    <a:pt x="6616868" y="2373378"/>
                  </a:lnTo>
                  <a:lnTo>
                    <a:pt x="6571163" y="2373704"/>
                  </a:lnTo>
                  <a:lnTo>
                    <a:pt x="6542257" y="2373891"/>
                  </a:lnTo>
                  <a:lnTo>
                    <a:pt x="6527516" y="2373979"/>
                  </a:lnTo>
                  <a:lnTo>
                    <a:pt x="6522736" y="2374005"/>
                  </a:lnTo>
                  <a:lnTo>
                    <a:pt x="6522385" y="2374007"/>
                  </a:lnTo>
                  <a:lnTo>
                    <a:pt x="5527445" y="2374007"/>
                  </a:lnTo>
                  <a:lnTo>
                    <a:pt x="5526352" y="2373963"/>
                  </a:lnTo>
                  <a:lnTo>
                    <a:pt x="5519130" y="2373653"/>
                  </a:lnTo>
                  <a:lnTo>
                    <a:pt x="5500811" y="2372795"/>
                  </a:lnTo>
                  <a:lnTo>
                    <a:pt x="5467773" y="2371105"/>
                  </a:lnTo>
                  <a:lnTo>
                    <a:pt x="5417947" y="2368310"/>
                  </a:lnTo>
                  <a:lnTo>
                    <a:pt x="5350975" y="2364177"/>
                  </a:lnTo>
                  <a:lnTo>
                    <a:pt x="5268160" y="2358529"/>
                  </a:lnTo>
                  <a:lnTo>
                    <a:pt x="5172187" y="2351259"/>
                  </a:lnTo>
                  <a:lnTo>
                    <a:pt x="5066636" y="2342324"/>
                  </a:lnTo>
                  <a:lnTo>
                    <a:pt x="4955426" y="2331727"/>
                  </a:lnTo>
                  <a:lnTo>
                    <a:pt x="4842301" y="2319501"/>
                  </a:lnTo>
                  <a:lnTo>
                    <a:pt x="4730464" y="2305677"/>
                  </a:lnTo>
                  <a:lnTo>
                    <a:pt x="4622387" y="2290267"/>
                  </a:lnTo>
                  <a:lnTo>
                    <a:pt x="4519767" y="2273247"/>
                  </a:lnTo>
                  <a:lnTo>
                    <a:pt x="4423597" y="2254548"/>
                  </a:lnTo>
                  <a:lnTo>
                    <a:pt x="4334287" y="2234051"/>
                  </a:lnTo>
                  <a:lnTo>
                    <a:pt x="4251802" y="2211586"/>
                  </a:lnTo>
                  <a:lnTo>
                    <a:pt x="4175791" y="2186933"/>
                  </a:lnTo>
                  <a:lnTo>
                    <a:pt x="4105699" y="2159832"/>
                  </a:lnTo>
                  <a:lnTo>
                    <a:pt x="4040846" y="2129986"/>
                  </a:lnTo>
                  <a:lnTo>
                    <a:pt x="3980494" y="2097084"/>
                  </a:lnTo>
                  <a:lnTo>
                    <a:pt x="3923893" y="2060824"/>
                  </a:lnTo>
                  <a:lnTo>
                    <a:pt x="3870320" y="2020957"/>
                  </a:lnTo>
                  <a:lnTo>
                    <a:pt x="3820202" y="1978339"/>
                  </a:lnTo>
                  <a:lnTo>
                    <a:pt x="3773163" y="1933502"/>
                  </a:lnTo>
                  <a:lnTo>
                    <a:pt x="3727347" y="1885227"/>
                  </a:lnTo>
                  <a:lnTo>
                    <a:pt x="3682406" y="1833444"/>
                  </a:lnTo>
                  <a:lnTo>
                    <a:pt x="3638064" y="1778147"/>
                  </a:lnTo>
                  <a:lnTo>
                    <a:pt x="3594100" y="1719396"/>
                  </a:lnTo>
                  <a:lnTo>
                    <a:pt x="3550349" y="1657328"/>
                  </a:lnTo>
                  <a:lnTo>
                    <a:pt x="3506686" y="1592158"/>
                  </a:lnTo>
                  <a:lnTo>
                    <a:pt x="3463029" y="1524181"/>
                  </a:lnTo>
                  <a:lnTo>
                    <a:pt x="3419327" y="1453769"/>
                  </a:lnTo>
                  <a:lnTo>
                    <a:pt x="3375558" y="1381364"/>
                  </a:lnTo>
                  <a:lnTo>
                    <a:pt x="3331723" y="1307470"/>
                  </a:lnTo>
                  <a:lnTo>
                    <a:pt x="3287839" y="1232636"/>
                  </a:lnTo>
                  <a:lnTo>
                    <a:pt x="3243935" y="1157442"/>
                  </a:lnTo>
                  <a:lnTo>
                    <a:pt x="3200045" y="1082482"/>
                  </a:lnTo>
                  <a:lnTo>
                    <a:pt x="3156197" y="1008339"/>
                  </a:lnTo>
                  <a:lnTo>
                    <a:pt x="3112413" y="935571"/>
                  </a:lnTo>
                  <a:lnTo>
                    <a:pt x="3068697" y="864694"/>
                  </a:lnTo>
                  <a:lnTo>
                    <a:pt x="3025034" y="796162"/>
                  </a:lnTo>
                  <a:lnTo>
                    <a:pt x="2981379" y="730365"/>
                  </a:lnTo>
                  <a:lnTo>
                    <a:pt x="2937655" y="667613"/>
                  </a:lnTo>
                  <a:lnTo>
                    <a:pt x="2893750" y="608138"/>
                  </a:lnTo>
                  <a:lnTo>
                    <a:pt x="2849505" y="552094"/>
                  </a:lnTo>
                  <a:lnTo>
                    <a:pt x="2804713" y="499558"/>
                  </a:lnTo>
                  <a:lnTo>
                    <a:pt x="2759111" y="450537"/>
                  </a:lnTo>
                  <a:lnTo>
                    <a:pt x="2712367" y="404973"/>
                  </a:lnTo>
                  <a:lnTo>
                    <a:pt x="2702183" y="395667"/>
                  </a:lnTo>
                  <a:lnTo>
                    <a:pt x="2650937" y="352150"/>
                  </a:lnTo>
                  <a:lnTo>
                    <a:pt x="2597306" y="312363"/>
                  </a:lnTo>
                  <a:lnTo>
                    <a:pt x="2540631" y="276178"/>
                  </a:lnTo>
                  <a:lnTo>
                    <a:pt x="2480190" y="243345"/>
                  </a:lnTo>
                  <a:lnTo>
                    <a:pt x="2415232" y="213562"/>
                  </a:lnTo>
                  <a:lnTo>
                    <a:pt x="2345019" y="186516"/>
                  </a:lnTo>
                  <a:lnTo>
                    <a:pt x="2268874" y="161914"/>
                  </a:lnTo>
                  <a:lnTo>
                    <a:pt x="2186244" y="139493"/>
                  </a:lnTo>
                  <a:lnTo>
                    <a:pt x="2096785" y="119037"/>
                  </a:lnTo>
                  <a:lnTo>
                    <a:pt x="2000470" y="100375"/>
                  </a:lnTo>
                  <a:lnTo>
                    <a:pt x="1897720" y="83391"/>
                  </a:lnTo>
                  <a:lnTo>
                    <a:pt x="1789541" y="68015"/>
                  </a:lnTo>
                  <a:lnTo>
                    <a:pt x="1677648" y="54225"/>
                  </a:lnTo>
                  <a:lnTo>
                    <a:pt x="1564527" y="42033"/>
                  </a:lnTo>
                  <a:lnTo>
                    <a:pt x="1453398" y="31472"/>
                  </a:lnTo>
                  <a:lnTo>
                    <a:pt x="1348013" y="22573"/>
                  </a:lnTo>
                  <a:lnTo>
                    <a:pt x="1252288" y="15338"/>
                  </a:lnTo>
                  <a:lnTo>
                    <a:pt x="1169791" y="9725"/>
                  </a:lnTo>
                  <a:lnTo>
                    <a:pt x="1103180" y="5623"/>
                  </a:lnTo>
                  <a:lnTo>
                    <a:pt x="1053727" y="2854"/>
                  </a:lnTo>
                  <a:lnTo>
                    <a:pt x="1021034" y="1185"/>
                  </a:lnTo>
                  <a:lnTo>
                    <a:pt x="1002997" y="342"/>
                  </a:lnTo>
                  <a:lnTo>
                    <a:pt x="995965" y="4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3" name="pg542"/>
            <p:cNvSpPr/>
            <p:nvPr/>
          </p:nvSpPr>
          <p:spPr>
            <a:xfrm>
              <a:off x="1199187" y="1839298"/>
              <a:ext cx="12049831" cy="3228230"/>
            </a:xfrm>
            <a:custGeom>
              <a:avLst/>
              <a:pathLst>
                <a:path w="12049831" h="3228230">
                  <a:moveTo>
                    <a:pt x="0" y="1304917"/>
                  </a:moveTo>
                  <a:lnTo>
                    <a:pt x="994940" y="1304917"/>
                  </a:lnTo>
                  <a:lnTo>
                    <a:pt x="996048" y="1304953"/>
                  </a:lnTo>
                  <a:lnTo>
                    <a:pt x="1003362" y="1305208"/>
                  </a:lnTo>
                  <a:lnTo>
                    <a:pt x="1021910" y="1305912"/>
                  </a:lnTo>
                  <a:lnTo>
                    <a:pt x="1055345" y="1307300"/>
                  </a:lnTo>
                  <a:lnTo>
                    <a:pt x="1105737" y="1309595"/>
                  </a:lnTo>
                  <a:lnTo>
                    <a:pt x="1173415" y="1312986"/>
                  </a:lnTo>
                  <a:lnTo>
                    <a:pt x="1257019" y="1317619"/>
                  </a:lnTo>
                  <a:lnTo>
                    <a:pt x="1353796" y="1323580"/>
                  </a:lnTo>
                  <a:lnTo>
                    <a:pt x="1460098" y="1330902"/>
                  </a:lnTo>
                  <a:lnTo>
                    <a:pt x="1571953" y="1339581"/>
                  </a:lnTo>
                  <a:lnTo>
                    <a:pt x="1685584" y="1349591"/>
                  </a:lnTo>
                  <a:lnTo>
                    <a:pt x="1797777" y="1360906"/>
                  </a:lnTo>
                  <a:lnTo>
                    <a:pt x="1906066" y="1373518"/>
                  </a:lnTo>
                  <a:lnTo>
                    <a:pt x="2008774" y="1387447"/>
                  </a:lnTo>
                  <a:lnTo>
                    <a:pt x="2104934" y="1402754"/>
                  </a:lnTo>
                  <a:lnTo>
                    <a:pt x="2194164" y="1419538"/>
                  </a:lnTo>
                  <a:lnTo>
                    <a:pt x="2276524" y="1437943"/>
                  </a:lnTo>
                  <a:lnTo>
                    <a:pt x="2352389" y="1458150"/>
                  </a:lnTo>
                  <a:lnTo>
                    <a:pt x="2422334" y="1480377"/>
                  </a:lnTo>
                  <a:lnTo>
                    <a:pt x="2487054" y="1504869"/>
                  </a:lnTo>
                  <a:lnTo>
                    <a:pt x="2547301" y="1531881"/>
                  </a:lnTo>
                  <a:lnTo>
                    <a:pt x="2603833" y="1561659"/>
                  </a:lnTo>
                  <a:lnTo>
                    <a:pt x="2657378" y="1594400"/>
                  </a:lnTo>
                  <a:lnTo>
                    <a:pt x="2702183" y="1625470"/>
                  </a:lnTo>
                  <a:lnTo>
                    <a:pt x="2752338" y="1664337"/>
                  </a:lnTo>
                  <a:lnTo>
                    <a:pt x="2801128" y="1706382"/>
                  </a:lnTo>
                  <a:lnTo>
                    <a:pt x="2848967" y="1751668"/>
                  </a:lnTo>
                  <a:lnTo>
                    <a:pt x="2896179" y="1800191"/>
                  </a:lnTo>
                  <a:lnTo>
                    <a:pt x="2943016" y="1851872"/>
                  </a:lnTo>
                  <a:lnTo>
                    <a:pt x="2989663" y="1906556"/>
                  </a:lnTo>
                  <a:lnTo>
                    <a:pt x="3036251" y="1963999"/>
                  </a:lnTo>
                  <a:lnTo>
                    <a:pt x="3082864" y="2023880"/>
                  </a:lnTo>
                  <a:lnTo>
                    <a:pt x="3129546" y="2085795"/>
                  </a:lnTo>
                  <a:lnTo>
                    <a:pt x="3176306" y="2149273"/>
                  </a:lnTo>
                  <a:lnTo>
                    <a:pt x="3223129" y="2213788"/>
                  </a:lnTo>
                  <a:lnTo>
                    <a:pt x="3269983" y="2278775"/>
                  </a:lnTo>
                  <a:lnTo>
                    <a:pt x="3316830" y="2343653"/>
                  </a:lnTo>
                  <a:lnTo>
                    <a:pt x="3363633" y="2407843"/>
                  </a:lnTo>
                  <a:lnTo>
                    <a:pt x="3410364" y="2470794"/>
                  </a:lnTo>
                  <a:lnTo>
                    <a:pt x="3457017" y="2531997"/>
                  </a:lnTo>
                  <a:lnTo>
                    <a:pt x="3503614" y="2591006"/>
                  </a:lnTo>
                  <a:lnTo>
                    <a:pt x="3550212" y="2647448"/>
                  </a:lnTo>
                  <a:lnTo>
                    <a:pt x="3596911" y="2701028"/>
                  </a:lnTo>
                  <a:lnTo>
                    <a:pt x="3643864" y="2751539"/>
                  </a:lnTo>
                  <a:lnTo>
                    <a:pt x="3691278" y="2798852"/>
                  </a:lnTo>
                  <a:lnTo>
                    <a:pt x="3739432" y="2842919"/>
                  </a:lnTo>
                  <a:lnTo>
                    <a:pt x="3788680" y="2883761"/>
                  </a:lnTo>
                  <a:lnTo>
                    <a:pt x="3820202" y="2907678"/>
                  </a:lnTo>
                  <a:lnTo>
                    <a:pt x="3871680" y="2943083"/>
                  </a:lnTo>
                  <a:lnTo>
                    <a:pt x="3925567" y="2975440"/>
                  </a:lnTo>
                  <a:lnTo>
                    <a:pt x="3982530" y="3004853"/>
                  </a:lnTo>
                  <a:lnTo>
                    <a:pt x="4043304" y="3031531"/>
                  </a:lnTo>
                  <a:lnTo>
                    <a:pt x="4108648" y="3055720"/>
                  </a:lnTo>
                  <a:lnTo>
                    <a:pt x="4179310" y="3077677"/>
                  </a:lnTo>
                  <a:lnTo>
                    <a:pt x="4255972" y="3097643"/>
                  </a:lnTo>
                  <a:lnTo>
                    <a:pt x="4339192" y="3115832"/>
                  </a:lnTo>
                  <a:lnTo>
                    <a:pt x="4429308" y="3132421"/>
                  </a:lnTo>
                  <a:lnTo>
                    <a:pt x="4526333" y="3147548"/>
                  </a:lnTo>
                  <a:lnTo>
                    <a:pt x="4629819" y="3161307"/>
                  </a:lnTo>
                  <a:lnTo>
                    <a:pt x="4738715" y="3173753"/>
                  </a:lnTo>
                  <a:lnTo>
                    <a:pt x="4851243" y="3184903"/>
                  </a:lnTo>
                  <a:lnTo>
                    <a:pt x="4964841" y="3194746"/>
                  </a:lnTo>
                  <a:lnTo>
                    <a:pt x="5076208" y="3203253"/>
                  </a:lnTo>
                  <a:lnTo>
                    <a:pt x="5181517" y="3210402"/>
                  </a:lnTo>
                  <a:lnTo>
                    <a:pt x="5276807" y="3216190"/>
                  </a:lnTo>
                  <a:lnTo>
                    <a:pt x="5358512" y="3220659"/>
                  </a:lnTo>
                  <a:lnTo>
                    <a:pt x="5424032" y="3223902"/>
                  </a:lnTo>
                  <a:lnTo>
                    <a:pt x="5472211" y="3226070"/>
                  </a:lnTo>
                  <a:lnTo>
                    <a:pt x="5503601" y="3227358"/>
                  </a:lnTo>
                  <a:lnTo>
                    <a:pt x="5520486" y="3227992"/>
                  </a:lnTo>
                  <a:lnTo>
                    <a:pt x="5526704" y="3228206"/>
                  </a:lnTo>
                  <a:lnTo>
                    <a:pt x="5527445" y="3228230"/>
                  </a:lnTo>
                  <a:lnTo>
                    <a:pt x="6522385" y="3228230"/>
                  </a:lnTo>
                  <a:lnTo>
                    <a:pt x="6523446" y="3228173"/>
                  </a:lnTo>
                  <a:lnTo>
                    <a:pt x="6530451" y="3227765"/>
                  </a:lnTo>
                  <a:lnTo>
                    <a:pt x="6548236" y="3226637"/>
                  </a:lnTo>
                  <a:lnTo>
                    <a:pt x="6580347" y="3224414"/>
                  </a:lnTo>
                  <a:lnTo>
                    <a:pt x="6628847" y="3220737"/>
                  </a:lnTo>
                  <a:lnTo>
                    <a:pt x="6694163" y="3215295"/>
                  </a:lnTo>
                  <a:lnTo>
                    <a:pt x="6775118" y="3207853"/>
                  </a:lnTo>
                  <a:lnTo>
                    <a:pt x="6869188" y="3198261"/>
                  </a:lnTo>
                  <a:lnTo>
                    <a:pt x="6972951" y="3186456"/>
                  </a:lnTo>
                  <a:lnTo>
                    <a:pt x="7082616" y="3172441"/>
                  </a:lnTo>
                  <a:lnTo>
                    <a:pt x="7194519" y="3156254"/>
                  </a:lnTo>
                  <a:lnTo>
                    <a:pt x="7305486" y="3137939"/>
                  </a:lnTo>
                  <a:lnTo>
                    <a:pt x="7413032" y="3117516"/>
                  </a:lnTo>
                  <a:lnTo>
                    <a:pt x="7515416" y="3094961"/>
                  </a:lnTo>
                  <a:lnTo>
                    <a:pt x="7611587" y="3070192"/>
                  </a:lnTo>
                  <a:lnTo>
                    <a:pt x="7701071" y="3043062"/>
                  </a:lnTo>
                  <a:lnTo>
                    <a:pt x="7783842" y="3013358"/>
                  </a:lnTo>
                  <a:lnTo>
                    <a:pt x="7860193" y="2980803"/>
                  </a:lnTo>
                  <a:lnTo>
                    <a:pt x="7930635" y="2945062"/>
                  </a:lnTo>
                  <a:lnTo>
                    <a:pt x="7995809" y="2905753"/>
                  </a:lnTo>
                  <a:lnTo>
                    <a:pt x="8056421" y="2862469"/>
                  </a:lnTo>
                  <a:lnTo>
                    <a:pt x="8113201" y="2814805"/>
                  </a:lnTo>
                  <a:lnTo>
                    <a:pt x="8166857" y="2762412"/>
                  </a:lnTo>
                  <a:lnTo>
                    <a:pt x="8218044" y="2705077"/>
                  </a:lnTo>
                  <a:lnTo>
                    <a:pt x="8229629" y="2691065"/>
                  </a:lnTo>
                  <a:lnTo>
                    <a:pt x="8271767" y="2636838"/>
                  </a:lnTo>
                  <a:lnTo>
                    <a:pt x="8312894" y="2578887"/>
                  </a:lnTo>
                  <a:lnTo>
                    <a:pt x="8353268" y="2517136"/>
                  </a:lnTo>
                  <a:lnTo>
                    <a:pt x="8393101" y="2451560"/>
                  </a:lnTo>
                  <a:lnTo>
                    <a:pt x="8432562" y="2382195"/>
                  </a:lnTo>
                  <a:lnTo>
                    <a:pt x="8471787" y="2309138"/>
                  </a:lnTo>
                  <a:lnTo>
                    <a:pt x="8510884" y="2232551"/>
                  </a:lnTo>
                  <a:lnTo>
                    <a:pt x="8549931" y="2152670"/>
                  </a:lnTo>
                  <a:lnTo>
                    <a:pt x="8588981" y="2069796"/>
                  </a:lnTo>
                  <a:lnTo>
                    <a:pt x="8628070" y="1984298"/>
                  </a:lnTo>
                  <a:lnTo>
                    <a:pt x="8667212" y="1896606"/>
                  </a:lnTo>
                  <a:lnTo>
                    <a:pt x="8706408" y="1807203"/>
                  </a:lnTo>
                  <a:lnTo>
                    <a:pt x="8745648" y="1716616"/>
                  </a:lnTo>
                  <a:lnTo>
                    <a:pt x="8784913" y="1625401"/>
                  </a:lnTo>
                  <a:lnTo>
                    <a:pt x="8824180" y="1534131"/>
                  </a:lnTo>
                  <a:lnTo>
                    <a:pt x="8863426" y="1443381"/>
                  </a:lnTo>
                  <a:lnTo>
                    <a:pt x="8902632" y="1353711"/>
                  </a:lnTo>
                  <a:lnTo>
                    <a:pt x="8941784" y="1265656"/>
                  </a:lnTo>
                  <a:lnTo>
                    <a:pt x="8980882" y="1179707"/>
                  </a:lnTo>
                  <a:lnTo>
                    <a:pt x="9019938" y="1096305"/>
                  </a:lnTo>
                  <a:lnTo>
                    <a:pt x="9058982" y="1015830"/>
                  </a:lnTo>
                  <a:lnTo>
                    <a:pt x="9098064" y="938599"/>
                  </a:lnTo>
                  <a:lnTo>
                    <a:pt x="9137258" y="864857"/>
                  </a:lnTo>
                  <a:lnTo>
                    <a:pt x="9176665" y="794782"/>
                  </a:lnTo>
                  <a:lnTo>
                    <a:pt x="9216414" y="728483"/>
                  </a:lnTo>
                  <a:lnTo>
                    <a:pt x="9256671" y="666006"/>
                  </a:lnTo>
                  <a:lnTo>
                    <a:pt x="9297637" y="607338"/>
                  </a:lnTo>
                  <a:lnTo>
                    <a:pt x="9339561" y="552413"/>
                  </a:lnTo>
                  <a:lnTo>
                    <a:pt x="9347647" y="542405"/>
                  </a:lnTo>
                  <a:lnTo>
                    <a:pt x="9398346" y="483917"/>
                  </a:lnTo>
                  <a:lnTo>
                    <a:pt x="9451374" y="430389"/>
                  </a:lnTo>
                  <a:lnTo>
                    <a:pt x="9507367" y="381656"/>
                  </a:lnTo>
                  <a:lnTo>
                    <a:pt x="9567025" y="337390"/>
                  </a:lnTo>
                  <a:lnTo>
                    <a:pt x="9631076" y="297196"/>
                  </a:lnTo>
                  <a:lnTo>
                    <a:pt x="9700235" y="260662"/>
                  </a:lnTo>
                  <a:lnTo>
                    <a:pt x="9775165" y="227400"/>
                  </a:lnTo>
                  <a:lnTo>
                    <a:pt x="9856410" y="197061"/>
                  </a:lnTo>
                  <a:lnTo>
                    <a:pt x="9944325" y="169355"/>
                  </a:lnTo>
                  <a:lnTo>
                    <a:pt x="10038968" y="144054"/>
                  </a:lnTo>
                  <a:lnTo>
                    <a:pt x="10139981" y="120995"/>
                  </a:lnTo>
                  <a:lnTo>
                    <a:pt x="10246458" y="100082"/>
                  </a:lnTo>
                  <a:lnTo>
                    <a:pt x="10356826" y="81277"/>
                  </a:lnTo>
                  <a:lnTo>
                    <a:pt x="10468771" y="64593"/>
                  </a:lnTo>
                  <a:lnTo>
                    <a:pt x="10579269" y="50070"/>
                  </a:lnTo>
                  <a:lnTo>
                    <a:pt x="10684741" y="37751"/>
                  </a:lnTo>
                  <a:lnTo>
                    <a:pt x="10781387" y="27648"/>
                  </a:lnTo>
                  <a:lnTo>
                    <a:pt x="10865651" y="19717"/>
                  </a:lnTo>
                  <a:lnTo>
                    <a:pt x="10934755" y="13828"/>
                  </a:lnTo>
                  <a:lnTo>
                    <a:pt x="10987180" y="9767"/>
                  </a:lnTo>
                  <a:lnTo>
                    <a:pt x="11022968" y="7238"/>
                  </a:lnTo>
                  <a:lnTo>
                    <a:pt x="11043812" y="5889"/>
                  </a:lnTo>
                  <a:lnTo>
                    <a:pt x="11052932" y="534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31" y="57"/>
                  </a:lnTo>
                  <a:lnTo>
                    <a:pt x="11046826" y="465"/>
                  </a:lnTo>
                  <a:lnTo>
                    <a:pt x="11029041" y="1593"/>
                  </a:lnTo>
                  <a:lnTo>
                    <a:pt x="10996929" y="3816"/>
                  </a:lnTo>
                  <a:lnTo>
                    <a:pt x="10948430" y="7493"/>
                  </a:lnTo>
                  <a:lnTo>
                    <a:pt x="10883113" y="12934"/>
                  </a:lnTo>
                  <a:lnTo>
                    <a:pt x="10802158" y="20377"/>
                  </a:lnTo>
                  <a:lnTo>
                    <a:pt x="10708088" y="29969"/>
                  </a:lnTo>
                  <a:lnTo>
                    <a:pt x="10604326" y="41774"/>
                  </a:lnTo>
                  <a:lnTo>
                    <a:pt x="10494661" y="55789"/>
                  </a:lnTo>
                  <a:lnTo>
                    <a:pt x="10382757" y="71976"/>
                  </a:lnTo>
                  <a:lnTo>
                    <a:pt x="10271791" y="90290"/>
                  </a:lnTo>
                  <a:lnTo>
                    <a:pt x="10164245" y="110713"/>
                  </a:lnTo>
                  <a:lnTo>
                    <a:pt x="10061860" y="133268"/>
                  </a:lnTo>
                  <a:lnTo>
                    <a:pt x="9965690" y="158037"/>
                  </a:lnTo>
                  <a:lnTo>
                    <a:pt x="9876205" y="185167"/>
                  </a:lnTo>
                  <a:lnTo>
                    <a:pt x="9793435" y="214871"/>
                  </a:lnTo>
                  <a:lnTo>
                    <a:pt x="9717083" y="247426"/>
                  </a:lnTo>
                  <a:lnTo>
                    <a:pt x="9646641" y="283168"/>
                  </a:lnTo>
                  <a:lnTo>
                    <a:pt x="9581468" y="322476"/>
                  </a:lnTo>
                  <a:lnTo>
                    <a:pt x="9520855" y="365761"/>
                  </a:lnTo>
                  <a:lnTo>
                    <a:pt x="9464076" y="413425"/>
                  </a:lnTo>
                  <a:lnTo>
                    <a:pt x="9410420" y="465818"/>
                  </a:lnTo>
                  <a:lnTo>
                    <a:pt x="9359233" y="523153"/>
                  </a:lnTo>
                  <a:lnTo>
                    <a:pt x="9347647" y="537164"/>
                  </a:lnTo>
                  <a:lnTo>
                    <a:pt x="9305510" y="591392"/>
                  </a:lnTo>
                  <a:lnTo>
                    <a:pt x="9264382" y="649343"/>
                  </a:lnTo>
                  <a:lnTo>
                    <a:pt x="9224008" y="711094"/>
                  </a:lnTo>
                  <a:lnTo>
                    <a:pt x="9184176" y="776669"/>
                  </a:lnTo>
                  <a:lnTo>
                    <a:pt x="9144715" y="846034"/>
                  </a:lnTo>
                  <a:lnTo>
                    <a:pt x="9105489" y="919092"/>
                  </a:lnTo>
                  <a:lnTo>
                    <a:pt x="9066392" y="995678"/>
                  </a:lnTo>
                  <a:lnTo>
                    <a:pt x="9027346" y="1075559"/>
                  </a:lnTo>
                  <a:lnTo>
                    <a:pt x="8988295" y="1158433"/>
                  </a:lnTo>
                  <a:lnTo>
                    <a:pt x="8949207" y="1243931"/>
                  </a:lnTo>
                  <a:lnTo>
                    <a:pt x="8910065" y="1331623"/>
                  </a:lnTo>
                  <a:lnTo>
                    <a:pt x="8870869" y="1421026"/>
                  </a:lnTo>
                  <a:lnTo>
                    <a:pt x="8831629" y="1511614"/>
                  </a:lnTo>
                  <a:lnTo>
                    <a:pt x="8792364" y="1602829"/>
                  </a:lnTo>
                  <a:lnTo>
                    <a:pt x="8753097" y="1694099"/>
                  </a:lnTo>
                  <a:lnTo>
                    <a:pt x="8713850" y="1784849"/>
                  </a:lnTo>
                  <a:lnTo>
                    <a:pt x="8674645" y="1874518"/>
                  </a:lnTo>
                  <a:lnTo>
                    <a:pt x="8635492" y="1962574"/>
                  </a:lnTo>
                  <a:lnTo>
                    <a:pt x="8596394" y="2048523"/>
                  </a:lnTo>
                  <a:lnTo>
                    <a:pt x="8557338" y="2131925"/>
                  </a:lnTo>
                  <a:lnTo>
                    <a:pt x="8518295" y="2212399"/>
                  </a:lnTo>
                  <a:lnTo>
                    <a:pt x="8479213" y="2289631"/>
                  </a:lnTo>
                  <a:lnTo>
                    <a:pt x="8440019" y="2363372"/>
                  </a:lnTo>
                  <a:lnTo>
                    <a:pt x="8400612" y="2433448"/>
                  </a:lnTo>
                  <a:lnTo>
                    <a:pt x="8360862" y="2499747"/>
                  </a:lnTo>
                  <a:lnTo>
                    <a:pt x="8320606" y="2562223"/>
                  </a:lnTo>
                  <a:lnTo>
                    <a:pt x="8279640" y="2620891"/>
                  </a:lnTo>
                  <a:lnTo>
                    <a:pt x="8237716" y="2675817"/>
                  </a:lnTo>
                  <a:lnTo>
                    <a:pt x="8229629" y="2685824"/>
                  </a:lnTo>
                  <a:lnTo>
                    <a:pt x="8178930" y="2744313"/>
                  </a:lnTo>
                  <a:lnTo>
                    <a:pt x="8125903" y="2797840"/>
                  </a:lnTo>
                  <a:lnTo>
                    <a:pt x="8069910" y="2846574"/>
                  </a:lnTo>
                  <a:lnTo>
                    <a:pt x="8010251" y="2890840"/>
                  </a:lnTo>
                  <a:lnTo>
                    <a:pt x="7946200" y="2931034"/>
                  </a:lnTo>
                  <a:lnTo>
                    <a:pt x="7877041" y="2967567"/>
                  </a:lnTo>
                  <a:lnTo>
                    <a:pt x="7802112" y="3000830"/>
                  </a:lnTo>
                  <a:lnTo>
                    <a:pt x="7720866" y="3031169"/>
                  </a:lnTo>
                  <a:lnTo>
                    <a:pt x="7632951" y="3058874"/>
                  </a:lnTo>
                  <a:lnTo>
                    <a:pt x="7538308" y="3084176"/>
                  </a:lnTo>
                  <a:lnTo>
                    <a:pt x="7437295" y="3107235"/>
                  </a:lnTo>
                  <a:lnTo>
                    <a:pt x="7330818" y="3128148"/>
                  </a:lnTo>
                  <a:lnTo>
                    <a:pt x="7220451" y="3146952"/>
                  </a:lnTo>
                  <a:lnTo>
                    <a:pt x="7108505" y="3163636"/>
                  </a:lnTo>
                  <a:lnTo>
                    <a:pt x="6998008" y="3178159"/>
                  </a:lnTo>
                  <a:lnTo>
                    <a:pt x="6892536" y="3190479"/>
                  </a:lnTo>
                  <a:lnTo>
                    <a:pt x="6795890" y="3200582"/>
                  </a:lnTo>
                  <a:lnTo>
                    <a:pt x="6711626" y="3208513"/>
                  </a:lnTo>
                  <a:lnTo>
                    <a:pt x="6642521" y="3214401"/>
                  </a:lnTo>
                  <a:lnTo>
                    <a:pt x="6590097" y="3218462"/>
                  </a:lnTo>
                  <a:lnTo>
                    <a:pt x="6554309" y="3220992"/>
                  </a:lnTo>
                  <a:lnTo>
                    <a:pt x="6533465" y="3222340"/>
                  </a:lnTo>
                  <a:lnTo>
                    <a:pt x="6524345" y="3222882"/>
                  </a:lnTo>
                  <a:lnTo>
                    <a:pt x="6522385" y="3222989"/>
                  </a:lnTo>
                  <a:lnTo>
                    <a:pt x="5527445" y="3222989"/>
                  </a:lnTo>
                  <a:lnTo>
                    <a:pt x="5526337" y="3222954"/>
                  </a:lnTo>
                  <a:lnTo>
                    <a:pt x="5519023" y="3222699"/>
                  </a:lnTo>
                  <a:lnTo>
                    <a:pt x="5500475" y="3221995"/>
                  </a:lnTo>
                  <a:lnTo>
                    <a:pt x="5467040" y="3220607"/>
                  </a:lnTo>
                  <a:lnTo>
                    <a:pt x="5416648" y="3218312"/>
                  </a:lnTo>
                  <a:lnTo>
                    <a:pt x="5348970" y="3214920"/>
                  </a:lnTo>
                  <a:lnTo>
                    <a:pt x="5265366" y="3210288"/>
                  </a:lnTo>
                  <a:lnTo>
                    <a:pt x="5168589" y="3204327"/>
                  </a:lnTo>
                  <a:lnTo>
                    <a:pt x="5062287" y="3197005"/>
                  </a:lnTo>
                  <a:lnTo>
                    <a:pt x="4950432" y="3188326"/>
                  </a:lnTo>
                  <a:lnTo>
                    <a:pt x="4836801" y="3178316"/>
                  </a:lnTo>
                  <a:lnTo>
                    <a:pt x="4724608" y="3167001"/>
                  </a:lnTo>
                  <a:lnTo>
                    <a:pt x="4616319" y="3154389"/>
                  </a:lnTo>
                  <a:lnTo>
                    <a:pt x="4513611" y="3140459"/>
                  </a:lnTo>
                  <a:lnTo>
                    <a:pt x="4417451" y="3125153"/>
                  </a:lnTo>
                  <a:lnTo>
                    <a:pt x="4328221" y="3108369"/>
                  </a:lnTo>
                  <a:lnTo>
                    <a:pt x="4245861" y="3089964"/>
                  </a:lnTo>
                  <a:lnTo>
                    <a:pt x="4169996" y="3069757"/>
                  </a:lnTo>
                  <a:lnTo>
                    <a:pt x="4100051" y="3047530"/>
                  </a:lnTo>
                  <a:lnTo>
                    <a:pt x="4035331" y="3023038"/>
                  </a:lnTo>
                  <a:lnTo>
                    <a:pt x="3975084" y="2996026"/>
                  </a:lnTo>
                  <a:lnTo>
                    <a:pt x="3918552" y="2966248"/>
                  </a:lnTo>
                  <a:lnTo>
                    <a:pt x="3865007" y="2933507"/>
                  </a:lnTo>
                  <a:lnTo>
                    <a:pt x="3820202" y="2902437"/>
                  </a:lnTo>
                  <a:lnTo>
                    <a:pt x="3770047" y="2863570"/>
                  </a:lnTo>
                  <a:lnTo>
                    <a:pt x="3721257" y="2821525"/>
                  </a:lnTo>
                  <a:lnTo>
                    <a:pt x="3673418" y="2776239"/>
                  </a:lnTo>
                  <a:lnTo>
                    <a:pt x="3626205" y="2727716"/>
                  </a:lnTo>
                  <a:lnTo>
                    <a:pt x="3579369" y="2676034"/>
                  </a:lnTo>
                  <a:lnTo>
                    <a:pt x="3532722" y="2621351"/>
                  </a:lnTo>
                  <a:lnTo>
                    <a:pt x="3486134" y="2563907"/>
                  </a:lnTo>
                  <a:lnTo>
                    <a:pt x="3439521" y="2504027"/>
                  </a:lnTo>
                  <a:lnTo>
                    <a:pt x="3392839" y="2442112"/>
                  </a:lnTo>
                  <a:lnTo>
                    <a:pt x="3346079" y="2378634"/>
                  </a:lnTo>
                  <a:lnTo>
                    <a:pt x="3299256" y="2314119"/>
                  </a:lnTo>
                  <a:lnTo>
                    <a:pt x="3252402" y="2249132"/>
                  </a:lnTo>
                  <a:lnTo>
                    <a:pt x="3205555" y="2184254"/>
                  </a:lnTo>
                  <a:lnTo>
                    <a:pt x="3158752" y="2120064"/>
                  </a:lnTo>
                  <a:lnTo>
                    <a:pt x="3112021" y="2057113"/>
                  </a:lnTo>
                  <a:lnTo>
                    <a:pt x="3065368" y="1995910"/>
                  </a:lnTo>
                  <a:lnTo>
                    <a:pt x="3018771" y="1936901"/>
                  </a:lnTo>
                  <a:lnTo>
                    <a:pt x="2972173" y="1880459"/>
                  </a:lnTo>
                  <a:lnTo>
                    <a:pt x="2925474" y="1826878"/>
                  </a:lnTo>
                  <a:lnTo>
                    <a:pt x="2878521" y="1776368"/>
                  </a:lnTo>
                  <a:lnTo>
                    <a:pt x="2831107" y="1729055"/>
                  </a:lnTo>
                  <a:lnTo>
                    <a:pt x="2782953" y="1684988"/>
                  </a:lnTo>
                  <a:lnTo>
                    <a:pt x="2733705" y="1644145"/>
                  </a:lnTo>
                  <a:lnTo>
                    <a:pt x="2702183" y="1620229"/>
                  </a:lnTo>
                  <a:lnTo>
                    <a:pt x="2650705" y="1584823"/>
                  </a:lnTo>
                  <a:lnTo>
                    <a:pt x="2596818" y="1552467"/>
                  </a:lnTo>
                  <a:lnTo>
                    <a:pt x="2539855" y="1523053"/>
                  </a:lnTo>
                  <a:lnTo>
                    <a:pt x="2479081" y="1496376"/>
                  </a:lnTo>
                  <a:lnTo>
                    <a:pt x="2413737" y="1472187"/>
                  </a:lnTo>
                  <a:lnTo>
                    <a:pt x="2343075" y="1450230"/>
                  </a:lnTo>
                  <a:lnTo>
                    <a:pt x="2266413" y="1430264"/>
                  </a:lnTo>
                  <a:lnTo>
                    <a:pt x="2183193" y="1412075"/>
                  </a:lnTo>
                  <a:lnTo>
                    <a:pt x="2093077" y="1395486"/>
                  </a:lnTo>
                  <a:lnTo>
                    <a:pt x="1996052" y="1380359"/>
                  </a:lnTo>
                  <a:lnTo>
                    <a:pt x="1892566" y="1366600"/>
                  </a:lnTo>
                  <a:lnTo>
                    <a:pt x="1783670" y="1354154"/>
                  </a:lnTo>
                  <a:lnTo>
                    <a:pt x="1671142" y="1343004"/>
                  </a:lnTo>
                  <a:lnTo>
                    <a:pt x="1557544" y="1333161"/>
                  </a:lnTo>
                  <a:lnTo>
                    <a:pt x="1446177" y="1324654"/>
                  </a:lnTo>
                  <a:lnTo>
                    <a:pt x="1340868" y="1317505"/>
                  </a:lnTo>
                  <a:lnTo>
                    <a:pt x="1245578" y="1311716"/>
                  </a:lnTo>
                  <a:lnTo>
                    <a:pt x="1163873" y="1307248"/>
                  </a:lnTo>
                  <a:lnTo>
                    <a:pt x="1098353" y="1304004"/>
                  </a:lnTo>
                  <a:lnTo>
                    <a:pt x="1050174" y="1301837"/>
                  </a:lnTo>
                  <a:lnTo>
                    <a:pt x="1018784" y="1300549"/>
                  </a:lnTo>
                  <a:lnTo>
                    <a:pt x="1001899" y="1299915"/>
                  </a:lnTo>
                  <a:lnTo>
                    <a:pt x="995681" y="1299701"/>
                  </a:lnTo>
                  <a:lnTo>
                    <a:pt x="994940" y="1299677"/>
                  </a:lnTo>
                  <a:lnTo>
                    <a:pt x="0" y="1299677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44" name="pl543"/>
            <p:cNvSpPr/>
            <p:nvPr/>
          </p:nvSpPr>
          <p:spPr>
            <a:xfrm>
              <a:off x="1199187" y="1844538"/>
              <a:ext cx="12049831" cy="3222989"/>
            </a:xfrm>
            <a:custGeom>
              <a:avLst/>
              <a:pathLst>
                <a:path w="12049831" h="3222989">
                  <a:moveTo>
                    <a:pt x="0" y="1299677"/>
                  </a:moveTo>
                  <a:lnTo>
                    <a:pt x="994940" y="1299677"/>
                  </a:lnTo>
                  <a:lnTo>
                    <a:pt x="996048" y="1299713"/>
                  </a:lnTo>
                  <a:lnTo>
                    <a:pt x="1003362" y="1299967"/>
                  </a:lnTo>
                  <a:lnTo>
                    <a:pt x="1021910" y="1300672"/>
                  </a:lnTo>
                  <a:lnTo>
                    <a:pt x="1055345" y="1302060"/>
                  </a:lnTo>
                  <a:lnTo>
                    <a:pt x="1105737" y="1304354"/>
                  </a:lnTo>
                  <a:lnTo>
                    <a:pt x="1173415" y="1307746"/>
                  </a:lnTo>
                  <a:lnTo>
                    <a:pt x="1257019" y="1312379"/>
                  </a:lnTo>
                  <a:lnTo>
                    <a:pt x="1353796" y="1318339"/>
                  </a:lnTo>
                  <a:lnTo>
                    <a:pt x="1460098" y="1325661"/>
                  </a:lnTo>
                  <a:lnTo>
                    <a:pt x="1571953" y="1334341"/>
                  </a:lnTo>
                  <a:lnTo>
                    <a:pt x="1685584" y="1344351"/>
                  </a:lnTo>
                  <a:lnTo>
                    <a:pt x="1797777" y="1355666"/>
                  </a:lnTo>
                  <a:lnTo>
                    <a:pt x="1906066" y="1368277"/>
                  </a:lnTo>
                  <a:lnTo>
                    <a:pt x="2008774" y="1382207"/>
                  </a:lnTo>
                  <a:lnTo>
                    <a:pt x="2104934" y="1397513"/>
                  </a:lnTo>
                  <a:lnTo>
                    <a:pt x="2194164" y="1414298"/>
                  </a:lnTo>
                  <a:lnTo>
                    <a:pt x="2276524" y="1432702"/>
                  </a:lnTo>
                  <a:lnTo>
                    <a:pt x="2352389" y="1452909"/>
                  </a:lnTo>
                  <a:lnTo>
                    <a:pt x="2422334" y="1475137"/>
                  </a:lnTo>
                  <a:lnTo>
                    <a:pt x="2487054" y="1499628"/>
                  </a:lnTo>
                  <a:lnTo>
                    <a:pt x="2547301" y="1526640"/>
                  </a:lnTo>
                  <a:lnTo>
                    <a:pt x="2603833" y="1556419"/>
                  </a:lnTo>
                  <a:lnTo>
                    <a:pt x="2657378" y="1589160"/>
                  </a:lnTo>
                  <a:lnTo>
                    <a:pt x="2702183" y="1620229"/>
                  </a:lnTo>
                  <a:lnTo>
                    <a:pt x="2752338" y="1659096"/>
                  </a:lnTo>
                  <a:lnTo>
                    <a:pt x="2801128" y="1701141"/>
                  </a:lnTo>
                  <a:lnTo>
                    <a:pt x="2848967" y="1746427"/>
                  </a:lnTo>
                  <a:lnTo>
                    <a:pt x="2896179" y="1794950"/>
                  </a:lnTo>
                  <a:lnTo>
                    <a:pt x="2943016" y="1846632"/>
                  </a:lnTo>
                  <a:lnTo>
                    <a:pt x="2989663" y="1901315"/>
                  </a:lnTo>
                  <a:lnTo>
                    <a:pt x="3036251" y="1958759"/>
                  </a:lnTo>
                  <a:lnTo>
                    <a:pt x="3082864" y="2018639"/>
                  </a:lnTo>
                  <a:lnTo>
                    <a:pt x="3129546" y="2080554"/>
                  </a:lnTo>
                  <a:lnTo>
                    <a:pt x="3176306" y="2144032"/>
                  </a:lnTo>
                  <a:lnTo>
                    <a:pt x="3223129" y="2208547"/>
                  </a:lnTo>
                  <a:lnTo>
                    <a:pt x="3269983" y="2273534"/>
                  </a:lnTo>
                  <a:lnTo>
                    <a:pt x="3316830" y="2338412"/>
                  </a:lnTo>
                  <a:lnTo>
                    <a:pt x="3363633" y="2402602"/>
                  </a:lnTo>
                  <a:lnTo>
                    <a:pt x="3410364" y="2465553"/>
                  </a:lnTo>
                  <a:lnTo>
                    <a:pt x="3457017" y="2526756"/>
                  </a:lnTo>
                  <a:lnTo>
                    <a:pt x="3503614" y="2585766"/>
                  </a:lnTo>
                  <a:lnTo>
                    <a:pt x="3550212" y="2642207"/>
                  </a:lnTo>
                  <a:lnTo>
                    <a:pt x="3596911" y="2695788"/>
                  </a:lnTo>
                  <a:lnTo>
                    <a:pt x="3643864" y="2746298"/>
                  </a:lnTo>
                  <a:lnTo>
                    <a:pt x="3691278" y="2793612"/>
                  </a:lnTo>
                  <a:lnTo>
                    <a:pt x="3739432" y="2837678"/>
                  </a:lnTo>
                  <a:lnTo>
                    <a:pt x="3788680" y="2878521"/>
                  </a:lnTo>
                  <a:lnTo>
                    <a:pt x="3820202" y="2902437"/>
                  </a:lnTo>
                  <a:lnTo>
                    <a:pt x="3871680" y="2937843"/>
                  </a:lnTo>
                  <a:lnTo>
                    <a:pt x="3925567" y="2970199"/>
                  </a:lnTo>
                  <a:lnTo>
                    <a:pt x="3982530" y="2999613"/>
                  </a:lnTo>
                  <a:lnTo>
                    <a:pt x="4043304" y="3026290"/>
                  </a:lnTo>
                  <a:lnTo>
                    <a:pt x="4108648" y="3050479"/>
                  </a:lnTo>
                  <a:lnTo>
                    <a:pt x="4179310" y="3072436"/>
                  </a:lnTo>
                  <a:lnTo>
                    <a:pt x="4255972" y="3092402"/>
                  </a:lnTo>
                  <a:lnTo>
                    <a:pt x="4339192" y="3110591"/>
                  </a:lnTo>
                  <a:lnTo>
                    <a:pt x="4429308" y="3127181"/>
                  </a:lnTo>
                  <a:lnTo>
                    <a:pt x="4526333" y="3142307"/>
                  </a:lnTo>
                  <a:lnTo>
                    <a:pt x="4629819" y="3156067"/>
                  </a:lnTo>
                  <a:lnTo>
                    <a:pt x="4738715" y="3168513"/>
                  </a:lnTo>
                  <a:lnTo>
                    <a:pt x="4851243" y="3179663"/>
                  </a:lnTo>
                  <a:lnTo>
                    <a:pt x="4964841" y="3189505"/>
                  </a:lnTo>
                  <a:lnTo>
                    <a:pt x="5076208" y="3198013"/>
                  </a:lnTo>
                  <a:lnTo>
                    <a:pt x="5181517" y="3205161"/>
                  </a:lnTo>
                  <a:lnTo>
                    <a:pt x="5276807" y="3210950"/>
                  </a:lnTo>
                  <a:lnTo>
                    <a:pt x="5358512" y="3215419"/>
                  </a:lnTo>
                  <a:lnTo>
                    <a:pt x="5424032" y="3218662"/>
                  </a:lnTo>
                  <a:lnTo>
                    <a:pt x="5472211" y="3220829"/>
                  </a:lnTo>
                  <a:lnTo>
                    <a:pt x="5503601" y="3222117"/>
                  </a:lnTo>
                  <a:lnTo>
                    <a:pt x="5520486" y="3222751"/>
                  </a:lnTo>
                  <a:lnTo>
                    <a:pt x="5526704" y="3222966"/>
                  </a:lnTo>
                  <a:lnTo>
                    <a:pt x="5527445" y="3222989"/>
                  </a:lnTo>
                  <a:lnTo>
                    <a:pt x="6522385" y="3222989"/>
                  </a:lnTo>
                  <a:lnTo>
                    <a:pt x="6523446" y="3222932"/>
                  </a:lnTo>
                  <a:lnTo>
                    <a:pt x="6530451" y="3222524"/>
                  </a:lnTo>
                  <a:lnTo>
                    <a:pt x="6548236" y="3221396"/>
                  </a:lnTo>
                  <a:lnTo>
                    <a:pt x="6580347" y="3219173"/>
                  </a:lnTo>
                  <a:lnTo>
                    <a:pt x="6628847" y="3215496"/>
                  </a:lnTo>
                  <a:lnTo>
                    <a:pt x="6694163" y="3210055"/>
                  </a:lnTo>
                  <a:lnTo>
                    <a:pt x="6775118" y="3202612"/>
                  </a:lnTo>
                  <a:lnTo>
                    <a:pt x="6869188" y="3193020"/>
                  </a:lnTo>
                  <a:lnTo>
                    <a:pt x="6972951" y="3181215"/>
                  </a:lnTo>
                  <a:lnTo>
                    <a:pt x="7082616" y="3167200"/>
                  </a:lnTo>
                  <a:lnTo>
                    <a:pt x="7194519" y="3151013"/>
                  </a:lnTo>
                  <a:lnTo>
                    <a:pt x="7305486" y="3132698"/>
                  </a:lnTo>
                  <a:lnTo>
                    <a:pt x="7413032" y="3112276"/>
                  </a:lnTo>
                  <a:lnTo>
                    <a:pt x="7515416" y="3089721"/>
                  </a:lnTo>
                  <a:lnTo>
                    <a:pt x="7611587" y="3064952"/>
                  </a:lnTo>
                  <a:lnTo>
                    <a:pt x="7701071" y="3037822"/>
                  </a:lnTo>
                  <a:lnTo>
                    <a:pt x="7783842" y="3008118"/>
                  </a:lnTo>
                  <a:lnTo>
                    <a:pt x="7860193" y="2975563"/>
                  </a:lnTo>
                  <a:lnTo>
                    <a:pt x="7930635" y="2939821"/>
                  </a:lnTo>
                  <a:lnTo>
                    <a:pt x="7995809" y="2900513"/>
                  </a:lnTo>
                  <a:lnTo>
                    <a:pt x="8056421" y="2857228"/>
                  </a:lnTo>
                  <a:lnTo>
                    <a:pt x="8113201" y="2809564"/>
                  </a:lnTo>
                  <a:lnTo>
                    <a:pt x="8166857" y="2757171"/>
                  </a:lnTo>
                  <a:lnTo>
                    <a:pt x="8218044" y="2699836"/>
                  </a:lnTo>
                  <a:lnTo>
                    <a:pt x="8229629" y="2685824"/>
                  </a:lnTo>
                  <a:lnTo>
                    <a:pt x="8271767" y="2631597"/>
                  </a:lnTo>
                  <a:lnTo>
                    <a:pt x="8312894" y="2573646"/>
                  </a:lnTo>
                  <a:lnTo>
                    <a:pt x="8353268" y="2511895"/>
                  </a:lnTo>
                  <a:lnTo>
                    <a:pt x="8393101" y="2446320"/>
                  </a:lnTo>
                  <a:lnTo>
                    <a:pt x="8432562" y="2376955"/>
                  </a:lnTo>
                  <a:lnTo>
                    <a:pt x="8471787" y="2303897"/>
                  </a:lnTo>
                  <a:lnTo>
                    <a:pt x="8510884" y="2227311"/>
                  </a:lnTo>
                  <a:lnTo>
                    <a:pt x="8549931" y="2147430"/>
                  </a:lnTo>
                  <a:lnTo>
                    <a:pt x="8588981" y="2064556"/>
                  </a:lnTo>
                  <a:lnTo>
                    <a:pt x="8628070" y="1979058"/>
                  </a:lnTo>
                  <a:lnTo>
                    <a:pt x="8667212" y="1891366"/>
                  </a:lnTo>
                  <a:lnTo>
                    <a:pt x="8706408" y="1801963"/>
                  </a:lnTo>
                  <a:lnTo>
                    <a:pt x="8745648" y="1711375"/>
                  </a:lnTo>
                  <a:lnTo>
                    <a:pt x="8784913" y="1620160"/>
                  </a:lnTo>
                  <a:lnTo>
                    <a:pt x="8824180" y="1528890"/>
                  </a:lnTo>
                  <a:lnTo>
                    <a:pt x="8863426" y="1438140"/>
                  </a:lnTo>
                  <a:lnTo>
                    <a:pt x="8902632" y="1348471"/>
                  </a:lnTo>
                  <a:lnTo>
                    <a:pt x="8941784" y="1260415"/>
                  </a:lnTo>
                  <a:lnTo>
                    <a:pt x="8980882" y="1174466"/>
                  </a:lnTo>
                  <a:lnTo>
                    <a:pt x="9019938" y="1091064"/>
                  </a:lnTo>
                  <a:lnTo>
                    <a:pt x="9058982" y="1010590"/>
                  </a:lnTo>
                  <a:lnTo>
                    <a:pt x="9098064" y="933358"/>
                  </a:lnTo>
                  <a:lnTo>
                    <a:pt x="9137258" y="859617"/>
                  </a:lnTo>
                  <a:lnTo>
                    <a:pt x="9176665" y="789541"/>
                  </a:lnTo>
                  <a:lnTo>
                    <a:pt x="9216414" y="723242"/>
                  </a:lnTo>
                  <a:lnTo>
                    <a:pt x="9256671" y="660766"/>
                  </a:lnTo>
                  <a:lnTo>
                    <a:pt x="9297637" y="602098"/>
                  </a:lnTo>
                  <a:lnTo>
                    <a:pt x="9339561" y="547172"/>
                  </a:lnTo>
                  <a:lnTo>
                    <a:pt x="9347647" y="537164"/>
                  </a:lnTo>
                  <a:lnTo>
                    <a:pt x="9398346" y="478676"/>
                  </a:lnTo>
                  <a:lnTo>
                    <a:pt x="9451374" y="425149"/>
                  </a:lnTo>
                  <a:lnTo>
                    <a:pt x="9507367" y="376415"/>
                  </a:lnTo>
                  <a:lnTo>
                    <a:pt x="9567025" y="332149"/>
                  </a:lnTo>
                  <a:lnTo>
                    <a:pt x="9631076" y="291955"/>
                  </a:lnTo>
                  <a:lnTo>
                    <a:pt x="9700235" y="255422"/>
                  </a:lnTo>
                  <a:lnTo>
                    <a:pt x="9775165" y="222159"/>
                  </a:lnTo>
                  <a:lnTo>
                    <a:pt x="9856410" y="191820"/>
                  </a:lnTo>
                  <a:lnTo>
                    <a:pt x="9944325" y="164115"/>
                  </a:lnTo>
                  <a:lnTo>
                    <a:pt x="10038968" y="138813"/>
                  </a:lnTo>
                  <a:lnTo>
                    <a:pt x="10139981" y="115754"/>
                  </a:lnTo>
                  <a:lnTo>
                    <a:pt x="10246458" y="94841"/>
                  </a:lnTo>
                  <a:lnTo>
                    <a:pt x="10356826" y="76037"/>
                  </a:lnTo>
                  <a:lnTo>
                    <a:pt x="10468771" y="59353"/>
                  </a:lnTo>
                  <a:lnTo>
                    <a:pt x="10579269" y="44830"/>
                  </a:lnTo>
                  <a:lnTo>
                    <a:pt x="10684741" y="32510"/>
                  </a:lnTo>
                  <a:lnTo>
                    <a:pt x="10781387" y="22407"/>
                  </a:lnTo>
                  <a:lnTo>
                    <a:pt x="10865651" y="14476"/>
                  </a:lnTo>
                  <a:lnTo>
                    <a:pt x="10934755" y="8588"/>
                  </a:lnTo>
                  <a:lnTo>
                    <a:pt x="10987180" y="4527"/>
                  </a:lnTo>
                  <a:lnTo>
                    <a:pt x="11022968" y="1997"/>
                  </a:lnTo>
                  <a:lnTo>
                    <a:pt x="11043812" y="649"/>
                  </a:lnTo>
                  <a:lnTo>
                    <a:pt x="11052932" y="107"/>
                  </a:lnTo>
                  <a:lnTo>
                    <a:pt x="11054877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5" name="pl544"/>
            <p:cNvSpPr/>
            <p:nvPr/>
          </p:nvSpPr>
          <p:spPr>
            <a:xfrm>
              <a:off x="1199187" y="1839298"/>
              <a:ext cx="12049831" cy="3222989"/>
            </a:xfrm>
            <a:custGeom>
              <a:avLst/>
              <a:pathLst>
                <a:path w="12049831" h="3222989">
                  <a:moveTo>
                    <a:pt x="12049831" y="0"/>
                  </a:moveTo>
                  <a:lnTo>
                    <a:pt x="11054891" y="0"/>
                  </a:lnTo>
                  <a:lnTo>
                    <a:pt x="11053831" y="57"/>
                  </a:lnTo>
                  <a:lnTo>
                    <a:pt x="11046826" y="465"/>
                  </a:lnTo>
                  <a:lnTo>
                    <a:pt x="11029041" y="1593"/>
                  </a:lnTo>
                  <a:lnTo>
                    <a:pt x="10996929" y="3816"/>
                  </a:lnTo>
                  <a:lnTo>
                    <a:pt x="10948430" y="7493"/>
                  </a:lnTo>
                  <a:lnTo>
                    <a:pt x="10883113" y="12934"/>
                  </a:lnTo>
                  <a:lnTo>
                    <a:pt x="10802158" y="20377"/>
                  </a:lnTo>
                  <a:lnTo>
                    <a:pt x="10708088" y="29969"/>
                  </a:lnTo>
                  <a:lnTo>
                    <a:pt x="10604326" y="41774"/>
                  </a:lnTo>
                  <a:lnTo>
                    <a:pt x="10494661" y="55789"/>
                  </a:lnTo>
                  <a:lnTo>
                    <a:pt x="10382757" y="71976"/>
                  </a:lnTo>
                  <a:lnTo>
                    <a:pt x="10271791" y="90290"/>
                  </a:lnTo>
                  <a:lnTo>
                    <a:pt x="10164245" y="110713"/>
                  </a:lnTo>
                  <a:lnTo>
                    <a:pt x="10061860" y="133268"/>
                  </a:lnTo>
                  <a:lnTo>
                    <a:pt x="9965690" y="158037"/>
                  </a:lnTo>
                  <a:lnTo>
                    <a:pt x="9876205" y="185167"/>
                  </a:lnTo>
                  <a:lnTo>
                    <a:pt x="9793435" y="214871"/>
                  </a:lnTo>
                  <a:lnTo>
                    <a:pt x="9717083" y="247426"/>
                  </a:lnTo>
                  <a:lnTo>
                    <a:pt x="9646641" y="283168"/>
                  </a:lnTo>
                  <a:lnTo>
                    <a:pt x="9581468" y="322476"/>
                  </a:lnTo>
                  <a:lnTo>
                    <a:pt x="9520855" y="365761"/>
                  </a:lnTo>
                  <a:lnTo>
                    <a:pt x="9464076" y="413425"/>
                  </a:lnTo>
                  <a:lnTo>
                    <a:pt x="9410420" y="465818"/>
                  </a:lnTo>
                  <a:lnTo>
                    <a:pt x="9359233" y="523153"/>
                  </a:lnTo>
                  <a:lnTo>
                    <a:pt x="9347647" y="537164"/>
                  </a:lnTo>
                  <a:lnTo>
                    <a:pt x="9305510" y="591392"/>
                  </a:lnTo>
                  <a:lnTo>
                    <a:pt x="9264382" y="649343"/>
                  </a:lnTo>
                  <a:lnTo>
                    <a:pt x="9224008" y="711094"/>
                  </a:lnTo>
                  <a:lnTo>
                    <a:pt x="9184176" y="776669"/>
                  </a:lnTo>
                  <a:lnTo>
                    <a:pt x="9144715" y="846034"/>
                  </a:lnTo>
                  <a:lnTo>
                    <a:pt x="9105489" y="919092"/>
                  </a:lnTo>
                  <a:lnTo>
                    <a:pt x="9066392" y="995678"/>
                  </a:lnTo>
                  <a:lnTo>
                    <a:pt x="9027346" y="1075559"/>
                  </a:lnTo>
                  <a:lnTo>
                    <a:pt x="8988295" y="1158433"/>
                  </a:lnTo>
                  <a:lnTo>
                    <a:pt x="8949207" y="1243931"/>
                  </a:lnTo>
                  <a:lnTo>
                    <a:pt x="8910065" y="1331623"/>
                  </a:lnTo>
                  <a:lnTo>
                    <a:pt x="8870869" y="1421026"/>
                  </a:lnTo>
                  <a:lnTo>
                    <a:pt x="8831629" y="1511614"/>
                  </a:lnTo>
                  <a:lnTo>
                    <a:pt x="8792364" y="1602829"/>
                  </a:lnTo>
                  <a:lnTo>
                    <a:pt x="8753097" y="1694099"/>
                  </a:lnTo>
                  <a:lnTo>
                    <a:pt x="8713850" y="1784849"/>
                  </a:lnTo>
                  <a:lnTo>
                    <a:pt x="8674645" y="1874518"/>
                  </a:lnTo>
                  <a:lnTo>
                    <a:pt x="8635492" y="1962574"/>
                  </a:lnTo>
                  <a:lnTo>
                    <a:pt x="8596394" y="2048523"/>
                  </a:lnTo>
                  <a:lnTo>
                    <a:pt x="8557338" y="2131925"/>
                  </a:lnTo>
                  <a:lnTo>
                    <a:pt x="8518295" y="2212399"/>
                  </a:lnTo>
                  <a:lnTo>
                    <a:pt x="8479213" y="2289631"/>
                  </a:lnTo>
                  <a:lnTo>
                    <a:pt x="8440019" y="2363372"/>
                  </a:lnTo>
                  <a:lnTo>
                    <a:pt x="8400612" y="2433448"/>
                  </a:lnTo>
                  <a:lnTo>
                    <a:pt x="8360862" y="2499747"/>
                  </a:lnTo>
                  <a:lnTo>
                    <a:pt x="8320606" y="2562223"/>
                  </a:lnTo>
                  <a:lnTo>
                    <a:pt x="8279640" y="2620891"/>
                  </a:lnTo>
                  <a:lnTo>
                    <a:pt x="8237716" y="2675817"/>
                  </a:lnTo>
                  <a:lnTo>
                    <a:pt x="8229629" y="2685824"/>
                  </a:lnTo>
                  <a:lnTo>
                    <a:pt x="8178930" y="2744313"/>
                  </a:lnTo>
                  <a:lnTo>
                    <a:pt x="8125903" y="2797840"/>
                  </a:lnTo>
                  <a:lnTo>
                    <a:pt x="8069910" y="2846574"/>
                  </a:lnTo>
                  <a:lnTo>
                    <a:pt x="8010251" y="2890840"/>
                  </a:lnTo>
                  <a:lnTo>
                    <a:pt x="7946200" y="2931034"/>
                  </a:lnTo>
                  <a:lnTo>
                    <a:pt x="7877041" y="2967567"/>
                  </a:lnTo>
                  <a:lnTo>
                    <a:pt x="7802112" y="3000830"/>
                  </a:lnTo>
                  <a:lnTo>
                    <a:pt x="7720866" y="3031169"/>
                  </a:lnTo>
                  <a:lnTo>
                    <a:pt x="7632951" y="3058874"/>
                  </a:lnTo>
                  <a:lnTo>
                    <a:pt x="7538308" y="3084176"/>
                  </a:lnTo>
                  <a:lnTo>
                    <a:pt x="7437295" y="3107235"/>
                  </a:lnTo>
                  <a:lnTo>
                    <a:pt x="7330818" y="3128148"/>
                  </a:lnTo>
                  <a:lnTo>
                    <a:pt x="7220451" y="3146952"/>
                  </a:lnTo>
                  <a:lnTo>
                    <a:pt x="7108505" y="3163636"/>
                  </a:lnTo>
                  <a:lnTo>
                    <a:pt x="6998008" y="3178159"/>
                  </a:lnTo>
                  <a:lnTo>
                    <a:pt x="6892536" y="3190479"/>
                  </a:lnTo>
                  <a:lnTo>
                    <a:pt x="6795890" y="3200582"/>
                  </a:lnTo>
                  <a:lnTo>
                    <a:pt x="6711626" y="3208513"/>
                  </a:lnTo>
                  <a:lnTo>
                    <a:pt x="6642521" y="3214401"/>
                  </a:lnTo>
                  <a:lnTo>
                    <a:pt x="6590097" y="3218462"/>
                  </a:lnTo>
                  <a:lnTo>
                    <a:pt x="6554309" y="3220992"/>
                  </a:lnTo>
                  <a:lnTo>
                    <a:pt x="6533465" y="3222340"/>
                  </a:lnTo>
                  <a:lnTo>
                    <a:pt x="6524345" y="3222882"/>
                  </a:lnTo>
                  <a:lnTo>
                    <a:pt x="6522399" y="3222989"/>
                  </a:lnTo>
                  <a:lnTo>
                    <a:pt x="6522385" y="3222989"/>
                  </a:lnTo>
                  <a:lnTo>
                    <a:pt x="5527445" y="3222989"/>
                  </a:lnTo>
                  <a:lnTo>
                    <a:pt x="5526337" y="3222954"/>
                  </a:lnTo>
                  <a:lnTo>
                    <a:pt x="5519023" y="3222699"/>
                  </a:lnTo>
                  <a:lnTo>
                    <a:pt x="5500475" y="3221995"/>
                  </a:lnTo>
                  <a:lnTo>
                    <a:pt x="5467040" y="3220607"/>
                  </a:lnTo>
                  <a:lnTo>
                    <a:pt x="5416648" y="3218312"/>
                  </a:lnTo>
                  <a:lnTo>
                    <a:pt x="5348970" y="3214920"/>
                  </a:lnTo>
                  <a:lnTo>
                    <a:pt x="5265366" y="3210288"/>
                  </a:lnTo>
                  <a:lnTo>
                    <a:pt x="5168589" y="3204327"/>
                  </a:lnTo>
                  <a:lnTo>
                    <a:pt x="5062287" y="3197005"/>
                  </a:lnTo>
                  <a:lnTo>
                    <a:pt x="4950432" y="3188326"/>
                  </a:lnTo>
                  <a:lnTo>
                    <a:pt x="4836801" y="3178316"/>
                  </a:lnTo>
                  <a:lnTo>
                    <a:pt x="4724608" y="3167001"/>
                  </a:lnTo>
                  <a:lnTo>
                    <a:pt x="4616319" y="3154389"/>
                  </a:lnTo>
                  <a:lnTo>
                    <a:pt x="4513611" y="3140459"/>
                  </a:lnTo>
                  <a:lnTo>
                    <a:pt x="4417451" y="3125153"/>
                  </a:lnTo>
                  <a:lnTo>
                    <a:pt x="4328221" y="3108369"/>
                  </a:lnTo>
                  <a:lnTo>
                    <a:pt x="4245861" y="3089964"/>
                  </a:lnTo>
                  <a:lnTo>
                    <a:pt x="4169996" y="3069757"/>
                  </a:lnTo>
                  <a:lnTo>
                    <a:pt x="4100051" y="3047530"/>
                  </a:lnTo>
                  <a:lnTo>
                    <a:pt x="4035331" y="3023038"/>
                  </a:lnTo>
                  <a:lnTo>
                    <a:pt x="3975084" y="2996026"/>
                  </a:lnTo>
                  <a:lnTo>
                    <a:pt x="3918552" y="2966248"/>
                  </a:lnTo>
                  <a:lnTo>
                    <a:pt x="3865007" y="2933507"/>
                  </a:lnTo>
                  <a:lnTo>
                    <a:pt x="3820202" y="2902437"/>
                  </a:lnTo>
                  <a:lnTo>
                    <a:pt x="3770047" y="2863570"/>
                  </a:lnTo>
                  <a:lnTo>
                    <a:pt x="3721257" y="2821525"/>
                  </a:lnTo>
                  <a:lnTo>
                    <a:pt x="3673418" y="2776239"/>
                  </a:lnTo>
                  <a:lnTo>
                    <a:pt x="3626205" y="2727716"/>
                  </a:lnTo>
                  <a:lnTo>
                    <a:pt x="3579369" y="2676034"/>
                  </a:lnTo>
                  <a:lnTo>
                    <a:pt x="3532722" y="2621351"/>
                  </a:lnTo>
                  <a:lnTo>
                    <a:pt x="3486134" y="2563907"/>
                  </a:lnTo>
                  <a:lnTo>
                    <a:pt x="3439521" y="2504027"/>
                  </a:lnTo>
                  <a:lnTo>
                    <a:pt x="3392839" y="2442112"/>
                  </a:lnTo>
                  <a:lnTo>
                    <a:pt x="3346079" y="2378634"/>
                  </a:lnTo>
                  <a:lnTo>
                    <a:pt x="3299256" y="2314119"/>
                  </a:lnTo>
                  <a:lnTo>
                    <a:pt x="3252402" y="2249132"/>
                  </a:lnTo>
                  <a:lnTo>
                    <a:pt x="3205555" y="2184254"/>
                  </a:lnTo>
                  <a:lnTo>
                    <a:pt x="3158752" y="2120064"/>
                  </a:lnTo>
                  <a:lnTo>
                    <a:pt x="3112021" y="2057113"/>
                  </a:lnTo>
                  <a:lnTo>
                    <a:pt x="3065368" y="1995910"/>
                  </a:lnTo>
                  <a:lnTo>
                    <a:pt x="3018771" y="1936901"/>
                  </a:lnTo>
                  <a:lnTo>
                    <a:pt x="2972173" y="1880459"/>
                  </a:lnTo>
                  <a:lnTo>
                    <a:pt x="2925474" y="1826878"/>
                  </a:lnTo>
                  <a:lnTo>
                    <a:pt x="2878521" y="1776368"/>
                  </a:lnTo>
                  <a:lnTo>
                    <a:pt x="2831107" y="1729055"/>
                  </a:lnTo>
                  <a:lnTo>
                    <a:pt x="2782953" y="1684988"/>
                  </a:lnTo>
                  <a:lnTo>
                    <a:pt x="2733705" y="1644145"/>
                  </a:lnTo>
                  <a:lnTo>
                    <a:pt x="2702183" y="1620229"/>
                  </a:lnTo>
                  <a:lnTo>
                    <a:pt x="2650705" y="1584823"/>
                  </a:lnTo>
                  <a:lnTo>
                    <a:pt x="2596818" y="1552467"/>
                  </a:lnTo>
                  <a:lnTo>
                    <a:pt x="2539855" y="1523053"/>
                  </a:lnTo>
                  <a:lnTo>
                    <a:pt x="2479081" y="1496376"/>
                  </a:lnTo>
                  <a:lnTo>
                    <a:pt x="2413737" y="1472187"/>
                  </a:lnTo>
                  <a:lnTo>
                    <a:pt x="2343075" y="1450230"/>
                  </a:lnTo>
                  <a:lnTo>
                    <a:pt x="2266413" y="1430264"/>
                  </a:lnTo>
                  <a:lnTo>
                    <a:pt x="2183193" y="1412075"/>
                  </a:lnTo>
                  <a:lnTo>
                    <a:pt x="2093077" y="1395486"/>
                  </a:lnTo>
                  <a:lnTo>
                    <a:pt x="1996052" y="1380359"/>
                  </a:lnTo>
                  <a:lnTo>
                    <a:pt x="1892566" y="1366600"/>
                  </a:lnTo>
                  <a:lnTo>
                    <a:pt x="1783670" y="1354154"/>
                  </a:lnTo>
                  <a:lnTo>
                    <a:pt x="1671142" y="1343004"/>
                  </a:lnTo>
                  <a:lnTo>
                    <a:pt x="1557544" y="1333161"/>
                  </a:lnTo>
                  <a:lnTo>
                    <a:pt x="1446177" y="1324654"/>
                  </a:lnTo>
                  <a:lnTo>
                    <a:pt x="1340868" y="1317505"/>
                  </a:lnTo>
                  <a:lnTo>
                    <a:pt x="1245578" y="1311716"/>
                  </a:lnTo>
                  <a:lnTo>
                    <a:pt x="1163873" y="1307248"/>
                  </a:lnTo>
                  <a:lnTo>
                    <a:pt x="1098353" y="1304004"/>
                  </a:lnTo>
                  <a:lnTo>
                    <a:pt x="1050174" y="1301837"/>
                  </a:lnTo>
                  <a:lnTo>
                    <a:pt x="1018784" y="1300549"/>
                  </a:lnTo>
                  <a:lnTo>
                    <a:pt x="1001899" y="1299915"/>
                  </a:lnTo>
                  <a:lnTo>
                    <a:pt x="995681" y="1299701"/>
                  </a:lnTo>
                  <a:lnTo>
                    <a:pt x="994940" y="1299677"/>
                  </a:lnTo>
                  <a:lnTo>
                    <a:pt x="0" y="1299677"/>
                  </a:lnTo>
                  <a:lnTo>
                    <a:pt x="0" y="12996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6" name="pg545"/>
            <p:cNvSpPr/>
            <p:nvPr/>
          </p:nvSpPr>
          <p:spPr>
            <a:xfrm>
              <a:off x="1199187" y="3128494"/>
              <a:ext cx="12049831" cy="1954756"/>
            </a:xfrm>
            <a:custGeom>
              <a:avLst/>
              <a:pathLst>
                <a:path w="12049831" h="1954756">
                  <a:moveTo>
                    <a:pt x="0" y="31443"/>
                  </a:moveTo>
                  <a:lnTo>
                    <a:pt x="994940" y="31443"/>
                  </a:lnTo>
                  <a:lnTo>
                    <a:pt x="996048" y="31479"/>
                  </a:lnTo>
                  <a:lnTo>
                    <a:pt x="1003362" y="31734"/>
                  </a:lnTo>
                  <a:lnTo>
                    <a:pt x="1021910" y="32438"/>
                  </a:lnTo>
                  <a:lnTo>
                    <a:pt x="1055345" y="33826"/>
                  </a:lnTo>
                  <a:lnTo>
                    <a:pt x="1105737" y="36120"/>
                  </a:lnTo>
                  <a:lnTo>
                    <a:pt x="1173415" y="39512"/>
                  </a:lnTo>
                  <a:lnTo>
                    <a:pt x="1257019" y="44145"/>
                  </a:lnTo>
                  <a:lnTo>
                    <a:pt x="1353796" y="50106"/>
                  </a:lnTo>
                  <a:lnTo>
                    <a:pt x="1460098" y="57428"/>
                  </a:lnTo>
                  <a:lnTo>
                    <a:pt x="1571953" y="66107"/>
                  </a:lnTo>
                  <a:lnTo>
                    <a:pt x="1685584" y="76117"/>
                  </a:lnTo>
                  <a:lnTo>
                    <a:pt x="1797777" y="87432"/>
                  </a:lnTo>
                  <a:lnTo>
                    <a:pt x="1906066" y="100044"/>
                  </a:lnTo>
                  <a:lnTo>
                    <a:pt x="2008774" y="113973"/>
                  </a:lnTo>
                  <a:lnTo>
                    <a:pt x="2104934" y="129280"/>
                  </a:lnTo>
                  <a:lnTo>
                    <a:pt x="2194164" y="146064"/>
                  </a:lnTo>
                  <a:lnTo>
                    <a:pt x="2276524" y="164469"/>
                  </a:lnTo>
                  <a:lnTo>
                    <a:pt x="2352389" y="184676"/>
                  </a:lnTo>
                  <a:lnTo>
                    <a:pt x="2422334" y="206903"/>
                  </a:lnTo>
                  <a:lnTo>
                    <a:pt x="2487054" y="231395"/>
                  </a:lnTo>
                  <a:lnTo>
                    <a:pt x="2547301" y="258407"/>
                  </a:lnTo>
                  <a:lnTo>
                    <a:pt x="2603833" y="288185"/>
                  </a:lnTo>
                  <a:lnTo>
                    <a:pt x="2657378" y="320926"/>
                  </a:lnTo>
                  <a:lnTo>
                    <a:pt x="2702183" y="351995"/>
                  </a:lnTo>
                  <a:lnTo>
                    <a:pt x="2752338" y="390862"/>
                  </a:lnTo>
                  <a:lnTo>
                    <a:pt x="2801128" y="432908"/>
                  </a:lnTo>
                  <a:lnTo>
                    <a:pt x="2848967" y="478194"/>
                  </a:lnTo>
                  <a:lnTo>
                    <a:pt x="2896179" y="526717"/>
                  </a:lnTo>
                  <a:lnTo>
                    <a:pt x="2943016" y="578398"/>
                  </a:lnTo>
                  <a:lnTo>
                    <a:pt x="2989663" y="633082"/>
                  </a:lnTo>
                  <a:lnTo>
                    <a:pt x="3036251" y="690525"/>
                  </a:lnTo>
                  <a:lnTo>
                    <a:pt x="3082864" y="750406"/>
                  </a:lnTo>
                  <a:lnTo>
                    <a:pt x="3129546" y="812321"/>
                  </a:lnTo>
                  <a:lnTo>
                    <a:pt x="3176306" y="875799"/>
                  </a:lnTo>
                  <a:lnTo>
                    <a:pt x="3223129" y="940314"/>
                  </a:lnTo>
                  <a:lnTo>
                    <a:pt x="3269983" y="1005301"/>
                  </a:lnTo>
                  <a:lnTo>
                    <a:pt x="3316830" y="1070178"/>
                  </a:lnTo>
                  <a:lnTo>
                    <a:pt x="3363633" y="1134369"/>
                  </a:lnTo>
                  <a:lnTo>
                    <a:pt x="3410364" y="1197320"/>
                  </a:lnTo>
                  <a:lnTo>
                    <a:pt x="3457017" y="1258523"/>
                  </a:lnTo>
                  <a:lnTo>
                    <a:pt x="3503614" y="1317532"/>
                  </a:lnTo>
                  <a:lnTo>
                    <a:pt x="3550212" y="1373974"/>
                  </a:lnTo>
                  <a:lnTo>
                    <a:pt x="3596911" y="1427554"/>
                  </a:lnTo>
                  <a:lnTo>
                    <a:pt x="3643864" y="1478065"/>
                  </a:lnTo>
                  <a:lnTo>
                    <a:pt x="3691278" y="1525378"/>
                  </a:lnTo>
                  <a:lnTo>
                    <a:pt x="3739432" y="1569445"/>
                  </a:lnTo>
                  <a:lnTo>
                    <a:pt x="3788680" y="1610287"/>
                  </a:lnTo>
                  <a:lnTo>
                    <a:pt x="3820202" y="1634204"/>
                  </a:lnTo>
                  <a:lnTo>
                    <a:pt x="3871680" y="1669609"/>
                  </a:lnTo>
                  <a:lnTo>
                    <a:pt x="3925567" y="1701965"/>
                  </a:lnTo>
                  <a:lnTo>
                    <a:pt x="3982530" y="1731379"/>
                  </a:lnTo>
                  <a:lnTo>
                    <a:pt x="4043304" y="1758056"/>
                  </a:lnTo>
                  <a:lnTo>
                    <a:pt x="4108648" y="1782246"/>
                  </a:lnTo>
                  <a:lnTo>
                    <a:pt x="4179310" y="1804203"/>
                  </a:lnTo>
                  <a:lnTo>
                    <a:pt x="4255972" y="1824169"/>
                  </a:lnTo>
                  <a:lnTo>
                    <a:pt x="4339192" y="1842358"/>
                  </a:lnTo>
                  <a:lnTo>
                    <a:pt x="4429308" y="1858947"/>
                  </a:lnTo>
                  <a:lnTo>
                    <a:pt x="4526333" y="1874074"/>
                  </a:lnTo>
                  <a:lnTo>
                    <a:pt x="4629819" y="1887833"/>
                  </a:lnTo>
                  <a:lnTo>
                    <a:pt x="4738715" y="1900279"/>
                  </a:lnTo>
                  <a:lnTo>
                    <a:pt x="4851243" y="1911429"/>
                  </a:lnTo>
                  <a:lnTo>
                    <a:pt x="4964841" y="1921271"/>
                  </a:lnTo>
                  <a:lnTo>
                    <a:pt x="5076208" y="1929779"/>
                  </a:lnTo>
                  <a:lnTo>
                    <a:pt x="5181517" y="1936928"/>
                  </a:lnTo>
                  <a:lnTo>
                    <a:pt x="5276807" y="1942716"/>
                  </a:lnTo>
                  <a:lnTo>
                    <a:pt x="5358512" y="1947185"/>
                  </a:lnTo>
                  <a:lnTo>
                    <a:pt x="5424032" y="1950428"/>
                  </a:lnTo>
                  <a:lnTo>
                    <a:pt x="5472211" y="1952596"/>
                  </a:lnTo>
                  <a:lnTo>
                    <a:pt x="5503601" y="1953884"/>
                  </a:lnTo>
                  <a:lnTo>
                    <a:pt x="5520486" y="1954518"/>
                  </a:lnTo>
                  <a:lnTo>
                    <a:pt x="5526704" y="1954732"/>
                  </a:lnTo>
                  <a:lnTo>
                    <a:pt x="5527445" y="1954756"/>
                  </a:lnTo>
                  <a:lnTo>
                    <a:pt x="6522385" y="1954756"/>
                  </a:lnTo>
                  <a:lnTo>
                    <a:pt x="6523493" y="1954720"/>
                  </a:lnTo>
                  <a:lnTo>
                    <a:pt x="6530804" y="1954463"/>
                  </a:lnTo>
                  <a:lnTo>
                    <a:pt x="6549345" y="1953753"/>
                  </a:lnTo>
                  <a:lnTo>
                    <a:pt x="6582768" y="1952355"/>
                  </a:lnTo>
                  <a:lnTo>
                    <a:pt x="6633141" y="1950043"/>
                  </a:lnTo>
                  <a:lnTo>
                    <a:pt x="6700797" y="1946624"/>
                  </a:lnTo>
                  <a:lnTo>
                    <a:pt x="6784376" y="1941956"/>
                  </a:lnTo>
                  <a:lnTo>
                    <a:pt x="6881128" y="1935949"/>
                  </a:lnTo>
                  <a:lnTo>
                    <a:pt x="6987406" y="1928569"/>
                  </a:lnTo>
                  <a:lnTo>
                    <a:pt x="7099241" y="1919822"/>
                  </a:lnTo>
                  <a:lnTo>
                    <a:pt x="7212856" y="1909734"/>
                  </a:lnTo>
                  <a:lnTo>
                    <a:pt x="7325037" y="1898330"/>
                  </a:lnTo>
                  <a:lnTo>
                    <a:pt x="7433320" y="1885619"/>
                  </a:lnTo>
                  <a:lnTo>
                    <a:pt x="7536025" y="1871580"/>
                  </a:lnTo>
                  <a:lnTo>
                    <a:pt x="7632185" y="1856154"/>
                  </a:lnTo>
                  <a:lnTo>
                    <a:pt x="7721418" y="1839238"/>
                  </a:lnTo>
                  <a:lnTo>
                    <a:pt x="7803782" y="1820689"/>
                  </a:lnTo>
                  <a:lnTo>
                    <a:pt x="7879651" y="1800325"/>
                  </a:lnTo>
                  <a:lnTo>
                    <a:pt x="7949601" y="1777924"/>
                  </a:lnTo>
                  <a:lnTo>
                    <a:pt x="8014325" y="1753243"/>
                  </a:lnTo>
                  <a:lnTo>
                    <a:pt x="8074575" y="1726021"/>
                  </a:lnTo>
                  <a:lnTo>
                    <a:pt x="8131110" y="1696012"/>
                  </a:lnTo>
                  <a:lnTo>
                    <a:pt x="8184656" y="1663018"/>
                  </a:lnTo>
                  <a:lnTo>
                    <a:pt x="8229629" y="1631584"/>
                  </a:lnTo>
                  <a:lnTo>
                    <a:pt x="8279669" y="1592493"/>
                  </a:lnTo>
                  <a:lnTo>
                    <a:pt x="8328350" y="1550214"/>
                  </a:lnTo>
                  <a:lnTo>
                    <a:pt x="8376082" y="1504682"/>
                  </a:lnTo>
                  <a:lnTo>
                    <a:pt x="8423190" y="1455902"/>
                  </a:lnTo>
                  <a:lnTo>
                    <a:pt x="8469920" y="1403951"/>
                  </a:lnTo>
                  <a:lnTo>
                    <a:pt x="8516460" y="1348986"/>
                  </a:lnTo>
                  <a:lnTo>
                    <a:pt x="8562941" y="1291247"/>
                  </a:lnTo>
                  <a:lnTo>
                    <a:pt x="8609445" y="1231056"/>
                  </a:lnTo>
                  <a:lnTo>
                    <a:pt x="8656017" y="1168816"/>
                  </a:lnTo>
                  <a:lnTo>
                    <a:pt x="8702667" y="1104996"/>
                  </a:lnTo>
                  <a:lnTo>
                    <a:pt x="8749380" y="1040123"/>
                  </a:lnTo>
                  <a:lnTo>
                    <a:pt x="8796126" y="974761"/>
                  </a:lnTo>
                  <a:lnTo>
                    <a:pt x="8842865" y="909493"/>
                  </a:lnTo>
                  <a:lnTo>
                    <a:pt x="8889561" y="844898"/>
                  </a:lnTo>
                  <a:lnTo>
                    <a:pt x="8936186" y="781529"/>
                  </a:lnTo>
                  <a:lnTo>
                    <a:pt x="8982734" y="719897"/>
                  </a:lnTo>
                  <a:lnTo>
                    <a:pt x="9029224" y="660452"/>
                  </a:lnTo>
                  <a:lnTo>
                    <a:pt x="9075712" y="603570"/>
                  </a:lnTo>
                  <a:lnTo>
                    <a:pt x="9122297" y="549548"/>
                  </a:lnTo>
                  <a:lnTo>
                    <a:pt x="9169125" y="498599"/>
                  </a:lnTo>
                  <a:lnTo>
                    <a:pt x="9216402" y="450855"/>
                  </a:lnTo>
                  <a:lnTo>
                    <a:pt x="9264399" y="406368"/>
                  </a:lnTo>
                  <a:lnTo>
                    <a:pt x="9313466" y="365120"/>
                  </a:lnTo>
                  <a:lnTo>
                    <a:pt x="9347647" y="338894"/>
                  </a:lnTo>
                  <a:lnTo>
                    <a:pt x="9399118" y="303204"/>
                  </a:lnTo>
                  <a:lnTo>
                    <a:pt x="9452997" y="270587"/>
                  </a:lnTo>
                  <a:lnTo>
                    <a:pt x="9509952" y="240936"/>
                  </a:lnTo>
                  <a:lnTo>
                    <a:pt x="9570715" y="214043"/>
                  </a:lnTo>
                  <a:lnTo>
                    <a:pt x="9636046" y="189658"/>
                  </a:lnTo>
                  <a:lnTo>
                    <a:pt x="9706694" y="167523"/>
                  </a:lnTo>
                  <a:lnTo>
                    <a:pt x="9783340" y="147395"/>
                  </a:lnTo>
                  <a:lnTo>
                    <a:pt x="9866541" y="129058"/>
                  </a:lnTo>
                  <a:lnTo>
                    <a:pt x="9956636" y="112333"/>
                  </a:lnTo>
                  <a:lnTo>
                    <a:pt x="10053639" y="97084"/>
                  </a:lnTo>
                  <a:lnTo>
                    <a:pt x="10157101" y="83212"/>
                  </a:lnTo>
                  <a:lnTo>
                    <a:pt x="10265974" y="70664"/>
                  </a:lnTo>
                  <a:lnTo>
                    <a:pt x="10378483" y="59422"/>
                  </a:lnTo>
                  <a:lnTo>
                    <a:pt x="10492066" y="49498"/>
                  </a:lnTo>
                  <a:lnTo>
                    <a:pt x="10603425" y="40919"/>
                  </a:lnTo>
                  <a:lnTo>
                    <a:pt x="10708737" y="33710"/>
                  </a:lnTo>
                  <a:lnTo>
                    <a:pt x="10804041" y="27872"/>
                  </a:lnTo>
                  <a:lnTo>
                    <a:pt x="10885772" y="23364"/>
                  </a:lnTo>
                  <a:lnTo>
                    <a:pt x="10951327" y="20092"/>
                  </a:lnTo>
                  <a:lnTo>
                    <a:pt x="10999546" y="17904"/>
                  </a:lnTo>
                  <a:lnTo>
                    <a:pt x="11030978" y="16603"/>
                  </a:lnTo>
                  <a:lnTo>
                    <a:pt x="11047898" y="15963"/>
                  </a:lnTo>
                  <a:lnTo>
                    <a:pt x="11054142" y="15746"/>
                  </a:lnTo>
                  <a:lnTo>
                    <a:pt x="11054891" y="15721"/>
                  </a:lnTo>
                  <a:lnTo>
                    <a:pt x="12049831" y="1572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4" y="36"/>
                  </a:lnTo>
                  <a:lnTo>
                    <a:pt x="11046472" y="292"/>
                  </a:lnTo>
                  <a:lnTo>
                    <a:pt x="11027932" y="1002"/>
                  </a:lnTo>
                  <a:lnTo>
                    <a:pt x="10994509" y="2401"/>
                  </a:lnTo>
                  <a:lnTo>
                    <a:pt x="10944135" y="4713"/>
                  </a:lnTo>
                  <a:lnTo>
                    <a:pt x="10876480" y="8131"/>
                  </a:lnTo>
                  <a:lnTo>
                    <a:pt x="10792901" y="12800"/>
                  </a:lnTo>
                  <a:lnTo>
                    <a:pt x="10696149" y="18807"/>
                  </a:lnTo>
                  <a:lnTo>
                    <a:pt x="10589871" y="26186"/>
                  </a:lnTo>
                  <a:lnTo>
                    <a:pt x="10478036" y="34933"/>
                  </a:lnTo>
                  <a:lnTo>
                    <a:pt x="10364421" y="45022"/>
                  </a:lnTo>
                  <a:lnTo>
                    <a:pt x="10252240" y="56426"/>
                  </a:lnTo>
                  <a:lnTo>
                    <a:pt x="10143957" y="69136"/>
                  </a:lnTo>
                  <a:lnTo>
                    <a:pt x="10041251" y="83175"/>
                  </a:lnTo>
                  <a:lnTo>
                    <a:pt x="9945091" y="98602"/>
                  </a:lnTo>
                  <a:lnTo>
                    <a:pt x="9855859" y="115518"/>
                  </a:lnTo>
                  <a:lnTo>
                    <a:pt x="9773494" y="134066"/>
                  </a:lnTo>
                  <a:lnTo>
                    <a:pt x="9697625" y="154431"/>
                  </a:lnTo>
                  <a:lnTo>
                    <a:pt x="9627676" y="176831"/>
                  </a:lnTo>
                  <a:lnTo>
                    <a:pt x="9562951" y="201513"/>
                  </a:lnTo>
                  <a:lnTo>
                    <a:pt x="9502701" y="228734"/>
                  </a:lnTo>
                  <a:lnTo>
                    <a:pt x="9446167" y="258743"/>
                  </a:lnTo>
                  <a:lnTo>
                    <a:pt x="9392621" y="291738"/>
                  </a:lnTo>
                  <a:lnTo>
                    <a:pt x="9347647" y="323172"/>
                  </a:lnTo>
                  <a:lnTo>
                    <a:pt x="9297607" y="362262"/>
                  </a:lnTo>
                  <a:lnTo>
                    <a:pt x="9248926" y="404542"/>
                  </a:lnTo>
                  <a:lnTo>
                    <a:pt x="9201194" y="450073"/>
                  </a:lnTo>
                  <a:lnTo>
                    <a:pt x="9154087" y="498853"/>
                  </a:lnTo>
                  <a:lnTo>
                    <a:pt x="9107356" y="550804"/>
                  </a:lnTo>
                  <a:lnTo>
                    <a:pt x="9060816" y="605769"/>
                  </a:lnTo>
                  <a:lnTo>
                    <a:pt x="9014336" y="663509"/>
                  </a:lnTo>
                  <a:lnTo>
                    <a:pt x="8967831" y="723699"/>
                  </a:lnTo>
                  <a:lnTo>
                    <a:pt x="8921259" y="785940"/>
                  </a:lnTo>
                  <a:lnTo>
                    <a:pt x="8874610" y="849760"/>
                  </a:lnTo>
                  <a:lnTo>
                    <a:pt x="8827896" y="914632"/>
                  </a:lnTo>
                  <a:lnTo>
                    <a:pt x="8781151" y="979994"/>
                  </a:lnTo>
                  <a:lnTo>
                    <a:pt x="8734412" y="1045262"/>
                  </a:lnTo>
                  <a:lnTo>
                    <a:pt x="8687716" y="1109858"/>
                  </a:lnTo>
                  <a:lnTo>
                    <a:pt x="8641091" y="1173226"/>
                  </a:lnTo>
                  <a:lnTo>
                    <a:pt x="8594543" y="1234858"/>
                  </a:lnTo>
                  <a:lnTo>
                    <a:pt x="8548053" y="1294304"/>
                  </a:lnTo>
                  <a:lnTo>
                    <a:pt x="8501564" y="1351186"/>
                  </a:lnTo>
                  <a:lnTo>
                    <a:pt x="8454980" y="1405208"/>
                  </a:lnTo>
                  <a:lnTo>
                    <a:pt x="8408152" y="1456156"/>
                  </a:lnTo>
                  <a:lnTo>
                    <a:pt x="8360875" y="1503900"/>
                  </a:lnTo>
                  <a:lnTo>
                    <a:pt x="8312878" y="1548387"/>
                  </a:lnTo>
                  <a:lnTo>
                    <a:pt x="8263811" y="1589635"/>
                  </a:lnTo>
                  <a:lnTo>
                    <a:pt x="8229629" y="1615862"/>
                  </a:lnTo>
                  <a:lnTo>
                    <a:pt x="8178158" y="1651552"/>
                  </a:lnTo>
                  <a:lnTo>
                    <a:pt x="8124279" y="1684168"/>
                  </a:lnTo>
                  <a:lnTo>
                    <a:pt x="8067325" y="1713820"/>
                  </a:lnTo>
                  <a:lnTo>
                    <a:pt x="8006562" y="1740712"/>
                  </a:lnTo>
                  <a:lnTo>
                    <a:pt x="7941230" y="1765097"/>
                  </a:lnTo>
                  <a:lnTo>
                    <a:pt x="7870583" y="1787232"/>
                  </a:lnTo>
                  <a:lnTo>
                    <a:pt x="7793937" y="1807361"/>
                  </a:lnTo>
                  <a:lnTo>
                    <a:pt x="7710736" y="1825698"/>
                  </a:lnTo>
                  <a:lnTo>
                    <a:pt x="7620640" y="1842422"/>
                  </a:lnTo>
                  <a:lnTo>
                    <a:pt x="7523638" y="1857672"/>
                  </a:lnTo>
                  <a:lnTo>
                    <a:pt x="7420175" y="1871544"/>
                  </a:lnTo>
                  <a:lnTo>
                    <a:pt x="7311302" y="1884092"/>
                  </a:lnTo>
                  <a:lnTo>
                    <a:pt x="7198794" y="1895334"/>
                  </a:lnTo>
                  <a:lnTo>
                    <a:pt x="7085211" y="1905258"/>
                  </a:lnTo>
                  <a:lnTo>
                    <a:pt x="6973851" y="1913836"/>
                  </a:lnTo>
                  <a:lnTo>
                    <a:pt x="6868540" y="1921046"/>
                  </a:lnTo>
                  <a:lnTo>
                    <a:pt x="6773235" y="1926884"/>
                  </a:lnTo>
                  <a:lnTo>
                    <a:pt x="6691504" y="1931392"/>
                  </a:lnTo>
                  <a:lnTo>
                    <a:pt x="6625949" y="1934664"/>
                  </a:lnTo>
                  <a:lnTo>
                    <a:pt x="6577731" y="1936851"/>
                  </a:lnTo>
                  <a:lnTo>
                    <a:pt x="6546299" y="1938152"/>
                  </a:lnTo>
                  <a:lnTo>
                    <a:pt x="6529378" y="1938793"/>
                  </a:lnTo>
                  <a:lnTo>
                    <a:pt x="6523135" y="1939010"/>
                  </a:lnTo>
                  <a:lnTo>
                    <a:pt x="6522385" y="1939034"/>
                  </a:lnTo>
                  <a:lnTo>
                    <a:pt x="5527445" y="1939034"/>
                  </a:lnTo>
                  <a:lnTo>
                    <a:pt x="5526337" y="1938998"/>
                  </a:lnTo>
                  <a:lnTo>
                    <a:pt x="5519023" y="1938743"/>
                  </a:lnTo>
                  <a:lnTo>
                    <a:pt x="5500475" y="1938039"/>
                  </a:lnTo>
                  <a:lnTo>
                    <a:pt x="5467040" y="1936651"/>
                  </a:lnTo>
                  <a:lnTo>
                    <a:pt x="5416648" y="1934357"/>
                  </a:lnTo>
                  <a:lnTo>
                    <a:pt x="5348970" y="1930965"/>
                  </a:lnTo>
                  <a:lnTo>
                    <a:pt x="5265366" y="1926332"/>
                  </a:lnTo>
                  <a:lnTo>
                    <a:pt x="5168589" y="1920372"/>
                  </a:lnTo>
                  <a:lnTo>
                    <a:pt x="5062287" y="1913049"/>
                  </a:lnTo>
                  <a:lnTo>
                    <a:pt x="4950432" y="1904370"/>
                  </a:lnTo>
                  <a:lnTo>
                    <a:pt x="4836801" y="1894360"/>
                  </a:lnTo>
                  <a:lnTo>
                    <a:pt x="4724608" y="1883045"/>
                  </a:lnTo>
                  <a:lnTo>
                    <a:pt x="4616319" y="1870434"/>
                  </a:lnTo>
                  <a:lnTo>
                    <a:pt x="4513611" y="1856504"/>
                  </a:lnTo>
                  <a:lnTo>
                    <a:pt x="4417451" y="1841198"/>
                  </a:lnTo>
                  <a:lnTo>
                    <a:pt x="4328221" y="1824413"/>
                  </a:lnTo>
                  <a:lnTo>
                    <a:pt x="4245861" y="1806009"/>
                  </a:lnTo>
                  <a:lnTo>
                    <a:pt x="4169996" y="1785802"/>
                  </a:lnTo>
                  <a:lnTo>
                    <a:pt x="4100051" y="1763574"/>
                  </a:lnTo>
                  <a:lnTo>
                    <a:pt x="4035331" y="1739083"/>
                  </a:lnTo>
                  <a:lnTo>
                    <a:pt x="3975084" y="1712071"/>
                  </a:lnTo>
                  <a:lnTo>
                    <a:pt x="3918552" y="1682292"/>
                  </a:lnTo>
                  <a:lnTo>
                    <a:pt x="3865007" y="1649551"/>
                  </a:lnTo>
                  <a:lnTo>
                    <a:pt x="3820202" y="1618482"/>
                  </a:lnTo>
                  <a:lnTo>
                    <a:pt x="3770047" y="1579615"/>
                  </a:lnTo>
                  <a:lnTo>
                    <a:pt x="3721257" y="1537569"/>
                  </a:lnTo>
                  <a:lnTo>
                    <a:pt x="3673418" y="1492283"/>
                  </a:lnTo>
                  <a:lnTo>
                    <a:pt x="3626205" y="1443761"/>
                  </a:lnTo>
                  <a:lnTo>
                    <a:pt x="3579369" y="1392079"/>
                  </a:lnTo>
                  <a:lnTo>
                    <a:pt x="3532722" y="1337396"/>
                  </a:lnTo>
                  <a:lnTo>
                    <a:pt x="3486134" y="1279952"/>
                  </a:lnTo>
                  <a:lnTo>
                    <a:pt x="3439521" y="1220072"/>
                  </a:lnTo>
                  <a:lnTo>
                    <a:pt x="3392839" y="1158157"/>
                  </a:lnTo>
                  <a:lnTo>
                    <a:pt x="3346079" y="1094679"/>
                  </a:lnTo>
                  <a:lnTo>
                    <a:pt x="3299256" y="1030164"/>
                  </a:lnTo>
                  <a:lnTo>
                    <a:pt x="3252402" y="965177"/>
                  </a:lnTo>
                  <a:lnTo>
                    <a:pt x="3205555" y="900299"/>
                  </a:lnTo>
                  <a:lnTo>
                    <a:pt x="3158752" y="836109"/>
                  </a:lnTo>
                  <a:lnTo>
                    <a:pt x="3112021" y="773158"/>
                  </a:lnTo>
                  <a:lnTo>
                    <a:pt x="3065368" y="711955"/>
                  </a:lnTo>
                  <a:lnTo>
                    <a:pt x="3018771" y="652945"/>
                  </a:lnTo>
                  <a:lnTo>
                    <a:pt x="2972173" y="596504"/>
                  </a:lnTo>
                  <a:lnTo>
                    <a:pt x="2925474" y="542923"/>
                  </a:lnTo>
                  <a:lnTo>
                    <a:pt x="2878521" y="492413"/>
                  </a:lnTo>
                  <a:lnTo>
                    <a:pt x="2831107" y="445099"/>
                  </a:lnTo>
                  <a:lnTo>
                    <a:pt x="2782953" y="401032"/>
                  </a:lnTo>
                  <a:lnTo>
                    <a:pt x="2733705" y="360190"/>
                  </a:lnTo>
                  <a:lnTo>
                    <a:pt x="2702183" y="336274"/>
                  </a:lnTo>
                  <a:lnTo>
                    <a:pt x="2650705" y="300868"/>
                  </a:lnTo>
                  <a:lnTo>
                    <a:pt x="2596818" y="268512"/>
                  </a:lnTo>
                  <a:lnTo>
                    <a:pt x="2539855" y="239098"/>
                  </a:lnTo>
                  <a:lnTo>
                    <a:pt x="2479081" y="212421"/>
                  </a:lnTo>
                  <a:lnTo>
                    <a:pt x="2413737" y="188232"/>
                  </a:lnTo>
                  <a:lnTo>
                    <a:pt x="2343075" y="166275"/>
                  </a:lnTo>
                  <a:lnTo>
                    <a:pt x="2266413" y="146308"/>
                  </a:lnTo>
                  <a:lnTo>
                    <a:pt x="2183193" y="128119"/>
                  </a:lnTo>
                  <a:lnTo>
                    <a:pt x="2093077" y="111530"/>
                  </a:lnTo>
                  <a:lnTo>
                    <a:pt x="1996052" y="96404"/>
                  </a:lnTo>
                  <a:lnTo>
                    <a:pt x="1892566" y="82644"/>
                  </a:lnTo>
                  <a:lnTo>
                    <a:pt x="1783670" y="70198"/>
                  </a:lnTo>
                  <a:lnTo>
                    <a:pt x="1671142" y="59048"/>
                  </a:lnTo>
                  <a:lnTo>
                    <a:pt x="1557544" y="49206"/>
                  </a:lnTo>
                  <a:lnTo>
                    <a:pt x="1446177" y="40698"/>
                  </a:lnTo>
                  <a:lnTo>
                    <a:pt x="1340868" y="33550"/>
                  </a:lnTo>
                  <a:lnTo>
                    <a:pt x="1245578" y="27761"/>
                  </a:lnTo>
                  <a:lnTo>
                    <a:pt x="1163873" y="23292"/>
                  </a:lnTo>
                  <a:lnTo>
                    <a:pt x="1098353" y="20049"/>
                  </a:lnTo>
                  <a:lnTo>
                    <a:pt x="1050174" y="17882"/>
                  </a:lnTo>
                  <a:lnTo>
                    <a:pt x="1018784" y="16593"/>
                  </a:lnTo>
                  <a:lnTo>
                    <a:pt x="1001899" y="15960"/>
                  </a:lnTo>
                  <a:lnTo>
                    <a:pt x="995681" y="15745"/>
                  </a:lnTo>
                  <a:lnTo>
                    <a:pt x="994940" y="15721"/>
                  </a:lnTo>
                  <a:lnTo>
                    <a:pt x="0" y="15721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47" name="pl546"/>
            <p:cNvSpPr/>
            <p:nvPr/>
          </p:nvSpPr>
          <p:spPr>
            <a:xfrm>
              <a:off x="1199187" y="3144215"/>
              <a:ext cx="12049831" cy="1939034"/>
            </a:xfrm>
            <a:custGeom>
              <a:avLst/>
              <a:pathLst>
                <a:path w="12049831" h="1939034">
                  <a:moveTo>
                    <a:pt x="0" y="15721"/>
                  </a:moveTo>
                  <a:lnTo>
                    <a:pt x="994940" y="15721"/>
                  </a:lnTo>
                  <a:lnTo>
                    <a:pt x="996048" y="15757"/>
                  </a:lnTo>
                  <a:lnTo>
                    <a:pt x="1003362" y="16012"/>
                  </a:lnTo>
                  <a:lnTo>
                    <a:pt x="1021910" y="16716"/>
                  </a:lnTo>
                  <a:lnTo>
                    <a:pt x="1055345" y="18104"/>
                  </a:lnTo>
                  <a:lnTo>
                    <a:pt x="1105737" y="20399"/>
                  </a:lnTo>
                  <a:lnTo>
                    <a:pt x="1173415" y="23791"/>
                  </a:lnTo>
                  <a:lnTo>
                    <a:pt x="1257019" y="28423"/>
                  </a:lnTo>
                  <a:lnTo>
                    <a:pt x="1353796" y="34384"/>
                  </a:lnTo>
                  <a:lnTo>
                    <a:pt x="1460098" y="41706"/>
                  </a:lnTo>
                  <a:lnTo>
                    <a:pt x="1571953" y="50385"/>
                  </a:lnTo>
                  <a:lnTo>
                    <a:pt x="1685584" y="60395"/>
                  </a:lnTo>
                  <a:lnTo>
                    <a:pt x="1797777" y="71710"/>
                  </a:lnTo>
                  <a:lnTo>
                    <a:pt x="1906066" y="84322"/>
                  </a:lnTo>
                  <a:lnTo>
                    <a:pt x="2008774" y="98251"/>
                  </a:lnTo>
                  <a:lnTo>
                    <a:pt x="2104934" y="113558"/>
                  </a:lnTo>
                  <a:lnTo>
                    <a:pt x="2194164" y="130342"/>
                  </a:lnTo>
                  <a:lnTo>
                    <a:pt x="2276524" y="148747"/>
                  </a:lnTo>
                  <a:lnTo>
                    <a:pt x="2352389" y="168954"/>
                  </a:lnTo>
                  <a:lnTo>
                    <a:pt x="2422334" y="191181"/>
                  </a:lnTo>
                  <a:lnTo>
                    <a:pt x="2487054" y="215673"/>
                  </a:lnTo>
                  <a:lnTo>
                    <a:pt x="2547301" y="242685"/>
                  </a:lnTo>
                  <a:lnTo>
                    <a:pt x="2603833" y="272463"/>
                  </a:lnTo>
                  <a:lnTo>
                    <a:pt x="2657378" y="305204"/>
                  </a:lnTo>
                  <a:lnTo>
                    <a:pt x="2702183" y="336274"/>
                  </a:lnTo>
                  <a:lnTo>
                    <a:pt x="2752338" y="375141"/>
                  </a:lnTo>
                  <a:lnTo>
                    <a:pt x="2801128" y="417186"/>
                  </a:lnTo>
                  <a:lnTo>
                    <a:pt x="2848967" y="462472"/>
                  </a:lnTo>
                  <a:lnTo>
                    <a:pt x="2896179" y="510995"/>
                  </a:lnTo>
                  <a:lnTo>
                    <a:pt x="2943016" y="562677"/>
                  </a:lnTo>
                  <a:lnTo>
                    <a:pt x="2989663" y="617360"/>
                  </a:lnTo>
                  <a:lnTo>
                    <a:pt x="3036251" y="674803"/>
                  </a:lnTo>
                  <a:lnTo>
                    <a:pt x="3082864" y="734684"/>
                  </a:lnTo>
                  <a:lnTo>
                    <a:pt x="3129546" y="796599"/>
                  </a:lnTo>
                  <a:lnTo>
                    <a:pt x="3176306" y="860077"/>
                  </a:lnTo>
                  <a:lnTo>
                    <a:pt x="3223129" y="924592"/>
                  </a:lnTo>
                  <a:lnTo>
                    <a:pt x="3269983" y="989579"/>
                  </a:lnTo>
                  <a:lnTo>
                    <a:pt x="3316830" y="1054457"/>
                  </a:lnTo>
                  <a:lnTo>
                    <a:pt x="3363633" y="1118647"/>
                  </a:lnTo>
                  <a:lnTo>
                    <a:pt x="3410364" y="1181598"/>
                  </a:lnTo>
                  <a:lnTo>
                    <a:pt x="3457017" y="1242801"/>
                  </a:lnTo>
                  <a:lnTo>
                    <a:pt x="3503614" y="1301810"/>
                  </a:lnTo>
                  <a:lnTo>
                    <a:pt x="3550212" y="1358252"/>
                  </a:lnTo>
                  <a:lnTo>
                    <a:pt x="3596911" y="1411832"/>
                  </a:lnTo>
                  <a:lnTo>
                    <a:pt x="3643864" y="1462343"/>
                  </a:lnTo>
                  <a:lnTo>
                    <a:pt x="3691278" y="1509656"/>
                  </a:lnTo>
                  <a:lnTo>
                    <a:pt x="3739432" y="1553723"/>
                  </a:lnTo>
                  <a:lnTo>
                    <a:pt x="3788680" y="1594565"/>
                  </a:lnTo>
                  <a:lnTo>
                    <a:pt x="3820202" y="1618482"/>
                  </a:lnTo>
                  <a:lnTo>
                    <a:pt x="3871680" y="1653887"/>
                  </a:lnTo>
                  <a:lnTo>
                    <a:pt x="3925567" y="1686244"/>
                  </a:lnTo>
                  <a:lnTo>
                    <a:pt x="3982530" y="1715657"/>
                  </a:lnTo>
                  <a:lnTo>
                    <a:pt x="4043304" y="1742335"/>
                  </a:lnTo>
                  <a:lnTo>
                    <a:pt x="4108648" y="1766524"/>
                  </a:lnTo>
                  <a:lnTo>
                    <a:pt x="4179310" y="1788481"/>
                  </a:lnTo>
                  <a:lnTo>
                    <a:pt x="4255972" y="1808447"/>
                  </a:lnTo>
                  <a:lnTo>
                    <a:pt x="4339192" y="1826636"/>
                  </a:lnTo>
                  <a:lnTo>
                    <a:pt x="4429308" y="1843225"/>
                  </a:lnTo>
                  <a:lnTo>
                    <a:pt x="4526333" y="1858352"/>
                  </a:lnTo>
                  <a:lnTo>
                    <a:pt x="4629819" y="1872111"/>
                  </a:lnTo>
                  <a:lnTo>
                    <a:pt x="4738715" y="1884557"/>
                  </a:lnTo>
                  <a:lnTo>
                    <a:pt x="4851243" y="1895707"/>
                  </a:lnTo>
                  <a:lnTo>
                    <a:pt x="4964841" y="1905550"/>
                  </a:lnTo>
                  <a:lnTo>
                    <a:pt x="5076208" y="1914057"/>
                  </a:lnTo>
                  <a:lnTo>
                    <a:pt x="5181517" y="1921206"/>
                  </a:lnTo>
                  <a:lnTo>
                    <a:pt x="5276807" y="1926994"/>
                  </a:lnTo>
                  <a:lnTo>
                    <a:pt x="5358512" y="1931463"/>
                  </a:lnTo>
                  <a:lnTo>
                    <a:pt x="5424032" y="1934706"/>
                  </a:lnTo>
                  <a:lnTo>
                    <a:pt x="5472211" y="1936874"/>
                  </a:lnTo>
                  <a:lnTo>
                    <a:pt x="5503601" y="1938162"/>
                  </a:lnTo>
                  <a:lnTo>
                    <a:pt x="5520486" y="1938796"/>
                  </a:lnTo>
                  <a:lnTo>
                    <a:pt x="5526704" y="1939010"/>
                  </a:lnTo>
                  <a:lnTo>
                    <a:pt x="5527445" y="1939034"/>
                  </a:lnTo>
                  <a:lnTo>
                    <a:pt x="6522385" y="1939034"/>
                  </a:lnTo>
                  <a:lnTo>
                    <a:pt x="6523493" y="1938998"/>
                  </a:lnTo>
                  <a:lnTo>
                    <a:pt x="6530804" y="1938741"/>
                  </a:lnTo>
                  <a:lnTo>
                    <a:pt x="6549345" y="1938032"/>
                  </a:lnTo>
                  <a:lnTo>
                    <a:pt x="6582768" y="1936633"/>
                  </a:lnTo>
                  <a:lnTo>
                    <a:pt x="6633141" y="1934321"/>
                  </a:lnTo>
                  <a:lnTo>
                    <a:pt x="6700797" y="1930902"/>
                  </a:lnTo>
                  <a:lnTo>
                    <a:pt x="6784376" y="1926234"/>
                  </a:lnTo>
                  <a:lnTo>
                    <a:pt x="6881128" y="1920227"/>
                  </a:lnTo>
                  <a:lnTo>
                    <a:pt x="6987406" y="1912847"/>
                  </a:lnTo>
                  <a:lnTo>
                    <a:pt x="7099241" y="1904100"/>
                  </a:lnTo>
                  <a:lnTo>
                    <a:pt x="7212856" y="1894012"/>
                  </a:lnTo>
                  <a:lnTo>
                    <a:pt x="7325037" y="1882608"/>
                  </a:lnTo>
                  <a:lnTo>
                    <a:pt x="7433320" y="1869897"/>
                  </a:lnTo>
                  <a:lnTo>
                    <a:pt x="7536025" y="1855858"/>
                  </a:lnTo>
                  <a:lnTo>
                    <a:pt x="7632185" y="1840432"/>
                  </a:lnTo>
                  <a:lnTo>
                    <a:pt x="7721418" y="1823516"/>
                  </a:lnTo>
                  <a:lnTo>
                    <a:pt x="7803782" y="1804967"/>
                  </a:lnTo>
                  <a:lnTo>
                    <a:pt x="7879651" y="1784603"/>
                  </a:lnTo>
                  <a:lnTo>
                    <a:pt x="7949601" y="1762202"/>
                  </a:lnTo>
                  <a:lnTo>
                    <a:pt x="8014325" y="1737521"/>
                  </a:lnTo>
                  <a:lnTo>
                    <a:pt x="8074575" y="1710299"/>
                  </a:lnTo>
                  <a:lnTo>
                    <a:pt x="8131110" y="1680290"/>
                  </a:lnTo>
                  <a:lnTo>
                    <a:pt x="8184656" y="1647296"/>
                  </a:lnTo>
                  <a:lnTo>
                    <a:pt x="8229629" y="1615862"/>
                  </a:lnTo>
                  <a:lnTo>
                    <a:pt x="8279669" y="1576771"/>
                  </a:lnTo>
                  <a:lnTo>
                    <a:pt x="8328350" y="1534492"/>
                  </a:lnTo>
                  <a:lnTo>
                    <a:pt x="8376082" y="1488960"/>
                  </a:lnTo>
                  <a:lnTo>
                    <a:pt x="8423190" y="1440181"/>
                  </a:lnTo>
                  <a:lnTo>
                    <a:pt x="8469920" y="1388230"/>
                  </a:lnTo>
                  <a:lnTo>
                    <a:pt x="8516460" y="1333264"/>
                  </a:lnTo>
                  <a:lnTo>
                    <a:pt x="8562941" y="1275525"/>
                  </a:lnTo>
                  <a:lnTo>
                    <a:pt x="8609445" y="1215334"/>
                  </a:lnTo>
                  <a:lnTo>
                    <a:pt x="8656017" y="1153094"/>
                  </a:lnTo>
                  <a:lnTo>
                    <a:pt x="8702667" y="1089274"/>
                  </a:lnTo>
                  <a:lnTo>
                    <a:pt x="8749380" y="1024401"/>
                  </a:lnTo>
                  <a:lnTo>
                    <a:pt x="8796126" y="959040"/>
                  </a:lnTo>
                  <a:lnTo>
                    <a:pt x="8842865" y="893772"/>
                  </a:lnTo>
                  <a:lnTo>
                    <a:pt x="8889561" y="829176"/>
                  </a:lnTo>
                  <a:lnTo>
                    <a:pt x="8936186" y="765807"/>
                  </a:lnTo>
                  <a:lnTo>
                    <a:pt x="8982734" y="704175"/>
                  </a:lnTo>
                  <a:lnTo>
                    <a:pt x="9029224" y="644730"/>
                  </a:lnTo>
                  <a:lnTo>
                    <a:pt x="9075712" y="587848"/>
                  </a:lnTo>
                  <a:lnTo>
                    <a:pt x="9122297" y="533826"/>
                  </a:lnTo>
                  <a:lnTo>
                    <a:pt x="9169125" y="482877"/>
                  </a:lnTo>
                  <a:lnTo>
                    <a:pt x="9216402" y="435133"/>
                  </a:lnTo>
                  <a:lnTo>
                    <a:pt x="9264399" y="390647"/>
                  </a:lnTo>
                  <a:lnTo>
                    <a:pt x="9313466" y="349398"/>
                  </a:lnTo>
                  <a:lnTo>
                    <a:pt x="9347647" y="323172"/>
                  </a:lnTo>
                  <a:lnTo>
                    <a:pt x="9399118" y="287482"/>
                  </a:lnTo>
                  <a:lnTo>
                    <a:pt x="9452997" y="254865"/>
                  </a:lnTo>
                  <a:lnTo>
                    <a:pt x="9509952" y="225214"/>
                  </a:lnTo>
                  <a:lnTo>
                    <a:pt x="9570715" y="198321"/>
                  </a:lnTo>
                  <a:lnTo>
                    <a:pt x="9636046" y="173936"/>
                  </a:lnTo>
                  <a:lnTo>
                    <a:pt x="9706694" y="151801"/>
                  </a:lnTo>
                  <a:lnTo>
                    <a:pt x="9783340" y="131673"/>
                  </a:lnTo>
                  <a:lnTo>
                    <a:pt x="9866541" y="113336"/>
                  </a:lnTo>
                  <a:lnTo>
                    <a:pt x="9956636" y="96612"/>
                  </a:lnTo>
                  <a:lnTo>
                    <a:pt x="10053639" y="81362"/>
                  </a:lnTo>
                  <a:lnTo>
                    <a:pt x="10157101" y="67490"/>
                  </a:lnTo>
                  <a:lnTo>
                    <a:pt x="10265974" y="54942"/>
                  </a:lnTo>
                  <a:lnTo>
                    <a:pt x="10378483" y="43700"/>
                  </a:lnTo>
                  <a:lnTo>
                    <a:pt x="10492066" y="33776"/>
                  </a:lnTo>
                  <a:lnTo>
                    <a:pt x="10603425" y="25197"/>
                  </a:lnTo>
                  <a:lnTo>
                    <a:pt x="10708737" y="17988"/>
                  </a:lnTo>
                  <a:lnTo>
                    <a:pt x="10804041" y="12150"/>
                  </a:lnTo>
                  <a:lnTo>
                    <a:pt x="10885772" y="7642"/>
                  </a:lnTo>
                  <a:lnTo>
                    <a:pt x="10951327" y="4370"/>
                  </a:lnTo>
                  <a:lnTo>
                    <a:pt x="10999546" y="2182"/>
                  </a:lnTo>
                  <a:lnTo>
                    <a:pt x="11030978" y="881"/>
                  </a:lnTo>
                  <a:lnTo>
                    <a:pt x="11047898" y="241"/>
                  </a:lnTo>
                  <a:lnTo>
                    <a:pt x="11054142" y="2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8" name="pl547"/>
            <p:cNvSpPr/>
            <p:nvPr/>
          </p:nvSpPr>
          <p:spPr>
            <a:xfrm>
              <a:off x="1199187" y="3128494"/>
              <a:ext cx="12049831" cy="1939034"/>
            </a:xfrm>
            <a:custGeom>
              <a:avLst/>
              <a:pathLst>
                <a:path w="12049831" h="1939034">
                  <a:moveTo>
                    <a:pt x="12049831" y="0"/>
                  </a:moveTo>
                  <a:lnTo>
                    <a:pt x="11054891" y="0"/>
                  </a:lnTo>
                  <a:lnTo>
                    <a:pt x="11053784" y="36"/>
                  </a:lnTo>
                  <a:lnTo>
                    <a:pt x="11046472" y="292"/>
                  </a:lnTo>
                  <a:lnTo>
                    <a:pt x="11027932" y="1002"/>
                  </a:lnTo>
                  <a:lnTo>
                    <a:pt x="10994509" y="2401"/>
                  </a:lnTo>
                  <a:lnTo>
                    <a:pt x="10944135" y="4713"/>
                  </a:lnTo>
                  <a:lnTo>
                    <a:pt x="10876480" y="8131"/>
                  </a:lnTo>
                  <a:lnTo>
                    <a:pt x="10792901" y="12800"/>
                  </a:lnTo>
                  <a:lnTo>
                    <a:pt x="10696149" y="18807"/>
                  </a:lnTo>
                  <a:lnTo>
                    <a:pt x="10589871" y="26186"/>
                  </a:lnTo>
                  <a:lnTo>
                    <a:pt x="10478036" y="34933"/>
                  </a:lnTo>
                  <a:lnTo>
                    <a:pt x="10364421" y="45022"/>
                  </a:lnTo>
                  <a:lnTo>
                    <a:pt x="10252240" y="56426"/>
                  </a:lnTo>
                  <a:lnTo>
                    <a:pt x="10143957" y="69136"/>
                  </a:lnTo>
                  <a:lnTo>
                    <a:pt x="10041251" y="83175"/>
                  </a:lnTo>
                  <a:lnTo>
                    <a:pt x="9945091" y="98602"/>
                  </a:lnTo>
                  <a:lnTo>
                    <a:pt x="9855859" y="115518"/>
                  </a:lnTo>
                  <a:lnTo>
                    <a:pt x="9773494" y="134066"/>
                  </a:lnTo>
                  <a:lnTo>
                    <a:pt x="9697625" y="154431"/>
                  </a:lnTo>
                  <a:lnTo>
                    <a:pt x="9627676" y="176831"/>
                  </a:lnTo>
                  <a:lnTo>
                    <a:pt x="9562951" y="201513"/>
                  </a:lnTo>
                  <a:lnTo>
                    <a:pt x="9502701" y="228734"/>
                  </a:lnTo>
                  <a:lnTo>
                    <a:pt x="9446167" y="258743"/>
                  </a:lnTo>
                  <a:lnTo>
                    <a:pt x="9392621" y="291738"/>
                  </a:lnTo>
                  <a:lnTo>
                    <a:pt x="9347647" y="323172"/>
                  </a:lnTo>
                  <a:lnTo>
                    <a:pt x="9297607" y="362262"/>
                  </a:lnTo>
                  <a:lnTo>
                    <a:pt x="9248926" y="404542"/>
                  </a:lnTo>
                  <a:lnTo>
                    <a:pt x="9201194" y="450073"/>
                  </a:lnTo>
                  <a:lnTo>
                    <a:pt x="9154087" y="498853"/>
                  </a:lnTo>
                  <a:lnTo>
                    <a:pt x="9107356" y="550804"/>
                  </a:lnTo>
                  <a:lnTo>
                    <a:pt x="9060816" y="605769"/>
                  </a:lnTo>
                  <a:lnTo>
                    <a:pt x="9014336" y="663509"/>
                  </a:lnTo>
                  <a:lnTo>
                    <a:pt x="8967831" y="723699"/>
                  </a:lnTo>
                  <a:lnTo>
                    <a:pt x="8921259" y="785940"/>
                  </a:lnTo>
                  <a:lnTo>
                    <a:pt x="8874610" y="849760"/>
                  </a:lnTo>
                  <a:lnTo>
                    <a:pt x="8827896" y="914632"/>
                  </a:lnTo>
                  <a:lnTo>
                    <a:pt x="8781151" y="979994"/>
                  </a:lnTo>
                  <a:lnTo>
                    <a:pt x="8734412" y="1045262"/>
                  </a:lnTo>
                  <a:lnTo>
                    <a:pt x="8687716" y="1109858"/>
                  </a:lnTo>
                  <a:lnTo>
                    <a:pt x="8641091" y="1173226"/>
                  </a:lnTo>
                  <a:lnTo>
                    <a:pt x="8594543" y="1234858"/>
                  </a:lnTo>
                  <a:lnTo>
                    <a:pt x="8548053" y="1294304"/>
                  </a:lnTo>
                  <a:lnTo>
                    <a:pt x="8501564" y="1351186"/>
                  </a:lnTo>
                  <a:lnTo>
                    <a:pt x="8454980" y="1405208"/>
                  </a:lnTo>
                  <a:lnTo>
                    <a:pt x="8408152" y="1456156"/>
                  </a:lnTo>
                  <a:lnTo>
                    <a:pt x="8360875" y="1503900"/>
                  </a:lnTo>
                  <a:lnTo>
                    <a:pt x="8312878" y="1548387"/>
                  </a:lnTo>
                  <a:lnTo>
                    <a:pt x="8263811" y="1589635"/>
                  </a:lnTo>
                  <a:lnTo>
                    <a:pt x="8229629" y="1615862"/>
                  </a:lnTo>
                  <a:lnTo>
                    <a:pt x="8178158" y="1651552"/>
                  </a:lnTo>
                  <a:lnTo>
                    <a:pt x="8124279" y="1684168"/>
                  </a:lnTo>
                  <a:lnTo>
                    <a:pt x="8067325" y="1713820"/>
                  </a:lnTo>
                  <a:lnTo>
                    <a:pt x="8006562" y="1740712"/>
                  </a:lnTo>
                  <a:lnTo>
                    <a:pt x="7941230" y="1765097"/>
                  </a:lnTo>
                  <a:lnTo>
                    <a:pt x="7870583" y="1787232"/>
                  </a:lnTo>
                  <a:lnTo>
                    <a:pt x="7793937" y="1807361"/>
                  </a:lnTo>
                  <a:lnTo>
                    <a:pt x="7710736" y="1825698"/>
                  </a:lnTo>
                  <a:lnTo>
                    <a:pt x="7620640" y="1842422"/>
                  </a:lnTo>
                  <a:lnTo>
                    <a:pt x="7523638" y="1857672"/>
                  </a:lnTo>
                  <a:lnTo>
                    <a:pt x="7420175" y="1871544"/>
                  </a:lnTo>
                  <a:lnTo>
                    <a:pt x="7311302" y="1884092"/>
                  </a:lnTo>
                  <a:lnTo>
                    <a:pt x="7198794" y="1895334"/>
                  </a:lnTo>
                  <a:lnTo>
                    <a:pt x="7085211" y="1905258"/>
                  </a:lnTo>
                  <a:lnTo>
                    <a:pt x="6973851" y="1913836"/>
                  </a:lnTo>
                  <a:lnTo>
                    <a:pt x="6868540" y="1921046"/>
                  </a:lnTo>
                  <a:lnTo>
                    <a:pt x="6773235" y="1926884"/>
                  </a:lnTo>
                  <a:lnTo>
                    <a:pt x="6691504" y="1931392"/>
                  </a:lnTo>
                  <a:lnTo>
                    <a:pt x="6625949" y="1934664"/>
                  </a:lnTo>
                  <a:lnTo>
                    <a:pt x="6577731" y="1936851"/>
                  </a:lnTo>
                  <a:lnTo>
                    <a:pt x="6546299" y="1938152"/>
                  </a:lnTo>
                  <a:lnTo>
                    <a:pt x="6529378" y="1938793"/>
                  </a:lnTo>
                  <a:lnTo>
                    <a:pt x="6523135" y="1939010"/>
                  </a:lnTo>
                  <a:lnTo>
                    <a:pt x="6522385" y="1939034"/>
                  </a:lnTo>
                  <a:lnTo>
                    <a:pt x="5527445" y="1939034"/>
                  </a:lnTo>
                  <a:lnTo>
                    <a:pt x="5526337" y="1938998"/>
                  </a:lnTo>
                  <a:lnTo>
                    <a:pt x="5519023" y="1938743"/>
                  </a:lnTo>
                  <a:lnTo>
                    <a:pt x="5500475" y="1938039"/>
                  </a:lnTo>
                  <a:lnTo>
                    <a:pt x="5467040" y="1936651"/>
                  </a:lnTo>
                  <a:lnTo>
                    <a:pt x="5416648" y="1934357"/>
                  </a:lnTo>
                  <a:lnTo>
                    <a:pt x="5348970" y="1930965"/>
                  </a:lnTo>
                  <a:lnTo>
                    <a:pt x="5265366" y="1926332"/>
                  </a:lnTo>
                  <a:lnTo>
                    <a:pt x="5168589" y="1920372"/>
                  </a:lnTo>
                  <a:lnTo>
                    <a:pt x="5062287" y="1913049"/>
                  </a:lnTo>
                  <a:lnTo>
                    <a:pt x="4950432" y="1904370"/>
                  </a:lnTo>
                  <a:lnTo>
                    <a:pt x="4836801" y="1894360"/>
                  </a:lnTo>
                  <a:lnTo>
                    <a:pt x="4724608" y="1883045"/>
                  </a:lnTo>
                  <a:lnTo>
                    <a:pt x="4616319" y="1870434"/>
                  </a:lnTo>
                  <a:lnTo>
                    <a:pt x="4513611" y="1856504"/>
                  </a:lnTo>
                  <a:lnTo>
                    <a:pt x="4417451" y="1841198"/>
                  </a:lnTo>
                  <a:lnTo>
                    <a:pt x="4328221" y="1824413"/>
                  </a:lnTo>
                  <a:lnTo>
                    <a:pt x="4245861" y="1806009"/>
                  </a:lnTo>
                  <a:lnTo>
                    <a:pt x="4169996" y="1785802"/>
                  </a:lnTo>
                  <a:lnTo>
                    <a:pt x="4100051" y="1763574"/>
                  </a:lnTo>
                  <a:lnTo>
                    <a:pt x="4035331" y="1739083"/>
                  </a:lnTo>
                  <a:lnTo>
                    <a:pt x="3975084" y="1712071"/>
                  </a:lnTo>
                  <a:lnTo>
                    <a:pt x="3918552" y="1682292"/>
                  </a:lnTo>
                  <a:lnTo>
                    <a:pt x="3865007" y="1649551"/>
                  </a:lnTo>
                  <a:lnTo>
                    <a:pt x="3820202" y="1618482"/>
                  </a:lnTo>
                  <a:lnTo>
                    <a:pt x="3770047" y="1579615"/>
                  </a:lnTo>
                  <a:lnTo>
                    <a:pt x="3721257" y="1537569"/>
                  </a:lnTo>
                  <a:lnTo>
                    <a:pt x="3673418" y="1492283"/>
                  </a:lnTo>
                  <a:lnTo>
                    <a:pt x="3626205" y="1443761"/>
                  </a:lnTo>
                  <a:lnTo>
                    <a:pt x="3579369" y="1392079"/>
                  </a:lnTo>
                  <a:lnTo>
                    <a:pt x="3532722" y="1337396"/>
                  </a:lnTo>
                  <a:lnTo>
                    <a:pt x="3486134" y="1279952"/>
                  </a:lnTo>
                  <a:lnTo>
                    <a:pt x="3439521" y="1220072"/>
                  </a:lnTo>
                  <a:lnTo>
                    <a:pt x="3392839" y="1158157"/>
                  </a:lnTo>
                  <a:lnTo>
                    <a:pt x="3346079" y="1094679"/>
                  </a:lnTo>
                  <a:lnTo>
                    <a:pt x="3299256" y="1030164"/>
                  </a:lnTo>
                  <a:lnTo>
                    <a:pt x="3252402" y="965177"/>
                  </a:lnTo>
                  <a:lnTo>
                    <a:pt x="3205555" y="900299"/>
                  </a:lnTo>
                  <a:lnTo>
                    <a:pt x="3158752" y="836109"/>
                  </a:lnTo>
                  <a:lnTo>
                    <a:pt x="3112021" y="773158"/>
                  </a:lnTo>
                  <a:lnTo>
                    <a:pt x="3065368" y="711955"/>
                  </a:lnTo>
                  <a:lnTo>
                    <a:pt x="3018771" y="652945"/>
                  </a:lnTo>
                  <a:lnTo>
                    <a:pt x="2972173" y="596504"/>
                  </a:lnTo>
                  <a:lnTo>
                    <a:pt x="2925474" y="542923"/>
                  </a:lnTo>
                  <a:lnTo>
                    <a:pt x="2878521" y="492413"/>
                  </a:lnTo>
                  <a:lnTo>
                    <a:pt x="2831107" y="445099"/>
                  </a:lnTo>
                  <a:lnTo>
                    <a:pt x="2782953" y="401032"/>
                  </a:lnTo>
                  <a:lnTo>
                    <a:pt x="2733705" y="360190"/>
                  </a:lnTo>
                  <a:lnTo>
                    <a:pt x="2702183" y="336274"/>
                  </a:lnTo>
                  <a:lnTo>
                    <a:pt x="2650705" y="300868"/>
                  </a:lnTo>
                  <a:lnTo>
                    <a:pt x="2596818" y="268512"/>
                  </a:lnTo>
                  <a:lnTo>
                    <a:pt x="2539855" y="239098"/>
                  </a:lnTo>
                  <a:lnTo>
                    <a:pt x="2479081" y="212421"/>
                  </a:lnTo>
                  <a:lnTo>
                    <a:pt x="2413737" y="188232"/>
                  </a:lnTo>
                  <a:lnTo>
                    <a:pt x="2343075" y="166275"/>
                  </a:lnTo>
                  <a:lnTo>
                    <a:pt x="2266413" y="146308"/>
                  </a:lnTo>
                  <a:lnTo>
                    <a:pt x="2183193" y="128119"/>
                  </a:lnTo>
                  <a:lnTo>
                    <a:pt x="2093077" y="111530"/>
                  </a:lnTo>
                  <a:lnTo>
                    <a:pt x="1996052" y="96404"/>
                  </a:lnTo>
                  <a:lnTo>
                    <a:pt x="1892566" y="82644"/>
                  </a:lnTo>
                  <a:lnTo>
                    <a:pt x="1783670" y="70198"/>
                  </a:lnTo>
                  <a:lnTo>
                    <a:pt x="1671142" y="59048"/>
                  </a:lnTo>
                  <a:lnTo>
                    <a:pt x="1557544" y="49206"/>
                  </a:lnTo>
                  <a:lnTo>
                    <a:pt x="1446177" y="40698"/>
                  </a:lnTo>
                  <a:lnTo>
                    <a:pt x="1340868" y="33550"/>
                  </a:lnTo>
                  <a:lnTo>
                    <a:pt x="1245578" y="27761"/>
                  </a:lnTo>
                  <a:lnTo>
                    <a:pt x="1163873" y="23292"/>
                  </a:lnTo>
                  <a:lnTo>
                    <a:pt x="1098353" y="20049"/>
                  </a:lnTo>
                  <a:lnTo>
                    <a:pt x="1050174" y="17882"/>
                  </a:lnTo>
                  <a:lnTo>
                    <a:pt x="1018784" y="16593"/>
                  </a:lnTo>
                  <a:lnTo>
                    <a:pt x="1001899" y="15960"/>
                  </a:lnTo>
                  <a:lnTo>
                    <a:pt x="995681" y="15745"/>
                  </a:lnTo>
                  <a:lnTo>
                    <a:pt x="994940" y="15721"/>
                  </a:lnTo>
                  <a:lnTo>
                    <a:pt x="0" y="15721"/>
                  </a:lnTo>
                  <a:lnTo>
                    <a:pt x="0" y="157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9" name="pg548"/>
            <p:cNvSpPr/>
            <p:nvPr/>
          </p:nvSpPr>
          <p:spPr>
            <a:xfrm>
              <a:off x="1199187" y="3159937"/>
              <a:ext cx="12049831" cy="1959997"/>
            </a:xfrm>
            <a:custGeom>
              <a:avLst/>
              <a:pathLst>
                <a:path w="12049831" h="1959997">
                  <a:moveTo>
                    <a:pt x="0" y="15721"/>
                  </a:moveTo>
                  <a:lnTo>
                    <a:pt x="994940" y="15721"/>
                  </a:lnTo>
                  <a:lnTo>
                    <a:pt x="996047" y="15758"/>
                  </a:lnTo>
                  <a:lnTo>
                    <a:pt x="1003357" y="16015"/>
                  </a:lnTo>
                  <a:lnTo>
                    <a:pt x="1021895" y="16727"/>
                  </a:lnTo>
                  <a:lnTo>
                    <a:pt x="1055314" y="18129"/>
                  </a:lnTo>
                  <a:lnTo>
                    <a:pt x="1105681" y="20447"/>
                  </a:lnTo>
                  <a:lnTo>
                    <a:pt x="1173330" y="23874"/>
                  </a:lnTo>
                  <a:lnTo>
                    <a:pt x="1256900" y="28555"/>
                  </a:lnTo>
                  <a:lnTo>
                    <a:pt x="1353644" y="34577"/>
                  </a:lnTo>
                  <a:lnTo>
                    <a:pt x="1459914" y="41976"/>
                  </a:lnTo>
                  <a:lnTo>
                    <a:pt x="1571742" y="50745"/>
                  </a:lnTo>
                  <a:lnTo>
                    <a:pt x="1685352" y="60860"/>
                  </a:lnTo>
                  <a:lnTo>
                    <a:pt x="1797529" y="72293"/>
                  </a:lnTo>
                  <a:lnTo>
                    <a:pt x="1905810" y="85037"/>
                  </a:lnTo>
                  <a:lnTo>
                    <a:pt x="2008514" y="99112"/>
                  </a:lnTo>
                  <a:lnTo>
                    <a:pt x="2104674" y="114579"/>
                  </a:lnTo>
                  <a:lnTo>
                    <a:pt x="2193908" y="131539"/>
                  </a:lnTo>
                  <a:lnTo>
                    <a:pt x="2276274" y="150135"/>
                  </a:lnTo>
                  <a:lnTo>
                    <a:pt x="2352144" y="170552"/>
                  </a:lnTo>
                  <a:lnTo>
                    <a:pt x="2422095" y="193010"/>
                  </a:lnTo>
                  <a:lnTo>
                    <a:pt x="2486821" y="217755"/>
                  </a:lnTo>
                  <a:lnTo>
                    <a:pt x="2547072" y="245046"/>
                  </a:lnTo>
                  <a:lnTo>
                    <a:pt x="2603607" y="275132"/>
                  </a:lnTo>
                  <a:lnTo>
                    <a:pt x="2657154" y="308211"/>
                  </a:lnTo>
                  <a:lnTo>
                    <a:pt x="2702183" y="339767"/>
                  </a:lnTo>
                  <a:lnTo>
                    <a:pt x="2752186" y="378932"/>
                  </a:lnTo>
                  <a:lnTo>
                    <a:pt x="2800830" y="421289"/>
                  </a:lnTo>
                  <a:lnTo>
                    <a:pt x="2848527" y="466902"/>
                  </a:lnTo>
                  <a:lnTo>
                    <a:pt x="2895599" y="515767"/>
                  </a:lnTo>
                  <a:lnTo>
                    <a:pt x="2942294" y="567807"/>
                  </a:lnTo>
                  <a:lnTo>
                    <a:pt x="2988799" y="622866"/>
                  </a:lnTo>
                  <a:lnTo>
                    <a:pt x="3035244" y="680704"/>
                  </a:lnTo>
                  <a:lnTo>
                    <a:pt x="3081712" y="740997"/>
                  </a:lnTo>
                  <a:lnTo>
                    <a:pt x="3128247" y="803346"/>
                  </a:lnTo>
                  <a:lnTo>
                    <a:pt x="3174860" y="867279"/>
                  </a:lnTo>
                  <a:lnTo>
                    <a:pt x="3221537" y="932271"/>
                  </a:lnTo>
                  <a:lnTo>
                    <a:pt x="3268246" y="997756"/>
                  </a:lnTo>
                  <a:lnTo>
                    <a:pt x="3314950" y="1063154"/>
                  </a:lnTo>
                  <a:lnTo>
                    <a:pt x="3361610" y="1127884"/>
                  </a:lnTo>
                  <a:lnTo>
                    <a:pt x="3408200" y="1191392"/>
                  </a:lnTo>
                  <a:lnTo>
                    <a:pt x="3454713" y="1253166"/>
                  </a:lnTo>
                  <a:lnTo>
                    <a:pt x="3501168" y="1312757"/>
                  </a:lnTo>
                  <a:lnTo>
                    <a:pt x="3547619" y="1369786"/>
                  </a:lnTo>
                  <a:lnTo>
                    <a:pt x="3594166" y="1423954"/>
                  </a:lnTo>
                  <a:lnTo>
                    <a:pt x="3640953" y="1475048"/>
                  </a:lnTo>
                  <a:lnTo>
                    <a:pt x="3688184" y="1522936"/>
                  </a:lnTo>
                  <a:lnTo>
                    <a:pt x="3736129" y="1567563"/>
                  </a:lnTo>
                  <a:lnTo>
                    <a:pt x="3785136" y="1608947"/>
                  </a:lnTo>
                  <a:lnTo>
                    <a:pt x="3820202" y="1635951"/>
                  </a:lnTo>
                  <a:lnTo>
                    <a:pt x="3871670" y="1671736"/>
                  </a:lnTo>
                  <a:lnTo>
                    <a:pt x="3925546" y="1704439"/>
                  </a:lnTo>
                  <a:lnTo>
                    <a:pt x="3982497" y="1734169"/>
                  </a:lnTo>
                  <a:lnTo>
                    <a:pt x="4043257" y="1761134"/>
                  </a:lnTo>
                  <a:lnTo>
                    <a:pt x="4108585" y="1785584"/>
                  </a:lnTo>
                  <a:lnTo>
                    <a:pt x="4179227" y="1807779"/>
                  </a:lnTo>
                  <a:lnTo>
                    <a:pt x="4255868" y="1827961"/>
                  </a:lnTo>
                  <a:lnTo>
                    <a:pt x="4339063" y="1846347"/>
                  </a:lnTo>
                  <a:lnTo>
                    <a:pt x="4429151" y="1863117"/>
                  </a:lnTo>
                  <a:lnTo>
                    <a:pt x="4526146" y="1878408"/>
                  </a:lnTo>
                  <a:lnTo>
                    <a:pt x="4629601" y="1892317"/>
                  </a:lnTo>
                  <a:lnTo>
                    <a:pt x="4738466" y="1904899"/>
                  </a:lnTo>
                  <a:lnTo>
                    <a:pt x="4850968" y="1916172"/>
                  </a:lnTo>
                  <a:lnTo>
                    <a:pt x="4964546" y="1926123"/>
                  </a:lnTo>
                  <a:lnTo>
                    <a:pt x="5075903" y="1934725"/>
                  </a:lnTo>
                  <a:lnTo>
                    <a:pt x="5181216" y="1941955"/>
                  </a:lnTo>
                  <a:lnTo>
                    <a:pt x="5276525" y="1947809"/>
                  </a:lnTo>
                  <a:lnTo>
                    <a:pt x="5358264" y="1952330"/>
                  </a:lnTo>
                  <a:lnTo>
                    <a:pt x="5423831" y="1955612"/>
                  </a:lnTo>
                  <a:lnTo>
                    <a:pt x="5472063" y="1957807"/>
                  </a:lnTo>
                  <a:lnTo>
                    <a:pt x="5503509" y="1959111"/>
                  </a:lnTo>
                  <a:lnTo>
                    <a:pt x="5520441" y="1959754"/>
                  </a:lnTo>
                  <a:lnTo>
                    <a:pt x="5526693" y="1959972"/>
                  </a:lnTo>
                  <a:lnTo>
                    <a:pt x="5527445" y="1959997"/>
                  </a:lnTo>
                  <a:lnTo>
                    <a:pt x="6522385" y="1959997"/>
                  </a:lnTo>
                  <a:lnTo>
                    <a:pt x="6523499" y="1959965"/>
                  </a:lnTo>
                  <a:lnTo>
                    <a:pt x="6530853" y="1959738"/>
                  </a:lnTo>
                  <a:lnTo>
                    <a:pt x="6549497" y="1959111"/>
                  </a:lnTo>
                  <a:lnTo>
                    <a:pt x="6583099" y="1957875"/>
                  </a:lnTo>
                  <a:lnTo>
                    <a:pt x="6633729" y="1955832"/>
                  </a:lnTo>
                  <a:lnTo>
                    <a:pt x="6701703" y="1952812"/>
                  </a:lnTo>
                  <a:lnTo>
                    <a:pt x="6785638" y="1948688"/>
                  </a:lnTo>
                  <a:lnTo>
                    <a:pt x="6882752" y="1943383"/>
                  </a:lnTo>
                  <a:lnTo>
                    <a:pt x="6989367" y="1936868"/>
                  </a:lnTo>
                  <a:lnTo>
                    <a:pt x="7101491" y="1929147"/>
                  </a:lnTo>
                  <a:lnTo>
                    <a:pt x="7215332" y="1920243"/>
                  </a:lnTo>
                  <a:lnTo>
                    <a:pt x="7327670" y="1910180"/>
                  </a:lnTo>
                  <a:lnTo>
                    <a:pt x="7436047" y="1898965"/>
                  </a:lnTo>
                  <a:lnTo>
                    <a:pt x="7538790" y="1886577"/>
                  </a:lnTo>
                  <a:lnTo>
                    <a:pt x="7634944" y="1872963"/>
                  </a:lnTo>
                  <a:lnTo>
                    <a:pt x="7724139" y="1858033"/>
                  </a:lnTo>
                  <a:lnTo>
                    <a:pt x="7806446" y="1841659"/>
                  </a:lnTo>
                  <a:lnTo>
                    <a:pt x="7882250" y="1823676"/>
                  </a:lnTo>
                  <a:lnTo>
                    <a:pt x="7952133" y="1803891"/>
                  </a:lnTo>
                  <a:lnTo>
                    <a:pt x="8016798" y="1782086"/>
                  </a:lnTo>
                  <a:lnTo>
                    <a:pt x="8077002" y="1758032"/>
                  </a:lnTo>
                  <a:lnTo>
                    <a:pt x="8133506" y="1731512"/>
                  </a:lnTo>
                  <a:lnTo>
                    <a:pt x="8187041" y="1702352"/>
                  </a:lnTo>
                  <a:lnTo>
                    <a:pt x="8229629" y="1676129"/>
                  </a:lnTo>
                  <a:lnTo>
                    <a:pt x="8281425" y="1640518"/>
                  </a:lnTo>
                  <a:lnTo>
                    <a:pt x="8331779" y="1601900"/>
                  </a:lnTo>
                  <a:lnTo>
                    <a:pt x="8381143" y="1560217"/>
                  </a:lnTo>
                  <a:lnTo>
                    <a:pt x="8429869" y="1515478"/>
                  </a:lnTo>
                  <a:lnTo>
                    <a:pt x="8478222" y="1467768"/>
                  </a:lnTo>
                  <a:lnTo>
                    <a:pt x="8526400" y="1417254"/>
                  </a:lnTo>
                  <a:lnTo>
                    <a:pt x="8574536" y="1364185"/>
                  </a:lnTo>
                  <a:lnTo>
                    <a:pt x="8622714" y="1308895"/>
                  </a:lnTo>
                  <a:lnTo>
                    <a:pt x="8670970" y="1251795"/>
                  </a:lnTo>
                  <a:lnTo>
                    <a:pt x="8719307" y="1193361"/>
                  </a:lnTo>
                  <a:lnTo>
                    <a:pt x="8767702" y="1134121"/>
                  </a:lnTo>
                  <a:lnTo>
                    <a:pt x="8816115" y="1074635"/>
                  </a:lnTo>
                  <a:lnTo>
                    <a:pt x="8864504" y="1015472"/>
                  </a:lnTo>
                  <a:lnTo>
                    <a:pt x="8912831" y="957189"/>
                  </a:lnTo>
                  <a:lnTo>
                    <a:pt x="8961076" y="900306"/>
                  </a:lnTo>
                  <a:lnTo>
                    <a:pt x="9009245" y="845294"/>
                  </a:lnTo>
                  <a:lnTo>
                    <a:pt x="9057381" y="792553"/>
                  </a:lnTo>
                  <a:lnTo>
                    <a:pt x="9105573" y="742405"/>
                  </a:lnTo>
                  <a:lnTo>
                    <a:pt x="9153964" y="695089"/>
                  </a:lnTo>
                  <a:lnTo>
                    <a:pt x="9202758" y="650760"/>
                  </a:lnTo>
                  <a:lnTo>
                    <a:pt x="9252234" y="609491"/>
                  </a:lnTo>
                  <a:lnTo>
                    <a:pt x="9302754" y="571284"/>
                  </a:lnTo>
                  <a:lnTo>
                    <a:pt x="9347647" y="540658"/>
                  </a:lnTo>
                  <a:lnTo>
                    <a:pt x="9399223" y="509249"/>
                  </a:lnTo>
                  <a:lnTo>
                    <a:pt x="9453217" y="480551"/>
                  </a:lnTo>
                  <a:lnTo>
                    <a:pt x="9510301" y="454466"/>
                  </a:lnTo>
                  <a:lnTo>
                    <a:pt x="9571214" y="430814"/>
                  </a:lnTo>
                  <a:lnTo>
                    <a:pt x="9636721" y="409371"/>
                  </a:lnTo>
                  <a:lnTo>
                    <a:pt x="9707570" y="389909"/>
                  </a:lnTo>
                  <a:lnTo>
                    <a:pt x="9784450" y="372215"/>
                  </a:lnTo>
                  <a:lnTo>
                    <a:pt x="9867917" y="356099"/>
                  </a:lnTo>
                  <a:lnTo>
                    <a:pt x="9958309" y="341402"/>
                  </a:lnTo>
                  <a:lnTo>
                    <a:pt x="10055633" y="328004"/>
                  </a:lnTo>
                  <a:lnTo>
                    <a:pt x="10159426" y="315820"/>
                  </a:lnTo>
                  <a:lnTo>
                    <a:pt x="10268621" y="304802"/>
                  </a:lnTo>
                  <a:lnTo>
                    <a:pt x="10381414" y="294936"/>
                  </a:lnTo>
                  <a:lnTo>
                    <a:pt x="10495208" y="286233"/>
                  </a:lnTo>
                  <a:lnTo>
                    <a:pt x="10606669" y="278718"/>
                  </a:lnTo>
                  <a:lnTo>
                    <a:pt x="10711939" y="272410"/>
                  </a:lnTo>
                  <a:lnTo>
                    <a:pt x="10807039" y="267311"/>
                  </a:lnTo>
                  <a:lnTo>
                    <a:pt x="10888405" y="263383"/>
                  </a:lnTo>
                  <a:lnTo>
                    <a:pt x="10953463" y="260541"/>
                  </a:lnTo>
                  <a:lnTo>
                    <a:pt x="11001104" y="258649"/>
                  </a:lnTo>
                  <a:lnTo>
                    <a:pt x="11031951" y="257532"/>
                  </a:lnTo>
                  <a:lnTo>
                    <a:pt x="11048361" y="256988"/>
                  </a:lnTo>
                  <a:lnTo>
                    <a:pt x="11054251" y="256809"/>
                  </a:lnTo>
                  <a:lnTo>
                    <a:pt x="11054891" y="256791"/>
                  </a:lnTo>
                  <a:lnTo>
                    <a:pt x="12049831" y="256791"/>
                  </a:lnTo>
                  <a:lnTo>
                    <a:pt x="12049831" y="241069"/>
                  </a:lnTo>
                  <a:lnTo>
                    <a:pt x="11054891" y="241069"/>
                  </a:lnTo>
                  <a:lnTo>
                    <a:pt x="11053777" y="241101"/>
                  </a:lnTo>
                  <a:lnTo>
                    <a:pt x="11046424" y="241328"/>
                  </a:lnTo>
                  <a:lnTo>
                    <a:pt x="11027780" y="241955"/>
                  </a:lnTo>
                  <a:lnTo>
                    <a:pt x="10994177" y="243191"/>
                  </a:lnTo>
                  <a:lnTo>
                    <a:pt x="10943548" y="245234"/>
                  </a:lnTo>
                  <a:lnTo>
                    <a:pt x="10875574" y="248254"/>
                  </a:lnTo>
                  <a:lnTo>
                    <a:pt x="10791639" y="252377"/>
                  </a:lnTo>
                  <a:lnTo>
                    <a:pt x="10694525" y="257682"/>
                  </a:lnTo>
                  <a:lnTo>
                    <a:pt x="10587909" y="264198"/>
                  </a:lnTo>
                  <a:lnTo>
                    <a:pt x="10475786" y="271918"/>
                  </a:lnTo>
                  <a:lnTo>
                    <a:pt x="10361945" y="280822"/>
                  </a:lnTo>
                  <a:lnTo>
                    <a:pt x="10249606" y="290885"/>
                  </a:lnTo>
                  <a:lnTo>
                    <a:pt x="10141230" y="302101"/>
                  </a:lnTo>
                  <a:lnTo>
                    <a:pt x="10038487" y="314488"/>
                  </a:lnTo>
                  <a:lnTo>
                    <a:pt x="9942333" y="328102"/>
                  </a:lnTo>
                  <a:lnTo>
                    <a:pt x="9853138" y="343032"/>
                  </a:lnTo>
                  <a:lnTo>
                    <a:pt x="9770830" y="359407"/>
                  </a:lnTo>
                  <a:lnTo>
                    <a:pt x="9695027" y="377389"/>
                  </a:lnTo>
                  <a:lnTo>
                    <a:pt x="9625144" y="397174"/>
                  </a:lnTo>
                  <a:lnTo>
                    <a:pt x="9560478" y="418979"/>
                  </a:lnTo>
                  <a:lnTo>
                    <a:pt x="9500275" y="443033"/>
                  </a:lnTo>
                  <a:lnTo>
                    <a:pt x="9443771" y="469554"/>
                  </a:lnTo>
                  <a:lnTo>
                    <a:pt x="9390236" y="498713"/>
                  </a:lnTo>
                  <a:lnTo>
                    <a:pt x="9347647" y="524936"/>
                  </a:lnTo>
                  <a:lnTo>
                    <a:pt x="9295852" y="560547"/>
                  </a:lnTo>
                  <a:lnTo>
                    <a:pt x="9245497" y="599165"/>
                  </a:lnTo>
                  <a:lnTo>
                    <a:pt x="9196133" y="640849"/>
                  </a:lnTo>
                  <a:lnTo>
                    <a:pt x="9147408" y="685587"/>
                  </a:lnTo>
                  <a:lnTo>
                    <a:pt x="9099054" y="733297"/>
                  </a:lnTo>
                  <a:lnTo>
                    <a:pt x="9050877" y="783811"/>
                  </a:lnTo>
                  <a:lnTo>
                    <a:pt x="9002740" y="836880"/>
                  </a:lnTo>
                  <a:lnTo>
                    <a:pt x="8954563" y="892170"/>
                  </a:lnTo>
                  <a:lnTo>
                    <a:pt x="8906306" y="949270"/>
                  </a:lnTo>
                  <a:lnTo>
                    <a:pt x="8857969" y="1007704"/>
                  </a:lnTo>
                  <a:lnTo>
                    <a:pt x="8809575" y="1066944"/>
                  </a:lnTo>
                  <a:lnTo>
                    <a:pt x="8761161" y="1126430"/>
                  </a:lnTo>
                  <a:lnTo>
                    <a:pt x="8712772" y="1185593"/>
                  </a:lnTo>
                  <a:lnTo>
                    <a:pt x="8664445" y="1243877"/>
                  </a:lnTo>
                  <a:lnTo>
                    <a:pt x="8616201" y="1300759"/>
                  </a:lnTo>
                  <a:lnTo>
                    <a:pt x="8568032" y="1355771"/>
                  </a:lnTo>
                  <a:lnTo>
                    <a:pt x="8519896" y="1408512"/>
                  </a:lnTo>
                  <a:lnTo>
                    <a:pt x="8471703" y="1458661"/>
                  </a:lnTo>
                  <a:lnTo>
                    <a:pt x="8423312" y="1505977"/>
                  </a:lnTo>
                  <a:lnTo>
                    <a:pt x="8374518" y="1550306"/>
                  </a:lnTo>
                  <a:lnTo>
                    <a:pt x="8325043" y="1591574"/>
                  </a:lnTo>
                  <a:lnTo>
                    <a:pt x="8274522" y="1629781"/>
                  </a:lnTo>
                  <a:lnTo>
                    <a:pt x="8229629" y="1660407"/>
                  </a:lnTo>
                  <a:lnTo>
                    <a:pt x="8178054" y="1691816"/>
                  </a:lnTo>
                  <a:lnTo>
                    <a:pt x="8124060" y="1720515"/>
                  </a:lnTo>
                  <a:lnTo>
                    <a:pt x="8066975" y="1746599"/>
                  </a:lnTo>
                  <a:lnTo>
                    <a:pt x="8006062" y="1770252"/>
                  </a:lnTo>
                  <a:lnTo>
                    <a:pt x="7940556" y="1791695"/>
                  </a:lnTo>
                  <a:lnTo>
                    <a:pt x="7869706" y="1811156"/>
                  </a:lnTo>
                  <a:lnTo>
                    <a:pt x="7792826" y="1828850"/>
                  </a:lnTo>
                  <a:lnTo>
                    <a:pt x="7709359" y="1844967"/>
                  </a:lnTo>
                  <a:lnTo>
                    <a:pt x="7618967" y="1859663"/>
                  </a:lnTo>
                  <a:lnTo>
                    <a:pt x="7521644" y="1873062"/>
                  </a:lnTo>
                  <a:lnTo>
                    <a:pt x="7417850" y="1885246"/>
                  </a:lnTo>
                  <a:lnTo>
                    <a:pt x="7308655" y="1896263"/>
                  </a:lnTo>
                  <a:lnTo>
                    <a:pt x="7195863" y="1906129"/>
                  </a:lnTo>
                  <a:lnTo>
                    <a:pt x="7082068" y="1914832"/>
                  </a:lnTo>
                  <a:lnTo>
                    <a:pt x="6970608" y="1922348"/>
                  </a:lnTo>
                  <a:lnTo>
                    <a:pt x="6865337" y="1928655"/>
                  </a:lnTo>
                  <a:lnTo>
                    <a:pt x="6770237" y="1933755"/>
                  </a:lnTo>
                  <a:lnTo>
                    <a:pt x="6688871" y="1937682"/>
                  </a:lnTo>
                  <a:lnTo>
                    <a:pt x="6623814" y="1940525"/>
                  </a:lnTo>
                  <a:lnTo>
                    <a:pt x="6576172" y="1942417"/>
                  </a:lnTo>
                  <a:lnTo>
                    <a:pt x="6545325" y="1943534"/>
                  </a:lnTo>
                  <a:lnTo>
                    <a:pt x="6528916" y="1944077"/>
                  </a:lnTo>
                  <a:lnTo>
                    <a:pt x="6523025" y="1944257"/>
                  </a:lnTo>
                  <a:lnTo>
                    <a:pt x="6522385" y="1944275"/>
                  </a:lnTo>
                  <a:lnTo>
                    <a:pt x="5527445" y="1944275"/>
                  </a:lnTo>
                  <a:lnTo>
                    <a:pt x="5526338" y="1944239"/>
                  </a:lnTo>
                  <a:lnTo>
                    <a:pt x="5519028" y="1943981"/>
                  </a:lnTo>
                  <a:lnTo>
                    <a:pt x="5500490" y="1943270"/>
                  </a:lnTo>
                  <a:lnTo>
                    <a:pt x="5467071" y="1941867"/>
                  </a:lnTo>
                  <a:lnTo>
                    <a:pt x="5416704" y="1939549"/>
                  </a:lnTo>
                  <a:lnTo>
                    <a:pt x="5349055" y="1936122"/>
                  </a:lnTo>
                  <a:lnTo>
                    <a:pt x="5265485" y="1931442"/>
                  </a:lnTo>
                  <a:lnTo>
                    <a:pt x="5168741" y="1925419"/>
                  </a:lnTo>
                  <a:lnTo>
                    <a:pt x="5062471" y="1918020"/>
                  </a:lnTo>
                  <a:lnTo>
                    <a:pt x="4950643" y="1909251"/>
                  </a:lnTo>
                  <a:lnTo>
                    <a:pt x="4837033" y="1899136"/>
                  </a:lnTo>
                  <a:lnTo>
                    <a:pt x="4724856" y="1887703"/>
                  </a:lnTo>
                  <a:lnTo>
                    <a:pt x="4616575" y="1874959"/>
                  </a:lnTo>
                  <a:lnTo>
                    <a:pt x="4513871" y="1860884"/>
                  </a:lnTo>
                  <a:lnTo>
                    <a:pt x="4417711" y="1845417"/>
                  </a:lnTo>
                  <a:lnTo>
                    <a:pt x="4328477" y="1828458"/>
                  </a:lnTo>
                  <a:lnTo>
                    <a:pt x="4246111" y="1809861"/>
                  </a:lnTo>
                  <a:lnTo>
                    <a:pt x="4170241" y="1789444"/>
                  </a:lnTo>
                  <a:lnTo>
                    <a:pt x="4100290" y="1766986"/>
                  </a:lnTo>
                  <a:lnTo>
                    <a:pt x="4035564" y="1742241"/>
                  </a:lnTo>
                  <a:lnTo>
                    <a:pt x="3975313" y="1714950"/>
                  </a:lnTo>
                  <a:lnTo>
                    <a:pt x="3918778" y="1684864"/>
                  </a:lnTo>
                  <a:lnTo>
                    <a:pt x="3865231" y="1651785"/>
                  </a:lnTo>
                  <a:lnTo>
                    <a:pt x="3820202" y="1620229"/>
                  </a:lnTo>
                  <a:lnTo>
                    <a:pt x="3770199" y="1581064"/>
                  </a:lnTo>
                  <a:lnTo>
                    <a:pt x="3721555" y="1538707"/>
                  </a:lnTo>
                  <a:lnTo>
                    <a:pt x="3673858" y="1493094"/>
                  </a:lnTo>
                  <a:lnTo>
                    <a:pt x="3626786" y="1444229"/>
                  </a:lnTo>
                  <a:lnTo>
                    <a:pt x="3580090" y="1392189"/>
                  </a:lnTo>
                  <a:lnTo>
                    <a:pt x="3533586" y="1337130"/>
                  </a:lnTo>
                  <a:lnTo>
                    <a:pt x="3487141" y="1279292"/>
                  </a:lnTo>
                  <a:lnTo>
                    <a:pt x="3440673" y="1218999"/>
                  </a:lnTo>
                  <a:lnTo>
                    <a:pt x="3394138" y="1156650"/>
                  </a:lnTo>
                  <a:lnTo>
                    <a:pt x="3347525" y="1092717"/>
                  </a:lnTo>
                  <a:lnTo>
                    <a:pt x="3300848" y="1027726"/>
                  </a:lnTo>
                  <a:lnTo>
                    <a:pt x="3254139" y="962240"/>
                  </a:lnTo>
                  <a:lnTo>
                    <a:pt x="3207435" y="896842"/>
                  </a:lnTo>
                  <a:lnTo>
                    <a:pt x="3160775" y="832112"/>
                  </a:lnTo>
                  <a:lnTo>
                    <a:pt x="3114185" y="768604"/>
                  </a:lnTo>
                  <a:lnTo>
                    <a:pt x="3067672" y="706830"/>
                  </a:lnTo>
                  <a:lnTo>
                    <a:pt x="3021217" y="647239"/>
                  </a:lnTo>
                  <a:lnTo>
                    <a:pt x="2974766" y="590211"/>
                  </a:lnTo>
                  <a:lnTo>
                    <a:pt x="2928219" y="536042"/>
                  </a:lnTo>
                  <a:lnTo>
                    <a:pt x="2881432" y="484948"/>
                  </a:lnTo>
                  <a:lnTo>
                    <a:pt x="2834201" y="437060"/>
                  </a:lnTo>
                  <a:lnTo>
                    <a:pt x="2786256" y="392433"/>
                  </a:lnTo>
                  <a:lnTo>
                    <a:pt x="2737249" y="351050"/>
                  </a:lnTo>
                  <a:lnTo>
                    <a:pt x="2702183" y="324045"/>
                  </a:lnTo>
                  <a:lnTo>
                    <a:pt x="2650715" y="288260"/>
                  </a:lnTo>
                  <a:lnTo>
                    <a:pt x="2596839" y="255557"/>
                  </a:lnTo>
                  <a:lnTo>
                    <a:pt x="2539887" y="225827"/>
                  </a:lnTo>
                  <a:lnTo>
                    <a:pt x="2479128" y="198862"/>
                  </a:lnTo>
                  <a:lnTo>
                    <a:pt x="2413800" y="174412"/>
                  </a:lnTo>
                  <a:lnTo>
                    <a:pt x="2343158" y="152217"/>
                  </a:lnTo>
                  <a:lnTo>
                    <a:pt x="2266517" y="132035"/>
                  </a:lnTo>
                  <a:lnTo>
                    <a:pt x="2183322" y="113649"/>
                  </a:lnTo>
                  <a:lnTo>
                    <a:pt x="2093234" y="96879"/>
                  </a:lnTo>
                  <a:lnTo>
                    <a:pt x="1996239" y="81588"/>
                  </a:lnTo>
                  <a:lnTo>
                    <a:pt x="1892784" y="67679"/>
                  </a:lnTo>
                  <a:lnTo>
                    <a:pt x="1783919" y="55097"/>
                  </a:lnTo>
                  <a:lnTo>
                    <a:pt x="1671417" y="43824"/>
                  </a:lnTo>
                  <a:lnTo>
                    <a:pt x="1557839" y="33873"/>
                  </a:lnTo>
                  <a:lnTo>
                    <a:pt x="1446482" y="25271"/>
                  </a:lnTo>
                  <a:lnTo>
                    <a:pt x="1341169" y="18042"/>
                  </a:lnTo>
                  <a:lnTo>
                    <a:pt x="1245860" y="12187"/>
                  </a:lnTo>
                  <a:lnTo>
                    <a:pt x="1164121" y="7666"/>
                  </a:lnTo>
                  <a:lnTo>
                    <a:pt x="1098554" y="4384"/>
                  </a:lnTo>
                  <a:lnTo>
                    <a:pt x="1050322" y="2190"/>
                  </a:lnTo>
                  <a:lnTo>
                    <a:pt x="1018876" y="885"/>
                  </a:lnTo>
                  <a:lnTo>
                    <a:pt x="1001944" y="242"/>
                  </a:lnTo>
                  <a:lnTo>
                    <a:pt x="995692" y="2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50" name="pl549"/>
            <p:cNvSpPr/>
            <p:nvPr/>
          </p:nvSpPr>
          <p:spPr>
            <a:xfrm>
              <a:off x="1199187" y="3175659"/>
              <a:ext cx="12049831" cy="1944275"/>
            </a:xfrm>
            <a:custGeom>
              <a:avLst/>
              <a:pathLst>
                <a:path w="12049831" h="1944275">
                  <a:moveTo>
                    <a:pt x="0" y="0"/>
                  </a:moveTo>
                  <a:lnTo>
                    <a:pt x="994940" y="0"/>
                  </a:lnTo>
                  <a:lnTo>
                    <a:pt x="996047" y="36"/>
                  </a:lnTo>
                  <a:lnTo>
                    <a:pt x="1003357" y="293"/>
                  </a:lnTo>
                  <a:lnTo>
                    <a:pt x="1021895" y="1005"/>
                  </a:lnTo>
                  <a:lnTo>
                    <a:pt x="1055314" y="2407"/>
                  </a:lnTo>
                  <a:lnTo>
                    <a:pt x="1105681" y="4725"/>
                  </a:lnTo>
                  <a:lnTo>
                    <a:pt x="1173330" y="8152"/>
                  </a:lnTo>
                  <a:lnTo>
                    <a:pt x="1256900" y="12833"/>
                  </a:lnTo>
                  <a:lnTo>
                    <a:pt x="1353644" y="18855"/>
                  </a:lnTo>
                  <a:lnTo>
                    <a:pt x="1459914" y="26254"/>
                  </a:lnTo>
                  <a:lnTo>
                    <a:pt x="1571742" y="35023"/>
                  </a:lnTo>
                  <a:lnTo>
                    <a:pt x="1685352" y="45138"/>
                  </a:lnTo>
                  <a:lnTo>
                    <a:pt x="1797529" y="56572"/>
                  </a:lnTo>
                  <a:lnTo>
                    <a:pt x="1905810" y="69315"/>
                  </a:lnTo>
                  <a:lnTo>
                    <a:pt x="2008514" y="83390"/>
                  </a:lnTo>
                  <a:lnTo>
                    <a:pt x="2104674" y="98857"/>
                  </a:lnTo>
                  <a:lnTo>
                    <a:pt x="2193908" y="115817"/>
                  </a:lnTo>
                  <a:lnTo>
                    <a:pt x="2276274" y="134413"/>
                  </a:lnTo>
                  <a:lnTo>
                    <a:pt x="2352144" y="154830"/>
                  </a:lnTo>
                  <a:lnTo>
                    <a:pt x="2422095" y="177288"/>
                  </a:lnTo>
                  <a:lnTo>
                    <a:pt x="2486821" y="202033"/>
                  </a:lnTo>
                  <a:lnTo>
                    <a:pt x="2547072" y="229324"/>
                  </a:lnTo>
                  <a:lnTo>
                    <a:pt x="2603607" y="259410"/>
                  </a:lnTo>
                  <a:lnTo>
                    <a:pt x="2657154" y="292489"/>
                  </a:lnTo>
                  <a:lnTo>
                    <a:pt x="2702183" y="324045"/>
                  </a:lnTo>
                  <a:lnTo>
                    <a:pt x="2752186" y="363210"/>
                  </a:lnTo>
                  <a:lnTo>
                    <a:pt x="2800830" y="405567"/>
                  </a:lnTo>
                  <a:lnTo>
                    <a:pt x="2848527" y="451180"/>
                  </a:lnTo>
                  <a:lnTo>
                    <a:pt x="2895599" y="500045"/>
                  </a:lnTo>
                  <a:lnTo>
                    <a:pt x="2942294" y="552086"/>
                  </a:lnTo>
                  <a:lnTo>
                    <a:pt x="2988799" y="607144"/>
                  </a:lnTo>
                  <a:lnTo>
                    <a:pt x="3035244" y="664982"/>
                  </a:lnTo>
                  <a:lnTo>
                    <a:pt x="3081712" y="725276"/>
                  </a:lnTo>
                  <a:lnTo>
                    <a:pt x="3128247" y="787624"/>
                  </a:lnTo>
                  <a:lnTo>
                    <a:pt x="3174860" y="851557"/>
                  </a:lnTo>
                  <a:lnTo>
                    <a:pt x="3221537" y="916549"/>
                  </a:lnTo>
                  <a:lnTo>
                    <a:pt x="3268246" y="982035"/>
                  </a:lnTo>
                  <a:lnTo>
                    <a:pt x="3314950" y="1047432"/>
                  </a:lnTo>
                  <a:lnTo>
                    <a:pt x="3361610" y="1112162"/>
                  </a:lnTo>
                  <a:lnTo>
                    <a:pt x="3408200" y="1175670"/>
                  </a:lnTo>
                  <a:lnTo>
                    <a:pt x="3454713" y="1237444"/>
                  </a:lnTo>
                  <a:lnTo>
                    <a:pt x="3501168" y="1297035"/>
                  </a:lnTo>
                  <a:lnTo>
                    <a:pt x="3547619" y="1354064"/>
                  </a:lnTo>
                  <a:lnTo>
                    <a:pt x="3594166" y="1408232"/>
                  </a:lnTo>
                  <a:lnTo>
                    <a:pt x="3640953" y="1459327"/>
                  </a:lnTo>
                  <a:lnTo>
                    <a:pt x="3688184" y="1507214"/>
                  </a:lnTo>
                  <a:lnTo>
                    <a:pt x="3736129" y="1551841"/>
                  </a:lnTo>
                  <a:lnTo>
                    <a:pt x="3785136" y="1593225"/>
                  </a:lnTo>
                  <a:lnTo>
                    <a:pt x="3820202" y="1620229"/>
                  </a:lnTo>
                  <a:lnTo>
                    <a:pt x="3871670" y="1656014"/>
                  </a:lnTo>
                  <a:lnTo>
                    <a:pt x="3925546" y="1688717"/>
                  </a:lnTo>
                  <a:lnTo>
                    <a:pt x="3982497" y="1718448"/>
                  </a:lnTo>
                  <a:lnTo>
                    <a:pt x="4043257" y="1745412"/>
                  </a:lnTo>
                  <a:lnTo>
                    <a:pt x="4108585" y="1769862"/>
                  </a:lnTo>
                  <a:lnTo>
                    <a:pt x="4179227" y="1792057"/>
                  </a:lnTo>
                  <a:lnTo>
                    <a:pt x="4255868" y="1812239"/>
                  </a:lnTo>
                  <a:lnTo>
                    <a:pt x="4339063" y="1830626"/>
                  </a:lnTo>
                  <a:lnTo>
                    <a:pt x="4429151" y="1847395"/>
                  </a:lnTo>
                  <a:lnTo>
                    <a:pt x="4526146" y="1862686"/>
                  </a:lnTo>
                  <a:lnTo>
                    <a:pt x="4629601" y="1876595"/>
                  </a:lnTo>
                  <a:lnTo>
                    <a:pt x="4738466" y="1889177"/>
                  </a:lnTo>
                  <a:lnTo>
                    <a:pt x="4850968" y="1900450"/>
                  </a:lnTo>
                  <a:lnTo>
                    <a:pt x="4964546" y="1910401"/>
                  </a:lnTo>
                  <a:lnTo>
                    <a:pt x="5075903" y="1919003"/>
                  </a:lnTo>
                  <a:lnTo>
                    <a:pt x="5181216" y="1926233"/>
                  </a:lnTo>
                  <a:lnTo>
                    <a:pt x="5276525" y="1932087"/>
                  </a:lnTo>
                  <a:lnTo>
                    <a:pt x="5358264" y="1936608"/>
                  </a:lnTo>
                  <a:lnTo>
                    <a:pt x="5423831" y="1939890"/>
                  </a:lnTo>
                  <a:lnTo>
                    <a:pt x="5472063" y="1942085"/>
                  </a:lnTo>
                  <a:lnTo>
                    <a:pt x="5503509" y="1943389"/>
                  </a:lnTo>
                  <a:lnTo>
                    <a:pt x="5520441" y="1944032"/>
                  </a:lnTo>
                  <a:lnTo>
                    <a:pt x="5526693" y="1944250"/>
                  </a:lnTo>
                  <a:lnTo>
                    <a:pt x="5527445" y="1944275"/>
                  </a:lnTo>
                  <a:lnTo>
                    <a:pt x="6522385" y="1944275"/>
                  </a:lnTo>
                  <a:lnTo>
                    <a:pt x="6523499" y="1944243"/>
                  </a:lnTo>
                  <a:lnTo>
                    <a:pt x="6530853" y="1944016"/>
                  </a:lnTo>
                  <a:lnTo>
                    <a:pt x="6549497" y="1943389"/>
                  </a:lnTo>
                  <a:lnTo>
                    <a:pt x="6583099" y="1942153"/>
                  </a:lnTo>
                  <a:lnTo>
                    <a:pt x="6633729" y="1940110"/>
                  </a:lnTo>
                  <a:lnTo>
                    <a:pt x="6701703" y="1937090"/>
                  </a:lnTo>
                  <a:lnTo>
                    <a:pt x="6785638" y="1932966"/>
                  </a:lnTo>
                  <a:lnTo>
                    <a:pt x="6882752" y="1927661"/>
                  </a:lnTo>
                  <a:lnTo>
                    <a:pt x="6989367" y="1921146"/>
                  </a:lnTo>
                  <a:lnTo>
                    <a:pt x="7101491" y="1913425"/>
                  </a:lnTo>
                  <a:lnTo>
                    <a:pt x="7215332" y="1904521"/>
                  </a:lnTo>
                  <a:lnTo>
                    <a:pt x="7327670" y="1894458"/>
                  </a:lnTo>
                  <a:lnTo>
                    <a:pt x="7436047" y="1883243"/>
                  </a:lnTo>
                  <a:lnTo>
                    <a:pt x="7538790" y="1870855"/>
                  </a:lnTo>
                  <a:lnTo>
                    <a:pt x="7634944" y="1857241"/>
                  </a:lnTo>
                  <a:lnTo>
                    <a:pt x="7724139" y="1842311"/>
                  </a:lnTo>
                  <a:lnTo>
                    <a:pt x="7806446" y="1825937"/>
                  </a:lnTo>
                  <a:lnTo>
                    <a:pt x="7882250" y="1807954"/>
                  </a:lnTo>
                  <a:lnTo>
                    <a:pt x="7952133" y="1788169"/>
                  </a:lnTo>
                  <a:lnTo>
                    <a:pt x="8016798" y="1766364"/>
                  </a:lnTo>
                  <a:lnTo>
                    <a:pt x="8077002" y="1742310"/>
                  </a:lnTo>
                  <a:lnTo>
                    <a:pt x="8133506" y="1715790"/>
                  </a:lnTo>
                  <a:lnTo>
                    <a:pt x="8187041" y="1686630"/>
                  </a:lnTo>
                  <a:lnTo>
                    <a:pt x="8229629" y="1660407"/>
                  </a:lnTo>
                  <a:lnTo>
                    <a:pt x="8281425" y="1624796"/>
                  </a:lnTo>
                  <a:lnTo>
                    <a:pt x="8331779" y="1586178"/>
                  </a:lnTo>
                  <a:lnTo>
                    <a:pt x="8381143" y="1544495"/>
                  </a:lnTo>
                  <a:lnTo>
                    <a:pt x="8429869" y="1499756"/>
                  </a:lnTo>
                  <a:lnTo>
                    <a:pt x="8478222" y="1452046"/>
                  </a:lnTo>
                  <a:lnTo>
                    <a:pt x="8526400" y="1401532"/>
                  </a:lnTo>
                  <a:lnTo>
                    <a:pt x="8574536" y="1348463"/>
                  </a:lnTo>
                  <a:lnTo>
                    <a:pt x="8622714" y="1293173"/>
                  </a:lnTo>
                  <a:lnTo>
                    <a:pt x="8670970" y="1236073"/>
                  </a:lnTo>
                  <a:lnTo>
                    <a:pt x="8719307" y="1177639"/>
                  </a:lnTo>
                  <a:lnTo>
                    <a:pt x="8767702" y="1118399"/>
                  </a:lnTo>
                  <a:lnTo>
                    <a:pt x="8816115" y="1058914"/>
                  </a:lnTo>
                  <a:lnTo>
                    <a:pt x="8864504" y="999751"/>
                  </a:lnTo>
                  <a:lnTo>
                    <a:pt x="8912831" y="941467"/>
                  </a:lnTo>
                  <a:lnTo>
                    <a:pt x="8961076" y="884584"/>
                  </a:lnTo>
                  <a:lnTo>
                    <a:pt x="9009245" y="829572"/>
                  </a:lnTo>
                  <a:lnTo>
                    <a:pt x="9057381" y="776831"/>
                  </a:lnTo>
                  <a:lnTo>
                    <a:pt x="9105573" y="726683"/>
                  </a:lnTo>
                  <a:lnTo>
                    <a:pt x="9153964" y="679367"/>
                  </a:lnTo>
                  <a:lnTo>
                    <a:pt x="9202758" y="635038"/>
                  </a:lnTo>
                  <a:lnTo>
                    <a:pt x="9252234" y="593769"/>
                  </a:lnTo>
                  <a:lnTo>
                    <a:pt x="9302754" y="555562"/>
                  </a:lnTo>
                  <a:lnTo>
                    <a:pt x="9347647" y="524936"/>
                  </a:lnTo>
                  <a:lnTo>
                    <a:pt x="9399223" y="493527"/>
                  </a:lnTo>
                  <a:lnTo>
                    <a:pt x="9453217" y="464829"/>
                  </a:lnTo>
                  <a:lnTo>
                    <a:pt x="9510301" y="438745"/>
                  </a:lnTo>
                  <a:lnTo>
                    <a:pt x="9571214" y="415092"/>
                  </a:lnTo>
                  <a:lnTo>
                    <a:pt x="9636721" y="393649"/>
                  </a:lnTo>
                  <a:lnTo>
                    <a:pt x="9707570" y="374187"/>
                  </a:lnTo>
                  <a:lnTo>
                    <a:pt x="9784450" y="356493"/>
                  </a:lnTo>
                  <a:lnTo>
                    <a:pt x="9867917" y="340377"/>
                  </a:lnTo>
                  <a:lnTo>
                    <a:pt x="9958309" y="325680"/>
                  </a:lnTo>
                  <a:lnTo>
                    <a:pt x="10055633" y="312282"/>
                  </a:lnTo>
                  <a:lnTo>
                    <a:pt x="10159426" y="300098"/>
                  </a:lnTo>
                  <a:lnTo>
                    <a:pt x="10268621" y="289080"/>
                  </a:lnTo>
                  <a:lnTo>
                    <a:pt x="10381414" y="279214"/>
                  </a:lnTo>
                  <a:lnTo>
                    <a:pt x="10495208" y="270512"/>
                  </a:lnTo>
                  <a:lnTo>
                    <a:pt x="10606669" y="262996"/>
                  </a:lnTo>
                  <a:lnTo>
                    <a:pt x="10711939" y="256688"/>
                  </a:lnTo>
                  <a:lnTo>
                    <a:pt x="10807039" y="251589"/>
                  </a:lnTo>
                  <a:lnTo>
                    <a:pt x="10888405" y="247661"/>
                  </a:lnTo>
                  <a:lnTo>
                    <a:pt x="10953463" y="244819"/>
                  </a:lnTo>
                  <a:lnTo>
                    <a:pt x="11001104" y="242927"/>
                  </a:lnTo>
                  <a:lnTo>
                    <a:pt x="11031951" y="241810"/>
                  </a:lnTo>
                  <a:lnTo>
                    <a:pt x="11048361" y="241266"/>
                  </a:lnTo>
                  <a:lnTo>
                    <a:pt x="11054251" y="241087"/>
                  </a:lnTo>
                  <a:lnTo>
                    <a:pt x="11054891" y="241069"/>
                  </a:lnTo>
                  <a:lnTo>
                    <a:pt x="12049831" y="241069"/>
                  </a:lnTo>
                  <a:lnTo>
                    <a:pt x="12049831" y="2410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1" name="pl550"/>
            <p:cNvSpPr/>
            <p:nvPr/>
          </p:nvSpPr>
          <p:spPr>
            <a:xfrm>
              <a:off x="1199187" y="3159937"/>
              <a:ext cx="12049831" cy="1944275"/>
            </a:xfrm>
            <a:custGeom>
              <a:avLst/>
              <a:pathLst>
                <a:path w="12049831" h="1944275">
                  <a:moveTo>
                    <a:pt x="12049831" y="241069"/>
                  </a:moveTo>
                  <a:lnTo>
                    <a:pt x="11054891" y="241069"/>
                  </a:lnTo>
                  <a:lnTo>
                    <a:pt x="11053777" y="241101"/>
                  </a:lnTo>
                  <a:lnTo>
                    <a:pt x="11046424" y="241328"/>
                  </a:lnTo>
                  <a:lnTo>
                    <a:pt x="11027780" y="241955"/>
                  </a:lnTo>
                  <a:lnTo>
                    <a:pt x="10994177" y="243191"/>
                  </a:lnTo>
                  <a:lnTo>
                    <a:pt x="10943548" y="245234"/>
                  </a:lnTo>
                  <a:lnTo>
                    <a:pt x="10875574" y="248254"/>
                  </a:lnTo>
                  <a:lnTo>
                    <a:pt x="10791639" y="252377"/>
                  </a:lnTo>
                  <a:lnTo>
                    <a:pt x="10694525" y="257682"/>
                  </a:lnTo>
                  <a:lnTo>
                    <a:pt x="10587909" y="264198"/>
                  </a:lnTo>
                  <a:lnTo>
                    <a:pt x="10475786" y="271918"/>
                  </a:lnTo>
                  <a:lnTo>
                    <a:pt x="10361945" y="280822"/>
                  </a:lnTo>
                  <a:lnTo>
                    <a:pt x="10249606" y="290885"/>
                  </a:lnTo>
                  <a:lnTo>
                    <a:pt x="10141230" y="302101"/>
                  </a:lnTo>
                  <a:lnTo>
                    <a:pt x="10038487" y="314488"/>
                  </a:lnTo>
                  <a:lnTo>
                    <a:pt x="9942333" y="328102"/>
                  </a:lnTo>
                  <a:lnTo>
                    <a:pt x="9853138" y="343032"/>
                  </a:lnTo>
                  <a:lnTo>
                    <a:pt x="9770830" y="359407"/>
                  </a:lnTo>
                  <a:lnTo>
                    <a:pt x="9695027" y="377389"/>
                  </a:lnTo>
                  <a:lnTo>
                    <a:pt x="9625144" y="397174"/>
                  </a:lnTo>
                  <a:lnTo>
                    <a:pt x="9560478" y="418979"/>
                  </a:lnTo>
                  <a:lnTo>
                    <a:pt x="9500275" y="443033"/>
                  </a:lnTo>
                  <a:lnTo>
                    <a:pt x="9443771" y="469554"/>
                  </a:lnTo>
                  <a:lnTo>
                    <a:pt x="9390236" y="498713"/>
                  </a:lnTo>
                  <a:lnTo>
                    <a:pt x="9347647" y="524936"/>
                  </a:lnTo>
                  <a:lnTo>
                    <a:pt x="9295852" y="560547"/>
                  </a:lnTo>
                  <a:lnTo>
                    <a:pt x="9245497" y="599165"/>
                  </a:lnTo>
                  <a:lnTo>
                    <a:pt x="9196133" y="640849"/>
                  </a:lnTo>
                  <a:lnTo>
                    <a:pt x="9147408" y="685587"/>
                  </a:lnTo>
                  <a:lnTo>
                    <a:pt x="9099054" y="733297"/>
                  </a:lnTo>
                  <a:lnTo>
                    <a:pt x="9050877" y="783811"/>
                  </a:lnTo>
                  <a:lnTo>
                    <a:pt x="9002740" y="836880"/>
                  </a:lnTo>
                  <a:lnTo>
                    <a:pt x="8954563" y="892170"/>
                  </a:lnTo>
                  <a:lnTo>
                    <a:pt x="8906306" y="949270"/>
                  </a:lnTo>
                  <a:lnTo>
                    <a:pt x="8857969" y="1007704"/>
                  </a:lnTo>
                  <a:lnTo>
                    <a:pt x="8809575" y="1066944"/>
                  </a:lnTo>
                  <a:lnTo>
                    <a:pt x="8761161" y="1126430"/>
                  </a:lnTo>
                  <a:lnTo>
                    <a:pt x="8712772" y="1185593"/>
                  </a:lnTo>
                  <a:lnTo>
                    <a:pt x="8664445" y="1243877"/>
                  </a:lnTo>
                  <a:lnTo>
                    <a:pt x="8616201" y="1300759"/>
                  </a:lnTo>
                  <a:lnTo>
                    <a:pt x="8568032" y="1355771"/>
                  </a:lnTo>
                  <a:lnTo>
                    <a:pt x="8519896" y="1408512"/>
                  </a:lnTo>
                  <a:lnTo>
                    <a:pt x="8471703" y="1458661"/>
                  </a:lnTo>
                  <a:lnTo>
                    <a:pt x="8423312" y="1505977"/>
                  </a:lnTo>
                  <a:lnTo>
                    <a:pt x="8374518" y="1550306"/>
                  </a:lnTo>
                  <a:lnTo>
                    <a:pt x="8325043" y="1591574"/>
                  </a:lnTo>
                  <a:lnTo>
                    <a:pt x="8274522" y="1629781"/>
                  </a:lnTo>
                  <a:lnTo>
                    <a:pt x="8229629" y="1660407"/>
                  </a:lnTo>
                  <a:lnTo>
                    <a:pt x="8178054" y="1691816"/>
                  </a:lnTo>
                  <a:lnTo>
                    <a:pt x="8124060" y="1720515"/>
                  </a:lnTo>
                  <a:lnTo>
                    <a:pt x="8066975" y="1746599"/>
                  </a:lnTo>
                  <a:lnTo>
                    <a:pt x="8006062" y="1770252"/>
                  </a:lnTo>
                  <a:lnTo>
                    <a:pt x="7940556" y="1791695"/>
                  </a:lnTo>
                  <a:lnTo>
                    <a:pt x="7869706" y="1811156"/>
                  </a:lnTo>
                  <a:lnTo>
                    <a:pt x="7792826" y="1828850"/>
                  </a:lnTo>
                  <a:lnTo>
                    <a:pt x="7709359" y="1844967"/>
                  </a:lnTo>
                  <a:lnTo>
                    <a:pt x="7618967" y="1859663"/>
                  </a:lnTo>
                  <a:lnTo>
                    <a:pt x="7521644" y="1873062"/>
                  </a:lnTo>
                  <a:lnTo>
                    <a:pt x="7417850" y="1885246"/>
                  </a:lnTo>
                  <a:lnTo>
                    <a:pt x="7308655" y="1896263"/>
                  </a:lnTo>
                  <a:lnTo>
                    <a:pt x="7195863" y="1906129"/>
                  </a:lnTo>
                  <a:lnTo>
                    <a:pt x="7082068" y="1914832"/>
                  </a:lnTo>
                  <a:lnTo>
                    <a:pt x="6970608" y="1922348"/>
                  </a:lnTo>
                  <a:lnTo>
                    <a:pt x="6865337" y="1928655"/>
                  </a:lnTo>
                  <a:lnTo>
                    <a:pt x="6770237" y="1933755"/>
                  </a:lnTo>
                  <a:lnTo>
                    <a:pt x="6688871" y="1937682"/>
                  </a:lnTo>
                  <a:lnTo>
                    <a:pt x="6623814" y="1940525"/>
                  </a:lnTo>
                  <a:lnTo>
                    <a:pt x="6576172" y="1942417"/>
                  </a:lnTo>
                  <a:lnTo>
                    <a:pt x="6545325" y="1943534"/>
                  </a:lnTo>
                  <a:lnTo>
                    <a:pt x="6528916" y="1944077"/>
                  </a:lnTo>
                  <a:lnTo>
                    <a:pt x="6523025" y="1944257"/>
                  </a:lnTo>
                  <a:lnTo>
                    <a:pt x="6522385" y="1944275"/>
                  </a:lnTo>
                  <a:lnTo>
                    <a:pt x="5527445" y="1944275"/>
                  </a:lnTo>
                  <a:lnTo>
                    <a:pt x="5526338" y="1944239"/>
                  </a:lnTo>
                  <a:lnTo>
                    <a:pt x="5519028" y="1943981"/>
                  </a:lnTo>
                  <a:lnTo>
                    <a:pt x="5500490" y="1943270"/>
                  </a:lnTo>
                  <a:lnTo>
                    <a:pt x="5467071" y="1941867"/>
                  </a:lnTo>
                  <a:lnTo>
                    <a:pt x="5416704" y="1939549"/>
                  </a:lnTo>
                  <a:lnTo>
                    <a:pt x="5349055" y="1936122"/>
                  </a:lnTo>
                  <a:lnTo>
                    <a:pt x="5265485" y="1931442"/>
                  </a:lnTo>
                  <a:lnTo>
                    <a:pt x="5168741" y="1925419"/>
                  </a:lnTo>
                  <a:lnTo>
                    <a:pt x="5062471" y="1918020"/>
                  </a:lnTo>
                  <a:lnTo>
                    <a:pt x="4950643" y="1909251"/>
                  </a:lnTo>
                  <a:lnTo>
                    <a:pt x="4837033" y="1899136"/>
                  </a:lnTo>
                  <a:lnTo>
                    <a:pt x="4724856" y="1887703"/>
                  </a:lnTo>
                  <a:lnTo>
                    <a:pt x="4616575" y="1874959"/>
                  </a:lnTo>
                  <a:lnTo>
                    <a:pt x="4513871" y="1860884"/>
                  </a:lnTo>
                  <a:lnTo>
                    <a:pt x="4417711" y="1845417"/>
                  </a:lnTo>
                  <a:lnTo>
                    <a:pt x="4328477" y="1828458"/>
                  </a:lnTo>
                  <a:lnTo>
                    <a:pt x="4246111" y="1809861"/>
                  </a:lnTo>
                  <a:lnTo>
                    <a:pt x="4170241" y="1789444"/>
                  </a:lnTo>
                  <a:lnTo>
                    <a:pt x="4100290" y="1766986"/>
                  </a:lnTo>
                  <a:lnTo>
                    <a:pt x="4035564" y="1742241"/>
                  </a:lnTo>
                  <a:lnTo>
                    <a:pt x="3975313" y="1714950"/>
                  </a:lnTo>
                  <a:lnTo>
                    <a:pt x="3918778" y="1684864"/>
                  </a:lnTo>
                  <a:lnTo>
                    <a:pt x="3865231" y="1651785"/>
                  </a:lnTo>
                  <a:lnTo>
                    <a:pt x="3820202" y="1620229"/>
                  </a:lnTo>
                  <a:lnTo>
                    <a:pt x="3770199" y="1581064"/>
                  </a:lnTo>
                  <a:lnTo>
                    <a:pt x="3721555" y="1538707"/>
                  </a:lnTo>
                  <a:lnTo>
                    <a:pt x="3673858" y="1493094"/>
                  </a:lnTo>
                  <a:lnTo>
                    <a:pt x="3626786" y="1444229"/>
                  </a:lnTo>
                  <a:lnTo>
                    <a:pt x="3580090" y="1392189"/>
                  </a:lnTo>
                  <a:lnTo>
                    <a:pt x="3533586" y="1337130"/>
                  </a:lnTo>
                  <a:lnTo>
                    <a:pt x="3487141" y="1279292"/>
                  </a:lnTo>
                  <a:lnTo>
                    <a:pt x="3440673" y="1218999"/>
                  </a:lnTo>
                  <a:lnTo>
                    <a:pt x="3394138" y="1156650"/>
                  </a:lnTo>
                  <a:lnTo>
                    <a:pt x="3347525" y="1092717"/>
                  </a:lnTo>
                  <a:lnTo>
                    <a:pt x="3300848" y="1027726"/>
                  </a:lnTo>
                  <a:lnTo>
                    <a:pt x="3254139" y="962240"/>
                  </a:lnTo>
                  <a:lnTo>
                    <a:pt x="3207435" y="896842"/>
                  </a:lnTo>
                  <a:lnTo>
                    <a:pt x="3160775" y="832112"/>
                  </a:lnTo>
                  <a:lnTo>
                    <a:pt x="3114185" y="768604"/>
                  </a:lnTo>
                  <a:lnTo>
                    <a:pt x="3067672" y="706830"/>
                  </a:lnTo>
                  <a:lnTo>
                    <a:pt x="3021217" y="647239"/>
                  </a:lnTo>
                  <a:lnTo>
                    <a:pt x="2974766" y="590211"/>
                  </a:lnTo>
                  <a:lnTo>
                    <a:pt x="2928219" y="536042"/>
                  </a:lnTo>
                  <a:lnTo>
                    <a:pt x="2881432" y="484948"/>
                  </a:lnTo>
                  <a:lnTo>
                    <a:pt x="2834201" y="437060"/>
                  </a:lnTo>
                  <a:lnTo>
                    <a:pt x="2786256" y="392433"/>
                  </a:lnTo>
                  <a:lnTo>
                    <a:pt x="2737249" y="351050"/>
                  </a:lnTo>
                  <a:lnTo>
                    <a:pt x="2702183" y="324045"/>
                  </a:lnTo>
                  <a:lnTo>
                    <a:pt x="2650715" y="288260"/>
                  </a:lnTo>
                  <a:lnTo>
                    <a:pt x="2596839" y="255557"/>
                  </a:lnTo>
                  <a:lnTo>
                    <a:pt x="2539887" y="225827"/>
                  </a:lnTo>
                  <a:lnTo>
                    <a:pt x="2479128" y="198862"/>
                  </a:lnTo>
                  <a:lnTo>
                    <a:pt x="2413800" y="174412"/>
                  </a:lnTo>
                  <a:lnTo>
                    <a:pt x="2343158" y="152217"/>
                  </a:lnTo>
                  <a:lnTo>
                    <a:pt x="2266517" y="132035"/>
                  </a:lnTo>
                  <a:lnTo>
                    <a:pt x="2183322" y="113649"/>
                  </a:lnTo>
                  <a:lnTo>
                    <a:pt x="2093234" y="96879"/>
                  </a:lnTo>
                  <a:lnTo>
                    <a:pt x="1996239" y="81588"/>
                  </a:lnTo>
                  <a:lnTo>
                    <a:pt x="1892784" y="67679"/>
                  </a:lnTo>
                  <a:lnTo>
                    <a:pt x="1783919" y="55097"/>
                  </a:lnTo>
                  <a:lnTo>
                    <a:pt x="1671417" y="43824"/>
                  </a:lnTo>
                  <a:lnTo>
                    <a:pt x="1557839" y="33873"/>
                  </a:lnTo>
                  <a:lnTo>
                    <a:pt x="1446482" y="25271"/>
                  </a:lnTo>
                  <a:lnTo>
                    <a:pt x="1341169" y="18042"/>
                  </a:lnTo>
                  <a:lnTo>
                    <a:pt x="1245860" y="12187"/>
                  </a:lnTo>
                  <a:lnTo>
                    <a:pt x="1164121" y="7666"/>
                  </a:lnTo>
                  <a:lnTo>
                    <a:pt x="1098554" y="4384"/>
                  </a:lnTo>
                  <a:lnTo>
                    <a:pt x="1050322" y="2190"/>
                  </a:lnTo>
                  <a:lnTo>
                    <a:pt x="1018876" y="885"/>
                  </a:lnTo>
                  <a:lnTo>
                    <a:pt x="1001944" y="242"/>
                  </a:lnTo>
                  <a:lnTo>
                    <a:pt x="995692" y="2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2" name="pg551"/>
            <p:cNvSpPr/>
            <p:nvPr/>
          </p:nvSpPr>
          <p:spPr>
            <a:xfrm>
              <a:off x="1199187" y="3175659"/>
              <a:ext cx="12049831" cy="1954756"/>
            </a:xfrm>
            <a:custGeom>
              <a:avLst/>
              <a:pathLst>
                <a:path w="12049831" h="1954756">
                  <a:moveTo>
                    <a:pt x="0" y="10481"/>
                  </a:moveTo>
                  <a:lnTo>
                    <a:pt x="994940" y="10481"/>
                  </a:lnTo>
                  <a:lnTo>
                    <a:pt x="996047" y="10517"/>
                  </a:lnTo>
                  <a:lnTo>
                    <a:pt x="1003357" y="10774"/>
                  </a:lnTo>
                  <a:lnTo>
                    <a:pt x="1021895" y="11486"/>
                  </a:lnTo>
                  <a:lnTo>
                    <a:pt x="1055314" y="12888"/>
                  </a:lnTo>
                  <a:lnTo>
                    <a:pt x="1105681" y="15206"/>
                  </a:lnTo>
                  <a:lnTo>
                    <a:pt x="1173330" y="18633"/>
                  </a:lnTo>
                  <a:lnTo>
                    <a:pt x="1256900" y="23314"/>
                  </a:lnTo>
                  <a:lnTo>
                    <a:pt x="1353644" y="29336"/>
                  </a:lnTo>
                  <a:lnTo>
                    <a:pt x="1459914" y="36735"/>
                  </a:lnTo>
                  <a:lnTo>
                    <a:pt x="1571742" y="45505"/>
                  </a:lnTo>
                  <a:lnTo>
                    <a:pt x="1685352" y="55619"/>
                  </a:lnTo>
                  <a:lnTo>
                    <a:pt x="1797529" y="67053"/>
                  </a:lnTo>
                  <a:lnTo>
                    <a:pt x="1905810" y="79796"/>
                  </a:lnTo>
                  <a:lnTo>
                    <a:pt x="2008514" y="93872"/>
                  </a:lnTo>
                  <a:lnTo>
                    <a:pt x="2104674" y="109338"/>
                  </a:lnTo>
                  <a:lnTo>
                    <a:pt x="2193908" y="126298"/>
                  </a:lnTo>
                  <a:lnTo>
                    <a:pt x="2276274" y="144894"/>
                  </a:lnTo>
                  <a:lnTo>
                    <a:pt x="2352144" y="165312"/>
                  </a:lnTo>
                  <a:lnTo>
                    <a:pt x="2422095" y="187769"/>
                  </a:lnTo>
                  <a:lnTo>
                    <a:pt x="2486821" y="212514"/>
                  </a:lnTo>
                  <a:lnTo>
                    <a:pt x="2547072" y="239806"/>
                  </a:lnTo>
                  <a:lnTo>
                    <a:pt x="2603607" y="269891"/>
                  </a:lnTo>
                  <a:lnTo>
                    <a:pt x="2657154" y="302970"/>
                  </a:lnTo>
                  <a:lnTo>
                    <a:pt x="2702183" y="334527"/>
                  </a:lnTo>
                  <a:lnTo>
                    <a:pt x="2752186" y="373691"/>
                  </a:lnTo>
                  <a:lnTo>
                    <a:pt x="2800830" y="416048"/>
                  </a:lnTo>
                  <a:lnTo>
                    <a:pt x="2848527" y="461661"/>
                  </a:lnTo>
                  <a:lnTo>
                    <a:pt x="2895599" y="510526"/>
                  </a:lnTo>
                  <a:lnTo>
                    <a:pt x="2942294" y="562567"/>
                  </a:lnTo>
                  <a:lnTo>
                    <a:pt x="2988799" y="617626"/>
                  </a:lnTo>
                  <a:lnTo>
                    <a:pt x="3035244" y="675463"/>
                  </a:lnTo>
                  <a:lnTo>
                    <a:pt x="3081712" y="735757"/>
                  </a:lnTo>
                  <a:lnTo>
                    <a:pt x="3128247" y="798105"/>
                  </a:lnTo>
                  <a:lnTo>
                    <a:pt x="3174860" y="862038"/>
                  </a:lnTo>
                  <a:lnTo>
                    <a:pt x="3221537" y="927030"/>
                  </a:lnTo>
                  <a:lnTo>
                    <a:pt x="3268246" y="992516"/>
                  </a:lnTo>
                  <a:lnTo>
                    <a:pt x="3314950" y="1057913"/>
                  </a:lnTo>
                  <a:lnTo>
                    <a:pt x="3361610" y="1122643"/>
                  </a:lnTo>
                  <a:lnTo>
                    <a:pt x="3408200" y="1186151"/>
                  </a:lnTo>
                  <a:lnTo>
                    <a:pt x="3454713" y="1247926"/>
                  </a:lnTo>
                  <a:lnTo>
                    <a:pt x="3501168" y="1307516"/>
                  </a:lnTo>
                  <a:lnTo>
                    <a:pt x="3547619" y="1364545"/>
                  </a:lnTo>
                  <a:lnTo>
                    <a:pt x="3594166" y="1418714"/>
                  </a:lnTo>
                  <a:lnTo>
                    <a:pt x="3640953" y="1469808"/>
                  </a:lnTo>
                  <a:lnTo>
                    <a:pt x="3688184" y="1517695"/>
                  </a:lnTo>
                  <a:lnTo>
                    <a:pt x="3736129" y="1562322"/>
                  </a:lnTo>
                  <a:lnTo>
                    <a:pt x="3785136" y="1603706"/>
                  </a:lnTo>
                  <a:lnTo>
                    <a:pt x="3820202" y="1630710"/>
                  </a:lnTo>
                  <a:lnTo>
                    <a:pt x="3871670" y="1666495"/>
                  </a:lnTo>
                  <a:lnTo>
                    <a:pt x="3925546" y="1699199"/>
                  </a:lnTo>
                  <a:lnTo>
                    <a:pt x="3982497" y="1728929"/>
                  </a:lnTo>
                  <a:lnTo>
                    <a:pt x="4043257" y="1755893"/>
                  </a:lnTo>
                  <a:lnTo>
                    <a:pt x="4108585" y="1780344"/>
                  </a:lnTo>
                  <a:lnTo>
                    <a:pt x="4179227" y="1802538"/>
                  </a:lnTo>
                  <a:lnTo>
                    <a:pt x="4255868" y="1822721"/>
                  </a:lnTo>
                  <a:lnTo>
                    <a:pt x="4339063" y="1841107"/>
                  </a:lnTo>
                  <a:lnTo>
                    <a:pt x="4429151" y="1857876"/>
                  </a:lnTo>
                  <a:lnTo>
                    <a:pt x="4526146" y="1873167"/>
                  </a:lnTo>
                  <a:lnTo>
                    <a:pt x="4629601" y="1887076"/>
                  </a:lnTo>
                  <a:lnTo>
                    <a:pt x="4738466" y="1899659"/>
                  </a:lnTo>
                  <a:lnTo>
                    <a:pt x="4850968" y="1910931"/>
                  </a:lnTo>
                  <a:lnTo>
                    <a:pt x="4964546" y="1920882"/>
                  </a:lnTo>
                  <a:lnTo>
                    <a:pt x="5075903" y="1929485"/>
                  </a:lnTo>
                  <a:lnTo>
                    <a:pt x="5181216" y="1936714"/>
                  </a:lnTo>
                  <a:lnTo>
                    <a:pt x="5276525" y="1942569"/>
                  </a:lnTo>
                  <a:lnTo>
                    <a:pt x="5358264" y="1947090"/>
                  </a:lnTo>
                  <a:lnTo>
                    <a:pt x="5423831" y="1950372"/>
                  </a:lnTo>
                  <a:lnTo>
                    <a:pt x="5472063" y="1952566"/>
                  </a:lnTo>
                  <a:lnTo>
                    <a:pt x="5503509" y="1953871"/>
                  </a:lnTo>
                  <a:lnTo>
                    <a:pt x="5520441" y="1954514"/>
                  </a:lnTo>
                  <a:lnTo>
                    <a:pt x="5526693" y="1954732"/>
                  </a:lnTo>
                  <a:lnTo>
                    <a:pt x="5527445" y="1954756"/>
                  </a:lnTo>
                  <a:lnTo>
                    <a:pt x="6522385" y="1954756"/>
                  </a:lnTo>
                  <a:lnTo>
                    <a:pt x="6523506" y="1954729"/>
                  </a:lnTo>
                  <a:lnTo>
                    <a:pt x="6530899" y="1954535"/>
                  </a:lnTo>
                  <a:lnTo>
                    <a:pt x="6549642" y="1953999"/>
                  </a:lnTo>
                  <a:lnTo>
                    <a:pt x="6583416" y="1952944"/>
                  </a:lnTo>
                  <a:lnTo>
                    <a:pt x="6634289" y="1951199"/>
                  </a:lnTo>
                  <a:lnTo>
                    <a:pt x="6702567" y="1948620"/>
                  </a:lnTo>
                  <a:lnTo>
                    <a:pt x="6786840" y="1945099"/>
                  </a:lnTo>
                  <a:lnTo>
                    <a:pt x="6884298" y="1940572"/>
                  </a:lnTo>
                  <a:lnTo>
                    <a:pt x="6991234" y="1935012"/>
                  </a:lnTo>
                  <a:lnTo>
                    <a:pt x="7103631" y="1928424"/>
                  </a:lnTo>
                  <a:lnTo>
                    <a:pt x="7217685" y="1920829"/>
                  </a:lnTo>
                  <a:lnTo>
                    <a:pt x="7330172" y="1912246"/>
                  </a:lnTo>
                  <a:lnTo>
                    <a:pt x="7438636" y="1902680"/>
                  </a:lnTo>
                  <a:lnTo>
                    <a:pt x="7541413" y="1892114"/>
                  </a:lnTo>
                  <a:lnTo>
                    <a:pt x="7637560" y="1880502"/>
                  </a:lnTo>
                  <a:lnTo>
                    <a:pt x="7726719" y="1867765"/>
                  </a:lnTo>
                  <a:lnTo>
                    <a:pt x="7808972" y="1853793"/>
                  </a:lnTo>
                  <a:lnTo>
                    <a:pt x="7884713" y="1838445"/>
                  </a:lnTo>
                  <a:lnTo>
                    <a:pt x="7954533" y="1821555"/>
                  </a:lnTo>
                  <a:lnTo>
                    <a:pt x="8019143" y="1802935"/>
                  </a:lnTo>
                  <a:lnTo>
                    <a:pt x="8079303" y="1782391"/>
                  </a:lnTo>
                  <a:lnTo>
                    <a:pt x="8135779" y="1759738"/>
                  </a:lnTo>
                  <a:lnTo>
                    <a:pt x="8189304" y="1734831"/>
                  </a:lnTo>
                  <a:lnTo>
                    <a:pt x="8229629" y="1713687"/>
                  </a:lnTo>
                  <a:lnTo>
                    <a:pt x="8283407" y="1682218"/>
                  </a:lnTo>
                  <a:lnTo>
                    <a:pt x="8335650" y="1647989"/>
                  </a:lnTo>
                  <a:lnTo>
                    <a:pt x="8386856" y="1610950"/>
                  </a:lnTo>
                  <a:lnTo>
                    <a:pt x="8437411" y="1571116"/>
                  </a:lnTo>
                  <a:lnTo>
                    <a:pt x="8487601" y="1528578"/>
                  </a:lnTo>
                  <a:lnTo>
                    <a:pt x="8537634" y="1483509"/>
                  </a:lnTo>
                  <a:lnTo>
                    <a:pt x="8587648" y="1436163"/>
                  </a:lnTo>
                  <a:lnTo>
                    <a:pt x="8637721" y="1386878"/>
                  </a:lnTo>
                  <a:lnTo>
                    <a:pt x="8687883" y="1336064"/>
                  </a:lnTo>
                  <a:lnTo>
                    <a:pt x="8738127" y="1284192"/>
                  </a:lnTo>
                  <a:lnTo>
                    <a:pt x="8788417" y="1231780"/>
                  </a:lnTo>
                  <a:lnTo>
                    <a:pt x="8838708" y="1179365"/>
                  </a:lnTo>
                  <a:lnTo>
                    <a:pt x="8888951" y="1127486"/>
                  </a:lnTo>
                  <a:lnTo>
                    <a:pt x="8939114" y="1076660"/>
                  </a:lnTo>
                  <a:lnTo>
                    <a:pt x="8989188" y="1027360"/>
                  </a:lnTo>
                  <a:lnTo>
                    <a:pt x="9039202" y="979995"/>
                  </a:lnTo>
                  <a:lnTo>
                    <a:pt x="9089235" y="934905"/>
                  </a:lnTo>
                  <a:lnTo>
                    <a:pt x="9139423" y="892344"/>
                  </a:lnTo>
                  <a:lnTo>
                    <a:pt x="9189973" y="852486"/>
                  </a:lnTo>
                  <a:lnTo>
                    <a:pt x="9241172" y="815422"/>
                  </a:lnTo>
                  <a:lnTo>
                    <a:pt x="9293404" y="781168"/>
                  </a:lnTo>
                  <a:lnTo>
                    <a:pt x="9347166" y="749675"/>
                  </a:lnTo>
                  <a:lnTo>
                    <a:pt x="9347647" y="749410"/>
                  </a:lnTo>
                  <a:lnTo>
                    <a:pt x="9399322" y="722689"/>
                  </a:lnTo>
                  <a:lnTo>
                    <a:pt x="9453426" y="698277"/>
                  </a:lnTo>
                  <a:lnTo>
                    <a:pt x="9510634" y="676094"/>
                  </a:lnTo>
                  <a:lnTo>
                    <a:pt x="9571690" y="655983"/>
                  </a:lnTo>
                  <a:lnTo>
                    <a:pt x="9637362" y="637753"/>
                  </a:lnTo>
                  <a:lnTo>
                    <a:pt x="9708404" y="621212"/>
                  </a:lnTo>
                  <a:lnTo>
                    <a:pt x="9785507" y="606174"/>
                  </a:lnTo>
                  <a:lnTo>
                    <a:pt x="9869228" y="592480"/>
                  </a:lnTo>
                  <a:lnTo>
                    <a:pt x="9959903" y="579994"/>
                  </a:lnTo>
                  <a:lnTo>
                    <a:pt x="10057531" y="568613"/>
                  </a:lnTo>
                  <a:lnTo>
                    <a:pt x="10161639" y="558266"/>
                  </a:lnTo>
                  <a:lnTo>
                    <a:pt x="10271140" y="548913"/>
                  </a:lnTo>
                  <a:lnTo>
                    <a:pt x="10384201" y="540543"/>
                  </a:lnTo>
                  <a:lnTo>
                    <a:pt x="10498194" y="533163"/>
                  </a:lnTo>
                  <a:lnTo>
                    <a:pt x="10609748" y="526797"/>
                  </a:lnTo>
                  <a:lnTo>
                    <a:pt x="10714974" y="521460"/>
                  </a:lnTo>
                  <a:lnTo>
                    <a:pt x="10809875" y="517153"/>
                  </a:lnTo>
                  <a:lnTo>
                    <a:pt x="10890889" y="513843"/>
                  </a:lnTo>
                  <a:lnTo>
                    <a:pt x="10955470" y="511455"/>
                  </a:lnTo>
                  <a:lnTo>
                    <a:pt x="11002562" y="509872"/>
                  </a:lnTo>
                  <a:lnTo>
                    <a:pt x="11032854" y="508944"/>
                  </a:lnTo>
                  <a:lnTo>
                    <a:pt x="11048782" y="508497"/>
                  </a:lnTo>
                  <a:lnTo>
                    <a:pt x="11054345" y="508354"/>
                  </a:lnTo>
                  <a:lnTo>
                    <a:pt x="11054891" y="508341"/>
                  </a:lnTo>
                  <a:lnTo>
                    <a:pt x="12049831" y="508341"/>
                  </a:lnTo>
                  <a:lnTo>
                    <a:pt x="12049831" y="497860"/>
                  </a:lnTo>
                  <a:lnTo>
                    <a:pt x="11054891" y="497860"/>
                  </a:lnTo>
                  <a:lnTo>
                    <a:pt x="11053771" y="497887"/>
                  </a:lnTo>
                  <a:lnTo>
                    <a:pt x="11046378" y="498081"/>
                  </a:lnTo>
                  <a:lnTo>
                    <a:pt x="11027635" y="498616"/>
                  </a:lnTo>
                  <a:lnTo>
                    <a:pt x="10993861" y="499672"/>
                  </a:lnTo>
                  <a:lnTo>
                    <a:pt x="10942988" y="501417"/>
                  </a:lnTo>
                  <a:lnTo>
                    <a:pt x="10874710" y="503996"/>
                  </a:lnTo>
                  <a:lnTo>
                    <a:pt x="10790436" y="507516"/>
                  </a:lnTo>
                  <a:lnTo>
                    <a:pt x="10692978" y="512044"/>
                  </a:lnTo>
                  <a:lnTo>
                    <a:pt x="10586043" y="517604"/>
                  </a:lnTo>
                  <a:lnTo>
                    <a:pt x="10473646" y="524192"/>
                  </a:lnTo>
                  <a:lnTo>
                    <a:pt x="10359592" y="531787"/>
                  </a:lnTo>
                  <a:lnTo>
                    <a:pt x="10247104" y="540370"/>
                  </a:lnTo>
                  <a:lnTo>
                    <a:pt x="10138641" y="549936"/>
                  </a:lnTo>
                  <a:lnTo>
                    <a:pt x="10035863" y="560501"/>
                  </a:lnTo>
                  <a:lnTo>
                    <a:pt x="9939716" y="572114"/>
                  </a:lnTo>
                  <a:lnTo>
                    <a:pt x="9850557" y="584851"/>
                  </a:lnTo>
                  <a:lnTo>
                    <a:pt x="9768304" y="598823"/>
                  </a:lnTo>
                  <a:lnTo>
                    <a:pt x="9692564" y="614171"/>
                  </a:lnTo>
                  <a:lnTo>
                    <a:pt x="9622743" y="631061"/>
                  </a:lnTo>
                  <a:lnTo>
                    <a:pt x="9558134" y="649681"/>
                  </a:lnTo>
                  <a:lnTo>
                    <a:pt x="9497974" y="670224"/>
                  </a:lnTo>
                  <a:lnTo>
                    <a:pt x="9441497" y="692877"/>
                  </a:lnTo>
                  <a:lnTo>
                    <a:pt x="9387973" y="717785"/>
                  </a:lnTo>
                  <a:lnTo>
                    <a:pt x="9347647" y="738929"/>
                  </a:lnTo>
                  <a:lnTo>
                    <a:pt x="9293869" y="770398"/>
                  </a:lnTo>
                  <a:lnTo>
                    <a:pt x="9241627" y="804627"/>
                  </a:lnTo>
                  <a:lnTo>
                    <a:pt x="9190420" y="841666"/>
                  </a:lnTo>
                  <a:lnTo>
                    <a:pt x="9139866" y="881500"/>
                  </a:lnTo>
                  <a:lnTo>
                    <a:pt x="9089676" y="924037"/>
                  </a:lnTo>
                  <a:lnTo>
                    <a:pt x="9039642" y="969107"/>
                  </a:lnTo>
                  <a:lnTo>
                    <a:pt x="8989628" y="1016453"/>
                  </a:lnTo>
                  <a:lnTo>
                    <a:pt x="8939555" y="1065738"/>
                  </a:lnTo>
                  <a:lnTo>
                    <a:pt x="8889393" y="1116552"/>
                  </a:lnTo>
                  <a:lnTo>
                    <a:pt x="8839150" y="1168424"/>
                  </a:lnTo>
                  <a:lnTo>
                    <a:pt x="8788860" y="1220836"/>
                  </a:lnTo>
                  <a:lnTo>
                    <a:pt x="8738569" y="1273251"/>
                  </a:lnTo>
                  <a:lnTo>
                    <a:pt x="8688325" y="1325130"/>
                  </a:lnTo>
                  <a:lnTo>
                    <a:pt x="8638162" y="1375955"/>
                  </a:lnTo>
                  <a:lnTo>
                    <a:pt x="8588088" y="1425256"/>
                  </a:lnTo>
                  <a:lnTo>
                    <a:pt x="8538074" y="1472620"/>
                  </a:lnTo>
                  <a:lnTo>
                    <a:pt x="8488042" y="1517711"/>
                  </a:lnTo>
                  <a:lnTo>
                    <a:pt x="8437854" y="1560272"/>
                  </a:lnTo>
                  <a:lnTo>
                    <a:pt x="8387304" y="1600130"/>
                  </a:lnTo>
                  <a:lnTo>
                    <a:pt x="8336104" y="1637194"/>
                  </a:lnTo>
                  <a:lnTo>
                    <a:pt x="8283873" y="1671447"/>
                  </a:lnTo>
                  <a:lnTo>
                    <a:pt x="8230111" y="1702940"/>
                  </a:lnTo>
                  <a:lnTo>
                    <a:pt x="8229629" y="1703206"/>
                  </a:lnTo>
                  <a:lnTo>
                    <a:pt x="8177955" y="1729927"/>
                  </a:lnTo>
                  <a:lnTo>
                    <a:pt x="8123851" y="1754338"/>
                  </a:lnTo>
                  <a:lnTo>
                    <a:pt x="8066642" y="1776521"/>
                  </a:lnTo>
                  <a:lnTo>
                    <a:pt x="8005587" y="1796633"/>
                  </a:lnTo>
                  <a:lnTo>
                    <a:pt x="7939915" y="1814862"/>
                  </a:lnTo>
                  <a:lnTo>
                    <a:pt x="7868872" y="1831404"/>
                  </a:lnTo>
                  <a:lnTo>
                    <a:pt x="7791769" y="1846441"/>
                  </a:lnTo>
                  <a:lnTo>
                    <a:pt x="7708049" y="1860136"/>
                  </a:lnTo>
                  <a:lnTo>
                    <a:pt x="7617374" y="1872622"/>
                  </a:lnTo>
                  <a:lnTo>
                    <a:pt x="7519746" y="1884003"/>
                  </a:lnTo>
                  <a:lnTo>
                    <a:pt x="7415637" y="1894349"/>
                  </a:lnTo>
                  <a:lnTo>
                    <a:pt x="7306137" y="1903702"/>
                  </a:lnTo>
                  <a:lnTo>
                    <a:pt x="7193075" y="1912073"/>
                  </a:lnTo>
                  <a:lnTo>
                    <a:pt x="7079082" y="1919452"/>
                  </a:lnTo>
                  <a:lnTo>
                    <a:pt x="6967529" y="1925819"/>
                  </a:lnTo>
                  <a:lnTo>
                    <a:pt x="6862303" y="1931156"/>
                  </a:lnTo>
                  <a:lnTo>
                    <a:pt x="6767401" y="1935463"/>
                  </a:lnTo>
                  <a:lnTo>
                    <a:pt x="6686387" y="1938773"/>
                  </a:lnTo>
                  <a:lnTo>
                    <a:pt x="6621806" y="1941161"/>
                  </a:lnTo>
                  <a:lnTo>
                    <a:pt x="6574715" y="1942743"/>
                  </a:lnTo>
                  <a:lnTo>
                    <a:pt x="6544423" y="1943672"/>
                  </a:lnTo>
                  <a:lnTo>
                    <a:pt x="6528494" y="1944118"/>
                  </a:lnTo>
                  <a:lnTo>
                    <a:pt x="6522931" y="1944262"/>
                  </a:lnTo>
                  <a:lnTo>
                    <a:pt x="6522385" y="1944275"/>
                  </a:lnTo>
                  <a:lnTo>
                    <a:pt x="5527445" y="1944275"/>
                  </a:lnTo>
                  <a:lnTo>
                    <a:pt x="5526338" y="1944239"/>
                  </a:lnTo>
                  <a:lnTo>
                    <a:pt x="5519028" y="1943981"/>
                  </a:lnTo>
                  <a:lnTo>
                    <a:pt x="5500490" y="1943270"/>
                  </a:lnTo>
                  <a:lnTo>
                    <a:pt x="5467071" y="1941867"/>
                  </a:lnTo>
                  <a:lnTo>
                    <a:pt x="5416704" y="1939549"/>
                  </a:lnTo>
                  <a:lnTo>
                    <a:pt x="5349055" y="1936122"/>
                  </a:lnTo>
                  <a:lnTo>
                    <a:pt x="5265485" y="1931442"/>
                  </a:lnTo>
                  <a:lnTo>
                    <a:pt x="5168741" y="1925419"/>
                  </a:lnTo>
                  <a:lnTo>
                    <a:pt x="5062471" y="1918020"/>
                  </a:lnTo>
                  <a:lnTo>
                    <a:pt x="4950643" y="1909251"/>
                  </a:lnTo>
                  <a:lnTo>
                    <a:pt x="4837033" y="1899136"/>
                  </a:lnTo>
                  <a:lnTo>
                    <a:pt x="4724856" y="1887703"/>
                  </a:lnTo>
                  <a:lnTo>
                    <a:pt x="4616575" y="1874959"/>
                  </a:lnTo>
                  <a:lnTo>
                    <a:pt x="4513871" y="1860884"/>
                  </a:lnTo>
                  <a:lnTo>
                    <a:pt x="4417711" y="1845417"/>
                  </a:lnTo>
                  <a:lnTo>
                    <a:pt x="4328477" y="1828458"/>
                  </a:lnTo>
                  <a:lnTo>
                    <a:pt x="4246111" y="1809861"/>
                  </a:lnTo>
                  <a:lnTo>
                    <a:pt x="4170241" y="1789444"/>
                  </a:lnTo>
                  <a:lnTo>
                    <a:pt x="4100290" y="1766986"/>
                  </a:lnTo>
                  <a:lnTo>
                    <a:pt x="4035564" y="1742241"/>
                  </a:lnTo>
                  <a:lnTo>
                    <a:pt x="3975313" y="1714950"/>
                  </a:lnTo>
                  <a:lnTo>
                    <a:pt x="3918778" y="1684864"/>
                  </a:lnTo>
                  <a:lnTo>
                    <a:pt x="3865231" y="1651785"/>
                  </a:lnTo>
                  <a:lnTo>
                    <a:pt x="3820202" y="1620229"/>
                  </a:lnTo>
                  <a:lnTo>
                    <a:pt x="3770199" y="1581064"/>
                  </a:lnTo>
                  <a:lnTo>
                    <a:pt x="3721555" y="1538707"/>
                  </a:lnTo>
                  <a:lnTo>
                    <a:pt x="3673858" y="1493094"/>
                  </a:lnTo>
                  <a:lnTo>
                    <a:pt x="3626786" y="1444229"/>
                  </a:lnTo>
                  <a:lnTo>
                    <a:pt x="3580090" y="1392189"/>
                  </a:lnTo>
                  <a:lnTo>
                    <a:pt x="3533586" y="1337130"/>
                  </a:lnTo>
                  <a:lnTo>
                    <a:pt x="3487141" y="1279292"/>
                  </a:lnTo>
                  <a:lnTo>
                    <a:pt x="3440673" y="1218999"/>
                  </a:lnTo>
                  <a:lnTo>
                    <a:pt x="3394138" y="1156650"/>
                  </a:lnTo>
                  <a:lnTo>
                    <a:pt x="3347525" y="1092717"/>
                  </a:lnTo>
                  <a:lnTo>
                    <a:pt x="3300848" y="1027726"/>
                  </a:lnTo>
                  <a:lnTo>
                    <a:pt x="3254139" y="962240"/>
                  </a:lnTo>
                  <a:lnTo>
                    <a:pt x="3207435" y="896842"/>
                  </a:lnTo>
                  <a:lnTo>
                    <a:pt x="3160775" y="832112"/>
                  </a:lnTo>
                  <a:lnTo>
                    <a:pt x="3114185" y="768604"/>
                  </a:lnTo>
                  <a:lnTo>
                    <a:pt x="3067672" y="706830"/>
                  </a:lnTo>
                  <a:lnTo>
                    <a:pt x="3021217" y="647239"/>
                  </a:lnTo>
                  <a:lnTo>
                    <a:pt x="2974766" y="590211"/>
                  </a:lnTo>
                  <a:lnTo>
                    <a:pt x="2928219" y="536042"/>
                  </a:lnTo>
                  <a:lnTo>
                    <a:pt x="2881432" y="484948"/>
                  </a:lnTo>
                  <a:lnTo>
                    <a:pt x="2834201" y="437060"/>
                  </a:lnTo>
                  <a:lnTo>
                    <a:pt x="2786256" y="392433"/>
                  </a:lnTo>
                  <a:lnTo>
                    <a:pt x="2737249" y="351050"/>
                  </a:lnTo>
                  <a:lnTo>
                    <a:pt x="2702183" y="324045"/>
                  </a:lnTo>
                  <a:lnTo>
                    <a:pt x="2650715" y="288260"/>
                  </a:lnTo>
                  <a:lnTo>
                    <a:pt x="2596839" y="255557"/>
                  </a:lnTo>
                  <a:lnTo>
                    <a:pt x="2539887" y="225827"/>
                  </a:lnTo>
                  <a:lnTo>
                    <a:pt x="2479128" y="198862"/>
                  </a:lnTo>
                  <a:lnTo>
                    <a:pt x="2413800" y="174412"/>
                  </a:lnTo>
                  <a:lnTo>
                    <a:pt x="2343158" y="152217"/>
                  </a:lnTo>
                  <a:lnTo>
                    <a:pt x="2266517" y="132035"/>
                  </a:lnTo>
                  <a:lnTo>
                    <a:pt x="2183322" y="113649"/>
                  </a:lnTo>
                  <a:lnTo>
                    <a:pt x="2093234" y="96879"/>
                  </a:lnTo>
                  <a:lnTo>
                    <a:pt x="1996239" y="81588"/>
                  </a:lnTo>
                  <a:lnTo>
                    <a:pt x="1892784" y="67679"/>
                  </a:lnTo>
                  <a:lnTo>
                    <a:pt x="1783919" y="55097"/>
                  </a:lnTo>
                  <a:lnTo>
                    <a:pt x="1671417" y="43824"/>
                  </a:lnTo>
                  <a:lnTo>
                    <a:pt x="1557839" y="33873"/>
                  </a:lnTo>
                  <a:lnTo>
                    <a:pt x="1446482" y="25271"/>
                  </a:lnTo>
                  <a:lnTo>
                    <a:pt x="1341169" y="18042"/>
                  </a:lnTo>
                  <a:lnTo>
                    <a:pt x="1245860" y="12187"/>
                  </a:lnTo>
                  <a:lnTo>
                    <a:pt x="1164121" y="7666"/>
                  </a:lnTo>
                  <a:lnTo>
                    <a:pt x="1098554" y="4384"/>
                  </a:lnTo>
                  <a:lnTo>
                    <a:pt x="1050322" y="2190"/>
                  </a:lnTo>
                  <a:lnTo>
                    <a:pt x="1018876" y="885"/>
                  </a:lnTo>
                  <a:lnTo>
                    <a:pt x="1001944" y="242"/>
                  </a:lnTo>
                  <a:lnTo>
                    <a:pt x="995692" y="2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53" name="pl552"/>
            <p:cNvSpPr/>
            <p:nvPr/>
          </p:nvSpPr>
          <p:spPr>
            <a:xfrm>
              <a:off x="1199187" y="3186141"/>
              <a:ext cx="12049831" cy="1944275"/>
            </a:xfrm>
            <a:custGeom>
              <a:avLst/>
              <a:pathLst>
                <a:path w="12049831" h="1944275">
                  <a:moveTo>
                    <a:pt x="0" y="0"/>
                  </a:moveTo>
                  <a:lnTo>
                    <a:pt x="994940" y="0"/>
                  </a:lnTo>
                  <a:lnTo>
                    <a:pt x="996047" y="36"/>
                  </a:lnTo>
                  <a:lnTo>
                    <a:pt x="1003357" y="293"/>
                  </a:lnTo>
                  <a:lnTo>
                    <a:pt x="1021895" y="1005"/>
                  </a:lnTo>
                  <a:lnTo>
                    <a:pt x="1055314" y="2407"/>
                  </a:lnTo>
                  <a:lnTo>
                    <a:pt x="1105681" y="4725"/>
                  </a:lnTo>
                  <a:lnTo>
                    <a:pt x="1173330" y="8152"/>
                  </a:lnTo>
                  <a:lnTo>
                    <a:pt x="1256900" y="12833"/>
                  </a:lnTo>
                  <a:lnTo>
                    <a:pt x="1353644" y="18855"/>
                  </a:lnTo>
                  <a:lnTo>
                    <a:pt x="1459914" y="26254"/>
                  </a:lnTo>
                  <a:lnTo>
                    <a:pt x="1571742" y="35023"/>
                  </a:lnTo>
                  <a:lnTo>
                    <a:pt x="1685352" y="45138"/>
                  </a:lnTo>
                  <a:lnTo>
                    <a:pt x="1797529" y="56572"/>
                  </a:lnTo>
                  <a:lnTo>
                    <a:pt x="1905810" y="69315"/>
                  </a:lnTo>
                  <a:lnTo>
                    <a:pt x="2008514" y="83390"/>
                  </a:lnTo>
                  <a:lnTo>
                    <a:pt x="2104674" y="98857"/>
                  </a:lnTo>
                  <a:lnTo>
                    <a:pt x="2193908" y="115817"/>
                  </a:lnTo>
                  <a:lnTo>
                    <a:pt x="2276274" y="134413"/>
                  </a:lnTo>
                  <a:lnTo>
                    <a:pt x="2352144" y="154830"/>
                  </a:lnTo>
                  <a:lnTo>
                    <a:pt x="2422095" y="177288"/>
                  </a:lnTo>
                  <a:lnTo>
                    <a:pt x="2486821" y="202033"/>
                  </a:lnTo>
                  <a:lnTo>
                    <a:pt x="2547072" y="229324"/>
                  </a:lnTo>
                  <a:lnTo>
                    <a:pt x="2603607" y="259410"/>
                  </a:lnTo>
                  <a:lnTo>
                    <a:pt x="2657154" y="292489"/>
                  </a:lnTo>
                  <a:lnTo>
                    <a:pt x="2702183" y="324045"/>
                  </a:lnTo>
                  <a:lnTo>
                    <a:pt x="2752186" y="363210"/>
                  </a:lnTo>
                  <a:lnTo>
                    <a:pt x="2800830" y="405567"/>
                  </a:lnTo>
                  <a:lnTo>
                    <a:pt x="2848527" y="451180"/>
                  </a:lnTo>
                  <a:lnTo>
                    <a:pt x="2895599" y="500045"/>
                  </a:lnTo>
                  <a:lnTo>
                    <a:pt x="2942294" y="552086"/>
                  </a:lnTo>
                  <a:lnTo>
                    <a:pt x="2988799" y="607144"/>
                  </a:lnTo>
                  <a:lnTo>
                    <a:pt x="3035244" y="664982"/>
                  </a:lnTo>
                  <a:lnTo>
                    <a:pt x="3081712" y="725276"/>
                  </a:lnTo>
                  <a:lnTo>
                    <a:pt x="3128247" y="787624"/>
                  </a:lnTo>
                  <a:lnTo>
                    <a:pt x="3174860" y="851557"/>
                  </a:lnTo>
                  <a:lnTo>
                    <a:pt x="3221537" y="916549"/>
                  </a:lnTo>
                  <a:lnTo>
                    <a:pt x="3268246" y="982035"/>
                  </a:lnTo>
                  <a:lnTo>
                    <a:pt x="3314950" y="1047432"/>
                  </a:lnTo>
                  <a:lnTo>
                    <a:pt x="3361610" y="1112162"/>
                  </a:lnTo>
                  <a:lnTo>
                    <a:pt x="3408200" y="1175670"/>
                  </a:lnTo>
                  <a:lnTo>
                    <a:pt x="3454713" y="1237444"/>
                  </a:lnTo>
                  <a:lnTo>
                    <a:pt x="3501168" y="1297035"/>
                  </a:lnTo>
                  <a:lnTo>
                    <a:pt x="3547619" y="1354064"/>
                  </a:lnTo>
                  <a:lnTo>
                    <a:pt x="3594166" y="1408232"/>
                  </a:lnTo>
                  <a:lnTo>
                    <a:pt x="3640953" y="1459327"/>
                  </a:lnTo>
                  <a:lnTo>
                    <a:pt x="3688184" y="1507214"/>
                  </a:lnTo>
                  <a:lnTo>
                    <a:pt x="3736129" y="1551841"/>
                  </a:lnTo>
                  <a:lnTo>
                    <a:pt x="3785136" y="1593225"/>
                  </a:lnTo>
                  <a:lnTo>
                    <a:pt x="3820202" y="1620229"/>
                  </a:lnTo>
                  <a:lnTo>
                    <a:pt x="3871670" y="1656014"/>
                  </a:lnTo>
                  <a:lnTo>
                    <a:pt x="3925546" y="1688717"/>
                  </a:lnTo>
                  <a:lnTo>
                    <a:pt x="3982497" y="1718448"/>
                  </a:lnTo>
                  <a:lnTo>
                    <a:pt x="4043257" y="1745412"/>
                  </a:lnTo>
                  <a:lnTo>
                    <a:pt x="4108585" y="1769862"/>
                  </a:lnTo>
                  <a:lnTo>
                    <a:pt x="4179227" y="1792057"/>
                  </a:lnTo>
                  <a:lnTo>
                    <a:pt x="4255868" y="1812239"/>
                  </a:lnTo>
                  <a:lnTo>
                    <a:pt x="4339063" y="1830626"/>
                  </a:lnTo>
                  <a:lnTo>
                    <a:pt x="4429151" y="1847395"/>
                  </a:lnTo>
                  <a:lnTo>
                    <a:pt x="4526146" y="1862686"/>
                  </a:lnTo>
                  <a:lnTo>
                    <a:pt x="4629601" y="1876595"/>
                  </a:lnTo>
                  <a:lnTo>
                    <a:pt x="4738466" y="1889177"/>
                  </a:lnTo>
                  <a:lnTo>
                    <a:pt x="4850968" y="1900450"/>
                  </a:lnTo>
                  <a:lnTo>
                    <a:pt x="4964546" y="1910401"/>
                  </a:lnTo>
                  <a:lnTo>
                    <a:pt x="5075903" y="1919003"/>
                  </a:lnTo>
                  <a:lnTo>
                    <a:pt x="5181216" y="1926233"/>
                  </a:lnTo>
                  <a:lnTo>
                    <a:pt x="5276525" y="1932087"/>
                  </a:lnTo>
                  <a:lnTo>
                    <a:pt x="5358264" y="1936608"/>
                  </a:lnTo>
                  <a:lnTo>
                    <a:pt x="5423831" y="1939890"/>
                  </a:lnTo>
                  <a:lnTo>
                    <a:pt x="5472063" y="1942085"/>
                  </a:lnTo>
                  <a:lnTo>
                    <a:pt x="5503509" y="1943389"/>
                  </a:lnTo>
                  <a:lnTo>
                    <a:pt x="5520441" y="1944032"/>
                  </a:lnTo>
                  <a:lnTo>
                    <a:pt x="5526693" y="1944250"/>
                  </a:lnTo>
                  <a:lnTo>
                    <a:pt x="5527445" y="1944275"/>
                  </a:lnTo>
                  <a:lnTo>
                    <a:pt x="6522385" y="1944275"/>
                  </a:lnTo>
                  <a:lnTo>
                    <a:pt x="6523506" y="1944248"/>
                  </a:lnTo>
                  <a:lnTo>
                    <a:pt x="6530899" y="1944054"/>
                  </a:lnTo>
                  <a:lnTo>
                    <a:pt x="6549642" y="1943518"/>
                  </a:lnTo>
                  <a:lnTo>
                    <a:pt x="6583416" y="1942462"/>
                  </a:lnTo>
                  <a:lnTo>
                    <a:pt x="6634289" y="1940718"/>
                  </a:lnTo>
                  <a:lnTo>
                    <a:pt x="6702567" y="1938139"/>
                  </a:lnTo>
                  <a:lnTo>
                    <a:pt x="6786840" y="1934618"/>
                  </a:lnTo>
                  <a:lnTo>
                    <a:pt x="6884298" y="1930090"/>
                  </a:lnTo>
                  <a:lnTo>
                    <a:pt x="6991234" y="1924530"/>
                  </a:lnTo>
                  <a:lnTo>
                    <a:pt x="7103631" y="1917943"/>
                  </a:lnTo>
                  <a:lnTo>
                    <a:pt x="7217685" y="1910348"/>
                  </a:lnTo>
                  <a:lnTo>
                    <a:pt x="7330172" y="1901765"/>
                  </a:lnTo>
                  <a:lnTo>
                    <a:pt x="7438636" y="1892199"/>
                  </a:lnTo>
                  <a:lnTo>
                    <a:pt x="7541413" y="1881633"/>
                  </a:lnTo>
                  <a:lnTo>
                    <a:pt x="7637560" y="1870021"/>
                  </a:lnTo>
                  <a:lnTo>
                    <a:pt x="7726719" y="1857284"/>
                  </a:lnTo>
                  <a:lnTo>
                    <a:pt x="7808972" y="1843311"/>
                  </a:lnTo>
                  <a:lnTo>
                    <a:pt x="7884713" y="1827964"/>
                  </a:lnTo>
                  <a:lnTo>
                    <a:pt x="7954533" y="1811073"/>
                  </a:lnTo>
                  <a:lnTo>
                    <a:pt x="8019143" y="1792454"/>
                  </a:lnTo>
                  <a:lnTo>
                    <a:pt x="8079303" y="1771910"/>
                  </a:lnTo>
                  <a:lnTo>
                    <a:pt x="8135779" y="1749257"/>
                  </a:lnTo>
                  <a:lnTo>
                    <a:pt x="8189304" y="1724350"/>
                  </a:lnTo>
                  <a:lnTo>
                    <a:pt x="8229629" y="1703206"/>
                  </a:lnTo>
                  <a:lnTo>
                    <a:pt x="8283407" y="1671736"/>
                  </a:lnTo>
                  <a:lnTo>
                    <a:pt x="8335650" y="1637508"/>
                  </a:lnTo>
                  <a:lnTo>
                    <a:pt x="8386856" y="1600469"/>
                  </a:lnTo>
                  <a:lnTo>
                    <a:pt x="8437411" y="1560635"/>
                  </a:lnTo>
                  <a:lnTo>
                    <a:pt x="8487601" y="1518097"/>
                  </a:lnTo>
                  <a:lnTo>
                    <a:pt x="8537634" y="1473028"/>
                  </a:lnTo>
                  <a:lnTo>
                    <a:pt x="8587648" y="1425682"/>
                  </a:lnTo>
                  <a:lnTo>
                    <a:pt x="8637721" y="1376397"/>
                  </a:lnTo>
                  <a:lnTo>
                    <a:pt x="8687883" y="1325582"/>
                  </a:lnTo>
                  <a:lnTo>
                    <a:pt x="8738127" y="1273711"/>
                  </a:lnTo>
                  <a:lnTo>
                    <a:pt x="8788417" y="1221298"/>
                  </a:lnTo>
                  <a:lnTo>
                    <a:pt x="8838708" y="1168883"/>
                  </a:lnTo>
                  <a:lnTo>
                    <a:pt x="8888951" y="1117005"/>
                  </a:lnTo>
                  <a:lnTo>
                    <a:pt x="8939114" y="1066179"/>
                  </a:lnTo>
                  <a:lnTo>
                    <a:pt x="8989188" y="1016878"/>
                  </a:lnTo>
                  <a:lnTo>
                    <a:pt x="9039202" y="969514"/>
                  </a:lnTo>
                  <a:lnTo>
                    <a:pt x="9089235" y="924423"/>
                  </a:lnTo>
                  <a:lnTo>
                    <a:pt x="9139423" y="881863"/>
                  </a:lnTo>
                  <a:lnTo>
                    <a:pt x="9189973" y="842004"/>
                  </a:lnTo>
                  <a:lnTo>
                    <a:pt x="9241172" y="804940"/>
                  </a:lnTo>
                  <a:lnTo>
                    <a:pt x="9293404" y="770687"/>
                  </a:lnTo>
                  <a:lnTo>
                    <a:pt x="9347166" y="739194"/>
                  </a:lnTo>
                  <a:lnTo>
                    <a:pt x="9347647" y="738929"/>
                  </a:lnTo>
                  <a:lnTo>
                    <a:pt x="9399322" y="712207"/>
                  </a:lnTo>
                  <a:lnTo>
                    <a:pt x="9453426" y="687796"/>
                  </a:lnTo>
                  <a:lnTo>
                    <a:pt x="9510634" y="665613"/>
                  </a:lnTo>
                  <a:lnTo>
                    <a:pt x="9571690" y="645501"/>
                  </a:lnTo>
                  <a:lnTo>
                    <a:pt x="9637362" y="627272"/>
                  </a:lnTo>
                  <a:lnTo>
                    <a:pt x="9708404" y="610730"/>
                  </a:lnTo>
                  <a:lnTo>
                    <a:pt x="9785507" y="595693"/>
                  </a:lnTo>
                  <a:lnTo>
                    <a:pt x="9869228" y="581999"/>
                  </a:lnTo>
                  <a:lnTo>
                    <a:pt x="9959903" y="569513"/>
                  </a:lnTo>
                  <a:lnTo>
                    <a:pt x="10057531" y="558132"/>
                  </a:lnTo>
                  <a:lnTo>
                    <a:pt x="10161639" y="547785"/>
                  </a:lnTo>
                  <a:lnTo>
                    <a:pt x="10271140" y="538432"/>
                  </a:lnTo>
                  <a:lnTo>
                    <a:pt x="10384201" y="530061"/>
                  </a:lnTo>
                  <a:lnTo>
                    <a:pt x="10498194" y="522682"/>
                  </a:lnTo>
                  <a:lnTo>
                    <a:pt x="10609748" y="516315"/>
                  </a:lnTo>
                  <a:lnTo>
                    <a:pt x="10714974" y="510979"/>
                  </a:lnTo>
                  <a:lnTo>
                    <a:pt x="10809875" y="506672"/>
                  </a:lnTo>
                  <a:lnTo>
                    <a:pt x="10890889" y="503362"/>
                  </a:lnTo>
                  <a:lnTo>
                    <a:pt x="10955470" y="500974"/>
                  </a:lnTo>
                  <a:lnTo>
                    <a:pt x="11002562" y="499391"/>
                  </a:lnTo>
                  <a:lnTo>
                    <a:pt x="11032854" y="498463"/>
                  </a:lnTo>
                  <a:lnTo>
                    <a:pt x="11048782" y="498016"/>
                  </a:lnTo>
                  <a:lnTo>
                    <a:pt x="11054345" y="497873"/>
                  </a:lnTo>
                  <a:lnTo>
                    <a:pt x="11054891" y="497860"/>
                  </a:lnTo>
                  <a:lnTo>
                    <a:pt x="12049831" y="497860"/>
                  </a:lnTo>
                  <a:lnTo>
                    <a:pt x="12049831" y="4978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4" name="pl553"/>
            <p:cNvSpPr/>
            <p:nvPr/>
          </p:nvSpPr>
          <p:spPr>
            <a:xfrm>
              <a:off x="1199187" y="3175659"/>
              <a:ext cx="12049831" cy="1944275"/>
            </a:xfrm>
            <a:custGeom>
              <a:avLst/>
              <a:pathLst>
                <a:path w="12049831" h="1944275">
                  <a:moveTo>
                    <a:pt x="12049831" y="497860"/>
                  </a:moveTo>
                  <a:lnTo>
                    <a:pt x="11054891" y="497860"/>
                  </a:lnTo>
                  <a:lnTo>
                    <a:pt x="11053771" y="497887"/>
                  </a:lnTo>
                  <a:lnTo>
                    <a:pt x="11046378" y="498081"/>
                  </a:lnTo>
                  <a:lnTo>
                    <a:pt x="11027635" y="498616"/>
                  </a:lnTo>
                  <a:lnTo>
                    <a:pt x="10993861" y="499672"/>
                  </a:lnTo>
                  <a:lnTo>
                    <a:pt x="10942988" y="501417"/>
                  </a:lnTo>
                  <a:lnTo>
                    <a:pt x="10874710" y="503996"/>
                  </a:lnTo>
                  <a:lnTo>
                    <a:pt x="10790436" y="507516"/>
                  </a:lnTo>
                  <a:lnTo>
                    <a:pt x="10692978" y="512044"/>
                  </a:lnTo>
                  <a:lnTo>
                    <a:pt x="10586043" y="517604"/>
                  </a:lnTo>
                  <a:lnTo>
                    <a:pt x="10473646" y="524192"/>
                  </a:lnTo>
                  <a:lnTo>
                    <a:pt x="10359592" y="531787"/>
                  </a:lnTo>
                  <a:lnTo>
                    <a:pt x="10247104" y="540370"/>
                  </a:lnTo>
                  <a:lnTo>
                    <a:pt x="10138641" y="549936"/>
                  </a:lnTo>
                  <a:lnTo>
                    <a:pt x="10035863" y="560501"/>
                  </a:lnTo>
                  <a:lnTo>
                    <a:pt x="9939716" y="572114"/>
                  </a:lnTo>
                  <a:lnTo>
                    <a:pt x="9850557" y="584851"/>
                  </a:lnTo>
                  <a:lnTo>
                    <a:pt x="9768304" y="598823"/>
                  </a:lnTo>
                  <a:lnTo>
                    <a:pt x="9692564" y="614171"/>
                  </a:lnTo>
                  <a:lnTo>
                    <a:pt x="9622743" y="631061"/>
                  </a:lnTo>
                  <a:lnTo>
                    <a:pt x="9558134" y="649681"/>
                  </a:lnTo>
                  <a:lnTo>
                    <a:pt x="9497974" y="670224"/>
                  </a:lnTo>
                  <a:lnTo>
                    <a:pt x="9441497" y="692877"/>
                  </a:lnTo>
                  <a:lnTo>
                    <a:pt x="9387973" y="717785"/>
                  </a:lnTo>
                  <a:lnTo>
                    <a:pt x="9347647" y="738929"/>
                  </a:lnTo>
                  <a:lnTo>
                    <a:pt x="9293869" y="770398"/>
                  </a:lnTo>
                  <a:lnTo>
                    <a:pt x="9241627" y="804627"/>
                  </a:lnTo>
                  <a:lnTo>
                    <a:pt x="9190420" y="841666"/>
                  </a:lnTo>
                  <a:lnTo>
                    <a:pt x="9139866" y="881500"/>
                  </a:lnTo>
                  <a:lnTo>
                    <a:pt x="9089676" y="924037"/>
                  </a:lnTo>
                  <a:lnTo>
                    <a:pt x="9039642" y="969107"/>
                  </a:lnTo>
                  <a:lnTo>
                    <a:pt x="8989628" y="1016453"/>
                  </a:lnTo>
                  <a:lnTo>
                    <a:pt x="8939555" y="1065738"/>
                  </a:lnTo>
                  <a:lnTo>
                    <a:pt x="8889393" y="1116552"/>
                  </a:lnTo>
                  <a:lnTo>
                    <a:pt x="8839150" y="1168424"/>
                  </a:lnTo>
                  <a:lnTo>
                    <a:pt x="8788860" y="1220836"/>
                  </a:lnTo>
                  <a:lnTo>
                    <a:pt x="8738569" y="1273251"/>
                  </a:lnTo>
                  <a:lnTo>
                    <a:pt x="8688325" y="1325130"/>
                  </a:lnTo>
                  <a:lnTo>
                    <a:pt x="8638162" y="1375955"/>
                  </a:lnTo>
                  <a:lnTo>
                    <a:pt x="8588088" y="1425256"/>
                  </a:lnTo>
                  <a:lnTo>
                    <a:pt x="8538074" y="1472620"/>
                  </a:lnTo>
                  <a:lnTo>
                    <a:pt x="8488042" y="1517711"/>
                  </a:lnTo>
                  <a:lnTo>
                    <a:pt x="8437854" y="1560272"/>
                  </a:lnTo>
                  <a:lnTo>
                    <a:pt x="8387304" y="1600130"/>
                  </a:lnTo>
                  <a:lnTo>
                    <a:pt x="8336104" y="1637194"/>
                  </a:lnTo>
                  <a:lnTo>
                    <a:pt x="8283873" y="1671447"/>
                  </a:lnTo>
                  <a:lnTo>
                    <a:pt x="8230111" y="1702940"/>
                  </a:lnTo>
                  <a:lnTo>
                    <a:pt x="8229629" y="1703206"/>
                  </a:lnTo>
                  <a:lnTo>
                    <a:pt x="8177955" y="1729927"/>
                  </a:lnTo>
                  <a:lnTo>
                    <a:pt x="8123851" y="1754338"/>
                  </a:lnTo>
                  <a:lnTo>
                    <a:pt x="8066642" y="1776521"/>
                  </a:lnTo>
                  <a:lnTo>
                    <a:pt x="8005587" y="1796633"/>
                  </a:lnTo>
                  <a:lnTo>
                    <a:pt x="7939915" y="1814862"/>
                  </a:lnTo>
                  <a:lnTo>
                    <a:pt x="7868872" y="1831404"/>
                  </a:lnTo>
                  <a:lnTo>
                    <a:pt x="7791769" y="1846441"/>
                  </a:lnTo>
                  <a:lnTo>
                    <a:pt x="7708049" y="1860136"/>
                  </a:lnTo>
                  <a:lnTo>
                    <a:pt x="7617374" y="1872622"/>
                  </a:lnTo>
                  <a:lnTo>
                    <a:pt x="7519746" y="1884003"/>
                  </a:lnTo>
                  <a:lnTo>
                    <a:pt x="7415637" y="1894349"/>
                  </a:lnTo>
                  <a:lnTo>
                    <a:pt x="7306137" y="1903702"/>
                  </a:lnTo>
                  <a:lnTo>
                    <a:pt x="7193075" y="1912073"/>
                  </a:lnTo>
                  <a:lnTo>
                    <a:pt x="7079082" y="1919452"/>
                  </a:lnTo>
                  <a:lnTo>
                    <a:pt x="6967529" y="1925819"/>
                  </a:lnTo>
                  <a:lnTo>
                    <a:pt x="6862303" y="1931156"/>
                  </a:lnTo>
                  <a:lnTo>
                    <a:pt x="6767401" y="1935463"/>
                  </a:lnTo>
                  <a:lnTo>
                    <a:pt x="6686387" y="1938773"/>
                  </a:lnTo>
                  <a:lnTo>
                    <a:pt x="6621806" y="1941161"/>
                  </a:lnTo>
                  <a:lnTo>
                    <a:pt x="6574715" y="1942743"/>
                  </a:lnTo>
                  <a:lnTo>
                    <a:pt x="6544423" y="1943672"/>
                  </a:lnTo>
                  <a:lnTo>
                    <a:pt x="6528494" y="1944118"/>
                  </a:lnTo>
                  <a:lnTo>
                    <a:pt x="6522931" y="1944262"/>
                  </a:lnTo>
                  <a:lnTo>
                    <a:pt x="6522385" y="1944275"/>
                  </a:lnTo>
                  <a:lnTo>
                    <a:pt x="5527445" y="1944275"/>
                  </a:lnTo>
                  <a:lnTo>
                    <a:pt x="5526338" y="1944239"/>
                  </a:lnTo>
                  <a:lnTo>
                    <a:pt x="5519028" y="1943981"/>
                  </a:lnTo>
                  <a:lnTo>
                    <a:pt x="5500490" y="1943270"/>
                  </a:lnTo>
                  <a:lnTo>
                    <a:pt x="5467071" y="1941867"/>
                  </a:lnTo>
                  <a:lnTo>
                    <a:pt x="5416704" y="1939549"/>
                  </a:lnTo>
                  <a:lnTo>
                    <a:pt x="5349055" y="1936122"/>
                  </a:lnTo>
                  <a:lnTo>
                    <a:pt x="5265485" y="1931442"/>
                  </a:lnTo>
                  <a:lnTo>
                    <a:pt x="5168741" y="1925419"/>
                  </a:lnTo>
                  <a:lnTo>
                    <a:pt x="5062471" y="1918020"/>
                  </a:lnTo>
                  <a:lnTo>
                    <a:pt x="4950643" y="1909251"/>
                  </a:lnTo>
                  <a:lnTo>
                    <a:pt x="4837033" y="1899136"/>
                  </a:lnTo>
                  <a:lnTo>
                    <a:pt x="4724856" y="1887703"/>
                  </a:lnTo>
                  <a:lnTo>
                    <a:pt x="4616575" y="1874959"/>
                  </a:lnTo>
                  <a:lnTo>
                    <a:pt x="4513871" y="1860884"/>
                  </a:lnTo>
                  <a:lnTo>
                    <a:pt x="4417711" y="1845417"/>
                  </a:lnTo>
                  <a:lnTo>
                    <a:pt x="4328477" y="1828458"/>
                  </a:lnTo>
                  <a:lnTo>
                    <a:pt x="4246111" y="1809861"/>
                  </a:lnTo>
                  <a:lnTo>
                    <a:pt x="4170241" y="1789444"/>
                  </a:lnTo>
                  <a:lnTo>
                    <a:pt x="4100290" y="1766986"/>
                  </a:lnTo>
                  <a:lnTo>
                    <a:pt x="4035564" y="1742241"/>
                  </a:lnTo>
                  <a:lnTo>
                    <a:pt x="3975313" y="1714950"/>
                  </a:lnTo>
                  <a:lnTo>
                    <a:pt x="3918778" y="1684864"/>
                  </a:lnTo>
                  <a:lnTo>
                    <a:pt x="3865231" y="1651785"/>
                  </a:lnTo>
                  <a:lnTo>
                    <a:pt x="3820202" y="1620229"/>
                  </a:lnTo>
                  <a:lnTo>
                    <a:pt x="3770199" y="1581064"/>
                  </a:lnTo>
                  <a:lnTo>
                    <a:pt x="3721555" y="1538707"/>
                  </a:lnTo>
                  <a:lnTo>
                    <a:pt x="3673858" y="1493094"/>
                  </a:lnTo>
                  <a:lnTo>
                    <a:pt x="3626786" y="1444229"/>
                  </a:lnTo>
                  <a:lnTo>
                    <a:pt x="3580090" y="1392189"/>
                  </a:lnTo>
                  <a:lnTo>
                    <a:pt x="3533586" y="1337130"/>
                  </a:lnTo>
                  <a:lnTo>
                    <a:pt x="3487141" y="1279292"/>
                  </a:lnTo>
                  <a:lnTo>
                    <a:pt x="3440673" y="1218999"/>
                  </a:lnTo>
                  <a:lnTo>
                    <a:pt x="3394138" y="1156650"/>
                  </a:lnTo>
                  <a:lnTo>
                    <a:pt x="3347525" y="1092717"/>
                  </a:lnTo>
                  <a:lnTo>
                    <a:pt x="3300848" y="1027726"/>
                  </a:lnTo>
                  <a:lnTo>
                    <a:pt x="3254139" y="962240"/>
                  </a:lnTo>
                  <a:lnTo>
                    <a:pt x="3207435" y="896842"/>
                  </a:lnTo>
                  <a:lnTo>
                    <a:pt x="3160775" y="832112"/>
                  </a:lnTo>
                  <a:lnTo>
                    <a:pt x="3114185" y="768604"/>
                  </a:lnTo>
                  <a:lnTo>
                    <a:pt x="3067672" y="706830"/>
                  </a:lnTo>
                  <a:lnTo>
                    <a:pt x="3021217" y="647239"/>
                  </a:lnTo>
                  <a:lnTo>
                    <a:pt x="2974766" y="590211"/>
                  </a:lnTo>
                  <a:lnTo>
                    <a:pt x="2928219" y="536042"/>
                  </a:lnTo>
                  <a:lnTo>
                    <a:pt x="2881432" y="484948"/>
                  </a:lnTo>
                  <a:lnTo>
                    <a:pt x="2834201" y="437060"/>
                  </a:lnTo>
                  <a:lnTo>
                    <a:pt x="2786256" y="392433"/>
                  </a:lnTo>
                  <a:lnTo>
                    <a:pt x="2737249" y="351050"/>
                  </a:lnTo>
                  <a:lnTo>
                    <a:pt x="2702183" y="324045"/>
                  </a:lnTo>
                  <a:lnTo>
                    <a:pt x="2650715" y="288260"/>
                  </a:lnTo>
                  <a:lnTo>
                    <a:pt x="2596839" y="255557"/>
                  </a:lnTo>
                  <a:lnTo>
                    <a:pt x="2539887" y="225827"/>
                  </a:lnTo>
                  <a:lnTo>
                    <a:pt x="2479128" y="198862"/>
                  </a:lnTo>
                  <a:lnTo>
                    <a:pt x="2413800" y="174412"/>
                  </a:lnTo>
                  <a:lnTo>
                    <a:pt x="2343158" y="152217"/>
                  </a:lnTo>
                  <a:lnTo>
                    <a:pt x="2266517" y="132035"/>
                  </a:lnTo>
                  <a:lnTo>
                    <a:pt x="2183322" y="113649"/>
                  </a:lnTo>
                  <a:lnTo>
                    <a:pt x="2093234" y="96879"/>
                  </a:lnTo>
                  <a:lnTo>
                    <a:pt x="1996239" y="81588"/>
                  </a:lnTo>
                  <a:lnTo>
                    <a:pt x="1892784" y="67679"/>
                  </a:lnTo>
                  <a:lnTo>
                    <a:pt x="1783919" y="55097"/>
                  </a:lnTo>
                  <a:lnTo>
                    <a:pt x="1671417" y="43824"/>
                  </a:lnTo>
                  <a:lnTo>
                    <a:pt x="1557839" y="33873"/>
                  </a:lnTo>
                  <a:lnTo>
                    <a:pt x="1446482" y="25271"/>
                  </a:lnTo>
                  <a:lnTo>
                    <a:pt x="1341169" y="18042"/>
                  </a:lnTo>
                  <a:lnTo>
                    <a:pt x="1245860" y="12187"/>
                  </a:lnTo>
                  <a:lnTo>
                    <a:pt x="1164121" y="7666"/>
                  </a:lnTo>
                  <a:lnTo>
                    <a:pt x="1098554" y="4384"/>
                  </a:lnTo>
                  <a:lnTo>
                    <a:pt x="1050322" y="2190"/>
                  </a:lnTo>
                  <a:lnTo>
                    <a:pt x="1018876" y="885"/>
                  </a:lnTo>
                  <a:lnTo>
                    <a:pt x="1001944" y="242"/>
                  </a:lnTo>
                  <a:lnTo>
                    <a:pt x="995692" y="2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5" name="pg554"/>
            <p:cNvSpPr/>
            <p:nvPr/>
          </p:nvSpPr>
          <p:spPr>
            <a:xfrm>
              <a:off x="1199187" y="3186141"/>
              <a:ext cx="12049831" cy="1949515"/>
            </a:xfrm>
            <a:custGeom>
              <a:avLst/>
              <a:pathLst>
                <a:path w="12049831" h="1949515">
                  <a:moveTo>
                    <a:pt x="0" y="5240"/>
                  </a:moveTo>
                  <a:lnTo>
                    <a:pt x="994940" y="5240"/>
                  </a:lnTo>
                  <a:lnTo>
                    <a:pt x="996047" y="5276"/>
                  </a:lnTo>
                  <a:lnTo>
                    <a:pt x="1003357" y="5534"/>
                  </a:lnTo>
                  <a:lnTo>
                    <a:pt x="1021895" y="6245"/>
                  </a:lnTo>
                  <a:lnTo>
                    <a:pt x="1055314" y="7648"/>
                  </a:lnTo>
                  <a:lnTo>
                    <a:pt x="1105681" y="9966"/>
                  </a:lnTo>
                  <a:lnTo>
                    <a:pt x="1173330" y="13393"/>
                  </a:lnTo>
                  <a:lnTo>
                    <a:pt x="1256900" y="18073"/>
                  </a:lnTo>
                  <a:lnTo>
                    <a:pt x="1353644" y="24096"/>
                  </a:lnTo>
                  <a:lnTo>
                    <a:pt x="1459914" y="31494"/>
                  </a:lnTo>
                  <a:lnTo>
                    <a:pt x="1571742" y="40264"/>
                  </a:lnTo>
                  <a:lnTo>
                    <a:pt x="1685352" y="50379"/>
                  </a:lnTo>
                  <a:lnTo>
                    <a:pt x="1797529" y="61812"/>
                  </a:lnTo>
                  <a:lnTo>
                    <a:pt x="1905810" y="74556"/>
                  </a:lnTo>
                  <a:lnTo>
                    <a:pt x="2008514" y="88631"/>
                  </a:lnTo>
                  <a:lnTo>
                    <a:pt x="2104674" y="104098"/>
                  </a:lnTo>
                  <a:lnTo>
                    <a:pt x="2193908" y="121057"/>
                  </a:lnTo>
                  <a:lnTo>
                    <a:pt x="2276274" y="139654"/>
                  </a:lnTo>
                  <a:lnTo>
                    <a:pt x="2352144" y="160071"/>
                  </a:lnTo>
                  <a:lnTo>
                    <a:pt x="2422095" y="182529"/>
                  </a:lnTo>
                  <a:lnTo>
                    <a:pt x="2486821" y="207274"/>
                  </a:lnTo>
                  <a:lnTo>
                    <a:pt x="2547072" y="234565"/>
                  </a:lnTo>
                  <a:lnTo>
                    <a:pt x="2603607" y="264651"/>
                  </a:lnTo>
                  <a:lnTo>
                    <a:pt x="2657154" y="297730"/>
                  </a:lnTo>
                  <a:lnTo>
                    <a:pt x="2702183" y="329286"/>
                  </a:lnTo>
                  <a:lnTo>
                    <a:pt x="2752186" y="368450"/>
                  </a:lnTo>
                  <a:lnTo>
                    <a:pt x="2800830" y="410808"/>
                  </a:lnTo>
                  <a:lnTo>
                    <a:pt x="2848527" y="456421"/>
                  </a:lnTo>
                  <a:lnTo>
                    <a:pt x="2895599" y="505286"/>
                  </a:lnTo>
                  <a:lnTo>
                    <a:pt x="2942294" y="557326"/>
                  </a:lnTo>
                  <a:lnTo>
                    <a:pt x="2988799" y="612385"/>
                  </a:lnTo>
                  <a:lnTo>
                    <a:pt x="3035244" y="670223"/>
                  </a:lnTo>
                  <a:lnTo>
                    <a:pt x="3081712" y="730516"/>
                  </a:lnTo>
                  <a:lnTo>
                    <a:pt x="3128247" y="792865"/>
                  </a:lnTo>
                  <a:lnTo>
                    <a:pt x="3174860" y="856798"/>
                  </a:lnTo>
                  <a:lnTo>
                    <a:pt x="3221537" y="921789"/>
                  </a:lnTo>
                  <a:lnTo>
                    <a:pt x="3268246" y="987275"/>
                  </a:lnTo>
                  <a:lnTo>
                    <a:pt x="3314950" y="1052673"/>
                  </a:lnTo>
                  <a:lnTo>
                    <a:pt x="3361610" y="1117403"/>
                  </a:lnTo>
                  <a:lnTo>
                    <a:pt x="3408200" y="1180910"/>
                  </a:lnTo>
                  <a:lnTo>
                    <a:pt x="3454713" y="1242685"/>
                  </a:lnTo>
                  <a:lnTo>
                    <a:pt x="3501168" y="1302276"/>
                  </a:lnTo>
                  <a:lnTo>
                    <a:pt x="3547619" y="1359304"/>
                  </a:lnTo>
                  <a:lnTo>
                    <a:pt x="3594166" y="1413473"/>
                  </a:lnTo>
                  <a:lnTo>
                    <a:pt x="3640953" y="1464567"/>
                  </a:lnTo>
                  <a:lnTo>
                    <a:pt x="3688184" y="1512455"/>
                  </a:lnTo>
                  <a:lnTo>
                    <a:pt x="3736129" y="1557082"/>
                  </a:lnTo>
                  <a:lnTo>
                    <a:pt x="3785136" y="1598465"/>
                  </a:lnTo>
                  <a:lnTo>
                    <a:pt x="3820202" y="1625470"/>
                  </a:lnTo>
                  <a:lnTo>
                    <a:pt x="3871670" y="1661254"/>
                  </a:lnTo>
                  <a:lnTo>
                    <a:pt x="3925546" y="1693958"/>
                  </a:lnTo>
                  <a:lnTo>
                    <a:pt x="3982497" y="1723688"/>
                  </a:lnTo>
                  <a:lnTo>
                    <a:pt x="4043257" y="1750653"/>
                  </a:lnTo>
                  <a:lnTo>
                    <a:pt x="4108585" y="1775103"/>
                  </a:lnTo>
                  <a:lnTo>
                    <a:pt x="4179227" y="1797297"/>
                  </a:lnTo>
                  <a:lnTo>
                    <a:pt x="4255868" y="1817480"/>
                  </a:lnTo>
                  <a:lnTo>
                    <a:pt x="4339063" y="1835866"/>
                  </a:lnTo>
                  <a:lnTo>
                    <a:pt x="4429151" y="1852635"/>
                  </a:lnTo>
                  <a:lnTo>
                    <a:pt x="4526146" y="1867927"/>
                  </a:lnTo>
                  <a:lnTo>
                    <a:pt x="4629601" y="1881836"/>
                  </a:lnTo>
                  <a:lnTo>
                    <a:pt x="4738466" y="1894418"/>
                  </a:lnTo>
                  <a:lnTo>
                    <a:pt x="4850968" y="1905691"/>
                  </a:lnTo>
                  <a:lnTo>
                    <a:pt x="4964546" y="1915642"/>
                  </a:lnTo>
                  <a:lnTo>
                    <a:pt x="5075903" y="1924244"/>
                  </a:lnTo>
                  <a:lnTo>
                    <a:pt x="5181216" y="1931473"/>
                  </a:lnTo>
                  <a:lnTo>
                    <a:pt x="5276525" y="1937328"/>
                  </a:lnTo>
                  <a:lnTo>
                    <a:pt x="5358264" y="1941849"/>
                  </a:lnTo>
                  <a:lnTo>
                    <a:pt x="5423831" y="1945131"/>
                  </a:lnTo>
                  <a:lnTo>
                    <a:pt x="5472063" y="1947325"/>
                  </a:lnTo>
                  <a:lnTo>
                    <a:pt x="5503509" y="1948630"/>
                  </a:lnTo>
                  <a:lnTo>
                    <a:pt x="5520441" y="1949273"/>
                  </a:lnTo>
                  <a:lnTo>
                    <a:pt x="5526693" y="1949491"/>
                  </a:lnTo>
                  <a:lnTo>
                    <a:pt x="5527445" y="1949515"/>
                  </a:lnTo>
                  <a:lnTo>
                    <a:pt x="6522385" y="1949515"/>
                  </a:lnTo>
                  <a:lnTo>
                    <a:pt x="6523512" y="1949494"/>
                  </a:lnTo>
                  <a:lnTo>
                    <a:pt x="6530947" y="1949342"/>
                  </a:lnTo>
                  <a:lnTo>
                    <a:pt x="6549792" y="1948922"/>
                  </a:lnTo>
                  <a:lnTo>
                    <a:pt x="6583741" y="1948095"/>
                  </a:lnTo>
                  <a:lnTo>
                    <a:pt x="6634866" y="1946728"/>
                  </a:lnTo>
                  <a:lnTo>
                    <a:pt x="6703456" y="1944708"/>
                  </a:lnTo>
                  <a:lnTo>
                    <a:pt x="6788077" y="1941951"/>
                  </a:lnTo>
                  <a:lnTo>
                    <a:pt x="6885888" y="1938405"/>
                  </a:lnTo>
                  <a:lnTo>
                    <a:pt x="6993152" y="1934052"/>
                  </a:lnTo>
                  <a:lnTo>
                    <a:pt x="7105829" y="1928896"/>
                  </a:lnTo>
                  <a:lnTo>
                    <a:pt x="7220100" y="1922953"/>
                  </a:lnTo>
                  <a:lnTo>
                    <a:pt x="7332739" y="1916237"/>
                  </a:lnTo>
                  <a:lnTo>
                    <a:pt x="7441290" y="1908752"/>
                  </a:lnTo>
                  <a:lnTo>
                    <a:pt x="7544102" y="1900485"/>
                  </a:lnTo>
                  <a:lnTo>
                    <a:pt x="7640241" y="1891398"/>
                  </a:lnTo>
                  <a:lnTo>
                    <a:pt x="7729362" y="1881429"/>
                  </a:lnTo>
                  <a:lnTo>
                    <a:pt x="7811559" y="1870492"/>
                  </a:lnTo>
                  <a:lnTo>
                    <a:pt x="7887235" y="1858474"/>
                  </a:lnTo>
                  <a:lnTo>
                    <a:pt x="7956991" y="1845246"/>
                  </a:lnTo>
                  <a:lnTo>
                    <a:pt x="8021544" y="1830660"/>
                  </a:lnTo>
                  <a:lnTo>
                    <a:pt x="8081659" y="1814563"/>
                  </a:lnTo>
                  <a:lnTo>
                    <a:pt x="8138108" y="1796812"/>
                  </a:lnTo>
                  <a:lnTo>
                    <a:pt x="8191623" y="1777294"/>
                  </a:lnTo>
                  <a:lnTo>
                    <a:pt x="8229629" y="1761726"/>
                  </a:lnTo>
                  <a:lnTo>
                    <a:pt x="8285891" y="1736008"/>
                  </a:lnTo>
                  <a:lnTo>
                    <a:pt x="8340497" y="1707932"/>
                  </a:lnTo>
                  <a:lnTo>
                    <a:pt x="8394011" y="1677454"/>
                  </a:lnTo>
                  <a:lnTo>
                    <a:pt x="8446860" y="1644598"/>
                  </a:lnTo>
                  <a:lnTo>
                    <a:pt x="8499358" y="1609456"/>
                  </a:lnTo>
                  <a:lnTo>
                    <a:pt x="8551725" y="1572197"/>
                  </a:lnTo>
                  <a:lnTo>
                    <a:pt x="8604101" y="1533069"/>
                  </a:lnTo>
                  <a:lnTo>
                    <a:pt x="8656558" y="1492395"/>
                  </a:lnTo>
                  <a:lnTo>
                    <a:pt x="8709112" y="1450561"/>
                  </a:lnTo>
                  <a:lnTo>
                    <a:pt x="8761743" y="1408008"/>
                  </a:lnTo>
                  <a:lnTo>
                    <a:pt x="8814401" y="1365207"/>
                  </a:lnTo>
                  <a:lnTo>
                    <a:pt x="8867033" y="1322643"/>
                  </a:lnTo>
                  <a:lnTo>
                    <a:pt x="8919589" y="1280789"/>
                  </a:lnTo>
                  <a:lnTo>
                    <a:pt x="8972048" y="1240085"/>
                  </a:lnTo>
                  <a:lnTo>
                    <a:pt x="9024425" y="1200921"/>
                  </a:lnTo>
                  <a:lnTo>
                    <a:pt x="9076791" y="1163619"/>
                  </a:lnTo>
                  <a:lnTo>
                    <a:pt x="9129284" y="1128429"/>
                  </a:lnTo>
                  <a:lnTo>
                    <a:pt x="9182123" y="1095522"/>
                  </a:lnTo>
                  <a:lnTo>
                    <a:pt x="9235619" y="1064993"/>
                  </a:lnTo>
                  <a:lnTo>
                    <a:pt x="9290196" y="1036865"/>
                  </a:lnTo>
                  <a:lnTo>
                    <a:pt x="9346415" y="1011097"/>
                  </a:lnTo>
                  <a:lnTo>
                    <a:pt x="9347647" y="1010568"/>
                  </a:lnTo>
                  <a:lnTo>
                    <a:pt x="9399424" y="989714"/>
                  </a:lnTo>
                  <a:lnTo>
                    <a:pt x="9453640" y="970667"/>
                  </a:lnTo>
                  <a:lnTo>
                    <a:pt x="9510976" y="953361"/>
                  </a:lnTo>
                  <a:lnTo>
                    <a:pt x="9572178" y="937675"/>
                  </a:lnTo>
                  <a:lnTo>
                    <a:pt x="9638021" y="923459"/>
                  </a:lnTo>
                  <a:lnTo>
                    <a:pt x="9709262" y="910561"/>
                  </a:lnTo>
                  <a:lnTo>
                    <a:pt x="9786594" y="898839"/>
                  </a:lnTo>
                  <a:lnTo>
                    <a:pt x="9870575" y="888165"/>
                  </a:lnTo>
                  <a:lnTo>
                    <a:pt x="9961540" y="878434"/>
                  </a:lnTo>
                  <a:lnTo>
                    <a:pt x="10059482" y="869567"/>
                  </a:lnTo>
                  <a:lnTo>
                    <a:pt x="10163914" y="861507"/>
                  </a:lnTo>
                  <a:lnTo>
                    <a:pt x="10273728" y="854225"/>
                  </a:lnTo>
                  <a:lnTo>
                    <a:pt x="10387064" y="847710"/>
                  </a:lnTo>
                  <a:lnTo>
                    <a:pt x="10501258" y="841971"/>
                  </a:lnTo>
                  <a:lnTo>
                    <a:pt x="10612904" y="837024"/>
                  </a:lnTo>
                  <a:lnTo>
                    <a:pt x="10718080" y="832883"/>
                  </a:lnTo>
                  <a:lnTo>
                    <a:pt x="10812772" y="829547"/>
                  </a:lnTo>
                  <a:lnTo>
                    <a:pt x="10893420" y="826989"/>
                  </a:lnTo>
                  <a:lnTo>
                    <a:pt x="10957508" y="825149"/>
                  </a:lnTo>
                  <a:lnTo>
                    <a:pt x="11004033" y="823935"/>
                  </a:lnTo>
                  <a:lnTo>
                    <a:pt x="11033757" y="823228"/>
                  </a:lnTo>
                  <a:lnTo>
                    <a:pt x="11049196" y="822892"/>
                  </a:lnTo>
                  <a:lnTo>
                    <a:pt x="11054432" y="822788"/>
                  </a:lnTo>
                  <a:lnTo>
                    <a:pt x="11054891" y="822779"/>
                  </a:lnTo>
                  <a:lnTo>
                    <a:pt x="12049831" y="822779"/>
                  </a:lnTo>
                  <a:lnTo>
                    <a:pt x="12049831" y="817538"/>
                  </a:lnTo>
                  <a:lnTo>
                    <a:pt x="11054891" y="817538"/>
                  </a:lnTo>
                  <a:lnTo>
                    <a:pt x="11053765" y="817560"/>
                  </a:lnTo>
                  <a:lnTo>
                    <a:pt x="11046330" y="817712"/>
                  </a:lnTo>
                  <a:lnTo>
                    <a:pt x="11027485" y="818131"/>
                  </a:lnTo>
                  <a:lnTo>
                    <a:pt x="10993535" y="818958"/>
                  </a:lnTo>
                  <a:lnTo>
                    <a:pt x="10942411" y="820325"/>
                  </a:lnTo>
                  <a:lnTo>
                    <a:pt x="10873821" y="822346"/>
                  </a:lnTo>
                  <a:lnTo>
                    <a:pt x="10789199" y="825103"/>
                  </a:lnTo>
                  <a:lnTo>
                    <a:pt x="10691388" y="828649"/>
                  </a:lnTo>
                  <a:lnTo>
                    <a:pt x="10584125" y="833001"/>
                  </a:lnTo>
                  <a:lnTo>
                    <a:pt x="10471448" y="838157"/>
                  </a:lnTo>
                  <a:lnTo>
                    <a:pt x="10357176" y="844101"/>
                  </a:lnTo>
                  <a:lnTo>
                    <a:pt x="10244538" y="850817"/>
                  </a:lnTo>
                  <a:lnTo>
                    <a:pt x="10135986" y="858302"/>
                  </a:lnTo>
                  <a:lnTo>
                    <a:pt x="10033174" y="866569"/>
                  </a:lnTo>
                  <a:lnTo>
                    <a:pt x="9937035" y="875656"/>
                  </a:lnTo>
                  <a:lnTo>
                    <a:pt x="9847914" y="885625"/>
                  </a:lnTo>
                  <a:lnTo>
                    <a:pt x="9765718" y="896562"/>
                  </a:lnTo>
                  <a:lnTo>
                    <a:pt x="9690042" y="908580"/>
                  </a:lnTo>
                  <a:lnTo>
                    <a:pt x="9620285" y="921808"/>
                  </a:lnTo>
                  <a:lnTo>
                    <a:pt x="9555733" y="936394"/>
                  </a:lnTo>
                  <a:lnTo>
                    <a:pt x="9495617" y="952491"/>
                  </a:lnTo>
                  <a:lnTo>
                    <a:pt x="9439169" y="970242"/>
                  </a:lnTo>
                  <a:lnTo>
                    <a:pt x="9385653" y="989760"/>
                  </a:lnTo>
                  <a:lnTo>
                    <a:pt x="9347647" y="1005328"/>
                  </a:lnTo>
                  <a:lnTo>
                    <a:pt x="9291386" y="1031046"/>
                  </a:lnTo>
                  <a:lnTo>
                    <a:pt x="9236779" y="1059122"/>
                  </a:lnTo>
                  <a:lnTo>
                    <a:pt x="9183265" y="1089600"/>
                  </a:lnTo>
                  <a:lnTo>
                    <a:pt x="9130417" y="1122456"/>
                  </a:lnTo>
                  <a:lnTo>
                    <a:pt x="9077918" y="1157598"/>
                  </a:lnTo>
                  <a:lnTo>
                    <a:pt x="9025551" y="1194857"/>
                  </a:lnTo>
                  <a:lnTo>
                    <a:pt x="8973175" y="1233984"/>
                  </a:lnTo>
                  <a:lnTo>
                    <a:pt x="8920719" y="1274659"/>
                  </a:lnTo>
                  <a:lnTo>
                    <a:pt x="8868164" y="1316493"/>
                  </a:lnTo>
                  <a:lnTo>
                    <a:pt x="8815534" y="1359046"/>
                  </a:lnTo>
                  <a:lnTo>
                    <a:pt x="8762875" y="1401847"/>
                  </a:lnTo>
                  <a:lnTo>
                    <a:pt x="8710244" y="1444411"/>
                  </a:lnTo>
                  <a:lnTo>
                    <a:pt x="8657687" y="1486265"/>
                  </a:lnTo>
                  <a:lnTo>
                    <a:pt x="8605229" y="1526969"/>
                  </a:lnTo>
                  <a:lnTo>
                    <a:pt x="8552852" y="1566133"/>
                  </a:lnTo>
                  <a:lnTo>
                    <a:pt x="8500485" y="1603435"/>
                  </a:lnTo>
                  <a:lnTo>
                    <a:pt x="8447992" y="1638625"/>
                  </a:lnTo>
                  <a:lnTo>
                    <a:pt x="8395154" y="1671532"/>
                  </a:lnTo>
                  <a:lnTo>
                    <a:pt x="8341658" y="1702061"/>
                  </a:lnTo>
                  <a:lnTo>
                    <a:pt x="8287080" y="1730189"/>
                  </a:lnTo>
                  <a:lnTo>
                    <a:pt x="8230862" y="1755956"/>
                  </a:lnTo>
                  <a:lnTo>
                    <a:pt x="8229629" y="1756485"/>
                  </a:lnTo>
                  <a:lnTo>
                    <a:pt x="8177853" y="1777339"/>
                  </a:lnTo>
                  <a:lnTo>
                    <a:pt x="8123636" y="1796387"/>
                  </a:lnTo>
                  <a:lnTo>
                    <a:pt x="8066300" y="1813693"/>
                  </a:lnTo>
                  <a:lnTo>
                    <a:pt x="8005098" y="1829379"/>
                  </a:lnTo>
                  <a:lnTo>
                    <a:pt x="7939256" y="1843595"/>
                  </a:lnTo>
                  <a:lnTo>
                    <a:pt x="7868015" y="1856492"/>
                  </a:lnTo>
                  <a:lnTo>
                    <a:pt x="7790683" y="1868215"/>
                  </a:lnTo>
                  <a:lnTo>
                    <a:pt x="7706701" y="1878889"/>
                  </a:lnTo>
                  <a:lnTo>
                    <a:pt x="7615736" y="1888619"/>
                  </a:lnTo>
                  <a:lnTo>
                    <a:pt x="7517795" y="1897487"/>
                  </a:lnTo>
                  <a:lnTo>
                    <a:pt x="7413362" y="1905546"/>
                  </a:lnTo>
                  <a:lnTo>
                    <a:pt x="7303549" y="1912829"/>
                  </a:lnTo>
                  <a:lnTo>
                    <a:pt x="7190213" y="1919344"/>
                  </a:lnTo>
                  <a:lnTo>
                    <a:pt x="7076018" y="1925083"/>
                  </a:lnTo>
                  <a:lnTo>
                    <a:pt x="6964373" y="1930030"/>
                  </a:lnTo>
                  <a:lnTo>
                    <a:pt x="6859196" y="1934171"/>
                  </a:lnTo>
                  <a:lnTo>
                    <a:pt x="6764504" y="1937507"/>
                  </a:lnTo>
                  <a:lnTo>
                    <a:pt x="6683856" y="1940065"/>
                  </a:lnTo>
                  <a:lnTo>
                    <a:pt x="6619769" y="1941905"/>
                  </a:lnTo>
                  <a:lnTo>
                    <a:pt x="6573243" y="1943118"/>
                  </a:lnTo>
                  <a:lnTo>
                    <a:pt x="6543520" y="1943825"/>
                  </a:lnTo>
                  <a:lnTo>
                    <a:pt x="6528081" y="1944161"/>
                  </a:lnTo>
                  <a:lnTo>
                    <a:pt x="6522845" y="1944266"/>
                  </a:lnTo>
                  <a:lnTo>
                    <a:pt x="6522385" y="1944275"/>
                  </a:lnTo>
                  <a:lnTo>
                    <a:pt x="5527445" y="1944275"/>
                  </a:lnTo>
                  <a:lnTo>
                    <a:pt x="5526338" y="1944239"/>
                  </a:lnTo>
                  <a:lnTo>
                    <a:pt x="5519028" y="1943981"/>
                  </a:lnTo>
                  <a:lnTo>
                    <a:pt x="5500490" y="1943270"/>
                  </a:lnTo>
                  <a:lnTo>
                    <a:pt x="5467071" y="1941867"/>
                  </a:lnTo>
                  <a:lnTo>
                    <a:pt x="5416704" y="1939549"/>
                  </a:lnTo>
                  <a:lnTo>
                    <a:pt x="5349055" y="1936122"/>
                  </a:lnTo>
                  <a:lnTo>
                    <a:pt x="5265485" y="1931442"/>
                  </a:lnTo>
                  <a:lnTo>
                    <a:pt x="5168741" y="1925419"/>
                  </a:lnTo>
                  <a:lnTo>
                    <a:pt x="5062471" y="1918020"/>
                  </a:lnTo>
                  <a:lnTo>
                    <a:pt x="4950643" y="1909251"/>
                  </a:lnTo>
                  <a:lnTo>
                    <a:pt x="4837033" y="1899136"/>
                  </a:lnTo>
                  <a:lnTo>
                    <a:pt x="4724856" y="1887703"/>
                  </a:lnTo>
                  <a:lnTo>
                    <a:pt x="4616575" y="1874959"/>
                  </a:lnTo>
                  <a:lnTo>
                    <a:pt x="4513871" y="1860884"/>
                  </a:lnTo>
                  <a:lnTo>
                    <a:pt x="4417711" y="1845417"/>
                  </a:lnTo>
                  <a:lnTo>
                    <a:pt x="4328477" y="1828458"/>
                  </a:lnTo>
                  <a:lnTo>
                    <a:pt x="4246111" y="1809861"/>
                  </a:lnTo>
                  <a:lnTo>
                    <a:pt x="4170241" y="1789444"/>
                  </a:lnTo>
                  <a:lnTo>
                    <a:pt x="4100290" y="1766986"/>
                  </a:lnTo>
                  <a:lnTo>
                    <a:pt x="4035564" y="1742241"/>
                  </a:lnTo>
                  <a:lnTo>
                    <a:pt x="3975313" y="1714950"/>
                  </a:lnTo>
                  <a:lnTo>
                    <a:pt x="3918778" y="1684864"/>
                  </a:lnTo>
                  <a:lnTo>
                    <a:pt x="3865231" y="1651785"/>
                  </a:lnTo>
                  <a:lnTo>
                    <a:pt x="3820202" y="1620229"/>
                  </a:lnTo>
                  <a:lnTo>
                    <a:pt x="3770199" y="1581064"/>
                  </a:lnTo>
                  <a:lnTo>
                    <a:pt x="3721555" y="1538707"/>
                  </a:lnTo>
                  <a:lnTo>
                    <a:pt x="3673858" y="1493094"/>
                  </a:lnTo>
                  <a:lnTo>
                    <a:pt x="3626786" y="1444229"/>
                  </a:lnTo>
                  <a:lnTo>
                    <a:pt x="3580090" y="1392189"/>
                  </a:lnTo>
                  <a:lnTo>
                    <a:pt x="3533586" y="1337130"/>
                  </a:lnTo>
                  <a:lnTo>
                    <a:pt x="3487141" y="1279292"/>
                  </a:lnTo>
                  <a:lnTo>
                    <a:pt x="3440673" y="1218999"/>
                  </a:lnTo>
                  <a:lnTo>
                    <a:pt x="3394138" y="1156650"/>
                  </a:lnTo>
                  <a:lnTo>
                    <a:pt x="3347525" y="1092717"/>
                  </a:lnTo>
                  <a:lnTo>
                    <a:pt x="3300848" y="1027726"/>
                  </a:lnTo>
                  <a:lnTo>
                    <a:pt x="3254139" y="962240"/>
                  </a:lnTo>
                  <a:lnTo>
                    <a:pt x="3207435" y="896842"/>
                  </a:lnTo>
                  <a:lnTo>
                    <a:pt x="3160775" y="832112"/>
                  </a:lnTo>
                  <a:lnTo>
                    <a:pt x="3114185" y="768604"/>
                  </a:lnTo>
                  <a:lnTo>
                    <a:pt x="3067672" y="706830"/>
                  </a:lnTo>
                  <a:lnTo>
                    <a:pt x="3021217" y="647239"/>
                  </a:lnTo>
                  <a:lnTo>
                    <a:pt x="2974766" y="590211"/>
                  </a:lnTo>
                  <a:lnTo>
                    <a:pt x="2928219" y="536042"/>
                  </a:lnTo>
                  <a:lnTo>
                    <a:pt x="2881432" y="484948"/>
                  </a:lnTo>
                  <a:lnTo>
                    <a:pt x="2834201" y="437060"/>
                  </a:lnTo>
                  <a:lnTo>
                    <a:pt x="2786256" y="392433"/>
                  </a:lnTo>
                  <a:lnTo>
                    <a:pt x="2737249" y="351050"/>
                  </a:lnTo>
                  <a:lnTo>
                    <a:pt x="2702183" y="324045"/>
                  </a:lnTo>
                  <a:lnTo>
                    <a:pt x="2650715" y="288260"/>
                  </a:lnTo>
                  <a:lnTo>
                    <a:pt x="2596839" y="255557"/>
                  </a:lnTo>
                  <a:lnTo>
                    <a:pt x="2539887" y="225827"/>
                  </a:lnTo>
                  <a:lnTo>
                    <a:pt x="2479128" y="198862"/>
                  </a:lnTo>
                  <a:lnTo>
                    <a:pt x="2413800" y="174412"/>
                  </a:lnTo>
                  <a:lnTo>
                    <a:pt x="2343158" y="152217"/>
                  </a:lnTo>
                  <a:lnTo>
                    <a:pt x="2266517" y="132035"/>
                  </a:lnTo>
                  <a:lnTo>
                    <a:pt x="2183322" y="113649"/>
                  </a:lnTo>
                  <a:lnTo>
                    <a:pt x="2093234" y="96879"/>
                  </a:lnTo>
                  <a:lnTo>
                    <a:pt x="1996239" y="81588"/>
                  </a:lnTo>
                  <a:lnTo>
                    <a:pt x="1892784" y="67679"/>
                  </a:lnTo>
                  <a:lnTo>
                    <a:pt x="1783919" y="55097"/>
                  </a:lnTo>
                  <a:lnTo>
                    <a:pt x="1671417" y="43824"/>
                  </a:lnTo>
                  <a:lnTo>
                    <a:pt x="1557839" y="33873"/>
                  </a:lnTo>
                  <a:lnTo>
                    <a:pt x="1446482" y="25271"/>
                  </a:lnTo>
                  <a:lnTo>
                    <a:pt x="1341169" y="18042"/>
                  </a:lnTo>
                  <a:lnTo>
                    <a:pt x="1245860" y="12187"/>
                  </a:lnTo>
                  <a:lnTo>
                    <a:pt x="1164121" y="7666"/>
                  </a:lnTo>
                  <a:lnTo>
                    <a:pt x="1098554" y="4384"/>
                  </a:lnTo>
                  <a:lnTo>
                    <a:pt x="1050322" y="2190"/>
                  </a:lnTo>
                  <a:lnTo>
                    <a:pt x="1018876" y="885"/>
                  </a:lnTo>
                  <a:lnTo>
                    <a:pt x="1001944" y="242"/>
                  </a:lnTo>
                  <a:lnTo>
                    <a:pt x="995692" y="2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56" name="pl555"/>
            <p:cNvSpPr/>
            <p:nvPr/>
          </p:nvSpPr>
          <p:spPr>
            <a:xfrm>
              <a:off x="1199187" y="3191381"/>
              <a:ext cx="12049831" cy="1944275"/>
            </a:xfrm>
            <a:custGeom>
              <a:avLst/>
              <a:pathLst>
                <a:path w="12049831" h="1944275">
                  <a:moveTo>
                    <a:pt x="0" y="0"/>
                  </a:moveTo>
                  <a:lnTo>
                    <a:pt x="994940" y="0"/>
                  </a:lnTo>
                  <a:lnTo>
                    <a:pt x="996047" y="36"/>
                  </a:lnTo>
                  <a:lnTo>
                    <a:pt x="1003357" y="293"/>
                  </a:lnTo>
                  <a:lnTo>
                    <a:pt x="1021895" y="1005"/>
                  </a:lnTo>
                  <a:lnTo>
                    <a:pt x="1055314" y="2407"/>
                  </a:lnTo>
                  <a:lnTo>
                    <a:pt x="1105681" y="4725"/>
                  </a:lnTo>
                  <a:lnTo>
                    <a:pt x="1173330" y="8152"/>
                  </a:lnTo>
                  <a:lnTo>
                    <a:pt x="1256900" y="12833"/>
                  </a:lnTo>
                  <a:lnTo>
                    <a:pt x="1353644" y="18855"/>
                  </a:lnTo>
                  <a:lnTo>
                    <a:pt x="1459914" y="26254"/>
                  </a:lnTo>
                  <a:lnTo>
                    <a:pt x="1571742" y="35023"/>
                  </a:lnTo>
                  <a:lnTo>
                    <a:pt x="1685352" y="45138"/>
                  </a:lnTo>
                  <a:lnTo>
                    <a:pt x="1797529" y="56572"/>
                  </a:lnTo>
                  <a:lnTo>
                    <a:pt x="1905810" y="69315"/>
                  </a:lnTo>
                  <a:lnTo>
                    <a:pt x="2008514" y="83390"/>
                  </a:lnTo>
                  <a:lnTo>
                    <a:pt x="2104674" y="98857"/>
                  </a:lnTo>
                  <a:lnTo>
                    <a:pt x="2193908" y="115817"/>
                  </a:lnTo>
                  <a:lnTo>
                    <a:pt x="2276274" y="134413"/>
                  </a:lnTo>
                  <a:lnTo>
                    <a:pt x="2352144" y="154830"/>
                  </a:lnTo>
                  <a:lnTo>
                    <a:pt x="2422095" y="177288"/>
                  </a:lnTo>
                  <a:lnTo>
                    <a:pt x="2486821" y="202033"/>
                  </a:lnTo>
                  <a:lnTo>
                    <a:pt x="2547072" y="229324"/>
                  </a:lnTo>
                  <a:lnTo>
                    <a:pt x="2603607" y="259410"/>
                  </a:lnTo>
                  <a:lnTo>
                    <a:pt x="2657154" y="292489"/>
                  </a:lnTo>
                  <a:lnTo>
                    <a:pt x="2702183" y="324045"/>
                  </a:lnTo>
                  <a:lnTo>
                    <a:pt x="2752186" y="363210"/>
                  </a:lnTo>
                  <a:lnTo>
                    <a:pt x="2800830" y="405567"/>
                  </a:lnTo>
                  <a:lnTo>
                    <a:pt x="2848527" y="451180"/>
                  </a:lnTo>
                  <a:lnTo>
                    <a:pt x="2895599" y="500045"/>
                  </a:lnTo>
                  <a:lnTo>
                    <a:pt x="2942294" y="552086"/>
                  </a:lnTo>
                  <a:lnTo>
                    <a:pt x="2988799" y="607144"/>
                  </a:lnTo>
                  <a:lnTo>
                    <a:pt x="3035244" y="664982"/>
                  </a:lnTo>
                  <a:lnTo>
                    <a:pt x="3081712" y="725276"/>
                  </a:lnTo>
                  <a:lnTo>
                    <a:pt x="3128247" y="787624"/>
                  </a:lnTo>
                  <a:lnTo>
                    <a:pt x="3174860" y="851557"/>
                  </a:lnTo>
                  <a:lnTo>
                    <a:pt x="3221537" y="916549"/>
                  </a:lnTo>
                  <a:lnTo>
                    <a:pt x="3268246" y="982035"/>
                  </a:lnTo>
                  <a:lnTo>
                    <a:pt x="3314950" y="1047432"/>
                  </a:lnTo>
                  <a:lnTo>
                    <a:pt x="3361610" y="1112162"/>
                  </a:lnTo>
                  <a:lnTo>
                    <a:pt x="3408200" y="1175670"/>
                  </a:lnTo>
                  <a:lnTo>
                    <a:pt x="3454713" y="1237444"/>
                  </a:lnTo>
                  <a:lnTo>
                    <a:pt x="3501168" y="1297035"/>
                  </a:lnTo>
                  <a:lnTo>
                    <a:pt x="3547619" y="1354064"/>
                  </a:lnTo>
                  <a:lnTo>
                    <a:pt x="3594166" y="1408232"/>
                  </a:lnTo>
                  <a:lnTo>
                    <a:pt x="3640953" y="1459327"/>
                  </a:lnTo>
                  <a:lnTo>
                    <a:pt x="3688184" y="1507214"/>
                  </a:lnTo>
                  <a:lnTo>
                    <a:pt x="3736129" y="1551841"/>
                  </a:lnTo>
                  <a:lnTo>
                    <a:pt x="3785136" y="1593225"/>
                  </a:lnTo>
                  <a:lnTo>
                    <a:pt x="3820202" y="1620229"/>
                  </a:lnTo>
                  <a:lnTo>
                    <a:pt x="3871670" y="1656014"/>
                  </a:lnTo>
                  <a:lnTo>
                    <a:pt x="3925546" y="1688717"/>
                  </a:lnTo>
                  <a:lnTo>
                    <a:pt x="3982497" y="1718448"/>
                  </a:lnTo>
                  <a:lnTo>
                    <a:pt x="4043257" y="1745412"/>
                  </a:lnTo>
                  <a:lnTo>
                    <a:pt x="4108585" y="1769862"/>
                  </a:lnTo>
                  <a:lnTo>
                    <a:pt x="4179227" y="1792057"/>
                  </a:lnTo>
                  <a:lnTo>
                    <a:pt x="4255868" y="1812239"/>
                  </a:lnTo>
                  <a:lnTo>
                    <a:pt x="4339063" y="1830626"/>
                  </a:lnTo>
                  <a:lnTo>
                    <a:pt x="4429151" y="1847395"/>
                  </a:lnTo>
                  <a:lnTo>
                    <a:pt x="4526146" y="1862686"/>
                  </a:lnTo>
                  <a:lnTo>
                    <a:pt x="4629601" y="1876595"/>
                  </a:lnTo>
                  <a:lnTo>
                    <a:pt x="4738466" y="1889177"/>
                  </a:lnTo>
                  <a:lnTo>
                    <a:pt x="4850968" y="1900450"/>
                  </a:lnTo>
                  <a:lnTo>
                    <a:pt x="4964546" y="1910401"/>
                  </a:lnTo>
                  <a:lnTo>
                    <a:pt x="5075903" y="1919003"/>
                  </a:lnTo>
                  <a:lnTo>
                    <a:pt x="5181216" y="1926233"/>
                  </a:lnTo>
                  <a:lnTo>
                    <a:pt x="5276525" y="1932087"/>
                  </a:lnTo>
                  <a:lnTo>
                    <a:pt x="5358264" y="1936608"/>
                  </a:lnTo>
                  <a:lnTo>
                    <a:pt x="5423831" y="1939890"/>
                  </a:lnTo>
                  <a:lnTo>
                    <a:pt x="5472063" y="1942085"/>
                  </a:lnTo>
                  <a:lnTo>
                    <a:pt x="5503509" y="1943389"/>
                  </a:lnTo>
                  <a:lnTo>
                    <a:pt x="5520441" y="1944032"/>
                  </a:lnTo>
                  <a:lnTo>
                    <a:pt x="5526693" y="1944250"/>
                  </a:lnTo>
                  <a:lnTo>
                    <a:pt x="5527445" y="1944275"/>
                  </a:lnTo>
                  <a:lnTo>
                    <a:pt x="6522385" y="1944275"/>
                  </a:lnTo>
                  <a:lnTo>
                    <a:pt x="6523512" y="1944253"/>
                  </a:lnTo>
                  <a:lnTo>
                    <a:pt x="6530947" y="1944102"/>
                  </a:lnTo>
                  <a:lnTo>
                    <a:pt x="6549792" y="1943682"/>
                  </a:lnTo>
                  <a:lnTo>
                    <a:pt x="6583741" y="1942855"/>
                  </a:lnTo>
                  <a:lnTo>
                    <a:pt x="6634866" y="1941488"/>
                  </a:lnTo>
                  <a:lnTo>
                    <a:pt x="6703456" y="1939468"/>
                  </a:lnTo>
                  <a:lnTo>
                    <a:pt x="6788077" y="1936710"/>
                  </a:lnTo>
                  <a:lnTo>
                    <a:pt x="6885888" y="1933165"/>
                  </a:lnTo>
                  <a:lnTo>
                    <a:pt x="6993152" y="1928812"/>
                  </a:lnTo>
                  <a:lnTo>
                    <a:pt x="7105829" y="1923656"/>
                  </a:lnTo>
                  <a:lnTo>
                    <a:pt x="7220100" y="1917712"/>
                  </a:lnTo>
                  <a:lnTo>
                    <a:pt x="7332739" y="1910996"/>
                  </a:lnTo>
                  <a:lnTo>
                    <a:pt x="7441290" y="1903511"/>
                  </a:lnTo>
                  <a:lnTo>
                    <a:pt x="7544102" y="1895244"/>
                  </a:lnTo>
                  <a:lnTo>
                    <a:pt x="7640241" y="1886157"/>
                  </a:lnTo>
                  <a:lnTo>
                    <a:pt x="7729362" y="1876189"/>
                  </a:lnTo>
                  <a:lnTo>
                    <a:pt x="7811559" y="1865251"/>
                  </a:lnTo>
                  <a:lnTo>
                    <a:pt x="7887235" y="1853234"/>
                  </a:lnTo>
                  <a:lnTo>
                    <a:pt x="7956991" y="1840005"/>
                  </a:lnTo>
                  <a:lnTo>
                    <a:pt x="8021544" y="1825419"/>
                  </a:lnTo>
                  <a:lnTo>
                    <a:pt x="8081659" y="1809323"/>
                  </a:lnTo>
                  <a:lnTo>
                    <a:pt x="8138108" y="1791571"/>
                  </a:lnTo>
                  <a:lnTo>
                    <a:pt x="8191623" y="1772053"/>
                  </a:lnTo>
                  <a:lnTo>
                    <a:pt x="8229629" y="1756485"/>
                  </a:lnTo>
                  <a:lnTo>
                    <a:pt x="8285891" y="1730768"/>
                  </a:lnTo>
                  <a:lnTo>
                    <a:pt x="8340497" y="1702691"/>
                  </a:lnTo>
                  <a:lnTo>
                    <a:pt x="8394011" y="1672213"/>
                  </a:lnTo>
                  <a:lnTo>
                    <a:pt x="8446860" y="1639357"/>
                  </a:lnTo>
                  <a:lnTo>
                    <a:pt x="8499358" y="1604215"/>
                  </a:lnTo>
                  <a:lnTo>
                    <a:pt x="8551725" y="1566956"/>
                  </a:lnTo>
                  <a:lnTo>
                    <a:pt x="8604101" y="1527829"/>
                  </a:lnTo>
                  <a:lnTo>
                    <a:pt x="8656558" y="1487154"/>
                  </a:lnTo>
                  <a:lnTo>
                    <a:pt x="8709112" y="1445320"/>
                  </a:lnTo>
                  <a:lnTo>
                    <a:pt x="8761743" y="1402767"/>
                  </a:lnTo>
                  <a:lnTo>
                    <a:pt x="8814401" y="1359966"/>
                  </a:lnTo>
                  <a:lnTo>
                    <a:pt x="8867033" y="1317402"/>
                  </a:lnTo>
                  <a:lnTo>
                    <a:pt x="8919589" y="1275548"/>
                  </a:lnTo>
                  <a:lnTo>
                    <a:pt x="8972048" y="1234844"/>
                  </a:lnTo>
                  <a:lnTo>
                    <a:pt x="9024425" y="1195680"/>
                  </a:lnTo>
                  <a:lnTo>
                    <a:pt x="9076791" y="1158378"/>
                  </a:lnTo>
                  <a:lnTo>
                    <a:pt x="9129284" y="1123188"/>
                  </a:lnTo>
                  <a:lnTo>
                    <a:pt x="9182123" y="1090282"/>
                  </a:lnTo>
                  <a:lnTo>
                    <a:pt x="9235619" y="1059753"/>
                  </a:lnTo>
                  <a:lnTo>
                    <a:pt x="9290196" y="1031624"/>
                  </a:lnTo>
                  <a:lnTo>
                    <a:pt x="9346415" y="1005857"/>
                  </a:lnTo>
                  <a:lnTo>
                    <a:pt x="9347647" y="1005328"/>
                  </a:lnTo>
                  <a:lnTo>
                    <a:pt x="9399424" y="984474"/>
                  </a:lnTo>
                  <a:lnTo>
                    <a:pt x="9453640" y="965426"/>
                  </a:lnTo>
                  <a:lnTo>
                    <a:pt x="9510976" y="948121"/>
                  </a:lnTo>
                  <a:lnTo>
                    <a:pt x="9572178" y="932434"/>
                  </a:lnTo>
                  <a:lnTo>
                    <a:pt x="9638021" y="918218"/>
                  </a:lnTo>
                  <a:lnTo>
                    <a:pt x="9709262" y="905321"/>
                  </a:lnTo>
                  <a:lnTo>
                    <a:pt x="9786594" y="893598"/>
                  </a:lnTo>
                  <a:lnTo>
                    <a:pt x="9870575" y="882924"/>
                  </a:lnTo>
                  <a:lnTo>
                    <a:pt x="9961540" y="873194"/>
                  </a:lnTo>
                  <a:lnTo>
                    <a:pt x="10059482" y="864326"/>
                  </a:lnTo>
                  <a:lnTo>
                    <a:pt x="10163914" y="856267"/>
                  </a:lnTo>
                  <a:lnTo>
                    <a:pt x="10273728" y="848984"/>
                  </a:lnTo>
                  <a:lnTo>
                    <a:pt x="10387064" y="842469"/>
                  </a:lnTo>
                  <a:lnTo>
                    <a:pt x="10501258" y="836730"/>
                  </a:lnTo>
                  <a:lnTo>
                    <a:pt x="10612904" y="831783"/>
                  </a:lnTo>
                  <a:lnTo>
                    <a:pt x="10718080" y="827642"/>
                  </a:lnTo>
                  <a:lnTo>
                    <a:pt x="10812772" y="824306"/>
                  </a:lnTo>
                  <a:lnTo>
                    <a:pt x="10893420" y="821748"/>
                  </a:lnTo>
                  <a:lnTo>
                    <a:pt x="10957508" y="819908"/>
                  </a:lnTo>
                  <a:lnTo>
                    <a:pt x="11004033" y="818695"/>
                  </a:lnTo>
                  <a:lnTo>
                    <a:pt x="11033757" y="817988"/>
                  </a:lnTo>
                  <a:lnTo>
                    <a:pt x="11049196" y="817652"/>
                  </a:lnTo>
                  <a:lnTo>
                    <a:pt x="11054432" y="817547"/>
                  </a:lnTo>
                  <a:lnTo>
                    <a:pt x="11054891" y="817538"/>
                  </a:lnTo>
                  <a:lnTo>
                    <a:pt x="12049831" y="817538"/>
                  </a:lnTo>
                  <a:lnTo>
                    <a:pt x="12049831" y="8175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7" name="pl556"/>
            <p:cNvSpPr/>
            <p:nvPr/>
          </p:nvSpPr>
          <p:spPr>
            <a:xfrm>
              <a:off x="1199187" y="3186141"/>
              <a:ext cx="12049831" cy="1944275"/>
            </a:xfrm>
            <a:custGeom>
              <a:avLst/>
              <a:pathLst>
                <a:path w="12049831" h="1944275">
                  <a:moveTo>
                    <a:pt x="12049831" y="817538"/>
                  </a:moveTo>
                  <a:lnTo>
                    <a:pt x="11054891" y="817538"/>
                  </a:lnTo>
                  <a:lnTo>
                    <a:pt x="11053765" y="817560"/>
                  </a:lnTo>
                  <a:lnTo>
                    <a:pt x="11046330" y="817712"/>
                  </a:lnTo>
                  <a:lnTo>
                    <a:pt x="11027485" y="818131"/>
                  </a:lnTo>
                  <a:lnTo>
                    <a:pt x="10993535" y="818958"/>
                  </a:lnTo>
                  <a:lnTo>
                    <a:pt x="10942411" y="820325"/>
                  </a:lnTo>
                  <a:lnTo>
                    <a:pt x="10873821" y="822346"/>
                  </a:lnTo>
                  <a:lnTo>
                    <a:pt x="10789199" y="825103"/>
                  </a:lnTo>
                  <a:lnTo>
                    <a:pt x="10691388" y="828649"/>
                  </a:lnTo>
                  <a:lnTo>
                    <a:pt x="10584125" y="833001"/>
                  </a:lnTo>
                  <a:lnTo>
                    <a:pt x="10471448" y="838157"/>
                  </a:lnTo>
                  <a:lnTo>
                    <a:pt x="10357176" y="844101"/>
                  </a:lnTo>
                  <a:lnTo>
                    <a:pt x="10244538" y="850817"/>
                  </a:lnTo>
                  <a:lnTo>
                    <a:pt x="10135986" y="858302"/>
                  </a:lnTo>
                  <a:lnTo>
                    <a:pt x="10033174" y="866569"/>
                  </a:lnTo>
                  <a:lnTo>
                    <a:pt x="9937035" y="875656"/>
                  </a:lnTo>
                  <a:lnTo>
                    <a:pt x="9847914" y="885625"/>
                  </a:lnTo>
                  <a:lnTo>
                    <a:pt x="9765718" y="896562"/>
                  </a:lnTo>
                  <a:lnTo>
                    <a:pt x="9690042" y="908580"/>
                  </a:lnTo>
                  <a:lnTo>
                    <a:pt x="9620285" y="921808"/>
                  </a:lnTo>
                  <a:lnTo>
                    <a:pt x="9555733" y="936394"/>
                  </a:lnTo>
                  <a:lnTo>
                    <a:pt x="9495617" y="952491"/>
                  </a:lnTo>
                  <a:lnTo>
                    <a:pt x="9439169" y="970242"/>
                  </a:lnTo>
                  <a:lnTo>
                    <a:pt x="9385653" y="989760"/>
                  </a:lnTo>
                  <a:lnTo>
                    <a:pt x="9347647" y="1005328"/>
                  </a:lnTo>
                  <a:lnTo>
                    <a:pt x="9291386" y="1031046"/>
                  </a:lnTo>
                  <a:lnTo>
                    <a:pt x="9236779" y="1059122"/>
                  </a:lnTo>
                  <a:lnTo>
                    <a:pt x="9183265" y="1089600"/>
                  </a:lnTo>
                  <a:lnTo>
                    <a:pt x="9130417" y="1122456"/>
                  </a:lnTo>
                  <a:lnTo>
                    <a:pt x="9077918" y="1157598"/>
                  </a:lnTo>
                  <a:lnTo>
                    <a:pt x="9025551" y="1194857"/>
                  </a:lnTo>
                  <a:lnTo>
                    <a:pt x="8973175" y="1233984"/>
                  </a:lnTo>
                  <a:lnTo>
                    <a:pt x="8920719" y="1274659"/>
                  </a:lnTo>
                  <a:lnTo>
                    <a:pt x="8868164" y="1316493"/>
                  </a:lnTo>
                  <a:lnTo>
                    <a:pt x="8815534" y="1359046"/>
                  </a:lnTo>
                  <a:lnTo>
                    <a:pt x="8762875" y="1401847"/>
                  </a:lnTo>
                  <a:lnTo>
                    <a:pt x="8710244" y="1444411"/>
                  </a:lnTo>
                  <a:lnTo>
                    <a:pt x="8657687" y="1486265"/>
                  </a:lnTo>
                  <a:lnTo>
                    <a:pt x="8605229" y="1526969"/>
                  </a:lnTo>
                  <a:lnTo>
                    <a:pt x="8552852" y="1566133"/>
                  </a:lnTo>
                  <a:lnTo>
                    <a:pt x="8500485" y="1603435"/>
                  </a:lnTo>
                  <a:lnTo>
                    <a:pt x="8447992" y="1638625"/>
                  </a:lnTo>
                  <a:lnTo>
                    <a:pt x="8395154" y="1671532"/>
                  </a:lnTo>
                  <a:lnTo>
                    <a:pt x="8341658" y="1702061"/>
                  </a:lnTo>
                  <a:lnTo>
                    <a:pt x="8287080" y="1730189"/>
                  </a:lnTo>
                  <a:lnTo>
                    <a:pt x="8230862" y="1755956"/>
                  </a:lnTo>
                  <a:lnTo>
                    <a:pt x="8229629" y="1756485"/>
                  </a:lnTo>
                  <a:lnTo>
                    <a:pt x="8177853" y="1777339"/>
                  </a:lnTo>
                  <a:lnTo>
                    <a:pt x="8123636" y="1796387"/>
                  </a:lnTo>
                  <a:lnTo>
                    <a:pt x="8066300" y="1813693"/>
                  </a:lnTo>
                  <a:lnTo>
                    <a:pt x="8005098" y="1829379"/>
                  </a:lnTo>
                  <a:lnTo>
                    <a:pt x="7939256" y="1843595"/>
                  </a:lnTo>
                  <a:lnTo>
                    <a:pt x="7868015" y="1856492"/>
                  </a:lnTo>
                  <a:lnTo>
                    <a:pt x="7790683" y="1868215"/>
                  </a:lnTo>
                  <a:lnTo>
                    <a:pt x="7706701" y="1878889"/>
                  </a:lnTo>
                  <a:lnTo>
                    <a:pt x="7615736" y="1888619"/>
                  </a:lnTo>
                  <a:lnTo>
                    <a:pt x="7517795" y="1897487"/>
                  </a:lnTo>
                  <a:lnTo>
                    <a:pt x="7413362" y="1905546"/>
                  </a:lnTo>
                  <a:lnTo>
                    <a:pt x="7303549" y="1912829"/>
                  </a:lnTo>
                  <a:lnTo>
                    <a:pt x="7190213" y="1919344"/>
                  </a:lnTo>
                  <a:lnTo>
                    <a:pt x="7076018" y="1925083"/>
                  </a:lnTo>
                  <a:lnTo>
                    <a:pt x="6964373" y="1930030"/>
                  </a:lnTo>
                  <a:lnTo>
                    <a:pt x="6859196" y="1934171"/>
                  </a:lnTo>
                  <a:lnTo>
                    <a:pt x="6764504" y="1937507"/>
                  </a:lnTo>
                  <a:lnTo>
                    <a:pt x="6683856" y="1940065"/>
                  </a:lnTo>
                  <a:lnTo>
                    <a:pt x="6619769" y="1941905"/>
                  </a:lnTo>
                  <a:lnTo>
                    <a:pt x="6573243" y="1943118"/>
                  </a:lnTo>
                  <a:lnTo>
                    <a:pt x="6543520" y="1943825"/>
                  </a:lnTo>
                  <a:lnTo>
                    <a:pt x="6528081" y="1944161"/>
                  </a:lnTo>
                  <a:lnTo>
                    <a:pt x="6522845" y="1944266"/>
                  </a:lnTo>
                  <a:lnTo>
                    <a:pt x="6522385" y="1944275"/>
                  </a:lnTo>
                  <a:lnTo>
                    <a:pt x="5527445" y="1944275"/>
                  </a:lnTo>
                  <a:lnTo>
                    <a:pt x="5526338" y="1944239"/>
                  </a:lnTo>
                  <a:lnTo>
                    <a:pt x="5519028" y="1943981"/>
                  </a:lnTo>
                  <a:lnTo>
                    <a:pt x="5500490" y="1943270"/>
                  </a:lnTo>
                  <a:lnTo>
                    <a:pt x="5467071" y="1941867"/>
                  </a:lnTo>
                  <a:lnTo>
                    <a:pt x="5416704" y="1939549"/>
                  </a:lnTo>
                  <a:lnTo>
                    <a:pt x="5349055" y="1936122"/>
                  </a:lnTo>
                  <a:lnTo>
                    <a:pt x="5265485" y="1931442"/>
                  </a:lnTo>
                  <a:lnTo>
                    <a:pt x="5168741" y="1925419"/>
                  </a:lnTo>
                  <a:lnTo>
                    <a:pt x="5062471" y="1918020"/>
                  </a:lnTo>
                  <a:lnTo>
                    <a:pt x="4950643" y="1909251"/>
                  </a:lnTo>
                  <a:lnTo>
                    <a:pt x="4837033" y="1899136"/>
                  </a:lnTo>
                  <a:lnTo>
                    <a:pt x="4724856" y="1887703"/>
                  </a:lnTo>
                  <a:lnTo>
                    <a:pt x="4616575" y="1874959"/>
                  </a:lnTo>
                  <a:lnTo>
                    <a:pt x="4513871" y="1860884"/>
                  </a:lnTo>
                  <a:lnTo>
                    <a:pt x="4417711" y="1845417"/>
                  </a:lnTo>
                  <a:lnTo>
                    <a:pt x="4328477" y="1828458"/>
                  </a:lnTo>
                  <a:lnTo>
                    <a:pt x="4246111" y="1809861"/>
                  </a:lnTo>
                  <a:lnTo>
                    <a:pt x="4170241" y="1789444"/>
                  </a:lnTo>
                  <a:lnTo>
                    <a:pt x="4100290" y="1766986"/>
                  </a:lnTo>
                  <a:lnTo>
                    <a:pt x="4035564" y="1742241"/>
                  </a:lnTo>
                  <a:lnTo>
                    <a:pt x="3975313" y="1714950"/>
                  </a:lnTo>
                  <a:lnTo>
                    <a:pt x="3918778" y="1684864"/>
                  </a:lnTo>
                  <a:lnTo>
                    <a:pt x="3865231" y="1651785"/>
                  </a:lnTo>
                  <a:lnTo>
                    <a:pt x="3820202" y="1620229"/>
                  </a:lnTo>
                  <a:lnTo>
                    <a:pt x="3770199" y="1581064"/>
                  </a:lnTo>
                  <a:lnTo>
                    <a:pt x="3721555" y="1538707"/>
                  </a:lnTo>
                  <a:lnTo>
                    <a:pt x="3673858" y="1493094"/>
                  </a:lnTo>
                  <a:lnTo>
                    <a:pt x="3626786" y="1444229"/>
                  </a:lnTo>
                  <a:lnTo>
                    <a:pt x="3580090" y="1392189"/>
                  </a:lnTo>
                  <a:lnTo>
                    <a:pt x="3533586" y="1337130"/>
                  </a:lnTo>
                  <a:lnTo>
                    <a:pt x="3487141" y="1279292"/>
                  </a:lnTo>
                  <a:lnTo>
                    <a:pt x="3440673" y="1218999"/>
                  </a:lnTo>
                  <a:lnTo>
                    <a:pt x="3394138" y="1156650"/>
                  </a:lnTo>
                  <a:lnTo>
                    <a:pt x="3347525" y="1092717"/>
                  </a:lnTo>
                  <a:lnTo>
                    <a:pt x="3300848" y="1027726"/>
                  </a:lnTo>
                  <a:lnTo>
                    <a:pt x="3254139" y="962240"/>
                  </a:lnTo>
                  <a:lnTo>
                    <a:pt x="3207435" y="896842"/>
                  </a:lnTo>
                  <a:lnTo>
                    <a:pt x="3160775" y="832112"/>
                  </a:lnTo>
                  <a:lnTo>
                    <a:pt x="3114185" y="768604"/>
                  </a:lnTo>
                  <a:lnTo>
                    <a:pt x="3067672" y="706830"/>
                  </a:lnTo>
                  <a:lnTo>
                    <a:pt x="3021217" y="647239"/>
                  </a:lnTo>
                  <a:lnTo>
                    <a:pt x="2974766" y="590211"/>
                  </a:lnTo>
                  <a:lnTo>
                    <a:pt x="2928219" y="536042"/>
                  </a:lnTo>
                  <a:lnTo>
                    <a:pt x="2881432" y="484948"/>
                  </a:lnTo>
                  <a:lnTo>
                    <a:pt x="2834201" y="437060"/>
                  </a:lnTo>
                  <a:lnTo>
                    <a:pt x="2786256" y="392433"/>
                  </a:lnTo>
                  <a:lnTo>
                    <a:pt x="2737249" y="351050"/>
                  </a:lnTo>
                  <a:lnTo>
                    <a:pt x="2702183" y="324045"/>
                  </a:lnTo>
                  <a:lnTo>
                    <a:pt x="2650715" y="288260"/>
                  </a:lnTo>
                  <a:lnTo>
                    <a:pt x="2596839" y="255557"/>
                  </a:lnTo>
                  <a:lnTo>
                    <a:pt x="2539887" y="225827"/>
                  </a:lnTo>
                  <a:lnTo>
                    <a:pt x="2479128" y="198862"/>
                  </a:lnTo>
                  <a:lnTo>
                    <a:pt x="2413800" y="174412"/>
                  </a:lnTo>
                  <a:lnTo>
                    <a:pt x="2343158" y="152217"/>
                  </a:lnTo>
                  <a:lnTo>
                    <a:pt x="2266517" y="132035"/>
                  </a:lnTo>
                  <a:lnTo>
                    <a:pt x="2183322" y="113649"/>
                  </a:lnTo>
                  <a:lnTo>
                    <a:pt x="2093234" y="96879"/>
                  </a:lnTo>
                  <a:lnTo>
                    <a:pt x="1996239" y="81588"/>
                  </a:lnTo>
                  <a:lnTo>
                    <a:pt x="1892784" y="67679"/>
                  </a:lnTo>
                  <a:lnTo>
                    <a:pt x="1783919" y="55097"/>
                  </a:lnTo>
                  <a:lnTo>
                    <a:pt x="1671417" y="43824"/>
                  </a:lnTo>
                  <a:lnTo>
                    <a:pt x="1557839" y="33873"/>
                  </a:lnTo>
                  <a:lnTo>
                    <a:pt x="1446482" y="25271"/>
                  </a:lnTo>
                  <a:lnTo>
                    <a:pt x="1341169" y="18042"/>
                  </a:lnTo>
                  <a:lnTo>
                    <a:pt x="1245860" y="12187"/>
                  </a:lnTo>
                  <a:lnTo>
                    <a:pt x="1164121" y="7666"/>
                  </a:lnTo>
                  <a:lnTo>
                    <a:pt x="1098554" y="4384"/>
                  </a:lnTo>
                  <a:lnTo>
                    <a:pt x="1050322" y="2190"/>
                  </a:lnTo>
                  <a:lnTo>
                    <a:pt x="1018876" y="885"/>
                  </a:lnTo>
                  <a:lnTo>
                    <a:pt x="1001944" y="242"/>
                  </a:lnTo>
                  <a:lnTo>
                    <a:pt x="995692" y="2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8" name="pg557"/>
            <p:cNvSpPr/>
            <p:nvPr/>
          </p:nvSpPr>
          <p:spPr>
            <a:xfrm>
              <a:off x="1199187" y="3191381"/>
              <a:ext cx="12049831" cy="1986200"/>
            </a:xfrm>
            <a:custGeom>
              <a:avLst/>
              <a:pathLst>
                <a:path w="12049831" h="1986200">
                  <a:moveTo>
                    <a:pt x="0" y="41925"/>
                  </a:moveTo>
                  <a:lnTo>
                    <a:pt x="994940" y="41925"/>
                  </a:lnTo>
                  <a:lnTo>
                    <a:pt x="996047" y="41961"/>
                  </a:lnTo>
                  <a:lnTo>
                    <a:pt x="1003357" y="42218"/>
                  </a:lnTo>
                  <a:lnTo>
                    <a:pt x="1021895" y="42930"/>
                  </a:lnTo>
                  <a:lnTo>
                    <a:pt x="1055314" y="44332"/>
                  </a:lnTo>
                  <a:lnTo>
                    <a:pt x="1105681" y="46650"/>
                  </a:lnTo>
                  <a:lnTo>
                    <a:pt x="1173330" y="50077"/>
                  </a:lnTo>
                  <a:lnTo>
                    <a:pt x="1256900" y="54758"/>
                  </a:lnTo>
                  <a:lnTo>
                    <a:pt x="1353644" y="60780"/>
                  </a:lnTo>
                  <a:lnTo>
                    <a:pt x="1459914" y="68179"/>
                  </a:lnTo>
                  <a:lnTo>
                    <a:pt x="1571742" y="76949"/>
                  </a:lnTo>
                  <a:lnTo>
                    <a:pt x="1685352" y="87063"/>
                  </a:lnTo>
                  <a:lnTo>
                    <a:pt x="1797529" y="98497"/>
                  </a:lnTo>
                  <a:lnTo>
                    <a:pt x="1905810" y="111240"/>
                  </a:lnTo>
                  <a:lnTo>
                    <a:pt x="2008514" y="125316"/>
                  </a:lnTo>
                  <a:lnTo>
                    <a:pt x="2104674" y="140782"/>
                  </a:lnTo>
                  <a:lnTo>
                    <a:pt x="2193908" y="157742"/>
                  </a:lnTo>
                  <a:lnTo>
                    <a:pt x="2276274" y="176338"/>
                  </a:lnTo>
                  <a:lnTo>
                    <a:pt x="2352144" y="196755"/>
                  </a:lnTo>
                  <a:lnTo>
                    <a:pt x="2422095" y="219213"/>
                  </a:lnTo>
                  <a:lnTo>
                    <a:pt x="2486821" y="243958"/>
                  </a:lnTo>
                  <a:lnTo>
                    <a:pt x="2547072" y="271249"/>
                  </a:lnTo>
                  <a:lnTo>
                    <a:pt x="2603607" y="301335"/>
                  </a:lnTo>
                  <a:lnTo>
                    <a:pt x="2657154" y="334414"/>
                  </a:lnTo>
                  <a:lnTo>
                    <a:pt x="2702183" y="365970"/>
                  </a:lnTo>
                  <a:lnTo>
                    <a:pt x="2752186" y="405135"/>
                  </a:lnTo>
                  <a:lnTo>
                    <a:pt x="2800830" y="447492"/>
                  </a:lnTo>
                  <a:lnTo>
                    <a:pt x="2848527" y="493105"/>
                  </a:lnTo>
                  <a:lnTo>
                    <a:pt x="2895599" y="541970"/>
                  </a:lnTo>
                  <a:lnTo>
                    <a:pt x="2942294" y="594011"/>
                  </a:lnTo>
                  <a:lnTo>
                    <a:pt x="2988799" y="649070"/>
                  </a:lnTo>
                  <a:lnTo>
                    <a:pt x="3035244" y="706907"/>
                  </a:lnTo>
                  <a:lnTo>
                    <a:pt x="3081712" y="767201"/>
                  </a:lnTo>
                  <a:lnTo>
                    <a:pt x="3128247" y="829549"/>
                  </a:lnTo>
                  <a:lnTo>
                    <a:pt x="3174860" y="893482"/>
                  </a:lnTo>
                  <a:lnTo>
                    <a:pt x="3221537" y="958474"/>
                  </a:lnTo>
                  <a:lnTo>
                    <a:pt x="3268246" y="1023960"/>
                  </a:lnTo>
                  <a:lnTo>
                    <a:pt x="3314950" y="1089357"/>
                  </a:lnTo>
                  <a:lnTo>
                    <a:pt x="3361610" y="1154087"/>
                  </a:lnTo>
                  <a:lnTo>
                    <a:pt x="3408200" y="1217595"/>
                  </a:lnTo>
                  <a:lnTo>
                    <a:pt x="3454713" y="1279369"/>
                  </a:lnTo>
                  <a:lnTo>
                    <a:pt x="3501168" y="1338960"/>
                  </a:lnTo>
                  <a:lnTo>
                    <a:pt x="3547619" y="1395989"/>
                  </a:lnTo>
                  <a:lnTo>
                    <a:pt x="3594166" y="1450157"/>
                  </a:lnTo>
                  <a:lnTo>
                    <a:pt x="3640953" y="1501252"/>
                  </a:lnTo>
                  <a:lnTo>
                    <a:pt x="3688184" y="1549139"/>
                  </a:lnTo>
                  <a:lnTo>
                    <a:pt x="3736129" y="1593766"/>
                  </a:lnTo>
                  <a:lnTo>
                    <a:pt x="3785136" y="1635150"/>
                  </a:lnTo>
                  <a:lnTo>
                    <a:pt x="3820202" y="1662154"/>
                  </a:lnTo>
                  <a:lnTo>
                    <a:pt x="3871670" y="1697939"/>
                  </a:lnTo>
                  <a:lnTo>
                    <a:pt x="3925546" y="1730642"/>
                  </a:lnTo>
                  <a:lnTo>
                    <a:pt x="3982497" y="1760373"/>
                  </a:lnTo>
                  <a:lnTo>
                    <a:pt x="4043257" y="1787337"/>
                  </a:lnTo>
                  <a:lnTo>
                    <a:pt x="4108585" y="1811787"/>
                  </a:lnTo>
                  <a:lnTo>
                    <a:pt x="4179227" y="1833982"/>
                  </a:lnTo>
                  <a:lnTo>
                    <a:pt x="4255868" y="1854164"/>
                  </a:lnTo>
                  <a:lnTo>
                    <a:pt x="4339063" y="1872551"/>
                  </a:lnTo>
                  <a:lnTo>
                    <a:pt x="4429151" y="1889320"/>
                  </a:lnTo>
                  <a:lnTo>
                    <a:pt x="4526146" y="1904611"/>
                  </a:lnTo>
                  <a:lnTo>
                    <a:pt x="4629601" y="1918520"/>
                  </a:lnTo>
                  <a:lnTo>
                    <a:pt x="4738466" y="1931103"/>
                  </a:lnTo>
                  <a:lnTo>
                    <a:pt x="4850968" y="1942375"/>
                  </a:lnTo>
                  <a:lnTo>
                    <a:pt x="4964546" y="1952326"/>
                  </a:lnTo>
                  <a:lnTo>
                    <a:pt x="5075903" y="1960928"/>
                  </a:lnTo>
                  <a:lnTo>
                    <a:pt x="5181216" y="1968158"/>
                  </a:lnTo>
                  <a:lnTo>
                    <a:pt x="5276525" y="1974013"/>
                  </a:lnTo>
                  <a:lnTo>
                    <a:pt x="5358264" y="1978533"/>
                  </a:lnTo>
                  <a:lnTo>
                    <a:pt x="5423831" y="1981815"/>
                  </a:lnTo>
                  <a:lnTo>
                    <a:pt x="5472063" y="1984010"/>
                  </a:lnTo>
                  <a:lnTo>
                    <a:pt x="5503509" y="1985315"/>
                  </a:lnTo>
                  <a:lnTo>
                    <a:pt x="5520441" y="1985957"/>
                  </a:lnTo>
                  <a:lnTo>
                    <a:pt x="5526693" y="1986175"/>
                  </a:lnTo>
                  <a:lnTo>
                    <a:pt x="5527445" y="1986200"/>
                  </a:lnTo>
                  <a:lnTo>
                    <a:pt x="6522385" y="1986200"/>
                  </a:lnTo>
                  <a:lnTo>
                    <a:pt x="6523516" y="1986183"/>
                  </a:lnTo>
                  <a:lnTo>
                    <a:pt x="6530976" y="1986065"/>
                  </a:lnTo>
                  <a:lnTo>
                    <a:pt x="6549884" y="1985738"/>
                  </a:lnTo>
                  <a:lnTo>
                    <a:pt x="6583943" y="1985093"/>
                  </a:lnTo>
                  <a:lnTo>
                    <a:pt x="6635223" y="1984027"/>
                  </a:lnTo>
                  <a:lnTo>
                    <a:pt x="6704005" y="1982453"/>
                  </a:lnTo>
                  <a:lnTo>
                    <a:pt x="6788842" y="1980304"/>
                  </a:lnTo>
                  <a:lnTo>
                    <a:pt x="6886870" y="1977541"/>
                  </a:lnTo>
                  <a:lnTo>
                    <a:pt x="6994336" y="1974149"/>
                  </a:lnTo>
                  <a:lnTo>
                    <a:pt x="7107185" y="1970133"/>
                  </a:lnTo>
                  <a:lnTo>
                    <a:pt x="7221590" y="1965503"/>
                  </a:lnTo>
                  <a:lnTo>
                    <a:pt x="7334321" y="1960272"/>
                  </a:lnTo>
                  <a:lnTo>
                    <a:pt x="7442926" y="1954443"/>
                  </a:lnTo>
                  <a:lnTo>
                    <a:pt x="7545759" y="1948004"/>
                  </a:lnTo>
                  <a:lnTo>
                    <a:pt x="7641893" y="1940926"/>
                  </a:lnTo>
                  <a:lnTo>
                    <a:pt x="7730990" y="1933160"/>
                  </a:lnTo>
                  <a:lnTo>
                    <a:pt x="7813151" y="1924638"/>
                  </a:lnTo>
                  <a:lnTo>
                    <a:pt x="7888787" y="1915275"/>
                  </a:lnTo>
                  <a:lnTo>
                    <a:pt x="7958504" y="1904965"/>
                  </a:lnTo>
                  <a:lnTo>
                    <a:pt x="8023022" y="1893596"/>
                  </a:lnTo>
                  <a:lnTo>
                    <a:pt x="8083110" y="1881048"/>
                  </a:lnTo>
                  <a:lnTo>
                    <a:pt x="8139542" y="1867209"/>
                  </a:lnTo>
                  <a:lnTo>
                    <a:pt x="8193052" y="1851993"/>
                  </a:lnTo>
                  <a:lnTo>
                    <a:pt x="8229629" y="1840336"/>
                  </a:lnTo>
                  <a:lnTo>
                    <a:pt x="8287741" y="1819660"/>
                  </a:lnTo>
                  <a:lnTo>
                    <a:pt x="8344107" y="1797025"/>
                  </a:lnTo>
                  <a:lnTo>
                    <a:pt x="8399341" y="1772398"/>
                  </a:lnTo>
                  <a:lnTo>
                    <a:pt x="8453902" y="1745804"/>
                  </a:lnTo>
                  <a:lnTo>
                    <a:pt x="8508125" y="1717328"/>
                  </a:lnTo>
                  <a:lnTo>
                    <a:pt x="8562238" y="1687127"/>
                  </a:lnTo>
                  <a:lnTo>
                    <a:pt x="8616381" y="1655424"/>
                  </a:lnTo>
                  <a:lnTo>
                    <a:pt x="8670618" y="1622510"/>
                  </a:lnTo>
                  <a:lnTo>
                    <a:pt x="8724958" y="1588727"/>
                  </a:lnTo>
                  <a:lnTo>
                    <a:pt x="8779364" y="1554464"/>
                  </a:lnTo>
                  <a:lnTo>
                    <a:pt x="8833782" y="1520130"/>
                  </a:lnTo>
                  <a:lnTo>
                    <a:pt x="8888149" y="1486139"/>
                  </a:lnTo>
                  <a:lnTo>
                    <a:pt x="8942423" y="1452887"/>
                  </a:lnTo>
                  <a:lnTo>
                    <a:pt x="8996594" y="1420736"/>
                  </a:lnTo>
                  <a:lnTo>
                    <a:pt x="9050706" y="1389995"/>
                  </a:lnTo>
                  <a:lnTo>
                    <a:pt x="9104870" y="1360910"/>
                  </a:lnTo>
                  <a:lnTo>
                    <a:pt x="9159284" y="1333661"/>
                  </a:lnTo>
                  <a:lnTo>
                    <a:pt x="9214244" y="1308358"/>
                  </a:lnTo>
                  <a:lnTo>
                    <a:pt x="9270163" y="1285046"/>
                  </a:lnTo>
                  <a:lnTo>
                    <a:pt x="9327601" y="1263709"/>
                  </a:lnTo>
                  <a:lnTo>
                    <a:pt x="9347647" y="1256878"/>
                  </a:lnTo>
                  <a:lnTo>
                    <a:pt x="9399487" y="1240662"/>
                  </a:lnTo>
                  <a:lnTo>
                    <a:pt x="9453772" y="1225851"/>
                  </a:lnTo>
                  <a:lnTo>
                    <a:pt x="9511187" y="1212397"/>
                  </a:lnTo>
                  <a:lnTo>
                    <a:pt x="9572480" y="1200203"/>
                  </a:lnTo>
                  <a:lnTo>
                    <a:pt x="9638428" y="1189154"/>
                  </a:lnTo>
                  <a:lnTo>
                    <a:pt x="9709791" y="1179130"/>
                  </a:lnTo>
                  <a:lnTo>
                    <a:pt x="9787265" y="1170021"/>
                  </a:lnTo>
                  <a:lnTo>
                    <a:pt x="9871407" y="1161727"/>
                  </a:lnTo>
                  <a:lnTo>
                    <a:pt x="9962552" y="1154167"/>
                  </a:lnTo>
                  <a:lnTo>
                    <a:pt x="10060687" y="1147278"/>
                  </a:lnTo>
                  <a:lnTo>
                    <a:pt x="10165319" y="1141018"/>
                  </a:lnTo>
                  <a:lnTo>
                    <a:pt x="10275325" y="1135363"/>
                  </a:lnTo>
                  <a:lnTo>
                    <a:pt x="10388830" y="1130305"/>
                  </a:lnTo>
                  <a:lnTo>
                    <a:pt x="10503148" y="1125852"/>
                  </a:lnTo>
                  <a:lnTo>
                    <a:pt x="10614848" y="1122016"/>
                  </a:lnTo>
                  <a:lnTo>
                    <a:pt x="10719992" y="1118807"/>
                  </a:lnTo>
                  <a:lnTo>
                    <a:pt x="10814552" y="1116225"/>
                  </a:lnTo>
                  <a:lnTo>
                    <a:pt x="10894972" y="1114248"/>
                  </a:lnTo>
                  <a:lnTo>
                    <a:pt x="10958753" y="1112828"/>
                  </a:lnTo>
                  <a:lnTo>
                    <a:pt x="11004928" y="1111895"/>
                  </a:lnTo>
                  <a:lnTo>
                    <a:pt x="11034302" y="1111353"/>
                  </a:lnTo>
                  <a:lnTo>
                    <a:pt x="11049442" y="1111098"/>
                  </a:lnTo>
                  <a:lnTo>
                    <a:pt x="11054480" y="1111020"/>
                  </a:lnTo>
                  <a:lnTo>
                    <a:pt x="11054891" y="1111014"/>
                  </a:lnTo>
                  <a:lnTo>
                    <a:pt x="12049831" y="1111014"/>
                  </a:lnTo>
                  <a:lnTo>
                    <a:pt x="12049831" y="1069089"/>
                  </a:lnTo>
                  <a:lnTo>
                    <a:pt x="11054891" y="1069089"/>
                  </a:lnTo>
                  <a:lnTo>
                    <a:pt x="11053761" y="1069105"/>
                  </a:lnTo>
                  <a:lnTo>
                    <a:pt x="11046300" y="1069224"/>
                  </a:lnTo>
                  <a:lnTo>
                    <a:pt x="11027392" y="1069551"/>
                  </a:lnTo>
                  <a:lnTo>
                    <a:pt x="10993334" y="1070196"/>
                  </a:lnTo>
                  <a:lnTo>
                    <a:pt x="10942054" y="1071261"/>
                  </a:lnTo>
                  <a:lnTo>
                    <a:pt x="10873271" y="1072836"/>
                  </a:lnTo>
                  <a:lnTo>
                    <a:pt x="10788435" y="1074985"/>
                  </a:lnTo>
                  <a:lnTo>
                    <a:pt x="10690406" y="1077748"/>
                  </a:lnTo>
                  <a:lnTo>
                    <a:pt x="10582940" y="1081139"/>
                  </a:lnTo>
                  <a:lnTo>
                    <a:pt x="10470091" y="1085156"/>
                  </a:lnTo>
                  <a:lnTo>
                    <a:pt x="10355686" y="1089786"/>
                  </a:lnTo>
                  <a:lnTo>
                    <a:pt x="10242955" y="1095017"/>
                  </a:lnTo>
                  <a:lnTo>
                    <a:pt x="10134350" y="1100846"/>
                  </a:lnTo>
                  <a:lnTo>
                    <a:pt x="10031518" y="1107285"/>
                  </a:lnTo>
                  <a:lnTo>
                    <a:pt x="9935384" y="1114363"/>
                  </a:lnTo>
                  <a:lnTo>
                    <a:pt x="9846287" y="1122129"/>
                  </a:lnTo>
                  <a:lnTo>
                    <a:pt x="9764125" y="1130650"/>
                  </a:lnTo>
                  <a:lnTo>
                    <a:pt x="9688489" y="1140014"/>
                  </a:lnTo>
                  <a:lnTo>
                    <a:pt x="9618772" y="1150323"/>
                  </a:lnTo>
                  <a:lnTo>
                    <a:pt x="9554255" y="1161692"/>
                  </a:lnTo>
                  <a:lnTo>
                    <a:pt x="9494167" y="1174240"/>
                  </a:lnTo>
                  <a:lnTo>
                    <a:pt x="9437735" y="1188079"/>
                  </a:lnTo>
                  <a:lnTo>
                    <a:pt x="9384225" y="1203295"/>
                  </a:lnTo>
                  <a:lnTo>
                    <a:pt x="9347647" y="1214953"/>
                  </a:lnTo>
                  <a:lnTo>
                    <a:pt x="9289535" y="1235629"/>
                  </a:lnTo>
                  <a:lnTo>
                    <a:pt x="9233169" y="1258264"/>
                  </a:lnTo>
                  <a:lnTo>
                    <a:pt x="9177936" y="1282890"/>
                  </a:lnTo>
                  <a:lnTo>
                    <a:pt x="9123375" y="1309485"/>
                  </a:lnTo>
                  <a:lnTo>
                    <a:pt x="9069152" y="1337961"/>
                  </a:lnTo>
                  <a:lnTo>
                    <a:pt x="9015039" y="1368162"/>
                  </a:lnTo>
                  <a:lnTo>
                    <a:pt x="8960896" y="1399864"/>
                  </a:lnTo>
                  <a:lnTo>
                    <a:pt x="8906658" y="1432779"/>
                  </a:lnTo>
                  <a:lnTo>
                    <a:pt x="8852319" y="1466561"/>
                  </a:lnTo>
                  <a:lnTo>
                    <a:pt x="8797912" y="1500825"/>
                  </a:lnTo>
                  <a:lnTo>
                    <a:pt x="8743495" y="1535159"/>
                  </a:lnTo>
                  <a:lnTo>
                    <a:pt x="8689127" y="1569150"/>
                  </a:lnTo>
                  <a:lnTo>
                    <a:pt x="8634853" y="1602401"/>
                  </a:lnTo>
                  <a:lnTo>
                    <a:pt x="8580682" y="1634553"/>
                  </a:lnTo>
                  <a:lnTo>
                    <a:pt x="8526571" y="1665294"/>
                  </a:lnTo>
                  <a:lnTo>
                    <a:pt x="8472406" y="1694379"/>
                  </a:lnTo>
                  <a:lnTo>
                    <a:pt x="8417992" y="1721628"/>
                  </a:lnTo>
                  <a:lnTo>
                    <a:pt x="8363033" y="1746931"/>
                  </a:lnTo>
                  <a:lnTo>
                    <a:pt x="8307113" y="1770243"/>
                  </a:lnTo>
                  <a:lnTo>
                    <a:pt x="8249676" y="1791580"/>
                  </a:lnTo>
                  <a:lnTo>
                    <a:pt x="8229629" y="1798410"/>
                  </a:lnTo>
                  <a:lnTo>
                    <a:pt x="8177790" y="1814627"/>
                  </a:lnTo>
                  <a:lnTo>
                    <a:pt x="8123504" y="1829437"/>
                  </a:lnTo>
                  <a:lnTo>
                    <a:pt x="8066089" y="1842891"/>
                  </a:lnTo>
                  <a:lnTo>
                    <a:pt x="8004796" y="1855085"/>
                  </a:lnTo>
                  <a:lnTo>
                    <a:pt x="7938849" y="1866135"/>
                  </a:lnTo>
                  <a:lnTo>
                    <a:pt x="7867485" y="1876158"/>
                  </a:lnTo>
                  <a:lnTo>
                    <a:pt x="7790012" y="1885268"/>
                  </a:lnTo>
                  <a:lnTo>
                    <a:pt x="7705869" y="1893562"/>
                  </a:lnTo>
                  <a:lnTo>
                    <a:pt x="7614725" y="1901122"/>
                  </a:lnTo>
                  <a:lnTo>
                    <a:pt x="7516590" y="1908010"/>
                  </a:lnTo>
                  <a:lnTo>
                    <a:pt x="7411958" y="1914271"/>
                  </a:lnTo>
                  <a:lnTo>
                    <a:pt x="7301951" y="1919926"/>
                  </a:lnTo>
                  <a:lnTo>
                    <a:pt x="7188446" y="1924983"/>
                  </a:lnTo>
                  <a:lnTo>
                    <a:pt x="7074128" y="1929437"/>
                  </a:lnTo>
                  <a:lnTo>
                    <a:pt x="6962428" y="1933273"/>
                  </a:lnTo>
                  <a:lnTo>
                    <a:pt x="6857285" y="1936482"/>
                  </a:lnTo>
                  <a:lnTo>
                    <a:pt x="6762725" y="1939064"/>
                  </a:lnTo>
                  <a:lnTo>
                    <a:pt x="6682305" y="1941041"/>
                  </a:lnTo>
                  <a:lnTo>
                    <a:pt x="6618523" y="1942460"/>
                  </a:lnTo>
                  <a:lnTo>
                    <a:pt x="6572348" y="1943394"/>
                  </a:lnTo>
                  <a:lnTo>
                    <a:pt x="6542974" y="1943935"/>
                  </a:lnTo>
                  <a:lnTo>
                    <a:pt x="6527835" y="1944191"/>
                  </a:lnTo>
                  <a:lnTo>
                    <a:pt x="6522796" y="1944269"/>
                  </a:lnTo>
                  <a:lnTo>
                    <a:pt x="6522385" y="1944275"/>
                  </a:lnTo>
                  <a:lnTo>
                    <a:pt x="5527445" y="1944275"/>
                  </a:lnTo>
                  <a:lnTo>
                    <a:pt x="5526338" y="1944239"/>
                  </a:lnTo>
                  <a:lnTo>
                    <a:pt x="5519028" y="1943981"/>
                  </a:lnTo>
                  <a:lnTo>
                    <a:pt x="5500490" y="1943270"/>
                  </a:lnTo>
                  <a:lnTo>
                    <a:pt x="5467071" y="1941867"/>
                  </a:lnTo>
                  <a:lnTo>
                    <a:pt x="5416704" y="1939549"/>
                  </a:lnTo>
                  <a:lnTo>
                    <a:pt x="5349055" y="1936122"/>
                  </a:lnTo>
                  <a:lnTo>
                    <a:pt x="5265485" y="1931442"/>
                  </a:lnTo>
                  <a:lnTo>
                    <a:pt x="5168741" y="1925419"/>
                  </a:lnTo>
                  <a:lnTo>
                    <a:pt x="5062471" y="1918020"/>
                  </a:lnTo>
                  <a:lnTo>
                    <a:pt x="4950643" y="1909251"/>
                  </a:lnTo>
                  <a:lnTo>
                    <a:pt x="4837033" y="1899136"/>
                  </a:lnTo>
                  <a:lnTo>
                    <a:pt x="4724856" y="1887703"/>
                  </a:lnTo>
                  <a:lnTo>
                    <a:pt x="4616575" y="1874959"/>
                  </a:lnTo>
                  <a:lnTo>
                    <a:pt x="4513871" y="1860884"/>
                  </a:lnTo>
                  <a:lnTo>
                    <a:pt x="4417711" y="1845417"/>
                  </a:lnTo>
                  <a:lnTo>
                    <a:pt x="4328477" y="1828458"/>
                  </a:lnTo>
                  <a:lnTo>
                    <a:pt x="4246111" y="1809861"/>
                  </a:lnTo>
                  <a:lnTo>
                    <a:pt x="4170241" y="1789444"/>
                  </a:lnTo>
                  <a:lnTo>
                    <a:pt x="4100290" y="1766986"/>
                  </a:lnTo>
                  <a:lnTo>
                    <a:pt x="4035564" y="1742241"/>
                  </a:lnTo>
                  <a:lnTo>
                    <a:pt x="3975313" y="1714950"/>
                  </a:lnTo>
                  <a:lnTo>
                    <a:pt x="3918778" y="1684864"/>
                  </a:lnTo>
                  <a:lnTo>
                    <a:pt x="3865231" y="1651785"/>
                  </a:lnTo>
                  <a:lnTo>
                    <a:pt x="3820202" y="1620229"/>
                  </a:lnTo>
                  <a:lnTo>
                    <a:pt x="3770199" y="1581064"/>
                  </a:lnTo>
                  <a:lnTo>
                    <a:pt x="3721555" y="1538707"/>
                  </a:lnTo>
                  <a:lnTo>
                    <a:pt x="3673858" y="1493094"/>
                  </a:lnTo>
                  <a:lnTo>
                    <a:pt x="3626786" y="1444229"/>
                  </a:lnTo>
                  <a:lnTo>
                    <a:pt x="3580090" y="1392189"/>
                  </a:lnTo>
                  <a:lnTo>
                    <a:pt x="3533586" y="1337130"/>
                  </a:lnTo>
                  <a:lnTo>
                    <a:pt x="3487141" y="1279292"/>
                  </a:lnTo>
                  <a:lnTo>
                    <a:pt x="3440673" y="1218999"/>
                  </a:lnTo>
                  <a:lnTo>
                    <a:pt x="3394138" y="1156650"/>
                  </a:lnTo>
                  <a:lnTo>
                    <a:pt x="3347525" y="1092717"/>
                  </a:lnTo>
                  <a:lnTo>
                    <a:pt x="3300848" y="1027726"/>
                  </a:lnTo>
                  <a:lnTo>
                    <a:pt x="3254139" y="962240"/>
                  </a:lnTo>
                  <a:lnTo>
                    <a:pt x="3207435" y="896842"/>
                  </a:lnTo>
                  <a:lnTo>
                    <a:pt x="3160775" y="832112"/>
                  </a:lnTo>
                  <a:lnTo>
                    <a:pt x="3114185" y="768604"/>
                  </a:lnTo>
                  <a:lnTo>
                    <a:pt x="3067672" y="706830"/>
                  </a:lnTo>
                  <a:lnTo>
                    <a:pt x="3021217" y="647239"/>
                  </a:lnTo>
                  <a:lnTo>
                    <a:pt x="2974766" y="590211"/>
                  </a:lnTo>
                  <a:lnTo>
                    <a:pt x="2928219" y="536042"/>
                  </a:lnTo>
                  <a:lnTo>
                    <a:pt x="2881432" y="484948"/>
                  </a:lnTo>
                  <a:lnTo>
                    <a:pt x="2834201" y="437060"/>
                  </a:lnTo>
                  <a:lnTo>
                    <a:pt x="2786256" y="392433"/>
                  </a:lnTo>
                  <a:lnTo>
                    <a:pt x="2737249" y="351050"/>
                  </a:lnTo>
                  <a:lnTo>
                    <a:pt x="2702183" y="324045"/>
                  </a:lnTo>
                  <a:lnTo>
                    <a:pt x="2650715" y="288260"/>
                  </a:lnTo>
                  <a:lnTo>
                    <a:pt x="2596839" y="255557"/>
                  </a:lnTo>
                  <a:lnTo>
                    <a:pt x="2539887" y="225827"/>
                  </a:lnTo>
                  <a:lnTo>
                    <a:pt x="2479128" y="198862"/>
                  </a:lnTo>
                  <a:lnTo>
                    <a:pt x="2413800" y="174412"/>
                  </a:lnTo>
                  <a:lnTo>
                    <a:pt x="2343158" y="152217"/>
                  </a:lnTo>
                  <a:lnTo>
                    <a:pt x="2266517" y="132035"/>
                  </a:lnTo>
                  <a:lnTo>
                    <a:pt x="2183322" y="113649"/>
                  </a:lnTo>
                  <a:lnTo>
                    <a:pt x="2093234" y="96879"/>
                  </a:lnTo>
                  <a:lnTo>
                    <a:pt x="1996239" y="81588"/>
                  </a:lnTo>
                  <a:lnTo>
                    <a:pt x="1892784" y="67679"/>
                  </a:lnTo>
                  <a:lnTo>
                    <a:pt x="1783919" y="55097"/>
                  </a:lnTo>
                  <a:lnTo>
                    <a:pt x="1671417" y="43824"/>
                  </a:lnTo>
                  <a:lnTo>
                    <a:pt x="1557839" y="33873"/>
                  </a:lnTo>
                  <a:lnTo>
                    <a:pt x="1446482" y="25271"/>
                  </a:lnTo>
                  <a:lnTo>
                    <a:pt x="1341169" y="18042"/>
                  </a:lnTo>
                  <a:lnTo>
                    <a:pt x="1245860" y="12187"/>
                  </a:lnTo>
                  <a:lnTo>
                    <a:pt x="1164121" y="7666"/>
                  </a:lnTo>
                  <a:lnTo>
                    <a:pt x="1098554" y="4384"/>
                  </a:lnTo>
                  <a:lnTo>
                    <a:pt x="1050322" y="2190"/>
                  </a:lnTo>
                  <a:lnTo>
                    <a:pt x="1018876" y="885"/>
                  </a:lnTo>
                  <a:lnTo>
                    <a:pt x="1001944" y="242"/>
                  </a:lnTo>
                  <a:lnTo>
                    <a:pt x="995692" y="2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59" name="pl558"/>
            <p:cNvSpPr/>
            <p:nvPr/>
          </p:nvSpPr>
          <p:spPr>
            <a:xfrm>
              <a:off x="1199187" y="3233306"/>
              <a:ext cx="12049831" cy="1944275"/>
            </a:xfrm>
            <a:custGeom>
              <a:avLst/>
              <a:pathLst>
                <a:path w="12049831" h="1944275">
                  <a:moveTo>
                    <a:pt x="0" y="0"/>
                  </a:moveTo>
                  <a:lnTo>
                    <a:pt x="994940" y="0"/>
                  </a:lnTo>
                  <a:lnTo>
                    <a:pt x="996047" y="36"/>
                  </a:lnTo>
                  <a:lnTo>
                    <a:pt x="1003357" y="293"/>
                  </a:lnTo>
                  <a:lnTo>
                    <a:pt x="1021895" y="1005"/>
                  </a:lnTo>
                  <a:lnTo>
                    <a:pt x="1055314" y="2407"/>
                  </a:lnTo>
                  <a:lnTo>
                    <a:pt x="1105681" y="4725"/>
                  </a:lnTo>
                  <a:lnTo>
                    <a:pt x="1173330" y="8152"/>
                  </a:lnTo>
                  <a:lnTo>
                    <a:pt x="1256900" y="12833"/>
                  </a:lnTo>
                  <a:lnTo>
                    <a:pt x="1353644" y="18855"/>
                  </a:lnTo>
                  <a:lnTo>
                    <a:pt x="1459914" y="26254"/>
                  </a:lnTo>
                  <a:lnTo>
                    <a:pt x="1571742" y="35023"/>
                  </a:lnTo>
                  <a:lnTo>
                    <a:pt x="1685352" y="45138"/>
                  </a:lnTo>
                  <a:lnTo>
                    <a:pt x="1797529" y="56572"/>
                  </a:lnTo>
                  <a:lnTo>
                    <a:pt x="1905810" y="69315"/>
                  </a:lnTo>
                  <a:lnTo>
                    <a:pt x="2008514" y="83390"/>
                  </a:lnTo>
                  <a:lnTo>
                    <a:pt x="2104674" y="98857"/>
                  </a:lnTo>
                  <a:lnTo>
                    <a:pt x="2193908" y="115817"/>
                  </a:lnTo>
                  <a:lnTo>
                    <a:pt x="2276274" y="134413"/>
                  </a:lnTo>
                  <a:lnTo>
                    <a:pt x="2352144" y="154830"/>
                  </a:lnTo>
                  <a:lnTo>
                    <a:pt x="2422095" y="177288"/>
                  </a:lnTo>
                  <a:lnTo>
                    <a:pt x="2486821" y="202033"/>
                  </a:lnTo>
                  <a:lnTo>
                    <a:pt x="2547072" y="229324"/>
                  </a:lnTo>
                  <a:lnTo>
                    <a:pt x="2603607" y="259410"/>
                  </a:lnTo>
                  <a:lnTo>
                    <a:pt x="2657154" y="292489"/>
                  </a:lnTo>
                  <a:lnTo>
                    <a:pt x="2702183" y="324045"/>
                  </a:lnTo>
                  <a:lnTo>
                    <a:pt x="2752186" y="363210"/>
                  </a:lnTo>
                  <a:lnTo>
                    <a:pt x="2800830" y="405567"/>
                  </a:lnTo>
                  <a:lnTo>
                    <a:pt x="2848527" y="451180"/>
                  </a:lnTo>
                  <a:lnTo>
                    <a:pt x="2895599" y="500045"/>
                  </a:lnTo>
                  <a:lnTo>
                    <a:pt x="2942294" y="552086"/>
                  </a:lnTo>
                  <a:lnTo>
                    <a:pt x="2988799" y="607144"/>
                  </a:lnTo>
                  <a:lnTo>
                    <a:pt x="3035244" y="664982"/>
                  </a:lnTo>
                  <a:lnTo>
                    <a:pt x="3081712" y="725276"/>
                  </a:lnTo>
                  <a:lnTo>
                    <a:pt x="3128247" y="787624"/>
                  </a:lnTo>
                  <a:lnTo>
                    <a:pt x="3174860" y="851557"/>
                  </a:lnTo>
                  <a:lnTo>
                    <a:pt x="3221537" y="916549"/>
                  </a:lnTo>
                  <a:lnTo>
                    <a:pt x="3268246" y="982035"/>
                  </a:lnTo>
                  <a:lnTo>
                    <a:pt x="3314950" y="1047432"/>
                  </a:lnTo>
                  <a:lnTo>
                    <a:pt x="3361610" y="1112162"/>
                  </a:lnTo>
                  <a:lnTo>
                    <a:pt x="3408200" y="1175670"/>
                  </a:lnTo>
                  <a:lnTo>
                    <a:pt x="3454713" y="1237444"/>
                  </a:lnTo>
                  <a:lnTo>
                    <a:pt x="3501168" y="1297035"/>
                  </a:lnTo>
                  <a:lnTo>
                    <a:pt x="3547619" y="1354064"/>
                  </a:lnTo>
                  <a:lnTo>
                    <a:pt x="3594166" y="1408232"/>
                  </a:lnTo>
                  <a:lnTo>
                    <a:pt x="3640953" y="1459327"/>
                  </a:lnTo>
                  <a:lnTo>
                    <a:pt x="3688184" y="1507214"/>
                  </a:lnTo>
                  <a:lnTo>
                    <a:pt x="3736129" y="1551841"/>
                  </a:lnTo>
                  <a:lnTo>
                    <a:pt x="3785136" y="1593225"/>
                  </a:lnTo>
                  <a:lnTo>
                    <a:pt x="3820202" y="1620229"/>
                  </a:lnTo>
                  <a:lnTo>
                    <a:pt x="3871670" y="1656014"/>
                  </a:lnTo>
                  <a:lnTo>
                    <a:pt x="3925546" y="1688717"/>
                  </a:lnTo>
                  <a:lnTo>
                    <a:pt x="3982497" y="1718448"/>
                  </a:lnTo>
                  <a:lnTo>
                    <a:pt x="4043257" y="1745412"/>
                  </a:lnTo>
                  <a:lnTo>
                    <a:pt x="4108585" y="1769862"/>
                  </a:lnTo>
                  <a:lnTo>
                    <a:pt x="4179227" y="1792057"/>
                  </a:lnTo>
                  <a:lnTo>
                    <a:pt x="4255868" y="1812239"/>
                  </a:lnTo>
                  <a:lnTo>
                    <a:pt x="4339063" y="1830626"/>
                  </a:lnTo>
                  <a:lnTo>
                    <a:pt x="4429151" y="1847395"/>
                  </a:lnTo>
                  <a:lnTo>
                    <a:pt x="4526146" y="1862686"/>
                  </a:lnTo>
                  <a:lnTo>
                    <a:pt x="4629601" y="1876595"/>
                  </a:lnTo>
                  <a:lnTo>
                    <a:pt x="4738466" y="1889177"/>
                  </a:lnTo>
                  <a:lnTo>
                    <a:pt x="4850968" y="1900450"/>
                  </a:lnTo>
                  <a:lnTo>
                    <a:pt x="4964546" y="1910401"/>
                  </a:lnTo>
                  <a:lnTo>
                    <a:pt x="5075903" y="1919003"/>
                  </a:lnTo>
                  <a:lnTo>
                    <a:pt x="5181216" y="1926233"/>
                  </a:lnTo>
                  <a:lnTo>
                    <a:pt x="5276525" y="1932087"/>
                  </a:lnTo>
                  <a:lnTo>
                    <a:pt x="5358264" y="1936608"/>
                  </a:lnTo>
                  <a:lnTo>
                    <a:pt x="5423831" y="1939890"/>
                  </a:lnTo>
                  <a:lnTo>
                    <a:pt x="5472063" y="1942085"/>
                  </a:lnTo>
                  <a:lnTo>
                    <a:pt x="5503509" y="1943389"/>
                  </a:lnTo>
                  <a:lnTo>
                    <a:pt x="5520441" y="1944032"/>
                  </a:lnTo>
                  <a:lnTo>
                    <a:pt x="5526693" y="1944250"/>
                  </a:lnTo>
                  <a:lnTo>
                    <a:pt x="5527445" y="1944275"/>
                  </a:lnTo>
                  <a:lnTo>
                    <a:pt x="6522385" y="1944275"/>
                  </a:lnTo>
                  <a:lnTo>
                    <a:pt x="6523516" y="1944258"/>
                  </a:lnTo>
                  <a:lnTo>
                    <a:pt x="6530976" y="1944140"/>
                  </a:lnTo>
                  <a:lnTo>
                    <a:pt x="6549884" y="1943813"/>
                  </a:lnTo>
                  <a:lnTo>
                    <a:pt x="6583943" y="1943168"/>
                  </a:lnTo>
                  <a:lnTo>
                    <a:pt x="6635223" y="1942102"/>
                  </a:lnTo>
                  <a:lnTo>
                    <a:pt x="6704005" y="1940528"/>
                  </a:lnTo>
                  <a:lnTo>
                    <a:pt x="6788842" y="1938379"/>
                  </a:lnTo>
                  <a:lnTo>
                    <a:pt x="6886870" y="1935616"/>
                  </a:lnTo>
                  <a:lnTo>
                    <a:pt x="6994336" y="1932224"/>
                  </a:lnTo>
                  <a:lnTo>
                    <a:pt x="7107185" y="1928208"/>
                  </a:lnTo>
                  <a:lnTo>
                    <a:pt x="7221590" y="1923578"/>
                  </a:lnTo>
                  <a:lnTo>
                    <a:pt x="7334321" y="1918347"/>
                  </a:lnTo>
                  <a:lnTo>
                    <a:pt x="7442926" y="1912518"/>
                  </a:lnTo>
                  <a:lnTo>
                    <a:pt x="7545759" y="1906078"/>
                  </a:lnTo>
                  <a:lnTo>
                    <a:pt x="7641893" y="1899000"/>
                  </a:lnTo>
                  <a:lnTo>
                    <a:pt x="7730990" y="1891235"/>
                  </a:lnTo>
                  <a:lnTo>
                    <a:pt x="7813151" y="1882713"/>
                  </a:lnTo>
                  <a:lnTo>
                    <a:pt x="7888787" y="1873349"/>
                  </a:lnTo>
                  <a:lnTo>
                    <a:pt x="7958504" y="1863040"/>
                  </a:lnTo>
                  <a:lnTo>
                    <a:pt x="8023022" y="1851671"/>
                  </a:lnTo>
                  <a:lnTo>
                    <a:pt x="8083110" y="1839123"/>
                  </a:lnTo>
                  <a:lnTo>
                    <a:pt x="8139542" y="1825284"/>
                  </a:lnTo>
                  <a:lnTo>
                    <a:pt x="8193052" y="1810068"/>
                  </a:lnTo>
                  <a:lnTo>
                    <a:pt x="8229629" y="1798410"/>
                  </a:lnTo>
                  <a:lnTo>
                    <a:pt x="8287741" y="1777734"/>
                  </a:lnTo>
                  <a:lnTo>
                    <a:pt x="8344107" y="1755100"/>
                  </a:lnTo>
                  <a:lnTo>
                    <a:pt x="8399341" y="1730473"/>
                  </a:lnTo>
                  <a:lnTo>
                    <a:pt x="8453902" y="1703879"/>
                  </a:lnTo>
                  <a:lnTo>
                    <a:pt x="8508125" y="1675403"/>
                  </a:lnTo>
                  <a:lnTo>
                    <a:pt x="8562238" y="1645202"/>
                  </a:lnTo>
                  <a:lnTo>
                    <a:pt x="8616381" y="1613499"/>
                  </a:lnTo>
                  <a:lnTo>
                    <a:pt x="8670618" y="1580584"/>
                  </a:lnTo>
                  <a:lnTo>
                    <a:pt x="8724958" y="1546802"/>
                  </a:lnTo>
                  <a:lnTo>
                    <a:pt x="8779364" y="1512539"/>
                  </a:lnTo>
                  <a:lnTo>
                    <a:pt x="8833782" y="1478205"/>
                  </a:lnTo>
                  <a:lnTo>
                    <a:pt x="8888149" y="1444214"/>
                  </a:lnTo>
                  <a:lnTo>
                    <a:pt x="8942423" y="1410962"/>
                  </a:lnTo>
                  <a:lnTo>
                    <a:pt x="8996594" y="1378811"/>
                  </a:lnTo>
                  <a:lnTo>
                    <a:pt x="9050706" y="1348070"/>
                  </a:lnTo>
                  <a:lnTo>
                    <a:pt x="9104870" y="1318985"/>
                  </a:lnTo>
                  <a:lnTo>
                    <a:pt x="9159284" y="1291736"/>
                  </a:lnTo>
                  <a:lnTo>
                    <a:pt x="9214244" y="1266433"/>
                  </a:lnTo>
                  <a:lnTo>
                    <a:pt x="9270163" y="1243120"/>
                  </a:lnTo>
                  <a:lnTo>
                    <a:pt x="9327601" y="1221784"/>
                  </a:lnTo>
                  <a:lnTo>
                    <a:pt x="9347647" y="1214953"/>
                  </a:lnTo>
                  <a:lnTo>
                    <a:pt x="9399487" y="1198736"/>
                  </a:lnTo>
                  <a:lnTo>
                    <a:pt x="9453772" y="1183926"/>
                  </a:lnTo>
                  <a:lnTo>
                    <a:pt x="9511187" y="1170472"/>
                  </a:lnTo>
                  <a:lnTo>
                    <a:pt x="9572480" y="1158278"/>
                  </a:lnTo>
                  <a:lnTo>
                    <a:pt x="9638428" y="1147229"/>
                  </a:lnTo>
                  <a:lnTo>
                    <a:pt x="9709791" y="1137205"/>
                  </a:lnTo>
                  <a:lnTo>
                    <a:pt x="9787265" y="1128096"/>
                  </a:lnTo>
                  <a:lnTo>
                    <a:pt x="9871407" y="1119802"/>
                  </a:lnTo>
                  <a:lnTo>
                    <a:pt x="9962552" y="1112242"/>
                  </a:lnTo>
                  <a:lnTo>
                    <a:pt x="10060687" y="1105353"/>
                  </a:lnTo>
                  <a:lnTo>
                    <a:pt x="10165319" y="1099093"/>
                  </a:lnTo>
                  <a:lnTo>
                    <a:pt x="10275325" y="1093438"/>
                  </a:lnTo>
                  <a:lnTo>
                    <a:pt x="10388830" y="1088380"/>
                  </a:lnTo>
                  <a:lnTo>
                    <a:pt x="10503148" y="1083927"/>
                  </a:lnTo>
                  <a:lnTo>
                    <a:pt x="10614848" y="1080091"/>
                  </a:lnTo>
                  <a:lnTo>
                    <a:pt x="10719992" y="1076882"/>
                  </a:lnTo>
                  <a:lnTo>
                    <a:pt x="10814552" y="1074300"/>
                  </a:lnTo>
                  <a:lnTo>
                    <a:pt x="10894972" y="1072322"/>
                  </a:lnTo>
                  <a:lnTo>
                    <a:pt x="10958753" y="1070903"/>
                  </a:lnTo>
                  <a:lnTo>
                    <a:pt x="11004928" y="1069970"/>
                  </a:lnTo>
                  <a:lnTo>
                    <a:pt x="11034302" y="1069428"/>
                  </a:lnTo>
                  <a:lnTo>
                    <a:pt x="11049442" y="1069173"/>
                  </a:lnTo>
                  <a:lnTo>
                    <a:pt x="11054480" y="1069095"/>
                  </a:lnTo>
                  <a:lnTo>
                    <a:pt x="11054891" y="1069089"/>
                  </a:lnTo>
                  <a:lnTo>
                    <a:pt x="12049831" y="1069089"/>
                  </a:lnTo>
                  <a:lnTo>
                    <a:pt x="12049831" y="10690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0" name="pl559"/>
            <p:cNvSpPr/>
            <p:nvPr/>
          </p:nvSpPr>
          <p:spPr>
            <a:xfrm>
              <a:off x="1199187" y="3191381"/>
              <a:ext cx="12049831" cy="1944275"/>
            </a:xfrm>
            <a:custGeom>
              <a:avLst/>
              <a:pathLst>
                <a:path w="12049831" h="1944275">
                  <a:moveTo>
                    <a:pt x="12049831" y="1069089"/>
                  </a:moveTo>
                  <a:lnTo>
                    <a:pt x="11054891" y="1069089"/>
                  </a:lnTo>
                  <a:lnTo>
                    <a:pt x="11053761" y="1069105"/>
                  </a:lnTo>
                  <a:lnTo>
                    <a:pt x="11046300" y="1069224"/>
                  </a:lnTo>
                  <a:lnTo>
                    <a:pt x="11027392" y="1069551"/>
                  </a:lnTo>
                  <a:lnTo>
                    <a:pt x="10993334" y="1070196"/>
                  </a:lnTo>
                  <a:lnTo>
                    <a:pt x="10942054" y="1071261"/>
                  </a:lnTo>
                  <a:lnTo>
                    <a:pt x="10873271" y="1072836"/>
                  </a:lnTo>
                  <a:lnTo>
                    <a:pt x="10788435" y="1074985"/>
                  </a:lnTo>
                  <a:lnTo>
                    <a:pt x="10690406" y="1077748"/>
                  </a:lnTo>
                  <a:lnTo>
                    <a:pt x="10582940" y="1081139"/>
                  </a:lnTo>
                  <a:lnTo>
                    <a:pt x="10470091" y="1085156"/>
                  </a:lnTo>
                  <a:lnTo>
                    <a:pt x="10355686" y="1089786"/>
                  </a:lnTo>
                  <a:lnTo>
                    <a:pt x="10242955" y="1095017"/>
                  </a:lnTo>
                  <a:lnTo>
                    <a:pt x="10134350" y="1100846"/>
                  </a:lnTo>
                  <a:lnTo>
                    <a:pt x="10031518" y="1107285"/>
                  </a:lnTo>
                  <a:lnTo>
                    <a:pt x="9935384" y="1114363"/>
                  </a:lnTo>
                  <a:lnTo>
                    <a:pt x="9846287" y="1122129"/>
                  </a:lnTo>
                  <a:lnTo>
                    <a:pt x="9764125" y="1130650"/>
                  </a:lnTo>
                  <a:lnTo>
                    <a:pt x="9688489" y="1140014"/>
                  </a:lnTo>
                  <a:lnTo>
                    <a:pt x="9618772" y="1150323"/>
                  </a:lnTo>
                  <a:lnTo>
                    <a:pt x="9554255" y="1161692"/>
                  </a:lnTo>
                  <a:lnTo>
                    <a:pt x="9494167" y="1174240"/>
                  </a:lnTo>
                  <a:lnTo>
                    <a:pt x="9437735" y="1188079"/>
                  </a:lnTo>
                  <a:lnTo>
                    <a:pt x="9384225" y="1203295"/>
                  </a:lnTo>
                  <a:lnTo>
                    <a:pt x="9347647" y="1214953"/>
                  </a:lnTo>
                  <a:lnTo>
                    <a:pt x="9289535" y="1235629"/>
                  </a:lnTo>
                  <a:lnTo>
                    <a:pt x="9233169" y="1258264"/>
                  </a:lnTo>
                  <a:lnTo>
                    <a:pt x="9177936" y="1282890"/>
                  </a:lnTo>
                  <a:lnTo>
                    <a:pt x="9123375" y="1309485"/>
                  </a:lnTo>
                  <a:lnTo>
                    <a:pt x="9069152" y="1337961"/>
                  </a:lnTo>
                  <a:lnTo>
                    <a:pt x="9015039" y="1368162"/>
                  </a:lnTo>
                  <a:lnTo>
                    <a:pt x="8960896" y="1399864"/>
                  </a:lnTo>
                  <a:lnTo>
                    <a:pt x="8906658" y="1432779"/>
                  </a:lnTo>
                  <a:lnTo>
                    <a:pt x="8852319" y="1466561"/>
                  </a:lnTo>
                  <a:lnTo>
                    <a:pt x="8797912" y="1500825"/>
                  </a:lnTo>
                  <a:lnTo>
                    <a:pt x="8743495" y="1535159"/>
                  </a:lnTo>
                  <a:lnTo>
                    <a:pt x="8689127" y="1569150"/>
                  </a:lnTo>
                  <a:lnTo>
                    <a:pt x="8634853" y="1602401"/>
                  </a:lnTo>
                  <a:lnTo>
                    <a:pt x="8580682" y="1634553"/>
                  </a:lnTo>
                  <a:lnTo>
                    <a:pt x="8526571" y="1665294"/>
                  </a:lnTo>
                  <a:lnTo>
                    <a:pt x="8472406" y="1694379"/>
                  </a:lnTo>
                  <a:lnTo>
                    <a:pt x="8417992" y="1721628"/>
                  </a:lnTo>
                  <a:lnTo>
                    <a:pt x="8363033" y="1746931"/>
                  </a:lnTo>
                  <a:lnTo>
                    <a:pt x="8307113" y="1770243"/>
                  </a:lnTo>
                  <a:lnTo>
                    <a:pt x="8249676" y="1791580"/>
                  </a:lnTo>
                  <a:lnTo>
                    <a:pt x="8229629" y="1798410"/>
                  </a:lnTo>
                  <a:lnTo>
                    <a:pt x="8177790" y="1814627"/>
                  </a:lnTo>
                  <a:lnTo>
                    <a:pt x="8123504" y="1829437"/>
                  </a:lnTo>
                  <a:lnTo>
                    <a:pt x="8066089" y="1842891"/>
                  </a:lnTo>
                  <a:lnTo>
                    <a:pt x="8004796" y="1855085"/>
                  </a:lnTo>
                  <a:lnTo>
                    <a:pt x="7938849" y="1866135"/>
                  </a:lnTo>
                  <a:lnTo>
                    <a:pt x="7867485" y="1876158"/>
                  </a:lnTo>
                  <a:lnTo>
                    <a:pt x="7790012" y="1885268"/>
                  </a:lnTo>
                  <a:lnTo>
                    <a:pt x="7705869" y="1893562"/>
                  </a:lnTo>
                  <a:lnTo>
                    <a:pt x="7614725" y="1901122"/>
                  </a:lnTo>
                  <a:lnTo>
                    <a:pt x="7516590" y="1908010"/>
                  </a:lnTo>
                  <a:lnTo>
                    <a:pt x="7411958" y="1914271"/>
                  </a:lnTo>
                  <a:lnTo>
                    <a:pt x="7301951" y="1919926"/>
                  </a:lnTo>
                  <a:lnTo>
                    <a:pt x="7188446" y="1924983"/>
                  </a:lnTo>
                  <a:lnTo>
                    <a:pt x="7074128" y="1929437"/>
                  </a:lnTo>
                  <a:lnTo>
                    <a:pt x="6962428" y="1933273"/>
                  </a:lnTo>
                  <a:lnTo>
                    <a:pt x="6857285" y="1936482"/>
                  </a:lnTo>
                  <a:lnTo>
                    <a:pt x="6762725" y="1939064"/>
                  </a:lnTo>
                  <a:lnTo>
                    <a:pt x="6682305" y="1941041"/>
                  </a:lnTo>
                  <a:lnTo>
                    <a:pt x="6618523" y="1942460"/>
                  </a:lnTo>
                  <a:lnTo>
                    <a:pt x="6572348" y="1943394"/>
                  </a:lnTo>
                  <a:lnTo>
                    <a:pt x="6542974" y="1943935"/>
                  </a:lnTo>
                  <a:lnTo>
                    <a:pt x="6527835" y="1944191"/>
                  </a:lnTo>
                  <a:lnTo>
                    <a:pt x="6522796" y="1944269"/>
                  </a:lnTo>
                  <a:lnTo>
                    <a:pt x="6522385" y="1944275"/>
                  </a:lnTo>
                  <a:lnTo>
                    <a:pt x="5527445" y="1944275"/>
                  </a:lnTo>
                  <a:lnTo>
                    <a:pt x="5526338" y="1944239"/>
                  </a:lnTo>
                  <a:lnTo>
                    <a:pt x="5519028" y="1943981"/>
                  </a:lnTo>
                  <a:lnTo>
                    <a:pt x="5500490" y="1943270"/>
                  </a:lnTo>
                  <a:lnTo>
                    <a:pt x="5467071" y="1941867"/>
                  </a:lnTo>
                  <a:lnTo>
                    <a:pt x="5416704" y="1939549"/>
                  </a:lnTo>
                  <a:lnTo>
                    <a:pt x="5349055" y="1936122"/>
                  </a:lnTo>
                  <a:lnTo>
                    <a:pt x="5265485" y="1931442"/>
                  </a:lnTo>
                  <a:lnTo>
                    <a:pt x="5168741" y="1925419"/>
                  </a:lnTo>
                  <a:lnTo>
                    <a:pt x="5062471" y="1918020"/>
                  </a:lnTo>
                  <a:lnTo>
                    <a:pt x="4950643" y="1909251"/>
                  </a:lnTo>
                  <a:lnTo>
                    <a:pt x="4837033" y="1899136"/>
                  </a:lnTo>
                  <a:lnTo>
                    <a:pt x="4724856" y="1887703"/>
                  </a:lnTo>
                  <a:lnTo>
                    <a:pt x="4616575" y="1874959"/>
                  </a:lnTo>
                  <a:lnTo>
                    <a:pt x="4513871" y="1860884"/>
                  </a:lnTo>
                  <a:lnTo>
                    <a:pt x="4417711" y="1845417"/>
                  </a:lnTo>
                  <a:lnTo>
                    <a:pt x="4328477" y="1828458"/>
                  </a:lnTo>
                  <a:lnTo>
                    <a:pt x="4246111" y="1809861"/>
                  </a:lnTo>
                  <a:lnTo>
                    <a:pt x="4170241" y="1789444"/>
                  </a:lnTo>
                  <a:lnTo>
                    <a:pt x="4100290" y="1766986"/>
                  </a:lnTo>
                  <a:lnTo>
                    <a:pt x="4035564" y="1742241"/>
                  </a:lnTo>
                  <a:lnTo>
                    <a:pt x="3975313" y="1714950"/>
                  </a:lnTo>
                  <a:lnTo>
                    <a:pt x="3918778" y="1684864"/>
                  </a:lnTo>
                  <a:lnTo>
                    <a:pt x="3865231" y="1651785"/>
                  </a:lnTo>
                  <a:lnTo>
                    <a:pt x="3820202" y="1620229"/>
                  </a:lnTo>
                  <a:lnTo>
                    <a:pt x="3770199" y="1581064"/>
                  </a:lnTo>
                  <a:lnTo>
                    <a:pt x="3721555" y="1538707"/>
                  </a:lnTo>
                  <a:lnTo>
                    <a:pt x="3673858" y="1493094"/>
                  </a:lnTo>
                  <a:lnTo>
                    <a:pt x="3626786" y="1444229"/>
                  </a:lnTo>
                  <a:lnTo>
                    <a:pt x="3580090" y="1392189"/>
                  </a:lnTo>
                  <a:lnTo>
                    <a:pt x="3533586" y="1337130"/>
                  </a:lnTo>
                  <a:lnTo>
                    <a:pt x="3487141" y="1279292"/>
                  </a:lnTo>
                  <a:lnTo>
                    <a:pt x="3440673" y="1218999"/>
                  </a:lnTo>
                  <a:lnTo>
                    <a:pt x="3394138" y="1156650"/>
                  </a:lnTo>
                  <a:lnTo>
                    <a:pt x="3347525" y="1092717"/>
                  </a:lnTo>
                  <a:lnTo>
                    <a:pt x="3300848" y="1027726"/>
                  </a:lnTo>
                  <a:lnTo>
                    <a:pt x="3254139" y="962240"/>
                  </a:lnTo>
                  <a:lnTo>
                    <a:pt x="3207435" y="896842"/>
                  </a:lnTo>
                  <a:lnTo>
                    <a:pt x="3160775" y="832112"/>
                  </a:lnTo>
                  <a:lnTo>
                    <a:pt x="3114185" y="768604"/>
                  </a:lnTo>
                  <a:lnTo>
                    <a:pt x="3067672" y="706830"/>
                  </a:lnTo>
                  <a:lnTo>
                    <a:pt x="3021217" y="647239"/>
                  </a:lnTo>
                  <a:lnTo>
                    <a:pt x="2974766" y="590211"/>
                  </a:lnTo>
                  <a:lnTo>
                    <a:pt x="2928219" y="536042"/>
                  </a:lnTo>
                  <a:lnTo>
                    <a:pt x="2881432" y="484948"/>
                  </a:lnTo>
                  <a:lnTo>
                    <a:pt x="2834201" y="437060"/>
                  </a:lnTo>
                  <a:lnTo>
                    <a:pt x="2786256" y="392433"/>
                  </a:lnTo>
                  <a:lnTo>
                    <a:pt x="2737249" y="351050"/>
                  </a:lnTo>
                  <a:lnTo>
                    <a:pt x="2702183" y="324045"/>
                  </a:lnTo>
                  <a:lnTo>
                    <a:pt x="2650715" y="288260"/>
                  </a:lnTo>
                  <a:lnTo>
                    <a:pt x="2596839" y="255557"/>
                  </a:lnTo>
                  <a:lnTo>
                    <a:pt x="2539887" y="225827"/>
                  </a:lnTo>
                  <a:lnTo>
                    <a:pt x="2479128" y="198862"/>
                  </a:lnTo>
                  <a:lnTo>
                    <a:pt x="2413800" y="174412"/>
                  </a:lnTo>
                  <a:lnTo>
                    <a:pt x="2343158" y="152217"/>
                  </a:lnTo>
                  <a:lnTo>
                    <a:pt x="2266517" y="132035"/>
                  </a:lnTo>
                  <a:lnTo>
                    <a:pt x="2183322" y="113649"/>
                  </a:lnTo>
                  <a:lnTo>
                    <a:pt x="2093234" y="96879"/>
                  </a:lnTo>
                  <a:lnTo>
                    <a:pt x="1996239" y="81588"/>
                  </a:lnTo>
                  <a:lnTo>
                    <a:pt x="1892784" y="67679"/>
                  </a:lnTo>
                  <a:lnTo>
                    <a:pt x="1783919" y="55097"/>
                  </a:lnTo>
                  <a:lnTo>
                    <a:pt x="1671417" y="43824"/>
                  </a:lnTo>
                  <a:lnTo>
                    <a:pt x="1557839" y="33873"/>
                  </a:lnTo>
                  <a:lnTo>
                    <a:pt x="1446482" y="25271"/>
                  </a:lnTo>
                  <a:lnTo>
                    <a:pt x="1341169" y="18042"/>
                  </a:lnTo>
                  <a:lnTo>
                    <a:pt x="1245860" y="12187"/>
                  </a:lnTo>
                  <a:lnTo>
                    <a:pt x="1164121" y="7666"/>
                  </a:lnTo>
                  <a:lnTo>
                    <a:pt x="1098554" y="4384"/>
                  </a:lnTo>
                  <a:lnTo>
                    <a:pt x="1050322" y="2190"/>
                  </a:lnTo>
                  <a:lnTo>
                    <a:pt x="1018876" y="885"/>
                  </a:lnTo>
                  <a:lnTo>
                    <a:pt x="1001944" y="242"/>
                  </a:lnTo>
                  <a:lnTo>
                    <a:pt x="995692" y="2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1" name="pg560"/>
            <p:cNvSpPr/>
            <p:nvPr/>
          </p:nvSpPr>
          <p:spPr>
            <a:xfrm>
              <a:off x="1199187" y="3233306"/>
              <a:ext cx="12049831" cy="3086733"/>
            </a:xfrm>
            <a:custGeom>
              <a:avLst/>
              <a:pathLst>
                <a:path w="12049831" h="3086733">
                  <a:moveTo>
                    <a:pt x="0" y="10481"/>
                  </a:moveTo>
                  <a:lnTo>
                    <a:pt x="994940" y="10481"/>
                  </a:lnTo>
                  <a:lnTo>
                    <a:pt x="996046" y="10517"/>
                  </a:lnTo>
                  <a:lnTo>
                    <a:pt x="1003353" y="10777"/>
                  </a:lnTo>
                  <a:lnTo>
                    <a:pt x="1021881" y="11496"/>
                  </a:lnTo>
                  <a:lnTo>
                    <a:pt x="1055283" y="12913"/>
                  </a:lnTo>
                  <a:lnTo>
                    <a:pt x="1105626" y="15254"/>
                  </a:lnTo>
                  <a:lnTo>
                    <a:pt x="1173244" y="18717"/>
                  </a:lnTo>
                  <a:lnTo>
                    <a:pt x="1256781" y="23445"/>
                  </a:lnTo>
                  <a:lnTo>
                    <a:pt x="1353490" y="29529"/>
                  </a:lnTo>
                  <a:lnTo>
                    <a:pt x="1459728" y="37004"/>
                  </a:lnTo>
                  <a:lnTo>
                    <a:pt x="1571528" y="45864"/>
                  </a:lnTo>
                  <a:lnTo>
                    <a:pt x="1685117" y="56083"/>
                  </a:lnTo>
                  <a:lnTo>
                    <a:pt x="1797279" y="67635"/>
                  </a:lnTo>
                  <a:lnTo>
                    <a:pt x="1905551" y="80511"/>
                  </a:lnTo>
                  <a:lnTo>
                    <a:pt x="2008252" y="94731"/>
                  </a:lnTo>
                  <a:lnTo>
                    <a:pt x="2104412" y="110358"/>
                  </a:lnTo>
                  <a:lnTo>
                    <a:pt x="2193649" y="127493"/>
                  </a:lnTo>
                  <a:lnTo>
                    <a:pt x="2276020" y="146280"/>
                  </a:lnTo>
                  <a:lnTo>
                    <a:pt x="2351898" y="166908"/>
                  </a:lnTo>
                  <a:lnTo>
                    <a:pt x="2421855" y="189596"/>
                  </a:lnTo>
                  <a:lnTo>
                    <a:pt x="2486586" y="214594"/>
                  </a:lnTo>
                  <a:lnTo>
                    <a:pt x="2546842" y="242164"/>
                  </a:lnTo>
                  <a:lnTo>
                    <a:pt x="2603380" y="272556"/>
                  </a:lnTo>
                  <a:lnTo>
                    <a:pt x="2656927" y="305972"/>
                  </a:lnTo>
                  <a:lnTo>
                    <a:pt x="2702183" y="338020"/>
                  </a:lnTo>
                  <a:lnTo>
                    <a:pt x="2752034" y="377480"/>
                  </a:lnTo>
                  <a:lnTo>
                    <a:pt x="2800533" y="420147"/>
                  </a:lnTo>
                  <a:lnTo>
                    <a:pt x="2848089" y="466084"/>
                  </a:lnTo>
                  <a:lnTo>
                    <a:pt x="2895021" y="515289"/>
                  </a:lnTo>
                  <a:lnTo>
                    <a:pt x="2941576" y="567684"/>
                  </a:lnTo>
                  <a:lnTo>
                    <a:pt x="2987940" y="623116"/>
                  </a:lnTo>
                  <a:lnTo>
                    <a:pt x="3034241" y="681343"/>
                  </a:lnTo>
                  <a:lnTo>
                    <a:pt x="3080565" y="742046"/>
                  </a:lnTo>
                  <a:lnTo>
                    <a:pt x="3126955" y="804824"/>
                  </a:lnTo>
                  <a:lnTo>
                    <a:pt x="3173422" y="869208"/>
                  </a:lnTo>
                  <a:lnTo>
                    <a:pt x="3219953" y="934672"/>
                  </a:lnTo>
                  <a:lnTo>
                    <a:pt x="3266518" y="1000652"/>
                  </a:lnTo>
                  <a:lnTo>
                    <a:pt x="3313078" y="1066566"/>
                  </a:lnTo>
                  <a:lnTo>
                    <a:pt x="3359597" y="1131831"/>
                  </a:lnTo>
                  <a:lnTo>
                    <a:pt x="3406047" y="1195892"/>
                  </a:lnTo>
                  <a:lnTo>
                    <a:pt x="3452419" y="1258235"/>
                  </a:lnTo>
                  <a:lnTo>
                    <a:pt x="3498733" y="1318404"/>
                  </a:lnTo>
                  <a:lnTo>
                    <a:pt x="3545040" y="1376018"/>
                  </a:lnTo>
                  <a:lnTo>
                    <a:pt x="3591433" y="1430773"/>
                  </a:lnTo>
                  <a:lnTo>
                    <a:pt x="3638056" y="1482449"/>
                  </a:lnTo>
                  <a:lnTo>
                    <a:pt x="3685107" y="1530911"/>
                  </a:lnTo>
                  <a:lnTo>
                    <a:pt x="3732847" y="1576098"/>
                  </a:lnTo>
                  <a:lnTo>
                    <a:pt x="3781616" y="1618023"/>
                  </a:lnTo>
                  <a:lnTo>
                    <a:pt x="3820202" y="1648179"/>
                  </a:lnTo>
                  <a:lnTo>
                    <a:pt x="3871660" y="1684343"/>
                  </a:lnTo>
                  <a:lnTo>
                    <a:pt x="3925525" y="1717394"/>
                  </a:lnTo>
                  <a:lnTo>
                    <a:pt x="3982464" y="1747440"/>
                  </a:lnTo>
                  <a:lnTo>
                    <a:pt x="4043210" y="1774692"/>
                  </a:lnTo>
                  <a:lnTo>
                    <a:pt x="4108521" y="1799404"/>
                  </a:lnTo>
                  <a:lnTo>
                    <a:pt x="4179144" y="1821835"/>
                  </a:lnTo>
                  <a:lnTo>
                    <a:pt x="4255763" y="1842234"/>
                  </a:lnTo>
                  <a:lnTo>
                    <a:pt x="4338932" y="1860817"/>
                  </a:lnTo>
                  <a:lnTo>
                    <a:pt x="4428992" y="1877767"/>
                  </a:lnTo>
                  <a:lnTo>
                    <a:pt x="4525957" y="1893222"/>
                  </a:lnTo>
                  <a:lnTo>
                    <a:pt x="4629380" y="1907282"/>
                  </a:lnTo>
                  <a:lnTo>
                    <a:pt x="4738215" y="1920000"/>
                  </a:lnTo>
                  <a:lnTo>
                    <a:pt x="4850690" y="1931395"/>
                  </a:lnTo>
                  <a:lnTo>
                    <a:pt x="4964248" y="1941455"/>
                  </a:lnTo>
                  <a:lnTo>
                    <a:pt x="5075595" y="1950152"/>
                  </a:lnTo>
                  <a:lnTo>
                    <a:pt x="5180911" y="1957462"/>
                  </a:lnTo>
                  <a:lnTo>
                    <a:pt x="5276240" y="1963383"/>
                  </a:lnTo>
                  <a:lnTo>
                    <a:pt x="5358013" y="1967956"/>
                  </a:lnTo>
                  <a:lnTo>
                    <a:pt x="5423627" y="1971277"/>
                  </a:lnTo>
                  <a:lnTo>
                    <a:pt x="5471914" y="1973498"/>
                  </a:lnTo>
                  <a:lnTo>
                    <a:pt x="5503415" y="1974820"/>
                  </a:lnTo>
                  <a:lnTo>
                    <a:pt x="5520396" y="1975472"/>
                  </a:lnTo>
                  <a:lnTo>
                    <a:pt x="5526682" y="1975694"/>
                  </a:lnTo>
                  <a:lnTo>
                    <a:pt x="5527445" y="1975719"/>
                  </a:lnTo>
                  <a:lnTo>
                    <a:pt x="6522385" y="1975719"/>
                  </a:lnTo>
                  <a:lnTo>
                    <a:pt x="6523512" y="1975740"/>
                  </a:lnTo>
                  <a:lnTo>
                    <a:pt x="6530949" y="1975889"/>
                  </a:lnTo>
                  <a:lnTo>
                    <a:pt x="6549798" y="1976303"/>
                  </a:lnTo>
                  <a:lnTo>
                    <a:pt x="6583755" y="1977119"/>
                  </a:lnTo>
                  <a:lnTo>
                    <a:pt x="6634891" y="1978467"/>
                  </a:lnTo>
                  <a:lnTo>
                    <a:pt x="6703494" y="1980460"/>
                  </a:lnTo>
                  <a:lnTo>
                    <a:pt x="6788130" y="1983179"/>
                  </a:lnTo>
                  <a:lnTo>
                    <a:pt x="6885956" y="1986676"/>
                  </a:lnTo>
                  <a:lnTo>
                    <a:pt x="6993234" y="1990969"/>
                  </a:lnTo>
                  <a:lnTo>
                    <a:pt x="7105923" y="1996054"/>
                  </a:lnTo>
                  <a:lnTo>
                    <a:pt x="7220204" y="2001916"/>
                  </a:lnTo>
                  <a:lnTo>
                    <a:pt x="7332849" y="2008540"/>
                  </a:lnTo>
                  <a:lnTo>
                    <a:pt x="7441404" y="2015921"/>
                  </a:lnTo>
                  <a:lnTo>
                    <a:pt x="7544218" y="2024075"/>
                  </a:lnTo>
                  <a:lnTo>
                    <a:pt x="7640357" y="2033037"/>
                  </a:lnTo>
                  <a:lnTo>
                    <a:pt x="7729476" y="2042868"/>
                  </a:lnTo>
                  <a:lnTo>
                    <a:pt x="7811670" y="2053656"/>
                  </a:lnTo>
                  <a:lnTo>
                    <a:pt x="7887343" y="2065508"/>
                  </a:lnTo>
                  <a:lnTo>
                    <a:pt x="7957097" y="2078555"/>
                  </a:lnTo>
                  <a:lnTo>
                    <a:pt x="8021647" y="2092941"/>
                  </a:lnTo>
                  <a:lnTo>
                    <a:pt x="8081760" y="2108817"/>
                  </a:lnTo>
                  <a:lnTo>
                    <a:pt x="8138208" y="2126325"/>
                  </a:lnTo>
                  <a:lnTo>
                    <a:pt x="8191723" y="2145575"/>
                  </a:lnTo>
                  <a:lnTo>
                    <a:pt x="8229629" y="2160888"/>
                  </a:lnTo>
                  <a:lnTo>
                    <a:pt x="8286011" y="2186304"/>
                  </a:lnTo>
                  <a:lnTo>
                    <a:pt x="8340731" y="2214057"/>
                  </a:lnTo>
                  <a:lnTo>
                    <a:pt x="8394356" y="2244187"/>
                  </a:lnTo>
                  <a:lnTo>
                    <a:pt x="8447316" y="2276672"/>
                  </a:lnTo>
                  <a:lnTo>
                    <a:pt x="8499926" y="2311421"/>
                  </a:lnTo>
                  <a:lnTo>
                    <a:pt x="8552406" y="2348262"/>
                  </a:lnTo>
                  <a:lnTo>
                    <a:pt x="8604896" y="2386951"/>
                  </a:lnTo>
                  <a:lnTo>
                    <a:pt x="8657468" y="2427167"/>
                  </a:lnTo>
                  <a:lnTo>
                    <a:pt x="8710138" y="2468524"/>
                  </a:lnTo>
                  <a:lnTo>
                    <a:pt x="8762883" y="2510584"/>
                  </a:lnTo>
                  <a:lnTo>
                    <a:pt x="8815656" y="2552879"/>
                  </a:lnTo>
                  <a:lnTo>
                    <a:pt x="8868400" y="2594928"/>
                  </a:lnTo>
                  <a:lnTo>
                    <a:pt x="8921068" y="2636262"/>
                  </a:lnTo>
                  <a:lnTo>
                    <a:pt x="8973637" y="2676445"/>
                  </a:lnTo>
                  <a:lnTo>
                    <a:pt x="9026126" y="2715094"/>
                  </a:lnTo>
                  <a:lnTo>
                    <a:pt x="9078608" y="2751888"/>
                  </a:lnTo>
                  <a:lnTo>
                    <a:pt x="9131223" y="2786584"/>
                  </a:lnTo>
                  <a:lnTo>
                    <a:pt x="9184194" y="2819014"/>
                  </a:lnTo>
                  <a:lnTo>
                    <a:pt x="9237840" y="2849087"/>
                  </a:lnTo>
                  <a:lnTo>
                    <a:pt x="9292593" y="2876783"/>
                  </a:lnTo>
                  <a:lnTo>
                    <a:pt x="9347647" y="2901564"/>
                  </a:lnTo>
                  <a:lnTo>
                    <a:pt x="9399428" y="2922129"/>
                  </a:lnTo>
                  <a:lnTo>
                    <a:pt x="9453649" y="2940912"/>
                  </a:lnTo>
                  <a:lnTo>
                    <a:pt x="9510991" y="2957977"/>
                  </a:lnTo>
                  <a:lnTo>
                    <a:pt x="9572199" y="2973445"/>
                  </a:lnTo>
                  <a:lnTo>
                    <a:pt x="9638049" y="2987463"/>
                  </a:lnTo>
                  <a:lnTo>
                    <a:pt x="9709299" y="3000181"/>
                  </a:lnTo>
                  <a:lnTo>
                    <a:pt x="9786640" y="3011741"/>
                  </a:lnTo>
                  <a:lnTo>
                    <a:pt x="9870633" y="3022266"/>
                  </a:lnTo>
                  <a:lnTo>
                    <a:pt x="9961611" y="3031861"/>
                  </a:lnTo>
                  <a:lnTo>
                    <a:pt x="10059566" y="3040605"/>
                  </a:lnTo>
                  <a:lnTo>
                    <a:pt x="10164012" y="3048552"/>
                  </a:lnTo>
                  <a:lnTo>
                    <a:pt x="10273839" y="3055733"/>
                  </a:lnTo>
                  <a:lnTo>
                    <a:pt x="10387187" y="3062157"/>
                  </a:lnTo>
                  <a:lnTo>
                    <a:pt x="10501390" y="3067815"/>
                  </a:lnTo>
                  <a:lnTo>
                    <a:pt x="10613039" y="3072692"/>
                  </a:lnTo>
                  <a:lnTo>
                    <a:pt x="10718214" y="3076775"/>
                  </a:lnTo>
                  <a:lnTo>
                    <a:pt x="10812896" y="3080064"/>
                  </a:lnTo>
                  <a:lnTo>
                    <a:pt x="10893529" y="3082585"/>
                  </a:lnTo>
                  <a:lnTo>
                    <a:pt x="10957595" y="3084398"/>
                  </a:lnTo>
                  <a:lnTo>
                    <a:pt x="11004096" y="3085594"/>
                  </a:lnTo>
                  <a:lnTo>
                    <a:pt x="11033795" y="3086291"/>
                  </a:lnTo>
                  <a:lnTo>
                    <a:pt x="11049213" y="3086622"/>
                  </a:lnTo>
                  <a:lnTo>
                    <a:pt x="11054435" y="3086725"/>
                  </a:lnTo>
                  <a:lnTo>
                    <a:pt x="11054891" y="3086733"/>
                  </a:lnTo>
                  <a:lnTo>
                    <a:pt x="12049831" y="3086733"/>
                  </a:lnTo>
                  <a:lnTo>
                    <a:pt x="12049831" y="3076252"/>
                  </a:lnTo>
                  <a:lnTo>
                    <a:pt x="11054891" y="3076252"/>
                  </a:lnTo>
                  <a:lnTo>
                    <a:pt x="11053764" y="3076231"/>
                  </a:lnTo>
                  <a:lnTo>
                    <a:pt x="11046328" y="3076081"/>
                  </a:lnTo>
                  <a:lnTo>
                    <a:pt x="11027479" y="3075667"/>
                  </a:lnTo>
                  <a:lnTo>
                    <a:pt x="10993521" y="3074851"/>
                  </a:lnTo>
                  <a:lnTo>
                    <a:pt x="10942386" y="3073503"/>
                  </a:lnTo>
                  <a:lnTo>
                    <a:pt x="10873783" y="3071510"/>
                  </a:lnTo>
                  <a:lnTo>
                    <a:pt x="10789146" y="3068791"/>
                  </a:lnTo>
                  <a:lnTo>
                    <a:pt x="10691320" y="3065294"/>
                  </a:lnTo>
                  <a:lnTo>
                    <a:pt x="10584042" y="3061001"/>
                  </a:lnTo>
                  <a:lnTo>
                    <a:pt x="10471353" y="3055916"/>
                  </a:lnTo>
                  <a:lnTo>
                    <a:pt x="10357072" y="3050054"/>
                  </a:lnTo>
                  <a:lnTo>
                    <a:pt x="10244428" y="3043430"/>
                  </a:lnTo>
                  <a:lnTo>
                    <a:pt x="10135872" y="3036049"/>
                  </a:lnTo>
                  <a:lnTo>
                    <a:pt x="10033059" y="3027895"/>
                  </a:lnTo>
                  <a:lnTo>
                    <a:pt x="9936920" y="3018934"/>
                  </a:lnTo>
                  <a:lnTo>
                    <a:pt x="9847801" y="3009102"/>
                  </a:lnTo>
                  <a:lnTo>
                    <a:pt x="9765607" y="2998315"/>
                  </a:lnTo>
                  <a:lnTo>
                    <a:pt x="9689933" y="2986462"/>
                  </a:lnTo>
                  <a:lnTo>
                    <a:pt x="9620180" y="2973416"/>
                  </a:lnTo>
                  <a:lnTo>
                    <a:pt x="9555630" y="2959030"/>
                  </a:lnTo>
                  <a:lnTo>
                    <a:pt x="9495516" y="2943154"/>
                  </a:lnTo>
                  <a:lnTo>
                    <a:pt x="9439069" y="2925645"/>
                  </a:lnTo>
                  <a:lnTo>
                    <a:pt x="9385554" y="2906395"/>
                  </a:lnTo>
                  <a:lnTo>
                    <a:pt x="9347647" y="2891083"/>
                  </a:lnTo>
                  <a:lnTo>
                    <a:pt x="9291266" y="2865666"/>
                  </a:lnTo>
                  <a:lnTo>
                    <a:pt x="9236546" y="2837914"/>
                  </a:lnTo>
                  <a:lnTo>
                    <a:pt x="9182920" y="2807784"/>
                  </a:lnTo>
                  <a:lnTo>
                    <a:pt x="9129960" y="2775298"/>
                  </a:lnTo>
                  <a:lnTo>
                    <a:pt x="9077351" y="2740550"/>
                  </a:lnTo>
                  <a:lnTo>
                    <a:pt x="9024871" y="2703708"/>
                  </a:lnTo>
                  <a:lnTo>
                    <a:pt x="8972380" y="2665019"/>
                  </a:lnTo>
                  <a:lnTo>
                    <a:pt x="8919809" y="2624803"/>
                  </a:lnTo>
                  <a:lnTo>
                    <a:pt x="8867139" y="2583447"/>
                  </a:lnTo>
                  <a:lnTo>
                    <a:pt x="8814393" y="2541386"/>
                  </a:lnTo>
                  <a:lnTo>
                    <a:pt x="8761620" y="2499091"/>
                  </a:lnTo>
                  <a:lnTo>
                    <a:pt x="8708876" y="2457042"/>
                  </a:lnTo>
                  <a:lnTo>
                    <a:pt x="8656208" y="2415708"/>
                  </a:lnTo>
                  <a:lnTo>
                    <a:pt x="8603639" y="2375525"/>
                  </a:lnTo>
                  <a:lnTo>
                    <a:pt x="8551150" y="2336877"/>
                  </a:lnTo>
                  <a:lnTo>
                    <a:pt x="8498669" y="2300082"/>
                  </a:lnTo>
                  <a:lnTo>
                    <a:pt x="8446054" y="2265387"/>
                  </a:lnTo>
                  <a:lnTo>
                    <a:pt x="8393082" y="2232957"/>
                  </a:lnTo>
                  <a:lnTo>
                    <a:pt x="8339436" y="2202883"/>
                  </a:lnTo>
                  <a:lnTo>
                    <a:pt x="8284683" y="2175187"/>
                  </a:lnTo>
                  <a:lnTo>
                    <a:pt x="8229629" y="2150406"/>
                  </a:lnTo>
                  <a:lnTo>
                    <a:pt x="8177848" y="2129842"/>
                  </a:lnTo>
                  <a:lnTo>
                    <a:pt x="8123627" y="2111058"/>
                  </a:lnTo>
                  <a:lnTo>
                    <a:pt x="8066286" y="2093993"/>
                  </a:lnTo>
                  <a:lnTo>
                    <a:pt x="8005077" y="2078525"/>
                  </a:lnTo>
                  <a:lnTo>
                    <a:pt x="7939227" y="2064507"/>
                  </a:lnTo>
                  <a:lnTo>
                    <a:pt x="7867978" y="2051789"/>
                  </a:lnTo>
                  <a:lnTo>
                    <a:pt x="7790636" y="2040229"/>
                  </a:lnTo>
                  <a:lnTo>
                    <a:pt x="7706643" y="2029704"/>
                  </a:lnTo>
                  <a:lnTo>
                    <a:pt x="7615666" y="2020109"/>
                  </a:lnTo>
                  <a:lnTo>
                    <a:pt x="7517711" y="2011366"/>
                  </a:lnTo>
                  <a:lnTo>
                    <a:pt x="7413264" y="2003418"/>
                  </a:lnTo>
                  <a:lnTo>
                    <a:pt x="7303438" y="1996237"/>
                  </a:lnTo>
                  <a:lnTo>
                    <a:pt x="7190090" y="1989814"/>
                  </a:lnTo>
                  <a:lnTo>
                    <a:pt x="7075886" y="1984155"/>
                  </a:lnTo>
                  <a:lnTo>
                    <a:pt x="6964237" y="1979278"/>
                  </a:lnTo>
                  <a:lnTo>
                    <a:pt x="6859063" y="1975195"/>
                  </a:lnTo>
                  <a:lnTo>
                    <a:pt x="6764380" y="1971907"/>
                  </a:lnTo>
                  <a:lnTo>
                    <a:pt x="6683748" y="1969385"/>
                  </a:lnTo>
                  <a:lnTo>
                    <a:pt x="6619681" y="1967572"/>
                  </a:lnTo>
                  <a:lnTo>
                    <a:pt x="6573181" y="1966376"/>
                  </a:lnTo>
                  <a:lnTo>
                    <a:pt x="6543481" y="1965679"/>
                  </a:lnTo>
                  <a:lnTo>
                    <a:pt x="6528063" y="1965349"/>
                  </a:lnTo>
                  <a:lnTo>
                    <a:pt x="6522841" y="1965246"/>
                  </a:lnTo>
                  <a:lnTo>
                    <a:pt x="6522385" y="1965237"/>
                  </a:lnTo>
                  <a:lnTo>
                    <a:pt x="5527445" y="1965237"/>
                  </a:lnTo>
                  <a:lnTo>
                    <a:pt x="5526339" y="1965201"/>
                  </a:lnTo>
                  <a:lnTo>
                    <a:pt x="5519032" y="1964941"/>
                  </a:lnTo>
                  <a:lnTo>
                    <a:pt x="5500504" y="1964222"/>
                  </a:lnTo>
                  <a:lnTo>
                    <a:pt x="5467102" y="1962805"/>
                  </a:lnTo>
                  <a:lnTo>
                    <a:pt x="5416759" y="1960464"/>
                  </a:lnTo>
                  <a:lnTo>
                    <a:pt x="5349141" y="1957001"/>
                  </a:lnTo>
                  <a:lnTo>
                    <a:pt x="5265604" y="1952273"/>
                  </a:lnTo>
                  <a:lnTo>
                    <a:pt x="5168895" y="1946189"/>
                  </a:lnTo>
                  <a:lnTo>
                    <a:pt x="5062657" y="1938714"/>
                  </a:lnTo>
                  <a:lnTo>
                    <a:pt x="4950857" y="1929854"/>
                  </a:lnTo>
                  <a:lnTo>
                    <a:pt x="4837268" y="1919635"/>
                  </a:lnTo>
                  <a:lnTo>
                    <a:pt x="4725106" y="1908083"/>
                  </a:lnTo>
                  <a:lnTo>
                    <a:pt x="4616834" y="1895207"/>
                  </a:lnTo>
                  <a:lnTo>
                    <a:pt x="4514133" y="1880987"/>
                  </a:lnTo>
                  <a:lnTo>
                    <a:pt x="4417973" y="1865360"/>
                  </a:lnTo>
                  <a:lnTo>
                    <a:pt x="4328736" y="1848226"/>
                  </a:lnTo>
                  <a:lnTo>
                    <a:pt x="4246365" y="1829438"/>
                  </a:lnTo>
                  <a:lnTo>
                    <a:pt x="4170487" y="1808810"/>
                  </a:lnTo>
                  <a:lnTo>
                    <a:pt x="4100530" y="1786122"/>
                  </a:lnTo>
                  <a:lnTo>
                    <a:pt x="4035799" y="1761124"/>
                  </a:lnTo>
                  <a:lnTo>
                    <a:pt x="3975543" y="1733554"/>
                  </a:lnTo>
                  <a:lnTo>
                    <a:pt x="3919005" y="1703162"/>
                  </a:lnTo>
                  <a:lnTo>
                    <a:pt x="3865458" y="1669746"/>
                  </a:lnTo>
                  <a:lnTo>
                    <a:pt x="3820202" y="1637698"/>
                  </a:lnTo>
                  <a:lnTo>
                    <a:pt x="3770351" y="1598238"/>
                  </a:lnTo>
                  <a:lnTo>
                    <a:pt x="3721852" y="1555571"/>
                  </a:lnTo>
                  <a:lnTo>
                    <a:pt x="3674296" y="1509634"/>
                  </a:lnTo>
                  <a:lnTo>
                    <a:pt x="3627364" y="1460429"/>
                  </a:lnTo>
                  <a:lnTo>
                    <a:pt x="3580809" y="1408034"/>
                  </a:lnTo>
                  <a:lnTo>
                    <a:pt x="3534445" y="1352602"/>
                  </a:lnTo>
                  <a:lnTo>
                    <a:pt x="3488144" y="1294375"/>
                  </a:lnTo>
                  <a:lnTo>
                    <a:pt x="3441820" y="1233672"/>
                  </a:lnTo>
                  <a:lnTo>
                    <a:pt x="3395430" y="1170894"/>
                  </a:lnTo>
                  <a:lnTo>
                    <a:pt x="3348963" y="1106510"/>
                  </a:lnTo>
                  <a:lnTo>
                    <a:pt x="3302432" y="1041046"/>
                  </a:lnTo>
                  <a:lnTo>
                    <a:pt x="3255867" y="975066"/>
                  </a:lnTo>
                  <a:lnTo>
                    <a:pt x="3209307" y="909152"/>
                  </a:lnTo>
                  <a:lnTo>
                    <a:pt x="3162788" y="843887"/>
                  </a:lnTo>
                  <a:lnTo>
                    <a:pt x="3116338" y="779826"/>
                  </a:lnTo>
                  <a:lnTo>
                    <a:pt x="3069966" y="717483"/>
                  </a:lnTo>
                  <a:lnTo>
                    <a:pt x="3023652" y="657314"/>
                  </a:lnTo>
                  <a:lnTo>
                    <a:pt x="2977345" y="599700"/>
                  </a:lnTo>
                  <a:lnTo>
                    <a:pt x="2930952" y="544945"/>
                  </a:lnTo>
                  <a:lnTo>
                    <a:pt x="2884329" y="493269"/>
                  </a:lnTo>
                  <a:lnTo>
                    <a:pt x="2837278" y="444807"/>
                  </a:lnTo>
                  <a:lnTo>
                    <a:pt x="2789538" y="399621"/>
                  </a:lnTo>
                  <a:lnTo>
                    <a:pt x="2740769" y="357695"/>
                  </a:lnTo>
                  <a:lnTo>
                    <a:pt x="2702183" y="327539"/>
                  </a:lnTo>
                  <a:lnTo>
                    <a:pt x="2650725" y="291375"/>
                  </a:lnTo>
                  <a:lnTo>
                    <a:pt x="2596860" y="258324"/>
                  </a:lnTo>
                  <a:lnTo>
                    <a:pt x="2539921" y="228278"/>
                  </a:lnTo>
                  <a:lnTo>
                    <a:pt x="2479175" y="201026"/>
                  </a:lnTo>
                  <a:lnTo>
                    <a:pt x="2413864" y="176314"/>
                  </a:lnTo>
                  <a:lnTo>
                    <a:pt x="2343241" y="153883"/>
                  </a:lnTo>
                  <a:lnTo>
                    <a:pt x="2266622" y="133484"/>
                  </a:lnTo>
                  <a:lnTo>
                    <a:pt x="2183453" y="114901"/>
                  </a:lnTo>
                  <a:lnTo>
                    <a:pt x="2093393" y="97951"/>
                  </a:lnTo>
                  <a:lnTo>
                    <a:pt x="1996428" y="82496"/>
                  </a:lnTo>
                  <a:lnTo>
                    <a:pt x="1893005" y="68436"/>
                  </a:lnTo>
                  <a:lnTo>
                    <a:pt x="1784170" y="55718"/>
                  </a:lnTo>
                  <a:lnTo>
                    <a:pt x="1671695" y="44323"/>
                  </a:lnTo>
                  <a:lnTo>
                    <a:pt x="1558137" y="34263"/>
                  </a:lnTo>
                  <a:lnTo>
                    <a:pt x="1446790" y="25566"/>
                  </a:lnTo>
                  <a:lnTo>
                    <a:pt x="1341474" y="18256"/>
                  </a:lnTo>
                  <a:lnTo>
                    <a:pt x="1246145" y="12335"/>
                  </a:lnTo>
                  <a:lnTo>
                    <a:pt x="1164372" y="7762"/>
                  </a:lnTo>
                  <a:lnTo>
                    <a:pt x="1098758" y="4441"/>
                  </a:lnTo>
                  <a:lnTo>
                    <a:pt x="1050471" y="2220"/>
                  </a:lnTo>
                  <a:lnTo>
                    <a:pt x="1018970" y="898"/>
                  </a:lnTo>
                  <a:lnTo>
                    <a:pt x="1001989" y="246"/>
                  </a:lnTo>
                  <a:lnTo>
                    <a:pt x="995703" y="2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62" name="pl561"/>
            <p:cNvSpPr/>
            <p:nvPr/>
          </p:nvSpPr>
          <p:spPr>
            <a:xfrm>
              <a:off x="1199187" y="3243787"/>
              <a:ext cx="12049831" cy="3076252"/>
            </a:xfrm>
            <a:custGeom>
              <a:avLst/>
              <a:pathLst>
                <a:path w="12049831" h="3076252">
                  <a:moveTo>
                    <a:pt x="0" y="0"/>
                  </a:moveTo>
                  <a:lnTo>
                    <a:pt x="994940" y="0"/>
                  </a:lnTo>
                  <a:lnTo>
                    <a:pt x="996046" y="36"/>
                  </a:lnTo>
                  <a:lnTo>
                    <a:pt x="1003353" y="296"/>
                  </a:lnTo>
                  <a:lnTo>
                    <a:pt x="1021881" y="1015"/>
                  </a:lnTo>
                  <a:lnTo>
                    <a:pt x="1055283" y="2431"/>
                  </a:lnTo>
                  <a:lnTo>
                    <a:pt x="1105626" y="4773"/>
                  </a:lnTo>
                  <a:lnTo>
                    <a:pt x="1173244" y="8235"/>
                  </a:lnTo>
                  <a:lnTo>
                    <a:pt x="1256781" y="12964"/>
                  </a:lnTo>
                  <a:lnTo>
                    <a:pt x="1353490" y="19048"/>
                  </a:lnTo>
                  <a:lnTo>
                    <a:pt x="1459728" y="26523"/>
                  </a:lnTo>
                  <a:lnTo>
                    <a:pt x="1571528" y="35383"/>
                  </a:lnTo>
                  <a:lnTo>
                    <a:pt x="1685117" y="45602"/>
                  </a:lnTo>
                  <a:lnTo>
                    <a:pt x="1797279" y="57154"/>
                  </a:lnTo>
                  <a:lnTo>
                    <a:pt x="1905551" y="70029"/>
                  </a:lnTo>
                  <a:lnTo>
                    <a:pt x="2008252" y="84250"/>
                  </a:lnTo>
                  <a:lnTo>
                    <a:pt x="2104412" y="99877"/>
                  </a:lnTo>
                  <a:lnTo>
                    <a:pt x="2193649" y="117011"/>
                  </a:lnTo>
                  <a:lnTo>
                    <a:pt x="2276020" y="135799"/>
                  </a:lnTo>
                  <a:lnTo>
                    <a:pt x="2351898" y="156426"/>
                  </a:lnTo>
                  <a:lnTo>
                    <a:pt x="2421855" y="179114"/>
                  </a:lnTo>
                  <a:lnTo>
                    <a:pt x="2486586" y="204113"/>
                  </a:lnTo>
                  <a:lnTo>
                    <a:pt x="2546842" y="231682"/>
                  </a:lnTo>
                  <a:lnTo>
                    <a:pt x="2603380" y="262075"/>
                  </a:lnTo>
                  <a:lnTo>
                    <a:pt x="2656927" y="295491"/>
                  </a:lnTo>
                  <a:lnTo>
                    <a:pt x="2702183" y="327539"/>
                  </a:lnTo>
                  <a:lnTo>
                    <a:pt x="2752034" y="366999"/>
                  </a:lnTo>
                  <a:lnTo>
                    <a:pt x="2800533" y="409666"/>
                  </a:lnTo>
                  <a:lnTo>
                    <a:pt x="2848089" y="455603"/>
                  </a:lnTo>
                  <a:lnTo>
                    <a:pt x="2895021" y="504807"/>
                  </a:lnTo>
                  <a:lnTo>
                    <a:pt x="2941576" y="557203"/>
                  </a:lnTo>
                  <a:lnTo>
                    <a:pt x="2987940" y="612634"/>
                  </a:lnTo>
                  <a:lnTo>
                    <a:pt x="3034241" y="670862"/>
                  </a:lnTo>
                  <a:lnTo>
                    <a:pt x="3080565" y="731565"/>
                  </a:lnTo>
                  <a:lnTo>
                    <a:pt x="3126955" y="794343"/>
                  </a:lnTo>
                  <a:lnTo>
                    <a:pt x="3173422" y="858727"/>
                  </a:lnTo>
                  <a:lnTo>
                    <a:pt x="3219953" y="924191"/>
                  </a:lnTo>
                  <a:lnTo>
                    <a:pt x="3266518" y="990171"/>
                  </a:lnTo>
                  <a:lnTo>
                    <a:pt x="3313078" y="1056084"/>
                  </a:lnTo>
                  <a:lnTo>
                    <a:pt x="3359597" y="1121350"/>
                  </a:lnTo>
                  <a:lnTo>
                    <a:pt x="3406047" y="1185411"/>
                  </a:lnTo>
                  <a:lnTo>
                    <a:pt x="3452419" y="1247753"/>
                  </a:lnTo>
                  <a:lnTo>
                    <a:pt x="3498733" y="1307923"/>
                  </a:lnTo>
                  <a:lnTo>
                    <a:pt x="3545040" y="1365536"/>
                  </a:lnTo>
                  <a:lnTo>
                    <a:pt x="3591433" y="1420291"/>
                  </a:lnTo>
                  <a:lnTo>
                    <a:pt x="3638056" y="1471968"/>
                  </a:lnTo>
                  <a:lnTo>
                    <a:pt x="3685107" y="1520429"/>
                  </a:lnTo>
                  <a:lnTo>
                    <a:pt x="3732847" y="1565616"/>
                  </a:lnTo>
                  <a:lnTo>
                    <a:pt x="3781616" y="1607542"/>
                  </a:lnTo>
                  <a:lnTo>
                    <a:pt x="3820202" y="1637698"/>
                  </a:lnTo>
                  <a:lnTo>
                    <a:pt x="3871660" y="1673862"/>
                  </a:lnTo>
                  <a:lnTo>
                    <a:pt x="3925525" y="1706913"/>
                  </a:lnTo>
                  <a:lnTo>
                    <a:pt x="3982464" y="1736959"/>
                  </a:lnTo>
                  <a:lnTo>
                    <a:pt x="4043210" y="1764211"/>
                  </a:lnTo>
                  <a:lnTo>
                    <a:pt x="4108521" y="1788922"/>
                  </a:lnTo>
                  <a:lnTo>
                    <a:pt x="4179144" y="1811354"/>
                  </a:lnTo>
                  <a:lnTo>
                    <a:pt x="4255763" y="1831753"/>
                  </a:lnTo>
                  <a:lnTo>
                    <a:pt x="4338932" y="1850336"/>
                  </a:lnTo>
                  <a:lnTo>
                    <a:pt x="4428992" y="1867285"/>
                  </a:lnTo>
                  <a:lnTo>
                    <a:pt x="4525957" y="1882741"/>
                  </a:lnTo>
                  <a:lnTo>
                    <a:pt x="4629380" y="1896800"/>
                  </a:lnTo>
                  <a:lnTo>
                    <a:pt x="4738215" y="1909519"/>
                  </a:lnTo>
                  <a:lnTo>
                    <a:pt x="4850690" y="1920914"/>
                  </a:lnTo>
                  <a:lnTo>
                    <a:pt x="4964248" y="1930974"/>
                  </a:lnTo>
                  <a:lnTo>
                    <a:pt x="5075595" y="1939671"/>
                  </a:lnTo>
                  <a:lnTo>
                    <a:pt x="5180911" y="1946981"/>
                  </a:lnTo>
                  <a:lnTo>
                    <a:pt x="5276240" y="1952902"/>
                  </a:lnTo>
                  <a:lnTo>
                    <a:pt x="5358013" y="1957475"/>
                  </a:lnTo>
                  <a:lnTo>
                    <a:pt x="5423627" y="1960796"/>
                  </a:lnTo>
                  <a:lnTo>
                    <a:pt x="5471914" y="1963017"/>
                  </a:lnTo>
                  <a:lnTo>
                    <a:pt x="5503415" y="1964339"/>
                  </a:lnTo>
                  <a:lnTo>
                    <a:pt x="5520396" y="1964991"/>
                  </a:lnTo>
                  <a:lnTo>
                    <a:pt x="5526682" y="1965212"/>
                  </a:lnTo>
                  <a:lnTo>
                    <a:pt x="5527445" y="1965237"/>
                  </a:lnTo>
                  <a:lnTo>
                    <a:pt x="6522385" y="1965237"/>
                  </a:lnTo>
                  <a:lnTo>
                    <a:pt x="6523512" y="1965258"/>
                  </a:lnTo>
                  <a:lnTo>
                    <a:pt x="6530949" y="1965408"/>
                  </a:lnTo>
                  <a:lnTo>
                    <a:pt x="6549798" y="1965822"/>
                  </a:lnTo>
                  <a:lnTo>
                    <a:pt x="6583755" y="1966638"/>
                  </a:lnTo>
                  <a:lnTo>
                    <a:pt x="6634891" y="1967986"/>
                  </a:lnTo>
                  <a:lnTo>
                    <a:pt x="6703494" y="1969979"/>
                  </a:lnTo>
                  <a:lnTo>
                    <a:pt x="6788130" y="1972698"/>
                  </a:lnTo>
                  <a:lnTo>
                    <a:pt x="6885956" y="1976195"/>
                  </a:lnTo>
                  <a:lnTo>
                    <a:pt x="6993234" y="1980488"/>
                  </a:lnTo>
                  <a:lnTo>
                    <a:pt x="7105923" y="1985573"/>
                  </a:lnTo>
                  <a:lnTo>
                    <a:pt x="7220204" y="1991435"/>
                  </a:lnTo>
                  <a:lnTo>
                    <a:pt x="7332849" y="1998059"/>
                  </a:lnTo>
                  <a:lnTo>
                    <a:pt x="7441404" y="2005440"/>
                  </a:lnTo>
                  <a:lnTo>
                    <a:pt x="7544218" y="2013594"/>
                  </a:lnTo>
                  <a:lnTo>
                    <a:pt x="7640357" y="2022555"/>
                  </a:lnTo>
                  <a:lnTo>
                    <a:pt x="7729476" y="2032387"/>
                  </a:lnTo>
                  <a:lnTo>
                    <a:pt x="7811670" y="2043174"/>
                  </a:lnTo>
                  <a:lnTo>
                    <a:pt x="7887343" y="2055027"/>
                  </a:lnTo>
                  <a:lnTo>
                    <a:pt x="7957097" y="2068073"/>
                  </a:lnTo>
                  <a:lnTo>
                    <a:pt x="8021647" y="2082459"/>
                  </a:lnTo>
                  <a:lnTo>
                    <a:pt x="8081760" y="2098335"/>
                  </a:lnTo>
                  <a:lnTo>
                    <a:pt x="8138208" y="2115844"/>
                  </a:lnTo>
                  <a:lnTo>
                    <a:pt x="8191723" y="2135094"/>
                  </a:lnTo>
                  <a:lnTo>
                    <a:pt x="8229629" y="2150406"/>
                  </a:lnTo>
                  <a:lnTo>
                    <a:pt x="8286011" y="2175823"/>
                  </a:lnTo>
                  <a:lnTo>
                    <a:pt x="8340731" y="2203575"/>
                  </a:lnTo>
                  <a:lnTo>
                    <a:pt x="8394356" y="2233705"/>
                  </a:lnTo>
                  <a:lnTo>
                    <a:pt x="8447316" y="2266191"/>
                  </a:lnTo>
                  <a:lnTo>
                    <a:pt x="8499926" y="2300939"/>
                  </a:lnTo>
                  <a:lnTo>
                    <a:pt x="8552406" y="2337781"/>
                  </a:lnTo>
                  <a:lnTo>
                    <a:pt x="8604896" y="2376470"/>
                  </a:lnTo>
                  <a:lnTo>
                    <a:pt x="8657468" y="2416686"/>
                  </a:lnTo>
                  <a:lnTo>
                    <a:pt x="8710138" y="2458042"/>
                  </a:lnTo>
                  <a:lnTo>
                    <a:pt x="8762883" y="2500103"/>
                  </a:lnTo>
                  <a:lnTo>
                    <a:pt x="8815656" y="2542398"/>
                  </a:lnTo>
                  <a:lnTo>
                    <a:pt x="8868400" y="2584447"/>
                  </a:lnTo>
                  <a:lnTo>
                    <a:pt x="8921068" y="2625781"/>
                  </a:lnTo>
                  <a:lnTo>
                    <a:pt x="8973637" y="2665964"/>
                  </a:lnTo>
                  <a:lnTo>
                    <a:pt x="9026126" y="2704612"/>
                  </a:lnTo>
                  <a:lnTo>
                    <a:pt x="9078608" y="2741407"/>
                  </a:lnTo>
                  <a:lnTo>
                    <a:pt x="9131223" y="2776102"/>
                  </a:lnTo>
                  <a:lnTo>
                    <a:pt x="9184194" y="2808532"/>
                  </a:lnTo>
                  <a:lnTo>
                    <a:pt x="9237840" y="2838606"/>
                  </a:lnTo>
                  <a:lnTo>
                    <a:pt x="9292593" y="2866302"/>
                  </a:lnTo>
                  <a:lnTo>
                    <a:pt x="9347647" y="2891083"/>
                  </a:lnTo>
                  <a:lnTo>
                    <a:pt x="9399428" y="2911647"/>
                  </a:lnTo>
                  <a:lnTo>
                    <a:pt x="9453649" y="2930431"/>
                  </a:lnTo>
                  <a:lnTo>
                    <a:pt x="9510991" y="2947496"/>
                  </a:lnTo>
                  <a:lnTo>
                    <a:pt x="9572199" y="2962964"/>
                  </a:lnTo>
                  <a:lnTo>
                    <a:pt x="9638049" y="2976982"/>
                  </a:lnTo>
                  <a:lnTo>
                    <a:pt x="9709299" y="2989700"/>
                  </a:lnTo>
                  <a:lnTo>
                    <a:pt x="9786640" y="3001260"/>
                  </a:lnTo>
                  <a:lnTo>
                    <a:pt x="9870633" y="3011785"/>
                  </a:lnTo>
                  <a:lnTo>
                    <a:pt x="9961611" y="3021380"/>
                  </a:lnTo>
                  <a:lnTo>
                    <a:pt x="10059566" y="3030123"/>
                  </a:lnTo>
                  <a:lnTo>
                    <a:pt x="10164012" y="3038071"/>
                  </a:lnTo>
                  <a:lnTo>
                    <a:pt x="10273839" y="3045252"/>
                  </a:lnTo>
                  <a:lnTo>
                    <a:pt x="10387187" y="3051675"/>
                  </a:lnTo>
                  <a:lnTo>
                    <a:pt x="10501390" y="3057334"/>
                  </a:lnTo>
                  <a:lnTo>
                    <a:pt x="10613039" y="3062211"/>
                  </a:lnTo>
                  <a:lnTo>
                    <a:pt x="10718214" y="3066294"/>
                  </a:lnTo>
                  <a:lnTo>
                    <a:pt x="10812896" y="3069582"/>
                  </a:lnTo>
                  <a:lnTo>
                    <a:pt x="10893529" y="3072104"/>
                  </a:lnTo>
                  <a:lnTo>
                    <a:pt x="10957595" y="3073917"/>
                  </a:lnTo>
                  <a:lnTo>
                    <a:pt x="11004096" y="3075113"/>
                  </a:lnTo>
                  <a:lnTo>
                    <a:pt x="11033795" y="3075810"/>
                  </a:lnTo>
                  <a:lnTo>
                    <a:pt x="11049213" y="3076140"/>
                  </a:lnTo>
                  <a:lnTo>
                    <a:pt x="11054435" y="3076243"/>
                  </a:lnTo>
                  <a:lnTo>
                    <a:pt x="11054891" y="3076252"/>
                  </a:lnTo>
                  <a:lnTo>
                    <a:pt x="12049831" y="3076252"/>
                  </a:lnTo>
                  <a:lnTo>
                    <a:pt x="12049831" y="30762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3" name="pl562"/>
            <p:cNvSpPr/>
            <p:nvPr/>
          </p:nvSpPr>
          <p:spPr>
            <a:xfrm>
              <a:off x="1199187" y="3233306"/>
              <a:ext cx="12049831" cy="3076252"/>
            </a:xfrm>
            <a:custGeom>
              <a:avLst/>
              <a:pathLst>
                <a:path w="12049831" h="3076252">
                  <a:moveTo>
                    <a:pt x="12049831" y="3076252"/>
                  </a:moveTo>
                  <a:lnTo>
                    <a:pt x="11054891" y="3076252"/>
                  </a:lnTo>
                  <a:lnTo>
                    <a:pt x="11053764" y="3076231"/>
                  </a:lnTo>
                  <a:lnTo>
                    <a:pt x="11046328" y="3076081"/>
                  </a:lnTo>
                  <a:lnTo>
                    <a:pt x="11027479" y="3075667"/>
                  </a:lnTo>
                  <a:lnTo>
                    <a:pt x="10993521" y="3074851"/>
                  </a:lnTo>
                  <a:lnTo>
                    <a:pt x="10942386" y="3073503"/>
                  </a:lnTo>
                  <a:lnTo>
                    <a:pt x="10873783" y="3071510"/>
                  </a:lnTo>
                  <a:lnTo>
                    <a:pt x="10789146" y="3068791"/>
                  </a:lnTo>
                  <a:lnTo>
                    <a:pt x="10691320" y="3065294"/>
                  </a:lnTo>
                  <a:lnTo>
                    <a:pt x="10584042" y="3061001"/>
                  </a:lnTo>
                  <a:lnTo>
                    <a:pt x="10471353" y="3055916"/>
                  </a:lnTo>
                  <a:lnTo>
                    <a:pt x="10357072" y="3050054"/>
                  </a:lnTo>
                  <a:lnTo>
                    <a:pt x="10244428" y="3043430"/>
                  </a:lnTo>
                  <a:lnTo>
                    <a:pt x="10135872" y="3036049"/>
                  </a:lnTo>
                  <a:lnTo>
                    <a:pt x="10033059" y="3027895"/>
                  </a:lnTo>
                  <a:lnTo>
                    <a:pt x="9936920" y="3018934"/>
                  </a:lnTo>
                  <a:lnTo>
                    <a:pt x="9847801" y="3009102"/>
                  </a:lnTo>
                  <a:lnTo>
                    <a:pt x="9765607" y="2998315"/>
                  </a:lnTo>
                  <a:lnTo>
                    <a:pt x="9689933" y="2986462"/>
                  </a:lnTo>
                  <a:lnTo>
                    <a:pt x="9620180" y="2973416"/>
                  </a:lnTo>
                  <a:lnTo>
                    <a:pt x="9555630" y="2959030"/>
                  </a:lnTo>
                  <a:lnTo>
                    <a:pt x="9495516" y="2943154"/>
                  </a:lnTo>
                  <a:lnTo>
                    <a:pt x="9439069" y="2925645"/>
                  </a:lnTo>
                  <a:lnTo>
                    <a:pt x="9385554" y="2906395"/>
                  </a:lnTo>
                  <a:lnTo>
                    <a:pt x="9347647" y="2891083"/>
                  </a:lnTo>
                  <a:lnTo>
                    <a:pt x="9291266" y="2865666"/>
                  </a:lnTo>
                  <a:lnTo>
                    <a:pt x="9236546" y="2837914"/>
                  </a:lnTo>
                  <a:lnTo>
                    <a:pt x="9182920" y="2807784"/>
                  </a:lnTo>
                  <a:lnTo>
                    <a:pt x="9129960" y="2775298"/>
                  </a:lnTo>
                  <a:lnTo>
                    <a:pt x="9077351" y="2740550"/>
                  </a:lnTo>
                  <a:lnTo>
                    <a:pt x="9024871" y="2703708"/>
                  </a:lnTo>
                  <a:lnTo>
                    <a:pt x="8972380" y="2665019"/>
                  </a:lnTo>
                  <a:lnTo>
                    <a:pt x="8919809" y="2624803"/>
                  </a:lnTo>
                  <a:lnTo>
                    <a:pt x="8867139" y="2583447"/>
                  </a:lnTo>
                  <a:lnTo>
                    <a:pt x="8814393" y="2541386"/>
                  </a:lnTo>
                  <a:lnTo>
                    <a:pt x="8761620" y="2499091"/>
                  </a:lnTo>
                  <a:lnTo>
                    <a:pt x="8708876" y="2457042"/>
                  </a:lnTo>
                  <a:lnTo>
                    <a:pt x="8656208" y="2415708"/>
                  </a:lnTo>
                  <a:lnTo>
                    <a:pt x="8603639" y="2375525"/>
                  </a:lnTo>
                  <a:lnTo>
                    <a:pt x="8551150" y="2336877"/>
                  </a:lnTo>
                  <a:lnTo>
                    <a:pt x="8498669" y="2300082"/>
                  </a:lnTo>
                  <a:lnTo>
                    <a:pt x="8446054" y="2265387"/>
                  </a:lnTo>
                  <a:lnTo>
                    <a:pt x="8393082" y="2232957"/>
                  </a:lnTo>
                  <a:lnTo>
                    <a:pt x="8339436" y="2202883"/>
                  </a:lnTo>
                  <a:lnTo>
                    <a:pt x="8284683" y="2175187"/>
                  </a:lnTo>
                  <a:lnTo>
                    <a:pt x="8229629" y="2150406"/>
                  </a:lnTo>
                  <a:lnTo>
                    <a:pt x="8177848" y="2129842"/>
                  </a:lnTo>
                  <a:lnTo>
                    <a:pt x="8123627" y="2111058"/>
                  </a:lnTo>
                  <a:lnTo>
                    <a:pt x="8066286" y="2093993"/>
                  </a:lnTo>
                  <a:lnTo>
                    <a:pt x="8005077" y="2078525"/>
                  </a:lnTo>
                  <a:lnTo>
                    <a:pt x="7939227" y="2064507"/>
                  </a:lnTo>
                  <a:lnTo>
                    <a:pt x="7867978" y="2051789"/>
                  </a:lnTo>
                  <a:lnTo>
                    <a:pt x="7790636" y="2040229"/>
                  </a:lnTo>
                  <a:lnTo>
                    <a:pt x="7706643" y="2029704"/>
                  </a:lnTo>
                  <a:lnTo>
                    <a:pt x="7615666" y="2020109"/>
                  </a:lnTo>
                  <a:lnTo>
                    <a:pt x="7517711" y="2011366"/>
                  </a:lnTo>
                  <a:lnTo>
                    <a:pt x="7413264" y="2003418"/>
                  </a:lnTo>
                  <a:lnTo>
                    <a:pt x="7303438" y="1996237"/>
                  </a:lnTo>
                  <a:lnTo>
                    <a:pt x="7190090" y="1989814"/>
                  </a:lnTo>
                  <a:lnTo>
                    <a:pt x="7075886" y="1984155"/>
                  </a:lnTo>
                  <a:lnTo>
                    <a:pt x="6964237" y="1979278"/>
                  </a:lnTo>
                  <a:lnTo>
                    <a:pt x="6859063" y="1975195"/>
                  </a:lnTo>
                  <a:lnTo>
                    <a:pt x="6764380" y="1971907"/>
                  </a:lnTo>
                  <a:lnTo>
                    <a:pt x="6683748" y="1969385"/>
                  </a:lnTo>
                  <a:lnTo>
                    <a:pt x="6619681" y="1967572"/>
                  </a:lnTo>
                  <a:lnTo>
                    <a:pt x="6573181" y="1966376"/>
                  </a:lnTo>
                  <a:lnTo>
                    <a:pt x="6543481" y="1965679"/>
                  </a:lnTo>
                  <a:lnTo>
                    <a:pt x="6528063" y="1965349"/>
                  </a:lnTo>
                  <a:lnTo>
                    <a:pt x="6522841" y="1965246"/>
                  </a:lnTo>
                  <a:lnTo>
                    <a:pt x="6522385" y="1965237"/>
                  </a:lnTo>
                  <a:lnTo>
                    <a:pt x="5527445" y="1965237"/>
                  </a:lnTo>
                  <a:lnTo>
                    <a:pt x="5526339" y="1965201"/>
                  </a:lnTo>
                  <a:lnTo>
                    <a:pt x="5519032" y="1964941"/>
                  </a:lnTo>
                  <a:lnTo>
                    <a:pt x="5500504" y="1964222"/>
                  </a:lnTo>
                  <a:lnTo>
                    <a:pt x="5467102" y="1962805"/>
                  </a:lnTo>
                  <a:lnTo>
                    <a:pt x="5416759" y="1960464"/>
                  </a:lnTo>
                  <a:lnTo>
                    <a:pt x="5349141" y="1957001"/>
                  </a:lnTo>
                  <a:lnTo>
                    <a:pt x="5265604" y="1952273"/>
                  </a:lnTo>
                  <a:lnTo>
                    <a:pt x="5168895" y="1946189"/>
                  </a:lnTo>
                  <a:lnTo>
                    <a:pt x="5062657" y="1938714"/>
                  </a:lnTo>
                  <a:lnTo>
                    <a:pt x="4950857" y="1929854"/>
                  </a:lnTo>
                  <a:lnTo>
                    <a:pt x="4837268" y="1919635"/>
                  </a:lnTo>
                  <a:lnTo>
                    <a:pt x="4725106" y="1908083"/>
                  </a:lnTo>
                  <a:lnTo>
                    <a:pt x="4616834" y="1895207"/>
                  </a:lnTo>
                  <a:lnTo>
                    <a:pt x="4514133" y="1880987"/>
                  </a:lnTo>
                  <a:lnTo>
                    <a:pt x="4417973" y="1865360"/>
                  </a:lnTo>
                  <a:lnTo>
                    <a:pt x="4328736" y="1848226"/>
                  </a:lnTo>
                  <a:lnTo>
                    <a:pt x="4246365" y="1829438"/>
                  </a:lnTo>
                  <a:lnTo>
                    <a:pt x="4170487" y="1808810"/>
                  </a:lnTo>
                  <a:lnTo>
                    <a:pt x="4100530" y="1786122"/>
                  </a:lnTo>
                  <a:lnTo>
                    <a:pt x="4035799" y="1761124"/>
                  </a:lnTo>
                  <a:lnTo>
                    <a:pt x="3975543" y="1733554"/>
                  </a:lnTo>
                  <a:lnTo>
                    <a:pt x="3919005" y="1703162"/>
                  </a:lnTo>
                  <a:lnTo>
                    <a:pt x="3865458" y="1669746"/>
                  </a:lnTo>
                  <a:lnTo>
                    <a:pt x="3820202" y="1637698"/>
                  </a:lnTo>
                  <a:lnTo>
                    <a:pt x="3770351" y="1598238"/>
                  </a:lnTo>
                  <a:lnTo>
                    <a:pt x="3721852" y="1555571"/>
                  </a:lnTo>
                  <a:lnTo>
                    <a:pt x="3674296" y="1509634"/>
                  </a:lnTo>
                  <a:lnTo>
                    <a:pt x="3627364" y="1460429"/>
                  </a:lnTo>
                  <a:lnTo>
                    <a:pt x="3580809" y="1408034"/>
                  </a:lnTo>
                  <a:lnTo>
                    <a:pt x="3534445" y="1352602"/>
                  </a:lnTo>
                  <a:lnTo>
                    <a:pt x="3488144" y="1294375"/>
                  </a:lnTo>
                  <a:lnTo>
                    <a:pt x="3441820" y="1233672"/>
                  </a:lnTo>
                  <a:lnTo>
                    <a:pt x="3395430" y="1170894"/>
                  </a:lnTo>
                  <a:lnTo>
                    <a:pt x="3348963" y="1106510"/>
                  </a:lnTo>
                  <a:lnTo>
                    <a:pt x="3302432" y="1041046"/>
                  </a:lnTo>
                  <a:lnTo>
                    <a:pt x="3255867" y="975066"/>
                  </a:lnTo>
                  <a:lnTo>
                    <a:pt x="3209307" y="909152"/>
                  </a:lnTo>
                  <a:lnTo>
                    <a:pt x="3162788" y="843887"/>
                  </a:lnTo>
                  <a:lnTo>
                    <a:pt x="3116338" y="779826"/>
                  </a:lnTo>
                  <a:lnTo>
                    <a:pt x="3069966" y="717483"/>
                  </a:lnTo>
                  <a:lnTo>
                    <a:pt x="3023652" y="657314"/>
                  </a:lnTo>
                  <a:lnTo>
                    <a:pt x="2977345" y="599700"/>
                  </a:lnTo>
                  <a:lnTo>
                    <a:pt x="2930952" y="544945"/>
                  </a:lnTo>
                  <a:lnTo>
                    <a:pt x="2884329" y="493269"/>
                  </a:lnTo>
                  <a:lnTo>
                    <a:pt x="2837278" y="444807"/>
                  </a:lnTo>
                  <a:lnTo>
                    <a:pt x="2789538" y="399621"/>
                  </a:lnTo>
                  <a:lnTo>
                    <a:pt x="2740769" y="357695"/>
                  </a:lnTo>
                  <a:lnTo>
                    <a:pt x="2702183" y="327539"/>
                  </a:lnTo>
                  <a:lnTo>
                    <a:pt x="2650725" y="291375"/>
                  </a:lnTo>
                  <a:lnTo>
                    <a:pt x="2596860" y="258324"/>
                  </a:lnTo>
                  <a:lnTo>
                    <a:pt x="2539921" y="228278"/>
                  </a:lnTo>
                  <a:lnTo>
                    <a:pt x="2479175" y="201026"/>
                  </a:lnTo>
                  <a:lnTo>
                    <a:pt x="2413864" y="176314"/>
                  </a:lnTo>
                  <a:lnTo>
                    <a:pt x="2343241" y="153883"/>
                  </a:lnTo>
                  <a:lnTo>
                    <a:pt x="2266622" y="133484"/>
                  </a:lnTo>
                  <a:lnTo>
                    <a:pt x="2183453" y="114901"/>
                  </a:lnTo>
                  <a:lnTo>
                    <a:pt x="2093393" y="97951"/>
                  </a:lnTo>
                  <a:lnTo>
                    <a:pt x="1996428" y="82496"/>
                  </a:lnTo>
                  <a:lnTo>
                    <a:pt x="1893005" y="68436"/>
                  </a:lnTo>
                  <a:lnTo>
                    <a:pt x="1784170" y="55718"/>
                  </a:lnTo>
                  <a:lnTo>
                    <a:pt x="1671695" y="44323"/>
                  </a:lnTo>
                  <a:lnTo>
                    <a:pt x="1558137" y="34263"/>
                  </a:lnTo>
                  <a:lnTo>
                    <a:pt x="1446790" y="25566"/>
                  </a:lnTo>
                  <a:lnTo>
                    <a:pt x="1341474" y="18256"/>
                  </a:lnTo>
                  <a:lnTo>
                    <a:pt x="1246145" y="12335"/>
                  </a:lnTo>
                  <a:lnTo>
                    <a:pt x="1164372" y="7762"/>
                  </a:lnTo>
                  <a:lnTo>
                    <a:pt x="1098758" y="4441"/>
                  </a:lnTo>
                  <a:lnTo>
                    <a:pt x="1050471" y="2220"/>
                  </a:lnTo>
                  <a:lnTo>
                    <a:pt x="1018970" y="898"/>
                  </a:lnTo>
                  <a:lnTo>
                    <a:pt x="1001989" y="246"/>
                  </a:lnTo>
                  <a:lnTo>
                    <a:pt x="995703" y="2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4" name="pg563"/>
            <p:cNvSpPr/>
            <p:nvPr/>
          </p:nvSpPr>
          <p:spPr>
            <a:xfrm>
              <a:off x="1199187" y="3243787"/>
              <a:ext cx="12049831" cy="3254433"/>
            </a:xfrm>
            <a:custGeom>
              <a:avLst/>
              <a:pathLst>
                <a:path w="12049831" h="3254433">
                  <a:moveTo>
                    <a:pt x="0" y="5240"/>
                  </a:moveTo>
                  <a:lnTo>
                    <a:pt x="994940" y="5240"/>
                  </a:lnTo>
                  <a:lnTo>
                    <a:pt x="996046" y="5277"/>
                  </a:lnTo>
                  <a:lnTo>
                    <a:pt x="1003350" y="5538"/>
                  </a:lnTo>
                  <a:lnTo>
                    <a:pt x="1021874" y="6261"/>
                  </a:lnTo>
                  <a:lnTo>
                    <a:pt x="1055267" y="7684"/>
                  </a:lnTo>
                  <a:lnTo>
                    <a:pt x="1105598" y="10038"/>
                  </a:lnTo>
                  <a:lnTo>
                    <a:pt x="1173200" y="13518"/>
                  </a:lnTo>
                  <a:lnTo>
                    <a:pt x="1256720" y="18270"/>
                  </a:lnTo>
                  <a:lnTo>
                    <a:pt x="1353412" y="24385"/>
                  </a:lnTo>
                  <a:lnTo>
                    <a:pt x="1459634" y="31898"/>
                  </a:lnTo>
                  <a:lnTo>
                    <a:pt x="1571421" y="40803"/>
                  </a:lnTo>
                  <a:lnTo>
                    <a:pt x="1684999" y="51075"/>
                  </a:lnTo>
                  <a:lnTo>
                    <a:pt x="1797153" y="62685"/>
                  </a:lnTo>
                  <a:lnTo>
                    <a:pt x="1905420" y="75627"/>
                  </a:lnTo>
                  <a:lnTo>
                    <a:pt x="2008119" y="89920"/>
                  </a:lnTo>
                  <a:lnTo>
                    <a:pt x="2104280" y="105627"/>
                  </a:lnTo>
                  <a:lnTo>
                    <a:pt x="2193519" y="122849"/>
                  </a:lnTo>
                  <a:lnTo>
                    <a:pt x="2275893" y="141732"/>
                  </a:lnTo>
                  <a:lnTo>
                    <a:pt x="2351773" y="162464"/>
                  </a:lnTo>
                  <a:lnTo>
                    <a:pt x="2421734" y="185267"/>
                  </a:lnTo>
                  <a:lnTo>
                    <a:pt x="2486468" y="210392"/>
                  </a:lnTo>
                  <a:lnTo>
                    <a:pt x="2546726" y="238101"/>
                  </a:lnTo>
                  <a:lnTo>
                    <a:pt x="2603265" y="268646"/>
                  </a:lnTo>
                  <a:lnTo>
                    <a:pt x="2656813" y="302231"/>
                  </a:lnTo>
                  <a:lnTo>
                    <a:pt x="2702183" y="334527"/>
                  </a:lnTo>
                  <a:lnTo>
                    <a:pt x="2751958" y="374133"/>
                  </a:lnTo>
                  <a:lnTo>
                    <a:pt x="2800385" y="416954"/>
                  </a:lnTo>
                  <a:lnTo>
                    <a:pt x="2847871" y="463052"/>
                  </a:lnTo>
                  <a:lnTo>
                    <a:pt x="2894733" y="512425"/>
                  </a:lnTo>
                  <a:lnTo>
                    <a:pt x="2941219" y="564998"/>
                  </a:lnTo>
                  <a:lnTo>
                    <a:pt x="2987511" y="620614"/>
                  </a:lnTo>
                  <a:lnTo>
                    <a:pt x="3033742" y="679035"/>
                  </a:lnTo>
                  <a:lnTo>
                    <a:pt x="3079993" y="739941"/>
                  </a:lnTo>
                  <a:lnTo>
                    <a:pt x="3126311" y="802932"/>
                  </a:lnTo>
                  <a:lnTo>
                    <a:pt x="3172705" y="867540"/>
                  </a:lnTo>
                  <a:lnTo>
                    <a:pt x="3219164" y="933239"/>
                  </a:lnTo>
                  <a:lnTo>
                    <a:pt x="3265657" y="999465"/>
                  </a:lnTo>
                  <a:lnTo>
                    <a:pt x="3312146" y="1065634"/>
                  </a:lnTo>
                  <a:lnTo>
                    <a:pt x="3358594" y="1131166"/>
                  </a:lnTo>
                  <a:lnTo>
                    <a:pt x="3404974" y="1195503"/>
                  </a:lnTo>
                  <a:lnTo>
                    <a:pt x="3451277" y="1258128"/>
                  </a:lnTo>
                  <a:lnTo>
                    <a:pt x="3497520" y="1318585"/>
                  </a:lnTo>
                  <a:lnTo>
                    <a:pt x="3543754" y="1376491"/>
                  </a:lnTo>
                  <a:lnTo>
                    <a:pt x="3590072" y="1431538"/>
                  </a:lnTo>
                  <a:lnTo>
                    <a:pt x="3636614" y="1483506"/>
                  </a:lnTo>
                  <a:lnTo>
                    <a:pt x="3683575" y="1532253"/>
                  </a:lnTo>
                  <a:lnTo>
                    <a:pt x="3731214" y="1577721"/>
                  </a:lnTo>
                  <a:lnTo>
                    <a:pt x="3779866" y="1619917"/>
                  </a:lnTo>
                  <a:lnTo>
                    <a:pt x="3820202" y="1651673"/>
                  </a:lnTo>
                  <a:lnTo>
                    <a:pt x="3871655" y="1688027"/>
                  </a:lnTo>
                  <a:lnTo>
                    <a:pt x="3925515" y="1721251"/>
                  </a:lnTo>
                  <a:lnTo>
                    <a:pt x="3982448" y="1751455"/>
                  </a:lnTo>
                  <a:lnTo>
                    <a:pt x="4043186" y="1778851"/>
                  </a:lnTo>
                  <a:lnTo>
                    <a:pt x="4108489" y="1803693"/>
                  </a:lnTo>
                  <a:lnTo>
                    <a:pt x="4179102" y="1826243"/>
                  </a:lnTo>
                  <a:lnTo>
                    <a:pt x="4255710" y="1846750"/>
                  </a:lnTo>
                  <a:lnTo>
                    <a:pt x="4338866" y="1865432"/>
                  </a:lnTo>
                  <a:lnTo>
                    <a:pt x="4428912" y="1882471"/>
                  </a:lnTo>
                  <a:lnTo>
                    <a:pt x="4525862" y="1898009"/>
                  </a:lnTo>
                  <a:lnTo>
                    <a:pt x="4629269" y="1912143"/>
                  </a:lnTo>
                  <a:lnTo>
                    <a:pt x="4738088" y="1924930"/>
                  </a:lnTo>
                  <a:lnTo>
                    <a:pt x="4850550" y="1936386"/>
                  </a:lnTo>
                  <a:lnTo>
                    <a:pt x="4964098" y="1946500"/>
                  </a:lnTo>
                  <a:lnTo>
                    <a:pt x="5075440" y="1955245"/>
                  </a:lnTo>
                  <a:lnTo>
                    <a:pt x="5180758" y="1962595"/>
                  </a:lnTo>
                  <a:lnTo>
                    <a:pt x="5276096" y="1968549"/>
                  </a:lnTo>
                  <a:lnTo>
                    <a:pt x="5357887" y="1973149"/>
                  </a:lnTo>
                  <a:lnTo>
                    <a:pt x="5423524" y="1976489"/>
                  </a:lnTo>
                  <a:lnTo>
                    <a:pt x="5471838" y="1978724"/>
                  </a:lnTo>
                  <a:lnTo>
                    <a:pt x="5503367" y="1980054"/>
                  </a:lnTo>
                  <a:lnTo>
                    <a:pt x="5520374" y="1980710"/>
                  </a:lnTo>
                  <a:lnTo>
                    <a:pt x="5526677" y="1980934"/>
                  </a:lnTo>
                  <a:lnTo>
                    <a:pt x="5527445" y="1980959"/>
                  </a:lnTo>
                  <a:lnTo>
                    <a:pt x="6522385" y="1980959"/>
                  </a:lnTo>
                  <a:lnTo>
                    <a:pt x="6523509" y="1980983"/>
                  </a:lnTo>
                  <a:lnTo>
                    <a:pt x="6530926" y="1981154"/>
                  </a:lnTo>
                  <a:lnTo>
                    <a:pt x="6549727" y="1981628"/>
                  </a:lnTo>
                  <a:lnTo>
                    <a:pt x="6583601" y="1982560"/>
                  </a:lnTo>
                  <a:lnTo>
                    <a:pt x="6634618" y="1984101"/>
                  </a:lnTo>
                  <a:lnTo>
                    <a:pt x="6703074" y="1986379"/>
                  </a:lnTo>
                  <a:lnTo>
                    <a:pt x="6787546" y="1989488"/>
                  </a:lnTo>
                  <a:lnTo>
                    <a:pt x="6885205" y="1993487"/>
                  </a:lnTo>
                  <a:lnTo>
                    <a:pt x="6992328" y="1998396"/>
                  </a:lnTo>
                  <a:lnTo>
                    <a:pt x="7104885" y="2004212"/>
                  </a:lnTo>
                  <a:lnTo>
                    <a:pt x="7219063" y="2010916"/>
                  </a:lnTo>
                  <a:lnTo>
                    <a:pt x="7331637" y="2018492"/>
                  </a:lnTo>
                  <a:lnTo>
                    <a:pt x="7440151" y="2026936"/>
                  </a:lnTo>
                  <a:lnTo>
                    <a:pt x="7542948" y="2036262"/>
                  </a:lnTo>
                  <a:lnTo>
                    <a:pt x="7639091" y="2046512"/>
                  </a:lnTo>
                  <a:lnTo>
                    <a:pt x="7728228" y="2057756"/>
                  </a:lnTo>
                  <a:lnTo>
                    <a:pt x="7810449" y="2070092"/>
                  </a:lnTo>
                  <a:lnTo>
                    <a:pt x="7886153" y="2083645"/>
                  </a:lnTo>
                  <a:lnTo>
                    <a:pt x="7955937" y="2098561"/>
                  </a:lnTo>
                  <a:lnTo>
                    <a:pt x="8020514" y="2115007"/>
                  </a:lnTo>
                  <a:lnTo>
                    <a:pt x="8080648" y="2133155"/>
                  </a:lnTo>
                  <a:lnTo>
                    <a:pt x="8137109" y="2153167"/>
                  </a:lnTo>
                  <a:lnTo>
                    <a:pt x="8190628" y="2175171"/>
                  </a:lnTo>
                  <a:lnTo>
                    <a:pt x="8229629" y="2193205"/>
                  </a:lnTo>
                  <a:lnTo>
                    <a:pt x="8284757" y="2221650"/>
                  </a:lnTo>
                  <a:lnTo>
                    <a:pt x="8338285" y="2252652"/>
                  </a:lnTo>
                  <a:lnTo>
                    <a:pt x="8390747" y="2286257"/>
                  </a:lnTo>
                  <a:lnTo>
                    <a:pt x="8442548" y="2322446"/>
                  </a:lnTo>
                  <a:lnTo>
                    <a:pt x="8493992" y="2361125"/>
                  </a:lnTo>
                  <a:lnTo>
                    <a:pt x="8545293" y="2402123"/>
                  </a:lnTo>
                  <a:lnTo>
                    <a:pt x="8596590" y="2445184"/>
                  </a:lnTo>
                  <a:lnTo>
                    <a:pt x="8647957" y="2489978"/>
                  </a:lnTo>
                  <a:lnTo>
                    <a:pt x="8699420" y="2536103"/>
                  </a:lnTo>
                  <a:lnTo>
                    <a:pt x="8750961" y="2583100"/>
                  </a:lnTo>
                  <a:lnTo>
                    <a:pt x="8802540" y="2630471"/>
                  </a:lnTo>
                  <a:lnTo>
                    <a:pt x="8854105" y="2677704"/>
                  </a:lnTo>
                  <a:lnTo>
                    <a:pt x="8905607" y="2724290"/>
                  </a:lnTo>
                  <a:lnTo>
                    <a:pt x="8957018" y="2769751"/>
                  </a:lnTo>
                  <a:lnTo>
                    <a:pt x="9008342" y="2813657"/>
                  </a:lnTo>
                  <a:lnTo>
                    <a:pt x="9059628" y="2855643"/>
                  </a:lnTo>
                  <a:lnTo>
                    <a:pt x="9110984" y="2895417"/>
                  </a:lnTo>
                  <a:lnTo>
                    <a:pt x="9162589" y="2932770"/>
                  </a:lnTo>
                  <a:lnTo>
                    <a:pt x="9214702" y="2967573"/>
                  </a:lnTo>
                  <a:lnTo>
                    <a:pt x="9267680" y="2999773"/>
                  </a:lnTo>
                  <a:lnTo>
                    <a:pt x="9321995" y="3029387"/>
                  </a:lnTo>
                  <a:lnTo>
                    <a:pt x="9347647" y="3042188"/>
                  </a:lnTo>
                  <a:lnTo>
                    <a:pt x="9399380" y="3065739"/>
                  </a:lnTo>
                  <a:lnTo>
                    <a:pt x="9453548" y="3087252"/>
                  </a:lnTo>
                  <a:lnTo>
                    <a:pt x="9510829" y="3106799"/>
                  </a:lnTo>
                  <a:lnTo>
                    <a:pt x="9571969" y="3124519"/>
                  </a:lnTo>
                  <a:lnTo>
                    <a:pt x="9637738" y="3140578"/>
                  </a:lnTo>
                  <a:lnTo>
                    <a:pt x="9708894" y="3155150"/>
                  </a:lnTo>
                  <a:lnTo>
                    <a:pt x="9786127" y="3168395"/>
                  </a:lnTo>
                  <a:lnTo>
                    <a:pt x="9869997" y="3180456"/>
                  </a:lnTo>
                  <a:lnTo>
                    <a:pt x="9960837" y="3191452"/>
                  </a:lnTo>
                  <a:lnTo>
                    <a:pt x="10058644" y="3201473"/>
                  </a:lnTo>
                  <a:lnTo>
                    <a:pt x="10162937" y="3210582"/>
                  </a:lnTo>
                  <a:lnTo>
                    <a:pt x="10272616" y="3218815"/>
                  </a:lnTo>
                  <a:lnTo>
                    <a:pt x="10385835" y="3226181"/>
                  </a:lnTo>
                  <a:lnTo>
                    <a:pt x="10499943" y="3232672"/>
                  </a:lnTo>
                  <a:lnTo>
                    <a:pt x="10611549" y="3238269"/>
                  </a:lnTo>
                  <a:lnTo>
                    <a:pt x="10716748" y="3242958"/>
                  </a:lnTo>
                  <a:lnTo>
                    <a:pt x="10811530" y="3246737"/>
                  </a:lnTo>
                  <a:lnTo>
                    <a:pt x="10892336" y="3249638"/>
                  </a:lnTo>
                  <a:lnTo>
                    <a:pt x="10956636" y="3251728"/>
                  </a:lnTo>
                  <a:lnTo>
                    <a:pt x="11003404" y="3253109"/>
                  </a:lnTo>
                  <a:lnTo>
                    <a:pt x="11033372" y="3253916"/>
                  </a:lnTo>
                  <a:lnTo>
                    <a:pt x="11049020" y="3254301"/>
                  </a:lnTo>
                  <a:lnTo>
                    <a:pt x="11054396" y="3254423"/>
                  </a:lnTo>
                  <a:lnTo>
                    <a:pt x="11054891" y="3254433"/>
                  </a:lnTo>
                  <a:lnTo>
                    <a:pt x="12049831" y="3254433"/>
                  </a:lnTo>
                  <a:lnTo>
                    <a:pt x="12049831" y="3249193"/>
                  </a:lnTo>
                  <a:lnTo>
                    <a:pt x="11054891" y="3249193"/>
                  </a:lnTo>
                  <a:lnTo>
                    <a:pt x="11053767" y="3249169"/>
                  </a:lnTo>
                  <a:lnTo>
                    <a:pt x="11046350" y="3248997"/>
                  </a:lnTo>
                  <a:lnTo>
                    <a:pt x="11027549" y="3248524"/>
                  </a:lnTo>
                  <a:lnTo>
                    <a:pt x="10993675" y="3247592"/>
                  </a:lnTo>
                  <a:lnTo>
                    <a:pt x="10942659" y="3246050"/>
                  </a:lnTo>
                  <a:lnTo>
                    <a:pt x="10874203" y="3243773"/>
                  </a:lnTo>
                  <a:lnTo>
                    <a:pt x="10789731" y="3240663"/>
                  </a:lnTo>
                  <a:lnTo>
                    <a:pt x="10692071" y="3236665"/>
                  </a:lnTo>
                  <a:lnTo>
                    <a:pt x="10584948" y="3231756"/>
                  </a:lnTo>
                  <a:lnTo>
                    <a:pt x="10472391" y="3225940"/>
                  </a:lnTo>
                  <a:lnTo>
                    <a:pt x="10358213" y="3219236"/>
                  </a:lnTo>
                  <a:lnTo>
                    <a:pt x="10245639" y="3211660"/>
                  </a:lnTo>
                  <a:lnTo>
                    <a:pt x="10137126" y="3203216"/>
                  </a:lnTo>
                  <a:lnTo>
                    <a:pt x="10034328" y="3193890"/>
                  </a:lnTo>
                  <a:lnTo>
                    <a:pt x="9938185" y="3183640"/>
                  </a:lnTo>
                  <a:lnTo>
                    <a:pt x="9849048" y="3172396"/>
                  </a:lnTo>
                  <a:lnTo>
                    <a:pt x="9766827" y="3160059"/>
                  </a:lnTo>
                  <a:lnTo>
                    <a:pt x="9691124" y="3146507"/>
                  </a:lnTo>
                  <a:lnTo>
                    <a:pt x="9621340" y="3131590"/>
                  </a:lnTo>
                  <a:lnTo>
                    <a:pt x="9556763" y="3115145"/>
                  </a:lnTo>
                  <a:lnTo>
                    <a:pt x="9496629" y="3096997"/>
                  </a:lnTo>
                  <a:lnTo>
                    <a:pt x="9440168" y="3076985"/>
                  </a:lnTo>
                  <a:lnTo>
                    <a:pt x="9386649" y="3054981"/>
                  </a:lnTo>
                  <a:lnTo>
                    <a:pt x="9347647" y="3036947"/>
                  </a:lnTo>
                  <a:lnTo>
                    <a:pt x="9292519" y="3008502"/>
                  </a:lnTo>
                  <a:lnTo>
                    <a:pt x="9238991" y="2977500"/>
                  </a:lnTo>
                  <a:lnTo>
                    <a:pt x="9186530" y="2943894"/>
                  </a:lnTo>
                  <a:lnTo>
                    <a:pt x="9134729" y="2907706"/>
                  </a:lnTo>
                  <a:lnTo>
                    <a:pt x="9083285" y="2869027"/>
                  </a:lnTo>
                  <a:lnTo>
                    <a:pt x="9031984" y="2828029"/>
                  </a:lnTo>
                  <a:lnTo>
                    <a:pt x="8980687" y="2784968"/>
                  </a:lnTo>
                  <a:lnTo>
                    <a:pt x="8929319" y="2740173"/>
                  </a:lnTo>
                  <a:lnTo>
                    <a:pt x="8877857" y="2694049"/>
                  </a:lnTo>
                  <a:lnTo>
                    <a:pt x="8826315" y="2647052"/>
                  </a:lnTo>
                  <a:lnTo>
                    <a:pt x="8774736" y="2599681"/>
                  </a:lnTo>
                  <a:lnTo>
                    <a:pt x="8723172" y="2552448"/>
                  </a:lnTo>
                  <a:lnTo>
                    <a:pt x="8671669" y="2505862"/>
                  </a:lnTo>
                  <a:lnTo>
                    <a:pt x="8620258" y="2460401"/>
                  </a:lnTo>
                  <a:lnTo>
                    <a:pt x="8568934" y="2416494"/>
                  </a:lnTo>
                  <a:lnTo>
                    <a:pt x="8517649" y="2374509"/>
                  </a:lnTo>
                  <a:lnTo>
                    <a:pt x="8466292" y="2334735"/>
                  </a:lnTo>
                  <a:lnTo>
                    <a:pt x="8414688" y="2297382"/>
                  </a:lnTo>
                  <a:lnTo>
                    <a:pt x="8362574" y="2262579"/>
                  </a:lnTo>
                  <a:lnTo>
                    <a:pt x="8309596" y="2230379"/>
                  </a:lnTo>
                  <a:lnTo>
                    <a:pt x="8255281" y="2200765"/>
                  </a:lnTo>
                  <a:lnTo>
                    <a:pt x="8229629" y="2187964"/>
                  </a:lnTo>
                  <a:lnTo>
                    <a:pt x="8177896" y="2164413"/>
                  </a:lnTo>
                  <a:lnTo>
                    <a:pt x="8123729" y="2142900"/>
                  </a:lnTo>
                  <a:lnTo>
                    <a:pt x="8066447" y="2123353"/>
                  </a:lnTo>
                  <a:lnTo>
                    <a:pt x="8005308" y="2105633"/>
                  </a:lnTo>
                  <a:lnTo>
                    <a:pt x="7939539" y="2089574"/>
                  </a:lnTo>
                  <a:lnTo>
                    <a:pt x="7868383" y="2075002"/>
                  </a:lnTo>
                  <a:lnTo>
                    <a:pt x="7791149" y="2061757"/>
                  </a:lnTo>
                  <a:lnTo>
                    <a:pt x="7707280" y="2049696"/>
                  </a:lnTo>
                  <a:lnTo>
                    <a:pt x="7616440" y="2038700"/>
                  </a:lnTo>
                  <a:lnTo>
                    <a:pt x="7518633" y="2028679"/>
                  </a:lnTo>
                  <a:lnTo>
                    <a:pt x="7414339" y="2019570"/>
                  </a:lnTo>
                  <a:lnTo>
                    <a:pt x="7304660" y="2011337"/>
                  </a:lnTo>
                  <a:lnTo>
                    <a:pt x="7191442" y="2003971"/>
                  </a:lnTo>
                  <a:lnTo>
                    <a:pt x="7077334" y="1997480"/>
                  </a:lnTo>
                  <a:lnTo>
                    <a:pt x="6965727" y="1991882"/>
                  </a:lnTo>
                  <a:lnTo>
                    <a:pt x="6860529" y="1987194"/>
                  </a:lnTo>
                  <a:lnTo>
                    <a:pt x="6765746" y="1983415"/>
                  </a:lnTo>
                  <a:lnTo>
                    <a:pt x="6684940" y="1980513"/>
                  </a:lnTo>
                  <a:lnTo>
                    <a:pt x="6620641" y="1978424"/>
                  </a:lnTo>
                  <a:lnTo>
                    <a:pt x="6573872" y="1977043"/>
                  </a:lnTo>
                  <a:lnTo>
                    <a:pt x="6543904" y="1976236"/>
                  </a:lnTo>
                  <a:lnTo>
                    <a:pt x="6528256" y="1975851"/>
                  </a:lnTo>
                  <a:lnTo>
                    <a:pt x="6522881" y="1975729"/>
                  </a:lnTo>
                  <a:lnTo>
                    <a:pt x="6522385" y="1975719"/>
                  </a:lnTo>
                  <a:lnTo>
                    <a:pt x="5527445" y="1975719"/>
                  </a:lnTo>
                  <a:lnTo>
                    <a:pt x="5526339" y="1975682"/>
                  </a:lnTo>
                  <a:lnTo>
                    <a:pt x="5519035" y="1975420"/>
                  </a:lnTo>
                  <a:lnTo>
                    <a:pt x="5500511" y="1974698"/>
                  </a:lnTo>
                  <a:lnTo>
                    <a:pt x="5467118" y="1973274"/>
                  </a:lnTo>
                  <a:lnTo>
                    <a:pt x="5416787" y="1970921"/>
                  </a:lnTo>
                  <a:lnTo>
                    <a:pt x="5349185" y="1967441"/>
                  </a:lnTo>
                  <a:lnTo>
                    <a:pt x="5265665" y="1962689"/>
                  </a:lnTo>
                  <a:lnTo>
                    <a:pt x="5168973" y="1956573"/>
                  </a:lnTo>
                  <a:lnTo>
                    <a:pt x="5062751" y="1949061"/>
                  </a:lnTo>
                  <a:lnTo>
                    <a:pt x="4950964" y="1940155"/>
                  </a:lnTo>
                  <a:lnTo>
                    <a:pt x="4837386" y="1929884"/>
                  </a:lnTo>
                  <a:lnTo>
                    <a:pt x="4725232" y="1918273"/>
                  </a:lnTo>
                  <a:lnTo>
                    <a:pt x="4616965" y="1905332"/>
                  </a:lnTo>
                  <a:lnTo>
                    <a:pt x="4514266" y="1891038"/>
                  </a:lnTo>
                  <a:lnTo>
                    <a:pt x="4418105" y="1875332"/>
                  </a:lnTo>
                  <a:lnTo>
                    <a:pt x="4328866" y="1858110"/>
                  </a:lnTo>
                  <a:lnTo>
                    <a:pt x="4246492" y="1839227"/>
                  </a:lnTo>
                  <a:lnTo>
                    <a:pt x="4170612" y="1818495"/>
                  </a:lnTo>
                  <a:lnTo>
                    <a:pt x="4100651" y="1795691"/>
                  </a:lnTo>
                  <a:lnTo>
                    <a:pt x="4035917" y="1770567"/>
                  </a:lnTo>
                  <a:lnTo>
                    <a:pt x="3975659" y="1742858"/>
                  </a:lnTo>
                  <a:lnTo>
                    <a:pt x="3919120" y="1712312"/>
                  </a:lnTo>
                  <a:lnTo>
                    <a:pt x="3865572" y="1678728"/>
                  </a:lnTo>
                  <a:lnTo>
                    <a:pt x="3820202" y="1646432"/>
                  </a:lnTo>
                  <a:lnTo>
                    <a:pt x="3770427" y="1606826"/>
                  </a:lnTo>
                  <a:lnTo>
                    <a:pt x="3722000" y="1564005"/>
                  </a:lnTo>
                  <a:lnTo>
                    <a:pt x="3674514" y="1517906"/>
                  </a:lnTo>
                  <a:lnTo>
                    <a:pt x="3627652" y="1468533"/>
                  </a:lnTo>
                  <a:lnTo>
                    <a:pt x="3581166" y="1415961"/>
                  </a:lnTo>
                  <a:lnTo>
                    <a:pt x="3534874" y="1360345"/>
                  </a:lnTo>
                  <a:lnTo>
                    <a:pt x="3488643" y="1301923"/>
                  </a:lnTo>
                  <a:lnTo>
                    <a:pt x="3442392" y="1241017"/>
                  </a:lnTo>
                  <a:lnTo>
                    <a:pt x="3396074" y="1178026"/>
                  </a:lnTo>
                  <a:lnTo>
                    <a:pt x="3349680" y="1113419"/>
                  </a:lnTo>
                  <a:lnTo>
                    <a:pt x="3303221" y="1047720"/>
                  </a:lnTo>
                  <a:lnTo>
                    <a:pt x="3256728" y="981494"/>
                  </a:lnTo>
                  <a:lnTo>
                    <a:pt x="3210239" y="915324"/>
                  </a:lnTo>
                  <a:lnTo>
                    <a:pt x="3163791" y="849792"/>
                  </a:lnTo>
                  <a:lnTo>
                    <a:pt x="3117411" y="785456"/>
                  </a:lnTo>
                  <a:lnTo>
                    <a:pt x="3071108" y="722831"/>
                  </a:lnTo>
                  <a:lnTo>
                    <a:pt x="3024865" y="662373"/>
                  </a:lnTo>
                  <a:lnTo>
                    <a:pt x="2978631" y="604468"/>
                  </a:lnTo>
                  <a:lnTo>
                    <a:pt x="2932313" y="549421"/>
                  </a:lnTo>
                  <a:lnTo>
                    <a:pt x="2885771" y="497453"/>
                  </a:lnTo>
                  <a:lnTo>
                    <a:pt x="2838810" y="448705"/>
                  </a:lnTo>
                  <a:lnTo>
                    <a:pt x="2791171" y="403238"/>
                  </a:lnTo>
                  <a:lnTo>
                    <a:pt x="2742519" y="361041"/>
                  </a:lnTo>
                  <a:lnTo>
                    <a:pt x="2702183" y="329286"/>
                  </a:lnTo>
                  <a:lnTo>
                    <a:pt x="2650730" y="292932"/>
                  </a:lnTo>
                  <a:lnTo>
                    <a:pt x="2596870" y="259708"/>
                  </a:lnTo>
                  <a:lnTo>
                    <a:pt x="2539937" y="229503"/>
                  </a:lnTo>
                  <a:lnTo>
                    <a:pt x="2479199" y="202108"/>
                  </a:lnTo>
                  <a:lnTo>
                    <a:pt x="2413896" y="177266"/>
                  </a:lnTo>
                  <a:lnTo>
                    <a:pt x="2343283" y="154716"/>
                  </a:lnTo>
                  <a:lnTo>
                    <a:pt x="2266675" y="134209"/>
                  </a:lnTo>
                  <a:lnTo>
                    <a:pt x="2183519" y="115527"/>
                  </a:lnTo>
                  <a:lnTo>
                    <a:pt x="2093473" y="98488"/>
                  </a:lnTo>
                  <a:lnTo>
                    <a:pt x="1996523" y="82950"/>
                  </a:lnTo>
                  <a:lnTo>
                    <a:pt x="1893116" y="68816"/>
                  </a:lnTo>
                  <a:lnTo>
                    <a:pt x="1784296" y="56029"/>
                  </a:lnTo>
                  <a:lnTo>
                    <a:pt x="1671835" y="44573"/>
                  </a:lnTo>
                  <a:lnTo>
                    <a:pt x="1558287" y="34459"/>
                  </a:lnTo>
                  <a:lnTo>
                    <a:pt x="1446945" y="25714"/>
                  </a:lnTo>
                  <a:lnTo>
                    <a:pt x="1341627" y="18363"/>
                  </a:lnTo>
                  <a:lnTo>
                    <a:pt x="1246289" y="12409"/>
                  </a:lnTo>
                  <a:lnTo>
                    <a:pt x="1164498" y="7810"/>
                  </a:lnTo>
                  <a:lnTo>
                    <a:pt x="1098861" y="4470"/>
                  </a:lnTo>
                  <a:lnTo>
                    <a:pt x="1050547" y="2235"/>
                  </a:lnTo>
                  <a:lnTo>
                    <a:pt x="1019018" y="905"/>
                  </a:lnTo>
                  <a:lnTo>
                    <a:pt x="1002011" y="248"/>
                  </a:lnTo>
                  <a:lnTo>
                    <a:pt x="995708" y="2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65" name="pl564"/>
            <p:cNvSpPr/>
            <p:nvPr/>
          </p:nvSpPr>
          <p:spPr>
            <a:xfrm>
              <a:off x="1199187" y="3249028"/>
              <a:ext cx="12049831" cy="3249193"/>
            </a:xfrm>
            <a:custGeom>
              <a:avLst/>
              <a:pathLst>
                <a:path w="12049831" h="3249193">
                  <a:moveTo>
                    <a:pt x="0" y="0"/>
                  </a:moveTo>
                  <a:lnTo>
                    <a:pt x="994940" y="0"/>
                  </a:lnTo>
                  <a:lnTo>
                    <a:pt x="996046" y="36"/>
                  </a:lnTo>
                  <a:lnTo>
                    <a:pt x="1003350" y="298"/>
                  </a:lnTo>
                  <a:lnTo>
                    <a:pt x="1021874" y="1020"/>
                  </a:lnTo>
                  <a:lnTo>
                    <a:pt x="1055267" y="2444"/>
                  </a:lnTo>
                  <a:lnTo>
                    <a:pt x="1105598" y="4797"/>
                  </a:lnTo>
                  <a:lnTo>
                    <a:pt x="1173200" y="8277"/>
                  </a:lnTo>
                  <a:lnTo>
                    <a:pt x="1256720" y="13030"/>
                  </a:lnTo>
                  <a:lnTo>
                    <a:pt x="1353412" y="19145"/>
                  </a:lnTo>
                  <a:lnTo>
                    <a:pt x="1459634" y="26657"/>
                  </a:lnTo>
                  <a:lnTo>
                    <a:pt x="1571421" y="35563"/>
                  </a:lnTo>
                  <a:lnTo>
                    <a:pt x="1684999" y="45834"/>
                  </a:lnTo>
                  <a:lnTo>
                    <a:pt x="1797153" y="57445"/>
                  </a:lnTo>
                  <a:lnTo>
                    <a:pt x="1905420" y="70386"/>
                  </a:lnTo>
                  <a:lnTo>
                    <a:pt x="2008119" y="84680"/>
                  </a:lnTo>
                  <a:lnTo>
                    <a:pt x="2104280" y="100386"/>
                  </a:lnTo>
                  <a:lnTo>
                    <a:pt x="2193519" y="117608"/>
                  </a:lnTo>
                  <a:lnTo>
                    <a:pt x="2275893" y="136492"/>
                  </a:lnTo>
                  <a:lnTo>
                    <a:pt x="2351773" y="157223"/>
                  </a:lnTo>
                  <a:lnTo>
                    <a:pt x="2421734" y="180027"/>
                  </a:lnTo>
                  <a:lnTo>
                    <a:pt x="2486468" y="205151"/>
                  </a:lnTo>
                  <a:lnTo>
                    <a:pt x="2546726" y="232860"/>
                  </a:lnTo>
                  <a:lnTo>
                    <a:pt x="2603265" y="263406"/>
                  </a:lnTo>
                  <a:lnTo>
                    <a:pt x="2656813" y="296990"/>
                  </a:lnTo>
                  <a:lnTo>
                    <a:pt x="2702183" y="329286"/>
                  </a:lnTo>
                  <a:lnTo>
                    <a:pt x="2751958" y="368893"/>
                  </a:lnTo>
                  <a:lnTo>
                    <a:pt x="2800385" y="411713"/>
                  </a:lnTo>
                  <a:lnTo>
                    <a:pt x="2847871" y="457812"/>
                  </a:lnTo>
                  <a:lnTo>
                    <a:pt x="2894733" y="507185"/>
                  </a:lnTo>
                  <a:lnTo>
                    <a:pt x="2941219" y="559757"/>
                  </a:lnTo>
                  <a:lnTo>
                    <a:pt x="2987511" y="615373"/>
                  </a:lnTo>
                  <a:lnTo>
                    <a:pt x="3033742" y="673795"/>
                  </a:lnTo>
                  <a:lnTo>
                    <a:pt x="3079993" y="734701"/>
                  </a:lnTo>
                  <a:lnTo>
                    <a:pt x="3126311" y="797692"/>
                  </a:lnTo>
                  <a:lnTo>
                    <a:pt x="3172705" y="862299"/>
                  </a:lnTo>
                  <a:lnTo>
                    <a:pt x="3219164" y="927998"/>
                  </a:lnTo>
                  <a:lnTo>
                    <a:pt x="3265657" y="994224"/>
                  </a:lnTo>
                  <a:lnTo>
                    <a:pt x="3312146" y="1060394"/>
                  </a:lnTo>
                  <a:lnTo>
                    <a:pt x="3358594" y="1125926"/>
                  </a:lnTo>
                  <a:lnTo>
                    <a:pt x="3404974" y="1190262"/>
                  </a:lnTo>
                  <a:lnTo>
                    <a:pt x="3451277" y="1252887"/>
                  </a:lnTo>
                  <a:lnTo>
                    <a:pt x="3497520" y="1313345"/>
                  </a:lnTo>
                  <a:lnTo>
                    <a:pt x="3543754" y="1371250"/>
                  </a:lnTo>
                  <a:lnTo>
                    <a:pt x="3590072" y="1426297"/>
                  </a:lnTo>
                  <a:lnTo>
                    <a:pt x="3636614" y="1478265"/>
                  </a:lnTo>
                  <a:lnTo>
                    <a:pt x="3683575" y="1527013"/>
                  </a:lnTo>
                  <a:lnTo>
                    <a:pt x="3731214" y="1572480"/>
                  </a:lnTo>
                  <a:lnTo>
                    <a:pt x="3779866" y="1614677"/>
                  </a:lnTo>
                  <a:lnTo>
                    <a:pt x="3820202" y="1646432"/>
                  </a:lnTo>
                  <a:lnTo>
                    <a:pt x="3871655" y="1682786"/>
                  </a:lnTo>
                  <a:lnTo>
                    <a:pt x="3925515" y="1716010"/>
                  </a:lnTo>
                  <a:lnTo>
                    <a:pt x="3982448" y="1746215"/>
                  </a:lnTo>
                  <a:lnTo>
                    <a:pt x="4043186" y="1773610"/>
                  </a:lnTo>
                  <a:lnTo>
                    <a:pt x="4108489" y="1798452"/>
                  </a:lnTo>
                  <a:lnTo>
                    <a:pt x="4179102" y="1821002"/>
                  </a:lnTo>
                  <a:lnTo>
                    <a:pt x="4255710" y="1841509"/>
                  </a:lnTo>
                  <a:lnTo>
                    <a:pt x="4338866" y="1860191"/>
                  </a:lnTo>
                  <a:lnTo>
                    <a:pt x="4428912" y="1877230"/>
                  </a:lnTo>
                  <a:lnTo>
                    <a:pt x="4525862" y="1892768"/>
                  </a:lnTo>
                  <a:lnTo>
                    <a:pt x="4629269" y="1906903"/>
                  </a:lnTo>
                  <a:lnTo>
                    <a:pt x="4738088" y="1919689"/>
                  </a:lnTo>
                  <a:lnTo>
                    <a:pt x="4850550" y="1931145"/>
                  </a:lnTo>
                  <a:lnTo>
                    <a:pt x="4964098" y="1941260"/>
                  </a:lnTo>
                  <a:lnTo>
                    <a:pt x="5075440" y="1950004"/>
                  </a:lnTo>
                  <a:lnTo>
                    <a:pt x="5180758" y="1957355"/>
                  </a:lnTo>
                  <a:lnTo>
                    <a:pt x="5276096" y="1963309"/>
                  </a:lnTo>
                  <a:lnTo>
                    <a:pt x="5357887" y="1967908"/>
                  </a:lnTo>
                  <a:lnTo>
                    <a:pt x="5423524" y="1971248"/>
                  </a:lnTo>
                  <a:lnTo>
                    <a:pt x="5471838" y="1973483"/>
                  </a:lnTo>
                  <a:lnTo>
                    <a:pt x="5503367" y="1974813"/>
                  </a:lnTo>
                  <a:lnTo>
                    <a:pt x="5520374" y="1975470"/>
                  </a:lnTo>
                  <a:lnTo>
                    <a:pt x="5526677" y="1975693"/>
                  </a:lnTo>
                  <a:lnTo>
                    <a:pt x="5527445" y="1975719"/>
                  </a:lnTo>
                  <a:lnTo>
                    <a:pt x="6522385" y="1975719"/>
                  </a:lnTo>
                  <a:lnTo>
                    <a:pt x="6523509" y="1975743"/>
                  </a:lnTo>
                  <a:lnTo>
                    <a:pt x="6530926" y="1975914"/>
                  </a:lnTo>
                  <a:lnTo>
                    <a:pt x="6549727" y="1976387"/>
                  </a:lnTo>
                  <a:lnTo>
                    <a:pt x="6583601" y="1977320"/>
                  </a:lnTo>
                  <a:lnTo>
                    <a:pt x="6634618" y="1978861"/>
                  </a:lnTo>
                  <a:lnTo>
                    <a:pt x="6703074" y="1981138"/>
                  </a:lnTo>
                  <a:lnTo>
                    <a:pt x="6787546" y="1984248"/>
                  </a:lnTo>
                  <a:lnTo>
                    <a:pt x="6885205" y="1988246"/>
                  </a:lnTo>
                  <a:lnTo>
                    <a:pt x="6992328" y="1993155"/>
                  </a:lnTo>
                  <a:lnTo>
                    <a:pt x="7104885" y="1998971"/>
                  </a:lnTo>
                  <a:lnTo>
                    <a:pt x="7219063" y="2005675"/>
                  </a:lnTo>
                  <a:lnTo>
                    <a:pt x="7331637" y="2013252"/>
                  </a:lnTo>
                  <a:lnTo>
                    <a:pt x="7440151" y="2021695"/>
                  </a:lnTo>
                  <a:lnTo>
                    <a:pt x="7542948" y="2031021"/>
                  </a:lnTo>
                  <a:lnTo>
                    <a:pt x="7639091" y="2041271"/>
                  </a:lnTo>
                  <a:lnTo>
                    <a:pt x="7728228" y="2052516"/>
                  </a:lnTo>
                  <a:lnTo>
                    <a:pt x="7810449" y="2064852"/>
                  </a:lnTo>
                  <a:lnTo>
                    <a:pt x="7886153" y="2078404"/>
                  </a:lnTo>
                  <a:lnTo>
                    <a:pt x="7955937" y="2093321"/>
                  </a:lnTo>
                  <a:lnTo>
                    <a:pt x="8020514" y="2109767"/>
                  </a:lnTo>
                  <a:lnTo>
                    <a:pt x="8080648" y="2127914"/>
                  </a:lnTo>
                  <a:lnTo>
                    <a:pt x="8137109" y="2147927"/>
                  </a:lnTo>
                  <a:lnTo>
                    <a:pt x="8190628" y="2169930"/>
                  </a:lnTo>
                  <a:lnTo>
                    <a:pt x="8229629" y="2187964"/>
                  </a:lnTo>
                  <a:lnTo>
                    <a:pt x="8284757" y="2216410"/>
                  </a:lnTo>
                  <a:lnTo>
                    <a:pt x="8338285" y="2247412"/>
                  </a:lnTo>
                  <a:lnTo>
                    <a:pt x="8390747" y="2281017"/>
                  </a:lnTo>
                  <a:lnTo>
                    <a:pt x="8442548" y="2317205"/>
                  </a:lnTo>
                  <a:lnTo>
                    <a:pt x="8493992" y="2355885"/>
                  </a:lnTo>
                  <a:lnTo>
                    <a:pt x="8545293" y="2396882"/>
                  </a:lnTo>
                  <a:lnTo>
                    <a:pt x="8596590" y="2439944"/>
                  </a:lnTo>
                  <a:lnTo>
                    <a:pt x="8647957" y="2484738"/>
                  </a:lnTo>
                  <a:lnTo>
                    <a:pt x="8699420" y="2530862"/>
                  </a:lnTo>
                  <a:lnTo>
                    <a:pt x="8750961" y="2577859"/>
                  </a:lnTo>
                  <a:lnTo>
                    <a:pt x="8802540" y="2625230"/>
                  </a:lnTo>
                  <a:lnTo>
                    <a:pt x="8854105" y="2672463"/>
                  </a:lnTo>
                  <a:lnTo>
                    <a:pt x="8905607" y="2719049"/>
                  </a:lnTo>
                  <a:lnTo>
                    <a:pt x="8957018" y="2764511"/>
                  </a:lnTo>
                  <a:lnTo>
                    <a:pt x="9008342" y="2808417"/>
                  </a:lnTo>
                  <a:lnTo>
                    <a:pt x="9059628" y="2850402"/>
                  </a:lnTo>
                  <a:lnTo>
                    <a:pt x="9110984" y="2890176"/>
                  </a:lnTo>
                  <a:lnTo>
                    <a:pt x="9162589" y="2927529"/>
                  </a:lnTo>
                  <a:lnTo>
                    <a:pt x="9214702" y="2962332"/>
                  </a:lnTo>
                  <a:lnTo>
                    <a:pt x="9267680" y="2994532"/>
                  </a:lnTo>
                  <a:lnTo>
                    <a:pt x="9321995" y="3024146"/>
                  </a:lnTo>
                  <a:lnTo>
                    <a:pt x="9347647" y="3036947"/>
                  </a:lnTo>
                  <a:lnTo>
                    <a:pt x="9399380" y="3060498"/>
                  </a:lnTo>
                  <a:lnTo>
                    <a:pt x="9453548" y="3082011"/>
                  </a:lnTo>
                  <a:lnTo>
                    <a:pt x="9510829" y="3101558"/>
                  </a:lnTo>
                  <a:lnTo>
                    <a:pt x="9571969" y="3119278"/>
                  </a:lnTo>
                  <a:lnTo>
                    <a:pt x="9637738" y="3135338"/>
                  </a:lnTo>
                  <a:lnTo>
                    <a:pt x="9708894" y="3149909"/>
                  </a:lnTo>
                  <a:lnTo>
                    <a:pt x="9786127" y="3163154"/>
                  </a:lnTo>
                  <a:lnTo>
                    <a:pt x="9869997" y="3175215"/>
                  </a:lnTo>
                  <a:lnTo>
                    <a:pt x="9960837" y="3186211"/>
                  </a:lnTo>
                  <a:lnTo>
                    <a:pt x="10058644" y="3196232"/>
                  </a:lnTo>
                  <a:lnTo>
                    <a:pt x="10162937" y="3205342"/>
                  </a:lnTo>
                  <a:lnTo>
                    <a:pt x="10272616" y="3213574"/>
                  </a:lnTo>
                  <a:lnTo>
                    <a:pt x="10385835" y="3220940"/>
                  </a:lnTo>
                  <a:lnTo>
                    <a:pt x="10499943" y="3227431"/>
                  </a:lnTo>
                  <a:lnTo>
                    <a:pt x="10611549" y="3233029"/>
                  </a:lnTo>
                  <a:lnTo>
                    <a:pt x="10716748" y="3237717"/>
                  </a:lnTo>
                  <a:lnTo>
                    <a:pt x="10811530" y="3241497"/>
                  </a:lnTo>
                  <a:lnTo>
                    <a:pt x="10892336" y="3244398"/>
                  </a:lnTo>
                  <a:lnTo>
                    <a:pt x="10956636" y="3246487"/>
                  </a:lnTo>
                  <a:lnTo>
                    <a:pt x="11003404" y="3247868"/>
                  </a:lnTo>
                  <a:lnTo>
                    <a:pt x="11033372" y="3248675"/>
                  </a:lnTo>
                  <a:lnTo>
                    <a:pt x="11049020" y="3249061"/>
                  </a:lnTo>
                  <a:lnTo>
                    <a:pt x="11054396" y="3249182"/>
                  </a:lnTo>
                  <a:lnTo>
                    <a:pt x="11054891" y="3249193"/>
                  </a:lnTo>
                  <a:lnTo>
                    <a:pt x="12049831" y="3249193"/>
                  </a:lnTo>
                  <a:lnTo>
                    <a:pt x="12049831" y="32491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6" name="pl565"/>
            <p:cNvSpPr/>
            <p:nvPr/>
          </p:nvSpPr>
          <p:spPr>
            <a:xfrm>
              <a:off x="1199187" y="3243787"/>
              <a:ext cx="12049831" cy="3249193"/>
            </a:xfrm>
            <a:custGeom>
              <a:avLst/>
              <a:pathLst>
                <a:path w="12049831" h="3249193">
                  <a:moveTo>
                    <a:pt x="12049831" y="3249193"/>
                  </a:moveTo>
                  <a:lnTo>
                    <a:pt x="11054891" y="3249193"/>
                  </a:lnTo>
                  <a:lnTo>
                    <a:pt x="11053767" y="3249169"/>
                  </a:lnTo>
                  <a:lnTo>
                    <a:pt x="11046350" y="3248997"/>
                  </a:lnTo>
                  <a:lnTo>
                    <a:pt x="11027549" y="3248524"/>
                  </a:lnTo>
                  <a:lnTo>
                    <a:pt x="10993675" y="3247592"/>
                  </a:lnTo>
                  <a:lnTo>
                    <a:pt x="10942659" y="3246050"/>
                  </a:lnTo>
                  <a:lnTo>
                    <a:pt x="10874203" y="3243773"/>
                  </a:lnTo>
                  <a:lnTo>
                    <a:pt x="10789731" y="3240663"/>
                  </a:lnTo>
                  <a:lnTo>
                    <a:pt x="10692071" y="3236665"/>
                  </a:lnTo>
                  <a:lnTo>
                    <a:pt x="10584948" y="3231756"/>
                  </a:lnTo>
                  <a:lnTo>
                    <a:pt x="10472391" y="3225940"/>
                  </a:lnTo>
                  <a:lnTo>
                    <a:pt x="10358213" y="3219236"/>
                  </a:lnTo>
                  <a:lnTo>
                    <a:pt x="10245639" y="3211660"/>
                  </a:lnTo>
                  <a:lnTo>
                    <a:pt x="10137126" y="3203216"/>
                  </a:lnTo>
                  <a:lnTo>
                    <a:pt x="10034328" y="3193890"/>
                  </a:lnTo>
                  <a:lnTo>
                    <a:pt x="9938185" y="3183640"/>
                  </a:lnTo>
                  <a:lnTo>
                    <a:pt x="9849048" y="3172396"/>
                  </a:lnTo>
                  <a:lnTo>
                    <a:pt x="9766827" y="3160059"/>
                  </a:lnTo>
                  <a:lnTo>
                    <a:pt x="9691124" y="3146507"/>
                  </a:lnTo>
                  <a:lnTo>
                    <a:pt x="9621340" y="3131590"/>
                  </a:lnTo>
                  <a:lnTo>
                    <a:pt x="9556763" y="3115145"/>
                  </a:lnTo>
                  <a:lnTo>
                    <a:pt x="9496629" y="3096997"/>
                  </a:lnTo>
                  <a:lnTo>
                    <a:pt x="9440168" y="3076985"/>
                  </a:lnTo>
                  <a:lnTo>
                    <a:pt x="9386649" y="3054981"/>
                  </a:lnTo>
                  <a:lnTo>
                    <a:pt x="9347647" y="3036947"/>
                  </a:lnTo>
                  <a:lnTo>
                    <a:pt x="9292519" y="3008502"/>
                  </a:lnTo>
                  <a:lnTo>
                    <a:pt x="9238991" y="2977500"/>
                  </a:lnTo>
                  <a:lnTo>
                    <a:pt x="9186530" y="2943894"/>
                  </a:lnTo>
                  <a:lnTo>
                    <a:pt x="9134729" y="2907706"/>
                  </a:lnTo>
                  <a:lnTo>
                    <a:pt x="9083285" y="2869027"/>
                  </a:lnTo>
                  <a:lnTo>
                    <a:pt x="9031984" y="2828029"/>
                  </a:lnTo>
                  <a:lnTo>
                    <a:pt x="8980687" y="2784968"/>
                  </a:lnTo>
                  <a:lnTo>
                    <a:pt x="8929319" y="2740173"/>
                  </a:lnTo>
                  <a:lnTo>
                    <a:pt x="8877857" y="2694049"/>
                  </a:lnTo>
                  <a:lnTo>
                    <a:pt x="8826315" y="2647052"/>
                  </a:lnTo>
                  <a:lnTo>
                    <a:pt x="8774736" y="2599681"/>
                  </a:lnTo>
                  <a:lnTo>
                    <a:pt x="8723172" y="2552448"/>
                  </a:lnTo>
                  <a:lnTo>
                    <a:pt x="8671669" y="2505862"/>
                  </a:lnTo>
                  <a:lnTo>
                    <a:pt x="8620258" y="2460401"/>
                  </a:lnTo>
                  <a:lnTo>
                    <a:pt x="8568934" y="2416494"/>
                  </a:lnTo>
                  <a:lnTo>
                    <a:pt x="8517649" y="2374509"/>
                  </a:lnTo>
                  <a:lnTo>
                    <a:pt x="8466292" y="2334735"/>
                  </a:lnTo>
                  <a:lnTo>
                    <a:pt x="8414688" y="2297382"/>
                  </a:lnTo>
                  <a:lnTo>
                    <a:pt x="8362574" y="2262579"/>
                  </a:lnTo>
                  <a:lnTo>
                    <a:pt x="8309596" y="2230379"/>
                  </a:lnTo>
                  <a:lnTo>
                    <a:pt x="8255281" y="2200765"/>
                  </a:lnTo>
                  <a:lnTo>
                    <a:pt x="8229629" y="2187964"/>
                  </a:lnTo>
                  <a:lnTo>
                    <a:pt x="8177896" y="2164413"/>
                  </a:lnTo>
                  <a:lnTo>
                    <a:pt x="8123729" y="2142900"/>
                  </a:lnTo>
                  <a:lnTo>
                    <a:pt x="8066447" y="2123353"/>
                  </a:lnTo>
                  <a:lnTo>
                    <a:pt x="8005308" y="2105633"/>
                  </a:lnTo>
                  <a:lnTo>
                    <a:pt x="7939539" y="2089574"/>
                  </a:lnTo>
                  <a:lnTo>
                    <a:pt x="7868383" y="2075002"/>
                  </a:lnTo>
                  <a:lnTo>
                    <a:pt x="7791149" y="2061757"/>
                  </a:lnTo>
                  <a:lnTo>
                    <a:pt x="7707280" y="2049696"/>
                  </a:lnTo>
                  <a:lnTo>
                    <a:pt x="7616440" y="2038700"/>
                  </a:lnTo>
                  <a:lnTo>
                    <a:pt x="7518633" y="2028679"/>
                  </a:lnTo>
                  <a:lnTo>
                    <a:pt x="7414339" y="2019570"/>
                  </a:lnTo>
                  <a:lnTo>
                    <a:pt x="7304660" y="2011337"/>
                  </a:lnTo>
                  <a:lnTo>
                    <a:pt x="7191442" y="2003971"/>
                  </a:lnTo>
                  <a:lnTo>
                    <a:pt x="7077334" y="1997480"/>
                  </a:lnTo>
                  <a:lnTo>
                    <a:pt x="6965727" y="1991882"/>
                  </a:lnTo>
                  <a:lnTo>
                    <a:pt x="6860529" y="1987194"/>
                  </a:lnTo>
                  <a:lnTo>
                    <a:pt x="6765746" y="1983415"/>
                  </a:lnTo>
                  <a:lnTo>
                    <a:pt x="6684940" y="1980513"/>
                  </a:lnTo>
                  <a:lnTo>
                    <a:pt x="6620641" y="1978424"/>
                  </a:lnTo>
                  <a:lnTo>
                    <a:pt x="6573872" y="1977043"/>
                  </a:lnTo>
                  <a:lnTo>
                    <a:pt x="6543904" y="1976236"/>
                  </a:lnTo>
                  <a:lnTo>
                    <a:pt x="6528256" y="1975851"/>
                  </a:lnTo>
                  <a:lnTo>
                    <a:pt x="6522881" y="1975729"/>
                  </a:lnTo>
                  <a:lnTo>
                    <a:pt x="6522385" y="1975719"/>
                  </a:lnTo>
                  <a:lnTo>
                    <a:pt x="5527445" y="1975719"/>
                  </a:lnTo>
                  <a:lnTo>
                    <a:pt x="5526339" y="1975682"/>
                  </a:lnTo>
                  <a:lnTo>
                    <a:pt x="5519035" y="1975420"/>
                  </a:lnTo>
                  <a:lnTo>
                    <a:pt x="5500511" y="1974698"/>
                  </a:lnTo>
                  <a:lnTo>
                    <a:pt x="5467118" y="1973274"/>
                  </a:lnTo>
                  <a:lnTo>
                    <a:pt x="5416787" y="1970921"/>
                  </a:lnTo>
                  <a:lnTo>
                    <a:pt x="5349185" y="1967441"/>
                  </a:lnTo>
                  <a:lnTo>
                    <a:pt x="5265665" y="1962689"/>
                  </a:lnTo>
                  <a:lnTo>
                    <a:pt x="5168973" y="1956573"/>
                  </a:lnTo>
                  <a:lnTo>
                    <a:pt x="5062751" y="1949061"/>
                  </a:lnTo>
                  <a:lnTo>
                    <a:pt x="4950964" y="1940155"/>
                  </a:lnTo>
                  <a:lnTo>
                    <a:pt x="4837386" y="1929884"/>
                  </a:lnTo>
                  <a:lnTo>
                    <a:pt x="4725232" y="1918273"/>
                  </a:lnTo>
                  <a:lnTo>
                    <a:pt x="4616965" y="1905332"/>
                  </a:lnTo>
                  <a:lnTo>
                    <a:pt x="4514266" y="1891038"/>
                  </a:lnTo>
                  <a:lnTo>
                    <a:pt x="4418105" y="1875332"/>
                  </a:lnTo>
                  <a:lnTo>
                    <a:pt x="4328866" y="1858110"/>
                  </a:lnTo>
                  <a:lnTo>
                    <a:pt x="4246492" y="1839227"/>
                  </a:lnTo>
                  <a:lnTo>
                    <a:pt x="4170612" y="1818495"/>
                  </a:lnTo>
                  <a:lnTo>
                    <a:pt x="4100651" y="1795691"/>
                  </a:lnTo>
                  <a:lnTo>
                    <a:pt x="4035917" y="1770567"/>
                  </a:lnTo>
                  <a:lnTo>
                    <a:pt x="3975659" y="1742858"/>
                  </a:lnTo>
                  <a:lnTo>
                    <a:pt x="3919120" y="1712312"/>
                  </a:lnTo>
                  <a:lnTo>
                    <a:pt x="3865572" y="1678728"/>
                  </a:lnTo>
                  <a:lnTo>
                    <a:pt x="3820202" y="1646432"/>
                  </a:lnTo>
                  <a:lnTo>
                    <a:pt x="3770427" y="1606826"/>
                  </a:lnTo>
                  <a:lnTo>
                    <a:pt x="3722000" y="1564005"/>
                  </a:lnTo>
                  <a:lnTo>
                    <a:pt x="3674514" y="1517906"/>
                  </a:lnTo>
                  <a:lnTo>
                    <a:pt x="3627652" y="1468533"/>
                  </a:lnTo>
                  <a:lnTo>
                    <a:pt x="3581166" y="1415961"/>
                  </a:lnTo>
                  <a:lnTo>
                    <a:pt x="3534874" y="1360345"/>
                  </a:lnTo>
                  <a:lnTo>
                    <a:pt x="3488643" y="1301923"/>
                  </a:lnTo>
                  <a:lnTo>
                    <a:pt x="3442392" y="1241017"/>
                  </a:lnTo>
                  <a:lnTo>
                    <a:pt x="3396074" y="1178026"/>
                  </a:lnTo>
                  <a:lnTo>
                    <a:pt x="3349680" y="1113419"/>
                  </a:lnTo>
                  <a:lnTo>
                    <a:pt x="3303221" y="1047720"/>
                  </a:lnTo>
                  <a:lnTo>
                    <a:pt x="3256728" y="981494"/>
                  </a:lnTo>
                  <a:lnTo>
                    <a:pt x="3210239" y="915324"/>
                  </a:lnTo>
                  <a:lnTo>
                    <a:pt x="3163791" y="849792"/>
                  </a:lnTo>
                  <a:lnTo>
                    <a:pt x="3117411" y="785456"/>
                  </a:lnTo>
                  <a:lnTo>
                    <a:pt x="3071108" y="722831"/>
                  </a:lnTo>
                  <a:lnTo>
                    <a:pt x="3024865" y="662373"/>
                  </a:lnTo>
                  <a:lnTo>
                    <a:pt x="2978631" y="604468"/>
                  </a:lnTo>
                  <a:lnTo>
                    <a:pt x="2932313" y="549421"/>
                  </a:lnTo>
                  <a:lnTo>
                    <a:pt x="2885771" y="497453"/>
                  </a:lnTo>
                  <a:lnTo>
                    <a:pt x="2838810" y="448705"/>
                  </a:lnTo>
                  <a:lnTo>
                    <a:pt x="2791171" y="403238"/>
                  </a:lnTo>
                  <a:lnTo>
                    <a:pt x="2742519" y="361041"/>
                  </a:lnTo>
                  <a:lnTo>
                    <a:pt x="2702183" y="329286"/>
                  </a:lnTo>
                  <a:lnTo>
                    <a:pt x="2650730" y="292932"/>
                  </a:lnTo>
                  <a:lnTo>
                    <a:pt x="2596870" y="259708"/>
                  </a:lnTo>
                  <a:lnTo>
                    <a:pt x="2539937" y="229503"/>
                  </a:lnTo>
                  <a:lnTo>
                    <a:pt x="2479199" y="202108"/>
                  </a:lnTo>
                  <a:lnTo>
                    <a:pt x="2413896" y="177266"/>
                  </a:lnTo>
                  <a:lnTo>
                    <a:pt x="2343283" y="154716"/>
                  </a:lnTo>
                  <a:lnTo>
                    <a:pt x="2266675" y="134209"/>
                  </a:lnTo>
                  <a:lnTo>
                    <a:pt x="2183519" y="115527"/>
                  </a:lnTo>
                  <a:lnTo>
                    <a:pt x="2093473" y="98488"/>
                  </a:lnTo>
                  <a:lnTo>
                    <a:pt x="1996523" y="82950"/>
                  </a:lnTo>
                  <a:lnTo>
                    <a:pt x="1893116" y="68816"/>
                  </a:lnTo>
                  <a:lnTo>
                    <a:pt x="1784296" y="56029"/>
                  </a:lnTo>
                  <a:lnTo>
                    <a:pt x="1671835" y="44573"/>
                  </a:lnTo>
                  <a:lnTo>
                    <a:pt x="1558287" y="34459"/>
                  </a:lnTo>
                  <a:lnTo>
                    <a:pt x="1446945" y="25714"/>
                  </a:lnTo>
                  <a:lnTo>
                    <a:pt x="1341627" y="18363"/>
                  </a:lnTo>
                  <a:lnTo>
                    <a:pt x="1246289" y="12409"/>
                  </a:lnTo>
                  <a:lnTo>
                    <a:pt x="1164498" y="7810"/>
                  </a:lnTo>
                  <a:lnTo>
                    <a:pt x="1098861" y="4470"/>
                  </a:lnTo>
                  <a:lnTo>
                    <a:pt x="1050547" y="2235"/>
                  </a:lnTo>
                  <a:lnTo>
                    <a:pt x="1019018" y="905"/>
                  </a:lnTo>
                  <a:lnTo>
                    <a:pt x="1002011" y="248"/>
                  </a:lnTo>
                  <a:lnTo>
                    <a:pt x="995708" y="2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7" name="pg566"/>
            <p:cNvSpPr/>
            <p:nvPr/>
          </p:nvSpPr>
          <p:spPr>
            <a:xfrm>
              <a:off x="1199187" y="1482934"/>
              <a:ext cx="12049831" cy="770373"/>
            </a:xfrm>
            <a:custGeom>
              <a:avLst/>
              <a:pathLst>
                <a:path w="12049831" h="770373">
                  <a:moveTo>
                    <a:pt x="0" y="246309"/>
                  </a:moveTo>
                  <a:lnTo>
                    <a:pt x="994940" y="246309"/>
                  </a:lnTo>
                  <a:lnTo>
                    <a:pt x="996074" y="246319"/>
                  </a:lnTo>
                  <a:lnTo>
                    <a:pt x="1003559" y="246390"/>
                  </a:lnTo>
                  <a:lnTo>
                    <a:pt x="1022529" y="246587"/>
                  </a:lnTo>
                  <a:lnTo>
                    <a:pt x="1056695" y="246975"/>
                  </a:lnTo>
                  <a:lnTo>
                    <a:pt x="1108128" y="247615"/>
                  </a:lnTo>
                  <a:lnTo>
                    <a:pt x="1177099" y="248561"/>
                  </a:lnTo>
                  <a:lnTo>
                    <a:pt x="1262147" y="249852"/>
                  </a:lnTo>
                  <a:lnTo>
                    <a:pt x="1360389" y="251512"/>
                  </a:lnTo>
                  <a:lnTo>
                    <a:pt x="1468053" y="253548"/>
                  </a:lnTo>
                  <a:lnTo>
                    <a:pt x="1581071" y="255960"/>
                  </a:lnTo>
                  <a:lnTo>
                    <a:pt x="1695607" y="258740"/>
                  </a:lnTo>
                  <a:lnTo>
                    <a:pt x="1808428" y="261881"/>
                  </a:lnTo>
                  <a:lnTo>
                    <a:pt x="1917085" y="265381"/>
                  </a:lnTo>
                  <a:lnTo>
                    <a:pt x="2019937" y="269247"/>
                  </a:lnTo>
                  <a:lnTo>
                    <a:pt x="2116065" y="273497"/>
                  </a:lnTo>
                  <a:lnTo>
                    <a:pt x="2205139" y="278161"/>
                  </a:lnTo>
                  <a:lnTo>
                    <a:pt x="2287266" y="283278"/>
                  </a:lnTo>
                  <a:lnTo>
                    <a:pt x="2362863" y="288903"/>
                  </a:lnTo>
                  <a:lnTo>
                    <a:pt x="2432541" y="295096"/>
                  </a:lnTo>
                  <a:lnTo>
                    <a:pt x="2497024" y="301927"/>
                  </a:lnTo>
                  <a:lnTo>
                    <a:pt x="2557086" y="309468"/>
                  </a:lnTo>
                  <a:lnTo>
                    <a:pt x="2613502" y="317784"/>
                  </a:lnTo>
                  <a:lnTo>
                    <a:pt x="2667007" y="326928"/>
                  </a:lnTo>
                  <a:lnTo>
                    <a:pt x="2702183" y="333653"/>
                  </a:lnTo>
                  <a:lnTo>
                    <a:pt x="2762443" y="346522"/>
                  </a:lnTo>
                  <a:lnTo>
                    <a:pt x="2820849" y="360655"/>
                  </a:lnTo>
                  <a:lnTo>
                    <a:pt x="2878078" y="376073"/>
                  </a:lnTo>
                  <a:lnTo>
                    <a:pt x="2934629" y="392754"/>
                  </a:lnTo>
                  <a:lnTo>
                    <a:pt x="2990859" y="410636"/>
                  </a:lnTo>
                  <a:lnTo>
                    <a:pt x="3047005" y="429606"/>
                  </a:lnTo>
                  <a:lnTo>
                    <a:pt x="3103205" y="449505"/>
                  </a:lnTo>
                  <a:lnTo>
                    <a:pt x="3159513" y="470130"/>
                  </a:lnTo>
                  <a:lnTo>
                    <a:pt x="3215924" y="491242"/>
                  </a:lnTo>
                  <a:lnTo>
                    <a:pt x="3272388" y="512575"/>
                  </a:lnTo>
                  <a:lnTo>
                    <a:pt x="3328839" y="533853"/>
                  </a:lnTo>
                  <a:lnTo>
                    <a:pt x="3385213" y="554802"/>
                  </a:lnTo>
                  <a:lnTo>
                    <a:pt x="3441476" y="575166"/>
                  </a:lnTo>
                  <a:lnTo>
                    <a:pt x="3497644" y="594719"/>
                  </a:lnTo>
                  <a:lnTo>
                    <a:pt x="3553802" y="613274"/>
                  </a:lnTo>
                  <a:lnTo>
                    <a:pt x="3610124" y="630690"/>
                  </a:lnTo>
                  <a:lnTo>
                    <a:pt x="3666894" y="646876"/>
                  </a:lnTo>
                  <a:lnTo>
                    <a:pt x="3724521" y="661784"/>
                  </a:lnTo>
                  <a:lnTo>
                    <a:pt x="3783570" y="675411"/>
                  </a:lnTo>
                  <a:lnTo>
                    <a:pt x="3820202" y="683029"/>
                  </a:lnTo>
                  <a:lnTo>
                    <a:pt x="3872103" y="692750"/>
                  </a:lnTo>
                  <a:lnTo>
                    <a:pt x="3926457" y="701628"/>
                  </a:lnTo>
                  <a:lnTo>
                    <a:pt x="3983948" y="709691"/>
                  </a:lnTo>
                  <a:lnTo>
                    <a:pt x="4045330" y="716998"/>
                  </a:lnTo>
                  <a:lnTo>
                    <a:pt x="4111381" y="723619"/>
                  </a:lnTo>
                  <a:lnTo>
                    <a:pt x="4182865" y="729624"/>
                  </a:lnTo>
                  <a:lnTo>
                    <a:pt x="4260478" y="735082"/>
                  </a:lnTo>
                  <a:lnTo>
                    <a:pt x="4344779" y="740050"/>
                  </a:lnTo>
                  <a:lnTo>
                    <a:pt x="4436100" y="744578"/>
                  </a:lnTo>
                  <a:lnTo>
                    <a:pt x="4534425" y="748703"/>
                  </a:lnTo>
                  <a:lnTo>
                    <a:pt x="4639253" y="752452"/>
                  </a:lnTo>
                  <a:lnTo>
                    <a:pt x="4749448" y="755837"/>
                  </a:lnTo>
                  <a:lnTo>
                    <a:pt x="4863118" y="758864"/>
                  </a:lnTo>
                  <a:lnTo>
                    <a:pt x="4977556" y="761528"/>
                  </a:lnTo>
                  <a:lnTo>
                    <a:pt x="5089309" y="763822"/>
                  </a:lnTo>
                  <a:lnTo>
                    <a:pt x="5194419" y="765738"/>
                  </a:lnTo>
                  <a:lnTo>
                    <a:pt x="5288847" y="767279"/>
                  </a:lnTo>
                  <a:lnTo>
                    <a:pt x="5369041" y="768458"/>
                  </a:lnTo>
                  <a:lnTo>
                    <a:pt x="5432521" y="769301"/>
                  </a:lnTo>
                  <a:lnTo>
                    <a:pt x="5478352" y="769855"/>
                  </a:lnTo>
                  <a:lnTo>
                    <a:pt x="5507383" y="770175"/>
                  </a:lnTo>
                  <a:lnTo>
                    <a:pt x="5522231" y="770325"/>
                  </a:lnTo>
                  <a:lnTo>
                    <a:pt x="5527079" y="770370"/>
                  </a:lnTo>
                  <a:lnTo>
                    <a:pt x="5527445" y="770373"/>
                  </a:lnTo>
                  <a:lnTo>
                    <a:pt x="6522385" y="770373"/>
                  </a:lnTo>
                  <a:lnTo>
                    <a:pt x="6523517" y="770358"/>
                  </a:lnTo>
                  <a:lnTo>
                    <a:pt x="6530987" y="770254"/>
                  </a:lnTo>
                  <a:lnTo>
                    <a:pt x="6549917" y="769968"/>
                  </a:lnTo>
                  <a:lnTo>
                    <a:pt x="6584016" y="769404"/>
                  </a:lnTo>
                  <a:lnTo>
                    <a:pt x="6635351" y="768471"/>
                  </a:lnTo>
                  <a:lnTo>
                    <a:pt x="6704203" y="767093"/>
                  </a:lnTo>
                  <a:lnTo>
                    <a:pt x="6789117" y="765212"/>
                  </a:lnTo>
                  <a:lnTo>
                    <a:pt x="6887224" y="762793"/>
                  </a:lnTo>
                  <a:lnTo>
                    <a:pt x="6994763" y="759825"/>
                  </a:lnTo>
                  <a:lnTo>
                    <a:pt x="7107674" y="756310"/>
                  </a:lnTo>
                  <a:lnTo>
                    <a:pt x="7222127" y="752258"/>
                  </a:lnTo>
                  <a:lnTo>
                    <a:pt x="7334890" y="747680"/>
                  </a:lnTo>
                  <a:lnTo>
                    <a:pt x="7443515" y="742579"/>
                  </a:lnTo>
                  <a:lnTo>
                    <a:pt x="7546355" y="736944"/>
                  </a:lnTo>
                  <a:lnTo>
                    <a:pt x="7642486" y="730750"/>
                  </a:lnTo>
                  <a:lnTo>
                    <a:pt x="7731575" y="723954"/>
                  </a:lnTo>
                  <a:lnTo>
                    <a:pt x="7813724" y="716496"/>
                  </a:lnTo>
                  <a:lnTo>
                    <a:pt x="7889345" y="708300"/>
                  </a:lnTo>
                  <a:lnTo>
                    <a:pt x="7959048" y="699276"/>
                  </a:lnTo>
                  <a:lnTo>
                    <a:pt x="8023553" y="689325"/>
                  </a:lnTo>
                  <a:lnTo>
                    <a:pt x="8083632" y="678340"/>
                  </a:lnTo>
                  <a:lnTo>
                    <a:pt x="8140058" y="666226"/>
                  </a:lnTo>
                  <a:lnTo>
                    <a:pt x="8193566" y="652906"/>
                  </a:lnTo>
                  <a:lnTo>
                    <a:pt x="8229629" y="642851"/>
                  </a:lnTo>
                  <a:lnTo>
                    <a:pt x="8288485" y="624528"/>
                  </a:lnTo>
                  <a:lnTo>
                    <a:pt x="8345558" y="604447"/>
                  </a:lnTo>
                  <a:lnTo>
                    <a:pt x="8401483" y="582580"/>
                  </a:lnTo>
                  <a:lnTo>
                    <a:pt x="8456733" y="558949"/>
                  </a:lnTo>
                  <a:lnTo>
                    <a:pt x="8511650" y="533636"/>
                  </a:lnTo>
                  <a:lnTo>
                    <a:pt x="8566467" y="506786"/>
                  </a:lnTo>
                  <a:lnTo>
                    <a:pt x="8621322" y="478608"/>
                  </a:lnTo>
                  <a:lnTo>
                    <a:pt x="8676276" y="449368"/>
                  </a:lnTo>
                  <a:lnTo>
                    <a:pt x="8731333" y="419385"/>
                  </a:lnTo>
                  <a:lnTo>
                    <a:pt x="8786453" y="389013"/>
                  </a:lnTo>
                  <a:lnTo>
                    <a:pt x="8841576" y="358626"/>
                  </a:lnTo>
                  <a:lnTo>
                    <a:pt x="8896639" y="328599"/>
                  </a:lnTo>
                  <a:lnTo>
                    <a:pt x="8951603" y="299288"/>
                  </a:lnTo>
                  <a:lnTo>
                    <a:pt x="9006464" y="271015"/>
                  </a:lnTo>
                  <a:lnTo>
                    <a:pt x="9061280" y="244052"/>
                  </a:lnTo>
                  <a:lnTo>
                    <a:pt x="9116182" y="218611"/>
                  </a:lnTo>
                  <a:lnTo>
                    <a:pt x="9171395" y="194842"/>
                  </a:lnTo>
                  <a:lnTo>
                    <a:pt x="9227250" y="172834"/>
                  </a:lnTo>
                  <a:lnTo>
                    <a:pt x="9284212" y="152612"/>
                  </a:lnTo>
                  <a:lnTo>
                    <a:pt x="9342899" y="134152"/>
                  </a:lnTo>
                  <a:lnTo>
                    <a:pt x="9347647" y="132762"/>
                  </a:lnTo>
                  <a:lnTo>
                    <a:pt x="9399509" y="118579"/>
                  </a:lnTo>
                  <a:lnTo>
                    <a:pt x="9453820" y="105626"/>
                  </a:lnTo>
                  <a:lnTo>
                    <a:pt x="9511263" y="93860"/>
                  </a:lnTo>
                  <a:lnTo>
                    <a:pt x="9572589" y="83197"/>
                  </a:lnTo>
                  <a:lnTo>
                    <a:pt x="9638574" y="73535"/>
                  </a:lnTo>
                  <a:lnTo>
                    <a:pt x="9709982" y="64770"/>
                  </a:lnTo>
                  <a:lnTo>
                    <a:pt x="9787506" y="56804"/>
                  </a:lnTo>
                  <a:lnTo>
                    <a:pt x="9871707" y="49552"/>
                  </a:lnTo>
                  <a:lnTo>
                    <a:pt x="9962916" y="42942"/>
                  </a:lnTo>
                  <a:lnTo>
                    <a:pt x="10061121" y="36920"/>
                  </a:lnTo>
                  <a:lnTo>
                    <a:pt x="10165825" y="31447"/>
                  </a:lnTo>
                  <a:lnTo>
                    <a:pt x="10275900" y="26503"/>
                  </a:lnTo>
                  <a:lnTo>
                    <a:pt x="10389466" y="22083"/>
                  </a:lnTo>
                  <a:lnTo>
                    <a:pt x="10503828" y="18191"/>
                  </a:lnTo>
                  <a:lnTo>
                    <a:pt x="10615548" y="14839"/>
                  </a:lnTo>
                  <a:lnTo>
                    <a:pt x="10720679" y="12036"/>
                  </a:lnTo>
                  <a:lnTo>
                    <a:pt x="10815191" y="9781"/>
                  </a:lnTo>
                  <a:lnTo>
                    <a:pt x="10895529" y="8056"/>
                  </a:lnTo>
                  <a:lnTo>
                    <a:pt x="10959199" y="6818"/>
                  </a:lnTo>
                  <a:lnTo>
                    <a:pt x="11005248" y="6005"/>
                  </a:lnTo>
                  <a:lnTo>
                    <a:pt x="11034497" y="5534"/>
                  </a:lnTo>
                  <a:lnTo>
                    <a:pt x="11049529" y="5312"/>
                  </a:lnTo>
                  <a:lnTo>
                    <a:pt x="11054497" y="524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9" y="14"/>
                  </a:lnTo>
                  <a:lnTo>
                    <a:pt x="11046290" y="118"/>
                  </a:lnTo>
                  <a:lnTo>
                    <a:pt x="11027359" y="404"/>
                  </a:lnTo>
                  <a:lnTo>
                    <a:pt x="10993261" y="969"/>
                  </a:lnTo>
                  <a:lnTo>
                    <a:pt x="10941925" y="1901"/>
                  </a:lnTo>
                  <a:lnTo>
                    <a:pt x="10873073" y="3280"/>
                  </a:lnTo>
                  <a:lnTo>
                    <a:pt x="10788160" y="5161"/>
                  </a:lnTo>
                  <a:lnTo>
                    <a:pt x="10690053" y="7579"/>
                  </a:lnTo>
                  <a:lnTo>
                    <a:pt x="10582514" y="10547"/>
                  </a:lnTo>
                  <a:lnTo>
                    <a:pt x="10469603" y="14062"/>
                  </a:lnTo>
                  <a:lnTo>
                    <a:pt x="10355150" y="18114"/>
                  </a:lnTo>
                  <a:lnTo>
                    <a:pt x="10242386" y="22692"/>
                  </a:lnTo>
                  <a:lnTo>
                    <a:pt x="10133762" y="27793"/>
                  </a:lnTo>
                  <a:lnTo>
                    <a:pt x="10030922" y="33428"/>
                  </a:lnTo>
                  <a:lnTo>
                    <a:pt x="9934790" y="39622"/>
                  </a:lnTo>
                  <a:lnTo>
                    <a:pt x="9845702" y="46418"/>
                  </a:lnTo>
                  <a:lnTo>
                    <a:pt x="9763553" y="53876"/>
                  </a:lnTo>
                  <a:lnTo>
                    <a:pt x="9687931" y="62072"/>
                  </a:lnTo>
                  <a:lnTo>
                    <a:pt x="9618229" y="71096"/>
                  </a:lnTo>
                  <a:lnTo>
                    <a:pt x="9553724" y="81048"/>
                  </a:lnTo>
                  <a:lnTo>
                    <a:pt x="9493645" y="92032"/>
                  </a:lnTo>
                  <a:lnTo>
                    <a:pt x="9437219" y="104147"/>
                  </a:lnTo>
                  <a:lnTo>
                    <a:pt x="9383711" y="117467"/>
                  </a:lnTo>
                  <a:lnTo>
                    <a:pt x="9347647" y="127522"/>
                  </a:lnTo>
                  <a:lnTo>
                    <a:pt x="9288791" y="145844"/>
                  </a:lnTo>
                  <a:lnTo>
                    <a:pt x="9231718" y="165925"/>
                  </a:lnTo>
                  <a:lnTo>
                    <a:pt x="9175793" y="187792"/>
                  </a:lnTo>
                  <a:lnTo>
                    <a:pt x="9120543" y="211424"/>
                  </a:lnTo>
                  <a:lnTo>
                    <a:pt x="9065626" y="236737"/>
                  </a:lnTo>
                  <a:lnTo>
                    <a:pt x="9010809" y="263586"/>
                  </a:lnTo>
                  <a:lnTo>
                    <a:pt x="8955955" y="291765"/>
                  </a:lnTo>
                  <a:lnTo>
                    <a:pt x="8901000" y="321004"/>
                  </a:lnTo>
                  <a:lnTo>
                    <a:pt x="8845943" y="350987"/>
                  </a:lnTo>
                  <a:lnTo>
                    <a:pt x="8790823" y="381359"/>
                  </a:lnTo>
                  <a:lnTo>
                    <a:pt x="8735701" y="411746"/>
                  </a:lnTo>
                  <a:lnTo>
                    <a:pt x="8680637" y="441774"/>
                  </a:lnTo>
                  <a:lnTo>
                    <a:pt x="8625674" y="471084"/>
                  </a:lnTo>
                  <a:lnTo>
                    <a:pt x="8570813" y="499357"/>
                  </a:lnTo>
                  <a:lnTo>
                    <a:pt x="8515997" y="526320"/>
                  </a:lnTo>
                  <a:lnTo>
                    <a:pt x="8461095" y="551761"/>
                  </a:lnTo>
                  <a:lnTo>
                    <a:pt x="8405882" y="575530"/>
                  </a:lnTo>
                  <a:lnTo>
                    <a:pt x="8350026" y="597539"/>
                  </a:lnTo>
                  <a:lnTo>
                    <a:pt x="8293065" y="617760"/>
                  </a:lnTo>
                  <a:lnTo>
                    <a:pt x="8234378" y="636220"/>
                  </a:lnTo>
                  <a:lnTo>
                    <a:pt x="8229629" y="637610"/>
                  </a:lnTo>
                  <a:lnTo>
                    <a:pt x="8177767" y="651793"/>
                  </a:lnTo>
                  <a:lnTo>
                    <a:pt x="8123456" y="664746"/>
                  </a:lnTo>
                  <a:lnTo>
                    <a:pt x="8066014" y="676512"/>
                  </a:lnTo>
                  <a:lnTo>
                    <a:pt x="8004688" y="687175"/>
                  </a:lnTo>
                  <a:lnTo>
                    <a:pt x="7938702" y="696838"/>
                  </a:lnTo>
                  <a:lnTo>
                    <a:pt x="7867295" y="705603"/>
                  </a:lnTo>
                  <a:lnTo>
                    <a:pt x="7789770" y="713568"/>
                  </a:lnTo>
                  <a:lnTo>
                    <a:pt x="7705570" y="720820"/>
                  </a:lnTo>
                  <a:lnTo>
                    <a:pt x="7614360" y="727430"/>
                  </a:lnTo>
                  <a:lnTo>
                    <a:pt x="7516156" y="733453"/>
                  </a:lnTo>
                  <a:lnTo>
                    <a:pt x="7411452" y="738925"/>
                  </a:lnTo>
                  <a:lnTo>
                    <a:pt x="7301376" y="743869"/>
                  </a:lnTo>
                  <a:lnTo>
                    <a:pt x="7187810" y="748290"/>
                  </a:lnTo>
                  <a:lnTo>
                    <a:pt x="7073448" y="752182"/>
                  </a:lnTo>
                  <a:lnTo>
                    <a:pt x="6961729" y="755533"/>
                  </a:lnTo>
                  <a:lnTo>
                    <a:pt x="6856597" y="758336"/>
                  </a:lnTo>
                  <a:lnTo>
                    <a:pt x="6762085" y="760591"/>
                  </a:lnTo>
                  <a:lnTo>
                    <a:pt x="6681748" y="762316"/>
                  </a:lnTo>
                  <a:lnTo>
                    <a:pt x="6618077" y="763554"/>
                  </a:lnTo>
                  <a:lnTo>
                    <a:pt x="6572028" y="764367"/>
                  </a:lnTo>
                  <a:lnTo>
                    <a:pt x="6542780" y="764838"/>
                  </a:lnTo>
                  <a:lnTo>
                    <a:pt x="6527748" y="765060"/>
                  </a:lnTo>
                  <a:lnTo>
                    <a:pt x="6522779" y="765127"/>
                  </a:lnTo>
                  <a:lnTo>
                    <a:pt x="6522385" y="765132"/>
                  </a:lnTo>
                  <a:lnTo>
                    <a:pt x="5527445" y="765132"/>
                  </a:lnTo>
                  <a:lnTo>
                    <a:pt x="5526311" y="765122"/>
                  </a:lnTo>
                  <a:lnTo>
                    <a:pt x="5518826" y="765051"/>
                  </a:lnTo>
                  <a:lnTo>
                    <a:pt x="5499856" y="764854"/>
                  </a:lnTo>
                  <a:lnTo>
                    <a:pt x="5465690" y="764467"/>
                  </a:lnTo>
                  <a:lnTo>
                    <a:pt x="5414257" y="763827"/>
                  </a:lnTo>
                  <a:lnTo>
                    <a:pt x="5345286" y="762881"/>
                  </a:lnTo>
                  <a:lnTo>
                    <a:pt x="5260238" y="761589"/>
                  </a:lnTo>
                  <a:lnTo>
                    <a:pt x="5161996" y="759930"/>
                  </a:lnTo>
                  <a:lnTo>
                    <a:pt x="5054332" y="757893"/>
                  </a:lnTo>
                  <a:lnTo>
                    <a:pt x="4941314" y="755481"/>
                  </a:lnTo>
                  <a:lnTo>
                    <a:pt x="4826778" y="752701"/>
                  </a:lnTo>
                  <a:lnTo>
                    <a:pt x="4713957" y="749560"/>
                  </a:lnTo>
                  <a:lnTo>
                    <a:pt x="4605300" y="746060"/>
                  </a:lnTo>
                  <a:lnTo>
                    <a:pt x="4502448" y="742194"/>
                  </a:lnTo>
                  <a:lnTo>
                    <a:pt x="4406320" y="737944"/>
                  </a:lnTo>
                  <a:lnTo>
                    <a:pt x="4317246" y="733281"/>
                  </a:lnTo>
                  <a:lnTo>
                    <a:pt x="4235119" y="728163"/>
                  </a:lnTo>
                  <a:lnTo>
                    <a:pt x="4159522" y="722538"/>
                  </a:lnTo>
                  <a:lnTo>
                    <a:pt x="4089844" y="716345"/>
                  </a:lnTo>
                  <a:lnTo>
                    <a:pt x="4025361" y="709514"/>
                  </a:lnTo>
                  <a:lnTo>
                    <a:pt x="3965299" y="701974"/>
                  </a:lnTo>
                  <a:lnTo>
                    <a:pt x="3908883" y="693657"/>
                  </a:lnTo>
                  <a:lnTo>
                    <a:pt x="3855378" y="684513"/>
                  </a:lnTo>
                  <a:lnTo>
                    <a:pt x="3820202" y="677788"/>
                  </a:lnTo>
                  <a:lnTo>
                    <a:pt x="3759942" y="664919"/>
                  </a:lnTo>
                  <a:lnTo>
                    <a:pt x="3701536" y="650786"/>
                  </a:lnTo>
                  <a:lnTo>
                    <a:pt x="3644307" y="635369"/>
                  </a:lnTo>
                  <a:lnTo>
                    <a:pt x="3587756" y="618687"/>
                  </a:lnTo>
                  <a:lnTo>
                    <a:pt x="3531526" y="600805"/>
                  </a:lnTo>
                  <a:lnTo>
                    <a:pt x="3475380" y="581835"/>
                  </a:lnTo>
                  <a:lnTo>
                    <a:pt x="3419180" y="561936"/>
                  </a:lnTo>
                  <a:lnTo>
                    <a:pt x="3362872" y="541311"/>
                  </a:lnTo>
                  <a:lnTo>
                    <a:pt x="3306461" y="520200"/>
                  </a:lnTo>
                  <a:lnTo>
                    <a:pt x="3249997" y="498866"/>
                  </a:lnTo>
                  <a:lnTo>
                    <a:pt x="3193546" y="477588"/>
                  </a:lnTo>
                  <a:lnTo>
                    <a:pt x="3137172" y="456639"/>
                  </a:lnTo>
                  <a:lnTo>
                    <a:pt x="3080909" y="436275"/>
                  </a:lnTo>
                  <a:lnTo>
                    <a:pt x="3024741" y="416722"/>
                  </a:lnTo>
                  <a:lnTo>
                    <a:pt x="2968583" y="398167"/>
                  </a:lnTo>
                  <a:lnTo>
                    <a:pt x="2912261" y="380751"/>
                  </a:lnTo>
                  <a:lnTo>
                    <a:pt x="2855491" y="364566"/>
                  </a:lnTo>
                  <a:lnTo>
                    <a:pt x="2797864" y="349657"/>
                  </a:lnTo>
                  <a:lnTo>
                    <a:pt x="2738815" y="336030"/>
                  </a:lnTo>
                  <a:lnTo>
                    <a:pt x="2702183" y="328413"/>
                  </a:lnTo>
                  <a:lnTo>
                    <a:pt x="2650282" y="318691"/>
                  </a:lnTo>
                  <a:lnTo>
                    <a:pt x="2595928" y="309814"/>
                  </a:lnTo>
                  <a:lnTo>
                    <a:pt x="2538437" y="301750"/>
                  </a:lnTo>
                  <a:lnTo>
                    <a:pt x="2477055" y="294443"/>
                  </a:lnTo>
                  <a:lnTo>
                    <a:pt x="2411004" y="287822"/>
                  </a:lnTo>
                  <a:lnTo>
                    <a:pt x="2339520" y="281817"/>
                  </a:lnTo>
                  <a:lnTo>
                    <a:pt x="2261907" y="276360"/>
                  </a:lnTo>
                  <a:lnTo>
                    <a:pt x="2177606" y="271391"/>
                  </a:lnTo>
                  <a:lnTo>
                    <a:pt x="2086285" y="266863"/>
                  </a:lnTo>
                  <a:lnTo>
                    <a:pt x="1987960" y="262738"/>
                  </a:lnTo>
                  <a:lnTo>
                    <a:pt x="1883132" y="258990"/>
                  </a:lnTo>
                  <a:lnTo>
                    <a:pt x="1772937" y="255604"/>
                  </a:lnTo>
                  <a:lnTo>
                    <a:pt x="1659267" y="252577"/>
                  </a:lnTo>
                  <a:lnTo>
                    <a:pt x="1544829" y="249913"/>
                  </a:lnTo>
                  <a:lnTo>
                    <a:pt x="1433076" y="247620"/>
                  </a:lnTo>
                  <a:lnTo>
                    <a:pt x="1327966" y="245703"/>
                  </a:lnTo>
                  <a:lnTo>
                    <a:pt x="1233538" y="244162"/>
                  </a:lnTo>
                  <a:lnTo>
                    <a:pt x="1153344" y="242984"/>
                  </a:lnTo>
                  <a:lnTo>
                    <a:pt x="1089864" y="242140"/>
                  </a:lnTo>
                  <a:lnTo>
                    <a:pt x="1044033" y="241586"/>
                  </a:lnTo>
                  <a:lnTo>
                    <a:pt x="1015002" y="241266"/>
                  </a:lnTo>
                  <a:lnTo>
                    <a:pt x="1000154" y="241117"/>
                  </a:lnTo>
                  <a:lnTo>
                    <a:pt x="995306" y="241072"/>
                  </a:lnTo>
                  <a:lnTo>
                    <a:pt x="994940" y="241069"/>
                  </a:lnTo>
                  <a:lnTo>
                    <a:pt x="0" y="241069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68" name="pl567"/>
            <p:cNvSpPr/>
            <p:nvPr/>
          </p:nvSpPr>
          <p:spPr>
            <a:xfrm>
              <a:off x="1199187" y="1488175"/>
              <a:ext cx="12049831" cy="765132"/>
            </a:xfrm>
            <a:custGeom>
              <a:avLst/>
              <a:pathLst>
                <a:path w="12049831" h="765132">
                  <a:moveTo>
                    <a:pt x="0" y="241069"/>
                  </a:moveTo>
                  <a:lnTo>
                    <a:pt x="994940" y="241069"/>
                  </a:lnTo>
                  <a:lnTo>
                    <a:pt x="996074" y="241079"/>
                  </a:lnTo>
                  <a:lnTo>
                    <a:pt x="1003559" y="241150"/>
                  </a:lnTo>
                  <a:lnTo>
                    <a:pt x="1022529" y="241346"/>
                  </a:lnTo>
                  <a:lnTo>
                    <a:pt x="1056695" y="241734"/>
                  </a:lnTo>
                  <a:lnTo>
                    <a:pt x="1108128" y="242374"/>
                  </a:lnTo>
                  <a:lnTo>
                    <a:pt x="1177099" y="243320"/>
                  </a:lnTo>
                  <a:lnTo>
                    <a:pt x="1262147" y="244611"/>
                  </a:lnTo>
                  <a:lnTo>
                    <a:pt x="1360389" y="246271"/>
                  </a:lnTo>
                  <a:lnTo>
                    <a:pt x="1468053" y="248308"/>
                  </a:lnTo>
                  <a:lnTo>
                    <a:pt x="1581071" y="250720"/>
                  </a:lnTo>
                  <a:lnTo>
                    <a:pt x="1695607" y="253500"/>
                  </a:lnTo>
                  <a:lnTo>
                    <a:pt x="1808428" y="256641"/>
                  </a:lnTo>
                  <a:lnTo>
                    <a:pt x="1917085" y="260141"/>
                  </a:lnTo>
                  <a:lnTo>
                    <a:pt x="2019937" y="264007"/>
                  </a:lnTo>
                  <a:lnTo>
                    <a:pt x="2116065" y="268257"/>
                  </a:lnTo>
                  <a:lnTo>
                    <a:pt x="2205139" y="272920"/>
                  </a:lnTo>
                  <a:lnTo>
                    <a:pt x="2287266" y="278038"/>
                  </a:lnTo>
                  <a:lnTo>
                    <a:pt x="2362863" y="283662"/>
                  </a:lnTo>
                  <a:lnTo>
                    <a:pt x="2432541" y="289856"/>
                  </a:lnTo>
                  <a:lnTo>
                    <a:pt x="2497024" y="296687"/>
                  </a:lnTo>
                  <a:lnTo>
                    <a:pt x="2557086" y="304227"/>
                  </a:lnTo>
                  <a:lnTo>
                    <a:pt x="2613502" y="312544"/>
                  </a:lnTo>
                  <a:lnTo>
                    <a:pt x="2667007" y="321688"/>
                  </a:lnTo>
                  <a:lnTo>
                    <a:pt x="2702183" y="328413"/>
                  </a:lnTo>
                  <a:lnTo>
                    <a:pt x="2762443" y="341282"/>
                  </a:lnTo>
                  <a:lnTo>
                    <a:pt x="2820849" y="355415"/>
                  </a:lnTo>
                  <a:lnTo>
                    <a:pt x="2878078" y="370832"/>
                  </a:lnTo>
                  <a:lnTo>
                    <a:pt x="2934629" y="387514"/>
                  </a:lnTo>
                  <a:lnTo>
                    <a:pt x="2990859" y="405395"/>
                  </a:lnTo>
                  <a:lnTo>
                    <a:pt x="3047005" y="424365"/>
                  </a:lnTo>
                  <a:lnTo>
                    <a:pt x="3103205" y="444265"/>
                  </a:lnTo>
                  <a:lnTo>
                    <a:pt x="3159513" y="464890"/>
                  </a:lnTo>
                  <a:lnTo>
                    <a:pt x="3215924" y="486001"/>
                  </a:lnTo>
                  <a:lnTo>
                    <a:pt x="3272388" y="507334"/>
                  </a:lnTo>
                  <a:lnTo>
                    <a:pt x="3328839" y="528612"/>
                  </a:lnTo>
                  <a:lnTo>
                    <a:pt x="3385213" y="549562"/>
                  </a:lnTo>
                  <a:lnTo>
                    <a:pt x="3441476" y="569926"/>
                  </a:lnTo>
                  <a:lnTo>
                    <a:pt x="3497644" y="589478"/>
                  </a:lnTo>
                  <a:lnTo>
                    <a:pt x="3553802" y="608033"/>
                  </a:lnTo>
                  <a:lnTo>
                    <a:pt x="3610124" y="625450"/>
                  </a:lnTo>
                  <a:lnTo>
                    <a:pt x="3666894" y="641635"/>
                  </a:lnTo>
                  <a:lnTo>
                    <a:pt x="3724521" y="656543"/>
                  </a:lnTo>
                  <a:lnTo>
                    <a:pt x="3783570" y="670171"/>
                  </a:lnTo>
                  <a:lnTo>
                    <a:pt x="3820202" y="677788"/>
                  </a:lnTo>
                  <a:lnTo>
                    <a:pt x="3872103" y="687510"/>
                  </a:lnTo>
                  <a:lnTo>
                    <a:pt x="3926457" y="696387"/>
                  </a:lnTo>
                  <a:lnTo>
                    <a:pt x="3983948" y="704450"/>
                  </a:lnTo>
                  <a:lnTo>
                    <a:pt x="4045330" y="711758"/>
                  </a:lnTo>
                  <a:lnTo>
                    <a:pt x="4111381" y="718378"/>
                  </a:lnTo>
                  <a:lnTo>
                    <a:pt x="4182865" y="724384"/>
                  </a:lnTo>
                  <a:lnTo>
                    <a:pt x="4260478" y="729841"/>
                  </a:lnTo>
                  <a:lnTo>
                    <a:pt x="4344779" y="734809"/>
                  </a:lnTo>
                  <a:lnTo>
                    <a:pt x="4436100" y="739337"/>
                  </a:lnTo>
                  <a:lnTo>
                    <a:pt x="4534425" y="743463"/>
                  </a:lnTo>
                  <a:lnTo>
                    <a:pt x="4639253" y="747211"/>
                  </a:lnTo>
                  <a:lnTo>
                    <a:pt x="4749448" y="750597"/>
                  </a:lnTo>
                  <a:lnTo>
                    <a:pt x="4863118" y="753623"/>
                  </a:lnTo>
                  <a:lnTo>
                    <a:pt x="4977556" y="756287"/>
                  </a:lnTo>
                  <a:lnTo>
                    <a:pt x="5089309" y="758581"/>
                  </a:lnTo>
                  <a:lnTo>
                    <a:pt x="5194419" y="760498"/>
                  </a:lnTo>
                  <a:lnTo>
                    <a:pt x="5288847" y="762039"/>
                  </a:lnTo>
                  <a:lnTo>
                    <a:pt x="5369041" y="763217"/>
                  </a:lnTo>
                  <a:lnTo>
                    <a:pt x="5432521" y="764061"/>
                  </a:lnTo>
                  <a:lnTo>
                    <a:pt x="5478352" y="764615"/>
                  </a:lnTo>
                  <a:lnTo>
                    <a:pt x="5507383" y="764934"/>
                  </a:lnTo>
                  <a:lnTo>
                    <a:pt x="5522231" y="765084"/>
                  </a:lnTo>
                  <a:lnTo>
                    <a:pt x="5527079" y="765129"/>
                  </a:lnTo>
                  <a:lnTo>
                    <a:pt x="5527445" y="765132"/>
                  </a:lnTo>
                  <a:lnTo>
                    <a:pt x="6522385" y="765132"/>
                  </a:lnTo>
                  <a:lnTo>
                    <a:pt x="6523517" y="765118"/>
                  </a:lnTo>
                  <a:lnTo>
                    <a:pt x="6530987" y="765014"/>
                  </a:lnTo>
                  <a:lnTo>
                    <a:pt x="6549917" y="764727"/>
                  </a:lnTo>
                  <a:lnTo>
                    <a:pt x="6584016" y="764163"/>
                  </a:lnTo>
                  <a:lnTo>
                    <a:pt x="6635351" y="763230"/>
                  </a:lnTo>
                  <a:lnTo>
                    <a:pt x="6704203" y="761852"/>
                  </a:lnTo>
                  <a:lnTo>
                    <a:pt x="6789117" y="759971"/>
                  </a:lnTo>
                  <a:lnTo>
                    <a:pt x="6887224" y="757553"/>
                  </a:lnTo>
                  <a:lnTo>
                    <a:pt x="6994763" y="754585"/>
                  </a:lnTo>
                  <a:lnTo>
                    <a:pt x="7107674" y="751069"/>
                  </a:lnTo>
                  <a:lnTo>
                    <a:pt x="7222127" y="747018"/>
                  </a:lnTo>
                  <a:lnTo>
                    <a:pt x="7334890" y="742440"/>
                  </a:lnTo>
                  <a:lnTo>
                    <a:pt x="7443515" y="737338"/>
                  </a:lnTo>
                  <a:lnTo>
                    <a:pt x="7546355" y="731704"/>
                  </a:lnTo>
                  <a:lnTo>
                    <a:pt x="7642486" y="725509"/>
                  </a:lnTo>
                  <a:lnTo>
                    <a:pt x="7731575" y="718713"/>
                  </a:lnTo>
                  <a:lnTo>
                    <a:pt x="7813724" y="711255"/>
                  </a:lnTo>
                  <a:lnTo>
                    <a:pt x="7889345" y="703059"/>
                  </a:lnTo>
                  <a:lnTo>
                    <a:pt x="7959048" y="694036"/>
                  </a:lnTo>
                  <a:lnTo>
                    <a:pt x="8023553" y="684084"/>
                  </a:lnTo>
                  <a:lnTo>
                    <a:pt x="8083632" y="673100"/>
                  </a:lnTo>
                  <a:lnTo>
                    <a:pt x="8140058" y="660985"/>
                  </a:lnTo>
                  <a:lnTo>
                    <a:pt x="8193566" y="647665"/>
                  </a:lnTo>
                  <a:lnTo>
                    <a:pt x="8229629" y="637610"/>
                  </a:lnTo>
                  <a:lnTo>
                    <a:pt x="8288485" y="619287"/>
                  </a:lnTo>
                  <a:lnTo>
                    <a:pt x="8345558" y="599207"/>
                  </a:lnTo>
                  <a:lnTo>
                    <a:pt x="8401483" y="577339"/>
                  </a:lnTo>
                  <a:lnTo>
                    <a:pt x="8456733" y="553708"/>
                  </a:lnTo>
                  <a:lnTo>
                    <a:pt x="8511650" y="528395"/>
                  </a:lnTo>
                  <a:lnTo>
                    <a:pt x="8566467" y="501545"/>
                  </a:lnTo>
                  <a:lnTo>
                    <a:pt x="8621322" y="473367"/>
                  </a:lnTo>
                  <a:lnTo>
                    <a:pt x="8676276" y="444128"/>
                  </a:lnTo>
                  <a:lnTo>
                    <a:pt x="8731333" y="414145"/>
                  </a:lnTo>
                  <a:lnTo>
                    <a:pt x="8786453" y="383772"/>
                  </a:lnTo>
                  <a:lnTo>
                    <a:pt x="8841576" y="353385"/>
                  </a:lnTo>
                  <a:lnTo>
                    <a:pt x="8896639" y="323358"/>
                  </a:lnTo>
                  <a:lnTo>
                    <a:pt x="8951603" y="294047"/>
                  </a:lnTo>
                  <a:lnTo>
                    <a:pt x="9006464" y="265775"/>
                  </a:lnTo>
                  <a:lnTo>
                    <a:pt x="9061280" y="238811"/>
                  </a:lnTo>
                  <a:lnTo>
                    <a:pt x="9116182" y="213370"/>
                  </a:lnTo>
                  <a:lnTo>
                    <a:pt x="9171395" y="189602"/>
                  </a:lnTo>
                  <a:lnTo>
                    <a:pt x="9227250" y="167593"/>
                  </a:lnTo>
                  <a:lnTo>
                    <a:pt x="9284212" y="147371"/>
                  </a:lnTo>
                  <a:lnTo>
                    <a:pt x="9342899" y="128911"/>
                  </a:lnTo>
                  <a:lnTo>
                    <a:pt x="9347647" y="127522"/>
                  </a:lnTo>
                  <a:lnTo>
                    <a:pt x="9399509" y="113338"/>
                  </a:lnTo>
                  <a:lnTo>
                    <a:pt x="9453820" y="100386"/>
                  </a:lnTo>
                  <a:lnTo>
                    <a:pt x="9511263" y="88620"/>
                  </a:lnTo>
                  <a:lnTo>
                    <a:pt x="9572589" y="77956"/>
                  </a:lnTo>
                  <a:lnTo>
                    <a:pt x="9638574" y="68294"/>
                  </a:lnTo>
                  <a:lnTo>
                    <a:pt x="9709982" y="59529"/>
                  </a:lnTo>
                  <a:lnTo>
                    <a:pt x="9787506" y="51564"/>
                  </a:lnTo>
                  <a:lnTo>
                    <a:pt x="9871707" y="44312"/>
                  </a:lnTo>
                  <a:lnTo>
                    <a:pt x="9962916" y="37702"/>
                  </a:lnTo>
                  <a:lnTo>
                    <a:pt x="10061121" y="31679"/>
                  </a:lnTo>
                  <a:lnTo>
                    <a:pt x="10165825" y="26206"/>
                  </a:lnTo>
                  <a:lnTo>
                    <a:pt x="10275900" y="21262"/>
                  </a:lnTo>
                  <a:lnTo>
                    <a:pt x="10389466" y="16842"/>
                  </a:lnTo>
                  <a:lnTo>
                    <a:pt x="10503828" y="12950"/>
                  </a:lnTo>
                  <a:lnTo>
                    <a:pt x="10615548" y="9598"/>
                  </a:lnTo>
                  <a:lnTo>
                    <a:pt x="10720679" y="6795"/>
                  </a:lnTo>
                  <a:lnTo>
                    <a:pt x="10815191" y="4541"/>
                  </a:lnTo>
                  <a:lnTo>
                    <a:pt x="10895529" y="2815"/>
                  </a:lnTo>
                  <a:lnTo>
                    <a:pt x="10959199" y="1578"/>
                  </a:lnTo>
                  <a:lnTo>
                    <a:pt x="11005248" y="764"/>
                  </a:lnTo>
                  <a:lnTo>
                    <a:pt x="11034497" y="293"/>
                  </a:lnTo>
                  <a:lnTo>
                    <a:pt x="11049529" y="72"/>
                  </a:lnTo>
                  <a:lnTo>
                    <a:pt x="11054497" y="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9" name="pl568"/>
            <p:cNvSpPr/>
            <p:nvPr/>
          </p:nvSpPr>
          <p:spPr>
            <a:xfrm>
              <a:off x="1199187" y="1482934"/>
              <a:ext cx="12049831" cy="765132"/>
            </a:xfrm>
            <a:custGeom>
              <a:avLst/>
              <a:pathLst>
                <a:path w="12049831" h="765132">
                  <a:moveTo>
                    <a:pt x="12049831" y="0"/>
                  </a:moveTo>
                  <a:lnTo>
                    <a:pt x="11054891" y="0"/>
                  </a:lnTo>
                  <a:lnTo>
                    <a:pt x="11053759" y="14"/>
                  </a:lnTo>
                  <a:lnTo>
                    <a:pt x="11046290" y="118"/>
                  </a:lnTo>
                  <a:lnTo>
                    <a:pt x="11027359" y="404"/>
                  </a:lnTo>
                  <a:lnTo>
                    <a:pt x="10993261" y="969"/>
                  </a:lnTo>
                  <a:lnTo>
                    <a:pt x="10941925" y="1901"/>
                  </a:lnTo>
                  <a:lnTo>
                    <a:pt x="10873073" y="3280"/>
                  </a:lnTo>
                  <a:lnTo>
                    <a:pt x="10788160" y="5161"/>
                  </a:lnTo>
                  <a:lnTo>
                    <a:pt x="10690053" y="7579"/>
                  </a:lnTo>
                  <a:lnTo>
                    <a:pt x="10582514" y="10547"/>
                  </a:lnTo>
                  <a:lnTo>
                    <a:pt x="10469603" y="14062"/>
                  </a:lnTo>
                  <a:lnTo>
                    <a:pt x="10355150" y="18114"/>
                  </a:lnTo>
                  <a:lnTo>
                    <a:pt x="10242386" y="22692"/>
                  </a:lnTo>
                  <a:lnTo>
                    <a:pt x="10133762" y="27793"/>
                  </a:lnTo>
                  <a:lnTo>
                    <a:pt x="10030922" y="33428"/>
                  </a:lnTo>
                  <a:lnTo>
                    <a:pt x="9934790" y="39622"/>
                  </a:lnTo>
                  <a:lnTo>
                    <a:pt x="9845702" y="46418"/>
                  </a:lnTo>
                  <a:lnTo>
                    <a:pt x="9763553" y="53876"/>
                  </a:lnTo>
                  <a:lnTo>
                    <a:pt x="9687931" y="62072"/>
                  </a:lnTo>
                  <a:lnTo>
                    <a:pt x="9618229" y="71096"/>
                  </a:lnTo>
                  <a:lnTo>
                    <a:pt x="9553724" y="81048"/>
                  </a:lnTo>
                  <a:lnTo>
                    <a:pt x="9493645" y="92032"/>
                  </a:lnTo>
                  <a:lnTo>
                    <a:pt x="9437219" y="104147"/>
                  </a:lnTo>
                  <a:lnTo>
                    <a:pt x="9383711" y="117467"/>
                  </a:lnTo>
                  <a:lnTo>
                    <a:pt x="9347647" y="127522"/>
                  </a:lnTo>
                  <a:lnTo>
                    <a:pt x="9288791" y="145844"/>
                  </a:lnTo>
                  <a:lnTo>
                    <a:pt x="9231718" y="165925"/>
                  </a:lnTo>
                  <a:lnTo>
                    <a:pt x="9175793" y="187792"/>
                  </a:lnTo>
                  <a:lnTo>
                    <a:pt x="9120543" y="211424"/>
                  </a:lnTo>
                  <a:lnTo>
                    <a:pt x="9065626" y="236737"/>
                  </a:lnTo>
                  <a:lnTo>
                    <a:pt x="9010809" y="263586"/>
                  </a:lnTo>
                  <a:lnTo>
                    <a:pt x="8955955" y="291765"/>
                  </a:lnTo>
                  <a:lnTo>
                    <a:pt x="8901000" y="321004"/>
                  </a:lnTo>
                  <a:lnTo>
                    <a:pt x="8845943" y="350987"/>
                  </a:lnTo>
                  <a:lnTo>
                    <a:pt x="8790823" y="381359"/>
                  </a:lnTo>
                  <a:lnTo>
                    <a:pt x="8735701" y="411746"/>
                  </a:lnTo>
                  <a:lnTo>
                    <a:pt x="8680637" y="441774"/>
                  </a:lnTo>
                  <a:lnTo>
                    <a:pt x="8625674" y="471084"/>
                  </a:lnTo>
                  <a:lnTo>
                    <a:pt x="8570813" y="499357"/>
                  </a:lnTo>
                  <a:lnTo>
                    <a:pt x="8515997" y="526320"/>
                  </a:lnTo>
                  <a:lnTo>
                    <a:pt x="8461095" y="551761"/>
                  </a:lnTo>
                  <a:lnTo>
                    <a:pt x="8405882" y="575530"/>
                  </a:lnTo>
                  <a:lnTo>
                    <a:pt x="8350026" y="597539"/>
                  </a:lnTo>
                  <a:lnTo>
                    <a:pt x="8293065" y="617760"/>
                  </a:lnTo>
                  <a:lnTo>
                    <a:pt x="8234378" y="636220"/>
                  </a:lnTo>
                  <a:lnTo>
                    <a:pt x="8229629" y="637610"/>
                  </a:lnTo>
                  <a:lnTo>
                    <a:pt x="8177767" y="651793"/>
                  </a:lnTo>
                  <a:lnTo>
                    <a:pt x="8123456" y="664746"/>
                  </a:lnTo>
                  <a:lnTo>
                    <a:pt x="8066014" y="676512"/>
                  </a:lnTo>
                  <a:lnTo>
                    <a:pt x="8004688" y="687175"/>
                  </a:lnTo>
                  <a:lnTo>
                    <a:pt x="7938702" y="696838"/>
                  </a:lnTo>
                  <a:lnTo>
                    <a:pt x="7867295" y="705603"/>
                  </a:lnTo>
                  <a:lnTo>
                    <a:pt x="7789770" y="713568"/>
                  </a:lnTo>
                  <a:lnTo>
                    <a:pt x="7705570" y="720820"/>
                  </a:lnTo>
                  <a:lnTo>
                    <a:pt x="7614360" y="727430"/>
                  </a:lnTo>
                  <a:lnTo>
                    <a:pt x="7516156" y="733453"/>
                  </a:lnTo>
                  <a:lnTo>
                    <a:pt x="7411452" y="738925"/>
                  </a:lnTo>
                  <a:lnTo>
                    <a:pt x="7301376" y="743869"/>
                  </a:lnTo>
                  <a:lnTo>
                    <a:pt x="7187810" y="748290"/>
                  </a:lnTo>
                  <a:lnTo>
                    <a:pt x="7073448" y="752182"/>
                  </a:lnTo>
                  <a:lnTo>
                    <a:pt x="6961729" y="755533"/>
                  </a:lnTo>
                  <a:lnTo>
                    <a:pt x="6856597" y="758336"/>
                  </a:lnTo>
                  <a:lnTo>
                    <a:pt x="6762085" y="760591"/>
                  </a:lnTo>
                  <a:lnTo>
                    <a:pt x="6681748" y="762316"/>
                  </a:lnTo>
                  <a:lnTo>
                    <a:pt x="6618077" y="763554"/>
                  </a:lnTo>
                  <a:lnTo>
                    <a:pt x="6572028" y="764367"/>
                  </a:lnTo>
                  <a:lnTo>
                    <a:pt x="6542780" y="764838"/>
                  </a:lnTo>
                  <a:lnTo>
                    <a:pt x="6527748" y="765060"/>
                  </a:lnTo>
                  <a:lnTo>
                    <a:pt x="6522779" y="765127"/>
                  </a:lnTo>
                  <a:lnTo>
                    <a:pt x="6522385" y="765132"/>
                  </a:lnTo>
                  <a:lnTo>
                    <a:pt x="5527445" y="765132"/>
                  </a:lnTo>
                  <a:lnTo>
                    <a:pt x="5526311" y="765122"/>
                  </a:lnTo>
                  <a:lnTo>
                    <a:pt x="5518826" y="765051"/>
                  </a:lnTo>
                  <a:lnTo>
                    <a:pt x="5499856" y="764854"/>
                  </a:lnTo>
                  <a:lnTo>
                    <a:pt x="5465690" y="764467"/>
                  </a:lnTo>
                  <a:lnTo>
                    <a:pt x="5414257" y="763827"/>
                  </a:lnTo>
                  <a:lnTo>
                    <a:pt x="5345286" y="762881"/>
                  </a:lnTo>
                  <a:lnTo>
                    <a:pt x="5260238" y="761589"/>
                  </a:lnTo>
                  <a:lnTo>
                    <a:pt x="5161996" y="759930"/>
                  </a:lnTo>
                  <a:lnTo>
                    <a:pt x="5054332" y="757893"/>
                  </a:lnTo>
                  <a:lnTo>
                    <a:pt x="4941314" y="755481"/>
                  </a:lnTo>
                  <a:lnTo>
                    <a:pt x="4826778" y="752701"/>
                  </a:lnTo>
                  <a:lnTo>
                    <a:pt x="4713957" y="749560"/>
                  </a:lnTo>
                  <a:lnTo>
                    <a:pt x="4605300" y="746060"/>
                  </a:lnTo>
                  <a:lnTo>
                    <a:pt x="4502448" y="742194"/>
                  </a:lnTo>
                  <a:lnTo>
                    <a:pt x="4406320" y="737944"/>
                  </a:lnTo>
                  <a:lnTo>
                    <a:pt x="4317246" y="733281"/>
                  </a:lnTo>
                  <a:lnTo>
                    <a:pt x="4235119" y="728163"/>
                  </a:lnTo>
                  <a:lnTo>
                    <a:pt x="4159522" y="722538"/>
                  </a:lnTo>
                  <a:lnTo>
                    <a:pt x="4089844" y="716345"/>
                  </a:lnTo>
                  <a:lnTo>
                    <a:pt x="4025361" y="709514"/>
                  </a:lnTo>
                  <a:lnTo>
                    <a:pt x="3965299" y="701974"/>
                  </a:lnTo>
                  <a:lnTo>
                    <a:pt x="3908883" y="693657"/>
                  </a:lnTo>
                  <a:lnTo>
                    <a:pt x="3855378" y="684513"/>
                  </a:lnTo>
                  <a:lnTo>
                    <a:pt x="3820202" y="677788"/>
                  </a:lnTo>
                  <a:lnTo>
                    <a:pt x="3759942" y="664919"/>
                  </a:lnTo>
                  <a:lnTo>
                    <a:pt x="3701536" y="650786"/>
                  </a:lnTo>
                  <a:lnTo>
                    <a:pt x="3644307" y="635369"/>
                  </a:lnTo>
                  <a:lnTo>
                    <a:pt x="3587756" y="618687"/>
                  </a:lnTo>
                  <a:lnTo>
                    <a:pt x="3531526" y="600805"/>
                  </a:lnTo>
                  <a:lnTo>
                    <a:pt x="3475380" y="581835"/>
                  </a:lnTo>
                  <a:lnTo>
                    <a:pt x="3419180" y="561936"/>
                  </a:lnTo>
                  <a:lnTo>
                    <a:pt x="3362872" y="541311"/>
                  </a:lnTo>
                  <a:lnTo>
                    <a:pt x="3306461" y="520200"/>
                  </a:lnTo>
                  <a:lnTo>
                    <a:pt x="3249997" y="498866"/>
                  </a:lnTo>
                  <a:lnTo>
                    <a:pt x="3193546" y="477588"/>
                  </a:lnTo>
                  <a:lnTo>
                    <a:pt x="3137172" y="456639"/>
                  </a:lnTo>
                  <a:lnTo>
                    <a:pt x="3080909" y="436275"/>
                  </a:lnTo>
                  <a:lnTo>
                    <a:pt x="3024741" y="416722"/>
                  </a:lnTo>
                  <a:lnTo>
                    <a:pt x="2968583" y="398167"/>
                  </a:lnTo>
                  <a:lnTo>
                    <a:pt x="2912261" y="380751"/>
                  </a:lnTo>
                  <a:lnTo>
                    <a:pt x="2855491" y="364566"/>
                  </a:lnTo>
                  <a:lnTo>
                    <a:pt x="2797864" y="349657"/>
                  </a:lnTo>
                  <a:lnTo>
                    <a:pt x="2738815" y="336030"/>
                  </a:lnTo>
                  <a:lnTo>
                    <a:pt x="2702183" y="328413"/>
                  </a:lnTo>
                  <a:lnTo>
                    <a:pt x="2650282" y="318691"/>
                  </a:lnTo>
                  <a:lnTo>
                    <a:pt x="2595928" y="309814"/>
                  </a:lnTo>
                  <a:lnTo>
                    <a:pt x="2538437" y="301750"/>
                  </a:lnTo>
                  <a:lnTo>
                    <a:pt x="2477055" y="294443"/>
                  </a:lnTo>
                  <a:lnTo>
                    <a:pt x="2411004" y="287822"/>
                  </a:lnTo>
                  <a:lnTo>
                    <a:pt x="2339520" y="281817"/>
                  </a:lnTo>
                  <a:lnTo>
                    <a:pt x="2261907" y="276360"/>
                  </a:lnTo>
                  <a:lnTo>
                    <a:pt x="2177606" y="271391"/>
                  </a:lnTo>
                  <a:lnTo>
                    <a:pt x="2086285" y="266863"/>
                  </a:lnTo>
                  <a:lnTo>
                    <a:pt x="1987960" y="262738"/>
                  </a:lnTo>
                  <a:lnTo>
                    <a:pt x="1883132" y="258990"/>
                  </a:lnTo>
                  <a:lnTo>
                    <a:pt x="1772937" y="255604"/>
                  </a:lnTo>
                  <a:lnTo>
                    <a:pt x="1659267" y="252577"/>
                  </a:lnTo>
                  <a:lnTo>
                    <a:pt x="1544829" y="249913"/>
                  </a:lnTo>
                  <a:lnTo>
                    <a:pt x="1433076" y="247620"/>
                  </a:lnTo>
                  <a:lnTo>
                    <a:pt x="1327966" y="245703"/>
                  </a:lnTo>
                  <a:lnTo>
                    <a:pt x="1233538" y="244162"/>
                  </a:lnTo>
                  <a:lnTo>
                    <a:pt x="1153344" y="242984"/>
                  </a:lnTo>
                  <a:lnTo>
                    <a:pt x="1089864" y="242140"/>
                  </a:lnTo>
                  <a:lnTo>
                    <a:pt x="1044033" y="241586"/>
                  </a:lnTo>
                  <a:lnTo>
                    <a:pt x="1015002" y="241266"/>
                  </a:lnTo>
                  <a:lnTo>
                    <a:pt x="1000154" y="241117"/>
                  </a:lnTo>
                  <a:lnTo>
                    <a:pt x="995306" y="241072"/>
                  </a:lnTo>
                  <a:lnTo>
                    <a:pt x="994940" y="241069"/>
                  </a:lnTo>
                  <a:lnTo>
                    <a:pt x="0" y="241069"/>
                  </a:lnTo>
                  <a:lnTo>
                    <a:pt x="0" y="2410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0" name="pg569"/>
            <p:cNvSpPr/>
            <p:nvPr/>
          </p:nvSpPr>
          <p:spPr>
            <a:xfrm>
              <a:off x="1199187" y="1566785"/>
              <a:ext cx="12049831" cy="702244"/>
            </a:xfrm>
            <a:custGeom>
              <a:avLst/>
              <a:pathLst>
                <a:path w="12049831" h="702244">
                  <a:moveTo>
                    <a:pt x="0" y="178181"/>
                  </a:moveTo>
                  <a:lnTo>
                    <a:pt x="994940" y="178181"/>
                  </a:lnTo>
                  <a:lnTo>
                    <a:pt x="996074" y="178191"/>
                  </a:lnTo>
                  <a:lnTo>
                    <a:pt x="1003559" y="178262"/>
                  </a:lnTo>
                  <a:lnTo>
                    <a:pt x="1022529" y="178459"/>
                  </a:lnTo>
                  <a:lnTo>
                    <a:pt x="1056695" y="178846"/>
                  </a:lnTo>
                  <a:lnTo>
                    <a:pt x="1108128" y="179487"/>
                  </a:lnTo>
                  <a:lnTo>
                    <a:pt x="1177099" y="180433"/>
                  </a:lnTo>
                  <a:lnTo>
                    <a:pt x="1262147" y="181724"/>
                  </a:lnTo>
                  <a:lnTo>
                    <a:pt x="1360389" y="183383"/>
                  </a:lnTo>
                  <a:lnTo>
                    <a:pt x="1468053" y="185420"/>
                  </a:lnTo>
                  <a:lnTo>
                    <a:pt x="1581071" y="187832"/>
                  </a:lnTo>
                  <a:lnTo>
                    <a:pt x="1695607" y="190612"/>
                  </a:lnTo>
                  <a:lnTo>
                    <a:pt x="1808428" y="193753"/>
                  </a:lnTo>
                  <a:lnTo>
                    <a:pt x="1917085" y="197253"/>
                  </a:lnTo>
                  <a:lnTo>
                    <a:pt x="2019937" y="201119"/>
                  </a:lnTo>
                  <a:lnTo>
                    <a:pt x="2116065" y="205369"/>
                  </a:lnTo>
                  <a:lnTo>
                    <a:pt x="2205139" y="210032"/>
                  </a:lnTo>
                  <a:lnTo>
                    <a:pt x="2287266" y="215150"/>
                  </a:lnTo>
                  <a:lnTo>
                    <a:pt x="2362863" y="220775"/>
                  </a:lnTo>
                  <a:lnTo>
                    <a:pt x="2432541" y="226968"/>
                  </a:lnTo>
                  <a:lnTo>
                    <a:pt x="2497024" y="233799"/>
                  </a:lnTo>
                  <a:lnTo>
                    <a:pt x="2557086" y="241339"/>
                  </a:lnTo>
                  <a:lnTo>
                    <a:pt x="2613502" y="249656"/>
                  </a:lnTo>
                  <a:lnTo>
                    <a:pt x="2667007" y="258800"/>
                  </a:lnTo>
                  <a:lnTo>
                    <a:pt x="2702183" y="265525"/>
                  </a:lnTo>
                  <a:lnTo>
                    <a:pt x="2762443" y="278394"/>
                  </a:lnTo>
                  <a:lnTo>
                    <a:pt x="2820849" y="292527"/>
                  </a:lnTo>
                  <a:lnTo>
                    <a:pt x="2878078" y="307944"/>
                  </a:lnTo>
                  <a:lnTo>
                    <a:pt x="2934629" y="324626"/>
                  </a:lnTo>
                  <a:lnTo>
                    <a:pt x="2990859" y="342508"/>
                  </a:lnTo>
                  <a:lnTo>
                    <a:pt x="3047005" y="361478"/>
                  </a:lnTo>
                  <a:lnTo>
                    <a:pt x="3103205" y="381377"/>
                  </a:lnTo>
                  <a:lnTo>
                    <a:pt x="3159513" y="402002"/>
                  </a:lnTo>
                  <a:lnTo>
                    <a:pt x="3215924" y="423114"/>
                  </a:lnTo>
                  <a:lnTo>
                    <a:pt x="3272388" y="444447"/>
                  </a:lnTo>
                  <a:lnTo>
                    <a:pt x="3328839" y="465725"/>
                  </a:lnTo>
                  <a:lnTo>
                    <a:pt x="3385213" y="486674"/>
                  </a:lnTo>
                  <a:lnTo>
                    <a:pt x="3441476" y="507038"/>
                  </a:lnTo>
                  <a:lnTo>
                    <a:pt x="3497644" y="526591"/>
                  </a:lnTo>
                  <a:lnTo>
                    <a:pt x="3553802" y="545146"/>
                  </a:lnTo>
                  <a:lnTo>
                    <a:pt x="3610124" y="562562"/>
                  </a:lnTo>
                  <a:lnTo>
                    <a:pt x="3666894" y="578748"/>
                  </a:lnTo>
                  <a:lnTo>
                    <a:pt x="3724521" y="593656"/>
                  </a:lnTo>
                  <a:lnTo>
                    <a:pt x="3783570" y="607283"/>
                  </a:lnTo>
                  <a:lnTo>
                    <a:pt x="3820202" y="614901"/>
                  </a:lnTo>
                  <a:lnTo>
                    <a:pt x="3872103" y="624622"/>
                  </a:lnTo>
                  <a:lnTo>
                    <a:pt x="3926457" y="633499"/>
                  </a:lnTo>
                  <a:lnTo>
                    <a:pt x="3983948" y="641563"/>
                  </a:lnTo>
                  <a:lnTo>
                    <a:pt x="4045330" y="648870"/>
                  </a:lnTo>
                  <a:lnTo>
                    <a:pt x="4111381" y="655491"/>
                  </a:lnTo>
                  <a:lnTo>
                    <a:pt x="4182865" y="661496"/>
                  </a:lnTo>
                  <a:lnTo>
                    <a:pt x="4260478" y="666953"/>
                  </a:lnTo>
                  <a:lnTo>
                    <a:pt x="4344779" y="671922"/>
                  </a:lnTo>
                  <a:lnTo>
                    <a:pt x="4436100" y="676450"/>
                  </a:lnTo>
                  <a:lnTo>
                    <a:pt x="4534425" y="680575"/>
                  </a:lnTo>
                  <a:lnTo>
                    <a:pt x="4639253" y="684324"/>
                  </a:lnTo>
                  <a:lnTo>
                    <a:pt x="4749448" y="687709"/>
                  </a:lnTo>
                  <a:lnTo>
                    <a:pt x="4863118" y="690736"/>
                  </a:lnTo>
                  <a:lnTo>
                    <a:pt x="4977556" y="693400"/>
                  </a:lnTo>
                  <a:lnTo>
                    <a:pt x="5089309" y="695693"/>
                  </a:lnTo>
                  <a:lnTo>
                    <a:pt x="5194419" y="697610"/>
                  </a:lnTo>
                  <a:lnTo>
                    <a:pt x="5288847" y="699151"/>
                  </a:lnTo>
                  <a:lnTo>
                    <a:pt x="5369041" y="700329"/>
                  </a:lnTo>
                  <a:lnTo>
                    <a:pt x="5432521" y="701173"/>
                  </a:lnTo>
                  <a:lnTo>
                    <a:pt x="5478352" y="701727"/>
                  </a:lnTo>
                  <a:lnTo>
                    <a:pt x="5507383" y="702047"/>
                  </a:lnTo>
                  <a:lnTo>
                    <a:pt x="5522231" y="702196"/>
                  </a:lnTo>
                  <a:lnTo>
                    <a:pt x="5527079" y="702241"/>
                  </a:lnTo>
                  <a:lnTo>
                    <a:pt x="5527445" y="702244"/>
                  </a:lnTo>
                  <a:lnTo>
                    <a:pt x="6522385" y="702244"/>
                  </a:lnTo>
                  <a:lnTo>
                    <a:pt x="6523518" y="702231"/>
                  </a:lnTo>
                  <a:lnTo>
                    <a:pt x="6530994" y="702138"/>
                  </a:lnTo>
                  <a:lnTo>
                    <a:pt x="6549939" y="701881"/>
                  </a:lnTo>
                  <a:lnTo>
                    <a:pt x="6584062" y="701374"/>
                  </a:lnTo>
                  <a:lnTo>
                    <a:pt x="6635433" y="700537"/>
                  </a:lnTo>
                  <a:lnTo>
                    <a:pt x="6704329" y="699299"/>
                  </a:lnTo>
                  <a:lnTo>
                    <a:pt x="6789291" y="697610"/>
                  </a:lnTo>
                  <a:lnTo>
                    <a:pt x="6887448" y="695439"/>
                  </a:lnTo>
                  <a:lnTo>
                    <a:pt x="6995033" y="692774"/>
                  </a:lnTo>
                  <a:lnTo>
                    <a:pt x="7107983" y="689617"/>
                  </a:lnTo>
                  <a:lnTo>
                    <a:pt x="7222466" y="685980"/>
                  </a:lnTo>
                  <a:lnTo>
                    <a:pt x="7335251" y="681870"/>
                  </a:lnTo>
                  <a:lnTo>
                    <a:pt x="7443887" y="677289"/>
                  </a:lnTo>
                  <a:lnTo>
                    <a:pt x="7546732" y="672230"/>
                  </a:lnTo>
                  <a:lnTo>
                    <a:pt x="7642862" y="666669"/>
                  </a:lnTo>
                  <a:lnTo>
                    <a:pt x="7731945" y="660567"/>
                  </a:lnTo>
                  <a:lnTo>
                    <a:pt x="7814086" y="653871"/>
                  </a:lnTo>
                  <a:lnTo>
                    <a:pt x="7889699" y="646512"/>
                  </a:lnTo>
                  <a:lnTo>
                    <a:pt x="7959392" y="638409"/>
                  </a:lnTo>
                  <a:lnTo>
                    <a:pt x="8023889" y="629473"/>
                  </a:lnTo>
                  <a:lnTo>
                    <a:pt x="8083962" y="619609"/>
                  </a:lnTo>
                  <a:lnTo>
                    <a:pt x="8140384" y="608730"/>
                  </a:lnTo>
                  <a:lnTo>
                    <a:pt x="8193891" y="596768"/>
                  </a:lnTo>
                  <a:lnTo>
                    <a:pt x="8229629" y="587824"/>
                  </a:lnTo>
                  <a:lnTo>
                    <a:pt x="8288981" y="571236"/>
                  </a:lnTo>
                  <a:lnTo>
                    <a:pt x="8346526" y="553043"/>
                  </a:lnTo>
                  <a:lnTo>
                    <a:pt x="8402911" y="533220"/>
                  </a:lnTo>
                  <a:lnTo>
                    <a:pt x="8458621" y="511787"/>
                  </a:lnTo>
                  <a:lnTo>
                    <a:pt x="8514002" y="488824"/>
                  </a:lnTo>
                  <a:lnTo>
                    <a:pt x="8569288" y="464465"/>
                  </a:lnTo>
                  <a:lnTo>
                    <a:pt x="8624618" y="438904"/>
                  </a:lnTo>
                  <a:lnTo>
                    <a:pt x="8680051" y="412392"/>
                  </a:lnTo>
                  <a:lnTo>
                    <a:pt x="8735586" y="385222"/>
                  </a:lnTo>
                  <a:lnTo>
                    <a:pt x="8791182" y="357723"/>
                  </a:lnTo>
                  <a:lnTo>
                    <a:pt x="8846774" y="330240"/>
                  </a:lnTo>
                  <a:lnTo>
                    <a:pt x="8902301" y="303116"/>
                  </a:lnTo>
                  <a:lnTo>
                    <a:pt x="8957724" y="276679"/>
                  </a:lnTo>
                  <a:lnTo>
                    <a:pt x="9013047" y="251219"/>
                  </a:lnTo>
                  <a:lnTo>
                    <a:pt x="9068334" y="226981"/>
                  </a:lnTo>
                  <a:lnTo>
                    <a:pt x="9123734" y="204153"/>
                  </a:lnTo>
                  <a:lnTo>
                    <a:pt x="9179489" y="182865"/>
                  </a:lnTo>
                  <a:lnTo>
                    <a:pt x="9235958" y="163191"/>
                  </a:lnTo>
                  <a:lnTo>
                    <a:pt x="9293639" y="145146"/>
                  </a:lnTo>
                  <a:lnTo>
                    <a:pt x="9347647" y="130142"/>
                  </a:lnTo>
                  <a:lnTo>
                    <a:pt x="9399524" y="117413"/>
                  </a:lnTo>
                  <a:lnTo>
                    <a:pt x="9453850" y="105788"/>
                  </a:lnTo>
                  <a:lnTo>
                    <a:pt x="9511311" y="95229"/>
                  </a:lnTo>
                  <a:lnTo>
                    <a:pt x="9572657" y="85659"/>
                  </a:lnTo>
                  <a:lnTo>
                    <a:pt x="9638667" y="76988"/>
                  </a:lnTo>
                  <a:lnTo>
                    <a:pt x="9710102" y="69123"/>
                  </a:lnTo>
                  <a:lnTo>
                    <a:pt x="9787659" y="61975"/>
                  </a:lnTo>
                  <a:lnTo>
                    <a:pt x="9871897" y="55467"/>
                  </a:lnTo>
                  <a:lnTo>
                    <a:pt x="9963147" y="49536"/>
                  </a:lnTo>
                  <a:lnTo>
                    <a:pt x="10061396" y="44132"/>
                  </a:lnTo>
                  <a:lnTo>
                    <a:pt x="10166145" y="39222"/>
                  </a:lnTo>
                  <a:lnTo>
                    <a:pt x="10276265" y="34786"/>
                  </a:lnTo>
                  <a:lnTo>
                    <a:pt x="10389869" y="30820"/>
                  </a:lnTo>
                  <a:lnTo>
                    <a:pt x="10504259" y="27329"/>
                  </a:lnTo>
                  <a:lnTo>
                    <a:pt x="10615990" y="24323"/>
                  </a:lnTo>
                  <a:lnTo>
                    <a:pt x="10721114" y="21809"/>
                  </a:lnTo>
                  <a:lnTo>
                    <a:pt x="10815596" y="19788"/>
                  </a:lnTo>
                  <a:lnTo>
                    <a:pt x="10895880" y="18241"/>
                  </a:lnTo>
                  <a:lnTo>
                    <a:pt x="10959481" y="17133"/>
                  </a:lnTo>
                  <a:lnTo>
                    <a:pt x="11005450" y="16405"/>
                  </a:lnTo>
                  <a:lnTo>
                    <a:pt x="11034619" y="15983"/>
                  </a:lnTo>
                  <a:lnTo>
                    <a:pt x="11049583" y="15786"/>
                  </a:lnTo>
                  <a:lnTo>
                    <a:pt x="11054507" y="15726"/>
                  </a:lnTo>
                  <a:lnTo>
                    <a:pt x="11054891" y="15721"/>
                  </a:lnTo>
                  <a:lnTo>
                    <a:pt x="12049831" y="1572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8" y="13"/>
                  </a:lnTo>
                  <a:lnTo>
                    <a:pt x="11046283" y="106"/>
                  </a:lnTo>
                  <a:lnTo>
                    <a:pt x="11027338" y="363"/>
                  </a:lnTo>
                  <a:lnTo>
                    <a:pt x="10993215" y="870"/>
                  </a:lnTo>
                  <a:lnTo>
                    <a:pt x="10941844" y="1707"/>
                  </a:lnTo>
                  <a:lnTo>
                    <a:pt x="10872948" y="2945"/>
                  </a:lnTo>
                  <a:lnTo>
                    <a:pt x="10787985" y="4634"/>
                  </a:lnTo>
                  <a:lnTo>
                    <a:pt x="10689829" y="6805"/>
                  </a:lnTo>
                  <a:lnTo>
                    <a:pt x="10582244" y="9470"/>
                  </a:lnTo>
                  <a:lnTo>
                    <a:pt x="10469294" y="12627"/>
                  </a:lnTo>
                  <a:lnTo>
                    <a:pt x="10354810" y="16264"/>
                  </a:lnTo>
                  <a:lnTo>
                    <a:pt x="10242026" y="20374"/>
                  </a:lnTo>
                  <a:lnTo>
                    <a:pt x="10133389" y="24955"/>
                  </a:lnTo>
                  <a:lnTo>
                    <a:pt x="10030545" y="30014"/>
                  </a:lnTo>
                  <a:lnTo>
                    <a:pt x="9934414" y="35575"/>
                  </a:lnTo>
                  <a:lnTo>
                    <a:pt x="9845331" y="41677"/>
                  </a:lnTo>
                  <a:lnTo>
                    <a:pt x="9763190" y="48373"/>
                  </a:lnTo>
                  <a:lnTo>
                    <a:pt x="9687578" y="55732"/>
                  </a:lnTo>
                  <a:lnTo>
                    <a:pt x="9617884" y="63835"/>
                  </a:lnTo>
                  <a:lnTo>
                    <a:pt x="9553387" y="72771"/>
                  </a:lnTo>
                  <a:lnTo>
                    <a:pt x="9493315" y="82635"/>
                  </a:lnTo>
                  <a:lnTo>
                    <a:pt x="9436892" y="93514"/>
                  </a:lnTo>
                  <a:lnTo>
                    <a:pt x="9383386" y="105476"/>
                  </a:lnTo>
                  <a:lnTo>
                    <a:pt x="9347647" y="114420"/>
                  </a:lnTo>
                  <a:lnTo>
                    <a:pt x="9288295" y="131008"/>
                  </a:lnTo>
                  <a:lnTo>
                    <a:pt x="9230751" y="149201"/>
                  </a:lnTo>
                  <a:lnTo>
                    <a:pt x="9174365" y="169024"/>
                  </a:lnTo>
                  <a:lnTo>
                    <a:pt x="9118656" y="190457"/>
                  </a:lnTo>
                  <a:lnTo>
                    <a:pt x="9063275" y="213420"/>
                  </a:lnTo>
                  <a:lnTo>
                    <a:pt x="9007988" y="237779"/>
                  </a:lnTo>
                  <a:lnTo>
                    <a:pt x="8952659" y="263340"/>
                  </a:lnTo>
                  <a:lnTo>
                    <a:pt x="8897226" y="289852"/>
                  </a:lnTo>
                  <a:lnTo>
                    <a:pt x="8841690" y="317022"/>
                  </a:lnTo>
                  <a:lnTo>
                    <a:pt x="8786095" y="344521"/>
                  </a:lnTo>
                  <a:lnTo>
                    <a:pt x="8730502" y="372004"/>
                  </a:lnTo>
                  <a:lnTo>
                    <a:pt x="8674975" y="399127"/>
                  </a:lnTo>
                  <a:lnTo>
                    <a:pt x="8619552" y="425565"/>
                  </a:lnTo>
                  <a:lnTo>
                    <a:pt x="8564230" y="451024"/>
                  </a:lnTo>
                  <a:lnTo>
                    <a:pt x="8508942" y="475263"/>
                  </a:lnTo>
                  <a:lnTo>
                    <a:pt x="8453542" y="498091"/>
                  </a:lnTo>
                  <a:lnTo>
                    <a:pt x="8397787" y="519379"/>
                  </a:lnTo>
                  <a:lnTo>
                    <a:pt x="8341318" y="539053"/>
                  </a:lnTo>
                  <a:lnTo>
                    <a:pt x="8283638" y="557098"/>
                  </a:lnTo>
                  <a:lnTo>
                    <a:pt x="8229629" y="572102"/>
                  </a:lnTo>
                  <a:lnTo>
                    <a:pt x="8177753" y="584831"/>
                  </a:lnTo>
                  <a:lnTo>
                    <a:pt x="8123426" y="596456"/>
                  </a:lnTo>
                  <a:lnTo>
                    <a:pt x="8065965" y="607015"/>
                  </a:lnTo>
                  <a:lnTo>
                    <a:pt x="8004619" y="616585"/>
                  </a:lnTo>
                  <a:lnTo>
                    <a:pt x="7938610" y="625256"/>
                  </a:lnTo>
                  <a:lnTo>
                    <a:pt x="7867174" y="633121"/>
                  </a:lnTo>
                  <a:lnTo>
                    <a:pt x="7789617" y="640269"/>
                  </a:lnTo>
                  <a:lnTo>
                    <a:pt x="7705380" y="646777"/>
                  </a:lnTo>
                  <a:lnTo>
                    <a:pt x="7614130" y="652708"/>
                  </a:lnTo>
                  <a:lnTo>
                    <a:pt x="7515881" y="658112"/>
                  </a:lnTo>
                  <a:lnTo>
                    <a:pt x="7411131" y="663022"/>
                  </a:lnTo>
                  <a:lnTo>
                    <a:pt x="7301012" y="667458"/>
                  </a:lnTo>
                  <a:lnTo>
                    <a:pt x="7187408" y="671424"/>
                  </a:lnTo>
                  <a:lnTo>
                    <a:pt x="7073018" y="674915"/>
                  </a:lnTo>
                  <a:lnTo>
                    <a:pt x="6961286" y="677921"/>
                  </a:lnTo>
                  <a:lnTo>
                    <a:pt x="6856163" y="680435"/>
                  </a:lnTo>
                  <a:lnTo>
                    <a:pt x="6761681" y="682456"/>
                  </a:lnTo>
                  <a:lnTo>
                    <a:pt x="6681396" y="684003"/>
                  </a:lnTo>
                  <a:lnTo>
                    <a:pt x="6617795" y="685111"/>
                  </a:lnTo>
                  <a:lnTo>
                    <a:pt x="6571826" y="685839"/>
                  </a:lnTo>
                  <a:lnTo>
                    <a:pt x="6542658" y="686261"/>
                  </a:lnTo>
                  <a:lnTo>
                    <a:pt x="6527693" y="686458"/>
                  </a:lnTo>
                  <a:lnTo>
                    <a:pt x="6522769" y="686518"/>
                  </a:lnTo>
                  <a:lnTo>
                    <a:pt x="6522385" y="686523"/>
                  </a:lnTo>
                  <a:lnTo>
                    <a:pt x="5527445" y="686523"/>
                  </a:lnTo>
                  <a:lnTo>
                    <a:pt x="5526311" y="686513"/>
                  </a:lnTo>
                  <a:lnTo>
                    <a:pt x="5518826" y="686441"/>
                  </a:lnTo>
                  <a:lnTo>
                    <a:pt x="5499856" y="686245"/>
                  </a:lnTo>
                  <a:lnTo>
                    <a:pt x="5465690" y="685857"/>
                  </a:lnTo>
                  <a:lnTo>
                    <a:pt x="5414257" y="685217"/>
                  </a:lnTo>
                  <a:lnTo>
                    <a:pt x="5345286" y="684271"/>
                  </a:lnTo>
                  <a:lnTo>
                    <a:pt x="5260238" y="682980"/>
                  </a:lnTo>
                  <a:lnTo>
                    <a:pt x="5161996" y="681320"/>
                  </a:lnTo>
                  <a:lnTo>
                    <a:pt x="5054332" y="679283"/>
                  </a:lnTo>
                  <a:lnTo>
                    <a:pt x="4941314" y="676871"/>
                  </a:lnTo>
                  <a:lnTo>
                    <a:pt x="4826778" y="674091"/>
                  </a:lnTo>
                  <a:lnTo>
                    <a:pt x="4713957" y="670951"/>
                  </a:lnTo>
                  <a:lnTo>
                    <a:pt x="4605300" y="667451"/>
                  </a:lnTo>
                  <a:lnTo>
                    <a:pt x="4502448" y="663585"/>
                  </a:lnTo>
                  <a:lnTo>
                    <a:pt x="4406320" y="659335"/>
                  </a:lnTo>
                  <a:lnTo>
                    <a:pt x="4317246" y="654671"/>
                  </a:lnTo>
                  <a:lnTo>
                    <a:pt x="4235119" y="649553"/>
                  </a:lnTo>
                  <a:lnTo>
                    <a:pt x="4159522" y="643929"/>
                  </a:lnTo>
                  <a:lnTo>
                    <a:pt x="4089844" y="637736"/>
                  </a:lnTo>
                  <a:lnTo>
                    <a:pt x="4025361" y="630905"/>
                  </a:lnTo>
                  <a:lnTo>
                    <a:pt x="3965299" y="623364"/>
                  </a:lnTo>
                  <a:lnTo>
                    <a:pt x="3908883" y="615048"/>
                  </a:lnTo>
                  <a:lnTo>
                    <a:pt x="3855378" y="605904"/>
                  </a:lnTo>
                  <a:lnTo>
                    <a:pt x="3820202" y="599179"/>
                  </a:lnTo>
                  <a:lnTo>
                    <a:pt x="3759942" y="586309"/>
                  </a:lnTo>
                  <a:lnTo>
                    <a:pt x="3701536" y="572176"/>
                  </a:lnTo>
                  <a:lnTo>
                    <a:pt x="3644307" y="556759"/>
                  </a:lnTo>
                  <a:lnTo>
                    <a:pt x="3587756" y="540078"/>
                  </a:lnTo>
                  <a:lnTo>
                    <a:pt x="3531526" y="522196"/>
                  </a:lnTo>
                  <a:lnTo>
                    <a:pt x="3475380" y="503226"/>
                  </a:lnTo>
                  <a:lnTo>
                    <a:pt x="3419180" y="483327"/>
                  </a:lnTo>
                  <a:lnTo>
                    <a:pt x="3362872" y="462702"/>
                  </a:lnTo>
                  <a:lnTo>
                    <a:pt x="3306461" y="441590"/>
                  </a:lnTo>
                  <a:lnTo>
                    <a:pt x="3249997" y="420257"/>
                  </a:lnTo>
                  <a:lnTo>
                    <a:pt x="3193546" y="398979"/>
                  </a:lnTo>
                  <a:lnTo>
                    <a:pt x="3137172" y="378030"/>
                  </a:lnTo>
                  <a:lnTo>
                    <a:pt x="3080909" y="357666"/>
                  </a:lnTo>
                  <a:lnTo>
                    <a:pt x="3024741" y="338113"/>
                  </a:lnTo>
                  <a:lnTo>
                    <a:pt x="2968583" y="319558"/>
                  </a:lnTo>
                  <a:lnTo>
                    <a:pt x="2912261" y="302141"/>
                  </a:lnTo>
                  <a:lnTo>
                    <a:pt x="2855491" y="285956"/>
                  </a:lnTo>
                  <a:lnTo>
                    <a:pt x="2797864" y="271048"/>
                  </a:lnTo>
                  <a:lnTo>
                    <a:pt x="2738815" y="257420"/>
                  </a:lnTo>
                  <a:lnTo>
                    <a:pt x="2702183" y="249803"/>
                  </a:lnTo>
                  <a:lnTo>
                    <a:pt x="2650282" y="240082"/>
                  </a:lnTo>
                  <a:lnTo>
                    <a:pt x="2595928" y="231204"/>
                  </a:lnTo>
                  <a:lnTo>
                    <a:pt x="2538437" y="223141"/>
                  </a:lnTo>
                  <a:lnTo>
                    <a:pt x="2477055" y="215834"/>
                  </a:lnTo>
                  <a:lnTo>
                    <a:pt x="2411004" y="209213"/>
                  </a:lnTo>
                  <a:lnTo>
                    <a:pt x="2339520" y="203207"/>
                  </a:lnTo>
                  <a:lnTo>
                    <a:pt x="2261907" y="197750"/>
                  </a:lnTo>
                  <a:lnTo>
                    <a:pt x="2177606" y="192782"/>
                  </a:lnTo>
                  <a:lnTo>
                    <a:pt x="2086285" y="188254"/>
                  </a:lnTo>
                  <a:lnTo>
                    <a:pt x="1987960" y="184128"/>
                  </a:lnTo>
                  <a:lnTo>
                    <a:pt x="1883132" y="180380"/>
                  </a:lnTo>
                  <a:lnTo>
                    <a:pt x="1772937" y="176994"/>
                  </a:lnTo>
                  <a:lnTo>
                    <a:pt x="1659267" y="173968"/>
                  </a:lnTo>
                  <a:lnTo>
                    <a:pt x="1544829" y="171304"/>
                  </a:lnTo>
                  <a:lnTo>
                    <a:pt x="1433076" y="169010"/>
                  </a:lnTo>
                  <a:lnTo>
                    <a:pt x="1327966" y="167093"/>
                  </a:lnTo>
                  <a:lnTo>
                    <a:pt x="1233538" y="165552"/>
                  </a:lnTo>
                  <a:lnTo>
                    <a:pt x="1153344" y="164374"/>
                  </a:lnTo>
                  <a:lnTo>
                    <a:pt x="1089864" y="163530"/>
                  </a:lnTo>
                  <a:lnTo>
                    <a:pt x="1044033" y="162977"/>
                  </a:lnTo>
                  <a:lnTo>
                    <a:pt x="1015002" y="162657"/>
                  </a:lnTo>
                  <a:lnTo>
                    <a:pt x="1000154" y="162507"/>
                  </a:lnTo>
                  <a:lnTo>
                    <a:pt x="995306" y="162462"/>
                  </a:lnTo>
                  <a:lnTo>
                    <a:pt x="994940" y="162459"/>
                  </a:lnTo>
                  <a:lnTo>
                    <a:pt x="0" y="162459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71" name="pl570"/>
            <p:cNvSpPr/>
            <p:nvPr/>
          </p:nvSpPr>
          <p:spPr>
            <a:xfrm>
              <a:off x="1199187" y="1582506"/>
              <a:ext cx="12049831" cy="686523"/>
            </a:xfrm>
            <a:custGeom>
              <a:avLst/>
              <a:pathLst>
                <a:path w="12049831" h="686523">
                  <a:moveTo>
                    <a:pt x="0" y="162459"/>
                  </a:moveTo>
                  <a:lnTo>
                    <a:pt x="994940" y="162459"/>
                  </a:lnTo>
                  <a:lnTo>
                    <a:pt x="996074" y="162469"/>
                  </a:lnTo>
                  <a:lnTo>
                    <a:pt x="1003559" y="162540"/>
                  </a:lnTo>
                  <a:lnTo>
                    <a:pt x="1022529" y="162737"/>
                  </a:lnTo>
                  <a:lnTo>
                    <a:pt x="1056695" y="163124"/>
                  </a:lnTo>
                  <a:lnTo>
                    <a:pt x="1108128" y="163765"/>
                  </a:lnTo>
                  <a:lnTo>
                    <a:pt x="1177099" y="164711"/>
                  </a:lnTo>
                  <a:lnTo>
                    <a:pt x="1262147" y="166002"/>
                  </a:lnTo>
                  <a:lnTo>
                    <a:pt x="1360389" y="167661"/>
                  </a:lnTo>
                  <a:lnTo>
                    <a:pt x="1468053" y="169698"/>
                  </a:lnTo>
                  <a:lnTo>
                    <a:pt x="1581071" y="172110"/>
                  </a:lnTo>
                  <a:lnTo>
                    <a:pt x="1695607" y="174890"/>
                  </a:lnTo>
                  <a:lnTo>
                    <a:pt x="1808428" y="178031"/>
                  </a:lnTo>
                  <a:lnTo>
                    <a:pt x="1917085" y="181531"/>
                  </a:lnTo>
                  <a:lnTo>
                    <a:pt x="2019937" y="185397"/>
                  </a:lnTo>
                  <a:lnTo>
                    <a:pt x="2116065" y="189647"/>
                  </a:lnTo>
                  <a:lnTo>
                    <a:pt x="2205139" y="194310"/>
                  </a:lnTo>
                  <a:lnTo>
                    <a:pt x="2287266" y="199428"/>
                  </a:lnTo>
                  <a:lnTo>
                    <a:pt x="2362863" y="205053"/>
                  </a:lnTo>
                  <a:lnTo>
                    <a:pt x="2432541" y="211246"/>
                  </a:lnTo>
                  <a:lnTo>
                    <a:pt x="2497024" y="218077"/>
                  </a:lnTo>
                  <a:lnTo>
                    <a:pt x="2557086" y="225617"/>
                  </a:lnTo>
                  <a:lnTo>
                    <a:pt x="2613502" y="233934"/>
                  </a:lnTo>
                  <a:lnTo>
                    <a:pt x="2667007" y="243078"/>
                  </a:lnTo>
                  <a:lnTo>
                    <a:pt x="2702183" y="249803"/>
                  </a:lnTo>
                  <a:lnTo>
                    <a:pt x="2762443" y="262672"/>
                  </a:lnTo>
                  <a:lnTo>
                    <a:pt x="2820849" y="276805"/>
                  </a:lnTo>
                  <a:lnTo>
                    <a:pt x="2878078" y="292223"/>
                  </a:lnTo>
                  <a:lnTo>
                    <a:pt x="2934629" y="308904"/>
                  </a:lnTo>
                  <a:lnTo>
                    <a:pt x="2990859" y="326786"/>
                  </a:lnTo>
                  <a:lnTo>
                    <a:pt x="3047005" y="345756"/>
                  </a:lnTo>
                  <a:lnTo>
                    <a:pt x="3103205" y="365655"/>
                  </a:lnTo>
                  <a:lnTo>
                    <a:pt x="3159513" y="386280"/>
                  </a:lnTo>
                  <a:lnTo>
                    <a:pt x="3215924" y="407392"/>
                  </a:lnTo>
                  <a:lnTo>
                    <a:pt x="3272388" y="428725"/>
                  </a:lnTo>
                  <a:lnTo>
                    <a:pt x="3328839" y="450003"/>
                  </a:lnTo>
                  <a:lnTo>
                    <a:pt x="3385213" y="470952"/>
                  </a:lnTo>
                  <a:lnTo>
                    <a:pt x="3441476" y="491316"/>
                  </a:lnTo>
                  <a:lnTo>
                    <a:pt x="3497644" y="510869"/>
                  </a:lnTo>
                  <a:lnTo>
                    <a:pt x="3553802" y="529424"/>
                  </a:lnTo>
                  <a:lnTo>
                    <a:pt x="3610124" y="546840"/>
                  </a:lnTo>
                  <a:lnTo>
                    <a:pt x="3666894" y="563026"/>
                  </a:lnTo>
                  <a:lnTo>
                    <a:pt x="3724521" y="577934"/>
                  </a:lnTo>
                  <a:lnTo>
                    <a:pt x="3783570" y="591561"/>
                  </a:lnTo>
                  <a:lnTo>
                    <a:pt x="3820202" y="599179"/>
                  </a:lnTo>
                  <a:lnTo>
                    <a:pt x="3872103" y="608900"/>
                  </a:lnTo>
                  <a:lnTo>
                    <a:pt x="3926457" y="617777"/>
                  </a:lnTo>
                  <a:lnTo>
                    <a:pt x="3983948" y="625841"/>
                  </a:lnTo>
                  <a:lnTo>
                    <a:pt x="4045330" y="633148"/>
                  </a:lnTo>
                  <a:lnTo>
                    <a:pt x="4111381" y="639769"/>
                  </a:lnTo>
                  <a:lnTo>
                    <a:pt x="4182865" y="645774"/>
                  </a:lnTo>
                  <a:lnTo>
                    <a:pt x="4260478" y="651232"/>
                  </a:lnTo>
                  <a:lnTo>
                    <a:pt x="4344779" y="656200"/>
                  </a:lnTo>
                  <a:lnTo>
                    <a:pt x="4436100" y="660728"/>
                  </a:lnTo>
                  <a:lnTo>
                    <a:pt x="4534425" y="664853"/>
                  </a:lnTo>
                  <a:lnTo>
                    <a:pt x="4639253" y="668602"/>
                  </a:lnTo>
                  <a:lnTo>
                    <a:pt x="4749448" y="671987"/>
                  </a:lnTo>
                  <a:lnTo>
                    <a:pt x="4863118" y="675014"/>
                  </a:lnTo>
                  <a:lnTo>
                    <a:pt x="4977556" y="677678"/>
                  </a:lnTo>
                  <a:lnTo>
                    <a:pt x="5089309" y="679972"/>
                  </a:lnTo>
                  <a:lnTo>
                    <a:pt x="5194419" y="681888"/>
                  </a:lnTo>
                  <a:lnTo>
                    <a:pt x="5288847" y="683429"/>
                  </a:lnTo>
                  <a:lnTo>
                    <a:pt x="5369041" y="684607"/>
                  </a:lnTo>
                  <a:lnTo>
                    <a:pt x="5432521" y="685451"/>
                  </a:lnTo>
                  <a:lnTo>
                    <a:pt x="5478352" y="686005"/>
                  </a:lnTo>
                  <a:lnTo>
                    <a:pt x="5507383" y="686325"/>
                  </a:lnTo>
                  <a:lnTo>
                    <a:pt x="5522231" y="686475"/>
                  </a:lnTo>
                  <a:lnTo>
                    <a:pt x="5527079" y="686519"/>
                  </a:lnTo>
                  <a:lnTo>
                    <a:pt x="5527445" y="686523"/>
                  </a:lnTo>
                  <a:lnTo>
                    <a:pt x="6522385" y="686523"/>
                  </a:lnTo>
                  <a:lnTo>
                    <a:pt x="6523518" y="686509"/>
                  </a:lnTo>
                  <a:lnTo>
                    <a:pt x="6530994" y="686416"/>
                  </a:lnTo>
                  <a:lnTo>
                    <a:pt x="6549939" y="686159"/>
                  </a:lnTo>
                  <a:lnTo>
                    <a:pt x="6584062" y="685652"/>
                  </a:lnTo>
                  <a:lnTo>
                    <a:pt x="6635433" y="684815"/>
                  </a:lnTo>
                  <a:lnTo>
                    <a:pt x="6704329" y="683577"/>
                  </a:lnTo>
                  <a:lnTo>
                    <a:pt x="6789291" y="681888"/>
                  </a:lnTo>
                  <a:lnTo>
                    <a:pt x="6887448" y="679717"/>
                  </a:lnTo>
                  <a:lnTo>
                    <a:pt x="6995033" y="677052"/>
                  </a:lnTo>
                  <a:lnTo>
                    <a:pt x="7107983" y="673895"/>
                  </a:lnTo>
                  <a:lnTo>
                    <a:pt x="7222466" y="670258"/>
                  </a:lnTo>
                  <a:lnTo>
                    <a:pt x="7335251" y="666148"/>
                  </a:lnTo>
                  <a:lnTo>
                    <a:pt x="7443887" y="661568"/>
                  </a:lnTo>
                  <a:lnTo>
                    <a:pt x="7546732" y="656508"/>
                  </a:lnTo>
                  <a:lnTo>
                    <a:pt x="7642862" y="650947"/>
                  </a:lnTo>
                  <a:lnTo>
                    <a:pt x="7731945" y="644845"/>
                  </a:lnTo>
                  <a:lnTo>
                    <a:pt x="7814086" y="638149"/>
                  </a:lnTo>
                  <a:lnTo>
                    <a:pt x="7889699" y="630790"/>
                  </a:lnTo>
                  <a:lnTo>
                    <a:pt x="7959392" y="622687"/>
                  </a:lnTo>
                  <a:lnTo>
                    <a:pt x="8023889" y="613751"/>
                  </a:lnTo>
                  <a:lnTo>
                    <a:pt x="8083962" y="603887"/>
                  </a:lnTo>
                  <a:lnTo>
                    <a:pt x="8140384" y="593008"/>
                  </a:lnTo>
                  <a:lnTo>
                    <a:pt x="8193891" y="581046"/>
                  </a:lnTo>
                  <a:lnTo>
                    <a:pt x="8229629" y="572102"/>
                  </a:lnTo>
                  <a:lnTo>
                    <a:pt x="8288981" y="555514"/>
                  </a:lnTo>
                  <a:lnTo>
                    <a:pt x="8346526" y="537321"/>
                  </a:lnTo>
                  <a:lnTo>
                    <a:pt x="8402911" y="517498"/>
                  </a:lnTo>
                  <a:lnTo>
                    <a:pt x="8458621" y="496065"/>
                  </a:lnTo>
                  <a:lnTo>
                    <a:pt x="8514002" y="473102"/>
                  </a:lnTo>
                  <a:lnTo>
                    <a:pt x="8569288" y="448743"/>
                  </a:lnTo>
                  <a:lnTo>
                    <a:pt x="8624618" y="423182"/>
                  </a:lnTo>
                  <a:lnTo>
                    <a:pt x="8680051" y="396670"/>
                  </a:lnTo>
                  <a:lnTo>
                    <a:pt x="8735586" y="369500"/>
                  </a:lnTo>
                  <a:lnTo>
                    <a:pt x="8791182" y="342001"/>
                  </a:lnTo>
                  <a:lnTo>
                    <a:pt x="8846774" y="314518"/>
                  </a:lnTo>
                  <a:lnTo>
                    <a:pt x="8902301" y="287395"/>
                  </a:lnTo>
                  <a:lnTo>
                    <a:pt x="8957724" y="260958"/>
                  </a:lnTo>
                  <a:lnTo>
                    <a:pt x="9013047" y="235498"/>
                  </a:lnTo>
                  <a:lnTo>
                    <a:pt x="9068334" y="211259"/>
                  </a:lnTo>
                  <a:lnTo>
                    <a:pt x="9123734" y="188431"/>
                  </a:lnTo>
                  <a:lnTo>
                    <a:pt x="9179489" y="167143"/>
                  </a:lnTo>
                  <a:lnTo>
                    <a:pt x="9235958" y="147469"/>
                  </a:lnTo>
                  <a:lnTo>
                    <a:pt x="9293639" y="129424"/>
                  </a:lnTo>
                  <a:lnTo>
                    <a:pt x="9347647" y="114420"/>
                  </a:lnTo>
                  <a:lnTo>
                    <a:pt x="9399524" y="101691"/>
                  </a:lnTo>
                  <a:lnTo>
                    <a:pt x="9453850" y="90066"/>
                  </a:lnTo>
                  <a:lnTo>
                    <a:pt x="9511311" y="79507"/>
                  </a:lnTo>
                  <a:lnTo>
                    <a:pt x="9572657" y="69937"/>
                  </a:lnTo>
                  <a:lnTo>
                    <a:pt x="9638667" y="61266"/>
                  </a:lnTo>
                  <a:lnTo>
                    <a:pt x="9710102" y="53401"/>
                  </a:lnTo>
                  <a:lnTo>
                    <a:pt x="9787659" y="46253"/>
                  </a:lnTo>
                  <a:lnTo>
                    <a:pt x="9871897" y="39745"/>
                  </a:lnTo>
                  <a:lnTo>
                    <a:pt x="9963147" y="33814"/>
                  </a:lnTo>
                  <a:lnTo>
                    <a:pt x="10061396" y="28410"/>
                  </a:lnTo>
                  <a:lnTo>
                    <a:pt x="10166145" y="23500"/>
                  </a:lnTo>
                  <a:lnTo>
                    <a:pt x="10276265" y="19064"/>
                  </a:lnTo>
                  <a:lnTo>
                    <a:pt x="10389869" y="15098"/>
                  </a:lnTo>
                  <a:lnTo>
                    <a:pt x="10504259" y="11607"/>
                  </a:lnTo>
                  <a:lnTo>
                    <a:pt x="10615990" y="8601"/>
                  </a:lnTo>
                  <a:lnTo>
                    <a:pt x="10721114" y="6087"/>
                  </a:lnTo>
                  <a:lnTo>
                    <a:pt x="10815596" y="4066"/>
                  </a:lnTo>
                  <a:lnTo>
                    <a:pt x="10895880" y="2519"/>
                  </a:lnTo>
                  <a:lnTo>
                    <a:pt x="10959481" y="1411"/>
                  </a:lnTo>
                  <a:lnTo>
                    <a:pt x="11005450" y="683"/>
                  </a:lnTo>
                  <a:lnTo>
                    <a:pt x="11034619" y="261"/>
                  </a:lnTo>
                  <a:lnTo>
                    <a:pt x="11049583" y="64"/>
                  </a:lnTo>
                  <a:lnTo>
                    <a:pt x="11054507" y="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2" name="pl571"/>
            <p:cNvSpPr/>
            <p:nvPr/>
          </p:nvSpPr>
          <p:spPr>
            <a:xfrm>
              <a:off x="1199187" y="1566785"/>
              <a:ext cx="12049831" cy="686523"/>
            </a:xfrm>
            <a:custGeom>
              <a:avLst/>
              <a:pathLst>
                <a:path w="12049831" h="686523">
                  <a:moveTo>
                    <a:pt x="12049831" y="0"/>
                  </a:moveTo>
                  <a:lnTo>
                    <a:pt x="11054891" y="0"/>
                  </a:lnTo>
                  <a:lnTo>
                    <a:pt x="11053758" y="13"/>
                  </a:lnTo>
                  <a:lnTo>
                    <a:pt x="11046283" y="106"/>
                  </a:lnTo>
                  <a:lnTo>
                    <a:pt x="11027338" y="363"/>
                  </a:lnTo>
                  <a:lnTo>
                    <a:pt x="10993215" y="870"/>
                  </a:lnTo>
                  <a:lnTo>
                    <a:pt x="10941844" y="1707"/>
                  </a:lnTo>
                  <a:lnTo>
                    <a:pt x="10872948" y="2945"/>
                  </a:lnTo>
                  <a:lnTo>
                    <a:pt x="10787985" y="4634"/>
                  </a:lnTo>
                  <a:lnTo>
                    <a:pt x="10689829" y="6805"/>
                  </a:lnTo>
                  <a:lnTo>
                    <a:pt x="10582244" y="9470"/>
                  </a:lnTo>
                  <a:lnTo>
                    <a:pt x="10469294" y="12627"/>
                  </a:lnTo>
                  <a:lnTo>
                    <a:pt x="10354810" y="16264"/>
                  </a:lnTo>
                  <a:lnTo>
                    <a:pt x="10242026" y="20374"/>
                  </a:lnTo>
                  <a:lnTo>
                    <a:pt x="10133389" y="24955"/>
                  </a:lnTo>
                  <a:lnTo>
                    <a:pt x="10030545" y="30014"/>
                  </a:lnTo>
                  <a:lnTo>
                    <a:pt x="9934414" y="35575"/>
                  </a:lnTo>
                  <a:lnTo>
                    <a:pt x="9845331" y="41677"/>
                  </a:lnTo>
                  <a:lnTo>
                    <a:pt x="9763190" y="48373"/>
                  </a:lnTo>
                  <a:lnTo>
                    <a:pt x="9687578" y="55732"/>
                  </a:lnTo>
                  <a:lnTo>
                    <a:pt x="9617884" y="63835"/>
                  </a:lnTo>
                  <a:lnTo>
                    <a:pt x="9553387" y="72771"/>
                  </a:lnTo>
                  <a:lnTo>
                    <a:pt x="9493315" y="82635"/>
                  </a:lnTo>
                  <a:lnTo>
                    <a:pt x="9436892" y="93514"/>
                  </a:lnTo>
                  <a:lnTo>
                    <a:pt x="9383386" y="105476"/>
                  </a:lnTo>
                  <a:lnTo>
                    <a:pt x="9347647" y="114420"/>
                  </a:lnTo>
                  <a:lnTo>
                    <a:pt x="9288295" y="131008"/>
                  </a:lnTo>
                  <a:lnTo>
                    <a:pt x="9230751" y="149201"/>
                  </a:lnTo>
                  <a:lnTo>
                    <a:pt x="9174365" y="169024"/>
                  </a:lnTo>
                  <a:lnTo>
                    <a:pt x="9118656" y="190457"/>
                  </a:lnTo>
                  <a:lnTo>
                    <a:pt x="9063275" y="213420"/>
                  </a:lnTo>
                  <a:lnTo>
                    <a:pt x="9007988" y="237779"/>
                  </a:lnTo>
                  <a:lnTo>
                    <a:pt x="8952659" y="263340"/>
                  </a:lnTo>
                  <a:lnTo>
                    <a:pt x="8897226" y="289852"/>
                  </a:lnTo>
                  <a:lnTo>
                    <a:pt x="8841690" y="317022"/>
                  </a:lnTo>
                  <a:lnTo>
                    <a:pt x="8786095" y="344521"/>
                  </a:lnTo>
                  <a:lnTo>
                    <a:pt x="8730502" y="372004"/>
                  </a:lnTo>
                  <a:lnTo>
                    <a:pt x="8674975" y="399127"/>
                  </a:lnTo>
                  <a:lnTo>
                    <a:pt x="8619552" y="425565"/>
                  </a:lnTo>
                  <a:lnTo>
                    <a:pt x="8564230" y="451024"/>
                  </a:lnTo>
                  <a:lnTo>
                    <a:pt x="8508942" y="475263"/>
                  </a:lnTo>
                  <a:lnTo>
                    <a:pt x="8453542" y="498091"/>
                  </a:lnTo>
                  <a:lnTo>
                    <a:pt x="8397787" y="519379"/>
                  </a:lnTo>
                  <a:lnTo>
                    <a:pt x="8341318" y="539053"/>
                  </a:lnTo>
                  <a:lnTo>
                    <a:pt x="8283638" y="557098"/>
                  </a:lnTo>
                  <a:lnTo>
                    <a:pt x="8229629" y="572102"/>
                  </a:lnTo>
                  <a:lnTo>
                    <a:pt x="8177753" y="584831"/>
                  </a:lnTo>
                  <a:lnTo>
                    <a:pt x="8123426" y="596456"/>
                  </a:lnTo>
                  <a:lnTo>
                    <a:pt x="8065965" y="607015"/>
                  </a:lnTo>
                  <a:lnTo>
                    <a:pt x="8004619" y="616585"/>
                  </a:lnTo>
                  <a:lnTo>
                    <a:pt x="7938610" y="625256"/>
                  </a:lnTo>
                  <a:lnTo>
                    <a:pt x="7867174" y="633121"/>
                  </a:lnTo>
                  <a:lnTo>
                    <a:pt x="7789617" y="640269"/>
                  </a:lnTo>
                  <a:lnTo>
                    <a:pt x="7705380" y="646777"/>
                  </a:lnTo>
                  <a:lnTo>
                    <a:pt x="7614130" y="652708"/>
                  </a:lnTo>
                  <a:lnTo>
                    <a:pt x="7515881" y="658112"/>
                  </a:lnTo>
                  <a:lnTo>
                    <a:pt x="7411131" y="663022"/>
                  </a:lnTo>
                  <a:lnTo>
                    <a:pt x="7301012" y="667458"/>
                  </a:lnTo>
                  <a:lnTo>
                    <a:pt x="7187408" y="671424"/>
                  </a:lnTo>
                  <a:lnTo>
                    <a:pt x="7073018" y="674915"/>
                  </a:lnTo>
                  <a:lnTo>
                    <a:pt x="6961286" y="677921"/>
                  </a:lnTo>
                  <a:lnTo>
                    <a:pt x="6856163" y="680435"/>
                  </a:lnTo>
                  <a:lnTo>
                    <a:pt x="6761681" y="682456"/>
                  </a:lnTo>
                  <a:lnTo>
                    <a:pt x="6681396" y="684003"/>
                  </a:lnTo>
                  <a:lnTo>
                    <a:pt x="6617795" y="685111"/>
                  </a:lnTo>
                  <a:lnTo>
                    <a:pt x="6571826" y="685839"/>
                  </a:lnTo>
                  <a:lnTo>
                    <a:pt x="6542658" y="686261"/>
                  </a:lnTo>
                  <a:lnTo>
                    <a:pt x="6527693" y="686458"/>
                  </a:lnTo>
                  <a:lnTo>
                    <a:pt x="6522769" y="686518"/>
                  </a:lnTo>
                  <a:lnTo>
                    <a:pt x="6522385" y="686523"/>
                  </a:lnTo>
                  <a:lnTo>
                    <a:pt x="5527445" y="686523"/>
                  </a:lnTo>
                  <a:lnTo>
                    <a:pt x="5526311" y="686513"/>
                  </a:lnTo>
                  <a:lnTo>
                    <a:pt x="5518826" y="686441"/>
                  </a:lnTo>
                  <a:lnTo>
                    <a:pt x="5499856" y="686245"/>
                  </a:lnTo>
                  <a:lnTo>
                    <a:pt x="5465690" y="685857"/>
                  </a:lnTo>
                  <a:lnTo>
                    <a:pt x="5414257" y="685217"/>
                  </a:lnTo>
                  <a:lnTo>
                    <a:pt x="5345286" y="684271"/>
                  </a:lnTo>
                  <a:lnTo>
                    <a:pt x="5260238" y="682980"/>
                  </a:lnTo>
                  <a:lnTo>
                    <a:pt x="5161996" y="681320"/>
                  </a:lnTo>
                  <a:lnTo>
                    <a:pt x="5054332" y="679283"/>
                  </a:lnTo>
                  <a:lnTo>
                    <a:pt x="4941314" y="676871"/>
                  </a:lnTo>
                  <a:lnTo>
                    <a:pt x="4826778" y="674091"/>
                  </a:lnTo>
                  <a:lnTo>
                    <a:pt x="4713957" y="670951"/>
                  </a:lnTo>
                  <a:lnTo>
                    <a:pt x="4605300" y="667451"/>
                  </a:lnTo>
                  <a:lnTo>
                    <a:pt x="4502448" y="663585"/>
                  </a:lnTo>
                  <a:lnTo>
                    <a:pt x="4406320" y="659335"/>
                  </a:lnTo>
                  <a:lnTo>
                    <a:pt x="4317246" y="654671"/>
                  </a:lnTo>
                  <a:lnTo>
                    <a:pt x="4235119" y="649553"/>
                  </a:lnTo>
                  <a:lnTo>
                    <a:pt x="4159522" y="643929"/>
                  </a:lnTo>
                  <a:lnTo>
                    <a:pt x="4089844" y="637736"/>
                  </a:lnTo>
                  <a:lnTo>
                    <a:pt x="4025361" y="630905"/>
                  </a:lnTo>
                  <a:lnTo>
                    <a:pt x="3965299" y="623364"/>
                  </a:lnTo>
                  <a:lnTo>
                    <a:pt x="3908883" y="615048"/>
                  </a:lnTo>
                  <a:lnTo>
                    <a:pt x="3855378" y="605904"/>
                  </a:lnTo>
                  <a:lnTo>
                    <a:pt x="3820202" y="599179"/>
                  </a:lnTo>
                  <a:lnTo>
                    <a:pt x="3759942" y="586309"/>
                  </a:lnTo>
                  <a:lnTo>
                    <a:pt x="3701536" y="572176"/>
                  </a:lnTo>
                  <a:lnTo>
                    <a:pt x="3644307" y="556759"/>
                  </a:lnTo>
                  <a:lnTo>
                    <a:pt x="3587756" y="540078"/>
                  </a:lnTo>
                  <a:lnTo>
                    <a:pt x="3531526" y="522196"/>
                  </a:lnTo>
                  <a:lnTo>
                    <a:pt x="3475380" y="503226"/>
                  </a:lnTo>
                  <a:lnTo>
                    <a:pt x="3419180" y="483327"/>
                  </a:lnTo>
                  <a:lnTo>
                    <a:pt x="3362872" y="462702"/>
                  </a:lnTo>
                  <a:lnTo>
                    <a:pt x="3306461" y="441590"/>
                  </a:lnTo>
                  <a:lnTo>
                    <a:pt x="3249997" y="420257"/>
                  </a:lnTo>
                  <a:lnTo>
                    <a:pt x="3193546" y="398979"/>
                  </a:lnTo>
                  <a:lnTo>
                    <a:pt x="3137172" y="378030"/>
                  </a:lnTo>
                  <a:lnTo>
                    <a:pt x="3080909" y="357666"/>
                  </a:lnTo>
                  <a:lnTo>
                    <a:pt x="3024741" y="338113"/>
                  </a:lnTo>
                  <a:lnTo>
                    <a:pt x="2968583" y="319558"/>
                  </a:lnTo>
                  <a:lnTo>
                    <a:pt x="2912261" y="302141"/>
                  </a:lnTo>
                  <a:lnTo>
                    <a:pt x="2855491" y="285956"/>
                  </a:lnTo>
                  <a:lnTo>
                    <a:pt x="2797864" y="271048"/>
                  </a:lnTo>
                  <a:lnTo>
                    <a:pt x="2738815" y="257420"/>
                  </a:lnTo>
                  <a:lnTo>
                    <a:pt x="2702183" y="249803"/>
                  </a:lnTo>
                  <a:lnTo>
                    <a:pt x="2650282" y="240082"/>
                  </a:lnTo>
                  <a:lnTo>
                    <a:pt x="2595928" y="231204"/>
                  </a:lnTo>
                  <a:lnTo>
                    <a:pt x="2538437" y="223141"/>
                  </a:lnTo>
                  <a:lnTo>
                    <a:pt x="2477055" y="215834"/>
                  </a:lnTo>
                  <a:lnTo>
                    <a:pt x="2411004" y="209213"/>
                  </a:lnTo>
                  <a:lnTo>
                    <a:pt x="2339520" y="203207"/>
                  </a:lnTo>
                  <a:lnTo>
                    <a:pt x="2261907" y="197750"/>
                  </a:lnTo>
                  <a:lnTo>
                    <a:pt x="2177606" y="192782"/>
                  </a:lnTo>
                  <a:lnTo>
                    <a:pt x="2086285" y="188254"/>
                  </a:lnTo>
                  <a:lnTo>
                    <a:pt x="1987960" y="184128"/>
                  </a:lnTo>
                  <a:lnTo>
                    <a:pt x="1883132" y="180380"/>
                  </a:lnTo>
                  <a:lnTo>
                    <a:pt x="1772937" y="176994"/>
                  </a:lnTo>
                  <a:lnTo>
                    <a:pt x="1659267" y="173968"/>
                  </a:lnTo>
                  <a:lnTo>
                    <a:pt x="1544829" y="171304"/>
                  </a:lnTo>
                  <a:lnTo>
                    <a:pt x="1433076" y="169010"/>
                  </a:lnTo>
                  <a:lnTo>
                    <a:pt x="1327966" y="167093"/>
                  </a:lnTo>
                  <a:lnTo>
                    <a:pt x="1233538" y="165552"/>
                  </a:lnTo>
                  <a:lnTo>
                    <a:pt x="1153344" y="164374"/>
                  </a:lnTo>
                  <a:lnTo>
                    <a:pt x="1089864" y="163530"/>
                  </a:lnTo>
                  <a:lnTo>
                    <a:pt x="1044033" y="162977"/>
                  </a:lnTo>
                  <a:lnTo>
                    <a:pt x="1015002" y="162657"/>
                  </a:lnTo>
                  <a:lnTo>
                    <a:pt x="1000154" y="162507"/>
                  </a:lnTo>
                  <a:lnTo>
                    <a:pt x="995306" y="162462"/>
                  </a:lnTo>
                  <a:lnTo>
                    <a:pt x="994940" y="162459"/>
                  </a:lnTo>
                  <a:lnTo>
                    <a:pt x="0" y="162459"/>
                  </a:lnTo>
                  <a:lnTo>
                    <a:pt x="0" y="1624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3" name="pg572"/>
            <p:cNvSpPr/>
            <p:nvPr/>
          </p:nvSpPr>
          <p:spPr>
            <a:xfrm>
              <a:off x="1199187" y="1682079"/>
              <a:ext cx="12049831" cy="602672"/>
            </a:xfrm>
            <a:custGeom>
              <a:avLst/>
              <a:pathLst>
                <a:path w="12049831" h="602672">
                  <a:moveTo>
                    <a:pt x="0" y="78609"/>
                  </a:moveTo>
                  <a:lnTo>
                    <a:pt x="994940" y="78609"/>
                  </a:lnTo>
                  <a:lnTo>
                    <a:pt x="996074" y="78619"/>
                  </a:lnTo>
                  <a:lnTo>
                    <a:pt x="1003559" y="78690"/>
                  </a:lnTo>
                  <a:lnTo>
                    <a:pt x="1022529" y="78887"/>
                  </a:lnTo>
                  <a:lnTo>
                    <a:pt x="1056695" y="79274"/>
                  </a:lnTo>
                  <a:lnTo>
                    <a:pt x="1108128" y="79915"/>
                  </a:lnTo>
                  <a:lnTo>
                    <a:pt x="1177099" y="80861"/>
                  </a:lnTo>
                  <a:lnTo>
                    <a:pt x="1262147" y="82152"/>
                  </a:lnTo>
                  <a:lnTo>
                    <a:pt x="1360389" y="83811"/>
                  </a:lnTo>
                  <a:lnTo>
                    <a:pt x="1468053" y="85848"/>
                  </a:lnTo>
                  <a:lnTo>
                    <a:pt x="1581071" y="88260"/>
                  </a:lnTo>
                  <a:lnTo>
                    <a:pt x="1695607" y="91040"/>
                  </a:lnTo>
                  <a:lnTo>
                    <a:pt x="1808428" y="94181"/>
                  </a:lnTo>
                  <a:lnTo>
                    <a:pt x="1917085" y="97681"/>
                  </a:lnTo>
                  <a:lnTo>
                    <a:pt x="2019937" y="101547"/>
                  </a:lnTo>
                  <a:lnTo>
                    <a:pt x="2116065" y="105797"/>
                  </a:lnTo>
                  <a:lnTo>
                    <a:pt x="2205139" y="110460"/>
                  </a:lnTo>
                  <a:lnTo>
                    <a:pt x="2287266" y="115578"/>
                  </a:lnTo>
                  <a:lnTo>
                    <a:pt x="2362863" y="121203"/>
                  </a:lnTo>
                  <a:lnTo>
                    <a:pt x="2432541" y="127396"/>
                  </a:lnTo>
                  <a:lnTo>
                    <a:pt x="2497024" y="134227"/>
                  </a:lnTo>
                  <a:lnTo>
                    <a:pt x="2557086" y="141767"/>
                  </a:lnTo>
                  <a:lnTo>
                    <a:pt x="2613502" y="150084"/>
                  </a:lnTo>
                  <a:lnTo>
                    <a:pt x="2667007" y="159228"/>
                  </a:lnTo>
                  <a:lnTo>
                    <a:pt x="2702183" y="165953"/>
                  </a:lnTo>
                  <a:lnTo>
                    <a:pt x="2762443" y="178822"/>
                  </a:lnTo>
                  <a:lnTo>
                    <a:pt x="2820849" y="192955"/>
                  </a:lnTo>
                  <a:lnTo>
                    <a:pt x="2878078" y="208372"/>
                  </a:lnTo>
                  <a:lnTo>
                    <a:pt x="2934629" y="225054"/>
                  </a:lnTo>
                  <a:lnTo>
                    <a:pt x="2990859" y="242936"/>
                  </a:lnTo>
                  <a:lnTo>
                    <a:pt x="3047005" y="261906"/>
                  </a:lnTo>
                  <a:lnTo>
                    <a:pt x="3103205" y="281805"/>
                  </a:lnTo>
                  <a:lnTo>
                    <a:pt x="3159513" y="302430"/>
                  </a:lnTo>
                  <a:lnTo>
                    <a:pt x="3215924" y="323541"/>
                  </a:lnTo>
                  <a:lnTo>
                    <a:pt x="3272388" y="344875"/>
                  </a:lnTo>
                  <a:lnTo>
                    <a:pt x="3328839" y="366153"/>
                  </a:lnTo>
                  <a:lnTo>
                    <a:pt x="3385213" y="387102"/>
                  </a:lnTo>
                  <a:lnTo>
                    <a:pt x="3441476" y="407466"/>
                  </a:lnTo>
                  <a:lnTo>
                    <a:pt x="3497644" y="427019"/>
                  </a:lnTo>
                  <a:lnTo>
                    <a:pt x="3553802" y="445574"/>
                  </a:lnTo>
                  <a:lnTo>
                    <a:pt x="3610124" y="462990"/>
                  </a:lnTo>
                  <a:lnTo>
                    <a:pt x="3666894" y="479176"/>
                  </a:lnTo>
                  <a:lnTo>
                    <a:pt x="3724521" y="494084"/>
                  </a:lnTo>
                  <a:lnTo>
                    <a:pt x="3783570" y="507711"/>
                  </a:lnTo>
                  <a:lnTo>
                    <a:pt x="3820202" y="515329"/>
                  </a:lnTo>
                  <a:lnTo>
                    <a:pt x="3872103" y="525050"/>
                  </a:lnTo>
                  <a:lnTo>
                    <a:pt x="3926457" y="533927"/>
                  </a:lnTo>
                  <a:lnTo>
                    <a:pt x="3983948" y="541991"/>
                  </a:lnTo>
                  <a:lnTo>
                    <a:pt x="4045330" y="549298"/>
                  </a:lnTo>
                  <a:lnTo>
                    <a:pt x="4111381" y="555919"/>
                  </a:lnTo>
                  <a:lnTo>
                    <a:pt x="4182865" y="561924"/>
                  </a:lnTo>
                  <a:lnTo>
                    <a:pt x="4260478" y="567381"/>
                  </a:lnTo>
                  <a:lnTo>
                    <a:pt x="4344779" y="572350"/>
                  </a:lnTo>
                  <a:lnTo>
                    <a:pt x="4436100" y="576878"/>
                  </a:lnTo>
                  <a:lnTo>
                    <a:pt x="4534425" y="581003"/>
                  </a:lnTo>
                  <a:lnTo>
                    <a:pt x="4639253" y="584752"/>
                  </a:lnTo>
                  <a:lnTo>
                    <a:pt x="4749448" y="588137"/>
                  </a:lnTo>
                  <a:lnTo>
                    <a:pt x="4863118" y="591164"/>
                  </a:lnTo>
                  <a:lnTo>
                    <a:pt x="4977556" y="593828"/>
                  </a:lnTo>
                  <a:lnTo>
                    <a:pt x="5089309" y="596121"/>
                  </a:lnTo>
                  <a:lnTo>
                    <a:pt x="5194419" y="598038"/>
                  </a:lnTo>
                  <a:lnTo>
                    <a:pt x="5288847" y="599579"/>
                  </a:lnTo>
                  <a:lnTo>
                    <a:pt x="5369041" y="600757"/>
                  </a:lnTo>
                  <a:lnTo>
                    <a:pt x="5432521" y="601601"/>
                  </a:lnTo>
                  <a:lnTo>
                    <a:pt x="5478352" y="602155"/>
                  </a:lnTo>
                  <a:lnTo>
                    <a:pt x="5507383" y="602475"/>
                  </a:lnTo>
                  <a:lnTo>
                    <a:pt x="5522231" y="602624"/>
                  </a:lnTo>
                  <a:lnTo>
                    <a:pt x="5527079" y="602669"/>
                  </a:lnTo>
                  <a:lnTo>
                    <a:pt x="5527445" y="602672"/>
                  </a:lnTo>
                  <a:lnTo>
                    <a:pt x="6522385" y="602672"/>
                  </a:lnTo>
                  <a:lnTo>
                    <a:pt x="6523519" y="602661"/>
                  </a:lnTo>
                  <a:lnTo>
                    <a:pt x="6531001" y="602582"/>
                  </a:lnTo>
                  <a:lnTo>
                    <a:pt x="6549962" y="602362"/>
                  </a:lnTo>
                  <a:lnTo>
                    <a:pt x="6584113" y="601928"/>
                  </a:lnTo>
                  <a:lnTo>
                    <a:pt x="6635523" y="601211"/>
                  </a:lnTo>
                  <a:lnTo>
                    <a:pt x="6704468" y="600152"/>
                  </a:lnTo>
                  <a:lnTo>
                    <a:pt x="6789485" y="598707"/>
                  </a:lnTo>
                  <a:lnTo>
                    <a:pt x="6887697" y="596849"/>
                  </a:lnTo>
                  <a:lnTo>
                    <a:pt x="6995333" y="594568"/>
                  </a:lnTo>
                  <a:lnTo>
                    <a:pt x="7108327" y="591868"/>
                  </a:lnTo>
                  <a:lnTo>
                    <a:pt x="7222844" y="588756"/>
                  </a:lnTo>
                  <a:lnTo>
                    <a:pt x="7335652" y="585239"/>
                  </a:lnTo>
                  <a:lnTo>
                    <a:pt x="7444302" y="581321"/>
                  </a:lnTo>
                  <a:lnTo>
                    <a:pt x="7547151" y="576992"/>
                  </a:lnTo>
                  <a:lnTo>
                    <a:pt x="7643280" y="572234"/>
                  </a:lnTo>
                  <a:lnTo>
                    <a:pt x="7732357" y="567014"/>
                  </a:lnTo>
                  <a:lnTo>
                    <a:pt x="7814489" y="561284"/>
                  </a:lnTo>
                  <a:lnTo>
                    <a:pt x="7890092" y="554987"/>
                  </a:lnTo>
                  <a:lnTo>
                    <a:pt x="7959775" y="548054"/>
                  </a:lnTo>
                  <a:lnTo>
                    <a:pt x="8024263" y="540407"/>
                  </a:lnTo>
                  <a:lnTo>
                    <a:pt x="8084329" y="531966"/>
                  </a:lnTo>
                  <a:lnTo>
                    <a:pt x="8140747" y="522656"/>
                  </a:lnTo>
                  <a:lnTo>
                    <a:pt x="8194253" y="512420"/>
                  </a:lnTo>
                  <a:lnTo>
                    <a:pt x="8229629" y="504847"/>
                  </a:lnTo>
                  <a:lnTo>
                    <a:pt x="8289558" y="490518"/>
                  </a:lnTo>
                  <a:lnTo>
                    <a:pt x="8347651" y="474789"/>
                  </a:lnTo>
                  <a:lnTo>
                    <a:pt x="8404573" y="457638"/>
                  </a:lnTo>
                  <a:lnTo>
                    <a:pt x="8460817" y="439086"/>
                  </a:lnTo>
                  <a:lnTo>
                    <a:pt x="8516738" y="419202"/>
                  </a:lnTo>
                  <a:lnTo>
                    <a:pt x="8572571" y="398109"/>
                  </a:lnTo>
                  <a:lnTo>
                    <a:pt x="8628453" y="375980"/>
                  </a:lnTo>
                  <a:lnTo>
                    <a:pt x="8684443" y="353038"/>
                  </a:lnTo>
                  <a:lnTo>
                    <a:pt x="8740535" y="329544"/>
                  </a:lnTo>
                  <a:lnTo>
                    <a:pt x="8796683" y="305789"/>
                  </a:lnTo>
                  <a:lnTo>
                    <a:pt x="8852821" y="282079"/>
                  </a:lnTo>
                  <a:lnTo>
                    <a:pt x="8908887" y="258714"/>
                  </a:lnTo>
                  <a:lnTo>
                    <a:pt x="8964845" y="235979"/>
                  </a:lnTo>
                  <a:lnTo>
                    <a:pt x="9020704" y="214126"/>
                  </a:lnTo>
                  <a:lnTo>
                    <a:pt x="9076544" y="193364"/>
                  </a:lnTo>
                  <a:lnTo>
                    <a:pt x="9132529" y="173852"/>
                  </a:lnTo>
                  <a:lnTo>
                    <a:pt x="9188925" y="155696"/>
                  </a:lnTo>
                  <a:lnTo>
                    <a:pt x="9246125" y="138953"/>
                  </a:lnTo>
                  <a:lnTo>
                    <a:pt x="9304668" y="123629"/>
                  </a:lnTo>
                  <a:lnTo>
                    <a:pt x="9347647" y="113547"/>
                  </a:lnTo>
                  <a:lnTo>
                    <a:pt x="9399540" y="102660"/>
                  </a:lnTo>
                  <a:lnTo>
                    <a:pt x="9453884" y="92719"/>
                  </a:lnTo>
                  <a:lnTo>
                    <a:pt x="9511365" y="83689"/>
                  </a:lnTo>
                  <a:lnTo>
                    <a:pt x="9572734" y="75506"/>
                  </a:lnTo>
                  <a:lnTo>
                    <a:pt x="9638770" y="68091"/>
                  </a:lnTo>
                  <a:lnTo>
                    <a:pt x="9710237" y="61366"/>
                  </a:lnTo>
                  <a:lnTo>
                    <a:pt x="9787829" y="55254"/>
                  </a:lnTo>
                  <a:lnTo>
                    <a:pt x="9872108" y="49690"/>
                  </a:lnTo>
                  <a:lnTo>
                    <a:pt x="9963404" y="44619"/>
                  </a:lnTo>
                  <a:lnTo>
                    <a:pt x="10061702" y="39998"/>
                  </a:lnTo>
                  <a:lnTo>
                    <a:pt x="10166502" y="35800"/>
                  </a:lnTo>
                  <a:lnTo>
                    <a:pt x="10276670" y="32008"/>
                  </a:lnTo>
                  <a:lnTo>
                    <a:pt x="10390317" y="28618"/>
                  </a:lnTo>
                  <a:lnTo>
                    <a:pt x="10504738" y="25634"/>
                  </a:lnTo>
                  <a:lnTo>
                    <a:pt x="10616483" y="23064"/>
                  </a:lnTo>
                  <a:lnTo>
                    <a:pt x="10721598" y="20917"/>
                  </a:lnTo>
                  <a:lnTo>
                    <a:pt x="10816045" y="19190"/>
                  </a:lnTo>
                  <a:lnTo>
                    <a:pt x="10896272" y="17870"/>
                  </a:lnTo>
                  <a:lnTo>
                    <a:pt x="10959794" y="16924"/>
                  </a:lnTo>
                  <a:lnTo>
                    <a:pt x="11005674" y="16303"/>
                  </a:lnTo>
                  <a:lnTo>
                    <a:pt x="11034754" y="15944"/>
                  </a:lnTo>
                  <a:lnTo>
                    <a:pt x="11049643" y="15776"/>
                  </a:lnTo>
                  <a:lnTo>
                    <a:pt x="11054519" y="15725"/>
                  </a:lnTo>
                  <a:lnTo>
                    <a:pt x="11054891" y="15721"/>
                  </a:lnTo>
                  <a:lnTo>
                    <a:pt x="12049831" y="1572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7" y="11"/>
                  </a:lnTo>
                  <a:lnTo>
                    <a:pt x="11046275" y="90"/>
                  </a:lnTo>
                  <a:lnTo>
                    <a:pt x="11027314" y="310"/>
                  </a:lnTo>
                  <a:lnTo>
                    <a:pt x="10993164" y="744"/>
                  </a:lnTo>
                  <a:lnTo>
                    <a:pt x="10941753" y="1461"/>
                  </a:lnTo>
                  <a:lnTo>
                    <a:pt x="10872808" y="2520"/>
                  </a:lnTo>
                  <a:lnTo>
                    <a:pt x="10787791" y="3965"/>
                  </a:lnTo>
                  <a:lnTo>
                    <a:pt x="10689579" y="5823"/>
                  </a:lnTo>
                  <a:lnTo>
                    <a:pt x="10581943" y="8104"/>
                  </a:lnTo>
                  <a:lnTo>
                    <a:pt x="10468950" y="10804"/>
                  </a:lnTo>
                  <a:lnTo>
                    <a:pt x="10354433" y="13916"/>
                  </a:lnTo>
                  <a:lnTo>
                    <a:pt x="10241624" y="17433"/>
                  </a:lnTo>
                  <a:lnTo>
                    <a:pt x="10132975" y="21351"/>
                  </a:lnTo>
                  <a:lnTo>
                    <a:pt x="10030125" y="25680"/>
                  </a:lnTo>
                  <a:lnTo>
                    <a:pt x="9933996" y="30438"/>
                  </a:lnTo>
                  <a:lnTo>
                    <a:pt x="9844919" y="35658"/>
                  </a:lnTo>
                  <a:lnTo>
                    <a:pt x="9762787" y="41388"/>
                  </a:lnTo>
                  <a:lnTo>
                    <a:pt x="9687185" y="47685"/>
                  </a:lnTo>
                  <a:lnTo>
                    <a:pt x="9617501" y="54618"/>
                  </a:lnTo>
                  <a:lnTo>
                    <a:pt x="9553013" y="62265"/>
                  </a:lnTo>
                  <a:lnTo>
                    <a:pt x="9492947" y="70706"/>
                  </a:lnTo>
                  <a:lnTo>
                    <a:pt x="9436529" y="80016"/>
                  </a:lnTo>
                  <a:lnTo>
                    <a:pt x="9383024" y="90252"/>
                  </a:lnTo>
                  <a:lnTo>
                    <a:pt x="9347647" y="97825"/>
                  </a:lnTo>
                  <a:lnTo>
                    <a:pt x="9287718" y="112154"/>
                  </a:lnTo>
                  <a:lnTo>
                    <a:pt x="9229626" y="127883"/>
                  </a:lnTo>
                  <a:lnTo>
                    <a:pt x="9172704" y="145034"/>
                  </a:lnTo>
                  <a:lnTo>
                    <a:pt x="9116459" y="163586"/>
                  </a:lnTo>
                  <a:lnTo>
                    <a:pt x="9060539" y="183469"/>
                  </a:lnTo>
                  <a:lnTo>
                    <a:pt x="9004706" y="204563"/>
                  </a:lnTo>
                  <a:lnTo>
                    <a:pt x="8948823" y="226692"/>
                  </a:lnTo>
                  <a:lnTo>
                    <a:pt x="8892833" y="249634"/>
                  </a:lnTo>
                  <a:lnTo>
                    <a:pt x="8836741" y="273128"/>
                  </a:lnTo>
                  <a:lnTo>
                    <a:pt x="8780593" y="296883"/>
                  </a:lnTo>
                  <a:lnTo>
                    <a:pt x="8724455" y="320593"/>
                  </a:lnTo>
                  <a:lnTo>
                    <a:pt x="8668389" y="343958"/>
                  </a:lnTo>
                  <a:lnTo>
                    <a:pt x="8612432" y="366693"/>
                  </a:lnTo>
                  <a:lnTo>
                    <a:pt x="8556572" y="388546"/>
                  </a:lnTo>
                  <a:lnTo>
                    <a:pt x="8500732" y="409308"/>
                  </a:lnTo>
                  <a:lnTo>
                    <a:pt x="8444748" y="428820"/>
                  </a:lnTo>
                  <a:lnTo>
                    <a:pt x="8388351" y="446976"/>
                  </a:lnTo>
                  <a:lnTo>
                    <a:pt x="8331151" y="463719"/>
                  </a:lnTo>
                  <a:lnTo>
                    <a:pt x="8272609" y="479043"/>
                  </a:lnTo>
                  <a:lnTo>
                    <a:pt x="8229629" y="489125"/>
                  </a:lnTo>
                  <a:lnTo>
                    <a:pt x="8177737" y="500012"/>
                  </a:lnTo>
                  <a:lnTo>
                    <a:pt x="8123393" y="509953"/>
                  </a:lnTo>
                  <a:lnTo>
                    <a:pt x="8065912" y="518983"/>
                  </a:lnTo>
                  <a:lnTo>
                    <a:pt x="8004543" y="527166"/>
                  </a:lnTo>
                  <a:lnTo>
                    <a:pt x="7938506" y="534580"/>
                  </a:lnTo>
                  <a:lnTo>
                    <a:pt x="7867040" y="541306"/>
                  </a:lnTo>
                  <a:lnTo>
                    <a:pt x="7789447" y="547418"/>
                  </a:lnTo>
                  <a:lnTo>
                    <a:pt x="7705169" y="552982"/>
                  </a:lnTo>
                  <a:lnTo>
                    <a:pt x="7613873" y="558053"/>
                  </a:lnTo>
                  <a:lnTo>
                    <a:pt x="7515575" y="562674"/>
                  </a:lnTo>
                  <a:lnTo>
                    <a:pt x="7410775" y="566872"/>
                  </a:lnTo>
                  <a:lnTo>
                    <a:pt x="7300606" y="570664"/>
                  </a:lnTo>
                  <a:lnTo>
                    <a:pt x="7186960" y="574054"/>
                  </a:lnTo>
                  <a:lnTo>
                    <a:pt x="7072539" y="577038"/>
                  </a:lnTo>
                  <a:lnTo>
                    <a:pt x="6960794" y="579607"/>
                  </a:lnTo>
                  <a:lnTo>
                    <a:pt x="6855679" y="581755"/>
                  </a:lnTo>
                  <a:lnTo>
                    <a:pt x="6761231" y="583482"/>
                  </a:lnTo>
                  <a:lnTo>
                    <a:pt x="6681005" y="584802"/>
                  </a:lnTo>
                  <a:lnTo>
                    <a:pt x="6617482" y="585748"/>
                  </a:lnTo>
                  <a:lnTo>
                    <a:pt x="6571602" y="586369"/>
                  </a:lnTo>
                  <a:lnTo>
                    <a:pt x="6542522" y="586728"/>
                  </a:lnTo>
                  <a:lnTo>
                    <a:pt x="6527633" y="586896"/>
                  </a:lnTo>
                  <a:lnTo>
                    <a:pt x="6522758" y="586947"/>
                  </a:lnTo>
                  <a:lnTo>
                    <a:pt x="6522385" y="586951"/>
                  </a:lnTo>
                  <a:lnTo>
                    <a:pt x="5527445" y="586951"/>
                  </a:lnTo>
                  <a:lnTo>
                    <a:pt x="5526311" y="586941"/>
                  </a:lnTo>
                  <a:lnTo>
                    <a:pt x="5518826" y="586869"/>
                  </a:lnTo>
                  <a:lnTo>
                    <a:pt x="5499856" y="586673"/>
                  </a:lnTo>
                  <a:lnTo>
                    <a:pt x="5465690" y="586285"/>
                  </a:lnTo>
                  <a:lnTo>
                    <a:pt x="5414257" y="585645"/>
                  </a:lnTo>
                  <a:lnTo>
                    <a:pt x="5345286" y="584699"/>
                  </a:lnTo>
                  <a:lnTo>
                    <a:pt x="5260238" y="583408"/>
                  </a:lnTo>
                  <a:lnTo>
                    <a:pt x="5161996" y="581748"/>
                  </a:lnTo>
                  <a:lnTo>
                    <a:pt x="5054332" y="579711"/>
                  </a:lnTo>
                  <a:lnTo>
                    <a:pt x="4941314" y="577299"/>
                  </a:lnTo>
                  <a:lnTo>
                    <a:pt x="4826778" y="574519"/>
                  </a:lnTo>
                  <a:lnTo>
                    <a:pt x="4713957" y="571379"/>
                  </a:lnTo>
                  <a:lnTo>
                    <a:pt x="4605300" y="567879"/>
                  </a:lnTo>
                  <a:lnTo>
                    <a:pt x="4502448" y="564012"/>
                  </a:lnTo>
                  <a:lnTo>
                    <a:pt x="4406320" y="559763"/>
                  </a:lnTo>
                  <a:lnTo>
                    <a:pt x="4317246" y="555099"/>
                  </a:lnTo>
                  <a:lnTo>
                    <a:pt x="4235119" y="549981"/>
                  </a:lnTo>
                  <a:lnTo>
                    <a:pt x="4159522" y="544357"/>
                  </a:lnTo>
                  <a:lnTo>
                    <a:pt x="4089844" y="538163"/>
                  </a:lnTo>
                  <a:lnTo>
                    <a:pt x="4025361" y="531332"/>
                  </a:lnTo>
                  <a:lnTo>
                    <a:pt x="3965299" y="523792"/>
                  </a:lnTo>
                  <a:lnTo>
                    <a:pt x="3908883" y="515476"/>
                  </a:lnTo>
                  <a:lnTo>
                    <a:pt x="3855378" y="506331"/>
                  </a:lnTo>
                  <a:lnTo>
                    <a:pt x="3820202" y="499607"/>
                  </a:lnTo>
                  <a:lnTo>
                    <a:pt x="3759942" y="486737"/>
                  </a:lnTo>
                  <a:lnTo>
                    <a:pt x="3701536" y="472604"/>
                  </a:lnTo>
                  <a:lnTo>
                    <a:pt x="3644307" y="457187"/>
                  </a:lnTo>
                  <a:lnTo>
                    <a:pt x="3587756" y="440506"/>
                  </a:lnTo>
                  <a:lnTo>
                    <a:pt x="3531526" y="422624"/>
                  </a:lnTo>
                  <a:lnTo>
                    <a:pt x="3475380" y="403654"/>
                  </a:lnTo>
                  <a:lnTo>
                    <a:pt x="3419180" y="383755"/>
                  </a:lnTo>
                  <a:lnTo>
                    <a:pt x="3362872" y="363130"/>
                  </a:lnTo>
                  <a:lnTo>
                    <a:pt x="3306461" y="342018"/>
                  </a:lnTo>
                  <a:lnTo>
                    <a:pt x="3249997" y="320685"/>
                  </a:lnTo>
                  <a:lnTo>
                    <a:pt x="3193546" y="299407"/>
                  </a:lnTo>
                  <a:lnTo>
                    <a:pt x="3137172" y="278458"/>
                  </a:lnTo>
                  <a:lnTo>
                    <a:pt x="3080909" y="258094"/>
                  </a:lnTo>
                  <a:lnTo>
                    <a:pt x="3024741" y="238541"/>
                  </a:lnTo>
                  <a:lnTo>
                    <a:pt x="2968583" y="219986"/>
                  </a:lnTo>
                  <a:lnTo>
                    <a:pt x="2912261" y="202569"/>
                  </a:lnTo>
                  <a:lnTo>
                    <a:pt x="2855491" y="186384"/>
                  </a:lnTo>
                  <a:lnTo>
                    <a:pt x="2797864" y="171476"/>
                  </a:lnTo>
                  <a:lnTo>
                    <a:pt x="2738815" y="157848"/>
                  </a:lnTo>
                  <a:lnTo>
                    <a:pt x="2702183" y="150231"/>
                  </a:lnTo>
                  <a:lnTo>
                    <a:pt x="2650282" y="140510"/>
                  </a:lnTo>
                  <a:lnTo>
                    <a:pt x="2595928" y="131632"/>
                  </a:lnTo>
                  <a:lnTo>
                    <a:pt x="2538437" y="123569"/>
                  </a:lnTo>
                  <a:lnTo>
                    <a:pt x="2477055" y="116262"/>
                  </a:lnTo>
                  <a:lnTo>
                    <a:pt x="2411004" y="109641"/>
                  </a:lnTo>
                  <a:lnTo>
                    <a:pt x="2339520" y="103635"/>
                  </a:lnTo>
                  <a:lnTo>
                    <a:pt x="2261907" y="98178"/>
                  </a:lnTo>
                  <a:lnTo>
                    <a:pt x="2177606" y="93210"/>
                  </a:lnTo>
                  <a:lnTo>
                    <a:pt x="2086285" y="88682"/>
                  </a:lnTo>
                  <a:lnTo>
                    <a:pt x="1987960" y="84556"/>
                  </a:lnTo>
                  <a:lnTo>
                    <a:pt x="1883132" y="80808"/>
                  </a:lnTo>
                  <a:lnTo>
                    <a:pt x="1772937" y="77422"/>
                  </a:lnTo>
                  <a:lnTo>
                    <a:pt x="1659267" y="74396"/>
                  </a:lnTo>
                  <a:lnTo>
                    <a:pt x="1544829" y="71732"/>
                  </a:lnTo>
                  <a:lnTo>
                    <a:pt x="1433076" y="69438"/>
                  </a:lnTo>
                  <a:lnTo>
                    <a:pt x="1327966" y="67521"/>
                  </a:lnTo>
                  <a:lnTo>
                    <a:pt x="1233538" y="65980"/>
                  </a:lnTo>
                  <a:lnTo>
                    <a:pt x="1153344" y="64802"/>
                  </a:lnTo>
                  <a:lnTo>
                    <a:pt x="1089864" y="63958"/>
                  </a:lnTo>
                  <a:lnTo>
                    <a:pt x="1044033" y="63405"/>
                  </a:lnTo>
                  <a:lnTo>
                    <a:pt x="1015002" y="63085"/>
                  </a:lnTo>
                  <a:lnTo>
                    <a:pt x="1000154" y="62935"/>
                  </a:lnTo>
                  <a:lnTo>
                    <a:pt x="995306" y="62890"/>
                  </a:lnTo>
                  <a:lnTo>
                    <a:pt x="994940" y="62887"/>
                  </a:lnTo>
                  <a:lnTo>
                    <a:pt x="0" y="62887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74" name="pl573"/>
            <p:cNvSpPr/>
            <p:nvPr/>
          </p:nvSpPr>
          <p:spPr>
            <a:xfrm>
              <a:off x="1199187" y="1697800"/>
              <a:ext cx="12049831" cy="586951"/>
            </a:xfrm>
            <a:custGeom>
              <a:avLst/>
              <a:pathLst>
                <a:path w="12049831" h="586951">
                  <a:moveTo>
                    <a:pt x="0" y="62887"/>
                  </a:moveTo>
                  <a:lnTo>
                    <a:pt x="994940" y="62887"/>
                  </a:lnTo>
                  <a:lnTo>
                    <a:pt x="996074" y="62897"/>
                  </a:lnTo>
                  <a:lnTo>
                    <a:pt x="1003559" y="62968"/>
                  </a:lnTo>
                  <a:lnTo>
                    <a:pt x="1022529" y="63165"/>
                  </a:lnTo>
                  <a:lnTo>
                    <a:pt x="1056695" y="63552"/>
                  </a:lnTo>
                  <a:lnTo>
                    <a:pt x="1108128" y="64193"/>
                  </a:lnTo>
                  <a:lnTo>
                    <a:pt x="1177099" y="65139"/>
                  </a:lnTo>
                  <a:lnTo>
                    <a:pt x="1262147" y="66430"/>
                  </a:lnTo>
                  <a:lnTo>
                    <a:pt x="1360389" y="68089"/>
                  </a:lnTo>
                  <a:lnTo>
                    <a:pt x="1468053" y="70126"/>
                  </a:lnTo>
                  <a:lnTo>
                    <a:pt x="1581071" y="72538"/>
                  </a:lnTo>
                  <a:lnTo>
                    <a:pt x="1695607" y="75318"/>
                  </a:lnTo>
                  <a:lnTo>
                    <a:pt x="1808428" y="78459"/>
                  </a:lnTo>
                  <a:lnTo>
                    <a:pt x="1917085" y="81959"/>
                  </a:lnTo>
                  <a:lnTo>
                    <a:pt x="2019937" y="85825"/>
                  </a:lnTo>
                  <a:lnTo>
                    <a:pt x="2116065" y="90075"/>
                  </a:lnTo>
                  <a:lnTo>
                    <a:pt x="2205139" y="94738"/>
                  </a:lnTo>
                  <a:lnTo>
                    <a:pt x="2287266" y="99856"/>
                  </a:lnTo>
                  <a:lnTo>
                    <a:pt x="2362863" y="105481"/>
                  </a:lnTo>
                  <a:lnTo>
                    <a:pt x="2432541" y="111674"/>
                  </a:lnTo>
                  <a:lnTo>
                    <a:pt x="2497024" y="118505"/>
                  </a:lnTo>
                  <a:lnTo>
                    <a:pt x="2557086" y="126045"/>
                  </a:lnTo>
                  <a:lnTo>
                    <a:pt x="2613502" y="134362"/>
                  </a:lnTo>
                  <a:lnTo>
                    <a:pt x="2667007" y="143506"/>
                  </a:lnTo>
                  <a:lnTo>
                    <a:pt x="2702183" y="150231"/>
                  </a:lnTo>
                  <a:lnTo>
                    <a:pt x="2762443" y="163100"/>
                  </a:lnTo>
                  <a:lnTo>
                    <a:pt x="2820849" y="177233"/>
                  </a:lnTo>
                  <a:lnTo>
                    <a:pt x="2878078" y="192650"/>
                  </a:lnTo>
                  <a:lnTo>
                    <a:pt x="2934629" y="209332"/>
                  </a:lnTo>
                  <a:lnTo>
                    <a:pt x="2990859" y="227214"/>
                  </a:lnTo>
                  <a:lnTo>
                    <a:pt x="3047005" y="246184"/>
                  </a:lnTo>
                  <a:lnTo>
                    <a:pt x="3103205" y="266083"/>
                  </a:lnTo>
                  <a:lnTo>
                    <a:pt x="3159513" y="286708"/>
                  </a:lnTo>
                  <a:lnTo>
                    <a:pt x="3215924" y="307820"/>
                  </a:lnTo>
                  <a:lnTo>
                    <a:pt x="3272388" y="329153"/>
                  </a:lnTo>
                  <a:lnTo>
                    <a:pt x="3328839" y="350431"/>
                  </a:lnTo>
                  <a:lnTo>
                    <a:pt x="3385213" y="371380"/>
                  </a:lnTo>
                  <a:lnTo>
                    <a:pt x="3441476" y="391744"/>
                  </a:lnTo>
                  <a:lnTo>
                    <a:pt x="3497644" y="411297"/>
                  </a:lnTo>
                  <a:lnTo>
                    <a:pt x="3553802" y="429852"/>
                  </a:lnTo>
                  <a:lnTo>
                    <a:pt x="3610124" y="447268"/>
                  </a:lnTo>
                  <a:lnTo>
                    <a:pt x="3666894" y="463454"/>
                  </a:lnTo>
                  <a:lnTo>
                    <a:pt x="3724521" y="478362"/>
                  </a:lnTo>
                  <a:lnTo>
                    <a:pt x="3783570" y="491989"/>
                  </a:lnTo>
                  <a:lnTo>
                    <a:pt x="3820202" y="499607"/>
                  </a:lnTo>
                  <a:lnTo>
                    <a:pt x="3872103" y="509328"/>
                  </a:lnTo>
                  <a:lnTo>
                    <a:pt x="3926457" y="518205"/>
                  </a:lnTo>
                  <a:lnTo>
                    <a:pt x="3983948" y="526269"/>
                  </a:lnTo>
                  <a:lnTo>
                    <a:pt x="4045330" y="533576"/>
                  </a:lnTo>
                  <a:lnTo>
                    <a:pt x="4111381" y="540197"/>
                  </a:lnTo>
                  <a:lnTo>
                    <a:pt x="4182865" y="546202"/>
                  </a:lnTo>
                  <a:lnTo>
                    <a:pt x="4260478" y="551660"/>
                  </a:lnTo>
                  <a:lnTo>
                    <a:pt x="4344779" y="556628"/>
                  </a:lnTo>
                  <a:lnTo>
                    <a:pt x="4436100" y="561156"/>
                  </a:lnTo>
                  <a:lnTo>
                    <a:pt x="4534425" y="565281"/>
                  </a:lnTo>
                  <a:lnTo>
                    <a:pt x="4639253" y="569030"/>
                  </a:lnTo>
                  <a:lnTo>
                    <a:pt x="4749448" y="572415"/>
                  </a:lnTo>
                  <a:lnTo>
                    <a:pt x="4863118" y="575442"/>
                  </a:lnTo>
                  <a:lnTo>
                    <a:pt x="4977556" y="578106"/>
                  </a:lnTo>
                  <a:lnTo>
                    <a:pt x="5089309" y="580399"/>
                  </a:lnTo>
                  <a:lnTo>
                    <a:pt x="5194419" y="582316"/>
                  </a:lnTo>
                  <a:lnTo>
                    <a:pt x="5288847" y="583857"/>
                  </a:lnTo>
                  <a:lnTo>
                    <a:pt x="5369041" y="585035"/>
                  </a:lnTo>
                  <a:lnTo>
                    <a:pt x="5432521" y="585879"/>
                  </a:lnTo>
                  <a:lnTo>
                    <a:pt x="5478352" y="586433"/>
                  </a:lnTo>
                  <a:lnTo>
                    <a:pt x="5507383" y="586753"/>
                  </a:lnTo>
                  <a:lnTo>
                    <a:pt x="5522231" y="586902"/>
                  </a:lnTo>
                  <a:lnTo>
                    <a:pt x="5527079" y="586947"/>
                  </a:lnTo>
                  <a:lnTo>
                    <a:pt x="5527445" y="586951"/>
                  </a:lnTo>
                  <a:lnTo>
                    <a:pt x="6522385" y="586951"/>
                  </a:lnTo>
                  <a:lnTo>
                    <a:pt x="6523519" y="586939"/>
                  </a:lnTo>
                  <a:lnTo>
                    <a:pt x="6531001" y="586860"/>
                  </a:lnTo>
                  <a:lnTo>
                    <a:pt x="6549962" y="586640"/>
                  </a:lnTo>
                  <a:lnTo>
                    <a:pt x="6584113" y="586206"/>
                  </a:lnTo>
                  <a:lnTo>
                    <a:pt x="6635523" y="585489"/>
                  </a:lnTo>
                  <a:lnTo>
                    <a:pt x="6704468" y="584430"/>
                  </a:lnTo>
                  <a:lnTo>
                    <a:pt x="6789485" y="582985"/>
                  </a:lnTo>
                  <a:lnTo>
                    <a:pt x="6887697" y="581127"/>
                  </a:lnTo>
                  <a:lnTo>
                    <a:pt x="6995333" y="578846"/>
                  </a:lnTo>
                  <a:lnTo>
                    <a:pt x="7108327" y="576146"/>
                  </a:lnTo>
                  <a:lnTo>
                    <a:pt x="7222844" y="573034"/>
                  </a:lnTo>
                  <a:lnTo>
                    <a:pt x="7335652" y="569517"/>
                  </a:lnTo>
                  <a:lnTo>
                    <a:pt x="7444302" y="565599"/>
                  </a:lnTo>
                  <a:lnTo>
                    <a:pt x="7547151" y="561270"/>
                  </a:lnTo>
                  <a:lnTo>
                    <a:pt x="7643280" y="556512"/>
                  </a:lnTo>
                  <a:lnTo>
                    <a:pt x="7732357" y="551292"/>
                  </a:lnTo>
                  <a:lnTo>
                    <a:pt x="7814489" y="545562"/>
                  </a:lnTo>
                  <a:lnTo>
                    <a:pt x="7890092" y="539265"/>
                  </a:lnTo>
                  <a:lnTo>
                    <a:pt x="7959775" y="532332"/>
                  </a:lnTo>
                  <a:lnTo>
                    <a:pt x="8024263" y="524685"/>
                  </a:lnTo>
                  <a:lnTo>
                    <a:pt x="8084329" y="516244"/>
                  </a:lnTo>
                  <a:lnTo>
                    <a:pt x="8140747" y="506934"/>
                  </a:lnTo>
                  <a:lnTo>
                    <a:pt x="8194253" y="496698"/>
                  </a:lnTo>
                  <a:lnTo>
                    <a:pt x="8229629" y="489125"/>
                  </a:lnTo>
                  <a:lnTo>
                    <a:pt x="8289558" y="474796"/>
                  </a:lnTo>
                  <a:lnTo>
                    <a:pt x="8347651" y="459067"/>
                  </a:lnTo>
                  <a:lnTo>
                    <a:pt x="8404573" y="441916"/>
                  </a:lnTo>
                  <a:lnTo>
                    <a:pt x="8460817" y="423364"/>
                  </a:lnTo>
                  <a:lnTo>
                    <a:pt x="8516738" y="403481"/>
                  </a:lnTo>
                  <a:lnTo>
                    <a:pt x="8572571" y="382387"/>
                  </a:lnTo>
                  <a:lnTo>
                    <a:pt x="8628453" y="360258"/>
                  </a:lnTo>
                  <a:lnTo>
                    <a:pt x="8684443" y="337316"/>
                  </a:lnTo>
                  <a:lnTo>
                    <a:pt x="8740535" y="313822"/>
                  </a:lnTo>
                  <a:lnTo>
                    <a:pt x="8796683" y="290067"/>
                  </a:lnTo>
                  <a:lnTo>
                    <a:pt x="8852821" y="266357"/>
                  </a:lnTo>
                  <a:lnTo>
                    <a:pt x="8908887" y="242992"/>
                  </a:lnTo>
                  <a:lnTo>
                    <a:pt x="8964845" y="220257"/>
                  </a:lnTo>
                  <a:lnTo>
                    <a:pt x="9020704" y="198404"/>
                  </a:lnTo>
                  <a:lnTo>
                    <a:pt x="9076544" y="177642"/>
                  </a:lnTo>
                  <a:lnTo>
                    <a:pt x="9132529" y="158130"/>
                  </a:lnTo>
                  <a:lnTo>
                    <a:pt x="9188925" y="139974"/>
                  </a:lnTo>
                  <a:lnTo>
                    <a:pt x="9246125" y="123231"/>
                  </a:lnTo>
                  <a:lnTo>
                    <a:pt x="9304668" y="107907"/>
                  </a:lnTo>
                  <a:lnTo>
                    <a:pt x="9347647" y="97825"/>
                  </a:lnTo>
                  <a:lnTo>
                    <a:pt x="9399540" y="86938"/>
                  </a:lnTo>
                  <a:lnTo>
                    <a:pt x="9453884" y="76997"/>
                  </a:lnTo>
                  <a:lnTo>
                    <a:pt x="9511365" y="67967"/>
                  </a:lnTo>
                  <a:lnTo>
                    <a:pt x="9572734" y="59784"/>
                  </a:lnTo>
                  <a:lnTo>
                    <a:pt x="9638770" y="52370"/>
                  </a:lnTo>
                  <a:lnTo>
                    <a:pt x="9710237" y="45644"/>
                  </a:lnTo>
                  <a:lnTo>
                    <a:pt x="9787829" y="39532"/>
                  </a:lnTo>
                  <a:lnTo>
                    <a:pt x="9872108" y="33968"/>
                  </a:lnTo>
                  <a:lnTo>
                    <a:pt x="9963404" y="28897"/>
                  </a:lnTo>
                  <a:lnTo>
                    <a:pt x="10061702" y="24276"/>
                  </a:lnTo>
                  <a:lnTo>
                    <a:pt x="10166502" y="20078"/>
                  </a:lnTo>
                  <a:lnTo>
                    <a:pt x="10276670" y="16286"/>
                  </a:lnTo>
                  <a:lnTo>
                    <a:pt x="10390317" y="12896"/>
                  </a:lnTo>
                  <a:lnTo>
                    <a:pt x="10504738" y="9912"/>
                  </a:lnTo>
                  <a:lnTo>
                    <a:pt x="10616483" y="7343"/>
                  </a:lnTo>
                  <a:lnTo>
                    <a:pt x="10721598" y="5195"/>
                  </a:lnTo>
                  <a:lnTo>
                    <a:pt x="10816045" y="3468"/>
                  </a:lnTo>
                  <a:lnTo>
                    <a:pt x="10896272" y="2148"/>
                  </a:lnTo>
                  <a:lnTo>
                    <a:pt x="10959794" y="1202"/>
                  </a:lnTo>
                  <a:lnTo>
                    <a:pt x="11005674" y="581"/>
                  </a:lnTo>
                  <a:lnTo>
                    <a:pt x="11034754" y="222"/>
                  </a:lnTo>
                  <a:lnTo>
                    <a:pt x="11049643" y="54"/>
                  </a:lnTo>
                  <a:lnTo>
                    <a:pt x="11054519" y="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5" name="pl574"/>
            <p:cNvSpPr/>
            <p:nvPr/>
          </p:nvSpPr>
          <p:spPr>
            <a:xfrm>
              <a:off x="1199187" y="1682079"/>
              <a:ext cx="12049831" cy="586951"/>
            </a:xfrm>
            <a:custGeom>
              <a:avLst/>
              <a:pathLst>
                <a:path w="12049831" h="586951">
                  <a:moveTo>
                    <a:pt x="12049831" y="0"/>
                  </a:moveTo>
                  <a:lnTo>
                    <a:pt x="11054891" y="0"/>
                  </a:lnTo>
                  <a:lnTo>
                    <a:pt x="11053757" y="11"/>
                  </a:lnTo>
                  <a:lnTo>
                    <a:pt x="11046275" y="90"/>
                  </a:lnTo>
                  <a:lnTo>
                    <a:pt x="11027314" y="310"/>
                  </a:lnTo>
                  <a:lnTo>
                    <a:pt x="10993164" y="744"/>
                  </a:lnTo>
                  <a:lnTo>
                    <a:pt x="10941753" y="1461"/>
                  </a:lnTo>
                  <a:lnTo>
                    <a:pt x="10872808" y="2520"/>
                  </a:lnTo>
                  <a:lnTo>
                    <a:pt x="10787791" y="3965"/>
                  </a:lnTo>
                  <a:lnTo>
                    <a:pt x="10689579" y="5823"/>
                  </a:lnTo>
                  <a:lnTo>
                    <a:pt x="10581943" y="8104"/>
                  </a:lnTo>
                  <a:lnTo>
                    <a:pt x="10468950" y="10804"/>
                  </a:lnTo>
                  <a:lnTo>
                    <a:pt x="10354433" y="13916"/>
                  </a:lnTo>
                  <a:lnTo>
                    <a:pt x="10241624" y="17433"/>
                  </a:lnTo>
                  <a:lnTo>
                    <a:pt x="10132975" y="21351"/>
                  </a:lnTo>
                  <a:lnTo>
                    <a:pt x="10030125" y="25680"/>
                  </a:lnTo>
                  <a:lnTo>
                    <a:pt x="9933996" y="30438"/>
                  </a:lnTo>
                  <a:lnTo>
                    <a:pt x="9844919" y="35658"/>
                  </a:lnTo>
                  <a:lnTo>
                    <a:pt x="9762787" y="41388"/>
                  </a:lnTo>
                  <a:lnTo>
                    <a:pt x="9687185" y="47685"/>
                  </a:lnTo>
                  <a:lnTo>
                    <a:pt x="9617501" y="54618"/>
                  </a:lnTo>
                  <a:lnTo>
                    <a:pt x="9553013" y="62265"/>
                  </a:lnTo>
                  <a:lnTo>
                    <a:pt x="9492947" y="70706"/>
                  </a:lnTo>
                  <a:lnTo>
                    <a:pt x="9436529" y="80016"/>
                  </a:lnTo>
                  <a:lnTo>
                    <a:pt x="9383024" y="90252"/>
                  </a:lnTo>
                  <a:lnTo>
                    <a:pt x="9347647" y="97825"/>
                  </a:lnTo>
                  <a:lnTo>
                    <a:pt x="9287718" y="112154"/>
                  </a:lnTo>
                  <a:lnTo>
                    <a:pt x="9229626" y="127883"/>
                  </a:lnTo>
                  <a:lnTo>
                    <a:pt x="9172704" y="145034"/>
                  </a:lnTo>
                  <a:lnTo>
                    <a:pt x="9116459" y="163586"/>
                  </a:lnTo>
                  <a:lnTo>
                    <a:pt x="9060539" y="183469"/>
                  </a:lnTo>
                  <a:lnTo>
                    <a:pt x="9004706" y="204563"/>
                  </a:lnTo>
                  <a:lnTo>
                    <a:pt x="8948823" y="226692"/>
                  </a:lnTo>
                  <a:lnTo>
                    <a:pt x="8892833" y="249634"/>
                  </a:lnTo>
                  <a:lnTo>
                    <a:pt x="8836741" y="273128"/>
                  </a:lnTo>
                  <a:lnTo>
                    <a:pt x="8780593" y="296883"/>
                  </a:lnTo>
                  <a:lnTo>
                    <a:pt x="8724455" y="320593"/>
                  </a:lnTo>
                  <a:lnTo>
                    <a:pt x="8668389" y="343958"/>
                  </a:lnTo>
                  <a:lnTo>
                    <a:pt x="8612432" y="366693"/>
                  </a:lnTo>
                  <a:lnTo>
                    <a:pt x="8556572" y="388546"/>
                  </a:lnTo>
                  <a:lnTo>
                    <a:pt x="8500732" y="409308"/>
                  </a:lnTo>
                  <a:lnTo>
                    <a:pt x="8444748" y="428820"/>
                  </a:lnTo>
                  <a:lnTo>
                    <a:pt x="8388351" y="446976"/>
                  </a:lnTo>
                  <a:lnTo>
                    <a:pt x="8331151" y="463719"/>
                  </a:lnTo>
                  <a:lnTo>
                    <a:pt x="8272609" y="479043"/>
                  </a:lnTo>
                  <a:lnTo>
                    <a:pt x="8229629" y="489125"/>
                  </a:lnTo>
                  <a:lnTo>
                    <a:pt x="8177737" y="500012"/>
                  </a:lnTo>
                  <a:lnTo>
                    <a:pt x="8123393" y="509953"/>
                  </a:lnTo>
                  <a:lnTo>
                    <a:pt x="8065912" y="518983"/>
                  </a:lnTo>
                  <a:lnTo>
                    <a:pt x="8004543" y="527166"/>
                  </a:lnTo>
                  <a:lnTo>
                    <a:pt x="7938506" y="534580"/>
                  </a:lnTo>
                  <a:lnTo>
                    <a:pt x="7867040" y="541306"/>
                  </a:lnTo>
                  <a:lnTo>
                    <a:pt x="7789447" y="547418"/>
                  </a:lnTo>
                  <a:lnTo>
                    <a:pt x="7705169" y="552982"/>
                  </a:lnTo>
                  <a:lnTo>
                    <a:pt x="7613873" y="558053"/>
                  </a:lnTo>
                  <a:lnTo>
                    <a:pt x="7515575" y="562674"/>
                  </a:lnTo>
                  <a:lnTo>
                    <a:pt x="7410775" y="566872"/>
                  </a:lnTo>
                  <a:lnTo>
                    <a:pt x="7300606" y="570664"/>
                  </a:lnTo>
                  <a:lnTo>
                    <a:pt x="7186960" y="574054"/>
                  </a:lnTo>
                  <a:lnTo>
                    <a:pt x="7072539" y="577038"/>
                  </a:lnTo>
                  <a:lnTo>
                    <a:pt x="6960794" y="579607"/>
                  </a:lnTo>
                  <a:lnTo>
                    <a:pt x="6855679" y="581755"/>
                  </a:lnTo>
                  <a:lnTo>
                    <a:pt x="6761231" y="583482"/>
                  </a:lnTo>
                  <a:lnTo>
                    <a:pt x="6681005" y="584802"/>
                  </a:lnTo>
                  <a:lnTo>
                    <a:pt x="6617482" y="585748"/>
                  </a:lnTo>
                  <a:lnTo>
                    <a:pt x="6571602" y="586369"/>
                  </a:lnTo>
                  <a:lnTo>
                    <a:pt x="6542522" y="586728"/>
                  </a:lnTo>
                  <a:lnTo>
                    <a:pt x="6527633" y="586896"/>
                  </a:lnTo>
                  <a:lnTo>
                    <a:pt x="6522758" y="586947"/>
                  </a:lnTo>
                  <a:lnTo>
                    <a:pt x="6522385" y="586951"/>
                  </a:lnTo>
                  <a:lnTo>
                    <a:pt x="5527445" y="586951"/>
                  </a:lnTo>
                  <a:lnTo>
                    <a:pt x="5526311" y="586941"/>
                  </a:lnTo>
                  <a:lnTo>
                    <a:pt x="5518826" y="586869"/>
                  </a:lnTo>
                  <a:lnTo>
                    <a:pt x="5499856" y="586673"/>
                  </a:lnTo>
                  <a:lnTo>
                    <a:pt x="5465690" y="586285"/>
                  </a:lnTo>
                  <a:lnTo>
                    <a:pt x="5414257" y="585645"/>
                  </a:lnTo>
                  <a:lnTo>
                    <a:pt x="5345286" y="584699"/>
                  </a:lnTo>
                  <a:lnTo>
                    <a:pt x="5260238" y="583408"/>
                  </a:lnTo>
                  <a:lnTo>
                    <a:pt x="5161996" y="581748"/>
                  </a:lnTo>
                  <a:lnTo>
                    <a:pt x="5054332" y="579711"/>
                  </a:lnTo>
                  <a:lnTo>
                    <a:pt x="4941314" y="577299"/>
                  </a:lnTo>
                  <a:lnTo>
                    <a:pt x="4826778" y="574519"/>
                  </a:lnTo>
                  <a:lnTo>
                    <a:pt x="4713957" y="571379"/>
                  </a:lnTo>
                  <a:lnTo>
                    <a:pt x="4605300" y="567879"/>
                  </a:lnTo>
                  <a:lnTo>
                    <a:pt x="4502448" y="564012"/>
                  </a:lnTo>
                  <a:lnTo>
                    <a:pt x="4406320" y="559763"/>
                  </a:lnTo>
                  <a:lnTo>
                    <a:pt x="4317246" y="555099"/>
                  </a:lnTo>
                  <a:lnTo>
                    <a:pt x="4235119" y="549981"/>
                  </a:lnTo>
                  <a:lnTo>
                    <a:pt x="4159522" y="544357"/>
                  </a:lnTo>
                  <a:lnTo>
                    <a:pt x="4089844" y="538163"/>
                  </a:lnTo>
                  <a:lnTo>
                    <a:pt x="4025361" y="531332"/>
                  </a:lnTo>
                  <a:lnTo>
                    <a:pt x="3965299" y="523792"/>
                  </a:lnTo>
                  <a:lnTo>
                    <a:pt x="3908883" y="515476"/>
                  </a:lnTo>
                  <a:lnTo>
                    <a:pt x="3855378" y="506331"/>
                  </a:lnTo>
                  <a:lnTo>
                    <a:pt x="3820202" y="499607"/>
                  </a:lnTo>
                  <a:lnTo>
                    <a:pt x="3759942" y="486737"/>
                  </a:lnTo>
                  <a:lnTo>
                    <a:pt x="3701536" y="472604"/>
                  </a:lnTo>
                  <a:lnTo>
                    <a:pt x="3644307" y="457187"/>
                  </a:lnTo>
                  <a:lnTo>
                    <a:pt x="3587756" y="440506"/>
                  </a:lnTo>
                  <a:lnTo>
                    <a:pt x="3531526" y="422624"/>
                  </a:lnTo>
                  <a:lnTo>
                    <a:pt x="3475380" y="403654"/>
                  </a:lnTo>
                  <a:lnTo>
                    <a:pt x="3419180" y="383755"/>
                  </a:lnTo>
                  <a:lnTo>
                    <a:pt x="3362872" y="363130"/>
                  </a:lnTo>
                  <a:lnTo>
                    <a:pt x="3306461" y="342018"/>
                  </a:lnTo>
                  <a:lnTo>
                    <a:pt x="3249997" y="320685"/>
                  </a:lnTo>
                  <a:lnTo>
                    <a:pt x="3193546" y="299407"/>
                  </a:lnTo>
                  <a:lnTo>
                    <a:pt x="3137172" y="278458"/>
                  </a:lnTo>
                  <a:lnTo>
                    <a:pt x="3080909" y="258094"/>
                  </a:lnTo>
                  <a:lnTo>
                    <a:pt x="3024741" y="238541"/>
                  </a:lnTo>
                  <a:lnTo>
                    <a:pt x="2968583" y="219986"/>
                  </a:lnTo>
                  <a:lnTo>
                    <a:pt x="2912261" y="202569"/>
                  </a:lnTo>
                  <a:lnTo>
                    <a:pt x="2855491" y="186384"/>
                  </a:lnTo>
                  <a:lnTo>
                    <a:pt x="2797864" y="171476"/>
                  </a:lnTo>
                  <a:lnTo>
                    <a:pt x="2738815" y="157848"/>
                  </a:lnTo>
                  <a:lnTo>
                    <a:pt x="2702183" y="150231"/>
                  </a:lnTo>
                  <a:lnTo>
                    <a:pt x="2650282" y="140510"/>
                  </a:lnTo>
                  <a:lnTo>
                    <a:pt x="2595928" y="131632"/>
                  </a:lnTo>
                  <a:lnTo>
                    <a:pt x="2538437" y="123569"/>
                  </a:lnTo>
                  <a:lnTo>
                    <a:pt x="2477055" y="116262"/>
                  </a:lnTo>
                  <a:lnTo>
                    <a:pt x="2411004" y="109641"/>
                  </a:lnTo>
                  <a:lnTo>
                    <a:pt x="2339520" y="103635"/>
                  </a:lnTo>
                  <a:lnTo>
                    <a:pt x="2261907" y="98178"/>
                  </a:lnTo>
                  <a:lnTo>
                    <a:pt x="2177606" y="93210"/>
                  </a:lnTo>
                  <a:lnTo>
                    <a:pt x="2086285" y="88682"/>
                  </a:lnTo>
                  <a:lnTo>
                    <a:pt x="1987960" y="84556"/>
                  </a:lnTo>
                  <a:lnTo>
                    <a:pt x="1883132" y="80808"/>
                  </a:lnTo>
                  <a:lnTo>
                    <a:pt x="1772937" y="77422"/>
                  </a:lnTo>
                  <a:lnTo>
                    <a:pt x="1659267" y="74396"/>
                  </a:lnTo>
                  <a:lnTo>
                    <a:pt x="1544829" y="71732"/>
                  </a:lnTo>
                  <a:lnTo>
                    <a:pt x="1433076" y="69438"/>
                  </a:lnTo>
                  <a:lnTo>
                    <a:pt x="1327966" y="67521"/>
                  </a:lnTo>
                  <a:lnTo>
                    <a:pt x="1233538" y="65980"/>
                  </a:lnTo>
                  <a:lnTo>
                    <a:pt x="1153344" y="64802"/>
                  </a:lnTo>
                  <a:lnTo>
                    <a:pt x="1089864" y="63958"/>
                  </a:lnTo>
                  <a:lnTo>
                    <a:pt x="1044033" y="63405"/>
                  </a:lnTo>
                  <a:lnTo>
                    <a:pt x="1015002" y="63085"/>
                  </a:lnTo>
                  <a:lnTo>
                    <a:pt x="1000154" y="62935"/>
                  </a:lnTo>
                  <a:lnTo>
                    <a:pt x="995306" y="62890"/>
                  </a:lnTo>
                  <a:lnTo>
                    <a:pt x="994940" y="62887"/>
                  </a:lnTo>
                  <a:lnTo>
                    <a:pt x="0" y="62887"/>
                  </a:lnTo>
                  <a:lnTo>
                    <a:pt x="0" y="628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6" name="pg575"/>
            <p:cNvSpPr/>
            <p:nvPr/>
          </p:nvSpPr>
          <p:spPr>
            <a:xfrm>
              <a:off x="1199187" y="1760688"/>
              <a:ext cx="12049831" cy="534544"/>
            </a:xfrm>
            <a:custGeom>
              <a:avLst/>
              <a:pathLst>
                <a:path w="12049831" h="534544">
                  <a:moveTo>
                    <a:pt x="0" y="10481"/>
                  </a:moveTo>
                  <a:lnTo>
                    <a:pt x="994940" y="10481"/>
                  </a:lnTo>
                  <a:lnTo>
                    <a:pt x="996074" y="10491"/>
                  </a:lnTo>
                  <a:lnTo>
                    <a:pt x="1003559" y="10562"/>
                  </a:lnTo>
                  <a:lnTo>
                    <a:pt x="1022529" y="10759"/>
                  </a:lnTo>
                  <a:lnTo>
                    <a:pt x="1056695" y="11146"/>
                  </a:lnTo>
                  <a:lnTo>
                    <a:pt x="1108128" y="11786"/>
                  </a:lnTo>
                  <a:lnTo>
                    <a:pt x="1177099" y="12732"/>
                  </a:lnTo>
                  <a:lnTo>
                    <a:pt x="1262147" y="14023"/>
                  </a:lnTo>
                  <a:lnTo>
                    <a:pt x="1360389" y="15683"/>
                  </a:lnTo>
                  <a:lnTo>
                    <a:pt x="1468053" y="17720"/>
                  </a:lnTo>
                  <a:lnTo>
                    <a:pt x="1581071" y="20132"/>
                  </a:lnTo>
                  <a:lnTo>
                    <a:pt x="1695607" y="22912"/>
                  </a:lnTo>
                  <a:lnTo>
                    <a:pt x="1808428" y="26053"/>
                  </a:lnTo>
                  <a:lnTo>
                    <a:pt x="1917085" y="29553"/>
                  </a:lnTo>
                  <a:lnTo>
                    <a:pt x="2019937" y="33419"/>
                  </a:lnTo>
                  <a:lnTo>
                    <a:pt x="2116065" y="37669"/>
                  </a:lnTo>
                  <a:lnTo>
                    <a:pt x="2205139" y="42332"/>
                  </a:lnTo>
                  <a:lnTo>
                    <a:pt x="2287266" y="47450"/>
                  </a:lnTo>
                  <a:lnTo>
                    <a:pt x="2362863" y="53074"/>
                  </a:lnTo>
                  <a:lnTo>
                    <a:pt x="2432541" y="59268"/>
                  </a:lnTo>
                  <a:lnTo>
                    <a:pt x="2497024" y="66099"/>
                  </a:lnTo>
                  <a:lnTo>
                    <a:pt x="2557086" y="73639"/>
                  </a:lnTo>
                  <a:lnTo>
                    <a:pt x="2613502" y="81956"/>
                  </a:lnTo>
                  <a:lnTo>
                    <a:pt x="2667007" y="91100"/>
                  </a:lnTo>
                  <a:lnTo>
                    <a:pt x="2702183" y="97825"/>
                  </a:lnTo>
                  <a:lnTo>
                    <a:pt x="2762443" y="110694"/>
                  </a:lnTo>
                  <a:lnTo>
                    <a:pt x="2820849" y="124827"/>
                  </a:lnTo>
                  <a:lnTo>
                    <a:pt x="2878078" y="140244"/>
                  </a:lnTo>
                  <a:lnTo>
                    <a:pt x="2934629" y="156926"/>
                  </a:lnTo>
                  <a:lnTo>
                    <a:pt x="2990859" y="174808"/>
                  </a:lnTo>
                  <a:lnTo>
                    <a:pt x="3047005" y="193778"/>
                  </a:lnTo>
                  <a:lnTo>
                    <a:pt x="3103205" y="213677"/>
                  </a:lnTo>
                  <a:lnTo>
                    <a:pt x="3159513" y="234302"/>
                  </a:lnTo>
                  <a:lnTo>
                    <a:pt x="3215924" y="255413"/>
                  </a:lnTo>
                  <a:lnTo>
                    <a:pt x="3272388" y="276746"/>
                  </a:lnTo>
                  <a:lnTo>
                    <a:pt x="3328839" y="298024"/>
                  </a:lnTo>
                  <a:lnTo>
                    <a:pt x="3385213" y="318974"/>
                  </a:lnTo>
                  <a:lnTo>
                    <a:pt x="3441476" y="339338"/>
                  </a:lnTo>
                  <a:lnTo>
                    <a:pt x="3497644" y="358890"/>
                  </a:lnTo>
                  <a:lnTo>
                    <a:pt x="3553802" y="377445"/>
                  </a:lnTo>
                  <a:lnTo>
                    <a:pt x="3610124" y="394862"/>
                  </a:lnTo>
                  <a:lnTo>
                    <a:pt x="3666894" y="411047"/>
                  </a:lnTo>
                  <a:lnTo>
                    <a:pt x="3724521" y="425955"/>
                  </a:lnTo>
                  <a:lnTo>
                    <a:pt x="3783570" y="439583"/>
                  </a:lnTo>
                  <a:lnTo>
                    <a:pt x="3820202" y="447200"/>
                  </a:lnTo>
                  <a:lnTo>
                    <a:pt x="3872103" y="456922"/>
                  </a:lnTo>
                  <a:lnTo>
                    <a:pt x="3926457" y="465799"/>
                  </a:lnTo>
                  <a:lnTo>
                    <a:pt x="3983948" y="473862"/>
                  </a:lnTo>
                  <a:lnTo>
                    <a:pt x="4045330" y="481170"/>
                  </a:lnTo>
                  <a:lnTo>
                    <a:pt x="4111381" y="487790"/>
                  </a:lnTo>
                  <a:lnTo>
                    <a:pt x="4182865" y="493796"/>
                  </a:lnTo>
                  <a:lnTo>
                    <a:pt x="4260478" y="499253"/>
                  </a:lnTo>
                  <a:lnTo>
                    <a:pt x="4344779" y="504221"/>
                  </a:lnTo>
                  <a:lnTo>
                    <a:pt x="4436100" y="508749"/>
                  </a:lnTo>
                  <a:lnTo>
                    <a:pt x="4534425" y="512875"/>
                  </a:lnTo>
                  <a:lnTo>
                    <a:pt x="4639253" y="516623"/>
                  </a:lnTo>
                  <a:lnTo>
                    <a:pt x="4749448" y="520009"/>
                  </a:lnTo>
                  <a:lnTo>
                    <a:pt x="4863118" y="523036"/>
                  </a:lnTo>
                  <a:lnTo>
                    <a:pt x="4977556" y="525700"/>
                  </a:lnTo>
                  <a:lnTo>
                    <a:pt x="5089309" y="527993"/>
                  </a:lnTo>
                  <a:lnTo>
                    <a:pt x="5194419" y="529910"/>
                  </a:lnTo>
                  <a:lnTo>
                    <a:pt x="5288847" y="531451"/>
                  </a:lnTo>
                  <a:lnTo>
                    <a:pt x="5369041" y="532629"/>
                  </a:lnTo>
                  <a:lnTo>
                    <a:pt x="5432521" y="533473"/>
                  </a:lnTo>
                  <a:lnTo>
                    <a:pt x="5478352" y="534027"/>
                  </a:lnTo>
                  <a:lnTo>
                    <a:pt x="5507383" y="534346"/>
                  </a:lnTo>
                  <a:lnTo>
                    <a:pt x="5522231" y="534496"/>
                  </a:lnTo>
                  <a:lnTo>
                    <a:pt x="5527079" y="534541"/>
                  </a:lnTo>
                  <a:lnTo>
                    <a:pt x="5527445" y="534544"/>
                  </a:lnTo>
                  <a:lnTo>
                    <a:pt x="6522385" y="534544"/>
                  </a:lnTo>
                  <a:lnTo>
                    <a:pt x="6523521" y="534538"/>
                  </a:lnTo>
                  <a:lnTo>
                    <a:pt x="6531015" y="534491"/>
                  </a:lnTo>
                  <a:lnTo>
                    <a:pt x="6550005" y="534363"/>
                  </a:lnTo>
                  <a:lnTo>
                    <a:pt x="6584205" y="534111"/>
                  </a:lnTo>
                  <a:lnTo>
                    <a:pt x="6635687" y="533695"/>
                  </a:lnTo>
                  <a:lnTo>
                    <a:pt x="6704720" y="533079"/>
                  </a:lnTo>
                  <a:lnTo>
                    <a:pt x="6789836" y="532239"/>
                  </a:lnTo>
                  <a:lnTo>
                    <a:pt x="6888148" y="531159"/>
                  </a:lnTo>
                  <a:lnTo>
                    <a:pt x="6995876" y="529834"/>
                  </a:lnTo>
                  <a:lnTo>
                    <a:pt x="7108948" y="528265"/>
                  </a:lnTo>
                  <a:lnTo>
                    <a:pt x="7223526" y="526456"/>
                  </a:lnTo>
                  <a:lnTo>
                    <a:pt x="7336376" y="524413"/>
                  </a:lnTo>
                  <a:lnTo>
                    <a:pt x="7445050" y="522136"/>
                  </a:lnTo>
                  <a:lnTo>
                    <a:pt x="7547909" y="519621"/>
                  </a:lnTo>
                  <a:lnTo>
                    <a:pt x="7644035" y="516856"/>
                  </a:lnTo>
                  <a:lnTo>
                    <a:pt x="7733101" y="513822"/>
                  </a:lnTo>
                  <a:lnTo>
                    <a:pt x="7815217" y="510492"/>
                  </a:lnTo>
                  <a:lnTo>
                    <a:pt x="7890801" y="506832"/>
                  </a:lnTo>
                  <a:lnTo>
                    <a:pt x="7960466" y="502802"/>
                  </a:lnTo>
                  <a:lnTo>
                    <a:pt x="8024938" y="498357"/>
                  </a:lnTo>
                  <a:lnTo>
                    <a:pt x="8084992" y="493450"/>
                  </a:lnTo>
                  <a:lnTo>
                    <a:pt x="8141403" y="488038"/>
                  </a:lnTo>
                  <a:lnTo>
                    <a:pt x="8194906" y="482088"/>
                  </a:lnTo>
                  <a:lnTo>
                    <a:pt x="8229629" y="477771"/>
                  </a:lnTo>
                  <a:lnTo>
                    <a:pt x="8290674" y="469289"/>
                  </a:lnTo>
                  <a:lnTo>
                    <a:pt x="8349827" y="459964"/>
                  </a:lnTo>
                  <a:lnTo>
                    <a:pt x="8407786" y="449782"/>
                  </a:lnTo>
                  <a:lnTo>
                    <a:pt x="8465066" y="438757"/>
                  </a:lnTo>
                  <a:lnTo>
                    <a:pt x="8522031" y="426934"/>
                  </a:lnTo>
                  <a:lnTo>
                    <a:pt x="8578923" y="414392"/>
                  </a:lnTo>
                  <a:lnTo>
                    <a:pt x="8635877" y="401239"/>
                  </a:lnTo>
                  <a:lnTo>
                    <a:pt x="8692945" y="387616"/>
                  </a:lnTo>
                  <a:lnTo>
                    <a:pt x="8750113" y="373686"/>
                  </a:lnTo>
                  <a:lnTo>
                    <a:pt x="8807329" y="359630"/>
                  </a:lnTo>
                  <a:lnTo>
                    <a:pt x="8864521" y="345635"/>
                  </a:lnTo>
                  <a:lnTo>
                    <a:pt x="8921628" y="331886"/>
                  </a:lnTo>
                  <a:lnTo>
                    <a:pt x="8978619" y="318553"/>
                  </a:lnTo>
                  <a:lnTo>
                    <a:pt x="9035522" y="305784"/>
                  </a:lnTo>
                  <a:lnTo>
                    <a:pt x="9092441" y="293702"/>
                  </a:lnTo>
                  <a:lnTo>
                    <a:pt x="9149577" y="282394"/>
                  </a:lnTo>
                  <a:lnTo>
                    <a:pt x="9207250" y="271916"/>
                  </a:lnTo>
                  <a:lnTo>
                    <a:pt x="9265920" y="262294"/>
                  </a:lnTo>
                  <a:lnTo>
                    <a:pt x="9326217" y="253523"/>
                  </a:lnTo>
                  <a:lnTo>
                    <a:pt x="9347647" y="250676"/>
                  </a:lnTo>
                  <a:lnTo>
                    <a:pt x="9399568" y="244355"/>
                  </a:lnTo>
                  <a:lnTo>
                    <a:pt x="9453944" y="238583"/>
                  </a:lnTo>
                  <a:lnTo>
                    <a:pt x="9511461" y="233340"/>
                  </a:lnTo>
                  <a:lnTo>
                    <a:pt x="9572872" y="228590"/>
                  </a:lnTo>
                  <a:lnTo>
                    <a:pt x="9638957" y="224285"/>
                  </a:lnTo>
                  <a:lnTo>
                    <a:pt x="9710479" y="220381"/>
                  </a:lnTo>
                  <a:lnTo>
                    <a:pt x="9788137" y="216833"/>
                  </a:lnTo>
                  <a:lnTo>
                    <a:pt x="9872489" y="213603"/>
                  </a:lnTo>
                  <a:lnTo>
                    <a:pt x="9963867" y="210660"/>
                  </a:lnTo>
                  <a:lnTo>
                    <a:pt x="10062254" y="207978"/>
                  </a:lnTo>
                  <a:lnTo>
                    <a:pt x="10167146" y="205542"/>
                  </a:lnTo>
                  <a:lnTo>
                    <a:pt x="10277402" y="203341"/>
                  </a:lnTo>
                  <a:lnTo>
                    <a:pt x="10391126" y="201374"/>
                  </a:lnTo>
                  <a:lnTo>
                    <a:pt x="10505602" y="199643"/>
                  </a:lnTo>
                  <a:lnTo>
                    <a:pt x="10617372" y="198153"/>
                  </a:lnTo>
                  <a:lnTo>
                    <a:pt x="10722470" y="196908"/>
                  </a:lnTo>
                  <a:lnTo>
                    <a:pt x="10816856" y="195908"/>
                  </a:lnTo>
                  <a:lnTo>
                    <a:pt x="10896977" y="195143"/>
                  </a:lnTo>
                  <a:lnTo>
                    <a:pt x="10960358" y="194596"/>
                  </a:lnTo>
                  <a:lnTo>
                    <a:pt x="11006077" y="194237"/>
                  </a:lnTo>
                  <a:lnTo>
                    <a:pt x="11034998" y="194030"/>
                  </a:lnTo>
                  <a:lnTo>
                    <a:pt x="11049751" y="193934"/>
                  </a:lnTo>
                  <a:lnTo>
                    <a:pt x="11054538" y="193905"/>
                  </a:lnTo>
                  <a:lnTo>
                    <a:pt x="11054891" y="193903"/>
                  </a:lnTo>
                  <a:lnTo>
                    <a:pt x="12049831" y="193903"/>
                  </a:lnTo>
                  <a:lnTo>
                    <a:pt x="12049831" y="183422"/>
                  </a:lnTo>
                  <a:lnTo>
                    <a:pt x="11054891" y="183422"/>
                  </a:lnTo>
                  <a:lnTo>
                    <a:pt x="11053756" y="183428"/>
                  </a:lnTo>
                  <a:lnTo>
                    <a:pt x="11046262" y="183475"/>
                  </a:lnTo>
                  <a:lnTo>
                    <a:pt x="11027272" y="183602"/>
                  </a:lnTo>
                  <a:lnTo>
                    <a:pt x="10993071" y="183855"/>
                  </a:lnTo>
                  <a:lnTo>
                    <a:pt x="10941589" y="184271"/>
                  </a:lnTo>
                  <a:lnTo>
                    <a:pt x="10872556" y="184887"/>
                  </a:lnTo>
                  <a:lnTo>
                    <a:pt x="10787440" y="185727"/>
                  </a:lnTo>
                  <a:lnTo>
                    <a:pt x="10689129" y="186807"/>
                  </a:lnTo>
                  <a:lnTo>
                    <a:pt x="10581400" y="188132"/>
                  </a:lnTo>
                  <a:lnTo>
                    <a:pt x="10468328" y="189701"/>
                  </a:lnTo>
                  <a:lnTo>
                    <a:pt x="10353750" y="191510"/>
                  </a:lnTo>
                  <a:lnTo>
                    <a:pt x="10240900" y="193553"/>
                  </a:lnTo>
                  <a:lnTo>
                    <a:pt x="10132226" y="195830"/>
                  </a:lnTo>
                  <a:lnTo>
                    <a:pt x="10029368" y="198345"/>
                  </a:lnTo>
                  <a:lnTo>
                    <a:pt x="9933242" y="201110"/>
                  </a:lnTo>
                  <a:lnTo>
                    <a:pt x="9844176" y="204144"/>
                  </a:lnTo>
                  <a:lnTo>
                    <a:pt x="9762060" y="207474"/>
                  </a:lnTo>
                  <a:lnTo>
                    <a:pt x="9686476" y="211134"/>
                  </a:lnTo>
                  <a:lnTo>
                    <a:pt x="9616810" y="215164"/>
                  </a:lnTo>
                  <a:lnTo>
                    <a:pt x="9552338" y="219609"/>
                  </a:lnTo>
                  <a:lnTo>
                    <a:pt x="9492285" y="224515"/>
                  </a:lnTo>
                  <a:lnTo>
                    <a:pt x="9435874" y="229928"/>
                  </a:lnTo>
                  <a:lnTo>
                    <a:pt x="9382371" y="235878"/>
                  </a:lnTo>
                  <a:lnTo>
                    <a:pt x="9347647" y="240195"/>
                  </a:lnTo>
                  <a:lnTo>
                    <a:pt x="9286602" y="248677"/>
                  </a:lnTo>
                  <a:lnTo>
                    <a:pt x="9227449" y="258002"/>
                  </a:lnTo>
                  <a:lnTo>
                    <a:pt x="9169491" y="268184"/>
                  </a:lnTo>
                  <a:lnTo>
                    <a:pt x="9112211" y="279209"/>
                  </a:lnTo>
                  <a:lnTo>
                    <a:pt x="9055245" y="291031"/>
                  </a:lnTo>
                  <a:lnTo>
                    <a:pt x="8998353" y="303574"/>
                  </a:lnTo>
                  <a:lnTo>
                    <a:pt x="8941399" y="316727"/>
                  </a:lnTo>
                  <a:lnTo>
                    <a:pt x="8884332" y="330350"/>
                  </a:lnTo>
                  <a:lnTo>
                    <a:pt x="8827163" y="344280"/>
                  </a:lnTo>
                  <a:lnTo>
                    <a:pt x="8769947" y="358336"/>
                  </a:lnTo>
                  <a:lnTo>
                    <a:pt x="8712755" y="372331"/>
                  </a:lnTo>
                  <a:lnTo>
                    <a:pt x="8655648" y="386080"/>
                  </a:lnTo>
                  <a:lnTo>
                    <a:pt x="8598657" y="399413"/>
                  </a:lnTo>
                  <a:lnTo>
                    <a:pt x="8541754" y="412181"/>
                  </a:lnTo>
                  <a:lnTo>
                    <a:pt x="8484836" y="424264"/>
                  </a:lnTo>
                  <a:lnTo>
                    <a:pt x="8427699" y="435572"/>
                  </a:lnTo>
                  <a:lnTo>
                    <a:pt x="8370026" y="446050"/>
                  </a:lnTo>
                  <a:lnTo>
                    <a:pt x="8311356" y="455672"/>
                  </a:lnTo>
                  <a:lnTo>
                    <a:pt x="8251059" y="464443"/>
                  </a:lnTo>
                  <a:lnTo>
                    <a:pt x="8229629" y="467289"/>
                  </a:lnTo>
                  <a:lnTo>
                    <a:pt x="8177708" y="473611"/>
                  </a:lnTo>
                  <a:lnTo>
                    <a:pt x="8123332" y="479383"/>
                  </a:lnTo>
                  <a:lnTo>
                    <a:pt x="8065815" y="484625"/>
                  </a:lnTo>
                  <a:lnTo>
                    <a:pt x="8004404" y="489376"/>
                  </a:lnTo>
                  <a:lnTo>
                    <a:pt x="7938320" y="493681"/>
                  </a:lnTo>
                  <a:lnTo>
                    <a:pt x="7866797" y="497585"/>
                  </a:lnTo>
                  <a:lnTo>
                    <a:pt x="7789140" y="501133"/>
                  </a:lnTo>
                  <a:lnTo>
                    <a:pt x="7704787" y="504362"/>
                  </a:lnTo>
                  <a:lnTo>
                    <a:pt x="7613409" y="507306"/>
                  </a:lnTo>
                  <a:lnTo>
                    <a:pt x="7515022" y="509987"/>
                  </a:lnTo>
                  <a:lnTo>
                    <a:pt x="7410131" y="512424"/>
                  </a:lnTo>
                  <a:lnTo>
                    <a:pt x="7299874" y="514624"/>
                  </a:lnTo>
                  <a:lnTo>
                    <a:pt x="7186151" y="516591"/>
                  </a:lnTo>
                  <a:lnTo>
                    <a:pt x="7071674" y="518322"/>
                  </a:lnTo>
                  <a:lnTo>
                    <a:pt x="6959904" y="519812"/>
                  </a:lnTo>
                  <a:lnTo>
                    <a:pt x="6854806" y="521057"/>
                  </a:lnTo>
                  <a:lnTo>
                    <a:pt x="6760421" y="522058"/>
                  </a:lnTo>
                  <a:lnTo>
                    <a:pt x="6680300" y="522822"/>
                  </a:lnTo>
                  <a:lnTo>
                    <a:pt x="6616918" y="523370"/>
                  </a:lnTo>
                  <a:lnTo>
                    <a:pt x="6571199" y="523729"/>
                  </a:lnTo>
                  <a:lnTo>
                    <a:pt x="6542279" y="523936"/>
                  </a:lnTo>
                  <a:lnTo>
                    <a:pt x="6527525" y="524032"/>
                  </a:lnTo>
                  <a:lnTo>
                    <a:pt x="6522738" y="524061"/>
                  </a:lnTo>
                  <a:lnTo>
                    <a:pt x="6522385" y="524063"/>
                  </a:lnTo>
                  <a:lnTo>
                    <a:pt x="5527445" y="524063"/>
                  </a:lnTo>
                  <a:lnTo>
                    <a:pt x="5526311" y="524053"/>
                  </a:lnTo>
                  <a:lnTo>
                    <a:pt x="5518826" y="523982"/>
                  </a:lnTo>
                  <a:lnTo>
                    <a:pt x="5499856" y="523785"/>
                  </a:lnTo>
                  <a:lnTo>
                    <a:pt x="5465690" y="523398"/>
                  </a:lnTo>
                  <a:lnTo>
                    <a:pt x="5414257" y="522757"/>
                  </a:lnTo>
                  <a:lnTo>
                    <a:pt x="5345286" y="521811"/>
                  </a:lnTo>
                  <a:lnTo>
                    <a:pt x="5260238" y="520520"/>
                  </a:lnTo>
                  <a:lnTo>
                    <a:pt x="5161996" y="518861"/>
                  </a:lnTo>
                  <a:lnTo>
                    <a:pt x="5054332" y="516824"/>
                  </a:lnTo>
                  <a:lnTo>
                    <a:pt x="4941314" y="514412"/>
                  </a:lnTo>
                  <a:lnTo>
                    <a:pt x="4826778" y="511632"/>
                  </a:lnTo>
                  <a:lnTo>
                    <a:pt x="4713957" y="508491"/>
                  </a:lnTo>
                  <a:lnTo>
                    <a:pt x="4605300" y="504991"/>
                  </a:lnTo>
                  <a:lnTo>
                    <a:pt x="4502448" y="501125"/>
                  </a:lnTo>
                  <a:lnTo>
                    <a:pt x="4406320" y="496875"/>
                  </a:lnTo>
                  <a:lnTo>
                    <a:pt x="4317246" y="492212"/>
                  </a:lnTo>
                  <a:lnTo>
                    <a:pt x="4235119" y="487094"/>
                  </a:lnTo>
                  <a:lnTo>
                    <a:pt x="4159522" y="481469"/>
                  </a:lnTo>
                  <a:lnTo>
                    <a:pt x="4089844" y="475276"/>
                  </a:lnTo>
                  <a:lnTo>
                    <a:pt x="4025361" y="468445"/>
                  </a:lnTo>
                  <a:lnTo>
                    <a:pt x="3965299" y="460905"/>
                  </a:lnTo>
                  <a:lnTo>
                    <a:pt x="3908883" y="452588"/>
                  </a:lnTo>
                  <a:lnTo>
                    <a:pt x="3855378" y="443444"/>
                  </a:lnTo>
                  <a:lnTo>
                    <a:pt x="3820202" y="436719"/>
                  </a:lnTo>
                  <a:lnTo>
                    <a:pt x="3759942" y="423850"/>
                  </a:lnTo>
                  <a:lnTo>
                    <a:pt x="3701536" y="409717"/>
                  </a:lnTo>
                  <a:lnTo>
                    <a:pt x="3644307" y="394300"/>
                  </a:lnTo>
                  <a:lnTo>
                    <a:pt x="3587756" y="377618"/>
                  </a:lnTo>
                  <a:lnTo>
                    <a:pt x="3531526" y="359736"/>
                  </a:lnTo>
                  <a:lnTo>
                    <a:pt x="3475380" y="340766"/>
                  </a:lnTo>
                  <a:lnTo>
                    <a:pt x="3419180" y="320867"/>
                  </a:lnTo>
                  <a:lnTo>
                    <a:pt x="3362872" y="300242"/>
                  </a:lnTo>
                  <a:lnTo>
                    <a:pt x="3306461" y="279130"/>
                  </a:lnTo>
                  <a:lnTo>
                    <a:pt x="3249997" y="257797"/>
                  </a:lnTo>
                  <a:lnTo>
                    <a:pt x="3193546" y="236519"/>
                  </a:lnTo>
                  <a:lnTo>
                    <a:pt x="3137172" y="215570"/>
                  </a:lnTo>
                  <a:lnTo>
                    <a:pt x="3080909" y="195206"/>
                  </a:lnTo>
                  <a:lnTo>
                    <a:pt x="3024741" y="175653"/>
                  </a:lnTo>
                  <a:lnTo>
                    <a:pt x="2968583" y="157098"/>
                  </a:lnTo>
                  <a:lnTo>
                    <a:pt x="2912261" y="139682"/>
                  </a:lnTo>
                  <a:lnTo>
                    <a:pt x="2855491" y="123496"/>
                  </a:lnTo>
                  <a:lnTo>
                    <a:pt x="2797864" y="108588"/>
                  </a:lnTo>
                  <a:lnTo>
                    <a:pt x="2738815" y="94961"/>
                  </a:lnTo>
                  <a:lnTo>
                    <a:pt x="2702183" y="87343"/>
                  </a:lnTo>
                  <a:lnTo>
                    <a:pt x="2650282" y="77622"/>
                  </a:lnTo>
                  <a:lnTo>
                    <a:pt x="2595928" y="68745"/>
                  </a:lnTo>
                  <a:lnTo>
                    <a:pt x="2538437" y="60681"/>
                  </a:lnTo>
                  <a:lnTo>
                    <a:pt x="2477055" y="53374"/>
                  </a:lnTo>
                  <a:lnTo>
                    <a:pt x="2411004" y="46753"/>
                  </a:lnTo>
                  <a:lnTo>
                    <a:pt x="2339520" y="40748"/>
                  </a:lnTo>
                  <a:lnTo>
                    <a:pt x="2261907" y="35290"/>
                  </a:lnTo>
                  <a:lnTo>
                    <a:pt x="2177606" y="30322"/>
                  </a:lnTo>
                  <a:lnTo>
                    <a:pt x="2086285" y="25794"/>
                  </a:lnTo>
                  <a:lnTo>
                    <a:pt x="1987960" y="21669"/>
                  </a:lnTo>
                  <a:lnTo>
                    <a:pt x="1883132" y="17920"/>
                  </a:lnTo>
                  <a:lnTo>
                    <a:pt x="1772937" y="14535"/>
                  </a:lnTo>
                  <a:lnTo>
                    <a:pt x="1659267" y="11508"/>
                  </a:lnTo>
                  <a:lnTo>
                    <a:pt x="1544829" y="8844"/>
                  </a:lnTo>
                  <a:lnTo>
                    <a:pt x="1433076" y="6551"/>
                  </a:lnTo>
                  <a:lnTo>
                    <a:pt x="1327966" y="4634"/>
                  </a:lnTo>
                  <a:lnTo>
                    <a:pt x="1233538" y="3093"/>
                  </a:lnTo>
                  <a:lnTo>
                    <a:pt x="1153344" y="1915"/>
                  </a:lnTo>
                  <a:lnTo>
                    <a:pt x="1089864" y="1071"/>
                  </a:lnTo>
                  <a:lnTo>
                    <a:pt x="1044033" y="517"/>
                  </a:lnTo>
                  <a:lnTo>
                    <a:pt x="1015002" y="197"/>
                  </a:lnTo>
                  <a:lnTo>
                    <a:pt x="1000154" y="48"/>
                  </a:lnTo>
                  <a:lnTo>
                    <a:pt x="995306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77" name="pl576"/>
            <p:cNvSpPr/>
            <p:nvPr/>
          </p:nvSpPr>
          <p:spPr>
            <a:xfrm>
              <a:off x="1199187" y="1771169"/>
              <a:ext cx="12049831" cy="524063"/>
            </a:xfrm>
            <a:custGeom>
              <a:avLst/>
              <a:pathLst>
                <a:path w="12049831" h="524063">
                  <a:moveTo>
                    <a:pt x="0" y="0"/>
                  </a:moveTo>
                  <a:lnTo>
                    <a:pt x="994940" y="0"/>
                  </a:lnTo>
                  <a:lnTo>
                    <a:pt x="996074" y="9"/>
                  </a:lnTo>
                  <a:lnTo>
                    <a:pt x="1003559" y="81"/>
                  </a:lnTo>
                  <a:lnTo>
                    <a:pt x="1022529" y="277"/>
                  </a:lnTo>
                  <a:lnTo>
                    <a:pt x="1056695" y="665"/>
                  </a:lnTo>
                  <a:lnTo>
                    <a:pt x="1108128" y="1305"/>
                  </a:lnTo>
                  <a:lnTo>
                    <a:pt x="1177099" y="2251"/>
                  </a:lnTo>
                  <a:lnTo>
                    <a:pt x="1262147" y="3542"/>
                  </a:lnTo>
                  <a:lnTo>
                    <a:pt x="1360389" y="5202"/>
                  </a:lnTo>
                  <a:lnTo>
                    <a:pt x="1468053" y="7239"/>
                  </a:lnTo>
                  <a:lnTo>
                    <a:pt x="1581071" y="9651"/>
                  </a:lnTo>
                  <a:lnTo>
                    <a:pt x="1695607" y="12431"/>
                  </a:lnTo>
                  <a:lnTo>
                    <a:pt x="1808428" y="15571"/>
                  </a:lnTo>
                  <a:lnTo>
                    <a:pt x="1917085" y="19071"/>
                  </a:lnTo>
                  <a:lnTo>
                    <a:pt x="2019937" y="22938"/>
                  </a:lnTo>
                  <a:lnTo>
                    <a:pt x="2116065" y="27188"/>
                  </a:lnTo>
                  <a:lnTo>
                    <a:pt x="2205139" y="31851"/>
                  </a:lnTo>
                  <a:lnTo>
                    <a:pt x="2287266" y="36969"/>
                  </a:lnTo>
                  <a:lnTo>
                    <a:pt x="2362863" y="42593"/>
                  </a:lnTo>
                  <a:lnTo>
                    <a:pt x="2432541" y="48787"/>
                  </a:lnTo>
                  <a:lnTo>
                    <a:pt x="2497024" y="55618"/>
                  </a:lnTo>
                  <a:lnTo>
                    <a:pt x="2557086" y="63158"/>
                  </a:lnTo>
                  <a:lnTo>
                    <a:pt x="2613502" y="71474"/>
                  </a:lnTo>
                  <a:lnTo>
                    <a:pt x="2667007" y="80619"/>
                  </a:lnTo>
                  <a:lnTo>
                    <a:pt x="2702183" y="87343"/>
                  </a:lnTo>
                  <a:lnTo>
                    <a:pt x="2762443" y="100213"/>
                  </a:lnTo>
                  <a:lnTo>
                    <a:pt x="2820849" y="114346"/>
                  </a:lnTo>
                  <a:lnTo>
                    <a:pt x="2878078" y="129763"/>
                  </a:lnTo>
                  <a:lnTo>
                    <a:pt x="2934629" y="146444"/>
                  </a:lnTo>
                  <a:lnTo>
                    <a:pt x="2990859" y="164326"/>
                  </a:lnTo>
                  <a:lnTo>
                    <a:pt x="3047005" y="183296"/>
                  </a:lnTo>
                  <a:lnTo>
                    <a:pt x="3103205" y="203195"/>
                  </a:lnTo>
                  <a:lnTo>
                    <a:pt x="3159513" y="223820"/>
                  </a:lnTo>
                  <a:lnTo>
                    <a:pt x="3215924" y="244932"/>
                  </a:lnTo>
                  <a:lnTo>
                    <a:pt x="3272388" y="266265"/>
                  </a:lnTo>
                  <a:lnTo>
                    <a:pt x="3328839" y="287543"/>
                  </a:lnTo>
                  <a:lnTo>
                    <a:pt x="3385213" y="308492"/>
                  </a:lnTo>
                  <a:lnTo>
                    <a:pt x="3441476" y="328856"/>
                  </a:lnTo>
                  <a:lnTo>
                    <a:pt x="3497644" y="348409"/>
                  </a:lnTo>
                  <a:lnTo>
                    <a:pt x="3553802" y="366964"/>
                  </a:lnTo>
                  <a:lnTo>
                    <a:pt x="3610124" y="384381"/>
                  </a:lnTo>
                  <a:lnTo>
                    <a:pt x="3666894" y="400566"/>
                  </a:lnTo>
                  <a:lnTo>
                    <a:pt x="3724521" y="415474"/>
                  </a:lnTo>
                  <a:lnTo>
                    <a:pt x="3783570" y="429102"/>
                  </a:lnTo>
                  <a:lnTo>
                    <a:pt x="3820202" y="436719"/>
                  </a:lnTo>
                  <a:lnTo>
                    <a:pt x="3872103" y="446440"/>
                  </a:lnTo>
                  <a:lnTo>
                    <a:pt x="3926457" y="455318"/>
                  </a:lnTo>
                  <a:lnTo>
                    <a:pt x="3983948" y="463381"/>
                  </a:lnTo>
                  <a:lnTo>
                    <a:pt x="4045330" y="470688"/>
                  </a:lnTo>
                  <a:lnTo>
                    <a:pt x="4111381" y="477309"/>
                  </a:lnTo>
                  <a:lnTo>
                    <a:pt x="4182865" y="483315"/>
                  </a:lnTo>
                  <a:lnTo>
                    <a:pt x="4260478" y="488772"/>
                  </a:lnTo>
                  <a:lnTo>
                    <a:pt x="4344779" y="493740"/>
                  </a:lnTo>
                  <a:lnTo>
                    <a:pt x="4436100" y="498268"/>
                  </a:lnTo>
                  <a:lnTo>
                    <a:pt x="4534425" y="502394"/>
                  </a:lnTo>
                  <a:lnTo>
                    <a:pt x="4639253" y="506142"/>
                  </a:lnTo>
                  <a:lnTo>
                    <a:pt x="4749448" y="509528"/>
                  </a:lnTo>
                  <a:lnTo>
                    <a:pt x="4863118" y="512554"/>
                  </a:lnTo>
                  <a:lnTo>
                    <a:pt x="4977556" y="515218"/>
                  </a:lnTo>
                  <a:lnTo>
                    <a:pt x="5089309" y="517512"/>
                  </a:lnTo>
                  <a:lnTo>
                    <a:pt x="5194419" y="519429"/>
                  </a:lnTo>
                  <a:lnTo>
                    <a:pt x="5288847" y="520970"/>
                  </a:lnTo>
                  <a:lnTo>
                    <a:pt x="5369041" y="522148"/>
                  </a:lnTo>
                  <a:lnTo>
                    <a:pt x="5432521" y="522992"/>
                  </a:lnTo>
                  <a:lnTo>
                    <a:pt x="5478352" y="523545"/>
                  </a:lnTo>
                  <a:lnTo>
                    <a:pt x="5507383" y="523865"/>
                  </a:lnTo>
                  <a:lnTo>
                    <a:pt x="5522231" y="524015"/>
                  </a:lnTo>
                  <a:lnTo>
                    <a:pt x="5527079" y="524060"/>
                  </a:lnTo>
                  <a:lnTo>
                    <a:pt x="5527445" y="524063"/>
                  </a:lnTo>
                  <a:lnTo>
                    <a:pt x="6522385" y="524063"/>
                  </a:lnTo>
                  <a:lnTo>
                    <a:pt x="6523521" y="524056"/>
                  </a:lnTo>
                  <a:lnTo>
                    <a:pt x="6531015" y="524010"/>
                  </a:lnTo>
                  <a:lnTo>
                    <a:pt x="6550005" y="523882"/>
                  </a:lnTo>
                  <a:lnTo>
                    <a:pt x="6584205" y="523630"/>
                  </a:lnTo>
                  <a:lnTo>
                    <a:pt x="6635687" y="523213"/>
                  </a:lnTo>
                  <a:lnTo>
                    <a:pt x="6704720" y="522598"/>
                  </a:lnTo>
                  <a:lnTo>
                    <a:pt x="6789836" y="521758"/>
                  </a:lnTo>
                  <a:lnTo>
                    <a:pt x="6888148" y="520678"/>
                  </a:lnTo>
                  <a:lnTo>
                    <a:pt x="6995876" y="519353"/>
                  </a:lnTo>
                  <a:lnTo>
                    <a:pt x="7108948" y="517783"/>
                  </a:lnTo>
                  <a:lnTo>
                    <a:pt x="7223526" y="515975"/>
                  </a:lnTo>
                  <a:lnTo>
                    <a:pt x="7336376" y="513931"/>
                  </a:lnTo>
                  <a:lnTo>
                    <a:pt x="7445050" y="511654"/>
                  </a:lnTo>
                  <a:lnTo>
                    <a:pt x="7547909" y="509139"/>
                  </a:lnTo>
                  <a:lnTo>
                    <a:pt x="7644035" y="506374"/>
                  </a:lnTo>
                  <a:lnTo>
                    <a:pt x="7733101" y="503340"/>
                  </a:lnTo>
                  <a:lnTo>
                    <a:pt x="7815217" y="500011"/>
                  </a:lnTo>
                  <a:lnTo>
                    <a:pt x="7890801" y="496351"/>
                  </a:lnTo>
                  <a:lnTo>
                    <a:pt x="7960466" y="492321"/>
                  </a:lnTo>
                  <a:lnTo>
                    <a:pt x="8024938" y="487876"/>
                  </a:lnTo>
                  <a:lnTo>
                    <a:pt x="8084992" y="482969"/>
                  </a:lnTo>
                  <a:lnTo>
                    <a:pt x="8141403" y="477557"/>
                  </a:lnTo>
                  <a:lnTo>
                    <a:pt x="8194906" y="471607"/>
                  </a:lnTo>
                  <a:lnTo>
                    <a:pt x="8229629" y="467289"/>
                  </a:lnTo>
                  <a:lnTo>
                    <a:pt x="8290674" y="458808"/>
                  </a:lnTo>
                  <a:lnTo>
                    <a:pt x="8349827" y="449483"/>
                  </a:lnTo>
                  <a:lnTo>
                    <a:pt x="8407786" y="439300"/>
                  </a:lnTo>
                  <a:lnTo>
                    <a:pt x="8465066" y="428276"/>
                  </a:lnTo>
                  <a:lnTo>
                    <a:pt x="8522031" y="416453"/>
                  </a:lnTo>
                  <a:lnTo>
                    <a:pt x="8578923" y="403910"/>
                  </a:lnTo>
                  <a:lnTo>
                    <a:pt x="8635877" y="390758"/>
                  </a:lnTo>
                  <a:lnTo>
                    <a:pt x="8692945" y="377134"/>
                  </a:lnTo>
                  <a:lnTo>
                    <a:pt x="8750113" y="363204"/>
                  </a:lnTo>
                  <a:lnTo>
                    <a:pt x="8807329" y="349148"/>
                  </a:lnTo>
                  <a:lnTo>
                    <a:pt x="8864521" y="335154"/>
                  </a:lnTo>
                  <a:lnTo>
                    <a:pt x="8921628" y="321405"/>
                  </a:lnTo>
                  <a:lnTo>
                    <a:pt x="8978619" y="308071"/>
                  </a:lnTo>
                  <a:lnTo>
                    <a:pt x="9035522" y="295303"/>
                  </a:lnTo>
                  <a:lnTo>
                    <a:pt x="9092441" y="283221"/>
                  </a:lnTo>
                  <a:lnTo>
                    <a:pt x="9149577" y="271912"/>
                  </a:lnTo>
                  <a:lnTo>
                    <a:pt x="9207250" y="261435"/>
                  </a:lnTo>
                  <a:lnTo>
                    <a:pt x="9265920" y="251813"/>
                  </a:lnTo>
                  <a:lnTo>
                    <a:pt x="9326217" y="243042"/>
                  </a:lnTo>
                  <a:lnTo>
                    <a:pt x="9347647" y="240195"/>
                  </a:lnTo>
                  <a:lnTo>
                    <a:pt x="9399568" y="233874"/>
                  </a:lnTo>
                  <a:lnTo>
                    <a:pt x="9453944" y="228102"/>
                  </a:lnTo>
                  <a:lnTo>
                    <a:pt x="9511461" y="222859"/>
                  </a:lnTo>
                  <a:lnTo>
                    <a:pt x="9572872" y="218108"/>
                  </a:lnTo>
                  <a:lnTo>
                    <a:pt x="9638957" y="213804"/>
                  </a:lnTo>
                  <a:lnTo>
                    <a:pt x="9710479" y="209900"/>
                  </a:lnTo>
                  <a:lnTo>
                    <a:pt x="9788137" y="206352"/>
                  </a:lnTo>
                  <a:lnTo>
                    <a:pt x="9872489" y="203122"/>
                  </a:lnTo>
                  <a:lnTo>
                    <a:pt x="9963867" y="200179"/>
                  </a:lnTo>
                  <a:lnTo>
                    <a:pt x="10062254" y="197497"/>
                  </a:lnTo>
                  <a:lnTo>
                    <a:pt x="10167146" y="195061"/>
                  </a:lnTo>
                  <a:lnTo>
                    <a:pt x="10277402" y="192860"/>
                  </a:lnTo>
                  <a:lnTo>
                    <a:pt x="10391126" y="190893"/>
                  </a:lnTo>
                  <a:lnTo>
                    <a:pt x="10505602" y="189162"/>
                  </a:lnTo>
                  <a:lnTo>
                    <a:pt x="10617372" y="187672"/>
                  </a:lnTo>
                  <a:lnTo>
                    <a:pt x="10722470" y="186427"/>
                  </a:lnTo>
                  <a:lnTo>
                    <a:pt x="10816856" y="185427"/>
                  </a:lnTo>
                  <a:lnTo>
                    <a:pt x="10896977" y="184662"/>
                  </a:lnTo>
                  <a:lnTo>
                    <a:pt x="10960358" y="184115"/>
                  </a:lnTo>
                  <a:lnTo>
                    <a:pt x="11006077" y="183756"/>
                  </a:lnTo>
                  <a:lnTo>
                    <a:pt x="11034998" y="183549"/>
                  </a:lnTo>
                  <a:lnTo>
                    <a:pt x="11049751" y="183452"/>
                  </a:lnTo>
                  <a:lnTo>
                    <a:pt x="11054538" y="183424"/>
                  </a:lnTo>
                  <a:lnTo>
                    <a:pt x="11054891" y="183422"/>
                  </a:lnTo>
                  <a:lnTo>
                    <a:pt x="12049831" y="183422"/>
                  </a:lnTo>
                  <a:lnTo>
                    <a:pt x="12049831" y="1834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8" name="pl577"/>
            <p:cNvSpPr/>
            <p:nvPr/>
          </p:nvSpPr>
          <p:spPr>
            <a:xfrm>
              <a:off x="1199187" y="1760688"/>
              <a:ext cx="12049831" cy="524063"/>
            </a:xfrm>
            <a:custGeom>
              <a:avLst/>
              <a:pathLst>
                <a:path w="12049831" h="524063">
                  <a:moveTo>
                    <a:pt x="12049831" y="183422"/>
                  </a:moveTo>
                  <a:lnTo>
                    <a:pt x="11054891" y="183422"/>
                  </a:lnTo>
                  <a:lnTo>
                    <a:pt x="11053756" y="183428"/>
                  </a:lnTo>
                  <a:lnTo>
                    <a:pt x="11046262" y="183475"/>
                  </a:lnTo>
                  <a:lnTo>
                    <a:pt x="11027272" y="183602"/>
                  </a:lnTo>
                  <a:lnTo>
                    <a:pt x="10993071" y="183855"/>
                  </a:lnTo>
                  <a:lnTo>
                    <a:pt x="10941589" y="184271"/>
                  </a:lnTo>
                  <a:lnTo>
                    <a:pt x="10872556" y="184887"/>
                  </a:lnTo>
                  <a:lnTo>
                    <a:pt x="10787440" y="185727"/>
                  </a:lnTo>
                  <a:lnTo>
                    <a:pt x="10689129" y="186807"/>
                  </a:lnTo>
                  <a:lnTo>
                    <a:pt x="10581400" y="188132"/>
                  </a:lnTo>
                  <a:lnTo>
                    <a:pt x="10468328" y="189701"/>
                  </a:lnTo>
                  <a:lnTo>
                    <a:pt x="10353750" y="191510"/>
                  </a:lnTo>
                  <a:lnTo>
                    <a:pt x="10240900" y="193553"/>
                  </a:lnTo>
                  <a:lnTo>
                    <a:pt x="10132226" y="195830"/>
                  </a:lnTo>
                  <a:lnTo>
                    <a:pt x="10029368" y="198345"/>
                  </a:lnTo>
                  <a:lnTo>
                    <a:pt x="9933242" y="201110"/>
                  </a:lnTo>
                  <a:lnTo>
                    <a:pt x="9844176" y="204144"/>
                  </a:lnTo>
                  <a:lnTo>
                    <a:pt x="9762060" y="207474"/>
                  </a:lnTo>
                  <a:lnTo>
                    <a:pt x="9686476" y="211134"/>
                  </a:lnTo>
                  <a:lnTo>
                    <a:pt x="9616810" y="215164"/>
                  </a:lnTo>
                  <a:lnTo>
                    <a:pt x="9552338" y="219609"/>
                  </a:lnTo>
                  <a:lnTo>
                    <a:pt x="9492285" y="224515"/>
                  </a:lnTo>
                  <a:lnTo>
                    <a:pt x="9435874" y="229928"/>
                  </a:lnTo>
                  <a:lnTo>
                    <a:pt x="9382371" y="235878"/>
                  </a:lnTo>
                  <a:lnTo>
                    <a:pt x="9347647" y="240195"/>
                  </a:lnTo>
                  <a:lnTo>
                    <a:pt x="9286602" y="248677"/>
                  </a:lnTo>
                  <a:lnTo>
                    <a:pt x="9227449" y="258002"/>
                  </a:lnTo>
                  <a:lnTo>
                    <a:pt x="9169491" y="268184"/>
                  </a:lnTo>
                  <a:lnTo>
                    <a:pt x="9112211" y="279209"/>
                  </a:lnTo>
                  <a:lnTo>
                    <a:pt x="9055245" y="291031"/>
                  </a:lnTo>
                  <a:lnTo>
                    <a:pt x="8998353" y="303574"/>
                  </a:lnTo>
                  <a:lnTo>
                    <a:pt x="8941399" y="316727"/>
                  </a:lnTo>
                  <a:lnTo>
                    <a:pt x="8884332" y="330350"/>
                  </a:lnTo>
                  <a:lnTo>
                    <a:pt x="8827163" y="344280"/>
                  </a:lnTo>
                  <a:lnTo>
                    <a:pt x="8769947" y="358336"/>
                  </a:lnTo>
                  <a:lnTo>
                    <a:pt x="8712755" y="372331"/>
                  </a:lnTo>
                  <a:lnTo>
                    <a:pt x="8655648" y="386080"/>
                  </a:lnTo>
                  <a:lnTo>
                    <a:pt x="8598657" y="399413"/>
                  </a:lnTo>
                  <a:lnTo>
                    <a:pt x="8541754" y="412181"/>
                  </a:lnTo>
                  <a:lnTo>
                    <a:pt x="8484836" y="424264"/>
                  </a:lnTo>
                  <a:lnTo>
                    <a:pt x="8427699" y="435572"/>
                  </a:lnTo>
                  <a:lnTo>
                    <a:pt x="8370026" y="446050"/>
                  </a:lnTo>
                  <a:lnTo>
                    <a:pt x="8311356" y="455672"/>
                  </a:lnTo>
                  <a:lnTo>
                    <a:pt x="8251059" y="464443"/>
                  </a:lnTo>
                  <a:lnTo>
                    <a:pt x="8229629" y="467289"/>
                  </a:lnTo>
                  <a:lnTo>
                    <a:pt x="8177708" y="473611"/>
                  </a:lnTo>
                  <a:lnTo>
                    <a:pt x="8123332" y="479383"/>
                  </a:lnTo>
                  <a:lnTo>
                    <a:pt x="8065815" y="484625"/>
                  </a:lnTo>
                  <a:lnTo>
                    <a:pt x="8004404" y="489376"/>
                  </a:lnTo>
                  <a:lnTo>
                    <a:pt x="7938320" y="493681"/>
                  </a:lnTo>
                  <a:lnTo>
                    <a:pt x="7866797" y="497585"/>
                  </a:lnTo>
                  <a:lnTo>
                    <a:pt x="7789140" y="501133"/>
                  </a:lnTo>
                  <a:lnTo>
                    <a:pt x="7704787" y="504362"/>
                  </a:lnTo>
                  <a:lnTo>
                    <a:pt x="7613409" y="507306"/>
                  </a:lnTo>
                  <a:lnTo>
                    <a:pt x="7515022" y="509987"/>
                  </a:lnTo>
                  <a:lnTo>
                    <a:pt x="7410131" y="512424"/>
                  </a:lnTo>
                  <a:lnTo>
                    <a:pt x="7299874" y="514624"/>
                  </a:lnTo>
                  <a:lnTo>
                    <a:pt x="7186151" y="516591"/>
                  </a:lnTo>
                  <a:lnTo>
                    <a:pt x="7071674" y="518322"/>
                  </a:lnTo>
                  <a:lnTo>
                    <a:pt x="6959904" y="519812"/>
                  </a:lnTo>
                  <a:lnTo>
                    <a:pt x="6854806" y="521057"/>
                  </a:lnTo>
                  <a:lnTo>
                    <a:pt x="6760421" y="522058"/>
                  </a:lnTo>
                  <a:lnTo>
                    <a:pt x="6680300" y="522822"/>
                  </a:lnTo>
                  <a:lnTo>
                    <a:pt x="6616918" y="523370"/>
                  </a:lnTo>
                  <a:lnTo>
                    <a:pt x="6571199" y="523729"/>
                  </a:lnTo>
                  <a:lnTo>
                    <a:pt x="6542279" y="523936"/>
                  </a:lnTo>
                  <a:lnTo>
                    <a:pt x="6527525" y="524032"/>
                  </a:lnTo>
                  <a:lnTo>
                    <a:pt x="6522738" y="524061"/>
                  </a:lnTo>
                  <a:lnTo>
                    <a:pt x="6522385" y="524063"/>
                  </a:lnTo>
                  <a:lnTo>
                    <a:pt x="5527445" y="524063"/>
                  </a:lnTo>
                  <a:lnTo>
                    <a:pt x="5526311" y="524053"/>
                  </a:lnTo>
                  <a:lnTo>
                    <a:pt x="5518826" y="523982"/>
                  </a:lnTo>
                  <a:lnTo>
                    <a:pt x="5499856" y="523785"/>
                  </a:lnTo>
                  <a:lnTo>
                    <a:pt x="5465690" y="523398"/>
                  </a:lnTo>
                  <a:lnTo>
                    <a:pt x="5414257" y="522757"/>
                  </a:lnTo>
                  <a:lnTo>
                    <a:pt x="5345286" y="521811"/>
                  </a:lnTo>
                  <a:lnTo>
                    <a:pt x="5260238" y="520520"/>
                  </a:lnTo>
                  <a:lnTo>
                    <a:pt x="5161996" y="518861"/>
                  </a:lnTo>
                  <a:lnTo>
                    <a:pt x="5054332" y="516824"/>
                  </a:lnTo>
                  <a:lnTo>
                    <a:pt x="4941314" y="514412"/>
                  </a:lnTo>
                  <a:lnTo>
                    <a:pt x="4826778" y="511632"/>
                  </a:lnTo>
                  <a:lnTo>
                    <a:pt x="4713957" y="508491"/>
                  </a:lnTo>
                  <a:lnTo>
                    <a:pt x="4605300" y="504991"/>
                  </a:lnTo>
                  <a:lnTo>
                    <a:pt x="4502448" y="501125"/>
                  </a:lnTo>
                  <a:lnTo>
                    <a:pt x="4406320" y="496875"/>
                  </a:lnTo>
                  <a:lnTo>
                    <a:pt x="4317246" y="492212"/>
                  </a:lnTo>
                  <a:lnTo>
                    <a:pt x="4235119" y="487094"/>
                  </a:lnTo>
                  <a:lnTo>
                    <a:pt x="4159522" y="481469"/>
                  </a:lnTo>
                  <a:lnTo>
                    <a:pt x="4089844" y="475276"/>
                  </a:lnTo>
                  <a:lnTo>
                    <a:pt x="4025361" y="468445"/>
                  </a:lnTo>
                  <a:lnTo>
                    <a:pt x="3965299" y="460905"/>
                  </a:lnTo>
                  <a:lnTo>
                    <a:pt x="3908883" y="452588"/>
                  </a:lnTo>
                  <a:lnTo>
                    <a:pt x="3855378" y="443444"/>
                  </a:lnTo>
                  <a:lnTo>
                    <a:pt x="3820202" y="436719"/>
                  </a:lnTo>
                  <a:lnTo>
                    <a:pt x="3759942" y="423850"/>
                  </a:lnTo>
                  <a:lnTo>
                    <a:pt x="3701536" y="409717"/>
                  </a:lnTo>
                  <a:lnTo>
                    <a:pt x="3644307" y="394300"/>
                  </a:lnTo>
                  <a:lnTo>
                    <a:pt x="3587756" y="377618"/>
                  </a:lnTo>
                  <a:lnTo>
                    <a:pt x="3531526" y="359736"/>
                  </a:lnTo>
                  <a:lnTo>
                    <a:pt x="3475380" y="340766"/>
                  </a:lnTo>
                  <a:lnTo>
                    <a:pt x="3419180" y="320867"/>
                  </a:lnTo>
                  <a:lnTo>
                    <a:pt x="3362872" y="300242"/>
                  </a:lnTo>
                  <a:lnTo>
                    <a:pt x="3306461" y="279130"/>
                  </a:lnTo>
                  <a:lnTo>
                    <a:pt x="3249997" y="257797"/>
                  </a:lnTo>
                  <a:lnTo>
                    <a:pt x="3193546" y="236519"/>
                  </a:lnTo>
                  <a:lnTo>
                    <a:pt x="3137172" y="215570"/>
                  </a:lnTo>
                  <a:lnTo>
                    <a:pt x="3080909" y="195206"/>
                  </a:lnTo>
                  <a:lnTo>
                    <a:pt x="3024741" y="175653"/>
                  </a:lnTo>
                  <a:lnTo>
                    <a:pt x="2968583" y="157098"/>
                  </a:lnTo>
                  <a:lnTo>
                    <a:pt x="2912261" y="139682"/>
                  </a:lnTo>
                  <a:lnTo>
                    <a:pt x="2855491" y="123496"/>
                  </a:lnTo>
                  <a:lnTo>
                    <a:pt x="2797864" y="108588"/>
                  </a:lnTo>
                  <a:lnTo>
                    <a:pt x="2738815" y="94961"/>
                  </a:lnTo>
                  <a:lnTo>
                    <a:pt x="2702183" y="87343"/>
                  </a:lnTo>
                  <a:lnTo>
                    <a:pt x="2650282" y="77622"/>
                  </a:lnTo>
                  <a:lnTo>
                    <a:pt x="2595928" y="68745"/>
                  </a:lnTo>
                  <a:lnTo>
                    <a:pt x="2538437" y="60681"/>
                  </a:lnTo>
                  <a:lnTo>
                    <a:pt x="2477055" y="53374"/>
                  </a:lnTo>
                  <a:lnTo>
                    <a:pt x="2411004" y="46753"/>
                  </a:lnTo>
                  <a:lnTo>
                    <a:pt x="2339520" y="40748"/>
                  </a:lnTo>
                  <a:lnTo>
                    <a:pt x="2261907" y="35290"/>
                  </a:lnTo>
                  <a:lnTo>
                    <a:pt x="2177606" y="30322"/>
                  </a:lnTo>
                  <a:lnTo>
                    <a:pt x="2086285" y="25794"/>
                  </a:lnTo>
                  <a:lnTo>
                    <a:pt x="1987960" y="21669"/>
                  </a:lnTo>
                  <a:lnTo>
                    <a:pt x="1883132" y="17920"/>
                  </a:lnTo>
                  <a:lnTo>
                    <a:pt x="1772937" y="14535"/>
                  </a:lnTo>
                  <a:lnTo>
                    <a:pt x="1659267" y="11508"/>
                  </a:lnTo>
                  <a:lnTo>
                    <a:pt x="1544829" y="8844"/>
                  </a:lnTo>
                  <a:lnTo>
                    <a:pt x="1433076" y="6551"/>
                  </a:lnTo>
                  <a:lnTo>
                    <a:pt x="1327966" y="4634"/>
                  </a:lnTo>
                  <a:lnTo>
                    <a:pt x="1233538" y="3093"/>
                  </a:lnTo>
                  <a:lnTo>
                    <a:pt x="1153344" y="1915"/>
                  </a:lnTo>
                  <a:lnTo>
                    <a:pt x="1089864" y="1071"/>
                  </a:lnTo>
                  <a:lnTo>
                    <a:pt x="1044033" y="517"/>
                  </a:lnTo>
                  <a:lnTo>
                    <a:pt x="1015002" y="197"/>
                  </a:lnTo>
                  <a:lnTo>
                    <a:pt x="1000154" y="48"/>
                  </a:lnTo>
                  <a:lnTo>
                    <a:pt x="995306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9" name="pg578"/>
            <p:cNvSpPr/>
            <p:nvPr/>
          </p:nvSpPr>
          <p:spPr>
            <a:xfrm>
              <a:off x="1199187" y="1771169"/>
              <a:ext cx="12049831" cy="529304"/>
            </a:xfrm>
            <a:custGeom>
              <a:avLst/>
              <a:pathLst>
                <a:path w="12049831" h="529304">
                  <a:moveTo>
                    <a:pt x="0" y="5240"/>
                  </a:moveTo>
                  <a:lnTo>
                    <a:pt x="994940" y="5240"/>
                  </a:lnTo>
                  <a:lnTo>
                    <a:pt x="996074" y="5250"/>
                  </a:lnTo>
                  <a:lnTo>
                    <a:pt x="1003559" y="5321"/>
                  </a:lnTo>
                  <a:lnTo>
                    <a:pt x="1022529" y="5518"/>
                  </a:lnTo>
                  <a:lnTo>
                    <a:pt x="1056695" y="5905"/>
                  </a:lnTo>
                  <a:lnTo>
                    <a:pt x="1108128" y="6546"/>
                  </a:lnTo>
                  <a:lnTo>
                    <a:pt x="1177099" y="7492"/>
                  </a:lnTo>
                  <a:lnTo>
                    <a:pt x="1262147" y="8783"/>
                  </a:lnTo>
                  <a:lnTo>
                    <a:pt x="1360389" y="10442"/>
                  </a:lnTo>
                  <a:lnTo>
                    <a:pt x="1468053" y="12479"/>
                  </a:lnTo>
                  <a:lnTo>
                    <a:pt x="1581071" y="14891"/>
                  </a:lnTo>
                  <a:lnTo>
                    <a:pt x="1695607" y="17671"/>
                  </a:lnTo>
                  <a:lnTo>
                    <a:pt x="1808428" y="20812"/>
                  </a:lnTo>
                  <a:lnTo>
                    <a:pt x="1917085" y="24312"/>
                  </a:lnTo>
                  <a:lnTo>
                    <a:pt x="2019937" y="28178"/>
                  </a:lnTo>
                  <a:lnTo>
                    <a:pt x="2116065" y="32428"/>
                  </a:lnTo>
                  <a:lnTo>
                    <a:pt x="2205139" y="37091"/>
                  </a:lnTo>
                  <a:lnTo>
                    <a:pt x="2287266" y="42209"/>
                  </a:lnTo>
                  <a:lnTo>
                    <a:pt x="2362863" y="47834"/>
                  </a:lnTo>
                  <a:lnTo>
                    <a:pt x="2432541" y="54027"/>
                  </a:lnTo>
                  <a:lnTo>
                    <a:pt x="2497024" y="60858"/>
                  </a:lnTo>
                  <a:lnTo>
                    <a:pt x="2557086" y="68398"/>
                  </a:lnTo>
                  <a:lnTo>
                    <a:pt x="2613502" y="76715"/>
                  </a:lnTo>
                  <a:lnTo>
                    <a:pt x="2667007" y="85859"/>
                  </a:lnTo>
                  <a:lnTo>
                    <a:pt x="2702183" y="92584"/>
                  </a:lnTo>
                  <a:lnTo>
                    <a:pt x="2762443" y="105453"/>
                  </a:lnTo>
                  <a:lnTo>
                    <a:pt x="2820849" y="119586"/>
                  </a:lnTo>
                  <a:lnTo>
                    <a:pt x="2878078" y="135004"/>
                  </a:lnTo>
                  <a:lnTo>
                    <a:pt x="2934629" y="151685"/>
                  </a:lnTo>
                  <a:lnTo>
                    <a:pt x="2990859" y="169567"/>
                  </a:lnTo>
                  <a:lnTo>
                    <a:pt x="3047005" y="188537"/>
                  </a:lnTo>
                  <a:lnTo>
                    <a:pt x="3103205" y="208436"/>
                  </a:lnTo>
                  <a:lnTo>
                    <a:pt x="3159513" y="229061"/>
                  </a:lnTo>
                  <a:lnTo>
                    <a:pt x="3215924" y="250173"/>
                  </a:lnTo>
                  <a:lnTo>
                    <a:pt x="3272388" y="271506"/>
                  </a:lnTo>
                  <a:lnTo>
                    <a:pt x="3328839" y="292784"/>
                  </a:lnTo>
                  <a:lnTo>
                    <a:pt x="3385213" y="313733"/>
                  </a:lnTo>
                  <a:lnTo>
                    <a:pt x="3441476" y="334097"/>
                  </a:lnTo>
                  <a:lnTo>
                    <a:pt x="3497644" y="353650"/>
                  </a:lnTo>
                  <a:lnTo>
                    <a:pt x="3553802" y="372205"/>
                  </a:lnTo>
                  <a:lnTo>
                    <a:pt x="3610124" y="389621"/>
                  </a:lnTo>
                  <a:lnTo>
                    <a:pt x="3666894" y="405807"/>
                  </a:lnTo>
                  <a:lnTo>
                    <a:pt x="3724521" y="420715"/>
                  </a:lnTo>
                  <a:lnTo>
                    <a:pt x="3783570" y="434342"/>
                  </a:lnTo>
                  <a:lnTo>
                    <a:pt x="3820202" y="441960"/>
                  </a:lnTo>
                  <a:lnTo>
                    <a:pt x="3872103" y="451681"/>
                  </a:lnTo>
                  <a:lnTo>
                    <a:pt x="3926457" y="460558"/>
                  </a:lnTo>
                  <a:lnTo>
                    <a:pt x="3983948" y="468622"/>
                  </a:lnTo>
                  <a:lnTo>
                    <a:pt x="4045330" y="475929"/>
                  </a:lnTo>
                  <a:lnTo>
                    <a:pt x="4111381" y="482550"/>
                  </a:lnTo>
                  <a:lnTo>
                    <a:pt x="4182865" y="488555"/>
                  </a:lnTo>
                  <a:lnTo>
                    <a:pt x="4260478" y="494013"/>
                  </a:lnTo>
                  <a:lnTo>
                    <a:pt x="4344779" y="498981"/>
                  </a:lnTo>
                  <a:lnTo>
                    <a:pt x="4436100" y="503509"/>
                  </a:lnTo>
                  <a:lnTo>
                    <a:pt x="4534425" y="507634"/>
                  </a:lnTo>
                  <a:lnTo>
                    <a:pt x="4639253" y="511383"/>
                  </a:lnTo>
                  <a:lnTo>
                    <a:pt x="4749448" y="514768"/>
                  </a:lnTo>
                  <a:lnTo>
                    <a:pt x="4863118" y="517795"/>
                  </a:lnTo>
                  <a:lnTo>
                    <a:pt x="4977556" y="520459"/>
                  </a:lnTo>
                  <a:lnTo>
                    <a:pt x="5089309" y="522752"/>
                  </a:lnTo>
                  <a:lnTo>
                    <a:pt x="5194419" y="524669"/>
                  </a:lnTo>
                  <a:lnTo>
                    <a:pt x="5288847" y="526210"/>
                  </a:lnTo>
                  <a:lnTo>
                    <a:pt x="5369041" y="527388"/>
                  </a:lnTo>
                  <a:lnTo>
                    <a:pt x="5432521" y="528232"/>
                  </a:lnTo>
                  <a:lnTo>
                    <a:pt x="5478352" y="528786"/>
                  </a:lnTo>
                  <a:lnTo>
                    <a:pt x="5507383" y="529106"/>
                  </a:lnTo>
                  <a:lnTo>
                    <a:pt x="5522231" y="529255"/>
                  </a:lnTo>
                  <a:lnTo>
                    <a:pt x="5527079" y="529300"/>
                  </a:lnTo>
                  <a:lnTo>
                    <a:pt x="5527445" y="529304"/>
                  </a:lnTo>
                  <a:lnTo>
                    <a:pt x="6522385" y="529304"/>
                  </a:lnTo>
                  <a:lnTo>
                    <a:pt x="6523522" y="529301"/>
                  </a:lnTo>
                  <a:lnTo>
                    <a:pt x="6531021" y="529284"/>
                  </a:lnTo>
                  <a:lnTo>
                    <a:pt x="6550023" y="529237"/>
                  </a:lnTo>
                  <a:lnTo>
                    <a:pt x="6584246" y="529144"/>
                  </a:lnTo>
                  <a:lnTo>
                    <a:pt x="6635759" y="528990"/>
                  </a:lnTo>
                  <a:lnTo>
                    <a:pt x="6704831" y="528762"/>
                  </a:lnTo>
                  <a:lnTo>
                    <a:pt x="6789990" y="528452"/>
                  </a:lnTo>
                  <a:lnTo>
                    <a:pt x="6888346" y="528053"/>
                  </a:lnTo>
                  <a:lnTo>
                    <a:pt x="6996115" y="527563"/>
                  </a:lnTo>
                  <a:lnTo>
                    <a:pt x="7109221" y="526983"/>
                  </a:lnTo>
                  <a:lnTo>
                    <a:pt x="7223826" y="526315"/>
                  </a:lnTo>
                  <a:lnTo>
                    <a:pt x="7336694" y="525560"/>
                  </a:lnTo>
                  <a:lnTo>
                    <a:pt x="7445379" y="524719"/>
                  </a:lnTo>
                  <a:lnTo>
                    <a:pt x="7548241" y="523790"/>
                  </a:lnTo>
                  <a:lnTo>
                    <a:pt x="7644366" y="522769"/>
                  </a:lnTo>
                  <a:lnTo>
                    <a:pt x="7733427" y="521648"/>
                  </a:lnTo>
                  <a:lnTo>
                    <a:pt x="7815536" y="520417"/>
                  </a:lnTo>
                  <a:lnTo>
                    <a:pt x="7891112" y="519065"/>
                  </a:lnTo>
                  <a:lnTo>
                    <a:pt x="7960770" y="517576"/>
                  </a:lnTo>
                  <a:lnTo>
                    <a:pt x="8025235" y="515934"/>
                  </a:lnTo>
                  <a:lnTo>
                    <a:pt x="8085283" y="514121"/>
                  </a:lnTo>
                  <a:lnTo>
                    <a:pt x="8141690" y="512121"/>
                  </a:lnTo>
                  <a:lnTo>
                    <a:pt x="8195193" y="509922"/>
                  </a:lnTo>
                  <a:lnTo>
                    <a:pt x="8229629" y="508341"/>
                  </a:lnTo>
                  <a:lnTo>
                    <a:pt x="8291198" y="505181"/>
                  </a:lnTo>
                  <a:lnTo>
                    <a:pt x="8350849" y="501703"/>
                  </a:lnTo>
                  <a:lnTo>
                    <a:pt x="8409295" y="497904"/>
                  </a:lnTo>
                  <a:lnTo>
                    <a:pt x="8467061" y="493788"/>
                  </a:lnTo>
                  <a:lnTo>
                    <a:pt x="8524519" y="489374"/>
                  </a:lnTo>
                  <a:lnTo>
                    <a:pt x="8581909" y="484690"/>
                  </a:lnTo>
                  <a:lnTo>
                    <a:pt x="8639367" y="479780"/>
                  </a:lnTo>
                  <a:lnTo>
                    <a:pt x="8696941" y="474696"/>
                  </a:lnTo>
                  <a:lnTo>
                    <a:pt x="8754615" y="469502"/>
                  </a:lnTo>
                  <a:lnTo>
                    <a:pt x="8812332" y="464266"/>
                  </a:lnTo>
                  <a:lnTo>
                    <a:pt x="8870018" y="459059"/>
                  </a:lnTo>
                  <a:lnTo>
                    <a:pt x="8927613" y="453951"/>
                  </a:lnTo>
                  <a:lnTo>
                    <a:pt x="8985090" y="449006"/>
                  </a:lnTo>
                  <a:lnTo>
                    <a:pt x="9042486" y="444278"/>
                  </a:lnTo>
                  <a:lnTo>
                    <a:pt x="9099916" y="439813"/>
                  </a:lnTo>
                  <a:lnTo>
                    <a:pt x="9157604" y="435642"/>
                  </a:lnTo>
                  <a:lnTo>
                    <a:pt x="9215895" y="431785"/>
                  </a:lnTo>
                  <a:lnTo>
                    <a:pt x="9275283" y="428250"/>
                  </a:lnTo>
                  <a:lnTo>
                    <a:pt x="9336447" y="425034"/>
                  </a:lnTo>
                  <a:lnTo>
                    <a:pt x="9347647" y="424491"/>
                  </a:lnTo>
                  <a:lnTo>
                    <a:pt x="9399581" y="422156"/>
                  </a:lnTo>
                  <a:lnTo>
                    <a:pt x="9453971" y="420025"/>
                  </a:lnTo>
                  <a:lnTo>
                    <a:pt x="9511504" y="418089"/>
                  </a:lnTo>
                  <a:lnTo>
                    <a:pt x="9572933" y="416334"/>
                  </a:lnTo>
                  <a:lnTo>
                    <a:pt x="9639039" y="414745"/>
                  </a:lnTo>
                  <a:lnTo>
                    <a:pt x="9710586" y="413303"/>
                  </a:lnTo>
                  <a:lnTo>
                    <a:pt x="9788272" y="411993"/>
                  </a:lnTo>
                  <a:lnTo>
                    <a:pt x="9872657" y="410800"/>
                  </a:lnTo>
                  <a:lnTo>
                    <a:pt x="9964071" y="409713"/>
                  </a:lnTo>
                  <a:lnTo>
                    <a:pt x="10062497" y="408723"/>
                  </a:lnTo>
                  <a:lnTo>
                    <a:pt x="10167429" y="407824"/>
                  </a:lnTo>
                  <a:lnTo>
                    <a:pt x="10277724" y="407011"/>
                  </a:lnTo>
                  <a:lnTo>
                    <a:pt x="10391482" y="406285"/>
                  </a:lnTo>
                  <a:lnTo>
                    <a:pt x="10505983" y="405646"/>
                  </a:lnTo>
                  <a:lnTo>
                    <a:pt x="10617763" y="405096"/>
                  </a:lnTo>
                  <a:lnTo>
                    <a:pt x="10722854" y="404636"/>
                  </a:lnTo>
                  <a:lnTo>
                    <a:pt x="10817212" y="404267"/>
                  </a:lnTo>
                  <a:lnTo>
                    <a:pt x="10897286" y="403985"/>
                  </a:lnTo>
                  <a:lnTo>
                    <a:pt x="10960605" y="403783"/>
                  </a:lnTo>
                  <a:lnTo>
                    <a:pt x="11006254" y="403651"/>
                  </a:lnTo>
                  <a:lnTo>
                    <a:pt x="11035104" y="403575"/>
                  </a:lnTo>
                  <a:lnTo>
                    <a:pt x="11049798" y="403540"/>
                  </a:lnTo>
                  <a:lnTo>
                    <a:pt x="11054547" y="403529"/>
                  </a:lnTo>
                  <a:lnTo>
                    <a:pt x="11054891" y="403528"/>
                  </a:lnTo>
                  <a:lnTo>
                    <a:pt x="12049831" y="403528"/>
                  </a:lnTo>
                  <a:lnTo>
                    <a:pt x="12049831" y="398288"/>
                  </a:lnTo>
                  <a:lnTo>
                    <a:pt x="11054891" y="398288"/>
                  </a:lnTo>
                  <a:lnTo>
                    <a:pt x="11053755" y="398290"/>
                  </a:lnTo>
                  <a:lnTo>
                    <a:pt x="11046256" y="398307"/>
                  </a:lnTo>
                  <a:lnTo>
                    <a:pt x="11027253" y="398354"/>
                  </a:lnTo>
                  <a:lnTo>
                    <a:pt x="10993030" y="398448"/>
                  </a:lnTo>
                  <a:lnTo>
                    <a:pt x="10941517" y="398602"/>
                  </a:lnTo>
                  <a:lnTo>
                    <a:pt x="10872445" y="398829"/>
                  </a:lnTo>
                  <a:lnTo>
                    <a:pt x="10787286" y="399139"/>
                  </a:lnTo>
                  <a:lnTo>
                    <a:pt x="10688931" y="399538"/>
                  </a:lnTo>
                  <a:lnTo>
                    <a:pt x="10581162" y="400028"/>
                  </a:lnTo>
                  <a:lnTo>
                    <a:pt x="10468055" y="400608"/>
                  </a:lnTo>
                  <a:lnTo>
                    <a:pt x="10353451" y="401276"/>
                  </a:lnTo>
                  <a:lnTo>
                    <a:pt x="10240582" y="402031"/>
                  </a:lnTo>
                  <a:lnTo>
                    <a:pt x="10131898" y="402872"/>
                  </a:lnTo>
                  <a:lnTo>
                    <a:pt x="10029035" y="403801"/>
                  </a:lnTo>
                  <a:lnTo>
                    <a:pt x="9932910" y="404823"/>
                  </a:lnTo>
                  <a:lnTo>
                    <a:pt x="9843849" y="405944"/>
                  </a:lnTo>
                  <a:lnTo>
                    <a:pt x="9761740" y="407174"/>
                  </a:lnTo>
                  <a:lnTo>
                    <a:pt x="9686164" y="408526"/>
                  </a:lnTo>
                  <a:lnTo>
                    <a:pt x="9616507" y="410015"/>
                  </a:lnTo>
                  <a:lnTo>
                    <a:pt x="9552042" y="411657"/>
                  </a:lnTo>
                  <a:lnTo>
                    <a:pt x="9491993" y="413470"/>
                  </a:lnTo>
                  <a:lnTo>
                    <a:pt x="9435586" y="415470"/>
                  </a:lnTo>
                  <a:lnTo>
                    <a:pt x="9382084" y="417669"/>
                  </a:lnTo>
                  <a:lnTo>
                    <a:pt x="9347647" y="419250"/>
                  </a:lnTo>
                  <a:lnTo>
                    <a:pt x="9286078" y="422411"/>
                  </a:lnTo>
                  <a:lnTo>
                    <a:pt x="9226427" y="425888"/>
                  </a:lnTo>
                  <a:lnTo>
                    <a:pt x="9167981" y="429687"/>
                  </a:lnTo>
                  <a:lnTo>
                    <a:pt x="9110215" y="433803"/>
                  </a:lnTo>
                  <a:lnTo>
                    <a:pt x="9052758" y="438218"/>
                  </a:lnTo>
                  <a:lnTo>
                    <a:pt x="8995368" y="442901"/>
                  </a:lnTo>
                  <a:lnTo>
                    <a:pt x="8937910" y="447812"/>
                  </a:lnTo>
                  <a:lnTo>
                    <a:pt x="8880336" y="452895"/>
                  </a:lnTo>
                  <a:lnTo>
                    <a:pt x="8822662" y="458089"/>
                  </a:lnTo>
                  <a:lnTo>
                    <a:pt x="8764945" y="463325"/>
                  </a:lnTo>
                  <a:lnTo>
                    <a:pt x="8707258" y="468532"/>
                  </a:lnTo>
                  <a:lnTo>
                    <a:pt x="8649663" y="473640"/>
                  </a:lnTo>
                  <a:lnTo>
                    <a:pt x="8592186" y="478586"/>
                  </a:lnTo>
                  <a:lnTo>
                    <a:pt x="8534791" y="483313"/>
                  </a:lnTo>
                  <a:lnTo>
                    <a:pt x="8477360" y="487779"/>
                  </a:lnTo>
                  <a:lnTo>
                    <a:pt x="8419673" y="491949"/>
                  </a:lnTo>
                  <a:lnTo>
                    <a:pt x="8361382" y="495806"/>
                  </a:lnTo>
                  <a:lnTo>
                    <a:pt x="8301993" y="499341"/>
                  </a:lnTo>
                  <a:lnTo>
                    <a:pt x="8240830" y="502557"/>
                  </a:lnTo>
                  <a:lnTo>
                    <a:pt x="8229629" y="503100"/>
                  </a:lnTo>
                  <a:lnTo>
                    <a:pt x="8177695" y="505435"/>
                  </a:lnTo>
                  <a:lnTo>
                    <a:pt x="8123305" y="507567"/>
                  </a:lnTo>
                  <a:lnTo>
                    <a:pt x="8065773" y="509503"/>
                  </a:lnTo>
                  <a:lnTo>
                    <a:pt x="8004344" y="511257"/>
                  </a:lnTo>
                  <a:lnTo>
                    <a:pt x="7938238" y="512847"/>
                  </a:lnTo>
                  <a:lnTo>
                    <a:pt x="7866690" y="514288"/>
                  </a:lnTo>
                  <a:lnTo>
                    <a:pt x="7789004" y="515598"/>
                  </a:lnTo>
                  <a:lnTo>
                    <a:pt x="7704619" y="516791"/>
                  </a:lnTo>
                  <a:lnTo>
                    <a:pt x="7613205" y="517878"/>
                  </a:lnTo>
                  <a:lnTo>
                    <a:pt x="7514779" y="518868"/>
                  </a:lnTo>
                  <a:lnTo>
                    <a:pt x="7409848" y="519768"/>
                  </a:lnTo>
                  <a:lnTo>
                    <a:pt x="7299552" y="520580"/>
                  </a:lnTo>
                  <a:lnTo>
                    <a:pt x="7185795" y="521306"/>
                  </a:lnTo>
                  <a:lnTo>
                    <a:pt x="7071294" y="521945"/>
                  </a:lnTo>
                  <a:lnTo>
                    <a:pt x="6959514" y="522495"/>
                  </a:lnTo>
                  <a:lnTo>
                    <a:pt x="6854423" y="522955"/>
                  </a:lnTo>
                  <a:lnTo>
                    <a:pt x="6760065" y="523324"/>
                  </a:lnTo>
                  <a:lnTo>
                    <a:pt x="6679991" y="523606"/>
                  </a:lnTo>
                  <a:lnTo>
                    <a:pt x="6616671" y="523808"/>
                  </a:lnTo>
                  <a:lnTo>
                    <a:pt x="6571023" y="523940"/>
                  </a:lnTo>
                  <a:lnTo>
                    <a:pt x="6542172" y="524016"/>
                  </a:lnTo>
                  <a:lnTo>
                    <a:pt x="6527479" y="524052"/>
                  </a:lnTo>
                  <a:lnTo>
                    <a:pt x="6522730" y="524062"/>
                  </a:lnTo>
                  <a:lnTo>
                    <a:pt x="6522385" y="524063"/>
                  </a:lnTo>
                  <a:lnTo>
                    <a:pt x="5527445" y="524063"/>
                  </a:lnTo>
                  <a:lnTo>
                    <a:pt x="5526311" y="524053"/>
                  </a:lnTo>
                  <a:lnTo>
                    <a:pt x="5518826" y="523982"/>
                  </a:lnTo>
                  <a:lnTo>
                    <a:pt x="5499856" y="523785"/>
                  </a:lnTo>
                  <a:lnTo>
                    <a:pt x="5465690" y="523398"/>
                  </a:lnTo>
                  <a:lnTo>
                    <a:pt x="5414257" y="522757"/>
                  </a:lnTo>
                  <a:lnTo>
                    <a:pt x="5345286" y="521811"/>
                  </a:lnTo>
                  <a:lnTo>
                    <a:pt x="5260238" y="520520"/>
                  </a:lnTo>
                  <a:lnTo>
                    <a:pt x="5161996" y="518861"/>
                  </a:lnTo>
                  <a:lnTo>
                    <a:pt x="5054332" y="516824"/>
                  </a:lnTo>
                  <a:lnTo>
                    <a:pt x="4941314" y="514412"/>
                  </a:lnTo>
                  <a:lnTo>
                    <a:pt x="4826778" y="511632"/>
                  </a:lnTo>
                  <a:lnTo>
                    <a:pt x="4713957" y="508491"/>
                  </a:lnTo>
                  <a:lnTo>
                    <a:pt x="4605300" y="504991"/>
                  </a:lnTo>
                  <a:lnTo>
                    <a:pt x="4502448" y="501125"/>
                  </a:lnTo>
                  <a:lnTo>
                    <a:pt x="4406320" y="496875"/>
                  </a:lnTo>
                  <a:lnTo>
                    <a:pt x="4317246" y="492212"/>
                  </a:lnTo>
                  <a:lnTo>
                    <a:pt x="4235119" y="487094"/>
                  </a:lnTo>
                  <a:lnTo>
                    <a:pt x="4159522" y="481469"/>
                  </a:lnTo>
                  <a:lnTo>
                    <a:pt x="4089844" y="475276"/>
                  </a:lnTo>
                  <a:lnTo>
                    <a:pt x="4025361" y="468445"/>
                  </a:lnTo>
                  <a:lnTo>
                    <a:pt x="3965299" y="460905"/>
                  </a:lnTo>
                  <a:lnTo>
                    <a:pt x="3908883" y="452588"/>
                  </a:lnTo>
                  <a:lnTo>
                    <a:pt x="3855378" y="443444"/>
                  </a:lnTo>
                  <a:lnTo>
                    <a:pt x="3820202" y="436719"/>
                  </a:lnTo>
                  <a:lnTo>
                    <a:pt x="3759942" y="423850"/>
                  </a:lnTo>
                  <a:lnTo>
                    <a:pt x="3701536" y="409717"/>
                  </a:lnTo>
                  <a:lnTo>
                    <a:pt x="3644307" y="394300"/>
                  </a:lnTo>
                  <a:lnTo>
                    <a:pt x="3587756" y="377618"/>
                  </a:lnTo>
                  <a:lnTo>
                    <a:pt x="3531526" y="359736"/>
                  </a:lnTo>
                  <a:lnTo>
                    <a:pt x="3475380" y="340766"/>
                  </a:lnTo>
                  <a:lnTo>
                    <a:pt x="3419180" y="320867"/>
                  </a:lnTo>
                  <a:lnTo>
                    <a:pt x="3362872" y="300242"/>
                  </a:lnTo>
                  <a:lnTo>
                    <a:pt x="3306461" y="279130"/>
                  </a:lnTo>
                  <a:lnTo>
                    <a:pt x="3249997" y="257797"/>
                  </a:lnTo>
                  <a:lnTo>
                    <a:pt x="3193546" y="236519"/>
                  </a:lnTo>
                  <a:lnTo>
                    <a:pt x="3137172" y="215570"/>
                  </a:lnTo>
                  <a:lnTo>
                    <a:pt x="3080909" y="195206"/>
                  </a:lnTo>
                  <a:lnTo>
                    <a:pt x="3024741" y="175653"/>
                  </a:lnTo>
                  <a:lnTo>
                    <a:pt x="2968583" y="157098"/>
                  </a:lnTo>
                  <a:lnTo>
                    <a:pt x="2912261" y="139682"/>
                  </a:lnTo>
                  <a:lnTo>
                    <a:pt x="2855491" y="123496"/>
                  </a:lnTo>
                  <a:lnTo>
                    <a:pt x="2797864" y="108588"/>
                  </a:lnTo>
                  <a:lnTo>
                    <a:pt x="2738815" y="94961"/>
                  </a:lnTo>
                  <a:lnTo>
                    <a:pt x="2702183" y="87343"/>
                  </a:lnTo>
                  <a:lnTo>
                    <a:pt x="2650282" y="77622"/>
                  </a:lnTo>
                  <a:lnTo>
                    <a:pt x="2595928" y="68745"/>
                  </a:lnTo>
                  <a:lnTo>
                    <a:pt x="2538437" y="60681"/>
                  </a:lnTo>
                  <a:lnTo>
                    <a:pt x="2477055" y="53374"/>
                  </a:lnTo>
                  <a:lnTo>
                    <a:pt x="2411004" y="46753"/>
                  </a:lnTo>
                  <a:lnTo>
                    <a:pt x="2339520" y="40748"/>
                  </a:lnTo>
                  <a:lnTo>
                    <a:pt x="2261907" y="35290"/>
                  </a:lnTo>
                  <a:lnTo>
                    <a:pt x="2177606" y="30322"/>
                  </a:lnTo>
                  <a:lnTo>
                    <a:pt x="2086285" y="25794"/>
                  </a:lnTo>
                  <a:lnTo>
                    <a:pt x="1987960" y="21669"/>
                  </a:lnTo>
                  <a:lnTo>
                    <a:pt x="1883132" y="17920"/>
                  </a:lnTo>
                  <a:lnTo>
                    <a:pt x="1772937" y="14535"/>
                  </a:lnTo>
                  <a:lnTo>
                    <a:pt x="1659267" y="11508"/>
                  </a:lnTo>
                  <a:lnTo>
                    <a:pt x="1544829" y="8844"/>
                  </a:lnTo>
                  <a:lnTo>
                    <a:pt x="1433076" y="6551"/>
                  </a:lnTo>
                  <a:lnTo>
                    <a:pt x="1327966" y="4634"/>
                  </a:lnTo>
                  <a:lnTo>
                    <a:pt x="1233538" y="3093"/>
                  </a:lnTo>
                  <a:lnTo>
                    <a:pt x="1153344" y="1915"/>
                  </a:lnTo>
                  <a:lnTo>
                    <a:pt x="1089864" y="1071"/>
                  </a:lnTo>
                  <a:lnTo>
                    <a:pt x="1044033" y="517"/>
                  </a:lnTo>
                  <a:lnTo>
                    <a:pt x="1015002" y="197"/>
                  </a:lnTo>
                  <a:lnTo>
                    <a:pt x="1000154" y="48"/>
                  </a:lnTo>
                  <a:lnTo>
                    <a:pt x="995306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80" name="pl579"/>
            <p:cNvSpPr/>
            <p:nvPr/>
          </p:nvSpPr>
          <p:spPr>
            <a:xfrm>
              <a:off x="1199187" y="1776410"/>
              <a:ext cx="12049831" cy="524063"/>
            </a:xfrm>
            <a:custGeom>
              <a:avLst/>
              <a:pathLst>
                <a:path w="12049831" h="524063">
                  <a:moveTo>
                    <a:pt x="0" y="0"/>
                  </a:moveTo>
                  <a:lnTo>
                    <a:pt x="994940" y="0"/>
                  </a:lnTo>
                  <a:lnTo>
                    <a:pt x="996074" y="9"/>
                  </a:lnTo>
                  <a:lnTo>
                    <a:pt x="1003559" y="81"/>
                  </a:lnTo>
                  <a:lnTo>
                    <a:pt x="1022529" y="277"/>
                  </a:lnTo>
                  <a:lnTo>
                    <a:pt x="1056695" y="665"/>
                  </a:lnTo>
                  <a:lnTo>
                    <a:pt x="1108128" y="1305"/>
                  </a:lnTo>
                  <a:lnTo>
                    <a:pt x="1177099" y="2251"/>
                  </a:lnTo>
                  <a:lnTo>
                    <a:pt x="1262147" y="3542"/>
                  </a:lnTo>
                  <a:lnTo>
                    <a:pt x="1360389" y="5202"/>
                  </a:lnTo>
                  <a:lnTo>
                    <a:pt x="1468053" y="7239"/>
                  </a:lnTo>
                  <a:lnTo>
                    <a:pt x="1581071" y="9651"/>
                  </a:lnTo>
                  <a:lnTo>
                    <a:pt x="1695607" y="12431"/>
                  </a:lnTo>
                  <a:lnTo>
                    <a:pt x="1808428" y="15571"/>
                  </a:lnTo>
                  <a:lnTo>
                    <a:pt x="1917085" y="19071"/>
                  </a:lnTo>
                  <a:lnTo>
                    <a:pt x="2019937" y="22938"/>
                  </a:lnTo>
                  <a:lnTo>
                    <a:pt x="2116065" y="27188"/>
                  </a:lnTo>
                  <a:lnTo>
                    <a:pt x="2205139" y="31851"/>
                  </a:lnTo>
                  <a:lnTo>
                    <a:pt x="2287266" y="36969"/>
                  </a:lnTo>
                  <a:lnTo>
                    <a:pt x="2362863" y="42593"/>
                  </a:lnTo>
                  <a:lnTo>
                    <a:pt x="2432541" y="48787"/>
                  </a:lnTo>
                  <a:lnTo>
                    <a:pt x="2497024" y="55618"/>
                  </a:lnTo>
                  <a:lnTo>
                    <a:pt x="2557086" y="63158"/>
                  </a:lnTo>
                  <a:lnTo>
                    <a:pt x="2613502" y="71474"/>
                  </a:lnTo>
                  <a:lnTo>
                    <a:pt x="2667007" y="80619"/>
                  </a:lnTo>
                  <a:lnTo>
                    <a:pt x="2702183" y="87343"/>
                  </a:lnTo>
                  <a:lnTo>
                    <a:pt x="2762443" y="100213"/>
                  </a:lnTo>
                  <a:lnTo>
                    <a:pt x="2820849" y="114346"/>
                  </a:lnTo>
                  <a:lnTo>
                    <a:pt x="2878078" y="129763"/>
                  </a:lnTo>
                  <a:lnTo>
                    <a:pt x="2934629" y="146444"/>
                  </a:lnTo>
                  <a:lnTo>
                    <a:pt x="2990859" y="164326"/>
                  </a:lnTo>
                  <a:lnTo>
                    <a:pt x="3047005" y="183296"/>
                  </a:lnTo>
                  <a:lnTo>
                    <a:pt x="3103205" y="203195"/>
                  </a:lnTo>
                  <a:lnTo>
                    <a:pt x="3159513" y="223820"/>
                  </a:lnTo>
                  <a:lnTo>
                    <a:pt x="3215924" y="244932"/>
                  </a:lnTo>
                  <a:lnTo>
                    <a:pt x="3272388" y="266265"/>
                  </a:lnTo>
                  <a:lnTo>
                    <a:pt x="3328839" y="287543"/>
                  </a:lnTo>
                  <a:lnTo>
                    <a:pt x="3385213" y="308492"/>
                  </a:lnTo>
                  <a:lnTo>
                    <a:pt x="3441476" y="328856"/>
                  </a:lnTo>
                  <a:lnTo>
                    <a:pt x="3497644" y="348409"/>
                  </a:lnTo>
                  <a:lnTo>
                    <a:pt x="3553802" y="366964"/>
                  </a:lnTo>
                  <a:lnTo>
                    <a:pt x="3610124" y="384381"/>
                  </a:lnTo>
                  <a:lnTo>
                    <a:pt x="3666894" y="400566"/>
                  </a:lnTo>
                  <a:lnTo>
                    <a:pt x="3724521" y="415474"/>
                  </a:lnTo>
                  <a:lnTo>
                    <a:pt x="3783570" y="429102"/>
                  </a:lnTo>
                  <a:lnTo>
                    <a:pt x="3820202" y="436719"/>
                  </a:lnTo>
                  <a:lnTo>
                    <a:pt x="3872103" y="446440"/>
                  </a:lnTo>
                  <a:lnTo>
                    <a:pt x="3926457" y="455318"/>
                  </a:lnTo>
                  <a:lnTo>
                    <a:pt x="3983948" y="463381"/>
                  </a:lnTo>
                  <a:lnTo>
                    <a:pt x="4045330" y="470688"/>
                  </a:lnTo>
                  <a:lnTo>
                    <a:pt x="4111381" y="477309"/>
                  </a:lnTo>
                  <a:lnTo>
                    <a:pt x="4182865" y="483315"/>
                  </a:lnTo>
                  <a:lnTo>
                    <a:pt x="4260478" y="488772"/>
                  </a:lnTo>
                  <a:lnTo>
                    <a:pt x="4344779" y="493740"/>
                  </a:lnTo>
                  <a:lnTo>
                    <a:pt x="4436100" y="498268"/>
                  </a:lnTo>
                  <a:lnTo>
                    <a:pt x="4534425" y="502394"/>
                  </a:lnTo>
                  <a:lnTo>
                    <a:pt x="4639253" y="506142"/>
                  </a:lnTo>
                  <a:lnTo>
                    <a:pt x="4749448" y="509528"/>
                  </a:lnTo>
                  <a:lnTo>
                    <a:pt x="4863118" y="512554"/>
                  </a:lnTo>
                  <a:lnTo>
                    <a:pt x="4977556" y="515218"/>
                  </a:lnTo>
                  <a:lnTo>
                    <a:pt x="5089309" y="517512"/>
                  </a:lnTo>
                  <a:lnTo>
                    <a:pt x="5194419" y="519429"/>
                  </a:lnTo>
                  <a:lnTo>
                    <a:pt x="5288847" y="520970"/>
                  </a:lnTo>
                  <a:lnTo>
                    <a:pt x="5369041" y="522148"/>
                  </a:lnTo>
                  <a:lnTo>
                    <a:pt x="5432521" y="522992"/>
                  </a:lnTo>
                  <a:lnTo>
                    <a:pt x="5478352" y="523545"/>
                  </a:lnTo>
                  <a:lnTo>
                    <a:pt x="5507383" y="523865"/>
                  </a:lnTo>
                  <a:lnTo>
                    <a:pt x="5522231" y="524015"/>
                  </a:lnTo>
                  <a:lnTo>
                    <a:pt x="5527079" y="524060"/>
                  </a:lnTo>
                  <a:lnTo>
                    <a:pt x="5527445" y="524063"/>
                  </a:lnTo>
                  <a:lnTo>
                    <a:pt x="6522385" y="524063"/>
                  </a:lnTo>
                  <a:lnTo>
                    <a:pt x="6523522" y="524061"/>
                  </a:lnTo>
                  <a:lnTo>
                    <a:pt x="6531021" y="524043"/>
                  </a:lnTo>
                  <a:lnTo>
                    <a:pt x="6550023" y="523996"/>
                  </a:lnTo>
                  <a:lnTo>
                    <a:pt x="6584246" y="523903"/>
                  </a:lnTo>
                  <a:lnTo>
                    <a:pt x="6635759" y="523749"/>
                  </a:lnTo>
                  <a:lnTo>
                    <a:pt x="6704831" y="523522"/>
                  </a:lnTo>
                  <a:lnTo>
                    <a:pt x="6789990" y="523211"/>
                  </a:lnTo>
                  <a:lnTo>
                    <a:pt x="6888346" y="522812"/>
                  </a:lnTo>
                  <a:lnTo>
                    <a:pt x="6996115" y="522323"/>
                  </a:lnTo>
                  <a:lnTo>
                    <a:pt x="7109221" y="521743"/>
                  </a:lnTo>
                  <a:lnTo>
                    <a:pt x="7223826" y="521075"/>
                  </a:lnTo>
                  <a:lnTo>
                    <a:pt x="7336694" y="520320"/>
                  </a:lnTo>
                  <a:lnTo>
                    <a:pt x="7445379" y="519479"/>
                  </a:lnTo>
                  <a:lnTo>
                    <a:pt x="7548241" y="518549"/>
                  </a:lnTo>
                  <a:lnTo>
                    <a:pt x="7644366" y="517528"/>
                  </a:lnTo>
                  <a:lnTo>
                    <a:pt x="7733427" y="516407"/>
                  </a:lnTo>
                  <a:lnTo>
                    <a:pt x="7815536" y="515177"/>
                  </a:lnTo>
                  <a:lnTo>
                    <a:pt x="7891112" y="513825"/>
                  </a:lnTo>
                  <a:lnTo>
                    <a:pt x="7960770" y="512336"/>
                  </a:lnTo>
                  <a:lnTo>
                    <a:pt x="8025235" y="510693"/>
                  </a:lnTo>
                  <a:lnTo>
                    <a:pt x="8085283" y="508880"/>
                  </a:lnTo>
                  <a:lnTo>
                    <a:pt x="8141690" y="506881"/>
                  </a:lnTo>
                  <a:lnTo>
                    <a:pt x="8195193" y="504682"/>
                  </a:lnTo>
                  <a:lnTo>
                    <a:pt x="8229629" y="503100"/>
                  </a:lnTo>
                  <a:lnTo>
                    <a:pt x="8291198" y="499940"/>
                  </a:lnTo>
                  <a:lnTo>
                    <a:pt x="8350849" y="496463"/>
                  </a:lnTo>
                  <a:lnTo>
                    <a:pt x="8409295" y="492663"/>
                  </a:lnTo>
                  <a:lnTo>
                    <a:pt x="8467061" y="488547"/>
                  </a:lnTo>
                  <a:lnTo>
                    <a:pt x="8524519" y="484133"/>
                  </a:lnTo>
                  <a:lnTo>
                    <a:pt x="8581909" y="479449"/>
                  </a:lnTo>
                  <a:lnTo>
                    <a:pt x="8639367" y="474539"/>
                  </a:lnTo>
                  <a:lnTo>
                    <a:pt x="8696941" y="469456"/>
                  </a:lnTo>
                  <a:lnTo>
                    <a:pt x="8754615" y="464261"/>
                  </a:lnTo>
                  <a:lnTo>
                    <a:pt x="8812332" y="459025"/>
                  </a:lnTo>
                  <a:lnTo>
                    <a:pt x="8870018" y="453819"/>
                  </a:lnTo>
                  <a:lnTo>
                    <a:pt x="8927613" y="448710"/>
                  </a:lnTo>
                  <a:lnTo>
                    <a:pt x="8985090" y="443765"/>
                  </a:lnTo>
                  <a:lnTo>
                    <a:pt x="9042486" y="439037"/>
                  </a:lnTo>
                  <a:lnTo>
                    <a:pt x="9099916" y="434572"/>
                  </a:lnTo>
                  <a:lnTo>
                    <a:pt x="9157604" y="430401"/>
                  </a:lnTo>
                  <a:lnTo>
                    <a:pt x="9215895" y="426544"/>
                  </a:lnTo>
                  <a:lnTo>
                    <a:pt x="9275283" y="423009"/>
                  </a:lnTo>
                  <a:lnTo>
                    <a:pt x="9336447" y="419793"/>
                  </a:lnTo>
                  <a:lnTo>
                    <a:pt x="9347647" y="419250"/>
                  </a:lnTo>
                  <a:lnTo>
                    <a:pt x="9399581" y="416916"/>
                  </a:lnTo>
                  <a:lnTo>
                    <a:pt x="9453971" y="414784"/>
                  </a:lnTo>
                  <a:lnTo>
                    <a:pt x="9511504" y="412848"/>
                  </a:lnTo>
                  <a:lnTo>
                    <a:pt x="9572933" y="411093"/>
                  </a:lnTo>
                  <a:lnTo>
                    <a:pt x="9639039" y="409504"/>
                  </a:lnTo>
                  <a:lnTo>
                    <a:pt x="9710586" y="408062"/>
                  </a:lnTo>
                  <a:lnTo>
                    <a:pt x="9788272" y="406752"/>
                  </a:lnTo>
                  <a:lnTo>
                    <a:pt x="9872657" y="405560"/>
                  </a:lnTo>
                  <a:lnTo>
                    <a:pt x="9964071" y="404473"/>
                  </a:lnTo>
                  <a:lnTo>
                    <a:pt x="10062497" y="403483"/>
                  </a:lnTo>
                  <a:lnTo>
                    <a:pt x="10167429" y="402583"/>
                  </a:lnTo>
                  <a:lnTo>
                    <a:pt x="10277724" y="401770"/>
                  </a:lnTo>
                  <a:lnTo>
                    <a:pt x="10391482" y="401044"/>
                  </a:lnTo>
                  <a:lnTo>
                    <a:pt x="10505983" y="400405"/>
                  </a:lnTo>
                  <a:lnTo>
                    <a:pt x="10617763" y="399855"/>
                  </a:lnTo>
                  <a:lnTo>
                    <a:pt x="10722854" y="399396"/>
                  </a:lnTo>
                  <a:lnTo>
                    <a:pt x="10817212" y="399027"/>
                  </a:lnTo>
                  <a:lnTo>
                    <a:pt x="10897286" y="398745"/>
                  </a:lnTo>
                  <a:lnTo>
                    <a:pt x="10960605" y="398543"/>
                  </a:lnTo>
                  <a:lnTo>
                    <a:pt x="11006254" y="398411"/>
                  </a:lnTo>
                  <a:lnTo>
                    <a:pt x="11035104" y="398334"/>
                  </a:lnTo>
                  <a:lnTo>
                    <a:pt x="11049798" y="398299"/>
                  </a:lnTo>
                  <a:lnTo>
                    <a:pt x="11054547" y="398288"/>
                  </a:lnTo>
                  <a:lnTo>
                    <a:pt x="11054891" y="398288"/>
                  </a:lnTo>
                  <a:lnTo>
                    <a:pt x="12049831" y="398288"/>
                  </a:lnTo>
                  <a:lnTo>
                    <a:pt x="12049831" y="3982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1" name="pl580"/>
            <p:cNvSpPr/>
            <p:nvPr/>
          </p:nvSpPr>
          <p:spPr>
            <a:xfrm>
              <a:off x="1199187" y="1771169"/>
              <a:ext cx="12049831" cy="524063"/>
            </a:xfrm>
            <a:custGeom>
              <a:avLst/>
              <a:pathLst>
                <a:path w="12049831" h="524063">
                  <a:moveTo>
                    <a:pt x="12049831" y="398288"/>
                  </a:moveTo>
                  <a:lnTo>
                    <a:pt x="11054891" y="398288"/>
                  </a:lnTo>
                  <a:lnTo>
                    <a:pt x="11053755" y="398290"/>
                  </a:lnTo>
                  <a:lnTo>
                    <a:pt x="11046256" y="398307"/>
                  </a:lnTo>
                  <a:lnTo>
                    <a:pt x="11027253" y="398354"/>
                  </a:lnTo>
                  <a:lnTo>
                    <a:pt x="10993030" y="398448"/>
                  </a:lnTo>
                  <a:lnTo>
                    <a:pt x="10941517" y="398602"/>
                  </a:lnTo>
                  <a:lnTo>
                    <a:pt x="10872445" y="398829"/>
                  </a:lnTo>
                  <a:lnTo>
                    <a:pt x="10787286" y="399139"/>
                  </a:lnTo>
                  <a:lnTo>
                    <a:pt x="10688931" y="399538"/>
                  </a:lnTo>
                  <a:lnTo>
                    <a:pt x="10581162" y="400028"/>
                  </a:lnTo>
                  <a:lnTo>
                    <a:pt x="10468055" y="400608"/>
                  </a:lnTo>
                  <a:lnTo>
                    <a:pt x="10353451" y="401276"/>
                  </a:lnTo>
                  <a:lnTo>
                    <a:pt x="10240582" y="402031"/>
                  </a:lnTo>
                  <a:lnTo>
                    <a:pt x="10131898" y="402872"/>
                  </a:lnTo>
                  <a:lnTo>
                    <a:pt x="10029035" y="403801"/>
                  </a:lnTo>
                  <a:lnTo>
                    <a:pt x="9932910" y="404823"/>
                  </a:lnTo>
                  <a:lnTo>
                    <a:pt x="9843849" y="405944"/>
                  </a:lnTo>
                  <a:lnTo>
                    <a:pt x="9761740" y="407174"/>
                  </a:lnTo>
                  <a:lnTo>
                    <a:pt x="9686164" y="408526"/>
                  </a:lnTo>
                  <a:lnTo>
                    <a:pt x="9616507" y="410015"/>
                  </a:lnTo>
                  <a:lnTo>
                    <a:pt x="9552042" y="411657"/>
                  </a:lnTo>
                  <a:lnTo>
                    <a:pt x="9491993" y="413470"/>
                  </a:lnTo>
                  <a:lnTo>
                    <a:pt x="9435586" y="415470"/>
                  </a:lnTo>
                  <a:lnTo>
                    <a:pt x="9382084" y="417669"/>
                  </a:lnTo>
                  <a:lnTo>
                    <a:pt x="9347647" y="419250"/>
                  </a:lnTo>
                  <a:lnTo>
                    <a:pt x="9286078" y="422411"/>
                  </a:lnTo>
                  <a:lnTo>
                    <a:pt x="9226427" y="425888"/>
                  </a:lnTo>
                  <a:lnTo>
                    <a:pt x="9167981" y="429687"/>
                  </a:lnTo>
                  <a:lnTo>
                    <a:pt x="9110215" y="433803"/>
                  </a:lnTo>
                  <a:lnTo>
                    <a:pt x="9052758" y="438218"/>
                  </a:lnTo>
                  <a:lnTo>
                    <a:pt x="8995368" y="442901"/>
                  </a:lnTo>
                  <a:lnTo>
                    <a:pt x="8937910" y="447812"/>
                  </a:lnTo>
                  <a:lnTo>
                    <a:pt x="8880336" y="452895"/>
                  </a:lnTo>
                  <a:lnTo>
                    <a:pt x="8822662" y="458089"/>
                  </a:lnTo>
                  <a:lnTo>
                    <a:pt x="8764945" y="463325"/>
                  </a:lnTo>
                  <a:lnTo>
                    <a:pt x="8707258" y="468532"/>
                  </a:lnTo>
                  <a:lnTo>
                    <a:pt x="8649663" y="473640"/>
                  </a:lnTo>
                  <a:lnTo>
                    <a:pt x="8592186" y="478586"/>
                  </a:lnTo>
                  <a:lnTo>
                    <a:pt x="8534791" y="483313"/>
                  </a:lnTo>
                  <a:lnTo>
                    <a:pt x="8477360" y="487779"/>
                  </a:lnTo>
                  <a:lnTo>
                    <a:pt x="8419673" y="491949"/>
                  </a:lnTo>
                  <a:lnTo>
                    <a:pt x="8361382" y="495806"/>
                  </a:lnTo>
                  <a:lnTo>
                    <a:pt x="8301993" y="499341"/>
                  </a:lnTo>
                  <a:lnTo>
                    <a:pt x="8240830" y="502557"/>
                  </a:lnTo>
                  <a:lnTo>
                    <a:pt x="8229629" y="503100"/>
                  </a:lnTo>
                  <a:lnTo>
                    <a:pt x="8177695" y="505435"/>
                  </a:lnTo>
                  <a:lnTo>
                    <a:pt x="8123305" y="507567"/>
                  </a:lnTo>
                  <a:lnTo>
                    <a:pt x="8065773" y="509503"/>
                  </a:lnTo>
                  <a:lnTo>
                    <a:pt x="8004344" y="511257"/>
                  </a:lnTo>
                  <a:lnTo>
                    <a:pt x="7938238" y="512847"/>
                  </a:lnTo>
                  <a:lnTo>
                    <a:pt x="7866690" y="514288"/>
                  </a:lnTo>
                  <a:lnTo>
                    <a:pt x="7789004" y="515598"/>
                  </a:lnTo>
                  <a:lnTo>
                    <a:pt x="7704619" y="516791"/>
                  </a:lnTo>
                  <a:lnTo>
                    <a:pt x="7613205" y="517878"/>
                  </a:lnTo>
                  <a:lnTo>
                    <a:pt x="7514779" y="518868"/>
                  </a:lnTo>
                  <a:lnTo>
                    <a:pt x="7409848" y="519768"/>
                  </a:lnTo>
                  <a:lnTo>
                    <a:pt x="7299552" y="520580"/>
                  </a:lnTo>
                  <a:lnTo>
                    <a:pt x="7185795" y="521306"/>
                  </a:lnTo>
                  <a:lnTo>
                    <a:pt x="7071294" y="521945"/>
                  </a:lnTo>
                  <a:lnTo>
                    <a:pt x="6959514" y="522495"/>
                  </a:lnTo>
                  <a:lnTo>
                    <a:pt x="6854423" y="522955"/>
                  </a:lnTo>
                  <a:lnTo>
                    <a:pt x="6760065" y="523324"/>
                  </a:lnTo>
                  <a:lnTo>
                    <a:pt x="6679991" y="523606"/>
                  </a:lnTo>
                  <a:lnTo>
                    <a:pt x="6616671" y="523808"/>
                  </a:lnTo>
                  <a:lnTo>
                    <a:pt x="6571023" y="523940"/>
                  </a:lnTo>
                  <a:lnTo>
                    <a:pt x="6542172" y="524016"/>
                  </a:lnTo>
                  <a:lnTo>
                    <a:pt x="6527479" y="524052"/>
                  </a:lnTo>
                  <a:lnTo>
                    <a:pt x="6522730" y="524062"/>
                  </a:lnTo>
                  <a:lnTo>
                    <a:pt x="6522385" y="524063"/>
                  </a:lnTo>
                  <a:lnTo>
                    <a:pt x="5527445" y="524063"/>
                  </a:lnTo>
                  <a:lnTo>
                    <a:pt x="5526311" y="524053"/>
                  </a:lnTo>
                  <a:lnTo>
                    <a:pt x="5518826" y="523982"/>
                  </a:lnTo>
                  <a:lnTo>
                    <a:pt x="5499856" y="523785"/>
                  </a:lnTo>
                  <a:lnTo>
                    <a:pt x="5465690" y="523398"/>
                  </a:lnTo>
                  <a:lnTo>
                    <a:pt x="5414257" y="522757"/>
                  </a:lnTo>
                  <a:lnTo>
                    <a:pt x="5345286" y="521811"/>
                  </a:lnTo>
                  <a:lnTo>
                    <a:pt x="5260238" y="520520"/>
                  </a:lnTo>
                  <a:lnTo>
                    <a:pt x="5161996" y="518861"/>
                  </a:lnTo>
                  <a:lnTo>
                    <a:pt x="5054332" y="516824"/>
                  </a:lnTo>
                  <a:lnTo>
                    <a:pt x="4941314" y="514412"/>
                  </a:lnTo>
                  <a:lnTo>
                    <a:pt x="4826778" y="511632"/>
                  </a:lnTo>
                  <a:lnTo>
                    <a:pt x="4713957" y="508491"/>
                  </a:lnTo>
                  <a:lnTo>
                    <a:pt x="4605300" y="504991"/>
                  </a:lnTo>
                  <a:lnTo>
                    <a:pt x="4502448" y="501125"/>
                  </a:lnTo>
                  <a:lnTo>
                    <a:pt x="4406320" y="496875"/>
                  </a:lnTo>
                  <a:lnTo>
                    <a:pt x="4317246" y="492212"/>
                  </a:lnTo>
                  <a:lnTo>
                    <a:pt x="4235119" y="487094"/>
                  </a:lnTo>
                  <a:lnTo>
                    <a:pt x="4159522" y="481469"/>
                  </a:lnTo>
                  <a:lnTo>
                    <a:pt x="4089844" y="475276"/>
                  </a:lnTo>
                  <a:lnTo>
                    <a:pt x="4025361" y="468445"/>
                  </a:lnTo>
                  <a:lnTo>
                    <a:pt x="3965299" y="460905"/>
                  </a:lnTo>
                  <a:lnTo>
                    <a:pt x="3908883" y="452588"/>
                  </a:lnTo>
                  <a:lnTo>
                    <a:pt x="3855378" y="443444"/>
                  </a:lnTo>
                  <a:lnTo>
                    <a:pt x="3820202" y="436719"/>
                  </a:lnTo>
                  <a:lnTo>
                    <a:pt x="3759942" y="423850"/>
                  </a:lnTo>
                  <a:lnTo>
                    <a:pt x="3701536" y="409717"/>
                  </a:lnTo>
                  <a:lnTo>
                    <a:pt x="3644307" y="394300"/>
                  </a:lnTo>
                  <a:lnTo>
                    <a:pt x="3587756" y="377618"/>
                  </a:lnTo>
                  <a:lnTo>
                    <a:pt x="3531526" y="359736"/>
                  </a:lnTo>
                  <a:lnTo>
                    <a:pt x="3475380" y="340766"/>
                  </a:lnTo>
                  <a:lnTo>
                    <a:pt x="3419180" y="320867"/>
                  </a:lnTo>
                  <a:lnTo>
                    <a:pt x="3362872" y="300242"/>
                  </a:lnTo>
                  <a:lnTo>
                    <a:pt x="3306461" y="279130"/>
                  </a:lnTo>
                  <a:lnTo>
                    <a:pt x="3249997" y="257797"/>
                  </a:lnTo>
                  <a:lnTo>
                    <a:pt x="3193546" y="236519"/>
                  </a:lnTo>
                  <a:lnTo>
                    <a:pt x="3137172" y="215570"/>
                  </a:lnTo>
                  <a:lnTo>
                    <a:pt x="3080909" y="195206"/>
                  </a:lnTo>
                  <a:lnTo>
                    <a:pt x="3024741" y="175653"/>
                  </a:lnTo>
                  <a:lnTo>
                    <a:pt x="2968583" y="157098"/>
                  </a:lnTo>
                  <a:lnTo>
                    <a:pt x="2912261" y="139682"/>
                  </a:lnTo>
                  <a:lnTo>
                    <a:pt x="2855491" y="123496"/>
                  </a:lnTo>
                  <a:lnTo>
                    <a:pt x="2797864" y="108588"/>
                  </a:lnTo>
                  <a:lnTo>
                    <a:pt x="2738815" y="94961"/>
                  </a:lnTo>
                  <a:lnTo>
                    <a:pt x="2702183" y="87343"/>
                  </a:lnTo>
                  <a:lnTo>
                    <a:pt x="2650282" y="77622"/>
                  </a:lnTo>
                  <a:lnTo>
                    <a:pt x="2595928" y="68745"/>
                  </a:lnTo>
                  <a:lnTo>
                    <a:pt x="2538437" y="60681"/>
                  </a:lnTo>
                  <a:lnTo>
                    <a:pt x="2477055" y="53374"/>
                  </a:lnTo>
                  <a:lnTo>
                    <a:pt x="2411004" y="46753"/>
                  </a:lnTo>
                  <a:lnTo>
                    <a:pt x="2339520" y="40748"/>
                  </a:lnTo>
                  <a:lnTo>
                    <a:pt x="2261907" y="35290"/>
                  </a:lnTo>
                  <a:lnTo>
                    <a:pt x="2177606" y="30322"/>
                  </a:lnTo>
                  <a:lnTo>
                    <a:pt x="2086285" y="25794"/>
                  </a:lnTo>
                  <a:lnTo>
                    <a:pt x="1987960" y="21669"/>
                  </a:lnTo>
                  <a:lnTo>
                    <a:pt x="1883132" y="17920"/>
                  </a:lnTo>
                  <a:lnTo>
                    <a:pt x="1772937" y="14535"/>
                  </a:lnTo>
                  <a:lnTo>
                    <a:pt x="1659267" y="11508"/>
                  </a:lnTo>
                  <a:lnTo>
                    <a:pt x="1544829" y="8844"/>
                  </a:lnTo>
                  <a:lnTo>
                    <a:pt x="1433076" y="6551"/>
                  </a:lnTo>
                  <a:lnTo>
                    <a:pt x="1327966" y="4634"/>
                  </a:lnTo>
                  <a:lnTo>
                    <a:pt x="1233538" y="3093"/>
                  </a:lnTo>
                  <a:lnTo>
                    <a:pt x="1153344" y="1915"/>
                  </a:lnTo>
                  <a:lnTo>
                    <a:pt x="1089864" y="1071"/>
                  </a:lnTo>
                  <a:lnTo>
                    <a:pt x="1044033" y="517"/>
                  </a:lnTo>
                  <a:lnTo>
                    <a:pt x="1015002" y="197"/>
                  </a:lnTo>
                  <a:lnTo>
                    <a:pt x="1000154" y="48"/>
                  </a:lnTo>
                  <a:lnTo>
                    <a:pt x="995306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2" name="pg581"/>
            <p:cNvSpPr/>
            <p:nvPr/>
          </p:nvSpPr>
          <p:spPr>
            <a:xfrm>
              <a:off x="1199187" y="1776410"/>
              <a:ext cx="12049831" cy="597432"/>
            </a:xfrm>
            <a:custGeom>
              <a:avLst/>
              <a:pathLst>
                <a:path w="12049831" h="597432">
                  <a:moveTo>
                    <a:pt x="0" y="10481"/>
                  </a:moveTo>
                  <a:lnTo>
                    <a:pt x="994940" y="10481"/>
                  </a:lnTo>
                  <a:lnTo>
                    <a:pt x="996074" y="10491"/>
                  </a:lnTo>
                  <a:lnTo>
                    <a:pt x="1003559" y="10563"/>
                  </a:lnTo>
                  <a:lnTo>
                    <a:pt x="1022528" y="10761"/>
                  </a:lnTo>
                  <a:lnTo>
                    <a:pt x="1056693" y="11153"/>
                  </a:lnTo>
                  <a:lnTo>
                    <a:pt x="1108124" y="11799"/>
                  </a:lnTo>
                  <a:lnTo>
                    <a:pt x="1177093" y="12755"/>
                  </a:lnTo>
                  <a:lnTo>
                    <a:pt x="1262138" y="14059"/>
                  </a:lnTo>
                  <a:lnTo>
                    <a:pt x="1360378" y="15735"/>
                  </a:lnTo>
                  <a:lnTo>
                    <a:pt x="1468040" y="17792"/>
                  </a:lnTo>
                  <a:lnTo>
                    <a:pt x="1581056" y="20228"/>
                  </a:lnTo>
                  <a:lnTo>
                    <a:pt x="1695590" y="23036"/>
                  </a:lnTo>
                  <a:lnTo>
                    <a:pt x="1808410" y="26208"/>
                  </a:lnTo>
                  <a:lnTo>
                    <a:pt x="1917067" y="29743"/>
                  </a:lnTo>
                  <a:lnTo>
                    <a:pt x="2019919" y="33647"/>
                  </a:lnTo>
                  <a:lnTo>
                    <a:pt x="2116047" y="37940"/>
                  </a:lnTo>
                  <a:lnTo>
                    <a:pt x="2205121" y="42650"/>
                  </a:lnTo>
                  <a:lnTo>
                    <a:pt x="2287248" y="47818"/>
                  </a:lnTo>
                  <a:lnTo>
                    <a:pt x="2362845" y="53499"/>
                  </a:lnTo>
                  <a:lnTo>
                    <a:pt x="2432524" y="59754"/>
                  </a:lnTo>
                  <a:lnTo>
                    <a:pt x="2497008" y="66653"/>
                  </a:lnTo>
                  <a:lnTo>
                    <a:pt x="2557070" y="74268"/>
                  </a:lnTo>
                  <a:lnTo>
                    <a:pt x="2613486" y="82668"/>
                  </a:lnTo>
                  <a:lnTo>
                    <a:pt x="2666991" y="91903"/>
                  </a:lnTo>
                  <a:lnTo>
                    <a:pt x="2702183" y="98698"/>
                  </a:lnTo>
                  <a:lnTo>
                    <a:pt x="2762416" y="111690"/>
                  </a:lnTo>
                  <a:lnTo>
                    <a:pt x="2820798" y="125957"/>
                  </a:lnTo>
                  <a:lnTo>
                    <a:pt x="2878002" y="141520"/>
                  </a:lnTo>
                  <a:lnTo>
                    <a:pt x="2934528" y="158359"/>
                  </a:lnTo>
                  <a:lnTo>
                    <a:pt x="2990733" y="176409"/>
                  </a:lnTo>
                  <a:lnTo>
                    <a:pt x="3046854" y="195558"/>
                  </a:lnTo>
                  <a:lnTo>
                    <a:pt x="3103029" y="215645"/>
                  </a:lnTo>
                  <a:lnTo>
                    <a:pt x="3159312" y="236464"/>
                  </a:lnTo>
                  <a:lnTo>
                    <a:pt x="3215697" y="257776"/>
                  </a:lnTo>
                  <a:lnTo>
                    <a:pt x="3272136" y="279313"/>
                  </a:lnTo>
                  <a:lnTo>
                    <a:pt x="3328561" y="300795"/>
                  </a:lnTo>
                  <a:lnTo>
                    <a:pt x="3384911" y="321947"/>
                  </a:lnTo>
                  <a:lnTo>
                    <a:pt x="3441150" y="342509"/>
                  </a:lnTo>
                  <a:lnTo>
                    <a:pt x="3497293" y="362254"/>
                  </a:lnTo>
                  <a:lnTo>
                    <a:pt x="3553425" y="380993"/>
                  </a:lnTo>
                  <a:lnTo>
                    <a:pt x="3609721" y="398584"/>
                  </a:lnTo>
                  <a:lnTo>
                    <a:pt x="3666460" y="414934"/>
                  </a:lnTo>
                  <a:lnTo>
                    <a:pt x="3724053" y="429994"/>
                  </a:lnTo>
                  <a:lnTo>
                    <a:pt x="3783061" y="443762"/>
                  </a:lnTo>
                  <a:lnTo>
                    <a:pt x="3820202" y="451567"/>
                  </a:lnTo>
                  <a:lnTo>
                    <a:pt x="3872102" y="461386"/>
                  </a:lnTo>
                  <a:lnTo>
                    <a:pt x="3926455" y="470352"/>
                  </a:lnTo>
                  <a:lnTo>
                    <a:pt x="3983946" y="478496"/>
                  </a:lnTo>
                  <a:lnTo>
                    <a:pt x="4045327" y="485876"/>
                  </a:lnTo>
                  <a:lnTo>
                    <a:pt x="4111377" y="492563"/>
                  </a:lnTo>
                  <a:lnTo>
                    <a:pt x="4182859" y="498629"/>
                  </a:lnTo>
                  <a:lnTo>
                    <a:pt x="4260470" y="504140"/>
                  </a:lnTo>
                  <a:lnTo>
                    <a:pt x="4344769" y="509158"/>
                  </a:lnTo>
                  <a:lnTo>
                    <a:pt x="4436088" y="513732"/>
                  </a:lnTo>
                  <a:lnTo>
                    <a:pt x="4534411" y="517898"/>
                  </a:lnTo>
                  <a:lnTo>
                    <a:pt x="4639237" y="521684"/>
                  </a:lnTo>
                  <a:lnTo>
                    <a:pt x="4749430" y="525104"/>
                  </a:lnTo>
                  <a:lnTo>
                    <a:pt x="4863099" y="528161"/>
                  </a:lnTo>
                  <a:lnTo>
                    <a:pt x="4977535" y="530851"/>
                  </a:lnTo>
                  <a:lnTo>
                    <a:pt x="5089287" y="533168"/>
                  </a:lnTo>
                  <a:lnTo>
                    <a:pt x="5194397" y="535104"/>
                  </a:lnTo>
                  <a:lnTo>
                    <a:pt x="5288828" y="536660"/>
                  </a:lnTo>
                  <a:lnTo>
                    <a:pt x="5369024" y="537850"/>
                  </a:lnTo>
                  <a:lnTo>
                    <a:pt x="5432508" y="538703"/>
                  </a:lnTo>
                  <a:lnTo>
                    <a:pt x="5478342" y="539262"/>
                  </a:lnTo>
                  <a:lnTo>
                    <a:pt x="5507377" y="539585"/>
                  </a:lnTo>
                  <a:lnTo>
                    <a:pt x="5522228" y="539736"/>
                  </a:lnTo>
                  <a:lnTo>
                    <a:pt x="5527078" y="539782"/>
                  </a:lnTo>
                  <a:lnTo>
                    <a:pt x="5527445" y="539785"/>
                  </a:lnTo>
                  <a:lnTo>
                    <a:pt x="6522385" y="539785"/>
                  </a:lnTo>
                  <a:lnTo>
                    <a:pt x="6523522" y="539786"/>
                  </a:lnTo>
                  <a:lnTo>
                    <a:pt x="6531021" y="539794"/>
                  </a:lnTo>
                  <a:lnTo>
                    <a:pt x="6550026" y="539815"/>
                  </a:lnTo>
                  <a:lnTo>
                    <a:pt x="6584251" y="539858"/>
                  </a:lnTo>
                  <a:lnTo>
                    <a:pt x="6635768" y="539929"/>
                  </a:lnTo>
                  <a:lnTo>
                    <a:pt x="6704845" y="540033"/>
                  </a:lnTo>
                  <a:lnTo>
                    <a:pt x="6790010" y="540175"/>
                  </a:lnTo>
                  <a:lnTo>
                    <a:pt x="6888370" y="540358"/>
                  </a:lnTo>
                  <a:lnTo>
                    <a:pt x="6996144" y="540583"/>
                  </a:lnTo>
                  <a:lnTo>
                    <a:pt x="7109255" y="540848"/>
                  </a:lnTo>
                  <a:lnTo>
                    <a:pt x="7223863" y="541155"/>
                  </a:lnTo>
                  <a:lnTo>
                    <a:pt x="7336734" y="541501"/>
                  </a:lnTo>
                  <a:lnTo>
                    <a:pt x="7445420" y="541886"/>
                  </a:lnTo>
                  <a:lnTo>
                    <a:pt x="7548283" y="542312"/>
                  </a:lnTo>
                  <a:lnTo>
                    <a:pt x="7644408" y="542780"/>
                  </a:lnTo>
                  <a:lnTo>
                    <a:pt x="7733468" y="543294"/>
                  </a:lnTo>
                  <a:lnTo>
                    <a:pt x="7815576" y="543858"/>
                  </a:lnTo>
                  <a:lnTo>
                    <a:pt x="7891151" y="544478"/>
                  </a:lnTo>
                  <a:lnTo>
                    <a:pt x="7960807" y="545160"/>
                  </a:lnTo>
                  <a:lnTo>
                    <a:pt x="8025272" y="545913"/>
                  </a:lnTo>
                  <a:lnTo>
                    <a:pt x="8085319" y="546744"/>
                  </a:lnTo>
                  <a:lnTo>
                    <a:pt x="8141726" y="547661"/>
                  </a:lnTo>
                  <a:lnTo>
                    <a:pt x="8195229" y="548669"/>
                  </a:lnTo>
                  <a:lnTo>
                    <a:pt x="8229629" y="549393"/>
                  </a:lnTo>
                  <a:lnTo>
                    <a:pt x="8291265" y="550843"/>
                  </a:lnTo>
                  <a:lnTo>
                    <a:pt x="8350980" y="552439"/>
                  </a:lnTo>
                  <a:lnTo>
                    <a:pt x="8409488" y="554182"/>
                  </a:lnTo>
                  <a:lnTo>
                    <a:pt x="8467316" y="556071"/>
                  </a:lnTo>
                  <a:lnTo>
                    <a:pt x="8524836" y="558098"/>
                  </a:lnTo>
                  <a:lnTo>
                    <a:pt x="8582290" y="560247"/>
                  </a:lnTo>
                  <a:lnTo>
                    <a:pt x="8639813" y="562501"/>
                  </a:lnTo>
                  <a:lnTo>
                    <a:pt x="8697451" y="564834"/>
                  </a:lnTo>
                  <a:lnTo>
                    <a:pt x="8755190" y="567218"/>
                  </a:lnTo>
                  <a:lnTo>
                    <a:pt x="8812971" y="569620"/>
                  </a:lnTo>
                  <a:lnTo>
                    <a:pt x="8870721" y="572009"/>
                  </a:lnTo>
                  <a:lnTo>
                    <a:pt x="8928378" y="574352"/>
                  </a:lnTo>
                  <a:lnTo>
                    <a:pt x="8985917" y="576620"/>
                  </a:lnTo>
                  <a:lnTo>
                    <a:pt x="9043375" y="578788"/>
                  </a:lnTo>
                  <a:lnTo>
                    <a:pt x="9100872" y="580834"/>
                  </a:lnTo>
                  <a:lnTo>
                    <a:pt x="9158631" y="582746"/>
                  </a:lnTo>
                  <a:lnTo>
                    <a:pt x="9217001" y="584513"/>
                  </a:lnTo>
                  <a:lnTo>
                    <a:pt x="9276483" y="586132"/>
                  </a:lnTo>
                  <a:lnTo>
                    <a:pt x="9337759" y="587605"/>
                  </a:lnTo>
                  <a:lnTo>
                    <a:pt x="9347647" y="587824"/>
                  </a:lnTo>
                  <a:lnTo>
                    <a:pt x="9399583" y="588894"/>
                  </a:lnTo>
                  <a:lnTo>
                    <a:pt x="9453974" y="589871"/>
                  </a:lnTo>
                  <a:lnTo>
                    <a:pt x="9511509" y="590758"/>
                  </a:lnTo>
                  <a:lnTo>
                    <a:pt x="9572940" y="591563"/>
                  </a:lnTo>
                  <a:lnTo>
                    <a:pt x="9639049" y="592291"/>
                  </a:lnTo>
                  <a:lnTo>
                    <a:pt x="9710599" y="592952"/>
                  </a:lnTo>
                  <a:lnTo>
                    <a:pt x="9788289" y="593552"/>
                  </a:lnTo>
                  <a:lnTo>
                    <a:pt x="9872678" y="594099"/>
                  </a:lnTo>
                  <a:lnTo>
                    <a:pt x="9964097" y="594597"/>
                  </a:lnTo>
                  <a:lnTo>
                    <a:pt x="10062528" y="595051"/>
                  </a:lnTo>
                  <a:lnTo>
                    <a:pt x="10167464" y="595463"/>
                  </a:lnTo>
                  <a:lnTo>
                    <a:pt x="10277764" y="595836"/>
                  </a:lnTo>
                  <a:lnTo>
                    <a:pt x="10391526" y="596168"/>
                  </a:lnTo>
                  <a:lnTo>
                    <a:pt x="10506030" y="596461"/>
                  </a:lnTo>
                  <a:lnTo>
                    <a:pt x="10617811" y="596713"/>
                  </a:lnTo>
                  <a:lnTo>
                    <a:pt x="10722901" y="596924"/>
                  </a:lnTo>
                  <a:lnTo>
                    <a:pt x="10817256" y="597093"/>
                  </a:lnTo>
                  <a:lnTo>
                    <a:pt x="10897325" y="597222"/>
                  </a:lnTo>
                  <a:lnTo>
                    <a:pt x="10960636" y="597315"/>
                  </a:lnTo>
                  <a:lnTo>
                    <a:pt x="11006276" y="597375"/>
                  </a:lnTo>
                  <a:lnTo>
                    <a:pt x="11035117" y="597410"/>
                  </a:lnTo>
                  <a:lnTo>
                    <a:pt x="11049804" y="597427"/>
                  </a:lnTo>
                  <a:lnTo>
                    <a:pt x="11054548" y="597431"/>
                  </a:lnTo>
                  <a:lnTo>
                    <a:pt x="11054891" y="597432"/>
                  </a:lnTo>
                  <a:lnTo>
                    <a:pt x="12049831" y="597432"/>
                  </a:lnTo>
                  <a:lnTo>
                    <a:pt x="12049831" y="586951"/>
                  </a:lnTo>
                  <a:lnTo>
                    <a:pt x="11054891" y="586951"/>
                  </a:lnTo>
                  <a:lnTo>
                    <a:pt x="11053755" y="586949"/>
                  </a:lnTo>
                  <a:lnTo>
                    <a:pt x="11046255" y="586942"/>
                  </a:lnTo>
                  <a:lnTo>
                    <a:pt x="11027251" y="586920"/>
                  </a:lnTo>
                  <a:lnTo>
                    <a:pt x="10993025" y="586877"/>
                  </a:lnTo>
                  <a:lnTo>
                    <a:pt x="10941508" y="586807"/>
                  </a:lnTo>
                  <a:lnTo>
                    <a:pt x="10872431" y="586702"/>
                  </a:lnTo>
                  <a:lnTo>
                    <a:pt x="10787267" y="586560"/>
                  </a:lnTo>
                  <a:lnTo>
                    <a:pt x="10688906" y="586377"/>
                  </a:lnTo>
                  <a:lnTo>
                    <a:pt x="10581132" y="586153"/>
                  </a:lnTo>
                  <a:lnTo>
                    <a:pt x="10468021" y="585887"/>
                  </a:lnTo>
                  <a:lnTo>
                    <a:pt x="10353413" y="585581"/>
                  </a:lnTo>
                  <a:lnTo>
                    <a:pt x="10240543" y="585235"/>
                  </a:lnTo>
                  <a:lnTo>
                    <a:pt x="10131856" y="584849"/>
                  </a:lnTo>
                  <a:lnTo>
                    <a:pt x="10028994" y="584423"/>
                  </a:lnTo>
                  <a:lnTo>
                    <a:pt x="9932869" y="583955"/>
                  </a:lnTo>
                  <a:lnTo>
                    <a:pt x="9843809" y="583441"/>
                  </a:lnTo>
                  <a:lnTo>
                    <a:pt x="9761700" y="582877"/>
                  </a:lnTo>
                  <a:lnTo>
                    <a:pt x="9686126" y="582258"/>
                  </a:lnTo>
                  <a:lnTo>
                    <a:pt x="9616469" y="581575"/>
                  </a:lnTo>
                  <a:lnTo>
                    <a:pt x="9552005" y="580822"/>
                  </a:lnTo>
                  <a:lnTo>
                    <a:pt x="9491957" y="579991"/>
                  </a:lnTo>
                  <a:lnTo>
                    <a:pt x="9435550" y="579075"/>
                  </a:lnTo>
                  <a:lnTo>
                    <a:pt x="9382048" y="578067"/>
                  </a:lnTo>
                  <a:lnTo>
                    <a:pt x="9347647" y="577343"/>
                  </a:lnTo>
                  <a:lnTo>
                    <a:pt x="9286011" y="575893"/>
                  </a:lnTo>
                  <a:lnTo>
                    <a:pt x="9226297" y="574297"/>
                  </a:lnTo>
                  <a:lnTo>
                    <a:pt x="9167789" y="572553"/>
                  </a:lnTo>
                  <a:lnTo>
                    <a:pt x="9109960" y="570664"/>
                  </a:lnTo>
                  <a:lnTo>
                    <a:pt x="9052440" y="568638"/>
                  </a:lnTo>
                  <a:lnTo>
                    <a:pt x="8994986" y="566488"/>
                  </a:lnTo>
                  <a:lnTo>
                    <a:pt x="8937464" y="564234"/>
                  </a:lnTo>
                  <a:lnTo>
                    <a:pt x="8879825" y="561901"/>
                  </a:lnTo>
                  <a:lnTo>
                    <a:pt x="8822086" y="559518"/>
                  </a:lnTo>
                  <a:lnTo>
                    <a:pt x="8764306" y="557115"/>
                  </a:lnTo>
                  <a:lnTo>
                    <a:pt x="8706556" y="554726"/>
                  </a:lnTo>
                  <a:lnTo>
                    <a:pt x="8648899" y="552383"/>
                  </a:lnTo>
                  <a:lnTo>
                    <a:pt x="8591359" y="550115"/>
                  </a:lnTo>
                  <a:lnTo>
                    <a:pt x="8533901" y="547948"/>
                  </a:lnTo>
                  <a:lnTo>
                    <a:pt x="8476405" y="545901"/>
                  </a:lnTo>
                  <a:lnTo>
                    <a:pt x="8418646" y="543990"/>
                  </a:lnTo>
                  <a:lnTo>
                    <a:pt x="8360276" y="542223"/>
                  </a:lnTo>
                  <a:lnTo>
                    <a:pt x="8300794" y="540604"/>
                  </a:lnTo>
                  <a:lnTo>
                    <a:pt x="8239518" y="539131"/>
                  </a:lnTo>
                  <a:lnTo>
                    <a:pt x="8229629" y="538911"/>
                  </a:lnTo>
                  <a:lnTo>
                    <a:pt x="8177694" y="537841"/>
                  </a:lnTo>
                  <a:lnTo>
                    <a:pt x="8123302" y="536864"/>
                  </a:lnTo>
                  <a:lnTo>
                    <a:pt x="8065767" y="535977"/>
                  </a:lnTo>
                  <a:lnTo>
                    <a:pt x="8004336" y="535173"/>
                  </a:lnTo>
                  <a:lnTo>
                    <a:pt x="7938228" y="534444"/>
                  </a:lnTo>
                  <a:lnTo>
                    <a:pt x="7866677" y="533783"/>
                  </a:lnTo>
                  <a:lnTo>
                    <a:pt x="7788987" y="533183"/>
                  </a:lnTo>
                  <a:lnTo>
                    <a:pt x="7704598" y="532636"/>
                  </a:lnTo>
                  <a:lnTo>
                    <a:pt x="7613180" y="532138"/>
                  </a:lnTo>
                  <a:lnTo>
                    <a:pt x="7514749" y="531684"/>
                  </a:lnTo>
                  <a:lnTo>
                    <a:pt x="7409812" y="531272"/>
                  </a:lnTo>
                  <a:lnTo>
                    <a:pt x="7299512" y="530900"/>
                  </a:lnTo>
                  <a:lnTo>
                    <a:pt x="7185751" y="530567"/>
                  </a:lnTo>
                  <a:lnTo>
                    <a:pt x="7071247" y="530274"/>
                  </a:lnTo>
                  <a:lnTo>
                    <a:pt x="6959465" y="530022"/>
                  </a:lnTo>
                  <a:lnTo>
                    <a:pt x="6854375" y="529811"/>
                  </a:lnTo>
                  <a:lnTo>
                    <a:pt x="6760020" y="529642"/>
                  </a:lnTo>
                  <a:lnTo>
                    <a:pt x="6679952" y="529513"/>
                  </a:lnTo>
                  <a:lnTo>
                    <a:pt x="6616640" y="529420"/>
                  </a:lnTo>
                  <a:lnTo>
                    <a:pt x="6571001" y="529360"/>
                  </a:lnTo>
                  <a:lnTo>
                    <a:pt x="6542159" y="529325"/>
                  </a:lnTo>
                  <a:lnTo>
                    <a:pt x="6527473" y="529309"/>
                  </a:lnTo>
                  <a:lnTo>
                    <a:pt x="6522729" y="529304"/>
                  </a:lnTo>
                  <a:lnTo>
                    <a:pt x="6522385" y="529304"/>
                  </a:lnTo>
                  <a:lnTo>
                    <a:pt x="5527445" y="529304"/>
                  </a:lnTo>
                  <a:lnTo>
                    <a:pt x="5526311" y="529293"/>
                  </a:lnTo>
                  <a:lnTo>
                    <a:pt x="5518826" y="529222"/>
                  </a:lnTo>
                  <a:lnTo>
                    <a:pt x="5499857" y="529023"/>
                  </a:lnTo>
                  <a:lnTo>
                    <a:pt x="5465692" y="528632"/>
                  </a:lnTo>
                  <a:lnTo>
                    <a:pt x="5414261" y="527985"/>
                  </a:lnTo>
                  <a:lnTo>
                    <a:pt x="5345292" y="527030"/>
                  </a:lnTo>
                  <a:lnTo>
                    <a:pt x="5260247" y="525726"/>
                  </a:lnTo>
                  <a:lnTo>
                    <a:pt x="5162007" y="524050"/>
                  </a:lnTo>
                  <a:lnTo>
                    <a:pt x="5054345" y="521992"/>
                  </a:lnTo>
                  <a:lnTo>
                    <a:pt x="4941329" y="519556"/>
                  </a:lnTo>
                  <a:lnTo>
                    <a:pt x="4826795" y="516749"/>
                  </a:lnTo>
                  <a:lnTo>
                    <a:pt x="4713975" y="513576"/>
                  </a:lnTo>
                  <a:lnTo>
                    <a:pt x="4605318" y="510041"/>
                  </a:lnTo>
                  <a:lnTo>
                    <a:pt x="4502466" y="506137"/>
                  </a:lnTo>
                  <a:lnTo>
                    <a:pt x="4406338" y="501845"/>
                  </a:lnTo>
                  <a:lnTo>
                    <a:pt x="4317264" y="497135"/>
                  </a:lnTo>
                  <a:lnTo>
                    <a:pt x="4235137" y="491966"/>
                  </a:lnTo>
                  <a:lnTo>
                    <a:pt x="4159540" y="486285"/>
                  </a:lnTo>
                  <a:lnTo>
                    <a:pt x="4089861" y="480030"/>
                  </a:lnTo>
                  <a:lnTo>
                    <a:pt x="4025377" y="473131"/>
                  </a:lnTo>
                  <a:lnTo>
                    <a:pt x="3965315" y="465516"/>
                  </a:lnTo>
                  <a:lnTo>
                    <a:pt x="3908899" y="457116"/>
                  </a:lnTo>
                  <a:lnTo>
                    <a:pt x="3855394" y="447881"/>
                  </a:lnTo>
                  <a:lnTo>
                    <a:pt x="3820202" y="441086"/>
                  </a:lnTo>
                  <a:lnTo>
                    <a:pt x="3759969" y="428094"/>
                  </a:lnTo>
                  <a:lnTo>
                    <a:pt x="3701587" y="413827"/>
                  </a:lnTo>
                  <a:lnTo>
                    <a:pt x="3644383" y="398264"/>
                  </a:lnTo>
                  <a:lnTo>
                    <a:pt x="3587857" y="381425"/>
                  </a:lnTo>
                  <a:lnTo>
                    <a:pt x="3531652" y="363375"/>
                  </a:lnTo>
                  <a:lnTo>
                    <a:pt x="3475531" y="344226"/>
                  </a:lnTo>
                  <a:lnTo>
                    <a:pt x="3419356" y="324140"/>
                  </a:lnTo>
                  <a:lnTo>
                    <a:pt x="3363073" y="303320"/>
                  </a:lnTo>
                  <a:lnTo>
                    <a:pt x="3306688" y="282008"/>
                  </a:lnTo>
                  <a:lnTo>
                    <a:pt x="3250249" y="260472"/>
                  </a:lnTo>
                  <a:lnTo>
                    <a:pt x="3193824" y="238989"/>
                  </a:lnTo>
                  <a:lnTo>
                    <a:pt x="3137474" y="217838"/>
                  </a:lnTo>
                  <a:lnTo>
                    <a:pt x="3081235" y="197275"/>
                  </a:lnTo>
                  <a:lnTo>
                    <a:pt x="3025092" y="177530"/>
                  </a:lnTo>
                  <a:lnTo>
                    <a:pt x="2968960" y="158791"/>
                  </a:lnTo>
                  <a:lnTo>
                    <a:pt x="2912664" y="141200"/>
                  </a:lnTo>
                  <a:lnTo>
                    <a:pt x="2855925" y="124851"/>
                  </a:lnTo>
                  <a:lnTo>
                    <a:pt x="2798332" y="109790"/>
                  </a:lnTo>
                  <a:lnTo>
                    <a:pt x="2739324" y="96022"/>
                  </a:lnTo>
                  <a:lnTo>
                    <a:pt x="2702183" y="88217"/>
                  </a:lnTo>
                  <a:lnTo>
                    <a:pt x="2650283" y="78398"/>
                  </a:lnTo>
                  <a:lnTo>
                    <a:pt x="2595930" y="69432"/>
                  </a:lnTo>
                  <a:lnTo>
                    <a:pt x="2538439" y="61288"/>
                  </a:lnTo>
                  <a:lnTo>
                    <a:pt x="2477058" y="53908"/>
                  </a:lnTo>
                  <a:lnTo>
                    <a:pt x="2411008" y="47221"/>
                  </a:lnTo>
                  <a:lnTo>
                    <a:pt x="2339526" y="41156"/>
                  </a:lnTo>
                  <a:lnTo>
                    <a:pt x="2261915" y="35644"/>
                  </a:lnTo>
                  <a:lnTo>
                    <a:pt x="2177616" y="30626"/>
                  </a:lnTo>
                  <a:lnTo>
                    <a:pt x="2086297" y="26053"/>
                  </a:lnTo>
                  <a:lnTo>
                    <a:pt x="1987974" y="21886"/>
                  </a:lnTo>
                  <a:lnTo>
                    <a:pt x="1883148" y="18100"/>
                  </a:lnTo>
                  <a:lnTo>
                    <a:pt x="1772955" y="14681"/>
                  </a:lnTo>
                  <a:lnTo>
                    <a:pt x="1659286" y="11624"/>
                  </a:lnTo>
                  <a:lnTo>
                    <a:pt x="1544850" y="8933"/>
                  </a:lnTo>
                  <a:lnTo>
                    <a:pt x="1433098" y="6616"/>
                  </a:lnTo>
                  <a:lnTo>
                    <a:pt x="1327988" y="4680"/>
                  </a:lnTo>
                  <a:lnTo>
                    <a:pt x="1233557" y="3124"/>
                  </a:lnTo>
                  <a:lnTo>
                    <a:pt x="1153361" y="1934"/>
                  </a:lnTo>
                  <a:lnTo>
                    <a:pt x="1089877" y="1082"/>
                  </a:lnTo>
                  <a:lnTo>
                    <a:pt x="1044043" y="522"/>
                  </a:lnTo>
                  <a:lnTo>
                    <a:pt x="1015008" y="199"/>
                  </a:lnTo>
                  <a:lnTo>
                    <a:pt x="1000157" y="48"/>
                  </a:lnTo>
                  <a:lnTo>
                    <a:pt x="995307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83" name="pl582"/>
            <p:cNvSpPr/>
            <p:nvPr/>
          </p:nvSpPr>
          <p:spPr>
            <a:xfrm>
              <a:off x="1199187" y="1786891"/>
              <a:ext cx="12049831" cy="586951"/>
            </a:xfrm>
            <a:custGeom>
              <a:avLst/>
              <a:pathLst>
                <a:path w="12049831" h="586951">
                  <a:moveTo>
                    <a:pt x="0" y="0"/>
                  </a:moveTo>
                  <a:lnTo>
                    <a:pt x="994940" y="0"/>
                  </a:lnTo>
                  <a:lnTo>
                    <a:pt x="996074" y="10"/>
                  </a:lnTo>
                  <a:lnTo>
                    <a:pt x="1003559" y="81"/>
                  </a:lnTo>
                  <a:lnTo>
                    <a:pt x="1022528" y="280"/>
                  </a:lnTo>
                  <a:lnTo>
                    <a:pt x="1056693" y="671"/>
                  </a:lnTo>
                  <a:lnTo>
                    <a:pt x="1108124" y="1318"/>
                  </a:lnTo>
                  <a:lnTo>
                    <a:pt x="1177093" y="2273"/>
                  </a:lnTo>
                  <a:lnTo>
                    <a:pt x="1262138" y="3577"/>
                  </a:lnTo>
                  <a:lnTo>
                    <a:pt x="1360378" y="5254"/>
                  </a:lnTo>
                  <a:lnTo>
                    <a:pt x="1468040" y="7311"/>
                  </a:lnTo>
                  <a:lnTo>
                    <a:pt x="1581056" y="9747"/>
                  </a:lnTo>
                  <a:lnTo>
                    <a:pt x="1695590" y="12555"/>
                  </a:lnTo>
                  <a:lnTo>
                    <a:pt x="1808410" y="15727"/>
                  </a:lnTo>
                  <a:lnTo>
                    <a:pt x="1917067" y="19262"/>
                  </a:lnTo>
                  <a:lnTo>
                    <a:pt x="2019919" y="23166"/>
                  </a:lnTo>
                  <a:lnTo>
                    <a:pt x="2116047" y="27459"/>
                  </a:lnTo>
                  <a:lnTo>
                    <a:pt x="2205121" y="32168"/>
                  </a:lnTo>
                  <a:lnTo>
                    <a:pt x="2287248" y="37337"/>
                  </a:lnTo>
                  <a:lnTo>
                    <a:pt x="2362845" y="43018"/>
                  </a:lnTo>
                  <a:lnTo>
                    <a:pt x="2432524" y="49273"/>
                  </a:lnTo>
                  <a:lnTo>
                    <a:pt x="2497008" y="56172"/>
                  </a:lnTo>
                  <a:lnTo>
                    <a:pt x="2557070" y="63787"/>
                  </a:lnTo>
                  <a:lnTo>
                    <a:pt x="2613486" y="72187"/>
                  </a:lnTo>
                  <a:lnTo>
                    <a:pt x="2666991" y="81422"/>
                  </a:lnTo>
                  <a:lnTo>
                    <a:pt x="2702183" y="88217"/>
                  </a:lnTo>
                  <a:lnTo>
                    <a:pt x="2762416" y="101209"/>
                  </a:lnTo>
                  <a:lnTo>
                    <a:pt x="2820798" y="115476"/>
                  </a:lnTo>
                  <a:lnTo>
                    <a:pt x="2878002" y="131039"/>
                  </a:lnTo>
                  <a:lnTo>
                    <a:pt x="2934528" y="147878"/>
                  </a:lnTo>
                  <a:lnTo>
                    <a:pt x="2990733" y="165928"/>
                  </a:lnTo>
                  <a:lnTo>
                    <a:pt x="3046854" y="185077"/>
                  </a:lnTo>
                  <a:lnTo>
                    <a:pt x="3103029" y="205163"/>
                  </a:lnTo>
                  <a:lnTo>
                    <a:pt x="3159312" y="225983"/>
                  </a:lnTo>
                  <a:lnTo>
                    <a:pt x="3215697" y="247295"/>
                  </a:lnTo>
                  <a:lnTo>
                    <a:pt x="3272136" y="268832"/>
                  </a:lnTo>
                  <a:lnTo>
                    <a:pt x="3328561" y="290314"/>
                  </a:lnTo>
                  <a:lnTo>
                    <a:pt x="3384911" y="311465"/>
                  </a:lnTo>
                  <a:lnTo>
                    <a:pt x="3441150" y="332028"/>
                  </a:lnTo>
                  <a:lnTo>
                    <a:pt x="3497293" y="351773"/>
                  </a:lnTo>
                  <a:lnTo>
                    <a:pt x="3553425" y="370512"/>
                  </a:lnTo>
                  <a:lnTo>
                    <a:pt x="3609721" y="388103"/>
                  </a:lnTo>
                  <a:lnTo>
                    <a:pt x="3666460" y="404452"/>
                  </a:lnTo>
                  <a:lnTo>
                    <a:pt x="3724053" y="419513"/>
                  </a:lnTo>
                  <a:lnTo>
                    <a:pt x="3783061" y="433281"/>
                  </a:lnTo>
                  <a:lnTo>
                    <a:pt x="3820202" y="441086"/>
                  </a:lnTo>
                  <a:lnTo>
                    <a:pt x="3872102" y="450905"/>
                  </a:lnTo>
                  <a:lnTo>
                    <a:pt x="3926455" y="459871"/>
                  </a:lnTo>
                  <a:lnTo>
                    <a:pt x="3983946" y="468015"/>
                  </a:lnTo>
                  <a:lnTo>
                    <a:pt x="4045327" y="475395"/>
                  </a:lnTo>
                  <a:lnTo>
                    <a:pt x="4111377" y="482082"/>
                  </a:lnTo>
                  <a:lnTo>
                    <a:pt x="4182859" y="488147"/>
                  </a:lnTo>
                  <a:lnTo>
                    <a:pt x="4260470" y="493659"/>
                  </a:lnTo>
                  <a:lnTo>
                    <a:pt x="4344769" y="498677"/>
                  </a:lnTo>
                  <a:lnTo>
                    <a:pt x="4436088" y="503250"/>
                  </a:lnTo>
                  <a:lnTo>
                    <a:pt x="4534411" y="507417"/>
                  </a:lnTo>
                  <a:lnTo>
                    <a:pt x="4639237" y="511203"/>
                  </a:lnTo>
                  <a:lnTo>
                    <a:pt x="4749430" y="514622"/>
                  </a:lnTo>
                  <a:lnTo>
                    <a:pt x="4863099" y="517679"/>
                  </a:lnTo>
                  <a:lnTo>
                    <a:pt x="4977535" y="520370"/>
                  </a:lnTo>
                  <a:lnTo>
                    <a:pt x="5089287" y="522687"/>
                  </a:lnTo>
                  <a:lnTo>
                    <a:pt x="5194397" y="524623"/>
                  </a:lnTo>
                  <a:lnTo>
                    <a:pt x="5288828" y="526179"/>
                  </a:lnTo>
                  <a:lnTo>
                    <a:pt x="5369024" y="527369"/>
                  </a:lnTo>
                  <a:lnTo>
                    <a:pt x="5432508" y="528221"/>
                  </a:lnTo>
                  <a:lnTo>
                    <a:pt x="5478342" y="528781"/>
                  </a:lnTo>
                  <a:lnTo>
                    <a:pt x="5507377" y="529104"/>
                  </a:lnTo>
                  <a:lnTo>
                    <a:pt x="5522228" y="529255"/>
                  </a:lnTo>
                  <a:lnTo>
                    <a:pt x="5527078" y="529300"/>
                  </a:lnTo>
                  <a:lnTo>
                    <a:pt x="5527445" y="529304"/>
                  </a:lnTo>
                  <a:lnTo>
                    <a:pt x="6522385" y="529304"/>
                  </a:lnTo>
                  <a:lnTo>
                    <a:pt x="6523522" y="529305"/>
                  </a:lnTo>
                  <a:lnTo>
                    <a:pt x="6531021" y="529312"/>
                  </a:lnTo>
                  <a:lnTo>
                    <a:pt x="6550026" y="529334"/>
                  </a:lnTo>
                  <a:lnTo>
                    <a:pt x="6584251" y="529377"/>
                  </a:lnTo>
                  <a:lnTo>
                    <a:pt x="6635768" y="529447"/>
                  </a:lnTo>
                  <a:lnTo>
                    <a:pt x="6704845" y="529552"/>
                  </a:lnTo>
                  <a:lnTo>
                    <a:pt x="6790010" y="529694"/>
                  </a:lnTo>
                  <a:lnTo>
                    <a:pt x="6888370" y="529877"/>
                  </a:lnTo>
                  <a:lnTo>
                    <a:pt x="6996144" y="530101"/>
                  </a:lnTo>
                  <a:lnTo>
                    <a:pt x="7109255" y="530367"/>
                  </a:lnTo>
                  <a:lnTo>
                    <a:pt x="7223863" y="530673"/>
                  </a:lnTo>
                  <a:lnTo>
                    <a:pt x="7336734" y="531019"/>
                  </a:lnTo>
                  <a:lnTo>
                    <a:pt x="7445420" y="531405"/>
                  </a:lnTo>
                  <a:lnTo>
                    <a:pt x="7548283" y="531831"/>
                  </a:lnTo>
                  <a:lnTo>
                    <a:pt x="7644408" y="532299"/>
                  </a:lnTo>
                  <a:lnTo>
                    <a:pt x="7733468" y="532813"/>
                  </a:lnTo>
                  <a:lnTo>
                    <a:pt x="7815576" y="533377"/>
                  </a:lnTo>
                  <a:lnTo>
                    <a:pt x="7891151" y="533996"/>
                  </a:lnTo>
                  <a:lnTo>
                    <a:pt x="7960807" y="534679"/>
                  </a:lnTo>
                  <a:lnTo>
                    <a:pt x="8025272" y="535432"/>
                  </a:lnTo>
                  <a:lnTo>
                    <a:pt x="8085319" y="536263"/>
                  </a:lnTo>
                  <a:lnTo>
                    <a:pt x="8141726" y="537179"/>
                  </a:lnTo>
                  <a:lnTo>
                    <a:pt x="8195229" y="538187"/>
                  </a:lnTo>
                  <a:lnTo>
                    <a:pt x="8229629" y="538911"/>
                  </a:lnTo>
                  <a:lnTo>
                    <a:pt x="8291265" y="540362"/>
                  </a:lnTo>
                  <a:lnTo>
                    <a:pt x="8350980" y="541957"/>
                  </a:lnTo>
                  <a:lnTo>
                    <a:pt x="8409488" y="543701"/>
                  </a:lnTo>
                  <a:lnTo>
                    <a:pt x="8467316" y="545590"/>
                  </a:lnTo>
                  <a:lnTo>
                    <a:pt x="8524836" y="547616"/>
                  </a:lnTo>
                  <a:lnTo>
                    <a:pt x="8582290" y="549766"/>
                  </a:lnTo>
                  <a:lnTo>
                    <a:pt x="8639813" y="552020"/>
                  </a:lnTo>
                  <a:lnTo>
                    <a:pt x="8697451" y="554353"/>
                  </a:lnTo>
                  <a:lnTo>
                    <a:pt x="8755190" y="556736"/>
                  </a:lnTo>
                  <a:lnTo>
                    <a:pt x="8812971" y="559139"/>
                  </a:lnTo>
                  <a:lnTo>
                    <a:pt x="8870721" y="561528"/>
                  </a:lnTo>
                  <a:lnTo>
                    <a:pt x="8928378" y="563871"/>
                  </a:lnTo>
                  <a:lnTo>
                    <a:pt x="8985917" y="566139"/>
                  </a:lnTo>
                  <a:lnTo>
                    <a:pt x="9043375" y="568306"/>
                  </a:lnTo>
                  <a:lnTo>
                    <a:pt x="9100872" y="570353"/>
                  </a:lnTo>
                  <a:lnTo>
                    <a:pt x="9158631" y="572264"/>
                  </a:lnTo>
                  <a:lnTo>
                    <a:pt x="9217001" y="574031"/>
                  </a:lnTo>
                  <a:lnTo>
                    <a:pt x="9276483" y="575651"/>
                  </a:lnTo>
                  <a:lnTo>
                    <a:pt x="9337759" y="577123"/>
                  </a:lnTo>
                  <a:lnTo>
                    <a:pt x="9347647" y="577343"/>
                  </a:lnTo>
                  <a:lnTo>
                    <a:pt x="9399583" y="578413"/>
                  </a:lnTo>
                  <a:lnTo>
                    <a:pt x="9453974" y="579390"/>
                  </a:lnTo>
                  <a:lnTo>
                    <a:pt x="9511509" y="580277"/>
                  </a:lnTo>
                  <a:lnTo>
                    <a:pt x="9572940" y="581081"/>
                  </a:lnTo>
                  <a:lnTo>
                    <a:pt x="9639049" y="581810"/>
                  </a:lnTo>
                  <a:lnTo>
                    <a:pt x="9710599" y="582471"/>
                  </a:lnTo>
                  <a:lnTo>
                    <a:pt x="9788289" y="583071"/>
                  </a:lnTo>
                  <a:lnTo>
                    <a:pt x="9872678" y="583618"/>
                  </a:lnTo>
                  <a:lnTo>
                    <a:pt x="9964097" y="584116"/>
                  </a:lnTo>
                  <a:lnTo>
                    <a:pt x="10062528" y="584570"/>
                  </a:lnTo>
                  <a:lnTo>
                    <a:pt x="10167464" y="584982"/>
                  </a:lnTo>
                  <a:lnTo>
                    <a:pt x="10277764" y="585354"/>
                  </a:lnTo>
                  <a:lnTo>
                    <a:pt x="10391526" y="585687"/>
                  </a:lnTo>
                  <a:lnTo>
                    <a:pt x="10506030" y="585980"/>
                  </a:lnTo>
                  <a:lnTo>
                    <a:pt x="10617811" y="586232"/>
                  </a:lnTo>
                  <a:lnTo>
                    <a:pt x="10722901" y="586443"/>
                  </a:lnTo>
                  <a:lnTo>
                    <a:pt x="10817256" y="586612"/>
                  </a:lnTo>
                  <a:lnTo>
                    <a:pt x="10897325" y="586741"/>
                  </a:lnTo>
                  <a:lnTo>
                    <a:pt x="10960636" y="586834"/>
                  </a:lnTo>
                  <a:lnTo>
                    <a:pt x="11006276" y="586894"/>
                  </a:lnTo>
                  <a:lnTo>
                    <a:pt x="11035117" y="586929"/>
                  </a:lnTo>
                  <a:lnTo>
                    <a:pt x="11049804" y="586945"/>
                  </a:lnTo>
                  <a:lnTo>
                    <a:pt x="11054548" y="586950"/>
                  </a:lnTo>
                  <a:lnTo>
                    <a:pt x="11054891" y="586951"/>
                  </a:lnTo>
                  <a:lnTo>
                    <a:pt x="12049831" y="586951"/>
                  </a:lnTo>
                  <a:lnTo>
                    <a:pt x="12049831" y="5869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4" name="pl583"/>
            <p:cNvSpPr/>
            <p:nvPr/>
          </p:nvSpPr>
          <p:spPr>
            <a:xfrm>
              <a:off x="1199187" y="1776410"/>
              <a:ext cx="12049831" cy="586951"/>
            </a:xfrm>
            <a:custGeom>
              <a:avLst/>
              <a:pathLst>
                <a:path w="12049831" h="586951">
                  <a:moveTo>
                    <a:pt x="12049831" y="586951"/>
                  </a:moveTo>
                  <a:lnTo>
                    <a:pt x="11054891" y="586951"/>
                  </a:lnTo>
                  <a:lnTo>
                    <a:pt x="11053755" y="586949"/>
                  </a:lnTo>
                  <a:lnTo>
                    <a:pt x="11046255" y="586942"/>
                  </a:lnTo>
                  <a:lnTo>
                    <a:pt x="11027251" y="586920"/>
                  </a:lnTo>
                  <a:lnTo>
                    <a:pt x="10993025" y="586877"/>
                  </a:lnTo>
                  <a:lnTo>
                    <a:pt x="10941508" y="586807"/>
                  </a:lnTo>
                  <a:lnTo>
                    <a:pt x="10872431" y="586702"/>
                  </a:lnTo>
                  <a:lnTo>
                    <a:pt x="10787267" y="586560"/>
                  </a:lnTo>
                  <a:lnTo>
                    <a:pt x="10688906" y="586377"/>
                  </a:lnTo>
                  <a:lnTo>
                    <a:pt x="10581132" y="586153"/>
                  </a:lnTo>
                  <a:lnTo>
                    <a:pt x="10468021" y="585887"/>
                  </a:lnTo>
                  <a:lnTo>
                    <a:pt x="10353413" y="585581"/>
                  </a:lnTo>
                  <a:lnTo>
                    <a:pt x="10240543" y="585235"/>
                  </a:lnTo>
                  <a:lnTo>
                    <a:pt x="10131856" y="584849"/>
                  </a:lnTo>
                  <a:lnTo>
                    <a:pt x="10028994" y="584423"/>
                  </a:lnTo>
                  <a:lnTo>
                    <a:pt x="9932869" y="583955"/>
                  </a:lnTo>
                  <a:lnTo>
                    <a:pt x="9843809" y="583441"/>
                  </a:lnTo>
                  <a:lnTo>
                    <a:pt x="9761700" y="582877"/>
                  </a:lnTo>
                  <a:lnTo>
                    <a:pt x="9686126" y="582258"/>
                  </a:lnTo>
                  <a:lnTo>
                    <a:pt x="9616469" y="581575"/>
                  </a:lnTo>
                  <a:lnTo>
                    <a:pt x="9552005" y="580822"/>
                  </a:lnTo>
                  <a:lnTo>
                    <a:pt x="9491957" y="579991"/>
                  </a:lnTo>
                  <a:lnTo>
                    <a:pt x="9435550" y="579075"/>
                  </a:lnTo>
                  <a:lnTo>
                    <a:pt x="9382048" y="578067"/>
                  </a:lnTo>
                  <a:lnTo>
                    <a:pt x="9347647" y="577343"/>
                  </a:lnTo>
                  <a:lnTo>
                    <a:pt x="9286011" y="575893"/>
                  </a:lnTo>
                  <a:lnTo>
                    <a:pt x="9226297" y="574297"/>
                  </a:lnTo>
                  <a:lnTo>
                    <a:pt x="9167789" y="572553"/>
                  </a:lnTo>
                  <a:lnTo>
                    <a:pt x="9109960" y="570664"/>
                  </a:lnTo>
                  <a:lnTo>
                    <a:pt x="9052440" y="568638"/>
                  </a:lnTo>
                  <a:lnTo>
                    <a:pt x="8994986" y="566488"/>
                  </a:lnTo>
                  <a:lnTo>
                    <a:pt x="8937464" y="564234"/>
                  </a:lnTo>
                  <a:lnTo>
                    <a:pt x="8879825" y="561901"/>
                  </a:lnTo>
                  <a:lnTo>
                    <a:pt x="8822086" y="559518"/>
                  </a:lnTo>
                  <a:lnTo>
                    <a:pt x="8764306" y="557115"/>
                  </a:lnTo>
                  <a:lnTo>
                    <a:pt x="8706556" y="554726"/>
                  </a:lnTo>
                  <a:lnTo>
                    <a:pt x="8648899" y="552383"/>
                  </a:lnTo>
                  <a:lnTo>
                    <a:pt x="8591359" y="550115"/>
                  </a:lnTo>
                  <a:lnTo>
                    <a:pt x="8533901" y="547948"/>
                  </a:lnTo>
                  <a:lnTo>
                    <a:pt x="8476405" y="545901"/>
                  </a:lnTo>
                  <a:lnTo>
                    <a:pt x="8418646" y="543990"/>
                  </a:lnTo>
                  <a:lnTo>
                    <a:pt x="8360276" y="542223"/>
                  </a:lnTo>
                  <a:lnTo>
                    <a:pt x="8300794" y="540604"/>
                  </a:lnTo>
                  <a:lnTo>
                    <a:pt x="8239518" y="539131"/>
                  </a:lnTo>
                  <a:lnTo>
                    <a:pt x="8229629" y="538911"/>
                  </a:lnTo>
                  <a:lnTo>
                    <a:pt x="8177694" y="537841"/>
                  </a:lnTo>
                  <a:lnTo>
                    <a:pt x="8123302" y="536864"/>
                  </a:lnTo>
                  <a:lnTo>
                    <a:pt x="8065767" y="535977"/>
                  </a:lnTo>
                  <a:lnTo>
                    <a:pt x="8004336" y="535173"/>
                  </a:lnTo>
                  <a:lnTo>
                    <a:pt x="7938228" y="534444"/>
                  </a:lnTo>
                  <a:lnTo>
                    <a:pt x="7866677" y="533783"/>
                  </a:lnTo>
                  <a:lnTo>
                    <a:pt x="7788987" y="533183"/>
                  </a:lnTo>
                  <a:lnTo>
                    <a:pt x="7704598" y="532636"/>
                  </a:lnTo>
                  <a:lnTo>
                    <a:pt x="7613180" y="532138"/>
                  </a:lnTo>
                  <a:lnTo>
                    <a:pt x="7514749" y="531684"/>
                  </a:lnTo>
                  <a:lnTo>
                    <a:pt x="7409812" y="531272"/>
                  </a:lnTo>
                  <a:lnTo>
                    <a:pt x="7299512" y="530900"/>
                  </a:lnTo>
                  <a:lnTo>
                    <a:pt x="7185751" y="530567"/>
                  </a:lnTo>
                  <a:lnTo>
                    <a:pt x="7071247" y="530274"/>
                  </a:lnTo>
                  <a:lnTo>
                    <a:pt x="6959465" y="530022"/>
                  </a:lnTo>
                  <a:lnTo>
                    <a:pt x="6854375" y="529811"/>
                  </a:lnTo>
                  <a:lnTo>
                    <a:pt x="6760020" y="529642"/>
                  </a:lnTo>
                  <a:lnTo>
                    <a:pt x="6679952" y="529513"/>
                  </a:lnTo>
                  <a:lnTo>
                    <a:pt x="6616640" y="529420"/>
                  </a:lnTo>
                  <a:lnTo>
                    <a:pt x="6571001" y="529360"/>
                  </a:lnTo>
                  <a:lnTo>
                    <a:pt x="6542159" y="529325"/>
                  </a:lnTo>
                  <a:lnTo>
                    <a:pt x="6527473" y="529309"/>
                  </a:lnTo>
                  <a:lnTo>
                    <a:pt x="6522729" y="529304"/>
                  </a:lnTo>
                  <a:lnTo>
                    <a:pt x="6522385" y="529304"/>
                  </a:lnTo>
                  <a:lnTo>
                    <a:pt x="5527445" y="529304"/>
                  </a:lnTo>
                  <a:lnTo>
                    <a:pt x="5526311" y="529293"/>
                  </a:lnTo>
                  <a:lnTo>
                    <a:pt x="5518826" y="529222"/>
                  </a:lnTo>
                  <a:lnTo>
                    <a:pt x="5499857" y="529023"/>
                  </a:lnTo>
                  <a:lnTo>
                    <a:pt x="5465692" y="528632"/>
                  </a:lnTo>
                  <a:lnTo>
                    <a:pt x="5414261" y="527985"/>
                  </a:lnTo>
                  <a:lnTo>
                    <a:pt x="5345292" y="527030"/>
                  </a:lnTo>
                  <a:lnTo>
                    <a:pt x="5260247" y="525726"/>
                  </a:lnTo>
                  <a:lnTo>
                    <a:pt x="5162007" y="524050"/>
                  </a:lnTo>
                  <a:lnTo>
                    <a:pt x="5054345" y="521992"/>
                  </a:lnTo>
                  <a:lnTo>
                    <a:pt x="4941329" y="519556"/>
                  </a:lnTo>
                  <a:lnTo>
                    <a:pt x="4826795" y="516749"/>
                  </a:lnTo>
                  <a:lnTo>
                    <a:pt x="4713975" y="513576"/>
                  </a:lnTo>
                  <a:lnTo>
                    <a:pt x="4605318" y="510041"/>
                  </a:lnTo>
                  <a:lnTo>
                    <a:pt x="4502466" y="506137"/>
                  </a:lnTo>
                  <a:lnTo>
                    <a:pt x="4406338" y="501845"/>
                  </a:lnTo>
                  <a:lnTo>
                    <a:pt x="4317264" y="497135"/>
                  </a:lnTo>
                  <a:lnTo>
                    <a:pt x="4235137" y="491966"/>
                  </a:lnTo>
                  <a:lnTo>
                    <a:pt x="4159540" y="486285"/>
                  </a:lnTo>
                  <a:lnTo>
                    <a:pt x="4089861" y="480030"/>
                  </a:lnTo>
                  <a:lnTo>
                    <a:pt x="4025377" y="473131"/>
                  </a:lnTo>
                  <a:lnTo>
                    <a:pt x="3965315" y="465516"/>
                  </a:lnTo>
                  <a:lnTo>
                    <a:pt x="3908899" y="457116"/>
                  </a:lnTo>
                  <a:lnTo>
                    <a:pt x="3855394" y="447881"/>
                  </a:lnTo>
                  <a:lnTo>
                    <a:pt x="3820202" y="441086"/>
                  </a:lnTo>
                  <a:lnTo>
                    <a:pt x="3759969" y="428094"/>
                  </a:lnTo>
                  <a:lnTo>
                    <a:pt x="3701587" y="413827"/>
                  </a:lnTo>
                  <a:lnTo>
                    <a:pt x="3644383" y="398264"/>
                  </a:lnTo>
                  <a:lnTo>
                    <a:pt x="3587857" y="381425"/>
                  </a:lnTo>
                  <a:lnTo>
                    <a:pt x="3531652" y="363375"/>
                  </a:lnTo>
                  <a:lnTo>
                    <a:pt x="3475531" y="344226"/>
                  </a:lnTo>
                  <a:lnTo>
                    <a:pt x="3419356" y="324140"/>
                  </a:lnTo>
                  <a:lnTo>
                    <a:pt x="3363073" y="303320"/>
                  </a:lnTo>
                  <a:lnTo>
                    <a:pt x="3306688" y="282008"/>
                  </a:lnTo>
                  <a:lnTo>
                    <a:pt x="3250249" y="260472"/>
                  </a:lnTo>
                  <a:lnTo>
                    <a:pt x="3193824" y="238989"/>
                  </a:lnTo>
                  <a:lnTo>
                    <a:pt x="3137474" y="217838"/>
                  </a:lnTo>
                  <a:lnTo>
                    <a:pt x="3081235" y="197275"/>
                  </a:lnTo>
                  <a:lnTo>
                    <a:pt x="3025092" y="177530"/>
                  </a:lnTo>
                  <a:lnTo>
                    <a:pt x="2968960" y="158791"/>
                  </a:lnTo>
                  <a:lnTo>
                    <a:pt x="2912664" y="141200"/>
                  </a:lnTo>
                  <a:lnTo>
                    <a:pt x="2855925" y="124851"/>
                  </a:lnTo>
                  <a:lnTo>
                    <a:pt x="2798332" y="109790"/>
                  </a:lnTo>
                  <a:lnTo>
                    <a:pt x="2739324" y="96022"/>
                  </a:lnTo>
                  <a:lnTo>
                    <a:pt x="2702183" y="88217"/>
                  </a:lnTo>
                  <a:lnTo>
                    <a:pt x="2650283" y="78398"/>
                  </a:lnTo>
                  <a:lnTo>
                    <a:pt x="2595930" y="69432"/>
                  </a:lnTo>
                  <a:lnTo>
                    <a:pt x="2538439" y="61288"/>
                  </a:lnTo>
                  <a:lnTo>
                    <a:pt x="2477058" y="53908"/>
                  </a:lnTo>
                  <a:lnTo>
                    <a:pt x="2411008" y="47221"/>
                  </a:lnTo>
                  <a:lnTo>
                    <a:pt x="2339526" y="41156"/>
                  </a:lnTo>
                  <a:lnTo>
                    <a:pt x="2261915" y="35644"/>
                  </a:lnTo>
                  <a:lnTo>
                    <a:pt x="2177616" y="30626"/>
                  </a:lnTo>
                  <a:lnTo>
                    <a:pt x="2086297" y="26053"/>
                  </a:lnTo>
                  <a:lnTo>
                    <a:pt x="1987974" y="21886"/>
                  </a:lnTo>
                  <a:lnTo>
                    <a:pt x="1883148" y="18100"/>
                  </a:lnTo>
                  <a:lnTo>
                    <a:pt x="1772955" y="14681"/>
                  </a:lnTo>
                  <a:lnTo>
                    <a:pt x="1659286" y="11624"/>
                  </a:lnTo>
                  <a:lnTo>
                    <a:pt x="1544850" y="8933"/>
                  </a:lnTo>
                  <a:lnTo>
                    <a:pt x="1433098" y="6616"/>
                  </a:lnTo>
                  <a:lnTo>
                    <a:pt x="1327988" y="4680"/>
                  </a:lnTo>
                  <a:lnTo>
                    <a:pt x="1233557" y="3124"/>
                  </a:lnTo>
                  <a:lnTo>
                    <a:pt x="1153361" y="1934"/>
                  </a:lnTo>
                  <a:lnTo>
                    <a:pt x="1089877" y="1082"/>
                  </a:lnTo>
                  <a:lnTo>
                    <a:pt x="1044043" y="522"/>
                  </a:lnTo>
                  <a:lnTo>
                    <a:pt x="1015008" y="199"/>
                  </a:lnTo>
                  <a:lnTo>
                    <a:pt x="1000157" y="48"/>
                  </a:lnTo>
                  <a:lnTo>
                    <a:pt x="995307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5" name="pg584"/>
            <p:cNvSpPr/>
            <p:nvPr/>
          </p:nvSpPr>
          <p:spPr>
            <a:xfrm>
              <a:off x="1199187" y="1786891"/>
              <a:ext cx="12049831" cy="828020"/>
            </a:xfrm>
            <a:custGeom>
              <a:avLst/>
              <a:pathLst>
                <a:path w="12049831" h="828020">
                  <a:moveTo>
                    <a:pt x="0" y="15721"/>
                  </a:moveTo>
                  <a:lnTo>
                    <a:pt x="994940" y="15721"/>
                  </a:lnTo>
                  <a:lnTo>
                    <a:pt x="996074" y="15731"/>
                  </a:lnTo>
                  <a:lnTo>
                    <a:pt x="1003559" y="15803"/>
                  </a:lnTo>
                  <a:lnTo>
                    <a:pt x="1022528" y="16002"/>
                  </a:lnTo>
                  <a:lnTo>
                    <a:pt x="1056693" y="16393"/>
                  </a:lnTo>
                  <a:lnTo>
                    <a:pt x="1108124" y="17040"/>
                  </a:lnTo>
                  <a:lnTo>
                    <a:pt x="1177093" y="17995"/>
                  </a:lnTo>
                  <a:lnTo>
                    <a:pt x="1262138" y="19299"/>
                  </a:lnTo>
                  <a:lnTo>
                    <a:pt x="1360378" y="20975"/>
                  </a:lnTo>
                  <a:lnTo>
                    <a:pt x="1468040" y="23033"/>
                  </a:lnTo>
                  <a:lnTo>
                    <a:pt x="1581056" y="25469"/>
                  </a:lnTo>
                  <a:lnTo>
                    <a:pt x="1695590" y="28276"/>
                  </a:lnTo>
                  <a:lnTo>
                    <a:pt x="1808410" y="31449"/>
                  </a:lnTo>
                  <a:lnTo>
                    <a:pt x="1917067" y="34983"/>
                  </a:lnTo>
                  <a:lnTo>
                    <a:pt x="2019919" y="38888"/>
                  </a:lnTo>
                  <a:lnTo>
                    <a:pt x="2116047" y="43180"/>
                  </a:lnTo>
                  <a:lnTo>
                    <a:pt x="2205121" y="47890"/>
                  </a:lnTo>
                  <a:lnTo>
                    <a:pt x="2287248" y="53059"/>
                  </a:lnTo>
                  <a:lnTo>
                    <a:pt x="2362845" y="58740"/>
                  </a:lnTo>
                  <a:lnTo>
                    <a:pt x="2432524" y="64995"/>
                  </a:lnTo>
                  <a:lnTo>
                    <a:pt x="2497008" y="71894"/>
                  </a:lnTo>
                  <a:lnTo>
                    <a:pt x="2557070" y="79509"/>
                  </a:lnTo>
                  <a:lnTo>
                    <a:pt x="2613486" y="87909"/>
                  </a:lnTo>
                  <a:lnTo>
                    <a:pt x="2666991" y="97144"/>
                  </a:lnTo>
                  <a:lnTo>
                    <a:pt x="2702183" y="103939"/>
                  </a:lnTo>
                  <a:lnTo>
                    <a:pt x="2762416" y="116931"/>
                  </a:lnTo>
                  <a:lnTo>
                    <a:pt x="2820798" y="131198"/>
                  </a:lnTo>
                  <a:lnTo>
                    <a:pt x="2878002" y="146761"/>
                  </a:lnTo>
                  <a:lnTo>
                    <a:pt x="2934528" y="163600"/>
                  </a:lnTo>
                  <a:lnTo>
                    <a:pt x="2990733" y="181650"/>
                  </a:lnTo>
                  <a:lnTo>
                    <a:pt x="3046854" y="200798"/>
                  </a:lnTo>
                  <a:lnTo>
                    <a:pt x="3103029" y="220885"/>
                  </a:lnTo>
                  <a:lnTo>
                    <a:pt x="3159312" y="241705"/>
                  </a:lnTo>
                  <a:lnTo>
                    <a:pt x="3215697" y="263017"/>
                  </a:lnTo>
                  <a:lnTo>
                    <a:pt x="3272136" y="284553"/>
                  </a:lnTo>
                  <a:lnTo>
                    <a:pt x="3328561" y="306036"/>
                  </a:lnTo>
                  <a:lnTo>
                    <a:pt x="3384911" y="327187"/>
                  </a:lnTo>
                  <a:lnTo>
                    <a:pt x="3441150" y="347750"/>
                  </a:lnTo>
                  <a:lnTo>
                    <a:pt x="3497293" y="367495"/>
                  </a:lnTo>
                  <a:lnTo>
                    <a:pt x="3553425" y="386234"/>
                  </a:lnTo>
                  <a:lnTo>
                    <a:pt x="3609721" y="403825"/>
                  </a:lnTo>
                  <a:lnTo>
                    <a:pt x="3666460" y="420174"/>
                  </a:lnTo>
                  <a:lnTo>
                    <a:pt x="3724053" y="435235"/>
                  </a:lnTo>
                  <a:lnTo>
                    <a:pt x="3783061" y="449003"/>
                  </a:lnTo>
                  <a:lnTo>
                    <a:pt x="3820202" y="456808"/>
                  </a:lnTo>
                  <a:lnTo>
                    <a:pt x="3872102" y="466627"/>
                  </a:lnTo>
                  <a:lnTo>
                    <a:pt x="3926455" y="475593"/>
                  </a:lnTo>
                  <a:lnTo>
                    <a:pt x="3983946" y="483737"/>
                  </a:lnTo>
                  <a:lnTo>
                    <a:pt x="4045327" y="491117"/>
                  </a:lnTo>
                  <a:lnTo>
                    <a:pt x="4111377" y="497804"/>
                  </a:lnTo>
                  <a:lnTo>
                    <a:pt x="4182859" y="503869"/>
                  </a:lnTo>
                  <a:lnTo>
                    <a:pt x="4260470" y="509381"/>
                  </a:lnTo>
                  <a:lnTo>
                    <a:pt x="4344769" y="514399"/>
                  </a:lnTo>
                  <a:lnTo>
                    <a:pt x="4436088" y="518972"/>
                  </a:lnTo>
                  <a:lnTo>
                    <a:pt x="4534411" y="523139"/>
                  </a:lnTo>
                  <a:lnTo>
                    <a:pt x="4639237" y="526925"/>
                  </a:lnTo>
                  <a:lnTo>
                    <a:pt x="4749430" y="530344"/>
                  </a:lnTo>
                  <a:lnTo>
                    <a:pt x="4863099" y="533401"/>
                  </a:lnTo>
                  <a:lnTo>
                    <a:pt x="4977535" y="536092"/>
                  </a:lnTo>
                  <a:lnTo>
                    <a:pt x="5089287" y="538408"/>
                  </a:lnTo>
                  <a:lnTo>
                    <a:pt x="5194397" y="540344"/>
                  </a:lnTo>
                  <a:lnTo>
                    <a:pt x="5288828" y="541901"/>
                  </a:lnTo>
                  <a:lnTo>
                    <a:pt x="5369024" y="543091"/>
                  </a:lnTo>
                  <a:lnTo>
                    <a:pt x="5432508" y="543943"/>
                  </a:lnTo>
                  <a:lnTo>
                    <a:pt x="5478342" y="544503"/>
                  </a:lnTo>
                  <a:lnTo>
                    <a:pt x="5507377" y="544826"/>
                  </a:lnTo>
                  <a:lnTo>
                    <a:pt x="5522228" y="544977"/>
                  </a:lnTo>
                  <a:lnTo>
                    <a:pt x="5527078" y="545022"/>
                  </a:lnTo>
                  <a:lnTo>
                    <a:pt x="5527445" y="545025"/>
                  </a:lnTo>
                  <a:lnTo>
                    <a:pt x="6522385" y="545025"/>
                  </a:lnTo>
                  <a:lnTo>
                    <a:pt x="6523521" y="545031"/>
                  </a:lnTo>
                  <a:lnTo>
                    <a:pt x="6531017" y="545069"/>
                  </a:lnTo>
                  <a:lnTo>
                    <a:pt x="6550011" y="545176"/>
                  </a:lnTo>
                  <a:lnTo>
                    <a:pt x="6584220" y="545385"/>
                  </a:lnTo>
                  <a:lnTo>
                    <a:pt x="6635713" y="545731"/>
                  </a:lnTo>
                  <a:lnTo>
                    <a:pt x="6704760" y="546243"/>
                  </a:lnTo>
                  <a:lnTo>
                    <a:pt x="6789891" y="546941"/>
                  </a:lnTo>
                  <a:lnTo>
                    <a:pt x="6888219" y="547838"/>
                  </a:lnTo>
                  <a:lnTo>
                    <a:pt x="6995962" y="548940"/>
                  </a:lnTo>
                  <a:lnTo>
                    <a:pt x="7109046" y="550244"/>
                  </a:lnTo>
                  <a:lnTo>
                    <a:pt x="7223634" y="551746"/>
                  </a:lnTo>
                  <a:lnTo>
                    <a:pt x="7336490" y="553444"/>
                  </a:lnTo>
                  <a:lnTo>
                    <a:pt x="7445168" y="555336"/>
                  </a:lnTo>
                  <a:lnTo>
                    <a:pt x="7548028" y="557426"/>
                  </a:lnTo>
                  <a:lnTo>
                    <a:pt x="7644154" y="559724"/>
                  </a:lnTo>
                  <a:lnTo>
                    <a:pt x="7733218" y="562245"/>
                  </a:lnTo>
                  <a:lnTo>
                    <a:pt x="7815331" y="565012"/>
                  </a:lnTo>
                  <a:lnTo>
                    <a:pt x="7890912" y="568053"/>
                  </a:lnTo>
                  <a:lnTo>
                    <a:pt x="7960575" y="571401"/>
                  </a:lnTo>
                  <a:lnTo>
                    <a:pt x="8025045" y="575095"/>
                  </a:lnTo>
                  <a:lnTo>
                    <a:pt x="8085096" y="579173"/>
                  </a:lnTo>
                  <a:lnTo>
                    <a:pt x="8141506" y="583670"/>
                  </a:lnTo>
                  <a:lnTo>
                    <a:pt x="8195009" y="588615"/>
                  </a:lnTo>
                  <a:lnTo>
                    <a:pt x="8229629" y="592191"/>
                  </a:lnTo>
                  <a:lnTo>
                    <a:pt x="8290860" y="599260"/>
                  </a:lnTo>
                  <a:lnTo>
                    <a:pt x="8350189" y="607035"/>
                  </a:lnTo>
                  <a:lnTo>
                    <a:pt x="8408320" y="615525"/>
                  </a:lnTo>
                  <a:lnTo>
                    <a:pt x="8465772" y="624720"/>
                  </a:lnTo>
                  <a:lnTo>
                    <a:pt x="8522911" y="634581"/>
                  </a:lnTo>
                  <a:lnTo>
                    <a:pt x="8579979" y="645043"/>
                  </a:lnTo>
                  <a:lnTo>
                    <a:pt x="8637112" y="656013"/>
                  </a:lnTo>
                  <a:lnTo>
                    <a:pt x="8694358" y="667373"/>
                  </a:lnTo>
                  <a:lnTo>
                    <a:pt x="8751706" y="678986"/>
                  </a:lnTo>
                  <a:lnTo>
                    <a:pt x="8809099" y="690700"/>
                  </a:lnTo>
                  <a:lnTo>
                    <a:pt x="8866466" y="702358"/>
                  </a:lnTo>
                  <a:lnTo>
                    <a:pt x="8923745" y="713806"/>
                  </a:lnTo>
                  <a:lnTo>
                    <a:pt x="8980909" y="724901"/>
                  </a:lnTo>
                  <a:lnTo>
                    <a:pt x="9037985" y="735519"/>
                  </a:lnTo>
                  <a:lnTo>
                    <a:pt x="9095085" y="745560"/>
                  </a:lnTo>
                  <a:lnTo>
                    <a:pt x="9152415" y="754952"/>
                  </a:lnTo>
                  <a:lnTo>
                    <a:pt x="9210306" y="763647"/>
                  </a:lnTo>
                  <a:lnTo>
                    <a:pt x="9269228" y="771627"/>
                  </a:lnTo>
                  <a:lnTo>
                    <a:pt x="9329828" y="778896"/>
                  </a:lnTo>
                  <a:lnTo>
                    <a:pt x="9347647" y="780854"/>
                  </a:lnTo>
                  <a:lnTo>
                    <a:pt x="9399573" y="786106"/>
                  </a:lnTo>
                  <a:lnTo>
                    <a:pt x="9453954" y="790902"/>
                  </a:lnTo>
                  <a:lnTo>
                    <a:pt x="9511477" y="795257"/>
                  </a:lnTo>
                  <a:lnTo>
                    <a:pt x="9572894" y="799204"/>
                  </a:lnTo>
                  <a:lnTo>
                    <a:pt x="9638986" y="802781"/>
                  </a:lnTo>
                  <a:lnTo>
                    <a:pt x="9710518" y="806024"/>
                  </a:lnTo>
                  <a:lnTo>
                    <a:pt x="9788185" y="808972"/>
                  </a:lnTo>
                  <a:lnTo>
                    <a:pt x="9872550" y="811655"/>
                  </a:lnTo>
                  <a:lnTo>
                    <a:pt x="9963941" y="814100"/>
                  </a:lnTo>
                  <a:lnTo>
                    <a:pt x="10062341" y="816328"/>
                  </a:lnTo>
                  <a:lnTo>
                    <a:pt x="10167247" y="818352"/>
                  </a:lnTo>
                  <a:lnTo>
                    <a:pt x="10277518" y="820180"/>
                  </a:lnTo>
                  <a:lnTo>
                    <a:pt x="10391253" y="821814"/>
                  </a:lnTo>
                  <a:lnTo>
                    <a:pt x="10505739" y="823252"/>
                  </a:lnTo>
                  <a:lnTo>
                    <a:pt x="10617512" y="824490"/>
                  </a:lnTo>
                  <a:lnTo>
                    <a:pt x="10722608" y="825524"/>
                  </a:lnTo>
                  <a:lnTo>
                    <a:pt x="10816984" y="826355"/>
                  </a:lnTo>
                  <a:lnTo>
                    <a:pt x="10897088" y="826990"/>
                  </a:lnTo>
                  <a:lnTo>
                    <a:pt x="10960447" y="827444"/>
                  </a:lnTo>
                  <a:lnTo>
                    <a:pt x="11006141" y="827742"/>
                  </a:lnTo>
                  <a:lnTo>
                    <a:pt x="11035036" y="827914"/>
                  </a:lnTo>
                  <a:lnTo>
                    <a:pt x="11049768" y="827994"/>
                  </a:lnTo>
                  <a:lnTo>
                    <a:pt x="11054541" y="828018"/>
                  </a:lnTo>
                  <a:lnTo>
                    <a:pt x="11054891" y="828020"/>
                  </a:lnTo>
                  <a:lnTo>
                    <a:pt x="12049831" y="828020"/>
                  </a:lnTo>
                  <a:lnTo>
                    <a:pt x="12049831" y="812298"/>
                  </a:lnTo>
                  <a:lnTo>
                    <a:pt x="11054891" y="812298"/>
                  </a:lnTo>
                  <a:lnTo>
                    <a:pt x="11053755" y="812292"/>
                  </a:lnTo>
                  <a:lnTo>
                    <a:pt x="11046260" y="812254"/>
                  </a:lnTo>
                  <a:lnTo>
                    <a:pt x="11027265" y="812148"/>
                  </a:lnTo>
                  <a:lnTo>
                    <a:pt x="10993056" y="811938"/>
                  </a:lnTo>
                  <a:lnTo>
                    <a:pt x="10941563" y="811592"/>
                  </a:lnTo>
                  <a:lnTo>
                    <a:pt x="10872516" y="811080"/>
                  </a:lnTo>
                  <a:lnTo>
                    <a:pt x="10787385" y="810382"/>
                  </a:lnTo>
                  <a:lnTo>
                    <a:pt x="10689058" y="809485"/>
                  </a:lnTo>
                  <a:lnTo>
                    <a:pt x="10581315" y="808384"/>
                  </a:lnTo>
                  <a:lnTo>
                    <a:pt x="10468230" y="807080"/>
                  </a:lnTo>
                  <a:lnTo>
                    <a:pt x="10353643" y="805577"/>
                  </a:lnTo>
                  <a:lnTo>
                    <a:pt x="10240786" y="803879"/>
                  </a:lnTo>
                  <a:lnTo>
                    <a:pt x="10132108" y="801987"/>
                  </a:lnTo>
                  <a:lnTo>
                    <a:pt x="10029249" y="799897"/>
                  </a:lnTo>
                  <a:lnTo>
                    <a:pt x="9933123" y="797600"/>
                  </a:lnTo>
                  <a:lnTo>
                    <a:pt x="9844059" y="795079"/>
                  </a:lnTo>
                  <a:lnTo>
                    <a:pt x="9761945" y="792312"/>
                  </a:lnTo>
                  <a:lnTo>
                    <a:pt x="9686364" y="789271"/>
                  </a:lnTo>
                  <a:lnTo>
                    <a:pt x="9616702" y="785922"/>
                  </a:lnTo>
                  <a:lnTo>
                    <a:pt x="9552232" y="782228"/>
                  </a:lnTo>
                  <a:lnTo>
                    <a:pt x="9492180" y="778151"/>
                  </a:lnTo>
                  <a:lnTo>
                    <a:pt x="9435771" y="773653"/>
                  </a:lnTo>
                  <a:lnTo>
                    <a:pt x="9382268" y="768708"/>
                  </a:lnTo>
                  <a:lnTo>
                    <a:pt x="9347647" y="765132"/>
                  </a:lnTo>
                  <a:lnTo>
                    <a:pt x="9286417" y="758063"/>
                  </a:lnTo>
                  <a:lnTo>
                    <a:pt x="9227088" y="750289"/>
                  </a:lnTo>
                  <a:lnTo>
                    <a:pt x="9168957" y="741798"/>
                  </a:lnTo>
                  <a:lnTo>
                    <a:pt x="9111505" y="732603"/>
                  </a:lnTo>
                  <a:lnTo>
                    <a:pt x="9054365" y="722742"/>
                  </a:lnTo>
                  <a:lnTo>
                    <a:pt x="8997297" y="712280"/>
                  </a:lnTo>
                  <a:lnTo>
                    <a:pt x="8940165" y="701310"/>
                  </a:lnTo>
                  <a:lnTo>
                    <a:pt x="8882918" y="689950"/>
                  </a:lnTo>
                  <a:lnTo>
                    <a:pt x="8825571" y="678337"/>
                  </a:lnTo>
                  <a:lnTo>
                    <a:pt x="8768178" y="666623"/>
                  </a:lnTo>
                  <a:lnTo>
                    <a:pt x="8710811" y="654965"/>
                  </a:lnTo>
                  <a:lnTo>
                    <a:pt x="8653531" y="643517"/>
                  </a:lnTo>
                  <a:lnTo>
                    <a:pt x="8596368" y="632422"/>
                  </a:lnTo>
                  <a:lnTo>
                    <a:pt x="8539291" y="621804"/>
                  </a:lnTo>
                  <a:lnTo>
                    <a:pt x="8482192" y="611763"/>
                  </a:lnTo>
                  <a:lnTo>
                    <a:pt x="8424861" y="602372"/>
                  </a:lnTo>
                  <a:lnTo>
                    <a:pt x="8366971" y="593677"/>
                  </a:lnTo>
                  <a:lnTo>
                    <a:pt x="8308049" y="585697"/>
                  </a:lnTo>
                  <a:lnTo>
                    <a:pt x="8247449" y="578428"/>
                  </a:lnTo>
                  <a:lnTo>
                    <a:pt x="8229629" y="576469"/>
                  </a:lnTo>
                  <a:lnTo>
                    <a:pt x="8177704" y="571217"/>
                  </a:lnTo>
                  <a:lnTo>
                    <a:pt x="8123322" y="566422"/>
                  </a:lnTo>
                  <a:lnTo>
                    <a:pt x="8065800" y="562066"/>
                  </a:lnTo>
                  <a:lnTo>
                    <a:pt x="8004383" y="558119"/>
                  </a:lnTo>
                  <a:lnTo>
                    <a:pt x="7938290" y="554543"/>
                  </a:lnTo>
                  <a:lnTo>
                    <a:pt x="7866759" y="551299"/>
                  </a:lnTo>
                  <a:lnTo>
                    <a:pt x="7789091" y="548352"/>
                  </a:lnTo>
                  <a:lnTo>
                    <a:pt x="7704727" y="545668"/>
                  </a:lnTo>
                  <a:lnTo>
                    <a:pt x="7613336" y="543223"/>
                  </a:lnTo>
                  <a:lnTo>
                    <a:pt x="7514935" y="540995"/>
                  </a:lnTo>
                  <a:lnTo>
                    <a:pt x="7410029" y="538971"/>
                  </a:lnTo>
                  <a:lnTo>
                    <a:pt x="7299759" y="537143"/>
                  </a:lnTo>
                  <a:lnTo>
                    <a:pt x="7186023" y="535509"/>
                  </a:lnTo>
                  <a:lnTo>
                    <a:pt x="7071538" y="534071"/>
                  </a:lnTo>
                  <a:lnTo>
                    <a:pt x="6959764" y="532833"/>
                  </a:lnTo>
                  <a:lnTo>
                    <a:pt x="6854669" y="531799"/>
                  </a:lnTo>
                  <a:lnTo>
                    <a:pt x="6760293" y="530968"/>
                  </a:lnTo>
                  <a:lnTo>
                    <a:pt x="6680189" y="530333"/>
                  </a:lnTo>
                  <a:lnTo>
                    <a:pt x="6616830" y="529879"/>
                  </a:lnTo>
                  <a:lnTo>
                    <a:pt x="6571136" y="529581"/>
                  </a:lnTo>
                  <a:lnTo>
                    <a:pt x="6542241" y="529409"/>
                  </a:lnTo>
                  <a:lnTo>
                    <a:pt x="6527509" y="529329"/>
                  </a:lnTo>
                  <a:lnTo>
                    <a:pt x="6522735" y="529305"/>
                  </a:lnTo>
                  <a:lnTo>
                    <a:pt x="6522385" y="529304"/>
                  </a:lnTo>
                  <a:lnTo>
                    <a:pt x="5527445" y="529304"/>
                  </a:lnTo>
                  <a:lnTo>
                    <a:pt x="5526311" y="529293"/>
                  </a:lnTo>
                  <a:lnTo>
                    <a:pt x="5518826" y="529222"/>
                  </a:lnTo>
                  <a:lnTo>
                    <a:pt x="5499857" y="529023"/>
                  </a:lnTo>
                  <a:lnTo>
                    <a:pt x="5465692" y="528632"/>
                  </a:lnTo>
                  <a:lnTo>
                    <a:pt x="5414261" y="527985"/>
                  </a:lnTo>
                  <a:lnTo>
                    <a:pt x="5345292" y="527030"/>
                  </a:lnTo>
                  <a:lnTo>
                    <a:pt x="5260247" y="525726"/>
                  </a:lnTo>
                  <a:lnTo>
                    <a:pt x="5162007" y="524050"/>
                  </a:lnTo>
                  <a:lnTo>
                    <a:pt x="5054345" y="521992"/>
                  </a:lnTo>
                  <a:lnTo>
                    <a:pt x="4941329" y="519556"/>
                  </a:lnTo>
                  <a:lnTo>
                    <a:pt x="4826795" y="516749"/>
                  </a:lnTo>
                  <a:lnTo>
                    <a:pt x="4713975" y="513576"/>
                  </a:lnTo>
                  <a:lnTo>
                    <a:pt x="4605318" y="510041"/>
                  </a:lnTo>
                  <a:lnTo>
                    <a:pt x="4502466" y="506137"/>
                  </a:lnTo>
                  <a:lnTo>
                    <a:pt x="4406338" y="501845"/>
                  </a:lnTo>
                  <a:lnTo>
                    <a:pt x="4317264" y="497135"/>
                  </a:lnTo>
                  <a:lnTo>
                    <a:pt x="4235137" y="491966"/>
                  </a:lnTo>
                  <a:lnTo>
                    <a:pt x="4159540" y="486285"/>
                  </a:lnTo>
                  <a:lnTo>
                    <a:pt x="4089861" y="480030"/>
                  </a:lnTo>
                  <a:lnTo>
                    <a:pt x="4025377" y="473131"/>
                  </a:lnTo>
                  <a:lnTo>
                    <a:pt x="3965315" y="465516"/>
                  </a:lnTo>
                  <a:lnTo>
                    <a:pt x="3908899" y="457116"/>
                  </a:lnTo>
                  <a:lnTo>
                    <a:pt x="3855394" y="447881"/>
                  </a:lnTo>
                  <a:lnTo>
                    <a:pt x="3820202" y="441086"/>
                  </a:lnTo>
                  <a:lnTo>
                    <a:pt x="3759969" y="428094"/>
                  </a:lnTo>
                  <a:lnTo>
                    <a:pt x="3701587" y="413827"/>
                  </a:lnTo>
                  <a:lnTo>
                    <a:pt x="3644383" y="398264"/>
                  </a:lnTo>
                  <a:lnTo>
                    <a:pt x="3587857" y="381425"/>
                  </a:lnTo>
                  <a:lnTo>
                    <a:pt x="3531652" y="363375"/>
                  </a:lnTo>
                  <a:lnTo>
                    <a:pt x="3475531" y="344226"/>
                  </a:lnTo>
                  <a:lnTo>
                    <a:pt x="3419356" y="324140"/>
                  </a:lnTo>
                  <a:lnTo>
                    <a:pt x="3363073" y="303320"/>
                  </a:lnTo>
                  <a:lnTo>
                    <a:pt x="3306688" y="282008"/>
                  </a:lnTo>
                  <a:lnTo>
                    <a:pt x="3250249" y="260472"/>
                  </a:lnTo>
                  <a:lnTo>
                    <a:pt x="3193824" y="238989"/>
                  </a:lnTo>
                  <a:lnTo>
                    <a:pt x="3137474" y="217838"/>
                  </a:lnTo>
                  <a:lnTo>
                    <a:pt x="3081235" y="197275"/>
                  </a:lnTo>
                  <a:lnTo>
                    <a:pt x="3025092" y="177530"/>
                  </a:lnTo>
                  <a:lnTo>
                    <a:pt x="2968960" y="158791"/>
                  </a:lnTo>
                  <a:lnTo>
                    <a:pt x="2912664" y="141200"/>
                  </a:lnTo>
                  <a:lnTo>
                    <a:pt x="2855925" y="124851"/>
                  </a:lnTo>
                  <a:lnTo>
                    <a:pt x="2798332" y="109790"/>
                  </a:lnTo>
                  <a:lnTo>
                    <a:pt x="2739324" y="96022"/>
                  </a:lnTo>
                  <a:lnTo>
                    <a:pt x="2702183" y="88217"/>
                  </a:lnTo>
                  <a:lnTo>
                    <a:pt x="2650283" y="78398"/>
                  </a:lnTo>
                  <a:lnTo>
                    <a:pt x="2595930" y="69432"/>
                  </a:lnTo>
                  <a:lnTo>
                    <a:pt x="2538439" y="61288"/>
                  </a:lnTo>
                  <a:lnTo>
                    <a:pt x="2477058" y="53908"/>
                  </a:lnTo>
                  <a:lnTo>
                    <a:pt x="2411008" y="47221"/>
                  </a:lnTo>
                  <a:lnTo>
                    <a:pt x="2339526" y="41156"/>
                  </a:lnTo>
                  <a:lnTo>
                    <a:pt x="2261915" y="35644"/>
                  </a:lnTo>
                  <a:lnTo>
                    <a:pt x="2177616" y="30626"/>
                  </a:lnTo>
                  <a:lnTo>
                    <a:pt x="2086297" y="26053"/>
                  </a:lnTo>
                  <a:lnTo>
                    <a:pt x="1987974" y="21886"/>
                  </a:lnTo>
                  <a:lnTo>
                    <a:pt x="1883148" y="18100"/>
                  </a:lnTo>
                  <a:lnTo>
                    <a:pt x="1772955" y="14681"/>
                  </a:lnTo>
                  <a:lnTo>
                    <a:pt x="1659286" y="11624"/>
                  </a:lnTo>
                  <a:lnTo>
                    <a:pt x="1544850" y="8933"/>
                  </a:lnTo>
                  <a:lnTo>
                    <a:pt x="1433098" y="6616"/>
                  </a:lnTo>
                  <a:lnTo>
                    <a:pt x="1327988" y="4680"/>
                  </a:lnTo>
                  <a:lnTo>
                    <a:pt x="1233557" y="3124"/>
                  </a:lnTo>
                  <a:lnTo>
                    <a:pt x="1153361" y="1934"/>
                  </a:lnTo>
                  <a:lnTo>
                    <a:pt x="1089877" y="1082"/>
                  </a:lnTo>
                  <a:lnTo>
                    <a:pt x="1044043" y="522"/>
                  </a:lnTo>
                  <a:lnTo>
                    <a:pt x="1015008" y="199"/>
                  </a:lnTo>
                  <a:lnTo>
                    <a:pt x="1000157" y="48"/>
                  </a:lnTo>
                  <a:lnTo>
                    <a:pt x="995307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86" name="pl585"/>
            <p:cNvSpPr/>
            <p:nvPr/>
          </p:nvSpPr>
          <p:spPr>
            <a:xfrm>
              <a:off x="1199187" y="1802613"/>
              <a:ext cx="12049831" cy="812298"/>
            </a:xfrm>
            <a:custGeom>
              <a:avLst/>
              <a:pathLst>
                <a:path w="12049831" h="812298">
                  <a:moveTo>
                    <a:pt x="0" y="0"/>
                  </a:moveTo>
                  <a:lnTo>
                    <a:pt x="994940" y="0"/>
                  </a:lnTo>
                  <a:lnTo>
                    <a:pt x="996074" y="10"/>
                  </a:lnTo>
                  <a:lnTo>
                    <a:pt x="1003559" y="81"/>
                  </a:lnTo>
                  <a:lnTo>
                    <a:pt x="1022528" y="280"/>
                  </a:lnTo>
                  <a:lnTo>
                    <a:pt x="1056693" y="671"/>
                  </a:lnTo>
                  <a:lnTo>
                    <a:pt x="1108124" y="1318"/>
                  </a:lnTo>
                  <a:lnTo>
                    <a:pt x="1177093" y="2273"/>
                  </a:lnTo>
                  <a:lnTo>
                    <a:pt x="1262138" y="3577"/>
                  </a:lnTo>
                  <a:lnTo>
                    <a:pt x="1360378" y="5254"/>
                  </a:lnTo>
                  <a:lnTo>
                    <a:pt x="1468040" y="7311"/>
                  </a:lnTo>
                  <a:lnTo>
                    <a:pt x="1581056" y="9747"/>
                  </a:lnTo>
                  <a:lnTo>
                    <a:pt x="1695590" y="12555"/>
                  </a:lnTo>
                  <a:lnTo>
                    <a:pt x="1808410" y="15727"/>
                  </a:lnTo>
                  <a:lnTo>
                    <a:pt x="1917067" y="19262"/>
                  </a:lnTo>
                  <a:lnTo>
                    <a:pt x="2019919" y="23166"/>
                  </a:lnTo>
                  <a:lnTo>
                    <a:pt x="2116047" y="27459"/>
                  </a:lnTo>
                  <a:lnTo>
                    <a:pt x="2205121" y="32168"/>
                  </a:lnTo>
                  <a:lnTo>
                    <a:pt x="2287248" y="37337"/>
                  </a:lnTo>
                  <a:lnTo>
                    <a:pt x="2362845" y="43018"/>
                  </a:lnTo>
                  <a:lnTo>
                    <a:pt x="2432524" y="49273"/>
                  </a:lnTo>
                  <a:lnTo>
                    <a:pt x="2497008" y="56172"/>
                  </a:lnTo>
                  <a:lnTo>
                    <a:pt x="2557070" y="63787"/>
                  </a:lnTo>
                  <a:lnTo>
                    <a:pt x="2613486" y="72187"/>
                  </a:lnTo>
                  <a:lnTo>
                    <a:pt x="2666991" y="81422"/>
                  </a:lnTo>
                  <a:lnTo>
                    <a:pt x="2702183" y="88217"/>
                  </a:lnTo>
                  <a:lnTo>
                    <a:pt x="2762416" y="101209"/>
                  </a:lnTo>
                  <a:lnTo>
                    <a:pt x="2820798" y="115476"/>
                  </a:lnTo>
                  <a:lnTo>
                    <a:pt x="2878002" y="131039"/>
                  </a:lnTo>
                  <a:lnTo>
                    <a:pt x="2934528" y="147878"/>
                  </a:lnTo>
                  <a:lnTo>
                    <a:pt x="2990733" y="165928"/>
                  </a:lnTo>
                  <a:lnTo>
                    <a:pt x="3046854" y="185077"/>
                  </a:lnTo>
                  <a:lnTo>
                    <a:pt x="3103029" y="205163"/>
                  </a:lnTo>
                  <a:lnTo>
                    <a:pt x="3159312" y="225983"/>
                  </a:lnTo>
                  <a:lnTo>
                    <a:pt x="3215697" y="247295"/>
                  </a:lnTo>
                  <a:lnTo>
                    <a:pt x="3272136" y="268832"/>
                  </a:lnTo>
                  <a:lnTo>
                    <a:pt x="3328561" y="290314"/>
                  </a:lnTo>
                  <a:lnTo>
                    <a:pt x="3384911" y="311465"/>
                  </a:lnTo>
                  <a:lnTo>
                    <a:pt x="3441150" y="332028"/>
                  </a:lnTo>
                  <a:lnTo>
                    <a:pt x="3497293" y="351773"/>
                  </a:lnTo>
                  <a:lnTo>
                    <a:pt x="3553425" y="370512"/>
                  </a:lnTo>
                  <a:lnTo>
                    <a:pt x="3609721" y="388103"/>
                  </a:lnTo>
                  <a:lnTo>
                    <a:pt x="3666460" y="404452"/>
                  </a:lnTo>
                  <a:lnTo>
                    <a:pt x="3724053" y="419513"/>
                  </a:lnTo>
                  <a:lnTo>
                    <a:pt x="3783061" y="433281"/>
                  </a:lnTo>
                  <a:lnTo>
                    <a:pt x="3820202" y="441086"/>
                  </a:lnTo>
                  <a:lnTo>
                    <a:pt x="3872102" y="450905"/>
                  </a:lnTo>
                  <a:lnTo>
                    <a:pt x="3926455" y="459871"/>
                  </a:lnTo>
                  <a:lnTo>
                    <a:pt x="3983946" y="468015"/>
                  </a:lnTo>
                  <a:lnTo>
                    <a:pt x="4045327" y="475395"/>
                  </a:lnTo>
                  <a:lnTo>
                    <a:pt x="4111377" y="482082"/>
                  </a:lnTo>
                  <a:lnTo>
                    <a:pt x="4182859" y="488147"/>
                  </a:lnTo>
                  <a:lnTo>
                    <a:pt x="4260470" y="493659"/>
                  </a:lnTo>
                  <a:lnTo>
                    <a:pt x="4344769" y="498677"/>
                  </a:lnTo>
                  <a:lnTo>
                    <a:pt x="4436088" y="503250"/>
                  </a:lnTo>
                  <a:lnTo>
                    <a:pt x="4534411" y="507417"/>
                  </a:lnTo>
                  <a:lnTo>
                    <a:pt x="4639237" y="511203"/>
                  </a:lnTo>
                  <a:lnTo>
                    <a:pt x="4749430" y="514622"/>
                  </a:lnTo>
                  <a:lnTo>
                    <a:pt x="4863099" y="517679"/>
                  </a:lnTo>
                  <a:lnTo>
                    <a:pt x="4977535" y="520370"/>
                  </a:lnTo>
                  <a:lnTo>
                    <a:pt x="5089287" y="522687"/>
                  </a:lnTo>
                  <a:lnTo>
                    <a:pt x="5194397" y="524623"/>
                  </a:lnTo>
                  <a:lnTo>
                    <a:pt x="5288828" y="526179"/>
                  </a:lnTo>
                  <a:lnTo>
                    <a:pt x="5369024" y="527369"/>
                  </a:lnTo>
                  <a:lnTo>
                    <a:pt x="5432508" y="528221"/>
                  </a:lnTo>
                  <a:lnTo>
                    <a:pt x="5478342" y="528781"/>
                  </a:lnTo>
                  <a:lnTo>
                    <a:pt x="5507377" y="529104"/>
                  </a:lnTo>
                  <a:lnTo>
                    <a:pt x="5522228" y="529255"/>
                  </a:lnTo>
                  <a:lnTo>
                    <a:pt x="5527078" y="529300"/>
                  </a:lnTo>
                  <a:lnTo>
                    <a:pt x="5527445" y="529304"/>
                  </a:lnTo>
                  <a:lnTo>
                    <a:pt x="6522385" y="529304"/>
                  </a:lnTo>
                  <a:lnTo>
                    <a:pt x="6523521" y="529309"/>
                  </a:lnTo>
                  <a:lnTo>
                    <a:pt x="6531017" y="529347"/>
                  </a:lnTo>
                  <a:lnTo>
                    <a:pt x="6550011" y="529454"/>
                  </a:lnTo>
                  <a:lnTo>
                    <a:pt x="6584220" y="529663"/>
                  </a:lnTo>
                  <a:lnTo>
                    <a:pt x="6635713" y="530009"/>
                  </a:lnTo>
                  <a:lnTo>
                    <a:pt x="6704760" y="530521"/>
                  </a:lnTo>
                  <a:lnTo>
                    <a:pt x="6789891" y="531219"/>
                  </a:lnTo>
                  <a:lnTo>
                    <a:pt x="6888219" y="532116"/>
                  </a:lnTo>
                  <a:lnTo>
                    <a:pt x="6995962" y="533218"/>
                  </a:lnTo>
                  <a:lnTo>
                    <a:pt x="7109046" y="534522"/>
                  </a:lnTo>
                  <a:lnTo>
                    <a:pt x="7223634" y="536024"/>
                  </a:lnTo>
                  <a:lnTo>
                    <a:pt x="7336490" y="537722"/>
                  </a:lnTo>
                  <a:lnTo>
                    <a:pt x="7445168" y="539614"/>
                  </a:lnTo>
                  <a:lnTo>
                    <a:pt x="7548028" y="541704"/>
                  </a:lnTo>
                  <a:lnTo>
                    <a:pt x="7644154" y="544002"/>
                  </a:lnTo>
                  <a:lnTo>
                    <a:pt x="7733218" y="546523"/>
                  </a:lnTo>
                  <a:lnTo>
                    <a:pt x="7815331" y="549290"/>
                  </a:lnTo>
                  <a:lnTo>
                    <a:pt x="7890912" y="552331"/>
                  </a:lnTo>
                  <a:lnTo>
                    <a:pt x="7960575" y="555679"/>
                  </a:lnTo>
                  <a:lnTo>
                    <a:pt x="8025045" y="559373"/>
                  </a:lnTo>
                  <a:lnTo>
                    <a:pt x="8085096" y="563451"/>
                  </a:lnTo>
                  <a:lnTo>
                    <a:pt x="8141506" y="567948"/>
                  </a:lnTo>
                  <a:lnTo>
                    <a:pt x="8195009" y="572893"/>
                  </a:lnTo>
                  <a:lnTo>
                    <a:pt x="8229629" y="576469"/>
                  </a:lnTo>
                  <a:lnTo>
                    <a:pt x="8290860" y="583538"/>
                  </a:lnTo>
                  <a:lnTo>
                    <a:pt x="8350189" y="591313"/>
                  </a:lnTo>
                  <a:lnTo>
                    <a:pt x="8408320" y="599803"/>
                  </a:lnTo>
                  <a:lnTo>
                    <a:pt x="8465772" y="608998"/>
                  </a:lnTo>
                  <a:lnTo>
                    <a:pt x="8522911" y="618859"/>
                  </a:lnTo>
                  <a:lnTo>
                    <a:pt x="8579979" y="629321"/>
                  </a:lnTo>
                  <a:lnTo>
                    <a:pt x="8637112" y="640291"/>
                  </a:lnTo>
                  <a:lnTo>
                    <a:pt x="8694358" y="651651"/>
                  </a:lnTo>
                  <a:lnTo>
                    <a:pt x="8751706" y="663264"/>
                  </a:lnTo>
                  <a:lnTo>
                    <a:pt x="8809099" y="674978"/>
                  </a:lnTo>
                  <a:lnTo>
                    <a:pt x="8866466" y="686636"/>
                  </a:lnTo>
                  <a:lnTo>
                    <a:pt x="8923745" y="698084"/>
                  </a:lnTo>
                  <a:lnTo>
                    <a:pt x="8980909" y="709179"/>
                  </a:lnTo>
                  <a:lnTo>
                    <a:pt x="9037985" y="719797"/>
                  </a:lnTo>
                  <a:lnTo>
                    <a:pt x="9095085" y="729838"/>
                  </a:lnTo>
                  <a:lnTo>
                    <a:pt x="9152415" y="739230"/>
                  </a:lnTo>
                  <a:lnTo>
                    <a:pt x="9210306" y="747925"/>
                  </a:lnTo>
                  <a:lnTo>
                    <a:pt x="9269228" y="755905"/>
                  </a:lnTo>
                  <a:lnTo>
                    <a:pt x="9329828" y="763174"/>
                  </a:lnTo>
                  <a:lnTo>
                    <a:pt x="9347647" y="765132"/>
                  </a:lnTo>
                  <a:lnTo>
                    <a:pt x="9399573" y="770384"/>
                  </a:lnTo>
                  <a:lnTo>
                    <a:pt x="9453954" y="775180"/>
                  </a:lnTo>
                  <a:lnTo>
                    <a:pt x="9511477" y="779535"/>
                  </a:lnTo>
                  <a:lnTo>
                    <a:pt x="9572894" y="783483"/>
                  </a:lnTo>
                  <a:lnTo>
                    <a:pt x="9638986" y="787059"/>
                  </a:lnTo>
                  <a:lnTo>
                    <a:pt x="9710518" y="790302"/>
                  </a:lnTo>
                  <a:lnTo>
                    <a:pt x="9788185" y="793250"/>
                  </a:lnTo>
                  <a:lnTo>
                    <a:pt x="9872550" y="795933"/>
                  </a:lnTo>
                  <a:lnTo>
                    <a:pt x="9963941" y="798378"/>
                  </a:lnTo>
                  <a:lnTo>
                    <a:pt x="10062341" y="800606"/>
                  </a:lnTo>
                  <a:lnTo>
                    <a:pt x="10167247" y="802630"/>
                  </a:lnTo>
                  <a:lnTo>
                    <a:pt x="10277518" y="804458"/>
                  </a:lnTo>
                  <a:lnTo>
                    <a:pt x="10391253" y="806092"/>
                  </a:lnTo>
                  <a:lnTo>
                    <a:pt x="10505739" y="807530"/>
                  </a:lnTo>
                  <a:lnTo>
                    <a:pt x="10617512" y="808768"/>
                  </a:lnTo>
                  <a:lnTo>
                    <a:pt x="10722608" y="809802"/>
                  </a:lnTo>
                  <a:lnTo>
                    <a:pt x="10816984" y="810633"/>
                  </a:lnTo>
                  <a:lnTo>
                    <a:pt x="10897088" y="811268"/>
                  </a:lnTo>
                  <a:lnTo>
                    <a:pt x="10960447" y="811723"/>
                  </a:lnTo>
                  <a:lnTo>
                    <a:pt x="11006141" y="812020"/>
                  </a:lnTo>
                  <a:lnTo>
                    <a:pt x="11035036" y="812192"/>
                  </a:lnTo>
                  <a:lnTo>
                    <a:pt x="11049768" y="812272"/>
                  </a:lnTo>
                  <a:lnTo>
                    <a:pt x="11054541" y="812296"/>
                  </a:lnTo>
                  <a:lnTo>
                    <a:pt x="11054891" y="812298"/>
                  </a:lnTo>
                  <a:lnTo>
                    <a:pt x="12049831" y="812298"/>
                  </a:lnTo>
                  <a:lnTo>
                    <a:pt x="12049831" y="8122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7" name="pl586"/>
            <p:cNvSpPr/>
            <p:nvPr/>
          </p:nvSpPr>
          <p:spPr>
            <a:xfrm>
              <a:off x="1199187" y="1786891"/>
              <a:ext cx="12049831" cy="812298"/>
            </a:xfrm>
            <a:custGeom>
              <a:avLst/>
              <a:pathLst>
                <a:path w="12049831" h="812298">
                  <a:moveTo>
                    <a:pt x="12049831" y="812298"/>
                  </a:moveTo>
                  <a:lnTo>
                    <a:pt x="11054891" y="812298"/>
                  </a:lnTo>
                  <a:lnTo>
                    <a:pt x="11053755" y="812292"/>
                  </a:lnTo>
                  <a:lnTo>
                    <a:pt x="11046260" y="812254"/>
                  </a:lnTo>
                  <a:lnTo>
                    <a:pt x="11027265" y="812148"/>
                  </a:lnTo>
                  <a:lnTo>
                    <a:pt x="10993056" y="811938"/>
                  </a:lnTo>
                  <a:lnTo>
                    <a:pt x="10941563" y="811592"/>
                  </a:lnTo>
                  <a:lnTo>
                    <a:pt x="10872516" y="811080"/>
                  </a:lnTo>
                  <a:lnTo>
                    <a:pt x="10787385" y="810382"/>
                  </a:lnTo>
                  <a:lnTo>
                    <a:pt x="10689058" y="809485"/>
                  </a:lnTo>
                  <a:lnTo>
                    <a:pt x="10581315" y="808384"/>
                  </a:lnTo>
                  <a:lnTo>
                    <a:pt x="10468230" y="807080"/>
                  </a:lnTo>
                  <a:lnTo>
                    <a:pt x="10353643" y="805577"/>
                  </a:lnTo>
                  <a:lnTo>
                    <a:pt x="10240786" y="803879"/>
                  </a:lnTo>
                  <a:lnTo>
                    <a:pt x="10132108" y="801987"/>
                  </a:lnTo>
                  <a:lnTo>
                    <a:pt x="10029249" y="799897"/>
                  </a:lnTo>
                  <a:lnTo>
                    <a:pt x="9933123" y="797600"/>
                  </a:lnTo>
                  <a:lnTo>
                    <a:pt x="9844059" y="795079"/>
                  </a:lnTo>
                  <a:lnTo>
                    <a:pt x="9761945" y="792312"/>
                  </a:lnTo>
                  <a:lnTo>
                    <a:pt x="9686364" y="789271"/>
                  </a:lnTo>
                  <a:lnTo>
                    <a:pt x="9616702" y="785922"/>
                  </a:lnTo>
                  <a:lnTo>
                    <a:pt x="9552232" y="782228"/>
                  </a:lnTo>
                  <a:lnTo>
                    <a:pt x="9492180" y="778151"/>
                  </a:lnTo>
                  <a:lnTo>
                    <a:pt x="9435771" y="773653"/>
                  </a:lnTo>
                  <a:lnTo>
                    <a:pt x="9382268" y="768708"/>
                  </a:lnTo>
                  <a:lnTo>
                    <a:pt x="9347647" y="765132"/>
                  </a:lnTo>
                  <a:lnTo>
                    <a:pt x="9286417" y="758063"/>
                  </a:lnTo>
                  <a:lnTo>
                    <a:pt x="9227088" y="750289"/>
                  </a:lnTo>
                  <a:lnTo>
                    <a:pt x="9168957" y="741798"/>
                  </a:lnTo>
                  <a:lnTo>
                    <a:pt x="9111505" y="732603"/>
                  </a:lnTo>
                  <a:lnTo>
                    <a:pt x="9054365" y="722742"/>
                  </a:lnTo>
                  <a:lnTo>
                    <a:pt x="8997297" y="712280"/>
                  </a:lnTo>
                  <a:lnTo>
                    <a:pt x="8940165" y="701310"/>
                  </a:lnTo>
                  <a:lnTo>
                    <a:pt x="8882918" y="689950"/>
                  </a:lnTo>
                  <a:lnTo>
                    <a:pt x="8825571" y="678337"/>
                  </a:lnTo>
                  <a:lnTo>
                    <a:pt x="8768178" y="666623"/>
                  </a:lnTo>
                  <a:lnTo>
                    <a:pt x="8710811" y="654965"/>
                  </a:lnTo>
                  <a:lnTo>
                    <a:pt x="8653531" y="643517"/>
                  </a:lnTo>
                  <a:lnTo>
                    <a:pt x="8596368" y="632422"/>
                  </a:lnTo>
                  <a:lnTo>
                    <a:pt x="8539291" y="621804"/>
                  </a:lnTo>
                  <a:lnTo>
                    <a:pt x="8482192" y="611763"/>
                  </a:lnTo>
                  <a:lnTo>
                    <a:pt x="8424861" y="602372"/>
                  </a:lnTo>
                  <a:lnTo>
                    <a:pt x="8366971" y="593677"/>
                  </a:lnTo>
                  <a:lnTo>
                    <a:pt x="8308049" y="585697"/>
                  </a:lnTo>
                  <a:lnTo>
                    <a:pt x="8247449" y="578428"/>
                  </a:lnTo>
                  <a:lnTo>
                    <a:pt x="8229629" y="576469"/>
                  </a:lnTo>
                  <a:lnTo>
                    <a:pt x="8177704" y="571217"/>
                  </a:lnTo>
                  <a:lnTo>
                    <a:pt x="8123322" y="566422"/>
                  </a:lnTo>
                  <a:lnTo>
                    <a:pt x="8065800" y="562066"/>
                  </a:lnTo>
                  <a:lnTo>
                    <a:pt x="8004383" y="558119"/>
                  </a:lnTo>
                  <a:lnTo>
                    <a:pt x="7938290" y="554543"/>
                  </a:lnTo>
                  <a:lnTo>
                    <a:pt x="7866759" y="551299"/>
                  </a:lnTo>
                  <a:lnTo>
                    <a:pt x="7789091" y="548352"/>
                  </a:lnTo>
                  <a:lnTo>
                    <a:pt x="7704727" y="545668"/>
                  </a:lnTo>
                  <a:lnTo>
                    <a:pt x="7613336" y="543223"/>
                  </a:lnTo>
                  <a:lnTo>
                    <a:pt x="7514935" y="540995"/>
                  </a:lnTo>
                  <a:lnTo>
                    <a:pt x="7410029" y="538971"/>
                  </a:lnTo>
                  <a:lnTo>
                    <a:pt x="7299759" y="537143"/>
                  </a:lnTo>
                  <a:lnTo>
                    <a:pt x="7186023" y="535509"/>
                  </a:lnTo>
                  <a:lnTo>
                    <a:pt x="7071538" y="534071"/>
                  </a:lnTo>
                  <a:lnTo>
                    <a:pt x="6959764" y="532833"/>
                  </a:lnTo>
                  <a:lnTo>
                    <a:pt x="6854669" y="531799"/>
                  </a:lnTo>
                  <a:lnTo>
                    <a:pt x="6760293" y="530968"/>
                  </a:lnTo>
                  <a:lnTo>
                    <a:pt x="6680189" y="530333"/>
                  </a:lnTo>
                  <a:lnTo>
                    <a:pt x="6616830" y="529879"/>
                  </a:lnTo>
                  <a:lnTo>
                    <a:pt x="6571136" y="529581"/>
                  </a:lnTo>
                  <a:lnTo>
                    <a:pt x="6542241" y="529409"/>
                  </a:lnTo>
                  <a:lnTo>
                    <a:pt x="6527509" y="529329"/>
                  </a:lnTo>
                  <a:lnTo>
                    <a:pt x="6522735" y="529305"/>
                  </a:lnTo>
                  <a:lnTo>
                    <a:pt x="6522385" y="529304"/>
                  </a:lnTo>
                  <a:lnTo>
                    <a:pt x="5527445" y="529304"/>
                  </a:lnTo>
                  <a:lnTo>
                    <a:pt x="5526311" y="529293"/>
                  </a:lnTo>
                  <a:lnTo>
                    <a:pt x="5518826" y="529222"/>
                  </a:lnTo>
                  <a:lnTo>
                    <a:pt x="5499857" y="529023"/>
                  </a:lnTo>
                  <a:lnTo>
                    <a:pt x="5465692" y="528632"/>
                  </a:lnTo>
                  <a:lnTo>
                    <a:pt x="5414261" y="527985"/>
                  </a:lnTo>
                  <a:lnTo>
                    <a:pt x="5345292" y="527030"/>
                  </a:lnTo>
                  <a:lnTo>
                    <a:pt x="5260247" y="525726"/>
                  </a:lnTo>
                  <a:lnTo>
                    <a:pt x="5162007" y="524050"/>
                  </a:lnTo>
                  <a:lnTo>
                    <a:pt x="5054345" y="521992"/>
                  </a:lnTo>
                  <a:lnTo>
                    <a:pt x="4941329" y="519556"/>
                  </a:lnTo>
                  <a:lnTo>
                    <a:pt x="4826795" y="516749"/>
                  </a:lnTo>
                  <a:lnTo>
                    <a:pt x="4713975" y="513576"/>
                  </a:lnTo>
                  <a:lnTo>
                    <a:pt x="4605318" y="510041"/>
                  </a:lnTo>
                  <a:lnTo>
                    <a:pt x="4502466" y="506137"/>
                  </a:lnTo>
                  <a:lnTo>
                    <a:pt x="4406338" y="501845"/>
                  </a:lnTo>
                  <a:lnTo>
                    <a:pt x="4317264" y="497135"/>
                  </a:lnTo>
                  <a:lnTo>
                    <a:pt x="4235137" y="491966"/>
                  </a:lnTo>
                  <a:lnTo>
                    <a:pt x="4159540" y="486285"/>
                  </a:lnTo>
                  <a:lnTo>
                    <a:pt x="4089861" y="480030"/>
                  </a:lnTo>
                  <a:lnTo>
                    <a:pt x="4025377" y="473131"/>
                  </a:lnTo>
                  <a:lnTo>
                    <a:pt x="3965315" y="465516"/>
                  </a:lnTo>
                  <a:lnTo>
                    <a:pt x="3908899" y="457116"/>
                  </a:lnTo>
                  <a:lnTo>
                    <a:pt x="3855394" y="447881"/>
                  </a:lnTo>
                  <a:lnTo>
                    <a:pt x="3820202" y="441086"/>
                  </a:lnTo>
                  <a:lnTo>
                    <a:pt x="3759969" y="428094"/>
                  </a:lnTo>
                  <a:lnTo>
                    <a:pt x="3701587" y="413827"/>
                  </a:lnTo>
                  <a:lnTo>
                    <a:pt x="3644383" y="398264"/>
                  </a:lnTo>
                  <a:lnTo>
                    <a:pt x="3587857" y="381425"/>
                  </a:lnTo>
                  <a:lnTo>
                    <a:pt x="3531652" y="363375"/>
                  </a:lnTo>
                  <a:lnTo>
                    <a:pt x="3475531" y="344226"/>
                  </a:lnTo>
                  <a:lnTo>
                    <a:pt x="3419356" y="324140"/>
                  </a:lnTo>
                  <a:lnTo>
                    <a:pt x="3363073" y="303320"/>
                  </a:lnTo>
                  <a:lnTo>
                    <a:pt x="3306688" y="282008"/>
                  </a:lnTo>
                  <a:lnTo>
                    <a:pt x="3250249" y="260472"/>
                  </a:lnTo>
                  <a:lnTo>
                    <a:pt x="3193824" y="238989"/>
                  </a:lnTo>
                  <a:lnTo>
                    <a:pt x="3137474" y="217838"/>
                  </a:lnTo>
                  <a:lnTo>
                    <a:pt x="3081235" y="197275"/>
                  </a:lnTo>
                  <a:lnTo>
                    <a:pt x="3025092" y="177530"/>
                  </a:lnTo>
                  <a:lnTo>
                    <a:pt x="2968960" y="158791"/>
                  </a:lnTo>
                  <a:lnTo>
                    <a:pt x="2912664" y="141200"/>
                  </a:lnTo>
                  <a:lnTo>
                    <a:pt x="2855925" y="124851"/>
                  </a:lnTo>
                  <a:lnTo>
                    <a:pt x="2798332" y="109790"/>
                  </a:lnTo>
                  <a:lnTo>
                    <a:pt x="2739324" y="96022"/>
                  </a:lnTo>
                  <a:lnTo>
                    <a:pt x="2702183" y="88217"/>
                  </a:lnTo>
                  <a:lnTo>
                    <a:pt x="2650283" y="78398"/>
                  </a:lnTo>
                  <a:lnTo>
                    <a:pt x="2595930" y="69432"/>
                  </a:lnTo>
                  <a:lnTo>
                    <a:pt x="2538439" y="61288"/>
                  </a:lnTo>
                  <a:lnTo>
                    <a:pt x="2477058" y="53908"/>
                  </a:lnTo>
                  <a:lnTo>
                    <a:pt x="2411008" y="47221"/>
                  </a:lnTo>
                  <a:lnTo>
                    <a:pt x="2339526" y="41156"/>
                  </a:lnTo>
                  <a:lnTo>
                    <a:pt x="2261915" y="35644"/>
                  </a:lnTo>
                  <a:lnTo>
                    <a:pt x="2177616" y="30626"/>
                  </a:lnTo>
                  <a:lnTo>
                    <a:pt x="2086297" y="26053"/>
                  </a:lnTo>
                  <a:lnTo>
                    <a:pt x="1987974" y="21886"/>
                  </a:lnTo>
                  <a:lnTo>
                    <a:pt x="1883148" y="18100"/>
                  </a:lnTo>
                  <a:lnTo>
                    <a:pt x="1772955" y="14681"/>
                  </a:lnTo>
                  <a:lnTo>
                    <a:pt x="1659286" y="11624"/>
                  </a:lnTo>
                  <a:lnTo>
                    <a:pt x="1544850" y="8933"/>
                  </a:lnTo>
                  <a:lnTo>
                    <a:pt x="1433098" y="6616"/>
                  </a:lnTo>
                  <a:lnTo>
                    <a:pt x="1327988" y="4680"/>
                  </a:lnTo>
                  <a:lnTo>
                    <a:pt x="1233557" y="3124"/>
                  </a:lnTo>
                  <a:lnTo>
                    <a:pt x="1153361" y="1934"/>
                  </a:lnTo>
                  <a:lnTo>
                    <a:pt x="1089877" y="1082"/>
                  </a:lnTo>
                  <a:lnTo>
                    <a:pt x="1044043" y="522"/>
                  </a:lnTo>
                  <a:lnTo>
                    <a:pt x="1015008" y="199"/>
                  </a:lnTo>
                  <a:lnTo>
                    <a:pt x="1000157" y="48"/>
                  </a:lnTo>
                  <a:lnTo>
                    <a:pt x="995307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8" name="pg587"/>
            <p:cNvSpPr/>
            <p:nvPr/>
          </p:nvSpPr>
          <p:spPr>
            <a:xfrm>
              <a:off x="1199187" y="1802613"/>
              <a:ext cx="12049831" cy="1058608"/>
            </a:xfrm>
            <a:custGeom>
              <a:avLst/>
              <a:pathLst>
                <a:path w="12049831" h="1058608">
                  <a:moveTo>
                    <a:pt x="0" y="5240"/>
                  </a:moveTo>
                  <a:lnTo>
                    <a:pt x="994940" y="5240"/>
                  </a:lnTo>
                  <a:lnTo>
                    <a:pt x="996074" y="5250"/>
                  </a:lnTo>
                  <a:lnTo>
                    <a:pt x="1003559" y="5323"/>
                  </a:lnTo>
                  <a:lnTo>
                    <a:pt x="1022527" y="5523"/>
                  </a:lnTo>
                  <a:lnTo>
                    <a:pt x="1056691" y="5919"/>
                  </a:lnTo>
                  <a:lnTo>
                    <a:pt x="1108120" y="6572"/>
                  </a:lnTo>
                  <a:lnTo>
                    <a:pt x="1177087" y="7537"/>
                  </a:lnTo>
                  <a:lnTo>
                    <a:pt x="1262130" y="8853"/>
                  </a:lnTo>
                  <a:lnTo>
                    <a:pt x="1360367" y="10546"/>
                  </a:lnTo>
                  <a:lnTo>
                    <a:pt x="1468027" y="12623"/>
                  </a:lnTo>
                  <a:lnTo>
                    <a:pt x="1581041" y="15084"/>
                  </a:lnTo>
                  <a:lnTo>
                    <a:pt x="1695574" y="17919"/>
                  </a:lnTo>
                  <a:lnTo>
                    <a:pt x="1808392" y="21122"/>
                  </a:lnTo>
                  <a:lnTo>
                    <a:pt x="1917049" y="24692"/>
                  </a:lnTo>
                  <a:lnTo>
                    <a:pt x="2019900" y="28635"/>
                  </a:lnTo>
                  <a:lnTo>
                    <a:pt x="2116029" y="32970"/>
                  </a:lnTo>
                  <a:lnTo>
                    <a:pt x="2205102" y="37726"/>
                  </a:lnTo>
                  <a:lnTo>
                    <a:pt x="2287231" y="42946"/>
                  </a:lnTo>
                  <a:lnTo>
                    <a:pt x="2362828" y="48683"/>
                  </a:lnTo>
                  <a:lnTo>
                    <a:pt x="2432507" y="55000"/>
                  </a:lnTo>
                  <a:lnTo>
                    <a:pt x="2496991" y="61967"/>
                  </a:lnTo>
                  <a:lnTo>
                    <a:pt x="2557054" y="69657"/>
                  </a:lnTo>
                  <a:lnTo>
                    <a:pt x="2613470" y="78139"/>
                  </a:lnTo>
                  <a:lnTo>
                    <a:pt x="2666975" y="87466"/>
                  </a:lnTo>
                  <a:lnTo>
                    <a:pt x="2702183" y="94331"/>
                  </a:lnTo>
                  <a:lnTo>
                    <a:pt x="2762390" y="107445"/>
                  </a:lnTo>
                  <a:lnTo>
                    <a:pt x="2820746" y="121846"/>
                  </a:lnTo>
                  <a:lnTo>
                    <a:pt x="2877925" y="137555"/>
                  </a:lnTo>
                  <a:lnTo>
                    <a:pt x="2934427" y="154551"/>
                  </a:lnTo>
                  <a:lnTo>
                    <a:pt x="2990607" y="172769"/>
                  </a:lnTo>
                  <a:lnTo>
                    <a:pt x="3046703" y="192096"/>
                  </a:lnTo>
                  <a:lnTo>
                    <a:pt x="3102852" y="212370"/>
                  </a:lnTo>
                  <a:lnTo>
                    <a:pt x="3159109" y="233385"/>
                  </a:lnTo>
                  <a:lnTo>
                    <a:pt x="3215468" y="254896"/>
                  </a:lnTo>
                  <a:lnTo>
                    <a:pt x="3271882" y="276636"/>
                  </a:lnTo>
                  <a:lnTo>
                    <a:pt x="3328282" y="298322"/>
                  </a:lnTo>
                  <a:lnTo>
                    <a:pt x="3384607" y="319676"/>
                  </a:lnTo>
                  <a:lnTo>
                    <a:pt x="3440821" y="340436"/>
                  </a:lnTo>
                  <a:lnTo>
                    <a:pt x="3496939" y="360374"/>
                  </a:lnTo>
                  <a:lnTo>
                    <a:pt x="3553046" y="379297"/>
                  </a:lnTo>
                  <a:lnTo>
                    <a:pt x="3609314" y="397063"/>
                  </a:lnTo>
                  <a:lnTo>
                    <a:pt x="3666023" y="413576"/>
                  </a:lnTo>
                  <a:lnTo>
                    <a:pt x="3723581" y="428789"/>
                  </a:lnTo>
                  <a:lnTo>
                    <a:pt x="3782548" y="442698"/>
                  </a:lnTo>
                  <a:lnTo>
                    <a:pt x="3820202" y="450694"/>
                  </a:lnTo>
                  <a:lnTo>
                    <a:pt x="3872101" y="460610"/>
                  </a:lnTo>
                  <a:lnTo>
                    <a:pt x="3926454" y="469664"/>
                  </a:lnTo>
                  <a:lnTo>
                    <a:pt x="3983944" y="477889"/>
                  </a:lnTo>
                  <a:lnTo>
                    <a:pt x="4045324" y="485342"/>
                  </a:lnTo>
                  <a:lnTo>
                    <a:pt x="4111372" y="492095"/>
                  </a:lnTo>
                  <a:lnTo>
                    <a:pt x="4182853" y="498221"/>
                  </a:lnTo>
                  <a:lnTo>
                    <a:pt x="4260463" y="503787"/>
                  </a:lnTo>
                  <a:lnTo>
                    <a:pt x="4344760" y="508855"/>
                  </a:lnTo>
                  <a:lnTo>
                    <a:pt x="4436077" y="513473"/>
                  </a:lnTo>
                  <a:lnTo>
                    <a:pt x="4534398" y="517681"/>
                  </a:lnTo>
                  <a:lnTo>
                    <a:pt x="4639221" y="521504"/>
                  </a:lnTo>
                  <a:lnTo>
                    <a:pt x="4749413" y="524958"/>
                  </a:lnTo>
                  <a:lnTo>
                    <a:pt x="4863079" y="528045"/>
                  </a:lnTo>
                  <a:lnTo>
                    <a:pt x="4977514" y="530762"/>
                  </a:lnTo>
                  <a:lnTo>
                    <a:pt x="5089266" y="533102"/>
                  </a:lnTo>
                  <a:lnTo>
                    <a:pt x="5194376" y="535057"/>
                  </a:lnTo>
                  <a:lnTo>
                    <a:pt x="5288808" y="536629"/>
                  </a:lnTo>
                  <a:lnTo>
                    <a:pt x="5369007" y="537831"/>
                  </a:lnTo>
                  <a:lnTo>
                    <a:pt x="5432494" y="538692"/>
                  </a:lnTo>
                  <a:lnTo>
                    <a:pt x="5478332" y="539257"/>
                  </a:lnTo>
                  <a:lnTo>
                    <a:pt x="5507371" y="539583"/>
                  </a:lnTo>
                  <a:lnTo>
                    <a:pt x="5522225" y="539736"/>
                  </a:lnTo>
                  <a:lnTo>
                    <a:pt x="5527078" y="539782"/>
                  </a:lnTo>
                  <a:lnTo>
                    <a:pt x="5527445" y="539785"/>
                  </a:lnTo>
                  <a:lnTo>
                    <a:pt x="6522385" y="539785"/>
                  </a:lnTo>
                  <a:lnTo>
                    <a:pt x="6523520" y="539795"/>
                  </a:lnTo>
                  <a:lnTo>
                    <a:pt x="6531005" y="539865"/>
                  </a:lnTo>
                  <a:lnTo>
                    <a:pt x="6549976" y="540060"/>
                  </a:lnTo>
                  <a:lnTo>
                    <a:pt x="6584143" y="540443"/>
                  </a:lnTo>
                  <a:lnTo>
                    <a:pt x="6635577" y="541077"/>
                  </a:lnTo>
                  <a:lnTo>
                    <a:pt x="6704551" y="542014"/>
                  </a:lnTo>
                  <a:lnTo>
                    <a:pt x="6789601" y="543292"/>
                  </a:lnTo>
                  <a:lnTo>
                    <a:pt x="6887846" y="544935"/>
                  </a:lnTo>
                  <a:lnTo>
                    <a:pt x="6995512" y="546952"/>
                  </a:lnTo>
                  <a:lnTo>
                    <a:pt x="7108532" y="549340"/>
                  </a:lnTo>
                  <a:lnTo>
                    <a:pt x="7223069" y="552092"/>
                  </a:lnTo>
                  <a:lnTo>
                    <a:pt x="7335891" y="555202"/>
                  </a:lnTo>
                  <a:lnTo>
                    <a:pt x="7444549" y="558667"/>
                  </a:lnTo>
                  <a:lnTo>
                    <a:pt x="7547401" y="562494"/>
                  </a:lnTo>
                  <a:lnTo>
                    <a:pt x="7643529" y="566702"/>
                  </a:lnTo>
                  <a:lnTo>
                    <a:pt x="7732602" y="571319"/>
                  </a:lnTo>
                  <a:lnTo>
                    <a:pt x="7814729" y="576385"/>
                  </a:lnTo>
                  <a:lnTo>
                    <a:pt x="7890325" y="581954"/>
                  </a:lnTo>
                  <a:lnTo>
                    <a:pt x="7960003" y="588086"/>
                  </a:lnTo>
                  <a:lnTo>
                    <a:pt x="8024486" y="594849"/>
                  </a:lnTo>
                  <a:lnTo>
                    <a:pt x="8084548" y="602314"/>
                  </a:lnTo>
                  <a:lnTo>
                    <a:pt x="8140963" y="610548"/>
                  </a:lnTo>
                  <a:lnTo>
                    <a:pt x="8194468" y="619600"/>
                  </a:lnTo>
                  <a:lnTo>
                    <a:pt x="8229629" y="626255"/>
                  </a:lnTo>
                  <a:lnTo>
                    <a:pt x="8289915" y="639002"/>
                  </a:lnTo>
                  <a:lnTo>
                    <a:pt x="8348346" y="653001"/>
                  </a:lnTo>
                  <a:lnTo>
                    <a:pt x="8405599" y="668272"/>
                  </a:lnTo>
                  <a:lnTo>
                    <a:pt x="8462174" y="684796"/>
                  </a:lnTo>
                  <a:lnTo>
                    <a:pt x="8518429" y="702509"/>
                  </a:lnTo>
                  <a:lnTo>
                    <a:pt x="8574600" y="721300"/>
                  </a:lnTo>
                  <a:lnTo>
                    <a:pt x="8630825" y="741011"/>
                  </a:lnTo>
                  <a:lnTo>
                    <a:pt x="8687159" y="761441"/>
                  </a:lnTo>
                  <a:lnTo>
                    <a:pt x="8743595" y="782352"/>
                  </a:lnTo>
                  <a:lnTo>
                    <a:pt x="8800084" y="803481"/>
                  </a:lnTo>
                  <a:lnTo>
                    <a:pt x="8856559" y="824555"/>
                  </a:lnTo>
                  <a:lnTo>
                    <a:pt x="8912958" y="845302"/>
                  </a:lnTo>
                  <a:lnTo>
                    <a:pt x="8969246" y="865467"/>
                  </a:lnTo>
                  <a:lnTo>
                    <a:pt x="9025438" y="884828"/>
                  </a:lnTo>
                  <a:lnTo>
                    <a:pt x="9081621" y="903198"/>
                  </a:lnTo>
                  <a:lnTo>
                    <a:pt x="9137970" y="920440"/>
                  </a:lnTo>
                  <a:lnTo>
                    <a:pt x="9194770" y="936462"/>
                  </a:lnTo>
                  <a:lnTo>
                    <a:pt x="9252431" y="951217"/>
                  </a:lnTo>
                  <a:lnTo>
                    <a:pt x="9311521" y="964704"/>
                  </a:lnTo>
                  <a:lnTo>
                    <a:pt x="9347647" y="972137"/>
                  </a:lnTo>
                  <a:lnTo>
                    <a:pt x="9399549" y="981761"/>
                  </a:lnTo>
                  <a:lnTo>
                    <a:pt x="9453904" y="990550"/>
                  </a:lnTo>
                  <a:lnTo>
                    <a:pt x="9511396" y="998533"/>
                  </a:lnTo>
                  <a:lnTo>
                    <a:pt x="9572779" y="1005767"/>
                  </a:lnTo>
                  <a:lnTo>
                    <a:pt x="9638832" y="1012322"/>
                  </a:lnTo>
                  <a:lnTo>
                    <a:pt x="9710317" y="1018267"/>
                  </a:lnTo>
                  <a:lnTo>
                    <a:pt x="9787931" y="1023670"/>
                  </a:lnTo>
                  <a:lnTo>
                    <a:pt x="9872234" y="1028589"/>
                  </a:lnTo>
                  <a:lnTo>
                    <a:pt x="9963556" y="1033071"/>
                  </a:lnTo>
                  <a:lnTo>
                    <a:pt x="10061884" y="1037155"/>
                  </a:lnTo>
                  <a:lnTo>
                    <a:pt x="10166714" y="1040866"/>
                  </a:lnTo>
                  <a:lnTo>
                    <a:pt x="10276911" y="1044218"/>
                  </a:lnTo>
                  <a:lnTo>
                    <a:pt x="10390583" y="1047215"/>
                  </a:lnTo>
                  <a:lnTo>
                    <a:pt x="10505023" y="1049852"/>
                  </a:lnTo>
                  <a:lnTo>
                    <a:pt x="10616776" y="1052122"/>
                  </a:lnTo>
                  <a:lnTo>
                    <a:pt x="10721885" y="1054020"/>
                  </a:lnTo>
                  <a:lnTo>
                    <a:pt x="10816312" y="1055545"/>
                  </a:lnTo>
                  <a:lnTo>
                    <a:pt x="10896504" y="1056712"/>
                  </a:lnTo>
                  <a:lnTo>
                    <a:pt x="10959980" y="1057547"/>
                  </a:lnTo>
                  <a:lnTo>
                    <a:pt x="11005807" y="1058095"/>
                  </a:lnTo>
                  <a:lnTo>
                    <a:pt x="11034835" y="1058412"/>
                  </a:lnTo>
                  <a:lnTo>
                    <a:pt x="11049679" y="1058560"/>
                  </a:lnTo>
                  <a:lnTo>
                    <a:pt x="11054525" y="1058604"/>
                  </a:lnTo>
                  <a:lnTo>
                    <a:pt x="11054891" y="1058608"/>
                  </a:lnTo>
                  <a:lnTo>
                    <a:pt x="12049831" y="1058608"/>
                  </a:lnTo>
                  <a:lnTo>
                    <a:pt x="12049831" y="1053367"/>
                  </a:lnTo>
                  <a:lnTo>
                    <a:pt x="11054891" y="1053367"/>
                  </a:lnTo>
                  <a:lnTo>
                    <a:pt x="11053757" y="1053357"/>
                  </a:lnTo>
                  <a:lnTo>
                    <a:pt x="11046271" y="1053287"/>
                  </a:lnTo>
                  <a:lnTo>
                    <a:pt x="11027300" y="1053092"/>
                  </a:lnTo>
                  <a:lnTo>
                    <a:pt x="10993133" y="1052708"/>
                  </a:lnTo>
                  <a:lnTo>
                    <a:pt x="10941699" y="1052074"/>
                  </a:lnTo>
                  <a:lnTo>
                    <a:pt x="10872725" y="1051138"/>
                  </a:lnTo>
                  <a:lnTo>
                    <a:pt x="10787676" y="1049860"/>
                  </a:lnTo>
                  <a:lnTo>
                    <a:pt x="10689431" y="1048217"/>
                  </a:lnTo>
                  <a:lnTo>
                    <a:pt x="10581764" y="1046200"/>
                  </a:lnTo>
                  <a:lnTo>
                    <a:pt x="10468745" y="1043812"/>
                  </a:lnTo>
                  <a:lnTo>
                    <a:pt x="10354208" y="1041060"/>
                  </a:lnTo>
                  <a:lnTo>
                    <a:pt x="10241386" y="1037950"/>
                  </a:lnTo>
                  <a:lnTo>
                    <a:pt x="10132728" y="1034485"/>
                  </a:lnTo>
                  <a:lnTo>
                    <a:pt x="10029876" y="1030658"/>
                  </a:lnTo>
                  <a:lnTo>
                    <a:pt x="9933747" y="1026450"/>
                  </a:lnTo>
                  <a:lnTo>
                    <a:pt x="9844674" y="1021833"/>
                  </a:lnTo>
                  <a:lnTo>
                    <a:pt x="9762548" y="1016766"/>
                  </a:lnTo>
                  <a:lnTo>
                    <a:pt x="9686951" y="1011198"/>
                  </a:lnTo>
                  <a:lnTo>
                    <a:pt x="9617274" y="1005066"/>
                  </a:lnTo>
                  <a:lnTo>
                    <a:pt x="9552791" y="998303"/>
                  </a:lnTo>
                  <a:lnTo>
                    <a:pt x="9492729" y="990838"/>
                  </a:lnTo>
                  <a:lnTo>
                    <a:pt x="9436313" y="982604"/>
                  </a:lnTo>
                  <a:lnTo>
                    <a:pt x="9382809" y="973551"/>
                  </a:lnTo>
                  <a:lnTo>
                    <a:pt x="9347647" y="966896"/>
                  </a:lnTo>
                  <a:lnTo>
                    <a:pt x="9287362" y="954150"/>
                  </a:lnTo>
                  <a:lnTo>
                    <a:pt x="9228930" y="940151"/>
                  </a:lnTo>
                  <a:lnTo>
                    <a:pt x="9171677" y="924880"/>
                  </a:lnTo>
                  <a:lnTo>
                    <a:pt x="9115102" y="908356"/>
                  </a:lnTo>
                  <a:lnTo>
                    <a:pt x="9058848" y="890643"/>
                  </a:lnTo>
                  <a:lnTo>
                    <a:pt x="9002677" y="871852"/>
                  </a:lnTo>
                  <a:lnTo>
                    <a:pt x="8946452" y="852141"/>
                  </a:lnTo>
                  <a:lnTo>
                    <a:pt x="8890118" y="831711"/>
                  </a:lnTo>
                  <a:lnTo>
                    <a:pt x="8833682" y="810800"/>
                  </a:lnTo>
                  <a:lnTo>
                    <a:pt x="8777192" y="789670"/>
                  </a:lnTo>
                  <a:lnTo>
                    <a:pt x="8720717" y="768597"/>
                  </a:lnTo>
                  <a:lnTo>
                    <a:pt x="8664318" y="747850"/>
                  </a:lnTo>
                  <a:lnTo>
                    <a:pt x="8608031" y="727685"/>
                  </a:lnTo>
                  <a:lnTo>
                    <a:pt x="8551839" y="708324"/>
                  </a:lnTo>
                  <a:lnTo>
                    <a:pt x="8495655" y="689954"/>
                  </a:lnTo>
                  <a:lnTo>
                    <a:pt x="8439306" y="672712"/>
                  </a:lnTo>
                  <a:lnTo>
                    <a:pt x="8382507" y="656690"/>
                  </a:lnTo>
                  <a:lnTo>
                    <a:pt x="8324846" y="641935"/>
                  </a:lnTo>
                  <a:lnTo>
                    <a:pt x="8265756" y="628448"/>
                  </a:lnTo>
                  <a:lnTo>
                    <a:pt x="8229629" y="621015"/>
                  </a:lnTo>
                  <a:lnTo>
                    <a:pt x="8177727" y="611390"/>
                  </a:lnTo>
                  <a:lnTo>
                    <a:pt x="8123373" y="602602"/>
                  </a:lnTo>
                  <a:lnTo>
                    <a:pt x="8065880" y="594619"/>
                  </a:lnTo>
                  <a:lnTo>
                    <a:pt x="8004497" y="587385"/>
                  </a:lnTo>
                  <a:lnTo>
                    <a:pt x="7938445" y="580830"/>
                  </a:lnTo>
                  <a:lnTo>
                    <a:pt x="7866960" y="574885"/>
                  </a:lnTo>
                  <a:lnTo>
                    <a:pt x="7789346" y="569482"/>
                  </a:lnTo>
                  <a:lnTo>
                    <a:pt x="7705043" y="564563"/>
                  </a:lnTo>
                  <a:lnTo>
                    <a:pt x="7613720" y="560080"/>
                  </a:lnTo>
                  <a:lnTo>
                    <a:pt x="7515393" y="555996"/>
                  </a:lnTo>
                  <a:lnTo>
                    <a:pt x="7410563" y="552285"/>
                  </a:lnTo>
                  <a:lnTo>
                    <a:pt x="7300365" y="548934"/>
                  </a:lnTo>
                  <a:lnTo>
                    <a:pt x="7186693" y="545937"/>
                  </a:lnTo>
                  <a:lnTo>
                    <a:pt x="7072254" y="543300"/>
                  </a:lnTo>
                  <a:lnTo>
                    <a:pt x="6960501" y="541029"/>
                  </a:lnTo>
                  <a:lnTo>
                    <a:pt x="6855391" y="539132"/>
                  </a:lnTo>
                  <a:lnTo>
                    <a:pt x="6760964" y="537606"/>
                  </a:lnTo>
                  <a:lnTo>
                    <a:pt x="6680772" y="536440"/>
                  </a:lnTo>
                  <a:lnTo>
                    <a:pt x="6617296" y="535605"/>
                  </a:lnTo>
                  <a:lnTo>
                    <a:pt x="6571469" y="535056"/>
                  </a:lnTo>
                  <a:lnTo>
                    <a:pt x="6542442" y="534740"/>
                  </a:lnTo>
                  <a:lnTo>
                    <a:pt x="6527598" y="534592"/>
                  </a:lnTo>
                  <a:lnTo>
                    <a:pt x="6522751" y="534547"/>
                  </a:lnTo>
                  <a:lnTo>
                    <a:pt x="6522385" y="534544"/>
                  </a:lnTo>
                  <a:lnTo>
                    <a:pt x="5527445" y="534544"/>
                  </a:lnTo>
                  <a:lnTo>
                    <a:pt x="5526311" y="534534"/>
                  </a:lnTo>
                  <a:lnTo>
                    <a:pt x="5518826" y="534461"/>
                  </a:lnTo>
                  <a:lnTo>
                    <a:pt x="5499858" y="534261"/>
                  </a:lnTo>
                  <a:lnTo>
                    <a:pt x="5465694" y="533866"/>
                  </a:lnTo>
                  <a:lnTo>
                    <a:pt x="5414265" y="533213"/>
                  </a:lnTo>
                  <a:lnTo>
                    <a:pt x="5345298" y="532248"/>
                  </a:lnTo>
                  <a:lnTo>
                    <a:pt x="5260255" y="530931"/>
                  </a:lnTo>
                  <a:lnTo>
                    <a:pt x="5162018" y="529238"/>
                  </a:lnTo>
                  <a:lnTo>
                    <a:pt x="5054358" y="527161"/>
                  </a:lnTo>
                  <a:lnTo>
                    <a:pt x="4941344" y="524701"/>
                  </a:lnTo>
                  <a:lnTo>
                    <a:pt x="4826811" y="521865"/>
                  </a:lnTo>
                  <a:lnTo>
                    <a:pt x="4713993" y="518662"/>
                  </a:lnTo>
                  <a:lnTo>
                    <a:pt x="4605336" y="515092"/>
                  </a:lnTo>
                  <a:lnTo>
                    <a:pt x="4502485" y="511149"/>
                  </a:lnTo>
                  <a:lnTo>
                    <a:pt x="4406356" y="506814"/>
                  </a:lnTo>
                  <a:lnTo>
                    <a:pt x="4317283" y="502058"/>
                  </a:lnTo>
                  <a:lnTo>
                    <a:pt x="4235154" y="496838"/>
                  </a:lnTo>
                  <a:lnTo>
                    <a:pt x="4159557" y="491101"/>
                  </a:lnTo>
                  <a:lnTo>
                    <a:pt x="4089878" y="484785"/>
                  </a:lnTo>
                  <a:lnTo>
                    <a:pt x="4025394" y="477818"/>
                  </a:lnTo>
                  <a:lnTo>
                    <a:pt x="3965331" y="470127"/>
                  </a:lnTo>
                  <a:lnTo>
                    <a:pt x="3908915" y="461645"/>
                  </a:lnTo>
                  <a:lnTo>
                    <a:pt x="3855410" y="452319"/>
                  </a:lnTo>
                  <a:lnTo>
                    <a:pt x="3820202" y="445453"/>
                  </a:lnTo>
                  <a:lnTo>
                    <a:pt x="3759995" y="432339"/>
                  </a:lnTo>
                  <a:lnTo>
                    <a:pt x="3701639" y="417938"/>
                  </a:lnTo>
                  <a:lnTo>
                    <a:pt x="3644460" y="402230"/>
                  </a:lnTo>
                  <a:lnTo>
                    <a:pt x="3587958" y="385234"/>
                  </a:lnTo>
                  <a:lnTo>
                    <a:pt x="3531778" y="367015"/>
                  </a:lnTo>
                  <a:lnTo>
                    <a:pt x="3475682" y="347688"/>
                  </a:lnTo>
                  <a:lnTo>
                    <a:pt x="3419533" y="327414"/>
                  </a:lnTo>
                  <a:lnTo>
                    <a:pt x="3363276" y="306400"/>
                  </a:lnTo>
                  <a:lnTo>
                    <a:pt x="3306917" y="284888"/>
                  </a:lnTo>
                  <a:lnTo>
                    <a:pt x="3250503" y="263148"/>
                  </a:lnTo>
                  <a:lnTo>
                    <a:pt x="3194103" y="241462"/>
                  </a:lnTo>
                  <a:lnTo>
                    <a:pt x="3137778" y="220109"/>
                  </a:lnTo>
                  <a:lnTo>
                    <a:pt x="3081564" y="199348"/>
                  </a:lnTo>
                  <a:lnTo>
                    <a:pt x="3025446" y="179411"/>
                  </a:lnTo>
                  <a:lnTo>
                    <a:pt x="2969339" y="160487"/>
                  </a:lnTo>
                  <a:lnTo>
                    <a:pt x="2913071" y="142721"/>
                  </a:lnTo>
                  <a:lnTo>
                    <a:pt x="2856362" y="126208"/>
                  </a:lnTo>
                  <a:lnTo>
                    <a:pt x="2798804" y="110995"/>
                  </a:lnTo>
                  <a:lnTo>
                    <a:pt x="2739837" y="97086"/>
                  </a:lnTo>
                  <a:lnTo>
                    <a:pt x="2702183" y="89090"/>
                  </a:lnTo>
                  <a:lnTo>
                    <a:pt x="2650284" y="79175"/>
                  </a:lnTo>
                  <a:lnTo>
                    <a:pt x="2595931" y="70120"/>
                  </a:lnTo>
                  <a:lnTo>
                    <a:pt x="2538441" y="61895"/>
                  </a:lnTo>
                  <a:lnTo>
                    <a:pt x="2477061" y="54442"/>
                  </a:lnTo>
                  <a:lnTo>
                    <a:pt x="2411013" y="47689"/>
                  </a:lnTo>
                  <a:lnTo>
                    <a:pt x="2339532" y="41564"/>
                  </a:lnTo>
                  <a:lnTo>
                    <a:pt x="2261922" y="35997"/>
                  </a:lnTo>
                  <a:lnTo>
                    <a:pt x="2177625" y="30930"/>
                  </a:lnTo>
                  <a:lnTo>
                    <a:pt x="2086308" y="26311"/>
                  </a:lnTo>
                  <a:lnTo>
                    <a:pt x="1987987" y="22103"/>
                  </a:lnTo>
                  <a:lnTo>
                    <a:pt x="1883164" y="18280"/>
                  </a:lnTo>
                  <a:lnTo>
                    <a:pt x="1772972" y="14827"/>
                  </a:lnTo>
                  <a:lnTo>
                    <a:pt x="1659306" y="11739"/>
                  </a:lnTo>
                  <a:lnTo>
                    <a:pt x="1544871" y="9022"/>
                  </a:lnTo>
                  <a:lnTo>
                    <a:pt x="1433119" y="6682"/>
                  </a:lnTo>
                  <a:lnTo>
                    <a:pt x="1328009" y="4727"/>
                  </a:lnTo>
                  <a:lnTo>
                    <a:pt x="1233577" y="3155"/>
                  </a:lnTo>
                  <a:lnTo>
                    <a:pt x="1153378" y="1953"/>
                  </a:lnTo>
                  <a:lnTo>
                    <a:pt x="1089891" y="1093"/>
                  </a:lnTo>
                  <a:lnTo>
                    <a:pt x="1044053" y="528"/>
                  </a:lnTo>
                  <a:lnTo>
                    <a:pt x="1015014" y="201"/>
                  </a:lnTo>
                  <a:lnTo>
                    <a:pt x="1000160" y="49"/>
                  </a:lnTo>
                  <a:lnTo>
                    <a:pt x="995307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89" name="pl588"/>
            <p:cNvSpPr/>
            <p:nvPr/>
          </p:nvSpPr>
          <p:spPr>
            <a:xfrm>
              <a:off x="1199187" y="1807854"/>
              <a:ext cx="12049831" cy="1053367"/>
            </a:xfrm>
            <a:custGeom>
              <a:avLst/>
              <a:pathLst>
                <a:path w="12049831" h="1053367">
                  <a:moveTo>
                    <a:pt x="0" y="0"/>
                  </a:moveTo>
                  <a:lnTo>
                    <a:pt x="994940" y="0"/>
                  </a:lnTo>
                  <a:lnTo>
                    <a:pt x="996074" y="10"/>
                  </a:lnTo>
                  <a:lnTo>
                    <a:pt x="1003559" y="82"/>
                  </a:lnTo>
                  <a:lnTo>
                    <a:pt x="1022527" y="283"/>
                  </a:lnTo>
                  <a:lnTo>
                    <a:pt x="1056691" y="678"/>
                  </a:lnTo>
                  <a:lnTo>
                    <a:pt x="1108120" y="1331"/>
                  </a:lnTo>
                  <a:lnTo>
                    <a:pt x="1177087" y="2296"/>
                  </a:lnTo>
                  <a:lnTo>
                    <a:pt x="1262130" y="3613"/>
                  </a:lnTo>
                  <a:lnTo>
                    <a:pt x="1360367" y="5305"/>
                  </a:lnTo>
                  <a:lnTo>
                    <a:pt x="1468027" y="7383"/>
                  </a:lnTo>
                  <a:lnTo>
                    <a:pt x="1581041" y="9843"/>
                  </a:lnTo>
                  <a:lnTo>
                    <a:pt x="1695574" y="12678"/>
                  </a:lnTo>
                  <a:lnTo>
                    <a:pt x="1808392" y="15882"/>
                  </a:lnTo>
                  <a:lnTo>
                    <a:pt x="1917049" y="19452"/>
                  </a:lnTo>
                  <a:lnTo>
                    <a:pt x="2019900" y="23395"/>
                  </a:lnTo>
                  <a:lnTo>
                    <a:pt x="2116029" y="27729"/>
                  </a:lnTo>
                  <a:lnTo>
                    <a:pt x="2205102" y="32486"/>
                  </a:lnTo>
                  <a:lnTo>
                    <a:pt x="2287231" y="37706"/>
                  </a:lnTo>
                  <a:lnTo>
                    <a:pt x="2362828" y="43442"/>
                  </a:lnTo>
                  <a:lnTo>
                    <a:pt x="2432507" y="49759"/>
                  </a:lnTo>
                  <a:lnTo>
                    <a:pt x="2496991" y="56726"/>
                  </a:lnTo>
                  <a:lnTo>
                    <a:pt x="2557054" y="64417"/>
                  </a:lnTo>
                  <a:lnTo>
                    <a:pt x="2613470" y="72899"/>
                  </a:lnTo>
                  <a:lnTo>
                    <a:pt x="2666975" y="82225"/>
                  </a:lnTo>
                  <a:lnTo>
                    <a:pt x="2702183" y="89090"/>
                  </a:lnTo>
                  <a:lnTo>
                    <a:pt x="2762390" y="102204"/>
                  </a:lnTo>
                  <a:lnTo>
                    <a:pt x="2820746" y="116606"/>
                  </a:lnTo>
                  <a:lnTo>
                    <a:pt x="2877925" y="132314"/>
                  </a:lnTo>
                  <a:lnTo>
                    <a:pt x="2934427" y="149310"/>
                  </a:lnTo>
                  <a:lnTo>
                    <a:pt x="2990607" y="167528"/>
                  </a:lnTo>
                  <a:lnTo>
                    <a:pt x="3046703" y="186855"/>
                  </a:lnTo>
                  <a:lnTo>
                    <a:pt x="3102852" y="207129"/>
                  </a:lnTo>
                  <a:lnTo>
                    <a:pt x="3159109" y="228144"/>
                  </a:lnTo>
                  <a:lnTo>
                    <a:pt x="3215468" y="249656"/>
                  </a:lnTo>
                  <a:lnTo>
                    <a:pt x="3271882" y="271395"/>
                  </a:lnTo>
                  <a:lnTo>
                    <a:pt x="3328282" y="293081"/>
                  </a:lnTo>
                  <a:lnTo>
                    <a:pt x="3384607" y="314435"/>
                  </a:lnTo>
                  <a:lnTo>
                    <a:pt x="3440821" y="335196"/>
                  </a:lnTo>
                  <a:lnTo>
                    <a:pt x="3496939" y="355133"/>
                  </a:lnTo>
                  <a:lnTo>
                    <a:pt x="3553046" y="374056"/>
                  </a:lnTo>
                  <a:lnTo>
                    <a:pt x="3609314" y="391822"/>
                  </a:lnTo>
                  <a:lnTo>
                    <a:pt x="3666023" y="408335"/>
                  </a:lnTo>
                  <a:lnTo>
                    <a:pt x="3723581" y="423549"/>
                  </a:lnTo>
                  <a:lnTo>
                    <a:pt x="3782548" y="437458"/>
                  </a:lnTo>
                  <a:lnTo>
                    <a:pt x="3820202" y="445453"/>
                  </a:lnTo>
                  <a:lnTo>
                    <a:pt x="3872101" y="455369"/>
                  </a:lnTo>
                  <a:lnTo>
                    <a:pt x="3926454" y="464424"/>
                  </a:lnTo>
                  <a:lnTo>
                    <a:pt x="3983944" y="472648"/>
                  </a:lnTo>
                  <a:lnTo>
                    <a:pt x="4045324" y="480101"/>
                  </a:lnTo>
                  <a:lnTo>
                    <a:pt x="4111372" y="486854"/>
                  </a:lnTo>
                  <a:lnTo>
                    <a:pt x="4182853" y="492980"/>
                  </a:lnTo>
                  <a:lnTo>
                    <a:pt x="4260463" y="498546"/>
                  </a:lnTo>
                  <a:lnTo>
                    <a:pt x="4344760" y="503614"/>
                  </a:lnTo>
                  <a:lnTo>
                    <a:pt x="4436077" y="508233"/>
                  </a:lnTo>
                  <a:lnTo>
                    <a:pt x="4534398" y="512440"/>
                  </a:lnTo>
                  <a:lnTo>
                    <a:pt x="4639221" y="516264"/>
                  </a:lnTo>
                  <a:lnTo>
                    <a:pt x="4749413" y="519717"/>
                  </a:lnTo>
                  <a:lnTo>
                    <a:pt x="4863079" y="522804"/>
                  </a:lnTo>
                  <a:lnTo>
                    <a:pt x="4977514" y="525522"/>
                  </a:lnTo>
                  <a:lnTo>
                    <a:pt x="5089266" y="527861"/>
                  </a:lnTo>
                  <a:lnTo>
                    <a:pt x="5194376" y="529817"/>
                  </a:lnTo>
                  <a:lnTo>
                    <a:pt x="5288808" y="531388"/>
                  </a:lnTo>
                  <a:lnTo>
                    <a:pt x="5369007" y="532590"/>
                  </a:lnTo>
                  <a:lnTo>
                    <a:pt x="5432494" y="533451"/>
                  </a:lnTo>
                  <a:lnTo>
                    <a:pt x="5478332" y="534016"/>
                  </a:lnTo>
                  <a:lnTo>
                    <a:pt x="5507371" y="534342"/>
                  </a:lnTo>
                  <a:lnTo>
                    <a:pt x="5522225" y="534495"/>
                  </a:lnTo>
                  <a:lnTo>
                    <a:pt x="5527078" y="534541"/>
                  </a:lnTo>
                  <a:lnTo>
                    <a:pt x="5527445" y="534544"/>
                  </a:lnTo>
                  <a:lnTo>
                    <a:pt x="6522385" y="534544"/>
                  </a:lnTo>
                  <a:lnTo>
                    <a:pt x="6523520" y="534554"/>
                  </a:lnTo>
                  <a:lnTo>
                    <a:pt x="6531005" y="534625"/>
                  </a:lnTo>
                  <a:lnTo>
                    <a:pt x="6549976" y="534819"/>
                  </a:lnTo>
                  <a:lnTo>
                    <a:pt x="6584143" y="535203"/>
                  </a:lnTo>
                  <a:lnTo>
                    <a:pt x="6635577" y="535837"/>
                  </a:lnTo>
                  <a:lnTo>
                    <a:pt x="6704551" y="536773"/>
                  </a:lnTo>
                  <a:lnTo>
                    <a:pt x="6789601" y="538052"/>
                  </a:lnTo>
                  <a:lnTo>
                    <a:pt x="6887846" y="539695"/>
                  </a:lnTo>
                  <a:lnTo>
                    <a:pt x="6995512" y="541711"/>
                  </a:lnTo>
                  <a:lnTo>
                    <a:pt x="7108532" y="544099"/>
                  </a:lnTo>
                  <a:lnTo>
                    <a:pt x="7223069" y="546851"/>
                  </a:lnTo>
                  <a:lnTo>
                    <a:pt x="7335891" y="549961"/>
                  </a:lnTo>
                  <a:lnTo>
                    <a:pt x="7444549" y="553426"/>
                  </a:lnTo>
                  <a:lnTo>
                    <a:pt x="7547401" y="557254"/>
                  </a:lnTo>
                  <a:lnTo>
                    <a:pt x="7643529" y="561461"/>
                  </a:lnTo>
                  <a:lnTo>
                    <a:pt x="7732602" y="566078"/>
                  </a:lnTo>
                  <a:lnTo>
                    <a:pt x="7814729" y="571145"/>
                  </a:lnTo>
                  <a:lnTo>
                    <a:pt x="7890325" y="576713"/>
                  </a:lnTo>
                  <a:lnTo>
                    <a:pt x="7960003" y="582845"/>
                  </a:lnTo>
                  <a:lnTo>
                    <a:pt x="8024486" y="589608"/>
                  </a:lnTo>
                  <a:lnTo>
                    <a:pt x="8084548" y="597073"/>
                  </a:lnTo>
                  <a:lnTo>
                    <a:pt x="8140963" y="605307"/>
                  </a:lnTo>
                  <a:lnTo>
                    <a:pt x="8194468" y="614360"/>
                  </a:lnTo>
                  <a:lnTo>
                    <a:pt x="8229629" y="621015"/>
                  </a:lnTo>
                  <a:lnTo>
                    <a:pt x="8289915" y="633761"/>
                  </a:lnTo>
                  <a:lnTo>
                    <a:pt x="8348346" y="647760"/>
                  </a:lnTo>
                  <a:lnTo>
                    <a:pt x="8405599" y="663031"/>
                  </a:lnTo>
                  <a:lnTo>
                    <a:pt x="8462174" y="679555"/>
                  </a:lnTo>
                  <a:lnTo>
                    <a:pt x="8518429" y="697268"/>
                  </a:lnTo>
                  <a:lnTo>
                    <a:pt x="8574600" y="716059"/>
                  </a:lnTo>
                  <a:lnTo>
                    <a:pt x="8630825" y="735770"/>
                  </a:lnTo>
                  <a:lnTo>
                    <a:pt x="8687159" y="756200"/>
                  </a:lnTo>
                  <a:lnTo>
                    <a:pt x="8743595" y="777111"/>
                  </a:lnTo>
                  <a:lnTo>
                    <a:pt x="8800084" y="798241"/>
                  </a:lnTo>
                  <a:lnTo>
                    <a:pt x="8856559" y="819315"/>
                  </a:lnTo>
                  <a:lnTo>
                    <a:pt x="8912958" y="840061"/>
                  </a:lnTo>
                  <a:lnTo>
                    <a:pt x="8969246" y="860227"/>
                  </a:lnTo>
                  <a:lnTo>
                    <a:pt x="9025438" y="879587"/>
                  </a:lnTo>
                  <a:lnTo>
                    <a:pt x="9081621" y="897958"/>
                  </a:lnTo>
                  <a:lnTo>
                    <a:pt x="9137970" y="915200"/>
                  </a:lnTo>
                  <a:lnTo>
                    <a:pt x="9194770" y="931221"/>
                  </a:lnTo>
                  <a:lnTo>
                    <a:pt x="9252431" y="945977"/>
                  </a:lnTo>
                  <a:lnTo>
                    <a:pt x="9311521" y="959464"/>
                  </a:lnTo>
                  <a:lnTo>
                    <a:pt x="9347647" y="966896"/>
                  </a:lnTo>
                  <a:lnTo>
                    <a:pt x="9399549" y="976521"/>
                  </a:lnTo>
                  <a:lnTo>
                    <a:pt x="9453904" y="985309"/>
                  </a:lnTo>
                  <a:lnTo>
                    <a:pt x="9511396" y="993292"/>
                  </a:lnTo>
                  <a:lnTo>
                    <a:pt x="9572779" y="1000527"/>
                  </a:lnTo>
                  <a:lnTo>
                    <a:pt x="9638832" y="1007081"/>
                  </a:lnTo>
                  <a:lnTo>
                    <a:pt x="9710317" y="1013027"/>
                  </a:lnTo>
                  <a:lnTo>
                    <a:pt x="9787931" y="1018429"/>
                  </a:lnTo>
                  <a:lnTo>
                    <a:pt x="9872234" y="1023348"/>
                  </a:lnTo>
                  <a:lnTo>
                    <a:pt x="9963556" y="1027831"/>
                  </a:lnTo>
                  <a:lnTo>
                    <a:pt x="10061884" y="1031915"/>
                  </a:lnTo>
                  <a:lnTo>
                    <a:pt x="10166714" y="1035626"/>
                  </a:lnTo>
                  <a:lnTo>
                    <a:pt x="10276911" y="1038977"/>
                  </a:lnTo>
                  <a:lnTo>
                    <a:pt x="10390583" y="1041974"/>
                  </a:lnTo>
                  <a:lnTo>
                    <a:pt x="10505023" y="1044611"/>
                  </a:lnTo>
                  <a:lnTo>
                    <a:pt x="10616776" y="1046882"/>
                  </a:lnTo>
                  <a:lnTo>
                    <a:pt x="10721885" y="1048779"/>
                  </a:lnTo>
                  <a:lnTo>
                    <a:pt x="10816312" y="1050305"/>
                  </a:lnTo>
                  <a:lnTo>
                    <a:pt x="10896504" y="1051471"/>
                  </a:lnTo>
                  <a:lnTo>
                    <a:pt x="10959980" y="1052307"/>
                  </a:lnTo>
                  <a:lnTo>
                    <a:pt x="11005807" y="1052855"/>
                  </a:lnTo>
                  <a:lnTo>
                    <a:pt x="11034835" y="1053171"/>
                  </a:lnTo>
                  <a:lnTo>
                    <a:pt x="11049679" y="1053319"/>
                  </a:lnTo>
                  <a:lnTo>
                    <a:pt x="11054525" y="1053364"/>
                  </a:lnTo>
                  <a:lnTo>
                    <a:pt x="11054891" y="1053367"/>
                  </a:lnTo>
                  <a:lnTo>
                    <a:pt x="12049831" y="1053367"/>
                  </a:lnTo>
                  <a:lnTo>
                    <a:pt x="12049831" y="10533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0" name="pl589"/>
            <p:cNvSpPr/>
            <p:nvPr/>
          </p:nvSpPr>
          <p:spPr>
            <a:xfrm>
              <a:off x="1199187" y="1802613"/>
              <a:ext cx="12049831" cy="1053367"/>
            </a:xfrm>
            <a:custGeom>
              <a:avLst/>
              <a:pathLst>
                <a:path w="12049831" h="1053367">
                  <a:moveTo>
                    <a:pt x="12049831" y="1053367"/>
                  </a:moveTo>
                  <a:lnTo>
                    <a:pt x="11054891" y="1053367"/>
                  </a:lnTo>
                  <a:lnTo>
                    <a:pt x="11053757" y="1053357"/>
                  </a:lnTo>
                  <a:lnTo>
                    <a:pt x="11046271" y="1053287"/>
                  </a:lnTo>
                  <a:lnTo>
                    <a:pt x="11027300" y="1053092"/>
                  </a:lnTo>
                  <a:lnTo>
                    <a:pt x="10993133" y="1052708"/>
                  </a:lnTo>
                  <a:lnTo>
                    <a:pt x="10941699" y="1052074"/>
                  </a:lnTo>
                  <a:lnTo>
                    <a:pt x="10872725" y="1051138"/>
                  </a:lnTo>
                  <a:lnTo>
                    <a:pt x="10787676" y="1049860"/>
                  </a:lnTo>
                  <a:lnTo>
                    <a:pt x="10689431" y="1048217"/>
                  </a:lnTo>
                  <a:lnTo>
                    <a:pt x="10581764" y="1046200"/>
                  </a:lnTo>
                  <a:lnTo>
                    <a:pt x="10468745" y="1043812"/>
                  </a:lnTo>
                  <a:lnTo>
                    <a:pt x="10354208" y="1041060"/>
                  </a:lnTo>
                  <a:lnTo>
                    <a:pt x="10241386" y="1037950"/>
                  </a:lnTo>
                  <a:lnTo>
                    <a:pt x="10132728" y="1034485"/>
                  </a:lnTo>
                  <a:lnTo>
                    <a:pt x="10029876" y="1030658"/>
                  </a:lnTo>
                  <a:lnTo>
                    <a:pt x="9933747" y="1026450"/>
                  </a:lnTo>
                  <a:lnTo>
                    <a:pt x="9844674" y="1021833"/>
                  </a:lnTo>
                  <a:lnTo>
                    <a:pt x="9762548" y="1016766"/>
                  </a:lnTo>
                  <a:lnTo>
                    <a:pt x="9686951" y="1011198"/>
                  </a:lnTo>
                  <a:lnTo>
                    <a:pt x="9617274" y="1005066"/>
                  </a:lnTo>
                  <a:lnTo>
                    <a:pt x="9552791" y="998303"/>
                  </a:lnTo>
                  <a:lnTo>
                    <a:pt x="9492729" y="990838"/>
                  </a:lnTo>
                  <a:lnTo>
                    <a:pt x="9436313" y="982604"/>
                  </a:lnTo>
                  <a:lnTo>
                    <a:pt x="9382809" y="973551"/>
                  </a:lnTo>
                  <a:lnTo>
                    <a:pt x="9347647" y="966896"/>
                  </a:lnTo>
                  <a:lnTo>
                    <a:pt x="9287362" y="954150"/>
                  </a:lnTo>
                  <a:lnTo>
                    <a:pt x="9228930" y="940151"/>
                  </a:lnTo>
                  <a:lnTo>
                    <a:pt x="9171677" y="924880"/>
                  </a:lnTo>
                  <a:lnTo>
                    <a:pt x="9115102" y="908356"/>
                  </a:lnTo>
                  <a:lnTo>
                    <a:pt x="9058848" y="890643"/>
                  </a:lnTo>
                  <a:lnTo>
                    <a:pt x="9002677" y="871852"/>
                  </a:lnTo>
                  <a:lnTo>
                    <a:pt x="8946452" y="852141"/>
                  </a:lnTo>
                  <a:lnTo>
                    <a:pt x="8890118" y="831711"/>
                  </a:lnTo>
                  <a:lnTo>
                    <a:pt x="8833682" y="810800"/>
                  </a:lnTo>
                  <a:lnTo>
                    <a:pt x="8777192" y="789670"/>
                  </a:lnTo>
                  <a:lnTo>
                    <a:pt x="8720717" y="768597"/>
                  </a:lnTo>
                  <a:lnTo>
                    <a:pt x="8664318" y="747850"/>
                  </a:lnTo>
                  <a:lnTo>
                    <a:pt x="8608031" y="727685"/>
                  </a:lnTo>
                  <a:lnTo>
                    <a:pt x="8551839" y="708324"/>
                  </a:lnTo>
                  <a:lnTo>
                    <a:pt x="8495655" y="689954"/>
                  </a:lnTo>
                  <a:lnTo>
                    <a:pt x="8439306" y="672712"/>
                  </a:lnTo>
                  <a:lnTo>
                    <a:pt x="8382507" y="656690"/>
                  </a:lnTo>
                  <a:lnTo>
                    <a:pt x="8324846" y="641935"/>
                  </a:lnTo>
                  <a:lnTo>
                    <a:pt x="8265756" y="628448"/>
                  </a:lnTo>
                  <a:lnTo>
                    <a:pt x="8229629" y="621015"/>
                  </a:lnTo>
                  <a:lnTo>
                    <a:pt x="8177727" y="611390"/>
                  </a:lnTo>
                  <a:lnTo>
                    <a:pt x="8123373" y="602602"/>
                  </a:lnTo>
                  <a:lnTo>
                    <a:pt x="8065880" y="594619"/>
                  </a:lnTo>
                  <a:lnTo>
                    <a:pt x="8004497" y="587385"/>
                  </a:lnTo>
                  <a:lnTo>
                    <a:pt x="7938445" y="580830"/>
                  </a:lnTo>
                  <a:lnTo>
                    <a:pt x="7866960" y="574885"/>
                  </a:lnTo>
                  <a:lnTo>
                    <a:pt x="7789346" y="569482"/>
                  </a:lnTo>
                  <a:lnTo>
                    <a:pt x="7705043" y="564563"/>
                  </a:lnTo>
                  <a:lnTo>
                    <a:pt x="7613720" y="560080"/>
                  </a:lnTo>
                  <a:lnTo>
                    <a:pt x="7515393" y="555996"/>
                  </a:lnTo>
                  <a:lnTo>
                    <a:pt x="7410563" y="552285"/>
                  </a:lnTo>
                  <a:lnTo>
                    <a:pt x="7300365" y="548934"/>
                  </a:lnTo>
                  <a:lnTo>
                    <a:pt x="7186693" y="545937"/>
                  </a:lnTo>
                  <a:lnTo>
                    <a:pt x="7072254" y="543300"/>
                  </a:lnTo>
                  <a:lnTo>
                    <a:pt x="6960501" y="541029"/>
                  </a:lnTo>
                  <a:lnTo>
                    <a:pt x="6855391" y="539132"/>
                  </a:lnTo>
                  <a:lnTo>
                    <a:pt x="6760964" y="537606"/>
                  </a:lnTo>
                  <a:lnTo>
                    <a:pt x="6680772" y="536440"/>
                  </a:lnTo>
                  <a:lnTo>
                    <a:pt x="6617296" y="535605"/>
                  </a:lnTo>
                  <a:lnTo>
                    <a:pt x="6571469" y="535056"/>
                  </a:lnTo>
                  <a:lnTo>
                    <a:pt x="6542442" y="534740"/>
                  </a:lnTo>
                  <a:lnTo>
                    <a:pt x="6527598" y="534592"/>
                  </a:lnTo>
                  <a:lnTo>
                    <a:pt x="6522751" y="534547"/>
                  </a:lnTo>
                  <a:lnTo>
                    <a:pt x="6522385" y="534544"/>
                  </a:lnTo>
                  <a:lnTo>
                    <a:pt x="5527445" y="534544"/>
                  </a:lnTo>
                  <a:lnTo>
                    <a:pt x="5526311" y="534534"/>
                  </a:lnTo>
                  <a:lnTo>
                    <a:pt x="5518826" y="534461"/>
                  </a:lnTo>
                  <a:lnTo>
                    <a:pt x="5499858" y="534261"/>
                  </a:lnTo>
                  <a:lnTo>
                    <a:pt x="5465694" y="533866"/>
                  </a:lnTo>
                  <a:lnTo>
                    <a:pt x="5414265" y="533213"/>
                  </a:lnTo>
                  <a:lnTo>
                    <a:pt x="5345298" y="532248"/>
                  </a:lnTo>
                  <a:lnTo>
                    <a:pt x="5260255" y="530931"/>
                  </a:lnTo>
                  <a:lnTo>
                    <a:pt x="5162018" y="529238"/>
                  </a:lnTo>
                  <a:lnTo>
                    <a:pt x="5054358" y="527161"/>
                  </a:lnTo>
                  <a:lnTo>
                    <a:pt x="4941344" y="524701"/>
                  </a:lnTo>
                  <a:lnTo>
                    <a:pt x="4826811" y="521865"/>
                  </a:lnTo>
                  <a:lnTo>
                    <a:pt x="4713993" y="518662"/>
                  </a:lnTo>
                  <a:lnTo>
                    <a:pt x="4605336" y="515092"/>
                  </a:lnTo>
                  <a:lnTo>
                    <a:pt x="4502485" y="511149"/>
                  </a:lnTo>
                  <a:lnTo>
                    <a:pt x="4406356" y="506814"/>
                  </a:lnTo>
                  <a:lnTo>
                    <a:pt x="4317283" y="502058"/>
                  </a:lnTo>
                  <a:lnTo>
                    <a:pt x="4235154" y="496838"/>
                  </a:lnTo>
                  <a:lnTo>
                    <a:pt x="4159557" y="491101"/>
                  </a:lnTo>
                  <a:lnTo>
                    <a:pt x="4089878" y="484785"/>
                  </a:lnTo>
                  <a:lnTo>
                    <a:pt x="4025394" y="477818"/>
                  </a:lnTo>
                  <a:lnTo>
                    <a:pt x="3965331" y="470127"/>
                  </a:lnTo>
                  <a:lnTo>
                    <a:pt x="3908915" y="461645"/>
                  </a:lnTo>
                  <a:lnTo>
                    <a:pt x="3855410" y="452319"/>
                  </a:lnTo>
                  <a:lnTo>
                    <a:pt x="3820202" y="445453"/>
                  </a:lnTo>
                  <a:lnTo>
                    <a:pt x="3759995" y="432339"/>
                  </a:lnTo>
                  <a:lnTo>
                    <a:pt x="3701639" y="417938"/>
                  </a:lnTo>
                  <a:lnTo>
                    <a:pt x="3644460" y="402230"/>
                  </a:lnTo>
                  <a:lnTo>
                    <a:pt x="3587958" y="385234"/>
                  </a:lnTo>
                  <a:lnTo>
                    <a:pt x="3531778" y="367015"/>
                  </a:lnTo>
                  <a:lnTo>
                    <a:pt x="3475682" y="347688"/>
                  </a:lnTo>
                  <a:lnTo>
                    <a:pt x="3419533" y="327414"/>
                  </a:lnTo>
                  <a:lnTo>
                    <a:pt x="3363276" y="306400"/>
                  </a:lnTo>
                  <a:lnTo>
                    <a:pt x="3306917" y="284888"/>
                  </a:lnTo>
                  <a:lnTo>
                    <a:pt x="3250503" y="263148"/>
                  </a:lnTo>
                  <a:lnTo>
                    <a:pt x="3194103" y="241462"/>
                  </a:lnTo>
                  <a:lnTo>
                    <a:pt x="3137778" y="220109"/>
                  </a:lnTo>
                  <a:lnTo>
                    <a:pt x="3081564" y="199348"/>
                  </a:lnTo>
                  <a:lnTo>
                    <a:pt x="3025446" y="179411"/>
                  </a:lnTo>
                  <a:lnTo>
                    <a:pt x="2969339" y="160487"/>
                  </a:lnTo>
                  <a:lnTo>
                    <a:pt x="2913071" y="142721"/>
                  </a:lnTo>
                  <a:lnTo>
                    <a:pt x="2856362" y="126208"/>
                  </a:lnTo>
                  <a:lnTo>
                    <a:pt x="2798804" y="110995"/>
                  </a:lnTo>
                  <a:lnTo>
                    <a:pt x="2739837" y="97086"/>
                  </a:lnTo>
                  <a:lnTo>
                    <a:pt x="2702183" y="89090"/>
                  </a:lnTo>
                  <a:lnTo>
                    <a:pt x="2650284" y="79175"/>
                  </a:lnTo>
                  <a:lnTo>
                    <a:pt x="2595931" y="70120"/>
                  </a:lnTo>
                  <a:lnTo>
                    <a:pt x="2538441" y="61895"/>
                  </a:lnTo>
                  <a:lnTo>
                    <a:pt x="2477061" y="54442"/>
                  </a:lnTo>
                  <a:lnTo>
                    <a:pt x="2411013" y="47689"/>
                  </a:lnTo>
                  <a:lnTo>
                    <a:pt x="2339532" y="41564"/>
                  </a:lnTo>
                  <a:lnTo>
                    <a:pt x="2261922" y="35997"/>
                  </a:lnTo>
                  <a:lnTo>
                    <a:pt x="2177625" y="30930"/>
                  </a:lnTo>
                  <a:lnTo>
                    <a:pt x="2086308" y="26311"/>
                  </a:lnTo>
                  <a:lnTo>
                    <a:pt x="1987987" y="22103"/>
                  </a:lnTo>
                  <a:lnTo>
                    <a:pt x="1883164" y="18280"/>
                  </a:lnTo>
                  <a:lnTo>
                    <a:pt x="1772972" y="14827"/>
                  </a:lnTo>
                  <a:lnTo>
                    <a:pt x="1659306" y="11739"/>
                  </a:lnTo>
                  <a:lnTo>
                    <a:pt x="1544871" y="9022"/>
                  </a:lnTo>
                  <a:lnTo>
                    <a:pt x="1433119" y="6682"/>
                  </a:lnTo>
                  <a:lnTo>
                    <a:pt x="1328009" y="4727"/>
                  </a:lnTo>
                  <a:lnTo>
                    <a:pt x="1233577" y="3155"/>
                  </a:lnTo>
                  <a:lnTo>
                    <a:pt x="1153378" y="1953"/>
                  </a:lnTo>
                  <a:lnTo>
                    <a:pt x="1089891" y="1093"/>
                  </a:lnTo>
                  <a:lnTo>
                    <a:pt x="1044053" y="528"/>
                  </a:lnTo>
                  <a:lnTo>
                    <a:pt x="1015014" y="201"/>
                  </a:lnTo>
                  <a:lnTo>
                    <a:pt x="1000160" y="49"/>
                  </a:lnTo>
                  <a:lnTo>
                    <a:pt x="995307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1" name="pg590"/>
            <p:cNvSpPr/>
            <p:nvPr/>
          </p:nvSpPr>
          <p:spPr>
            <a:xfrm>
              <a:off x="1199187" y="1807854"/>
              <a:ext cx="12049831" cy="1467377"/>
            </a:xfrm>
            <a:custGeom>
              <a:avLst/>
              <a:pathLst>
                <a:path w="12049831" h="1467377">
                  <a:moveTo>
                    <a:pt x="0" y="5240"/>
                  </a:moveTo>
                  <a:lnTo>
                    <a:pt x="994940" y="5240"/>
                  </a:lnTo>
                  <a:lnTo>
                    <a:pt x="996074" y="5250"/>
                  </a:lnTo>
                  <a:lnTo>
                    <a:pt x="1003559" y="5323"/>
                  </a:lnTo>
                  <a:lnTo>
                    <a:pt x="1022527" y="5523"/>
                  </a:lnTo>
                  <a:lnTo>
                    <a:pt x="1056691" y="5919"/>
                  </a:lnTo>
                  <a:lnTo>
                    <a:pt x="1108120" y="6572"/>
                  </a:lnTo>
                  <a:lnTo>
                    <a:pt x="1177087" y="7537"/>
                  </a:lnTo>
                  <a:lnTo>
                    <a:pt x="1262130" y="8853"/>
                  </a:lnTo>
                  <a:lnTo>
                    <a:pt x="1360367" y="10546"/>
                  </a:lnTo>
                  <a:lnTo>
                    <a:pt x="1468027" y="12623"/>
                  </a:lnTo>
                  <a:lnTo>
                    <a:pt x="1581041" y="15084"/>
                  </a:lnTo>
                  <a:lnTo>
                    <a:pt x="1695574" y="17919"/>
                  </a:lnTo>
                  <a:lnTo>
                    <a:pt x="1808392" y="21122"/>
                  </a:lnTo>
                  <a:lnTo>
                    <a:pt x="1917049" y="24692"/>
                  </a:lnTo>
                  <a:lnTo>
                    <a:pt x="2019900" y="28635"/>
                  </a:lnTo>
                  <a:lnTo>
                    <a:pt x="2116029" y="32970"/>
                  </a:lnTo>
                  <a:lnTo>
                    <a:pt x="2205102" y="37726"/>
                  </a:lnTo>
                  <a:lnTo>
                    <a:pt x="2287231" y="42946"/>
                  </a:lnTo>
                  <a:lnTo>
                    <a:pt x="2362828" y="48683"/>
                  </a:lnTo>
                  <a:lnTo>
                    <a:pt x="2432507" y="55000"/>
                  </a:lnTo>
                  <a:lnTo>
                    <a:pt x="2496991" y="61967"/>
                  </a:lnTo>
                  <a:lnTo>
                    <a:pt x="2557054" y="69657"/>
                  </a:lnTo>
                  <a:lnTo>
                    <a:pt x="2613470" y="78139"/>
                  </a:lnTo>
                  <a:lnTo>
                    <a:pt x="2666975" y="87466"/>
                  </a:lnTo>
                  <a:lnTo>
                    <a:pt x="2702183" y="94331"/>
                  </a:lnTo>
                  <a:lnTo>
                    <a:pt x="2762390" y="107445"/>
                  </a:lnTo>
                  <a:lnTo>
                    <a:pt x="2820746" y="121846"/>
                  </a:lnTo>
                  <a:lnTo>
                    <a:pt x="2877925" y="137555"/>
                  </a:lnTo>
                  <a:lnTo>
                    <a:pt x="2934427" y="154551"/>
                  </a:lnTo>
                  <a:lnTo>
                    <a:pt x="2990607" y="172769"/>
                  </a:lnTo>
                  <a:lnTo>
                    <a:pt x="3046703" y="192096"/>
                  </a:lnTo>
                  <a:lnTo>
                    <a:pt x="3102852" y="212370"/>
                  </a:lnTo>
                  <a:lnTo>
                    <a:pt x="3159109" y="233385"/>
                  </a:lnTo>
                  <a:lnTo>
                    <a:pt x="3215468" y="254896"/>
                  </a:lnTo>
                  <a:lnTo>
                    <a:pt x="3271882" y="276636"/>
                  </a:lnTo>
                  <a:lnTo>
                    <a:pt x="3328282" y="298322"/>
                  </a:lnTo>
                  <a:lnTo>
                    <a:pt x="3384607" y="319676"/>
                  </a:lnTo>
                  <a:lnTo>
                    <a:pt x="3440821" y="340436"/>
                  </a:lnTo>
                  <a:lnTo>
                    <a:pt x="3496939" y="360374"/>
                  </a:lnTo>
                  <a:lnTo>
                    <a:pt x="3553046" y="379297"/>
                  </a:lnTo>
                  <a:lnTo>
                    <a:pt x="3609314" y="397063"/>
                  </a:lnTo>
                  <a:lnTo>
                    <a:pt x="3666023" y="413576"/>
                  </a:lnTo>
                  <a:lnTo>
                    <a:pt x="3723581" y="428789"/>
                  </a:lnTo>
                  <a:lnTo>
                    <a:pt x="3782548" y="442698"/>
                  </a:lnTo>
                  <a:lnTo>
                    <a:pt x="3820202" y="450694"/>
                  </a:lnTo>
                  <a:lnTo>
                    <a:pt x="3872101" y="460610"/>
                  </a:lnTo>
                  <a:lnTo>
                    <a:pt x="3926454" y="469664"/>
                  </a:lnTo>
                  <a:lnTo>
                    <a:pt x="3983944" y="477889"/>
                  </a:lnTo>
                  <a:lnTo>
                    <a:pt x="4045324" y="485342"/>
                  </a:lnTo>
                  <a:lnTo>
                    <a:pt x="4111372" y="492095"/>
                  </a:lnTo>
                  <a:lnTo>
                    <a:pt x="4182853" y="498221"/>
                  </a:lnTo>
                  <a:lnTo>
                    <a:pt x="4260463" y="503787"/>
                  </a:lnTo>
                  <a:lnTo>
                    <a:pt x="4344760" y="508855"/>
                  </a:lnTo>
                  <a:lnTo>
                    <a:pt x="4436077" y="513473"/>
                  </a:lnTo>
                  <a:lnTo>
                    <a:pt x="4534398" y="517681"/>
                  </a:lnTo>
                  <a:lnTo>
                    <a:pt x="4639221" y="521504"/>
                  </a:lnTo>
                  <a:lnTo>
                    <a:pt x="4749413" y="524958"/>
                  </a:lnTo>
                  <a:lnTo>
                    <a:pt x="4863079" y="528045"/>
                  </a:lnTo>
                  <a:lnTo>
                    <a:pt x="4977514" y="530762"/>
                  </a:lnTo>
                  <a:lnTo>
                    <a:pt x="5089266" y="533102"/>
                  </a:lnTo>
                  <a:lnTo>
                    <a:pt x="5194376" y="535057"/>
                  </a:lnTo>
                  <a:lnTo>
                    <a:pt x="5288808" y="536629"/>
                  </a:lnTo>
                  <a:lnTo>
                    <a:pt x="5369007" y="537831"/>
                  </a:lnTo>
                  <a:lnTo>
                    <a:pt x="5432494" y="538692"/>
                  </a:lnTo>
                  <a:lnTo>
                    <a:pt x="5478332" y="539257"/>
                  </a:lnTo>
                  <a:lnTo>
                    <a:pt x="5507371" y="539583"/>
                  </a:lnTo>
                  <a:lnTo>
                    <a:pt x="5522225" y="539736"/>
                  </a:lnTo>
                  <a:lnTo>
                    <a:pt x="5527078" y="539782"/>
                  </a:lnTo>
                  <a:lnTo>
                    <a:pt x="5527445" y="539785"/>
                  </a:lnTo>
                  <a:lnTo>
                    <a:pt x="6522385" y="539785"/>
                  </a:lnTo>
                  <a:lnTo>
                    <a:pt x="6523515" y="539802"/>
                  </a:lnTo>
                  <a:lnTo>
                    <a:pt x="6530971" y="539928"/>
                  </a:lnTo>
                  <a:lnTo>
                    <a:pt x="6549867" y="540274"/>
                  </a:lnTo>
                  <a:lnTo>
                    <a:pt x="6583905" y="540957"/>
                  </a:lnTo>
                  <a:lnTo>
                    <a:pt x="6635156" y="542086"/>
                  </a:lnTo>
                  <a:lnTo>
                    <a:pt x="6703902" y="543754"/>
                  </a:lnTo>
                  <a:lnTo>
                    <a:pt x="6788698" y="546030"/>
                  </a:lnTo>
                  <a:lnTo>
                    <a:pt x="6886685" y="548956"/>
                  </a:lnTo>
                  <a:lnTo>
                    <a:pt x="6994114" y="552549"/>
                  </a:lnTo>
                  <a:lnTo>
                    <a:pt x="7106930" y="556804"/>
                  </a:lnTo>
                  <a:lnTo>
                    <a:pt x="7221310" y="561708"/>
                  </a:lnTo>
                  <a:lnTo>
                    <a:pt x="7334024" y="567249"/>
                  </a:lnTo>
                  <a:lnTo>
                    <a:pt x="7442619" y="573425"/>
                  </a:lnTo>
                  <a:lnTo>
                    <a:pt x="7545447" y="580246"/>
                  </a:lnTo>
                  <a:lnTo>
                    <a:pt x="7641582" y="587744"/>
                  </a:lnTo>
                  <a:lnTo>
                    <a:pt x="7730684" y="595970"/>
                  </a:lnTo>
                  <a:lnTo>
                    <a:pt x="7812852" y="604997"/>
                  </a:lnTo>
                  <a:lnTo>
                    <a:pt x="7888496" y="614915"/>
                  </a:lnTo>
                  <a:lnTo>
                    <a:pt x="7958220" y="625835"/>
                  </a:lnTo>
                  <a:lnTo>
                    <a:pt x="8022744" y="637877"/>
                  </a:lnTo>
                  <a:lnTo>
                    <a:pt x="8082837" y="651167"/>
                  </a:lnTo>
                  <a:lnTo>
                    <a:pt x="8139272" y="665825"/>
                  </a:lnTo>
                  <a:lnTo>
                    <a:pt x="8192783" y="681941"/>
                  </a:lnTo>
                  <a:lnTo>
                    <a:pt x="8229629" y="694384"/>
                  </a:lnTo>
                  <a:lnTo>
                    <a:pt x="8287370" y="716149"/>
                  </a:lnTo>
                  <a:lnTo>
                    <a:pt x="8343384" y="739963"/>
                  </a:lnTo>
                  <a:lnTo>
                    <a:pt x="8398273" y="765860"/>
                  </a:lnTo>
                  <a:lnTo>
                    <a:pt x="8452490" y="793818"/>
                  </a:lnTo>
                  <a:lnTo>
                    <a:pt x="8506367" y="823747"/>
                  </a:lnTo>
                  <a:lnTo>
                    <a:pt x="8560130" y="855488"/>
                  </a:lnTo>
                  <a:lnTo>
                    <a:pt x="8613918" y="888810"/>
                  </a:lnTo>
                  <a:lnTo>
                    <a:pt x="8667798" y="923415"/>
                  </a:lnTo>
                  <a:lnTo>
                    <a:pt x="8721779" y="958947"/>
                  </a:lnTo>
                  <a:lnTo>
                    <a:pt x="8775830" y="995008"/>
                  </a:lnTo>
                  <a:lnTo>
                    <a:pt x="8829896" y="1031171"/>
                  </a:lnTo>
                  <a:lnTo>
                    <a:pt x="8883916" y="1067005"/>
                  </a:lnTo>
                  <a:lnTo>
                    <a:pt x="8937846" y="1102097"/>
                  </a:lnTo>
                  <a:lnTo>
                    <a:pt x="8991673" y="1136068"/>
                  </a:lnTo>
                  <a:lnTo>
                    <a:pt x="9045435" y="1168591"/>
                  </a:lnTo>
                  <a:lnTo>
                    <a:pt x="9099235" y="1199402"/>
                  </a:lnTo>
                  <a:lnTo>
                    <a:pt x="9153257" y="1228309"/>
                  </a:lnTo>
                  <a:lnTo>
                    <a:pt x="9207779" y="1255190"/>
                  </a:lnTo>
                  <a:lnTo>
                    <a:pt x="9263195" y="1279990"/>
                  </a:lnTo>
                  <a:lnTo>
                    <a:pt x="9320031" y="1302718"/>
                  </a:lnTo>
                  <a:lnTo>
                    <a:pt x="9347647" y="1312778"/>
                  </a:lnTo>
                  <a:lnTo>
                    <a:pt x="9399475" y="1329962"/>
                  </a:lnTo>
                  <a:lnTo>
                    <a:pt x="9453748" y="1345657"/>
                  </a:lnTo>
                  <a:lnTo>
                    <a:pt x="9511147" y="1359914"/>
                  </a:lnTo>
                  <a:lnTo>
                    <a:pt x="9572423" y="1372836"/>
                  </a:lnTo>
                  <a:lnTo>
                    <a:pt x="9638351" y="1384545"/>
                  </a:lnTo>
                  <a:lnTo>
                    <a:pt x="9709691" y="1395168"/>
                  </a:lnTo>
                  <a:lnTo>
                    <a:pt x="9787138" y="1404823"/>
                  </a:lnTo>
                  <a:lnTo>
                    <a:pt x="9871251" y="1413613"/>
                  </a:lnTo>
                  <a:lnTo>
                    <a:pt x="9962362" y="1421625"/>
                  </a:lnTo>
                  <a:lnTo>
                    <a:pt x="10060460" y="1428926"/>
                  </a:lnTo>
                  <a:lnTo>
                    <a:pt x="10165055" y="1435561"/>
                  </a:lnTo>
                  <a:lnTo>
                    <a:pt x="10275025" y="1441555"/>
                  </a:lnTo>
                  <a:lnTo>
                    <a:pt x="10388498" y="1446916"/>
                  </a:lnTo>
                  <a:lnTo>
                    <a:pt x="10502793" y="1451637"/>
                  </a:lnTo>
                  <a:lnTo>
                    <a:pt x="10614483" y="1455704"/>
                  </a:lnTo>
                  <a:lnTo>
                    <a:pt x="10719633" y="1459106"/>
                  </a:lnTo>
                  <a:lnTo>
                    <a:pt x="10814218" y="1461845"/>
                  </a:lnTo>
                  <a:lnTo>
                    <a:pt x="10894681" y="1463943"/>
                  </a:lnTo>
                  <a:lnTo>
                    <a:pt x="10958520" y="1465449"/>
                  </a:lnTo>
                  <a:lnTo>
                    <a:pt x="11004761" y="1466440"/>
                  </a:lnTo>
                  <a:lnTo>
                    <a:pt x="11034201" y="1467015"/>
                  </a:lnTo>
                  <a:lnTo>
                    <a:pt x="11049396" y="1467287"/>
                  </a:lnTo>
                  <a:lnTo>
                    <a:pt x="11054472" y="1467371"/>
                  </a:lnTo>
                  <a:lnTo>
                    <a:pt x="11054891" y="1467377"/>
                  </a:lnTo>
                  <a:lnTo>
                    <a:pt x="12049831" y="1467377"/>
                  </a:lnTo>
                  <a:lnTo>
                    <a:pt x="12049831" y="1462136"/>
                  </a:lnTo>
                  <a:lnTo>
                    <a:pt x="11054891" y="1462136"/>
                  </a:lnTo>
                  <a:lnTo>
                    <a:pt x="11053761" y="1462119"/>
                  </a:lnTo>
                  <a:lnTo>
                    <a:pt x="11046306" y="1461993"/>
                  </a:lnTo>
                  <a:lnTo>
                    <a:pt x="11027410" y="1461647"/>
                  </a:lnTo>
                  <a:lnTo>
                    <a:pt x="10993371" y="1460964"/>
                  </a:lnTo>
                  <a:lnTo>
                    <a:pt x="10942121" y="1459835"/>
                  </a:lnTo>
                  <a:lnTo>
                    <a:pt x="10873375" y="1458168"/>
                  </a:lnTo>
                  <a:lnTo>
                    <a:pt x="10788579" y="1455891"/>
                  </a:lnTo>
                  <a:lnTo>
                    <a:pt x="10690591" y="1452965"/>
                  </a:lnTo>
                  <a:lnTo>
                    <a:pt x="10583163" y="1449372"/>
                  </a:lnTo>
                  <a:lnTo>
                    <a:pt x="10470346" y="1445118"/>
                  </a:lnTo>
                  <a:lnTo>
                    <a:pt x="10355966" y="1440213"/>
                  </a:lnTo>
                  <a:lnTo>
                    <a:pt x="10243253" y="1434672"/>
                  </a:lnTo>
                  <a:lnTo>
                    <a:pt x="10134658" y="1428496"/>
                  </a:lnTo>
                  <a:lnTo>
                    <a:pt x="10031829" y="1421675"/>
                  </a:lnTo>
                  <a:lnTo>
                    <a:pt x="9935694" y="1414177"/>
                  </a:lnTo>
                  <a:lnTo>
                    <a:pt x="9846593" y="1405951"/>
                  </a:lnTo>
                  <a:lnTo>
                    <a:pt x="9764424" y="1396925"/>
                  </a:lnTo>
                  <a:lnTo>
                    <a:pt x="9688781" y="1387006"/>
                  </a:lnTo>
                  <a:lnTo>
                    <a:pt x="9619057" y="1376086"/>
                  </a:lnTo>
                  <a:lnTo>
                    <a:pt x="9554533" y="1364044"/>
                  </a:lnTo>
                  <a:lnTo>
                    <a:pt x="9494439" y="1350754"/>
                  </a:lnTo>
                  <a:lnTo>
                    <a:pt x="9438004" y="1336096"/>
                  </a:lnTo>
                  <a:lnTo>
                    <a:pt x="9384493" y="1319980"/>
                  </a:lnTo>
                  <a:lnTo>
                    <a:pt x="9347647" y="1307538"/>
                  </a:lnTo>
                  <a:lnTo>
                    <a:pt x="9289906" y="1285773"/>
                  </a:lnTo>
                  <a:lnTo>
                    <a:pt x="9233893" y="1261959"/>
                  </a:lnTo>
                  <a:lnTo>
                    <a:pt x="9179004" y="1236061"/>
                  </a:lnTo>
                  <a:lnTo>
                    <a:pt x="9124786" y="1208103"/>
                  </a:lnTo>
                  <a:lnTo>
                    <a:pt x="9070910" y="1178174"/>
                  </a:lnTo>
                  <a:lnTo>
                    <a:pt x="9017147" y="1146433"/>
                  </a:lnTo>
                  <a:lnTo>
                    <a:pt x="8963359" y="1113112"/>
                  </a:lnTo>
                  <a:lnTo>
                    <a:pt x="8909478" y="1078507"/>
                  </a:lnTo>
                  <a:lnTo>
                    <a:pt x="8855497" y="1042974"/>
                  </a:lnTo>
                  <a:lnTo>
                    <a:pt x="8801446" y="1006913"/>
                  </a:lnTo>
                  <a:lnTo>
                    <a:pt x="8747381" y="970751"/>
                  </a:lnTo>
                  <a:lnTo>
                    <a:pt x="8693361" y="934916"/>
                  </a:lnTo>
                  <a:lnTo>
                    <a:pt x="8639431" y="899824"/>
                  </a:lnTo>
                  <a:lnTo>
                    <a:pt x="8585604" y="865853"/>
                  </a:lnTo>
                  <a:lnTo>
                    <a:pt x="8531841" y="833331"/>
                  </a:lnTo>
                  <a:lnTo>
                    <a:pt x="8478041" y="802519"/>
                  </a:lnTo>
                  <a:lnTo>
                    <a:pt x="8424020" y="773612"/>
                  </a:lnTo>
                  <a:lnTo>
                    <a:pt x="8369497" y="746731"/>
                  </a:lnTo>
                  <a:lnTo>
                    <a:pt x="8314082" y="721931"/>
                  </a:lnTo>
                  <a:lnTo>
                    <a:pt x="8257245" y="699203"/>
                  </a:lnTo>
                  <a:lnTo>
                    <a:pt x="8229629" y="689143"/>
                  </a:lnTo>
                  <a:lnTo>
                    <a:pt x="8177802" y="671959"/>
                  </a:lnTo>
                  <a:lnTo>
                    <a:pt x="8123529" y="656265"/>
                  </a:lnTo>
                  <a:lnTo>
                    <a:pt x="8066129" y="642007"/>
                  </a:lnTo>
                  <a:lnTo>
                    <a:pt x="8004853" y="629085"/>
                  </a:lnTo>
                  <a:lnTo>
                    <a:pt x="7938925" y="617376"/>
                  </a:lnTo>
                  <a:lnTo>
                    <a:pt x="7867585" y="606753"/>
                  </a:lnTo>
                  <a:lnTo>
                    <a:pt x="7790138" y="597099"/>
                  </a:lnTo>
                  <a:lnTo>
                    <a:pt x="7706026" y="588309"/>
                  </a:lnTo>
                  <a:lnTo>
                    <a:pt x="7614915" y="580296"/>
                  </a:lnTo>
                  <a:lnTo>
                    <a:pt x="7516816" y="572996"/>
                  </a:lnTo>
                  <a:lnTo>
                    <a:pt x="7412222" y="566361"/>
                  </a:lnTo>
                  <a:lnTo>
                    <a:pt x="7302252" y="560366"/>
                  </a:lnTo>
                  <a:lnTo>
                    <a:pt x="7188779" y="555005"/>
                  </a:lnTo>
                  <a:lnTo>
                    <a:pt x="7074484" y="550285"/>
                  </a:lnTo>
                  <a:lnTo>
                    <a:pt x="6962794" y="546217"/>
                  </a:lnTo>
                  <a:lnTo>
                    <a:pt x="6857644" y="542815"/>
                  </a:lnTo>
                  <a:lnTo>
                    <a:pt x="6763059" y="540076"/>
                  </a:lnTo>
                  <a:lnTo>
                    <a:pt x="6682596" y="537979"/>
                  </a:lnTo>
                  <a:lnTo>
                    <a:pt x="6618757" y="536473"/>
                  </a:lnTo>
                  <a:lnTo>
                    <a:pt x="6572516" y="535481"/>
                  </a:lnTo>
                  <a:lnTo>
                    <a:pt x="6543076" y="534906"/>
                  </a:lnTo>
                  <a:lnTo>
                    <a:pt x="6527880" y="534634"/>
                  </a:lnTo>
                  <a:lnTo>
                    <a:pt x="6522805" y="534551"/>
                  </a:lnTo>
                  <a:lnTo>
                    <a:pt x="6522385" y="534544"/>
                  </a:lnTo>
                  <a:lnTo>
                    <a:pt x="5527445" y="534544"/>
                  </a:lnTo>
                  <a:lnTo>
                    <a:pt x="5526311" y="534534"/>
                  </a:lnTo>
                  <a:lnTo>
                    <a:pt x="5518826" y="534461"/>
                  </a:lnTo>
                  <a:lnTo>
                    <a:pt x="5499858" y="534261"/>
                  </a:lnTo>
                  <a:lnTo>
                    <a:pt x="5465694" y="533866"/>
                  </a:lnTo>
                  <a:lnTo>
                    <a:pt x="5414265" y="533213"/>
                  </a:lnTo>
                  <a:lnTo>
                    <a:pt x="5345298" y="532248"/>
                  </a:lnTo>
                  <a:lnTo>
                    <a:pt x="5260255" y="530931"/>
                  </a:lnTo>
                  <a:lnTo>
                    <a:pt x="5162018" y="529238"/>
                  </a:lnTo>
                  <a:lnTo>
                    <a:pt x="5054358" y="527161"/>
                  </a:lnTo>
                  <a:lnTo>
                    <a:pt x="4941344" y="524701"/>
                  </a:lnTo>
                  <a:lnTo>
                    <a:pt x="4826811" y="521865"/>
                  </a:lnTo>
                  <a:lnTo>
                    <a:pt x="4713993" y="518662"/>
                  </a:lnTo>
                  <a:lnTo>
                    <a:pt x="4605336" y="515092"/>
                  </a:lnTo>
                  <a:lnTo>
                    <a:pt x="4502485" y="511149"/>
                  </a:lnTo>
                  <a:lnTo>
                    <a:pt x="4406356" y="506814"/>
                  </a:lnTo>
                  <a:lnTo>
                    <a:pt x="4317283" y="502058"/>
                  </a:lnTo>
                  <a:lnTo>
                    <a:pt x="4235154" y="496838"/>
                  </a:lnTo>
                  <a:lnTo>
                    <a:pt x="4159557" y="491101"/>
                  </a:lnTo>
                  <a:lnTo>
                    <a:pt x="4089878" y="484785"/>
                  </a:lnTo>
                  <a:lnTo>
                    <a:pt x="4025394" y="477818"/>
                  </a:lnTo>
                  <a:lnTo>
                    <a:pt x="3965331" y="470127"/>
                  </a:lnTo>
                  <a:lnTo>
                    <a:pt x="3908915" y="461645"/>
                  </a:lnTo>
                  <a:lnTo>
                    <a:pt x="3855410" y="452319"/>
                  </a:lnTo>
                  <a:lnTo>
                    <a:pt x="3820202" y="445453"/>
                  </a:lnTo>
                  <a:lnTo>
                    <a:pt x="3759995" y="432339"/>
                  </a:lnTo>
                  <a:lnTo>
                    <a:pt x="3701639" y="417938"/>
                  </a:lnTo>
                  <a:lnTo>
                    <a:pt x="3644460" y="402230"/>
                  </a:lnTo>
                  <a:lnTo>
                    <a:pt x="3587958" y="385234"/>
                  </a:lnTo>
                  <a:lnTo>
                    <a:pt x="3531778" y="367015"/>
                  </a:lnTo>
                  <a:lnTo>
                    <a:pt x="3475682" y="347688"/>
                  </a:lnTo>
                  <a:lnTo>
                    <a:pt x="3419533" y="327414"/>
                  </a:lnTo>
                  <a:lnTo>
                    <a:pt x="3363276" y="306400"/>
                  </a:lnTo>
                  <a:lnTo>
                    <a:pt x="3306917" y="284888"/>
                  </a:lnTo>
                  <a:lnTo>
                    <a:pt x="3250503" y="263148"/>
                  </a:lnTo>
                  <a:lnTo>
                    <a:pt x="3194103" y="241462"/>
                  </a:lnTo>
                  <a:lnTo>
                    <a:pt x="3137778" y="220109"/>
                  </a:lnTo>
                  <a:lnTo>
                    <a:pt x="3081564" y="199348"/>
                  </a:lnTo>
                  <a:lnTo>
                    <a:pt x="3025446" y="179411"/>
                  </a:lnTo>
                  <a:lnTo>
                    <a:pt x="2969339" y="160487"/>
                  </a:lnTo>
                  <a:lnTo>
                    <a:pt x="2913071" y="142721"/>
                  </a:lnTo>
                  <a:lnTo>
                    <a:pt x="2856362" y="126208"/>
                  </a:lnTo>
                  <a:lnTo>
                    <a:pt x="2798804" y="110995"/>
                  </a:lnTo>
                  <a:lnTo>
                    <a:pt x="2739837" y="97086"/>
                  </a:lnTo>
                  <a:lnTo>
                    <a:pt x="2702183" y="89090"/>
                  </a:lnTo>
                  <a:lnTo>
                    <a:pt x="2650284" y="79175"/>
                  </a:lnTo>
                  <a:lnTo>
                    <a:pt x="2595931" y="70120"/>
                  </a:lnTo>
                  <a:lnTo>
                    <a:pt x="2538441" y="61895"/>
                  </a:lnTo>
                  <a:lnTo>
                    <a:pt x="2477061" y="54442"/>
                  </a:lnTo>
                  <a:lnTo>
                    <a:pt x="2411013" y="47689"/>
                  </a:lnTo>
                  <a:lnTo>
                    <a:pt x="2339532" y="41564"/>
                  </a:lnTo>
                  <a:lnTo>
                    <a:pt x="2261922" y="35997"/>
                  </a:lnTo>
                  <a:lnTo>
                    <a:pt x="2177625" y="30930"/>
                  </a:lnTo>
                  <a:lnTo>
                    <a:pt x="2086308" y="26311"/>
                  </a:lnTo>
                  <a:lnTo>
                    <a:pt x="1987987" y="22103"/>
                  </a:lnTo>
                  <a:lnTo>
                    <a:pt x="1883164" y="18280"/>
                  </a:lnTo>
                  <a:lnTo>
                    <a:pt x="1772972" y="14827"/>
                  </a:lnTo>
                  <a:lnTo>
                    <a:pt x="1659306" y="11739"/>
                  </a:lnTo>
                  <a:lnTo>
                    <a:pt x="1544871" y="9022"/>
                  </a:lnTo>
                  <a:lnTo>
                    <a:pt x="1433119" y="6682"/>
                  </a:lnTo>
                  <a:lnTo>
                    <a:pt x="1328009" y="4727"/>
                  </a:lnTo>
                  <a:lnTo>
                    <a:pt x="1233577" y="3155"/>
                  </a:lnTo>
                  <a:lnTo>
                    <a:pt x="1153378" y="1953"/>
                  </a:lnTo>
                  <a:lnTo>
                    <a:pt x="1089891" y="1093"/>
                  </a:lnTo>
                  <a:lnTo>
                    <a:pt x="1044053" y="528"/>
                  </a:lnTo>
                  <a:lnTo>
                    <a:pt x="1015014" y="201"/>
                  </a:lnTo>
                  <a:lnTo>
                    <a:pt x="1000160" y="49"/>
                  </a:lnTo>
                  <a:lnTo>
                    <a:pt x="995307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92" name="pl591"/>
            <p:cNvSpPr/>
            <p:nvPr/>
          </p:nvSpPr>
          <p:spPr>
            <a:xfrm>
              <a:off x="1199187" y="1813094"/>
              <a:ext cx="12049831" cy="1462136"/>
            </a:xfrm>
            <a:custGeom>
              <a:avLst/>
              <a:pathLst>
                <a:path w="12049831" h="1462136">
                  <a:moveTo>
                    <a:pt x="0" y="0"/>
                  </a:moveTo>
                  <a:lnTo>
                    <a:pt x="994940" y="0"/>
                  </a:lnTo>
                  <a:lnTo>
                    <a:pt x="996074" y="10"/>
                  </a:lnTo>
                  <a:lnTo>
                    <a:pt x="1003559" y="82"/>
                  </a:lnTo>
                  <a:lnTo>
                    <a:pt x="1022527" y="283"/>
                  </a:lnTo>
                  <a:lnTo>
                    <a:pt x="1056691" y="678"/>
                  </a:lnTo>
                  <a:lnTo>
                    <a:pt x="1108120" y="1331"/>
                  </a:lnTo>
                  <a:lnTo>
                    <a:pt x="1177087" y="2296"/>
                  </a:lnTo>
                  <a:lnTo>
                    <a:pt x="1262130" y="3613"/>
                  </a:lnTo>
                  <a:lnTo>
                    <a:pt x="1360367" y="5305"/>
                  </a:lnTo>
                  <a:lnTo>
                    <a:pt x="1468027" y="7383"/>
                  </a:lnTo>
                  <a:lnTo>
                    <a:pt x="1581041" y="9843"/>
                  </a:lnTo>
                  <a:lnTo>
                    <a:pt x="1695574" y="12678"/>
                  </a:lnTo>
                  <a:lnTo>
                    <a:pt x="1808392" y="15882"/>
                  </a:lnTo>
                  <a:lnTo>
                    <a:pt x="1917049" y="19452"/>
                  </a:lnTo>
                  <a:lnTo>
                    <a:pt x="2019900" y="23395"/>
                  </a:lnTo>
                  <a:lnTo>
                    <a:pt x="2116029" y="27729"/>
                  </a:lnTo>
                  <a:lnTo>
                    <a:pt x="2205102" y="32486"/>
                  </a:lnTo>
                  <a:lnTo>
                    <a:pt x="2287231" y="37706"/>
                  </a:lnTo>
                  <a:lnTo>
                    <a:pt x="2362828" y="43442"/>
                  </a:lnTo>
                  <a:lnTo>
                    <a:pt x="2432507" y="49759"/>
                  </a:lnTo>
                  <a:lnTo>
                    <a:pt x="2496991" y="56726"/>
                  </a:lnTo>
                  <a:lnTo>
                    <a:pt x="2557054" y="64417"/>
                  </a:lnTo>
                  <a:lnTo>
                    <a:pt x="2613470" y="72899"/>
                  </a:lnTo>
                  <a:lnTo>
                    <a:pt x="2666975" y="82225"/>
                  </a:lnTo>
                  <a:lnTo>
                    <a:pt x="2702183" y="89090"/>
                  </a:lnTo>
                  <a:lnTo>
                    <a:pt x="2762390" y="102204"/>
                  </a:lnTo>
                  <a:lnTo>
                    <a:pt x="2820746" y="116606"/>
                  </a:lnTo>
                  <a:lnTo>
                    <a:pt x="2877925" y="132314"/>
                  </a:lnTo>
                  <a:lnTo>
                    <a:pt x="2934427" y="149310"/>
                  </a:lnTo>
                  <a:lnTo>
                    <a:pt x="2990607" y="167528"/>
                  </a:lnTo>
                  <a:lnTo>
                    <a:pt x="3046703" y="186855"/>
                  </a:lnTo>
                  <a:lnTo>
                    <a:pt x="3102852" y="207129"/>
                  </a:lnTo>
                  <a:lnTo>
                    <a:pt x="3159109" y="228144"/>
                  </a:lnTo>
                  <a:lnTo>
                    <a:pt x="3215468" y="249656"/>
                  </a:lnTo>
                  <a:lnTo>
                    <a:pt x="3271882" y="271395"/>
                  </a:lnTo>
                  <a:lnTo>
                    <a:pt x="3328282" y="293081"/>
                  </a:lnTo>
                  <a:lnTo>
                    <a:pt x="3384607" y="314435"/>
                  </a:lnTo>
                  <a:lnTo>
                    <a:pt x="3440821" y="335196"/>
                  </a:lnTo>
                  <a:lnTo>
                    <a:pt x="3496939" y="355133"/>
                  </a:lnTo>
                  <a:lnTo>
                    <a:pt x="3553046" y="374056"/>
                  </a:lnTo>
                  <a:lnTo>
                    <a:pt x="3609314" y="391822"/>
                  </a:lnTo>
                  <a:lnTo>
                    <a:pt x="3666023" y="408335"/>
                  </a:lnTo>
                  <a:lnTo>
                    <a:pt x="3723581" y="423549"/>
                  </a:lnTo>
                  <a:lnTo>
                    <a:pt x="3782548" y="437458"/>
                  </a:lnTo>
                  <a:lnTo>
                    <a:pt x="3820202" y="445453"/>
                  </a:lnTo>
                  <a:lnTo>
                    <a:pt x="3872101" y="455369"/>
                  </a:lnTo>
                  <a:lnTo>
                    <a:pt x="3926454" y="464424"/>
                  </a:lnTo>
                  <a:lnTo>
                    <a:pt x="3983944" y="472648"/>
                  </a:lnTo>
                  <a:lnTo>
                    <a:pt x="4045324" y="480101"/>
                  </a:lnTo>
                  <a:lnTo>
                    <a:pt x="4111372" y="486854"/>
                  </a:lnTo>
                  <a:lnTo>
                    <a:pt x="4182853" y="492980"/>
                  </a:lnTo>
                  <a:lnTo>
                    <a:pt x="4260463" y="498546"/>
                  </a:lnTo>
                  <a:lnTo>
                    <a:pt x="4344760" y="503614"/>
                  </a:lnTo>
                  <a:lnTo>
                    <a:pt x="4436077" y="508233"/>
                  </a:lnTo>
                  <a:lnTo>
                    <a:pt x="4534398" y="512440"/>
                  </a:lnTo>
                  <a:lnTo>
                    <a:pt x="4639221" y="516264"/>
                  </a:lnTo>
                  <a:lnTo>
                    <a:pt x="4749413" y="519717"/>
                  </a:lnTo>
                  <a:lnTo>
                    <a:pt x="4863079" y="522804"/>
                  </a:lnTo>
                  <a:lnTo>
                    <a:pt x="4977514" y="525522"/>
                  </a:lnTo>
                  <a:lnTo>
                    <a:pt x="5089266" y="527861"/>
                  </a:lnTo>
                  <a:lnTo>
                    <a:pt x="5194376" y="529817"/>
                  </a:lnTo>
                  <a:lnTo>
                    <a:pt x="5288808" y="531388"/>
                  </a:lnTo>
                  <a:lnTo>
                    <a:pt x="5369007" y="532590"/>
                  </a:lnTo>
                  <a:lnTo>
                    <a:pt x="5432494" y="533451"/>
                  </a:lnTo>
                  <a:lnTo>
                    <a:pt x="5478332" y="534016"/>
                  </a:lnTo>
                  <a:lnTo>
                    <a:pt x="5507371" y="534342"/>
                  </a:lnTo>
                  <a:lnTo>
                    <a:pt x="5522225" y="534495"/>
                  </a:lnTo>
                  <a:lnTo>
                    <a:pt x="5527078" y="534541"/>
                  </a:lnTo>
                  <a:lnTo>
                    <a:pt x="5527445" y="534544"/>
                  </a:lnTo>
                  <a:lnTo>
                    <a:pt x="6522385" y="534544"/>
                  </a:lnTo>
                  <a:lnTo>
                    <a:pt x="6523515" y="534562"/>
                  </a:lnTo>
                  <a:lnTo>
                    <a:pt x="6530971" y="534687"/>
                  </a:lnTo>
                  <a:lnTo>
                    <a:pt x="6549867" y="535034"/>
                  </a:lnTo>
                  <a:lnTo>
                    <a:pt x="6583905" y="535717"/>
                  </a:lnTo>
                  <a:lnTo>
                    <a:pt x="6635156" y="536845"/>
                  </a:lnTo>
                  <a:lnTo>
                    <a:pt x="6703902" y="538513"/>
                  </a:lnTo>
                  <a:lnTo>
                    <a:pt x="6788698" y="540789"/>
                  </a:lnTo>
                  <a:lnTo>
                    <a:pt x="6886685" y="543716"/>
                  </a:lnTo>
                  <a:lnTo>
                    <a:pt x="6994114" y="547308"/>
                  </a:lnTo>
                  <a:lnTo>
                    <a:pt x="7106930" y="551563"/>
                  </a:lnTo>
                  <a:lnTo>
                    <a:pt x="7221310" y="556467"/>
                  </a:lnTo>
                  <a:lnTo>
                    <a:pt x="7334024" y="562009"/>
                  </a:lnTo>
                  <a:lnTo>
                    <a:pt x="7442619" y="568184"/>
                  </a:lnTo>
                  <a:lnTo>
                    <a:pt x="7545447" y="575005"/>
                  </a:lnTo>
                  <a:lnTo>
                    <a:pt x="7641582" y="582503"/>
                  </a:lnTo>
                  <a:lnTo>
                    <a:pt x="7730684" y="590729"/>
                  </a:lnTo>
                  <a:lnTo>
                    <a:pt x="7812852" y="599756"/>
                  </a:lnTo>
                  <a:lnTo>
                    <a:pt x="7888496" y="609675"/>
                  </a:lnTo>
                  <a:lnTo>
                    <a:pt x="7958220" y="620594"/>
                  </a:lnTo>
                  <a:lnTo>
                    <a:pt x="8022744" y="632636"/>
                  </a:lnTo>
                  <a:lnTo>
                    <a:pt x="8082837" y="645927"/>
                  </a:lnTo>
                  <a:lnTo>
                    <a:pt x="8139272" y="660584"/>
                  </a:lnTo>
                  <a:lnTo>
                    <a:pt x="8192783" y="676700"/>
                  </a:lnTo>
                  <a:lnTo>
                    <a:pt x="8229629" y="689143"/>
                  </a:lnTo>
                  <a:lnTo>
                    <a:pt x="8287370" y="710908"/>
                  </a:lnTo>
                  <a:lnTo>
                    <a:pt x="8343384" y="734722"/>
                  </a:lnTo>
                  <a:lnTo>
                    <a:pt x="8398273" y="760620"/>
                  </a:lnTo>
                  <a:lnTo>
                    <a:pt x="8452490" y="788577"/>
                  </a:lnTo>
                  <a:lnTo>
                    <a:pt x="8506367" y="818506"/>
                  </a:lnTo>
                  <a:lnTo>
                    <a:pt x="8560130" y="850247"/>
                  </a:lnTo>
                  <a:lnTo>
                    <a:pt x="8613918" y="883569"/>
                  </a:lnTo>
                  <a:lnTo>
                    <a:pt x="8667798" y="918174"/>
                  </a:lnTo>
                  <a:lnTo>
                    <a:pt x="8721779" y="953707"/>
                  </a:lnTo>
                  <a:lnTo>
                    <a:pt x="8775830" y="989767"/>
                  </a:lnTo>
                  <a:lnTo>
                    <a:pt x="8829896" y="1025930"/>
                  </a:lnTo>
                  <a:lnTo>
                    <a:pt x="8883916" y="1061765"/>
                  </a:lnTo>
                  <a:lnTo>
                    <a:pt x="8937846" y="1096857"/>
                  </a:lnTo>
                  <a:lnTo>
                    <a:pt x="8991673" y="1130827"/>
                  </a:lnTo>
                  <a:lnTo>
                    <a:pt x="9045435" y="1163350"/>
                  </a:lnTo>
                  <a:lnTo>
                    <a:pt x="9099235" y="1194162"/>
                  </a:lnTo>
                  <a:lnTo>
                    <a:pt x="9153257" y="1223069"/>
                  </a:lnTo>
                  <a:lnTo>
                    <a:pt x="9207779" y="1249949"/>
                  </a:lnTo>
                  <a:lnTo>
                    <a:pt x="9263195" y="1274749"/>
                  </a:lnTo>
                  <a:lnTo>
                    <a:pt x="9320031" y="1297477"/>
                  </a:lnTo>
                  <a:lnTo>
                    <a:pt x="9347647" y="1307538"/>
                  </a:lnTo>
                  <a:lnTo>
                    <a:pt x="9399475" y="1324722"/>
                  </a:lnTo>
                  <a:lnTo>
                    <a:pt x="9453748" y="1340416"/>
                  </a:lnTo>
                  <a:lnTo>
                    <a:pt x="9511147" y="1354673"/>
                  </a:lnTo>
                  <a:lnTo>
                    <a:pt x="9572423" y="1367595"/>
                  </a:lnTo>
                  <a:lnTo>
                    <a:pt x="9638351" y="1379305"/>
                  </a:lnTo>
                  <a:lnTo>
                    <a:pt x="9709691" y="1389928"/>
                  </a:lnTo>
                  <a:lnTo>
                    <a:pt x="9787138" y="1399582"/>
                  </a:lnTo>
                  <a:lnTo>
                    <a:pt x="9871251" y="1408372"/>
                  </a:lnTo>
                  <a:lnTo>
                    <a:pt x="9962362" y="1416384"/>
                  </a:lnTo>
                  <a:lnTo>
                    <a:pt x="10060460" y="1423685"/>
                  </a:lnTo>
                  <a:lnTo>
                    <a:pt x="10165055" y="1430320"/>
                  </a:lnTo>
                  <a:lnTo>
                    <a:pt x="10275025" y="1436314"/>
                  </a:lnTo>
                  <a:lnTo>
                    <a:pt x="10388498" y="1441675"/>
                  </a:lnTo>
                  <a:lnTo>
                    <a:pt x="10502793" y="1446396"/>
                  </a:lnTo>
                  <a:lnTo>
                    <a:pt x="10614483" y="1450463"/>
                  </a:lnTo>
                  <a:lnTo>
                    <a:pt x="10719633" y="1453866"/>
                  </a:lnTo>
                  <a:lnTo>
                    <a:pt x="10814218" y="1456604"/>
                  </a:lnTo>
                  <a:lnTo>
                    <a:pt x="10894681" y="1458702"/>
                  </a:lnTo>
                  <a:lnTo>
                    <a:pt x="10958520" y="1460208"/>
                  </a:lnTo>
                  <a:lnTo>
                    <a:pt x="11004761" y="1461199"/>
                  </a:lnTo>
                  <a:lnTo>
                    <a:pt x="11034201" y="1461775"/>
                  </a:lnTo>
                  <a:lnTo>
                    <a:pt x="11049396" y="1462047"/>
                  </a:lnTo>
                  <a:lnTo>
                    <a:pt x="11054472" y="1462130"/>
                  </a:lnTo>
                  <a:lnTo>
                    <a:pt x="11054891" y="1462136"/>
                  </a:lnTo>
                  <a:lnTo>
                    <a:pt x="12049831" y="1462136"/>
                  </a:lnTo>
                  <a:lnTo>
                    <a:pt x="12049831" y="14621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3" name="pl592"/>
            <p:cNvSpPr/>
            <p:nvPr/>
          </p:nvSpPr>
          <p:spPr>
            <a:xfrm>
              <a:off x="1199187" y="1807854"/>
              <a:ext cx="12049831" cy="1462136"/>
            </a:xfrm>
            <a:custGeom>
              <a:avLst/>
              <a:pathLst>
                <a:path w="12049831" h="1462136">
                  <a:moveTo>
                    <a:pt x="12049831" y="1462136"/>
                  </a:moveTo>
                  <a:lnTo>
                    <a:pt x="11054891" y="1462136"/>
                  </a:lnTo>
                  <a:lnTo>
                    <a:pt x="11053761" y="1462119"/>
                  </a:lnTo>
                  <a:lnTo>
                    <a:pt x="11046306" y="1461993"/>
                  </a:lnTo>
                  <a:lnTo>
                    <a:pt x="11027410" y="1461647"/>
                  </a:lnTo>
                  <a:lnTo>
                    <a:pt x="10993371" y="1460964"/>
                  </a:lnTo>
                  <a:lnTo>
                    <a:pt x="10942121" y="1459835"/>
                  </a:lnTo>
                  <a:lnTo>
                    <a:pt x="10873375" y="1458168"/>
                  </a:lnTo>
                  <a:lnTo>
                    <a:pt x="10788579" y="1455891"/>
                  </a:lnTo>
                  <a:lnTo>
                    <a:pt x="10690591" y="1452965"/>
                  </a:lnTo>
                  <a:lnTo>
                    <a:pt x="10583163" y="1449372"/>
                  </a:lnTo>
                  <a:lnTo>
                    <a:pt x="10470346" y="1445118"/>
                  </a:lnTo>
                  <a:lnTo>
                    <a:pt x="10355966" y="1440213"/>
                  </a:lnTo>
                  <a:lnTo>
                    <a:pt x="10243253" y="1434672"/>
                  </a:lnTo>
                  <a:lnTo>
                    <a:pt x="10134658" y="1428496"/>
                  </a:lnTo>
                  <a:lnTo>
                    <a:pt x="10031829" y="1421675"/>
                  </a:lnTo>
                  <a:lnTo>
                    <a:pt x="9935694" y="1414177"/>
                  </a:lnTo>
                  <a:lnTo>
                    <a:pt x="9846593" y="1405951"/>
                  </a:lnTo>
                  <a:lnTo>
                    <a:pt x="9764424" y="1396925"/>
                  </a:lnTo>
                  <a:lnTo>
                    <a:pt x="9688781" y="1387006"/>
                  </a:lnTo>
                  <a:lnTo>
                    <a:pt x="9619057" y="1376086"/>
                  </a:lnTo>
                  <a:lnTo>
                    <a:pt x="9554533" y="1364044"/>
                  </a:lnTo>
                  <a:lnTo>
                    <a:pt x="9494439" y="1350754"/>
                  </a:lnTo>
                  <a:lnTo>
                    <a:pt x="9438004" y="1336096"/>
                  </a:lnTo>
                  <a:lnTo>
                    <a:pt x="9384493" y="1319980"/>
                  </a:lnTo>
                  <a:lnTo>
                    <a:pt x="9347647" y="1307538"/>
                  </a:lnTo>
                  <a:lnTo>
                    <a:pt x="9289906" y="1285773"/>
                  </a:lnTo>
                  <a:lnTo>
                    <a:pt x="9233893" y="1261959"/>
                  </a:lnTo>
                  <a:lnTo>
                    <a:pt x="9179004" y="1236061"/>
                  </a:lnTo>
                  <a:lnTo>
                    <a:pt x="9124786" y="1208103"/>
                  </a:lnTo>
                  <a:lnTo>
                    <a:pt x="9070910" y="1178174"/>
                  </a:lnTo>
                  <a:lnTo>
                    <a:pt x="9017147" y="1146433"/>
                  </a:lnTo>
                  <a:lnTo>
                    <a:pt x="8963359" y="1113112"/>
                  </a:lnTo>
                  <a:lnTo>
                    <a:pt x="8909478" y="1078507"/>
                  </a:lnTo>
                  <a:lnTo>
                    <a:pt x="8855497" y="1042974"/>
                  </a:lnTo>
                  <a:lnTo>
                    <a:pt x="8801446" y="1006913"/>
                  </a:lnTo>
                  <a:lnTo>
                    <a:pt x="8747381" y="970751"/>
                  </a:lnTo>
                  <a:lnTo>
                    <a:pt x="8693361" y="934916"/>
                  </a:lnTo>
                  <a:lnTo>
                    <a:pt x="8639431" y="899824"/>
                  </a:lnTo>
                  <a:lnTo>
                    <a:pt x="8585604" y="865853"/>
                  </a:lnTo>
                  <a:lnTo>
                    <a:pt x="8531841" y="833331"/>
                  </a:lnTo>
                  <a:lnTo>
                    <a:pt x="8478041" y="802519"/>
                  </a:lnTo>
                  <a:lnTo>
                    <a:pt x="8424020" y="773612"/>
                  </a:lnTo>
                  <a:lnTo>
                    <a:pt x="8369497" y="746731"/>
                  </a:lnTo>
                  <a:lnTo>
                    <a:pt x="8314082" y="721931"/>
                  </a:lnTo>
                  <a:lnTo>
                    <a:pt x="8257245" y="699203"/>
                  </a:lnTo>
                  <a:lnTo>
                    <a:pt x="8229629" y="689143"/>
                  </a:lnTo>
                  <a:lnTo>
                    <a:pt x="8177802" y="671959"/>
                  </a:lnTo>
                  <a:lnTo>
                    <a:pt x="8123529" y="656265"/>
                  </a:lnTo>
                  <a:lnTo>
                    <a:pt x="8066129" y="642007"/>
                  </a:lnTo>
                  <a:lnTo>
                    <a:pt x="8004853" y="629085"/>
                  </a:lnTo>
                  <a:lnTo>
                    <a:pt x="7938925" y="617376"/>
                  </a:lnTo>
                  <a:lnTo>
                    <a:pt x="7867585" y="606753"/>
                  </a:lnTo>
                  <a:lnTo>
                    <a:pt x="7790138" y="597099"/>
                  </a:lnTo>
                  <a:lnTo>
                    <a:pt x="7706026" y="588309"/>
                  </a:lnTo>
                  <a:lnTo>
                    <a:pt x="7614915" y="580296"/>
                  </a:lnTo>
                  <a:lnTo>
                    <a:pt x="7516816" y="572996"/>
                  </a:lnTo>
                  <a:lnTo>
                    <a:pt x="7412222" y="566361"/>
                  </a:lnTo>
                  <a:lnTo>
                    <a:pt x="7302252" y="560366"/>
                  </a:lnTo>
                  <a:lnTo>
                    <a:pt x="7188779" y="555005"/>
                  </a:lnTo>
                  <a:lnTo>
                    <a:pt x="7074484" y="550285"/>
                  </a:lnTo>
                  <a:lnTo>
                    <a:pt x="6962794" y="546217"/>
                  </a:lnTo>
                  <a:lnTo>
                    <a:pt x="6857644" y="542815"/>
                  </a:lnTo>
                  <a:lnTo>
                    <a:pt x="6763059" y="540076"/>
                  </a:lnTo>
                  <a:lnTo>
                    <a:pt x="6682596" y="537979"/>
                  </a:lnTo>
                  <a:lnTo>
                    <a:pt x="6618757" y="536473"/>
                  </a:lnTo>
                  <a:lnTo>
                    <a:pt x="6572516" y="535481"/>
                  </a:lnTo>
                  <a:lnTo>
                    <a:pt x="6543076" y="534906"/>
                  </a:lnTo>
                  <a:lnTo>
                    <a:pt x="6527880" y="534634"/>
                  </a:lnTo>
                  <a:lnTo>
                    <a:pt x="6522805" y="534551"/>
                  </a:lnTo>
                  <a:lnTo>
                    <a:pt x="6522385" y="534544"/>
                  </a:lnTo>
                  <a:lnTo>
                    <a:pt x="5527445" y="534544"/>
                  </a:lnTo>
                  <a:lnTo>
                    <a:pt x="5526311" y="534534"/>
                  </a:lnTo>
                  <a:lnTo>
                    <a:pt x="5518826" y="534461"/>
                  </a:lnTo>
                  <a:lnTo>
                    <a:pt x="5499858" y="534261"/>
                  </a:lnTo>
                  <a:lnTo>
                    <a:pt x="5465694" y="533866"/>
                  </a:lnTo>
                  <a:lnTo>
                    <a:pt x="5414265" y="533213"/>
                  </a:lnTo>
                  <a:lnTo>
                    <a:pt x="5345298" y="532248"/>
                  </a:lnTo>
                  <a:lnTo>
                    <a:pt x="5260255" y="530931"/>
                  </a:lnTo>
                  <a:lnTo>
                    <a:pt x="5162018" y="529238"/>
                  </a:lnTo>
                  <a:lnTo>
                    <a:pt x="5054358" y="527161"/>
                  </a:lnTo>
                  <a:lnTo>
                    <a:pt x="4941344" y="524701"/>
                  </a:lnTo>
                  <a:lnTo>
                    <a:pt x="4826811" y="521865"/>
                  </a:lnTo>
                  <a:lnTo>
                    <a:pt x="4713993" y="518662"/>
                  </a:lnTo>
                  <a:lnTo>
                    <a:pt x="4605336" y="515092"/>
                  </a:lnTo>
                  <a:lnTo>
                    <a:pt x="4502485" y="511149"/>
                  </a:lnTo>
                  <a:lnTo>
                    <a:pt x="4406356" y="506814"/>
                  </a:lnTo>
                  <a:lnTo>
                    <a:pt x="4317283" y="502058"/>
                  </a:lnTo>
                  <a:lnTo>
                    <a:pt x="4235154" y="496838"/>
                  </a:lnTo>
                  <a:lnTo>
                    <a:pt x="4159557" y="491101"/>
                  </a:lnTo>
                  <a:lnTo>
                    <a:pt x="4089878" y="484785"/>
                  </a:lnTo>
                  <a:lnTo>
                    <a:pt x="4025394" y="477818"/>
                  </a:lnTo>
                  <a:lnTo>
                    <a:pt x="3965331" y="470127"/>
                  </a:lnTo>
                  <a:lnTo>
                    <a:pt x="3908915" y="461645"/>
                  </a:lnTo>
                  <a:lnTo>
                    <a:pt x="3855410" y="452319"/>
                  </a:lnTo>
                  <a:lnTo>
                    <a:pt x="3820202" y="445453"/>
                  </a:lnTo>
                  <a:lnTo>
                    <a:pt x="3759995" y="432339"/>
                  </a:lnTo>
                  <a:lnTo>
                    <a:pt x="3701639" y="417938"/>
                  </a:lnTo>
                  <a:lnTo>
                    <a:pt x="3644460" y="402230"/>
                  </a:lnTo>
                  <a:lnTo>
                    <a:pt x="3587958" y="385234"/>
                  </a:lnTo>
                  <a:lnTo>
                    <a:pt x="3531778" y="367015"/>
                  </a:lnTo>
                  <a:lnTo>
                    <a:pt x="3475682" y="347688"/>
                  </a:lnTo>
                  <a:lnTo>
                    <a:pt x="3419533" y="327414"/>
                  </a:lnTo>
                  <a:lnTo>
                    <a:pt x="3363276" y="306400"/>
                  </a:lnTo>
                  <a:lnTo>
                    <a:pt x="3306917" y="284888"/>
                  </a:lnTo>
                  <a:lnTo>
                    <a:pt x="3250503" y="263148"/>
                  </a:lnTo>
                  <a:lnTo>
                    <a:pt x="3194103" y="241462"/>
                  </a:lnTo>
                  <a:lnTo>
                    <a:pt x="3137778" y="220109"/>
                  </a:lnTo>
                  <a:lnTo>
                    <a:pt x="3081564" y="199348"/>
                  </a:lnTo>
                  <a:lnTo>
                    <a:pt x="3025446" y="179411"/>
                  </a:lnTo>
                  <a:lnTo>
                    <a:pt x="2969339" y="160487"/>
                  </a:lnTo>
                  <a:lnTo>
                    <a:pt x="2913071" y="142721"/>
                  </a:lnTo>
                  <a:lnTo>
                    <a:pt x="2856362" y="126208"/>
                  </a:lnTo>
                  <a:lnTo>
                    <a:pt x="2798804" y="110995"/>
                  </a:lnTo>
                  <a:lnTo>
                    <a:pt x="2739837" y="97086"/>
                  </a:lnTo>
                  <a:lnTo>
                    <a:pt x="2702183" y="89090"/>
                  </a:lnTo>
                  <a:lnTo>
                    <a:pt x="2650284" y="79175"/>
                  </a:lnTo>
                  <a:lnTo>
                    <a:pt x="2595931" y="70120"/>
                  </a:lnTo>
                  <a:lnTo>
                    <a:pt x="2538441" y="61895"/>
                  </a:lnTo>
                  <a:lnTo>
                    <a:pt x="2477061" y="54442"/>
                  </a:lnTo>
                  <a:lnTo>
                    <a:pt x="2411013" y="47689"/>
                  </a:lnTo>
                  <a:lnTo>
                    <a:pt x="2339532" y="41564"/>
                  </a:lnTo>
                  <a:lnTo>
                    <a:pt x="2261922" y="35997"/>
                  </a:lnTo>
                  <a:lnTo>
                    <a:pt x="2177625" y="30930"/>
                  </a:lnTo>
                  <a:lnTo>
                    <a:pt x="2086308" y="26311"/>
                  </a:lnTo>
                  <a:lnTo>
                    <a:pt x="1987987" y="22103"/>
                  </a:lnTo>
                  <a:lnTo>
                    <a:pt x="1883164" y="18280"/>
                  </a:lnTo>
                  <a:lnTo>
                    <a:pt x="1772972" y="14827"/>
                  </a:lnTo>
                  <a:lnTo>
                    <a:pt x="1659306" y="11739"/>
                  </a:lnTo>
                  <a:lnTo>
                    <a:pt x="1544871" y="9022"/>
                  </a:lnTo>
                  <a:lnTo>
                    <a:pt x="1433119" y="6682"/>
                  </a:lnTo>
                  <a:lnTo>
                    <a:pt x="1328009" y="4727"/>
                  </a:lnTo>
                  <a:lnTo>
                    <a:pt x="1233577" y="3155"/>
                  </a:lnTo>
                  <a:lnTo>
                    <a:pt x="1153378" y="1953"/>
                  </a:lnTo>
                  <a:lnTo>
                    <a:pt x="1089891" y="1093"/>
                  </a:lnTo>
                  <a:lnTo>
                    <a:pt x="1044053" y="528"/>
                  </a:lnTo>
                  <a:lnTo>
                    <a:pt x="1015014" y="201"/>
                  </a:lnTo>
                  <a:lnTo>
                    <a:pt x="1000160" y="49"/>
                  </a:lnTo>
                  <a:lnTo>
                    <a:pt x="995307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4" name="pg593"/>
            <p:cNvSpPr/>
            <p:nvPr/>
          </p:nvSpPr>
          <p:spPr>
            <a:xfrm>
              <a:off x="1199187" y="1813094"/>
              <a:ext cx="12049831" cy="1724168"/>
            </a:xfrm>
            <a:custGeom>
              <a:avLst/>
              <a:pathLst>
                <a:path w="12049831" h="1724168">
                  <a:moveTo>
                    <a:pt x="0" y="5240"/>
                  </a:moveTo>
                  <a:lnTo>
                    <a:pt x="994940" y="5240"/>
                  </a:lnTo>
                  <a:lnTo>
                    <a:pt x="996074" y="5251"/>
                  </a:lnTo>
                  <a:lnTo>
                    <a:pt x="1003557" y="5326"/>
                  </a:lnTo>
                  <a:lnTo>
                    <a:pt x="1022523" y="5534"/>
                  </a:lnTo>
                  <a:lnTo>
                    <a:pt x="1056682" y="5945"/>
                  </a:lnTo>
                  <a:lnTo>
                    <a:pt x="1108103" y="6624"/>
                  </a:lnTo>
                  <a:lnTo>
                    <a:pt x="1177062" y="7626"/>
                  </a:lnTo>
                  <a:lnTo>
                    <a:pt x="1262095" y="8994"/>
                  </a:lnTo>
                  <a:lnTo>
                    <a:pt x="1360322" y="10753"/>
                  </a:lnTo>
                  <a:lnTo>
                    <a:pt x="1467973" y="12912"/>
                  </a:lnTo>
                  <a:lnTo>
                    <a:pt x="1580979" y="15468"/>
                  </a:lnTo>
                  <a:lnTo>
                    <a:pt x="1695505" y="18414"/>
                  </a:lnTo>
                  <a:lnTo>
                    <a:pt x="1808320" y="21743"/>
                  </a:lnTo>
                  <a:lnTo>
                    <a:pt x="1916974" y="25452"/>
                  </a:lnTo>
                  <a:lnTo>
                    <a:pt x="2019825" y="29550"/>
                  </a:lnTo>
                  <a:lnTo>
                    <a:pt x="2115953" y="34054"/>
                  </a:lnTo>
                  <a:lnTo>
                    <a:pt x="2205028" y="38996"/>
                  </a:lnTo>
                  <a:lnTo>
                    <a:pt x="2287158" y="44420"/>
                  </a:lnTo>
                  <a:lnTo>
                    <a:pt x="2362757" y="50380"/>
                  </a:lnTo>
                  <a:lnTo>
                    <a:pt x="2432438" y="56944"/>
                  </a:lnTo>
                  <a:lnTo>
                    <a:pt x="2496924" y="64183"/>
                  </a:lnTo>
                  <a:lnTo>
                    <a:pt x="2556988" y="72174"/>
                  </a:lnTo>
                  <a:lnTo>
                    <a:pt x="2613404" y="80987"/>
                  </a:lnTo>
                  <a:lnTo>
                    <a:pt x="2666910" y="90678"/>
                  </a:lnTo>
                  <a:lnTo>
                    <a:pt x="2702183" y="97825"/>
                  </a:lnTo>
                  <a:lnTo>
                    <a:pt x="2762281" y="111427"/>
                  </a:lnTo>
                  <a:lnTo>
                    <a:pt x="2820534" y="126362"/>
                  </a:lnTo>
                  <a:lnTo>
                    <a:pt x="2877613" y="142650"/>
                  </a:lnTo>
                  <a:lnTo>
                    <a:pt x="2934013" y="160272"/>
                  </a:lnTo>
                  <a:lnTo>
                    <a:pt x="2990092" y="179160"/>
                  </a:lnTo>
                  <a:lnTo>
                    <a:pt x="3046085" y="199197"/>
                  </a:lnTo>
                  <a:lnTo>
                    <a:pt x="3102129" y="220217"/>
                  </a:lnTo>
                  <a:lnTo>
                    <a:pt x="3158282" y="242006"/>
                  </a:lnTo>
                  <a:lnTo>
                    <a:pt x="3214537" y="264315"/>
                  </a:lnTo>
                  <a:lnTo>
                    <a:pt x="3270846" y="286864"/>
                  </a:lnTo>
                  <a:lnTo>
                    <a:pt x="3327144" y="309363"/>
                  </a:lnTo>
                  <a:lnTo>
                    <a:pt x="3383368" y="331523"/>
                  </a:lnTo>
                  <a:lnTo>
                    <a:pt x="3439481" y="353076"/>
                  </a:lnTo>
                  <a:lnTo>
                    <a:pt x="3495498" y="373780"/>
                  </a:lnTo>
                  <a:lnTo>
                    <a:pt x="3551500" y="393440"/>
                  </a:lnTo>
                  <a:lnTo>
                    <a:pt x="3607657" y="411904"/>
                  </a:lnTo>
                  <a:lnTo>
                    <a:pt x="3664243" y="429074"/>
                  </a:lnTo>
                  <a:lnTo>
                    <a:pt x="3721661" y="444898"/>
                  </a:lnTo>
                  <a:lnTo>
                    <a:pt x="3780461" y="459372"/>
                  </a:lnTo>
                  <a:lnTo>
                    <a:pt x="3820202" y="468163"/>
                  </a:lnTo>
                  <a:lnTo>
                    <a:pt x="3872098" y="478467"/>
                  </a:lnTo>
                  <a:lnTo>
                    <a:pt x="3926448" y="487876"/>
                  </a:lnTo>
                  <a:lnTo>
                    <a:pt x="3983934" y="496423"/>
                  </a:lnTo>
                  <a:lnTo>
                    <a:pt x="4045310" y="504168"/>
                  </a:lnTo>
                  <a:lnTo>
                    <a:pt x="4111354" y="511186"/>
                  </a:lnTo>
                  <a:lnTo>
                    <a:pt x="4182829" y="517551"/>
                  </a:lnTo>
                  <a:lnTo>
                    <a:pt x="4260432" y="523336"/>
                  </a:lnTo>
                  <a:lnTo>
                    <a:pt x="4344722" y="528602"/>
                  </a:lnTo>
                  <a:lnTo>
                    <a:pt x="4436031" y="533402"/>
                  </a:lnTo>
                  <a:lnTo>
                    <a:pt x="4534343" y="537775"/>
                  </a:lnTo>
                  <a:lnTo>
                    <a:pt x="4639157" y="541748"/>
                  </a:lnTo>
                  <a:lnTo>
                    <a:pt x="4749339" y="545337"/>
                  </a:lnTo>
                  <a:lnTo>
                    <a:pt x="4862998" y="548545"/>
                  </a:lnTo>
                  <a:lnTo>
                    <a:pt x="4977428" y="551369"/>
                  </a:lnTo>
                  <a:lnTo>
                    <a:pt x="5089177" y="553801"/>
                  </a:lnTo>
                  <a:lnTo>
                    <a:pt x="5194289" y="555833"/>
                  </a:lnTo>
                  <a:lnTo>
                    <a:pt x="5288727" y="557466"/>
                  </a:lnTo>
                  <a:lnTo>
                    <a:pt x="5368937" y="558716"/>
                  </a:lnTo>
                  <a:lnTo>
                    <a:pt x="5432437" y="559611"/>
                  </a:lnTo>
                  <a:lnTo>
                    <a:pt x="5478292" y="560198"/>
                  </a:lnTo>
                  <a:lnTo>
                    <a:pt x="5507347" y="560537"/>
                  </a:lnTo>
                  <a:lnTo>
                    <a:pt x="5522215" y="560696"/>
                  </a:lnTo>
                  <a:lnTo>
                    <a:pt x="5527076" y="560744"/>
                  </a:lnTo>
                  <a:lnTo>
                    <a:pt x="5527445" y="560747"/>
                  </a:lnTo>
                  <a:lnTo>
                    <a:pt x="6522385" y="560747"/>
                  </a:lnTo>
                  <a:lnTo>
                    <a:pt x="6523511" y="560769"/>
                  </a:lnTo>
                  <a:lnTo>
                    <a:pt x="6530942" y="560926"/>
                  </a:lnTo>
                  <a:lnTo>
                    <a:pt x="6549776" y="561359"/>
                  </a:lnTo>
                  <a:lnTo>
                    <a:pt x="6583708" y="562213"/>
                  </a:lnTo>
                  <a:lnTo>
                    <a:pt x="6634807" y="563623"/>
                  </a:lnTo>
                  <a:lnTo>
                    <a:pt x="6703364" y="565708"/>
                  </a:lnTo>
                  <a:lnTo>
                    <a:pt x="6787950" y="568554"/>
                  </a:lnTo>
                  <a:lnTo>
                    <a:pt x="6885725" y="572213"/>
                  </a:lnTo>
                  <a:lnTo>
                    <a:pt x="6992955" y="576705"/>
                  </a:lnTo>
                  <a:lnTo>
                    <a:pt x="7105603" y="582026"/>
                  </a:lnTo>
                  <a:lnTo>
                    <a:pt x="7219853" y="588161"/>
                  </a:lnTo>
                  <a:lnTo>
                    <a:pt x="7332476" y="595092"/>
                  </a:lnTo>
                  <a:lnTo>
                    <a:pt x="7441018" y="602817"/>
                  </a:lnTo>
                  <a:lnTo>
                    <a:pt x="7543826" y="611349"/>
                  </a:lnTo>
                  <a:lnTo>
                    <a:pt x="7639967" y="620728"/>
                  </a:lnTo>
                  <a:lnTo>
                    <a:pt x="7729091" y="631016"/>
                  </a:lnTo>
                  <a:lnTo>
                    <a:pt x="7811294" y="642304"/>
                  </a:lnTo>
                  <a:lnTo>
                    <a:pt x="7886976" y="654706"/>
                  </a:lnTo>
                  <a:lnTo>
                    <a:pt x="7956739" y="668358"/>
                  </a:lnTo>
                  <a:lnTo>
                    <a:pt x="8021298" y="683410"/>
                  </a:lnTo>
                  <a:lnTo>
                    <a:pt x="8081418" y="700021"/>
                  </a:lnTo>
                  <a:lnTo>
                    <a:pt x="8137869" y="718339"/>
                  </a:lnTo>
                  <a:lnTo>
                    <a:pt x="8191385" y="738480"/>
                  </a:lnTo>
                  <a:lnTo>
                    <a:pt x="8229629" y="754651"/>
                  </a:lnTo>
                  <a:lnTo>
                    <a:pt x="8285610" y="781065"/>
                  </a:lnTo>
                  <a:lnTo>
                    <a:pt x="8339949" y="809890"/>
                  </a:lnTo>
                  <a:lnTo>
                    <a:pt x="8393202" y="841168"/>
                  </a:lnTo>
                  <a:lnTo>
                    <a:pt x="8445790" y="874879"/>
                  </a:lnTo>
                  <a:lnTo>
                    <a:pt x="8498027" y="910929"/>
                  </a:lnTo>
                  <a:lnTo>
                    <a:pt x="8550130" y="949148"/>
                  </a:lnTo>
                  <a:lnTo>
                    <a:pt x="8602238" y="989286"/>
                  </a:lnTo>
                  <a:lnTo>
                    <a:pt x="8654424" y="1031018"/>
                  </a:lnTo>
                  <a:lnTo>
                    <a:pt x="8706708" y="1073952"/>
                  </a:lnTo>
                  <a:lnTo>
                    <a:pt x="8759068" y="1117643"/>
                  </a:lnTo>
                  <a:lnTo>
                    <a:pt x="8811459" y="1161612"/>
                  </a:lnTo>
                  <a:lnTo>
                    <a:pt x="8863826" y="1205367"/>
                  </a:lnTo>
                  <a:lnTo>
                    <a:pt x="8916121" y="1248424"/>
                  </a:lnTo>
                  <a:lnTo>
                    <a:pt x="8968320" y="1290334"/>
                  </a:lnTo>
                  <a:lnTo>
                    <a:pt x="9020435" y="1330697"/>
                  </a:lnTo>
                  <a:lnTo>
                    <a:pt x="9072532" y="1369179"/>
                  </a:lnTo>
                  <a:lnTo>
                    <a:pt x="9124741" y="1405520"/>
                  </a:lnTo>
                  <a:lnTo>
                    <a:pt x="9177269" y="1439539"/>
                  </a:lnTo>
                  <a:lnTo>
                    <a:pt x="9230415" y="1471133"/>
                  </a:lnTo>
                  <a:lnTo>
                    <a:pt x="9284586" y="1500273"/>
                  </a:lnTo>
                  <a:lnTo>
                    <a:pt x="9340319" y="1526994"/>
                  </a:lnTo>
                  <a:lnTo>
                    <a:pt x="9347647" y="1530265"/>
                  </a:lnTo>
                  <a:lnTo>
                    <a:pt x="9399413" y="1551794"/>
                  </a:lnTo>
                  <a:lnTo>
                    <a:pt x="9453618" y="1571458"/>
                  </a:lnTo>
                  <a:lnTo>
                    <a:pt x="9510941" y="1589324"/>
                  </a:lnTo>
                  <a:lnTo>
                    <a:pt x="9572128" y="1605519"/>
                  </a:lnTo>
                  <a:lnTo>
                    <a:pt x="9637953" y="1620196"/>
                  </a:lnTo>
                  <a:lnTo>
                    <a:pt x="9709174" y="1633513"/>
                  </a:lnTo>
                  <a:lnTo>
                    <a:pt x="9786482" y="1645616"/>
                  </a:lnTo>
                  <a:lnTo>
                    <a:pt x="9870437" y="1656637"/>
                  </a:lnTo>
                  <a:lnTo>
                    <a:pt x="9961372" y="1666684"/>
                  </a:lnTo>
                  <a:lnTo>
                    <a:pt x="10059282" y="1675839"/>
                  </a:lnTo>
                  <a:lnTo>
                    <a:pt x="10163681" y="1684162"/>
                  </a:lnTo>
                  <a:lnTo>
                    <a:pt x="10273462" y="1691682"/>
                  </a:lnTo>
                  <a:lnTo>
                    <a:pt x="10386770" y="1698409"/>
                  </a:lnTo>
                  <a:lnTo>
                    <a:pt x="10500944" y="1704336"/>
                  </a:lnTo>
                  <a:lnTo>
                    <a:pt x="10612580" y="1709446"/>
                  </a:lnTo>
                  <a:lnTo>
                    <a:pt x="10717762" y="1713723"/>
                  </a:lnTo>
                  <a:lnTo>
                    <a:pt x="10812476" y="1717170"/>
                  </a:lnTo>
                  <a:lnTo>
                    <a:pt x="10893162" y="1719813"/>
                  </a:lnTo>
                  <a:lnTo>
                    <a:pt x="10957300" y="1721715"/>
                  </a:lnTo>
                  <a:lnTo>
                    <a:pt x="11003883" y="1722970"/>
                  </a:lnTo>
                  <a:lnTo>
                    <a:pt x="11033665" y="1723702"/>
                  </a:lnTo>
                  <a:lnTo>
                    <a:pt x="11049154" y="1724050"/>
                  </a:lnTo>
                  <a:lnTo>
                    <a:pt x="11054423" y="1724159"/>
                  </a:lnTo>
                  <a:lnTo>
                    <a:pt x="11054891" y="1724168"/>
                  </a:lnTo>
                  <a:lnTo>
                    <a:pt x="12049831" y="1724168"/>
                  </a:lnTo>
                  <a:lnTo>
                    <a:pt x="12049831" y="1718927"/>
                  </a:lnTo>
                  <a:lnTo>
                    <a:pt x="11054891" y="1718927"/>
                  </a:lnTo>
                  <a:lnTo>
                    <a:pt x="11053765" y="1718905"/>
                  </a:lnTo>
                  <a:lnTo>
                    <a:pt x="11046335" y="1718749"/>
                  </a:lnTo>
                  <a:lnTo>
                    <a:pt x="11027500" y="1718316"/>
                  </a:lnTo>
                  <a:lnTo>
                    <a:pt x="10993569" y="1717462"/>
                  </a:lnTo>
                  <a:lnTo>
                    <a:pt x="10942470" y="1716051"/>
                  </a:lnTo>
                  <a:lnTo>
                    <a:pt x="10873912" y="1713967"/>
                  </a:lnTo>
                  <a:lnTo>
                    <a:pt x="10789326" y="1711121"/>
                  </a:lnTo>
                  <a:lnTo>
                    <a:pt x="10691552" y="1707462"/>
                  </a:lnTo>
                  <a:lnTo>
                    <a:pt x="10584321" y="1702970"/>
                  </a:lnTo>
                  <a:lnTo>
                    <a:pt x="10471673" y="1697649"/>
                  </a:lnTo>
                  <a:lnTo>
                    <a:pt x="10357424" y="1691514"/>
                  </a:lnTo>
                  <a:lnTo>
                    <a:pt x="10244801" y="1684583"/>
                  </a:lnTo>
                  <a:lnTo>
                    <a:pt x="10136258" y="1676858"/>
                  </a:lnTo>
                  <a:lnTo>
                    <a:pt x="10033450" y="1668325"/>
                  </a:lnTo>
                  <a:lnTo>
                    <a:pt x="9937310" y="1658947"/>
                  </a:lnTo>
                  <a:lnTo>
                    <a:pt x="9848185" y="1648659"/>
                  </a:lnTo>
                  <a:lnTo>
                    <a:pt x="9765983" y="1637371"/>
                  </a:lnTo>
                  <a:lnTo>
                    <a:pt x="9690300" y="1624969"/>
                  </a:lnTo>
                  <a:lnTo>
                    <a:pt x="9620537" y="1611317"/>
                  </a:lnTo>
                  <a:lnTo>
                    <a:pt x="9555979" y="1596265"/>
                  </a:lnTo>
                  <a:lnTo>
                    <a:pt x="9495859" y="1579654"/>
                  </a:lnTo>
                  <a:lnTo>
                    <a:pt x="9439407" y="1561336"/>
                  </a:lnTo>
                  <a:lnTo>
                    <a:pt x="9385891" y="1541194"/>
                  </a:lnTo>
                  <a:lnTo>
                    <a:pt x="9347647" y="1525024"/>
                  </a:lnTo>
                  <a:lnTo>
                    <a:pt x="9291667" y="1498610"/>
                  </a:lnTo>
                  <a:lnTo>
                    <a:pt x="9237328" y="1469785"/>
                  </a:lnTo>
                  <a:lnTo>
                    <a:pt x="9184075" y="1438507"/>
                  </a:lnTo>
                  <a:lnTo>
                    <a:pt x="9131486" y="1404796"/>
                  </a:lnTo>
                  <a:lnTo>
                    <a:pt x="9079250" y="1368746"/>
                  </a:lnTo>
                  <a:lnTo>
                    <a:pt x="9027147" y="1330527"/>
                  </a:lnTo>
                  <a:lnTo>
                    <a:pt x="8975039" y="1290389"/>
                  </a:lnTo>
                  <a:lnTo>
                    <a:pt x="8922853" y="1248657"/>
                  </a:lnTo>
                  <a:lnTo>
                    <a:pt x="8870569" y="1205723"/>
                  </a:lnTo>
                  <a:lnTo>
                    <a:pt x="8818209" y="1162032"/>
                  </a:lnTo>
                  <a:lnTo>
                    <a:pt x="8765818" y="1118063"/>
                  </a:lnTo>
                  <a:lnTo>
                    <a:pt x="8713451" y="1074308"/>
                  </a:lnTo>
                  <a:lnTo>
                    <a:pt x="8661155" y="1031251"/>
                  </a:lnTo>
                  <a:lnTo>
                    <a:pt x="8608957" y="989341"/>
                  </a:lnTo>
                  <a:lnTo>
                    <a:pt x="8556841" y="948978"/>
                  </a:lnTo>
                  <a:lnTo>
                    <a:pt x="8504744" y="910496"/>
                  </a:lnTo>
                  <a:lnTo>
                    <a:pt x="8452535" y="874155"/>
                  </a:lnTo>
                  <a:lnTo>
                    <a:pt x="8400007" y="840136"/>
                  </a:lnTo>
                  <a:lnTo>
                    <a:pt x="8346861" y="808541"/>
                  </a:lnTo>
                  <a:lnTo>
                    <a:pt x="8292690" y="779402"/>
                  </a:lnTo>
                  <a:lnTo>
                    <a:pt x="8236958" y="752681"/>
                  </a:lnTo>
                  <a:lnTo>
                    <a:pt x="8229629" y="749410"/>
                  </a:lnTo>
                  <a:lnTo>
                    <a:pt x="8177863" y="727881"/>
                  </a:lnTo>
                  <a:lnTo>
                    <a:pt x="8123658" y="708217"/>
                  </a:lnTo>
                  <a:lnTo>
                    <a:pt x="8066336" y="690350"/>
                  </a:lnTo>
                  <a:lnTo>
                    <a:pt x="8005148" y="674155"/>
                  </a:lnTo>
                  <a:lnTo>
                    <a:pt x="7939323" y="659478"/>
                  </a:lnTo>
                  <a:lnTo>
                    <a:pt x="7868103" y="646162"/>
                  </a:lnTo>
                  <a:lnTo>
                    <a:pt x="7790794" y="634059"/>
                  </a:lnTo>
                  <a:lnTo>
                    <a:pt x="7706840" y="623038"/>
                  </a:lnTo>
                  <a:lnTo>
                    <a:pt x="7615904" y="612991"/>
                  </a:lnTo>
                  <a:lnTo>
                    <a:pt x="7517995" y="603835"/>
                  </a:lnTo>
                  <a:lnTo>
                    <a:pt x="7413596" y="595513"/>
                  </a:lnTo>
                  <a:lnTo>
                    <a:pt x="7303814" y="587993"/>
                  </a:lnTo>
                  <a:lnTo>
                    <a:pt x="7190506" y="581265"/>
                  </a:lnTo>
                  <a:lnTo>
                    <a:pt x="7076332" y="575339"/>
                  </a:lnTo>
                  <a:lnTo>
                    <a:pt x="6964696" y="570229"/>
                  </a:lnTo>
                  <a:lnTo>
                    <a:pt x="6859514" y="565952"/>
                  </a:lnTo>
                  <a:lnTo>
                    <a:pt x="6764801" y="562505"/>
                  </a:lnTo>
                  <a:lnTo>
                    <a:pt x="6684115" y="559861"/>
                  </a:lnTo>
                  <a:lnTo>
                    <a:pt x="6619976" y="557960"/>
                  </a:lnTo>
                  <a:lnTo>
                    <a:pt x="6573393" y="556705"/>
                  </a:lnTo>
                  <a:lnTo>
                    <a:pt x="6543611" y="555973"/>
                  </a:lnTo>
                  <a:lnTo>
                    <a:pt x="6528122" y="555625"/>
                  </a:lnTo>
                  <a:lnTo>
                    <a:pt x="6522853" y="555516"/>
                  </a:lnTo>
                  <a:lnTo>
                    <a:pt x="6522385" y="555507"/>
                  </a:lnTo>
                  <a:lnTo>
                    <a:pt x="5527445" y="555507"/>
                  </a:lnTo>
                  <a:lnTo>
                    <a:pt x="5526311" y="555496"/>
                  </a:lnTo>
                  <a:lnTo>
                    <a:pt x="5518828" y="555421"/>
                  </a:lnTo>
                  <a:lnTo>
                    <a:pt x="5499862" y="555212"/>
                  </a:lnTo>
                  <a:lnTo>
                    <a:pt x="5465703" y="554802"/>
                  </a:lnTo>
                  <a:lnTo>
                    <a:pt x="5414282" y="554123"/>
                  </a:lnTo>
                  <a:lnTo>
                    <a:pt x="5345323" y="553121"/>
                  </a:lnTo>
                  <a:lnTo>
                    <a:pt x="5260290" y="551752"/>
                  </a:lnTo>
                  <a:lnTo>
                    <a:pt x="5162063" y="549994"/>
                  </a:lnTo>
                  <a:lnTo>
                    <a:pt x="5054412" y="547835"/>
                  </a:lnTo>
                  <a:lnTo>
                    <a:pt x="4941406" y="545279"/>
                  </a:lnTo>
                  <a:lnTo>
                    <a:pt x="4826880" y="542333"/>
                  </a:lnTo>
                  <a:lnTo>
                    <a:pt x="4714065" y="539004"/>
                  </a:lnTo>
                  <a:lnTo>
                    <a:pt x="4605411" y="535295"/>
                  </a:lnTo>
                  <a:lnTo>
                    <a:pt x="4502560" y="531197"/>
                  </a:lnTo>
                  <a:lnTo>
                    <a:pt x="4406432" y="526693"/>
                  </a:lnTo>
                  <a:lnTo>
                    <a:pt x="4317357" y="521751"/>
                  </a:lnTo>
                  <a:lnTo>
                    <a:pt x="4235227" y="516327"/>
                  </a:lnTo>
                  <a:lnTo>
                    <a:pt x="4159628" y="510366"/>
                  </a:lnTo>
                  <a:lnTo>
                    <a:pt x="4089947" y="503803"/>
                  </a:lnTo>
                  <a:lnTo>
                    <a:pt x="4025461" y="496564"/>
                  </a:lnTo>
                  <a:lnTo>
                    <a:pt x="3965397" y="488573"/>
                  </a:lnTo>
                  <a:lnTo>
                    <a:pt x="3908981" y="479760"/>
                  </a:lnTo>
                  <a:lnTo>
                    <a:pt x="3855475" y="470069"/>
                  </a:lnTo>
                  <a:lnTo>
                    <a:pt x="3820202" y="462922"/>
                  </a:lnTo>
                  <a:lnTo>
                    <a:pt x="3760104" y="449320"/>
                  </a:lnTo>
                  <a:lnTo>
                    <a:pt x="3701851" y="434385"/>
                  </a:lnTo>
                  <a:lnTo>
                    <a:pt x="3644772" y="418097"/>
                  </a:lnTo>
                  <a:lnTo>
                    <a:pt x="3588372" y="400475"/>
                  </a:lnTo>
                  <a:lnTo>
                    <a:pt x="3532293" y="381587"/>
                  </a:lnTo>
                  <a:lnTo>
                    <a:pt x="3476300" y="361550"/>
                  </a:lnTo>
                  <a:lnTo>
                    <a:pt x="3420256" y="340530"/>
                  </a:lnTo>
                  <a:lnTo>
                    <a:pt x="3364103" y="318741"/>
                  </a:lnTo>
                  <a:lnTo>
                    <a:pt x="3307848" y="296432"/>
                  </a:lnTo>
                  <a:lnTo>
                    <a:pt x="3251539" y="273883"/>
                  </a:lnTo>
                  <a:lnTo>
                    <a:pt x="3195241" y="251384"/>
                  </a:lnTo>
                  <a:lnTo>
                    <a:pt x="3139017" y="229223"/>
                  </a:lnTo>
                  <a:lnTo>
                    <a:pt x="3082904" y="207671"/>
                  </a:lnTo>
                  <a:lnTo>
                    <a:pt x="3026887" y="186966"/>
                  </a:lnTo>
                  <a:lnTo>
                    <a:pt x="2970885" y="167307"/>
                  </a:lnTo>
                  <a:lnTo>
                    <a:pt x="2914728" y="148842"/>
                  </a:lnTo>
                  <a:lnTo>
                    <a:pt x="2858142" y="131673"/>
                  </a:lnTo>
                  <a:lnTo>
                    <a:pt x="2800724" y="115848"/>
                  </a:lnTo>
                  <a:lnTo>
                    <a:pt x="2741924" y="101375"/>
                  </a:lnTo>
                  <a:lnTo>
                    <a:pt x="2702183" y="92584"/>
                  </a:lnTo>
                  <a:lnTo>
                    <a:pt x="2650287" y="82280"/>
                  </a:lnTo>
                  <a:lnTo>
                    <a:pt x="2595937" y="72871"/>
                  </a:lnTo>
                  <a:lnTo>
                    <a:pt x="2538451" y="64324"/>
                  </a:lnTo>
                  <a:lnTo>
                    <a:pt x="2477075" y="56579"/>
                  </a:lnTo>
                  <a:lnTo>
                    <a:pt x="2411031" y="49561"/>
                  </a:lnTo>
                  <a:lnTo>
                    <a:pt x="2339556" y="43196"/>
                  </a:lnTo>
                  <a:lnTo>
                    <a:pt x="2261953" y="37411"/>
                  </a:lnTo>
                  <a:lnTo>
                    <a:pt x="2177663" y="32145"/>
                  </a:lnTo>
                  <a:lnTo>
                    <a:pt x="2086354" y="27345"/>
                  </a:lnTo>
                  <a:lnTo>
                    <a:pt x="1988042" y="22972"/>
                  </a:lnTo>
                  <a:lnTo>
                    <a:pt x="1883228" y="18999"/>
                  </a:lnTo>
                  <a:lnTo>
                    <a:pt x="1773046" y="15410"/>
                  </a:lnTo>
                  <a:lnTo>
                    <a:pt x="1659387" y="12202"/>
                  </a:lnTo>
                  <a:lnTo>
                    <a:pt x="1544957" y="9378"/>
                  </a:lnTo>
                  <a:lnTo>
                    <a:pt x="1433208" y="6946"/>
                  </a:lnTo>
                  <a:lnTo>
                    <a:pt x="1328096" y="4914"/>
                  </a:lnTo>
                  <a:lnTo>
                    <a:pt x="1233658" y="3280"/>
                  </a:lnTo>
                  <a:lnTo>
                    <a:pt x="1153448" y="2031"/>
                  </a:lnTo>
                  <a:lnTo>
                    <a:pt x="1089948" y="1136"/>
                  </a:lnTo>
                  <a:lnTo>
                    <a:pt x="1044093" y="549"/>
                  </a:lnTo>
                  <a:lnTo>
                    <a:pt x="1015038" y="209"/>
                  </a:lnTo>
                  <a:lnTo>
                    <a:pt x="1000170" y="51"/>
                  </a:lnTo>
                  <a:lnTo>
                    <a:pt x="995309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95" name="pl594"/>
            <p:cNvSpPr/>
            <p:nvPr/>
          </p:nvSpPr>
          <p:spPr>
            <a:xfrm>
              <a:off x="1199187" y="1818335"/>
              <a:ext cx="12049831" cy="1718927"/>
            </a:xfrm>
            <a:custGeom>
              <a:avLst/>
              <a:pathLst>
                <a:path w="12049831" h="1718927">
                  <a:moveTo>
                    <a:pt x="0" y="0"/>
                  </a:moveTo>
                  <a:lnTo>
                    <a:pt x="994940" y="0"/>
                  </a:lnTo>
                  <a:lnTo>
                    <a:pt x="996074" y="10"/>
                  </a:lnTo>
                  <a:lnTo>
                    <a:pt x="1003557" y="86"/>
                  </a:lnTo>
                  <a:lnTo>
                    <a:pt x="1022523" y="294"/>
                  </a:lnTo>
                  <a:lnTo>
                    <a:pt x="1056682" y="704"/>
                  </a:lnTo>
                  <a:lnTo>
                    <a:pt x="1108103" y="1383"/>
                  </a:lnTo>
                  <a:lnTo>
                    <a:pt x="1177062" y="2386"/>
                  </a:lnTo>
                  <a:lnTo>
                    <a:pt x="1262095" y="3754"/>
                  </a:lnTo>
                  <a:lnTo>
                    <a:pt x="1360322" y="5513"/>
                  </a:lnTo>
                  <a:lnTo>
                    <a:pt x="1467973" y="7671"/>
                  </a:lnTo>
                  <a:lnTo>
                    <a:pt x="1580979" y="10228"/>
                  </a:lnTo>
                  <a:lnTo>
                    <a:pt x="1695505" y="13174"/>
                  </a:lnTo>
                  <a:lnTo>
                    <a:pt x="1808320" y="16502"/>
                  </a:lnTo>
                  <a:lnTo>
                    <a:pt x="1916974" y="20212"/>
                  </a:lnTo>
                  <a:lnTo>
                    <a:pt x="2019825" y="24309"/>
                  </a:lnTo>
                  <a:lnTo>
                    <a:pt x="2115953" y="28813"/>
                  </a:lnTo>
                  <a:lnTo>
                    <a:pt x="2205028" y="33755"/>
                  </a:lnTo>
                  <a:lnTo>
                    <a:pt x="2287158" y="39179"/>
                  </a:lnTo>
                  <a:lnTo>
                    <a:pt x="2362757" y="45140"/>
                  </a:lnTo>
                  <a:lnTo>
                    <a:pt x="2432438" y="51703"/>
                  </a:lnTo>
                  <a:lnTo>
                    <a:pt x="2496924" y="58942"/>
                  </a:lnTo>
                  <a:lnTo>
                    <a:pt x="2556988" y="66933"/>
                  </a:lnTo>
                  <a:lnTo>
                    <a:pt x="2613404" y="75747"/>
                  </a:lnTo>
                  <a:lnTo>
                    <a:pt x="2666910" y="85437"/>
                  </a:lnTo>
                  <a:lnTo>
                    <a:pt x="2702183" y="92584"/>
                  </a:lnTo>
                  <a:lnTo>
                    <a:pt x="2762281" y="106186"/>
                  </a:lnTo>
                  <a:lnTo>
                    <a:pt x="2820534" y="121121"/>
                  </a:lnTo>
                  <a:lnTo>
                    <a:pt x="2877613" y="137409"/>
                  </a:lnTo>
                  <a:lnTo>
                    <a:pt x="2934013" y="155031"/>
                  </a:lnTo>
                  <a:lnTo>
                    <a:pt x="2990092" y="173919"/>
                  </a:lnTo>
                  <a:lnTo>
                    <a:pt x="3046085" y="193956"/>
                  </a:lnTo>
                  <a:lnTo>
                    <a:pt x="3102129" y="214976"/>
                  </a:lnTo>
                  <a:lnTo>
                    <a:pt x="3158282" y="236766"/>
                  </a:lnTo>
                  <a:lnTo>
                    <a:pt x="3214537" y="259074"/>
                  </a:lnTo>
                  <a:lnTo>
                    <a:pt x="3270846" y="281623"/>
                  </a:lnTo>
                  <a:lnTo>
                    <a:pt x="3327144" y="304122"/>
                  </a:lnTo>
                  <a:lnTo>
                    <a:pt x="3383368" y="326283"/>
                  </a:lnTo>
                  <a:lnTo>
                    <a:pt x="3439481" y="347835"/>
                  </a:lnTo>
                  <a:lnTo>
                    <a:pt x="3495498" y="368540"/>
                  </a:lnTo>
                  <a:lnTo>
                    <a:pt x="3551500" y="388199"/>
                  </a:lnTo>
                  <a:lnTo>
                    <a:pt x="3607657" y="406664"/>
                  </a:lnTo>
                  <a:lnTo>
                    <a:pt x="3664243" y="423833"/>
                  </a:lnTo>
                  <a:lnTo>
                    <a:pt x="3721661" y="439658"/>
                  </a:lnTo>
                  <a:lnTo>
                    <a:pt x="3780461" y="454131"/>
                  </a:lnTo>
                  <a:lnTo>
                    <a:pt x="3820202" y="462922"/>
                  </a:lnTo>
                  <a:lnTo>
                    <a:pt x="3872098" y="473226"/>
                  </a:lnTo>
                  <a:lnTo>
                    <a:pt x="3926448" y="482635"/>
                  </a:lnTo>
                  <a:lnTo>
                    <a:pt x="3983934" y="491182"/>
                  </a:lnTo>
                  <a:lnTo>
                    <a:pt x="4045310" y="498927"/>
                  </a:lnTo>
                  <a:lnTo>
                    <a:pt x="4111354" y="505945"/>
                  </a:lnTo>
                  <a:lnTo>
                    <a:pt x="4182829" y="512311"/>
                  </a:lnTo>
                  <a:lnTo>
                    <a:pt x="4260432" y="518095"/>
                  </a:lnTo>
                  <a:lnTo>
                    <a:pt x="4344722" y="523361"/>
                  </a:lnTo>
                  <a:lnTo>
                    <a:pt x="4436031" y="528161"/>
                  </a:lnTo>
                  <a:lnTo>
                    <a:pt x="4534343" y="532534"/>
                  </a:lnTo>
                  <a:lnTo>
                    <a:pt x="4639157" y="536507"/>
                  </a:lnTo>
                  <a:lnTo>
                    <a:pt x="4749339" y="540096"/>
                  </a:lnTo>
                  <a:lnTo>
                    <a:pt x="4862998" y="543304"/>
                  </a:lnTo>
                  <a:lnTo>
                    <a:pt x="4977428" y="546128"/>
                  </a:lnTo>
                  <a:lnTo>
                    <a:pt x="5089177" y="548560"/>
                  </a:lnTo>
                  <a:lnTo>
                    <a:pt x="5194289" y="550592"/>
                  </a:lnTo>
                  <a:lnTo>
                    <a:pt x="5288727" y="552226"/>
                  </a:lnTo>
                  <a:lnTo>
                    <a:pt x="5368937" y="553475"/>
                  </a:lnTo>
                  <a:lnTo>
                    <a:pt x="5432437" y="554370"/>
                  </a:lnTo>
                  <a:lnTo>
                    <a:pt x="5478292" y="554957"/>
                  </a:lnTo>
                  <a:lnTo>
                    <a:pt x="5507347" y="555297"/>
                  </a:lnTo>
                  <a:lnTo>
                    <a:pt x="5522215" y="555456"/>
                  </a:lnTo>
                  <a:lnTo>
                    <a:pt x="5527076" y="555503"/>
                  </a:lnTo>
                  <a:lnTo>
                    <a:pt x="5527445" y="555507"/>
                  </a:lnTo>
                  <a:lnTo>
                    <a:pt x="6522385" y="555507"/>
                  </a:lnTo>
                  <a:lnTo>
                    <a:pt x="6523511" y="555529"/>
                  </a:lnTo>
                  <a:lnTo>
                    <a:pt x="6530942" y="555685"/>
                  </a:lnTo>
                  <a:lnTo>
                    <a:pt x="6549776" y="556119"/>
                  </a:lnTo>
                  <a:lnTo>
                    <a:pt x="6583708" y="556972"/>
                  </a:lnTo>
                  <a:lnTo>
                    <a:pt x="6634807" y="558383"/>
                  </a:lnTo>
                  <a:lnTo>
                    <a:pt x="6703364" y="560467"/>
                  </a:lnTo>
                  <a:lnTo>
                    <a:pt x="6787950" y="563313"/>
                  </a:lnTo>
                  <a:lnTo>
                    <a:pt x="6885725" y="566972"/>
                  </a:lnTo>
                  <a:lnTo>
                    <a:pt x="6992955" y="571464"/>
                  </a:lnTo>
                  <a:lnTo>
                    <a:pt x="7105603" y="576786"/>
                  </a:lnTo>
                  <a:lnTo>
                    <a:pt x="7219853" y="582920"/>
                  </a:lnTo>
                  <a:lnTo>
                    <a:pt x="7332476" y="589852"/>
                  </a:lnTo>
                  <a:lnTo>
                    <a:pt x="7441018" y="597576"/>
                  </a:lnTo>
                  <a:lnTo>
                    <a:pt x="7543826" y="606109"/>
                  </a:lnTo>
                  <a:lnTo>
                    <a:pt x="7639967" y="615487"/>
                  </a:lnTo>
                  <a:lnTo>
                    <a:pt x="7729091" y="625776"/>
                  </a:lnTo>
                  <a:lnTo>
                    <a:pt x="7811294" y="637064"/>
                  </a:lnTo>
                  <a:lnTo>
                    <a:pt x="7886976" y="649466"/>
                  </a:lnTo>
                  <a:lnTo>
                    <a:pt x="7956739" y="663117"/>
                  </a:lnTo>
                  <a:lnTo>
                    <a:pt x="8021298" y="678169"/>
                  </a:lnTo>
                  <a:lnTo>
                    <a:pt x="8081418" y="694780"/>
                  </a:lnTo>
                  <a:lnTo>
                    <a:pt x="8137869" y="713099"/>
                  </a:lnTo>
                  <a:lnTo>
                    <a:pt x="8191385" y="733240"/>
                  </a:lnTo>
                  <a:lnTo>
                    <a:pt x="8229629" y="749410"/>
                  </a:lnTo>
                  <a:lnTo>
                    <a:pt x="8285610" y="775824"/>
                  </a:lnTo>
                  <a:lnTo>
                    <a:pt x="8339949" y="804649"/>
                  </a:lnTo>
                  <a:lnTo>
                    <a:pt x="8393202" y="835928"/>
                  </a:lnTo>
                  <a:lnTo>
                    <a:pt x="8445790" y="869639"/>
                  </a:lnTo>
                  <a:lnTo>
                    <a:pt x="8498027" y="905689"/>
                  </a:lnTo>
                  <a:lnTo>
                    <a:pt x="8550130" y="943907"/>
                  </a:lnTo>
                  <a:lnTo>
                    <a:pt x="8602238" y="984045"/>
                  </a:lnTo>
                  <a:lnTo>
                    <a:pt x="8654424" y="1025777"/>
                  </a:lnTo>
                  <a:lnTo>
                    <a:pt x="8706708" y="1068711"/>
                  </a:lnTo>
                  <a:lnTo>
                    <a:pt x="8759068" y="1112403"/>
                  </a:lnTo>
                  <a:lnTo>
                    <a:pt x="8811459" y="1156372"/>
                  </a:lnTo>
                  <a:lnTo>
                    <a:pt x="8863826" y="1200126"/>
                  </a:lnTo>
                  <a:lnTo>
                    <a:pt x="8916121" y="1243184"/>
                  </a:lnTo>
                  <a:lnTo>
                    <a:pt x="8968320" y="1285094"/>
                  </a:lnTo>
                  <a:lnTo>
                    <a:pt x="9020435" y="1325457"/>
                  </a:lnTo>
                  <a:lnTo>
                    <a:pt x="9072532" y="1363938"/>
                  </a:lnTo>
                  <a:lnTo>
                    <a:pt x="9124741" y="1400279"/>
                  </a:lnTo>
                  <a:lnTo>
                    <a:pt x="9177269" y="1434298"/>
                  </a:lnTo>
                  <a:lnTo>
                    <a:pt x="9230415" y="1465893"/>
                  </a:lnTo>
                  <a:lnTo>
                    <a:pt x="9284586" y="1495033"/>
                  </a:lnTo>
                  <a:lnTo>
                    <a:pt x="9340319" y="1521753"/>
                  </a:lnTo>
                  <a:lnTo>
                    <a:pt x="9347647" y="1525024"/>
                  </a:lnTo>
                  <a:lnTo>
                    <a:pt x="9399413" y="1546553"/>
                  </a:lnTo>
                  <a:lnTo>
                    <a:pt x="9453618" y="1566217"/>
                  </a:lnTo>
                  <a:lnTo>
                    <a:pt x="9510941" y="1584084"/>
                  </a:lnTo>
                  <a:lnTo>
                    <a:pt x="9572128" y="1600279"/>
                  </a:lnTo>
                  <a:lnTo>
                    <a:pt x="9637953" y="1614956"/>
                  </a:lnTo>
                  <a:lnTo>
                    <a:pt x="9709174" y="1628272"/>
                  </a:lnTo>
                  <a:lnTo>
                    <a:pt x="9786482" y="1640375"/>
                  </a:lnTo>
                  <a:lnTo>
                    <a:pt x="9870437" y="1651396"/>
                  </a:lnTo>
                  <a:lnTo>
                    <a:pt x="9961372" y="1661443"/>
                  </a:lnTo>
                  <a:lnTo>
                    <a:pt x="10059282" y="1670599"/>
                  </a:lnTo>
                  <a:lnTo>
                    <a:pt x="10163681" y="1678921"/>
                  </a:lnTo>
                  <a:lnTo>
                    <a:pt x="10273462" y="1686441"/>
                  </a:lnTo>
                  <a:lnTo>
                    <a:pt x="10386770" y="1693169"/>
                  </a:lnTo>
                  <a:lnTo>
                    <a:pt x="10500944" y="1699096"/>
                  </a:lnTo>
                  <a:lnTo>
                    <a:pt x="10612580" y="1704205"/>
                  </a:lnTo>
                  <a:lnTo>
                    <a:pt x="10717762" y="1708482"/>
                  </a:lnTo>
                  <a:lnTo>
                    <a:pt x="10812476" y="1711929"/>
                  </a:lnTo>
                  <a:lnTo>
                    <a:pt x="10893162" y="1714573"/>
                  </a:lnTo>
                  <a:lnTo>
                    <a:pt x="10957300" y="1716474"/>
                  </a:lnTo>
                  <a:lnTo>
                    <a:pt x="11003883" y="1717730"/>
                  </a:lnTo>
                  <a:lnTo>
                    <a:pt x="11033665" y="1718461"/>
                  </a:lnTo>
                  <a:lnTo>
                    <a:pt x="11049154" y="1718810"/>
                  </a:lnTo>
                  <a:lnTo>
                    <a:pt x="11054423" y="1718918"/>
                  </a:lnTo>
                  <a:lnTo>
                    <a:pt x="11054891" y="1718927"/>
                  </a:lnTo>
                  <a:lnTo>
                    <a:pt x="12049831" y="1718927"/>
                  </a:lnTo>
                  <a:lnTo>
                    <a:pt x="12049831" y="17189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6" name="pl595"/>
            <p:cNvSpPr/>
            <p:nvPr/>
          </p:nvSpPr>
          <p:spPr>
            <a:xfrm>
              <a:off x="1199187" y="1813094"/>
              <a:ext cx="12049831" cy="1718927"/>
            </a:xfrm>
            <a:custGeom>
              <a:avLst/>
              <a:pathLst>
                <a:path w="12049831" h="1718927">
                  <a:moveTo>
                    <a:pt x="12049831" y="1718927"/>
                  </a:moveTo>
                  <a:lnTo>
                    <a:pt x="11054891" y="1718927"/>
                  </a:lnTo>
                  <a:lnTo>
                    <a:pt x="11053765" y="1718905"/>
                  </a:lnTo>
                  <a:lnTo>
                    <a:pt x="11046335" y="1718749"/>
                  </a:lnTo>
                  <a:lnTo>
                    <a:pt x="11027500" y="1718316"/>
                  </a:lnTo>
                  <a:lnTo>
                    <a:pt x="10993569" y="1717462"/>
                  </a:lnTo>
                  <a:lnTo>
                    <a:pt x="10942470" y="1716051"/>
                  </a:lnTo>
                  <a:lnTo>
                    <a:pt x="10873912" y="1713967"/>
                  </a:lnTo>
                  <a:lnTo>
                    <a:pt x="10789326" y="1711121"/>
                  </a:lnTo>
                  <a:lnTo>
                    <a:pt x="10691552" y="1707462"/>
                  </a:lnTo>
                  <a:lnTo>
                    <a:pt x="10584321" y="1702970"/>
                  </a:lnTo>
                  <a:lnTo>
                    <a:pt x="10471673" y="1697649"/>
                  </a:lnTo>
                  <a:lnTo>
                    <a:pt x="10357424" y="1691514"/>
                  </a:lnTo>
                  <a:lnTo>
                    <a:pt x="10244801" y="1684583"/>
                  </a:lnTo>
                  <a:lnTo>
                    <a:pt x="10136258" y="1676858"/>
                  </a:lnTo>
                  <a:lnTo>
                    <a:pt x="10033450" y="1668325"/>
                  </a:lnTo>
                  <a:lnTo>
                    <a:pt x="9937310" y="1658947"/>
                  </a:lnTo>
                  <a:lnTo>
                    <a:pt x="9848185" y="1648659"/>
                  </a:lnTo>
                  <a:lnTo>
                    <a:pt x="9765983" y="1637371"/>
                  </a:lnTo>
                  <a:lnTo>
                    <a:pt x="9690300" y="1624969"/>
                  </a:lnTo>
                  <a:lnTo>
                    <a:pt x="9620537" y="1611317"/>
                  </a:lnTo>
                  <a:lnTo>
                    <a:pt x="9555979" y="1596265"/>
                  </a:lnTo>
                  <a:lnTo>
                    <a:pt x="9495859" y="1579654"/>
                  </a:lnTo>
                  <a:lnTo>
                    <a:pt x="9439407" y="1561336"/>
                  </a:lnTo>
                  <a:lnTo>
                    <a:pt x="9385891" y="1541194"/>
                  </a:lnTo>
                  <a:lnTo>
                    <a:pt x="9347647" y="1525024"/>
                  </a:lnTo>
                  <a:lnTo>
                    <a:pt x="9291667" y="1498610"/>
                  </a:lnTo>
                  <a:lnTo>
                    <a:pt x="9237328" y="1469785"/>
                  </a:lnTo>
                  <a:lnTo>
                    <a:pt x="9184075" y="1438507"/>
                  </a:lnTo>
                  <a:lnTo>
                    <a:pt x="9131486" y="1404796"/>
                  </a:lnTo>
                  <a:lnTo>
                    <a:pt x="9079250" y="1368746"/>
                  </a:lnTo>
                  <a:lnTo>
                    <a:pt x="9027147" y="1330527"/>
                  </a:lnTo>
                  <a:lnTo>
                    <a:pt x="8975039" y="1290389"/>
                  </a:lnTo>
                  <a:lnTo>
                    <a:pt x="8922853" y="1248657"/>
                  </a:lnTo>
                  <a:lnTo>
                    <a:pt x="8870569" y="1205723"/>
                  </a:lnTo>
                  <a:lnTo>
                    <a:pt x="8818209" y="1162032"/>
                  </a:lnTo>
                  <a:lnTo>
                    <a:pt x="8765818" y="1118063"/>
                  </a:lnTo>
                  <a:lnTo>
                    <a:pt x="8713451" y="1074308"/>
                  </a:lnTo>
                  <a:lnTo>
                    <a:pt x="8661155" y="1031251"/>
                  </a:lnTo>
                  <a:lnTo>
                    <a:pt x="8608957" y="989341"/>
                  </a:lnTo>
                  <a:lnTo>
                    <a:pt x="8556841" y="948978"/>
                  </a:lnTo>
                  <a:lnTo>
                    <a:pt x="8504744" y="910496"/>
                  </a:lnTo>
                  <a:lnTo>
                    <a:pt x="8452535" y="874155"/>
                  </a:lnTo>
                  <a:lnTo>
                    <a:pt x="8400007" y="840136"/>
                  </a:lnTo>
                  <a:lnTo>
                    <a:pt x="8346861" y="808541"/>
                  </a:lnTo>
                  <a:lnTo>
                    <a:pt x="8292690" y="779402"/>
                  </a:lnTo>
                  <a:lnTo>
                    <a:pt x="8236958" y="752681"/>
                  </a:lnTo>
                  <a:lnTo>
                    <a:pt x="8229629" y="749410"/>
                  </a:lnTo>
                  <a:lnTo>
                    <a:pt x="8177863" y="727881"/>
                  </a:lnTo>
                  <a:lnTo>
                    <a:pt x="8123658" y="708217"/>
                  </a:lnTo>
                  <a:lnTo>
                    <a:pt x="8066336" y="690350"/>
                  </a:lnTo>
                  <a:lnTo>
                    <a:pt x="8005148" y="674155"/>
                  </a:lnTo>
                  <a:lnTo>
                    <a:pt x="7939323" y="659478"/>
                  </a:lnTo>
                  <a:lnTo>
                    <a:pt x="7868103" y="646162"/>
                  </a:lnTo>
                  <a:lnTo>
                    <a:pt x="7790794" y="634059"/>
                  </a:lnTo>
                  <a:lnTo>
                    <a:pt x="7706840" y="623038"/>
                  </a:lnTo>
                  <a:lnTo>
                    <a:pt x="7615904" y="612991"/>
                  </a:lnTo>
                  <a:lnTo>
                    <a:pt x="7517995" y="603835"/>
                  </a:lnTo>
                  <a:lnTo>
                    <a:pt x="7413596" y="595513"/>
                  </a:lnTo>
                  <a:lnTo>
                    <a:pt x="7303814" y="587993"/>
                  </a:lnTo>
                  <a:lnTo>
                    <a:pt x="7190506" y="581265"/>
                  </a:lnTo>
                  <a:lnTo>
                    <a:pt x="7076332" y="575339"/>
                  </a:lnTo>
                  <a:lnTo>
                    <a:pt x="6964696" y="570229"/>
                  </a:lnTo>
                  <a:lnTo>
                    <a:pt x="6859514" y="565952"/>
                  </a:lnTo>
                  <a:lnTo>
                    <a:pt x="6764801" y="562505"/>
                  </a:lnTo>
                  <a:lnTo>
                    <a:pt x="6684115" y="559861"/>
                  </a:lnTo>
                  <a:lnTo>
                    <a:pt x="6619976" y="557960"/>
                  </a:lnTo>
                  <a:lnTo>
                    <a:pt x="6573393" y="556705"/>
                  </a:lnTo>
                  <a:lnTo>
                    <a:pt x="6543611" y="555973"/>
                  </a:lnTo>
                  <a:lnTo>
                    <a:pt x="6528122" y="555625"/>
                  </a:lnTo>
                  <a:lnTo>
                    <a:pt x="6522853" y="555516"/>
                  </a:lnTo>
                  <a:lnTo>
                    <a:pt x="6522385" y="555507"/>
                  </a:lnTo>
                  <a:lnTo>
                    <a:pt x="5527445" y="555507"/>
                  </a:lnTo>
                  <a:lnTo>
                    <a:pt x="5526311" y="555496"/>
                  </a:lnTo>
                  <a:lnTo>
                    <a:pt x="5518828" y="555421"/>
                  </a:lnTo>
                  <a:lnTo>
                    <a:pt x="5499862" y="555212"/>
                  </a:lnTo>
                  <a:lnTo>
                    <a:pt x="5465703" y="554802"/>
                  </a:lnTo>
                  <a:lnTo>
                    <a:pt x="5414282" y="554123"/>
                  </a:lnTo>
                  <a:lnTo>
                    <a:pt x="5345323" y="553121"/>
                  </a:lnTo>
                  <a:lnTo>
                    <a:pt x="5260290" y="551752"/>
                  </a:lnTo>
                  <a:lnTo>
                    <a:pt x="5162063" y="549994"/>
                  </a:lnTo>
                  <a:lnTo>
                    <a:pt x="5054412" y="547835"/>
                  </a:lnTo>
                  <a:lnTo>
                    <a:pt x="4941406" y="545279"/>
                  </a:lnTo>
                  <a:lnTo>
                    <a:pt x="4826880" y="542333"/>
                  </a:lnTo>
                  <a:lnTo>
                    <a:pt x="4714065" y="539004"/>
                  </a:lnTo>
                  <a:lnTo>
                    <a:pt x="4605411" y="535295"/>
                  </a:lnTo>
                  <a:lnTo>
                    <a:pt x="4502560" y="531197"/>
                  </a:lnTo>
                  <a:lnTo>
                    <a:pt x="4406432" y="526693"/>
                  </a:lnTo>
                  <a:lnTo>
                    <a:pt x="4317357" y="521751"/>
                  </a:lnTo>
                  <a:lnTo>
                    <a:pt x="4235227" y="516327"/>
                  </a:lnTo>
                  <a:lnTo>
                    <a:pt x="4159628" y="510366"/>
                  </a:lnTo>
                  <a:lnTo>
                    <a:pt x="4089947" y="503803"/>
                  </a:lnTo>
                  <a:lnTo>
                    <a:pt x="4025461" y="496564"/>
                  </a:lnTo>
                  <a:lnTo>
                    <a:pt x="3965397" y="488573"/>
                  </a:lnTo>
                  <a:lnTo>
                    <a:pt x="3908981" y="479760"/>
                  </a:lnTo>
                  <a:lnTo>
                    <a:pt x="3855475" y="470069"/>
                  </a:lnTo>
                  <a:lnTo>
                    <a:pt x="3820202" y="462922"/>
                  </a:lnTo>
                  <a:lnTo>
                    <a:pt x="3760104" y="449320"/>
                  </a:lnTo>
                  <a:lnTo>
                    <a:pt x="3701851" y="434385"/>
                  </a:lnTo>
                  <a:lnTo>
                    <a:pt x="3644772" y="418097"/>
                  </a:lnTo>
                  <a:lnTo>
                    <a:pt x="3588372" y="400475"/>
                  </a:lnTo>
                  <a:lnTo>
                    <a:pt x="3532293" y="381587"/>
                  </a:lnTo>
                  <a:lnTo>
                    <a:pt x="3476300" y="361550"/>
                  </a:lnTo>
                  <a:lnTo>
                    <a:pt x="3420256" y="340530"/>
                  </a:lnTo>
                  <a:lnTo>
                    <a:pt x="3364103" y="318741"/>
                  </a:lnTo>
                  <a:lnTo>
                    <a:pt x="3307848" y="296432"/>
                  </a:lnTo>
                  <a:lnTo>
                    <a:pt x="3251539" y="273883"/>
                  </a:lnTo>
                  <a:lnTo>
                    <a:pt x="3195241" y="251384"/>
                  </a:lnTo>
                  <a:lnTo>
                    <a:pt x="3139017" y="229223"/>
                  </a:lnTo>
                  <a:lnTo>
                    <a:pt x="3082904" y="207671"/>
                  </a:lnTo>
                  <a:lnTo>
                    <a:pt x="3026887" y="186966"/>
                  </a:lnTo>
                  <a:lnTo>
                    <a:pt x="2970885" y="167307"/>
                  </a:lnTo>
                  <a:lnTo>
                    <a:pt x="2914728" y="148842"/>
                  </a:lnTo>
                  <a:lnTo>
                    <a:pt x="2858142" y="131673"/>
                  </a:lnTo>
                  <a:lnTo>
                    <a:pt x="2800724" y="115848"/>
                  </a:lnTo>
                  <a:lnTo>
                    <a:pt x="2741924" y="101375"/>
                  </a:lnTo>
                  <a:lnTo>
                    <a:pt x="2702183" y="92584"/>
                  </a:lnTo>
                  <a:lnTo>
                    <a:pt x="2650287" y="82280"/>
                  </a:lnTo>
                  <a:lnTo>
                    <a:pt x="2595937" y="72871"/>
                  </a:lnTo>
                  <a:lnTo>
                    <a:pt x="2538451" y="64324"/>
                  </a:lnTo>
                  <a:lnTo>
                    <a:pt x="2477075" y="56579"/>
                  </a:lnTo>
                  <a:lnTo>
                    <a:pt x="2411031" y="49561"/>
                  </a:lnTo>
                  <a:lnTo>
                    <a:pt x="2339556" y="43196"/>
                  </a:lnTo>
                  <a:lnTo>
                    <a:pt x="2261953" y="37411"/>
                  </a:lnTo>
                  <a:lnTo>
                    <a:pt x="2177663" y="32145"/>
                  </a:lnTo>
                  <a:lnTo>
                    <a:pt x="2086354" y="27345"/>
                  </a:lnTo>
                  <a:lnTo>
                    <a:pt x="1988042" y="22972"/>
                  </a:lnTo>
                  <a:lnTo>
                    <a:pt x="1883228" y="18999"/>
                  </a:lnTo>
                  <a:lnTo>
                    <a:pt x="1773046" y="15410"/>
                  </a:lnTo>
                  <a:lnTo>
                    <a:pt x="1659387" y="12202"/>
                  </a:lnTo>
                  <a:lnTo>
                    <a:pt x="1544957" y="9378"/>
                  </a:lnTo>
                  <a:lnTo>
                    <a:pt x="1433208" y="6946"/>
                  </a:lnTo>
                  <a:lnTo>
                    <a:pt x="1328096" y="4914"/>
                  </a:lnTo>
                  <a:lnTo>
                    <a:pt x="1233658" y="3280"/>
                  </a:lnTo>
                  <a:lnTo>
                    <a:pt x="1153448" y="2031"/>
                  </a:lnTo>
                  <a:lnTo>
                    <a:pt x="1089948" y="1136"/>
                  </a:lnTo>
                  <a:lnTo>
                    <a:pt x="1044093" y="549"/>
                  </a:lnTo>
                  <a:lnTo>
                    <a:pt x="1015038" y="209"/>
                  </a:lnTo>
                  <a:lnTo>
                    <a:pt x="1000170" y="51"/>
                  </a:lnTo>
                  <a:lnTo>
                    <a:pt x="995309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7" name="pg596"/>
            <p:cNvSpPr/>
            <p:nvPr/>
          </p:nvSpPr>
          <p:spPr>
            <a:xfrm>
              <a:off x="1199187" y="1818335"/>
              <a:ext cx="12049831" cy="2284916"/>
            </a:xfrm>
            <a:custGeom>
              <a:avLst/>
              <a:pathLst>
                <a:path w="12049831" h="2284916">
                  <a:moveTo>
                    <a:pt x="0" y="5240"/>
                  </a:moveTo>
                  <a:lnTo>
                    <a:pt x="994940" y="5240"/>
                  </a:lnTo>
                  <a:lnTo>
                    <a:pt x="996073" y="5252"/>
                  </a:lnTo>
                  <a:lnTo>
                    <a:pt x="1003555" y="5333"/>
                  </a:lnTo>
                  <a:lnTo>
                    <a:pt x="1022514" y="5557"/>
                  </a:lnTo>
                  <a:lnTo>
                    <a:pt x="1056662" y="5998"/>
                  </a:lnTo>
                  <a:lnTo>
                    <a:pt x="1108069" y="6728"/>
                  </a:lnTo>
                  <a:lnTo>
                    <a:pt x="1177009" y="7805"/>
                  </a:lnTo>
                  <a:lnTo>
                    <a:pt x="1262021" y="9276"/>
                  </a:lnTo>
                  <a:lnTo>
                    <a:pt x="1360227" y="11167"/>
                  </a:lnTo>
                  <a:lnTo>
                    <a:pt x="1467858" y="13488"/>
                  </a:lnTo>
                  <a:lnTo>
                    <a:pt x="1580847" y="16237"/>
                  </a:lnTo>
                  <a:lnTo>
                    <a:pt x="1695361" y="19404"/>
                  </a:lnTo>
                  <a:lnTo>
                    <a:pt x="1808167" y="22983"/>
                  </a:lnTo>
                  <a:lnTo>
                    <a:pt x="1916816" y="26972"/>
                  </a:lnTo>
                  <a:lnTo>
                    <a:pt x="2019664" y="31377"/>
                  </a:lnTo>
                  <a:lnTo>
                    <a:pt x="2115794" y="36220"/>
                  </a:lnTo>
                  <a:lnTo>
                    <a:pt x="2204871" y="41533"/>
                  </a:lnTo>
                  <a:lnTo>
                    <a:pt x="2287004" y="47365"/>
                  </a:lnTo>
                  <a:lnTo>
                    <a:pt x="2362607" y="53773"/>
                  </a:lnTo>
                  <a:lnTo>
                    <a:pt x="2432292" y="60830"/>
                  </a:lnTo>
                  <a:lnTo>
                    <a:pt x="2496781" y="68613"/>
                  </a:lnTo>
                  <a:lnTo>
                    <a:pt x="2556847" y="77204"/>
                  </a:lnTo>
                  <a:lnTo>
                    <a:pt x="2613266" y="86679"/>
                  </a:lnTo>
                  <a:lnTo>
                    <a:pt x="2666772" y="97097"/>
                  </a:lnTo>
                  <a:lnTo>
                    <a:pt x="2702183" y="104812"/>
                  </a:lnTo>
                  <a:lnTo>
                    <a:pt x="2762055" y="119382"/>
                  </a:lnTo>
                  <a:lnTo>
                    <a:pt x="2820093" y="135374"/>
                  </a:lnTo>
                  <a:lnTo>
                    <a:pt x="2876961" y="152811"/>
                  </a:lnTo>
                  <a:lnTo>
                    <a:pt x="2933152" y="171671"/>
                  </a:lnTo>
                  <a:lnTo>
                    <a:pt x="2989018" y="191884"/>
                  </a:lnTo>
                  <a:lnTo>
                    <a:pt x="3044796" y="213327"/>
                  </a:lnTo>
                  <a:lnTo>
                    <a:pt x="3100624" y="235823"/>
                  </a:lnTo>
                  <a:lnTo>
                    <a:pt x="3156558" y="259147"/>
                  </a:lnTo>
                  <a:lnTo>
                    <a:pt x="3212594" y="283033"/>
                  </a:lnTo>
                  <a:lnTo>
                    <a:pt x="3268687" y="307187"/>
                  </a:lnTo>
                  <a:lnTo>
                    <a:pt x="3324770" y="331300"/>
                  </a:lnTo>
                  <a:lnTo>
                    <a:pt x="3380782" y="355064"/>
                  </a:lnTo>
                  <a:lnTo>
                    <a:pt x="3436686" y="378192"/>
                  </a:lnTo>
                  <a:lnTo>
                    <a:pt x="3492492" y="400426"/>
                  </a:lnTo>
                  <a:lnTo>
                    <a:pt x="3548277" y="421555"/>
                  </a:lnTo>
                  <a:lnTo>
                    <a:pt x="3604202" y="441417"/>
                  </a:lnTo>
                  <a:lnTo>
                    <a:pt x="3660534" y="459902"/>
                  </a:lnTo>
                  <a:lnTo>
                    <a:pt x="3717660" y="476952"/>
                  </a:lnTo>
                  <a:lnTo>
                    <a:pt x="3776115" y="492560"/>
                  </a:lnTo>
                  <a:lnTo>
                    <a:pt x="3820202" y="503100"/>
                  </a:lnTo>
                  <a:lnTo>
                    <a:pt x="3872092" y="514181"/>
                  </a:lnTo>
                  <a:lnTo>
                    <a:pt x="3926435" y="524299"/>
                  </a:lnTo>
                  <a:lnTo>
                    <a:pt x="3983914" y="533490"/>
                  </a:lnTo>
                  <a:lnTo>
                    <a:pt x="4045281" y="541819"/>
                  </a:lnTo>
                  <a:lnTo>
                    <a:pt x="4111314" y="549366"/>
                  </a:lnTo>
                  <a:lnTo>
                    <a:pt x="4182778" y="556212"/>
                  </a:lnTo>
                  <a:lnTo>
                    <a:pt x="4260367" y="562433"/>
                  </a:lnTo>
                  <a:lnTo>
                    <a:pt x="4344641" y="568096"/>
                  </a:lnTo>
                  <a:lnTo>
                    <a:pt x="4435933" y="573258"/>
                  </a:lnTo>
                  <a:lnTo>
                    <a:pt x="4534226" y="577961"/>
                  </a:lnTo>
                  <a:lnTo>
                    <a:pt x="4639021" y="582234"/>
                  </a:lnTo>
                  <a:lnTo>
                    <a:pt x="4749185" y="586094"/>
                  </a:lnTo>
                  <a:lnTo>
                    <a:pt x="4862827" y="589544"/>
                  </a:lnTo>
                  <a:lnTo>
                    <a:pt x="4977245" y="592582"/>
                  </a:lnTo>
                  <a:lnTo>
                    <a:pt x="5088989" y="595197"/>
                  </a:lnTo>
                  <a:lnTo>
                    <a:pt x="5194104" y="597383"/>
                  </a:lnTo>
                  <a:lnTo>
                    <a:pt x="5288555" y="599141"/>
                  </a:lnTo>
                  <a:lnTo>
                    <a:pt x="5368788" y="600485"/>
                  </a:lnTo>
                  <a:lnTo>
                    <a:pt x="5432318" y="601448"/>
                  </a:lnTo>
                  <a:lnTo>
                    <a:pt x="5478206" y="602081"/>
                  </a:lnTo>
                  <a:lnTo>
                    <a:pt x="5507295" y="602446"/>
                  </a:lnTo>
                  <a:lnTo>
                    <a:pt x="5522192" y="602617"/>
                  </a:lnTo>
                  <a:lnTo>
                    <a:pt x="5527072" y="602669"/>
                  </a:lnTo>
                  <a:lnTo>
                    <a:pt x="5527445" y="602672"/>
                  </a:lnTo>
                  <a:lnTo>
                    <a:pt x="6522385" y="602672"/>
                  </a:lnTo>
                  <a:lnTo>
                    <a:pt x="6523500" y="602704"/>
                  </a:lnTo>
                  <a:lnTo>
                    <a:pt x="6530857" y="602928"/>
                  </a:lnTo>
                  <a:lnTo>
                    <a:pt x="6549510" y="603548"/>
                  </a:lnTo>
                  <a:lnTo>
                    <a:pt x="6583127" y="604769"/>
                  </a:lnTo>
                  <a:lnTo>
                    <a:pt x="6633778" y="606788"/>
                  </a:lnTo>
                  <a:lnTo>
                    <a:pt x="6701778" y="609772"/>
                  </a:lnTo>
                  <a:lnTo>
                    <a:pt x="6785743" y="613847"/>
                  </a:lnTo>
                  <a:lnTo>
                    <a:pt x="6882887" y="619089"/>
                  </a:lnTo>
                  <a:lnTo>
                    <a:pt x="6989530" y="625527"/>
                  </a:lnTo>
                  <a:lnTo>
                    <a:pt x="7101678" y="633156"/>
                  </a:lnTo>
                  <a:lnTo>
                    <a:pt x="7215537" y="641953"/>
                  </a:lnTo>
                  <a:lnTo>
                    <a:pt x="7327889" y="651896"/>
                  </a:lnTo>
                  <a:lnTo>
                    <a:pt x="7436273" y="662978"/>
                  </a:lnTo>
                  <a:lnTo>
                    <a:pt x="7539019" y="675218"/>
                  </a:lnTo>
                  <a:lnTo>
                    <a:pt x="7635172" y="688669"/>
                  </a:lnTo>
                  <a:lnTo>
                    <a:pt x="7724364" y="703422"/>
                  </a:lnTo>
                  <a:lnTo>
                    <a:pt x="7806667" y="719601"/>
                  </a:lnTo>
                  <a:lnTo>
                    <a:pt x="7882465" y="737370"/>
                  </a:lnTo>
                  <a:lnTo>
                    <a:pt x="7952343" y="756921"/>
                  </a:lnTo>
                  <a:lnTo>
                    <a:pt x="8017003" y="778468"/>
                  </a:lnTo>
                  <a:lnTo>
                    <a:pt x="8077203" y="802237"/>
                  </a:lnTo>
                  <a:lnTo>
                    <a:pt x="8133705" y="828445"/>
                  </a:lnTo>
                  <a:lnTo>
                    <a:pt x="8187239" y="857260"/>
                  </a:lnTo>
                  <a:lnTo>
                    <a:pt x="8229629" y="883046"/>
                  </a:lnTo>
                  <a:lnTo>
                    <a:pt x="8281584" y="918334"/>
                  </a:lnTo>
                  <a:lnTo>
                    <a:pt x="8332091" y="956610"/>
                  </a:lnTo>
                  <a:lnTo>
                    <a:pt x="8381603" y="997933"/>
                  </a:lnTo>
                  <a:lnTo>
                    <a:pt x="8430476" y="1042292"/>
                  </a:lnTo>
                  <a:lnTo>
                    <a:pt x="8478977" y="1089603"/>
                  </a:lnTo>
                  <a:lnTo>
                    <a:pt x="8527304" y="1139697"/>
                  </a:lnTo>
                  <a:lnTo>
                    <a:pt x="8575591" y="1192325"/>
                  </a:lnTo>
                  <a:lnTo>
                    <a:pt x="8623921" y="1247152"/>
                  </a:lnTo>
                  <a:lnTo>
                    <a:pt x="8672330" y="1303768"/>
                  </a:lnTo>
                  <a:lnTo>
                    <a:pt x="8720821" y="1361695"/>
                  </a:lnTo>
                  <a:lnTo>
                    <a:pt x="8769368" y="1420405"/>
                  </a:lnTo>
                  <a:lnTo>
                    <a:pt x="8817933" y="1479341"/>
                  </a:lnTo>
                  <a:lnTo>
                    <a:pt x="8866472" y="1537934"/>
                  </a:lnTo>
                  <a:lnTo>
                    <a:pt x="8914947" y="1595632"/>
                  </a:lnTo>
                  <a:lnTo>
                    <a:pt x="8963338" y="1651916"/>
                  </a:lnTo>
                  <a:lnTo>
                    <a:pt x="9011655" y="1706320"/>
                  </a:lnTo>
                  <a:lnTo>
                    <a:pt x="9059943" y="1758450"/>
                  </a:lnTo>
                  <a:lnTo>
                    <a:pt x="9108292" y="1807987"/>
                  </a:lnTo>
                  <a:lnTo>
                    <a:pt x="9156852" y="1854699"/>
                  </a:lnTo>
                  <a:lnTo>
                    <a:pt x="9205832" y="1898436"/>
                  </a:lnTo>
                  <a:lnTo>
                    <a:pt x="9255518" y="1939129"/>
                  </a:lnTo>
                  <a:lnTo>
                    <a:pt x="9306282" y="1976781"/>
                  </a:lnTo>
                  <a:lnTo>
                    <a:pt x="9347647" y="2004542"/>
                  </a:lnTo>
                  <a:lnTo>
                    <a:pt x="9399231" y="2035569"/>
                  </a:lnTo>
                  <a:lnTo>
                    <a:pt x="9453235" y="2063919"/>
                  </a:lnTo>
                  <a:lnTo>
                    <a:pt x="9510330" y="2089685"/>
                  </a:lnTo>
                  <a:lnTo>
                    <a:pt x="9571256" y="2113049"/>
                  </a:lnTo>
                  <a:lnTo>
                    <a:pt x="9636777" y="2134230"/>
                  </a:lnTo>
                  <a:lnTo>
                    <a:pt x="9707643" y="2153454"/>
                  </a:lnTo>
                  <a:lnTo>
                    <a:pt x="9784543" y="2170931"/>
                  </a:lnTo>
                  <a:lnTo>
                    <a:pt x="9868032" y="2186850"/>
                  </a:lnTo>
                  <a:lnTo>
                    <a:pt x="9958449" y="2201366"/>
                  </a:lnTo>
                  <a:lnTo>
                    <a:pt x="10055798" y="2214600"/>
                  </a:lnTo>
                  <a:lnTo>
                    <a:pt x="10159620" y="2226634"/>
                  </a:lnTo>
                  <a:lnTo>
                    <a:pt x="10268841" y="2237516"/>
                  </a:lnTo>
                  <a:lnTo>
                    <a:pt x="10381657" y="2247259"/>
                  </a:lnTo>
                  <a:lnTo>
                    <a:pt x="10495469" y="2255854"/>
                  </a:lnTo>
                  <a:lnTo>
                    <a:pt x="10606938" y="2263276"/>
                  </a:lnTo>
                  <a:lnTo>
                    <a:pt x="10712205" y="2269504"/>
                  </a:lnTo>
                  <a:lnTo>
                    <a:pt x="10807288" y="2274538"/>
                  </a:lnTo>
                  <a:lnTo>
                    <a:pt x="10888623" y="2278415"/>
                  </a:lnTo>
                  <a:lnTo>
                    <a:pt x="10953639" y="2281219"/>
                  </a:lnTo>
                  <a:lnTo>
                    <a:pt x="11001233" y="2283085"/>
                  </a:lnTo>
                  <a:lnTo>
                    <a:pt x="11032031" y="2284187"/>
                  </a:lnTo>
                  <a:lnTo>
                    <a:pt x="11048398" y="2284722"/>
                  </a:lnTo>
                  <a:lnTo>
                    <a:pt x="11054260" y="2284898"/>
                  </a:lnTo>
                  <a:lnTo>
                    <a:pt x="11054891" y="2284916"/>
                  </a:lnTo>
                  <a:lnTo>
                    <a:pt x="12049831" y="2284916"/>
                  </a:lnTo>
                  <a:lnTo>
                    <a:pt x="12049831" y="2279675"/>
                  </a:lnTo>
                  <a:lnTo>
                    <a:pt x="11054891" y="2279675"/>
                  </a:lnTo>
                  <a:lnTo>
                    <a:pt x="11053777" y="2279644"/>
                  </a:lnTo>
                  <a:lnTo>
                    <a:pt x="11046420" y="2279420"/>
                  </a:lnTo>
                  <a:lnTo>
                    <a:pt x="11027767" y="2278800"/>
                  </a:lnTo>
                  <a:lnTo>
                    <a:pt x="10994150" y="2277578"/>
                  </a:lnTo>
                  <a:lnTo>
                    <a:pt x="10943499" y="2275560"/>
                  </a:lnTo>
                  <a:lnTo>
                    <a:pt x="10875498" y="2272575"/>
                  </a:lnTo>
                  <a:lnTo>
                    <a:pt x="10791534" y="2268500"/>
                  </a:lnTo>
                  <a:lnTo>
                    <a:pt x="10694390" y="2263259"/>
                  </a:lnTo>
                  <a:lnTo>
                    <a:pt x="10587746" y="2256821"/>
                  </a:lnTo>
                  <a:lnTo>
                    <a:pt x="10475599" y="2249192"/>
                  </a:lnTo>
                  <a:lnTo>
                    <a:pt x="10361739" y="2240394"/>
                  </a:lnTo>
                  <a:lnTo>
                    <a:pt x="10249387" y="2230451"/>
                  </a:lnTo>
                  <a:lnTo>
                    <a:pt x="10141004" y="2219370"/>
                  </a:lnTo>
                  <a:lnTo>
                    <a:pt x="10038258" y="2207130"/>
                  </a:lnTo>
                  <a:lnTo>
                    <a:pt x="9942104" y="2193678"/>
                  </a:lnTo>
                  <a:lnTo>
                    <a:pt x="9852912" y="2178926"/>
                  </a:lnTo>
                  <a:lnTo>
                    <a:pt x="9770609" y="2162746"/>
                  </a:lnTo>
                  <a:lnTo>
                    <a:pt x="9694811" y="2144978"/>
                  </a:lnTo>
                  <a:lnTo>
                    <a:pt x="9624934" y="2125427"/>
                  </a:lnTo>
                  <a:lnTo>
                    <a:pt x="9560273" y="2103880"/>
                  </a:lnTo>
                  <a:lnTo>
                    <a:pt x="9500074" y="2080110"/>
                  </a:lnTo>
                  <a:lnTo>
                    <a:pt x="9443572" y="2053903"/>
                  </a:lnTo>
                  <a:lnTo>
                    <a:pt x="9390038" y="2025088"/>
                  </a:lnTo>
                  <a:lnTo>
                    <a:pt x="9347647" y="1999301"/>
                  </a:lnTo>
                  <a:lnTo>
                    <a:pt x="9295692" y="1964014"/>
                  </a:lnTo>
                  <a:lnTo>
                    <a:pt x="9245186" y="1925738"/>
                  </a:lnTo>
                  <a:lnTo>
                    <a:pt x="9195673" y="1884415"/>
                  </a:lnTo>
                  <a:lnTo>
                    <a:pt x="9146801" y="1840055"/>
                  </a:lnTo>
                  <a:lnTo>
                    <a:pt x="9098300" y="1792745"/>
                  </a:lnTo>
                  <a:lnTo>
                    <a:pt x="9049973" y="1742651"/>
                  </a:lnTo>
                  <a:lnTo>
                    <a:pt x="9001685" y="1690023"/>
                  </a:lnTo>
                  <a:lnTo>
                    <a:pt x="8953355" y="1635196"/>
                  </a:lnTo>
                  <a:lnTo>
                    <a:pt x="8904946" y="1578580"/>
                  </a:lnTo>
                  <a:lnTo>
                    <a:pt x="8856456" y="1520653"/>
                  </a:lnTo>
                  <a:lnTo>
                    <a:pt x="8807908" y="1461943"/>
                  </a:lnTo>
                  <a:lnTo>
                    <a:pt x="8759343" y="1403007"/>
                  </a:lnTo>
                  <a:lnTo>
                    <a:pt x="8710805" y="1344413"/>
                  </a:lnTo>
                  <a:lnTo>
                    <a:pt x="8662330" y="1286715"/>
                  </a:lnTo>
                  <a:lnTo>
                    <a:pt x="8613938" y="1230432"/>
                  </a:lnTo>
                  <a:lnTo>
                    <a:pt x="8565621" y="1176027"/>
                  </a:lnTo>
                  <a:lnTo>
                    <a:pt x="8517334" y="1123898"/>
                  </a:lnTo>
                  <a:lnTo>
                    <a:pt x="8468984" y="1074360"/>
                  </a:lnTo>
                  <a:lnTo>
                    <a:pt x="8420425" y="1027648"/>
                  </a:lnTo>
                  <a:lnTo>
                    <a:pt x="8371445" y="983912"/>
                  </a:lnTo>
                  <a:lnTo>
                    <a:pt x="8321759" y="943219"/>
                  </a:lnTo>
                  <a:lnTo>
                    <a:pt x="8270994" y="905566"/>
                  </a:lnTo>
                  <a:lnTo>
                    <a:pt x="8229629" y="877806"/>
                  </a:lnTo>
                  <a:lnTo>
                    <a:pt x="8178045" y="846778"/>
                  </a:lnTo>
                  <a:lnTo>
                    <a:pt x="8124042" y="818429"/>
                  </a:lnTo>
                  <a:lnTo>
                    <a:pt x="8066946" y="792663"/>
                  </a:lnTo>
                  <a:lnTo>
                    <a:pt x="8006021" y="769298"/>
                  </a:lnTo>
                  <a:lnTo>
                    <a:pt x="7940500" y="748117"/>
                  </a:lnTo>
                  <a:lnTo>
                    <a:pt x="7869633" y="728894"/>
                  </a:lnTo>
                  <a:lnTo>
                    <a:pt x="7792734" y="711417"/>
                  </a:lnTo>
                  <a:lnTo>
                    <a:pt x="7709245" y="695498"/>
                  </a:lnTo>
                  <a:lnTo>
                    <a:pt x="7618828" y="680981"/>
                  </a:lnTo>
                  <a:lnTo>
                    <a:pt x="7521478" y="667748"/>
                  </a:lnTo>
                  <a:lnTo>
                    <a:pt x="7417657" y="655714"/>
                  </a:lnTo>
                  <a:lnTo>
                    <a:pt x="7308435" y="644832"/>
                  </a:lnTo>
                  <a:lnTo>
                    <a:pt x="7195619" y="635088"/>
                  </a:lnTo>
                  <a:lnTo>
                    <a:pt x="7081807" y="626494"/>
                  </a:lnTo>
                  <a:lnTo>
                    <a:pt x="6970339" y="619072"/>
                  </a:lnTo>
                  <a:lnTo>
                    <a:pt x="6865072" y="612844"/>
                  </a:lnTo>
                  <a:lnTo>
                    <a:pt x="6769989" y="607810"/>
                  </a:lnTo>
                  <a:lnTo>
                    <a:pt x="6688653" y="603933"/>
                  </a:lnTo>
                  <a:lnTo>
                    <a:pt x="6623637" y="601128"/>
                  </a:lnTo>
                  <a:lnTo>
                    <a:pt x="6576044" y="599262"/>
                  </a:lnTo>
                  <a:lnTo>
                    <a:pt x="6545245" y="598161"/>
                  </a:lnTo>
                  <a:lnTo>
                    <a:pt x="6528878" y="597626"/>
                  </a:lnTo>
                  <a:lnTo>
                    <a:pt x="6523016" y="597449"/>
                  </a:lnTo>
                  <a:lnTo>
                    <a:pt x="6522385" y="597432"/>
                  </a:lnTo>
                  <a:lnTo>
                    <a:pt x="5527445" y="597432"/>
                  </a:lnTo>
                  <a:lnTo>
                    <a:pt x="5526312" y="597420"/>
                  </a:lnTo>
                  <a:lnTo>
                    <a:pt x="5518830" y="597339"/>
                  </a:lnTo>
                  <a:lnTo>
                    <a:pt x="5499871" y="597115"/>
                  </a:lnTo>
                  <a:lnTo>
                    <a:pt x="5465723" y="596674"/>
                  </a:lnTo>
                  <a:lnTo>
                    <a:pt x="5414316" y="595944"/>
                  </a:lnTo>
                  <a:lnTo>
                    <a:pt x="5345376" y="594867"/>
                  </a:lnTo>
                  <a:lnTo>
                    <a:pt x="5260364" y="593395"/>
                  </a:lnTo>
                  <a:lnTo>
                    <a:pt x="5162158" y="591505"/>
                  </a:lnTo>
                  <a:lnTo>
                    <a:pt x="5054527" y="589184"/>
                  </a:lnTo>
                  <a:lnTo>
                    <a:pt x="4941538" y="586435"/>
                  </a:lnTo>
                  <a:lnTo>
                    <a:pt x="4827024" y="583268"/>
                  </a:lnTo>
                  <a:lnTo>
                    <a:pt x="4714218" y="579689"/>
                  </a:lnTo>
                  <a:lnTo>
                    <a:pt x="4605569" y="575700"/>
                  </a:lnTo>
                  <a:lnTo>
                    <a:pt x="4502721" y="571295"/>
                  </a:lnTo>
                  <a:lnTo>
                    <a:pt x="4406591" y="566452"/>
                  </a:lnTo>
                  <a:lnTo>
                    <a:pt x="4317514" y="561139"/>
                  </a:lnTo>
                  <a:lnTo>
                    <a:pt x="4235381" y="555307"/>
                  </a:lnTo>
                  <a:lnTo>
                    <a:pt x="4159778" y="548899"/>
                  </a:lnTo>
                  <a:lnTo>
                    <a:pt x="4090093" y="541842"/>
                  </a:lnTo>
                  <a:lnTo>
                    <a:pt x="4025604" y="534059"/>
                  </a:lnTo>
                  <a:lnTo>
                    <a:pt x="3965538" y="525468"/>
                  </a:lnTo>
                  <a:lnTo>
                    <a:pt x="3909119" y="515993"/>
                  </a:lnTo>
                  <a:lnTo>
                    <a:pt x="3855613" y="505575"/>
                  </a:lnTo>
                  <a:lnTo>
                    <a:pt x="3820202" y="497860"/>
                  </a:lnTo>
                  <a:lnTo>
                    <a:pt x="3760330" y="483290"/>
                  </a:lnTo>
                  <a:lnTo>
                    <a:pt x="3702292" y="467298"/>
                  </a:lnTo>
                  <a:lnTo>
                    <a:pt x="3645424" y="449861"/>
                  </a:lnTo>
                  <a:lnTo>
                    <a:pt x="3589233" y="431001"/>
                  </a:lnTo>
                  <a:lnTo>
                    <a:pt x="3533367" y="410788"/>
                  </a:lnTo>
                  <a:lnTo>
                    <a:pt x="3477589" y="389345"/>
                  </a:lnTo>
                  <a:lnTo>
                    <a:pt x="3421761" y="366849"/>
                  </a:lnTo>
                  <a:lnTo>
                    <a:pt x="3365827" y="343525"/>
                  </a:lnTo>
                  <a:lnTo>
                    <a:pt x="3309791" y="319639"/>
                  </a:lnTo>
                  <a:lnTo>
                    <a:pt x="3253698" y="295485"/>
                  </a:lnTo>
                  <a:lnTo>
                    <a:pt x="3197615" y="271372"/>
                  </a:lnTo>
                  <a:lnTo>
                    <a:pt x="3141602" y="247608"/>
                  </a:lnTo>
                  <a:lnTo>
                    <a:pt x="3085699" y="224480"/>
                  </a:lnTo>
                  <a:lnTo>
                    <a:pt x="3029893" y="202246"/>
                  </a:lnTo>
                  <a:lnTo>
                    <a:pt x="2974108" y="181117"/>
                  </a:lnTo>
                  <a:lnTo>
                    <a:pt x="2918183" y="161255"/>
                  </a:lnTo>
                  <a:lnTo>
                    <a:pt x="2861851" y="142770"/>
                  </a:lnTo>
                  <a:lnTo>
                    <a:pt x="2804725" y="125720"/>
                  </a:lnTo>
                  <a:lnTo>
                    <a:pt x="2746270" y="110112"/>
                  </a:lnTo>
                  <a:lnTo>
                    <a:pt x="2702183" y="99572"/>
                  </a:lnTo>
                  <a:lnTo>
                    <a:pt x="2650293" y="88491"/>
                  </a:lnTo>
                  <a:lnTo>
                    <a:pt x="2595950" y="78373"/>
                  </a:lnTo>
                  <a:lnTo>
                    <a:pt x="2538471" y="69182"/>
                  </a:lnTo>
                  <a:lnTo>
                    <a:pt x="2477104" y="60853"/>
                  </a:lnTo>
                  <a:lnTo>
                    <a:pt x="2411071" y="53306"/>
                  </a:lnTo>
                  <a:lnTo>
                    <a:pt x="2339607" y="46460"/>
                  </a:lnTo>
                  <a:lnTo>
                    <a:pt x="2262018" y="40239"/>
                  </a:lnTo>
                  <a:lnTo>
                    <a:pt x="2177744" y="34576"/>
                  </a:lnTo>
                  <a:lnTo>
                    <a:pt x="2086452" y="29414"/>
                  </a:lnTo>
                  <a:lnTo>
                    <a:pt x="1988159" y="24711"/>
                  </a:lnTo>
                  <a:lnTo>
                    <a:pt x="1883364" y="20438"/>
                  </a:lnTo>
                  <a:lnTo>
                    <a:pt x="1773200" y="16578"/>
                  </a:lnTo>
                  <a:lnTo>
                    <a:pt x="1659558" y="13128"/>
                  </a:lnTo>
                  <a:lnTo>
                    <a:pt x="1545140" y="10090"/>
                  </a:lnTo>
                  <a:lnTo>
                    <a:pt x="1433396" y="7475"/>
                  </a:lnTo>
                  <a:lnTo>
                    <a:pt x="1328281" y="5289"/>
                  </a:lnTo>
                  <a:lnTo>
                    <a:pt x="1233830" y="3531"/>
                  </a:lnTo>
                  <a:lnTo>
                    <a:pt x="1153597" y="2187"/>
                  </a:lnTo>
                  <a:lnTo>
                    <a:pt x="1090067" y="1224"/>
                  </a:lnTo>
                  <a:lnTo>
                    <a:pt x="1044179" y="591"/>
                  </a:lnTo>
                  <a:lnTo>
                    <a:pt x="1015090" y="226"/>
                  </a:lnTo>
                  <a:lnTo>
                    <a:pt x="1000193" y="55"/>
                  </a:lnTo>
                  <a:lnTo>
                    <a:pt x="995313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598" name="pl597"/>
            <p:cNvSpPr/>
            <p:nvPr/>
          </p:nvSpPr>
          <p:spPr>
            <a:xfrm>
              <a:off x="1199187" y="1823576"/>
              <a:ext cx="12049831" cy="2279675"/>
            </a:xfrm>
            <a:custGeom>
              <a:avLst/>
              <a:pathLst>
                <a:path w="12049831" h="2279675">
                  <a:moveTo>
                    <a:pt x="0" y="0"/>
                  </a:moveTo>
                  <a:lnTo>
                    <a:pt x="994940" y="0"/>
                  </a:lnTo>
                  <a:lnTo>
                    <a:pt x="996073" y="11"/>
                  </a:lnTo>
                  <a:lnTo>
                    <a:pt x="1003555" y="92"/>
                  </a:lnTo>
                  <a:lnTo>
                    <a:pt x="1022514" y="316"/>
                  </a:lnTo>
                  <a:lnTo>
                    <a:pt x="1056662" y="757"/>
                  </a:lnTo>
                  <a:lnTo>
                    <a:pt x="1108069" y="1487"/>
                  </a:lnTo>
                  <a:lnTo>
                    <a:pt x="1177009" y="2565"/>
                  </a:lnTo>
                  <a:lnTo>
                    <a:pt x="1262021" y="4036"/>
                  </a:lnTo>
                  <a:lnTo>
                    <a:pt x="1360227" y="5927"/>
                  </a:lnTo>
                  <a:lnTo>
                    <a:pt x="1467858" y="8248"/>
                  </a:lnTo>
                  <a:lnTo>
                    <a:pt x="1580847" y="10996"/>
                  </a:lnTo>
                  <a:lnTo>
                    <a:pt x="1695361" y="14164"/>
                  </a:lnTo>
                  <a:lnTo>
                    <a:pt x="1808167" y="17743"/>
                  </a:lnTo>
                  <a:lnTo>
                    <a:pt x="1916816" y="21731"/>
                  </a:lnTo>
                  <a:lnTo>
                    <a:pt x="2019664" y="26136"/>
                  </a:lnTo>
                  <a:lnTo>
                    <a:pt x="2115794" y="30979"/>
                  </a:lnTo>
                  <a:lnTo>
                    <a:pt x="2204871" y="36293"/>
                  </a:lnTo>
                  <a:lnTo>
                    <a:pt x="2287004" y="42124"/>
                  </a:lnTo>
                  <a:lnTo>
                    <a:pt x="2362607" y="48533"/>
                  </a:lnTo>
                  <a:lnTo>
                    <a:pt x="2432292" y="55589"/>
                  </a:lnTo>
                  <a:lnTo>
                    <a:pt x="2496781" y="63372"/>
                  </a:lnTo>
                  <a:lnTo>
                    <a:pt x="2556847" y="71963"/>
                  </a:lnTo>
                  <a:lnTo>
                    <a:pt x="2613266" y="81438"/>
                  </a:lnTo>
                  <a:lnTo>
                    <a:pt x="2666772" y="91856"/>
                  </a:lnTo>
                  <a:lnTo>
                    <a:pt x="2702183" y="99572"/>
                  </a:lnTo>
                  <a:lnTo>
                    <a:pt x="2762055" y="114142"/>
                  </a:lnTo>
                  <a:lnTo>
                    <a:pt x="2820093" y="130133"/>
                  </a:lnTo>
                  <a:lnTo>
                    <a:pt x="2876961" y="147570"/>
                  </a:lnTo>
                  <a:lnTo>
                    <a:pt x="2933152" y="166430"/>
                  </a:lnTo>
                  <a:lnTo>
                    <a:pt x="2989018" y="186643"/>
                  </a:lnTo>
                  <a:lnTo>
                    <a:pt x="3044796" y="208086"/>
                  </a:lnTo>
                  <a:lnTo>
                    <a:pt x="3100624" y="230582"/>
                  </a:lnTo>
                  <a:lnTo>
                    <a:pt x="3156558" y="253906"/>
                  </a:lnTo>
                  <a:lnTo>
                    <a:pt x="3212594" y="277793"/>
                  </a:lnTo>
                  <a:lnTo>
                    <a:pt x="3268687" y="301947"/>
                  </a:lnTo>
                  <a:lnTo>
                    <a:pt x="3324770" y="326059"/>
                  </a:lnTo>
                  <a:lnTo>
                    <a:pt x="3380782" y="349823"/>
                  </a:lnTo>
                  <a:lnTo>
                    <a:pt x="3436686" y="372951"/>
                  </a:lnTo>
                  <a:lnTo>
                    <a:pt x="3492492" y="395186"/>
                  </a:lnTo>
                  <a:lnTo>
                    <a:pt x="3548277" y="416315"/>
                  </a:lnTo>
                  <a:lnTo>
                    <a:pt x="3604202" y="436176"/>
                  </a:lnTo>
                  <a:lnTo>
                    <a:pt x="3660534" y="454661"/>
                  </a:lnTo>
                  <a:lnTo>
                    <a:pt x="3717660" y="471712"/>
                  </a:lnTo>
                  <a:lnTo>
                    <a:pt x="3776115" y="487320"/>
                  </a:lnTo>
                  <a:lnTo>
                    <a:pt x="3820202" y="497860"/>
                  </a:lnTo>
                  <a:lnTo>
                    <a:pt x="3872092" y="508940"/>
                  </a:lnTo>
                  <a:lnTo>
                    <a:pt x="3926435" y="519059"/>
                  </a:lnTo>
                  <a:lnTo>
                    <a:pt x="3983914" y="528249"/>
                  </a:lnTo>
                  <a:lnTo>
                    <a:pt x="4045281" y="536579"/>
                  </a:lnTo>
                  <a:lnTo>
                    <a:pt x="4111314" y="544125"/>
                  </a:lnTo>
                  <a:lnTo>
                    <a:pt x="4182778" y="550971"/>
                  </a:lnTo>
                  <a:lnTo>
                    <a:pt x="4260367" y="557192"/>
                  </a:lnTo>
                  <a:lnTo>
                    <a:pt x="4344641" y="562855"/>
                  </a:lnTo>
                  <a:lnTo>
                    <a:pt x="4435933" y="568017"/>
                  </a:lnTo>
                  <a:lnTo>
                    <a:pt x="4534226" y="572720"/>
                  </a:lnTo>
                  <a:lnTo>
                    <a:pt x="4639021" y="576993"/>
                  </a:lnTo>
                  <a:lnTo>
                    <a:pt x="4749185" y="580853"/>
                  </a:lnTo>
                  <a:lnTo>
                    <a:pt x="4862827" y="584304"/>
                  </a:lnTo>
                  <a:lnTo>
                    <a:pt x="4977245" y="587341"/>
                  </a:lnTo>
                  <a:lnTo>
                    <a:pt x="5088989" y="589957"/>
                  </a:lnTo>
                  <a:lnTo>
                    <a:pt x="5194104" y="592143"/>
                  </a:lnTo>
                  <a:lnTo>
                    <a:pt x="5288555" y="593900"/>
                  </a:lnTo>
                  <a:lnTo>
                    <a:pt x="5368788" y="595244"/>
                  </a:lnTo>
                  <a:lnTo>
                    <a:pt x="5432318" y="596208"/>
                  </a:lnTo>
                  <a:lnTo>
                    <a:pt x="5478206" y="596840"/>
                  </a:lnTo>
                  <a:lnTo>
                    <a:pt x="5507295" y="597205"/>
                  </a:lnTo>
                  <a:lnTo>
                    <a:pt x="5522192" y="597377"/>
                  </a:lnTo>
                  <a:lnTo>
                    <a:pt x="5527072" y="597428"/>
                  </a:lnTo>
                  <a:lnTo>
                    <a:pt x="5527445" y="597432"/>
                  </a:lnTo>
                  <a:lnTo>
                    <a:pt x="6522385" y="597432"/>
                  </a:lnTo>
                  <a:lnTo>
                    <a:pt x="6523500" y="597463"/>
                  </a:lnTo>
                  <a:lnTo>
                    <a:pt x="6530857" y="597688"/>
                  </a:lnTo>
                  <a:lnTo>
                    <a:pt x="6549510" y="598307"/>
                  </a:lnTo>
                  <a:lnTo>
                    <a:pt x="6583127" y="599529"/>
                  </a:lnTo>
                  <a:lnTo>
                    <a:pt x="6633778" y="601547"/>
                  </a:lnTo>
                  <a:lnTo>
                    <a:pt x="6701778" y="604532"/>
                  </a:lnTo>
                  <a:lnTo>
                    <a:pt x="6785743" y="608607"/>
                  </a:lnTo>
                  <a:lnTo>
                    <a:pt x="6882887" y="613848"/>
                  </a:lnTo>
                  <a:lnTo>
                    <a:pt x="6989530" y="620286"/>
                  </a:lnTo>
                  <a:lnTo>
                    <a:pt x="7101678" y="627915"/>
                  </a:lnTo>
                  <a:lnTo>
                    <a:pt x="7215537" y="636713"/>
                  </a:lnTo>
                  <a:lnTo>
                    <a:pt x="7327889" y="646656"/>
                  </a:lnTo>
                  <a:lnTo>
                    <a:pt x="7436273" y="657737"/>
                  </a:lnTo>
                  <a:lnTo>
                    <a:pt x="7539019" y="669977"/>
                  </a:lnTo>
                  <a:lnTo>
                    <a:pt x="7635172" y="683429"/>
                  </a:lnTo>
                  <a:lnTo>
                    <a:pt x="7724364" y="698181"/>
                  </a:lnTo>
                  <a:lnTo>
                    <a:pt x="7806667" y="714361"/>
                  </a:lnTo>
                  <a:lnTo>
                    <a:pt x="7882465" y="732130"/>
                  </a:lnTo>
                  <a:lnTo>
                    <a:pt x="7952343" y="751680"/>
                  </a:lnTo>
                  <a:lnTo>
                    <a:pt x="8017003" y="773227"/>
                  </a:lnTo>
                  <a:lnTo>
                    <a:pt x="8077203" y="796997"/>
                  </a:lnTo>
                  <a:lnTo>
                    <a:pt x="8133705" y="823204"/>
                  </a:lnTo>
                  <a:lnTo>
                    <a:pt x="8187239" y="852019"/>
                  </a:lnTo>
                  <a:lnTo>
                    <a:pt x="8229629" y="877806"/>
                  </a:lnTo>
                  <a:lnTo>
                    <a:pt x="8281584" y="913093"/>
                  </a:lnTo>
                  <a:lnTo>
                    <a:pt x="8332091" y="951369"/>
                  </a:lnTo>
                  <a:lnTo>
                    <a:pt x="8381603" y="992692"/>
                  </a:lnTo>
                  <a:lnTo>
                    <a:pt x="8430476" y="1037052"/>
                  </a:lnTo>
                  <a:lnTo>
                    <a:pt x="8478977" y="1084362"/>
                  </a:lnTo>
                  <a:lnTo>
                    <a:pt x="8527304" y="1134456"/>
                  </a:lnTo>
                  <a:lnTo>
                    <a:pt x="8575591" y="1187084"/>
                  </a:lnTo>
                  <a:lnTo>
                    <a:pt x="8623921" y="1241912"/>
                  </a:lnTo>
                  <a:lnTo>
                    <a:pt x="8672330" y="1298527"/>
                  </a:lnTo>
                  <a:lnTo>
                    <a:pt x="8720821" y="1356454"/>
                  </a:lnTo>
                  <a:lnTo>
                    <a:pt x="8769368" y="1415164"/>
                  </a:lnTo>
                  <a:lnTo>
                    <a:pt x="8817933" y="1474100"/>
                  </a:lnTo>
                  <a:lnTo>
                    <a:pt x="8866472" y="1532694"/>
                  </a:lnTo>
                  <a:lnTo>
                    <a:pt x="8914947" y="1590392"/>
                  </a:lnTo>
                  <a:lnTo>
                    <a:pt x="8963338" y="1646675"/>
                  </a:lnTo>
                  <a:lnTo>
                    <a:pt x="9011655" y="1701080"/>
                  </a:lnTo>
                  <a:lnTo>
                    <a:pt x="9059943" y="1753209"/>
                  </a:lnTo>
                  <a:lnTo>
                    <a:pt x="9108292" y="1802747"/>
                  </a:lnTo>
                  <a:lnTo>
                    <a:pt x="9156852" y="1849459"/>
                  </a:lnTo>
                  <a:lnTo>
                    <a:pt x="9205832" y="1893196"/>
                  </a:lnTo>
                  <a:lnTo>
                    <a:pt x="9255518" y="1933888"/>
                  </a:lnTo>
                  <a:lnTo>
                    <a:pt x="9306282" y="1971541"/>
                  </a:lnTo>
                  <a:lnTo>
                    <a:pt x="9347647" y="1999301"/>
                  </a:lnTo>
                  <a:lnTo>
                    <a:pt x="9399231" y="2030329"/>
                  </a:lnTo>
                  <a:lnTo>
                    <a:pt x="9453235" y="2058678"/>
                  </a:lnTo>
                  <a:lnTo>
                    <a:pt x="9510330" y="2084445"/>
                  </a:lnTo>
                  <a:lnTo>
                    <a:pt x="9571256" y="2107809"/>
                  </a:lnTo>
                  <a:lnTo>
                    <a:pt x="9636777" y="2128990"/>
                  </a:lnTo>
                  <a:lnTo>
                    <a:pt x="9707643" y="2148213"/>
                  </a:lnTo>
                  <a:lnTo>
                    <a:pt x="9784543" y="2165690"/>
                  </a:lnTo>
                  <a:lnTo>
                    <a:pt x="9868032" y="2181609"/>
                  </a:lnTo>
                  <a:lnTo>
                    <a:pt x="9958449" y="2196126"/>
                  </a:lnTo>
                  <a:lnTo>
                    <a:pt x="10055798" y="2209359"/>
                  </a:lnTo>
                  <a:lnTo>
                    <a:pt x="10159620" y="2221394"/>
                  </a:lnTo>
                  <a:lnTo>
                    <a:pt x="10268841" y="2232275"/>
                  </a:lnTo>
                  <a:lnTo>
                    <a:pt x="10381657" y="2242019"/>
                  </a:lnTo>
                  <a:lnTo>
                    <a:pt x="10495469" y="2250613"/>
                  </a:lnTo>
                  <a:lnTo>
                    <a:pt x="10606938" y="2258035"/>
                  </a:lnTo>
                  <a:lnTo>
                    <a:pt x="10712205" y="2264263"/>
                  </a:lnTo>
                  <a:lnTo>
                    <a:pt x="10807288" y="2269297"/>
                  </a:lnTo>
                  <a:lnTo>
                    <a:pt x="10888623" y="2273174"/>
                  </a:lnTo>
                  <a:lnTo>
                    <a:pt x="10953639" y="2275979"/>
                  </a:lnTo>
                  <a:lnTo>
                    <a:pt x="11001233" y="2277845"/>
                  </a:lnTo>
                  <a:lnTo>
                    <a:pt x="11032031" y="2278946"/>
                  </a:lnTo>
                  <a:lnTo>
                    <a:pt x="11048398" y="2279482"/>
                  </a:lnTo>
                  <a:lnTo>
                    <a:pt x="11054260" y="2279658"/>
                  </a:lnTo>
                  <a:lnTo>
                    <a:pt x="11054891" y="2279675"/>
                  </a:lnTo>
                  <a:lnTo>
                    <a:pt x="12049831" y="2279675"/>
                  </a:lnTo>
                  <a:lnTo>
                    <a:pt x="12049831" y="22796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9" name="pl598"/>
            <p:cNvSpPr/>
            <p:nvPr/>
          </p:nvSpPr>
          <p:spPr>
            <a:xfrm>
              <a:off x="1199187" y="1818335"/>
              <a:ext cx="12049831" cy="2279675"/>
            </a:xfrm>
            <a:custGeom>
              <a:avLst/>
              <a:pathLst>
                <a:path w="12049831" h="2279675">
                  <a:moveTo>
                    <a:pt x="12049831" y="2279675"/>
                  </a:moveTo>
                  <a:lnTo>
                    <a:pt x="11054891" y="2279675"/>
                  </a:lnTo>
                  <a:lnTo>
                    <a:pt x="11053777" y="2279644"/>
                  </a:lnTo>
                  <a:lnTo>
                    <a:pt x="11046420" y="2279420"/>
                  </a:lnTo>
                  <a:lnTo>
                    <a:pt x="11027767" y="2278800"/>
                  </a:lnTo>
                  <a:lnTo>
                    <a:pt x="10994150" y="2277578"/>
                  </a:lnTo>
                  <a:lnTo>
                    <a:pt x="10943499" y="2275560"/>
                  </a:lnTo>
                  <a:lnTo>
                    <a:pt x="10875498" y="2272575"/>
                  </a:lnTo>
                  <a:lnTo>
                    <a:pt x="10791534" y="2268500"/>
                  </a:lnTo>
                  <a:lnTo>
                    <a:pt x="10694390" y="2263259"/>
                  </a:lnTo>
                  <a:lnTo>
                    <a:pt x="10587746" y="2256821"/>
                  </a:lnTo>
                  <a:lnTo>
                    <a:pt x="10475599" y="2249192"/>
                  </a:lnTo>
                  <a:lnTo>
                    <a:pt x="10361739" y="2240394"/>
                  </a:lnTo>
                  <a:lnTo>
                    <a:pt x="10249387" y="2230451"/>
                  </a:lnTo>
                  <a:lnTo>
                    <a:pt x="10141004" y="2219370"/>
                  </a:lnTo>
                  <a:lnTo>
                    <a:pt x="10038258" y="2207130"/>
                  </a:lnTo>
                  <a:lnTo>
                    <a:pt x="9942104" y="2193678"/>
                  </a:lnTo>
                  <a:lnTo>
                    <a:pt x="9852912" y="2178926"/>
                  </a:lnTo>
                  <a:lnTo>
                    <a:pt x="9770609" y="2162746"/>
                  </a:lnTo>
                  <a:lnTo>
                    <a:pt x="9694811" y="2144978"/>
                  </a:lnTo>
                  <a:lnTo>
                    <a:pt x="9624934" y="2125427"/>
                  </a:lnTo>
                  <a:lnTo>
                    <a:pt x="9560273" y="2103880"/>
                  </a:lnTo>
                  <a:lnTo>
                    <a:pt x="9500074" y="2080110"/>
                  </a:lnTo>
                  <a:lnTo>
                    <a:pt x="9443572" y="2053903"/>
                  </a:lnTo>
                  <a:lnTo>
                    <a:pt x="9390038" y="2025088"/>
                  </a:lnTo>
                  <a:lnTo>
                    <a:pt x="9347647" y="1999301"/>
                  </a:lnTo>
                  <a:lnTo>
                    <a:pt x="9295692" y="1964014"/>
                  </a:lnTo>
                  <a:lnTo>
                    <a:pt x="9245186" y="1925738"/>
                  </a:lnTo>
                  <a:lnTo>
                    <a:pt x="9195673" y="1884415"/>
                  </a:lnTo>
                  <a:lnTo>
                    <a:pt x="9146801" y="1840055"/>
                  </a:lnTo>
                  <a:lnTo>
                    <a:pt x="9098300" y="1792745"/>
                  </a:lnTo>
                  <a:lnTo>
                    <a:pt x="9049973" y="1742651"/>
                  </a:lnTo>
                  <a:lnTo>
                    <a:pt x="9001685" y="1690023"/>
                  </a:lnTo>
                  <a:lnTo>
                    <a:pt x="8953355" y="1635196"/>
                  </a:lnTo>
                  <a:lnTo>
                    <a:pt x="8904946" y="1578580"/>
                  </a:lnTo>
                  <a:lnTo>
                    <a:pt x="8856456" y="1520653"/>
                  </a:lnTo>
                  <a:lnTo>
                    <a:pt x="8807908" y="1461943"/>
                  </a:lnTo>
                  <a:lnTo>
                    <a:pt x="8759343" y="1403007"/>
                  </a:lnTo>
                  <a:lnTo>
                    <a:pt x="8710805" y="1344413"/>
                  </a:lnTo>
                  <a:lnTo>
                    <a:pt x="8662330" y="1286715"/>
                  </a:lnTo>
                  <a:lnTo>
                    <a:pt x="8613938" y="1230432"/>
                  </a:lnTo>
                  <a:lnTo>
                    <a:pt x="8565621" y="1176027"/>
                  </a:lnTo>
                  <a:lnTo>
                    <a:pt x="8517334" y="1123898"/>
                  </a:lnTo>
                  <a:lnTo>
                    <a:pt x="8468984" y="1074360"/>
                  </a:lnTo>
                  <a:lnTo>
                    <a:pt x="8420425" y="1027648"/>
                  </a:lnTo>
                  <a:lnTo>
                    <a:pt x="8371445" y="983912"/>
                  </a:lnTo>
                  <a:lnTo>
                    <a:pt x="8321759" y="943219"/>
                  </a:lnTo>
                  <a:lnTo>
                    <a:pt x="8270994" y="905566"/>
                  </a:lnTo>
                  <a:lnTo>
                    <a:pt x="8229629" y="877806"/>
                  </a:lnTo>
                  <a:lnTo>
                    <a:pt x="8178045" y="846778"/>
                  </a:lnTo>
                  <a:lnTo>
                    <a:pt x="8124042" y="818429"/>
                  </a:lnTo>
                  <a:lnTo>
                    <a:pt x="8066946" y="792663"/>
                  </a:lnTo>
                  <a:lnTo>
                    <a:pt x="8006021" y="769298"/>
                  </a:lnTo>
                  <a:lnTo>
                    <a:pt x="7940500" y="748117"/>
                  </a:lnTo>
                  <a:lnTo>
                    <a:pt x="7869633" y="728894"/>
                  </a:lnTo>
                  <a:lnTo>
                    <a:pt x="7792734" y="711417"/>
                  </a:lnTo>
                  <a:lnTo>
                    <a:pt x="7709245" y="695498"/>
                  </a:lnTo>
                  <a:lnTo>
                    <a:pt x="7618828" y="680981"/>
                  </a:lnTo>
                  <a:lnTo>
                    <a:pt x="7521478" y="667748"/>
                  </a:lnTo>
                  <a:lnTo>
                    <a:pt x="7417657" y="655714"/>
                  </a:lnTo>
                  <a:lnTo>
                    <a:pt x="7308435" y="644832"/>
                  </a:lnTo>
                  <a:lnTo>
                    <a:pt x="7195619" y="635088"/>
                  </a:lnTo>
                  <a:lnTo>
                    <a:pt x="7081807" y="626494"/>
                  </a:lnTo>
                  <a:lnTo>
                    <a:pt x="6970339" y="619072"/>
                  </a:lnTo>
                  <a:lnTo>
                    <a:pt x="6865072" y="612844"/>
                  </a:lnTo>
                  <a:lnTo>
                    <a:pt x="6769989" y="607810"/>
                  </a:lnTo>
                  <a:lnTo>
                    <a:pt x="6688653" y="603933"/>
                  </a:lnTo>
                  <a:lnTo>
                    <a:pt x="6623637" y="601128"/>
                  </a:lnTo>
                  <a:lnTo>
                    <a:pt x="6576044" y="599262"/>
                  </a:lnTo>
                  <a:lnTo>
                    <a:pt x="6545245" y="598161"/>
                  </a:lnTo>
                  <a:lnTo>
                    <a:pt x="6528878" y="597626"/>
                  </a:lnTo>
                  <a:lnTo>
                    <a:pt x="6523016" y="597449"/>
                  </a:lnTo>
                  <a:lnTo>
                    <a:pt x="6522385" y="597432"/>
                  </a:lnTo>
                  <a:lnTo>
                    <a:pt x="5527445" y="597432"/>
                  </a:lnTo>
                  <a:lnTo>
                    <a:pt x="5526312" y="597420"/>
                  </a:lnTo>
                  <a:lnTo>
                    <a:pt x="5518830" y="597339"/>
                  </a:lnTo>
                  <a:lnTo>
                    <a:pt x="5499871" y="597115"/>
                  </a:lnTo>
                  <a:lnTo>
                    <a:pt x="5465723" y="596674"/>
                  </a:lnTo>
                  <a:lnTo>
                    <a:pt x="5414316" y="595944"/>
                  </a:lnTo>
                  <a:lnTo>
                    <a:pt x="5345376" y="594867"/>
                  </a:lnTo>
                  <a:lnTo>
                    <a:pt x="5260364" y="593395"/>
                  </a:lnTo>
                  <a:lnTo>
                    <a:pt x="5162158" y="591505"/>
                  </a:lnTo>
                  <a:lnTo>
                    <a:pt x="5054527" y="589184"/>
                  </a:lnTo>
                  <a:lnTo>
                    <a:pt x="4941538" y="586435"/>
                  </a:lnTo>
                  <a:lnTo>
                    <a:pt x="4827024" y="583268"/>
                  </a:lnTo>
                  <a:lnTo>
                    <a:pt x="4714218" y="579689"/>
                  </a:lnTo>
                  <a:lnTo>
                    <a:pt x="4605569" y="575700"/>
                  </a:lnTo>
                  <a:lnTo>
                    <a:pt x="4502721" y="571295"/>
                  </a:lnTo>
                  <a:lnTo>
                    <a:pt x="4406591" y="566452"/>
                  </a:lnTo>
                  <a:lnTo>
                    <a:pt x="4317514" y="561139"/>
                  </a:lnTo>
                  <a:lnTo>
                    <a:pt x="4235381" y="555307"/>
                  </a:lnTo>
                  <a:lnTo>
                    <a:pt x="4159778" y="548899"/>
                  </a:lnTo>
                  <a:lnTo>
                    <a:pt x="4090093" y="541842"/>
                  </a:lnTo>
                  <a:lnTo>
                    <a:pt x="4025604" y="534059"/>
                  </a:lnTo>
                  <a:lnTo>
                    <a:pt x="3965538" y="525468"/>
                  </a:lnTo>
                  <a:lnTo>
                    <a:pt x="3909119" y="515993"/>
                  </a:lnTo>
                  <a:lnTo>
                    <a:pt x="3855613" y="505575"/>
                  </a:lnTo>
                  <a:lnTo>
                    <a:pt x="3820202" y="497860"/>
                  </a:lnTo>
                  <a:lnTo>
                    <a:pt x="3760330" y="483290"/>
                  </a:lnTo>
                  <a:lnTo>
                    <a:pt x="3702292" y="467298"/>
                  </a:lnTo>
                  <a:lnTo>
                    <a:pt x="3645424" y="449861"/>
                  </a:lnTo>
                  <a:lnTo>
                    <a:pt x="3589233" y="431001"/>
                  </a:lnTo>
                  <a:lnTo>
                    <a:pt x="3533367" y="410788"/>
                  </a:lnTo>
                  <a:lnTo>
                    <a:pt x="3477589" y="389345"/>
                  </a:lnTo>
                  <a:lnTo>
                    <a:pt x="3421761" y="366849"/>
                  </a:lnTo>
                  <a:lnTo>
                    <a:pt x="3365827" y="343525"/>
                  </a:lnTo>
                  <a:lnTo>
                    <a:pt x="3309791" y="319639"/>
                  </a:lnTo>
                  <a:lnTo>
                    <a:pt x="3253698" y="295485"/>
                  </a:lnTo>
                  <a:lnTo>
                    <a:pt x="3197615" y="271372"/>
                  </a:lnTo>
                  <a:lnTo>
                    <a:pt x="3141602" y="247608"/>
                  </a:lnTo>
                  <a:lnTo>
                    <a:pt x="3085699" y="224480"/>
                  </a:lnTo>
                  <a:lnTo>
                    <a:pt x="3029893" y="202246"/>
                  </a:lnTo>
                  <a:lnTo>
                    <a:pt x="2974108" y="181117"/>
                  </a:lnTo>
                  <a:lnTo>
                    <a:pt x="2918183" y="161255"/>
                  </a:lnTo>
                  <a:lnTo>
                    <a:pt x="2861851" y="142770"/>
                  </a:lnTo>
                  <a:lnTo>
                    <a:pt x="2804725" y="125720"/>
                  </a:lnTo>
                  <a:lnTo>
                    <a:pt x="2746270" y="110112"/>
                  </a:lnTo>
                  <a:lnTo>
                    <a:pt x="2702183" y="99572"/>
                  </a:lnTo>
                  <a:lnTo>
                    <a:pt x="2650293" y="88491"/>
                  </a:lnTo>
                  <a:lnTo>
                    <a:pt x="2595950" y="78373"/>
                  </a:lnTo>
                  <a:lnTo>
                    <a:pt x="2538471" y="69182"/>
                  </a:lnTo>
                  <a:lnTo>
                    <a:pt x="2477104" y="60853"/>
                  </a:lnTo>
                  <a:lnTo>
                    <a:pt x="2411071" y="53306"/>
                  </a:lnTo>
                  <a:lnTo>
                    <a:pt x="2339607" y="46460"/>
                  </a:lnTo>
                  <a:lnTo>
                    <a:pt x="2262018" y="40239"/>
                  </a:lnTo>
                  <a:lnTo>
                    <a:pt x="2177744" y="34576"/>
                  </a:lnTo>
                  <a:lnTo>
                    <a:pt x="2086452" y="29414"/>
                  </a:lnTo>
                  <a:lnTo>
                    <a:pt x="1988159" y="24711"/>
                  </a:lnTo>
                  <a:lnTo>
                    <a:pt x="1883364" y="20438"/>
                  </a:lnTo>
                  <a:lnTo>
                    <a:pt x="1773200" y="16578"/>
                  </a:lnTo>
                  <a:lnTo>
                    <a:pt x="1659558" y="13128"/>
                  </a:lnTo>
                  <a:lnTo>
                    <a:pt x="1545140" y="10090"/>
                  </a:lnTo>
                  <a:lnTo>
                    <a:pt x="1433396" y="7475"/>
                  </a:lnTo>
                  <a:lnTo>
                    <a:pt x="1328281" y="5289"/>
                  </a:lnTo>
                  <a:lnTo>
                    <a:pt x="1233830" y="3531"/>
                  </a:lnTo>
                  <a:lnTo>
                    <a:pt x="1153597" y="2187"/>
                  </a:lnTo>
                  <a:lnTo>
                    <a:pt x="1090067" y="1224"/>
                  </a:lnTo>
                  <a:lnTo>
                    <a:pt x="1044179" y="591"/>
                  </a:lnTo>
                  <a:lnTo>
                    <a:pt x="1015090" y="226"/>
                  </a:lnTo>
                  <a:lnTo>
                    <a:pt x="1000193" y="55"/>
                  </a:lnTo>
                  <a:lnTo>
                    <a:pt x="995313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0" name="pg599"/>
            <p:cNvSpPr/>
            <p:nvPr/>
          </p:nvSpPr>
          <p:spPr>
            <a:xfrm>
              <a:off x="1199187" y="1823576"/>
              <a:ext cx="12049831" cy="2615076"/>
            </a:xfrm>
            <a:custGeom>
              <a:avLst/>
              <a:pathLst>
                <a:path w="12049831" h="2615076">
                  <a:moveTo>
                    <a:pt x="0" y="10481"/>
                  </a:moveTo>
                  <a:lnTo>
                    <a:pt x="994940" y="10481"/>
                  </a:lnTo>
                  <a:lnTo>
                    <a:pt x="996073" y="10492"/>
                  </a:lnTo>
                  <a:lnTo>
                    <a:pt x="1003553" y="10576"/>
                  </a:lnTo>
                  <a:lnTo>
                    <a:pt x="1022510" y="10805"/>
                  </a:lnTo>
                  <a:lnTo>
                    <a:pt x="1056654" y="11258"/>
                  </a:lnTo>
                  <a:lnTo>
                    <a:pt x="1108055" y="12007"/>
                  </a:lnTo>
                  <a:lnTo>
                    <a:pt x="1176988" y="13113"/>
                  </a:lnTo>
                  <a:lnTo>
                    <a:pt x="1261992" y="14623"/>
                  </a:lnTo>
                  <a:lnTo>
                    <a:pt x="1360190" y="16563"/>
                  </a:lnTo>
                  <a:lnTo>
                    <a:pt x="1467813" y="18945"/>
                  </a:lnTo>
                  <a:lnTo>
                    <a:pt x="1580796" y="21765"/>
                  </a:lnTo>
                  <a:lnTo>
                    <a:pt x="1695304" y="25016"/>
                  </a:lnTo>
                  <a:lnTo>
                    <a:pt x="1808107" y="28689"/>
                  </a:lnTo>
                  <a:lnTo>
                    <a:pt x="1916753" y="32781"/>
                  </a:lnTo>
                  <a:lnTo>
                    <a:pt x="2019601" y="37302"/>
                  </a:lnTo>
                  <a:lnTo>
                    <a:pt x="2115731" y="42272"/>
                  </a:lnTo>
                  <a:lnTo>
                    <a:pt x="2204809" y="47725"/>
                  </a:lnTo>
                  <a:lnTo>
                    <a:pt x="2286944" y="53709"/>
                  </a:lnTo>
                  <a:lnTo>
                    <a:pt x="2362548" y="60286"/>
                  </a:lnTo>
                  <a:lnTo>
                    <a:pt x="2432234" y="67527"/>
                  </a:lnTo>
                  <a:lnTo>
                    <a:pt x="2496725" y="75514"/>
                  </a:lnTo>
                  <a:lnTo>
                    <a:pt x="2556792" y="84329"/>
                  </a:lnTo>
                  <a:lnTo>
                    <a:pt x="2613211" y="94052"/>
                  </a:lnTo>
                  <a:lnTo>
                    <a:pt x="2666717" y="104743"/>
                  </a:lnTo>
                  <a:lnTo>
                    <a:pt x="2702183" y="112673"/>
                  </a:lnTo>
                  <a:lnTo>
                    <a:pt x="2761967" y="127603"/>
                  </a:lnTo>
                  <a:lnTo>
                    <a:pt x="2819921" y="143988"/>
                  </a:lnTo>
                  <a:lnTo>
                    <a:pt x="2876707" y="161851"/>
                  </a:lnTo>
                  <a:lnTo>
                    <a:pt x="2932817" y="181171"/>
                  </a:lnTo>
                  <a:lnTo>
                    <a:pt x="2988601" y="201876"/>
                  </a:lnTo>
                  <a:lnTo>
                    <a:pt x="3044296" y="223841"/>
                  </a:lnTo>
                  <a:lnTo>
                    <a:pt x="3100039" y="246885"/>
                  </a:lnTo>
                  <a:lnTo>
                    <a:pt x="3155888" y="270779"/>
                  </a:lnTo>
                  <a:lnTo>
                    <a:pt x="3211839" y="295252"/>
                  </a:lnTo>
                  <a:lnTo>
                    <a:pt x="3267848" y="320003"/>
                  </a:lnTo>
                  <a:lnTo>
                    <a:pt x="3323848" y="344716"/>
                  </a:lnTo>
                  <a:lnTo>
                    <a:pt x="3379778" y="369078"/>
                  </a:lnTo>
                  <a:lnTo>
                    <a:pt x="3435600" y="392793"/>
                  </a:lnTo>
                  <a:lnTo>
                    <a:pt x="3491324" y="415600"/>
                  </a:lnTo>
                  <a:lnTo>
                    <a:pt x="3547024" y="437279"/>
                  </a:lnTo>
                  <a:lnTo>
                    <a:pt x="3602860" y="457664"/>
                  </a:lnTo>
                  <a:lnTo>
                    <a:pt x="3659094" y="476643"/>
                  </a:lnTo>
                  <a:lnTo>
                    <a:pt x="3716107" y="494155"/>
                  </a:lnTo>
                  <a:lnTo>
                    <a:pt x="3774429" y="510190"/>
                  </a:lnTo>
                  <a:lnTo>
                    <a:pt x="3820202" y="521443"/>
                  </a:lnTo>
                  <a:lnTo>
                    <a:pt x="3872090" y="532814"/>
                  </a:lnTo>
                  <a:lnTo>
                    <a:pt x="3926430" y="543198"/>
                  </a:lnTo>
                  <a:lnTo>
                    <a:pt x="3983906" y="552631"/>
                  </a:lnTo>
                  <a:lnTo>
                    <a:pt x="4045269" y="561179"/>
                  </a:lnTo>
                  <a:lnTo>
                    <a:pt x="4111299" y="568924"/>
                  </a:lnTo>
                  <a:lnTo>
                    <a:pt x="4182758" y="575950"/>
                  </a:lnTo>
                  <a:lnTo>
                    <a:pt x="4260341" y="582334"/>
                  </a:lnTo>
                  <a:lnTo>
                    <a:pt x="4344610" y="588147"/>
                  </a:lnTo>
                  <a:lnTo>
                    <a:pt x="4435894" y="593444"/>
                  </a:lnTo>
                  <a:lnTo>
                    <a:pt x="4534180" y="598271"/>
                  </a:lnTo>
                  <a:lnTo>
                    <a:pt x="4638967" y="602656"/>
                  </a:lnTo>
                  <a:lnTo>
                    <a:pt x="4749124" y="606618"/>
                  </a:lnTo>
                  <a:lnTo>
                    <a:pt x="4862760" y="610159"/>
                  </a:lnTo>
                  <a:lnTo>
                    <a:pt x="4977173" y="613277"/>
                  </a:lnTo>
                  <a:lnTo>
                    <a:pt x="5088915" y="615961"/>
                  </a:lnTo>
                  <a:lnTo>
                    <a:pt x="5194032" y="618205"/>
                  </a:lnTo>
                  <a:lnTo>
                    <a:pt x="5288488" y="620009"/>
                  </a:lnTo>
                  <a:lnTo>
                    <a:pt x="5368729" y="621389"/>
                  </a:lnTo>
                  <a:lnTo>
                    <a:pt x="5432271" y="622378"/>
                  </a:lnTo>
                  <a:lnTo>
                    <a:pt x="5478173" y="623027"/>
                  </a:lnTo>
                  <a:lnTo>
                    <a:pt x="5507275" y="623402"/>
                  </a:lnTo>
                  <a:lnTo>
                    <a:pt x="5522183" y="623578"/>
                  </a:lnTo>
                  <a:lnTo>
                    <a:pt x="5527070" y="623631"/>
                  </a:lnTo>
                  <a:lnTo>
                    <a:pt x="5527445" y="623635"/>
                  </a:lnTo>
                  <a:lnTo>
                    <a:pt x="6522385" y="623635"/>
                  </a:lnTo>
                  <a:lnTo>
                    <a:pt x="6523491" y="623672"/>
                  </a:lnTo>
                  <a:lnTo>
                    <a:pt x="6530793" y="623935"/>
                  </a:lnTo>
                  <a:lnTo>
                    <a:pt x="6549309" y="624663"/>
                  </a:lnTo>
                  <a:lnTo>
                    <a:pt x="6582689" y="626098"/>
                  </a:lnTo>
                  <a:lnTo>
                    <a:pt x="6633001" y="628469"/>
                  </a:lnTo>
                  <a:lnTo>
                    <a:pt x="6700581" y="631975"/>
                  </a:lnTo>
                  <a:lnTo>
                    <a:pt x="6784075" y="636763"/>
                  </a:lnTo>
                  <a:lnTo>
                    <a:pt x="6880741" y="642925"/>
                  </a:lnTo>
                  <a:lnTo>
                    <a:pt x="6986939" y="650494"/>
                  </a:lnTo>
                  <a:lnTo>
                    <a:pt x="7098704" y="659467"/>
                  </a:lnTo>
                  <a:lnTo>
                    <a:pt x="7212266" y="669817"/>
                  </a:lnTo>
                  <a:lnTo>
                    <a:pt x="7324409" y="681516"/>
                  </a:lnTo>
                  <a:lnTo>
                    <a:pt x="7432669" y="694556"/>
                  </a:lnTo>
                  <a:lnTo>
                    <a:pt x="7535366" y="708959"/>
                  </a:lnTo>
                  <a:lnTo>
                    <a:pt x="7631527" y="724785"/>
                  </a:lnTo>
                  <a:lnTo>
                    <a:pt x="7720768" y="742138"/>
                  </a:lnTo>
                  <a:lnTo>
                    <a:pt x="7803146" y="761165"/>
                  </a:lnTo>
                  <a:lnTo>
                    <a:pt x="7879031" y="782054"/>
                  </a:lnTo>
                  <a:lnTo>
                    <a:pt x="7948996" y="805029"/>
                  </a:lnTo>
                  <a:lnTo>
                    <a:pt x="8013735" y="830343"/>
                  </a:lnTo>
                  <a:lnTo>
                    <a:pt x="8073996" y="858260"/>
                  </a:lnTo>
                  <a:lnTo>
                    <a:pt x="8130538" y="889035"/>
                  </a:lnTo>
                  <a:lnTo>
                    <a:pt x="8184087" y="922872"/>
                  </a:lnTo>
                  <a:lnTo>
                    <a:pt x="8229629" y="955542"/>
                  </a:lnTo>
                  <a:lnTo>
                    <a:pt x="8279291" y="995368"/>
                  </a:lnTo>
                  <a:lnTo>
                    <a:pt x="8327610" y="1038418"/>
                  </a:lnTo>
                  <a:lnTo>
                    <a:pt x="8374990" y="1084757"/>
                  </a:lnTo>
                  <a:lnTo>
                    <a:pt x="8421748" y="1134382"/>
                  </a:lnTo>
                  <a:lnTo>
                    <a:pt x="8468129" y="1187217"/>
                  </a:lnTo>
                  <a:lnTo>
                    <a:pt x="8514316" y="1243109"/>
                  </a:lnTo>
                  <a:lnTo>
                    <a:pt x="8560440" y="1301819"/>
                  </a:lnTo>
                  <a:lnTo>
                    <a:pt x="8606584" y="1363028"/>
                  </a:lnTo>
                  <a:lnTo>
                    <a:pt x="8652793" y="1426338"/>
                  </a:lnTo>
                  <a:lnTo>
                    <a:pt x="8699079" y="1491279"/>
                  </a:lnTo>
                  <a:lnTo>
                    <a:pt x="8745429" y="1557328"/>
                  </a:lnTo>
                  <a:lnTo>
                    <a:pt x="8791814" y="1623920"/>
                  </a:lnTo>
                  <a:lnTo>
                    <a:pt x="8838197" y="1690472"/>
                  </a:lnTo>
                  <a:lnTo>
                    <a:pt x="8884539" y="1756402"/>
                  </a:lnTo>
                  <a:lnTo>
                    <a:pt x="8930815" y="1821150"/>
                  </a:lnTo>
                  <a:lnTo>
                    <a:pt x="8977014" y="1884197"/>
                  </a:lnTo>
                  <a:lnTo>
                    <a:pt x="9023152" y="1945086"/>
                  </a:lnTo>
                  <a:lnTo>
                    <a:pt x="9069278" y="2003428"/>
                  </a:lnTo>
                  <a:lnTo>
                    <a:pt x="9115483" y="2058913"/>
                  </a:lnTo>
                  <a:lnTo>
                    <a:pt x="9161904" y="2111316"/>
                  </a:lnTo>
                  <a:lnTo>
                    <a:pt x="9208731" y="2160494"/>
                  </a:lnTo>
                  <a:lnTo>
                    <a:pt x="9256219" y="2206381"/>
                  </a:lnTo>
                  <a:lnTo>
                    <a:pt x="9304696" y="2248985"/>
                  </a:lnTo>
                  <a:lnTo>
                    <a:pt x="9347647" y="2283169"/>
                  </a:lnTo>
                  <a:lnTo>
                    <a:pt x="9399093" y="2319807"/>
                  </a:lnTo>
                  <a:lnTo>
                    <a:pt x="9452945" y="2353292"/>
                  </a:lnTo>
                  <a:lnTo>
                    <a:pt x="9509868" y="2383733"/>
                  </a:lnTo>
                  <a:lnTo>
                    <a:pt x="9570595" y="2411344"/>
                  </a:lnTo>
                  <a:lnTo>
                    <a:pt x="9635886" y="2436382"/>
                  </a:lnTo>
                  <a:lnTo>
                    <a:pt x="9706485" y="2459110"/>
                  </a:lnTo>
                  <a:lnTo>
                    <a:pt x="9783076" y="2479779"/>
                  </a:lnTo>
                  <a:lnTo>
                    <a:pt x="9866213" y="2498608"/>
                  </a:lnTo>
                  <a:lnTo>
                    <a:pt x="9956238" y="2515783"/>
                  </a:lnTo>
                  <a:lnTo>
                    <a:pt x="10053164" y="2531444"/>
                  </a:lnTo>
                  <a:lnTo>
                    <a:pt x="10156547" y="2545691"/>
                  </a:lnTo>
                  <a:lnTo>
                    <a:pt x="10265343" y="2558579"/>
                  </a:lnTo>
                  <a:lnTo>
                    <a:pt x="10377784" y="2570128"/>
                  </a:lnTo>
                  <a:lnTo>
                    <a:pt x="10491317" y="2580324"/>
                  </a:lnTo>
                  <a:lnTo>
                    <a:pt x="10602651" y="2589140"/>
                  </a:lnTo>
                  <a:lnTo>
                    <a:pt x="10707972" y="2596550"/>
                  </a:lnTo>
                  <a:lnTo>
                    <a:pt x="10803325" y="2602554"/>
                  </a:lnTo>
                  <a:lnTo>
                    <a:pt x="10885141" y="2607193"/>
                  </a:lnTo>
                  <a:lnTo>
                    <a:pt x="10950814" y="2610563"/>
                  </a:lnTo>
                  <a:lnTo>
                    <a:pt x="10999170" y="2612818"/>
                  </a:lnTo>
                  <a:lnTo>
                    <a:pt x="11030742" y="2614161"/>
                  </a:lnTo>
                  <a:lnTo>
                    <a:pt x="11047785" y="2614824"/>
                  </a:lnTo>
                  <a:lnTo>
                    <a:pt x="11054114" y="2615050"/>
                  </a:lnTo>
                  <a:lnTo>
                    <a:pt x="11054891" y="2615076"/>
                  </a:lnTo>
                  <a:lnTo>
                    <a:pt x="12049831" y="2615076"/>
                  </a:lnTo>
                  <a:lnTo>
                    <a:pt x="12049831" y="2604595"/>
                  </a:lnTo>
                  <a:lnTo>
                    <a:pt x="11054891" y="2604595"/>
                  </a:lnTo>
                  <a:lnTo>
                    <a:pt x="11053785" y="2604558"/>
                  </a:lnTo>
                  <a:lnTo>
                    <a:pt x="11046484" y="2604294"/>
                  </a:lnTo>
                  <a:lnTo>
                    <a:pt x="11027968" y="2603566"/>
                  </a:lnTo>
                  <a:lnTo>
                    <a:pt x="10994588" y="2602132"/>
                  </a:lnTo>
                  <a:lnTo>
                    <a:pt x="10944275" y="2599761"/>
                  </a:lnTo>
                  <a:lnTo>
                    <a:pt x="10876696" y="2596255"/>
                  </a:lnTo>
                  <a:lnTo>
                    <a:pt x="10793201" y="2591466"/>
                  </a:lnTo>
                  <a:lnTo>
                    <a:pt x="10696536" y="2585305"/>
                  </a:lnTo>
                  <a:lnTo>
                    <a:pt x="10590338" y="2577735"/>
                  </a:lnTo>
                  <a:lnTo>
                    <a:pt x="10478572" y="2568762"/>
                  </a:lnTo>
                  <a:lnTo>
                    <a:pt x="10365011" y="2558413"/>
                  </a:lnTo>
                  <a:lnTo>
                    <a:pt x="10252868" y="2546714"/>
                  </a:lnTo>
                  <a:lnTo>
                    <a:pt x="10144607" y="2533674"/>
                  </a:lnTo>
                  <a:lnTo>
                    <a:pt x="10041911" y="2519271"/>
                  </a:lnTo>
                  <a:lnTo>
                    <a:pt x="9945750" y="2503445"/>
                  </a:lnTo>
                  <a:lnTo>
                    <a:pt x="9856508" y="2486092"/>
                  </a:lnTo>
                  <a:lnTo>
                    <a:pt x="9774130" y="2467065"/>
                  </a:lnTo>
                  <a:lnTo>
                    <a:pt x="9698245" y="2446176"/>
                  </a:lnTo>
                  <a:lnTo>
                    <a:pt x="9628280" y="2423201"/>
                  </a:lnTo>
                  <a:lnTo>
                    <a:pt x="9563542" y="2397887"/>
                  </a:lnTo>
                  <a:lnTo>
                    <a:pt x="9503280" y="2369969"/>
                  </a:lnTo>
                  <a:lnTo>
                    <a:pt x="9446739" y="2339194"/>
                  </a:lnTo>
                  <a:lnTo>
                    <a:pt x="9393190" y="2305357"/>
                  </a:lnTo>
                  <a:lnTo>
                    <a:pt x="9347647" y="2272688"/>
                  </a:lnTo>
                  <a:lnTo>
                    <a:pt x="9297986" y="2232862"/>
                  </a:lnTo>
                  <a:lnTo>
                    <a:pt x="9249667" y="2189811"/>
                  </a:lnTo>
                  <a:lnTo>
                    <a:pt x="9202286" y="2143473"/>
                  </a:lnTo>
                  <a:lnTo>
                    <a:pt x="9155528" y="2093848"/>
                  </a:lnTo>
                  <a:lnTo>
                    <a:pt x="9109147" y="2041012"/>
                  </a:lnTo>
                  <a:lnTo>
                    <a:pt x="9062960" y="1985121"/>
                  </a:lnTo>
                  <a:lnTo>
                    <a:pt x="9016836" y="1926410"/>
                  </a:lnTo>
                  <a:lnTo>
                    <a:pt x="8970692" y="1865201"/>
                  </a:lnTo>
                  <a:lnTo>
                    <a:pt x="8924483" y="1801892"/>
                  </a:lnTo>
                  <a:lnTo>
                    <a:pt x="8878197" y="1736951"/>
                  </a:lnTo>
                  <a:lnTo>
                    <a:pt x="8831847" y="1670902"/>
                  </a:lnTo>
                  <a:lnTo>
                    <a:pt x="8785462" y="1604310"/>
                  </a:lnTo>
                  <a:lnTo>
                    <a:pt x="8739080" y="1537757"/>
                  </a:lnTo>
                  <a:lnTo>
                    <a:pt x="8692737" y="1471828"/>
                  </a:lnTo>
                  <a:lnTo>
                    <a:pt x="8646462" y="1407080"/>
                  </a:lnTo>
                  <a:lnTo>
                    <a:pt x="8600263" y="1344032"/>
                  </a:lnTo>
                  <a:lnTo>
                    <a:pt x="8554125" y="1283144"/>
                  </a:lnTo>
                  <a:lnTo>
                    <a:pt x="8507998" y="1224802"/>
                  </a:lnTo>
                  <a:lnTo>
                    <a:pt x="8461793" y="1169317"/>
                  </a:lnTo>
                  <a:lnTo>
                    <a:pt x="8415373" y="1116913"/>
                  </a:lnTo>
                  <a:lnTo>
                    <a:pt x="8368546" y="1067736"/>
                  </a:lnTo>
                  <a:lnTo>
                    <a:pt x="8321057" y="1021849"/>
                  </a:lnTo>
                  <a:lnTo>
                    <a:pt x="8272580" y="979245"/>
                  </a:lnTo>
                  <a:lnTo>
                    <a:pt x="8229629" y="945061"/>
                  </a:lnTo>
                  <a:lnTo>
                    <a:pt x="8178183" y="908422"/>
                  </a:lnTo>
                  <a:lnTo>
                    <a:pt x="8124332" y="874938"/>
                  </a:lnTo>
                  <a:lnTo>
                    <a:pt x="8067408" y="844496"/>
                  </a:lnTo>
                  <a:lnTo>
                    <a:pt x="8006681" y="816885"/>
                  </a:lnTo>
                  <a:lnTo>
                    <a:pt x="7941391" y="791848"/>
                  </a:lnTo>
                  <a:lnTo>
                    <a:pt x="7870792" y="769120"/>
                  </a:lnTo>
                  <a:lnTo>
                    <a:pt x="7794201" y="748451"/>
                  </a:lnTo>
                  <a:lnTo>
                    <a:pt x="7711064" y="729621"/>
                  </a:lnTo>
                  <a:lnTo>
                    <a:pt x="7621039" y="712447"/>
                  </a:lnTo>
                  <a:lnTo>
                    <a:pt x="7524113" y="696785"/>
                  </a:lnTo>
                  <a:lnTo>
                    <a:pt x="7420729" y="682539"/>
                  </a:lnTo>
                  <a:lnTo>
                    <a:pt x="7311933" y="669650"/>
                  </a:lnTo>
                  <a:lnTo>
                    <a:pt x="7199492" y="658102"/>
                  </a:lnTo>
                  <a:lnTo>
                    <a:pt x="7085960" y="647906"/>
                  </a:lnTo>
                  <a:lnTo>
                    <a:pt x="6974625" y="639090"/>
                  </a:lnTo>
                  <a:lnTo>
                    <a:pt x="6869304" y="631679"/>
                  </a:lnTo>
                  <a:lnTo>
                    <a:pt x="6773952" y="625675"/>
                  </a:lnTo>
                  <a:lnTo>
                    <a:pt x="6692135" y="621037"/>
                  </a:lnTo>
                  <a:lnTo>
                    <a:pt x="6626462" y="617667"/>
                  </a:lnTo>
                  <a:lnTo>
                    <a:pt x="6578106" y="615412"/>
                  </a:lnTo>
                  <a:lnTo>
                    <a:pt x="6546535" y="614069"/>
                  </a:lnTo>
                  <a:lnTo>
                    <a:pt x="6529491" y="613406"/>
                  </a:lnTo>
                  <a:lnTo>
                    <a:pt x="6523163" y="613179"/>
                  </a:lnTo>
                  <a:lnTo>
                    <a:pt x="6522385" y="613154"/>
                  </a:lnTo>
                  <a:lnTo>
                    <a:pt x="5527445" y="613154"/>
                  </a:lnTo>
                  <a:lnTo>
                    <a:pt x="5526312" y="613142"/>
                  </a:lnTo>
                  <a:lnTo>
                    <a:pt x="5518832" y="613059"/>
                  </a:lnTo>
                  <a:lnTo>
                    <a:pt x="5499875" y="612829"/>
                  </a:lnTo>
                  <a:lnTo>
                    <a:pt x="5465731" y="612376"/>
                  </a:lnTo>
                  <a:lnTo>
                    <a:pt x="5414330" y="611627"/>
                  </a:lnTo>
                  <a:lnTo>
                    <a:pt x="5345397" y="610521"/>
                  </a:lnTo>
                  <a:lnTo>
                    <a:pt x="5260393" y="609012"/>
                  </a:lnTo>
                  <a:lnTo>
                    <a:pt x="5162195" y="607071"/>
                  </a:lnTo>
                  <a:lnTo>
                    <a:pt x="5054572" y="604690"/>
                  </a:lnTo>
                  <a:lnTo>
                    <a:pt x="4941589" y="601869"/>
                  </a:lnTo>
                  <a:lnTo>
                    <a:pt x="4827080" y="598618"/>
                  </a:lnTo>
                  <a:lnTo>
                    <a:pt x="4714278" y="594946"/>
                  </a:lnTo>
                  <a:lnTo>
                    <a:pt x="4605632" y="590853"/>
                  </a:lnTo>
                  <a:lnTo>
                    <a:pt x="4502784" y="586332"/>
                  </a:lnTo>
                  <a:lnTo>
                    <a:pt x="4406654" y="581363"/>
                  </a:lnTo>
                  <a:lnTo>
                    <a:pt x="4317576" y="575910"/>
                  </a:lnTo>
                  <a:lnTo>
                    <a:pt x="4235441" y="569926"/>
                  </a:lnTo>
                  <a:lnTo>
                    <a:pt x="4159837" y="563349"/>
                  </a:lnTo>
                  <a:lnTo>
                    <a:pt x="4090151" y="556108"/>
                  </a:lnTo>
                  <a:lnTo>
                    <a:pt x="4025660" y="548121"/>
                  </a:lnTo>
                  <a:lnTo>
                    <a:pt x="3965593" y="539305"/>
                  </a:lnTo>
                  <a:lnTo>
                    <a:pt x="3909174" y="529582"/>
                  </a:lnTo>
                  <a:lnTo>
                    <a:pt x="3855668" y="518891"/>
                  </a:lnTo>
                  <a:lnTo>
                    <a:pt x="3820202" y="510961"/>
                  </a:lnTo>
                  <a:lnTo>
                    <a:pt x="3760418" y="496031"/>
                  </a:lnTo>
                  <a:lnTo>
                    <a:pt x="3702464" y="479646"/>
                  </a:lnTo>
                  <a:lnTo>
                    <a:pt x="3645678" y="461783"/>
                  </a:lnTo>
                  <a:lnTo>
                    <a:pt x="3589568" y="442463"/>
                  </a:lnTo>
                  <a:lnTo>
                    <a:pt x="3533784" y="421758"/>
                  </a:lnTo>
                  <a:lnTo>
                    <a:pt x="3478089" y="399794"/>
                  </a:lnTo>
                  <a:lnTo>
                    <a:pt x="3422346" y="376750"/>
                  </a:lnTo>
                  <a:lnTo>
                    <a:pt x="3366497" y="352856"/>
                  </a:lnTo>
                  <a:lnTo>
                    <a:pt x="3310546" y="328383"/>
                  </a:lnTo>
                  <a:lnTo>
                    <a:pt x="3254537" y="303632"/>
                  </a:lnTo>
                  <a:lnTo>
                    <a:pt x="3198537" y="278919"/>
                  </a:lnTo>
                  <a:lnTo>
                    <a:pt x="3142607" y="254557"/>
                  </a:lnTo>
                  <a:lnTo>
                    <a:pt x="3086785" y="230841"/>
                  </a:lnTo>
                  <a:lnTo>
                    <a:pt x="3031061" y="208035"/>
                  </a:lnTo>
                  <a:lnTo>
                    <a:pt x="2975361" y="186356"/>
                  </a:lnTo>
                  <a:lnTo>
                    <a:pt x="2919525" y="165970"/>
                  </a:lnTo>
                  <a:lnTo>
                    <a:pt x="2863291" y="146992"/>
                  </a:lnTo>
                  <a:lnTo>
                    <a:pt x="2806278" y="129480"/>
                  </a:lnTo>
                  <a:lnTo>
                    <a:pt x="2747956" y="113444"/>
                  </a:lnTo>
                  <a:lnTo>
                    <a:pt x="2702183" y="102192"/>
                  </a:lnTo>
                  <a:lnTo>
                    <a:pt x="2650295" y="90820"/>
                  </a:lnTo>
                  <a:lnTo>
                    <a:pt x="2595955" y="80436"/>
                  </a:lnTo>
                  <a:lnTo>
                    <a:pt x="2538479" y="71004"/>
                  </a:lnTo>
                  <a:lnTo>
                    <a:pt x="2477116" y="62455"/>
                  </a:lnTo>
                  <a:lnTo>
                    <a:pt x="2411086" y="54710"/>
                  </a:lnTo>
                  <a:lnTo>
                    <a:pt x="2339627" y="47685"/>
                  </a:lnTo>
                  <a:lnTo>
                    <a:pt x="2262044" y="41300"/>
                  </a:lnTo>
                  <a:lnTo>
                    <a:pt x="2177775" y="35488"/>
                  </a:lnTo>
                  <a:lnTo>
                    <a:pt x="2086491" y="30190"/>
                  </a:lnTo>
                  <a:lnTo>
                    <a:pt x="1988205" y="25364"/>
                  </a:lnTo>
                  <a:lnTo>
                    <a:pt x="1883418" y="20978"/>
                  </a:lnTo>
                  <a:lnTo>
                    <a:pt x="1773261" y="17017"/>
                  </a:lnTo>
                  <a:lnTo>
                    <a:pt x="1659625" y="13475"/>
                  </a:lnTo>
                  <a:lnTo>
                    <a:pt x="1545212" y="10357"/>
                  </a:lnTo>
                  <a:lnTo>
                    <a:pt x="1433470" y="7673"/>
                  </a:lnTo>
                  <a:lnTo>
                    <a:pt x="1328353" y="5429"/>
                  </a:lnTo>
                  <a:lnTo>
                    <a:pt x="1233897" y="3625"/>
                  </a:lnTo>
                  <a:lnTo>
                    <a:pt x="1153656" y="2245"/>
                  </a:lnTo>
                  <a:lnTo>
                    <a:pt x="1090114" y="1257"/>
                  </a:lnTo>
                  <a:lnTo>
                    <a:pt x="1044212" y="607"/>
                  </a:lnTo>
                  <a:lnTo>
                    <a:pt x="1015110" y="232"/>
                  </a:lnTo>
                  <a:lnTo>
                    <a:pt x="1000202" y="56"/>
                  </a:lnTo>
                  <a:lnTo>
                    <a:pt x="995315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01" name="pl600"/>
            <p:cNvSpPr/>
            <p:nvPr/>
          </p:nvSpPr>
          <p:spPr>
            <a:xfrm>
              <a:off x="1199187" y="1834057"/>
              <a:ext cx="12049831" cy="2604595"/>
            </a:xfrm>
            <a:custGeom>
              <a:avLst/>
              <a:pathLst>
                <a:path w="12049831" h="2604595">
                  <a:moveTo>
                    <a:pt x="0" y="0"/>
                  </a:moveTo>
                  <a:lnTo>
                    <a:pt x="994940" y="0"/>
                  </a:lnTo>
                  <a:lnTo>
                    <a:pt x="996073" y="11"/>
                  </a:lnTo>
                  <a:lnTo>
                    <a:pt x="1003553" y="94"/>
                  </a:lnTo>
                  <a:lnTo>
                    <a:pt x="1022510" y="324"/>
                  </a:lnTo>
                  <a:lnTo>
                    <a:pt x="1056654" y="777"/>
                  </a:lnTo>
                  <a:lnTo>
                    <a:pt x="1108055" y="1526"/>
                  </a:lnTo>
                  <a:lnTo>
                    <a:pt x="1176988" y="2632"/>
                  </a:lnTo>
                  <a:lnTo>
                    <a:pt x="1261992" y="4141"/>
                  </a:lnTo>
                  <a:lnTo>
                    <a:pt x="1360190" y="6082"/>
                  </a:lnTo>
                  <a:lnTo>
                    <a:pt x="1467813" y="8464"/>
                  </a:lnTo>
                  <a:lnTo>
                    <a:pt x="1580796" y="11284"/>
                  </a:lnTo>
                  <a:lnTo>
                    <a:pt x="1695304" y="14535"/>
                  </a:lnTo>
                  <a:lnTo>
                    <a:pt x="1808107" y="18207"/>
                  </a:lnTo>
                  <a:lnTo>
                    <a:pt x="1916753" y="22300"/>
                  </a:lnTo>
                  <a:lnTo>
                    <a:pt x="2019601" y="26821"/>
                  </a:lnTo>
                  <a:lnTo>
                    <a:pt x="2115731" y="31791"/>
                  </a:lnTo>
                  <a:lnTo>
                    <a:pt x="2204809" y="37244"/>
                  </a:lnTo>
                  <a:lnTo>
                    <a:pt x="2286944" y="43228"/>
                  </a:lnTo>
                  <a:lnTo>
                    <a:pt x="2362548" y="49804"/>
                  </a:lnTo>
                  <a:lnTo>
                    <a:pt x="2432234" y="57046"/>
                  </a:lnTo>
                  <a:lnTo>
                    <a:pt x="2496725" y="65032"/>
                  </a:lnTo>
                  <a:lnTo>
                    <a:pt x="2556792" y="73848"/>
                  </a:lnTo>
                  <a:lnTo>
                    <a:pt x="2613211" y="83571"/>
                  </a:lnTo>
                  <a:lnTo>
                    <a:pt x="2666717" y="94262"/>
                  </a:lnTo>
                  <a:lnTo>
                    <a:pt x="2702183" y="102192"/>
                  </a:lnTo>
                  <a:lnTo>
                    <a:pt x="2761967" y="117122"/>
                  </a:lnTo>
                  <a:lnTo>
                    <a:pt x="2819921" y="133507"/>
                  </a:lnTo>
                  <a:lnTo>
                    <a:pt x="2876707" y="151370"/>
                  </a:lnTo>
                  <a:lnTo>
                    <a:pt x="2932817" y="170690"/>
                  </a:lnTo>
                  <a:lnTo>
                    <a:pt x="2988601" y="191395"/>
                  </a:lnTo>
                  <a:lnTo>
                    <a:pt x="3044296" y="213359"/>
                  </a:lnTo>
                  <a:lnTo>
                    <a:pt x="3100039" y="236403"/>
                  </a:lnTo>
                  <a:lnTo>
                    <a:pt x="3155888" y="260297"/>
                  </a:lnTo>
                  <a:lnTo>
                    <a:pt x="3211839" y="284770"/>
                  </a:lnTo>
                  <a:lnTo>
                    <a:pt x="3267848" y="309521"/>
                  </a:lnTo>
                  <a:lnTo>
                    <a:pt x="3323848" y="334235"/>
                  </a:lnTo>
                  <a:lnTo>
                    <a:pt x="3379778" y="358597"/>
                  </a:lnTo>
                  <a:lnTo>
                    <a:pt x="3435600" y="382312"/>
                  </a:lnTo>
                  <a:lnTo>
                    <a:pt x="3491324" y="405118"/>
                  </a:lnTo>
                  <a:lnTo>
                    <a:pt x="3547024" y="426798"/>
                  </a:lnTo>
                  <a:lnTo>
                    <a:pt x="3602860" y="447183"/>
                  </a:lnTo>
                  <a:lnTo>
                    <a:pt x="3659094" y="466161"/>
                  </a:lnTo>
                  <a:lnTo>
                    <a:pt x="3716107" y="483673"/>
                  </a:lnTo>
                  <a:lnTo>
                    <a:pt x="3774429" y="499709"/>
                  </a:lnTo>
                  <a:lnTo>
                    <a:pt x="3820202" y="510961"/>
                  </a:lnTo>
                  <a:lnTo>
                    <a:pt x="3872090" y="522333"/>
                  </a:lnTo>
                  <a:lnTo>
                    <a:pt x="3926430" y="532717"/>
                  </a:lnTo>
                  <a:lnTo>
                    <a:pt x="3983906" y="542150"/>
                  </a:lnTo>
                  <a:lnTo>
                    <a:pt x="4045269" y="550698"/>
                  </a:lnTo>
                  <a:lnTo>
                    <a:pt x="4111299" y="558443"/>
                  </a:lnTo>
                  <a:lnTo>
                    <a:pt x="4182758" y="565469"/>
                  </a:lnTo>
                  <a:lnTo>
                    <a:pt x="4260341" y="571853"/>
                  </a:lnTo>
                  <a:lnTo>
                    <a:pt x="4344610" y="577665"/>
                  </a:lnTo>
                  <a:lnTo>
                    <a:pt x="4435894" y="582963"/>
                  </a:lnTo>
                  <a:lnTo>
                    <a:pt x="4534180" y="587790"/>
                  </a:lnTo>
                  <a:lnTo>
                    <a:pt x="4638967" y="592175"/>
                  </a:lnTo>
                  <a:lnTo>
                    <a:pt x="4749124" y="596137"/>
                  </a:lnTo>
                  <a:lnTo>
                    <a:pt x="4862760" y="599678"/>
                  </a:lnTo>
                  <a:lnTo>
                    <a:pt x="4977173" y="602796"/>
                  </a:lnTo>
                  <a:lnTo>
                    <a:pt x="5088915" y="605480"/>
                  </a:lnTo>
                  <a:lnTo>
                    <a:pt x="5194032" y="607724"/>
                  </a:lnTo>
                  <a:lnTo>
                    <a:pt x="5288488" y="609528"/>
                  </a:lnTo>
                  <a:lnTo>
                    <a:pt x="5368729" y="610908"/>
                  </a:lnTo>
                  <a:lnTo>
                    <a:pt x="5432271" y="611897"/>
                  </a:lnTo>
                  <a:lnTo>
                    <a:pt x="5478173" y="612546"/>
                  </a:lnTo>
                  <a:lnTo>
                    <a:pt x="5507275" y="612921"/>
                  </a:lnTo>
                  <a:lnTo>
                    <a:pt x="5522183" y="613097"/>
                  </a:lnTo>
                  <a:lnTo>
                    <a:pt x="5527070" y="613150"/>
                  </a:lnTo>
                  <a:lnTo>
                    <a:pt x="5527445" y="613154"/>
                  </a:lnTo>
                  <a:lnTo>
                    <a:pt x="6522385" y="613154"/>
                  </a:lnTo>
                  <a:lnTo>
                    <a:pt x="6523491" y="613191"/>
                  </a:lnTo>
                  <a:lnTo>
                    <a:pt x="6530793" y="613454"/>
                  </a:lnTo>
                  <a:lnTo>
                    <a:pt x="6549309" y="614182"/>
                  </a:lnTo>
                  <a:lnTo>
                    <a:pt x="6582689" y="615616"/>
                  </a:lnTo>
                  <a:lnTo>
                    <a:pt x="6633001" y="617988"/>
                  </a:lnTo>
                  <a:lnTo>
                    <a:pt x="6700581" y="621493"/>
                  </a:lnTo>
                  <a:lnTo>
                    <a:pt x="6784075" y="626282"/>
                  </a:lnTo>
                  <a:lnTo>
                    <a:pt x="6880741" y="632443"/>
                  </a:lnTo>
                  <a:lnTo>
                    <a:pt x="6986939" y="640013"/>
                  </a:lnTo>
                  <a:lnTo>
                    <a:pt x="7098704" y="648986"/>
                  </a:lnTo>
                  <a:lnTo>
                    <a:pt x="7212266" y="659336"/>
                  </a:lnTo>
                  <a:lnTo>
                    <a:pt x="7324409" y="671035"/>
                  </a:lnTo>
                  <a:lnTo>
                    <a:pt x="7432669" y="684075"/>
                  </a:lnTo>
                  <a:lnTo>
                    <a:pt x="7535366" y="698477"/>
                  </a:lnTo>
                  <a:lnTo>
                    <a:pt x="7631527" y="714303"/>
                  </a:lnTo>
                  <a:lnTo>
                    <a:pt x="7720768" y="731656"/>
                  </a:lnTo>
                  <a:lnTo>
                    <a:pt x="7803146" y="750683"/>
                  </a:lnTo>
                  <a:lnTo>
                    <a:pt x="7879031" y="771572"/>
                  </a:lnTo>
                  <a:lnTo>
                    <a:pt x="7948996" y="794548"/>
                  </a:lnTo>
                  <a:lnTo>
                    <a:pt x="8013735" y="819862"/>
                  </a:lnTo>
                  <a:lnTo>
                    <a:pt x="8073996" y="847779"/>
                  </a:lnTo>
                  <a:lnTo>
                    <a:pt x="8130538" y="878554"/>
                  </a:lnTo>
                  <a:lnTo>
                    <a:pt x="8184087" y="912391"/>
                  </a:lnTo>
                  <a:lnTo>
                    <a:pt x="8229629" y="945061"/>
                  </a:lnTo>
                  <a:lnTo>
                    <a:pt x="8279291" y="984886"/>
                  </a:lnTo>
                  <a:lnTo>
                    <a:pt x="8327610" y="1027937"/>
                  </a:lnTo>
                  <a:lnTo>
                    <a:pt x="8374990" y="1074276"/>
                  </a:lnTo>
                  <a:lnTo>
                    <a:pt x="8421748" y="1123901"/>
                  </a:lnTo>
                  <a:lnTo>
                    <a:pt x="8468129" y="1176736"/>
                  </a:lnTo>
                  <a:lnTo>
                    <a:pt x="8514316" y="1232628"/>
                  </a:lnTo>
                  <a:lnTo>
                    <a:pt x="8560440" y="1291338"/>
                  </a:lnTo>
                  <a:lnTo>
                    <a:pt x="8606584" y="1352547"/>
                  </a:lnTo>
                  <a:lnTo>
                    <a:pt x="8652793" y="1415856"/>
                  </a:lnTo>
                  <a:lnTo>
                    <a:pt x="8699079" y="1480797"/>
                  </a:lnTo>
                  <a:lnTo>
                    <a:pt x="8745429" y="1546846"/>
                  </a:lnTo>
                  <a:lnTo>
                    <a:pt x="8791814" y="1613439"/>
                  </a:lnTo>
                  <a:lnTo>
                    <a:pt x="8838197" y="1679991"/>
                  </a:lnTo>
                  <a:lnTo>
                    <a:pt x="8884539" y="1745921"/>
                  </a:lnTo>
                  <a:lnTo>
                    <a:pt x="8930815" y="1810668"/>
                  </a:lnTo>
                  <a:lnTo>
                    <a:pt x="8977014" y="1873716"/>
                  </a:lnTo>
                  <a:lnTo>
                    <a:pt x="9023152" y="1934605"/>
                  </a:lnTo>
                  <a:lnTo>
                    <a:pt x="9069278" y="1992946"/>
                  </a:lnTo>
                  <a:lnTo>
                    <a:pt x="9115483" y="2048432"/>
                  </a:lnTo>
                  <a:lnTo>
                    <a:pt x="9161904" y="2100835"/>
                  </a:lnTo>
                  <a:lnTo>
                    <a:pt x="9208731" y="2150012"/>
                  </a:lnTo>
                  <a:lnTo>
                    <a:pt x="9256219" y="2195900"/>
                  </a:lnTo>
                  <a:lnTo>
                    <a:pt x="9304696" y="2238504"/>
                  </a:lnTo>
                  <a:lnTo>
                    <a:pt x="9347647" y="2272688"/>
                  </a:lnTo>
                  <a:lnTo>
                    <a:pt x="9399093" y="2309326"/>
                  </a:lnTo>
                  <a:lnTo>
                    <a:pt x="9452945" y="2342811"/>
                  </a:lnTo>
                  <a:lnTo>
                    <a:pt x="9509868" y="2373252"/>
                  </a:lnTo>
                  <a:lnTo>
                    <a:pt x="9570595" y="2400863"/>
                  </a:lnTo>
                  <a:lnTo>
                    <a:pt x="9635886" y="2425900"/>
                  </a:lnTo>
                  <a:lnTo>
                    <a:pt x="9706485" y="2448629"/>
                  </a:lnTo>
                  <a:lnTo>
                    <a:pt x="9783076" y="2469297"/>
                  </a:lnTo>
                  <a:lnTo>
                    <a:pt x="9866213" y="2488127"/>
                  </a:lnTo>
                  <a:lnTo>
                    <a:pt x="9956238" y="2505302"/>
                  </a:lnTo>
                  <a:lnTo>
                    <a:pt x="10053164" y="2520963"/>
                  </a:lnTo>
                  <a:lnTo>
                    <a:pt x="10156547" y="2535210"/>
                  </a:lnTo>
                  <a:lnTo>
                    <a:pt x="10265343" y="2548098"/>
                  </a:lnTo>
                  <a:lnTo>
                    <a:pt x="10377784" y="2559646"/>
                  </a:lnTo>
                  <a:lnTo>
                    <a:pt x="10491317" y="2569842"/>
                  </a:lnTo>
                  <a:lnTo>
                    <a:pt x="10602651" y="2578658"/>
                  </a:lnTo>
                  <a:lnTo>
                    <a:pt x="10707972" y="2586069"/>
                  </a:lnTo>
                  <a:lnTo>
                    <a:pt x="10803325" y="2592073"/>
                  </a:lnTo>
                  <a:lnTo>
                    <a:pt x="10885141" y="2596712"/>
                  </a:lnTo>
                  <a:lnTo>
                    <a:pt x="10950814" y="2600081"/>
                  </a:lnTo>
                  <a:lnTo>
                    <a:pt x="10999170" y="2602336"/>
                  </a:lnTo>
                  <a:lnTo>
                    <a:pt x="11030742" y="2603679"/>
                  </a:lnTo>
                  <a:lnTo>
                    <a:pt x="11047785" y="2604343"/>
                  </a:lnTo>
                  <a:lnTo>
                    <a:pt x="11054114" y="2604569"/>
                  </a:lnTo>
                  <a:lnTo>
                    <a:pt x="11054891" y="2604595"/>
                  </a:lnTo>
                  <a:lnTo>
                    <a:pt x="12049831" y="2604595"/>
                  </a:lnTo>
                  <a:lnTo>
                    <a:pt x="12049831" y="26045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2" name="pl601"/>
            <p:cNvSpPr/>
            <p:nvPr/>
          </p:nvSpPr>
          <p:spPr>
            <a:xfrm>
              <a:off x="1199187" y="1823576"/>
              <a:ext cx="12049831" cy="2604595"/>
            </a:xfrm>
            <a:custGeom>
              <a:avLst/>
              <a:pathLst>
                <a:path w="12049831" h="2604595">
                  <a:moveTo>
                    <a:pt x="12049831" y="2604595"/>
                  </a:moveTo>
                  <a:lnTo>
                    <a:pt x="11054891" y="2604595"/>
                  </a:lnTo>
                  <a:lnTo>
                    <a:pt x="11053785" y="2604558"/>
                  </a:lnTo>
                  <a:lnTo>
                    <a:pt x="11046484" y="2604294"/>
                  </a:lnTo>
                  <a:lnTo>
                    <a:pt x="11027968" y="2603566"/>
                  </a:lnTo>
                  <a:lnTo>
                    <a:pt x="10994588" y="2602132"/>
                  </a:lnTo>
                  <a:lnTo>
                    <a:pt x="10944275" y="2599761"/>
                  </a:lnTo>
                  <a:lnTo>
                    <a:pt x="10876696" y="2596255"/>
                  </a:lnTo>
                  <a:lnTo>
                    <a:pt x="10793201" y="2591466"/>
                  </a:lnTo>
                  <a:lnTo>
                    <a:pt x="10696536" y="2585305"/>
                  </a:lnTo>
                  <a:lnTo>
                    <a:pt x="10590338" y="2577735"/>
                  </a:lnTo>
                  <a:lnTo>
                    <a:pt x="10478572" y="2568762"/>
                  </a:lnTo>
                  <a:lnTo>
                    <a:pt x="10365011" y="2558413"/>
                  </a:lnTo>
                  <a:lnTo>
                    <a:pt x="10252868" y="2546714"/>
                  </a:lnTo>
                  <a:lnTo>
                    <a:pt x="10144607" y="2533674"/>
                  </a:lnTo>
                  <a:lnTo>
                    <a:pt x="10041911" y="2519271"/>
                  </a:lnTo>
                  <a:lnTo>
                    <a:pt x="9945750" y="2503445"/>
                  </a:lnTo>
                  <a:lnTo>
                    <a:pt x="9856508" y="2486092"/>
                  </a:lnTo>
                  <a:lnTo>
                    <a:pt x="9774130" y="2467065"/>
                  </a:lnTo>
                  <a:lnTo>
                    <a:pt x="9698245" y="2446176"/>
                  </a:lnTo>
                  <a:lnTo>
                    <a:pt x="9628280" y="2423201"/>
                  </a:lnTo>
                  <a:lnTo>
                    <a:pt x="9563542" y="2397887"/>
                  </a:lnTo>
                  <a:lnTo>
                    <a:pt x="9503280" y="2369969"/>
                  </a:lnTo>
                  <a:lnTo>
                    <a:pt x="9446739" y="2339194"/>
                  </a:lnTo>
                  <a:lnTo>
                    <a:pt x="9393190" y="2305357"/>
                  </a:lnTo>
                  <a:lnTo>
                    <a:pt x="9347647" y="2272688"/>
                  </a:lnTo>
                  <a:lnTo>
                    <a:pt x="9297986" y="2232862"/>
                  </a:lnTo>
                  <a:lnTo>
                    <a:pt x="9249667" y="2189811"/>
                  </a:lnTo>
                  <a:lnTo>
                    <a:pt x="9202286" y="2143473"/>
                  </a:lnTo>
                  <a:lnTo>
                    <a:pt x="9155528" y="2093848"/>
                  </a:lnTo>
                  <a:lnTo>
                    <a:pt x="9109147" y="2041012"/>
                  </a:lnTo>
                  <a:lnTo>
                    <a:pt x="9062960" y="1985121"/>
                  </a:lnTo>
                  <a:lnTo>
                    <a:pt x="9016836" y="1926410"/>
                  </a:lnTo>
                  <a:lnTo>
                    <a:pt x="8970692" y="1865201"/>
                  </a:lnTo>
                  <a:lnTo>
                    <a:pt x="8924483" y="1801892"/>
                  </a:lnTo>
                  <a:lnTo>
                    <a:pt x="8878197" y="1736951"/>
                  </a:lnTo>
                  <a:lnTo>
                    <a:pt x="8831847" y="1670902"/>
                  </a:lnTo>
                  <a:lnTo>
                    <a:pt x="8785462" y="1604310"/>
                  </a:lnTo>
                  <a:lnTo>
                    <a:pt x="8739080" y="1537757"/>
                  </a:lnTo>
                  <a:lnTo>
                    <a:pt x="8692737" y="1471828"/>
                  </a:lnTo>
                  <a:lnTo>
                    <a:pt x="8646462" y="1407080"/>
                  </a:lnTo>
                  <a:lnTo>
                    <a:pt x="8600263" y="1344032"/>
                  </a:lnTo>
                  <a:lnTo>
                    <a:pt x="8554125" y="1283144"/>
                  </a:lnTo>
                  <a:lnTo>
                    <a:pt x="8507998" y="1224802"/>
                  </a:lnTo>
                  <a:lnTo>
                    <a:pt x="8461793" y="1169317"/>
                  </a:lnTo>
                  <a:lnTo>
                    <a:pt x="8415373" y="1116913"/>
                  </a:lnTo>
                  <a:lnTo>
                    <a:pt x="8368546" y="1067736"/>
                  </a:lnTo>
                  <a:lnTo>
                    <a:pt x="8321057" y="1021849"/>
                  </a:lnTo>
                  <a:lnTo>
                    <a:pt x="8272580" y="979245"/>
                  </a:lnTo>
                  <a:lnTo>
                    <a:pt x="8229629" y="945061"/>
                  </a:lnTo>
                  <a:lnTo>
                    <a:pt x="8178183" y="908422"/>
                  </a:lnTo>
                  <a:lnTo>
                    <a:pt x="8124332" y="874938"/>
                  </a:lnTo>
                  <a:lnTo>
                    <a:pt x="8067408" y="844496"/>
                  </a:lnTo>
                  <a:lnTo>
                    <a:pt x="8006681" y="816885"/>
                  </a:lnTo>
                  <a:lnTo>
                    <a:pt x="7941391" y="791848"/>
                  </a:lnTo>
                  <a:lnTo>
                    <a:pt x="7870792" y="769120"/>
                  </a:lnTo>
                  <a:lnTo>
                    <a:pt x="7794201" y="748451"/>
                  </a:lnTo>
                  <a:lnTo>
                    <a:pt x="7711064" y="729621"/>
                  </a:lnTo>
                  <a:lnTo>
                    <a:pt x="7621039" y="712447"/>
                  </a:lnTo>
                  <a:lnTo>
                    <a:pt x="7524113" y="696785"/>
                  </a:lnTo>
                  <a:lnTo>
                    <a:pt x="7420729" y="682539"/>
                  </a:lnTo>
                  <a:lnTo>
                    <a:pt x="7311933" y="669650"/>
                  </a:lnTo>
                  <a:lnTo>
                    <a:pt x="7199492" y="658102"/>
                  </a:lnTo>
                  <a:lnTo>
                    <a:pt x="7085960" y="647906"/>
                  </a:lnTo>
                  <a:lnTo>
                    <a:pt x="6974625" y="639090"/>
                  </a:lnTo>
                  <a:lnTo>
                    <a:pt x="6869304" y="631679"/>
                  </a:lnTo>
                  <a:lnTo>
                    <a:pt x="6773952" y="625675"/>
                  </a:lnTo>
                  <a:lnTo>
                    <a:pt x="6692135" y="621037"/>
                  </a:lnTo>
                  <a:lnTo>
                    <a:pt x="6626462" y="617667"/>
                  </a:lnTo>
                  <a:lnTo>
                    <a:pt x="6578106" y="615412"/>
                  </a:lnTo>
                  <a:lnTo>
                    <a:pt x="6546535" y="614069"/>
                  </a:lnTo>
                  <a:lnTo>
                    <a:pt x="6529491" y="613406"/>
                  </a:lnTo>
                  <a:lnTo>
                    <a:pt x="6523163" y="613179"/>
                  </a:lnTo>
                  <a:lnTo>
                    <a:pt x="6522385" y="613154"/>
                  </a:lnTo>
                  <a:lnTo>
                    <a:pt x="5527445" y="613154"/>
                  </a:lnTo>
                  <a:lnTo>
                    <a:pt x="5526312" y="613142"/>
                  </a:lnTo>
                  <a:lnTo>
                    <a:pt x="5518832" y="613059"/>
                  </a:lnTo>
                  <a:lnTo>
                    <a:pt x="5499875" y="612829"/>
                  </a:lnTo>
                  <a:lnTo>
                    <a:pt x="5465731" y="612376"/>
                  </a:lnTo>
                  <a:lnTo>
                    <a:pt x="5414330" y="611627"/>
                  </a:lnTo>
                  <a:lnTo>
                    <a:pt x="5345397" y="610521"/>
                  </a:lnTo>
                  <a:lnTo>
                    <a:pt x="5260393" y="609012"/>
                  </a:lnTo>
                  <a:lnTo>
                    <a:pt x="5162195" y="607071"/>
                  </a:lnTo>
                  <a:lnTo>
                    <a:pt x="5054572" y="604690"/>
                  </a:lnTo>
                  <a:lnTo>
                    <a:pt x="4941589" y="601869"/>
                  </a:lnTo>
                  <a:lnTo>
                    <a:pt x="4827080" y="598618"/>
                  </a:lnTo>
                  <a:lnTo>
                    <a:pt x="4714278" y="594946"/>
                  </a:lnTo>
                  <a:lnTo>
                    <a:pt x="4605632" y="590853"/>
                  </a:lnTo>
                  <a:lnTo>
                    <a:pt x="4502784" y="586332"/>
                  </a:lnTo>
                  <a:lnTo>
                    <a:pt x="4406654" y="581363"/>
                  </a:lnTo>
                  <a:lnTo>
                    <a:pt x="4317576" y="575910"/>
                  </a:lnTo>
                  <a:lnTo>
                    <a:pt x="4235441" y="569926"/>
                  </a:lnTo>
                  <a:lnTo>
                    <a:pt x="4159837" y="563349"/>
                  </a:lnTo>
                  <a:lnTo>
                    <a:pt x="4090151" y="556108"/>
                  </a:lnTo>
                  <a:lnTo>
                    <a:pt x="4025660" y="548121"/>
                  </a:lnTo>
                  <a:lnTo>
                    <a:pt x="3965593" y="539305"/>
                  </a:lnTo>
                  <a:lnTo>
                    <a:pt x="3909174" y="529582"/>
                  </a:lnTo>
                  <a:lnTo>
                    <a:pt x="3855668" y="518891"/>
                  </a:lnTo>
                  <a:lnTo>
                    <a:pt x="3820202" y="510961"/>
                  </a:lnTo>
                  <a:lnTo>
                    <a:pt x="3760418" y="496031"/>
                  </a:lnTo>
                  <a:lnTo>
                    <a:pt x="3702464" y="479646"/>
                  </a:lnTo>
                  <a:lnTo>
                    <a:pt x="3645678" y="461783"/>
                  </a:lnTo>
                  <a:lnTo>
                    <a:pt x="3589568" y="442463"/>
                  </a:lnTo>
                  <a:lnTo>
                    <a:pt x="3533784" y="421758"/>
                  </a:lnTo>
                  <a:lnTo>
                    <a:pt x="3478089" y="399794"/>
                  </a:lnTo>
                  <a:lnTo>
                    <a:pt x="3422346" y="376750"/>
                  </a:lnTo>
                  <a:lnTo>
                    <a:pt x="3366497" y="352856"/>
                  </a:lnTo>
                  <a:lnTo>
                    <a:pt x="3310546" y="328383"/>
                  </a:lnTo>
                  <a:lnTo>
                    <a:pt x="3254537" y="303632"/>
                  </a:lnTo>
                  <a:lnTo>
                    <a:pt x="3198537" y="278919"/>
                  </a:lnTo>
                  <a:lnTo>
                    <a:pt x="3142607" y="254557"/>
                  </a:lnTo>
                  <a:lnTo>
                    <a:pt x="3086785" y="230841"/>
                  </a:lnTo>
                  <a:lnTo>
                    <a:pt x="3031061" y="208035"/>
                  </a:lnTo>
                  <a:lnTo>
                    <a:pt x="2975361" y="186356"/>
                  </a:lnTo>
                  <a:lnTo>
                    <a:pt x="2919525" y="165970"/>
                  </a:lnTo>
                  <a:lnTo>
                    <a:pt x="2863291" y="146992"/>
                  </a:lnTo>
                  <a:lnTo>
                    <a:pt x="2806278" y="129480"/>
                  </a:lnTo>
                  <a:lnTo>
                    <a:pt x="2747956" y="113444"/>
                  </a:lnTo>
                  <a:lnTo>
                    <a:pt x="2702183" y="102192"/>
                  </a:lnTo>
                  <a:lnTo>
                    <a:pt x="2650295" y="90820"/>
                  </a:lnTo>
                  <a:lnTo>
                    <a:pt x="2595955" y="80436"/>
                  </a:lnTo>
                  <a:lnTo>
                    <a:pt x="2538479" y="71004"/>
                  </a:lnTo>
                  <a:lnTo>
                    <a:pt x="2477116" y="62455"/>
                  </a:lnTo>
                  <a:lnTo>
                    <a:pt x="2411086" y="54710"/>
                  </a:lnTo>
                  <a:lnTo>
                    <a:pt x="2339627" y="47685"/>
                  </a:lnTo>
                  <a:lnTo>
                    <a:pt x="2262044" y="41300"/>
                  </a:lnTo>
                  <a:lnTo>
                    <a:pt x="2177775" y="35488"/>
                  </a:lnTo>
                  <a:lnTo>
                    <a:pt x="2086491" y="30190"/>
                  </a:lnTo>
                  <a:lnTo>
                    <a:pt x="1988205" y="25364"/>
                  </a:lnTo>
                  <a:lnTo>
                    <a:pt x="1883418" y="20978"/>
                  </a:lnTo>
                  <a:lnTo>
                    <a:pt x="1773261" y="17017"/>
                  </a:lnTo>
                  <a:lnTo>
                    <a:pt x="1659625" y="13475"/>
                  </a:lnTo>
                  <a:lnTo>
                    <a:pt x="1545212" y="10357"/>
                  </a:lnTo>
                  <a:lnTo>
                    <a:pt x="1433470" y="7673"/>
                  </a:lnTo>
                  <a:lnTo>
                    <a:pt x="1328353" y="5429"/>
                  </a:lnTo>
                  <a:lnTo>
                    <a:pt x="1233897" y="3625"/>
                  </a:lnTo>
                  <a:lnTo>
                    <a:pt x="1153656" y="2245"/>
                  </a:lnTo>
                  <a:lnTo>
                    <a:pt x="1090114" y="1257"/>
                  </a:lnTo>
                  <a:lnTo>
                    <a:pt x="1044212" y="607"/>
                  </a:lnTo>
                  <a:lnTo>
                    <a:pt x="1015110" y="232"/>
                  </a:lnTo>
                  <a:lnTo>
                    <a:pt x="1000202" y="56"/>
                  </a:lnTo>
                  <a:lnTo>
                    <a:pt x="995315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3" name="pg602"/>
            <p:cNvSpPr/>
            <p:nvPr/>
          </p:nvSpPr>
          <p:spPr>
            <a:xfrm>
              <a:off x="1199187" y="1834057"/>
              <a:ext cx="12049831" cy="2908551"/>
            </a:xfrm>
            <a:custGeom>
              <a:avLst/>
              <a:pathLst>
                <a:path w="12049831" h="2908551">
                  <a:moveTo>
                    <a:pt x="0" y="5240"/>
                  </a:moveTo>
                  <a:lnTo>
                    <a:pt x="994940" y="5240"/>
                  </a:lnTo>
                  <a:lnTo>
                    <a:pt x="996073" y="5252"/>
                  </a:lnTo>
                  <a:lnTo>
                    <a:pt x="1003553" y="5337"/>
                  </a:lnTo>
                  <a:lnTo>
                    <a:pt x="1022508" y="5570"/>
                  </a:lnTo>
                  <a:lnTo>
                    <a:pt x="1056649" y="6031"/>
                  </a:lnTo>
                  <a:lnTo>
                    <a:pt x="1108046" y="6792"/>
                  </a:lnTo>
                  <a:lnTo>
                    <a:pt x="1176973" y="7917"/>
                  </a:lnTo>
                  <a:lnTo>
                    <a:pt x="1261972" y="9453"/>
                  </a:lnTo>
                  <a:lnTo>
                    <a:pt x="1360164" y="11426"/>
                  </a:lnTo>
                  <a:lnTo>
                    <a:pt x="1467782" y="13848"/>
                  </a:lnTo>
                  <a:lnTo>
                    <a:pt x="1580761" y="16717"/>
                  </a:lnTo>
                  <a:lnTo>
                    <a:pt x="1695266" y="20023"/>
                  </a:lnTo>
                  <a:lnTo>
                    <a:pt x="1808066" y="23758"/>
                  </a:lnTo>
                  <a:lnTo>
                    <a:pt x="1916711" y="27920"/>
                  </a:lnTo>
                  <a:lnTo>
                    <a:pt x="2019559" y="32518"/>
                  </a:lnTo>
                  <a:lnTo>
                    <a:pt x="2115688" y="37572"/>
                  </a:lnTo>
                  <a:lnTo>
                    <a:pt x="2204767" y="43118"/>
                  </a:lnTo>
                  <a:lnTo>
                    <a:pt x="2286902" y="49204"/>
                  </a:lnTo>
                  <a:lnTo>
                    <a:pt x="2362508" y="55892"/>
                  </a:lnTo>
                  <a:lnTo>
                    <a:pt x="2432195" y="63257"/>
                  </a:lnTo>
                  <a:lnTo>
                    <a:pt x="2496686" y="71379"/>
                  </a:lnTo>
                  <a:lnTo>
                    <a:pt x="2556755" y="80345"/>
                  </a:lnTo>
                  <a:lnTo>
                    <a:pt x="2613174" y="90233"/>
                  </a:lnTo>
                  <a:lnTo>
                    <a:pt x="2666680" y="101106"/>
                  </a:lnTo>
                  <a:lnTo>
                    <a:pt x="2702183" y="109179"/>
                  </a:lnTo>
                  <a:lnTo>
                    <a:pt x="2761907" y="124348"/>
                  </a:lnTo>
                  <a:lnTo>
                    <a:pt x="2819805" y="140994"/>
                  </a:lnTo>
                  <a:lnTo>
                    <a:pt x="2876536" y="159141"/>
                  </a:lnTo>
                  <a:lnTo>
                    <a:pt x="2932590" y="178766"/>
                  </a:lnTo>
                  <a:lnTo>
                    <a:pt x="2988318" y="199797"/>
                  </a:lnTo>
                  <a:lnTo>
                    <a:pt x="3043957" y="222108"/>
                  </a:lnTo>
                  <a:lnTo>
                    <a:pt x="3099643" y="245515"/>
                  </a:lnTo>
                  <a:lnTo>
                    <a:pt x="3155434" y="269788"/>
                  </a:lnTo>
                  <a:lnTo>
                    <a:pt x="3211328" y="294650"/>
                  </a:lnTo>
                  <a:lnTo>
                    <a:pt x="3267280" y="319797"/>
                  </a:lnTo>
                  <a:lnTo>
                    <a:pt x="3323224" y="344910"/>
                  </a:lnTo>
                  <a:lnTo>
                    <a:pt x="3379098" y="369669"/>
                  </a:lnTo>
                  <a:lnTo>
                    <a:pt x="3434865" y="393775"/>
                  </a:lnTo>
                  <a:lnTo>
                    <a:pt x="3490534" y="416962"/>
                  </a:lnTo>
                  <a:lnTo>
                    <a:pt x="3546177" y="439008"/>
                  </a:lnTo>
                  <a:lnTo>
                    <a:pt x="3601952" y="459743"/>
                  </a:lnTo>
                  <a:lnTo>
                    <a:pt x="3658119" y="479050"/>
                  </a:lnTo>
                  <a:lnTo>
                    <a:pt x="3715057" y="496870"/>
                  </a:lnTo>
                  <a:lnTo>
                    <a:pt x="3773289" y="513191"/>
                  </a:lnTo>
                  <a:lnTo>
                    <a:pt x="3820202" y="524936"/>
                  </a:lnTo>
                  <a:lnTo>
                    <a:pt x="3872088" y="536502"/>
                  </a:lnTo>
                  <a:lnTo>
                    <a:pt x="3926426" y="547063"/>
                  </a:lnTo>
                  <a:lnTo>
                    <a:pt x="3983900" y="556657"/>
                  </a:lnTo>
                  <a:lnTo>
                    <a:pt x="4045261" y="565351"/>
                  </a:lnTo>
                  <a:lnTo>
                    <a:pt x="4111288" y="573228"/>
                  </a:lnTo>
                  <a:lnTo>
                    <a:pt x="4182744" y="580374"/>
                  </a:lnTo>
                  <a:lnTo>
                    <a:pt x="4260324" y="586868"/>
                  </a:lnTo>
                  <a:lnTo>
                    <a:pt x="4344588" y="592779"/>
                  </a:lnTo>
                  <a:lnTo>
                    <a:pt x="4435868" y="598167"/>
                  </a:lnTo>
                  <a:lnTo>
                    <a:pt x="4534149" y="603076"/>
                  </a:lnTo>
                  <a:lnTo>
                    <a:pt x="4638931" y="607537"/>
                  </a:lnTo>
                  <a:lnTo>
                    <a:pt x="4749082" y="611566"/>
                  </a:lnTo>
                  <a:lnTo>
                    <a:pt x="4862714" y="615168"/>
                  </a:lnTo>
                  <a:lnTo>
                    <a:pt x="4977124" y="618339"/>
                  </a:lnTo>
                  <a:lnTo>
                    <a:pt x="5088865" y="621070"/>
                  </a:lnTo>
                  <a:lnTo>
                    <a:pt x="5193982" y="623352"/>
                  </a:lnTo>
                  <a:lnTo>
                    <a:pt x="5288442" y="625187"/>
                  </a:lnTo>
                  <a:lnTo>
                    <a:pt x="5368689" y="626591"/>
                  </a:lnTo>
                  <a:lnTo>
                    <a:pt x="5432239" y="627597"/>
                  </a:lnTo>
                  <a:lnTo>
                    <a:pt x="5478150" y="628257"/>
                  </a:lnTo>
                  <a:lnTo>
                    <a:pt x="5507261" y="628639"/>
                  </a:lnTo>
                  <a:lnTo>
                    <a:pt x="5522177" y="628818"/>
                  </a:lnTo>
                  <a:lnTo>
                    <a:pt x="5527069" y="628872"/>
                  </a:lnTo>
                  <a:lnTo>
                    <a:pt x="5527445" y="628876"/>
                  </a:lnTo>
                  <a:lnTo>
                    <a:pt x="6522385" y="628876"/>
                  </a:lnTo>
                  <a:lnTo>
                    <a:pt x="6523482" y="628918"/>
                  </a:lnTo>
                  <a:lnTo>
                    <a:pt x="6530724" y="629217"/>
                  </a:lnTo>
                  <a:lnTo>
                    <a:pt x="6549095" y="630043"/>
                  </a:lnTo>
                  <a:lnTo>
                    <a:pt x="6582222" y="631671"/>
                  </a:lnTo>
                  <a:lnTo>
                    <a:pt x="6632175" y="634363"/>
                  </a:lnTo>
                  <a:lnTo>
                    <a:pt x="6699305" y="638343"/>
                  </a:lnTo>
                  <a:lnTo>
                    <a:pt x="6782297" y="643781"/>
                  </a:lnTo>
                  <a:lnTo>
                    <a:pt x="6878451" y="650781"/>
                  </a:lnTo>
                  <a:lnTo>
                    <a:pt x="6984171" y="659384"/>
                  </a:lnTo>
                  <a:lnTo>
                    <a:pt x="7095527" y="669584"/>
                  </a:lnTo>
                  <a:lnTo>
                    <a:pt x="7208766" y="681353"/>
                  </a:lnTo>
                  <a:lnTo>
                    <a:pt x="7320684" y="694658"/>
                  </a:lnTo>
                  <a:lnTo>
                    <a:pt x="7428809" y="709490"/>
                  </a:lnTo>
                  <a:lnTo>
                    <a:pt x="7531449" y="725871"/>
                  </a:lnTo>
                  <a:lnTo>
                    <a:pt x="7627617" y="743868"/>
                  </a:lnTo>
                  <a:lnTo>
                    <a:pt x="7716910" y="763598"/>
                  </a:lnTo>
                  <a:lnTo>
                    <a:pt x="7799367" y="785225"/>
                  </a:lnTo>
                  <a:lnTo>
                    <a:pt x="7875345" y="808960"/>
                  </a:lnTo>
                  <a:lnTo>
                    <a:pt x="7945404" y="835057"/>
                  </a:lnTo>
                  <a:lnTo>
                    <a:pt x="8010227" y="863799"/>
                  </a:lnTo>
                  <a:lnTo>
                    <a:pt x="8070555" y="895488"/>
                  </a:lnTo>
                  <a:lnTo>
                    <a:pt x="8127141" y="930414"/>
                  </a:lnTo>
                  <a:lnTo>
                    <a:pt x="8180707" y="968814"/>
                  </a:lnTo>
                  <a:lnTo>
                    <a:pt x="8229629" y="1008822"/>
                  </a:lnTo>
                  <a:lnTo>
                    <a:pt x="8277291" y="1052477"/>
                  </a:lnTo>
                  <a:lnTo>
                    <a:pt x="8323701" y="1099525"/>
                  </a:lnTo>
                  <a:lnTo>
                    <a:pt x="8369221" y="1150033"/>
                  </a:lnTo>
                  <a:lnTo>
                    <a:pt x="8414137" y="1204006"/>
                  </a:lnTo>
                  <a:lnTo>
                    <a:pt x="8458674" y="1261380"/>
                  </a:lnTo>
                  <a:lnTo>
                    <a:pt x="8503002" y="1322013"/>
                  </a:lnTo>
                  <a:lnTo>
                    <a:pt x="8547248" y="1385684"/>
                  </a:lnTo>
                  <a:lnTo>
                    <a:pt x="8591494" y="1452092"/>
                  </a:lnTo>
                  <a:lnTo>
                    <a:pt x="8635790" y="1520858"/>
                  </a:lnTo>
                  <a:lnTo>
                    <a:pt x="8680156" y="1591533"/>
                  </a:lnTo>
                  <a:lnTo>
                    <a:pt x="8724588" y="1663605"/>
                  </a:lnTo>
                  <a:lnTo>
                    <a:pt x="8769067" y="1736522"/>
                  </a:lnTo>
                  <a:lnTo>
                    <a:pt x="8813560" y="1809699"/>
                  </a:lnTo>
                  <a:lnTo>
                    <a:pt x="8858034" y="1882544"/>
                  </a:lnTo>
                  <a:lnTo>
                    <a:pt x="8902459" y="1954477"/>
                  </a:lnTo>
                  <a:lnTo>
                    <a:pt x="8946817" y="2024948"/>
                  </a:lnTo>
                  <a:lnTo>
                    <a:pt x="8991105" y="2093453"/>
                  </a:lnTo>
                  <a:lnTo>
                    <a:pt x="9035348" y="2159551"/>
                  </a:lnTo>
                  <a:lnTo>
                    <a:pt x="9079598" y="2222871"/>
                  </a:lnTo>
                  <a:lnTo>
                    <a:pt x="9123944" y="2283122"/>
                  </a:lnTo>
                  <a:lnTo>
                    <a:pt x="9168517" y="2340093"/>
                  </a:lnTo>
                  <a:lnTo>
                    <a:pt x="9213492" y="2393651"/>
                  </a:lnTo>
                  <a:lnTo>
                    <a:pt x="9259103" y="2443742"/>
                  </a:lnTo>
                  <a:lnTo>
                    <a:pt x="9305643" y="2490377"/>
                  </a:lnTo>
                  <a:lnTo>
                    <a:pt x="9347647" y="2528605"/>
                  </a:lnTo>
                  <a:lnTo>
                    <a:pt x="9398946" y="2570434"/>
                  </a:lnTo>
                  <a:lnTo>
                    <a:pt x="9452635" y="2608672"/>
                  </a:lnTo>
                  <a:lnTo>
                    <a:pt x="9509374" y="2643446"/>
                  </a:lnTo>
                  <a:lnTo>
                    <a:pt x="9569890" y="2674995"/>
                  </a:lnTo>
                  <a:lnTo>
                    <a:pt x="9634935" y="2703610"/>
                  </a:lnTo>
                  <a:lnTo>
                    <a:pt x="9705248" y="2729594"/>
                  </a:lnTo>
                  <a:lnTo>
                    <a:pt x="9781509" y="2753228"/>
                  </a:lnTo>
                  <a:lnTo>
                    <a:pt x="9864271" y="2774764"/>
                  </a:lnTo>
                  <a:lnTo>
                    <a:pt x="9953878" y="2794412"/>
                  </a:lnTo>
                  <a:lnTo>
                    <a:pt x="10050352" y="2812334"/>
                  </a:lnTo>
                  <a:lnTo>
                    <a:pt x="10153268" y="2828644"/>
                  </a:lnTo>
                  <a:lnTo>
                    <a:pt x="10261608" y="2843406"/>
                  </a:lnTo>
                  <a:lnTo>
                    <a:pt x="10373645" y="2856642"/>
                  </a:lnTo>
                  <a:lnTo>
                    <a:pt x="10486874" y="2868340"/>
                  </a:lnTo>
                  <a:lnTo>
                    <a:pt x="10598058" y="2878469"/>
                  </a:lnTo>
                  <a:lnTo>
                    <a:pt x="10703428" y="2886998"/>
                  </a:lnTo>
                  <a:lnTo>
                    <a:pt x="10799057" y="2893926"/>
                  </a:lnTo>
                  <a:lnTo>
                    <a:pt x="10881379" y="2899295"/>
                  </a:lnTo>
                  <a:lnTo>
                    <a:pt x="10947746" y="2903213"/>
                  </a:lnTo>
                  <a:lnTo>
                    <a:pt x="10996914" y="2905851"/>
                  </a:lnTo>
                  <a:lnTo>
                    <a:pt x="11029314" y="2907437"/>
                  </a:lnTo>
                  <a:lnTo>
                    <a:pt x="11047089" y="2908233"/>
                  </a:lnTo>
                  <a:lnTo>
                    <a:pt x="11053935" y="2908515"/>
                  </a:lnTo>
                  <a:lnTo>
                    <a:pt x="11054891" y="2908551"/>
                  </a:lnTo>
                  <a:lnTo>
                    <a:pt x="12049831" y="2908551"/>
                  </a:lnTo>
                  <a:lnTo>
                    <a:pt x="12049831" y="2903311"/>
                  </a:lnTo>
                  <a:lnTo>
                    <a:pt x="11054891" y="2903311"/>
                  </a:lnTo>
                  <a:lnTo>
                    <a:pt x="11053794" y="2903269"/>
                  </a:lnTo>
                  <a:lnTo>
                    <a:pt x="11046552" y="2902970"/>
                  </a:lnTo>
                  <a:lnTo>
                    <a:pt x="11028182" y="2902144"/>
                  </a:lnTo>
                  <a:lnTo>
                    <a:pt x="10995054" y="2900516"/>
                  </a:lnTo>
                  <a:lnTo>
                    <a:pt x="10945102" y="2897824"/>
                  </a:lnTo>
                  <a:lnTo>
                    <a:pt x="10877971" y="2893843"/>
                  </a:lnTo>
                  <a:lnTo>
                    <a:pt x="10794979" y="2888405"/>
                  </a:lnTo>
                  <a:lnTo>
                    <a:pt x="10698825" y="2881405"/>
                  </a:lnTo>
                  <a:lnTo>
                    <a:pt x="10593106" y="2872803"/>
                  </a:lnTo>
                  <a:lnTo>
                    <a:pt x="10481750" y="2862602"/>
                  </a:lnTo>
                  <a:lnTo>
                    <a:pt x="10368510" y="2850834"/>
                  </a:lnTo>
                  <a:lnTo>
                    <a:pt x="10256593" y="2837528"/>
                  </a:lnTo>
                  <a:lnTo>
                    <a:pt x="10148467" y="2822697"/>
                  </a:lnTo>
                  <a:lnTo>
                    <a:pt x="10045827" y="2806316"/>
                  </a:lnTo>
                  <a:lnTo>
                    <a:pt x="9949659" y="2788318"/>
                  </a:lnTo>
                  <a:lnTo>
                    <a:pt x="9860367" y="2768588"/>
                  </a:lnTo>
                  <a:lnTo>
                    <a:pt x="9777909" y="2746961"/>
                  </a:lnTo>
                  <a:lnTo>
                    <a:pt x="9701931" y="2723226"/>
                  </a:lnTo>
                  <a:lnTo>
                    <a:pt x="9631873" y="2697130"/>
                  </a:lnTo>
                  <a:lnTo>
                    <a:pt x="9567050" y="2668387"/>
                  </a:lnTo>
                  <a:lnTo>
                    <a:pt x="9506722" y="2636698"/>
                  </a:lnTo>
                  <a:lnTo>
                    <a:pt x="9450136" y="2601772"/>
                  </a:lnTo>
                  <a:lnTo>
                    <a:pt x="9396569" y="2563372"/>
                  </a:lnTo>
                  <a:lnTo>
                    <a:pt x="9347647" y="2523365"/>
                  </a:lnTo>
                  <a:lnTo>
                    <a:pt x="9299986" y="2479709"/>
                  </a:lnTo>
                  <a:lnTo>
                    <a:pt x="9253576" y="2432661"/>
                  </a:lnTo>
                  <a:lnTo>
                    <a:pt x="9208056" y="2382153"/>
                  </a:lnTo>
                  <a:lnTo>
                    <a:pt x="9163140" y="2328180"/>
                  </a:lnTo>
                  <a:lnTo>
                    <a:pt x="9118603" y="2270807"/>
                  </a:lnTo>
                  <a:lnTo>
                    <a:pt x="9074274" y="2210174"/>
                  </a:lnTo>
                  <a:lnTo>
                    <a:pt x="9030029" y="2146503"/>
                  </a:lnTo>
                  <a:lnTo>
                    <a:pt x="8985783" y="2080094"/>
                  </a:lnTo>
                  <a:lnTo>
                    <a:pt x="8941487" y="2011328"/>
                  </a:lnTo>
                  <a:lnTo>
                    <a:pt x="8897120" y="1940654"/>
                  </a:lnTo>
                  <a:lnTo>
                    <a:pt x="8852688" y="1868581"/>
                  </a:lnTo>
                  <a:lnTo>
                    <a:pt x="8808210" y="1795665"/>
                  </a:lnTo>
                  <a:lnTo>
                    <a:pt x="8763717" y="1722488"/>
                  </a:lnTo>
                  <a:lnTo>
                    <a:pt x="8719243" y="1649642"/>
                  </a:lnTo>
                  <a:lnTo>
                    <a:pt x="8674817" y="1577709"/>
                  </a:lnTo>
                  <a:lnTo>
                    <a:pt x="8630460" y="1507238"/>
                  </a:lnTo>
                  <a:lnTo>
                    <a:pt x="8586171" y="1438733"/>
                  </a:lnTo>
                  <a:lnTo>
                    <a:pt x="8541929" y="1372636"/>
                  </a:lnTo>
                  <a:lnTo>
                    <a:pt x="8497678" y="1309315"/>
                  </a:lnTo>
                  <a:lnTo>
                    <a:pt x="8453332" y="1249064"/>
                  </a:lnTo>
                  <a:lnTo>
                    <a:pt x="8408760" y="1192094"/>
                  </a:lnTo>
                  <a:lnTo>
                    <a:pt x="8363784" y="1138535"/>
                  </a:lnTo>
                  <a:lnTo>
                    <a:pt x="8318174" y="1088445"/>
                  </a:lnTo>
                  <a:lnTo>
                    <a:pt x="8271634" y="1041810"/>
                  </a:lnTo>
                  <a:lnTo>
                    <a:pt x="8229629" y="1003581"/>
                  </a:lnTo>
                  <a:lnTo>
                    <a:pt x="8178331" y="961753"/>
                  </a:lnTo>
                  <a:lnTo>
                    <a:pt x="8124642" y="923514"/>
                  </a:lnTo>
                  <a:lnTo>
                    <a:pt x="8067902" y="888741"/>
                  </a:lnTo>
                  <a:lnTo>
                    <a:pt x="8007387" y="857192"/>
                  </a:lnTo>
                  <a:lnTo>
                    <a:pt x="7942342" y="828576"/>
                  </a:lnTo>
                  <a:lnTo>
                    <a:pt x="7872028" y="802593"/>
                  </a:lnTo>
                  <a:lnTo>
                    <a:pt x="7795767" y="778959"/>
                  </a:lnTo>
                  <a:lnTo>
                    <a:pt x="7713005" y="757422"/>
                  </a:lnTo>
                  <a:lnTo>
                    <a:pt x="7623399" y="737774"/>
                  </a:lnTo>
                  <a:lnTo>
                    <a:pt x="7526924" y="719852"/>
                  </a:lnTo>
                  <a:lnTo>
                    <a:pt x="7424009" y="703543"/>
                  </a:lnTo>
                  <a:lnTo>
                    <a:pt x="7315668" y="688780"/>
                  </a:lnTo>
                  <a:lnTo>
                    <a:pt x="7203632" y="675544"/>
                  </a:lnTo>
                  <a:lnTo>
                    <a:pt x="7090403" y="663846"/>
                  </a:lnTo>
                  <a:lnTo>
                    <a:pt x="6979219" y="653718"/>
                  </a:lnTo>
                  <a:lnTo>
                    <a:pt x="6873849" y="645188"/>
                  </a:lnTo>
                  <a:lnTo>
                    <a:pt x="6778219" y="638261"/>
                  </a:lnTo>
                  <a:lnTo>
                    <a:pt x="6695898" y="632891"/>
                  </a:lnTo>
                  <a:lnTo>
                    <a:pt x="6629530" y="628973"/>
                  </a:lnTo>
                  <a:lnTo>
                    <a:pt x="6580363" y="626335"/>
                  </a:lnTo>
                  <a:lnTo>
                    <a:pt x="6547963" y="624749"/>
                  </a:lnTo>
                  <a:lnTo>
                    <a:pt x="6530187" y="623953"/>
                  </a:lnTo>
                  <a:lnTo>
                    <a:pt x="6523342" y="623671"/>
                  </a:lnTo>
                  <a:lnTo>
                    <a:pt x="6522385" y="623635"/>
                  </a:lnTo>
                  <a:lnTo>
                    <a:pt x="5527445" y="623635"/>
                  </a:lnTo>
                  <a:lnTo>
                    <a:pt x="5526312" y="623623"/>
                  </a:lnTo>
                  <a:lnTo>
                    <a:pt x="5518832" y="623538"/>
                  </a:lnTo>
                  <a:lnTo>
                    <a:pt x="5499877" y="623305"/>
                  </a:lnTo>
                  <a:lnTo>
                    <a:pt x="5465736" y="622844"/>
                  </a:lnTo>
                  <a:lnTo>
                    <a:pt x="5414339" y="622083"/>
                  </a:lnTo>
                  <a:lnTo>
                    <a:pt x="5345412" y="620958"/>
                  </a:lnTo>
                  <a:lnTo>
                    <a:pt x="5260413" y="619423"/>
                  </a:lnTo>
                  <a:lnTo>
                    <a:pt x="5162221" y="617449"/>
                  </a:lnTo>
                  <a:lnTo>
                    <a:pt x="5054603" y="615027"/>
                  </a:lnTo>
                  <a:lnTo>
                    <a:pt x="4941624" y="612158"/>
                  </a:lnTo>
                  <a:lnTo>
                    <a:pt x="4827119" y="608852"/>
                  </a:lnTo>
                  <a:lnTo>
                    <a:pt x="4714319" y="605117"/>
                  </a:lnTo>
                  <a:lnTo>
                    <a:pt x="4605674" y="600955"/>
                  </a:lnTo>
                  <a:lnTo>
                    <a:pt x="4502826" y="596357"/>
                  </a:lnTo>
                  <a:lnTo>
                    <a:pt x="4406697" y="591303"/>
                  </a:lnTo>
                  <a:lnTo>
                    <a:pt x="4317618" y="585757"/>
                  </a:lnTo>
                  <a:lnTo>
                    <a:pt x="4235483" y="579671"/>
                  </a:lnTo>
                  <a:lnTo>
                    <a:pt x="4159877" y="572983"/>
                  </a:lnTo>
                  <a:lnTo>
                    <a:pt x="4090190" y="565618"/>
                  </a:lnTo>
                  <a:lnTo>
                    <a:pt x="4025699" y="557496"/>
                  </a:lnTo>
                  <a:lnTo>
                    <a:pt x="3965630" y="548530"/>
                  </a:lnTo>
                  <a:lnTo>
                    <a:pt x="3909211" y="538642"/>
                  </a:lnTo>
                  <a:lnTo>
                    <a:pt x="3855705" y="527769"/>
                  </a:lnTo>
                  <a:lnTo>
                    <a:pt x="3820202" y="519696"/>
                  </a:lnTo>
                  <a:lnTo>
                    <a:pt x="3760478" y="504527"/>
                  </a:lnTo>
                  <a:lnTo>
                    <a:pt x="3702580" y="487881"/>
                  </a:lnTo>
                  <a:lnTo>
                    <a:pt x="3645849" y="469735"/>
                  </a:lnTo>
                  <a:lnTo>
                    <a:pt x="3589795" y="450109"/>
                  </a:lnTo>
                  <a:lnTo>
                    <a:pt x="3534067" y="429078"/>
                  </a:lnTo>
                  <a:lnTo>
                    <a:pt x="3478428" y="406767"/>
                  </a:lnTo>
                  <a:lnTo>
                    <a:pt x="3422742" y="383360"/>
                  </a:lnTo>
                  <a:lnTo>
                    <a:pt x="3366951" y="359087"/>
                  </a:lnTo>
                  <a:lnTo>
                    <a:pt x="3311057" y="334225"/>
                  </a:lnTo>
                  <a:lnTo>
                    <a:pt x="3255105" y="309078"/>
                  </a:lnTo>
                  <a:lnTo>
                    <a:pt x="3199161" y="283965"/>
                  </a:lnTo>
                  <a:lnTo>
                    <a:pt x="3143287" y="259206"/>
                  </a:lnTo>
                  <a:lnTo>
                    <a:pt x="3087520" y="235100"/>
                  </a:lnTo>
                  <a:lnTo>
                    <a:pt x="3031851" y="211913"/>
                  </a:lnTo>
                  <a:lnTo>
                    <a:pt x="2976208" y="189867"/>
                  </a:lnTo>
                  <a:lnTo>
                    <a:pt x="2920433" y="169133"/>
                  </a:lnTo>
                  <a:lnTo>
                    <a:pt x="2864266" y="149825"/>
                  </a:lnTo>
                  <a:lnTo>
                    <a:pt x="2807328" y="132005"/>
                  </a:lnTo>
                  <a:lnTo>
                    <a:pt x="2749096" y="115684"/>
                  </a:lnTo>
                  <a:lnTo>
                    <a:pt x="2702183" y="103939"/>
                  </a:lnTo>
                  <a:lnTo>
                    <a:pt x="2650297" y="92373"/>
                  </a:lnTo>
                  <a:lnTo>
                    <a:pt x="2595959" y="81812"/>
                  </a:lnTo>
                  <a:lnTo>
                    <a:pt x="2538485" y="72218"/>
                  </a:lnTo>
                  <a:lnTo>
                    <a:pt x="2477124" y="63524"/>
                  </a:lnTo>
                  <a:lnTo>
                    <a:pt x="2411097" y="55647"/>
                  </a:lnTo>
                  <a:lnTo>
                    <a:pt x="2339641" y="48501"/>
                  </a:lnTo>
                  <a:lnTo>
                    <a:pt x="2262061" y="42008"/>
                  </a:lnTo>
                  <a:lnTo>
                    <a:pt x="2177797" y="36096"/>
                  </a:lnTo>
                  <a:lnTo>
                    <a:pt x="2086517" y="30708"/>
                  </a:lnTo>
                  <a:lnTo>
                    <a:pt x="1988236" y="25799"/>
                  </a:lnTo>
                  <a:lnTo>
                    <a:pt x="1883454" y="21338"/>
                  </a:lnTo>
                  <a:lnTo>
                    <a:pt x="1773303" y="17309"/>
                  </a:lnTo>
                  <a:lnTo>
                    <a:pt x="1659671" y="13707"/>
                  </a:lnTo>
                  <a:lnTo>
                    <a:pt x="1545261" y="10536"/>
                  </a:lnTo>
                  <a:lnTo>
                    <a:pt x="1433520" y="7805"/>
                  </a:lnTo>
                  <a:lnTo>
                    <a:pt x="1328403" y="5523"/>
                  </a:lnTo>
                  <a:lnTo>
                    <a:pt x="1233943" y="3688"/>
                  </a:lnTo>
                  <a:lnTo>
                    <a:pt x="1153696" y="2284"/>
                  </a:lnTo>
                  <a:lnTo>
                    <a:pt x="1090146" y="1279"/>
                  </a:lnTo>
                  <a:lnTo>
                    <a:pt x="1044235" y="618"/>
                  </a:lnTo>
                  <a:lnTo>
                    <a:pt x="1015124" y="236"/>
                  </a:lnTo>
                  <a:lnTo>
                    <a:pt x="1000208" y="57"/>
                  </a:lnTo>
                  <a:lnTo>
                    <a:pt x="995316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04" name="pl603"/>
            <p:cNvSpPr/>
            <p:nvPr/>
          </p:nvSpPr>
          <p:spPr>
            <a:xfrm>
              <a:off x="1199187" y="1839298"/>
              <a:ext cx="12049831" cy="2903311"/>
            </a:xfrm>
            <a:custGeom>
              <a:avLst/>
              <a:pathLst>
                <a:path w="12049831" h="2903311">
                  <a:moveTo>
                    <a:pt x="0" y="0"/>
                  </a:moveTo>
                  <a:lnTo>
                    <a:pt x="994940" y="0"/>
                  </a:lnTo>
                  <a:lnTo>
                    <a:pt x="996073" y="11"/>
                  </a:lnTo>
                  <a:lnTo>
                    <a:pt x="1003553" y="96"/>
                  </a:lnTo>
                  <a:lnTo>
                    <a:pt x="1022508" y="330"/>
                  </a:lnTo>
                  <a:lnTo>
                    <a:pt x="1056649" y="790"/>
                  </a:lnTo>
                  <a:lnTo>
                    <a:pt x="1108046" y="1552"/>
                  </a:lnTo>
                  <a:lnTo>
                    <a:pt x="1176973" y="2677"/>
                  </a:lnTo>
                  <a:lnTo>
                    <a:pt x="1261972" y="4212"/>
                  </a:lnTo>
                  <a:lnTo>
                    <a:pt x="1360164" y="6185"/>
                  </a:lnTo>
                  <a:lnTo>
                    <a:pt x="1467782" y="8608"/>
                  </a:lnTo>
                  <a:lnTo>
                    <a:pt x="1580761" y="11476"/>
                  </a:lnTo>
                  <a:lnTo>
                    <a:pt x="1695266" y="14782"/>
                  </a:lnTo>
                  <a:lnTo>
                    <a:pt x="1808066" y="18517"/>
                  </a:lnTo>
                  <a:lnTo>
                    <a:pt x="1916711" y="22680"/>
                  </a:lnTo>
                  <a:lnTo>
                    <a:pt x="2019559" y="27277"/>
                  </a:lnTo>
                  <a:lnTo>
                    <a:pt x="2115688" y="32332"/>
                  </a:lnTo>
                  <a:lnTo>
                    <a:pt x="2204767" y="37877"/>
                  </a:lnTo>
                  <a:lnTo>
                    <a:pt x="2286902" y="43963"/>
                  </a:lnTo>
                  <a:lnTo>
                    <a:pt x="2362508" y="50652"/>
                  </a:lnTo>
                  <a:lnTo>
                    <a:pt x="2432195" y="58016"/>
                  </a:lnTo>
                  <a:lnTo>
                    <a:pt x="2496686" y="66139"/>
                  </a:lnTo>
                  <a:lnTo>
                    <a:pt x="2556755" y="75104"/>
                  </a:lnTo>
                  <a:lnTo>
                    <a:pt x="2613174" y="84993"/>
                  </a:lnTo>
                  <a:lnTo>
                    <a:pt x="2666680" y="95865"/>
                  </a:lnTo>
                  <a:lnTo>
                    <a:pt x="2702183" y="103939"/>
                  </a:lnTo>
                  <a:lnTo>
                    <a:pt x="2761907" y="119108"/>
                  </a:lnTo>
                  <a:lnTo>
                    <a:pt x="2819805" y="135754"/>
                  </a:lnTo>
                  <a:lnTo>
                    <a:pt x="2876536" y="153900"/>
                  </a:lnTo>
                  <a:lnTo>
                    <a:pt x="2932590" y="173525"/>
                  </a:lnTo>
                  <a:lnTo>
                    <a:pt x="2988318" y="194557"/>
                  </a:lnTo>
                  <a:lnTo>
                    <a:pt x="3043957" y="216867"/>
                  </a:lnTo>
                  <a:lnTo>
                    <a:pt x="3099643" y="240275"/>
                  </a:lnTo>
                  <a:lnTo>
                    <a:pt x="3155434" y="264547"/>
                  </a:lnTo>
                  <a:lnTo>
                    <a:pt x="3211328" y="289409"/>
                  </a:lnTo>
                  <a:lnTo>
                    <a:pt x="3267280" y="314557"/>
                  </a:lnTo>
                  <a:lnTo>
                    <a:pt x="3323224" y="339669"/>
                  </a:lnTo>
                  <a:lnTo>
                    <a:pt x="3379098" y="364428"/>
                  </a:lnTo>
                  <a:lnTo>
                    <a:pt x="3434865" y="388535"/>
                  </a:lnTo>
                  <a:lnTo>
                    <a:pt x="3490534" y="411722"/>
                  </a:lnTo>
                  <a:lnTo>
                    <a:pt x="3546177" y="433768"/>
                  </a:lnTo>
                  <a:lnTo>
                    <a:pt x="3601952" y="454502"/>
                  </a:lnTo>
                  <a:lnTo>
                    <a:pt x="3658119" y="473810"/>
                  </a:lnTo>
                  <a:lnTo>
                    <a:pt x="3715057" y="491630"/>
                  </a:lnTo>
                  <a:lnTo>
                    <a:pt x="3773289" y="507951"/>
                  </a:lnTo>
                  <a:lnTo>
                    <a:pt x="3820202" y="519696"/>
                  </a:lnTo>
                  <a:lnTo>
                    <a:pt x="3872088" y="531261"/>
                  </a:lnTo>
                  <a:lnTo>
                    <a:pt x="3926426" y="541823"/>
                  </a:lnTo>
                  <a:lnTo>
                    <a:pt x="3983900" y="551416"/>
                  </a:lnTo>
                  <a:lnTo>
                    <a:pt x="4045261" y="560110"/>
                  </a:lnTo>
                  <a:lnTo>
                    <a:pt x="4111288" y="567988"/>
                  </a:lnTo>
                  <a:lnTo>
                    <a:pt x="4182744" y="575133"/>
                  </a:lnTo>
                  <a:lnTo>
                    <a:pt x="4260324" y="581627"/>
                  </a:lnTo>
                  <a:lnTo>
                    <a:pt x="4344588" y="587539"/>
                  </a:lnTo>
                  <a:lnTo>
                    <a:pt x="4435868" y="592927"/>
                  </a:lnTo>
                  <a:lnTo>
                    <a:pt x="4534149" y="597836"/>
                  </a:lnTo>
                  <a:lnTo>
                    <a:pt x="4638931" y="602296"/>
                  </a:lnTo>
                  <a:lnTo>
                    <a:pt x="4749082" y="606326"/>
                  </a:lnTo>
                  <a:lnTo>
                    <a:pt x="4862714" y="609928"/>
                  </a:lnTo>
                  <a:lnTo>
                    <a:pt x="4977124" y="613099"/>
                  </a:lnTo>
                  <a:lnTo>
                    <a:pt x="5088865" y="615829"/>
                  </a:lnTo>
                  <a:lnTo>
                    <a:pt x="5193982" y="618111"/>
                  </a:lnTo>
                  <a:lnTo>
                    <a:pt x="5288442" y="619946"/>
                  </a:lnTo>
                  <a:lnTo>
                    <a:pt x="5368689" y="621350"/>
                  </a:lnTo>
                  <a:lnTo>
                    <a:pt x="5432239" y="622356"/>
                  </a:lnTo>
                  <a:lnTo>
                    <a:pt x="5478150" y="623016"/>
                  </a:lnTo>
                  <a:lnTo>
                    <a:pt x="5507261" y="623398"/>
                  </a:lnTo>
                  <a:lnTo>
                    <a:pt x="5522177" y="623577"/>
                  </a:lnTo>
                  <a:lnTo>
                    <a:pt x="5527069" y="623631"/>
                  </a:lnTo>
                  <a:lnTo>
                    <a:pt x="5527445" y="623635"/>
                  </a:lnTo>
                  <a:lnTo>
                    <a:pt x="6522385" y="623635"/>
                  </a:lnTo>
                  <a:lnTo>
                    <a:pt x="6523482" y="623677"/>
                  </a:lnTo>
                  <a:lnTo>
                    <a:pt x="6530724" y="623976"/>
                  </a:lnTo>
                  <a:lnTo>
                    <a:pt x="6549095" y="624802"/>
                  </a:lnTo>
                  <a:lnTo>
                    <a:pt x="6582222" y="626430"/>
                  </a:lnTo>
                  <a:lnTo>
                    <a:pt x="6632175" y="629122"/>
                  </a:lnTo>
                  <a:lnTo>
                    <a:pt x="6699305" y="633102"/>
                  </a:lnTo>
                  <a:lnTo>
                    <a:pt x="6782297" y="638541"/>
                  </a:lnTo>
                  <a:lnTo>
                    <a:pt x="6878451" y="645540"/>
                  </a:lnTo>
                  <a:lnTo>
                    <a:pt x="6984171" y="654143"/>
                  </a:lnTo>
                  <a:lnTo>
                    <a:pt x="7095527" y="664344"/>
                  </a:lnTo>
                  <a:lnTo>
                    <a:pt x="7208766" y="676112"/>
                  </a:lnTo>
                  <a:lnTo>
                    <a:pt x="7320684" y="689418"/>
                  </a:lnTo>
                  <a:lnTo>
                    <a:pt x="7428809" y="704249"/>
                  </a:lnTo>
                  <a:lnTo>
                    <a:pt x="7531449" y="720630"/>
                  </a:lnTo>
                  <a:lnTo>
                    <a:pt x="7627617" y="738628"/>
                  </a:lnTo>
                  <a:lnTo>
                    <a:pt x="7716910" y="758358"/>
                  </a:lnTo>
                  <a:lnTo>
                    <a:pt x="7799367" y="779984"/>
                  </a:lnTo>
                  <a:lnTo>
                    <a:pt x="7875345" y="803720"/>
                  </a:lnTo>
                  <a:lnTo>
                    <a:pt x="7945404" y="829816"/>
                  </a:lnTo>
                  <a:lnTo>
                    <a:pt x="8010227" y="858559"/>
                  </a:lnTo>
                  <a:lnTo>
                    <a:pt x="8070555" y="890248"/>
                  </a:lnTo>
                  <a:lnTo>
                    <a:pt x="8127141" y="925174"/>
                  </a:lnTo>
                  <a:lnTo>
                    <a:pt x="8180707" y="963574"/>
                  </a:lnTo>
                  <a:lnTo>
                    <a:pt x="8229629" y="1003581"/>
                  </a:lnTo>
                  <a:lnTo>
                    <a:pt x="8277291" y="1047236"/>
                  </a:lnTo>
                  <a:lnTo>
                    <a:pt x="8323701" y="1094284"/>
                  </a:lnTo>
                  <a:lnTo>
                    <a:pt x="8369221" y="1144792"/>
                  </a:lnTo>
                  <a:lnTo>
                    <a:pt x="8414137" y="1198766"/>
                  </a:lnTo>
                  <a:lnTo>
                    <a:pt x="8458674" y="1256139"/>
                  </a:lnTo>
                  <a:lnTo>
                    <a:pt x="8503002" y="1316772"/>
                  </a:lnTo>
                  <a:lnTo>
                    <a:pt x="8547248" y="1380443"/>
                  </a:lnTo>
                  <a:lnTo>
                    <a:pt x="8591494" y="1446851"/>
                  </a:lnTo>
                  <a:lnTo>
                    <a:pt x="8635790" y="1515618"/>
                  </a:lnTo>
                  <a:lnTo>
                    <a:pt x="8680156" y="1586292"/>
                  </a:lnTo>
                  <a:lnTo>
                    <a:pt x="8724588" y="1658365"/>
                  </a:lnTo>
                  <a:lnTo>
                    <a:pt x="8769067" y="1731281"/>
                  </a:lnTo>
                  <a:lnTo>
                    <a:pt x="8813560" y="1804458"/>
                  </a:lnTo>
                  <a:lnTo>
                    <a:pt x="8858034" y="1877303"/>
                  </a:lnTo>
                  <a:lnTo>
                    <a:pt x="8902459" y="1949237"/>
                  </a:lnTo>
                  <a:lnTo>
                    <a:pt x="8946817" y="2019707"/>
                  </a:lnTo>
                  <a:lnTo>
                    <a:pt x="8991105" y="2088213"/>
                  </a:lnTo>
                  <a:lnTo>
                    <a:pt x="9035348" y="2154310"/>
                  </a:lnTo>
                  <a:lnTo>
                    <a:pt x="9079598" y="2217630"/>
                  </a:lnTo>
                  <a:lnTo>
                    <a:pt x="9123944" y="2277881"/>
                  </a:lnTo>
                  <a:lnTo>
                    <a:pt x="9168517" y="2334852"/>
                  </a:lnTo>
                  <a:lnTo>
                    <a:pt x="9213492" y="2388411"/>
                  </a:lnTo>
                  <a:lnTo>
                    <a:pt x="9259103" y="2438501"/>
                  </a:lnTo>
                  <a:lnTo>
                    <a:pt x="9305643" y="2485136"/>
                  </a:lnTo>
                  <a:lnTo>
                    <a:pt x="9347647" y="2523365"/>
                  </a:lnTo>
                  <a:lnTo>
                    <a:pt x="9398946" y="2565193"/>
                  </a:lnTo>
                  <a:lnTo>
                    <a:pt x="9452635" y="2603432"/>
                  </a:lnTo>
                  <a:lnTo>
                    <a:pt x="9509374" y="2638205"/>
                  </a:lnTo>
                  <a:lnTo>
                    <a:pt x="9569890" y="2669754"/>
                  </a:lnTo>
                  <a:lnTo>
                    <a:pt x="9634935" y="2698370"/>
                  </a:lnTo>
                  <a:lnTo>
                    <a:pt x="9705248" y="2724353"/>
                  </a:lnTo>
                  <a:lnTo>
                    <a:pt x="9781509" y="2747987"/>
                  </a:lnTo>
                  <a:lnTo>
                    <a:pt x="9864271" y="2769524"/>
                  </a:lnTo>
                  <a:lnTo>
                    <a:pt x="9953878" y="2789172"/>
                  </a:lnTo>
                  <a:lnTo>
                    <a:pt x="10050352" y="2807094"/>
                  </a:lnTo>
                  <a:lnTo>
                    <a:pt x="10153268" y="2823403"/>
                  </a:lnTo>
                  <a:lnTo>
                    <a:pt x="10261608" y="2838165"/>
                  </a:lnTo>
                  <a:lnTo>
                    <a:pt x="10373645" y="2851402"/>
                  </a:lnTo>
                  <a:lnTo>
                    <a:pt x="10486874" y="2863100"/>
                  </a:lnTo>
                  <a:lnTo>
                    <a:pt x="10598058" y="2873228"/>
                  </a:lnTo>
                  <a:lnTo>
                    <a:pt x="10703428" y="2881758"/>
                  </a:lnTo>
                  <a:lnTo>
                    <a:pt x="10799057" y="2888685"/>
                  </a:lnTo>
                  <a:lnTo>
                    <a:pt x="10881379" y="2894055"/>
                  </a:lnTo>
                  <a:lnTo>
                    <a:pt x="10947746" y="2897973"/>
                  </a:lnTo>
                  <a:lnTo>
                    <a:pt x="10996914" y="2900611"/>
                  </a:lnTo>
                  <a:lnTo>
                    <a:pt x="11029314" y="2902197"/>
                  </a:lnTo>
                  <a:lnTo>
                    <a:pt x="11047089" y="2902993"/>
                  </a:lnTo>
                  <a:lnTo>
                    <a:pt x="11053935" y="2903274"/>
                  </a:lnTo>
                  <a:lnTo>
                    <a:pt x="11054891" y="2903311"/>
                  </a:lnTo>
                  <a:lnTo>
                    <a:pt x="12049831" y="2903311"/>
                  </a:lnTo>
                  <a:lnTo>
                    <a:pt x="12049831" y="29033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5" name="pl604"/>
            <p:cNvSpPr/>
            <p:nvPr/>
          </p:nvSpPr>
          <p:spPr>
            <a:xfrm>
              <a:off x="1199187" y="1834057"/>
              <a:ext cx="12049831" cy="2903311"/>
            </a:xfrm>
            <a:custGeom>
              <a:avLst/>
              <a:pathLst>
                <a:path w="12049831" h="2903311">
                  <a:moveTo>
                    <a:pt x="12049831" y="2903311"/>
                  </a:moveTo>
                  <a:lnTo>
                    <a:pt x="11054891" y="2903311"/>
                  </a:lnTo>
                  <a:lnTo>
                    <a:pt x="11053794" y="2903269"/>
                  </a:lnTo>
                  <a:lnTo>
                    <a:pt x="11046552" y="2902970"/>
                  </a:lnTo>
                  <a:lnTo>
                    <a:pt x="11028182" y="2902144"/>
                  </a:lnTo>
                  <a:lnTo>
                    <a:pt x="10995054" y="2900516"/>
                  </a:lnTo>
                  <a:lnTo>
                    <a:pt x="10945102" y="2897824"/>
                  </a:lnTo>
                  <a:lnTo>
                    <a:pt x="10877971" y="2893843"/>
                  </a:lnTo>
                  <a:lnTo>
                    <a:pt x="10794979" y="2888405"/>
                  </a:lnTo>
                  <a:lnTo>
                    <a:pt x="10698825" y="2881405"/>
                  </a:lnTo>
                  <a:lnTo>
                    <a:pt x="10593106" y="2872803"/>
                  </a:lnTo>
                  <a:lnTo>
                    <a:pt x="10481750" y="2862602"/>
                  </a:lnTo>
                  <a:lnTo>
                    <a:pt x="10368510" y="2850834"/>
                  </a:lnTo>
                  <a:lnTo>
                    <a:pt x="10256593" y="2837528"/>
                  </a:lnTo>
                  <a:lnTo>
                    <a:pt x="10148467" y="2822697"/>
                  </a:lnTo>
                  <a:lnTo>
                    <a:pt x="10045827" y="2806316"/>
                  </a:lnTo>
                  <a:lnTo>
                    <a:pt x="9949659" y="2788318"/>
                  </a:lnTo>
                  <a:lnTo>
                    <a:pt x="9860367" y="2768588"/>
                  </a:lnTo>
                  <a:lnTo>
                    <a:pt x="9777909" y="2746961"/>
                  </a:lnTo>
                  <a:lnTo>
                    <a:pt x="9701931" y="2723226"/>
                  </a:lnTo>
                  <a:lnTo>
                    <a:pt x="9631873" y="2697130"/>
                  </a:lnTo>
                  <a:lnTo>
                    <a:pt x="9567050" y="2668387"/>
                  </a:lnTo>
                  <a:lnTo>
                    <a:pt x="9506722" y="2636698"/>
                  </a:lnTo>
                  <a:lnTo>
                    <a:pt x="9450136" y="2601772"/>
                  </a:lnTo>
                  <a:lnTo>
                    <a:pt x="9396569" y="2563372"/>
                  </a:lnTo>
                  <a:lnTo>
                    <a:pt x="9347647" y="2523365"/>
                  </a:lnTo>
                  <a:lnTo>
                    <a:pt x="9299986" y="2479709"/>
                  </a:lnTo>
                  <a:lnTo>
                    <a:pt x="9253576" y="2432661"/>
                  </a:lnTo>
                  <a:lnTo>
                    <a:pt x="9208056" y="2382153"/>
                  </a:lnTo>
                  <a:lnTo>
                    <a:pt x="9163140" y="2328180"/>
                  </a:lnTo>
                  <a:lnTo>
                    <a:pt x="9118603" y="2270807"/>
                  </a:lnTo>
                  <a:lnTo>
                    <a:pt x="9074274" y="2210174"/>
                  </a:lnTo>
                  <a:lnTo>
                    <a:pt x="9030029" y="2146503"/>
                  </a:lnTo>
                  <a:lnTo>
                    <a:pt x="8985783" y="2080094"/>
                  </a:lnTo>
                  <a:lnTo>
                    <a:pt x="8941487" y="2011328"/>
                  </a:lnTo>
                  <a:lnTo>
                    <a:pt x="8897120" y="1940654"/>
                  </a:lnTo>
                  <a:lnTo>
                    <a:pt x="8852688" y="1868581"/>
                  </a:lnTo>
                  <a:lnTo>
                    <a:pt x="8808210" y="1795665"/>
                  </a:lnTo>
                  <a:lnTo>
                    <a:pt x="8763717" y="1722488"/>
                  </a:lnTo>
                  <a:lnTo>
                    <a:pt x="8719243" y="1649642"/>
                  </a:lnTo>
                  <a:lnTo>
                    <a:pt x="8674817" y="1577709"/>
                  </a:lnTo>
                  <a:lnTo>
                    <a:pt x="8630460" y="1507238"/>
                  </a:lnTo>
                  <a:lnTo>
                    <a:pt x="8586171" y="1438733"/>
                  </a:lnTo>
                  <a:lnTo>
                    <a:pt x="8541929" y="1372636"/>
                  </a:lnTo>
                  <a:lnTo>
                    <a:pt x="8497678" y="1309315"/>
                  </a:lnTo>
                  <a:lnTo>
                    <a:pt x="8453332" y="1249064"/>
                  </a:lnTo>
                  <a:lnTo>
                    <a:pt x="8408760" y="1192094"/>
                  </a:lnTo>
                  <a:lnTo>
                    <a:pt x="8363784" y="1138535"/>
                  </a:lnTo>
                  <a:lnTo>
                    <a:pt x="8318174" y="1088445"/>
                  </a:lnTo>
                  <a:lnTo>
                    <a:pt x="8271634" y="1041810"/>
                  </a:lnTo>
                  <a:lnTo>
                    <a:pt x="8229629" y="1003581"/>
                  </a:lnTo>
                  <a:lnTo>
                    <a:pt x="8178331" y="961753"/>
                  </a:lnTo>
                  <a:lnTo>
                    <a:pt x="8124642" y="923514"/>
                  </a:lnTo>
                  <a:lnTo>
                    <a:pt x="8067902" y="888741"/>
                  </a:lnTo>
                  <a:lnTo>
                    <a:pt x="8007387" y="857192"/>
                  </a:lnTo>
                  <a:lnTo>
                    <a:pt x="7942342" y="828576"/>
                  </a:lnTo>
                  <a:lnTo>
                    <a:pt x="7872028" y="802593"/>
                  </a:lnTo>
                  <a:lnTo>
                    <a:pt x="7795767" y="778959"/>
                  </a:lnTo>
                  <a:lnTo>
                    <a:pt x="7713005" y="757422"/>
                  </a:lnTo>
                  <a:lnTo>
                    <a:pt x="7623399" y="737774"/>
                  </a:lnTo>
                  <a:lnTo>
                    <a:pt x="7526924" y="719852"/>
                  </a:lnTo>
                  <a:lnTo>
                    <a:pt x="7424009" y="703543"/>
                  </a:lnTo>
                  <a:lnTo>
                    <a:pt x="7315668" y="688780"/>
                  </a:lnTo>
                  <a:lnTo>
                    <a:pt x="7203632" y="675544"/>
                  </a:lnTo>
                  <a:lnTo>
                    <a:pt x="7090403" y="663846"/>
                  </a:lnTo>
                  <a:lnTo>
                    <a:pt x="6979219" y="653718"/>
                  </a:lnTo>
                  <a:lnTo>
                    <a:pt x="6873849" y="645188"/>
                  </a:lnTo>
                  <a:lnTo>
                    <a:pt x="6778219" y="638261"/>
                  </a:lnTo>
                  <a:lnTo>
                    <a:pt x="6695898" y="632891"/>
                  </a:lnTo>
                  <a:lnTo>
                    <a:pt x="6629530" y="628973"/>
                  </a:lnTo>
                  <a:lnTo>
                    <a:pt x="6580363" y="626335"/>
                  </a:lnTo>
                  <a:lnTo>
                    <a:pt x="6547963" y="624749"/>
                  </a:lnTo>
                  <a:lnTo>
                    <a:pt x="6530187" y="623953"/>
                  </a:lnTo>
                  <a:lnTo>
                    <a:pt x="6523342" y="623671"/>
                  </a:lnTo>
                  <a:lnTo>
                    <a:pt x="6522385" y="623635"/>
                  </a:lnTo>
                  <a:lnTo>
                    <a:pt x="5527445" y="623635"/>
                  </a:lnTo>
                  <a:lnTo>
                    <a:pt x="5526312" y="623623"/>
                  </a:lnTo>
                  <a:lnTo>
                    <a:pt x="5518832" y="623538"/>
                  </a:lnTo>
                  <a:lnTo>
                    <a:pt x="5499877" y="623305"/>
                  </a:lnTo>
                  <a:lnTo>
                    <a:pt x="5465736" y="622844"/>
                  </a:lnTo>
                  <a:lnTo>
                    <a:pt x="5414339" y="622083"/>
                  </a:lnTo>
                  <a:lnTo>
                    <a:pt x="5345412" y="620958"/>
                  </a:lnTo>
                  <a:lnTo>
                    <a:pt x="5260413" y="619423"/>
                  </a:lnTo>
                  <a:lnTo>
                    <a:pt x="5162221" y="617449"/>
                  </a:lnTo>
                  <a:lnTo>
                    <a:pt x="5054603" y="615027"/>
                  </a:lnTo>
                  <a:lnTo>
                    <a:pt x="4941624" y="612158"/>
                  </a:lnTo>
                  <a:lnTo>
                    <a:pt x="4827119" y="608852"/>
                  </a:lnTo>
                  <a:lnTo>
                    <a:pt x="4714319" y="605117"/>
                  </a:lnTo>
                  <a:lnTo>
                    <a:pt x="4605674" y="600955"/>
                  </a:lnTo>
                  <a:lnTo>
                    <a:pt x="4502826" y="596357"/>
                  </a:lnTo>
                  <a:lnTo>
                    <a:pt x="4406697" y="591303"/>
                  </a:lnTo>
                  <a:lnTo>
                    <a:pt x="4317618" y="585757"/>
                  </a:lnTo>
                  <a:lnTo>
                    <a:pt x="4235483" y="579671"/>
                  </a:lnTo>
                  <a:lnTo>
                    <a:pt x="4159877" y="572983"/>
                  </a:lnTo>
                  <a:lnTo>
                    <a:pt x="4090190" y="565618"/>
                  </a:lnTo>
                  <a:lnTo>
                    <a:pt x="4025699" y="557496"/>
                  </a:lnTo>
                  <a:lnTo>
                    <a:pt x="3965630" y="548530"/>
                  </a:lnTo>
                  <a:lnTo>
                    <a:pt x="3909211" y="538642"/>
                  </a:lnTo>
                  <a:lnTo>
                    <a:pt x="3855705" y="527769"/>
                  </a:lnTo>
                  <a:lnTo>
                    <a:pt x="3820202" y="519696"/>
                  </a:lnTo>
                  <a:lnTo>
                    <a:pt x="3760478" y="504527"/>
                  </a:lnTo>
                  <a:lnTo>
                    <a:pt x="3702580" y="487881"/>
                  </a:lnTo>
                  <a:lnTo>
                    <a:pt x="3645849" y="469735"/>
                  </a:lnTo>
                  <a:lnTo>
                    <a:pt x="3589795" y="450109"/>
                  </a:lnTo>
                  <a:lnTo>
                    <a:pt x="3534067" y="429078"/>
                  </a:lnTo>
                  <a:lnTo>
                    <a:pt x="3478428" y="406767"/>
                  </a:lnTo>
                  <a:lnTo>
                    <a:pt x="3422742" y="383360"/>
                  </a:lnTo>
                  <a:lnTo>
                    <a:pt x="3366951" y="359087"/>
                  </a:lnTo>
                  <a:lnTo>
                    <a:pt x="3311057" y="334225"/>
                  </a:lnTo>
                  <a:lnTo>
                    <a:pt x="3255105" y="309078"/>
                  </a:lnTo>
                  <a:lnTo>
                    <a:pt x="3199161" y="283965"/>
                  </a:lnTo>
                  <a:lnTo>
                    <a:pt x="3143287" y="259206"/>
                  </a:lnTo>
                  <a:lnTo>
                    <a:pt x="3087520" y="235100"/>
                  </a:lnTo>
                  <a:lnTo>
                    <a:pt x="3031851" y="211913"/>
                  </a:lnTo>
                  <a:lnTo>
                    <a:pt x="2976208" y="189867"/>
                  </a:lnTo>
                  <a:lnTo>
                    <a:pt x="2920433" y="169133"/>
                  </a:lnTo>
                  <a:lnTo>
                    <a:pt x="2864266" y="149825"/>
                  </a:lnTo>
                  <a:lnTo>
                    <a:pt x="2807328" y="132005"/>
                  </a:lnTo>
                  <a:lnTo>
                    <a:pt x="2749096" y="115684"/>
                  </a:lnTo>
                  <a:lnTo>
                    <a:pt x="2702183" y="103939"/>
                  </a:lnTo>
                  <a:lnTo>
                    <a:pt x="2650297" y="92373"/>
                  </a:lnTo>
                  <a:lnTo>
                    <a:pt x="2595959" y="81812"/>
                  </a:lnTo>
                  <a:lnTo>
                    <a:pt x="2538485" y="72218"/>
                  </a:lnTo>
                  <a:lnTo>
                    <a:pt x="2477124" y="63524"/>
                  </a:lnTo>
                  <a:lnTo>
                    <a:pt x="2411097" y="55647"/>
                  </a:lnTo>
                  <a:lnTo>
                    <a:pt x="2339641" y="48501"/>
                  </a:lnTo>
                  <a:lnTo>
                    <a:pt x="2262061" y="42008"/>
                  </a:lnTo>
                  <a:lnTo>
                    <a:pt x="2177797" y="36096"/>
                  </a:lnTo>
                  <a:lnTo>
                    <a:pt x="2086517" y="30708"/>
                  </a:lnTo>
                  <a:lnTo>
                    <a:pt x="1988236" y="25799"/>
                  </a:lnTo>
                  <a:lnTo>
                    <a:pt x="1883454" y="21338"/>
                  </a:lnTo>
                  <a:lnTo>
                    <a:pt x="1773303" y="17309"/>
                  </a:lnTo>
                  <a:lnTo>
                    <a:pt x="1659671" y="13707"/>
                  </a:lnTo>
                  <a:lnTo>
                    <a:pt x="1545261" y="10536"/>
                  </a:lnTo>
                  <a:lnTo>
                    <a:pt x="1433520" y="7805"/>
                  </a:lnTo>
                  <a:lnTo>
                    <a:pt x="1328403" y="5523"/>
                  </a:lnTo>
                  <a:lnTo>
                    <a:pt x="1233943" y="3688"/>
                  </a:lnTo>
                  <a:lnTo>
                    <a:pt x="1153696" y="2284"/>
                  </a:lnTo>
                  <a:lnTo>
                    <a:pt x="1090146" y="1279"/>
                  </a:lnTo>
                  <a:lnTo>
                    <a:pt x="1044235" y="618"/>
                  </a:lnTo>
                  <a:lnTo>
                    <a:pt x="1015124" y="236"/>
                  </a:lnTo>
                  <a:lnTo>
                    <a:pt x="1000208" y="57"/>
                  </a:lnTo>
                  <a:lnTo>
                    <a:pt x="995316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6" name="pg605"/>
            <p:cNvSpPr/>
            <p:nvPr/>
          </p:nvSpPr>
          <p:spPr>
            <a:xfrm>
              <a:off x="1199187" y="1839298"/>
              <a:ext cx="12049831" cy="3343524"/>
            </a:xfrm>
            <a:custGeom>
              <a:avLst/>
              <a:pathLst>
                <a:path w="12049831" h="3343524">
                  <a:moveTo>
                    <a:pt x="0" y="5240"/>
                  </a:moveTo>
                  <a:lnTo>
                    <a:pt x="994940" y="5240"/>
                  </a:lnTo>
                  <a:lnTo>
                    <a:pt x="996073" y="5252"/>
                  </a:lnTo>
                  <a:lnTo>
                    <a:pt x="1003551" y="5339"/>
                  </a:lnTo>
                  <a:lnTo>
                    <a:pt x="1022504" y="5579"/>
                  </a:lnTo>
                  <a:lnTo>
                    <a:pt x="1056641" y="6051"/>
                  </a:lnTo>
                  <a:lnTo>
                    <a:pt x="1108032" y="6831"/>
                  </a:lnTo>
                  <a:lnTo>
                    <a:pt x="1176952" y="7984"/>
                  </a:lnTo>
                  <a:lnTo>
                    <a:pt x="1261941" y="9558"/>
                  </a:lnTo>
                  <a:lnTo>
                    <a:pt x="1360125" y="11581"/>
                  </a:lnTo>
                  <a:lnTo>
                    <a:pt x="1467735" y="14064"/>
                  </a:lnTo>
                  <a:lnTo>
                    <a:pt x="1580707" y="17004"/>
                  </a:lnTo>
                  <a:lnTo>
                    <a:pt x="1695207" y="20393"/>
                  </a:lnTo>
                  <a:lnTo>
                    <a:pt x="1808003" y="24222"/>
                  </a:lnTo>
                  <a:lnTo>
                    <a:pt x="1916646" y="28489"/>
                  </a:lnTo>
                  <a:lnTo>
                    <a:pt x="2019493" y="33203"/>
                  </a:lnTo>
                  <a:lnTo>
                    <a:pt x="2115623" y="38384"/>
                  </a:lnTo>
                  <a:lnTo>
                    <a:pt x="2204702" y="44068"/>
                  </a:lnTo>
                  <a:lnTo>
                    <a:pt x="2286839" y="50307"/>
                  </a:lnTo>
                  <a:lnTo>
                    <a:pt x="2362447" y="57163"/>
                  </a:lnTo>
                  <a:lnTo>
                    <a:pt x="2432135" y="64712"/>
                  </a:lnTo>
                  <a:lnTo>
                    <a:pt x="2496628" y="73038"/>
                  </a:lnTo>
                  <a:lnTo>
                    <a:pt x="2556697" y="82229"/>
                  </a:lnTo>
                  <a:lnTo>
                    <a:pt x="2613117" y="92365"/>
                  </a:lnTo>
                  <a:lnTo>
                    <a:pt x="2666624" y="103510"/>
                  </a:lnTo>
                  <a:lnTo>
                    <a:pt x="2702183" y="111800"/>
                  </a:lnTo>
                  <a:lnTo>
                    <a:pt x="2761816" y="127326"/>
                  </a:lnTo>
                  <a:lnTo>
                    <a:pt x="2819628" y="144362"/>
                  </a:lnTo>
                  <a:lnTo>
                    <a:pt x="2876275" y="162931"/>
                  </a:lnTo>
                  <a:lnTo>
                    <a:pt x="2932245" y="183012"/>
                  </a:lnTo>
                  <a:lnTo>
                    <a:pt x="2987889" y="204530"/>
                  </a:lnTo>
                  <a:lnTo>
                    <a:pt x="3043441" y="227357"/>
                  </a:lnTo>
                  <a:lnTo>
                    <a:pt x="3099040" y="251308"/>
                  </a:lnTo>
                  <a:lnTo>
                    <a:pt x="3154744" y="276145"/>
                  </a:lnTo>
                  <a:lnTo>
                    <a:pt x="3210551" y="301589"/>
                  </a:lnTo>
                  <a:lnTo>
                    <a:pt x="3266415" y="327329"/>
                  </a:lnTo>
                  <a:lnTo>
                    <a:pt x="3322274" y="353038"/>
                  </a:lnTo>
                  <a:lnTo>
                    <a:pt x="3378063" y="378391"/>
                  </a:lnTo>
                  <a:lnTo>
                    <a:pt x="3433747" y="403082"/>
                  </a:lnTo>
                  <a:lnTo>
                    <a:pt x="3489330" y="426839"/>
                  </a:lnTo>
                  <a:lnTo>
                    <a:pt x="3544887" y="449434"/>
                  </a:lnTo>
                  <a:lnTo>
                    <a:pt x="3600570" y="470693"/>
                  </a:lnTo>
                  <a:lnTo>
                    <a:pt x="3656636" y="490495"/>
                  </a:lnTo>
                  <a:lnTo>
                    <a:pt x="3713459" y="508777"/>
                  </a:lnTo>
                  <a:lnTo>
                    <a:pt x="3771556" y="525528"/>
                  </a:lnTo>
                  <a:lnTo>
                    <a:pt x="3820202" y="538038"/>
                  </a:lnTo>
                  <a:lnTo>
                    <a:pt x="3872086" y="549894"/>
                  </a:lnTo>
                  <a:lnTo>
                    <a:pt x="3926421" y="560722"/>
                  </a:lnTo>
                  <a:lnTo>
                    <a:pt x="3983892" y="570557"/>
                  </a:lnTo>
                  <a:lnTo>
                    <a:pt x="4045249" y="579470"/>
                  </a:lnTo>
                  <a:lnTo>
                    <a:pt x="4111272" y="587546"/>
                  </a:lnTo>
                  <a:lnTo>
                    <a:pt x="4182723" y="594871"/>
                  </a:lnTo>
                  <a:lnTo>
                    <a:pt x="4260297" y="601528"/>
                  </a:lnTo>
                  <a:lnTo>
                    <a:pt x="4344555" y="607589"/>
                  </a:lnTo>
                  <a:lnTo>
                    <a:pt x="4435828" y="613113"/>
                  </a:lnTo>
                  <a:lnTo>
                    <a:pt x="4534101" y="618146"/>
                  </a:lnTo>
                  <a:lnTo>
                    <a:pt x="4638875" y="622719"/>
                  </a:lnTo>
                  <a:lnTo>
                    <a:pt x="4749019" y="626849"/>
                  </a:lnTo>
                  <a:lnTo>
                    <a:pt x="4862644" y="630543"/>
                  </a:lnTo>
                  <a:lnTo>
                    <a:pt x="4977049" y="633794"/>
                  </a:lnTo>
                  <a:lnTo>
                    <a:pt x="5088788" y="636593"/>
                  </a:lnTo>
                  <a:lnTo>
                    <a:pt x="5193907" y="638933"/>
                  </a:lnTo>
                  <a:lnTo>
                    <a:pt x="5288371" y="640815"/>
                  </a:lnTo>
                  <a:lnTo>
                    <a:pt x="5368628" y="642254"/>
                  </a:lnTo>
                  <a:lnTo>
                    <a:pt x="5432190" y="643285"/>
                  </a:lnTo>
                  <a:lnTo>
                    <a:pt x="5478115" y="643963"/>
                  </a:lnTo>
                  <a:lnTo>
                    <a:pt x="5507240" y="644354"/>
                  </a:lnTo>
                  <a:lnTo>
                    <a:pt x="5522167" y="644538"/>
                  </a:lnTo>
                  <a:lnTo>
                    <a:pt x="5527067" y="644594"/>
                  </a:lnTo>
                  <a:lnTo>
                    <a:pt x="5527445" y="644597"/>
                  </a:lnTo>
                  <a:lnTo>
                    <a:pt x="6522385" y="644597"/>
                  </a:lnTo>
                  <a:lnTo>
                    <a:pt x="6523467" y="644647"/>
                  </a:lnTo>
                  <a:lnTo>
                    <a:pt x="6530612" y="644995"/>
                  </a:lnTo>
                  <a:lnTo>
                    <a:pt x="6548741" y="645960"/>
                  </a:lnTo>
                  <a:lnTo>
                    <a:pt x="6581451" y="647860"/>
                  </a:lnTo>
                  <a:lnTo>
                    <a:pt x="6630806" y="651002"/>
                  </a:lnTo>
                  <a:lnTo>
                    <a:pt x="6697193" y="655651"/>
                  </a:lnTo>
                  <a:lnTo>
                    <a:pt x="6779350" y="662005"/>
                  </a:lnTo>
                  <a:lnTo>
                    <a:pt x="6874652" y="670187"/>
                  </a:lnTo>
                  <a:lnTo>
                    <a:pt x="6979574" y="680249"/>
                  </a:lnTo>
                  <a:lnTo>
                    <a:pt x="7090242" y="692185"/>
                  </a:lnTo>
                  <a:lnTo>
                    <a:pt x="7202941" y="705963"/>
                  </a:lnTo>
                  <a:lnTo>
                    <a:pt x="7314475" y="721545"/>
                  </a:lnTo>
                  <a:lnTo>
                    <a:pt x="7422370" y="738916"/>
                  </a:lnTo>
                  <a:lnTo>
                    <a:pt x="7524911" y="758102"/>
                  </a:lnTo>
                  <a:lnTo>
                    <a:pt x="7621085" y="779177"/>
                  </a:lnTo>
                  <a:lnTo>
                    <a:pt x="7710459" y="802271"/>
                  </a:lnTo>
                  <a:lnTo>
                    <a:pt x="7793046" y="827575"/>
                  </a:lnTo>
                  <a:lnTo>
                    <a:pt x="7869178" y="855329"/>
                  </a:lnTo>
                  <a:lnTo>
                    <a:pt x="7939393" y="885826"/>
                  </a:lnTo>
                  <a:lnTo>
                    <a:pt x="8004358" y="919396"/>
                  </a:lnTo>
                  <a:lnTo>
                    <a:pt x="8064800" y="956388"/>
                  </a:lnTo>
                  <a:lnTo>
                    <a:pt x="8121462" y="997146"/>
                  </a:lnTo>
                  <a:lnTo>
                    <a:pt x="8175062" y="1041953"/>
                  </a:lnTo>
                  <a:lnTo>
                    <a:pt x="8226256" y="1090969"/>
                  </a:lnTo>
                  <a:lnTo>
                    <a:pt x="8229629" y="1094419"/>
                  </a:lnTo>
                  <a:lnTo>
                    <a:pt x="8274646" y="1143090"/>
                  </a:lnTo>
                  <a:lnTo>
                    <a:pt x="8318530" y="1195333"/>
                  </a:lnTo>
                  <a:lnTo>
                    <a:pt x="8361588" y="1251220"/>
                  </a:lnTo>
                  <a:lnTo>
                    <a:pt x="8404070" y="1310766"/>
                  </a:lnTo>
                  <a:lnTo>
                    <a:pt x="8446174" y="1373920"/>
                  </a:lnTo>
                  <a:lnTo>
                    <a:pt x="8488055" y="1440562"/>
                  </a:lnTo>
                  <a:lnTo>
                    <a:pt x="8529828" y="1510497"/>
                  </a:lnTo>
                  <a:lnTo>
                    <a:pt x="8571578" y="1583454"/>
                  </a:lnTo>
                  <a:lnTo>
                    <a:pt x="8613355" y="1659087"/>
                  </a:lnTo>
                  <a:lnTo>
                    <a:pt x="8655190" y="1736982"/>
                  </a:lnTo>
                  <a:lnTo>
                    <a:pt x="8697087" y="1816662"/>
                  </a:lnTo>
                  <a:lnTo>
                    <a:pt x="8739038" y="1897598"/>
                  </a:lnTo>
                  <a:lnTo>
                    <a:pt x="8781022" y="1979226"/>
                  </a:lnTo>
                  <a:lnTo>
                    <a:pt x="8823011" y="2060961"/>
                  </a:lnTo>
                  <a:lnTo>
                    <a:pt x="8864977" y="2142215"/>
                  </a:lnTo>
                  <a:lnTo>
                    <a:pt x="8906895" y="2222414"/>
                  </a:lnTo>
                  <a:lnTo>
                    <a:pt x="8948753" y="2301014"/>
                  </a:lnTo>
                  <a:lnTo>
                    <a:pt x="8990549" y="2377520"/>
                  </a:lnTo>
                  <a:lnTo>
                    <a:pt x="9032304" y="2451491"/>
                  </a:lnTo>
                  <a:lnTo>
                    <a:pt x="9074060" y="2522558"/>
                  </a:lnTo>
                  <a:lnTo>
                    <a:pt x="9115891" y="2590421"/>
                  </a:lnTo>
                  <a:lnTo>
                    <a:pt x="9157898" y="2654858"/>
                  </a:lnTo>
                  <a:lnTo>
                    <a:pt x="9200222" y="2715722"/>
                  </a:lnTo>
                  <a:lnTo>
                    <a:pt x="9243045" y="2772938"/>
                  </a:lnTo>
                  <a:lnTo>
                    <a:pt x="9286597" y="2826498"/>
                  </a:lnTo>
                  <a:lnTo>
                    <a:pt x="9331163" y="2876453"/>
                  </a:lnTo>
                  <a:lnTo>
                    <a:pt x="9347647" y="2893703"/>
                  </a:lnTo>
                  <a:lnTo>
                    <a:pt x="9398701" y="2943002"/>
                  </a:lnTo>
                  <a:lnTo>
                    <a:pt x="9452119" y="2988090"/>
                  </a:lnTo>
                  <a:lnTo>
                    <a:pt x="9508552" y="3029112"/>
                  </a:lnTo>
                  <a:lnTo>
                    <a:pt x="9568717" y="3066348"/>
                  </a:lnTo>
                  <a:lnTo>
                    <a:pt x="9633354" y="3100136"/>
                  </a:lnTo>
                  <a:lnTo>
                    <a:pt x="9703194" y="3130830"/>
                  </a:lnTo>
                  <a:lnTo>
                    <a:pt x="9778909" y="3158759"/>
                  </a:lnTo>
                  <a:lnTo>
                    <a:pt x="9861049" y="3184219"/>
                  </a:lnTo>
                  <a:lnTo>
                    <a:pt x="9949961" y="3207456"/>
                  </a:lnTo>
                  <a:lnTo>
                    <a:pt x="10045685" y="3228662"/>
                  </a:lnTo>
                  <a:lnTo>
                    <a:pt x="10147822" y="3247971"/>
                  </a:lnTo>
                  <a:lnTo>
                    <a:pt x="10255402" y="3265464"/>
                  </a:lnTo>
                  <a:lnTo>
                    <a:pt x="10366761" y="3281166"/>
                  </a:lnTo>
                  <a:lnTo>
                    <a:pt x="10479474" y="3295066"/>
                  </a:lnTo>
                  <a:lnTo>
                    <a:pt x="10590391" y="3307128"/>
                  </a:lnTo>
                  <a:lnTo>
                    <a:pt x="10695822" y="3317317"/>
                  </a:lnTo>
                  <a:lnTo>
                    <a:pt x="10791889" y="3325625"/>
                  </a:lnTo>
                  <a:lnTo>
                    <a:pt x="10875027" y="3332098"/>
                  </a:lnTo>
                  <a:lnTo>
                    <a:pt x="10942531" y="3336856"/>
                  </a:lnTo>
                  <a:lnTo>
                    <a:pt x="10993040" y="3340092"/>
                  </a:lnTo>
                  <a:lnTo>
                    <a:pt x="11026823" y="3342067"/>
                  </a:lnTo>
                  <a:lnTo>
                    <a:pt x="11045837" y="3343084"/>
                  </a:lnTo>
                  <a:lnTo>
                    <a:pt x="11053581" y="3343464"/>
                  </a:lnTo>
                  <a:lnTo>
                    <a:pt x="11054891" y="3343524"/>
                  </a:lnTo>
                  <a:lnTo>
                    <a:pt x="12049831" y="3343524"/>
                  </a:lnTo>
                  <a:lnTo>
                    <a:pt x="12049831" y="3338283"/>
                  </a:lnTo>
                  <a:lnTo>
                    <a:pt x="11054891" y="3338283"/>
                  </a:lnTo>
                  <a:lnTo>
                    <a:pt x="11053809" y="3338234"/>
                  </a:lnTo>
                  <a:lnTo>
                    <a:pt x="11046665" y="3337885"/>
                  </a:lnTo>
                  <a:lnTo>
                    <a:pt x="11028535" y="3336921"/>
                  </a:lnTo>
                  <a:lnTo>
                    <a:pt x="10995826" y="3335021"/>
                  </a:lnTo>
                  <a:lnTo>
                    <a:pt x="10946470" y="3331879"/>
                  </a:lnTo>
                  <a:lnTo>
                    <a:pt x="10880084" y="3327230"/>
                  </a:lnTo>
                  <a:lnTo>
                    <a:pt x="10797926" y="3320876"/>
                  </a:lnTo>
                  <a:lnTo>
                    <a:pt x="10702624" y="3312694"/>
                  </a:lnTo>
                  <a:lnTo>
                    <a:pt x="10597703" y="3302632"/>
                  </a:lnTo>
                  <a:lnTo>
                    <a:pt x="10487034" y="3290695"/>
                  </a:lnTo>
                  <a:lnTo>
                    <a:pt x="10374336" y="3276918"/>
                  </a:lnTo>
                  <a:lnTo>
                    <a:pt x="10262801" y="3261336"/>
                  </a:lnTo>
                  <a:lnTo>
                    <a:pt x="10154906" y="3243964"/>
                  </a:lnTo>
                  <a:lnTo>
                    <a:pt x="10052366" y="3224779"/>
                  </a:lnTo>
                  <a:lnTo>
                    <a:pt x="9956192" y="3203704"/>
                  </a:lnTo>
                  <a:lnTo>
                    <a:pt x="9866818" y="3180609"/>
                  </a:lnTo>
                  <a:lnTo>
                    <a:pt x="9784230" y="3155306"/>
                  </a:lnTo>
                  <a:lnTo>
                    <a:pt x="9708099" y="3127552"/>
                  </a:lnTo>
                  <a:lnTo>
                    <a:pt x="9637883" y="3097055"/>
                  </a:lnTo>
                  <a:lnTo>
                    <a:pt x="9572919" y="3063485"/>
                  </a:lnTo>
                  <a:lnTo>
                    <a:pt x="9512476" y="3026493"/>
                  </a:lnTo>
                  <a:lnTo>
                    <a:pt x="9455814" y="2985735"/>
                  </a:lnTo>
                  <a:lnTo>
                    <a:pt x="9402215" y="2940927"/>
                  </a:lnTo>
                  <a:lnTo>
                    <a:pt x="9351021" y="2891912"/>
                  </a:lnTo>
                  <a:lnTo>
                    <a:pt x="9347647" y="2888462"/>
                  </a:lnTo>
                  <a:lnTo>
                    <a:pt x="9302630" y="2839791"/>
                  </a:lnTo>
                  <a:lnTo>
                    <a:pt x="9258747" y="2787548"/>
                  </a:lnTo>
                  <a:lnTo>
                    <a:pt x="9215688" y="2731661"/>
                  </a:lnTo>
                  <a:lnTo>
                    <a:pt x="9173206" y="2672115"/>
                  </a:lnTo>
                  <a:lnTo>
                    <a:pt x="9131102" y="2608961"/>
                  </a:lnTo>
                  <a:lnTo>
                    <a:pt x="9089222" y="2542319"/>
                  </a:lnTo>
                  <a:lnTo>
                    <a:pt x="9047448" y="2472384"/>
                  </a:lnTo>
                  <a:lnTo>
                    <a:pt x="9005699" y="2399427"/>
                  </a:lnTo>
                  <a:lnTo>
                    <a:pt x="8963921" y="2323794"/>
                  </a:lnTo>
                  <a:lnTo>
                    <a:pt x="8922087" y="2245899"/>
                  </a:lnTo>
                  <a:lnTo>
                    <a:pt x="8880190" y="2166219"/>
                  </a:lnTo>
                  <a:lnTo>
                    <a:pt x="8838238" y="2085283"/>
                  </a:lnTo>
                  <a:lnTo>
                    <a:pt x="8796255" y="2003655"/>
                  </a:lnTo>
                  <a:lnTo>
                    <a:pt x="8754266" y="1921919"/>
                  </a:lnTo>
                  <a:lnTo>
                    <a:pt x="8712300" y="1840666"/>
                  </a:lnTo>
                  <a:lnTo>
                    <a:pt x="8670381" y="1760467"/>
                  </a:lnTo>
                  <a:lnTo>
                    <a:pt x="8628524" y="1681866"/>
                  </a:lnTo>
                  <a:lnTo>
                    <a:pt x="8586728" y="1605361"/>
                  </a:lnTo>
                  <a:lnTo>
                    <a:pt x="8544973" y="1531390"/>
                  </a:lnTo>
                  <a:lnTo>
                    <a:pt x="8503216" y="1460323"/>
                  </a:lnTo>
                  <a:lnTo>
                    <a:pt x="8461386" y="1392460"/>
                  </a:lnTo>
                  <a:lnTo>
                    <a:pt x="8419379" y="1328023"/>
                  </a:lnTo>
                  <a:lnTo>
                    <a:pt x="8377054" y="1267159"/>
                  </a:lnTo>
                  <a:lnTo>
                    <a:pt x="8334231" y="1209943"/>
                  </a:lnTo>
                  <a:lnTo>
                    <a:pt x="8290679" y="1156383"/>
                  </a:lnTo>
                  <a:lnTo>
                    <a:pt x="8246113" y="1106428"/>
                  </a:lnTo>
                  <a:lnTo>
                    <a:pt x="8229629" y="1089178"/>
                  </a:lnTo>
                  <a:lnTo>
                    <a:pt x="8178576" y="1039879"/>
                  </a:lnTo>
                  <a:lnTo>
                    <a:pt x="8125158" y="994791"/>
                  </a:lnTo>
                  <a:lnTo>
                    <a:pt x="8068724" y="953769"/>
                  </a:lnTo>
                  <a:lnTo>
                    <a:pt x="8008560" y="916533"/>
                  </a:lnTo>
                  <a:lnTo>
                    <a:pt x="7943922" y="882745"/>
                  </a:lnTo>
                  <a:lnTo>
                    <a:pt x="7874082" y="852051"/>
                  </a:lnTo>
                  <a:lnTo>
                    <a:pt x="7798368" y="824122"/>
                  </a:lnTo>
                  <a:lnTo>
                    <a:pt x="7716228" y="798662"/>
                  </a:lnTo>
                  <a:lnTo>
                    <a:pt x="7627315" y="775425"/>
                  </a:lnTo>
                  <a:lnTo>
                    <a:pt x="7531591" y="754219"/>
                  </a:lnTo>
                  <a:lnTo>
                    <a:pt x="7429454" y="734910"/>
                  </a:lnTo>
                  <a:lnTo>
                    <a:pt x="7321874" y="717417"/>
                  </a:lnTo>
                  <a:lnTo>
                    <a:pt x="7210516" y="701715"/>
                  </a:lnTo>
                  <a:lnTo>
                    <a:pt x="7097802" y="687815"/>
                  </a:lnTo>
                  <a:lnTo>
                    <a:pt x="6986885" y="675753"/>
                  </a:lnTo>
                  <a:lnTo>
                    <a:pt x="6881455" y="665564"/>
                  </a:lnTo>
                  <a:lnTo>
                    <a:pt x="6785388" y="657256"/>
                  </a:lnTo>
                  <a:lnTo>
                    <a:pt x="6702250" y="650783"/>
                  </a:lnTo>
                  <a:lnTo>
                    <a:pt x="6634745" y="646025"/>
                  </a:lnTo>
                  <a:lnTo>
                    <a:pt x="6584237" y="642789"/>
                  </a:lnTo>
                  <a:lnTo>
                    <a:pt x="6550453" y="640814"/>
                  </a:lnTo>
                  <a:lnTo>
                    <a:pt x="6531439" y="639797"/>
                  </a:lnTo>
                  <a:lnTo>
                    <a:pt x="6523696" y="639417"/>
                  </a:lnTo>
                  <a:lnTo>
                    <a:pt x="6522385" y="639357"/>
                  </a:lnTo>
                  <a:lnTo>
                    <a:pt x="5527445" y="639357"/>
                  </a:lnTo>
                  <a:lnTo>
                    <a:pt x="5526312" y="639345"/>
                  </a:lnTo>
                  <a:lnTo>
                    <a:pt x="5518834" y="639258"/>
                  </a:lnTo>
                  <a:lnTo>
                    <a:pt x="5499881" y="639018"/>
                  </a:lnTo>
                  <a:lnTo>
                    <a:pt x="5465744" y="638546"/>
                  </a:lnTo>
                  <a:lnTo>
                    <a:pt x="5414353" y="637766"/>
                  </a:lnTo>
                  <a:lnTo>
                    <a:pt x="5345433" y="636613"/>
                  </a:lnTo>
                  <a:lnTo>
                    <a:pt x="5260444" y="635039"/>
                  </a:lnTo>
                  <a:lnTo>
                    <a:pt x="5162260" y="633016"/>
                  </a:lnTo>
                  <a:lnTo>
                    <a:pt x="5054650" y="630533"/>
                  </a:lnTo>
                  <a:lnTo>
                    <a:pt x="4941678" y="627593"/>
                  </a:lnTo>
                  <a:lnTo>
                    <a:pt x="4827178" y="624204"/>
                  </a:lnTo>
                  <a:lnTo>
                    <a:pt x="4714382" y="620375"/>
                  </a:lnTo>
                  <a:lnTo>
                    <a:pt x="4605739" y="616108"/>
                  </a:lnTo>
                  <a:lnTo>
                    <a:pt x="4502892" y="611394"/>
                  </a:lnTo>
                  <a:lnTo>
                    <a:pt x="4406762" y="606213"/>
                  </a:lnTo>
                  <a:lnTo>
                    <a:pt x="4317683" y="600529"/>
                  </a:lnTo>
                  <a:lnTo>
                    <a:pt x="4235546" y="594290"/>
                  </a:lnTo>
                  <a:lnTo>
                    <a:pt x="4159938" y="587434"/>
                  </a:lnTo>
                  <a:lnTo>
                    <a:pt x="4090250" y="579885"/>
                  </a:lnTo>
                  <a:lnTo>
                    <a:pt x="4025757" y="571559"/>
                  </a:lnTo>
                  <a:lnTo>
                    <a:pt x="3965688" y="562368"/>
                  </a:lnTo>
                  <a:lnTo>
                    <a:pt x="3909268" y="552232"/>
                  </a:lnTo>
                  <a:lnTo>
                    <a:pt x="3855761" y="541087"/>
                  </a:lnTo>
                  <a:lnTo>
                    <a:pt x="3820202" y="532797"/>
                  </a:lnTo>
                  <a:lnTo>
                    <a:pt x="3760569" y="517271"/>
                  </a:lnTo>
                  <a:lnTo>
                    <a:pt x="3702757" y="500235"/>
                  </a:lnTo>
                  <a:lnTo>
                    <a:pt x="3646110" y="481666"/>
                  </a:lnTo>
                  <a:lnTo>
                    <a:pt x="3590140" y="461585"/>
                  </a:lnTo>
                  <a:lnTo>
                    <a:pt x="3534496" y="440067"/>
                  </a:lnTo>
                  <a:lnTo>
                    <a:pt x="3478944" y="417240"/>
                  </a:lnTo>
                  <a:lnTo>
                    <a:pt x="3423345" y="393289"/>
                  </a:lnTo>
                  <a:lnTo>
                    <a:pt x="3367641" y="368452"/>
                  </a:lnTo>
                  <a:lnTo>
                    <a:pt x="3311834" y="343008"/>
                  </a:lnTo>
                  <a:lnTo>
                    <a:pt x="3255970" y="317268"/>
                  </a:lnTo>
                  <a:lnTo>
                    <a:pt x="3200111" y="291559"/>
                  </a:lnTo>
                  <a:lnTo>
                    <a:pt x="3144322" y="266206"/>
                  </a:lnTo>
                  <a:lnTo>
                    <a:pt x="3088638" y="241515"/>
                  </a:lnTo>
                  <a:lnTo>
                    <a:pt x="3033055" y="217758"/>
                  </a:lnTo>
                  <a:lnTo>
                    <a:pt x="2977498" y="195163"/>
                  </a:lnTo>
                  <a:lnTo>
                    <a:pt x="2921815" y="173904"/>
                  </a:lnTo>
                  <a:lnTo>
                    <a:pt x="2865749" y="154102"/>
                  </a:lnTo>
                  <a:lnTo>
                    <a:pt x="2808926" y="135820"/>
                  </a:lnTo>
                  <a:lnTo>
                    <a:pt x="2750829" y="119069"/>
                  </a:lnTo>
                  <a:lnTo>
                    <a:pt x="2702183" y="106559"/>
                  </a:lnTo>
                  <a:lnTo>
                    <a:pt x="2650299" y="94703"/>
                  </a:lnTo>
                  <a:lnTo>
                    <a:pt x="2595964" y="83875"/>
                  </a:lnTo>
                  <a:lnTo>
                    <a:pt x="2538493" y="74040"/>
                  </a:lnTo>
                  <a:lnTo>
                    <a:pt x="2477136" y="65127"/>
                  </a:lnTo>
                  <a:lnTo>
                    <a:pt x="2411113" y="57051"/>
                  </a:lnTo>
                  <a:lnTo>
                    <a:pt x="2339662" y="49726"/>
                  </a:lnTo>
                  <a:lnTo>
                    <a:pt x="2262088" y="43069"/>
                  </a:lnTo>
                  <a:lnTo>
                    <a:pt x="2177830" y="37008"/>
                  </a:lnTo>
                  <a:lnTo>
                    <a:pt x="2086557" y="31484"/>
                  </a:lnTo>
                  <a:lnTo>
                    <a:pt x="1988284" y="26451"/>
                  </a:lnTo>
                  <a:lnTo>
                    <a:pt x="1883510" y="21878"/>
                  </a:lnTo>
                  <a:lnTo>
                    <a:pt x="1773366" y="17748"/>
                  </a:lnTo>
                  <a:lnTo>
                    <a:pt x="1659741" y="14054"/>
                  </a:lnTo>
                  <a:lnTo>
                    <a:pt x="1545336" y="10803"/>
                  </a:lnTo>
                  <a:lnTo>
                    <a:pt x="1433597" y="8004"/>
                  </a:lnTo>
                  <a:lnTo>
                    <a:pt x="1328478" y="5664"/>
                  </a:lnTo>
                  <a:lnTo>
                    <a:pt x="1234014" y="3782"/>
                  </a:lnTo>
                  <a:lnTo>
                    <a:pt x="1153757" y="2343"/>
                  </a:lnTo>
                  <a:lnTo>
                    <a:pt x="1090195" y="1312"/>
                  </a:lnTo>
                  <a:lnTo>
                    <a:pt x="1044270" y="634"/>
                  </a:lnTo>
                  <a:lnTo>
                    <a:pt x="1015145" y="243"/>
                  </a:lnTo>
                  <a:lnTo>
                    <a:pt x="1000218" y="59"/>
                  </a:lnTo>
                  <a:lnTo>
                    <a:pt x="995318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07" name="pl606"/>
            <p:cNvSpPr/>
            <p:nvPr/>
          </p:nvSpPr>
          <p:spPr>
            <a:xfrm>
              <a:off x="1199187" y="1844538"/>
              <a:ext cx="12049831" cy="3338283"/>
            </a:xfrm>
            <a:custGeom>
              <a:avLst/>
              <a:pathLst>
                <a:path w="12049831" h="3338283">
                  <a:moveTo>
                    <a:pt x="0" y="0"/>
                  </a:moveTo>
                  <a:lnTo>
                    <a:pt x="994940" y="0"/>
                  </a:lnTo>
                  <a:lnTo>
                    <a:pt x="996073" y="12"/>
                  </a:lnTo>
                  <a:lnTo>
                    <a:pt x="1003551" y="98"/>
                  </a:lnTo>
                  <a:lnTo>
                    <a:pt x="1022504" y="338"/>
                  </a:lnTo>
                  <a:lnTo>
                    <a:pt x="1056641" y="810"/>
                  </a:lnTo>
                  <a:lnTo>
                    <a:pt x="1108032" y="1591"/>
                  </a:lnTo>
                  <a:lnTo>
                    <a:pt x="1176952" y="2744"/>
                  </a:lnTo>
                  <a:lnTo>
                    <a:pt x="1261941" y="4317"/>
                  </a:lnTo>
                  <a:lnTo>
                    <a:pt x="1360125" y="6340"/>
                  </a:lnTo>
                  <a:lnTo>
                    <a:pt x="1467735" y="8823"/>
                  </a:lnTo>
                  <a:lnTo>
                    <a:pt x="1580707" y="11764"/>
                  </a:lnTo>
                  <a:lnTo>
                    <a:pt x="1695207" y="15153"/>
                  </a:lnTo>
                  <a:lnTo>
                    <a:pt x="1808003" y="18982"/>
                  </a:lnTo>
                  <a:lnTo>
                    <a:pt x="1916646" y="23249"/>
                  </a:lnTo>
                  <a:lnTo>
                    <a:pt x="2019493" y="27962"/>
                  </a:lnTo>
                  <a:lnTo>
                    <a:pt x="2115623" y="33143"/>
                  </a:lnTo>
                  <a:lnTo>
                    <a:pt x="2204702" y="38828"/>
                  </a:lnTo>
                  <a:lnTo>
                    <a:pt x="2286839" y="45066"/>
                  </a:lnTo>
                  <a:lnTo>
                    <a:pt x="2362447" y="51923"/>
                  </a:lnTo>
                  <a:lnTo>
                    <a:pt x="2432135" y="59472"/>
                  </a:lnTo>
                  <a:lnTo>
                    <a:pt x="2496628" y="67798"/>
                  </a:lnTo>
                  <a:lnTo>
                    <a:pt x="2556697" y="76988"/>
                  </a:lnTo>
                  <a:lnTo>
                    <a:pt x="2613117" y="87124"/>
                  </a:lnTo>
                  <a:lnTo>
                    <a:pt x="2666624" y="98269"/>
                  </a:lnTo>
                  <a:lnTo>
                    <a:pt x="2702183" y="106559"/>
                  </a:lnTo>
                  <a:lnTo>
                    <a:pt x="2761816" y="122085"/>
                  </a:lnTo>
                  <a:lnTo>
                    <a:pt x="2819628" y="139121"/>
                  </a:lnTo>
                  <a:lnTo>
                    <a:pt x="2876275" y="157690"/>
                  </a:lnTo>
                  <a:lnTo>
                    <a:pt x="2932245" y="177771"/>
                  </a:lnTo>
                  <a:lnTo>
                    <a:pt x="2987889" y="199290"/>
                  </a:lnTo>
                  <a:lnTo>
                    <a:pt x="3043441" y="222117"/>
                  </a:lnTo>
                  <a:lnTo>
                    <a:pt x="3099040" y="246067"/>
                  </a:lnTo>
                  <a:lnTo>
                    <a:pt x="3154744" y="270905"/>
                  </a:lnTo>
                  <a:lnTo>
                    <a:pt x="3210551" y="296348"/>
                  </a:lnTo>
                  <a:lnTo>
                    <a:pt x="3266415" y="322088"/>
                  </a:lnTo>
                  <a:lnTo>
                    <a:pt x="3322274" y="347797"/>
                  </a:lnTo>
                  <a:lnTo>
                    <a:pt x="3378063" y="373150"/>
                  </a:lnTo>
                  <a:lnTo>
                    <a:pt x="3433747" y="397842"/>
                  </a:lnTo>
                  <a:lnTo>
                    <a:pt x="3489330" y="421599"/>
                  </a:lnTo>
                  <a:lnTo>
                    <a:pt x="3544887" y="444194"/>
                  </a:lnTo>
                  <a:lnTo>
                    <a:pt x="3600570" y="465452"/>
                  </a:lnTo>
                  <a:lnTo>
                    <a:pt x="3656636" y="485254"/>
                  </a:lnTo>
                  <a:lnTo>
                    <a:pt x="3713459" y="503537"/>
                  </a:lnTo>
                  <a:lnTo>
                    <a:pt x="3771556" y="520287"/>
                  </a:lnTo>
                  <a:lnTo>
                    <a:pt x="3820202" y="532797"/>
                  </a:lnTo>
                  <a:lnTo>
                    <a:pt x="3872086" y="544654"/>
                  </a:lnTo>
                  <a:lnTo>
                    <a:pt x="3926421" y="555481"/>
                  </a:lnTo>
                  <a:lnTo>
                    <a:pt x="3983892" y="565316"/>
                  </a:lnTo>
                  <a:lnTo>
                    <a:pt x="4045249" y="574229"/>
                  </a:lnTo>
                  <a:lnTo>
                    <a:pt x="4111272" y="582305"/>
                  </a:lnTo>
                  <a:lnTo>
                    <a:pt x="4182723" y="589631"/>
                  </a:lnTo>
                  <a:lnTo>
                    <a:pt x="4260297" y="596288"/>
                  </a:lnTo>
                  <a:lnTo>
                    <a:pt x="4344555" y="602348"/>
                  </a:lnTo>
                  <a:lnTo>
                    <a:pt x="4435828" y="607872"/>
                  </a:lnTo>
                  <a:lnTo>
                    <a:pt x="4534101" y="612905"/>
                  </a:lnTo>
                  <a:lnTo>
                    <a:pt x="4638875" y="617478"/>
                  </a:lnTo>
                  <a:lnTo>
                    <a:pt x="4749019" y="621609"/>
                  </a:lnTo>
                  <a:lnTo>
                    <a:pt x="4862644" y="625302"/>
                  </a:lnTo>
                  <a:lnTo>
                    <a:pt x="4977049" y="628553"/>
                  </a:lnTo>
                  <a:lnTo>
                    <a:pt x="5088788" y="631352"/>
                  </a:lnTo>
                  <a:lnTo>
                    <a:pt x="5193907" y="633692"/>
                  </a:lnTo>
                  <a:lnTo>
                    <a:pt x="5288371" y="635574"/>
                  </a:lnTo>
                  <a:lnTo>
                    <a:pt x="5368628" y="637013"/>
                  </a:lnTo>
                  <a:lnTo>
                    <a:pt x="5432190" y="638045"/>
                  </a:lnTo>
                  <a:lnTo>
                    <a:pt x="5478115" y="638722"/>
                  </a:lnTo>
                  <a:lnTo>
                    <a:pt x="5507240" y="639114"/>
                  </a:lnTo>
                  <a:lnTo>
                    <a:pt x="5522167" y="639297"/>
                  </a:lnTo>
                  <a:lnTo>
                    <a:pt x="5527067" y="639353"/>
                  </a:lnTo>
                  <a:lnTo>
                    <a:pt x="5527445" y="639357"/>
                  </a:lnTo>
                  <a:lnTo>
                    <a:pt x="6522385" y="639357"/>
                  </a:lnTo>
                  <a:lnTo>
                    <a:pt x="6523467" y="639406"/>
                  </a:lnTo>
                  <a:lnTo>
                    <a:pt x="6530612" y="639755"/>
                  </a:lnTo>
                  <a:lnTo>
                    <a:pt x="6548741" y="640719"/>
                  </a:lnTo>
                  <a:lnTo>
                    <a:pt x="6581451" y="642619"/>
                  </a:lnTo>
                  <a:lnTo>
                    <a:pt x="6630806" y="645762"/>
                  </a:lnTo>
                  <a:lnTo>
                    <a:pt x="6697193" y="650410"/>
                  </a:lnTo>
                  <a:lnTo>
                    <a:pt x="6779350" y="656764"/>
                  </a:lnTo>
                  <a:lnTo>
                    <a:pt x="6874652" y="664946"/>
                  </a:lnTo>
                  <a:lnTo>
                    <a:pt x="6979574" y="675008"/>
                  </a:lnTo>
                  <a:lnTo>
                    <a:pt x="7090242" y="686945"/>
                  </a:lnTo>
                  <a:lnTo>
                    <a:pt x="7202941" y="700722"/>
                  </a:lnTo>
                  <a:lnTo>
                    <a:pt x="7314475" y="716304"/>
                  </a:lnTo>
                  <a:lnTo>
                    <a:pt x="7422370" y="733676"/>
                  </a:lnTo>
                  <a:lnTo>
                    <a:pt x="7524911" y="752861"/>
                  </a:lnTo>
                  <a:lnTo>
                    <a:pt x="7621085" y="773936"/>
                  </a:lnTo>
                  <a:lnTo>
                    <a:pt x="7710459" y="797031"/>
                  </a:lnTo>
                  <a:lnTo>
                    <a:pt x="7793046" y="822334"/>
                  </a:lnTo>
                  <a:lnTo>
                    <a:pt x="7869178" y="850088"/>
                  </a:lnTo>
                  <a:lnTo>
                    <a:pt x="7939393" y="880585"/>
                  </a:lnTo>
                  <a:lnTo>
                    <a:pt x="8004358" y="914155"/>
                  </a:lnTo>
                  <a:lnTo>
                    <a:pt x="8064800" y="951148"/>
                  </a:lnTo>
                  <a:lnTo>
                    <a:pt x="8121462" y="991905"/>
                  </a:lnTo>
                  <a:lnTo>
                    <a:pt x="8175062" y="1036713"/>
                  </a:lnTo>
                  <a:lnTo>
                    <a:pt x="8226256" y="1085728"/>
                  </a:lnTo>
                  <a:lnTo>
                    <a:pt x="8229629" y="1089178"/>
                  </a:lnTo>
                  <a:lnTo>
                    <a:pt x="8274646" y="1137849"/>
                  </a:lnTo>
                  <a:lnTo>
                    <a:pt x="8318530" y="1190092"/>
                  </a:lnTo>
                  <a:lnTo>
                    <a:pt x="8361588" y="1245979"/>
                  </a:lnTo>
                  <a:lnTo>
                    <a:pt x="8404070" y="1305525"/>
                  </a:lnTo>
                  <a:lnTo>
                    <a:pt x="8446174" y="1368680"/>
                  </a:lnTo>
                  <a:lnTo>
                    <a:pt x="8488055" y="1435322"/>
                  </a:lnTo>
                  <a:lnTo>
                    <a:pt x="8529828" y="1505256"/>
                  </a:lnTo>
                  <a:lnTo>
                    <a:pt x="8571578" y="1578213"/>
                  </a:lnTo>
                  <a:lnTo>
                    <a:pt x="8613355" y="1653847"/>
                  </a:lnTo>
                  <a:lnTo>
                    <a:pt x="8655190" y="1731742"/>
                  </a:lnTo>
                  <a:lnTo>
                    <a:pt x="8697087" y="1811421"/>
                  </a:lnTo>
                  <a:lnTo>
                    <a:pt x="8739038" y="1892357"/>
                  </a:lnTo>
                  <a:lnTo>
                    <a:pt x="8781022" y="1973986"/>
                  </a:lnTo>
                  <a:lnTo>
                    <a:pt x="8823011" y="2055721"/>
                  </a:lnTo>
                  <a:lnTo>
                    <a:pt x="8864977" y="2136975"/>
                  </a:lnTo>
                  <a:lnTo>
                    <a:pt x="8906895" y="2217173"/>
                  </a:lnTo>
                  <a:lnTo>
                    <a:pt x="8948753" y="2295774"/>
                  </a:lnTo>
                  <a:lnTo>
                    <a:pt x="8990549" y="2372279"/>
                  </a:lnTo>
                  <a:lnTo>
                    <a:pt x="9032304" y="2446251"/>
                  </a:lnTo>
                  <a:lnTo>
                    <a:pt x="9074060" y="2517317"/>
                  </a:lnTo>
                  <a:lnTo>
                    <a:pt x="9115891" y="2585180"/>
                  </a:lnTo>
                  <a:lnTo>
                    <a:pt x="9157898" y="2649617"/>
                  </a:lnTo>
                  <a:lnTo>
                    <a:pt x="9200222" y="2710482"/>
                  </a:lnTo>
                  <a:lnTo>
                    <a:pt x="9243045" y="2767698"/>
                  </a:lnTo>
                  <a:lnTo>
                    <a:pt x="9286597" y="2821257"/>
                  </a:lnTo>
                  <a:lnTo>
                    <a:pt x="9331163" y="2871212"/>
                  </a:lnTo>
                  <a:lnTo>
                    <a:pt x="9347647" y="2888462"/>
                  </a:lnTo>
                  <a:lnTo>
                    <a:pt x="9398701" y="2937761"/>
                  </a:lnTo>
                  <a:lnTo>
                    <a:pt x="9452119" y="2982849"/>
                  </a:lnTo>
                  <a:lnTo>
                    <a:pt x="9508552" y="3023871"/>
                  </a:lnTo>
                  <a:lnTo>
                    <a:pt x="9568717" y="3061107"/>
                  </a:lnTo>
                  <a:lnTo>
                    <a:pt x="9633354" y="3094896"/>
                  </a:lnTo>
                  <a:lnTo>
                    <a:pt x="9703194" y="3125589"/>
                  </a:lnTo>
                  <a:lnTo>
                    <a:pt x="9778909" y="3153518"/>
                  </a:lnTo>
                  <a:lnTo>
                    <a:pt x="9861049" y="3178978"/>
                  </a:lnTo>
                  <a:lnTo>
                    <a:pt x="9949961" y="3202215"/>
                  </a:lnTo>
                  <a:lnTo>
                    <a:pt x="10045685" y="3223421"/>
                  </a:lnTo>
                  <a:lnTo>
                    <a:pt x="10147822" y="3242731"/>
                  </a:lnTo>
                  <a:lnTo>
                    <a:pt x="10255402" y="3260223"/>
                  </a:lnTo>
                  <a:lnTo>
                    <a:pt x="10366761" y="3275925"/>
                  </a:lnTo>
                  <a:lnTo>
                    <a:pt x="10479474" y="3289825"/>
                  </a:lnTo>
                  <a:lnTo>
                    <a:pt x="10590391" y="3301887"/>
                  </a:lnTo>
                  <a:lnTo>
                    <a:pt x="10695822" y="3312076"/>
                  </a:lnTo>
                  <a:lnTo>
                    <a:pt x="10791889" y="3320384"/>
                  </a:lnTo>
                  <a:lnTo>
                    <a:pt x="10875027" y="3326858"/>
                  </a:lnTo>
                  <a:lnTo>
                    <a:pt x="10942531" y="3331616"/>
                  </a:lnTo>
                  <a:lnTo>
                    <a:pt x="10993040" y="3334852"/>
                  </a:lnTo>
                  <a:lnTo>
                    <a:pt x="11026823" y="3336826"/>
                  </a:lnTo>
                  <a:lnTo>
                    <a:pt x="11045837" y="3337843"/>
                  </a:lnTo>
                  <a:lnTo>
                    <a:pt x="11053581" y="3338224"/>
                  </a:lnTo>
                  <a:lnTo>
                    <a:pt x="11054891" y="3338283"/>
                  </a:lnTo>
                  <a:lnTo>
                    <a:pt x="11054891" y="3338283"/>
                  </a:lnTo>
                  <a:lnTo>
                    <a:pt x="12049831" y="3338283"/>
                  </a:lnTo>
                  <a:lnTo>
                    <a:pt x="12049831" y="33382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8" name="pl607"/>
            <p:cNvSpPr/>
            <p:nvPr/>
          </p:nvSpPr>
          <p:spPr>
            <a:xfrm>
              <a:off x="1199187" y="1839298"/>
              <a:ext cx="12049831" cy="3338283"/>
            </a:xfrm>
            <a:custGeom>
              <a:avLst/>
              <a:pathLst>
                <a:path w="12049831" h="3338283">
                  <a:moveTo>
                    <a:pt x="12049831" y="3338283"/>
                  </a:moveTo>
                  <a:lnTo>
                    <a:pt x="11054891" y="3338283"/>
                  </a:lnTo>
                  <a:lnTo>
                    <a:pt x="11053809" y="3338234"/>
                  </a:lnTo>
                  <a:lnTo>
                    <a:pt x="11046665" y="3337885"/>
                  </a:lnTo>
                  <a:lnTo>
                    <a:pt x="11028535" y="3336921"/>
                  </a:lnTo>
                  <a:lnTo>
                    <a:pt x="10995826" y="3335021"/>
                  </a:lnTo>
                  <a:lnTo>
                    <a:pt x="10946470" y="3331879"/>
                  </a:lnTo>
                  <a:lnTo>
                    <a:pt x="10880084" y="3327230"/>
                  </a:lnTo>
                  <a:lnTo>
                    <a:pt x="10797926" y="3320876"/>
                  </a:lnTo>
                  <a:lnTo>
                    <a:pt x="10702624" y="3312694"/>
                  </a:lnTo>
                  <a:lnTo>
                    <a:pt x="10597703" y="3302632"/>
                  </a:lnTo>
                  <a:lnTo>
                    <a:pt x="10487034" y="3290695"/>
                  </a:lnTo>
                  <a:lnTo>
                    <a:pt x="10374336" y="3276918"/>
                  </a:lnTo>
                  <a:lnTo>
                    <a:pt x="10262801" y="3261336"/>
                  </a:lnTo>
                  <a:lnTo>
                    <a:pt x="10154906" y="3243964"/>
                  </a:lnTo>
                  <a:lnTo>
                    <a:pt x="10052366" y="3224779"/>
                  </a:lnTo>
                  <a:lnTo>
                    <a:pt x="9956192" y="3203704"/>
                  </a:lnTo>
                  <a:lnTo>
                    <a:pt x="9866818" y="3180609"/>
                  </a:lnTo>
                  <a:lnTo>
                    <a:pt x="9784230" y="3155306"/>
                  </a:lnTo>
                  <a:lnTo>
                    <a:pt x="9708099" y="3127552"/>
                  </a:lnTo>
                  <a:lnTo>
                    <a:pt x="9637883" y="3097055"/>
                  </a:lnTo>
                  <a:lnTo>
                    <a:pt x="9572919" y="3063485"/>
                  </a:lnTo>
                  <a:lnTo>
                    <a:pt x="9512476" y="3026493"/>
                  </a:lnTo>
                  <a:lnTo>
                    <a:pt x="9455814" y="2985735"/>
                  </a:lnTo>
                  <a:lnTo>
                    <a:pt x="9402215" y="2940927"/>
                  </a:lnTo>
                  <a:lnTo>
                    <a:pt x="9351021" y="2891912"/>
                  </a:lnTo>
                  <a:lnTo>
                    <a:pt x="9347647" y="2888462"/>
                  </a:lnTo>
                  <a:lnTo>
                    <a:pt x="9302630" y="2839791"/>
                  </a:lnTo>
                  <a:lnTo>
                    <a:pt x="9258747" y="2787548"/>
                  </a:lnTo>
                  <a:lnTo>
                    <a:pt x="9215688" y="2731661"/>
                  </a:lnTo>
                  <a:lnTo>
                    <a:pt x="9173206" y="2672115"/>
                  </a:lnTo>
                  <a:lnTo>
                    <a:pt x="9131102" y="2608961"/>
                  </a:lnTo>
                  <a:lnTo>
                    <a:pt x="9089222" y="2542319"/>
                  </a:lnTo>
                  <a:lnTo>
                    <a:pt x="9047448" y="2472384"/>
                  </a:lnTo>
                  <a:lnTo>
                    <a:pt x="9005699" y="2399427"/>
                  </a:lnTo>
                  <a:lnTo>
                    <a:pt x="8963921" y="2323794"/>
                  </a:lnTo>
                  <a:lnTo>
                    <a:pt x="8922087" y="2245899"/>
                  </a:lnTo>
                  <a:lnTo>
                    <a:pt x="8880190" y="2166219"/>
                  </a:lnTo>
                  <a:lnTo>
                    <a:pt x="8838238" y="2085283"/>
                  </a:lnTo>
                  <a:lnTo>
                    <a:pt x="8796255" y="2003655"/>
                  </a:lnTo>
                  <a:lnTo>
                    <a:pt x="8754266" y="1921919"/>
                  </a:lnTo>
                  <a:lnTo>
                    <a:pt x="8712300" y="1840666"/>
                  </a:lnTo>
                  <a:lnTo>
                    <a:pt x="8670381" y="1760467"/>
                  </a:lnTo>
                  <a:lnTo>
                    <a:pt x="8628524" y="1681866"/>
                  </a:lnTo>
                  <a:lnTo>
                    <a:pt x="8586728" y="1605361"/>
                  </a:lnTo>
                  <a:lnTo>
                    <a:pt x="8544973" y="1531390"/>
                  </a:lnTo>
                  <a:lnTo>
                    <a:pt x="8503216" y="1460323"/>
                  </a:lnTo>
                  <a:lnTo>
                    <a:pt x="8461386" y="1392460"/>
                  </a:lnTo>
                  <a:lnTo>
                    <a:pt x="8419379" y="1328023"/>
                  </a:lnTo>
                  <a:lnTo>
                    <a:pt x="8377054" y="1267159"/>
                  </a:lnTo>
                  <a:lnTo>
                    <a:pt x="8334231" y="1209943"/>
                  </a:lnTo>
                  <a:lnTo>
                    <a:pt x="8290679" y="1156383"/>
                  </a:lnTo>
                  <a:lnTo>
                    <a:pt x="8246113" y="1106428"/>
                  </a:lnTo>
                  <a:lnTo>
                    <a:pt x="8229629" y="1089178"/>
                  </a:lnTo>
                  <a:lnTo>
                    <a:pt x="8178576" y="1039879"/>
                  </a:lnTo>
                  <a:lnTo>
                    <a:pt x="8125158" y="994791"/>
                  </a:lnTo>
                  <a:lnTo>
                    <a:pt x="8068724" y="953769"/>
                  </a:lnTo>
                  <a:lnTo>
                    <a:pt x="8008560" y="916533"/>
                  </a:lnTo>
                  <a:lnTo>
                    <a:pt x="7943922" y="882745"/>
                  </a:lnTo>
                  <a:lnTo>
                    <a:pt x="7874082" y="852051"/>
                  </a:lnTo>
                  <a:lnTo>
                    <a:pt x="7798368" y="824122"/>
                  </a:lnTo>
                  <a:lnTo>
                    <a:pt x="7716228" y="798662"/>
                  </a:lnTo>
                  <a:lnTo>
                    <a:pt x="7627315" y="775425"/>
                  </a:lnTo>
                  <a:lnTo>
                    <a:pt x="7531591" y="754219"/>
                  </a:lnTo>
                  <a:lnTo>
                    <a:pt x="7429454" y="734910"/>
                  </a:lnTo>
                  <a:lnTo>
                    <a:pt x="7321874" y="717417"/>
                  </a:lnTo>
                  <a:lnTo>
                    <a:pt x="7210516" y="701715"/>
                  </a:lnTo>
                  <a:lnTo>
                    <a:pt x="7097802" y="687815"/>
                  </a:lnTo>
                  <a:lnTo>
                    <a:pt x="6986885" y="675753"/>
                  </a:lnTo>
                  <a:lnTo>
                    <a:pt x="6881455" y="665564"/>
                  </a:lnTo>
                  <a:lnTo>
                    <a:pt x="6785388" y="657256"/>
                  </a:lnTo>
                  <a:lnTo>
                    <a:pt x="6702250" y="650783"/>
                  </a:lnTo>
                  <a:lnTo>
                    <a:pt x="6634745" y="646025"/>
                  </a:lnTo>
                  <a:lnTo>
                    <a:pt x="6584237" y="642789"/>
                  </a:lnTo>
                  <a:lnTo>
                    <a:pt x="6550453" y="640814"/>
                  </a:lnTo>
                  <a:lnTo>
                    <a:pt x="6531439" y="639797"/>
                  </a:lnTo>
                  <a:lnTo>
                    <a:pt x="6523696" y="639417"/>
                  </a:lnTo>
                  <a:lnTo>
                    <a:pt x="6522386" y="639357"/>
                  </a:lnTo>
                  <a:lnTo>
                    <a:pt x="6522385" y="639357"/>
                  </a:lnTo>
                  <a:lnTo>
                    <a:pt x="5527445" y="639357"/>
                  </a:lnTo>
                  <a:lnTo>
                    <a:pt x="5526312" y="639345"/>
                  </a:lnTo>
                  <a:lnTo>
                    <a:pt x="5518834" y="639258"/>
                  </a:lnTo>
                  <a:lnTo>
                    <a:pt x="5499881" y="639018"/>
                  </a:lnTo>
                  <a:lnTo>
                    <a:pt x="5465744" y="638546"/>
                  </a:lnTo>
                  <a:lnTo>
                    <a:pt x="5414353" y="637766"/>
                  </a:lnTo>
                  <a:lnTo>
                    <a:pt x="5345433" y="636613"/>
                  </a:lnTo>
                  <a:lnTo>
                    <a:pt x="5260444" y="635039"/>
                  </a:lnTo>
                  <a:lnTo>
                    <a:pt x="5162260" y="633016"/>
                  </a:lnTo>
                  <a:lnTo>
                    <a:pt x="5054650" y="630533"/>
                  </a:lnTo>
                  <a:lnTo>
                    <a:pt x="4941678" y="627593"/>
                  </a:lnTo>
                  <a:lnTo>
                    <a:pt x="4827178" y="624204"/>
                  </a:lnTo>
                  <a:lnTo>
                    <a:pt x="4714382" y="620375"/>
                  </a:lnTo>
                  <a:lnTo>
                    <a:pt x="4605739" y="616108"/>
                  </a:lnTo>
                  <a:lnTo>
                    <a:pt x="4502892" y="611394"/>
                  </a:lnTo>
                  <a:lnTo>
                    <a:pt x="4406762" y="606213"/>
                  </a:lnTo>
                  <a:lnTo>
                    <a:pt x="4317683" y="600529"/>
                  </a:lnTo>
                  <a:lnTo>
                    <a:pt x="4235546" y="594290"/>
                  </a:lnTo>
                  <a:lnTo>
                    <a:pt x="4159938" y="587434"/>
                  </a:lnTo>
                  <a:lnTo>
                    <a:pt x="4090250" y="579885"/>
                  </a:lnTo>
                  <a:lnTo>
                    <a:pt x="4025757" y="571559"/>
                  </a:lnTo>
                  <a:lnTo>
                    <a:pt x="3965688" y="562368"/>
                  </a:lnTo>
                  <a:lnTo>
                    <a:pt x="3909268" y="552232"/>
                  </a:lnTo>
                  <a:lnTo>
                    <a:pt x="3855761" y="541087"/>
                  </a:lnTo>
                  <a:lnTo>
                    <a:pt x="3820202" y="532797"/>
                  </a:lnTo>
                  <a:lnTo>
                    <a:pt x="3760569" y="517271"/>
                  </a:lnTo>
                  <a:lnTo>
                    <a:pt x="3702757" y="500235"/>
                  </a:lnTo>
                  <a:lnTo>
                    <a:pt x="3646110" y="481666"/>
                  </a:lnTo>
                  <a:lnTo>
                    <a:pt x="3590140" y="461585"/>
                  </a:lnTo>
                  <a:lnTo>
                    <a:pt x="3534496" y="440067"/>
                  </a:lnTo>
                  <a:lnTo>
                    <a:pt x="3478944" y="417240"/>
                  </a:lnTo>
                  <a:lnTo>
                    <a:pt x="3423345" y="393289"/>
                  </a:lnTo>
                  <a:lnTo>
                    <a:pt x="3367641" y="368452"/>
                  </a:lnTo>
                  <a:lnTo>
                    <a:pt x="3311834" y="343008"/>
                  </a:lnTo>
                  <a:lnTo>
                    <a:pt x="3255970" y="317268"/>
                  </a:lnTo>
                  <a:lnTo>
                    <a:pt x="3200111" y="291559"/>
                  </a:lnTo>
                  <a:lnTo>
                    <a:pt x="3144322" y="266206"/>
                  </a:lnTo>
                  <a:lnTo>
                    <a:pt x="3088638" y="241515"/>
                  </a:lnTo>
                  <a:lnTo>
                    <a:pt x="3033055" y="217758"/>
                  </a:lnTo>
                  <a:lnTo>
                    <a:pt x="2977498" y="195163"/>
                  </a:lnTo>
                  <a:lnTo>
                    <a:pt x="2921815" y="173904"/>
                  </a:lnTo>
                  <a:lnTo>
                    <a:pt x="2865749" y="154102"/>
                  </a:lnTo>
                  <a:lnTo>
                    <a:pt x="2808926" y="135820"/>
                  </a:lnTo>
                  <a:lnTo>
                    <a:pt x="2750829" y="119069"/>
                  </a:lnTo>
                  <a:lnTo>
                    <a:pt x="2702183" y="106559"/>
                  </a:lnTo>
                  <a:lnTo>
                    <a:pt x="2650299" y="94703"/>
                  </a:lnTo>
                  <a:lnTo>
                    <a:pt x="2595964" y="83875"/>
                  </a:lnTo>
                  <a:lnTo>
                    <a:pt x="2538493" y="74040"/>
                  </a:lnTo>
                  <a:lnTo>
                    <a:pt x="2477136" y="65127"/>
                  </a:lnTo>
                  <a:lnTo>
                    <a:pt x="2411113" y="57051"/>
                  </a:lnTo>
                  <a:lnTo>
                    <a:pt x="2339662" y="49726"/>
                  </a:lnTo>
                  <a:lnTo>
                    <a:pt x="2262088" y="43069"/>
                  </a:lnTo>
                  <a:lnTo>
                    <a:pt x="2177830" y="37008"/>
                  </a:lnTo>
                  <a:lnTo>
                    <a:pt x="2086557" y="31484"/>
                  </a:lnTo>
                  <a:lnTo>
                    <a:pt x="1988284" y="26451"/>
                  </a:lnTo>
                  <a:lnTo>
                    <a:pt x="1883510" y="21878"/>
                  </a:lnTo>
                  <a:lnTo>
                    <a:pt x="1773366" y="17748"/>
                  </a:lnTo>
                  <a:lnTo>
                    <a:pt x="1659741" y="14054"/>
                  </a:lnTo>
                  <a:lnTo>
                    <a:pt x="1545336" y="10803"/>
                  </a:lnTo>
                  <a:lnTo>
                    <a:pt x="1433597" y="8004"/>
                  </a:lnTo>
                  <a:lnTo>
                    <a:pt x="1328478" y="5664"/>
                  </a:lnTo>
                  <a:lnTo>
                    <a:pt x="1234014" y="3782"/>
                  </a:lnTo>
                  <a:lnTo>
                    <a:pt x="1153757" y="2343"/>
                  </a:lnTo>
                  <a:lnTo>
                    <a:pt x="1090195" y="1312"/>
                  </a:lnTo>
                  <a:lnTo>
                    <a:pt x="1044270" y="634"/>
                  </a:lnTo>
                  <a:lnTo>
                    <a:pt x="1015145" y="243"/>
                  </a:lnTo>
                  <a:lnTo>
                    <a:pt x="1000218" y="59"/>
                  </a:lnTo>
                  <a:lnTo>
                    <a:pt x="995318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9" name="pg608"/>
            <p:cNvSpPr/>
            <p:nvPr/>
          </p:nvSpPr>
          <p:spPr>
            <a:xfrm>
              <a:off x="1199187" y="1844538"/>
              <a:ext cx="12049831" cy="3993363"/>
            </a:xfrm>
            <a:custGeom>
              <a:avLst/>
              <a:pathLst>
                <a:path w="12049831" h="3993363">
                  <a:moveTo>
                    <a:pt x="0" y="5240"/>
                  </a:moveTo>
                  <a:lnTo>
                    <a:pt x="994940" y="5240"/>
                  </a:lnTo>
                  <a:lnTo>
                    <a:pt x="996073" y="5253"/>
                  </a:lnTo>
                  <a:lnTo>
                    <a:pt x="1003550" y="5342"/>
                  </a:lnTo>
                  <a:lnTo>
                    <a:pt x="1022499" y="5590"/>
                  </a:lnTo>
                  <a:lnTo>
                    <a:pt x="1056630" y="6077"/>
                  </a:lnTo>
                  <a:lnTo>
                    <a:pt x="1108012" y="6883"/>
                  </a:lnTo>
                  <a:lnTo>
                    <a:pt x="1176922" y="8074"/>
                  </a:lnTo>
                  <a:lnTo>
                    <a:pt x="1261900" y="9699"/>
                  </a:lnTo>
                  <a:lnTo>
                    <a:pt x="1360072" y="11788"/>
                  </a:lnTo>
                  <a:lnTo>
                    <a:pt x="1467671" y="14352"/>
                  </a:lnTo>
                  <a:lnTo>
                    <a:pt x="1580633" y="17388"/>
                  </a:lnTo>
                  <a:lnTo>
                    <a:pt x="1695126" y="20888"/>
                  </a:lnTo>
                  <a:lnTo>
                    <a:pt x="1807917" y="24842"/>
                  </a:lnTo>
                  <a:lnTo>
                    <a:pt x="1916557" y="29248"/>
                  </a:lnTo>
                  <a:lnTo>
                    <a:pt x="2019403" y="34115"/>
                  </a:lnTo>
                  <a:lnTo>
                    <a:pt x="2115533" y="39465"/>
                  </a:lnTo>
                  <a:lnTo>
                    <a:pt x="2204614" y="45335"/>
                  </a:lnTo>
                  <a:lnTo>
                    <a:pt x="2286753" y="51777"/>
                  </a:lnTo>
                  <a:lnTo>
                    <a:pt x="2362362" y="58857"/>
                  </a:lnTo>
                  <a:lnTo>
                    <a:pt x="2432053" y="66652"/>
                  </a:lnTo>
                  <a:lnTo>
                    <a:pt x="2496548" y="75250"/>
                  </a:lnTo>
                  <a:lnTo>
                    <a:pt x="2556618" y="84739"/>
                  </a:lnTo>
                  <a:lnTo>
                    <a:pt x="2613039" y="95206"/>
                  </a:lnTo>
                  <a:lnTo>
                    <a:pt x="2666546" y="106714"/>
                  </a:lnTo>
                  <a:lnTo>
                    <a:pt x="2702183" y="115293"/>
                  </a:lnTo>
                  <a:lnTo>
                    <a:pt x="2761693" y="131294"/>
                  </a:lnTo>
                  <a:lnTo>
                    <a:pt x="2819388" y="148846"/>
                  </a:lnTo>
                  <a:lnTo>
                    <a:pt x="2875920" y="167975"/>
                  </a:lnTo>
                  <a:lnTo>
                    <a:pt x="2931776" y="188659"/>
                  </a:lnTo>
                  <a:lnTo>
                    <a:pt x="2987304" y="210823"/>
                  </a:lnTo>
                  <a:lnTo>
                    <a:pt x="3042740" y="234335"/>
                  </a:lnTo>
                  <a:lnTo>
                    <a:pt x="3098221" y="259004"/>
                  </a:lnTo>
                  <a:lnTo>
                    <a:pt x="3153806" y="284590"/>
                  </a:lnTo>
                  <a:lnTo>
                    <a:pt x="3209494" y="310804"/>
                  </a:lnTo>
                  <a:lnTo>
                    <a:pt x="3265240" y="337329"/>
                  </a:lnTo>
                  <a:lnTo>
                    <a:pt x="3320982" y="363829"/>
                  </a:lnTo>
                  <a:lnTo>
                    <a:pt x="3376657" y="389972"/>
                  </a:lnTo>
                  <a:lnTo>
                    <a:pt x="3432226" y="415441"/>
                  </a:lnTo>
                  <a:lnTo>
                    <a:pt x="3487695" y="439956"/>
                  </a:lnTo>
                  <a:lnTo>
                    <a:pt x="3543133" y="463282"/>
                  </a:lnTo>
                  <a:lnTo>
                    <a:pt x="3598692" y="485238"/>
                  </a:lnTo>
                  <a:lnTo>
                    <a:pt x="3654621" y="505700"/>
                  </a:lnTo>
                  <a:lnTo>
                    <a:pt x="3711289" y="524601"/>
                  </a:lnTo>
                  <a:lnTo>
                    <a:pt x="3769202" y="541925"/>
                  </a:lnTo>
                  <a:lnTo>
                    <a:pt x="3820202" y="555507"/>
                  </a:lnTo>
                  <a:lnTo>
                    <a:pt x="3872082" y="567751"/>
                  </a:lnTo>
                  <a:lnTo>
                    <a:pt x="3926414" y="578933"/>
                  </a:lnTo>
                  <a:lnTo>
                    <a:pt x="3983880" y="589090"/>
                  </a:lnTo>
                  <a:lnTo>
                    <a:pt x="4045233" y="598295"/>
                  </a:lnTo>
                  <a:lnTo>
                    <a:pt x="4111250" y="606635"/>
                  </a:lnTo>
                  <a:lnTo>
                    <a:pt x="4182694" y="614201"/>
                  </a:lnTo>
                  <a:lnTo>
                    <a:pt x="4260261" y="621076"/>
                  </a:lnTo>
                  <a:lnTo>
                    <a:pt x="4344510" y="627335"/>
                  </a:lnTo>
                  <a:lnTo>
                    <a:pt x="4435773" y="633040"/>
                  </a:lnTo>
                  <a:lnTo>
                    <a:pt x="4534035" y="638238"/>
                  </a:lnTo>
                  <a:lnTo>
                    <a:pt x="4638799" y="642961"/>
                  </a:lnTo>
                  <a:lnTo>
                    <a:pt x="4748932" y="647227"/>
                  </a:lnTo>
                  <a:lnTo>
                    <a:pt x="4862548" y="651041"/>
                  </a:lnTo>
                  <a:lnTo>
                    <a:pt x="4976946" y="654399"/>
                  </a:lnTo>
                  <a:lnTo>
                    <a:pt x="5088682" y="657290"/>
                  </a:lnTo>
                  <a:lnTo>
                    <a:pt x="5193803" y="659708"/>
                  </a:lnTo>
                  <a:lnTo>
                    <a:pt x="5288275" y="661651"/>
                  </a:lnTo>
                  <a:lnTo>
                    <a:pt x="5368544" y="663138"/>
                  </a:lnTo>
                  <a:lnTo>
                    <a:pt x="5432123" y="664204"/>
                  </a:lnTo>
                  <a:lnTo>
                    <a:pt x="5478067" y="664904"/>
                  </a:lnTo>
                  <a:lnTo>
                    <a:pt x="5507211" y="665309"/>
                  </a:lnTo>
                  <a:lnTo>
                    <a:pt x="5522154" y="665499"/>
                  </a:lnTo>
                  <a:lnTo>
                    <a:pt x="5527065" y="665556"/>
                  </a:lnTo>
                  <a:lnTo>
                    <a:pt x="5527445" y="665560"/>
                  </a:lnTo>
                  <a:lnTo>
                    <a:pt x="6522385" y="665560"/>
                  </a:lnTo>
                  <a:lnTo>
                    <a:pt x="6523441" y="665619"/>
                  </a:lnTo>
                  <a:lnTo>
                    <a:pt x="6530416" y="666039"/>
                  </a:lnTo>
                  <a:lnTo>
                    <a:pt x="6548127" y="667198"/>
                  </a:lnTo>
                  <a:lnTo>
                    <a:pt x="6580109" y="669483"/>
                  </a:lnTo>
                  <a:lnTo>
                    <a:pt x="6628425" y="673262"/>
                  </a:lnTo>
                  <a:lnTo>
                    <a:pt x="6693510" y="678857"/>
                  </a:lnTo>
                  <a:lnTo>
                    <a:pt x="6774205" y="686509"/>
                  </a:lnTo>
                  <a:lnTo>
                    <a:pt x="6868008" y="696373"/>
                  </a:lnTo>
                  <a:lnTo>
                    <a:pt x="6971519" y="708515"/>
                  </a:lnTo>
                  <a:lnTo>
                    <a:pt x="7080964" y="722933"/>
                  </a:lnTo>
                  <a:lnTo>
                    <a:pt x="7192693" y="739586"/>
                  </a:lnTo>
                  <a:lnTo>
                    <a:pt x="7303535" y="758432"/>
                  </a:lnTo>
                  <a:lnTo>
                    <a:pt x="7411003" y="779447"/>
                  </a:lnTo>
                  <a:lnTo>
                    <a:pt x="7513351" y="802656"/>
                  </a:lnTo>
                  <a:lnTo>
                    <a:pt x="7609520" y="828143"/>
                  </a:lnTo>
                  <a:lnTo>
                    <a:pt x="7699026" y="856055"/>
                  </a:lnTo>
                  <a:lnTo>
                    <a:pt x="7781835" y="886611"/>
                  </a:lnTo>
                  <a:lnTo>
                    <a:pt x="7858234" y="920095"/>
                  </a:lnTo>
                  <a:lnTo>
                    <a:pt x="7928726" y="956849"/>
                  </a:lnTo>
                  <a:lnTo>
                    <a:pt x="7993945" y="997263"/>
                  </a:lnTo>
                  <a:lnTo>
                    <a:pt x="8054595" y="1041758"/>
                  </a:lnTo>
                  <a:lnTo>
                    <a:pt x="8111401" y="1090749"/>
                  </a:lnTo>
                  <a:lnTo>
                    <a:pt x="8165071" y="1144598"/>
                  </a:lnTo>
                  <a:lnTo>
                    <a:pt x="8216258" y="1203531"/>
                  </a:lnTo>
                  <a:lnTo>
                    <a:pt x="8229629" y="1220194"/>
                  </a:lnTo>
                  <a:lnTo>
                    <a:pt x="8271243" y="1275455"/>
                  </a:lnTo>
                  <a:lnTo>
                    <a:pt x="8311868" y="1334465"/>
                  </a:lnTo>
                  <a:lnTo>
                    <a:pt x="8351754" y="1397298"/>
                  </a:lnTo>
                  <a:lnTo>
                    <a:pt x="8391104" y="1463981"/>
                  </a:lnTo>
                  <a:lnTo>
                    <a:pt x="8430084" y="1534483"/>
                  </a:lnTo>
                  <a:lnTo>
                    <a:pt x="8468828" y="1608711"/>
                  </a:lnTo>
                  <a:lnTo>
                    <a:pt x="8507440" y="1686505"/>
                  </a:lnTo>
                  <a:lnTo>
                    <a:pt x="8545996" y="1767640"/>
                  </a:lnTo>
                  <a:lnTo>
                    <a:pt x="8584552" y="1851821"/>
                  </a:lnTo>
                  <a:lnTo>
                    <a:pt x="8623143" y="1938690"/>
                  </a:lnTo>
                  <a:lnTo>
                    <a:pt x="8661784" y="2027825"/>
                  </a:lnTo>
                  <a:lnTo>
                    <a:pt x="8700480" y="2118753"/>
                  </a:lnTo>
                  <a:lnTo>
                    <a:pt x="8739220" y="2210956"/>
                  </a:lnTo>
                  <a:lnTo>
                    <a:pt x="8777987" y="2303883"/>
                  </a:lnTo>
                  <a:lnTo>
                    <a:pt x="8816761" y="2396969"/>
                  </a:lnTo>
                  <a:lnTo>
                    <a:pt x="8855519" y="2489639"/>
                  </a:lnTo>
                  <a:lnTo>
                    <a:pt x="8894240" y="2581334"/>
                  </a:lnTo>
                  <a:lnTo>
                    <a:pt x="8932912" y="2671516"/>
                  </a:lnTo>
                  <a:lnTo>
                    <a:pt x="8971529" y="2759685"/>
                  </a:lnTo>
                  <a:lnTo>
                    <a:pt x="9010101" y="2845391"/>
                  </a:lnTo>
                  <a:lnTo>
                    <a:pt x="9048652" y="2928241"/>
                  </a:lnTo>
                  <a:lnTo>
                    <a:pt x="9087225" y="3007903"/>
                  </a:lnTo>
                  <a:lnTo>
                    <a:pt x="9125885" y="3084113"/>
                  </a:lnTo>
                  <a:lnTo>
                    <a:pt x="9164721" y="3156678"/>
                  </a:lnTo>
                  <a:lnTo>
                    <a:pt x="9203850" y="3225466"/>
                  </a:lnTo>
                  <a:lnTo>
                    <a:pt x="9243419" y="3290415"/>
                  </a:lnTo>
                  <a:lnTo>
                    <a:pt x="9283610" y="3351519"/>
                  </a:lnTo>
                  <a:lnTo>
                    <a:pt x="9324647" y="3408827"/>
                  </a:lnTo>
                  <a:lnTo>
                    <a:pt x="9347647" y="3438729"/>
                  </a:lnTo>
                  <a:lnTo>
                    <a:pt x="9398269" y="3499034"/>
                  </a:lnTo>
                  <a:lnTo>
                    <a:pt x="9451213" y="3554231"/>
                  </a:lnTo>
                  <a:lnTo>
                    <a:pt x="9507110" y="3604493"/>
                  </a:lnTo>
                  <a:lnTo>
                    <a:pt x="9566659" y="3650153"/>
                  </a:lnTo>
                  <a:lnTo>
                    <a:pt x="9630583" y="3691619"/>
                  </a:lnTo>
                  <a:lnTo>
                    <a:pt x="9699595" y="3729314"/>
                  </a:lnTo>
                  <a:lnTo>
                    <a:pt x="9774355" y="3763638"/>
                  </a:lnTo>
                  <a:lnTo>
                    <a:pt x="9855408" y="3794948"/>
                  </a:lnTo>
                  <a:lnTo>
                    <a:pt x="9943107" y="3823545"/>
                  </a:lnTo>
                  <a:lnTo>
                    <a:pt x="10037517" y="3849664"/>
                  </a:lnTo>
                  <a:lnTo>
                    <a:pt x="10138286" y="3873473"/>
                  </a:lnTo>
                  <a:lnTo>
                    <a:pt x="10244524" y="3895072"/>
                  </a:lnTo>
                  <a:lnTo>
                    <a:pt x="10354674" y="3914499"/>
                  </a:lnTo>
                  <a:lnTo>
                    <a:pt x="10466450" y="3931744"/>
                  </a:lnTo>
                  <a:lnTo>
                    <a:pt x="10576851" y="3946766"/>
                  </a:lnTo>
                  <a:lnTo>
                    <a:pt x="10682326" y="3959520"/>
                  </a:lnTo>
                  <a:lnTo>
                    <a:pt x="10779089" y="3969991"/>
                  </a:lnTo>
                  <a:lnTo>
                    <a:pt x="10863588" y="3978225"/>
                  </a:lnTo>
                  <a:lnTo>
                    <a:pt x="10933033" y="3984351"/>
                  </a:lnTo>
                  <a:lnTo>
                    <a:pt x="10985868" y="3988588"/>
                  </a:lnTo>
                  <a:lnTo>
                    <a:pt x="11022092" y="3991239"/>
                  </a:lnTo>
                  <a:lnTo>
                    <a:pt x="11043338" y="3992662"/>
                  </a:lnTo>
                  <a:lnTo>
                    <a:pt x="11052768" y="3993242"/>
                  </a:lnTo>
                  <a:lnTo>
                    <a:pt x="11054891" y="3993363"/>
                  </a:lnTo>
                  <a:lnTo>
                    <a:pt x="12049831" y="3993363"/>
                  </a:lnTo>
                  <a:lnTo>
                    <a:pt x="12049831" y="3988122"/>
                  </a:lnTo>
                  <a:lnTo>
                    <a:pt x="11054891" y="3988122"/>
                  </a:lnTo>
                  <a:lnTo>
                    <a:pt x="11053836" y="3988063"/>
                  </a:lnTo>
                  <a:lnTo>
                    <a:pt x="11046861" y="3987643"/>
                  </a:lnTo>
                  <a:lnTo>
                    <a:pt x="11029150" y="3986484"/>
                  </a:lnTo>
                  <a:lnTo>
                    <a:pt x="10997167" y="3984200"/>
                  </a:lnTo>
                  <a:lnTo>
                    <a:pt x="10948852" y="3980420"/>
                  </a:lnTo>
                  <a:lnTo>
                    <a:pt x="10883766" y="3974825"/>
                  </a:lnTo>
                  <a:lnTo>
                    <a:pt x="10803071" y="3967173"/>
                  </a:lnTo>
                  <a:lnTo>
                    <a:pt x="10709268" y="3957309"/>
                  </a:lnTo>
                  <a:lnTo>
                    <a:pt x="10605758" y="3945167"/>
                  </a:lnTo>
                  <a:lnTo>
                    <a:pt x="10496312" y="3930750"/>
                  </a:lnTo>
                  <a:lnTo>
                    <a:pt x="10384583" y="3914096"/>
                  </a:lnTo>
                  <a:lnTo>
                    <a:pt x="10273742" y="3895250"/>
                  </a:lnTo>
                  <a:lnTo>
                    <a:pt x="10166274" y="3874235"/>
                  </a:lnTo>
                  <a:lnTo>
                    <a:pt x="10063925" y="3851026"/>
                  </a:lnTo>
                  <a:lnTo>
                    <a:pt x="9967757" y="3825540"/>
                  </a:lnTo>
                  <a:lnTo>
                    <a:pt x="9878250" y="3797627"/>
                  </a:lnTo>
                  <a:lnTo>
                    <a:pt x="9795441" y="3767071"/>
                  </a:lnTo>
                  <a:lnTo>
                    <a:pt x="9719042" y="3733587"/>
                  </a:lnTo>
                  <a:lnTo>
                    <a:pt x="9648551" y="3696833"/>
                  </a:lnTo>
                  <a:lnTo>
                    <a:pt x="9583332" y="3656419"/>
                  </a:lnTo>
                  <a:lnTo>
                    <a:pt x="9522682" y="3611924"/>
                  </a:lnTo>
                  <a:lnTo>
                    <a:pt x="9465875" y="3562933"/>
                  </a:lnTo>
                  <a:lnTo>
                    <a:pt x="9412206" y="3509084"/>
                  </a:lnTo>
                  <a:lnTo>
                    <a:pt x="9361019" y="3450151"/>
                  </a:lnTo>
                  <a:lnTo>
                    <a:pt x="9347647" y="3433488"/>
                  </a:lnTo>
                  <a:lnTo>
                    <a:pt x="9306033" y="3378227"/>
                  </a:lnTo>
                  <a:lnTo>
                    <a:pt x="9265408" y="3319218"/>
                  </a:lnTo>
                  <a:lnTo>
                    <a:pt x="9225523" y="3256384"/>
                  </a:lnTo>
                  <a:lnTo>
                    <a:pt x="9186173" y="3189701"/>
                  </a:lnTo>
                  <a:lnTo>
                    <a:pt x="9147192" y="3119199"/>
                  </a:lnTo>
                  <a:lnTo>
                    <a:pt x="9108448" y="3044971"/>
                  </a:lnTo>
                  <a:lnTo>
                    <a:pt x="9069837" y="2967177"/>
                  </a:lnTo>
                  <a:lnTo>
                    <a:pt x="9031280" y="2886042"/>
                  </a:lnTo>
                  <a:lnTo>
                    <a:pt x="8992724" y="2801861"/>
                  </a:lnTo>
                  <a:lnTo>
                    <a:pt x="8954134" y="2714992"/>
                  </a:lnTo>
                  <a:lnTo>
                    <a:pt x="8915492" y="2625857"/>
                  </a:lnTo>
                  <a:lnTo>
                    <a:pt x="8876797" y="2534929"/>
                  </a:lnTo>
                  <a:lnTo>
                    <a:pt x="8838057" y="2442727"/>
                  </a:lnTo>
                  <a:lnTo>
                    <a:pt x="8799289" y="2349799"/>
                  </a:lnTo>
                  <a:lnTo>
                    <a:pt x="8760515" y="2256713"/>
                  </a:lnTo>
                  <a:lnTo>
                    <a:pt x="8721758" y="2164043"/>
                  </a:lnTo>
                  <a:lnTo>
                    <a:pt x="8683036" y="2072348"/>
                  </a:lnTo>
                  <a:lnTo>
                    <a:pt x="8644365" y="1982166"/>
                  </a:lnTo>
                  <a:lnTo>
                    <a:pt x="8605747" y="1893997"/>
                  </a:lnTo>
                  <a:lnTo>
                    <a:pt x="8567175" y="1808291"/>
                  </a:lnTo>
                  <a:lnTo>
                    <a:pt x="8528625" y="1725441"/>
                  </a:lnTo>
                  <a:lnTo>
                    <a:pt x="8490051" y="1645779"/>
                  </a:lnTo>
                  <a:lnTo>
                    <a:pt x="8451391" y="1569569"/>
                  </a:lnTo>
                  <a:lnTo>
                    <a:pt x="8412555" y="1497004"/>
                  </a:lnTo>
                  <a:lnTo>
                    <a:pt x="8373426" y="1428216"/>
                  </a:lnTo>
                  <a:lnTo>
                    <a:pt x="8333858" y="1363267"/>
                  </a:lnTo>
                  <a:lnTo>
                    <a:pt x="8293667" y="1302163"/>
                  </a:lnTo>
                  <a:lnTo>
                    <a:pt x="8252630" y="1244855"/>
                  </a:lnTo>
                  <a:lnTo>
                    <a:pt x="8229629" y="1214953"/>
                  </a:lnTo>
                  <a:lnTo>
                    <a:pt x="8179007" y="1154648"/>
                  </a:lnTo>
                  <a:lnTo>
                    <a:pt x="8126064" y="1099451"/>
                  </a:lnTo>
                  <a:lnTo>
                    <a:pt x="8070166" y="1049189"/>
                  </a:lnTo>
                  <a:lnTo>
                    <a:pt x="8010617" y="1003529"/>
                  </a:lnTo>
                  <a:lnTo>
                    <a:pt x="7946693" y="962063"/>
                  </a:lnTo>
                  <a:lnTo>
                    <a:pt x="7877681" y="924368"/>
                  </a:lnTo>
                  <a:lnTo>
                    <a:pt x="7802921" y="890044"/>
                  </a:lnTo>
                  <a:lnTo>
                    <a:pt x="7721869" y="858734"/>
                  </a:lnTo>
                  <a:lnTo>
                    <a:pt x="7634169" y="830137"/>
                  </a:lnTo>
                  <a:lnTo>
                    <a:pt x="7539760" y="804018"/>
                  </a:lnTo>
                  <a:lnTo>
                    <a:pt x="7438990" y="780209"/>
                  </a:lnTo>
                  <a:lnTo>
                    <a:pt x="7332753" y="758610"/>
                  </a:lnTo>
                  <a:lnTo>
                    <a:pt x="7222602" y="739183"/>
                  </a:lnTo>
                  <a:lnTo>
                    <a:pt x="7110826" y="721938"/>
                  </a:lnTo>
                  <a:lnTo>
                    <a:pt x="7000425" y="706916"/>
                  </a:lnTo>
                  <a:lnTo>
                    <a:pt x="6894951" y="694162"/>
                  </a:lnTo>
                  <a:lnTo>
                    <a:pt x="6798188" y="683691"/>
                  </a:lnTo>
                  <a:lnTo>
                    <a:pt x="6713688" y="675457"/>
                  </a:lnTo>
                  <a:lnTo>
                    <a:pt x="6644244" y="669331"/>
                  </a:lnTo>
                  <a:lnTo>
                    <a:pt x="6591408" y="665094"/>
                  </a:lnTo>
                  <a:lnTo>
                    <a:pt x="6555185" y="662443"/>
                  </a:lnTo>
                  <a:lnTo>
                    <a:pt x="6533938" y="661020"/>
                  </a:lnTo>
                  <a:lnTo>
                    <a:pt x="6524508" y="660440"/>
                  </a:lnTo>
                  <a:lnTo>
                    <a:pt x="6522385" y="660319"/>
                  </a:lnTo>
                  <a:lnTo>
                    <a:pt x="5527445" y="660319"/>
                  </a:lnTo>
                  <a:lnTo>
                    <a:pt x="5526312" y="660307"/>
                  </a:lnTo>
                  <a:lnTo>
                    <a:pt x="5518835" y="660217"/>
                  </a:lnTo>
                  <a:lnTo>
                    <a:pt x="5499886" y="659970"/>
                  </a:lnTo>
                  <a:lnTo>
                    <a:pt x="5465755" y="659482"/>
                  </a:lnTo>
                  <a:lnTo>
                    <a:pt x="5414373" y="658676"/>
                  </a:lnTo>
                  <a:lnTo>
                    <a:pt x="5345463" y="657486"/>
                  </a:lnTo>
                  <a:lnTo>
                    <a:pt x="5260485" y="655861"/>
                  </a:lnTo>
                  <a:lnTo>
                    <a:pt x="5162313" y="653772"/>
                  </a:lnTo>
                  <a:lnTo>
                    <a:pt x="5054714" y="651208"/>
                  </a:lnTo>
                  <a:lnTo>
                    <a:pt x="4941752" y="648171"/>
                  </a:lnTo>
                  <a:lnTo>
                    <a:pt x="4827259" y="644672"/>
                  </a:lnTo>
                  <a:lnTo>
                    <a:pt x="4714468" y="640718"/>
                  </a:lnTo>
                  <a:lnTo>
                    <a:pt x="4605828" y="636312"/>
                  </a:lnTo>
                  <a:lnTo>
                    <a:pt x="4502982" y="631445"/>
                  </a:lnTo>
                  <a:lnTo>
                    <a:pt x="4406852" y="626095"/>
                  </a:lnTo>
                  <a:lnTo>
                    <a:pt x="4317771" y="620224"/>
                  </a:lnTo>
                  <a:lnTo>
                    <a:pt x="4235632" y="613782"/>
                  </a:lnTo>
                  <a:lnTo>
                    <a:pt x="4160023" y="606703"/>
                  </a:lnTo>
                  <a:lnTo>
                    <a:pt x="4090332" y="598907"/>
                  </a:lnTo>
                  <a:lnTo>
                    <a:pt x="4025837" y="590310"/>
                  </a:lnTo>
                  <a:lnTo>
                    <a:pt x="3965767" y="580820"/>
                  </a:lnTo>
                  <a:lnTo>
                    <a:pt x="3909346" y="570354"/>
                  </a:lnTo>
                  <a:lnTo>
                    <a:pt x="3855839" y="558846"/>
                  </a:lnTo>
                  <a:lnTo>
                    <a:pt x="3820202" y="550266"/>
                  </a:lnTo>
                  <a:lnTo>
                    <a:pt x="3760692" y="534266"/>
                  </a:lnTo>
                  <a:lnTo>
                    <a:pt x="3702997" y="516714"/>
                  </a:lnTo>
                  <a:lnTo>
                    <a:pt x="3646465" y="497585"/>
                  </a:lnTo>
                  <a:lnTo>
                    <a:pt x="3590609" y="476900"/>
                  </a:lnTo>
                  <a:lnTo>
                    <a:pt x="3535081" y="454736"/>
                  </a:lnTo>
                  <a:lnTo>
                    <a:pt x="3479645" y="431225"/>
                  </a:lnTo>
                  <a:lnTo>
                    <a:pt x="3424164" y="406555"/>
                  </a:lnTo>
                  <a:lnTo>
                    <a:pt x="3368579" y="380970"/>
                  </a:lnTo>
                  <a:lnTo>
                    <a:pt x="3312891" y="354755"/>
                  </a:lnTo>
                  <a:lnTo>
                    <a:pt x="3257145" y="328231"/>
                  </a:lnTo>
                  <a:lnTo>
                    <a:pt x="3201403" y="301730"/>
                  </a:lnTo>
                  <a:lnTo>
                    <a:pt x="3145728" y="275588"/>
                  </a:lnTo>
                  <a:lnTo>
                    <a:pt x="3090159" y="250119"/>
                  </a:lnTo>
                  <a:lnTo>
                    <a:pt x="3034690" y="225603"/>
                  </a:lnTo>
                  <a:lnTo>
                    <a:pt x="2979252" y="202277"/>
                  </a:lnTo>
                  <a:lnTo>
                    <a:pt x="2923693" y="180321"/>
                  </a:lnTo>
                  <a:lnTo>
                    <a:pt x="2867764" y="159859"/>
                  </a:lnTo>
                  <a:lnTo>
                    <a:pt x="2811096" y="140959"/>
                  </a:lnTo>
                  <a:lnTo>
                    <a:pt x="2753183" y="123635"/>
                  </a:lnTo>
                  <a:lnTo>
                    <a:pt x="2702183" y="110053"/>
                  </a:lnTo>
                  <a:lnTo>
                    <a:pt x="2650303" y="97808"/>
                  </a:lnTo>
                  <a:lnTo>
                    <a:pt x="2595971" y="86627"/>
                  </a:lnTo>
                  <a:lnTo>
                    <a:pt x="2538505" y="76470"/>
                  </a:lnTo>
                  <a:lnTo>
                    <a:pt x="2477152" y="67265"/>
                  </a:lnTo>
                  <a:lnTo>
                    <a:pt x="2411135" y="58924"/>
                  </a:lnTo>
                  <a:lnTo>
                    <a:pt x="2339691" y="51359"/>
                  </a:lnTo>
                  <a:lnTo>
                    <a:pt x="2262124" y="44484"/>
                  </a:lnTo>
                  <a:lnTo>
                    <a:pt x="2177875" y="38224"/>
                  </a:lnTo>
                  <a:lnTo>
                    <a:pt x="2086612" y="32520"/>
                  </a:lnTo>
                  <a:lnTo>
                    <a:pt x="1988350" y="27322"/>
                  </a:lnTo>
                  <a:lnTo>
                    <a:pt x="1883586" y="22599"/>
                  </a:lnTo>
                  <a:lnTo>
                    <a:pt x="1773453" y="18333"/>
                  </a:lnTo>
                  <a:lnTo>
                    <a:pt x="1659837" y="14518"/>
                  </a:lnTo>
                  <a:lnTo>
                    <a:pt x="1545439" y="11160"/>
                  </a:lnTo>
                  <a:lnTo>
                    <a:pt x="1433703" y="8269"/>
                  </a:lnTo>
                  <a:lnTo>
                    <a:pt x="1328582" y="5852"/>
                  </a:lnTo>
                  <a:lnTo>
                    <a:pt x="1234110" y="3908"/>
                  </a:lnTo>
                  <a:lnTo>
                    <a:pt x="1153841" y="2421"/>
                  </a:lnTo>
                  <a:lnTo>
                    <a:pt x="1090262" y="1356"/>
                  </a:lnTo>
                  <a:lnTo>
                    <a:pt x="1044318" y="656"/>
                  </a:lnTo>
                  <a:lnTo>
                    <a:pt x="1015174" y="251"/>
                  </a:lnTo>
                  <a:lnTo>
                    <a:pt x="1000231" y="61"/>
                  </a:lnTo>
                  <a:lnTo>
                    <a:pt x="995320" y="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10" name="pl609"/>
            <p:cNvSpPr/>
            <p:nvPr/>
          </p:nvSpPr>
          <p:spPr>
            <a:xfrm>
              <a:off x="1199187" y="1849779"/>
              <a:ext cx="12049831" cy="3988122"/>
            </a:xfrm>
            <a:custGeom>
              <a:avLst/>
              <a:pathLst>
                <a:path w="12049831" h="3988122">
                  <a:moveTo>
                    <a:pt x="0" y="0"/>
                  </a:moveTo>
                  <a:lnTo>
                    <a:pt x="994940" y="0"/>
                  </a:lnTo>
                  <a:lnTo>
                    <a:pt x="996073" y="12"/>
                  </a:lnTo>
                  <a:lnTo>
                    <a:pt x="1003550" y="102"/>
                  </a:lnTo>
                  <a:lnTo>
                    <a:pt x="1022499" y="349"/>
                  </a:lnTo>
                  <a:lnTo>
                    <a:pt x="1056630" y="837"/>
                  </a:lnTo>
                  <a:lnTo>
                    <a:pt x="1108012" y="1643"/>
                  </a:lnTo>
                  <a:lnTo>
                    <a:pt x="1176922" y="2833"/>
                  </a:lnTo>
                  <a:lnTo>
                    <a:pt x="1261900" y="4458"/>
                  </a:lnTo>
                  <a:lnTo>
                    <a:pt x="1360072" y="6547"/>
                  </a:lnTo>
                  <a:lnTo>
                    <a:pt x="1467671" y="9111"/>
                  </a:lnTo>
                  <a:lnTo>
                    <a:pt x="1580633" y="12147"/>
                  </a:lnTo>
                  <a:lnTo>
                    <a:pt x="1695126" y="15647"/>
                  </a:lnTo>
                  <a:lnTo>
                    <a:pt x="1807917" y="19601"/>
                  </a:lnTo>
                  <a:lnTo>
                    <a:pt x="1916557" y="24007"/>
                  </a:lnTo>
                  <a:lnTo>
                    <a:pt x="2019403" y="28874"/>
                  </a:lnTo>
                  <a:lnTo>
                    <a:pt x="2115533" y="34224"/>
                  </a:lnTo>
                  <a:lnTo>
                    <a:pt x="2204614" y="40094"/>
                  </a:lnTo>
                  <a:lnTo>
                    <a:pt x="2286753" y="46537"/>
                  </a:lnTo>
                  <a:lnTo>
                    <a:pt x="2362362" y="53616"/>
                  </a:lnTo>
                  <a:lnTo>
                    <a:pt x="2432053" y="61412"/>
                  </a:lnTo>
                  <a:lnTo>
                    <a:pt x="2496548" y="70009"/>
                  </a:lnTo>
                  <a:lnTo>
                    <a:pt x="2556618" y="79499"/>
                  </a:lnTo>
                  <a:lnTo>
                    <a:pt x="2613039" y="89965"/>
                  </a:lnTo>
                  <a:lnTo>
                    <a:pt x="2666546" y="101473"/>
                  </a:lnTo>
                  <a:lnTo>
                    <a:pt x="2702183" y="110053"/>
                  </a:lnTo>
                  <a:lnTo>
                    <a:pt x="2761693" y="126053"/>
                  </a:lnTo>
                  <a:lnTo>
                    <a:pt x="2819388" y="143605"/>
                  </a:lnTo>
                  <a:lnTo>
                    <a:pt x="2875920" y="162734"/>
                  </a:lnTo>
                  <a:lnTo>
                    <a:pt x="2931776" y="183419"/>
                  </a:lnTo>
                  <a:lnTo>
                    <a:pt x="2987304" y="205583"/>
                  </a:lnTo>
                  <a:lnTo>
                    <a:pt x="3042740" y="229094"/>
                  </a:lnTo>
                  <a:lnTo>
                    <a:pt x="3098221" y="253764"/>
                  </a:lnTo>
                  <a:lnTo>
                    <a:pt x="3153806" y="279349"/>
                  </a:lnTo>
                  <a:lnTo>
                    <a:pt x="3209494" y="305563"/>
                  </a:lnTo>
                  <a:lnTo>
                    <a:pt x="3265240" y="332088"/>
                  </a:lnTo>
                  <a:lnTo>
                    <a:pt x="3320982" y="358589"/>
                  </a:lnTo>
                  <a:lnTo>
                    <a:pt x="3376657" y="384731"/>
                  </a:lnTo>
                  <a:lnTo>
                    <a:pt x="3432226" y="410200"/>
                  </a:lnTo>
                  <a:lnTo>
                    <a:pt x="3487695" y="434715"/>
                  </a:lnTo>
                  <a:lnTo>
                    <a:pt x="3543133" y="458042"/>
                  </a:lnTo>
                  <a:lnTo>
                    <a:pt x="3598692" y="479998"/>
                  </a:lnTo>
                  <a:lnTo>
                    <a:pt x="3654621" y="500460"/>
                  </a:lnTo>
                  <a:lnTo>
                    <a:pt x="3711289" y="519360"/>
                  </a:lnTo>
                  <a:lnTo>
                    <a:pt x="3769202" y="536684"/>
                  </a:lnTo>
                  <a:lnTo>
                    <a:pt x="3820202" y="550266"/>
                  </a:lnTo>
                  <a:lnTo>
                    <a:pt x="3872082" y="562511"/>
                  </a:lnTo>
                  <a:lnTo>
                    <a:pt x="3926414" y="573692"/>
                  </a:lnTo>
                  <a:lnTo>
                    <a:pt x="3983880" y="583849"/>
                  </a:lnTo>
                  <a:lnTo>
                    <a:pt x="4045233" y="593054"/>
                  </a:lnTo>
                  <a:lnTo>
                    <a:pt x="4111250" y="601394"/>
                  </a:lnTo>
                  <a:lnTo>
                    <a:pt x="4182694" y="608960"/>
                  </a:lnTo>
                  <a:lnTo>
                    <a:pt x="4260261" y="615835"/>
                  </a:lnTo>
                  <a:lnTo>
                    <a:pt x="4344510" y="622094"/>
                  </a:lnTo>
                  <a:lnTo>
                    <a:pt x="4435773" y="627799"/>
                  </a:lnTo>
                  <a:lnTo>
                    <a:pt x="4534035" y="632997"/>
                  </a:lnTo>
                  <a:lnTo>
                    <a:pt x="4638799" y="637720"/>
                  </a:lnTo>
                  <a:lnTo>
                    <a:pt x="4748932" y="641986"/>
                  </a:lnTo>
                  <a:lnTo>
                    <a:pt x="4862548" y="645801"/>
                  </a:lnTo>
                  <a:lnTo>
                    <a:pt x="4976946" y="649158"/>
                  </a:lnTo>
                  <a:lnTo>
                    <a:pt x="5088682" y="652050"/>
                  </a:lnTo>
                  <a:lnTo>
                    <a:pt x="5193803" y="654467"/>
                  </a:lnTo>
                  <a:lnTo>
                    <a:pt x="5288275" y="656411"/>
                  </a:lnTo>
                  <a:lnTo>
                    <a:pt x="5368544" y="657898"/>
                  </a:lnTo>
                  <a:lnTo>
                    <a:pt x="5432123" y="658963"/>
                  </a:lnTo>
                  <a:lnTo>
                    <a:pt x="5478067" y="659663"/>
                  </a:lnTo>
                  <a:lnTo>
                    <a:pt x="5507211" y="660068"/>
                  </a:lnTo>
                  <a:lnTo>
                    <a:pt x="5522154" y="660258"/>
                  </a:lnTo>
                  <a:lnTo>
                    <a:pt x="5527065" y="660315"/>
                  </a:lnTo>
                  <a:lnTo>
                    <a:pt x="5527445" y="660319"/>
                  </a:lnTo>
                  <a:lnTo>
                    <a:pt x="6522385" y="660319"/>
                  </a:lnTo>
                  <a:lnTo>
                    <a:pt x="6523441" y="660378"/>
                  </a:lnTo>
                  <a:lnTo>
                    <a:pt x="6530416" y="660798"/>
                  </a:lnTo>
                  <a:lnTo>
                    <a:pt x="6548127" y="661957"/>
                  </a:lnTo>
                  <a:lnTo>
                    <a:pt x="6580109" y="664242"/>
                  </a:lnTo>
                  <a:lnTo>
                    <a:pt x="6628425" y="668022"/>
                  </a:lnTo>
                  <a:lnTo>
                    <a:pt x="6693510" y="673616"/>
                  </a:lnTo>
                  <a:lnTo>
                    <a:pt x="6774205" y="681269"/>
                  </a:lnTo>
                  <a:lnTo>
                    <a:pt x="6868008" y="691133"/>
                  </a:lnTo>
                  <a:lnTo>
                    <a:pt x="6971519" y="703274"/>
                  </a:lnTo>
                  <a:lnTo>
                    <a:pt x="7080964" y="717692"/>
                  </a:lnTo>
                  <a:lnTo>
                    <a:pt x="7192693" y="734346"/>
                  </a:lnTo>
                  <a:lnTo>
                    <a:pt x="7303535" y="753191"/>
                  </a:lnTo>
                  <a:lnTo>
                    <a:pt x="7411003" y="774206"/>
                  </a:lnTo>
                  <a:lnTo>
                    <a:pt x="7513351" y="797416"/>
                  </a:lnTo>
                  <a:lnTo>
                    <a:pt x="7609520" y="822902"/>
                  </a:lnTo>
                  <a:lnTo>
                    <a:pt x="7699026" y="850814"/>
                  </a:lnTo>
                  <a:lnTo>
                    <a:pt x="7781835" y="881371"/>
                  </a:lnTo>
                  <a:lnTo>
                    <a:pt x="7858234" y="914854"/>
                  </a:lnTo>
                  <a:lnTo>
                    <a:pt x="7928726" y="951608"/>
                  </a:lnTo>
                  <a:lnTo>
                    <a:pt x="7993945" y="992022"/>
                  </a:lnTo>
                  <a:lnTo>
                    <a:pt x="8054595" y="1036517"/>
                  </a:lnTo>
                  <a:lnTo>
                    <a:pt x="8111401" y="1085508"/>
                  </a:lnTo>
                  <a:lnTo>
                    <a:pt x="8165071" y="1139358"/>
                  </a:lnTo>
                  <a:lnTo>
                    <a:pt x="8216258" y="1198291"/>
                  </a:lnTo>
                  <a:lnTo>
                    <a:pt x="8229629" y="1214953"/>
                  </a:lnTo>
                  <a:lnTo>
                    <a:pt x="8271243" y="1270215"/>
                  </a:lnTo>
                  <a:lnTo>
                    <a:pt x="8311868" y="1329224"/>
                  </a:lnTo>
                  <a:lnTo>
                    <a:pt x="8351754" y="1392057"/>
                  </a:lnTo>
                  <a:lnTo>
                    <a:pt x="8391104" y="1458741"/>
                  </a:lnTo>
                  <a:lnTo>
                    <a:pt x="8430084" y="1529243"/>
                  </a:lnTo>
                  <a:lnTo>
                    <a:pt x="8468828" y="1603470"/>
                  </a:lnTo>
                  <a:lnTo>
                    <a:pt x="8507440" y="1681264"/>
                  </a:lnTo>
                  <a:lnTo>
                    <a:pt x="8545996" y="1762399"/>
                  </a:lnTo>
                  <a:lnTo>
                    <a:pt x="8584552" y="1846581"/>
                  </a:lnTo>
                  <a:lnTo>
                    <a:pt x="8623143" y="1933449"/>
                  </a:lnTo>
                  <a:lnTo>
                    <a:pt x="8661784" y="2022585"/>
                  </a:lnTo>
                  <a:lnTo>
                    <a:pt x="8700480" y="2113512"/>
                  </a:lnTo>
                  <a:lnTo>
                    <a:pt x="8739220" y="2205715"/>
                  </a:lnTo>
                  <a:lnTo>
                    <a:pt x="8777987" y="2298643"/>
                  </a:lnTo>
                  <a:lnTo>
                    <a:pt x="8816761" y="2391728"/>
                  </a:lnTo>
                  <a:lnTo>
                    <a:pt x="8855519" y="2484399"/>
                  </a:lnTo>
                  <a:lnTo>
                    <a:pt x="8894240" y="2576093"/>
                  </a:lnTo>
                  <a:lnTo>
                    <a:pt x="8932912" y="2666275"/>
                  </a:lnTo>
                  <a:lnTo>
                    <a:pt x="8971529" y="2754445"/>
                  </a:lnTo>
                  <a:lnTo>
                    <a:pt x="9010101" y="2840151"/>
                  </a:lnTo>
                  <a:lnTo>
                    <a:pt x="9048652" y="2923000"/>
                  </a:lnTo>
                  <a:lnTo>
                    <a:pt x="9087225" y="3002662"/>
                  </a:lnTo>
                  <a:lnTo>
                    <a:pt x="9125885" y="3078873"/>
                  </a:lnTo>
                  <a:lnTo>
                    <a:pt x="9164721" y="3151437"/>
                  </a:lnTo>
                  <a:lnTo>
                    <a:pt x="9203850" y="3220226"/>
                  </a:lnTo>
                  <a:lnTo>
                    <a:pt x="9243419" y="3285175"/>
                  </a:lnTo>
                  <a:lnTo>
                    <a:pt x="9283610" y="3346279"/>
                  </a:lnTo>
                  <a:lnTo>
                    <a:pt x="9324647" y="3403587"/>
                  </a:lnTo>
                  <a:lnTo>
                    <a:pt x="9347647" y="3433488"/>
                  </a:lnTo>
                  <a:lnTo>
                    <a:pt x="9398269" y="3493793"/>
                  </a:lnTo>
                  <a:lnTo>
                    <a:pt x="9451213" y="3548990"/>
                  </a:lnTo>
                  <a:lnTo>
                    <a:pt x="9507110" y="3599252"/>
                  </a:lnTo>
                  <a:lnTo>
                    <a:pt x="9566659" y="3644912"/>
                  </a:lnTo>
                  <a:lnTo>
                    <a:pt x="9630583" y="3686379"/>
                  </a:lnTo>
                  <a:lnTo>
                    <a:pt x="9699595" y="3724073"/>
                  </a:lnTo>
                  <a:lnTo>
                    <a:pt x="9774355" y="3758397"/>
                  </a:lnTo>
                  <a:lnTo>
                    <a:pt x="9855408" y="3789708"/>
                  </a:lnTo>
                  <a:lnTo>
                    <a:pt x="9943107" y="3818305"/>
                  </a:lnTo>
                  <a:lnTo>
                    <a:pt x="10037517" y="3844424"/>
                  </a:lnTo>
                  <a:lnTo>
                    <a:pt x="10138286" y="3868232"/>
                  </a:lnTo>
                  <a:lnTo>
                    <a:pt x="10244524" y="3889831"/>
                  </a:lnTo>
                  <a:lnTo>
                    <a:pt x="10354674" y="3909259"/>
                  </a:lnTo>
                  <a:lnTo>
                    <a:pt x="10466450" y="3926504"/>
                  </a:lnTo>
                  <a:lnTo>
                    <a:pt x="10576851" y="3941525"/>
                  </a:lnTo>
                  <a:lnTo>
                    <a:pt x="10682326" y="3954279"/>
                  </a:lnTo>
                  <a:lnTo>
                    <a:pt x="10779089" y="3964750"/>
                  </a:lnTo>
                  <a:lnTo>
                    <a:pt x="10863588" y="3972984"/>
                  </a:lnTo>
                  <a:lnTo>
                    <a:pt x="10933033" y="3979110"/>
                  </a:lnTo>
                  <a:lnTo>
                    <a:pt x="10985868" y="3983348"/>
                  </a:lnTo>
                  <a:lnTo>
                    <a:pt x="11022092" y="3985998"/>
                  </a:lnTo>
                  <a:lnTo>
                    <a:pt x="11043338" y="3987421"/>
                  </a:lnTo>
                  <a:lnTo>
                    <a:pt x="11052768" y="3988001"/>
                  </a:lnTo>
                  <a:lnTo>
                    <a:pt x="11054870" y="3988121"/>
                  </a:lnTo>
                  <a:lnTo>
                    <a:pt x="11054891" y="3988122"/>
                  </a:lnTo>
                  <a:lnTo>
                    <a:pt x="12049831" y="3988122"/>
                  </a:lnTo>
                  <a:lnTo>
                    <a:pt x="12049831" y="39881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1" name="pl610"/>
            <p:cNvSpPr/>
            <p:nvPr/>
          </p:nvSpPr>
          <p:spPr>
            <a:xfrm>
              <a:off x="1199187" y="1844538"/>
              <a:ext cx="12049831" cy="3988122"/>
            </a:xfrm>
            <a:custGeom>
              <a:avLst/>
              <a:pathLst>
                <a:path w="12049831" h="3988122">
                  <a:moveTo>
                    <a:pt x="12049831" y="3988122"/>
                  </a:moveTo>
                  <a:lnTo>
                    <a:pt x="11054891" y="3988122"/>
                  </a:lnTo>
                  <a:lnTo>
                    <a:pt x="11053836" y="3988063"/>
                  </a:lnTo>
                  <a:lnTo>
                    <a:pt x="11046861" y="3987643"/>
                  </a:lnTo>
                  <a:lnTo>
                    <a:pt x="11029150" y="3986484"/>
                  </a:lnTo>
                  <a:lnTo>
                    <a:pt x="10997167" y="3984200"/>
                  </a:lnTo>
                  <a:lnTo>
                    <a:pt x="10948852" y="3980420"/>
                  </a:lnTo>
                  <a:lnTo>
                    <a:pt x="10883766" y="3974825"/>
                  </a:lnTo>
                  <a:lnTo>
                    <a:pt x="10803071" y="3967173"/>
                  </a:lnTo>
                  <a:lnTo>
                    <a:pt x="10709268" y="3957309"/>
                  </a:lnTo>
                  <a:lnTo>
                    <a:pt x="10605758" y="3945167"/>
                  </a:lnTo>
                  <a:lnTo>
                    <a:pt x="10496312" y="3930750"/>
                  </a:lnTo>
                  <a:lnTo>
                    <a:pt x="10384583" y="3914096"/>
                  </a:lnTo>
                  <a:lnTo>
                    <a:pt x="10273742" y="3895250"/>
                  </a:lnTo>
                  <a:lnTo>
                    <a:pt x="10166274" y="3874235"/>
                  </a:lnTo>
                  <a:lnTo>
                    <a:pt x="10063925" y="3851026"/>
                  </a:lnTo>
                  <a:lnTo>
                    <a:pt x="9967757" y="3825540"/>
                  </a:lnTo>
                  <a:lnTo>
                    <a:pt x="9878250" y="3797627"/>
                  </a:lnTo>
                  <a:lnTo>
                    <a:pt x="9795441" y="3767071"/>
                  </a:lnTo>
                  <a:lnTo>
                    <a:pt x="9719042" y="3733587"/>
                  </a:lnTo>
                  <a:lnTo>
                    <a:pt x="9648551" y="3696833"/>
                  </a:lnTo>
                  <a:lnTo>
                    <a:pt x="9583332" y="3656419"/>
                  </a:lnTo>
                  <a:lnTo>
                    <a:pt x="9522682" y="3611924"/>
                  </a:lnTo>
                  <a:lnTo>
                    <a:pt x="9465875" y="3562933"/>
                  </a:lnTo>
                  <a:lnTo>
                    <a:pt x="9412206" y="3509084"/>
                  </a:lnTo>
                  <a:lnTo>
                    <a:pt x="9361019" y="3450151"/>
                  </a:lnTo>
                  <a:lnTo>
                    <a:pt x="9347647" y="3433488"/>
                  </a:lnTo>
                  <a:lnTo>
                    <a:pt x="9306033" y="3378227"/>
                  </a:lnTo>
                  <a:lnTo>
                    <a:pt x="9265408" y="3319218"/>
                  </a:lnTo>
                  <a:lnTo>
                    <a:pt x="9225523" y="3256384"/>
                  </a:lnTo>
                  <a:lnTo>
                    <a:pt x="9186173" y="3189701"/>
                  </a:lnTo>
                  <a:lnTo>
                    <a:pt x="9147192" y="3119199"/>
                  </a:lnTo>
                  <a:lnTo>
                    <a:pt x="9108448" y="3044971"/>
                  </a:lnTo>
                  <a:lnTo>
                    <a:pt x="9069837" y="2967177"/>
                  </a:lnTo>
                  <a:lnTo>
                    <a:pt x="9031280" y="2886042"/>
                  </a:lnTo>
                  <a:lnTo>
                    <a:pt x="8992724" y="2801861"/>
                  </a:lnTo>
                  <a:lnTo>
                    <a:pt x="8954134" y="2714992"/>
                  </a:lnTo>
                  <a:lnTo>
                    <a:pt x="8915492" y="2625857"/>
                  </a:lnTo>
                  <a:lnTo>
                    <a:pt x="8876797" y="2534929"/>
                  </a:lnTo>
                  <a:lnTo>
                    <a:pt x="8838057" y="2442727"/>
                  </a:lnTo>
                  <a:lnTo>
                    <a:pt x="8799289" y="2349799"/>
                  </a:lnTo>
                  <a:lnTo>
                    <a:pt x="8760515" y="2256713"/>
                  </a:lnTo>
                  <a:lnTo>
                    <a:pt x="8721758" y="2164043"/>
                  </a:lnTo>
                  <a:lnTo>
                    <a:pt x="8683036" y="2072348"/>
                  </a:lnTo>
                  <a:lnTo>
                    <a:pt x="8644365" y="1982166"/>
                  </a:lnTo>
                  <a:lnTo>
                    <a:pt x="8605747" y="1893997"/>
                  </a:lnTo>
                  <a:lnTo>
                    <a:pt x="8567175" y="1808291"/>
                  </a:lnTo>
                  <a:lnTo>
                    <a:pt x="8528625" y="1725441"/>
                  </a:lnTo>
                  <a:lnTo>
                    <a:pt x="8490051" y="1645779"/>
                  </a:lnTo>
                  <a:lnTo>
                    <a:pt x="8451391" y="1569569"/>
                  </a:lnTo>
                  <a:lnTo>
                    <a:pt x="8412555" y="1497004"/>
                  </a:lnTo>
                  <a:lnTo>
                    <a:pt x="8373426" y="1428216"/>
                  </a:lnTo>
                  <a:lnTo>
                    <a:pt x="8333858" y="1363267"/>
                  </a:lnTo>
                  <a:lnTo>
                    <a:pt x="8293667" y="1302163"/>
                  </a:lnTo>
                  <a:lnTo>
                    <a:pt x="8252630" y="1244855"/>
                  </a:lnTo>
                  <a:lnTo>
                    <a:pt x="8229629" y="1214953"/>
                  </a:lnTo>
                  <a:lnTo>
                    <a:pt x="8179007" y="1154648"/>
                  </a:lnTo>
                  <a:lnTo>
                    <a:pt x="8126064" y="1099451"/>
                  </a:lnTo>
                  <a:lnTo>
                    <a:pt x="8070166" y="1049189"/>
                  </a:lnTo>
                  <a:lnTo>
                    <a:pt x="8010617" y="1003529"/>
                  </a:lnTo>
                  <a:lnTo>
                    <a:pt x="7946693" y="962063"/>
                  </a:lnTo>
                  <a:lnTo>
                    <a:pt x="7877681" y="924368"/>
                  </a:lnTo>
                  <a:lnTo>
                    <a:pt x="7802921" y="890044"/>
                  </a:lnTo>
                  <a:lnTo>
                    <a:pt x="7721869" y="858734"/>
                  </a:lnTo>
                  <a:lnTo>
                    <a:pt x="7634169" y="830137"/>
                  </a:lnTo>
                  <a:lnTo>
                    <a:pt x="7539760" y="804018"/>
                  </a:lnTo>
                  <a:lnTo>
                    <a:pt x="7438990" y="780209"/>
                  </a:lnTo>
                  <a:lnTo>
                    <a:pt x="7332753" y="758610"/>
                  </a:lnTo>
                  <a:lnTo>
                    <a:pt x="7222602" y="739183"/>
                  </a:lnTo>
                  <a:lnTo>
                    <a:pt x="7110826" y="721938"/>
                  </a:lnTo>
                  <a:lnTo>
                    <a:pt x="7000425" y="706916"/>
                  </a:lnTo>
                  <a:lnTo>
                    <a:pt x="6894951" y="694162"/>
                  </a:lnTo>
                  <a:lnTo>
                    <a:pt x="6798188" y="683691"/>
                  </a:lnTo>
                  <a:lnTo>
                    <a:pt x="6713688" y="675457"/>
                  </a:lnTo>
                  <a:lnTo>
                    <a:pt x="6644244" y="669331"/>
                  </a:lnTo>
                  <a:lnTo>
                    <a:pt x="6591408" y="665094"/>
                  </a:lnTo>
                  <a:lnTo>
                    <a:pt x="6555185" y="662443"/>
                  </a:lnTo>
                  <a:lnTo>
                    <a:pt x="6533938" y="661020"/>
                  </a:lnTo>
                  <a:lnTo>
                    <a:pt x="6524508" y="660440"/>
                  </a:lnTo>
                  <a:lnTo>
                    <a:pt x="6522407" y="660321"/>
                  </a:lnTo>
                  <a:lnTo>
                    <a:pt x="6522385" y="660319"/>
                  </a:lnTo>
                  <a:lnTo>
                    <a:pt x="5527445" y="660319"/>
                  </a:lnTo>
                  <a:lnTo>
                    <a:pt x="5526312" y="660307"/>
                  </a:lnTo>
                  <a:lnTo>
                    <a:pt x="5518835" y="660217"/>
                  </a:lnTo>
                  <a:lnTo>
                    <a:pt x="5499886" y="659970"/>
                  </a:lnTo>
                  <a:lnTo>
                    <a:pt x="5465755" y="659482"/>
                  </a:lnTo>
                  <a:lnTo>
                    <a:pt x="5414373" y="658676"/>
                  </a:lnTo>
                  <a:lnTo>
                    <a:pt x="5345463" y="657486"/>
                  </a:lnTo>
                  <a:lnTo>
                    <a:pt x="5260485" y="655861"/>
                  </a:lnTo>
                  <a:lnTo>
                    <a:pt x="5162313" y="653772"/>
                  </a:lnTo>
                  <a:lnTo>
                    <a:pt x="5054714" y="651208"/>
                  </a:lnTo>
                  <a:lnTo>
                    <a:pt x="4941752" y="648171"/>
                  </a:lnTo>
                  <a:lnTo>
                    <a:pt x="4827259" y="644672"/>
                  </a:lnTo>
                  <a:lnTo>
                    <a:pt x="4714468" y="640718"/>
                  </a:lnTo>
                  <a:lnTo>
                    <a:pt x="4605828" y="636312"/>
                  </a:lnTo>
                  <a:lnTo>
                    <a:pt x="4502982" y="631445"/>
                  </a:lnTo>
                  <a:lnTo>
                    <a:pt x="4406852" y="626095"/>
                  </a:lnTo>
                  <a:lnTo>
                    <a:pt x="4317771" y="620224"/>
                  </a:lnTo>
                  <a:lnTo>
                    <a:pt x="4235632" y="613782"/>
                  </a:lnTo>
                  <a:lnTo>
                    <a:pt x="4160023" y="606703"/>
                  </a:lnTo>
                  <a:lnTo>
                    <a:pt x="4090332" y="598907"/>
                  </a:lnTo>
                  <a:lnTo>
                    <a:pt x="4025837" y="590310"/>
                  </a:lnTo>
                  <a:lnTo>
                    <a:pt x="3965767" y="580820"/>
                  </a:lnTo>
                  <a:lnTo>
                    <a:pt x="3909346" y="570354"/>
                  </a:lnTo>
                  <a:lnTo>
                    <a:pt x="3855839" y="558846"/>
                  </a:lnTo>
                  <a:lnTo>
                    <a:pt x="3820202" y="550266"/>
                  </a:lnTo>
                  <a:lnTo>
                    <a:pt x="3760692" y="534266"/>
                  </a:lnTo>
                  <a:lnTo>
                    <a:pt x="3702997" y="516714"/>
                  </a:lnTo>
                  <a:lnTo>
                    <a:pt x="3646465" y="497585"/>
                  </a:lnTo>
                  <a:lnTo>
                    <a:pt x="3590609" y="476900"/>
                  </a:lnTo>
                  <a:lnTo>
                    <a:pt x="3535081" y="454736"/>
                  </a:lnTo>
                  <a:lnTo>
                    <a:pt x="3479645" y="431225"/>
                  </a:lnTo>
                  <a:lnTo>
                    <a:pt x="3424164" y="406555"/>
                  </a:lnTo>
                  <a:lnTo>
                    <a:pt x="3368579" y="380970"/>
                  </a:lnTo>
                  <a:lnTo>
                    <a:pt x="3312891" y="354755"/>
                  </a:lnTo>
                  <a:lnTo>
                    <a:pt x="3257145" y="328231"/>
                  </a:lnTo>
                  <a:lnTo>
                    <a:pt x="3201403" y="301730"/>
                  </a:lnTo>
                  <a:lnTo>
                    <a:pt x="3145728" y="275588"/>
                  </a:lnTo>
                  <a:lnTo>
                    <a:pt x="3090159" y="250119"/>
                  </a:lnTo>
                  <a:lnTo>
                    <a:pt x="3034690" y="225603"/>
                  </a:lnTo>
                  <a:lnTo>
                    <a:pt x="2979252" y="202277"/>
                  </a:lnTo>
                  <a:lnTo>
                    <a:pt x="2923693" y="180321"/>
                  </a:lnTo>
                  <a:lnTo>
                    <a:pt x="2867764" y="159859"/>
                  </a:lnTo>
                  <a:lnTo>
                    <a:pt x="2811096" y="140959"/>
                  </a:lnTo>
                  <a:lnTo>
                    <a:pt x="2753183" y="123635"/>
                  </a:lnTo>
                  <a:lnTo>
                    <a:pt x="2702183" y="110053"/>
                  </a:lnTo>
                  <a:lnTo>
                    <a:pt x="2650303" y="97808"/>
                  </a:lnTo>
                  <a:lnTo>
                    <a:pt x="2595971" y="86627"/>
                  </a:lnTo>
                  <a:lnTo>
                    <a:pt x="2538505" y="76470"/>
                  </a:lnTo>
                  <a:lnTo>
                    <a:pt x="2477152" y="67265"/>
                  </a:lnTo>
                  <a:lnTo>
                    <a:pt x="2411135" y="58924"/>
                  </a:lnTo>
                  <a:lnTo>
                    <a:pt x="2339691" y="51359"/>
                  </a:lnTo>
                  <a:lnTo>
                    <a:pt x="2262124" y="44484"/>
                  </a:lnTo>
                  <a:lnTo>
                    <a:pt x="2177875" y="38224"/>
                  </a:lnTo>
                  <a:lnTo>
                    <a:pt x="2086612" y="32520"/>
                  </a:lnTo>
                  <a:lnTo>
                    <a:pt x="1988350" y="27322"/>
                  </a:lnTo>
                  <a:lnTo>
                    <a:pt x="1883586" y="22599"/>
                  </a:lnTo>
                  <a:lnTo>
                    <a:pt x="1773453" y="18333"/>
                  </a:lnTo>
                  <a:lnTo>
                    <a:pt x="1659837" y="14518"/>
                  </a:lnTo>
                  <a:lnTo>
                    <a:pt x="1545439" y="11160"/>
                  </a:lnTo>
                  <a:lnTo>
                    <a:pt x="1433703" y="8269"/>
                  </a:lnTo>
                  <a:lnTo>
                    <a:pt x="1328582" y="5852"/>
                  </a:lnTo>
                  <a:lnTo>
                    <a:pt x="1234110" y="3908"/>
                  </a:lnTo>
                  <a:lnTo>
                    <a:pt x="1153841" y="2421"/>
                  </a:lnTo>
                  <a:lnTo>
                    <a:pt x="1090262" y="1356"/>
                  </a:lnTo>
                  <a:lnTo>
                    <a:pt x="1044318" y="656"/>
                  </a:lnTo>
                  <a:lnTo>
                    <a:pt x="1015174" y="251"/>
                  </a:lnTo>
                  <a:lnTo>
                    <a:pt x="1000231" y="61"/>
                  </a:lnTo>
                  <a:lnTo>
                    <a:pt x="995320" y="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2" name="pg611"/>
            <p:cNvSpPr/>
            <p:nvPr/>
          </p:nvSpPr>
          <p:spPr>
            <a:xfrm>
              <a:off x="1199187" y="1849779"/>
              <a:ext cx="12049831" cy="4265876"/>
            </a:xfrm>
            <a:custGeom>
              <a:avLst/>
              <a:pathLst>
                <a:path w="12049831" h="4265876">
                  <a:moveTo>
                    <a:pt x="0" y="5240"/>
                  </a:moveTo>
                  <a:lnTo>
                    <a:pt x="994940" y="5240"/>
                  </a:lnTo>
                  <a:lnTo>
                    <a:pt x="996073" y="5253"/>
                  </a:lnTo>
                  <a:lnTo>
                    <a:pt x="1003549" y="5343"/>
                  </a:lnTo>
                  <a:lnTo>
                    <a:pt x="1022498" y="5592"/>
                  </a:lnTo>
                  <a:lnTo>
                    <a:pt x="1056627" y="6084"/>
                  </a:lnTo>
                  <a:lnTo>
                    <a:pt x="1108007" y="6896"/>
                  </a:lnTo>
                  <a:lnTo>
                    <a:pt x="1176914" y="8096"/>
                  </a:lnTo>
                  <a:lnTo>
                    <a:pt x="1261889" y="9734"/>
                  </a:lnTo>
                  <a:lnTo>
                    <a:pt x="1360058" y="11839"/>
                  </a:lnTo>
                  <a:lnTo>
                    <a:pt x="1467654" y="14424"/>
                  </a:lnTo>
                  <a:lnTo>
                    <a:pt x="1580614" y="17484"/>
                  </a:lnTo>
                  <a:lnTo>
                    <a:pt x="1695105" y="21011"/>
                  </a:lnTo>
                  <a:lnTo>
                    <a:pt x="1807895" y="24996"/>
                  </a:lnTo>
                  <a:lnTo>
                    <a:pt x="1916534" y="29437"/>
                  </a:lnTo>
                  <a:lnTo>
                    <a:pt x="2019380" y="34343"/>
                  </a:lnTo>
                  <a:lnTo>
                    <a:pt x="2115510" y="39735"/>
                  </a:lnTo>
                  <a:lnTo>
                    <a:pt x="2204591" y="45652"/>
                  </a:lnTo>
                  <a:lnTo>
                    <a:pt x="2286731" y="52145"/>
                  </a:lnTo>
                  <a:lnTo>
                    <a:pt x="2362341" y="59280"/>
                  </a:lnTo>
                  <a:lnTo>
                    <a:pt x="2432032" y="67137"/>
                  </a:lnTo>
                  <a:lnTo>
                    <a:pt x="2496527" y="75802"/>
                  </a:lnTo>
                  <a:lnTo>
                    <a:pt x="2556598" y="85367"/>
                  </a:lnTo>
                  <a:lnTo>
                    <a:pt x="2613019" y="95916"/>
                  </a:lnTo>
                  <a:lnTo>
                    <a:pt x="2666526" y="107515"/>
                  </a:lnTo>
                  <a:lnTo>
                    <a:pt x="2702183" y="116167"/>
                  </a:lnTo>
                  <a:lnTo>
                    <a:pt x="2761662" y="132285"/>
                  </a:lnTo>
                  <a:lnTo>
                    <a:pt x="2819327" y="149966"/>
                  </a:lnTo>
                  <a:lnTo>
                    <a:pt x="2875830" y="169234"/>
                  </a:lnTo>
                  <a:lnTo>
                    <a:pt x="2931657" y="190069"/>
                  </a:lnTo>
                  <a:lnTo>
                    <a:pt x="2987156" y="212393"/>
                  </a:lnTo>
                  <a:lnTo>
                    <a:pt x="3042562" y="236075"/>
                  </a:lnTo>
                  <a:lnTo>
                    <a:pt x="3098013" y="260923"/>
                  </a:lnTo>
                  <a:lnTo>
                    <a:pt x="3153568" y="286695"/>
                  </a:lnTo>
                  <a:lnTo>
                    <a:pt x="3209226" y="313101"/>
                  </a:lnTo>
                  <a:lnTo>
                    <a:pt x="3264942" y="339822"/>
                  </a:lnTo>
                  <a:lnTo>
                    <a:pt x="3320655" y="366519"/>
                  </a:lnTo>
                  <a:lnTo>
                    <a:pt x="3376300" y="392858"/>
                  </a:lnTo>
                  <a:lnTo>
                    <a:pt x="3431840" y="418521"/>
                  </a:lnTo>
                  <a:lnTo>
                    <a:pt x="3487280" y="443226"/>
                  </a:lnTo>
                  <a:lnTo>
                    <a:pt x="3542689" y="466734"/>
                  </a:lnTo>
                  <a:lnTo>
                    <a:pt x="3598216" y="488865"/>
                  </a:lnTo>
                  <a:lnTo>
                    <a:pt x="3654111" y="509492"/>
                  </a:lnTo>
                  <a:lnTo>
                    <a:pt x="3710739" y="528547"/>
                  </a:lnTo>
                  <a:lnTo>
                    <a:pt x="3768606" y="546015"/>
                  </a:lnTo>
                  <a:lnTo>
                    <a:pt x="3820202" y="559874"/>
                  </a:lnTo>
                  <a:lnTo>
                    <a:pt x="3872081" y="572215"/>
                  </a:lnTo>
                  <a:lnTo>
                    <a:pt x="3926412" y="583486"/>
                  </a:lnTo>
                  <a:lnTo>
                    <a:pt x="3983877" y="593723"/>
                  </a:lnTo>
                  <a:lnTo>
                    <a:pt x="4045229" y="603001"/>
                  </a:lnTo>
                  <a:lnTo>
                    <a:pt x="4111244" y="611407"/>
                  </a:lnTo>
                  <a:lnTo>
                    <a:pt x="4182687" y="619033"/>
                  </a:lnTo>
                  <a:lnTo>
                    <a:pt x="4260251" y="625963"/>
                  </a:lnTo>
                  <a:lnTo>
                    <a:pt x="4344498" y="632272"/>
                  </a:lnTo>
                  <a:lnTo>
                    <a:pt x="4435758" y="638022"/>
                  </a:lnTo>
                  <a:lnTo>
                    <a:pt x="4534018" y="643261"/>
                  </a:lnTo>
                  <a:lnTo>
                    <a:pt x="4638779" y="648021"/>
                  </a:lnTo>
                  <a:lnTo>
                    <a:pt x="4748910" y="652321"/>
                  </a:lnTo>
                  <a:lnTo>
                    <a:pt x="4862523" y="656166"/>
                  </a:lnTo>
                  <a:lnTo>
                    <a:pt x="4976920" y="659550"/>
                  </a:lnTo>
                  <a:lnTo>
                    <a:pt x="5088655" y="662465"/>
                  </a:lnTo>
                  <a:lnTo>
                    <a:pt x="5193776" y="664901"/>
                  </a:lnTo>
                  <a:lnTo>
                    <a:pt x="5288250" y="666860"/>
                  </a:lnTo>
                  <a:lnTo>
                    <a:pt x="5368522" y="668359"/>
                  </a:lnTo>
                  <a:lnTo>
                    <a:pt x="5432106" y="669434"/>
                  </a:lnTo>
                  <a:lnTo>
                    <a:pt x="5478054" y="670139"/>
                  </a:lnTo>
                  <a:lnTo>
                    <a:pt x="5507203" y="670547"/>
                  </a:lnTo>
                  <a:lnTo>
                    <a:pt x="5522151" y="670739"/>
                  </a:lnTo>
                  <a:lnTo>
                    <a:pt x="5527064" y="670796"/>
                  </a:lnTo>
                  <a:lnTo>
                    <a:pt x="5527445" y="670801"/>
                  </a:lnTo>
                  <a:lnTo>
                    <a:pt x="6522385" y="670801"/>
                  </a:lnTo>
                  <a:lnTo>
                    <a:pt x="6523429" y="670864"/>
                  </a:lnTo>
                  <a:lnTo>
                    <a:pt x="6530324" y="671311"/>
                  </a:lnTo>
                  <a:lnTo>
                    <a:pt x="6547839" y="672549"/>
                  </a:lnTo>
                  <a:lnTo>
                    <a:pt x="6579481" y="674988"/>
                  </a:lnTo>
                  <a:lnTo>
                    <a:pt x="6627308" y="679023"/>
                  </a:lnTo>
                  <a:lnTo>
                    <a:pt x="6691780" y="684997"/>
                  </a:lnTo>
                  <a:lnTo>
                    <a:pt x="6771785" y="693172"/>
                  </a:lnTo>
                  <a:lnTo>
                    <a:pt x="6864877" y="703715"/>
                  </a:lnTo>
                  <a:lnTo>
                    <a:pt x="6967716" y="716697"/>
                  </a:lnTo>
                  <a:lnTo>
                    <a:pt x="7076577" y="732120"/>
                  </a:lnTo>
                  <a:lnTo>
                    <a:pt x="7187839" y="749942"/>
                  </a:lnTo>
                  <a:lnTo>
                    <a:pt x="7298342" y="770114"/>
                  </a:lnTo>
                  <a:lnTo>
                    <a:pt x="7405600" y="792612"/>
                  </a:lnTo>
                  <a:lnTo>
                    <a:pt x="7507848" y="817459"/>
                  </a:lnTo>
                  <a:lnTo>
                    <a:pt x="7604007" y="844739"/>
                  </a:lnTo>
                  <a:lnTo>
                    <a:pt x="7693571" y="874609"/>
                  </a:lnTo>
                  <a:lnTo>
                    <a:pt x="7776482" y="907295"/>
                  </a:lnTo>
                  <a:lnTo>
                    <a:pt x="7853007" y="943096"/>
                  </a:lnTo>
                  <a:lnTo>
                    <a:pt x="7923629" y="982374"/>
                  </a:lnTo>
                  <a:lnTo>
                    <a:pt x="7988970" y="1025542"/>
                  </a:lnTo>
                  <a:lnTo>
                    <a:pt x="8049722" y="1073048"/>
                  </a:lnTo>
                  <a:lnTo>
                    <a:pt x="8106601" y="1125338"/>
                  </a:lnTo>
                  <a:lnTo>
                    <a:pt x="8160309" y="1182805"/>
                  </a:lnTo>
                  <a:lnTo>
                    <a:pt x="8211498" y="1245709"/>
                  </a:lnTo>
                  <a:lnTo>
                    <a:pt x="8229629" y="1269980"/>
                  </a:lnTo>
                  <a:lnTo>
                    <a:pt x="8269978" y="1327782"/>
                  </a:lnTo>
                  <a:lnTo>
                    <a:pt x="8309391" y="1389384"/>
                  </a:lnTo>
                  <a:lnTo>
                    <a:pt x="8348095" y="1454865"/>
                  </a:lnTo>
                  <a:lnTo>
                    <a:pt x="8386281" y="1524252"/>
                  </a:lnTo>
                  <a:lnTo>
                    <a:pt x="8424102" y="1597522"/>
                  </a:lnTo>
                  <a:lnTo>
                    <a:pt x="8461684" y="1674592"/>
                  </a:lnTo>
                  <a:lnTo>
                    <a:pt x="8499126" y="1755316"/>
                  </a:lnTo>
                  <a:lnTo>
                    <a:pt x="8536502" y="1839487"/>
                  </a:lnTo>
                  <a:lnTo>
                    <a:pt x="8573867" y="1926829"/>
                  </a:lnTo>
                  <a:lnTo>
                    <a:pt x="8611257" y="2017007"/>
                  </a:lnTo>
                  <a:lnTo>
                    <a:pt x="8648692" y="2109622"/>
                  </a:lnTo>
                  <a:lnTo>
                    <a:pt x="8686178" y="2204225"/>
                  </a:lnTo>
                  <a:lnTo>
                    <a:pt x="8723710" y="2300321"/>
                  </a:lnTo>
                  <a:lnTo>
                    <a:pt x="8761276" y="2397379"/>
                  </a:lnTo>
                  <a:lnTo>
                    <a:pt x="8798856" y="2494846"/>
                  </a:lnTo>
                  <a:lnTo>
                    <a:pt x="8836431" y="2592161"/>
                  </a:lnTo>
                  <a:lnTo>
                    <a:pt x="8873980" y="2688763"/>
                  </a:lnTo>
                  <a:lnTo>
                    <a:pt x="8911488" y="2784111"/>
                  </a:lnTo>
                  <a:lnTo>
                    <a:pt x="8948946" y="2877692"/>
                  </a:lnTo>
                  <a:lnTo>
                    <a:pt x="8986355" y="2969034"/>
                  </a:lnTo>
                  <a:lnTo>
                    <a:pt x="9023729" y="3057715"/>
                  </a:lnTo>
                  <a:lnTo>
                    <a:pt x="9061094" y="3143371"/>
                  </a:lnTo>
                  <a:lnTo>
                    <a:pt x="9098498" y="3225697"/>
                  </a:lnTo>
                  <a:lnTo>
                    <a:pt x="9136005" y="3304457"/>
                  </a:lnTo>
                  <a:lnTo>
                    <a:pt x="9173703" y="3379474"/>
                  </a:lnTo>
                  <a:lnTo>
                    <a:pt x="9211705" y="3450639"/>
                  </a:lnTo>
                  <a:lnTo>
                    <a:pt x="9250152" y="3517902"/>
                  </a:lnTo>
                  <a:lnTo>
                    <a:pt x="9289216" y="3581266"/>
                  </a:lnTo>
                  <a:lnTo>
                    <a:pt x="9329106" y="3640790"/>
                  </a:lnTo>
                  <a:lnTo>
                    <a:pt x="9347647" y="3666696"/>
                  </a:lnTo>
                  <a:lnTo>
                    <a:pt x="9398065" y="3731598"/>
                  </a:lnTo>
                  <a:lnTo>
                    <a:pt x="9450784" y="3791026"/>
                  </a:lnTo>
                  <a:lnTo>
                    <a:pt x="9506428" y="3845160"/>
                  </a:lnTo>
                  <a:lnTo>
                    <a:pt x="9565687" y="3894358"/>
                  </a:lnTo>
                  <a:lnTo>
                    <a:pt x="9629274" y="3939054"/>
                  </a:lnTo>
                  <a:lnTo>
                    <a:pt x="9697897" y="3979699"/>
                  </a:lnTo>
                  <a:lnTo>
                    <a:pt x="9772206" y="4016721"/>
                  </a:lnTo>
                  <a:lnTo>
                    <a:pt x="9852747" y="4050504"/>
                  </a:lnTo>
                  <a:lnTo>
                    <a:pt x="9939875" y="4081369"/>
                  </a:lnTo>
                  <a:lnTo>
                    <a:pt x="10033665" y="4109570"/>
                  </a:lnTo>
                  <a:lnTo>
                    <a:pt x="10133788" y="4135290"/>
                  </a:lnTo>
                  <a:lnTo>
                    <a:pt x="10239387" y="4158638"/>
                  </a:lnTo>
                  <a:lnTo>
                    <a:pt x="10348958" y="4179658"/>
                  </a:lnTo>
                  <a:lnTo>
                    <a:pt x="10460277" y="4198341"/>
                  </a:lnTo>
                  <a:lnTo>
                    <a:pt x="10570413" y="4214643"/>
                  </a:lnTo>
                  <a:lnTo>
                    <a:pt x="10675881" y="4228517"/>
                  </a:lnTo>
                  <a:lnTo>
                    <a:pt x="10772941" y="4239944"/>
                  </a:lnTo>
                  <a:lnTo>
                    <a:pt x="10858053" y="4248967"/>
                  </a:lnTo>
                  <a:lnTo>
                    <a:pt x="10928389" y="4255718"/>
                  </a:lnTo>
                  <a:lnTo>
                    <a:pt x="10982311" y="4260423"/>
                  </a:lnTo>
                  <a:lnTo>
                    <a:pt x="11019691" y="4263400"/>
                  </a:lnTo>
                  <a:lnTo>
                    <a:pt x="11042016" y="4265027"/>
                  </a:lnTo>
                  <a:lnTo>
                    <a:pt x="11052290" y="4265715"/>
                  </a:lnTo>
                  <a:lnTo>
                    <a:pt x="11054891" y="4265876"/>
                  </a:lnTo>
                  <a:lnTo>
                    <a:pt x="12049831" y="4265876"/>
                  </a:lnTo>
                  <a:lnTo>
                    <a:pt x="12049831" y="4260635"/>
                  </a:lnTo>
                  <a:lnTo>
                    <a:pt x="11054891" y="4260635"/>
                  </a:lnTo>
                  <a:lnTo>
                    <a:pt x="11053848" y="4260572"/>
                  </a:lnTo>
                  <a:lnTo>
                    <a:pt x="11046952" y="4260124"/>
                  </a:lnTo>
                  <a:lnTo>
                    <a:pt x="11029437" y="4258887"/>
                  </a:lnTo>
                  <a:lnTo>
                    <a:pt x="10997796" y="4256448"/>
                  </a:lnTo>
                  <a:lnTo>
                    <a:pt x="10949969" y="4252413"/>
                  </a:lnTo>
                  <a:lnTo>
                    <a:pt x="10885496" y="4246439"/>
                  </a:lnTo>
                  <a:lnTo>
                    <a:pt x="10805492" y="4238263"/>
                  </a:lnTo>
                  <a:lnTo>
                    <a:pt x="10712399" y="4227721"/>
                  </a:lnTo>
                  <a:lnTo>
                    <a:pt x="10609560" y="4214739"/>
                  </a:lnTo>
                  <a:lnTo>
                    <a:pt x="10500699" y="4199316"/>
                  </a:lnTo>
                  <a:lnTo>
                    <a:pt x="10389438" y="4181494"/>
                  </a:lnTo>
                  <a:lnTo>
                    <a:pt x="10278934" y="4161322"/>
                  </a:lnTo>
                  <a:lnTo>
                    <a:pt x="10171677" y="4138824"/>
                  </a:lnTo>
                  <a:lnTo>
                    <a:pt x="10069428" y="4113977"/>
                  </a:lnTo>
                  <a:lnTo>
                    <a:pt x="9973269" y="4086696"/>
                  </a:lnTo>
                  <a:lnTo>
                    <a:pt x="9883705" y="4056827"/>
                  </a:lnTo>
                  <a:lnTo>
                    <a:pt x="9800794" y="4024141"/>
                  </a:lnTo>
                  <a:lnTo>
                    <a:pt x="9724270" y="3988340"/>
                  </a:lnTo>
                  <a:lnTo>
                    <a:pt x="9653648" y="3949062"/>
                  </a:lnTo>
                  <a:lnTo>
                    <a:pt x="9588306" y="3905893"/>
                  </a:lnTo>
                  <a:lnTo>
                    <a:pt x="9527554" y="3858387"/>
                  </a:lnTo>
                  <a:lnTo>
                    <a:pt x="9470675" y="3806097"/>
                  </a:lnTo>
                  <a:lnTo>
                    <a:pt x="9416968" y="3748630"/>
                  </a:lnTo>
                  <a:lnTo>
                    <a:pt x="9365779" y="3685727"/>
                  </a:lnTo>
                  <a:lnTo>
                    <a:pt x="9347647" y="3661456"/>
                  </a:lnTo>
                  <a:lnTo>
                    <a:pt x="9307298" y="3603654"/>
                  </a:lnTo>
                  <a:lnTo>
                    <a:pt x="9267886" y="3542051"/>
                  </a:lnTo>
                  <a:lnTo>
                    <a:pt x="9229181" y="3476571"/>
                  </a:lnTo>
                  <a:lnTo>
                    <a:pt x="9190996" y="3407184"/>
                  </a:lnTo>
                  <a:lnTo>
                    <a:pt x="9153174" y="3333914"/>
                  </a:lnTo>
                  <a:lnTo>
                    <a:pt x="9115592" y="3256844"/>
                  </a:lnTo>
                  <a:lnTo>
                    <a:pt x="9078151" y="3176119"/>
                  </a:lnTo>
                  <a:lnTo>
                    <a:pt x="9040775" y="3091949"/>
                  </a:lnTo>
                  <a:lnTo>
                    <a:pt x="9003410" y="3004606"/>
                  </a:lnTo>
                  <a:lnTo>
                    <a:pt x="8966019" y="2914429"/>
                  </a:lnTo>
                  <a:lnTo>
                    <a:pt x="8928584" y="2821814"/>
                  </a:lnTo>
                  <a:lnTo>
                    <a:pt x="8891098" y="2727211"/>
                  </a:lnTo>
                  <a:lnTo>
                    <a:pt x="8853566" y="2631115"/>
                  </a:lnTo>
                  <a:lnTo>
                    <a:pt x="8816001" y="2534057"/>
                  </a:lnTo>
                  <a:lnTo>
                    <a:pt x="8778421" y="2436589"/>
                  </a:lnTo>
                  <a:lnTo>
                    <a:pt x="8740846" y="2339275"/>
                  </a:lnTo>
                  <a:lnTo>
                    <a:pt x="8703297" y="2242673"/>
                  </a:lnTo>
                  <a:lnTo>
                    <a:pt x="8665788" y="2147325"/>
                  </a:lnTo>
                  <a:lnTo>
                    <a:pt x="8628330" y="2053744"/>
                  </a:lnTo>
                  <a:lnTo>
                    <a:pt x="8590921" y="1962402"/>
                  </a:lnTo>
                  <a:lnTo>
                    <a:pt x="8553548" y="1873721"/>
                  </a:lnTo>
                  <a:lnTo>
                    <a:pt x="8516182" y="1788065"/>
                  </a:lnTo>
                  <a:lnTo>
                    <a:pt x="8478779" y="1705738"/>
                  </a:lnTo>
                  <a:lnTo>
                    <a:pt x="8441272" y="1626979"/>
                  </a:lnTo>
                  <a:lnTo>
                    <a:pt x="8403573" y="1551962"/>
                  </a:lnTo>
                  <a:lnTo>
                    <a:pt x="8365571" y="1480796"/>
                  </a:lnTo>
                  <a:lnTo>
                    <a:pt x="8327125" y="1413534"/>
                  </a:lnTo>
                  <a:lnTo>
                    <a:pt x="8288061" y="1350169"/>
                  </a:lnTo>
                  <a:lnTo>
                    <a:pt x="8248170" y="1290646"/>
                  </a:lnTo>
                  <a:lnTo>
                    <a:pt x="8229629" y="1264739"/>
                  </a:lnTo>
                  <a:lnTo>
                    <a:pt x="8179211" y="1199837"/>
                  </a:lnTo>
                  <a:lnTo>
                    <a:pt x="8126493" y="1140410"/>
                  </a:lnTo>
                  <a:lnTo>
                    <a:pt x="8070848" y="1086275"/>
                  </a:lnTo>
                  <a:lnTo>
                    <a:pt x="8011590" y="1037077"/>
                  </a:lnTo>
                  <a:lnTo>
                    <a:pt x="7948002" y="992382"/>
                  </a:lnTo>
                  <a:lnTo>
                    <a:pt x="7879380" y="951737"/>
                  </a:lnTo>
                  <a:lnTo>
                    <a:pt x="7805070" y="914714"/>
                  </a:lnTo>
                  <a:lnTo>
                    <a:pt x="7724530" y="880932"/>
                  </a:lnTo>
                  <a:lnTo>
                    <a:pt x="7637401" y="850067"/>
                  </a:lnTo>
                  <a:lnTo>
                    <a:pt x="7543612" y="821865"/>
                  </a:lnTo>
                  <a:lnTo>
                    <a:pt x="7443489" y="796146"/>
                  </a:lnTo>
                  <a:lnTo>
                    <a:pt x="7337890" y="772798"/>
                  </a:lnTo>
                  <a:lnTo>
                    <a:pt x="7228318" y="751778"/>
                  </a:lnTo>
                  <a:lnTo>
                    <a:pt x="7116999" y="733095"/>
                  </a:lnTo>
                  <a:lnTo>
                    <a:pt x="7006863" y="716793"/>
                  </a:lnTo>
                  <a:lnTo>
                    <a:pt x="6901396" y="702918"/>
                  </a:lnTo>
                  <a:lnTo>
                    <a:pt x="6804335" y="691491"/>
                  </a:lnTo>
                  <a:lnTo>
                    <a:pt x="6719223" y="682468"/>
                  </a:lnTo>
                  <a:lnTo>
                    <a:pt x="6648887" y="675718"/>
                  </a:lnTo>
                  <a:lnTo>
                    <a:pt x="6594966" y="671012"/>
                  </a:lnTo>
                  <a:lnTo>
                    <a:pt x="6557586" y="668036"/>
                  </a:lnTo>
                  <a:lnTo>
                    <a:pt x="6535260" y="666408"/>
                  </a:lnTo>
                  <a:lnTo>
                    <a:pt x="6524986" y="665721"/>
                  </a:lnTo>
                  <a:lnTo>
                    <a:pt x="6522385" y="665560"/>
                  </a:lnTo>
                  <a:lnTo>
                    <a:pt x="5527445" y="665560"/>
                  </a:lnTo>
                  <a:lnTo>
                    <a:pt x="5526312" y="665547"/>
                  </a:lnTo>
                  <a:lnTo>
                    <a:pt x="5518836" y="665457"/>
                  </a:lnTo>
                  <a:lnTo>
                    <a:pt x="5499887" y="665208"/>
                  </a:lnTo>
                  <a:lnTo>
                    <a:pt x="5465758" y="664716"/>
                  </a:lnTo>
                  <a:lnTo>
                    <a:pt x="5414378" y="663904"/>
                  </a:lnTo>
                  <a:lnTo>
                    <a:pt x="5345471" y="662704"/>
                  </a:lnTo>
                  <a:lnTo>
                    <a:pt x="5260496" y="661066"/>
                  </a:lnTo>
                  <a:lnTo>
                    <a:pt x="5162327" y="658961"/>
                  </a:lnTo>
                  <a:lnTo>
                    <a:pt x="5054731" y="656377"/>
                  </a:lnTo>
                  <a:lnTo>
                    <a:pt x="4941771" y="653316"/>
                  </a:lnTo>
                  <a:lnTo>
                    <a:pt x="4827280" y="649789"/>
                  </a:lnTo>
                  <a:lnTo>
                    <a:pt x="4714490" y="645804"/>
                  </a:lnTo>
                  <a:lnTo>
                    <a:pt x="4605851" y="641363"/>
                  </a:lnTo>
                  <a:lnTo>
                    <a:pt x="4503005" y="636457"/>
                  </a:lnTo>
                  <a:lnTo>
                    <a:pt x="4406875" y="631065"/>
                  </a:lnTo>
                  <a:lnTo>
                    <a:pt x="4317794" y="625149"/>
                  </a:lnTo>
                  <a:lnTo>
                    <a:pt x="4235654" y="618656"/>
                  </a:lnTo>
                  <a:lnTo>
                    <a:pt x="4160044" y="611520"/>
                  </a:lnTo>
                  <a:lnTo>
                    <a:pt x="4090353" y="603663"/>
                  </a:lnTo>
                  <a:lnTo>
                    <a:pt x="4025858" y="594998"/>
                  </a:lnTo>
                  <a:lnTo>
                    <a:pt x="3965787" y="585433"/>
                  </a:lnTo>
                  <a:lnTo>
                    <a:pt x="3909366" y="574884"/>
                  </a:lnTo>
                  <a:lnTo>
                    <a:pt x="3855859" y="563285"/>
                  </a:lnTo>
                  <a:lnTo>
                    <a:pt x="3820202" y="554633"/>
                  </a:lnTo>
                  <a:lnTo>
                    <a:pt x="3760723" y="538515"/>
                  </a:lnTo>
                  <a:lnTo>
                    <a:pt x="3703058" y="520835"/>
                  </a:lnTo>
                  <a:lnTo>
                    <a:pt x="3646555" y="501566"/>
                  </a:lnTo>
                  <a:lnTo>
                    <a:pt x="3590728" y="480731"/>
                  </a:lnTo>
                  <a:lnTo>
                    <a:pt x="3535229" y="458407"/>
                  </a:lnTo>
                  <a:lnTo>
                    <a:pt x="3479823" y="434725"/>
                  </a:lnTo>
                  <a:lnTo>
                    <a:pt x="3424372" y="409877"/>
                  </a:lnTo>
                  <a:lnTo>
                    <a:pt x="3368817" y="384105"/>
                  </a:lnTo>
                  <a:lnTo>
                    <a:pt x="3313159" y="357699"/>
                  </a:lnTo>
                  <a:lnTo>
                    <a:pt x="3257443" y="330979"/>
                  </a:lnTo>
                  <a:lnTo>
                    <a:pt x="3201730" y="304281"/>
                  </a:lnTo>
                  <a:lnTo>
                    <a:pt x="3146085" y="277942"/>
                  </a:lnTo>
                  <a:lnTo>
                    <a:pt x="3090545" y="252279"/>
                  </a:lnTo>
                  <a:lnTo>
                    <a:pt x="3035105" y="227575"/>
                  </a:lnTo>
                  <a:lnTo>
                    <a:pt x="2979696" y="204066"/>
                  </a:lnTo>
                  <a:lnTo>
                    <a:pt x="2924169" y="181935"/>
                  </a:lnTo>
                  <a:lnTo>
                    <a:pt x="2868274" y="161308"/>
                  </a:lnTo>
                  <a:lnTo>
                    <a:pt x="2811646" y="142253"/>
                  </a:lnTo>
                  <a:lnTo>
                    <a:pt x="2753779" y="124785"/>
                  </a:lnTo>
                  <a:lnTo>
                    <a:pt x="2702183" y="110926"/>
                  </a:lnTo>
                  <a:lnTo>
                    <a:pt x="2650304" y="98585"/>
                  </a:lnTo>
                  <a:lnTo>
                    <a:pt x="2595973" y="87314"/>
                  </a:lnTo>
                  <a:lnTo>
                    <a:pt x="2538508" y="77077"/>
                  </a:lnTo>
                  <a:lnTo>
                    <a:pt x="2477156" y="67799"/>
                  </a:lnTo>
                  <a:lnTo>
                    <a:pt x="2411141" y="59393"/>
                  </a:lnTo>
                  <a:lnTo>
                    <a:pt x="2339698" y="51767"/>
                  </a:lnTo>
                  <a:lnTo>
                    <a:pt x="2262134" y="44838"/>
                  </a:lnTo>
                  <a:lnTo>
                    <a:pt x="2177887" y="38529"/>
                  </a:lnTo>
                  <a:lnTo>
                    <a:pt x="2086627" y="32779"/>
                  </a:lnTo>
                  <a:lnTo>
                    <a:pt x="1988367" y="27540"/>
                  </a:lnTo>
                  <a:lnTo>
                    <a:pt x="1883606" y="22779"/>
                  </a:lnTo>
                  <a:lnTo>
                    <a:pt x="1773475" y="18479"/>
                  </a:lnTo>
                  <a:lnTo>
                    <a:pt x="1659862" y="14634"/>
                  </a:lnTo>
                  <a:lnTo>
                    <a:pt x="1545465" y="11250"/>
                  </a:lnTo>
                  <a:lnTo>
                    <a:pt x="1433730" y="8335"/>
                  </a:lnTo>
                  <a:lnTo>
                    <a:pt x="1328609" y="5899"/>
                  </a:lnTo>
                  <a:lnTo>
                    <a:pt x="1234135" y="3940"/>
                  </a:lnTo>
                  <a:lnTo>
                    <a:pt x="1153863" y="2441"/>
                  </a:lnTo>
                  <a:lnTo>
                    <a:pt x="1090279" y="1367"/>
                  </a:lnTo>
                  <a:lnTo>
                    <a:pt x="1044331" y="661"/>
                  </a:lnTo>
                  <a:lnTo>
                    <a:pt x="1015182" y="253"/>
                  </a:lnTo>
                  <a:lnTo>
                    <a:pt x="1000234" y="62"/>
                  </a:lnTo>
                  <a:lnTo>
                    <a:pt x="995321" y="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13" name="pl612"/>
            <p:cNvSpPr/>
            <p:nvPr/>
          </p:nvSpPr>
          <p:spPr>
            <a:xfrm>
              <a:off x="1199187" y="1855019"/>
              <a:ext cx="12049831" cy="4260635"/>
            </a:xfrm>
            <a:custGeom>
              <a:avLst/>
              <a:pathLst>
                <a:path w="12049831" h="4260635">
                  <a:moveTo>
                    <a:pt x="0" y="0"/>
                  </a:moveTo>
                  <a:lnTo>
                    <a:pt x="994940" y="0"/>
                  </a:lnTo>
                  <a:lnTo>
                    <a:pt x="996073" y="12"/>
                  </a:lnTo>
                  <a:lnTo>
                    <a:pt x="1003549" y="102"/>
                  </a:lnTo>
                  <a:lnTo>
                    <a:pt x="1022498" y="352"/>
                  </a:lnTo>
                  <a:lnTo>
                    <a:pt x="1056627" y="843"/>
                  </a:lnTo>
                  <a:lnTo>
                    <a:pt x="1108007" y="1655"/>
                  </a:lnTo>
                  <a:lnTo>
                    <a:pt x="1176914" y="2856"/>
                  </a:lnTo>
                  <a:lnTo>
                    <a:pt x="1261889" y="4493"/>
                  </a:lnTo>
                  <a:lnTo>
                    <a:pt x="1360058" y="6599"/>
                  </a:lnTo>
                  <a:lnTo>
                    <a:pt x="1467654" y="9183"/>
                  </a:lnTo>
                  <a:lnTo>
                    <a:pt x="1580614" y="12243"/>
                  </a:lnTo>
                  <a:lnTo>
                    <a:pt x="1695105" y="15771"/>
                  </a:lnTo>
                  <a:lnTo>
                    <a:pt x="1807895" y="19756"/>
                  </a:lnTo>
                  <a:lnTo>
                    <a:pt x="1916534" y="24197"/>
                  </a:lnTo>
                  <a:lnTo>
                    <a:pt x="2019380" y="29102"/>
                  </a:lnTo>
                  <a:lnTo>
                    <a:pt x="2115510" y="34494"/>
                  </a:lnTo>
                  <a:lnTo>
                    <a:pt x="2204591" y="40411"/>
                  </a:lnTo>
                  <a:lnTo>
                    <a:pt x="2286731" y="46904"/>
                  </a:lnTo>
                  <a:lnTo>
                    <a:pt x="2362341" y="54040"/>
                  </a:lnTo>
                  <a:lnTo>
                    <a:pt x="2432032" y="61896"/>
                  </a:lnTo>
                  <a:lnTo>
                    <a:pt x="2496527" y="70562"/>
                  </a:lnTo>
                  <a:lnTo>
                    <a:pt x="2556598" y="80126"/>
                  </a:lnTo>
                  <a:lnTo>
                    <a:pt x="2613019" y="90675"/>
                  </a:lnTo>
                  <a:lnTo>
                    <a:pt x="2666526" y="102274"/>
                  </a:lnTo>
                  <a:lnTo>
                    <a:pt x="2702183" y="110926"/>
                  </a:lnTo>
                  <a:lnTo>
                    <a:pt x="2761662" y="127044"/>
                  </a:lnTo>
                  <a:lnTo>
                    <a:pt x="2819327" y="144725"/>
                  </a:lnTo>
                  <a:lnTo>
                    <a:pt x="2875830" y="163994"/>
                  </a:lnTo>
                  <a:lnTo>
                    <a:pt x="2931657" y="184828"/>
                  </a:lnTo>
                  <a:lnTo>
                    <a:pt x="2987156" y="207153"/>
                  </a:lnTo>
                  <a:lnTo>
                    <a:pt x="3042562" y="230834"/>
                  </a:lnTo>
                  <a:lnTo>
                    <a:pt x="3098013" y="255683"/>
                  </a:lnTo>
                  <a:lnTo>
                    <a:pt x="3153568" y="281454"/>
                  </a:lnTo>
                  <a:lnTo>
                    <a:pt x="3209226" y="307861"/>
                  </a:lnTo>
                  <a:lnTo>
                    <a:pt x="3264942" y="334581"/>
                  </a:lnTo>
                  <a:lnTo>
                    <a:pt x="3320655" y="361278"/>
                  </a:lnTo>
                  <a:lnTo>
                    <a:pt x="3376300" y="387617"/>
                  </a:lnTo>
                  <a:lnTo>
                    <a:pt x="3431840" y="413281"/>
                  </a:lnTo>
                  <a:lnTo>
                    <a:pt x="3487280" y="437985"/>
                  </a:lnTo>
                  <a:lnTo>
                    <a:pt x="3542689" y="461494"/>
                  </a:lnTo>
                  <a:lnTo>
                    <a:pt x="3598216" y="483624"/>
                  </a:lnTo>
                  <a:lnTo>
                    <a:pt x="3654111" y="504251"/>
                  </a:lnTo>
                  <a:lnTo>
                    <a:pt x="3710739" y="523307"/>
                  </a:lnTo>
                  <a:lnTo>
                    <a:pt x="3768606" y="540774"/>
                  </a:lnTo>
                  <a:lnTo>
                    <a:pt x="3820202" y="554633"/>
                  </a:lnTo>
                  <a:lnTo>
                    <a:pt x="3872081" y="566975"/>
                  </a:lnTo>
                  <a:lnTo>
                    <a:pt x="3926412" y="578245"/>
                  </a:lnTo>
                  <a:lnTo>
                    <a:pt x="3983877" y="588483"/>
                  </a:lnTo>
                  <a:lnTo>
                    <a:pt x="4045229" y="597760"/>
                  </a:lnTo>
                  <a:lnTo>
                    <a:pt x="4111244" y="606167"/>
                  </a:lnTo>
                  <a:lnTo>
                    <a:pt x="4182687" y="613792"/>
                  </a:lnTo>
                  <a:lnTo>
                    <a:pt x="4260251" y="620722"/>
                  </a:lnTo>
                  <a:lnTo>
                    <a:pt x="4344498" y="627031"/>
                  </a:lnTo>
                  <a:lnTo>
                    <a:pt x="4435758" y="632781"/>
                  </a:lnTo>
                  <a:lnTo>
                    <a:pt x="4534018" y="638020"/>
                  </a:lnTo>
                  <a:lnTo>
                    <a:pt x="4638779" y="642781"/>
                  </a:lnTo>
                  <a:lnTo>
                    <a:pt x="4748910" y="647081"/>
                  </a:lnTo>
                  <a:lnTo>
                    <a:pt x="4862523" y="650925"/>
                  </a:lnTo>
                  <a:lnTo>
                    <a:pt x="4976920" y="654310"/>
                  </a:lnTo>
                  <a:lnTo>
                    <a:pt x="5088655" y="657224"/>
                  </a:lnTo>
                  <a:lnTo>
                    <a:pt x="5193776" y="659660"/>
                  </a:lnTo>
                  <a:lnTo>
                    <a:pt x="5288250" y="661620"/>
                  </a:lnTo>
                  <a:lnTo>
                    <a:pt x="5368522" y="663119"/>
                  </a:lnTo>
                  <a:lnTo>
                    <a:pt x="5432106" y="664193"/>
                  </a:lnTo>
                  <a:lnTo>
                    <a:pt x="5478054" y="664898"/>
                  </a:lnTo>
                  <a:lnTo>
                    <a:pt x="5507203" y="665307"/>
                  </a:lnTo>
                  <a:lnTo>
                    <a:pt x="5522151" y="665498"/>
                  </a:lnTo>
                  <a:lnTo>
                    <a:pt x="5527064" y="665556"/>
                  </a:lnTo>
                  <a:lnTo>
                    <a:pt x="5527445" y="665560"/>
                  </a:lnTo>
                  <a:lnTo>
                    <a:pt x="6522385" y="665560"/>
                  </a:lnTo>
                  <a:lnTo>
                    <a:pt x="6523429" y="665623"/>
                  </a:lnTo>
                  <a:lnTo>
                    <a:pt x="6530324" y="666071"/>
                  </a:lnTo>
                  <a:lnTo>
                    <a:pt x="6547839" y="667308"/>
                  </a:lnTo>
                  <a:lnTo>
                    <a:pt x="6579481" y="669747"/>
                  </a:lnTo>
                  <a:lnTo>
                    <a:pt x="6627308" y="673782"/>
                  </a:lnTo>
                  <a:lnTo>
                    <a:pt x="6691780" y="679756"/>
                  </a:lnTo>
                  <a:lnTo>
                    <a:pt x="6771785" y="687932"/>
                  </a:lnTo>
                  <a:lnTo>
                    <a:pt x="6864877" y="698474"/>
                  </a:lnTo>
                  <a:lnTo>
                    <a:pt x="6967716" y="711457"/>
                  </a:lnTo>
                  <a:lnTo>
                    <a:pt x="7076577" y="726879"/>
                  </a:lnTo>
                  <a:lnTo>
                    <a:pt x="7187839" y="744701"/>
                  </a:lnTo>
                  <a:lnTo>
                    <a:pt x="7298342" y="764873"/>
                  </a:lnTo>
                  <a:lnTo>
                    <a:pt x="7405600" y="787371"/>
                  </a:lnTo>
                  <a:lnTo>
                    <a:pt x="7507848" y="812218"/>
                  </a:lnTo>
                  <a:lnTo>
                    <a:pt x="7604007" y="839499"/>
                  </a:lnTo>
                  <a:lnTo>
                    <a:pt x="7693571" y="869368"/>
                  </a:lnTo>
                  <a:lnTo>
                    <a:pt x="7776482" y="902054"/>
                  </a:lnTo>
                  <a:lnTo>
                    <a:pt x="7853007" y="937855"/>
                  </a:lnTo>
                  <a:lnTo>
                    <a:pt x="7923629" y="977133"/>
                  </a:lnTo>
                  <a:lnTo>
                    <a:pt x="7988970" y="1020302"/>
                  </a:lnTo>
                  <a:lnTo>
                    <a:pt x="8049722" y="1067808"/>
                  </a:lnTo>
                  <a:lnTo>
                    <a:pt x="8106601" y="1120098"/>
                  </a:lnTo>
                  <a:lnTo>
                    <a:pt x="8160309" y="1177565"/>
                  </a:lnTo>
                  <a:lnTo>
                    <a:pt x="8211498" y="1240468"/>
                  </a:lnTo>
                  <a:lnTo>
                    <a:pt x="8229629" y="1264739"/>
                  </a:lnTo>
                  <a:lnTo>
                    <a:pt x="8269978" y="1322541"/>
                  </a:lnTo>
                  <a:lnTo>
                    <a:pt x="8309391" y="1384144"/>
                  </a:lnTo>
                  <a:lnTo>
                    <a:pt x="8348095" y="1449624"/>
                  </a:lnTo>
                  <a:lnTo>
                    <a:pt x="8386281" y="1519011"/>
                  </a:lnTo>
                  <a:lnTo>
                    <a:pt x="8424102" y="1592281"/>
                  </a:lnTo>
                  <a:lnTo>
                    <a:pt x="8461684" y="1669351"/>
                  </a:lnTo>
                  <a:lnTo>
                    <a:pt x="8499126" y="1750076"/>
                  </a:lnTo>
                  <a:lnTo>
                    <a:pt x="8536502" y="1834246"/>
                  </a:lnTo>
                  <a:lnTo>
                    <a:pt x="8573867" y="1921589"/>
                  </a:lnTo>
                  <a:lnTo>
                    <a:pt x="8611257" y="2011766"/>
                  </a:lnTo>
                  <a:lnTo>
                    <a:pt x="8648692" y="2104381"/>
                  </a:lnTo>
                  <a:lnTo>
                    <a:pt x="8686178" y="2198984"/>
                  </a:lnTo>
                  <a:lnTo>
                    <a:pt x="8723710" y="2295080"/>
                  </a:lnTo>
                  <a:lnTo>
                    <a:pt x="8761276" y="2392138"/>
                  </a:lnTo>
                  <a:lnTo>
                    <a:pt x="8798856" y="2489606"/>
                  </a:lnTo>
                  <a:lnTo>
                    <a:pt x="8836431" y="2586920"/>
                  </a:lnTo>
                  <a:lnTo>
                    <a:pt x="8873980" y="2683522"/>
                  </a:lnTo>
                  <a:lnTo>
                    <a:pt x="8911488" y="2778870"/>
                  </a:lnTo>
                  <a:lnTo>
                    <a:pt x="8948946" y="2872451"/>
                  </a:lnTo>
                  <a:lnTo>
                    <a:pt x="8986355" y="2963793"/>
                  </a:lnTo>
                  <a:lnTo>
                    <a:pt x="9023729" y="3052474"/>
                  </a:lnTo>
                  <a:lnTo>
                    <a:pt x="9061094" y="3138130"/>
                  </a:lnTo>
                  <a:lnTo>
                    <a:pt x="9098498" y="3220457"/>
                  </a:lnTo>
                  <a:lnTo>
                    <a:pt x="9136005" y="3299216"/>
                  </a:lnTo>
                  <a:lnTo>
                    <a:pt x="9173703" y="3374233"/>
                  </a:lnTo>
                  <a:lnTo>
                    <a:pt x="9211705" y="3445399"/>
                  </a:lnTo>
                  <a:lnTo>
                    <a:pt x="9250152" y="3512661"/>
                  </a:lnTo>
                  <a:lnTo>
                    <a:pt x="9289216" y="3576026"/>
                  </a:lnTo>
                  <a:lnTo>
                    <a:pt x="9329106" y="3635549"/>
                  </a:lnTo>
                  <a:lnTo>
                    <a:pt x="9347647" y="3661456"/>
                  </a:lnTo>
                  <a:lnTo>
                    <a:pt x="9398065" y="3726358"/>
                  </a:lnTo>
                  <a:lnTo>
                    <a:pt x="9450784" y="3785785"/>
                  </a:lnTo>
                  <a:lnTo>
                    <a:pt x="9506428" y="3839920"/>
                  </a:lnTo>
                  <a:lnTo>
                    <a:pt x="9565687" y="3889118"/>
                  </a:lnTo>
                  <a:lnTo>
                    <a:pt x="9629274" y="3933814"/>
                  </a:lnTo>
                  <a:lnTo>
                    <a:pt x="9697897" y="3974458"/>
                  </a:lnTo>
                  <a:lnTo>
                    <a:pt x="9772206" y="4011481"/>
                  </a:lnTo>
                  <a:lnTo>
                    <a:pt x="9852747" y="4045263"/>
                  </a:lnTo>
                  <a:lnTo>
                    <a:pt x="9939875" y="4076128"/>
                  </a:lnTo>
                  <a:lnTo>
                    <a:pt x="10033665" y="4104330"/>
                  </a:lnTo>
                  <a:lnTo>
                    <a:pt x="10133788" y="4130049"/>
                  </a:lnTo>
                  <a:lnTo>
                    <a:pt x="10239387" y="4153397"/>
                  </a:lnTo>
                  <a:lnTo>
                    <a:pt x="10348958" y="4174417"/>
                  </a:lnTo>
                  <a:lnTo>
                    <a:pt x="10460277" y="4193100"/>
                  </a:lnTo>
                  <a:lnTo>
                    <a:pt x="10570413" y="4209402"/>
                  </a:lnTo>
                  <a:lnTo>
                    <a:pt x="10675881" y="4223277"/>
                  </a:lnTo>
                  <a:lnTo>
                    <a:pt x="10772941" y="4234704"/>
                  </a:lnTo>
                  <a:lnTo>
                    <a:pt x="10858053" y="4243727"/>
                  </a:lnTo>
                  <a:lnTo>
                    <a:pt x="10928389" y="4250477"/>
                  </a:lnTo>
                  <a:lnTo>
                    <a:pt x="10982311" y="4255183"/>
                  </a:lnTo>
                  <a:lnTo>
                    <a:pt x="11019691" y="4258159"/>
                  </a:lnTo>
                  <a:lnTo>
                    <a:pt x="11042016" y="4259787"/>
                  </a:lnTo>
                  <a:lnTo>
                    <a:pt x="11052290" y="4260474"/>
                  </a:lnTo>
                  <a:lnTo>
                    <a:pt x="11054839" y="4260632"/>
                  </a:lnTo>
                  <a:lnTo>
                    <a:pt x="11054891" y="4260635"/>
                  </a:lnTo>
                  <a:lnTo>
                    <a:pt x="12049831" y="4260635"/>
                  </a:lnTo>
                  <a:lnTo>
                    <a:pt x="12049831" y="42606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4" name="pl613"/>
            <p:cNvSpPr/>
            <p:nvPr/>
          </p:nvSpPr>
          <p:spPr>
            <a:xfrm>
              <a:off x="1199187" y="1849779"/>
              <a:ext cx="12049831" cy="4260635"/>
            </a:xfrm>
            <a:custGeom>
              <a:avLst/>
              <a:pathLst>
                <a:path w="12049831" h="4260635">
                  <a:moveTo>
                    <a:pt x="12049831" y="4260635"/>
                  </a:moveTo>
                  <a:lnTo>
                    <a:pt x="11054891" y="4260635"/>
                  </a:lnTo>
                  <a:lnTo>
                    <a:pt x="11053848" y="4260572"/>
                  </a:lnTo>
                  <a:lnTo>
                    <a:pt x="11046952" y="4260124"/>
                  </a:lnTo>
                  <a:lnTo>
                    <a:pt x="11029437" y="4258887"/>
                  </a:lnTo>
                  <a:lnTo>
                    <a:pt x="10997796" y="4256448"/>
                  </a:lnTo>
                  <a:lnTo>
                    <a:pt x="10949969" y="4252413"/>
                  </a:lnTo>
                  <a:lnTo>
                    <a:pt x="10885496" y="4246439"/>
                  </a:lnTo>
                  <a:lnTo>
                    <a:pt x="10805492" y="4238263"/>
                  </a:lnTo>
                  <a:lnTo>
                    <a:pt x="10712399" y="4227721"/>
                  </a:lnTo>
                  <a:lnTo>
                    <a:pt x="10609560" y="4214739"/>
                  </a:lnTo>
                  <a:lnTo>
                    <a:pt x="10500699" y="4199316"/>
                  </a:lnTo>
                  <a:lnTo>
                    <a:pt x="10389438" y="4181494"/>
                  </a:lnTo>
                  <a:lnTo>
                    <a:pt x="10278934" y="4161322"/>
                  </a:lnTo>
                  <a:lnTo>
                    <a:pt x="10171677" y="4138824"/>
                  </a:lnTo>
                  <a:lnTo>
                    <a:pt x="10069428" y="4113977"/>
                  </a:lnTo>
                  <a:lnTo>
                    <a:pt x="9973269" y="4086696"/>
                  </a:lnTo>
                  <a:lnTo>
                    <a:pt x="9883705" y="4056827"/>
                  </a:lnTo>
                  <a:lnTo>
                    <a:pt x="9800794" y="4024141"/>
                  </a:lnTo>
                  <a:lnTo>
                    <a:pt x="9724270" y="3988340"/>
                  </a:lnTo>
                  <a:lnTo>
                    <a:pt x="9653648" y="3949062"/>
                  </a:lnTo>
                  <a:lnTo>
                    <a:pt x="9588306" y="3905893"/>
                  </a:lnTo>
                  <a:lnTo>
                    <a:pt x="9527554" y="3858387"/>
                  </a:lnTo>
                  <a:lnTo>
                    <a:pt x="9470675" y="3806097"/>
                  </a:lnTo>
                  <a:lnTo>
                    <a:pt x="9416968" y="3748630"/>
                  </a:lnTo>
                  <a:lnTo>
                    <a:pt x="9365779" y="3685727"/>
                  </a:lnTo>
                  <a:lnTo>
                    <a:pt x="9347647" y="3661456"/>
                  </a:lnTo>
                  <a:lnTo>
                    <a:pt x="9307298" y="3603654"/>
                  </a:lnTo>
                  <a:lnTo>
                    <a:pt x="9267886" y="3542051"/>
                  </a:lnTo>
                  <a:lnTo>
                    <a:pt x="9229181" y="3476571"/>
                  </a:lnTo>
                  <a:lnTo>
                    <a:pt x="9190996" y="3407184"/>
                  </a:lnTo>
                  <a:lnTo>
                    <a:pt x="9153174" y="3333914"/>
                  </a:lnTo>
                  <a:lnTo>
                    <a:pt x="9115592" y="3256844"/>
                  </a:lnTo>
                  <a:lnTo>
                    <a:pt x="9078151" y="3176119"/>
                  </a:lnTo>
                  <a:lnTo>
                    <a:pt x="9040775" y="3091949"/>
                  </a:lnTo>
                  <a:lnTo>
                    <a:pt x="9003410" y="3004606"/>
                  </a:lnTo>
                  <a:lnTo>
                    <a:pt x="8966019" y="2914429"/>
                  </a:lnTo>
                  <a:lnTo>
                    <a:pt x="8928584" y="2821814"/>
                  </a:lnTo>
                  <a:lnTo>
                    <a:pt x="8891098" y="2727211"/>
                  </a:lnTo>
                  <a:lnTo>
                    <a:pt x="8853566" y="2631115"/>
                  </a:lnTo>
                  <a:lnTo>
                    <a:pt x="8816001" y="2534057"/>
                  </a:lnTo>
                  <a:lnTo>
                    <a:pt x="8778421" y="2436589"/>
                  </a:lnTo>
                  <a:lnTo>
                    <a:pt x="8740846" y="2339275"/>
                  </a:lnTo>
                  <a:lnTo>
                    <a:pt x="8703297" y="2242673"/>
                  </a:lnTo>
                  <a:lnTo>
                    <a:pt x="8665788" y="2147325"/>
                  </a:lnTo>
                  <a:lnTo>
                    <a:pt x="8628330" y="2053744"/>
                  </a:lnTo>
                  <a:lnTo>
                    <a:pt x="8590921" y="1962402"/>
                  </a:lnTo>
                  <a:lnTo>
                    <a:pt x="8553548" y="1873721"/>
                  </a:lnTo>
                  <a:lnTo>
                    <a:pt x="8516182" y="1788065"/>
                  </a:lnTo>
                  <a:lnTo>
                    <a:pt x="8478779" y="1705738"/>
                  </a:lnTo>
                  <a:lnTo>
                    <a:pt x="8441272" y="1626979"/>
                  </a:lnTo>
                  <a:lnTo>
                    <a:pt x="8403573" y="1551962"/>
                  </a:lnTo>
                  <a:lnTo>
                    <a:pt x="8365571" y="1480796"/>
                  </a:lnTo>
                  <a:lnTo>
                    <a:pt x="8327125" y="1413534"/>
                  </a:lnTo>
                  <a:lnTo>
                    <a:pt x="8288061" y="1350169"/>
                  </a:lnTo>
                  <a:lnTo>
                    <a:pt x="8248170" y="1290646"/>
                  </a:lnTo>
                  <a:lnTo>
                    <a:pt x="8229629" y="1264739"/>
                  </a:lnTo>
                  <a:lnTo>
                    <a:pt x="8179211" y="1199837"/>
                  </a:lnTo>
                  <a:lnTo>
                    <a:pt x="8126493" y="1140410"/>
                  </a:lnTo>
                  <a:lnTo>
                    <a:pt x="8070848" y="1086275"/>
                  </a:lnTo>
                  <a:lnTo>
                    <a:pt x="8011590" y="1037077"/>
                  </a:lnTo>
                  <a:lnTo>
                    <a:pt x="7948002" y="992382"/>
                  </a:lnTo>
                  <a:lnTo>
                    <a:pt x="7879380" y="951737"/>
                  </a:lnTo>
                  <a:lnTo>
                    <a:pt x="7805070" y="914714"/>
                  </a:lnTo>
                  <a:lnTo>
                    <a:pt x="7724530" y="880932"/>
                  </a:lnTo>
                  <a:lnTo>
                    <a:pt x="7637401" y="850067"/>
                  </a:lnTo>
                  <a:lnTo>
                    <a:pt x="7543612" y="821865"/>
                  </a:lnTo>
                  <a:lnTo>
                    <a:pt x="7443489" y="796146"/>
                  </a:lnTo>
                  <a:lnTo>
                    <a:pt x="7337890" y="772798"/>
                  </a:lnTo>
                  <a:lnTo>
                    <a:pt x="7228318" y="751778"/>
                  </a:lnTo>
                  <a:lnTo>
                    <a:pt x="7116999" y="733095"/>
                  </a:lnTo>
                  <a:lnTo>
                    <a:pt x="7006863" y="716793"/>
                  </a:lnTo>
                  <a:lnTo>
                    <a:pt x="6901396" y="702918"/>
                  </a:lnTo>
                  <a:lnTo>
                    <a:pt x="6804335" y="691491"/>
                  </a:lnTo>
                  <a:lnTo>
                    <a:pt x="6719223" y="682468"/>
                  </a:lnTo>
                  <a:lnTo>
                    <a:pt x="6648887" y="675718"/>
                  </a:lnTo>
                  <a:lnTo>
                    <a:pt x="6594966" y="671012"/>
                  </a:lnTo>
                  <a:lnTo>
                    <a:pt x="6557586" y="668036"/>
                  </a:lnTo>
                  <a:lnTo>
                    <a:pt x="6535260" y="666408"/>
                  </a:lnTo>
                  <a:lnTo>
                    <a:pt x="6524986" y="665721"/>
                  </a:lnTo>
                  <a:lnTo>
                    <a:pt x="6522438" y="665563"/>
                  </a:lnTo>
                  <a:lnTo>
                    <a:pt x="6522385" y="665560"/>
                  </a:lnTo>
                  <a:lnTo>
                    <a:pt x="5527445" y="665560"/>
                  </a:lnTo>
                  <a:lnTo>
                    <a:pt x="5526312" y="665547"/>
                  </a:lnTo>
                  <a:lnTo>
                    <a:pt x="5518836" y="665457"/>
                  </a:lnTo>
                  <a:lnTo>
                    <a:pt x="5499887" y="665208"/>
                  </a:lnTo>
                  <a:lnTo>
                    <a:pt x="5465758" y="664716"/>
                  </a:lnTo>
                  <a:lnTo>
                    <a:pt x="5414378" y="663904"/>
                  </a:lnTo>
                  <a:lnTo>
                    <a:pt x="5345471" y="662704"/>
                  </a:lnTo>
                  <a:lnTo>
                    <a:pt x="5260496" y="661066"/>
                  </a:lnTo>
                  <a:lnTo>
                    <a:pt x="5162327" y="658961"/>
                  </a:lnTo>
                  <a:lnTo>
                    <a:pt x="5054731" y="656377"/>
                  </a:lnTo>
                  <a:lnTo>
                    <a:pt x="4941771" y="653316"/>
                  </a:lnTo>
                  <a:lnTo>
                    <a:pt x="4827280" y="649789"/>
                  </a:lnTo>
                  <a:lnTo>
                    <a:pt x="4714490" y="645804"/>
                  </a:lnTo>
                  <a:lnTo>
                    <a:pt x="4605851" y="641363"/>
                  </a:lnTo>
                  <a:lnTo>
                    <a:pt x="4503005" y="636457"/>
                  </a:lnTo>
                  <a:lnTo>
                    <a:pt x="4406875" y="631065"/>
                  </a:lnTo>
                  <a:lnTo>
                    <a:pt x="4317794" y="625149"/>
                  </a:lnTo>
                  <a:lnTo>
                    <a:pt x="4235654" y="618656"/>
                  </a:lnTo>
                  <a:lnTo>
                    <a:pt x="4160044" y="611520"/>
                  </a:lnTo>
                  <a:lnTo>
                    <a:pt x="4090353" y="603663"/>
                  </a:lnTo>
                  <a:lnTo>
                    <a:pt x="4025858" y="594998"/>
                  </a:lnTo>
                  <a:lnTo>
                    <a:pt x="3965787" y="585433"/>
                  </a:lnTo>
                  <a:lnTo>
                    <a:pt x="3909366" y="574884"/>
                  </a:lnTo>
                  <a:lnTo>
                    <a:pt x="3855859" y="563285"/>
                  </a:lnTo>
                  <a:lnTo>
                    <a:pt x="3820202" y="554633"/>
                  </a:lnTo>
                  <a:lnTo>
                    <a:pt x="3760723" y="538515"/>
                  </a:lnTo>
                  <a:lnTo>
                    <a:pt x="3703058" y="520835"/>
                  </a:lnTo>
                  <a:lnTo>
                    <a:pt x="3646555" y="501566"/>
                  </a:lnTo>
                  <a:lnTo>
                    <a:pt x="3590728" y="480731"/>
                  </a:lnTo>
                  <a:lnTo>
                    <a:pt x="3535229" y="458407"/>
                  </a:lnTo>
                  <a:lnTo>
                    <a:pt x="3479823" y="434725"/>
                  </a:lnTo>
                  <a:lnTo>
                    <a:pt x="3424372" y="409877"/>
                  </a:lnTo>
                  <a:lnTo>
                    <a:pt x="3368817" y="384105"/>
                  </a:lnTo>
                  <a:lnTo>
                    <a:pt x="3313159" y="357699"/>
                  </a:lnTo>
                  <a:lnTo>
                    <a:pt x="3257443" y="330979"/>
                  </a:lnTo>
                  <a:lnTo>
                    <a:pt x="3201730" y="304281"/>
                  </a:lnTo>
                  <a:lnTo>
                    <a:pt x="3146085" y="277942"/>
                  </a:lnTo>
                  <a:lnTo>
                    <a:pt x="3090545" y="252279"/>
                  </a:lnTo>
                  <a:lnTo>
                    <a:pt x="3035105" y="227575"/>
                  </a:lnTo>
                  <a:lnTo>
                    <a:pt x="2979696" y="204066"/>
                  </a:lnTo>
                  <a:lnTo>
                    <a:pt x="2924169" y="181935"/>
                  </a:lnTo>
                  <a:lnTo>
                    <a:pt x="2868274" y="161308"/>
                  </a:lnTo>
                  <a:lnTo>
                    <a:pt x="2811646" y="142253"/>
                  </a:lnTo>
                  <a:lnTo>
                    <a:pt x="2753779" y="124785"/>
                  </a:lnTo>
                  <a:lnTo>
                    <a:pt x="2702183" y="110926"/>
                  </a:lnTo>
                  <a:lnTo>
                    <a:pt x="2650304" y="98585"/>
                  </a:lnTo>
                  <a:lnTo>
                    <a:pt x="2595973" y="87314"/>
                  </a:lnTo>
                  <a:lnTo>
                    <a:pt x="2538508" y="77077"/>
                  </a:lnTo>
                  <a:lnTo>
                    <a:pt x="2477156" y="67799"/>
                  </a:lnTo>
                  <a:lnTo>
                    <a:pt x="2411141" y="59393"/>
                  </a:lnTo>
                  <a:lnTo>
                    <a:pt x="2339698" y="51767"/>
                  </a:lnTo>
                  <a:lnTo>
                    <a:pt x="2262134" y="44838"/>
                  </a:lnTo>
                  <a:lnTo>
                    <a:pt x="2177887" y="38529"/>
                  </a:lnTo>
                  <a:lnTo>
                    <a:pt x="2086627" y="32779"/>
                  </a:lnTo>
                  <a:lnTo>
                    <a:pt x="1988367" y="27540"/>
                  </a:lnTo>
                  <a:lnTo>
                    <a:pt x="1883606" y="22779"/>
                  </a:lnTo>
                  <a:lnTo>
                    <a:pt x="1773475" y="18479"/>
                  </a:lnTo>
                  <a:lnTo>
                    <a:pt x="1659862" y="14634"/>
                  </a:lnTo>
                  <a:lnTo>
                    <a:pt x="1545465" y="11250"/>
                  </a:lnTo>
                  <a:lnTo>
                    <a:pt x="1433730" y="8335"/>
                  </a:lnTo>
                  <a:lnTo>
                    <a:pt x="1328609" y="5899"/>
                  </a:lnTo>
                  <a:lnTo>
                    <a:pt x="1234135" y="3940"/>
                  </a:lnTo>
                  <a:lnTo>
                    <a:pt x="1153863" y="2441"/>
                  </a:lnTo>
                  <a:lnTo>
                    <a:pt x="1090279" y="1367"/>
                  </a:lnTo>
                  <a:lnTo>
                    <a:pt x="1044331" y="661"/>
                  </a:lnTo>
                  <a:lnTo>
                    <a:pt x="1015182" y="253"/>
                  </a:lnTo>
                  <a:lnTo>
                    <a:pt x="1000234" y="62"/>
                  </a:lnTo>
                  <a:lnTo>
                    <a:pt x="995321" y="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5" name="pg614"/>
            <p:cNvSpPr/>
            <p:nvPr/>
          </p:nvSpPr>
          <p:spPr>
            <a:xfrm>
              <a:off x="1199187" y="2263789"/>
              <a:ext cx="12049831" cy="3133899"/>
            </a:xfrm>
            <a:custGeom>
              <a:avLst/>
              <a:pathLst>
                <a:path w="12049831" h="3133899">
                  <a:moveTo>
                    <a:pt x="0" y="1095292"/>
                  </a:moveTo>
                  <a:lnTo>
                    <a:pt x="994940" y="1095292"/>
                  </a:lnTo>
                  <a:lnTo>
                    <a:pt x="996044" y="1095330"/>
                  </a:lnTo>
                  <a:lnTo>
                    <a:pt x="1003336" y="1095599"/>
                  </a:lnTo>
                  <a:lnTo>
                    <a:pt x="1021829" y="1096343"/>
                  </a:lnTo>
                  <a:lnTo>
                    <a:pt x="1055170" y="1097810"/>
                  </a:lnTo>
                  <a:lnTo>
                    <a:pt x="1105427" y="1100234"/>
                  </a:lnTo>
                  <a:lnTo>
                    <a:pt x="1172937" y="1103818"/>
                  </a:lnTo>
                  <a:lnTo>
                    <a:pt x="1256353" y="1108714"/>
                  </a:lnTo>
                  <a:lnTo>
                    <a:pt x="1352939" y="1115014"/>
                  </a:lnTo>
                  <a:lnTo>
                    <a:pt x="1459063" y="1122754"/>
                  </a:lnTo>
                  <a:lnTo>
                    <a:pt x="1570765" y="1131930"/>
                  </a:lnTo>
                  <a:lnTo>
                    <a:pt x="1684277" y="1142514"/>
                  </a:lnTo>
                  <a:lnTo>
                    <a:pt x="1796385" y="1154478"/>
                  </a:lnTo>
                  <a:lnTo>
                    <a:pt x="1904625" y="1167813"/>
                  </a:lnTo>
                  <a:lnTo>
                    <a:pt x="2007312" y="1182542"/>
                  </a:lnTo>
                  <a:lnTo>
                    <a:pt x="2103475" y="1198726"/>
                  </a:lnTo>
                  <a:lnTo>
                    <a:pt x="2192724" y="1216472"/>
                  </a:lnTo>
                  <a:lnTo>
                    <a:pt x="2275114" y="1235928"/>
                  </a:lnTo>
                  <a:lnTo>
                    <a:pt x="2351014" y="1257287"/>
                  </a:lnTo>
                  <a:lnTo>
                    <a:pt x="2420994" y="1280778"/>
                  </a:lnTo>
                  <a:lnTo>
                    <a:pt x="2485745" y="1306659"/>
                  </a:lnTo>
                  <a:lnTo>
                    <a:pt x="2546017" y="1335200"/>
                  </a:lnTo>
                  <a:lnTo>
                    <a:pt x="2602565" y="1366662"/>
                  </a:lnTo>
                  <a:lnTo>
                    <a:pt x="2656117" y="1401253"/>
                  </a:lnTo>
                  <a:lnTo>
                    <a:pt x="2702183" y="1435060"/>
                  </a:lnTo>
                  <a:lnTo>
                    <a:pt x="2751508" y="1475537"/>
                  </a:lnTo>
                  <a:lnTo>
                    <a:pt x="2799506" y="1519269"/>
                  </a:lnTo>
                  <a:lnTo>
                    <a:pt x="2846572" y="1566321"/>
                  </a:lnTo>
                  <a:lnTo>
                    <a:pt x="2893020" y="1616691"/>
                  </a:lnTo>
                  <a:lnTo>
                    <a:pt x="2939090" y="1670306"/>
                  </a:lnTo>
                  <a:lnTo>
                    <a:pt x="2984963" y="1727013"/>
                  </a:lnTo>
                  <a:lnTo>
                    <a:pt x="3030770" y="1786578"/>
                  </a:lnTo>
                  <a:lnTo>
                    <a:pt x="3076594" y="1848683"/>
                  </a:lnTo>
                  <a:lnTo>
                    <a:pt x="3122480" y="1912933"/>
                  </a:lnTo>
                  <a:lnTo>
                    <a:pt x="3168442" y="1978862"/>
                  </a:lnTo>
                  <a:lnTo>
                    <a:pt x="3214469" y="2045947"/>
                  </a:lnTo>
                  <a:lnTo>
                    <a:pt x="3260533" y="2113625"/>
                  </a:lnTo>
                  <a:lnTo>
                    <a:pt x="3306597" y="2181311"/>
                  </a:lnTo>
                  <a:lnTo>
                    <a:pt x="3352626" y="2248421"/>
                  </a:lnTo>
                  <a:lnTo>
                    <a:pt x="3398590" y="2314390"/>
                  </a:lnTo>
                  <a:lnTo>
                    <a:pt x="3444478" y="2378695"/>
                  </a:lnTo>
                  <a:lnTo>
                    <a:pt x="3490303" y="2440867"/>
                  </a:lnTo>
                  <a:lnTo>
                    <a:pt x="3536109" y="2500510"/>
                  </a:lnTo>
                  <a:lnTo>
                    <a:pt x="3581980" y="2557303"/>
                  </a:lnTo>
                  <a:lnTo>
                    <a:pt x="3628042" y="2611009"/>
                  </a:lnTo>
                  <a:lnTo>
                    <a:pt x="3674475" y="2661473"/>
                  </a:lnTo>
                  <a:lnTo>
                    <a:pt x="3721520" y="2708621"/>
                  </a:lnTo>
                  <a:lnTo>
                    <a:pt x="3769486" y="2752447"/>
                  </a:lnTo>
                  <a:lnTo>
                    <a:pt x="3818766" y="2793016"/>
                  </a:lnTo>
                  <a:lnTo>
                    <a:pt x="3820202" y="2794131"/>
                  </a:lnTo>
                  <a:lnTo>
                    <a:pt x="3871625" y="2831621"/>
                  </a:lnTo>
                  <a:lnTo>
                    <a:pt x="3925451" y="2865886"/>
                  </a:lnTo>
                  <a:lnTo>
                    <a:pt x="3982346" y="2897038"/>
                  </a:lnTo>
                  <a:lnTo>
                    <a:pt x="4043040" y="2925295"/>
                  </a:lnTo>
                  <a:lnTo>
                    <a:pt x="4108292" y="2950919"/>
                  </a:lnTo>
                  <a:lnTo>
                    <a:pt x="4178847" y="2974181"/>
                  </a:lnTo>
                  <a:lnTo>
                    <a:pt x="4255386" y="2995335"/>
                  </a:lnTo>
                  <a:lnTo>
                    <a:pt x="4338465" y="3014609"/>
                  </a:lnTo>
                  <a:lnTo>
                    <a:pt x="4428425" y="3032188"/>
                  </a:lnTo>
                  <a:lnTo>
                    <a:pt x="4525281" y="3048219"/>
                  </a:lnTo>
                  <a:lnTo>
                    <a:pt x="4628592" y="3062804"/>
                  </a:lnTo>
                  <a:lnTo>
                    <a:pt x="4737317" y="3075999"/>
                  </a:lnTo>
                  <a:lnTo>
                    <a:pt x="4849696" y="3087823"/>
                  </a:lnTo>
                  <a:lnTo>
                    <a:pt x="4963181" y="3098264"/>
                  </a:lnTo>
                  <a:lnTo>
                    <a:pt x="5074493" y="3107294"/>
                  </a:lnTo>
                  <a:lnTo>
                    <a:pt x="5179822" y="3114887"/>
                  </a:lnTo>
                  <a:lnTo>
                    <a:pt x="5275218" y="3121040"/>
                  </a:lnTo>
                  <a:lnTo>
                    <a:pt x="5357114" y="3125797"/>
                  </a:lnTo>
                  <a:lnTo>
                    <a:pt x="5422895" y="3129255"/>
                  </a:lnTo>
                  <a:lnTo>
                    <a:pt x="5471378" y="3131571"/>
                  </a:lnTo>
                  <a:lnTo>
                    <a:pt x="5503078" y="3132953"/>
                  </a:lnTo>
                  <a:lnTo>
                    <a:pt x="5520234" y="3133637"/>
                  </a:lnTo>
                  <a:lnTo>
                    <a:pt x="5526642" y="3133871"/>
                  </a:lnTo>
                  <a:lnTo>
                    <a:pt x="5527445" y="3133899"/>
                  </a:lnTo>
                  <a:lnTo>
                    <a:pt x="6522385" y="3133899"/>
                  </a:lnTo>
                  <a:lnTo>
                    <a:pt x="6523450" y="3133843"/>
                  </a:lnTo>
                  <a:lnTo>
                    <a:pt x="6530481" y="3133445"/>
                  </a:lnTo>
                  <a:lnTo>
                    <a:pt x="6548331" y="3132346"/>
                  </a:lnTo>
                  <a:lnTo>
                    <a:pt x="6580556" y="3130180"/>
                  </a:lnTo>
                  <a:lnTo>
                    <a:pt x="6629219" y="3126596"/>
                  </a:lnTo>
                  <a:lnTo>
                    <a:pt x="6694738" y="3121294"/>
                  </a:lnTo>
                  <a:lnTo>
                    <a:pt x="6775922" y="3114042"/>
                  </a:lnTo>
                  <a:lnTo>
                    <a:pt x="6870227" y="3104698"/>
                  </a:lnTo>
                  <a:lnTo>
                    <a:pt x="6974210" y="3093200"/>
                  </a:lnTo>
                  <a:lnTo>
                    <a:pt x="7084067" y="3079551"/>
                  </a:lnTo>
                  <a:lnTo>
                    <a:pt x="7196123" y="3063789"/>
                  </a:lnTo>
                  <a:lnTo>
                    <a:pt x="7307200" y="3045956"/>
                  </a:lnTo>
                  <a:lnTo>
                    <a:pt x="7414813" y="3026072"/>
                  </a:lnTo>
                  <a:lnTo>
                    <a:pt x="7517229" y="3004111"/>
                  </a:lnTo>
                  <a:lnTo>
                    <a:pt x="7613401" y="2979994"/>
                  </a:lnTo>
                  <a:lnTo>
                    <a:pt x="7702865" y="2953576"/>
                  </a:lnTo>
                  <a:lnTo>
                    <a:pt x="7785601" y="2924647"/>
                  </a:lnTo>
                  <a:lnTo>
                    <a:pt x="7861911" y="2892936"/>
                  </a:lnTo>
                  <a:lnTo>
                    <a:pt x="7932310" y="2858117"/>
                  </a:lnTo>
                  <a:lnTo>
                    <a:pt x="7997443" y="2819816"/>
                  </a:lnTo>
                  <a:lnTo>
                    <a:pt x="8058023" y="2777635"/>
                  </a:lnTo>
                  <a:lnTo>
                    <a:pt x="8114779" y="2731181"/>
                  </a:lnTo>
                  <a:lnTo>
                    <a:pt x="8168424" y="2680116"/>
                  </a:lnTo>
                  <a:lnTo>
                    <a:pt x="8219611" y="2624239"/>
                  </a:lnTo>
                  <a:lnTo>
                    <a:pt x="8229629" y="2612456"/>
                  </a:lnTo>
                  <a:lnTo>
                    <a:pt x="8272253" y="2559180"/>
                  </a:lnTo>
                  <a:lnTo>
                    <a:pt x="8313845" y="2502203"/>
                  </a:lnTo>
                  <a:lnTo>
                    <a:pt x="8354672" y="2441449"/>
                  </a:lnTo>
                  <a:lnTo>
                    <a:pt x="8394951" y="2376896"/>
                  </a:lnTo>
                  <a:lnTo>
                    <a:pt x="8434858" y="2308581"/>
                  </a:lnTo>
                  <a:lnTo>
                    <a:pt x="8474531" y="2236605"/>
                  </a:lnTo>
                  <a:lnTo>
                    <a:pt x="8514078" y="2161138"/>
                  </a:lnTo>
                  <a:lnTo>
                    <a:pt x="8553579" y="2082419"/>
                  </a:lnTo>
                  <a:lnTo>
                    <a:pt x="8593088" y="2000758"/>
                  </a:lnTo>
                  <a:lnTo>
                    <a:pt x="8632639" y="1916533"/>
                  </a:lnTo>
                  <a:lnTo>
                    <a:pt x="8672245" y="1830181"/>
                  </a:lnTo>
                  <a:lnTo>
                    <a:pt x="8711906" y="1742194"/>
                  </a:lnTo>
                  <a:lnTo>
                    <a:pt x="8751609" y="1653107"/>
                  </a:lnTo>
                  <a:lnTo>
                    <a:pt x="8791335" y="1563481"/>
                  </a:lnTo>
                  <a:lnTo>
                    <a:pt x="8831059" y="1473895"/>
                  </a:lnTo>
                  <a:lnTo>
                    <a:pt x="8870757" y="1384925"/>
                  </a:lnTo>
                  <a:lnTo>
                    <a:pt x="8910411" y="1297129"/>
                  </a:lnTo>
                  <a:lnTo>
                    <a:pt x="8950009" y="1211038"/>
                  </a:lnTo>
                  <a:lnTo>
                    <a:pt x="8989553" y="1127136"/>
                  </a:lnTo>
                  <a:lnTo>
                    <a:pt x="9029059" y="1045854"/>
                  </a:lnTo>
                  <a:lnTo>
                    <a:pt x="9068563" y="967560"/>
                  </a:lnTo>
                  <a:lnTo>
                    <a:pt x="9108122" y="892554"/>
                  </a:lnTo>
                  <a:lnTo>
                    <a:pt x="9147819" y="821067"/>
                  </a:lnTo>
                  <a:lnTo>
                    <a:pt x="9187767" y="753258"/>
                  </a:lnTo>
                  <a:lnTo>
                    <a:pt x="9228110" y="689220"/>
                  </a:lnTo>
                  <a:lnTo>
                    <a:pt x="9269027" y="628982"/>
                  </a:lnTo>
                  <a:lnTo>
                    <a:pt x="9310743" y="572513"/>
                  </a:lnTo>
                  <a:lnTo>
                    <a:pt x="9347647" y="526683"/>
                  </a:lnTo>
                  <a:lnTo>
                    <a:pt x="9398414" y="469836"/>
                  </a:lnTo>
                  <a:lnTo>
                    <a:pt x="9451516" y="417817"/>
                  </a:lnTo>
                  <a:lnTo>
                    <a:pt x="9507593" y="370462"/>
                  </a:lnTo>
                  <a:lnTo>
                    <a:pt x="9567347" y="327455"/>
                  </a:lnTo>
                  <a:lnTo>
                    <a:pt x="9631509" y="288409"/>
                  </a:lnTo>
                  <a:lnTo>
                    <a:pt x="9700798" y="252922"/>
                  </a:lnTo>
                  <a:lnTo>
                    <a:pt x="9775876" y="220616"/>
                  </a:lnTo>
                  <a:lnTo>
                    <a:pt x="9857292" y="191154"/>
                  </a:lnTo>
                  <a:lnTo>
                    <a:pt x="9945397" y="164251"/>
                  </a:lnTo>
                  <a:lnTo>
                    <a:pt x="10040245" y="139686"/>
                  </a:lnTo>
                  <a:lnTo>
                    <a:pt x="10141472" y="117301"/>
                  </a:lnTo>
                  <a:lnTo>
                    <a:pt x="10248159" y="97005"/>
                  </a:lnTo>
                  <a:lnTo>
                    <a:pt x="10358717" y="78760"/>
                  </a:lnTo>
                  <a:lnTo>
                    <a:pt x="10470810" y="62580"/>
                  </a:lnTo>
                  <a:lnTo>
                    <a:pt x="10581391" y="48504"/>
                  </a:lnTo>
                  <a:lnTo>
                    <a:pt x="10686859" y="36573"/>
                  </a:lnTo>
                  <a:lnTo>
                    <a:pt x="10783400" y="26799"/>
                  </a:lnTo>
                  <a:lnTo>
                    <a:pt x="10867454" y="19137"/>
                  </a:lnTo>
                  <a:lnTo>
                    <a:pt x="10936258" y="13459"/>
                  </a:lnTo>
                  <a:lnTo>
                    <a:pt x="10988320" y="9553"/>
                  </a:lnTo>
                  <a:lnTo>
                    <a:pt x="11023726" y="7130"/>
                  </a:lnTo>
                  <a:lnTo>
                    <a:pt x="11044218" y="5846"/>
                  </a:lnTo>
                  <a:lnTo>
                    <a:pt x="11053069" y="533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7" y="55"/>
                  </a:lnTo>
                  <a:lnTo>
                    <a:pt x="11046795" y="453"/>
                  </a:lnTo>
                  <a:lnTo>
                    <a:pt x="11028945" y="1552"/>
                  </a:lnTo>
                  <a:lnTo>
                    <a:pt x="10996720" y="3719"/>
                  </a:lnTo>
                  <a:lnTo>
                    <a:pt x="10948058" y="7302"/>
                  </a:lnTo>
                  <a:lnTo>
                    <a:pt x="10882538" y="12604"/>
                  </a:lnTo>
                  <a:lnTo>
                    <a:pt x="10801355" y="19856"/>
                  </a:lnTo>
                  <a:lnTo>
                    <a:pt x="10707050" y="29200"/>
                  </a:lnTo>
                  <a:lnTo>
                    <a:pt x="10603066" y="40698"/>
                  </a:lnTo>
                  <a:lnTo>
                    <a:pt x="10493209" y="54347"/>
                  </a:lnTo>
                  <a:lnTo>
                    <a:pt x="10381153" y="70109"/>
                  </a:lnTo>
                  <a:lnTo>
                    <a:pt x="10270077" y="87942"/>
                  </a:lnTo>
                  <a:lnTo>
                    <a:pt x="10162463" y="107826"/>
                  </a:lnTo>
                  <a:lnTo>
                    <a:pt x="10060048" y="129787"/>
                  </a:lnTo>
                  <a:lnTo>
                    <a:pt x="9963875" y="153904"/>
                  </a:lnTo>
                  <a:lnTo>
                    <a:pt x="9874412" y="180323"/>
                  </a:lnTo>
                  <a:lnTo>
                    <a:pt x="9791675" y="209251"/>
                  </a:lnTo>
                  <a:lnTo>
                    <a:pt x="9715366" y="240962"/>
                  </a:lnTo>
                  <a:lnTo>
                    <a:pt x="9644967" y="275781"/>
                  </a:lnTo>
                  <a:lnTo>
                    <a:pt x="9579833" y="314082"/>
                  </a:lnTo>
                  <a:lnTo>
                    <a:pt x="9519254" y="356263"/>
                  </a:lnTo>
                  <a:lnTo>
                    <a:pt x="9462497" y="402717"/>
                  </a:lnTo>
                  <a:lnTo>
                    <a:pt x="9408853" y="453782"/>
                  </a:lnTo>
                  <a:lnTo>
                    <a:pt x="9357665" y="509660"/>
                  </a:lnTo>
                  <a:lnTo>
                    <a:pt x="9347647" y="521443"/>
                  </a:lnTo>
                  <a:lnTo>
                    <a:pt x="9305024" y="574719"/>
                  </a:lnTo>
                  <a:lnTo>
                    <a:pt x="9263431" y="631696"/>
                  </a:lnTo>
                  <a:lnTo>
                    <a:pt x="9222604" y="692449"/>
                  </a:lnTo>
                  <a:lnTo>
                    <a:pt x="9182325" y="757002"/>
                  </a:lnTo>
                  <a:lnTo>
                    <a:pt x="9142419" y="825317"/>
                  </a:lnTo>
                  <a:lnTo>
                    <a:pt x="9102746" y="897293"/>
                  </a:lnTo>
                  <a:lnTo>
                    <a:pt x="9063199" y="972760"/>
                  </a:lnTo>
                  <a:lnTo>
                    <a:pt x="9023698" y="1051479"/>
                  </a:lnTo>
                  <a:lnTo>
                    <a:pt x="8984188" y="1133140"/>
                  </a:lnTo>
                  <a:lnTo>
                    <a:pt x="8944638" y="1217366"/>
                  </a:lnTo>
                  <a:lnTo>
                    <a:pt x="8905032" y="1303718"/>
                  </a:lnTo>
                  <a:lnTo>
                    <a:pt x="8865371" y="1391704"/>
                  </a:lnTo>
                  <a:lnTo>
                    <a:pt x="8825667" y="1480792"/>
                  </a:lnTo>
                  <a:lnTo>
                    <a:pt x="8785942" y="1570417"/>
                  </a:lnTo>
                  <a:lnTo>
                    <a:pt x="8746218" y="1660003"/>
                  </a:lnTo>
                  <a:lnTo>
                    <a:pt x="8706519" y="1748974"/>
                  </a:lnTo>
                  <a:lnTo>
                    <a:pt x="8666865" y="1836769"/>
                  </a:lnTo>
                  <a:lnTo>
                    <a:pt x="8627267" y="1922860"/>
                  </a:lnTo>
                  <a:lnTo>
                    <a:pt x="8587723" y="2006762"/>
                  </a:lnTo>
                  <a:lnTo>
                    <a:pt x="8548218" y="2088044"/>
                  </a:lnTo>
                  <a:lnTo>
                    <a:pt x="8508714" y="2166338"/>
                  </a:lnTo>
                  <a:lnTo>
                    <a:pt x="8469155" y="2241344"/>
                  </a:lnTo>
                  <a:lnTo>
                    <a:pt x="8429457" y="2312831"/>
                  </a:lnTo>
                  <a:lnTo>
                    <a:pt x="8389509" y="2380640"/>
                  </a:lnTo>
                  <a:lnTo>
                    <a:pt x="8349167" y="2444678"/>
                  </a:lnTo>
                  <a:lnTo>
                    <a:pt x="8308250" y="2504917"/>
                  </a:lnTo>
                  <a:lnTo>
                    <a:pt x="8266534" y="2561386"/>
                  </a:lnTo>
                  <a:lnTo>
                    <a:pt x="8229629" y="2607215"/>
                  </a:lnTo>
                  <a:lnTo>
                    <a:pt x="8178863" y="2664062"/>
                  </a:lnTo>
                  <a:lnTo>
                    <a:pt x="8125761" y="2716082"/>
                  </a:lnTo>
                  <a:lnTo>
                    <a:pt x="8069684" y="2763436"/>
                  </a:lnTo>
                  <a:lnTo>
                    <a:pt x="8009929" y="2806443"/>
                  </a:lnTo>
                  <a:lnTo>
                    <a:pt x="7945767" y="2845490"/>
                  </a:lnTo>
                  <a:lnTo>
                    <a:pt x="7876478" y="2880976"/>
                  </a:lnTo>
                  <a:lnTo>
                    <a:pt x="7801400" y="2913282"/>
                  </a:lnTo>
                  <a:lnTo>
                    <a:pt x="7719985" y="2942745"/>
                  </a:lnTo>
                  <a:lnTo>
                    <a:pt x="7631880" y="2969647"/>
                  </a:lnTo>
                  <a:lnTo>
                    <a:pt x="7537031" y="2994212"/>
                  </a:lnTo>
                  <a:lnTo>
                    <a:pt x="7435804" y="3016597"/>
                  </a:lnTo>
                  <a:lnTo>
                    <a:pt x="7329117" y="3036894"/>
                  </a:lnTo>
                  <a:lnTo>
                    <a:pt x="7218560" y="3055138"/>
                  </a:lnTo>
                  <a:lnTo>
                    <a:pt x="7106466" y="3071318"/>
                  </a:lnTo>
                  <a:lnTo>
                    <a:pt x="6995885" y="3085395"/>
                  </a:lnTo>
                  <a:lnTo>
                    <a:pt x="6890417" y="3097326"/>
                  </a:lnTo>
                  <a:lnTo>
                    <a:pt x="6793877" y="3107099"/>
                  </a:lnTo>
                  <a:lnTo>
                    <a:pt x="6709822" y="3114761"/>
                  </a:lnTo>
                  <a:lnTo>
                    <a:pt x="6641018" y="3120439"/>
                  </a:lnTo>
                  <a:lnTo>
                    <a:pt x="6588957" y="3124345"/>
                  </a:lnTo>
                  <a:lnTo>
                    <a:pt x="6553551" y="3126768"/>
                  </a:lnTo>
                  <a:lnTo>
                    <a:pt x="6533059" y="3128052"/>
                  </a:lnTo>
                  <a:lnTo>
                    <a:pt x="6524208" y="3128561"/>
                  </a:lnTo>
                  <a:lnTo>
                    <a:pt x="6522385" y="3128658"/>
                  </a:lnTo>
                  <a:lnTo>
                    <a:pt x="5527445" y="3128658"/>
                  </a:lnTo>
                  <a:lnTo>
                    <a:pt x="5526341" y="3128620"/>
                  </a:lnTo>
                  <a:lnTo>
                    <a:pt x="5519049" y="3128351"/>
                  </a:lnTo>
                  <a:lnTo>
                    <a:pt x="5500556" y="3127607"/>
                  </a:lnTo>
                  <a:lnTo>
                    <a:pt x="5467215" y="3126140"/>
                  </a:lnTo>
                  <a:lnTo>
                    <a:pt x="5416958" y="3123716"/>
                  </a:lnTo>
                  <a:lnTo>
                    <a:pt x="5349448" y="3120132"/>
                  </a:lnTo>
                  <a:lnTo>
                    <a:pt x="5266032" y="3115236"/>
                  </a:lnTo>
                  <a:lnTo>
                    <a:pt x="5169446" y="3108936"/>
                  </a:lnTo>
                  <a:lnTo>
                    <a:pt x="5063322" y="3101196"/>
                  </a:lnTo>
                  <a:lnTo>
                    <a:pt x="4951620" y="3092020"/>
                  </a:lnTo>
                  <a:lnTo>
                    <a:pt x="4838108" y="3081437"/>
                  </a:lnTo>
                  <a:lnTo>
                    <a:pt x="4726000" y="3069472"/>
                  </a:lnTo>
                  <a:lnTo>
                    <a:pt x="4617760" y="3056137"/>
                  </a:lnTo>
                  <a:lnTo>
                    <a:pt x="4515073" y="3041408"/>
                  </a:lnTo>
                  <a:lnTo>
                    <a:pt x="4418910" y="3025224"/>
                  </a:lnTo>
                  <a:lnTo>
                    <a:pt x="4329661" y="3007478"/>
                  </a:lnTo>
                  <a:lnTo>
                    <a:pt x="4247271" y="2988022"/>
                  </a:lnTo>
                  <a:lnTo>
                    <a:pt x="4171371" y="2966663"/>
                  </a:lnTo>
                  <a:lnTo>
                    <a:pt x="4101391" y="2943172"/>
                  </a:lnTo>
                  <a:lnTo>
                    <a:pt x="4036640" y="2917291"/>
                  </a:lnTo>
                  <a:lnTo>
                    <a:pt x="3976368" y="2888750"/>
                  </a:lnTo>
                  <a:lnTo>
                    <a:pt x="3919820" y="2857289"/>
                  </a:lnTo>
                  <a:lnTo>
                    <a:pt x="3866268" y="2822697"/>
                  </a:lnTo>
                  <a:lnTo>
                    <a:pt x="3820202" y="2788890"/>
                  </a:lnTo>
                  <a:lnTo>
                    <a:pt x="3770877" y="2748413"/>
                  </a:lnTo>
                  <a:lnTo>
                    <a:pt x="3722879" y="2704681"/>
                  </a:lnTo>
                  <a:lnTo>
                    <a:pt x="3675813" y="2657629"/>
                  </a:lnTo>
                  <a:lnTo>
                    <a:pt x="3629365" y="2607259"/>
                  </a:lnTo>
                  <a:lnTo>
                    <a:pt x="3583295" y="2553644"/>
                  </a:lnTo>
                  <a:lnTo>
                    <a:pt x="3537422" y="2496937"/>
                  </a:lnTo>
                  <a:lnTo>
                    <a:pt x="3491615" y="2437372"/>
                  </a:lnTo>
                  <a:lnTo>
                    <a:pt x="3445791" y="2375267"/>
                  </a:lnTo>
                  <a:lnTo>
                    <a:pt x="3399905" y="2311017"/>
                  </a:lnTo>
                  <a:lnTo>
                    <a:pt x="3353943" y="2245088"/>
                  </a:lnTo>
                  <a:lnTo>
                    <a:pt x="3307916" y="2178003"/>
                  </a:lnTo>
                  <a:lnTo>
                    <a:pt x="3261852" y="2110325"/>
                  </a:lnTo>
                  <a:lnTo>
                    <a:pt x="3215788" y="2042639"/>
                  </a:lnTo>
                  <a:lnTo>
                    <a:pt x="3169759" y="1975529"/>
                  </a:lnTo>
                  <a:lnTo>
                    <a:pt x="3123795" y="1909560"/>
                  </a:lnTo>
                  <a:lnTo>
                    <a:pt x="3077907" y="1845255"/>
                  </a:lnTo>
                  <a:lnTo>
                    <a:pt x="3032082" y="1783083"/>
                  </a:lnTo>
                  <a:lnTo>
                    <a:pt x="2986276" y="1723440"/>
                  </a:lnTo>
                  <a:lnTo>
                    <a:pt x="2940405" y="1666647"/>
                  </a:lnTo>
                  <a:lnTo>
                    <a:pt x="2894343" y="1612941"/>
                  </a:lnTo>
                  <a:lnTo>
                    <a:pt x="2847910" y="1562477"/>
                  </a:lnTo>
                  <a:lnTo>
                    <a:pt x="2800865" y="1515330"/>
                  </a:lnTo>
                  <a:lnTo>
                    <a:pt x="2752899" y="1471503"/>
                  </a:lnTo>
                  <a:lnTo>
                    <a:pt x="2703619" y="1430934"/>
                  </a:lnTo>
                  <a:lnTo>
                    <a:pt x="2702183" y="1429819"/>
                  </a:lnTo>
                  <a:lnTo>
                    <a:pt x="2650760" y="1392329"/>
                  </a:lnTo>
                  <a:lnTo>
                    <a:pt x="2596934" y="1358064"/>
                  </a:lnTo>
                  <a:lnTo>
                    <a:pt x="2540039" y="1326912"/>
                  </a:lnTo>
                  <a:lnTo>
                    <a:pt x="2479345" y="1298655"/>
                  </a:lnTo>
                  <a:lnTo>
                    <a:pt x="2414093" y="1273031"/>
                  </a:lnTo>
                  <a:lnTo>
                    <a:pt x="2343538" y="1249769"/>
                  </a:lnTo>
                  <a:lnTo>
                    <a:pt x="2266999" y="1228615"/>
                  </a:lnTo>
                  <a:lnTo>
                    <a:pt x="2183920" y="1209342"/>
                  </a:lnTo>
                  <a:lnTo>
                    <a:pt x="2093960" y="1191762"/>
                  </a:lnTo>
                  <a:lnTo>
                    <a:pt x="1997104" y="1175731"/>
                  </a:lnTo>
                  <a:lnTo>
                    <a:pt x="1893793" y="1161146"/>
                  </a:lnTo>
                  <a:lnTo>
                    <a:pt x="1785068" y="1147951"/>
                  </a:lnTo>
                  <a:lnTo>
                    <a:pt x="1672689" y="1136127"/>
                  </a:lnTo>
                  <a:lnTo>
                    <a:pt x="1559204" y="1125686"/>
                  </a:lnTo>
                  <a:lnTo>
                    <a:pt x="1447892" y="1116656"/>
                  </a:lnTo>
                  <a:lnTo>
                    <a:pt x="1342563" y="1109064"/>
                  </a:lnTo>
                  <a:lnTo>
                    <a:pt x="1247167" y="1102910"/>
                  </a:lnTo>
                  <a:lnTo>
                    <a:pt x="1165271" y="1098153"/>
                  </a:lnTo>
                  <a:lnTo>
                    <a:pt x="1099490" y="1094695"/>
                  </a:lnTo>
                  <a:lnTo>
                    <a:pt x="1051007" y="1092379"/>
                  </a:lnTo>
                  <a:lnTo>
                    <a:pt x="1019307" y="1090997"/>
                  </a:lnTo>
                  <a:lnTo>
                    <a:pt x="1002151" y="1090313"/>
                  </a:lnTo>
                  <a:lnTo>
                    <a:pt x="995743" y="1090079"/>
                  </a:lnTo>
                  <a:lnTo>
                    <a:pt x="994940" y="1090051"/>
                  </a:lnTo>
                  <a:lnTo>
                    <a:pt x="0" y="1090051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16" name="pl615"/>
            <p:cNvSpPr/>
            <p:nvPr/>
          </p:nvSpPr>
          <p:spPr>
            <a:xfrm>
              <a:off x="1199187" y="2269030"/>
              <a:ext cx="12049831" cy="3128658"/>
            </a:xfrm>
            <a:custGeom>
              <a:avLst/>
              <a:pathLst>
                <a:path w="12049831" h="3128658">
                  <a:moveTo>
                    <a:pt x="0" y="1090051"/>
                  </a:moveTo>
                  <a:lnTo>
                    <a:pt x="994940" y="1090051"/>
                  </a:lnTo>
                  <a:lnTo>
                    <a:pt x="996044" y="1090089"/>
                  </a:lnTo>
                  <a:lnTo>
                    <a:pt x="1003336" y="1090359"/>
                  </a:lnTo>
                  <a:lnTo>
                    <a:pt x="1021829" y="1091103"/>
                  </a:lnTo>
                  <a:lnTo>
                    <a:pt x="1055170" y="1092569"/>
                  </a:lnTo>
                  <a:lnTo>
                    <a:pt x="1105427" y="1094993"/>
                  </a:lnTo>
                  <a:lnTo>
                    <a:pt x="1172937" y="1098578"/>
                  </a:lnTo>
                  <a:lnTo>
                    <a:pt x="1256353" y="1103473"/>
                  </a:lnTo>
                  <a:lnTo>
                    <a:pt x="1352939" y="1109773"/>
                  </a:lnTo>
                  <a:lnTo>
                    <a:pt x="1459063" y="1117514"/>
                  </a:lnTo>
                  <a:lnTo>
                    <a:pt x="1570765" y="1126689"/>
                  </a:lnTo>
                  <a:lnTo>
                    <a:pt x="1684277" y="1137273"/>
                  </a:lnTo>
                  <a:lnTo>
                    <a:pt x="1796385" y="1149237"/>
                  </a:lnTo>
                  <a:lnTo>
                    <a:pt x="1904625" y="1162573"/>
                  </a:lnTo>
                  <a:lnTo>
                    <a:pt x="2007312" y="1177302"/>
                  </a:lnTo>
                  <a:lnTo>
                    <a:pt x="2103475" y="1193486"/>
                  </a:lnTo>
                  <a:lnTo>
                    <a:pt x="2192724" y="1211231"/>
                  </a:lnTo>
                  <a:lnTo>
                    <a:pt x="2275114" y="1230687"/>
                  </a:lnTo>
                  <a:lnTo>
                    <a:pt x="2351014" y="1252046"/>
                  </a:lnTo>
                  <a:lnTo>
                    <a:pt x="2420994" y="1275537"/>
                  </a:lnTo>
                  <a:lnTo>
                    <a:pt x="2485745" y="1301418"/>
                  </a:lnTo>
                  <a:lnTo>
                    <a:pt x="2546017" y="1329959"/>
                  </a:lnTo>
                  <a:lnTo>
                    <a:pt x="2602565" y="1361421"/>
                  </a:lnTo>
                  <a:lnTo>
                    <a:pt x="2656117" y="1396013"/>
                  </a:lnTo>
                  <a:lnTo>
                    <a:pt x="2702183" y="1429819"/>
                  </a:lnTo>
                  <a:lnTo>
                    <a:pt x="2751508" y="1470296"/>
                  </a:lnTo>
                  <a:lnTo>
                    <a:pt x="2799506" y="1514028"/>
                  </a:lnTo>
                  <a:lnTo>
                    <a:pt x="2846572" y="1561080"/>
                  </a:lnTo>
                  <a:lnTo>
                    <a:pt x="2893020" y="1611450"/>
                  </a:lnTo>
                  <a:lnTo>
                    <a:pt x="2939090" y="1665065"/>
                  </a:lnTo>
                  <a:lnTo>
                    <a:pt x="2984963" y="1721773"/>
                  </a:lnTo>
                  <a:lnTo>
                    <a:pt x="3030770" y="1781338"/>
                  </a:lnTo>
                  <a:lnTo>
                    <a:pt x="3076594" y="1843443"/>
                  </a:lnTo>
                  <a:lnTo>
                    <a:pt x="3122480" y="1907693"/>
                  </a:lnTo>
                  <a:lnTo>
                    <a:pt x="3168442" y="1973621"/>
                  </a:lnTo>
                  <a:lnTo>
                    <a:pt x="3214469" y="2040706"/>
                  </a:lnTo>
                  <a:lnTo>
                    <a:pt x="3260533" y="2108384"/>
                  </a:lnTo>
                  <a:lnTo>
                    <a:pt x="3306597" y="2176070"/>
                  </a:lnTo>
                  <a:lnTo>
                    <a:pt x="3352626" y="2243180"/>
                  </a:lnTo>
                  <a:lnTo>
                    <a:pt x="3398590" y="2309150"/>
                  </a:lnTo>
                  <a:lnTo>
                    <a:pt x="3444478" y="2373454"/>
                  </a:lnTo>
                  <a:lnTo>
                    <a:pt x="3490303" y="2435627"/>
                  </a:lnTo>
                  <a:lnTo>
                    <a:pt x="3536109" y="2495269"/>
                  </a:lnTo>
                  <a:lnTo>
                    <a:pt x="3581980" y="2552062"/>
                  </a:lnTo>
                  <a:lnTo>
                    <a:pt x="3628042" y="2605768"/>
                  </a:lnTo>
                  <a:lnTo>
                    <a:pt x="3674475" y="2656233"/>
                  </a:lnTo>
                  <a:lnTo>
                    <a:pt x="3721520" y="2703380"/>
                  </a:lnTo>
                  <a:lnTo>
                    <a:pt x="3769486" y="2747207"/>
                  </a:lnTo>
                  <a:lnTo>
                    <a:pt x="3818766" y="2787775"/>
                  </a:lnTo>
                  <a:lnTo>
                    <a:pt x="3820202" y="2788890"/>
                  </a:lnTo>
                  <a:lnTo>
                    <a:pt x="3871625" y="2826380"/>
                  </a:lnTo>
                  <a:lnTo>
                    <a:pt x="3925451" y="2860645"/>
                  </a:lnTo>
                  <a:lnTo>
                    <a:pt x="3982346" y="2891798"/>
                  </a:lnTo>
                  <a:lnTo>
                    <a:pt x="4043040" y="2920054"/>
                  </a:lnTo>
                  <a:lnTo>
                    <a:pt x="4108292" y="2945678"/>
                  </a:lnTo>
                  <a:lnTo>
                    <a:pt x="4178847" y="2968940"/>
                  </a:lnTo>
                  <a:lnTo>
                    <a:pt x="4255386" y="2990095"/>
                  </a:lnTo>
                  <a:lnTo>
                    <a:pt x="4338465" y="3009368"/>
                  </a:lnTo>
                  <a:lnTo>
                    <a:pt x="4428425" y="3026947"/>
                  </a:lnTo>
                  <a:lnTo>
                    <a:pt x="4525281" y="3042979"/>
                  </a:lnTo>
                  <a:lnTo>
                    <a:pt x="4628592" y="3057563"/>
                  </a:lnTo>
                  <a:lnTo>
                    <a:pt x="4737317" y="3070758"/>
                  </a:lnTo>
                  <a:lnTo>
                    <a:pt x="4849696" y="3082582"/>
                  </a:lnTo>
                  <a:lnTo>
                    <a:pt x="4963181" y="3093023"/>
                  </a:lnTo>
                  <a:lnTo>
                    <a:pt x="5074493" y="3102053"/>
                  </a:lnTo>
                  <a:lnTo>
                    <a:pt x="5179822" y="3109646"/>
                  </a:lnTo>
                  <a:lnTo>
                    <a:pt x="5275218" y="3115800"/>
                  </a:lnTo>
                  <a:lnTo>
                    <a:pt x="5357114" y="3120556"/>
                  </a:lnTo>
                  <a:lnTo>
                    <a:pt x="5422895" y="3124014"/>
                  </a:lnTo>
                  <a:lnTo>
                    <a:pt x="5471378" y="3126331"/>
                  </a:lnTo>
                  <a:lnTo>
                    <a:pt x="5503078" y="3127712"/>
                  </a:lnTo>
                  <a:lnTo>
                    <a:pt x="5520234" y="3128396"/>
                  </a:lnTo>
                  <a:lnTo>
                    <a:pt x="5526642" y="3128631"/>
                  </a:lnTo>
                  <a:lnTo>
                    <a:pt x="5527445" y="3128658"/>
                  </a:lnTo>
                  <a:lnTo>
                    <a:pt x="6522385" y="3128658"/>
                  </a:lnTo>
                  <a:lnTo>
                    <a:pt x="6523450" y="3128602"/>
                  </a:lnTo>
                  <a:lnTo>
                    <a:pt x="6530481" y="3128204"/>
                  </a:lnTo>
                  <a:lnTo>
                    <a:pt x="6548331" y="3127105"/>
                  </a:lnTo>
                  <a:lnTo>
                    <a:pt x="6580556" y="3124939"/>
                  </a:lnTo>
                  <a:lnTo>
                    <a:pt x="6629219" y="3121356"/>
                  </a:lnTo>
                  <a:lnTo>
                    <a:pt x="6694738" y="3116053"/>
                  </a:lnTo>
                  <a:lnTo>
                    <a:pt x="6775922" y="3108802"/>
                  </a:lnTo>
                  <a:lnTo>
                    <a:pt x="6870227" y="3099457"/>
                  </a:lnTo>
                  <a:lnTo>
                    <a:pt x="6974210" y="3087959"/>
                  </a:lnTo>
                  <a:lnTo>
                    <a:pt x="7084067" y="3074310"/>
                  </a:lnTo>
                  <a:lnTo>
                    <a:pt x="7196123" y="3058548"/>
                  </a:lnTo>
                  <a:lnTo>
                    <a:pt x="7307200" y="3040715"/>
                  </a:lnTo>
                  <a:lnTo>
                    <a:pt x="7414813" y="3020831"/>
                  </a:lnTo>
                  <a:lnTo>
                    <a:pt x="7517229" y="2998871"/>
                  </a:lnTo>
                  <a:lnTo>
                    <a:pt x="7613401" y="2974753"/>
                  </a:lnTo>
                  <a:lnTo>
                    <a:pt x="7702865" y="2948335"/>
                  </a:lnTo>
                  <a:lnTo>
                    <a:pt x="7785601" y="2919406"/>
                  </a:lnTo>
                  <a:lnTo>
                    <a:pt x="7861911" y="2887696"/>
                  </a:lnTo>
                  <a:lnTo>
                    <a:pt x="7932310" y="2852876"/>
                  </a:lnTo>
                  <a:lnTo>
                    <a:pt x="7997443" y="2814575"/>
                  </a:lnTo>
                  <a:lnTo>
                    <a:pt x="8058023" y="2772394"/>
                  </a:lnTo>
                  <a:lnTo>
                    <a:pt x="8114779" y="2725940"/>
                  </a:lnTo>
                  <a:lnTo>
                    <a:pt x="8168424" y="2674876"/>
                  </a:lnTo>
                  <a:lnTo>
                    <a:pt x="8219611" y="2618998"/>
                  </a:lnTo>
                  <a:lnTo>
                    <a:pt x="8229629" y="2607215"/>
                  </a:lnTo>
                  <a:lnTo>
                    <a:pt x="8272253" y="2553939"/>
                  </a:lnTo>
                  <a:lnTo>
                    <a:pt x="8313845" y="2496962"/>
                  </a:lnTo>
                  <a:lnTo>
                    <a:pt x="8354672" y="2436208"/>
                  </a:lnTo>
                  <a:lnTo>
                    <a:pt x="8394951" y="2371655"/>
                  </a:lnTo>
                  <a:lnTo>
                    <a:pt x="8434858" y="2303340"/>
                  </a:lnTo>
                  <a:lnTo>
                    <a:pt x="8474531" y="2231365"/>
                  </a:lnTo>
                  <a:lnTo>
                    <a:pt x="8514078" y="2155897"/>
                  </a:lnTo>
                  <a:lnTo>
                    <a:pt x="8553579" y="2077178"/>
                  </a:lnTo>
                  <a:lnTo>
                    <a:pt x="8593088" y="1995518"/>
                  </a:lnTo>
                  <a:lnTo>
                    <a:pt x="8632639" y="1911292"/>
                  </a:lnTo>
                  <a:lnTo>
                    <a:pt x="8672245" y="1824940"/>
                  </a:lnTo>
                  <a:lnTo>
                    <a:pt x="8711906" y="1736953"/>
                  </a:lnTo>
                  <a:lnTo>
                    <a:pt x="8751609" y="1647866"/>
                  </a:lnTo>
                  <a:lnTo>
                    <a:pt x="8791335" y="1558241"/>
                  </a:lnTo>
                  <a:lnTo>
                    <a:pt x="8831059" y="1468655"/>
                  </a:lnTo>
                  <a:lnTo>
                    <a:pt x="8870757" y="1379684"/>
                  </a:lnTo>
                  <a:lnTo>
                    <a:pt x="8910411" y="1291889"/>
                  </a:lnTo>
                  <a:lnTo>
                    <a:pt x="8950009" y="1205798"/>
                  </a:lnTo>
                  <a:lnTo>
                    <a:pt x="8989553" y="1121896"/>
                  </a:lnTo>
                  <a:lnTo>
                    <a:pt x="9029059" y="1040614"/>
                  </a:lnTo>
                  <a:lnTo>
                    <a:pt x="9068563" y="962319"/>
                  </a:lnTo>
                  <a:lnTo>
                    <a:pt x="9108122" y="887314"/>
                  </a:lnTo>
                  <a:lnTo>
                    <a:pt x="9147819" y="815826"/>
                  </a:lnTo>
                  <a:lnTo>
                    <a:pt x="9187767" y="748017"/>
                  </a:lnTo>
                  <a:lnTo>
                    <a:pt x="9228110" y="683980"/>
                  </a:lnTo>
                  <a:lnTo>
                    <a:pt x="9269027" y="623741"/>
                  </a:lnTo>
                  <a:lnTo>
                    <a:pt x="9310743" y="567272"/>
                  </a:lnTo>
                  <a:lnTo>
                    <a:pt x="9347647" y="521443"/>
                  </a:lnTo>
                  <a:lnTo>
                    <a:pt x="9398414" y="464595"/>
                  </a:lnTo>
                  <a:lnTo>
                    <a:pt x="9451516" y="412576"/>
                  </a:lnTo>
                  <a:lnTo>
                    <a:pt x="9507593" y="365222"/>
                  </a:lnTo>
                  <a:lnTo>
                    <a:pt x="9567347" y="322215"/>
                  </a:lnTo>
                  <a:lnTo>
                    <a:pt x="9631509" y="283168"/>
                  </a:lnTo>
                  <a:lnTo>
                    <a:pt x="9700798" y="247682"/>
                  </a:lnTo>
                  <a:lnTo>
                    <a:pt x="9775876" y="215376"/>
                  </a:lnTo>
                  <a:lnTo>
                    <a:pt x="9857292" y="185913"/>
                  </a:lnTo>
                  <a:lnTo>
                    <a:pt x="9945397" y="159010"/>
                  </a:lnTo>
                  <a:lnTo>
                    <a:pt x="10040245" y="134445"/>
                  </a:lnTo>
                  <a:lnTo>
                    <a:pt x="10141472" y="112061"/>
                  </a:lnTo>
                  <a:lnTo>
                    <a:pt x="10248159" y="91764"/>
                  </a:lnTo>
                  <a:lnTo>
                    <a:pt x="10358717" y="73519"/>
                  </a:lnTo>
                  <a:lnTo>
                    <a:pt x="10470810" y="57339"/>
                  </a:lnTo>
                  <a:lnTo>
                    <a:pt x="10581391" y="43263"/>
                  </a:lnTo>
                  <a:lnTo>
                    <a:pt x="10686859" y="31332"/>
                  </a:lnTo>
                  <a:lnTo>
                    <a:pt x="10783400" y="21558"/>
                  </a:lnTo>
                  <a:lnTo>
                    <a:pt x="10867454" y="13896"/>
                  </a:lnTo>
                  <a:lnTo>
                    <a:pt x="10936258" y="8219"/>
                  </a:lnTo>
                  <a:lnTo>
                    <a:pt x="10988320" y="4313"/>
                  </a:lnTo>
                  <a:lnTo>
                    <a:pt x="11023726" y="1889"/>
                  </a:lnTo>
                  <a:lnTo>
                    <a:pt x="11044218" y="606"/>
                  </a:lnTo>
                  <a:lnTo>
                    <a:pt x="11053069" y="96"/>
                  </a:lnTo>
                  <a:lnTo>
                    <a:pt x="11054882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7" name="pl616"/>
            <p:cNvSpPr/>
            <p:nvPr/>
          </p:nvSpPr>
          <p:spPr>
            <a:xfrm>
              <a:off x="1199187" y="2263789"/>
              <a:ext cx="12049831" cy="3128658"/>
            </a:xfrm>
            <a:custGeom>
              <a:avLst/>
              <a:pathLst>
                <a:path w="12049831" h="3128658">
                  <a:moveTo>
                    <a:pt x="12049831" y="0"/>
                  </a:moveTo>
                  <a:lnTo>
                    <a:pt x="11054891" y="0"/>
                  </a:lnTo>
                  <a:lnTo>
                    <a:pt x="11053827" y="55"/>
                  </a:lnTo>
                  <a:lnTo>
                    <a:pt x="11046795" y="453"/>
                  </a:lnTo>
                  <a:lnTo>
                    <a:pt x="11028945" y="1552"/>
                  </a:lnTo>
                  <a:lnTo>
                    <a:pt x="10996720" y="3719"/>
                  </a:lnTo>
                  <a:lnTo>
                    <a:pt x="10948058" y="7302"/>
                  </a:lnTo>
                  <a:lnTo>
                    <a:pt x="10882538" y="12604"/>
                  </a:lnTo>
                  <a:lnTo>
                    <a:pt x="10801355" y="19856"/>
                  </a:lnTo>
                  <a:lnTo>
                    <a:pt x="10707050" y="29200"/>
                  </a:lnTo>
                  <a:lnTo>
                    <a:pt x="10603066" y="40698"/>
                  </a:lnTo>
                  <a:lnTo>
                    <a:pt x="10493209" y="54347"/>
                  </a:lnTo>
                  <a:lnTo>
                    <a:pt x="10381153" y="70109"/>
                  </a:lnTo>
                  <a:lnTo>
                    <a:pt x="10270077" y="87942"/>
                  </a:lnTo>
                  <a:lnTo>
                    <a:pt x="10162463" y="107826"/>
                  </a:lnTo>
                  <a:lnTo>
                    <a:pt x="10060048" y="129787"/>
                  </a:lnTo>
                  <a:lnTo>
                    <a:pt x="9963875" y="153904"/>
                  </a:lnTo>
                  <a:lnTo>
                    <a:pt x="9874412" y="180323"/>
                  </a:lnTo>
                  <a:lnTo>
                    <a:pt x="9791675" y="209251"/>
                  </a:lnTo>
                  <a:lnTo>
                    <a:pt x="9715366" y="240962"/>
                  </a:lnTo>
                  <a:lnTo>
                    <a:pt x="9644967" y="275781"/>
                  </a:lnTo>
                  <a:lnTo>
                    <a:pt x="9579833" y="314082"/>
                  </a:lnTo>
                  <a:lnTo>
                    <a:pt x="9519254" y="356263"/>
                  </a:lnTo>
                  <a:lnTo>
                    <a:pt x="9462497" y="402717"/>
                  </a:lnTo>
                  <a:lnTo>
                    <a:pt x="9408853" y="453782"/>
                  </a:lnTo>
                  <a:lnTo>
                    <a:pt x="9357665" y="509660"/>
                  </a:lnTo>
                  <a:lnTo>
                    <a:pt x="9347647" y="521443"/>
                  </a:lnTo>
                  <a:lnTo>
                    <a:pt x="9305024" y="574719"/>
                  </a:lnTo>
                  <a:lnTo>
                    <a:pt x="9263431" y="631696"/>
                  </a:lnTo>
                  <a:lnTo>
                    <a:pt x="9222604" y="692449"/>
                  </a:lnTo>
                  <a:lnTo>
                    <a:pt x="9182325" y="757002"/>
                  </a:lnTo>
                  <a:lnTo>
                    <a:pt x="9142419" y="825317"/>
                  </a:lnTo>
                  <a:lnTo>
                    <a:pt x="9102746" y="897293"/>
                  </a:lnTo>
                  <a:lnTo>
                    <a:pt x="9063199" y="972760"/>
                  </a:lnTo>
                  <a:lnTo>
                    <a:pt x="9023698" y="1051479"/>
                  </a:lnTo>
                  <a:lnTo>
                    <a:pt x="8984188" y="1133140"/>
                  </a:lnTo>
                  <a:lnTo>
                    <a:pt x="8944638" y="1217366"/>
                  </a:lnTo>
                  <a:lnTo>
                    <a:pt x="8905032" y="1303718"/>
                  </a:lnTo>
                  <a:lnTo>
                    <a:pt x="8865371" y="1391704"/>
                  </a:lnTo>
                  <a:lnTo>
                    <a:pt x="8825667" y="1480792"/>
                  </a:lnTo>
                  <a:lnTo>
                    <a:pt x="8785942" y="1570417"/>
                  </a:lnTo>
                  <a:lnTo>
                    <a:pt x="8746218" y="1660003"/>
                  </a:lnTo>
                  <a:lnTo>
                    <a:pt x="8706519" y="1748974"/>
                  </a:lnTo>
                  <a:lnTo>
                    <a:pt x="8666865" y="1836769"/>
                  </a:lnTo>
                  <a:lnTo>
                    <a:pt x="8627267" y="1922860"/>
                  </a:lnTo>
                  <a:lnTo>
                    <a:pt x="8587723" y="2006762"/>
                  </a:lnTo>
                  <a:lnTo>
                    <a:pt x="8548218" y="2088044"/>
                  </a:lnTo>
                  <a:lnTo>
                    <a:pt x="8508714" y="2166338"/>
                  </a:lnTo>
                  <a:lnTo>
                    <a:pt x="8469155" y="2241344"/>
                  </a:lnTo>
                  <a:lnTo>
                    <a:pt x="8429457" y="2312831"/>
                  </a:lnTo>
                  <a:lnTo>
                    <a:pt x="8389509" y="2380640"/>
                  </a:lnTo>
                  <a:lnTo>
                    <a:pt x="8349167" y="2444678"/>
                  </a:lnTo>
                  <a:lnTo>
                    <a:pt x="8308250" y="2504917"/>
                  </a:lnTo>
                  <a:lnTo>
                    <a:pt x="8266534" y="2561386"/>
                  </a:lnTo>
                  <a:lnTo>
                    <a:pt x="8229629" y="2607215"/>
                  </a:lnTo>
                  <a:lnTo>
                    <a:pt x="8178863" y="2664062"/>
                  </a:lnTo>
                  <a:lnTo>
                    <a:pt x="8125761" y="2716082"/>
                  </a:lnTo>
                  <a:lnTo>
                    <a:pt x="8069684" y="2763436"/>
                  </a:lnTo>
                  <a:lnTo>
                    <a:pt x="8009929" y="2806443"/>
                  </a:lnTo>
                  <a:lnTo>
                    <a:pt x="7945767" y="2845490"/>
                  </a:lnTo>
                  <a:lnTo>
                    <a:pt x="7876478" y="2880976"/>
                  </a:lnTo>
                  <a:lnTo>
                    <a:pt x="7801400" y="2913282"/>
                  </a:lnTo>
                  <a:lnTo>
                    <a:pt x="7719985" y="2942745"/>
                  </a:lnTo>
                  <a:lnTo>
                    <a:pt x="7631880" y="2969647"/>
                  </a:lnTo>
                  <a:lnTo>
                    <a:pt x="7537031" y="2994212"/>
                  </a:lnTo>
                  <a:lnTo>
                    <a:pt x="7435804" y="3016597"/>
                  </a:lnTo>
                  <a:lnTo>
                    <a:pt x="7329117" y="3036894"/>
                  </a:lnTo>
                  <a:lnTo>
                    <a:pt x="7218560" y="3055138"/>
                  </a:lnTo>
                  <a:lnTo>
                    <a:pt x="7106466" y="3071318"/>
                  </a:lnTo>
                  <a:lnTo>
                    <a:pt x="6995885" y="3085395"/>
                  </a:lnTo>
                  <a:lnTo>
                    <a:pt x="6890417" y="3097326"/>
                  </a:lnTo>
                  <a:lnTo>
                    <a:pt x="6793877" y="3107099"/>
                  </a:lnTo>
                  <a:lnTo>
                    <a:pt x="6709822" y="3114761"/>
                  </a:lnTo>
                  <a:lnTo>
                    <a:pt x="6641018" y="3120439"/>
                  </a:lnTo>
                  <a:lnTo>
                    <a:pt x="6588957" y="3124345"/>
                  </a:lnTo>
                  <a:lnTo>
                    <a:pt x="6553551" y="3126768"/>
                  </a:lnTo>
                  <a:lnTo>
                    <a:pt x="6533059" y="3128052"/>
                  </a:lnTo>
                  <a:lnTo>
                    <a:pt x="6524208" y="3128561"/>
                  </a:lnTo>
                  <a:lnTo>
                    <a:pt x="6522394" y="3128658"/>
                  </a:lnTo>
                  <a:lnTo>
                    <a:pt x="6522385" y="3128658"/>
                  </a:lnTo>
                  <a:lnTo>
                    <a:pt x="5527445" y="3128658"/>
                  </a:lnTo>
                  <a:lnTo>
                    <a:pt x="5526341" y="3128620"/>
                  </a:lnTo>
                  <a:lnTo>
                    <a:pt x="5519049" y="3128351"/>
                  </a:lnTo>
                  <a:lnTo>
                    <a:pt x="5500556" y="3127607"/>
                  </a:lnTo>
                  <a:lnTo>
                    <a:pt x="5467215" y="3126140"/>
                  </a:lnTo>
                  <a:lnTo>
                    <a:pt x="5416958" y="3123716"/>
                  </a:lnTo>
                  <a:lnTo>
                    <a:pt x="5349448" y="3120132"/>
                  </a:lnTo>
                  <a:lnTo>
                    <a:pt x="5266032" y="3115236"/>
                  </a:lnTo>
                  <a:lnTo>
                    <a:pt x="5169446" y="3108936"/>
                  </a:lnTo>
                  <a:lnTo>
                    <a:pt x="5063322" y="3101196"/>
                  </a:lnTo>
                  <a:lnTo>
                    <a:pt x="4951620" y="3092020"/>
                  </a:lnTo>
                  <a:lnTo>
                    <a:pt x="4838108" y="3081437"/>
                  </a:lnTo>
                  <a:lnTo>
                    <a:pt x="4726000" y="3069472"/>
                  </a:lnTo>
                  <a:lnTo>
                    <a:pt x="4617760" y="3056137"/>
                  </a:lnTo>
                  <a:lnTo>
                    <a:pt x="4515073" y="3041408"/>
                  </a:lnTo>
                  <a:lnTo>
                    <a:pt x="4418910" y="3025224"/>
                  </a:lnTo>
                  <a:lnTo>
                    <a:pt x="4329661" y="3007478"/>
                  </a:lnTo>
                  <a:lnTo>
                    <a:pt x="4247271" y="2988022"/>
                  </a:lnTo>
                  <a:lnTo>
                    <a:pt x="4171371" y="2966663"/>
                  </a:lnTo>
                  <a:lnTo>
                    <a:pt x="4101391" y="2943172"/>
                  </a:lnTo>
                  <a:lnTo>
                    <a:pt x="4036640" y="2917291"/>
                  </a:lnTo>
                  <a:lnTo>
                    <a:pt x="3976368" y="2888750"/>
                  </a:lnTo>
                  <a:lnTo>
                    <a:pt x="3919820" y="2857289"/>
                  </a:lnTo>
                  <a:lnTo>
                    <a:pt x="3866268" y="2822697"/>
                  </a:lnTo>
                  <a:lnTo>
                    <a:pt x="3820202" y="2788890"/>
                  </a:lnTo>
                  <a:lnTo>
                    <a:pt x="3770877" y="2748413"/>
                  </a:lnTo>
                  <a:lnTo>
                    <a:pt x="3722879" y="2704681"/>
                  </a:lnTo>
                  <a:lnTo>
                    <a:pt x="3675813" y="2657629"/>
                  </a:lnTo>
                  <a:lnTo>
                    <a:pt x="3629365" y="2607259"/>
                  </a:lnTo>
                  <a:lnTo>
                    <a:pt x="3583295" y="2553644"/>
                  </a:lnTo>
                  <a:lnTo>
                    <a:pt x="3537422" y="2496937"/>
                  </a:lnTo>
                  <a:lnTo>
                    <a:pt x="3491615" y="2437372"/>
                  </a:lnTo>
                  <a:lnTo>
                    <a:pt x="3445791" y="2375267"/>
                  </a:lnTo>
                  <a:lnTo>
                    <a:pt x="3399905" y="2311017"/>
                  </a:lnTo>
                  <a:lnTo>
                    <a:pt x="3353943" y="2245088"/>
                  </a:lnTo>
                  <a:lnTo>
                    <a:pt x="3307916" y="2178003"/>
                  </a:lnTo>
                  <a:lnTo>
                    <a:pt x="3261852" y="2110325"/>
                  </a:lnTo>
                  <a:lnTo>
                    <a:pt x="3215788" y="2042639"/>
                  </a:lnTo>
                  <a:lnTo>
                    <a:pt x="3169759" y="1975529"/>
                  </a:lnTo>
                  <a:lnTo>
                    <a:pt x="3123795" y="1909560"/>
                  </a:lnTo>
                  <a:lnTo>
                    <a:pt x="3077907" y="1845255"/>
                  </a:lnTo>
                  <a:lnTo>
                    <a:pt x="3032082" y="1783083"/>
                  </a:lnTo>
                  <a:lnTo>
                    <a:pt x="2986276" y="1723440"/>
                  </a:lnTo>
                  <a:lnTo>
                    <a:pt x="2940405" y="1666647"/>
                  </a:lnTo>
                  <a:lnTo>
                    <a:pt x="2894343" y="1612941"/>
                  </a:lnTo>
                  <a:lnTo>
                    <a:pt x="2847910" y="1562477"/>
                  </a:lnTo>
                  <a:lnTo>
                    <a:pt x="2800865" y="1515330"/>
                  </a:lnTo>
                  <a:lnTo>
                    <a:pt x="2752899" y="1471503"/>
                  </a:lnTo>
                  <a:lnTo>
                    <a:pt x="2703619" y="1430934"/>
                  </a:lnTo>
                  <a:lnTo>
                    <a:pt x="2702183" y="1429819"/>
                  </a:lnTo>
                  <a:lnTo>
                    <a:pt x="2650760" y="1392329"/>
                  </a:lnTo>
                  <a:lnTo>
                    <a:pt x="2596934" y="1358064"/>
                  </a:lnTo>
                  <a:lnTo>
                    <a:pt x="2540039" y="1326912"/>
                  </a:lnTo>
                  <a:lnTo>
                    <a:pt x="2479345" y="1298655"/>
                  </a:lnTo>
                  <a:lnTo>
                    <a:pt x="2414093" y="1273031"/>
                  </a:lnTo>
                  <a:lnTo>
                    <a:pt x="2343538" y="1249769"/>
                  </a:lnTo>
                  <a:lnTo>
                    <a:pt x="2266999" y="1228615"/>
                  </a:lnTo>
                  <a:lnTo>
                    <a:pt x="2183920" y="1209342"/>
                  </a:lnTo>
                  <a:lnTo>
                    <a:pt x="2093960" y="1191762"/>
                  </a:lnTo>
                  <a:lnTo>
                    <a:pt x="1997104" y="1175731"/>
                  </a:lnTo>
                  <a:lnTo>
                    <a:pt x="1893793" y="1161146"/>
                  </a:lnTo>
                  <a:lnTo>
                    <a:pt x="1785068" y="1147951"/>
                  </a:lnTo>
                  <a:lnTo>
                    <a:pt x="1672689" y="1136127"/>
                  </a:lnTo>
                  <a:lnTo>
                    <a:pt x="1559204" y="1125686"/>
                  </a:lnTo>
                  <a:lnTo>
                    <a:pt x="1447892" y="1116656"/>
                  </a:lnTo>
                  <a:lnTo>
                    <a:pt x="1342563" y="1109064"/>
                  </a:lnTo>
                  <a:lnTo>
                    <a:pt x="1247167" y="1102910"/>
                  </a:lnTo>
                  <a:lnTo>
                    <a:pt x="1165271" y="1098153"/>
                  </a:lnTo>
                  <a:lnTo>
                    <a:pt x="1099490" y="1094695"/>
                  </a:lnTo>
                  <a:lnTo>
                    <a:pt x="1051007" y="1092379"/>
                  </a:lnTo>
                  <a:lnTo>
                    <a:pt x="1019307" y="1090997"/>
                  </a:lnTo>
                  <a:lnTo>
                    <a:pt x="1002151" y="1090313"/>
                  </a:lnTo>
                  <a:lnTo>
                    <a:pt x="995743" y="1090079"/>
                  </a:lnTo>
                  <a:lnTo>
                    <a:pt x="994940" y="1090051"/>
                  </a:lnTo>
                  <a:lnTo>
                    <a:pt x="0" y="1090051"/>
                  </a:lnTo>
                  <a:lnTo>
                    <a:pt x="0" y="10900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8" name="pg617"/>
            <p:cNvSpPr/>
            <p:nvPr/>
          </p:nvSpPr>
          <p:spPr>
            <a:xfrm>
              <a:off x="1199187" y="3359081"/>
              <a:ext cx="12049831" cy="2064809"/>
            </a:xfrm>
            <a:custGeom>
              <a:avLst/>
              <a:pathLst>
                <a:path w="12049831" h="2064809">
                  <a:moveTo>
                    <a:pt x="0" y="10481"/>
                  </a:moveTo>
                  <a:lnTo>
                    <a:pt x="994940" y="10481"/>
                  </a:lnTo>
                  <a:lnTo>
                    <a:pt x="996044" y="10519"/>
                  </a:lnTo>
                  <a:lnTo>
                    <a:pt x="1003333" y="10790"/>
                  </a:lnTo>
                  <a:lnTo>
                    <a:pt x="1021818" y="11540"/>
                  </a:lnTo>
                  <a:lnTo>
                    <a:pt x="1055146" y="13017"/>
                  </a:lnTo>
                  <a:lnTo>
                    <a:pt x="1105383" y="15459"/>
                  </a:lnTo>
                  <a:lnTo>
                    <a:pt x="1172870" y="19069"/>
                  </a:lnTo>
                  <a:lnTo>
                    <a:pt x="1256260" y="24001"/>
                  </a:lnTo>
                  <a:lnTo>
                    <a:pt x="1352819" y="30346"/>
                  </a:lnTo>
                  <a:lnTo>
                    <a:pt x="1458917" y="38144"/>
                  </a:lnTo>
                  <a:lnTo>
                    <a:pt x="1570598" y="47387"/>
                  </a:lnTo>
                  <a:lnTo>
                    <a:pt x="1684093" y="58048"/>
                  </a:lnTo>
                  <a:lnTo>
                    <a:pt x="1796189" y="70100"/>
                  </a:lnTo>
                  <a:lnTo>
                    <a:pt x="1904422" y="83534"/>
                  </a:lnTo>
                  <a:lnTo>
                    <a:pt x="2007107" y="98372"/>
                  </a:lnTo>
                  <a:lnTo>
                    <a:pt x="2103270" y="114675"/>
                  </a:lnTo>
                  <a:lnTo>
                    <a:pt x="2192522" y="132551"/>
                  </a:lnTo>
                  <a:lnTo>
                    <a:pt x="2274916" y="152150"/>
                  </a:lnTo>
                  <a:lnTo>
                    <a:pt x="2350821" y="173665"/>
                  </a:lnTo>
                  <a:lnTo>
                    <a:pt x="2420805" y="197328"/>
                  </a:lnTo>
                  <a:lnTo>
                    <a:pt x="2485561" y="223397"/>
                  </a:lnTo>
                  <a:lnTo>
                    <a:pt x="2545836" y="252145"/>
                  </a:lnTo>
                  <a:lnTo>
                    <a:pt x="2602387" y="283835"/>
                  </a:lnTo>
                  <a:lnTo>
                    <a:pt x="2655939" y="318678"/>
                  </a:lnTo>
                  <a:lnTo>
                    <a:pt x="2702183" y="352869"/>
                  </a:lnTo>
                  <a:lnTo>
                    <a:pt x="2751396" y="393561"/>
                  </a:lnTo>
                  <a:lnTo>
                    <a:pt x="2799288" y="437518"/>
                  </a:lnTo>
                  <a:lnTo>
                    <a:pt x="2846251" y="484804"/>
                  </a:lnTo>
                  <a:lnTo>
                    <a:pt x="2892595" y="535420"/>
                  </a:lnTo>
                  <a:lnTo>
                    <a:pt x="2938562" y="589291"/>
                  </a:lnTo>
                  <a:lnTo>
                    <a:pt x="2984332" y="646267"/>
                  </a:lnTo>
                  <a:lnTo>
                    <a:pt x="3030034" y="706113"/>
                  </a:lnTo>
                  <a:lnTo>
                    <a:pt x="3075752" y="768512"/>
                  </a:lnTo>
                  <a:lnTo>
                    <a:pt x="3121531" y="833071"/>
                  </a:lnTo>
                  <a:lnTo>
                    <a:pt x="3167386" y="899325"/>
                  </a:lnTo>
                  <a:lnTo>
                    <a:pt x="3213306" y="966750"/>
                  </a:lnTo>
                  <a:lnTo>
                    <a:pt x="3259264" y="1034786"/>
                  </a:lnTo>
                  <a:lnTo>
                    <a:pt x="3305223" y="1102846"/>
                  </a:lnTo>
                  <a:lnTo>
                    <a:pt x="3351148" y="1170345"/>
                  </a:lnTo>
                  <a:lnTo>
                    <a:pt x="3397009" y="1236717"/>
                  </a:lnTo>
                  <a:lnTo>
                    <a:pt x="3442794" y="1301437"/>
                  </a:lnTo>
                  <a:lnTo>
                    <a:pt x="3488516" y="1364034"/>
                  </a:lnTo>
                  <a:lnTo>
                    <a:pt x="3534216" y="1424108"/>
                  </a:lnTo>
                  <a:lnTo>
                    <a:pt x="3579976" y="1481334"/>
                  </a:lnTo>
                  <a:lnTo>
                    <a:pt x="3625920" y="1535473"/>
                  </a:lnTo>
                  <a:lnTo>
                    <a:pt x="3672225" y="1586366"/>
                  </a:lnTo>
                  <a:lnTo>
                    <a:pt x="3719125" y="1633933"/>
                  </a:lnTo>
                  <a:lnTo>
                    <a:pt x="3766925" y="1678167"/>
                  </a:lnTo>
                  <a:lnTo>
                    <a:pt x="3816009" y="1719129"/>
                  </a:lnTo>
                  <a:lnTo>
                    <a:pt x="3820202" y="1722421"/>
                  </a:lnTo>
                  <a:lnTo>
                    <a:pt x="3871617" y="1760195"/>
                  </a:lnTo>
                  <a:lnTo>
                    <a:pt x="3925435" y="1794720"/>
                  </a:lnTo>
                  <a:lnTo>
                    <a:pt x="3982320" y="1826109"/>
                  </a:lnTo>
                  <a:lnTo>
                    <a:pt x="4043003" y="1854581"/>
                  </a:lnTo>
                  <a:lnTo>
                    <a:pt x="4108242" y="1880400"/>
                  </a:lnTo>
                  <a:lnTo>
                    <a:pt x="4178782" y="1903840"/>
                  </a:lnTo>
                  <a:lnTo>
                    <a:pt x="4255304" y="1925156"/>
                  </a:lnTo>
                  <a:lnTo>
                    <a:pt x="4338363" y="1944577"/>
                  </a:lnTo>
                  <a:lnTo>
                    <a:pt x="4428301" y="1962292"/>
                  </a:lnTo>
                  <a:lnTo>
                    <a:pt x="4525133" y="1978447"/>
                  </a:lnTo>
                  <a:lnTo>
                    <a:pt x="4628420" y="1993143"/>
                  </a:lnTo>
                  <a:lnTo>
                    <a:pt x="4737121" y="2006441"/>
                  </a:lnTo>
                  <a:lnTo>
                    <a:pt x="4849478" y="2018357"/>
                  </a:lnTo>
                  <a:lnTo>
                    <a:pt x="4962948" y="2028879"/>
                  </a:lnTo>
                  <a:lnTo>
                    <a:pt x="5074252" y="2037981"/>
                  </a:lnTo>
                  <a:lnTo>
                    <a:pt x="5179584" y="2045634"/>
                  </a:lnTo>
                  <a:lnTo>
                    <a:pt x="5274995" y="2051838"/>
                  </a:lnTo>
                  <a:lnTo>
                    <a:pt x="5356917" y="2056634"/>
                  </a:lnTo>
                  <a:lnTo>
                    <a:pt x="5422735" y="2060122"/>
                  </a:lnTo>
                  <a:lnTo>
                    <a:pt x="5471260" y="2062458"/>
                  </a:lnTo>
                  <a:lnTo>
                    <a:pt x="5503003" y="2063853"/>
                  </a:lnTo>
                  <a:lnTo>
                    <a:pt x="5520198" y="2064544"/>
                  </a:lnTo>
                  <a:lnTo>
                    <a:pt x="5526633" y="2064781"/>
                  </a:lnTo>
                  <a:lnTo>
                    <a:pt x="5527445" y="2064809"/>
                  </a:lnTo>
                  <a:lnTo>
                    <a:pt x="6522385" y="2064809"/>
                  </a:lnTo>
                  <a:lnTo>
                    <a:pt x="6523513" y="2064789"/>
                  </a:lnTo>
                  <a:lnTo>
                    <a:pt x="6530952" y="2064642"/>
                  </a:lnTo>
                  <a:lnTo>
                    <a:pt x="6549809" y="2064238"/>
                  </a:lnTo>
                  <a:lnTo>
                    <a:pt x="6583778" y="2063441"/>
                  </a:lnTo>
                  <a:lnTo>
                    <a:pt x="6634931" y="2062124"/>
                  </a:lnTo>
                  <a:lnTo>
                    <a:pt x="6703556" y="2060178"/>
                  </a:lnTo>
                  <a:lnTo>
                    <a:pt x="6788217" y="2057522"/>
                  </a:lnTo>
                  <a:lnTo>
                    <a:pt x="6886068" y="2054106"/>
                  </a:lnTo>
                  <a:lnTo>
                    <a:pt x="6993369" y="2049913"/>
                  </a:lnTo>
                  <a:lnTo>
                    <a:pt x="7106078" y="2044946"/>
                  </a:lnTo>
                  <a:lnTo>
                    <a:pt x="7220374" y="2039220"/>
                  </a:lnTo>
                  <a:lnTo>
                    <a:pt x="7333029" y="2032751"/>
                  </a:lnTo>
                  <a:lnTo>
                    <a:pt x="7441591" y="2025541"/>
                  </a:lnTo>
                  <a:lnTo>
                    <a:pt x="7544407" y="2017578"/>
                  </a:lnTo>
                  <a:lnTo>
                    <a:pt x="7640545" y="2008824"/>
                  </a:lnTo>
                  <a:lnTo>
                    <a:pt x="7729661" y="1999221"/>
                  </a:lnTo>
                  <a:lnTo>
                    <a:pt x="7811852" y="1988685"/>
                  </a:lnTo>
                  <a:lnTo>
                    <a:pt x="7887520" y="1977108"/>
                  </a:lnTo>
                  <a:lnTo>
                    <a:pt x="7957269" y="1964364"/>
                  </a:lnTo>
                  <a:lnTo>
                    <a:pt x="8021815" y="1950312"/>
                  </a:lnTo>
                  <a:lnTo>
                    <a:pt x="8081926" y="1934804"/>
                  </a:lnTo>
                  <a:lnTo>
                    <a:pt x="8138371" y="1917701"/>
                  </a:lnTo>
                  <a:lnTo>
                    <a:pt x="8191886" y="1898897"/>
                  </a:lnTo>
                  <a:lnTo>
                    <a:pt x="8229629" y="1884007"/>
                  </a:lnTo>
                  <a:lnTo>
                    <a:pt x="8286209" y="1859097"/>
                  </a:lnTo>
                  <a:lnTo>
                    <a:pt x="8341119" y="1831890"/>
                  </a:lnTo>
                  <a:lnTo>
                    <a:pt x="8394929" y="1802344"/>
                  </a:lnTo>
                  <a:lnTo>
                    <a:pt x="8448073" y="1770482"/>
                  </a:lnTo>
                  <a:lnTo>
                    <a:pt x="8500867" y="1736397"/>
                  </a:lnTo>
                  <a:lnTo>
                    <a:pt x="8553535" y="1700257"/>
                  </a:lnTo>
                  <a:lnTo>
                    <a:pt x="8606215" y="1662306"/>
                  </a:lnTo>
                  <a:lnTo>
                    <a:pt x="8658978" y="1622863"/>
                  </a:lnTo>
                  <a:lnTo>
                    <a:pt x="8711839" y="1582310"/>
                  </a:lnTo>
                  <a:lnTo>
                    <a:pt x="8764776" y="1541079"/>
                  </a:lnTo>
                  <a:lnTo>
                    <a:pt x="8817738" y="1499634"/>
                  </a:lnTo>
                  <a:lnTo>
                    <a:pt x="8870669" y="1458450"/>
                  </a:lnTo>
                  <a:lnTo>
                    <a:pt x="8923521" y="1417987"/>
                  </a:lnTo>
                  <a:lnTo>
                    <a:pt x="8976274" y="1378676"/>
                  </a:lnTo>
                  <a:lnTo>
                    <a:pt x="9028949" y="1340891"/>
                  </a:lnTo>
                  <a:lnTo>
                    <a:pt x="9081622" y="1304945"/>
                  </a:lnTo>
                  <a:lnTo>
                    <a:pt x="9134439" y="1271073"/>
                  </a:lnTo>
                  <a:lnTo>
                    <a:pt x="9187633" y="1239438"/>
                  </a:lnTo>
                  <a:lnTo>
                    <a:pt x="9241531" y="1210123"/>
                  </a:lnTo>
                  <a:lnTo>
                    <a:pt x="9296577" y="1183145"/>
                  </a:lnTo>
                  <a:lnTo>
                    <a:pt x="9347647" y="1160800"/>
                  </a:lnTo>
                  <a:lnTo>
                    <a:pt x="9399435" y="1140718"/>
                  </a:lnTo>
                  <a:lnTo>
                    <a:pt x="9453664" y="1122375"/>
                  </a:lnTo>
                  <a:lnTo>
                    <a:pt x="9511015" y="1105711"/>
                  </a:lnTo>
                  <a:lnTo>
                    <a:pt x="9572234" y="1090606"/>
                  </a:lnTo>
                  <a:lnTo>
                    <a:pt x="9638096" y="1076918"/>
                  </a:lnTo>
                  <a:lnTo>
                    <a:pt x="9709359" y="1064499"/>
                  </a:lnTo>
                  <a:lnTo>
                    <a:pt x="9786717" y="1053211"/>
                  </a:lnTo>
                  <a:lnTo>
                    <a:pt x="9870728" y="1042934"/>
                  </a:lnTo>
                  <a:lnTo>
                    <a:pt x="9961726" y="1033565"/>
                  </a:lnTo>
                  <a:lnTo>
                    <a:pt x="10059703" y="1025027"/>
                  </a:lnTo>
                  <a:lnTo>
                    <a:pt x="10164172" y="1017268"/>
                  </a:lnTo>
                  <a:lnTo>
                    <a:pt x="10274021" y="1010256"/>
                  </a:lnTo>
                  <a:lnTo>
                    <a:pt x="10387388" y="1003984"/>
                  </a:lnTo>
                  <a:lnTo>
                    <a:pt x="10501606" y="998460"/>
                  </a:lnTo>
                  <a:lnTo>
                    <a:pt x="10613261" y="993699"/>
                  </a:lnTo>
                  <a:lnTo>
                    <a:pt x="10718432" y="989713"/>
                  </a:lnTo>
                  <a:lnTo>
                    <a:pt x="10813099" y="986504"/>
                  </a:lnTo>
                  <a:lnTo>
                    <a:pt x="10893706" y="984043"/>
                  </a:lnTo>
                  <a:lnTo>
                    <a:pt x="10957737" y="982274"/>
                  </a:lnTo>
                  <a:lnTo>
                    <a:pt x="11004198" y="981107"/>
                  </a:lnTo>
                  <a:lnTo>
                    <a:pt x="11033858" y="980428"/>
                  </a:lnTo>
                  <a:lnTo>
                    <a:pt x="11049242" y="980106"/>
                  </a:lnTo>
                  <a:lnTo>
                    <a:pt x="11054441" y="980006"/>
                  </a:lnTo>
                  <a:lnTo>
                    <a:pt x="11054891" y="979998"/>
                  </a:lnTo>
                  <a:lnTo>
                    <a:pt x="12049831" y="979998"/>
                  </a:lnTo>
                  <a:lnTo>
                    <a:pt x="12049831" y="969517"/>
                  </a:lnTo>
                  <a:lnTo>
                    <a:pt x="11054891" y="969517"/>
                  </a:lnTo>
                  <a:lnTo>
                    <a:pt x="11053764" y="969537"/>
                  </a:lnTo>
                  <a:lnTo>
                    <a:pt x="11046324" y="969684"/>
                  </a:lnTo>
                  <a:lnTo>
                    <a:pt x="11027468" y="970088"/>
                  </a:lnTo>
                  <a:lnTo>
                    <a:pt x="10993498" y="970885"/>
                  </a:lnTo>
                  <a:lnTo>
                    <a:pt x="10942345" y="972202"/>
                  </a:lnTo>
                  <a:lnTo>
                    <a:pt x="10873720" y="974148"/>
                  </a:lnTo>
                  <a:lnTo>
                    <a:pt x="10789059" y="976805"/>
                  </a:lnTo>
                  <a:lnTo>
                    <a:pt x="10691208" y="980220"/>
                  </a:lnTo>
                  <a:lnTo>
                    <a:pt x="10583907" y="984413"/>
                  </a:lnTo>
                  <a:lnTo>
                    <a:pt x="10471198" y="989380"/>
                  </a:lnTo>
                  <a:lnTo>
                    <a:pt x="10356902" y="995106"/>
                  </a:lnTo>
                  <a:lnTo>
                    <a:pt x="10244247" y="1001575"/>
                  </a:lnTo>
                  <a:lnTo>
                    <a:pt x="10135686" y="1008785"/>
                  </a:lnTo>
                  <a:lnTo>
                    <a:pt x="10032870" y="1016748"/>
                  </a:lnTo>
                  <a:lnTo>
                    <a:pt x="9936732" y="1025502"/>
                  </a:lnTo>
                  <a:lnTo>
                    <a:pt x="9847615" y="1035105"/>
                  </a:lnTo>
                  <a:lnTo>
                    <a:pt x="9765425" y="1045641"/>
                  </a:lnTo>
                  <a:lnTo>
                    <a:pt x="9689756" y="1057218"/>
                  </a:lnTo>
                  <a:lnTo>
                    <a:pt x="9620007" y="1069962"/>
                  </a:lnTo>
                  <a:lnTo>
                    <a:pt x="9555461" y="1084014"/>
                  </a:lnTo>
                  <a:lnTo>
                    <a:pt x="9495351" y="1099522"/>
                  </a:lnTo>
                  <a:lnTo>
                    <a:pt x="9438905" y="1116625"/>
                  </a:lnTo>
                  <a:lnTo>
                    <a:pt x="9385391" y="1135429"/>
                  </a:lnTo>
                  <a:lnTo>
                    <a:pt x="9347647" y="1150319"/>
                  </a:lnTo>
                  <a:lnTo>
                    <a:pt x="9291067" y="1175229"/>
                  </a:lnTo>
                  <a:lnTo>
                    <a:pt x="9236158" y="1202436"/>
                  </a:lnTo>
                  <a:lnTo>
                    <a:pt x="9182347" y="1231982"/>
                  </a:lnTo>
                  <a:lnTo>
                    <a:pt x="9129204" y="1263844"/>
                  </a:lnTo>
                  <a:lnTo>
                    <a:pt x="9076409" y="1297929"/>
                  </a:lnTo>
                  <a:lnTo>
                    <a:pt x="9023742" y="1334069"/>
                  </a:lnTo>
                  <a:lnTo>
                    <a:pt x="8971062" y="1372020"/>
                  </a:lnTo>
                  <a:lnTo>
                    <a:pt x="8918299" y="1411463"/>
                  </a:lnTo>
                  <a:lnTo>
                    <a:pt x="8865437" y="1452016"/>
                  </a:lnTo>
                  <a:lnTo>
                    <a:pt x="8812501" y="1493247"/>
                  </a:lnTo>
                  <a:lnTo>
                    <a:pt x="8759539" y="1534692"/>
                  </a:lnTo>
                  <a:lnTo>
                    <a:pt x="8706608" y="1575877"/>
                  </a:lnTo>
                  <a:lnTo>
                    <a:pt x="8653755" y="1616339"/>
                  </a:lnTo>
                  <a:lnTo>
                    <a:pt x="8601002" y="1655650"/>
                  </a:lnTo>
                  <a:lnTo>
                    <a:pt x="8548328" y="1693435"/>
                  </a:lnTo>
                  <a:lnTo>
                    <a:pt x="8495655" y="1729382"/>
                  </a:lnTo>
                  <a:lnTo>
                    <a:pt x="8442837" y="1763253"/>
                  </a:lnTo>
                  <a:lnTo>
                    <a:pt x="8389644" y="1794889"/>
                  </a:lnTo>
                  <a:lnTo>
                    <a:pt x="8335746" y="1824203"/>
                  </a:lnTo>
                  <a:lnTo>
                    <a:pt x="8280699" y="1851181"/>
                  </a:lnTo>
                  <a:lnTo>
                    <a:pt x="8229629" y="1873526"/>
                  </a:lnTo>
                  <a:lnTo>
                    <a:pt x="8177841" y="1893609"/>
                  </a:lnTo>
                  <a:lnTo>
                    <a:pt x="8123612" y="1911951"/>
                  </a:lnTo>
                  <a:lnTo>
                    <a:pt x="8066262" y="1928615"/>
                  </a:lnTo>
                  <a:lnTo>
                    <a:pt x="8005043" y="1943720"/>
                  </a:lnTo>
                  <a:lnTo>
                    <a:pt x="7939181" y="1957409"/>
                  </a:lnTo>
                  <a:lnTo>
                    <a:pt x="7867918" y="1969827"/>
                  </a:lnTo>
                  <a:lnTo>
                    <a:pt x="7790560" y="1981115"/>
                  </a:lnTo>
                  <a:lnTo>
                    <a:pt x="7706549" y="1991392"/>
                  </a:lnTo>
                  <a:lnTo>
                    <a:pt x="7615550" y="2000761"/>
                  </a:lnTo>
                  <a:lnTo>
                    <a:pt x="7517573" y="2009299"/>
                  </a:lnTo>
                  <a:lnTo>
                    <a:pt x="7413104" y="2017058"/>
                  </a:lnTo>
                  <a:lnTo>
                    <a:pt x="7303256" y="2024070"/>
                  </a:lnTo>
                  <a:lnTo>
                    <a:pt x="7189888" y="2030342"/>
                  </a:lnTo>
                  <a:lnTo>
                    <a:pt x="7075671" y="2035866"/>
                  </a:lnTo>
                  <a:lnTo>
                    <a:pt x="6964015" y="2040628"/>
                  </a:lnTo>
                  <a:lnTo>
                    <a:pt x="6858845" y="2044613"/>
                  </a:lnTo>
                  <a:lnTo>
                    <a:pt x="6764177" y="2047823"/>
                  </a:lnTo>
                  <a:lnTo>
                    <a:pt x="6683571" y="2050283"/>
                  </a:lnTo>
                  <a:lnTo>
                    <a:pt x="6619539" y="2052052"/>
                  </a:lnTo>
                  <a:lnTo>
                    <a:pt x="6573078" y="2053219"/>
                  </a:lnTo>
                  <a:lnTo>
                    <a:pt x="6543419" y="2053898"/>
                  </a:lnTo>
                  <a:lnTo>
                    <a:pt x="6528035" y="2054220"/>
                  </a:lnTo>
                  <a:lnTo>
                    <a:pt x="6522835" y="2054320"/>
                  </a:lnTo>
                  <a:lnTo>
                    <a:pt x="6522385" y="2054328"/>
                  </a:lnTo>
                  <a:lnTo>
                    <a:pt x="5527445" y="2054328"/>
                  </a:lnTo>
                  <a:lnTo>
                    <a:pt x="5526341" y="2054290"/>
                  </a:lnTo>
                  <a:lnTo>
                    <a:pt x="5519052" y="2054019"/>
                  </a:lnTo>
                  <a:lnTo>
                    <a:pt x="5500567" y="2053269"/>
                  </a:lnTo>
                  <a:lnTo>
                    <a:pt x="5467239" y="2051792"/>
                  </a:lnTo>
                  <a:lnTo>
                    <a:pt x="5417002" y="2049350"/>
                  </a:lnTo>
                  <a:lnTo>
                    <a:pt x="5349515" y="2045740"/>
                  </a:lnTo>
                  <a:lnTo>
                    <a:pt x="5266125" y="2040808"/>
                  </a:lnTo>
                  <a:lnTo>
                    <a:pt x="5169566" y="2034462"/>
                  </a:lnTo>
                  <a:lnTo>
                    <a:pt x="5063468" y="2026665"/>
                  </a:lnTo>
                  <a:lnTo>
                    <a:pt x="4951787" y="2017422"/>
                  </a:lnTo>
                  <a:lnTo>
                    <a:pt x="4838292" y="2006761"/>
                  </a:lnTo>
                  <a:lnTo>
                    <a:pt x="4726196" y="1994708"/>
                  </a:lnTo>
                  <a:lnTo>
                    <a:pt x="4617963" y="1981275"/>
                  </a:lnTo>
                  <a:lnTo>
                    <a:pt x="4515278" y="1966437"/>
                  </a:lnTo>
                  <a:lnTo>
                    <a:pt x="4419115" y="1950134"/>
                  </a:lnTo>
                  <a:lnTo>
                    <a:pt x="4329863" y="1932258"/>
                  </a:lnTo>
                  <a:lnTo>
                    <a:pt x="4247469" y="1912659"/>
                  </a:lnTo>
                  <a:lnTo>
                    <a:pt x="4171564" y="1891144"/>
                  </a:lnTo>
                  <a:lnTo>
                    <a:pt x="4101580" y="1867481"/>
                  </a:lnTo>
                  <a:lnTo>
                    <a:pt x="4036824" y="1841412"/>
                  </a:lnTo>
                  <a:lnTo>
                    <a:pt x="3976549" y="1812664"/>
                  </a:lnTo>
                  <a:lnTo>
                    <a:pt x="3919998" y="1780974"/>
                  </a:lnTo>
                  <a:lnTo>
                    <a:pt x="3866446" y="1746131"/>
                  </a:lnTo>
                  <a:lnTo>
                    <a:pt x="3820202" y="1711940"/>
                  </a:lnTo>
                  <a:lnTo>
                    <a:pt x="3770989" y="1671248"/>
                  </a:lnTo>
                  <a:lnTo>
                    <a:pt x="3723097" y="1627291"/>
                  </a:lnTo>
                  <a:lnTo>
                    <a:pt x="3676134" y="1580005"/>
                  </a:lnTo>
                  <a:lnTo>
                    <a:pt x="3629790" y="1529389"/>
                  </a:lnTo>
                  <a:lnTo>
                    <a:pt x="3583823" y="1475518"/>
                  </a:lnTo>
                  <a:lnTo>
                    <a:pt x="3538053" y="1418542"/>
                  </a:lnTo>
                  <a:lnTo>
                    <a:pt x="3492351" y="1358696"/>
                  </a:lnTo>
                  <a:lnTo>
                    <a:pt x="3446633" y="1296296"/>
                  </a:lnTo>
                  <a:lnTo>
                    <a:pt x="3400854" y="1231738"/>
                  </a:lnTo>
                  <a:lnTo>
                    <a:pt x="3354999" y="1165484"/>
                  </a:lnTo>
                  <a:lnTo>
                    <a:pt x="3309079" y="1098058"/>
                  </a:lnTo>
                  <a:lnTo>
                    <a:pt x="3263121" y="1030023"/>
                  </a:lnTo>
                  <a:lnTo>
                    <a:pt x="3217162" y="961963"/>
                  </a:lnTo>
                  <a:lnTo>
                    <a:pt x="3171237" y="894464"/>
                  </a:lnTo>
                  <a:lnTo>
                    <a:pt x="3125376" y="828092"/>
                  </a:lnTo>
                  <a:lnTo>
                    <a:pt x="3079591" y="763372"/>
                  </a:lnTo>
                  <a:lnTo>
                    <a:pt x="3033869" y="700775"/>
                  </a:lnTo>
                  <a:lnTo>
                    <a:pt x="2988169" y="640701"/>
                  </a:lnTo>
                  <a:lnTo>
                    <a:pt x="2942409" y="583475"/>
                  </a:lnTo>
                  <a:lnTo>
                    <a:pt x="2896465" y="529336"/>
                  </a:lnTo>
                  <a:lnTo>
                    <a:pt x="2850160" y="478443"/>
                  </a:lnTo>
                  <a:lnTo>
                    <a:pt x="2803260" y="430876"/>
                  </a:lnTo>
                  <a:lnTo>
                    <a:pt x="2755460" y="386641"/>
                  </a:lnTo>
                  <a:lnTo>
                    <a:pt x="2706376" y="345680"/>
                  </a:lnTo>
                  <a:lnTo>
                    <a:pt x="2702183" y="342388"/>
                  </a:lnTo>
                  <a:lnTo>
                    <a:pt x="2650768" y="304614"/>
                  </a:lnTo>
                  <a:lnTo>
                    <a:pt x="2596950" y="270089"/>
                  </a:lnTo>
                  <a:lnTo>
                    <a:pt x="2540065" y="238700"/>
                  </a:lnTo>
                  <a:lnTo>
                    <a:pt x="2479382" y="210228"/>
                  </a:lnTo>
                  <a:lnTo>
                    <a:pt x="2414143" y="184408"/>
                  </a:lnTo>
                  <a:lnTo>
                    <a:pt x="2343603" y="160969"/>
                  </a:lnTo>
                  <a:lnTo>
                    <a:pt x="2267081" y="139652"/>
                  </a:lnTo>
                  <a:lnTo>
                    <a:pt x="2184022" y="120232"/>
                  </a:lnTo>
                  <a:lnTo>
                    <a:pt x="2094084" y="102517"/>
                  </a:lnTo>
                  <a:lnTo>
                    <a:pt x="1997252" y="86362"/>
                  </a:lnTo>
                  <a:lnTo>
                    <a:pt x="1893965" y="71665"/>
                  </a:lnTo>
                  <a:lnTo>
                    <a:pt x="1785264" y="58368"/>
                  </a:lnTo>
                  <a:lnTo>
                    <a:pt x="1672907" y="46452"/>
                  </a:lnTo>
                  <a:lnTo>
                    <a:pt x="1559437" y="35929"/>
                  </a:lnTo>
                  <a:lnTo>
                    <a:pt x="1448133" y="26828"/>
                  </a:lnTo>
                  <a:lnTo>
                    <a:pt x="1342801" y="19175"/>
                  </a:lnTo>
                  <a:lnTo>
                    <a:pt x="1247390" y="12971"/>
                  </a:lnTo>
                  <a:lnTo>
                    <a:pt x="1165468" y="8175"/>
                  </a:lnTo>
                  <a:lnTo>
                    <a:pt x="1099650" y="4687"/>
                  </a:lnTo>
                  <a:lnTo>
                    <a:pt x="1051125" y="2350"/>
                  </a:lnTo>
                  <a:lnTo>
                    <a:pt x="1019382" y="956"/>
                  </a:lnTo>
                  <a:lnTo>
                    <a:pt x="1002187" y="265"/>
                  </a:lnTo>
                  <a:lnTo>
                    <a:pt x="995752" y="27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19" name="pl618"/>
            <p:cNvSpPr/>
            <p:nvPr/>
          </p:nvSpPr>
          <p:spPr>
            <a:xfrm>
              <a:off x="1199187" y="3369563"/>
              <a:ext cx="12049831" cy="2054328"/>
            </a:xfrm>
            <a:custGeom>
              <a:avLst/>
              <a:pathLst>
                <a:path w="12049831" h="2054328">
                  <a:moveTo>
                    <a:pt x="0" y="0"/>
                  </a:moveTo>
                  <a:lnTo>
                    <a:pt x="994940" y="0"/>
                  </a:lnTo>
                  <a:lnTo>
                    <a:pt x="996044" y="38"/>
                  </a:lnTo>
                  <a:lnTo>
                    <a:pt x="1003333" y="309"/>
                  </a:lnTo>
                  <a:lnTo>
                    <a:pt x="1021818" y="1058"/>
                  </a:lnTo>
                  <a:lnTo>
                    <a:pt x="1055146" y="2535"/>
                  </a:lnTo>
                  <a:lnTo>
                    <a:pt x="1105383" y="4977"/>
                  </a:lnTo>
                  <a:lnTo>
                    <a:pt x="1172870" y="8588"/>
                  </a:lnTo>
                  <a:lnTo>
                    <a:pt x="1256260" y="13519"/>
                  </a:lnTo>
                  <a:lnTo>
                    <a:pt x="1352819" y="19865"/>
                  </a:lnTo>
                  <a:lnTo>
                    <a:pt x="1458917" y="27662"/>
                  </a:lnTo>
                  <a:lnTo>
                    <a:pt x="1570598" y="36905"/>
                  </a:lnTo>
                  <a:lnTo>
                    <a:pt x="1684093" y="47567"/>
                  </a:lnTo>
                  <a:lnTo>
                    <a:pt x="1796189" y="59619"/>
                  </a:lnTo>
                  <a:lnTo>
                    <a:pt x="1904422" y="73053"/>
                  </a:lnTo>
                  <a:lnTo>
                    <a:pt x="2007107" y="87890"/>
                  </a:lnTo>
                  <a:lnTo>
                    <a:pt x="2103270" y="104194"/>
                  </a:lnTo>
                  <a:lnTo>
                    <a:pt x="2192522" y="122070"/>
                  </a:lnTo>
                  <a:lnTo>
                    <a:pt x="2274916" y="141668"/>
                  </a:lnTo>
                  <a:lnTo>
                    <a:pt x="2350821" y="163184"/>
                  </a:lnTo>
                  <a:lnTo>
                    <a:pt x="2420805" y="186846"/>
                  </a:lnTo>
                  <a:lnTo>
                    <a:pt x="2485561" y="212916"/>
                  </a:lnTo>
                  <a:lnTo>
                    <a:pt x="2545836" y="241664"/>
                  </a:lnTo>
                  <a:lnTo>
                    <a:pt x="2602387" y="273354"/>
                  </a:lnTo>
                  <a:lnTo>
                    <a:pt x="2655939" y="308197"/>
                  </a:lnTo>
                  <a:lnTo>
                    <a:pt x="2702183" y="342388"/>
                  </a:lnTo>
                  <a:lnTo>
                    <a:pt x="2751396" y="383079"/>
                  </a:lnTo>
                  <a:lnTo>
                    <a:pt x="2799288" y="427036"/>
                  </a:lnTo>
                  <a:lnTo>
                    <a:pt x="2846251" y="474323"/>
                  </a:lnTo>
                  <a:lnTo>
                    <a:pt x="2892595" y="524938"/>
                  </a:lnTo>
                  <a:lnTo>
                    <a:pt x="2938562" y="578810"/>
                  </a:lnTo>
                  <a:lnTo>
                    <a:pt x="2984332" y="635785"/>
                  </a:lnTo>
                  <a:lnTo>
                    <a:pt x="3030034" y="695631"/>
                  </a:lnTo>
                  <a:lnTo>
                    <a:pt x="3075752" y="758031"/>
                  </a:lnTo>
                  <a:lnTo>
                    <a:pt x="3121531" y="822590"/>
                  </a:lnTo>
                  <a:lnTo>
                    <a:pt x="3167386" y="888843"/>
                  </a:lnTo>
                  <a:lnTo>
                    <a:pt x="3213306" y="956269"/>
                  </a:lnTo>
                  <a:lnTo>
                    <a:pt x="3259264" y="1024304"/>
                  </a:lnTo>
                  <a:lnTo>
                    <a:pt x="3305223" y="1092364"/>
                  </a:lnTo>
                  <a:lnTo>
                    <a:pt x="3351148" y="1159863"/>
                  </a:lnTo>
                  <a:lnTo>
                    <a:pt x="3397009" y="1226236"/>
                  </a:lnTo>
                  <a:lnTo>
                    <a:pt x="3442794" y="1290956"/>
                  </a:lnTo>
                  <a:lnTo>
                    <a:pt x="3488516" y="1353553"/>
                  </a:lnTo>
                  <a:lnTo>
                    <a:pt x="3534216" y="1413626"/>
                  </a:lnTo>
                  <a:lnTo>
                    <a:pt x="3579976" y="1470853"/>
                  </a:lnTo>
                  <a:lnTo>
                    <a:pt x="3625920" y="1524992"/>
                  </a:lnTo>
                  <a:lnTo>
                    <a:pt x="3672225" y="1575885"/>
                  </a:lnTo>
                  <a:lnTo>
                    <a:pt x="3719125" y="1623451"/>
                  </a:lnTo>
                  <a:lnTo>
                    <a:pt x="3766925" y="1667686"/>
                  </a:lnTo>
                  <a:lnTo>
                    <a:pt x="3816009" y="1708648"/>
                  </a:lnTo>
                  <a:lnTo>
                    <a:pt x="3820202" y="1711940"/>
                  </a:lnTo>
                  <a:lnTo>
                    <a:pt x="3871617" y="1749714"/>
                  </a:lnTo>
                  <a:lnTo>
                    <a:pt x="3925435" y="1784239"/>
                  </a:lnTo>
                  <a:lnTo>
                    <a:pt x="3982320" y="1815628"/>
                  </a:lnTo>
                  <a:lnTo>
                    <a:pt x="4043003" y="1844100"/>
                  </a:lnTo>
                  <a:lnTo>
                    <a:pt x="4108242" y="1869919"/>
                  </a:lnTo>
                  <a:lnTo>
                    <a:pt x="4178782" y="1893359"/>
                  </a:lnTo>
                  <a:lnTo>
                    <a:pt x="4255304" y="1914675"/>
                  </a:lnTo>
                  <a:lnTo>
                    <a:pt x="4338363" y="1934096"/>
                  </a:lnTo>
                  <a:lnTo>
                    <a:pt x="4428301" y="1951811"/>
                  </a:lnTo>
                  <a:lnTo>
                    <a:pt x="4525133" y="1967965"/>
                  </a:lnTo>
                  <a:lnTo>
                    <a:pt x="4628420" y="1982662"/>
                  </a:lnTo>
                  <a:lnTo>
                    <a:pt x="4737121" y="1995959"/>
                  </a:lnTo>
                  <a:lnTo>
                    <a:pt x="4849478" y="2007875"/>
                  </a:lnTo>
                  <a:lnTo>
                    <a:pt x="4962948" y="2018398"/>
                  </a:lnTo>
                  <a:lnTo>
                    <a:pt x="5074252" y="2027499"/>
                  </a:lnTo>
                  <a:lnTo>
                    <a:pt x="5179584" y="2035153"/>
                  </a:lnTo>
                  <a:lnTo>
                    <a:pt x="5274995" y="2041357"/>
                  </a:lnTo>
                  <a:lnTo>
                    <a:pt x="5356917" y="2046153"/>
                  </a:lnTo>
                  <a:lnTo>
                    <a:pt x="5422735" y="2049640"/>
                  </a:lnTo>
                  <a:lnTo>
                    <a:pt x="5471260" y="2051977"/>
                  </a:lnTo>
                  <a:lnTo>
                    <a:pt x="5503003" y="2053372"/>
                  </a:lnTo>
                  <a:lnTo>
                    <a:pt x="5520198" y="2054063"/>
                  </a:lnTo>
                  <a:lnTo>
                    <a:pt x="5526633" y="2054300"/>
                  </a:lnTo>
                  <a:lnTo>
                    <a:pt x="5527445" y="2054328"/>
                  </a:lnTo>
                  <a:lnTo>
                    <a:pt x="6522385" y="2054328"/>
                  </a:lnTo>
                  <a:lnTo>
                    <a:pt x="6523513" y="2054308"/>
                  </a:lnTo>
                  <a:lnTo>
                    <a:pt x="6530952" y="2054161"/>
                  </a:lnTo>
                  <a:lnTo>
                    <a:pt x="6549809" y="2053757"/>
                  </a:lnTo>
                  <a:lnTo>
                    <a:pt x="6583778" y="2052960"/>
                  </a:lnTo>
                  <a:lnTo>
                    <a:pt x="6634931" y="2051643"/>
                  </a:lnTo>
                  <a:lnTo>
                    <a:pt x="6703556" y="2049697"/>
                  </a:lnTo>
                  <a:lnTo>
                    <a:pt x="6788217" y="2047040"/>
                  </a:lnTo>
                  <a:lnTo>
                    <a:pt x="6886068" y="2043625"/>
                  </a:lnTo>
                  <a:lnTo>
                    <a:pt x="6993369" y="2039431"/>
                  </a:lnTo>
                  <a:lnTo>
                    <a:pt x="7106078" y="2034465"/>
                  </a:lnTo>
                  <a:lnTo>
                    <a:pt x="7220374" y="2028739"/>
                  </a:lnTo>
                  <a:lnTo>
                    <a:pt x="7333029" y="2022270"/>
                  </a:lnTo>
                  <a:lnTo>
                    <a:pt x="7441591" y="2015060"/>
                  </a:lnTo>
                  <a:lnTo>
                    <a:pt x="7544407" y="2007096"/>
                  </a:lnTo>
                  <a:lnTo>
                    <a:pt x="7640545" y="1998343"/>
                  </a:lnTo>
                  <a:lnTo>
                    <a:pt x="7729661" y="1988740"/>
                  </a:lnTo>
                  <a:lnTo>
                    <a:pt x="7811852" y="1978204"/>
                  </a:lnTo>
                  <a:lnTo>
                    <a:pt x="7887520" y="1966627"/>
                  </a:lnTo>
                  <a:lnTo>
                    <a:pt x="7957269" y="1953883"/>
                  </a:lnTo>
                  <a:lnTo>
                    <a:pt x="8021815" y="1939831"/>
                  </a:lnTo>
                  <a:lnTo>
                    <a:pt x="8081926" y="1924323"/>
                  </a:lnTo>
                  <a:lnTo>
                    <a:pt x="8138371" y="1907220"/>
                  </a:lnTo>
                  <a:lnTo>
                    <a:pt x="8191886" y="1888416"/>
                  </a:lnTo>
                  <a:lnTo>
                    <a:pt x="8229629" y="1873526"/>
                  </a:lnTo>
                  <a:lnTo>
                    <a:pt x="8286209" y="1848616"/>
                  </a:lnTo>
                  <a:lnTo>
                    <a:pt x="8341119" y="1821408"/>
                  </a:lnTo>
                  <a:lnTo>
                    <a:pt x="8394929" y="1791863"/>
                  </a:lnTo>
                  <a:lnTo>
                    <a:pt x="8448073" y="1760001"/>
                  </a:lnTo>
                  <a:lnTo>
                    <a:pt x="8500867" y="1725916"/>
                  </a:lnTo>
                  <a:lnTo>
                    <a:pt x="8553535" y="1689776"/>
                  </a:lnTo>
                  <a:lnTo>
                    <a:pt x="8606215" y="1651825"/>
                  </a:lnTo>
                  <a:lnTo>
                    <a:pt x="8658978" y="1612382"/>
                  </a:lnTo>
                  <a:lnTo>
                    <a:pt x="8711839" y="1571829"/>
                  </a:lnTo>
                  <a:lnTo>
                    <a:pt x="8764776" y="1530597"/>
                  </a:lnTo>
                  <a:lnTo>
                    <a:pt x="8817738" y="1489153"/>
                  </a:lnTo>
                  <a:lnTo>
                    <a:pt x="8870669" y="1447968"/>
                  </a:lnTo>
                  <a:lnTo>
                    <a:pt x="8923521" y="1407506"/>
                  </a:lnTo>
                  <a:lnTo>
                    <a:pt x="8976274" y="1368195"/>
                  </a:lnTo>
                  <a:lnTo>
                    <a:pt x="9028949" y="1330410"/>
                  </a:lnTo>
                  <a:lnTo>
                    <a:pt x="9081622" y="1294463"/>
                  </a:lnTo>
                  <a:lnTo>
                    <a:pt x="9134439" y="1260592"/>
                  </a:lnTo>
                  <a:lnTo>
                    <a:pt x="9187633" y="1228956"/>
                  </a:lnTo>
                  <a:lnTo>
                    <a:pt x="9241531" y="1199642"/>
                  </a:lnTo>
                  <a:lnTo>
                    <a:pt x="9296577" y="1172664"/>
                  </a:lnTo>
                  <a:lnTo>
                    <a:pt x="9347647" y="1150319"/>
                  </a:lnTo>
                  <a:lnTo>
                    <a:pt x="9399435" y="1130236"/>
                  </a:lnTo>
                  <a:lnTo>
                    <a:pt x="9453664" y="1111894"/>
                  </a:lnTo>
                  <a:lnTo>
                    <a:pt x="9511015" y="1095230"/>
                  </a:lnTo>
                  <a:lnTo>
                    <a:pt x="9572234" y="1080125"/>
                  </a:lnTo>
                  <a:lnTo>
                    <a:pt x="9638096" y="1066436"/>
                  </a:lnTo>
                  <a:lnTo>
                    <a:pt x="9709359" y="1054017"/>
                  </a:lnTo>
                  <a:lnTo>
                    <a:pt x="9786717" y="1042730"/>
                  </a:lnTo>
                  <a:lnTo>
                    <a:pt x="9870728" y="1032452"/>
                  </a:lnTo>
                  <a:lnTo>
                    <a:pt x="9961726" y="1023084"/>
                  </a:lnTo>
                  <a:lnTo>
                    <a:pt x="10059703" y="1014546"/>
                  </a:lnTo>
                  <a:lnTo>
                    <a:pt x="10164172" y="1006786"/>
                  </a:lnTo>
                  <a:lnTo>
                    <a:pt x="10274021" y="999775"/>
                  </a:lnTo>
                  <a:lnTo>
                    <a:pt x="10387388" y="993503"/>
                  </a:lnTo>
                  <a:lnTo>
                    <a:pt x="10501606" y="987979"/>
                  </a:lnTo>
                  <a:lnTo>
                    <a:pt x="10613261" y="983217"/>
                  </a:lnTo>
                  <a:lnTo>
                    <a:pt x="10718432" y="979232"/>
                  </a:lnTo>
                  <a:lnTo>
                    <a:pt x="10813099" y="976022"/>
                  </a:lnTo>
                  <a:lnTo>
                    <a:pt x="10893706" y="973562"/>
                  </a:lnTo>
                  <a:lnTo>
                    <a:pt x="10957737" y="971793"/>
                  </a:lnTo>
                  <a:lnTo>
                    <a:pt x="11004198" y="970626"/>
                  </a:lnTo>
                  <a:lnTo>
                    <a:pt x="11033858" y="969947"/>
                  </a:lnTo>
                  <a:lnTo>
                    <a:pt x="11049242" y="969625"/>
                  </a:lnTo>
                  <a:lnTo>
                    <a:pt x="11054441" y="969525"/>
                  </a:lnTo>
                  <a:lnTo>
                    <a:pt x="11054891" y="969517"/>
                  </a:lnTo>
                  <a:lnTo>
                    <a:pt x="12049831" y="969517"/>
                  </a:lnTo>
                  <a:lnTo>
                    <a:pt x="12049831" y="9695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0" name="pl619"/>
            <p:cNvSpPr/>
            <p:nvPr/>
          </p:nvSpPr>
          <p:spPr>
            <a:xfrm>
              <a:off x="1199187" y="3359081"/>
              <a:ext cx="12049831" cy="2054328"/>
            </a:xfrm>
            <a:custGeom>
              <a:avLst/>
              <a:pathLst>
                <a:path w="12049831" h="2054328">
                  <a:moveTo>
                    <a:pt x="12049831" y="969517"/>
                  </a:moveTo>
                  <a:lnTo>
                    <a:pt x="11054891" y="969517"/>
                  </a:lnTo>
                  <a:lnTo>
                    <a:pt x="11053764" y="969537"/>
                  </a:lnTo>
                  <a:lnTo>
                    <a:pt x="11046324" y="969684"/>
                  </a:lnTo>
                  <a:lnTo>
                    <a:pt x="11027468" y="970088"/>
                  </a:lnTo>
                  <a:lnTo>
                    <a:pt x="10993498" y="970885"/>
                  </a:lnTo>
                  <a:lnTo>
                    <a:pt x="10942345" y="972202"/>
                  </a:lnTo>
                  <a:lnTo>
                    <a:pt x="10873720" y="974148"/>
                  </a:lnTo>
                  <a:lnTo>
                    <a:pt x="10789059" y="976805"/>
                  </a:lnTo>
                  <a:lnTo>
                    <a:pt x="10691208" y="980220"/>
                  </a:lnTo>
                  <a:lnTo>
                    <a:pt x="10583907" y="984413"/>
                  </a:lnTo>
                  <a:lnTo>
                    <a:pt x="10471198" y="989380"/>
                  </a:lnTo>
                  <a:lnTo>
                    <a:pt x="10356902" y="995106"/>
                  </a:lnTo>
                  <a:lnTo>
                    <a:pt x="10244247" y="1001575"/>
                  </a:lnTo>
                  <a:lnTo>
                    <a:pt x="10135686" y="1008785"/>
                  </a:lnTo>
                  <a:lnTo>
                    <a:pt x="10032870" y="1016748"/>
                  </a:lnTo>
                  <a:lnTo>
                    <a:pt x="9936732" y="1025502"/>
                  </a:lnTo>
                  <a:lnTo>
                    <a:pt x="9847615" y="1035105"/>
                  </a:lnTo>
                  <a:lnTo>
                    <a:pt x="9765425" y="1045641"/>
                  </a:lnTo>
                  <a:lnTo>
                    <a:pt x="9689756" y="1057218"/>
                  </a:lnTo>
                  <a:lnTo>
                    <a:pt x="9620007" y="1069962"/>
                  </a:lnTo>
                  <a:lnTo>
                    <a:pt x="9555461" y="1084014"/>
                  </a:lnTo>
                  <a:lnTo>
                    <a:pt x="9495351" y="1099522"/>
                  </a:lnTo>
                  <a:lnTo>
                    <a:pt x="9438905" y="1116625"/>
                  </a:lnTo>
                  <a:lnTo>
                    <a:pt x="9385391" y="1135429"/>
                  </a:lnTo>
                  <a:lnTo>
                    <a:pt x="9347647" y="1150319"/>
                  </a:lnTo>
                  <a:lnTo>
                    <a:pt x="9291067" y="1175229"/>
                  </a:lnTo>
                  <a:lnTo>
                    <a:pt x="9236158" y="1202436"/>
                  </a:lnTo>
                  <a:lnTo>
                    <a:pt x="9182347" y="1231982"/>
                  </a:lnTo>
                  <a:lnTo>
                    <a:pt x="9129204" y="1263844"/>
                  </a:lnTo>
                  <a:lnTo>
                    <a:pt x="9076409" y="1297929"/>
                  </a:lnTo>
                  <a:lnTo>
                    <a:pt x="9023742" y="1334069"/>
                  </a:lnTo>
                  <a:lnTo>
                    <a:pt x="8971062" y="1372020"/>
                  </a:lnTo>
                  <a:lnTo>
                    <a:pt x="8918299" y="1411463"/>
                  </a:lnTo>
                  <a:lnTo>
                    <a:pt x="8865437" y="1452016"/>
                  </a:lnTo>
                  <a:lnTo>
                    <a:pt x="8812501" y="1493247"/>
                  </a:lnTo>
                  <a:lnTo>
                    <a:pt x="8759539" y="1534692"/>
                  </a:lnTo>
                  <a:lnTo>
                    <a:pt x="8706608" y="1575877"/>
                  </a:lnTo>
                  <a:lnTo>
                    <a:pt x="8653755" y="1616339"/>
                  </a:lnTo>
                  <a:lnTo>
                    <a:pt x="8601002" y="1655650"/>
                  </a:lnTo>
                  <a:lnTo>
                    <a:pt x="8548328" y="1693435"/>
                  </a:lnTo>
                  <a:lnTo>
                    <a:pt x="8495655" y="1729382"/>
                  </a:lnTo>
                  <a:lnTo>
                    <a:pt x="8442837" y="1763253"/>
                  </a:lnTo>
                  <a:lnTo>
                    <a:pt x="8389644" y="1794889"/>
                  </a:lnTo>
                  <a:lnTo>
                    <a:pt x="8335746" y="1824203"/>
                  </a:lnTo>
                  <a:lnTo>
                    <a:pt x="8280699" y="1851181"/>
                  </a:lnTo>
                  <a:lnTo>
                    <a:pt x="8229629" y="1873526"/>
                  </a:lnTo>
                  <a:lnTo>
                    <a:pt x="8177841" y="1893609"/>
                  </a:lnTo>
                  <a:lnTo>
                    <a:pt x="8123612" y="1911951"/>
                  </a:lnTo>
                  <a:lnTo>
                    <a:pt x="8066262" y="1928615"/>
                  </a:lnTo>
                  <a:lnTo>
                    <a:pt x="8005043" y="1943720"/>
                  </a:lnTo>
                  <a:lnTo>
                    <a:pt x="7939181" y="1957409"/>
                  </a:lnTo>
                  <a:lnTo>
                    <a:pt x="7867918" y="1969827"/>
                  </a:lnTo>
                  <a:lnTo>
                    <a:pt x="7790560" y="1981115"/>
                  </a:lnTo>
                  <a:lnTo>
                    <a:pt x="7706549" y="1991392"/>
                  </a:lnTo>
                  <a:lnTo>
                    <a:pt x="7615550" y="2000761"/>
                  </a:lnTo>
                  <a:lnTo>
                    <a:pt x="7517573" y="2009299"/>
                  </a:lnTo>
                  <a:lnTo>
                    <a:pt x="7413104" y="2017058"/>
                  </a:lnTo>
                  <a:lnTo>
                    <a:pt x="7303256" y="2024070"/>
                  </a:lnTo>
                  <a:lnTo>
                    <a:pt x="7189888" y="2030342"/>
                  </a:lnTo>
                  <a:lnTo>
                    <a:pt x="7075671" y="2035866"/>
                  </a:lnTo>
                  <a:lnTo>
                    <a:pt x="6964015" y="2040628"/>
                  </a:lnTo>
                  <a:lnTo>
                    <a:pt x="6858845" y="2044613"/>
                  </a:lnTo>
                  <a:lnTo>
                    <a:pt x="6764177" y="2047823"/>
                  </a:lnTo>
                  <a:lnTo>
                    <a:pt x="6683571" y="2050283"/>
                  </a:lnTo>
                  <a:lnTo>
                    <a:pt x="6619539" y="2052052"/>
                  </a:lnTo>
                  <a:lnTo>
                    <a:pt x="6573078" y="2053219"/>
                  </a:lnTo>
                  <a:lnTo>
                    <a:pt x="6543419" y="2053898"/>
                  </a:lnTo>
                  <a:lnTo>
                    <a:pt x="6528035" y="2054220"/>
                  </a:lnTo>
                  <a:lnTo>
                    <a:pt x="6522835" y="2054320"/>
                  </a:lnTo>
                  <a:lnTo>
                    <a:pt x="6522385" y="2054328"/>
                  </a:lnTo>
                  <a:lnTo>
                    <a:pt x="5527445" y="2054328"/>
                  </a:lnTo>
                  <a:lnTo>
                    <a:pt x="5526341" y="2054290"/>
                  </a:lnTo>
                  <a:lnTo>
                    <a:pt x="5519052" y="2054019"/>
                  </a:lnTo>
                  <a:lnTo>
                    <a:pt x="5500567" y="2053269"/>
                  </a:lnTo>
                  <a:lnTo>
                    <a:pt x="5467239" y="2051792"/>
                  </a:lnTo>
                  <a:lnTo>
                    <a:pt x="5417002" y="2049350"/>
                  </a:lnTo>
                  <a:lnTo>
                    <a:pt x="5349515" y="2045740"/>
                  </a:lnTo>
                  <a:lnTo>
                    <a:pt x="5266125" y="2040808"/>
                  </a:lnTo>
                  <a:lnTo>
                    <a:pt x="5169566" y="2034462"/>
                  </a:lnTo>
                  <a:lnTo>
                    <a:pt x="5063468" y="2026665"/>
                  </a:lnTo>
                  <a:lnTo>
                    <a:pt x="4951787" y="2017422"/>
                  </a:lnTo>
                  <a:lnTo>
                    <a:pt x="4838292" y="2006761"/>
                  </a:lnTo>
                  <a:lnTo>
                    <a:pt x="4726196" y="1994708"/>
                  </a:lnTo>
                  <a:lnTo>
                    <a:pt x="4617963" y="1981275"/>
                  </a:lnTo>
                  <a:lnTo>
                    <a:pt x="4515278" y="1966437"/>
                  </a:lnTo>
                  <a:lnTo>
                    <a:pt x="4419115" y="1950134"/>
                  </a:lnTo>
                  <a:lnTo>
                    <a:pt x="4329863" y="1932258"/>
                  </a:lnTo>
                  <a:lnTo>
                    <a:pt x="4247469" y="1912659"/>
                  </a:lnTo>
                  <a:lnTo>
                    <a:pt x="4171564" y="1891144"/>
                  </a:lnTo>
                  <a:lnTo>
                    <a:pt x="4101580" y="1867481"/>
                  </a:lnTo>
                  <a:lnTo>
                    <a:pt x="4036824" y="1841412"/>
                  </a:lnTo>
                  <a:lnTo>
                    <a:pt x="3976549" y="1812664"/>
                  </a:lnTo>
                  <a:lnTo>
                    <a:pt x="3919998" y="1780974"/>
                  </a:lnTo>
                  <a:lnTo>
                    <a:pt x="3866446" y="1746131"/>
                  </a:lnTo>
                  <a:lnTo>
                    <a:pt x="3820202" y="1711940"/>
                  </a:lnTo>
                  <a:lnTo>
                    <a:pt x="3770989" y="1671248"/>
                  </a:lnTo>
                  <a:lnTo>
                    <a:pt x="3723097" y="1627291"/>
                  </a:lnTo>
                  <a:lnTo>
                    <a:pt x="3676134" y="1580005"/>
                  </a:lnTo>
                  <a:lnTo>
                    <a:pt x="3629790" y="1529389"/>
                  </a:lnTo>
                  <a:lnTo>
                    <a:pt x="3583823" y="1475518"/>
                  </a:lnTo>
                  <a:lnTo>
                    <a:pt x="3538053" y="1418542"/>
                  </a:lnTo>
                  <a:lnTo>
                    <a:pt x="3492351" y="1358696"/>
                  </a:lnTo>
                  <a:lnTo>
                    <a:pt x="3446633" y="1296296"/>
                  </a:lnTo>
                  <a:lnTo>
                    <a:pt x="3400854" y="1231738"/>
                  </a:lnTo>
                  <a:lnTo>
                    <a:pt x="3354999" y="1165484"/>
                  </a:lnTo>
                  <a:lnTo>
                    <a:pt x="3309079" y="1098058"/>
                  </a:lnTo>
                  <a:lnTo>
                    <a:pt x="3263121" y="1030023"/>
                  </a:lnTo>
                  <a:lnTo>
                    <a:pt x="3217162" y="961963"/>
                  </a:lnTo>
                  <a:lnTo>
                    <a:pt x="3171237" y="894464"/>
                  </a:lnTo>
                  <a:lnTo>
                    <a:pt x="3125376" y="828092"/>
                  </a:lnTo>
                  <a:lnTo>
                    <a:pt x="3079591" y="763372"/>
                  </a:lnTo>
                  <a:lnTo>
                    <a:pt x="3033869" y="700775"/>
                  </a:lnTo>
                  <a:lnTo>
                    <a:pt x="2988169" y="640701"/>
                  </a:lnTo>
                  <a:lnTo>
                    <a:pt x="2942409" y="583475"/>
                  </a:lnTo>
                  <a:lnTo>
                    <a:pt x="2896465" y="529336"/>
                  </a:lnTo>
                  <a:lnTo>
                    <a:pt x="2850160" y="478443"/>
                  </a:lnTo>
                  <a:lnTo>
                    <a:pt x="2803260" y="430876"/>
                  </a:lnTo>
                  <a:lnTo>
                    <a:pt x="2755460" y="386641"/>
                  </a:lnTo>
                  <a:lnTo>
                    <a:pt x="2706376" y="345680"/>
                  </a:lnTo>
                  <a:lnTo>
                    <a:pt x="2702183" y="342388"/>
                  </a:lnTo>
                  <a:lnTo>
                    <a:pt x="2650768" y="304614"/>
                  </a:lnTo>
                  <a:lnTo>
                    <a:pt x="2596950" y="270089"/>
                  </a:lnTo>
                  <a:lnTo>
                    <a:pt x="2540065" y="238700"/>
                  </a:lnTo>
                  <a:lnTo>
                    <a:pt x="2479382" y="210228"/>
                  </a:lnTo>
                  <a:lnTo>
                    <a:pt x="2414143" y="184408"/>
                  </a:lnTo>
                  <a:lnTo>
                    <a:pt x="2343603" y="160969"/>
                  </a:lnTo>
                  <a:lnTo>
                    <a:pt x="2267081" y="139652"/>
                  </a:lnTo>
                  <a:lnTo>
                    <a:pt x="2184022" y="120232"/>
                  </a:lnTo>
                  <a:lnTo>
                    <a:pt x="2094084" y="102517"/>
                  </a:lnTo>
                  <a:lnTo>
                    <a:pt x="1997252" y="86362"/>
                  </a:lnTo>
                  <a:lnTo>
                    <a:pt x="1893965" y="71665"/>
                  </a:lnTo>
                  <a:lnTo>
                    <a:pt x="1785264" y="58368"/>
                  </a:lnTo>
                  <a:lnTo>
                    <a:pt x="1672907" y="46452"/>
                  </a:lnTo>
                  <a:lnTo>
                    <a:pt x="1559437" y="35929"/>
                  </a:lnTo>
                  <a:lnTo>
                    <a:pt x="1448133" y="26828"/>
                  </a:lnTo>
                  <a:lnTo>
                    <a:pt x="1342801" y="19175"/>
                  </a:lnTo>
                  <a:lnTo>
                    <a:pt x="1247390" y="12971"/>
                  </a:lnTo>
                  <a:lnTo>
                    <a:pt x="1165468" y="8175"/>
                  </a:lnTo>
                  <a:lnTo>
                    <a:pt x="1099650" y="4687"/>
                  </a:lnTo>
                  <a:lnTo>
                    <a:pt x="1051125" y="2350"/>
                  </a:lnTo>
                  <a:lnTo>
                    <a:pt x="1019382" y="956"/>
                  </a:lnTo>
                  <a:lnTo>
                    <a:pt x="1002187" y="265"/>
                  </a:lnTo>
                  <a:lnTo>
                    <a:pt x="995752" y="27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1" name="pg620"/>
            <p:cNvSpPr/>
            <p:nvPr/>
          </p:nvSpPr>
          <p:spPr>
            <a:xfrm>
              <a:off x="1199187" y="3369563"/>
              <a:ext cx="12049831" cy="2096253"/>
            </a:xfrm>
            <a:custGeom>
              <a:avLst/>
              <a:pathLst>
                <a:path w="12049831" h="2096253">
                  <a:moveTo>
                    <a:pt x="0" y="10481"/>
                  </a:moveTo>
                  <a:lnTo>
                    <a:pt x="994940" y="10481"/>
                  </a:lnTo>
                  <a:lnTo>
                    <a:pt x="996043" y="10519"/>
                  </a:lnTo>
                  <a:lnTo>
                    <a:pt x="1003325" y="10795"/>
                  </a:lnTo>
                  <a:lnTo>
                    <a:pt x="1021796" y="11555"/>
                  </a:lnTo>
                  <a:lnTo>
                    <a:pt x="1055096" y="13053"/>
                  </a:lnTo>
                  <a:lnTo>
                    <a:pt x="1105296" y="15530"/>
                  </a:lnTo>
                  <a:lnTo>
                    <a:pt x="1172734" y="19193"/>
                  </a:lnTo>
                  <a:lnTo>
                    <a:pt x="1256071" y="24196"/>
                  </a:lnTo>
                  <a:lnTo>
                    <a:pt x="1352576" y="30633"/>
                  </a:lnTo>
                  <a:lnTo>
                    <a:pt x="1458624" y="38544"/>
                  </a:lnTo>
                  <a:lnTo>
                    <a:pt x="1570261" y="47921"/>
                  </a:lnTo>
                  <a:lnTo>
                    <a:pt x="1683722" y="58738"/>
                  </a:lnTo>
                  <a:lnTo>
                    <a:pt x="1795794" y="70967"/>
                  </a:lnTo>
                  <a:lnTo>
                    <a:pt x="1904013" y="84597"/>
                  </a:lnTo>
                  <a:lnTo>
                    <a:pt x="2006691" y="99651"/>
                  </a:lnTo>
                  <a:lnTo>
                    <a:pt x="2102855" y="116193"/>
                  </a:lnTo>
                  <a:lnTo>
                    <a:pt x="2192113" y="134329"/>
                  </a:lnTo>
                  <a:lnTo>
                    <a:pt x="2274516" y="154213"/>
                  </a:lnTo>
                  <a:lnTo>
                    <a:pt x="2350430" y="176040"/>
                  </a:lnTo>
                  <a:lnTo>
                    <a:pt x="2420425" y="200045"/>
                  </a:lnTo>
                  <a:lnTo>
                    <a:pt x="2485189" y="226490"/>
                  </a:lnTo>
                  <a:lnTo>
                    <a:pt x="2545472" y="255653"/>
                  </a:lnTo>
                  <a:lnTo>
                    <a:pt x="2602027" y="287798"/>
                  </a:lnTo>
                  <a:lnTo>
                    <a:pt x="2655581" y="323142"/>
                  </a:lnTo>
                  <a:lnTo>
                    <a:pt x="2702183" y="358109"/>
                  </a:lnTo>
                  <a:lnTo>
                    <a:pt x="2751174" y="399228"/>
                  </a:lnTo>
                  <a:lnTo>
                    <a:pt x="2798854" y="443630"/>
                  </a:lnTo>
                  <a:lnTo>
                    <a:pt x="2845611" y="491382"/>
                  </a:lnTo>
                  <a:lnTo>
                    <a:pt x="2891751" y="542484"/>
                  </a:lnTo>
                  <a:lnTo>
                    <a:pt x="2937514" y="596863"/>
                  </a:lnTo>
                  <a:lnTo>
                    <a:pt x="2983077" y="654370"/>
                  </a:lnTo>
                  <a:lnTo>
                    <a:pt x="3028570" y="714772"/>
                  </a:lnTo>
                  <a:lnTo>
                    <a:pt x="3074078" y="777755"/>
                  </a:lnTo>
                  <a:lnTo>
                    <a:pt x="3119645" y="842926"/>
                  </a:lnTo>
                  <a:lnTo>
                    <a:pt x="3165287" y="909822"/>
                  </a:lnTo>
                  <a:lnTo>
                    <a:pt x="3210994" y="977922"/>
                  </a:lnTo>
                  <a:lnTo>
                    <a:pt x="3256740" y="1046665"/>
                  </a:lnTo>
                  <a:lnTo>
                    <a:pt x="3302490" y="1115466"/>
                  </a:lnTo>
                  <a:lnTo>
                    <a:pt x="3348208" y="1183737"/>
                  </a:lnTo>
                  <a:lnTo>
                    <a:pt x="3393864" y="1250909"/>
                  </a:lnTo>
                  <a:lnTo>
                    <a:pt x="3439445" y="1316454"/>
                  </a:lnTo>
                  <a:lnTo>
                    <a:pt x="3484961" y="1379896"/>
                  </a:lnTo>
                  <a:lnTo>
                    <a:pt x="3530452" y="1440827"/>
                  </a:lnTo>
                  <a:lnTo>
                    <a:pt x="3575993" y="1498918"/>
                  </a:lnTo>
                  <a:lnTo>
                    <a:pt x="3621705" y="1553921"/>
                  </a:lnTo>
                  <a:lnTo>
                    <a:pt x="3667755" y="1605668"/>
                  </a:lnTo>
                  <a:lnTo>
                    <a:pt x="3714370" y="1654074"/>
                  </a:lnTo>
                  <a:lnTo>
                    <a:pt x="3761842" y="1699125"/>
                  </a:lnTo>
                  <a:lnTo>
                    <a:pt x="3810543" y="1740875"/>
                  </a:lnTo>
                  <a:lnTo>
                    <a:pt x="3820202" y="1748624"/>
                  </a:lnTo>
                  <a:lnTo>
                    <a:pt x="3871601" y="1786966"/>
                  </a:lnTo>
                  <a:lnTo>
                    <a:pt x="3925402" y="1822010"/>
                  </a:lnTo>
                  <a:lnTo>
                    <a:pt x="3982267" y="1853872"/>
                  </a:lnTo>
                  <a:lnTo>
                    <a:pt x="4042928" y="1882774"/>
                  </a:lnTo>
                  <a:lnTo>
                    <a:pt x="4108141" y="1908984"/>
                  </a:lnTo>
                  <a:lnTo>
                    <a:pt x="4178651" y="1932779"/>
                  </a:lnTo>
                  <a:lnTo>
                    <a:pt x="4255138" y="1954420"/>
                  </a:lnTo>
                  <a:lnTo>
                    <a:pt x="4338157" y="1974136"/>
                  </a:lnTo>
                  <a:lnTo>
                    <a:pt x="4428051" y="1992120"/>
                  </a:lnTo>
                  <a:lnTo>
                    <a:pt x="4524835" y="2008522"/>
                  </a:lnTo>
                  <a:lnTo>
                    <a:pt x="4628072" y="2023444"/>
                  </a:lnTo>
                  <a:lnTo>
                    <a:pt x="4736725" y="2036945"/>
                  </a:lnTo>
                  <a:lnTo>
                    <a:pt x="4849039" y="2049045"/>
                  </a:lnTo>
                  <a:lnTo>
                    <a:pt x="4962477" y="2059732"/>
                  </a:lnTo>
                  <a:lnTo>
                    <a:pt x="5073765" y="2068976"/>
                  </a:lnTo>
                  <a:lnTo>
                    <a:pt x="5179102" y="2076751"/>
                  </a:lnTo>
                  <a:lnTo>
                    <a:pt x="5274543" y="2083055"/>
                  </a:lnTo>
                  <a:lnTo>
                    <a:pt x="5356519" y="2087930"/>
                  </a:lnTo>
                  <a:lnTo>
                    <a:pt x="5422411" y="2091477"/>
                  </a:lnTo>
                  <a:lnTo>
                    <a:pt x="5471022" y="2093855"/>
                  </a:lnTo>
                  <a:lnTo>
                    <a:pt x="5502853" y="2095276"/>
                  </a:lnTo>
                  <a:lnTo>
                    <a:pt x="5520125" y="2095981"/>
                  </a:lnTo>
                  <a:lnTo>
                    <a:pt x="5526615" y="2096224"/>
                  </a:lnTo>
                  <a:lnTo>
                    <a:pt x="5527445" y="2096253"/>
                  </a:lnTo>
                  <a:lnTo>
                    <a:pt x="6522385" y="2096253"/>
                  </a:lnTo>
                  <a:lnTo>
                    <a:pt x="6523520" y="2096244"/>
                  </a:lnTo>
                  <a:lnTo>
                    <a:pt x="6531008" y="2096178"/>
                  </a:lnTo>
                  <a:lnTo>
                    <a:pt x="6549983" y="2095998"/>
                  </a:lnTo>
                  <a:lnTo>
                    <a:pt x="6584158" y="2095641"/>
                  </a:lnTo>
                  <a:lnTo>
                    <a:pt x="6635604" y="2095052"/>
                  </a:lnTo>
                  <a:lnTo>
                    <a:pt x="6704592" y="2094181"/>
                  </a:lnTo>
                  <a:lnTo>
                    <a:pt x="6789657" y="2092993"/>
                  </a:lnTo>
                  <a:lnTo>
                    <a:pt x="6887918" y="2091466"/>
                  </a:lnTo>
                  <a:lnTo>
                    <a:pt x="6995599" y="2089591"/>
                  </a:lnTo>
                  <a:lnTo>
                    <a:pt x="7108631" y="2087372"/>
                  </a:lnTo>
                  <a:lnTo>
                    <a:pt x="7223178" y="2084813"/>
                  </a:lnTo>
                  <a:lnTo>
                    <a:pt x="7336007" y="2081923"/>
                  </a:lnTo>
                  <a:lnTo>
                    <a:pt x="7444669" y="2078703"/>
                  </a:lnTo>
                  <a:lnTo>
                    <a:pt x="7547523" y="2075145"/>
                  </a:lnTo>
                  <a:lnTo>
                    <a:pt x="7643650" y="2071234"/>
                  </a:lnTo>
                  <a:lnTo>
                    <a:pt x="7732722" y="2066943"/>
                  </a:lnTo>
                  <a:lnTo>
                    <a:pt x="7814846" y="2062233"/>
                  </a:lnTo>
                  <a:lnTo>
                    <a:pt x="7890439" y="2057057"/>
                  </a:lnTo>
                  <a:lnTo>
                    <a:pt x="7960114" y="2051358"/>
                  </a:lnTo>
                  <a:lnTo>
                    <a:pt x="8024594" y="2045071"/>
                  </a:lnTo>
                  <a:lnTo>
                    <a:pt x="8084654" y="2038132"/>
                  </a:lnTo>
                  <a:lnTo>
                    <a:pt x="8141068" y="2030478"/>
                  </a:lnTo>
                  <a:lnTo>
                    <a:pt x="8194573" y="2022063"/>
                  </a:lnTo>
                  <a:lnTo>
                    <a:pt x="8229629" y="2015897"/>
                  </a:lnTo>
                  <a:lnTo>
                    <a:pt x="8290093" y="2004014"/>
                  </a:lnTo>
                  <a:lnTo>
                    <a:pt x="8348693" y="1990961"/>
                  </a:lnTo>
                  <a:lnTo>
                    <a:pt x="8406111" y="1976718"/>
                  </a:lnTo>
                  <a:lnTo>
                    <a:pt x="8462851" y="1961304"/>
                  </a:lnTo>
                  <a:lnTo>
                    <a:pt x="8519272" y="1944780"/>
                  </a:lnTo>
                  <a:lnTo>
                    <a:pt x="8575612" y="1927250"/>
                  </a:lnTo>
                  <a:lnTo>
                    <a:pt x="8632007" y="1908862"/>
                  </a:lnTo>
                  <a:lnTo>
                    <a:pt x="8688513" y="1889807"/>
                  </a:lnTo>
                  <a:lnTo>
                    <a:pt x="8745120" y="1870308"/>
                  </a:lnTo>
                  <a:lnTo>
                    <a:pt x="8801780" y="1850612"/>
                  </a:lnTo>
                  <a:lnTo>
                    <a:pt x="8858423" y="1830975"/>
                  </a:lnTo>
                  <a:lnTo>
                    <a:pt x="8914987" y="1811653"/>
                  </a:lnTo>
                  <a:lnTo>
                    <a:pt x="8971440" y="1792882"/>
                  </a:lnTo>
                  <a:lnTo>
                    <a:pt x="9027798" y="1774870"/>
                  </a:lnTo>
                  <a:lnTo>
                    <a:pt x="9084153" y="1757791"/>
                  </a:lnTo>
                  <a:lnTo>
                    <a:pt x="9140685" y="1741771"/>
                  </a:lnTo>
                  <a:lnTo>
                    <a:pt x="9197687" y="1726896"/>
                  </a:lnTo>
                  <a:lnTo>
                    <a:pt x="9255581" y="1713205"/>
                  </a:lnTo>
                  <a:lnTo>
                    <a:pt x="9314948" y="1700699"/>
                  </a:lnTo>
                  <a:lnTo>
                    <a:pt x="9347647" y="1694471"/>
                  </a:lnTo>
                  <a:lnTo>
                    <a:pt x="9399554" y="1685527"/>
                  </a:lnTo>
                  <a:lnTo>
                    <a:pt x="9453914" y="1677359"/>
                  </a:lnTo>
                  <a:lnTo>
                    <a:pt x="9511412" y="1669940"/>
                  </a:lnTo>
                  <a:lnTo>
                    <a:pt x="9572802" y="1663217"/>
                  </a:lnTo>
                  <a:lnTo>
                    <a:pt x="9638862" y="1657125"/>
                  </a:lnTo>
                  <a:lnTo>
                    <a:pt x="9710356" y="1651600"/>
                  </a:lnTo>
                  <a:lnTo>
                    <a:pt x="9787980" y="1646579"/>
                  </a:lnTo>
                  <a:lnTo>
                    <a:pt x="9872295" y="1642008"/>
                  </a:lnTo>
                  <a:lnTo>
                    <a:pt x="9963631" y="1637842"/>
                  </a:lnTo>
                  <a:lnTo>
                    <a:pt x="10061973" y="1634047"/>
                  </a:lnTo>
                  <a:lnTo>
                    <a:pt x="10166817" y="1630598"/>
                  </a:lnTo>
                  <a:lnTo>
                    <a:pt x="10277029" y="1627484"/>
                  </a:lnTo>
                  <a:lnTo>
                    <a:pt x="10390713" y="1624699"/>
                  </a:lnTo>
                  <a:lnTo>
                    <a:pt x="10505161" y="1622249"/>
                  </a:lnTo>
                  <a:lnTo>
                    <a:pt x="10616919" y="1620139"/>
                  </a:lnTo>
                  <a:lnTo>
                    <a:pt x="10722025" y="1618376"/>
                  </a:lnTo>
                  <a:lnTo>
                    <a:pt x="10816443" y="1616959"/>
                  </a:lnTo>
                  <a:lnTo>
                    <a:pt x="10896617" y="1615875"/>
                  </a:lnTo>
                  <a:lnTo>
                    <a:pt x="10960071" y="1615099"/>
                  </a:lnTo>
                  <a:lnTo>
                    <a:pt x="11005872" y="1614590"/>
                  </a:lnTo>
                  <a:lnTo>
                    <a:pt x="11034874" y="1614296"/>
                  </a:lnTo>
                  <a:lnTo>
                    <a:pt x="11049696" y="1614159"/>
                  </a:lnTo>
                  <a:lnTo>
                    <a:pt x="11054528" y="1614118"/>
                  </a:lnTo>
                  <a:lnTo>
                    <a:pt x="11054891" y="1614115"/>
                  </a:lnTo>
                  <a:lnTo>
                    <a:pt x="12049831" y="1614115"/>
                  </a:lnTo>
                  <a:lnTo>
                    <a:pt x="12049831" y="1603634"/>
                  </a:lnTo>
                  <a:lnTo>
                    <a:pt x="11054891" y="1603634"/>
                  </a:lnTo>
                  <a:lnTo>
                    <a:pt x="11053756" y="1603643"/>
                  </a:lnTo>
                  <a:lnTo>
                    <a:pt x="11046269" y="1603708"/>
                  </a:lnTo>
                  <a:lnTo>
                    <a:pt x="11027294" y="1603889"/>
                  </a:lnTo>
                  <a:lnTo>
                    <a:pt x="10993118" y="1604246"/>
                  </a:lnTo>
                  <a:lnTo>
                    <a:pt x="10941673" y="1604835"/>
                  </a:lnTo>
                  <a:lnTo>
                    <a:pt x="10872685" y="1605706"/>
                  </a:lnTo>
                  <a:lnTo>
                    <a:pt x="10787619" y="1606894"/>
                  </a:lnTo>
                  <a:lnTo>
                    <a:pt x="10689359" y="1608421"/>
                  </a:lnTo>
                  <a:lnTo>
                    <a:pt x="10581677" y="1610295"/>
                  </a:lnTo>
                  <a:lnTo>
                    <a:pt x="10468645" y="1612515"/>
                  </a:lnTo>
                  <a:lnTo>
                    <a:pt x="10354098" y="1615073"/>
                  </a:lnTo>
                  <a:lnTo>
                    <a:pt x="10241270" y="1617963"/>
                  </a:lnTo>
                  <a:lnTo>
                    <a:pt x="10132608" y="1621184"/>
                  </a:lnTo>
                  <a:lnTo>
                    <a:pt x="10029754" y="1624742"/>
                  </a:lnTo>
                  <a:lnTo>
                    <a:pt x="9933626" y="1628653"/>
                  </a:lnTo>
                  <a:lnTo>
                    <a:pt x="9844555" y="1632944"/>
                  </a:lnTo>
                  <a:lnTo>
                    <a:pt x="9762431" y="1637653"/>
                  </a:lnTo>
                  <a:lnTo>
                    <a:pt x="9686837" y="1642830"/>
                  </a:lnTo>
                  <a:lnTo>
                    <a:pt x="9617163" y="1648529"/>
                  </a:lnTo>
                  <a:lnTo>
                    <a:pt x="9552682" y="1654815"/>
                  </a:lnTo>
                  <a:lnTo>
                    <a:pt x="9492622" y="1661755"/>
                  </a:lnTo>
                  <a:lnTo>
                    <a:pt x="9436208" y="1669408"/>
                  </a:lnTo>
                  <a:lnTo>
                    <a:pt x="9382704" y="1677823"/>
                  </a:lnTo>
                  <a:lnTo>
                    <a:pt x="9347647" y="1683990"/>
                  </a:lnTo>
                  <a:lnTo>
                    <a:pt x="9287184" y="1695872"/>
                  </a:lnTo>
                  <a:lnTo>
                    <a:pt x="9228584" y="1708926"/>
                  </a:lnTo>
                  <a:lnTo>
                    <a:pt x="9171165" y="1723169"/>
                  </a:lnTo>
                  <a:lnTo>
                    <a:pt x="9114425" y="1738582"/>
                  </a:lnTo>
                  <a:lnTo>
                    <a:pt x="9058005" y="1755107"/>
                  </a:lnTo>
                  <a:lnTo>
                    <a:pt x="9001665" y="1772637"/>
                  </a:lnTo>
                  <a:lnTo>
                    <a:pt x="8945269" y="1791024"/>
                  </a:lnTo>
                  <a:lnTo>
                    <a:pt x="8888764" y="1810079"/>
                  </a:lnTo>
                  <a:lnTo>
                    <a:pt x="8832156" y="1829578"/>
                  </a:lnTo>
                  <a:lnTo>
                    <a:pt x="8775497" y="1849275"/>
                  </a:lnTo>
                  <a:lnTo>
                    <a:pt x="8718854" y="1868911"/>
                  </a:lnTo>
                  <a:lnTo>
                    <a:pt x="8662289" y="1888234"/>
                  </a:lnTo>
                  <a:lnTo>
                    <a:pt x="8605837" y="1907005"/>
                  </a:lnTo>
                  <a:lnTo>
                    <a:pt x="8549478" y="1925016"/>
                  </a:lnTo>
                  <a:lnTo>
                    <a:pt x="8493124" y="1942096"/>
                  </a:lnTo>
                  <a:lnTo>
                    <a:pt x="8436592" y="1958115"/>
                  </a:lnTo>
                  <a:lnTo>
                    <a:pt x="8379590" y="1972991"/>
                  </a:lnTo>
                  <a:lnTo>
                    <a:pt x="8321696" y="1986682"/>
                  </a:lnTo>
                  <a:lnTo>
                    <a:pt x="8262328" y="1999188"/>
                  </a:lnTo>
                  <a:lnTo>
                    <a:pt x="8229629" y="2005415"/>
                  </a:lnTo>
                  <a:lnTo>
                    <a:pt x="8177723" y="2014360"/>
                  </a:lnTo>
                  <a:lnTo>
                    <a:pt x="8123363" y="2022528"/>
                  </a:lnTo>
                  <a:lnTo>
                    <a:pt x="8065865" y="2029947"/>
                  </a:lnTo>
                  <a:lnTo>
                    <a:pt x="8004475" y="2036670"/>
                  </a:lnTo>
                  <a:lnTo>
                    <a:pt x="7938415" y="2042761"/>
                  </a:lnTo>
                  <a:lnTo>
                    <a:pt x="7866921" y="2048287"/>
                  </a:lnTo>
                  <a:lnTo>
                    <a:pt x="7789296" y="2053308"/>
                  </a:lnTo>
                  <a:lnTo>
                    <a:pt x="7704982" y="2057878"/>
                  </a:lnTo>
                  <a:lnTo>
                    <a:pt x="7613646" y="2062044"/>
                  </a:lnTo>
                  <a:lnTo>
                    <a:pt x="7515304" y="2065840"/>
                  </a:lnTo>
                  <a:lnTo>
                    <a:pt x="7410459" y="2069288"/>
                  </a:lnTo>
                  <a:lnTo>
                    <a:pt x="7300247" y="2072403"/>
                  </a:lnTo>
                  <a:lnTo>
                    <a:pt x="7186563" y="2075187"/>
                  </a:lnTo>
                  <a:lnTo>
                    <a:pt x="7072115" y="2077638"/>
                  </a:lnTo>
                  <a:lnTo>
                    <a:pt x="6960358" y="2079748"/>
                  </a:lnTo>
                  <a:lnTo>
                    <a:pt x="6855251" y="2081511"/>
                  </a:lnTo>
                  <a:lnTo>
                    <a:pt x="6760834" y="2082928"/>
                  </a:lnTo>
                  <a:lnTo>
                    <a:pt x="6680659" y="2084012"/>
                  </a:lnTo>
                  <a:lnTo>
                    <a:pt x="6617205" y="2084788"/>
                  </a:lnTo>
                  <a:lnTo>
                    <a:pt x="6571405" y="2085297"/>
                  </a:lnTo>
                  <a:lnTo>
                    <a:pt x="6542403" y="2085590"/>
                  </a:lnTo>
                  <a:lnTo>
                    <a:pt x="6527580" y="2085728"/>
                  </a:lnTo>
                  <a:lnTo>
                    <a:pt x="6522748" y="2085769"/>
                  </a:lnTo>
                  <a:lnTo>
                    <a:pt x="6522385" y="2085772"/>
                  </a:lnTo>
                  <a:lnTo>
                    <a:pt x="5527445" y="2085772"/>
                  </a:lnTo>
                  <a:lnTo>
                    <a:pt x="5526342" y="2085733"/>
                  </a:lnTo>
                  <a:lnTo>
                    <a:pt x="5519060" y="2085458"/>
                  </a:lnTo>
                  <a:lnTo>
                    <a:pt x="5500589" y="2084698"/>
                  </a:lnTo>
                  <a:lnTo>
                    <a:pt x="5467289" y="2083200"/>
                  </a:lnTo>
                  <a:lnTo>
                    <a:pt x="5417089" y="2080722"/>
                  </a:lnTo>
                  <a:lnTo>
                    <a:pt x="5349651" y="2077060"/>
                  </a:lnTo>
                  <a:lnTo>
                    <a:pt x="5266314" y="2072057"/>
                  </a:lnTo>
                  <a:lnTo>
                    <a:pt x="5169809" y="2065619"/>
                  </a:lnTo>
                  <a:lnTo>
                    <a:pt x="5063761" y="2057709"/>
                  </a:lnTo>
                  <a:lnTo>
                    <a:pt x="4952124" y="2048331"/>
                  </a:lnTo>
                  <a:lnTo>
                    <a:pt x="4838663" y="2037514"/>
                  </a:lnTo>
                  <a:lnTo>
                    <a:pt x="4726591" y="2025286"/>
                  </a:lnTo>
                  <a:lnTo>
                    <a:pt x="4618372" y="2011656"/>
                  </a:lnTo>
                  <a:lnTo>
                    <a:pt x="4515693" y="1996602"/>
                  </a:lnTo>
                  <a:lnTo>
                    <a:pt x="4419530" y="1980060"/>
                  </a:lnTo>
                  <a:lnTo>
                    <a:pt x="4330272" y="1961924"/>
                  </a:lnTo>
                  <a:lnTo>
                    <a:pt x="4247869" y="1942040"/>
                  </a:lnTo>
                  <a:lnTo>
                    <a:pt x="4171955" y="1920213"/>
                  </a:lnTo>
                  <a:lnTo>
                    <a:pt x="4101960" y="1896208"/>
                  </a:lnTo>
                  <a:lnTo>
                    <a:pt x="4037196" y="1869762"/>
                  </a:lnTo>
                  <a:lnTo>
                    <a:pt x="3976913" y="1840600"/>
                  </a:lnTo>
                  <a:lnTo>
                    <a:pt x="3920358" y="1808455"/>
                  </a:lnTo>
                  <a:lnTo>
                    <a:pt x="3866804" y="1773111"/>
                  </a:lnTo>
                  <a:lnTo>
                    <a:pt x="3820202" y="1738143"/>
                  </a:lnTo>
                  <a:lnTo>
                    <a:pt x="3771211" y="1697025"/>
                  </a:lnTo>
                  <a:lnTo>
                    <a:pt x="3723531" y="1652622"/>
                  </a:lnTo>
                  <a:lnTo>
                    <a:pt x="3676774" y="1604870"/>
                  </a:lnTo>
                  <a:lnTo>
                    <a:pt x="3630634" y="1553769"/>
                  </a:lnTo>
                  <a:lnTo>
                    <a:pt x="3584871" y="1499389"/>
                  </a:lnTo>
                  <a:lnTo>
                    <a:pt x="3539308" y="1441883"/>
                  </a:lnTo>
                  <a:lnTo>
                    <a:pt x="3493815" y="1381481"/>
                  </a:lnTo>
                  <a:lnTo>
                    <a:pt x="3448307" y="1318498"/>
                  </a:lnTo>
                  <a:lnTo>
                    <a:pt x="3402740" y="1253327"/>
                  </a:lnTo>
                  <a:lnTo>
                    <a:pt x="3357098" y="1186431"/>
                  </a:lnTo>
                  <a:lnTo>
                    <a:pt x="3311391" y="1118330"/>
                  </a:lnTo>
                  <a:lnTo>
                    <a:pt x="3265645" y="1049587"/>
                  </a:lnTo>
                  <a:lnTo>
                    <a:pt x="3219895" y="980787"/>
                  </a:lnTo>
                  <a:lnTo>
                    <a:pt x="3174177" y="912516"/>
                  </a:lnTo>
                  <a:lnTo>
                    <a:pt x="3128521" y="845343"/>
                  </a:lnTo>
                  <a:lnTo>
                    <a:pt x="3082940" y="779798"/>
                  </a:lnTo>
                  <a:lnTo>
                    <a:pt x="3037424" y="716357"/>
                  </a:lnTo>
                  <a:lnTo>
                    <a:pt x="2991933" y="655425"/>
                  </a:lnTo>
                  <a:lnTo>
                    <a:pt x="2946392" y="597334"/>
                  </a:lnTo>
                  <a:lnTo>
                    <a:pt x="2900680" y="542332"/>
                  </a:lnTo>
                  <a:lnTo>
                    <a:pt x="2854630" y="490584"/>
                  </a:lnTo>
                  <a:lnTo>
                    <a:pt x="2808015" y="442178"/>
                  </a:lnTo>
                  <a:lnTo>
                    <a:pt x="2760543" y="397127"/>
                  </a:lnTo>
                  <a:lnTo>
                    <a:pt x="2711842" y="355378"/>
                  </a:lnTo>
                  <a:lnTo>
                    <a:pt x="2702183" y="347628"/>
                  </a:lnTo>
                  <a:lnTo>
                    <a:pt x="2650784" y="309287"/>
                  </a:lnTo>
                  <a:lnTo>
                    <a:pt x="2596983" y="274243"/>
                  </a:lnTo>
                  <a:lnTo>
                    <a:pt x="2540118" y="242381"/>
                  </a:lnTo>
                  <a:lnTo>
                    <a:pt x="2479457" y="213478"/>
                  </a:lnTo>
                  <a:lnTo>
                    <a:pt x="2414244" y="187268"/>
                  </a:lnTo>
                  <a:lnTo>
                    <a:pt x="2343734" y="163473"/>
                  </a:lnTo>
                  <a:lnTo>
                    <a:pt x="2267247" y="141833"/>
                  </a:lnTo>
                  <a:lnTo>
                    <a:pt x="2184228" y="122117"/>
                  </a:lnTo>
                  <a:lnTo>
                    <a:pt x="2094334" y="104132"/>
                  </a:lnTo>
                  <a:lnTo>
                    <a:pt x="1997550" y="87731"/>
                  </a:lnTo>
                  <a:lnTo>
                    <a:pt x="1894313" y="72809"/>
                  </a:lnTo>
                  <a:lnTo>
                    <a:pt x="1785660" y="59307"/>
                  </a:lnTo>
                  <a:lnTo>
                    <a:pt x="1673346" y="47207"/>
                  </a:lnTo>
                  <a:lnTo>
                    <a:pt x="1559908" y="36521"/>
                  </a:lnTo>
                  <a:lnTo>
                    <a:pt x="1448620" y="27277"/>
                  </a:lnTo>
                  <a:lnTo>
                    <a:pt x="1343283" y="19502"/>
                  </a:lnTo>
                  <a:lnTo>
                    <a:pt x="1247842" y="13198"/>
                  </a:lnTo>
                  <a:lnTo>
                    <a:pt x="1165866" y="8322"/>
                  </a:lnTo>
                  <a:lnTo>
                    <a:pt x="1099974" y="4776"/>
                  </a:lnTo>
                  <a:lnTo>
                    <a:pt x="1051363" y="2397"/>
                  </a:lnTo>
                  <a:lnTo>
                    <a:pt x="1019532" y="977"/>
                  </a:lnTo>
                  <a:lnTo>
                    <a:pt x="1002260" y="272"/>
                  </a:lnTo>
                  <a:lnTo>
                    <a:pt x="995770" y="2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22" name="pl621"/>
            <p:cNvSpPr/>
            <p:nvPr/>
          </p:nvSpPr>
          <p:spPr>
            <a:xfrm>
              <a:off x="1199187" y="3380044"/>
              <a:ext cx="12049831" cy="2085772"/>
            </a:xfrm>
            <a:custGeom>
              <a:avLst/>
              <a:pathLst>
                <a:path w="12049831" h="2085772">
                  <a:moveTo>
                    <a:pt x="0" y="0"/>
                  </a:moveTo>
                  <a:lnTo>
                    <a:pt x="994940" y="0"/>
                  </a:lnTo>
                  <a:lnTo>
                    <a:pt x="996043" y="38"/>
                  </a:lnTo>
                  <a:lnTo>
                    <a:pt x="1003325" y="313"/>
                  </a:lnTo>
                  <a:lnTo>
                    <a:pt x="1021796" y="1073"/>
                  </a:lnTo>
                  <a:lnTo>
                    <a:pt x="1055096" y="2572"/>
                  </a:lnTo>
                  <a:lnTo>
                    <a:pt x="1105296" y="5049"/>
                  </a:lnTo>
                  <a:lnTo>
                    <a:pt x="1172734" y="8711"/>
                  </a:lnTo>
                  <a:lnTo>
                    <a:pt x="1256071" y="13714"/>
                  </a:lnTo>
                  <a:lnTo>
                    <a:pt x="1352576" y="20152"/>
                  </a:lnTo>
                  <a:lnTo>
                    <a:pt x="1458624" y="28063"/>
                  </a:lnTo>
                  <a:lnTo>
                    <a:pt x="1570261" y="37440"/>
                  </a:lnTo>
                  <a:lnTo>
                    <a:pt x="1683722" y="48257"/>
                  </a:lnTo>
                  <a:lnTo>
                    <a:pt x="1795794" y="60485"/>
                  </a:lnTo>
                  <a:lnTo>
                    <a:pt x="1904013" y="74116"/>
                  </a:lnTo>
                  <a:lnTo>
                    <a:pt x="2006691" y="89170"/>
                  </a:lnTo>
                  <a:lnTo>
                    <a:pt x="2102855" y="105711"/>
                  </a:lnTo>
                  <a:lnTo>
                    <a:pt x="2192113" y="123847"/>
                  </a:lnTo>
                  <a:lnTo>
                    <a:pt x="2274516" y="143731"/>
                  </a:lnTo>
                  <a:lnTo>
                    <a:pt x="2350430" y="165559"/>
                  </a:lnTo>
                  <a:lnTo>
                    <a:pt x="2420425" y="189564"/>
                  </a:lnTo>
                  <a:lnTo>
                    <a:pt x="2485189" y="216009"/>
                  </a:lnTo>
                  <a:lnTo>
                    <a:pt x="2545472" y="245171"/>
                  </a:lnTo>
                  <a:lnTo>
                    <a:pt x="2602027" y="277317"/>
                  </a:lnTo>
                  <a:lnTo>
                    <a:pt x="2655581" y="312660"/>
                  </a:lnTo>
                  <a:lnTo>
                    <a:pt x="2702183" y="347628"/>
                  </a:lnTo>
                  <a:lnTo>
                    <a:pt x="2751174" y="388746"/>
                  </a:lnTo>
                  <a:lnTo>
                    <a:pt x="2798854" y="433149"/>
                  </a:lnTo>
                  <a:lnTo>
                    <a:pt x="2845611" y="480901"/>
                  </a:lnTo>
                  <a:lnTo>
                    <a:pt x="2891751" y="532003"/>
                  </a:lnTo>
                  <a:lnTo>
                    <a:pt x="2937514" y="586382"/>
                  </a:lnTo>
                  <a:lnTo>
                    <a:pt x="2983077" y="643889"/>
                  </a:lnTo>
                  <a:lnTo>
                    <a:pt x="3028570" y="704291"/>
                  </a:lnTo>
                  <a:lnTo>
                    <a:pt x="3074078" y="767274"/>
                  </a:lnTo>
                  <a:lnTo>
                    <a:pt x="3119645" y="832444"/>
                  </a:lnTo>
                  <a:lnTo>
                    <a:pt x="3165287" y="899341"/>
                  </a:lnTo>
                  <a:lnTo>
                    <a:pt x="3210994" y="967441"/>
                  </a:lnTo>
                  <a:lnTo>
                    <a:pt x="3256740" y="1036184"/>
                  </a:lnTo>
                  <a:lnTo>
                    <a:pt x="3302490" y="1104984"/>
                  </a:lnTo>
                  <a:lnTo>
                    <a:pt x="3348208" y="1173255"/>
                  </a:lnTo>
                  <a:lnTo>
                    <a:pt x="3393864" y="1240428"/>
                  </a:lnTo>
                  <a:lnTo>
                    <a:pt x="3439445" y="1305973"/>
                  </a:lnTo>
                  <a:lnTo>
                    <a:pt x="3484961" y="1369415"/>
                  </a:lnTo>
                  <a:lnTo>
                    <a:pt x="3530452" y="1430346"/>
                  </a:lnTo>
                  <a:lnTo>
                    <a:pt x="3575993" y="1488437"/>
                  </a:lnTo>
                  <a:lnTo>
                    <a:pt x="3621705" y="1543439"/>
                  </a:lnTo>
                  <a:lnTo>
                    <a:pt x="3667755" y="1595187"/>
                  </a:lnTo>
                  <a:lnTo>
                    <a:pt x="3714370" y="1643593"/>
                  </a:lnTo>
                  <a:lnTo>
                    <a:pt x="3761842" y="1688644"/>
                  </a:lnTo>
                  <a:lnTo>
                    <a:pt x="3810543" y="1730394"/>
                  </a:lnTo>
                  <a:lnTo>
                    <a:pt x="3820202" y="1738143"/>
                  </a:lnTo>
                  <a:lnTo>
                    <a:pt x="3871601" y="1776484"/>
                  </a:lnTo>
                  <a:lnTo>
                    <a:pt x="3925402" y="1811528"/>
                  </a:lnTo>
                  <a:lnTo>
                    <a:pt x="3982267" y="1843391"/>
                  </a:lnTo>
                  <a:lnTo>
                    <a:pt x="4042928" y="1872293"/>
                  </a:lnTo>
                  <a:lnTo>
                    <a:pt x="4108141" y="1898503"/>
                  </a:lnTo>
                  <a:lnTo>
                    <a:pt x="4178651" y="1922298"/>
                  </a:lnTo>
                  <a:lnTo>
                    <a:pt x="4255138" y="1943938"/>
                  </a:lnTo>
                  <a:lnTo>
                    <a:pt x="4338157" y="1963655"/>
                  </a:lnTo>
                  <a:lnTo>
                    <a:pt x="4428051" y="1981639"/>
                  </a:lnTo>
                  <a:lnTo>
                    <a:pt x="4524835" y="1998041"/>
                  </a:lnTo>
                  <a:lnTo>
                    <a:pt x="4628072" y="2012963"/>
                  </a:lnTo>
                  <a:lnTo>
                    <a:pt x="4736725" y="2026464"/>
                  </a:lnTo>
                  <a:lnTo>
                    <a:pt x="4849039" y="2038564"/>
                  </a:lnTo>
                  <a:lnTo>
                    <a:pt x="4962477" y="2049250"/>
                  </a:lnTo>
                  <a:lnTo>
                    <a:pt x="5073765" y="2058495"/>
                  </a:lnTo>
                  <a:lnTo>
                    <a:pt x="5179102" y="2066270"/>
                  </a:lnTo>
                  <a:lnTo>
                    <a:pt x="5274543" y="2072574"/>
                  </a:lnTo>
                  <a:lnTo>
                    <a:pt x="5356519" y="2077449"/>
                  </a:lnTo>
                  <a:lnTo>
                    <a:pt x="5422411" y="2080996"/>
                  </a:lnTo>
                  <a:lnTo>
                    <a:pt x="5471022" y="2083374"/>
                  </a:lnTo>
                  <a:lnTo>
                    <a:pt x="5502853" y="2084794"/>
                  </a:lnTo>
                  <a:lnTo>
                    <a:pt x="5520125" y="2085500"/>
                  </a:lnTo>
                  <a:lnTo>
                    <a:pt x="5526615" y="2085743"/>
                  </a:lnTo>
                  <a:lnTo>
                    <a:pt x="5527445" y="2085772"/>
                  </a:lnTo>
                  <a:lnTo>
                    <a:pt x="6522385" y="2085772"/>
                  </a:lnTo>
                  <a:lnTo>
                    <a:pt x="6523520" y="2085763"/>
                  </a:lnTo>
                  <a:lnTo>
                    <a:pt x="6531008" y="2085697"/>
                  </a:lnTo>
                  <a:lnTo>
                    <a:pt x="6549983" y="2085516"/>
                  </a:lnTo>
                  <a:lnTo>
                    <a:pt x="6584158" y="2085160"/>
                  </a:lnTo>
                  <a:lnTo>
                    <a:pt x="6635604" y="2084570"/>
                  </a:lnTo>
                  <a:lnTo>
                    <a:pt x="6704592" y="2083700"/>
                  </a:lnTo>
                  <a:lnTo>
                    <a:pt x="6789657" y="2082512"/>
                  </a:lnTo>
                  <a:lnTo>
                    <a:pt x="6887918" y="2080984"/>
                  </a:lnTo>
                  <a:lnTo>
                    <a:pt x="6995599" y="2079110"/>
                  </a:lnTo>
                  <a:lnTo>
                    <a:pt x="7108631" y="2076890"/>
                  </a:lnTo>
                  <a:lnTo>
                    <a:pt x="7223178" y="2074332"/>
                  </a:lnTo>
                  <a:lnTo>
                    <a:pt x="7336007" y="2071442"/>
                  </a:lnTo>
                  <a:lnTo>
                    <a:pt x="7444669" y="2068221"/>
                  </a:lnTo>
                  <a:lnTo>
                    <a:pt x="7547523" y="2064664"/>
                  </a:lnTo>
                  <a:lnTo>
                    <a:pt x="7643650" y="2060753"/>
                  </a:lnTo>
                  <a:lnTo>
                    <a:pt x="7732722" y="2056461"/>
                  </a:lnTo>
                  <a:lnTo>
                    <a:pt x="7814846" y="2051752"/>
                  </a:lnTo>
                  <a:lnTo>
                    <a:pt x="7890439" y="2046576"/>
                  </a:lnTo>
                  <a:lnTo>
                    <a:pt x="7960114" y="2040876"/>
                  </a:lnTo>
                  <a:lnTo>
                    <a:pt x="8024594" y="2034590"/>
                  </a:lnTo>
                  <a:lnTo>
                    <a:pt x="8084654" y="2027651"/>
                  </a:lnTo>
                  <a:lnTo>
                    <a:pt x="8141068" y="2019997"/>
                  </a:lnTo>
                  <a:lnTo>
                    <a:pt x="8194573" y="2011582"/>
                  </a:lnTo>
                  <a:lnTo>
                    <a:pt x="8229629" y="2005415"/>
                  </a:lnTo>
                  <a:lnTo>
                    <a:pt x="8290093" y="1993533"/>
                  </a:lnTo>
                  <a:lnTo>
                    <a:pt x="8348693" y="1980480"/>
                  </a:lnTo>
                  <a:lnTo>
                    <a:pt x="8406111" y="1966237"/>
                  </a:lnTo>
                  <a:lnTo>
                    <a:pt x="8462851" y="1950823"/>
                  </a:lnTo>
                  <a:lnTo>
                    <a:pt x="8519272" y="1934299"/>
                  </a:lnTo>
                  <a:lnTo>
                    <a:pt x="8575612" y="1916768"/>
                  </a:lnTo>
                  <a:lnTo>
                    <a:pt x="8632007" y="1898381"/>
                  </a:lnTo>
                  <a:lnTo>
                    <a:pt x="8688513" y="1879326"/>
                  </a:lnTo>
                  <a:lnTo>
                    <a:pt x="8745120" y="1859827"/>
                  </a:lnTo>
                  <a:lnTo>
                    <a:pt x="8801780" y="1840131"/>
                  </a:lnTo>
                  <a:lnTo>
                    <a:pt x="8858423" y="1820494"/>
                  </a:lnTo>
                  <a:lnTo>
                    <a:pt x="8914987" y="1801172"/>
                  </a:lnTo>
                  <a:lnTo>
                    <a:pt x="8971440" y="1782400"/>
                  </a:lnTo>
                  <a:lnTo>
                    <a:pt x="9027798" y="1764389"/>
                  </a:lnTo>
                  <a:lnTo>
                    <a:pt x="9084153" y="1747310"/>
                  </a:lnTo>
                  <a:lnTo>
                    <a:pt x="9140685" y="1731290"/>
                  </a:lnTo>
                  <a:lnTo>
                    <a:pt x="9197687" y="1716415"/>
                  </a:lnTo>
                  <a:lnTo>
                    <a:pt x="9255581" y="1702724"/>
                  </a:lnTo>
                  <a:lnTo>
                    <a:pt x="9314948" y="1690218"/>
                  </a:lnTo>
                  <a:lnTo>
                    <a:pt x="9347647" y="1683990"/>
                  </a:lnTo>
                  <a:lnTo>
                    <a:pt x="9399554" y="1675045"/>
                  </a:lnTo>
                  <a:lnTo>
                    <a:pt x="9453914" y="1666878"/>
                  </a:lnTo>
                  <a:lnTo>
                    <a:pt x="9511412" y="1659459"/>
                  </a:lnTo>
                  <a:lnTo>
                    <a:pt x="9572802" y="1652735"/>
                  </a:lnTo>
                  <a:lnTo>
                    <a:pt x="9638862" y="1646644"/>
                  </a:lnTo>
                  <a:lnTo>
                    <a:pt x="9710356" y="1641119"/>
                  </a:lnTo>
                  <a:lnTo>
                    <a:pt x="9787980" y="1636098"/>
                  </a:lnTo>
                  <a:lnTo>
                    <a:pt x="9872295" y="1631527"/>
                  </a:lnTo>
                  <a:lnTo>
                    <a:pt x="9963631" y="1627361"/>
                  </a:lnTo>
                  <a:lnTo>
                    <a:pt x="10061973" y="1623566"/>
                  </a:lnTo>
                  <a:lnTo>
                    <a:pt x="10166817" y="1620117"/>
                  </a:lnTo>
                  <a:lnTo>
                    <a:pt x="10277029" y="1617002"/>
                  </a:lnTo>
                  <a:lnTo>
                    <a:pt x="10390713" y="1614218"/>
                  </a:lnTo>
                  <a:lnTo>
                    <a:pt x="10505161" y="1611767"/>
                  </a:lnTo>
                  <a:lnTo>
                    <a:pt x="10616919" y="1609658"/>
                  </a:lnTo>
                  <a:lnTo>
                    <a:pt x="10722025" y="1607894"/>
                  </a:lnTo>
                  <a:lnTo>
                    <a:pt x="10816443" y="1606477"/>
                  </a:lnTo>
                  <a:lnTo>
                    <a:pt x="10896617" y="1605394"/>
                  </a:lnTo>
                  <a:lnTo>
                    <a:pt x="10960071" y="1604618"/>
                  </a:lnTo>
                  <a:lnTo>
                    <a:pt x="11005872" y="1604109"/>
                  </a:lnTo>
                  <a:lnTo>
                    <a:pt x="11034874" y="1603815"/>
                  </a:lnTo>
                  <a:lnTo>
                    <a:pt x="11049696" y="1603678"/>
                  </a:lnTo>
                  <a:lnTo>
                    <a:pt x="11054528" y="1603636"/>
                  </a:lnTo>
                  <a:lnTo>
                    <a:pt x="11054891" y="1603634"/>
                  </a:lnTo>
                  <a:lnTo>
                    <a:pt x="12049831" y="1603634"/>
                  </a:lnTo>
                  <a:lnTo>
                    <a:pt x="12049831" y="16036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3" name="pl622"/>
            <p:cNvSpPr/>
            <p:nvPr/>
          </p:nvSpPr>
          <p:spPr>
            <a:xfrm>
              <a:off x="1199187" y="3369563"/>
              <a:ext cx="12049831" cy="2085772"/>
            </a:xfrm>
            <a:custGeom>
              <a:avLst/>
              <a:pathLst>
                <a:path w="12049831" h="2085772">
                  <a:moveTo>
                    <a:pt x="12049831" y="1603634"/>
                  </a:moveTo>
                  <a:lnTo>
                    <a:pt x="11054891" y="1603634"/>
                  </a:lnTo>
                  <a:lnTo>
                    <a:pt x="11053756" y="1603643"/>
                  </a:lnTo>
                  <a:lnTo>
                    <a:pt x="11046269" y="1603708"/>
                  </a:lnTo>
                  <a:lnTo>
                    <a:pt x="11027294" y="1603889"/>
                  </a:lnTo>
                  <a:lnTo>
                    <a:pt x="10993118" y="1604246"/>
                  </a:lnTo>
                  <a:lnTo>
                    <a:pt x="10941673" y="1604835"/>
                  </a:lnTo>
                  <a:lnTo>
                    <a:pt x="10872685" y="1605706"/>
                  </a:lnTo>
                  <a:lnTo>
                    <a:pt x="10787619" y="1606894"/>
                  </a:lnTo>
                  <a:lnTo>
                    <a:pt x="10689359" y="1608421"/>
                  </a:lnTo>
                  <a:lnTo>
                    <a:pt x="10581677" y="1610295"/>
                  </a:lnTo>
                  <a:lnTo>
                    <a:pt x="10468645" y="1612515"/>
                  </a:lnTo>
                  <a:lnTo>
                    <a:pt x="10354098" y="1615073"/>
                  </a:lnTo>
                  <a:lnTo>
                    <a:pt x="10241270" y="1617963"/>
                  </a:lnTo>
                  <a:lnTo>
                    <a:pt x="10132608" y="1621184"/>
                  </a:lnTo>
                  <a:lnTo>
                    <a:pt x="10029754" y="1624742"/>
                  </a:lnTo>
                  <a:lnTo>
                    <a:pt x="9933626" y="1628653"/>
                  </a:lnTo>
                  <a:lnTo>
                    <a:pt x="9844555" y="1632944"/>
                  </a:lnTo>
                  <a:lnTo>
                    <a:pt x="9762431" y="1637653"/>
                  </a:lnTo>
                  <a:lnTo>
                    <a:pt x="9686837" y="1642830"/>
                  </a:lnTo>
                  <a:lnTo>
                    <a:pt x="9617163" y="1648529"/>
                  </a:lnTo>
                  <a:lnTo>
                    <a:pt x="9552682" y="1654815"/>
                  </a:lnTo>
                  <a:lnTo>
                    <a:pt x="9492622" y="1661755"/>
                  </a:lnTo>
                  <a:lnTo>
                    <a:pt x="9436208" y="1669408"/>
                  </a:lnTo>
                  <a:lnTo>
                    <a:pt x="9382704" y="1677823"/>
                  </a:lnTo>
                  <a:lnTo>
                    <a:pt x="9347647" y="1683990"/>
                  </a:lnTo>
                  <a:lnTo>
                    <a:pt x="9287184" y="1695872"/>
                  </a:lnTo>
                  <a:lnTo>
                    <a:pt x="9228584" y="1708926"/>
                  </a:lnTo>
                  <a:lnTo>
                    <a:pt x="9171165" y="1723169"/>
                  </a:lnTo>
                  <a:lnTo>
                    <a:pt x="9114425" y="1738582"/>
                  </a:lnTo>
                  <a:lnTo>
                    <a:pt x="9058005" y="1755107"/>
                  </a:lnTo>
                  <a:lnTo>
                    <a:pt x="9001665" y="1772637"/>
                  </a:lnTo>
                  <a:lnTo>
                    <a:pt x="8945269" y="1791024"/>
                  </a:lnTo>
                  <a:lnTo>
                    <a:pt x="8888764" y="1810079"/>
                  </a:lnTo>
                  <a:lnTo>
                    <a:pt x="8832156" y="1829578"/>
                  </a:lnTo>
                  <a:lnTo>
                    <a:pt x="8775497" y="1849275"/>
                  </a:lnTo>
                  <a:lnTo>
                    <a:pt x="8718854" y="1868911"/>
                  </a:lnTo>
                  <a:lnTo>
                    <a:pt x="8662289" y="1888234"/>
                  </a:lnTo>
                  <a:lnTo>
                    <a:pt x="8605837" y="1907005"/>
                  </a:lnTo>
                  <a:lnTo>
                    <a:pt x="8549478" y="1925016"/>
                  </a:lnTo>
                  <a:lnTo>
                    <a:pt x="8493124" y="1942096"/>
                  </a:lnTo>
                  <a:lnTo>
                    <a:pt x="8436592" y="1958115"/>
                  </a:lnTo>
                  <a:lnTo>
                    <a:pt x="8379590" y="1972991"/>
                  </a:lnTo>
                  <a:lnTo>
                    <a:pt x="8321696" y="1986682"/>
                  </a:lnTo>
                  <a:lnTo>
                    <a:pt x="8262328" y="1999188"/>
                  </a:lnTo>
                  <a:lnTo>
                    <a:pt x="8229629" y="2005415"/>
                  </a:lnTo>
                  <a:lnTo>
                    <a:pt x="8177723" y="2014360"/>
                  </a:lnTo>
                  <a:lnTo>
                    <a:pt x="8123363" y="2022528"/>
                  </a:lnTo>
                  <a:lnTo>
                    <a:pt x="8065865" y="2029947"/>
                  </a:lnTo>
                  <a:lnTo>
                    <a:pt x="8004475" y="2036670"/>
                  </a:lnTo>
                  <a:lnTo>
                    <a:pt x="7938415" y="2042761"/>
                  </a:lnTo>
                  <a:lnTo>
                    <a:pt x="7866921" y="2048287"/>
                  </a:lnTo>
                  <a:lnTo>
                    <a:pt x="7789296" y="2053308"/>
                  </a:lnTo>
                  <a:lnTo>
                    <a:pt x="7704982" y="2057878"/>
                  </a:lnTo>
                  <a:lnTo>
                    <a:pt x="7613646" y="2062044"/>
                  </a:lnTo>
                  <a:lnTo>
                    <a:pt x="7515304" y="2065840"/>
                  </a:lnTo>
                  <a:lnTo>
                    <a:pt x="7410459" y="2069288"/>
                  </a:lnTo>
                  <a:lnTo>
                    <a:pt x="7300247" y="2072403"/>
                  </a:lnTo>
                  <a:lnTo>
                    <a:pt x="7186563" y="2075187"/>
                  </a:lnTo>
                  <a:lnTo>
                    <a:pt x="7072115" y="2077638"/>
                  </a:lnTo>
                  <a:lnTo>
                    <a:pt x="6960358" y="2079748"/>
                  </a:lnTo>
                  <a:lnTo>
                    <a:pt x="6855251" y="2081511"/>
                  </a:lnTo>
                  <a:lnTo>
                    <a:pt x="6760834" y="2082928"/>
                  </a:lnTo>
                  <a:lnTo>
                    <a:pt x="6680659" y="2084012"/>
                  </a:lnTo>
                  <a:lnTo>
                    <a:pt x="6617205" y="2084788"/>
                  </a:lnTo>
                  <a:lnTo>
                    <a:pt x="6571405" y="2085297"/>
                  </a:lnTo>
                  <a:lnTo>
                    <a:pt x="6542403" y="2085590"/>
                  </a:lnTo>
                  <a:lnTo>
                    <a:pt x="6527580" y="2085728"/>
                  </a:lnTo>
                  <a:lnTo>
                    <a:pt x="6522748" y="2085769"/>
                  </a:lnTo>
                  <a:lnTo>
                    <a:pt x="6522385" y="2085772"/>
                  </a:lnTo>
                  <a:lnTo>
                    <a:pt x="5527445" y="2085772"/>
                  </a:lnTo>
                  <a:lnTo>
                    <a:pt x="5526342" y="2085733"/>
                  </a:lnTo>
                  <a:lnTo>
                    <a:pt x="5519060" y="2085458"/>
                  </a:lnTo>
                  <a:lnTo>
                    <a:pt x="5500589" y="2084698"/>
                  </a:lnTo>
                  <a:lnTo>
                    <a:pt x="5467289" y="2083200"/>
                  </a:lnTo>
                  <a:lnTo>
                    <a:pt x="5417089" y="2080722"/>
                  </a:lnTo>
                  <a:lnTo>
                    <a:pt x="5349651" y="2077060"/>
                  </a:lnTo>
                  <a:lnTo>
                    <a:pt x="5266314" y="2072057"/>
                  </a:lnTo>
                  <a:lnTo>
                    <a:pt x="5169809" y="2065619"/>
                  </a:lnTo>
                  <a:lnTo>
                    <a:pt x="5063761" y="2057709"/>
                  </a:lnTo>
                  <a:lnTo>
                    <a:pt x="4952124" y="2048331"/>
                  </a:lnTo>
                  <a:lnTo>
                    <a:pt x="4838663" y="2037514"/>
                  </a:lnTo>
                  <a:lnTo>
                    <a:pt x="4726591" y="2025286"/>
                  </a:lnTo>
                  <a:lnTo>
                    <a:pt x="4618372" y="2011656"/>
                  </a:lnTo>
                  <a:lnTo>
                    <a:pt x="4515693" y="1996602"/>
                  </a:lnTo>
                  <a:lnTo>
                    <a:pt x="4419530" y="1980060"/>
                  </a:lnTo>
                  <a:lnTo>
                    <a:pt x="4330272" y="1961924"/>
                  </a:lnTo>
                  <a:lnTo>
                    <a:pt x="4247869" y="1942040"/>
                  </a:lnTo>
                  <a:lnTo>
                    <a:pt x="4171955" y="1920213"/>
                  </a:lnTo>
                  <a:lnTo>
                    <a:pt x="4101960" y="1896208"/>
                  </a:lnTo>
                  <a:lnTo>
                    <a:pt x="4037196" y="1869762"/>
                  </a:lnTo>
                  <a:lnTo>
                    <a:pt x="3976913" y="1840600"/>
                  </a:lnTo>
                  <a:lnTo>
                    <a:pt x="3920358" y="1808455"/>
                  </a:lnTo>
                  <a:lnTo>
                    <a:pt x="3866804" y="1773111"/>
                  </a:lnTo>
                  <a:lnTo>
                    <a:pt x="3820202" y="1738143"/>
                  </a:lnTo>
                  <a:lnTo>
                    <a:pt x="3771211" y="1697025"/>
                  </a:lnTo>
                  <a:lnTo>
                    <a:pt x="3723531" y="1652622"/>
                  </a:lnTo>
                  <a:lnTo>
                    <a:pt x="3676774" y="1604870"/>
                  </a:lnTo>
                  <a:lnTo>
                    <a:pt x="3630634" y="1553769"/>
                  </a:lnTo>
                  <a:lnTo>
                    <a:pt x="3584871" y="1499389"/>
                  </a:lnTo>
                  <a:lnTo>
                    <a:pt x="3539308" y="1441883"/>
                  </a:lnTo>
                  <a:lnTo>
                    <a:pt x="3493815" y="1381481"/>
                  </a:lnTo>
                  <a:lnTo>
                    <a:pt x="3448307" y="1318498"/>
                  </a:lnTo>
                  <a:lnTo>
                    <a:pt x="3402740" y="1253327"/>
                  </a:lnTo>
                  <a:lnTo>
                    <a:pt x="3357098" y="1186431"/>
                  </a:lnTo>
                  <a:lnTo>
                    <a:pt x="3311391" y="1118330"/>
                  </a:lnTo>
                  <a:lnTo>
                    <a:pt x="3265645" y="1049587"/>
                  </a:lnTo>
                  <a:lnTo>
                    <a:pt x="3219895" y="980787"/>
                  </a:lnTo>
                  <a:lnTo>
                    <a:pt x="3174177" y="912516"/>
                  </a:lnTo>
                  <a:lnTo>
                    <a:pt x="3128521" y="845343"/>
                  </a:lnTo>
                  <a:lnTo>
                    <a:pt x="3082940" y="779798"/>
                  </a:lnTo>
                  <a:lnTo>
                    <a:pt x="3037424" y="716357"/>
                  </a:lnTo>
                  <a:lnTo>
                    <a:pt x="2991933" y="655425"/>
                  </a:lnTo>
                  <a:lnTo>
                    <a:pt x="2946392" y="597334"/>
                  </a:lnTo>
                  <a:lnTo>
                    <a:pt x="2900680" y="542332"/>
                  </a:lnTo>
                  <a:lnTo>
                    <a:pt x="2854630" y="490584"/>
                  </a:lnTo>
                  <a:lnTo>
                    <a:pt x="2808015" y="442178"/>
                  </a:lnTo>
                  <a:lnTo>
                    <a:pt x="2760543" y="397127"/>
                  </a:lnTo>
                  <a:lnTo>
                    <a:pt x="2711842" y="355378"/>
                  </a:lnTo>
                  <a:lnTo>
                    <a:pt x="2702183" y="347628"/>
                  </a:lnTo>
                  <a:lnTo>
                    <a:pt x="2650784" y="309287"/>
                  </a:lnTo>
                  <a:lnTo>
                    <a:pt x="2596983" y="274243"/>
                  </a:lnTo>
                  <a:lnTo>
                    <a:pt x="2540118" y="242381"/>
                  </a:lnTo>
                  <a:lnTo>
                    <a:pt x="2479457" y="213478"/>
                  </a:lnTo>
                  <a:lnTo>
                    <a:pt x="2414244" y="187268"/>
                  </a:lnTo>
                  <a:lnTo>
                    <a:pt x="2343734" y="163473"/>
                  </a:lnTo>
                  <a:lnTo>
                    <a:pt x="2267247" y="141833"/>
                  </a:lnTo>
                  <a:lnTo>
                    <a:pt x="2184228" y="122117"/>
                  </a:lnTo>
                  <a:lnTo>
                    <a:pt x="2094334" y="104132"/>
                  </a:lnTo>
                  <a:lnTo>
                    <a:pt x="1997550" y="87731"/>
                  </a:lnTo>
                  <a:lnTo>
                    <a:pt x="1894313" y="72809"/>
                  </a:lnTo>
                  <a:lnTo>
                    <a:pt x="1785660" y="59307"/>
                  </a:lnTo>
                  <a:lnTo>
                    <a:pt x="1673346" y="47207"/>
                  </a:lnTo>
                  <a:lnTo>
                    <a:pt x="1559908" y="36521"/>
                  </a:lnTo>
                  <a:lnTo>
                    <a:pt x="1448620" y="27277"/>
                  </a:lnTo>
                  <a:lnTo>
                    <a:pt x="1343283" y="19502"/>
                  </a:lnTo>
                  <a:lnTo>
                    <a:pt x="1247842" y="13198"/>
                  </a:lnTo>
                  <a:lnTo>
                    <a:pt x="1165866" y="8322"/>
                  </a:lnTo>
                  <a:lnTo>
                    <a:pt x="1099974" y="4776"/>
                  </a:lnTo>
                  <a:lnTo>
                    <a:pt x="1051363" y="2397"/>
                  </a:lnTo>
                  <a:lnTo>
                    <a:pt x="1019532" y="977"/>
                  </a:lnTo>
                  <a:lnTo>
                    <a:pt x="1002260" y="272"/>
                  </a:lnTo>
                  <a:lnTo>
                    <a:pt x="995770" y="2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4" name="pg623"/>
            <p:cNvSpPr/>
            <p:nvPr/>
          </p:nvSpPr>
          <p:spPr>
            <a:xfrm>
              <a:off x="1199187" y="3380044"/>
              <a:ext cx="12049831" cy="2096253"/>
            </a:xfrm>
            <a:custGeom>
              <a:avLst/>
              <a:pathLst>
                <a:path w="12049831" h="2096253">
                  <a:moveTo>
                    <a:pt x="0" y="10481"/>
                  </a:moveTo>
                  <a:lnTo>
                    <a:pt x="994940" y="10481"/>
                  </a:lnTo>
                  <a:lnTo>
                    <a:pt x="996043" y="10519"/>
                  </a:lnTo>
                  <a:lnTo>
                    <a:pt x="1003325" y="10795"/>
                  </a:lnTo>
                  <a:lnTo>
                    <a:pt x="1021796" y="11555"/>
                  </a:lnTo>
                  <a:lnTo>
                    <a:pt x="1055096" y="13053"/>
                  </a:lnTo>
                  <a:lnTo>
                    <a:pt x="1105296" y="15530"/>
                  </a:lnTo>
                  <a:lnTo>
                    <a:pt x="1172734" y="19193"/>
                  </a:lnTo>
                  <a:lnTo>
                    <a:pt x="1256071" y="24196"/>
                  </a:lnTo>
                  <a:lnTo>
                    <a:pt x="1352576" y="30633"/>
                  </a:lnTo>
                  <a:lnTo>
                    <a:pt x="1458624" y="38544"/>
                  </a:lnTo>
                  <a:lnTo>
                    <a:pt x="1570261" y="47921"/>
                  </a:lnTo>
                  <a:lnTo>
                    <a:pt x="1683722" y="58738"/>
                  </a:lnTo>
                  <a:lnTo>
                    <a:pt x="1795794" y="70967"/>
                  </a:lnTo>
                  <a:lnTo>
                    <a:pt x="1904013" y="84597"/>
                  </a:lnTo>
                  <a:lnTo>
                    <a:pt x="2006691" y="99651"/>
                  </a:lnTo>
                  <a:lnTo>
                    <a:pt x="2102855" y="116193"/>
                  </a:lnTo>
                  <a:lnTo>
                    <a:pt x="2192113" y="134329"/>
                  </a:lnTo>
                  <a:lnTo>
                    <a:pt x="2274516" y="154213"/>
                  </a:lnTo>
                  <a:lnTo>
                    <a:pt x="2350430" y="176040"/>
                  </a:lnTo>
                  <a:lnTo>
                    <a:pt x="2420425" y="200045"/>
                  </a:lnTo>
                  <a:lnTo>
                    <a:pt x="2485189" y="226490"/>
                  </a:lnTo>
                  <a:lnTo>
                    <a:pt x="2545472" y="255653"/>
                  </a:lnTo>
                  <a:lnTo>
                    <a:pt x="2602027" y="287798"/>
                  </a:lnTo>
                  <a:lnTo>
                    <a:pt x="2655581" y="323142"/>
                  </a:lnTo>
                  <a:lnTo>
                    <a:pt x="2702183" y="358109"/>
                  </a:lnTo>
                  <a:lnTo>
                    <a:pt x="2751174" y="399228"/>
                  </a:lnTo>
                  <a:lnTo>
                    <a:pt x="2798854" y="443630"/>
                  </a:lnTo>
                  <a:lnTo>
                    <a:pt x="2845611" y="491382"/>
                  </a:lnTo>
                  <a:lnTo>
                    <a:pt x="2891751" y="542484"/>
                  </a:lnTo>
                  <a:lnTo>
                    <a:pt x="2937514" y="596863"/>
                  </a:lnTo>
                  <a:lnTo>
                    <a:pt x="2983077" y="654370"/>
                  </a:lnTo>
                  <a:lnTo>
                    <a:pt x="3028570" y="714772"/>
                  </a:lnTo>
                  <a:lnTo>
                    <a:pt x="3074078" y="777755"/>
                  </a:lnTo>
                  <a:lnTo>
                    <a:pt x="3119645" y="842926"/>
                  </a:lnTo>
                  <a:lnTo>
                    <a:pt x="3165287" y="909822"/>
                  </a:lnTo>
                  <a:lnTo>
                    <a:pt x="3210994" y="977922"/>
                  </a:lnTo>
                  <a:lnTo>
                    <a:pt x="3256740" y="1046665"/>
                  </a:lnTo>
                  <a:lnTo>
                    <a:pt x="3302490" y="1115466"/>
                  </a:lnTo>
                  <a:lnTo>
                    <a:pt x="3348208" y="1183737"/>
                  </a:lnTo>
                  <a:lnTo>
                    <a:pt x="3393864" y="1250909"/>
                  </a:lnTo>
                  <a:lnTo>
                    <a:pt x="3439445" y="1316454"/>
                  </a:lnTo>
                  <a:lnTo>
                    <a:pt x="3484961" y="1379896"/>
                  </a:lnTo>
                  <a:lnTo>
                    <a:pt x="3530452" y="1440827"/>
                  </a:lnTo>
                  <a:lnTo>
                    <a:pt x="3575993" y="1498918"/>
                  </a:lnTo>
                  <a:lnTo>
                    <a:pt x="3621705" y="1553921"/>
                  </a:lnTo>
                  <a:lnTo>
                    <a:pt x="3667755" y="1605668"/>
                  </a:lnTo>
                  <a:lnTo>
                    <a:pt x="3714370" y="1654074"/>
                  </a:lnTo>
                  <a:lnTo>
                    <a:pt x="3761842" y="1699125"/>
                  </a:lnTo>
                  <a:lnTo>
                    <a:pt x="3810543" y="1740875"/>
                  </a:lnTo>
                  <a:lnTo>
                    <a:pt x="3820202" y="1748624"/>
                  </a:lnTo>
                  <a:lnTo>
                    <a:pt x="3871601" y="1786966"/>
                  </a:lnTo>
                  <a:lnTo>
                    <a:pt x="3925402" y="1822010"/>
                  </a:lnTo>
                  <a:lnTo>
                    <a:pt x="3982267" y="1853872"/>
                  </a:lnTo>
                  <a:lnTo>
                    <a:pt x="4042928" y="1882774"/>
                  </a:lnTo>
                  <a:lnTo>
                    <a:pt x="4108141" y="1908984"/>
                  </a:lnTo>
                  <a:lnTo>
                    <a:pt x="4178651" y="1932779"/>
                  </a:lnTo>
                  <a:lnTo>
                    <a:pt x="4255138" y="1954420"/>
                  </a:lnTo>
                  <a:lnTo>
                    <a:pt x="4338157" y="1974136"/>
                  </a:lnTo>
                  <a:lnTo>
                    <a:pt x="4428051" y="1992120"/>
                  </a:lnTo>
                  <a:lnTo>
                    <a:pt x="4524835" y="2008522"/>
                  </a:lnTo>
                  <a:lnTo>
                    <a:pt x="4628072" y="2023444"/>
                  </a:lnTo>
                  <a:lnTo>
                    <a:pt x="4736725" y="2036945"/>
                  </a:lnTo>
                  <a:lnTo>
                    <a:pt x="4849039" y="2049045"/>
                  </a:lnTo>
                  <a:lnTo>
                    <a:pt x="4962477" y="2059732"/>
                  </a:lnTo>
                  <a:lnTo>
                    <a:pt x="5073765" y="2068976"/>
                  </a:lnTo>
                  <a:lnTo>
                    <a:pt x="5179102" y="2076751"/>
                  </a:lnTo>
                  <a:lnTo>
                    <a:pt x="5274543" y="2083055"/>
                  </a:lnTo>
                  <a:lnTo>
                    <a:pt x="5356519" y="2087930"/>
                  </a:lnTo>
                  <a:lnTo>
                    <a:pt x="5422411" y="2091477"/>
                  </a:lnTo>
                  <a:lnTo>
                    <a:pt x="5471022" y="2093855"/>
                  </a:lnTo>
                  <a:lnTo>
                    <a:pt x="5502853" y="2095276"/>
                  </a:lnTo>
                  <a:lnTo>
                    <a:pt x="5520125" y="2095981"/>
                  </a:lnTo>
                  <a:lnTo>
                    <a:pt x="5526615" y="2096224"/>
                  </a:lnTo>
                  <a:lnTo>
                    <a:pt x="5527445" y="2096253"/>
                  </a:lnTo>
                  <a:lnTo>
                    <a:pt x="6522385" y="2096253"/>
                  </a:lnTo>
                  <a:lnTo>
                    <a:pt x="6523522" y="2096251"/>
                  </a:lnTo>
                  <a:lnTo>
                    <a:pt x="6531021" y="2096238"/>
                  </a:lnTo>
                  <a:lnTo>
                    <a:pt x="6550024" y="2096200"/>
                  </a:lnTo>
                  <a:lnTo>
                    <a:pt x="6584249" y="2096127"/>
                  </a:lnTo>
                  <a:lnTo>
                    <a:pt x="6635763" y="2096005"/>
                  </a:lnTo>
                  <a:lnTo>
                    <a:pt x="6704838" y="2095825"/>
                  </a:lnTo>
                  <a:lnTo>
                    <a:pt x="6789999" y="2095579"/>
                  </a:lnTo>
                  <a:lnTo>
                    <a:pt x="6888357" y="2095263"/>
                  </a:lnTo>
                  <a:lnTo>
                    <a:pt x="6996129" y="2094875"/>
                  </a:lnTo>
                  <a:lnTo>
                    <a:pt x="7109237" y="2094416"/>
                  </a:lnTo>
                  <a:lnTo>
                    <a:pt x="7223844" y="2093887"/>
                  </a:lnTo>
                  <a:lnTo>
                    <a:pt x="7336713" y="2093290"/>
                  </a:lnTo>
                  <a:lnTo>
                    <a:pt x="7445398" y="2092624"/>
                  </a:lnTo>
                  <a:lnTo>
                    <a:pt x="7548261" y="2091888"/>
                  </a:lnTo>
                  <a:lnTo>
                    <a:pt x="7644386" y="2091079"/>
                  </a:lnTo>
                  <a:lnTo>
                    <a:pt x="7733446" y="2090192"/>
                  </a:lnTo>
                  <a:lnTo>
                    <a:pt x="7815555" y="2089218"/>
                  </a:lnTo>
                  <a:lnTo>
                    <a:pt x="7891130" y="2088148"/>
                  </a:lnTo>
                  <a:lnTo>
                    <a:pt x="7960787" y="2086969"/>
                  </a:lnTo>
                  <a:lnTo>
                    <a:pt x="8025252" y="2085669"/>
                  </a:lnTo>
                  <a:lnTo>
                    <a:pt x="8085300" y="2084233"/>
                  </a:lnTo>
                  <a:lnTo>
                    <a:pt x="8141707" y="2082650"/>
                  </a:lnTo>
                  <a:lnTo>
                    <a:pt x="8195210" y="2080909"/>
                  </a:lnTo>
                  <a:lnTo>
                    <a:pt x="8229629" y="2079658"/>
                  </a:lnTo>
                  <a:lnTo>
                    <a:pt x="8291230" y="2077154"/>
                  </a:lnTo>
                  <a:lnTo>
                    <a:pt x="8350911" y="2074400"/>
                  </a:lnTo>
                  <a:lnTo>
                    <a:pt x="8409386" y="2071390"/>
                  </a:lnTo>
                  <a:lnTo>
                    <a:pt x="8467182" y="2068130"/>
                  </a:lnTo>
                  <a:lnTo>
                    <a:pt x="8524668" y="2064632"/>
                  </a:lnTo>
                  <a:lnTo>
                    <a:pt x="8582089" y="2060922"/>
                  </a:lnTo>
                  <a:lnTo>
                    <a:pt x="8639577" y="2057032"/>
                  </a:lnTo>
                  <a:lnTo>
                    <a:pt x="8697182" y="2053005"/>
                  </a:lnTo>
                  <a:lnTo>
                    <a:pt x="8754886" y="2048891"/>
                  </a:lnTo>
                  <a:lnTo>
                    <a:pt x="8812633" y="2044743"/>
                  </a:lnTo>
                  <a:lnTo>
                    <a:pt x="8870350" y="2040620"/>
                  </a:lnTo>
                  <a:lnTo>
                    <a:pt x="8927974" y="2036574"/>
                  </a:lnTo>
                  <a:lnTo>
                    <a:pt x="8985481" y="2032658"/>
                  </a:lnTo>
                  <a:lnTo>
                    <a:pt x="9042905" y="2028915"/>
                  </a:lnTo>
                  <a:lnTo>
                    <a:pt x="9100367" y="2025379"/>
                  </a:lnTo>
                  <a:lnTo>
                    <a:pt x="9158088" y="2022078"/>
                  </a:lnTo>
                  <a:lnTo>
                    <a:pt x="9216417" y="2019025"/>
                  </a:lnTo>
                  <a:lnTo>
                    <a:pt x="9275849" y="2016227"/>
                  </a:lnTo>
                  <a:lnTo>
                    <a:pt x="9337066" y="2013682"/>
                  </a:lnTo>
                  <a:lnTo>
                    <a:pt x="9347647" y="2013276"/>
                  </a:lnTo>
                  <a:lnTo>
                    <a:pt x="9399582" y="2011428"/>
                  </a:lnTo>
                  <a:lnTo>
                    <a:pt x="9453973" y="2009741"/>
                  </a:lnTo>
                  <a:lnTo>
                    <a:pt x="9511506" y="2008208"/>
                  </a:lnTo>
                  <a:lnTo>
                    <a:pt x="9572936" y="2006819"/>
                  </a:lnTo>
                  <a:lnTo>
                    <a:pt x="9639043" y="2005561"/>
                  </a:lnTo>
                  <a:lnTo>
                    <a:pt x="9710592" y="2004419"/>
                  </a:lnTo>
                  <a:lnTo>
                    <a:pt x="9788280" y="2003382"/>
                  </a:lnTo>
                  <a:lnTo>
                    <a:pt x="9872667" y="2002438"/>
                  </a:lnTo>
                  <a:lnTo>
                    <a:pt x="9964083" y="2001577"/>
                  </a:lnTo>
                  <a:lnTo>
                    <a:pt x="10062512" y="2000794"/>
                  </a:lnTo>
                  <a:lnTo>
                    <a:pt x="10167445" y="2000081"/>
                  </a:lnTo>
                  <a:lnTo>
                    <a:pt x="10277743" y="1999438"/>
                  </a:lnTo>
                  <a:lnTo>
                    <a:pt x="10391503" y="1998863"/>
                  </a:lnTo>
                  <a:lnTo>
                    <a:pt x="10506005" y="1998357"/>
                  </a:lnTo>
                  <a:lnTo>
                    <a:pt x="10617786" y="1997922"/>
                  </a:lnTo>
                  <a:lnTo>
                    <a:pt x="10722876" y="1997558"/>
                  </a:lnTo>
                  <a:lnTo>
                    <a:pt x="10817233" y="1997266"/>
                  </a:lnTo>
                  <a:lnTo>
                    <a:pt x="10897304" y="1997043"/>
                  </a:lnTo>
                  <a:lnTo>
                    <a:pt x="10960620" y="1996883"/>
                  </a:lnTo>
                  <a:lnTo>
                    <a:pt x="11006264" y="1996778"/>
                  </a:lnTo>
                  <a:lnTo>
                    <a:pt x="11035110" y="1996718"/>
                  </a:lnTo>
                  <a:lnTo>
                    <a:pt x="11049801" y="1996690"/>
                  </a:lnTo>
                  <a:lnTo>
                    <a:pt x="11054547" y="1996682"/>
                  </a:lnTo>
                  <a:lnTo>
                    <a:pt x="11054891" y="1996681"/>
                  </a:lnTo>
                  <a:lnTo>
                    <a:pt x="12049831" y="1996681"/>
                  </a:lnTo>
                  <a:lnTo>
                    <a:pt x="12049831" y="1986200"/>
                  </a:lnTo>
                  <a:lnTo>
                    <a:pt x="11054891" y="1986200"/>
                  </a:lnTo>
                  <a:lnTo>
                    <a:pt x="11053755" y="1986202"/>
                  </a:lnTo>
                  <a:lnTo>
                    <a:pt x="11046256" y="1986215"/>
                  </a:lnTo>
                  <a:lnTo>
                    <a:pt x="11027252" y="1986253"/>
                  </a:lnTo>
                  <a:lnTo>
                    <a:pt x="10993028" y="1986326"/>
                  </a:lnTo>
                  <a:lnTo>
                    <a:pt x="10941513" y="1986448"/>
                  </a:lnTo>
                  <a:lnTo>
                    <a:pt x="10872439" y="1986628"/>
                  </a:lnTo>
                  <a:lnTo>
                    <a:pt x="10787277" y="1986874"/>
                  </a:lnTo>
                  <a:lnTo>
                    <a:pt x="10688919" y="1987190"/>
                  </a:lnTo>
                  <a:lnTo>
                    <a:pt x="10581148" y="1987578"/>
                  </a:lnTo>
                  <a:lnTo>
                    <a:pt x="10468039" y="1988037"/>
                  </a:lnTo>
                  <a:lnTo>
                    <a:pt x="10353433" y="1988566"/>
                  </a:lnTo>
                  <a:lnTo>
                    <a:pt x="10240564" y="1989163"/>
                  </a:lnTo>
                  <a:lnTo>
                    <a:pt x="10131878" y="1989829"/>
                  </a:lnTo>
                  <a:lnTo>
                    <a:pt x="10029016" y="1990565"/>
                  </a:lnTo>
                  <a:lnTo>
                    <a:pt x="9932891" y="1991374"/>
                  </a:lnTo>
                  <a:lnTo>
                    <a:pt x="9843830" y="1992261"/>
                  </a:lnTo>
                  <a:lnTo>
                    <a:pt x="9761722" y="1993235"/>
                  </a:lnTo>
                  <a:lnTo>
                    <a:pt x="9686146" y="1994305"/>
                  </a:lnTo>
                  <a:lnTo>
                    <a:pt x="9616489" y="1995484"/>
                  </a:lnTo>
                  <a:lnTo>
                    <a:pt x="9552024" y="1996784"/>
                  </a:lnTo>
                  <a:lnTo>
                    <a:pt x="9491976" y="1998220"/>
                  </a:lnTo>
                  <a:lnTo>
                    <a:pt x="9435569" y="1999803"/>
                  </a:lnTo>
                  <a:lnTo>
                    <a:pt x="9382067" y="2001544"/>
                  </a:lnTo>
                  <a:lnTo>
                    <a:pt x="9347647" y="2002795"/>
                  </a:lnTo>
                  <a:lnTo>
                    <a:pt x="9286046" y="2005298"/>
                  </a:lnTo>
                  <a:lnTo>
                    <a:pt x="9226366" y="2008053"/>
                  </a:lnTo>
                  <a:lnTo>
                    <a:pt x="9167890" y="2011063"/>
                  </a:lnTo>
                  <a:lnTo>
                    <a:pt x="9110095" y="2014323"/>
                  </a:lnTo>
                  <a:lnTo>
                    <a:pt x="9052608" y="2017820"/>
                  </a:lnTo>
                  <a:lnTo>
                    <a:pt x="8995188" y="2021531"/>
                  </a:lnTo>
                  <a:lnTo>
                    <a:pt x="8937700" y="2025421"/>
                  </a:lnTo>
                  <a:lnTo>
                    <a:pt x="8880095" y="2029448"/>
                  </a:lnTo>
                  <a:lnTo>
                    <a:pt x="8822390" y="2033562"/>
                  </a:lnTo>
                  <a:lnTo>
                    <a:pt x="8764643" y="2037709"/>
                  </a:lnTo>
                  <a:lnTo>
                    <a:pt x="8706927" y="2041833"/>
                  </a:lnTo>
                  <a:lnTo>
                    <a:pt x="8649303" y="2045879"/>
                  </a:lnTo>
                  <a:lnTo>
                    <a:pt x="8591796" y="2049795"/>
                  </a:lnTo>
                  <a:lnTo>
                    <a:pt x="8534371" y="2053538"/>
                  </a:lnTo>
                  <a:lnTo>
                    <a:pt x="8476909" y="2057074"/>
                  </a:lnTo>
                  <a:lnTo>
                    <a:pt x="8419188" y="2060375"/>
                  </a:lnTo>
                  <a:lnTo>
                    <a:pt x="8360860" y="2063428"/>
                  </a:lnTo>
                  <a:lnTo>
                    <a:pt x="8301427" y="2066226"/>
                  </a:lnTo>
                  <a:lnTo>
                    <a:pt x="8240211" y="2068771"/>
                  </a:lnTo>
                  <a:lnTo>
                    <a:pt x="8229629" y="2069177"/>
                  </a:lnTo>
                  <a:lnTo>
                    <a:pt x="8177695" y="2071025"/>
                  </a:lnTo>
                  <a:lnTo>
                    <a:pt x="8123304" y="2072712"/>
                  </a:lnTo>
                  <a:lnTo>
                    <a:pt x="8065770" y="2074245"/>
                  </a:lnTo>
                  <a:lnTo>
                    <a:pt x="8004340" y="2075634"/>
                  </a:lnTo>
                  <a:lnTo>
                    <a:pt x="7938233" y="2076892"/>
                  </a:lnTo>
                  <a:lnTo>
                    <a:pt x="7866684" y="2078034"/>
                  </a:lnTo>
                  <a:lnTo>
                    <a:pt x="7788996" y="2079071"/>
                  </a:lnTo>
                  <a:lnTo>
                    <a:pt x="7704609" y="2080015"/>
                  </a:lnTo>
                  <a:lnTo>
                    <a:pt x="7613193" y="2080876"/>
                  </a:lnTo>
                  <a:lnTo>
                    <a:pt x="7514765" y="2081659"/>
                  </a:lnTo>
                  <a:lnTo>
                    <a:pt x="7409831" y="2082372"/>
                  </a:lnTo>
                  <a:lnTo>
                    <a:pt x="7299533" y="2083015"/>
                  </a:lnTo>
                  <a:lnTo>
                    <a:pt x="7185774" y="2083590"/>
                  </a:lnTo>
                  <a:lnTo>
                    <a:pt x="7071272" y="2084096"/>
                  </a:lnTo>
                  <a:lnTo>
                    <a:pt x="6959491" y="2084531"/>
                  </a:lnTo>
                  <a:lnTo>
                    <a:pt x="6854400" y="2084895"/>
                  </a:lnTo>
                  <a:lnTo>
                    <a:pt x="6760044" y="2085187"/>
                  </a:lnTo>
                  <a:lnTo>
                    <a:pt x="6679972" y="2085410"/>
                  </a:lnTo>
                  <a:lnTo>
                    <a:pt x="6616656" y="2085570"/>
                  </a:lnTo>
                  <a:lnTo>
                    <a:pt x="6571012" y="2085675"/>
                  </a:lnTo>
                  <a:lnTo>
                    <a:pt x="6542166" y="2085735"/>
                  </a:lnTo>
                  <a:lnTo>
                    <a:pt x="6527476" y="2085763"/>
                  </a:lnTo>
                  <a:lnTo>
                    <a:pt x="6522729" y="2085771"/>
                  </a:lnTo>
                  <a:lnTo>
                    <a:pt x="6522385" y="2085772"/>
                  </a:lnTo>
                  <a:lnTo>
                    <a:pt x="5527445" y="2085772"/>
                  </a:lnTo>
                  <a:lnTo>
                    <a:pt x="5526342" y="2085733"/>
                  </a:lnTo>
                  <a:lnTo>
                    <a:pt x="5519060" y="2085458"/>
                  </a:lnTo>
                  <a:lnTo>
                    <a:pt x="5500589" y="2084698"/>
                  </a:lnTo>
                  <a:lnTo>
                    <a:pt x="5467289" y="2083200"/>
                  </a:lnTo>
                  <a:lnTo>
                    <a:pt x="5417089" y="2080722"/>
                  </a:lnTo>
                  <a:lnTo>
                    <a:pt x="5349651" y="2077060"/>
                  </a:lnTo>
                  <a:lnTo>
                    <a:pt x="5266314" y="2072057"/>
                  </a:lnTo>
                  <a:lnTo>
                    <a:pt x="5169809" y="2065619"/>
                  </a:lnTo>
                  <a:lnTo>
                    <a:pt x="5063761" y="2057709"/>
                  </a:lnTo>
                  <a:lnTo>
                    <a:pt x="4952124" y="2048331"/>
                  </a:lnTo>
                  <a:lnTo>
                    <a:pt x="4838663" y="2037514"/>
                  </a:lnTo>
                  <a:lnTo>
                    <a:pt x="4726591" y="2025286"/>
                  </a:lnTo>
                  <a:lnTo>
                    <a:pt x="4618372" y="2011656"/>
                  </a:lnTo>
                  <a:lnTo>
                    <a:pt x="4515693" y="1996602"/>
                  </a:lnTo>
                  <a:lnTo>
                    <a:pt x="4419530" y="1980060"/>
                  </a:lnTo>
                  <a:lnTo>
                    <a:pt x="4330272" y="1961924"/>
                  </a:lnTo>
                  <a:lnTo>
                    <a:pt x="4247869" y="1942040"/>
                  </a:lnTo>
                  <a:lnTo>
                    <a:pt x="4171955" y="1920213"/>
                  </a:lnTo>
                  <a:lnTo>
                    <a:pt x="4101960" y="1896208"/>
                  </a:lnTo>
                  <a:lnTo>
                    <a:pt x="4037196" y="1869762"/>
                  </a:lnTo>
                  <a:lnTo>
                    <a:pt x="3976913" y="1840600"/>
                  </a:lnTo>
                  <a:lnTo>
                    <a:pt x="3920358" y="1808455"/>
                  </a:lnTo>
                  <a:lnTo>
                    <a:pt x="3866804" y="1773111"/>
                  </a:lnTo>
                  <a:lnTo>
                    <a:pt x="3820202" y="1738143"/>
                  </a:lnTo>
                  <a:lnTo>
                    <a:pt x="3771211" y="1697025"/>
                  </a:lnTo>
                  <a:lnTo>
                    <a:pt x="3723531" y="1652622"/>
                  </a:lnTo>
                  <a:lnTo>
                    <a:pt x="3676774" y="1604870"/>
                  </a:lnTo>
                  <a:lnTo>
                    <a:pt x="3630634" y="1553769"/>
                  </a:lnTo>
                  <a:lnTo>
                    <a:pt x="3584871" y="1499389"/>
                  </a:lnTo>
                  <a:lnTo>
                    <a:pt x="3539308" y="1441883"/>
                  </a:lnTo>
                  <a:lnTo>
                    <a:pt x="3493815" y="1381481"/>
                  </a:lnTo>
                  <a:lnTo>
                    <a:pt x="3448307" y="1318498"/>
                  </a:lnTo>
                  <a:lnTo>
                    <a:pt x="3402740" y="1253327"/>
                  </a:lnTo>
                  <a:lnTo>
                    <a:pt x="3357098" y="1186431"/>
                  </a:lnTo>
                  <a:lnTo>
                    <a:pt x="3311391" y="1118330"/>
                  </a:lnTo>
                  <a:lnTo>
                    <a:pt x="3265645" y="1049587"/>
                  </a:lnTo>
                  <a:lnTo>
                    <a:pt x="3219895" y="980787"/>
                  </a:lnTo>
                  <a:lnTo>
                    <a:pt x="3174177" y="912516"/>
                  </a:lnTo>
                  <a:lnTo>
                    <a:pt x="3128521" y="845343"/>
                  </a:lnTo>
                  <a:lnTo>
                    <a:pt x="3082940" y="779798"/>
                  </a:lnTo>
                  <a:lnTo>
                    <a:pt x="3037424" y="716357"/>
                  </a:lnTo>
                  <a:lnTo>
                    <a:pt x="2991933" y="655425"/>
                  </a:lnTo>
                  <a:lnTo>
                    <a:pt x="2946392" y="597334"/>
                  </a:lnTo>
                  <a:lnTo>
                    <a:pt x="2900680" y="542332"/>
                  </a:lnTo>
                  <a:lnTo>
                    <a:pt x="2854630" y="490584"/>
                  </a:lnTo>
                  <a:lnTo>
                    <a:pt x="2808015" y="442178"/>
                  </a:lnTo>
                  <a:lnTo>
                    <a:pt x="2760543" y="397127"/>
                  </a:lnTo>
                  <a:lnTo>
                    <a:pt x="2711842" y="355378"/>
                  </a:lnTo>
                  <a:lnTo>
                    <a:pt x="2702183" y="347628"/>
                  </a:lnTo>
                  <a:lnTo>
                    <a:pt x="2650784" y="309287"/>
                  </a:lnTo>
                  <a:lnTo>
                    <a:pt x="2596983" y="274243"/>
                  </a:lnTo>
                  <a:lnTo>
                    <a:pt x="2540118" y="242381"/>
                  </a:lnTo>
                  <a:lnTo>
                    <a:pt x="2479457" y="213478"/>
                  </a:lnTo>
                  <a:lnTo>
                    <a:pt x="2414244" y="187268"/>
                  </a:lnTo>
                  <a:lnTo>
                    <a:pt x="2343734" y="163473"/>
                  </a:lnTo>
                  <a:lnTo>
                    <a:pt x="2267247" y="141833"/>
                  </a:lnTo>
                  <a:lnTo>
                    <a:pt x="2184228" y="122117"/>
                  </a:lnTo>
                  <a:lnTo>
                    <a:pt x="2094334" y="104132"/>
                  </a:lnTo>
                  <a:lnTo>
                    <a:pt x="1997550" y="87731"/>
                  </a:lnTo>
                  <a:lnTo>
                    <a:pt x="1894313" y="72809"/>
                  </a:lnTo>
                  <a:lnTo>
                    <a:pt x="1785660" y="59307"/>
                  </a:lnTo>
                  <a:lnTo>
                    <a:pt x="1673346" y="47207"/>
                  </a:lnTo>
                  <a:lnTo>
                    <a:pt x="1559908" y="36521"/>
                  </a:lnTo>
                  <a:lnTo>
                    <a:pt x="1448620" y="27277"/>
                  </a:lnTo>
                  <a:lnTo>
                    <a:pt x="1343283" y="19502"/>
                  </a:lnTo>
                  <a:lnTo>
                    <a:pt x="1247842" y="13198"/>
                  </a:lnTo>
                  <a:lnTo>
                    <a:pt x="1165866" y="8322"/>
                  </a:lnTo>
                  <a:lnTo>
                    <a:pt x="1099974" y="4776"/>
                  </a:lnTo>
                  <a:lnTo>
                    <a:pt x="1051363" y="2397"/>
                  </a:lnTo>
                  <a:lnTo>
                    <a:pt x="1019532" y="977"/>
                  </a:lnTo>
                  <a:lnTo>
                    <a:pt x="1002260" y="272"/>
                  </a:lnTo>
                  <a:lnTo>
                    <a:pt x="995770" y="2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25" name="pl624"/>
            <p:cNvSpPr/>
            <p:nvPr/>
          </p:nvSpPr>
          <p:spPr>
            <a:xfrm>
              <a:off x="1199187" y="3390525"/>
              <a:ext cx="12049831" cy="2085772"/>
            </a:xfrm>
            <a:custGeom>
              <a:avLst/>
              <a:pathLst>
                <a:path w="12049831" h="2085772">
                  <a:moveTo>
                    <a:pt x="0" y="0"/>
                  </a:moveTo>
                  <a:lnTo>
                    <a:pt x="994940" y="0"/>
                  </a:lnTo>
                  <a:lnTo>
                    <a:pt x="996043" y="38"/>
                  </a:lnTo>
                  <a:lnTo>
                    <a:pt x="1003325" y="313"/>
                  </a:lnTo>
                  <a:lnTo>
                    <a:pt x="1021796" y="1073"/>
                  </a:lnTo>
                  <a:lnTo>
                    <a:pt x="1055096" y="2572"/>
                  </a:lnTo>
                  <a:lnTo>
                    <a:pt x="1105296" y="5049"/>
                  </a:lnTo>
                  <a:lnTo>
                    <a:pt x="1172734" y="8711"/>
                  </a:lnTo>
                  <a:lnTo>
                    <a:pt x="1256071" y="13714"/>
                  </a:lnTo>
                  <a:lnTo>
                    <a:pt x="1352576" y="20152"/>
                  </a:lnTo>
                  <a:lnTo>
                    <a:pt x="1458624" y="28063"/>
                  </a:lnTo>
                  <a:lnTo>
                    <a:pt x="1570261" y="37440"/>
                  </a:lnTo>
                  <a:lnTo>
                    <a:pt x="1683722" y="48257"/>
                  </a:lnTo>
                  <a:lnTo>
                    <a:pt x="1795794" y="60485"/>
                  </a:lnTo>
                  <a:lnTo>
                    <a:pt x="1904013" y="74116"/>
                  </a:lnTo>
                  <a:lnTo>
                    <a:pt x="2006691" y="89170"/>
                  </a:lnTo>
                  <a:lnTo>
                    <a:pt x="2102855" y="105711"/>
                  </a:lnTo>
                  <a:lnTo>
                    <a:pt x="2192113" y="123847"/>
                  </a:lnTo>
                  <a:lnTo>
                    <a:pt x="2274516" y="143731"/>
                  </a:lnTo>
                  <a:lnTo>
                    <a:pt x="2350430" y="165559"/>
                  </a:lnTo>
                  <a:lnTo>
                    <a:pt x="2420425" y="189564"/>
                  </a:lnTo>
                  <a:lnTo>
                    <a:pt x="2485189" y="216009"/>
                  </a:lnTo>
                  <a:lnTo>
                    <a:pt x="2545472" y="245171"/>
                  </a:lnTo>
                  <a:lnTo>
                    <a:pt x="2602027" y="277317"/>
                  </a:lnTo>
                  <a:lnTo>
                    <a:pt x="2655581" y="312660"/>
                  </a:lnTo>
                  <a:lnTo>
                    <a:pt x="2702183" y="347628"/>
                  </a:lnTo>
                  <a:lnTo>
                    <a:pt x="2751174" y="388746"/>
                  </a:lnTo>
                  <a:lnTo>
                    <a:pt x="2798854" y="433149"/>
                  </a:lnTo>
                  <a:lnTo>
                    <a:pt x="2845611" y="480901"/>
                  </a:lnTo>
                  <a:lnTo>
                    <a:pt x="2891751" y="532003"/>
                  </a:lnTo>
                  <a:lnTo>
                    <a:pt x="2937514" y="586382"/>
                  </a:lnTo>
                  <a:lnTo>
                    <a:pt x="2983077" y="643889"/>
                  </a:lnTo>
                  <a:lnTo>
                    <a:pt x="3028570" y="704291"/>
                  </a:lnTo>
                  <a:lnTo>
                    <a:pt x="3074078" y="767274"/>
                  </a:lnTo>
                  <a:lnTo>
                    <a:pt x="3119645" y="832444"/>
                  </a:lnTo>
                  <a:lnTo>
                    <a:pt x="3165287" y="899341"/>
                  </a:lnTo>
                  <a:lnTo>
                    <a:pt x="3210994" y="967441"/>
                  </a:lnTo>
                  <a:lnTo>
                    <a:pt x="3256740" y="1036184"/>
                  </a:lnTo>
                  <a:lnTo>
                    <a:pt x="3302490" y="1104984"/>
                  </a:lnTo>
                  <a:lnTo>
                    <a:pt x="3348208" y="1173255"/>
                  </a:lnTo>
                  <a:lnTo>
                    <a:pt x="3393864" y="1240428"/>
                  </a:lnTo>
                  <a:lnTo>
                    <a:pt x="3439445" y="1305973"/>
                  </a:lnTo>
                  <a:lnTo>
                    <a:pt x="3484961" y="1369415"/>
                  </a:lnTo>
                  <a:lnTo>
                    <a:pt x="3530452" y="1430346"/>
                  </a:lnTo>
                  <a:lnTo>
                    <a:pt x="3575993" y="1488437"/>
                  </a:lnTo>
                  <a:lnTo>
                    <a:pt x="3621705" y="1543439"/>
                  </a:lnTo>
                  <a:lnTo>
                    <a:pt x="3667755" y="1595187"/>
                  </a:lnTo>
                  <a:lnTo>
                    <a:pt x="3714370" y="1643593"/>
                  </a:lnTo>
                  <a:lnTo>
                    <a:pt x="3761842" y="1688644"/>
                  </a:lnTo>
                  <a:lnTo>
                    <a:pt x="3810543" y="1730394"/>
                  </a:lnTo>
                  <a:lnTo>
                    <a:pt x="3820202" y="1738143"/>
                  </a:lnTo>
                  <a:lnTo>
                    <a:pt x="3871601" y="1776484"/>
                  </a:lnTo>
                  <a:lnTo>
                    <a:pt x="3925402" y="1811528"/>
                  </a:lnTo>
                  <a:lnTo>
                    <a:pt x="3982267" y="1843391"/>
                  </a:lnTo>
                  <a:lnTo>
                    <a:pt x="4042928" y="1872293"/>
                  </a:lnTo>
                  <a:lnTo>
                    <a:pt x="4108141" y="1898503"/>
                  </a:lnTo>
                  <a:lnTo>
                    <a:pt x="4178651" y="1922298"/>
                  </a:lnTo>
                  <a:lnTo>
                    <a:pt x="4255138" y="1943938"/>
                  </a:lnTo>
                  <a:lnTo>
                    <a:pt x="4338157" y="1963655"/>
                  </a:lnTo>
                  <a:lnTo>
                    <a:pt x="4428051" y="1981639"/>
                  </a:lnTo>
                  <a:lnTo>
                    <a:pt x="4524835" y="1998041"/>
                  </a:lnTo>
                  <a:lnTo>
                    <a:pt x="4628072" y="2012963"/>
                  </a:lnTo>
                  <a:lnTo>
                    <a:pt x="4736725" y="2026464"/>
                  </a:lnTo>
                  <a:lnTo>
                    <a:pt x="4849039" y="2038564"/>
                  </a:lnTo>
                  <a:lnTo>
                    <a:pt x="4962477" y="2049250"/>
                  </a:lnTo>
                  <a:lnTo>
                    <a:pt x="5073765" y="2058495"/>
                  </a:lnTo>
                  <a:lnTo>
                    <a:pt x="5179102" y="2066270"/>
                  </a:lnTo>
                  <a:lnTo>
                    <a:pt x="5274543" y="2072574"/>
                  </a:lnTo>
                  <a:lnTo>
                    <a:pt x="5356519" y="2077449"/>
                  </a:lnTo>
                  <a:lnTo>
                    <a:pt x="5422411" y="2080996"/>
                  </a:lnTo>
                  <a:lnTo>
                    <a:pt x="5471022" y="2083374"/>
                  </a:lnTo>
                  <a:lnTo>
                    <a:pt x="5502853" y="2084794"/>
                  </a:lnTo>
                  <a:lnTo>
                    <a:pt x="5520125" y="2085500"/>
                  </a:lnTo>
                  <a:lnTo>
                    <a:pt x="5526615" y="2085743"/>
                  </a:lnTo>
                  <a:lnTo>
                    <a:pt x="5527445" y="2085772"/>
                  </a:lnTo>
                  <a:lnTo>
                    <a:pt x="6522385" y="2085772"/>
                  </a:lnTo>
                  <a:lnTo>
                    <a:pt x="6523522" y="2085770"/>
                  </a:lnTo>
                  <a:lnTo>
                    <a:pt x="6531021" y="2085756"/>
                  </a:lnTo>
                  <a:lnTo>
                    <a:pt x="6550024" y="2085719"/>
                  </a:lnTo>
                  <a:lnTo>
                    <a:pt x="6584249" y="2085645"/>
                  </a:lnTo>
                  <a:lnTo>
                    <a:pt x="6635763" y="2085523"/>
                  </a:lnTo>
                  <a:lnTo>
                    <a:pt x="6704838" y="2085343"/>
                  </a:lnTo>
                  <a:lnTo>
                    <a:pt x="6789999" y="2085098"/>
                  </a:lnTo>
                  <a:lnTo>
                    <a:pt x="6888357" y="2084782"/>
                  </a:lnTo>
                  <a:lnTo>
                    <a:pt x="6996129" y="2084394"/>
                  </a:lnTo>
                  <a:lnTo>
                    <a:pt x="7109237" y="2083935"/>
                  </a:lnTo>
                  <a:lnTo>
                    <a:pt x="7223844" y="2083406"/>
                  </a:lnTo>
                  <a:lnTo>
                    <a:pt x="7336713" y="2082808"/>
                  </a:lnTo>
                  <a:lnTo>
                    <a:pt x="7445398" y="2082142"/>
                  </a:lnTo>
                  <a:lnTo>
                    <a:pt x="7548261" y="2081407"/>
                  </a:lnTo>
                  <a:lnTo>
                    <a:pt x="7644386" y="2080598"/>
                  </a:lnTo>
                  <a:lnTo>
                    <a:pt x="7733446" y="2079711"/>
                  </a:lnTo>
                  <a:lnTo>
                    <a:pt x="7815555" y="2078737"/>
                  </a:lnTo>
                  <a:lnTo>
                    <a:pt x="7891130" y="2077666"/>
                  </a:lnTo>
                  <a:lnTo>
                    <a:pt x="7960787" y="2076488"/>
                  </a:lnTo>
                  <a:lnTo>
                    <a:pt x="8025252" y="2075187"/>
                  </a:lnTo>
                  <a:lnTo>
                    <a:pt x="8085300" y="2073752"/>
                  </a:lnTo>
                  <a:lnTo>
                    <a:pt x="8141707" y="2072169"/>
                  </a:lnTo>
                  <a:lnTo>
                    <a:pt x="8195210" y="2070428"/>
                  </a:lnTo>
                  <a:lnTo>
                    <a:pt x="8229629" y="2069177"/>
                  </a:lnTo>
                  <a:lnTo>
                    <a:pt x="8291230" y="2066673"/>
                  </a:lnTo>
                  <a:lnTo>
                    <a:pt x="8350911" y="2063919"/>
                  </a:lnTo>
                  <a:lnTo>
                    <a:pt x="8409386" y="2060909"/>
                  </a:lnTo>
                  <a:lnTo>
                    <a:pt x="8467182" y="2057648"/>
                  </a:lnTo>
                  <a:lnTo>
                    <a:pt x="8524668" y="2054151"/>
                  </a:lnTo>
                  <a:lnTo>
                    <a:pt x="8582089" y="2050441"/>
                  </a:lnTo>
                  <a:lnTo>
                    <a:pt x="8639577" y="2046551"/>
                  </a:lnTo>
                  <a:lnTo>
                    <a:pt x="8697182" y="2042524"/>
                  </a:lnTo>
                  <a:lnTo>
                    <a:pt x="8754886" y="2038410"/>
                  </a:lnTo>
                  <a:lnTo>
                    <a:pt x="8812633" y="2034262"/>
                  </a:lnTo>
                  <a:lnTo>
                    <a:pt x="8870350" y="2030138"/>
                  </a:lnTo>
                  <a:lnTo>
                    <a:pt x="8927974" y="2026093"/>
                  </a:lnTo>
                  <a:lnTo>
                    <a:pt x="8985481" y="2022177"/>
                  </a:lnTo>
                  <a:lnTo>
                    <a:pt x="9042905" y="2018433"/>
                  </a:lnTo>
                  <a:lnTo>
                    <a:pt x="9100367" y="2014898"/>
                  </a:lnTo>
                  <a:lnTo>
                    <a:pt x="9158088" y="2011596"/>
                  </a:lnTo>
                  <a:lnTo>
                    <a:pt x="9216417" y="2008544"/>
                  </a:lnTo>
                  <a:lnTo>
                    <a:pt x="9275849" y="2005746"/>
                  </a:lnTo>
                  <a:lnTo>
                    <a:pt x="9337066" y="2003201"/>
                  </a:lnTo>
                  <a:lnTo>
                    <a:pt x="9347647" y="2002795"/>
                  </a:lnTo>
                  <a:lnTo>
                    <a:pt x="9399582" y="2000947"/>
                  </a:lnTo>
                  <a:lnTo>
                    <a:pt x="9453973" y="1999259"/>
                  </a:lnTo>
                  <a:lnTo>
                    <a:pt x="9511506" y="1997727"/>
                  </a:lnTo>
                  <a:lnTo>
                    <a:pt x="9572936" y="1996338"/>
                  </a:lnTo>
                  <a:lnTo>
                    <a:pt x="9639043" y="1995079"/>
                  </a:lnTo>
                  <a:lnTo>
                    <a:pt x="9710592" y="1993938"/>
                  </a:lnTo>
                  <a:lnTo>
                    <a:pt x="9788280" y="1992901"/>
                  </a:lnTo>
                  <a:lnTo>
                    <a:pt x="9872667" y="1991957"/>
                  </a:lnTo>
                  <a:lnTo>
                    <a:pt x="9964083" y="1991096"/>
                  </a:lnTo>
                  <a:lnTo>
                    <a:pt x="10062512" y="1990312"/>
                  </a:lnTo>
                  <a:lnTo>
                    <a:pt x="10167445" y="1989600"/>
                  </a:lnTo>
                  <a:lnTo>
                    <a:pt x="10277743" y="1988957"/>
                  </a:lnTo>
                  <a:lnTo>
                    <a:pt x="10391503" y="1988382"/>
                  </a:lnTo>
                  <a:lnTo>
                    <a:pt x="10506005" y="1987876"/>
                  </a:lnTo>
                  <a:lnTo>
                    <a:pt x="10617786" y="1987441"/>
                  </a:lnTo>
                  <a:lnTo>
                    <a:pt x="10722876" y="1987077"/>
                  </a:lnTo>
                  <a:lnTo>
                    <a:pt x="10817233" y="1986785"/>
                  </a:lnTo>
                  <a:lnTo>
                    <a:pt x="10897304" y="1986562"/>
                  </a:lnTo>
                  <a:lnTo>
                    <a:pt x="10960620" y="1986402"/>
                  </a:lnTo>
                  <a:lnTo>
                    <a:pt x="11006264" y="1986297"/>
                  </a:lnTo>
                  <a:lnTo>
                    <a:pt x="11035110" y="1986237"/>
                  </a:lnTo>
                  <a:lnTo>
                    <a:pt x="11049801" y="1986209"/>
                  </a:lnTo>
                  <a:lnTo>
                    <a:pt x="11054547" y="1986200"/>
                  </a:lnTo>
                  <a:lnTo>
                    <a:pt x="11054891" y="1986200"/>
                  </a:lnTo>
                  <a:lnTo>
                    <a:pt x="12049831" y="1986200"/>
                  </a:lnTo>
                  <a:lnTo>
                    <a:pt x="12049831" y="19862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6" name="pl625"/>
            <p:cNvSpPr/>
            <p:nvPr/>
          </p:nvSpPr>
          <p:spPr>
            <a:xfrm>
              <a:off x="1199187" y="3380044"/>
              <a:ext cx="12049831" cy="2085772"/>
            </a:xfrm>
            <a:custGeom>
              <a:avLst/>
              <a:pathLst>
                <a:path w="12049831" h="2085772">
                  <a:moveTo>
                    <a:pt x="12049831" y="1986200"/>
                  </a:moveTo>
                  <a:lnTo>
                    <a:pt x="11054891" y="1986200"/>
                  </a:lnTo>
                  <a:lnTo>
                    <a:pt x="11053755" y="1986202"/>
                  </a:lnTo>
                  <a:lnTo>
                    <a:pt x="11046256" y="1986215"/>
                  </a:lnTo>
                  <a:lnTo>
                    <a:pt x="11027252" y="1986253"/>
                  </a:lnTo>
                  <a:lnTo>
                    <a:pt x="10993028" y="1986326"/>
                  </a:lnTo>
                  <a:lnTo>
                    <a:pt x="10941513" y="1986448"/>
                  </a:lnTo>
                  <a:lnTo>
                    <a:pt x="10872439" y="1986628"/>
                  </a:lnTo>
                  <a:lnTo>
                    <a:pt x="10787277" y="1986874"/>
                  </a:lnTo>
                  <a:lnTo>
                    <a:pt x="10688919" y="1987190"/>
                  </a:lnTo>
                  <a:lnTo>
                    <a:pt x="10581148" y="1987578"/>
                  </a:lnTo>
                  <a:lnTo>
                    <a:pt x="10468039" y="1988037"/>
                  </a:lnTo>
                  <a:lnTo>
                    <a:pt x="10353433" y="1988566"/>
                  </a:lnTo>
                  <a:lnTo>
                    <a:pt x="10240564" y="1989163"/>
                  </a:lnTo>
                  <a:lnTo>
                    <a:pt x="10131878" y="1989829"/>
                  </a:lnTo>
                  <a:lnTo>
                    <a:pt x="10029016" y="1990565"/>
                  </a:lnTo>
                  <a:lnTo>
                    <a:pt x="9932891" y="1991374"/>
                  </a:lnTo>
                  <a:lnTo>
                    <a:pt x="9843830" y="1992261"/>
                  </a:lnTo>
                  <a:lnTo>
                    <a:pt x="9761722" y="1993235"/>
                  </a:lnTo>
                  <a:lnTo>
                    <a:pt x="9686146" y="1994305"/>
                  </a:lnTo>
                  <a:lnTo>
                    <a:pt x="9616489" y="1995484"/>
                  </a:lnTo>
                  <a:lnTo>
                    <a:pt x="9552024" y="1996784"/>
                  </a:lnTo>
                  <a:lnTo>
                    <a:pt x="9491976" y="1998220"/>
                  </a:lnTo>
                  <a:lnTo>
                    <a:pt x="9435569" y="1999803"/>
                  </a:lnTo>
                  <a:lnTo>
                    <a:pt x="9382067" y="2001544"/>
                  </a:lnTo>
                  <a:lnTo>
                    <a:pt x="9347647" y="2002795"/>
                  </a:lnTo>
                  <a:lnTo>
                    <a:pt x="9286046" y="2005298"/>
                  </a:lnTo>
                  <a:lnTo>
                    <a:pt x="9226366" y="2008053"/>
                  </a:lnTo>
                  <a:lnTo>
                    <a:pt x="9167890" y="2011063"/>
                  </a:lnTo>
                  <a:lnTo>
                    <a:pt x="9110095" y="2014323"/>
                  </a:lnTo>
                  <a:lnTo>
                    <a:pt x="9052608" y="2017820"/>
                  </a:lnTo>
                  <a:lnTo>
                    <a:pt x="8995188" y="2021531"/>
                  </a:lnTo>
                  <a:lnTo>
                    <a:pt x="8937700" y="2025421"/>
                  </a:lnTo>
                  <a:lnTo>
                    <a:pt x="8880095" y="2029448"/>
                  </a:lnTo>
                  <a:lnTo>
                    <a:pt x="8822390" y="2033562"/>
                  </a:lnTo>
                  <a:lnTo>
                    <a:pt x="8764643" y="2037709"/>
                  </a:lnTo>
                  <a:lnTo>
                    <a:pt x="8706927" y="2041833"/>
                  </a:lnTo>
                  <a:lnTo>
                    <a:pt x="8649303" y="2045879"/>
                  </a:lnTo>
                  <a:lnTo>
                    <a:pt x="8591796" y="2049795"/>
                  </a:lnTo>
                  <a:lnTo>
                    <a:pt x="8534371" y="2053538"/>
                  </a:lnTo>
                  <a:lnTo>
                    <a:pt x="8476909" y="2057074"/>
                  </a:lnTo>
                  <a:lnTo>
                    <a:pt x="8419188" y="2060375"/>
                  </a:lnTo>
                  <a:lnTo>
                    <a:pt x="8360860" y="2063428"/>
                  </a:lnTo>
                  <a:lnTo>
                    <a:pt x="8301427" y="2066226"/>
                  </a:lnTo>
                  <a:lnTo>
                    <a:pt x="8240211" y="2068771"/>
                  </a:lnTo>
                  <a:lnTo>
                    <a:pt x="8229629" y="2069177"/>
                  </a:lnTo>
                  <a:lnTo>
                    <a:pt x="8177695" y="2071025"/>
                  </a:lnTo>
                  <a:lnTo>
                    <a:pt x="8123304" y="2072712"/>
                  </a:lnTo>
                  <a:lnTo>
                    <a:pt x="8065770" y="2074245"/>
                  </a:lnTo>
                  <a:lnTo>
                    <a:pt x="8004340" y="2075634"/>
                  </a:lnTo>
                  <a:lnTo>
                    <a:pt x="7938233" y="2076892"/>
                  </a:lnTo>
                  <a:lnTo>
                    <a:pt x="7866684" y="2078034"/>
                  </a:lnTo>
                  <a:lnTo>
                    <a:pt x="7788996" y="2079071"/>
                  </a:lnTo>
                  <a:lnTo>
                    <a:pt x="7704609" y="2080015"/>
                  </a:lnTo>
                  <a:lnTo>
                    <a:pt x="7613193" y="2080876"/>
                  </a:lnTo>
                  <a:lnTo>
                    <a:pt x="7514765" y="2081659"/>
                  </a:lnTo>
                  <a:lnTo>
                    <a:pt x="7409831" y="2082372"/>
                  </a:lnTo>
                  <a:lnTo>
                    <a:pt x="7299533" y="2083015"/>
                  </a:lnTo>
                  <a:lnTo>
                    <a:pt x="7185774" y="2083590"/>
                  </a:lnTo>
                  <a:lnTo>
                    <a:pt x="7071272" y="2084096"/>
                  </a:lnTo>
                  <a:lnTo>
                    <a:pt x="6959491" y="2084531"/>
                  </a:lnTo>
                  <a:lnTo>
                    <a:pt x="6854400" y="2084895"/>
                  </a:lnTo>
                  <a:lnTo>
                    <a:pt x="6760044" y="2085187"/>
                  </a:lnTo>
                  <a:lnTo>
                    <a:pt x="6679972" y="2085410"/>
                  </a:lnTo>
                  <a:lnTo>
                    <a:pt x="6616656" y="2085570"/>
                  </a:lnTo>
                  <a:lnTo>
                    <a:pt x="6571012" y="2085675"/>
                  </a:lnTo>
                  <a:lnTo>
                    <a:pt x="6542166" y="2085735"/>
                  </a:lnTo>
                  <a:lnTo>
                    <a:pt x="6527476" y="2085763"/>
                  </a:lnTo>
                  <a:lnTo>
                    <a:pt x="6522729" y="2085771"/>
                  </a:lnTo>
                  <a:lnTo>
                    <a:pt x="6522385" y="2085772"/>
                  </a:lnTo>
                  <a:lnTo>
                    <a:pt x="5527445" y="2085772"/>
                  </a:lnTo>
                  <a:lnTo>
                    <a:pt x="5526342" y="2085733"/>
                  </a:lnTo>
                  <a:lnTo>
                    <a:pt x="5519060" y="2085458"/>
                  </a:lnTo>
                  <a:lnTo>
                    <a:pt x="5500589" y="2084698"/>
                  </a:lnTo>
                  <a:lnTo>
                    <a:pt x="5467289" y="2083200"/>
                  </a:lnTo>
                  <a:lnTo>
                    <a:pt x="5417089" y="2080722"/>
                  </a:lnTo>
                  <a:lnTo>
                    <a:pt x="5349651" y="2077060"/>
                  </a:lnTo>
                  <a:lnTo>
                    <a:pt x="5266314" y="2072057"/>
                  </a:lnTo>
                  <a:lnTo>
                    <a:pt x="5169809" y="2065619"/>
                  </a:lnTo>
                  <a:lnTo>
                    <a:pt x="5063761" y="2057709"/>
                  </a:lnTo>
                  <a:lnTo>
                    <a:pt x="4952124" y="2048331"/>
                  </a:lnTo>
                  <a:lnTo>
                    <a:pt x="4838663" y="2037514"/>
                  </a:lnTo>
                  <a:lnTo>
                    <a:pt x="4726591" y="2025286"/>
                  </a:lnTo>
                  <a:lnTo>
                    <a:pt x="4618372" y="2011656"/>
                  </a:lnTo>
                  <a:lnTo>
                    <a:pt x="4515693" y="1996602"/>
                  </a:lnTo>
                  <a:lnTo>
                    <a:pt x="4419530" y="1980060"/>
                  </a:lnTo>
                  <a:lnTo>
                    <a:pt x="4330272" y="1961924"/>
                  </a:lnTo>
                  <a:lnTo>
                    <a:pt x="4247869" y="1942040"/>
                  </a:lnTo>
                  <a:lnTo>
                    <a:pt x="4171955" y="1920213"/>
                  </a:lnTo>
                  <a:lnTo>
                    <a:pt x="4101960" y="1896208"/>
                  </a:lnTo>
                  <a:lnTo>
                    <a:pt x="4037196" y="1869762"/>
                  </a:lnTo>
                  <a:lnTo>
                    <a:pt x="3976913" y="1840600"/>
                  </a:lnTo>
                  <a:lnTo>
                    <a:pt x="3920358" y="1808455"/>
                  </a:lnTo>
                  <a:lnTo>
                    <a:pt x="3866804" y="1773111"/>
                  </a:lnTo>
                  <a:lnTo>
                    <a:pt x="3820202" y="1738143"/>
                  </a:lnTo>
                  <a:lnTo>
                    <a:pt x="3771211" y="1697025"/>
                  </a:lnTo>
                  <a:lnTo>
                    <a:pt x="3723531" y="1652622"/>
                  </a:lnTo>
                  <a:lnTo>
                    <a:pt x="3676774" y="1604870"/>
                  </a:lnTo>
                  <a:lnTo>
                    <a:pt x="3630634" y="1553769"/>
                  </a:lnTo>
                  <a:lnTo>
                    <a:pt x="3584871" y="1499389"/>
                  </a:lnTo>
                  <a:lnTo>
                    <a:pt x="3539308" y="1441883"/>
                  </a:lnTo>
                  <a:lnTo>
                    <a:pt x="3493815" y="1381481"/>
                  </a:lnTo>
                  <a:lnTo>
                    <a:pt x="3448307" y="1318498"/>
                  </a:lnTo>
                  <a:lnTo>
                    <a:pt x="3402740" y="1253327"/>
                  </a:lnTo>
                  <a:lnTo>
                    <a:pt x="3357098" y="1186431"/>
                  </a:lnTo>
                  <a:lnTo>
                    <a:pt x="3311391" y="1118330"/>
                  </a:lnTo>
                  <a:lnTo>
                    <a:pt x="3265645" y="1049587"/>
                  </a:lnTo>
                  <a:lnTo>
                    <a:pt x="3219895" y="980787"/>
                  </a:lnTo>
                  <a:lnTo>
                    <a:pt x="3174177" y="912516"/>
                  </a:lnTo>
                  <a:lnTo>
                    <a:pt x="3128521" y="845343"/>
                  </a:lnTo>
                  <a:lnTo>
                    <a:pt x="3082940" y="779798"/>
                  </a:lnTo>
                  <a:lnTo>
                    <a:pt x="3037424" y="716357"/>
                  </a:lnTo>
                  <a:lnTo>
                    <a:pt x="2991933" y="655425"/>
                  </a:lnTo>
                  <a:lnTo>
                    <a:pt x="2946392" y="597334"/>
                  </a:lnTo>
                  <a:lnTo>
                    <a:pt x="2900680" y="542332"/>
                  </a:lnTo>
                  <a:lnTo>
                    <a:pt x="2854630" y="490584"/>
                  </a:lnTo>
                  <a:lnTo>
                    <a:pt x="2808015" y="442178"/>
                  </a:lnTo>
                  <a:lnTo>
                    <a:pt x="2760543" y="397127"/>
                  </a:lnTo>
                  <a:lnTo>
                    <a:pt x="2711842" y="355378"/>
                  </a:lnTo>
                  <a:lnTo>
                    <a:pt x="2702183" y="347628"/>
                  </a:lnTo>
                  <a:lnTo>
                    <a:pt x="2650784" y="309287"/>
                  </a:lnTo>
                  <a:lnTo>
                    <a:pt x="2596983" y="274243"/>
                  </a:lnTo>
                  <a:lnTo>
                    <a:pt x="2540118" y="242381"/>
                  </a:lnTo>
                  <a:lnTo>
                    <a:pt x="2479457" y="213478"/>
                  </a:lnTo>
                  <a:lnTo>
                    <a:pt x="2414244" y="187268"/>
                  </a:lnTo>
                  <a:lnTo>
                    <a:pt x="2343734" y="163473"/>
                  </a:lnTo>
                  <a:lnTo>
                    <a:pt x="2267247" y="141833"/>
                  </a:lnTo>
                  <a:lnTo>
                    <a:pt x="2184228" y="122117"/>
                  </a:lnTo>
                  <a:lnTo>
                    <a:pt x="2094334" y="104132"/>
                  </a:lnTo>
                  <a:lnTo>
                    <a:pt x="1997550" y="87731"/>
                  </a:lnTo>
                  <a:lnTo>
                    <a:pt x="1894313" y="72809"/>
                  </a:lnTo>
                  <a:lnTo>
                    <a:pt x="1785660" y="59307"/>
                  </a:lnTo>
                  <a:lnTo>
                    <a:pt x="1673346" y="47207"/>
                  </a:lnTo>
                  <a:lnTo>
                    <a:pt x="1559908" y="36521"/>
                  </a:lnTo>
                  <a:lnTo>
                    <a:pt x="1448620" y="27277"/>
                  </a:lnTo>
                  <a:lnTo>
                    <a:pt x="1343283" y="19502"/>
                  </a:lnTo>
                  <a:lnTo>
                    <a:pt x="1247842" y="13198"/>
                  </a:lnTo>
                  <a:lnTo>
                    <a:pt x="1165866" y="8322"/>
                  </a:lnTo>
                  <a:lnTo>
                    <a:pt x="1099974" y="4776"/>
                  </a:lnTo>
                  <a:lnTo>
                    <a:pt x="1051363" y="2397"/>
                  </a:lnTo>
                  <a:lnTo>
                    <a:pt x="1019532" y="977"/>
                  </a:lnTo>
                  <a:lnTo>
                    <a:pt x="1002260" y="272"/>
                  </a:lnTo>
                  <a:lnTo>
                    <a:pt x="995770" y="2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7" name="pg626"/>
            <p:cNvSpPr/>
            <p:nvPr/>
          </p:nvSpPr>
          <p:spPr>
            <a:xfrm>
              <a:off x="1199187" y="3390525"/>
              <a:ext cx="12049831" cy="2326841"/>
            </a:xfrm>
            <a:custGeom>
              <a:avLst/>
              <a:pathLst>
                <a:path w="12049831" h="2326841">
                  <a:moveTo>
                    <a:pt x="0" y="15721"/>
                  </a:moveTo>
                  <a:lnTo>
                    <a:pt x="994940" y="15721"/>
                  </a:lnTo>
                  <a:lnTo>
                    <a:pt x="996042" y="15760"/>
                  </a:lnTo>
                  <a:lnTo>
                    <a:pt x="1003323" y="16037"/>
                  </a:lnTo>
                  <a:lnTo>
                    <a:pt x="1021788" y="16800"/>
                  </a:lnTo>
                  <a:lnTo>
                    <a:pt x="1055080" y="18306"/>
                  </a:lnTo>
                  <a:lnTo>
                    <a:pt x="1105266" y="20795"/>
                  </a:lnTo>
                  <a:lnTo>
                    <a:pt x="1172689" y="24475"/>
                  </a:lnTo>
                  <a:lnTo>
                    <a:pt x="1256007" y="29501"/>
                  </a:lnTo>
                  <a:lnTo>
                    <a:pt x="1352494" y="35970"/>
                  </a:lnTo>
                  <a:lnTo>
                    <a:pt x="1458525" y="43918"/>
                  </a:lnTo>
                  <a:lnTo>
                    <a:pt x="1570147" y="53340"/>
                  </a:lnTo>
                  <a:lnTo>
                    <a:pt x="1683597" y="64209"/>
                  </a:lnTo>
                  <a:lnTo>
                    <a:pt x="1795661" y="76496"/>
                  </a:lnTo>
                  <a:lnTo>
                    <a:pt x="1903875" y="90191"/>
                  </a:lnTo>
                  <a:lnTo>
                    <a:pt x="2006552" y="105318"/>
                  </a:lnTo>
                  <a:lnTo>
                    <a:pt x="2102716" y="121938"/>
                  </a:lnTo>
                  <a:lnTo>
                    <a:pt x="2191975" y="140161"/>
                  </a:lnTo>
                  <a:lnTo>
                    <a:pt x="2274381" y="160140"/>
                  </a:lnTo>
                  <a:lnTo>
                    <a:pt x="2350298" y="182071"/>
                  </a:lnTo>
                  <a:lnTo>
                    <a:pt x="2420296" y="206190"/>
                  </a:lnTo>
                  <a:lnTo>
                    <a:pt x="2485064" y="232760"/>
                  </a:lnTo>
                  <a:lnTo>
                    <a:pt x="2545349" y="262060"/>
                  </a:lnTo>
                  <a:lnTo>
                    <a:pt x="2601906" y="294358"/>
                  </a:lnTo>
                  <a:lnTo>
                    <a:pt x="2655460" y="329868"/>
                  </a:lnTo>
                  <a:lnTo>
                    <a:pt x="2702183" y="365097"/>
                  </a:lnTo>
                  <a:lnTo>
                    <a:pt x="2751101" y="406356"/>
                  </a:lnTo>
                  <a:lnTo>
                    <a:pt x="2798710" y="450906"/>
                  </a:lnTo>
                  <a:lnTo>
                    <a:pt x="2845399" y="498812"/>
                  </a:lnTo>
                  <a:lnTo>
                    <a:pt x="2891471" y="550075"/>
                  </a:lnTo>
                  <a:lnTo>
                    <a:pt x="2937166" y="604622"/>
                  </a:lnTo>
                  <a:lnTo>
                    <a:pt x="2982661" y="662304"/>
                  </a:lnTo>
                  <a:lnTo>
                    <a:pt x="3028085" y="722890"/>
                  </a:lnTo>
                  <a:lnTo>
                    <a:pt x="3073522" y="786065"/>
                  </a:lnTo>
                  <a:lnTo>
                    <a:pt x="3119019" y="851438"/>
                  </a:lnTo>
                  <a:lnTo>
                    <a:pt x="3164590" y="918547"/>
                  </a:lnTo>
                  <a:lnTo>
                    <a:pt x="3210227" y="986870"/>
                  </a:lnTo>
                  <a:lnTo>
                    <a:pt x="3255904" y="1055847"/>
                  </a:lnTo>
                  <a:lnTo>
                    <a:pt x="3301584" y="1124892"/>
                  </a:lnTo>
                  <a:lnTo>
                    <a:pt x="3347233" y="1193418"/>
                  </a:lnTo>
                  <a:lnTo>
                    <a:pt x="3392821" y="1260856"/>
                  </a:lnTo>
                  <a:lnTo>
                    <a:pt x="3438335" y="1326675"/>
                  </a:lnTo>
                  <a:lnTo>
                    <a:pt x="3483783" y="1390396"/>
                  </a:lnTo>
                  <a:lnTo>
                    <a:pt x="3529204" y="1451612"/>
                  </a:lnTo>
                  <a:lnTo>
                    <a:pt x="3574673" y="1509991"/>
                  </a:lnTo>
                  <a:lnTo>
                    <a:pt x="3620307" y="1565280"/>
                  </a:lnTo>
                  <a:lnTo>
                    <a:pt x="3666274" y="1617312"/>
                  </a:lnTo>
                  <a:lnTo>
                    <a:pt x="3712795" y="1665998"/>
                  </a:lnTo>
                  <a:lnTo>
                    <a:pt x="3760160" y="1711321"/>
                  </a:lnTo>
                  <a:lnTo>
                    <a:pt x="3808735" y="1753334"/>
                  </a:lnTo>
                  <a:lnTo>
                    <a:pt x="3820202" y="1762599"/>
                  </a:lnTo>
                  <a:lnTo>
                    <a:pt x="3871596" y="1801130"/>
                  </a:lnTo>
                  <a:lnTo>
                    <a:pt x="3925391" y="1836347"/>
                  </a:lnTo>
                  <a:lnTo>
                    <a:pt x="3982250" y="1868367"/>
                  </a:lnTo>
                  <a:lnTo>
                    <a:pt x="4042903" y="1897412"/>
                  </a:lnTo>
                  <a:lnTo>
                    <a:pt x="4108107" y="1923753"/>
                  </a:lnTo>
                  <a:lnTo>
                    <a:pt x="4178607" y="1947666"/>
                  </a:lnTo>
                  <a:lnTo>
                    <a:pt x="4255082" y="1969414"/>
                  </a:lnTo>
                  <a:lnTo>
                    <a:pt x="4338088" y="1989229"/>
                  </a:lnTo>
                  <a:lnTo>
                    <a:pt x="4427966" y="2007304"/>
                  </a:lnTo>
                  <a:lnTo>
                    <a:pt x="4524735" y="2023787"/>
                  </a:lnTo>
                  <a:lnTo>
                    <a:pt x="4627954" y="2038784"/>
                  </a:lnTo>
                  <a:lnTo>
                    <a:pt x="4736591" y="2052354"/>
                  </a:lnTo>
                  <a:lnTo>
                    <a:pt x="4848891" y="2064515"/>
                  </a:lnTo>
                  <a:lnTo>
                    <a:pt x="4962318" y="2075256"/>
                  </a:lnTo>
                  <a:lnTo>
                    <a:pt x="5073601" y="2084548"/>
                  </a:lnTo>
                  <a:lnTo>
                    <a:pt x="5178940" y="2092364"/>
                  </a:lnTo>
                  <a:lnTo>
                    <a:pt x="5274390" y="2098701"/>
                  </a:lnTo>
                  <a:lnTo>
                    <a:pt x="5356385" y="2103603"/>
                  </a:lnTo>
                  <a:lnTo>
                    <a:pt x="5422302" y="2107169"/>
                  </a:lnTo>
                  <a:lnTo>
                    <a:pt x="5470942" y="2109561"/>
                  </a:lnTo>
                  <a:lnTo>
                    <a:pt x="5502803" y="2110990"/>
                  </a:lnTo>
                  <a:lnTo>
                    <a:pt x="5520101" y="2111700"/>
                  </a:lnTo>
                  <a:lnTo>
                    <a:pt x="5526608" y="2111946"/>
                  </a:lnTo>
                  <a:lnTo>
                    <a:pt x="5527445" y="2111975"/>
                  </a:lnTo>
                  <a:lnTo>
                    <a:pt x="6522385" y="2111975"/>
                  </a:lnTo>
                  <a:lnTo>
                    <a:pt x="6523522" y="2111979"/>
                  </a:lnTo>
                  <a:lnTo>
                    <a:pt x="6531019" y="2112008"/>
                  </a:lnTo>
                  <a:lnTo>
                    <a:pt x="6550018" y="2112089"/>
                  </a:lnTo>
                  <a:lnTo>
                    <a:pt x="6584234" y="2112248"/>
                  </a:lnTo>
                  <a:lnTo>
                    <a:pt x="6635737" y="2112511"/>
                  </a:lnTo>
                  <a:lnTo>
                    <a:pt x="6704798" y="2112900"/>
                  </a:lnTo>
                  <a:lnTo>
                    <a:pt x="6789944" y="2113430"/>
                  </a:lnTo>
                  <a:lnTo>
                    <a:pt x="6888286" y="2114111"/>
                  </a:lnTo>
                  <a:lnTo>
                    <a:pt x="6996042" y="2114948"/>
                  </a:lnTo>
                  <a:lnTo>
                    <a:pt x="7109139" y="2115938"/>
                  </a:lnTo>
                  <a:lnTo>
                    <a:pt x="7223735" y="2117079"/>
                  </a:lnTo>
                  <a:lnTo>
                    <a:pt x="7336598" y="2118368"/>
                  </a:lnTo>
                  <a:lnTo>
                    <a:pt x="7445279" y="2119805"/>
                  </a:lnTo>
                  <a:lnTo>
                    <a:pt x="7548141" y="2121392"/>
                  </a:lnTo>
                  <a:lnTo>
                    <a:pt x="7644266" y="2123137"/>
                  </a:lnTo>
                  <a:lnTo>
                    <a:pt x="7733328" y="2125051"/>
                  </a:lnTo>
                  <a:lnTo>
                    <a:pt x="7815439" y="2127153"/>
                  </a:lnTo>
                  <a:lnTo>
                    <a:pt x="7891018" y="2129462"/>
                  </a:lnTo>
                  <a:lnTo>
                    <a:pt x="7960678" y="2132005"/>
                  </a:lnTo>
                  <a:lnTo>
                    <a:pt x="8025145" y="2134810"/>
                  </a:lnTo>
                  <a:lnTo>
                    <a:pt x="8085195" y="2137907"/>
                  </a:lnTo>
                  <a:lnTo>
                    <a:pt x="8141603" y="2141323"/>
                  </a:lnTo>
                  <a:lnTo>
                    <a:pt x="8195106" y="2145078"/>
                  </a:lnTo>
                  <a:lnTo>
                    <a:pt x="8229629" y="2147786"/>
                  </a:lnTo>
                  <a:lnTo>
                    <a:pt x="8291037" y="2153170"/>
                  </a:lnTo>
                  <a:lnTo>
                    <a:pt x="8350535" y="2159093"/>
                  </a:lnTo>
                  <a:lnTo>
                    <a:pt x="8408831" y="2165562"/>
                  </a:lnTo>
                  <a:lnTo>
                    <a:pt x="8466448" y="2172570"/>
                  </a:lnTo>
                  <a:lnTo>
                    <a:pt x="8523754" y="2180085"/>
                  </a:lnTo>
                  <a:lnTo>
                    <a:pt x="8580991" y="2188059"/>
                  </a:lnTo>
                  <a:lnTo>
                    <a:pt x="8638294" y="2196419"/>
                  </a:lnTo>
                  <a:lnTo>
                    <a:pt x="8695712" y="2205075"/>
                  </a:lnTo>
                  <a:lnTo>
                    <a:pt x="8753231" y="2213922"/>
                  </a:lnTo>
                  <a:lnTo>
                    <a:pt x="8810794" y="2222843"/>
                  </a:lnTo>
                  <a:lnTo>
                    <a:pt x="8868328" y="2231717"/>
                  </a:lnTo>
                  <a:lnTo>
                    <a:pt x="8925773" y="2240427"/>
                  </a:lnTo>
                  <a:lnTo>
                    <a:pt x="8983101" y="2248864"/>
                  </a:lnTo>
                  <a:lnTo>
                    <a:pt x="9040345" y="2256933"/>
                  </a:lnTo>
                  <a:lnTo>
                    <a:pt x="9097618" y="2264560"/>
                  </a:lnTo>
                  <a:lnTo>
                    <a:pt x="9155135" y="2271687"/>
                  </a:lnTo>
                  <a:lnTo>
                    <a:pt x="9213235" y="2278282"/>
                  </a:lnTo>
                  <a:lnTo>
                    <a:pt x="9272400" y="2284331"/>
                  </a:lnTo>
                  <a:lnTo>
                    <a:pt x="9333294" y="2289837"/>
                  </a:lnTo>
                  <a:lnTo>
                    <a:pt x="9347647" y="2291030"/>
                  </a:lnTo>
                  <a:lnTo>
                    <a:pt x="9399577" y="2295018"/>
                  </a:lnTo>
                  <a:lnTo>
                    <a:pt x="9453963" y="2298659"/>
                  </a:lnTo>
                  <a:lnTo>
                    <a:pt x="9511491" y="2301967"/>
                  </a:lnTo>
                  <a:lnTo>
                    <a:pt x="9572914" y="2304964"/>
                  </a:lnTo>
                  <a:lnTo>
                    <a:pt x="9639014" y="2307679"/>
                  </a:lnTo>
                  <a:lnTo>
                    <a:pt x="9710554" y="2310142"/>
                  </a:lnTo>
                  <a:lnTo>
                    <a:pt x="9788231" y="2312380"/>
                  </a:lnTo>
                  <a:lnTo>
                    <a:pt x="9872606" y="2314417"/>
                  </a:lnTo>
                  <a:lnTo>
                    <a:pt x="9964010" y="2316274"/>
                  </a:lnTo>
                  <a:lnTo>
                    <a:pt x="10062424" y="2317965"/>
                  </a:lnTo>
                  <a:lnTo>
                    <a:pt x="10167343" y="2319502"/>
                  </a:lnTo>
                  <a:lnTo>
                    <a:pt x="10277627" y="2320890"/>
                  </a:lnTo>
                  <a:lnTo>
                    <a:pt x="10391374" y="2322131"/>
                  </a:lnTo>
                  <a:lnTo>
                    <a:pt x="10505867" y="2323222"/>
                  </a:lnTo>
                  <a:lnTo>
                    <a:pt x="10617644" y="2324162"/>
                  </a:lnTo>
                  <a:lnTo>
                    <a:pt x="10722737" y="2324947"/>
                  </a:lnTo>
                  <a:lnTo>
                    <a:pt x="10817104" y="2325578"/>
                  </a:lnTo>
                  <a:lnTo>
                    <a:pt x="10897192" y="2326060"/>
                  </a:lnTo>
                  <a:lnTo>
                    <a:pt x="10960531" y="2326405"/>
                  </a:lnTo>
                  <a:lnTo>
                    <a:pt x="11006200" y="2326631"/>
                  </a:lnTo>
                  <a:lnTo>
                    <a:pt x="11035072" y="2326761"/>
                  </a:lnTo>
                  <a:lnTo>
                    <a:pt x="11049784" y="2326822"/>
                  </a:lnTo>
                  <a:lnTo>
                    <a:pt x="11054544" y="2326840"/>
                  </a:lnTo>
                  <a:lnTo>
                    <a:pt x="11054891" y="2326841"/>
                  </a:lnTo>
                  <a:lnTo>
                    <a:pt x="12049831" y="2326841"/>
                  </a:lnTo>
                  <a:lnTo>
                    <a:pt x="12049831" y="2311119"/>
                  </a:lnTo>
                  <a:lnTo>
                    <a:pt x="11054891" y="2311119"/>
                  </a:lnTo>
                  <a:lnTo>
                    <a:pt x="11053755" y="2311115"/>
                  </a:lnTo>
                  <a:lnTo>
                    <a:pt x="11046258" y="2311086"/>
                  </a:lnTo>
                  <a:lnTo>
                    <a:pt x="11027259" y="2311005"/>
                  </a:lnTo>
                  <a:lnTo>
                    <a:pt x="10993043" y="2310846"/>
                  </a:lnTo>
                  <a:lnTo>
                    <a:pt x="10941539" y="2310583"/>
                  </a:lnTo>
                  <a:lnTo>
                    <a:pt x="10872479" y="2310195"/>
                  </a:lnTo>
                  <a:lnTo>
                    <a:pt x="10787333" y="2309664"/>
                  </a:lnTo>
                  <a:lnTo>
                    <a:pt x="10688991" y="2308983"/>
                  </a:lnTo>
                  <a:lnTo>
                    <a:pt x="10581234" y="2308147"/>
                  </a:lnTo>
                  <a:lnTo>
                    <a:pt x="10468138" y="2307156"/>
                  </a:lnTo>
                  <a:lnTo>
                    <a:pt x="10353541" y="2306015"/>
                  </a:lnTo>
                  <a:lnTo>
                    <a:pt x="10240679" y="2304726"/>
                  </a:lnTo>
                  <a:lnTo>
                    <a:pt x="10131997" y="2303289"/>
                  </a:lnTo>
                  <a:lnTo>
                    <a:pt x="10029136" y="2301702"/>
                  </a:lnTo>
                  <a:lnTo>
                    <a:pt x="9933010" y="2299957"/>
                  </a:lnTo>
                  <a:lnTo>
                    <a:pt x="9843948" y="2298043"/>
                  </a:lnTo>
                  <a:lnTo>
                    <a:pt x="9761837" y="2295941"/>
                  </a:lnTo>
                  <a:lnTo>
                    <a:pt x="9686259" y="2293632"/>
                  </a:lnTo>
                  <a:lnTo>
                    <a:pt x="9616599" y="2291089"/>
                  </a:lnTo>
                  <a:lnTo>
                    <a:pt x="9552131" y="2288284"/>
                  </a:lnTo>
                  <a:lnTo>
                    <a:pt x="9492082" y="2285187"/>
                  </a:lnTo>
                  <a:lnTo>
                    <a:pt x="9435673" y="2281772"/>
                  </a:lnTo>
                  <a:lnTo>
                    <a:pt x="9382171" y="2278016"/>
                  </a:lnTo>
                  <a:lnTo>
                    <a:pt x="9347647" y="2275308"/>
                  </a:lnTo>
                  <a:lnTo>
                    <a:pt x="9286239" y="2269924"/>
                  </a:lnTo>
                  <a:lnTo>
                    <a:pt x="9226742" y="2264002"/>
                  </a:lnTo>
                  <a:lnTo>
                    <a:pt x="9168445" y="2257532"/>
                  </a:lnTo>
                  <a:lnTo>
                    <a:pt x="9110829" y="2250525"/>
                  </a:lnTo>
                  <a:lnTo>
                    <a:pt x="9053523" y="2243009"/>
                  </a:lnTo>
                  <a:lnTo>
                    <a:pt x="8996286" y="2235036"/>
                  </a:lnTo>
                  <a:lnTo>
                    <a:pt x="8938983" y="2226675"/>
                  </a:lnTo>
                  <a:lnTo>
                    <a:pt x="8881564" y="2218019"/>
                  </a:lnTo>
                  <a:lnTo>
                    <a:pt x="8824046" y="2209172"/>
                  </a:lnTo>
                  <a:lnTo>
                    <a:pt x="8766483" y="2200252"/>
                  </a:lnTo>
                  <a:lnTo>
                    <a:pt x="8708948" y="2191377"/>
                  </a:lnTo>
                  <a:lnTo>
                    <a:pt x="8651503" y="2182667"/>
                  </a:lnTo>
                  <a:lnTo>
                    <a:pt x="8594175" y="2174230"/>
                  </a:lnTo>
                  <a:lnTo>
                    <a:pt x="8536932" y="2166161"/>
                  </a:lnTo>
                  <a:lnTo>
                    <a:pt x="8479659" y="2158534"/>
                  </a:lnTo>
                  <a:lnTo>
                    <a:pt x="8422141" y="2151407"/>
                  </a:lnTo>
                  <a:lnTo>
                    <a:pt x="8364042" y="2144812"/>
                  </a:lnTo>
                  <a:lnTo>
                    <a:pt x="8304876" y="2138763"/>
                  </a:lnTo>
                  <a:lnTo>
                    <a:pt x="8243982" y="2133257"/>
                  </a:lnTo>
                  <a:lnTo>
                    <a:pt x="8229629" y="2132064"/>
                  </a:lnTo>
                  <a:lnTo>
                    <a:pt x="8177699" y="2128076"/>
                  </a:lnTo>
                  <a:lnTo>
                    <a:pt x="8123313" y="2124435"/>
                  </a:lnTo>
                  <a:lnTo>
                    <a:pt x="8065786" y="2121128"/>
                  </a:lnTo>
                  <a:lnTo>
                    <a:pt x="8004362" y="2118130"/>
                  </a:lnTo>
                  <a:lnTo>
                    <a:pt x="7938263" y="2115415"/>
                  </a:lnTo>
                  <a:lnTo>
                    <a:pt x="7866723" y="2112952"/>
                  </a:lnTo>
                  <a:lnTo>
                    <a:pt x="7789045" y="2110714"/>
                  </a:lnTo>
                  <a:lnTo>
                    <a:pt x="7704670" y="2108677"/>
                  </a:lnTo>
                  <a:lnTo>
                    <a:pt x="7613267" y="2106820"/>
                  </a:lnTo>
                  <a:lnTo>
                    <a:pt x="7514853" y="2105129"/>
                  </a:lnTo>
                  <a:lnTo>
                    <a:pt x="7409934" y="2103592"/>
                  </a:lnTo>
                  <a:lnTo>
                    <a:pt x="7299650" y="2102204"/>
                  </a:lnTo>
                  <a:lnTo>
                    <a:pt x="7185903" y="2100963"/>
                  </a:lnTo>
                  <a:lnTo>
                    <a:pt x="7071409" y="2099872"/>
                  </a:lnTo>
                  <a:lnTo>
                    <a:pt x="6959632" y="2098932"/>
                  </a:lnTo>
                  <a:lnTo>
                    <a:pt x="6854539" y="2098147"/>
                  </a:lnTo>
                  <a:lnTo>
                    <a:pt x="6760172" y="2097516"/>
                  </a:lnTo>
                  <a:lnTo>
                    <a:pt x="6680084" y="2097034"/>
                  </a:lnTo>
                  <a:lnTo>
                    <a:pt x="6616746" y="2096689"/>
                  </a:lnTo>
                  <a:lnTo>
                    <a:pt x="6571076" y="2096463"/>
                  </a:lnTo>
                  <a:lnTo>
                    <a:pt x="6542205" y="2096333"/>
                  </a:lnTo>
                  <a:lnTo>
                    <a:pt x="6527493" y="2096272"/>
                  </a:lnTo>
                  <a:lnTo>
                    <a:pt x="6522732" y="2096254"/>
                  </a:lnTo>
                  <a:lnTo>
                    <a:pt x="6522385" y="2096253"/>
                  </a:lnTo>
                  <a:lnTo>
                    <a:pt x="5527445" y="2096253"/>
                  </a:lnTo>
                  <a:lnTo>
                    <a:pt x="5526343" y="2096214"/>
                  </a:lnTo>
                  <a:lnTo>
                    <a:pt x="5519062" y="2095938"/>
                  </a:lnTo>
                  <a:lnTo>
                    <a:pt x="5500597" y="2095174"/>
                  </a:lnTo>
                  <a:lnTo>
                    <a:pt x="5467305" y="2093669"/>
                  </a:lnTo>
                  <a:lnTo>
                    <a:pt x="5417119" y="2091180"/>
                  </a:lnTo>
                  <a:lnTo>
                    <a:pt x="5349696" y="2087500"/>
                  </a:lnTo>
                  <a:lnTo>
                    <a:pt x="5266378" y="2082473"/>
                  </a:lnTo>
                  <a:lnTo>
                    <a:pt x="5169891" y="2076005"/>
                  </a:lnTo>
                  <a:lnTo>
                    <a:pt x="5063860" y="2068057"/>
                  </a:lnTo>
                  <a:lnTo>
                    <a:pt x="4952238" y="2058635"/>
                  </a:lnTo>
                  <a:lnTo>
                    <a:pt x="4838788" y="2047766"/>
                  </a:lnTo>
                  <a:lnTo>
                    <a:pt x="4726724" y="2035479"/>
                  </a:lnTo>
                  <a:lnTo>
                    <a:pt x="4618510" y="2021783"/>
                  </a:lnTo>
                  <a:lnTo>
                    <a:pt x="4515833" y="2006657"/>
                  </a:lnTo>
                  <a:lnTo>
                    <a:pt x="4419669" y="1990036"/>
                  </a:lnTo>
                  <a:lnTo>
                    <a:pt x="4330410" y="1971813"/>
                  </a:lnTo>
                  <a:lnTo>
                    <a:pt x="4248004" y="1951835"/>
                  </a:lnTo>
                  <a:lnTo>
                    <a:pt x="4172087" y="1929903"/>
                  </a:lnTo>
                  <a:lnTo>
                    <a:pt x="4102089" y="1905785"/>
                  </a:lnTo>
                  <a:lnTo>
                    <a:pt x="4037321" y="1879214"/>
                  </a:lnTo>
                  <a:lnTo>
                    <a:pt x="3977036" y="1849914"/>
                  </a:lnTo>
                  <a:lnTo>
                    <a:pt x="3920479" y="1817617"/>
                  </a:lnTo>
                  <a:lnTo>
                    <a:pt x="3866925" y="1782107"/>
                  </a:lnTo>
                  <a:lnTo>
                    <a:pt x="3820202" y="1746878"/>
                  </a:lnTo>
                  <a:lnTo>
                    <a:pt x="3771284" y="1705618"/>
                  </a:lnTo>
                  <a:lnTo>
                    <a:pt x="3723675" y="1661068"/>
                  </a:lnTo>
                  <a:lnTo>
                    <a:pt x="3676986" y="1613162"/>
                  </a:lnTo>
                  <a:lnTo>
                    <a:pt x="3630914" y="1561900"/>
                  </a:lnTo>
                  <a:lnTo>
                    <a:pt x="3585219" y="1507353"/>
                  </a:lnTo>
                  <a:lnTo>
                    <a:pt x="3539724" y="1449670"/>
                  </a:lnTo>
                  <a:lnTo>
                    <a:pt x="3494300" y="1389085"/>
                  </a:lnTo>
                  <a:lnTo>
                    <a:pt x="3448863" y="1325909"/>
                  </a:lnTo>
                  <a:lnTo>
                    <a:pt x="3403366" y="1260536"/>
                  </a:lnTo>
                  <a:lnTo>
                    <a:pt x="3357795" y="1193428"/>
                  </a:lnTo>
                  <a:lnTo>
                    <a:pt x="3312158" y="1125104"/>
                  </a:lnTo>
                  <a:lnTo>
                    <a:pt x="3266481" y="1056127"/>
                  </a:lnTo>
                  <a:lnTo>
                    <a:pt x="3220801" y="987082"/>
                  </a:lnTo>
                  <a:lnTo>
                    <a:pt x="3175152" y="918556"/>
                  </a:lnTo>
                  <a:lnTo>
                    <a:pt x="3129564" y="851118"/>
                  </a:lnTo>
                  <a:lnTo>
                    <a:pt x="3084050" y="785300"/>
                  </a:lnTo>
                  <a:lnTo>
                    <a:pt x="3038602" y="721578"/>
                  </a:lnTo>
                  <a:lnTo>
                    <a:pt x="2993181" y="660362"/>
                  </a:lnTo>
                  <a:lnTo>
                    <a:pt x="2947712" y="601984"/>
                  </a:lnTo>
                  <a:lnTo>
                    <a:pt x="2902078" y="546695"/>
                  </a:lnTo>
                  <a:lnTo>
                    <a:pt x="2856111" y="494662"/>
                  </a:lnTo>
                  <a:lnTo>
                    <a:pt x="2809590" y="445977"/>
                  </a:lnTo>
                  <a:lnTo>
                    <a:pt x="2762225" y="400653"/>
                  </a:lnTo>
                  <a:lnTo>
                    <a:pt x="2713650" y="358641"/>
                  </a:lnTo>
                  <a:lnTo>
                    <a:pt x="2702183" y="349375"/>
                  </a:lnTo>
                  <a:lnTo>
                    <a:pt x="2650789" y="310845"/>
                  </a:lnTo>
                  <a:lnTo>
                    <a:pt x="2596994" y="275628"/>
                  </a:lnTo>
                  <a:lnTo>
                    <a:pt x="2540135" y="243608"/>
                  </a:lnTo>
                  <a:lnTo>
                    <a:pt x="2479482" y="214562"/>
                  </a:lnTo>
                  <a:lnTo>
                    <a:pt x="2414278" y="188222"/>
                  </a:lnTo>
                  <a:lnTo>
                    <a:pt x="2343778" y="164308"/>
                  </a:lnTo>
                  <a:lnTo>
                    <a:pt x="2267303" y="142560"/>
                  </a:lnTo>
                  <a:lnTo>
                    <a:pt x="2184297" y="122745"/>
                  </a:lnTo>
                  <a:lnTo>
                    <a:pt x="2094419" y="104671"/>
                  </a:lnTo>
                  <a:lnTo>
                    <a:pt x="1997650" y="88187"/>
                  </a:lnTo>
                  <a:lnTo>
                    <a:pt x="1894430" y="73190"/>
                  </a:lnTo>
                  <a:lnTo>
                    <a:pt x="1785794" y="59621"/>
                  </a:lnTo>
                  <a:lnTo>
                    <a:pt x="1673494" y="47460"/>
                  </a:lnTo>
                  <a:lnTo>
                    <a:pt x="1560067" y="36719"/>
                  </a:lnTo>
                  <a:lnTo>
                    <a:pt x="1448784" y="27427"/>
                  </a:lnTo>
                  <a:lnTo>
                    <a:pt x="1343445" y="19611"/>
                  </a:lnTo>
                  <a:lnTo>
                    <a:pt x="1247995" y="13273"/>
                  </a:lnTo>
                  <a:lnTo>
                    <a:pt x="1166000" y="8372"/>
                  </a:lnTo>
                  <a:lnTo>
                    <a:pt x="1100083" y="4805"/>
                  </a:lnTo>
                  <a:lnTo>
                    <a:pt x="1051443" y="2413"/>
                  </a:lnTo>
                  <a:lnTo>
                    <a:pt x="1019582" y="984"/>
                  </a:lnTo>
                  <a:lnTo>
                    <a:pt x="1002284" y="274"/>
                  </a:lnTo>
                  <a:lnTo>
                    <a:pt x="995777" y="2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28" name="pl627"/>
            <p:cNvSpPr/>
            <p:nvPr/>
          </p:nvSpPr>
          <p:spPr>
            <a:xfrm>
              <a:off x="1199187" y="3406247"/>
              <a:ext cx="12049831" cy="2311119"/>
            </a:xfrm>
            <a:custGeom>
              <a:avLst/>
              <a:pathLst>
                <a:path w="12049831" h="2311119">
                  <a:moveTo>
                    <a:pt x="0" y="0"/>
                  </a:moveTo>
                  <a:lnTo>
                    <a:pt x="994940" y="0"/>
                  </a:lnTo>
                  <a:lnTo>
                    <a:pt x="996042" y="38"/>
                  </a:lnTo>
                  <a:lnTo>
                    <a:pt x="1003323" y="315"/>
                  </a:lnTo>
                  <a:lnTo>
                    <a:pt x="1021788" y="1079"/>
                  </a:lnTo>
                  <a:lnTo>
                    <a:pt x="1055080" y="2584"/>
                  </a:lnTo>
                  <a:lnTo>
                    <a:pt x="1105266" y="5073"/>
                  </a:lnTo>
                  <a:lnTo>
                    <a:pt x="1172689" y="8753"/>
                  </a:lnTo>
                  <a:lnTo>
                    <a:pt x="1256007" y="13779"/>
                  </a:lnTo>
                  <a:lnTo>
                    <a:pt x="1352494" y="20248"/>
                  </a:lnTo>
                  <a:lnTo>
                    <a:pt x="1458525" y="28196"/>
                  </a:lnTo>
                  <a:lnTo>
                    <a:pt x="1570147" y="37618"/>
                  </a:lnTo>
                  <a:lnTo>
                    <a:pt x="1683597" y="48487"/>
                  </a:lnTo>
                  <a:lnTo>
                    <a:pt x="1795661" y="60774"/>
                  </a:lnTo>
                  <a:lnTo>
                    <a:pt x="1903875" y="74469"/>
                  </a:lnTo>
                  <a:lnTo>
                    <a:pt x="2006552" y="89596"/>
                  </a:lnTo>
                  <a:lnTo>
                    <a:pt x="2102716" y="106216"/>
                  </a:lnTo>
                  <a:lnTo>
                    <a:pt x="2191975" y="124439"/>
                  </a:lnTo>
                  <a:lnTo>
                    <a:pt x="2274381" y="144418"/>
                  </a:lnTo>
                  <a:lnTo>
                    <a:pt x="2350298" y="166349"/>
                  </a:lnTo>
                  <a:lnTo>
                    <a:pt x="2420296" y="190468"/>
                  </a:lnTo>
                  <a:lnTo>
                    <a:pt x="2485064" y="217038"/>
                  </a:lnTo>
                  <a:lnTo>
                    <a:pt x="2545349" y="246339"/>
                  </a:lnTo>
                  <a:lnTo>
                    <a:pt x="2601906" y="278636"/>
                  </a:lnTo>
                  <a:lnTo>
                    <a:pt x="2655460" y="314146"/>
                  </a:lnTo>
                  <a:lnTo>
                    <a:pt x="2702183" y="349375"/>
                  </a:lnTo>
                  <a:lnTo>
                    <a:pt x="2751101" y="390634"/>
                  </a:lnTo>
                  <a:lnTo>
                    <a:pt x="2798710" y="435184"/>
                  </a:lnTo>
                  <a:lnTo>
                    <a:pt x="2845399" y="483090"/>
                  </a:lnTo>
                  <a:lnTo>
                    <a:pt x="2891471" y="534353"/>
                  </a:lnTo>
                  <a:lnTo>
                    <a:pt x="2937166" y="588900"/>
                  </a:lnTo>
                  <a:lnTo>
                    <a:pt x="2982661" y="646582"/>
                  </a:lnTo>
                  <a:lnTo>
                    <a:pt x="3028085" y="707168"/>
                  </a:lnTo>
                  <a:lnTo>
                    <a:pt x="3073522" y="770343"/>
                  </a:lnTo>
                  <a:lnTo>
                    <a:pt x="3119019" y="835716"/>
                  </a:lnTo>
                  <a:lnTo>
                    <a:pt x="3164590" y="902825"/>
                  </a:lnTo>
                  <a:lnTo>
                    <a:pt x="3210227" y="971148"/>
                  </a:lnTo>
                  <a:lnTo>
                    <a:pt x="3255904" y="1040125"/>
                  </a:lnTo>
                  <a:lnTo>
                    <a:pt x="3301584" y="1109170"/>
                  </a:lnTo>
                  <a:lnTo>
                    <a:pt x="3347233" y="1177697"/>
                  </a:lnTo>
                  <a:lnTo>
                    <a:pt x="3392821" y="1245134"/>
                  </a:lnTo>
                  <a:lnTo>
                    <a:pt x="3438335" y="1310953"/>
                  </a:lnTo>
                  <a:lnTo>
                    <a:pt x="3483783" y="1374674"/>
                  </a:lnTo>
                  <a:lnTo>
                    <a:pt x="3529204" y="1435891"/>
                  </a:lnTo>
                  <a:lnTo>
                    <a:pt x="3574673" y="1494269"/>
                  </a:lnTo>
                  <a:lnTo>
                    <a:pt x="3620307" y="1549558"/>
                  </a:lnTo>
                  <a:lnTo>
                    <a:pt x="3666274" y="1601590"/>
                  </a:lnTo>
                  <a:lnTo>
                    <a:pt x="3712795" y="1650276"/>
                  </a:lnTo>
                  <a:lnTo>
                    <a:pt x="3760160" y="1695599"/>
                  </a:lnTo>
                  <a:lnTo>
                    <a:pt x="3808735" y="1737612"/>
                  </a:lnTo>
                  <a:lnTo>
                    <a:pt x="3820202" y="1746878"/>
                  </a:lnTo>
                  <a:lnTo>
                    <a:pt x="3871596" y="1785408"/>
                  </a:lnTo>
                  <a:lnTo>
                    <a:pt x="3925391" y="1820625"/>
                  </a:lnTo>
                  <a:lnTo>
                    <a:pt x="3982250" y="1852645"/>
                  </a:lnTo>
                  <a:lnTo>
                    <a:pt x="4042903" y="1881690"/>
                  </a:lnTo>
                  <a:lnTo>
                    <a:pt x="4108107" y="1908031"/>
                  </a:lnTo>
                  <a:lnTo>
                    <a:pt x="4178607" y="1931944"/>
                  </a:lnTo>
                  <a:lnTo>
                    <a:pt x="4255082" y="1953692"/>
                  </a:lnTo>
                  <a:lnTo>
                    <a:pt x="4338088" y="1973507"/>
                  </a:lnTo>
                  <a:lnTo>
                    <a:pt x="4427966" y="1991582"/>
                  </a:lnTo>
                  <a:lnTo>
                    <a:pt x="4524735" y="2008065"/>
                  </a:lnTo>
                  <a:lnTo>
                    <a:pt x="4627954" y="2023062"/>
                  </a:lnTo>
                  <a:lnTo>
                    <a:pt x="4736591" y="2036632"/>
                  </a:lnTo>
                  <a:lnTo>
                    <a:pt x="4848891" y="2048793"/>
                  </a:lnTo>
                  <a:lnTo>
                    <a:pt x="4962318" y="2059534"/>
                  </a:lnTo>
                  <a:lnTo>
                    <a:pt x="5073601" y="2068826"/>
                  </a:lnTo>
                  <a:lnTo>
                    <a:pt x="5178940" y="2076642"/>
                  </a:lnTo>
                  <a:lnTo>
                    <a:pt x="5274390" y="2082979"/>
                  </a:lnTo>
                  <a:lnTo>
                    <a:pt x="5356385" y="2087881"/>
                  </a:lnTo>
                  <a:lnTo>
                    <a:pt x="5422302" y="2091447"/>
                  </a:lnTo>
                  <a:lnTo>
                    <a:pt x="5470942" y="2093839"/>
                  </a:lnTo>
                  <a:lnTo>
                    <a:pt x="5502803" y="2095269"/>
                  </a:lnTo>
                  <a:lnTo>
                    <a:pt x="5520101" y="2095979"/>
                  </a:lnTo>
                  <a:lnTo>
                    <a:pt x="5526608" y="2096224"/>
                  </a:lnTo>
                  <a:lnTo>
                    <a:pt x="5527445" y="2096253"/>
                  </a:lnTo>
                  <a:lnTo>
                    <a:pt x="6522385" y="2096253"/>
                  </a:lnTo>
                  <a:lnTo>
                    <a:pt x="6523522" y="2096257"/>
                  </a:lnTo>
                  <a:lnTo>
                    <a:pt x="6531019" y="2096286"/>
                  </a:lnTo>
                  <a:lnTo>
                    <a:pt x="6550018" y="2096367"/>
                  </a:lnTo>
                  <a:lnTo>
                    <a:pt x="6584234" y="2096526"/>
                  </a:lnTo>
                  <a:lnTo>
                    <a:pt x="6635737" y="2096789"/>
                  </a:lnTo>
                  <a:lnTo>
                    <a:pt x="6704798" y="2097178"/>
                  </a:lnTo>
                  <a:lnTo>
                    <a:pt x="6789944" y="2097708"/>
                  </a:lnTo>
                  <a:lnTo>
                    <a:pt x="6888286" y="2098389"/>
                  </a:lnTo>
                  <a:lnTo>
                    <a:pt x="6996042" y="2099226"/>
                  </a:lnTo>
                  <a:lnTo>
                    <a:pt x="7109139" y="2100216"/>
                  </a:lnTo>
                  <a:lnTo>
                    <a:pt x="7223735" y="2101357"/>
                  </a:lnTo>
                  <a:lnTo>
                    <a:pt x="7336598" y="2102647"/>
                  </a:lnTo>
                  <a:lnTo>
                    <a:pt x="7445279" y="2104083"/>
                  </a:lnTo>
                  <a:lnTo>
                    <a:pt x="7548141" y="2105670"/>
                  </a:lnTo>
                  <a:lnTo>
                    <a:pt x="7644266" y="2107415"/>
                  </a:lnTo>
                  <a:lnTo>
                    <a:pt x="7733328" y="2109330"/>
                  </a:lnTo>
                  <a:lnTo>
                    <a:pt x="7815439" y="2111431"/>
                  </a:lnTo>
                  <a:lnTo>
                    <a:pt x="7891018" y="2113740"/>
                  </a:lnTo>
                  <a:lnTo>
                    <a:pt x="7960678" y="2116283"/>
                  </a:lnTo>
                  <a:lnTo>
                    <a:pt x="8025145" y="2119089"/>
                  </a:lnTo>
                  <a:lnTo>
                    <a:pt x="8085195" y="2122185"/>
                  </a:lnTo>
                  <a:lnTo>
                    <a:pt x="8141603" y="2125601"/>
                  </a:lnTo>
                  <a:lnTo>
                    <a:pt x="8195106" y="2129356"/>
                  </a:lnTo>
                  <a:lnTo>
                    <a:pt x="8229629" y="2132064"/>
                  </a:lnTo>
                  <a:lnTo>
                    <a:pt x="8291037" y="2137448"/>
                  </a:lnTo>
                  <a:lnTo>
                    <a:pt x="8350535" y="2143371"/>
                  </a:lnTo>
                  <a:lnTo>
                    <a:pt x="8408831" y="2149840"/>
                  </a:lnTo>
                  <a:lnTo>
                    <a:pt x="8466448" y="2156848"/>
                  </a:lnTo>
                  <a:lnTo>
                    <a:pt x="8523754" y="2164363"/>
                  </a:lnTo>
                  <a:lnTo>
                    <a:pt x="8580991" y="2172337"/>
                  </a:lnTo>
                  <a:lnTo>
                    <a:pt x="8638294" y="2180697"/>
                  </a:lnTo>
                  <a:lnTo>
                    <a:pt x="8695712" y="2189353"/>
                  </a:lnTo>
                  <a:lnTo>
                    <a:pt x="8753231" y="2198200"/>
                  </a:lnTo>
                  <a:lnTo>
                    <a:pt x="8810794" y="2207121"/>
                  </a:lnTo>
                  <a:lnTo>
                    <a:pt x="8868328" y="2215995"/>
                  </a:lnTo>
                  <a:lnTo>
                    <a:pt x="8925773" y="2224705"/>
                  </a:lnTo>
                  <a:lnTo>
                    <a:pt x="8983101" y="2233142"/>
                  </a:lnTo>
                  <a:lnTo>
                    <a:pt x="9040345" y="2241212"/>
                  </a:lnTo>
                  <a:lnTo>
                    <a:pt x="9097618" y="2248838"/>
                  </a:lnTo>
                  <a:lnTo>
                    <a:pt x="9155135" y="2255965"/>
                  </a:lnTo>
                  <a:lnTo>
                    <a:pt x="9213235" y="2262560"/>
                  </a:lnTo>
                  <a:lnTo>
                    <a:pt x="9272400" y="2268609"/>
                  </a:lnTo>
                  <a:lnTo>
                    <a:pt x="9333294" y="2274115"/>
                  </a:lnTo>
                  <a:lnTo>
                    <a:pt x="9347647" y="2275308"/>
                  </a:lnTo>
                  <a:lnTo>
                    <a:pt x="9399577" y="2279296"/>
                  </a:lnTo>
                  <a:lnTo>
                    <a:pt x="9453963" y="2282937"/>
                  </a:lnTo>
                  <a:lnTo>
                    <a:pt x="9511491" y="2286245"/>
                  </a:lnTo>
                  <a:lnTo>
                    <a:pt x="9572914" y="2289242"/>
                  </a:lnTo>
                  <a:lnTo>
                    <a:pt x="9639014" y="2291957"/>
                  </a:lnTo>
                  <a:lnTo>
                    <a:pt x="9710554" y="2294420"/>
                  </a:lnTo>
                  <a:lnTo>
                    <a:pt x="9788231" y="2296658"/>
                  </a:lnTo>
                  <a:lnTo>
                    <a:pt x="9872606" y="2298695"/>
                  </a:lnTo>
                  <a:lnTo>
                    <a:pt x="9964010" y="2300552"/>
                  </a:lnTo>
                  <a:lnTo>
                    <a:pt x="10062424" y="2302243"/>
                  </a:lnTo>
                  <a:lnTo>
                    <a:pt x="10167343" y="2303780"/>
                  </a:lnTo>
                  <a:lnTo>
                    <a:pt x="10277627" y="2305168"/>
                  </a:lnTo>
                  <a:lnTo>
                    <a:pt x="10391374" y="2306409"/>
                  </a:lnTo>
                  <a:lnTo>
                    <a:pt x="10505867" y="2307501"/>
                  </a:lnTo>
                  <a:lnTo>
                    <a:pt x="10617644" y="2308440"/>
                  </a:lnTo>
                  <a:lnTo>
                    <a:pt x="10722737" y="2309225"/>
                  </a:lnTo>
                  <a:lnTo>
                    <a:pt x="10817104" y="2309856"/>
                  </a:lnTo>
                  <a:lnTo>
                    <a:pt x="10897192" y="2310338"/>
                  </a:lnTo>
                  <a:lnTo>
                    <a:pt x="10960531" y="2310683"/>
                  </a:lnTo>
                  <a:lnTo>
                    <a:pt x="11006200" y="2310909"/>
                  </a:lnTo>
                  <a:lnTo>
                    <a:pt x="11035072" y="2311039"/>
                  </a:lnTo>
                  <a:lnTo>
                    <a:pt x="11049784" y="2311100"/>
                  </a:lnTo>
                  <a:lnTo>
                    <a:pt x="11054544" y="2311118"/>
                  </a:lnTo>
                  <a:lnTo>
                    <a:pt x="11054891" y="2311119"/>
                  </a:lnTo>
                  <a:lnTo>
                    <a:pt x="12049831" y="2311119"/>
                  </a:lnTo>
                  <a:lnTo>
                    <a:pt x="12049831" y="23111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9" name="pl628"/>
            <p:cNvSpPr/>
            <p:nvPr/>
          </p:nvSpPr>
          <p:spPr>
            <a:xfrm>
              <a:off x="1199187" y="3390525"/>
              <a:ext cx="12049831" cy="2311119"/>
            </a:xfrm>
            <a:custGeom>
              <a:avLst/>
              <a:pathLst>
                <a:path w="12049831" h="2311119">
                  <a:moveTo>
                    <a:pt x="12049831" y="2311119"/>
                  </a:moveTo>
                  <a:lnTo>
                    <a:pt x="11054891" y="2311119"/>
                  </a:lnTo>
                  <a:lnTo>
                    <a:pt x="11053755" y="2311115"/>
                  </a:lnTo>
                  <a:lnTo>
                    <a:pt x="11046258" y="2311086"/>
                  </a:lnTo>
                  <a:lnTo>
                    <a:pt x="11027259" y="2311005"/>
                  </a:lnTo>
                  <a:lnTo>
                    <a:pt x="10993043" y="2310846"/>
                  </a:lnTo>
                  <a:lnTo>
                    <a:pt x="10941539" y="2310583"/>
                  </a:lnTo>
                  <a:lnTo>
                    <a:pt x="10872479" y="2310195"/>
                  </a:lnTo>
                  <a:lnTo>
                    <a:pt x="10787333" y="2309664"/>
                  </a:lnTo>
                  <a:lnTo>
                    <a:pt x="10688991" y="2308983"/>
                  </a:lnTo>
                  <a:lnTo>
                    <a:pt x="10581234" y="2308147"/>
                  </a:lnTo>
                  <a:lnTo>
                    <a:pt x="10468138" y="2307156"/>
                  </a:lnTo>
                  <a:lnTo>
                    <a:pt x="10353541" y="2306015"/>
                  </a:lnTo>
                  <a:lnTo>
                    <a:pt x="10240679" y="2304726"/>
                  </a:lnTo>
                  <a:lnTo>
                    <a:pt x="10131997" y="2303289"/>
                  </a:lnTo>
                  <a:lnTo>
                    <a:pt x="10029136" y="2301702"/>
                  </a:lnTo>
                  <a:lnTo>
                    <a:pt x="9933010" y="2299957"/>
                  </a:lnTo>
                  <a:lnTo>
                    <a:pt x="9843948" y="2298043"/>
                  </a:lnTo>
                  <a:lnTo>
                    <a:pt x="9761837" y="2295941"/>
                  </a:lnTo>
                  <a:lnTo>
                    <a:pt x="9686259" y="2293632"/>
                  </a:lnTo>
                  <a:lnTo>
                    <a:pt x="9616599" y="2291089"/>
                  </a:lnTo>
                  <a:lnTo>
                    <a:pt x="9552131" y="2288284"/>
                  </a:lnTo>
                  <a:lnTo>
                    <a:pt x="9492082" y="2285187"/>
                  </a:lnTo>
                  <a:lnTo>
                    <a:pt x="9435673" y="2281772"/>
                  </a:lnTo>
                  <a:lnTo>
                    <a:pt x="9382171" y="2278016"/>
                  </a:lnTo>
                  <a:lnTo>
                    <a:pt x="9347647" y="2275308"/>
                  </a:lnTo>
                  <a:lnTo>
                    <a:pt x="9286239" y="2269924"/>
                  </a:lnTo>
                  <a:lnTo>
                    <a:pt x="9226742" y="2264002"/>
                  </a:lnTo>
                  <a:lnTo>
                    <a:pt x="9168445" y="2257532"/>
                  </a:lnTo>
                  <a:lnTo>
                    <a:pt x="9110829" y="2250525"/>
                  </a:lnTo>
                  <a:lnTo>
                    <a:pt x="9053523" y="2243009"/>
                  </a:lnTo>
                  <a:lnTo>
                    <a:pt x="8996286" y="2235036"/>
                  </a:lnTo>
                  <a:lnTo>
                    <a:pt x="8938983" y="2226675"/>
                  </a:lnTo>
                  <a:lnTo>
                    <a:pt x="8881564" y="2218019"/>
                  </a:lnTo>
                  <a:lnTo>
                    <a:pt x="8824046" y="2209172"/>
                  </a:lnTo>
                  <a:lnTo>
                    <a:pt x="8766483" y="2200252"/>
                  </a:lnTo>
                  <a:lnTo>
                    <a:pt x="8708948" y="2191377"/>
                  </a:lnTo>
                  <a:lnTo>
                    <a:pt x="8651503" y="2182667"/>
                  </a:lnTo>
                  <a:lnTo>
                    <a:pt x="8594175" y="2174230"/>
                  </a:lnTo>
                  <a:lnTo>
                    <a:pt x="8536932" y="2166161"/>
                  </a:lnTo>
                  <a:lnTo>
                    <a:pt x="8479659" y="2158534"/>
                  </a:lnTo>
                  <a:lnTo>
                    <a:pt x="8422141" y="2151407"/>
                  </a:lnTo>
                  <a:lnTo>
                    <a:pt x="8364042" y="2144812"/>
                  </a:lnTo>
                  <a:lnTo>
                    <a:pt x="8304876" y="2138763"/>
                  </a:lnTo>
                  <a:lnTo>
                    <a:pt x="8243982" y="2133257"/>
                  </a:lnTo>
                  <a:lnTo>
                    <a:pt x="8229629" y="2132064"/>
                  </a:lnTo>
                  <a:lnTo>
                    <a:pt x="8177699" y="2128076"/>
                  </a:lnTo>
                  <a:lnTo>
                    <a:pt x="8123313" y="2124435"/>
                  </a:lnTo>
                  <a:lnTo>
                    <a:pt x="8065786" y="2121128"/>
                  </a:lnTo>
                  <a:lnTo>
                    <a:pt x="8004362" y="2118130"/>
                  </a:lnTo>
                  <a:lnTo>
                    <a:pt x="7938263" y="2115415"/>
                  </a:lnTo>
                  <a:lnTo>
                    <a:pt x="7866723" y="2112952"/>
                  </a:lnTo>
                  <a:lnTo>
                    <a:pt x="7789045" y="2110714"/>
                  </a:lnTo>
                  <a:lnTo>
                    <a:pt x="7704670" y="2108677"/>
                  </a:lnTo>
                  <a:lnTo>
                    <a:pt x="7613267" y="2106820"/>
                  </a:lnTo>
                  <a:lnTo>
                    <a:pt x="7514853" y="2105129"/>
                  </a:lnTo>
                  <a:lnTo>
                    <a:pt x="7409934" y="2103592"/>
                  </a:lnTo>
                  <a:lnTo>
                    <a:pt x="7299650" y="2102204"/>
                  </a:lnTo>
                  <a:lnTo>
                    <a:pt x="7185903" y="2100963"/>
                  </a:lnTo>
                  <a:lnTo>
                    <a:pt x="7071409" y="2099872"/>
                  </a:lnTo>
                  <a:lnTo>
                    <a:pt x="6959632" y="2098932"/>
                  </a:lnTo>
                  <a:lnTo>
                    <a:pt x="6854539" y="2098147"/>
                  </a:lnTo>
                  <a:lnTo>
                    <a:pt x="6760172" y="2097516"/>
                  </a:lnTo>
                  <a:lnTo>
                    <a:pt x="6680084" y="2097034"/>
                  </a:lnTo>
                  <a:lnTo>
                    <a:pt x="6616746" y="2096689"/>
                  </a:lnTo>
                  <a:lnTo>
                    <a:pt x="6571076" y="2096463"/>
                  </a:lnTo>
                  <a:lnTo>
                    <a:pt x="6542205" y="2096333"/>
                  </a:lnTo>
                  <a:lnTo>
                    <a:pt x="6527493" y="2096272"/>
                  </a:lnTo>
                  <a:lnTo>
                    <a:pt x="6522732" y="2096254"/>
                  </a:lnTo>
                  <a:lnTo>
                    <a:pt x="6522385" y="2096253"/>
                  </a:lnTo>
                  <a:lnTo>
                    <a:pt x="5527445" y="2096253"/>
                  </a:lnTo>
                  <a:lnTo>
                    <a:pt x="5526343" y="2096214"/>
                  </a:lnTo>
                  <a:lnTo>
                    <a:pt x="5519062" y="2095938"/>
                  </a:lnTo>
                  <a:lnTo>
                    <a:pt x="5500597" y="2095174"/>
                  </a:lnTo>
                  <a:lnTo>
                    <a:pt x="5467305" y="2093669"/>
                  </a:lnTo>
                  <a:lnTo>
                    <a:pt x="5417119" y="2091180"/>
                  </a:lnTo>
                  <a:lnTo>
                    <a:pt x="5349696" y="2087500"/>
                  </a:lnTo>
                  <a:lnTo>
                    <a:pt x="5266378" y="2082473"/>
                  </a:lnTo>
                  <a:lnTo>
                    <a:pt x="5169891" y="2076005"/>
                  </a:lnTo>
                  <a:lnTo>
                    <a:pt x="5063860" y="2068057"/>
                  </a:lnTo>
                  <a:lnTo>
                    <a:pt x="4952238" y="2058635"/>
                  </a:lnTo>
                  <a:lnTo>
                    <a:pt x="4838788" y="2047766"/>
                  </a:lnTo>
                  <a:lnTo>
                    <a:pt x="4726724" y="2035479"/>
                  </a:lnTo>
                  <a:lnTo>
                    <a:pt x="4618510" y="2021783"/>
                  </a:lnTo>
                  <a:lnTo>
                    <a:pt x="4515833" y="2006657"/>
                  </a:lnTo>
                  <a:lnTo>
                    <a:pt x="4419669" y="1990036"/>
                  </a:lnTo>
                  <a:lnTo>
                    <a:pt x="4330410" y="1971813"/>
                  </a:lnTo>
                  <a:lnTo>
                    <a:pt x="4248004" y="1951835"/>
                  </a:lnTo>
                  <a:lnTo>
                    <a:pt x="4172087" y="1929903"/>
                  </a:lnTo>
                  <a:lnTo>
                    <a:pt x="4102089" y="1905785"/>
                  </a:lnTo>
                  <a:lnTo>
                    <a:pt x="4037321" y="1879214"/>
                  </a:lnTo>
                  <a:lnTo>
                    <a:pt x="3977036" y="1849914"/>
                  </a:lnTo>
                  <a:lnTo>
                    <a:pt x="3920479" y="1817617"/>
                  </a:lnTo>
                  <a:lnTo>
                    <a:pt x="3866925" y="1782107"/>
                  </a:lnTo>
                  <a:lnTo>
                    <a:pt x="3820202" y="1746878"/>
                  </a:lnTo>
                  <a:lnTo>
                    <a:pt x="3771284" y="1705618"/>
                  </a:lnTo>
                  <a:lnTo>
                    <a:pt x="3723675" y="1661068"/>
                  </a:lnTo>
                  <a:lnTo>
                    <a:pt x="3676986" y="1613162"/>
                  </a:lnTo>
                  <a:lnTo>
                    <a:pt x="3630914" y="1561900"/>
                  </a:lnTo>
                  <a:lnTo>
                    <a:pt x="3585219" y="1507353"/>
                  </a:lnTo>
                  <a:lnTo>
                    <a:pt x="3539724" y="1449670"/>
                  </a:lnTo>
                  <a:lnTo>
                    <a:pt x="3494300" y="1389085"/>
                  </a:lnTo>
                  <a:lnTo>
                    <a:pt x="3448863" y="1325909"/>
                  </a:lnTo>
                  <a:lnTo>
                    <a:pt x="3403366" y="1260536"/>
                  </a:lnTo>
                  <a:lnTo>
                    <a:pt x="3357795" y="1193428"/>
                  </a:lnTo>
                  <a:lnTo>
                    <a:pt x="3312158" y="1125104"/>
                  </a:lnTo>
                  <a:lnTo>
                    <a:pt x="3266481" y="1056127"/>
                  </a:lnTo>
                  <a:lnTo>
                    <a:pt x="3220801" y="987082"/>
                  </a:lnTo>
                  <a:lnTo>
                    <a:pt x="3175152" y="918556"/>
                  </a:lnTo>
                  <a:lnTo>
                    <a:pt x="3129564" y="851118"/>
                  </a:lnTo>
                  <a:lnTo>
                    <a:pt x="3084050" y="785300"/>
                  </a:lnTo>
                  <a:lnTo>
                    <a:pt x="3038602" y="721578"/>
                  </a:lnTo>
                  <a:lnTo>
                    <a:pt x="2993181" y="660362"/>
                  </a:lnTo>
                  <a:lnTo>
                    <a:pt x="2947712" y="601984"/>
                  </a:lnTo>
                  <a:lnTo>
                    <a:pt x="2902078" y="546695"/>
                  </a:lnTo>
                  <a:lnTo>
                    <a:pt x="2856111" y="494662"/>
                  </a:lnTo>
                  <a:lnTo>
                    <a:pt x="2809590" y="445977"/>
                  </a:lnTo>
                  <a:lnTo>
                    <a:pt x="2762225" y="400653"/>
                  </a:lnTo>
                  <a:lnTo>
                    <a:pt x="2713650" y="358641"/>
                  </a:lnTo>
                  <a:lnTo>
                    <a:pt x="2702183" y="349375"/>
                  </a:lnTo>
                  <a:lnTo>
                    <a:pt x="2650789" y="310845"/>
                  </a:lnTo>
                  <a:lnTo>
                    <a:pt x="2596994" y="275628"/>
                  </a:lnTo>
                  <a:lnTo>
                    <a:pt x="2540135" y="243608"/>
                  </a:lnTo>
                  <a:lnTo>
                    <a:pt x="2479482" y="214562"/>
                  </a:lnTo>
                  <a:lnTo>
                    <a:pt x="2414278" y="188222"/>
                  </a:lnTo>
                  <a:lnTo>
                    <a:pt x="2343778" y="164308"/>
                  </a:lnTo>
                  <a:lnTo>
                    <a:pt x="2267303" y="142560"/>
                  </a:lnTo>
                  <a:lnTo>
                    <a:pt x="2184297" y="122745"/>
                  </a:lnTo>
                  <a:lnTo>
                    <a:pt x="2094419" y="104671"/>
                  </a:lnTo>
                  <a:lnTo>
                    <a:pt x="1997650" y="88187"/>
                  </a:lnTo>
                  <a:lnTo>
                    <a:pt x="1894430" y="73190"/>
                  </a:lnTo>
                  <a:lnTo>
                    <a:pt x="1785794" y="59621"/>
                  </a:lnTo>
                  <a:lnTo>
                    <a:pt x="1673494" y="47460"/>
                  </a:lnTo>
                  <a:lnTo>
                    <a:pt x="1560067" y="36719"/>
                  </a:lnTo>
                  <a:lnTo>
                    <a:pt x="1448784" y="27427"/>
                  </a:lnTo>
                  <a:lnTo>
                    <a:pt x="1343445" y="19611"/>
                  </a:lnTo>
                  <a:lnTo>
                    <a:pt x="1247995" y="13273"/>
                  </a:lnTo>
                  <a:lnTo>
                    <a:pt x="1166000" y="8372"/>
                  </a:lnTo>
                  <a:lnTo>
                    <a:pt x="1100083" y="4805"/>
                  </a:lnTo>
                  <a:lnTo>
                    <a:pt x="1051443" y="2413"/>
                  </a:lnTo>
                  <a:lnTo>
                    <a:pt x="1019582" y="984"/>
                  </a:lnTo>
                  <a:lnTo>
                    <a:pt x="1002284" y="274"/>
                  </a:lnTo>
                  <a:lnTo>
                    <a:pt x="995777" y="2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0" name="pg629"/>
            <p:cNvSpPr/>
            <p:nvPr/>
          </p:nvSpPr>
          <p:spPr>
            <a:xfrm>
              <a:off x="1199187" y="3406247"/>
              <a:ext cx="12049831" cy="2615076"/>
            </a:xfrm>
            <a:custGeom>
              <a:avLst/>
              <a:pathLst>
                <a:path w="12049831" h="2615076">
                  <a:moveTo>
                    <a:pt x="0" y="5240"/>
                  </a:moveTo>
                  <a:lnTo>
                    <a:pt x="994940" y="5240"/>
                  </a:lnTo>
                  <a:lnTo>
                    <a:pt x="996042" y="5279"/>
                  </a:lnTo>
                  <a:lnTo>
                    <a:pt x="1003322" y="5556"/>
                  </a:lnTo>
                  <a:lnTo>
                    <a:pt x="1021784" y="6322"/>
                  </a:lnTo>
                  <a:lnTo>
                    <a:pt x="1055071" y="7831"/>
                  </a:lnTo>
                  <a:lnTo>
                    <a:pt x="1105251" y="10325"/>
                  </a:lnTo>
                  <a:lnTo>
                    <a:pt x="1172666" y="14014"/>
                  </a:lnTo>
                  <a:lnTo>
                    <a:pt x="1255976" y="19052"/>
                  </a:lnTo>
                  <a:lnTo>
                    <a:pt x="1352453" y="25536"/>
                  </a:lnTo>
                  <a:lnTo>
                    <a:pt x="1458475" y="33503"/>
                  </a:lnTo>
                  <a:lnTo>
                    <a:pt x="1570091" y="42948"/>
                  </a:lnTo>
                  <a:lnTo>
                    <a:pt x="1683534" y="53842"/>
                  </a:lnTo>
                  <a:lnTo>
                    <a:pt x="1795595" y="66158"/>
                  </a:lnTo>
                  <a:lnTo>
                    <a:pt x="1903806" y="79887"/>
                  </a:lnTo>
                  <a:lnTo>
                    <a:pt x="2006482" y="95049"/>
                  </a:lnTo>
                  <a:lnTo>
                    <a:pt x="2102646" y="111709"/>
                  </a:lnTo>
                  <a:lnTo>
                    <a:pt x="2191906" y="129976"/>
                  </a:lnTo>
                  <a:lnTo>
                    <a:pt x="2274313" y="150002"/>
                  </a:lnTo>
                  <a:lnTo>
                    <a:pt x="2350232" y="171985"/>
                  </a:lnTo>
                  <a:lnTo>
                    <a:pt x="2420232" y="196161"/>
                  </a:lnTo>
                  <a:lnTo>
                    <a:pt x="2485002" y="222794"/>
                  </a:lnTo>
                  <a:lnTo>
                    <a:pt x="2545287" y="252162"/>
                  </a:lnTo>
                  <a:lnTo>
                    <a:pt x="2601845" y="284535"/>
                  </a:lnTo>
                  <a:lnTo>
                    <a:pt x="2655400" y="320129"/>
                  </a:lnTo>
                  <a:lnTo>
                    <a:pt x="2702183" y="355489"/>
                  </a:lnTo>
                  <a:lnTo>
                    <a:pt x="2751064" y="396819"/>
                  </a:lnTo>
                  <a:lnTo>
                    <a:pt x="2798639" y="441442"/>
                  </a:lnTo>
                  <a:lnTo>
                    <a:pt x="2845293" y="489425"/>
                  </a:lnTo>
                  <a:lnTo>
                    <a:pt x="2891332" y="540768"/>
                  </a:lnTo>
                  <a:lnTo>
                    <a:pt x="2936992" y="595399"/>
                  </a:lnTo>
                  <a:lnTo>
                    <a:pt x="2982453" y="653168"/>
                  </a:lnTo>
                  <a:lnTo>
                    <a:pt x="3027843" y="713846"/>
                  </a:lnTo>
                  <a:lnTo>
                    <a:pt x="3073245" y="777117"/>
                  </a:lnTo>
                  <a:lnTo>
                    <a:pt x="3118707" y="842590"/>
                  </a:lnTo>
                  <a:lnTo>
                    <a:pt x="3164243" y="909805"/>
                  </a:lnTo>
                  <a:lnTo>
                    <a:pt x="3209845" y="978239"/>
                  </a:lnTo>
                  <a:lnTo>
                    <a:pt x="3255486" y="1047333"/>
                  </a:lnTo>
                  <a:lnTo>
                    <a:pt x="3301132" y="1116500"/>
                  </a:lnTo>
                  <a:lnTo>
                    <a:pt x="3346746" y="1185154"/>
                  </a:lnTo>
                  <a:lnTo>
                    <a:pt x="3392301" y="1252724"/>
                  </a:lnTo>
                  <a:lnTo>
                    <a:pt x="3437780" y="1318678"/>
                  </a:lnTo>
                  <a:lnTo>
                    <a:pt x="3483195" y="1382540"/>
                  </a:lnTo>
                  <a:lnTo>
                    <a:pt x="3528581" y="1443898"/>
                  </a:lnTo>
                  <a:lnTo>
                    <a:pt x="3574014" y="1502420"/>
                  </a:lnTo>
                  <a:lnTo>
                    <a:pt x="3619610" y="1557852"/>
                  </a:lnTo>
                  <a:lnTo>
                    <a:pt x="3665535" y="1610027"/>
                  </a:lnTo>
                  <a:lnTo>
                    <a:pt x="3712009" y="1658852"/>
                  </a:lnTo>
                  <a:lnTo>
                    <a:pt x="3759321" y="1704312"/>
                  </a:lnTo>
                  <a:lnTo>
                    <a:pt x="3807834" y="1746456"/>
                  </a:lnTo>
                  <a:lnTo>
                    <a:pt x="3820202" y="1756485"/>
                  </a:lnTo>
                  <a:lnTo>
                    <a:pt x="3871593" y="1795110"/>
                  </a:lnTo>
                  <a:lnTo>
                    <a:pt x="3925385" y="1830414"/>
                  </a:lnTo>
                  <a:lnTo>
                    <a:pt x="3982241" y="1862512"/>
                  </a:lnTo>
                  <a:lnTo>
                    <a:pt x="4042890" y="1891630"/>
                  </a:lnTo>
                  <a:lnTo>
                    <a:pt x="4108090" y="1918035"/>
                  </a:lnTo>
                  <a:lnTo>
                    <a:pt x="4178584" y="1942008"/>
                  </a:lnTo>
                  <a:lnTo>
                    <a:pt x="4255054" y="1963810"/>
                  </a:lnTo>
                  <a:lnTo>
                    <a:pt x="4338053" y="1983674"/>
                  </a:lnTo>
                  <a:lnTo>
                    <a:pt x="4427924" y="2001793"/>
                  </a:lnTo>
                  <a:lnTo>
                    <a:pt x="4524684" y="2018318"/>
                  </a:lnTo>
                  <a:lnTo>
                    <a:pt x="4627896" y="2033353"/>
                  </a:lnTo>
                  <a:lnTo>
                    <a:pt x="4736524" y="2046956"/>
                  </a:lnTo>
                  <a:lnTo>
                    <a:pt x="4848817" y="2059148"/>
                  </a:lnTo>
                  <a:lnTo>
                    <a:pt x="4962238" y="2069917"/>
                  </a:lnTo>
                  <a:lnTo>
                    <a:pt x="5073518" y="2079232"/>
                  </a:lnTo>
                  <a:lnTo>
                    <a:pt x="5178859" y="2087068"/>
                  </a:lnTo>
                  <a:lnTo>
                    <a:pt x="5274314" y="2093423"/>
                  </a:lnTo>
                  <a:lnTo>
                    <a:pt x="5356318" y="2098338"/>
                  </a:lnTo>
                  <a:lnTo>
                    <a:pt x="5422247" y="2101914"/>
                  </a:lnTo>
                  <a:lnTo>
                    <a:pt x="5470901" y="2104313"/>
                  </a:lnTo>
                  <a:lnTo>
                    <a:pt x="5502777" y="2105746"/>
                  </a:lnTo>
                  <a:lnTo>
                    <a:pt x="5520088" y="2106459"/>
                  </a:lnTo>
                  <a:lnTo>
                    <a:pt x="5526605" y="2106705"/>
                  </a:lnTo>
                  <a:lnTo>
                    <a:pt x="5527445" y="2106734"/>
                  </a:lnTo>
                  <a:lnTo>
                    <a:pt x="6522385" y="2106734"/>
                  </a:lnTo>
                  <a:lnTo>
                    <a:pt x="6523520" y="2106744"/>
                  </a:lnTo>
                  <a:lnTo>
                    <a:pt x="6531006" y="2106813"/>
                  </a:lnTo>
                  <a:lnTo>
                    <a:pt x="6549978" y="2107004"/>
                  </a:lnTo>
                  <a:lnTo>
                    <a:pt x="6584148" y="2107380"/>
                  </a:lnTo>
                  <a:lnTo>
                    <a:pt x="6635585" y="2108001"/>
                  </a:lnTo>
                  <a:lnTo>
                    <a:pt x="6704563" y="2108919"/>
                  </a:lnTo>
                  <a:lnTo>
                    <a:pt x="6789617" y="2110171"/>
                  </a:lnTo>
                  <a:lnTo>
                    <a:pt x="6887867" y="2111781"/>
                  </a:lnTo>
                  <a:lnTo>
                    <a:pt x="6995538" y="2113757"/>
                  </a:lnTo>
                  <a:lnTo>
                    <a:pt x="7108561" y="2116097"/>
                  </a:lnTo>
                  <a:lnTo>
                    <a:pt x="7223101" y="2118794"/>
                  </a:lnTo>
                  <a:lnTo>
                    <a:pt x="7335925" y="2121841"/>
                  </a:lnTo>
                  <a:lnTo>
                    <a:pt x="7444584" y="2125236"/>
                  </a:lnTo>
                  <a:lnTo>
                    <a:pt x="7547436" y="2128986"/>
                  </a:lnTo>
                  <a:lnTo>
                    <a:pt x="7643565" y="2133109"/>
                  </a:lnTo>
                  <a:lnTo>
                    <a:pt x="7732637" y="2137633"/>
                  </a:lnTo>
                  <a:lnTo>
                    <a:pt x="7814763" y="2142598"/>
                  </a:lnTo>
                  <a:lnTo>
                    <a:pt x="7890359" y="2148054"/>
                  </a:lnTo>
                  <a:lnTo>
                    <a:pt x="7960035" y="2154062"/>
                  </a:lnTo>
                  <a:lnTo>
                    <a:pt x="8024518" y="2160689"/>
                  </a:lnTo>
                  <a:lnTo>
                    <a:pt x="8084579" y="2168004"/>
                  </a:lnTo>
                  <a:lnTo>
                    <a:pt x="8140994" y="2176072"/>
                  </a:lnTo>
                  <a:lnTo>
                    <a:pt x="8194499" y="2184943"/>
                  </a:lnTo>
                  <a:lnTo>
                    <a:pt x="8229629" y="2191458"/>
                  </a:lnTo>
                  <a:lnTo>
                    <a:pt x="8289967" y="2203958"/>
                  </a:lnTo>
                  <a:lnTo>
                    <a:pt x="8348447" y="2217688"/>
                  </a:lnTo>
                  <a:lnTo>
                    <a:pt x="8405749" y="2232667"/>
                  </a:lnTo>
                  <a:lnTo>
                    <a:pt x="8462372" y="2248875"/>
                  </a:lnTo>
                  <a:lnTo>
                    <a:pt x="8518675" y="2266249"/>
                  </a:lnTo>
                  <a:lnTo>
                    <a:pt x="8574895" y="2284682"/>
                  </a:lnTo>
                  <a:lnTo>
                    <a:pt x="8631170" y="2304016"/>
                  </a:lnTo>
                  <a:lnTo>
                    <a:pt x="8687554" y="2324055"/>
                  </a:lnTo>
                  <a:lnTo>
                    <a:pt x="8744040" y="2344564"/>
                  </a:lnTo>
                  <a:lnTo>
                    <a:pt x="8800579" y="2365285"/>
                  </a:lnTo>
                  <a:lnTo>
                    <a:pt x="8857103" y="2385950"/>
                  </a:lnTo>
                  <a:lnTo>
                    <a:pt x="8913550" y="2406290"/>
                  </a:lnTo>
                  <a:lnTo>
                    <a:pt x="8969886" y="2426058"/>
                  </a:lnTo>
                  <a:lnTo>
                    <a:pt x="9026126" y="2445033"/>
                  </a:lnTo>
                  <a:lnTo>
                    <a:pt x="9082359" y="2463035"/>
                  </a:lnTo>
                  <a:lnTo>
                    <a:pt x="9138762" y="2479928"/>
                  </a:lnTo>
                  <a:lnTo>
                    <a:pt x="9195620" y="2495622"/>
                  </a:lnTo>
                  <a:lnTo>
                    <a:pt x="9253349" y="2510073"/>
                  </a:lnTo>
                  <a:lnTo>
                    <a:pt x="9312520" y="2523279"/>
                  </a:lnTo>
                  <a:lnTo>
                    <a:pt x="9347647" y="2530352"/>
                  </a:lnTo>
                  <a:lnTo>
                    <a:pt x="9399550" y="2539782"/>
                  </a:lnTo>
                  <a:lnTo>
                    <a:pt x="9453907" y="2548394"/>
                  </a:lnTo>
                  <a:lnTo>
                    <a:pt x="9511401" y="2556215"/>
                  </a:lnTo>
                  <a:lnTo>
                    <a:pt x="9572786" y="2563304"/>
                  </a:lnTo>
                  <a:lnTo>
                    <a:pt x="9638840" y="2569726"/>
                  </a:lnTo>
                  <a:lnTo>
                    <a:pt x="9710328" y="2575551"/>
                  </a:lnTo>
                  <a:lnTo>
                    <a:pt x="9787945" y="2580845"/>
                  </a:lnTo>
                  <a:lnTo>
                    <a:pt x="9872252" y="2585664"/>
                  </a:lnTo>
                  <a:lnTo>
                    <a:pt x="9963578" y="2590057"/>
                  </a:lnTo>
                  <a:lnTo>
                    <a:pt x="10061910" y="2594058"/>
                  </a:lnTo>
                  <a:lnTo>
                    <a:pt x="10166744" y="2597694"/>
                  </a:lnTo>
                  <a:lnTo>
                    <a:pt x="10276946" y="2600978"/>
                  </a:lnTo>
                  <a:lnTo>
                    <a:pt x="10390621" y="2603914"/>
                  </a:lnTo>
                  <a:lnTo>
                    <a:pt x="10505063" y="2606498"/>
                  </a:lnTo>
                  <a:lnTo>
                    <a:pt x="10616818" y="2608723"/>
                  </a:lnTo>
                  <a:lnTo>
                    <a:pt x="10721926" y="2610582"/>
                  </a:lnTo>
                  <a:lnTo>
                    <a:pt x="10816351" y="2612076"/>
                  </a:lnTo>
                  <a:lnTo>
                    <a:pt x="10896537" y="2613219"/>
                  </a:lnTo>
                  <a:lnTo>
                    <a:pt x="10960007" y="2614037"/>
                  </a:lnTo>
                  <a:lnTo>
                    <a:pt x="11005826" y="2614574"/>
                  </a:lnTo>
                  <a:lnTo>
                    <a:pt x="11034846" y="2614884"/>
                  </a:lnTo>
                  <a:lnTo>
                    <a:pt x="11049684" y="2615029"/>
                  </a:lnTo>
                  <a:lnTo>
                    <a:pt x="11054526" y="2615073"/>
                  </a:lnTo>
                  <a:lnTo>
                    <a:pt x="11054891" y="2615076"/>
                  </a:lnTo>
                  <a:lnTo>
                    <a:pt x="12049831" y="2615076"/>
                  </a:lnTo>
                  <a:lnTo>
                    <a:pt x="12049831" y="2609835"/>
                  </a:lnTo>
                  <a:lnTo>
                    <a:pt x="11054891" y="2609835"/>
                  </a:lnTo>
                  <a:lnTo>
                    <a:pt x="11053757" y="2609826"/>
                  </a:lnTo>
                  <a:lnTo>
                    <a:pt x="11046270" y="2609757"/>
                  </a:lnTo>
                  <a:lnTo>
                    <a:pt x="11027298" y="2609566"/>
                  </a:lnTo>
                  <a:lnTo>
                    <a:pt x="10993129" y="2609190"/>
                  </a:lnTo>
                  <a:lnTo>
                    <a:pt x="10941691" y="2608569"/>
                  </a:lnTo>
                  <a:lnTo>
                    <a:pt x="10872713" y="2607651"/>
                  </a:lnTo>
                  <a:lnTo>
                    <a:pt x="10787659" y="2606399"/>
                  </a:lnTo>
                  <a:lnTo>
                    <a:pt x="10689410" y="2604789"/>
                  </a:lnTo>
                  <a:lnTo>
                    <a:pt x="10581739" y="2602813"/>
                  </a:lnTo>
                  <a:lnTo>
                    <a:pt x="10468716" y="2600473"/>
                  </a:lnTo>
                  <a:lnTo>
                    <a:pt x="10354176" y="2597776"/>
                  </a:lnTo>
                  <a:lnTo>
                    <a:pt x="10241352" y="2594729"/>
                  </a:lnTo>
                  <a:lnTo>
                    <a:pt x="10132693" y="2591334"/>
                  </a:lnTo>
                  <a:lnTo>
                    <a:pt x="10029840" y="2587583"/>
                  </a:lnTo>
                  <a:lnTo>
                    <a:pt x="9933712" y="2583460"/>
                  </a:lnTo>
                  <a:lnTo>
                    <a:pt x="9844639" y="2578937"/>
                  </a:lnTo>
                  <a:lnTo>
                    <a:pt x="9762513" y="2573972"/>
                  </a:lnTo>
                  <a:lnTo>
                    <a:pt x="9686918" y="2568515"/>
                  </a:lnTo>
                  <a:lnTo>
                    <a:pt x="9617241" y="2562507"/>
                  </a:lnTo>
                  <a:lnTo>
                    <a:pt x="9552759" y="2555880"/>
                  </a:lnTo>
                  <a:lnTo>
                    <a:pt x="9492698" y="2548565"/>
                  </a:lnTo>
                  <a:lnTo>
                    <a:pt x="9436282" y="2540497"/>
                  </a:lnTo>
                  <a:lnTo>
                    <a:pt x="9382778" y="2531627"/>
                  </a:lnTo>
                  <a:lnTo>
                    <a:pt x="9347647" y="2525112"/>
                  </a:lnTo>
                  <a:lnTo>
                    <a:pt x="9287310" y="2512611"/>
                  </a:lnTo>
                  <a:lnTo>
                    <a:pt x="9228829" y="2498882"/>
                  </a:lnTo>
                  <a:lnTo>
                    <a:pt x="9171528" y="2483903"/>
                  </a:lnTo>
                  <a:lnTo>
                    <a:pt x="9114905" y="2467695"/>
                  </a:lnTo>
                  <a:lnTo>
                    <a:pt x="9058602" y="2450320"/>
                  </a:lnTo>
                  <a:lnTo>
                    <a:pt x="9002382" y="2431888"/>
                  </a:lnTo>
                  <a:lnTo>
                    <a:pt x="8946107" y="2412553"/>
                  </a:lnTo>
                  <a:lnTo>
                    <a:pt x="8889723" y="2392515"/>
                  </a:lnTo>
                  <a:lnTo>
                    <a:pt x="8833237" y="2372006"/>
                  </a:lnTo>
                  <a:lnTo>
                    <a:pt x="8776698" y="2351284"/>
                  </a:lnTo>
                  <a:lnTo>
                    <a:pt x="8720174" y="2330620"/>
                  </a:lnTo>
                  <a:lnTo>
                    <a:pt x="8663727" y="2310280"/>
                  </a:lnTo>
                  <a:lnTo>
                    <a:pt x="8607391" y="2290512"/>
                  </a:lnTo>
                  <a:lnTo>
                    <a:pt x="8551150" y="2271536"/>
                  </a:lnTo>
                  <a:lnTo>
                    <a:pt x="8494917" y="2253534"/>
                  </a:lnTo>
                  <a:lnTo>
                    <a:pt x="8438515" y="2236642"/>
                  </a:lnTo>
                  <a:lnTo>
                    <a:pt x="8381656" y="2220948"/>
                  </a:lnTo>
                  <a:lnTo>
                    <a:pt x="8323927" y="2206497"/>
                  </a:lnTo>
                  <a:lnTo>
                    <a:pt x="8264757" y="2193291"/>
                  </a:lnTo>
                  <a:lnTo>
                    <a:pt x="8229629" y="2186217"/>
                  </a:lnTo>
                  <a:lnTo>
                    <a:pt x="8177726" y="2176787"/>
                  </a:lnTo>
                  <a:lnTo>
                    <a:pt x="8123370" y="2168176"/>
                  </a:lnTo>
                  <a:lnTo>
                    <a:pt x="8065875" y="2160354"/>
                  </a:lnTo>
                  <a:lnTo>
                    <a:pt x="8004491" y="2153266"/>
                  </a:lnTo>
                  <a:lnTo>
                    <a:pt x="7938436" y="2146844"/>
                  </a:lnTo>
                  <a:lnTo>
                    <a:pt x="7866948" y="2141018"/>
                  </a:lnTo>
                  <a:lnTo>
                    <a:pt x="7789331" y="2135725"/>
                  </a:lnTo>
                  <a:lnTo>
                    <a:pt x="7705025" y="2130905"/>
                  </a:lnTo>
                  <a:lnTo>
                    <a:pt x="7613698" y="2126513"/>
                  </a:lnTo>
                  <a:lnTo>
                    <a:pt x="7515367" y="2122512"/>
                  </a:lnTo>
                  <a:lnTo>
                    <a:pt x="7410532" y="2118876"/>
                  </a:lnTo>
                  <a:lnTo>
                    <a:pt x="7300331" y="2115592"/>
                  </a:lnTo>
                  <a:lnTo>
                    <a:pt x="7186655" y="2112656"/>
                  </a:lnTo>
                  <a:lnTo>
                    <a:pt x="7072213" y="2110072"/>
                  </a:lnTo>
                  <a:lnTo>
                    <a:pt x="6960459" y="2107847"/>
                  </a:lnTo>
                  <a:lnTo>
                    <a:pt x="6855350" y="2105988"/>
                  </a:lnTo>
                  <a:lnTo>
                    <a:pt x="6760926" y="2104493"/>
                  </a:lnTo>
                  <a:lnTo>
                    <a:pt x="6680739" y="2103351"/>
                  </a:lnTo>
                  <a:lnTo>
                    <a:pt x="6617270" y="2102532"/>
                  </a:lnTo>
                  <a:lnTo>
                    <a:pt x="6571450" y="2101995"/>
                  </a:lnTo>
                  <a:lnTo>
                    <a:pt x="6542430" y="2101685"/>
                  </a:lnTo>
                  <a:lnTo>
                    <a:pt x="6527592" y="2101540"/>
                  </a:lnTo>
                  <a:lnTo>
                    <a:pt x="6522750" y="2101497"/>
                  </a:lnTo>
                  <a:lnTo>
                    <a:pt x="6522385" y="2101494"/>
                  </a:lnTo>
                  <a:lnTo>
                    <a:pt x="5527445" y="2101494"/>
                  </a:lnTo>
                  <a:lnTo>
                    <a:pt x="5526343" y="2101455"/>
                  </a:lnTo>
                  <a:lnTo>
                    <a:pt x="5519063" y="2101178"/>
                  </a:lnTo>
                  <a:lnTo>
                    <a:pt x="5500601" y="2100412"/>
                  </a:lnTo>
                  <a:lnTo>
                    <a:pt x="5467314" y="2098903"/>
                  </a:lnTo>
                  <a:lnTo>
                    <a:pt x="5417134" y="2096409"/>
                  </a:lnTo>
                  <a:lnTo>
                    <a:pt x="5349719" y="2092720"/>
                  </a:lnTo>
                  <a:lnTo>
                    <a:pt x="5266409" y="2087682"/>
                  </a:lnTo>
                  <a:lnTo>
                    <a:pt x="5169932" y="2081198"/>
                  </a:lnTo>
                  <a:lnTo>
                    <a:pt x="5063910" y="2073231"/>
                  </a:lnTo>
                  <a:lnTo>
                    <a:pt x="4952294" y="2063786"/>
                  </a:lnTo>
                  <a:lnTo>
                    <a:pt x="4838851" y="2052892"/>
                  </a:lnTo>
                  <a:lnTo>
                    <a:pt x="4726790" y="2040575"/>
                  </a:lnTo>
                  <a:lnTo>
                    <a:pt x="4618579" y="2026847"/>
                  </a:lnTo>
                  <a:lnTo>
                    <a:pt x="4515903" y="2011685"/>
                  </a:lnTo>
                  <a:lnTo>
                    <a:pt x="4419739" y="1995025"/>
                  </a:lnTo>
                  <a:lnTo>
                    <a:pt x="4330479" y="1976758"/>
                  </a:lnTo>
                  <a:lnTo>
                    <a:pt x="4248072" y="1956732"/>
                  </a:lnTo>
                  <a:lnTo>
                    <a:pt x="4172153" y="1934749"/>
                  </a:lnTo>
                  <a:lnTo>
                    <a:pt x="4102153" y="1910573"/>
                  </a:lnTo>
                  <a:lnTo>
                    <a:pt x="4037383" y="1883940"/>
                  </a:lnTo>
                  <a:lnTo>
                    <a:pt x="3977098" y="1854571"/>
                  </a:lnTo>
                  <a:lnTo>
                    <a:pt x="3920540" y="1822199"/>
                  </a:lnTo>
                  <a:lnTo>
                    <a:pt x="3866985" y="1786605"/>
                  </a:lnTo>
                  <a:lnTo>
                    <a:pt x="3820202" y="1751245"/>
                  </a:lnTo>
                  <a:lnTo>
                    <a:pt x="3771321" y="1709915"/>
                  </a:lnTo>
                  <a:lnTo>
                    <a:pt x="3723746" y="1665291"/>
                  </a:lnTo>
                  <a:lnTo>
                    <a:pt x="3677092" y="1617309"/>
                  </a:lnTo>
                  <a:lnTo>
                    <a:pt x="3631053" y="1565966"/>
                  </a:lnTo>
                  <a:lnTo>
                    <a:pt x="3585393" y="1511335"/>
                  </a:lnTo>
                  <a:lnTo>
                    <a:pt x="3539932" y="1453566"/>
                  </a:lnTo>
                  <a:lnTo>
                    <a:pt x="3494542" y="1392888"/>
                  </a:lnTo>
                  <a:lnTo>
                    <a:pt x="3449140" y="1329617"/>
                  </a:lnTo>
                  <a:lnTo>
                    <a:pt x="3403678" y="1264143"/>
                  </a:lnTo>
                  <a:lnTo>
                    <a:pt x="3358142" y="1196929"/>
                  </a:lnTo>
                  <a:lnTo>
                    <a:pt x="3312540" y="1128494"/>
                  </a:lnTo>
                  <a:lnTo>
                    <a:pt x="3266899" y="1059401"/>
                  </a:lnTo>
                  <a:lnTo>
                    <a:pt x="3221253" y="990234"/>
                  </a:lnTo>
                  <a:lnTo>
                    <a:pt x="3175639" y="921580"/>
                  </a:lnTo>
                  <a:lnTo>
                    <a:pt x="3130084" y="854010"/>
                  </a:lnTo>
                  <a:lnTo>
                    <a:pt x="3084605" y="788056"/>
                  </a:lnTo>
                  <a:lnTo>
                    <a:pt x="3039190" y="724194"/>
                  </a:lnTo>
                  <a:lnTo>
                    <a:pt x="2993804" y="662836"/>
                  </a:lnTo>
                  <a:lnTo>
                    <a:pt x="2948371" y="604314"/>
                  </a:lnTo>
                  <a:lnTo>
                    <a:pt x="2902775" y="548881"/>
                  </a:lnTo>
                  <a:lnTo>
                    <a:pt x="2856850" y="496707"/>
                  </a:lnTo>
                  <a:lnTo>
                    <a:pt x="2810376" y="447882"/>
                  </a:lnTo>
                  <a:lnTo>
                    <a:pt x="2763064" y="402422"/>
                  </a:lnTo>
                  <a:lnTo>
                    <a:pt x="2714551" y="360278"/>
                  </a:lnTo>
                  <a:lnTo>
                    <a:pt x="2702183" y="350249"/>
                  </a:lnTo>
                  <a:lnTo>
                    <a:pt x="2650792" y="311624"/>
                  </a:lnTo>
                  <a:lnTo>
                    <a:pt x="2597000" y="276320"/>
                  </a:lnTo>
                  <a:lnTo>
                    <a:pt x="2540144" y="244221"/>
                  </a:lnTo>
                  <a:lnTo>
                    <a:pt x="2479495" y="215104"/>
                  </a:lnTo>
                  <a:lnTo>
                    <a:pt x="2414295" y="188699"/>
                  </a:lnTo>
                  <a:lnTo>
                    <a:pt x="2343801" y="164726"/>
                  </a:lnTo>
                  <a:lnTo>
                    <a:pt x="2267331" y="142924"/>
                  </a:lnTo>
                  <a:lnTo>
                    <a:pt x="2184332" y="123060"/>
                  </a:lnTo>
                  <a:lnTo>
                    <a:pt x="2094461" y="104941"/>
                  </a:lnTo>
                  <a:lnTo>
                    <a:pt x="1997701" y="88416"/>
                  </a:lnTo>
                  <a:lnTo>
                    <a:pt x="1894489" y="73381"/>
                  </a:lnTo>
                  <a:lnTo>
                    <a:pt x="1785861" y="59778"/>
                  </a:lnTo>
                  <a:lnTo>
                    <a:pt x="1673568" y="47586"/>
                  </a:lnTo>
                  <a:lnTo>
                    <a:pt x="1560147" y="36817"/>
                  </a:lnTo>
                  <a:lnTo>
                    <a:pt x="1448866" y="27502"/>
                  </a:lnTo>
                  <a:lnTo>
                    <a:pt x="1343526" y="19666"/>
                  </a:lnTo>
                  <a:lnTo>
                    <a:pt x="1248071" y="13311"/>
                  </a:lnTo>
                  <a:lnTo>
                    <a:pt x="1166067" y="8396"/>
                  </a:lnTo>
                  <a:lnTo>
                    <a:pt x="1100138" y="4820"/>
                  </a:lnTo>
                  <a:lnTo>
                    <a:pt x="1051484" y="2421"/>
                  </a:lnTo>
                  <a:lnTo>
                    <a:pt x="1019608" y="988"/>
                  </a:lnTo>
                  <a:lnTo>
                    <a:pt x="1002297" y="275"/>
                  </a:lnTo>
                  <a:lnTo>
                    <a:pt x="995780" y="2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31" name="pl630"/>
            <p:cNvSpPr/>
            <p:nvPr/>
          </p:nvSpPr>
          <p:spPr>
            <a:xfrm>
              <a:off x="1199187" y="3411488"/>
              <a:ext cx="12049831" cy="2609835"/>
            </a:xfrm>
            <a:custGeom>
              <a:avLst/>
              <a:pathLst>
                <a:path w="12049831" h="2609835">
                  <a:moveTo>
                    <a:pt x="0" y="0"/>
                  </a:moveTo>
                  <a:lnTo>
                    <a:pt x="994940" y="0"/>
                  </a:lnTo>
                  <a:lnTo>
                    <a:pt x="996042" y="38"/>
                  </a:lnTo>
                  <a:lnTo>
                    <a:pt x="1003322" y="316"/>
                  </a:lnTo>
                  <a:lnTo>
                    <a:pt x="1021784" y="1081"/>
                  </a:lnTo>
                  <a:lnTo>
                    <a:pt x="1055071" y="2590"/>
                  </a:lnTo>
                  <a:lnTo>
                    <a:pt x="1105251" y="5085"/>
                  </a:lnTo>
                  <a:lnTo>
                    <a:pt x="1172666" y="8773"/>
                  </a:lnTo>
                  <a:lnTo>
                    <a:pt x="1255976" y="13812"/>
                  </a:lnTo>
                  <a:lnTo>
                    <a:pt x="1352453" y="20295"/>
                  </a:lnTo>
                  <a:lnTo>
                    <a:pt x="1458475" y="28262"/>
                  </a:lnTo>
                  <a:lnTo>
                    <a:pt x="1570091" y="37707"/>
                  </a:lnTo>
                  <a:lnTo>
                    <a:pt x="1683534" y="48602"/>
                  </a:lnTo>
                  <a:lnTo>
                    <a:pt x="1795595" y="60918"/>
                  </a:lnTo>
                  <a:lnTo>
                    <a:pt x="1903806" y="74646"/>
                  </a:lnTo>
                  <a:lnTo>
                    <a:pt x="2006482" y="89808"/>
                  </a:lnTo>
                  <a:lnTo>
                    <a:pt x="2102646" y="106469"/>
                  </a:lnTo>
                  <a:lnTo>
                    <a:pt x="2191906" y="124735"/>
                  </a:lnTo>
                  <a:lnTo>
                    <a:pt x="2274313" y="144761"/>
                  </a:lnTo>
                  <a:lnTo>
                    <a:pt x="2350232" y="166744"/>
                  </a:lnTo>
                  <a:lnTo>
                    <a:pt x="2420232" y="190920"/>
                  </a:lnTo>
                  <a:lnTo>
                    <a:pt x="2485002" y="217553"/>
                  </a:lnTo>
                  <a:lnTo>
                    <a:pt x="2545287" y="246922"/>
                  </a:lnTo>
                  <a:lnTo>
                    <a:pt x="2601845" y="279295"/>
                  </a:lnTo>
                  <a:lnTo>
                    <a:pt x="2655400" y="314888"/>
                  </a:lnTo>
                  <a:lnTo>
                    <a:pt x="2702183" y="350249"/>
                  </a:lnTo>
                  <a:lnTo>
                    <a:pt x="2751064" y="391578"/>
                  </a:lnTo>
                  <a:lnTo>
                    <a:pt x="2798639" y="436202"/>
                  </a:lnTo>
                  <a:lnTo>
                    <a:pt x="2845293" y="484185"/>
                  </a:lnTo>
                  <a:lnTo>
                    <a:pt x="2891332" y="535527"/>
                  </a:lnTo>
                  <a:lnTo>
                    <a:pt x="2936992" y="590158"/>
                  </a:lnTo>
                  <a:lnTo>
                    <a:pt x="2982453" y="647928"/>
                  </a:lnTo>
                  <a:lnTo>
                    <a:pt x="3027843" y="708605"/>
                  </a:lnTo>
                  <a:lnTo>
                    <a:pt x="3073245" y="771876"/>
                  </a:lnTo>
                  <a:lnTo>
                    <a:pt x="3118707" y="837350"/>
                  </a:lnTo>
                  <a:lnTo>
                    <a:pt x="3164243" y="904564"/>
                  </a:lnTo>
                  <a:lnTo>
                    <a:pt x="3209845" y="972999"/>
                  </a:lnTo>
                  <a:lnTo>
                    <a:pt x="3255486" y="1042092"/>
                  </a:lnTo>
                  <a:lnTo>
                    <a:pt x="3301132" y="1111260"/>
                  </a:lnTo>
                  <a:lnTo>
                    <a:pt x="3346746" y="1179913"/>
                  </a:lnTo>
                  <a:lnTo>
                    <a:pt x="3392301" y="1247483"/>
                  </a:lnTo>
                  <a:lnTo>
                    <a:pt x="3437780" y="1313438"/>
                  </a:lnTo>
                  <a:lnTo>
                    <a:pt x="3483195" y="1377299"/>
                  </a:lnTo>
                  <a:lnTo>
                    <a:pt x="3528581" y="1438657"/>
                  </a:lnTo>
                  <a:lnTo>
                    <a:pt x="3574014" y="1497179"/>
                  </a:lnTo>
                  <a:lnTo>
                    <a:pt x="3619610" y="1552612"/>
                  </a:lnTo>
                  <a:lnTo>
                    <a:pt x="3665535" y="1604786"/>
                  </a:lnTo>
                  <a:lnTo>
                    <a:pt x="3712009" y="1653611"/>
                  </a:lnTo>
                  <a:lnTo>
                    <a:pt x="3759321" y="1699071"/>
                  </a:lnTo>
                  <a:lnTo>
                    <a:pt x="3807834" y="1741215"/>
                  </a:lnTo>
                  <a:lnTo>
                    <a:pt x="3820202" y="1751245"/>
                  </a:lnTo>
                  <a:lnTo>
                    <a:pt x="3871593" y="1789869"/>
                  </a:lnTo>
                  <a:lnTo>
                    <a:pt x="3925385" y="1825173"/>
                  </a:lnTo>
                  <a:lnTo>
                    <a:pt x="3982241" y="1857272"/>
                  </a:lnTo>
                  <a:lnTo>
                    <a:pt x="4042890" y="1886389"/>
                  </a:lnTo>
                  <a:lnTo>
                    <a:pt x="4108090" y="1912795"/>
                  </a:lnTo>
                  <a:lnTo>
                    <a:pt x="4178584" y="1936767"/>
                  </a:lnTo>
                  <a:lnTo>
                    <a:pt x="4255054" y="1958569"/>
                  </a:lnTo>
                  <a:lnTo>
                    <a:pt x="4338053" y="1978433"/>
                  </a:lnTo>
                  <a:lnTo>
                    <a:pt x="4427924" y="1996553"/>
                  </a:lnTo>
                  <a:lnTo>
                    <a:pt x="4524684" y="2013077"/>
                  </a:lnTo>
                  <a:lnTo>
                    <a:pt x="4627896" y="2028112"/>
                  </a:lnTo>
                  <a:lnTo>
                    <a:pt x="4736524" y="2041715"/>
                  </a:lnTo>
                  <a:lnTo>
                    <a:pt x="4848817" y="2053908"/>
                  </a:lnTo>
                  <a:lnTo>
                    <a:pt x="4962238" y="2064676"/>
                  </a:lnTo>
                  <a:lnTo>
                    <a:pt x="5073518" y="2073991"/>
                  </a:lnTo>
                  <a:lnTo>
                    <a:pt x="5178859" y="2081828"/>
                  </a:lnTo>
                  <a:lnTo>
                    <a:pt x="5274314" y="2088182"/>
                  </a:lnTo>
                  <a:lnTo>
                    <a:pt x="5356318" y="2093097"/>
                  </a:lnTo>
                  <a:lnTo>
                    <a:pt x="5422247" y="2096673"/>
                  </a:lnTo>
                  <a:lnTo>
                    <a:pt x="5470901" y="2099072"/>
                  </a:lnTo>
                  <a:lnTo>
                    <a:pt x="5502777" y="2100506"/>
                  </a:lnTo>
                  <a:lnTo>
                    <a:pt x="5520088" y="2101218"/>
                  </a:lnTo>
                  <a:lnTo>
                    <a:pt x="5526605" y="2101464"/>
                  </a:lnTo>
                  <a:lnTo>
                    <a:pt x="5527445" y="2101494"/>
                  </a:lnTo>
                  <a:lnTo>
                    <a:pt x="6522385" y="2101494"/>
                  </a:lnTo>
                  <a:lnTo>
                    <a:pt x="6523520" y="2101503"/>
                  </a:lnTo>
                  <a:lnTo>
                    <a:pt x="6531006" y="2101572"/>
                  </a:lnTo>
                  <a:lnTo>
                    <a:pt x="6549978" y="2101763"/>
                  </a:lnTo>
                  <a:lnTo>
                    <a:pt x="6584148" y="2102139"/>
                  </a:lnTo>
                  <a:lnTo>
                    <a:pt x="6635585" y="2102760"/>
                  </a:lnTo>
                  <a:lnTo>
                    <a:pt x="6704563" y="2103678"/>
                  </a:lnTo>
                  <a:lnTo>
                    <a:pt x="6789617" y="2104931"/>
                  </a:lnTo>
                  <a:lnTo>
                    <a:pt x="6887867" y="2106540"/>
                  </a:lnTo>
                  <a:lnTo>
                    <a:pt x="6995538" y="2108516"/>
                  </a:lnTo>
                  <a:lnTo>
                    <a:pt x="7108561" y="2110856"/>
                  </a:lnTo>
                  <a:lnTo>
                    <a:pt x="7223101" y="2113553"/>
                  </a:lnTo>
                  <a:lnTo>
                    <a:pt x="7335925" y="2116600"/>
                  </a:lnTo>
                  <a:lnTo>
                    <a:pt x="7444584" y="2119995"/>
                  </a:lnTo>
                  <a:lnTo>
                    <a:pt x="7547436" y="2123746"/>
                  </a:lnTo>
                  <a:lnTo>
                    <a:pt x="7643565" y="2127869"/>
                  </a:lnTo>
                  <a:lnTo>
                    <a:pt x="7732637" y="2132392"/>
                  </a:lnTo>
                  <a:lnTo>
                    <a:pt x="7814763" y="2137357"/>
                  </a:lnTo>
                  <a:lnTo>
                    <a:pt x="7890359" y="2142814"/>
                  </a:lnTo>
                  <a:lnTo>
                    <a:pt x="7960035" y="2148822"/>
                  </a:lnTo>
                  <a:lnTo>
                    <a:pt x="8024518" y="2155449"/>
                  </a:lnTo>
                  <a:lnTo>
                    <a:pt x="8084579" y="2162764"/>
                  </a:lnTo>
                  <a:lnTo>
                    <a:pt x="8140994" y="2170832"/>
                  </a:lnTo>
                  <a:lnTo>
                    <a:pt x="8194499" y="2179702"/>
                  </a:lnTo>
                  <a:lnTo>
                    <a:pt x="8229629" y="2186217"/>
                  </a:lnTo>
                  <a:lnTo>
                    <a:pt x="8289967" y="2198718"/>
                  </a:lnTo>
                  <a:lnTo>
                    <a:pt x="8348447" y="2212447"/>
                  </a:lnTo>
                  <a:lnTo>
                    <a:pt x="8405749" y="2227426"/>
                  </a:lnTo>
                  <a:lnTo>
                    <a:pt x="8462372" y="2243634"/>
                  </a:lnTo>
                  <a:lnTo>
                    <a:pt x="8518675" y="2261009"/>
                  </a:lnTo>
                  <a:lnTo>
                    <a:pt x="8574895" y="2279441"/>
                  </a:lnTo>
                  <a:lnTo>
                    <a:pt x="8631170" y="2298776"/>
                  </a:lnTo>
                  <a:lnTo>
                    <a:pt x="8687554" y="2318814"/>
                  </a:lnTo>
                  <a:lnTo>
                    <a:pt x="8744040" y="2339323"/>
                  </a:lnTo>
                  <a:lnTo>
                    <a:pt x="8800579" y="2360045"/>
                  </a:lnTo>
                  <a:lnTo>
                    <a:pt x="8857103" y="2380709"/>
                  </a:lnTo>
                  <a:lnTo>
                    <a:pt x="8913550" y="2401050"/>
                  </a:lnTo>
                  <a:lnTo>
                    <a:pt x="8969886" y="2420817"/>
                  </a:lnTo>
                  <a:lnTo>
                    <a:pt x="9026126" y="2439793"/>
                  </a:lnTo>
                  <a:lnTo>
                    <a:pt x="9082359" y="2457795"/>
                  </a:lnTo>
                  <a:lnTo>
                    <a:pt x="9138762" y="2474687"/>
                  </a:lnTo>
                  <a:lnTo>
                    <a:pt x="9195620" y="2490381"/>
                  </a:lnTo>
                  <a:lnTo>
                    <a:pt x="9253349" y="2504832"/>
                  </a:lnTo>
                  <a:lnTo>
                    <a:pt x="9312520" y="2518038"/>
                  </a:lnTo>
                  <a:lnTo>
                    <a:pt x="9347647" y="2525112"/>
                  </a:lnTo>
                  <a:lnTo>
                    <a:pt x="9399550" y="2534542"/>
                  </a:lnTo>
                  <a:lnTo>
                    <a:pt x="9453907" y="2543153"/>
                  </a:lnTo>
                  <a:lnTo>
                    <a:pt x="9511401" y="2550975"/>
                  </a:lnTo>
                  <a:lnTo>
                    <a:pt x="9572786" y="2558063"/>
                  </a:lnTo>
                  <a:lnTo>
                    <a:pt x="9638840" y="2564485"/>
                  </a:lnTo>
                  <a:lnTo>
                    <a:pt x="9710328" y="2570311"/>
                  </a:lnTo>
                  <a:lnTo>
                    <a:pt x="9787945" y="2575604"/>
                  </a:lnTo>
                  <a:lnTo>
                    <a:pt x="9872252" y="2580424"/>
                  </a:lnTo>
                  <a:lnTo>
                    <a:pt x="9963578" y="2584816"/>
                  </a:lnTo>
                  <a:lnTo>
                    <a:pt x="10061910" y="2588818"/>
                  </a:lnTo>
                  <a:lnTo>
                    <a:pt x="10166744" y="2592453"/>
                  </a:lnTo>
                  <a:lnTo>
                    <a:pt x="10276946" y="2595737"/>
                  </a:lnTo>
                  <a:lnTo>
                    <a:pt x="10390621" y="2598673"/>
                  </a:lnTo>
                  <a:lnTo>
                    <a:pt x="10505063" y="2601257"/>
                  </a:lnTo>
                  <a:lnTo>
                    <a:pt x="10616818" y="2603482"/>
                  </a:lnTo>
                  <a:lnTo>
                    <a:pt x="10721926" y="2605341"/>
                  </a:lnTo>
                  <a:lnTo>
                    <a:pt x="10816351" y="2606836"/>
                  </a:lnTo>
                  <a:lnTo>
                    <a:pt x="10896537" y="2607978"/>
                  </a:lnTo>
                  <a:lnTo>
                    <a:pt x="10960007" y="2608797"/>
                  </a:lnTo>
                  <a:lnTo>
                    <a:pt x="11005826" y="2609334"/>
                  </a:lnTo>
                  <a:lnTo>
                    <a:pt x="11034846" y="2609644"/>
                  </a:lnTo>
                  <a:lnTo>
                    <a:pt x="11049684" y="2609789"/>
                  </a:lnTo>
                  <a:lnTo>
                    <a:pt x="11054526" y="2609832"/>
                  </a:lnTo>
                  <a:lnTo>
                    <a:pt x="11054891" y="2609835"/>
                  </a:lnTo>
                  <a:lnTo>
                    <a:pt x="12049831" y="2609835"/>
                  </a:lnTo>
                  <a:lnTo>
                    <a:pt x="12049831" y="26098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2" name="pl631"/>
            <p:cNvSpPr/>
            <p:nvPr/>
          </p:nvSpPr>
          <p:spPr>
            <a:xfrm>
              <a:off x="1199187" y="3406247"/>
              <a:ext cx="12049831" cy="2609835"/>
            </a:xfrm>
            <a:custGeom>
              <a:avLst/>
              <a:pathLst>
                <a:path w="12049831" h="2609835">
                  <a:moveTo>
                    <a:pt x="12049831" y="2609835"/>
                  </a:moveTo>
                  <a:lnTo>
                    <a:pt x="11054891" y="2609835"/>
                  </a:lnTo>
                  <a:lnTo>
                    <a:pt x="11053757" y="2609826"/>
                  </a:lnTo>
                  <a:lnTo>
                    <a:pt x="11046270" y="2609757"/>
                  </a:lnTo>
                  <a:lnTo>
                    <a:pt x="11027298" y="2609566"/>
                  </a:lnTo>
                  <a:lnTo>
                    <a:pt x="10993129" y="2609190"/>
                  </a:lnTo>
                  <a:lnTo>
                    <a:pt x="10941691" y="2608569"/>
                  </a:lnTo>
                  <a:lnTo>
                    <a:pt x="10872713" y="2607651"/>
                  </a:lnTo>
                  <a:lnTo>
                    <a:pt x="10787659" y="2606399"/>
                  </a:lnTo>
                  <a:lnTo>
                    <a:pt x="10689410" y="2604789"/>
                  </a:lnTo>
                  <a:lnTo>
                    <a:pt x="10581739" y="2602813"/>
                  </a:lnTo>
                  <a:lnTo>
                    <a:pt x="10468716" y="2600473"/>
                  </a:lnTo>
                  <a:lnTo>
                    <a:pt x="10354176" y="2597776"/>
                  </a:lnTo>
                  <a:lnTo>
                    <a:pt x="10241352" y="2594729"/>
                  </a:lnTo>
                  <a:lnTo>
                    <a:pt x="10132693" y="2591334"/>
                  </a:lnTo>
                  <a:lnTo>
                    <a:pt x="10029840" y="2587583"/>
                  </a:lnTo>
                  <a:lnTo>
                    <a:pt x="9933712" y="2583460"/>
                  </a:lnTo>
                  <a:lnTo>
                    <a:pt x="9844639" y="2578937"/>
                  </a:lnTo>
                  <a:lnTo>
                    <a:pt x="9762513" y="2573972"/>
                  </a:lnTo>
                  <a:lnTo>
                    <a:pt x="9686918" y="2568515"/>
                  </a:lnTo>
                  <a:lnTo>
                    <a:pt x="9617241" y="2562507"/>
                  </a:lnTo>
                  <a:lnTo>
                    <a:pt x="9552759" y="2555880"/>
                  </a:lnTo>
                  <a:lnTo>
                    <a:pt x="9492698" y="2548565"/>
                  </a:lnTo>
                  <a:lnTo>
                    <a:pt x="9436282" y="2540497"/>
                  </a:lnTo>
                  <a:lnTo>
                    <a:pt x="9382778" y="2531627"/>
                  </a:lnTo>
                  <a:lnTo>
                    <a:pt x="9347647" y="2525112"/>
                  </a:lnTo>
                  <a:lnTo>
                    <a:pt x="9287310" y="2512611"/>
                  </a:lnTo>
                  <a:lnTo>
                    <a:pt x="9228829" y="2498882"/>
                  </a:lnTo>
                  <a:lnTo>
                    <a:pt x="9171528" y="2483903"/>
                  </a:lnTo>
                  <a:lnTo>
                    <a:pt x="9114905" y="2467695"/>
                  </a:lnTo>
                  <a:lnTo>
                    <a:pt x="9058602" y="2450320"/>
                  </a:lnTo>
                  <a:lnTo>
                    <a:pt x="9002382" y="2431888"/>
                  </a:lnTo>
                  <a:lnTo>
                    <a:pt x="8946107" y="2412553"/>
                  </a:lnTo>
                  <a:lnTo>
                    <a:pt x="8889723" y="2392515"/>
                  </a:lnTo>
                  <a:lnTo>
                    <a:pt x="8833237" y="2372006"/>
                  </a:lnTo>
                  <a:lnTo>
                    <a:pt x="8776698" y="2351284"/>
                  </a:lnTo>
                  <a:lnTo>
                    <a:pt x="8720174" y="2330620"/>
                  </a:lnTo>
                  <a:lnTo>
                    <a:pt x="8663727" y="2310280"/>
                  </a:lnTo>
                  <a:lnTo>
                    <a:pt x="8607391" y="2290512"/>
                  </a:lnTo>
                  <a:lnTo>
                    <a:pt x="8551150" y="2271536"/>
                  </a:lnTo>
                  <a:lnTo>
                    <a:pt x="8494917" y="2253534"/>
                  </a:lnTo>
                  <a:lnTo>
                    <a:pt x="8438515" y="2236642"/>
                  </a:lnTo>
                  <a:lnTo>
                    <a:pt x="8381656" y="2220948"/>
                  </a:lnTo>
                  <a:lnTo>
                    <a:pt x="8323927" y="2206497"/>
                  </a:lnTo>
                  <a:lnTo>
                    <a:pt x="8264757" y="2193291"/>
                  </a:lnTo>
                  <a:lnTo>
                    <a:pt x="8229629" y="2186217"/>
                  </a:lnTo>
                  <a:lnTo>
                    <a:pt x="8177726" y="2176787"/>
                  </a:lnTo>
                  <a:lnTo>
                    <a:pt x="8123370" y="2168176"/>
                  </a:lnTo>
                  <a:lnTo>
                    <a:pt x="8065875" y="2160354"/>
                  </a:lnTo>
                  <a:lnTo>
                    <a:pt x="8004491" y="2153266"/>
                  </a:lnTo>
                  <a:lnTo>
                    <a:pt x="7938436" y="2146844"/>
                  </a:lnTo>
                  <a:lnTo>
                    <a:pt x="7866948" y="2141018"/>
                  </a:lnTo>
                  <a:lnTo>
                    <a:pt x="7789331" y="2135725"/>
                  </a:lnTo>
                  <a:lnTo>
                    <a:pt x="7705025" y="2130905"/>
                  </a:lnTo>
                  <a:lnTo>
                    <a:pt x="7613698" y="2126513"/>
                  </a:lnTo>
                  <a:lnTo>
                    <a:pt x="7515367" y="2122512"/>
                  </a:lnTo>
                  <a:lnTo>
                    <a:pt x="7410532" y="2118876"/>
                  </a:lnTo>
                  <a:lnTo>
                    <a:pt x="7300331" y="2115592"/>
                  </a:lnTo>
                  <a:lnTo>
                    <a:pt x="7186655" y="2112656"/>
                  </a:lnTo>
                  <a:lnTo>
                    <a:pt x="7072213" y="2110072"/>
                  </a:lnTo>
                  <a:lnTo>
                    <a:pt x="6960459" y="2107847"/>
                  </a:lnTo>
                  <a:lnTo>
                    <a:pt x="6855350" y="2105988"/>
                  </a:lnTo>
                  <a:lnTo>
                    <a:pt x="6760926" y="2104493"/>
                  </a:lnTo>
                  <a:lnTo>
                    <a:pt x="6680739" y="2103351"/>
                  </a:lnTo>
                  <a:lnTo>
                    <a:pt x="6617270" y="2102532"/>
                  </a:lnTo>
                  <a:lnTo>
                    <a:pt x="6571450" y="2101995"/>
                  </a:lnTo>
                  <a:lnTo>
                    <a:pt x="6542430" y="2101685"/>
                  </a:lnTo>
                  <a:lnTo>
                    <a:pt x="6527592" y="2101540"/>
                  </a:lnTo>
                  <a:lnTo>
                    <a:pt x="6522750" y="2101497"/>
                  </a:lnTo>
                  <a:lnTo>
                    <a:pt x="6522385" y="2101494"/>
                  </a:lnTo>
                  <a:lnTo>
                    <a:pt x="5527445" y="2101494"/>
                  </a:lnTo>
                  <a:lnTo>
                    <a:pt x="5526343" y="2101455"/>
                  </a:lnTo>
                  <a:lnTo>
                    <a:pt x="5519063" y="2101178"/>
                  </a:lnTo>
                  <a:lnTo>
                    <a:pt x="5500601" y="2100412"/>
                  </a:lnTo>
                  <a:lnTo>
                    <a:pt x="5467314" y="2098903"/>
                  </a:lnTo>
                  <a:lnTo>
                    <a:pt x="5417134" y="2096409"/>
                  </a:lnTo>
                  <a:lnTo>
                    <a:pt x="5349719" y="2092720"/>
                  </a:lnTo>
                  <a:lnTo>
                    <a:pt x="5266409" y="2087682"/>
                  </a:lnTo>
                  <a:lnTo>
                    <a:pt x="5169932" y="2081198"/>
                  </a:lnTo>
                  <a:lnTo>
                    <a:pt x="5063910" y="2073231"/>
                  </a:lnTo>
                  <a:lnTo>
                    <a:pt x="4952294" y="2063786"/>
                  </a:lnTo>
                  <a:lnTo>
                    <a:pt x="4838851" y="2052892"/>
                  </a:lnTo>
                  <a:lnTo>
                    <a:pt x="4726790" y="2040575"/>
                  </a:lnTo>
                  <a:lnTo>
                    <a:pt x="4618579" y="2026847"/>
                  </a:lnTo>
                  <a:lnTo>
                    <a:pt x="4515903" y="2011685"/>
                  </a:lnTo>
                  <a:lnTo>
                    <a:pt x="4419739" y="1995025"/>
                  </a:lnTo>
                  <a:lnTo>
                    <a:pt x="4330479" y="1976758"/>
                  </a:lnTo>
                  <a:lnTo>
                    <a:pt x="4248072" y="1956732"/>
                  </a:lnTo>
                  <a:lnTo>
                    <a:pt x="4172153" y="1934749"/>
                  </a:lnTo>
                  <a:lnTo>
                    <a:pt x="4102153" y="1910573"/>
                  </a:lnTo>
                  <a:lnTo>
                    <a:pt x="4037383" y="1883940"/>
                  </a:lnTo>
                  <a:lnTo>
                    <a:pt x="3977098" y="1854571"/>
                  </a:lnTo>
                  <a:lnTo>
                    <a:pt x="3920540" y="1822199"/>
                  </a:lnTo>
                  <a:lnTo>
                    <a:pt x="3866985" y="1786605"/>
                  </a:lnTo>
                  <a:lnTo>
                    <a:pt x="3820202" y="1751245"/>
                  </a:lnTo>
                  <a:lnTo>
                    <a:pt x="3771321" y="1709915"/>
                  </a:lnTo>
                  <a:lnTo>
                    <a:pt x="3723746" y="1665291"/>
                  </a:lnTo>
                  <a:lnTo>
                    <a:pt x="3677092" y="1617309"/>
                  </a:lnTo>
                  <a:lnTo>
                    <a:pt x="3631053" y="1565966"/>
                  </a:lnTo>
                  <a:lnTo>
                    <a:pt x="3585393" y="1511335"/>
                  </a:lnTo>
                  <a:lnTo>
                    <a:pt x="3539932" y="1453566"/>
                  </a:lnTo>
                  <a:lnTo>
                    <a:pt x="3494542" y="1392888"/>
                  </a:lnTo>
                  <a:lnTo>
                    <a:pt x="3449140" y="1329617"/>
                  </a:lnTo>
                  <a:lnTo>
                    <a:pt x="3403678" y="1264143"/>
                  </a:lnTo>
                  <a:lnTo>
                    <a:pt x="3358142" y="1196929"/>
                  </a:lnTo>
                  <a:lnTo>
                    <a:pt x="3312540" y="1128494"/>
                  </a:lnTo>
                  <a:lnTo>
                    <a:pt x="3266899" y="1059401"/>
                  </a:lnTo>
                  <a:lnTo>
                    <a:pt x="3221253" y="990234"/>
                  </a:lnTo>
                  <a:lnTo>
                    <a:pt x="3175639" y="921580"/>
                  </a:lnTo>
                  <a:lnTo>
                    <a:pt x="3130084" y="854010"/>
                  </a:lnTo>
                  <a:lnTo>
                    <a:pt x="3084605" y="788056"/>
                  </a:lnTo>
                  <a:lnTo>
                    <a:pt x="3039190" y="724194"/>
                  </a:lnTo>
                  <a:lnTo>
                    <a:pt x="2993804" y="662836"/>
                  </a:lnTo>
                  <a:lnTo>
                    <a:pt x="2948371" y="604314"/>
                  </a:lnTo>
                  <a:lnTo>
                    <a:pt x="2902775" y="548881"/>
                  </a:lnTo>
                  <a:lnTo>
                    <a:pt x="2856850" y="496707"/>
                  </a:lnTo>
                  <a:lnTo>
                    <a:pt x="2810376" y="447882"/>
                  </a:lnTo>
                  <a:lnTo>
                    <a:pt x="2763064" y="402422"/>
                  </a:lnTo>
                  <a:lnTo>
                    <a:pt x="2714551" y="360278"/>
                  </a:lnTo>
                  <a:lnTo>
                    <a:pt x="2702183" y="350249"/>
                  </a:lnTo>
                  <a:lnTo>
                    <a:pt x="2650792" y="311624"/>
                  </a:lnTo>
                  <a:lnTo>
                    <a:pt x="2597000" y="276320"/>
                  </a:lnTo>
                  <a:lnTo>
                    <a:pt x="2540144" y="244221"/>
                  </a:lnTo>
                  <a:lnTo>
                    <a:pt x="2479495" y="215104"/>
                  </a:lnTo>
                  <a:lnTo>
                    <a:pt x="2414295" y="188699"/>
                  </a:lnTo>
                  <a:lnTo>
                    <a:pt x="2343801" y="164726"/>
                  </a:lnTo>
                  <a:lnTo>
                    <a:pt x="2267331" y="142924"/>
                  </a:lnTo>
                  <a:lnTo>
                    <a:pt x="2184332" y="123060"/>
                  </a:lnTo>
                  <a:lnTo>
                    <a:pt x="2094461" y="104941"/>
                  </a:lnTo>
                  <a:lnTo>
                    <a:pt x="1997701" y="88416"/>
                  </a:lnTo>
                  <a:lnTo>
                    <a:pt x="1894489" y="73381"/>
                  </a:lnTo>
                  <a:lnTo>
                    <a:pt x="1785861" y="59778"/>
                  </a:lnTo>
                  <a:lnTo>
                    <a:pt x="1673568" y="47586"/>
                  </a:lnTo>
                  <a:lnTo>
                    <a:pt x="1560147" y="36817"/>
                  </a:lnTo>
                  <a:lnTo>
                    <a:pt x="1448866" y="27502"/>
                  </a:lnTo>
                  <a:lnTo>
                    <a:pt x="1343526" y="19666"/>
                  </a:lnTo>
                  <a:lnTo>
                    <a:pt x="1248071" y="13311"/>
                  </a:lnTo>
                  <a:lnTo>
                    <a:pt x="1166067" y="8396"/>
                  </a:lnTo>
                  <a:lnTo>
                    <a:pt x="1100138" y="4820"/>
                  </a:lnTo>
                  <a:lnTo>
                    <a:pt x="1051484" y="2421"/>
                  </a:lnTo>
                  <a:lnTo>
                    <a:pt x="1019608" y="988"/>
                  </a:lnTo>
                  <a:lnTo>
                    <a:pt x="1002297" y="275"/>
                  </a:lnTo>
                  <a:lnTo>
                    <a:pt x="995780" y="2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3" name="pg632"/>
            <p:cNvSpPr/>
            <p:nvPr/>
          </p:nvSpPr>
          <p:spPr>
            <a:xfrm>
              <a:off x="1199187" y="3411488"/>
              <a:ext cx="12049831" cy="2934755"/>
            </a:xfrm>
            <a:custGeom>
              <a:avLst/>
              <a:pathLst>
                <a:path w="12049831" h="2934755">
                  <a:moveTo>
                    <a:pt x="0" y="15721"/>
                  </a:moveTo>
                  <a:lnTo>
                    <a:pt x="994940" y="15721"/>
                  </a:lnTo>
                  <a:lnTo>
                    <a:pt x="996042" y="15760"/>
                  </a:lnTo>
                  <a:lnTo>
                    <a:pt x="1003320" y="16038"/>
                  </a:lnTo>
                  <a:lnTo>
                    <a:pt x="1021780" y="16806"/>
                  </a:lnTo>
                  <a:lnTo>
                    <a:pt x="1055063" y="18318"/>
                  </a:lnTo>
                  <a:lnTo>
                    <a:pt x="1105236" y="20819"/>
                  </a:lnTo>
                  <a:lnTo>
                    <a:pt x="1172643" y="24516"/>
                  </a:lnTo>
                  <a:lnTo>
                    <a:pt x="1255944" y="29566"/>
                  </a:lnTo>
                  <a:lnTo>
                    <a:pt x="1352412" y="36065"/>
                  </a:lnTo>
                  <a:lnTo>
                    <a:pt x="1458426" y="44051"/>
                  </a:lnTo>
                  <a:lnTo>
                    <a:pt x="1570033" y="53518"/>
                  </a:lnTo>
                  <a:lnTo>
                    <a:pt x="1683471" y="64438"/>
                  </a:lnTo>
                  <a:lnTo>
                    <a:pt x="1795528" y="76784"/>
                  </a:lnTo>
                  <a:lnTo>
                    <a:pt x="1903737" y="90545"/>
                  </a:lnTo>
                  <a:lnTo>
                    <a:pt x="2006411" y="105743"/>
                  </a:lnTo>
                  <a:lnTo>
                    <a:pt x="2102576" y="122443"/>
                  </a:lnTo>
                  <a:lnTo>
                    <a:pt x="2191837" y="140752"/>
                  </a:lnTo>
                  <a:lnTo>
                    <a:pt x="2274246" y="160826"/>
                  </a:lnTo>
                  <a:lnTo>
                    <a:pt x="2350166" y="182861"/>
                  </a:lnTo>
                  <a:lnTo>
                    <a:pt x="2420168" y="207094"/>
                  </a:lnTo>
                  <a:lnTo>
                    <a:pt x="2484939" y="233789"/>
                  </a:lnTo>
                  <a:lnTo>
                    <a:pt x="2545225" y="263227"/>
                  </a:lnTo>
                  <a:lnTo>
                    <a:pt x="2601784" y="295675"/>
                  </a:lnTo>
                  <a:lnTo>
                    <a:pt x="2655339" y="331352"/>
                  </a:lnTo>
                  <a:lnTo>
                    <a:pt x="2702183" y="366844"/>
                  </a:lnTo>
                  <a:lnTo>
                    <a:pt x="2751028" y="408244"/>
                  </a:lnTo>
                  <a:lnTo>
                    <a:pt x="2798567" y="452941"/>
                  </a:lnTo>
                  <a:lnTo>
                    <a:pt x="2845187" y="501000"/>
                  </a:lnTo>
                  <a:lnTo>
                    <a:pt x="2891192" y="552423"/>
                  </a:lnTo>
                  <a:lnTo>
                    <a:pt x="2936819" y="607137"/>
                  </a:lnTo>
                  <a:lnTo>
                    <a:pt x="2982246" y="664994"/>
                  </a:lnTo>
                  <a:lnTo>
                    <a:pt x="3027601" y="725763"/>
                  </a:lnTo>
                  <a:lnTo>
                    <a:pt x="3072969" y="789130"/>
                  </a:lnTo>
                  <a:lnTo>
                    <a:pt x="3118395" y="854704"/>
                  </a:lnTo>
                  <a:lnTo>
                    <a:pt x="3163896" y="922023"/>
                  </a:lnTo>
                  <a:lnTo>
                    <a:pt x="3209463" y="990569"/>
                  </a:lnTo>
                  <a:lnTo>
                    <a:pt x="3255069" y="1059779"/>
                  </a:lnTo>
                  <a:lnTo>
                    <a:pt x="3300680" y="1129068"/>
                  </a:lnTo>
                  <a:lnTo>
                    <a:pt x="3346261" y="1197849"/>
                  </a:lnTo>
                  <a:lnTo>
                    <a:pt x="3391781" y="1265551"/>
                  </a:lnTo>
                  <a:lnTo>
                    <a:pt x="3437227" y="1331641"/>
                  </a:lnTo>
                  <a:lnTo>
                    <a:pt x="3482607" y="1395642"/>
                  </a:lnTo>
                  <a:lnTo>
                    <a:pt x="3527959" y="1457143"/>
                  </a:lnTo>
                  <a:lnTo>
                    <a:pt x="3573356" y="1515807"/>
                  </a:lnTo>
                  <a:lnTo>
                    <a:pt x="3618914" y="1571384"/>
                  </a:lnTo>
                  <a:lnTo>
                    <a:pt x="3664797" y="1623700"/>
                  </a:lnTo>
                  <a:lnTo>
                    <a:pt x="3711225" y="1672665"/>
                  </a:lnTo>
                  <a:lnTo>
                    <a:pt x="3758483" y="1718261"/>
                  </a:lnTo>
                  <a:lnTo>
                    <a:pt x="3806934" y="1760536"/>
                  </a:lnTo>
                  <a:lnTo>
                    <a:pt x="3820202" y="1771334"/>
                  </a:lnTo>
                  <a:lnTo>
                    <a:pt x="3871591" y="1810053"/>
                  </a:lnTo>
                  <a:lnTo>
                    <a:pt x="3925379" y="1845443"/>
                  </a:lnTo>
                  <a:lnTo>
                    <a:pt x="3982232" y="1877621"/>
                  </a:lnTo>
                  <a:lnTo>
                    <a:pt x="4042878" y="1906809"/>
                  </a:lnTo>
                  <a:lnTo>
                    <a:pt x="4108073" y="1933280"/>
                  </a:lnTo>
                  <a:lnTo>
                    <a:pt x="4178562" y="1957312"/>
                  </a:lnTo>
                  <a:lnTo>
                    <a:pt x="4255026" y="1979168"/>
                  </a:lnTo>
                  <a:lnTo>
                    <a:pt x="4338018" y="1999081"/>
                  </a:lnTo>
                  <a:lnTo>
                    <a:pt x="4427882" y="2017246"/>
                  </a:lnTo>
                  <a:lnTo>
                    <a:pt x="4524634" y="2033812"/>
                  </a:lnTo>
                  <a:lnTo>
                    <a:pt x="4627837" y="2048883"/>
                  </a:lnTo>
                  <a:lnTo>
                    <a:pt x="4736457" y="2062521"/>
                  </a:lnTo>
                  <a:lnTo>
                    <a:pt x="4848743" y="2074744"/>
                  </a:lnTo>
                  <a:lnTo>
                    <a:pt x="4962159" y="2085539"/>
                  </a:lnTo>
                  <a:lnTo>
                    <a:pt x="5073436" y="2094879"/>
                  </a:lnTo>
                  <a:lnTo>
                    <a:pt x="5178777" y="2102735"/>
                  </a:lnTo>
                  <a:lnTo>
                    <a:pt x="5274238" y="2109106"/>
                  </a:lnTo>
                  <a:lnTo>
                    <a:pt x="5356250" y="2114035"/>
                  </a:lnTo>
                  <a:lnTo>
                    <a:pt x="5422192" y="2117621"/>
                  </a:lnTo>
                  <a:lnTo>
                    <a:pt x="5470861" y="2120027"/>
                  </a:lnTo>
                  <a:lnTo>
                    <a:pt x="5502752" y="2121465"/>
                  </a:lnTo>
                  <a:lnTo>
                    <a:pt x="5520076" y="2122179"/>
                  </a:lnTo>
                  <a:lnTo>
                    <a:pt x="5526602" y="2122427"/>
                  </a:lnTo>
                  <a:lnTo>
                    <a:pt x="5527445" y="2122456"/>
                  </a:lnTo>
                  <a:lnTo>
                    <a:pt x="6522385" y="2122456"/>
                  </a:lnTo>
                  <a:lnTo>
                    <a:pt x="6523517" y="2122472"/>
                  </a:lnTo>
                  <a:lnTo>
                    <a:pt x="6530982" y="2122582"/>
                  </a:lnTo>
                  <a:lnTo>
                    <a:pt x="6549904" y="2122886"/>
                  </a:lnTo>
                  <a:lnTo>
                    <a:pt x="6583986" y="2123485"/>
                  </a:lnTo>
                  <a:lnTo>
                    <a:pt x="6635298" y="2124474"/>
                  </a:lnTo>
                  <a:lnTo>
                    <a:pt x="6704121" y="2125937"/>
                  </a:lnTo>
                  <a:lnTo>
                    <a:pt x="6789003" y="2127933"/>
                  </a:lnTo>
                  <a:lnTo>
                    <a:pt x="6887078" y="2130499"/>
                  </a:lnTo>
                  <a:lnTo>
                    <a:pt x="6994587" y="2133649"/>
                  </a:lnTo>
                  <a:lnTo>
                    <a:pt x="7107472" y="2137379"/>
                  </a:lnTo>
                  <a:lnTo>
                    <a:pt x="7221906" y="2141678"/>
                  </a:lnTo>
                  <a:lnTo>
                    <a:pt x="7334656" y="2146537"/>
                  </a:lnTo>
                  <a:lnTo>
                    <a:pt x="7443272" y="2151950"/>
                  </a:lnTo>
                  <a:lnTo>
                    <a:pt x="7546109" y="2157930"/>
                  </a:lnTo>
                  <a:lnTo>
                    <a:pt x="7642242" y="2164503"/>
                  </a:lnTo>
                  <a:lnTo>
                    <a:pt x="7731333" y="2171715"/>
                  </a:lnTo>
                  <a:lnTo>
                    <a:pt x="7813488" y="2179629"/>
                  </a:lnTo>
                  <a:lnTo>
                    <a:pt x="7889115" y="2188326"/>
                  </a:lnTo>
                  <a:lnTo>
                    <a:pt x="7958824" y="2197902"/>
                  </a:lnTo>
                  <a:lnTo>
                    <a:pt x="8023334" y="2208461"/>
                  </a:lnTo>
                  <a:lnTo>
                    <a:pt x="8083417" y="2220117"/>
                  </a:lnTo>
                  <a:lnTo>
                    <a:pt x="8139845" y="2232971"/>
                  </a:lnTo>
                  <a:lnTo>
                    <a:pt x="8193354" y="2247105"/>
                  </a:lnTo>
                  <a:lnTo>
                    <a:pt x="8229629" y="2257839"/>
                  </a:lnTo>
                  <a:lnTo>
                    <a:pt x="8288173" y="2277181"/>
                  </a:lnTo>
                  <a:lnTo>
                    <a:pt x="8344949" y="2298369"/>
                  </a:lnTo>
                  <a:lnTo>
                    <a:pt x="8400583" y="2321434"/>
                  </a:lnTo>
                  <a:lnTo>
                    <a:pt x="8455544" y="2346352"/>
                  </a:lnTo>
                  <a:lnTo>
                    <a:pt x="8510170" y="2373039"/>
                  </a:lnTo>
                  <a:lnTo>
                    <a:pt x="8564691" y="2401345"/>
                  </a:lnTo>
                  <a:lnTo>
                    <a:pt x="8619246" y="2431054"/>
                  </a:lnTo>
                  <a:lnTo>
                    <a:pt x="8673900" y="2461889"/>
                  </a:lnTo>
                  <a:lnTo>
                    <a:pt x="8728655" y="2493520"/>
                  </a:lnTo>
                  <a:lnTo>
                    <a:pt x="8783476" y="2525579"/>
                  </a:lnTo>
                  <a:lnTo>
                    <a:pt x="8838302" y="2557675"/>
                  </a:lnTo>
                  <a:lnTo>
                    <a:pt x="8893074" y="2589416"/>
                  </a:lnTo>
                  <a:lnTo>
                    <a:pt x="8947748" y="2620428"/>
                  </a:lnTo>
                  <a:lnTo>
                    <a:pt x="9002319" y="2650372"/>
                  </a:lnTo>
                  <a:lnTo>
                    <a:pt x="9056838" y="2678960"/>
                  </a:lnTo>
                  <a:lnTo>
                    <a:pt x="9111430" y="2705965"/>
                  </a:lnTo>
                  <a:lnTo>
                    <a:pt x="9166305" y="2731225"/>
                  </a:lnTo>
                  <a:lnTo>
                    <a:pt x="9221781" y="2754642"/>
                  </a:lnTo>
                  <a:lnTo>
                    <a:pt x="9278300" y="2776183"/>
                  </a:lnTo>
                  <a:lnTo>
                    <a:pt x="9336454" y="2795868"/>
                  </a:lnTo>
                  <a:lnTo>
                    <a:pt x="9347647" y="2799372"/>
                  </a:lnTo>
                  <a:lnTo>
                    <a:pt x="9399500" y="2814427"/>
                  </a:lnTo>
                  <a:lnTo>
                    <a:pt x="9453800" y="2828176"/>
                  </a:lnTo>
                  <a:lnTo>
                    <a:pt x="9511232" y="2840665"/>
                  </a:lnTo>
                  <a:lnTo>
                    <a:pt x="9572544" y="2851985"/>
                  </a:lnTo>
                  <a:lnTo>
                    <a:pt x="9638514" y="2862242"/>
                  </a:lnTo>
                  <a:lnTo>
                    <a:pt x="9709903" y="2871546"/>
                  </a:lnTo>
                  <a:lnTo>
                    <a:pt x="9787406" y="2880002"/>
                  </a:lnTo>
                  <a:lnTo>
                    <a:pt x="9871583" y="2887701"/>
                  </a:lnTo>
                  <a:lnTo>
                    <a:pt x="9962766" y="2894718"/>
                  </a:lnTo>
                  <a:lnTo>
                    <a:pt x="10060942" y="2901111"/>
                  </a:lnTo>
                  <a:lnTo>
                    <a:pt x="10165616" y="2906922"/>
                  </a:lnTo>
                  <a:lnTo>
                    <a:pt x="10275663" y="2912170"/>
                  </a:lnTo>
                  <a:lnTo>
                    <a:pt x="10389204" y="2916864"/>
                  </a:lnTo>
                  <a:lnTo>
                    <a:pt x="10503548" y="2920996"/>
                  </a:lnTo>
                  <a:lnTo>
                    <a:pt x="10615259" y="2924556"/>
                  </a:lnTo>
                  <a:lnTo>
                    <a:pt x="10720396" y="2927532"/>
                  </a:lnTo>
                  <a:lnTo>
                    <a:pt x="10814928" y="2929927"/>
                  </a:lnTo>
                  <a:lnTo>
                    <a:pt x="10895299" y="2931760"/>
                  </a:lnTo>
                  <a:lnTo>
                    <a:pt x="10959016" y="2933076"/>
                  </a:lnTo>
                  <a:lnTo>
                    <a:pt x="11005116" y="2933940"/>
                  </a:lnTo>
                  <a:lnTo>
                    <a:pt x="11034417" y="2934441"/>
                  </a:lnTo>
                  <a:lnTo>
                    <a:pt x="11049493" y="2934677"/>
                  </a:lnTo>
                  <a:lnTo>
                    <a:pt x="11054490" y="2934749"/>
                  </a:lnTo>
                  <a:lnTo>
                    <a:pt x="11054891" y="2934755"/>
                  </a:lnTo>
                  <a:lnTo>
                    <a:pt x="12049831" y="2934755"/>
                  </a:lnTo>
                  <a:lnTo>
                    <a:pt x="12049831" y="2919033"/>
                  </a:lnTo>
                  <a:lnTo>
                    <a:pt x="11054891" y="2919033"/>
                  </a:lnTo>
                  <a:lnTo>
                    <a:pt x="11053760" y="2919017"/>
                  </a:lnTo>
                  <a:lnTo>
                    <a:pt x="11046294" y="2918907"/>
                  </a:lnTo>
                  <a:lnTo>
                    <a:pt x="11027373" y="2918603"/>
                  </a:lnTo>
                  <a:lnTo>
                    <a:pt x="10993291" y="2918004"/>
                  </a:lnTo>
                  <a:lnTo>
                    <a:pt x="10941978" y="2917015"/>
                  </a:lnTo>
                  <a:lnTo>
                    <a:pt x="10873155" y="2915552"/>
                  </a:lnTo>
                  <a:lnTo>
                    <a:pt x="10788273" y="2913556"/>
                  </a:lnTo>
                  <a:lnTo>
                    <a:pt x="10690199" y="2910990"/>
                  </a:lnTo>
                  <a:lnTo>
                    <a:pt x="10582690" y="2907840"/>
                  </a:lnTo>
                  <a:lnTo>
                    <a:pt x="10469804" y="2904110"/>
                  </a:lnTo>
                  <a:lnTo>
                    <a:pt x="10355371" y="2899811"/>
                  </a:lnTo>
                  <a:lnTo>
                    <a:pt x="10242621" y="2894952"/>
                  </a:lnTo>
                  <a:lnTo>
                    <a:pt x="10134004" y="2889539"/>
                  </a:lnTo>
                  <a:lnTo>
                    <a:pt x="10031168" y="2883559"/>
                  </a:lnTo>
                  <a:lnTo>
                    <a:pt x="9935035" y="2876986"/>
                  </a:lnTo>
                  <a:lnTo>
                    <a:pt x="9845943" y="2869774"/>
                  </a:lnTo>
                  <a:lnTo>
                    <a:pt x="9763789" y="2861860"/>
                  </a:lnTo>
                  <a:lnTo>
                    <a:pt x="9688161" y="2853163"/>
                  </a:lnTo>
                  <a:lnTo>
                    <a:pt x="9618453" y="2843587"/>
                  </a:lnTo>
                  <a:lnTo>
                    <a:pt x="9553943" y="2833028"/>
                  </a:lnTo>
                  <a:lnTo>
                    <a:pt x="9493860" y="2821372"/>
                  </a:lnTo>
                  <a:lnTo>
                    <a:pt x="9437431" y="2808518"/>
                  </a:lnTo>
                  <a:lnTo>
                    <a:pt x="9383923" y="2794384"/>
                  </a:lnTo>
                  <a:lnTo>
                    <a:pt x="9347647" y="2783650"/>
                  </a:lnTo>
                  <a:lnTo>
                    <a:pt x="9289104" y="2764308"/>
                  </a:lnTo>
                  <a:lnTo>
                    <a:pt x="9232327" y="2743120"/>
                  </a:lnTo>
                  <a:lnTo>
                    <a:pt x="9176693" y="2720055"/>
                  </a:lnTo>
                  <a:lnTo>
                    <a:pt x="9121732" y="2695137"/>
                  </a:lnTo>
                  <a:lnTo>
                    <a:pt x="9067107" y="2668450"/>
                  </a:lnTo>
                  <a:lnTo>
                    <a:pt x="9012586" y="2640144"/>
                  </a:lnTo>
                  <a:lnTo>
                    <a:pt x="8958030" y="2610435"/>
                  </a:lnTo>
                  <a:lnTo>
                    <a:pt x="8903377" y="2579600"/>
                  </a:lnTo>
                  <a:lnTo>
                    <a:pt x="8848621" y="2547969"/>
                  </a:lnTo>
                  <a:lnTo>
                    <a:pt x="8793801" y="2515910"/>
                  </a:lnTo>
                  <a:lnTo>
                    <a:pt x="8738974" y="2483814"/>
                  </a:lnTo>
                  <a:lnTo>
                    <a:pt x="8684203" y="2452073"/>
                  </a:lnTo>
                  <a:lnTo>
                    <a:pt x="8629529" y="2421061"/>
                  </a:lnTo>
                  <a:lnTo>
                    <a:pt x="8574958" y="2391117"/>
                  </a:lnTo>
                  <a:lnTo>
                    <a:pt x="8520438" y="2362529"/>
                  </a:lnTo>
                  <a:lnTo>
                    <a:pt x="8465847" y="2335524"/>
                  </a:lnTo>
                  <a:lnTo>
                    <a:pt x="8410972" y="2310264"/>
                  </a:lnTo>
                  <a:lnTo>
                    <a:pt x="8355496" y="2286847"/>
                  </a:lnTo>
                  <a:lnTo>
                    <a:pt x="8298977" y="2265306"/>
                  </a:lnTo>
                  <a:lnTo>
                    <a:pt x="8240822" y="2245621"/>
                  </a:lnTo>
                  <a:lnTo>
                    <a:pt x="8229629" y="2242117"/>
                  </a:lnTo>
                  <a:lnTo>
                    <a:pt x="8177777" y="2227062"/>
                  </a:lnTo>
                  <a:lnTo>
                    <a:pt x="8123476" y="2213313"/>
                  </a:lnTo>
                  <a:lnTo>
                    <a:pt x="8066045" y="2200824"/>
                  </a:lnTo>
                  <a:lnTo>
                    <a:pt x="8004733" y="2189504"/>
                  </a:lnTo>
                  <a:lnTo>
                    <a:pt x="7938763" y="2179247"/>
                  </a:lnTo>
                  <a:lnTo>
                    <a:pt x="7867373" y="2169943"/>
                  </a:lnTo>
                  <a:lnTo>
                    <a:pt x="7789870" y="2161487"/>
                  </a:lnTo>
                  <a:lnTo>
                    <a:pt x="7705693" y="2153788"/>
                  </a:lnTo>
                  <a:lnTo>
                    <a:pt x="7614511" y="2146771"/>
                  </a:lnTo>
                  <a:lnTo>
                    <a:pt x="7516335" y="2140378"/>
                  </a:lnTo>
                  <a:lnTo>
                    <a:pt x="7411660" y="2134567"/>
                  </a:lnTo>
                  <a:lnTo>
                    <a:pt x="7301613" y="2129319"/>
                  </a:lnTo>
                  <a:lnTo>
                    <a:pt x="7188073" y="2124625"/>
                  </a:lnTo>
                  <a:lnTo>
                    <a:pt x="7073729" y="2120493"/>
                  </a:lnTo>
                  <a:lnTo>
                    <a:pt x="6962017" y="2116933"/>
                  </a:lnTo>
                  <a:lnTo>
                    <a:pt x="6856881" y="2113957"/>
                  </a:lnTo>
                  <a:lnTo>
                    <a:pt x="6762349" y="2111562"/>
                  </a:lnTo>
                  <a:lnTo>
                    <a:pt x="6681977" y="2109729"/>
                  </a:lnTo>
                  <a:lnTo>
                    <a:pt x="6618261" y="2108413"/>
                  </a:lnTo>
                  <a:lnTo>
                    <a:pt x="6572160" y="2107549"/>
                  </a:lnTo>
                  <a:lnTo>
                    <a:pt x="6542860" y="2107048"/>
                  </a:lnTo>
                  <a:lnTo>
                    <a:pt x="6527784" y="2106812"/>
                  </a:lnTo>
                  <a:lnTo>
                    <a:pt x="6522786" y="2106740"/>
                  </a:lnTo>
                  <a:lnTo>
                    <a:pt x="6522385" y="2106734"/>
                  </a:lnTo>
                  <a:lnTo>
                    <a:pt x="5527445" y="2106734"/>
                  </a:lnTo>
                  <a:lnTo>
                    <a:pt x="5526343" y="2106695"/>
                  </a:lnTo>
                  <a:lnTo>
                    <a:pt x="5519065" y="2106418"/>
                  </a:lnTo>
                  <a:lnTo>
                    <a:pt x="5500605" y="2105650"/>
                  </a:lnTo>
                  <a:lnTo>
                    <a:pt x="5467322" y="2104138"/>
                  </a:lnTo>
                  <a:lnTo>
                    <a:pt x="5417149" y="2101637"/>
                  </a:lnTo>
                  <a:lnTo>
                    <a:pt x="5349742" y="2097940"/>
                  </a:lnTo>
                  <a:lnTo>
                    <a:pt x="5266441" y="2092890"/>
                  </a:lnTo>
                  <a:lnTo>
                    <a:pt x="5169973" y="2086391"/>
                  </a:lnTo>
                  <a:lnTo>
                    <a:pt x="5063959" y="2078405"/>
                  </a:lnTo>
                  <a:lnTo>
                    <a:pt x="4952352" y="2068938"/>
                  </a:lnTo>
                  <a:lnTo>
                    <a:pt x="4838914" y="2058018"/>
                  </a:lnTo>
                  <a:lnTo>
                    <a:pt x="4726857" y="2045672"/>
                  </a:lnTo>
                  <a:lnTo>
                    <a:pt x="4618648" y="2031911"/>
                  </a:lnTo>
                  <a:lnTo>
                    <a:pt x="4515974" y="2016713"/>
                  </a:lnTo>
                  <a:lnTo>
                    <a:pt x="4419809" y="2000013"/>
                  </a:lnTo>
                  <a:lnTo>
                    <a:pt x="4330548" y="1981703"/>
                  </a:lnTo>
                  <a:lnTo>
                    <a:pt x="4248139" y="1961630"/>
                  </a:lnTo>
                  <a:lnTo>
                    <a:pt x="4172219" y="1939595"/>
                  </a:lnTo>
                  <a:lnTo>
                    <a:pt x="4102217" y="1915362"/>
                  </a:lnTo>
                  <a:lnTo>
                    <a:pt x="4037446" y="1888667"/>
                  </a:lnTo>
                  <a:lnTo>
                    <a:pt x="3977160" y="1859229"/>
                  </a:lnTo>
                  <a:lnTo>
                    <a:pt x="3920601" y="1826780"/>
                  </a:lnTo>
                  <a:lnTo>
                    <a:pt x="3867046" y="1791104"/>
                  </a:lnTo>
                  <a:lnTo>
                    <a:pt x="3820202" y="1755612"/>
                  </a:lnTo>
                  <a:lnTo>
                    <a:pt x="3771357" y="1714212"/>
                  </a:lnTo>
                  <a:lnTo>
                    <a:pt x="3723818" y="1669515"/>
                  </a:lnTo>
                  <a:lnTo>
                    <a:pt x="3677198" y="1621456"/>
                  </a:lnTo>
                  <a:lnTo>
                    <a:pt x="3631193" y="1570033"/>
                  </a:lnTo>
                  <a:lnTo>
                    <a:pt x="3585566" y="1515319"/>
                  </a:lnTo>
                  <a:lnTo>
                    <a:pt x="3540139" y="1457462"/>
                  </a:lnTo>
                  <a:lnTo>
                    <a:pt x="3494784" y="1396693"/>
                  </a:lnTo>
                  <a:lnTo>
                    <a:pt x="3449416" y="1333326"/>
                  </a:lnTo>
                  <a:lnTo>
                    <a:pt x="3403990" y="1267752"/>
                  </a:lnTo>
                  <a:lnTo>
                    <a:pt x="3358489" y="1200432"/>
                  </a:lnTo>
                  <a:lnTo>
                    <a:pt x="3312922" y="1131887"/>
                  </a:lnTo>
                  <a:lnTo>
                    <a:pt x="3267316" y="1062677"/>
                  </a:lnTo>
                  <a:lnTo>
                    <a:pt x="3221705" y="993388"/>
                  </a:lnTo>
                  <a:lnTo>
                    <a:pt x="3176124" y="924607"/>
                  </a:lnTo>
                  <a:lnTo>
                    <a:pt x="3130604" y="856905"/>
                  </a:lnTo>
                  <a:lnTo>
                    <a:pt x="3085158" y="790814"/>
                  </a:lnTo>
                  <a:lnTo>
                    <a:pt x="3039778" y="726813"/>
                  </a:lnTo>
                  <a:lnTo>
                    <a:pt x="2994426" y="665313"/>
                  </a:lnTo>
                  <a:lnTo>
                    <a:pt x="2949029" y="606648"/>
                  </a:lnTo>
                  <a:lnTo>
                    <a:pt x="2903471" y="551072"/>
                  </a:lnTo>
                  <a:lnTo>
                    <a:pt x="2857588" y="498756"/>
                  </a:lnTo>
                  <a:lnTo>
                    <a:pt x="2811160" y="449791"/>
                  </a:lnTo>
                  <a:lnTo>
                    <a:pt x="2763902" y="404195"/>
                  </a:lnTo>
                  <a:lnTo>
                    <a:pt x="2715451" y="361919"/>
                  </a:lnTo>
                  <a:lnTo>
                    <a:pt x="2702183" y="351122"/>
                  </a:lnTo>
                  <a:lnTo>
                    <a:pt x="2650794" y="312403"/>
                  </a:lnTo>
                  <a:lnTo>
                    <a:pt x="2597006" y="277013"/>
                  </a:lnTo>
                  <a:lnTo>
                    <a:pt x="2540153" y="244835"/>
                  </a:lnTo>
                  <a:lnTo>
                    <a:pt x="2479507" y="215646"/>
                  </a:lnTo>
                  <a:lnTo>
                    <a:pt x="2414312" y="189176"/>
                  </a:lnTo>
                  <a:lnTo>
                    <a:pt x="2343823" y="165144"/>
                  </a:lnTo>
                  <a:lnTo>
                    <a:pt x="2267359" y="143288"/>
                  </a:lnTo>
                  <a:lnTo>
                    <a:pt x="2184367" y="123375"/>
                  </a:lnTo>
                  <a:lnTo>
                    <a:pt x="2094503" y="105210"/>
                  </a:lnTo>
                  <a:lnTo>
                    <a:pt x="1997751" y="88644"/>
                  </a:lnTo>
                  <a:lnTo>
                    <a:pt x="1894548" y="73572"/>
                  </a:lnTo>
                  <a:lnTo>
                    <a:pt x="1785928" y="59935"/>
                  </a:lnTo>
                  <a:lnTo>
                    <a:pt x="1673642" y="47712"/>
                  </a:lnTo>
                  <a:lnTo>
                    <a:pt x="1560226" y="36916"/>
                  </a:lnTo>
                  <a:lnTo>
                    <a:pt x="1448949" y="27577"/>
                  </a:lnTo>
                  <a:lnTo>
                    <a:pt x="1343608" y="19720"/>
                  </a:lnTo>
                  <a:lnTo>
                    <a:pt x="1248147" y="13349"/>
                  </a:lnTo>
                  <a:lnTo>
                    <a:pt x="1166135" y="8421"/>
                  </a:lnTo>
                  <a:lnTo>
                    <a:pt x="1100193" y="4835"/>
                  </a:lnTo>
                  <a:lnTo>
                    <a:pt x="1051524" y="2429"/>
                  </a:lnTo>
                  <a:lnTo>
                    <a:pt x="1019633" y="991"/>
                  </a:lnTo>
                  <a:lnTo>
                    <a:pt x="1002309" y="276"/>
                  </a:lnTo>
                  <a:lnTo>
                    <a:pt x="995783" y="2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34" name="pl633"/>
            <p:cNvSpPr/>
            <p:nvPr/>
          </p:nvSpPr>
          <p:spPr>
            <a:xfrm>
              <a:off x="1199187" y="3427210"/>
              <a:ext cx="12049831" cy="2919033"/>
            </a:xfrm>
            <a:custGeom>
              <a:avLst/>
              <a:pathLst>
                <a:path w="12049831" h="2919033">
                  <a:moveTo>
                    <a:pt x="0" y="0"/>
                  </a:moveTo>
                  <a:lnTo>
                    <a:pt x="994940" y="0"/>
                  </a:lnTo>
                  <a:lnTo>
                    <a:pt x="996042" y="39"/>
                  </a:lnTo>
                  <a:lnTo>
                    <a:pt x="1003320" y="316"/>
                  </a:lnTo>
                  <a:lnTo>
                    <a:pt x="1021780" y="1084"/>
                  </a:lnTo>
                  <a:lnTo>
                    <a:pt x="1055063" y="2596"/>
                  </a:lnTo>
                  <a:lnTo>
                    <a:pt x="1105236" y="5097"/>
                  </a:lnTo>
                  <a:lnTo>
                    <a:pt x="1172643" y="8794"/>
                  </a:lnTo>
                  <a:lnTo>
                    <a:pt x="1255944" y="13844"/>
                  </a:lnTo>
                  <a:lnTo>
                    <a:pt x="1352412" y="20343"/>
                  </a:lnTo>
                  <a:lnTo>
                    <a:pt x="1458426" y="28329"/>
                  </a:lnTo>
                  <a:lnTo>
                    <a:pt x="1570033" y="37796"/>
                  </a:lnTo>
                  <a:lnTo>
                    <a:pt x="1683471" y="48716"/>
                  </a:lnTo>
                  <a:lnTo>
                    <a:pt x="1795528" y="61062"/>
                  </a:lnTo>
                  <a:lnTo>
                    <a:pt x="1903737" y="74823"/>
                  </a:lnTo>
                  <a:lnTo>
                    <a:pt x="2006411" y="90021"/>
                  </a:lnTo>
                  <a:lnTo>
                    <a:pt x="2102576" y="106721"/>
                  </a:lnTo>
                  <a:lnTo>
                    <a:pt x="2191837" y="125031"/>
                  </a:lnTo>
                  <a:lnTo>
                    <a:pt x="2274246" y="145104"/>
                  </a:lnTo>
                  <a:lnTo>
                    <a:pt x="2350166" y="167139"/>
                  </a:lnTo>
                  <a:lnTo>
                    <a:pt x="2420168" y="191372"/>
                  </a:lnTo>
                  <a:lnTo>
                    <a:pt x="2484939" y="218067"/>
                  </a:lnTo>
                  <a:lnTo>
                    <a:pt x="2545225" y="247505"/>
                  </a:lnTo>
                  <a:lnTo>
                    <a:pt x="2601784" y="279953"/>
                  </a:lnTo>
                  <a:lnTo>
                    <a:pt x="2655339" y="315630"/>
                  </a:lnTo>
                  <a:lnTo>
                    <a:pt x="2702183" y="351122"/>
                  </a:lnTo>
                  <a:lnTo>
                    <a:pt x="2751028" y="392522"/>
                  </a:lnTo>
                  <a:lnTo>
                    <a:pt x="2798567" y="437219"/>
                  </a:lnTo>
                  <a:lnTo>
                    <a:pt x="2845187" y="485278"/>
                  </a:lnTo>
                  <a:lnTo>
                    <a:pt x="2891192" y="536701"/>
                  </a:lnTo>
                  <a:lnTo>
                    <a:pt x="2936819" y="591415"/>
                  </a:lnTo>
                  <a:lnTo>
                    <a:pt x="2982246" y="649272"/>
                  </a:lnTo>
                  <a:lnTo>
                    <a:pt x="3027601" y="710041"/>
                  </a:lnTo>
                  <a:lnTo>
                    <a:pt x="3072969" y="773408"/>
                  </a:lnTo>
                  <a:lnTo>
                    <a:pt x="3118395" y="838982"/>
                  </a:lnTo>
                  <a:lnTo>
                    <a:pt x="3163896" y="906302"/>
                  </a:lnTo>
                  <a:lnTo>
                    <a:pt x="3209463" y="974847"/>
                  </a:lnTo>
                  <a:lnTo>
                    <a:pt x="3255069" y="1044057"/>
                  </a:lnTo>
                  <a:lnTo>
                    <a:pt x="3300680" y="1113346"/>
                  </a:lnTo>
                  <a:lnTo>
                    <a:pt x="3346261" y="1182127"/>
                  </a:lnTo>
                  <a:lnTo>
                    <a:pt x="3391781" y="1249829"/>
                  </a:lnTo>
                  <a:lnTo>
                    <a:pt x="3437227" y="1315919"/>
                  </a:lnTo>
                  <a:lnTo>
                    <a:pt x="3482607" y="1379921"/>
                  </a:lnTo>
                  <a:lnTo>
                    <a:pt x="3527959" y="1441421"/>
                  </a:lnTo>
                  <a:lnTo>
                    <a:pt x="3573356" y="1500086"/>
                  </a:lnTo>
                  <a:lnTo>
                    <a:pt x="3618914" y="1555662"/>
                  </a:lnTo>
                  <a:lnTo>
                    <a:pt x="3664797" y="1607978"/>
                  </a:lnTo>
                  <a:lnTo>
                    <a:pt x="3711225" y="1656943"/>
                  </a:lnTo>
                  <a:lnTo>
                    <a:pt x="3758483" y="1702539"/>
                  </a:lnTo>
                  <a:lnTo>
                    <a:pt x="3806934" y="1744815"/>
                  </a:lnTo>
                  <a:lnTo>
                    <a:pt x="3820202" y="1755612"/>
                  </a:lnTo>
                  <a:lnTo>
                    <a:pt x="3871591" y="1794331"/>
                  </a:lnTo>
                  <a:lnTo>
                    <a:pt x="3925379" y="1829721"/>
                  </a:lnTo>
                  <a:lnTo>
                    <a:pt x="3982232" y="1861899"/>
                  </a:lnTo>
                  <a:lnTo>
                    <a:pt x="4042878" y="1891088"/>
                  </a:lnTo>
                  <a:lnTo>
                    <a:pt x="4108073" y="1917558"/>
                  </a:lnTo>
                  <a:lnTo>
                    <a:pt x="4178562" y="1941590"/>
                  </a:lnTo>
                  <a:lnTo>
                    <a:pt x="4255026" y="1963446"/>
                  </a:lnTo>
                  <a:lnTo>
                    <a:pt x="4338018" y="1983359"/>
                  </a:lnTo>
                  <a:lnTo>
                    <a:pt x="4427882" y="2001524"/>
                  </a:lnTo>
                  <a:lnTo>
                    <a:pt x="4524634" y="2018090"/>
                  </a:lnTo>
                  <a:lnTo>
                    <a:pt x="4627837" y="2033162"/>
                  </a:lnTo>
                  <a:lnTo>
                    <a:pt x="4736457" y="2046799"/>
                  </a:lnTo>
                  <a:lnTo>
                    <a:pt x="4848743" y="2059022"/>
                  </a:lnTo>
                  <a:lnTo>
                    <a:pt x="4962159" y="2069818"/>
                  </a:lnTo>
                  <a:lnTo>
                    <a:pt x="5073436" y="2079157"/>
                  </a:lnTo>
                  <a:lnTo>
                    <a:pt x="5178777" y="2087013"/>
                  </a:lnTo>
                  <a:lnTo>
                    <a:pt x="5274238" y="2093384"/>
                  </a:lnTo>
                  <a:lnTo>
                    <a:pt x="5356250" y="2098313"/>
                  </a:lnTo>
                  <a:lnTo>
                    <a:pt x="5422192" y="2101899"/>
                  </a:lnTo>
                  <a:lnTo>
                    <a:pt x="5470861" y="2104305"/>
                  </a:lnTo>
                  <a:lnTo>
                    <a:pt x="5502752" y="2105743"/>
                  </a:lnTo>
                  <a:lnTo>
                    <a:pt x="5520076" y="2106457"/>
                  </a:lnTo>
                  <a:lnTo>
                    <a:pt x="5526602" y="2106705"/>
                  </a:lnTo>
                  <a:lnTo>
                    <a:pt x="5527445" y="2106734"/>
                  </a:lnTo>
                  <a:lnTo>
                    <a:pt x="6522385" y="2106734"/>
                  </a:lnTo>
                  <a:lnTo>
                    <a:pt x="6523517" y="2106750"/>
                  </a:lnTo>
                  <a:lnTo>
                    <a:pt x="6530982" y="2106860"/>
                  </a:lnTo>
                  <a:lnTo>
                    <a:pt x="6549904" y="2107164"/>
                  </a:lnTo>
                  <a:lnTo>
                    <a:pt x="6583986" y="2107763"/>
                  </a:lnTo>
                  <a:lnTo>
                    <a:pt x="6635298" y="2108752"/>
                  </a:lnTo>
                  <a:lnTo>
                    <a:pt x="6704121" y="2110215"/>
                  </a:lnTo>
                  <a:lnTo>
                    <a:pt x="6789003" y="2112211"/>
                  </a:lnTo>
                  <a:lnTo>
                    <a:pt x="6887078" y="2114777"/>
                  </a:lnTo>
                  <a:lnTo>
                    <a:pt x="6994587" y="2117927"/>
                  </a:lnTo>
                  <a:lnTo>
                    <a:pt x="7107472" y="2121657"/>
                  </a:lnTo>
                  <a:lnTo>
                    <a:pt x="7221906" y="2125957"/>
                  </a:lnTo>
                  <a:lnTo>
                    <a:pt x="7334656" y="2130815"/>
                  </a:lnTo>
                  <a:lnTo>
                    <a:pt x="7443272" y="2136228"/>
                  </a:lnTo>
                  <a:lnTo>
                    <a:pt x="7546109" y="2142208"/>
                  </a:lnTo>
                  <a:lnTo>
                    <a:pt x="7642242" y="2148781"/>
                  </a:lnTo>
                  <a:lnTo>
                    <a:pt x="7731333" y="2155993"/>
                  </a:lnTo>
                  <a:lnTo>
                    <a:pt x="7813488" y="2163908"/>
                  </a:lnTo>
                  <a:lnTo>
                    <a:pt x="7889115" y="2172604"/>
                  </a:lnTo>
                  <a:lnTo>
                    <a:pt x="7958824" y="2182180"/>
                  </a:lnTo>
                  <a:lnTo>
                    <a:pt x="8023334" y="2192739"/>
                  </a:lnTo>
                  <a:lnTo>
                    <a:pt x="8083417" y="2204395"/>
                  </a:lnTo>
                  <a:lnTo>
                    <a:pt x="8139845" y="2217249"/>
                  </a:lnTo>
                  <a:lnTo>
                    <a:pt x="8193354" y="2231383"/>
                  </a:lnTo>
                  <a:lnTo>
                    <a:pt x="8229629" y="2242117"/>
                  </a:lnTo>
                  <a:lnTo>
                    <a:pt x="8288173" y="2261460"/>
                  </a:lnTo>
                  <a:lnTo>
                    <a:pt x="8344949" y="2282648"/>
                  </a:lnTo>
                  <a:lnTo>
                    <a:pt x="8400583" y="2305712"/>
                  </a:lnTo>
                  <a:lnTo>
                    <a:pt x="8455544" y="2330630"/>
                  </a:lnTo>
                  <a:lnTo>
                    <a:pt x="8510170" y="2357317"/>
                  </a:lnTo>
                  <a:lnTo>
                    <a:pt x="8564691" y="2385623"/>
                  </a:lnTo>
                  <a:lnTo>
                    <a:pt x="8619246" y="2415332"/>
                  </a:lnTo>
                  <a:lnTo>
                    <a:pt x="8673900" y="2446167"/>
                  </a:lnTo>
                  <a:lnTo>
                    <a:pt x="8728655" y="2477798"/>
                  </a:lnTo>
                  <a:lnTo>
                    <a:pt x="8783476" y="2509857"/>
                  </a:lnTo>
                  <a:lnTo>
                    <a:pt x="8838302" y="2541953"/>
                  </a:lnTo>
                  <a:lnTo>
                    <a:pt x="8893074" y="2573694"/>
                  </a:lnTo>
                  <a:lnTo>
                    <a:pt x="8947748" y="2604706"/>
                  </a:lnTo>
                  <a:lnTo>
                    <a:pt x="9002319" y="2634650"/>
                  </a:lnTo>
                  <a:lnTo>
                    <a:pt x="9056838" y="2663238"/>
                  </a:lnTo>
                  <a:lnTo>
                    <a:pt x="9111430" y="2690243"/>
                  </a:lnTo>
                  <a:lnTo>
                    <a:pt x="9166305" y="2715503"/>
                  </a:lnTo>
                  <a:lnTo>
                    <a:pt x="9221781" y="2738920"/>
                  </a:lnTo>
                  <a:lnTo>
                    <a:pt x="9278300" y="2760461"/>
                  </a:lnTo>
                  <a:lnTo>
                    <a:pt x="9336454" y="2780146"/>
                  </a:lnTo>
                  <a:lnTo>
                    <a:pt x="9347647" y="2783650"/>
                  </a:lnTo>
                  <a:lnTo>
                    <a:pt x="9399500" y="2798705"/>
                  </a:lnTo>
                  <a:lnTo>
                    <a:pt x="9453800" y="2812454"/>
                  </a:lnTo>
                  <a:lnTo>
                    <a:pt x="9511232" y="2824943"/>
                  </a:lnTo>
                  <a:lnTo>
                    <a:pt x="9572544" y="2836263"/>
                  </a:lnTo>
                  <a:lnTo>
                    <a:pt x="9638514" y="2846520"/>
                  </a:lnTo>
                  <a:lnTo>
                    <a:pt x="9709903" y="2855824"/>
                  </a:lnTo>
                  <a:lnTo>
                    <a:pt x="9787406" y="2864280"/>
                  </a:lnTo>
                  <a:lnTo>
                    <a:pt x="9871583" y="2871979"/>
                  </a:lnTo>
                  <a:lnTo>
                    <a:pt x="9962766" y="2878996"/>
                  </a:lnTo>
                  <a:lnTo>
                    <a:pt x="10060942" y="2885390"/>
                  </a:lnTo>
                  <a:lnTo>
                    <a:pt x="10165616" y="2891200"/>
                  </a:lnTo>
                  <a:lnTo>
                    <a:pt x="10275663" y="2896448"/>
                  </a:lnTo>
                  <a:lnTo>
                    <a:pt x="10389204" y="2901142"/>
                  </a:lnTo>
                  <a:lnTo>
                    <a:pt x="10503548" y="2905274"/>
                  </a:lnTo>
                  <a:lnTo>
                    <a:pt x="10615259" y="2908834"/>
                  </a:lnTo>
                  <a:lnTo>
                    <a:pt x="10720396" y="2911810"/>
                  </a:lnTo>
                  <a:lnTo>
                    <a:pt x="10814928" y="2914205"/>
                  </a:lnTo>
                  <a:lnTo>
                    <a:pt x="10895299" y="2916039"/>
                  </a:lnTo>
                  <a:lnTo>
                    <a:pt x="10959016" y="2917354"/>
                  </a:lnTo>
                  <a:lnTo>
                    <a:pt x="11005116" y="2918218"/>
                  </a:lnTo>
                  <a:lnTo>
                    <a:pt x="11034417" y="2918720"/>
                  </a:lnTo>
                  <a:lnTo>
                    <a:pt x="11049493" y="2918955"/>
                  </a:lnTo>
                  <a:lnTo>
                    <a:pt x="11054490" y="2919027"/>
                  </a:lnTo>
                  <a:lnTo>
                    <a:pt x="11054891" y="2919033"/>
                  </a:lnTo>
                  <a:lnTo>
                    <a:pt x="12049831" y="2919033"/>
                  </a:lnTo>
                  <a:lnTo>
                    <a:pt x="12049831" y="29190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5" name="pl634"/>
            <p:cNvSpPr/>
            <p:nvPr/>
          </p:nvSpPr>
          <p:spPr>
            <a:xfrm>
              <a:off x="1199187" y="3411488"/>
              <a:ext cx="12049831" cy="2919033"/>
            </a:xfrm>
            <a:custGeom>
              <a:avLst/>
              <a:pathLst>
                <a:path w="12049831" h="2919033">
                  <a:moveTo>
                    <a:pt x="12049831" y="2919033"/>
                  </a:moveTo>
                  <a:lnTo>
                    <a:pt x="11054891" y="2919033"/>
                  </a:lnTo>
                  <a:lnTo>
                    <a:pt x="11053760" y="2919017"/>
                  </a:lnTo>
                  <a:lnTo>
                    <a:pt x="11046294" y="2918907"/>
                  </a:lnTo>
                  <a:lnTo>
                    <a:pt x="11027373" y="2918603"/>
                  </a:lnTo>
                  <a:lnTo>
                    <a:pt x="10993291" y="2918004"/>
                  </a:lnTo>
                  <a:lnTo>
                    <a:pt x="10941978" y="2917015"/>
                  </a:lnTo>
                  <a:lnTo>
                    <a:pt x="10873155" y="2915552"/>
                  </a:lnTo>
                  <a:lnTo>
                    <a:pt x="10788273" y="2913556"/>
                  </a:lnTo>
                  <a:lnTo>
                    <a:pt x="10690199" y="2910990"/>
                  </a:lnTo>
                  <a:lnTo>
                    <a:pt x="10582690" y="2907840"/>
                  </a:lnTo>
                  <a:lnTo>
                    <a:pt x="10469804" y="2904110"/>
                  </a:lnTo>
                  <a:lnTo>
                    <a:pt x="10355371" y="2899811"/>
                  </a:lnTo>
                  <a:lnTo>
                    <a:pt x="10242621" y="2894952"/>
                  </a:lnTo>
                  <a:lnTo>
                    <a:pt x="10134004" y="2889539"/>
                  </a:lnTo>
                  <a:lnTo>
                    <a:pt x="10031168" y="2883559"/>
                  </a:lnTo>
                  <a:lnTo>
                    <a:pt x="9935035" y="2876986"/>
                  </a:lnTo>
                  <a:lnTo>
                    <a:pt x="9845943" y="2869774"/>
                  </a:lnTo>
                  <a:lnTo>
                    <a:pt x="9763789" y="2861860"/>
                  </a:lnTo>
                  <a:lnTo>
                    <a:pt x="9688161" y="2853163"/>
                  </a:lnTo>
                  <a:lnTo>
                    <a:pt x="9618453" y="2843587"/>
                  </a:lnTo>
                  <a:lnTo>
                    <a:pt x="9553943" y="2833028"/>
                  </a:lnTo>
                  <a:lnTo>
                    <a:pt x="9493860" y="2821372"/>
                  </a:lnTo>
                  <a:lnTo>
                    <a:pt x="9437431" y="2808518"/>
                  </a:lnTo>
                  <a:lnTo>
                    <a:pt x="9383923" y="2794384"/>
                  </a:lnTo>
                  <a:lnTo>
                    <a:pt x="9347647" y="2783650"/>
                  </a:lnTo>
                  <a:lnTo>
                    <a:pt x="9289104" y="2764308"/>
                  </a:lnTo>
                  <a:lnTo>
                    <a:pt x="9232327" y="2743120"/>
                  </a:lnTo>
                  <a:lnTo>
                    <a:pt x="9176693" y="2720055"/>
                  </a:lnTo>
                  <a:lnTo>
                    <a:pt x="9121732" y="2695137"/>
                  </a:lnTo>
                  <a:lnTo>
                    <a:pt x="9067107" y="2668450"/>
                  </a:lnTo>
                  <a:lnTo>
                    <a:pt x="9012586" y="2640144"/>
                  </a:lnTo>
                  <a:lnTo>
                    <a:pt x="8958030" y="2610435"/>
                  </a:lnTo>
                  <a:lnTo>
                    <a:pt x="8903377" y="2579600"/>
                  </a:lnTo>
                  <a:lnTo>
                    <a:pt x="8848621" y="2547969"/>
                  </a:lnTo>
                  <a:lnTo>
                    <a:pt x="8793801" y="2515910"/>
                  </a:lnTo>
                  <a:lnTo>
                    <a:pt x="8738974" y="2483814"/>
                  </a:lnTo>
                  <a:lnTo>
                    <a:pt x="8684203" y="2452073"/>
                  </a:lnTo>
                  <a:lnTo>
                    <a:pt x="8629529" y="2421061"/>
                  </a:lnTo>
                  <a:lnTo>
                    <a:pt x="8574958" y="2391117"/>
                  </a:lnTo>
                  <a:lnTo>
                    <a:pt x="8520438" y="2362529"/>
                  </a:lnTo>
                  <a:lnTo>
                    <a:pt x="8465847" y="2335524"/>
                  </a:lnTo>
                  <a:lnTo>
                    <a:pt x="8410972" y="2310264"/>
                  </a:lnTo>
                  <a:lnTo>
                    <a:pt x="8355496" y="2286847"/>
                  </a:lnTo>
                  <a:lnTo>
                    <a:pt x="8298977" y="2265306"/>
                  </a:lnTo>
                  <a:lnTo>
                    <a:pt x="8240822" y="2245621"/>
                  </a:lnTo>
                  <a:lnTo>
                    <a:pt x="8229629" y="2242117"/>
                  </a:lnTo>
                  <a:lnTo>
                    <a:pt x="8177777" y="2227062"/>
                  </a:lnTo>
                  <a:lnTo>
                    <a:pt x="8123476" y="2213313"/>
                  </a:lnTo>
                  <a:lnTo>
                    <a:pt x="8066045" y="2200824"/>
                  </a:lnTo>
                  <a:lnTo>
                    <a:pt x="8004733" y="2189504"/>
                  </a:lnTo>
                  <a:lnTo>
                    <a:pt x="7938763" y="2179247"/>
                  </a:lnTo>
                  <a:lnTo>
                    <a:pt x="7867373" y="2169943"/>
                  </a:lnTo>
                  <a:lnTo>
                    <a:pt x="7789870" y="2161487"/>
                  </a:lnTo>
                  <a:lnTo>
                    <a:pt x="7705693" y="2153788"/>
                  </a:lnTo>
                  <a:lnTo>
                    <a:pt x="7614511" y="2146771"/>
                  </a:lnTo>
                  <a:lnTo>
                    <a:pt x="7516335" y="2140378"/>
                  </a:lnTo>
                  <a:lnTo>
                    <a:pt x="7411660" y="2134567"/>
                  </a:lnTo>
                  <a:lnTo>
                    <a:pt x="7301613" y="2129319"/>
                  </a:lnTo>
                  <a:lnTo>
                    <a:pt x="7188073" y="2124625"/>
                  </a:lnTo>
                  <a:lnTo>
                    <a:pt x="7073729" y="2120493"/>
                  </a:lnTo>
                  <a:lnTo>
                    <a:pt x="6962017" y="2116933"/>
                  </a:lnTo>
                  <a:lnTo>
                    <a:pt x="6856881" y="2113957"/>
                  </a:lnTo>
                  <a:lnTo>
                    <a:pt x="6762349" y="2111562"/>
                  </a:lnTo>
                  <a:lnTo>
                    <a:pt x="6681977" y="2109729"/>
                  </a:lnTo>
                  <a:lnTo>
                    <a:pt x="6618261" y="2108413"/>
                  </a:lnTo>
                  <a:lnTo>
                    <a:pt x="6572160" y="2107549"/>
                  </a:lnTo>
                  <a:lnTo>
                    <a:pt x="6542860" y="2107048"/>
                  </a:lnTo>
                  <a:lnTo>
                    <a:pt x="6527784" y="2106812"/>
                  </a:lnTo>
                  <a:lnTo>
                    <a:pt x="6522786" y="2106740"/>
                  </a:lnTo>
                  <a:lnTo>
                    <a:pt x="6522385" y="2106734"/>
                  </a:lnTo>
                  <a:lnTo>
                    <a:pt x="5527445" y="2106734"/>
                  </a:lnTo>
                  <a:lnTo>
                    <a:pt x="5526343" y="2106695"/>
                  </a:lnTo>
                  <a:lnTo>
                    <a:pt x="5519065" y="2106418"/>
                  </a:lnTo>
                  <a:lnTo>
                    <a:pt x="5500605" y="2105650"/>
                  </a:lnTo>
                  <a:lnTo>
                    <a:pt x="5467322" y="2104138"/>
                  </a:lnTo>
                  <a:lnTo>
                    <a:pt x="5417149" y="2101637"/>
                  </a:lnTo>
                  <a:lnTo>
                    <a:pt x="5349742" y="2097940"/>
                  </a:lnTo>
                  <a:lnTo>
                    <a:pt x="5266441" y="2092890"/>
                  </a:lnTo>
                  <a:lnTo>
                    <a:pt x="5169973" y="2086391"/>
                  </a:lnTo>
                  <a:lnTo>
                    <a:pt x="5063959" y="2078405"/>
                  </a:lnTo>
                  <a:lnTo>
                    <a:pt x="4952352" y="2068938"/>
                  </a:lnTo>
                  <a:lnTo>
                    <a:pt x="4838914" y="2058018"/>
                  </a:lnTo>
                  <a:lnTo>
                    <a:pt x="4726857" y="2045672"/>
                  </a:lnTo>
                  <a:lnTo>
                    <a:pt x="4618648" y="2031911"/>
                  </a:lnTo>
                  <a:lnTo>
                    <a:pt x="4515974" y="2016713"/>
                  </a:lnTo>
                  <a:lnTo>
                    <a:pt x="4419809" y="2000013"/>
                  </a:lnTo>
                  <a:lnTo>
                    <a:pt x="4330548" y="1981703"/>
                  </a:lnTo>
                  <a:lnTo>
                    <a:pt x="4248139" y="1961630"/>
                  </a:lnTo>
                  <a:lnTo>
                    <a:pt x="4172219" y="1939595"/>
                  </a:lnTo>
                  <a:lnTo>
                    <a:pt x="4102217" y="1915362"/>
                  </a:lnTo>
                  <a:lnTo>
                    <a:pt x="4037446" y="1888667"/>
                  </a:lnTo>
                  <a:lnTo>
                    <a:pt x="3977160" y="1859229"/>
                  </a:lnTo>
                  <a:lnTo>
                    <a:pt x="3920601" y="1826780"/>
                  </a:lnTo>
                  <a:lnTo>
                    <a:pt x="3867046" y="1791104"/>
                  </a:lnTo>
                  <a:lnTo>
                    <a:pt x="3820202" y="1755612"/>
                  </a:lnTo>
                  <a:lnTo>
                    <a:pt x="3771357" y="1714212"/>
                  </a:lnTo>
                  <a:lnTo>
                    <a:pt x="3723818" y="1669515"/>
                  </a:lnTo>
                  <a:lnTo>
                    <a:pt x="3677198" y="1621456"/>
                  </a:lnTo>
                  <a:lnTo>
                    <a:pt x="3631193" y="1570033"/>
                  </a:lnTo>
                  <a:lnTo>
                    <a:pt x="3585566" y="1515319"/>
                  </a:lnTo>
                  <a:lnTo>
                    <a:pt x="3540139" y="1457462"/>
                  </a:lnTo>
                  <a:lnTo>
                    <a:pt x="3494784" y="1396693"/>
                  </a:lnTo>
                  <a:lnTo>
                    <a:pt x="3449416" y="1333326"/>
                  </a:lnTo>
                  <a:lnTo>
                    <a:pt x="3403990" y="1267752"/>
                  </a:lnTo>
                  <a:lnTo>
                    <a:pt x="3358489" y="1200432"/>
                  </a:lnTo>
                  <a:lnTo>
                    <a:pt x="3312922" y="1131887"/>
                  </a:lnTo>
                  <a:lnTo>
                    <a:pt x="3267316" y="1062677"/>
                  </a:lnTo>
                  <a:lnTo>
                    <a:pt x="3221705" y="993388"/>
                  </a:lnTo>
                  <a:lnTo>
                    <a:pt x="3176124" y="924607"/>
                  </a:lnTo>
                  <a:lnTo>
                    <a:pt x="3130604" y="856905"/>
                  </a:lnTo>
                  <a:lnTo>
                    <a:pt x="3085158" y="790814"/>
                  </a:lnTo>
                  <a:lnTo>
                    <a:pt x="3039778" y="726813"/>
                  </a:lnTo>
                  <a:lnTo>
                    <a:pt x="2994426" y="665313"/>
                  </a:lnTo>
                  <a:lnTo>
                    <a:pt x="2949029" y="606648"/>
                  </a:lnTo>
                  <a:lnTo>
                    <a:pt x="2903471" y="551072"/>
                  </a:lnTo>
                  <a:lnTo>
                    <a:pt x="2857588" y="498756"/>
                  </a:lnTo>
                  <a:lnTo>
                    <a:pt x="2811160" y="449791"/>
                  </a:lnTo>
                  <a:lnTo>
                    <a:pt x="2763902" y="404195"/>
                  </a:lnTo>
                  <a:lnTo>
                    <a:pt x="2715451" y="361919"/>
                  </a:lnTo>
                  <a:lnTo>
                    <a:pt x="2702183" y="351122"/>
                  </a:lnTo>
                  <a:lnTo>
                    <a:pt x="2650794" y="312403"/>
                  </a:lnTo>
                  <a:lnTo>
                    <a:pt x="2597006" y="277013"/>
                  </a:lnTo>
                  <a:lnTo>
                    <a:pt x="2540153" y="244835"/>
                  </a:lnTo>
                  <a:lnTo>
                    <a:pt x="2479507" y="215646"/>
                  </a:lnTo>
                  <a:lnTo>
                    <a:pt x="2414312" y="189176"/>
                  </a:lnTo>
                  <a:lnTo>
                    <a:pt x="2343823" y="165144"/>
                  </a:lnTo>
                  <a:lnTo>
                    <a:pt x="2267359" y="143288"/>
                  </a:lnTo>
                  <a:lnTo>
                    <a:pt x="2184367" y="123375"/>
                  </a:lnTo>
                  <a:lnTo>
                    <a:pt x="2094503" y="105210"/>
                  </a:lnTo>
                  <a:lnTo>
                    <a:pt x="1997751" y="88644"/>
                  </a:lnTo>
                  <a:lnTo>
                    <a:pt x="1894548" y="73572"/>
                  </a:lnTo>
                  <a:lnTo>
                    <a:pt x="1785928" y="59935"/>
                  </a:lnTo>
                  <a:lnTo>
                    <a:pt x="1673642" y="47712"/>
                  </a:lnTo>
                  <a:lnTo>
                    <a:pt x="1560226" y="36916"/>
                  </a:lnTo>
                  <a:lnTo>
                    <a:pt x="1448949" y="27577"/>
                  </a:lnTo>
                  <a:lnTo>
                    <a:pt x="1343608" y="19720"/>
                  </a:lnTo>
                  <a:lnTo>
                    <a:pt x="1248147" y="13349"/>
                  </a:lnTo>
                  <a:lnTo>
                    <a:pt x="1166135" y="8421"/>
                  </a:lnTo>
                  <a:lnTo>
                    <a:pt x="1100193" y="4835"/>
                  </a:lnTo>
                  <a:lnTo>
                    <a:pt x="1051524" y="2429"/>
                  </a:lnTo>
                  <a:lnTo>
                    <a:pt x="1019633" y="991"/>
                  </a:lnTo>
                  <a:lnTo>
                    <a:pt x="1002309" y="276"/>
                  </a:lnTo>
                  <a:lnTo>
                    <a:pt x="995783" y="2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6" name="pg635"/>
            <p:cNvSpPr/>
            <p:nvPr/>
          </p:nvSpPr>
          <p:spPr>
            <a:xfrm>
              <a:off x="1199187" y="1860260"/>
              <a:ext cx="12049831" cy="3830903"/>
            </a:xfrm>
            <a:custGeom>
              <a:avLst/>
              <a:pathLst>
                <a:path w="12049831" h="3830903">
                  <a:moveTo>
                    <a:pt x="0" y="1624596"/>
                  </a:moveTo>
                  <a:lnTo>
                    <a:pt x="994940" y="1624596"/>
                  </a:lnTo>
                  <a:lnTo>
                    <a:pt x="996039" y="1624637"/>
                  </a:lnTo>
                  <a:lnTo>
                    <a:pt x="1003297" y="1624927"/>
                  </a:lnTo>
                  <a:lnTo>
                    <a:pt x="1021706" y="1625728"/>
                  </a:lnTo>
                  <a:lnTo>
                    <a:pt x="1054900" y="1627307"/>
                  </a:lnTo>
                  <a:lnTo>
                    <a:pt x="1104948" y="1629918"/>
                  </a:lnTo>
                  <a:lnTo>
                    <a:pt x="1172198" y="1633779"/>
                  </a:lnTo>
                  <a:lnTo>
                    <a:pt x="1255324" y="1639054"/>
                  </a:lnTo>
                  <a:lnTo>
                    <a:pt x="1351614" y="1645842"/>
                  </a:lnTo>
                  <a:lnTo>
                    <a:pt x="1457461" y="1654184"/>
                  </a:lnTo>
                  <a:lnTo>
                    <a:pt x="1568926" y="1664074"/>
                  </a:lnTo>
                  <a:lnTo>
                    <a:pt x="1682251" y="1675484"/>
                  </a:lnTo>
                  <a:lnTo>
                    <a:pt x="1794229" y="1688384"/>
                  </a:lnTo>
                  <a:lnTo>
                    <a:pt x="1902391" y="1702763"/>
                  </a:lnTo>
                  <a:lnTo>
                    <a:pt x="2005046" y="1718644"/>
                  </a:lnTo>
                  <a:lnTo>
                    <a:pt x="2101213" y="1736093"/>
                  </a:lnTo>
                  <a:lnTo>
                    <a:pt x="2190492" y="1755222"/>
                  </a:lnTo>
                  <a:lnTo>
                    <a:pt x="2272928" y="1776193"/>
                  </a:lnTo>
                  <a:lnTo>
                    <a:pt x="2348881" y="1799209"/>
                  </a:lnTo>
                  <a:lnTo>
                    <a:pt x="2418915" y="1824518"/>
                  </a:lnTo>
                  <a:lnTo>
                    <a:pt x="2483716" y="1852396"/>
                  </a:lnTo>
                  <a:lnTo>
                    <a:pt x="2544026" y="1883135"/>
                  </a:lnTo>
                  <a:lnTo>
                    <a:pt x="2600599" y="1917015"/>
                  </a:lnTo>
                  <a:lnTo>
                    <a:pt x="2654161" y="1954265"/>
                  </a:lnTo>
                  <a:lnTo>
                    <a:pt x="2702183" y="1992314"/>
                  </a:lnTo>
                  <a:lnTo>
                    <a:pt x="2750340" y="2035027"/>
                  </a:lnTo>
                  <a:lnTo>
                    <a:pt x="2797223" y="2081094"/>
                  </a:lnTo>
                  <a:lnTo>
                    <a:pt x="2843204" y="2130582"/>
                  </a:lnTo>
                  <a:lnTo>
                    <a:pt x="2888576" y="2183493"/>
                  </a:lnTo>
                  <a:lnTo>
                    <a:pt x="2933569" y="2239761"/>
                  </a:lnTo>
                  <a:lnTo>
                    <a:pt x="2978357" y="2299240"/>
                  </a:lnTo>
                  <a:lnTo>
                    <a:pt x="3023067" y="2361705"/>
                  </a:lnTo>
                  <a:lnTo>
                    <a:pt x="3067783" y="2426850"/>
                  </a:lnTo>
                  <a:lnTo>
                    <a:pt x="3112552" y="2494291"/>
                  </a:lnTo>
                  <a:lnTo>
                    <a:pt x="3157393" y="2563572"/>
                  </a:lnTo>
                  <a:lnTo>
                    <a:pt x="3202300" y="2634179"/>
                  </a:lnTo>
                  <a:lnTo>
                    <a:pt x="3247251" y="2705554"/>
                  </a:lnTo>
                  <a:lnTo>
                    <a:pt x="3292213" y="2777112"/>
                  </a:lnTo>
                  <a:lnTo>
                    <a:pt x="3337151" y="2848264"/>
                  </a:lnTo>
                  <a:lnTo>
                    <a:pt x="3382035" y="2918431"/>
                  </a:lnTo>
                  <a:lnTo>
                    <a:pt x="3426848" y="2987070"/>
                  </a:lnTo>
                  <a:lnTo>
                    <a:pt x="3471593" y="3053689"/>
                  </a:lnTo>
                  <a:lnTo>
                    <a:pt x="3516299" y="3117857"/>
                  </a:lnTo>
                  <a:lnTo>
                    <a:pt x="3561027" y="3179220"/>
                  </a:lnTo>
                  <a:lnTo>
                    <a:pt x="3605875" y="3237501"/>
                  </a:lnTo>
                  <a:lnTo>
                    <a:pt x="3650989" y="3292506"/>
                  </a:lnTo>
                  <a:lnTo>
                    <a:pt x="3696562" y="3344121"/>
                  </a:lnTo>
                  <a:lnTo>
                    <a:pt x="3742847" y="3392305"/>
                  </a:lnTo>
                  <a:lnTo>
                    <a:pt x="3790166" y="3437087"/>
                  </a:lnTo>
                  <a:lnTo>
                    <a:pt x="3820202" y="3463185"/>
                  </a:lnTo>
                  <a:lnTo>
                    <a:pt x="3871539" y="3503696"/>
                  </a:lnTo>
                  <a:lnTo>
                    <a:pt x="3925271" y="3540728"/>
                  </a:lnTo>
                  <a:lnTo>
                    <a:pt x="3982060" y="3574401"/>
                  </a:lnTo>
                  <a:lnTo>
                    <a:pt x="4042632" y="3604950"/>
                  </a:lnTo>
                  <a:lnTo>
                    <a:pt x="4107742" y="3632656"/>
                  </a:lnTo>
                  <a:lnTo>
                    <a:pt x="4178131" y="3657812"/>
                  </a:lnTo>
                  <a:lnTo>
                    <a:pt x="4254480" y="3680693"/>
                  </a:lnTo>
                  <a:lnTo>
                    <a:pt x="4337342" y="3701541"/>
                  </a:lnTo>
                  <a:lnTo>
                    <a:pt x="4427059" y="3720560"/>
                  </a:lnTo>
                  <a:lnTo>
                    <a:pt x="4523654" y="3737906"/>
                  </a:lnTo>
                  <a:lnTo>
                    <a:pt x="4626694" y="3753691"/>
                  </a:lnTo>
                  <a:lnTo>
                    <a:pt x="4735155" y="3767976"/>
                  </a:lnTo>
                  <a:lnTo>
                    <a:pt x="4847300" y="3780782"/>
                  </a:lnTo>
                  <a:lnTo>
                    <a:pt x="4960610" y="3792097"/>
                  </a:lnTo>
                  <a:lnTo>
                    <a:pt x="5071835" y="3801890"/>
                  </a:lnTo>
                  <a:lnTo>
                    <a:pt x="5177193" y="3810133"/>
                  </a:lnTo>
                  <a:lnTo>
                    <a:pt x="5272750" y="3816824"/>
                  </a:lnTo>
                  <a:lnTo>
                    <a:pt x="5354938" y="3822005"/>
                  </a:lnTo>
                  <a:lnTo>
                    <a:pt x="5421121" y="3825781"/>
                  </a:lnTo>
                  <a:lnTo>
                    <a:pt x="5470073" y="3828320"/>
                  </a:lnTo>
                  <a:lnTo>
                    <a:pt x="5502253" y="3829842"/>
                  </a:lnTo>
                  <a:lnTo>
                    <a:pt x="5519833" y="3830603"/>
                  </a:lnTo>
                  <a:lnTo>
                    <a:pt x="5526539" y="3830870"/>
                  </a:lnTo>
                  <a:lnTo>
                    <a:pt x="5527445" y="3830903"/>
                  </a:lnTo>
                  <a:lnTo>
                    <a:pt x="6522385" y="3830903"/>
                  </a:lnTo>
                  <a:lnTo>
                    <a:pt x="6523418" y="3830837"/>
                  </a:lnTo>
                  <a:lnTo>
                    <a:pt x="6530246" y="3830367"/>
                  </a:lnTo>
                  <a:lnTo>
                    <a:pt x="6547592" y="3829067"/>
                  </a:lnTo>
                  <a:lnTo>
                    <a:pt x="6578940" y="3826506"/>
                  </a:lnTo>
                  <a:lnTo>
                    <a:pt x="6626346" y="3822267"/>
                  </a:lnTo>
                  <a:lnTo>
                    <a:pt x="6690291" y="3815991"/>
                  </a:lnTo>
                  <a:lnTo>
                    <a:pt x="6769698" y="3807399"/>
                  </a:lnTo>
                  <a:lnTo>
                    <a:pt x="6862176" y="3796315"/>
                  </a:lnTo>
                  <a:lnTo>
                    <a:pt x="6964432" y="3782661"/>
                  </a:lnTo>
                  <a:lnTo>
                    <a:pt x="7072783" y="3766433"/>
                  </a:lnTo>
                  <a:lnTo>
                    <a:pt x="7183636" y="3747676"/>
                  </a:lnTo>
                  <a:lnTo>
                    <a:pt x="7293843" y="3726439"/>
                  </a:lnTo>
                  <a:lnTo>
                    <a:pt x="7400913" y="3702751"/>
                  </a:lnTo>
                  <a:lnTo>
                    <a:pt x="7503071" y="3676590"/>
                  </a:lnTo>
                  <a:lnTo>
                    <a:pt x="7599218" y="3647870"/>
                  </a:lnTo>
                  <a:lnTo>
                    <a:pt x="7688829" y="3616432"/>
                  </a:lnTo>
                  <a:lnTo>
                    <a:pt x="7771827" y="3582040"/>
                  </a:lnTo>
                  <a:lnTo>
                    <a:pt x="7848458" y="3544385"/>
                  </a:lnTo>
                  <a:lnTo>
                    <a:pt x="7919194" y="3503092"/>
                  </a:lnTo>
                  <a:lnTo>
                    <a:pt x="7984642" y="3457727"/>
                  </a:lnTo>
                  <a:lnTo>
                    <a:pt x="8045484" y="3407824"/>
                  </a:lnTo>
                  <a:lnTo>
                    <a:pt x="8102428" y="3352911"/>
                  </a:lnTo>
                  <a:lnTo>
                    <a:pt x="8156171" y="3292570"/>
                  </a:lnTo>
                  <a:lnTo>
                    <a:pt x="8207364" y="3226513"/>
                  </a:lnTo>
                  <a:lnTo>
                    <a:pt x="8229629" y="3195039"/>
                  </a:lnTo>
                  <a:lnTo>
                    <a:pt x="8269008" y="3135240"/>
                  </a:lnTo>
                  <a:lnTo>
                    <a:pt x="8307489" y="3071604"/>
                  </a:lnTo>
                  <a:lnTo>
                    <a:pt x="8345287" y="3004052"/>
                  </a:lnTo>
                  <a:lnTo>
                    <a:pt x="8382579" y="2932555"/>
                  </a:lnTo>
                  <a:lnTo>
                    <a:pt x="8419512" y="2857130"/>
                  </a:lnTo>
                  <a:lnTo>
                    <a:pt x="8456204" y="2777853"/>
                  </a:lnTo>
                  <a:lnTo>
                    <a:pt x="8492749" y="2694858"/>
                  </a:lnTo>
                  <a:lnTo>
                    <a:pt x="8529222" y="2608341"/>
                  </a:lnTo>
                  <a:lnTo>
                    <a:pt x="8565676" y="2518561"/>
                  </a:lnTo>
                  <a:lnTo>
                    <a:pt x="8602148" y="2425837"/>
                  </a:lnTo>
                  <a:lnTo>
                    <a:pt x="8638659" y="2330547"/>
                  </a:lnTo>
                  <a:lnTo>
                    <a:pt x="8675218" y="2233122"/>
                  </a:lnTo>
                  <a:lnTo>
                    <a:pt x="8711824" y="2134040"/>
                  </a:lnTo>
                  <a:lnTo>
                    <a:pt x="8748465" y="2033812"/>
                  </a:lnTo>
                  <a:lnTo>
                    <a:pt x="8785128" y="1932978"/>
                  </a:lnTo>
                  <a:lnTo>
                    <a:pt x="8821792" y="1832091"/>
                  </a:lnTo>
                  <a:lnTo>
                    <a:pt x="8858439" y="1731705"/>
                  </a:lnTo>
                  <a:lnTo>
                    <a:pt x="8895052" y="1632362"/>
                  </a:lnTo>
                  <a:lnTo>
                    <a:pt x="8931621" y="1534582"/>
                  </a:lnTo>
                  <a:lnTo>
                    <a:pt x="8968141" y="1438848"/>
                  </a:lnTo>
                  <a:lnTo>
                    <a:pt x="9004619" y="1345602"/>
                  </a:lnTo>
                  <a:lnTo>
                    <a:pt x="9041074" y="1255232"/>
                  </a:lnTo>
                  <a:lnTo>
                    <a:pt x="9077539" y="1168068"/>
                  </a:lnTo>
                  <a:lnTo>
                    <a:pt x="9114066" y="1084382"/>
                  </a:lnTo>
                  <a:lnTo>
                    <a:pt x="9150723" y="1004380"/>
                  </a:lnTo>
                  <a:lnTo>
                    <a:pt x="9187601" y="928210"/>
                  </a:lnTo>
                  <a:lnTo>
                    <a:pt x="9224814" y="855957"/>
                  </a:lnTo>
                  <a:lnTo>
                    <a:pt x="9262503" y="787651"/>
                  </a:lnTo>
                  <a:lnTo>
                    <a:pt x="9300838" y="723270"/>
                  </a:lnTo>
                  <a:lnTo>
                    <a:pt x="9340026" y="662744"/>
                  </a:lnTo>
                  <a:lnTo>
                    <a:pt x="9347647" y="651585"/>
                  </a:lnTo>
                  <a:lnTo>
                    <a:pt x="9397889" y="582936"/>
                  </a:lnTo>
                  <a:lnTo>
                    <a:pt x="9450413" y="520057"/>
                  </a:lnTo>
                  <a:lnTo>
                    <a:pt x="9505838" y="462759"/>
                  </a:lnTo>
                  <a:lnTo>
                    <a:pt x="9564846" y="410668"/>
                  </a:lnTo>
                  <a:lnTo>
                    <a:pt x="9628143" y="363328"/>
                  </a:lnTo>
                  <a:lnTo>
                    <a:pt x="9696429" y="320267"/>
                  </a:lnTo>
                  <a:lnTo>
                    <a:pt x="9770351" y="281032"/>
                  </a:lnTo>
                  <a:lnTo>
                    <a:pt x="9850450" y="245220"/>
                  </a:lnTo>
                  <a:lnTo>
                    <a:pt x="9937085" y="212492"/>
                  </a:lnTo>
                  <a:lnTo>
                    <a:pt x="10030339" y="182578"/>
                  </a:lnTo>
                  <a:lnTo>
                    <a:pt x="10129903" y="155286"/>
                  </a:lnTo>
                  <a:lnTo>
                    <a:pt x="10234949" y="130496"/>
                  </a:lnTo>
                  <a:lnTo>
                    <a:pt x="10344016" y="108160"/>
                  </a:lnTo>
                  <a:lnTo>
                    <a:pt x="10454932" y="88286"/>
                  </a:lnTo>
                  <a:lnTo>
                    <a:pt x="10564829" y="70918"/>
                  </a:lnTo>
                  <a:lnTo>
                    <a:pt x="10670276" y="56108"/>
                  </a:lnTo>
                  <a:lnTo>
                    <a:pt x="10767577" y="43877"/>
                  </a:lnTo>
                  <a:lnTo>
                    <a:pt x="10853202" y="34184"/>
                  </a:lnTo>
                  <a:lnTo>
                    <a:pt x="10924295" y="26899"/>
                  </a:lnTo>
                  <a:lnTo>
                    <a:pt x="10979147" y="21787"/>
                  </a:lnTo>
                  <a:lnTo>
                    <a:pt x="11017528" y="18523"/>
                  </a:lnTo>
                  <a:lnTo>
                    <a:pt x="11040798" y="16712"/>
                  </a:lnTo>
                  <a:lnTo>
                    <a:pt x="11051825" y="15923"/>
                  </a:lnTo>
                  <a:lnTo>
                    <a:pt x="11054891" y="15721"/>
                  </a:lnTo>
                  <a:lnTo>
                    <a:pt x="12049831" y="1572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58" y="66"/>
                  </a:lnTo>
                  <a:lnTo>
                    <a:pt x="11047031" y="536"/>
                  </a:lnTo>
                  <a:lnTo>
                    <a:pt x="11029685" y="1835"/>
                  </a:lnTo>
                  <a:lnTo>
                    <a:pt x="10998336" y="4397"/>
                  </a:lnTo>
                  <a:lnTo>
                    <a:pt x="10950930" y="8635"/>
                  </a:lnTo>
                  <a:lnTo>
                    <a:pt x="10886986" y="14912"/>
                  </a:lnTo>
                  <a:lnTo>
                    <a:pt x="10807578" y="23504"/>
                  </a:lnTo>
                  <a:lnTo>
                    <a:pt x="10715100" y="34587"/>
                  </a:lnTo>
                  <a:lnTo>
                    <a:pt x="10612845" y="48242"/>
                  </a:lnTo>
                  <a:lnTo>
                    <a:pt x="10504493" y="64469"/>
                  </a:lnTo>
                  <a:lnTo>
                    <a:pt x="10393640" y="83227"/>
                  </a:lnTo>
                  <a:lnTo>
                    <a:pt x="10283433" y="104463"/>
                  </a:lnTo>
                  <a:lnTo>
                    <a:pt x="10176364" y="128151"/>
                  </a:lnTo>
                  <a:lnTo>
                    <a:pt x="10074206" y="154312"/>
                  </a:lnTo>
                  <a:lnTo>
                    <a:pt x="9978058" y="183032"/>
                  </a:lnTo>
                  <a:lnTo>
                    <a:pt x="9888447" y="214471"/>
                  </a:lnTo>
                  <a:lnTo>
                    <a:pt x="9805450" y="248863"/>
                  </a:lnTo>
                  <a:lnTo>
                    <a:pt x="9728818" y="286517"/>
                  </a:lnTo>
                  <a:lnTo>
                    <a:pt x="9658082" y="327811"/>
                  </a:lnTo>
                  <a:lnTo>
                    <a:pt x="9592634" y="373176"/>
                  </a:lnTo>
                  <a:lnTo>
                    <a:pt x="9531793" y="423079"/>
                  </a:lnTo>
                  <a:lnTo>
                    <a:pt x="9474849" y="477991"/>
                  </a:lnTo>
                  <a:lnTo>
                    <a:pt x="9421106" y="538332"/>
                  </a:lnTo>
                  <a:lnTo>
                    <a:pt x="9369912" y="604390"/>
                  </a:lnTo>
                  <a:lnTo>
                    <a:pt x="9347647" y="635863"/>
                  </a:lnTo>
                  <a:lnTo>
                    <a:pt x="9308269" y="695663"/>
                  </a:lnTo>
                  <a:lnTo>
                    <a:pt x="9269788" y="759299"/>
                  </a:lnTo>
                  <a:lnTo>
                    <a:pt x="9231989" y="826850"/>
                  </a:lnTo>
                  <a:lnTo>
                    <a:pt x="9194697" y="898348"/>
                  </a:lnTo>
                  <a:lnTo>
                    <a:pt x="9157765" y="973773"/>
                  </a:lnTo>
                  <a:lnTo>
                    <a:pt x="9121073" y="1053050"/>
                  </a:lnTo>
                  <a:lnTo>
                    <a:pt x="9084527" y="1136045"/>
                  </a:lnTo>
                  <a:lnTo>
                    <a:pt x="9048054" y="1222561"/>
                  </a:lnTo>
                  <a:lnTo>
                    <a:pt x="9011600" y="1312342"/>
                  </a:lnTo>
                  <a:lnTo>
                    <a:pt x="8975129" y="1405066"/>
                  </a:lnTo>
                  <a:lnTo>
                    <a:pt x="8938618" y="1500355"/>
                  </a:lnTo>
                  <a:lnTo>
                    <a:pt x="8902058" y="1597780"/>
                  </a:lnTo>
                  <a:lnTo>
                    <a:pt x="8865453" y="1696863"/>
                  </a:lnTo>
                  <a:lnTo>
                    <a:pt x="8828811" y="1797091"/>
                  </a:lnTo>
                  <a:lnTo>
                    <a:pt x="8792149" y="1897924"/>
                  </a:lnTo>
                  <a:lnTo>
                    <a:pt x="8755485" y="1998811"/>
                  </a:lnTo>
                  <a:lnTo>
                    <a:pt x="8718838" y="2099198"/>
                  </a:lnTo>
                  <a:lnTo>
                    <a:pt x="8682224" y="2198540"/>
                  </a:lnTo>
                  <a:lnTo>
                    <a:pt x="8645656" y="2296321"/>
                  </a:lnTo>
                  <a:lnTo>
                    <a:pt x="8609136" y="2392054"/>
                  </a:lnTo>
                  <a:lnTo>
                    <a:pt x="8572658" y="2485300"/>
                  </a:lnTo>
                  <a:lnTo>
                    <a:pt x="8536203" y="2575671"/>
                  </a:lnTo>
                  <a:lnTo>
                    <a:pt x="8499737" y="2662834"/>
                  </a:lnTo>
                  <a:lnTo>
                    <a:pt x="8463211" y="2746521"/>
                  </a:lnTo>
                  <a:lnTo>
                    <a:pt x="8426553" y="2826522"/>
                  </a:lnTo>
                  <a:lnTo>
                    <a:pt x="8389675" y="2902692"/>
                  </a:lnTo>
                  <a:lnTo>
                    <a:pt x="8352462" y="2974945"/>
                  </a:lnTo>
                  <a:lnTo>
                    <a:pt x="8314774" y="3043251"/>
                  </a:lnTo>
                  <a:lnTo>
                    <a:pt x="8276439" y="3107632"/>
                  </a:lnTo>
                  <a:lnTo>
                    <a:pt x="8237250" y="3168159"/>
                  </a:lnTo>
                  <a:lnTo>
                    <a:pt x="8229629" y="3179318"/>
                  </a:lnTo>
                  <a:lnTo>
                    <a:pt x="8179388" y="3247967"/>
                  </a:lnTo>
                  <a:lnTo>
                    <a:pt x="8126864" y="3310845"/>
                  </a:lnTo>
                  <a:lnTo>
                    <a:pt x="8071438" y="3368144"/>
                  </a:lnTo>
                  <a:lnTo>
                    <a:pt x="8012431" y="3420235"/>
                  </a:lnTo>
                  <a:lnTo>
                    <a:pt x="7949133" y="3467574"/>
                  </a:lnTo>
                  <a:lnTo>
                    <a:pt x="7880848" y="3510636"/>
                  </a:lnTo>
                  <a:lnTo>
                    <a:pt x="7806926" y="3549871"/>
                  </a:lnTo>
                  <a:lnTo>
                    <a:pt x="7726827" y="3585682"/>
                  </a:lnTo>
                  <a:lnTo>
                    <a:pt x="7640191" y="3618410"/>
                  </a:lnTo>
                  <a:lnTo>
                    <a:pt x="7546937" y="3648324"/>
                  </a:lnTo>
                  <a:lnTo>
                    <a:pt x="7447374" y="3675617"/>
                  </a:lnTo>
                  <a:lnTo>
                    <a:pt x="7342328" y="3700407"/>
                  </a:lnTo>
                  <a:lnTo>
                    <a:pt x="7233261" y="3722743"/>
                  </a:lnTo>
                  <a:lnTo>
                    <a:pt x="7122344" y="3742617"/>
                  </a:lnTo>
                  <a:lnTo>
                    <a:pt x="7012448" y="3759984"/>
                  </a:lnTo>
                  <a:lnTo>
                    <a:pt x="6907001" y="3774795"/>
                  </a:lnTo>
                  <a:lnTo>
                    <a:pt x="6809699" y="3787026"/>
                  </a:lnTo>
                  <a:lnTo>
                    <a:pt x="6724075" y="3796718"/>
                  </a:lnTo>
                  <a:lnTo>
                    <a:pt x="6652982" y="3804004"/>
                  </a:lnTo>
                  <a:lnTo>
                    <a:pt x="6598129" y="3809115"/>
                  </a:lnTo>
                  <a:lnTo>
                    <a:pt x="6559748" y="3812379"/>
                  </a:lnTo>
                  <a:lnTo>
                    <a:pt x="6536479" y="3814191"/>
                  </a:lnTo>
                  <a:lnTo>
                    <a:pt x="6525452" y="3814979"/>
                  </a:lnTo>
                  <a:lnTo>
                    <a:pt x="6522385" y="3815181"/>
                  </a:lnTo>
                  <a:lnTo>
                    <a:pt x="5527445" y="3815181"/>
                  </a:lnTo>
                  <a:lnTo>
                    <a:pt x="5526346" y="3815140"/>
                  </a:lnTo>
                  <a:lnTo>
                    <a:pt x="5519088" y="3814850"/>
                  </a:lnTo>
                  <a:lnTo>
                    <a:pt x="5500679" y="3814049"/>
                  </a:lnTo>
                  <a:lnTo>
                    <a:pt x="5467485" y="3812470"/>
                  </a:lnTo>
                  <a:lnTo>
                    <a:pt x="5417437" y="3809859"/>
                  </a:lnTo>
                  <a:lnTo>
                    <a:pt x="5350187" y="3805998"/>
                  </a:lnTo>
                  <a:lnTo>
                    <a:pt x="5267061" y="3800724"/>
                  </a:lnTo>
                  <a:lnTo>
                    <a:pt x="5170771" y="3793935"/>
                  </a:lnTo>
                  <a:lnTo>
                    <a:pt x="5064924" y="3785593"/>
                  </a:lnTo>
                  <a:lnTo>
                    <a:pt x="4953459" y="3775703"/>
                  </a:lnTo>
                  <a:lnTo>
                    <a:pt x="4840134" y="3764293"/>
                  </a:lnTo>
                  <a:lnTo>
                    <a:pt x="4728156" y="3751393"/>
                  </a:lnTo>
                  <a:lnTo>
                    <a:pt x="4619994" y="3737014"/>
                  </a:lnTo>
                  <a:lnTo>
                    <a:pt x="4517339" y="3721133"/>
                  </a:lnTo>
                  <a:lnTo>
                    <a:pt x="4421172" y="3703684"/>
                  </a:lnTo>
                  <a:lnTo>
                    <a:pt x="4331893" y="3684555"/>
                  </a:lnTo>
                  <a:lnTo>
                    <a:pt x="4249457" y="3663585"/>
                  </a:lnTo>
                  <a:lnTo>
                    <a:pt x="4173504" y="3640568"/>
                  </a:lnTo>
                  <a:lnTo>
                    <a:pt x="4103470" y="3615259"/>
                  </a:lnTo>
                  <a:lnTo>
                    <a:pt x="4038669" y="3587381"/>
                  </a:lnTo>
                  <a:lnTo>
                    <a:pt x="3978359" y="3556643"/>
                  </a:lnTo>
                  <a:lnTo>
                    <a:pt x="3921786" y="3522763"/>
                  </a:lnTo>
                  <a:lnTo>
                    <a:pt x="3868224" y="3485513"/>
                  </a:lnTo>
                  <a:lnTo>
                    <a:pt x="3820202" y="3447463"/>
                  </a:lnTo>
                  <a:lnTo>
                    <a:pt x="3772045" y="3404750"/>
                  </a:lnTo>
                  <a:lnTo>
                    <a:pt x="3725162" y="3358683"/>
                  </a:lnTo>
                  <a:lnTo>
                    <a:pt x="3679181" y="3309195"/>
                  </a:lnTo>
                  <a:lnTo>
                    <a:pt x="3633809" y="3256284"/>
                  </a:lnTo>
                  <a:lnTo>
                    <a:pt x="3588816" y="3200016"/>
                  </a:lnTo>
                  <a:lnTo>
                    <a:pt x="3544028" y="3140537"/>
                  </a:lnTo>
                  <a:lnTo>
                    <a:pt x="3499318" y="3078072"/>
                  </a:lnTo>
                  <a:lnTo>
                    <a:pt x="3454602" y="3012927"/>
                  </a:lnTo>
                  <a:lnTo>
                    <a:pt x="3409833" y="2945486"/>
                  </a:lnTo>
                  <a:lnTo>
                    <a:pt x="3364992" y="2876205"/>
                  </a:lnTo>
                  <a:lnTo>
                    <a:pt x="3320085" y="2805598"/>
                  </a:lnTo>
                  <a:lnTo>
                    <a:pt x="3275134" y="2734223"/>
                  </a:lnTo>
                  <a:lnTo>
                    <a:pt x="3230172" y="2662665"/>
                  </a:lnTo>
                  <a:lnTo>
                    <a:pt x="3185234" y="2591514"/>
                  </a:lnTo>
                  <a:lnTo>
                    <a:pt x="3140350" y="2521346"/>
                  </a:lnTo>
                  <a:lnTo>
                    <a:pt x="3095537" y="2452707"/>
                  </a:lnTo>
                  <a:lnTo>
                    <a:pt x="3050792" y="2386088"/>
                  </a:lnTo>
                  <a:lnTo>
                    <a:pt x="3006086" y="2321920"/>
                  </a:lnTo>
                  <a:lnTo>
                    <a:pt x="2961358" y="2260557"/>
                  </a:lnTo>
                  <a:lnTo>
                    <a:pt x="2916510" y="2202276"/>
                  </a:lnTo>
                  <a:lnTo>
                    <a:pt x="2871396" y="2147271"/>
                  </a:lnTo>
                  <a:lnTo>
                    <a:pt x="2825823" y="2095656"/>
                  </a:lnTo>
                  <a:lnTo>
                    <a:pt x="2779538" y="2047472"/>
                  </a:lnTo>
                  <a:lnTo>
                    <a:pt x="2732219" y="2002690"/>
                  </a:lnTo>
                  <a:lnTo>
                    <a:pt x="2702183" y="1976592"/>
                  </a:lnTo>
                  <a:lnTo>
                    <a:pt x="2650846" y="1936081"/>
                  </a:lnTo>
                  <a:lnTo>
                    <a:pt x="2597114" y="1899049"/>
                  </a:lnTo>
                  <a:lnTo>
                    <a:pt x="2540325" y="1865376"/>
                  </a:lnTo>
                  <a:lnTo>
                    <a:pt x="2479753" y="1834827"/>
                  </a:lnTo>
                  <a:lnTo>
                    <a:pt x="2414643" y="1807121"/>
                  </a:lnTo>
                  <a:lnTo>
                    <a:pt x="2344254" y="1781965"/>
                  </a:lnTo>
                  <a:lnTo>
                    <a:pt x="2267905" y="1759085"/>
                  </a:lnTo>
                  <a:lnTo>
                    <a:pt x="2185043" y="1738236"/>
                  </a:lnTo>
                  <a:lnTo>
                    <a:pt x="2095326" y="1719218"/>
                  </a:lnTo>
                  <a:lnTo>
                    <a:pt x="1998731" y="1701871"/>
                  </a:lnTo>
                  <a:lnTo>
                    <a:pt x="1895691" y="1686086"/>
                  </a:lnTo>
                  <a:lnTo>
                    <a:pt x="1787230" y="1671801"/>
                  </a:lnTo>
                  <a:lnTo>
                    <a:pt x="1675085" y="1658995"/>
                  </a:lnTo>
                  <a:lnTo>
                    <a:pt x="1561775" y="1647681"/>
                  </a:lnTo>
                  <a:lnTo>
                    <a:pt x="1450550" y="1637887"/>
                  </a:lnTo>
                  <a:lnTo>
                    <a:pt x="1345192" y="1629644"/>
                  </a:lnTo>
                  <a:lnTo>
                    <a:pt x="1249635" y="1622954"/>
                  </a:lnTo>
                  <a:lnTo>
                    <a:pt x="1167447" y="1617772"/>
                  </a:lnTo>
                  <a:lnTo>
                    <a:pt x="1101264" y="1613996"/>
                  </a:lnTo>
                  <a:lnTo>
                    <a:pt x="1052312" y="1611457"/>
                  </a:lnTo>
                  <a:lnTo>
                    <a:pt x="1020132" y="1609935"/>
                  </a:lnTo>
                  <a:lnTo>
                    <a:pt x="1002552" y="1609174"/>
                  </a:lnTo>
                  <a:lnTo>
                    <a:pt x="995846" y="1608908"/>
                  </a:lnTo>
                  <a:lnTo>
                    <a:pt x="994940" y="1608874"/>
                  </a:lnTo>
                  <a:lnTo>
                    <a:pt x="0" y="1608874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37" name="pl636"/>
            <p:cNvSpPr/>
            <p:nvPr/>
          </p:nvSpPr>
          <p:spPr>
            <a:xfrm>
              <a:off x="1199187" y="1875982"/>
              <a:ext cx="12049831" cy="3815181"/>
            </a:xfrm>
            <a:custGeom>
              <a:avLst/>
              <a:pathLst>
                <a:path w="12049831" h="3815181">
                  <a:moveTo>
                    <a:pt x="0" y="1608874"/>
                  </a:moveTo>
                  <a:lnTo>
                    <a:pt x="994940" y="1608874"/>
                  </a:lnTo>
                  <a:lnTo>
                    <a:pt x="996039" y="1608915"/>
                  </a:lnTo>
                  <a:lnTo>
                    <a:pt x="1003297" y="1609205"/>
                  </a:lnTo>
                  <a:lnTo>
                    <a:pt x="1021706" y="1610006"/>
                  </a:lnTo>
                  <a:lnTo>
                    <a:pt x="1054900" y="1611585"/>
                  </a:lnTo>
                  <a:lnTo>
                    <a:pt x="1104948" y="1614196"/>
                  </a:lnTo>
                  <a:lnTo>
                    <a:pt x="1172198" y="1618057"/>
                  </a:lnTo>
                  <a:lnTo>
                    <a:pt x="1255324" y="1623332"/>
                  </a:lnTo>
                  <a:lnTo>
                    <a:pt x="1351614" y="1630120"/>
                  </a:lnTo>
                  <a:lnTo>
                    <a:pt x="1457461" y="1638462"/>
                  </a:lnTo>
                  <a:lnTo>
                    <a:pt x="1568926" y="1648352"/>
                  </a:lnTo>
                  <a:lnTo>
                    <a:pt x="1682251" y="1659762"/>
                  </a:lnTo>
                  <a:lnTo>
                    <a:pt x="1794229" y="1672662"/>
                  </a:lnTo>
                  <a:lnTo>
                    <a:pt x="1902391" y="1687041"/>
                  </a:lnTo>
                  <a:lnTo>
                    <a:pt x="2005046" y="1702922"/>
                  </a:lnTo>
                  <a:lnTo>
                    <a:pt x="2101213" y="1720371"/>
                  </a:lnTo>
                  <a:lnTo>
                    <a:pt x="2190492" y="1739500"/>
                  </a:lnTo>
                  <a:lnTo>
                    <a:pt x="2272928" y="1760471"/>
                  </a:lnTo>
                  <a:lnTo>
                    <a:pt x="2348881" y="1783488"/>
                  </a:lnTo>
                  <a:lnTo>
                    <a:pt x="2418915" y="1808797"/>
                  </a:lnTo>
                  <a:lnTo>
                    <a:pt x="2483716" y="1836674"/>
                  </a:lnTo>
                  <a:lnTo>
                    <a:pt x="2544026" y="1867413"/>
                  </a:lnTo>
                  <a:lnTo>
                    <a:pt x="2600599" y="1901293"/>
                  </a:lnTo>
                  <a:lnTo>
                    <a:pt x="2654161" y="1938543"/>
                  </a:lnTo>
                  <a:lnTo>
                    <a:pt x="2702183" y="1976592"/>
                  </a:lnTo>
                  <a:lnTo>
                    <a:pt x="2750340" y="2019305"/>
                  </a:lnTo>
                  <a:lnTo>
                    <a:pt x="2797223" y="2065372"/>
                  </a:lnTo>
                  <a:lnTo>
                    <a:pt x="2843204" y="2114860"/>
                  </a:lnTo>
                  <a:lnTo>
                    <a:pt x="2888576" y="2167771"/>
                  </a:lnTo>
                  <a:lnTo>
                    <a:pt x="2933569" y="2224039"/>
                  </a:lnTo>
                  <a:lnTo>
                    <a:pt x="2978357" y="2283518"/>
                  </a:lnTo>
                  <a:lnTo>
                    <a:pt x="3023067" y="2345983"/>
                  </a:lnTo>
                  <a:lnTo>
                    <a:pt x="3067783" y="2411129"/>
                  </a:lnTo>
                  <a:lnTo>
                    <a:pt x="3112552" y="2478569"/>
                  </a:lnTo>
                  <a:lnTo>
                    <a:pt x="3157393" y="2547850"/>
                  </a:lnTo>
                  <a:lnTo>
                    <a:pt x="3202300" y="2618457"/>
                  </a:lnTo>
                  <a:lnTo>
                    <a:pt x="3247251" y="2689832"/>
                  </a:lnTo>
                  <a:lnTo>
                    <a:pt x="3292213" y="2761391"/>
                  </a:lnTo>
                  <a:lnTo>
                    <a:pt x="3337151" y="2832542"/>
                  </a:lnTo>
                  <a:lnTo>
                    <a:pt x="3382035" y="2902709"/>
                  </a:lnTo>
                  <a:lnTo>
                    <a:pt x="3426848" y="2971348"/>
                  </a:lnTo>
                  <a:lnTo>
                    <a:pt x="3471593" y="3037967"/>
                  </a:lnTo>
                  <a:lnTo>
                    <a:pt x="3516299" y="3102135"/>
                  </a:lnTo>
                  <a:lnTo>
                    <a:pt x="3561027" y="3163498"/>
                  </a:lnTo>
                  <a:lnTo>
                    <a:pt x="3605875" y="3221779"/>
                  </a:lnTo>
                  <a:lnTo>
                    <a:pt x="3650989" y="3276784"/>
                  </a:lnTo>
                  <a:lnTo>
                    <a:pt x="3696562" y="3328399"/>
                  </a:lnTo>
                  <a:lnTo>
                    <a:pt x="3742847" y="3376583"/>
                  </a:lnTo>
                  <a:lnTo>
                    <a:pt x="3790166" y="3421365"/>
                  </a:lnTo>
                  <a:lnTo>
                    <a:pt x="3820202" y="3447463"/>
                  </a:lnTo>
                  <a:lnTo>
                    <a:pt x="3871539" y="3487974"/>
                  </a:lnTo>
                  <a:lnTo>
                    <a:pt x="3925271" y="3525006"/>
                  </a:lnTo>
                  <a:lnTo>
                    <a:pt x="3982060" y="3558679"/>
                  </a:lnTo>
                  <a:lnTo>
                    <a:pt x="4042632" y="3589228"/>
                  </a:lnTo>
                  <a:lnTo>
                    <a:pt x="4107742" y="3616935"/>
                  </a:lnTo>
                  <a:lnTo>
                    <a:pt x="4178131" y="3642090"/>
                  </a:lnTo>
                  <a:lnTo>
                    <a:pt x="4254480" y="3664971"/>
                  </a:lnTo>
                  <a:lnTo>
                    <a:pt x="4337342" y="3685819"/>
                  </a:lnTo>
                  <a:lnTo>
                    <a:pt x="4427059" y="3704838"/>
                  </a:lnTo>
                  <a:lnTo>
                    <a:pt x="4523654" y="3722185"/>
                  </a:lnTo>
                  <a:lnTo>
                    <a:pt x="4626694" y="3737969"/>
                  </a:lnTo>
                  <a:lnTo>
                    <a:pt x="4735155" y="3752254"/>
                  </a:lnTo>
                  <a:lnTo>
                    <a:pt x="4847300" y="3765060"/>
                  </a:lnTo>
                  <a:lnTo>
                    <a:pt x="4960610" y="3776375"/>
                  </a:lnTo>
                  <a:lnTo>
                    <a:pt x="5071835" y="3786168"/>
                  </a:lnTo>
                  <a:lnTo>
                    <a:pt x="5177193" y="3794411"/>
                  </a:lnTo>
                  <a:lnTo>
                    <a:pt x="5272750" y="3801102"/>
                  </a:lnTo>
                  <a:lnTo>
                    <a:pt x="5354938" y="3806283"/>
                  </a:lnTo>
                  <a:lnTo>
                    <a:pt x="5421121" y="3810059"/>
                  </a:lnTo>
                  <a:lnTo>
                    <a:pt x="5470073" y="3812598"/>
                  </a:lnTo>
                  <a:lnTo>
                    <a:pt x="5502253" y="3814120"/>
                  </a:lnTo>
                  <a:lnTo>
                    <a:pt x="5519833" y="3814881"/>
                  </a:lnTo>
                  <a:lnTo>
                    <a:pt x="5526539" y="3815148"/>
                  </a:lnTo>
                  <a:lnTo>
                    <a:pt x="5527445" y="3815181"/>
                  </a:lnTo>
                  <a:lnTo>
                    <a:pt x="6522385" y="3815181"/>
                  </a:lnTo>
                  <a:lnTo>
                    <a:pt x="6523418" y="3815115"/>
                  </a:lnTo>
                  <a:lnTo>
                    <a:pt x="6530246" y="3814645"/>
                  </a:lnTo>
                  <a:lnTo>
                    <a:pt x="6547592" y="3813345"/>
                  </a:lnTo>
                  <a:lnTo>
                    <a:pt x="6578940" y="3810784"/>
                  </a:lnTo>
                  <a:lnTo>
                    <a:pt x="6626346" y="3806545"/>
                  </a:lnTo>
                  <a:lnTo>
                    <a:pt x="6690291" y="3800269"/>
                  </a:lnTo>
                  <a:lnTo>
                    <a:pt x="6769698" y="3791677"/>
                  </a:lnTo>
                  <a:lnTo>
                    <a:pt x="6862176" y="3780593"/>
                  </a:lnTo>
                  <a:lnTo>
                    <a:pt x="6964432" y="3766939"/>
                  </a:lnTo>
                  <a:lnTo>
                    <a:pt x="7072783" y="3750712"/>
                  </a:lnTo>
                  <a:lnTo>
                    <a:pt x="7183636" y="3731954"/>
                  </a:lnTo>
                  <a:lnTo>
                    <a:pt x="7293843" y="3710717"/>
                  </a:lnTo>
                  <a:lnTo>
                    <a:pt x="7400913" y="3687029"/>
                  </a:lnTo>
                  <a:lnTo>
                    <a:pt x="7503071" y="3660868"/>
                  </a:lnTo>
                  <a:lnTo>
                    <a:pt x="7599218" y="3632148"/>
                  </a:lnTo>
                  <a:lnTo>
                    <a:pt x="7688829" y="3600710"/>
                  </a:lnTo>
                  <a:lnTo>
                    <a:pt x="7771827" y="3566318"/>
                  </a:lnTo>
                  <a:lnTo>
                    <a:pt x="7848458" y="3528663"/>
                  </a:lnTo>
                  <a:lnTo>
                    <a:pt x="7919194" y="3487370"/>
                  </a:lnTo>
                  <a:lnTo>
                    <a:pt x="7984642" y="3442005"/>
                  </a:lnTo>
                  <a:lnTo>
                    <a:pt x="8045484" y="3392102"/>
                  </a:lnTo>
                  <a:lnTo>
                    <a:pt x="8102428" y="3337190"/>
                  </a:lnTo>
                  <a:lnTo>
                    <a:pt x="8156171" y="3276848"/>
                  </a:lnTo>
                  <a:lnTo>
                    <a:pt x="8207364" y="3210791"/>
                  </a:lnTo>
                  <a:lnTo>
                    <a:pt x="8229629" y="3179318"/>
                  </a:lnTo>
                  <a:lnTo>
                    <a:pt x="8269008" y="3119518"/>
                  </a:lnTo>
                  <a:lnTo>
                    <a:pt x="8307489" y="3055882"/>
                  </a:lnTo>
                  <a:lnTo>
                    <a:pt x="8345287" y="2988331"/>
                  </a:lnTo>
                  <a:lnTo>
                    <a:pt x="8382579" y="2916833"/>
                  </a:lnTo>
                  <a:lnTo>
                    <a:pt x="8419512" y="2841408"/>
                  </a:lnTo>
                  <a:lnTo>
                    <a:pt x="8456204" y="2762131"/>
                  </a:lnTo>
                  <a:lnTo>
                    <a:pt x="8492749" y="2679136"/>
                  </a:lnTo>
                  <a:lnTo>
                    <a:pt x="8529222" y="2592619"/>
                  </a:lnTo>
                  <a:lnTo>
                    <a:pt x="8565676" y="2502839"/>
                  </a:lnTo>
                  <a:lnTo>
                    <a:pt x="8602148" y="2410115"/>
                  </a:lnTo>
                  <a:lnTo>
                    <a:pt x="8638659" y="2314825"/>
                  </a:lnTo>
                  <a:lnTo>
                    <a:pt x="8675218" y="2217401"/>
                  </a:lnTo>
                  <a:lnTo>
                    <a:pt x="8711824" y="2118318"/>
                  </a:lnTo>
                  <a:lnTo>
                    <a:pt x="8748465" y="2018090"/>
                  </a:lnTo>
                  <a:lnTo>
                    <a:pt x="8785128" y="1917256"/>
                  </a:lnTo>
                  <a:lnTo>
                    <a:pt x="8821792" y="1816369"/>
                  </a:lnTo>
                  <a:lnTo>
                    <a:pt x="8858439" y="1715983"/>
                  </a:lnTo>
                  <a:lnTo>
                    <a:pt x="8895052" y="1616640"/>
                  </a:lnTo>
                  <a:lnTo>
                    <a:pt x="8931621" y="1518860"/>
                  </a:lnTo>
                  <a:lnTo>
                    <a:pt x="8968141" y="1423126"/>
                  </a:lnTo>
                  <a:lnTo>
                    <a:pt x="9004619" y="1329880"/>
                  </a:lnTo>
                  <a:lnTo>
                    <a:pt x="9041074" y="1239510"/>
                  </a:lnTo>
                  <a:lnTo>
                    <a:pt x="9077539" y="1152346"/>
                  </a:lnTo>
                  <a:lnTo>
                    <a:pt x="9114066" y="1068660"/>
                  </a:lnTo>
                  <a:lnTo>
                    <a:pt x="9150723" y="988659"/>
                  </a:lnTo>
                  <a:lnTo>
                    <a:pt x="9187601" y="912488"/>
                  </a:lnTo>
                  <a:lnTo>
                    <a:pt x="9224814" y="840235"/>
                  </a:lnTo>
                  <a:lnTo>
                    <a:pt x="9262503" y="771930"/>
                  </a:lnTo>
                  <a:lnTo>
                    <a:pt x="9300838" y="707548"/>
                  </a:lnTo>
                  <a:lnTo>
                    <a:pt x="9340026" y="647022"/>
                  </a:lnTo>
                  <a:lnTo>
                    <a:pt x="9347647" y="635863"/>
                  </a:lnTo>
                  <a:lnTo>
                    <a:pt x="9397889" y="567214"/>
                  </a:lnTo>
                  <a:lnTo>
                    <a:pt x="9450413" y="504335"/>
                  </a:lnTo>
                  <a:lnTo>
                    <a:pt x="9505838" y="447037"/>
                  </a:lnTo>
                  <a:lnTo>
                    <a:pt x="9564846" y="394946"/>
                  </a:lnTo>
                  <a:lnTo>
                    <a:pt x="9628143" y="347606"/>
                  </a:lnTo>
                  <a:lnTo>
                    <a:pt x="9696429" y="304545"/>
                  </a:lnTo>
                  <a:lnTo>
                    <a:pt x="9770351" y="265310"/>
                  </a:lnTo>
                  <a:lnTo>
                    <a:pt x="9850450" y="229499"/>
                  </a:lnTo>
                  <a:lnTo>
                    <a:pt x="9937085" y="196770"/>
                  </a:lnTo>
                  <a:lnTo>
                    <a:pt x="10030339" y="166857"/>
                  </a:lnTo>
                  <a:lnTo>
                    <a:pt x="10129903" y="139564"/>
                  </a:lnTo>
                  <a:lnTo>
                    <a:pt x="10234949" y="114774"/>
                  </a:lnTo>
                  <a:lnTo>
                    <a:pt x="10344016" y="92438"/>
                  </a:lnTo>
                  <a:lnTo>
                    <a:pt x="10454932" y="72564"/>
                  </a:lnTo>
                  <a:lnTo>
                    <a:pt x="10564829" y="55196"/>
                  </a:lnTo>
                  <a:lnTo>
                    <a:pt x="10670276" y="40386"/>
                  </a:lnTo>
                  <a:lnTo>
                    <a:pt x="10767577" y="28155"/>
                  </a:lnTo>
                  <a:lnTo>
                    <a:pt x="10853202" y="18462"/>
                  </a:lnTo>
                  <a:lnTo>
                    <a:pt x="10924295" y="11177"/>
                  </a:lnTo>
                  <a:lnTo>
                    <a:pt x="10979147" y="6065"/>
                  </a:lnTo>
                  <a:lnTo>
                    <a:pt x="11017528" y="2801"/>
                  </a:lnTo>
                  <a:lnTo>
                    <a:pt x="11040798" y="990"/>
                  </a:lnTo>
                  <a:lnTo>
                    <a:pt x="11051825" y="201"/>
                  </a:lnTo>
                  <a:lnTo>
                    <a:pt x="11054795" y="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8" name="pl637"/>
            <p:cNvSpPr/>
            <p:nvPr/>
          </p:nvSpPr>
          <p:spPr>
            <a:xfrm>
              <a:off x="1199187" y="1860260"/>
              <a:ext cx="12049831" cy="3815181"/>
            </a:xfrm>
            <a:custGeom>
              <a:avLst/>
              <a:pathLst>
                <a:path w="12049831" h="3815181">
                  <a:moveTo>
                    <a:pt x="12049831" y="0"/>
                  </a:moveTo>
                  <a:lnTo>
                    <a:pt x="11054891" y="0"/>
                  </a:lnTo>
                  <a:lnTo>
                    <a:pt x="11053858" y="66"/>
                  </a:lnTo>
                  <a:lnTo>
                    <a:pt x="11047031" y="536"/>
                  </a:lnTo>
                  <a:lnTo>
                    <a:pt x="11029685" y="1835"/>
                  </a:lnTo>
                  <a:lnTo>
                    <a:pt x="10998336" y="4397"/>
                  </a:lnTo>
                  <a:lnTo>
                    <a:pt x="10950930" y="8635"/>
                  </a:lnTo>
                  <a:lnTo>
                    <a:pt x="10886986" y="14912"/>
                  </a:lnTo>
                  <a:lnTo>
                    <a:pt x="10807578" y="23504"/>
                  </a:lnTo>
                  <a:lnTo>
                    <a:pt x="10715100" y="34587"/>
                  </a:lnTo>
                  <a:lnTo>
                    <a:pt x="10612845" y="48242"/>
                  </a:lnTo>
                  <a:lnTo>
                    <a:pt x="10504493" y="64469"/>
                  </a:lnTo>
                  <a:lnTo>
                    <a:pt x="10393640" y="83227"/>
                  </a:lnTo>
                  <a:lnTo>
                    <a:pt x="10283433" y="104463"/>
                  </a:lnTo>
                  <a:lnTo>
                    <a:pt x="10176364" y="128151"/>
                  </a:lnTo>
                  <a:lnTo>
                    <a:pt x="10074206" y="154312"/>
                  </a:lnTo>
                  <a:lnTo>
                    <a:pt x="9978058" y="183032"/>
                  </a:lnTo>
                  <a:lnTo>
                    <a:pt x="9888447" y="214471"/>
                  </a:lnTo>
                  <a:lnTo>
                    <a:pt x="9805450" y="248863"/>
                  </a:lnTo>
                  <a:lnTo>
                    <a:pt x="9728818" y="286517"/>
                  </a:lnTo>
                  <a:lnTo>
                    <a:pt x="9658082" y="327811"/>
                  </a:lnTo>
                  <a:lnTo>
                    <a:pt x="9592634" y="373176"/>
                  </a:lnTo>
                  <a:lnTo>
                    <a:pt x="9531793" y="423079"/>
                  </a:lnTo>
                  <a:lnTo>
                    <a:pt x="9474849" y="477991"/>
                  </a:lnTo>
                  <a:lnTo>
                    <a:pt x="9421106" y="538332"/>
                  </a:lnTo>
                  <a:lnTo>
                    <a:pt x="9369912" y="604390"/>
                  </a:lnTo>
                  <a:lnTo>
                    <a:pt x="9347647" y="635863"/>
                  </a:lnTo>
                  <a:lnTo>
                    <a:pt x="9308269" y="695663"/>
                  </a:lnTo>
                  <a:lnTo>
                    <a:pt x="9269788" y="759299"/>
                  </a:lnTo>
                  <a:lnTo>
                    <a:pt x="9231989" y="826850"/>
                  </a:lnTo>
                  <a:lnTo>
                    <a:pt x="9194697" y="898348"/>
                  </a:lnTo>
                  <a:lnTo>
                    <a:pt x="9157765" y="973773"/>
                  </a:lnTo>
                  <a:lnTo>
                    <a:pt x="9121073" y="1053050"/>
                  </a:lnTo>
                  <a:lnTo>
                    <a:pt x="9084527" y="1136045"/>
                  </a:lnTo>
                  <a:lnTo>
                    <a:pt x="9048054" y="1222561"/>
                  </a:lnTo>
                  <a:lnTo>
                    <a:pt x="9011600" y="1312342"/>
                  </a:lnTo>
                  <a:lnTo>
                    <a:pt x="8975129" y="1405066"/>
                  </a:lnTo>
                  <a:lnTo>
                    <a:pt x="8938618" y="1500355"/>
                  </a:lnTo>
                  <a:lnTo>
                    <a:pt x="8902058" y="1597780"/>
                  </a:lnTo>
                  <a:lnTo>
                    <a:pt x="8865453" y="1696863"/>
                  </a:lnTo>
                  <a:lnTo>
                    <a:pt x="8828811" y="1797091"/>
                  </a:lnTo>
                  <a:lnTo>
                    <a:pt x="8792149" y="1897924"/>
                  </a:lnTo>
                  <a:lnTo>
                    <a:pt x="8755485" y="1998811"/>
                  </a:lnTo>
                  <a:lnTo>
                    <a:pt x="8718838" y="2099198"/>
                  </a:lnTo>
                  <a:lnTo>
                    <a:pt x="8682224" y="2198540"/>
                  </a:lnTo>
                  <a:lnTo>
                    <a:pt x="8645656" y="2296321"/>
                  </a:lnTo>
                  <a:lnTo>
                    <a:pt x="8609136" y="2392054"/>
                  </a:lnTo>
                  <a:lnTo>
                    <a:pt x="8572658" y="2485300"/>
                  </a:lnTo>
                  <a:lnTo>
                    <a:pt x="8536203" y="2575671"/>
                  </a:lnTo>
                  <a:lnTo>
                    <a:pt x="8499737" y="2662834"/>
                  </a:lnTo>
                  <a:lnTo>
                    <a:pt x="8463211" y="2746521"/>
                  </a:lnTo>
                  <a:lnTo>
                    <a:pt x="8426553" y="2826522"/>
                  </a:lnTo>
                  <a:lnTo>
                    <a:pt x="8389675" y="2902692"/>
                  </a:lnTo>
                  <a:lnTo>
                    <a:pt x="8352462" y="2974945"/>
                  </a:lnTo>
                  <a:lnTo>
                    <a:pt x="8314774" y="3043251"/>
                  </a:lnTo>
                  <a:lnTo>
                    <a:pt x="8276439" y="3107632"/>
                  </a:lnTo>
                  <a:lnTo>
                    <a:pt x="8237250" y="3168159"/>
                  </a:lnTo>
                  <a:lnTo>
                    <a:pt x="8229629" y="3179318"/>
                  </a:lnTo>
                  <a:lnTo>
                    <a:pt x="8179388" y="3247967"/>
                  </a:lnTo>
                  <a:lnTo>
                    <a:pt x="8126864" y="3310845"/>
                  </a:lnTo>
                  <a:lnTo>
                    <a:pt x="8071438" y="3368144"/>
                  </a:lnTo>
                  <a:lnTo>
                    <a:pt x="8012431" y="3420235"/>
                  </a:lnTo>
                  <a:lnTo>
                    <a:pt x="7949133" y="3467574"/>
                  </a:lnTo>
                  <a:lnTo>
                    <a:pt x="7880848" y="3510636"/>
                  </a:lnTo>
                  <a:lnTo>
                    <a:pt x="7806926" y="3549871"/>
                  </a:lnTo>
                  <a:lnTo>
                    <a:pt x="7726827" y="3585682"/>
                  </a:lnTo>
                  <a:lnTo>
                    <a:pt x="7640191" y="3618410"/>
                  </a:lnTo>
                  <a:lnTo>
                    <a:pt x="7546937" y="3648324"/>
                  </a:lnTo>
                  <a:lnTo>
                    <a:pt x="7447374" y="3675617"/>
                  </a:lnTo>
                  <a:lnTo>
                    <a:pt x="7342328" y="3700407"/>
                  </a:lnTo>
                  <a:lnTo>
                    <a:pt x="7233261" y="3722743"/>
                  </a:lnTo>
                  <a:lnTo>
                    <a:pt x="7122344" y="3742617"/>
                  </a:lnTo>
                  <a:lnTo>
                    <a:pt x="7012448" y="3759984"/>
                  </a:lnTo>
                  <a:lnTo>
                    <a:pt x="6907001" y="3774795"/>
                  </a:lnTo>
                  <a:lnTo>
                    <a:pt x="6809699" y="3787026"/>
                  </a:lnTo>
                  <a:lnTo>
                    <a:pt x="6724075" y="3796718"/>
                  </a:lnTo>
                  <a:lnTo>
                    <a:pt x="6652982" y="3804004"/>
                  </a:lnTo>
                  <a:lnTo>
                    <a:pt x="6598129" y="3809115"/>
                  </a:lnTo>
                  <a:lnTo>
                    <a:pt x="6559748" y="3812379"/>
                  </a:lnTo>
                  <a:lnTo>
                    <a:pt x="6536479" y="3814191"/>
                  </a:lnTo>
                  <a:lnTo>
                    <a:pt x="6525452" y="3814979"/>
                  </a:lnTo>
                  <a:lnTo>
                    <a:pt x="6522481" y="3815175"/>
                  </a:lnTo>
                  <a:lnTo>
                    <a:pt x="6522385" y="3815181"/>
                  </a:lnTo>
                  <a:lnTo>
                    <a:pt x="5527445" y="3815181"/>
                  </a:lnTo>
                  <a:lnTo>
                    <a:pt x="5526346" y="3815140"/>
                  </a:lnTo>
                  <a:lnTo>
                    <a:pt x="5519088" y="3814850"/>
                  </a:lnTo>
                  <a:lnTo>
                    <a:pt x="5500679" y="3814049"/>
                  </a:lnTo>
                  <a:lnTo>
                    <a:pt x="5467485" y="3812470"/>
                  </a:lnTo>
                  <a:lnTo>
                    <a:pt x="5417437" y="3809859"/>
                  </a:lnTo>
                  <a:lnTo>
                    <a:pt x="5350187" y="3805998"/>
                  </a:lnTo>
                  <a:lnTo>
                    <a:pt x="5267061" y="3800724"/>
                  </a:lnTo>
                  <a:lnTo>
                    <a:pt x="5170771" y="3793935"/>
                  </a:lnTo>
                  <a:lnTo>
                    <a:pt x="5064924" y="3785593"/>
                  </a:lnTo>
                  <a:lnTo>
                    <a:pt x="4953459" y="3775703"/>
                  </a:lnTo>
                  <a:lnTo>
                    <a:pt x="4840134" y="3764293"/>
                  </a:lnTo>
                  <a:lnTo>
                    <a:pt x="4728156" y="3751393"/>
                  </a:lnTo>
                  <a:lnTo>
                    <a:pt x="4619994" y="3737014"/>
                  </a:lnTo>
                  <a:lnTo>
                    <a:pt x="4517339" y="3721133"/>
                  </a:lnTo>
                  <a:lnTo>
                    <a:pt x="4421172" y="3703684"/>
                  </a:lnTo>
                  <a:lnTo>
                    <a:pt x="4331893" y="3684555"/>
                  </a:lnTo>
                  <a:lnTo>
                    <a:pt x="4249457" y="3663585"/>
                  </a:lnTo>
                  <a:lnTo>
                    <a:pt x="4173504" y="3640568"/>
                  </a:lnTo>
                  <a:lnTo>
                    <a:pt x="4103470" y="3615259"/>
                  </a:lnTo>
                  <a:lnTo>
                    <a:pt x="4038669" y="3587381"/>
                  </a:lnTo>
                  <a:lnTo>
                    <a:pt x="3978359" y="3556643"/>
                  </a:lnTo>
                  <a:lnTo>
                    <a:pt x="3921786" y="3522763"/>
                  </a:lnTo>
                  <a:lnTo>
                    <a:pt x="3868224" y="3485513"/>
                  </a:lnTo>
                  <a:lnTo>
                    <a:pt x="3820202" y="3447463"/>
                  </a:lnTo>
                  <a:lnTo>
                    <a:pt x="3772045" y="3404750"/>
                  </a:lnTo>
                  <a:lnTo>
                    <a:pt x="3725162" y="3358683"/>
                  </a:lnTo>
                  <a:lnTo>
                    <a:pt x="3679181" y="3309195"/>
                  </a:lnTo>
                  <a:lnTo>
                    <a:pt x="3633809" y="3256284"/>
                  </a:lnTo>
                  <a:lnTo>
                    <a:pt x="3588816" y="3200016"/>
                  </a:lnTo>
                  <a:lnTo>
                    <a:pt x="3544028" y="3140537"/>
                  </a:lnTo>
                  <a:lnTo>
                    <a:pt x="3499318" y="3078072"/>
                  </a:lnTo>
                  <a:lnTo>
                    <a:pt x="3454602" y="3012927"/>
                  </a:lnTo>
                  <a:lnTo>
                    <a:pt x="3409833" y="2945486"/>
                  </a:lnTo>
                  <a:lnTo>
                    <a:pt x="3364992" y="2876205"/>
                  </a:lnTo>
                  <a:lnTo>
                    <a:pt x="3320085" y="2805598"/>
                  </a:lnTo>
                  <a:lnTo>
                    <a:pt x="3275134" y="2734223"/>
                  </a:lnTo>
                  <a:lnTo>
                    <a:pt x="3230172" y="2662665"/>
                  </a:lnTo>
                  <a:lnTo>
                    <a:pt x="3185234" y="2591514"/>
                  </a:lnTo>
                  <a:lnTo>
                    <a:pt x="3140350" y="2521346"/>
                  </a:lnTo>
                  <a:lnTo>
                    <a:pt x="3095537" y="2452707"/>
                  </a:lnTo>
                  <a:lnTo>
                    <a:pt x="3050792" y="2386088"/>
                  </a:lnTo>
                  <a:lnTo>
                    <a:pt x="3006086" y="2321920"/>
                  </a:lnTo>
                  <a:lnTo>
                    <a:pt x="2961358" y="2260557"/>
                  </a:lnTo>
                  <a:lnTo>
                    <a:pt x="2916510" y="2202276"/>
                  </a:lnTo>
                  <a:lnTo>
                    <a:pt x="2871396" y="2147271"/>
                  </a:lnTo>
                  <a:lnTo>
                    <a:pt x="2825823" y="2095656"/>
                  </a:lnTo>
                  <a:lnTo>
                    <a:pt x="2779538" y="2047472"/>
                  </a:lnTo>
                  <a:lnTo>
                    <a:pt x="2732219" y="2002690"/>
                  </a:lnTo>
                  <a:lnTo>
                    <a:pt x="2702183" y="1976592"/>
                  </a:lnTo>
                  <a:lnTo>
                    <a:pt x="2650846" y="1936081"/>
                  </a:lnTo>
                  <a:lnTo>
                    <a:pt x="2597114" y="1899049"/>
                  </a:lnTo>
                  <a:lnTo>
                    <a:pt x="2540325" y="1865376"/>
                  </a:lnTo>
                  <a:lnTo>
                    <a:pt x="2479753" y="1834827"/>
                  </a:lnTo>
                  <a:lnTo>
                    <a:pt x="2414643" y="1807121"/>
                  </a:lnTo>
                  <a:lnTo>
                    <a:pt x="2344254" y="1781965"/>
                  </a:lnTo>
                  <a:lnTo>
                    <a:pt x="2267905" y="1759085"/>
                  </a:lnTo>
                  <a:lnTo>
                    <a:pt x="2185043" y="1738236"/>
                  </a:lnTo>
                  <a:lnTo>
                    <a:pt x="2095326" y="1719218"/>
                  </a:lnTo>
                  <a:lnTo>
                    <a:pt x="1998731" y="1701871"/>
                  </a:lnTo>
                  <a:lnTo>
                    <a:pt x="1895691" y="1686086"/>
                  </a:lnTo>
                  <a:lnTo>
                    <a:pt x="1787230" y="1671801"/>
                  </a:lnTo>
                  <a:lnTo>
                    <a:pt x="1675085" y="1658995"/>
                  </a:lnTo>
                  <a:lnTo>
                    <a:pt x="1561775" y="1647681"/>
                  </a:lnTo>
                  <a:lnTo>
                    <a:pt x="1450550" y="1637887"/>
                  </a:lnTo>
                  <a:lnTo>
                    <a:pt x="1345192" y="1629644"/>
                  </a:lnTo>
                  <a:lnTo>
                    <a:pt x="1249635" y="1622954"/>
                  </a:lnTo>
                  <a:lnTo>
                    <a:pt x="1167447" y="1617772"/>
                  </a:lnTo>
                  <a:lnTo>
                    <a:pt x="1101264" y="1613996"/>
                  </a:lnTo>
                  <a:lnTo>
                    <a:pt x="1052312" y="1611457"/>
                  </a:lnTo>
                  <a:lnTo>
                    <a:pt x="1020132" y="1609935"/>
                  </a:lnTo>
                  <a:lnTo>
                    <a:pt x="1002552" y="1609174"/>
                  </a:lnTo>
                  <a:lnTo>
                    <a:pt x="995846" y="1608908"/>
                  </a:lnTo>
                  <a:lnTo>
                    <a:pt x="994940" y="1608874"/>
                  </a:lnTo>
                  <a:lnTo>
                    <a:pt x="0" y="1608874"/>
                  </a:lnTo>
                  <a:lnTo>
                    <a:pt x="0" y="16088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9" name="pg638"/>
            <p:cNvSpPr/>
            <p:nvPr/>
          </p:nvSpPr>
          <p:spPr>
            <a:xfrm>
              <a:off x="1199187" y="2127532"/>
              <a:ext cx="12049831" cy="3568871"/>
            </a:xfrm>
            <a:custGeom>
              <a:avLst/>
              <a:pathLst>
                <a:path w="12049831" h="3568871">
                  <a:moveTo>
                    <a:pt x="0" y="1362564"/>
                  </a:moveTo>
                  <a:lnTo>
                    <a:pt x="994940" y="1362564"/>
                  </a:lnTo>
                  <a:lnTo>
                    <a:pt x="996039" y="1362605"/>
                  </a:lnTo>
                  <a:lnTo>
                    <a:pt x="1003297" y="1362895"/>
                  </a:lnTo>
                  <a:lnTo>
                    <a:pt x="1021706" y="1363696"/>
                  </a:lnTo>
                  <a:lnTo>
                    <a:pt x="1054900" y="1365276"/>
                  </a:lnTo>
                  <a:lnTo>
                    <a:pt x="1104948" y="1367887"/>
                  </a:lnTo>
                  <a:lnTo>
                    <a:pt x="1172198" y="1371747"/>
                  </a:lnTo>
                  <a:lnTo>
                    <a:pt x="1255324" y="1377022"/>
                  </a:lnTo>
                  <a:lnTo>
                    <a:pt x="1351614" y="1383810"/>
                  </a:lnTo>
                  <a:lnTo>
                    <a:pt x="1457461" y="1392152"/>
                  </a:lnTo>
                  <a:lnTo>
                    <a:pt x="1568926" y="1402043"/>
                  </a:lnTo>
                  <a:lnTo>
                    <a:pt x="1682251" y="1413452"/>
                  </a:lnTo>
                  <a:lnTo>
                    <a:pt x="1794229" y="1426352"/>
                  </a:lnTo>
                  <a:lnTo>
                    <a:pt x="1902391" y="1440731"/>
                  </a:lnTo>
                  <a:lnTo>
                    <a:pt x="2005046" y="1456612"/>
                  </a:lnTo>
                  <a:lnTo>
                    <a:pt x="2101213" y="1474061"/>
                  </a:lnTo>
                  <a:lnTo>
                    <a:pt x="2190492" y="1493191"/>
                  </a:lnTo>
                  <a:lnTo>
                    <a:pt x="2272928" y="1514161"/>
                  </a:lnTo>
                  <a:lnTo>
                    <a:pt x="2348881" y="1537178"/>
                  </a:lnTo>
                  <a:lnTo>
                    <a:pt x="2418915" y="1562487"/>
                  </a:lnTo>
                  <a:lnTo>
                    <a:pt x="2483716" y="1590365"/>
                  </a:lnTo>
                  <a:lnTo>
                    <a:pt x="2544026" y="1621103"/>
                  </a:lnTo>
                  <a:lnTo>
                    <a:pt x="2600599" y="1654983"/>
                  </a:lnTo>
                  <a:lnTo>
                    <a:pt x="2654161" y="1692233"/>
                  </a:lnTo>
                  <a:lnTo>
                    <a:pt x="2702183" y="1730282"/>
                  </a:lnTo>
                  <a:lnTo>
                    <a:pt x="2750340" y="1772996"/>
                  </a:lnTo>
                  <a:lnTo>
                    <a:pt x="2797223" y="1819063"/>
                  </a:lnTo>
                  <a:lnTo>
                    <a:pt x="2843204" y="1868550"/>
                  </a:lnTo>
                  <a:lnTo>
                    <a:pt x="2888576" y="1921462"/>
                  </a:lnTo>
                  <a:lnTo>
                    <a:pt x="2933569" y="1977729"/>
                  </a:lnTo>
                  <a:lnTo>
                    <a:pt x="2978357" y="2037208"/>
                  </a:lnTo>
                  <a:lnTo>
                    <a:pt x="3023067" y="2099674"/>
                  </a:lnTo>
                  <a:lnTo>
                    <a:pt x="3067783" y="2164819"/>
                  </a:lnTo>
                  <a:lnTo>
                    <a:pt x="3112552" y="2232259"/>
                  </a:lnTo>
                  <a:lnTo>
                    <a:pt x="3157393" y="2301540"/>
                  </a:lnTo>
                  <a:lnTo>
                    <a:pt x="3202300" y="2372147"/>
                  </a:lnTo>
                  <a:lnTo>
                    <a:pt x="3247251" y="2443522"/>
                  </a:lnTo>
                  <a:lnTo>
                    <a:pt x="3292213" y="2515081"/>
                  </a:lnTo>
                  <a:lnTo>
                    <a:pt x="3337151" y="2586232"/>
                  </a:lnTo>
                  <a:lnTo>
                    <a:pt x="3382035" y="2656399"/>
                  </a:lnTo>
                  <a:lnTo>
                    <a:pt x="3426848" y="2725039"/>
                  </a:lnTo>
                  <a:lnTo>
                    <a:pt x="3471593" y="2791657"/>
                  </a:lnTo>
                  <a:lnTo>
                    <a:pt x="3516299" y="2855825"/>
                  </a:lnTo>
                  <a:lnTo>
                    <a:pt x="3561027" y="2917188"/>
                  </a:lnTo>
                  <a:lnTo>
                    <a:pt x="3605875" y="2975469"/>
                  </a:lnTo>
                  <a:lnTo>
                    <a:pt x="3650989" y="3030475"/>
                  </a:lnTo>
                  <a:lnTo>
                    <a:pt x="3696562" y="3082089"/>
                  </a:lnTo>
                  <a:lnTo>
                    <a:pt x="3742847" y="3130274"/>
                  </a:lnTo>
                  <a:lnTo>
                    <a:pt x="3790166" y="3175056"/>
                  </a:lnTo>
                  <a:lnTo>
                    <a:pt x="3820202" y="3201153"/>
                  </a:lnTo>
                  <a:lnTo>
                    <a:pt x="3871539" y="3241665"/>
                  </a:lnTo>
                  <a:lnTo>
                    <a:pt x="3925271" y="3278696"/>
                  </a:lnTo>
                  <a:lnTo>
                    <a:pt x="3982060" y="3312370"/>
                  </a:lnTo>
                  <a:lnTo>
                    <a:pt x="4042632" y="3342918"/>
                  </a:lnTo>
                  <a:lnTo>
                    <a:pt x="4107742" y="3370625"/>
                  </a:lnTo>
                  <a:lnTo>
                    <a:pt x="4178131" y="3395781"/>
                  </a:lnTo>
                  <a:lnTo>
                    <a:pt x="4254480" y="3418661"/>
                  </a:lnTo>
                  <a:lnTo>
                    <a:pt x="4337342" y="3439509"/>
                  </a:lnTo>
                  <a:lnTo>
                    <a:pt x="4427059" y="3458528"/>
                  </a:lnTo>
                  <a:lnTo>
                    <a:pt x="4523654" y="3475875"/>
                  </a:lnTo>
                  <a:lnTo>
                    <a:pt x="4626694" y="3491659"/>
                  </a:lnTo>
                  <a:lnTo>
                    <a:pt x="4735155" y="3505944"/>
                  </a:lnTo>
                  <a:lnTo>
                    <a:pt x="4847300" y="3518750"/>
                  </a:lnTo>
                  <a:lnTo>
                    <a:pt x="4960610" y="3530065"/>
                  </a:lnTo>
                  <a:lnTo>
                    <a:pt x="5071835" y="3539858"/>
                  </a:lnTo>
                  <a:lnTo>
                    <a:pt x="5177193" y="3548101"/>
                  </a:lnTo>
                  <a:lnTo>
                    <a:pt x="5272750" y="3554792"/>
                  </a:lnTo>
                  <a:lnTo>
                    <a:pt x="5354938" y="3559973"/>
                  </a:lnTo>
                  <a:lnTo>
                    <a:pt x="5421121" y="3563749"/>
                  </a:lnTo>
                  <a:lnTo>
                    <a:pt x="5470073" y="3566288"/>
                  </a:lnTo>
                  <a:lnTo>
                    <a:pt x="5502253" y="3567810"/>
                  </a:lnTo>
                  <a:lnTo>
                    <a:pt x="5519833" y="3568571"/>
                  </a:lnTo>
                  <a:lnTo>
                    <a:pt x="5526539" y="3568838"/>
                  </a:lnTo>
                  <a:lnTo>
                    <a:pt x="5527445" y="3568871"/>
                  </a:lnTo>
                  <a:lnTo>
                    <a:pt x="6522385" y="3568871"/>
                  </a:lnTo>
                  <a:lnTo>
                    <a:pt x="6523430" y="3568809"/>
                  </a:lnTo>
                  <a:lnTo>
                    <a:pt x="6530335" y="3568364"/>
                  </a:lnTo>
                  <a:lnTo>
                    <a:pt x="6547874" y="3567136"/>
                  </a:lnTo>
                  <a:lnTo>
                    <a:pt x="6579556" y="3564715"/>
                  </a:lnTo>
                  <a:lnTo>
                    <a:pt x="6627442" y="3560709"/>
                  </a:lnTo>
                  <a:lnTo>
                    <a:pt x="6691988" y="3554779"/>
                  </a:lnTo>
                  <a:lnTo>
                    <a:pt x="6772076" y="3546664"/>
                  </a:lnTo>
                  <a:lnTo>
                    <a:pt x="6865254" y="3536201"/>
                  </a:lnTo>
                  <a:lnTo>
                    <a:pt x="6968174" y="3523316"/>
                  </a:lnTo>
                  <a:lnTo>
                    <a:pt x="7077106" y="3508010"/>
                  </a:lnTo>
                  <a:lnTo>
                    <a:pt x="7188424" y="3490323"/>
                  </a:lnTo>
                  <a:lnTo>
                    <a:pt x="7298969" y="3470305"/>
                  </a:lnTo>
                  <a:lnTo>
                    <a:pt x="7406252" y="3447980"/>
                  </a:lnTo>
                  <a:lnTo>
                    <a:pt x="7508513" y="3423323"/>
                  </a:lnTo>
                  <a:lnTo>
                    <a:pt x="7604673" y="3396251"/>
                  </a:lnTo>
                  <a:lnTo>
                    <a:pt x="7694231" y="3366609"/>
                  </a:lnTo>
                  <a:lnTo>
                    <a:pt x="7777130" y="3334170"/>
                  </a:lnTo>
                  <a:lnTo>
                    <a:pt x="7853639" y="3298638"/>
                  </a:lnTo>
                  <a:lnTo>
                    <a:pt x="7924245" y="3259653"/>
                  </a:lnTo>
                  <a:lnTo>
                    <a:pt x="7989572" y="3216803"/>
                  </a:lnTo>
                  <a:lnTo>
                    <a:pt x="8050311" y="3169646"/>
                  </a:lnTo>
                  <a:lnTo>
                    <a:pt x="8107181" y="3117737"/>
                  </a:lnTo>
                  <a:lnTo>
                    <a:pt x="8160884" y="3060689"/>
                  </a:lnTo>
                  <a:lnTo>
                    <a:pt x="8212073" y="2998245"/>
                  </a:lnTo>
                  <a:lnTo>
                    <a:pt x="8229629" y="2974933"/>
                  </a:lnTo>
                  <a:lnTo>
                    <a:pt x="8270122" y="2917423"/>
                  </a:lnTo>
                  <a:lnTo>
                    <a:pt x="8309672" y="2856118"/>
                  </a:lnTo>
                  <a:lnTo>
                    <a:pt x="8348511" y="2790941"/>
                  </a:lnTo>
                  <a:lnTo>
                    <a:pt x="8386829" y="2721864"/>
                  </a:lnTo>
                  <a:lnTo>
                    <a:pt x="8424782" y="2648910"/>
                  </a:lnTo>
                  <a:lnTo>
                    <a:pt x="8462496" y="2572165"/>
                  </a:lnTo>
                  <a:lnTo>
                    <a:pt x="8500070" y="2491775"/>
                  </a:lnTo>
                  <a:lnTo>
                    <a:pt x="8537580" y="2407950"/>
                  </a:lnTo>
                  <a:lnTo>
                    <a:pt x="8575081" y="2320968"/>
                  </a:lnTo>
                  <a:lnTo>
                    <a:pt x="8612607" y="2231167"/>
                  </a:lnTo>
                  <a:lnTo>
                    <a:pt x="8650179" y="2138947"/>
                  </a:lnTo>
                  <a:lnTo>
                    <a:pt x="8687802" y="2044761"/>
                  </a:lnTo>
                  <a:lnTo>
                    <a:pt x="8725472" y="1949108"/>
                  </a:lnTo>
                  <a:lnTo>
                    <a:pt x="8763174" y="1852519"/>
                  </a:lnTo>
                  <a:lnTo>
                    <a:pt x="8800890" y="1755550"/>
                  </a:lnTo>
                  <a:lnTo>
                    <a:pt x="8838599" y="1658764"/>
                  </a:lnTo>
                  <a:lnTo>
                    <a:pt x="8876282" y="1562720"/>
                  </a:lnTo>
                  <a:lnTo>
                    <a:pt x="8913923" y="1467962"/>
                  </a:lnTo>
                  <a:lnTo>
                    <a:pt x="8951512" y="1374999"/>
                  </a:lnTo>
                  <a:lnTo>
                    <a:pt x="8989053" y="1284303"/>
                  </a:lnTo>
                  <a:lnTo>
                    <a:pt x="9026560" y="1196291"/>
                  </a:lnTo>
                  <a:lnTo>
                    <a:pt x="9064061" y="1111325"/>
                  </a:lnTo>
                  <a:lnTo>
                    <a:pt x="9101605" y="1029704"/>
                  </a:lnTo>
                  <a:lnTo>
                    <a:pt x="9139260" y="951662"/>
                  </a:lnTo>
                  <a:lnTo>
                    <a:pt x="9177117" y="877368"/>
                  </a:lnTo>
                  <a:lnTo>
                    <a:pt x="9215291" y="806927"/>
                  </a:lnTo>
                  <a:lnTo>
                    <a:pt x="9253927" y="740384"/>
                  </a:lnTo>
                  <a:lnTo>
                    <a:pt x="9293204" y="677729"/>
                  </a:lnTo>
                  <a:lnTo>
                    <a:pt x="9333338" y="618901"/>
                  </a:lnTo>
                  <a:lnTo>
                    <a:pt x="9347647" y="599179"/>
                  </a:lnTo>
                  <a:lnTo>
                    <a:pt x="9398090" y="534815"/>
                  </a:lnTo>
                  <a:lnTo>
                    <a:pt x="9450835" y="475883"/>
                  </a:lnTo>
                  <a:lnTo>
                    <a:pt x="9506510" y="422202"/>
                  </a:lnTo>
                  <a:lnTo>
                    <a:pt x="9565804" y="373419"/>
                  </a:lnTo>
                  <a:lnTo>
                    <a:pt x="9629432" y="329102"/>
                  </a:lnTo>
                  <a:lnTo>
                    <a:pt x="9698101" y="288804"/>
                  </a:lnTo>
                  <a:lnTo>
                    <a:pt x="9772465" y="252098"/>
                  </a:lnTo>
                  <a:lnTo>
                    <a:pt x="9853067" y="218606"/>
                  </a:lnTo>
                  <a:lnTo>
                    <a:pt x="9940265" y="188007"/>
                  </a:lnTo>
                  <a:lnTo>
                    <a:pt x="10034129" y="160051"/>
                  </a:lnTo>
                  <a:lnTo>
                    <a:pt x="10134330" y="134556"/>
                  </a:lnTo>
                  <a:lnTo>
                    <a:pt x="10240006" y="111414"/>
                  </a:lnTo>
                  <a:lnTo>
                    <a:pt x="10349647" y="90581"/>
                  </a:lnTo>
                  <a:lnTo>
                    <a:pt x="10461022" y="72068"/>
                  </a:lnTo>
                  <a:lnTo>
                    <a:pt x="10571191" y="55917"/>
                  </a:lnTo>
                  <a:lnTo>
                    <a:pt x="10676660" y="42176"/>
                  </a:lnTo>
                  <a:lnTo>
                    <a:pt x="10773685" y="30863"/>
                  </a:lnTo>
                  <a:lnTo>
                    <a:pt x="10858725" y="21933"/>
                  </a:lnTo>
                  <a:lnTo>
                    <a:pt x="10928954" y="15258"/>
                  </a:lnTo>
                  <a:lnTo>
                    <a:pt x="10982745" y="10609"/>
                  </a:lnTo>
                  <a:lnTo>
                    <a:pt x="11019986" y="7672"/>
                  </a:lnTo>
                  <a:lnTo>
                    <a:pt x="11042181" y="6070"/>
                  </a:lnTo>
                  <a:lnTo>
                    <a:pt x="11052351" y="539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46" y="62"/>
                  </a:lnTo>
                  <a:lnTo>
                    <a:pt x="11046941" y="507"/>
                  </a:lnTo>
                  <a:lnTo>
                    <a:pt x="11029403" y="1735"/>
                  </a:lnTo>
                  <a:lnTo>
                    <a:pt x="10997720" y="4156"/>
                  </a:lnTo>
                  <a:lnTo>
                    <a:pt x="10949834" y="8162"/>
                  </a:lnTo>
                  <a:lnTo>
                    <a:pt x="10885288" y="14092"/>
                  </a:lnTo>
                  <a:lnTo>
                    <a:pt x="10805200" y="22207"/>
                  </a:lnTo>
                  <a:lnTo>
                    <a:pt x="10712022" y="32670"/>
                  </a:lnTo>
                  <a:lnTo>
                    <a:pt x="10609102" y="45555"/>
                  </a:lnTo>
                  <a:lnTo>
                    <a:pt x="10500171" y="60861"/>
                  </a:lnTo>
                  <a:lnTo>
                    <a:pt x="10388852" y="78547"/>
                  </a:lnTo>
                  <a:lnTo>
                    <a:pt x="10278307" y="98565"/>
                  </a:lnTo>
                  <a:lnTo>
                    <a:pt x="10171025" y="120891"/>
                  </a:lnTo>
                  <a:lnTo>
                    <a:pt x="10068764" y="145548"/>
                  </a:lnTo>
                  <a:lnTo>
                    <a:pt x="9972603" y="172620"/>
                  </a:lnTo>
                  <a:lnTo>
                    <a:pt x="9883046" y="202262"/>
                  </a:lnTo>
                  <a:lnTo>
                    <a:pt x="9800147" y="234701"/>
                  </a:lnTo>
                  <a:lnTo>
                    <a:pt x="9723638" y="270233"/>
                  </a:lnTo>
                  <a:lnTo>
                    <a:pt x="9653031" y="309218"/>
                  </a:lnTo>
                  <a:lnTo>
                    <a:pt x="9587705" y="352068"/>
                  </a:lnTo>
                  <a:lnTo>
                    <a:pt x="9526965" y="399225"/>
                  </a:lnTo>
                  <a:lnTo>
                    <a:pt x="9470095" y="451133"/>
                  </a:lnTo>
                  <a:lnTo>
                    <a:pt x="9416392" y="508182"/>
                  </a:lnTo>
                  <a:lnTo>
                    <a:pt x="9365204" y="570626"/>
                  </a:lnTo>
                  <a:lnTo>
                    <a:pt x="9347647" y="593938"/>
                  </a:lnTo>
                  <a:lnTo>
                    <a:pt x="9307155" y="651448"/>
                  </a:lnTo>
                  <a:lnTo>
                    <a:pt x="9267604" y="712753"/>
                  </a:lnTo>
                  <a:lnTo>
                    <a:pt x="9228765" y="777929"/>
                  </a:lnTo>
                  <a:lnTo>
                    <a:pt x="9190448" y="847007"/>
                  </a:lnTo>
                  <a:lnTo>
                    <a:pt x="9152494" y="919960"/>
                  </a:lnTo>
                  <a:lnTo>
                    <a:pt x="9114780" y="996706"/>
                  </a:lnTo>
                  <a:lnTo>
                    <a:pt x="9077206" y="1077096"/>
                  </a:lnTo>
                  <a:lnTo>
                    <a:pt x="9039696" y="1160921"/>
                  </a:lnTo>
                  <a:lnTo>
                    <a:pt x="9002196" y="1247903"/>
                  </a:lnTo>
                  <a:lnTo>
                    <a:pt x="8964669" y="1337704"/>
                  </a:lnTo>
                  <a:lnTo>
                    <a:pt x="8927097" y="1429924"/>
                  </a:lnTo>
                  <a:lnTo>
                    <a:pt x="8889474" y="1524110"/>
                  </a:lnTo>
                  <a:lnTo>
                    <a:pt x="8851805" y="1619763"/>
                  </a:lnTo>
                  <a:lnTo>
                    <a:pt x="8814103" y="1716352"/>
                  </a:lnTo>
                  <a:lnTo>
                    <a:pt x="8776387" y="1813321"/>
                  </a:lnTo>
                  <a:lnTo>
                    <a:pt x="8738677" y="1910107"/>
                  </a:lnTo>
                  <a:lnTo>
                    <a:pt x="8700995" y="2006150"/>
                  </a:lnTo>
                  <a:lnTo>
                    <a:pt x="8663354" y="2100909"/>
                  </a:lnTo>
                  <a:lnTo>
                    <a:pt x="8625764" y="2193871"/>
                  </a:lnTo>
                  <a:lnTo>
                    <a:pt x="8588223" y="2284568"/>
                  </a:lnTo>
                  <a:lnTo>
                    <a:pt x="8550717" y="2372580"/>
                  </a:lnTo>
                  <a:lnTo>
                    <a:pt x="8513215" y="2457546"/>
                  </a:lnTo>
                  <a:lnTo>
                    <a:pt x="8475671" y="2539167"/>
                  </a:lnTo>
                  <a:lnTo>
                    <a:pt x="8438016" y="2617209"/>
                  </a:lnTo>
                  <a:lnTo>
                    <a:pt x="8400160" y="2691503"/>
                  </a:lnTo>
                  <a:lnTo>
                    <a:pt x="8361986" y="2761944"/>
                  </a:lnTo>
                  <a:lnTo>
                    <a:pt x="8323349" y="2828487"/>
                  </a:lnTo>
                  <a:lnTo>
                    <a:pt x="8284072" y="2891142"/>
                  </a:lnTo>
                  <a:lnTo>
                    <a:pt x="8243939" y="2949970"/>
                  </a:lnTo>
                  <a:lnTo>
                    <a:pt x="8229629" y="2969692"/>
                  </a:lnTo>
                  <a:lnTo>
                    <a:pt x="8179186" y="3034056"/>
                  </a:lnTo>
                  <a:lnTo>
                    <a:pt x="8126441" y="3092988"/>
                  </a:lnTo>
                  <a:lnTo>
                    <a:pt x="8070766" y="3146668"/>
                  </a:lnTo>
                  <a:lnTo>
                    <a:pt x="8011473" y="3195452"/>
                  </a:lnTo>
                  <a:lnTo>
                    <a:pt x="7947844" y="3239769"/>
                  </a:lnTo>
                  <a:lnTo>
                    <a:pt x="7879175" y="3280067"/>
                  </a:lnTo>
                  <a:lnTo>
                    <a:pt x="7804811" y="3316773"/>
                  </a:lnTo>
                  <a:lnTo>
                    <a:pt x="7724209" y="3350265"/>
                  </a:lnTo>
                  <a:lnTo>
                    <a:pt x="7637012" y="3380863"/>
                  </a:lnTo>
                  <a:lnTo>
                    <a:pt x="7543148" y="3408820"/>
                  </a:lnTo>
                  <a:lnTo>
                    <a:pt x="7442947" y="3434315"/>
                  </a:lnTo>
                  <a:lnTo>
                    <a:pt x="7337271" y="3457457"/>
                  </a:lnTo>
                  <a:lnTo>
                    <a:pt x="7227629" y="3478289"/>
                  </a:lnTo>
                  <a:lnTo>
                    <a:pt x="7116255" y="3496803"/>
                  </a:lnTo>
                  <a:lnTo>
                    <a:pt x="7006086" y="3512953"/>
                  </a:lnTo>
                  <a:lnTo>
                    <a:pt x="6900617" y="3526695"/>
                  </a:lnTo>
                  <a:lnTo>
                    <a:pt x="6803591" y="3538008"/>
                  </a:lnTo>
                  <a:lnTo>
                    <a:pt x="6718552" y="3546937"/>
                  </a:lnTo>
                  <a:lnTo>
                    <a:pt x="6648322" y="3553613"/>
                  </a:lnTo>
                  <a:lnTo>
                    <a:pt x="6594531" y="3558262"/>
                  </a:lnTo>
                  <a:lnTo>
                    <a:pt x="6557291" y="3561199"/>
                  </a:lnTo>
                  <a:lnTo>
                    <a:pt x="6535096" y="3562801"/>
                  </a:lnTo>
                  <a:lnTo>
                    <a:pt x="6524925" y="3563475"/>
                  </a:lnTo>
                  <a:lnTo>
                    <a:pt x="6522385" y="3563631"/>
                  </a:lnTo>
                  <a:lnTo>
                    <a:pt x="5527445" y="3563631"/>
                  </a:lnTo>
                  <a:lnTo>
                    <a:pt x="5526346" y="3563590"/>
                  </a:lnTo>
                  <a:lnTo>
                    <a:pt x="5519088" y="3563300"/>
                  </a:lnTo>
                  <a:lnTo>
                    <a:pt x="5500679" y="3562499"/>
                  </a:lnTo>
                  <a:lnTo>
                    <a:pt x="5467485" y="3560919"/>
                  </a:lnTo>
                  <a:lnTo>
                    <a:pt x="5417437" y="3558308"/>
                  </a:lnTo>
                  <a:lnTo>
                    <a:pt x="5350187" y="3554448"/>
                  </a:lnTo>
                  <a:lnTo>
                    <a:pt x="5267061" y="3549173"/>
                  </a:lnTo>
                  <a:lnTo>
                    <a:pt x="5170771" y="3542385"/>
                  </a:lnTo>
                  <a:lnTo>
                    <a:pt x="5064924" y="3534043"/>
                  </a:lnTo>
                  <a:lnTo>
                    <a:pt x="4953459" y="3524153"/>
                  </a:lnTo>
                  <a:lnTo>
                    <a:pt x="4840134" y="3512743"/>
                  </a:lnTo>
                  <a:lnTo>
                    <a:pt x="4728156" y="3499843"/>
                  </a:lnTo>
                  <a:lnTo>
                    <a:pt x="4619994" y="3485464"/>
                  </a:lnTo>
                  <a:lnTo>
                    <a:pt x="4517339" y="3469583"/>
                  </a:lnTo>
                  <a:lnTo>
                    <a:pt x="4421172" y="3452134"/>
                  </a:lnTo>
                  <a:lnTo>
                    <a:pt x="4331893" y="3433004"/>
                  </a:lnTo>
                  <a:lnTo>
                    <a:pt x="4249457" y="3412034"/>
                  </a:lnTo>
                  <a:lnTo>
                    <a:pt x="4173504" y="3389017"/>
                  </a:lnTo>
                  <a:lnTo>
                    <a:pt x="4103470" y="3363708"/>
                  </a:lnTo>
                  <a:lnTo>
                    <a:pt x="4038669" y="3335830"/>
                  </a:lnTo>
                  <a:lnTo>
                    <a:pt x="3978359" y="3305092"/>
                  </a:lnTo>
                  <a:lnTo>
                    <a:pt x="3921786" y="3271212"/>
                  </a:lnTo>
                  <a:lnTo>
                    <a:pt x="3868224" y="3233962"/>
                  </a:lnTo>
                  <a:lnTo>
                    <a:pt x="3820202" y="3195913"/>
                  </a:lnTo>
                  <a:lnTo>
                    <a:pt x="3772045" y="3153199"/>
                  </a:lnTo>
                  <a:lnTo>
                    <a:pt x="3725162" y="3107132"/>
                  </a:lnTo>
                  <a:lnTo>
                    <a:pt x="3679181" y="3057645"/>
                  </a:lnTo>
                  <a:lnTo>
                    <a:pt x="3633809" y="3004733"/>
                  </a:lnTo>
                  <a:lnTo>
                    <a:pt x="3588816" y="2948466"/>
                  </a:lnTo>
                  <a:lnTo>
                    <a:pt x="3544028" y="2888987"/>
                  </a:lnTo>
                  <a:lnTo>
                    <a:pt x="3499318" y="2826522"/>
                  </a:lnTo>
                  <a:lnTo>
                    <a:pt x="3454602" y="2761376"/>
                  </a:lnTo>
                  <a:lnTo>
                    <a:pt x="3409833" y="2693936"/>
                  </a:lnTo>
                  <a:lnTo>
                    <a:pt x="3364992" y="2624655"/>
                  </a:lnTo>
                  <a:lnTo>
                    <a:pt x="3320085" y="2554048"/>
                  </a:lnTo>
                  <a:lnTo>
                    <a:pt x="3275134" y="2482673"/>
                  </a:lnTo>
                  <a:lnTo>
                    <a:pt x="3230172" y="2411114"/>
                  </a:lnTo>
                  <a:lnTo>
                    <a:pt x="3185234" y="2339963"/>
                  </a:lnTo>
                  <a:lnTo>
                    <a:pt x="3140350" y="2269796"/>
                  </a:lnTo>
                  <a:lnTo>
                    <a:pt x="3095537" y="2201157"/>
                  </a:lnTo>
                  <a:lnTo>
                    <a:pt x="3050792" y="2134538"/>
                  </a:lnTo>
                  <a:lnTo>
                    <a:pt x="3006086" y="2070370"/>
                  </a:lnTo>
                  <a:lnTo>
                    <a:pt x="2961358" y="2009007"/>
                  </a:lnTo>
                  <a:lnTo>
                    <a:pt x="2916510" y="1950726"/>
                  </a:lnTo>
                  <a:lnTo>
                    <a:pt x="2871396" y="1895720"/>
                  </a:lnTo>
                  <a:lnTo>
                    <a:pt x="2825823" y="1844106"/>
                  </a:lnTo>
                  <a:lnTo>
                    <a:pt x="2779538" y="1795921"/>
                  </a:lnTo>
                  <a:lnTo>
                    <a:pt x="2732219" y="1751139"/>
                  </a:lnTo>
                  <a:lnTo>
                    <a:pt x="2702183" y="1725042"/>
                  </a:lnTo>
                  <a:lnTo>
                    <a:pt x="2650846" y="1684530"/>
                  </a:lnTo>
                  <a:lnTo>
                    <a:pt x="2597114" y="1647499"/>
                  </a:lnTo>
                  <a:lnTo>
                    <a:pt x="2540325" y="1613825"/>
                  </a:lnTo>
                  <a:lnTo>
                    <a:pt x="2479753" y="1583277"/>
                  </a:lnTo>
                  <a:lnTo>
                    <a:pt x="2414643" y="1555570"/>
                  </a:lnTo>
                  <a:lnTo>
                    <a:pt x="2344254" y="1530414"/>
                  </a:lnTo>
                  <a:lnTo>
                    <a:pt x="2267905" y="1507534"/>
                  </a:lnTo>
                  <a:lnTo>
                    <a:pt x="2185043" y="1486686"/>
                  </a:lnTo>
                  <a:lnTo>
                    <a:pt x="2095326" y="1467667"/>
                  </a:lnTo>
                  <a:lnTo>
                    <a:pt x="1998731" y="1450320"/>
                  </a:lnTo>
                  <a:lnTo>
                    <a:pt x="1895691" y="1434536"/>
                  </a:lnTo>
                  <a:lnTo>
                    <a:pt x="1787230" y="1420251"/>
                  </a:lnTo>
                  <a:lnTo>
                    <a:pt x="1675085" y="1407445"/>
                  </a:lnTo>
                  <a:lnTo>
                    <a:pt x="1561775" y="1396130"/>
                  </a:lnTo>
                  <a:lnTo>
                    <a:pt x="1450550" y="1386337"/>
                  </a:lnTo>
                  <a:lnTo>
                    <a:pt x="1345192" y="1378094"/>
                  </a:lnTo>
                  <a:lnTo>
                    <a:pt x="1249635" y="1371403"/>
                  </a:lnTo>
                  <a:lnTo>
                    <a:pt x="1167447" y="1366222"/>
                  </a:lnTo>
                  <a:lnTo>
                    <a:pt x="1101264" y="1362446"/>
                  </a:lnTo>
                  <a:lnTo>
                    <a:pt x="1052312" y="1359907"/>
                  </a:lnTo>
                  <a:lnTo>
                    <a:pt x="1020132" y="1358385"/>
                  </a:lnTo>
                  <a:lnTo>
                    <a:pt x="1002552" y="1357624"/>
                  </a:lnTo>
                  <a:lnTo>
                    <a:pt x="995846" y="1357357"/>
                  </a:lnTo>
                  <a:lnTo>
                    <a:pt x="994940" y="1357324"/>
                  </a:lnTo>
                  <a:lnTo>
                    <a:pt x="0" y="1357324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40" name="pl639"/>
            <p:cNvSpPr/>
            <p:nvPr/>
          </p:nvSpPr>
          <p:spPr>
            <a:xfrm>
              <a:off x="1199187" y="2132773"/>
              <a:ext cx="12049831" cy="3563631"/>
            </a:xfrm>
            <a:custGeom>
              <a:avLst/>
              <a:pathLst>
                <a:path w="12049831" h="3563631">
                  <a:moveTo>
                    <a:pt x="0" y="1357324"/>
                  </a:moveTo>
                  <a:lnTo>
                    <a:pt x="994940" y="1357324"/>
                  </a:lnTo>
                  <a:lnTo>
                    <a:pt x="996039" y="1357364"/>
                  </a:lnTo>
                  <a:lnTo>
                    <a:pt x="1003297" y="1357654"/>
                  </a:lnTo>
                  <a:lnTo>
                    <a:pt x="1021706" y="1358456"/>
                  </a:lnTo>
                  <a:lnTo>
                    <a:pt x="1054900" y="1360035"/>
                  </a:lnTo>
                  <a:lnTo>
                    <a:pt x="1104948" y="1362646"/>
                  </a:lnTo>
                  <a:lnTo>
                    <a:pt x="1172198" y="1366507"/>
                  </a:lnTo>
                  <a:lnTo>
                    <a:pt x="1255324" y="1371781"/>
                  </a:lnTo>
                  <a:lnTo>
                    <a:pt x="1351614" y="1378569"/>
                  </a:lnTo>
                  <a:lnTo>
                    <a:pt x="1457461" y="1386911"/>
                  </a:lnTo>
                  <a:lnTo>
                    <a:pt x="1568926" y="1396802"/>
                  </a:lnTo>
                  <a:lnTo>
                    <a:pt x="1682251" y="1408212"/>
                  </a:lnTo>
                  <a:lnTo>
                    <a:pt x="1794229" y="1421112"/>
                  </a:lnTo>
                  <a:lnTo>
                    <a:pt x="1902391" y="1435490"/>
                  </a:lnTo>
                  <a:lnTo>
                    <a:pt x="2005046" y="1451372"/>
                  </a:lnTo>
                  <a:lnTo>
                    <a:pt x="2101213" y="1468820"/>
                  </a:lnTo>
                  <a:lnTo>
                    <a:pt x="2190492" y="1487950"/>
                  </a:lnTo>
                  <a:lnTo>
                    <a:pt x="2272928" y="1508920"/>
                  </a:lnTo>
                  <a:lnTo>
                    <a:pt x="2348881" y="1531937"/>
                  </a:lnTo>
                  <a:lnTo>
                    <a:pt x="2418915" y="1557246"/>
                  </a:lnTo>
                  <a:lnTo>
                    <a:pt x="2483716" y="1585124"/>
                  </a:lnTo>
                  <a:lnTo>
                    <a:pt x="2544026" y="1615862"/>
                  </a:lnTo>
                  <a:lnTo>
                    <a:pt x="2600599" y="1649742"/>
                  </a:lnTo>
                  <a:lnTo>
                    <a:pt x="2654161" y="1686992"/>
                  </a:lnTo>
                  <a:lnTo>
                    <a:pt x="2702183" y="1725042"/>
                  </a:lnTo>
                  <a:lnTo>
                    <a:pt x="2750340" y="1767755"/>
                  </a:lnTo>
                  <a:lnTo>
                    <a:pt x="2797223" y="1813822"/>
                  </a:lnTo>
                  <a:lnTo>
                    <a:pt x="2843204" y="1863310"/>
                  </a:lnTo>
                  <a:lnTo>
                    <a:pt x="2888576" y="1916221"/>
                  </a:lnTo>
                  <a:lnTo>
                    <a:pt x="2933569" y="1972488"/>
                  </a:lnTo>
                  <a:lnTo>
                    <a:pt x="2978357" y="2031968"/>
                  </a:lnTo>
                  <a:lnTo>
                    <a:pt x="3023067" y="2094433"/>
                  </a:lnTo>
                  <a:lnTo>
                    <a:pt x="3067783" y="2159578"/>
                  </a:lnTo>
                  <a:lnTo>
                    <a:pt x="3112552" y="2227019"/>
                  </a:lnTo>
                  <a:lnTo>
                    <a:pt x="3157393" y="2296300"/>
                  </a:lnTo>
                  <a:lnTo>
                    <a:pt x="3202300" y="2366907"/>
                  </a:lnTo>
                  <a:lnTo>
                    <a:pt x="3247251" y="2438282"/>
                  </a:lnTo>
                  <a:lnTo>
                    <a:pt x="3292213" y="2509840"/>
                  </a:lnTo>
                  <a:lnTo>
                    <a:pt x="3337151" y="2580991"/>
                  </a:lnTo>
                  <a:lnTo>
                    <a:pt x="3382035" y="2651158"/>
                  </a:lnTo>
                  <a:lnTo>
                    <a:pt x="3426848" y="2719798"/>
                  </a:lnTo>
                  <a:lnTo>
                    <a:pt x="3471593" y="2786417"/>
                  </a:lnTo>
                  <a:lnTo>
                    <a:pt x="3516299" y="2850585"/>
                  </a:lnTo>
                  <a:lnTo>
                    <a:pt x="3561027" y="2911948"/>
                  </a:lnTo>
                  <a:lnTo>
                    <a:pt x="3605875" y="2970229"/>
                  </a:lnTo>
                  <a:lnTo>
                    <a:pt x="3650989" y="3025234"/>
                  </a:lnTo>
                  <a:lnTo>
                    <a:pt x="3696562" y="3076849"/>
                  </a:lnTo>
                  <a:lnTo>
                    <a:pt x="3742847" y="3125033"/>
                  </a:lnTo>
                  <a:lnTo>
                    <a:pt x="3790166" y="3169815"/>
                  </a:lnTo>
                  <a:lnTo>
                    <a:pt x="3820202" y="3195913"/>
                  </a:lnTo>
                  <a:lnTo>
                    <a:pt x="3871539" y="3236424"/>
                  </a:lnTo>
                  <a:lnTo>
                    <a:pt x="3925271" y="3273456"/>
                  </a:lnTo>
                  <a:lnTo>
                    <a:pt x="3982060" y="3307129"/>
                  </a:lnTo>
                  <a:lnTo>
                    <a:pt x="4042632" y="3337678"/>
                  </a:lnTo>
                  <a:lnTo>
                    <a:pt x="4107742" y="3365384"/>
                  </a:lnTo>
                  <a:lnTo>
                    <a:pt x="4178131" y="3390540"/>
                  </a:lnTo>
                  <a:lnTo>
                    <a:pt x="4254480" y="3413420"/>
                  </a:lnTo>
                  <a:lnTo>
                    <a:pt x="4337342" y="3434268"/>
                  </a:lnTo>
                  <a:lnTo>
                    <a:pt x="4427059" y="3453287"/>
                  </a:lnTo>
                  <a:lnTo>
                    <a:pt x="4523654" y="3470634"/>
                  </a:lnTo>
                  <a:lnTo>
                    <a:pt x="4626694" y="3486419"/>
                  </a:lnTo>
                  <a:lnTo>
                    <a:pt x="4735155" y="3500704"/>
                  </a:lnTo>
                  <a:lnTo>
                    <a:pt x="4847300" y="3513510"/>
                  </a:lnTo>
                  <a:lnTo>
                    <a:pt x="4960610" y="3524824"/>
                  </a:lnTo>
                  <a:lnTo>
                    <a:pt x="5071835" y="3534617"/>
                  </a:lnTo>
                  <a:lnTo>
                    <a:pt x="5177193" y="3542861"/>
                  </a:lnTo>
                  <a:lnTo>
                    <a:pt x="5272750" y="3549551"/>
                  </a:lnTo>
                  <a:lnTo>
                    <a:pt x="5354938" y="3554733"/>
                  </a:lnTo>
                  <a:lnTo>
                    <a:pt x="5421121" y="3558509"/>
                  </a:lnTo>
                  <a:lnTo>
                    <a:pt x="5470073" y="3561047"/>
                  </a:lnTo>
                  <a:lnTo>
                    <a:pt x="5502253" y="3562570"/>
                  </a:lnTo>
                  <a:lnTo>
                    <a:pt x="5519833" y="3563331"/>
                  </a:lnTo>
                  <a:lnTo>
                    <a:pt x="5526539" y="3563597"/>
                  </a:lnTo>
                  <a:lnTo>
                    <a:pt x="5527445" y="3563631"/>
                  </a:lnTo>
                  <a:lnTo>
                    <a:pt x="6522385" y="3563631"/>
                  </a:lnTo>
                  <a:lnTo>
                    <a:pt x="6523430" y="3563568"/>
                  </a:lnTo>
                  <a:lnTo>
                    <a:pt x="6530335" y="3563124"/>
                  </a:lnTo>
                  <a:lnTo>
                    <a:pt x="6547874" y="3561896"/>
                  </a:lnTo>
                  <a:lnTo>
                    <a:pt x="6579556" y="3559474"/>
                  </a:lnTo>
                  <a:lnTo>
                    <a:pt x="6627442" y="3555469"/>
                  </a:lnTo>
                  <a:lnTo>
                    <a:pt x="6691988" y="3549538"/>
                  </a:lnTo>
                  <a:lnTo>
                    <a:pt x="6772076" y="3541424"/>
                  </a:lnTo>
                  <a:lnTo>
                    <a:pt x="6865254" y="3530960"/>
                  </a:lnTo>
                  <a:lnTo>
                    <a:pt x="6968174" y="3518075"/>
                  </a:lnTo>
                  <a:lnTo>
                    <a:pt x="7077106" y="3502769"/>
                  </a:lnTo>
                  <a:lnTo>
                    <a:pt x="7188424" y="3485083"/>
                  </a:lnTo>
                  <a:lnTo>
                    <a:pt x="7298969" y="3465065"/>
                  </a:lnTo>
                  <a:lnTo>
                    <a:pt x="7406252" y="3442739"/>
                  </a:lnTo>
                  <a:lnTo>
                    <a:pt x="7508513" y="3418082"/>
                  </a:lnTo>
                  <a:lnTo>
                    <a:pt x="7604673" y="3391010"/>
                  </a:lnTo>
                  <a:lnTo>
                    <a:pt x="7694231" y="3361368"/>
                  </a:lnTo>
                  <a:lnTo>
                    <a:pt x="7777130" y="3328929"/>
                  </a:lnTo>
                  <a:lnTo>
                    <a:pt x="7853639" y="3293397"/>
                  </a:lnTo>
                  <a:lnTo>
                    <a:pt x="7924245" y="3254412"/>
                  </a:lnTo>
                  <a:lnTo>
                    <a:pt x="7989572" y="3211562"/>
                  </a:lnTo>
                  <a:lnTo>
                    <a:pt x="8050311" y="3164405"/>
                  </a:lnTo>
                  <a:lnTo>
                    <a:pt x="8107181" y="3112497"/>
                  </a:lnTo>
                  <a:lnTo>
                    <a:pt x="8160884" y="3055448"/>
                  </a:lnTo>
                  <a:lnTo>
                    <a:pt x="8212073" y="2993004"/>
                  </a:lnTo>
                  <a:lnTo>
                    <a:pt x="8229629" y="2969692"/>
                  </a:lnTo>
                  <a:lnTo>
                    <a:pt x="8270122" y="2912182"/>
                  </a:lnTo>
                  <a:lnTo>
                    <a:pt x="8309672" y="2850878"/>
                  </a:lnTo>
                  <a:lnTo>
                    <a:pt x="8348511" y="2785701"/>
                  </a:lnTo>
                  <a:lnTo>
                    <a:pt x="8386829" y="2716623"/>
                  </a:lnTo>
                  <a:lnTo>
                    <a:pt x="8424782" y="2643670"/>
                  </a:lnTo>
                  <a:lnTo>
                    <a:pt x="8462496" y="2566925"/>
                  </a:lnTo>
                  <a:lnTo>
                    <a:pt x="8500070" y="2486534"/>
                  </a:lnTo>
                  <a:lnTo>
                    <a:pt x="8537580" y="2402710"/>
                  </a:lnTo>
                  <a:lnTo>
                    <a:pt x="8575081" y="2315727"/>
                  </a:lnTo>
                  <a:lnTo>
                    <a:pt x="8612607" y="2225926"/>
                  </a:lnTo>
                  <a:lnTo>
                    <a:pt x="8650179" y="2133706"/>
                  </a:lnTo>
                  <a:lnTo>
                    <a:pt x="8687802" y="2039521"/>
                  </a:lnTo>
                  <a:lnTo>
                    <a:pt x="8725472" y="1943867"/>
                  </a:lnTo>
                  <a:lnTo>
                    <a:pt x="8763174" y="1847278"/>
                  </a:lnTo>
                  <a:lnTo>
                    <a:pt x="8800890" y="1750309"/>
                  </a:lnTo>
                  <a:lnTo>
                    <a:pt x="8838599" y="1653523"/>
                  </a:lnTo>
                  <a:lnTo>
                    <a:pt x="8876282" y="1557480"/>
                  </a:lnTo>
                  <a:lnTo>
                    <a:pt x="8913923" y="1462721"/>
                  </a:lnTo>
                  <a:lnTo>
                    <a:pt x="8951512" y="1369759"/>
                  </a:lnTo>
                  <a:lnTo>
                    <a:pt x="8989053" y="1279062"/>
                  </a:lnTo>
                  <a:lnTo>
                    <a:pt x="9026560" y="1191050"/>
                  </a:lnTo>
                  <a:lnTo>
                    <a:pt x="9064061" y="1106084"/>
                  </a:lnTo>
                  <a:lnTo>
                    <a:pt x="9101605" y="1024464"/>
                  </a:lnTo>
                  <a:lnTo>
                    <a:pt x="9139260" y="946422"/>
                  </a:lnTo>
                  <a:lnTo>
                    <a:pt x="9177117" y="872127"/>
                  </a:lnTo>
                  <a:lnTo>
                    <a:pt x="9215291" y="801686"/>
                  </a:lnTo>
                  <a:lnTo>
                    <a:pt x="9253927" y="735143"/>
                  </a:lnTo>
                  <a:lnTo>
                    <a:pt x="9293204" y="672488"/>
                  </a:lnTo>
                  <a:lnTo>
                    <a:pt x="9333338" y="613661"/>
                  </a:lnTo>
                  <a:lnTo>
                    <a:pt x="9347647" y="593938"/>
                  </a:lnTo>
                  <a:lnTo>
                    <a:pt x="9398090" y="529574"/>
                  </a:lnTo>
                  <a:lnTo>
                    <a:pt x="9450835" y="470643"/>
                  </a:lnTo>
                  <a:lnTo>
                    <a:pt x="9506510" y="416962"/>
                  </a:lnTo>
                  <a:lnTo>
                    <a:pt x="9565804" y="368179"/>
                  </a:lnTo>
                  <a:lnTo>
                    <a:pt x="9629432" y="323862"/>
                  </a:lnTo>
                  <a:lnTo>
                    <a:pt x="9698101" y="283563"/>
                  </a:lnTo>
                  <a:lnTo>
                    <a:pt x="9772465" y="246858"/>
                  </a:lnTo>
                  <a:lnTo>
                    <a:pt x="9853067" y="213365"/>
                  </a:lnTo>
                  <a:lnTo>
                    <a:pt x="9940265" y="182767"/>
                  </a:lnTo>
                  <a:lnTo>
                    <a:pt x="10034129" y="154810"/>
                  </a:lnTo>
                  <a:lnTo>
                    <a:pt x="10134330" y="129315"/>
                  </a:lnTo>
                  <a:lnTo>
                    <a:pt x="10240006" y="106173"/>
                  </a:lnTo>
                  <a:lnTo>
                    <a:pt x="10349647" y="85341"/>
                  </a:lnTo>
                  <a:lnTo>
                    <a:pt x="10461022" y="66828"/>
                  </a:lnTo>
                  <a:lnTo>
                    <a:pt x="10571191" y="50677"/>
                  </a:lnTo>
                  <a:lnTo>
                    <a:pt x="10676660" y="36935"/>
                  </a:lnTo>
                  <a:lnTo>
                    <a:pt x="10773685" y="25622"/>
                  </a:lnTo>
                  <a:lnTo>
                    <a:pt x="10858725" y="16693"/>
                  </a:lnTo>
                  <a:lnTo>
                    <a:pt x="10928954" y="10017"/>
                  </a:lnTo>
                  <a:lnTo>
                    <a:pt x="10982745" y="5368"/>
                  </a:lnTo>
                  <a:lnTo>
                    <a:pt x="11019986" y="2431"/>
                  </a:lnTo>
                  <a:lnTo>
                    <a:pt x="11042181" y="829"/>
                  </a:lnTo>
                  <a:lnTo>
                    <a:pt x="11052351" y="155"/>
                  </a:lnTo>
                  <a:lnTo>
                    <a:pt x="11054844" y="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1" name="pl640"/>
            <p:cNvSpPr/>
            <p:nvPr/>
          </p:nvSpPr>
          <p:spPr>
            <a:xfrm>
              <a:off x="1199187" y="2127532"/>
              <a:ext cx="12049831" cy="3563631"/>
            </a:xfrm>
            <a:custGeom>
              <a:avLst/>
              <a:pathLst>
                <a:path w="12049831" h="3563631">
                  <a:moveTo>
                    <a:pt x="12049831" y="0"/>
                  </a:moveTo>
                  <a:lnTo>
                    <a:pt x="11054891" y="0"/>
                  </a:lnTo>
                  <a:lnTo>
                    <a:pt x="11053846" y="62"/>
                  </a:lnTo>
                  <a:lnTo>
                    <a:pt x="11046941" y="507"/>
                  </a:lnTo>
                  <a:lnTo>
                    <a:pt x="11029403" y="1735"/>
                  </a:lnTo>
                  <a:lnTo>
                    <a:pt x="10997720" y="4156"/>
                  </a:lnTo>
                  <a:lnTo>
                    <a:pt x="10949834" y="8162"/>
                  </a:lnTo>
                  <a:lnTo>
                    <a:pt x="10885288" y="14092"/>
                  </a:lnTo>
                  <a:lnTo>
                    <a:pt x="10805200" y="22207"/>
                  </a:lnTo>
                  <a:lnTo>
                    <a:pt x="10712022" y="32670"/>
                  </a:lnTo>
                  <a:lnTo>
                    <a:pt x="10609102" y="45555"/>
                  </a:lnTo>
                  <a:lnTo>
                    <a:pt x="10500171" y="60861"/>
                  </a:lnTo>
                  <a:lnTo>
                    <a:pt x="10388852" y="78547"/>
                  </a:lnTo>
                  <a:lnTo>
                    <a:pt x="10278307" y="98565"/>
                  </a:lnTo>
                  <a:lnTo>
                    <a:pt x="10171025" y="120891"/>
                  </a:lnTo>
                  <a:lnTo>
                    <a:pt x="10068764" y="145548"/>
                  </a:lnTo>
                  <a:lnTo>
                    <a:pt x="9972603" y="172620"/>
                  </a:lnTo>
                  <a:lnTo>
                    <a:pt x="9883046" y="202262"/>
                  </a:lnTo>
                  <a:lnTo>
                    <a:pt x="9800147" y="234701"/>
                  </a:lnTo>
                  <a:lnTo>
                    <a:pt x="9723638" y="270233"/>
                  </a:lnTo>
                  <a:lnTo>
                    <a:pt x="9653031" y="309218"/>
                  </a:lnTo>
                  <a:lnTo>
                    <a:pt x="9587705" y="352068"/>
                  </a:lnTo>
                  <a:lnTo>
                    <a:pt x="9526965" y="399225"/>
                  </a:lnTo>
                  <a:lnTo>
                    <a:pt x="9470095" y="451133"/>
                  </a:lnTo>
                  <a:lnTo>
                    <a:pt x="9416392" y="508182"/>
                  </a:lnTo>
                  <a:lnTo>
                    <a:pt x="9365204" y="570626"/>
                  </a:lnTo>
                  <a:lnTo>
                    <a:pt x="9347647" y="593938"/>
                  </a:lnTo>
                  <a:lnTo>
                    <a:pt x="9307155" y="651448"/>
                  </a:lnTo>
                  <a:lnTo>
                    <a:pt x="9267604" y="712753"/>
                  </a:lnTo>
                  <a:lnTo>
                    <a:pt x="9228765" y="777929"/>
                  </a:lnTo>
                  <a:lnTo>
                    <a:pt x="9190448" y="847007"/>
                  </a:lnTo>
                  <a:lnTo>
                    <a:pt x="9152494" y="919960"/>
                  </a:lnTo>
                  <a:lnTo>
                    <a:pt x="9114780" y="996706"/>
                  </a:lnTo>
                  <a:lnTo>
                    <a:pt x="9077206" y="1077096"/>
                  </a:lnTo>
                  <a:lnTo>
                    <a:pt x="9039696" y="1160921"/>
                  </a:lnTo>
                  <a:lnTo>
                    <a:pt x="9002196" y="1247903"/>
                  </a:lnTo>
                  <a:lnTo>
                    <a:pt x="8964669" y="1337704"/>
                  </a:lnTo>
                  <a:lnTo>
                    <a:pt x="8927097" y="1429924"/>
                  </a:lnTo>
                  <a:lnTo>
                    <a:pt x="8889474" y="1524110"/>
                  </a:lnTo>
                  <a:lnTo>
                    <a:pt x="8851805" y="1619763"/>
                  </a:lnTo>
                  <a:lnTo>
                    <a:pt x="8814103" y="1716352"/>
                  </a:lnTo>
                  <a:lnTo>
                    <a:pt x="8776387" y="1813321"/>
                  </a:lnTo>
                  <a:lnTo>
                    <a:pt x="8738677" y="1910107"/>
                  </a:lnTo>
                  <a:lnTo>
                    <a:pt x="8700995" y="2006150"/>
                  </a:lnTo>
                  <a:lnTo>
                    <a:pt x="8663354" y="2100909"/>
                  </a:lnTo>
                  <a:lnTo>
                    <a:pt x="8625764" y="2193871"/>
                  </a:lnTo>
                  <a:lnTo>
                    <a:pt x="8588223" y="2284568"/>
                  </a:lnTo>
                  <a:lnTo>
                    <a:pt x="8550717" y="2372580"/>
                  </a:lnTo>
                  <a:lnTo>
                    <a:pt x="8513215" y="2457546"/>
                  </a:lnTo>
                  <a:lnTo>
                    <a:pt x="8475671" y="2539167"/>
                  </a:lnTo>
                  <a:lnTo>
                    <a:pt x="8438016" y="2617209"/>
                  </a:lnTo>
                  <a:lnTo>
                    <a:pt x="8400160" y="2691503"/>
                  </a:lnTo>
                  <a:lnTo>
                    <a:pt x="8361986" y="2761944"/>
                  </a:lnTo>
                  <a:lnTo>
                    <a:pt x="8323349" y="2828487"/>
                  </a:lnTo>
                  <a:lnTo>
                    <a:pt x="8284072" y="2891142"/>
                  </a:lnTo>
                  <a:lnTo>
                    <a:pt x="8243939" y="2949970"/>
                  </a:lnTo>
                  <a:lnTo>
                    <a:pt x="8229629" y="2969692"/>
                  </a:lnTo>
                  <a:lnTo>
                    <a:pt x="8179186" y="3034056"/>
                  </a:lnTo>
                  <a:lnTo>
                    <a:pt x="8126441" y="3092988"/>
                  </a:lnTo>
                  <a:lnTo>
                    <a:pt x="8070766" y="3146668"/>
                  </a:lnTo>
                  <a:lnTo>
                    <a:pt x="8011473" y="3195452"/>
                  </a:lnTo>
                  <a:lnTo>
                    <a:pt x="7947844" y="3239769"/>
                  </a:lnTo>
                  <a:lnTo>
                    <a:pt x="7879175" y="3280067"/>
                  </a:lnTo>
                  <a:lnTo>
                    <a:pt x="7804811" y="3316773"/>
                  </a:lnTo>
                  <a:lnTo>
                    <a:pt x="7724209" y="3350265"/>
                  </a:lnTo>
                  <a:lnTo>
                    <a:pt x="7637012" y="3380863"/>
                  </a:lnTo>
                  <a:lnTo>
                    <a:pt x="7543148" y="3408820"/>
                  </a:lnTo>
                  <a:lnTo>
                    <a:pt x="7442947" y="3434315"/>
                  </a:lnTo>
                  <a:lnTo>
                    <a:pt x="7337271" y="3457457"/>
                  </a:lnTo>
                  <a:lnTo>
                    <a:pt x="7227629" y="3478289"/>
                  </a:lnTo>
                  <a:lnTo>
                    <a:pt x="7116255" y="3496803"/>
                  </a:lnTo>
                  <a:lnTo>
                    <a:pt x="7006086" y="3512953"/>
                  </a:lnTo>
                  <a:lnTo>
                    <a:pt x="6900617" y="3526695"/>
                  </a:lnTo>
                  <a:lnTo>
                    <a:pt x="6803591" y="3538008"/>
                  </a:lnTo>
                  <a:lnTo>
                    <a:pt x="6718552" y="3546937"/>
                  </a:lnTo>
                  <a:lnTo>
                    <a:pt x="6648322" y="3553613"/>
                  </a:lnTo>
                  <a:lnTo>
                    <a:pt x="6594531" y="3558262"/>
                  </a:lnTo>
                  <a:lnTo>
                    <a:pt x="6557291" y="3561199"/>
                  </a:lnTo>
                  <a:lnTo>
                    <a:pt x="6535096" y="3562801"/>
                  </a:lnTo>
                  <a:lnTo>
                    <a:pt x="6524925" y="3563475"/>
                  </a:lnTo>
                  <a:lnTo>
                    <a:pt x="6522433" y="3563628"/>
                  </a:lnTo>
                  <a:lnTo>
                    <a:pt x="6522385" y="3563631"/>
                  </a:lnTo>
                  <a:lnTo>
                    <a:pt x="5527445" y="3563631"/>
                  </a:lnTo>
                  <a:lnTo>
                    <a:pt x="5526346" y="3563590"/>
                  </a:lnTo>
                  <a:lnTo>
                    <a:pt x="5519088" y="3563300"/>
                  </a:lnTo>
                  <a:lnTo>
                    <a:pt x="5500679" y="3562499"/>
                  </a:lnTo>
                  <a:lnTo>
                    <a:pt x="5467485" y="3560919"/>
                  </a:lnTo>
                  <a:lnTo>
                    <a:pt x="5417437" y="3558308"/>
                  </a:lnTo>
                  <a:lnTo>
                    <a:pt x="5350187" y="3554448"/>
                  </a:lnTo>
                  <a:lnTo>
                    <a:pt x="5267061" y="3549173"/>
                  </a:lnTo>
                  <a:lnTo>
                    <a:pt x="5170771" y="3542385"/>
                  </a:lnTo>
                  <a:lnTo>
                    <a:pt x="5064924" y="3534043"/>
                  </a:lnTo>
                  <a:lnTo>
                    <a:pt x="4953459" y="3524153"/>
                  </a:lnTo>
                  <a:lnTo>
                    <a:pt x="4840134" y="3512743"/>
                  </a:lnTo>
                  <a:lnTo>
                    <a:pt x="4728156" y="3499843"/>
                  </a:lnTo>
                  <a:lnTo>
                    <a:pt x="4619994" y="3485464"/>
                  </a:lnTo>
                  <a:lnTo>
                    <a:pt x="4517339" y="3469583"/>
                  </a:lnTo>
                  <a:lnTo>
                    <a:pt x="4421172" y="3452134"/>
                  </a:lnTo>
                  <a:lnTo>
                    <a:pt x="4331893" y="3433004"/>
                  </a:lnTo>
                  <a:lnTo>
                    <a:pt x="4249457" y="3412034"/>
                  </a:lnTo>
                  <a:lnTo>
                    <a:pt x="4173504" y="3389017"/>
                  </a:lnTo>
                  <a:lnTo>
                    <a:pt x="4103470" y="3363708"/>
                  </a:lnTo>
                  <a:lnTo>
                    <a:pt x="4038669" y="3335830"/>
                  </a:lnTo>
                  <a:lnTo>
                    <a:pt x="3978359" y="3305092"/>
                  </a:lnTo>
                  <a:lnTo>
                    <a:pt x="3921786" y="3271212"/>
                  </a:lnTo>
                  <a:lnTo>
                    <a:pt x="3868224" y="3233962"/>
                  </a:lnTo>
                  <a:lnTo>
                    <a:pt x="3820202" y="3195913"/>
                  </a:lnTo>
                  <a:lnTo>
                    <a:pt x="3772045" y="3153199"/>
                  </a:lnTo>
                  <a:lnTo>
                    <a:pt x="3725162" y="3107132"/>
                  </a:lnTo>
                  <a:lnTo>
                    <a:pt x="3679181" y="3057645"/>
                  </a:lnTo>
                  <a:lnTo>
                    <a:pt x="3633809" y="3004733"/>
                  </a:lnTo>
                  <a:lnTo>
                    <a:pt x="3588816" y="2948466"/>
                  </a:lnTo>
                  <a:lnTo>
                    <a:pt x="3544028" y="2888987"/>
                  </a:lnTo>
                  <a:lnTo>
                    <a:pt x="3499318" y="2826522"/>
                  </a:lnTo>
                  <a:lnTo>
                    <a:pt x="3454602" y="2761376"/>
                  </a:lnTo>
                  <a:lnTo>
                    <a:pt x="3409833" y="2693936"/>
                  </a:lnTo>
                  <a:lnTo>
                    <a:pt x="3364992" y="2624655"/>
                  </a:lnTo>
                  <a:lnTo>
                    <a:pt x="3320085" y="2554048"/>
                  </a:lnTo>
                  <a:lnTo>
                    <a:pt x="3275134" y="2482673"/>
                  </a:lnTo>
                  <a:lnTo>
                    <a:pt x="3230172" y="2411114"/>
                  </a:lnTo>
                  <a:lnTo>
                    <a:pt x="3185234" y="2339963"/>
                  </a:lnTo>
                  <a:lnTo>
                    <a:pt x="3140350" y="2269796"/>
                  </a:lnTo>
                  <a:lnTo>
                    <a:pt x="3095537" y="2201157"/>
                  </a:lnTo>
                  <a:lnTo>
                    <a:pt x="3050792" y="2134538"/>
                  </a:lnTo>
                  <a:lnTo>
                    <a:pt x="3006086" y="2070370"/>
                  </a:lnTo>
                  <a:lnTo>
                    <a:pt x="2961358" y="2009007"/>
                  </a:lnTo>
                  <a:lnTo>
                    <a:pt x="2916510" y="1950726"/>
                  </a:lnTo>
                  <a:lnTo>
                    <a:pt x="2871396" y="1895720"/>
                  </a:lnTo>
                  <a:lnTo>
                    <a:pt x="2825823" y="1844106"/>
                  </a:lnTo>
                  <a:lnTo>
                    <a:pt x="2779538" y="1795921"/>
                  </a:lnTo>
                  <a:lnTo>
                    <a:pt x="2732219" y="1751139"/>
                  </a:lnTo>
                  <a:lnTo>
                    <a:pt x="2702183" y="1725042"/>
                  </a:lnTo>
                  <a:lnTo>
                    <a:pt x="2650846" y="1684530"/>
                  </a:lnTo>
                  <a:lnTo>
                    <a:pt x="2597114" y="1647499"/>
                  </a:lnTo>
                  <a:lnTo>
                    <a:pt x="2540325" y="1613825"/>
                  </a:lnTo>
                  <a:lnTo>
                    <a:pt x="2479753" y="1583277"/>
                  </a:lnTo>
                  <a:lnTo>
                    <a:pt x="2414643" y="1555570"/>
                  </a:lnTo>
                  <a:lnTo>
                    <a:pt x="2344254" y="1530414"/>
                  </a:lnTo>
                  <a:lnTo>
                    <a:pt x="2267905" y="1507534"/>
                  </a:lnTo>
                  <a:lnTo>
                    <a:pt x="2185043" y="1486686"/>
                  </a:lnTo>
                  <a:lnTo>
                    <a:pt x="2095326" y="1467667"/>
                  </a:lnTo>
                  <a:lnTo>
                    <a:pt x="1998731" y="1450320"/>
                  </a:lnTo>
                  <a:lnTo>
                    <a:pt x="1895691" y="1434536"/>
                  </a:lnTo>
                  <a:lnTo>
                    <a:pt x="1787230" y="1420251"/>
                  </a:lnTo>
                  <a:lnTo>
                    <a:pt x="1675085" y="1407445"/>
                  </a:lnTo>
                  <a:lnTo>
                    <a:pt x="1561775" y="1396130"/>
                  </a:lnTo>
                  <a:lnTo>
                    <a:pt x="1450550" y="1386337"/>
                  </a:lnTo>
                  <a:lnTo>
                    <a:pt x="1345192" y="1378094"/>
                  </a:lnTo>
                  <a:lnTo>
                    <a:pt x="1249635" y="1371403"/>
                  </a:lnTo>
                  <a:lnTo>
                    <a:pt x="1167447" y="1366222"/>
                  </a:lnTo>
                  <a:lnTo>
                    <a:pt x="1101264" y="1362446"/>
                  </a:lnTo>
                  <a:lnTo>
                    <a:pt x="1052312" y="1359907"/>
                  </a:lnTo>
                  <a:lnTo>
                    <a:pt x="1020132" y="1358385"/>
                  </a:lnTo>
                  <a:lnTo>
                    <a:pt x="1002552" y="1357624"/>
                  </a:lnTo>
                  <a:lnTo>
                    <a:pt x="995846" y="1357357"/>
                  </a:lnTo>
                  <a:lnTo>
                    <a:pt x="994940" y="1357324"/>
                  </a:lnTo>
                  <a:lnTo>
                    <a:pt x="0" y="1357324"/>
                  </a:lnTo>
                  <a:lnTo>
                    <a:pt x="0" y="13573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2" name="pg641"/>
            <p:cNvSpPr/>
            <p:nvPr/>
          </p:nvSpPr>
          <p:spPr>
            <a:xfrm>
              <a:off x="1199187" y="2499617"/>
              <a:ext cx="12049831" cy="3207268"/>
            </a:xfrm>
            <a:custGeom>
              <a:avLst/>
              <a:pathLst>
                <a:path w="12049831" h="3207268">
                  <a:moveTo>
                    <a:pt x="0" y="995720"/>
                  </a:moveTo>
                  <a:lnTo>
                    <a:pt x="994940" y="995720"/>
                  </a:lnTo>
                  <a:lnTo>
                    <a:pt x="996039" y="995761"/>
                  </a:lnTo>
                  <a:lnTo>
                    <a:pt x="1003295" y="996051"/>
                  </a:lnTo>
                  <a:lnTo>
                    <a:pt x="1021702" y="996854"/>
                  </a:lnTo>
                  <a:lnTo>
                    <a:pt x="1054892" y="998437"/>
                  </a:lnTo>
                  <a:lnTo>
                    <a:pt x="1104933" y="1001054"/>
                  </a:lnTo>
                  <a:lnTo>
                    <a:pt x="1172175" y="1004923"/>
                  </a:lnTo>
                  <a:lnTo>
                    <a:pt x="1255291" y="1010210"/>
                  </a:lnTo>
                  <a:lnTo>
                    <a:pt x="1351571" y="1017013"/>
                  </a:lnTo>
                  <a:lnTo>
                    <a:pt x="1457409" y="1025374"/>
                  </a:lnTo>
                  <a:lnTo>
                    <a:pt x="1568866" y="1035286"/>
                  </a:lnTo>
                  <a:lnTo>
                    <a:pt x="1682186" y="1046722"/>
                  </a:lnTo>
                  <a:lnTo>
                    <a:pt x="1794159" y="1059651"/>
                  </a:lnTo>
                  <a:lnTo>
                    <a:pt x="1902319" y="1074062"/>
                  </a:lnTo>
                  <a:lnTo>
                    <a:pt x="2004973" y="1089979"/>
                  </a:lnTo>
                  <a:lnTo>
                    <a:pt x="2101139" y="1107467"/>
                  </a:lnTo>
                  <a:lnTo>
                    <a:pt x="2190419" y="1126640"/>
                  </a:lnTo>
                  <a:lnTo>
                    <a:pt x="2272857" y="1147657"/>
                  </a:lnTo>
                  <a:lnTo>
                    <a:pt x="2348812" y="1170725"/>
                  </a:lnTo>
                  <a:lnTo>
                    <a:pt x="2418848" y="1196091"/>
                  </a:lnTo>
                  <a:lnTo>
                    <a:pt x="2483650" y="1224030"/>
                  </a:lnTo>
                  <a:lnTo>
                    <a:pt x="2543961" y="1254837"/>
                  </a:lnTo>
                  <a:lnTo>
                    <a:pt x="2600536" y="1288792"/>
                  </a:lnTo>
                  <a:lnTo>
                    <a:pt x="2654098" y="1326124"/>
                  </a:lnTo>
                  <a:lnTo>
                    <a:pt x="2702183" y="1364311"/>
                  </a:lnTo>
                  <a:lnTo>
                    <a:pt x="2750304" y="1407093"/>
                  </a:lnTo>
                  <a:lnTo>
                    <a:pt x="2797154" y="1453231"/>
                  </a:lnTo>
                  <a:lnTo>
                    <a:pt x="2843101" y="1502792"/>
                  </a:lnTo>
                  <a:lnTo>
                    <a:pt x="2888440" y="1555780"/>
                  </a:lnTo>
                  <a:lnTo>
                    <a:pt x="2933400" y="1612128"/>
                  </a:lnTo>
                  <a:lnTo>
                    <a:pt x="2978156" y="1671690"/>
                  </a:lnTo>
                  <a:lnTo>
                    <a:pt x="3022832" y="1734243"/>
                  </a:lnTo>
                  <a:lnTo>
                    <a:pt x="3067513" y="1799480"/>
                  </a:lnTo>
                  <a:lnTo>
                    <a:pt x="3112249" y="1867016"/>
                  </a:lnTo>
                  <a:lnTo>
                    <a:pt x="3157055" y="1936398"/>
                  </a:lnTo>
                  <a:lnTo>
                    <a:pt x="3201929" y="2007112"/>
                  </a:lnTo>
                  <a:lnTo>
                    <a:pt x="3246845" y="2078598"/>
                  </a:lnTo>
                  <a:lnTo>
                    <a:pt x="3291773" y="2150274"/>
                  </a:lnTo>
                  <a:lnTo>
                    <a:pt x="3336678" y="2221547"/>
                  </a:lnTo>
                  <a:lnTo>
                    <a:pt x="3381529" y="2291842"/>
                  </a:lnTo>
                  <a:lnTo>
                    <a:pt x="3426309" y="2360613"/>
                  </a:lnTo>
                  <a:lnTo>
                    <a:pt x="3471021" y="2427368"/>
                  </a:lnTo>
                  <a:lnTo>
                    <a:pt x="3515694" y="2491675"/>
                  </a:lnTo>
                  <a:lnTo>
                    <a:pt x="3560387" y="2553179"/>
                  </a:lnTo>
                  <a:lnTo>
                    <a:pt x="3605199" y="2611601"/>
                  </a:lnTo>
                  <a:lnTo>
                    <a:pt x="3650274" y="2666747"/>
                  </a:lnTo>
                  <a:lnTo>
                    <a:pt x="3695803" y="2718501"/>
                  </a:lnTo>
                  <a:lnTo>
                    <a:pt x="3742039" y="2766822"/>
                  </a:lnTo>
                  <a:lnTo>
                    <a:pt x="3789300" y="2811736"/>
                  </a:lnTo>
                  <a:lnTo>
                    <a:pt x="3820202" y="2838676"/>
                  </a:lnTo>
                  <a:lnTo>
                    <a:pt x="3871537" y="2879282"/>
                  </a:lnTo>
                  <a:lnTo>
                    <a:pt x="3925266" y="2916400"/>
                  </a:lnTo>
                  <a:lnTo>
                    <a:pt x="3982050" y="2950152"/>
                  </a:lnTo>
                  <a:lnTo>
                    <a:pt x="4042619" y="2980772"/>
                  </a:lnTo>
                  <a:lnTo>
                    <a:pt x="4107724" y="3008543"/>
                  </a:lnTo>
                  <a:lnTo>
                    <a:pt x="4178108" y="3033758"/>
                  </a:lnTo>
                  <a:lnTo>
                    <a:pt x="4254451" y="3056692"/>
                  </a:lnTo>
                  <a:lnTo>
                    <a:pt x="4337305" y="3077590"/>
                  </a:lnTo>
                  <a:lnTo>
                    <a:pt x="4427015" y="3096653"/>
                  </a:lnTo>
                  <a:lnTo>
                    <a:pt x="4523601" y="3114041"/>
                  </a:lnTo>
                  <a:lnTo>
                    <a:pt x="4626632" y="3129863"/>
                  </a:lnTo>
                  <a:lnTo>
                    <a:pt x="4735085" y="3144182"/>
                  </a:lnTo>
                  <a:lnTo>
                    <a:pt x="4847222" y="3157019"/>
                  </a:lnTo>
                  <a:lnTo>
                    <a:pt x="4960527" y="3168361"/>
                  </a:lnTo>
                  <a:lnTo>
                    <a:pt x="5071749" y="3178178"/>
                  </a:lnTo>
                  <a:lnTo>
                    <a:pt x="5177107" y="3186442"/>
                  </a:lnTo>
                  <a:lnTo>
                    <a:pt x="5272669" y="3193149"/>
                  </a:lnTo>
                  <a:lnTo>
                    <a:pt x="5354867" y="3198344"/>
                  </a:lnTo>
                  <a:lnTo>
                    <a:pt x="5421064" y="3202130"/>
                  </a:lnTo>
                  <a:lnTo>
                    <a:pt x="5470031" y="3204676"/>
                  </a:lnTo>
                  <a:lnTo>
                    <a:pt x="5502226" y="3206203"/>
                  </a:lnTo>
                  <a:lnTo>
                    <a:pt x="5519819" y="3206966"/>
                  </a:lnTo>
                  <a:lnTo>
                    <a:pt x="5526536" y="3207234"/>
                  </a:lnTo>
                  <a:lnTo>
                    <a:pt x="5527445" y="3207268"/>
                  </a:lnTo>
                  <a:lnTo>
                    <a:pt x="6522385" y="3207268"/>
                  </a:lnTo>
                  <a:lnTo>
                    <a:pt x="6523446" y="3207211"/>
                  </a:lnTo>
                  <a:lnTo>
                    <a:pt x="6530457" y="3206805"/>
                  </a:lnTo>
                  <a:lnTo>
                    <a:pt x="6548257" y="3205683"/>
                  </a:lnTo>
                  <a:lnTo>
                    <a:pt x="6580394" y="3203473"/>
                  </a:lnTo>
                  <a:lnTo>
                    <a:pt x="6628930" y="3199817"/>
                  </a:lnTo>
                  <a:lnTo>
                    <a:pt x="6694292" y="3194406"/>
                  </a:lnTo>
                  <a:lnTo>
                    <a:pt x="6775298" y="3187005"/>
                  </a:lnTo>
                  <a:lnTo>
                    <a:pt x="6869421" y="3177468"/>
                  </a:lnTo>
                  <a:lnTo>
                    <a:pt x="6973233" y="3165731"/>
                  </a:lnTo>
                  <a:lnTo>
                    <a:pt x="7082941" y="3151797"/>
                  </a:lnTo>
                  <a:lnTo>
                    <a:pt x="7194879" y="3135705"/>
                  </a:lnTo>
                  <a:lnTo>
                    <a:pt x="7305870" y="3117496"/>
                  </a:lnTo>
                  <a:lnTo>
                    <a:pt x="7413432" y="3097193"/>
                  </a:lnTo>
                  <a:lnTo>
                    <a:pt x="7515823" y="3074770"/>
                  </a:lnTo>
                  <a:lnTo>
                    <a:pt x="7611994" y="3050145"/>
                  </a:lnTo>
                  <a:lnTo>
                    <a:pt x="7701474" y="3023172"/>
                  </a:lnTo>
                  <a:lnTo>
                    <a:pt x="7784236" y="2993640"/>
                  </a:lnTo>
                  <a:lnTo>
                    <a:pt x="7860579" y="2961272"/>
                  </a:lnTo>
                  <a:lnTo>
                    <a:pt x="7931011" y="2925734"/>
                  </a:lnTo>
                  <a:lnTo>
                    <a:pt x="7996175" y="2886649"/>
                  </a:lnTo>
                  <a:lnTo>
                    <a:pt x="8056780" y="2843608"/>
                  </a:lnTo>
                  <a:lnTo>
                    <a:pt x="8113555" y="2796212"/>
                  </a:lnTo>
                  <a:lnTo>
                    <a:pt x="8167208" y="2744113"/>
                  </a:lnTo>
                  <a:lnTo>
                    <a:pt x="8218396" y="2687100"/>
                  </a:lnTo>
                  <a:lnTo>
                    <a:pt x="8229629" y="2673596"/>
                  </a:lnTo>
                  <a:lnTo>
                    <a:pt x="8271874" y="2619579"/>
                  </a:lnTo>
                  <a:lnTo>
                    <a:pt x="8313103" y="2561843"/>
                  </a:lnTo>
                  <a:lnTo>
                    <a:pt x="8353577" y="2500311"/>
                  </a:lnTo>
                  <a:lnTo>
                    <a:pt x="8393507" y="2434961"/>
                  </a:lnTo>
                  <a:lnTo>
                    <a:pt x="8433066" y="2365827"/>
                  </a:lnTo>
                  <a:lnTo>
                    <a:pt x="8472390" y="2293007"/>
                  </a:lnTo>
                  <a:lnTo>
                    <a:pt x="8511586" y="2216667"/>
                  </a:lnTo>
                  <a:lnTo>
                    <a:pt x="8550732" y="2137041"/>
                  </a:lnTo>
                  <a:lnTo>
                    <a:pt x="8589884" y="2054434"/>
                  </a:lnTo>
                  <a:lnTo>
                    <a:pt x="8629074" y="1969215"/>
                  </a:lnTo>
                  <a:lnTo>
                    <a:pt x="8668318" y="1881817"/>
                  </a:lnTo>
                  <a:lnTo>
                    <a:pt x="8707616" y="1792725"/>
                  </a:lnTo>
                  <a:lnTo>
                    <a:pt x="8746958" y="1702467"/>
                  </a:lnTo>
                  <a:lnTo>
                    <a:pt x="8786324" y="1611601"/>
                  </a:lnTo>
                  <a:lnTo>
                    <a:pt x="8825692" y="1520702"/>
                  </a:lnTo>
                  <a:lnTo>
                    <a:pt x="8865038" y="1430343"/>
                  </a:lnTo>
                  <a:lnTo>
                    <a:pt x="8904342" y="1341086"/>
                  </a:lnTo>
                  <a:lnTo>
                    <a:pt x="8943592" y="1253462"/>
                  </a:lnTo>
                  <a:lnTo>
                    <a:pt x="8982788" y="1167964"/>
                  </a:lnTo>
                  <a:lnTo>
                    <a:pt x="9021943" y="1085029"/>
                  </a:lnTo>
                  <a:lnTo>
                    <a:pt x="9061087" y="1005036"/>
                  </a:lnTo>
                  <a:lnTo>
                    <a:pt x="9100273" y="928296"/>
                  </a:lnTo>
                  <a:lnTo>
                    <a:pt x="9139578" y="855053"/>
                  </a:lnTo>
                  <a:lnTo>
                    <a:pt x="9179102" y="785479"/>
                  </a:lnTo>
                  <a:lnTo>
                    <a:pt x="9218981" y="719681"/>
                  </a:lnTo>
                  <a:lnTo>
                    <a:pt x="9259381" y="657701"/>
                  </a:lnTo>
                  <a:lnTo>
                    <a:pt x="9300509" y="599521"/>
                  </a:lnTo>
                  <a:lnTo>
                    <a:pt x="9342619" y="545072"/>
                  </a:lnTo>
                  <a:lnTo>
                    <a:pt x="9347647" y="538911"/>
                  </a:lnTo>
                  <a:lnTo>
                    <a:pt x="9398361" y="480787"/>
                  </a:lnTo>
                  <a:lnTo>
                    <a:pt x="9451406" y="427594"/>
                  </a:lnTo>
                  <a:lnTo>
                    <a:pt x="9507418" y="379167"/>
                  </a:lnTo>
                  <a:lnTo>
                    <a:pt x="9567098" y="335181"/>
                  </a:lnTo>
                  <a:lnTo>
                    <a:pt x="9631173" y="295241"/>
                  </a:lnTo>
                  <a:lnTo>
                    <a:pt x="9700362" y="258940"/>
                  </a:lnTo>
                  <a:lnTo>
                    <a:pt x="9775324" y="225890"/>
                  </a:lnTo>
                  <a:lnTo>
                    <a:pt x="9856608" y="195746"/>
                  </a:lnTo>
                  <a:lnTo>
                    <a:pt x="9944565" y="168219"/>
                  </a:lnTo>
                  <a:lnTo>
                    <a:pt x="10039255" y="143081"/>
                  </a:lnTo>
                  <a:lnTo>
                    <a:pt x="10140316" y="120172"/>
                  </a:lnTo>
                  <a:lnTo>
                    <a:pt x="10246840" y="99396"/>
                  </a:lnTo>
                  <a:lnTo>
                    <a:pt x="10357250" y="80716"/>
                  </a:lnTo>
                  <a:lnTo>
                    <a:pt x="10469229" y="64144"/>
                  </a:lnTo>
                  <a:lnTo>
                    <a:pt x="10579745" y="49720"/>
                  </a:lnTo>
                  <a:lnTo>
                    <a:pt x="10685216" y="37487"/>
                  </a:lnTo>
                  <a:lnTo>
                    <a:pt x="10781839" y="27458"/>
                  </a:lnTo>
                  <a:lnTo>
                    <a:pt x="10866056" y="19586"/>
                  </a:lnTo>
                  <a:lnTo>
                    <a:pt x="10935093" y="13745"/>
                  </a:lnTo>
                  <a:lnTo>
                    <a:pt x="10987436" y="9719"/>
                  </a:lnTo>
                  <a:lnTo>
                    <a:pt x="11023139" y="7213"/>
                  </a:lnTo>
                  <a:lnTo>
                    <a:pt x="11043904" y="5880"/>
                  </a:lnTo>
                  <a:lnTo>
                    <a:pt x="11052963" y="534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30" y="57"/>
                  </a:lnTo>
                  <a:lnTo>
                    <a:pt x="11046819" y="462"/>
                  </a:lnTo>
                  <a:lnTo>
                    <a:pt x="11029019" y="1584"/>
                  </a:lnTo>
                  <a:lnTo>
                    <a:pt x="10996883" y="3794"/>
                  </a:lnTo>
                  <a:lnTo>
                    <a:pt x="10948346" y="7450"/>
                  </a:lnTo>
                  <a:lnTo>
                    <a:pt x="10882985" y="12861"/>
                  </a:lnTo>
                  <a:lnTo>
                    <a:pt x="10801978" y="20262"/>
                  </a:lnTo>
                  <a:lnTo>
                    <a:pt x="10707855" y="29799"/>
                  </a:lnTo>
                  <a:lnTo>
                    <a:pt x="10604043" y="41536"/>
                  </a:lnTo>
                  <a:lnTo>
                    <a:pt x="10494335" y="55470"/>
                  </a:lnTo>
                  <a:lnTo>
                    <a:pt x="10382398" y="71563"/>
                  </a:lnTo>
                  <a:lnTo>
                    <a:pt x="10271406" y="89771"/>
                  </a:lnTo>
                  <a:lnTo>
                    <a:pt x="10163845" y="110074"/>
                  </a:lnTo>
                  <a:lnTo>
                    <a:pt x="10061454" y="132498"/>
                  </a:lnTo>
                  <a:lnTo>
                    <a:pt x="9965283" y="157122"/>
                  </a:lnTo>
                  <a:lnTo>
                    <a:pt x="9875803" y="184095"/>
                  </a:lnTo>
                  <a:lnTo>
                    <a:pt x="9793040" y="213627"/>
                  </a:lnTo>
                  <a:lnTo>
                    <a:pt x="9716698" y="245995"/>
                  </a:lnTo>
                  <a:lnTo>
                    <a:pt x="9646265" y="281533"/>
                  </a:lnTo>
                  <a:lnTo>
                    <a:pt x="9581101" y="320618"/>
                  </a:lnTo>
                  <a:lnTo>
                    <a:pt x="9520496" y="363659"/>
                  </a:lnTo>
                  <a:lnTo>
                    <a:pt x="9463722" y="411055"/>
                  </a:lnTo>
                  <a:lnTo>
                    <a:pt x="9410068" y="463154"/>
                  </a:lnTo>
                  <a:lnTo>
                    <a:pt x="9358881" y="520167"/>
                  </a:lnTo>
                  <a:lnTo>
                    <a:pt x="9347647" y="533671"/>
                  </a:lnTo>
                  <a:lnTo>
                    <a:pt x="9305403" y="587688"/>
                  </a:lnTo>
                  <a:lnTo>
                    <a:pt x="9264173" y="645425"/>
                  </a:lnTo>
                  <a:lnTo>
                    <a:pt x="9223699" y="706956"/>
                  </a:lnTo>
                  <a:lnTo>
                    <a:pt x="9183769" y="772306"/>
                  </a:lnTo>
                  <a:lnTo>
                    <a:pt x="9144210" y="841440"/>
                  </a:lnTo>
                  <a:lnTo>
                    <a:pt x="9104886" y="914260"/>
                  </a:lnTo>
                  <a:lnTo>
                    <a:pt x="9065690" y="990600"/>
                  </a:lnTo>
                  <a:lnTo>
                    <a:pt x="9026544" y="1070226"/>
                  </a:lnTo>
                  <a:lnTo>
                    <a:pt x="8987393" y="1152833"/>
                  </a:lnTo>
                  <a:lnTo>
                    <a:pt x="8948203" y="1238052"/>
                  </a:lnTo>
                  <a:lnTo>
                    <a:pt x="8908959" y="1325450"/>
                  </a:lnTo>
                  <a:lnTo>
                    <a:pt x="8869660" y="1414542"/>
                  </a:lnTo>
                  <a:lnTo>
                    <a:pt x="8830319" y="1504800"/>
                  </a:lnTo>
                  <a:lnTo>
                    <a:pt x="8790952" y="1595666"/>
                  </a:lnTo>
                  <a:lnTo>
                    <a:pt x="8751585" y="1686566"/>
                  </a:lnTo>
                  <a:lnTo>
                    <a:pt x="8712239" y="1776924"/>
                  </a:lnTo>
                  <a:lnTo>
                    <a:pt x="8672935" y="1866182"/>
                  </a:lnTo>
                  <a:lnTo>
                    <a:pt x="8633684" y="1953805"/>
                  </a:lnTo>
                  <a:lnTo>
                    <a:pt x="8594488" y="2039303"/>
                  </a:lnTo>
                  <a:lnTo>
                    <a:pt x="8555334" y="2122238"/>
                  </a:lnTo>
                  <a:lnTo>
                    <a:pt x="8516189" y="2202231"/>
                  </a:lnTo>
                  <a:lnTo>
                    <a:pt x="8477003" y="2278971"/>
                  </a:lnTo>
                  <a:lnTo>
                    <a:pt x="8437699" y="2352214"/>
                  </a:lnTo>
                  <a:lnTo>
                    <a:pt x="8398174" y="2421788"/>
                  </a:lnTo>
                  <a:lnTo>
                    <a:pt x="8358296" y="2487586"/>
                  </a:lnTo>
                  <a:lnTo>
                    <a:pt x="8317896" y="2549566"/>
                  </a:lnTo>
                  <a:lnTo>
                    <a:pt x="8276768" y="2607746"/>
                  </a:lnTo>
                  <a:lnTo>
                    <a:pt x="8234658" y="2662195"/>
                  </a:lnTo>
                  <a:lnTo>
                    <a:pt x="8229629" y="2668356"/>
                  </a:lnTo>
                  <a:lnTo>
                    <a:pt x="8178915" y="2726480"/>
                  </a:lnTo>
                  <a:lnTo>
                    <a:pt x="8125871" y="2779673"/>
                  </a:lnTo>
                  <a:lnTo>
                    <a:pt x="8069859" y="2828100"/>
                  </a:lnTo>
                  <a:lnTo>
                    <a:pt x="8010179" y="2872086"/>
                  </a:lnTo>
                  <a:lnTo>
                    <a:pt x="7946103" y="2912026"/>
                  </a:lnTo>
                  <a:lnTo>
                    <a:pt x="7876915" y="2948327"/>
                  </a:lnTo>
                  <a:lnTo>
                    <a:pt x="7801952" y="2981377"/>
                  </a:lnTo>
                  <a:lnTo>
                    <a:pt x="7720669" y="3011521"/>
                  </a:lnTo>
                  <a:lnTo>
                    <a:pt x="7632711" y="3039048"/>
                  </a:lnTo>
                  <a:lnTo>
                    <a:pt x="7538022" y="3064186"/>
                  </a:lnTo>
                  <a:lnTo>
                    <a:pt x="7436961" y="3087095"/>
                  </a:lnTo>
                  <a:lnTo>
                    <a:pt x="7330437" y="3107871"/>
                  </a:lnTo>
                  <a:lnTo>
                    <a:pt x="7220027" y="3126551"/>
                  </a:lnTo>
                  <a:lnTo>
                    <a:pt x="7108048" y="3143123"/>
                  </a:lnTo>
                  <a:lnTo>
                    <a:pt x="6997532" y="3157547"/>
                  </a:lnTo>
                  <a:lnTo>
                    <a:pt x="6892060" y="3169780"/>
                  </a:lnTo>
                  <a:lnTo>
                    <a:pt x="6795438" y="3179809"/>
                  </a:lnTo>
                  <a:lnTo>
                    <a:pt x="6711221" y="3187681"/>
                  </a:lnTo>
                  <a:lnTo>
                    <a:pt x="6642183" y="3193522"/>
                  </a:lnTo>
                  <a:lnTo>
                    <a:pt x="6589840" y="3197548"/>
                  </a:lnTo>
                  <a:lnTo>
                    <a:pt x="6554138" y="3200054"/>
                  </a:lnTo>
                  <a:lnTo>
                    <a:pt x="6533373" y="3201387"/>
                  </a:lnTo>
                  <a:lnTo>
                    <a:pt x="6524314" y="3201922"/>
                  </a:lnTo>
                  <a:lnTo>
                    <a:pt x="6522385" y="3202027"/>
                  </a:lnTo>
                  <a:lnTo>
                    <a:pt x="5527445" y="3202027"/>
                  </a:lnTo>
                  <a:lnTo>
                    <a:pt x="5526346" y="3201986"/>
                  </a:lnTo>
                  <a:lnTo>
                    <a:pt x="5519090" y="3201695"/>
                  </a:lnTo>
                  <a:lnTo>
                    <a:pt x="5500683" y="3200892"/>
                  </a:lnTo>
                  <a:lnTo>
                    <a:pt x="5467493" y="3199310"/>
                  </a:lnTo>
                  <a:lnTo>
                    <a:pt x="5417452" y="3196693"/>
                  </a:lnTo>
                  <a:lnTo>
                    <a:pt x="5350210" y="3192823"/>
                  </a:lnTo>
                  <a:lnTo>
                    <a:pt x="5267094" y="3187537"/>
                  </a:lnTo>
                  <a:lnTo>
                    <a:pt x="5170814" y="3180734"/>
                  </a:lnTo>
                  <a:lnTo>
                    <a:pt x="5064976" y="3172373"/>
                  </a:lnTo>
                  <a:lnTo>
                    <a:pt x="4953519" y="3162461"/>
                  </a:lnTo>
                  <a:lnTo>
                    <a:pt x="4840199" y="3151025"/>
                  </a:lnTo>
                  <a:lnTo>
                    <a:pt x="4728226" y="3138096"/>
                  </a:lnTo>
                  <a:lnTo>
                    <a:pt x="4620066" y="3123685"/>
                  </a:lnTo>
                  <a:lnTo>
                    <a:pt x="4517412" y="3107768"/>
                  </a:lnTo>
                  <a:lnTo>
                    <a:pt x="4421246" y="3090280"/>
                  </a:lnTo>
                  <a:lnTo>
                    <a:pt x="4331966" y="3071107"/>
                  </a:lnTo>
                  <a:lnTo>
                    <a:pt x="4249528" y="3050090"/>
                  </a:lnTo>
                  <a:lnTo>
                    <a:pt x="4173573" y="3027022"/>
                  </a:lnTo>
                  <a:lnTo>
                    <a:pt x="4103537" y="3001656"/>
                  </a:lnTo>
                  <a:lnTo>
                    <a:pt x="4038735" y="2973717"/>
                  </a:lnTo>
                  <a:lnTo>
                    <a:pt x="3978424" y="2942910"/>
                  </a:lnTo>
                  <a:lnTo>
                    <a:pt x="3921849" y="2908955"/>
                  </a:lnTo>
                  <a:lnTo>
                    <a:pt x="3868287" y="2871623"/>
                  </a:lnTo>
                  <a:lnTo>
                    <a:pt x="3820202" y="2833436"/>
                  </a:lnTo>
                  <a:lnTo>
                    <a:pt x="3772081" y="2790654"/>
                  </a:lnTo>
                  <a:lnTo>
                    <a:pt x="3725231" y="2744516"/>
                  </a:lnTo>
                  <a:lnTo>
                    <a:pt x="3679284" y="2694955"/>
                  </a:lnTo>
                  <a:lnTo>
                    <a:pt x="3633945" y="2641967"/>
                  </a:lnTo>
                  <a:lnTo>
                    <a:pt x="3588985" y="2585619"/>
                  </a:lnTo>
                  <a:lnTo>
                    <a:pt x="3544229" y="2526057"/>
                  </a:lnTo>
                  <a:lnTo>
                    <a:pt x="3499553" y="2463504"/>
                  </a:lnTo>
                  <a:lnTo>
                    <a:pt x="3454872" y="2398267"/>
                  </a:lnTo>
                  <a:lnTo>
                    <a:pt x="3410136" y="2330731"/>
                  </a:lnTo>
                  <a:lnTo>
                    <a:pt x="3365329" y="2261349"/>
                  </a:lnTo>
                  <a:lnTo>
                    <a:pt x="3320456" y="2190635"/>
                  </a:lnTo>
                  <a:lnTo>
                    <a:pt x="3275540" y="2119149"/>
                  </a:lnTo>
                  <a:lnTo>
                    <a:pt x="3230612" y="2047473"/>
                  </a:lnTo>
                  <a:lnTo>
                    <a:pt x="3185707" y="1976200"/>
                  </a:lnTo>
                  <a:lnTo>
                    <a:pt x="3140856" y="1905905"/>
                  </a:lnTo>
                  <a:lnTo>
                    <a:pt x="3096076" y="1837133"/>
                  </a:lnTo>
                  <a:lnTo>
                    <a:pt x="3051364" y="1770379"/>
                  </a:lnTo>
                  <a:lnTo>
                    <a:pt x="3006691" y="1706072"/>
                  </a:lnTo>
                  <a:lnTo>
                    <a:pt x="2961998" y="1644568"/>
                  </a:lnTo>
                  <a:lnTo>
                    <a:pt x="2917186" y="1586146"/>
                  </a:lnTo>
                  <a:lnTo>
                    <a:pt x="2872111" y="1531000"/>
                  </a:lnTo>
                  <a:lnTo>
                    <a:pt x="2826582" y="1479246"/>
                  </a:lnTo>
                  <a:lnTo>
                    <a:pt x="2780346" y="1430925"/>
                  </a:lnTo>
                  <a:lnTo>
                    <a:pt x="2733085" y="1386011"/>
                  </a:lnTo>
                  <a:lnTo>
                    <a:pt x="2702183" y="1359071"/>
                  </a:lnTo>
                  <a:lnTo>
                    <a:pt x="2650848" y="1318465"/>
                  </a:lnTo>
                  <a:lnTo>
                    <a:pt x="2597119" y="1281347"/>
                  </a:lnTo>
                  <a:lnTo>
                    <a:pt x="2540335" y="1247595"/>
                  </a:lnTo>
                  <a:lnTo>
                    <a:pt x="2479766" y="1216975"/>
                  </a:lnTo>
                  <a:lnTo>
                    <a:pt x="2414661" y="1189204"/>
                  </a:lnTo>
                  <a:lnTo>
                    <a:pt x="2344277" y="1163989"/>
                  </a:lnTo>
                  <a:lnTo>
                    <a:pt x="2267934" y="1141055"/>
                  </a:lnTo>
                  <a:lnTo>
                    <a:pt x="2185080" y="1120157"/>
                  </a:lnTo>
                  <a:lnTo>
                    <a:pt x="2095370" y="1101093"/>
                  </a:lnTo>
                  <a:lnTo>
                    <a:pt x="1998784" y="1083706"/>
                  </a:lnTo>
                  <a:lnTo>
                    <a:pt x="1895753" y="1067884"/>
                  </a:lnTo>
                  <a:lnTo>
                    <a:pt x="1787300" y="1053565"/>
                  </a:lnTo>
                  <a:lnTo>
                    <a:pt x="1675163" y="1040728"/>
                  </a:lnTo>
                  <a:lnTo>
                    <a:pt x="1561858" y="1029386"/>
                  </a:lnTo>
                  <a:lnTo>
                    <a:pt x="1450636" y="1019569"/>
                  </a:lnTo>
                  <a:lnTo>
                    <a:pt x="1345278" y="1011305"/>
                  </a:lnTo>
                  <a:lnTo>
                    <a:pt x="1249716" y="1004597"/>
                  </a:lnTo>
                  <a:lnTo>
                    <a:pt x="1167518" y="999403"/>
                  </a:lnTo>
                  <a:lnTo>
                    <a:pt x="1101321" y="995617"/>
                  </a:lnTo>
                  <a:lnTo>
                    <a:pt x="1052354" y="993071"/>
                  </a:lnTo>
                  <a:lnTo>
                    <a:pt x="1020159" y="991544"/>
                  </a:lnTo>
                  <a:lnTo>
                    <a:pt x="1002566" y="990781"/>
                  </a:lnTo>
                  <a:lnTo>
                    <a:pt x="995849" y="990513"/>
                  </a:lnTo>
                  <a:lnTo>
                    <a:pt x="994940" y="990479"/>
                  </a:lnTo>
                  <a:lnTo>
                    <a:pt x="0" y="990479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43" name="pl642"/>
            <p:cNvSpPr/>
            <p:nvPr/>
          </p:nvSpPr>
          <p:spPr>
            <a:xfrm>
              <a:off x="1199187" y="2504858"/>
              <a:ext cx="12049831" cy="3202027"/>
            </a:xfrm>
            <a:custGeom>
              <a:avLst/>
              <a:pathLst>
                <a:path w="12049831" h="3202027">
                  <a:moveTo>
                    <a:pt x="0" y="990479"/>
                  </a:moveTo>
                  <a:lnTo>
                    <a:pt x="994940" y="990479"/>
                  </a:lnTo>
                  <a:lnTo>
                    <a:pt x="996039" y="990520"/>
                  </a:lnTo>
                  <a:lnTo>
                    <a:pt x="1003295" y="990811"/>
                  </a:lnTo>
                  <a:lnTo>
                    <a:pt x="1021702" y="991614"/>
                  </a:lnTo>
                  <a:lnTo>
                    <a:pt x="1054892" y="993197"/>
                  </a:lnTo>
                  <a:lnTo>
                    <a:pt x="1104933" y="995813"/>
                  </a:lnTo>
                  <a:lnTo>
                    <a:pt x="1172175" y="999683"/>
                  </a:lnTo>
                  <a:lnTo>
                    <a:pt x="1255291" y="1004969"/>
                  </a:lnTo>
                  <a:lnTo>
                    <a:pt x="1351571" y="1011772"/>
                  </a:lnTo>
                  <a:lnTo>
                    <a:pt x="1457409" y="1020133"/>
                  </a:lnTo>
                  <a:lnTo>
                    <a:pt x="1568866" y="1030046"/>
                  </a:lnTo>
                  <a:lnTo>
                    <a:pt x="1682186" y="1041481"/>
                  </a:lnTo>
                  <a:lnTo>
                    <a:pt x="1794159" y="1054410"/>
                  </a:lnTo>
                  <a:lnTo>
                    <a:pt x="1902319" y="1068821"/>
                  </a:lnTo>
                  <a:lnTo>
                    <a:pt x="2004973" y="1084738"/>
                  </a:lnTo>
                  <a:lnTo>
                    <a:pt x="2101139" y="1102226"/>
                  </a:lnTo>
                  <a:lnTo>
                    <a:pt x="2190419" y="1121399"/>
                  </a:lnTo>
                  <a:lnTo>
                    <a:pt x="2272857" y="1142416"/>
                  </a:lnTo>
                  <a:lnTo>
                    <a:pt x="2348812" y="1165485"/>
                  </a:lnTo>
                  <a:lnTo>
                    <a:pt x="2418848" y="1190850"/>
                  </a:lnTo>
                  <a:lnTo>
                    <a:pt x="2483650" y="1218790"/>
                  </a:lnTo>
                  <a:lnTo>
                    <a:pt x="2543961" y="1249596"/>
                  </a:lnTo>
                  <a:lnTo>
                    <a:pt x="2600536" y="1283551"/>
                  </a:lnTo>
                  <a:lnTo>
                    <a:pt x="2654098" y="1320883"/>
                  </a:lnTo>
                  <a:lnTo>
                    <a:pt x="2702183" y="1359071"/>
                  </a:lnTo>
                  <a:lnTo>
                    <a:pt x="2750304" y="1401852"/>
                  </a:lnTo>
                  <a:lnTo>
                    <a:pt x="2797154" y="1447990"/>
                  </a:lnTo>
                  <a:lnTo>
                    <a:pt x="2843101" y="1497551"/>
                  </a:lnTo>
                  <a:lnTo>
                    <a:pt x="2888440" y="1550539"/>
                  </a:lnTo>
                  <a:lnTo>
                    <a:pt x="2933400" y="1606887"/>
                  </a:lnTo>
                  <a:lnTo>
                    <a:pt x="2978156" y="1666450"/>
                  </a:lnTo>
                  <a:lnTo>
                    <a:pt x="3022832" y="1729002"/>
                  </a:lnTo>
                  <a:lnTo>
                    <a:pt x="3067513" y="1794239"/>
                  </a:lnTo>
                  <a:lnTo>
                    <a:pt x="3112249" y="1861776"/>
                  </a:lnTo>
                  <a:lnTo>
                    <a:pt x="3157055" y="1931158"/>
                  </a:lnTo>
                  <a:lnTo>
                    <a:pt x="3201929" y="2001871"/>
                  </a:lnTo>
                  <a:lnTo>
                    <a:pt x="3246845" y="2073357"/>
                  </a:lnTo>
                  <a:lnTo>
                    <a:pt x="3291773" y="2145033"/>
                  </a:lnTo>
                  <a:lnTo>
                    <a:pt x="3336678" y="2216307"/>
                  </a:lnTo>
                  <a:lnTo>
                    <a:pt x="3381529" y="2286601"/>
                  </a:lnTo>
                  <a:lnTo>
                    <a:pt x="3426309" y="2355373"/>
                  </a:lnTo>
                  <a:lnTo>
                    <a:pt x="3471021" y="2422127"/>
                  </a:lnTo>
                  <a:lnTo>
                    <a:pt x="3515694" y="2486435"/>
                  </a:lnTo>
                  <a:lnTo>
                    <a:pt x="3560387" y="2547938"/>
                  </a:lnTo>
                  <a:lnTo>
                    <a:pt x="3605199" y="2606361"/>
                  </a:lnTo>
                  <a:lnTo>
                    <a:pt x="3650274" y="2661507"/>
                  </a:lnTo>
                  <a:lnTo>
                    <a:pt x="3695803" y="2713261"/>
                  </a:lnTo>
                  <a:lnTo>
                    <a:pt x="3742039" y="2761581"/>
                  </a:lnTo>
                  <a:lnTo>
                    <a:pt x="3789300" y="2806495"/>
                  </a:lnTo>
                  <a:lnTo>
                    <a:pt x="3820202" y="2833436"/>
                  </a:lnTo>
                  <a:lnTo>
                    <a:pt x="3871537" y="2874041"/>
                  </a:lnTo>
                  <a:lnTo>
                    <a:pt x="3925266" y="2911159"/>
                  </a:lnTo>
                  <a:lnTo>
                    <a:pt x="3982050" y="2944911"/>
                  </a:lnTo>
                  <a:lnTo>
                    <a:pt x="4042619" y="2975531"/>
                  </a:lnTo>
                  <a:lnTo>
                    <a:pt x="4107724" y="3003302"/>
                  </a:lnTo>
                  <a:lnTo>
                    <a:pt x="4178108" y="3028518"/>
                  </a:lnTo>
                  <a:lnTo>
                    <a:pt x="4254451" y="3051452"/>
                  </a:lnTo>
                  <a:lnTo>
                    <a:pt x="4337305" y="3072349"/>
                  </a:lnTo>
                  <a:lnTo>
                    <a:pt x="4427015" y="3091413"/>
                  </a:lnTo>
                  <a:lnTo>
                    <a:pt x="4523601" y="3108801"/>
                  </a:lnTo>
                  <a:lnTo>
                    <a:pt x="4626632" y="3124623"/>
                  </a:lnTo>
                  <a:lnTo>
                    <a:pt x="4735085" y="3138942"/>
                  </a:lnTo>
                  <a:lnTo>
                    <a:pt x="4847222" y="3151778"/>
                  </a:lnTo>
                  <a:lnTo>
                    <a:pt x="4960527" y="3163121"/>
                  </a:lnTo>
                  <a:lnTo>
                    <a:pt x="5071749" y="3172938"/>
                  </a:lnTo>
                  <a:lnTo>
                    <a:pt x="5177107" y="3181201"/>
                  </a:lnTo>
                  <a:lnTo>
                    <a:pt x="5272669" y="3187909"/>
                  </a:lnTo>
                  <a:lnTo>
                    <a:pt x="5354867" y="3193103"/>
                  </a:lnTo>
                  <a:lnTo>
                    <a:pt x="5421064" y="3196890"/>
                  </a:lnTo>
                  <a:lnTo>
                    <a:pt x="5470031" y="3199435"/>
                  </a:lnTo>
                  <a:lnTo>
                    <a:pt x="5502226" y="3200962"/>
                  </a:lnTo>
                  <a:lnTo>
                    <a:pt x="5519819" y="3201726"/>
                  </a:lnTo>
                  <a:lnTo>
                    <a:pt x="5526536" y="3201993"/>
                  </a:lnTo>
                  <a:lnTo>
                    <a:pt x="5527445" y="3202027"/>
                  </a:lnTo>
                  <a:lnTo>
                    <a:pt x="6522385" y="3202027"/>
                  </a:lnTo>
                  <a:lnTo>
                    <a:pt x="6523446" y="3201970"/>
                  </a:lnTo>
                  <a:lnTo>
                    <a:pt x="6530457" y="3201564"/>
                  </a:lnTo>
                  <a:lnTo>
                    <a:pt x="6548257" y="3200443"/>
                  </a:lnTo>
                  <a:lnTo>
                    <a:pt x="6580394" y="3198232"/>
                  </a:lnTo>
                  <a:lnTo>
                    <a:pt x="6628930" y="3194576"/>
                  </a:lnTo>
                  <a:lnTo>
                    <a:pt x="6694292" y="3189165"/>
                  </a:lnTo>
                  <a:lnTo>
                    <a:pt x="6775298" y="3181765"/>
                  </a:lnTo>
                  <a:lnTo>
                    <a:pt x="6869421" y="3172227"/>
                  </a:lnTo>
                  <a:lnTo>
                    <a:pt x="6973233" y="3160491"/>
                  </a:lnTo>
                  <a:lnTo>
                    <a:pt x="7082941" y="3146557"/>
                  </a:lnTo>
                  <a:lnTo>
                    <a:pt x="7194879" y="3130464"/>
                  </a:lnTo>
                  <a:lnTo>
                    <a:pt x="7305870" y="3112256"/>
                  </a:lnTo>
                  <a:lnTo>
                    <a:pt x="7413432" y="3091952"/>
                  </a:lnTo>
                  <a:lnTo>
                    <a:pt x="7515823" y="3069529"/>
                  </a:lnTo>
                  <a:lnTo>
                    <a:pt x="7611994" y="3044904"/>
                  </a:lnTo>
                  <a:lnTo>
                    <a:pt x="7701474" y="3017932"/>
                  </a:lnTo>
                  <a:lnTo>
                    <a:pt x="7784236" y="2988399"/>
                  </a:lnTo>
                  <a:lnTo>
                    <a:pt x="7860579" y="2956031"/>
                  </a:lnTo>
                  <a:lnTo>
                    <a:pt x="7931011" y="2920494"/>
                  </a:lnTo>
                  <a:lnTo>
                    <a:pt x="7996175" y="2881408"/>
                  </a:lnTo>
                  <a:lnTo>
                    <a:pt x="8056780" y="2838368"/>
                  </a:lnTo>
                  <a:lnTo>
                    <a:pt x="8113555" y="2790971"/>
                  </a:lnTo>
                  <a:lnTo>
                    <a:pt x="8167208" y="2738872"/>
                  </a:lnTo>
                  <a:lnTo>
                    <a:pt x="8218396" y="2681859"/>
                  </a:lnTo>
                  <a:lnTo>
                    <a:pt x="8229629" y="2668356"/>
                  </a:lnTo>
                  <a:lnTo>
                    <a:pt x="8271874" y="2614338"/>
                  </a:lnTo>
                  <a:lnTo>
                    <a:pt x="8313103" y="2556602"/>
                  </a:lnTo>
                  <a:lnTo>
                    <a:pt x="8353577" y="2495070"/>
                  </a:lnTo>
                  <a:lnTo>
                    <a:pt x="8393507" y="2429720"/>
                  </a:lnTo>
                  <a:lnTo>
                    <a:pt x="8433066" y="2360586"/>
                  </a:lnTo>
                  <a:lnTo>
                    <a:pt x="8472390" y="2287766"/>
                  </a:lnTo>
                  <a:lnTo>
                    <a:pt x="8511586" y="2211426"/>
                  </a:lnTo>
                  <a:lnTo>
                    <a:pt x="8550732" y="2131800"/>
                  </a:lnTo>
                  <a:lnTo>
                    <a:pt x="8589884" y="2049193"/>
                  </a:lnTo>
                  <a:lnTo>
                    <a:pt x="8629074" y="1963975"/>
                  </a:lnTo>
                  <a:lnTo>
                    <a:pt x="8668318" y="1876577"/>
                  </a:lnTo>
                  <a:lnTo>
                    <a:pt x="8707616" y="1787485"/>
                  </a:lnTo>
                  <a:lnTo>
                    <a:pt x="8746958" y="1697227"/>
                  </a:lnTo>
                  <a:lnTo>
                    <a:pt x="8786324" y="1606361"/>
                  </a:lnTo>
                  <a:lnTo>
                    <a:pt x="8825692" y="1515461"/>
                  </a:lnTo>
                  <a:lnTo>
                    <a:pt x="8865038" y="1425102"/>
                  </a:lnTo>
                  <a:lnTo>
                    <a:pt x="8904342" y="1335845"/>
                  </a:lnTo>
                  <a:lnTo>
                    <a:pt x="8943592" y="1248222"/>
                  </a:lnTo>
                  <a:lnTo>
                    <a:pt x="8982788" y="1162724"/>
                  </a:lnTo>
                  <a:lnTo>
                    <a:pt x="9021943" y="1079789"/>
                  </a:lnTo>
                  <a:lnTo>
                    <a:pt x="9061087" y="999796"/>
                  </a:lnTo>
                  <a:lnTo>
                    <a:pt x="9100273" y="923056"/>
                  </a:lnTo>
                  <a:lnTo>
                    <a:pt x="9139578" y="849812"/>
                  </a:lnTo>
                  <a:lnTo>
                    <a:pt x="9179102" y="780238"/>
                  </a:lnTo>
                  <a:lnTo>
                    <a:pt x="9218981" y="714440"/>
                  </a:lnTo>
                  <a:lnTo>
                    <a:pt x="9259381" y="652460"/>
                  </a:lnTo>
                  <a:lnTo>
                    <a:pt x="9300509" y="594281"/>
                  </a:lnTo>
                  <a:lnTo>
                    <a:pt x="9342619" y="539831"/>
                  </a:lnTo>
                  <a:lnTo>
                    <a:pt x="9347647" y="533671"/>
                  </a:lnTo>
                  <a:lnTo>
                    <a:pt x="9398361" y="475546"/>
                  </a:lnTo>
                  <a:lnTo>
                    <a:pt x="9451406" y="422354"/>
                  </a:lnTo>
                  <a:lnTo>
                    <a:pt x="9507418" y="373926"/>
                  </a:lnTo>
                  <a:lnTo>
                    <a:pt x="9567098" y="329940"/>
                  </a:lnTo>
                  <a:lnTo>
                    <a:pt x="9631173" y="290001"/>
                  </a:lnTo>
                  <a:lnTo>
                    <a:pt x="9700362" y="253700"/>
                  </a:lnTo>
                  <a:lnTo>
                    <a:pt x="9775324" y="220650"/>
                  </a:lnTo>
                  <a:lnTo>
                    <a:pt x="9856608" y="190506"/>
                  </a:lnTo>
                  <a:lnTo>
                    <a:pt x="9944565" y="162978"/>
                  </a:lnTo>
                  <a:lnTo>
                    <a:pt x="10039255" y="137840"/>
                  </a:lnTo>
                  <a:lnTo>
                    <a:pt x="10140316" y="114931"/>
                  </a:lnTo>
                  <a:lnTo>
                    <a:pt x="10246840" y="94155"/>
                  </a:lnTo>
                  <a:lnTo>
                    <a:pt x="10357250" y="75475"/>
                  </a:lnTo>
                  <a:lnTo>
                    <a:pt x="10469229" y="58903"/>
                  </a:lnTo>
                  <a:lnTo>
                    <a:pt x="10579745" y="44479"/>
                  </a:lnTo>
                  <a:lnTo>
                    <a:pt x="10685216" y="32246"/>
                  </a:lnTo>
                  <a:lnTo>
                    <a:pt x="10781839" y="22217"/>
                  </a:lnTo>
                  <a:lnTo>
                    <a:pt x="10866056" y="14346"/>
                  </a:lnTo>
                  <a:lnTo>
                    <a:pt x="10935093" y="8505"/>
                  </a:lnTo>
                  <a:lnTo>
                    <a:pt x="10987436" y="4479"/>
                  </a:lnTo>
                  <a:lnTo>
                    <a:pt x="11023139" y="1973"/>
                  </a:lnTo>
                  <a:lnTo>
                    <a:pt x="11043904" y="639"/>
                  </a:lnTo>
                  <a:lnTo>
                    <a:pt x="11052963" y="105"/>
                  </a:lnTo>
                  <a:lnTo>
                    <a:pt x="11054878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4" name="pl643"/>
            <p:cNvSpPr/>
            <p:nvPr/>
          </p:nvSpPr>
          <p:spPr>
            <a:xfrm>
              <a:off x="1199187" y="2499617"/>
              <a:ext cx="12049831" cy="3202027"/>
            </a:xfrm>
            <a:custGeom>
              <a:avLst/>
              <a:pathLst>
                <a:path w="12049831" h="3202027">
                  <a:moveTo>
                    <a:pt x="12049831" y="0"/>
                  </a:moveTo>
                  <a:lnTo>
                    <a:pt x="11054891" y="0"/>
                  </a:lnTo>
                  <a:lnTo>
                    <a:pt x="11053830" y="57"/>
                  </a:lnTo>
                  <a:lnTo>
                    <a:pt x="11046819" y="462"/>
                  </a:lnTo>
                  <a:lnTo>
                    <a:pt x="11029019" y="1584"/>
                  </a:lnTo>
                  <a:lnTo>
                    <a:pt x="10996883" y="3794"/>
                  </a:lnTo>
                  <a:lnTo>
                    <a:pt x="10948346" y="7450"/>
                  </a:lnTo>
                  <a:lnTo>
                    <a:pt x="10882985" y="12861"/>
                  </a:lnTo>
                  <a:lnTo>
                    <a:pt x="10801978" y="20262"/>
                  </a:lnTo>
                  <a:lnTo>
                    <a:pt x="10707855" y="29799"/>
                  </a:lnTo>
                  <a:lnTo>
                    <a:pt x="10604043" y="41536"/>
                  </a:lnTo>
                  <a:lnTo>
                    <a:pt x="10494335" y="55470"/>
                  </a:lnTo>
                  <a:lnTo>
                    <a:pt x="10382398" y="71563"/>
                  </a:lnTo>
                  <a:lnTo>
                    <a:pt x="10271406" y="89771"/>
                  </a:lnTo>
                  <a:lnTo>
                    <a:pt x="10163845" y="110074"/>
                  </a:lnTo>
                  <a:lnTo>
                    <a:pt x="10061454" y="132498"/>
                  </a:lnTo>
                  <a:lnTo>
                    <a:pt x="9965283" y="157122"/>
                  </a:lnTo>
                  <a:lnTo>
                    <a:pt x="9875803" y="184095"/>
                  </a:lnTo>
                  <a:lnTo>
                    <a:pt x="9793040" y="213627"/>
                  </a:lnTo>
                  <a:lnTo>
                    <a:pt x="9716698" y="245995"/>
                  </a:lnTo>
                  <a:lnTo>
                    <a:pt x="9646265" y="281533"/>
                  </a:lnTo>
                  <a:lnTo>
                    <a:pt x="9581101" y="320618"/>
                  </a:lnTo>
                  <a:lnTo>
                    <a:pt x="9520496" y="363659"/>
                  </a:lnTo>
                  <a:lnTo>
                    <a:pt x="9463722" y="411055"/>
                  </a:lnTo>
                  <a:lnTo>
                    <a:pt x="9410068" y="463154"/>
                  </a:lnTo>
                  <a:lnTo>
                    <a:pt x="9358881" y="520167"/>
                  </a:lnTo>
                  <a:lnTo>
                    <a:pt x="9347647" y="533671"/>
                  </a:lnTo>
                  <a:lnTo>
                    <a:pt x="9305403" y="587688"/>
                  </a:lnTo>
                  <a:lnTo>
                    <a:pt x="9264173" y="645425"/>
                  </a:lnTo>
                  <a:lnTo>
                    <a:pt x="9223699" y="706956"/>
                  </a:lnTo>
                  <a:lnTo>
                    <a:pt x="9183769" y="772306"/>
                  </a:lnTo>
                  <a:lnTo>
                    <a:pt x="9144210" y="841440"/>
                  </a:lnTo>
                  <a:lnTo>
                    <a:pt x="9104886" y="914260"/>
                  </a:lnTo>
                  <a:lnTo>
                    <a:pt x="9065690" y="990600"/>
                  </a:lnTo>
                  <a:lnTo>
                    <a:pt x="9026544" y="1070226"/>
                  </a:lnTo>
                  <a:lnTo>
                    <a:pt x="8987393" y="1152833"/>
                  </a:lnTo>
                  <a:lnTo>
                    <a:pt x="8948203" y="1238052"/>
                  </a:lnTo>
                  <a:lnTo>
                    <a:pt x="8908959" y="1325450"/>
                  </a:lnTo>
                  <a:lnTo>
                    <a:pt x="8869660" y="1414542"/>
                  </a:lnTo>
                  <a:lnTo>
                    <a:pt x="8830319" y="1504800"/>
                  </a:lnTo>
                  <a:lnTo>
                    <a:pt x="8790952" y="1595666"/>
                  </a:lnTo>
                  <a:lnTo>
                    <a:pt x="8751585" y="1686566"/>
                  </a:lnTo>
                  <a:lnTo>
                    <a:pt x="8712239" y="1776924"/>
                  </a:lnTo>
                  <a:lnTo>
                    <a:pt x="8672935" y="1866182"/>
                  </a:lnTo>
                  <a:lnTo>
                    <a:pt x="8633684" y="1953805"/>
                  </a:lnTo>
                  <a:lnTo>
                    <a:pt x="8594488" y="2039303"/>
                  </a:lnTo>
                  <a:lnTo>
                    <a:pt x="8555334" y="2122238"/>
                  </a:lnTo>
                  <a:lnTo>
                    <a:pt x="8516189" y="2202231"/>
                  </a:lnTo>
                  <a:lnTo>
                    <a:pt x="8477003" y="2278971"/>
                  </a:lnTo>
                  <a:lnTo>
                    <a:pt x="8437699" y="2352214"/>
                  </a:lnTo>
                  <a:lnTo>
                    <a:pt x="8398174" y="2421788"/>
                  </a:lnTo>
                  <a:lnTo>
                    <a:pt x="8358296" y="2487586"/>
                  </a:lnTo>
                  <a:lnTo>
                    <a:pt x="8317896" y="2549566"/>
                  </a:lnTo>
                  <a:lnTo>
                    <a:pt x="8276768" y="2607746"/>
                  </a:lnTo>
                  <a:lnTo>
                    <a:pt x="8234658" y="2662195"/>
                  </a:lnTo>
                  <a:lnTo>
                    <a:pt x="8229629" y="2668356"/>
                  </a:lnTo>
                  <a:lnTo>
                    <a:pt x="8178915" y="2726480"/>
                  </a:lnTo>
                  <a:lnTo>
                    <a:pt x="8125871" y="2779673"/>
                  </a:lnTo>
                  <a:lnTo>
                    <a:pt x="8069859" y="2828100"/>
                  </a:lnTo>
                  <a:lnTo>
                    <a:pt x="8010179" y="2872086"/>
                  </a:lnTo>
                  <a:lnTo>
                    <a:pt x="7946103" y="2912026"/>
                  </a:lnTo>
                  <a:lnTo>
                    <a:pt x="7876915" y="2948327"/>
                  </a:lnTo>
                  <a:lnTo>
                    <a:pt x="7801952" y="2981377"/>
                  </a:lnTo>
                  <a:lnTo>
                    <a:pt x="7720669" y="3011521"/>
                  </a:lnTo>
                  <a:lnTo>
                    <a:pt x="7632711" y="3039048"/>
                  </a:lnTo>
                  <a:lnTo>
                    <a:pt x="7538022" y="3064186"/>
                  </a:lnTo>
                  <a:lnTo>
                    <a:pt x="7436961" y="3087095"/>
                  </a:lnTo>
                  <a:lnTo>
                    <a:pt x="7330437" y="3107871"/>
                  </a:lnTo>
                  <a:lnTo>
                    <a:pt x="7220027" y="3126551"/>
                  </a:lnTo>
                  <a:lnTo>
                    <a:pt x="7108048" y="3143123"/>
                  </a:lnTo>
                  <a:lnTo>
                    <a:pt x="6997532" y="3157547"/>
                  </a:lnTo>
                  <a:lnTo>
                    <a:pt x="6892060" y="3169780"/>
                  </a:lnTo>
                  <a:lnTo>
                    <a:pt x="6795438" y="3179809"/>
                  </a:lnTo>
                  <a:lnTo>
                    <a:pt x="6711221" y="3187681"/>
                  </a:lnTo>
                  <a:lnTo>
                    <a:pt x="6642183" y="3193522"/>
                  </a:lnTo>
                  <a:lnTo>
                    <a:pt x="6589840" y="3197548"/>
                  </a:lnTo>
                  <a:lnTo>
                    <a:pt x="6554138" y="3200054"/>
                  </a:lnTo>
                  <a:lnTo>
                    <a:pt x="6533373" y="3201387"/>
                  </a:lnTo>
                  <a:lnTo>
                    <a:pt x="6524314" y="3201922"/>
                  </a:lnTo>
                  <a:lnTo>
                    <a:pt x="6522398" y="3202026"/>
                  </a:lnTo>
                  <a:lnTo>
                    <a:pt x="6522385" y="3202027"/>
                  </a:lnTo>
                  <a:lnTo>
                    <a:pt x="5527445" y="3202027"/>
                  </a:lnTo>
                  <a:lnTo>
                    <a:pt x="5526346" y="3201986"/>
                  </a:lnTo>
                  <a:lnTo>
                    <a:pt x="5519090" y="3201695"/>
                  </a:lnTo>
                  <a:lnTo>
                    <a:pt x="5500683" y="3200892"/>
                  </a:lnTo>
                  <a:lnTo>
                    <a:pt x="5467493" y="3199310"/>
                  </a:lnTo>
                  <a:lnTo>
                    <a:pt x="5417452" y="3196693"/>
                  </a:lnTo>
                  <a:lnTo>
                    <a:pt x="5350210" y="3192823"/>
                  </a:lnTo>
                  <a:lnTo>
                    <a:pt x="5267094" y="3187537"/>
                  </a:lnTo>
                  <a:lnTo>
                    <a:pt x="5170814" y="3180734"/>
                  </a:lnTo>
                  <a:lnTo>
                    <a:pt x="5064976" y="3172373"/>
                  </a:lnTo>
                  <a:lnTo>
                    <a:pt x="4953519" y="3162461"/>
                  </a:lnTo>
                  <a:lnTo>
                    <a:pt x="4840199" y="3151025"/>
                  </a:lnTo>
                  <a:lnTo>
                    <a:pt x="4728226" y="3138096"/>
                  </a:lnTo>
                  <a:lnTo>
                    <a:pt x="4620066" y="3123685"/>
                  </a:lnTo>
                  <a:lnTo>
                    <a:pt x="4517412" y="3107768"/>
                  </a:lnTo>
                  <a:lnTo>
                    <a:pt x="4421246" y="3090280"/>
                  </a:lnTo>
                  <a:lnTo>
                    <a:pt x="4331966" y="3071107"/>
                  </a:lnTo>
                  <a:lnTo>
                    <a:pt x="4249528" y="3050090"/>
                  </a:lnTo>
                  <a:lnTo>
                    <a:pt x="4173573" y="3027022"/>
                  </a:lnTo>
                  <a:lnTo>
                    <a:pt x="4103537" y="3001656"/>
                  </a:lnTo>
                  <a:lnTo>
                    <a:pt x="4038735" y="2973717"/>
                  </a:lnTo>
                  <a:lnTo>
                    <a:pt x="3978424" y="2942910"/>
                  </a:lnTo>
                  <a:lnTo>
                    <a:pt x="3921849" y="2908955"/>
                  </a:lnTo>
                  <a:lnTo>
                    <a:pt x="3868287" y="2871623"/>
                  </a:lnTo>
                  <a:lnTo>
                    <a:pt x="3820202" y="2833436"/>
                  </a:lnTo>
                  <a:lnTo>
                    <a:pt x="3772081" y="2790654"/>
                  </a:lnTo>
                  <a:lnTo>
                    <a:pt x="3725231" y="2744516"/>
                  </a:lnTo>
                  <a:lnTo>
                    <a:pt x="3679284" y="2694955"/>
                  </a:lnTo>
                  <a:lnTo>
                    <a:pt x="3633945" y="2641967"/>
                  </a:lnTo>
                  <a:lnTo>
                    <a:pt x="3588985" y="2585619"/>
                  </a:lnTo>
                  <a:lnTo>
                    <a:pt x="3544229" y="2526057"/>
                  </a:lnTo>
                  <a:lnTo>
                    <a:pt x="3499553" y="2463504"/>
                  </a:lnTo>
                  <a:lnTo>
                    <a:pt x="3454872" y="2398267"/>
                  </a:lnTo>
                  <a:lnTo>
                    <a:pt x="3410136" y="2330731"/>
                  </a:lnTo>
                  <a:lnTo>
                    <a:pt x="3365329" y="2261349"/>
                  </a:lnTo>
                  <a:lnTo>
                    <a:pt x="3320456" y="2190635"/>
                  </a:lnTo>
                  <a:lnTo>
                    <a:pt x="3275540" y="2119149"/>
                  </a:lnTo>
                  <a:lnTo>
                    <a:pt x="3230612" y="2047473"/>
                  </a:lnTo>
                  <a:lnTo>
                    <a:pt x="3185707" y="1976200"/>
                  </a:lnTo>
                  <a:lnTo>
                    <a:pt x="3140856" y="1905905"/>
                  </a:lnTo>
                  <a:lnTo>
                    <a:pt x="3096076" y="1837133"/>
                  </a:lnTo>
                  <a:lnTo>
                    <a:pt x="3051364" y="1770379"/>
                  </a:lnTo>
                  <a:lnTo>
                    <a:pt x="3006691" y="1706072"/>
                  </a:lnTo>
                  <a:lnTo>
                    <a:pt x="2961998" y="1644568"/>
                  </a:lnTo>
                  <a:lnTo>
                    <a:pt x="2917186" y="1586146"/>
                  </a:lnTo>
                  <a:lnTo>
                    <a:pt x="2872111" y="1531000"/>
                  </a:lnTo>
                  <a:lnTo>
                    <a:pt x="2826582" y="1479246"/>
                  </a:lnTo>
                  <a:lnTo>
                    <a:pt x="2780346" y="1430925"/>
                  </a:lnTo>
                  <a:lnTo>
                    <a:pt x="2733085" y="1386011"/>
                  </a:lnTo>
                  <a:lnTo>
                    <a:pt x="2702183" y="1359071"/>
                  </a:lnTo>
                  <a:lnTo>
                    <a:pt x="2650848" y="1318465"/>
                  </a:lnTo>
                  <a:lnTo>
                    <a:pt x="2597119" y="1281347"/>
                  </a:lnTo>
                  <a:lnTo>
                    <a:pt x="2540335" y="1247595"/>
                  </a:lnTo>
                  <a:lnTo>
                    <a:pt x="2479766" y="1216975"/>
                  </a:lnTo>
                  <a:lnTo>
                    <a:pt x="2414661" y="1189204"/>
                  </a:lnTo>
                  <a:lnTo>
                    <a:pt x="2344277" y="1163989"/>
                  </a:lnTo>
                  <a:lnTo>
                    <a:pt x="2267934" y="1141055"/>
                  </a:lnTo>
                  <a:lnTo>
                    <a:pt x="2185080" y="1120157"/>
                  </a:lnTo>
                  <a:lnTo>
                    <a:pt x="2095370" y="1101093"/>
                  </a:lnTo>
                  <a:lnTo>
                    <a:pt x="1998784" y="1083706"/>
                  </a:lnTo>
                  <a:lnTo>
                    <a:pt x="1895753" y="1067884"/>
                  </a:lnTo>
                  <a:lnTo>
                    <a:pt x="1787300" y="1053565"/>
                  </a:lnTo>
                  <a:lnTo>
                    <a:pt x="1675163" y="1040728"/>
                  </a:lnTo>
                  <a:lnTo>
                    <a:pt x="1561858" y="1029386"/>
                  </a:lnTo>
                  <a:lnTo>
                    <a:pt x="1450636" y="1019569"/>
                  </a:lnTo>
                  <a:lnTo>
                    <a:pt x="1345278" y="1011305"/>
                  </a:lnTo>
                  <a:lnTo>
                    <a:pt x="1249716" y="1004597"/>
                  </a:lnTo>
                  <a:lnTo>
                    <a:pt x="1167518" y="999403"/>
                  </a:lnTo>
                  <a:lnTo>
                    <a:pt x="1101321" y="995617"/>
                  </a:lnTo>
                  <a:lnTo>
                    <a:pt x="1052354" y="993071"/>
                  </a:lnTo>
                  <a:lnTo>
                    <a:pt x="1020159" y="991544"/>
                  </a:lnTo>
                  <a:lnTo>
                    <a:pt x="1002566" y="990781"/>
                  </a:lnTo>
                  <a:lnTo>
                    <a:pt x="995849" y="990513"/>
                  </a:lnTo>
                  <a:lnTo>
                    <a:pt x="994940" y="990479"/>
                  </a:lnTo>
                  <a:lnTo>
                    <a:pt x="0" y="990479"/>
                  </a:lnTo>
                  <a:lnTo>
                    <a:pt x="0" y="9904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5" name="pg644"/>
            <p:cNvSpPr/>
            <p:nvPr/>
          </p:nvSpPr>
          <p:spPr>
            <a:xfrm>
              <a:off x="1199187" y="2777371"/>
              <a:ext cx="12049831" cy="2945236"/>
            </a:xfrm>
            <a:custGeom>
              <a:avLst/>
              <a:pathLst>
                <a:path w="12049831" h="2945236">
                  <a:moveTo>
                    <a:pt x="0" y="733688"/>
                  </a:moveTo>
                  <a:lnTo>
                    <a:pt x="994940" y="733688"/>
                  </a:lnTo>
                  <a:lnTo>
                    <a:pt x="996039" y="733729"/>
                  </a:lnTo>
                  <a:lnTo>
                    <a:pt x="1003295" y="734020"/>
                  </a:lnTo>
                  <a:lnTo>
                    <a:pt x="1021702" y="734823"/>
                  </a:lnTo>
                  <a:lnTo>
                    <a:pt x="1054892" y="736406"/>
                  </a:lnTo>
                  <a:lnTo>
                    <a:pt x="1104933" y="739022"/>
                  </a:lnTo>
                  <a:lnTo>
                    <a:pt x="1172175" y="742892"/>
                  </a:lnTo>
                  <a:lnTo>
                    <a:pt x="1255291" y="748178"/>
                  </a:lnTo>
                  <a:lnTo>
                    <a:pt x="1351571" y="754981"/>
                  </a:lnTo>
                  <a:lnTo>
                    <a:pt x="1457409" y="763342"/>
                  </a:lnTo>
                  <a:lnTo>
                    <a:pt x="1568866" y="773255"/>
                  </a:lnTo>
                  <a:lnTo>
                    <a:pt x="1682186" y="784690"/>
                  </a:lnTo>
                  <a:lnTo>
                    <a:pt x="1794159" y="797619"/>
                  </a:lnTo>
                  <a:lnTo>
                    <a:pt x="1902319" y="812030"/>
                  </a:lnTo>
                  <a:lnTo>
                    <a:pt x="2004973" y="827947"/>
                  </a:lnTo>
                  <a:lnTo>
                    <a:pt x="2101139" y="845435"/>
                  </a:lnTo>
                  <a:lnTo>
                    <a:pt x="2190419" y="864608"/>
                  </a:lnTo>
                  <a:lnTo>
                    <a:pt x="2272857" y="885625"/>
                  </a:lnTo>
                  <a:lnTo>
                    <a:pt x="2348812" y="908694"/>
                  </a:lnTo>
                  <a:lnTo>
                    <a:pt x="2418848" y="934059"/>
                  </a:lnTo>
                  <a:lnTo>
                    <a:pt x="2483650" y="961999"/>
                  </a:lnTo>
                  <a:lnTo>
                    <a:pt x="2543961" y="992805"/>
                  </a:lnTo>
                  <a:lnTo>
                    <a:pt x="2600536" y="1026760"/>
                  </a:lnTo>
                  <a:lnTo>
                    <a:pt x="2654098" y="1064092"/>
                  </a:lnTo>
                  <a:lnTo>
                    <a:pt x="2702183" y="1102280"/>
                  </a:lnTo>
                  <a:lnTo>
                    <a:pt x="2750304" y="1145061"/>
                  </a:lnTo>
                  <a:lnTo>
                    <a:pt x="2797154" y="1191199"/>
                  </a:lnTo>
                  <a:lnTo>
                    <a:pt x="2843101" y="1240760"/>
                  </a:lnTo>
                  <a:lnTo>
                    <a:pt x="2888440" y="1293748"/>
                  </a:lnTo>
                  <a:lnTo>
                    <a:pt x="2933400" y="1350096"/>
                  </a:lnTo>
                  <a:lnTo>
                    <a:pt x="2978156" y="1409659"/>
                  </a:lnTo>
                  <a:lnTo>
                    <a:pt x="3022832" y="1472211"/>
                  </a:lnTo>
                  <a:lnTo>
                    <a:pt x="3067513" y="1537448"/>
                  </a:lnTo>
                  <a:lnTo>
                    <a:pt x="3112249" y="1604985"/>
                  </a:lnTo>
                  <a:lnTo>
                    <a:pt x="3157055" y="1674367"/>
                  </a:lnTo>
                  <a:lnTo>
                    <a:pt x="3201929" y="1745080"/>
                  </a:lnTo>
                  <a:lnTo>
                    <a:pt x="3246845" y="1816566"/>
                  </a:lnTo>
                  <a:lnTo>
                    <a:pt x="3291773" y="1888242"/>
                  </a:lnTo>
                  <a:lnTo>
                    <a:pt x="3336678" y="1959515"/>
                  </a:lnTo>
                  <a:lnTo>
                    <a:pt x="3381529" y="2029810"/>
                  </a:lnTo>
                  <a:lnTo>
                    <a:pt x="3426309" y="2098582"/>
                  </a:lnTo>
                  <a:lnTo>
                    <a:pt x="3471021" y="2165336"/>
                  </a:lnTo>
                  <a:lnTo>
                    <a:pt x="3515694" y="2229644"/>
                  </a:lnTo>
                  <a:lnTo>
                    <a:pt x="3560387" y="2291147"/>
                  </a:lnTo>
                  <a:lnTo>
                    <a:pt x="3605199" y="2349569"/>
                  </a:lnTo>
                  <a:lnTo>
                    <a:pt x="3650274" y="2404716"/>
                  </a:lnTo>
                  <a:lnTo>
                    <a:pt x="3695803" y="2456469"/>
                  </a:lnTo>
                  <a:lnTo>
                    <a:pt x="3742039" y="2504790"/>
                  </a:lnTo>
                  <a:lnTo>
                    <a:pt x="3789300" y="2549704"/>
                  </a:lnTo>
                  <a:lnTo>
                    <a:pt x="3820202" y="2576645"/>
                  </a:lnTo>
                  <a:lnTo>
                    <a:pt x="3871537" y="2617250"/>
                  </a:lnTo>
                  <a:lnTo>
                    <a:pt x="3925266" y="2654368"/>
                  </a:lnTo>
                  <a:lnTo>
                    <a:pt x="3982050" y="2688120"/>
                  </a:lnTo>
                  <a:lnTo>
                    <a:pt x="4042619" y="2718740"/>
                  </a:lnTo>
                  <a:lnTo>
                    <a:pt x="4107724" y="2746511"/>
                  </a:lnTo>
                  <a:lnTo>
                    <a:pt x="4178108" y="2771726"/>
                  </a:lnTo>
                  <a:lnTo>
                    <a:pt x="4254451" y="2794661"/>
                  </a:lnTo>
                  <a:lnTo>
                    <a:pt x="4337305" y="2815558"/>
                  </a:lnTo>
                  <a:lnTo>
                    <a:pt x="4427015" y="2834622"/>
                  </a:lnTo>
                  <a:lnTo>
                    <a:pt x="4523601" y="2852010"/>
                  </a:lnTo>
                  <a:lnTo>
                    <a:pt x="4626632" y="2867832"/>
                  </a:lnTo>
                  <a:lnTo>
                    <a:pt x="4735085" y="2882151"/>
                  </a:lnTo>
                  <a:lnTo>
                    <a:pt x="4847222" y="2894987"/>
                  </a:lnTo>
                  <a:lnTo>
                    <a:pt x="4960527" y="2906329"/>
                  </a:lnTo>
                  <a:lnTo>
                    <a:pt x="5071749" y="2916147"/>
                  </a:lnTo>
                  <a:lnTo>
                    <a:pt x="5177107" y="2924410"/>
                  </a:lnTo>
                  <a:lnTo>
                    <a:pt x="5272669" y="2931118"/>
                  </a:lnTo>
                  <a:lnTo>
                    <a:pt x="5354867" y="2936312"/>
                  </a:lnTo>
                  <a:lnTo>
                    <a:pt x="5421064" y="2940099"/>
                  </a:lnTo>
                  <a:lnTo>
                    <a:pt x="5470031" y="2942644"/>
                  </a:lnTo>
                  <a:lnTo>
                    <a:pt x="5502226" y="2944171"/>
                  </a:lnTo>
                  <a:lnTo>
                    <a:pt x="5519819" y="2944935"/>
                  </a:lnTo>
                  <a:lnTo>
                    <a:pt x="5526536" y="2945202"/>
                  </a:lnTo>
                  <a:lnTo>
                    <a:pt x="5527445" y="2945236"/>
                  </a:lnTo>
                  <a:lnTo>
                    <a:pt x="6522385" y="2945236"/>
                  </a:lnTo>
                  <a:lnTo>
                    <a:pt x="6523458" y="2945183"/>
                  </a:lnTo>
                  <a:lnTo>
                    <a:pt x="6530543" y="2944808"/>
                  </a:lnTo>
                  <a:lnTo>
                    <a:pt x="6548527" y="2943770"/>
                  </a:lnTo>
                  <a:lnTo>
                    <a:pt x="6580983" y="2941726"/>
                  </a:lnTo>
                  <a:lnTo>
                    <a:pt x="6629976" y="2938344"/>
                  </a:lnTo>
                  <a:lnTo>
                    <a:pt x="6695910" y="2933340"/>
                  </a:lnTo>
                  <a:lnTo>
                    <a:pt x="6777559" y="2926499"/>
                  </a:lnTo>
                  <a:lnTo>
                    <a:pt x="6872341" y="2917687"/>
                  </a:lnTo>
                  <a:lnTo>
                    <a:pt x="6976774" y="2906847"/>
                  </a:lnTo>
                  <a:lnTo>
                    <a:pt x="7087020" y="2893982"/>
                  </a:lnTo>
                  <a:lnTo>
                    <a:pt x="7199385" y="2879130"/>
                  </a:lnTo>
                  <a:lnTo>
                    <a:pt x="7310682" y="2862329"/>
                  </a:lnTo>
                  <a:lnTo>
                    <a:pt x="7418431" y="2843597"/>
                  </a:lnTo>
                  <a:lnTo>
                    <a:pt x="7520908" y="2822910"/>
                  </a:lnTo>
                  <a:lnTo>
                    <a:pt x="7617082" y="2800188"/>
                  </a:lnTo>
                  <a:lnTo>
                    <a:pt x="7706504" y="2775293"/>
                  </a:lnTo>
                  <a:lnTo>
                    <a:pt x="7789169" y="2748025"/>
                  </a:lnTo>
                  <a:lnTo>
                    <a:pt x="7865394" y="2718127"/>
                  </a:lnTo>
                  <a:lnTo>
                    <a:pt x="7935705" y="2685286"/>
                  </a:lnTo>
                  <a:lnTo>
                    <a:pt x="8000757" y="2649149"/>
                  </a:lnTo>
                  <a:lnTo>
                    <a:pt x="8061271" y="2609340"/>
                  </a:lnTo>
                  <a:lnTo>
                    <a:pt x="8117981" y="2565489"/>
                  </a:lnTo>
                  <a:lnTo>
                    <a:pt x="8171604" y="2517282"/>
                  </a:lnTo>
                  <a:lnTo>
                    <a:pt x="8222794" y="2464540"/>
                  </a:lnTo>
                  <a:lnTo>
                    <a:pt x="8229629" y="2456983"/>
                  </a:lnTo>
                  <a:lnTo>
                    <a:pt x="8273324" y="2405783"/>
                  </a:lnTo>
                  <a:lnTo>
                    <a:pt x="8315942" y="2350935"/>
                  </a:lnTo>
                  <a:lnTo>
                    <a:pt x="8357768" y="2292367"/>
                  </a:lnTo>
                  <a:lnTo>
                    <a:pt x="8399033" y="2230058"/>
                  </a:lnTo>
                  <a:lnTo>
                    <a:pt x="8439922" y="2164053"/>
                  </a:lnTo>
                  <a:lnTo>
                    <a:pt x="8480583" y="2094461"/>
                  </a:lnTo>
                  <a:lnTo>
                    <a:pt x="8521125" y="2021462"/>
                  </a:lnTo>
                  <a:lnTo>
                    <a:pt x="8561630" y="1945312"/>
                  </a:lnTo>
                  <a:lnTo>
                    <a:pt x="8602153" y="1866335"/>
                  </a:lnTo>
                  <a:lnTo>
                    <a:pt x="8642725" y="1784927"/>
                  </a:lnTo>
                  <a:lnTo>
                    <a:pt x="8683356" y="1701544"/>
                  </a:lnTo>
                  <a:lnTo>
                    <a:pt x="8724042" y="1616696"/>
                  </a:lnTo>
                  <a:lnTo>
                    <a:pt x="8764766" y="1530930"/>
                  </a:lnTo>
                  <a:lnTo>
                    <a:pt x="8805506" y="1444823"/>
                  </a:lnTo>
                  <a:lnTo>
                    <a:pt x="8846235" y="1358958"/>
                  </a:lnTo>
                  <a:lnTo>
                    <a:pt x="8886929" y="1273911"/>
                  </a:lnTo>
                  <a:lnTo>
                    <a:pt x="8927570" y="1190239"/>
                  </a:lnTo>
                  <a:lnTo>
                    <a:pt x="8968152" y="1108458"/>
                  </a:lnTo>
                  <a:lnTo>
                    <a:pt x="9008681" y="1029033"/>
                  </a:lnTo>
                  <a:lnTo>
                    <a:pt x="9049187" y="952371"/>
                  </a:lnTo>
                  <a:lnTo>
                    <a:pt x="9089718" y="878811"/>
                  </a:lnTo>
                  <a:lnTo>
                    <a:pt x="9130351" y="808618"/>
                  </a:lnTo>
                  <a:lnTo>
                    <a:pt x="9171191" y="741986"/>
                  </a:lnTo>
                  <a:lnTo>
                    <a:pt x="9212379" y="679037"/>
                  </a:lnTo>
                  <a:lnTo>
                    <a:pt x="9254094" y="619825"/>
                  </a:lnTo>
                  <a:lnTo>
                    <a:pt x="9296557" y="564342"/>
                  </a:lnTo>
                  <a:lnTo>
                    <a:pt x="9340044" y="512522"/>
                  </a:lnTo>
                  <a:lnTo>
                    <a:pt x="9347647" y="503974"/>
                  </a:lnTo>
                  <a:lnTo>
                    <a:pt x="9398551" y="450610"/>
                  </a:lnTo>
                  <a:lnTo>
                    <a:pt x="9451804" y="401791"/>
                  </a:lnTo>
                  <a:lnTo>
                    <a:pt x="9508052" y="357361"/>
                  </a:lnTo>
                  <a:lnTo>
                    <a:pt x="9568002" y="317021"/>
                  </a:lnTo>
                  <a:lnTo>
                    <a:pt x="9632391" y="280405"/>
                  </a:lnTo>
                  <a:lnTo>
                    <a:pt x="9701943" y="247135"/>
                  </a:lnTo>
                  <a:lnTo>
                    <a:pt x="9777326" y="216854"/>
                  </a:lnTo>
                  <a:lnTo>
                    <a:pt x="9859087" y="189244"/>
                  </a:lnTo>
                  <a:lnTo>
                    <a:pt x="9947578" y="164038"/>
                  </a:lnTo>
                  <a:lnTo>
                    <a:pt x="10042845" y="141029"/>
                  </a:lnTo>
                  <a:lnTo>
                    <a:pt x="10144507" y="120069"/>
                  </a:lnTo>
                  <a:lnTo>
                    <a:pt x="10251621" y="101073"/>
                  </a:lnTo>
                  <a:lnTo>
                    <a:pt x="10362563" y="84008"/>
                  </a:lnTo>
                  <a:lnTo>
                    <a:pt x="10474956" y="68888"/>
                  </a:lnTo>
                  <a:lnTo>
                    <a:pt x="10585701" y="55749"/>
                  </a:lnTo>
                  <a:lnTo>
                    <a:pt x="10691155" y="44631"/>
                  </a:lnTo>
                  <a:lnTo>
                    <a:pt x="10787474" y="35543"/>
                  </a:lnTo>
                  <a:lnTo>
                    <a:pt x="10871095" y="28439"/>
                  </a:lnTo>
                  <a:lnTo>
                    <a:pt x="10939282" y="23196"/>
                  </a:lnTo>
                  <a:lnTo>
                    <a:pt x="10990603" y="19608"/>
                  </a:lnTo>
                  <a:lnTo>
                    <a:pt x="11025233" y="17399"/>
                  </a:lnTo>
                  <a:lnTo>
                    <a:pt x="11045014" y="16245"/>
                  </a:lnTo>
                  <a:lnTo>
                    <a:pt x="11053327" y="15799"/>
                  </a:lnTo>
                  <a:lnTo>
                    <a:pt x="11054891" y="15721"/>
                  </a:lnTo>
                  <a:lnTo>
                    <a:pt x="12049831" y="1572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9" y="52"/>
                  </a:lnTo>
                  <a:lnTo>
                    <a:pt x="11046733" y="428"/>
                  </a:lnTo>
                  <a:lnTo>
                    <a:pt x="11028750" y="1465"/>
                  </a:lnTo>
                  <a:lnTo>
                    <a:pt x="10996293" y="3510"/>
                  </a:lnTo>
                  <a:lnTo>
                    <a:pt x="10947300" y="6892"/>
                  </a:lnTo>
                  <a:lnTo>
                    <a:pt x="10881367" y="11895"/>
                  </a:lnTo>
                  <a:lnTo>
                    <a:pt x="10799717" y="18736"/>
                  </a:lnTo>
                  <a:lnTo>
                    <a:pt x="10704935" y="27549"/>
                  </a:lnTo>
                  <a:lnTo>
                    <a:pt x="10600503" y="38389"/>
                  </a:lnTo>
                  <a:lnTo>
                    <a:pt x="10490257" y="51253"/>
                  </a:lnTo>
                  <a:lnTo>
                    <a:pt x="10377892" y="66106"/>
                  </a:lnTo>
                  <a:lnTo>
                    <a:pt x="10266595" y="82906"/>
                  </a:lnTo>
                  <a:lnTo>
                    <a:pt x="10158845" y="101638"/>
                  </a:lnTo>
                  <a:lnTo>
                    <a:pt x="10056369" y="122326"/>
                  </a:lnTo>
                  <a:lnTo>
                    <a:pt x="9960195" y="145048"/>
                  </a:lnTo>
                  <a:lnTo>
                    <a:pt x="9870773" y="169943"/>
                  </a:lnTo>
                  <a:lnTo>
                    <a:pt x="9788107" y="197210"/>
                  </a:lnTo>
                  <a:lnTo>
                    <a:pt x="9711883" y="227109"/>
                  </a:lnTo>
                  <a:lnTo>
                    <a:pt x="9641571" y="259950"/>
                  </a:lnTo>
                  <a:lnTo>
                    <a:pt x="9576519" y="296087"/>
                  </a:lnTo>
                  <a:lnTo>
                    <a:pt x="9516006" y="335896"/>
                  </a:lnTo>
                  <a:lnTo>
                    <a:pt x="9459295" y="379747"/>
                  </a:lnTo>
                  <a:lnTo>
                    <a:pt x="9405673" y="427953"/>
                  </a:lnTo>
                  <a:lnTo>
                    <a:pt x="9354483" y="480695"/>
                  </a:lnTo>
                  <a:lnTo>
                    <a:pt x="9347647" y="488252"/>
                  </a:lnTo>
                  <a:lnTo>
                    <a:pt x="9303953" y="539453"/>
                  </a:lnTo>
                  <a:lnTo>
                    <a:pt x="9261334" y="594300"/>
                  </a:lnTo>
                  <a:lnTo>
                    <a:pt x="9219508" y="652869"/>
                  </a:lnTo>
                  <a:lnTo>
                    <a:pt x="9178243" y="715177"/>
                  </a:lnTo>
                  <a:lnTo>
                    <a:pt x="9137354" y="781182"/>
                  </a:lnTo>
                  <a:lnTo>
                    <a:pt x="9096694" y="850775"/>
                  </a:lnTo>
                  <a:lnTo>
                    <a:pt x="9056152" y="923773"/>
                  </a:lnTo>
                  <a:lnTo>
                    <a:pt x="9015646" y="999924"/>
                  </a:lnTo>
                  <a:lnTo>
                    <a:pt x="8975123" y="1078900"/>
                  </a:lnTo>
                  <a:lnTo>
                    <a:pt x="8934552" y="1160308"/>
                  </a:lnTo>
                  <a:lnTo>
                    <a:pt x="8893921" y="1243691"/>
                  </a:lnTo>
                  <a:lnTo>
                    <a:pt x="8853235" y="1328540"/>
                  </a:lnTo>
                  <a:lnTo>
                    <a:pt x="8812510" y="1414305"/>
                  </a:lnTo>
                  <a:lnTo>
                    <a:pt x="8771770" y="1500412"/>
                  </a:lnTo>
                  <a:lnTo>
                    <a:pt x="8731041" y="1586278"/>
                  </a:lnTo>
                  <a:lnTo>
                    <a:pt x="8690347" y="1671324"/>
                  </a:lnTo>
                  <a:lnTo>
                    <a:pt x="8649706" y="1754996"/>
                  </a:lnTo>
                  <a:lnTo>
                    <a:pt x="8609125" y="1836778"/>
                  </a:lnTo>
                  <a:lnTo>
                    <a:pt x="8568595" y="1916202"/>
                  </a:lnTo>
                  <a:lnTo>
                    <a:pt x="8528090" y="1992864"/>
                  </a:lnTo>
                  <a:lnTo>
                    <a:pt x="8487559" y="2066424"/>
                  </a:lnTo>
                  <a:lnTo>
                    <a:pt x="8446926" y="2136617"/>
                  </a:lnTo>
                  <a:lnTo>
                    <a:pt x="8406085" y="2203249"/>
                  </a:lnTo>
                  <a:lnTo>
                    <a:pt x="8364897" y="2266198"/>
                  </a:lnTo>
                  <a:lnTo>
                    <a:pt x="8323183" y="2325410"/>
                  </a:lnTo>
                  <a:lnTo>
                    <a:pt x="8280719" y="2380893"/>
                  </a:lnTo>
                  <a:lnTo>
                    <a:pt x="8237232" y="2432713"/>
                  </a:lnTo>
                  <a:lnTo>
                    <a:pt x="8229629" y="2441262"/>
                  </a:lnTo>
                  <a:lnTo>
                    <a:pt x="8178726" y="2494625"/>
                  </a:lnTo>
                  <a:lnTo>
                    <a:pt x="8125472" y="2543445"/>
                  </a:lnTo>
                  <a:lnTo>
                    <a:pt x="8069225" y="2587874"/>
                  </a:lnTo>
                  <a:lnTo>
                    <a:pt x="8009274" y="2628214"/>
                  </a:lnTo>
                  <a:lnTo>
                    <a:pt x="7944885" y="2664830"/>
                  </a:lnTo>
                  <a:lnTo>
                    <a:pt x="7875333" y="2698100"/>
                  </a:lnTo>
                  <a:lnTo>
                    <a:pt x="7799951" y="2728381"/>
                  </a:lnTo>
                  <a:lnTo>
                    <a:pt x="7718189" y="2755991"/>
                  </a:lnTo>
                  <a:lnTo>
                    <a:pt x="7629699" y="2781197"/>
                  </a:lnTo>
                  <a:lnTo>
                    <a:pt x="7534432" y="2804207"/>
                  </a:lnTo>
                  <a:lnTo>
                    <a:pt x="7432770" y="2825166"/>
                  </a:lnTo>
                  <a:lnTo>
                    <a:pt x="7325655" y="2844163"/>
                  </a:lnTo>
                  <a:lnTo>
                    <a:pt x="7214713" y="2861227"/>
                  </a:lnTo>
                  <a:lnTo>
                    <a:pt x="7102321" y="2876348"/>
                  </a:lnTo>
                  <a:lnTo>
                    <a:pt x="6991576" y="2889486"/>
                  </a:lnTo>
                  <a:lnTo>
                    <a:pt x="6886121" y="2900604"/>
                  </a:lnTo>
                  <a:lnTo>
                    <a:pt x="6789802" y="2909692"/>
                  </a:lnTo>
                  <a:lnTo>
                    <a:pt x="6706181" y="2916796"/>
                  </a:lnTo>
                  <a:lnTo>
                    <a:pt x="6637995" y="2922040"/>
                  </a:lnTo>
                  <a:lnTo>
                    <a:pt x="6586674" y="2925627"/>
                  </a:lnTo>
                  <a:lnTo>
                    <a:pt x="6552044" y="2927836"/>
                  </a:lnTo>
                  <a:lnTo>
                    <a:pt x="6532263" y="2928991"/>
                  </a:lnTo>
                  <a:lnTo>
                    <a:pt x="6523949" y="2929436"/>
                  </a:lnTo>
                  <a:lnTo>
                    <a:pt x="6522385" y="2929514"/>
                  </a:lnTo>
                  <a:lnTo>
                    <a:pt x="5527445" y="2929514"/>
                  </a:lnTo>
                  <a:lnTo>
                    <a:pt x="5526346" y="2929473"/>
                  </a:lnTo>
                  <a:lnTo>
                    <a:pt x="5519090" y="2929182"/>
                  </a:lnTo>
                  <a:lnTo>
                    <a:pt x="5500683" y="2928379"/>
                  </a:lnTo>
                  <a:lnTo>
                    <a:pt x="5467493" y="2926797"/>
                  </a:lnTo>
                  <a:lnTo>
                    <a:pt x="5417452" y="2924180"/>
                  </a:lnTo>
                  <a:lnTo>
                    <a:pt x="5350210" y="2920310"/>
                  </a:lnTo>
                  <a:lnTo>
                    <a:pt x="5267094" y="2915024"/>
                  </a:lnTo>
                  <a:lnTo>
                    <a:pt x="5170814" y="2908221"/>
                  </a:lnTo>
                  <a:lnTo>
                    <a:pt x="5064976" y="2899860"/>
                  </a:lnTo>
                  <a:lnTo>
                    <a:pt x="4953519" y="2889948"/>
                  </a:lnTo>
                  <a:lnTo>
                    <a:pt x="4840199" y="2878512"/>
                  </a:lnTo>
                  <a:lnTo>
                    <a:pt x="4728226" y="2865583"/>
                  </a:lnTo>
                  <a:lnTo>
                    <a:pt x="4620066" y="2851172"/>
                  </a:lnTo>
                  <a:lnTo>
                    <a:pt x="4517412" y="2835255"/>
                  </a:lnTo>
                  <a:lnTo>
                    <a:pt x="4421246" y="2817767"/>
                  </a:lnTo>
                  <a:lnTo>
                    <a:pt x="4331966" y="2798594"/>
                  </a:lnTo>
                  <a:lnTo>
                    <a:pt x="4249528" y="2777577"/>
                  </a:lnTo>
                  <a:lnTo>
                    <a:pt x="4173573" y="2754509"/>
                  </a:lnTo>
                  <a:lnTo>
                    <a:pt x="4103537" y="2729143"/>
                  </a:lnTo>
                  <a:lnTo>
                    <a:pt x="4038735" y="2701204"/>
                  </a:lnTo>
                  <a:lnTo>
                    <a:pt x="3978424" y="2670397"/>
                  </a:lnTo>
                  <a:lnTo>
                    <a:pt x="3921849" y="2636442"/>
                  </a:lnTo>
                  <a:lnTo>
                    <a:pt x="3868287" y="2599110"/>
                  </a:lnTo>
                  <a:lnTo>
                    <a:pt x="3820202" y="2560923"/>
                  </a:lnTo>
                  <a:lnTo>
                    <a:pt x="3772081" y="2518141"/>
                  </a:lnTo>
                  <a:lnTo>
                    <a:pt x="3725231" y="2472003"/>
                  </a:lnTo>
                  <a:lnTo>
                    <a:pt x="3679284" y="2422442"/>
                  </a:lnTo>
                  <a:lnTo>
                    <a:pt x="3633945" y="2369454"/>
                  </a:lnTo>
                  <a:lnTo>
                    <a:pt x="3588985" y="2313106"/>
                  </a:lnTo>
                  <a:lnTo>
                    <a:pt x="3544229" y="2253544"/>
                  </a:lnTo>
                  <a:lnTo>
                    <a:pt x="3499553" y="2190991"/>
                  </a:lnTo>
                  <a:lnTo>
                    <a:pt x="3454872" y="2125754"/>
                  </a:lnTo>
                  <a:lnTo>
                    <a:pt x="3410136" y="2058218"/>
                  </a:lnTo>
                  <a:lnTo>
                    <a:pt x="3365329" y="1988836"/>
                  </a:lnTo>
                  <a:lnTo>
                    <a:pt x="3320456" y="1918122"/>
                  </a:lnTo>
                  <a:lnTo>
                    <a:pt x="3275540" y="1846636"/>
                  </a:lnTo>
                  <a:lnTo>
                    <a:pt x="3230612" y="1774960"/>
                  </a:lnTo>
                  <a:lnTo>
                    <a:pt x="3185707" y="1703687"/>
                  </a:lnTo>
                  <a:lnTo>
                    <a:pt x="3140856" y="1633392"/>
                  </a:lnTo>
                  <a:lnTo>
                    <a:pt x="3096076" y="1564620"/>
                  </a:lnTo>
                  <a:lnTo>
                    <a:pt x="3051364" y="1497866"/>
                  </a:lnTo>
                  <a:lnTo>
                    <a:pt x="3006691" y="1433559"/>
                  </a:lnTo>
                  <a:lnTo>
                    <a:pt x="2961998" y="1372055"/>
                  </a:lnTo>
                  <a:lnTo>
                    <a:pt x="2917186" y="1313633"/>
                  </a:lnTo>
                  <a:lnTo>
                    <a:pt x="2872111" y="1258487"/>
                  </a:lnTo>
                  <a:lnTo>
                    <a:pt x="2826582" y="1206733"/>
                  </a:lnTo>
                  <a:lnTo>
                    <a:pt x="2780346" y="1158412"/>
                  </a:lnTo>
                  <a:lnTo>
                    <a:pt x="2733085" y="1113498"/>
                  </a:lnTo>
                  <a:lnTo>
                    <a:pt x="2702183" y="1086558"/>
                  </a:lnTo>
                  <a:lnTo>
                    <a:pt x="2650848" y="1045952"/>
                  </a:lnTo>
                  <a:lnTo>
                    <a:pt x="2597119" y="1008834"/>
                  </a:lnTo>
                  <a:lnTo>
                    <a:pt x="2540335" y="975082"/>
                  </a:lnTo>
                  <a:lnTo>
                    <a:pt x="2479766" y="944462"/>
                  </a:lnTo>
                  <a:lnTo>
                    <a:pt x="2414661" y="916691"/>
                  </a:lnTo>
                  <a:lnTo>
                    <a:pt x="2344277" y="891476"/>
                  </a:lnTo>
                  <a:lnTo>
                    <a:pt x="2267934" y="868542"/>
                  </a:lnTo>
                  <a:lnTo>
                    <a:pt x="2185080" y="847644"/>
                  </a:lnTo>
                  <a:lnTo>
                    <a:pt x="2095370" y="828581"/>
                  </a:lnTo>
                  <a:lnTo>
                    <a:pt x="1998784" y="811193"/>
                  </a:lnTo>
                  <a:lnTo>
                    <a:pt x="1895753" y="795371"/>
                  </a:lnTo>
                  <a:lnTo>
                    <a:pt x="1787300" y="781052"/>
                  </a:lnTo>
                  <a:lnTo>
                    <a:pt x="1675163" y="768215"/>
                  </a:lnTo>
                  <a:lnTo>
                    <a:pt x="1561858" y="756873"/>
                  </a:lnTo>
                  <a:lnTo>
                    <a:pt x="1450636" y="747056"/>
                  </a:lnTo>
                  <a:lnTo>
                    <a:pt x="1345278" y="738792"/>
                  </a:lnTo>
                  <a:lnTo>
                    <a:pt x="1249716" y="732085"/>
                  </a:lnTo>
                  <a:lnTo>
                    <a:pt x="1167518" y="726890"/>
                  </a:lnTo>
                  <a:lnTo>
                    <a:pt x="1101321" y="723104"/>
                  </a:lnTo>
                  <a:lnTo>
                    <a:pt x="1052354" y="720558"/>
                  </a:lnTo>
                  <a:lnTo>
                    <a:pt x="1020159" y="719031"/>
                  </a:lnTo>
                  <a:lnTo>
                    <a:pt x="1002566" y="718268"/>
                  </a:lnTo>
                  <a:lnTo>
                    <a:pt x="995849" y="718000"/>
                  </a:lnTo>
                  <a:lnTo>
                    <a:pt x="994940" y="717966"/>
                  </a:lnTo>
                  <a:lnTo>
                    <a:pt x="0" y="717966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46" name="pl645"/>
            <p:cNvSpPr/>
            <p:nvPr/>
          </p:nvSpPr>
          <p:spPr>
            <a:xfrm>
              <a:off x="1199187" y="2793093"/>
              <a:ext cx="12049831" cy="2929514"/>
            </a:xfrm>
            <a:custGeom>
              <a:avLst/>
              <a:pathLst>
                <a:path w="12049831" h="2929514">
                  <a:moveTo>
                    <a:pt x="0" y="717966"/>
                  </a:moveTo>
                  <a:lnTo>
                    <a:pt x="994940" y="717966"/>
                  </a:lnTo>
                  <a:lnTo>
                    <a:pt x="996039" y="718007"/>
                  </a:lnTo>
                  <a:lnTo>
                    <a:pt x="1003295" y="718298"/>
                  </a:lnTo>
                  <a:lnTo>
                    <a:pt x="1021702" y="719101"/>
                  </a:lnTo>
                  <a:lnTo>
                    <a:pt x="1054892" y="720684"/>
                  </a:lnTo>
                  <a:lnTo>
                    <a:pt x="1104933" y="723300"/>
                  </a:lnTo>
                  <a:lnTo>
                    <a:pt x="1172175" y="727170"/>
                  </a:lnTo>
                  <a:lnTo>
                    <a:pt x="1255291" y="732456"/>
                  </a:lnTo>
                  <a:lnTo>
                    <a:pt x="1351571" y="739259"/>
                  </a:lnTo>
                  <a:lnTo>
                    <a:pt x="1457409" y="747620"/>
                  </a:lnTo>
                  <a:lnTo>
                    <a:pt x="1568866" y="757533"/>
                  </a:lnTo>
                  <a:lnTo>
                    <a:pt x="1682186" y="768968"/>
                  </a:lnTo>
                  <a:lnTo>
                    <a:pt x="1794159" y="781897"/>
                  </a:lnTo>
                  <a:lnTo>
                    <a:pt x="1902319" y="796308"/>
                  </a:lnTo>
                  <a:lnTo>
                    <a:pt x="2004973" y="812225"/>
                  </a:lnTo>
                  <a:lnTo>
                    <a:pt x="2101139" y="829713"/>
                  </a:lnTo>
                  <a:lnTo>
                    <a:pt x="2190419" y="848886"/>
                  </a:lnTo>
                  <a:lnTo>
                    <a:pt x="2272857" y="869903"/>
                  </a:lnTo>
                  <a:lnTo>
                    <a:pt x="2348812" y="892972"/>
                  </a:lnTo>
                  <a:lnTo>
                    <a:pt x="2418848" y="918337"/>
                  </a:lnTo>
                  <a:lnTo>
                    <a:pt x="2483650" y="946277"/>
                  </a:lnTo>
                  <a:lnTo>
                    <a:pt x="2543961" y="977083"/>
                  </a:lnTo>
                  <a:lnTo>
                    <a:pt x="2600536" y="1011038"/>
                  </a:lnTo>
                  <a:lnTo>
                    <a:pt x="2654098" y="1048371"/>
                  </a:lnTo>
                  <a:lnTo>
                    <a:pt x="2702183" y="1086558"/>
                  </a:lnTo>
                  <a:lnTo>
                    <a:pt x="2750304" y="1129339"/>
                  </a:lnTo>
                  <a:lnTo>
                    <a:pt x="2797154" y="1175477"/>
                  </a:lnTo>
                  <a:lnTo>
                    <a:pt x="2843101" y="1225038"/>
                  </a:lnTo>
                  <a:lnTo>
                    <a:pt x="2888440" y="1278026"/>
                  </a:lnTo>
                  <a:lnTo>
                    <a:pt x="2933400" y="1334374"/>
                  </a:lnTo>
                  <a:lnTo>
                    <a:pt x="2978156" y="1393937"/>
                  </a:lnTo>
                  <a:lnTo>
                    <a:pt x="3022832" y="1456489"/>
                  </a:lnTo>
                  <a:lnTo>
                    <a:pt x="3067513" y="1521726"/>
                  </a:lnTo>
                  <a:lnTo>
                    <a:pt x="3112249" y="1589263"/>
                  </a:lnTo>
                  <a:lnTo>
                    <a:pt x="3157055" y="1658645"/>
                  </a:lnTo>
                  <a:lnTo>
                    <a:pt x="3201929" y="1729358"/>
                  </a:lnTo>
                  <a:lnTo>
                    <a:pt x="3246845" y="1800845"/>
                  </a:lnTo>
                  <a:lnTo>
                    <a:pt x="3291773" y="1872520"/>
                  </a:lnTo>
                  <a:lnTo>
                    <a:pt x="3336678" y="1943794"/>
                  </a:lnTo>
                  <a:lnTo>
                    <a:pt x="3381529" y="2014088"/>
                  </a:lnTo>
                  <a:lnTo>
                    <a:pt x="3426309" y="2082860"/>
                  </a:lnTo>
                  <a:lnTo>
                    <a:pt x="3471021" y="2149614"/>
                  </a:lnTo>
                  <a:lnTo>
                    <a:pt x="3515694" y="2213922"/>
                  </a:lnTo>
                  <a:lnTo>
                    <a:pt x="3560387" y="2275425"/>
                  </a:lnTo>
                  <a:lnTo>
                    <a:pt x="3605199" y="2333848"/>
                  </a:lnTo>
                  <a:lnTo>
                    <a:pt x="3650274" y="2388994"/>
                  </a:lnTo>
                  <a:lnTo>
                    <a:pt x="3695803" y="2440748"/>
                  </a:lnTo>
                  <a:lnTo>
                    <a:pt x="3742039" y="2489068"/>
                  </a:lnTo>
                  <a:lnTo>
                    <a:pt x="3789300" y="2533982"/>
                  </a:lnTo>
                  <a:lnTo>
                    <a:pt x="3820202" y="2560923"/>
                  </a:lnTo>
                  <a:lnTo>
                    <a:pt x="3871537" y="2601528"/>
                  </a:lnTo>
                  <a:lnTo>
                    <a:pt x="3925266" y="2638646"/>
                  </a:lnTo>
                  <a:lnTo>
                    <a:pt x="3982050" y="2672398"/>
                  </a:lnTo>
                  <a:lnTo>
                    <a:pt x="4042619" y="2703018"/>
                  </a:lnTo>
                  <a:lnTo>
                    <a:pt x="4107724" y="2730790"/>
                  </a:lnTo>
                  <a:lnTo>
                    <a:pt x="4178108" y="2756005"/>
                  </a:lnTo>
                  <a:lnTo>
                    <a:pt x="4254451" y="2778939"/>
                  </a:lnTo>
                  <a:lnTo>
                    <a:pt x="4337305" y="2799836"/>
                  </a:lnTo>
                  <a:lnTo>
                    <a:pt x="4427015" y="2818900"/>
                  </a:lnTo>
                  <a:lnTo>
                    <a:pt x="4523601" y="2836288"/>
                  </a:lnTo>
                  <a:lnTo>
                    <a:pt x="4626632" y="2852110"/>
                  </a:lnTo>
                  <a:lnTo>
                    <a:pt x="4735085" y="2866429"/>
                  </a:lnTo>
                  <a:lnTo>
                    <a:pt x="4847222" y="2879265"/>
                  </a:lnTo>
                  <a:lnTo>
                    <a:pt x="4960527" y="2890608"/>
                  </a:lnTo>
                  <a:lnTo>
                    <a:pt x="5071749" y="2900425"/>
                  </a:lnTo>
                  <a:lnTo>
                    <a:pt x="5177107" y="2908688"/>
                  </a:lnTo>
                  <a:lnTo>
                    <a:pt x="5272669" y="2915396"/>
                  </a:lnTo>
                  <a:lnTo>
                    <a:pt x="5354867" y="2920590"/>
                  </a:lnTo>
                  <a:lnTo>
                    <a:pt x="5421064" y="2924377"/>
                  </a:lnTo>
                  <a:lnTo>
                    <a:pt x="5470031" y="2926923"/>
                  </a:lnTo>
                  <a:lnTo>
                    <a:pt x="5502226" y="2928449"/>
                  </a:lnTo>
                  <a:lnTo>
                    <a:pt x="5519819" y="2929213"/>
                  </a:lnTo>
                  <a:lnTo>
                    <a:pt x="5526536" y="2929480"/>
                  </a:lnTo>
                  <a:lnTo>
                    <a:pt x="5527445" y="2929514"/>
                  </a:lnTo>
                  <a:lnTo>
                    <a:pt x="6522385" y="2929514"/>
                  </a:lnTo>
                  <a:lnTo>
                    <a:pt x="6523458" y="2929461"/>
                  </a:lnTo>
                  <a:lnTo>
                    <a:pt x="6530543" y="2929086"/>
                  </a:lnTo>
                  <a:lnTo>
                    <a:pt x="6548527" y="2928048"/>
                  </a:lnTo>
                  <a:lnTo>
                    <a:pt x="6580983" y="2926004"/>
                  </a:lnTo>
                  <a:lnTo>
                    <a:pt x="6629976" y="2922622"/>
                  </a:lnTo>
                  <a:lnTo>
                    <a:pt x="6695910" y="2917618"/>
                  </a:lnTo>
                  <a:lnTo>
                    <a:pt x="6777559" y="2910777"/>
                  </a:lnTo>
                  <a:lnTo>
                    <a:pt x="6872341" y="2901965"/>
                  </a:lnTo>
                  <a:lnTo>
                    <a:pt x="6976774" y="2891125"/>
                  </a:lnTo>
                  <a:lnTo>
                    <a:pt x="7087020" y="2878260"/>
                  </a:lnTo>
                  <a:lnTo>
                    <a:pt x="7199385" y="2863408"/>
                  </a:lnTo>
                  <a:lnTo>
                    <a:pt x="7310682" y="2846607"/>
                  </a:lnTo>
                  <a:lnTo>
                    <a:pt x="7418431" y="2827875"/>
                  </a:lnTo>
                  <a:lnTo>
                    <a:pt x="7520908" y="2807188"/>
                  </a:lnTo>
                  <a:lnTo>
                    <a:pt x="7617082" y="2784466"/>
                  </a:lnTo>
                  <a:lnTo>
                    <a:pt x="7706504" y="2759571"/>
                  </a:lnTo>
                  <a:lnTo>
                    <a:pt x="7789169" y="2732303"/>
                  </a:lnTo>
                  <a:lnTo>
                    <a:pt x="7865394" y="2702405"/>
                  </a:lnTo>
                  <a:lnTo>
                    <a:pt x="7935705" y="2669564"/>
                  </a:lnTo>
                  <a:lnTo>
                    <a:pt x="8000757" y="2633427"/>
                  </a:lnTo>
                  <a:lnTo>
                    <a:pt x="8061271" y="2593618"/>
                  </a:lnTo>
                  <a:lnTo>
                    <a:pt x="8117981" y="2549767"/>
                  </a:lnTo>
                  <a:lnTo>
                    <a:pt x="8171604" y="2501560"/>
                  </a:lnTo>
                  <a:lnTo>
                    <a:pt x="8222794" y="2448818"/>
                  </a:lnTo>
                  <a:lnTo>
                    <a:pt x="8229629" y="2441262"/>
                  </a:lnTo>
                  <a:lnTo>
                    <a:pt x="8273324" y="2390061"/>
                  </a:lnTo>
                  <a:lnTo>
                    <a:pt x="8315942" y="2335213"/>
                  </a:lnTo>
                  <a:lnTo>
                    <a:pt x="8357768" y="2276645"/>
                  </a:lnTo>
                  <a:lnTo>
                    <a:pt x="8399033" y="2214336"/>
                  </a:lnTo>
                  <a:lnTo>
                    <a:pt x="8439922" y="2148331"/>
                  </a:lnTo>
                  <a:lnTo>
                    <a:pt x="8480583" y="2078739"/>
                  </a:lnTo>
                  <a:lnTo>
                    <a:pt x="8521125" y="2005740"/>
                  </a:lnTo>
                  <a:lnTo>
                    <a:pt x="8561630" y="1929590"/>
                  </a:lnTo>
                  <a:lnTo>
                    <a:pt x="8602153" y="1850613"/>
                  </a:lnTo>
                  <a:lnTo>
                    <a:pt x="8642725" y="1769205"/>
                  </a:lnTo>
                  <a:lnTo>
                    <a:pt x="8683356" y="1685822"/>
                  </a:lnTo>
                  <a:lnTo>
                    <a:pt x="8724042" y="1600974"/>
                  </a:lnTo>
                  <a:lnTo>
                    <a:pt x="8764766" y="1515209"/>
                  </a:lnTo>
                  <a:lnTo>
                    <a:pt x="8805506" y="1429101"/>
                  </a:lnTo>
                  <a:lnTo>
                    <a:pt x="8846235" y="1343236"/>
                  </a:lnTo>
                  <a:lnTo>
                    <a:pt x="8886929" y="1258190"/>
                  </a:lnTo>
                  <a:lnTo>
                    <a:pt x="8927570" y="1174517"/>
                  </a:lnTo>
                  <a:lnTo>
                    <a:pt x="8968152" y="1092736"/>
                  </a:lnTo>
                  <a:lnTo>
                    <a:pt x="9008681" y="1013311"/>
                  </a:lnTo>
                  <a:lnTo>
                    <a:pt x="9049187" y="936650"/>
                  </a:lnTo>
                  <a:lnTo>
                    <a:pt x="9089718" y="863089"/>
                  </a:lnTo>
                  <a:lnTo>
                    <a:pt x="9130351" y="792896"/>
                  </a:lnTo>
                  <a:lnTo>
                    <a:pt x="9171191" y="726264"/>
                  </a:lnTo>
                  <a:lnTo>
                    <a:pt x="9212379" y="663315"/>
                  </a:lnTo>
                  <a:lnTo>
                    <a:pt x="9254094" y="604104"/>
                  </a:lnTo>
                  <a:lnTo>
                    <a:pt x="9296557" y="548620"/>
                  </a:lnTo>
                  <a:lnTo>
                    <a:pt x="9340044" y="496800"/>
                  </a:lnTo>
                  <a:lnTo>
                    <a:pt x="9347647" y="488252"/>
                  </a:lnTo>
                  <a:lnTo>
                    <a:pt x="9398551" y="434888"/>
                  </a:lnTo>
                  <a:lnTo>
                    <a:pt x="9451804" y="386069"/>
                  </a:lnTo>
                  <a:lnTo>
                    <a:pt x="9508052" y="341639"/>
                  </a:lnTo>
                  <a:lnTo>
                    <a:pt x="9568002" y="301299"/>
                  </a:lnTo>
                  <a:lnTo>
                    <a:pt x="9632391" y="264683"/>
                  </a:lnTo>
                  <a:lnTo>
                    <a:pt x="9701943" y="231413"/>
                  </a:lnTo>
                  <a:lnTo>
                    <a:pt x="9777326" y="201132"/>
                  </a:lnTo>
                  <a:lnTo>
                    <a:pt x="9859087" y="173522"/>
                  </a:lnTo>
                  <a:lnTo>
                    <a:pt x="9947578" y="148316"/>
                  </a:lnTo>
                  <a:lnTo>
                    <a:pt x="10042845" y="125307"/>
                  </a:lnTo>
                  <a:lnTo>
                    <a:pt x="10144507" y="104347"/>
                  </a:lnTo>
                  <a:lnTo>
                    <a:pt x="10251621" y="85351"/>
                  </a:lnTo>
                  <a:lnTo>
                    <a:pt x="10362563" y="68286"/>
                  </a:lnTo>
                  <a:lnTo>
                    <a:pt x="10474956" y="53166"/>
                  </a:lnTo>
                  <a:lnTo>
                    <a:pt x="10585701" y="40027"/>
                  </a:lnTo>
                  <a:lnTo>
                    <a:pt x="10691155" y="28909"/>
                  </a:lnTo>
                  <a:lnTo>
                    <a:pt x="10787474" y="19822"/>
                  </a:lnTo>
                  <a:lnTo>
                    <a:pt x="10871095" y="12717"/>
                  </a:lnTo>
                  <a:lnTo>
                    <a:pt x="10939282" y="7474"/>
                  </a:lnTo>
                  <a:lnTo>
                    <a:pt x="10990603" y="3886"/>
                  </a:lnTo>
                  <a:lnTo>
                    <a:pt x="11025233" y="1677"/>
                  </a:lnTo>
                  <a:lnTo>
                    <a:pt x="11045014" y="523"/>
                  </a:lnTo>
                  <a:lnTo>
                    <a:pt x="11053327" y="77"/>
                  </a:lnTo>
                  <a:lnTo>
                    <a:pt x="11054888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7" name="pl646"/>
            <p:cNvSpPr/>
            <p:nvPr/>
          </p:nvSpPr>
          <p:spPr>
            <a:xfrm>
              <a:off x="1199187" y="2777371"/>
              <a:ext cx="12049831" cy="2929514"/>
            </a:xfrm>
            <a:custGeom>
              <a:avLst/>
              <a:pathLst>
                <a:path w="12049831" h="2929514">
                  <a:moveTo>
                    <a:pt x="12049831" y="0"/>
                  </a:moveTo>
                  <a:lnTo>
                    <a:pt x="11054891" y="0"/>
                  </a:lnTo>
                  <a:lnTo>
                    <a:pt x="11053819" y="52"/>
                  </a:lnTo>
                  <a:lnTo>
                    <a:pt x="11046733" y="428"/>
                  </a:lnTo>
                  <a:lnTo>
                    <a:pt x="11028750" y="1465"/>
                  </a:lnTo>
                  <a:lnTo>
                    <a:pt x="10996293" y="3510"/>
                  </a:lnTo>
                  <a:lnTo>
                    <a:pt x="10947300" y="6892"/>
                  </a:lnTo>
                  <a:lnTo>
                    <a:pt x="10881367" y="11895"/>
                  </a:lnTo>
                  <a:lnTo>
                    <a:pt x="10799717" y="18736"/>
                  </a:lnTo>
                  <a:lnTo>
                    <a:pt x="10704935" y="27549"/>
                  </a:lnTo>
                  <a:lnTo>
                    <a:pt x="10600503" y="38389"/>
                  </a:lnTo>
                  <a:lnTo>
                    <a:pt x="10490257" y="51253"/>
                  </a:lnTo>
                  <a:lnTo>
                    <a:pt x="10377892" y="66106"/>
                  </a:lnTo>
                  <a:lnTo>
                    <a:pt x="10266595" y="82906"/>
                  </a:lnTo>
                  <a:lnTo>
                    <a:pt x="10158845" y="101638"/>
                  </a:lnTo>
                  <a:lnTo>
                    <a:pt x="10056369" y="122326"/>
                  </a:lnTo>
                  <a:lnTo>
                    <a:pt x="9960195" y="145048"/>
                  </a:lnTo>
                  <a:lnTo>
                    <a:pt x="9870773" y="169943"/>
                  </a:lnTo>
                  <a:lnTo>
                    <a:pt x="9788107" y="197210"/>
                  </a:lnTo>
                  <a:lnTo>
                    <a:pt x="9711883" y="227109"/>
                  </a:lnTo>
                  <a:lnTo>
                    <a:pt x="9641571" y="259950"/>
                  </a:lnTo>
                  <a:lnTo>
                    <a:pt x="9576519" y="296087"/>
                  </a:lnTo>
                  <a:lnTo>
                    <a:pt x="9516006" y="335896"/>
                  </a:lnTo>
                  <a:lnTo>
                    <a:pt x="9459295" y="379747"/>
                  </a:lnTo>
                  <a:lnTo>
                    <a:pt x="9405673" y="427953"/>
                  </a:lnTo>
                  <a:lnTo>
                    <a:pt x="9354483" y="480695"/>
                  </a:lnTo>
                  <a:lnTo>
                    <a:pt x="9347647" y="488252"/>
                  </a:lnTo>
                  <a:lnTo>
                    <a:pt x="9303953" y="539453"/>
                  </a:lnTo>
                  <a:lnTo>
                    <a:pt x="9261334" y="594300"/>
                  </a:lnTo>
                  <a:lnTo>
                    <a:pt x="9219508" y="652869"/>
                  </a:lnTo>
                  <a:lnTo>
                    <a:pt x="9178243" y="715177"/>
                  </a:lnTo>
                  <a:lnTo>
                    <a:pt x="9137354" y="781182"/>
                  </a:lnTo>
                  <a:lnTo>
                    <a:pt x="9096694" y="850775"/>
                  </a:lnTo>
                  <a:lnTo>
                    <a:pt x="9056152" y="923773"/>
                  </a:lnTo>
                  <a:lnTo>
                    <a:pt x="9015646" y="999924"/>
                  </a:lnTo>
                  <a:lnTo>
                    <a:pt x="8975123" y="1078900"/>
                  </a:lnTo>
                  <a:lnTo>
                    <a:pt x="8934552" y="1160308"/>
                  </a:lnTo>
                  <a:lnTo>
                    <a:pt x="8893921" y="1243691"/>
                  </a:lnTo>
                  <a:lnTo>
                    <a:pt x="8853235" y="1328540"/>
                  </a:lnTo>
                  <a:lnTo>
                    <a:pt x="8812510" y="1414305"/>
                  </a:lnTo>
                  <a:lnTo>
                    <a:pt x="8771770" y="1500412"/>
                  </a:lnTo>
                  <a:lnTo>
                    <a:pt x="8731041" y="1586278"/>
                  </a:lnTo>
                  <a:lnTo>
                    <a:pt x="8690347" y="1671324"/>
                  </a:lnTo>
                  <a:lnTo>
                    <a:pt x="8649706" y="1754996"/>
                  </a:lnTo>
                  <a:lnTo>
                    <a:pt x="8609125" y="1836778"/>
                  </a:lnTo>
                  <a:lnTo>
                    <a:pt x="8568595" y="1916202"/>
                  </a:lnTo>
                  <a:lnTo>
                    <a:pt x="8528090" y="1992864"/>
                  </a:lnTo>
                  <a:lnTo>
                    <a:pt x="8487559" y="2066424"/>
                  </a:lnTo>
                  <a:lnTo>
                    <a:pt x="8446926" y="2136617"/>
                  </a:lnTo>
                  <a:lnTo>
                    <a:pt x="8406085" y="2203249"/>
                  </a:lnTo>
                  <a:lnTo>
                    <a:pt x="8364897" y="2266198"/>
                  </a:lnTo>
                  <a:lnTo>
                    <a:pt x="8323183" y="2325410"/>
                  </a:lnTo>
                  <a:lnTo>
                    <a:pt x="8280719" y="2380893"/>
                  </a:lnTo>
                  <a:lnTo>
                    <a:pt x="8237232" y="2432713"/>
                  </a:lnTo>
                  <a:lnTo>
                    <a:pt x="8229629" y="2441262"/>
                  </a:lnTo>
                  <a:lnTo>
                    <a:pt x="8178726" y="2494625"/>
                  </a:lnTo>
                  <a:lnTo>
                    <a:pt x="8125472" y="2543445"/>
                  </a:lnTo>
                  <a:lnTo>
                    <a:pt x="8069225" y="2587874"/>
                  </a:lnTo>
                  <a:lnTo>
                    <a:pt x="8009274" y="2628214"/>
                  </a:lnTo>
                  <a:lnTo>
                    <a:pt x="7944885" y="2664830"/>
                  </a:lnTo>
                  <a:lnTo>
                    <a:pt x="7875333" y="2698100"/>
                  </a:lnTo>
                  <a:lnTo>
                    <a:pt x="7799951" y="2728381"/>
                  </a:lnTo>
                  <a:lnTo>
                    <a:pt x="7718189" y="2755991"/>
                  </a:lnTo>
                  <a:lnTo>
                    <a:pt x="7629699" y="2781197"/>
                  </a:lnTo>
                  <a:lnTo>
                    <a:pt x="7534432" y="2804207"/>
                  </a:lnTo>
                  <a:lnTo>
                    <a:pt x="7432770" y="2825166"/>
                  </a:lnTo>
                  <a:lnTo>
                    <a:pt x="7325655" y="2844163"/>
                  </a:lnTo>
                  <a:lnTo>
                    <a:pt x="7214713" y="2861227"/>
                  </a:lnTo>
                  <a:lnTo>
                    <a:pt x="7102321" y="2876348"/>
                  </a:lnTo>
                  <a:lnTo>
                    <a:pt x="6991576" y="2889486"/>
                  </a:lnTo>
                  <a:lnTo>
                    <a:pt x="6886121" y="2900604"/>
                  </a:lnTo>
                  <a:lnTo>
                    <a:pt x="6789802" y="2909692"/>
                  </a:lnTo>
                  <a:lnTo>
                    <a:pt x="6706181" y="2916796"/>
                  </a:lnTo>
                  <a:lnTo>
                    <a:pt x="6637995" y="2922040"/>
                  </a:lnTo>
                  <a:lnTo>
                    <a:pt x="6586674" y="2925627"/>
                  </a:lnTo>
                  <a:lnTo>
                    <a:pt x="6552044" y="2927836"/>
                  </a:lnTo>
                  <a:lnTo>
                    <a:pt x="6532263" y="2928991"/>
                  </a:lnTo>
                  <a:lnTo>
                    <a:pt x="6523949" y="2929436"/>
                  </a:lnTo>
                  <a:lnTo>
                    <a:pt x="6522388" y="2929514"/>
                  </a:lnTo>
                  <a:lnTo>
                    <a:pt x="6522385" y="2929514"/>
                  </a:lnTo>
                  <a:lnTo>
                    <a:pt x="5527445" y="2929514"/>
                  </a:lnTo>
                  <a:lnTo>
                    <a:pt x="5526346" y="2929473"/>
                  </a:lnTo>
                  <a:lnTo>
                    <a:pt x="5519090" y="2929182"/>
                  </a:lnTo>
                  <a:lnTo>
                    <a:pt x="5500683" y="2928379"/>
                  </a:lnTo>
                  <a:lnTo>
                    <a:pt x="5467493" y="2926797"/>
                  </a:lnTo>
                  <a:lnTo>
                    <a:pt x="5417452" y="2924180"/>
                  </a:lnTo>
                  <a:lnTo>
                    <a:pt x="5350210" y="2920310"/>
                  </a:lnTo>
                  <a:lnTo>
                    <a:pt x="5267094" y="2915024"/>
                  </a:lnTo>
                  <a:lnTo>
                    <a:pt x="5170814" y="2908221"/>
                  </a:lnTo>
                  <a:lnTo>
                    <a:pt x="5064976" y="2899860"/>
                  </a:lnTo>
                  <a:lnTo>
                    <a:pt x="4953519" y="2889948"/>
                  </a:lnTo>
                  <a:lnTo>
                    <a:pt x="4840199" y="2878512"/>
                  </a:lnTo>
                  <a:lnTo>
                    <a:pt x="4728226" y="2865583"/>
                  </a:lnTo>
                  <a:lnTo>
                    <a:pt x="4620066" y="2851172"/>
                  </a:lnTo>
                  <a:lnTo>
                    <a:pt x="4517412" y="2835255"/>
                  </a:lnTo>
                  <a:lnTo>
                    <a:pt x="4421246" y="2817767"/>
                  </a:lnTo>
                  <a:lnTo>
                    <a:pt x="4331966" y="2798594"/>
                  </a:lnTo>
                  <a:lnTo>
                    <a:pt x="4249528" y="2777577"/>
                  </a:lnTo>
                  <a:lnTo>
                    <a:pt x="4173573" y="2754509"/>
                  </a:lnTo>
                  <a:lnTo>
                    <a:pt x="4103537" y="2729143"/>
                  </a:lnTo>
                  <a:lnTo>
                    <a:pt x="4038735" y="2701204"/>
                  </a:lnTo>
                  <a:lnTo>
                    <a:pt x="3978424" y="2670397"/>
                  </a:lnTo>
                  <a:lnTo>
                    <a:pt x="3921849" y="2636442"/>
                  </a:lnTo>
                  <a:lnTo>
                    <a:pt x="3868287" y="2599110"/>
                  </a:lnTo>
                  <a:lnTo>
                    <a:pt x="3820202" y="2560923"/>
                  </a:lnTo>
                  <a:lnTo>
                    <a:pt x="3772081" y="2518141"/>
                  </a:lnTo>
                  <a:lnTo>
                    <a:pt x="3725231" y="2472003"/>
                  </a:lnTo>
                  <a:lnTo>
                    <a:pt x="3679284" y="2422442"/>
                  </a:lnTo>
                  <a:lnTo>
                    <a:pt x="3633945" y="2369454"/>
                  </a:lnTo>
                  <a:lnTo>
                    <a:pt x="3588985" y="2313106"/>
                  </a:lnTo>
                  <a:lnTo>
                    <a:pt x="3544229" y="2253544"/>
                  </a:lnTo>
                  <a:lnTo>
                    <a:pt x="3499553" y="2190991"/>
                  </a:lnTo>
                  <a:lnTo>
                    <a:pt x="3454872" y="2125754"/>
                  </a:lnTo>
                  <a:lnTo>
                    <a:pt x="3410136" y="2058218"/>
                  </a:lnTo>
                  <a:lnTo>
                    <a:pt x="3365329" y="1988836"/>
                  </a:lnTo>
                  <a:lnTo>
                    <a:pt x="3320456" y="1918122"/>
                  </a:lnTo>
                  <a:lnTo>
                    <a:pt x="3275540" y="1846636"/>
                  </a:lnTo>
                  <a:lnTo>
                    <a:pt x="3230612" y="1774960"/>
                  </a:lnTo>
                  <a:lnTo>
                    <a:pt x="3185707" y="1703687"/>
                  </a:lnTo>
                  <a:lnTo>
                    <a:pt x="3140856" y="1633392"/>
                  </a:lnTo>
                  <a:lnTo>
                    <a:pt x="3096076" y="1564620"/>
                  </a:lnTo>
                  <a:lnTo>
                    <a:pt x="3051364" y="1497866"/>
                  </a:lnTo>
                  <a:lnTo>
                    <a:pt x="3006691" y="1433559"/>
                  </a:lnTo>
                  <a:lnTo>
                    <a:pt x="2961998" y="1372055"/>
                  </a:lnTo>
                  <a:lnTo>
                    <a:pt x="2917186" y="1313633"/>
                  </a:lnTo>
                  <a:lnTo>
                    <a:pt x="2872111" y="1258487"/>
                  </a:lnTo>
                  <a:lnTo>
                    <a:pt x="2826582" y="1206733"/>
                  </a:lnTo>
                  <a:lnTo>
                    <a:pt x="2780346" y="1158412"/>
                  </a:lnTo>
                  <a:lnTo>
                    <a:pt x="2733085" y="1113498"/>
                  </a:lnTo>
                  <a:lnTo>
                    <a:pt x="2702183" y="1086558"/>
                  </a:lnTo>
                  <a:lnTo>
                    <a:pt x="2650848" y="1045952"/>
                  </a:lnTo>
                  <a:lnTo>
                    <a:pt x="2597119" y="1008834"/>
                  </a:lnTo>
                  <a:lnTo>
                    <a:pt x="2540335" y="975082"/>
                  </a:lnTo>
                  <a:lnTo>
                    <a:pt x="2479766" y="944462"/>
                  </a:lnTo>
                  <a:lnTo>
                    <a:pt x="2414661" y="916691"/>
                  </a:lnTo>
                  <a:lnTo>
                    <a:pt x="2344277" y="891476"/>
                  </a:lnTo>
                  <a:lnTo>
                    <a:pt x="2267934" y="868542"/>
                  </a:lnTo>
                  <a:lnTo>
                    <a:pt x="2185080" y="847644"/>
                  </a:lnTo>
                  <a:lnTo>
                    <a:pt x="2095370" y="828581"/>
                  </a:lnTo>
                  <a:lnTo>
                    <a:pt x="1998784" y="811193"/>
                  </a:lnTo>
                  <a:lnTo>
                    <a:pt x="1895753" y="795371"/>
                  </a:lnTo>
                  <a:lnTo>
                    <a:pt x="1787300" y="781052"/>
                  </a:lnTo>
                  <a:lnTo>
                    <a:pt x="1675163" y="768215"/>
                  </a:lnTo>
                  <a:lnTo>
                    <a:pt x="1561858" y="756873"/>
                  </a:lnTo>
                  <a:lnTo>
                    <a:pt x="1450636" y="747056"/>
                  </a:lnTo>
                  <a:lnTo>
                    <a:pt x="1345278" y="738792"/>
                  </a:lnTo>
                  <a:lnTo>
                    <a:pt x="1249716" y="732085"/>
                  </a:lnTo>
                  <a:lnTo>
                    <a:pt x="1167518" y="726890"/>
                  </a:lnTo>
                  <a:lnTo>
                    <a:pt x="1101321" y="723104"/>
                  </a:lnTo>
                  <a:lnTo>
                    <a:pt x="1052354" y="720558"/>
                  </a:lnTo>
                  <a:lnTo>
                    <a:pt x="1020159" y="719031"/>
                  </a:lnTo>
                  <a:lnTo>
                    <a:pt x="1002566" y="718268"/>
                  </a:lnTo>
                  <a:lnTo>
                    <a:pt x="995849" y="718000"/>
                  </a:lnTo>
                  <a:lnTo>
                    <a:pt x="994940" y="717966"/>
                  </a:lnTo>
                  <a:lnTo>
                    <a:pt x="0" y="717966"/>
                  </a:lnTo>
                  <a:lnTo>
                    <a:pt x="0" y="7179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8" name="pg647"/>
            <p:cNvSpPr/>
            <p:nvPr/>
          </p:nvSpPr>
          <p:spPr>
            <a:xfrm>
              <a:off x="1199187" y="2934590"/>
              <a:ext cx="12049831" cy="2803739"/>
            </a:xfrm>
            <a:custGeom>
              <a:avLst/>
              <a:pathLst>
                <a:path w="12049831" h="2803739">
                  <a:moveTo>
                    <a:pt x="0" y="586951"/>
                  </a:moveTo>
                  <a:lnTo>
                    <a:pt x="994940" y="586951"/>
                  </a:lnTo>
                  <a:lnTo>
                    <a:pt x="996038" y="586991"/>
                  </a:lnTo>
                  <a:lnTo>
                    <a:pt x="1003294" y="587283"/>
                  </a:lnTo>
                  <a:lnTo>
                    <a:pt x="1021698" y="588088"/>
                  </a:lnTo>
                  <a:lnTo>
                    <a:pt x="1054883" y="589674"/>
                  </a:lnTo>
                  <a:lnTo>
                    <a:pt x="1104917" y="592296"/>
                  </a:lnTo>
                  <a:lnTo>
                    <a:pt x="1172151" y="596174"/>
                  </a:lnTo>
                  <a:lnTo>
                    <a:pt x="1255257" y="601472"/>
                  </a:lnTo>
                  <a:lnTo>
                    <a:pt x="1351528" y="608291"/>
                  </a:lnTo>
                  <a:lnTo>
                    <a:pt x="1457357" y="616670"/>
                  </a:lnTo>
                  <a:lnTo>
                    <a:pt x="1568807" y="626605"/>
                  </a:lnTo>
                  <a:lnTo>
                    <a:pt x="1682120" y="638066"/>
                  </a:lnTo>
                  <a:lnTo>
                    <a:pt x="1794089" y="651024"/>
                  </a:lnTo>
                  <a:lnTo>
                    <a:pt x="1902246" y="665468"/>
                  </a:lnTo>
                  <a:lnTo>
                    <a:pt x="2004899" y="681420"/>
                  </a:lnTo>
                  <a:lnTo>
                    <a:pt x="2101066" y="698948"/>
                  </a:lnTo>
                  <a:lnTo>
                    <a:pt x="2190347" y="718163"/>
                  </a:lnTo>
                  <a:lnTo>
                    <a:pt x="2272786" y="739228"/>
                  </a:lnTo>
                  <a:lnTo>
                    <a:pt x="2348743" y="762347"/>
                  </a:lnTo>
                  <a:lnTo>
                    <a:pt x="2418780" y="787769"/>
                  </a:lnTo>
                  <a:lnTo>
                    <a:pt x="2483584" y="815771"/>
                  </a:lnTo>
                  <a:lnTo>
                    <a:pt x="2543897" y="846645"/>
                  </a:lnTo>
                  <a:lnTo>
                    <a:pt x="2600472" y="880675"/>
                  </a:lnTo>
                  <a:lnTo>
                    <a:pt x="2654034" y="918090"/>
                  </a:lnTo>
                  <a:lnTo>
                    <a:pt x="2702183" y="956415"/>
                  </a:lnTo>
                  <a:lnTo>
                    <a:pt x="2750269" y="999265"/>
                  </a:lnTo>
                  <a:lnTo>
                    <a:pt x="2797084" y="1045473"/>
                  </a:lnTo>
                  <a:lnTo>
                    <a:pt x="2842998" y="1095108"/>
                  </a:lnTo>
                  <a:lnTo>
                    <a:pt x="2888304" y="1148173"/>
                  </a:lnTo>
                  <a:lnTo>
                    <a:pt x="2933232" y="1204600"/>
                  </a:lnTo>
                  <a:lnTo>
                    <a:pt x="2977954" y="1264246"/>
                  </a:lnTo>
                  <a:lnTo>
                    <a:pt x="3022597" y="1326886"/>
                  </a:lnTo>
                  <a:lnTo>
                    <a:pt x="3067245" y="1392214"/>
                  </a:lnTo>
                  <a:lnTo>
                    <a:pt x="3111946" y="1459847"/>
                  </a:lnTo>
                  <a:lnTo>
                    <a:pt x="3156718" y="1529329"/>
                  </a:lnTo>
                  <a:lnTo>
                    <a:pt x="3201557" y="1600149"/>
                  </a:lnTo>
                  <a:lnTo>
                    <a:pt x="3246440" y="1671747"/>
                  </a:lnTo>
                  <a:lnTo>
                    <a:pt x="3291334" y="1743539"/>
                  </a:lnTo>
                  <a:lnTo>
                    <a:pt x="3336205" y="1814935"/>
                  </a:lnTo>
                  <a:lnTo>
                    <a:pt x="3381023" y="1885357"/>
                  </a:lnTo>
                  <a:lnTo>
                    <a:pt x="3425771" y="1954260"/>
                  </a:lnTo>
                  <a:lnTo>
                    <a:pt x="3470450" y="2021151"/>
                  </a:lnTo>
                  <a:lnTo>
                    <a:pt x="3515089" y="2085596"/>
                  </a:lnTo>
                  <a:lnTo>
                    <a:pt x="3559748" y="2147240"/>
                  </a:lnTo>
                  <a:lnTo>
                    <a:pt x="3604524" y="2205804"/>
                  </a:lnTo>
                  <a:lnTo>
                    <a:pt x="3649559" y="2261091"/>
                  </a:lnTo>
                  <a:lnTo>
                    <a:pt x="3695045" y="2312984"/>
                  </a:lnTo>
                  <a:lnTo>
                    <a:pt x="3741231" y="2361441"/>
                  </a:lnTo>
                  <a:lnTo>
                    <a:pt x="3788436" y="2406487"/>
                  </a:lnTo>
                  <a:lnTo>
                    <a:pt x="3820202" y="2434274"/>
                  </a:lnTo>
                  <a:lnTo>
                    <a:pt x="3871534" y="2474974"/>
                  </a:lnTo>
                  <a:lnTo>
                    <a:pt x="3925260" y="2512178"/>
                  </a:lnTo>
                  <a:lnTo>
                    <a:pt x="3982041" y="2546008"/>
                  </a:lnTo>
                  <a:lnTo>
                    <a:pt x="4042605" y="2576700"/>
                  </a:lnTo>
                  <a:lnTo>
                    <a:pt x="4107706" y="2604536"/>
                  </a:lnTo>
                  <a:lnTo>
                    <a:pt x="4178085" y="2629811"/>
                  </a:lnTo>
                  <a:lnTo>
                    <a:pt x="4254421" y="2652799"/>
                  </a:lnTo>
                  <a:lnTo>
                    <a:pt x="4337269" y="2673745"/>
                  </a:lnTo>
                  <a:lnTo>
                    <a:pt x="4426971" y="2692854"/>
                  </a:lnTo>
                  <a:lnTo>
                    <a:pt x="4523548" y="2710283"/>
                  </a:lnTo>
                  <a:lnTo>
                    <a:pt x="4626571" y="2726142"/>
                  </a:lnTo>
                  <a:lnTo>
                    <a:pt x="4735015" y="2740495"/>
                  </a:lnTo>
                  <a:lnTo>
                    <a:pt x="4847145" y="2753363"/>
                  </a:lnTo>
                  <a:lnTo>
                    <a:pt x="4960443" y="2764732"/>
                  </a:lnTo>
                  <a:lnTo>
                    <a:pt x="5071662" y="2774573"/>
                  </a:lnTo>
                  <a:lnTo>
                    <a:pt x="5177022" y="2782857"/>
                  </a:lnTo>
                  <a:lnTo>
                    <a:pt x="5272589" y="2789582"/>
                  </a:lnTo>
                  <a:lnTo>
                    <a:pt x="5354796" y="2794790"/>
                  </a:lnTo>
                  <a:lnTo>
                    <a:pt x="5421006" y="2798586"/>
                  </a:lnTo>
                  <a:lnTo>
                    <a:pt x="5469988" y="2801139"/>
                  </a:lnTo>
                  <a:lnTo>
                    <a:pt x="5502199" y="2802670"/>
                  </a:lnTo>
                  <a:lnTo>
                    <a:pt x="5519806" y="2803436"/>
                  </a:lnTo>
                  <a:lnTo>
                    <a:pt x="5526532" y="2803705"/>
                  </a:lnTo>
                  <a:lnTo>
                    <a:pt x="5527445" y="2803739"/>
                  </a:lnTo>
                  <a:lnTo>
                    <a:pt x="6522385" y="2803739"/>
                  </a:lnTo>
                  <a:lnTo>
                    <a:pt x="6523463" y="2803688"/>
                  </a:lnTo>
                  <a:lnTo>
                    <a:pt x="6530584" y="2803328"/>
                  </a:lnTo>
                  <a:lnTo>
                    <a:pt x="6548655" y="2802334"/>
                  </a:lnTo>
                  <a:lnTo>
                    <a:pt x="6581263" y="2800374"/>
                  </a:lnTo>
                  <a:lnTo>
                    <a:pt x="6630473" y="2797133"/>
                  </a:lnTo>
                  <a:lnTo>
                    <a:pt x="6696678" y="2792338"/>
                  </a:lnTo>
                  <a:lnTo>
                    <a:pt x="6778632" y="2785784"/>
                  </a:lnTo>
                  <a:lnTo>
                    <a:pt x="6873725" y="2777342"/>
                  </a:lnTo>
                  <a:lnTo>
                    <a:pt x="6978451" y="2766959"/>
                  </a:lnTo>
                  <a:lnTo>
                    <a:pt x="7088950" y="2754641"/>
                  </a:lnTo>
                  <a:lnTo>
                    <a:pt x="7201515" y="2740421"/>
                  </a:lnTo>
                  <a:lnTo>
                    <a:pt x="7312955" y="2724337"/>
                  </a:lnTo>
                  <a:lnTo>
                    <a:pt x="7420792" y="2706406"/>
                  </a:lnTo>
                  <a:lnTo>
                    <a:pt x="7523307" y="2686602"/>
                  </a:lnTo>
                  <a:lnTo>
                    <a:pt x="7619481" y="2664850"/>
                  </a:lnTo>
                  <a:lnTo>
                    <a:pt x="7708875" y="2641014"/>
                  </a:lnTo>
                  <a:lnTo>
                    <a:pt x="7791494" y="2614902"/>
                  </a:lnTo>
                  <a:lnTo>
                    <a:pt x="7867663" y="2586265"/>
                  </a:lnTo>
                  <a:lnTo>
                    <a:pt x="7937916" y="2554802"/>
                  </a:lnTo>
                  <a:lnTo>
                    <a:pt x="8002916" y="2520174"/>
                  </a:lnTo>
                  <a:lnTo>
                    <a:pt x="8063387" y="2482020"/>
                  </a:lnTo>
                  <a:lnTo>
                    <a:pt x="8120068" y="2439987"/>
                  </a:lnTo>
                  <a:lnTo>
                    <a:pt x="8173677" y="2393778"/>
                  </a:lnTo>
                  <a:lnTo>
                    <a:pt x="8224869" y="2343226"/>
                  </a:lnTo>
                  <a:lnTo>
                    <a:pt x="8229629" y="2338196"/>
                  </a:lnTo>
                  <a:lnTo>
                    <a:pt x="8274094" y="2288472"/>
                  </a:lnTo>
                  <a:lnTo>
                    <a:pt x="8317450" y="2235144"/>
                  </a:lnTo>
                  <a:lnTo>
                    <a:pt x="8359994" y="2178139"/>
                  </a:lnTo>
                  <a:lnTo>
                    <a:pt x="8401968" y="2117440"/>
                  </a:lnTo>
                  <a:lnTo>
                    <a:pt x="8443565" y="2053095"/>
                  </a:lnTo>
                  <a:lnTo>
                    <a:pt x="8484936" y="1985219"/>
                  </a:lnTo>
                  <a:lnTo>
                    <a:pt x="8526195" y="1914002"/>
                  </a:lnTo>
                  <a:lnTo>
                    <a:pt x="8567425" y="1839708"/>
                  </a:lnTo>
                  <a:lnTo>
                    <a:pt x="8608678" y="1762674"/>
                  </a:lnTo>
                  <a:lnTo>
                    <a:pt x="8649985" y="1683307"/>
                  </a:lnTo>
                  <a:lnTo>
                    <a:pt x="8691354" y="1602076"/>
                  </a:lnTo>
                  <a:lnTo>
                    <a:pt x="8732777" y="1519501"/>
                  </a:lnTo>
                  <a:lnTo>
                    <a:pt x="8774235" y="1436140"/>
                  </a:lnTo>
                  <a:lnTo>
                    <a:pt x="8815704" y="1352575"/>
                  </a:lnTo>
                  <a:lnTo>
                    <a:pt x="8857154" y="1269393"/>
                  </a:lnTo>
                  <a:lnTo>
                    <a:pt x="8898562" y="1187171"/>
                  </a:lnTo>
                  <a:lnTo>
                    <a:pt x="8939912" y="1106456"/>
                  </a:lnTo>
                  <a:lnTo>
                    <a:pt x="8981200" y="1027754"/>
                  </a:lnTo>
                  <a:lnTo>
                    <a:pt x="9022443" y="951517"/>
                  </a:lnTo>
                  <a:lnTo>
                    <a:pt x="9063674" y="878130"/>
                  </a:lnTo>
                  <a:lnTo>
                    <a:pt x="9104958" y="807909"/>
                  </a:lnTo>
                  <a:lnTo>
                    <a:pt x="9146384" y="741094"/>
                  </a:lnTo>
                  <a:lnTo>
                    <a:pt x="9188078" y="677853"/>
                  </a:lnTo>
                  <a:lnTo>
                    <a:pt x="9230204" y="618280"/>
                  </a:lnTo>
                  <a:lnTo>
                    <a:pt x="9272967" y="562403"/>
                  </a:lnTo>
                  <a:lnTo>
                    <a:pt x="9316627" y="510186"/>
                  </a:lnTo>
                  <a:lnTo>
                    <a:pt x="9347647" y="476024"/>
                  </a:lnTo>
                  <a:lnTo>
                    <a:pt x="9398641" y="425058"/>
                  </a:lnTo>
                  <a:lnTo>
                    <a:pt x="9451993" y="378440"/>
                  </a:lnTo>
                  <a:lnTo>
                    <a:pt x="9508352" y="336022"/>
                  </a:lnTo>
                  <a:lnTo>
                    <a:pt x="9568430" y="297514"/>
                  </a:lnTo>
                  <a:lnTo>
                    <a:pt x="9632968" y="262567"/>
                  </a:lnTo>
                  <a:lnTo>
                    <a:pt x="9702693" y="230818"/>
                  </a:lnTo>
                  <a:lnTo>
                    <a:pt x="9778274" y="201926"/>
                  </a:lnTo>
                  <a:lnTo>
                    <a:pt x="9860262" y="175586"/>
                  </a:lnTo>
                  <a:lnTo>
                    <a:pt x="9949005" y="151543"/>
                  </a:lnTo>
                  <a:lnTo>
                    <a:pt x="10044546" y="129599"/>
                  </a:lnTo>
                  <a:lnTo>
                    <a:pt x="10146492" y="109614"/>
                  </a:lnTo>
                  <a:lnTo>
                    <a:pt x="10253886" y="91507"/>
                  </a:lnTo>
                  <a:lnTo>
                    <a:pt x="10365078" y="75248"/>
                  </a:lnTo>
                  <a:lnTo>
                    <a:pt x="10477663" y="60849"/>
                  </a:lnTo>
                  <a:lnTo>
                    <a:pt x="10588512" y="48348"/>
                  </a:lnTo>
                  <a:lnTo>
                    <a:pt x="10693953" y="37781"/>
                  </a:lnTo>
                  <a:lnTo>
                    <a:pt x="10790123" y="29156"/>
                  </a:lnTo>
                  <a:lnTo>
                    <a:pt x="10873455" y="22426"/>
                  </a:lnTo>
                  <a:lnTo>
                    <a:pt x="10941234" y="17472"/>
                  </a:lnTo>
                  <a:lnTo>
                    <a:pt x="10992070" y="14094"/>
                  </a:lnTo>
                  <a:lnTo>
                    <a:pt x="11026192" y="12025"/>
                  </a:lnTo>
                  <a:lnTo>
                    <a:pt x="11045512" y="10953"/>
                  </a:lnTo>
                  <a:lnTo>
                    <a:pt x="11053482" y="10547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3" y="50"/>
                  </a:lnTo>
                  <a:lnTo>
                    <a:pt x="11046692" y="410"/>
                  </a:lnTo>
                  <a:lnTo>
                    <a:pt x="11028621" y="1404"/>
                  </a:lnTo>
                  <a:lnTo>
                    <a:pt x="10996013" y="3364"/>
                  </a:lnTo>
                  <a:lnTo>
                    <a:pt x="10946803" y="6605"/>
                  </a:lnTo>
                  <a:lnTo>
                    <a:pt x="10880599" y="11400"/>
                  </a:lnTo>
                  <a:lnTo>
                    <a:pt x="10798645" y="17955"/>
                  </a:lnTo>
                  <a:lnTo>
                    <a:pt x="10703551" y="26397"/>
                  </a:lnTo>
                  <a:lnTo>
                    <a:pt x="10598826" y="36779"/>
                  </a:lnTo>
                  <a:lnTo>
                    <a:pt x="10488326" y="49098"/>
                  </a:lnTo>
                  <a:lnTo>
                    <a:pt x="10375761" y="63318"/>
                  </a:lnTo>
                  <a:lnTo>
                    <a:pt x="10264322" y="79401"/>
                  </a:lnTo>
                  <a:lnTo>
                    <a:pt x="10156485" y="97332"/>
                  </a:lnTo>
                  <a:lnTo>
                    <a:pt x="10053969" y="117136"/>
                  </a:lnTo>
                  <a:lnTo>
                    <a:pt x="9957795" y="138889"/>
                  </a:lnTo>
                  <a:lnTo>
                    <a:pt x="9868402" y="162724"/>
                  </a:lnTo>
                  <a:lnTo>
                    <a:pt x="9785783" y="188836"/>
                  </a:lnTo>
                  <a:lnTo>
                    <a:pt x="9709614" y="217474"/>
                  </a:lnTo>
                  <a:lnTo>
                    <a:pt x="9639360" y="248937"/>
                  </a:lnTo>
                  <a:lnTo>
                    <a:pt x="9574360" y="283564"/>
                  </a:lnTo>
                  <a:lnTo>
                    <a:pt x="9513890" y="321718"/>
                  </a:lnTo>
                  <a:lnTo>
                    <a:pt x="9457208" y="363751"/>
                  </a:lnTo>
                  <a:lnTo>
                    <a:pt x="9403600" y="409960"/>
                  </a:lnTo>
                  <a:lnTo>
                    <a:pt x="9352408" y="460512"/>
                  </a:lnTo>
                  <a:lnTo>
                    <a:pt x="9347647" y="465542"/>
                  </a:lnTo>
                  <a:lnTo>
                    <a:pt x="9303182" y="515266"/>
                  </a:lnTo>
                  <a:lnTo>
                    <a:pt x="9259827" y="568594"/>
                  </a:lnTo>
                  <a:lnTo>
                    <a:pt x="9217283" y="625599"/>
                  </a:lnTo>
                  <a:lnTo>
                    <a:pt x="9175308" y="686298"/>
                  </a:lnTo>
                  <a:lnTo>
                    <a:pt x="9133712" y="750643"/>
                  </a:lnTo>
                  <a:lnTo>
                    <a:pt x="9092341" y="818519"/>
                  </a:lnTo>
                  <a:lnTo>
                    <a:pt x="9051081" y="889736"/>
                  </a:lnTo>
                  <a:lnTo>
                    <a:pt x="9009852" y="964030"/>
                  </a:lnTo>
                  <a:lnTo>
                    <a:pt x="8968598" y="1041064"/>
                  </a:lnTo>
                  <a:lnTo>
                    <a:pt x="8927291" y="1120431"/>
                  </a:lnTo>
                  <a:lnTo>
                    <a:pt x="8885923" y="1201662"/>
                  </a:lnTo>
                  <a:lnTo>
                    <a:pt x="8844500" y="1284238"/>
                  </a:lnTo>
                  <a:lnTo>
                    <a:pt x="8803041" y="1367598"/>
                  </a:lnTo>
                  <a:lnTo>
                    <a:pt x="8761573" y="1451163"/>
                  </a:lnTo>
                  <a:lnTo>
                    <a:pt x="8720123" y="1534345"/>
                  </a:lnTo>
                  <a:lnTo>
                    <a:pt x="8678715" y="1616567"/>
                  </a:lnTo>
                  <a:lnTo>
                    <a:pt x="8637365" y="1697283"/>
                  </a:lnTo>
                  <a:lnTo>
                    <a:pt x="8596076" y="1775984"/>
                  </a:lnTo>
                  <a:lnTo>
                    <a:pt x="8554834" y="1852222"/>
                  </a:lnTo>
                  <a:lnTo>
                    <a:pt x="8513602" y="1925608"/>
                  </a:lnTo>
                  <a:lnTo>
                    <a:pt x="8472319" y="1995830"/>
                  </a:lnTo>
                  <a:lnTo>
                    <a:pt x="8430893" y="2062644"/>
                  </a:lnTo>
                  <a:lnTo>
                    <a:pt x="8389198" y="2125885"/>
                  </a:lnTo>
                  <a:lnTo>
                    <a:pt x="8347073" y="2185458"/>
                  </a:lnTo>
                  <a:lnTo>
                    <a:pt x="8304309" y="2241336"/>
                  </a:lnTo>
                  <a:lnTo>
                    <a:pt x="8260649" y="2293552"/>
                  </a:lnTo>
                  <a:lnTo>
                    <a:pt x="8229629" y="2327714"/>
                  </a:lnTo>
                  <a:lnTo>
                    <a:pt x="8178636" y="2378680"/>
                  </a:lnTo>
                  <a:lnTo>
                    <a:pt x="8125284" y="2425298"/>
                  </a:lnTo>
                  <a:lnTo>
                    <a:pt x="8068925" y="2467717"/>
                  </a:lnTo>
                  <a:lnTo>
                    <a:pt x="8008846" y="2506224"/>
                  </a:lnTo>
                  <a:lnTo>
                    <a:pt x="7944308" y="2541171"/>
                  </a:lnTo>
                  <a:lnTo>
                    <a:pt x="7874584" y="2572920"/>
                  </a:lnTo>
                  <a:lnTo>
                    <a:pt x="7799003" y="2601812"/>
                  </a:lnTo>
                  <a:lnTo>
                    <a:pt x="7717015" y="2628153"/>
                  </a:lnTo>
                  <a:lnTo>
                    <a:pt x="7628271" y="2652195"/>
                  </a:lnTo>
                  <a:lnTo>
                    <a:pt x="7532731" y="2674139"/>
                  </a:lnTo>
                  <a:lnTo>
                    <a:pt x="7430784" y="2694124"/>
                  </a:lnTo>
                  <a:lnTo>
                    <a:pt x="7323391" y="2712231"/>
                  </a:lnTo>
                  <a:lnTo>
                    <a:pt x="7212199" y="2728491"/>
                  </a:lnTo>
                  <a:lnTo>
                    <a:pt x="7099614" y="2742889"/>
                  </a:lnTo>
                  <a:lnTo>
                    <a:pt x="6988765" y="2755390"/>
                  </a:lnTo>
                  <a:lnTo>
                    <a:pt x="6883323" y="2765957"/>
                  </a:lnTo>
                  <a:lnTo>
                    <a:pt x="6787154" y="2774583"/>
                  </a:lnTo>
                  <a:lnTo>
                    <a:pt x="6703821" y="2781312"/>
                  </a:lnTo>
                  <a:lnTo>
                    <a:pt x="6636042" y="2786267"/>
                  </a:lnTo>
                  <a:lnTo>
                    <a:pt x="6585207" y="2789645"/>
                  </a:lnTo>
                  <a:lnTo>
                    <a:pt x="6551084" y="2791713"/>
                  </a:lnTo>
                  <a:lnTo>
                    <a:pt x="6531764" y="2792785"/>
                  </a:lnTo>
                  <a:lnTo>
                    <a:pt x="6523794" y="2793191"/>
                  </a:lnTo>
                  <a:lnTo>
                    <a:pt x="6522385" y="2793257"/>
                  </a:lnTo>
                  <a:lnTo>
                    <a:pt x="5527445" y="2793257"/>
                  </a:lnTo>
                  <a:lnTo>
                    <a:pt x="5526347" y="2793217"/>
                  </a:lnTo>
                  <a:lnTo>
                    <a:pt x="5519091" y="2792925"/>
                  </a:lnTo>
                  <a:lnTo>
                    <a:pt x="5500687" y="2792120"/>
                  </a:lnTo>
                  <a:lnTo>
                    <a:pt x="5467502" y="2790534"/>
                  </a:lnTo>
                  <a:lnTo>
                    <a:pt x="5417468" y="2787912"/>
                  </a:lnTo>
                  <a:lnTo>
                    <a:pt x="5350234" y="2784034"/>
                  </a:lnTo>
                  <a:lnTo>
                    <a:pt x="5267128" y="2778736"/>
                  </a:lnTo>
                  <a:lnTo>
                    <a:pt x="5170857" y="2771917"/>
                  </a:lnTo>
                  <a:lnTo>
                    <a:pt x="5065028" y="2763538"/>
                  </a:lnTo>
                  <a:lnTo>
                    <a:pt x="4953578" y="2753603"/>
                  </a:lnTo>
                  <a:lnTo>
                    <a:pt x="4840265" y="2742142"/>
                  </a:lnTo>
                  <a:lnTo>
                    <a:pt x="4728296" y="2729184"/>
                  </a:lnTo>
                  <a:lnTo>
                    <a:pt x="4620139" y="2714740"/>
                  </a:lnTo>
                  <a:lnTo>
                    <a:pt x="4517486" y="2698788"/>
                  </a:lnTo>
                  <a:lnTo>
                    <a:pt x="4421319" y="2681260"/>
                  </a:lnTo>
                  <a:lnTo>
                    <a:pt x="4332038" y="2662045"/>
                  </a:lnTo>
                  <a:lnTo>
                    <a:pt x="4249599" y="2640980"/>
                  </a:lnTo>
                  <a:lnTo>
                    <a:pt x="4173642" y="2617861"/>
                  </a:lnTo>
                  <a:lnTo>
                    <a:pt x="4103605" y="2592439"/>
                  </a:lnTo>
                  <a:lnTo>
                    <a:pt x="4038801" y="2564437"/>
                  </a:lnTo>
                  <a:lnTo>
                    <a:pt x="3978488" y="2533563"/>
                  </a:lnTo>
                  <a:lnTo>
                    <a:pt x="3921913" y="2499533"/>
                  </a:lnTo>
                  <a:lnTo>
                    <a:pt x="3868351" y="2462118"/>
                  </a:lnTo>
                  <a:lnTo>
                    <a:pt x="3820202" y="2423793"/>
                  </a:lnTo>
                  <a:lnTo>
                    <a:pt x="3772116" y="2380943"/>
                  </a:lnTo>
                  <a:lnTo>
                    <a:pt x="3725301" y="2334735"/>
                  </a:lnTo>
                  <a:lnTo>
                    <a:pt x="3679387" y="2285100"/>
                  </a:lnTo>
                  <a:lnTo>
                    <a:pt x="3634080" y="2232035"/>
                  </a:lnTo>
                  <a:lnTo>
                    <a:pt x="3589153" y="2175608"/>
                  </a:lnTo>
                  <a:lnTo>
                    <a:pt x="3544431" y="2115962"/>
                  </a:lnTo>
                  <a:lnTo>
                    <a:pt x="3499788" y="2053322"/>
                  </a:lnTo>
                  <a:lnTo>
                    <a:pt x="3455140" y="1987994"/>
                  </a:lnTo>
                  <a:lnTo>
                    <a:pt x="3410439" y="1920361"/>
                  </a:lnTo>
                  <a:lnTo>
                    <a:pt x="3365667" y="1850879"/>
                  </a:lnTo>
                  <a:lnTo>
                    <a:pt x="3320828" y="1780059"/>
                  </a:lnTo>
                  <a:lnTo>
                    <a:pt x="3275945" y="1708461"/>
                  </a:lnTo>
                  <a:lnTo>
                    <a:pt x="3231051" y="1636669"/>
                  </a:lnTo>
                  <a:lnTo>
                    <a:pt x="3186180" y="1565273"/>
                  </a:lnTo>
                  <a:lnTo>
                    <a:pt x="3141362" y="1494851"/>
                  </a:lnTo>
                  <a:lnTo>
                    <a:pt x="3096614" y="1425948"/>
                  </a:lnTo>
                  <a:lnTo>
                    <a:pt x="3051935" y="1359057"/>
                  </a:lnTo>
                  <a:lnTo>
                    <a:pt x="3007296" y="1294612"/>
                  </a:lnTo>
                  <a:lnTo>
                    <a:pt x="2962637" y="1232968"/>
                  </a:lnTo>
                  <a:lnTo>
                    <a:pt x="2917861" y="1174404"/>
                  </a:lnTo>
                  <a:lnTo>
                    <a:pt x="2872826" y="1119117"/>
                  </a:lnTo>
                  <a:lnTo>
                    <a:pt x="2827340" y="1067224"/>
                  </a:lnTo>
                  <a:lnTo>
                    <a:pt x="2781154" y="1018767"/>
                  </a:lnTo>
                  <a:lnTo>
                    <a:pt x="2733949" y="973721"/>
                  </a:lnTo>
                  <a:lnTo>
                    <a:pt x="2702183" y="945934"/>
                  </a:lnTo>
                  <a:lnTo>
                    <a:pt x="2650851" y="905234"/>
                  </a:lnTo>
                  <a:lnTo>
                    <a:pt x="2597125" y="868030"/>
                  </a:lnTo>
                  <a:lnTo>
                    <a:pt x="2540344" y="834200"/>
                  </a:lnTo>
                  <a:lnTo>
                    <a:pt x="2479780" y="803508"/>
                  </a:lnTo>
                  <a:lnTo>
                    <a:pt x="2414679" y="775672"/>
                  </a:lnTo>
                  <a:lnTo>
                    <a:pt x="2344300" y="750397"/>
                  </a:lnTo>
                  <a:lnTo>
                    <a:pt x="2267964" y="727409"/>
                  </a:lnTo>
                  <a:lnTo>
                    <a:pt x="2185116" y="706463"/>
                  </a:lnTo>
                  <a:lnTo>
                    <a:pt x="2095414" y="687354"/>
                  </a:lnTo>
                  <a:lnTo>
                    <a:pt x="1998837" y="669925"/>
                  </a:lnTo>
                  <a:lnTo>
                    <a:pt x="1895814" y="654066"/>
                  </a:lnTo>
                  <a:lnTo>
                    <a:pt x="1787370" y="639713"/>
                  </a:lnTo>
                  <a:lnTo>
                    <a:pt x="1675240" y="626845"/>
                  </a:lnTo>
                  <a:lnTo>
                    <a:pt x="1561942" y="615476"/>
                  </a:lnTo>
                  <a:lnTo>
                    <a:pt x="1450723" y="605635"/>
                  </a:lnTo>
                  <a:lnTo>
                    <a:pt x="1345363" y="597351"/>
                  </a:lnTo>
                  <a:lnTo>
                    <a:pt x="1249796" y="590626"/>
                  </a:lnTo>
                  <a:lnTo>
                    <a:pt x="1167589" y="585418"/>
                  </a:lnTo>
                  <a:lnTo>
                    <a:pt x="1101379" y="581622"/>
                  </a:lnTo>
                  <a:lnTo>
                    <a:pt x="1052397" y="579069"/>
                  </a:lnTo>
                  <a:lnTo>
                    <a:pt x="1020186" y="577538"/>
                  </a:lnTo>
                  <a:lnTo>
                    <a:pt x="1002579" y="576772"/>
                  </a:lnTo>
                  <a:lnTo>
                    <a:pt x="995853" y="576503"/>
                  </a:lnTo>
                  <a:lnTo>
                    <a:pt x="994940" y="576469"/>
                  </a:lnTo>
                  <a:lnTo>
                    <a:pt x="0" y="576469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49" name="pl648"/>
            <p:cNvSpPr/>
            <p:nvPr/>
          </p:nvSpPr>
          <p:spPr>
            <a:xfrm>
              <a:off x="1199187" y="2945071"/>
              <a:ext cx="12049831" cy="2793257"/>
            </a:xfrm>
            <a:custGeom>
              <a:avLst/>
              <a:pathLst>
                <a:path w="12049831" h="2793257">
                  <a:moveTo>
                    <a:pt x="0" y="576469"/>
                  </a:moveTo>
                  <a:lnTo>
                    <a:pt x="994940" y="576469"/>
                  </a:lnTo>
                  <a:lnTo>
                    <a:pt x="996038" y="576510"/>
                  </a:lnTo>
                  <a:lnTo>
                    <a:pt x="1003294" y="576801"/>
                  </a:lnTo>
                  <a:lnTo>
                    <a:pt x="1021698" y="577606"/>
                  </a:lnTo>
                  <a:lnTo>
                    <a:pt x="1054883" y="579193"/>
                  </a:lnTo>
                  <a:lnTo>
                    <a:pt x="1104917" y="581815"/>
                  </a:lnTo>
                  <a:lnTo>
                    <a:pt x="1172151" y="585693"/>
                  </a:lnTo>
                  <a:lnTo>
                    <a:pt x="1255257" y="590991"/>
                  </a:lnTo>
                  <a:lnTo>
                    <a:pt x="1351528" y="597809"/>
                  </a:lnTo>
                  <a:lnTo>
                    <a:pt x="1457357" y="606189"/>
                  </a:lnTo>
                  <a:lnTo>
                    <a:pt x="1568807" y="616124"/>
                  </a:lnTo>
                  <a:lnTo>
                    <a:pt x="1682120" y="627585"/>
                  </a:lnTo>
                  <a:lnTo>
                    <a:pt x="1794089" y="640543"/>
                  </a:lnTo>
                  <a:lnTo>
                    <a:pt x="1902246" y="654987"/>
                  </a:lnTo>
                  <a:lnTo>
                    <a:pt x="2004899" y="670939"/>
                  </a:lnTo>
                  <a:lnTo>
                    <a:pt x="2101066" y="688467"/>
                  </a:lnTo>
                  <a:lnTo>
                    <a:pt x="2190347" y="707682"/>
                  </a:lnTo>
                  <a:lnTo>
                    <a:pt x="2272786" y="728746"/>
                  </a:lnTo>
                  <a:lnTo>
                    <a:pt x="2348743" y="751866"/>
                  </a:lnTo>
                  <a:lnTo>
                    <a:pt x="2418780" y="777288"/>
                  </a:lnTo>
                  <a:lnTo>
                    <a:pt x="2483584" y="805290"/>
                  </a:lnTo>
                  <a:lnTo>
                    <a:pt x="2543897" y="836164"/>
                  </a:lnTo>
                  <a:lnTo>
                    <a:pt x="2600472" y="870194"/>
                  </a:lnTo>
                  <a:lnTo>
                    <a:pt x="2654034" y="907609"/>
                  </a:lnTo>
                  <a:lnTo>
                    <a:pt x="2702183" y="945934"/>
                  </a:lnTo>
                  <a:lnTo>
                    <a:pt x="2750269" y="988783"/>
                  </a:lnTo>
                  <a:lnTo>
                    <a:pt x="2797084" y="1034992"/>
                  </a:lnTo>
                  <a:lnTo>
                    <a:pt x="2842998" y="1084627"/>
                  </a:lnTo>
                  <a:lnTo>
                    <a:pt x="2888304" y="1137692"/>
                  </a:lnTo>
                  <a:lnTo>
                    <a:pt x="2933232" y="1194119"/>
                  </a:lnTo>
                  <a:lnTo>
                    <a:pt x="2977954" y="1253765"/>
                  </a:lnTo>
                  <a:lnTo>
                    <a:pt x="3022597" y="1316405"/>
                  </a:lnTo>
                  <a:lnTo>
                    <a:pt x="3067245" y="1381733"/>
                  </a:lnTo>
                  <a:lnTo>
                    <a:pt x="3111946" y="1449366"/>
                  </a:lnTo>
                  <a:lnTo>
                    <a:pt x="3156718" y="1518848"/>
                  </a:lnTo>
                  <a:lnTo>
                    <a:pt x="3201557" y="1589667"/>
                  </a:lnTo>
                  <a:lnTo>
                    <a:pt x="3246440" y="1661265"/>
                  </a:lnTo>
                  <a:lnTo>
                    <a:pt x="3291334" y="1733058"/>
                  </a:lnTo>
                  <a:lnTo>
                    <a:pt x="3336205" y="1804453"/>
                  </a:lnTo>
                  <a:lnTo>
                    <a:pt x="3381023" y="1874875"/>
                  </a:lnTo>
                  <a:lnTo>
                    <a:pt x="3425771" y="1943779"/>
                  </a:lnTo>
                  <a:lnTo>
                    <a:pt x="3470450" y="2010669"/>
                  </a:lnTo>
                  <a:lnTo>
                    <a:pt x="3515089" y="2075115"/>
                  </a:lnTo>
                  <a:lnTo>
                    <a:pt x="3559748" y="2136759"/>
                  </a:lnTo>
                  <a:lnTo>
                    <a:pt x="3604524" y="2195323"/>
                  </a:lnTo>
                  <a:lnTo>
                    <a:pt x="3649559" y="2250610"/>
                  </a:lnTo>
                  <a:lnTo>
                    <a:pt x="3695045" y="2302503"/>
                  </a:lnTo>
                  <a:lnTo>
                    <a:pt x="3741231" y="2350959"/>
                  </a:lnTo>
                  <a:lnTo>
                    <a:pt x="3788436" y="2396006"/>
                  </a:lnTo>
                  <a:lnTo>
                    <a:pt x="3820202" y="2423793"/>
                  </a:lnTo>
                  <a:lnTo>
                    <a:pt x="3871534" y="2464492"/>
                  </a:lnTo>
                  <a:lnTo>
                    <a:pt x="3925260" y="2501696"/>
                  </a:lnTo>
                  <a:lnTo>
                    <a:pt x="3982041" y="2535527"/>
                  </a:lnTo>
                  <a:lnTo>
                    <a:pt x="4042605" y="2566219"/>
                  </a:lnTo>
                  <a:lnTo>
                    <a:pt x="4107706" y="2594055"/>
                  </a:lnTo>
                  <a:lnTo>
                    <a:pt x="4178085" y="2619329"/>
                  </a:lnTo>
                  <a:lnTo>
                    <a:pt x="4254421" y="2642317"/>
                  </a:lnTo>
                  <a:lnTo>
                    <a:pt x="4337269" y="2663264"/>
                  </a:lnTo>
                  <a:lnTo>
                    <a:pt x="4426971" y="2682373"/>
                  </a:lnTo>
                  <a:lnTo>
                    <a:pt x="4523548" y="2699802"/>
                  </a:lnTo>
                  <a:lnTo>
                    <a:pt x="4626571" y="2715661"/>
                  </a:lnTo>
                  <a:lnTo>
                    <a:pt x="4735015" y="2730014"/>
                  </a:lnTo>
                  <a:lnTo>
                    <a:pt x="4847145" y="2742882"/>
                  </a:lnTo>
                  <a:lnTo>
                    <a:pt x="4960443" y="2754251"/>
                  </a:lnTo>
                  <a:lnTo>
                    <a:pt x="5071662" y="2764092"/>
                  </a:lnTo>
                  <a:lnTo>
                    <a:pt x="5177022" y="2772376"/>
                  </a:lnTo>
                  <a:lnTo>
                    <a:pt x="5272589" y="2779101"/>
                  </a:lnTo>
                  <a:lnTo>
                    <a:pt x="5354796" y="2784309"/>
                  </a:lnTo>
                  <a:lnTo>
                    <a:pt x="5421006" y="2788105"/>
                  </a:lnTo>
                  <a:lnTo>
                    <a:pt x="5469988" y="2790658"/>
                  </a:lnTo>
                  <a:lnTo>
                    <a:pt x="5502199" y="2792189"/>
                  </a:lnTo>
                  <a:lnTo>
                    <a:pt x="5519806" y="2792955"/>
                  </a:lnTo>
                  <a:lnTo>
                    <a:pt x="5526532" y="2793224"/>
                  </a:lnTo>
                  <a:lnTo>
                    <a:pt x="5527445" y="2793257"/>
                  </a:lnTo>
                  <a:lnTo>
                    <a:pt x="6522385" y="2793257"/>
                  </a:lnTo>
                  <a:lnTo>
                    <a:pt x="6523463" y="2793207"/>
                  </a:lnTo>
                  <a:lnTo>
                    <a:pt x="6530584" y="2792847"/>
                  </a:lnTo>
                  <a:lnTo>
                    <a:pt x="6548655" y="2791853"/>
                  </a:lnTo>
                  <a:lnTo>
                    <a:pt x="6581263" y="2789893"/>
                  </a:lnTo>
                  <a:lnTo>
                    <a:pt x="6630473" y="2786652"/>
                  </a:lnTo>
                  <a:lnTo>
                    <a:pt x="6696678" y="2781857"/>
                  </a:lnTo>
                  <a:lnTo>
                    <a:pt x="6778632" y="2775302"/>
                  </a:lnTo>
                  <a:lnTo>
                    <a:pt x="6873725" y="2766860"/>
                  </a:lnTo>
                  <a:lnTo>
                    <a:pt x="6978451" y="2756478"/>
                  </a:lnTo>
                  <a:lnTo>
                    <a:pt x="7088950" y="2744159"/>
                  </a:lnTo>
                  <a:lnTo>
                    <a:pt x="7201515" y="2729939"/>
                  </a:lnTo>
                  <a:lnTo>
                    <a:pt x="7312955" y="2713856"/>
                  </a:lnTo>
                  <a:lnTo>
                    <a:pt x="7420792" y="2695925"/>
                  </a:lnTo>
                  <a:lnTo>
                    <a:pt x="7523307" y="2676121"/>
                  </a:lnTo>
                  <a:lnTo>
                    <a:pt x="7619481" y="2654368"/>
                  </a:lnTo>
                  <a:lnTo>
                    <a:pt x="7708875" y="2630533"/>
                  </a:lnTo>
                  <a:lnTo>
                    <a:pt x="7791494" y="2604421"/>
                  </a:lnTo>
                  <a:lnTo>
                    <a:pt x="7867663" y="2575783"/>
                  </a:lnTo>
                  <a:lnTo>
                    <a:pt x="7937916" y="2544320"/>
                  </a:lnTo>
                  <a:lnTo>
                    <a:pt x="8002916" y="2509693"/>
                  </a:lnTo>
                  <a:lnTo>
                    <a:pt x="8063387" y="2471539"/>
                  </a:lnTo>
                  <a:lnTo>
                    <a:pt x="8120068" y="2429506"/>
                  </a:lnTo>
                  <a:lnTo>
                    <a:pt x="8173677" y="2383297"/>
                  </a:lnTo>
                  <a:lnTo>
                    <a:pt x="8224869" y="2332745"/>
                  </a:lnTo>
                  <a:lnTo>
                    <a:pt x="8229629" y="2327714"/>
                  </a:lnTo>
                  <a:lnTo>
                    <a:pt x="8274094" y="2277991"/>
                  </a:lnTo>
                  <a:lnTo>
                    <a:pt x="8317450" y="2224663"/>
                  </a:lnTo>
                  <a:lnTo>
                    <a:pt x="8359994" y="2167658"/>
                  </a:lnTo>
                  <a:lnTo>
                    <a:pt x="8401968" y="2106959"/>
                  </a:lnTo>
                  <a:lnTo>
                    <a:pt x="8443565" y="2042614"/>
                  </a:lnTo>
                  <a:lnTo>
                    <a:pt x="8484936" y="1974738"/>
                  </a:lnTo>
                  <a:lnTo>
                    <a:pt x="8526195" y="1903521"/>
                  </a:lnTo>
                  <a:lnTo>
                    <a:pt x="8567425" y="1829227"/>
                  </a:lnTo>
                  <a:lnTo>
                    <a:pt x="8608678" y="1752193"/>
                  </a:lnTo>
                  <a:lnTo>
                    <a:pt x="8649985" y="1672826"/>
                  </a:lnTo>
                  <a:lnTo>
                    <a:pt x="8691354" y="1591595"/>
                  </a:lnTo>
                  <a:lnTo>
                    <a:pt x="8732777" y="1509019"/>
                  </a:lnTo>
                  <a:lnTo>
                    <a:pt x="8774235" y="1425659"/>
                  </a:lnTo>
                  <a:lnTo>
                    <a:pt x="8815704" y="1342094"/>
                  </a:lnTo>
                  <a:lnTo>
                    <a:pt x="8857154" y="1258912"/>
                  </a:lnTo>
                  <a:lnTo>
                    <a:pt x="8898562" y="1176689"/>
                  </a:lnTo>
                  <a:lnTo>
                    <a:pt x="8939912" y="1095974"/>
                  </a:lnTo>
                  <a:lnTo>
                    <a:pt x="8981200" y="1017273"/>
                  </a:lnTo>
                  <a:lnTo>
                    <a:pt x="9022443" y="941035"/>
                  </a:lnTo>
                  <a:lnTo>
                    <a:pt x="9063674" y="867648"/>
                  </a:lnTo>
                  <a:lnTo>
                    <a:pt x="9104958" y="797427"/>
                  </a:lnTo>
                  <a:lnTo>
                    <a:pt x="9146384" y="730613"/>
                  </a:lnTo>
                  <a:lnTo>
                    <a:pt x="9188078" y="667372"/>
                  </a:lnTo>
                  <a:lnTo>
                    <a:pt x="9230204" y="607799"/>
                  </a:lnTo>
                  <a:lnTo>
                    <a:pt x="9272967" y="551921"/>
                  </a:lnTo>
                  <a:lnTo>
                    <a:pt x="9316627" y="499705"/>
                  </a:lnTo>
                  <a:lnTo>
                    <a:pt x="9347647" y="465542"/>
                  </a:lnTo>
                  <a:lnTo>
                    <a:pt x="9398641" y="414577"/>
                  </a:lnTo>
                  <a:lnTo>
                    <a:pt x="9451993" y="367959"/>
                  </a:lnTo>
                  <a:lnTo>
                    <a:pt x="9508352" y="325540"/>
                  </a:lnTo>
                  <a:lnTo>
                    <a:pt x="9568430" y="287033"/>
                  </a:lnTo>
                  <a:lnTo>
                    <a:pt x="9632968" y="252086"/>
                  </a:lnTo>
                  <a:lnTo>
                    <a:pt x="9702693" y="220337"/>
                  </a:lnTo>
                  <a:lnTo>
                    <a:pt x="9778274" y="191445"/>
                  </a:lnTo>
                  <a:lnTo>
                    <a:pt x="9860262" y="165104"/>
                  </a:lnTo>
                  <a:lnTo>
                    <a:pt x="9949005" y="141062"/>
                  </a:lnTo>
                  <a:lnTo>
                    <a:pt x="10044546" y="119118"/>
                  </a:lnTo>
                  <a:lnTo>
                    <a:pt x="10146492" y="99133"/>
                  </a:lnTo>
                  <a:lnTo>
                    <a:pt x="10253886" y="81026"/>
                  </a:lnTo>
                  <a:lnTo>
                    <a:pt x="10365078" y="64766"/>
                  </a:lnTo>
                  <a:lnTo>
                    <a:pt x="10477663" y="50368"/>
                  </a:lnTo>
                  <a:lnTo>
                    <a:pt x="10588512" y="37867"/>
                  </a:lnTo>
                  <a:lnTo>
                    <a:pt x="10693953" y="27300"/>
                  </a:lnTo>
                  <a:lnTo>
                    <a:pt x="10790123" y="18674"/>
                  </a:lnTo>
                  <a:lnTo>
                    <a:pt x="10873455" y="11945"/>
                  </a:lnTo>
                  <a:lnTo>
                    <a:pt x="10941234" y="6990"/>
                  </a:lnTo>
                  <a:lnTo>
                    <a:pt x="10992070" y="3612"/>
                  </a:lnTo>
                  <a:lnTo>
                    <a:pt x="11026192" y="1544"/>
                  </a:lnTo>
                  <a:lnTo>
                    <a:pt x="11045512" y="472"/>
                  </a:lnTo>
                  <a:lnTo>
                    <a:pt x="11053482" y="66"/>
                  </a:lnTo>
                  <a:lnTo>
                    <a:pt x="11054890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0" name="pl649"/>
            <p:cNvSpPr/>
            <p:nvPr/>
          </p:nvSpPr>
          <p:spPr>
            <a:xfrm>
              <a:off x="1199187" y="2934590"/>
              <a:ext cx="12049831" cy="2793257"/>
            </a:xfrm>
            <a:custGeom>
              <a:avLst/>
              <a:pathLst>
                <a:path w="12049831" h="2793257">
                  <a:moveTo>
                    <a:pt x="12049831" y="0"/>
                  </a:moveTo>
                  <a:lnTo>
                    <a:pt x="11054891" y="0"/>
                  </a:lnTo>
                  <a:lnTo>
                    <a:pt x="11053813" y="50"/>
                  </a:lnTo>
                  <a:lnTo>
                    <a:pt x="11046692" y="410"/>
                  </a:lnTo>
                  <a:lnTo>
                    <a:pt x="11028621" y="1404"/>
                  </a:lnTo>
                  <a:lnTo>
                    <a:pt x="10996013" y="3364"/>
                  </a:lnTo>
                  <a:lnTo>
                    <a:pt x="10946803" y="6605"/>
                  </a:lnTo>
                  <a:lnTo>
                    <a:pt x="10880599" y="11400"/>
                  </a:lnTo>
                  <a:lnTo>
                    <a:pt x="10798645" y="17955"/>
                  </a:lnTo>
                  <a:lnTo>
                    <a:pt x="10703551" y="26397"/>
                  </a:lnTo>
                  <a:lnTo>
                    <a:pt x="10598826" y="36779"/>
                  </a:lnTo>
                  <a:lnTo>
                    <a:pt x="10488326" y="49098"/>
                  </a:lnTo>
                  <a:lnTo>
                    <a:pt x="10375761" y="63318"/>
                  </a:lnTo>
                  <a:lnTo>
                    <a:pt x="10264322" y="79401"/>
                  </a:lnTo>
                  <a:lnTo>
                    <a:pt x="10156485" y="97332"/>
                  </a:lnTo>
                  <a:lnTo>
                    <a:pt x="10053969" y="117136"/>
                  </a:lnTo>
                  <a:lnTo>
                    <a:pt x="9957795" y="138889"/>
                  </a:lnTo>
                  <a:lnTo>
                    <a:pt x="9868402" y="162724"/>
                  </a:lnTo>
                  <a:lnTo>
                    <a:pt x="9785783" y="188836"/>
                  </a:lnTo>
                  <a:lnTo>
                    <a:pt x="9709614" y="217474"/>
                  </a:lnTo>
                  <a:lnTo>
                    <a:pt x="9639360" y="248937"/>
                  </a:lnTo>
                  <a:lnTo>
                    <a:pt x="9574360" y="283564"/>
                  </a:lnTo>
                  <a:lnTo>
                    <a:pt x="9513890" y="321718"/>
                  </a:lnTo>
                  <a:lnTo>
                    <a:pt x="9457208" y="363751"/>
                  </a:lnTo>
                  <a:lnTo>
                    <a:pt x="9403600" y="409960"/>
                  </a:lnTo>
                  <a:lnTo>
                    <a:pt x="9352408" y="460512"/>
                  </a:lnTo>
                  <a:lnTo>
                    <a:pt x="9347647" y="465542"/>
                  </a:lnTo>
                  <a:lnTo>
                    <a:pt x="9303182" y="515266"/>
                  </a:lnTo>
                  <a:lnTo>
                    <a:pt x="9259827" y="568594"/>
                  </a:lnTo>
                  <a:lnTo>
                    <a:pt x="9217283" y="625599"/>
                  </a:lnTo>
                  <a:lnTo>
                    <a:pt x="9175308" y="686298"/>
                  </a:lnTo>
                  <a:lnTo>
                    <a:pt x="9133712" y="750643"/>
                  </a:lnTo>
                  <a:lnTo>
                    <a:pt x="9092341" y="818519"/>
                  </a:lnTo>
                  <a:lnTo>
                    <a:pt x="9051081" y="889736"/>
                  </a:lnTo>
                  <a:lnTo>
                    <a:pt x="9009852" y="964030"/>
                  </a:lnTo>
                  <a:lnTo>
                    <a:pt x="8968598" y="1041064"/>
                  </a:lnTo>
                  <a:lnTo>
                    <a:pt x="8927291" y="1120431"/>
                  </a:lnTo>
                  <a:lnTo>
                    <a:pt x="8885923" y="1201662"/>
                  </a:lnTo>
                  <a:lnTo>
                    <a:pt x="8844500" y="1284238"/>
                  </a:lnTo>
                  <a:lnTo>
                    <a:pt x="8803041" y="1367598"/>
                  </a:lnTo>
                  <a:lnTo>
                    <a:pt x="8761573" y="1451163"/>
                  </a:lnTo>
                  <a:lnTo>
                    <a:pt x="8720123" y="1534345"/>
                  </a:lnTo>
                  <a:lnTo>
                    <a:pt x="8678715" y="1616567"/>
                  </a:lnTo>
                  <a:lnTo>
                    <a:pt x="8637365" y="1697283"/>
                  </a:lnTo>
                  <a:lnTo>
                    <a:pt x="8596076" y="1775984"/>
                  </a:lnTo>
                  <a:lnTo>
                    <a:pt x="8554834" y="1852222"/>
                  </a:lnTo>
                  <a:lnTo>
                    <a:pt x="8513602" y="1925608"/>
                  </a:lnTo>
                  <a:lnTo>
                    <a:pt x="8472319" y="1995830"/>
                  </a:lnTo>
                  <a:lnTo>
                    <a:pt x="8430893" y="2062644"/>
                  </a:lnTo>
                  <a:lnTo>
                    <a:pt x="8389198" y="2125885"/>
                  </a:lnTo>
                  <a:lnTo>
                    <a:pt x="8347073" y="2185458"/>
                  </a:lnTo>
                  <a:lnTo>
                    <a:pt x="8304309" y="2241336"/>
                  </a:lnTo>
                  <a:lnTo>
                    <a:pt x="8260649" y="2293552"/>
                  </a:lnTo>
                  <a:lnTo>
                    <a:pt x="8229629" y="2327714"/>
                  </a:lnTo>
                  <a:lnTo>
                    <a:pt x="8178636" y="2378680"/>
                  </a:lnTo>
                  <a:lnTo>
                    <a:pt x="8125284" y="2425298"/>
                  </a:lnTo>
                  <a:lnTo>
                    <a:pt x="8068925" y="2467717"/>
                  </a:lnTo>
                  <a:lnTo>
                    <a:pt x="8008846" y="2506224"/>
                  </a:lnTo>
                  <a:lnTo>
                    <a:pt x="7944308" y="2541171"/>
                  </a:lnTo>
                  <a:lnTo>
                    <a:pt x="7874584" y="2572920"/>
                  </a:lnTo>
                  <a:lnTo>
                    <a:pt x="7799003" y="2601812"/>
                  </a:lnTo>
                  <a:lnTo>
                    <a:pt x="7717015" y="2628153"/>
                  </a:lnTo>
                  <a:lnTo>
                    <a:pt x="7628271" y="2652195"/>
                  </a:lnTo>
                  <a:lnTo>
                    <a:pt x="7532731" y="2674139"/>
                  </a:lnTo>
                  <a:lnTo>
                    <a:pt x="7430784" y="2694124"/>
                  </a:lnTo>
                  <a:lnTo>
                    <a:pt x="7323391" y="2712231"/>
                  </a:lnTo>
                  <a:lnTo>
                    <a:pt x="7212199" y="2728491"/>
                  </a:lnTo>
                  <a:lnTo>
                    <a:pt x="7099614" y="2742889"/>
                  </a:lnTo>
                  <a:lnTo>
                    <a:pt x="6988765" y="2755390"/>
                  </a:lnTo>
                  <a:lnTo>
                    <a:pt x="6883323" y="2765957"/>
                  </a:lnTo>
                  <a:lnTo>
                    <a:pt x="6787154" y="2774583"/>
                  </a:lnTo>
                  <a:lnTo>
                    <a:pt x="6703821" y="2781312"/>
                  </a:lnTo>
                  <a:lnTo>
                    <a:pt x="6636042" y="2786267"/>
                  </a:lnTo>
                  <a:lnTo>
                    <a:pt x="6585207" y="2789645"/>
                  </a:lnTo>
                  <a:lnTo>
                    <a:pt x="6551084" y="2791713"/>
                  </a:lnTo>
                  <a:lnTo>
                    <a:pt x="6531764" y="2792785"/>
                  </a:lnTo>
                  <a:lnTo>
                    <a:pt x="6523794" y="2793191"/>
                  </a:lnTo>
                  <a:lnTo>
                    <a:pt x="6522386" y="2793257"/>
                  </a:lnTo>
                  <a:lnTo>
                    <a:pt x="6522385" y="2793257"/>
                  </a:lnTo>
                  <a:lnTo>
                    <a:pt x="5527445" y="2793257"/>
                  </a:lnTo>
                  <a:lnTo>
                    <a:pt x="5526347" y="2793217"/>
                  </a:lnTo>
                  <a:lnTo>
                    <a:pt x="5519091" y="2792925"/>
                  </a:lnTo>
                  <a:lnTo>
                    <a:pt x="5500687" y="2792120"/>
                  </a:lnTo>
                  <a:lnTo>
                    <a:pt x="5467502" y="2790534"/>
                  </a:lnTo>
                  <a:lnTo>
                    <a:pt x="5417468" y="2787912"/>
                  </a:lnTo>
                  <a:lnTo>
                    <a:pt x="5350234" y="2784034"/>
                  </a:lnTo>
                  <a:lnTo>
                    <a:pt x="5267128" y="2778736"/>
                  </a:lnTo>
                  <a:lnTo>
                    <a:pt x="5170857" y="2771917"/>
                  </a:lnTo>
                  <a:lnTo>
                    <a:pt x="5065028" y="2763538"/>
                  </a:lnTo>
                  <a:lnTo>
                    <a:pt x="4953578" y="2753603"/>
                  </a:lnTo>
                  <a:lnTo>
                    <a:pt x="4840265" y="2742142"/>
                  </a:lnTo>
                  <a:lnTo>
                    <a:pt x="4728296" y="2729184"/>
                  </a:lnTo>
                  <a:lnTo>
                    <a:pt x="4620139" y="2714740"/>
                  </a:lnTo>
                  <a:lnTo>
                    <a:pt x="4517486" y="2698788"/>
                  </a:lnTo>
                  <a:lnTo>
                    <a:pt x="4421319" y="2681260"/>
                  </a:lnTo>
                  <a:lnTo>
                    <a:pt x="4332038" y="2662045"/>
                  </a:lnTo>
                  <a:lnTo>
                    <a:pt x="4249599" y="2640980"/>
                  </a:lnTo>
                  <a:lnTo>
                    <a:pt x="4173642" y="2617861"/>
                  </a:lnTo>
                  <a:lnTo>
                    <a:pt x="4103605" y="2592439"/>
                  </a:lnTo>
                  <a:lnTo>
                    <a:pt x="4038801" y="2564437"/>
                  </a:lnTo>
                  <a:lnTo>
                    <a:pt x="3978488" y="2533563"/>
                  </a:lnTo>
                  <a:lnTo>
                    <a:pt x="3921913" y="2499533"/>
                  </a:lnTo>
                  <a:lnTo>
                    <a:pt x="3868351" y="2462118"/>
                  </a:lnTo>
                  <a:lnTo>
                    <a:pt x="3820202" y="2423793"/>
                  </a:lnTo>
                  <a:lnTo>
                    <a:pt x="3772116" y="2380943"/>
                  </a:lnTo>
                  <a:lnTo>
                    <a:pt x="3725301" y="2334735"/>
                  </a:lnTo>
                  <a:lnTo>
                    <a:pt x="3679387" y="2285100"/>
                  </a:lnTo>
                  <a:lnTo>
                    <a:pt x="3634080" y="2232035"/>
                  </a:lnTo>
                  <a:lnTo>
                    <a:pt x="3589153" y="2175608"/>
                  </a:lnTo>
                  <a:lnTo>
                    <a:pt x="3544431" y="2115962"/>
                  </a:lnTo>
                  <a:lnTo>
                    <a:pt x="3499788" y="2053322"/>
                  </a:lnTo>
                  <a:lnTo>
                    <a:pt x="3455140" y="1987994"/>
                  </a:lnTo>
                  <a:lnTo>
                    <a:pt x="3410439" y="1920361"/>
                  </a:lnTo>
                  <a:lnTo>
                    <a:pt x="3365667" y="1850879"/>
                  </a:lnTo>
                  <a:lnTo>
                    <a:pt x="3320828" y="1780059"/>
                  </a:lnTo>
                  <a:lnTo>
                    <a:pt x="3275945" y="1708461"/>
                  </a:lnTo>
                  <a:lnTo>
                    <a:pt x="3231051" y="1636669"/>
                  </a:lnTo>
                  <a:lnTo>
                    <a:pt x="3186180" y="1565273"/>
                  </a:lnTo>
                  <a:lnTo>
                    <a:pt x="3141362" y="1494851"/>
                  </a:lnTo>
                  <a:lnTo>
                    <a:pt x="3096614" y="1425948"/>
                  </a:lnTo>
                  <a:lnTo>
                    <a:pt x="3051935" y="1359057"/>
                  </a:lnTo>
                  <a:lnTo>
                    <a:pt x="3007296" y="1294612"/>
                  </a:lnTo>
                  <a:lnTo>
                    <a:pt x="2962637" y="1232968"/>
                  </a:lnTo>
                  <a:lnTo>
                    <a:pt x="2917861" y="1174404"/>
                  </a:lnTo>
                  <a:lnTo>
                    <a:pt x="2872826" y="1119117"/>
                  </a:lnTo>
                  <a:lnTo>
                    <a:pt x="2827340" y="1067224"/>
                  </a:lnTo>
                  <a:lnTo>
                    <a:pt x="2781154" y="1018767"/>
                  </a:lnTo>
                  <a:lnTo>
                    <a:pt x="2733949" y="973721"/>
                  </a:lnTo>
                  <a:lnTo>
                    <a:pt x="2702183" y="945934"/>
                  </a:lnTo>
                  <a:lnTo>
                    <a:pt x="2650851" y="905234"/>
                  </a:lnTo>
                  <a:lnTo>
                    <a:pt x="2597125" y="868030"/>
                  </a:lnTo>
                  <a:lnTo>
                    <a:pt x="2540344" y="834200"/>
                  </a:lnTo>
                  <a:lnTo>
                    <a:pt x="2479780" y="803508"/>
                  </a:lnTo>
                  <a:lnTo>
                    <a:pt x="2414679" y="775672"/>
                  </a:lnTo>
                  <a:lnTo>
                    <a:pt x="2344300" y="750397"/>
                  </a:lnTo>
                  <a:lnTo>
                    <a:pt x="2267964" y="727409"/>
                  </a:lnTo>
                  <a:lnTo>
                    <a:pt x="2185116" y="706463"/>
                  </a:lnTo>
                  <a:lnTo>
                    <a:pt x="2095414" y="687354"/>
                  </a:lnTo>
                  <a:lnTo>
                    <a:pt x="1998837" y="669925"/>
                  </a:lnTo>
                  <a:lnTo>
                    <a:pt x="1895814" y="654066"/>
                  </a:lnTo>
                  <a:lnTo>
                    <a:pt x="1787370" y="639713"/>
                  </a:lnTo>
                  <a:lnTo>
                    <a:pt x="1675240" y="626845"/>
                  </a:lnTo>
                  <a:lnTo>
                    <a:pt x="1561942" y="615476"/>
                  </a:lnTo>
                  <a:lnTo>
                    <a:pt x="1450723" y="605635"/>
                  </a:lnTo>
                  <a:lnTo>
                    <a:pt x="1345363" y="597351"/>
                  </a:lnTo>
                  <a:lnTo>
                    <a:pt x="1249796" y="590626"/>
                  </a:lnTo>
                  <a:lnTo>
                    <a:pt x="1167589" y="585418"/>
                  </a:lnTo>
                  <a:lnTo>
                    <a:pt x="1101379" y="581622"/>
                  </a:lnTo>
                  <a:lnTo>
                    <a:pt x="1052397" y="579069"/>
                  </a:lnTo>
                  <a:lnTo>
                    <a:pt x="1020186" y="577538"/>
                  </a:lnTo>
                  <a:lnTo>
                    <a:pt x="1002579" y="576772"/>
                  </a:lnTo>
                  <a:lnTo>
                    <a:pt x="995853" y="576503"/>
                  </a:lnTo>
                  <a:lnTo>
                    <a:pt x="994940" y="576469"/>
                  </a:lnTo>
                  <a:lnTo>
                    <a:pt x="0" y="576469"/>
                  </a:lnTo>
                  <a:lnTo>
                    <a:pt x="0" y="5764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1" name="pg650"/>
            <p:cNvSpPr/>
            <p:nvPr/>
          </p:nvSpPr>
          <p:spPr>
            <a:xfrm>
              <a:off x="1199187" y="3175659"/>
              <a:ext cx="12049831" cy="2604595"/>
            </a:xfrm>
            <a:custGeom>
              <a:avLst/>
              <a:pathLst>
                <a:path w="12049831" h="2604595">
                  <a:moveTo>
                    <a:pt x="0" y="377325"/>
                  </a:moveTo>
                  <a:lnTo>
                    <a:pt x="994940" y="377325"/>
                  </a:lnTo>
                  <a:lnTo>
                    <a:pt x="996038" y="377366"/>
                  </a:lnTo>
                  <a:lnTo>
                    <a:pt x="1003292" y="377659"/>
                  </a:lnTo>
                  <a:lnTo>
                    <a:pt x="1021690" y="378467"/>
                  </a:lnTo>
                  <a:lnTo>
                    <a:pt x="1054865" y="380060"/>
                  </a:lnTo>
                  <a:lnTo>
                    <a:pt x="1104886" y="382695"/>
                  </a:lnTo>
                  <a:lnTo>
                    <a:pt x="1172103" y="386590"/>
                  </a:lnTo>
                  <a:lnTo>
                    <a:pt x="1255190" y="391911"/>
                  </a:lnTo>
                  <a:lnTo>
                    <a:pt x="1351442" y="398760"/>
                  </a:lnTo>
                  <a:lnTo>
                    <a:pt x="1457253" y="407176"/>
                  </a:lnTo>
                  <a:lnTo>
                    <a:pt x="1568687" y="417156"/>
                  </a:lnTo>
                  <a:lnTo>
                    <a:pt x="1681988" y="428668"/>
                  </a:lnTo>
                  <a:lnTo>
                    <a:pt x="1793949" y="441684"/>
                  </a:lnTo>
                  <a:lnTo>
                    <a:pt x="1902101" y="456193"/>
                  </a:lnTo>
                  <a:lnTo>
                    <a:pt x="2004752" y="472217"/>
                  </a:lnTo>
                  <a:lnTo>
                    <a:pt x="2100918" y="489823"/>
                  </a:lnTo>
                  <a:lnTo>
                    <a:pt x="2190201" y="509124"/>
                  </a:lnTo>
                  <a:lnTo>
                    <a:pt x="2272644" y="530282"/>
                  </a:lnTo>
                  <a:lnTo>
                    <a:pt x="2348604" y="553505"/>
                  </a:lnTo>
                  <a:lnTo>
                    <a:pt x="2418645" y="579039"/>
                  </a:lnTo>
                  <a:lnTo>
                    <a:pt x="2483451" y="607165"/>
                  </a:lnTo>
                  <a:lnTo>
                    <a:pt x="2543767" y="638176"/>
                  </a:lnTo>
                  <a:lnTo>
                    <a:pt x="2600344" y="672355"/>
                  </a:lnTo>
                  <a:lnTo>
                    <a:pt x="2653907" y="709934"/>
                  </a:lnTo>
                  <a:lnTo>
                    <a:pt x="2702183" y="748537"/>
                  </a:lnTo>
                  <a:lnTo>
                    <a:pt x="2750198" y="791521"/>
                  </a:lnTo>
                  <a:lnTo>
                    <a:pt x="2796945" y="837871"/>
                  </a:lnTo>
                  <a:lnTo>
                    <a:pt x="2842793" y="887653"/>
                  </a:lnTo>
                  <a:lnTo>
                    <a:pt x="2888034" y="940871"/>
                  </a:lnTo>
                  <a:lnTo>
                    <a:pt x="2932895" y="997457"/>
                  </a:lnTo>
                  <a:lnTo>
                    <a:pt x="2977552" y="1057270"/>
                  </a:lnTo>
                  <a:lnTo>
                    <a:pt x="3022128" y="1120083"/>
                  </a:lnTo>
                  <a:lnTo>
                    <a:pt x="3066708" y="1185593"/>
                  </a:lnTo>
                  <a:lnTo>
                    <a:pt x="3111341" y="1253417"/>
                  </a:lnTo>
                  <a:lnTo>
                    <a:pt x="3156046" y="1323100"/>
                  </a:lnTo>
                  <a:lnTo>
                    <a:pt x="3200816" y="1394131"/>
                  </a:lnTo>
                  <a:lnTo>
                    <a:pt x="3245631" y="1465951"/>
                  </a:lnTo>
                  <a:lnTo>
                    <a:pt x="3290458" y="1537976"/>
                  </a:lnTo>
                  <a:lnTo>
                    <a:pt x="3335263" y="1609616"/>
                  </a:lnTo>
                  <a:lnTo>
                    <a:pt x="3380015" y="1680292"/>
                  </a:lnTo>
                  <a:lnTo>
                    <a:pt x="3424697" y="1749458"/>
                  </a:lnTo>
                  <a:lnTo>
                    <a:pt x="3469311" y="1816620"/>
                  </a:lnTo>
                  <a:lnTo>
                    <a:pt x="3513883" y="1881343"/>
                  </a:lnTo>
                  <a:lnTo>
                    <a:pt x="3558473" y="1943267"/>
                  </a:lnTo>
                  <a:lnTo>
                    <a:pt x="3603176" y="2002113"/>
                  </a:lnTo>
                  <a:lnTo>
                    <a:pt x="3648133" y="2057682"/>
                  </a:lnTo>
                  <a:lnTo>
                    <a:pt x="3693533" y="2109853"/>
                  </a:lnTo>
                  <a:lnTo>
                    <a:pt x="3739621" y="2158582"/>
                  </a:lnTo>
                  <a:lnTo>
                    <a:pt x="3786713" y="2203893"/>
                  </a:lnTo>
                  <a:lnTo>
                    <a:pt x="3820202" y="2233383"/>
                  </a:lnTo>
                  <a:lnTo>
                    <a:pt x="3871528" y="2274271"/>
                  </a:lnTo>
                  <a:lnTo>
                    <a:pt x="3925248" y="2311647"/>
                  </a:lnTo>
                  <a:lnTo>
                    <a:pt x="3982023" y="2345635"/>
                  </a:lnTo>
                  <a:lnTo>
                    <a:pt x="4042579" y="2376470"/>
                  </a:lnTo>
                  <a:lnTo>
                    <a:pt x="4107670" y="2404436"/>
                  </a:lnTo>
                  <a:lnTo>
                    <a:pt x="4178038" y="2429829"/>
                  </a:lnTo>
                  <a:lnTo>
                    <a:pt x="4254362" y="2452924"/>
                  </a:lnTo>
                  <a:lnTo>
                    <a:pt x="4337196" y="2473969"/>
                  </a:lnTo>
                  <a:lnTo>
                    <a:pt x="4426882" y="2493168"/>
                  </a:lnTo>
                  <a:lnTo>
                    <a:pt x="4523443" y="2510679"/>
                  </a:lnTo>
                  <a:lnTo>
                    <a:pt x="4626447" y="2526614"/>
                  </a:lnTo>
                  <a:lnTo>
                    <a:pt x="4734875" y="2541035"/>
                  </a:lnTo>
                  <a:lnTo>
                    <a:pt x="4846989" y="2553964"/>
                  </a:lnTo>
                  <a:lnTo>
                    <a:pt x="4960276" y="2565388"/>
                  </a:lnTo>
                  <a:lnTo>
                    <a:pt x="5071489" y="2575277"/>
                  </a:lnTo>
                  <a:lnTo>
                    <a:pt x="5176850" y="2583602"/>
                  </a:lnTo>
                  <a:lnTo>
                    <a:pt x="5272428" y="2590360"/>
                  </a:lnTo>
                  <a:lnTo>
                    <a:pt x="5354654" y="2595595"/>
                  </a:lnTo>
                  <a:lnTo>
                    <a:pt x="5420890" y="2599411"/>
                  </a:lnTo>
                  <a:lnTo>
                    <a:pt x="5469903" y="2601978"/>
                  </a:lnTo>
                  <a:lnTo>
                    <a:pt x="5502144" y="2603519"/>
                  </a:lnTo>
                  <a:lnTo>
                    <a:pt x="5519779" y="2604290"/>
                  </a:lnTo>
                  <a:lnTo>
                    <a:pt x="5526525" y="2604560"/>
                  </a:lnTo>
                  <a:lnTo>
                    <a:pt x="5527445" y="2604595"/>
                  </a:lnTo>
                  <a:lnTo>
                    <a:pt x="6522385" y="2604595"/>
                  </a:lnTo>
                  <a:lnTo>
                    <a:pt x="6523472" y="2604548"/>
                  </a:lnTo>
                  <a:lnTo>
                    <a:pt x="6530647" y="2604213"/>
                  </a:lnTo>
                  <a:lnTo>
                    <a:pt x="6548852" y="2603290"/>
                  </a:lnTo>
                  <a:lnTo>
                    <a:pt x="6581693" y="2601470"/>
                  </a:lnTo>
                  <a:lnTo>
                    <a:pt x="6631237" y="2598461"/>
                  </a:lnTo>
                  <a:lnTo>
                    <a:pt x="6697857" y="2594010"/>
                  </a:lnTo>
                  <a:lnTo>
                    <a:pt x="6780278" y="2587927"/>
                  </a:lnTo>
                  <a:lnTo>
                    <a:pt x="6875848" y="2580094"/>
                  </a:lnTo>
                  <a:lnTo>
                    <a:pt x="6981021" y="2570465"/>
                  </a:lnTo>
                  <a:lnTo>
                    <a:pt x="7091907" y="2559042"/>
                  </a:lnTo>
                  <a:lnTo>
                    <a:pt x="7204777" y="2545860"/>
                  </a:lnTo>
                  <a:lnTo>
                    <a:pt x="7316433" y="2530953"/>
                  </a:lnTo>
                  <a:lnTo>
                    <a:pt x="7424402" y="2514335"/>
                  </a:lnTo>
                  <a:lnTo>
                    <a:pt x="7526975" y="2495981"/>
                  </a:lnTo>
                  <a:lnTo>
                    <a:pt x="7623147" y="2475819"/>
                  </a:lnTo>
                  <a:lnTo>
                    <a:pt x="7712496" y="2453721"/>
                  </a:lnTo>
                  <a:lnTo>
                    <a:pt x="7795043" y="2429507"/>
                  </a:lnTo>
                  <a:lnTo>
                    <a:pt x="7871126" y="2402943"/>
                  </a:lnTo>
                  <a:lnTo>
                    <a:pt x="7941292" y="2373748"/>
                  </a:lnTo>
                  <a:lnTo>
                    <a:pt x="8006212" y="2341605"/>
                  </a:lnTo>
                  <a:lnTo>
                    <a:pt x="8066618" y="2306180"/>
                  </a:lnTo>
                  <a:lnTo>
                    <a:pt x="8123255" y="2267145"/>
                  </a:lnTo>
                  <a:lnTo>
                    <a:pt x="8176844" y="2224229"/>
                  </a:lnTo>
                  <a:lnTo>
                    <a:pt x="8228041" y="2177288"/>
                  </a:lnTo>
                  <a:lnTo>
                    <a:pt x="8229629" y="2175736"/>
                  </a:lnTo>
                  <a:lnTo>
                    <a:pt x="8275407" y="2128509"/>
                  </a:lnTo>
                  <a:lnTo>
                    <a:pt x="8320017" y="2077757"/>
                  </a:lnTo>
                  <a:lnTo>
                    <a:pt x="8363783" y="2023410"/>
                  </a:lnTo>
                  <a:lnTo>
                    <a:pt x="8406965" y="1965455"/>
                  </a:lnTo>
                  <a:lnTo>
                    <a:pt x="8449768" y="1903947"/>
                  </a:lnTo>
                  <a:lnTo>
                    <a:pt x="8492351" y="1839012"/>
                  </a:lnTo>
                  <a:lnTo>
                    <a:pt x="8534834" y="1770854"/>
                  </a:lnTo>
                  <a:lnTo>
                    <a:pt x="8577299" y="1699753"/>
                  </a:lnTo>
                  <a:lnTo>
                    <a:pt x="8619800" y="1626064"/>
                  </a:lnTo>
                  <a:lnTo>
                    <a:pt x="8662361" y="1550213"/>
                  </a:lnTo>
                  <a:lnTo>
                    <a:pt x="8704987" y="1472688"/>
                  </a:lnTo>
                  <a:lnTo>
                    <a:pt x="8747665" y="1394027"/>
                  </a:lnTo>
                  <a:lnTo>
                    <a:pt x="8790372" y="1314800"/>
                  </a:lnTo>
                  <a:lnTo>
                    <a:pt x="8833077" y="1235597"/>
                  </a:lnTo>
                  <a:lnTo>
                    <a:pt x="8875751" y="1157007"/>
                  </a:lnTo>
                  <a:lnTo>
                    <a:pt x="8918372" y="1079599"/>
                  </a:lnTo>
                  <a:lnTo>
                    <a:pt x="8960928" y="1003906"/>
                  </a:lnTo>
                  <a:lnTo>
                    <a:pt x="9003425" y="930412"/>
                  </a:lnTo>
                  <a:lnTo>
                    <a:pt x="9045889" y="859537"/>
                  </a:lnTo>
                  <a:lnTo>
                    <a:pt x="9088377" y="791632"/>
                  </a:lnTo>
                  <a:lnTo>
                    <a:pt x="9130973" y="726969"/>
                  </a:lnTo>
                  <a:lnTo>
                    <a:pt x="9173800" y="665745"/>
                  </a:lnTo>
                  <a:lnTo>
                    <a:pt x="9217021" y="608082"/>
                  </a:lnTo>
                  <a:lnTo>
                    <a:pt x="9260845" y="554028"/>
                  </a:lnTo>
                  <a:lnTo>
                    <a:pt x="9305537" y="503566"/>
                  </a:lnTo>
                  <a:lnTo>
                    <a:pt x="9347647" y="460302"/>
                  </a:lnTo>
                  <a:lnTo>
                    <a:pt x="9398778" y="413234"/>
                  </a:lnTo>
                  <a:lnTo>
                    <a:pt x="9452281" y="370192"/>
                  </a:lnTo>
                  <a:lnTo>
                    <a:pt x="9508811" y="331037"/>
                  </a:lnTo>
                  <a:lnTo>
                    <a:pt x="9569086" y="295502"/>
                  </a:lnTo>
                  <a:lnTo>
                    <a:pt x="9633852" y="263261"/>
                  </a:lnTo>
                  <a:lnTo>
                    <a:pt x="9703841" y="233978"/>
                  </a:lnTo>
                  <a:lnTo>
                    <a:pt x="9779728" y="207335"/>
                  </a:lnTo>
                  <a:lnTo>
                    <a:pt x="9862063" y="183050"/>
                  </a:lnTo>
                  <a:lnTo>
                    <a:pt x="9951194" y="160888"/>
                  </a:lnTo>
                  <a:lnTo>
                    <a:pt x="10047155" y="140667"/>
                  </a:lnTo>
                  <a:lnTo>
                    <a:pt x="10149537" y="122257"/>
                  </a:lnTo>
                  <a:lnTo>
                    <a:pt x="10257357" y="105585"/>
                  </a:lnTo>
                  <a:lnTo>
                    <a:pt x="10368930" y="90623"/>
                  </a:lnTo>
                  <a:lnTo>
                    <a:pt x="10481807" y="77386"/>
                  </a:lnTo>
                  <a:lnTo>
                    <a:pt x="10592810" y="65908"/>
                  </a:lnTo>
                  <a:lnTo>
                    <a:pt x="10698225" y="56221"/>
                  </a:lnTo>
                  <a:lnTo>
                    <a:pt x="10794157" y="48332"/>
                  </a:lnTo>
                  <a:lnTo>
                    <a:pt x="10877041" y="42195"/>
                  </a:lnTo>
                  <a:lnTo>
                    <a:pt x="10944189" y="37695"/>
                  </a:lnTo>
                  <a:lnTo>
                    <a:pt x="10994277" y="34643"/>
                  </a:lnTo>
                  <a:lnTo>
                    <a:pt x="11027624" y="32790"/>
                  </a:lnTo>
                  <a:lnTo>
                    <a:pt x="11046245" y="31843"/>
                  </a:lnTo>
                  <a:lnTo>
                    <a:pt x="11053700" y="31495"/>
                  </a:lnTo>
                  <a:lnTo>
                    <a:pt x="11054891" y="31443"/>
                  </a:lnTo>
                  <a:lnTo>
                    <a:pt x="12049831" y="31443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5" y="46"/>
                  </a:lnTo>
                  <a:lnTo>
                    <a:pt x="11046629" y="381"/>
                  </a:lnTo>
                  <a:lnTo>
                    <a:pt x="11028424" y="1304"/>
                  </a:lnTo>
                  <a:lnTo>
                    <a:pt x="10995583" y="3124"/>
                  </a:lnTo>
                  <a:lnTo>
                    <a:pt x="10946040" y="6133"/>
                  </a:lnTo>
                  <a:lnTo>
                    <a:pt x="10879419" y="10584"/>
                  </a:lnTo>
                  <a:lnTo>
                    <a:pt x="10796999" y="16667"/>
                  </a:lnTo>
                  <a:lnTo>
                    <a:pt x="10701428" y="24500"/>
                  </a:lnTo>
                  <a:lnTo>
                    <a:pt x="10596255" y="34130"/>
                  </a:lnTo>
                  <a:lnTo>
                    <a:pt x="10485370" y="45552"/>
                  </a:lnTo>
                  <a:lnTo>
                    <a:pt x="10372500" y="58734"/>
                  </a:lnTo>
                  <a:lnTo>
                    <a:pt x="10260843" y="73641"/>
                  </a:lnTo>
                  <a:lnTo>
                    <a:pt x="10152875" y="90259"/>
                  </a:lnTo>
                  <a:lnTo>
                    <a:pt x="10050302" y="108613"/>
                  </a:lnTo>
                  <a:lnTo>
                    <a:pt x="9954129" y="128775"/>
                  </a:lnTo>
                  <a:lnTo>
                    <a:pt x="9864781" y="150873"/>
                  </a:lnTo>
                  <a:lnTo>
                    <a:pt x="9782234" y="175087"/>
                  </a:lnTo>
                  <a:lnTo>
                    <a:pt x="9706151" y="201651"/>
                  </a:lnTo>
                  <a:lnTo>
                    <a:pt x="9635985" y="230846"/>
                  </a:lnTo>
                  <a:lnTo>
                    <a:pt x="9571065" y="262989"/>
                  </a:lnTo>
                  <a:lnTo>
                    <a:pt x="9510659" y="298414"/>
                  </a:lnTo>
                  <a:lnTo>
                    <a:pt x="9454021" y="337450"/>
                  </a:lnTo>
                  <a:lnTo>
                    <a:pt x="9400433" y="380365"/>
                  </a:lnTo>
                  <a:lnTo>
                    <a:pt x="9349236" y="427306"/>
                  </a:lnTo>
                  <a:lnTo>
                    <a:pt x="9347647" y="428858"/>
                  </a:lnTo>
                  <a:lnTo>
                    <a:pt x="9301870" y="476085"/>
                  </a:lnTo>
                  <a:lnTo>
                    <a:pt x="9257260" y="526837"/>
                  </a:lnTo>
                  <a:lnTo>
                    <a:pt x="9213493" y="581184"/>
                  </a:lnTo>
                  <a:lnTo>
                    <a:pt x="9170312" y="639139"/>
                  </a:lnTo>
                  <a:lnTo>
                    <a:pt x="9127509" y="700647"/>
                  </a:lnTo>
                  <a:lnTo>
                    <a:pt x="9084925" y="765582"/>
                  </a:lnTo>
                  <a:lnTo>
                    <a:pt x="9042443" y="833740"/>
                  </a:lnTo>
                  <a:lnTo>
                    <a:pt x="8999977" y="904841"/>
                  </a:lnTo>
                  <a:lnTo>
                    <a:pt x="8957477" y="978530"/>
                  </a:lnTo>
                  <a:lnTo>
                    <a:pt x="8914915" y="1054381"/>
                  </a:lnTo>
                  <a:lnTo>
                    <a:pt x="8872289" y="1131906"/>
                  </a:lnTo>
                  <a:lnTo>
                    <a:pt x="8829611" y="1210567"/>
                  </a:lnTo>
                  <a:lnTo>
                    <a:pt x="8786905" y="1289794"/>
                  </a:lnTo>
                  <a:lnTo>
                    <a:pt x="8744200" y="1368997"/>
                  </a:lnTo>
                  <a:lnTo>
                    <a:pt x="8701525" y="1447587"/>
                  </a:lnTo>
                  <a:lnTo>
                    <a:pt x="8658904" y="1524995"/>
                  </a:lnTo>
                  <a:lnTo>
                    <a:pt x="8616348" y="1600688"/>
                  </a:lnTo>
                  <a:lnTo>
                    <a:pt x="8573852" y="1674182"/>
                  </a:lnTo>
                  <a:lnTo>
                    <a:pt x="8531387" y="1745057"/>
                  </a:lnTo>
                  <a:lnTo>
                    <a:pt x="8488900" y="1812963"/>
                  </a:lnTo>
                  <a:lnTo>
                    <a:pt x="8446303" y="1877625"/>
                  </a:lnTo>
                  <a:lnTo>
                    <a:pt x="8403476" y="1938849"/>
                  </a:lnTo>
                  <a:lnTo>
                    <a:pt x="8360256" y="1996512"/>
                  </a:lnTo>
                  <a:lnTo>
                    <a:pt x="8316431" y="2050566"/>
                  </a:lnTo>
                  <a:lnTo>
                    <a:pt x="8271739" y="2101029"/>
                  </a:lnTo>
                  <a:lnTo>
                    <a:pt x="8229629" y="2144292"/>
                  </a:lnTo>
                  <a:lnTo>
                    <a:pt x="8178499" y="2191361"/>
                  </a:lnTo>
                  <a:lnTo>
                    <a:pt x="8124995" y="2234402"/>
                  </a:lnTo>
                  <a:lnTo>
                    <a:pt x="8068465" y="2273557"/>
                  </a:lnTo>
                  <a:lnTo>
                    <a:pt x="8008190" y="2309092"/>
                  </a:lnTo>
                  <a:lnTo>
                    <a:pt x="7943425" y="2341333"/>
                  </a:lnTo>
                  <a:lnTo>
                    <a:pt x="7873435" y="2370616"/>
                  </a:lnTo>
                  <a:lnTo>
                    <a:pt x="7797549" y="2397260"/>
                  </a:lnTo>
                  <a:lnTo>
                    <a:pt x="7715213" y="2421544"/>
                  </a:lnTo>
                  <a:lnTo>
                    <a:pt x="7626082" y="2443706"/>
                  </a:lnTo>
                  <a:lnTo>
                    <a:pt x="7530122" y="2463927"/>
                  </a:lnTo>
                  <a:lnTo>
                    <a:pt x="7427740" y="2482337"/>
                  </a:lnTo>
                  <a:lnTo>
                    <a:pt x="7319920" y="2499009"/>
                  </a:lnTo>
                  <a:lnTo>
                    <a:pt x="7208347" y="2513971"/>
                  </a:lnTo>
                  <a:lnTo>
                    <a:pt x="7095470" y="2527208"/>
                  </a:lnTo>
                  <a:lnTo>
                    <a:pt x="6984466" y="2538686"/>
                  </a:lnTo>
                  <a:lnTo>
                    <a:pt x="6879052" y="2548373"/>
                  </a:lnTo>
                  <a:lnTo>
                    <a:pt x="6783119" y="2556262"/>
                  </a:lnTo>
                  <a:lnTo>
                    <a:pt x="6700236" y="2562399"/>
                  </a:lnTo>
                  <a:lnTo>
                    <a:pt x="6633087" y="2566899"/>
                  </a:lnTo>
                  <a:lnTo>
                    <a:pt x="6583000" y="2569951"/>
                  </a:lnTo>
                  <a:lnTo>
                    <a:pt x="6549653" y="2571804"/>
                  </a:lnTo>
                  <a:lnTo>
                    <a:pt x="6531032" y="2572751"/>
                  </a:lnTo>
                  <a:lnTo>
                    <a:pt x="6523576" y="2573099"/>
                  </a:lnTo>
                  <a:lnTo>
                    <a:pt x="6522385" y="2573151"/>
                  </a:lnTo>
                  <a:lnTo>
                    <a:pt x="5527445" y="2573151"/>
                  </a:lnTo>
                  <a:lnTo>
                    <a:pt x="5526347" y="2573110"/>
                  </a:lnTo>
                  <a:lnTo>
                    <a:pt x="5519093" y="2572817"/>
                  </a:lnTo>
                  <a:lnTo>
                    <a:pt x="5500695" y="2572009"/>
                  </a:lnTo>
                  <a:lnTo>
                    <a:pt x="5467520" y="2570416"/>
                  </a:lnTo>
                  <a:lnTo>
                    <a:pt x="5417499" y="2567781"/>
                  </a:lnTo>
                  <a:lnTo>
                    <a:pt x="5350282" y="2563886"/>
                  </a:lnTo>
                  <a:lnTo>
                    <a:pt x="5267195" y="2558565"/>
                  </a:lnTo>
                  <a:lnTo>
                    <a:pt x="5170943" y="2551716"/>
                  </a:lnTo>
                  <a:lnTo>
                    <a:pt x="5065132" y="2543300"/>
                  </a:lnTo>
                  <a:lnTo>
                    <a:pt x="4953698" y="2533320"/>
                  </a:lnTo>
                  <a:lnTo>
                    <a:pt x="4840397" y="2521808"/>
                  </a:lnTo>
                  <a:lnTo>
                    <a:pt x="4728436" y="2508792"/>
                  </a:lnTo>
                  <a:lnTo>
                    <a:pt x="4620284" y="2494283"/>
                  </a:lnTo>
                  <a:lnTo>
                    <a:pt x="4517633" y="2478259"/>
                  </a:lnTo>
                  <a:lnTo>
                    <a:pt x="4421467" y="2460653"/>
                  </a:lnTo>
                  <a:lnTo>
                    <a:pt x="4332184" y="2441352"/>
                  </a:lnTo>
                  <a:lnTo>
                    <a:pt x="4249741" y="2420194"/>
                  </a:lnTo>
                  <a:lnTo>
                    <a:pt x="4173781" y="2396971"/>
                  </a:lnTo>
                  <a:lnTo>
                    <a:pt x="4103740" y="2371437"/>
                  </a:lnTo>
                  <a:lnTo>
                    <a:pt x="4038934" y="2343311"/>
                  </a:lnTo>
                  <a:lnTo>
                    <a:pt x="3978618" y="2312300"/>
                  </a:lnTo>
                  <a:lnTo>
                    <a:pt x="3922041" y="2278121"/>
                  </a:lnTo>
                  <a:lnTo>
                    <a:pt x="3868478" y="2240542"/>
                  </a:lnTo>
                  <a:lnTo>
                    <a:pt x="3820202" y="2201939"/>
                  </a:lnTo>
                  <a:lnTo>
                    <a:pt x="3772187" y="2158955"/>
                  </a:lnTo>
                  <a:lnTo>
                    <a:pt x="3725440" y="2112605"/>
                  </a:lnTo>
                  <a:lnTo>
                    <a:pt x="3679592" y="2062823"/>
                  </a:lnTo>
                  <a:lnTo>
                    <a:pt x="3634351" y="2009605"/>
                  </a:lnTo>
                  <a:lnTo>
                    <a:pt x="3589490" y="1953019"/>
                  </a:lnTo>
                  <a:lnTo>
                    <a:pt x="3544833" y="1893206"/>
                  </a:lnTo>
                  <a:lnTo>
                    <a:pt x="3500257" y="1830393"/>
                  </a:lnTo>
                  <a:lnTo>
                    <a:pt x="3455677" y="1764883"/>
                  </a:lnTo>
                  <a:lnTo>
                    <a:pt x="3411044" y="1697059"/>
                  </a:lnTo>
                  <a:lnTo>
                    <a:pt x="3366339" y="1627376"/>
                  </a:lnTo>
                  <a:lnTo>
                    <a:pt x="3321569" y="1556345"/>
                  </a:lnTo>
                  <a:lnTo>
                    <a:pt x="3276754" y="1484525"/>
                  </a:lnTo>
                  <a:lnTo>
                    <a:pt x="3231927" y="1412500"/>
                  </a:lnTo>
                  <a:lnTo>
                    <a:pt x="3187122" y="1340860"/>
                  </a:lnTo>
                  <a:lnTo>
                    <a:pt x="3142370" y="1270184"/>
                  </a:lnTo>
                  <a:lnTo>
                    <a:pt x="3097688" y="1201018"/>
                  </a:lnTo>
                  <a:lnTo>
                    <a:pt x="3053074" y="1133856"/>
                  </a:lnTo>
                  <a:lnTo>
                    <a:pt x="3008502" y="1069133"/>
                  </a:lnTo>
                  <a:lnTo>
                    <a:pt x="2963912" y="1007209"/>
                  </a:lnTo>
                  <a:lnTo>
                    <a:pt x="2919209" y="948363"/>
                  </a:lnTo>
                  <a:lnTo>
                    <a:pt x="2874252" y="892794"/>
                  </a:lnTo>
                  <a:lnTo>
                    <a:pt x="2828852" y="840623"/>
                  </a:lnTo>
                  <a:lnTo>
                    <a:pt x="2782763" y="791894"/>
                  </a:lnTo>
                  <a:lnTo>
                    <a:pt x="2735672" y="746583"/>
                  </a:lnTo>
                  <a:lnTo>
                    <a:pt x="2702183" y="717093"/>
                  </a:lnTo>
                  <a:lnTo>
                    <a:pt x="2650857" y="676205"/>
                  </a:lnTo>
                  <a:lnTo>
                    <a:pt x="2597137" y="638829"/>
                  </a:lnTo>
                  <a:lnTo>
                    <a:pt x="2540362" y="604841"/>
                  </a:lnTo>
                  <a:lnTo>
                    <a:pt x="2479806" y="574006"/>
                  </a:lnTo>
                  <a:lnTo>
                    <a:pt x="2414715" y="546040"/>
                  </a:lnTo>
                  <a:lnTo>
                    <a:pt x="2344347" y="520647"/>
                  </a:lnTo>
                  <a:lnTo>
                    <a:pt x="2268023" y="497552"/>
                  </a:lnTo>
                  <a:lnTo>
                    <a:pt x="2185189" y="476507"/>
                  </a:lnTo>
                  <a:lnTo>
                    <a:pt x="2095503" y="457308"/>
                  </a:lnTo>
                  <a:lnTo>
                    <a:pt x="1998942" y="439797"/>
                  </a:lnTo>
                  <a:lnTo>
                    <a:pt x="1895938" y="423862"/>
                  </a:lnTo>
                  <a:lnTo>
                    <a:pt x="1787510" y="409441"/>
                  </a:lnTo>
                  <a:lnTo>
                    <a:pt x="1675396" y="396512"/>
                  </a:lnTo>
                  <a:lnTo>
                    <a:pt x="1562109" y="385088"/>
                  </a:lnTo>
                  <a:lnTo>
                    <a:pt x="1450896" y="375199"/>
                  </a:lnTo>
                  <a:lnTo>
                    <a:pt x="1345535" y="366874"/>
                  </a:lnTo>
                  <a:lnTo>
                    <a:pt x="1249957" y="360116"/>
                  </a:lnTo>
                  <a:lnTo>
                    <a:pt x="1167731" y="354881"/>
                  </a:lnTo>
                  <a:lnTo>
                    <a:pt x="1101495" y="351065"/>
                  </a:lnTo>
                  <a:lnTo>
                    <a:pt x="1052482" y="348498"/>
                  </a:lnTo>
                  <a:lnTo>
                    <a:pt x="1020241" y="346957"/>
                  </a:lnTo>
                  <a:lnTo>
                    <a:pt x="1002606" y="346186"/>
                  </a:lnTo>
                  <a:lnTo>
                    <a:pt x="995860" y="345916"/>
                  </a:lnTo>
                  <a:lnTo>
                    <a:pt x="994940" y="345881"/>
                  </a:lnTo>
                  <a:lnTo>
                    <a:pt x="0" y="345881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52" name="pl651"/>
            <p:cNvSpPr/>
            <p:nvPr/>
          </p:nvSpPr>
          <p:spPr>
            <a:xfrm>
              <a:off x="1199187" y="3207103"/>
              <a:ext cx="12049831" cy="2573151"/>
            </a:xfrm>
            <a:custGeom>
              <a:avLst/>
              <a:pathLst>
                <a:path w="12049831" h="2573151">
                  <a:moveTo>
                    <a:pt x="0" y="345881"/>
                  </a:moveTo>
                  <a:lnTo>
                    <a:pt x="994940" y="345881"/>
                  </a:lnTo>
                  <a:lnTo>
                    <a:pt x="996038" y="345922"/>
                  </a:lnTo>
                  <a:lnTo>
                    <a:pt x="1003292" y="346215"/>
                  </a:lnTo>
                  <a:lnTo>
                    <a:pt x="1021690" y="347023"/>
                  </a:lnTo>
                  <a:lnTo>
                    <a:pt x="1054865" y="348617"/>
                  </a:lnTo>
                  <a:lnTo>
                    <a:pt x="1104886" y="351251"/>
                  </a:lnTo>
                  <a:lnTo>
                    <a:pt x="1172103" y="355146"/>
                  </a:lnTo>
                  <a:lnTo>
                    <a:pt x="1255190" y="360467"/>
                  </a:lnTo>
                  <a:lnTo>
                    <a:pt x="1351442" y="367316"/>
                  </a:lnTo>
                  <a:lnTo>
                    <a:pt x="1457253" y="375733"/>
                  </a:lnTo>
                  <a:lnTo>
                    <a:pt x="1568687" y="385712"/>
                  </a:lnTo>
                  <a:lnTo>
                    <a:pt x="1681988" y="397224"/>
                  </a:lnTo>
                  <a:lnTo>
                    <a:pt x="1793949" y="410240"/>
                  </a:lnTo>
                  <a:lnTo>
                    <a:pt x="1902101" y="424749"/>
                  </a:lnTo>
                  <a:lnTo>
                    <a:pt x="2004752" y="440773"/>
                  </a:lnTo>
                  <a:lnTo>
                    <a:pt x="2100918" y="458379"/>
                  </a:lnTo>
                  <a:lnTo>
                    <a:pt x="2190201" y="477680"/>
                  </a:lnTo>
                  <a:lnTo>
                    <a:pt x="2272644" y="498839"/>
                  </a:lnTo>
                  <a:lnTo>
                    <a:pt x="2348604" y="522061"/>
                  </a:lnTo>
                  <a:lnTo>
                    <a:pt x="2418645" y="547596"/>
                  </a:lnTo>
                  <a:lnTo>
                    <a:pt x="2483451" y="575721"/>
                  </a:lnTo>
                  <a:lnTo>
                    <a:pt x="2543767" y="606732"/>
                  </a:lnTo>
                  <a:lnTo>
                    <a:pt x="2600344" y="640911"/>
                  </a:lnTo>
                  <a:lnTo>
                    <a:pt x="2653907" y="678491"/>
                  </a:lnTo>
                  <a:lnTo>
                    <a:pt x="2702183" y="717093"/>
                  </a:lnTo>
                  <a:lnTo>
                    <a:pt x="2750198" y="760078"/>
                  </a:lnTo>
                  <a:lnTo>
                    <a:pt x="2796945" y="806427"/>
                  </a:lnTo>
                  <a:lnTo>
                    <a:pt x="2842793" y="856209"/>
                  </a:lnTo>
                  <a:lnTo>
                    <a:pt x="2888034" y="909427"/>
                  </a:lnTo>
                  <a:lnTo>
                    <a:pt x="2932895" y="966014"/>
                  </a:lnTo>
                  <a:lnTo>
                    <a:pt x="2977552" y="1025826"/>
                  </a:lnTo>
                  <a:lnTo>
                    <a:pt x="3022128" y="1088640"/>
                  </a:lnTo>
                  <a:lnTo>
                    <a:pt x="3066708" y="1154150"/>
                  </a:lnTo>
                  <a:lnTo>
                    <a:pt x="3111341" y="1221973"/>
                  </a:lnTo>
                  <a:lnTo>
                    <a:pt x="3156046" y="1291657"/>
                  </a:lnTo>
                  <a:lnTo>
                    <a:pt x="3200816" y="1362687"/>
                  </a:lnTo>
                  <a:lnTo>
                    <a:pt x="3245631" y="1434507"/>
                  </a:lnTo>
                  <a:lnTo>
                    <a:pt x="3290458" y="1506532"/>
                  </a:lnTo>
                  <a:lnTo>
                    <a:pt x="3335263" y="1578172"/>
                  </a:lnTo>
                  <a:lnTo>
                    <a:pt x="3380015" y="1648848"/>
                  </a:lnTo>
                  <a:lnTo>
                    <a:pt x="3424697" y="1718015"/>
                  </a:lnTo>
                  <a:lnTo>
                    <a:pt x="3469311" y="1785176"/>
                  </a:lnTo>
                  <a:lnTo>
                    <a:pt x="3513883" y="1849899"/>
                  </a:lnTo>
                  <a:lnTo>
                    <a:pt x="3558473" y="1911823"/>
                  </a:lnTo>
                  <a:lnTo>
                    <a:pt x="3603176" y="1970669"/>
                  </a:lnTo>
                  <a:lnTo>
                    <a:pt x="3648133" y="2026238"/>
                  </a:lnTo>
                  <a:lnTo>
                    <a:pt x="3693533" y="2078409"/>
                  </a:lnTo>
                  <a:lnTo>
                    <a:pt x="3739621" y="2127138"/>
                  </a:lnTo>
                  <a:lnTo>
                    <a:pt x="3786713" y="2172449"/>
                  </a:lnTo>
                  <a:lnTo>
                    <a:pt x="3820202" y="2201939"/>
                  </a:lnTo>
                  <a:lnTo>
                    <a:pt x="3871528" y="2242827"/>
                  </a:lnTo>
                  <a:lnTo>
                    <a:pt x="3925248" y="2280204"/>
                  </a:lnTo>
                  <a:lnTo>
                    <a:pt x="3982023" y="2314192"/>
                  </a:lnTo>
                  <a:lnTo>
                    <a:pt x="4042579" y="2345026"/>
                  </a:lnTo>
                  <a:lnTo>
                    <a:pt x="4107670" y="2372993"/>
                  </a:lnTo>
                  <a:lnTo>
                    <a:pt x="4178038" y="2398385"/>
                  </a:lnTo>
                  <a:lnTo>
                    <a:pt x="4254362" y="2421481"/>
                  </a:lnTo>
                  <a:lnTo>
                    <a:pt x="4337196" y="2442526"/>
                  </a:lnTo>
                  <a:lnTo>
                    <a:pt x="4426882" y="2461724"/>
                  </a:lnTo>
                  <a:lnTo>
                    <a:pt x="4523443" y="2479235"/>
                  </a:lnTo>
                  <a:lnTo>
                    <a:pt x="4626447" y="2495170"/>
                  </a:lnTo>
                  <a:lnTo>
                    <a:pt x="4734875" y="2509591"/>
                  </a:lnTo>
                  <a:lnTo>
                    <a:pt x="4846989" y="2522520"/>
                  </a:lnTo>
                  <a:lnTo>
                    <a:pt x="4960276" y="2533944"/>
                  </a:lnTo>
                  <a:lnTo>
                    <a:pt x="5071489" y="2543833"/>
                  </a:lnTo>
                  <a:lnTo>
                    <a:pt x="5176850" y="2552158"/>
                  </a:lnTo>
                  <a:lnTo>
                    <a:pt x="5272428" y="2558916"/>
                  </a:lnTo>
                  <a:lnTo>
                    <a:pt x="5354654" y="2564151"/>
                  </a:lnTo>
                  <a:lnTo>
                    <a:pt x="5420890" y="2567968"/>
                  </a:lnTo>
                  <a:lnTo>
                    <a:pt x="5469903" y="2570535"/>
                  </a:lnTo>
                  <a:lnTo>
                    <a:pt x="5502144" y="2572075"/>
                  </a:lnTo>
                  <a:lnTo>
                    <a:pt x="5519779" y="2572846"/>
                  </a:lnTo>
                  <a:lnTo>
                    <a:pt x="5526525" y="2573117"/>
                  </a:lnTo>
                  <a:lnTo>
                    <a:pt x="5527445" y="2573151"/>
                  </a:lnTo>
                  <a:lnTo>
                    <a:pt x="6522385" y="2573151"/>
                  </a:lnTo>
                  <a:lnTo>
                    <a:pt x="6523472" y="2573104"/>
                  </a:lnTo>
                  <a:lnTo>
                    <a:pt x="6530647" y="2572770"/>
                  </a:lnTo>
                  <a:lnTo>
                    <a:pt x="6548852" y="2571846"/>
                  </a:lnTo>
                  <a:lnTo>
                    <a:pt x="6581693" y="2570026"/>
                  </a:lnTo>
                  <a:lnTo>
                    <a:pt x="6631237" y="2567017"/>
                  </a:lnTo>
                  <a:lnTo>
                    <a:pt x="6697857" y="2562566"/>
                  </a:lnTo>
                  <a:lnTo>
                    <a:pt x="6780278" y="2556483"/>
                  </a:lnTo>
                  <a:lnTo>
                    <a:pt x="6875848" y="2548651"/>
                  </a:lnTo>
                  <a:lnTo>
                    <a:pt x="6981021" y="2539021"/>
                  </a:lnTo>
                  <a:lnTo>
                    <a:pt x="7091907" y="2527598"/>
                  </a:lnTo>
                  <a:lnTo>
                    <a:pt x="7204777" y="2514416"/>
                  </a:lnTo>
                  <a:lnTo>
                    <a:pt x="7316433" y="2499509"/>
                  </a:lnTo>
                  <a:lnTo>
                    <a:pt x="7424402" y="2482891"/>
                  </a:lnTo>
                  <a:lnTo>
                    <a:pt x="7526975" y="2464537"/>
                  </a:lnTo>
                  <a:lnTo>
                    <a:pt x="7623147" y="2444375"/>
                  </a:lnTo>
                  <a:lnTo>
                    <a:pt x="7712496" y="2422278"/>
                  </a:lnTo>
                  <a:lnTo>
                    <a:pt x="7795043" y="2398063"/>
                  </a:lnTo>
                  <a:lnTo>
                    <a:pt x="7871126" y="2371499"/>
                  </a:lnTo>
                  <a:lnTo>
                    <a:pt x="7941292" y="2342304"/>
                  </a:lnTo>
                  <a:lnTo>
                    <a:pt x="8006212" y="2310161"/>
                  </a:lnTo>
                  <a:lnTo>
                    <a:pt x="8066618" y="2274736"/>
                  </a:lnTo>
                  <a:lnTo>
                    <a:pt x="8123255" y="2235701"/>
                  </a:lnTo>
                  <a:lnTo>
                    <a:pt x="8176844" y="2192785"/>
                  </a:lnTo>
                  <a:lnTo>
                    <a:pt x="8228041" y="2145844"/>
                  </a:lnTo>
                  <a:lnTo>
                    <a:pt x="8229629" y="2144292"/>
                  </a:lnTo>
                  <a:lnTo>
                    <a:pt x="8275407" y="2097065"/>
                  </a:lnTo>
                  <a:lnTo>
                    <a:pt x="8320017" y="2046313"/>
                  </a:lnTo>
                  <a:lnTo>
                    <a:pt x="8363783" y="1991966"/>
                  </a:lnTo>
                  <a:lnTo>
                    <a:pt x="8406965" y="1934011"/>
                  </a:lnTo>
                  <a:lnTo>
                    <a:pt x="8449768" y="1872503"/>
                  </a:lnTo>
                  <a:lnTo>
                    <a:pt x="8492351" y="1807569"/>
                  </a:lnTo>
                  <a:lnTo>
                    <a:pt x="8534834" y="1739411"/>
                  </a:lnTo>
                  <a:lnTo>
                    <a:pt x="8577299" y="1668309"/>
                  </a:lnTo>
                  <a:lnTo>
                    <a:pt x="8619800" y="1594620"/>
                  </a:lnTo>
                  <a:lnTo>
                    <a:pt x="8662361" y="1518769"/>
                  </a:lnTo>
                  <a:lnTo>
                    <a:pt x="8704987" y="1441245"/>
                  </a:lnTo>
                  <a:lnTo>
                    <a:pt x="8747665" y="1362583"/>
                  </a:lnTo>
                  <a:lnTo>
                    <a:pt x="8790372" y="1283356"/>
                  </a:lnTo>
                  <a:lnTo>
                    <a:pt x="8833077" y="1204154"/>
                  </a:lnTo>
                  <a:lnTo>
                    <a:pt x="8875751" y="1125563"/>
                  </a:lnTo>
                  <a:lnTo>
                    <a:pt x="8918372" y="1048155"/>
                  </a:lnTo>
                  <a:lnTo>
                    <a:pt x="8960928" y="972462"/>
                  </a:lnTo>
                  <a:lnTo>
                    <a:pt x="9003425" y="898968"/>
                  </a:lnTo>
                  <a:lnTo>
                    <a:pt x="9045889" y="828093"/>
                  </a:lnTo>
                  <a:lnTo>
                    <a:pt x="9088377" y="760188"/>
                  </a:lnTo>
                  <a:lnTo>
                    <a:pt x="9130973" y="695525"/>
                  </a:lnTo>
                  <a:lnTo>
                    <a:pt x="9173800" y="634302"/>
                  </a:lnTo>
                  <a:lnTo>
                    <a:pt x="9217021" y="576638"/>
                  </a:lnTo>
                  <a:lnTo>
                    <a:pt x="9260845" y="522584"/>
                  </a:lnTo>
                  <a:lnTo>
                    <a:pt x="9305537" y="472122"/>
                  </a:lnTo>
                  <a:lnTo>
                    <a:pt x="9347647" y="428858"/>
                  </a:lnTo>
                  <a:lnTo>
                    <a:pt x="9398778" y="381790"/>
                  </a:lnTo>
                  <a:lnTo>
                    <a:pt x="9452281" y="338748"/>
                  </a:lnTo>
                  <a:lnTo>
                    <a:pt x="9508811" y="299594"/>
                  </a:lnTo>
                  <a:lnTo>
                    <a:pt x="9569086" y="264059"/>
                  </a:lnTo>
                  <a:lnTo>
                    <a:pt x="9633852" y="231817"/>
                  </a:lnTo>
                  <a:lnTo>
                    <a:pt x="9703841" y="202534"/>
                  </a:lnTo>
                  <a:lnTo>
                    <a:pt x="9779728" y="175891"/>
                  </a:lnTo>
                  <a:lnTo>
                    <a:pt x="9862063" y="151606"/>
                  </a:lnTo>
                  <a:lnTo>
                    <a:pt x="9951194" y="129445"/>
                  </a:lnTo>
                  <a:lnTo>
                    <a:pt x="10047155" y="109223"/>
                  </a:lnTo>
                  <a:lnTo>
                    <a:pt x="10149537" y="90813"/>
                  </a:lnTo>
                  <a:lnTo>
                    <a:pt x="10257357" y="74141"/>
                  </a:lnTo>
                  <a:lnTo>
                    <a:pt x="10368930" y="59180"/>
                  </a:lnTo>
                  <a:lnTo>
                    <a:pt x="10481807" y="45943"/>
                  </a:lnTo>
                  <a:lnTo>
                    <a:pt x="10592810" y="34464"/>
                  </a:lnTo>
                  <a:lnTo>
                    <a:pt x="10698225" y="24777"/>
                  </a:lnTo>
                  <a:lnTo>
                    <a:pt x="10794157" y="16888"/>
                  </a:lnTo>
                  <a:lnTo>
                    <a:pt x="10877041" y="10751"/>
                  </a:lnTo>
                  <a:lnTo>
                    <a:pt x="10944189" y="6251"/>
                  </a:lnTo>
                  <a:lnTo>
                    <a:pt x="10994277" y="3199"/>
                  </a:lnTo>
                  <a:lnTo>
                    <a:pt x="11027624" y="1346"/>
                  </a:lnTo>
                  <a:lnTo>
                    <a:pt x="11046245" y="399"/>
                  </a:lnTo>
                  <a:lnTo>
                    <a:pt x="11053700" y="51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3" name="pl652"/>
            <p:cNvSpPr/>
            <p:nvPr/>
          </p:nvSpPr>
          <p:spPr>
            <a:xfrm>
              <a:off x="1199187" y="3175659"/>
              <a:ext cx="12049831" cy="2573151"/>
            </a:xfrm>
            <a:custGeom>
              <a:avLst/>
              <a:pathLst>
                <a:path w="12049831" h="2573151">
                  <a:moveTo>
                    <a:pt x="12049831" y="0"/>
                  </a:moveTo>
                  <a:lnTo>
                    <a:pt x="11054891" y="0"/>
                  </a:lnTo>
                  <a:lnTo>
                    <a:pt x="11053805" y="46"/>
                  </a:lnTo>
                  <a:lnTo>
                    <a:pt x="11046629" y="381"/>
                  </a:lnTo>
                  <a:lnTo>
                    <a:pt x="11028424" y="1304"/>
                  </a:lnTo>
                  <a:lnTo>
                    <a:pt x="10995583" y="3124"/>
                  </a:lnTo>
                  <a:lnTo>
                    <a:pt x="10946040" y="6133"/>
                  </a:lnTo>
                  <a:lnTo>
                    <a:pt x="10879419" y="10584"/>
                  </a:lnTo>
                  <a:lnTo>
                    <a:pt x="10796999" y="16667"/>
                  </a:lnTo>
                  <a:lnTo>
                    <a:pt x="10701428" y="24500"/>
                  </a:lnTo>
                  <a:lnTo>
                    <a:pt x="10596255" y="34130"/>
                  </a:lnTo>
                  <a:lnTo>
                    <a:pt x="10485370" y="45552"/>
                  </a:lnTo>
                  <a:lnTo>
                    <a:pt x="10372500" y="58734"/>
                  </a:lnTo>
                  <a:lnTo>
                    <a:pt x="10260843" y="73641"/>
                  </a:lnTo>
                  <a:lnTo>
                    <a:pt x="10152875" y="90259"/>
                  </a:lnTo>
                  <a:lnTo>
                    <a:pt x="10050302" y="108613"/>
                  </a:lnTo>
                  <a:lnTo>
                    <a:pt x="9954129" y="128775"/>
                  </a:lnTo>
                  <a:lnTo>
                    <a:pt x="9864781" y="150873"/>
                  </a:lnTo>
                  <a:lnTo>
                    <a:pt x="9782234" y="175087"/>
                  </a:lnTo>
                  <a:lnTo>
                    <a:pt x="9706151" y="201651"/>
                  </a:lnTo>
                  <a:lnTo>
                    <a:pt x="9635985" y="230846"/>
                  </a:lnTo>
                  <a:lnTo>
                    <a:pt x="9571065" y="262989"/>
                  </a:lnTo>
                  <a:lnTo>
                    <a:pt x="9510659" y="298414"/>
                  </a:lnTo>
                  <a:lnTo>
                    <a:pt x="9454021" y="337450"/>
                  </a:lnTo>
                  <a:lnTo>
                    <a:pt x="9400433" y="380365"/>
                  </a:lnTo>
                  <a:lnTo>
                    <a:pt x="9349236" y="427306"/>
                  </a:lnTo>
                  <a:lnTo>
                    <a:pt x="9347647" y="428858"/>
                  </a:lnTo>
                  <a:lnTo>
                    <a:pt x="9301870" y="476085"/>
                  </a:lnTo>
                  <a:lnTo>
                    <a:pt x="9257260" y="526837"/>
                  </a:lnTo>
                  <a:lnTo>
                    <a:pt x="9213493" y="581184"/>
                  </a:lnTo>
                  <a:lnTo>
                    <a:pt x="9170312" y="639139"/>
                  </a:lnTo>
                  <a:lnTo>
                    <a:pt x="9127509" y="700647"/>
                  </a:lnTo>
                  <a:lnTo>
                    <a:pt x="9084925" y="765582"/>
                  </a:lnTo>
                  <a:lnTo>
                    <a:pt x="9042443" y="833740"/>
                  </a:lnTo>
                  <a:lnTo>
                    <a:pt x="8999977" y="904841"/>
                  </a:lnTo>
                  <a:lnTo>
                    <a:pt x="8957477" y="978530"/>
                  </a:lnTo>
                  <a:lnTo>
                    <a:pt x="8914915" y="1054381"/>
                  </a:lnTo>
                  <a:lnTo>
                    <a:pt x="8872289" y="1131906"/>
                  </a:lnTo>
                  <a:lnTo>
                    <a:pt x="8829611" y="1210567"/>
                  </a:lnTo>
                  <a:lnTo>
                    <a:pt x="8786905" y="1289794"/>
                  </a:lnTo>
                  <a:lnTo>
                    <a:pt x="8744200" y="1368997"/>
                  </a:lnTo>
                  <a:lnTo>
                    <a:pt x="8701525" y="1447587"/>
                  </a:lnTo>
                  <a:lnTo>
                    <a:pt x="8658904" y="1524995"/>
                  </a:lnTo>
                  <a:lnTo>
                    <a:pt x="8616348" y="1600688"/>
                  </a:lnTo>
                  <a:lnTo>
                    <a:pt x="8573852" y="1674182"/>
                  </a:lnTo>
                  <a:lnTo>
                    <a:pt x="8531387" y="1745057"/>
                  </a:lnTo>
                  <a:lnTo>
                    <a:pt x="8488900" y="1812963"/>
                  </a:lnTo>
                  <a:lnTo>
                    <a:pt x="8446303" y="1877625"/>
                  </a:lnTo>
                  <a:lnTo>
                    <a:pt x="8403476" y="1938849"/>
                  </a:lnTo>
                  <a:lnTo>
                    <a:pt x="8360256" y="1996512"/>
                  </a:lnTo>
                  <a:lnTo>
                    <a:pt x="8316431" y="2050566"/>
                  </a:lnTo>
                  <a:lnTo>
                    <a:pt x="8271739" y="2101029"/>
                  </a:lnTo>
                  <a:lnTo>
                    <a:pt x="8229629" y="2144292"/>
                  </a:lnTo>
                  <a:lnTo>
                    <a:pt x="8178499" y="2191361"/>
                  </a:lnTo>
                  <a:lnTo>
                    <a:pt x="8124995" y="2234402"/>
                  </a:lnTo>
                  <a:lnTo>
                    <a:pt x="8068465" y="2273557"/>
                  </a:lnTo>
                  <a:lnTo>
                    <a:pt x="8008190" y="2309092"/>
                  </a:lnTo>
                  <a:lnTo>
                    <a:pt x="7943425" y="2341333"/>
                  </a:lnTo>
                  <a:lnTo>
                    <a:pt x="7873435" y="2370616"/>
                  </a:lnTo>
                  <a:lnTo>
                    <a:pt x="7797549" y="2397260"/>
                  </a:lnTo>
                  <a:lnTo>
                    <a:pt x="7715213" y="2421544"/>
                  </a:lnTo>
                  <a:lnTo>
                    <a:pt x="7626082" y="2443706"/>
                  </a:lnTo>
                  <a:lnTo>
                    <a:pt x="7530122" y="2463927"/>
                  </a:lnTo>
                  <a:lnTo>
                    <a:pt x="7427740" y="2482337"/>
                  </a:lnTo>
                  <a:lnTo>
                    <a:pt x="7319920" y="2499009"/>
                  </a:lnTo>
                  <a:lnTo>
                    <a:pt x="7208347" y="2513971"/>
                  </a:lnTo>
                  <a:lnTo>
                    <a:pt x="7095470" y="2527208"/>
                  </a:lnTo>
                  <a:lnTo>
                    <a:pt x="6984466" y="2538686"/>
                  </a:lnTo>
                  <a:lnTo>
                    <a:pt x="6879052" y="2548373"/>
                  </a:lnTo>
                  <a:lnTo>
                    <a:pt x="6783119" y="2556262"/>
                  </a:lnTo>
                  <a:lnTo>
                    <a:pt x="6700236" y="2562399"/>
                  </a:lnTo>
                  <a:lnTo>
                    <a:pt x="6633087" y="2566899"/>
                  </a:lnTo>
                  <a:lnTo>
                    <a:pt x="6583000" y="2569951"/>
                  </a:lnTo>
                  <a:lnTo>
                    <a:pt x="6549653" y="2571804"/>
                  </a:lnTo>
                  <a:lnTo>
                    <a:pt x="6531032" y="2572751"/>
                  </a:lnTo>
                  <a:lnTo>
                    <a:pt x="6523576" y="2573099"/>
                  </a:lnTo>
                  <a:lnTo>
                    <a:pt x="6522386" y="2573151"/>
                  </a:lnTo>
                  <a:lnTo>
                    <a:pt x="6522385" y="2573151"/>
                  </a:lnTo>
                  <a:lnTo>
                    <a:pt x="5527445" y="2573151"/>
                  </a:lnTo>
                  <a:lnTo>
                    <a:pt x="5526347" y="2573110"/>
                  </a:lnTo>
                  <a:lnTo>
                    <a:pt x="5519093" y="2572817"/>
                  </a:lnTo>
                  <a:lnTo>
                    <a:pt x="5500695" y="2572009"/>
                  </a:lnTo>
                  <a:lnTo>
                    <a:pt x="5467520" y="2570416"/>
                  </a:lnTo>
                  <a:lnTo>
                    <a:pt x="5417499" y="2567781"/>
                  </a:lnTo>
                  <a:lnTo>
                    <a:pt x="5350282" y="2563886"/>
                  </a:lnTo>
                  <a:lnTo>
                    <a:pt x="5267195" y="2558565"/>
                  </a:lnTo>
                  <a:lnTo>
                    <a:pt x="5170943" y="2551716"/>
                  </a:lnTo>
                  <a:lnTo>
                    <a:pt x="5065132" y="2543300"/>
                  </a:lnTo>
                  <a:lnTo>
                    <a:pt x="4953698" y="2533320"/>
                  </a:lnTo>
                  <a:lnTo>
                    <a:pt x="4840397" y="2521808"/>
                  </a:lnTo>
                  <a:lnTo>
                    <a:pt x="4728436" y="2508792"/>
                  </a:lnTo>
                  <a:lnTo>
                    <a:pt x="4620284" y="2494283"/>
                  </a:lnTo>
                  <a:lnTo>
                    <a:pt x="4517633" y="2478259"/>
                  </a:lnTo>
                  <a:lnTo>
                    <a:pt x="4421467" y="2460653"/>
                  </a:lnTo>
                  <a:lnTo>
                    <a:pt x="4332184" y="2441352"/>
                  </a:lnTo>
                  <a:lnTo>
                    <a:pt x="4249741" y="2420194"/>
                  </a:lnTo>
                  <a:lnTo>
                    <a:pt x="4173781" y="2396971"/>
                  </a:lnTo>
                  <a:lnTo>
                    <a:pt x="4103740" y="2371437"/>
                  </a:lnTo>
                  <a:lnTo>
                    <a:pt x="4038934" y="2343311"/>
                  </a:lnTo>
                  <a:lnTo>
                    <a:pt x="3978618" y="2312300"/>
                  </a:lnTo>
                  <a:lnTo>
                    <a:pt x="3922041" y="2278121"/>
                  </a:lnTo>
                  <a:lnTo>
                    <a:pt x="3868478" y="2240542"/>
                  </a:lnTo>
                  <a:lnTo>
                    <a:pt x="3820202" y="2201939"/>
                  </a:lnTo>
                  <a:lnTo>
                    <a:pt x="3772187" y="2158955"/>
                  </a:lnTo>
                  <a:lnTo>
                    <a:pt x="3725440" y="2112605"/>
                  </a:lnTo>
                  <a:lnTo>
                    <a:pt x="3679592" y="2062823"/>
                  </a:lnTo>
                  <a:lnTo>
                    <a:pt x="3634351" y="2009605"/>
                  </a:lnTo>
                  <a:lnTo>
                    <a:pt x="3589490" y="1953019"/>
                  </a:lnTo>
                  <a:lnTo>
                    <a:pt x="3544833" y="1893206"/>
                  </a:lnTo>
                  <a:lnTo>
                    <a:pt x="3500257" y="1830393"/>
                  </a:lnTo>
                  <a:lnTo>
                    <a:pt x="3455677" y="1764883"/>
                  </a:lnTo>
                  <a:lnTo>
                    <a:pt x="3411044" y="1697059"/>
                  </a:lnTo>
                  <a:lnTo>
                    <a:pt x="3366339" y="1627376"/>
                  </a:lnTo>
                  <a:lnTo>
                    <a:pt x="3321569" y="1556345"/>
                  </a:lnTo>
                  <a:lnTo>
                    <a:pt x="3276754" y="1484525"/>
                  </a:lnTo>
                  <a:lnTo>
                    <a:pt x="3231927" y="1412500"/>
                  </a:lnTo>
                  <a:lnTo>
                    <a:pt x="3187122" y="1340860"/>
                  </a:lnTo>
                  <a:lnTo>
                    <a:pt x="3142370" y="1270184"/>
                  </a:lnTo>
                  <a:lnTo>
                    <a:pt x="3097688" y="1201018"/>
                  </a:lnTo>
                  <a:lnTo>
                    <a:pt x="3053074" y="1133856"/>
                  </a:lnTo>
                  <a:lnTo>
                    <a:pt x="3008502" y="1069133"/>
                  </a:lnTo>
                  <a:lnTo>
                    <a:pt x="2963912" y="1007209"/>
                  </a:lnTo>
                  <a:lnTo>
                    <a:pt x="2919209" y="948363"/>
                  </a:lnTo>
                  <a:lnTo>
                    <a:pt x="2874252" y="892794"/>
                  </a:lnTo>
                  <a:lnTo>
                    <a:pt x="2828852" y="840623"/>
                  </a:lnTo>
                  <a:lnTo>
                    <a:pt x="2782763" y="791894"/>
                  </a:lnTo>
                  <a:lnTo>
                    <a:pt x="2735672" y="746583"/>
                  </a:lnTo>
                  <a:lnTo>
                    <a:pt x="2702183" y="717093"/>
                  </a:lnTo>
                  <a:lnTo>
                    <a:pt x="2650857" y="676205"/>
                  </a:lnTo>
                  <a:lnTo>
                    <a:pt x="2597137" y="638829"/>
                  </a:lnTo>
                  <a:lnTo>
                    <a:pt x="2540362" y="604841"/>
                  </a:lnTo>
                  <a:lnTo>
                    <a:pt x="2479806" y="574006"/>
                  </a:lnTo>
                  <a:lnTo>
                    <a:pt x="2414715" y="546040"/>
                  </a:lnTo>
                  <a:lnTo>
                    <a:pt x="2344347" y="520647"/>
                  </a:lnTo>
                  <a:lnTo>
                    <a:pt x="2268023" y="497552"/>
                  </a:lnTo>
                  <a:lnTo>
                    <a:pt x="2185189" y="476507"/>
                  </a:lnTo>
                  <a:lnTo>
                    <a:pt x="2095503" y="457308"/>
                  </a:lnTo>
                  <a:lnTo>
                    <a:pt x="1998942" y="439797"/>
                  </a:lnTo>
                  <a:lnTo>
                    <a:pt x="1895938" y="423862"/>
                  </a:lnTo>
                  <a:lnTo>
                    <a:pt x="1787510" y="409441"/>
                  </a:lnTo>
                  <a:lnTo>
                    <a:pt x="1675396" y="396512"/>
                  </a:lnTo>
                  <a:lnTo>
                    <a:pt x="1562109" y="385088"/>
                  </a:lnTo>
                  <a:lnTo>
                    <a:pt x="1450896" y="375199"/>
                  </a:lnTo>
                  <a:lnTo>
                    <a:pt x="1345535" y="366874"/>
                  </a:lnTo>
                  <a:lnTo>
                    <a:pt x="1249957" y="360116"/>
                  </a:lnTo>
                  <a:lnTo>
                    <a:pt x="1167731" y="354881"/>
                  </a:lnTo>
                  <a:lnTo>
                    <a:pt x="1101495" y="351065"/>
                  </a:lnTo>
                  <a:lnTo>
                    <a:pt x="1052482" y="348498"/>
                  </a:lnTo>
                  <a:lnTo>
                    <a:pt x="1020241" y="346957"/>
                  </a:lnTo>
                  <a:lnTo>
                    <a:pt x="1002606" y="346186"/>
                  </a:lnTo>
                  <a:lnTo>
                    <a:pt x="995860" y="345916"/>
                  </a:lnTo>
                  <a:lnTo>
                    <a:pt x="994940" y="345881"/>
                  </a:lnTo>
                  <a:lnTo>
                    <a:pt x="0" y="345881"/>
                  </a:lnTo>
                  <a:lnTo>
                    <a:pt x="0" y="3458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4" name="pg653"/>
            <p:cNvSpPr/>
            <p:nvPr/>
          </p:nvSpPr>
          <p:spPr>
            <a:xfrm>
              <a:off x="1199187" y="3427210"/>
              <a:ext cx="12049831" cy="2358285"/>
            </a:xfrm>
            <a:custGeom>
              <a:avLst/>
              <a:pathLst>
                <a:path w="12049831" h="2358285">
                  <a:moveTo>
                    <a:pt x="0" y="131015"/>
                  </a:moveTo>
                  <a:lnTo>
                    <a:pt x="994940" y="131015"/>
                  </a:lnTo>
                  <a:lnTo>
                    <a:pt x="996038" y="131056"/>
                  </a:lnTo>
                  <a:lnTo>
                    <a:pt x="1003292" y="131349"/>
                  </a:lnTo>
                  <a:lnTo>
                    <a:pt x="1021690" y="132157"/>
                  </a:lnTo>
                  <a:lnTo>
                    <a:pt x="1054865" y="133751"/>
                  </a:lnTo>
                  <a:lnTo>
                    <a:pt x="1104886" y="136385"/>
                  </a:lnTo>
                  <a:lnTo>
                    <a:pt x="1172103" y="140280"/>
                  </a:lnTo>
                  <a:lnTo>
                    <a:pt x="1255190" y="145601"/>
                  </a:lnTo>
                  <a:lnTo>
                    <a:pt x="1351442" y="152450"/>
                  </a:lnTo>
                  <a:lnTo>
                    <a:pt x="1457253" y="160867"/>
                  </a:lnTo>
                  <a:lnTo>
                    <a:pt x="1568687" y="170846"/>
                  </a:lnTo>
                  <a:lnTo>
                    <a:pt x="1681988" y="182358"/>
                  </a:lnTo>
                  <a:lnTo>
                    <a:pt x="1793949" y="195374"/>
                  </a:lnTo>
                  <a:lnTo>
                    <a:pt x="1902101" y="209883"/>
                  </a:lnTo>
                  <a:lnTo>
                    <a:pt x="2004752" y="225907"/>
                  </a:lnTo>
                  <a:lnTo>
                    <a:pt x="2100918" y="243513"/>
                  </a:lnTo>
                  <a:lnTo>
                    <a:pt x="2190201" y="262814"/>
                  </a:lnTo>
                  <a:lnTo>
                    <a:pt x="2272644" y="283973"/>
                  </a:lnTo>
                  <a:lnTo>
                    <a:pt x="2348604" y="307195"/>
                  </a:lnTo>
                  <a:lnTo>
                    <a:pt x="2418645" y="332730"/>
                  </a:lnTo>
                  <a:lnTo>
                    <a:pt x="2483451" y="360855"/>
                  </a:lnTo>
                  <a:lnTo>
                    <a:pt x="2543767" y="391866"/>
                  </a:lnTo>
                  <a:lnTo>
                    <a:pt x="2600344" y="426045"/>
                  </a:lnTo>
                  <a:lnTo>
                    <a:pt x="2653907" y="463625"/>
                  </a:lnTo>
                  <a:lnTo>
                    <a:pt x="2702183" y="502227"/>
                  </a:lnTo>
                  <a:lnTo>
                    <a:pt x="2750198" y="545212"/>
                  </a:lnTo>
                  <a:lnTo>
                    <a:pt x="2796945" y="591561"/>
                  </a:lnTo>
                  <a:lnTo>
                    <a:pt x="2842793" y="641343"/>
                  </a:lnTo>
                  <a:lnTo>
                    <a:pt x="2888034" y="694561"/>
                  </a:lnTo>
                  <a:lnTo>
                    <a:pt x="2932895" y="751148"/>
                  </a:lnTo>
                  <a:lnTo>
                    <a:pt x="2977552" y="810960"/>
                  </a:lnTo>
                  <a:lnTo>
                    <a:pt x="3022128" y="873774"/>
                  </a:lnTo>
                  <a:lnTo>
                    <a:pt x="3066708" y="939284"/>
                  </a:lnTo>
                  <a:lnTo>
                    <a:pt x="3111341" y="1007107"/>
                  </a:lnTo>
                  <a:lnTo>
                    <a:pt x="3156046" y="1076791"/>
                  </a:lnTo>
                  <a:lnTo>
                    <a:pt x="3200816" y="1147821"/>
                  </a:lnTo>
                  <a:lnTo>
                    <a:pt x="3245631" y="1219641"/>
                  </a:lnTo>
                  <a:lnTo>
                    <a:pt x="3290458" y="1291666"/>
                  </a:lnTo>
                  <a:lnTo>
                    <a:pt x="3335263" y="1363306"/>
                  </a:lnTo>
                  <a:lnTo>
                    <a:pt x="3380015" y="1433982"/>
                  </a:lnTo>
                  <a:lnTo>
                    <a:pt x="3424697" y="1503149"/>
                  </a:lnTo>
                  <a:lnTo>
                    <a:pt x="3469311" y="1570310"/>
                  </a:lnTo>
                  <a:lnTo>
                    <a:pt x="3513883" y="1635033"/>
                  </a:lnTo>
                  <a:lnTo>
                    <a:pt x="3558473" y="1696957"/>
                  </a:lnTo>
                  <a:lnTo>
                    <a:pt x="3603176" y="1755803"/>
                  </a:lnTo>
                  <a:lnTo>
                    <a:pt x="3648133" y="1811372"/>
                  </a:lnTo>
                  <a:lnTo>
                    <a:pt x="3693533" y="1863543"/>
                  </a:lnTo>
                  <a:lnTo>
                    <a:pt x="3739621" y="1912272"/>
                  </a:lnTo>
                  <a:lnTo>
                    <a:pt x="3786713" y="1957583"/>
                  </a:lnTo>
                  <a:lnTo>
                    <a:pt x="3820202" y="1987073"/>
                  </a:lnTo>
                  <a:lnTo>
                    <a:pt x="3871528" y="2027961"/>
                  </a:lnTo>
                  <a:lnTo>
                    <a:pt x="3925248" y="2065338"/>
                  </a:lnTo>
                  <a:lnTo>
                    <a:pt x="3982023" y="2099326"/>
                  </a:lnTo>
                  <a:lnTo>
                    <a:pt x="4042579" y="2130160"/>
                  </a:lnTo>
                  <a:lnTo>
                    <a:pt x="4107670" y="2158127"/>
                  </a:lnTo>
                  <a:lnTo>
                    <a:pt x="4178038" y="2183519"/>
                  </a:lnTo>
                  <a:lnTo>
                    <a:pt x="4254362" y="2206615"/>
                  </a:lnTo>
                  <a:lnTo>
                    <a:pt x="4337196" y="2227660"/>
                  </a:lnTo>
                  <a:lnTo>
                    <a:pt x="4426882" y="2246858"/>
                  </a:lnTo>
                  <a:lnTo>
                    <a:pt x="4523443" y="2264369"/>
                  </a:lnTo>
                  <a:lnTo>
                    <a:pt x="4626447" y="2280304"/>
                  </a:lnTo>
                  <a:lnTo>
                    <a:pt x="4734875" y="2294725"/>
                  </a:lnTo>
                  <a:lnTo>
                    <a:pt x="4846989" y="2307654"/>
                  </a:lnTo>
                  <a:lnTo>
                    <a:pt x="4960276" y="2319078"/>
                  </a:lnTo>
                  <a:lnTo>
                    <a:pt x="5071489" y="2328967"/>
                  </a:lnTo>
                  <a:lnTo>
                    <a:pt x="5176850" y="2337292"/>
                  </a:lnTo>
                  <a:lnTo>
                    <a:pt x="5272428" y="2344050"/>
                  </a:lnTo>
                  <a:lnTo>
                    <a:pt x="5354654" y="2349285"/>
                  </a:lnTo>
                  <a:lnTo>
                    <a:pt x="5420890" y="2353102"/>
                  </a:lnTo>
                  <a:lnTo>
                    <a:pt x="5469903" y="2355669"/>
                  </a:lnTo>
                  <a:lnTo>
                    <a:pt x="5502144" y="2357209"/>
                  </a:lnTo>
                  <a:lnTo>
                    <a:pt x="5519779" y="2357980"/>
                  </a:lnTo>
                  <a:lnTo>
                    <a:pt x="5526525" y="2358251"/>
                  </a:lnTo>
                  <a:lnTo>
                    <a:pt x="5527445" y="2358285"/>
                  </a:lnTo>
                  <a:lnTo>
                    <a:pt x="6522385" y="2358285"/>
                  </a:lnTo>
                  <a:lnTo>
                    <a:pt x="6523480" y="2358242"/>
                  </a:lnTo>
                  <a:lnTo>
                    <a:pt x="6530706" y="2357934"/>
                  </a:lnTo>
                  <a:lnTo>
                    <a:pt x="6549036" y="2357083"/>
                  </a:lnTo>
                  <a:lnTo>
                    <a:pt x="6582095" y="2355407"/>
                  </a:lnTo>
                  <a:lnTo>
                    <a:pt x="6631949" y="2352634"/>
                  </a:lnTo>
                  <a:lnTo>
                    <a:pt x="6698957" y="2348535"/>
                  </a:lnTo>
                  <a:lnTo>
                    <a:pt x="6781812" y="2342934"/>
                  </a:lnTo>
                  <a:lnTo>
                    <a:pt x="6877826" y="2335724"/>
                  </a:lnTo>
                  <a:lnTo>
                    <a:pt x="6983414" y="2326862"/>
                  </a:lnTo>
                  <a:lnTo>
                    <a:pt x="7094657" y="2316353"/>
                  </a:lnTo>
                  <a:lnTo>
                    <a:pt x="7207809" y="2304228"/>
                  </a:lnTo>
                  <a:lnTo>
                    <a:pt x="7319664" y="2290519"/>
                  </a:lnTo>
                  <a:lnTo>
                    <a:pt x="7427752" y="2275237"/>
                  </a:lnTo>
                  <a:lnTo>
                    <a:pt x="7530376" y="2258359"/>
                  </a:lnTo>
                  <a:lnTo>
                    <a:pt x="7626545" y="2239816"/>
                  </a:lnTo>
                  <a:lnTo>
                    <a:pt x="7715851" y="2219489"/>
                  </a:lnTo>
                  <a:lnTo>
                    <a:pt x="7798331" y="2197209"/>
                  </a:lnTo>
                  <a:lnTo>
                    <a:pt x="7874334" y="2172760"/>
                  </a:lnTo>
                  <a:lnTo>
                    <a:pt x="7944418" y="2145881"/>
                  </a:lnTo>
                  <a:lnTo>
                    <a:pt x="8009264" y="2116280"/>
                  </a:lnTo>
                  <a:lnTo>
                    <a:pt x="8069611" y="2083646"/>
                  </a:lnTo>
                  <a:lnTo>
                    <a:pt x="8126209" y="2047681"/>
                  </a:lnTo>
                  <a:lnTo>
                    <a:pt x="8179781" y="2008140"/>
                  </a:lnTo>
                  <a:lnTo>
                    <a:pt x="8229629" y="1966111"/>
                  </a:lnTo>
                  <a:lnTo>
                    <a:pt x="8276805" y="1921534"/>
                  </a:lnTo>
                  <a:lnTo>
                    <a:pt x="8322752" y="1873528"/>
                  </a:lnTo>
                  <a:lnTo>
                    <a:pt x="8367820" y="1822025"/>
                  </a:lnTo>
                  <a:lnTo>
                    <a:pt x="8412289" y="1767018"/>
                  </a:lnTo>
                  <a:lnTo>
                    <a:pt x="8456378" y="1708569"/>
                  </a:lnTo>
                  <a:lnTo>
                    <a:pt x="8500256" y="1646815"/>
                  </a:lnTo>
                  <a:lnTo>
                    <a:pt x="8544047" y="1581974"/>
                  </a:lnTo>
                  <a:lnTo>
                    <a:pt x="8587833" y="1514340"/>
                  </a:lnTo>
                  <a:lnTo>
                    <a:pt x="8631666" y="1444289"/>
                  </a:lnTo>
                  <a:lnTo>
                    <a:pt x="8675567" y="1372263"/>
                  </a:lnTo>
                  <a:lnTo>
                    <a:pt x="8719534" y="1298767"/>
                  </a:lnTo>
                  <a:lnTo>
                    <a:pt x="8763548" y="1224353"/>
                  </a:lnTo>
                  <a:lnTo>
                    <a:pt x="8807581" y="1149602"/>
                  </a:lnTo>
                  <a:lnTo>
                    <a:pt x="8851600" y="1075105"/>
                  </a:lnTo>
                  <a:lnTo>
                    <a:pt x="8895575" y="1001447"/>
                  </a:lnTo>
                  <a:lnTo>
                    <a:pt x="8939485" y="929185"/>
                  </a:lnTo>
                  <a:lnTo>
                    <a:pt x="8983327" y="858829"/>
                  </a:lnTo>
                  <a:lnTo>
                    <a:pt x="9027118" y="790834"/>
                  </a:lnTo>
                  <a:lnTo>
                    <a:pt x="9070903" y="725583"/>
                  </a:lnTo>
                  <a:lnTo>
                    <a:pt x="9114763" y="663383"/>
                  </a:lnTo>
                  <a:lnTo>
                    <a:pt x="9158814" y="604463"/>
                  </a:lnTo>
                  <a:lnTo>
                    <a:pt x="9203218" y="548970"/>
                  </a:lnTo>
                  <a:lnTo>
                    <a:pt x="9248187" y="496977"/>
                  </a:lnTo>
                  <a:lnTo>
                    <a:pt x="9293992" y="448485"/>
                  </a:lnTo>
                  <a:lnTo>
                    <a:pt x="9340972" y="403436"/>
                  </a:lnTo>
                  <a:lnTo>
                    <a:pt x="9347647" y="397414"/>
                  </a:lnTo>
                  <a:lnTo>
                    <a:pt x="9398906" y="354272"/>
                  </a:lnTo>
                  <a:lnTo>
                    <a:pt x="9452550" y="314829"/>
                  </a:lnTo>
                  <a:lnTo>
                    <a:pt x="9509239" y="278957"/>
                  </a:lnTo>
                  <a:lnTo>
                    <a:pt x="9569697" y="246409"/>
                  </a:lnTo>
                  <a:lnTo>
                    <a:pt x="9634675" y="216885"/>
                  </a:lnTo>
                  <a:lnTo>
                    <a:pt x="9704910" y="190076"/>
                  </a:lnTo>
                  <a:lnTo>
                    <a:pt x="9781081" y="165688"/>
                  </a:lnTo>
                  <a:lnTo>
                    <a:pt x="9863741" y="143464"/>
                  </a:lnTo>
                  <a:lnTo>
                    <a:pt x="9953233" y="123187"/>
                  </a:lnTo>
                  <a:lnTo>
                    <a:pt x="10049584" y="104690"/>
                  </a:lnTo>
                  <a:lnTo>
                    <a:pt x="10152371" y="87855"/>
                  </a:lnTo>
                  <a:lnTo>
                    <a:pt x="10260587" y="72616"/>
                  </a:lnTo>
                  <a:lnTo>
                    <a:pt x="10372513" y="58949"/>
                  </a:lnTo>
                  <a:lnTo>
                    <a:pt x="10485657" y="46867"/>
                  </a:lnTo>
                  <a:lnTo>
                    <a:pt x="10596799" y="36402"/>
                  </a:lnTo>
                  <a:lnTo>
                    <a:pt x="10702181" y="27585"/>
                  </a:lnTo>
                  <a:lnTo>
                    <a:pt x="10797884" y="20419"/>
                  </a:lnTo>
                  <a:lnTo>
                    <a:pt x="10880342" y="14860"/>
                  </a:lnTo>
                  <a:lnTo>
                    <a:pt x="10946898" y="10799"/>
                  </a:lnTo>
                  <a:lnTo>
                    <a:pt x="10996287" y="8060"/>
                  </a:lnTo>
                  <a:lnTo>
                    <a:pt x="11028914" y="6409"/>
                  </a:lnTo>
                  <a:lnTo>
                    <a:pt x="11046892" y="5577"/>
                  </a:lnTo>
                  <a:lnTo>
                    <a:pt x="11053882" y="5280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7" y="43"/>
                  </a:lnTo>
                  <a:lnTo>
                    <a:pt x="11046571" y="351"/>
                  </a:lnTo>
                  <a:lnTo>
                    <a:pt x="11028240" y="1201"/>
                  </a:lnTo>
                  <a:lnTo>
                    <a:pt x="10995182" y="2878"/>
                  </a:lnTo>
                  <a:lnTo>
                    <a:pt x="10945328" y="5650"/>
                  </a:lnTo>
                  <a:lnTo>
                    <a:pt x="10878319" y="9749"/>
                  </a:lnTo>
                  <a:lnTo>
                    <a:pt x="10795465" y="15350"/>
                  </a:lnTo>
                  <a:lnTo>
                    <a:pt x="10699451" y="22560"/>
                  </a:lnTo>
                  <a:lnTo>
                    <a:pt x="10593862" y="31422"/>
                  </a:lnTo>
                  <a:lnTo>
                    <a:pt x="10482619" y="41931"/>
                  </a:lnTo>
                  <a:lnTo>
                    <a:pt x="10369468" y="54056"/>
                  </a:lnTo>
                  <a:lnTo>
                    <a:pt x="10257613" y="67765"/>
                  </a:lnTo>
                  <a:lnTo>
                    <a:pt x="10149525" y="83047"/>
                  </a:lnTo>
                  <a:lnTo>
                    <a:pt x="10046900" y="99925"/>
                  </a:lnTo>
                  <a:lnTo>
                    <a:pt x="9950731" y="118469"/>
                  </a:lnTo>
                  <a:lnTo>
                    <a:pt x="9861425" y="138796"/>
                  </a:lnTo>
                  <a:lnTo>
                    <a:pt x="9778946" y="161075"/>
                  </a:lnTo>
                  <a:lnTo>
                    <a:pt x="9702943" y="185524"/>
                  </a:lnTo>
                  <a:lnTo>
                    <a:pt x="9632858" y="212403"/>
                  </a:lnTo>
                  <a:lnTo>
                    <a:pt x="9568012" y="242005"/>
                  </a:lnTo>
                  <a:lnTo>
                    <a:pt x="9507665" y="274638"/>
                  </a:lnTo>
                  <a:lnTo>
                    <a:pt x="9451068" y="310603"/>
                  </a:lnTo>
                  <a:lnTo>
                    <a:pt x="9397496" y="350145"/>
                  </a:lnTo>
                  <a:lnTo>
                    <a:pt x="9347647" y="392174"/>
                  </a:lnTo>
                  <a:lnTo>
                    <a:pt x="9300471" y="436751"/>
                  </a:lnTo>
                  <a:lnTo>
                    <a:pt x="9254525" y="484756"/>
                  </a:lnTo>
                  <a:lnTo>
                    <a:pt x="9209457" y="536259"/>
                  </a:lnTo>
                  <a:lnTo>
                    <a:pt x="9164988" y="591266"/>
                  </a:lnTo>
                  <a:lnTo>
                    <a:pt x="9120898" y="649716"/>
                  </a:lnTo>
                  <a:lnTo>
                    <a:pt x="9077020" y="711469"/>
                  </a:lnTo>
                  <a:lnTo>
                    <a:pt x="9033230" y="776311"/>
                  </a:lnTo>
                  <a:lnTo>
                    <a:pt x="8989443" y="843944"/>
                  </a:lnTo>
                  <a:lnTo>
                    <a:pt x="8945610" y="913996"/>
                  </a:lnTo>
                  <a:lnTo>
                    <a:pt x="8901710" y="986022"/>
                  </a:lnTo>
                  <a:lnTo>
                    <a:pt x="8857743" y="1059517"/>
                  </a:lnTo>
                  <a:lnTo>
                    <a:pt x="8813729" y="1133931"/>
                  </a:lnTo>
                  <a:lnTo>
                    <a:pt x="8769695" y="1208683"/>
                  </a:lnTo>
                  <a:lnTo>
                    <a:pt x="8725676" y="1283179"/>
                  </a:lnTo>
                  <a:lnTo>
                    <a:pt x="8681701" y="1356837"/>
                  </a:lnTo>
                  <a:lnTo>
                    <a:pt x="8637791" y="1429100"/>
                  </a:lnTo>
                  <a:lnTo>
                    <a:pt x="8593950" y="1499455"/>
                  </a:lnTo>
                  <a:lnTo>
                    <a:pt x="8550159" y="1567451"/>
                  </a:lnTo>
                  <a:lnTo>
                    <a:pt x="8506373" y="1632701"/>
                  </a:lnTo>
                  <a:lnTo>
                    <a:pt x="8462514" y="1694901"/>
                  </a:lnTo>
                  <a:lnTo>
                    <a:pt x="8418463" y="1753821"/>
                  </a:lnTo>
                  <a:lnTo>
                    <a:pt x="8374059" y="1809315"/>
                  </a:lnTo>
                  <a:lnTo>
                    <a:pt x="8329090" y="1861308"/>
                  </a:lnTo>
                  <a:lnTo>
                    <a:pt x="8283285" y="1909799"/>
                  </a:lnTo>
                  <a:lnTo>
                    <a:pt x="8236305" y="1954848"/>
                  </a:lnTo>
                  <a:lnTo>
                    <a:pt x="8229629" y="1960870"/>
                  </a:lnTo>
                  <a:lnTo>
                    <a:pt x="8178371" y="2004013"/>
                  </a:lnTo>
                  <a:lnTo>
                    <a:pt x="8124727" y="2043456"/>
                  </a:lnTo>
                  <a:lnTo>
                    <a:pt x="8068038" y="2079327"/>
                  </a:lnTo>
                  <a:lnTo>
                    <a:pt x="8007580" y="2111875"/>
                  </a:lnTo>
                  <a:lnTo>
                    <a:pt x="7942602" y="2141399"/>
                  </a:lnTo>
                  <a:lnTo>
                    <a:pt x="7872366" y="2168209"/>
                  </a:lnTo>
                  <a:lnTo>
                    <a:pt x="7796195" y="2192596"/>
                  </a:lnTo>
                  <a:lnTo>
                    <a:pt x="7713536" y="2214820"/>
                  </a:lnTo>
                  <a:lnTo>
                    <a:pt x="7624043" y="2235097"/>
                  </a:lnTo>
                  <a:lnTo>
                    <a:pt x="7527693" y="2253595"/>
                  </a:lnTo>
                  <a:lnTo>
                    <a:pt x="7424905" y="2270429"/>
                  </a:lnTo>
                  <a:lnTo>
                    <a:pt x="7316690" y="2285669"/>
                  </a:lnTo>
                  <a:lnTo>
                    <a:pt x="7204764" y="2299335"/>
                  </a:lnTo>
                  <a:lnTo>
                    <a:pt x="7091619" y="2311417"/>
                  </a:lnTo>
                  <a:lnTo>
                    <a:pt x="6980478" y="2321882"/>
                  </a:lnTo>
                  <a:lnTo>
                    <a:pt x="6875096" y="2330699"/>
                  </a:lnTo>
                  <a:lnTo>
                    <a:pt x="6779392" y="2337865"/>
                  </a:lnTo>
                  <a:lnTo>
                    <a:pt x="6696935" y="2343424"/>
                  </a:lnTo>
                  <a:lnTo>
                    <a:pt x="6630379" y="2347485"/>
                  </a:lnTo>
                  <a:lnTo>
                    <a:pt x="6580990" y="2350224"/>
                  </a:lnTo>
                  <a:lnTo>
                    <a:pt x="6548362" y="2351875"/>
                  </a:lnTo>
                  <a:lnTo>
                    <a:pt x="6530385" y="2352707"/>
                  </a:lnTo>
                  <a:lnTo>
                    <a:pt x="6523395" y="2353004"/>
                  </a:lnTo>
                  <a:lnTo>
                    <a:pt x="6522385" y="2353044"/>
                  </a:lnTo>
                  <a:lnTo>
                    <a:pt x="5527445" y="2353044"/>
                  </a:lnTo>
                  <a:lnTo>
                    <a:pt x="5526347" y="2353003"/>
                  </a:lnTo>
                  <a:lnTo>
                    <a:pt x="5519093" y="2352711"/>
                  </a:lnTo>
                  <a:lnTo>
                    <a:pt x="5500695" y="2351902"/>
                  </a:lnTo>
                  <a:lnTo>
                    <a:pt x="5467520" y="2350309"/>
                  </a:lnTo>
                  <a:lnTo>
                    <a:pt x="5417499" y="2347675"/>
                  </a:lnTo>
                  <a:lnTo>
                    <a:pt x="5350282" y="2343780"/>
                  </a:lnTo>
                  <a:lnTo>
                    <a:pt x="5267195" y="2338458"/>
                  </a:lnTo>
                  <a:lnTo>
                    <a:pt x="5170943" y="2331610"/>
                  </a:lnTo>
                  <a:lnTo>
                    <a:pt x="5065132" y="2323193"/>
                  </a:lnTo>
                  <a:lnTo>
                    <a:pt x="4953698" y="2313214"/>
                  </a:lnTo>
                  <a:lnTo>
                    <a:pt x="4840397" y="2301701"/>
                  </a:lnTo>
                  <a:lnTo>
                    <a:pt x="4728436" y="2288685"/>
                  </a:lnTo>
                  <a:lnTo>
                    <a:pt x="4620284" y="2274177"/>
                  </a:lnTo>
                  <a:lnTo>
                    <a:pt x="4517633" y="2258153"/>
                  </a:lnTo>
                  <a:lnTo>
                    <a:pt x="4421467" y="2240547"/>
                  </a:lnTo>
                  <a:lnTo>
                    <a:pt x="4332184" y="2221245"/>
                  </a:lnTo>
                  <a:lnTo>
                    <a:pt x="4249741" y="2200087"/>
                  </a:lnTo>
                  <a:lnTo>
                    <a:pt x="4173781" y="2176864"/>
                  </a:lnTo>
                  <a:lnTo>
                    <a:pt x="4103740" y="2151330"/>
                  </a:lnTo>
                  <a:lnTo>
                    <a:pt x="4038934" y="2123205"/>
                  </a:lnTo>
                  <a:lnTo>
                    <a:pt x="3978618" y="2092194"/>
                  </a:lnTo>
                  <a:lnTo>
                    <a:pt x="3922041" y="2058014"/>
                  </a:lnTo>
                  <a:lnTo>
                    <a:pt x="3868478" y="2020435"/>
                  </a:lnTo>
                  <a:lnTo>
                    <a:pt x="3820202" y="1981833"/>
                  </a:lnTo>
                  <a:lnTo>
                    <a:pt x="3772187" y="1938848"/>
                  </a:lnTo>
                  <a:lnTo>
                    <a:pt x="3725440" y="1892498"/>
                  </a:lnTo>
                  <a:lnTo>
                    <a:pt x="3679592" y="1842716"/>
                  </a:lnTo>
                  <a:lnTo>
                    <a:pt x="3634351" y="1789499"/>
                  </a:lnTo>
                  <a:lnTo>
                    <a:pt x="3589490" y="1732912"/>
                  </a:lnTo>
                  <a:lnTo>
                    <a:pt x="3544833" y="1673100"/>
                  </a:lnTo>
                  <a:lnTo>
                    <a:pt x="3500257" y="1610286"/>
                  </a:lnTo>
                  <a:lnTo>
                    <a:pt x="3455677" y="1544776"/>
                  </a:lnTo>
                  <a:lnTo>
                    <a:pt x="3411044" y="1476953"/>
                  </a:lnTo>
                  <a:lnTo>
                    <a:pt x="3366339" y="1407269"/>
                  </a:lnTo>
                  <a:lnTo>
                    <a:pt x="3321569" y="1336239"/>
                  </a:lnTo>
                  <a:lnTo>
                    <a:pt x="3276754" y="1264419"/>
                  </a:lnTo>
                  <a:lnTo>
                    <a:pt x="3231927" y="1192393"/>
                  </a:lnTo>
                  <a:lnTo>
                    <a:pt x="3187122" y="1120754"/>
                  </a:lnTo>
                  <a:lnTo>
                    <a:pt x="3142370" y="1050078"/>
                  </a:lnTo>
                  <a:lnTo>
                    <a:pt x="3097688" y="980911"/>
                  </a:lnTo>
                  <a:lnTo>
                    <a:pt x="3053074" y="913750"/>
                  </a:lnTo>
                  <a:lnTo>
                    <a:pt x="3008502" y="849027"/>
                  </a:lnTo>
                  <a:lnTo>
                    <a:pt x="2963912" y="787102"/>
                  </a:lnTo>
                  <a:lnTo>
                    <a:pt x="2919209" y="728256"/>
                  </a:lnTo>
                  <a:lnTo>
                    <a:pt x="2874252" y="672688"/>
                  </a:lnTo>
                  <a:lnTo>
                    <a:pt x="2828852" y="620517"/>
                  </a:lnTo>
                  <a:lnTo>
                    <a:pt x="2782763" y="571788"/>
                  </a:lnTo>
                  <a:lnTo>
                    <a:pt x="2735672" y="526477"/>
                  </a:lnTo>
                  <a:lnTo>
                    <a:pt x="2702183" y="496986"/>
                  </a:lnTo>
                  <a:lnTo>
                    <a:pt x="2650857" y="456099"/>
                  </a:lnTo>
                  <a:lnTo>
                    <a:pt x="2597137" y="418722"/>
                  </a:lnTo>
                  <a:lnTo>
                    <a:pt x="2540362" y="384734"/>
                  </a:lnTo>
                  <a:lnTo>
                    <a:pt x="2479806" y="353899"/>
                  </a:lnTo>
                  <a:lnTo>
                    <a:pt x="2414715" y="325933"/>
                  </a:lnTo>
                  <a:lnTo>
                    <a:pt x="2344347" y="300541"/>
                  </a:lnTo>
                  <a:lnTo>
                    <a:pt x="2268023" y="277445"/>
                  </a:lnTo>
                  <a:lnTo>
                    <a:pt x="2185189" y="256400"/>
                  </a:lnTo>
                  <a:lnTo>
                    <a:pt x="2095503" y="237201"/>
                  </a:lnTo>
                  <a:lnTo>
                    <a:pt x="1998942" y="219690"/>
                  </a:lnTo>
                  <a:lnTo>
                    <a:pt x="1895938" y="203756"/>
                  </a:lnTo>
                  <a:lnTo>
                    <a:pt x="1787510" y="189334"/>
                  </a:lnTo>
                  <a:lnTo>
                    <a:pt x="1675396" y="176406"/>
                  </a:lnTo>
                  <a:lnTo>
                    <a:pt x="1562109" y="164981"/>
                  </a:lnTo>
                  <a:lnTo>
                    <a:pt x="1450896" y="155093"/>
                  </a:lnTo>
                  <a:lnTo>
                    <a:pt x="1345535" y="146768"/>
                  </a:lnTo>
                  <a:lnTo>
                    <a:pt x="1249957" y="140009"/>
                  </a:lnTo>
                  <a:lnTo>
                    <a:pt x="1167731" y="134775"/>
                  </a:lnTo>
                  <a:lnTo>
                    <a:pt x="1101495" y="130958"/>
                  </a:lnTo>
                  <a:lnTo>
                    <a:pt x="1052482" y="128391"/>
                  </a:lnTo>
                  <a:lnTo>
                    <a:pt x="1020241" y="126851"/>
                  </a:lnTo>
                  <a:lnTo>
                    <a:pt x="1002606" y="126080"/>
                  </a:lnTo>
                  <a:lnTo>
                    <a:pt x="995860" y="125809"/>
                  </a:lnTo>
                  <a:lnTo>
                    <a:pt x="994940" y="125775"/>
                  </a:lnTo>
                  <a:lnTo>
                    <a:pt x="0" y="125775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55" name="pl654"/>
            <p:cNvSpPr/>
            <p:nvPr/>
          </p:nvSpPr>
          <p:spPr>
            <a:xfrm>
              <a:off x="1199187" y="3432450"/>
              <a:ext cx="12049831" cy="2353044"/>
            </a:xfrm>
            <a:custGeom>
              <a:avLst/>
              <a:pathLst>
                <a:path w="12049831" h="2353044">
                  <a:moveTo>
                    <a:pt x="0" y="125775"/>
                  </a:moveTo>
                  <a:lnTo>
                    <a:pt x="994940" y="125775"/>
                  </a:lnTo>
                  <a:lnTo>
                    <a:pt x="996038" y="125816"/>
                  </a:lnTo>
                  <a:lnTo>
                    <a:pt x="1003292" y="126108"/>
                  </a:lnTo>
                  <a:lnTo>
                    <a:pt x="1021690" y="126917"/>
                  </a:lnTo>
                  <a:lnTo>
                    <a:pt x="1054865" y="128510"/>
                  </a:lnTo>
                  <a:lnTo>
                    <a:pt x="1104886" y="131144"/>
                  </a:lnTo>
                  <a:lnTo>
                    <a:pt x="1172103" y="135039"/>
                  </a:lnTo>
                  <a:lnTo>
                    <a:pt x="1255190" y="140361"/>
                  </a:lnTo>
                  <a:lnTo>
                    <a:pt x="1351442" y="147209"/>
                  </a:lnTo>
                  <a:lnTo>
                    <a:pt x="1457253" y="155626"/>
                  </a:lnTo>
                  <a:lnTo>
                    <a:pt x="1568687" y="165605"/>
                  </a:lnTo>
                  <a:lnTo>
                    <a:pt x="1681988" y="177118"/>
                  </a:lnTo>
                  <a:lnTo>
                    <a:pt x="1793949" y="190134"/>
                  </a:lnTo>
                  <a:lnTo>
                    <a:pt x="1902101" y="204642"/>
                  </a:lnTo>
                  <a:lnTo>
                    <a:pt x="2004752" y="220666"/>
                  </a:lnTo>
                  <a:lnTo>
                    <a:pt x="2100918" y="238272"/>
                  </a:lnTo>
                  <a:lnTo>
                    <a:pt x="2190201" y="257574"/>
                  </a:lnTo>
                  <a:lnTo>
                    <a:pt x="2272644" y="278732"/>
                  </a:lnTo>
                  <a:lnTo>
                    <a:pt x="2348604" y="301954"/>
                  </a:lnTo>
                  <a:lnTo>
                    <a:pt x="2418645" y="327489"/>
                  </a:lnTo>
                  <a:lnTo>
                    <a:pt x="2483451" y="355614"/>
                  </a:lnTo>
                  <a:lnTo>
                    <a:pt x="2543767" y="386625"/>
                  </a:lnTo>
                  <a:lnTo>
                    <a:pt x="2600344" y="420805"/>
                  </a:lnTo>
                  <a:lnTo>
                    <a:pt x="2653907" y="458384"/>
                  </a:lnTo>
                  <a:lnTo>
                    <a:pt x="2702183" y="496986"/>
                  </a:lnTo>
                  <a:lnTo>
                    <a:pt x="2750198" y="539971"/>
                  </a:lnTo>
                  <a:lnTo>
                    <a:pt x="2796945" y="586321"/>
                  </a:lnTo>
                  <a:lnTo>
                    <a:pt x="2842793" y="636103"/>
                  </a:lnTo>
                  <a:lnTo>
                    <a:pt x="2888034" y="689320"/>
                  </a:lnTo>
                  <a:lnTo>
                    <a:pt x="2932895" y="745907"/>
                  </a:lnTo>
                  <a:lnTo>
                    <a:pt x="2977552" y="805719"/>
                  </a:lnTo>
                  <a:lnTo>
                    <a:pt x="3022128" y="868533"/>
                  </a:lnTo>
                  <a:lnTo>
                    <a:pt x="3066708" y="934043"/>
                  </a:lnTo>
                  <a:lnTo>
                    <a:pt x="3111341" y="1001866"/>
                  </a:lnTo>
                  <a:lnTo>
                    <a:pt x="3156046" y="1071550"/>
                  </a:lnTo>
                  <a:lnTo>
                    <a:pt x="3200816" y="1142580"/>
                  </a:lnTo>
                  <a:lnTo>
                    <a:pt x="3245631" y="1214400"/>
                  </a:lnTo>
                  <a:lnTo>
                    <a:pt x="3290458" y="1286426"/>
                  </a:lnTo>
                  <a:lnTo>
                    <a:pt x="3335263" y="1358065"/>
                  </a:lnTo>
                  <a:lnTo>
                    <a:pt x="3380015" y="1428741"/>
                  </a:lnTo>
                  <a:lnTo>
                    <a:pt x="3424697" y="1497908"/>
                  </a:lnTo>
                  <a:lnTo>
                    <a:pt x="3469311" y="1565069"/>
                  </a:lnTo>
                  <a:lnTo>
                    <a:pt x="3513883" y="1629792"/>
                  </a:lnTo>
                  <a:lnTo>
                    <a:pt x="3558473" y="1691717"/>
                  </a:lnTo>
                  <a:lnTo>
                    <a:pt x="3603176" y="1750563"/>
                  </a:lnTo>
                  <a:lnTo>
                    <a:pt x="3648133" y="1806131"/>
                  </a:lnTo>
                  <a:lnTo>
                    <a:pt x="3693533" y="1858302"/>
                  </a:lnTo>
                  <a:lnTo>
                    <a:pt x="3739621" y="1907031"/>
                  </a:lnTo>
                  <a:lnTo>
                    <a:pt x="3786713" y="1952342"/>
                  </a:lnTo>
                  <a:lnTo>
                    <a:pt x="3820202" y="1981833"/>
                  </a:lnTo>
                  <a:lnTo>
                    <a:pt x="3871528" y="2022720"/>
                  </a:lnTo>
                  <a:lnTo>
                    <a:pt x="3925248" y="2060097"/>
                  </a:lnTo>
                  <a:lnTo>
                    <a:pt x="3982023" y="2094085"/>
                  </a:lnTo>
                  <a:lnTo>
                    <a:pt x="4042579" y="2124919"/>
                  </a:lnTo>
                  <a:lnTo>
                    <a:pt x="4107670" y="2152886"/>
                  </a:lnTo>
                  <a:lnTo>
                    <a:pt x="4178038" y="2178278"/>
                  </a:lnTo>
                  <a:lnTo>
                    <a:pt x="4254362" y="2201374"/>
                  </a:lnTo>
                  <a:lnTo>
                    <a:pt x="4337196" y="2222419"/>
                  </a:lnTo>
                  <a:lnTo>
                    <a:pt x="4426882" y="2241618"/>
                  </a:lnTo>
                  <a:lnTo>
                    <a:pt x="4523443" y="2259129"/>
                  </a:lnTo>
                  <a:lnTo>
                    <a:pt x="4626447" y="2275063"/>
                  </a:lnTo>
                  <a:lnTo>
                    <a:pt x="4734875" y="2289484"/>
                  </a:lnTo>
                  <a:lnTo>
                    <a:pt x="4846989" y="2302413"/>
                  </a:lnTo>
                  <a:lnTo>
                    <a:pt x="4960276" y="2313838"/>
                  </a:lnTo>
                  <a:lnTo>
                    <a:pt x="5071489" y="2323726"/>
                  </a:lnTo>
                  <a:lnTo>
                    <a:pt x="5176850" y="2332051"/>
                  </a:lnTo>
                  <a:lnTo>
                    <a:pt x="5272428" y="2338810"/>
                  </a:lnTo>
                  <a:lnTo>
                    <a:pt x="5354654" y="2344044"/>
                  </a:lnTo>
                  <a:lnTo>
                    <a:pt x="5420890" y="2347861"/>
                  </a:lnTo>
                  <a:lnTo>
                    <a:pt x="5469903" y="2350428"/>
                  </a:lnTo>
                  <a:lnTo>
                    <a:pt x="5502144" y="2351968"/>
                  </a:lnTo>
                  <a:lnTo>
                    <a:pt x="5519779" y="2352739"/>
                  </a:lnTo>
                  <a:lnTo>
                    <a:pt x="5526525" y="2353010"/>
                  </a:lnTo>
                  <a:lnTo>
                    <a:pt x="5527445" y="2353044"/>
                  </a:lnTo>
                  <a:lnTo>
                    <a:pt x="6522385" y="2353044"/>
                  </a:lnTo>
                  <a:lnTo>
                    <a:pt x="6523480" y="2353001"/>
                  </a:lnTo>
                  <a:lnTo>
                    <a:pt x="6530706" y="2352693"/>
                  </a:lnTo>
                  <a:lnTo>
                    <a:pt x="6549036" y="2351843"/>
                  </a:lnTo>
                  <a:lnTo>
                    <a:pt x="6582095" y="2350166"/>
                  </a:lnTo>
                  <a:lnTo>
                    <a:pt x="6631949" y="2347394"/>
                  </a:lnTo>
                  <a:lnTo>
                    <a:pt x="6698957" y="2343294"/>
                  </a:lnTo>
                  <a:lnTo>
                    <a:pt x="6781812" y="2337693"/>
                  </a:lnTo>
                  <a:lnTo>
                    <a:pt x="6877826" y="2330483"/>
                  </a:lnTo>
                  <a:lnTo>
                    <a:pt x="6983414" y="2321621"/>
                  </a:lnTo>
                  <a:lnTo>
                    <a:pt x="7094657" y="2311113"/>
                  </a:lnTo>
                  <a:lnTo>
                    <a:pt x="7207809" y="2298988"/>
                  </a:lnTo>
                  <a:lnTo>
                    <a:pt x="7319664" y="2285279"/>
                  </a:lnTo>
                  <a:lnTo>
                    <a:pt x="7427752" y="2269997"/>
                  </a:lnTo>
                  <a:lnTo>
                    <a:pt x="7530376" y="2253118"/>
                  </a:lnTo>
                  <a:lnTo>
                    <a:pt x="7626545" y="2234575"/>
                  </a:lnTo>
                  <a:lnTo>
                    <a:pt x="7715851" y="2214248"/>
                  </a:lnTo>
                  <a:lnTo>
                    <a:pt x="7798331" y="2191969"/>
                  </a:lnTo>
                  <a:lnTo>
                    <a:pt x="7874334" y="2167519"/>
                  </a:lnTo>
                  <a:lnTo>
                    <a:pt x="7944418" y="2140640"/>
                  </a:lnTo>
                  <a:lnTo>
                    <a:pt x="8009264" y="2111039"/>
                  </a:lnTo>
                  <a:lnTo>
                    <a:pt x="8069611" y="2078406"/>
                  </a:lnTo>
                  <a:lnTo>
                    <a:pt x="8126209" y="2042441"/>
                  </a:lnTo>
                  <a:lnTo>
                    <a:pt x="8179781" y="2002899"/>
                  </a:lnTo>
                  <a:lnTo>
                    <a:pt x="8229629" y="1960870"/>
                  </a:lnTo>
                  <a:lnTo>
                    <a:pt x="8276805" y="1916293"/>
                  </a:lnTo>
                  <a:lnTo>
                    <a:pt x="8322752" y="1868287"/>
                  </a:lnTo>
                  <a:lnTo>
                    <a:pt x="8367820" y="1816785"/>
                  </a:lnTo>
                  <a:lnTo>
                    <a:pt x="8412289" y="1761777"/>
                  </a:lnTo>
                  <a:lnTo>
                    <a:pt x="8456378" y="1703328"/>
                  </a:lnTo>
                  <a:lnTo>
                    <a:pt x="8500256" y="1641575"/>
                  </a:lnTo>
                  <a:lnTo>
                    <a:pt x="8544047" y="1576733"/>
                  </a:lnTo>
                  <a:lnTo>
                    <a:pt x="8587833" y="1509100"/>
                  </a:lnTo>
                  <a:lnTo>
                    <a:pt x="8631666" y="1439048"/>
                  </a:lnTo>
                  <a:lnTo>
                    <a:pt x="8675567" y="1367022"/>
                  </a:lnTo>
                  <a:lnTo>
                    <a:pt x="8719534" y="1293526"/>
                  </a:lnTo>
                  <a:lnTo>
                    <a:pt x="8763548" y="1219112"/>
                  </a:lnTo>
                  <a:lnTo>
                    <a:pt x="8807581" y="1144361"/>
                  </a:lnTo>
                  <a:lnTo>
                    <a:pt x="8851600" y="1069865"/>
                  </a:lnTo>
                  <a:lnTo>
                    <a:pt x="8895575" y="996207"/>
                  </a:lnTo>
                  <a:lnTo>
                    <a:pt x="8939485" y="923944"/>
                  </a:lnTo>
                  <a:lnTo>
                    <a:pt x="8983327" y="853588"/>
                  </a:lnTo>
                  <a:lnTo>
                    <a:pt x="9027118" y="785593"/>
                  </a:lnTo>
                  <a:lnTo>
                    <a:pt x="9070903" y="720342"/>
                  </a:lnTo>
                  <a:lnTo>
                    <a:pt x="9114763" y="658143"/>
                  </a:lnTo>
                  <a:lnTo>
                    <a:pt x="9158814" y="599222"/>
                  </a:lnTo>
                  <a:lnTo>
                    <a:pt x="9203218" y="543729"/>
                  </a:lnTo>
                  <a:lnTo>
                    <a:pt x="9248187" y="491736"/>
                  </a:lnTo>
                  <a:lnTo>
                    <a:pt x="9293992" y="443245"/>
                  </a:lnTo>
                  <a:lnTo>
                    <a:pt x="9340972" y="398195"/>
                  </a:lnTo>
                  <a:lnTo>
                    <a:pt x="9347647" y="392174"/>
                  </a:lnTo>
                  <a:lnTo>
                    <a:pt x="9398906" y="349031"/>
                  </a:lnTo>
                  <a:lnTo>
                    <a:pt x="9452550" y="309588"/>
                  </a:lnTo>
                  <a:lnTo>
                    <a:pt x="9509239" y="273716"/>
                  </a:lnTo>
                  <a:lnTo>
                    <a:pt x="9569697" y="241169"/>
                  </a:lnTo>
                  <a:lnTo>
                    <a:pt x="9634675" y="211645"/>
                  </a:lnTo>
                  <a:lnTo>
                    <a:pt x="9704910" y="184835"/>
                  </a:lnTo>
                  <a:lnTo>
                    <a:pt x="9781081" y="160448"/>
                  </a:lnTo>
                  <a:lnTo>
                    <a:pt x="9863741" y="138223"/>
                  </a:lnTo>
                  <a:lnTo>
                    <a:pt x="9953233" y="117946"/>
                  </a:lnTo>
                  <a:lnTo>
                    <a:pt x="10049584" y="99449"/>
                  </a:lnTo>
                  <a:lnTo>
                    <a:pt x="10152371" y="82615"/>
                  </a:lnTo>
                  <a:lnTo>
                    <a:pt x="10260587" y="67375"/>
                  </a:lnTo>
                  <a:lnTo>
                    <a:pt x="10372513" y="53708"/>
                  </a:lnTo>
                  <a:lnTo>
                    <a:pt x="10485657" y="41627"/>
                  </a:lnTo>
                  <a:lnTo>
                    <a:pt x="10596799" y="31162"/>
                  </a:lnTo>
                  <a:lnTo>
                    <a:pt x="10702181" y="22345"/>
                  </a:lnTo>
                  <a:lnTo>
                    <a:pt x="10797884" y="15179"/>
                  </a:lnTo>
                  <a:lnTo>
                    <a:pt x="10880342" y="9620"/>
                  </a:lnTo>
                  <a:lnTo>
                    <a:pt x="10946898" y="5559"/>
                  </a:lnTo>
                  <a:lnTo>
                    <a:pt x="10996287" y="2819"/>
                  </a:lnTo>
                  <a:lnTo>
                    <a:pt x="11028914" y="1169"/>
                  </a:lnTo>
                  <a:lnTo>
                    <a:pt x="11046892" y="337"/>
                  </a:lnTo>
                  <a:lnTo>
                    <a:pt x="11053882" y="39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6" name="pl655"/>
            <p:cNvSpPr/>
            <p:nvPr/>
          </p:nvSpPr>
          <p:spPr>
            <a:xfrm>
              <a:off x="1199187" y="3427210"/>
              <a:ext cx="12049831" cy="2353044"/>
            </a:xfrm>
            <a:custGeom>
              <a:avLst/>
              <a:pathLst>
                <a:path w="12049831" h="2353044">
                  <a:moveTo>
                    <a:pt x="12049831" y="0"/>
                  </a:moveTo>
                  <a:lnTo>
                    <a:pt x="11054891" y="0"/>
                  </a:lnTo>
                  <a:lnTo>
                    <a:pt x="11053797" y="43"/>
                  </a:lnTo>
                  <a:lnTo>
                    <a:pt x="11046571" y="351"/>
                  </a:lnTo>
                  <a:lnTo>
                    <a:pt x="11028240" y="1201"/>
                  </a:lnTo>
                  <a:lnTo>
                    <a:pt x="10995182" y="2878"/>
                  </a:lnTo>
                  <a:lnTo>
                    <a:pt x="10945328" y="5650"/>
                  </a:lnTo>
                  <a:lnTo>
                    <a:pt x="10878319" y="9749"/>
                  </a:lnTo>
                  <a:lnTo>
                    <a:pt x="10795465" y="15350"/>
                  </a:lnTo>
                  <a:lnTo>
                    <a:pt x="10699451" y="22560"/>
                  </a:lnTo>
                  <a:lnTo>
                    <a:pt x="10593862" y="31422"/>
                  </a:lnTo>
                  <a:lnTo>
                    <a:pt x="10482619" y="41931"/>
                  </a:lnTo>
                  <a:lnTo>
                    <a:pt x="10369468" y="54056"/>
                  </a:lnTo>
                  <a:lnTo>
                    <a:pt x="10257613" y="67765"/>
                  </a:lnTo>
                  <a:lnTo>
                    <a:pt x="10149525" y="83047"/>
                  </a:lnTo>
                  <a:lnTo>
                    <a:pt x="10046900" y="99925"/>
                  </a:lnTo>
                  <a:lnTo>
                    <a:pt x="9950731" y="118469"/>
                  </a:lnTo>
                  <a:lnTo>
                    <a:pt x="9861425" y="138796"/>
                  </a:lnTo>
                  <a:lnTo>
                    <a:pt x="9778946" y="161075"/>
                  </a:lnTo>
                  <a:lnTo>
                    <a:pt x="9702943" y="185524"/>
                  </a:lnTo>
                  <a:lnTo>
                    <a:pt x="9632858" y="212403"/>
                  </a:lnTo>
                  <a:lnTo>
                    <a:pt x="9568012" y="242005"/>
                  </a:lnTo>
                  <a:lnTo>
                    <a:pt x="9507665" y="274638"/>
                  </a:lnTo>
                  <a:lnTo>
                    <a:pt x="9451068" y="310603"/>
                  </a:lnTo>
                  <a:lnTo>
                    <a:pt x="9397496" y="350145"/>
                  </a:lnTo>
                  <a:lnTo>
                    <a:pt x="9347647" y="392174"/>
                  </a:lnTo>
                  <a:lnTo>
                    <a:pt x="9300471" y="436751"/>
                  </a:lnTo>
                  <a:lnTo>
                    <a:pt x="9254525" y="484756"/>
                  </a:lnTo>
                  <a:lnTo>
                    <a:pt x="9209457" y="536259"/>
                  </a:lnTo>
                  <a:lnTo>
                    <a:pt x="9164988" y="591266"/>
                  </a:lnTo>
                  <a:lnTo>
                    <a:pt x="9120898" y="649716"/>
                  </a:lnTo>
                  <a:lnTo>
                    <a:pt x="9077020" y="711469"/>
                  </a:lnTo>
                  <a:lnTo>
                    <a:pt x="9033230" y="776311"/>
                  </a:lnTo>
                  <a:lnTo>
                    <a:pt x="8989443" y="843944"/>
                  </a:lnTo>
                  <a:lnTo>
                    <a:pt x="8945610" y="913996"/>
                  </a:lnTo>
                  <a:lnTo>
                    <a:pt x="8901710" y="986022"/>
                  </a:lnTo>
                  <a:lnTo>
                    <a:pt x="8857743" y="1059517"/>
                  </a:lnTo>
                  <a:lnTo>
                    <a:pt x="8813729" y="1133931"/>
                  </a:lnTo>
                  <a:lnTo>
                    <a:pt x="8769695" y="1208683"/>
                  </a:lnTo>
                  <a:lnTo>
                    <a:pt x="8725676" y="1283179"/>
                  </a:lnTo>
                  <a:lnTo>
                    <a:pt x="8681701" y="1356837"/>
                  </a:lnTo>
                  <a:lnTo>
                    <a:pt x="8637791" y="1429100"/>
                  </a:lnTo>
                  <a:lnTo>
                    <a:pt x="8593950" y="1499455"/>
                  </a:lnTo>
                  <a:lnTo>
                    <a:pt x="8550159" y="1567451"/>
                  </a:lnTo>
                  <a:lnTo>
                    <a:pt x="8506373" y="1632701"/>
                  </a:lnTo>
                  <a:lnTo>
                    <a:pt x="8462514" y="1694901"/>
                  </a:lnTo>
                  <a:lnTo>
                    <a:pt x="8418463" y="1753821"/>
                  </a:lnTo>
                  <a:lnTo>
                    <a:pt x="8374059" y="1809315"/>
                  </a:lnTo>
                  <a:lnTo>
                    <a:pt x="8329090" y="1861308"/>
                  </a:lnTo>
                  <a:lnTo>
                    <a:pt x="8283285" y="1909799"/>
                  </a:lnTo>
                  <a:lnTo>
                    <a:pt x="8236305" y="1954848"/>
                  </a:lnTo>
                  <a:lnTo>
                    <a:pt x="8229629" y="1960870"/>
                  </a:lnTo>
                  <a:lnTo>
                    <a:pt x="8178371" y="2004013"/>
                  </a:lnTo>
                  <a:lnTo>
                    <a:pt x="8124727" y="2043456"/>
                  </a:lnTo>
                  <a:lnTo>
                    <a:pt x="8068038" y="2079327"/>
                  </a:lnTo>
                  <a:lnTo>
                    <a:pt x="8007580" y="2111875"/>
                  </a:lnTo>
                  <a:lnTo>
                    <a:pt x="7942602" y="2141399"/>
                  </a:lnTo>
                  <a:lnTo>
                    <a:pt x="7872366" y="2168209"/>
                  </a:lnTo>
                  <a:lnTo>
                    <a:pt x="7796195" y="2192596"/>
                  </a:lnTo>
                  <a:lnTo>
                    <a:pt x="7713536" y="2214820"/>
                  </a:lnTo>
                  <a:lnTo>
                    <a:pt x="7624043" y="2235097"/>
                  </a:lnTo>
                  <a:lnTo>
                    <a:pt x="7527693" y="2253595"/>
                  </a:lnTo>
                  <a:lnTo>
                    <a:pt x="7424905" y="2270429"/>
                  </a:lnTo>
                  <a:lnTo>
                    <a:pt x="7316690" y="2285669"/>
                  </a:lnTo>
                  <a:lnTo>
                    <a:pt x="7204764" y="2299335"/>
                  </a:lnTo>
                  <a:lnTo>
                    <a:pt x="7091619" y="2311417"/>
                  </a:lnTo>
                  <a:lnTo>
                    <a:pt x="6980478" y="2321882"/>
                  </a:lnTo>
                  <a:lnTo>
                    <a:pt x="6875096" y="2330699"/>
                  </a:lnTo>
                  <a:lnTo>
                    <a:pt x="6779392" y="2337865"/>
                  </a:lnTo>
                  <a:lnTo>
                    <a:pt x="6696935" y="2343424"/>
                  </a:lnTo>
                  <a:lnTo>
                    <a:pt x="6630379" y="2347485"/>
                  </a:lnTo>
                  <a:lnTo>
                    <a:pt x="6580990" y="2350224"/>
                  </a:lnTo>
                  <a:lnTo>
                    <a:pt x="6548362" y="2351875"/>
                  </a:lnTo>
                  <a:lnTo>
                    <a:pt x="6530385" y="2352707"/>
                  </a:lnTo>
                  <a:lnTo>
                    <a:pt x="6523395" y="2353004"/>
                  </a:lnTo>
                  <a:lnTo>
                    <a:pt x="6522385" y="2353044"/>
                  </a:lnTo>
                  <a:lnTo>
                    <a:pt x="5527445" y="2353044"/>
                  </a:lnTo>
                  <a:lnTo>
                    <a:pt x="5526347" y="2353003"/>
                  </a:lnTo>
                  <a:lnTo>
                    <a:pt x="5519093" y="2352711"/>
                  </a:lnTo>
                  <a:lnTo>
                    <a:pt x="5500695" y="2351902"/>
                  </a:lnTo>
                  <a:lnTo>
                    <a:pt x="5467520" y="2350309"/>
                  </a:lnTo>
                  <a:lnTo>
                    <a:pt x="5417499" y="2347675"/>
                  </a:lnTo>
                  <a:lnTo>
                    <a:pt x="5350282" y="2343780"/>
                  </a:lnTo>
                  <a:lnTo>
                    <a:pt x="5267195" y="2338458"/>
                  </a:lnTo>
                  <a:lnTo>
                    <a:pt x="5170943" y="2331610"/>
                  </a:lnTo>
                  <a:lnTo>
                    <a:pt x="5065132" y="2323193"/>
                  </a:lnTo>
                  <a:lnTo>
                    <a:pt x="4953698" y="2313214"/>
                  </a:lnTo>
                  <a:lnTo>
                    <a:pt x="4840397" y="2301701"/>
                  </a:lnTo>
                  <a:lnTo>
                    <a:pt x="4728436" y="2288685"/>
                  </a:lnTo>
                  <a:lnTo>
                    <a:pt x="4620284" y="2274177"/>
                  </a:lnTo>
                  <a:lnTo>
                    <a:pt x="4517633" y="2258153"/>
                  </a:lnTo>
                  <a:lnTo>
                    <a:pt x="4421467" y="2240547"/>
                  </a:lnTo>
                  <a:lnTo>
                    <a:pt x="4332184" y="2221245"/>
                  </a:lnTo>
                  <a:lnTo>
                    <a:pt x="4249741" y="2200087"/>
                  </a:lnTo>
                  <a:lnTo>
                    <a:pt x="4173781" y="2176864"/>
                  </a:lnTo>
                  <a:lnTo>
                    <a:pt x="4103740" y="2151330"/>
                  </a:lnTo>
                  <a:lnTo>
                    <a:pt x="4038934" y="2123205"/>
                  </a:lnTo>
                  <a:lnTo>
                    <a:pt x="3978618" y="2092194"/>
                  </a:lnTo>
                  <a:lnTo>
                    <a:pt x="3922041" y="2058014"/>
                  </a:lnTo>
                  <a:lnTo>
                    <a:pt x="3868478" y="2020435"/>
                  </a:lnTo>
                  <a:lnTo>
                    <a:pt x="3820202" y="1981833"/>
                  </a:lnTo>
                  <a:lnTo>
                    <a:pt x="3772187" y="1938848"/>
                  </a:lnTo>
                  <a:lnTo>
                    <a:pt x="3725440" y="1892498"/>
                  </a:lnTo>
                  <a:lnTo>
                    <a:pt x="3679592" y="1842716"/>
                  </a:lnTo>
                  <a:lnTo>
                    <a:pt x="3634351" y="1789499"/>
                  </a:lnTo>
                  <a:lnTo>
                    <a:pt x="3589490" y="1732912"/>
                  </a:lnTo>
                  <a:lnTo>
                    <a:pt x="3544833" y="1673100"/>
                  </a:lnTo>
                  <a:lnTo>
                    <a:pt x="3500257" y="1610286"/>
                  </a:lnTo>
                  <a:lnTo>
                    <a:pt x="3455677" y="1544776"/>
                  </a:lnTo>
                  <a:lnTo>
                    <a:pt x="3411044" y="1476953"/>
                  </a:lnTo>
                  <a:lnTo>
                    <a:pt x="3366339" y="1407269"/>
                  </a:lnTo>
                  <a:lnTo>
                    <a:pt x="3321569" y="1336239"/>
                  </a:lnTo>
                  <a:lnTo>
                    <a:pt x="3276754" y="1264419"/>
                  </a:lnTo>
                  <a:lnTo>
                    <a:pt x="3231927" y="1192393"/>
                  </a:lnTo>
                  <a:lnTo>
                    <a:pt x="3187122" y="1120754"/>
                  </a:lnTo>
                  <a:lnTo>
                    <a:pt x="3142370" y="1050078"/>
                  </a:lnTo>
                  <a:lnTo>
                    <a:pt x="3097688" y="980911"/>
                  </a:lnTo>
                  <a:lnTo>
                    <a:pt x="3053074" y="913750"/>
                  </a:lnTo>
                  <a:lnTo>
                    <a:pt x="3008502" y="849027"/>
                  </a:lnTo>
                  <a:lnTo>
                    <a:pt x="2963912" y="787102"/>
                  </a:lnTo>
                  <a:lnTo>
                    <a:pt x="2919209" y="728256"/>
                  </a:lnTo>
                  <a:lnTo>
                    <a:pt x="2874252" y="672688"/>
                  </a:lnTo>
                  <a:lnTo>
                    <a:pt x="2828852" y="620517"/>
                  </a:lnTo>
                  <a:lnTo>
                    <a:pt x="2782763" y="571788"/>
                  </a:lnTo>
                  <a:lnTo>
                    <a:pt x="2735672" y="526477"/>
                  </a:lnTo>
                  <a:lnTo>
                    <a:pt x="2702183" y="496986"/>
                  </a:lnTo>
                  <a:lnTo>
                    <a:pt x="2650857" y="456099"/>
                  </a:lnTo>
                  <a:lnTo>
                    <a:pt x="2597137" y="418722"/>
                  </a:lnTo>
                  <a:lnTo>
                    <a:pt x="2540362" y="384734"/>
                  </a:lnTo>
                  <a:lnTo>
                    <a:pt x="2479806" y="353899"/>
                  </a:lnTo>
                  <a:lnTo>
                    <a:pt x="2414715" y="325933"/>
                  </a:lnTo>
                  <a:lnTo>
                    <a:pt x="2344347" y="300541"/>
                  </a:lnTo>
                  <a:lnTo>
                    <a:pt x="2268023" y="277445"/>
                  </a:lnTo>
                  <a:lnTo>
                    <a:pt x="2185189" y="256400"/>
                  </a:lnTo>
                  <a:lnTo>
                    <a:pt x="2095503" y="237201"/>
                  </a:lnTo>
                  <a:lnTo>
                    <a:pt x="1998942" y="219690"/>
                  </a:lnTo>
                  <a:lnTo>
                    <a:pt x="1895938" y="203756"/>
                  </a:lnTo>
                  <a:lnTo>
                    <a:pt x="1787510" y="189334"/>
                  </a:lnTo>
                  <a:lnTo>
                    <a:pt x="1675396" y="176406"/>
                  </a:lnTo>
                  <a:lnTo>
                    <a:pt x="1562109" y="164981"/>
                  </a:lnTo>
                  <a:lnTo>
                    <a:pt x="1450896" y="155093"/>
                  </a:lnTo>
                  <a:lnTo>
                    <a:pt x="1345535" y="146768"/>
                  </a:lnTo>
                  <a:lnTo>
                    <a:pt x="1249957" y="140009"/>
                  </a:lnTo>
                  <a:lnTo>
                    <a:pt x="1167731" y="134775"/>
                  </a:lnTo>
                  <a:lnTo>
                    <a:pt x="1101495" y="130958"/>
                  </a:lnTo>
                  <a:lnTo>
                    <a:pt x="1052482" y="128391"/>
                  </a:lnTo>
                  <a:lnTo>
                    <a:pt x="1020241" y="126851"/>
                  </a:lnTo>
                  <a:lnTo>
                    <a:pt x="1002606" y="126080"/>
                  </a:lnTo>
                  <a:lnTo>
                    <a:pt x="995860" y="125809"/>
                  </a:lnTo>
                  <a:lnTo>
                    <a:pt x="994940" y="125775"/>
                  </a:lnTo>
                  <a:lnTo>
                    <a:pt x="0" y="125775"/>
                  </a:lnTo>
                  <a:lnTo>
                    <a:pt x="0" y="1257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7" name="pg656"/>
            <p:cNvSpPr/>
            <p:nvPr/>
          </p:nvSpPr>
          <p:spPr>
            <a:xfrm>
              <a:off x="1199187" y="3872664"/>
              <a:ext cx="12049831" cy="2677964"/>
            </a:xfrm>
            <a:custGeom>
              <a:avLst/>
              <a:pathLst>
                <a:path w="12049831" h="2677964">
                  <a:moveTo>
                    <a:pt x="0" y="5240"/>
                  </a:moveTo>
                  <a:lnTo>
                    <a:pt x="994940" y="5240"/>
                  </a:lnTo>
                  <a:lnTo>
                    <a:pt x="996022" y="5289"/>
                  </a:lnTo>
                  <a:lnTo>
                    <a:pt x="1003173" y="5635"/>
                  </a:lnTo>
                  <a:lnTo>
                    <a:pt x="1021319" y="6590"/>
                  </a:lnTo>
                  <a:lnTo>
                    <a:pt x="1054056" y="8474"/>
                  </a:lnTo>
                  <a:lnTo>
                    <a:pt x="1103452" y="11589"/>
                  </a:lnTo>
                  <a:lnTo>
                    <a:pt x="1169887" y="16196"/>
                  </a:lnTo>
                  <a:lnTo>
                    <a:pt x="1252101" y="22494"/>
                  </a:lnTo>
                  <a:lnTo>
                    <a:pt x="1347460" y="30604"/>
                  </a:lnTo>
                  <a:lnTo>
                    <a:pt x="1452434" y="40576"/>
                  </a:lnTo>
                  <a:lnTo>
                    <a:pt x="1563149" y="52406"/>
                  </a:lnTo>
                  <a:lnTo>
                    <a:pt x="1675884" y="66060"/>
                  </a:lnTo>
                  <a:lnTo>
                    <a:pt x="1787444" y="81502"/>
                  </a:lnTo>
                  <a:lnTo>
                    <a:pt x="1895354" y="98717"/>
                  </a:lnTo>
                  <a:lnTo>
                    <a:pt x="1997902" y="117730"/>
                  </a:lnTo>
                  <a:lnTo>
                    <a:pt x="2094076" y="138616"/>
                  </a:lnTo>
                  <a:lnTo>
                    <a:pt x="2183444" y="161504"/>
                  </a:lnTo>
                  <a:lnTo>
                    <a:pt x="2266023" y="186581"/>
                  </a:lnTo>
                  <a:lnTo>
                    <a:pt x="2342145" y="214088"/>
                  </a:lnTo>
                  <a:lnTo>
                    <a:pt x="2412350" y="244316"/>
                  </a:lnTo>
                  <a:lnTo>
                    <a:pt x="2477305" y="277589"/>
                  </a:lnTo>
                  <a:lnTo>
                    <a:pt x="2537739" y="314257"/>
                  </a:lnTo>
                  <a:lnTo>
                    <a:pt x="2594396" y="354658"/>
                  </a:lnTo>
                  <a:lnTo>
                    <a:pt x="2647993" y="399074"/>
                  </a:lnTo>
                  <a:lnTo>
                    <a:pt x="2699188" y="447659"/>
                  </a:lnTo>
                  <a:lnTo>
                    <a:pt x="2702183" y="450694"/>
                  </a:lnTo>
                  <a:lnTo>
                    <a:pt x="2747357" y="499068"/>
                  </a:lnTo>
                  <a:lnTo>
                    <a:pt x="2791389" y="551005"/>
                  </a:lnTo>
                  <a:lnTo>
                    <a:pt x="2834593" y="606576"/>
                  </a:lnTo>
                  <a:lnTo>
                    <a:pt x="2877219" y="665796"/>
                  </a:lnTo>
                  <a:lnTo>
                    <a:pt x="2919466" y="728613"/>
                  </a:lnTo>
                  <a:lnTo>
                    <a:pt x="2961491" y="794905"/>
                  </a:lnTo>
                  <a:lnTo>
                    <a:pt x="3003410" y="864476"/>
                  </a:lnTo>
                  <a:lnTo>
                    <a:pt x="3045306" y="937053"/>
                  </a:lnTo>
                  <a:lnTo>
                    <a:pt x="3087232" y="1012289"/>
                  </a:lnTo>
                  <a:lnTo>
                    <a:pt x="3129216" y="1089766"/>
                  </a:lnTo>
                  <a:lnTo>
                    <a:pt x="3171263" y="1169005"/>
                  </a:lnTo>
                  <a:lnTo>
                    <a:pt x="3213363" y="1249476"/>
                  </a:lnTo>
                  <a:lnTo>
                    <a:pt x="3255495" y="1330613"/>
                  </a:lnTo>
                  <a:lnTo>
                    <a:pt x="3297631" y="1411830"/>
                  </a:lnTo>
                  <a:lnTo>
                    <a:pt x="3339743" y="1492537"/>
                  </a:lnTo>
                  <a:lnTo>
                    <a:pt x="3381806" y="1572164"/>
                  </a:lnTo>
                  <a:lnTo>
                    <a:pt x="3423807" y="1650167"/>
                  </a:lnTo>
                  <a:lnTo>
                    <a:pt x="3465746" y="1726052"/>
                  </a:lnTo>
                  <a:lnTo>
                    <a:pt x="3507647" y="1799386"/>
                  </a:lnTo>
                  <a:lnTo>
                    <a:pt x="3549553" y="1869800"/>
                  </a:lnTo>
                  <a:lnTo>
                    <a:pt x="3591539" y="1937001"/>
                  </a:lnTo>
                  <a:lnTo>
                    <a:pt x="3633712" y="2000773"/>
                  </a:lnTo>
                  <a:lnTo>
                    <a:pt x="3676218" y="2060974"/>
                  </a:lnTo>
                  <a:lnTo>
                    <a:pt x="3719243" y="2117533"/>
                  </a:lnTo>
                  <a:lnTo>
                    <a:pt x="3763023" y="2170447"/>
                  </a:lnTo>
                  <a:lnTo>
                    <a:pt x="3807854" y="2219774"/>
                  </a:lnTo>
                  <a:lnTo>
                    <a:pt x="3820202" y="2232510"/>
                  </a:lnTo>
                  <a:lnTo>
                    <a:pt x="3871271" y="2281345"/>
                  </a:lnTo>
                  <a:lnTo>
                    <a:pt x="3924707" y="2326007"/>
                  </a:lnTo>
                  <a:lnTo>
                    <a:pt x="3981161" y="2366640"/>
                  </a:lnTo>
                  <a:lnTo>
                    <a:pt x="4041349" y="2403522"/>
                  </a:lnTo>
                  <a:lnTo>
                    <a:pt x="4106014" y="2436989"/>
                  </a:lnTo>
                  <a:lnTo>
                    <a:pt x="4175885" y="2467389"/>
                  </a:lnTo>
                  <a:lnTo>
                    <a:pt x="4251636" y="2495050"/>
                  </a:lnTo>
                  <a:lnTo>
                    <a:pt x="4333818" y="2520265"/>
                  </a:lnTo>
                  <a:lnTo>
                    <a:pt x="4422777" y="2543278"/>
                  </a:lnTo>
                  <a:lnTo>
                    <a:pt x="4518550" y="2564279"/>
                  </a:lnTo>
                  <a:lnTo>
                    <a:pt x="4620739" y="2583401"/>
                  </a:lnTo>
                  <a:lnTo>
                    <a:pt x="4728370" y="2600723"/>
                  </a:lnTo>
                  <a:lnTo>
                    <a:pt x="4839774" y="2616271"/>
                  </a:lnTo>
                  <a:lnTo>
                    <a:pt x="4952522" y="2630033"/>
                  </a:lnTo>
                  <a:lnTo>
                    <a:pt x="5063458" y="2641973"/>
                  </a:lnTo>
                  <a:lnTo>
                    <a:pt x="5168885" y="2652056"/>
                  </a:lnTo>
                  <a:lnTo>
                    <a:pt x="5264924" y="2660277"/>
                  </a:lnTo>
                  <a:lnTo>
                    <a:pt x="5348008" y="2666680"/>
                  </a:lnTo>
                  <a:lnTo>
                    <a:pt x="5415437" y="2671384"/>
                  </a:lnTo>
                  <a:lnTo>
                    <a:pt x="5465857" y="2674581"/>
                  </a:lnTo>
                  <a:lnTo>
                    <a:pt x="5499548" y="2676530"/>
                  </a:lnTo>
                  <a:lnTo>
                    <a:pt x="5518479" y="2677532"/>
                  </a:lnTo>
                  <a:lnTo>
                    <a:pt x="5526161" y="2677906"/>
                  </a:lnTo>
                  <a:lnTo>
                    <a:pt x="5527445" y="2677964"/>
                  </a:lnTo>
                  <a:lnTo>
                    <a:pt x="6522385" y="2677964"/>
                  </a:lnTo>
                  <a:lnTo>
                    <a:pt x="6523474" y="2677918"/>
                  </a:lnTo>
                  <a:lnTo>
                    <a:pt x="6530667" y="2677592"/>
                  </a:lnTo>
                  <a:lnTo>
                    <a:pt x="6548915" y="2676693"/>
                  </a:lnTo>
                  <a:lnTo>
                    <a:pt x="6581830" y="2674921"/>
                  </a:lnTo>
                  <a:lnTo>
                    <a:pt x="6631480" y="2671990"/>
                  </a:lnTo>
                  <a:lnTo>
                    <a:pt x="6698233" y="2667655"/>
                  </a:lnTo>
                  <a:lnTo>
                    <a:pt x="6780802" y="2661731"/>
                  </a:lnTo>
                  <a:lnTo>
                    <a:pt x="6876524" y="2654105"/>
                  </a:lnTo>
                  <a:lnTo>
                    <a:pt x="6981839" y="2644730"/>
                  </a:lnTo>
                  <a:lnTo>
                    <a:pt x="7092847" y="2633610"/>
                  </a:lnTo>
                  <a:lnTo>
                    <a:pt x="7205814" y="2620778"/>
                  </a:lnTo>
                  <a:lnTo>
                    <a:pt x="7317538" y="2606268"/>
                  </a:lnTo>
                  <a:lnTo>
                    <a:pt x="7425548" y="2590093"/>
                  </a:lnTo>
                  <a:lnTo>
                    <a:pt x="7528138" y="2572228"/>
                  </a:lnTo>
                  <a:lnTo>
                    <a:pt x="7624310" y="2552602"/>
                  </a:lnTo>
                  <a:lnTo>
                    <a:pt x="7713644" y="2531092"/>
                  </a:lnTo>
                  <a:lnTo>
                    <a:pt x="7796168" y="2507518"/>
                  </a:lnTo>
                  <a:lnTo>
                    <a:pt x="7872224" y="2481654"/>
                  </a:lnTo>
                  <a:lnTo>
                    <a:pt x="7942362" y="2453226"/>
                  </a:lnTo>
                  <a:lnTo>
                    <a:pt x="8007257" y="2421925"/>
                  </a:lnTo>
                  <a:lnTo>
                    <a:pt x="8067642" y="2387423"/>
                  </a:lnTo>
                  <a:lnTo>
                    <a:pt x="8124266" y="2349403"/>
                  </a:lnTo>
                  <a:lnTo>
                    <a:pt x="8177849" y="2307604"/>
                  </a:lnTo>
                  <a:lnTo>
                    <a:pt x="8229047" y="2261886"/>
                  </a:lnTo>
                  <a:lnTo>
                    <a:pt x="8229629" y="2261333"/>
                  </a:lnTo>
                  <a:lnTo>
                    <a:pt x="8275863" y="2214971"/>
                  </a:lnTo>
                  <a:lnTo>
                    <a:pt x="8320910" y="2165115"/>
                  </a:lnTo>
                  <a:lnTo>
                    <a:pt x="8365101" y="2111693"/>
                  </a:lnTo>
                  <a:lnTo>
                    <a:pt x="8408703" y="2054696"/>
                  </a:lnTo>
                  <a:lnTo>
                    <a:pt x="8451925" y="1994182"/>
                  </a:lnTo>
                  <a:lnTo>
                    <a:pt x="8494931" y="1930279"/>
                  </a:lnTo>
                  <a:lnTo>
                    <a:pt x="8537840" y="1863196"/>
                  </a:lnTo>
                  <a:lnTo>
                    <a:pt x="8580737" y="1793218"/>
                  </a:lnTo>
                  <a:lnTo>
                    <a:pt x="8623672" y="1720706"/>
                  </a:lnTo>
                  <a:lnTo>
                    <a:pt x="8666670" y="1646094"/>
                  </a:lnTo>
                  <a:lnTo>
                    <a:pt x="8709733" y="1569874"/>
                  </a:lnTo>
                  <a:lnTo>
                    <a:pt x="8752848" y="1492589"/>
                  </a:lnTo>
                  <a:lnTo>
                    <a:pt x="8795987" y="1414814"/>
                  </a:lnTo>
                  <a:lnTo>
                    <a:pt x="8839122" y="1337141"/>
                  </a:lnTo>
                  <a:lnTo>
                    <a:pt x="8882222" y="1260155"/>
                  </a:lnTo>
                  <a:lnTo>
                    <a:pt x="8925264" y="1184424"/>
                  </a:lnTo>
                  <a:lnTo>
                    <a:pt x="8968239" y="1110475"/>
                  </a:lnTo>
                  <a:lnTo>
                    <a:pt x="9011157" y="1038781"/>
                  </a:lnTo>
                  <a:lnTo>
                    <a:pt x="9054050" y="969753"/>
                  </a:lnTo>
                  <a:lnTo>
                    <a:pt x="9096981" y="903725"/>
                  </a:lnTo>
                  <a:lnTo>
                    <a:pt x="9140045" y="840957"/>
                  </a:lnTo>
                  <a:lnTo>
                    <a:pt x="9183377" y="781630"/>
                  </a:lnTo>
                  <a:lnTo>
                    <a:pt x="9227153" y="725849"/>
                  </a:lnTo>
                  <a:lnTo>
                    <a:pt x="9271603" y="673646"/>
                  </a:lnTo>
                  <a:lnTo>
                    <a:pt x="9317013" y="624991"/>
                  </a:lnTo>
                  <a:lnTo>
                    <a:pt x="9347647" y="594811"/>
                  </a:lnTo>
                  <a:lnTo>
                    <a:pt x="9398822" y="549049"/>
                  </a:lnTo>
                  <a:lnTo>
                    <a:pt x="9452373" y="507204"/>
                  </a:lnTo>
                  <a:lnTo>
                    <a:pt x="9508957" y="469142"/>
                  </a:lnTo>
                  <a:lnTo>
                    <a:pt x="9569295" y="434601"/>
                  </a:lnTo>
                  <a:lnTo>
                    <a:pt x="9634133" y="403264"/>
                  </a:lnTo>
                  <a:lnTo>
                    <a:pt x="9704206" y="374805"/>
                  </a:lnTo>
                  <a:lnTo>
                    <a:pt x="9780190" y="348913"/>
                  </a:lnTo>
                  <a:lnTo>
                    <a:pt x="9862637" y="325314"/>
                  </a:lnTo>
                  <a:lnTo>
                    <a:pt x="9951891" y="303781"/>
                  </a:lnTo>
                  <a:lnTo>
                    <a:pt x="10047985" y="284134"/>
                  </a:lnTo>
                  <a:lnTo>
                    <a:pt x="10150505" y="266249"/>
                  </a:lnTo>
                  <a:lnTo>
                    <a:pt x="10258461" y="250054"/>
                  </a:lnTo>
                  <a:lnTo>
                    <a:pt x="10370155" y="235525"/>
                  </a:lnTo>
                  <a:lnTo>
                    <a:pt x="10483124" y="222674"/>
                  </a:lnTo>
                  <a:lnTo>
                    <a:pt x="10594175" y="211534"/>
                  </a:lnTo>
                  <a:lnTo>
                    <a:pt x="10699579" y="202138"/>
                  </a:lnTo>
                  <a:lnTo>
                    <a:pt x="10795434" y="194492"/>
                  </a:lnTo>
                  <a:lnTo>
                    <a:pt x="10878173" y="188549"/>
                  </a:lnTo>
                  <a:lnTo>
                    <a:pt x="10945120" y="184197"/>
                  </a:lnTo>
                  <a:lnTo>
                    <a:pt x="10994969" y="181251"/>
                  </a:lnTo>
                  <a:lnTo>
                    <a:pt x="11028069" y="179466"/>
                  </a:lnTo>
                  <a:lnTo>
                    <a:pt x="11046469" y="178559"/>
                  </a:lnTo>
                  <a:lnTo>
                    <a:pt x="11053764" y="178228"/>
                  </a:lnTo>
                  <a:lnTo>
                    <a:pt x="11054891" y="178181"/>
                  </a:lnTo>
                  <a:lnTo>
                    <a:pt x="12049831" y="178181"/>
                  </a:lnTo>
                  <a:lnTo>
                    <a:pt x="12049831" y="172940"/>
                  </a:lnTo>
                  <a:lnTo>
                    <a:pt x="11054891" y="172940"/>
                  </a:lnTo>
                  <a:lnTo>
                    <a:pt x="11053802" y="172986"/>
                  </a:lnTo>
                  <a:lnTo>
                    <a:pt x="11046609" y="173312"/>
                  </a:lnTo>
                  <a:lnTo>
                    <a:pt x="11028361" y="174211"/>
                  </a:lnTo>
                  <a:lnTo>
                    <a:pt x="10995446" y="175983"/>
                  </a:lnTo>
                  <a:lnTo>
                    <a:pt x="10945797" y="178914"/>
                  </a:lnTo>
                  <a:lnTo>
                    <a:pt x="10879044" y="183249"/>
                  </a:lnTo>
                  <a:lnTo>
                    <a:pt x="10796475" y="189173"/>
                  </a:lnTo>
                  <a:lnTo>
                    <a:pt x="10700753" y="196799"/>
                  </a:lnTo>
                  <a:lnTo>
                    <a:pt x="10595437" y="206174"/>
                  </a:lnTo>
                  <a:lnTo>
                    <a:pt x="10484429" y="217294"/>
                  </a:lnTo>
                  <a:lnTo>
                    <a:pt x="10371463" y="230126"/>
                  </a:lnTo>
                  <a:lnTo>
                    <a:pt x="10259738" y="244636"/>
                  </a:lnTo>
                  <a:lnTo>
                    <a:pt x="10151729" y="260811"/>
                  </a:lnTo>
                  <a:lnTo>
                    <a:pt x="10049138" y="278676"/>
                  </a:lnTo>
                  <a:lnTo>
                    <a:pt x="9952967" y="298302"/>
                  </a:lnTo>
                  <a:lnTo>
                    <a:pt x="9863632" y="319812"/>
                  </a:lnTo>
                  <a:lnTo>
                    <a:pt x="9781108" y="343386"/>
                  </a:lnTo>
                  <a:lnTo>
                    <a:pt x="9705053" y="369250"/>
                  </a:lnTo>
                  <a:lnTo>
                    <a:pt x="9634914" y="397678"/>
                  </a:lnTo>
                  <a:lnTo>
                    <a:pt x="9570020" y="428979"/>
                  </a:lnTo>
                  <a:lnTo>
                    <a:pt x="9509634" y="463481"/>
                  </a:lnTo>
                  <a:lnTo>
                    <a:pt x="9453011" y="501501"/>
                  </a:lnTo>
                  <a:lnTo>
                    <a:pt x="9399428" y="543300"/>
                  </a:lnTo>
                  <a:lnTo>
                    <a:pt x="9348229" y="589018"/>
                  </a:lnTo>
                  <a:lnTo>
                    <a:pt x="9347647" y="589571"/>
                  </a:lnTo>
                  <a:lnTo>
                    <a:pt x="9301413" y="635933"/>
                  </a:lnTo>
                  <a:lnTo>
                    <a:pt x="9256367" y="685789"/>
                  </a:lnTo>
                  <a:lnTo>
                    <a:pt x="9212176" y="739211"/>
                  </a:lnTo>
                  <a:lnTo>
                    <a:pt x="9168574" y="796207"/>
                  </a:lnTo>
                  <a:lnTo>
                    <a:pt x="9125351" y="856722"/>
                  </a:lnTo>
                  <a:lnTo>
                    <a:pt x="9082345" y="920625"/>
                  </a:lnTo>
                  <a:lnTo>
                    <a:pt x="9039436" y="987708"/>
                  </a:lnTo>
                  <a:lnTo>
                    <a:pt x="8996540" y="1057686"/>
                  </a:lnTo>
                  <a:lnTo>
                    <a:pt x="8953605" y="1130198"/>
                  </a:lnTo>
                  <a:lnTo>
                    <a:pt x="8910607" y="1204810"/>
                  </a:lnTo>
                  <a:lnTo>
                    <a:pt x="8867543" y="1281030"/>
                  </a:lnTo>
                  <a:lnTo>
                    <a:pt x="8824429" y="1358315"/>
                  </a:lnTo>
                  <a:lnTo>
                    <a:pt x="8781289" y="1436090"/>
                  </a:lnTo>
                  <a:lnTo>
                    <a:pt x="8738155" y="1513763"/>
                  </a:lnTo>
                  <a:lnTo>
                    <a:pt x="8695055" y="1590749"/>
                  </a:lnTo>
                  <a:lnTo>
                    <a:pt x="8652013" y="1666480"/>
                  </a:lnTo>
                  <a:lnTo>
                    <a:pt x="8609037" y="1740429"/>
                  </a:lnTo>
                  <a:lnTo>
                    <a:pt x="8566120" y="1812123"/>
                  </a:lnTo>
                  <a:lnTo>
                    <a:pt x="8523226" y="1881151"/>
                  </a:lnTo>
                  <a:lnTo>
                    <a:pt x="8480295" y="1947179"/>
                  </a:lnTo>
                  <a:lnTo>
                    <a:pt x="8437231" y="2009947"/>
                  </a:lnTo>
                  <a:lnTo>
                    <a:pt x="8393900" y="2069274"/>
                  </a:lnTo>
                  <a:lnTo>
                    <a:pt x="8350124" y="2125055"/>
                  </a:lnTo>
                  <a:lnTo>
                    <a:pt x="8305674" y="2177258"/>
                  </a:lnTo>
                  <a:lnTo>
                    <a:pt x="8260264" y="2225913"/>
                  </a:lnTo>
                  <a:lnTo>
                    <a:pt x="8229629" y="2256092"/>
                  </a:lnTo>
                  <a:lnTo>
                    <a:pt x="8178455" y="2301855"/>
                  </a:lnTo>
                  <a:lnTo>
                    <a:pt x="8124903" y="2343700"/>
                  </a:lnTo>
                  <a:lnTo>
                    <a:pt x="8068319" y="2381762"/>
                  </a:lnTo>
                  <a:lnTo>
                    <a:pt x="8007981" y="2416303"/>
                  </a:lnTo>
                  <a:lnTo>
                    <a:pt x="7943143" y="2447639"/>
                  </a:lnTo>
                  <a:lnTo>
                    <a:pt x="7873070" y="2476099"/>
                  </a:lnTo>
                  <a:lnTo>
                    <a:pt x="7797086" y="2501991"/>
                  </a:lnTo>
                  <a:lnTo>
                    <a:pt x="7714640" y="2525590"/>
                  </a:lnTo>
                  <a:lnTo>
                    <a:pt x="7625385" y="2547123"/>
                  </a:lnTo>
                  <a:lnTo>
                    <a:pt x="7529292" y="2566770"/>
                  </a:lnTo>
                  <a:lnTo>
                    <a:pt x="7426771" y="2584655"/>
                  </a:lnTo>
                  <a:lnTo>
                    <a:pt x="7318816" y="2600850"/>
                  </a:lnTo>
                  <a:lnTo>
                    <a:pt x="7207122" y="2615379"/>
                  </a:lnTo>
                  <a:lnTo>
                    <a:pt x="7094153" y="2628230"/>
                  </a:lnTo>
                  <a:lnTo>
                    <a:pt x="6983102" y="2639370"/>
                  </a:lnTo>
                  <a:lnTo>
                    <a:pt x="6877698" y="2648766"/>
                  </a:lnTo>
                  <a:lnTo>
                    <a:pt x="6781843" y="2656412"/>
                  </a:lnTo>
                  <a:lnTo>
                    <a:pt x="6699104" y="2662355"/>
                  </a:lnTo>
                  <a:lnTo>
                    <a:pt x="6632157" y="2666707"/>
                  </a:lnTo>
                  <a:lnTo>
                    <a:pt x="6582308" y="2669653"/>
                  </a:lnTo>
                  <a:lnTo>
                    <a:pt x="6549207" y="2671437"/>
                  </a:lnTo>
                  <a:lnTo>
                    <a:pt x="6530807" y="2672345"/>
                  </a:lnTo>
                  <a:lnTo>
                    <a:pt x="6523512" y="2672676"/>
                  </a:lnTo>
                  <a:lnTo>
                    <a:pt x="6522385" y="2672723"/>
                  </a:lnTo>
                  <a:lnTo>
                    <a:pt x="5527445" y="2672723"/>
                  </a:lnTo>
                  <a:lnTo>
                    <a:pt x="5526363" y="2672674"/>
                  </a:lnTo>
                  <a:lnTo>
                    <a:pt x="5519212" y="2672328"/>
                  </a:lnTo>
                  <a:lnTo>
                    <a:pt x="5501066" y="2671373"/>
                  </a:lnTo>
                  <a:lnTo>
                    <a:pt x="5468329" y="2669489"/>
                  </a:lnTo>
                  <a:lnTo>
                    <a:pt x="5418933" y="2666374"/>
                  </a:lnTo>
                  <a:lnTo>
                    <a:pt x="5352498" y="2661767"/>
                  </a:lnTo>
                  <a:lnTo>
                    <a:pt x="5270284" y="2655469"/>
                  </a:lnTo>
                  <a:lnTo>
                    <a:pt x="5174925" y="2647359"/>
                  </a:lnTo>
                  <a:lnTo>
                    <a:pt x="5069951" y="2637387"/>
                  </a:lnTo>
                  <a:lnTo>
                    <a:pt x="4959236" y="2625557"/>
                  </a:lnTo>
                  <a:lnTo>
                    <a:pt x="4846501" y="2611903"/>
                  </a:lnTo>
                  <a:lnTo>
                    <a:pt x="4734941" y="2596461"/>
                  </a:lnTo>
                  <a:lnTo>
                    <a:pt x="4627031" y="2579246"/>
                  </a:lnTo>
                  <a:lnTo>
                    <a:pt x="4524483" y="2560233"/>
                  </a:lnTo>
                  <a:lnTo>
                    <a:pt x="4428309" y="2539348"/>
                  </a:lnTo>
                  <a:lnTo>
                    <a:pt x="4338941" y="2516460"/>
                  </a:lnTo>
                  <a:lnTo>
                    <a:pt x="4256362" y="2491382"/>
                  </a:lnTo>
                  <a:lnTo>
                    <a:pt x="4180240" y="2463875"/>
                  </a:lnTo>
                  <a:lnTo>
                    <a:pt x="4110035" y="2433647"/>
                  </a:lnTo>
                  <a:lnTo>
                    <a:pt x="4045080" y="2400374"/>
                  </a:lnTo>
                  <a:lnTo>
                    <a:pt x="3984646" y="2363706"/>
                  </a:lnTo>
                  <a:lnTo>
                    <a:pt x="3927989" y="2323305"/>
                  </a:lnTo>
                  <a:lnTo>
                    <a:pt x="3874392" y="2278889"/>
                  </a:lnTo>
                  <a:lnTo>
                    <a:pt x="3823197" y="2230304"/>
                  </a:lnTo>
                  <a:lnTo>
                    <a:pt x="3820202" y="2227269"/>
                  </a:lnTo>
                  <a:lnTo>
                    <a:pt x="3775028" y="2178895"/>
                  </a:lnTo>
                  <a:lnTo>
                    <a:pt x="3730996" y="2126958"/>
                  </a:lnTo>
                  <a:lnTo>
                    <a:pt x="3687792" y="2071387"/>
                  </a:lnTo>
                  <a:lnTo>
                    <a:pt x="3645166" y="2012167"/>
                  </a:lnTo>
                  <a:lnTo>
                    <a:pt x="3602919" y="1949350"/>
                  </a:lnTo>
                  <a:lnTo>
                    <a:pt x="3560894" y="1883058"/>
                  </a:lnTo>
                  <a:lnTo>
                    <a:pt x="3518975" y="1813487"/>
                  </a:lnTo>
                  <a:lnTo>
                    <a:pt x="3477079" y="1740910"/>
                  </a:lnTo>
                  <a:lnTo>
                    <a:pt x="3435153" y="1665674"/>
                  </a:lnTo>
                  <a:lnTo>
                    <a:pt x="3393169" y="1588197"/>
                  </a:lnTo>
                  <a:lnTo>
                    <a:pt x="3351122" y="1508958"/>
                  </a:lnTo>
                  <a:lnTo>
                    <a:pt x="3309022" y="1428487"/>
                  </a:lnTo>
                  <a:lnTo>
                    <a:pt x="3266890" y="1347350"/>
                  </a:lnTo>
                  <a:lnTo>
                    <a:pt x="3224754" y="1266133"/>
                  </a:lnTo>
                  <a:lnTo>
                    <a:pt x="3182642" y="1185426"/>
                  </a:lnTo>
                  <a:lnTo>
                    <a:pt x="3140579" y="1105799"/>
                  </a:lnTo>
                  <a:lnTo>
                    <a:pt x="3098578" y="1027796"/>
                  </a:lnTo>
                  <a:lnTo>
                    <a:pt x="3056639" y="951911"/>
                  </a:lnTo>
                  <a:lnTo>
                    <a:pt x="3014738" y="878577"/>
                  </a:lnTo>
                  <a:lnTo>
                    <a:pt x="2972832" y="808163"/>
                  </a:lnTo>
                  <a:lnTo>
                    <a:pt x="2930846" y="740962"/>
                  </a:lnTo>
                  <a:lnTo>
                    <a:pt x="2888673" y="677190"/>
                  </a:lnTo>
                  <a:lnTo>
                    <a:pt x="2846167" y="616989"/>
                  </a:lnTo>
                  <a:lnTo>
                    <a:pt x="2803142" y="560430"/>
                  </a:lnTo>
                  <a:lnTo>
                    <a:pt x="2759362" y="507516"/>
                  </a:lnTo>
                  <a:lnTo>
                    <a:pt x="2714531" y="458189"/>
                  </a:lnTo>
                  <a:lnTo>
                    <a:pt x="2702183" y="445453"/>
                  </a:lnTo>
                  <a:lnTo>
                    <a:pt x="2651114" y="396618"/>
                  </a:lnTo>
                  <a:lnTo>
                    <a:pt x="2597678" y="351956"/>
                  </a:lnTo>
                  <a:lnTo>
                    <a:pt x="2541224" y="311323"/>
                  </a:lnTo>
                  <a:lnTo>
                    <a:pt x="2481036" y="274441"/>
                  </a:lnTo>
                  <a:lnTo>
                    <a:pt x="2416371" y="240974"/>
                  </a:lnTo>
                  <a:lnTo>
                    <a:pt x="2346500" y="210574"/>
                  </a:lnTo>
                  <a:lnTo>
                    <a:pt x="2270749" y="182913"/>
                  </a:lnTo>
                  <a:lnTo>
                    <a:pt x="2188567" y="157698"/>
                  </a:lnTo>
                  <a:lnTo>
                    <a:pt x="2099608" y="134685"/>
                  </a:lnTo>
                  <a:lnTo>
                    <a:pt x="2003835" y="113684"/>
                  </a:lnTo>
                  <a:lnTo>
                    <a:pt x="1901646" y="94562"/>
                  </a:lnTo>
                  <a:lnTo>
                    <a:pt x="1794015" y="77240"/>
                  </a:lnTo>
                  <a:lnTo>
                    <a:pt x="1682611" y="61692"/>
                  </a:lnTo>
                  <a:lnTo>
                    <a:pt x="1569863" y="47930"/>
                  </a:lnTo>
                  <a:lnTo>
                    <a:pt x="1458927" y="35990"/>
                  </a:lnTo>
                  <a:lnTo>
                    <a:pt x="1353500" y="25907"/>
                  </a:lnTo>
                  <a:lnTo>
                    <a:pt x="1257461" y="17686"/>
                  </a:lnTo>
                  <a:lnTo>
                    <a:pt x="1174377" y="11283"/>
                  </a:lnTo>
                  <a:lnTo>
                    <a:pt x="1106948" y="6579"/>
                  </a:lnTo>
                  <a:lnTo>
                    <a:pt x="1056528" y="3382"/>
                  </a:lnTo>
                  <a:lnTo>
                    <a:pt x="1022837" y="1433"/>
                  </a:lnTo>
                  <a:lnTo>
                    <a:pt x="1003906" y="431"/>
                  </a:lnTo>
                  <a:lnTo>
                    <a:pt x="996224" y="57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58" name="pl657"/>
            <p:cNvSpPr/>
            <p:nvPr/>
          </p:nvSpPr>
          <p:spPr>
            <a:xfrm>
              <a:off x="1199187" y="3877904"/>
              <a:ext cx="12049831" cy="2672723"/>
            </a:xfrm>
            <a:custGeom>
              <a:avLst/>
              <a:pathLst>
                <a:path w="12049831" h="2672723">
                  <a:moveTo>
                    <a:pt x="0" y="0"/>
                  </a:moveTo>
                  <a:lnTo>
                    <a:pt x="994940" y="0"/>
                  </a:lnTo>
                  <a:lnTo>
                    <a:pt x="996022" y="48"/>
                  </a:lnTo>
                  <a:lnTo>
                    <a:pt x="1003173" y="394"/>
                  </a:lnTo>
                  <a:lnTo>
                    <a:pt x="1021319" y="1350"/>
                  </a:lnTo>
                  <a:lnTo>
                    <a:pt x="1054056" y="3233"/>
                  </a:lnTo>
                  <a:lnTo>
                    <a:pt x="1103452" y="6348"/>
                  </a:lnTo>
                  <a:lnTo>
                    <a:pt x="1169887" y="10956"/>
                  </a:lnTo>
                  <a:lnTo>
                    <a:pt x="1252101" y="17253"/>
                  </a:lnTo>
                  <a:lnTo>
                    <a:pt x="1347460" y="25363"/>
                  </a:lnTo>
                  <a:lnTo>
                    <a:pt x="1452434" y="35335"/>
                  </a:lnTo>
                  <a:lnTo>
                    <a:pt x="1563149" y="47165"/>
                  </a:lnTo>
                  <a:lnTo>
                    <a:pt x="1675884" y="60819"/>
                  </a:lnTo>
                  <a:lnTo>
                    <a:pt x="1787444" y="76261"/>
                  </a:lnTo>
                  <a:lnTo>
                    <a:pt x="1895354" y="93477"/>
                  </a:lnTo>
                  <a:lnTo>
                    <a:pt x="1997902" y="112489"/>
                  </a:lnTo>
                  <a:lnTo>
                    <a:pt x="2094076" y="133375"/>
                  </a:lnTo>
                  <a:lnTo>
                    <a:pt x="2183444" y="156263"/>
                  </a:lnTo>
                  <a:lnTo>
                    <a:pt x="2266023" y="181340"/>
                  </a:lnTo>
                  <a:lnTo>
                    <a:pt x="2342145" y="208848"/>
                  </a:lnTo>
                  <a:lnTo>
                    <a:pt x="2412350" y="239075"/>
                  </a:lnTo>
                  <a:lnTo>
                    <a:pt x="2477305" y="272349"/>
                  </a:lnTo>
                  <a:lnTo>
                    <a:pt x="2537739" y="309017"/>
                  </a:lnTo>
                  <a:lnTo>
                    <a:pt x="2594396" y="349417"/>
                  </a:lnTo>
                  <a:lnTo>
                    <a:pt x="2647993" y="393833"/>
                  </a:lnTo>
                  <a:lnTo>
                    <a:pt x="2699188" y="442418"/>
                  </a:lnTo>
                  <a:lnTo>
                    <a:pt x="2702183" y="445453"/>
                  </a:lnTo>
                  <a:lnTo>
                    <a:pt x="2747357" y="493828"/>
                  </a:lnTo>
                  <a:lnTo>
                    <a:pt x="2791389" y="545764"/>
                  </a:lnTo>
                  <a:lnTo>
                    <a:pt x="2834593" y="601335"/>
                  </a:lnTo>
                  <a:lnTo>
                    <a:pt x="2877219" y="660555"/>
                  </a:lnTo>
                  <a:lnTo>
                    <a:pt x="2919466" y="723372"/>
                  </a:lnTo>
                  <a:lnTo>
                    <a:pt x="2961491" y="789665"/>
                  </a:lnTo>
                  <a:lnTo>
                    <a:pt x="3003410" y="859236"/>
                  </a:lnTo>
                  <a:lnTo>
                    <a:pt x="3045306" y="931813"/>
                  </a:lnTo>
                  <a:lnTo>
                    <a:pt x="3087232" y="1007049"/>
                  </a:lnTo>
                  <a:lnTo>
                    <a:pt x="3129216" y="1084526"/>
                  </a:lnTo>
                  <a:lnTo>
                    <a:pt x="3171263" y="1163765"/>
                  </a:lnTo>
                  <a:lnTo>
                    <a:pt x="3213363" y="1244235"/>
                  </a:lnTo>
                  <a:lnTo>
                    <a:pt x="3255495" y="1325372"/>
                  </a:lnTo>
                  <a:lnTo>
                    <a:pt x="3297631" y="1406589"/>
                  </a:lnTo>
                  <a:lnTo>
                    <a:pt x="3339743" y="1487297"/>
                  </a:lnTo>
                  <a:lnTo>
                    <a:pt x="3381806" y="1566923"/>
                  </a:lnTo>
                  <a:lnTo>
                    <a:pt x="3423807" y="1644926"/>
                  </a:lnTo>
                  <a:lnTo>
                    <a:pt x="3465746" y="1720812"/>
                  </a:lnTo>
                  <a:lnTo>
                    <a:pt x="3507647" y="1794145"/>
                  </a:lnTo>
                  <a:lnTo>
                    <a:pt x="3549553" y="1864559"/>
                  </a:lnTo>
                  <a:lnTo>
                    <a:pt x="3591539" y="1931761"/>
                  </a:lnTo>
                  <a:lnTo>
                    <a:pt x="3633712" y="1995533"/>
                  </a:lnTo>
                  <a:lnTo>
                    <a:pt x="3676218" y="2055733"/>
                  </a:lnTo>
                  <a:lnTo>
                    <a:pt x="3719243" y="2112292"/>
                  </a:lnTo>
                  <a:lnTo>
                    <a:pt x="3763023" y="2165206"/>
                  </a:lnTo>
                  <a:lnTo>
                    <a:pt x="3807854" y="2214534"/>
                  </a:lnTo>
                  <a:lnTo>
                    <a:pt x="3820202" y="2227269"/>
                  </a:lnTo>
                  <a:lnTo>
                    <a:pt x="3871271" y="2276104"/>
                  </a:lnTo>
                  <a:lnTo>
                    <a:pt x="3924707" y="2320766"/>
                  </a:lnTo>
                  <a:lnTo>
                    <a:pt x="3981161" y="2361400"/>
                  </a:lnTo>
                  <a:lnTo>
                    <a:pt x="4041349" y="2398281"/>
                  </a:lnTo>
                  <a:lnTo>
                    <a:pt x="4106014" y="2431748"/>
                  </a:lnTo>
                  <a:lnTo>
                    <a:pt x="4175885" y="2462148"/>
                  </a:lnTo>
                  <a:lnTo>
                    <a:pt x="4251636" y="2489809"/>
                  </a:lnTo>
                  <a:lnTo>
                    <a:pt x="4333818" y="2515025"/>
                  </a:lnTo>
                  <a:lnTo>
                    <a:pt x="4422777" y="2538038"/>
                  </a:lnTo>
                  <a:lnTo>
                    <a:pt x="4518550" y="2559039"/>
                  </a:lnTo>
                  <a:lnTo>
                    <a:pt x="4620739" y="2578161"/>
                  </a:lnTo>
                  <a:lnTo>
                    <a:pt x="4728370" y="2595482"/>
                  </a:lnTo>
                  <a:lnTo>
                    <a:pt x="4839774" y="2611030"/>
                  </a:lnTo>
                  <a:lnTo>
                    <a:pt x="4952522" y="2624792"/>
                  </a:lnTo>
                  <a:lnTo>
                    <a:pt x="5063458" y="2636732"/>
                  </a:lnTo>
                  <a:lnTo>
                    <a:pt x="5168885" y="2646816"/>
                  </a:lnTo>
                  <a:lnTo>
                    <a:pt x="5264924" y="2655036"/>
                  </a:lnTo>
                  <a:lnTo>
                    <a:pt x="5348008" y="2661439"/>
                  </a:lnTo>
                  <a:lnTo>
                    <a:pt x="5415437" y="2666143"/>
                  </a:lnTo>
                  <a:lnTo>
                    <a:pt x="5465857" y="2669340"/>
                  </a:lnTo>
                  <a:lnTo>
                    <a:pt x="5499548" y="2671289"/>
                  </a:lnTo>
                  <a:lnTo>
                    <a:pt x="5518479" y="2672292"/>
                  </a:lnTo>
                  <a:lnTo>
                    <a:pt x="5526161" y="2672665"/>
                  </a:lnTo>
                  <a:lnTo>
                    <a:pt x="5527445" y="2672723"/>
                  </a:lnTo>
                  <a:lnTo>
                    <a:pt x="5527445" y="2672723"/>
                  </a:lnTo>
                  <a:lnTo>
                    <a:pt x="6522385" y="2672723"/>
                  </a:lnTo>
                  <a:lnTo>
                    <a:pt x="6523474" y="2672677"/>
                  </a:lnTo>
                  <a:lnTo>
                    <a:pt x="6530667" y="2672352"/>
                  </a:lnTo>
                  <a:lnTo>
                    <a:pt x="6548915" y="2671452"/>
                  </a:lnTo>
                  <a:lnTo>
                    <a:pt x="6581830" y="2669680"/>
                  </a:lnTo>
                  <a:lnTo>
                    <a:pt x="6631480" y="2666749"/>
                  </a:lnTo>
                  <a:lnTo>
                    <a:pt x="6698233" y="2662414"/>
                  </a:lnTo>
                  <a:lnTo>
                    <a:pt x="6780802" y="2656491"/>
                  </a:lnTo>
                  <a:lnTo>
                    <a:pt x="6876524" y="2648864"/>
                  </a:lnTo>
                  <a:lnTo>
                    <a:pt x="6981839" y="2639489"/>
                  </a:lnTo>
                  <a:lnTo>
                    <a:pt x="7092847" y="2628369"/>
                  </a:lnTo>
                  <a:lnTo>
                    <a:pt x="7205814" y="2615538"/>
                  </a:lnTo>
                  <a:lnTo>
                    <a:pt x="7317538" y="2601028"/>
                  </a:lnTo>
                  <a:lnTo>
                    <a:pt x="7425548" y="2584852"/>
                  </a:lnTo>
                  <a:lnTo>
                    <a:pt x="7528138" y="2566988"/>
                  </a:lnTo>
                  <a:lnTo>
                    <a:pt x="7624310" y="2547362"/>
                  </a:lnTo>
                  <a:lnTo>
                    <a:pt x="7713644" y="2525851"/>
                  </a:lnTo>
                  <a:lnTo>
                    <a:pt x="7796168" y="2502278"/>
                  </a:lnTo>
                  <a:lnTo>
                    <a:pt x="7872224" y="2476414"/>
                  </a:lnTo>
                  <a:lnTo>
                    <a:pt x="7942362" y="2447985"/>
                  </a:lnTo>
                  <a:lnTo>
                    <a:pt x="8007257" y="2416684"/>
                  </a:lnTo>
                  <a:lnTo>
                    <a:pt x="8067642" y="2382182"/>
                  </a:lnTo>
                  <a:lnTo>
                    <a:pt x="8124266" y="2344163"/>
                  </a:lnTo>
                  <a:lnTo>
                    <a:pt x="8177849" y="2302363"/>
                  </a:lnTo>
                  <a:lnTo>
                    <a:pt x="8229047" y="2256646"/>
                  </a:lnTo>
                  <a:lnTo>
                    <a:pt x="8229629" y="2256092"/>
                  </a:lnTo>
                  <a:lnTo>
                    <a:pt x="8275863" y="2209731"/>
                  </a:lnTo>
                  <a:lnTo>
                    <a:pt x="8320910" y="2159874"/>
                  </a:lnTo>
                  <a:lnTo>
                    <a:pt x="8365101" y="2106453"/>
                  </a:lnTo>
                  <a:lnTo>
                    <a:pt x="8408703" y="2049456"/>
                  </a:lnTo>
                  <a:lnTo>
                    <a:pt x="8451925" y="1988941"/>
                  </a:lnTo>
                  <a:lnTo>
                    <a:pt x="8494931" y="1925038"/>
                  </a:lnTo>
                  <a:lnTo>
                    <a:pt x="8537840" y="1857955"/>
                  </a:lnTo>
                  <a:lnTo>
                    <a:pt x="8580737" y="1787977"/>
                  </a:lnTo>
                  <a:lnTo>
                    <a:pt x="8623672" y="1715466"/>
                  </a:lnTo>
                  <a:lnTo>
                    <a:pt x="8666670" y="1640853"/>
                  </a:lnTo>
                  <a:lnTo>
                    <a:pt x="8709733" y="1564633"/>
                  </a:lnTo>
                  <a:lnTo>
                    <a:pt x="8752848" y="1487349"/>
                  </a:lnTo>
                  <a:lnTo>
                    <a:pt x="8795987" y="1409574"/>
                  </a:lnTo>
                  <a:lnTo>
                    <a:pt x="8839122" y="1331900"/>
                  </a:lnTo>
                  <a:lnTo>
                    <a:pt x="8882222" y="1254914"/>
                  </a:lnTo>
                  <a:lnTo>
                    <a:pt x="8925264" y="1179184"/>
                  </a:lnTo>
                  <a:lnTo>
                    <a:pt x="8968239" y="1105234"/>
                  </a:lnTo>
                  <a:lnTo>
                    <a:pt x="9011157" y="1033541"/>
                  </a:lnTo>
                  <a:lnTo>
                    <a:pt x="9054050" y="964512"/>
                  </a:lnTo>
                  <a:lnTo>
                    <a:pt x="9096981" y="898484"/>
                  </a:lnTo>
                  <a:lnTo>
                    <a:pt x="9140045" y="835717"/>
                  </a:lnTo>
                  <a:lnTo>
                    <a:pt x="9183377" y="776390"/>
                  </a:lnTo>
                  <a:lnTo>
                    <a:pt x="9227153" y="720608"/>
                  </a:lnTo>
                  <a:lnTo>
                    <a:pt x="9271603" y="668405"/>
                  </a:lnTo>
                  <a:lnTo>
                    <a:pt x="9317013" y="619750"/>
                  </a:lnTo>
                  <a:lnTo>
                    <a:pt x="9347647" y="589571"/>
                  </a:lnTo>
                  <a:lnTo>
                    <a:pt x="9398822" y="543808"/>
                  </a:lnTo>
                  <a:lnTo>
                    <a:pt x="9452373" y="501963"/>
                  </a:lnTo>
                  <a:lnTo>
                    <a:pt x="9508957" y="463901"/>
                  </a:lnTo>
                  <a:lnTo>
                    <a:pt x="9569295" y="429361"/>
                  </a:lnTo>
                  <a:lnTo>
                    <a:pt x="9634133" y="398024"/>
                  </a:lnTo>
                  <a:lnTo>
                    <a:pt x="9704206" y="369564"/>
                  </a:lnTo>
                  <a:lnTo>
                    <a:pt x="9780190" y="343672"/>
                  </a:lnTo>
                  <a:lnTo>
                    <a:pt x="9862637" y="320074"/>
                  </a:lnTo>
                  <a:lnTo>
                    <a:pt x="9951891" y="298540"/>
                  </a:lnTo>
                  <a:lnTo>
                    <a:pt x="10047985" y="278893"/>
                  </a:lnTo>
                  <a:lnTo>
                    <a:pt x="10150505" y="261008"/>
                  </a:lnTo>
                  <a:lnTo>
                    <a:pt x="10258461" y="244814"/>
                  </a:lnTo>
                  <a:lnTo>
                    <a:pt x="10370155" y="230284"/>
                  </a:lnTo>
                  <a:lnTo>
                    <a:pt x="10483124" y="217433"/>
                  </a:lnTo>
                  <a:lnTo>
                    <a:pt x="10594175" y="206293"/>
                  </a:lnTo>
                  <a:lnTo>
                    <a:pt x="10699579" y="196898"/>
                  </a:lnTo>
                  <a:lnTo>
                    <a:pt x="10795434" y="189251"/>
                  </a:lnTo>
                  <a:lnTo>
                    <a:pt x="10878173" y="183308"/>
                  </a:lnTo>
                  <a:lnTo>
                    <a:pt x="10945120" y="178956"/>
                  </a:lnTo>
                  <a:lnTo>
                    <a:pt x="10994969" y="176010"/>
                  </a:lnTo>
                  <a:lnTo>
                    <a:pt x="11028069" y="174226"/>
                  </a:lnTo>
                  <a:lnTo>
                    <a:pt x="11046469" y="173318"/>
                  </a:lnTo>
                  <a:lnTo>
                    <a:pt x="11053764" y="172988"/>
                  </a:lnTo>
                  <a:lnTo>
                    <a:pt x="11054891" y="172940"/>
                  </a:lnTo>
                  <a:lnTo>
                    <a:pt x="11054891" y="172940"/>
                  </a:lnTo>
                  <a:lnTo>
                    <a:pt x="12049831" y="172940"/>
                  </a:lnTo>
                  <a:lnTo>
                    <a:pt x="12049831" y="1729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9" name="pl658"/>
            <p:cNvSpPr/>
            <p:nvPr/>
          </p:nvSpPr>
          <p:spPr>
            <a:xfrm>
              <a:off x="1199187" y="3872664"/>
              <a:ext cx="12049831" cy="2672723"/>
            </a:xfrm>
            <a:custGeom>
              <a:avLst/>
              <a:pathLst>
                <a:path w="12049831" h="2672723">
                  <a:moveTo>
                    <a:pt x="12049831" y="172940"/>
                  </a:moveTo>
                  <a:lnTo>
                    <a:pt x="11054891" y="172940"/>
                  </a:lnTo>
                  <a:lnTo>
                    <a:pt x="11053802" y="172986"/>
                  </a:lnTo>
                  <a:lnTo>
                    <a:pt x="11046609" y="173312"/>
                  </a:lnTo>
                  <a:lnTo>
                    <a:pt x="11028361" y="174211"/>
                  </a:lnTo>
                  <a:lnTo>
                    <a:pt x="10995446" y="175983"/>
                  </a:lnTo>
                  <a:lnTo>
                    <a:pt x="10945797" y="178914"/>
                  </a:lnTo>
                  <a:lnTo>
                    <a:pt x="10879044" y="183249"/>
                  </a:lnTo>
                  <a:lnTo>
                    <a:pt x="10796475" y="189173"/>
                  </a:lnTo>
                  <a:lnTo>
                    <a:pt x="10700753" y="196799"/>
                  </a:lnTo>
                  <a:lnTo>
                    <a:pt x="10595437" y="206174"/>
                  </a:lnTo>
                  <a:lnTo>
                    <a:pt x="10484429" y="217294"/>
                  </a:lnTo>
                  <a:lnTo>
                    <a:pt x="10371463" y="230126"/>
                  </a:lnTo>
                  <a:lnTo>
                    <a:pt x="10259738" y="244636"/>
                  </a:lnTo>
                  <a:lnTo>
                    <a:pt x="10151729" y="260811"/>
                  </a:lnTo>
                  <a:lnTo>
                    <a:pt x="10049138" y="278676"/>
                  </a:lnTo>
                  <a:lnTo>
                    <a:pt x="9952967" y="298302"/>
                  </a:lnTo>
                  <a:lnTo>
                    <a:pt x="9863632" y="319812"/>
                  </a:lnTo>
                  <a:lnTo>
                    <a:pt x="9781108" y="343386"/>
                  </a:lnTo>
                  <a:lnTo>
                    <a:pt x="9705053" y="369250"/>
                  </a:lnTo>
                  <a:lnTo>
                    <a:pt x="9634914" y="397678"/>
                  </a:lnTo>
                  <a:lnTo>
                    <a:pt x="9570020" y="428979"/>
                  </a:lnTo>
                  <a:lnTo>
                    <a:pt x="9509634" y="463481"/>
                  </a:lnTo>
                  <a:lnTo>
                    <a:pt x="9453011" y="501501"/>
                  </a:lnTo>
                  <a:lnTo>
                    <a:pt x="9399428" y="543300"/>
                  </a:lnTo>
                  <a:lnTo>
                    <a:pt x="9348229" y="589018"/>
                  </a:lnTo>
                  <a:lnTo>
                    <a:pt x="9347647" y="589571"/>
                  </a:lnTo>
                  <a:lnTo>
                    <a:pt x="9301413" y="635933"/>
                  </a:lnTo>
                  <a:lnTo>
                    <a:pt x="9256367" y="685789"/>
                  </a:lnTo>
                  <a:lnTo>
                    <a:pt x="9212176" y="739211"/>
                  </a:lnTo>
                  <a:lnTo>
                    <a:pt x="9168574" y="796207"/>
                  </a:lnTo>
                  <a:lnTo>
                    <a:pt x="9125351" y="856722"/>
                  </a:lnTo>
                  <a:lnTo>
                    <a:pt x="9082345" y="920625"/>
                  </a:lnTo>
                  <a:lnTo>
                    <a:pt x="9039436" y="987708"/>
                  </a:lnTo>
                  <a:lnTo>
                    <a:pt x="8996540" y="1057686"/>
                  </a:lnTo>
                  <a:lnTo>
                    <a:pt x="8953605" y="1130198"/>
                  </a:lnTo>
                  <a:lnTo>
                    <a:pt x="8910607" y="1204810"/>
                  </a:lnTo>
                  <a:lnTo>
                    <a:pt x="8867543" y="1281030"/>
                  </a:lnTo>
                  <a:lnTo>
                    <a:pt x="8824429" y="1358315"/>
                  </a:lnTo>
                  <a:lnTo>
                    <a:pt x="8781289" y="1436090"/>
                  </a:lnTo>
                  <a:lnTo>
                    <a:pt x="8738155" y="1513763"/>
                  </a:lnTo>
                  <a:lnTo>
                    <a:pt x="8695055" y="1590749"/>
                  </a:lnTo>
                  <a:lnTo>
                    <a:pt x="8652013" y="1666480"/>
                  </a:lnTo>
                  <a:lnTo>
                    <a:pt x="8609037" y="1740429"/>
                  </a:lnTo>
                  <a:lnTo>
                    <a:pt x="8566120" y="1812123"/>
                  </a:lnTo>
                  <a:lnTo>
                    <a:pt x="8523226" y="1881151"/>
                  </a:lnTo>
                  <a:lnTo>
                    <a:pt x="8480295" y="1947179"/>
                  </a:lnTo>
                  <a:lnTo>
                    <a:pt x="8437231" y="2009947"/>
                  </a:lnTo>
                  <a:lnTo>
                    <a:pt x="8393900" y="2069274"/>
                  </a:lnTo>
                  <a:lnTo>
                    <a:pt x="8350124" y="2125055"/>
                  </a:lnTo>
                  <a:lnTo>
                    <a:pt x="8305674" y="2177258"/>
                  </a:lnTo>
                  <a:lnTo>
                    <a:pt x="8260264" y="2225913"/>
                  </a:lnTo>
                  <a:lnTo>
                    <a:pt x="8229629" y="2256092"/>
                  </a:lnTo>
                  <a:lnTo>
                    <a:pt x="8178455" y="2301855"/>
                  </a:lnTo>
                  <a:lnTo>
                    <a:pt x="8124903" y="2343700"/>
                  </a:lnTo>
                  <a:lnTo>
                    <a:pt x="8068319" y="2381762"/>
                  </a:lnTo>
                  <a:lnTo>
                    <a:pt x="8007981" y="2416303"/>
                  </a:lnTo>
                  <a:lnTo>
                    <a:pt x="7943143" y="2447639"/>
                  </a:lnTo>
                  <a:lnTo>
                    <a:pt x="7873070" y="2476099"/>
                  </a:lnTo>
                  <a:lnTo>
                    <a:pt x="7797086" y="2501991"/>
                  </a:lnTo>
                  <a:lnTo>
                    <a:pt x="7714640" y="2525590"/>
                  </a:lnTo>
                  <a:lnTo>
                    <a:pt x="7625385" y="2547123"/>
                  </a:lnTo>
                  <a:lnTo>
                    <a:pt x="7529292" y="2566770"/>
                  </a:lnTo>
                  <a:lnTo>
                    <a:pt x="7426771" y="2584655"/>
                  </a:lnTo>
                  <a:lnTo>
                    <a:pt x="7318816" y="2600850"/>
                  </a:lnTo>
                  <a:lnTo>
                    <a:pt x="7207122" y="2615379"/>
                  </a:lnTo>
                  <a:lnTo>
                    <a:pt x="7094153" y="2628230"/>
                  </a:lnTo>
                  <a:lnTo>
                    <a:pt x="6983102" y="2639370"/>
                  </a:lnTo>
                  <a:lnTo>
                    <a:pt x="6877698" y="2648766"/>
                  </a:lnTo>
                  <a:lnTo>
                    <a:pt x="6781843" y="2656412"/>
                  </a:lnTo>
                  <a:lnTo>
                    <a:pt x="6699104" y="2662355"/>
                  </a:lnTo>
                  <a:lnTo>
                    <a:pt x="6632157" y="2666707"/>
                  </a:lnTo>
                  <a:lnTo>
                    <a:pt x="6582308" y="2669653"/>
                  </a:lnTo>
                  <a:lnTo>
                    <a:pt x="6549207" y="2671437"/>
                  </a:lnTo>
                  <a:lnTo>
                    <a:pt x="6530807" y="2672345"/>
                  </a:lnTo>
                  <a:lnTo>
                    <a:pt x="6523512" y="2672676"/>
                  </a:lnTo>
                  <a:lnTo>
                    <a:pt x="6522385" y="2672723"/>
                  </a:lnTo>
                  <a:lnTo>
                    <a:pt x="6522385" y="2672723"/>
                  </a:lnTo>
                  <a:lnTo>
                    <a:pt x="5527445" y="2672723"/>
                  </a:lnTo>
                  <a:lnTo>
                    <a:pt x="5526363" y="2672674"/>
                  </a:lnTo>
                  <a:lnTo>
                    <a:pt x="5519212" y="2672328"/>
                  </a:lnTo>
                  <a:lnTo>
                    <a:pt x="5501066" y="2671373"/>
                  </a:lnTo>
                  <a:lnTo>
                    <a:pt x="5468329" y="2669489"/>
                  </a:lnTo>
                  <a:lnTo>
                    <a:pt x="5418933" y="2666374"/>
                  </a:lnTo>
                  <a:lnTo>
                    <a:pt x="5352498" y="2661767"/>
                  </a:lnTo>
                  <a:lnTo>
                    <a:pt x="5270284" y="2655469"/>
                  </a:lnTo>
                  <a:lnTo>
                    <a:pt x="5174925" y="2647359"/>
                  </a:lnTo>
                  <a:lnTo>
                    <a:pt x="5069951" y="2637387"/>
                  </a:lnTo>
                  <a:lnTo>
                    <a:pt x="4959236" y="2625557"/>
                  </a:lnTo>
                  <a:lnTo>
                    <a:pt x="4846501" y="2611903"/>
                  </a:lnTo>
                  <a:lnTo>
                    <a:pt x="4734941" y="2596461"/>
                  </a:lnTo>
                  <a:lnTo>
                    <a:pt x="4627031" y="2579246"/>
                  </a:lnTo>
                  <a:lnTo>
                    <a:pt x="4524483" y="2560233"/>
                  </a:lnTo>
                  <a:lnTo>
                    <a:pt x="4428309" y="2539348"/>
                  </a:lnTo>
                  <a:lnTo>
                    <a:pt x="4338941" y="2516460"/>
                  </a:lnTo>
                  <a:lnTo>
                    <a:pt x="4256362" y="2491382"/>
                  </a:lnTo>
                  <a:lnTo>
                    <a:pt x="4180240" y="2463875"/>
                  </a:lnTo>
                  <a:lnTo>
                    <a:pt x="4110035" y="2433647"/>
                  </a:lnTo>
                  <a:lnTo>
                    <a:pt x="4045080" y="2400374"/>
                  </a:lnTo>
                  <a:lnTo>
                    <a:pt x="3984646" y="2363706"/>
                  </a:lnTo>
                  <a:lnTo>
                    <a:pt x="3927989" y="2323305"/>
                  </a:lnTo>
                  <a:lnTo>
                    <a:pt x="3874392" y="2278889"/>
                  </a:lnTo>
                  <a:lnTo>
                    <a:pt x="3823197" y="2230304"/>
                  </a:lnTo>
                  <a:lnTo>
                    <a:pt x="3820202" y="2227269"/>
                  </a:lnTo>
                  <a:lnTo>
                    <a:pt x="3775028" y="2178895"/>
                  </a:lnTo>
                  <a:lnTo>
                    <a:pt x="3730996" y="2126958"/>
                  </a:lnTo>
                  <a:lnTo>
                    <a:pt x="3687792" y="2071387"/>
                  </a:lnTo>
                  <a:lnTo>
                    <a:pt x="3645166" y="2012167"/>
                  </a:lnTo>
                  <a:lnTo>
                    <a:pt x="3602919" y="1949350"/>
                  </a:lnTo>
                  <a:lnTo>
                    <a:pt x="3560894" y="1883058"/>
                  </a:lnTo>
                  <a:lnTo>
                    <a:pt x="3518975" y="1813487"/>
                  </a:lnTo>
                  <a:lnTo>
                    <a:pt x="3477079" y="1740910"/>
                  </a:lnTo>
                  <a:lnTo>
                    <a:pt x="3435153" y="1665674"/>
                  </a:lnTo>
                  <a:lnTo>
                    <a:pt x="3393169" y="1588197"/>
                  </a:lnTo>
                  <a:lnTo>
                    <a:pt x="3351122" y="1508958"/>
                  </a:lnTo>
                  <a:lnTo>
                    <a:pt x="3309022" y="1428487"/>
                  </a:lnTo>
                  <a:lnTo>
                    <a:pt x="3266890" y="1347350"/>
                  </a:lnTo>
                  <a:lnTo>
                    <a:pt x="3224754" y="1266133"/>
                  </a:lnTo>
                  <a:lnTo>
                    <a:pt x="3182642" y="1185426"/>
                  </a:lnTo>
                  <a:lnTo>
                    <a:pt x="3140579" y="1105799"/>
                  </a:lnTo>
                  <a:lnTo>
                    <a:pt x="3098578" y="1027796"/>
                  </a:lnTo>
                  <a:lnTo>
                    <a:pt x="3056639" y="951911"/>
                  </a:lnTo>
                  <a:lnTo>
                    <a:pt x="3014738" y="878577"/>
                  </a:lnTo>
                  <a:lnTo>
                    <a:pt x="2972832" y="808163"/>
                  </a:lnTo>
                  <a:lnTo>
                    <a:pt x="2930846" y="740962"/>
                  </a:lnTo>
                  <a:lnTo>
                    <a:pt x="2888673" y="677190"/>
                  </a:lnTo>
                  <a:lnTo>
                    <a:pt x="2846167" y="616989"/>
                  </a:lnTo>
                  <a:lnTo>
                    <a:pt x="2803142" y="560430"/>
                  </a:lnTo>
                  <a:lnTo>
                    <a:pt x="2759362" y="507516"/>
                  </a:lnTo>
                  <a:lnTo>
                    <a:pt x="2714531" y="458189"/>
                  </a:lnTo>
                  <a:lnTo>
                    <a:pt x="2702183" y="445453"/>
                  </a:lnTo>
                  <a:lnTo>
                    <a:pt x="2651114" y="396618"/>
                  </a:lnTo>
                  <a:lnTo>
                    <a:pt x="2597678" y="351956"/>
                  </a:lnTo>
                  <a:lnTo>
                    <a:pt x="2541224" y="311323"/>
                  </a:lnTo>
                  <a:lnTo>
                    <a:pt x="2481036" y="274441"/>
                  </a:lnTo>
                  <a:lnTo>
                    <a:pt x="2416371" y="240974"/>
                  </a:lnTo>
                  <a:lnTo>
                    <a:pt x="2346500" y="210574"/>
                  </a:lnTo>
                  <a:lnTo>
                    <a:pt x="2270749" y="182913"/>
                  </a:lnTo>
                  <a:lnTo>
                    <a:pt x="2188567" y="157698"/>
                  </a:lnTo>
                  <a:lnTo>
                    <a:pt x="2099608" y="134685"/>
                  </a:lnTo>
                  <a:lnTo>
                    <a:pt x="2003835" y="113684"/>
                  </a:lnTo>
                  <a:lnTo>
                    <a:pt x="1901646" y="94562"/>
                  </a:lnTo>
                  <a:lnTo>
                    <a:pt x="1794015" y="77240"/>
                  </a:lnTo>
                  <a:lnTo>
                    <a:pt x="1682611" y="61692"/>
                  </a:lnTo>
                  <a:lnTo>
                    <a:pt x="1569863" y="47930"/>
                  </a:lnTo>
                  <a:lnTo>
                    <a:pt x="1458927" y="35990"/>
                  </a:lnTo>
                  <a:lnTo>
                    <a:pt x="1353500" y="25907"/>
                  </a:lnTo>
                  <a:lnTo>
                    <a:pt x="1257461" y="17686"/>
                  </a:lnTo>
                  <a:lnTo>
                    <a:pt x="1174377" y="11283"/>
                  </a:lnTo>
                  <a:lnTo>
                    <a:pt x="1106948" y="6579"/>
                  </a:lnTo>
                  <a:lnTo>
                    <a:pt x="1056528" y="3382"/>
                  </a:lnTo>
                  <a:lnTo>
                    <a:pt x="1022837" y="1433"/>
                  </a:lnTo>
                  <a:lnTo>
                    <a:pt x="1003906" y="431"/>
                  </a:lnTo>
                  <a:lnTo>
                    <a:pt x="996224" y="57"/>
                  </a:lnTo>
                  <a:lnTo>
                    <a:pt x="994940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0" name="pg659"/>
            <p:cNvSpPr/>
            <p:nvPr/>
          </p:nvSpPr>
          <p:spPr>
            <a:xfrm>
              <a:off x="1199187" y="3877904"/>
              <a:ext cx="12049831" cy="2677964"/>
            </a:xfrm>
            <a:custGeom>
              <a:avLst/>
              <a:pathLst>
                <a:path w="12049831" h="2677964">
                  <a:moveTo>
                    <a:pt x="0" y="5240"/>
                  </a:moveTo>
                  <a:lnTo>
                    <a:pt x="994940" y="5240"/>
                  </a:lnTo>
                  <a:lnTo>
                    <a:pt x="996022" y="5289"/>
                  </a:lnTo>
                  <a:lnTo>
                    <a:pt x="1003173" y="5635"/>
                  </a:lnTo>
                  <a:lnTo>
                    <a:pt x="1021319" y="6590"/>
                  </a:lnTo>
                  <a:lnTo>
                    <a:pt x="1054056" y="8474"/>
                  </a:lnTo>
                  <a:lnTo>
                    <a:pt x="1103452" y="11589"/>
                  </a:lnTo>
                  <a:lnTo>
                    <a:pt x="1169887" y="16196"/>
                  </a:lnTo>
                  <a:lnTo>
                    <a:pt x="1252101" y="22494"/>
                  </a:lnTo>
                  <a:lnTo>
                    <a:pt x="1347460" y="30604"/>
                  </a:lnTo>
                  <a:lnTo>
                    <a:pt x="1452434" y="40576"/>
                  </a:lnTo>
                  <a:lnTo>
                    <a:pt x="1563149" y="52406"/>
                  </a:lnTo>
                  <a:lnTo>
                    <a:pt x="1675884" y="66060"/>
                  </a:lnTo>
                  <a:lnTo>
                    <a:pt x="1787444" y="81502"/>
                  </a:lnTo>
                  <a:lnTo>
                    <a:pt x="1895354" y="98717"/>
                  </a:lnTo>
                  <a:lnTo>
                    <a:pt x="1997902" y="117730"/>
                  </a:lnTo>
                  <a:lnTo>
                    <a:pt x="2094076" y="138616"/>
                  </a:lnTo>
                  <a:lnTo>
                    <a:pt x="2183444" y="161504"/>
                  </a:lnTo>
                  <a:lnTo>
                    <a:pt x="2266023" y="186581"/>
                  </a:lnTo>
                  <a:lnTo>
                    <a:pt x="2342145" y="214088"/>
                  </a:lnTo>
                  <a:lnTo>
                    <a:pt x="2412350" y="244316"/>
                  </a:lnTo>
                  <a:lnTo>
                    <a:pt x="2477305" y="277589"/>
                  </a:lnTo>
                  <a:lnTo>
                    <a:pt x="2537739" y="314257"/>
                  </a:lnTo>
                  <a:lnTo>
                    <a:pt x="2594396" y="354658"/>
                  </a:lnTo>
                  <a:lnTo>
                    <a:pt x="2647993" y="399074"/>
                  </a:lnTo>
                  <a:lnTo>
                    <a:pt x="2699188" y="447659"/>
                  </a:lnTo>
                  <a:lnTo>
                    <a:pt x="2702183" y="450694"/>
                  </a:lnTo>
                  <a:lnTo>
                    <a:pt x="2747357" y="499068"/>
                  </a:lnTo>
                  <a:lnTo>
                    <a:pt x="2791389" y="551005"/>
                  </a:lnTo>
                  <a:lnTo>
                    <a:pt x="2834593" y="606576"/>
                  </a:lnTo>
                  <a:lnTo>
                    <a:pt x="2877219" y="665796"/>
                  </a:lnTo>
                  <a:lnTo>
                    <a:pt x="2919466" y="728613"/>
                  </a:lnTo>
                  <a:lnTo>
                    <a:pt x="2961491" y="794905"/>
                  </a:lnTo>
                  <a:lnTo>
                    <a:pt x="3003410" y="864476"/>
                  </a:lnTo>
                  <a:lnTo>
                    <a:pt x="3045306" y="937053"/>
                  </a:lnTo>
                  <a:lnTo>
                    <a:pt x="3087232" y="1012289"/>
                  </a:lnTo>
                  <a:lnTo>
                    <a:pt x="3129216" y="1089766"/>
                  </a:lnTo>
                  <a:lnTo>
                    <a:pt x="3171263" y="1169005"/>
                  </a:lnTo>
                  <a:lnTo>
                    <a:pt x="3213363" y="1249476"/>
                  </a:lnTo>
                  <a:lnTo>
                    <a:pt x="3255495" y="1330613"/>
                  </a:lnTo>
                  <a:lnTo>
                    <a:pt x="3297631" y="1411830"/>
                  </a:lnTo>
                  <a:lnTo>
                    <a:pt x="3339743" y="1492537"/>
                  </a:lnTo>
                  <a:lnTo>
                    <a:pt x="3381806" y="1572164"/>
                  </a:lnTo>
                  <a:lnTo>
                    <a:pt x="3423807" y="1650167"/>
                  </a:lnTo>
                  <a:lnTo>
                    <a:pt x="3465746" y="1726052"/>
                  </a:lnTo>
                  <a:lnTo>
                    <a:pt x="3507647" y="1799386"/>
                  </a:lnTo>
                  <a:lnTo>
                    <a:pt x="3549553" y="1869800"/>
                  </a:lnTo>
                  <a:lnTo>
                    <a:pt x="3591539" y="1937001"/>
                  </a:lnTo>
                  <a:lnTo>
                    <a:pt x="3633712" y="2000773"/>
                  </a:lnTo>
                  <a:lnTo>
                    <a:pt x="3676218" y="2060974"/>
                  </a:lnTo>
                  <a:lnTo>
                    <a:pt x="3719243" y="2117533"/>
                  </a:lnTo>
                  <a:lnTo>
                    <a:pt x="3763023" y="2170447"/>
                  </a:lnTo>
                  <a:lnTo>
                    <a:pt x="3807854" y="2219774"/>
                  </a:lnTo>
                  <a:lnTo>
                    <a:pt x="3820202" y="2232510"/>
                  </a:lnTo>
                  <a:lnTo>
                    <a:pt x="3871271" y="2281345"/>
                  </a:lnTo>
                  <a:lnTo>
                    <a:pt x="3924707" y="2326007"/>
                  </a:lnTo>
                  <a:lnTo>
                    <a:pt x="3981161" y="2366640"/>
                  </a:lnTo>
                  <a:lnTo>
                    <a:pt x="4041349" y="2403522"/>
                  </a:lnTo>
                  <a:lnTo>
                    <a:pt x="4106014" y="2436989"/>
                  </a:lnTo>
                  <a:lnTo>
                    <a:pt x="4175885" y="2467389"/>
                  </a:lnTo>
                  <a:lnTo>
                    <a:pt x="4251636" y="2495050"/>
                  </a:lnTo>
                  <a:lnTo>
                    <a:pt x="4333818" y="2520265"/>
                  </a:lnTo>
                  <a:lnTo>
                    <a:pt x="4422777" y="2543278"/>
                  </a:lnTo>
                  <a:lnTo>
                    <a:pt x="4518550" y="2564279"/>
                  </a:lnTo>
                  <a:lnTo>
                    <a:pt x="4620739" y="2583401"/>
                  </a:lnTo>
                  <a:lnTo>
                    <a:pt x="4728370" y="2600723"/>
                  </a:lnTo>
                  <a:lnTo>
                    <a:pt x="4839774" y="2616271"/>
                  </a:lnTo>
                  <a:lnTo>
                    <a:pt x="4952522" y="2630033"/>
                  </a:lnTo>
                  <a:lnTo>
                    <a:pt x="5063458" y="2641973"/>
                  </a:lnTo>
                  <a:lnTo>
                    <a:pt x="5168885" y="2652056"/>
                  </a:lnTo>
                  <a:lnTo>
                    <a:pt x="5264924" y="2660277"/>
                  </a:lnTo>
                  <a:lnTo>
                    <a:pt x="5348008" y="2666680"/>
                  </a:lnTo>
                  <a:lnTo>
                    <a:pt x="5415437" y="2671384"/>
                  </a:lnTo>
                  <a:lnTo>
                    <a:pt x="5465857" y="2674581"/>
                  </a:lnTo>
                  <a:lnTo>
                    <a:pt x="5499548" y="2676530"/>
                  </a:lnTo>
                  <a:lnTo>
                    <a:pt x="5518479" y="2677532"/>
                  </a:lnTo>
                  <a:lnTo>
                    <a:pt x="5526161" y="2677906"/>
                  </a:lnTo>
                  <a:lnTo>
                    <a:pt x="5527445" y="2677964"/>
                  </a:lnTo>
                  <a:lnTo>
                    <a:pt x="6522385" y="2677964"/>
                  </a:lnTo>
                  <a:lnTo>
                    <a:pt x="6523486" y="2677924"/>
                  </a:lnTo>
                  <a:lnTo>
                    <a:pt x="6530753" y="2677639"/>
                  </a:lnTo>
                  <a:lnTo>
                    <a:pt x="6549183" y="2676852"/>
                  </a:lnTo>
                  <a:lnTo>
                    <a:pt x="6582415" y="2675300"/>
                  </a:lnTo>
                  <a:lnTo>
                    <a:pt x="6632517" y="2672736"/>
                  </a:lnTo>
                  <a:lnTo>
                    <a:pt x="6699834" y="2668944"/>
                  </a:lnTo>
                  <a:lnTo>
                    <a:pt x="6783034" y="2663763"/>
                  </a:lnTo>
                  <a:lnTo>
                    <a:pt x="6879400" y="2657097"/>
                  </a:lnTo>
                  <a:lnTo>
                    <a:pt x="6985318" y="2648904"/>
                  </a:lnTo>
                  <a:lnTo>
                    <a:pt x="7096844" y="2639192"/>
                  </a:lnTo>
                  <a:lnTo>
                    <a:pt x="7210217" y="2627988"/>
                  </a:lnTo>
                  <a:lnTo>
                    <a:pt x="7322228" y="2615321"/>
                  </a:lnTo>
                  <a:lnTo>
                    <a:pt x="7430410" y="2601202"/>
                  </a:lnTo>
                  <a:lnTo>
                    <a:pt x="7533074" y="2585607"/>
                  </a:lnTo>
                  <a:lnTo>
                    <a:pt x="7629239" y="2568473"/>
                  </a:lnTo>
                  <a:lnTo>
                    <a:pt x="7718511" y="2549688"/>
                  </a:lnTo>
                  <a:lnTo>
                    <a:pt x="7800935" y="2529095"/>
                  </a:lnTo>
                  <a:lnTo>
                    <a:pt x="7876875" y="2506490"/>
                  </a:lnTo>
                  <a:lnTo>
                    <a:pt x="7946895" y="2481633"/>
                  </a:lnTo>
                  <a:lnTo>
                    <a:pt x="8011683" y="2454252"/>
                  </a:lnTo>
                  <a:lnTo>
                    <a:pt x="8071983" y="2424060"/>
                  </a:lnTo>
                  <a:lnTo>
                    <a:pt x="8128550" y="2390781"/>
                  </a:lnTo>
                  <a:lnTo>
                    <a:pt x="8182109" y="2354192"/>
                  </a:lnTo>
                  <a:lnTo>
                    <a:pt x="8229629" y="2317233"/>
                  </a:lnTo>
                  <a:lnTo>
                    <a:pt x="8278073" y="2275068"/>
                  </a:lnTo>
                  <a:lnTo>
                    <a:pt x="8325231" y="2229572"/>
                  </a:lnTo>
                  <a:lnTo>
                    <a:pt x="8371479" y="2180680"/>
                  </a:lnTo>
                  <a:lnTo>
                    <a:pt x="8417115" y="2128388"/>
                  </a:lnTo>
                  <a:lnTo>
                    <a:pt x="8462373" y="2072767"/>
                  </a:lnTo>
                  <a:lnTo>
                    <a:pt x="8507428" y="2013963"/>
                  </a:lnTo>
                  <a:lnTo>
                    <a:pt x="8552408" y="1952203"/>
                  </a:lnTo>
                  <a:lnTo>
                    <a:pt x="8597396" y="1887798"/>
                  </a:lnTo>
                  <a:lnTo>
                    <a:pt x="8642440" y="1821133"/>
                  </a:lnTo>
                  <a:lnTo>
                    <a:pt x="8687556" y="1752668"/>
                  </a:lnTo>
                  <a:lnTo>
                    <a:pt x="8732739" y="1682918"/>
                  </a:lnTo>
                  <a:lnTo>
                    <a:pt x="8777964" y="1612444"/>
                  </a:lnTo>
                  <a:lnTo>
                    <a:pt x="8823197" y="1541831"/>
                  </a:lnTo>
                  <a:lnTo>
                    <a:pt x="8868404" y="1471668"/>
                  </a:lnTo>
                  <a:lnTo>
                    <a:pt x="8913554" y="1402529"/>
                  </a:lnTo>
                  <a:lnTo>
                    <a:pt x="8958632" y="1334954"/>
                  </a:lnTo>
                  <a:lnTo>
                    <a:pt x="9003642" y="1269429"/>
                  </a:lnTo>
                  <a:lnTo>
                    <a:pt x="9048617" y="1206378"/>
                  </a:lnTo>
                  <a:lnTo>
                    <a:pt x="9093624" y="1146145"/>
                  </a:lnTo>
                  <a:lnTo>
                    <a:pt x="9138767" y="1088999"/>
                  </a:lnTo>
                  <a:lnTo>
                    <a:pt x="9184200" y="1035123"/>
                  </a:lnTo>
                  <a:lnTo>
                    <a:pt x="9230126" y="984622"/>
                  </a:lnTo>
                  <a:lnTo>
                    <a:pt x="9276813" y="937528"/>
                  </a:lnTo>
                  <a:lnTo>
                    <a:pt x="9324597" y="893803"/>
                  </a:lnTo>
                  <a:lnTo>
                    <a:pt x="9347647" y="874312"/>
                  </a:lnTo>
                  <a:lnTo>
                    <a:pt x="9399007" y="834555"/>
                  </a:lnTo>
                  <a:lnTo>
                    <a:pt x="9452763" y="798214"/>
                  </a:lnTo>
                  <a:lnTo>
                    <a:pt x="9509579" y="765170"/>
                  </a:lnTo>
                  <a:lnTo>
                    <a:pt x="9570182" y="735193"/>
                  </a:lnTo>
                  <a:lnTo>
                    <a:pt x="9635329" y="708007"/>
                  </a:lnTo>
                  <a:lnTo>
                    <a:pt x="9705761" y="683324"/>
                  </a:lnTo>
                  <a:lnTo>
                    <a:pt x="9782158" y="660875"/>
                  </a:lnTo>
                  <a:lnTo>
                    <a:pt x="9865076" y="640420"/>
                  </a:lnTo>
                  <a:lnTo>
                    <a:pt x="9954855" y="621761"/>
                  </a:lnTo>
                  <a:lnTo>
                    <a:pt x="10051517" y="604743"/>
                  </a:lnTo>
                  <a:lnTo>
                    <a:pt x="10154627" y="589259"/>
                  </a:lnTo>
                  <a:lnTo>
                    <a:pt x="10263156" y="575246"/>
                  </a:lnTo>
                  <a:lnTo>
                    <a:pt x="10375360" y="562686"/>
                  </a:lnTo>
                  <a:lnTo>
                    <a:pt x="10488716" y="551590"/>
                  </a:lnTo>
                  <a:lnTo>
                    <a:pt x="10599963" y="541988"/>
                  </a:lnTo>
                  <a:lnTo>
                    <a:pt x="10705314" y="533908"/>
                  </a:lnTo>
                  <a:lnTo>
                    <a:pt x="10800830" y="527352"/>
                  </a:lnTo>
                  <a:lnTo>
                    <a:pt x="10882943" y="522278"/>
                  </a:lnTo>
                  <a:lnTo>
                    <a:pt x="10949024" y="518582"/>
                  </a:lnTo>
                  <a:lnTo>
                    <a:pt x="10997856" y="516099"/>
                  </a:lnTo>
                  <a:lnTo>
                    <a:pt x="11029912" y="514613"/>
                  </a:lnTo>
                  <a:lnTo>
                    <a:pt x="11047383" y="513872"/>
                  </a:lnTo>
                  <a:lnTo>
                    <a:pt x="11054012" y="513613"/>
                  </a:lnTo>
                  <a:lnTo>
                    <a:pt x="11054891" y="513582"/>
                  </a:lnTo>
                  <a:lnTo>
                    <a:pt x="12049831" y="513582"/>
                  </a:lnTo>
                  <a:lnTo>
                    <a:pt x="12049831" y="508341"/>
                  </a:lnTo>
                  <a:lnTo>
                    <a:pt x="11054891" y="508341"/>
                  </a:lnTo>
                  <a:lnTo>
                    <a:pt x="11053791" y="508381"/>
                  </a:lnTo>
                  <a:lnTo>
                    <a:pt x="11046524" y="508666"/>
                  </a:lnTo>
                  <a:lnTo>
                    <a:pt x="11028093" y="509453"/>
                  </a:lnTo>
                  <a:lnTo>
                    <a:pt x="10994861" y="511004"/>
                  </a:lnTo>
                  <a:lnTo>
                    <a:pt x="10944760" y="513569"/>
                  </a:lnTo>
                  <a:lnTo>
                    <a:pt x="10877443" y="517361"/>
                  </a:lnTo>
                  <a:lnTo>
                    <a:pt x="10794243" y="522541"/>
                  </a:lnTo>
                  <a:lnTo>
                    <a:pt x="10697877" y="529208"/>
                  </a:lnTo>
                  <a:lnTo>
                    <a:pt x="10591959" y="537400"/>
                  </a:lnTo>
                  <a:lnTo>
                    <a:pt x="10480433" y="547113"/>
                  </a:lnTo>
                  <a:lnTo>
                    <a:pt x="10367060" y="558317"/>
                  </a:lnTo>
                  <a:lnTo>
                    <a:pt x="10255048" y="570984"/>
                  </a:lnTo>
                  <a:lnTo>
                    <a:pt x="10146866" y="585103"/>
                  </a:lnTo>
                  <a:lnTo>
                    <a:pt x="10044203" y="600697"/>
                  </a:lnTo>
                  <a:lnTo>
                    <a:pt x="9948037" y="617831"/>
                  </a:lnTo>
                  <a:lnTo>
                    <a:pt x="9858766" y="636616"/>
                  </a:lnTo>
                  <a:lnTo>
                    <a:pt x="9776341" y="657210"/>
                  </a:lnTo>
                  <a:lnTo>
                    <a:pt x="9700402" y="679814"/>
                  </a:lnTo>
                  <a:lnTo>
                    <a:pt x="9630382" y="704671"/>
                  </a:lnTo>
                  <a:lnTo>
                    <a:pt x="9565594" y="732052"/>
                  </a:lnTo>
                  <a:lnTo>
                    <a:pt x="9505294" y="762244"/>
                  </a:lnTo>
                  <a:lnTo>
                    <a:pt x="9448727" y="795523"/>
                  </a:lnTo>
                  <a:lnTo>
                    <a:pt x="9395168" y="832113"/>
                  </a:lnTo>
                  <a:lnTo>
                    <a:pt x="9347647" y="869071"/>
                  </a:lnTo>
                  <a:lnTo>
                    <a:pt x="9299203" y="911237"/>
                  </a:lnTo>
                  <a:lnTo>
                    <a:pt x="9252046" y="956733"/>
                  </a:lnTo>
                  <a:lnTo>
                    <a:pt x="9205798" y="1005625"/>
                  </a:lnTo>
                  <a:lnTo>
                    <a:pt x="9160161" y="1057916"/>
                  </a:lnTo>
                  <a:lnTo>
                    <a:pt x="9114903" y="1113537"/>
                  </a:lnTo>
                  <a:lnTo>
                    <a:pt x="9069848" y="1172342"/>
                  </a:lnTo>
                  <a:lnTo>
                    <a:pt x="9024869" y="1234101"/>
                  </a:lnTo>
                  <a:lnTo>
                    <a:pt x="8979881" y="1298507"/>
                  </a:lnTo>
                  <a:lnTo>
                    <a:pt x="8934837" y="1365171"/>
                  </a:lnTo>
                  <a:lnTo>
                    <a:pt x="8889720" y="1433637"/>
                  </a:lnTo>
                  <a:lnTo>
                    <a:pt x="8844537" y="1503386"/>
                  </a:lnTo>
                  <a:lnTo>
                    <a:pt x="8799312" y="1573860"/>
                  </a:lnTo>
                  <a:lnTo>
                    <a:pt x="8754079" y="1644473"/>
                  </a:lnTo>
                  <a:lnTo>
                    <a:pt x="8708873" y="1714636"/>
                  </a:lnTo>
                  <a:lnTo>
                    <a:pt x="8663723" y="1783775"/>
                  </a:lnTo>
                  <a:lnTo>
                    <a:pt x="8618645" y="1851351"/>
                  </a:lnTo>
                  <a:lnTo>
                    <a:pt x="8573634" y="1916875"/>
                  </a:lnTo>
                  <a:lnTo>
                    <a:pt x="8528659" y="1979927"/>
                  </a:lnTo>
                  <a:lnTo>
                    <a:pt x="8483653" y="2040159"/>
                  </a:lnTo>
                  <a:lnTo>
                    <a:pt x="8438509" y="2097306"/>
                  </a:lnTo>
                  <a:lnTo>
                    <a:pt x="8393077" y="2151182"/>
                  </a:lnTo>
                  <a:lnTo>
                    <a:pt x="8347150" y="2201682"/>
                  </a:lnTo>
                  <a:lnTo>
                    <a:pt x="8300464" y="2248777"/>
                  </a:lnTo>
                  <a:lnTo>
                    <a:pt x="8252679" y="2292502"/>
                  </a:lnTo>
                  <a:lnTo>
                    <a:pt x="8229629" y="2311993"/>
                  </a:lnTo>
                  <a:lnTo>
                    <a:pt x="8178269" y="2351750"/>
                  </a:lnTo>
                  <a:lnTo>
                    <a:pt x="8124513" y="2388091"/>
                  </a:lnTo>
                  <a:lnTo>
                    <a:pt x="8067698" y="2421135"/>
                  </a:lnTo>
                  <a:lnTo>
                    <a:pt x="8007094" y="2451111"/>
                  </a:lnTo>
                  <a:lnTo>
                    <a:pt x="7941948" y="2478298"/>
                  </a:lnTo>
                  <a:lnTo>
                    <a:pt x="7871516" y="2502980"/>
                  </a:lnTo>
                  <a:lnTo>
                    <a:pt x="7795118" y="2525429"/>
                  </a:lnTo>
                  <a:lnTo>
                    <a:pt x="7712201" y="2545884"/>
                  </a:lnTo>
                  <a:lnTo>
                    <a:pt x="7622421" y="2564543"/>
                  </a:lnTo>
                  <a:lnTo>
                    <a:pt x="7525759" y="2581561"/>
                  </a:lnTo>
                  <a:lnTo>
                    <a:pt x="7422650" y="2597046"/>
                  </a:lnTo>
                  <a:lnTo>
                    <a:pt x="7314121" y="2611058"/>
                  </a:lnTo>
                  <a:lnTo>
                    <a:pt x="7201916" y="2623618"/>
                  </a:lnTo>
                  <a:lnTo>
                    <a:pt x="7088561" y="2634714"/>
                  </a:lnTo>
                  <a:lnTo>
                    <a:pt x="6977314" y="2644316"/>
                  </a:lnTo>
                  <a:lnTo>
                    <a:pt x="6871963" y="2652397"/>
                  </a:lnTo>
                  <a:lnTo>
                    <a:pt x="6776447" y="2658952"/>
                  </a:lnTo>
                  <a:lnTo>
                    <a:pt x="6694333" y="2664027"/>
                  </a:lnTo>
                  <a:lnTo>
                    <a:pt x="6628253" y="2667723"/>
                  </a:lnTo>
                  <a:lnTo>
                    <a:pt x="6579421" y="2670205"/>
                  </a:lnTo>
                  <a:lnTo>
                    <a:pt x="6547365" y="2671692"/>
                  </a:lnTo>
                  <a:lnTo>
                    <a:pt x="6529894" y="2672433"/>
                  </a:lnTo>
                  <a:lnTo>
                    <a:pt x="6523264" y="2672691"/>
                  </a:lnTo>
                  <a:lnTo>
                    <a:pt x="6522385" y="2672723"/>
                  </a:lnTo>
                  <a:lnTo>
                    <a:pt x="5527445" y="2672723"/>
                  </a:lnTo>
                  <a:lnTo>
                    <a:pt x="5526363" y="2672674"/>
                  </a:lnTo>
                  <a:lnTo>
                    <a:pt x="5519212" y="2672328"/>
                  </a:lnTo>
                  <a:lnTo>
                    <a:pt x="5501066" y="2671373"/>
                  </a:lnTo>
                  <a:lnTo>
                    <a:pt x="5468329" y="2669489"/>
                  </a:lnTo>
                  <a:lnTo>
                    <a:pt x="5418933" y="2666374"/>
                  </a:lnTo>
                  <a:lnTo>
                    <a:pt x="5352498" y="2661767"/>
                  </a:lnTo>
                  <a:lnTo>
                    <a:pt x="5270284" y="2655469"/>
                  </a:lnTo>
                  <a:lnTo>
                    <a:pt x="5174925" y="2647359"/>
                  </a:lnTo>
                  <a:lnTo>
                    <a:pt x="5069951" y="2637387"/>
                  </a:lnTo>
                  <a:lnTo>
                    <a:pt x="4959236" y="2625557"/>
                  </a:lnTo>
                  <a:lnTo>
                    <a:pt x="4846501" y="2611903"/>
                  </a:lnTo>
                  <a:lnTo>
                    <a:pt x="4734941" y="2596461"/>
                  </a:lnTo>
                  <a:lnTo>
                    <a:pt x="4627031" y="2579246"/>
                  </a:lnTo>
                  <a:lnTo>
                    <a:pt x="4524483" y="2560233"/>
                  </a:lnTo>
                  <a:lnTo>
                    <a:pt x="4428309" y="2539348"/>
                  </a:lnTo>
                  <a:lnTo>
                    <a:pt x="4338941" y="2516460"/>
                  </a:lnTo>
                  <a:lnTo>
                    <a:pt x="4256362" y="2491382"/>
                  </a:lnTo>
                  <a:lnTo>
                    <a:pt x="4180240" y="2463875"/>
                  </a:lnTo>
                  <a:lnTo>
                    <a:pt x="4110035" y="2433647"/>
                  </a:lnTo>
                  <a:lnTo>
                    <a:pt x="4045080" y="2400374"/>
                  </a:lnTo>
                  <a:lnTo>
                    <a:pt x="3984646" y="2363706"/>
                  </a:lnTo>
                  <a:lnTo>
                    <a:pt x="3927989" y="2323305"/>
                  </a:lnTo>
                  <a:lnTo>
                    <a:pt x="3874392" y="2278889"/>
                  </a:lnTo>
                  <a:lnTo>
                    <a:pt x="3823197" y="2230304"/>
                  </a:lnTo>
                  <a:lnTo>
                    <a:pt x="3820202" y="2227269"/>
                  </a:lnTo>
                  <a:lnTo>
                    <a:pt x="3775028" y="2178895"/>
                  </a:lnTo>
                  <a:lnTo>
                    <a:pt x="3730996" y="2126958"/>
                  </a:lnTo>
                  <a:lnTo>
                    <a:pt x="3687792" y="2071387"/>
                  </a:lnTo>
                  <a:lnTo>
                    <a:pt x="3645166" y="2012167"/>
                  </a:lnTo>
                  <a:lnTo>
                    <a:pt x="3602919" y="1949350"/>
                  </a:lnTo>
                  <a:lnTo>
                    <a:pt x="3560894" y="1883058"/>
                  </a:lnTo>
                  <a:lnTo>
                    <a:pt x="3518975" y="1813487"/>
                  </a:lnTo>
                  <a:lnTo>
                    <a:pt x="3477079" y="1740910"/>
                  </a:lnTo>
                  <a:lnTo>
                    <a:pt x="3435153" y="1665674"/>
                  </a:lnTo>
                  <a:lnTo>
                    <a:pt x="3393169" y="1588197"/>
                  </a:lnTo>
                  <a:lnTo>
                    <a:pt x="3351122" y="1508958"/>
                  </a:lnTo>
                  <a:lnTo>
                    <a:pt x="3309022" y="1428487"/>
                  </a:lnTo>
                  <a:lnTo>
                    <a:pt x="3266890" y="1347350"/>
                  </a:lnTo>
                  <a:lnTo>
                    <a:pt x="3224754" y="1266133"/>
                  </a:lnTo>
                  <a:lnTo>
                    <a:pt x="3182642" y="1185426"/>
                  </a:lnTo>
                  <a:lnTo>
                    <a:pt x="3140579" y="1105799"/>
                  </a:lnTo>
                  <a:lnTo>
                    <a:pt x="3098578" y="1027796"/>
                  </a:lnTo>
                  <a:lnTo>
                    <a:pt x="3056639" y="951911"/>
                  </a:lnTo>
                  <a:lnTo>
                    <a:pt x="3014738" y="878577"/>
                  </a:lnTo>
                  <a:lnTo>
                    <a:pt x="2972832" y="808163"/>
                  </a:lnTo>
                  <a:lnTo>
                    <a:pt x="2930846" y="740962"/>
                  </a:lnTo>
                  <a:lnTo>
                    <a:pt x="2888673" y="677190"/>
                  </a:lnTo>
                  <a:lnTo>
                    <a:pt x="2846167" y="616989"/>
                  </a:lnTo>
                  <a:lnTo>
                    <a:pt x="2803142" y="560430"/>
                  </a:lnTo>
                  <a:lnTo>
                    <a:pt x="2759362" y="507516"/>
                  </a:lnTo>
                  <a:lnTo>
                    <a:pt x="2714531" y="458189"/>
                  </a:lnTo>
                  <a:lnTo>
                    <a:pt x="2702183" y="445453"/>
                  </a:lnTo>
                  <a:lnTo>
                    <a:pt x="2651114" y="396618"/>
                  </a:lnTo>
                  <a:lnTo>
                    <a:pt x="2597678" y="351956"/>
                  </a:lnTo>
                  <a:lnTo>
                    <a:pt x="2541224" y="311323"/>
                  </a:lnTo>
                  <a:lnTo>
                    <a:pt x="2481036" y="274441"/>
                  </a:lnTo>
                  <a:lnTo>
                    <a:pt x="2416371" y="240974"/>
                  </a:lnTo>
                  <a:lnTo>
                    <a:pt x="2346500" y="210574"/>
                  </a:lnTo>
                  <a:lnTo>
                    <a:pt x="2270749" y="182913"/>
                  </a:lnTo>
                  <a:lnTo>
                    <a:pt x="2188567" y="157698"/>
                  </a:lnTo>
                  <a:lnTo>
                    <a:pt x="2099608" y="134685"/>
                  </a:lnTo>
                  <a:lnTo>
                    <a:pt x="2003835" y="113684"/>
                  </a:lnTo>
                  <a:lnTo>
                    <a:pt x="1901646" y="94562"/>
                  </a:lnTo>
                  <a:lnTo>
                    <a:pt x="1794015" y="77240"/>
                  </a:lnTo>
                  <a:lnTo>
                    <a:pt x="1682611" y="61692"/>
                  </a:lnTo>
                  <a:lnTo>
                    <a:pt x="1569863" y="47930"/>
                  </a:lnTo>
                  <a:lnTo>
                    <a:pt x="1458927" y="35990"/>
                  </a:lnTo>
                  <a:lnTo>
                    <a:pt x="1353500" y="25907"/>
                  </a:lnTo>
                  <a:lnTo>
                    <a:pt x="1257461" y="17686"/>
                  </a:lnTo>
                  <a:lnTo>
                    <a:pt x="1174377" y="11283"/>
                  </a:lnTo>
                  <a:lnTo>
                    <a:pt x="1106948" y="6579"/>
                  </a:lnTo>
                  <a:lnTo>
                    <a:pt x="1056528" y="3382"/>
                  </a:lnTo>
                  <a:lnTo>
                    <a:pt x="1022837" y="1433"/>
                  </a:lnTo>
                  <a:lnTo>
                    <a:pt x="1003906" y="431"/>
                  </a:lnTo>
                  <a:lnTo>
                    <a:pt x="996224" y="57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61" name="pl660"/>
            <p:cNvSpPr/>
            <p:nvPr/>
          </p:nvSpPr>
          <p:spPr>
            <a:xfrm>
              <a:off x="1199187" y="3883145"/>
              <a:ext cx="12049831" cy="2672723"/>
            </a:xfrm>
            <a:custGeom>
              <a:avLst/>
              <a:pathLst>
                <a:path w="12049831" h="2672723">
                  <a:moveTo>
                    <a:pt x="0" y="0"/>
                  </a:moveTo>
                  <a:lnTo>
                    <a:pt x="994940" y="0"/>
                  </a:lnTo>
                  <a:lnTo>
                    <a:pt x="996022" y="48"/>
                  </a:lnTo>
                  <a:lnTo>
                    <a:pt x="1003173" y="394"/>
                  </a:lnTo>
                  <a:lnTo>
                    <a:pt x="1021319" y="1350"/>
                  </a:lnTo>
                  <a:lnTo>
                    <a:pt x="1054056" y="3233"/>
                  </a:lnTo>
                  <a:lnTo>
                    <a:pt x="1103452" y="6348"/>
                  </a:lnTo>
                  <a:lnTo>
                    <a:pt x="1169887" y="10956"/>
                  </a:lnTo>
                  <a:lnTo>
                    <a:pt x="1252101" y="17253"/>
                  </a:lnTo>
                  <a:lnTo>
                    <a:pt x="1347460" y="25363"/>
                  </a:lnTo>
                  <a:lnTo>
                    <a:pt x="1452434" y="35335"/>
                  </a:lnTo>
                  <a:lnTo>
                    <a:pt x="1563149" y="47165"/>
                  </a:lnTo>
                  <a:lnTo>
                    <a:pt x="1675884" y="60819"/>
                  </a:lnTo>
                  <a:lnTo>
                    <a:pt x="1787444" y="76261"/>
                  </a:lnTo>
                  <a:lnTo>
                    <a:pt x="1895354" y="93477"/>
                  </a:lnTo>
                  <a:lnTo>
                    <a:pt x="1997902" y="112489"/>
                  </a:lnTo>
                  <a:lnTo>
                    <a:pt x="2094076" y="133375"/>
                  </a:lnTo>
                  <a:lnTo>
                    <a:pt x="2183444" y="156263"/>
                  </a:lnTo>
                  <a:lnTo>
                    <a:pt x="2266023" y="181340"/>
                  </a:lnTo>
                  <a:lnTo>
                    <a:pt x="2342145" y="208848"/>
                  </a:lnTo>
                  <a:lnTo>
                    <a:pt x="2412350" y="239075"/>
                  </a:lnTo>
                  <a:lnTo>
                    <a:pt x="2477305" y="272349"/>
                  </a:lnTo>
                  <a:lnTo>
                    <a:pt x="2537739" y="309017"/>
                  </a:lnTo>
                  <a:lnTo>
                    <a:pt x="2594396" y="349417"/>
                  </a:lnTo>
                  <a:lnTo>
                    <a:pt x="2647993" y="393833"/>
                  </a:lnTo>
                  <a:lnTo>
                    <a:pt x="2699188" y="442418"/>
                  </a:lnTo>
                  <a:lnTo>
                    <a:pt x="2702183" y="445453"/>
                  </a:lnTo>
                  <a:lnTo>
                    <a:pt x="2747357" y="493828"/>
                  </a:lnTo>
                  <a:lnTo>
                    <a:pt x="2791389" y="545764"/>
                  </a:lnTo>
                  <a:lnTo>
                    <a:pt x="2834593" y="601335"/>
                  </a:lnTo>
                  <a:lnTo>
                    <a:pt x="2877219" y="660555"/>
                  </a:lnTo>
                  <a:lnTo>
                    <a:pt x="2919466" y="723372"/>
                  </a:lnTo>
                  <a:lnTo>
                    <a:pt x="2961491" y="789665"/>
                  </a:lnTo>
                  <a:lnTo>
                    <a:pt x="3003410" y="859236"/>
                  </a:lnTo>
                  <a:lnTo>
                    <a:pt x="3045306" y="931813"/>
                  </a:lnTo>
                  <a:lnTo>
                    <a:pt x="3087232" y="1007049"/>
                  </a:lnTo>
                  <a:lnTo>
                    <a:pt x="3129216" y="1084526"/>
                  </a:lnTo>
                  <a:lnTo>
                    <a:pt x="3171263" y="1163765"/>
                  </a:lnTo>
                  <a:lnTo>
                    <a:pt x="3213363" y="1244235"/>
                  </a:lnTo>
                  <a:lnTo>
                    <a:pt x="3255495" y="1325372"/>
                  </a:lnTo>
                  <a:lnTo>
                    <a:pt x="3297631" y="1406589"/>
                  </a:lnTo>
                  <a:lnTo>
                    <a:pt x="3339743" y="1487297"/>
                  </a:lnTo>
                  <a:lnTo>
                    <a:pt x="3381806" y="1566923"/>
                  </a:lnTo>
                  <a:lnTo>
                    <a:pt x="3423807" y="1644926"/>
                  </a:lnTo>
                  <a:lnTo>
                    <a:pt x="3465746" y="1720812"/>
                  </a:lnTo>
                  <a:lnTo>
                    <a:pt x="3507647" y="1794145"/>
                  </a:lnTo>
                  <a:lnTo>
                    <a:pt x="3549553" y="1864559"/>
                  </a:lnTo>
                  <a:lnTo>
                    <a:pt x="3591539" y="1931761"/>
                  </a:lnTo>
                  <a:lnTo>
                    <a:pt x="3633712" y="1995533"/>
                  </a:lnTo>
                  <a:lnTo>
                    <a:pt x="3676218" y="2055733"/>
                  </a:lnTo>
                  <a:lnTo>
                    <a:pt x="3719243" y="2112292"/>
                  </a:lnTo>
                  <a:lnTo>
                    <a:pt x="3763023" y="2165206"/>
                  </a:lnTo>
                  <a:lnTo>
                    <a:pt x="3807854" y="2214534"/>
                  </a:lnTo>
                  <a:lnTo>
                    <a:pt x="3820202" y="2227269"/>
                  </a:lnTo>
                  <a:lnTo>
                    <a:pt x="3871271" y="2276104"/>
                  </a:lnTo>
                  <a:lnTo>
                    <a:pt x="3924707" y="2320766"/>
                  </a:lnTo>
                  <a:lnTo>
                    <a:pt x="3981161" y="2361400"/>
                  </a:lnTo>
                  <a:lnTo>
                    <a:pt x="4041349" y="2398281"/>
                  </a:lnTo>
                  <a:lnTo>
                    <a:pt x="4106014" y="2431748"/>
                  </a:lnTo>
                  <a:lnTo>
                    <a:pt x="4175885" y="2462148"/>
                  </a:lnTo>
                  <a:lnTo>
                    <a:pt x="4251636" y="2489809"/>
                  </a:lnTo>
                  <a:lnTo>
                    <a:pt x="4333818" y="2515025"/>
                  </a:lnTo>
                  <a:lnTo>
                    <a:pt x="4422777" y="2538038"/>
                  </a:lnTo>
                  <a:lnTo>
                    <a:pt x="4518550" y="2559039"/>
                  </a:lnTo>
                  <a:lnTo>
                    <a:pt x="4620739" y="2578161"/>
                  </a:lnTo>
                  <a:lnTo>
                    <a:pt x="4728370" y="2595482"/>
                  </a:lnTo>
                  <a:lnTo>
                    <a:pt x="4839774" y="2611030"/>
                  </a:lnTo>
                  <a:lnTo>
                    <a:pt x="4952522" y="2624792"/>
                  </a:lnTo>
                  <a:lnTo>
                    <a:pt x="5063458" y="2636732"/>
                  </a:lnTo>
                  <a:lnTo>
                    <a:pt x="5168885" y="2646816"/>
                  </a:lnTo>
                  <a:lnTo>
                    <a:pt x="5264924" y="2655036"/>
                  </a:lnTo>
                  <a:lnTo>
                    <a:pt x="5348008" y="2661439"/>
                  </a:lnTo>
                  <a:lnTo>
                    <a:pt x="5415437" y="2666143"/>
                  </a:lnTo>
                  <a:lnTo>
                    <a:pt x="5465857" y="2669340"/>
                  </a:lnTo>
                  <a:lnTo>
                    <a:pt x="5499548" y="2671289"/>
                  </a:lnTo>
                  <a:lnTo>
                    <a:pt x="5518479" y="2672292"/>
                  </a:lnTo>
                  <a:lnTo>
                    <a:pt x="5526161" y="2672665"/>
                  </a:lnTo>
                  <a:lnTo>
                    <a:pt x="5527445" y="2672723"/>
                  </a:lnTo>
                  <a:lnTo>
                    <a:pt x="5527445" y="2672723"/>
                  </a:lnTo>
                  <a:lnTo>
                    <a:pt x="6522385" y="2672723"/>
                  </a:lnTo>
                  <a:lnTo>
                    <a:pt x="6523486" y="2672683"/>
                  </a:lnTo>
                  <a:lnTo>
                    <a:pt x="6530753" y="2672398"/>
                  </a:lnTo>
                  <a:lnTo>
                    <a:pt x="6549183" y="2671611"/>
                  </a:lnTo>
                  <a:lnTo>
                    <a:pt x="6582415" y="2670060"/>
                  </a:lnTo>
                  <a:lnTo>
                    <a:pt x="6632517" y="2667495"/>
                  </a:lnTo>
                  <a:lnTo>
                    <a:pt x="6699834" y="2663703"/>
                  </a:lnTo>
                  <a:lnTo>
                    <a:pt x="6783034" y="2658523"/>
                  </a:lnTo>
                  <a:lnTo>
                    <a:pt x="6879400" y="2651856"/>
                  </a:lnTo>
                  <a:lnTo>
                    <a:pt x="6985318" y="2643664"/>
                  </a:lnTo>
                  <a:lnTo>
                    <a:pt x="7096844" y="2633951"/>
                  </a:lnTo>
                  <a:lnTo>
                    <a:pt x="7210217" y="2622747"/>
                  </a:lnTo>
                  <a:lnTo>
                    <a:pt x="7322228" y="2610080"/>
                  </a:lnTo>
                  <a:lnTo>
                    <a:pt x="7430410" y="2595961"/>
                  </a:lnTo>
                  <a:lnTo>
                    <a:pt x="7533074" y="2580367"/>
                  </a:lnTo>
                  <a:lnTo>
                    <a:pt x="7629239" y="2563233"/>
                  </a:lnTo>
                  <a:lnTo>
                    <a:pt x="7718511" y="2544448"/>
                  </a:lnTo>
                  <a:lnTo>
                    <a:pt x="7800935" y="2523854"/>
                  </a:lnTo>
                  <a:lnTo>
                    <a:pt x="7876875" y="2501250"/>
                  </a:lnTo>
                  <a:lnTo>
                    <a:pt x="7946895" y="2476393"/>
                  </a:lnTo>
                  <a:lnTo>
                    <a:pt x="8011683" y="2449012"/>
                  </a:lnTo>
                  <a:lnTo>
                    <a:pt x="8071983" y="2418819"/>
                  </a:lnTo>
                  <a:lnTo>
                    <a:pt x="8128550" y="2385541"/>
                  </a:lnTo>
                  <a:lnTo>
                    <a:pt x="8182109" y="2348951"/>
                  </a:lnTo>
                  <a:lnTo>
                    <a:pt x="8229629" y="2311993"/>
                  </a:lnTo>
                  <a:lnTo>
                    <a:pt x="8278073" y="2269827"/>
                  </a:lnTo>
                  <a:lnTo>
                    <a:pt x="8325231" y="2224331"/>
                  </a:lnTo>
                  <a:lnTo>
                    <a:pt x="8371479" y="2175439"/>
                  </a:lnTo>
                  <a:lnTo>
                    <a:pt x="8417115" y="2123148"/>
                  </a:lnTo>
                  <a:lnTo>
                    <a:pt x="8462373" y="2067526"/>
                  </a:lnTo>
                  <a:lnTo>
                    <a:pt x="8507428" y="2008722"/>
                  </a:lnTo>
                  <a:lnTo>
                    <a:pt x="8552408" y="1946963"/>
                  </a:lnTo>
                  <a:lnTo>
                    <a:pt x="8597396" y="1882557"/>
                  </a:lnTo>
                  <a:lnTo>
                    <a:pt x="8642440" y="1815892"/>
                  </a:lnTo>
                  <a:lnTo>
                    <a:pt x="8687556" y="1747427"/>
                  </a:lnTo>
                  <a:lnTo>
                    <a:pt x="8732739" y="1677678"/>
                  </a:lnTo>
                  <a:lnTo>
                    <a:pt x="8777964" y="1607204"/>
                  </a:lnTo>
                  <a:lnTo>
                    <a:pt x="8823197" y="1536591"/>
                  </a:lnTo>
                  <a:lnTo>
                    <a:pt x="8868404" y="1466427"/>
                  </a:lnTo>
                  <a:lnTo>
                    <a:pt x="8913554" y="1397289"/>
                  </a:lnTo>
                  <a:lnTo>
                    <a:pt x="8958632" y="1329713"/>
                  </a:lnTo>
                  <a:lnTo>
                    <a:pt x="9003642" y="1264189"/>
                  </a:lnTo>
                  <a:lnTo>
                    <a:pt x="9048617" y="1201137"/>
                  </a:lnTo>
                  <a:lnTo>
                    <a:pt x="9093624" y="1140905"/>
                  </a:lnTo>
                  <a:lnTo>
                    <a:pt x="9138767" y="1083758"/>
                  </a:lnTo>
                  <a:lnTo>
                    <a:pt x="9184200" y="1029882"/>
                  </a:lnTo>
                  <a:lnTo>
                    <a:pt x="9230126" y="979382"/>
                  </a:lnTo>
                  <a:lnTo>
                    <a:pt x="9276813" y="932287"/>
                  </a:lnTo>
                  <a:lnTo>
                    <a:pt x="9324597" y="888562"/>
                  </a:lnTo>
                  <a:lnTo>
                    <a:pt x="9347647" y="869071"/>
                  </a:lnTo>
                  <a:lnTo>
                    <a:pt x="9399007" y="829314"/>
                  </a:lnTo>
                  <a:lnTo>
                    <a:pt x="9452763" y="792973"/>
                  </a:lnTo>
                  <a:lnTo>
                    <a:pt x="9509579" y="759929"/>
                  </a:lnTo>
                  <a:lnTo>
                    <a:pt x="9570182" y="729953"/>
                  </a:lnTo>
                  <a:lnTo>
                    <a:pt x="9635329" y="702766"/>
                  </a:lnTo>
                  <a:lnTo>
                    <a:pt x="9705761" y="678084"/>
                  </a:lnTo>
                  <a:lnTo>
                    <a:pt x="9782158" y="655634"/>
                  </a:lnTo>
                  <a:lnTo>
                    <a:pt x="9865076" y="635180"/>
                  </a:lnTo>
                  <a:lnTo>
                    <a:pt x="9954855" y="616521"/>
                  </a:lnTo>
                  <a:lnTo>
                    <a:pt x="10051517" y="599503"/>
                  </a:lnTo>
                  <a:lnTo>
                    <a:pt x="10154627" y="584018"/>
                  </a:lnTo>
                  <a:lnTo>
                    <a:pt x="10263156" y="570006"/>
                  </a:lnTo>
                  <a:lnTo>
                    <a:pt x="10375360" y="557446"/>
                  </a:lnTo>
                  <a:lnTo>
                    <a:pt x="10488716" y="546349"/>
                  </a:lnTo>
                  <a:lnTo>
                    <a:pt x="10599963" y="536748"/>
                  </a:lnTo>
                  <a:lnTo>
                    <a:pt x="10705314" y="528667"/>
                  </a:lnTo>
                  <a:lnTo>
                    <a:pt x="10800830" y="522112"/>
                  </a:lnTo>
                  <a:lnTo>
                    <a:pt x="10882943" y="517037"/>
                  </a:lnTo>
                  <a:lnTo>
                    <a:pt x="10949024" y="513341"/>
                  </a:lnTo>
                  <a:lnTo>
                    <a:pt x="10997856" y="510859"/>
                  </a:lnTo>
                  <a:lnTo>
                    <a:pt x="11029912" y="509372"/>
                  </a:lnTo>
                  <a:lnTo>
                    <a:pt x="11047383" y="508631"/>
                  </a:lnTo>
                  <a:lnTo>
                    <a:pt x="11054012" y="508373"/>
                  </a:lnTo>
                  <a:lnTo>
                    <a:pt x="11054891" y="508341"/>
                  </a:lnTo>
                  <a:lnTo>
                    <a:pt x="12049831" y="508341"/>
                  </a:lnTo>
                  <a:lnTo>
                    <a:pt x="12049831" y="5083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2" name="pl661"/>
            <p:cNvSpPr/>
            <p:nvPr/>
          </p:nvSpPr>
          <p:spPr>
            <a:xfrm>
              <a:off x="1199187" y="3877904"/>
              <a:ext cx="12049831" cy="2672723"/>
            </a:xfrm>
            <a:custGeom>
              <a:avLst/>
              <a:pathLst>
                <a:path w="12049831" h="2672723">
                  <a:moveTo>
                    <a:pt x="12049831" y="508341"/>
                  </a:moveTo>
                  <a:lnTo>
                    <a:pt x="11054891" y="508341"/>
                  </a:lnTo>
                  <a:lnTo>
                    <a:pt x="11053791" y="508381"/>
                  </a:lnTo>
                  <a:lnTo>
                    <a:pt x="11046524" y="508666"/>
                  </a:lnTo>
                  <a:lnTo>
                    <a:pt x="11028093" y="509453"/>
                  </a:lnTo>
                  <a:lnTo>
                    <a:pt x="10994861" y="511004"/>
                  </a:lnTo>
                  <a:lnTo>
                    <a:pt x="10944760" y="513569"/>
                  </a:lnTo>
                  <a:lnTo>
                    <a:pt x="10877443" y="517361"/>
                  </a:lnTo>
                  <a:lnTo>
                    <a:pt x="10794243" y="522541"/>
                  </a:lnTo>
                  <a:lnTo>
                    <a:pt x="10697877" y="529208"/>
                  </a:lnTo>
                  <a:lnTo>
                    <a:pt x="10591959" y="537400"/>
                  </a:lnTo>
                  <a:lnTo>
                    <a:pt x="10480433" y="547113"/>
                  </a:lnTo>
                  <a:lnTo>
                    <a:pt x="10367060" y="558317"/>
                  </a:lnTo>
                  <a:lnTo>
                    <a:pt x="10255048" y="570984"/>
                  </a:lnTo>
                  <a:lnTo>
                    <a:pt x="10146866" y="585103"/>
                  </a:lnTo>
                  <a:lnTo>
                    <a:pt x="10044203" y="600697"/>
                  </a:lnTo>
                  <a:lnTo>
                    <a:pt x="9948037" y="617831"/>
                  </a:lnTo>
                  <a:lnTo>
                    <a:pt x="9858766" y="636616"/>
                  </a:lnTo>
                  <a:lnTo>
                    <a:pt x="9776341" y="657210"/>
                  </a:lnTo>
                  <a:lnTo>
                    <a:pt x="9700402" y="679814"/>
                  </a:lnTo>
                  <a:lnTo>
                    <a:pt x="9630382" y="704671"/>
                  </a:lnTo>
                  <a:lnTo>
                    <a:pt x="9565594" y="732052"/>
                  </a:lnTo>
                  <a:lnTo>
                    <a:pt x="9505294" y="762244"/>
                  </a:lnTo>
                  <a:lnTo>
                    <a:pt x="9448727" y="795523"/>
                  </a:lnTo>
                  <a:lnTo>
                    <a:pt x="9395168" y="832113"/>
                  </a:lnTo>
                  <a:lnTo>
                    <a:pt x="9347647" y="869071"/>
                  </a:lnTo>
                  <a:lnTo>
                    <a:pt x="9299203" y="911237"/>
                  </a:lnTo>
                  <a:lnTo>
                    <a:pt x="9252046" y="956733"/>
                  </a:lnTo>
                  <a:lnTo>
                    <a:pt x="9205798" y="1005625"/>
                  </a:lnTo>
                  <a:lnTo>
                    <a:pt x="9160161" y="1057916"/>
                  </a:lnTo>
                  <a:lnTo>
                    <a:pt x="9114903" y="1113537"/>
                  </a:lnTo>
                  <a:lnTo>
                    <a:pt x="9069848" y="1172342"/>
                  </a:lnTo>
                  <a:lnTo>
                    <a:pt x="9024869" y="1234101"/>
                  </a:lnTo>
                  <a:lnTo>
                    <a:pt x="8979881" y="1298507"/>
                  </a:lnTo>
                  <a:lnTo>
                    <a:pt x="8934837" y="1365171"/>
                  </a:lnTo>
                  <a:lnTo>
                    <a:pt x="8889720" y="1433637"/>
                  </a:lnTo>
                  <a:lnTo>
                    <a:pt x="8844537" y="1503386"/>
                  </a:lnTo>
                  <a:lnTo>
                    <a:pt x="8799312" y="1573860"/>
                  </a:lnTo>
                  <a:lnTo>
                    <a:pt x="8754079" y="1644473"/>
                  </a:lnTo>
                  <a:lnTo>
                    <a:pt x="8708873" y="1714636"/>
                  </a:lnTo>
                  <a:lnTo>
                    <a:pt x="8663723" y="1783775"/>
                  </a:lnTo>
                  <a:lnTo>
                    <a:pt x="8618645" y="1851351"/>
                  </a:lnTo>
                  <a:lnTo>
                    <a:pt x="8573634" y="1916875"/>
                  </a:lnTo>
                  <a:lnTo>
                    <a:pt x="8528659" y="1979927"/>
                  </a:lnTo>
                  <a:lnTo>
                    <a:pt x="8483653" y="2040159"/>
                  </a:lnTo>
                  <a:lnTo>
                    <a:pt x="8438509" y="2097306"/>
                  </a:lnTo>
                  <a:lnTo>
                    <a:pt x="8393077" y="2151182"/>
                  </a:lnTo>
                  <a:lnTo>
                    <a:pt x="8347150" y="2201682"/>
                  </a:lnTo>
                  <a:lnTo>
                    <a:pt x="8300464" y="2248777"/>
                  </a:lnTo>
                  <a:lnTo>
                    <a:pt x="8252679" y="2292502"/>
                  </a:lnTo>
                  <a:lnTo>
                    <a:pt x="8229629" y="2311993"/>
                  </a:lnTo>
                  <a:lnTo>
                    <a:pt x="8178269" y="2351750"/>
                  </a:lnTo>
                  <a:lnTo>
                    <a:pt x="8124513" y="2388091"/>
                  </a:lnTo>
                  <a:lnTo>
                    <a:pt x="8067698" y="2421135"/>
                  </a:lnTo>
                  <a:lnTo>
                    <a:pt x="8007094" y="2451111"/>
                  </a:lnTo>
                  <a:lnTo>
                    <a:pt x="7941948" y="2478298"/>
                  </a:lnTo>
                  <a:lnTo>
                    <a:pt x="7871516" y="2502980"/>
                  </a:lnTo>
                  <a:lnTo>
                    <a:pt x="7795118" y="2525429"/>
                  </a:lnTo>
                  <a:lnTo>
                    <a:pt x="7712201" y="2545884"/>
                  </a:lnTo>
                  <a:lnTo>
                    <a:pt x="7622421" y="2564543"/>
                  </a:lnTo>
                  <a:lnTo>
                    <a:pt x="7525759" y="2581561"/>
                  </a:lnTo>
                  <a:lnTo>
                    <a:pt x="7422650" y="2597046"/>
                  </a:lnTo>
                  <a:lnTo>
                    <a:pt x="7314121" y="2611058"/>
                  </a:lnTo>
                  <a:lnTo>
                    <a:pt x="7201916" y="2623618"/>
                  </a:lnTo>
                  <a:lnTo>
                    <a:pt x="7088561" y="2634714"/>
                  </a:lnTo>
                  <a:lnTo>
                    <a:pt x="6977314" y="2644316"/>
                  </a:lnTo>
                  <a:lnTo>
                    <a:pt x="6871963" y="2652397"/>
                  </a:lnTo>
                  <a:lnTo>
                    <a:pt x="6776447" y="2658952"/>
                  </a:lnTo>
                  <a:lnTo>
                    <a:pt x="6694333" y="2664027"/>
                  </a:lnTo>
                  <a:lnTo>
                    <a:pt x="6628253" y="2667723"/>
                  </a:lnTo>
                  <a:lnTo>
                    <a:pt x="6579421" y="2670205"/>
                  </a:lnTo>
                  <a:lnTo>
                    <a:pt x="6547365" y="2671692"/>
                  </a:lnTo>
                  <a:lnTo>
                    <a:pt x="6529894" y="2672433"/>
                  </a:lnTo>
                  <a:lnTo>
                    <a:pt x="6523264" y="2672691"/>
                  </a:lnTo>
                  <a:lnTo>
                    <a:pt x="6522385" y="2672723"/>
                  </a:lnTo>
                  <a:lnTo>
                    <a:pt x="5527445" y="2672723"/>
                  </a:lnTo>
                  <a:lnTo>
                    <a:pt x="5526363" y="2672674"/>
                  </a:lnTo>
                  <a:lnTo>
                    <a:pt x="5519212" y="2672328"/>
                  </a:lnTo>
                  <a:lnTo>
                    <a:pt x="5501066" y="2671373"/>
                  </a:lnTo>
                  <a:lnTo>
                    <a:pt x="5468329" y="2669489"/>
                  </a:lnTo>
                  <a:lnTo>
                    <a:pt x="5418933" y="2666374"/>
                  </a:lnTo>
                  <a:lnTo>
                    <a:pt x="5352498" y="2661767"/>
                  </a:lnTo>
                  <a:lnTo>
                    <a:pt x="5270284" y="2655469"/>
                  </a:lnTo>
                  <a:lnTo>
                    <a:pt x="5174925" y="2647359"/>
                  </a:lnTo>
                  <a:lnTo>
                    <a:pt x="5069951" y="2637387"/>
                  </a:lnTo>
                  <a:lnTo>
                    <a:pt x="4959236" y="2625557"/>
                  </a:lnTo>
                  <a:lnTo>
                    <a:pt x="4846501" y="2611903"/>
                  </a:lnTo>
                  <a:lnTo>
                    <a:pt x="4734941" y="2596461"/>
                  </a:lnTo>
                  <a:lnTo>
                    <a:pt x="4627031" y="2579246"/>
                  </a:lnTo>
                  <a:lnTo>
                    <a:pt x="4524483" y="2560233"/>
                  </a:lnTo>
                  <a:lnTo>
                    <a:pt x="4428309" y="2539348"/>
                  </a:lnTo>
                  <a:lnTo>
                    <a:pt x="4338941" y="2516460"/>
                  </a:lnTo>
                  <a:lnTo>
                    <a:pt x="4256362" y="2491382"/>
                  </a:lnTo>
                  <a:lnTo>
                    <a:pt x="4180240" y="2463875"/>
                  </a:lnTo>
                  <a:lnTo>
                    <a:pt x="4110035" y="2433647"/>
                  </a:lnTo>
                  <a:lnTo>
                    <a:pt x="4045080" y="2400374"/>
                  </a:lnTo>
                  <a:lnTo>
                    <a:pt x="3984646" y="2363706"/>
                  </a:lnTo>
                  <a:lnTo>
                    <a:pt x="3927989" y="2323305"/>
                  </a:lnTo>
                  <a:lnTo>
                    <a:pt x="3874392" y="2278889"/>
                  </a:lnTo>
                  <a:lnTo>
                    <a:pt x="3823197" y="2230304"/>
                  </a:lnTo>
                  <a:lnTo>
                    <a:pt x="3820202" y="2227269"/>
                  </a:lnTo>
                  <a:lnTo>
                    <a:pt x="3775028" y="2178895"/>
                  </a:lnTo>
                  <a:lnTo>
                    <a:pt x="3730996" y="2126958"/>
                  </a:lnTo>
                  <a:lnTo>
                    <a:pt x="3687792" y="2071387"/>
                  </a:lnTo>
                  <a:lnTo>
                    <a:pt x="3645166" y="2012167"/>
                  </a:lnTo>
                  <a:lnTo>
                    <a:pt x="3602919" y="1949350"/>
                  </a:lnTo>
                  <a:lnTo>
                    <a:pt x="3560894" y="1883058"/>
                  </a:lnTo>
                  <a:lnTo>
                    <a:pt x="3518975" y="1813487"/>
                  </a:lnTo>
                  <a:lnTo>
                    <a:pt x="3477079" y="1740910"/>
                  </a:lnTo>
                  <a:lnTo>
                    <a:pt x="3435153" y="1665674"/>
                  </a:lnTo>
                  <a:lnTo>
                    <a:pt x="3393169" y="1588197"/>
                  </a:lnTo>
                  <a:lnTo>
                    <a:pt x="3351122" y="1508958"/>
                  </a:lnTo>
                  <a:lnTo>
                    <a:pt x="3309022" y="1428487"/>
                  </a:lnTo>
                  <a:lnTo>
                    <a:pt x="3266890" y="1347350"/>
                  </a:lnTo>
                  <a:lnTo>
                    <a:pt x="3224754" y="1266133"/>
                  </a:lnTo>
                  <a:lnTo>
                    <a:pt x="3182642" y="1185426"/>
                  </a:lnTo>
                  <a:lnTo>
                    <a:pt x="3140579" y="1105799"/>
                  </a:lnTo>
                  <a:lnTo>
                    <a:pt x="3098578" y="1027796"/>
                  </a:lnTo>
                  <a:lnTo>
                    <a:pt x="3056639" y="951911"/>
                  </a:lnTo>
                  <a:lnTo>
                    <a:pt x="3014738" y="878577"/>
                  </a:lnTo>
                  <a:lnTo>
                    <a:pt x="2972832" y="808163"/>
                  </a:lnTo>
                  <a:lnTo>
                    <a:pt x="2930846" y="740962"/>
                  </a:lnTo>
                  <a:lnTo>
                    <a:pt x="2888673" y="677190"/>
                  </a:lnTo>
                  <a:lnTo>
                    <a:pt x="2846167" y="616989"/>
                  </a:lnTo>
                  <a:lnTo>
                    <a:pt x="2803142" y="560430"/>
                  </a:lnTo>
                  <a:lnTo>
                    <a:pt x="2759362" y="507516"/>
                  </a:lnTo>
                  <a:lnTo>
                    <a:pt x="2714531" y="458189"/>
                  </a:lnTo>
                  <a:lnTo>
                    <a:pt x="2702183" y="445453"/>
                  </a:lnTo>
                  <a:lnTo>
                    <a:pt x="2651114" y="396618"/>
                  </a:lnTo>
                  <a:lnTo>
                    <a:pt x="2597678" y="351956"/>
                  </a:lnTo>
                  <a:lnTo>
                    <a:pt x="2541224" y="311323"/>
                  </a:lnTo>
                  <a:lnTo>
                    <a:pt x="2481036" y="274441"/>
                  </a:lnTo>
                  <a:lnTo>
                    <a:pt x="2416371" y="240974"/>
                  </a:lnTo>
                  <a:lnTo>
                    <a:pt x="2346500" y="210574"/>
                  </a:lnTo>
                  <a:lnTo>
                    <a:pt x="2270749" y="182913"/>
                  </a:lnTo>
                  <a:lnTo>
                    <a:pt x="2188567" y="157698"/>
                  </a:lnTo>
                  <a:lnTo>
                    <a:pt x="2099608" y="134685"/>
                  </a:lnTo>
                  <a:lnTo>
                    <a:pt x="2003835" y="113684"/>
                  </a:lnTo>
                  <a:lnTo>
                    <a:pt x="1901646" y="94562"/>
                  </a:lnTo>
                  <a:lnTo>
                    <a:pt x="1794015" y="77240"/>
                  </a:lnTo>
                  <a:lnTo>
                    <a:pt x="1682611" y="61692"/>
                  </a:lnTo>
                  <a:lnTo>
                    <a:pt x="1569863" y="47930"/>
                  </a:lnTo>
                  <a:lnTo>
                    <a:pt x="1458927" y="35990"/>
                  </a:lnTo>
                  <a:lnTo>
                    <a:pt x="1353500" y="25907"/>
                  </a:lnTo>
                  <a:lnTo>
                    <a:pt x="1257461" y="17686"/>
                  </a:lnTo>
                  <a:lnTo>
                    <a:pt x="1174377" y="11283"/>
                  </a:lnTo>
                  <a:lnTo>
                    <a:pt x="1106948" y="6579"/>
                  </a:lnTo>
                  <a:lnTo>
                    <a:pt x="1056528" y="3382"/>
                  </a:lnTo>
                  <a:lnTo>
                    <a:pt x="1022837" y="1433"/>
                  </a:lnTo>
                  <a:lnTo>
                    <a:pt x="1003906" y="431"/>
                  </a:lnTo>
                  <a:lnTo>
                    <a:pt x="996224" y="57"/>
                  </a:lnTo>
                  <a:lnTo>
                    <a:pt x="994940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3" name="pg662"/>
            <p:cNvSpPr/>
            <p:nvPr/>
          </p:nvSpPr>
          <p:spPr>
            <a:xfrm>
              <a:off x="1199187" y="3883145"/>
              <a:ext cx="12049831" cy="2688445"/>
            </a:xfrm>
            <a:custGeom>
              <a:avLst/>
              <a:pathLst>
                <a:path w="12049831" h="2688445">
                  <a:moveTo>
                    <a:pt x="0" y="5240"/>
                  </a:moveTo>
                  <a:lnTo>
                    <a:pt x="994940" y="5240"/>
                  </a:lnTo>
                  <a:lnTo>
                    <a:pt x="996022" y="5289"/>
                  </a:lnTo>
                  <a:lnTo>
                    <a:pt x="1003170" y="5636"/>
                  </a:lnTo>
                  <a:lnTo>
                    <a:pt x="1021309" y="6595"/>
                  </a:lnTo>
                  <a:lnTo>
                    <a:pt x="1054036" y="8485"/>
                  </a:lnTo>
                  <a:lnTo>
                    <a:pt x="1103415" y="11611"/>
                  </a:lnTo>
                  <a:lnTo>
                    <a:pt x="1169831" y="16235"/>
                  </a:lnTo>
                  <a:lnTo>
                    <a:pt x="1252022" y="22555"/>
                  </a:lnTo>
                  <a:lnTo>
                    <a:pt x="1347359" y="30694"/>
                  </a:lnTo>
                  <a:lnTo>
                    <a:pt x="1452312" y="40702"/>
                  </a:lnTo>
                  <a:lnTo>
                    <a:pt x="1563008" y="52575"/>
                  </a:lnTo>
                  <a:lnTo>
                    <a:pt x="1675729" y="66279"/>
                  </a:lnTo>
                  <a:lnTo>
                    <a:pt x="1787279" y="81776"/>
                  </a:lnTo>
                  <a:lnTo>
                    <a:pt x="1895183" y="99054"/>
                  </a:lnTo>
                  <a:lnTo>
                    <a:pt x="1997728" y="118136"/>
                  </a:lnTo>
                  <a:lnTo>
                    <a:pt x="2093901" y="139097"/>
                  </a:lnTo>
                  <a:lnTo>
                    <a:pt x="2183272" y="162068"/>
                  </a:lnTo>
                  <a:lnTo>
                    <a:pt x="2265855" y="187236"/>
                  </a:lnTo>
                  <a:lnTo>
                    <a:pt x="2341980" y="214842"/>
                  </a:lnTo>
                  <a:lnTo>
                    <a:pt x="2412189" y="245177"/>
                  </a:lnTo>
                  <a:lnTo>
                    <a:pt x="2477148" y="278570"/>
                  </a:lnTo>
                  <a:lnTo>
                    <a:pt x="2537586" y="315368"/>
                  </a:lnTo>
                  <a:lnTo>
                    <a:pt x="2594245" y="355911"/>
                  </a:lnTo>
                  <a:lnTo>
                    <a:pt x="2647843" y="400484"/>
                  </a:lnTo>
                  <a:lnTo>
                    <a:pt x="2699037" y="449241"/>
                  </a:lnTo>
                  <a:lnTo>
                    <a:pt x="2702183" y="452441"/>
                  </a:lnTo>
                  <a:lnTo>
                    <a:pt x="2747294" y="500934"/>
                  </a:lnTo>
                  <a:lnTo>
                    <a:pt x="2791267" y="552994"/>
                  </a:lnTo>
                  <a:lnTo>
                    <a:pt x="2834412" y="608691"/>
                  </a:lnTo>
                  <a:lnTo>
                    <a:pt x="2876980" y="668042"/>
                  </a:lnTo>
                  <a:lnTo>
                    <a:pt x="2919170" y="730994"/>
                  </a:lnTo>
                  <a:lnTo>
                    <a:pt x="2961137" y="797427"/>
                  </a:lnTo>
                  <a:lnTo>
                    <a:pt x="3002998" y="867144"/>
                  </a:lnTo>
                  <a:lnTo>
                    <a:pt x="3044835" y="939873"/>
                  </a:lnTo>
                  <a:lnTo>
                    <a:pt x="3086702" y="1015269"/>
                  </a:lnTo>
                  <a:lnTo>
                    <a:pt x="3128626" y="1092913"/>
                  </a:lnTo>
                  <a:lnTo>
                    <a:pt x="3170613" y="1172329"/>
                  </a:lnTo>
                  <a:lnTo>
                    <a:pt x="3212653" y="1252987"/>
                  </a:lnTo>
                  <a:lnTo>
                    <a:pt x="3254726" y="1334320"/>
                  </a:lnTo>
                  <a:lnTo>
                    <a:pt x="3296803" y="1415745"/>
                  </a:lnTo>
                  <a:lnTo>
                    <a:pt x="3338856" y="1496672"/>
                  </a:lnTo>
                  <a:lnTo>
                    <a:pt x="3380861" y="1576528"/>
                  </a:lnTo>
                  <a:lnTo>
                    <a:pt x="3422804" y="1654770"/>
                  </a:lnTo>
                  <a:lnTo>
                    <a:pt x="3464687" y="1730904"/>
                  </a:lnTo>
                  <a:lnTo>
                    <a:pt x="3506528" y="1804493"/>
                  </a:lnTo>
                  <a:lnTo>
                    <a:pt x="3548375" y="1875169"/>
                  </a:lnTo>
                  <a:lnTo>
                    <a:pt x="3590298" y="1942635"/>
                  </a:lnTo>
                  <a:lnTo>
                    <a:pt x="3632405" y="2006673"/>
                  </a:lnTo>
                  <a:lnTo>
                    <a:pt x="3674838" y="2067140"/>
                  </a:lnTo>
                  <a:lnTo>
                    <a:pt x="3717782" y="2123962"/>
                  </a:lnTo>
                  <a:lnTo>
                    <a:pt x="3761470" y="2177134"/>
                  </a:lnTo>
                  <a:lnTo>
                    <a:pt x="3806194" y="2226713"/>
                  </a:lnTo>
                  <a:lnTo>
                    <a:pt x="3820202" y="2241244"/>
                  </a:lnTo>
                  <a:lnTo>
                    <a:pt x="3871265" y="2290265"/>
                  </a:lnTo>
                  <a:lnTo>
                    <a:pt x="3924694" y="2335097"/>
                  </a:lnTo>
                  <a:lnTo>
                    <a:pt x="3981140" y="2375886"/>
                  </a:lnTo>
                  <a:lnTo>
                    <a:pt x="4041318" y="2412909"/>
                  </a:lnTo>
                  <a:lnTo>
                    <a:pt x="4105972" y="2446505"/>
                  </a:lnTo>
                  <a:lnTo>
                    <a:pt x="4175831" y="2477022"/>
                  </a:lnTo>
                  <a:lnTo>
                    <a:pt x="4251567" y="2504791"/>
                  </a:lnTo>
                  <a:lnTo>
                    <a:pt x="4333732" y="2530104"/>
                  </a:lnTo>
                  <a:lnTo>
                    <a:pt x="4422672" y="2553207"/>
                  </a:lnTo>
                  <a:lnTo>
                    <a:pt x="4518426" y="2574289"/>
                  </a:lnTo>
                  <a:lnTo>
                    <a:pt x="4620594" y="2593487"/>
                  </a:lnTo>
                  <a:lnTo>
                    <a:pt x="4728205" y="2610876"/>
                  </a:lnTo>
                  <a:lnTo>
                    <a:pt x="4839591" y="2626486"/>
                  </a:lnTo>
                  <a:lnTo>
                    <a:pt x="4952325" y="2640303"/>
                  </a:lnTo>
                  <a:lnTo>
                    <a:pt x="5063254" y="2652292"/>
                  </a:lnTo>
                  <a:lnTo>
                    <a:pt x="5168682" y="2662418"/>
                  </a:lnTo>
                  <a:lnTo>
                    <a:pt x="5264732" y="2670673"/>
                  </a:lnTo>
                  <a:lnTo>
                    <a:pt x="5347838" y="2677105"/>
                  </a:lnTo>
                  <a:lnTo>
                    <a:pt x="5415297" y="2681830"/>
                  </a:lnTo>
                  <a:lnTo>
                    <a:pt x="5465752" y="2685043"/>
                  </a:lnTo>
                  <a:lnTo>
                    <a:pt x="5499480" y="2687002"/>
                  </a:lnTo>
                  <a:lnTo>
                    <a:pt x="5518444" y="2688010"/>
                  </a:lnTo>
                  <a:lnTo>
                    <a:pt x="5526150" y="2688386"/>
                  </a:lnTo>
                  <a:lnTo>
                    <a:pt x="5527445" y="2688445"/>
                  </a:lnTo>
                  <a:lnTo>
                    <a:pt x="6522385" y="2688445"/>
                  </a:lnTo>
                  <a:lnTo>
                    <a:pt x="6523505" y="2688417"/>
                  </a:lnTo>
                  <a:lnTo>
                    <a:pt x="6530893" y="2688218"/>
                  </a:lnTo>
                  <a:lnTo>
                    <a:pt x="6549623" y="2687670"/>
                  </a:lnTo>
                  <a:lnTo>
                    <a:pt x="6583373" y="2686588"/>
                  </a:lnTo>
                  <a:lnTo>
                    <a:pt x="6634214" y="2684800"/>
                  </a:lnTo>
                  <a:lnTo>
                    <a:pt x="6702451" y="2682158"/>
                  </a:lnTo>
                  <a:lnTo>
                    <a:pt x="6786680" y="2678551"/>
                  </a:lnTo>
                  <a:lnTo>
                    <a:pt x="6884092" y="2673911"/>
                  </a:lnTo>
                  <a:lnTo>
                    <a:pt x="6990985" y="2668214"/>
                  </a:lnTo>
                  <a:lnTo>
                    <a:pt x="7103345" y="2661463"/>
                  </a:lnTo>
                  <a:lnTo>
                    <a:pt x="7217371" y="2653680"/>
                  </a:lnTo>
                  <a:lnTo>
                    <a:pt x="7329839" y="2644885"/>
                  </a:lnTo>
                  <a:lnTo>
                    <a:pt x="7438290" y="2635082"/>
                  </a:lnTo>
                  <a:lnTo>
                    <a:pt x="7541063" y="2624254"/>
                  </a:lnTo>
                  <a:lnTo>
                    <a:pt x="7637212" y="2612355"/>
                  </a:lnTo>
                  <a:lnTo>
                    <a:pt x="7726375" y="2599302"/>
                  </a:lnTo>
                  <a:lnTo>
                    <a:pt x="7808636" y="2584985"/>
                  </a:lnTo>
                  <a:lnTo>
                    <a:pt x="7884385" y="2569258"/>
                  </a:lnTo>
                  <a:lnTo>
                    <a:pt x="7954213" y="2551952"/>
                  </a:lnTo>
                  <a:lnTo>
                    <a:pt x="8018830" y="2532874"/>
                  </a:lnTo>
                  <a:lnTo>
                    <a:pt x="8078996" y="2511825"/>
                  </a:lnTo>
                  <a:lnTo>
                    <a:pt x="8135476" y="2488615"/>
                  </a:lnTo>
                  <a:lnTo>
                    <a:pt x="8189002" y="2463096"/>
                  </a:lnTo>
                  <a:lnTo>
                    <a:pt x="8229629" y="2441262"/>
                  </a:lnTo>
                  <a:lnTo>
                    <a:pt x="8283121" y="2409176"/>
                  </a:lnTo>
                  <a:lnTo>
                    <a:pt x="8335091" y="2374292"/>
                  </a:lnTo>
                  <a:lnTo>
                    <a:pt x="8386032" y="2336558"/>
                  </a:lnTo>
                  <a:lnTo>
                    <a:pt x="8436323" y="2295987"/>
                  </a:lnTo>
                  <a:lnTo>
                    <a:pt x="8486248" y="2252672"/>
                  </a:lnTo>
                  <a:lnTo>
                    <a:pt x="8536013" y="2206782"/>
                  </a:lnTo>
                  <a:lnTo>
                    <a:pt x="8585755" y="2158574"/>
                  </a:lnTo>
                  <a:lnTo>
                    <a:pt x="8635555" y="2108384"/>
                  </a:lnTo>
                  <a:lnTo>
                    <a:pt x="8685442" y="2056624"/>
                  </a:lnTo>
                  <a:lnTo>
                    <a:pt x="8735410" y="2003767"/>
                  </a:lnTo>
                  <a:lnTo>
                    <a:pt x="8785427" y="1950332"/>
                  </a:lnTo>
                  <a:lnTo>
                    <a:pt x="8835447" y="1896862"/>
                  </a:lnTo>
                  <a:lnTo>
                    <a:pt x="8885424" y="1843901"/>
                  </a:lnTo>
                  <a:lnTo>
                    <a:pt x="8935322" y="1791973"/>
                  </a:lnTo>
                  <a:lnTo>
                    <a:pt x="8985132" y="1741557"/>
                  </a:lnTo>
                  <a:lnTo>
                    <a:pt x="9034878" y="1693074"/>
                  </a:lnTo>
                  <a:lnTo>
                    <a:pt x="9084634" y="1646870"/>
                  </a:lnTo>
                  <a:lnTo>
                    <a:pt x="9134529" y="1603213"/>
                  </a:lnTo>
                  <a:lnTo>
                    <a:pt x="9184758" y="1562284"/>
                  </a:lnTo>
                  <a:lnTo>
                    <a:pt x="9235596" y="1524183"/>
                  </a:lnTo>
                  <a:lnTo>
                    <a:pt x="9287410" y="1488934"/>
                  </a:lnTo>
                  <a:lnTo>
                    <a:pt x="9340674" y="1456495"/>
                  </a:lnTo>
                  <a:lnTo>
                    <a:pt x="9347647" y="1452529"/>
                  </a:lnTo>
                  <a:lnTo>
                    <a:pt x="9399309" y="1425136"/>
                  </a:lnTo>
                  <a:lnTo>
                    <a:pt x="9453398" y="1400111"/>
                  </a:lnTo>
                  <a:lnTo>
                    <a:pt x="9510590" y="1377370"/>
                  </a:lnTo>
                  <a:lnTo>
                    <a:pt x="9571627" y="1356751"/>
                  </a:lnTo>
                  <a:lnTo>
                    <a:pt x="9637276" y="1338062"/>
                  </a:lnTo>
                  <a:lnTo>
                    <a:pt x="9708293" y="1321103"/>
                  </a:lnTo>
                  <a:lnTo>
                    <a:pt x="9785366" y="1305686"/>
                  </a:lnTo>
                  <a:lnTo>
                    <a:pt x="9869053" y="1291645"/>
                  </a:lnTo>
                  <a:lnTo>
                    <a:pt x="9959690" y="1278843"/>
                  </a:lnTo>
                  <a:lnTo>
                    <a:pt x="10057277" y="1267174"/>
                  </a:lnTo>
                  <a:lnTo>
                    <a:pt x="10161344" y="1256565"/>
                  </a:lnTo>
                  <a:lnTo>
                    <a:pt x="10270803" y="1246974"/>
                  </a:lnTo>
                  <a:lnTo>
                    <a:pt x="10383829" y="1238390"/>
                  </a:lnTo>
                  <a:lnTo>
                    <a:pt x="10497796" y="1230822"/>
                  </a:lnTo>
                  <a:lnTo>
                    <a:pt x="10609337" y="1224292"/>
                  </a:lnTo>
                  <a:lnTo>
                    <a:pt x="10714570" y="1218817"/>
                  </a:lnTo>
                  <a:lnTo>
                    <a:pt x="10809498" y="1214398"/>
                  </a:lnTo>
                  <a:lnTo>
                    <a:pt x="10890559" y="1211000"/>
                  </a:lnTo>
                  <a:lnTo>
                    <a:pt x="10955204" y="1208548"/>
                  </a:lnTo>
                  <a:lnTo>
                    <a:pt x="11002369" y="1206922"/>
                  </a:lnTo>
                  <a:lnTo>
                    <a:pt x="11032735" y="1205967"/>
                  </a:lnTo>
                  <a:lnTo>
                    <a:pt x="11048727" y="1205507"/>
                  </a:lnTo>
                  <a:lnTo>
                    <a:pt x="11054333" y="1205359"/>
                  </a:lnTo>
                  <a:lnTo>
                    <a:pt x="11054891" y="1205345"/>
                  </a:lnTo>
                  <a:lnTo>
                    <a:pt x="12049831" y="1205345"/>
                  </a:lnTo>
                  <a:lnTo>
                    <a:pt x="12049831" y="1200105"/>
                  </a:lnTo>
                  <a:lnTo>
                    <a:pt x="11054891" y="1200105"/>
                  </a:lnTo>
                  <a:lnTo>
                    <a:pt x="11053772" y="1200133"/>
                  </a:lnTo>
                  <a:lnTo>
                    <a:pt x="11046384" y="1200331"/>
                  </a:lnTo>
                  <a:lnTo>
                    <a:pt x="11027654" y="1200880"/>
                  </a:lnTo>
                  <a:lnTo>
                    <a:pt x="10993903" y="1201962"/>
                  </a:lnTo>
                  <a:lnTo>
                    <a:pt x="10943062" y="1203749"/>
                  </a:lnTo>
                  <a:lnTo>
                    <a:pt x="10874825" y="1206391"/>
                  </a:lnTo>
                  <a:lnTo>
                    <a:pt x="10790597" y="1209999"/>
                  </a:lnTo>
                  <a:lnTo>
                    <a:pt x="10693185" y="1214638"/>
                  </a:lnTo>
                  <a:lnTo>
                    <a:pt x="10586292" y="1220336"/>
                  </a:lnTo>
                  <a:lnTo>
                    <a:pt x="10473931" y="1227086"/>
                  </a:lnTo>
                  <a:lnTo>
                    <a:pt x="10359905" y="1234869"/>
                  </a:lnTo>
                  <a:lnTo>
                    <a:pt x="10247438" y="1243665"/>
                  </a:lnTo>
                  <a:lnTo>
                    <a:pt x="10138986" y="1253468"/>
                  </a:lnTo>
                  <a:lnTo>
                    <a:pt x="10036213" y="1264295"/>
                  </a:lnTo>
                  <a:lnTo>
                    <a:pt x="9940065" y="1276195"/>
                  </a:lnTo>
                  <a:lnTo>
                    <a:pt x="9850901" y="1289247"/>
                  </a:lnTo>
                  <a:lnTo>
                    <a:pt x="9768641" y="1303565"/>
                  </a:lnTo>
                  <a:lnTo>
                    <a:pt x="9692892" y="1319291"/>
                  </a:lnTo>
                  <a:lnTo>
                    <a:pt x="9623063" y="1336598"/>
                  </a:lnTo>
                  <a:lnTo>
                    <a:pt x="9558446" y="1355676"/>
                  </a:lnTo>
                  <a:lnTo>
                    <a:pt x="9498281" y="1376724"/>
                  </a:lnTo>
                  <a:lnTo>
                    <a:pt x="9441800" y="1399934"/>
                  </a:lnTo>
                  <a:lnTo>
                    <a:pt x="9388274" y="1425453"/>
                  </a:lnTo>
                  <a:lnTo>
                    <a:pt x="9347647" y="1447288"/>
                  </a:lnTo>
                  <a:lnTo>
                    <a:pt x="9294155" y="1479373"/>
                  </a:lnTo>
                  <a:lnTo>
                    <a:pt x="9242185" y="1514257"/>
                  </a:lnTo>
                  <a:lnTo>
                    <a:pt x="9191244" y="1551992"/>
                  </a:lnTo>
                  <a:lnTo>
                    <a:pt x="9140954" y="1592562"/>
                  </a:lnTo>
                  <a:lnTo>
                    <a:pt x="9091029" y="1635878"/>
                  </a:lnTo>
                  <a:lnTo>
                    <a:pt x="9041264" y="1681767"/>
                  </a:lnTo>
                  <a:lnTo>
                    <a:pt x="8991521" y="1729975"/>
                  </a:lnTo>
                  <a:lnTo>
                    <a:pt x="8941722" y="1780165"/>
                  </a:lnTo>
                  <a:lnTo>
                    <a:pt x="8891835" y="1831925"/>
                  </a:lnTo>
                  <a:lnTo>
                    <a:pt x="8841867" y="1884782"/>
                  </a:lnTo>
                  <a:lnTo>
                    <a:pt x="8791850" y="1938217"/>
                  </a:lnTo>
                  <a:lnTo>
                    <a:pt x="8741829" y="1991687"/>
                  </a:lnTo>
                  <a:lnTo>
                    <a:pt x="8691853" y="2044648"/>
                  </a:lnTo>
                  <a:lnTo>
                    <a:pt x="8641954" y="2096577"/>
                  </a:lnTo>
                  <a:lnTo>
                    <a:pt x="8592145" y="2146993"/>
                  </a:lnTo>
                  <a:lnTo>
                    <a:pt x="8542398" y="2195476"/>
                  </a:lnTo>
                  <a:lnTo>
                    <a:pt x="8492642" y="2241679"/>
                  </a:lnTo>
                  <a:lnTo>
                    <a:pt x="8442748" y="2285337"/>
                  </a:lnTo>
                  <a:lnTo>
                    <a:pt x="8392518" y="2326266"/>
                  </a:lnTo>
                  <a:lnTo>
                    <a:pt x="8341680" y="2364367"/>
                  </a:lnTo>
                  <a:lnTo>
                    <a:pt x="8289867" y="2399615"/>
                  </a:lnTo>
                  <a:lnTo>
                    <a:pt x="8236602" y="2432055"/>
                  </a:lnTo>
                  <a:lnTo>
                    <a:pt x="8229629" y="2436021"/>
                  </a:lnTo>
                  <a:lnTo>
                    <a:pt x="8177968" y="2463414"/>
                  </a:lnTo>
                  <a:lnTo>
                    <a:pt x="8123879" y="2488439"/>
                  </a:lnTo>
                  <a:lnTo>
                    <a:pt x="8066687" y="2511180"/>
                  </a:lnTo>
                  <a:lnTo>
                    <a:pt x="8005650" y="2531798"/>
                  </a:lnTo>
                  <a:lnTo>
                    <a:pt x="7940000" y="2550487"/>
                  </a:lnTo>
                  <a:lnTo>
                    <a:pt x="7868983" y="2567447"/>
                  </a:lnTo>
                  <a:lnTo>
                    <a:pt x="7791910" y="2582864"/>
                  </a:lnTo>
                  <a:lnTo>
                    <a:pt x="7708223" y="2596905"/>
                  </a:lnTo>
                  <a:lnTo>
                    <a:pt x="7617587" y="2609706"/>
                  </a:lnTo>
                  <a:lnTo>
                    <a:pt x="7519999" y="2621375"/>
                  </a:lnTo>
                  <a:lnTo>
                    <a:pt x="7415932" y="2631985"/>
                  </a:lnTo>
                  <a:lnTo>
                    <a:pt x="7306473" y="2641575"/>
                  </a:lnTo>
                  <a:lnTo>
                    <a:pt x="7193447" y="2650159"/>
                  </a:lnTo>
                  <a:lnTo>
                    <a:pt x="7079481" y="2657727"/>
                  </a:lnTo>
                  <a:lnTo>
                    <a:pt x="6967939" y="2664258"/>
                  </a:lnTo>
                  <a:lnTo>
                    <a:pt x="6862707" y="2669733"/>
                  </a:lnTo>
                  <a:lnTo>
                    <a:pt x="6767779" y="2674152"/>
                  </a:lnTo>
                  <a:lnTo>
                    <a:pt x="6686717" y="2677550"/>
                  </a:lnTo>
                  <a:lnTo>
                    <a:pt x="6622073" y="2680002"/>
                  </a:lnTo>
                  <a:lnTo>
                    <a:pt x="6574908" y="2681628"/>
                  </a:lnTo>
                  <a:lnTo>
                    <a:pt x="6544542" y="2682582"/>
                  </a:lnTo>
                  <a:lnTo>
                    <a:pt x="6528550" y="2683042"/>
                  </a:lnTo>
                  <a:lnTo>
                    <a:pt x="6522943" y="2683190"/>
                  </a:lnTo>
                  <a:lnTo>
                    <a:pt x="6522385" y="2683204"/>
                  </a:lnTo>
                  <a:lnTo>
                    <a:pt x="5527445" y="2683204"/>
                  </a:lnTo>
                  <a:lnTo>
                    <a:pt x="5526363" y="2683155"/>
                  </a:lnTo>
                  <a:lnTo>
                    <a:pt x="5519215" y="2682808"/>
                  </a:lnTo>
                  <a:lnTo>
                    <a:pt x="5501076" y="2681849"/>
                  </a:lnTo>
                  <a:lnTo>
                    <a:pt x="5468349" y="2679959"/>
                  </a:lnTo>
                  <a:lnTo>
                    <a:pt x="5418970" y="2676833"/>
                  </a:lnTo>
                  <a:lnTo>
                    <a:pt x="5352554" y="2672209"/>
                  </a:lnTo>
                  <a:lnTo>
                    <a:pt x="5270363" y="2665889"/>
                  </a:lnTo>
                  <a:lnTo>
                    <a:pt x="5175026" y="2657750"/>
                  </a:lnTo>
                  <a:lnTo>
                    <a:pt x="5070073" y="2647742"/>
                  </a:lnTo>
                  <a:lnTo>
                    <a:pt x="4959377" y="2635869"/>
                  </a:lnTo>
                  <a:lnTo>
                    <a:pt x="4846656" y="2622166"/>
                  </a:lnTo>
                  <a:lnTo>
                    <a:pt x="4735106" y="2606668"/>
                  </a:lnTo>
                  <a:lnTo>
                    <a:pt x="4627202" y="2589390"/>
                  </a:lnTo>
                  <a:lnTo>
                    <a:pt x="4524657" y="2570308"/>
                  </a:lnTo>
                  <a:lnTo>
                    <a:pt x="4428484" y="2549347"/>
                  </a:lnTo>
                  <a:lnTo>
                    <a:pt x="4339113" y="2526376"/>
                  </a:lnTo>
                  <a:lnTo>
                    <a:pt x="4256530" y="2501208"/>
                  </a:lnTo>
                  <a:lnTo>
                    <a:pt x="4180405" y="2473602"/>
                  </a:lnTo>
                  <a:lnTo>
                    <a:pt x="4110196" y="2443267"/>
                  </a:lnTo>
                  <a:lnTo>
                    <a:pt x="4045237" y="2409875"/>
                  </a:lnTo>
                  <a:lnTo>
                    <a:pt x="3984799" y="2373077"/>
                  </a:lnTo>
                  <a:lnTo>
                    <a:pt x="3928140" y="2332533"/>
                  </a:lnTo>
                  <a:lnTo>
                    <a:pt x="3874542" y="2287961"/>
                  </a:lnTo>
                  <a:lnTo>
                    <a:pt x="3823348" y="2239203"/>
                  </a:lnTo>
                  <a:lnTo>
                    <a:pt x="3820202" y="2236003"/>
                  </a:lnTo>
                  <a:lnTo>
                    <a:pt x="3775091" y="2187510"/>
                  </a:lnTo>
                  <a:lnTo>
                    <a:pt x="3731118" y="2135451"/>
                  </a:lnTo>
                  <a:lnTo>
                    <a:pt x="3687973" y="2079753"/>
                  </a:lnTo>
                  <a:lnTo>
                    <a:pt x="3645405" y="2020402"/>
                  </a:lnTo>
                  <a:lnTo>
                    <a:pt x="3603215" y="1957450"/>
                  </a:lnTo>
                  <a:lnTo>
                    <a:pt x="3561248" y="1891017"/>
                  </a:lnTo>
                  <a:lnTo>
                    <a:pt x="3519387" y="1821300"/>
                  </a:lnTo>
                  <a:lnTo>
                    <a:pt x="3477550" y="1748571"/>
                  </a:lnTo>
                  <a:lnTo>
                    <a:pt x="3435683" y="1673176"/>
                  </a:lnTo>
                  <a:lnTo>
                    <a:pt x="3393759" y="1595531"/>
                  </a:lnTo>
                  <a:lnTo>
                    <a:pt x="3351772" y="1516115"/>
                  </a:lnTo>
                  <a:lnTo>
                    <a:pt x="3309732" y="1435458"/>
                  </a:lnTo>
                  <a:lnTo>
                    <a:pt x="3267659" y="1354124"/>
                  </a:lnTo>
                  <a:lnTo>
                    <a:pt x="3225582" y="1272699"/>
                  </a:lnTo>
                  <a:lnTo>
                    <a:pt x="3183529" y="1191772"/>
                  </a:lnTo>
                  <a:lnTo>
                    <a:pt x="3141524" y="1111917"/>
                  </a:lnTo>
                  <a:lnTo>
                    <a:pt x="3099581" y="1033674"/>
                  </a:lnTo>
                  <a:lnTo>
                    <a:pt x="3057698" y="957540"/>
                  </a:lnTo>
                  <a:lnTo>
                    <a:pt x="3015857" y="883951"/>
                  </a:lnTo>
                  <a:lnTo>
                    <a:pt x="2974010" y="813276"/>
                  </a:lnTo>
                  <a:lnTo>
                    <a:pt x="2932087" y="745809"/>
                  </a:lnTo>
                  <a:lnTo>
                    <a:pt x="2889980" y="681771"/>
                  </a:lnTo>
                  <a:lnTo>
                    <a:pt x="2847547" y="621305"/>
                  </a:lnTo>
                  <a:lnTo>
                    <a:pt x="2804603" y="564483"/>
                  </a:lnTo>
                  <a:lnTo>
                    <a:pt x="2760915" y="511310"/>
                  </a:lnTo>
                  <a:lnTo>
                    <a:pt x="2716191" y="461732"/>
                  </a:lnTo>
                  <a:lnTo>
                    <a:pt x="2702183" y="447200"/>
                  </a:lnTo>
                  <a:lnTo>
                    <a:pt x="2651120" y="398180"/>
                  </a:lnTo>
                  <a:lnTo>
                    <a:pt x="2597691" y="353347"/>
                  </a:lnTo>
                  <a:lnTo>
                    <a:pt x="2541245" y="312558"/>
                  </a:lnTo>
                  <a:lnTo>
                    <a:pt x="2481067" y="275535"/>
                  </a:lnTo>
                  <a:lnTo>
                    <a:pt x="2416413" y="241939"/>
                  </a:lnTo>
                  <a:lnTo>
                    <a:pt x="2346554" y="211422"/>
                  </a:lnTo>
                  <a:lnTo>
                    <a:pt x="2270818" y="183653"/>
                  </a:lnTo>
                  <a:lnTo>
                    <a:pt x="2188653" y="158340"/>
                  </a:lnTo>
                  <a:lnTo>
                    <a:pt x="2099713" y="135238"/>
                  </a:lnTo>
                  <a:lnTo>
                    <a:pt x="2003959" y="114155"/>
                  </a:lnTo>
                  <a:lnTo>
                    <a:pt x="1901791" y="94958"/>
                  </a:lnTo>
                  <a:lnTo>
                    <a:pt x="1794180" y="77568"/>
                  </a:lnTo>
                  <a:lnTo>
                    <a:pt x="1682794" y="61958"/>
                  </a:lnTo>
                  <a:lnTo>
                    <a:pt x="1570060" y="48141"/>
                  </a:lnTo>
                  <a:lnTo>
                    <a:pt x="1459131" y="36152"/>
                  </a:lnTo>
                  <a:lnTo>
                    <a:pt x="1353703" y="26027"/>
                  </a:lnTo>
                  <a:lnTo>
                    <a:pt x="1257653" y="17771"/>
                  </a:lnTo>
                  <a:lnTo>
                    <a:pt x="1174547" y="11340"/>
                  </a:lnTo>
                  <a:lnTo>
                    <a:pt x="1107088" y="6614"/>
                  </a:lnTo>
                  <a:lnTo>
                    <a:pt x="1056633" y="3402"/>
                  </a:lnTo>
                  <a:lnTo>
                    <a:pt x="1022905" y="1442"/>
                  </a:lnTo>
                  <a:lnTo>
                    <a:pt x="1003941" y="434"/>
                  </a:lnTo>
                  <a:lnTo>
                    <a:pt x="996235" y="5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64" name="pl663"/>
            <p:cNvSpPr/>
            <p:nvPr/>
          </p:nvSpPr>
          <p:spPr>
            <a:xfrm>
              <a:off x="1199187" y="3888385"/>
              <a:ext cx="12049831" cy="2683204"/>
            </a:xfrm>
            <a:custGeom>
              <a:avLst/>
              <a:pathLst>
                <a:path w="12049831" h="2683204">
                  <a:moveTo>
                    <a:pt x="0" y="0"/>
                  </a:moveTo>
                  <a:lnTo>
                    <a:pt x="994940" y="0"/>
                  </a:lnTo>
                  <a:lnTo>
                    <a:pt x="996022" y="48"/>
                  </a:lnTo>
                  <a:lnTo>
                    <a:pt x="1003170" y="395"/>
                  </a:lnTo>
                  <a:lnTo>
                    <a:pt x="1021309" y="1354"/>
                  </a:lnTo>
                  <a:lnTo>
                    <a:pt x="1054036" y="3245"/>
                  </a:lnTo>
                  <a:lnTo>
                    <a:pt x="1103415" y="6371"/>
                  </a:lnTo>
                  <a:lnTo>
                    <a:pt x="1169831" y="10995"/>
                  </a:lnTo>
                  <a:lnTo>
                    <a:pt x="1252022" y="17315"/>
                  </a:lnTo>
                  <a:lnTo>
                    <a:pt x="1347359" y="25454"/>
                  </a:lnTo>
                  <a:lnTo>
                    <a:pt x="1452312" y="35462"/>
                  </a:lnTo>
                  <a:lnTo>
                    <a:pt x="1563008" y="47334"/>
                  </a:lnTo>
                  <a:lnTo>
                    <a:pt x="1675729" y="61038"/>
                  </a:lnTo>
                  <a:lnTo>
                    <a:pt x="1787279" y="76536"/>
                  </a:lnTo>
                  <a:lnTo>
                    <a:pt x="1895183" y="93814"/>
                  </a:lnTo>
                  <a:lnTo>
                    <a:pt x="1997728" y="112896"/>
                  </a:lnTo>
                  <a:lnTo>
                    <a:pt x="2093901" y="133857"/>
                  </a:lnTo>
                  <a:lnTo>
                    <a:pt x="2183272" y="156828"/>
                  </a:lnTo>
                  <a:lnTo>
                    <a:pt x="2265855" y="181995"/>
                  </a:lnTo>
                  <a:lnTo>
                    <a:pt x="2341980" y="209602"/>
                  </a:lnTo>
                  <a:lnTo>
                    <a:pt x="2412189" y="239937"/>
                  </a:lnTo>
                  <a:lnTo>
                    <a:pt x="2477148" y="273329"/>
                  </a:lnTo>
                  <a:lnTo>
                    <a:pt x="2537586" y="310127"/>
                  </a:lnTo>
                  <a:lnTo>
                    <a:pt x="2594245" y="350670"/>
                  </a:lnTo>
                  <a:lnTo>
                    <a:pt x="2647843" y="395243"/>
                  </a:lnTo>
                  <a:lnTo>
                    <a:pt x="2699037" y="444001"/>
                  </a:lnTo>
                  <a:lnTo>
                    <a:pt x="2702183" y="447200"/>
                  </a:lnTo>
                  <a:lnTo>
                    <a:pt x="2747294" y="495694"/>
                  </a:lnTo>
                  <a:lnTo>
                    <a:pt x="2791267" y="547753"/>
                  </a:lnTo>
                  <a:lnTo>
                    <a:pt x="2834412" y="603451"/>
                  </a:lnTo>
                  <a:lnTo>
                    <a:pt x="2876980" y="662801"/>
                  </a:lnTo>
                  <a:lnTo>
                    <a:pt x="2919170" y="725754"/>
                  </a:lnTo>
                  <a:lnTo>
                    <a:pt x="2961137" y="792186"/>
                  </a:lnTo>
                  <a:lnTo>
                    <a:pt x="3002998" y="861903"/>
                  </a:lnTo>
                  <a:lnTo>
                    <a:pt x="3044835" y="934633"/>
                  </a:lnTo>
                  <a:lnTo>
                    <a:pt x="3086702" y="1010028"/>
                  </a:lnTo>
                  <a:lnTo>
                    <a:pt x="3128626" y="1087673"/>
                  </a:lnTo>
                  <a:lnTo>
                    <a:pt x="3170613" y="1167088"/>
                  </a:lnTo>
                  <a:lnTo>
                    <a:pt x="3212653" y="1247746"/>
                  </a:lnTo>
                  <a:lnTo>
                    <a:pt x="3254726" y="1329080"/>
                  </a:lnTo>
                  <a:lnTo>
                    <a:pt x="3296803" y="1410504"/>
                  </a:lnTo>
                  <a:lnTo>
                    <a:pt x="3338856" y="1491431"/>
                  </a:lnTo>
                  <a:lnTo>
                    <a:pt x="3380861" y="1571287"/>
                  </a:lnTo>
                  <a:lnTo>
                    <a:pt x="3422804" y="1649530"/>
                  </a:lnTo>
                  <a:lnTo>
                    <a:pt x="3464687" y="1725664"/>
                  </a:lnTo>
                  <a:lnTo>
                    <a:pt x="3506528" y="1799253"/>
                  </a:lnTo>
                  <a:lnTo>
                    <a:pt x="3548375" y="1869928"/>
                  </a:lnTo>
                  <a:lnTo>
                    <a:pt x="3590298" y="1937395"/>
                  </a:lnTo>
                  <a:lnTo>
                    <a:pt x="3632405" y="2001433"/>
                  </a:lnTo>
                  <a:lnTo>
                    <a:pt x="3674838" y="2061899"/>
                  </a:lnTo>
                  <a:lnTo>
                    <a:pt x="3717782" y="2118721"/>
                  </a:lnTo>
                  <a:lnTo>
                    <a:pt x="3761470" y="2171893"/>
                  </a:lnTo>
                  <a:lnTo>
                    <a:pt x="3806194" y="2221472"/>
                  </a:lnTo>
                  <a:lnTo>
                    <a:pt x="3820202" y="2236003"/>
                  </a:lnTo>
                  <a:lnTo>
                    <a:pt x="3871265" y="2285024"/>
                  </a:lnTo>
                  <a:lnTo>
                    <a:pt x="3924694" y="2329857"/>
                  </a:lnTo>
                  <a:lnTo>
                    <a:pt x="3981140" y="2370646"/>
                  </a:lnTo>
                  <a:lnTo>
                    <a:pt x="4041318" y="2407669"/>
                  </a:lnTo>
                  <a:lnTo>
                    <a:pt x="4105972" y="2441264"/>
                  </a:lnTo>
                  <a:lnTo>
                    <a:pt x="4175831" y="2471782"/>
                  </a:lnTo>
                  <a:lnTo>
                    <a:pt x="4251567" y="2499550"/>
                  </a:lnTo>
                  <a:lnTo>
                    <a:pt x="4333732" y="2524863"/>
                  </a:lnTo>
                  <a:lnTo>
                    <a:pt x="4422672" y="2547966"/>
                  </a:lnTo>
                  <a:lnTo>
                    <a:pt x="4518426" y="2569049"/>
                  </a:lnTo>
                  <a:lnTo>
                    <a:pt x="4620594" y="2588246"/>
                  </a:lnTo>
                  <a:lnTo>
                    <a:pt x="4728205" y="2605636"/>
                  </a:lnTo>
                  <a:lnTo>
                    <a:pt x="4839591" y="2621246"/>
                  </a:lnTo>
                  <a:lnTo>
                    <a:pt x="4952325" y="2635063"/>
                  </a:lnTo>
                  <a:lnTo>
                    <a:pt x="5063254" y="2647051"/>
                  </a:lnTo>
                  <a:lnTo>
                    <a:pt x="5168682" y="2657177"/>
                  </a:lnTo>
                  <a:lnTo>
                    <a:pt x="5264732" y="2665432"/>
                  </a:lnTo>
                  <a:lnTo>
                    <a:pt x="5347838" y="2671864"/>
                  </a:lnTo>
                  <a:lnTo>
                    <a:pt x="5415297" y="2676589"/>
                  </a:lnTo>
                  <a:lnTo>
                    <a:pt x="5465752" y="2679802"/>
                  </a:lnTo>
                  <a:lnTo>
                    <a:pt x="5499480" y="2681761"/>
                  </a:lnTo>
                  <a:lnTo>
                    <a:pt x="5518444" y="2682769"/>
                  </a:lnTo>
                  <a:lnTo>
                    <a:pt x="5526150" y="2683146"/>
                  </a:lnTo>
                  <a:lnTo>
                    <a:pt x="5527445" y="2683204"/>
                  </a:lnTo>
                  <a:lnTo>
                    <a:pt x="5527445" y="2683204"/>
                  </a:lnTo>
                  <a:lnTo>
                    <a:pt x="6522385" y="2683204"/>
                  </a:lnTo>
                  <a:lnTo>
                    <a:pt x="6523505" y="2683176"/>
                  </a:lnTo>
                  <a:lnTo>
                    <a:pt x="6530893" y="2682978"/>
                  </a:lnTo>
                  <a:lnTo>
                    <a:pt x="6549623" y="2682429"/>
                  </a:lnTo>
                  <a:lnTo>
                    <a:pt x="6583373" y="2681347"/>
                  </a:lnTo>
                  <a:lnTo>
                    <a:pt x="6634214" y="2679560"/>
                  </a:lnTo>
                  <a:lnTo>
                    <a:pt x="6702451" y="2676917"/>
                  </a:lnTo>
                  <a:lnTo>
                    <a:pt x="6786680" y="2673310"/>
                  </a:lnTo>
                  <a:lnTo>
                    <a:pt x="6884092" y="2668670"/>
                  </a:lnTo>
                  <a:lnTo>
                    <a:pt x="6990985" y="2662973"/>
                  </a:lnTo>
                  <a:lnTo>
                    <a:pt x="7103345" y="2656223"/>
                  </a:lnTo>
                  <a:lnTo>
                    <a:pt x="7217371" y="2648440"/>
                  </a:lnTo>
                  <a:lnTo>
                    <a:pt x="7329839" y="2639644"/>
                  </a:lnTo>
                  <a:lnTo>
                    <a:pt x="7438290" y="2629841"/>
                  </a:lnTo>
                  <a:lnTo>
                    <a:pt x="7541063" y="2619014"/>
                  </a:lnTo>
                  <a:lnTo>
                    <a:pt x="7637212" y="2607114"/>
                  </a:lnTo>
                  <a:lnTo>
                    <a:pt x="7726375" y="2594062"/>
                  </a:lnTo>
                  <a:lnTo>
                    <a:pt x="7808636" y="2579744"/>
                  </a:lnTo>
                  <a:lnTo>
                    <a:pt x="7884385" y="2564017"/>
                  </a:lnTo>
                  <a:lnTo>
                    <a:pt x="7954213" y="2546711"/>
                  </a:lnTo>
                  <a:lnTo>
                    <a:pt x="8018830" y="2527633"/>
                  </a:lnTo>
                  <a:lnTo>
                    <a:pt x="8078996" y="2506584"/>
                  </a:lnTo>
                  <a:lnTo>
                    <a:pt x="8135476" y="2483375"/>
                  </a:lnTo>
                  <a:lnTo>
                    <a:pt x="8189002" y="2457856"/>
                  </a:lnTo>
                  <a:lnTo>
                    <a:pt x="8229629" y="2436021"/>
                  </a:lnTo>
                  <a:lnTo>
                    <a:pt x="8283121" y="2403935"/>
                  </a:lnTo>
                  <a:lnTo>
                    <a:pt x="8335091" y="2369052"/>
                  </a:lnTo>
                  <a:lnTo>
                    <a:pt x="8386032" y="2331317"/>
                  </a:lnTo>
                  <a:lnTo>
                    <a:pt x="8436323" y="2290747"/>
                  </a:lnTo>
                  <a:lnTo>
                    <a:pt x="8486248" y="2247431"/>
                  </a:lnTo>
                  <a:lnTo>
                    <a:pt x="8536013" y="2201542"/>
                  </a:lnTo>
                  <a:lnTo>
                    <a:pt x="8585755" y="2153334"/>
                  </a:lnTo>
                  <a:lnTo>
                    <a:pt x="8635555" y="2103144"/>
                  </a:lnTo>
                  <a:lnTo>
                    <a:pt x="8685442" y="2051384"/>
                  </a:lnTo>
                  <a:lnTo>
                    <a:pt x="8735410" y="1998527"/>
                  </a:lnTo>
                  <a:lnTo>
                    <a:pt x="8785427" y="1945092"/>
                  </a:lnTo>
                  <a:lnTo>
                    <a:pt x="8835447" y="1891621"/>
                  </a:lnTo>
                  <a:lnTo>
                    <a:pt x="8885424" y="1838661"/>
                  </a:lnTo>
                  <a:lnTo>
                    <a:pt x="8935322" y="1786732"/>
                  </a:lnTo>
                  <a:lnTo>
                    <a:pt x="8985132" y="1736316"/>
                  </a:lnTo>
                  <a:lnTo>
                    <a:pt x="9034878" y="1687833"/>
                  </a:lnTo>
                  <a:lnTo>
                    <a:pt x="9084634" y="1641630"/>
                  </a:lnTo>
                  <a:lnTo>
                    <a:pt x="9134529" y="1597972"/>
                  </a:lnTo>
                  <a:lnTo>
                    <a:pt x="9184758" y="1557043"/>
                  </a:lnTo>
                  <a:lnTo>
                    <a:pt x="9235596" y="1518942"/>
                  </a:lnTo>
                  <a:lnTo>
                    <a:pt x="9287410" y="1483694"/>
                  </a:lnTo>
                  <a:lnTo>
                    <a:pt x="9340674" y="1451254"/>
                  </a:lnTo>
                  <a:lnTo>
                    <a:pt x="9347647" y="1447288"/>
                  </a:lnTo>
                  <a:lnTo>
                    <a:pt x="9399309" y="1419895"/>
                  </a:lnTo>
                  <a:lnTo>
                    <a:pt x="9453398" y="1394870"/>
                  </a:lnTo>
                  <a:lnTo>
                    <a:pt x="9510590" y="1372129"/>
                  </a:lnTo>
                  <a:lnTo>
                    <a:pt x="9571627" y="1351511"/>
                  </a:lnTo>
                  <a:lnTo>
                    <a:pt x="9637276" y="1332822"/>
                  </a:lnTo>
                  <a:lnTo>
                    <a:pt x="9708293" y="1315862"/>
                  </a:lnTo>
                  <a:lnTo>
                    <a:pt x="9785366" y="1300445"/>
                  </a:lnTo>
                  <a:lnTo>
                    <a:pt x="9869053" y="1286404"/>
                  </a:lnTo>
                  <a:lnTo>
                    <a:pt x="9959690" y="1273602"/>
                  </a:lnTo>
                  <a:lnTo>
                    <a:pt x="10057277" y="1261933"/>
                  </a:lnTo>
                  <a:lnTo>
                    <a:pt x="10161344" y="1251324"/>
                  </a:lnTo>
                  <a:lnTo>
                    <a:pt x="10270803" y="1241734"/>
                  </a:lnTo>
                  <a:lnTo>
                    <a:pt x="10383829" y="1233149"/>
                  </a:lnTo>
                  <a:lnTo>
                    <a:pt x="10497796" y="1225581"/>
                  </a:lnTo>
                  <a:lnTo>
                    <a:pt x="10609337" y="1219051"/>
                  </a:lnTo>
                  <a:lnTo>
                    <a:pt x="10714570" y="1213576"/>
                  </a:lnTo>
                  <a:lnTo>
                    <a:pt x="10809498" y="1209157"/>
                  </a:lnTo>
                  <a:lnTo>
                    <a:pt x="10890559" y="1205759"/>
                  </a:lnTo>
                  <a:lnTo>
                    <a:pt x="10955204" y="1203307"/>
                  </a:lnTo>
                  <a:lnTo>
                    <a:pt x="11002369" y="1201681"/>
                  </a:lnTo>
                  <a:lnTo>
                    <a:pt x="11032735" y="1200727"/>
                  </a:lnTo>
                  <a:lnTo>
                    <a:pt x="11048727" y="1200267"/>
                  </a:lnTo>
                  <a:lnTo>
                    <a:pt x="11054333" y="1200118"/>
                  </a:lnTo>
                  <a:lnTo>
                    <a:pt x="11054891" y="1200105"/>
                  </a:lnTo>
                  <a:lnTo>
                    <a:pt x="12049831" y="1200105"/>
                  </a:lnTo>
                  <a:lnTo>
                    <a:pt x="12049831" y="12001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5" name="pl664"/>
            <p:cNvSpPr/>
            <p:nvPr/>
          </p:nvSpPr>
          <p:spPr>
            <a:xfrm>
              <a:off x="1199187" y="3883145"/>
              <a:ext cx="12049831" cy="2683204"/>
            </a:xfrm>
            <a:custGeom>
              <a:avLst/>
              <a:pathLst>
                <a:path w="12049831" h="2683204">
                  <a:moveTo>
                    <a:pt x="12049831" y="1200105"/>
                  </a:moveTo>
                  <a:lnTo>
                    <a:pt x="11054891" y="1200105"/>
                  </a:lnTo>
                  <a:lnTo>
                    <a:pt x="11053772" y="1200133"/>
                  </a:lnTo>
                  <a:lnTo>
                    <a:pt x="11046384" y="1200331"/>
                  </a:lnTo>
                  <a:lnTo>
                    <a:pt x="11027654" y="1200880"/>
                  </a:lnTo>
                  <a:lnTo>
                    <a:pt x="10993903" y="1201962"/>
                  </a:lnTo>
                  <a:lnTo>
                    <a:pt x="10943062" y="1203749"/>
                  </a:lnTo>
                  <a:lnTo>
                    <a:pt x="10874825" y="1206391"/>
                  </a:lnTo>
                  <a:lnTo>
                    <a:pt x="10790597" y="1209999"/>
                  </a:lnTo>
                  <a:lnTo>
                    <a:pt x="10693185" y="1214638"/>
                  </a:lnTo>
                  <a:lnTo>
                    <a:pt x="10586292" y="1220336"/>
                  </a:lnTo>
                  <a:lnTo>
                    <a:pt x="10473931" y="1227086"/>
                  </a:lnTo>
                  <a:lnTo>
                    <a:pt x="10359905" y="1234869"/>
                  </a:lnTo>
                  <a:lnTo>
                    <a:pt x="10247438" y="1243665"/>
                  </a:lnTo>
                  <a:lnTo>
                    <a:pt x="10138986" y="1253468"/>
                  </a:lnTo>
                  <a:lnTo>
                    <a:pt x="10036213" y="1264295"/>
                  </a:lnTo>
                  <a:lnTo>
                    <a:pt x="9940065" y="1276195"/>
                  </a:lnTo>
                  <a:lnTo>
                    <a:pt x="9850901" y="1289247"/>
                  </a:lnTo>
                  <a:lnTo>
                    <a:pt x="9768641" y="1303565"/>
                  </a:lnTo>
                  <a:lnTo>
                    <a:pt x="9692892" y="1319291"/>
                  </a:lnTo>
                  <a:lnTo>
                    <a:pt x="9623063" y="1336598"/>
                  </a:lnTo>
                  <a:lnTo>
                    <a:pt x="9558446" y="1355676"/>
                  </a:lnTo>
                  <a:lnTo>
                    <a:pt x="9498281" y="1376724"/>
                  </a:lnTo>
                  <a:lnTo>
                    <a:pt x="9441800" y="1399934"/>
                  </a:lnTo>
                  <a:lnTo>
                    <a:pt x="9388274" y="1425453"/>
                  </a:lnTo>
                  <a:lnTo>
                    <a:pt x="9347647" y="1447288"/>
                  </a:lnTo>
                  <a:lnTo>
                    <a:pt x="9294155" y="1479373"/>
                  </a:lnTo>
                  <a:lnTo>
                    <a:pt x="9242185" y="1514257"/>
                  </a:lnTo>
                  <a:lnTo>
                    <a:pt x="9191244" y="1551992"/>
                  </a:lnTo>
                  <a:lnTo>
                    <a:pt x="9140954" y="1592562"/>
                  </a:lnTo>
                  <a:lnTo>
                    <a:pt x="9091029" y="1635878"/>
                  </a:lnTo>
                  <a:lnTo>
                    <a:pt x="9041264" y="1681767"/>
                  </a:lnTo>
                  <a:lnTo>
                    <a:pt x="8991521" y="1729975"/>
                  </a:lnTo>
                  <a:lnTo>
                    <a:pt x="8941722" y="1780165"/>
                  </a:lnTo>
                  <a:lnTo>
                    <a:pt x="8891835" y="1831925"/>
                  </a:lnTo>
                  <a:lnTo>
                    <a:pt x="8841867" y="1884782"/>
                  </a:lnTo>
                  <a:lnTo>
                    <a:pt x="8791850" y="1938217"/>
                  </a:lnTo>
                  <a:lnTo>
                    <a:pt x="8741829" y="1991687"/>
                  </a:lnTo>
                  <a:lnTo>
                    <a:pt x="8691853" y="2044648"/>
                  </a:lnTo>
                  <a:lnTo>
                    <a:pt x="8641954" y="2096577"/>
                  </a:lnTo>
                  <a:lnTo>
                    <a:pt x="8592145" y="2146993"/>
                  </a:lnTo>
                  <a:lnTo>
                    <a:pt x="8542398" y="2195476"/>
                  </a:lnTo>
                  <a:lnTo>
                    <a:pt x="8492642" y="2241679"/>
                  </a:lnTo>
                  <a:lnTo>
                    <a:pt x="8442748" y="2285337"/>
                  </a:lnTo>
                  <a:lnTo>
                    <a:pt x="8392518" y="2326266"/>
                  </a:lnTo>
                  <a:lnTo>
                    <a:pt x="8341680" y="2364367"/>
                  </a:lnTo>
                  <a:lnTo>
                    <a:pt x="8289867" y="2399615"/>
                  </a:lnTo>
                  <a:lnTo>
                    <a:pt x="8236602" y="2432055"/>
                  </a:lnTo>
                  <a:lnTo>
                    <a:pt x="8229629" y="2436021"/>
                  </a:lnTo>
                  <a:lnTo>
                    <a:pt x="8177968" y="2463414"/>
                  </a:lnTo>
                  <a:lnTo>
                    <a:pt x="8123879" y="2488439"/>
                  </a:lnTo>
                  <a:lnTo>
                    <a:pt x="8066687" y="2511180"/>
                  </a:lnTo>
                  <a:lnTo>
                    <a:pt x="8005650" y="2531798"/>
                  </a:lnTo>
                  <a:lnTo>
                    <a:pt x="7940000" y="2550487"/>
                  </a:lnTo>
                  <a:lnTo>
                    <a:pt x="7868983" y="2567447"/>
                  </a:lnTo>
                  <a:lnTo>
                    <a:pt x="7791910" y="2582864"/>
                  </a:lnTo>
                  <a:lnTo>
                    <a:pt x="7708223" y="2596905"/>
                  </a:lnTo>
                  <a:lnTo>
                    <a:pt x="7617587" y="2609706"/>
                  </a:lnTo>
                  <a:lnTo>
                    <a:pt x="7519999" y="2621375"/>
                  </a:lnTo>
                  <a:lnTo>
                    <a:pt x="7415932" y="2631985"/>
                  </a:lnTo>
                  <a:lnTo>
                    <a:pt x="7306473" y="2641575"/>
                  </a:lnTo>
                  <a:lnTo>
                    <a:pt x="7193447" y="2650159"/>
                  </a:lnTo>
                  <a:lnTo>
                    <a:pt x="7079481" y="2657727"/>
                  </a:lnTo>
                  <a:lnTo>
                    <a:pt x="6967939" y="2664258"/>
                  </a:lnTo>
                  <a:lnTo>
                    <a:pt x="6862707" y="2669733"/>
                  </a:lnTo>
                  <a:lnTo>
                    <a:pt x="6767779" y="2674152"/>
                  </a:lnTo>
                  <a:lnTo>
                    <a:pt x="6686717" y="2677550"/>
                  </a:lnTo>
                  <a:lnTo>
                    <a:pt x="6622073" y="2680002"/>
                  </a:lnTo>
                  <a:lnTo>
                    <a:pt x="6574908" y="2681628"/>
                  </a:lnTo>
                  <a:lnTo>
                    <a:pt x="6544542" y="2682582"/>
                  </a:lnTo>
                  <a:lnTo>
                    <a:pt x="6528550" y="2683042"/>
                  </a:lnTo>
                  <a:lnTo>
                    <a:pt x="6522943" y="2683190"/>
                  </a:lnTo>
                  <a:lnTo>
                    <a:pt x="6522385" y="2683204"/>
                  </a:lnTo>
                  <a:lnTo>
                    <a:pt x="5527445" y="2683204"/>
                  </a:lnTo>
                  <a:lnTo>
                    <a:pt x="5526363" y="2683155"/>
                  </a:lnTo>
                  <a:lnTo>
                    <a:pt x="5519215" y="2682808"/>
                  </a:lnTo>
                  <a:lnTo>
                    <a:pt x="5501076" y="2681849"/>
                  </a:lnTo>
                  <a:lnTo>
                    <a:pt x="5468349" y="2679959"/>
                  </a:lnTo>
                  <a:lnTo>
                    <a:pt x="5418970" y="2676833"/>
                  </a:lnTo>
                  <a:lnTo>
                    <a:pt x="5352554" y="2672209"/>
                  </a:lnTo>
                  <a:lnTo>
                    <a:pt x="5270363" y="2665889"/>
                  </a:lnTo>
                  <a:lnTo>
                    <a:pt x="5175026" y="2657750"/>
                  </a:lnTo>
                  <a:lnTo>
                    <a:pt x="5070073" y="2647742"/>
                  </a:lnTo>
                  <a:lnTo>
                    <a:pt x="4959377" y="2635869"/>
                  </a:lnTo>
                  <a:lnTo>
                    <a:pt x="4846656" y="2622166"/>
                  </a:lnTo>
                  <a:lnTo>
                    <a:pt x="4735106" y="2606668"/>
                  </a:lnTo>
                  <a:lnTo>
                    <a:pt x="4627202" y="2589390"/>
                  </a:lnTo>
                  <a:lnTo>
                    <a:pt x="4524657" y="2570308"/>
                  </a:lnTo>
                  <a:lnTo>
                    <a:pt x="4428484" y="2549347"/>
                  </a:lnTo>
                  <a:lnTo>
                    <a:pt x="4339113" y="2526376"/>
                  </a:lnTo>
                  <a:lnTo>
                    <a:pt x="4256530" y="2501208"/>
                  </a:lnTo>
                  <a:lnTo>
                    <a:pt x="4180405" y="2473602"/>
                  </a:lnTo>
                  <a:lnTo>
                    <a:pt x="4110196" y="2443267"/>
                  </a:lnTo>
                  <a:lnTo>
                    <a:pt x="4045237" y="2409875"/>
                  </a:lnTo>
                  <a:lnTo>
                    <a:pt x="3984799" y="2373077"/>
                  </a:lnTo>
                  <a:lnTo>
                    <a:pt x="3928140" y="2332533"/>
                  </a:lnTo>
                  <a:lnTo>
                    <a:pt x="3874542" y="2287961"/>
                  </a:lnTo>
                  <a:lnTo>
                    <a:pt x="3823348" y="2239203"/>
                  </a:lnTo>
                  <a:lnTo>
                    <a:pt x="3820202" y="2236003"/>
                  </a:lnTo>
                  <a:lnTo>
                    <a:pt x="3775091" y="2187510"/>
                  </a:lnTo>
                  <a:lnTo>
                    <a:pt x="3731118" y="2135451"/>
                  </a:lnTo>
                  <a:lnTo>
                    <a:pt x="3687973" y="2079753"/>
                  </a:lnTo>
                  <a:lnTo>
                    <a:pt x="3645405" y="2020402"/>
                  </a:lnTo>
                  <a:lnTo>
                    <a:pt x="3603215" y="1957450"/>
                  </a:lnTo>
                  <a:lnTo>
                    <a:pt x="3561248" y="1891017"/>
                  </a:lnTo>
                  <a:lnTo>
                    <a:pt x="3519387" y="1821300"/>
                  </a:lnTo>
                  <a:lnTo>
                    <a:pt x="3477550" y="1748571"/>
                  </a:lnTo>
                  <a:lnTo>
                    <a:pt x="3435683" y="1673176"/>
                  </a:lnTo>
                  <a:lnTo>
                    <a:pt x="3393759" y="1595531"/>
                  </a:lnTo>
                  <a:lnTo>
                    <a:pt x="3351772" y="1516115"/>
                  </a:lnTo>
                  <a:lnTo>
                    <a:pt x="3309732" y="1435458"/>
                  </a:lnTo>
                  <a:lnTo>
                    <a:pt x="3267659" y="1354124"/>
                  </a:lnTo>
                  <a:lnTo>
                    <a:pt x="3225582" y="1272699"/>
                  </a:lnTo>
                  <a:lnTo>
                    <a:pt x="3183529" y="1191772"/>
                  </a:lnTo>
                  <a:lnTo>
                    <a:pt x="3141524" y="1111917"/>
                  </a:lnTo>
                  <a:lnTo>
                    <a:pt x="3099581" y="1033674"/>
                  </a:lnTo>
                  <a:lnTo>
                    <a:pt x="3057698" y="957540"/>
                  </a:lnTo>
                  <a:lnTo>
                    <a:pt x="3015857" y="883951"/>
                  </a:lnTo>
                  <a:lnTo>
                    <a:pt x="2974010" y="813276"/>
                  </a:lnTo>
                  <a:lnTo>
                    <a:pt x="2932087" y="745809"/>
                  </a:lnTo>
                  <a:lnTo>
                    <a:pt x="2889980" y="681771"/>
                  </a:lnTo>
                  <a:lnTo>
                    <a:pt x="2847547" y="621305"/>
                  </a:lnTo>
                  <a:lnTo>
                    <a:pt x="2804603" y="564483"/>
                  </a:lnTo>
                  <a:lnTo>
                    <a:pt x="2760915" y="511310"/>
                  </a:lnTo>
                  <a:lnTo>
                    <a:pt x="2716191" y="461732"/>
                  </a:lnTo>
                  <a:lnTo>
                    <a:pt x="2702183" y="447200"/>
                  </a:lnTo>
                  <a:lnTo>
                    <a:pt x="2651120" y="398180"/>
                  </a:lnTo>
                  <a:lnTo>
                    <a:pt x="2597691" y="353347"/>
                  </a:lnTo>
                  <a:lnTo>
                    <a:pt x="2541245" y="312558"/>
                  </a:lnTo>
                  <a:lnTo>
                    <a:pt x="2481067" y="275535"/>
                  </a:lnTo>
                  <a:lnTo>
                    <a:pt x="2416413" y="241939"/>
                  </a:lnTo>
                  <a:lnTo>
                    <a:pt x="2346554" y="211422"/>
                  </a:lnTo>
                  <a:lnTo>
                    <a:pt x="2270818" y="183653"/>
                  </a:lnTo>
                  <a:lnTo>
                    <a:pt x="2188653" y="158340"/>
                  </a:lnTo>
                  <a:lnTo>
                    <a:pt x="2099713" y="135238"/>
                  </a:lnTo>
                  <a:lnTo>
                    <a:pt x="2003959" y="114155"/>
                  </a:lnTo>
                  <a:lnTo>
                    <a:pt x="1901791" y="94958"/>
                  </a:lnTo>
                  <a:lnTo>
                    <a:pt x="1794180" y="77568"/>
                  </a:lnTo>
                  <a:lnTo>
                    <a:pt x="1682794" y="61958"/>
                  </a:lnTo>
                  <a:lnTo>
                    <a:pt x="1570060" y="48141"/>
                  </a:lnTo>
                  <a:lnTo>
                    <a:pt x="1459131" y="36152"/>
                  </a:lnTo>
                  <a:lnTo>
                    <a:pt x="1353703" y="26027"/>
                  </a:lnTo>
                  <a:lnTo>
                    <a:pt x="1257653" y="17771"/>
                  </a:lnTo>
                  <a:lnTo>
                    <a:pt x="1174547" y="11340"/>
                  </a:lnTo>
                  <a:lnTo>
                    <a:pt x="1107088" y="6614"/>
                  </a:lnTo>
                  <a:lnTo>
                    <a:pt x="1056633" y="3402"/>
                  </a:lnTo>
                  <a:lnTo>
                    <a:pt x="1022905" y="1442"/>
                  </a:lnTo>
                  <a:lnTo>
                    <a:pt x="1003941" y="434"/>
                  </a:lnTo>
                  <a:lnTo>
                    <a:pt x="996235" y="58"/>
                  </a:lnTo>
                  <a:lnTo>
                    <a:pt x="994940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6" name="pg665"/>
            <p:cNvSpPr/>
            <p:nvPr/>
          </p:nvSpPr>
          <p:spPr>
            <a:xfrm>
              <a:off x="1199187" y="3888385"/>
              <a:ext cx="12049831" cy="2709407"/>
            </a:xfrm>
            <a:custGeom>
              <a:avLst/>
              <a:pathLst>
                <a:path w="12049831" h="2709407">
                  <a:moveTo>
                    <a:pt x="0" y="5240"/>
                  </a:moveTo>
                  <a:lnTo>
                    <a:pt x="994940" y="5240"/>
                  </a:lnTo>
                  <a:lnTo>
                    <a:pt x="996021" y="5289"/>
                  </a:lnTo>
                  <a:lnTo>
                    <a:pt x="1003166" y="5638"/>
                  </a:lnTo>
                  <a:lnTo>
                    <a:pt x="1021295" y="6602"/>
                  </a:lnTo>
                  <a:lnTo>
                    <a:pt x="1054005" y="8503"/>
                  </a:lnTo>
                  <a:lnTo>
                    <a:pt x="1103361" y="11645"/>
                  </a:lnTo>
                  <a:lnTo>
                    <a:pt x="1169747" y="16294"/>
                  </a:lnTo>
                  <a:lnTo>
                    <a:pt x="1251905" y="22647"/>
                  </a:lnTo>
                  <a:lnTo>
                    <a:pt x="1347207" y="30830"/>
                  </a:lnTo>
                  <a:lnTo>
                    <a:pt x="1452128" y="40891"/>
                  </a:lnTo>
                  <a:lnTo>
                    <a:pt x="1562796" y="52828"/>
                  </a:lnTo>
                  <a:lnTo>
                    <a:pt x="1675495" y="66606"/>
                  </a:lnTo>
                  <a:lnTo>
                    <a:pt x="1787030" y="82188"/>
                  </a:lnTo>
                  <a:lnTo>
                    <a:pt x="1894924" y="99559"/>
                  </a:lnTo>
                  <a:lnTo>
                    <a:pt x="1997465" y="118745"/>
                  </a:lnTo>
                  <a:lnTo>
                    <a:pt x="2093639" y="139819"/>
                  </a:lnTo>
                  <a:lnTo>
                    <a:pt x="2183013" y="162914"/>
                  </a:lnTo>
                  <a:lnTo>
                    <a:pt x="2265600" y="188217"/>
                  </a:lnTo>
                  <a:lnTo>
                    <a:pt x="2341732" y="215972"/>
                  </a:lnTo>
                  <a:lnTo>
                    <a:pt x="2411947" y="246469"/>
                  </a:lnTo>
                  <a:lnTo>
                    <a:pt x="2476912" y="280038"/>
                  </a:lnTo>
                  <a:lnTo>
                    <a:pt x="2537354" y="317031"/>
                  </a:lnTo>
                  <a:lnTo>
                    <a:pt x="2594016" y="357788"/>
                  </a:lnTo>
                  <a:lnTo>
                    <a:pt x="2647616" y="402596"/>
                  </a:lnTo>
                  <a:lnTo>
                    <a:pt x="2698810" y="451611"/>
                  </a:lnTo>
                  <a:lnTo>
                    <a:pt x="2702183" y="455061"/>
                  </a:lnTo>
                  <a:lnTo>
                    <a:pt x="2747201" y="503732"/>
                  </a:lnTo>
                  <a:lnTo>
                    <a:pt x="2791084" y="555975"/>
                  </a:lnTo>
                  <a:lnTo>
                    <a:pt x="2834142" y="611863"/>
                  </a:lnTo>
                  <a:lnTo>
                    <a:pt x="2876624" y="671408"/>
                  </a:lnTo>
                  <a:lnTo>
                    <a:pt x="2918728" y="734563"/>
                  </a:lnTo>
                  <a:lnTo>
                    <a:pt x="2960609" y="801205"/>
                  </a:lnTo>
                  <a:lnTo>
                    <a:pt x="3002383" y="871140"/>
                  </a:lnTo>
                  <a:lnTo>
                    <a:pt x="3044132" y="944096"/>
                  </a:lnTo>
                  <a:lnTo>
                    <a:pt x="3085910" y="1019730"/>
                  </a:lnTo>
                  <a:lnTo>
                    <a:pt x="3127744" y="1097625"/>
                  </a:lnTo>
                  <a:lnTo>
                    <a:pt x="3169641" y="1177304"/>
                  </a:lnTo>
                  <a:lnTo>
                    <a:pt x="3211592" y="1258241"/>
                  </a:lnTo>
                  <a:lnTo>
                    <a:pt x="3253576" y="1339869"/>
                  </a:lnTo>
                  <a:lnTo>
                    <a:pt x="3295565" y="1421604"/>
                  </a:lnTo>
                  <a:lnTo>
                    <a:pt x="3337531" y="1502858"/>
                  </a:lnTo>
                  <a:lnTo>
                    <a:pt x="3379449" y="1583057"/>
                  </a:lnTo>
                  <a:lnTo>
                    <a:pt x="3421307" y="1661657"/>
                  </a:lnTo>
                  <a:lnTo>
                    <a:pt x="3463103" y="1738162"/>
                  </a:lnTo>
                  <a:lnTo>
                    <a:pt x="3504858" y="1812134"/>
                  </a:lnTo>
                  <a:lnTo>
                    <a:pt x="3546615" y="1883200"/>
                  </a:lnTo>
                  <a:lnTo>
                    <a:pt x="3588445" y="1951063"/>
                  </a:lnTo>
                  <a:lnTo>
                    <a:pt x="3630452" y="2015501"/>
                  </a:lnTo>
                  <a:lnTo>
                    <a:pt x="3672776" y="2076365"/>
                  </a:lnTo>
                  <a:lnTo>
                    <a:pt x="3715600" y="2133581"/>
                  </a:lnTo>
                  <a:lnTo>
                    <a:pt x="3759152" y="2187140"/>
                  </a:lnTo>
                  <a:lnTo>
                    <a:pt x="3803718" y="2237096"/>
                  </a:lnTo>
                  <a:lnTo>
                    <a:pt x="3820202" y="2254346"/>
                  </a:lnTo>
                  <a:lnTo>
                    <a:pt x="3871255" y="2303645"/>
                  </a:lnTo>
                  <a:lnTo>
                    <a:pt x="3924673" y="2348733"/>
                  </a:lnTo>
                  <a:lnTo>
                    <a:pt x="3981107" y="2389755"/>
                  </a:lnTo>
                  <a:lnTo>
                    <a:pt x="4041271" y="2426990"/>
                  </a:lnTo>
                  <a:lnTo>
                    <a:pt x="4105908" y="2460779"/>
                  </a:lnTo>
                  <a:lnTo>
                    <a:pt x="4175749" y="2491472"/>
                  </a:lnTo>
                  <a:lnTo>
                    <a:pt x="4251463" y="2519401"/>
                  </a:lnTo>
                  <a:lnTo>
                    <a:pt x="4333603" y="2544861"/>
                  </a:lnTo>
                  <a:lnTo>
                    <a:pt x="4422516" y="2568098"/>
                  </a:lnTo>
                  <a:lnTo>
                    <a:pt x="4518239" y="2589304"/>
                  </a:lnTo>
                  <a:lnTo>
                    <a:pt x="4620376" y="2608614"/>
                  </a:lnTo>
                  <a:lnTo>
                    <a:pt x="4727956" y="2626106"/>
                  </a:lnTo>
                  <a:lnTo>
                    <a:pt x="4839315" y="2641809"/>
                  </a:lnTo>
                  <a:lnTo>
                    <a:pt x="4952028" y="2655709"/>
                  </a:lnTo>
                  <a:lnTo>
                    <a:pt x="5062946" y="2667771"/>
                  </a:lnTo>
                  <a:lnTo>
                    <a:pt x="5168376" y="2677959"/>
                  </a:lnTo>
                  <a:lnTo>
                    <a:pt x="5264443" y="2686267"/>
                  </a:lnTo>
                  <a:lnTo>
                    <a:pt x="5347581" y="2692741"/>
                  </a:lnTo>
                  <a:lnTo>
                    <a:pt x="5415085" y="2697499"/>
                  </a:lnTo>
                  <a:lnTo>
                    <a:pt x="5465594" y="2700735"/>
                  </a:lnTo>
                  <a:lnTo>
                    <a:pt x="5499378" y="2702710"/>
                  </a:lnTo>
                  <a:lnTo>
                    <a:pt x="5518391" y="2703727"/>
                  </a:lnTo>
                  <a:lnTo>
                    <a:pt x="5526135" y="2704107"/>
                  </a:lnTo>
                  <a:lnTo>
                    <a:pt x="5527445" y="2704167"/>
                  </a:lnTo>
                  <a:lnTo>
                    <a:pt x="6522385" y="2704167"/>
                  </a:lnTo>
                  <a:lnTo>
                    <a:pt x="6523522" y="2704167"/>
                  </a:lnTo>
                  <a:lnTo>
                    <a:pt x="6531021" y="2704168"/>
                  </a:lnTo>
                  <a:lnTo>
                    <a:pt x="6550026" y="2704169"/>
                  </a:lnTo>
                  <a:lnTo>
                    <a:pt x="6584253" y="2704173"/>
                  </a:lnTo>
                  <a:lnTo>
                    <a:pt x="6635771" y="2704180"/>
                  </a:lnTo>
                  <a:lnTo>
                    <a:pt x="6704849" y="2704189"/>
                  </a:lnTo>
                  <a:lnTo>
                    <a:pt x="6790015" y="2704202"/>
                  </a:lnTo>
                  <a:lnTo>
                    <a:pt x="6888377" y="2704219"/>
                  </a:lnTo>
                  <a:lnTo>
                    <a:pt x="6996152" y="2704239"/>
                  </a:lnTo>
                  <a:lnTo>
                    <a:pt x="7109264" y="2704263"/>
                  </a:lnTo>
                  <a:lnTo>
                    <a:pt x="7223873" y="2704291"/>
                  </a:lnTo>
                  <a:lnTo>
                    <a:pt x="7336744" y="2704323"/>
                  </a:lnTo>
                  <a:lnTo>
                    <a:pt x="7445431" y="2704358"/>
                  </a:lnTo>
                  <a:lnTo>
                    <a:pt x="7548294" y="2704396"/>
                  </a:lnTo>
                  <a:lnTo>
                    <a:pt x="7644419" y="2704439"/>
                  </a:lnTo>
                  <a:lnTo>
                    <a:pt x="7733479" y="2704486"/>
                  </a:lnTo>
                  <a:lnTo>
                    <a:pt x="7815587" y="2704537"/>
                  </a:lnTo>
                  <a:lnTo>
                    <a:pt x="7891161" y="2704593"/>
                  </a:lnTo>
                  <a:lnTo>
                    <a:pt x="7960817" y="2704655"/>
                  </a:lnTo>
                  <a:lnTo>
                    <a:pt x="8025282" y="2704724"/>
                  </a:lnTo>
                  <a:lnTo>
                    <a:pt x="8085329" y="2704799"/>
                  </a:lnTo>
                  <a:lnTo>
                    <a:pt x="8141736" y="2704883"/>
                  </a:lnTo>
                  <a:lnTo>
                    <a:pt x="8195238" y="2704974"/>
                  </a:lnTo>
                  <a:lnTo>
                    <a:pt x="8229629" y="2705040"/>
                  </a:lnTo>
                  <a:lnTo>
                    <a:pt x="8291283" y="2705172"/>
                  </a:lnTo>
                  <a:lnTo>
                    <a:pt x="8351014" y="2705317"/>
                  </a:lnTo>
                  <a:lnTo>
                    <a:pt x="8409539" y="2705476"/>
                  </a:lnTo>
                  <a:lnTo>
                    <a:pt x="8467384" y="2705647"/>
                  </a:lnTo>
                  <a:lnTo>
                    <a:pt x="8524920" y="2705832"/>
                  </a:lnTo>
                  <a:lnTo>
                    <a:pt x="8582391" y="2706027"/>
                  </a:lnTo>
                  <a:lnTo>
                    <a:pt x="8639931" y="2706232"/>
                  </a:lnTo>
                  <a:lnTo>
                    <a:pt x="8697587" y="2706444"/>
                  </a:lnTo>
                  <a:lnTo>
                    <a:pt x="8755342" y="2706661"/>
                  </a:lnTo>
                  <a:lnTo>
                    <a:pt x="8813140" y="2706880"/>
                  </a:lnTo>
                  <a:lnTo>
                    <a:pt x="8870907" y="2707097"/>
                  </a:lnTo>
                  <a:lnTo>
                    <a:pt x="8928580" y="2707310"/>
                  </a:lnTo>
                  <a:lnTo>
                    <a:pt x="8986136" y="2707516"/>
                  </a:lnTo>
                  <a:lnTo>
                    <a:pt x="9043611" y="2707713"/>
                  </a:lnTo>
                  <a:lnTo>
                    <a:pt x="9101125" y="2707899"/>
                  </a:lnTo>
                  <a:lnTo>
                    <a:pt x="9158902" y="2708073"/>
                  </a:lnTo>
                  <a:lnTo>
                    <a:pt x="9217294" y="2708234"/>
                  </a:lnTo>
                  <a:lnTo>
                    <a:pt x="9276800" y="2708381"/>
                  </a:lnTo>
                  <a:lnTo>
                    <a:pt x="9338106" y="2708515"/>
                  </a:lnTo>
                  <a:lnTo>
                    <a:pt x="9347647" y="2708534"/>
                  </a:lnTo>
                  <a:lnTo>
                    <a:pt x="9399583" y="2708631"/>
                  </a:lnTo>
                  <a:lnTo>
                    <a:pt x="9453975" y="2708720"/>
                  </a:lnTo>
                  <a:lnTo>
                    <a:pt x="9511510" y="2708801"/>
                  </a:lnTo>
                  <a:lnTo>
                    <a:pt x="9572942" y="2708874"/>
                  </a:lnTo>
                  <a:lnTo>
                    <a:pt x="9639052" y="2708940"/>
                  </a:lnTo>
                  <a:lnTo>
                    <a:pt x="9710603" y="2709000"/>
                  </a:lnTo>
                  <a:lnTo>
                    <a:pt x="9788293" y="2709055"/>
                  </a:lnTo>
                  <a:lnTo>
                    <a:pt x="9872684" y="2709104"/>
                  </a:lnTo>
                  <a:lnTo>
                    <a:pt x="9964103" y="2709150"/>
                  </a:lnTo>
                  <a:lnTo>
                    <a:pt x="10062536" y="2709191"/>
                  </a:lnTo>
                  <a:lnTo>
                    <a:pt x="10167473" y="2709228"/>
                  </a:lnTo>
                  <a:lnTo>
                    <a:pt x="10277775" y="2709262"/>
                  </a:lnTo>
                  <a:lnTo>
                    <a:pt x="10391538" y="2709292"/>
                  </a:lnTo>
                  <a:lnTo>
                    <a:pt x="10506042" y="2709319"/>
                  </a:lnTo>
                  <a:lnTo>
                    <a:pt x="10617824" y="2709342"/>
                  </a:lnTo>
                  <a:lnTo>
                    <a:pt x="10722914" y="2709361"/>
                  </a:lnTo>
                  <a:lnTo>
                    <a:pt x="10817268" y="2709377"/>
                  </a:lnTo>
                  <a:lnTo>
                    <a:pt x="10897335" y="2709388"/>
                  </a:lnTo>
                  <a:lnTo>
                    <a:pt x="10960644" y="2709397"/>
                  </a:lnTo>
                  <a:lnTo>
                    <a:pt x="11006282" y="2709402"/>
                  </a:lnTo>
                  <a:lnTo>
                    <a:pt x="11035121" y="2709405"/>
                  </a:lnTo>
                  <a:lnTo>
                    <a:pt x="11049805" y="2709407"/>
                  </a:lnTo>
                  <a:lnTo>
                    <a:pt x="11054548" y="2709407"/>
                  </a:lnTo>
                  <a:lnTo>
                    <a:pt x="11054891" y="2709407"/>
                  </a:lnTo>
                  <a:lnTo>
                    <a:pt x="12049831" y="2709407"/>
                  </a:lnTo>
                  <a:lnTo>
                    <a:pt x="12049831" y="2704167"/>
                  </a:lnTo>
                  <a:lnTo>
                    <a:pt x="11054891" y="2704167"/>
                  </a:lnTo>
                  <a:lnTo>
                    <a:pt x="11053755" y="2704167"/>
                  </a:lnTo>
                  <a:lnTo>
                    <a:pt x="11046255" y="2704166"/>
                  </a:lnTo>
                  <a:lnTo>
                    <a:pt x="11027250" y="2704164"/>
                  </a:lnTo>
                  <a:lnTo>
                    <a:pt x="10993024" y="2704160"/>
                  </a:lnTo>
                  <a:lnTo>
                    <a:pt x="10941506" y="2704154"/>
                  </a:lnTo>
                  <a:lnTo>
                    <a:pt x="10872428" y="2704144"/>
                  </a:lnTo>
                  <a:lnTo>
                    <a:pt x="10787262" y="2704131"/>
                  </a:lnTo>
                  <a:lnTo>
                    <a:pt x="10688900" y="2704115"/>
                  </a:lnTo>
                  <a:lnTo>
                    <a:pt x="10581124" y="2704094"/>
                  </a:lnTo>
                  <a:lnTo>
                    <a:pt x="10468012" y="2704070"/>
                  </a:lnTo>
                  <a:lnTo>
                    <a:pt x="10353403" y="2704042"/>
                  </a:lnTo>
                  <a:lnTo>
                    <a:pt x="10240532" y="2704011"/>
                  </a:lnTo>
                  <a:lnTo>
                    <a:pt x="10131846" y="2703976"/>
                  </a:lnTo>
                  <a:lnTo>
                    <a:pt x="10028983" y="2703937"/>
                  </a:lnTo>
                  <a:lnTo>
                    <a:pt x="9932858" y="2703894"/>
                  </a:lnTo>
                  <a:lnTo>
                    <a:pt x="9843798" y="2703848"/>
                  </a:lnTo>
                  <a:lnTo>
                    <a:pt x="9761690" y="2703796"/>
                  </a:lnTo>
                  <a:lnTo>
                    <a:pt x="9686115" y="2703740"/>
                  </a:lnTo>
                  <a:lnTo>
                    <a:pt x="9616459" y="2703678"/>
                  </a:lnTo>
                  <a:lnTo>
                    <a:pt x="9551995" y="2703610"/>
                  </a:lnTo>
                  <a:lnTo>
                    <a:pt x="9491947" y="2703534"/>
                  </a:lnTo>
                  <a:lnTo>
                    <a:pt x="9435541" y="2703451"/>
                  </a:lnTo>
                  <a:lnTo>
                    <a:pt x="9382038" y="2703359"/>
                  </a:lnTo>
                  <a:lnTo>
                    <a:pt x="9347647" y="2703293"/>
                  </a:lnTo>
                  <a:lnTo>
                    <a:pt x="9285993" y="2703161"/>
                  </a:lnTo>
                  <a:lnTo>
                    <a:pt x="9226262" y="2703016"/>
                  </a:lnTo>
                  <a:lnTo>
                    <a:pt x="9167738" y="2702858"/>
                  </a:lnTo>
                  <a:lnTo>
                    <a:pt x="9109893" y="2702686"/>
                  </a:lnTo>
                  <a:lnTo>
                    <a:pt x="9052356" y="2702502"/>
                  </a:lnTo>
                  <a:lnTo>
                    <a:pt x="8994885" y="2702306"/>
                  </a:lnTo>
                  <a:lnTo>
                    <a:pt x="8937346" y="2702101"/>
                  </a:lnTo>
                  <a:lnTo>
                    <a:pt x="8879690" y="2701889"/>
                  </a:lnTo>
                  <a:lnTo>
                    <a:pt x="8821934" y="2701672"/>
                  </a:lnTo>
                  <a:lnTo>
                    <a:pt x="8764136" y="2701454"/>
                  </a:lnTo>
                  <a:lnTo>
                    <a:pt x="8706370" y="2701237"/>
                  </a:lnTo>
                  <a:lnTo>
                    <a:pt x="8648696" y="2701023"/>
                  </a:lnTo>
                  <a:lnTo>
                    <a:pt x="8591140" y="2700817"/>
                  </a:lnTo>
                  <a:lnTo>
                    <a:pt x="8533666" y="2700620"/>
                  </a:lnTo>
                  <a:lnTo>
                    <a:pt x="8476152" y="2700434"/>
                  </a:lnTo>
                  <a:lnTo>
                    <a:pt x="8418374" y="2700260"/>
                  </a:lnTo>
                  <a:lnTo>
                    <a:pt x="8359983" y="2700100"/>
                  </a:lnTo>
                  <a:lnTo>
                    <a:pt x="8300476" y="2699953"/>
                  </a:lnTo>
                  <a:lnTo>
                    <a:pt x="8239170" y="2699819"/>
                  </a:lnTo>
                  <a:lnTo>
                    <a:pt x="8229629" y="2699799"/>
                  </a:lnTo>
                  <a:lnTo>
                    <a:pt x="8177693" y="2699702"/>
                  </a:lnTo>
                  <a:lnTo>
                    <a:pt x="8123301" y="2699613"/>
                  </a:lnTo>
                  <a:lnTo>
                    <a:pt x="8065766" y="2699533"/>
                  </a:lnTo>
                  <a:lnTo>
                    <a:pt x="8004334" y="2699460"/>
                  </a:lnTo>
                  <a:lnTo>
                    <a:pt x="7938225" y="2699393"/>
                  </a:lnTo>
                  <a:lnTo>
                    <a:pt x="7866674" y="2699333"/>
                  </a:lnTo>
                  <a:lnTo>
                    <a:pt x="7788983" y="2699279"/>
                  </a:lnTo>
                  <a:lnTo>
                    <a:pt x="7704593" y="2699229"/>
                  </a:lnTo>
                  <a:lnTo>
                    <a:pt x="7613173" y="2699184"/>
                  </a:lnTo>
                  <a:lnTo>
                    <a:pt x="7514741" y="2699142"/>
                  </a:lnTo>
                  <a:lnTo>
                    <a:pt x="7409803" y="2699105"/>
                  </a:lnTo>
                  <a:lnTo>
                    <a:pt x="7299502" y="2699071"/>
                  </a:lnTo>
                  <a:lnTo>
                    <a:pt x="7185739" y="2699041"/>
                  </a:lnTo>
                  <a:lnTo>
                    <a:pt x="7071234" y="2699014"/>
                  </a:lnTo>
                  <a:lnTo>
                    <a:pt x="6959452" y="2698991"/>
                  </a:lnTo>
                  <a:lnTo>
                    <a:pt x="6854363" y="2698972"/>
                  </a:lnTo>
                  <a:lnTo>
                    <a:pt x="6760008" y="2698957"/>
                  </a:lnTo>
                  <a:lnTo>
                    <a:pt x="6679942" y="2698945"/>
                  </a:lnTo>
                  <a:lnTo>
                    <a:pt x="6616632" y="2698937"/>
                  </a:lnTo>
                  <a:lnTo>
                    <a:pt x="6570995" y="2698931"/>
                  </a:lnTo>
                  <a:lnTo>
                    <a:pt x="6542156" y="2698928"/>
                  </a:lnTo>
                  <a:lnTo>
                    <a:pt x="6527471" y="2698927"/>
                  </a:lnTo>
                  <a:lnTo>
                    <a:pt x="6522728" y="2698926"/>
                  </a:lnTo>
                  <a:lnTo>
                    <a:pt x="6522385" y="2698926"/>
                  </a:lnTo>
                  <a:lnTo>
                    <a:pt x="5527445" y="2698926"/>
                  </a:lnTo>
                  <a:lnTo>
                    <a:pt x="5526364" y="2698877"/>
                  </a:lnTo>
                  <a:lnTo>
                    <a:pt x="5519219" y="2698528"/>
                  </a:lnTo>
                  <a:lnTo>
                    <a:pt x="5501090" y="2697564"/>
                  </a:lnTo>
                  <a:lnTo>
                    <a:pt x="5468380" y="2695664"/>
                  </a:lnTo>
                  <a:lnTo>
                    <a:pt x="5419024" y="2692521"/>
                  </a:lnTo>
                  <a:lnTo>
                    <a:pt x="5352638" y="2687873"/>
                  </a:lnTo>
                  <a:lnTo>
                    <a:pt x="5270480" y="2681519"/>
                  </a:lnTo>
                  <a:lnTo>
                    <a:pt x="5175178" y="2673337"/>
                  </a:lnTo>
                  <a:lnTo>
                    <a:pt x="5070257" y="2663275"/>
                  </a:lnTo>
                  <a:lnTo>
                    <a:pt x="4959589" y="2651338"/>
                  </a:lnTo>
                  <a:lnTo>
                    <a:pt x="4846890" y="2637560"/>
                  </a:lnTo>
                  <a:lnTo>
                    <a:pt x="4735355" y="2621979"/>
                  </a:lnTo>
                  <a:lnTo>
                    <a:pt x="4627461" y="2604607"/>
                  </a:lnTo>
                  <a:lnTo>
                    <a:pt x="4524920" y="2585422"/>
                  </a:lnTo>
                  <a:lnTo>
                    <a:pt x="4428746" y="2564347"/>
                  </a:lnTo>
                  <a:lnTo>
                    <a:pt x="4339372" y="2541252"/>
                  </a:lnTo>
                  <a:lnTo>
                    <a:pt x="4256785" y="2515949"/>
                  </a:lnTo>
                  <a:lnTo>
                    <a:pt x="4180653" y="2488194"/>
                  </a:lnTo>
                  <a:lnTo>
                    <a:pt x="4110438" y="2457697"/>
                  </a:lnTo>
                  <a:lnTo>
                    <a:pt x="4045473" y="2424128"/>
                  </a:lnTo>
                  <a:lnTo>
                    <a:pt x="3985031" y="2387135"/>
                  </a:lnTo>
                  <a:lnTo>
                    <a:pt x="3928369" y="2346378"/>
                  </a:lnTo>
                  <a:lnTo>
                    <a:pt x="3874769" y="2301570"/>
                  </a:lnTo>
                  <a:lnTo>
                    <a:pt x="3823575" y="2252555"/>
                  </a:lnTo>
                  <a:lnTo>
                    <a:pt x="3820202" y="2249105"/>
                  </a:lnTo>
                  <a:lnTo>
                    <a:pt x="3775184" y="2200434"/>
                  </a:lnTo>
                  <a:lnTo>
                    <a:pt x="3731301" y="2148191"/>
                  </a:lnTo>
                  <a:lnTo>
                    <a:pt x="3688243" y="2092304"/>
                  </a:lnTo>
                  <a:lnTo>
                    <a:pt x="3645761" y="2032758"/>
                  </a:lnTo>
                  <a:lnTo>
                    <a:pt x="3603657" y="1969603"/>
                  </a:lnTo>
                  <a:lnTo>
                    <a:pt x="3561776" y="1902961"/>
                  </a:lnTo>
                  <a:lnTo>
                    <a:pt x="3520002" y="1833027"/>
                  </a:lnTo>
                  <a:lnTo>
                    <a:pt x="3478253" y="1760070"/>
                  </a:lnTo>
                  <a:lnTo>
                    <a:pt x="3436475" y="1684436"/>
                  </a:lnTo>
                  <a:lnTo>
                    <a:pt x="3394641" y="1606541"/>
                  </a:lnTo>
                  <a:lnTo>
                    <a:pt x="3352744" y="1526862"/>
                  </a:lnTo>
                  <a:lnTo>
                    <a:pt x="3310793" y="1445926"/>
                  </a:lnTo>
                  <a:lnTo>
                    <a:pt x="3268809" y="1364297"/>
                  </a:lnTo>
                  <a:lnTo>
                    <a:pt x="3226820" y="1282562"/>
                  </a:lnTo>
                  <a:lnTo>
                    <a:pt x="3184854" y="1201308"/>
                  </a:lnTo>
                  <a:lnTo>
                    <a:pt x="3142936" y="1121110"/>
                  </a:lnTo>
                  <a:lnTo>
                    <a:pt x="3101078" y="1042509"/>
                  </a:lnTo>
                  <a:lnTo>
                    <a:pt x="3059282" y="966004"/>
                  </a:lnTo>
                  <a:lnTo>
                    <a:pt x="3017527" y="892032"/>
                  </a:lnTo>
                  <a:lnTo>
                    <a:pt x="2975770" y="820966"/>
                  </a:lnTo>
                  <a:lnTo>
                    <a:pt x="2933940" y="753103"/>
                  </a:lnTo>
                  <a:lnTo>
                    <a:pt x="2891933" y="688666"/>
                  </a:lnTo>
                  <a:lnTo>
                    <a:pt x="2849609" y="627801"/>
                  </a:lnTo>
                  <a:lnTo>
                    <a:pt x="2806785" y="570585"/>
                  </a:lnTo>
                  <a:lnTo>
                    <a:pt x="2763233" y="517026"/>
                  </a:lnTo>
                  <a:lnTo>
                    <a:pt x="2718667" y="467071"/>
                  </a:lnTo>
                  <a:lnTo>
                    <a:pt x="2702183" y="449821"/>
                  </a:lnTo>
                  <a:lnTo>
                    <a:pt x="2651130" y="400522"/>
                  </a:lnTo>
                  <a:lnTo>
                    <a:pt x="2597712" y="355434"/>
                  </a:lnTo>
                  <a:lnTo>
                    <a:pt x="2541278" y="314412"/>
                  </a:lnTo>
                  <a:lnTo>
                    <a:pt x="2481114" y="277176"/>
                  </a:lnTo>
                  <a:lnTo>
                    <a:pt x="2416477" y="243387"/>
                  </a:lnTo>
                  <a:lnTo>
                    <a:pt x="2346636" y="212694"/>
                  </a:lnTo>
                  <a:lnTo>
                    <a:pt x="2270922" y="184765"/>
                  </a:lnTo>
                  <a:lnTo>
                    <a:pt x="2188782" y="159305"/>
                  </a:lnTo>
                  <a:lnTo>
                    <a:pt x="2099869" y="136068"/>
                  </a:lnTo>
                  <a:lnTo>
                    <a:pt x="2004145" y="114862"/>
                  </a:lnTo>
                  <a:lnTo>
                    <a:pt x="1902009" y="95552"/>
                  </a:lnTo>
                  <a:lnTo>
                    <a:pt x="1794429" y="78060"/>
                  </a:lnTo>
                  <a:lnTo>
                    <a:pt x="1683070" y="62357"/>
                  </a:lnTo>
                  <a:lnTo>
                    <a:pt x="1570357" y="48457"/>
                  </a:lnTo>
                  <a:lnTo>
                    <a:pt x="1459439" y="36396"/>
                  </a:lnTo>
                  <a:lnTo>
                    <a:pt x="1354009" y="26207"/>
                  </a:lnTo>
                  <a:lnTo>
                    <a:pt x="1257942" y="17899"/>
                  </a:lnTo>
                  <a:lnTo>
                    <a:pt x="1174804" y="11425"/>
                  </a:lnTo>
                  <a:lnTo>
                    <a:pt x="1107300" y="6667"/>
                  </a:lnTo>
                  <a:lnTo>
                    <a:pt x="1056791" y="3431"/>
                  </a:lnTo>
                  <a:lnTo>
                    <a:pt x="1023007" y="1456"/>
                  </a:lnTo>
                  <a:lnTo>
                    <a:pt x="1003994" y="439"/>
                  </a:lnTo>
                  <a:lnTo>
                    <a:pt x="996250" y="5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67" name="pl666"/>
            <p:cNvSpPr/>
            <p:nvPr/>
          </p:nvSpPr>
          <p:spPr>
            <a:xfrm>
              <a:off x="1199187" y="3893626"/>
              <a:ext cx="12049831" cy="2704167"/>
            </a:xfrm>
            <a:custGeom>
              <a:avLst/>
              <a:pathLst>
                <a:path w="12049831" h="2704167">
                  <a:moveTo>
                    <a:pt x="0" y="0"/>
                  </a:moveTo>
                  <a:lnTo>
                    <a:pt x="994940" y="0"/>
                  </a:lnTo>
                  <a:lnTo>
                    <a:pt x="996021" y="49"/>
                  </a:lnTo>
                  <a:lnTo>
                    <a:pt x="1003166" y="398"/>
                  </a:lnTo>
                  <a:lnTo>
                    <a:pt x="1021295" y="1362"/>
                  </a:lnTo>
                  <a:lnTo>
                    <a:pt x="1054005" y="3262"/>
                  </a:lnTo>
                  <a:lnTo>
                    <a:pt x="1103361" y="6404"/>
                  </a:lnTo>
                  <a:lnTo>
                    <a:pt x="1169747" y="11053"/>
                  </a:lnTo>
                  <a:lnTo>
                    <a:pt x="1251905" y="17407"/>
                  </a:lnTo>
                  <a:lnTo>
                    <a:pt x="1347207" y="25589"/>
                  </a:lnTo>
                  <a:lnTo>
                    <a:pt x="1452128" y="35651"/>
                  </a:lnTo>
                  <a:lnTo>
                    <a:pt x="1562796" y="47587"/>
                  </a:lnTo>
                  <a:lnTo>
                    <a:pt x="1675495" y="61365"/>
                  </a:lnTo>
                  <a:lnTo>
                    <a:pt x="1787030" y="76947"/>
                  </a:lnTo>
                  <a:lnTo>
                    <a:pt x="1894924" y="94318"/>
                  </a:lnTo>
                  <a:lnTo>
                    <a:pt x="1997465" y="113504"/>
                  </a:lnTo>
                  <a:lnTo>
                    <a:pt x="2093639" y="134579"/>
                  </a:lnTo>
                  <a:lnTo>
                    <a:pt x="2183013" y="157674"/>
                  </a:lnTo>
                  <a:lnTo>
                    <a:pt x="2265600" y="182977"/>
                  </a:lnTo>
                  <a:lnTo>
                    <a:pt x="2341732" y="210731"/>
                  </a:lnTo>
                  <a:lnTo>
                    <a:pt x="2411947" y="241228"/>
                  </a:lnTo>
                  <a:lnTo>
                    <a:pt x="2476912" y="274798"/>
                  </a:lnTo>
                  <a:lnTo>
                    <a:pt x="2537354" y="311790"/>
                  </a:lnTo>
                  <a:lnTo>
                    <a:pt x="2594016" y="352548"/>
                  </a:lnTo>
                  <a:lnTo>
                    <a:pt x="2647616" y="397356"/>
                  </a:lnTo>
                  <a:lnTo>
                    <a:pt x="2698810" y="446371"/>
                  </a:lnTo>
                  <a:lnTo>
                    <a:pt x="2702183" y="449821"/>
                  </a:lnTo>
                  <a:lnTo>
                    <a:pt x="2747201" y="498492"/>
                  </a:lnTo>
                  <a:lnTo>
                    <a:pt x="2791084" y="550735"/>
                  </a:lnTo>
                  <a:lnTo>
                    <a:pt x="2834142" y="606622"/>
                  </a:lnTo>
                  <a:lnTo>
                    <a:pt x="2876624" y="666168"/>
                  </a:lnTo>
                  <a:lnTo>
                    <a:pt x="2918728" y="729322"/>
                  </a:lnTo>
                  <a:lnTo>
                    <a:pt x="2960609" y="795964"/>
                  </a:lnTo>
                  <a:lnTo>
                    <a:pt x="3002383" y="865899"/>
                  </a:lnTo>
                  <a:lnTo>
                    <a:pt x="3044132" y="938856"/>
                  </a:lnTo>
                  <a:lnTo>
                    <a:pt x="3085910" y="1014489"/>
                  </a:lnTo>
                  <a:lnTo>
                    <a:pt x="3127744" y="1092384"/>
                  </a:lnTo>
                  <a:lnTo>
                    <a:pt x="3169641" y="1172064"/>
                  </a:lnTo>
                  <a:lnTo>
                    <a:pt x="3211592" y="1253000"/>
                  </a:lnTo>
                  <a:lnTo>
                    <a:pt x="3253576" y="1334628"/>
                  </a:lnTo>
                  <a:lnTo>
                    <a:pt x="3295565" y="1416363"/>
                  </a:lnTo>
                  <a:lnTo>
                    <a:pt x="3337531" y="1497617"/>
                  </a:lnTo>
                  <a:lnTo>
                    <a:pt x="3379449" y="1577816"/>
                  </a:lnTo>
                  <a:lnTo>
                    <a:pt x="3421307" y="1656416"/>
                  </a:lnTo>
                  <a:lnTo>
                    <a:pt x="3463103" y="1732922"/>
                  </a:lnTo>
                  <a:lnTo>
                    <a:pt x="3504858" y="1806893"/>
                  </a:lnTo>
                  <a:lnTo>
                    <a:pt x="3546615" y="1877960"/>
                  </a:lnTo>
                  <a:lnTo>
                    <a:pt x="3588445" y="1945823"/>
                  </a:lnTo>
                  <a:lnTo>
                    <a:pt x="3630452" y="2010260"/>
                  </a:lnTo>
                  <a:lnTo>
                    <a:pt x="3672776" y="2071124"/>
                  </a:lnTo>
                  <a:lnTo>
                    <a:pt x="3715600" y="2128340"/>
                  </a:lnTo>
                  <a:lnTo>
                    <a:pt x="3759152" y="2181900"/>
                  </a:lnTo>
                  <a:lnTo>
                    <a:pt x="3803718" y="2231855"/>
                  </a:lnTo>
                  <a:lnTo>
                    <a:pt x="3820202" y="2249105"/>
                  </a:lnTo>
                  <a:lnTo>
                    <a:pt x="3871255" y="2298404"/>
                  </a:lnTo>
                  <a:lnTo>
                    <a:pt x="3924673" y="2343492"/>
                  </a:lnTo>
                  <a:lnTo>
                    <a:pt x="3981107" y="2384514"/>
                  </a:lnTo>
                  <a:lnTo>
                    <a:pt x="4041271" y="2421750"/>
                  </a:lnTo>
                  <a:lnTo>
                    <a:pt x="4105908" y="2455538"/>
                  </a:lnTo>
                  <a:lnTo>
                    <a:pt x="4175749" y="2486232"/>
                  </a:lnTo>
                  <a:lnTo>
                    <a:pt x="4251463" y="2514161"/>
                  </a:lnTo>
                  <a:lnTo>
                    <a:pt x="4333603" y="2539621"/>
                  </a:lnTo>
                  <a:lnTo>
                    <a:pt x="4422516" y="2562858"/>
                  </a:lnTo>
                  <a:lnTo>
                    <a:pt x="4518239" y="2584064"/>
                  </a:lnTo>
                  <a:lnTo>
                    <a:pt x="4620376" y="2603373"/>
                  </a:lnTo>
                  <a:lnTo>
                    <a:pt x="4727956" y="2620866"/>
                  </a:lnTo>
                  <a:lnTo>
                    <a:pt x="4839315" y="2636568"/>
                  </a:lnTo>
                  <a:lnTo>
                    <a:pt x="4952028" y="2650468"/>
                  </a:lnTo>
                  <a:lnTo>
                    <a:pt x="5062946" y="2662530"/>
                  </a:lnTo>
                  <a:lnTo>
                    <a:pt x="5168376" y="2672719"/>
                  </a:lnTo>
                  <a:lnTo>
                    <a:pt x="5264443" y="2681027"/>
                  </a:lnTo>
                  <a:lnTo>
                    <a:pt x="5347581" y="2687500"/>
                  </a:lnTo>
                  <a:lnTo>
                    <a:pt x="5415085" y="2692258"/>
                  </a:lnTo>
                  <a:lnTo>
                    <a:pt x="5465594" y="2695494"/>
                  </a:lnTo>
                  <a:lnTo>
                    <a:pt x="5499378" y="2697469"/>
                  </a:lnTo>
                  <a:lnTo>
                    <a:pt x="5518391" y="2698486"/>
                  </a:lnTo>
                  <a:lnTo>
                    <a:pt x="5526135" y="2698866"/>
                  </a:lnTo>
                  <a:lnTo>
                    <a:pt x="5527445" y="2698926"/>
                  </a:lnTo>
                  <a:lnTo>
                    <a:pt x="5527445" y="2698926"/>
                  </a:lnTo>
                  <a:lnTo>
                    <a:pt x="6522385" y="2698926"/>
                  </a:lnTo>
                  <a:lnTo>
                    <a:pt x="6523522" y="2698926"/>
                  </a:lnTo>
                  <a:lnTo>
                    <a:pt x="6531021" y="2698927"/>
                  </a:lnTo>
                  <a:lnTo>
                    <a:pt x="6550026" y="2698929"/>
                  </a:lnTo>
                  <a:lnTo>
                    <a:pt x="6584253" y="2698933"/>
                  </a:lnTo>
                  <a:lnTo>
                    <a:pt x="6635771" y="2698939"/>
                  </a:lnTo>
                  <a:lnTo>
                    <a:pt x="6704849" y="2698949"/>
                  </a:lnTo>
                  <a:lnTo>
                    <a:pt x="6790015" y="2698962"/>
                  </a:lnTo>
                  <a:lnTo>
                    <a:pt x="6888377" y="2698978"/>
                  </a:lnTo>
                  <a:lnTo>
                    <a:pt x="6996152" y="2698999"/>
                  </a:lnTo>
                  <a:lnTo>
                    <a:pt x="7109264" y="2699023"/>
                  </a:lnTo>
                  <a:lnTo>
                    <a:pt x="7223873" y="2699051"/>
                  </a:lnTo>
                  <a:lnTo>
                    <a:pt x="7336744" y="2699082"/>
                  </a:lnTo>
                  <a:lnTo>
                    <a:pt x="7445431" y="2699117"/>
                  </a:lnTo>
                  <a:lnTo>
                    <a:pt x="7548294" y="2699156"/>
                  </a:lnTo>
                  <a:lnTo>
                    <a:pt x="7644419" y="2699198"/>
                  </a:lnTo>
                  <a:lnTo>
                    <a:pt x="7733479" y="2699245"/>
                  </a:lnTo>
                  <a:lnTo>
                    <a:pt x="7815587" y="2699296"/>
                  </a:lnTo>
                  <a:lnTo>
                    <a:pt x="7891161" y="2699353"/>
                  </a:lnTo>
                  <a:lnTo>
                    <a:pt x="7960817" y="2699415"/>
                  </a:lnTo>
                  <a:lnTo>
                    <a:pt x="8025282" y="2699483"/>
                  </a:lnTo>
                  <a:lnTo>
                    <a:pt x="8085329" y="2699559"/>
                  </a:lnTo>
                  <a:lnTo>
                    <a:pt x="8141736" y="2699642"/>
                  </a:lnTo>
                  <a:lnTo>
                    <a:pt x="8195238" y="2699734"/>
                  </a:lnTo>
                  <a:lnTo>
                    <a:pt x="8229629" y="2699799"/>
                  </a:lnTo>
                  <a:lnTo>
                    <a:pt x="8291283" y="2699931"/>
                  </a:lnTo>
                  <a:lnTo>
                    <a:pt x="8351014" y="2700076"/>
                  </a:lnTo>
                  <a:lnTo>
                    <a:pt x="8409539" y="2700235"/>
                  </a:lnTo>
                  <a:lnTo>
                    <a:pt x="8467384" y="2700407"/>
                  </a:lnTo>
                  <a:lnTo>
                    <a:pt x="8524920" y="2700591"/>
                  </a:lnTo>
                  <a:lnTo>
                    <a:pt x="8582391" y="2700787"/>
                  </a:lnTo>
                  <a:lnTo>
                    <a:pt x="8639931" y="2700992"/>
                  </a:lnTo>
                  <a:lnTo>
                    <a:pt x="8697587" y="2701204"/>
                  </a:lnTo>
                  <a:lnTo>
                    <a:pt x="8755342" y="2701421"/>
                  </a:lnTo>
                  <a:lnTo>
                    <a:pt x="8813140" y="2701639"/>
                  </a:lnTo>
                  <a:lnTo>
                    <a:pt x="8870907" y="2701856"/>
                  </a:lnTo>
                  <a:lnTo>
                    <a:pt x="8928580" y="2702069"/>
                  </a:lnTo>
                  <a:lnTo>
                    <a:pt x="8986136" y="2702275"/>
                  </a:lnTo>
                  <a:lnTo>
                    <a:pt x="9043611" y="2702473"/>
                  </a:lnTo>
                  <a:lnTo>
                    <a:pt x="9101125" y="2702659"/>
                  </a:lnTo>
                  <a:lnTo>
                    <a:pt x="9158902" y="2702832"/>
                  </a:lnTo>
                  <a:lnTo>
                    <a:pt x="9217294" y="2702993"/>
                  </a:lnTo>
                  <a:lnTo>
                    <a:pt x="9276800" y="2703140"/>
                  </a:lnTo>
                  <a:lnTo>
                    <a:pt x="9338106" y="2703274"/>
                  </a:lnTo>
                  <a:lnTo>
                    <a:pt x="9347647" y="2703293"/>
                  </a:lnTo>
                  <a:lnTo>
                    <a:pt x="9399583" y="2703391"/>
                  </a:lnTo>
                  <a:lnTo>
                    <a:pt x="9453975" y="2703479"/>
                  </a:lnTo>
                  <a:lnTo>
                    <a:pt x="9511510" y="2703560"/>
                  </a:lnTo>
                  <a:lnTo>
                    <a:pt x="9572942" y="2703633"/>
                  </a:lnTo>
                  <a:lnTo>
                    <a:pt x="9639052" y="2703699"/>
                  </a:lnTo>
                  <a:lnTo>
                    <a:pt x="9710603" y="2703759"/>
                  </a:lnTo>
                  <a:lnTo>
                    <a:pt x="9788293" y="2703814"/>
                  </a:lnTo>
                  <a:lnTo>
                    <a:pt x="9872684" y="2703864"/>
                  </a:lnTo>
                  <a:lnTo>
                    <a:pt x="9964103" y="2703909"/>
                  </a:lnTo>
                  <a:lnTo>
                    <a:pt x="10062536" y="2703950"/>
                  </a:lnTo>
                  <a:lnTo>
                    <a:pt x="10167473" y="2703988"/>
                  </a:lnTo>
                  <a:lnTo>
                    <a:pt x="10277775" y="2704022"/>
                  </a:lnTo>
                  <a:lnTo>
                    <a:pt x="10391538" y="2704052"/>
                  </a:lnTo>
                  <a:lnTo>
                    <a:pt x="10506042" y="2704078"/>
                  </a:lnTo>
                  <a:lnTo>
                    <a:pt x="10617824" y="2704101"/>
                  </a:lnTo>
                  <a:lnTo>
                    <a:pt x="10722914" y="2704121"/>
                  </a:lnTo>
                  <a:lnTo>
                    <a:pt x="10817268" y="2704136"/>
                  </a:lnTo>
                  <a:lnTo>
                    <a:pt x="10897335" y="2704148"/>
                  </a:lnTo>
                  <a:lnTo>
                    <a:pt x="10960644" y="2704156"/>
                  </a:lnTo>
                  <a:lnTo>
                    <a:pt x="11006282" y="2704162"/>
                  </a:lnTo>
                  <a:lnTo>
                    <a:pt x="11035121" y="2704165"/>
                  </a:lnTo>
                  <a:lnTo>
                    <a:pt x="11049805" y="2704166"/>
                  </a:lnTo>
                  <a:lnTo>
                    <a:pt x="11054548" y="2704167"/>
                  </a:lnTo>
                  <a:lnTo>
                    <a:pt x="11054891" y="2704167"/>
                  </a:lnTo>
                  <a:lnTo>
                    <a:pt x="12049831" y="2704167"/>
                  </a:lnTo>
                  <a:lnTo>
                    <a:pt x="12049831" y="27041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8" name="pl667"/>
            <p:cNvSpPr/>
            <p:nvPr/>
          </p:nvSpPr>
          <p:spPr>
            <a:xfrm>
              <a:off x="1199187" y="3888385"/>
              <a:ext cx="12049831" cy="2704167"/>
            </a:xfrm>
            <a:custGeom>
              <a:avLst/>
              <a:pathLst>
                <a:path w="12049831" h="2704167">
                  <a:moveTo>
                    <a:pt x="12049831" y="2704167"/>
                  </a:moveTo>
                  <a:lnTo>
                    <a:pt x="11054891" y="2704167"/>
                  </a:lnTo>
                  <a:lnTo>
                    <a:pt x="11053755" y="2704167"/>
                  </a:lnTo>
                  <a:lnTo>
                    <a:pt x="11046255" y="2704166"/>
                  </a:lnTo>
                  <a:lnTo>
                    <a:pt x="11027250" y="2704164"/>
                  </a:lnTo>
                  <a:lnTo>
                    <a:pt x="10993024" y="2704160"/>
                  </a:lnTo>
                  <a:lnTo>
                    <a:pt x="10941506" y="2704154"/>
                  </a:lnTo>
                  <a:lnTo>
                    <a:pt x="10872428" y="2704144"/>
                  </a:lnTo>
                  <a:lnTo>
                    <a:pt x="10787262" y="2704131"/>
                  </a:lnTo>
                  <a:lnTo>
                    <a:pt x="10688900" y="2704115"/>
                  </a:lnTo>
                  <a:lnTo>
                    <a:pt x="10581124" y="2704094"/>
                  </a:lnTo>
                  <a:lnTo>
                    <a:pt x="10468012" y="2704070"/>
                  </a:lnTo>
                  <a:lnTo>
                    <a:pt x="10353403" y="2704042"/>
                  </a:lnTo>
                  <a:lnTo>
                    <a:pt x="10240532" y="2704011"/>
                  </a:lnTo>
                  <a:lnTo>
                    <a:pt x="10131846" y="2703976"/>
                  </a:lnTo>
                  <a:lnTo>
                    <a:pt x="10028983" y="2703937"/>
                  </a:lnTo>
                  <a:lnTo>
                    <a:pt x="9932858" y="2703894"/>
                  </a:lnTo>
                  <a:lnTo>
                    <a:pt x="9843798" y="2703848"/>
                  </a:lnTo>
                  <a:lnTo>
                    <a:pt x="9761690" y="2703796"/>
                  </a:lnTo>
                  <a:lnTo>
                    <a:pt x="9686115" y="2703740"/>
                  </a:lnTo>
                  <a:lnTo>
                    <a:pt x="9616459" y="2703678"/>
                  </a:lnTo>
                  <a:lnTo>
                    <a:pt x="9551995" y="2703610"/>
                  </a:lnTo>
                  <a:lnTo>
                    <a:pt x="9491947" y="2703534"/>
                  </a:lnTo>
                  <a:lnTo>
                    <a:pt x="9435541" y="2703451"/>
                  </a:lnTo>
                  <a:lnTo>
                    <a:pt x="9382038" y="2703359"/>
                  </a:lnTo>
                  <a:lnTo>
                    <a:pt x="9347647" y="2703293"/>
                  </a:lnTo>
                  <a:lnTo>
                    <a:pt x="9285993" y="2703161"/>
                  </a:lnTo>
                  <a:lnTo>
                    <a:pt x="9226262" y="2703016"/>
                  </a:lnTo>
                  <a:lnTo>
                    <a:pt x="9167738" y="2702858"/>
                  </a:lnTo>
                  <a:lnTo>
                    <a:pt x="9109893" y="2702686"/>
                  </a:lnTo>
                  <a:lnTo>
                    <a:pt x="9052356" y="2702502"/>
                  </a:lnTo>
                  <a:lnTo>
                    <a:pt x="8994885" y="2702306"/>
                  </a:lnTo>
                  <a:lnTo>
                    <a:pt x="8937346" y="2702101"/>
                  </a:lnTo>
                  <a:lnTo>
                    <a:pt x="8879690" y="2701889"/>
                  </a:lnTo>
                  <a:lnTo>
                    <a:pt x="8821934" y="2701672"/>
                  </a:lnTo>
                  <a:lnTo>
                    <a:pt x="8764136" y="2701454"/>
                  </a:lnTo>
                  <a:lnTo>
                    <a:pt x="8706370" y="2701237"/>
                  </a:lnTo>
                  <a:lnTo>
                    <a:pt x="8648696" y="2701023"/>
                  </a:lnTo>
                  <a:lnTo>
                    <a:pt x="8591140" y="2700817"/>
                  </a:lnTo>
                  <a:lnTo>
                    <a:pt x="8533666" y="2700620"/>
                  </a:lnTo>
                  <a:lnTo>
                    <a:pt x="8476152" y="2700434"/>
                  </a:lnTo>
                  <a:lnTo>
                    <a:pt x="8418374" y="2700260"/>
                  </a:lnTo>
                  <a:lnTo>
                    <a:pt x="8359983" y="2700100"/>
                  </a:lnTo>
                  <a:lnTo>
                    <a:pt x="8300476" y="2699953"/>
                  </a:lnTo>
                  <a:lnTo>
                    <a:pt x="8239170" y="2699819"/>
                  </a:lnTo>
                  <a:lnTo>
                    <a:pt x="8229629" y="2699799"/>
                  </a:lnTo>
                  <a:lnTo>
                    <a:pt x="8177693" y="2699702"/>
                  </a:lnTo>
                  <a:lnTo>
                    <a:pt x="8123301" y="2699613"/>
                  </a:lnTo>
                  <a:lnTo>
                    <a:pt x="8065766" y="2699533"/>
                  </a:lnTo>
                  <a:lnTo>
                    <a:pt x="8004334" y="2699460"/>
                  </a:lnTo>
                  <a:lnTo>
                    <a:pt x="7938225" y="2699393"/>
                  </a:lnTo>
                  <a:lnTo>
                    <a:pt x="7866674" y="2699333"/>
                  </a:lnTo>
                  <a:lnTo>
                    <a:pt x="7788983" y="2699279"/>
                  </a:lnTo>
                  <a:lnTo>
                    <a:pt x="7704593" y="2699229"/>
                  </a:lnTo>
                  <a:lnTo>
                    <a:pt x="7613173" y="2699184"/>
                  </a:lnTo>
                  <a:lnTo>
                    <a:pt x="7514741" y="2699142"/>
                  </a:lnTo>
                  <a:lnTo>
                    <a:pt x="7409803" y="2699105"/>
                  </a:lnTo>
                  <a:lnTo>
                    <a:pt x="7299502" y="2699071"/>
                  </a:lnTo>
                  <a:lnTo>
                    <a:pt x="7185739" y="2699041"/>
                  </a:lnTo>
                  <a:lnTo>
                    <a:pt x="7071234" y="2699014"/>
                  </a:lnTo>
                  <a:lnTo>
                    <a:pt x="6959452" y="2698991"/>
                  </a:lnTo>
                  <a:lnTo>
                    <a:pt x="6854363" y="2698972"/>
                  </a:lnTo>
                  <a:lnTo>
                    <a:pt x="6760008" y="2698957"/>
                  </a:lnTo>
                  <a:lnTo>
                    <a:pt x="6679942" y="2698945"/>
                  </a:lnTo>
                  <a:lnTo>
                    <a:pt x="6616632" y="2698937"/>
                  </a:lnTo>
                  <a:lnTo>
                    <a:pt x="6570995" y="2698931"/>
                  </a:lnTo>
                  <a:lnTo>
                    <a:pt x="6542156" y="2698928"/>
                  </a:lnTo>
                  <a:lnTo>
                    <a:pt x="6527471" y="2698927"/>
                  </a:lnTo>
                  <a:lnTo>
                    <a:pt x="6522728" y="2698926"/>
                  </a:lnTo>
                  <a:lnTo>
                    <a:pt x="6522385" y="2698926"/>
                  </a:lnTo>
                  <a:lnTo>
                    <a:pt x="5527445" y="2698926"/>
                  </a:lnTo>
                  <a:lnTo>
                    <a:pt x="5526364" y="2698877"/>
                  </a:lnTo>
                  <a:lnTo>
                    <a:pt x="5519219" y="2698528"/>
                  </a:lnTo>
                  <a:lnTo>
                    <a:pt x="5501090" y="2697564"/>
                  </a:lnTo>
                  <a:lnTo>
                    <a:pt x="5468380" y="2695664"/>
                  </a:lnTo>
                  <a:lnTo>
                    <a:pt x="5419024" y="2692521"/>
                  </a:lnTo>
                  <a:lnTo>
                    <a:pt x="5352638" y="2687873"/>
                  </a:lnTo>
                  <a:lnTo>
                    <a:pt x="5270480" y="2681519"/>
                  </a:lnTo>
                  <a:lnTo>
                    <a:pt x="5175178" y="2673337"/>
                  </a:lnTo>
                  <a:lnTo>
                    <a:pt x="5070257" y="2663275"/>
                  </a:lnTo>
                  <a:lnTo>
                    <a:pt x="4959589" y="2651338"/>
                  </a:lnTo>
                  <a:lnTo>
                    <a:pt x="4846890" y="2637560"/>
                  </a:lnTo>
                  <a:lnTo>
                    <a:pt x="4735355" y="2621979"/>
                  </a:lnTo>
                  <a:lnTo>
                    <a:pt x="4627461" y="2604607"/>
                  </a:lnTo>
                  <a:lnTo>
                    <a:pt x="4524920" y="2585422"/>
                  </a:lnTo>
                  <a:lnTo>
                    <a:pt x="4428746" y="2564347"/>
                  </a:lnTo>
                  <a:lnTo>
                    <a:pt x="4339372" y="2541252"/>
                  </a:lnTo>
                  <a:lnTo>
                    <a:pt x="4256785" y="2515949"/>
                  </a:lnTo>
                  <a:lnTo>
                    <a:pt x="4180653" y="2488194"/>
                  </a:lnTo>
                  <a:lnTo>
                    <a:pt x="4110438" y="2457697"/>
                  </a:lnTo>
                  <a:lnTo>
                    <a:pt x="4045473" y="2424128"/>
                  </a:lnTo>
                  <a:lnTo>
                    <a:pt x="3985031" y="2387135"/>
                  </a:lnTo>
                  <a:lnTo>
                    <a:pt x="3928369" y="2346378"/>
                  </a:lnTo>
                  <a:lnTo>
                    <a:pt x="3874769" y="2301570"/>
                  </a:lnTo>
                  <a:lnTo>
                    <a:pt x="3823575" y="2252555"/>
                  </a:lnTo>
                  <a:lnTo>
                    <a:pt x="3820202" y="2249105"/>
                  </a:lnTo>
                  <a:lnTo>
                    <a:pt x="3775184" y="2200434"/>
                  </a:lnTo>
                  <a:lnTo>
                    <a:pt x="3731301" y="2148191"/>
                  </a:lnTo>
                  <a:lnTo>
                    <a:pt x="3688243" y="2092304"/>
                  </a:lnTo>
                  <a:lnTo>
                    <a:pt x="3645761" y="2032758"/>
                  </a:lnTo>
                  <a:lnTo>
                    <a:pt x="3603657" y="1969603"/>
                  </a:lnTo>
                  <a:lnTo>
                    <a:pt x="3561776" y="1902961"/>
                  </a:lnTo>
                  <a:lnTo>
                    <a:pt x="3520002" y="1833027"/>
                  </a:lnTo>
                  <a:lnTo>
                    <a:pt x="3478253" y="1760070"/>
                  </a:lnTo>
                  <a:lnTo>
                    <a:pt x="3436475" y="1684436"/>
                  </a:lnTo>
                  <a:lnTo>
                    <a:pt x="3394641" y="1606541"/>
                  </a:lnTo>
                  <a:lnTo>
                    <a:pt x="3352744" y="1526862"/>
                  </a:lnTo>
                  <a:lnTo>
                    <a:pt x="3310793" y="1445926"/>
                  </a:lnTo>
                  <a:lnTo>
                    <a:pt x="3268809" y="1364297"/>
                  </a:lnTo>
                  <a:lnTo>
                    <a:pt x="3226820" y="1282562"/>
                  </a:lnTo>
                  <a:lnTo>
                    <a:pt x="3184854" y="1201308"/>
                  </a:lnTo>
                  <a:lnTo>
                    <a:pt x="3142936" y="1121110"/>
                  </a:lnTo>
                  <a:lnTo>
                    <a:pt x="3101078" y="1042509"/>
                  </a:lnTo>
                  <a:lnTo>
                    <a:pt x="3059282" y="966004"/>
                  </a:lnTo>
                  <a:lnTo>
                    <a:pt x="3017527" y="892032"/>
                  </a:lnTo>
                  <a:lnTo>
                    <a:pt x="2975770" y="820966"/>
                  </a:lnTo>
                  <a:lnTo>
                    <a:pt x="2933940" y="753103"/>
                  </a:lnTo>
                  <a:lnTo>
                    <a:pt x="2891933" y="688666"/>
                  </a:lnTo>
                  <a:lnTo>
                    <a:pt x="2849609" y="627801"/>
                  </a:lnTo>
                  <a:lnTo>
                    <a:pt x="2806785" y="570585"/>
                  </a:lnTo>
                  <a:lnTo>
                    <a:pt x="2763233" y="517026"/>
                  </a:lnTo>
                  <a:lnTo>
                    <a:pt x="2718667" y="467071"/>
                  </a:lnTo>
                  <a:lnTo>
                    <a:pt x="2702183" y="449821"/>
                  </a:lnTo>
                  <a:lnTo>
                    <a:pt x="2651130" y="400522"/>
                  </a:lnTo>
                  <a:lnTo>
                    <a:pt x="2597712" y="355434"/>
                  </a:lnTo>
                  <a:lnTo>
                    <a:pt x="2541278" y="314412"/>
                  </a:lnTo>
                  <a:lnTo>
                    <a:pt x="2481114" y="277176"/>
                  </a:lnTo>
                  <a:lnTo>
                    <a:pt x="2416477" y="243387"/>
                  </a:lnTo>
                  <a:lnTo>
                    <a:pt x="2346636" y="212694"/>
                  </a:lnTo>
                  <a:lnTo>
                    <a:pt x="2270922" y="184765"/>
                  </a:lnTo>
                  <a:lnTo>
                    <a:pt x="2188782" y="159305"/>
                  </a:lnTo>
                  <a:lnTo>
                    <a:pt x="2099869" y="136068"/>
                  </a:lnTo>
                  <a:lnTo>
                    <a:pt x="2004145" y="114862"/>
                  </a:lnTo>
                  <a:lnTo>
                    <a:pt x="1902009" y="95552"/>
                  </a:lnTo>
                  <a:lnTo>
                    <a:pt x="1794429" y="78060"/>
                  </a:lnTo>
                  <a:lnTo>
                    <a:pt x="1683070" y="62357"/>
                  </a:lnTo>
                  <a:lnTo>
                    <a:pt x="1570357" y="48457"/>
                  </a:lnTo>
                  <a:lnTo>
                    <a:pt x="1459439" y="36396"/>
                  </a:lnTo>
                  <a:lnTo>
                    <a:pt x="1354009" y="26207"/>
                  </a:lnTo>
                  <a:lnTo>
                    <a:pt x="1257942" y="17899"/>
                  </a:lnTo>
                  <a:lnTo>
                    <a:pt x="1174804" y="11425"/>
                  </a:lnTo>
                  <a:lnTo>
                    <a:pt x="1107300" y="6667"/>
                  </a:lnTo>
                  <a:lnTo>
                    <a:pt x="1056791" y="3431"/>
                  </a:lnTo>
                  <a:lnTo>
                    <a:pt x="1023007" y="1456"/>
                  </a:lnTo>
                  <a:lnTo>
                    <a:pt x="1003994" y="439"/>
                  </a:lnTo>
                  <a:lnTo>
                    <a:pt x="996250" y="59"/>
                  </a:lnTo>
                  <a:lnTo>
                    <a:pt x="994940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9" name="pg668"/>
            <p:cNvSpPr/>
            <p:nvPr/>
          </p:nvSpPr>
          <p:spPr>
            <a:xfrm>
              <a:off x="1199187" y="1771169"/>
              <a:ext cx="12049831" cy="2625557"/>
            </a:xfrm>
            <a:custGeom>
              <a:avLst/>
              <a:pathLst>
                <a:path w="12049831" h="2625557">
                  <a:moveTo>
                    <a:pt x="0" y="1027164"/>
                  </a:moveTo>
                  <a:lnTo>
                    <a:pt x="994940" y="1027164"/>
                  </a:lnTo>
                  <a:lnTo>
                    <a:pt x="996056" y="1027194"/>
                  </a:lnTo>
                  <a:lnTo>
                    <a:pt x="1003427" y="1027407"/>
                  </a:lnTo>
                  <a:lnTo>
                    <a:pt x="1022113" y="1027997"/>
                  </a:lnTo>
                  <a:lnTo>
                    <a:pt x="1055788" y="1029160"/>
                  </a:lnTo>
                  <a:lnTo>
                    <a:pt x="1106522" y="1031082"/>
                  </a:lnTo>
                  <a:lnTo>
                    <a:pt x="1174625" y="1033923"/>
                  </a:lnTo>
                  <a:lnTo>
                    <a:pt x="1258705" y="1037801"/>
                  </a:lnTo>
                  <a:lnTo>
                    <a:pt x="1355966" y="1042791"/>
                  </a:lnTo>
                  <a:lnTo>
                    <a:pt x="1462718" y="1048918"/>
                  </a:lnTo>
                  <a:lnTo>
                    <a:pt x="1574958" y="1056178"/>
                  </a:lnTo>
                  <a:lnTo>
                    <a:pt x="1688890" y="1064549"/>
                  </a:lnTo>
                  <a:lnTo>
                    <a:pt x="1801292" y="1074011"/>
                  </a:lnTo>
                  <a:lnTo>
                    <a:pt x="1909706" y="1084556"/>
                  </a:lnTo>
                  <a:lnTo>
                    <a:pt x="2012464" y="1096203"/>
                  </a:lnTo>
                  <a:lnTo>
                    <a:pt x="2108615" y="1109003"/>
                  </a:lnTo>
                  <a:lnTo>
                    <a:pt x="2197795" y="1123041"/>
                  </a:lnTo>
                  <a:lnTo>
                    <a:pt x="2280079" y="1138440"/>
                  </a:lnTo>
                  <a:lnTo>
                    <a:pt x="2355856" y="1155351"/>
                  </a:lnTo>
                  <a:lnTo>
                    <a:pt x="2425712" y="1173960"/>
                  </a:lnTo>
                  <a:lnTo>
                    <a:pt x="2490354" y="1194472"/>
                  </a:lnTo>
                  <a:lnTo>
                    <a:pt x="2550538" y="1217100"/>
                  </a:lnTo>
                  <a:lnTo>
                    <a:pt x="2607031" y="1242050"/>
                  </a:lnTo>
                  <a:lnTo>
                    <a:pt x="2660561" y="1269483"/>
                  </a:lnTo>
                  <a:lnTo>
                    <a:pt x="2702183" y="1293563"/>
                  </a:lnTo>
                  <a:lnTo>
                    <a:pt x="2754782" y="1327531"/>
                  </a:lnTo>
                  <a:lnTo>
                    <a:pt x="2805901" y="1364411"/>
                  </a:lnTo>
                  <a:lnTo>
                    <a:pt x="2856011" y="1404261"/>
                  </a:lnTo>
                  <a:lnTo>
                    <a:pt x="2905476" y="1447066"/>
                  </a:lnTo>
                  <a:lnTo>
                    <a:pt x="2954573" y="1492740"/>
                  </a:lnTo>
                  <a:lnTo>
                    <a:pt x="3003501" y="1541113"/>
                  </a:lnTo>
                  <a:lnTo>
                    <a:pt x="3052397" y="1591932"/>
                  </a:lnTo>
                  <a:lnTo>
                    <a:pt x="3101341" y="1644861"/>
                  </a:lnTo>
                  <a:lnTo>
                    <a:pt x="3150368" y="1699489"/>
                  </a:lnTo>
                  <a:lnTo>
                    <a:pt x="3199477" y="1755337"/>
                  </a:lnTo>
                  <a:lnTo>
                    <a:pt x="3248640" y="1811882"/>
                  </a:lnTo>
                  <a:lnTo>
                    <a:pt x="3297814" y="1868570"/>
                  </a:lnTo>
                  <a:lnTo>
                    <a:pt x="3346955" y="1924841"/>
                  </a:lnTo>
                  <a:lnTo>
                    <a:pt x="3396026" y="1980155"/>
                  </a:lnTo>
                  <a:lnTo>
                    <a:pt x="3445010" y="2034007"/>
                  </a:lnTo>
                  <a:lnTo>
                    <a:pt x="3493924" y="2085950"/>
                  </a:lnTo>
                  <a:lnTo>
                    <a:pt x="3542822" y="2135609"/>
                  </a:lnTo>
                  <a:lnTo>
                    <a:pt x="3591812" y="2182687"/>
                  </a:lnTo>
                  <a:lnTo>
                    <a:pt x="3641060" y="2226973"/>
                  </a:lnTo>
                  <a:lnTo>
                    <a:pt x="3690801" y="2268338"/>
                  </a:lnTo>
                  <a:lnTo>
                    <a:pt x="3741354" y="2306731"/>
                  </a:lnTo>
                  <a:lnTo>
                    <a:pt x="3793131" y="2342175"/>
                  </a:lnTo>
                  <a:lnTo>
                    <a:pt x="3820202" y="2359158"/>
                  </a:lnTo>
                  <a:lnTo>
                    <a:pt x="3871819" y="2388657"/>
                  </a:lnTo>
                  <a:lnTo>
                    <a:pt x="3925860" y="2415608"/>
                  </a:lnTo>
                  <a:lnTo>
                    <a:pt x="3982998" y="2440102"/>
                  </a:lnTo>
                  <a:lnTo>
                    <a:pt x="4043972" y="2462311"/>
                  </a:lnTo>
                  <a:lnTo>
                    <a:pt x="4109548" y="2482444"/>
                  </a:lnTo>
                  <a:lnTo>
                    <a:pt x="4180480" y="2500714"/>
                  </a:lnTo>
                  <a:lnTo>
                    <a:pt x="4257455" y="2517325"/>
                  </a:lnTo>
                  <a:lnTo>
                    <a:pt x="4341031" y="2532453"/>
                  </a:lnTo>
                  <a:lnTo>
                    <a:pt x="4431543" y="2546248"/>
                  </a:lnTo>
                  <a:lnTo>
                    <a:pt x="4528996" y="2558823"/>
                  </a:lnTo>
                  <a:lnTo>
                    <a:pt x="4632925" y="2570257"/>
                  </a:lnTo>
                  <a:lnTo>
                    <a:pt x="4742250" y="2580595"/>
                  </a:lnTo>
                  <a:lnTo>
                    <a:pt x="4855157" y="2589850"/>
                  </a:lnTo>
                  <a:lnTo>
                    <a:pt x="4969037" y="2598012"/>
                  </a:lnTo>
                  <a:lnTo>
                    <a:pt x="5080537" y="2605058"/>
                  </a:lnTo>
                  <a:lnTo>
                    <a:pt x="5185789" y="2610968"/>
                  </a:lnTo>
                  <a:lnTo>
                    <a:pt x="5280805" y="2615742"/>
                  </a:lnTo>
                  <a:lnTo>
                    <a:pt x="5362022" y="2619416"/>
                  </a:lnTo>
                  <a:lnTo>
                    <a:pt x="5426876" y="2622071"/>
                  </a:lnTo>
                  <a:lnTo>
                    <a:pt x="5474283" y="2623835"/>
                  </a:lnTo>
                  <a:lnTo>
                    <a:pt x="5504894" y="2624874"/>
                  </a:lnTo>
                  <a:lnTo>
                    <a:pt x="5521097" y="2625377"/>
                  </a:lnTo>
                  <a:lnTo>
                    <a:pt x="5526847" y="2625541"/>
                  </a:lnTo>
                  <a:lnTo>
                    <a:pt x="5527445" y="2625557"/>
                  </a:lnTo>
                  <a:lnTo>
                    <a:pt x="6522385" y="2625557"/>
                  </a:lnTo>
                  <a:lnTo>
                    <a:pt x="6523470" y="2625509"/>
                  </a:lnTo>
                  <a:lnTo>
                    <a:pt x="6530634" y="2625170"/>
                  </a:lnTo>
                  <a:lnTo>
                    <a:pt x="6548811" y="2624231"/>
                  </a:lnTo>
                  <a:lnTo>
                    <a:pt x="6581603" y="2622381"/>
                  </a:lnTo>
                  <a:lnTo>
                    <a:pt x="6631077" y="2619321"/>
                  </a:lnTo>
                  <a:lnTo>
                    <a:pt x="6697611" y="2614796"/>
                  </a:lnTo>
                  <a:lnTo>
                    <a:pt x="6779934" y="2608611"/>
                  </a:lnTo>
                  <a:lnTo>
                    <a:pt x="6875405" y="2600647"/>
                  </a:lnTo>
                  <a:lnTo>
                    <a:pt x="6980485" y="2590854"/>
                  </a:lnTo>
                  <a:lnTo>
                    <a:pt x="7091290" y="2579239"/>
                  </a:lnTo>
                  <a:lnTo>
                    <a:pt x="7204097" y="2565832"/>
                  </a:lnTo>
                  <a:lnTo>
                    <a:pt x="7315708" y="2550672"/>
                  </a:lnTo>
                  <a:lnTo>
                    <a:pt x="7423650" y="2533770"/>
                  </a:lnTo>
                  <a:lnTo>
                    <a:pt x="7526211" y="2515103"/>
                  </a:lnTo>
                  <a:lnTo>
                    <a:pt x="7622384" y="2494598"/>
                  </a:lnTo>
                  <a:lnTo>
                    <a:pt x="7711742" y="2472125"/>
                  </a:lnTo>
                  <a:lnTo>
                    <a:pt x="7794304" y="2447501"/>
                  </a:lnTo>
                  <a:lnTo>
                    <a:pt x="7870405" y="2420489"/>
                  </a:lnTo>
                  <a:lnTo>
                    <a:pt x="7940589" y="2390803"/>
                  </a:lnTo>
                  <a:lnTo>
                    <a:pt x="8005526" y="2358124"/>
                  </a:lnTo>
                  <a:lnTo>
                    <a:pt x="8065945" y="2322108"/>
                  </a:lnTo>
                  <a:lnTo>
                    <a:pt x="8122592" y="2282424"/>
                  </a:lnTo>
                  <a:lnTo>
                    <a:pt x="8176184" y="2238796"/>
                  </a:lnTo>
                  <a:lnTo>
                    <a:pt x="8227380" y="2191074"/>
                  </a:lnTo>
                  <a:lnTo>
                    <a:pt x="8229629" y="2188838"/>
                  </a:lnTo>
                  <a:lnTo>
                    <a:pt x="8275118" y="2141063"/>
                  </a:lnTo>
                  <a:lnTo>
                    <a:pt x="8319453" y="2089746"/>
                  </a:lnTo>
                  <a:lnTo>
                    <a:pt x="8362951" y="2034815"/>
                  </a:lnTo>
                  <a:lnTo>
                    <a:pt x="8405867" y="1976255"/>
                  </a:lnTo>
                  <a:lnTo>
                    <a:pt x="8448405" y="1914122"/>
                  </a:lnTo>
                  <a:lnTo>
                    <a:pt x="8490721" y="1848538"/>
                  </a:lnTo>
                  <a:lnTo>
                    <a:pt x="8532935" y="1779705"/>
                  </a:lnTo>
                  <a:lnTo>
                    <a:pt x="8575129" y="1707898"/>
                  </a:lnTo>
                  <a:lnTo>
                    <a:pt x="8617355" y="1633469"/>
                  </a:lnTo>
                  <a:lnTo>
                    <a:pt x="8659640" y="1556840"/>
                  </a:lnTo>
                  <a:lnTo>
                    <a:pt x="8701990" y="1478495"/>
                  </a:lnTo>
                  <a:lnTo>
                    <a:pt x="8744392" y="1398968"/>
                  </a:lnTo>
                  <a:lnTo>
                    <a:pt x="8786825" y="1318828"/>
                  </a:lnTo>
                  <a:lnTo>
                    <a:pt x="8829258" y="1238663"/>
                  </a:lnTo>
                  <a:lnTo>
                    <a:pt x="8871664" y="1159061"/>
                  </a:lnTo>
                  <a:lnTo>
                    <a:pt x="8914019" y="1080594"/>
                  </a:lnTo>
                  <a:lnTo>
                    <a:pt x="8956310" y="1003799"/>
                  </a:lnTo>
                  <a:lnTo>
                    <a:pt x="8998540" y="929164"/>
                  </a:lnTo>
                  <a:lnTo>
                    <a:pt x="9040735" y="857118"/>
                  </a:lnTo>
                  <a:lnTo>
                    <a:pt x="9082944" y="788019"/>
                  </a:lnTo>
                  <a:lnTo>
                    <a:pt x="9125248" y="722148"/>
                  </a:lnTo>
                  <a:lnTo>
                    <a:pt x="9167762" y="659714"/>
                  </a:lnTo>
                  <a:lnTo>
                    <a:pt x="9210638" y="600846"/>
                  </a:lnTo>
                  <a:lnTo>
                    <a:pt x="9254077" y="545604"/>
                  </a:lnTo>
                  <a:lnTo>
                    <a:pt x="9298329" y="493980"/>
                  </a:lnTo>
                  <a:lnTo>
                    <a:pt x="9343705" y="445907"/>
                  </a:lnTo>
                  <a:lnTo>
                    <a:pt x="9347647" y="441960"/>
                  </a:lnTo>
                  <a:lnTo>
                    <a:pt x="9398749" y="394054"/>
                  </a:lnTo>
                  <a:lnTo>
                    <a:pt x="9452221" y="350244"/>
                  </a:lnTo>
                  <a:lnTo>
                    <a:pt x="9508715" y="310388"/>
                  </a:lnTo>
                  <a:lnTo>
                    <a:pt x="9568950" y="274215"/>
                  </a:lnTo>
                  <a:lnTo>
                    <a:pt x="9633668" y="241393"/>
                  </a:lnTo>
                  <a:lnTo>
                    <a:pt x="9703602" y="211581"/>
                  </a:lnTo>
                  <a:lnTo>
                    <a:pt x="9779424" y="184455"/>
                  </a:lnTo>
                  <a:lnTo>
                    <a:pt x="9861688" y="159729"/>
                  </a:lnTo>
                  <a:lnTo>
                    <a:pt x="9950738" y="137164"/>
                  </a:lnTo>
                  <a:lnTo>
                    <a:pt x="10046610" y="116574"/>
                  </a:lnTo>
                  <a:lnTo>
                    <a:pt x="10148902" y="97826"/>
                  </a:lnTo>
                  <a:lnTo>
                    <a:pt x="10256633" y="80847"/>
                  </a:lnTo>
                  <a:lnTo>
                    <a:pt x="10368127" y="65607"/>
                  </a:lnTo>
                  <a:lnTo>
                    <a:pt x="10480943" y="52122"/>
                  </a:lnTo>
                  <a:lnTo>
                    <a:pt x="10591915" y="40425"/>
                  </a:lnTo>
                  <a:lnTo>
                    <a:pt x="10697336" y="30550"/>
                  </a:lnTo>
                  <a:lnTo>
                    <a:pt x="10793318" y="22505"/>
                  </a:lnTo>
                  <a:lnTo>
                    <a:pt x="10876296" y="16242"/>
                  </a:lnTo>
                  <a:lnTo>
                    <a:pt x="10943577" y="11646"/>
                  </a:lnTo>
                  <a:lnTo>
                    <a:pt x="10993821" y="8526"/>
                  </a:lnTo>
                  <a:lnTo>
                    <a:pt x="11027329" y="6627"/>
                  </a:lnTo>
                  <a:lnTo>
                    <a:pt x="11046095" y="5655"/>
                  </a:lnTo>
                  <a:lnTo>
                    <a:pt x="11053657" y="529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6" y="47"/>
                  </a:lnTo>
                  <a:lnTo>
                    <a:pt x="11046643" y="387"/>
                  </a:lnTo>
                  <a:lnTo>
                    <a:pt x="11028465" y="1326"/>
                  </a:lnTo>
                  <a:lnTo>
                    <a:pt x="10995673" y="3176"/>
                  </a:lnTo>
                  <a:lnTo>
                    <a:pt x="10946199" y="6235"/>
                  </a:lnTo>
                  <a:lnTo>
                    <a:pt x="10879666" y="10761"/>
                  </a:lnTo>
                  <a:lnTo>
                    <a:pt x="10797342" y="16946"/>
                  </a:lnTo>
                  <a:lnTo>
                    <a:pt x="10701871" y="24910"/>
                  </a:lnTo>
                  <a:lnTo>
                    <a:pt x="10596791" y="34702"/>
                  </a:lnTo>
                  <a:lnTo>
                    <a:pt x="10485986" y="46318"/>
                  </a:lnTo>
                  <a:lnTo>
                    <a:pt x="10373179" y="59724"/>
                  </a:lnTo>
                  <a:lnTo>
                    <a:pt x="10261568" y="74885"/>
                  </a:lnTo>
                  <a:lnTo>
                    <a:pt x="10153627" y="91787"/>
                  </a:lnTo>
                  <a:lnTo>
                    <a:pt x="10051066" y="110453"/>
                  </a:lnTo>
                  <a:lnTo>
                    <a:pt x="9954893" y="130959"/>
                  </a:lnTo>
                  <a:lnTo>
                    <a:pt x="9865535" y="153432"/>
                  </a:lnTo>
                  <a:lnTo>
                    <a:pt x="9782973" y="178056"/>
                  </a:lnTo>
                  <a:lnTo>
                    <a:pt x="9706871" y="205068"/>
                  </a:lnTo>
                  <a:lnTo>
                    <a:pt x="9636687" y="234753"/>
                  </a:lnTo>
                  <a:lnTo>
                    <a:pt x="9571751" y="267433"/>
                  </a:lnTo>
                  <a:lnTo>
                    <a:pt x="9511331" y="303449"/>
                  </a:lnTo>
                  <a:lnTo>
                    <a:pt x="9454685" y="343133"/>
                  </a:lnTo>
                  <a:lnTo>
                    <a:pt x="9401092" y="386761"/>
                  </a:lnTo>
                  <a:lnTo>
                    <a:pt x="9349897" y="434483"/>
                  </a:lnTo>
                  <a:lnTo>
                    <a:pt x="9347647" y="436719"/>
                  </a:lnTo>
                  <a:lnTo>
                    <a:pt x="9302158" y="484493"/>
                  </a:lnTo>
                  <a:lnTo>
                    <a:pt x="9257824" y="535810"/>
                  </a:lnTo>
                  <a:lnTo>
                    <a:pt x="9214326" y="590742"/>
                  </a:lnTo>
                  <a:lnTo>
                    <a:pt x="9171410" y="649301"/>
                  </a:lnTo>
                  <a:lnTo>
                    <a:pt x="9128872" y="711435"/>
                  </a:lnTo>
                  <a:lnTo>
                    <a:pt x="9086555" y="777018"/>
                  </a:lnTo>
                  <a:lnTo>
                    <a:pt x="9044341" y="845852"/>
                  </a:lnTo>
                  <a:lnTo>
                    <a:pt x="9002148" y="917659"/>
                  </a:lnTo>
                  <a:lnTo>
                    <a:pt x="8959922" y="992088"/>
                  </a:lnTo>
                  <a:lnTo>
                    <a:pt x="8917636" y="1068717"/>
                  </a:lnTo>
                  <a:lnTo>
                    <a:pt x="8875287" y="1147062"/>
                  </a:lnTo>
                  <a:lnTo>
                    <a:pt x="8832884" y="1226588"/>
                  </a:lnTo>
                  <a:lnTo>
                    <a:pt x="8790452" y="1306728"/>
                  </a:lnTo>
                  <a:lnTo>
                    <a:pt x="8748018" y="1386894"/>
                  </a:lnTo>
                  <a:lnTo>
                    <a:pt x="8705612" y="1466496"/>
                  </a:lnTo>
                  <a:lnTo>
                    <a:pt x="8663258" y="1544963"/>
                  </a:lnTo>
                  <a:lnTo>
                    <a:pt x="8620967" y="1621758"/>
                  </a:lnTo>
                  <a:lnTo>
                    <a:pt x="8578736" y="1696392"/>
                  </a:lnTo>
                  <a:lnTo>
                    <a:pt x="8536541" y="1768438"/>
                  </a:lnTo>
                  <a:lnTo>
                    <a:pt x="8494332" y="1837538"/>
                  </a:lnTo>
                  <a:lnTo>
                    <a:pt x="8452028" y="1903408"/>
                  </a:lnTo>
                  <a:lnTo>
                    <a:pt x="8409515" y="1965843"/>
                  </a:lnTo>
                  <a:lnTo>
                    <a:pt x="8366638" y="2024710"/>
                  </a:lnTo>
                  <a:lnTo>
                    <a:pt x="8323199" y="2079952"/>
                  </a:lnTo>
                  <a:lnTo>
                    <a:pt x="8278948" y="2131576"/>
                  </a:lnTo>
                  <a:lnTo>
                    <a:pt x="8233572" y="2179649"/>
                  </a:lnTo>
                  <a:lnTo>
                    <a:pt x="8229629" y="2183597"/>
                  </a:lnTo>
                  <a:lnTo>
                    <a:pt x="8178527" y="2231503"/>
                  </a:lnTo>
                  <a:lnTo>
                    <a:pt x="8125055" y="2275313"/>
                  </a:lnTo>
                  <a:lnTo>
                    <a:pt x="8068561" y="2315168"/>
                  </a:lnTo>
                  <a:lnTo>
                    <a:pt x="8008327" y="2351342"/>
                  </a:lnTo>
                  <a:lnTo>
                    <a:pt x="7943609" y="2384164"/>
                  </a:lnTo>
                  <a:lnTo>
                    <a:pt x="7873675" y="2413976"/>
                  </a:lnTo>
                  <a:lnTo>
                    <a:pt x="7797852" y="2441102"/>
                  </a:lnTo>
                  <a:lnTo>
                    <a:pt x="7715589" y="2465828"/>
                  </a:lnTo>
                  <a:lnTo>
                    <a:pt x="7626539" y="2488392"/>
                  </a:lnTo>
                  <a:lnTo>
                    <a:pt x="7530666" y="2508983"/>
                  </a:lnTo>
                  <a:lnTo>
                    <a:pt x="7428375" y="2527730"/>
                  </a:lnTo>
                  <a:lnTo>
                    <a:pt x="7320644" y="2544710"/>
                  </a:lnTo>
                  <a:lnTo>
                    <a:pt x="7209150" y="2559949"/>
                  </a:lnTo>
                  <a:lnTo>
                    <a:pt x="7096333" y="2573435"/>
                  </a:lnTo>
                  <a:lnTo>
                    <a:pt x="6985361" y="2585132"/>
                  </a:lnTo>
                  <a:lnTo>
                    <a:pt x="6879941" y="2595006"/>
                  </a:lnTo>
                  <a:lnTo>
                    <a:pt x="6783958" y="2603052"/>
                  </a:lnTo>
                  <a:lnTo>
                    <a:pt x="6700980" y="2609315"/>
                  </a:lnTo>
                  <a:lnTo>
                    <a:pt x="6633700" y="2613911"/>
                  </a:lnTo>
                  <a:lnTo>
                    <a:pt x="6583456" y="2617031"/>
                  </a:lnTo>
                  <a:lnTo>
                    <a:pt x="6549947" y="2618929"/>
                  </a:lnTo>
                  <a:lnTo>
                    <a:pt x="6531181" y="2619902"/>
                  </a:lnTo>
                  <a:lnTo>
                    <a:pt x="6523620" y="2620262"/>
                  </a:lnTo>
                  <a:lnTo>
                    <a:pt x="6522385" y="2620317"/>
                  </a:lnTo>
                  <a:lnTo>
                    <a:pt x="5527445" y="2620317"/>
                  </a:lnTo>
                  <a:lnTo>
                    <a:pt x="5526329" y="2620287"/>
                  </a:lnTo>
                  <a:lnTo>
                    <a:pt x="5518958" y="2620073"/>
                  </a:lnTo>
                  <a:lnTo>
                    <a:pt x="5500272" y="2619483"/>
                  </a:lnTo>
                  <a:lnTo>
                    <a:pt x="5466597" y="2618320"/>
                  </a:lnTo>
                  <a:lnTo>
                    <a:pt x="5415863" y="2616398"/>
                  </a:lnTo>
                  <a:lnTo>
                    <a:pt x="5347760" y="2613558"/>
                  </a:lnTo>
                  <a:lnTo>
                    <a:pt x="5263680" y="2609679"/>
                  </a:lnTo>
                  <a:lnTo>
                    <a:pt x="5166419" y="2604690"/>
                  </a:lnTo>
                  <a:lnTo>
                    <a:pt x="5059667" y="2598563"/>
                  </a:lnTo>
                  <a:lnTo>
                    <a:pt x="4947427" y="2591302"/>
                  </a:lnTo>
                  <a:lnTo>
                    <a:pt x="4833495" y="2582931"/>
                  </a:lnTo>
                  <a:lnTo>
                    <a:pt x="4721093" y="2573469"/>
                  </a:lnTo>
                  <a:lnTo>
                    <a:pt x="4612679" y="2562925"/>
                  </a:lnTo>
                  <a:lnTo>
                    <a:pt x="4509921" y="2551278"/>
                  </a:lnTo>
                  <a:lnTo>
                    <a:pt x="4413770" y="2538478"/>
                  </a:lnTo>
                  <a:lnTo>
                    <a:pt x="4324590" y="2524439"/>
                  </a:lnTo>
                  <a:lnTo>
                    <a:pt x="4242306" y="2509041"/>
                  </a:lnTo>
                  <a:lnTo>
                    <a:pt x="4166529" y="2492129"/>
                  </a:lnTo>
                  <a:lnTo>
                    <a:pt x="4096673" y="2473520"/>
                  </a:lnTo>
                  <a:lnTo>
                    <a:pt x="4032031" y="2453009"/>
                  </a:lnTo>
                  <a:lnTo>
                    <a:pt x="3971847" y="2430380"/>
                  </a:lnTo>
                  <a:lnTo>
                    <a:pt x="3915354" y="2405430"/>
                  </a:lnTo>
                  <a:lnTo>
                    <a:pt x="3861824" y="2377997"/>
                  </a:lnTo>
                  <a:lnTo>
                    <a:pt x="3820202" y="2353918"/>
                  </a:lnTo>
                  <a:lnTo>
                    <a:pt x="3767603" y="2319950"/>
                  </a:lnTo>
                  <a:lnTo>
                    <a:pt x="3716484" y="2283069"/>
                  </a:lnTo>
                  <a:lnTo>
                    <a:pt x="3666374" y="2243220"/>
                  </a:lnTo>
                  <a:lnTo>
                    <a:pt x="3616909" y="2200414"/>
                  </a:lnTo>
                  <a:lnTo>
                    <a:pt x="3567812" y="2154741"/>
                  </a:lnTo>
                  <a:lnTo>
                    <a:pt x="3518884" y="2106367"/>
                  </a:lnTo>
                  <a:lnTo>
                    <a:pt x="3469988" y="2055548"/>
                  </a:lnTo>
                  <a:lnTo>
                    <a:pt x="3421044" y="2002619"/>
                  </a:lnTo>
                  <a:lnTo>
                    <a:pt x="3372017" y="1947992"/>
                  </a:lnTo>
                  <a:lnTo>
                    <a:pt x="3322908" y="1892143"/>
                  </a:lnTo>
                  <a:lnTo>
                    <a:pt x="3273745" y="1835599"/>
                  </a:lnTo>
                  <a:lnTo>
                    <a:pt x="3224571" y="1778911"/>
                  </a:lnTo>
                  <a:lnTo>
                    <a:pt x="3175430" y="1722639"/>
                  </a:lnTo>
                  <a:lnTo>
                    <a:pt x="3126359" y="1667325"/>
                  </a:lnTo>
                  <a:lnTo>
                    <a:pt x="3077375" y="1613473"/>
                  </a:lnTo>
                  <a:lnTo>
                    <a:pt x="3028461" y="1561530"/>
                  </a:lnTo>
                  <a:lnTo>
                    <a:pt x="2979563" y="1511871"/>
                  </a:lnTo>
                  <a:lnTo>
                    <a:pt x="2930573" y="1464793"/>
                  </a:lnTo>
                  <a:lnTo>
                    <a:pt x="2881325" y="1420507"/>
                  </a:lnTo>
                  <a:lnTo>
                    <a:pt x="2831584" y="1379143"/>
                  </a:lnTo>
                  <a:lnTo>
                    <a:pt x="2781031" y="1340749"/>
                  </a:lnTo>
                  <a:lnTo>
                    <a:pt x="2729254" y="1305305"/>
                  </a:lnTo>
                  <a:lnTo>
                    <a:pt x="2702183" y="1288322"/>
                  </a:lnTo>
                  <a:lnTo>
                    <a:pt x="2650566" y="1258823"/>
                  </a:lnTo>
                  <a:lnTo>
                    <a:pt x="2596525" y="1231872"/>
                  </a:lnTo>
                  <a:lnTo>
                    <a:pt x="2539387" y="1207378"/>
                  </a:lnTo>
                  <a:lnTo>
                    <a:pt x="2478413" y="1185169"/>
                  </a:lnTo>
                  <a:lnTo>
                    <a:pt x="2412837" y="1165037"/>
                  </a:lnTo>
                  <a:lnTo>
                    <a:pt x="2341905" y="1146766"/>
                  </a:lnTo>
                  <a:lnTo>
                    <a:pt x="2264930" y="1130156"/>
                  </a:lnTo>
                  <a:lnTo>
                    <a:pt x="2181354" y="1115027"/>
                  </a:lnTo>
                  <a:lnTo>
                    <a:pt x="2090842" y="1101233"/>
                  </a:lnTo>
                  <a:lnTo>
                    <a:pt x="1993389" y="1088658"/>
                  </a:lnTo>
                  <a:lnTo>
                    <a:pt x="1889460" y="1077223"/>
                  </a:lnTo>
                  <a:lnTo>
                    <a:pt x="1780135" y="1066885"/>
                  </a:lnTo>
                  <a:lnTo>
                    <a:pt x="1667228" y="1057630"/>
                  </a:lnTo>
                  <a:lnTo>
                    <a:pt x="1553348" y="1049469"/>
                  </a:lnTo>
                  <a:lnTo>
                    <a:pt x="1441848" y="1042423"/>
                  </a:lnTo>
                  <a:lnTo>
                    <a:pt x="1336596" y="1036513"/>
                  </a:lnTo>
                  <a:lnTo>
                    <a:pt x="1241580" y="1031738"/>
                  </a:lnTo>
                  <a:lnTo>
                    <a:pt x="1160363" y="1028064"/>
                  </a:lnTo>
                  <a:lnTo>
                    <a:pt x="1095509" y="1025409"/>
                  </a:lnTo>
                  <a:lnTo>
                    <a:pt x="1048102" y="1023645"/>
                  </a:lnTo>
                  <a:lnTo>
                    <a:pt x="1017491" y="1022606"/>
                  </a:lnTo>
                  <a:lnTo>
                    <a:pt x="1001288" y="1022103"/>
                  </a:lnTo>
                  <a:lnTo>
                    <a:pt x="995538" y="1021939"/>
                  </a:lnTo>
                  <a:lnTo>
                    <a:pt x="994940" y="1021923"/>
                  </a:lnTo>
                  <a:lnTo>
                    <a:pt x="0" y="1021923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70" name="pl669"/>
            <p:cNvSpPr/>
            <p:nvPr/>
          </p:nvSpPr>
          <p:spPr>
            <a:xfrm>
              <a:off x="1199187" y="1776410"/>
              <a:ext cx="12049831" cy="2620317"/>
            </a:xfrm>
            <a:custGeom>
              <a:avLst/>
              <a:pathLst>
                <a:path w="12049831" h="2620317">
                  <a:moveTo>
                    <a:pt x="0" y="1021923"/>
                  </a:moveTo>
                  <a:lnTo>
                    <a:pt x="994940" y="1021923"/>
                  </a:lnTo>
                  <a:lnTo>
                    <a:pt x="996056" y="1021953"/>
                  </a:lnTo>
                  <a:lnTo>
                    <a:pt x="1003427" y="1022167"/>
                  </a:lnTo>
                  <a:lnTo>
                    <a:pt x="1022113" y="1022757"/>
                  </a:lnTo>
                  <a:lnTo>
                    <a:pt x="1055788" y="1023919"/>
                  </a:lnTo>
                  <a:lnTo>
                    <a:pt x="1106522" y="1025841"/>
                  </a:lnTo>
                  <a:lnTo>
                    <a:pt x="1174625" y="1028682"/>
                  </a:lnTo>
                  <a:lnTo>
                    <a:pt x="1258705" y="1032561"/>
                  </a:lnTo>
                  <a:lnTo>
                    <a:pt x="1355966" y="1037550"/>
                  </a:lnTo>
                  <a:lnTo>
                    <a:pt x="1462718" y="1043677"/>
                  </a:lnTo>
                  <a:lnTo>
                    <a:pt x="1574958" y="1050937"/>
                  </a:lnTo>
                  <a:lnTo>
                    <a:pt x="1688890" y="1059309"/>
                  </a:lnTo>
                  <a:lnTo>
                    <a:pt x="1801292" y="1068770"/>
                  </a:lnTo>
                  <a:lnTo>
                    <a:pt x="1909706" y="1079315"/>
                  </a:lnTo>
                  <a:lnTo>
                    <a:pt x="2012464" y="1090962"/>
                  </a:lnTo>
                  <a:lnTo>
                    <a:pt x="2108615" y="1103762"/>
                  </a:lnTo>
                  <a:lnTo>
                    <a:pt x="2197795" y="1117801"/>
                  </a:lnTo>
                  <a:lnTo>
                    <a:pt x="2280079" y="1133199"/>
                  </a:lnTo>
                  <a:lnTo>
                    <a:pt x="2355856" y="1150111"/>
                  </a:lnTo>
                  <a:lnTo>
                    <a:pt x="2425712" y="1168720"/>
                  </a:lnTo>
                  <a:lnTo>
                    <a:pt x="2490354" y="1189231"/>
                  </a:lnTo>
                  <a:lnTo>
                    <a:pt x="2550538" y="1211860"/>
                  </a:lnTo>
                  <a:lnTo>
                    <a:pt x="2607031" y="1236810"/>
                  </a:lnTo>
                  <a:lnTo>
                    <a:pt x="2660561" y="1264243"/>
                  </a:lnTo>
                  <a:lnTo>
                    <a:pt x="2702183" y="1288322"/>
                  </a:lnTo>
                  <a:lnTo>
                    <a:pt x="2754782" y="1322290"/>
                  </a:lnTo>
                  <a:lnTo>
                    <a:pt x="2805901" y="1359171"/>
                  </a:lnTo>
                  <a:lnTo>
                    <a:pt x="2856011" y="1399020"/>
                  </a:lnTo>
                  <a:lnTo>
                    <a:pt x="2905476" y="1441825"/>
                  </a:lnTo>
                  <a:lnTo>
                    <a:pt x="2954573" y="1487499"/>
                  </a:lnTo>
                  <a:lnTo>
                    <a:pt x="3003501" y="1535872"/>
                  </a:lnTo>
                  <a:lnTo>
                    <a:pt x="3052397" y="1586691"/>
                  </a:lnTo>
                  <a:lnTo>
                    <a:pt x="3101341" y="1639621"/>
                  </a:lnTo>
                  <a:lnTo>
                    <a:pt x="3150368" y="1694248"/>
                  </a:lnTo>
                  <a:lnTo>
                    <a:pt x="3199477" y="1750096"/>
                  </a:lnTo>
                  <a:lnTo>
                    <a:pt x="3248640" y="1806641"/>
                  </a:lnTo>
                  <a:lnTo>
                    <a:pt x="3297814" y="1863329"/>
                  </a:lnTo>
                  <a:lnTo>
                    <a:pt x="3346955" y="1919601"/>
                  </a:lnTo>
                  <a:lnTo>
                    <a:pt x="3396026" y="1974914"/>
                  </a:lnTo>
                  <a:lnTo>
                    <a:pt x="3445010" y="2028766"/>
                  </a:lnTo>
                  <a:lnTo>
                    <a:pt x="3493924" y="2080710"/>
                  </a:lnTo>
                  <a:lnTo>
                    <a:pt x="3542822" y="2130369"/>
                  </a:lnTo>
                  <a:lnTo>
                    <a:pt x="3591812" y="2177447"/>
                  </a:lnTo>
                  <a:lnTo>
                    <a:pt x="3641060" y="2221732"/>
                  </a:lnTo>
                  <a:lnTo>
                    <a:pt x="3690801" y="2263097"/>
                  </a:lnTo>
                  <a:lnTo>
                    <a:pt x="3741354" y="2301490"/>
                  </a:lnTo>
                  <a:lnTo>
                    <a:pt x="3793131" y="2336935"/>
                  </a:lnTo>
                  <a:lnTo>
                    <a:pt x="3820202" y="2353918"/>
                  </a:lnTo>
                  <a:lnTo>
                    <a:pt x="3871819" y="2383416"/>
                  </a:lnTo>
                  <a:lnTo>
                    <a:pt x="3925860" y="2410368"/>
                  </a:lnTo>
                  <a:lnTo>
                    <a:pt x="3982998" y="2434862"/>
                  </a:lnTo>
                  <a:lnTo>
                    <a:pt x="4043972" y="2457071"/>
                  </a:lnTo>
                  <a:lnTo>
                    <a:pt x="4109548" y="2477203"/>
                  </a:lnTo>
                  <a:lnTo>
                    <a:pt x="4180480" y="2495474"/>
                  </a:lnTo>
                  <a:lnTo>
                    <a:pt x="4257455" y="2512084"/>
                  </a:lnTo>
                  <a:lnTo>
                    <a:pt x="4341031" y="2527212"/>
                  </a:lnTo>
                  <a:lnTo>
                    <a:pt x="4431543" y="2541007"/>
                  </a:lnTo>
                  <a:lnTo>
                    <a:pt x="4528996" y="2553582"/>
                  </a:lnTo>
                  <a:lnTo>
                    <a:pt x="4632925" y="2565016"/>
                  </a:lnTo>
                  <a:lnTo>
                    <a:pt x="4742250" y="2575354"/>
                  </a:lnTo>
                  <a:lnTo>
                    <a:pt x="4855157" y="2584609"/>
                  </a:lnTo>
                  <a:lnTo>
                    <a:pt x="4969037" y="2592771"/>
                  </a:lnTo>
                  <a:lnTo>
                    <a:pt x="5080537" y="2599817"/>
                  </a:lnTo>
                  <a:lnTo>
                    <a:pt x="5185789" y="2605727"/>
                  </a:lnTo>
                  <a:lnTo>
                    <a:pt x="5280805" y="2610501"/>
                  </a:lnTo>
                  <a:lnTo>
                    <a:pt x="5362022" y="2614176"/>
                  </a:lnTo>
                  <a:lnTo>
                    <a:pt x="5426876" y="2616831"/>
                  </a:lnTo>
                  <a:lnTo>
                    <a:pt x="5474283" y="2618595"/>
                  </a:lnTo>
                  <a:lnTo>
                    <a:pt x="5504894" y="2619634"/>
                  </a:lnTo>
                  <a:lnTo>
                    <a:pt x="5521097" y="2620137"/>
                  </a:lnTo>
                  <a:lnTo>
                    <a:pt x="5526847" y="2620301"/>
                  </a:lnTo>
                  <a:lnTo>
                    <a:pt x="5527445" y="2620317"/>
                  </a:lnTo>
                  <a:lnTo>
                    <a:pt x="6522385" y="2620317"/>
                  </a:lnTo>
                  <a:lnTo>
                    <a:pt x="6523470" y="2620269"/>
                  </a:lnTo>
                  <a:lnTo>
                    <a:pt x="6530634" y="2619929"/>
                  </a:lnTo>
                  <a:lnTo>
                    <a:pt x="6548811" y="2618990"/>
                  </a:lnTo>
                  <a:lnTo>
                    <a:pt x="6581603" y="2617140"/>
                  </a:lnTo>
                  <a:lnTo>
                    <a:pt x="6631077" y="2614081"/>
                  </a:lnTo>
                  <a:lnTo>
                    <a:pt x="6697611" y="2609555"/>
                  </a:lnTo>
                  <a:lnTo>
                    <a:pt x="6779934" y="2603370"/>
                  </a:lnTo>
                  <a:lnTo>
                    <a:pt x="6875405" y="2595406"/>
                  </a:lnTo>
                  <a:lnTo>
                    <a:pt x="6980485" y="2585614"/>
                  </a:lnTo>
                  <a:lnTo>
                    <a:pt x="7091290" y="2573998"/>
                  </a:lnTo>
                  <a:lnTo>
                    <a:pt x="7204097" y="2560592"/>
                  </a:lnTo>
                  <a:lnTo>
                    <a:pt x="7315708" y="2545431"/>
                  </a:lnTo>
                  <a:lnTo>
                    <a:pt x="7423650" y="2528529"/>
                  </a:lnTo>
                  <a:lnTo>
                    <a:pt x="7526211" y="2509863"/>
                  </a:lnTo>
                  <a:lnTo>
                    <a:pt x="7622384" y="2489357"/>
                  </a:lnTo>
                  <a:lnTo>
                    <a:pt x="7711742" y="2466884"/>
                  </a:lnTo>
                  <a:lnTo>
                    <a:pt x="7794304" y="2442260"/>
                  </a:lnTo>
                  <a:lnTo>
                    <a:pt x="7870405" y="2415248"/>
                  </a:lnTo>
                  <a:lnTo>
                    <a:pt x="7940589" y="2385563"/>
                  </a:lnTo>
                  <a:lnTo>
                    <a:pt x="8005526" y="2352883"/>
                  </a:lnTo>
                  <a:lnTo>
                    <a:pt x="8065945" y="2316867"/>
                  </a:lnTo>
                  <a:lnTo>
                    <a:pt x="8122592" y="2277184"/>
                  </a:lnTo>
                  <a:lnTo>
                    <a:pt x="8176184" y="2233555"/>
                  </a:lnTo>
                  <a:lnTo>
                    <a:pt x="8227380" y="2185833"/>
                  </a:lnTo>
                  <a:lnTo>
                    <a:pt x="8229629" y="2183597"/>
                  </a:lnTo>
                  <a:lnTo>
                    <a:pt x="8275118" y="2135823"/>
                  </a:lnTo>
                  <a:lnTo>
                    <a:pt x="8319453" y="2084506"/>
                  </a:lnTo>
                  <a:lnTo>
                    <a:pt x="8362951" y="2029574"/>
                  </a:lnTo>
                  <a:lnTo>
                    <a:pt x="8405867" y="1971015"/>
                  </a:lnTo>
                  <a:lnTo>
                    <a:pt x="8448405" y="1908881"/>
                  </a:lnTo>
                  <a:lnTo>
                    <a:pt x="8490721" y="1843298"/>
                  </a:lnTo>
                  <a:lnTo>
                    <a:pt x="8532935" y="1774464"/>
                  </a:lnTo>
                  <a:lnTo>
                    <a:pt x="8575129" y="1702657"/>
                  </a:lnTo>
                  <a:lnTo>
                    <a:pt x="8617355" y="1628228"/>
                  </a:lnTo>
                  <a:lnTo>
                    <a:pt x="8659640" y="1551599"/>
                  </a:lnTo>
                  <a:lnTo>
                    <a:pt x="8701990" y="1473255"/>
                  </a:lnTo>
                  <a:lnTo>
                    <a:pt x="8744392" y="1393728"/>
                  </a:lnTo>
                  <a:lnTo>
                    <a:pt x="8786825" y="1313588"/>
                  </a:lnTo>
                  <a:lnTo>
                    <a:pt x="8829258" y="1233422"/>
                  </a:lnTo>
                  <a:lnTo>
                    <a:pt x="8871664" y="1153820"/>
                  </a:lnTo>
                  <a:lnTo>
                    <a:pt x="8914019" y="1075353"/>
                  </a:lnTo>
                  <a:lnTo>
                    <a:pt x="8956310" y="998558"/>
                  </a:lnTo>
                  <a:lnTo>
                    <a:pt x="8998540" y="923924"/>
                  </a:lnTo>
                  <a:lnTo>
                    <a:pt x="9040735" y="851878"/>
                  </a:lnTo>
                  <a:lnTo>
                    <a:pt x="9082944" y="782778"/>
                  </a:lnTo>
                  <a:lnTo>
                    <a:pt x="9125248" y="716908"/>
                  </a:lnTo>
                  <a:lnTo>
                    <a:pt x="9167762" y="654473"/>
                  </a:lnTo>
                  <a:lnTo>
                    <a:pt x="9210638" y="595606"/>
                  </a:lnTo>
                  <a:lnTo>
                    <a:pt x="9254077" y="540364"/>
                  </a:lnTo>
                  <a:lnTo>
                    <a:pt x="9298329" y="488740"/>
                  </a:lnTo>
                  <a:lnTo>
                    <a:pt x="9343705" y="440667"/>
                  </a:lnTo>
                  <a:lnTo>
                    <a:pt x="9347647" y="436719"/>
                  </a:lnTo>
                  <a:lnTo>
                    <a:pt x="9398749" y="388813"/>
                  </a:lnTo>
                  <a:lnTo>
                    <a:pt x="9452221" y="345003"/>
                  </a:lnTo>
                  <a:lnTo>
                    <a:pt x="9508715" y="305148"/>
                  </a:lnTo>
                  <a:lnTo>
                    <a:pt x="9568950" y="268974"/>
                  </a:lnTo>
                  <a:lnTo>
                    <a:pt x="9633668" y="236152"/>
                  </a:lnTo>
                  <a:lnTo>
                    <a:pt x="9703602" y="206340"/>
                  </a:lnTo>
                  <a:lnTo>
                    <a:pt x="9779424" y="179214"/>
                  </a:lnTo>
                  <a:lnTo>
                    <a:pt x="9861688" y="154489"/>
                  </a:lnTo>
                  <a:lnTo>
                    <a:pt x="9950738" y="131924"/>
                  </a:lnTo>
                  <a:lnTo>
                    <a:pt x="10046610" y="111333"/>
                  </a:lnTo>
                  <a:lnTo>
                    <a:pt x="10148902" y="92586"/>
                  </a:lnTo>
                  <a:lnTo>
                    <a:pt x="10256633" y="75606"/>
                  </a:lnTo>
                  <a:lnTo>
                    <a:pt x="10368127" y="60367"/>
                  </a:lnTo>
                  <a:lnTo>
                    <a:pt x="10480943" y="46881"/>
                  </a:lnTo>
                  <a:lnTo>
                    <a:pt x="10591915" y="35184"/>
                  </a:lnTo>
                  <a:lnTo>
                    <a:pt x="10697336" y="25310"/>
                  </a:lnTo>
                  <a:lnTo>
                    <a:pt x="10793318" y="17264"/>
                  </a:lnTo>
                  <a:lnTo>
                    <a:pt x="10876296" y="11001"/>
                  </a:lnTo>
                  <a:lnTo>
                    <a:pt x="10943577" y="6405"/>
                  </a:lnTo>
                  <a:lnTo>
                    <a:pt x="10993821" y="3285"/>
                  </a:lnTo>
                  <a:lnTo>
                    <a:pt x="11027329" y="1387"/>
                  </a:lnTo>
                  <a:lnTo>
                    <a:pt x="11046095" y="414"/>
                  </a:lnTo>
                  <a:lnTo>
                    <a:pt x="11053657" y="54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1" name="pl670"/>
            <p:cNvSpPr/>
            <p:nvPr/>
          </p:nvSpPr>
          <p:spPr>
            <a:xfrm>
              <a:off x="1199187" y="1771169"/>
              <a:ext cx="12049831" cy="2620317"/>
            </a:xfrm>
            <a:custGeom>
              <a:avLst/>
              <a:pathLst>
                <a:path w="12049831" h="2620317">
                  <a:moveTo>
                    <a:pt x="12049831" y="0"/>
                  </a:moveTo>
                  <a:lnTo>
                    <a:pt x="11054891" y="0"/>
                  </a:lnTo>
                  <a:lnTo>
                    <a:pt x="11053806" y="47"/>
                  </a:lnTo>
                  <a:lnTo>
                    <a:pt x="11046643" y="387"/>
                  </a:lnTo>
                  <a:lnTo>
                    <a:pt x="11028465" y="1326"/>
                  </a:lnTo>
                  <a:lnTo>
                    <a:pt x="10995673" y="3176"/>
                  </a:lnTo>
                  <a:lnTo>
                    <a:pt x="10946199" y="6235"/>
                  </a:lnTo>
                  <a:lnTo>
                    <a:pt x="10879666" y="10761"/>
                  </a:lnTo>
                  <a:lnTo>
                    <a:pt x="10797342" y="16946"/>
                  </a:lnTo>
                  <a:lnTo>
                    <a:pt x="10701871" y="24910"/>
                  </a:lnTo>
                  <a:lnTo>
                    <a:pt x="10596791" y="34702"/>
                  </a:lnTo>
                  <a:lnTo>
                    <a:pt x="10485986" y="46318"/>
                  </a:lnTo>
                  <a:lnTo>
                    <a:pt x="10373179" y="59724"/>
                  </a:lnTo>
                  <a:lnTo>
                    <a:pt x="10261568" y="74885"/>
                  </a:lnTo>
                  <a:lnTo>
                    <a:pt x="10153627" y="91787"/>
                  </a:lnTo>
                  <a:lnTo>
                    <a:pt x="10051066" y="110453"/>
                  </a:lnTo>
                  <a:lnTo>
                    <a:pt x="9954893" y="130959"/>
                  </a:lnTo>
                  <a:lnTo>
                    <a:pt x="9865535" y="153432"/>
                  </a:lnTo>
                  <a:lnTo>
                    <a:pt x="9782973" y="178056"/>
                  </a:lnTo>
                  <a:lnTo>
                    <a:pt x="9706871" y="205068"/>
                  </a:lnTo>
                  <a:lnTo>
                    <a:pt x="9636687" y="234753"/>
                  </a:lnTo>
                  <a:lnTo>
                    <a:pt x="9571751" y="267433"/>
                  </a:lnTo>
                  <a:lnTo>
                    <a:pt x="9511331" y="303449"/>
                  </a:lnTo>
                  <a:lnTo>
                    <a:pt x="9454685" y="343133"/>
                  </a:lnTo>
                  <a:lnTo>
                    <a:pt x="9401092" y="386761"/>
                  </a:lnTo>
                  <a:lnTo>
                    <a:pt x="9349897" y="434483"/>
                  </a:lnTo>
                  <a:lnTo>
                    <a:pt x="9347647" y="436719"/>
                  </a:lnTo>
                  <a:lnTo>
                    <a:pt x="9302158" y="484493"/>
                  </a:lnTo>
                  <a:lnTo>
                    <a:pt x="9257824" y="535810"/>
                  </a:lnTo>
                  <a:lnTo>
                    <a:pt x="9214326" y="590742"/>
                  </a:lnTo>
                  <a:lnTo>
                    <a:pt x="9171410" y="649301"/>
                  </a:lnTo>
                  <a:lnTo>
                    <a:pt x="9128872" y="711435"/>
                  </a:lnTo>
                  <a:lnTo>
                    <a:pt x="9086555" y="777018"/>
                  </a:lnTo>
                  <a:lnTo>
                    <a:pt x="9044341" y="845852"/>
                  </a:lnTo>
                  <a:lnTo>
                    <a:pt x="9002148" y="917659"/>
                  </a:lnTo>
                  <a:lnTo>
                    <a:pt x="8959922" y="992088"/>
                  </a:lnTo>
                  <a:lnTo>
                    <a:pt x="8917636" y="1068717"/>
                  </a:lnTo>
                  <a:lnTo>
                    <a:pt x="8875287" y="1147062"/>
                  </a:lnTo>
                  <a:lnTo>
                    <a:pt x="8832884" y="1226588"/>
                  </a:lnTo>
                  <a:lnTo>
                    <a:pt x="8790452" y="1306728"/>
                  </a:lnTo>
                  <a:lnTo>
                    <a:pt x="8748018" y="1386894"/>
                  </a:lnTo>
                  <a:lnTo>
                    <a:pt x="8705612" y="1466496"/>
                  </a:lnTo>
                  <a:lnTo>
                    <a:pt x="8663258" y="1544963"/>
                  </a:lnTo>
                  <a:lnTo>
                    <a:pt x="8620967" y="1621758"/>
                  </a:lnTo>
                  <a:lnTo>
                    <a:pt x="8578736" y="1696392"/>
                  </a:lnTo>
                  <a:lnTo>
                    <a:pt x="8536541" y="1768438"/>
                  </a:lnTo>
                  <a:lnTo>
                    <a:pt x="8494332" y="1837538"/>
                  </a:lnTo>
                  <a:lnTo>
                    <a:pt x="8452028" y="1903408"/>
                  </a:lnTo>
                  <a:lnTo>
                    <a:pt x="8409515" y="1965843"/>
                  </a:lnTo>
                  <a:lnTo>
                    <a:pt x="8366638" y="2024710"/>
                  </a:lnTo>
                  <a:lnTo>
                    <a:pt x="8323199" y="2079952"/>
                  </a:lnTo>
                  <a:lnTo>
                    <a:pt x="8278948" y="2131576"/>
                  </a:lnTo>
                  <a:lnTo>
                    <a:pt x="8233572" y="2179649"/>
                  </a:lnTo>
                  <a:lnTo>
                    <a:pt x="8229629" y="2183597"/>
                  </a:lnTo>
                  <a:lnTo>
                    <a:pt x="8178527" y="2231503"/>
                  </a:lnTo>
                  <a:lnTo>
                    <a:pt x="8125055" y="2275313"/>
                  </a:lnTo>
                  <a:lnTo>
                    <a:pt x="8068561" y="2315168"/>
                  </a:lnTo>
                  <a:lnTo>
                    <a:pt x="8008327" y="2351342"/>
                  </a:lnTo>
                  <a:lnTo>
                    <a:pt x="7943609" y="2384164"/>
                  </a:lnTo>
                  <a:lnTo>
                    <a:pt x="7873675" y="2413976"/>
                  </a:lnTo>
                  <a:lnTo>
                    <a:pt x="7797852" y="2441102"/>
                  </a:lnTo>
                  <a:lnTo>
                    <a:pt x="7715589" y="2465828"/>
                  </a:lnTo>
                  <a:lnTo>
                    <a:pt x="7626539" y="2488392"/>
                  </a:lnTo>
                  <a:lnTo>
                    <a:pt x="7530666" y="2508983"/>
                  </a:lnTo>
                  <a:lnTo>
                    <a:pt x="7428375" y="2527730"/>
                  </a:lnTo>
                  <a:lnTo>
                    <a:pt x="7320644" y="2544710"/>
                  </a:lnTo>
                  <a:lnTo>
                    <a:pt x="7209150" y="2559949"/>
                  </a:lnTo>
                  <a:lnTo>
                    <a:pt x="7096333" y="2573435"/>
                  </a:lnTo>
                  <a:lnTo>
                    <a:pt x="6985361" y="2585132"/>
                  </a:lnTo>
                  <a:lnTo>
                    <a:pt x="6879941" y="2595006"/>
                  </a:lnTo>
                  <a:lnTo>
                    <a:pt x="6783958" y="2603052"/>
                  </a:lnTo>
                  <a:lnTo>
                    <a:pt x="6700980" y="2609315"/>
                  </a:lnTo>
                  <a:lnTo>
                    <a:pt x="6633700" y="2613911"/>
                  </a:lnTo>
                  <a:lnTo>
                    <a:pt x="6583456" y="2617031"/>
                  </a:lnTo>
                  <a:lnTo>
                    <a:pt x="6549947" y="2618929"/>
                  </a:lnTo>
                  <a:lnTo>
                    <a:pt x="6531181" y="2619902"/>
                  </a:lnTo>
                  <a:lnTo>
                    <a:pt x="6523620" y="2620262"/>
                  </a:lnTo>
                  <a:lnTo>
                    <a:pt x="6522386" y="2620317"/>
                  </a:lnTo>
                  <a:lnTo>
                    <a:pt x="6522385" y="2620317"/>
                  </a:lnTo>
                  <a:lnTo>
                    <a:pt x="5527445" y="2620317"/>
                  </a:lnTo>
                  <a:lnTo>
                    <a:pt x="5526329" y="2620287"/>
                  </a:lnTo>
                  <a:lnTo>
                    <a:pt x="5518958" y="2620073"/>
                  </a:lnTo>
                  <a:lnTo>
                    <a:pt x="5500272" y="2619483"/>
                  </a:lnTo>
                  <a:lnTo>
                    <a:pt x="5466597" y="2618320"/>
                  </a:lnTo>
                  <a:lnTo>
                    <a:pt x="5415863" y="2616398"/>
                  </a:lnTo>
                  <a:lnTo>
                    <a:pt x="5347760" y="2613558"/>
                  </a:lnTo>
                  <a:lnTo>
                    <a:pt x="5263680" y="2609679"/>
                  </a:lnTo>
                  <a:lnTo>
                    <a:pt x="5166419" y="2604690"/>
                  </a:lnTo>
                  <a:lnTo>
                    <a:pt x="5059667" y="2598563"/>
                  </a:lnTo>
                  <a:lnTo>
                    <a:pt x="4947427" y="2591302"/>
                  </a:lnTo>
                  <a:lnTo>
                    <a:pt x="4833495" y="2582931"/>
                  </a:lnTo>
                  <a:lnTo>
                    <a:pt x="4721093" y="2573469"/>
                  </a:lnTo>
                  <a:lnTo>
                    <a:pt x="4612679" y="2562925"/>
                  </a:lnTo>
                  <a:lnTo>
                    <a:pt x="4509921" y="2551278"/>
                  </a:lnTo>
                  <a:lnTo>
                    <a:pt x="4413770" y="2538478"/>
                  </a:lnTo>
                  <a:lnTo>
                    <a:pt x="4324590" y="2524439"/>
                  </a:lnTo>
                  <a:lnTo>
                    <a:pt x="4242306" y="2509041"/>
                  </a:lnTo>
                  <a:lnTo>
                    <a:pt x="4166529" y="2492129"/>
                  </a:lnTo>
                  <a:lnTo>
                    <a:pt x="4096673" y="2473520"/>
                  </a:lnTo>
                  <a:lnTo>
                    <a:pt x="4032031" y="2453009"/>
                  </a:lnTo>
                  <a:lnTo>
                    <a:pt x="3971847" y="2430380"/>
                  </a:lnTo>
                  <a:lnTo>
                    <a:pt x="3915354" y="2405430"/>
                  </a:lnTo>
                  <a:lnTo>
                    <a:pt x="3861824" y="2377997"/>
                  </a:lnTo>
                  <a:lnTo>
                    <a:pt x="3820202" y="2353918"/>
                  </a:lnTo>
                  <a:lnTo>
                    <a:pt x="3767603" y="2319950"/>
                  </a:lnTo>
                  <a:lnTo>
                    <a:pt x="3716484" y="2283069"/>
                  </a:lnTo>
                  <a:lnTo>
                    <a:pt x="3666374" y="2243220"/>
                  </a:lnTo>
                  <a:lnTo>
                    <a:pt x="3616909" y="2200414"/>
                  </a:lnTo>
                  <a:lnTo>
                    <a:pt x="3567812" y="2154741"/>
                  </a:lnTo>
                  <a:lnTo>
                    <a:pt x="3518884" y="2106367"/>
                  </a:lnTo>
                  <a:lnTo>
                    <a:pt x="3469988" y="2055548"/>
                  </a:lnTo>
                  <a:lnTo>
                    <a:pt x="3421044" y="2002619"/>
                  </a:lnTo>
                  <a:lnTo>
                    <a:pt x="3372017" y="1947992"/>
                  </a:lnTo>
                  <a:lnTo>
                    <a:pt x="3322908" y="1892143"/>
                  </a:lnTo>
                  <a:lnTo>
                    <a:pt x="3273745" y="1835599"/>
                  </a:lnTo>
                  <a:lnTo>
                    <a:pt x="3224571" y="1778911"/>
                  </a:lnTo>
                  <a:lnTo>
                    <a:pt x="3175430" y="1722639"/>
                  </a:lnTo>
                  <a:lnTo>
                    <a:pt x="3126359" y="1667325"/>
                  </a:lnTo>
                  <a:lnTo>
                    <a:pt x="3077375" y="1613473"/>
                  </a:lnTo>
                  <a:lnTo>
                    <a:pt x="3028461" y="1561530"/>
                  </a:lnTo>
                  <a:lnTo>
                    <a:pt x="2979563" y="1511871"/>
                  </a:lnTo>
                  <a:lnTo>
                    <a:pt x="2930573" y="1464793"/>
                  </a:lnTo>
                  <a:lnTo>
                    <a:pt x="2881325" y="1420507"/>
                  </a:lnTo>
                  <a:lnTo>
                    <a:pt x="2831584" y="1379143"/>
                  </a:lnTo>
                  <a:lnTo>
                    <a:pt x="2781031" y="1340749"/>
                  </a:lnTo>
                  <a:lnTo>
                    <a:pt x="2729254" y="1305305"/>
                  </a:lnTo>
                  <a:lnTo>
                    <a:pt x="2702183" y="1288322"/>
                  </a:lnTo>
                  <a:lnTo>
                    <a:pt x="2650566" y="1258823"/>
                  </a:lnTo>
                  <a:lnTo>
                    <a:pt x="2596525" y="1231872"/>
                  </a:lnTo>
                  <a:lnTo>
                    <a:pt x="2539387" y="1207378"/>
                  </a:lnTo>
                  <a:lnTo>
                    <a:pt x="2478413" y="1185169"/>
                  </a:lnTo>
                  <a:lnTo>
                    <a:pt x="2412837" y="1165037"/>
                  </a:lnTo>
                  <a:lnTo>
                    <a:pt x="2341905" y="1146766"/>
                  </a:lnTo>
                  <a:lnTo>
                    <a:pt x="2264930" y="1130156"/>
                  </a:lnTo>
                  <a:lnTo>
                    <a:pt x="2181354" y="1115027"/>
                  </a:lnTo>
                  <a:lnTo>
                    <a:pt x="2090842" y="1101233"/>
                  </a:lnTo>
                  <a:lnTo>
                    <a:pt x="1993389" y="1088658"/>
                  </a:lnTo>
                  <a:lnTo>
                    <a:pt x="1889460" y="1077223"/>
                  </a:lnTo>
                  <a:lnTo>
                    <a:pt x="1780135" y="1066885"/>
                  </a:lnTo>
                  <a:lnTo>
                    <a:pt x="1667228" y="1057630"/>
                  </a:lnTo>
                  <a:lnTo>
                    <a:pt x="1553348" y="1049469"/>
                  </a:lnTo>
                  <a:lnTo>
                    <a:pt x="1441848" y="1042423"/>
                  </a:lnTo>
                  <a:lnTo>
                    <a:pt x="1336596" y="1036513"/>
                  </a:lnTo>
                  <a:lnTo>
                    <a:pt x="1241580" y="1031738"/>
                  </a:lnTo>
                  <a:lnTo>
                    <a:pt x="1160363" y="1028064"/>
                  </a:lnTo>
                  <a:lnTo>
                    <a:pt x="1095509" y="1025409"/>
                  </a:lnTo>
                  <a:lnTo>
                    <a:pt x="1048102" y="1023645"/>
                  </a:lnTo>
                  <a:lnTo>
                    <a:pt x="1017491" y="1022606"/>
                  </a:lnTo>
                  <a:lnTo>
                    <a:pt x="1001288" y="1022103"/>
                  </a:lnTo>
                  <a:lnTo>
                    <a:pt x="995538" y="1021939"/>
                  </a:lnTo>
                  <a:lnTo>
                    <a:pt x="994940" y="1021923"/>
                  </a:lnTo>
                  <a:lnTo>
                    <a:pt x="0" y="1021923"/>
                  </a:lnTo>
                  <a:lnTo>
                    <a:pt x="0" y="10219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2" name="pg671"/>
            <p:cNvSpPr/>
            <p:nvPr/>
          </p:nvSpPr>
          <p:spPr>
            <a:xfrm>
              <a:off x="1199187" y="2012238"/>
              <a:ext cx="12049831" cy="2389729"/>
            </a:xfrm>
            <a:custGeom>
              <a:avLst/>
              <a:pathLst>
                <a:path w="12049831" h="2389729">
                  <a:moveTo>
                    <a:pt x="0" y="791335"/>
                  </a:moveTo>
                  <a:lnTo>
                    <a:pt x="994940" y="791335"/>
                  </a:lnTo>
                  <a:lnTo>
                    <a:pt x="996056" y="791365"/>
                  </a:lnTo>
                  <a:lnTo>
                    <a:pt x="1003427" y="791579"/>
                  </a:lnTo>
                  <a:lnTo>
                    <a:pt x="1022113" y="792169"/>
                  </a:lnTo>
                  <a:lnTo>
                    <a:pt x="1055788" y="793331"/>
                  </a:lnTo>
                  <a:lnTo>
                    <a:pt x="1106522" y="795253"/>
                  </a:lnTo>
                  <a:lnTo>
                    <a:pt x="1174625" y="798094"/>
                  </a:lnTo>
                  <a:lnTo>
                    <a:pt x="1258705" y="801973"/>
                  </a:lnTo>
                  <a:lnTo>
                    <a:pt x="1355966" y="806962"/>
                  </a:lnTo>
                  <a:lnTo>
                    <a:pt x="1462718" y="813089"/>
                  </a:lnTo>
                  <a:lnTo>
                    <a:pt x="1574958" y="820349"/>
                  </a:lnTo>
                  <a:lnTo>
                    <a:pt x="1688890" y="828721"/>
                  </a:lnTo>
                  <a:lnTo>
                    <a:pt x="1801292" y="838182"/>
                  </a:lnTo>
                  <a:lnTo>
                    <a:pt x="1909706" y="848727"/>
                  </a:lnTo>
                  <a:lnTo>
                    <a:pt x="2012464" y="860374"/>
                  </a:lnTo>
                  <a:lnTo>
                    <a:pt x="2108615" y="873174"/>
                  </a:lnTo>
                  <a:lnTo>
                    <a:pt x="2197795" y="887213"/>
                  </a:lnTo>
                  <a:lnTo>
                    <a:pt x="2280079" y="902611"/>
                  </a:lnTo>
                  <a:lnTo>
                    <a:pt x="2355856" y="919523"/>
                  </a:lnTo>
                  <a:lnTo>
                    <a:pt x="2425712" y="938132"/>
                  </a:lnTo>
                  <a:lnTo>
                    <a:pt x="2490354" y="958643"/>
                  </a:lnTo>
                  <a:lnTo>
                    <a:pt x="2550538" y="981272"/>
                  </a:lnTo>
                  <a:lnTo>
                    <a:pt x="2607031" y="1006222"/>
                  </a:lnTo>
                  <a:lnTo>
                    <a:pt x="2660561" y="1033655"/>
                  </a:lnTo>
                  <a:lnTo>
                    <a:pt x="2702183" y="1057734"/>
                  </a:lnTo>
                  <a:lnTo>
                    <a:pt x="2754782" y="1091702"/>
                  </a:lnTo>
                  <a:lnTo>
                    <a:pt x="2805901" y="1128583"/>
                  </a:lnTo>
                  <a:lnTo>
                    <a:pt x="2856011" y="1168432"/>
                  </a:lnTo>
                  <a:lnTo>
                    <a:pt x="2905476" y="1211237"/>
                  </a:lnTo>
                  <a:lnTo>
                    <a:pt x="2954573" y="1256911"/>
                  </a:lnTo>
                  <a:lnTo>
                    <a:pt x="3003501" y="1305284"/>
                  </a:lnTo>
                  <a:lnTo>
                    <a:pt x="3052397" y="1356104"/>
                  </a:lnTo>
                  <a:lnTo>
                    <a:pt x="3101341" y="1409033"/>
                  </a:lnTo>
                  <a:lnTo>
                    <a:pt x="3150368" y="1463660"/>
                  </a:lnTo>
                  <a:lnTo>
                    <a:pt x="3199477" y="1519508"/>
                  </a:lnTo>
                  <a:lnTo>
                    <a:pt x="3248640" y="1576053"/>
                  </a:lnTo>
                  <a:lnTo>
                    <a:pt x="3297814" y="1632741"/>
                  </a:lnTo>
                  <a:lnTo>
                    <a:pt x="3346955" y="1689013"/>
                  </a:lnTo>
                  <a:lnTo>
                    <a:pt x="3396026" y="1744326"/>
                  </a:lnTo>
                  <a:lnTo>
                    <a:pt x="3445010" y="1798178"/>
                  </a:lnTo>
                  <a:lnTo>
                    <a:pt x="3493924" y="1850122"/>
                  </a:lnTo>
                  <a:lnTo>
                    <a:pt x="3542822" y="1899781"/>
                  </a:lnTo>
                  <a:lnTo>
                    <a:pt x="3591812" y="1946859"/>
                  </a:lnTo>
                  <a:lnTo>
                    <a:pt x="3641060" y="1991145"/>
                  </a:lnTo>
                  <a:lnTo>
                    <a:pt x="3690801" y="2032509"/>
                  </a:lnTo>
                  <a:lnTo>
                    <a:pt x="3741354" y="2070902"/>
                  </a:lnTo>
                  <a:lnTo>
                    <a:pt x="3793131" y="2106347"/>
                  </a:lnTo>
                  <a:lnTo>
                    <a:pt x="3820202" y="2123330"/>
                  </a:lnTo>
                  <a:lnTo>
                    <a:pt x="3871819" y="2152829"/>
                  </a:lnTo>
                  <a:lnTo>
                    <a:pt x="3925860" y="2179780"/>
                  </a:lnTo>
                  <a:lnTo>
                    <a:pt x="3982998" y="2204274"/>
                  </a:lnTo>
                  <a:lnTo>
                    <a:pt x="4043972" y="2226483"/>
                  </a:lnTo>
                  <a:lnTo>
                    <a:pt x="4109548" y="2246615"/>
                  </a:lnTo>
                  <a:lnTo>
                    <a:pt x="4180480" y="2264886"/>
                  </a:lnTo>
                  <a:lnTo>
                    <a:pt x="4257455" y="2281496"/>
                  </a:lnTo>
                  <a:lnTo>
                    <a:pt x="4341031" y="2296625"/>
                  </a:lnTo>
                  <a:lnTo>
                    <a:pt x="4431543" y="2310419"/>
                  </a:lnTo>
                  <a:lnTo>
                    <a:pt x="4528996" y="2322994"/>
                  </a:lnTo>
                  <a:lnTo>
                    <a:pt x="4632925" y="2334428"/>
                  </a:lnTo>
                  <a:lnTo>
                    <a:pt x="4742250" y="2344766"/>
                  </a:lnTo>
                  <a:lnTo>
                    <a:pt x="4855157" y="2354021"/>
                  </a:lnTo>
                  <a:lnTo>
                    <a:pt x="4969037" y="2362183"/>
                  </a:lnTo>
                  <a:lnTo>
                    <a:pt x="5080537" y="2369229"/>
                  </a:lnTo>
                  <a:lnTo>
                    <a:pt x="5185789" y="2375139"/>
                  </a:lnTo>
                  <a:lnTo>
                    <a:pt x="5280805" y="2379913"/>
                  </a:lnTo>
                  <a:lnTo>
                    <a:pt x="5362022" y="2383588"/>
                  </a:lnTo>
                  <a:lnTo>
                    <a:pt x="5426876" y="2386243"/>
                  </a:lnTo>
                  <a:lnTo>
                    <a:pt x="5474283" y="2388007"/>
                  </a:lnTo>
                  <a:lnTo>
                    <a:pt x="5504894" y="2389046"/>
                  </a:lnTo>
                  <a:lnTo>
                    <a:pt x="5521097" y="2389549"/>
                  </a:lnTo>
                  <a:lnTo>
                    <a:pt x="5526847" y="2389713"/>
                  </a:lnTo>
                  <a:lnTo>
                    <a:pt x="5527445" y="2389729"/>
                  </a:lnTo>
                  <a:lnTo>
                    <a:pt x="6522385" y="2389729"/>
                  </a:lnTo>
                  <a:lnTo>
                    <a:pt x="6523479" y="2389685"/>
                  </a:lnTo>
                  <a:lnTo>
                    <a:pt x="6530698" y="2389373"/>
                  </a:lnTo>
                  <a:lnTo>
                    <a:pt x="6549011" y="2388512"/>
                  </a:lnTo>
                  <a:lnTo>
                    <a:pt x="6582039" y="2386815"/>
                  </a:lnTo>
                  <a:lnTo>
                    <a:pt x="6631850" y="2384009"/>
                  </a:lnTo>
                  <a:lnTo>
                    <a:pt x="6698805" y="2379858"/>
                  </a:lnTo>
                  <a:lnTo>
                    <a:pt x="6781600" y="2374188"/>
                  </a:lnTo>
                  <a:lnTo>
                    <a:pt x="6877552" y="2366888"/>
                  </a:lnTo>
                  <a:lnTo>
                    <a:pt x="6983084" y="2357916"/>
                  </a:lnTo>
                  <a:lnTo>
                    <a:pt x="7094277" y="2347275"/>
                  </a:lnTo>
                  <a:lnTo>
                    <a:pt x="7207390" y="2334998"/>
                  </a:lnTo>
                  <a:lnTo>
                    <a:pt x="7319218" y="2321117"/>
                  </a:lnTo>
                  <a:lnTo>
                    <a:pt x="7427290" y="2305643"/>
                  </a:lnTo>
                  <a:lnTo>
                    <a:pt x="7529907" y="2288552"/>
                  </a:lnTo>
                  <a:lnTo>
                    <a:pt x="7626077" y="2269776"/>
                  </a:lnTo>
                  <a:lnTo>
                    <a:pt x="7715389" y="2249194"/>
                  </a:lnTo>
                  <a:lnTo>
                    <a:pt x="7797877" y="2226636"/>
                  </a:lnTo>
                  <a:lnTo>
                    <a:pt x="7873891" y="2201882"/>
                  </a:lnTo>
                  <a:lnTo>
                    <a:pt x="7943987" y="2174669"/>
                  </a:lnTo>
                  <a:lnTo>
                    <a:pt x="8008844" y="2144702"/>
                  </a:lnTo>
                  <a:lnTo>
                    <a:pt x="8069198" y="2111665"/>
                  </a:lnTo>
                  <a:lnTo>
                    <a:pt x="8125801" y="2075258"/>
                  </a:lnTo>
                  <a:lnTo>
                    <a:pt x="8179375" y="2035229"/>
                  </a:lnTo>
                  <a:lnTo>
                    <a:pt x="8229629" y="1992314"/>
                  </a:lnTo>
                  <a:lnTo>
                    <a:pt x="8276600" y="1947348"/>
                  </a:lnTo>
                  <a:lnTo>
                    <a:pt x="8322351" y="1898939"/>
                  </a:lnTo>
                  <a:lnTo>
                    <a:pt x="8367228" y="1847017"/>
                  </a:lnTo>
                  <a:lnTo>
                    <a:pt x="8411508" y="1791575"/>
                  </a:lnTo>
                  <a:lnTo>
                    <a:pt x="8455408" y="1732674"/>
                  </a:lnTo>
                  <a:lnTo>
                    <a:pt x="8499097" y="1670450"/>
                  </a:lnTo>
                  <a:lnTo>
                    <a:pt x="8542695" y="1605117"/>
                  </a:lnTo>
                  <a:lnTo>
                    <a:pt x="8586288" y="1536970"/>
                  </a:lnTo>
                  <a:lnTo>
                    <a:pt x="8629925" y="1466378"/>
                  </a:lnTo>
                  <a:lnTo>
                    <a:pt x="8673629" y="1393785"/>
                  </a:lnTo>
                  <a:lnTo>
                    <a:pt x="8717399" y="1319693"/>
                  </a:lnTo>
                  <a:lnTo>
                    <a:pt x="8761217" y="1244650"/>
                  </a:lnTo>
                  <a:lnTo>
                    <a:pt x="8805056" y="1169237"/>
                  </a:lnTo>
                  <a:lnTo>
                    <a:pt x="8848883" y="1094045"/>
                  </a:lnTo>
                  <a:lnTo>
                    <a:pt x="8892667" y="1019661"/>
                  </a:lnTo>
                  <a:lnTo>
                    <a:pt x="8936388" y="946642"/>
                  </a:lnTo>
                  <a:lnTo>
                    <a:pt x="8980041" y="875504"/>
                  </a:lnTo>
                  <a:lnTo>
                    <a:pt x="9023641" y="806706"/>
                  </a:lnTo>
                  <a:lnTo>
                    <a:pt x="9067232" y="740636"/>
                  </a:lnTo>
                  <a:lnTo>
                    <a:pt x="9110888" y="677608"/>
                  </a:lnTo>
                  <a:lnTo>
                    <a:pt x="9154721" y="617857"/>
                  </a:lnTo>
                  <a:lnTo>
                    <a:pt x="9198888" y="561539"/>
                  </a:lnTo>
                  <a:lnTo>
                    <a:pt x="9243591" y="508731"/>
                  </a:lnTo>
                  <a:lnTo>
                    <a:pt x="9289093" y="459444"/>
                  </a:lnTo>
                  <a:lnTo>
                    <a:pt x="9335721" y="413624"/>
                  </a:lnTo>
                  <a:lnTo>
                    <a:pt x="9347647" y="402655"/>
                  </a:lnTo>
                  <a:lnTo>
                    <a:pt x="9398888" y="358950"/>
                  </a:lnTo>
                  <a:lnTo>
                    <a:pt x="9452513" y="318991"/>
                  </a:lnTo>
                  <a:lnTo>
                    <a:pt x="9509180" y="282650"/>
                  </a:lnTo>
                  <a:lnTo>
                    <a:pt x="9569613" y="249674"/>
                  </a:lnTo>
                  <a:lnTo>
                    <a:pt x="9634561" y="219762"/>
                  </a:lnTo>
                  <a:lnTo>
                    <a:pt x="9704762" y="192598"/>
                  </a:lnTo>
                  <a:lnTo>
                    <a:pt x="9780894" y="167888"/>
                  </a:lnTo>
                  <a:lnTo>
                    <a:pt x="9863509" y="145369"/>
                  </a:lnTo>
                  <a:lnTo>
                    <a:pt x="9952951" y="124823"/>
                  </a:lnTo>
                  <a:lnTo>
                    <a:pt x="10049248" y="106079"/>
                  </a:lnTo>
                  <a:lnTo>
                    <a:pt x="10151980" y="89019"/>
                  </a:lnTo>
                  <a:lnTo>
                    <a:pt x="10260140" y="73575"/>
                  </a:lnTo>
                  <a:lnTo>
                    <a:pt x="10372018" y="59724"/>
                  </a:lnTo>
                  <a:lnTo>
                    <a:pt x="10485126" y="47477"/>
                  </a:lnTo>
                  <a:lnTo>
                    <a:pt x="10596249" y="36868"/>
                  </a:lnTo>
                  <a:lnTo>
                    <a:pt x="10701635" y="27927"/>
                  </a:lnTo>
                  <a:lnTo>
                    <a:pt x="10797371" y="20659"/>
                  </a:lnTo>
                  <a:lnTo>
                    <a:pt x="10879888" y="15018"/>
                  </a:lnTo>
                  <a:lnTo>
                    <a:pt x="10946526" y="10896"/>
                  </a:lnTo>
                  <a:lnTo>
                    <a:pt x="10996012" y="8112"/>
                  </a:lnTo>
                  <a:lnTo>
                    <a:pt x="11028738" y="6434"/>
                  </a:lnTo>
                  <a:lnTo>
                    <a:pt x="11046804" y="5586"/>
                  </a:lnTo>
                  <a:lnTo>
                    <a:pt x="11053858" y="528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8" y="43"/>
                  </a:lnTo>
                  <a:lnTo>
                    <a:pt x="11046579" y="355"/>
                  </a:lnTo>
                  <a:lnTo>
                    <a:pt x="11028266" y="1216"/>
                  </a:lnTo>
                  <a:lnTo>
                    <a:pt x="10995237" y="2913"/>
                  </a:lnTo>
                  <a:lnTo>
                    <a:pt x="10945426" y="5720"/>
                  </a:lnTo>
                  <a:lnTo>
                    <a:pt x="10878472" y="9870"/>
                  </a:lnTo>
                  <a:lnTo>
                    <a:pt x="10795677" y="15540"/>
                  </a:lnTo>
                  <a:lnTo>
                    <a:pt x="10699724" y="22840"/>
                  </a:lnTo>
                  <a:lnTo>
                    <a:pt x="10594193" y="31812"/>
                  </a:lnTo>
                  <a:lnTo>
                    <a:pt x="10482999" y="42453"/>
                  </a:lnTo>
                  <a:lnTo>
                    <a:pt x="10369887" y="54730"/>
                  </a:lnTo>
                  <a:lnTo>
                    <a:pt x="10258059" y="68611"/>
                  </a:lnTo>
                  <a:lnTo>
                    <a:pt x="10149987" y="84086"/>
                  </a:lnTo>
                  <a:lnTo>
                    <a:pt x="10047370" y="101176"/>
                  </a:lnTo>
                  <a:lnTo>
                    <a:pt x="9951200" y="119952"/>
                  </a:lnTo>
                  <a:lnTo>
                    <a:pt x="9861888" y="140534"/>
                  </a:lnTo>
                  <a:lnTo>
                    <a:pt x="9779399" y="163092"/>
                  </a:lnTo>
                  <a:lnTo>
                    <a:pt x="9703385" y="187846"/>
                  </a:lnTo>
                  <a:lnTo>
                    <a:pt x="9633289" y="215059"/>
                  </a:lnTo>
                  <a:lnTo>
                    <a:pt x="9568433" y="245027"/>
                  </a:lnTo>
                  <a:lnTo>
                    <a:pt x="9508078" y="278063"/>
                  </a:lnTo>
                  <a:lnTo>
                    <a:pt x="9451475" y="314470"/>
                  </a:lnTo>
                  <a:lnTo>
                    <a:pt x="9397901" y="354499"/>
                  </a:lnTo>
                  <a:lnTo>
                    <a:pt x="9347647" y="397414"/>
                  </a:lnTo>
                  <a:lnTo>
                    <a:pt x="9300677" y="442380"/>
                  </a:lnTo>
                  <a:lnTo>
                    <a:pt x="9254926" y="490789"/>
                  </a:lnTo>
                  <a:lnTo>
                    <a:pt x="9210049" y="542711"/>
                  </a:lnTo>
                  <a:lnTo>
                    <a:pt x="9165769" y="598153"/>
                  </a:lnTo>
                  <a:lnTo>
                    <a:pt x="9121868" y="657054"/>
                  </a:lnTo>
                  <a:lnTo>
                    <a:pt x="9078180" y="719279"/>
                  </a:lnTo>
                  <a:lnTo>
                    <a:pt x="9034581" y="784611"/>
                  </a:lnTo>
                  <a:lnTo>
                    <a:pt x="8990989" y="852759"/>
                  </a:lnTo>
                  <a:lnTo>
                    <a:pt x="8947352" y="923350"/>
                  </a:lnTo>
                  <a:lnTo>
                    <a:pt x="8903648" y="995943"/>
                  </a:lnTo>
                  <a:lnTo>
                    <a:pt x="8859878" y="1070036"/>
                  </a:lnTo>
                  <a:lnTo>
                    <a:pt x="8816059" y="1145078"/>
                  </a:lnTo>
                  <a:lnTo>
                    <a:pt x="8772220" y="1220492"/>
                  </a:lnTo>
                  <a:lnTo>
                    <a:pt x="8728394" y="1295683"/>
                  </a:lnTo>
                  <a:lnTo>
                    <a:pt x="8684609" y="1370067"/>
                  </a:lnTo>
                  <a:lnTo>
                    <a:pt x="8640888" y="1443086"/>
                  </a:lnTo>
                  <a:lnTo>
                    <a:pt x="8597235" y="1514224"/>
                  </a:lnTo>
                  <a:lnTo>
                    <a:pt x="8553635" y="1583022"/>
                  </a:lnTo>
                  <a:lnTo>
                    <a:pt x="8510045" y="1649092"/>
                  </a:lnTo>
                  <a:lnTo>
                    <a:pt x="8466389" y="1712120"/>
                  </a:lnTo>
                  <a:lnTo>
                    <a:pt x="8422555" y="1771871"/>
                  </a:lnTo>
                  <a:lnTo>
                    <a:pt x="8378389" y="1828190"/>
                  </a:lnTo>
                  <a:lnTo>
                    <a:pt x="8333685" y="1880997"/>
                  </a:lnTo>
                  <a:lnTo>
                    <a:pt x="8288183" y="1930284"/>
                  </a:lnTo>
                  <a:lnTo>
                    <a:pt x="8241556" y="1976104"/>
                  </a:lnTo>
                  <a:lnTo>
                    <a:pt x="8229629" y="1987073"/>
                  </a:lnTo>
                  <a:lnTo>
                    <a:pt x="8178389" y="2030778"/>
                  </a:lnTo>
                  <a:lnTo>
                    <a:pt x="8124764" y="2070737"/>
                  </a:lnTo>
                  <a:lnTo>
                    <a:pt x="8068097" y="2107078"/>
                  </a:lnTo>
                  <a:lnTo>
                    <a:pt x="8007664" y="2140054"/>
                  </a:lnTo>
                  <a:lnTo>
                    <a:pt x="7942716" y="2169967"/>
                  </a:lnTo>
                  <a:lnTo>
                    <a:pt x="7872514" y="2197130"/>
                  </a:lnTo>
                  <a:lnTo>
                    <a:pt x="7796382" y="2221840"/>
                  </a:lnTo>
                  <a:lnTo>
                    <a:pt x="7713768" y="2244359"/>
                  </a:lnTo>
                  <a:lnTo>
                    <a:pt x="7624325" y="2264906"/>
                  </a:lnTo>
                  <a:lnTo>
                    <a:pt x="7528028" y="2283649"/>
                  </a:lnTo>
                  <a:lnTo>
                    <a:pt x="7425297" y="2300709"/>
                  </a:lnTo>
                  <a:lnTo>
                    <a:pt x="7317136" y="2316153"/>
                  </a:lnTo>
                  <a:lnTo>
                    <a:pt x="7205259" y="2330004"/>
                  </a:lnTo>
                  <a:lnTo>
                    <a:pt x="7092151" y="2342251"/>
                  </a:lnTo>
                  <a:lnTo>
                    <a:pt x="6981028" y="2352860"/>
                  </a:lnTo>
                  <a:lnTo>
                    <a:pt x="6875641" y="2361801"/>
                  </a:lnTo>
                  <a:lnTo>
                    <a:pt x="6779906" y="2369069"/>
                  </a:lnTo>
                  <a:lnTo>
                    <a:pt x="6697389" y="2374710"/>
                  </a:lnTo>
                  <a:lnTo>
                    <a:pt x="6630750" y="2378833"/>
                  </a:lnTo>
                  <a:lnTo>
                    <a:pt x="6581265" y="2381616"/>
                  </a:lnTo>
                  <a:lnTo>
                    <a:pt x="6548538" y="2383295"/>
                  </a:lnTo>
                  <a:lnTo>
                    <a:pt x="6530472" y="2384143"/>
                  </a:lnTo>
                  <a:lnTo>
                    <a:pt x="6523419" y="2384447"/>
                  </a:lnTo>
                  <a:lnTo>
                    <a:pt x="6522385" y="2384488"/>
                  </a:lnTo>
                  <a:lnTo>
                    <a:pt x="5527445" y="2384488"/>
                  </a:lnTo>
                  <a:lnTo>
                    <a:pt x="5526329" y="2384458"/>
                  </a:lnTo>
                  <a:lnTo>
                    <a:pt x="5518958" y="2384244"/>
                  </a:lnTo>
                  <a:lnTo>
                    <a:pt x="5500272" y="2383655"/>
                  </a:lnTo>
                  <a:lnTo>
                    <a:pt x="5466597" y="2382492"/>
                  </a:lnTo>
                  <a:lnTo>
                    <a:pt x="5415863" y="2380570"/>
                  </a:lnTo>
                  <a:lnTo>
                    <a:pt x="5347760" y="2377729"/>
                  </a:lnTo>
                  <a:lnTo>
                    <a:pt x="5263680" y="2373850"/>
                  </a:lnTo>
                  <a:lnTo>
                    <a:pt x="5166419" y="2368861"/>
                  </a:lnTo>
                  <a:lnTo>
                    <a:pt x="5059667" y="2362734"/>
                  </a:lnTo>
                  <a:lnTo>
                    <a:pt x="4947427" y="2355474"/>
                  </a:lnTo>
                  <a:lnTo>
                    <a:pt x="4833495" y="2347102"/>
                  </a:lnTo>
                  <a:lnTo>
                    <a:pt x="4721093" y="2337641"/>
                  </a:lnTo>
                  <a:lnTo>
                    <a:pt x="4612679" y="2327096"/>
                  </a:lnTo>
                  <a:lnTo>
                    <a:pt x="4509921" y="2315449"/>
                  </a:lnTo>
                  <a:lnTo>
                    <a:pt x="4413770" y="2302649"/>
                  </a:lnTo>
                  <a:lnTo>
                    <a:pt x="4324590" y="2288610"/>
                  </a:lnTo>
                  <a:lnTo>
                    <a:pt x="4242306" y="2273212"/>
                  </a:lnTo>
                  <a:lnTo>
                    <a:pt x="4166529" y="2256300"/>
                  </a:lnTo>
                  <a:lnTo>
                    <a:pt x="4096673" y="2237691"/>
                  </a:lnTo>
                  <a:lnTo>
                    <a:pt x="4032031" y="2217180"/>
                  </a:lnTo>
                  <a:lnTo>
                    <a:pt x="3971847" y="2194552"/>
                  </a:lnTo>
                  <a:lnTo>
                    <a:pt x="3915354" y="2169601"/>
                  </a:lnTo>
                  <a:lnTo>
                    <a:pt x="3861824" y="2142169"/>
                  </a:lnTo>
                  <a:lnTo>
                    <a:pt x="3820202" y="2118089"/>
                  </a:lnTo>
                  <a:lnTo>
                    <a:pt x="3767603" y="2084121"/>
                  </a:lnTo>
                  <a:lnTo>
                    <a:pt x="3716484" y="2047240"/>
                  </a:lnTo>
                  <a:lnTo>
                    <a:pt x="3666374" y="2007391"/>
                  </a:lnTo>
                  <a:lnTo>
                    <a:pt x="3616909" y="1964586"/>
                  </a:lnTo>
                  <a:lnTo>
                    <a:pt x="3567812" y="1918912"/>
                  </a:lnTo>
                  <a:lnTo>
                    <a:pt x="3518884" y="1870539"/>
                  </a:lnTo>
                  <a:lnTo>
                    <a:pt x="3469988" y="1819720"/>
                  </a:lnTo>
                  <a:lnTo>
                    <a:pt x="3421044" y="1766790"/>
                  </a:lnTo>
                  <a:lnTo>
                    <a:pt x="3372017" y="1712163"/>
                  </a:lnTo>
                  <a:lnTo>
                    <a:pt x="3322908" y="1656315"/>
                  </a:lnTo>
                  <a:lnTo>
                    <a:pt x="3273745" y="1599770"/>
                  </a:lnTo>
                  <a:lnTo>
                    <a:pt x="3224571" y="1543082"/>
                  </a:lnTo>
                  <a:lnTo>
                    <a:pt x="3175430" y="1486810"/>
                  </a:lnTo>
                  <a:lnTo>
                    <a:pt x="3126359" y="1431497"/>
                  </a:lnTo>
                  <a:lnTo>
                    <a:pt x="3077375" y="1377645"/>
                  </a:lnTo>
                  <a:lnTo>
                    <a:pt x="3028461" y="1325701"/>
                  </a:lnTo>
                  <a:lnTo>
                    <a:pt x="2979563" y="1276043"/>
                  </a:lnTo>
                  <a:lnTo>
                    <a:pt x="2930573" y="1228964"/>
                  </a:lnTo>
                  <a:lnTo>
                    <a:pt x="2881325" y="1184679"/>
                  </a:lnTo>
                  <a:lnTo>
                    <a:pt x="2831584" y="1143314"/>
                  </a:lnTo>
                  <a:lnTo>
                    <a:pt x="2781031" y="1104921"/>
                  </a:lnTo>
                  <a:lnTo>
                    <a:pt x="2729254" y="1069476"/>
                  </a:lnTo>
                  <a:lnTo>
                    <a:pt x="2702183" y="1052494"/>
                  </a:lnTo>
                  <a:lnTo>
                    <a:pt x="2650566" y="1022995"/>
                  </a:lnTo>
                  <a:lnTo>
                    <a:pt x="2596525" y="996043"/>
                  </a:lnTo>
                  <a:lnTo>
                    <a:pt x="2539387" y="971550"/>
                  </a:lnTo>
                  <a:lnTo>
                    <a:pt x="2478413" y="949341"/>
                  </a:lnTo>
                  <a:lnTo>
                    <a:pt x="2412837" y="929208"/>
                  </a:lnTo>
                  <a:lnTo>
                    <a:pt x="2341905" y="910938"/>
                  </a:lnTo>
                  <a:lnTo>
                    <a:pt x="2264930" y="894327"/>
                  </a:lnTo>
                  <a:lnTo>
                    <a:pt x="2181354" y="879199"/>
                  </a:lnTo>
                  <a:lnTo>
                    <a:pt x="2090842" y="865404"/>
                  </a:lnTo>
                  <a:lnTo>
                    <a:pt x="1993389" y="852829"/>
                  </a:lnTo>
                  <a:lnTo>
                    <a:pt x="1889460" y="841395"/>
                  </a:lnTo>
                  <a:lnTo>
                    <a:pt x="1780135" y="831057"/>
                  </a:lnTo>
                  <a:lnTo>
                    <a:pt x="1667228" y="821802"/>
                  </a:lnTo>
                  <a:lnTo>
                    <a:pt x="1553348" y="813640"/>
                  </a:lnTo>
                  <a:lnTo>
                    <a:pt x="1441848" y="806594"/>
                  </a:lnTo>
                  <a:lnTo>
                    <a:pt x="1336596" y="800684"/>
                  </a:lnTo>
                  <a:lnTo>
                    <a:pt x="1241580" y="795910"/>
                  </a:lnTo>
                  <a:lnTo>
                    <a:pt x="1160363" y="792236"/>
                  </a:lnTo>
                  <a:lnTo>
                    <a:pt x="1095509" y="789580"/>
                  </a:lnTo>
                  <a:lnTo>
                    <a:pt x="1048102" y="787816"/>
                  </a:lnTo>
                  <a:lnTo>
                    <a:pt x="1017491" y="786778"/>
                  </a:lnTo>
                  <a:lnTo>
                    <a:pt x="1001288" y="786274"/>
                  </a:lnTo>
                  <a:lnTo>
                    <a:pt x="995538" y="786110"/>
                  </a:lnTo>
                  <a:lnTo>
                    <a:pt x="994940" y="786095"/>
                  </a:lnTo>
                  <a:lnTo>
                    <a:pt x="0" y="786095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73" name="pl672"/>
            <p:cNvSpPr/>
            <p:nvPr/>
          </p:nvSpPr>
          <p:spPr>
            <a:xfrm>
              <a:off x="1199187" y="2017479"/>
              <a:ext cx="12049831" cy="2384488"/>
            </a:xfrm>
            <a:custGeom>
              <a:avLst/>
              <a:pathLst>
                <a:path w="12049831" h="2384488">
                  <a:moveTo>
                    <a:pt x="0" y="786095"/>
                  </a:moveTo>
                  <a:lnTo>
                    <a:pt x="994940" y="786095"/>
                  </a:lnTo>
                  <a:lnTo>
                    <a:pt x="996056" y="786125"/>
                  </a:lnTo>
                  <a:lnTo>
                    <a:pt x="1003427" y="786338"/>
                  </a:lnTo>
                  <a:lnTo>
                    <a:pt x="1022113" y="786928"/>
                  </a:lnTo>
                  <a:lnTo>
                    <a:pt x="1055788" y="788091"/>
                  </a:lnTo>
                  <a:lnTo>
                    <a:pt x="1106522" y="790013"/>
                  </a:lnTo>
                  <a:lnTo>
                    <a:pt x="1174625" y="792853"/>
                  </a:lnTo>
                  <a:lnTo>
                    <a:pt x="1258705" y="796732"/>
                  </a:lnTo>
                  <a:lnTo>
                    <a:pt x="1355966" y="801721"/>
                  </a:lnTo>
                  <a:lnTo>
                    <a:pt x="1462718" y="807849"/>
                  </a:lnTo>
                  <a:lnTo>
                    <a:pt x="1574958" y="815109"/>
                  </a:lnTo>
                  <a:lnTo>
                    <a:pt x="1688890" y="823480"/>
                  </a:lnTo>
                  <a:lnTo>
                    <a:pt x="1801292" y="832942"/>
                  </a:lnTo>
                  <a:lnTo>
                    <a:pt x="1909706" y="843486"/>
                  </a:lnTo>
                  <a:lnTo>
                    <a:pt x="2012464" y="855133"/>
                  </a:lnTo>
                  <a:lnTo>
                    <a:pt x="2108615" y="867933"/>
                  </a:lnTo>
                  <a:lnTo>
                    <a:pt x="2197795" y="881972"/>
                  </a:lnTo>
                  <a:lnTo>
                    <a:pt x="2280079" y="897370"/>
                  </a:lnTo>
                  <a:lnTo>
                    <a:pt x="2355856" y="914282"/>
                  </a:lnTo>
                  <a:lnTo>
                    <a:pt x="2425712" y="932891"/>
                  </a:lnTo>
                  <a:lnTo>
                    <a:pt x="2490354" y="953402"/>
                  </a:lnTo>
                  <a:lnTo>
                    <a:pt x="2550538" y="976031"/>
                  </a:lnTo>
                  <a:lnTo>
                    <a:pt x="2607031" y="1000981"/>
                  </a:lnTo>
                  <a:lnTo>
                    <a:pt x="2660561" y="1028414"/>
                  </a:lnTo>
                  <a:lnTo>
                    <a:pt x="2702183" y="1052494"/>
                  </a:lnTo>
                  <a:lnTo>
                    <a:pt x="2754782" y="1086461"/>
                  </a:lnTo>
                  <a:lnTo>
                    <a:pt x="2805901" y="1123342"/>
                  </a:lnTo>
                  <a:lnTo>
                    <a:pt x="2856011" y="1163192"/>
                  </a:lnTo>
                  <a:lnTo>
                    <a:pt x="2905476" y="1205997"/>
                  </a:lnTo>
                  <a:lnTo>
                    <a:pt x="2954573" y="1251671"/>
                  </a:lnTo>
                  <a:lnTo>
                    <a:pt x="3003501" y="1300044"/>
                  </a:lnTo>
                  <a:lnTo>
                    <a:pt x="3052397" y="1350863"/>
                  </a:lnTo>
                  <a:lnTo>
                    <a:pt x="3101341" y="1403792"/>
                  </a:lnTo>
                  <a:lnTo>
                    <a:pt x="3150368" y="1458419"/>
                  </a:lnTo>
                  <a:lnTo>
                    <a:pt x="3199477" y="1514268"/>
                  </a:lnTo>
                  <a:lnTo>
                    <a:pt x="3248640" y="1570813"/>
                  </a:lnTo>
                  <a:lnTo>
                    <a:pt x="3297814" y="1627500"/>
                  </a:lnTo>
                  <a:lnTo>
                    <a:pt x="3346955" y="1683772"/>
                  </a:lnTo>
                  <a:lnTo>
                    <a:pt x="3396026" y="1739086"/>
                  </a:lnTo>
                  <a:lnTo>
                    <a:pt x="3445010" y="1792938"/>
                  </a:lnTo>
                  <a:lnTo>
                    <a:pt x="3493924" y="1844881"/>
                  </a:lnTo>
                  <a:lnTo>
                    <a:pt x="3542822" y="1894540"/>
                  </a:lnTo>
                  <a:lnTo>
                    <a:pt x="3591812" y="1941618"/>
                  </a:lnTo>
                  <a:lnTo>
                    <a:pt x="3641060" y="1985904"/>
                  </a:lnTo>
                  <a:lnTo>
                    <a:pt x="3690801" y="2027268"/>
                  </a:lnTo>
                  <a:lnTo>
                    <a:pt x="3741354" y="2065662"/>
                  </a:lnTo>
                  <a:lnTo>
                    <a:pt x="3793131" y="2101106"/>
                  </a:lnTo>
                  <a:lnTo>
                    <a:pt x="3820202" y="2118089"/>
                  </a:lnTo>
                  <a:lnTo>
                    <a:pt x="3871819" y="2147588"/>
                  </a:lnTo>
                  <a:lnTo>
                    <a:pt x="3925860" y="2174539"/>
                  </a:lnTo>
                  <a:lnTo>
                    <a:pt x="3982998" y="2199033"/>
                  </a:lnTo>
                  <a:lnTo>
                    <a:pt x="4043972" y="2221242"/>
                  </a:lnTo>
                  <a:lnTo>
                    <a:pt x="4109548" y="2241375"/>
                  </a:lnTo>
                  <a:lnTo>
                    <a:pt x="4180480" y="2259645"/>
                  </a:lnTo>
                  <a:lnTo>
                    <a:pt x="4257455" y="2276255"/>
                  </a:lnTo>
                  <a:lnTo>
                    <a:pt x="4341031" y="2291384"/>
                  </a:lnTo>
                  <a:lnTo>
                    <a:pt x="4431543" y="2305179"/>
                  </a:lnTo>
                  <a:lnTo>
                    <a:pt x="4528996" y="2317754"/>
                  </a:lnTo>
                  <a:lnTo>
                    <a:pt x="4632925" y="2329188"/>
                  </a:lnTo>
                  <a:lnTo>
                    <a:pt x="4742250" y="2339526"/>
                  </a:lnTo>
                  <a:lnTo>
                    <a:pt x="4855157" y="2348781"/>
                  </a:lnTo>
                  <a:lnTo>
                    <a:pt x="4969037" y="2356943"/>
                  </a:lnTo>
                  <a:lnTo>
                    <a:pt x="5080537" y="2363988"/>
                  </a:lnTo>
                  <a:lnTo>
                    <a:pt x="5185789" y="2369899"/>
                  </a:lnTo>
                  <a:lnTo>
                    <a:pt x="5280805" y="2374673"/>
                  </a:lnTo>
                  <a:lnTo>
                    <a:pt x="5362022" y="2378347"/>
                  </a:lnTo>
                  <a:lnTo>
                    <a:pt x="5426876" y="2381002"/>
                  </a:lnTo>
                  <a:lnTo>
                    <a:pt x="5474283" y="2382766"/>
                  </a:lnTo>
                  <a:lnTo>
                    <a:pt x="5504894" y="2383805"/>
                  </a:lnTo>
                  <a:lnTo>
                    <a:pt x="5521097" y="2384308"/>
                  </a:lnTo>
                  <a:lnTo>
                    <a:pt x="5526847" y="2384472"/>
                  </a:lnTo>
                  <a:lnTo>
                    <a:pt x="5527445" y="2384488"/>
                  </a:lnTo>
                  <a:lnTo>
                    <a:pt x="6522385" y="2384488"/>
                  </a:lnTo>
                  <a:lnTo>
                    <a:pt x="6523479" y="2384444"/>
                  </a:lnTo>
                  <a:lnTo>
                    <a:pt x="6530698" y="2384133"/>
                  </a:lnTo>
                  <a:lnTo>
                    <a:pt x="6549011" y="2383271"/>
                  </a:lnTo>
                  <a:lnTo>
                    <a:pt x="6582039" y="2381574"/>
                  </a:lnTo>
                  <a:lnTo>
                    <a:pt x="6631850" y="2378768"/>
                  </a:lnTo>
                  <a:lnTo>
                    <a:pt x="6698805" y="2374618"/>
                  </a:lnTo>
                  <a:lnTo>
                    <a:pt x="6781600" y="2368947"/>
                  </a:lnTo>
                  <a:lnTo>
                    <a:pt x="6877552" y="2361648"/>
                  </a:lnTo>
                  <a:lnTo>
                    <a:pt x="6983084" y="2352675"/>
                  </a:lnTo>
                  <a:lnTo>
                    <a:pt x="7094277" y="2342035"/>
                  </a:lnTo>
                  <a:lnTo>
                    <a:pt x="7207390" y="2329758"/>
                  </a:lnTo>
                  <a:lnTo>
                    <a:pt x="7319218" y="2315876"/>
                  </a:lnTo>
                  <a:lnTo>
                    <a:pt x="7427290" y="2300402"/>
                  </a:lnTo>
                  <a:lnTo>
                    <a:pt x="7529907" y="2283311"/>
                  </a:lnTo>
                  <a:lnTo>
                    <a:pt x="7626077" y="2264535"/>
                  </a:lnTo>
                  <a:lnTo>
                    <a:pt x="7715389" y="2243953"/>
                  </a:lnTo>
                  <a:lnTo>
                    <a:pt x="7797877" y="2221395"/>
                  </a:lnTo>
                  <a:lnTo>
                    <a:pt x="7873891" y="2196641"/>
                  </a:lnTo>
                  <a:lnTo>
                    <a:pt x="7943987" y="2169429"/>
                  </a:lnTo>
                  <a:lnTo>
                    <a:pt x="8008844" y="2139461"/>
                  </a:lnTo>
                  <a:lnTo>
                    <a:pt x="8069198" y="2106425"/>
                  </a:lnTo>
                  <a:lnTo>
                    <a:pt x="8125801" y="2070017"/>
                  </a:lnTo>
                  <a:lnTo>
                    <a:pt x="8179375" y="2029989"/>
                  </a:lnTo>
                  <a:lnTo>
                    <a:pt x="8229629" y="1987073"/>
                  </a:lnTo>
                  <a:lnTo>
                    <a:pt x="8276600" y="1942107"/>
                  </a:lnTo>
                  <a:lnTo>
                    <a:pt x="8322351" y="1893698"/>
                  </a:lnTo>
                  <a:lnTo>
                    <a:pt x="8367228" y="1841776"/>
                  </a:lnTo>
                  <a:lnTo>
                    <a:pt x="8411508" y="1786334"/>
                  </a:lnTo>
                  <a:lnTo>
                    <a:pt x="8455408" y="1727433"/>
                  </a:lnTo>
                  <a:lnTo>
                    <a:pt x="8499097" y="1665209"/>
                  </a:lnTo>
                  <a:lnTo>
                    <a:pt x="8542695" y="1599876"/>
                  </a:lnTo>
                  <a:lnTo>
                    <a:pt x="8586288" y="1531729"/>
                  </a:lnTo>
                  <a:lnTo>
                    <a:pt x="8629925" y="1461138"/>
                  </a:lnTo>
                  <a:lnTo>
                    <a:pt x="8673629" y="1388545"/>
                  </a:lnTo>
                  <a:lnTo>
                    <a:pt x="8717399" y="1314452"/>
                  </a:lnTo>
                  <a:lnTo>
                    <a:pt x="8761217" y="1239409"/>
                  </a:lnTo>
                  <a:lnTo>
                    <a:pt x="8805056" y="1163996"/>
                  </a:lnTo>
                  <a:lnTo>
                    <a:pt x="8848883" y="1088805"/>
                  </a:lnTo>
                  <a:lnTo>
                    <a:pt x="8892667" y="1014420"/>
                  </a:lnTo>
                  <a:lnTo>
                    <a:pt x="8936388" y="941402"/>
                  </a:lnTo>
                  <a:lnTo>
                    <a:pt x="8980041" y="870264"/>
                  </a:lnTo>
                  <a:lnTo>
                    <a:pt x="9023641" y="801465"/>
                  </a:lnTo>
                  <a:lnTo>
                    <a:pt x="9067232" y="735395"/>
                  </a:lnTo>
                  <a:lnTo>
                    <a:pt x="9110888" y="672368"/>
                  </a:lnTo>
                  <a:lnTo>
                    <a:pt x="9154721" y="612617"/>
                  </a:lnTo>
                  <a:lnTo>
                    <a:pt x="9198888" y="556298"/>
                  </a:lnTo>
                  <a:lnTo>
                    <a:pt x="9243591" y="503491"/>
                  </a:lnTo>
                  <a:lnTo>
                    <a:pt x="9289093" y="454204"/>
                  </a:lnTo>
                  <a:lnTo>
                    <a:pt x="9335721" y="408383"/>
                  </a:lnTo>
                  <a:lnTo>
                    <a:pt x="9347647" y="397414"/>
                  </a:lnTo>
                  <a:lnTo>
                    <a:pt x="9398888" y="353709"/>
                  </a:lnTo>
                  <a:lnTo>
                    <a:pt x="9452513" y="313751"/>
                  </a:lnTo>
                  <a:lnTo>
                    <a:pt x="9509180" y="277409"/>
                  </a:lnTo>
                  <a:lnTo>
                    <a:pt x="9569613" y="244434"/>
                  </a:lnTo>
                  <a:lnTo>
                    <a:pt x="9634561" y="214521"/>
                  </a:lnTo>
                  <a:lnTo>
                    <a:pt x="9704762" y="187357"/>
                  </a:lnTo>
                  <a:lnTo>
                    <a:pt x="9780894" y="162647"/>
                  </a:lnTo>
                  <a:lnTo>
                    <a:pt x="9863509" y="140128"/>
                  </a:lnTo>
                  <a:lnTo>
                    <a:pt x="9952951" y="119582"/>
                  </a:lnTo>
                  <a:lnTo>
                    <a:pt x="10049248" y="100838"/>
                  </a:lnTo>
                  <a:lnTo>
                    <a:pt x="10151980" y="83779"/>
                  </a:lnTo>
                  <a:lnTo>
                    <a:pt x="10260140" y="68335"/>
                  </a:lnTo>
                  <a:lnTo>
                    <a:pt x="10372018" y="54483"/>
                  </a:lnTo>
                  <a:lnTo>
                    <a:pt x="10485126" y="42237"/>
                  </a:lnTo>
                  <a:lnTo>
                    <a:pt x="10596249" y="31628"/>
                  </a:lnTo>
                  <a:lnTo>
                    <a:pt x="10701635" y="22687"/>
                  </a:lnTo>
                  <a:lnTo>
                    <a:pt x="10797371" y="15419"/>
                  </a:lnTo>
                  <a:lnTo>
                    <a:pt x="10879888" y="9778"/>
                  </a:lnTo>
                  <a:lnTo>
                    <a:pt x="10946526" y="5655"/>
                  </a:lnTo>
                  <a:lnTo>
                    <a:pt x="10996012" y="2872"/>
                  </a:lnTo>
                  <a:lnTo>
                    <a:pt x="11028738" y="1193"/>
                  </a:lnTo>
                  <a:lnTo>
                    <a:pt x="11046804" y="345"/>
                  </a:lnTo>
                  <a:lnTo>
                    <a:pt x="11053858" y="4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4" name="pl673"/>
            <p:cNvSpPr/>
            <p:nvPr/>
          </p:nvSpPr>
          <p:spPr>
            <a:xfrm>
              <a:off x="1199187" y="2012238"/>
              <a:ext cx="12049831" cy="2384488"/>
            </a:xfrm>
            <a:custGeom>
              <a:avLst/>
              <a:pathLst>
                <a:path w="12049831" h="2384488">
                  <a:moveTo>
                    <a:pt x="12049831" y="0"/>
                  </a:moveTo>
                  <a:lnTo>
                    <a:pt x="11054891" y="0"/>
                  </a:lnTo>
                  <a:lnTo>
                    <a:pt x="11053798" y="43"/>
                  </a:lnTo>
                  <a:lnTo>
                    <a:pt x="11046579" y="355"/>
                  </a:lnTo>
                  <a:lnTo>
                    <a:pt x="11028266" y="1216"/>
                  </a:lnTo>
                  <a:lnTo>
                    <a:pt x="10995237" y="2913"/>
                  </a:lnTo>
                  <a:lnTo>
                    <a:pt x="10945426" y="5720"/>
                  </a:lnTo>
                  <a:lnTo>
                    <a:pt x="10878472" y="9870"/>
                  </a:lnTo>
                  <a:lnTo>
                    <a:pt x="10795677" y="15540"/>
                  </a:lnTo>
                  <a:lnTo>
                    <a:pt x="10699724" y="22840"/>
                  </a:lnTo>
                  <a:lnTo>
                    <a:pt x="10594193" y="31812"/>
                  </a:lnTo>
                  <a:lnTo>
                    <a:pt x="10482999" y="42453"/>
                  </a:lnTo>
                  <a:lnTo>
                    <a:pt x="10369887" y="54730"/>
                  </a:lnTo>
                  <a:lnTo>
                    <a:pt x="10258059" y="68611"/>
                  </a:lnTo>
                  <a:lnTo>
                    <a:pt x="10149987" y="84086"/>
                  </a:lnTo>
                  <a:lnTo>
                    <a:pt x="10047370" y="101176"/>
                  </a:lnTo>
                  <a:lnTo>
                    <a:pt x="9951200" y="119952"/>
                  </a:lnTo>
                  <a:lnTo>
                    <a:pt x="9861888" y="140534"/>
                  </a:lnTo>
                  <a:lnTo>
                    <a:pt x="9779399" y="163092"/>
                  </a:lnTo>
                  <a:lnTo>
                    <a:pt x="9703385" y="187846"/>
                  </a:lnTo>
                  <a:lnTo>
                    <a:pt x="9633289" y="215059"/>
                  </a:lnTo>
                  <a:lnTo>
                    <a:pt x="9568433" y="245027"/>
                  </a:lnTo>
                  <a:lnTo>
                    <a:pt x="9508078" y="278063"/>
                  </a:lnTo>
                  <a:lnTo>
                    <a:pt x="9451475" y="314470"/>
                  </a:lnTo>
                  <a:lnTo>
                    <a:pt x="9397901" y="354499"/>
                  </a:lnTo>
                  <a:lnTo>
                    <a:pt x="9347647" y="397414"/>
                  </a:lnTo>
                  <a:lnTo>
                    <a:pt x="9300677" y="442380"/>
                  </a:lnTo>
                  <a:lnTo>
                    <a:pt x="9254926" y="490789"/>
                  </a:lnTo>
                  <a:lnTo>
                    <a:pt x="9210049" y="542711"/>
                  </a:lnTo>
                  <a:lnTo>
                    <a:pt x="9165769" y="598153"/>
                  </a:lnTo>
                  <a:lnTo>
                    <a:pt x="9121868" y="657054"/>
                  </a:lnTo>
                  <a:lnTo>
                    <a:pt x="9078180" y="719279"/>
                  </a:lnTo>
                  <a:lnTo>
                    <a:pt x="9034581" y="784611"/>
                  </a:lnTo>
                  <a:lnTo>
                    <a:pt x="8990989" y="852759"/>
                  </a:lnTo>
                  <a:lnTo>
                    <a:pt x="8947352" y="923350"/>
                  </a:lnTo>
                  <a:lnTo>
                    <a:pt x="8903648" y="995943"/>
                  </a:lnTo>
                  <a:lnTo>
                    <a:pt x="8859878" y="1070036"/>
                  </a:lnTo>
                  <a:lnTo>
                    <a:pt x="8816059" y="1145078"/>
                  </a:lnTo>
                  <a:lnTo>
                    <a:pt x="8772220" y="1220492"/>
                  </a:lnTo>
                  <a:lnTo>
                    <a:pt x="8728394" y="1295683"/>
                  </a:lnTo>
                  <a:lnTo>
                    <a:pt x="8684609" y="1370067"/>
                  </a:lnTo>
                  <a:lnTo>
                    <a:pt x="8640888" y="1443086"/>
                  </a:lnTo>
                  <a:lnTo>
                    <a:pt x="8597235" y="1514224"/>
                  </a:lnTo>
                  <a:lnTo>
                    <a:pt x="8553635" y="1583022"/>
                  </a:lnTo>
                  <a:lnTo>
                    <a:pt x="8510045" y="1649092"/>
                  </a:lnTo>
                  <a:lnTo>
                    <a:pt x="8466389" y="1712120"/>
                  </a:lnTo>
                  <a:lnTo>
                    <a:pt x="8422555" y="1771871"/>
                  </a:lnTo>
                  <a:lnTo>
                    <a:pt x="8378389" y="1828190"/>
                  </a:lnTo>
                  <a:lnTo>
                    <a:pt x="8333685" y="1880997"/>
                  </a:lnTo>
                  <a:lnTo>
                    <a:pt x="8288183" y="1930284"/>
                  </a:lnTo>
                  <a:lnTo>
                    <a:pt x="8241556" y="1976104"/>
                  </a:lnTo>
                  <a:lnTo>
                    <a:pt x="8229629" y="1987073"/>
                  </a:lnTo>
                  <a:lnTo>
                    <a:pt x="8178389" y="2030778"/>
                  </a:lnTo>
                  <a:lnTo>
                    <a:pt x="8124764" y="2070737"/>
                  </a:lnTo>
                  <a:lnTo>
                    <a:pt x="8068097" y="2107078"/>
                  </a:lnTo>
                  <a:lnTo>
                    <a:pt x="8007664" y="2140054"/>
                  </a:lnTo>
                  <a:lnTo>
                    <a:pt x="7942716" y="2169967"/>
                  </a:lnTo>
                  <a:lnTo>
                    <a:pt x="7872514" y="2197130"/>
                  </a:lnTo>
                  <a:lnTo>
                    <a:pt x="7796382" y="2221840"/>
                  </a:lnTo>
                  <a:lnTo>
                    <a:pt x="7713768" y="2244359"/>
                  </a:lnTo>
                  <a:lnTo>
                    <a:pt x="7624325" y="2264906"/>
                  </a:lnTo>
                  <a:lnTo>
                    <a:pt x="7528028" y="2283649"/>
                  </a:lnTo>
                  <a:lnTo>
                    <a:pt x="7425297" y="2300709"/>
                  </a:lnTo>
                  <a:lnTo>
                    <a:pt x="7317136" y="2316153"/>
                  </a:lnTo>
                  <a:lnTo>
                    <a:pt x="7205259" y="2330004"/>
                  </a:lnTo>
                  <a:lnTo>
                    <a:pt x="7092151" y="2342251"/>
                  </a:lnTo>
                  <a:lnTo>
                    <a:pt x="6981028" y="2352860"/>
                  </a:lnTo>
                  <a:lnTo>
                    <a:pt x="6875641" y="2361801"/>
                  </a:lnTo>
                  <a:lnTo>
                    <a:pt x="6779906" y="2369069"/>
                  </a:lnTo>
                  <a:lnTo>
                    <a:pt x="6697389" y="2374710"/>
                  </a:lnTo>
                  <a:lnTo>
                    <a:pt x="6630750" y="2378833"/>
                  </a:lnTo>
                  <a:lnTo>
                    <a:pt x="6581265" y="2381616"/>
                  </a:lnTo>
                  <a:lnTo>
                    <a:pt x="6548538" y="2383295"/>
                  </a:lnTo>
                  <a:lnTo>
                    <a:pt x="6530472" y="2384143"/>
                  </a:lnTo>
                  <a:lnTo>
                    <a:pt x="6523419" y="2384447"/>
                  </a:lnTo>
                  <a:lnTo>
                    <a:pt x="6522385" y="2384488"/>
                  </a:lnTo>
                  <a:lnTo>
                    <a:pt x="5527445" y="2384488"/>
                  </a:lnTo>
                  <a:lnTo>
                    <a:pt x="5526329" y="2384458"/>
                  </a:lnTo>
                  <a:lnTo>
                    <a:pt x="5518958" y="2384244"/>
                  </a:lnTo>
                  <a:lnTo>
                    <a:pt x="5500272" y="2383655"/>
                  </a:lnTo>
                  <a:lnTo>
                    <a:pt x="5466597" y="2382492"/>
                  </a:lnTo>
                  <a:lnTo>
                    <a:pt x="5415863" y="2380570"/>
                  </a:lnTo>
                  <a:lnTo>
                    <a:pt x="5347760" y="2377729"/>
                  </a:lnTo>
                  <a:lnTo>
                    <a:pt x="5263680" y="2373850"/>
                  </a:lnTo>
                  <a:lnTo>
                    <a:pt x="5166419" y="2368861"/>
                  </a:lnTo>
                  <a:lnTo>
                    <a:pt x="5059667" y="2362734"/>
                  </a:lnTo>
                  <a:lnTo>
                    <a:pt x="4947427" y="2355474"/>
                  </a:lnTo>
                  <a:lnTo>
                    <a:pt x="4833495" y="2347102"/>
                  </a:lnTo>
                  <a:lnTo>
                    <a:pt x="4721093" y="2337641"/>
                  </a:lnTo>
                  <a:lnTo>
                    <a:pt x="4612679" y="2327096"/>
                  </a:lnTo>
                  <a:lnTo>
                    <a:pt x="4509921" y="2315449"/>
                  </a:lnTo>
                  <a:lnTo>
                    <a:pt x="4413770" y="2302649"/>
                  </a:lnTo>
                  <a:lnTo>
                    <a:pt x="4324590" y="2288610"/>
                  </a:lnTo>
                  <a:lnTo>
                    <a:pt x="4242306" y="2273212"/>
                  </a:lnTo>
                  <a:lnTo>
                    <a:pt x="4166529" y="2256300"/>
                  </a:lnTo>
                  <a:lnTo>
                    <a:pt x="4096673" y="2237691"/>
                  </a:lnTo>
                  <a:lnTo>
                    <a:pt x="4032031" y="2217180"/>
                  </a:lnTo>
                  <a:lnTo>
                    <a:pt x="3971847" y="2194552"/>
                  </a:lnTo>
                  <a:lnTo>
                    <a:pt x="3915354" y="2169601"/>
                  </a:lnTo>
                  <a:lnTo>
                    <a:pt x="3861824" y="2142169"/>
                  </a:lnTo>
                  <a:lnTo>
                    <a:pt x="3820202" y="2118089"/>
                  </a:lnTo>
                  <a:lnTo>
                    <a:pt x="3767603" y="2084121"/>
                  </a:lnTo>
                  <a:lnTo>
                    <a:pt x="3716484" y="2047240"/>
                  </a:lnTo>
                  <a:lnTo>
                    <a:pt x="3666374" y="2007391"/>
                  </a:lnTo>
                  <a:lnTo>
                    <a:pt x="3616909" y="1964586"/>
                  </a:lnTo>
                  <a:lnTo>
                    <a:pt x="3567812" y="1918912"/>
                  </a:lnTo>
                  <a:lnTo>
                    <a:pt x="3518884" y="1870539"/>
                  </a:lnTo>
                  <a:lnTo>
                    <a:pt x="3469988" y="1819720"/>
                  </a:lnTo>
                  <a:lnTo>
                    <a:pt x="3421044" y="1766790"/>
                  </a:lnTo>
                  <a:lnTo>
                    <a:pt x="3372017" y="1712163"/>
                  </a:lnTo>
                  <a:lnTo>
                    <a:pt x="3322908" y="1656315"/>
                  </a:lnTo>
                  <a:lnTo>
                    <a:pt x="3273745" y="1599770"/>
                  </a:lnTo>
                  <a:lnTo>
                    <a:pt x="3224571" y="1543082"/>
                  </a:lnTo>
                  <a:lnTo>
                    <a:pt x="3175430" y="1486810"/>
                  </a:lnTo>
                  <a:lnTo>
                    <a:pt x="3126359" y="1431497"/>
                  </a:lnTo>
                  <a:lnTo>
                    <a:pt x="3077375" y="1377645"/>
                  </a:lnTo>
                  <a:lnTo>
                    <a:pt x="3028461" y="1325701"/>
                  </a:lnTo>
                  <a:lnTo>
                    <a:pt x="2979563" y="1276043"/>
                  </a:lnTo>
                  <a:lnTo>
                    <a:pt x="2930573" y="1228964"/>
                  </a:lnTo>
                  <a:lnTo>
                    <a:pt x="2881325" y="1184679"/>
                  </a:lnTo>
                  <a:lnTo>
                    <a:pt x="2831584" y="1143314"/>
                  </a:lnTo>
                  <a:lnTo>
                    <a:pt x="2781031" y="1104921"/>
                  </a:lnTo>
                  <a:lnTo>
                    <a:pt x="2729254" y="1069476"/>
                  </a:lnTo>
                  <a:lnTo>
                    <a:pt x="2702183" y="1052494"/>
                  </a:lnTo>
                  <a:lnTo>
                    <a:pt x="2650566" y="1022995"/>
                  </a:lnTo>
                  <a:lnTo>
                    <a:pt x="2596525" y="996043"/>
                  </a:lnTo>
                  <a:lnTo>
                    <a:pt x="2539387" y="971550"/>
                  </a:lnTo>
                  <a:lnTo>
                    <a:pt x="2478413" y="949341"/>
                  </a:lnTo>
                  <a:lnTo>
                    <a:pt x="2412837" y="929208"/>
                  </a:lnTo>
                  <a:lnTo>
                    <a:pt x="2341905" y="910938"/>
                  </a:lnTo>
                  <a:lnTo>
                    <a:pt x="2264930" y="894327"/>
                  </a:lnTo>
                  <a:lnTo>
                    <a:pt x="2181354" y="879199"/>
                  </a:lnTo>
                  <a:lnTo>
                    <a:pt x="2090842" y="865404"/>
                  </a:lnTo>
                  <a:lnTo>
                    <a:pt x="1993389" y="852829"/>
                  </a:lnTo>
                  <a:lnTo>
                    <a:pt x="1889460" y="841395"/>
                  </a:lnTo>
                  <a:lnTo>
                    <a:pt x="1780135" y="831057"/>
                  </a:lnTo>
                  <a:lnTo>
                    <a:pt x="1667228" y="821802"/>
                  </a:lnTo>
                  <a:lnTo>
                    <a:pt x="1553348" y="813640"/>
                  </a:lnTo>
                  <a:lnTo>
                    <a:pt x="1441848" y="806594"/>
                  </a:lnTo>
                  <a:lnTo>
                    <a:pt x="1336596" y="800684"/>
                  </a:lnTo>
                  <a:lnTo>
                    <a:pt x="1241580" y="795910"/>
                  </a:lnTo>
                  <a:lnTo>
                    <a:pt x="1160363" y="792236"/>
                  </a:lnTo>
                  <a:lnTo>
                    <a:pt x="1095509" y="789580"/>
                  </a:lnTo>
                  <a:lnTo>
                    <a:pt x="1048102" y="787816"/>
                  </a:lnTo>
                  <a:lnTo>
                    <a:pt x="1017491" y="786778"/>
                  </a:lnTo>
                  <a:lnTo>
                    <a:pt x="1001288" y="786274"/>
                  </a:lnTo>
                  <a:lnTo>
                    <a:pt x="995538" y="786110"/>
                  </a:lnTo>
                  <a:lnTo>
                    <a:pt x="994940" y="786095"/>
                  </a:lnTo>
                  <a:lnTo>
                    <a:pt x="0" y="786095"/>
                  </a:lnTo>
                  <a:lnTo>
                    <a:pt x="0" y="7860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5" name="pg674"/>
            <p:cNvSpPr/>
            <p:nvPr/>
          </p:nvSpPr>
          <p:spPr>
            <a:xfrm>
              <a:off x="1199187" y="2688280"/>
              <a:ext cx="12049831" cy="1724168"/>
            </a:xfrm>
            <a:custGeom>
              <a:avLst/>
              <a:pathLst>
                <a:path w="12049831" h="1724168">
                  <a:moveTo>
                    <a:pt x="0" y="125775"/>
                  </a:moveTo>
                  <a:lnTo>
                    <a:pt x="994940" y="125775"/>
                  </a:lnTo>
                  <a:lnTo>
                    <a:pt x="996056" y="125805"/>
                  </a:lnTo>
                  <a:lnTo>
                    <a:pt x="1003427" y="126018"/>
                  </a:lnTo>
                  <a:lnTo>
                    <a:pt x="1022113" y="126608"/>
                  </a:lnTo>
                  <a:lnTo>
                    <a:pt x="1055788" y="127771"/>
                  </a:lnTo>
                  <a:lnTo>
                    <a:pt x="1106522" y="129693"/>
                  </a:lnTo>
                  <a:lnTo>
                    <a:pt x="1174625" y="132534"/>
                  </a:lnTo>
                  <a:lnTo>
                    <a:pt x="1258705" y="136412"/>
                  </a:lnTo>
                  <a:lnTo>
                    <a:pt x="1355966" y="141401"/>
                  </a:lnTo>
                  <a:lnTo>
                    <a:pt x="1462718" y="147529"/>
                  </a:lnTo>
                  <a:lnTo>
                    <a:pt x="1574958" y="154789"/>
                  </a:lnTo>
                  <a:lnTo>
                    <a:pt x="1688890" y="163160"/>
                  </a:lnTo>
                  <a:lnTo>
                    <a:pt x="1801292" y="172622"/>
                  </a:lnTo>
                  <a:lnTo>
                    <a:pt x="1909706" y="183167"/>
                  </a:lnTo>
                  <a:lnTo>
                    <a:pt x="2012464" y="194814"/>
                  </a:lnTo>
                  <a:lnTo>
                    <a:pt x="2108615" y="207614"/>
                  </a:lnTo>
                  <a:lnTo>
                    <a:pt x="2197795" y="221652"/>
                  </a:lnTo>
                  <a:lnTo>
                    <a:pt x="2280079" y="237050"/>
                  </a:lnTo>
                  <a:lnTo>
                    <a:pt x="2355856" y="253962"/>
                  </a:lnTo>
                  <a:lnTo>
                    <a:pt x="2425712" y="272571"/>
                  </a:lnTo>
                  <a:lnTo>
                    <a:pt x="2490354" y="293083"/>
                  </a:lnTo>
                  <a:lnTo>
                    <a:pt x="2550538" y="315711"/>
                  </a:lnTo>
                  <a:lnTo>
                    <a:pt x="2607031" y="340661"/>
                  </a:lnTo>
                  <a:lnTo>
                    <a:pt x="2660561" y="368094"/>
                  </a:lnTo>
                  <a:lnTo>
                    <a:pt x="2702183" y="392174"/>
                  </a:lnTo>
                  <a:lnTo>
                    <a:pt x="2754782" y="426141"/>
                  </a:lnTo>
                  <a:lnTo>
                    <a:pt x="2805901" y="463022"/>
                  </a:lnTo>
                  <a:lnTo>
                    <a:pt x="2856011" y="502872"/>
                  </a:lnTo>
                  <a:lnTo>
                    <a:pt x="2905476" y="545677"/>
                  </a:lnTo>
                  <a:lnTo>
                    <a:pt x="2954573" y="591351"/>
                  </a:lnTo>
                  <a:lnTo>
                    <a:pt x="3003501" y="639724"/>
                  </a:lnTo>
                  <a:lnTo>
                    <a:pt x="3052397" y="690543"/>
                  </a:lnTo>
                  <a:lnTo>
                    <a:pt x="3101341" y="743472"/>
                  </a:lnTo>
                  <a:lnTo>
                    <a:pt x="3150368" y="798099"/>
                  </a:lnTo>
                  <a:lnTo>
                    <a:pt x="3199477" y="853948"/>
                  </a:lnTo>
                  <a:lnTo>
                    <a:pt x="3248640" y="910493"/>
                  </a:lnTo>
                  <a:lnTo>
                    <a:pt x="3297814" y="967180"/>
                  </a:lnTo>
                  <a:lnTo>
                    <a:pt x="3346955" y="1023452"/>
                  </a:lnTo>
                  <a:lnTo>
                    <a:pt x="3396026" y="1078766"/>
                  </a:lnTo>
                  <a:lnTo>
                    <a:pt x="3445010" y="1132618"/>
                  </a:lnTo>
                  <a:lnTo>
                    <a:pt x="3493924" y="1184561"/>
                  </a:lnTo>
                  <a:lnTo>
                    <a:pt x="3542822" y="1234220"/>
                  </a:lnTo>
                  <a:lnTo>
                    <a:pt x="3591812" y="1281298"/>
                  </a:lnTo>
                  <a:lnTo>
                    <a:pt x="3641060" y="1325584"/>
                  </a:lnTo>
                  <a:lnTo>
                    <a:pt x="3690801" y="1366948"/>
                  </a:lnTo>
                  <a:lnTo>
                    <a:pt x="3741354" y="1405342"/>
                  </a:lnTo>
                  <a:lnTo>
                    <a:pt x="3793131" y="1440786"/>
                  </a:lnTo>
                  <a:lnTo>
                    <a:pt x="3820202" y="1457769"/>
                  </a:lnTo>
                  <a:lnTo>
                    <a:pt x="3871819" y="1487268"/>
                  </a:lnTo>
                  <a:lnTo>
                    <a:pt x="3925860" y="1514219"/>
                  </a:lnTo>
                  <a:lnTo>
                    <a:pt x="3982998" y="1538713"/>
                  </a:lnTo>
                  <a:lnTo>
                    <a:pt x="4043972" y="1560922"/>
                  </a:lnTo>
                  <a:lnTo>
                    <a:pt x="4109548" y="1581055"/>
                  </a:lnTo>
                  <a:lnTo>
                    <a:pt x="4180480" y="1599325"/>
                  </a:lnTo>
                  <a:lnTo>
                    <a:pt x="4257455" y="1615936"/>
                  </a:lnTo>
                  <a:lnTo>
                    <a:pt x="4341031" y="1631064"/>
                  </a:lnTo>
                  <a:lnTo>
                    <a:pt x="4431543" y="1644859"/>
                  </a:lnTo>
                  <a:lnTo>
                    <a:pt x="4528996" y="1657434"/>
                  </a:lnTo>
                  <a:lnTo>
                    <a:pt x="4632925" y="1668868"/>
                  </a:lnTo>
                  <a:lnTo>
                    <a:pt x="4742250" y="1679206"/>
                  </a:lnTo>
                  <a:lnTo>
                    <a:pt x="4855157" y="1688461"/>
                  </a:lnTo>
                  <a:lnTo>
                    <a:pt x="4969037" y="1696623"/>
                  </a:lnTo>
                  <a:lnTo>
                    <a:pt x="5080537" y="1703669"/>
                  </a:lnTo>
                  <a:lnTo>
                    <a:pt x="5185789" y="1709579"/>
                  </a:lnTo>
                  <a:lnTo>
                    <a:pt x="5280805" y="1714353"/>
                  </a:lnTo>
                  <a:lnTo>
                    <a:pt x="5362022" y="1718027"/>
                  </a:lnTo>
                  <a:lnTo>
                    <a:pt x="5426876" y="1720682"/>
                  </a:lnTo>
                  <a:lnTo>
                    <a:pt x="5474283" y="1722446"/>
                  </a:lnTo>
                  <a:lnTo>
                    <a:pt x="5504894" y="1723485"/>
                  </a:lnTo>
                  <a:lnTo>
                    <a:pt x="5521097" y="1723988"/>
                  </a:lnTo>
                  <a:lnTo>
                    <a:pt x="5526847" y="1724152"/>
                  </a:lnTo>
                  <a:lnTo>
                    <a:pt x="5527445" y="1724168"/>
                  </a:lnTo>
                  <a:lnTo>
                    <a:pt x="6522385" y="1724168"/>
                  </a:lnTo>
                  <a:lnTo>
                    <a:pt x="6523499" y="1724136"/>
                  </a:lnTo>
                  <a:lnTo>
                    <a:pt x="6530851" y="1723908"/>
                  </a:lnTo>
                  <a:lnTo>
                    <a:pt x="6549490" y="1723277"/>
                  </a:lnTo>
                  <a:lnTo>
                    <a:pt x="6583085" y="1722034"/>
                  </a:lnTo>
                  <a:lnTo>
                    <a:pt x="6633704" y="1719979"/>
                  </a:lnTo>
                  <a:lnTo>
                    <a:pt x="6701665" y="1716941"/>
                  </a:lnTo>
                  <a:lnTo>
                    <a:pt x="6785585" y="1712793"/>
                  </a:lnTo>
                  <a:lnTo>
                    <a:pt x="6882684" y="1707456"/>
                  </a:lnTo>
                  <a:lnTo>
                    <a:pt x="6989285" y="1700902"/>
                  </a:lnTo>
                  <a:lnTo>
                    <a:pt x="7101397" y="1693135"/>
                  </a:lnTo>
                  <a:lnTo>
                    <a:pt x="7215228" y="1684179"/>
                  </a:lnTo>
                  <a:lnTo>
                    <a:pt x="7327560" y="1674056"/>
                  </a:lnTo>
                  <a:lnTo>
                    <a:pt x="7435932" y="1662773"/>
                  </a:lnTo>
                  <a:lnTo>
                    <a:pt x="7538674" y="1650312"/>
                  </a:lnTo>
                  <a:lnTo>
                    <a:pt x="7634828" y="1636617"/>
                  </a:lnTo>
                  <a:lnTo>
                    <a:pt x="7724025" y="1621598"/>
                  </a:lnTo>
                  <a:lnTo>
                    <a:pt x="7806335" y="1605126"/>
                  </a:lnTo>
                  <a:lnTo>
                    <a:pt x="7882141" y="1587037"/>
                  </a:lnTo>
                  <a:lnTo>
                    <a:pt x="7952027" y="1567135"/>
                  </a:lnTo>
                  <a:lnTo>
                    <a:pt x="8016695" y="1545201"/>
                  </a:lnTo>
                  <a:lnTo>
                    <a:pt x="8076900" y="1521005"/>
                  </a:lnTo>
                  <a:lnTo>
                    <a:pt x="8133406" y="1494328"/>
                  </a:lnTo>
                  <a:lnTo>
                    <a:pt x="8186941" y="1464997"/>
                  </a:lnTo>
                  <a:lnTo>
                    <a:pt x="8229629" y="1438554"/>
                  </a:lnTo>
                  <a:lnTo>
                    <a:pt x="8281345" y="1402782"/>
                  </a:lnTo>
                  <a:lnTo>
                    <a:pt x="8331624" y="1363994"/>
                  </a:lnTo>
                  <a:lnTo>
                    <a:pt x="8380914" y="1322132"/>
                  </a:lnTo>
                  <a:lnTo>
                    <a:pt x="8429566" y="1277204"/>
                  </a:lnTo>
                  <a:lnTo>
                    <a:pt x="8477846" y="1229297"/>
                  </a:lnTo>
                  <a:lnTo>
                    <a:pt x="8525949" y="1178574"/>
                  </a:lnTo>
                  <a:lnTo>
                    <a:pt x="8574010" y="1125286"/>
                  </a:lnTo>
                  <a:lnTo>
                    <a:pt x="8622112" y="1069767"/>
                  </a:lnTo>
                  <a:lnTo>
                    <a:pt x="8670291" y="1012426"/>
                  </a:lnTo>
                  <a:lnTo>
                    <a:pt x="8718552" y="953740"/>
                  </a:lnTo>
                  <a:lnTo>
                    <a:pt x="8766870" y="894238"/>
                  </a:lnTo>
                  <a:lnTo>
                    <a:pt x="8815208" y="834478"/>
                  </a:lnTo>
                  <a:lnTo>
                    <a:pt x="8863523" y="775032"/>
                  </a:lnTo>
                  <a:lnTo>
                    <a:pt x="8911776" y="716457"/>
                  </a:lnTo>
                  <a:lnTo>
                    <a:pt x="8959947" y="659277"/>
                  </a:lnTo>
                  <a:lnTo>
                    <a:pt x="9008042" y="603962"/>
                  </a:lnTo>
                  <a:lnTo>
                    <a:pt x="9056103" y="550916"/>
                  </a:lnTo>
                  <a:lnTo>
                    <a:pt x="9104217" y="500463"/>
                  </a:lnTo>
                  <a:lnTo>
                    <a:pt x="9152524" y="452845"/>
                  </a:lnTo>
                  <a:lnTo>
                    <a:pt x="9201226" y="408220"/>
                  </a:lnTo>
                  <a:lnTo>
                    <a:pt x="9250598" y="366664"/>
                  </a:lnTo>
                  <a:lnTo>
                    <a:pt x="9300997" y="328179"/>
                  </a:lnTo>
                  <a:lnTo>
                    <a:pt x="9347647" y="296095"/>
                  </a:lnTo>
                  <a:lnTo>
                    <a:pt x="9399218" y="264496"/>
                  </a:lnTo>
                  <a:lnTo>
                    <a:pt x="9453208" y="235622"/>
                  </a:lnTo>
                  <a:lnTo>
                    <a:pt x="9510287" y="209379"/>
                  </a:lnTo>
                  <a:lnTo>
                    <a:pt x="9571194" y="185582"/>
                  </a:lnTo>
                  <a:lnTo>
                    <a:pt x="9636692" y="164008"/>
                  </a:lnTo>
                  <a:lnTo>
                    <a:pt x="9707533" y="144428"/>
                  </a:lnTo>
                  <a:lnTo>
                    <a:pt x="9784404" y="126626"/>
                  </a:lnTo>
                  <a:lnTo>
                    <a:pt x="9867860" y="110410"/>
                  </a:lnTo>
                  <a:lnTo>
                    <a:pt x="9958239" y="95624"/>
                  </a:lnTo>
                  <a:lnTo>
                    <a:pt x="10055549" y="82143"/>
                  </a:lnTo>
                  <a:lnTo>
                    <a:pt x="10159329" y="69884"/>
                  </a:lnTo>
                  <a:lnTo>
                    <a:pt x="10268510" y="58798"/>
                  </a:lnTo>
                  <a:lnTo>
                    <a:pt x="10381291" y="48871"/>
                  </a:lnTo>
                  <a:lnTo>
                    <a:pt x="10495077" y="40114"/>
                  </a:lnTo>
                  <a:lnTo>
                    <a:pt x="10606533" y="32551"/>
                  </a:lnTo>
                  <a:lnTo>
                    <a:pt x="10711805" y="26204"/>
                  </a:lnTo>
                  <a:lnTo>
                    <a:pt x="10806914" y="21072"/>
                  </a:lnTo>
                  <a:lnTo>
                    <a:pt x="10888295" y="17119"/>
                  </a:lnTo>
                  <a:lnTo>
                    <a:pt x="10953374" y="14258"/>
                  </a:lnTo>
                  <a:lnTo>
                    <a:pt x="11001040" y="12353"/>
                  </a:lnTo>
                  <a:lnTo>
                    <a:pt x="11031911" y="11228"/>
                  </a:lnTo>
                  <a:lnTo>
                    <a:pt x="11048342" y="10680"/>
                  </a:lnTo>
                  <a:lnTo>
                    <a:pt x="11054247" y="10499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7" y="32"/>
                  </a:lnTo>
                  <a:lnTo>
                    <a:pt x="11046426" y="260"/>
                  </a:lnTo>
                  <a:lnTo>
                    <a:pt x="11027786" y="891"/>
                  </a:lnTo>
                  <a:lnTo>
                    <a:pt x="10994191" y="2134"/>
                  </a:lnTo>
                  <a:lnTo>
                    <a:pt x="10943572" y="4189"/>
                  </a:lnTo>
                  <a:lnTo>
                    <a:pt x="10875612" y="7227"/>
                  </a:lnTo>
                  <a:lnTo>
                    <a:pt x="10791692" y="11375"/>
                  </a:lnTo>
                  <a:lnTo>
                    <a:pt x="10694593" y="16711"/>
                  </a:lnTo>
                  <a:lnTo>
                    <a:pt x="10587991" y="23265"/>
                  </a:lnTo>
                  <a:lnTo>
                    <a:pt x="10475880" y="31032"/>
                  </a:lnTo>
                  <a:lnTo>
                    <a:pt x="10362048" y="39989"/>
                  </a:lnTo>
                  <a:lnTo>
                    <a:pt x="10249716" y="50112"/>
                  </a:lnTo>
                  <a:lnTo>
                    <a:pt x="10141344" y="61394"/>
                  </a:lnTo>
                  <a:lnTo>
                    <a:pt x="10038603" y="73856"/>
                  </a:lnTo>
                  <a:lnTo>
                    <a:pt x="9942448" y="87551"/>
                  </a:lnTo>
                  <a:lnTo>
                    <a:pt x="9853252" y="102570"/>
                  </a:lnTo>
                  <a:lnTo>
                    <a:pt x="9770942" y="119041"/>
                  </a:lnTo>
                  <a:lnTo>
                    <a:pt x="9695136" y="137131"/>
                  </a:lnTo>
                  <a:lnTo>
                    <a:pt x="9625249" y="157032"/>
                  </a:lnTo>
                  <a:lnTo>
                    <a:pt x="9560582" y="178967"/>
                  </a:lnTo>
                  <a:lnTo>
                    <a:pt x="9500376" y="203163"/>
                  </a:lnTo>
                  <a:lnTo>
                    <a:pt x="9443871" y="229840"/>
                  </a:lnTo>
                  <a:lnTo>
                    <a:pt x="9390336" y="259171"/>
                  </a:lnTo>
                  <a:lnTo>
                    <a:pt x="9347647" y="285614"/>
                  </a:lnTo>
                  <a:lnTo>
                    <a:pt x="9295931" y="321386"/>
                  </a:lnTo>
                  <a:lnTo>
                    <a:pt x="9245653" y="360174"/>
                  </a:lnTo>
                  <a:lnTo>
                    <a:pt x="9196363" y="402036"/>
                  </a:lnTo>
                  <a:lnTo>
                    <a:pt x="9147711" y="446963"/>
                  </a:lnTo>
                  <a:lnTo>
                    <a:pt x="9099431" y="494871"/>
                  </a:lnTo>
                  <a:lnTo>
                    <a:pt x="9051328" y="545594"/>
                  </a:lnTo>
                  <a:lnTo>
                    <a:pt x="9003266" y="598881"/>
                  </a:lnTo>
                  <a:lnTo>
                    <a:pt x="8955165" y="654401"/>
                  </a:lnTo>
                  <a:lnTo>
                    <a:pt x="8906985" y="711742"/>
                  </a:lnTo>
                  <a:lnTo>
                    <a:pt x="8858725" y="770428"/>
                  </a:lnTo>
                  <a:lnTo>
                    <a:pt x="8810406" y="829930"/>
                  </a:lnTo>
                  <a:lnTo>
                    <a:pt x="8762068" y="889689"/>
                  </a:lnTo>
                  <a:lnTo>
                    <a:pt x="8713754" y="949135"/>
                  </a:lnTo>
                  <a:lnTo>
                    <a:pt x="8665501" y="1007710"/>
                  </a:lnTo>
                  <a:lnTo>
                    <a:pt x="8617330" y="1064891"/>
                  </a:lnTo>
                  <a:lnTo>
                    <a:pt x="8569234" y="1120206"/>
                  </a:lnTo>
                  <a:lnTo>
                    <a:pt x="8521173" y="1173252"/>
                  </a:lnTo>
                  <a:lnTo>
                    <a:pt x="8473059" y="1223705"/>
                  </a:lnTo>
                  <a:lnTo>
                    <a:pt x="8424752" y="1271322"/>
                  </a:lnTo>
                  <a:lnTo>
                    <a:pt x="8376050" y="1315947"/>
                  </a:lnTo>
                  <a:lnTo>
                    <a:pt x="8326679" y="1357503"/>
                  </a:lnTo>
                  <a:lnTo>
                    <a:pt x="8276280" y="1395988"/>
                  </a:lnTo>
                  <a:lnTo>
                    <a:pt x="8229629" y="1428072"/>
                  </a:lnTo>
                  <a:lnTo>
                    <a:pt x="8178058" y="1459672"/>
                  </a:lnTo>
                  <a:lnTo>
                    <a:pt x="8124069" y="1488545"/>
                  </a:lnTo>
                  <a:lnTo>
                    <a:pt x="8066990" y="1514788"/>
                  </a:lnTo>
                  <a:lnTo>
                    <a:pt x="8006083" y="1538585"/>
                  </a:lnTo>
                  <a:lnTo>
                    <a:pt x="7940584" y="1560159"/>
                  </a:lnTo>
                  <a:lnTo>
                    <a:pt x="7869743" y="1579740"/>
                  </a:lnTo>
                  <a:lnTo>
                    <a:pt x="7792873" y="1597542"/>
                  </a:lnTo>
                  <a:lnTo>
                    <a:pt x="7709417" y="1613757"/>
                  </a:lnTo>
                  <a:lnTo>
                    <a:pt x="7619037" y="1628544"/>
                  </a:lnTo>
                  <a:lnTo>
                    <a:pt x="7521727" y="1642025"/>
                  </a:lnTo>
                  <a:lnTo>
                    <a:pt x="7417948" y="1654284"/>
                  </a:lnTo>
                  <a:lnTo>
                    <a:pt x="7308766" y="1665370"/>
                  </a:lnTo>
                  <a:lnTo>
                    <a:pt x="7195986" y="1675296"/>
                  </a:lnTo>
                  <a:lnTo>
                    <a:pt x="7082200" y="1684053"/>
                  </a:lnTo>
                  <a:lnTo>
                    <a:pt x="6970744" y="1691616"/>
                  </a:lnTo>
                  <a:lnTo>
                    <a:pt x="6865471" y="1697964"/>
                  </a:lnTo>
                  <a:lnTo>
                    <a:pt x="6770362" y="1703095"/>
                  </a:lnTo>
                  <a:lnTo>
                    <a:pt x="6688981" y="1707049"/>
                  </a:lnTo>
                  <a:lnTo>
                    <a:pt x="6623903" y="1709910"/>
                  </a:lnTo>
                  <a:lnTo>
                    <a:pt x="6576237" y="1711815"/>
                  </a:lnTo>
                  <a:lnTo>
                    <a:pt x="6545365" y="1712940"/>
                  </a:lnTo>
                  <a:lnTo>
                    <a:pt x="6528935" y="1713488"/>
                  </a:lnTo>
                  <a:lnTo>
                    <a:pt x="6523029" y="1713669"/>
                  </a:lnTo>
                  <a:lnTo>
                    <a:pt x="6522385" y="1713687"/>
                  </a:lnTo>
                  <a:lnTo>
                    <a:pt x="5527445" y="1713687"/>
                  </a:lnTo>
                  <a:lnTo>
                    <a:pt x="5526329" y="1713657"/>
                  </a:lnTo>
                  <a:lnTo>
                    <a:pt x="5518958" y="1713443"/>
                  </a:lnTo>
                  <a:lnTo>
                    <a:pt x="5500272" y="1712853"/>
                  </a:lnTo>
                  <a:lnTo>
                    <a:pt x="5466597" y="1711691"/>
                  </a:lnTo>
                  <a:lnTo>
                    <a:pt x="5415863" y="1709769"/>
                  </a:lnTo>
                  <a:lnTo>
                    <a:pt x="5347760" y="1706928"/>
                  </a:lnTo>
                  <a:lnTo>
                    <a:pt x="5263680" y="1703049"/>
                  </a:lnTo>
                  <a:lnTo>
                    <a:pt x="5166419" y="1698060"/>
                  </a:lnTo>
                  <a:lnTo>
                    <a:pt x="5059667" y="1691933"/>
                  </a:lnTo>
                  <a:lnTo>
                    <a:pt x="4947427" y="1684673"/>
                  </a:lnTo>
                  <a:lnTo>
                    <a:pt x="4833495" y="1676301"/>
                  </a:lnTo>
                  <a:lnTo>
                    <a:pt x="4721093" y="1666840"/>
                  </a:lnTo>
                  <a:lnTo>
                    <a:pt x="4612679" y="1656295"/>
                  </a:lnTo>
                  <a:lnTo>
                    <a:pt x="4509921" y="1644648"/>
                  </a:lnTo>
                  <a:lnTo>
                    <a:pt x="4413770" y="1631848"/>
                  </a:lnTo>
                  <a:lnTo>
                    <a:pt x="4324590" y="1617809"/>
                  </a:lnTo>
                  <a:lnTo>
                    <a:pt x="4242306" y="1602411"/>
                  </a:lnTo>
                  <a:lnTo>
                    <a:pt x="4166529" y="1585499"/>
                  </a:lnTo>
                  <a:lnTo>
                    <a:pt x="4096673" y="1566890"/>
                  </a:lnTo>
                  <a:lnTo>
                    <a:pt x="4032031" y="1546379"/>
                  </a:lnTo>
                  <a:lnTo>
                    <a:pt x="3971847" y="1523750"/>
                  </a:lnTo>
                  <a:lnTo>
                    <a:pt x="3915354" y="1498800"/>
                  </a:lnTo>
                  <a:lnTo>
                    <a:pt x="3861824" y="1471367"/>
                  </a:lnTo>
                  <a:lnTo>
                    <a:pt x="3820202" y="1447288"/>
                  </a:lnTo>
                  <a:lnTo>
                    <a:pt x="3767603" y="1413320"/>
                  </a:lnTo>
                  <a:lnTo>
                    <a:pt x="3716484" y="1376439"/>
                  </a:lnTo>
                  <a:lnTo>
                    <a:pt x="3666374" y="1336590"/>
                  </a:lnTo>
                  <a:lnTo>
                    <a:pt x="3616909" y="1293785"/>
                  </a:lnTo>
                  <a:lnTo>
                    <a:pt x="3567812" y="1248111"/>
                  </a:lnTo>
                  <a:lnTo>
                    <a:pt x="3518884" y="1199738"/>
                  </a:lnTo>
                  <a:lnTo>
                    <a:pt x="3469988" y="1148919"/>
                  </a:lnTo>
                  <a:lnTo>
                    <a:pt x="3421044" y="1095989"/>
                  </a:lnTo>
                  <a:lnTo>
                    <a:pt x="3372017" y="1041362"/>
                  </a:lnTo>
                  <a:lnTo>
                    <a:pt x="3322908" y="985514"/>
                  </a:lnTo>
                  <a:lnTo>
                    <a:pt x="3273745" y="928969"/>
                  </a:lnTo>
                  <a:lnTo>
                    <a:pt x="3224571" y="872281"/>
                  </a:lnTo>
                  <a:lnTo>
                    <a:pt x="3175430" y="816009"/>
                  </a:lnTo>
                  <a:lnTo>
                    <a:pt x="3126359" y="760696"/>
                  </a:lnTo>
                  <a:lnTo>
                    <a:pt x="3077375" y="706844"/>
                  </a:lnTo>
                  <a:lnTo>
                    <a:pt x="3028461" y="654900"/>
                  </a:lnTo>
                  <a:lnTo>
                    <a:pt x="2979563" y="605241"/>
                  </a:lnTo>
                  <a:lnTo>
                    <a:pt x="2930573" y="558163"/>
                  </a:lnTo>
                  <a:lnTo>
                    <a:pt x="2881325" y="513878"/>
                  </a:lnTo>
                  <a:lnTo>
                    <a:pt x="2831584" y="472513"/>
                  </a:lnTo>
                  <a:lnTo>
                    <a:pt x="2781031" y="434120"/>
                  </a:lnTo>
                  <a:lnTo>
                    <a:pt x="2729254" y="398675"/>
                  </a:lnTo>
                  <a:lnTo>
                    <a:pt x="2702183" y="381692"/>
                  </a:lnTo>
                  <a:lnTo>
                    <a:pt x="2650566" y="352194"/>
                  </a:lnTo>
                  <a:lnTo>
                    <a:pt x="2596525" y="325242"/>
                  </a:lnTo>
                  <a:lnTo>
                    <a:pt x="2539387" y="300748"/>
                  </a:lnTo>
                  <a:lnTo>
                    <a:pt x="2478413" y="278539"/>
                  </a:lnTo>
                  <a:lnTo>
                    <a:pt x="2412837" y="258407"/>
                  </a:lnTo>
                  <a:lnTo>
                    <a:pt x="2341905" y="240136"/>
                  </a:lnTo>
                  <a:lnTo>
                    <a:pt x="2264930" y="223526"/>
                  </a:lnTo>
                  <a:lnTo>
                    <a:pt x="2181354" y="208398"/>
                  </a:lnTo>
                  <a:lnTo>
                    <a:pt x="2090842" y="194603"/>
                  </a:lnTo>
                  <a:lnTo>
                    <a:pt x="1993389" y="182028"/>
                  </a:lnTo>
                  <a:lnTo>
                    <a:pt x="1889460" y="170594"/>
                  </a:lnTo>
                  <a:lnTo>
                    <a:pt x="1780135" y="160256"/>
                  </a:lnTo>
                  <a:lnTo>
                    <a:pt x="1667228" y="151001"/>
                  </a:lnTo>
                  <a:lnTo>
                    <a:pt x="1553348" y="142839"/>
                  </a:lnTo>
                  <a:lnTo>
                    <a:pt x="1441848" y="135793"/>
                  </a:lnTo>
                  <a:lnTo>
                    <a:pt x="1336596" y="129883"/>
                  </a:lnTo>
                  <a:lnTo>
                    <a:pt x="1241580" y="125109"/>
                  </a:lnTo>
                  <a:lnTo>
                    <a:pt x="1160363" y="121434"/>
                  </a:lnTo>
                  <a:lnTo>
                    <a:pt x="1095509" y="118779"/>
                  </a:lnTo>
                  <a:lnTo>
                    <a:pt x="1048102" y="117015"/>
                  </a:lnTo>
                  <a:lnTo>
                    <a:pt x="1017491" y="115976"/>
                  </a:lnTo>
                  <a:lnTo>
                    <a:pt x="1001288" y="115473"/>
                  </a:lnTo>
                  <a:lnTo>
                    <a:pt x="995538" y="115309"/>
                  </a:lnTo>
                  <a:lnTo>
                    <a:pt x="994940" y="115293"/>
                  </a:lnTo>
                  <a:lnTo>
                    <a:pt x="0" y="115293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76" name="pl675"/>
            <p:cNvSpPr/>
            <p:nvPr/>
          </p:nvSpPr>
          <p:spPr>
            <a:xfrm>
              <a:off x="1199187" y="2698762"/>
              <a:ext cx="12049831" cy="1713687"/>
            </a:xfrm>
            <a:custGeom>
              <a:avLst/>
              <a:pathLst>
                <a:path w="12049831" h="1713687">
                  <a:moveTo>
                    <a:pt x="0" y="115293"/>
                  </a:moveTo>
                  <a:lnTo>
                    <a:pt x="994940" y="115293"/>
                  </a:lnTo>
                  <a:lnTo>
                    <a:pt x="996056" y="115323"/>
                  </a:lnTo>
                  <a:lnTo>
                    <a:pt x="1003427" y="115537"/>
                  </a:lnTo>
                  <a:lnTo>
                    <a:pt x="1022113" y="116127"/>
                  </a:lnTo>
                  <a:lnTo>
                    <a:pt x="1055788" y="117290"/>
                  </a:lnTo>
                  <a:lnTo>
                    <a:pt x="1106522" y="119212"/>
                  </a:lnTo>
                  <a:lnTo>
                    <a:pt x="1174625" y="122052"/>
                  </a:lnTo>
                  <a:lnTo>
                    <a:pt x="1258705" y="125931"/>
                  </a:lnTo>
                  <a:lnTo>
                    <a:pt x="1355966" y="130920"/>
                  </a:lnTo>
                  <a:lnTo>
                    <a:pt x="1462718" y="137047"/>
                  </a:lnTo>
                  <a:lnTo>
                    <a:pt x="1574958" y="144308"/>
                  </a:lnTo>
                  <a:lnTo>
                    <a:pt x="1688890" y="152679"/>
                  </a:lnTo>
                  <a:lnTo>
                    <a:pt x="1801292" y="162141"/>
                  </a:lnTo>
                  <a:lnTo>
                    <a:pt x="1909706" y="172685"/>
                  </a:lnTo>
                  <a:lnTo>
                    <a:pt x="2012464" y="184332"/>
                  </a:lnTo>
                  <a:lnTo>
                    <a:pt x="2108615" y="197132"/>
                  </a:lnTo>
                  <a:lnTo>
                    <a:pt x="2197795" y="211171"/>
                  </a:lnTo>
                  <a:lnTo>
                    <a:pt x="2280079" y="226569"/>
                  </a:lnTo>
                  <a:lnTo>
                    <a:pt x="2355856" y="243481"/>
                  </a:lnTo>
                  <a:lnTo>
                    <a:pt x="2425712" y="262090"/>
                  </a:lnTo>
                  <a:lnTo>
                    <a:pt x="2490354" y="282601"/>
                  </a:lnTo>
                  <a:lnTo>
                    <a:pt x="2550538" y="305230"/>
                  </a:lnTo>
                  <a:lnTo>
                    <a:pt x="2607031" y="330180"/>
                  </a:lnTo>
                  <a:lnTo>
                    <a:pt x="2660561" y="357613"/>
                  </a:lnTo>
                  <a:lnTo>
                    <a:pt x="2702183" y="381692"/>
                  </a:lnTo>
                  <a:lnTo>
                    <a:pt x="2754782" y="415660"/>
                  </a:lnTo>
                  <a:lnTo>
                    <a:pt x="2805901" y="452541"/>
                  </a:lnTo>
                  <a:lnTo>
                    <a:pt x="2856011" y="492390"/>
                  </a:lnTo>
                  <a:lnTo>
                    <a:pt x="2905476" y="535196"/>
                  </a:lnTo>
                  <a:lnTo>
                    <a:pt x="2954573" y="580869"/>
                  </a:lnTo>
                  <a:lnTo>
                    <a:pt x="3003501" y="629243"/>
                  </a:lnTo>
                  <a:lnTo>
                    <a:pt x="3052397" y="680062"/>
                  </a:lnTo>
                  <a:lnTo>
                    <a:pt x="3101341" y="732991"/>
                  </a:lnTo>
                  <a:lnTo>
                    <a:pt x="3150368" y="787618"/>
                  </a:lnTo>
                  <a:lnTo>
                    <a:pt x="3199477" y="843467"/>
                  </a:lnTo>
                  <a:lnTo>
                    <a:pt x="3248640" y="900011"/>
                  </a:lnTo>
                  <a:lnTo>
                    <a:pt x="3297814" y="956699"/>
                  </a:lnTo>
                  <a:lnTo>
                    <a:pt x="3346955" y="1012971"/>
                  </a:lnTo>
                  <a:lnTo>
                    <a:pt x="3396026" y="1068285"/>
                  </a:lnTo>
                  <a:lnTo>
                    <a:pt x="3445010" y="1122137"/>
                  </a:lnTo>
                  <a:lnTo>
                    <a:pt x="3493924" y="1174080"/>
                  </a:lnTo>
                  <a:lnTo>
                    <a:pt x="3542822" y="1223739"/>
                  </a:lnTo>
                  <a:lnTo>
                    <a:pt x="3591812" y="1270817"/>
                  </a:lnTo>
                  <a:lnTo>
                    <a:pt x="3641060" y="1315103"/>
                  </a:lnTo>
                  <a:lnTo>
                    <a:pt x="3690801" y="1356467"/>
                  </a:lnTo>
                  <a:lnTo>
                    <a:pt x="3741354" y="1394861"/>
                  </a:lnTo>
                  <a:lnTo>
                    <a:pt x="3793131" y="1430305"/>
                  </a:lnTo>
                  <a:lnTo>
                    <a:pt x="3820202" y="1447288"/>
                  </a:lnTo>
                  <a:lnTo>
                    <a:pt x="3871819" y="1476787"/>
                  </a:lnTo>
                  <a:lnTo>
                    <a:pt x="3925860" y="1503738"/>
                  </a:lnTo>
                  <a:lnTo>
                    <a:pt x="3982998" y="1528232"/>
                  </a:lnTo>
                  <a:lnTo>
                    <a:pt x="4043972" y="1550441"/>
                  </a:lnTo>
                  <a:lnTo>
                    <a:pt x="4109548" y="1570573"/>
                  </a:lnTo>
                  <a:lnTo>
                    <a:pt x="4180480" y="1588844"/>
                  </a:lnTo>
                  <a:lnTo>
                    <a:pt x="4257455" y="1605454"/>
                  </a:lnTo>
                  <a:lnTo>
                    <a:pt x="4341031" y="1620583"/>
                  </a:lnTo>
                  <a:lnTo>
                    <a:pt x="4431543" y="1634377"/>
                  </a:lnTo>
                  <a:lnTo>
                    <a:pt x="4528996" y="1646952"/>
                  </a:lnTo>
                  <a:lnTo>
                    <a:pt x="4632925" y="1658387"/>
                  </a:lnTo>
                  <a:lnTo>
                    <a:pt x="4742250" y="1668725"/>
                  </a:lnTo>
                  <a:lnTo>
                    <a:pt x="4855157" y="1677980"/>
                  </a:lnTo>
                  <a:lnTo>
                    <a:pt x="4969037" y="1686141"/>
                  </a:lnTo>
                  <a:lnTo>
                    <a:pt x="5080537" y="1693187"/>
                  </a:lnTo>
                  <a:lnTo>
                    <a:pt x="5185789" y="1699097"/>
                  </a:lnTo>
                  <a:lnTo>
                    <a:pt x="5280805" y="1703872"/>
                  </a:lnTo>
                  <a:lnTo>
                    <a:pt x="5362022" y="1707546"/>
                  </a:lnTo>
                  <a:lnTo>
                    <a:pt x="5426876" y="1710201"/>
                  </a:lnTo>
                  <a:lnTo>
                    <a:pt x="5474283" y="1711965"/>
                  </a:lnTo>
                  <a:lnTo>
                    <a:pt x="5504894" y="1713004"/>
                  </a:lnTo>
                  <a:lnTo>
                    <a:pt x="5521097" y="1713507"/>
                  </a:lnTo>
                  <a:lnTo>
                    <a:pt x="5526847" y="1713671"/>
                  </a:lnTo>
                  <a:lnTo>
                    <a:pt x="5527445" y="1713687"/>
                  </a:lnTo>
                  <a:lnTo>
                    <a:pt x="6522385" y="1713687"/>
                  </a:lnTo>
                  <a:lnTo>
                    <a:pt x="6523499" y="1713655"/>
                  </a:lnTo>
                  <a:lnTo>
                    <a:pt x="6530851" y="1713426"/>
                  </a:lnTo>
                  <a:lnTo>
                    <a:pt x="6549490" y="1712796"/>
                  </a:lnTo>
                  <a:lnTo>
                    <a:pt x="6583085" y="1711552"/>
                  </a:lnTo>
                  <a:lnTo>
                    <a:pt x="6633704" y="1709497"/>
                  </a:lnTo>
                  <a:lnTo>
                    <a:pt x="6701665" y="1706460"/>
                  </a:lnTo>
                  <a:lnTo>
                    <a:pt x="6785585" y="1702311"/>
                  </a:lnTo>
                  <a:lnTo>
                    <a:pt x="6882684" y="1696975"/>
                  </a:lnTo>
                  <a:lnTo>
                    <a:pt x="6989285" y="1690421"/>
                  </a:lnTo>
                  <a:lnTo>
                    <a:pt x="7101397" y="1682654"/>
                  </a:lnTo>
                  <a:lnTo>
                    <a:pt x="7215228" y="1673698"/>
                  </a:lnTo>
                  <a:lnTo>
                    <a:pt x="7327560" y="1663575"/>
                  </a:lnTo>
                  <a:lnTo>
                    <a:pt x="7435932" y="1652292"/>
                  </a:lnTo>
                  <a:lnTo>
                    <a:pt x="7538674" y="1639831"/>
                  </a:lnTo>
                  <a:lnTo>
                    <a:pt x="7634828" y="1626136"/>
                  </a:lnTo>
                  <a:lnTo>
                    <a:pt x="7724025" y="1611117"/>
                  </a:lnTo>
                  <a:lnTo>
                    <a:pt x="7806335" y="1594645"/>
                  </a:lnTo>
                  <a:lnTo>
                    <a:pt x="7882141" y="1576556"/>
                  </a:lnTo>
                  <a:lnTo>
                    <a:pt x="7952027" y="1556654"/>
                  </a:lnTo>
                  <a:lnTo>
                    <a:pt x="8016695" y="1534720"/>
                  </a:lnTo>
                  <a:lnTo>
                    <a:pt x="8076900" y="1510524"/>
                  </a:lnTo>
                  <a:lnTo>
                    <a:pt x="8133406" y="1483847"/>
                  </a:lnTo>
                  <a:lnTo>
                    <a:pt x="8186941" y="1454515"/>
                  </a:lnTo>
                  <a:lnTo>
                    <a:pt x="8229629" y="1428072"/>
                  </a:lnTo>
                  <a:lnTo>
                    <a:pt x="8281345" y="1392301"/>
                  </a:lnTo>
                  <a:lnTo>
                    <a:pt x="8331624" y="1353513"/>
                  </a:lnTo>
                  <a:lnTo>
                    <a:pt x="8380914" y="1311650"/>
                  </a:lnTo>
                  <a:lnTo>
                    <a:pt x="8429566" y="1266723"/>
                  </a:lnTo>
                  <a:lnTo>
                    <a:pt x="8477846" y="1218815"/>
                  </a:lnTo>
                  <a:lnTo>
                    <a:pt x="8525949" y="1168093"/>
                  </a:lnTo>
                  <a:lnTo>
                    <a:pt x="8574010" y="1114805"/>
                  </a:lnTo>
                  <a:lnTo>
                    <a:pt x="8622112" y="1059286"/>
                  </a:lnTo>
                  <a:lnTo>
                    <a:pt x="8670291" y="1001945"/>
                  </a:lnTo>
                  <a:lnTo>
                    <a:pt x="8718552" y="943259"/>
                  </a:lnTo>
                  <a:lnTo>
                    <a:pt x="8766870" y="883756"/>
                  </a:lnTo>
                  <a:lnTo>
                    <a:pt x="8815208" y="823997"/>
                  </a:lnTo>
                  <a:lnTo>
                    <a:pt x="8863523" y="764551"/>
                  </a:lnTo>
                  <a:lnTo>
                    <a:pt x="8911776" y="705976"/>
                  </a:lnTo>
                  <a:lnTo>
                    <a:pt x="8959947" y="648796"/>
                  </a:lnTo>
                  <a:lnTo>
                    <a:pt x="9008042" y="593481"/>
                  </a:lnTo>
                  <a:lnTo>
                    <a:pt x="9056103" y="540435"/>
                  </a:lnTo>
                  <a:lnTo>
                    <a:pt x="9104217" y="489982"/>
                  </a:lnTo>
                  <a:lnTo>
                    <a:pt x="9152524" y="442364"/>
                  </a:lnTo>
                  <a:lnTo>
                    <a:pt x="9201226" y="397739"/>
                  </a:lnTo>
                  <a:lnTo>
                    <a:pt x="9250598" y="356183"/>
                  </a:lnTo>
                  <a:lnTo>
                    <a:pt x="9300997" y="317698"/>
                  </a:lnTo>
                  <a:lnTo>
                    <a:pt x="9347647" y="285614"/>
                  </a:lnTo>
                  <a:lnTo>
                    <a:pt x="9399218" y="254014"/>
                  </a:lnTo>
                  <a:lnTo>
                    <a:pt x="9453208" y="225141"/>
                  </a:lnTo>
                  <a:lnTo>
                    <a:pt x="9510287" y="198898"/>
                  </a:lnTo>
                  <a:lnTo>
                    <a:pt x="9571194" y="175101"/>
                  </a:lnTo>
                  <a:lnTo>
                    <a:pt x="9636692" y="153527"/>
                  </a:lnTo>
                  <a:lnTo>
                    <a:pt x="9707533" y="133947"/>
                  </a:lnTo>
                  <a:lnTo>
                    <a:pt x="9784404" y="116144"/>
                  </a:lnTo>
                  <a:lnTo>
                    <a:pt x="9867860" y="99929"/>
                  </a:lnTo>
                  <a:lnTo>
                    <a:pt x="9958239" y="85142"/>
                  </a:lnTo>
                  <a:lnTo>
                    <a:pt x="10055549" y="71662"/>
                  </a:lnTo>
                  <a:lnTo>
                    <a:pt x="10159329" y="59402"/>
                  </a:lnTo>
                  <a:lnTo>
                    <a:pt x="10268510" y="48317"/>
                  </a:lnTo>
                  <a:lnTo>
                    <a:pt x="10381291" y="38390"/>
                  </a:lnTo>
                  <a:lnTo>
                    <a:pt x="10495077" y="29633"/>
                  </a:lnTo>
                  <a:lnTo>
                    <a:pt x="10606533" y="22070"/>
                  </a:lnTo>
                  <a:lnTo>
                    <a:pt x="10711805" y="15723"/>
                  </a:lnTo>
                  <a:lnTo>
                    <a:pt x="10806914" y="10591"/>
                  </a:lnTo>
                  <a:lnTo>
                    <a:pt x="10888295" y="6637"/>
                  </a:lnTo>
                  <a:lnTo>
                    <a:pt x="10953374" y="3776"/>
                  </a:lnTo>
                  <a:lnTo>
                    <a:pt x="11001040" y="1872"/>
                  </a:lnTo>
                  <a:lnTo>
                    <a:pt x="11031911" y="747"/>
                  </a:lnTo>
                  <a:lnTo>
                    <a:pt x="11048342" y="199"/>
                  </a:lnTo>
                  <a:lnTo>
                    <a:pt x="11054247" y="1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7" name="pl676"/>
            <p:cNvSpPr/>
            <p:nvPr/>
          </p:nvSpPr>
          <p:spPr>
            <a:xfrm>
              <a:off x="1199187" y="2688280"/>
              <a:ext cx="12049831" cy="1713687"/>
            </a:xfrm>
            <a:custGeom>
              <a:avLst/>
              <a:pathLst>
                <a:path w="12049831" h="1713687">
                  <a:moveTo>
                    <a:pt x="12049831" y="0"/>
                  </a:moveTo>
                  <a:lnTo>
                    <a:pt x="11054891" y="0"/>
                  </a:lnTo>
                  <a:lnTo>
                    <a:pt x="11053777" y="32"/>
                  </a:lnTo>
                  <a:lnTo>
                    <a:pt x="11046426" y="260"/>
                  </a:lnTo>
                  <a:lnTo>
                    <a:pt x="11027786" y="891"/>
                  </a:lnTo>
                  <a:lnTo>
                    <a:pt x="10994191" y="2134"/>
                  </a:lnTo>
                  <a:lnTo>
                    <a:pt x="10943572" y="4189"/>
                  </a:lnTo>
                  <a:lnTo>
                    <a:pt x="10875612" y="7227"/>
                  </a:lnTo>
                  <a:lnTo>
                    <a:pt x="10791692" y="11375"/>
                  </a:lnTo>
                  <a:lnTo>
                    <a:pt x="10694593" y="16711"/>
                  </a:lnTo>
                  <a:lnTo>
                    <a:pt x="10587991" y="23265"/>
                  </a:lnTo>
                  <a:lnTo>
                    <a:pt x="10475880" y="31032"/>
                  </a:lnTo>
                  <a:lnTo>
                    <a:pt x="10362048" y="39989"/>
                  </a:lnTo>
                  <a:lnTo>
                    <a:pt x="10249716" y="50112"/>
                  </a:lnTo>
                  <a:lnTo>
                    <a:pt x="10141344" y="61394"/>
                  </a:lnTo>
                  <a:lnTo>
                    <a:pt x="10038603" y="73856"/>
                  </a:lnTo>
                  <a:lnTo>
                    <a:pt x="9942448" y="87551"/>
                  </a:lnTo>
                  <a:lnTo>
                    <a:pt x="9853252" y="102570"/>
                  </a:lnTo>
                  <a:lnTo>
                    <a:pt x="9770942" y="119041"/>
                  </a:lnTo>
                  <a:lnTo>
                    <a:pt x="9695136" y="137131"/>
                  </a:lnTo>
                  <a:lnTo>
                    <a:pt x="9625249" y="157032"/>
                  </a:lnTo>
                  <a:lnTo>
                    <a:pt x="9560582" y="178967"/>
                  </a:lnTo>
                  <a:lnTo>
                    <a:pt x="9500376" y="203163"/>
                  </a:lnTo>
                  <a:lnTo>
                    <a:pt x="9443871" y="229840"/>
                  </a:lnTo>
                  <a:lnTo>
                    <a:pt x="9390336" y="259171"/>
                  </a:lnTo>
                  <a:lnTo>
                    <a:pt x="9347647" y="285614"/>
                  </a:lnTo>
                  <a:lnTo>
                    <a:pt x="9295931" y="321386"/>
                  </a:lnTo>
                  <a:lnTo>
                    <a:pt x="9245653" y="360174"/>
                  </a:lnTo>
                  <a:lnTo>
                    <a:pt x="9196363" y="402036"/>
                  </a:lnTo>
                  <a:lnTo>
                    <a:pt x="9147711" y="446963"/>
                  </a:lnTo>
                  <a:lnTo>
                    <a:pt x="9099431" y="494871"/>
                  </a:lnTo>
                  <a:lnTo>
                    <a:pt x="9051328" y="545594"/>
                  </a:lnTo>
                  <a:lnTo>
                    <a:pt x="9003266" y="598881"/>
                  </a:lnTo>
                  <a:lnTo>
                    <a:pt x="8955165" y="654401"/>
                  </a:lnTo>
                  <a:lnTo>
                    <a:pt x="8906985" y="711742"/>
                  </a:lnTo>
                  <a:lnTo>
                    <a:pt x="8858725" y="770428"/>
                  </a:lnTo>
                  <a:lnTo>
                    <a:pt x="8810406" y="829930"/>
                  </a:lnTo>
                  <a:lnTo>
                    <a:pt x="8762068" y="889689"/>
                  </a:lnTo>
                  <a:lnTo>
                    <a:pt x="8713754" y="949135"/>
                  </a:lnTo>
                  <a:lnTo>
                    <a:pt x="8665501" y="1007710"/>
                  </a:lnTo>
                  <a:lnTo>
                    <a:pt x="8617330" y="1064891"/>
                  </a:lnTo>
                  <a:lnTo>
                    <a:pt x="8569234" y="1120206"/>
                  </a:lnTo>
                  <a:lnTo>
                    <a:pt x="8521173" y="1173252"/>
                  </a:lnTo>
                  <a:lnTo>
                    <a:pt x="8473059" y="1223705"/>
                  </a:lnTo>
                  <a:lnTo>
                    <a:pt x="8424752" y="1271322"/>
                  </a:lnTo>
                  <a:lnTo>
                    <a:pt x="8376050" y="1315947"/>
                  </a:lnTo>
                  <a:lnTo>
                    <a:pt x="8326679" y="1357503"/>
                  </a:lnTo>
                  <a:lnTo>
                    <a:pt x="8276280" y="1395988"/>
                  </a:lnTo>
                  <a:lnTo>
                    <a:pt x="8229629" y="1428072"/>
                  </a:lnTo>
                  <a:lnTo>
                    <a:pt x="8178058" y="1459672"/>
                  </a:lnTo>
                  <a:lnTo>
                    <a:pt x="8124069" y="1488545"/>
                  </a:lnTo>
                  <a:lnTo>
                    <a:pt x="8066990" y="1514788"/>
                  </a:lnTo>
                  <a:lnTo>
                    <a:pt x="8006083" y="1538585"/>
                  </a:lnTo>
                  <a:lnTo>
                    <a:pt x="7940584" y="1560159"/>
                  </a:lnTo>
                  <a:lnTo>
                    <a:pt x="7869743" y="1579740"/>
                  </a:lnTo>
                  <a:lnTo>
                    <a:pt x="7792873" y="1597542"/>
                  </a:lnTo>
                  <a:lnTo>
                    <a:pt x="7709417" y="1613757"/>
                  </a:lnTo>
                  <a:lnTo>
                    <a:pt x="7619037" y="1628544"/>
                  </a:lnTo>
                  <a:lnTo>
                    <a:pt x="7521727" y="1642025"/>
                  </a:lnTo>
                  <a:lnTo>
                    <a:pt x="7417948" y="1654284"/>
                  </a:lnTo>
                  <a:lnTo>
                    <a:pt x="7308766" y="1665370"/>
                  </a:lnTo>
                  <a:lnTo>
                    <a:pt x="7195986" y="1675296"/>
                  </a:lnTo>
                  <a:lnTo>
                    <a:pt x="7082200" y="1684053"/>
                  </a:lnTo>
                  <a:lnTo>
                    <a:pt x="6970744" y="1691616"/>
                  </a:lnTo>
                  <a:lnTo>
                    <a:pt x="6865471" y="1697964"/>
                  </a:lnTo>
                  <a:lnTo>
                    <a:pt x="6770362" y="1703095"/>
                  </a:lnTo>
                  <a:lnTo>
                    <a:pt x="6688981" y="1707049"/>
                  </a:lnTo>
                  <a:lnTo>
                    <a:pt x="6623903" y="1709910"/>
                  </a:lnTo>
                  <a:lnTo>
                    <a:pt x="6576237" y="1711815"/>
                  </a:lnTo>
                  <a:lnTo>
                    <a:pt x="6545365" y="1712940"/>
                  </a:lnTo>
                  <a:lnTo>
                    <a:pt x="6528935" y="1713488"/>
                  </a:lnTo>
                  <a:lnTo>
                    <a:pt x="6523029" y="1713669"/>
                  </a:lnTo>
                  <a:lnTo>
                    <a:pt x="6522385" y="1713687"/>
                  </a:lnTo>
                  <a:lnTo>
                    <a:pt x="5527445" y="1713687"/>
                  </a:lnTo>
                  <a:lnTo>
                    <a:pt x="5526329" y="1713657"/>
                  </a:lnTo>
                  <a:lnTo>
                    <a:pt x="5518958" y="1713443"/>
                  </a:lnTo>
                  <a:lnTo>
                    <a:pt x="5500272" y="1712853"/>
                  </a:lnTo>
                  <a:lnTo>
                    <a:pt x="5466597" y="1711691"/>
                  </a:lnTo>
                  <a:lnTo>
                    <a:pt x="5415863" y="1709769"/>
                  </a:lnTo>
                  <a:lnTo>
                    <a:pt x="5347760" y="1706928"/>
                  </a:lnTo>
                  <a:lnTo>
                    <a:pt x="5263680" y="1703049"/>
                  </a:lnTo>
                  <a:lnTo>
                    <a:pt x="5166419" y="1698060"/>
                  </a:lnTo>
                  <a:lnTo>
                    <a:pt x="5059667" y="1691933"/>
                  </a:lnTo>
                  <a:lnTo>
                    <a:pt x="4947427" y="1684673"/>
                  </a:lnTo>
                  <a:lnTo>
                    <a:pt x="4833495" y="1676301"/>
                  </a:lnTo>
                  <a:lnTo>
                    <a:pt x="4721093" y="1666840"/>
                  </a:lnTo>
                  <a:lnTo>
                    <a:pt x="4612679" y="1656295"/>
                  </a:lnTo>
                  <a:lnTo>
                    <a:pt x="4509921" y="1644648"/>
                  </a:lnTo>
                  <a:lnTo>
                    <a:pt x="4413770" y="1631848"/>
                  </a:lnTo>
                  <a:lnTo>
                    <a:pt x="4324590" y="1617809"/>
                  </a:lnTo>
                  <a:lnTo>
                    <a:pt x="4242306" y="1602411"/>
                  </a:lnTo>
                  <a:lnTo>
                    <a:pt x="4166529" y="1585499"/>
                  </a:lnTo>
                  <a:lnTo>
                    <a:pt x="4096673" y="1566890"/>
                  </a:lnTo>
                  <a:lnTo>
                    <a:pt x="4032031" y="1546379"/>
                  </a:lnTo>
                  <a:lnTo>
                    <a:pt x="3971847" y="1523750"/>
                  </a:lnTo>
                  <a:lnTo>
                    <a:pt x="3915354" y="1498800"/>
                  </a:lnTo>
                  <a:lnTo>
                    <a:pt x="3861824" y="1471367"/>
                  </a:lnTo>
                  <a:lnTo>
                    <a:pt x="3820202" y="1447288"/>
                  </a:lnTo>
                  <a:lnTo>
                    <a:pt x="3767603" y="1413320"/>
                  </a:lnTo>
                  <a:lnTo>
                    <a:pt x="3716484" y="1376439"/>
                  </a:lnTo>
                  <a:lnTo>
                    <a:pt x="3666374" y="1336590"/>
                  </a:lnTo>
                  <a:lnTo>
                    <a:pt x="3616909" y="1293785"/>
                  </a:lnTo>
                  <a:lnTo>
                    <a:pt x="3567812" y="1248111"/>
                  </a:lnTo>
                  <a:lnTo>
                    <a:pt x="3518884" y="1199738"/>
                  </a:lnTo>
                  <a:lnTo>
                    <a:pt x="3469988" y="1148919"/>
                  </a:lnTo>
                  <a:lnTo>
                    <a:pt x="3421044" y="1095989"/>
                  </a:lnTo>
                  <a:lnTo>
                    <a:pt x="3372017" y="1041362"/>
                  </a:lnTo>
                  <a:lnTo>
                    <a:pt x="3322908" y="985514"/>
                  </a:lnTo>
                  <a:lnTo>
                    <a:pt x="3273745" y="928969"/>
                  </a:lnTo>
                  <a:lnTo>
                    <a:pt x="3224571" y="872281"/>
                  </a:lnTo>
                  <a:lnTo>
                    <a:pt x="3175430" y="816009"/>
                  </a:lnTo>
                  <a:lnTo>
                    <a:pt x="3126359" y="760696"/>
                  </a:lnTo>
                  <a:lnTo>
                    <a:pt x="3077375" y="706844"/>
                  </a:lnTo>
                  <a:lnTo>
                    <a:pt x="3028461" y="654900"/>
                  </a:lnTo>
                  <a:lnTo>
                    <a:pt x="2979563" y="605241"/>
                  </a:lnTo>
                  <a:lnTo>
                    <a:pt x="2930573" y="558163"/>
                  </a:lnTo>
                  <a:lnTo>
                    <a:pt x="2881325" y="513878"/>
                  </a:lnTo>
                  <a:lnTo>
                    <a:pt x="2831584" y="472513"/>
                  </a:lnTo>
                  <a:lnTo>
                    <a:pt x="2781031" y="434120"/>
                  </a:lnTo>
                  <a:lnTo>
                    <a:pt x="2729254" y="398675"/>
                  </a:lnTo>
                  <a:lnTo>
                    <a:pt x="2702183" y="381692"/>
                  </a:lnTo>
                  <a:lnTo>
                    <a:pt x="2650566" y="352194"/>
                  </a:lnTo>
                  <a:lnTo>
                    <a:pt x="2596525" y="325242"/>
                  </a:lnTo>
                  <a:lnTo>
                    <a:pt x="2539387" y="300748"/>
                  </a:lnTo>
                  <a:lnTo>
                    <a:pt x="2478413" y="278539"/>
                  </a:lnTo>
                  <a:lnTo>
                    <a:pt x="2412837" y="258407"/>
                  </a:lnTo>
                  <a:lnTo>
                    <a:pt x="2341905" y="240136"/>
                  </a:lnTo>
                  <a:lnTo>
                    <a:pt x="2264930" y="223526"/>
                  </a:lnTo>
                  <a:lnTo>
                    <a:pt x="2181354" y="208398"/>
                  </a:lnTo>
                  <a:lnTo>
                    <a:pt x="2090842" y="194603"/>
                  </a:lnTo>
                  <a:lnTo>
                    <a:pt x="1993389" y="182028"/>
                  </a:lnTo>
                  <a:lnTo>
                    <a:pt x="1889460" y="170594"/>
                  </a:lnTo>
                  <a:lnTo>
                    <a:pt x="1780135" y="160256"/>
                  </a:lnTo>
                  <a:lnTo>
                    <a:pt x="1667228" y="151001"/>
                  </a:lnTo>
                  <a:lnTo>
                    <a:pt x="1553348" y="142839"/>
                  </a:lnTo>
                  <a:lnTo>
                    <a:pt x="1441848" y="135793"/>
                  </a:lnTo>
                  <a:lnTo>
                    <a:pt x="1336596" y="129883"/>
                  </a:lnTo>
                  <a:lnTo>
                    <a:pt x="1241580" y="125109"/>
                  </a:lnTo>
                  <a:lnTo>
                    <a:pt x="1160363" y="121434"/>
                  </a:lnTo>
                  <a:lnTo>
                    <a:pt x="1095509" y="118779"/>
                  </a:lnTo>
                  <a:lnTo>
                    <a:pt x="1048102" y="117015"/>
                  </a:lnTo>
                  <a:lnTo>
                    <a:pt x="1017491" y="115976"/>
                  </a:lnTo>
                  <a:lnTo>
                    <a:pt x="1001288" y="115473"/>
                  </a:lnTo>
                  <a:lnTo>
                    <a:pt x="995538" y="115309"/>
                  </a:lnTo>
                  <a:lnTo>
                    <a:pt x="994940" y="115293"/>
                  </a:lnTo>
                  <a:lnTo>
                    <a:pt x="0" y="115293"/>
                  </a:lnTo>
                  <a:lnTo>
                    <a:pt x="0" y="1152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8" name="pg677"/>
            <p:cNvSpPr/>
            <p:nvPr/>
          </p:nvSpPr>
          <p:spPr>
            <a:xfrm>
              <a:off x="1199187" y="2814055"/>
              <a:ext cx="12049831" cy="1624596"/>
            </a:xfrm>
            <a:custGeom>
              <a:avLst/>
              <a:pathLst>
                <a:path w="12049831" h="1624596">
                  <a:moveTo>
                    <a:pt x="0" y="10481"/>
                  </a:moveTo>
                  <a:lnTo>
                    <a:pt x="994940" y="10481"/>
                  </a:lnTo>
                  <a:lnTo>
                    <a:pt x="996056" y="10511"/>
                  </a:lnTo>
                  <a:lnTo>
                    <a:pt x="1003424" y="10727"/>
                  </a:lnTo>
                  <a:lnTo>
                    <a:pt x="1022104" y="11322"/>
                  </a:lnTo>
                  <a:lnTo>
                    <a:pt x="1055769" y="12496"/>
                  </a:lnTo>
                  <a:lnTo>
                    <a:pt x="1106487" y="14436"/>
                  </a:lnTo>
                  <a:lnTo>
                    <a:pt x="1174572" y="17304"/>
                  </a:lnTo>
                  <a:lnTo>
                    <a:pt x="1258630" y="21219"/>
                  </a:lnTo>
                  <a:lnTo>
                    <a:pt x="1355869" y="26256"/>
                  </a:lnTo>
                  <a:lnTo>
                    <a:pt x="1462601" y="32441"/>
                  </a:lnTo>
                  <a:lnTo>
                    <a:pt x="1574825" y="39771"/>
                  </a:lnTo>
                  <a:lnTo>
                    <a:pt x="1688743" y="48223"/>
                  </a:lnTo>
                  <a:lnTo>
                    <a:pt x="1801136" y="57774"/>
                  </a:lnTo>
                  <a:lnTo>
                    <a:pt x="1909544" y="68420"/>
                  </a:lnTo>
                  <a:lnTo>
                    <a:pt x="2012300" y="80178"/>
                  </a:lnTo>
                  <a:lnTo>
                    <a:pt x="2108452" y="93101"/>
                  </a:lnTo>
                  <a:lnTo>
                    <a:pt x="2197634" y="107273"/>
                  </a:lnTo>
                  <a:lnTo>
                    <a:pt x="2279922" y="122819"/>
                  </a:lnTo>
                  <a:lnTo>
                    <a:pt x="2355702" y="139891"/>
                  </a:lnTo>
                  <a:lnTo>
                    <a:pt x="2425562" y="158677"/>
                  </a:lnTo>
                  <a:lnTo>
                    <a:pt x="2490207" y="179383"/>
                  </a:lnTo>
                  <a:lnTo>
                    <a:pt x="2550395" y="202226"/>
                  </a:lnTo>
                  <a:lnTo>
                    <a:pt x="2606889" y="227413"/>
                  </a:lnTo>
                  <a:lnTo>
                    <a:pt x="2660420" y="255105"/>
                  </a:lnTo>
                  <a:lnTo>
                    <a:pt x="2702183" y="279500"/>
                  </a:lnTo>
                  <a:lnTo>
                    <a:pt x="2754660" y="313718"/>
                  </a:lnTo>
                  <a:lnTo>
                    <a:pt x="2805664" y="350864"/>
                  </a:lnTo>
                  <a:lnTo>
                    <a:pt x="2855662" y="390994"/>
                  </a:lnTo>
                  <a:lnTo>
                    <a:pt x="2905016" y="434095"/>
                  </a:lnTo>
                  <a:lnTo>
                    <a:pt x="2954000" y="480081"/>
                  </a:lnTo>
                  <a:lnTo>
                    <a:pt x="3002815" y="528782"/>
                  </a:lnTo>
                  <a:lnTo>
                    <a:pt x="3051596" y="579946"/>
                  </a:lnTo>
                  <a:lnTo>
                    <a:pt x="3100425" y="633237"/>
                  </a:lnTo>
                  <a:lnTo>
                    <a:pt x="3149335" y="688243"/>
                  </a:lnTo>
                  <a:lnTo>
                    <a:pt x="3198328" y="744487"/>
                  </a:lnTo>
                  <a:lnTo>
                    <a:pt x="3247374" y="801444"/>
                  </a:lnTo>
                  <a:lnTo>
                    <a:pt x="3296434" y="858559"/>
                  </a:lnTo>
                  <a:lnTo>
                    <a:pt x="3345462" y="915272"/>
                  </a:lnTo>
                  <a:lnTo>
                    <a:pt x="3394420" y="971037"/>
                  </a:lnTo>
                  <a:lnTo>
                    <a:pt x="3443293" y="1025350"/>
                  </a:lnTo>
                  <a:lnTo>
                    <a:pt x="3492094" y="1077758"/>
                  </a:lnTo>
                  <a:lnTo>
                    <a:pt x="3540877" y="1127883"/>
                  </a:lnTo>
                  <a:lnTo>
                    <a:pt x="3589746" y="1175424"/>
                  </a:lnTo>
                  <a:lnTo>
                    <a:pt x="3638863" y="1220166"/>
                  </a:lnTo>
                  <a:lnTo>
                    <a:pt x="3688459" y="1261976"/>
                  </a:lnTo>
                  <a:lnTo>
                    <a:pt x="3738846" y="1300800"/>
                  </a:lnTo>
                  <a:lnTo>
                    <a:pt x="3790429" y="1336657"/>
                  </a:lnTo>
                  <a:lnTo>
                    <a:pt x="3820202" y="1355577"/>
                  </a:lnTo>
                  <a:lnTo>
                    <a:pt x="3871813" y="1385362"/>
                  </a:lnTo>
                  <a:lnTo>
                    <a:pt x="3925847" y="1412576"/>
                  </a:lnTo>
                  <a:lnTo>
                    <a:pt x="3982977" y="1437309"/>
                  </a:lnTo>
                  <a:lnTo>
                    <a:pt x="4043942" y="1459734"/>
                  </a:lnTo>
                  <a:lnTo>
                    <a:pt x="4109508" y="1480064"/>
                  </a:lnTo>
                  <a:lnTo>
                    <a:pt x="4180428" y="1498513"/>
                  </a:lnTo>
                  <a:lnTo>
                    <a:pt x="4257390" y="1515286"/>
                  </a:lnTo>
                  <a:lnTo>
                    <a:pt x="4340949" y="1530563"/>
                  </a:lnTo>
                  <a:lnTo>
                    <a:pt x="4431444" y="1544492"/>
                  </a:lnTo>
                  <a:lnTo>
                    <a:pt x="4528878" y="1557191"/>
                  </a:lnTo>
                  <a:lnTo>
                    <a:pt x="4632787" y="1568738"/>
                  </a:lnTo>
                  <a:lnTo>
                    <a:pt x="4742093" y="1579178"/>
                  </a:lnTo>
                  <a:lnTo>
                    <a:pt x="4854983" y="1588524"/>
                  </a:lnTo>
                  <a:lnTo>
                    <a:pt x="4968851" y="1596767"/>
                  </a:lnTo>
                  <a:lnTo>
                    <a:pt x="5080345" y="1603883"/>
                  </a:lnTo>
                  <a:lnTo>
                    <a:pt x="5185600" y="1609853"/>
                  </a:lnTo>
                  <a:lnTo>
                    <a:pt x="5280628" y="1614676"/>
                  </a:lnTo>
                  <a:lnTo>
                    <a:pt x="5361867" y="1618388"/>
                  </a:lnTo>
                  <a:lnTo>
                    <a:pt x="5426751" y="1621071"/>
                  </a:lnTo>
                  <a:lnTo>
                    <a:pt x="5474192" y="1622854"/>
                  </a:lnTo>
                  <a:lnTo>
                    <a:pt x="5504837" y="1623905"/>
                  </a:lnTo>
                  <a:lnTo>
                    <a:pt x="5521071" y="1624414"/>
                  </a:lnTo>
                  <a:lnTo>
                    <a:pt x="5526841" y="1624580"/>
                  </a:lnTo>
                  <a:lnTo>
                    <a:pt x="5527445" y="1624596"/>
                  </a:lnTo>
                  <a:lnTo>
                    <a:pt x="6522385" y="1624596"/>
                  </a:lnTo>
                  <a:lnTo>
                    <a:pt x="6523504" y="1624567"/>
                  </a:lnTo>
                  <a:lnTo>
                    <a:pt x="6530885" y="1624363"/>
                  </a:lnTo>
                  <a:lnTo>
                    <a:pt x="6549597" y="1623797"/>
                  </a:lnTo>
                  <a:lnTo>
                    <a:pt x="6583318" y="1622682"/>
                  </a:lnTo>
                  <a:lnTo>
                    <a:pt x="6634115" y="1620839"/>
                  </a:lnTo>
                  <a:lnTo>
                    <a:pt x="6702299" y="1618116"/>
                  </a:lnTo>
                  <a:lnTo>
                    <a:pt x="6786468" y="1614397"/>
                  </a:lnTo>
                  <a:lnTo>
                    <a:pt x="6883819" y="1609614"/>
                  </a:lnTo>
                  <a:lnTo>
                    <a:pt x="6990656" y="1603741"/>
                  </a:lnTo>
                  <a:lnTo>
                    <a:pt x="7102968" y="1596781"/>
                  </a:lnTo>
                  <a:lnTo>
                    <a:pt x="7216956" y="1588757"/>
                  </a:lnTo>
                  <a:lnTo>
                    <a:pt x="7329398" y="1579689"/>
                  </a:lnTo>
                  <a:lnTo>
                    <a:pt x="7437834" y="1569582"/>
                  </a:lnTo>
                  <a:lnTo>
                    <a:pt x="7540601" y="1558419"/>
                  </a:lnTo>
                  <a:lnTo>
                    <a:pt x="7636751" y="1546150"/>
                  </a:lnTo>
                  <a:lnTo>
                    <a:pt x="7725921" y="1532693"/>
                  </a:lnTo>
                  <a:lnTo>
                    <a:pt x="7808191" y="1517933"/>
                  </a:lnTo>
                  <a:lnTo>
                    <a:pt x="7883951" y="1501720"/>
                  </a:lnTo>
                  <a:lnTo>
                    <a:pt x="7953791" y="1483880"/>
                  </a:lnTo>
                  <a:lnTo>
                    <a:pt x="8018418" y="1464215"/>
                  </a:lnTo>
                  <a:lnTo>
                    <a:pt x="8078591" y="1442518"/>
                  </a:lnTo>
                  <a:lnTo>
                    <a:pt x="8135076" y="1418595"/>
                  </a:lnTo>
                  <a:lnTo>
                    <a:pt x="8188604" y="1392291"/>
                  </a:lnTo>
                  <a:lnTo>
                    <a:pt x="8229629" y="1369552"/>
                  </a:lnTo>
                  <a:lnTo>
                    <a:pt x="8282754" y="1336687"/>
                  </a:lnTo>
                  <a:lnTo>
                    <a:pt x="8334375" y="1300974"/>
                  </a:lnTo>
                  <a:lnTo>
                    <a:pt x="8384975" y="1262362"/>
                  </a:lnTo>
                  <a:lnTo>
                    <a:pt x="8434927" y="1220863"/>
                  </a:lnTo>
                  <a:lnTo>
                    <a:pt x="8484512" y="1176567"/>
                  </a:lnTo>
                  <a:lnTo>
                    <a:pt x="8533934" y="1129645"/>
                  </a:lnTo>
                  <a:lnTo>
                    <a:pt x="8583329" y="1080351"/>
                  </a:lnTo>
                  <a:lnTo>
                    <a:pt x="8632777" y="1029022"/>
                  </a:lnTo>
                  <a:lnTo>
                    <a:pt x="8682311" y="976069"/>
                  </a:lnTo>
                  <a:lnTo>
                    <a:pt x="8731927" y="921969"/>
                  </a:lnTo>
                  <a:lnTo>
                    <a:pt x="8781593" y="867243"/>
                  </a:lnTo>
                  <a:lnTo>
                    <a:pt x="8831267" y="812439"/>
                  </a:lnTo>
                  <a:lnTo>
                    <a:pt x="8880901" y="758107"/>
                  </a:lnTo>
                  <a:lnTo>
                    <a:pt x="8930460" y="704779"/>
                  </a:lnTo>
                  <a:lnTo>
                    <a:pt x="8979931" y="652944"/>
                  </a:lnTo>
                  <a:lnTo>
                    <a:pt x="9029335" y="603035"/>
                  </a:lnTo>
                  <a:lnTo>
                    <a:pt x="9078738" y="555411"/>
                  </a:lnTo>
                  <a:lnTo>
                    <a:pt x="9128259" y="510349"/>
                  </a:lnTo>
                  <a:lnTo>
                    <a:pt x="9178082" y="468044"/>
                  </a:lnTo>
                  <a:lnTo>
                    <a:pt x="9228464" y="428609"/>
                  </a:lnTo>
                  <a:lnTo>
                    <a:pt x="9279752" y="392076"/>
                  </a:lnTo>
                  <a:lnTo>
                    <a:pt x="9332394" y="358413"/>
                  </a:lnTo>
                  <a:lnTo>
                    <a:pt x="9347647" y="349375"/>
                  </a:lnTo>
                  <a:lnTo>
                    <a:pt x="9399291" y="321120"/>
                  </a:lnTo>
                  <a:lnTo>
                    <a:pt x="9453361" y="295307"/>
                  </a:lnTo>
                  <a:lnTo>
                    <a:pt x="9510531" y="271848"/>
                  </a:lnTo>
                  <a:lnTo>
                    <a:pt x="9571543" y="250579"/>
                  </a:lnTo>
                  <a:lnTo>
                    <a:pt x="9637163" y="231299"/>
                  </a:lnTo>
                  <a:lnTo>
                    <a:pt x="9708146" y="213803"/>
                  </a:lnTo>
                  <a:lnTo>
                    <a:pt x="9785180" y="197898"/>
                  </a:lnTo>
                  <a:lnTo>
                    <a:pt x="9868822" y="183412"/>
                  </a:lnTo>
                  <a:lnTo>
                    <a:pt x="9959409" y="170204"/>
                  </a:lnTo>
                  <a:lnTo>
                    <a:pt x="10056943" y="158164"/>
                  </a:lnTo>
                  <a:lnTo>
                    <a:pt x="10160954" y="147217"/>
                  </a:lnTo>
                  <a:lnTo>
                    <a:pt x="10270360" y="137321"/>
                  </a:lnTo>
                  <a:lnTo>
                    <a:pt x="10383338" y="128462"/>
                  </a:lnTo>
                  <a:lnTo>
                    <a:pt x="10497270" y="120652"/>
                  </a:lnTo>
                  <a:lnTo>
                    <a:pt x="10608795" y="113911"/>
                  </a:lnTo>
                  <a:lnTo>
                    <a:pt x="10714035" y="108258"/>
                  </a:lnTo>
                  <a:lnTo>
                    <a:pt x="10808999" y="103694"/>
                  </a:lnTo>
                  <a:lnTo>
                    <a:pt x="10890122" y="100183"/>
                  </a:lnTo>
                  <a:lnTo>
                    <a:pt x="10954851" y="97648"/>
                  </a:lnTo>
                  <a:lnTo>
                    <a:pt x="11002113" y="95966"/>
                  </a:lnTo>
                  <a:lnTo>
                    <a:pt x="11032577" y="94977"/>
                  </a:lnTo>
                  <a:lnTo>
                    <a:pt x="11048654" y="94500"/>
                  </a:lnTo>
                  <a:lnTo>
                    <a:pt x="11054317" y="94345"/>
                  </a:lnTo>
                  <a:lnTo>
                    <a:pt x="11054891" y="94331"/>
                  </a:lnTo>
                  <a:lnTo>
                    <a:pt x="12049831" y="94331"/>
                  </a:lnTo>
                  <a:lnTo>
                    <a:pt x="12049831" y="83850"/>
                  </a:lnTo>
                  <a:lnTo>
                    <a:pt x="11054891" y="83850"/>
                  </a:lnTo>
                  <a:lnTo>
                    <a:pt x="11053773" y="83878"/>
                  </a:lnTo>
                  <a:lnTo>
                    <a:pt x="11046392" y="84083"/>
                  </a:lnTo>
                  <a:lnTo>
                    <a:pt x="11027680" y="84649"/>
                  </a:lnTo>
                  <a:lnTo>
                    <a:pt x="10993959" y="85764"/>
                  </a:lnTo>
                  <a:lnTo>
                    <a:pt x="10943161" y="87606"/>
                  </a:lnTo>
                  <a:lnTo>
                    <a:pt x="10874978" y="90330"/>
                  </a:lnTo>
                  <a:lnTo>
                    <a:pt x="10790809" y="94049"/>
                  </a:lnTo>
                  <a:lnTo>
                    <a:pt x="10693457" y="98831"/>
                  </a:lnTo>
                  <a:lnTo>
                    <a:pt x="10586621" y="104705"/>
                  </a:lnTo>
                  <a:lnTo>
                    <a:pt x="10474308" y="111664"/>
                  </a:lnTo>
                  <a:lnTo>
                    <a:pt x="10360320" y="119688"/>
                  </a:lnTo>
                  <a:lnTo>
                    <a:pt x="10247879" y="128757"/>
                  </a:lnTo>
                  <a:lnTo>
                    <a:pt x="10139442" y="138864"/>
                  </a:lnTo>
                  <a:lnTo>
                    <a:pt x="10036675" y="150027"/>
                  </a:lnTo>
                  <a:lnTo>
                    <a:pt x="9940526" y="162296"/>
                  </a:lnTo>
                  <a:lnTo>
                    <a:pt x="9851356" y="175752"/>
                  </a:lnTo>
                  <a:lnTo>
                    <a:pt x="9769086" y="190513"/>
                  </a:lnTo>
                  <a:lnTo>
                    <a:pt x="9693326" y="206725"/>
                  </a:lnTo>
                  <a:lnTo>
                    <a:pt x="9623486" y="224566"/>
                  </a:lnTo>
                  <a:lnTo>
                    <a:pt x="9558859" y="244231"/>
                  </a:lnTo>
                  <a:lnTo>
                    <a:pt x="9498686" y="265928"/>
                  </a:lnTo>
                  <a:lnTo>
                    <a:pt x="9442201" y="289851"/>
                  </a:lnTo>
                  <a:lnTo>
                    <a:pt x="9388673" y="316155"/>
                  </a:lnTo>
                  <a:lnTo>
                    <a:pt x="9347647" y="338894"/>
                  </a:lnTo>
                  <a:lnTo>
                    <a:pt x="9294522" y="371759"/>
                  </a:lnTo>
                  <a:lnTo>
                    <a:pt x="9242901" y="407471"/>
                  </a:lnTo>
                  <a:lnTo>
                    <a:pt x="9192301" y="446084"/>
                  </a:lnTo>
                  <a:lnTo>
                    <a:pt x="9142349" y="487583"/>
                  </a:lnTo>
                  <a:lnTo>
                    <a:pt x="9092764" y="531878"/>
                  </a:lnTo>
                  <a:lnTo>
                    <a:pt x="9043343" y="578801"/>
                  </a:lnTo>
                  <a:lnTo>
                    <a:pt x="8993948" y="628095"/>
                  </a:lnTo>
                  <a:lnTo>
                    <a:pt x="8944499" y="679424"/>
                  </a:lnTo>
                  <a:lnTo>
                    <a:pt x="8894965" y="732376"/>
                  </a:lnTo>
                  <a:lnTo>
                    <a:pt x="8845350" y="786476"/>
                  </a:lnTo>
                  <a:lnTo>
                    <a:pt x="8795683" y="841202"/>
                  </a:lnTo>
                  <a:lnTo>
                    <a:pt x="8746010" y="896007"/>
                  </a:lnTo>
                  <a:lnTo>
                    <a:pt x="8696376" y="950339"/>
                  </a:lnTo>
                  <a:lnTo>
                    <a:pt x="8646817" y="1003667"/>
                  </a:lnTo>
                  <a:lnTo>
                    <a:pt x="8597346" y="1055502"/>
                  </a:lnTo>
                  <a:lnTo>
                    <a:pt x="8547942" y="1105411"/>
                  </a:lnTo>
                  <a:lnTo>
                    <a:pt x="8498539" y="1153035"/>
                  </a:lnTo>
                  <a:lnTo>
                    <a:pt x="8449018" y="1198097"/>
                  </a:lnTo>
                  <a:lnTo>
                    <a:pt x="8399195" y="1240402"/>
                  </a:lnTo>
                  <a:lnTo>
                    <a:pt x="8348812" y="1279837"/>
                  </a:lnTo>
                  <a:lnTo>
                    <a:pt x="8297525" y="1316369"/>
                  </a:lnTo>
                  <a:lnTo>
                    <a:pt x="8244883" y="1350033"/>
                  </a:lnTo>
                  <a:lnTo>
                    <a:pt x="8229629" y="1359071"/>
                  </a:lnTo>
                  <a:lnTo>
                    <a:pt x="8177985" y="1387325"/>
                  </a:lnTo>
                  <a:lnTo>
                    <a:pt x="8123916" y="1413139"/>
                  </a:lnTo>
                  <a:lnTo>
                    <a:pt x="8066745" y="1436598"/>
                  </a:lnTo>
                  <a:lnTo>
                    <a:pt x="8005734" y="1457867"/>
                  </a:lnTo>
                  <a:lnTo>
                    <a:pt x="7940113" y="1477147"/>
                  </a:lnTo>
                  <a:lnTo>
                    <a:pt x="7869130" y="1494643"/>
                  </a:lnTo>
                  <a:lnTo>
                    <a:pt x="7792097" y="1510548"/>
                  </a:lnTo>
                  <a:lnTo>
                    <a:pt x="7708454" y="1525034"/>
                  </a:lnTo>
                  <a:lnTo>
                    <a:pt x="7617867" y="1538242"/>
                  </a:lnTo>
                  <a:lnTo>
                    <a:pt x="7520334" y="1550282"/>
                  </a:lnTo>
                  <a:lnTo>
                    <a:pt x="7416322" y="1561228"/>
                  </a:lnTo>
                  <a:lnTo>
                    <a:pt x="7306917" y="1571125"/>
                  </a:lnTo>
                  <a:lnTo>
                    <a:pt x="7193938" y="1579983"/>
                  </a:lnTo>
                  <a:lnTo>
                    <a:pt x="7080007" y="1587794"/>
                  </a:lnTo>
                  <a:lnTo>
                    <a:pt x="6968482" y="1594535"/>
                  </a:lnTo>
                  <a:lnTo>
                    <a:pt x="6863241" y="1600188"/>
                  </a:lnTo>
                  <a:lnTo>
                    <a:pt x="6768278" y="1604752"/>
                  </a:lnTo>
                  <a:lnTo>
                    <a:pt x="6687154" y="1608262"/>
                  </a:lnTo>
                  <a:lnTo>
                    <a:pt x="6622425" y="1610797"/>
                  </a:lnTo>
                  <a:lnTo>
                    <a:pt x="6575163" y="1612479"/>
                  </a:lnTo>
                  <a:lnTo>
                    <a:pt x="6544700" y="1613468"/>
                  </a:lnTo>
                  <a:lnTo>
                    <a:pt x="6528623" y="1613946"/>
                  </a:lnTo>
                  <a:lnTo>
                    <a:pt x="6522959" y="1614100"/>
                  </a:lnTo>
                  <a:lnTo>
                    <a:pt x="6522385" y="1614115"/>
                  </a:lnTo>
                  <a:lnTo>
                    <a:pt x="5527445" y="1614115"/>
                  </a:lnTo>
                  <a:lnTo>
                    <a:pt x="5526329" y="1614085"/>
                  </a:lnTo>
                  <a:lnTo>
                    <a:pt x="5518961" y="1613869"/>
                  </a:lnTo>
                  <a:lnTo>
                    <a:pt x="5500281" y="1613273"/>
                  </a:lnTo>
                  <a:lnTo>
                    <a:pt x="5466616" y="1612100"/>
                  </a:lnTo>
                  <a:lnTo>
                    <a:pt x="5415898" y="1610160"/>
                  </a:lnTo>
                  <a:lnTo>
                    <a:pt x="5347813" y="1607292"/>
                  </a:lnTo>
                  <a:lnTo>
                    <a:pt x="5263755" y="1603376"/>
                  </a:lnTo>
                  <a:lnTo>
                    <a:pt x="5166516" y="1598340"/>
                  </a:lnTo>
                  <a:lnTo>
                    <a:pt x="5059784" y="1592154"/>
                  </a:lnTo>
                  <a:lnTo>
                    <a:pt x="4947560" y="1584825"/>
                  </a:lnTo>
                  <a:lnTo>
                    <a:pt x="4833642" y="1576373"/>
                  </a:lnTo>
                  <a:lnTo>
                    <a:pt x="4721249" y="1566821"/>
                  </a:lnTo>
                  <a:lnTo>
                    <a:pt x="4612841" y="1556176"/>
                  </a:lnTo>
                  <a:lnTo>
                    <a:pt x="4510085" y="1544417"/>
                  </a:lnTo>
                  <a:lnTo>
                    <a:pt x="4413933" y="1531495"/>
                  </a:lnTo>
                  <a:lnTo>
                    <a:pt x="4324751" y="1517322"/>
                  </a:lnTo>
                  <a:lnTo>
                    <a:pt x="4242463" y="1501777"/>
                  </a:lnTo>
                  <a:lnTo>
                    <a:pt x="4166683" y="1484704"/>
                  </a:lnTo>
                  <a:lnTo>
                    <a:pt x="4096823" y="1465918"/>
                  </a:lnTo>
                  <a:lnTo>
                    <a:pt x="4032178" y="1445212"/>
                  </a:lnTo>
                  <a:lnTo>
                    <a:pt x="3971990" y="1422369"/>
                  </a:lnTo>
                  <a:lnTo>
                    <a:pt x="3915496" y="1397183"/>
                  </a:lnTo>
                  <a:lnTo>
                    <a:pt x="3861965" y="1369490"/>
                  </a:lnTo>
                  <a:lnTo>
                    <a:pt x="3820202" y="1345096"/>
                  </a:lnTo>
                  <a:lnTo>
                    <a:pt x="3767725" y="1310877"/>
                  </a:lnTo>
                  <a:lnTo>
                    <a:pt x="3716721" y="1273731"/>
                  </a:lnTo>
                  <a:lnTo>
                    <a:pt x="3666723" y="1233602"/>
                  </a:lnTo>
                  <a:lnTo>
                    <a:pt x="3617369" y="1190500"/>
                  </a:lnTo>
                  <a:lnTo>
                    <a:pt x="3568385" y="1144515"/>
                  </a:lnTo>
                  <a:lnTo>
                    <a:pt x="3519570" y="1095814"/>
                  </a:lnTo>
                  <a:lnTo>
                    <a:pt x="3470789" y="1044650"/>
                  </a:lnTo>
                  <a:lnTo>
                    <a:pt x="3421960" y="991359"/>
                  </a:lnTo>
                  <a:lnTo>
                    <a:pt x="3373050" y="936353"/>
                  </a:lnTo>
                  <a:lnTo>
                    <a:pt x="3324057" y="880108"/>
                  </a:lnTo>
                  <a:lnTo>
                    <a:pt x="3275011" y="823152"/>
                  </a:lnTo>
                  <a:lnTo>
                    <a:pt x="3225951" y="766036"/>
                  </a:lnTo>
                  <a:lnTo>
                    <a:pt x="3176923" y="709324"/>
                  </a:lnTo>
                  <a:lnTo>
                    <a:pt x="3127965" y="653558"/>
                  </a:lnTo>
                  <a:lnTo>
                    <a:pt x="3079092" y="599246"/>
                  </a:lnTo>
                  <a:lnTo>
                    <a:pt x="3030291" y="546837"/>
                  </a:lnTo>
                  <a:lnTo>
                    <a:pt x="2981508" y="496712"/>
                  </a:lnTo>
                  <a:lnTo>
                    <a:pt x="2932639" y="449171"/>
                  </a:lnTo>
                  <a:lnTo>
                    <a:pt x="2883522" y="404429"/>
                  </a:lnTo>
                  <a:lnTo>
                    <a:pt x="2833926" y="362620"/>
                  </a:lnTo>
                  <a:lnTo>
                    <a:pt x="2783539" y="323796"/>
                  </a:lnTo>
                  <a:lnTo>
                    <a:pt x="2731956" y="287939"/>
                  </a:lnTo>
                  <a:lnTo>
                    <a:pt x="2702183" y="269019"/>
                  </a:lnTo>
                  <a:lnTo>
                    <a:pt x="2650572" y="239233"/>
                  </a:lnTo>
                  <a:lnTo>
                    <a:pt x="2596538" y="212020"/>
                  </a:lnTo>
                  <a:lnTo>
                    <a:pt x="2539408" y="187287"/>
                  </a:lnTo>
                  <a:lnTo>
                    <a:pt x="2478443" y="164861"/>
                  </a:lnTo>
                  <a:lnTo>
                    <a:pt x="2412877" y="144532"/>
                  </a:lnTo>
                  <a:lnTo>
                    <a:pt x="2341957" y="126083"/>
                  </a:lnTo>
                  <a:lnTo>
                    <a:pt x="2264995" y="109310"/>
                  </a:lnTo>
                  <a:lnTo>
                    <a:pt x="2181436" y="94033"/>
                  </a:lnTo>
                  <a:lnTo>
                    <a:pt x="2090941" y="80103"/>
                  </a:lnTo>
                  <a:lnTo>
                    <a:pt x="1993507" y="67405"/>
                  </a:lnTo>
                  <a:lnTo>
                    <a:pt x="1889598" y="55858"/>
                  </a:lnTo>
                  <a:lnTo>
                    <a:pt x="1780292" y="45418"/>
                  </a:lnTo>
                  <a:lnTo>
                    <a:pt x="1667402" y="36071"/>
                  </a:lnTo>
                  <a:lnTo>
                    <a:pt x="1553534" y="27828"/>
                  </a:lnTo>
                  <a:lnTo>
                    <a:pt x="1442040" y="20712"/>
                  </a:lnTo>
                  <a:lnTo>
                    <a:pt x="1336785" y="14743"/>
                  </a:lnTo>
                  <a:lnTo>
                    <a:pt x="1241757" y="9920"/>
                  </a:lnTo>
                  <a:lnTo>
                    <a:pt x="1160518" y="6208"/>
                  </a:lnTo>
                  <a:lnTo>
                    <a:pt x="1095634" y="3524"/>
                  </a:lnTo>
                  <a:lnTo>
                    <a:pt x="1048193" y="1741"/>
                  </a:lnTo>
                  <a:lnTo>
                    <a:pt x="1017548" y="691"/>
                  </a:lnTo>
                  <a:lnTo>
                    <a:pt x="1001314" y="182"/>
                  </a:lnTo>
                  <a:lnTo>
                    <a:pt x="995544" y="1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79" name="pl678"/>
            <p:cNvSpPr/>
            <p:nvPr/>
          </p:nvSpPr>
          <p:spPr>
            <a:xfrm>
              <a:off x="1199187" y="2824537"/>
              <a:ext cx="12049831" cy="1614115"/>
            </a:xfrm>
            <a:custGeom>
              <a:avLst/>
              <a:pathLst>
                <a:path w="12049831" h="1614115">
                  <a:moveTo>
                    <a:pt x="0" y="0"/>
                  </a:moveTo>
                  <a:lnTo>
                    <a:pt x="994940" y="0"/>
                  </a:lnTo>
                  <a:lnTo>
                    <a:pt x="996056" y="30"/>
                  </a:lnTo>
                  <a:lnTo>
                    <a:pt x="1003424" y="245"/>
                  </a:lnTo>
                  <a:lnTo>
                    <a:pt x="1022104" y="841"/>
                  </a:lnTo>
                  <a:lnTo>
                    <a:pt x="1055769" y="2015"/>
                  </a:lnTo>
                  <a:lnTo>
                    <a:pt x="1106487" y="3955"/>
                  </a:lnTo>
                  <a:lnTo>
                    <a:pt x="1174572" y="6822"/>
                  </a:lnTo>
                  <a:lnTo>
                    <a:pt x="1258630" y="10738"/>
                  </a:lnTo>
                  <a:lnTo>
                    <a:pt x="1355869" y="15775"/>
                  </a:lnTo>
                  <a:lnTo>
                    <a:pt x="1462601" y="21960"/>
                  </a:lnTo>
                  <a:lnTo>
                    <a:pt x="1574825" y="29290"/>
                  </a:lnTo>
                  <a:lnTo>
                    <a:pt x="1688743" y="37741"/>
                  </a:lnTo>
                  <a:lnTo>
                    <a:pt x="1801136" y="47293"/>
                  </a:lnTo>
                  <a:lnTo>
                    <a:pt x="1909544" y="57939"/>
                  </a:lnTo>
                  <a:lnTo>
                    <a:pt x="2012300" y="69697"/>
                  </a:lnTo>
                  <a:lnTo>
                    <a:pt x="2108452" y="82619"/>
                  </a:lnTo>
                  <a:lnTo>
                    <a:pt x="2197634" y="96792"/>
                  </a:lnTo>
                  <a:lnTo>
                    <a:pt x="2279922" y="112337"/>
                  </a:lnTo>
                  <a:lnTo>
                    <a:pt x="2355702" y="129410"/>
                  </a:lnTo>
                  <a:lnTo>
                    <a:pt x="2425562" y="148196"/>
                  </a:lnTo>
                  <a:lnTo>
                    <a:pt x="2490207" y="168902"/>
                  </a:lnTo>
                  <a:lnTo>
                    <a:pt x="2550395" y="191745"/>
                  </a:lnTo>
                  <a:lnTo>
                    <a:pt x="2606889" y="216931"/>
                  </a:lnTo>
                  <a:lnTo>
                    <a:pt x="2660420" y="244624"/>
                  </a:lnTo>
                  <a:lnTo>
                    <a:pt x="2702183" y="269019"/>
                  </a:lnTo>
                  <a:lnTo>
                    <a:pt x="2754660" y="303237"/>
                  </a:lnTo>
                  <a:lnTo>
                    <a:pt x="2805664" y="340383"/>
                  </a:lnTo>
                  <a:lnTo>
                    <a:pt x="2855662" y="380513"/>
                  </a:lnTo>
                  <a:lnTo>
                    <a:pt x="2905016" y="423614"/>
                  </a:lnTo>
                  <a:lnTo>
                    <a:pt x="2954000" y="469599"/>
                  </a:lnTo>
                  <a:lnTo>
                    <a:pt x="3002815" y="518301"/>
                  </a:lnTo>
                  <a:lnTo>
                    <a:pt x="3051596" y="569464"/>
                  </a:lnTo>
                  <a:lnTo>
                    <a:pt x="3100425" y="622756"/>
                  </a:lnTo>
                  <a:lnTo>
                    <a:pt x="3149335" y="677762"/>
                  </a:lnTo>
                  <a:lnTo>
                    <a:pt x="3198328" y="734006"/>
                  </a:lnTo>
                  <a:lnTo>
                    <a:pt x="3247374" y="790963"/>
                  </a:lnTo>
                  <a:lnTo>
                    <a:pt x="3296434" y="848078"/>
                  </a:lnTo>
                  <a:lnTo>
                    <a:pt x="3345462" y="904790"/>
                  </a:lnTo>
                  <a:lnTo>
                    <a:pt x="3394420" y="960556"/>
                  </a:lnTo>
                  <a:lnTo>
                    <a:pt x="3443293" y="1014868"/>
                  </a:lnTo>
                  <a:lnTo>
                    <a:pt x="3492094" y="1067277"/>
                  </a:lnTo>
                  <a:lnTo>
                    <a:pt x="3540877" y="1117402"/>
                  </a:lnTo>
                  <a:lnTo>
                    <a:pt x="3589746" y="1164943"/>
                  </a:lnTo>
                  <a:lnTo>
                    <a:pt x="3638863" y="1209685"/>
                  </a:lnTo>
                  <a:lnTo>
                    <a:pt x="3688459" y="1251494"/>
                  </a:lnTo>
                  <a:lnTo>
                    <a:pt x="3738846" y="1290318"/>
                  </a:lnTo>
                  <a:lnTo>
                    <a:pt x="3790429" y="1326175"/>
                  </a:lnTo>
                  <a:lnTo>
                    <a:pt x="3820202" y="1345096"/>
                  </a:lnTo>
                  <a:lnTo>
                    <a:pt x="3871813" y="1374881"/>
                  </a:lnTo>
                  <a:lnTo>
                    <a:pt x="3925847" y="1402095"/>
                  </a:lnTo>
                  <a:lnTo>
                    <a:pt x="3982977" y="1426827"/>
                  </a:lnTo>
                  <a:lnTo>
                    <a:pt x="4043942" y="1449253"/>
                  </a:lnTo>
                  <a:lnTo>
                    <a:pt x="4109508" y="1469582"/>
                  </a:lnTo>
                  <a:lnTo>
                    <a:pt x="4180428" y="1488032"/>
                  </a:lnTo>
                  <a:lnTo>
                    <a:pt x="4257390" y="1504805"/>
                  </a:lnTo>
                  <a:lnTo>
                    <a:pt x="4340949" y="1520081"/>
                  </a:lnTo>
                  <a:lnTo>
                    <a:pt x="4431444" y="1534011"/>
                  </a:lnTo>
                  <a:lnTo>
                    <a:pt x="4528878" y="1546710"/>
                  </a:lnTo>
                  <a:lnTo>
                    <a:pt x="4632787" y="1558256"/>
                  </a:lnTo>
                  <a:lnTo>
                    <a:pt x="4742093" y="1568696"/>
                  </a:lnTo>
                  <a:lnTo>
                    <a:pt x="4854983" y="1578043"/>
                  </a:lnTo>
                  <a:lnTo>
                    <a:pt x="4968851" y="1586286"/>
                  </a:lnTo>
                  <a:lnTo>
                    <a:pt x="5080345" y="1593402"/>
                  </a:lnTo>
                  <a:lnTo>
                    <a:pt x="5185600" y="1599372"/>
                  </a:lnTo>
                  <a:lnTo>
                    <a:pt x="5280628" y="1604195"/>
                  </a:lnTo>
                  <a:lnTo>
                    <a:pt x="5361867" y="1607907"/>
                  </a:lnTo>
                  <a:lnTo>
                    <a:pt x="5426751" y="1610590"/>
                  </a:lnTo>
                  <a:lnTo>
                    <a:pt x="5474192" y="1612373"/>
                  </a:lnTo>
                  <a:lnTo>
                    <a:pt x="5504837" y="1613423"/>
                  </a:lnTo>
                  <a:lnTo>
                    <a:pt x="5521071" y="1613932"/>
                  </a:lnTo>
                  <a:lnTo>
                    <a:pt x="5526841" y="1614099"/>
                  </a:lnTo>
                  <a:lnTo>
                    <a:pt x="5527445" y="1614115"/>
                  </a:lnTo>
                  <a:lnTo>
                    <a:pt x="6522385" y="1614115"/>
                  </a:lnTo>
                  <a:lnTo>
                    <a:pt x="6523504" y="1614086"/>
                  </a:lnTo>
                  <a:lnTo>
                    <a:pt x="6530885" y="1613881"/>
                  </a:lnTo>
                  <a:lnTo>
                    <a:pt x="6549597" y="1613316"/>
                  </a:lnTo>
                  <a:lnTo>
                    <a:pt x="6583318" y="1612201"/>
                  </a:lnTo>
                  <a:lnTo>
                    <a:pt x="6634115" y="1610358"/>
                  </a:lnTo>
                  <a:lnTo>
                    <a:pt x="6702299" y="1607635"/>
                  </a:lnTo>
                  <a:lnTo>
                    <a:pt x="6786468" y="1603916"/>
                  </a:lnTo>
                  <a:lnTo>
                    <a:pt x="6883819" y="1599133"/>
                  </a:lnTo>
                  <a:lnTo>
                    <a:pt x="6990656" y="1593259"/>
                  </a:lnTo>
                  <a:lnTo>
                    <a:pt x="7102968" y="1586300"/>
                  </a:lnTo>
                  <a:lnTo>
                    <a:pt x="7216956" y="1578276"/>
                  </a:lnTo>
                  <a:lnTo>
                    <a:pt x="7329398" y="1569207"/>
                  </a:lnTo>
                  <a:lnTo>
                    <a:pt x="7437834" y="1559101"/>
                  </a:lnTo>
                  <a:lnTo>
                    <a:pt x="7540601" y="1547937"/>
                  </a:lnTo>
                  <a:lnTo>
                    <a:pt x="7636751" y="1535669"/>
                  </a:lnTo>
                  <a:lnTo>
                    <a:pt x="7725921" y="1522212"/>
                  </a:lnTo>
                  <a:lnTo>
                    <a:pt x="7808191" y="1507452"/>
                  </a:lnTo>
                  <a:lnTo>
                    <a:pt x="7883951" y="1491239"/>
                  </a:lnTo>
                  <a:lnTo>
                    <a:pt x="7953791" y="1473399"/>
                  </a:lnTo>
                  <a:lnTo>
                    <a:pt x="8018418" y="1453733"/>
                  </a:lnTo>
                  <a:lnTo>
                    <a:pt x="8078591" y="1432037"/>
                  </a:lnTo>
                  <a:lnTo>
                    <a:pt x="8135076" y="1408114"/>
                  </a:lnTo>
                  <a:lnTo>
                    <a:pt x="8188604" y="1381810"/>
                  </a:lnTo>
                  <a:lnTo>
                    <a:pt x="8229629" y="1359071"/>
                  </a:lnTo>
                  <a:lnTo>
                    <a:pt x="8282754" y="1326205"/>
                  </a:lnTo>
                  <a:lnTo>
                    <a:pt x="8334375" y="1290493"/>
                  </a:lnTo>
                  <a:lnTo>
                    <a:pt x="8384975" y="1251881"/>
                  </a:lnTo>
                  <a:lnTo>
                    <a:pt x="8434927" y="1210382"/>
                  </a:lnTo>
                  <a:lnTo>
                    <a:pt x="8484512" y="1166086"/>
                  </a:lnTo>
                  <a:lnTo>
                    <a:pt x="8533934" y="1119164"/>
                  </a:lnTo>
                  <a:lnTo>
                    <a:pt x="8583329" y="1069869"/>
                  </a:lnTo>
                  <a:lnTo>
                    <a:pt x="8632777" y="1018540"/>
                  </a:lnTo>
                  <a:lnTo>
                    <a:pt x="8682311" y="965588"/>
                  </a:lnTo>
                  <a:lnTo>
                    <a:pt x="8731927" y="911488"/>
                  </a:lnTo>
                  <a:lnTo>
                    <a:pt x="8781593" y="856762"/>
                  </a:lnTo>
                  <a:lnTo>
                    <a:pt x="8831267" y="801958"/>
                  </a:lnTo>
                  <a:lnTo>
                    <a:pt x="8880901" y="747626"/>
                  </a:lnTo>
                  <a:lnTo>
                    <a:pt x="8930460" y="694297"/>
                  </a:lnTo>
                  <a:lnTo>
                    <a:pt x="8979931" y="642463"/>
                  </a:lnTo>
                  <a:lnTo>
                    <a:pt x="9029335" y="592554"/>
                  </a:lnTo>
                  <a:lnTo>
                    <a:pt x="9078738" y="544929"/>
                  </a:lnTo>
                  <a:lnTo>
                    <a:pt x="9128259" y="499867"/>
                  </a:lnTo>
                  <a:lnTo>
                    <a:pt x="9178082" y="457563"/>
                  </a:lnTo>
                  <a:lnTo>
                    <a:pt x="9228464" y="418127"/>
                  </a:lnTo>
                  <a:lnTo>
                    <a:pt x="9279752" y="381595"/>
                  </a:lnTo>
                  <a:lnTo>
                    <a:pt x="9332394" y="347931"/>
                  </a:lnTo>
                  <a:lnTo>
                    <a:pt x="9347647" y="338894"/>
                  </a:lnTo>
                  <a:lnTo>
                    <a:pt x="9399291" y="310639"/>
                  </a:lnTo>
                  <a:lnTo>
                    <a:pt x="9453361" y="284825"/>
                  </a:lnTo>
                  <a:lnTo>
                    <a:pt x="9510531" y="261367"/>
                  </a:lnTo>
                  <a:lnTo>
                    <a:pt x="9571543" y="240097"/>
                  </a:lnTo>
                  <a:lnTo>
                    <a:pt x="9637163" y="220818"/>
                  </a:lnTo>
                  <a:lnTo>
                    <a:pt x="9708146" y="203322"/>
                  </a:lnTo>
                  <a:lnTo>
                    <a:pt x="9785180" y="187416"/>
                  </a:lnTo>
                  <a:lnTo>
                    <a:pt x="9868822" y="172930"/>
                  </a:lnTo>
                  <a:lnTo>
                    <a:pt x="9959409" y="159722"/>
                  </a:lnTo>
                  <a:lnTo>
                    <a:pt x="10056943" y="147683"/>
                  </a:lnTo>
                  <a:lnTo>
                    <a:pt x="10160954" y="136736"/>
                  </a:lnTo>
                  <a:lnTo>
                    <a:pt x="10270360" y="126840"/>
                  </a:lnTo>
                  <a:lnTo>
                    <a:pt x="10383338" y="117981"/>
                  </a:lnTo>
                  <a:lnTo>
                    <a:pt x="10497270" y="110170"/>
                  </a:lnTo>
                  <a:lnTo>
                    <a:pt x="10608795" y="103429"/>
                  </a:lnTo>
                  <a:lnTo>
                    <a:pt x="10714035" y="97777"/>
                  </a:lnTo>
                  <a:lnTo>
                    <a:pt x="10808999" y="93212"/>
                  </a:lnTo>
                  <a:lnTo>
                    <a:pt x="10890122" y="89702"/>
                  </a:lnTo>
                  <a:lnTo>
                    <a:pt x="10954851" y="87167"/>
                  </a:lnTo>
                  <a:lnTo>
                    <a:pt x="11002113" y="85485"/>
                  </a:lnTo>
                  <a:lnTo>
                    <a:pt x="11032577" y="84496"/>
                  </a:lnTo>
                  <a:lnTo>
                    <a:pt x="11048654" y="84019"/>
                  </a:lnTo>
                  <a:lnTo>
                    <a:pt x="11054317" y="83864"/>
                  </a:lnTo>
                  <a:lnTo>
                    <a:pt x="11054891" y="83850"/>
                  </a:lnTo>
                  <a:lnTo>
                    <a:pt x="12049831" y="83850"/>
                  </a:lnTo>
                  <a:lnTo>
                    <a:pt x="12049831" y="838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0" name="pl679"/>
            <p:cNvSpPr/>
            <p:nvPr/>
          </p:nvSpPr>
          <p:spPr>
            <a:xfrm>
              <a:off x="1199187" y="2814055"/>
              <a:ext cx="12049831" cy="1614115"/>
            </a:xfrm>
            <a:custGeom>
              <a:avLst/>
              <a:pathLst>
                <a:path w="12049831" h="1614115">
                  <a:moveTo>
                    <a:pt x="12049831" y="83850"/>
                  </a:moveTo>
                  <a:lnTo>
                    <a:pt x="11054891" y="83850"/>
                  </a:lnTo>
                  <a:lnTo>
                    <a:pt x="11053773" y="83878"/>
                  </a:lnTo>
                  <a:lnTo>
                    <a:pt x="11046392" y="84083"/>
                  </a:lnTo>
                  <a:lnTo>
                    <a:pt x="11027680" y="84649"/>
                  </a:lnTo>
                  <a:lnTo>
                    <a:pt x="10993959" y="85764"/>
                  </a:lnTo>
                  <a:lnTo>
                    <a:pt x="10943161" y="87606"/>
                  </a:lnTo>
                  <a:lnTo>
                    <a:pt x="10874978" y="90330"/>
                  </a:lnTo>
                  <a:lnTo>
                    <a:pt x="10790809" y="94049"/>
                  </a:lnTo>
                  <a:lnTo>
                    <a:pt x="10693457" y="98831"/>
                  </a:lnTo>
                  <a:lnTo>
                    <a:pt x="10586621" y="104705"/>
                  </a:lnTo>
                  <a:lnTo>
                    <a:pt x="10474308" y="111664"/>
                  </a:lnTo>
                  <a:lnTo>
                    <a:pt x="10360320" y="119688"/>
                  </a:lnTo>
                  <a:lnTo>
                    <a:pt x="10247879" y="128757"/>
                  </a:lnTo>
                  <a:lnTo>
                    <a:pt x="10139442" y="138864"/>
                  </a:lnTo>
                  <a:lnTo>
                    <a:pt x="10036675" y="150027"/>
                  </a:lnTo>
                  <a:lnTo>
                    <a:pt x="9940526" y="162296"/>
                  </a:lnTo>
                  <a:lnTo>
                    <a:pt x="9851356" y="175752"/>
                  </a:lnTo>
                  <a:lnTo>
                    <a:pt x="9769086" y="190513"/>
                  </a:lnTo>
                  <a:lnTo>
                    <a:pt x="9693326" y="206725"/>
                  </a:lnTo>
                  <a:lnTo>
                    <a:pt x="9623486" y="224566"/>
                  </a:lnTo>
                  <a:lnTo>
                    <a:pt x="9558859" y="244231"/>
                  </a:lnTo>
                  <a:lnTo>
                    <a:pt x="9498686" y="265928"/>
                  </a:lnTo>
                  <a:lnTo>
                    <a:pt x="9442201" y="289851"/>
                  </a:lnTo>
                  <a:lnTo>
                    <a:pt x="9388673" y="316155"/>
                  </a:lnTo>
                  <a:lnTo>
                    <a:pt x="9347647" y="338894"/>
                  </a:lnTo>
                  <a:lnTo>
                    <a:pt x="9294522" y="371759"/>
                  </a:lnTo>
                  <a:lnTo>
                    <a:pt x="9242901" y="407471"/>
                  </a:lnTo>
                  <a:lnTo>
                    <a:pt x="9192301" y="446084"/>
                  </a:lnTo>
                  <a:lnTo>
                    <a:pt x="9142349" y="487583"/>
                  </a:lnTo>
                  <a:lnTo>
                    <a:pt x="9092764" y="531878"/>
                  </a:lnTo>
                  <a:lnTo>
                    <a:pt x="9043343" y="578801"/>
                  </a:lnTo>
                  <a:lnTo>
                    <a:pt x="8993948" y="628095"/>
                  </a:lnTo>
                  <a:lnTo>
                    <a:pt x="8944499" y="679424"/>
                  </a:lnTo>
                  <a:lnTo>
                    <a:pt x="8894965" y="732376"/>
                  </a:lnTo>
                  <a:lnTo>
                    <a:pt x="8845350" y="786476"/>
                  </a:lnTo>
                  <a:lnTo>
                    <a:pt x="8795683" y="841202"/>
                  </a:lnTo>
                  <a:lnTo>
                    <a:pt x="8746010" y="896007"/>
                  </a:lnTo>
                  <a:lnTo>
                    <a:pt x="8696376" y="950339"/>
                  </a:lnTo>
                  <a:lnTo>
                    <a:pt x="8646817" y="1003667"/>
                  </a:lnTo>
                  <a:lnTo>
                    <a:pt x="8597346" y="1055502"/>
                  </a:lnTo>
                  <a:lnTo>
                    <a:pt x="8547942" y="1105411"/>
                  </a:lnTo>
                  <a:lnTo>
                    <a:pt x="8498539" y="1153035"/>
                  </a:lnTo>
                  <a:lnTo>
                    <a:pt x="8449018" y="1198097"/>
                  </a:lnTo>
                  <a:lnTo>
                    <a:pt x="8399195" y="1240402"/>
                  </a:lnTo>
                  <a:lnTo>
                    <a:pt x="8348812" y="1279837"/>
                  </a:lnTo>
                  <a:lnTo>
                    <a:pt x="8297525" y="1316369"/>
                  </a:lnTo>
                  <a:lnTo>
                    <a:pt x="8244883" y="1350033"/>
                  </a:lnTo>
                  <a:lnTo>
                    <a:pt x="8229629" y="1359071"/>
                  </a:lnTo>
                  <a:lnTo>
                    <a:pt x="8177985" y="1387325"/>
                  </a:lnTo>
                  <a:lnTo>
                    <a:pt x="8123916" y="1413139"/>
                  </a:lnTo>
                  <a:lnTo>
                    <a:pt x="8066745" y="1436598"/>
                  </a:lnTo>
                  <a:lnTo>
                    <a:pt x="8005734" y="1457867"/>
                  </a:lnTo>
                  <a:lnTo>
                    <a:pt x="7940113" y="1477147"/>
                  </a:lnTo>
                  <a:lnTo>
                    <a:pt x="7869130" y="1494643"/>
                  </a:lnTo>
                  <a:lnTo>
                    <a:pt x="7792097" y="1510548"/>
                  </a:lnTo>
                  <a:lnTo>
                    <a:pt x="7708454" y="1525034"/>
                  </a:lnTo>
                  <a:lnTo>
                    <a:pt x="7617867" y="1538242"/>
                  </a:lnTo>
                  <a:lnTo>
                    <a:pt x="7520334" y="1550282"/>
                  </a:lnTo>
                  <a:lnTo>
                    <a:pt x="7416322" y="1561228"/>
                  </a:lnTo>
                  <a:lnTo>
                    <a:pt x="7306917" y="1571125"/>
                  </a:lnTo>
                  <a:lnTo>
                    <a:pt x="7193938" y="1579983"/>
                  </a:lnTo>
                  <a:lnTo>
                    <a:pt x="7080007" y="1587794"/>
                  </a:lnTo>
                  <a:lnTo>
                    <a:pt x="6968482" y="1594535"/>
                  </a:lnTo>
                  <a:lnTo>
                    <a:pt x="6863241" y="1600188"/>
                  </a:lnTo>
                  <a:lnTo>
                    <a:pt x="6768278" y="1604752"/>
                  </a:lnTo>
                  <a:lnTo>
                    <a:pt x="6687154" y="1608262"/>
                  </a:lnTo>
                  <a:lnTo>
                    <a:pt x="6622425" y="1610797"/>
                  </a:lnTo>
                  <a:lnTo>
                    <a:pt x="6575163" y="1612479"/>
                  </a:lnTo>
                  <a:lnTo>
                    <a:pt x="6544700" y="1613468"/>
                  </a:lnTo>
                  <a:lnTo>
                    <a:pt x="6528623" y="1613946"/>
                  </a:lnTo>
                  <a:lnTo>
                    <a:pt x="6522959" y="1614100"/>
                  </a:lnTo>
                  <a:lnTo>
                    <a:pt x="6522385" y="1614115"/>
                  </a:lnTo>
                  <a:lnTo>
                    <a:pt x="5527445" y="1614115"/>
                  </a:lnTo>
                  <a:lnTo>
                    <a:pt x="5526329" y="1614085"/>
                  </a:lnTo>
                  <a:lnTo>
                    <a:pt x="5518961" y="1613869"/>
                  </a:lnTo>
                  <a:lnTo>
                    <a:pt x="5500281" y="1613273"/>
                  </a:lnTo>
                  <a:lnTo>
                    <a:pt x="5466616" y="1612100"/>
                  </a:lnTo>
                  <a:lnTo>
                    <a:pt x="5415898" y="1610160"/>
                  </a:lnTo>
                  <a:lnTo>
                    <a:pt x="5347813" y="1607292"/>
                  </a:lnTo>
                  <a:lnTo>
                    <a:pt x="5263755" y="1603376"/>
                  </a:lnTo>
                  <a:lnTo>
                    <a:pt x="5166516" y="1598340"/>
                  </a:lnTo>
                  <a:lnTo>
                    <a:pt x="5059784" y="1592154"/>
                  </a:lnTo>
                  <a:lnTo>
                    <a:pt x="4947560" y="1584825"/>
                  </a:lnTo>
                  <a:lnTo>
                    <a:pt x="4833642" y="1576373"/>
                  </a:lnTo>
                  <a:lnTo>
                    <a:pt x="4721249" y="1566821"/>
                  </a:lnTo>
                  <a:lnTo>
                    <a:pt x="4612841" y="1556176"/>
                  </a:lnTo>
                  <a:lnTo>
                    <a:pt x="4510085" y="1544417"/>
                  </a:lnTo>
                  <a:lnTo>
                    <a:pt x="4413933" y="1531495"/>
                  </a:lnTo>
                  <a:lnTo>
                    <a:pt x="4324751" y="1517322"/>
                  </a:lnTo>
                  <a:lnTo>
                    <a:pt x="4242463" y="1501777"/>
                  </a:lnTo>
                  <a:lnTo>
                    <a:pt x="4166683" y="1484704"/>
                  </a:lnTo>
                  <a:lnTo>
                    <a:pt x="4096823" y="1465918"/>
                  </a:lnTo>
                  <a:lnTo>
                    <a:pt x="4032178" y="1445212"/>
                  </a:lnTo>
                  <a:lnTo>
                    <a:pt x="3971990" y="1422369"/>
                  </a:lnTo>
                  <a:lnTo>
                    <a:pt x="3915496" y="1397183"/>
                  </a:lnTo>
                  <a:lnTo>
                    <a:pt x="3861965" y="1369490"/>
                  </a:lnTo>
                  <a:lnTo>
                    <a:pt x="3820202" y="1345096"/>
                  </a:lnTo>
                  <a:lnTo>
                    <a:pt x="3767725" y="1310877"/>
                  </a:lnTo>
                  <a:lnTo>
                    <a:pt x="3716721" y="1273731"/>
                  </a:lnTo>
                  <a:lnTo>
                    <a:pt x="3666723" y="1233602"/>
                  </a:lnTo>
                  <a:lnTo>
                    <a:pt x="3617369" y="1190500"/>
                  </a:lnTo>
                  <a:lnTo>
                    <a:pt x="3568385" y="1144515"/>
                  </a:lnTo>
                  <a:lnTo>
                    <a:pt x="3519570" y="1095814"/>
                  </a:lnTo>
                  <a:lnTo>
                    <a:pt x="3470789" y="1044650"/>
                  </a:lnTo>
                  <a:lnTo>
                    <a:pt x="3421960" y="991359"/>
                  </a:lnTo>
                  <a:lnTo>
                    <a:pt x="3373050" y="936353"/>
                  </a:lnTo>
                  <a:lnTo>
                    <a:pt x="3324057" y="880108"/>
                  </a:lnTo>
                  <a:lnTo>
                    <a:pt x="3275011" y="823152"/>
                  </a:lnTo>
                  <a:lnTo>
                    <a:pt x="3225951" y="766036"/>
                  </a:lnTo>
                  <a:lnTo>
                    <a:pt x="3176923" y="709324"/>
                  </a:lnTo>
                  <a:lnTo>
                    <a:pt x="3127965" y="653558"/>
                  </a:lnTo>
                  <a:lnTo>
                    <a:pt x="3079092" y="599246"/>
                  </a:lnTo>
                  <a:lnTo>
                    <a:pt x="3030291" y="546837"/>
                  </a:lnTo>
                  <a:lnTo>
                    <a:pt x="2981508" y="496712"/>
                  </a:lnTo>
                  <a:lnTo>
                    <a:pt x="2932639" y="449171"/>
                  </a:lnTo>
                  <a:lnTo>
                    <a:pt x="2883522" y="404429"/>
                  </a:lnTo>
                  <a:lnTo>
                    <a:pt x="2833926" y="362620"/>
                  </a:lnTo>
                  <a:lnTo>
                    <a:pt x="2783539" y="323796"/>
                  </a:lnTo>
                  <a:lnTo>
                    <a:pt x="2731956" y="287939"/>
                  </a:lnTo>
                  <a:lnTo>
                    <a:pt x="2702183" y="269019"/>
                  </a:lnTo>
                  <a:lnTo>
                    <a:pt x="2650572" y="239233"/>
                  </a:lnTo>
                  <a:lnTo>
                    <a:pt x="2596538" y="212020"/>
                  </a:lnTo>
                  <a:lnTo>
                    <a:pt x="2539408" y="187287"/>
                  </a:lnTo>
                  <a:lnTo>
                    <a:pt x="2478443" y="164861"/>
                  </a:lnTo>
                  <a:lnTo>
                    <a:pt x="2412877" y="144532"/>
                  </a:lnTo>
                  <a:lnTo>
                    <a:pt x="2341957" y="126083"/>
                  </a:lnTo>
                  <a:lnTo>
                    <a:pt x="2264995" y="109310"/>
                  </a:lnTo>
                  <a:lnTo>
                    <a:pt x="2181436" y="94033"/>
                  </a:lnTo>
                  <a:lnTo>
                    <a:pt x="2090941" y="80103"/>
                  </a:lnTo>
                  <a:lnTo>
                    <a:pt x="1993507" y="67405"/>
                  </a:lnTo>
                  <a:lnTo>
                    <a:pt x="1889598" y="55858"/>
                  </a:lnTo>
                  <a:lnTo>
                    <a:pt x="1780292" y="45418"/>
                  </a:lnTo>
                  <a:lnTo>
                    <a:pt x="1667402" y="36071"/>
                  </a:lnTo>
                  <a:lnTo>
                    <a:pt x="1553534" y="27828"/>
                  </a:lnTo>
                  <a:lnTo>
                    <a:pt x="1442040" y="20712"/>
                  </a:lnTo>
                  <a:lnTo>
                    <a:pt x="1336785" y="14743"/>
                  </a:lnTo>
                  <a:lnTo>
                    <a:pt x="1241757" y="9920"/>
                  </a:lnTo>
                  <a:lnTo>
                    <a:pt x="1160518" y="6208"/>
                  </a:lnTo>
                  <a:lnTo>
                    <a:pt x="1095634" y="3524"/>
                  </a:lnTo>
                  <a:lnTo>
                    <a:pt x="1048193" y="1741"/>
                  </a:lnTo>
                  <a:lnTo>
                    <a:pt x="1017548" y="691"/>
                  </a:lnTo>
                  <a:lnTo>
                    <a:pt x="1001314" y="182"/>
                  </a:lnTo>
                  <a:lnTo>
                    <a:pt x="995544" y="1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1" name="pg680"/>
            <p:cNvSpPr/>
            <p:nvPr/>
          </p:nvSpPr>
          <p:spPr>
            <a:xfrm>
              <a:off x="1199187" y="2824537"/>
              <a:ext cx="12049831" cy="1640318"/>
            </a:xfrm>
            <a:custGeom>
              <a:avLst/>
              <a:pathLst>
                <a:path w="12049831" h="1640318">
                  <a:moveTo>
                    <a:pt x="0" y="10481"/>
                  </a:moveTo>
                  <a:lnTo>
                    <a:pt x="994940" y="10481"/>
                  </a:lnTo>
                  <a:lnTo>
                    <a:pt x="996055" y="10511"/>
                  </a:lnTo>
                  <a:lnTo>
                    <a:pt x="1003421" y="10729"/>
                  </a:lnTo>
                  <a:lnTo>
                    <a:pt x="1022095" y="11330"/>
                  </a:lnTo>
                  <a:lnTo>
                    <a:pt x="1055749" y="12515"/>
                  </a:lnTo>
                  <a:lnTo>
                    <a:pt x="1106452" y="14473"/>
                  </a:lnTo>
                  <a:lnTo>
                    <a:pt x="1174517" y="17368"/>
                  </a:lnTo>
                  <a:lnTo>
                    <a:pt x="1258554" y="21320"/>
                  </a:lnTo>
                  <a:lnTo>
                    <a:pt x="1355772" y="26404"/>
                  </a:lnTo>
                  <a:lnTo>
                    <a:pt x="1462484" y="32648"/>
                  </a:lnTo>
                  <a:lnTo>
                    <a:pt x="1574690" y="40047"/>
                  </a:lnTo>
                  <a:lnTo>
                    <a:pt x="1688595" y="48578"/>
                  </a:lnTo>
                  <a:lnTo>
                    <a:pt x="1800979" y="58221"/>
                  </a:lnTo>
                  <a:lnTo>
                    <a:pt x="1909381" y="68967"/>
                  </a:lnTo>
                  <a:lnTo>
                    <a:pt x="2012135" y="80837"/>
                  </a:lnTo>
                  <a:lnTo>
                    <a:pt x="2108287" y="93881"/>
                  </a:lnTo>
                  <a:lnTo>
                    <a:pt x="2197471" y="108188"/>
                  </a:lnTo>
                  <a:lnTo>
                    <a:pt x="2279762" y="123880"/>
                  </a:lnTo>
                  <a:lnTo>
                    <a:pt x="2355547" y="141113"/>
                  </a:lnTo>
                  <a:lnTo>
                    <a:pt x="2425411" y="160076"/>
                  </a:lnTo>
                  <a:lnTo>
                    <a:pt x="2490060" y="180976"/>
                  </a:lnTo>
                  <a:lnTo>
                    <a:pt x="2550250" y="204034"/>
                  </a:lnTo>
                  <a:lnTo>
                    <a:pt x="2606746" y="229456"/>
                  </a:lnTo>
                  <a:lnTo>
                    <a:pt x="2660277" y="257408"/>
                  </a:lnTo>
                  <a:lnTo>
                    <a:pt x="2702183" y="282120"/>
                  </a:lnTo>
                  <a:lnTo>
                    <a:pt x="2754540" y="316588"/>
                  </a:lnTo>
                  <a:lnTo>
                    <a:pt x="2805428" y="353997"/>
                  </a:lnTo>
                  <a:lnTo>
                    <a:pt x="2855313" y="394405"/>
                  </a:lnTo>
                  <a:lnTo>
                    <a:pt x="2904556" y="437800"/>
                  </a:lnTo>
                  <a:lnTo>
                    <a:pt x="2953428" y="484095"/>
                  </a:lnTo>
                  <a:lnTo>
                    <a:pt x="3002130" y="533122"/>
                  </a:lnTo>
                  <a:lnTo>
                    <a:pt x="3050797" y="584628"/>
                  </a:lnTo>
                  <a:lnTo>
                    <a:pt x="3099510" y="638278"/>
                  </a:lnTo>
                  <a:lnTo>
                    <a:pt x="3148305" y="693660"/>
                  </a:lnTo>
                  <a:lnTo>
                    <a:pt x="3197181" y="750297"/>
                  </a:lnTo>
                  <a:lnTo>
                    <a:pt x="3246112" y="807664"/>
                  </a:lnTo>
                  <a:lnTo>
                    <a:pt x="3295057" y="865203"/>
                  </a:lnTo>
                  <a:lnTo>
                    <a:pt x="3343971" y="922354"/>
                  </a:lnTo>
                  <a:lnTo>
                    <a:pt x="3392818" y="978570"/>
                  </a:lnTo>
                  <a:lnTo>
                    <a:pt x="3441580" y="1033340"/>
                  </a:lnTo>
                  <a:lnTo>
                    <a:pt x="3490268" y="1086212"/>
                  </a:lnTo>
                  <a:lnTo>
                    <a:pt x="3538936" y="1136802"/>
                  </a:lnTo>
                  <a:lnTo>
                    <a:pt x="3587684" y="1184805"/>
                  </a:lnTo>
                  <a:lnTo>
                    <a:pt x="3636671" y="1230003"/>
                  </a:lnTo>
                  <a:lnTo>
                    <a:pt x="3686124" y="1272257"/>
                  </a:lnTo>
                  <a:lnTo>
                    <a:pt x="3736346" y="1311512"/>
                  </a:lnTo>
                  <a:lnTo>
                    <a:pt x="3787737" y="1347782"/>
                  </a:lnTo>
                  <a:lnTo>
                    <a:pt x="3820202" y="1368678"/>
                  </a:lnTo>
                  <a:lnTo>
                    <a:pt x="3871807" y="1398751"/>
                  </a:lnTo>
                  <a:lnTo>
                    <a:pt x="3925834" y="1426227"/>
                  </a:lnTo>
                  <a:lnTo>
                    <a:pt x="3982956" y="1451198"/>
                  </a:lnTo>
                  <a:lnTo>
                    <a:pt x="4043912" y="1473840"/>
                  </a:lnTo>
                  <a:lnTo>
                    <a:pt x="4109468" y="1494366"/>
                  </a:lnTo>
                  <a:lnTo>
                    <a:pt x="4180376" y="1512994"/>
                  </a:lnTo>
                  <a:lnTo>
                    <a:pt x="4257323" y="1529930"/>
                  </a:lnTo>
                  <a:lnTo>
                    <a:pt x="4340866" y="1545355"/>
                  </a:lnTo>
                  <a:lnTo>
                    <a:pt x="4431344" y="1559420"/>
                  </a:lnTo>
                  <a:lnTo>
                    <a:pt x="4528759" y="1572242"/>
                  </a:lnTo>
                  <a:lnTo>
                    <a:pt x="4632647" y="1583901"/>
                  </a:lnTo>
                  <a:lnTo>
                    <a:pt x="4741934" y="1594443"/>
                  </a:lnTo>
                  <a:lnTo>
                    <a:pt x="4854808" y="1603881"/>
                  </a:lnTo>
                  <a:lnTo>
                    <a:pt x="4968662" y="1612205"/>
                  </a:lnTo>
                  <a:lnTo>
                    <a:pt x="5080151" y="1619392"/>
                  </a:lnTo>
                  <a:lnTo>
                    <a:pt x="5185409" y="1625421"/>
                  </a:lnTo>
                  <a:lnTo>
                    <a:pt x="5280450" y="1630292"/>
                  </a:lnTo>
                  <a:lnTo>
                    <a:pt x="5361710" y="1634043"/>
                  </a:lnTo>
                  <a:lnTo>
                    <a:pt x="5426624" y="1636754"/>
                  </a:lnTo>
                  <a:lnTo>
                    <a:pt x="5474100" y="1638556"/>
                  </a:lnTo>
                  <a:lnTo>
                    <a:pt x="5504780" y="1639618"/>
                  </a:lnTo>
                  <a:lnTo>
                    <a:pt x="5521044" y="1640133"/>
                  </a:lnTo>
                  <a:lnTo>
                    <a:pt x="5526835" y="1640301"/>
                  </a:lnTo>
                  <a:lnTo>
                    <a:pt x="5527445" y="1640318"/>
                  </a:lnTo>
                  <a:lnTo>
                    <a:pt x="6522385" y="1640318"/>
                  </a:lnTo>
                  <a:lnTo>
                    <a:pt x="6523513" y="1640298"/>
                  </a:lnTo>
                  <a:lnTo>
                    <a:pt x="6530953" y="1640153"/>
                  </a:lnTo>
                  <a:lnTo>
                    <a:pt x="6549813" y="1639752"/>
                  </a:lnTo>
                  <a:lnTo>
                    <a:pt x="6583787" y="1638963"/>
                  </a:lnTo>
                  <a:lnTo>
                    <a:pt x="6634947" y="1637658"/>
                  </a:lnTo>
                  <a:lnTo>
                    <a:pt x="6703581" y="1635731"/>
                  </a:lnTo>
                  <a:lnTo>
                    <a:pt x="6788252" y="1633099"/>
                  </a:lnTo>
                  <a:lnTo>
                    <a:pt x="6886112" y="1629716"/>
                  </a:lnTo>
                  <a:lnTo>
                    <a:pt x="6993423" y="1625563"/>
                  </a:lnTo>
                  <a:lnTo>
                    <a:pt x="7106139" y="1620644"/>
                  </a:lnTo>
                  <a:lnTo>
                    <a:pt x="7220441" y="1614973"/>
                  </a:lnTo>
                  <a:lnTo>
                    <a:pt x="7333100" y="1608565"/>
                  </a:lnTo>
                  <a:lnTo>
                    <a:pt x="7441664" y="1601424"/>
                  </a:lnTo>
                  <a:lnTo>
                    <a:pt x="7544481" y="1593537"/>
                  </a:lnTo>
                  <a:lnTo>
                    <a:pt x="7640619" y="1584867"/>
                  </a:lnTo>
                  <a:lnTo>
                    <a:pt x="7729734" y="1575355"/>
                  </a:lnTo>
                  <a:lnTo>
                    <a:pt x="7811923" y="1564919"/>
                  </a:lnTo>
                  <a:lnTo>
                    <a:pt x="7887590" y="1553453"/>
                  </a:lnTo>
                  <a:lnTo>
                    <a:pt x="7957337" y="1540830"/>
                  </a:lnTo>
                  <a:lnTo>
                    <a:pt x="8021882" y="1526911"/>
                  </a:lnTo>
                  <a:lnTo>
                    <a:pt x="8081991" y="1511551"/>
                  </a:lnTo>
                  <a:lnTo>
                    <a:pt x="8138436" y="1494611"/>
                  </a:lnTo>
                  <a:lnTo>
                    <a:pt x="8191950" y="1475985"/>
                  </a:lnTo>
                  <a:lnTo>
                    <a:pt x="8229629" y="1461263"/>
                  </a:lnTo>
                  <a:lnTo>
                    <a:pt x="8286289" y="1436557"/>
                  </a:lnTo>
                  <a:lnTo>
                    <a:pt x="8341273" y="1409569"/>
                  </a:lnTo>
                  <a:lnTo>
                    <a:pt x="8395157" y="1380259"/>
                  </a:lnTo>
                  <a:lnTo>
                    <a:pt x="8448374" y="1348648"/>
                  </a:lnTo>
                  <a:lnTo>
                    <a:pt x="8501242" y="1314831"/>
                  </a:lnTo>
                  <a:lnTo>
                    <a:pt x="8553985" y="1278974"/>
                  </a:lnTo>
                  <a:lnTo>
                    <a:pt x="8606740" y="1241321"/>
                  </a:lnTo>
                  <a:lnTo>
                    <a:pt x="8659579" y="1202190"/>
                  </a:lnTo>
                  <a:lnTo>
                    <a:pt x="8712517" y="1161961"/>
                  </a:lnTo>
                  <a:lnTo>
                    <a:pt x="8765530" y="1121064"/>
                  </a:lnTo>
                  <a:lnTo>
                    <a:pt x="8818567" y="1079961"/>
                  </a:lnTo>
                  <a:lnTo>
                    <a:pt x="8871572" y="1039125"/>
                  </a:lnTo>
                  <a:lnTo>
                    <a:pt x="8924498" y="999014"/>
                  </a:lnTo>
                  <a:lnTo>
                    <a:pt x="8977325" y="960052"/>
                  </a:lnTo>
                  <a:lnTo>
                    <a:pt x="9030073" y="922614"/>
                  </a:lnTo>
                  <a:lnTo>
                    <a:pt x="9082822" y="887007"/>
                  </a:lnTo>
                  <a:lnTo>
                    <a:pt x="9135721" y="853466"/>
                  </a:lnTo>
                  <a:lnTo>
                    <a:pt x="9189003" y="822148"/>
                  </a:lnTo>
                  <a:lnTo>
                    <a:pt x="9243002" y="793137"/>
                  </a:lnTo>
                  <a:lnTo>
                    <a:pt x="9298167" y="766445"/>
                  </a:lnTo>
                  <a:lnTo>
                    <a:pt x="9347647" y="745043"/>
                  </a:lnTo>
                  <a:lnTo>
                    <a:pt x="9399438" y="725154"/>
                  </a:lnTo>
                  <a:lnTo>
                    <a:pt x="9453670" y="706988"/>
                  </a:lnTo>
                  <a:lnTo>
                    <a:pt x="9511024" y="690484"/>
                  </a:lnTo>
                  <a:lnTo>
                    <a:pt x="9572247" y="675524"/>
                  </a:lnTo>
                  <a:lnTo>
                    <a:pt x="9638114" y="661968"/>
                  </a:lnTo>
                  <a:lnTo>
                    <a:pt x="9709383" y="649668"/>
                  </a:lnTo>
                  <a:lnTo>
                    <a:pt x="9786747" y="638490"/>
                  </a:lnTo>
                  <a:lnTo>
                    <a:pt x="9870765" y="628311"/>
                  </a:lnTo>
                  <a:lnTo>
                    <a:pt x="9961771" y="619033"/>
                  </a:lnTo>
                  <a:lnTo>
                    <a:pt x="10059757" y="610578"/>
                  </a:lnTo>
                  <a:lnTo>
                    <a:pt x="10164235" y="602893"/>
                  </a:lnTo>
                  <a:lnTo>
                    <a:pt x="10274093" y="595950"/>
                  </a:lnTo>
                  <a:lnTo>
                    <a:pt x="10387467" y="589739"/>
                  </a:lnTo>
                  <a:lnTo>
                    <a:pt x="10501690" y="584268"/>
                  </a:lnTo>
                  <a:lnTo>
                    <a:pt x="10613348" y="579553"/>
                  </a:lnTo>
                  <a:lnTo>
                    <a:pt x="10718518" y="575606"/>
                  </a:lnTo>
                  <a:lnTo>
                    <a:pt x="10813179" y="572428"/>
                  </a:lnTo>
                  <a:lnTo>
                    <a:pt x="10893776" y="569992"/>
                  </a:lnTo>
                  <a:lnTo>
                    <a:pt x="10957793" y="568240"/>
                  </a:lnTo>
                  <a:lnTo>
                    <a:pt x="11004238" y="567086"/>
                  </a:lnTo>
                  <a:lnTo>
                    <a:pt x="11033882" y="566414"/>
                  </a:lnTo>
                  <a:lnTo>
                    <a:pt x="11049253" y="566095"/>
                  </a:lnTo>
                  <a:lnTo>
                    <a:pt x="11054443" y="565996"/>
                  </a:lnTo>
                  <a:lnTo>
                    <a:pt x="11054891" y="565988"/>
                  </a:lnTo>
                  <a:lnTo>
                    <a:pt x="12049831" y="565988"/>
                  </a:lnTo>
                  <a:lnTo>
                    <a:pt x="12049831" y="555507"/>
                  </a:lnTo>
                  <a:lnTo>
                    <a:pt x="11054891" y="555507"/>
                  </a:lnTo>
                  <a:lnTo>
                    <a:pt x="11053764" y="555527"/>
                  </a:lnTo>
                  <a:lnTo>
                    <a:pt x="11046323" y="555672"/>
                  </a:lnTo>
                  <a:lnTo>
                    <a:pt x="11027464" y="556073"/>
                  </a:lnTo>
                  <a:lnTo>
                    <a:pt x="10993489" y="556862"/>
                  </a:lnTo>
                  <a:lnTo>
                    <a:pt x="10942329" y="558166"/>
                  </a:lnTo>
                  <a:lnTo>
                    <a:pt x="10873695" y="560094"/>
                  </a:lnTo>
                  <a:lnTo>
                    <a:pt x="10789025" y="562725"/>
                  </a:lnTo>
                  <a:lnTo>
                    <a:pt x="10691164" y="566108"/>
                  </a:lnTo>
                  <a:lnTo>
                    <a:pt x="10583854" y="570262"/>
                  </a:lnTo>
                  <a:lnTo>
                    <a:pt x="10471138" y="575181"/>
                  </a:lnTo>
                  <a:lnTo>
                    <a:pt x="10356835" y="580852"/>
                  </a:lnTo>
                  <a:lnTo>
                    <a:pt x="10244176" y="587260"/>
                  </a:lnTo>
                  <a:lnTo>
                    <a:pt x="10135612" y="594401"/>
                  </a:lnTo>
                  <a:lnTo>
                    <a:pt x="10032796" y="602288"/>
                  </a:lnTo>
                  <a:lnTo>
                    <a:pt x="9936657" y="610958"/>
                  </a:lnTo>
                  <a:lnTo>
                    <a:pt x="9847542" y="620469"/>
                  </a:lnTo>
                  <a:lnTo>
                    <a:pt x="9765353" y="630905"/>
                  </a:lnTo>
                  <a:lnTo>
                    <a:pt x="9689687" y="642372"/>
                  </a:lnTo>
                  <a:lnTo>
                    <a:pt x="9619939" y="654995"/>
                  </a:lnTo>
                  <a:lnTo>
                    <a:pt x="9555395" y="668913"/>
                  </a:lnTo>
                  <a:lnTo>
                    <a:pt x="9495286" y="684274"/>
                  </a:lnTo>
                  <a:lnTo>
                    <a:pt x="9438841" y="701214"/>
                  </a:lnTo>
                  <a:lnTo>
                    <a:pt x="9385327" y="719840"/>
                  </a:lnTo>
                  <a:lnTo>
                    <a:pt x="9347647" y="734562"/>
                  </a:lnTo>
                  <a:lnTo>
                    <a:pt x="9290988" y="759268"/>
                  </a:lnTo>
                  <a:lnTo>
                    <a:pt x="9236003" y="786256"/>
                  </a:lnTo>
                  <a:lnTo>
                    <a:pt x="9182119" y="815566"/>
                  </a:lnTo>
                  <a:lnTo>
                    <a:pt x="9128903" y="847176"/>
                  </a:lnTo>
                  <a:lnTo>
                    <a:pt x="9076034" y="880994"/>
                  </a:lnTo>
                  <a:lnTo>
                    <a:pt x="9023292" y="916851"/>
                  </a:lnTo>
                  <a:lnTo>
                    <a:pt x="8970537" y="954503"/>
                  </a:lnTo>
                  <a:lnTo>
                    <a:pt x="8917698" y="993635"/>
                  </a:lnTo>
                  <a:lnTo>
                    <a:pt x="8864759" y="1033864"/>
                  </a:lnTo>
                  <a:lnTo>
                    <a:pt x="8811747" y="1074761"/>
                  </a:lnTo>
                  <a:lnTo>
                    <a:pt x="8758710" y="1115863"/>
                  </a:lnTo>
                  <a:lnTo>
                    <a:pt x="8705704" y="1156700"/>
                  </a:lnTo>
                  <a:lnTo>
                    <a:pt x="8652778" y="1196811"/>
                  </a:lnTo>
                  <a:lnTo>
                    <a:pt x="8599952" y="1235772"/>
                  </a:lnTo>
                  <a:lnTo>
                    <a:pt x="8547204" y="1273210"/>
                  </a:lnTo>
                  <a:lnTo>
                    <a:pt x="8494455" y="1308817"/>
                  </a:lnTo>
                  <a:lnTo>
                    <a:pt x="8441556" y="1342359"/>
                  </a:lnTo>
                  <a:lnTo>
                    <a:pt x="8388273" y="1373677"/>
                  </a:lnTo>
                  <a:lnTo>
                    <a:pt x="8334275" y="1402688"/>
                  </a:lnTo>
                  <a:lnTo>
                    <a:pt x="8279110" y="1429379"/>
                  </a:lnTo>
                  <a:lnTo>
                    <a:pt x="8229629" y="1450782"/>
                  </a:lnTo>
                  <a:lnTo>
                    <a:pt x="8177838" y="1470671"/>
                  </a:lnTo>
                  <a:lnTo>
                    <a:pt x="8123606" y="1488837"/>
                  </a:lnTo>
                  <a:lnTo>
                    <a:pt x="8066252" y="1505341"/>
                  </a:lnTo>
                  <a:lnTo>
                    <a:pt x="8005029" y="1520301"/>
                  </a:lnTo>
                  <a:lnTo>
                    <a:pt x="7939163" y="1533857"/>
                  </a:lnTo>
                  <a:lnTo>
                    <a:pt x="7867894" y="1546156"/>
                  </a:lnTo>
                  <a:lnTo>
                    <a:pt x="7790530" y="1557335"/>
                  </a:lnTo>
                  <a:lnTo>
                    <a:pt x="7706511" y="1567513"/>
                  </a:lnTo>
                  <a:lnTo>
                    <a:pt x="7615505" y="1576792"/>
                  </a:lnTo>
                  <a:lnTo>
                    <a:pt x="7517519" y="1585247"/>
                  </a:lnTo>
                  <a:lnTo>
                    <a:pt x="7413041" y="1592931"/>
                  </a:lnTo>
                  <a:lnTo>
                    <a:pt x="7303184" y="1599875"/>
                  </a:lnTo>
                  <a:lnTo>
                    <a:pt x="7189809" y="1606086"/>
                  </a:lnTo>
                  <a:lnTo>
                    <a:pt x="7075586" y="1611557"/>
                  </a:lnTo>
                  <a:lnTo>
                    <a:pt x="6963928" y="1616272"/>
                  </a:lnTo>
                  <a:lnTo>
                    <a:pt x="6858759" y="1620218"/>
                  </a:lnTo>
                  <a:lnTo>
                    <a:pt x="6764097" y="1623397"/>
                  </a:lnTo>
                  <a:lnTo>
                    <a:pt x="6683501" y="1625833"/>
                  </a:lnTo>
                  <a:lnTo>
                    <a:pt x="6619483" y="1627584"/>
                  </a:lnTo>
                  <a:lnTo>
                    <a:pt x="6573038" y="1628739"/>
                  </a:lnTo>
                  <a:lnTo>
                    <a:pt x="6543394" y="1629411"/>
                  </a:lnTo>
                  <a:lnTo>
                    <a:pt x="6528024" y="1629730"/>
                  </a:lnTo>
                  <a:lnTo>
                    <a:pt x="6522833" y="1629829"/>
                  </a:lnTo>
                  <a:lnTo>
                    <a:pt x="6522385" y="1629837"/>
                  </a:lnTo>
                  <a:lnTo>
                    <a:pt x="5527445" y="1629837"/>
                  </a:lnTo>
                  <a:lnTo>
                    <a:pt x="5526330" y="1629806"/>
                  </a:lnTo>
                  <a:lnTo>
                    <a:pt x="5518964" y="1629589"/>
                  </a:lnTo>
                  <a:lnTo>
                    <a:pt x="5500290" y="1628987"/>
                  </a:lnTo>
                  <a:lnTo>
                    <a:pt x="5466636" y="1627803"/>
                  </a:lnTo>
                  <a:lnTo>
                    <a:pt x="5415933" y="1625844"/>
                  </a:lnTo>
                  <a:lnTo>
                    <a:pt x="5347868" y="1622950"/>
                  </a:lnTo>
                  <a:lnTo>
                    <a:pt x="5263831" y="1618997"/>
                  </a:lnTo>
                  <a:lnTo>
                    <a:pt x="5166613" y="1613913"/>
                  </a:lnTo>
                  <a:lnTo>
                    <a:pt x="5059901" y="1607669"/>
                  </a:lnTo>
                  <a:lnTo>
                    <a:pt x="4947695" y="1600271"/>
                  </a:lnTo>
                  <a:lnTo>
                    <a:pt x="4833790" y="1591739"/>
                  </a:lnTo>
                  <a:lnTo>
                    <a:pt x="4721406" y="1582097"/>
                  </a:lnTo>
                  <a:lnTo>
                    <a:pt x="4613004" y="1571351"/>
                  </a:lnTo>
                  <a:lnTo>
                    <a:pt x="4510250" y="1559481"/>
                  </a:lnTo>
                  <a:lnTo>
                    <a:pt x="4414098" y="1546436"/>
                  </a:lnTo>
                  <a:lnTo>
                    <a:pt x="4324914" y="1532130"/>
                  </a:lnTo>
                  <a:lnTo>
                    <a:pt x="4242623" y="1516438"/>
                  </a:lnTo>
                  <a:lnTo>
                    <a:pt x="4166838" y="1499204"/>
                  </a:lnTo>
                  <a:lnTo>
                    <a:pt x="4096974" y="1480242"/>
                  </a:lnTo>
                  <a:lnTo>
                    <a:pt x="4032325" y="1459341"/>
                  </a:lnTo>
                  <a:lnTo>
                    <a:pt x="3972135" y="1436284"/>
                  </a:lnTo>
                  <a:lnTo>
                    <a:pt x="3915639" y="1410861"/>
                  </a:lnTo>
                  <a:lnTo>
                    <a:pt x="3862108" y="1382909"/>
                  </a:lnTo>
                  <a:lnTo>
                    <a:pt x="3820202" y="1358197"/>
                  </a:lnTo>
                  <a:lnTo>
                    <a:pt x="3767845" y="1323730"/>
                  </a:lnTo>
                  <a:lnTo>
                    <a:pt x="3716957" y="1286320"/>
                  </a:lnTo>
                  <a:lnTo>
                    <a:pt x="3667072" y="1245912"/>
                  </a:lnTo>
                  <a:lnTo>
                    <a:pt x="3617829" y="1202517"/>
                  </a:lnTo>
                  <a:lnTo>
                    <a:pt x="3568957" y="1156222"/>
                  </a:lnTo>
                  <a:lnTo>
                    <a:pt x="3520255" y="1107195"/>
                  </a:lnTo>
                  <a:lnTo>
                    <a:pt x="3471588" y="1055689"/>
                  </a:lnTo>
                  <a:lnTo>
                    <a:pt x="3422875" y="1002039"/>
                  </a:lnTo>
                  <a:lnTo>
                    <a:pt x="3374080" y="946657"/>
                  </a:lnTo>
                  <a:lnTo>
                    <a:pt x="3325204" y="890020"/>
                  </a:lnTo>
                  <a:lnTo>
                    <a:pt x="3276273" y="832654"/>
                  </a:lnTo>
                  <a:lnTo>
                    <a:pt x="3227328" y="775114"/>
                  </a:lnTo>
                  <a:lnTo>
                    <a:pt x="3178414" y="717963"/>
                  </a:lnTo>
                  <a:lnTo>
                    <a:pt x="3129567" y="661748"/>
                  </a:lnTo>
                  <a:lnTo>
                    <a:pt x="3080805" y="606977"/>
                  </a:lnTo>
                  <a:lnTo>
                    <a:pt x="3032117" y="554105"/>
                  </a:lnTo>
                  <a:lnTo>
                    <a:pt x="2983449" y="503516"/>
                  </a:lnTo>
                  <a:lnTo>
                    <a:pt x="2934701" y="455512"/>
                  </a:lnTo>
                  <a:lnTo>
                    <a:pt x="2885714" y="410315"/>
                  </a:lnTo>
                  <a:lnTo>
                    <a:pt x="2836261" y="368060"/>
                  </a:lnTo>
                  <a:lnTo>
                    <a:pt x="2786039" y="328805"/>
                  </a:lnTo>
                  <a:lnTo>
                    <a:pt x="2734648" y="292535"/>
                  </a:lnTo>
                  <a:lnTo>
                    <a:pt x="2702183" y="271639"/>
                  </a:lnTo>
                  <a:lnTo>
                    <a:pt x="2650578" y="241567"/>
                  </a:lnTo>
                  <a:lnTo>
                    <a:pt x="2596551" y="214091"/>
                  </a:lnTo>
                  <a:lnTo>
                    <a:pt x="2539429" y="189120"/>
                  </a:lnTo>
                  <a:lnTo>
                    <a:pt x="2478473" y="166477"/>
                  </a:lnTo>
                  <a:lnTo>
                    <a:pt x="2412917" y="145951"/>
                  </a:lnTo>
                  <a:lnTo>
                    <a:pt x="2342009" y="127323"/>
                  </a:lnTo>
                  <a:lnTo>
                    <a:pt x="2265062" y="110388"/>
                  </a:lnTo>
                  <a:lnTo>
                    <a:pt x="2181519" y="94963"/>
                  </a:lnTo>
                  <a:lnTo>
                    <a:pt x="2091041" y="80898"/>
                  </a:lnTo>
                  <a:lnTo>
                    <a:pt x="1993626" y="68076"/>
                  </a:lnTo>
                  <a:lnTo>
                    <a:pt x="1889738" y="56416"/>
                  </a:lnTo>
                  <a:lnTo>
                    <a:pt x="1780451" y="45875"/>
                  </a:lnTo>
                  <a:lnTo>
                    <a:pt x="1667577" y="36436"/>
                  </a:lnTo>
                  <a:lnTo>
                    <a:pt x="1553722" y="28112"/>
                  </a:lnTo>
                  <a:lnTo>
                    <a:pt x="1442234" y="20926"/>
                  </a:lnTo>
                  <a:lnTo>
                    <a:pt x="1336976" y="14897"/>
                  </a:lnTo>
                  <a:lnTo>
                    <a:pt x="1241935" y="10025"/>
                  </a:lnTo>
                  <a:lnTo>
                    <a:pt x="1160675" y="6275"/>
                  </a:lnTo>
                  <a:lnTo>
                    <a:pt x="1095761" y="3564"/>
                  </a:lnTo>
                  <a:lnTo>
                    <a:pt x="1048285" y="1762"/>
                  </a:lnTo>
                  <a:lnTo>
                    <a:pt x="1017605" y="700"/>
                  </a:lnTo>
                  <a:lnTo>
                    <a:pt x="1001341" y="185"/>
                  </a:lnTo>
                  <a:lnTo>
                    <a:pt x="995550" y="1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82" name="pl681"/>
            <p:cNvSpPr/>
            <p:nvPr/>
          </p:nvSpPr>
          <p:spPr>
            <a:xfrm>
              <a:off x="1199187" y="2835018"/>
              <a:ext cx="12049831" cy="1629837"/>
            </a:xfrm>
            <a:custGeom>
              <a:avLst/>
              <a:pathLst>
                <a:path w="12049831" h="1629837">
                  <a:moveTo>
                    <a:pt x="0" y="0"/>
                  </a:moveTo>
                  <a:lnTo>
                    <a:pt x="994940" y="0"/>
                  </a:lnTo>
                  <a:lnTo>
                    <a:pt x="996055" y="30"/>
                  </a:lnTo>
                  <a:lnTo>
                    <a:pt x="1003421" y="248"/>
                  </a:lnTo>
                  <a:lnTo>
                    <a:pt x="1022095" y="849"/>
                  </a:lnTo>
                  <a:lnTo>
                    <a:pt x="1055749" y="2033"/>
                  </a:lnTo>
                  <a:lnTo>
                    <a:pt x="1106452" y="3992"/>
                  </a:lnTo>
                  <a:lnTo>
                    <a:pt x="1174517" y="6886"/>
                  </a:lnTo>
                  <a:lnTo>
                    <a:pt x="1258554" y="10839"/>
                  </a:lnTo>
                  <a:lnTo>
                    <a:pt x="1355772" y="15923"/>
                  </a:lnTo>
                  <a:lnTo>
                    <a:pt x="1462484" y="22167"/>
                  </a:lnTo>
                  <a:lnTo>
                    <a:pt x="1574690" y="29566"/>
                  </a:lnTo>
                  <a:lnTo>
                    <a:pt x="1688595" y="38097"/>
                  </a:lnTo>
                  <a:lnTo>
                    <a:pt x="1800979" y="47739"/>
                  </a:lnTo>
                  <a:lnTo>
                    <a:pt x="1909381" y="58486"/>
                  </a:lnTo>
                  <a:lnTo>
                    <a:pt x="2012135" y="70355"/>
                  </a:lnTo>
                  <a:lnTo>
                    <a:pt x="2108287" y="83400"/>
                  </a:lnTo>
                  <a:lnTo>
                    <a:pt x="2197471" y="97707"/>
                  </a:lnTo>
                  <a:lnTo>
                    <a:pt x="2279762" y="113398"/>
                  </a:lnTo>
                  <a:lnTo>
                    <a:pt x="2355547" y="130632"/>
                  </a:lnTo>
                  <a:lnTo>
                    <a:pt x="2425411" y="149595"/>
                  </a:lnTo>
                  <a:lnTo>
                    <a:pt x="2490060" y="170495"/>
                  </a:lnTo>
                  <a:lnTo>
                    <a:pt x="2550250" y="193552"/>
                  </a:lnTo>
                  <a:lnTo>
                    <a:pt x="2606746" y="218975"/>
                  </a:lnTo>
                  <a:lnTo>
                    <a:pt x="2660277" y="246927"/>
                  </a:lnTo>
                  <a:lnTo>
                    <a:pt x="2702183" y="271639"/>
                  </a:lnTo>
                  <a:lnTo>
                    <a:pt x="2754540" y="306106"/>
                  </a:lnTo>
                  <a:lnTo>
                    <a:pt x="2805428" y="343516"/>
                  </a:lnTo>
                  <a:lnTo>
                    <a:pt x="2855313" y="383924"/>
                  </a:lnTo>
                  <a:lnTo>
                    <a:pt x="2904556" y="427319"/>
                  </a:lnTo>
                  <a:lnTo>
                    <a:pt x="2953428" y="473614"/>
                  </a:lnTo>
                  <a:lnTo>
                    <a:pt x="3002130" y="522641"/>
                  </a:lnTo>
                  <a:lnTo>
                    <a:pt x="3050797" y="574147"/>
                  </a:lnTo>
                  <a:lnTo>
                    <a:pt x="3099510" y="627797"/>
                  </a:lnTo>
                  <a:lnTo>
                    <a:pt x="3148305" y="683179"/>
                  </a:lnTo>
                  <a:lnTo>
                    <a:pt x="3197181" y="739816"/>
                  </a:lnTo>
                  <a:lnTo>
                    <a:pt x="3246112" y="797182"/>
                  </a:lnTo>
                  <a:lnTo>
                    <a:pt x="3295057" y="854722"/>
                  </a:lnTo>
                  <a:lnTo>
                    <a:pt x="3343971" y="911873"/>
                  </a:lnTo>
                  <a:lnTo>
                    <a:pt x="3392818" y="968088"/>
                  </a:lnTo>
                  <a:lnTo>
                    <a:pt x="3441580" y="1022859"/>
                  </a:lnTo>
                  <a:lnTo>
                    <a:pt x="3490268" y="1075731"/>
                  </a:lnTo>
                  <a:lnTo>
                    <a:pt x="3538936" y="1126321"/>
                  </a:lnTo>
                  <a:lnTo>
                    <a:pt x="3587684" y="1174324"/>
                  </a:lnTo>
                  <a:lnTo>
                    <a:pt x="3636671" y="1219521"/>
                  </a:lnTo>
                  <a:lnTo>
                    <a:pt x="3686124" y="1261776"/>
                  </a:lnTo>
                  <a:lnTo>
                    <a:pt x="3736346" y="1301031"/>
                  </a:lnTo>
                  <a:lnTo>
                    <a:pt x="3787737" y="1337301"/>
                  </a:lnTo>
                  <a:lnTo>
                    <a:pt x="3820202" y="1358197"/>
                  </a:lnTo>
                  <a:lnTo>
                    <a:pt x="3871807" y="1388269"/>
                  </a:lnTo>
                  <a:lnTo>
                    <a:pt x="3925834" y="1415745"/>
                  </a:lnTo>
                  <a:lnTo>
                    <a:pt x="3982956" y="1440717"/>
                  </a:lnTo>
                  <a:lnTo>
                    <a:pt x="4043912" y="1463359"/>
                  </a:lnTo>
                  <a:lnTo>
                    <a:pt x="4109468" y="1483885"/>
                  </a:lnTo>
                  <a:lnTo>
                    <a:pt x="4180376" y="1502513"/>
                  </a:lnTo>
                  <a:lnTo>
                    <a:pt x="4257323" y="1519448"/>
                  </a:lnTo>
                  <a:lnTo>
                    <a:pt x="4340866" y="1534873"/>
                  </a:lnTo>
                  <a:lnTo>
                    <a:pt x="4431344" y="1548939"/>
                  </a:lnTo>
                  <a:lnTo>
                    <a:pt x="4528759" y="1561761"/>
                  </a:lnTo>
                  <a:lnTo>
                    <a:pt x="4632647" y="1573420"/>
                  </a:lnTo>
                  <a:lnTo>
                    <a:pt x="4741934" y="1583962"/>
                  </a:lnTo>
                  <a:lnTo>
                    <a:pt x="4854808" y="1593400"/>
                  </a:lnTo>
                  <a:lnTo>
                    <a:pt x="4968662" y="1601724"/>
                  </a:lnTo>
                  <a:lnTo>
                    <a:pt x="5080151" y="1608911"/>
                  </a:lnTo>
                  <a:lnTo>
                    <a:pt x="5185409" y="1614940"/>
                  </a:lnTo>
                  <a:lnTo>
                    <a:pt x="5280450" y="1619811"/>
                  </a:lnTo>
                  <a:lnTo>
                    <a:pt x="5361710" y="1623561"/>
                  </a:lnTo>
                  <a:lnTo>
                    <a:pt x="5426624" y="1626272"/>
                  </a:lnTo>
                  <a:lnTo>
                    <a:pt x="5474100" y="1628074"/>
                  </a:lnTo>
                  <a:lnTo>
                    <a:pt x="5504780" y="1629137"/>
                  </a:lnTo>
                  <a:lnTo>
                    <a:pt x="5521044" y="1629652"/>
                  </a:lnTo>
                  <a:lnTo>
                    <a:pt x="5526835" y="1629820"/>
                  </a:lnTo>
                  <a:lnTo>
                    <a:pt x="5527445" y="1629837"/>
                  </a:lnTo>
                  <a:lnTo>
                    <a:pt x="6522385" y="1629837"/>
                  </a:lnTo>
                  <a:lnTo>
                    <a:pt x="6523513" y="1629816"/>
                  </a:lnTo>
                  <a:lnTo>
                    <a:pt x="6530953" y="1629671"/>
                  </a:lnTo>
                  <a:lnTo>
                    <a:pt x="6549813" y="1629271"/>
                  </a:lnTo>
                  <a:lnTo>
                    <a:pt x="6583787" y="1628482"/>
                  </a:lnTo>
                  <a:lnTo>
                    <a:pt x="6634947" y="1627177"/>
                  </a:lnTo>
                  <a:lnTo>
                    <a:pt x="6703581" y="1625249"/>
                  </a:lnTo>
                  <a:lnTo>
                    <a:pt x="6788252" y="1622618"/>
                  </a:lnTo>
                  <a:lnTo>
                    <a:pt x="6886112" y="1619235"/>
                  </a:lnTo>
                  <a:lnTo>
                    <a:pt x="6993423" y="1615082"/>
                  </a:lnTo>
                  <a:lnTo>
                    <a:pt x="7106139" y="1610162"/>
                  </a:lnTo>
                  <a:lnTo>
                    <a:pt x="7220441" y="1604492"/>
                  </a:lnTo>
                  <a:lnTo>
                    <a:pt x="7333100" y="1598084"/>
                  </a:lnTo>
                  <a:lnTo>
                    <a:pt x="7441664" y="1590943"/>
                  </a:lnTo>
                  <a:lnTo>
                    <a:pt x="7544481" y="1583055"/>
                  </a:lnTo>
                  <a:lnTo>
                    <a:pt x="7640619" y="1574385"/>
                  </a:lnTo>
                  <a:lnTo>
                    <a:pt x="7729734" y="1564874"/>
                  </a:lnTo>
                  <a:lnTo>
                    <a:pt x="7811923" y="1554438"/>
                  </a:lnTo>
                  <a:lnTo>
                    <a:pt x="7887590" y="1542971"/>
                  </a:lnTo>
                  <a:lnTo>
                    <a:pt x="7957337" y="1530349"/>
                  </a:lnTo>
                  <a:lnTo>
                    <a:pt x="8021882" y="1516430"/>
                  </a:lnTo>
                  <a:lnTo>
                    <a:pt x="8081991" y="1501069"/>
                  </a:lnTo>
                  <a:lnTo>
                    <a:pt x="8138436" y="1484129"/>
                  </a:lnTo>
                  <a:lnTo>
                    <a:pt x="8191950" y="1465504"/>
                  </a:lnTo>
                  <a:lnTo>
                    <a:pt x="8229629" y="1450782"/>
                  </a:lnTo>
                  <a:lnTo>
                    <a:pt x="8286289" y="1426076"/>
                  </a:lnTo>
                  <a:lnTo>
                    <a:pt x="8341273" y="1399088"/>
                  </a:lnTo>
                  <a:lnTo>
                    <a:pt x="8395157" y="1369777"/>
                  </a:lnTo>
                  <a:lnTo>
                    <a:pt x="8448374" y="1338167"/>
                  </a:lnTo>
                  <a:lnTo>
                    <a:pt x="8501242" y="1304350"/>
                  </a:lnTo>
                  <a:lnTo>
                    <a:pt x="8553985" y="1268493"/>
                  </a:lnTo>
                  <a:lnTo>
                    <a:pt x="8606740" y="1230840"/>
                  </a:lnTo>
                  <a:lnTo>
                    <a:pt x="8659579" y="1191709"/>
                  </a:lnTo>
                  <a:lnTo>
                    <a:pt x="8712517" y="1151479"/>
                  </a:lnTo>
                  <a:lnTo>
                    <a:pt x="8765530" y="1110583"/>
                  </a:lnTo>
                  <a:lnTo>
                    <a:pt x="8818567" y="1069480"/>
                  </a:lnTo>
                  <a:lnTo>
                    <a:pt x="8871572" y="1028644"/>
                  </a:lnTo>
                  <a:lnTo>
                    <a:pt x="8924498" y="988532"/>
                  </a:lnTo>
                  <a:lnTo>
                    <a:pt x="8977325" y="949571"/>
                  </a:lnTo>
                  <a:lnTo>
                    <a:pt x="9030073" y="912133"/>
                  </a:lnTo>
                  <a:lnTo>
                    <a:pt x="9082822" y="876526"/>
                  </a:lnTo>
                  <a:lnTo>
                    <a:pt x="9135721" y="842985"/>
                  </a:lnTo>
                  <a:lnTo>
                    <a:pt x="9189003" y="811667"/>
                  </a:lnTo>
                  <a:lnTo>
                    <a:pt x="9243002" y="782655"/>
                  </a:lnTo>
                  <a:lnTo>
                    <a:pt x="9298167" y="755964"/>
                  </a:lnTo>
                  <a:lnTo>
                    <a:pt x="9347647" y="734562"/>
                  </a:lnTo>
                  <a:lnTo>
                    <a:pt x="9399438" y="714672"/>
                  </a:lnTo>
                  <a:lnTo>
                    <a:pt x="9453670" y="696506"/>
                  </a:lnTo>
                  <a:lnTo>
                    <a:pt x="9511024" y="680002"/>
                  </a:lnTo>
                  <a:lnTo>
                    <a:pt x="9572247" y="665043"/>
                  </a:lnTo>
                  <a:lnTo>
                    <a:pt x="9638114" y="651486"/>
                  </a:lnTo>
                  <a:lnTo>
                    <a:pt x="9709383" y="639187"/>
                  </a:lnTo>
                  <a:lnTo>
                    <a:pt x="9786747" y="628009"/>
                  </a:lnTo>
                  <a:lnTo>
                    <a:pt x="9870765" y="617830"/>
                  </a:lnTo>
                  <a:lnTo>
                    <a:pt x="9961771" y="608552"/>
                  </a:lnTo>
                  <a:lnTo>
                    <a:pt x="10059757" y="600097"/>
                  </a:lnTo>
                  <a:lnTo>
                    <a:pt x="10164235" y="592412"/>
                  </a:lnTo>
                  <a:lnTo>
                    <a:pt x="10274093" y="585468"/>
                  </a:lnTo>
                  <a:lnTo>
                    <a:pt x="10387467" y="579257"/>
                  </a:lnTo>
                  <a:lnTo>
                    <a:pt x="10501690" y="573786"/>
                  </a:lnTo>
                  <a:lnTo>
                    <a:pt x="10613348" y="569071"/>
                  </a:lnTo>
                  <a:lnTo>
                    <a:pt x="10718518" y="565125"/>
                  </a:lnTo>
                  <a:lnTo>
                    <a:pt x="10813179" y="561947"/>
                  </a:lnTo>
                  <a:lnTo>
                    <a:pt x="10893776" y="559510"/>
                  </a:lnTo>
                  <a:lnTo>
                    <a:pt x="10957793" y="557759"/>
                  </a:lnTo>
                  <a:lnTo>
                    <a:pt x="11004238" y="556604"/>
                  </a:lnTo>
                  <a:lnTo>
                    <a:pt x="11033882" y="555932"/>
                  </a:lnTo>
                  <a:lnTo>
                    <a:pt x="11049253" y="555614"/>
                  </a:lnTo>
                  <a:lnTo>
                    <a:pt x="11054443" y="555515"/>
                  </a:lnTo>
                  <a:lnTo>
                    <a:pt x="11054891" y="555507"/>
                  </a:lnTo>
                  <a:lnTo>
                    <a:pt x="12049831" y="555507"/>
                  </a:lnTo>
                  <a:lnTo>
                    <a:pt x="12049831" y="5555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3" name="pl682"/>
            <p:cNvSpPr/>
            <p:nvPr/>
          </p:nvSpPr>
          <p:spPr>
            <a:xfrm>
              <a:off x="1199187" y="2824537"/>
              <a:ext cx="12049831" cy="1629837"/>
            </a:xfrm>
            <a:custGeom>
              <a:avLst/>
              <a:pathLst>
                <a:path w="12049831" h="1629837">
                  <a:moveTo>
                    <a:pt x="12049831" y="555507"/>
                  </a:moveTo>
                  <a:lnTo>
                    <a:pt x="11054891" y="555507"/>
                  </a:lnTo>
                  <a:lnTo>
                    <a:pt x="11053764" y="555527"/>
                  </a:lnTo>
                  <a:lnTo>
                    <a:pt x="11046323" y="555672"/>
                  </a:lnTo>
                  <a:lnTo>
                    <a:pt x="11027464" y="556073"/>
                  </a:lnTo>
                  <a:lnTo>
                    <a:pt x="10993489" y="556862"/>
                  </a:lnTo>
                  <a:lnTo>
                    <a:pt x="10942329" y="558166"/>
                  </a:lnTo>
                  <a:lnTo>
                    <a:pt x="10873695" y="560094"/>
                  </a:lnTo>
                  <a:lnTo>
                    <a:pt x="10789025" y="562725"/>
                  </a:lnTo>
                  <a:lnTo>
                    <a:pt x="10691164" y="566108"/>
                  </a:lnTo>
                  <a:lnTo>
                    <a:pt x="10583854" y="570262"/>
                  </a:lnTo>
                  <a:lnTo>
                    <a:pt x="10471138" y="575181"/>
                  </a:lnTo>
                  <a:lnTo>
                    <a:pt x="10356835" y="580852"/>
                  </a:lnTo>
                  <a:lnTo>
                    <a:pt x="10244176" y="587260"/>
                  </a:lnTo>
                  <a:lnTo>
                    <a:pt x="10135612" y="594401"/>
                  </a:lnTo>
                  <a:lnTo>
                    <a:pt x="10032796" y="602288"/>
                  </a:lnTo>
                  <a:lnTo>
                    <a:pt x="9936657" y="610958"/>
                  </a:lnTo>
                  <a:lnTo>
                    <a:pt x="9847542" y="620469"/>
                  </a:lnTo>
                  <a:lnTo>
                    <a:pt x="9765353" y="630905"/>
                  </a:lnTo>
                  <a:lnTo>
                    <a:pt x="9689687" y="642372"/>
                  </a:lnTo>
                  <a:lnTo>
                    <a:pt x="9619939" y="654995"/>
                  </a:lnTo>
                  <a:lnTo>
                    <a:pt x="9555395" y="668913"/>
                  </a:lnTo>
                  <a:lnTo>
                    <a:pt x="9495286" y="684274"/>
                  </a:lnTo>
                  <a:lnTo>
                    <a:pt x="9438841" y="701214"/>
                  </a:lnTo>
                  <a:lnTo>
                    <a:pt x="9385327" y="719840"/>
                  </a:lnTo>
                  <a:lnTo>
                    <a:pt x="9347647" y="734562"/>
                  </a:lnTo>
                  <a:lnTo>
                    <a:pt x="9290988" y="759268"/>
                  </a:lnTo>
                  <a:lnTo>
                    <a:pt x="9236003" y="786256"/>
                  </a:lnTo>
                  <a:lnTo>
                    <a:pt x="9182119" y="815566"/>
                  </a:lnTo>
                  <a:lnTo>
                    <a:pt x="9128903" y="847176"/>
                  </a:lnTo>
                  <a:lnTo>
                    <a:pt x="9076034" y="880994"/>
                  </a:lnTo>
                  <a:lnTo>
                    <a:pt x="9023292" y="916851"/>
                  </a:lnTo>
                  <a:lnTo>
                    <a:pt x="8970537" y="954503"/>
                  </a:lnTo>
                  <a:lnTo>
                    <a:pt x="8917698" y="993635"/>
                  </a:lnTo>
                  <a:lnTo>
                    <a:pt x="8864759" y="1033864"/>
                  </a:lnTo>
                  <a:lnTo>
                    <a:pt x="8811747" y="1074761"/>
                  </a:lnTo>
                  <a:lnTo>
                    <a:pt x="8758710" y="1115863"/>
                  </a:lnTo>
                  <a:lnTo>
                    <a:pt x="8705704" y="1156700"/>
                  </a:lnTo>
                  <a:lnTo>
                    <a:pt x="8652778" y="1196811"/>
                  </a:lnTo>
                  <a:lnTo>
                    <a:pt x="8599952" y="1235772"/>
                  </a:lnTo>
                  <a:lnTo>
                    <a:pt x="8547204" y="1273210"/>
                  </a:lnTo>
                  <a:lnTo>
                    <a:pt x="8494455" y="1308817"/>
                  </a:lnTo>
                  <a:lnTo>
                    <a:pt x="8441556" y="1342359"/>
                  </a:lnTo>
                  <a:lnTo>
                    <a:pt x="8388273" y="1373677"/>
                  </a:lnTo>
                  <a:lnTo>
                    <a:pt x="8334275" y="1402688"/>
                  </a:lnTo>
                  <a:lnTo>
                    <a:pt x="8279110" y="1429379"/>
                  </a:lnTo>
                  <a:lnTo>
                    <a:pt x="8229629" y="1450782"/>
                  </a:lnTo>
                  <a:lnTo>
                    <a:pt x="8177838" y="1470671"/>
                  </a:lnTo>
                  <a:lnTo>
                    <a:pt x="8123606" y="1488837"/>
                  </a:lnTo>
                  <a:lnTo>
                    <a:pt x="8066252" y="1505341"/>
                  </a:lnTo>
                  <a:lnTo>
                    <a:pt x="8005029" y="1520301"/>
                  </a:lnTo>
                  <a:lnTo>
                    <a:pt x="7939163" y="1533857"/>
                  </a:lnTo>
                  <a:lnTo>
                    <a:pt x="7867894" y="1546156"/>
                  </a:lnTo>
                  <a:lnTo>
                    <a:pt x="7790530" y="1557335"/>
                  </a:lnTo>
                  <a:lnTo>
                    <a:pt x="7706511" y="1567513"/>
                  </a:lnTo>
                  <a:lnTo>
                    <a:pt x="7615505" y="1576792"/>
                  </a:lnTo>
                  <a:lnTo>
                    <a:pt x="7517519" y="1585247"/>
                  </a:lnTo>
                  <a:lnTo>
                    <a:pt x="7413041" y="1592931"/>
                  </a:lnTo>
                  <a:lnTo>
                    <a:pt x="7303184" y="1599875"/>
                  </a:lnTo>
                  <a:lnTo>
                    <a:pt x="7189809" y="1606086"/>
                  </a:lnTo>
                  <a:lnTo>
                    <a:pt x="7075586" y="1611557"/>
                  </a:lnTo>
                  <a:lnTo>
                    <a:pt x="6963928" y="1616272"/>
                  </a:lnTo>
                  <a:lnTo>
                    <a:pt x="6858759" y="1620218"/>
                  </a:lnTo>
                  <a:lnTo>
                    <a:pt x="6764097" y="1623397"/>
                  </a:lnTo>
                  <a:lnTo>
                    <a:pt x="6683501" y="1625833"/>
                  </a:lnTo>
                  <a:lnTo>
                    <a:pt x="6619483" y="1627584"/>
                  </a:lnTo>
                  <a:lnTo>
                    <a:pt x="6573038" y="1628739"/>
                  </a:lnTo>
                  <a:lnTo>
                    <a:pt x="6543394" y="1629411"/>
                  </a:lnTo>
                  <a:lnTo>
                    <a:pt x="6528024" y="1629730"/>
                  </a:lnTo>
                  <a:lnTo>
                    <a:pt x="6522833" y="1629829"/>
                  </a:lnTo>
                  <a:lnTo>
                    <a:pt x="6522385" y="1629837"/>
                  </a:lnTo>
                  <a:lnTo>
                    <a:pt x="5527445" y="1629837"/>
                  </a:lnTo>
                  <a:lnTo>
                    <a:pt x="5526330" y="1629806"/>
                  </a:lnTo>
                  <a:lnTo>
                    <a:pt x="5518964" y="1629589"/>
                  </a:lnTo>
                  <a:lnTo>
                    <a:pt x="5500290" y="1628987"/>
                  </a:lnTo>
                  <a:lnTo>
                    <a:pt x="5466636" y="1627803"/>
                  </a:lnTo>
                  <a:lnTo>
                    <a:pt x="5415933" y="1625844"/>
                  </a:lnTo>
                  <a:lnTo>
                    <a:pt x="5347868" y="1622950"/>
                  </a:lnTo>
                  <a:lnTo>
                    <a:pt x="5263831" y="1618997"/>
                  </a:lnTo>
                  <a:lnTo>
                    <a:pt x="5166613" y="1613913"/>
                  </a:lnTo>
                  <a:lnTo>
                    <a:pt x="5059901" y="1607669"/>
                  </a:lnTo>
                  <a:lnTo>
                    <a:pt x="4947695" y="1600271"/>
                  </a:lnTo>
                  <a:lnTo>
                    <a:pt x="4833790" y="1591739"/>
                  </a:lnTo>
                  <a:lnTo>
                    <a:pt x="4721406" y="1582097"/>
                  </a:lnTo>
                  <a:lnTo>
                    <a:pt x="4613004" y="1571351"/>
                  </a:lnTo>
                  <a:lnTo>
                    <a:pt x="4510250" y="1559481"/>
                  </a:lnTo>
                  <a:lnTo>
                    <a:pt x="4414098" y="1546436"/>
                  </a:lnTo>
                  <a:lnTo>
                    <a:pt x="4324914" y="1532130"/>
                  </a:lnTo>
                  <a:lnTo>
                    <a:pt x="4242623" y="1516438"/>
                  </a:lnTo>
                  <a:lnTo>
                    <a:pt x="4166838" y="1499204"/>
                  </a:lnTo>
                  <a:lnTo>
                    <a:pt x="4096974" y="1480242"/>
                  </a:lnTo>
                  <a:lnTo>
                    <a:pt x="4032325" y="1459341"/>
                  </a:lnTo>
                  <a:lnTo>
                    <a:pt x="3972135" y="1436284"/>
                  </a:lnTo>
                  <a:lnTo>
                    <a:pt x="3915639" y="1410861"/>
                  </a:lnTo>
                  <a:lnTo>
                    <a:pt x="3862108" y="1382909"/>
                  </a:lnTo>
                  <a:lnTo>
                    <a:pt x="3820202" y="1358197"/>
                  </a:lnTo>
                  <a:lnTo>
                    <a:pt x="3767845" y="1323730"/>
                  </a:lnTo>
                  <a:lnTo>
                    <a:pt x="3716957" y="1286320"/>
                  </a:lnTo>
                  <a:lnTo>
                    <a:pt x="3667072" y="1245912"/>
                  </a:lnTo>
                  <a:lnTo>
                    <a:pt x="3617829" y="1202517"/>
                  </a:lnTo>
                  <a:lnTo>
                    <a:pt x="3568957" y="1156222"/>
                  </a:lnTo>
                  <a:lnTo>
                    <a:pt x="3520255" y="1107195"/>
                  </a:lnTo>
                  <a:lnTo>
                    <a:pt x="3471588" y="1055689"/>
                  </a:lnTo>
                  <a:lnTo>
                    <a:pt x="3422875" y="1002039"/>
                  </a:lnTo>
                  <a:lnTo>
                    <a:pt x="3374080" y="946657"/>
                  </a:lnTo>
                  <a:lnTo>
                    <a:pt x="3325204" y="890020"/>
                  </a:lnTo>
                  <a:lnTo>
                    <a:pt x="3276273" y="832654"/>
                  </a:lnTo>
                  <a:lnTo>
                    <a:pt x="3227328" y="775114"/>
                  </a:lnTo>
                  <a:lnTo>
                    <a:pt x="3178414" y="717963"/>
                  </a:lnTo>
                  <a:lnTo>
                    <a:pt x="3129567" y="661748"/>
                  </a:lnTo>
                  <a:lnTo>
                    <a:pt x="3080805" y="606977"/>
                  </a:lnTo>
                  <a:lnTo>
                    <a:pt x="3032117" y="554105"/>
                  </a:lnTo>
                  <a:lnTo>
                    <a:pt x="2983449" y="503516"/>
                  </a:lnTo>
                  <a:lnTo>
                    <a:pt x="2934701" y="455512"/>
                  </a:lnTo>
                  <a:lnTo>
                    <a:pt x="2885714" y="410315"/>
                  </a:lnTo>
                  <a:lnTo>
                    <a:pt x="2836261" y="368060"/>
                  </a:lnTo>
                  <a:lnTo>
                    <a:pt x="2786039" y="328805"/>
                  </a:lnTo>
                  <a:lnTo>
                    <a:pt x="2734648" y="292535"/>
                  </a:lnTo>
                  <a:lnTo>
                    <a:pt x="2702183" y="271639"/>
                  </a:lnTo>
                  <a:lnTo>
                    <a:pt x="2650578" y="241567"/>
                  </a:lnTo>
                  <a:lnTo>
                    <a:pt x="2596551" y="214091"/>
                  </a:lnTo>
                  <a:lnTo>
                    <a:pt x="2539429" y="189120"/>
                  </a:lnTo>
                  <a:lnTo>
                    <a:pt x="2478473" y="166477"/>
                  </a:lnTo>
                  <a:lnTo>
                    <a:pt x="2412917" y="145951"/>
                  </a:lnTo>
                  <a:lnTo>
                    <a:pt x="2342009" y="127323"/>
                  </a:lnTo>
                  <a:lnTo>
                    <a:pt x="2265062" y="110388"/>
                  </a:lnTo>
                  <a:lnTo>
                    <a:pt x="2181519" y="94963"/>
                  </a:lnTo>
                  <a:lnTo>
                    <a:pt x="2091041" y="80898"/>
                  </a:lnTo>
                  <a:lnTo>
                    <a:pt x="1993626" y="68076"/>
                  </a:lnTo>
                  <a:lnTo>
                    <a:pt x="1889738" y="56416"/>
                  </a:lnTo>
                  <a:lnTo>
                    <a:pt x="1780451" y="45875"/>
                  </a:lnTo>
                  <a:lnTo>
                    <a:pt x="1667577" y="36436"/>
                  </a:lnTo>
                  <a:lnTo>
                    <a:pt x="1553722" y="28112"/>
                  </a:lnTo>
                  <a:lnTo>
                    <a:pt x="1442234" y="20926"/>
                  </a:lnTo>
                  <a:lnTo>
                    <a:pt x="1336976" y="14897"/>
                  </a:lnTo>
                  <a:lnTo>
                    <a:pt x="1241935" y="10025"/>
                  </a:lnTo>
                  <a:lnTo>
                    <a:pt x="1160675" y="6275"/>
                  </a:lnTo>
                  <a:lnTo>
                    <a:pt x="1095761" y="3564"/>
                  </a:lnTo>
                  <a:lnTo>
                    <a:pt x="1048285" y="1762"/>
                  </a:lnTo>
                  <a:lnTo>
                    <a:pt x="1017605" y="700"/>
                  </a:lnTo>
                  <a:lnTo>
                    <a:pt x="1001341" y="185"/>
                  </a:lnTo>
                  <a:lnTo>
                    <a:pt x="995550" y="1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4" name="pg683"/>
            <p:cNvSpPr/>
            <p:nvPr/>
          </p:nvSpPr>
          <p:spPr>
            <a:xfrm>
              <a:off x="1199187" y="2835018"/>
              <a:ext cx="12049831" cy="1645559"/>
            </a:xfrm>
            <a:custGeom>
              <a:avLst/>
              <a:pathLst>
                <a:path w="12049831" h="1645559">
                  <a:moveTo>
                    <a:pt x="0" y="10481"/>
                  </a:moveTo>
                  <a:lnTo>
                    <a:pt x="994940" y="10481"/>
                  </a:lnTo>
                  <a:lnTo>
                    <a:pt x="996055" y="10511"/>
                  </a:lnTo>
                  <a:lnTo>
                    <a:pt x="1003420" y="10730"/>
                  </a:lnTo>
                  <a:lnTo>
                    <a:pt x="1022092" y="11333"/>
                  </a:lnTo>
                  <a:lnTo>
                    <a:pt x="1055742" y="12521"/>
                  </a:lnTo>
                  <a:lnTo>
                    <a:pt x="1106440" y="14485"/>
                  </a:lnTo>
                  <a:lnTo>
                    <a:pt x="1174499" y="17389"/>
                  </a:lnTo>
                  <a:lnTo>
                    <a:pt x="1258529" y="21354"/>
                  </a:lnTo>
                  <a:lnTo>
                    <a:pt x="1355739" y="26454"/>
                  </a:lnTo>
                  <a:lnTo>
                    <a:pt x="1462444" y="32717"/>
                  </a:lnTo>
                  <a:lnTo>
                    <a:pt x="1574645" y="40139"/>
                  </a:lnTo>
                  <a:lnTo>
                    <a:pt x="1688546" y="48697"/>
                  </a:lnTo>
                  <a:lnTo>
                    <a:pt x="1800926" y="58369"/>
                  </a:lnTo>
                  <a:lnTo>
                    <a:pt x="1909327" y="69149"/>
                  </a:lnTo>
                  <a:lnTo>
                    <a:pt x="2012079" y="81056"/>
                  </a:lnTo>
                  <a:lnTo>
                    <a:pt x="2108232" y="94141"/>
                  </a:lnTo>
                  <a:lnTo>
                    <a:pt x="2197417" y="108492"/>
                  </a:lnTo>
                  <a:lnTo>
                    <a:pt x="2279709" y="124233"/>
                  </a:lnTo>
                  <a:lnTo>
                    <a:pt x="2355495" y="141520"/>
                  </a:lnTo>
                  <a:lnTo>
                    <a:pt x="2425361" y="160542"/>
                  </a:lnTo>
                  <a:lnTo>
                    <a:pt x="2490010" y="181507"/>
                  </a:lnTo>
                  <a:lnTo>
                    <a:pt x="2550201" y="204636"/>
                  </a:lnTo>
                  <a:lnTo>
                    <a:pt x="2606698" y="230137"/>
                  </a:lnTo>
                  <a:lnTo>
                    <a:pt x="2660230" y="258175"/>
                  </a:lnTo>
                  <a:lnTo>
                    <a:pt x="2702183" y="282994"/>
                  </a:lnTo>
                  <a:lnTo>
                    <a:pt x="2754499" y="317544"/>
                  </a:lnTo>
                  <a:lnTo>
                    <a:pt x="2805350" y="355041"/>
                  </a:lnTo>
                  <a:lnTo>
                    <a:pt x="2855198" y="395541"/>
                  </a:lnTo>
                  <a:lnTo>
                    <a:pt x="2904403" y="439034"/>
                  </a:lnTo>
                  <a:lnTo>
                    <a:pt x="2953238" y="485431"/>
                  </a:lnTo>
                  <a:lnTo>
                    <a:pt x="3001902" y="534566"/>
                  </a:lnTo>
                  <a:lnTo>
                    <a:pt x="3050531" y="586186"/>
                  </a:lnTo>
                  <a:lnTo>
                    <a:pt x="3099205" y="639955"/>
                  </a:lnTo>
                  <a:lnTo>
                    <a:pt x="3147961" y="695462"/>
                  </a:lnTo>
                  <a:lnTo>
                    <a:pt x="3196799" y="752229"/>
                  </a:lnTo>
                  <a:lnTo>
                    <a:pt x="3245692" y="809731"/>
                  </a:lnTo>
                  <a:lnTo>
                    <a:pt x="3294599" y="867412"/>
                  </a:lnTo>
                  <a:lnTo>
                    <a:pt x="3343475" y="924708"/>
                  </a:lnTo>
                  <a:lnTo>
                    <a:pt x="3392285" y="981073"/>
                  </a:lnTo>
                  <a:lnTo>
                    <a:pt x="3441009" y="1035996"/>
                  </a:lnTo>
                  <a:lnTo>
                    <a:pt x="3489661" y="1089022"/>
                  </a:lnTo>
                  <a:lnTo>
                    <a:pt x="3538290" y="1139766"/>
                  </a:lnTo>
                  <a:lnTo>
                    <a:pt x="3586998" y="1187924"/>
                  </a:lnTo>
                  <a:lnTo>
                    <a:pt x="3635942" y="1233273"/>
                  </a:lnTo>
                  <a:lnTo>
                    <a:pt x="3685347" y="1275676"/>
                  </a:lnTo>
                  <a:lnTo>
                    <a:pt x="3735515" y="1315074"/>
                  </a:lnTo>
                  <a:lnTo>
                    <a:pt x="3786842" y="1351482"/>
                  </a:lnTo>
                  <a:lnTo>
                    <a:pt x="3820202" y="1373046"/>
                  </a:lnTo>
                  <a:lnTo>
                    <a:pt x="3871805" y="1403213"/>
                  </a:lnTo>
                  <a:lnTo>
                    <a:pt x="3925830" y="1430777"/>
                  </a:lnTo>
                  <a:lnTo>
                    <a:pt x="3982949" y="1455828"/>
                  </a:lnTo>
                  <a:lnTo>
                    <a:pt x="4043902" y="1478542"/>
                  </a:lnTo>
                  <a:lnTo>
                    <a:pt x="4109454" y="1499134"/>
                  </a:lnTo>
                  <a:lnTo>
                    <a:pt x="4180358" y="1517821"/>
                  </a:lnTo>
                  <a:lnTo>
                    <a:pt x="4257301" y="1534811"/>
                  </a:lnTo>
                  <a:lnTo>
                    <a:pt x="4340839" y="1550285"/>
                  </a:lnTo>
                  <a:lnTo>
                    <a:pt x="4431310" y="1564396"/>
                  </a:lnTo>
                  <a:lnTo>
                    <a:pt x="4528719" y="1577259"/>
                  </a:lnTo>
                  <a:lnTo>
                    <a:pt x="4632601" y="1588955"/>
                  </a:lnTo>
                  <a:lnTo>
                    <a:pt x="4741881" y="1599531"/>
                  </a:lnTo>
                  <a:lnTo>
                    <a:pt x="4854749" y="1609000"/>
                  </a:lnTo>
                  <a:lnTo>
                    <a:pt x="4968599" y="1617351"/>
                  </a:lnTo>
                  <a:lnTo>
                    <a:pt x="5080086" y="1624561"/>
                  </a:lnTo>
                  <a:lnTo>
                    <a:pt x="5185345" y="1630610"/>
                  </a:lnTo>
                  <a:lnTo>
                    <a:pt x="5280390" y="1635498"/>
                  </a:lnTo>
                  <a:lnTo>
                    <a:pt x="5361658" y="1639261"/>
                  </a:lnTo>
                  <a:lnTo>
                    <a:pt x="5426582" y="1641981"/>
                  </a:lnTo>
                  <a:lnTo>
                    <a:pt x="5474070" y="1643790"/>
                  </a:lnTo>
                  <a:lnTo>
                    <a:pt x="5504761" y="1644856"/>
                  </a:lnTo>
                  <a:lnTo>
                    <a:pt x="5521035" y="1645373"/>
                  </a:lnTo>
                  <a:lnTo>
                    <a:pt x="5526833" y="1645542"/>
                  </a:lnTo>
                  <a:lnTo>
                    <a:pt x="5527445" y="1645559"/>
                  </a:lnTo>
                  <a:lnTo>
                    <a:pt x="6522385" y="1645559"/>
                  </a:lnTo>
                  <a:lnTo>
                    <a:pt x="6523520" y="1645549"/>
                  </a:lnTo>
                  <a:lnTo>
                    <a:pt x="6531007" y="1645482"/>
                  </a:lnTo>
                  <a:lnTo>
                    <a:pt x="6549981" y="1645297"/>
                  </a:lnTo>
                  <a:lnTo>
                    <a:pt x="6584154" y="1644933"/>
                  </a:lnTo>
                  <a:lnTo>
                    <a:pt x="6635596" y="1644331"/>
                  </a:lnTo>
                  <a:lnTo>
                    <a:pt x="6704581" y="1643442"/>
                  </a:lnTo>
                  <a:lnTo>
                    <a:pt x="6789642" y="1642228"/>
                  </a:lnTo>
                  <a:lnTo>
                    <a:pt x="6887898" y="1640667"/>
                  </a:lnTo>
                  <a:lnTo>
                    <a:pt x="6995575" y="1638752"/>
                  </a:lnTo>
                  <a:lnTo>
                    <a:pt x="7108604" y="1636485"/>
                  </a:lnTo>
                  <a:lnTo>
                    <a:pt x="7223148" y="1633871"/>
                  </a:lnTo>
                  <a:lnTo>
                    <a:pt x="7335975" y="1630918"/>
                  </a:lnTo>
                  <a:lnTo>
                    <a:pt x="7444635" y="1627628"/>
                  </a:lnTo>
                  <a:lnTo>
                    <a:pt x="7547489" y="1623993"/>
                  </a:lnTo>
                  <a:lnTo>
                    <a:pt x="7643617" y="1619997"/>
                  </a:lnTo>
                  <a:lnTo>
                    <a:pt x="7732688" y="1615613"/>
                  </a:lnTo>
                  <a:lnTo>
                    <a:pt x="7814813" y="1610801"/>
                  </a:lnTo>
                  <a:lnTo>
                    <a:pt x="7890407" y="1605513"/>
                  </a:lnTo>
                  <a:lnTo>
                    <a:pt x="7960083" y="1599690"/>
                  </a:lnTo>
                  <a:lnTo>
                    <a:pt x="8024564" y="1593267"/>
                  </a:lnTo>
                  <a:lnTo>
                    <a:pt x="8084624" y="1586178"/>
                  </a:lnTo>
                  <a:lnTo>
                    <a:pt x="8141039" y="1578358"/>
                  </a:lnTo>
                  <a:lnTo>
                    <a:pt x="8194544" y="1569761"/>
                  </a:lnTo>
                  <a:lnTo>
                    <a:pt x="8229629" y="1563455"/>
                  </a:lnTo>
                  <a:lnTo>
                    <a:pt x="8290043" y="1551325"/>
                  </a:lnTo>
                  <a:lnTo>
                    <a:pt x="8348596" y="1538001"/>
                  </a:lnTo>
                  <a:lnTo>
                    <a:pt x="8405968" y="1523463"/>
                  </a:lnTo>
                  <a:lnTo>
                    <a:pt x="8462662" y="1507731"/>
                  </a:lnTo>
                  <a:lnTo>
                    <a:pt x="8519036" y="1490865"/>
                  </a:lnTo>
                  <a:lnTo>
                    <a:pt x="8575329" y="1472973"/>
                  </a:lnTo>
                  <a:lnTo>
                    <a:pt x="8631676" y="1454206"/>
                  </a:lnTo>
                  <a:lnTo>
                    <a:pt x="8688134" y="1434757"/>
                  </a:lnTo>
                  <a:lnTo>
                    <a:pt x="8744694" y="1414853"/>
                  </a:lnTo>
                  <a:lnTo>
                    <a:pt x="8801305" y="1394746"/>
                  </a:lnTo>
                  <a:lnTo>
                    <a:pt x="8857902" y="1374698"/>
                  </a:lnTo>
                  <a:lnTo>
                    <a:pt x="8914420" y="1354967"/>
                  </a:lnTo>
                  <a:lnTo>
                    <a:pt x="8970826" y="1335797"/>
                  </a:lnTo>
                  <a:lnTo>
                    <a:pt x="9027138" y="1317400"/>
                  </a:lnTo>
                  <a:lnTo>
                    <a:pt x="9083444" y="1299951"/>
                  </a:lnTo>
                  <a:lnTo>
                    <a:pt x="9139925" y="1283582"/>
                  </a:lnTo>
                  <a:lnTo>
                    <a:pt x="9196870" y="1268380"/>
                  </a:lnTo>
                  <a:lnTo>
                    <a:pt x="9254699" y="1254385"/>
                  </a:lnTo>
                  <a:lnTo>
                    <a:pt x="9313989" y="1241599"/>
                  </a:lnTo>
                  <a:lnTo>
                    <a:pt x="9347647" y="1235042"/>
                  </a:lnTo>
                  <a:lnTo>
                    <a:pt x="9399552" y="1225903"/>
                  </a:lnTo>
                  <a:lnTo>
                    <a:pt x="9453911" y="1217558"/>
                  </a:lnTo>
                  <a:lnTo>
                    <a:pt x="9511408" y="1209978"/>
                  </a:lnTo>
                  <a:lnTo>
                    <a:pt x="9572795" y="1203109"/>
                  </a:lnTo>
                  <a:lnTo>
                    <a:pt x="9638853" y="1196885"/>
                  </a:lnTo>
                  <a:lnTo>
                    <a:pt x="9710345" y="1191240"/>
                  </a:lnTo>
                  <a:lnTo>
                    <a:pt x="9787966" y="1186110"/>
                  </a:lnTo>
                  <a:lnTo>
                    <a:pt x="9872278" y="1181440"/>
                  </a:lnTo>
                  <a:lnTo>
                    <a:pt x="9963610" y="1177183"/>
                  </a:lnTo>
                  <a:lnTo>
                    <a:pt x="10061948" y="1173305"/>
                  </a:lnTo>
                  <a:lnTo>
                    <a:pt x="10166789" y="1169782"/>
                  </a:lnTo>
                  <a:lnTo>
                    <a:pt x="10276996" y="1166599"/>
                  </a:lnTo>
                  <a:lnTo>
                    <a:pt x="10390677" y="1163754"/>
                  </a:lnTo>
                  <a:lnTo>
                    <a:pt x="10505123" y="1161250"/>
                  </a:lnTo>
                  <a:lnTo>
                    <a:pt x="10616879" y="1159095"/>
                  </a:lnTo>
                  <a:lnTo>
                    <a:pt x="10721986" y="1157293"/>
                  </a:lnTo>
                  <a:lnTo>
                    <a:pt x="10816406" y="1155845"/>
                  </a:lnTo>
                  <a:lnTo>
                    <a:pt x="10896586" y="1154738"/>
                  </a:lnTo>
                  <a:lnTo>
                    <a:pt x="10960046" y="1153945"/>
                  </a:lnTo>
                  <a:lnTo>
                    <a:pt x="11005854" y="1153425"/>
                  </a:lnTo>
                  <a:lnTo>
                    <a:pt x="11034863" y="1153125"/>
                  </a:lnTo>
                  <a:lnTo>
                    <a:pt x="11049692" y="1152984"/>
                  </a:lnTo>
                  <a:lnTo>
                    <a:pt x="11054528" y="1152942"/>
                  </a:lnTo>
                  <a:lnTo>
                    <a:pt x="11054891" y="1152939"/>
                  </a:lnTo>
                  <a:lnTo>
                    <a:pt x="12049831" y="1152939"/>
                  </a:lnTo>
                  <a:lnTo>
                    <a:pt x="12049831" y="1142458"/>
                  </a:lnTo>
                  <a:lnTo>
                    <a:pt x="11054891" y="1142458"/>
                  </a:lnTo>
                  <a:lnTo>
                    <a:pt x="11053757" y="1142467"/>
                  </a:lnTo>
                  <a:lnTo>
                    <a:pt x="11046269" y="1142534"/>
                  </a:lnTo>
                  <a:lnTo>
                    <a:pt x="11027296" y="1142719"/>
                  </a:lnTo>
                  <a:lnTo>
                    <a:pt x="10993122" y="1143083"/>
                  </a:lnTo>
                  <a:lnTo>
                    <a:pt x="10941680" y="1143685"/>
                  </a:lnTo>
                  <a:lnTo>
                    <a:pt x="10872696" y="1144575"/>
                  </a:lnTo>
                  <a:lnTo>
                    <a:pt x="10787635" y="1145789"/>
                  </a:lnTo>
                  <a:lnTo>
                    <a:pt x="10689379" y="1147349"/>
                  </a:lnTo>
                  <a:lnTo>
                    <a:pt x="10581701" y="1149264"/>
                  </a:lnTo>
                  <a:lnTo>
                    <a:pt x="10468673" y="1151532"/>
                  </a:lnTo>
                  <a:lnTo>
                    <a:pt x="10354129" y="1154145"/>
                  </a:lnTo>
                  <a:lnTo>
                    <a:pt x="10241302" y="1157098"/>
                  </a:lnTo>
                  <a:lnTo>
                    <a:pt x="10132641" y="1160389"/>
                  </a:lnTo>
                  <a:lnTo>
                    <a:pt x="10029788" y="1164024"/>
                  </a:lnTo>
                  <a:lnTo>
                    <a:pt x="9933660" y="1168019"/>
                  </a:lnTo>
                  <a:lnTo>
                    <a:pt x="9844588" y="1172404"/>
                  </a:lnTo>
                  <a:lnTo>
                    <a:pt x="9762463" y="1177215"/>
                  </a:lnTo>
                  <a:lnTo>
                    <a:pt x="9686869" y="1182503"/>
                  </a:lnTo>
                  <a:lnTo>
                    <a:pt x="9617194" y="1188326"/>
                  </a:lnTo>
                  <a:lnTo>
                    <a:pt x="9552712" y="1194749"/>
                  </a:lnTo>
                  <a:lnTo>
                    <a:pt x="9492652" y="1201838"/>
                  </a:lnTo>
                  <a:lnTo>
                    <a:pt x="9436237" y="1209658"/>
                  </a:lnTo>
                  <a:lnTo>
                    <a:pt x="9382733" y="1218255"/>
                  </a:lnTo>
                  <a:lnTo>
                    <a:pt x="9347647" y="1224561"/>
                  </a:lnTo>
                  <a:lnTo>
                    <a:pt x="9287234" y="1236691"/>
                  </a:lnTo>
                  <a:lnTo>
                    <a:pt x="9228681" y="1250016"/>
                  </a:lnTo>
                  <a:lnTo>
                    <a:pt x="9171309" y="1264553"/>
                  </a:lnTo>
                  <a:lnTo>
                    <a:pt x="9114615" y="1280286"/>
                  </a:lnTo>
                  <a:lnTo>
                    <a:pt x="9058241" y="1297151"/>
                  </a:lnTo>
                  <a:lnTo>
                    <a:pt x="9001948" y="1315043"/>
                  </a:lnTo>
                  <a:lnTo>
                    <a:pt x="8945600" y="1333810"/>
                  </a:lnTo>
                  <a:lnTo>
                    <a:pt x="8889142" y="1353259"/>
                  </a:lnTo>
                  <a:lnTo>
                    <a:pt x="8832583" y="1373163"/>
                  </a:lnTo>
                  <a:lnTo>
                    <a:pt x="8775971" y="1393270"/>
                  </a:lnTo>
                  <a:lnTo>
                    <a:pt x="8719375" y="1413319"/>
                  </a:lnTo>
                  <a:lnTo>
                    <a:pt x="8662857" y="1433049"/>
                  </a:lnTo>
                  <a:lnTo>
                    <a:pt x="8606451" y="1452219"/>
                  </a:lnTo>
                  <a:lnTo>
                    <a:pt x="8550139" y="1470617"/>
                  </a:lnTo>
                  <a:lnTo>
                    <a:pt x="8493832" y="1488065"/>
                  </a:lnTo>
                  <a:lnTo>
                    <a:pt x="8437351" y="1504434"/>
                  </a:lnTo>
                  <a:lnTo>
                    <a:pt x="8380406" y="1519637"/>
                  </a:lnTo>
                  <a:lnTo>
                    <a:pt x="8322577" y="1533631"/>
                  </a:lnTo>
                  <a:lnTo>
                    <a:pt x="8263288" y="1546417"/>
                  </a:lnTo>
                  <a:lnTo>
                    <a:pt x="8229629" y="1552974"/>
                  </a:lnTo>
                  <a:lnTo>
                    <a:pt x="8177724" y="1562113"/>
                  </a:lnTo>
                  <a:lnTo>
                    <a:pt x="8123366" y="1570458"/>
                  </a:lnTo>
                  <a:lnTo>
                    <a:pt x="8065869" y="1578038"/>
                  </a:lnTo>
                  <a:lnTo>
                    <a:pt x="8004481" y="1584907"/>
                  </a:lnTo>
                  <a:lnTo>
                    <a:pt x="7938423" y="1591131"/>
                  </a:lnTo>
                  <a:lnTo>
                    <a:pt x="7866932" y="1596776"/>
                  </a:lnTo>
                  <a:lnTo>
                    <a:pt x="7789310" y="1601906"/>
                  </a:lnTo>
                  <a:lnTo>
                    <a:pt x="7704999" y="1606577"/>
                  </a:lnTo>
                  <a:lnTo>
                    <a:pt x="7613666" y="1610833"/>
                  </a:lnTo>
                  <a:lnTo>
                    <a:pt x="7515329" y="1614711"/>
                  </a:lnTo>
                  <a:lnTo>
                    <a:pt x="7410488" y="1618234"/>
                  </a:lnTo>
                  <a:lnTo>
                    <a:pt x="7300280" y="1621417"/>
                  </a:lnTo>
                  <a:lnTo>
                    <a:pt x="7186599" y="1624262"/>
                  </a:lnTo>
                  <a:lnTo>
                    <a:pt x="7072154" y="1626766"/>
                  </a:lnTo>
                  <a:lnTo>
                    <a:pt x="6960397" y="1628922"/>
                  </a:lnTo>
                  <a:lnTo>
                    <a:pt x="6855290" y="1630723"/>
                  </a:lnTo>
                  <a:lnTo>
                    <a:pt x="6760870" y="1632171"/>
                  </a:lnTo>
                  <a:lnTo>
                    <a:pt x="6680691" y="1633278"/>
                  </a:lnTo>
                  <a:lnTo>
                    <a:pt x="6617231" y="1634071"/>
                  </a:lnTo>
                  <a:lnTo>
                    <a:pt x="6571423" y="1634591"/>
                  </a:lnTo>
                  <a:lnTo>
                    <a:pt x="6542413" y="1634892"/>
                  </a:lnTo>
                  <a:lnTo>
                    <a:pt x="6527585" y="1635032"/>
                  </a:lnTo>
                  <a:lnTo>
                    <a:pt x="6522749" y="1635074"/>
                  </a:lnTo>
                  <a:lnTo>
                    <a:pt x="6522385" y="1635077"/>
                  </a:lnTo>
                  <a:lnTo>
                    <a:pt x="5527445" y="1635077"/>
                  </a:lnTo>
                  <a:lnTo>
                    <a:pt x="5526330" y="1635047"/>
                  </a:lnTo>
                  <a:lnTo>
                    <a:pt x="5518965" y="1634828"/>
                  </a:lnTo>
                  <a:lnTo>
                    <a:pt x="5500293" y="1634225"/>
                  </a:lnTo>
                  <a:lnTo>
                    <a:pt x="5466643" y="1633037"/>
                  </a:lnTo>
                  <a:lnTo>
                    <a:pt x="5415945" y="1631073"/>
                  </a:lnTo>
                  <a:lnTo>
                    <a:pt x="5347886" y="1628169"/>
                  </a:lnTo>
                  <a:lnTo>
                    <a:pt x="5263856" y="1624204"/>
                  </a:lnTo>
                  <a:lnTo>
                    <a:pt x="5166646" y="1619104"/>
                  </a:lnTo>
                  <a:lnTo>
                    <a:pt x="5059940" y="1612841"/>
                  </a:lnTo>
                  <a:lnTo>
                    <a:pt x="4947740" y="1605419"/>
                  </a:lnTo>
                  <a:lnTo>
                    <a:pt x="4833839" y="1596861"/>
                  </a:lnTo>
                  <a:lnTo>
                    <a:pt x="4721459" y="1587189"/>
                  </a:lnTo>
                  <a:lnTo>
                    <a:pt x="4613058" y="1576409"/>
                  </a:lnTo>
                  <a:lnTo>
                    <a:pt x="4510306" y="1564502"/>
                  </a:lnTo>
                  <a:lnTo>
                    <a:pt x="4414153" y="1551417"/>
                  </a:lnTo>
                  <a:lnTo>
                    <a:pt x="4324968" y="1537066"/>
                  </a:lnTo>
                  <a:lnTo>
                    <a:pt x="4242676" y="1521325"/>
                  </a:lnTo>
                  <a:lnTo>
                    <a:pt x="4166890" y="1504038"/>
                  </a:lnTo>
                  <a:lnTo>
                    <a:pt x="4097024" y="1485016"/>
                  </a:lnTo>
                  <a:lnTo>
                    <a:pt x="4032375" y="1464051"/>
                  </a:lnTo>
                  <a:lnTo>
                    <a:pt x="3972184" y="1440922"/>
                  </a:lnTo>
                  <a:lnTo>
                    <a:pt x="3915687" y="1415421"/>
                  </a:lnTo>
                  <a:lnTo>
                    <a:pt x="3862155" y="1387383"/>
                  </a:lnTo>
                  <a:lnTo>
                    <a:pt x="3820202" y="1362564"/>
                  </a:lnTo>
                  <a:lnTo>
                    <a:pt x="3767886" y="1328014"/>
                  </a:lnTo>
                  <a:lnTo>
                    <a:pt x="3717035" y="1290517"/>
                  </a:lnTo>
                  <a:lnTo>
                    <a:pt x="3667187" y="1250017"/>
                  </a:lnTo>
                  <a:lnTo>
                    <a:pt x="3617982" y="1206524"/>
                  </a:lnTo>
                  <a:lnTo>
                    <a:pt x="3569147" y="1160127"/>
                  </a:lnTo>
                  <a:lnTo>
                    <a:pt x="3520483" y="1110992"/>
                  </a:lnTo>
                  <a:lnTo>
                    <a:pt x="3471854" y="1059372"/>
                  </a:lnTo>
                  <a:lnTo>
                    <a:pt x="3423180" y="1005603"/>
                  </a:lnTo>
                  <a:lnTo>
                    <a:pt x="3374424" y="950096"/>
                  </a:lnTo>
                  <a:lnTo>
                    <a:pt x="3325586" y="893329"/>
                  </a:lnTo>
                  <a:lnTo>
                    <a:pt x="3276693" y="835827"/>
                  </a:lnTo>
                  <a:lnTo>
                    <a:pt x="3227786" y="778146"/>
                  </a:lnTo>
                  <a:lnTo>
                    <a:pt x="3178910" y="720850"/>
                  </a:lnTo>
                  <a:lnTo>
                    <a:pt x="3130100" y="664485"/>
                  </a:lnTo>
                  <a:lnTo>
                    <a:pt x="3081376" y="609562"/>
                  </a:lnTo>
                  <a:lnTo>
                    <a:pt x="3032724" y="556536"/>
                  </a:lnTo>
                  <a:lnTo>
                    <a:pt x="2984095" y="505792"/>
                  </a:lnTo>
                  <a:lnTo>
                    <a:pt x="2935387" y="457634"/>
                  </a:lnTo>
                  <a:lnTo>
                    <a:pt x="2886443" y="412285"/>
                  </a:lnTo>
                  <a:lnTo>
                    <a:pt x="2837038" y="369882"/>
                  </a:lnTo>
                  <a:lnTo>
                    <a:pt x="2786870" y="330484"/>
                  </a:lnTo>
                  <a:lnTo>
                    <a:pt x="2735543" y="294076"/>
                  </a:lnTo>
                  <a:lnTo>
                    <a:pt x="2702183" y="272512"/>
                  </a:lnTo>
                  <a:lnTo>
                    <a:pt x="2650580" y="242345"/>
                  </a:lnTo>
                  <a:lnTo>
                    <a:pt x="2596555" y="214781"/>
                  </a:lnTo>
                  <a:lnTo>
                    <a:pt x="2539436" y="189731"/>
                  </a:lnTo>
                  <a:lnTo>
                    <a:pt x="2478483" y="167016"/>
                  </a:lnTo>
                  <a:lnTo>
                    <a:pt x="2412931" y="146425"/>
                  </a:lnTo>
                  <a:lnTo>
                    <a:pt x="2342027" y="127737"/>
                  </a:lnTo>
                  <a:lnTo>
                    <a:pt x="2265084" y="110747"/>
                  </a:lnTo>
                  <a:lnTo>
                    <a:pt x="2181546" y="95273"/>
                  </a:lnTo>
                  <a:lnTo>
                    <a:pt x="2091075" y="81163"/>
                  </a:lnTo>
                  <a:lnTo>
                    <a:pt x="1993666" y="68299"/>
                  </a:lnTo>
                  <a:lnTo>
                    <a:pt x="1889784" y="56603"/>
                  </a:lnTo>
                  <a:lnTo>
                    <a:pt x="1780504" y="46027"/>
                  </a:lnTo>
                  <a:lnTo>
                    <a:pt x="1667636" y="36558"/>
                  </a:lnTo>
                  <a:lnTo>
                    <a:pt x="1553786" y="28207"/>
                  </a:lnTo>
                  <a:lnTo>
                    <a:pt x="1442299" y="20997"/>
                  </a:lnTo>
                  <a:lnTo>
                    <a:pt x="1337040" y="14948"/>
                  </a:lnTo>
                  <a:lnTo>
                    <a:pt x="1241995" y="10060"/>
                  </a:lnTo>
                  <a:lnTo>
                    <a:pt x="1160727" y="6297"/>
                  </a:lnTo>
                  <a:lnTo>
                    <a:pt x="1095803" y="3577"/>
                  </a:lnTo>
                  <a:lnTo>
                    <a:pt x="1048315" y="1768"/>
                  </a:lnTo>
                  <a:lnTo>
                    <a:pt x="1017624" y="703"/>
                  </a:lnTo>
                  <a:lnTo>
                    <a:pt x="1001350" y="185"/>
                  </a:lnTo>
                  <a:lnTo>
                    <a:pt x="995552" y="1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85" name="pl684"/>
            <p:cNvSpPr/>
            <p:nvPr/>
          </p:nvSpPr>
          <p:spPr>
            <a:xfrm>
              <a:off x="1199187" y="2845499"/>
              <a:ext cx="12049831" cy="1635077"/>
            </a:xfrm>
            <a:custGeom>
              <a:avLst/>
              <a:pathLst>
                <a:path w="12049831" h="1635077">
                  <a:moveTo>
                    <a:pt x="0" y="0"/>
                  </a:moveTo>
                  <a:lnTo>
                    <a:pt x="994940" y="0"/>
                  </a:lnTo>
                  <a:lnTo>
                    <a:pt x="996055" y="30"/>
                  </a:lnTo>
                  <a:lnTo>
                    <a:pt x="1003420" y="248"/>
                  </a:lnTo>
                  <a:lnTo>
                    <a:pt x="1022092" y="851"/>
                  </a:lnTo>
                  <a:lnTo>
                    <a:pt x="1055742" y="2040"/>
                  </a:lnTo>
                  <a:lnTo>
                    <a:pt x="1106440" y="4004"/>
                  </a:lnTo>
                  <a:lnTo>
                    <a:pt x="1174499" y="6908"/>
                  </a:lnTo>
                  <a:lnTo>
                    <a:pt x="1258529" y="10873"/>
                  </a:lnTo>
                  <a:lnTo>
                    <a:pt x="1355739" y="15972"/>
                  </a:lnTo>
                  <a:lnTo>
                    <a:pt x="1462444" y="22236"/>
                  </a:lnTo>
                  <a:lnTo>
                    <a:pt x="1574645" y="29657"/>
                  </a:lnTo>
                  <a:lnTo>
                    <a:pt x="1688546" y="38216"/>
                  </a:lnTo>
                  <a:lnTo>
                    <a:pt x="1800926" y="47888"/>
                  </a:lnTo>
                  <a:lnTo>
                    <a:pt x="1909327" y="58668"/>
                  </a:lnTo>
                  <a:lnTo>
                    <a:pt x="2012079" y="70575"/>
                  </a:lnTo>
                  <a:lnTo>
                    <a:pt x="2108232" y="83660"/>
                  </a:lnTo>
                  <a:lnTo>
                    <a:pt x="2197417" y="98011"/>
                  </a:lnTo>
                  <a:lnTo>
                    <a:pt x="2279709" y="113752"/>
                  </a:lnTo>
                  <a:lnTo>
                    <a:pt x="2355495" y="131039"/>
                  </a:lnTo>
                  <a:lnTo>
                    <a:pt x="2425361" y="150061"/>
                  </a:lnTo>
                  <a:lnTo>
                    <a:pt x="2490010" y="171026"/>
                  </a:lnTo>
                  <a:lnTo>
                    <a:pt x="2550201" y="194154"/>
                  </a:lnTo>
                  <a:lnTo>
                    <a:pt x="2606698" y="219656"/>
                  </a:lnTo>
                  <a:lnTo>
                    <a:pt x="2660230" y="247694"/>
                  </a:lnTo>
                  <a:lnTo>
                    <a:pt x="2702183" y="272512"/>
                  </a:lnTo>
                  <a:lnTo>
                    <a:pt x="2754499" y="307063"/>
                  </a:lnTo>
                  <a:lnTo>
                    <a:pt x="2805350" y="344560"/>
                  </a:lnTo>
                  <a:lnTo>
                    <a:pt x="2855198" y="385060"/>
                  </a:lnTo>
                  <a:lnTo>
                    <a:pt x="2904403" y="428552"/>
                  </a:lnTo>
                  <a:lnTo>
                    <a:pt x="2953238" y="474950"/>
                  </a:lnTo>
                  <a:lnTo>
                    <a:pt x="3001902" y="524085"/>
                  </a:lnTo>
                  <a:lnTo>
                    <a:pt x="3050531" y="575704"/>
                  </a:lnTo>
                  <a:lnTo>
                    <a:pt x="3099205" y="629473"/>
                  </a:lnTo>
                  <a:lnTo>
                    <a:pt x="3147961" y="684980"/>
                  </a:lnTo>
                  <a:lnTo>
                    <a:pt x="3196799" y="741748"/>
                  </a:lnTo>
                  <a:lnTo>
                    <a:pt x="3245692" y="799250"/>
                  </a:lnTo>
                  <a:lnTo>
                    <a:pt x="3294599" y="856931"/>
                  </a:lnTo>
                  <a:lnTo>
                    <a:pt x="3343475" y="914227"/>
                  </a:lnTo>
                  <a:lnTo>
                    <a:pt x="3392285" y="970592"/>
                  </a:lnTo>
                  <a:lnTo>
                    <a:pt x="3441009" y="1025515"/>
                  </a:lnTo>
                  <a:lnTo>
                    <a:pt x="3489661" y="1078541"/>
                  </a:lnTo>
                  <a:lnTo>
                    <a:pt x="3538290" y="1129285"/>
                  </a:lnTo>
                  <a:lnTo>
                    <a:pt x="3586998" y="1177443"/>
                  </a:lnTo>
                  <a:lnTo>
                    <a:pt x="3635942" y="1222792"/>
                  </a:lnTo>
                  <a:lnTo>
                    <a:pt x="3685347" y="1265194"/>
                  </a:lnTo>
                  <a:lnTo>
                    <a:pt x="3735515" y="1304593"/>
                  </a:lnTo>
                  <a:lnTo>
                    <a:pt x="3786842" y="1341001"/>
                  </a:lnTo>
                  <a:lnTo>
                    <a:pt x="3820202" y="1362564"/>
                  </a:lnTo>
                  <a:lnTo>
                    <a:pt x="3871805" y="1392732"/>
                  </a:lnTo>
                  <a:lnTo>
                    <a:pt x="3925830" y="1420295"/>
                  </a:lnTo>
                  <a:lnTo>
                    <a:pt x="3982949" y="1445346"/>
                  </a:lnTo>
                  <a:lnTo>
                    <a:pt x="4043902" y="1468061"/>
                  </a:lnTo>
                  <a:lnTo>
                    <a:pt x="4109454" y="1488652"/>
                  </a:lnTo>
                  <a:lnTo>
                    <a:pt x="4180358" y="1507340"/>
                  </a:lnTo>
                  <a:lnTo>
                    <a:pt x="4257301" y="1524330"/>
                  </a:lnTo>
                  <a:lnTo>
                    <a:pt x="4340839" y="1539804"/>
                  </a:lnTo>
                  <a:lnTo>
                    <a:pt x="4431310" y="1553914"/>
                  </a:lnTo>
                  <a:lnTo>
                    <a:pt x="4528719" y="1566777"/>
                  </a:lnTo>
                  <a:lnTo>
                    <a:pt x="4632601" y="1578474"/>
                  </a:lnTo>
                  <a:lnTo>
                    <a:pt x="4741881" y="1589050"/>
                  </a:lnTo>
                  <a:lnTo>
                    <a:pt x="4854749" y="1598519"/>
                  </a:lnTo>
                  <a:lnTo>
                    <a:pt x="4968599" y="1606870"/>
                  </a:lnTo>
                  <a:lnTo>
                    <a:pt x="5080086" y="1614080"/>
                  </a:lnTo>
                  <a:lnTo>
                    <a:pt x="5185345" y="1620129"/>
                  </a:lnTo>
                  <a:lnTo>
                    <a:pt x="5280390" y="1625017"/>
                  </a:lnTo>
                  <a:lnTo>
                    <a:pt x="5361658" y="1628779"/>
                  </a:lnTo>
                  <a:lnTo>
                    <a:pt x="5426582" y="1631500"/>
                  </a:lnTo>
                  <a:lnTo>
                    <a:pt x="5474070" y="1633308"/>
                  </a:lnTo>
                  <a:lnTo>
                    <a:pt x="5504761" y="1634374"/>
                  </a:lnTo>
                  <a:lnTo>
                    <a:pt x="5521035" y="1634891"/>
                  </a:lnTo>
                  <a:lnTo>
                    <a:pt x="5526833" y="1635061"/>
                  </a:lnTo>
                  <a:lnTo>
                    <a:pt x="5527445" y="1635077"/>
                  </a:lnTo>
                  <a:lnTo>
                    <a:pt x="6522385" y="1635077"/>
                  </a:lnTo>
                  <a:lnTo>
                    <a:pt x="6523520" y="1635068"/>
                  </a:lnTo>
                  <a:lnTo>
                    <a:pt x="6531007" y="1635001"/>
                  </a:lnTo>
                  <a:lnTo>
                    <a:pt x="6549981" y="1634816"/>
                  </a:lnTo>
                  <a:lnTo>
                    <a:pt x="6584154" y="1634452"/>
                  </a:lnTo>
                  <a:lnTo>
                    <a:pt x="6635596" y="1633850"/>
                  </a:lnTo>
                  <a:lnTo>
                    <a:pt x="6704581" y="1632960"/>
                  </a:lnTo>
                  <a:lnTo>
                    <a:pt x="6789642" y="1631747"/>
                  </a:lnTo>
                  <a:lnTo>
                    <a:pt x="6887898" y="1630186"/>
                  </a:lnTo>
                  <a:lnTo>
                    <a:pt x="6995575" y="1628271"/>
                  </a:lnTo>
                  <a:lnTo>
                    <a:pt x="7108604" y="1626003"/>
                  </a:lnTo>
                  <a:lnTo>
                    <a:pt x="7223148" y="1623390"/>
                  </a:lnTo>
                  <a:lnTo>
                    <a:pt x="7335975" y="1620437"/>
                  </a:lnTo>
                  <a:lnTo>
                    <a:pt x="7444635" y="1617146"/>
                  </a:lnTo>
                  <a:lnTo>
                    <a:pt x="7547489" y="1613512"/>
                  </a:lnTo>
                  <a:lnTo>
                    <a:pt x="7643617" y="1609516"/>
                  </a:lnTo>
                  <a:lnTo>
                    <a:pt x="7732688" y="1605132"/>
                  </a:lnTo>
                  <a:lnTo>
                    <a:pt x="7814813" y="1600320"/>
                  </a:lnTo>
                  <a:lnTo>
                    <a:pt x="7890407" y="1595032"/>
                  </a:lnTo>
                  <a:lnTo>
                    <a:pt x="7960083" y="1589209"/>
                  </a:lnTo>
                  <a:lnTo>
                    <a:pt x="8024564" y="1582786"/>
                  </a:lnTo>
                  <a:lnTo>
                    <a:pt x="8084624" y="1575697"/>
                  </a:lnTo>
                  <a:lnTo>
                    <a:pt x="8141039" y="1567877"/>
                  </a:lnTo>
                  <a:lnTo>
                    <a:pt x="8194544" y="1559280"/>
                  </a:lnTo>
                  <a:lnTo>
                    <a:pt x="8229629" y="1552974"/>
                  </a:lnTo>
                  <a:lnTo>
                    <a:pt x="8290043" y="1540844"/>
                  </a:lnTo>
                  <a:lnTo>
                    <a:pt x="8348596" y="1527520"/>
                  </a:lnTo>
                  <a:lnTo>
                    <a:pt x="8405968" y="1512982"/>
                  </a:lnTo>
                  <a:lnTo>
                    <a:pt x="8462662" y="1497250"/>
                  </a:lnTo>
                  <a:lnTo>
                    <a:pt x="8519036" y="1480384"/>
                  </a:lnTo>
                  <a:lnTo>
                    <a:pt x="8575329" y="1462492"/>
                  </a:lnTo>
                  <a:lnTo>
                    <a:pt x="8631676" y="1443725"/>
                  </a:lnTo>
                  <a:lnTo>
                    <a:pt x="8688134" y="1424276"/>
                  </a:lnTo>
                  <a:lnTo>
                    <a:pt x="8744694" y="1404372"/>
                  </a:lnTo>
                  <a:lnTo>
                    <a:pt x="8801305" y="1384265"/>
                  </a:lnTo>
                  <a:lnTo>
                    <a:pt x="8857902" y="1364216"/>
                  </a:lnTo>
                  <a:lnTo>
                    <a:pt x="8914420" y="1344486"/>
                  </a:lnTo>
                  <a:lnTo>
                    <a:pt x="8970826" y="1325316"/>
                  </a:lnTo>
                  <a:lnTo>
                    <a:pt x="9027138" y="1306919"/>
                  </a:lnTo>
                  <a:lnTo>
                    <a:pt x="9083444" y="1289470"/>
                  </a:lnTo>
                  <a:lnTo>
                    <a:pt x="9139925" y="1273101"/>
                  </a:lnTo>
                  <a:lnTo>
                    <a:pt x="9196870" y="1257898"/>
                  </a:lnTo>
                  <a:lnTo>
                    <a:pt x="9254699" y="1243904"/>
                  </a:lnTo>
                  <a:lnTo>
                    <a:pt x="9313989" y="1231118"/>
                  </a:lnTo>
                  <a:lnTo>
                    <a:pt x="9347647" y="1224561"/>
                  </a:lnTo>
                  <a:lnTo>
                    <a:pt x="9399552" y="1215422"/>
                  </a:lnTo>
                  <a:lnTo>
                    <a:pt x="9453911" y="1207077"/>
                  </a:lnTo>
                  <a:lnTo>
                    <a:pt x="9511408" y="1199497"/>
                  </a:lnTo>
                  <a:lnTo>
                    <a:pt x="9572795" y="1192628"/>
                  </a:lnTo>
                  <a:lnTo>
                    <a:pt x="9638853" y="1186404"/>
                  </a:lnTo>
                  <a:lnTo>
                    <a:pt x="9710345" y="1180759"/>
                  </a:lnTo>
                  <a:lnTo>
                    <a:pt x="9787966" y="1175629"/>
                  </a:lnTo>
                  <a:lnTo>
                    <a:pt x="9872278" y="1170958"/>
                  </a:lnTo>
                  <a:lnTo>
                    <a:pt x="9963610" y="1166702"/>
                  </a:lnTo>
                  <a:lnTo>
                    <a:pt x="10061948" y="1162824"/>
                  </a:lnTo>
                  <a:lnTo>
                    <a:pt x="10166789" y="1159301"/>
                  </a:lnTo>
                  <a:lnTo>
                    <a:pt x="10276996" y="1156118"/>
                  </a:lnTo>
                  <a:lnTo>
                    <a:pt x="10390677" y="1153273"/>
                  </a:lnTo>
                  <a:lnTo>
                    <a:pt x="10505123" y="1150769"/>
                  </a:lnTo>
                  <a:lnTo>
                    <a:pt x="10616879" y="1148613"/>
                  </a:lnTo>
                  <a:lnTo>
                    <a:pt x="10721986" y="1146812"/>
                  </a:lnTo>
                  <a:lnTo>
                    <a:pt x="10816406" y="1145364"/>
                  </a:lnTo>
                  <a:lnTo>
                    <a:pt x="10896586" y="1144257"/>
                  </a:lnTo>
                  <a:lnTo>
                    <a:pt x="10960046" y="1143464"/>
                  </a:lnTo>
                  <a:lnTo>
                    <a:pt x="11005854" y="1142944"/>
                  </a:lnTo>
                  <a:lnTo>
                    <a:pt x="11034863" y="1142643"/>
                  </a:lnTo>
                  <a:lnTo>
                    <a:pt x="11049692" y="1142503"/>
                  </a:lnTo>
                  <a:lnTo>
                    <a:pt x="11054528" y="1142461"/>
                  </a:lnTo>
                  <a:lnTo>
                    <a:pt x="11054891" y="1142458"/>
                  </a:lnTo>
                  <a:lnTo>
                    <a:pt x="12049831" y="1142458"/>
                  </a:lnTo>
                  <a:lnTo>
                    <a:pt x="12049831" y="11424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6" name="pl685"/>
            <p:cNvSpPr/>
            <p:nvPr/>
          </p:nvSpPr>
          <p:spPr>
            <a:xfrm>
              <a:off x="1199187" y="2835018"/>
              <a:ext cx="12049831" cy="1635077"/>
            </a:xfrm>
            <a:custGeom>
              <a:avLst/>
              <a:pathLst>
                <a:path w="12049831" h="1635077">
                  <a:moveTo>
                    <a:pt x="12049831" y="1142458"/>
                  </a:moveTo>
                  <a:lnTo>
                    <a:pt x="11054891" y="1142458"/>
                  </a:lnTo>
                  <a:lnTo>
                    <a:pt x="11053757" y="1142467"/>
                  </a:lnTo>
                  <a:lnTo>
                    <a:pt x="11046269" y="1142534"/>
                  </a:lnTo>
                  <a:lnTo>
                    <a:pt x="11027296" y="1142719"/>
                  </a:lnTo>
                  <a:lnTo>
                    <a:pt x="10993122" y="1143083"/>
                  </a:lnTo>
                  <a:lnTo>
                    <a:pt x="10941680" y="1143685"/>
                  </a:lnTo>
                  <a:lnTo>
                    <a:pt x="10872696" y="1144575"/>
                  </a:lnTo>
                  <a:lnTo>
                    <a:pt x="10787635" y="1145789"/>
                  </a:lnTo>
                  <a:lnTo>
                    <a:pt x="10689379" y="1147349"/>
                  </a:lnTo>
                  <a:lnTo>
                    <a:pt x="10581701" y="1149264"/>
                  </a:lnTo>
                  <a:lnTo>
                    <a:pt x="10468673" y="1151532"/>
                  </a:lnTo>
                  <a:lnTo>
                    <a:pt x="10354129" y="1154145"/>
                  </a:lnTo>
                  <a:lnTo>
                    <a:pt x="10241302" y="1157098"/>
                  </a:lnTo>
                  <a:lnTo>
                    <a:pt x="10132641" y="1160389"/>
                  </a:lnTo>
                  <a:lnTo>
                    <a:pt x="10029788" y="1164024"/>
                  </a:lnTo>
                  <a:lnTo>
                    <a:pt x="9933660" y="1168019"/>
                  </a:lnTo>
                  <a:lnTo>
                    <a:pt x="9844588" y="1172404"/>
                  </a:lnTo>
                  <a:lnTo>
                    <a:pt x="9762463" y="1177215"/>
                  </a:lnTo>
                  <a:lnTo>
                    <a:pt x="9686869" y="1182503"/>
                  </a:lnTo>
                  <a:lnTo>
                    <a:pt x="9617194" y="1188326"/>
                  </a:lnTo>
                  <a:lnTo>
                    <a:pt x="9552712" y="1194749"/>
                  </a:lnTo>
                  <a:lnTo>
                    <a:pt x="9492652" y="1201838"/>
                  </a:lnTo>
                  <a:lnTo>
                    <a:pt x="9436237" y="1209658"/>
                  </a:lnTo>
                  <a:lnTo>
                    <a:pt x="9382733" y="1218255"/>
                  </a:lnTo>
                  <a:lnTo>
                    <a:pt x="9347647" y="1224561"/>
                  </a:lnTo>
                  <a:lnTo>
                    <a:pt x="9287234" y="1236691"/>
                  </a:lnTo>
                  <a:lnTo>
                    <a:pt x="9228681" y="1250016"/>
                  </a:lnTo>
                  <a:lnTo>
                    <a:pt x="9171309" y="1264553"/>
                  </a:lnTo>
                  <a:lnTo>
                    <a:pt x="9114615" y="1280286"/>
                  </a:lnTo>
                  <a:lnTo>
                    <a:pt x="9058241" y="1297151"/>
                  </a:lnTo>
                  <a:lnTo>
                    <a:pt x="9001948" y="1315043"/>
                  </a:lnTo>
                  <a:lnTo>
                    <a:pt x="8945600" y="1333810"/>
                  </a:lnTo>
                  <a:lnTo>
                    <a:pt x="8889142" y="1353259"/>
                  </a:lnTo>
                  <a:lnTo>
                    <a:pt x="8832583" y="1373163"/>
                  </a:lnTo>
                  <a:lnTo>
                    <a:pt x="8775971" y="1393270"/>
                  </a:lnTo>
                  <a:lnTo>
                    <a:pt x="8719375" y="1413319"/>
                  </a:lnTo>
                  <a:lnTo>
                    <a:pt x="8662857" y="1433049"/>
                  </a:lnTo>
                  <a:lnTo>
                    <a:pt x="8606451" y="1452219"/>
                  </a:lnTo>
                  <a:lnTo>
                    <a:pt x="8550139" y="1470617"/>
                  </a:lnTo>
                  <a:lnTo>
                    <a:pt x="8493832" y="1488065"/>
                  </a:lnTo>
                  <a:lnTo>
                    <a:pt x="8437351" y="1504434"/>
                  </a:lnTo>
                  <a:lnTo>
                    <a:pt x="8380406" y="1519637"/>
                  </a:lnTo>
                  <a:lnTo>
                    <a:pt x="8322577" y="1533631"/>
                  </a:lnTo>
                  <a:lnTo>
                    <a:pt x="8263288" y="1546417"/>
                  </a:lnTo>
                  <a:lnTo>
                    <a:pt x="8229629" y="1552974"/>
                  </a:lnTo>
                  <a:lnTo>
                    <a:pt x="8177724" y="1562113"/>
                  </a:lnTo>
                  <a:lnTo>
                    <a:pt x="8123366" y="1570458"/>
                  </a:lnTo>
                  <a:lnTo>
                    <a:pt x="8065869" y="1578038"/>
                  </a:lnTo>
                  <a:lnTo>
                    <a:pt x="8004481" y="1584907"/>
                  </a:lnTo>
                  <a:lnTo>
                    <a:pt x="7938423" y="1591131"/>
                  </a:lnTo>
                  <a:lnTo>
                    <a:pt x="7866932" y="1596776"/>
                  </a:lnTo>
                  <a:lnTo>
                    <a:pt x="7789310" y="1601906"/>
                  </a:lnTo>
                  <a:lnTo>
                    <a:pt x="7704999" y="1606577"/>
                  </a:lnTo>
                  <a:lnTo>
                    <a:pt x="7613666" y="1610833"/>
                  </a:lnTo>
                  <a:lnTo>
                    <a:pt x="7515329" y="1614711"/>
                  </a:lnTo>
                  <a:lnTo>
                    <a:pt x="7410488" y="1618234"/>
                  </a:lnTo>
                  <a:lnTo>
                    <a:pt x="7300280" y="1621417"/>
                  </a:lnTo>
                  <a:lnTo>
                    <a:pt x="7186599" y="1624262"/>
                  </a:lnTo>
                  <a:lnTo>
                    <a:pt x="7072154" y="1626766"/>
                  </a:lnTo>
                  <a:lnTo>
                    <a:pt x="6960397" y="1628922"/>
                  </a:lnTo>
                  <a:lnTo>
                    <a:pt x="6855290" y="1630723"/>
                  </a:lnTo>
                  <a:lnTo>
                    <a:pt x="6760870" y="1632171"/>
                  </a:lnTo>
                  <a:lnTo>
                    <a:pt x="6680691" y="1633278"/>
                  </a:lnTo>
                  <a:lnTo>
                    <a:pt x="6617231" y="1634071"/>
                  </a:lnTo>
                  <a:lnTo>
                    <a:pt x="6571423" y="1634591"/>
                  </a:lnTo>
                  <a:lnTo>
                    <a:pt x="6542413" y="1634892"/>
                  </a:lnTo>
                  <a:lnTo>
                    <a:pt x="6527585" y="1635032"/>
                  </a:lnTo>
                  <a:lnTo>
                    <a:pt x="6522749" y="1635074"/>
                  </a:lnTo>
                  <a:lnTo>
                    <a:pt x="6522385" y="1635077"/>
                  </a:lnTo>
                  <a:lnTo>
                    <a:pt x="5527445" y="1635077"/>
                  </a:lnTo>
                  <a:lnTo>
                    <a:pt x="5526330" y="1635047"/>
                  </a:lnTo>
                  <a:lnTo>
                    <a:pt x="5518965" y="1634828"/>
                  </a:lnTo>
                  <a:lnTo>
                    <a:pt x="5500293" y="1634225"/>
                  </a:lnTo>
                  <a:lnTo>
                    <a:pt x="5466643" y="1633037"/>
                  </a:lnTo>
                  <a:lnTo>
                    <a:pt x="5415945" y="1631073"/>
                  </a:lnTo>
                  <a:lnTo>
                    <a:pt x="5347886" y="1628169"/>
                  </a:lnTo>
                  <a:lnTo>
                    <a:pt x="5263856" y="1624204"/>
                  </a:lnTo>
                  <a:lnTo>
                    <a:pt x="5166646" y="1619104"/>
                  </a:lnTo>
                  <a:lnTo>
                    <a:pt x="5059940" y="1612841"/>
                  </a:lnTo>
                  <a:lnTo>
                    <a:pt x="4947740" y="1605419"/>
                  </a:lnTo>
                  <a:lnTo>
                    <a:pt x="4833839" y="1596861"/>
                  </a:lnTo>
                  <a:lnTo>
                    <a:pt x="4721459" y="1587189"/>
                  </a:lnTo>
                  <a:lnTo>
                    <a:pt x="4613058" y="1576409"/>
                  </a:lnTo>
                  <a:lnTo>
                    <a:pt x="4510306" y="1564502"/>
                  </a:lnTo>
                  <a:lnTo>
                    <a:pt x="4414153" y="1551417"/>
                  </a:lnTo>
                  <a:lnTo>
                    <a:pt x="4324968" y="1537066"/>
                  </a:lnTo>
                  <a:lnTo>
                    <a:pt x="4242676" y="1521325"/>
                  </a:lnTo>
                  <a:lnTo>
                    <a:pt x="4166890" y="1504038"/>
                  </a:lnTo>
                  <a:lnTo>
                    <a:pt x="4097024" y="1485016"/>
                  </a:lnTo>
                  <a:lnTo>
                    <a:pt x="4032375" y="1464051"/>
                  </a:lnTo>
                  <a:lnTo>
                    <a:pt x="3972184" y="1440922"/>
                  </a:lnTo>
                  <a:lnTo>
                    <a:pt x="3915687" y="1415421"/>
                  </a:lnTo>
                  <a:lnTo>
                    <a:pt x="3862155" y="1387383"/>
                  </a:lnTo>
                  <a:lnTo>
                    <a:pt x="3820202" y="1362564"/>
                  </a:lnTo>
                  <a:lnTo>
                    <a:pt x="3767886" y="1328014"/>
                  </a:lnTo>
                  <a:lnTo>
                    <a:pt x="3717035" y="1290517"/>
                  </a:lnTo>
                  <a:lnTo>
                    <a:pt x="3667187" y="1250017"/>
                  </a:lnTo>
                  <a:lnTo>
                    <a:pt x="3617982" y="1206524"/>
                  </a:lnTo>
                  <a:lnTo>
                    <a:pt x="3569147" y="1160127"/>
                  </a:lnTo>
                  <a:lnTo>
                    <a:pt x="3520483" y="1110992"/>
                  </a:lnTo>
                  <a:lnTo>
                    <a:pt x="3471854" y="1059372"/>
                  </a:lnTo>
                  <a:lnTo>
                    <a:pt x="3423180" y="1005603"/>
                  </a:lnTo>
                  <a:lnTo>
                    <a:pt x="3374424" y="950096"/>
                  </a:lnTo>
                  <a:lnTo>
                    <a:pt x="3325586" y="893329"/>
                  </a:lnTo>
                  <a:lnTo>
                    <a:pt x="3276693" y="835827"/>
                  </a:lnTo>
                  <a:lnTo>
                    <a:pt x="3227786" y="778146"/>
                  </a:lnTo>
                  <a:lnTo>
                    <a:pt x="3178910" y="720850"/>
                  </a:lnTo>
                  <a:lnTo>
                    <a:pt x="3130100" y="664485"/>
                  </a:lnTo>
                  <a:lnTo>
                    <a:pt x="3081376" y="609562"/>
                  </a:lnTo>
                  <a:lnTo>
                    <a:pt x="3032724" y="556536"/>
                  </a:lnTo>
                  <a:lnTo>
                    <a:pt x="2984095" y="505792"/>
                  </a:lnTo>
                  <a:lnTo>
                    <a:pt x="2935387" y="457634"/>
                  </a:lnTo>
                  <a:lnTo>
                    <a:pt x="2886443" y="412285"/>
                  </a:lnTo>
                  <a:lnTo>
                    <a:pt x="2837038" y="369882"/>
                  </a:lnTo>
                  <a:lnTo>
                    <a:pt x="2786870" y="330484"/>
                  </a:lnTo>
                  <a:lnTo>
                    <a:pt x="2735543" y="294076"/>
                  </a:lnTo>
                  <a:lnTo>
                    <a:pt x="2702183" y="272512"/>
                  </a:lnTo>
                  <a:lnTo>
                    <a:pt x="2650580" y="242345"/>
                  </a:lnTo>
                  <a:lnTo>
                    <a:pt x="2596555" y="214781"/>
                  </a:lnTo>
                  <a:lnTo>
                    <a:pt x="2539436" y="189731"/>
                  </a:lnTo>
                  <a:lnTo>
                    <a:pt x="2478483" y="167016"/>
                  </a:lnTo>
                  <a:lnTo>
                    <a:pt x="2412931" y="146425"/>
                  </a:lnTo>
                  <a:lnTo>
                    <a:pt x="2342027" y="127737"/>
                  </a:lnTo>
                  <a:lnTo>
                    <a:pt x="2265084" y="110747"/>
                  </a:lnTo>
                  <a:lnTo>
                    <a:pt x="2181546" y="95273"/>
                  </a:lnTo>
                  <a:lnTo>
                    <a:pt x="2091075" y="81163"/>
                  </a:lnTo>
                  <a:lnTo>
                    <a:pt x="1993666" y="68299"/>
                  </a:lnTo>
                  <a:lnTo>
                    <a:pt x="1889784" y="56603"/>
                  </a:lnTo>
                  <a:lnTo>
                    <a:pt x="1780504" y="46027"/>
                  </a:lnTo>
                  <a:lnTo>
                    <a:pt x="1667636" y="36558"/>
                  </a:lnTo>
                  <a:lnTo>
                    <a:pt x="1553786" y="28207"/>
                  </a:lnTo>
                  <a:lnTo>
                    <a:pt x="1442299" y="20997"/>
                  </a:lnTo>
                  <a:lnTo>
                    <a:pt x="1337040" y="14948"/>
                  </a:lnTo>
                  <a:lnTo>
                    <a:pt x="1241995" y="10060"/>
                  </a:lnTo>
                  <a:lnTo>
                    <a:pt x="1160727" y="6297"/>
                  </a:lnTo>
                  <a:lnTo>
                    <a:pt x="1095803" y="3577"/>
                  </a:lnTo>
                  <a:lnTo>
                    <a:pt x="1048315" y="1768"/>
                  </a:lnTo>
                  <a:lnTo>
                    <a:pt x="1017624" y="703"/>
                  </a:lnTo>
                  <a:lnTo>
                    <a:pt x="1001350" y="185"/>
                  </a:lnTo>
                  <a:lnTo>
                    <a:pt x="995552" y="1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7" name="pg686"/>
            <p:cNvSpPr/>
            <p:nvPr/>
          </p:nvSpPr>
          <p:spPr>
            <a:xfrm>
              <a:off x="1199187" y="2845499"/>
              <a:ext cx="12049831" cy="1645559"/>
            </a:xfrm>
            <a:custGeom>
              <a:avLst/>
              <a:pathLst>
                <a:path w="12049831" h="1645559">
                  <a:moveTo>
                    <a:pt x="0" y="5240"/>
                  </a:moveTo>
                  <a:lnTo>
                    <a:pt x="994940" y="5240"/>
                  </a:lnTo>
                  <a:lnTo>
                    <a:pt x="996055" y="5271"/>
                  </a:lnTo>
                  <a:lnTo>
                    <a:pt x="1003419" y="5490"/>
                  </a:lnTo>
                  <a:lnTo>
                    <a:pt x="1022089" y="6095"/>
                  </a:lnTo>
                  <a:lnTo>
                    <a:pt x="1055735" y="7287"/>
                  </a:lnTo>
                  <a:lnTo>
                    <a:pt x="1106428" y="9257"/>
                  </a:lnTo>
                  <a:lnTo>
                    <a:pt x="1174481" y="12170"/>
                  </a:lnTo>
                  <a:lnTo>
                    <a:pt x="1258503" y="16147"/>
                  </a:lnTo>
                  <a:lnTo>
                    <a:pt x="1355706" y="21262"/>
                  </a:lnTo>
                  <a:lnTo>
                    <a:pt x="1462405" y="27545"/>
                  </a:lnTo>
                  <a:lnTo>
                    <a:pt x="1574599" y="34990"/>
                  </a:lnTo>
                  <a:lnTo>
                    <a:pt x="1688496" y="43575"/>
                  </a:lnTo>
                  <a:lnTo>
                    <a:pt x="1800873" y="53277"/>
                  </a:lnTo>
                  <a:lnTo>
                    <a:pt x="1909272" y="64091"/>
                  </a:lnTo>
                  <a:lnTo>
                    <a:pt x="2012024" y="76034"/>
                  </a:lnTo>
                  <a:lnTo>
                    <a:pt x="2108176" y="89160"/>
                  </a:lnTo>
                  <a:lnTo>
                    <a:pt x="2197362" y="103556"/>
                  </a:lnTo>
                  <a:lnTo>
                    <a:pt x="2279656" y="119346"/>
                  </a:lnTo>
                  <a:lnTo>
                    <a:pt x="2355443" y="136687"/>
                  </a:lnTo>
                  <a:lnTo>
                    <a:pt x="2425310" y="155767"/>
                  </a:lnTo>
                  <a:lnTo>
                    <a:pt x="2489960" y="176797"/>
                  </a:lnTo>
                  <a:lnTo>
                    <a:pt x="2550153" y="199997"/>
                  </a:lnTo>
                  <a:lnTo>
                    <a:pt x="2606650" y="225577"/>
                  </a:lnTo>
                  <a:lnTo>
                    <a:pt x="2660182" y="253702"/>
                  </a:lnTo>
                  <a:lnTo>
                    <a:pt x="2702183" y="278627"/>
                  </a:lnTo>
                  <a:lnTo>
                    <a:pt x="2754459" y="313259"/>
                  </a:lnTo>
                  <a:lnTo>
                    <a:pt x="2805271" y="350844"/>
                  </a:lnTo>
                  <a:lnTo>
                    <a:pt x="2855082" y="391436"/>
                  </a:lnTo>
                  <a:lnTo>
                    <a:pt x="2904250" y="435026"/>
                  </a:lnTo>
                  <a:lnTo>
                    <a:pt x="2953048" y="481526"/>
                  </a:lnTo>
                  <a:lnTo>
                    <a:pt x="3001674" y="530768"/>
                  </a:lnTo>
                  <a:lnTo>
                    <a:pt x="3050265" y="582501"/>
                  </a:lnTo>
                  <a:lnTo>
                    <a:pt x="3098901" y="636389"/>
                  </a:lnTo>
                  <a:lnTo>
                    <a:pt x="3147619" y="692020"/>
                  </a:lnTo>
                  <a:lnTo>
                    <a:pt x="3196417" y="748918"/>
                  </a:lnTo>
                  <a:lnTo>
                    <a:pt x="3245272" y="806555"/>
                  </a:lnTo>
                  <a:lnTo>
                    <a:pt x="3294140" y="864377"/>
                  </a:lnTo>
                  <a:lnTo>
                    <a:pt x="3342979" y="921818"/>
                  </a:lnTo>
                  <a:lnTo>
                    <a:pt x="3391752" y="978332"/>
                  </a:lnTo>
                  <a:lnTo>
                    <a:pt x="3440439" y="1033407"/>
                  </a:lnTo>
                  <a:lnTo>
                    <a:pt x="3489053" y="1086587"/>
                  </a:lnTo>
                  <a:lnTo>
                    <a:pt x="3537645" y="1137486"/>
                  </a:lnTo>
                  <a:lnTo>
                    <a:pt x="3586312" y="1185797"/>
                  </a:lnTo>
                  <a:lnTo>
                    <a:pt x="3635213" y="1231298"/>
                  </a:lnTo>
                  <a:lnTo>
                    <a:pt x="3684570" y="1273849"/>
                  </a:lnTo>
                  <a:lnTo>
                    <a:pt x="3734684" y="1313391"/>
                  </a:lnTo>
                  <a:lnTo>
                    <a:pt x="3785948" y="1349938"/>
                  </a:lnTo>
                  <a:lnTo>
                    <a:pt x="3820202" y="1372172"/>
                  </a:lnTo>
                  <a:lnTo>
                    <a:pt x="3871803" y="1402436"/>
                  </a:lnTo>
                  <a:lnTo>
                    <a:pt x="3925825" y="1430086"/>
                  </a:lnTo>
                  <a:lnTo>
                    <a:pt x="3982942" y="1455217"/>
                  </a:lnTo>
                  <a:lnTo>
                    <a:pt x="4043892" y="1478003"/>
                  </a:lnTo>
                  <a:lnTo>
                    <a:pt x="4109441" y="1498660"/>
                  </a:lnTo>
                  <a:lnTo>
                    <a:pt x="4180340" y="1517407"/>
                  </a:lnTo>
                  <a:lnTo>
                    <a:pt x="4257278" y="1534451"/>
                  </a:lnTo>
                  <a:lnTo>
                    <a:pt x="4340811" y="1549975"/>
                  </a:lnTo>
                  <a:lnTo>
                    <a:pt x="4431276" y="1564131"/>
                  </a:lnTo>
                  <a:lnTo>
                    <a:pt x="4528678" y="1577035"/>
                  </a:lnTo>
                  <a:lnTo>
                    <a:pt x="4632554" y="1588769"/>
                  </a:lnTo>
                  <a:lnTo>
                    <a:pt x="4741828" y="1599379"/>
                  </a:lnTo>
                  <a:lnTo>
                    <a:pt x="4854690" y="1608878"/>
                  </a:lnTo>
                  <a:lnTo>
                    <a:pt x="4968536" y="1617256"/>
                  </a:lnTo>
                  <a:lnTo>
                    <a:pt x="5080021" y="1624490"/>
                  </a:lnTo>
                  <a:lnTo>
                    <a:pt x="5185280" y="1630559"/>
                  </a:lnTo>
                  <a:lnTo>
                    <a:pt x="5280330" y="1635463"/>
                  </a:lnTo>
                  <a:lnTo>
                    <a:pt x="5361605" y="1639238"/>
                  </a:lnTo>
                  <a:lnTo>
                    <a:pt x="5426539" y="1641968"/>
                  </a:lnTo>
                  <a:lnTo>
                    <a:pt x="5474039" y="1643783"/>
                  </a:lnTo>
                  <a:lnTo>
                    <a:pt x="5504742" y="1644853"/>
                  </a:lnTo>
                  <a:lnTo>
                    <a:pt x="5521026" y="1645372"/>
                  </a:lnTo>
                  <a:lnTo>
                    <a:pt x="5526831" y="1645542"/>
                  </a:lnTo>
                  <a:lnTo>
                    <a:pt x="5527445" y="1645559"/>
                  </a:lnTo>
                  <a:lnTo>
                    <a:pt x="6522385" y="1645559"/>
                  </a:lnTo>
                  <a:lnTo>
                    <a:pt x="6523521" y="1645554"/>
                  </a:lnTo>
                  <a:lnTo>
                    <a:pt x="6531017" y="1645518"/>
                  </a:lnTo>
                  <a:lnTo>
                    <a:pt x="6550013" y="1645420"/>
                  </a:lnTo>
                  <a:lnTo>
                    <a:pt x="6584225" y="1645226"/>
                  </a:lnTo>
                  <a:lnTo>
                    <a:pt x="6635721" y="1644905"/>
                  </a:lnTo>
                  <a:lnTo>
                    <a:pt x="6704773" y="1644431"/>
                  </a:lnTo>
                  <a:lnTo>
                    <a:pt x="6789909" y="1643785"/>
                  </a:lnTo>
                  <a:lnTo>
                    <a:pt x="6888241" y="1642954"/>
                  </a:lnTo>
                  <a:lnTo>
                    <a:pt x="6995989" y="1641934"/>
                  </a:lnTo>
                  <a:lnTo>
                    <a:pt x="7109077" y="1640727"/>
                  </a:lnTo>
                  <a:lnTo>
                    <a:pt x="7223668" y="1639335"/>
                  </a:lnTo>
                  <a:lnTo>
                    <a:pt x="7336526" y="1637763"/>
                  </a:lnTo>
                  <a:lnTo>
                    <a:pt x="7445206" y="1636011"/>
                  </a:lnTo>
                  <a:lnTo>
                    <a:pt x="7548066" y="1634076"/>
                  </a:lnTo>
                  <a:lnTo>
                    <a:pt x="7644192" y="1631948"/>
                  </a:lnTo>
                  <a:lnTo>
                    <a:pt x="7733255" y="1629614"/>
                  </a:lnTo>
                  <a:lnTo>
                    <a:pt x="7815368" y="1627052"/>
                  </a:lnTo>
                  <a:lnTo>
                    <a:pt x="7890948" y="1624236"/>
                  </a:lnTo>
                  <a:lnTo>
                    <a:pt x="7960609" y="1621135"/>
                  </a:lnTo>
                  <a:lnTo>
                    <a:pt x="8025078" y="1617714"/>
                  </a:lnTo>
                  <a:lnTo>
                    <a:pt x="8085130" y="1613939"/>
                  </a:lnTo>
                  <a:lnTo>
                    <a:pt x="8141539" y="1609774"/>
                  </a:lnTo>
                  <a:lnTo>
                    <a:pt x="8195041" y="1605195"/>
                  </a:lnTo>
                  <a:lnTo>
                    <a:pt x="8229629" y="1601887"/>
                  </a:lnTo>
                  <a:lnTo>
                    <a:pt x="8290919" y="1595334"/>
                  </a:lnTo>
                  <a:lnTo>
                    <a:pt x="8350305" y="1588128"/>
                  </a:lnTo>
                  <a:lnTo>
                    <a:pt x="8408491" y="1580257"/>
                  </a:lnTo>
                  <a:lnTo>
                    <a:pt x="8465998" y="1571732"/>
                  </a:lnTo>
                  <a:lnTo>
                    <a:pt x="8523194" y="1562590"/>
                  </a:lnTo>
                  <a:lnTo>
                    <a:pt x="8580318" y="1552891"/>
                  </a:lnTo>
                  <a:lnTo>
                    <a:pt x="8637508" y="1542721"/>
                  </a:lnTo>
                  <a:lnTo>
                    <a:pt x="8694812" y="1532189"/>
                  </a:lnTo>
                  <a:lnTo>
                    <a:pt x="8752217" y="1521425"/>
                  </a:lnTo>
                  <a:lnTo>
                    <a:pt x="8809667" y="1510567"/>
                  </a:lnTo>
                  <a:lnTo>
                    <a:pt x="8867090" y="1499764"/>
                  </a:lnTo>
                  <a:lnTo>
                    <a:pt x="8924425" y="1489156"/>
                  </a:lnTo>
                  <a:lnTo>
                    <a:pt x="8981644" y="1478878"/>
                  </a:lnTo>
                  <a:lnTo>
                    <a:pt x="9038776" y="1469043"/>
                  </a:lnTo>
                  <a:lnTo>
                    <a:pt x="9095934" y="1459744"/>
                  </a:lnTo>
                  <a:lnTo>
                    <a:pt x="9153327" y="1451050"/>
                  </a:lnTo>
                  <a:lnTo>
                    <a:pt x="9211287" y="1443002"/>
                  </a:lnTo>
                  <a:lnTo>
                    <a:pt x="9270291" y="1435617"/>
                  </a:lnTo>
                  <a:lnTo>
                    <a:pt x="9330989" y="1428892"/>
                  </a:lnTo>
                  <a:lnTo>
                    <a:pt x="9347647" y="1427199"/>
                  </a:lnTo>
                  <a:lnTo>
                    <a:pt x="9399574" y="1422336"/>
                  </a:lnTo>
                  <a:lnTo>
                    <a:pt x="9453957" y="1417895"/>
                  </a:lnTo>
                  <a:lnTo>
                    <a:pt x="9511481" y="1413862"/>
                  </a:lnTo>
                  <a:lnTo>
                    <a:pt x="9572901" y="1410207"/>
                  </a:lnTo>
                  <a:lnTo>
                    <a:pt x="9638995" y="1406896"/>
                  </a:lnTo>
                  <a:lnTo>
                    <a:pt x="9710530" y="1403893"/>
                  </a:lnTo>
                  <a:lnTo>
                    <a:pt x="9788201" y="1401163"/>
                  </a:lnTo>
                  <a:lnTo>
                    <a:pt x="9872569" y="1398679"/>
                  </a:lnTo>
                  <a:lnTo>
                    <a:pt x="9963964" y="1396415"/>
                  </a:lnTo>
                  <a:lnTo>
                    <a:pt x="10062369" y="1394352"/>
                  </a:lnTo>
                  <a:lnTo>
                    <a:pt x="10167279" y="1392478"/>
                  </a:lnTo>
                  <a:lnTo>
                    <a:pt x="10277555" y="1390785"/>
                  </a:lnTo>
                  <a:lnTo>
                    <a:pt x="10391294" y="1389272"/>
                  </a:lnTo>
                  <a:lnTo>
                    <a:pt x="10505782" y="1387941"/>
                  </a:lnTo>
                  <a:lnTo>
                    <a:pt x="10617557" y="1386795"/>
                  </a:lnTo>
                  <a:lnTo>
                    <a:pt x="10722651" y="1385837"/>
                  </a:lnTo>
                  <a:lnTo>
                    <a:pt x="10817024" y="1385068"/>
                  </a:lnTo>
                  <a:lnTo>
                    <a:pt x="10897123" y="1384480"/>
                  </a:lnTo>
                  <a:lnTo>
                    <a:pt x="10960475" y="1384059"/>
                  </a:lnTo>
                  <a:lnTo>
                    <a:pt x="11006161" y="1383784"/>
                  </a:lnTo>
                  <a:lnTo>
                    <a:pt x="11035048" y="1383625"/>
                  </a:lnTo>
                  <a:lnTo>
                    <a:pt x="11049773" y="1383550"/>
                  </a:lnTo>
                  <a:lnTo>
                    <a:pt x="11054542" y="1383528"/>
                  </a:lnTo>
                  <a:lnTo>
                    <a:pt x="11054891" y="1383527"/>
                  </a:lnTo>
                  <a:lnTo>
                    <a:pt x="12049831" y="1383527"/>
                  </a:lnTo>
                  <a:lnTo>
                    <a:pt x="12049831" y="1378286"/>
                  </a:lnTo>
                  <a:lnTo>
                    <a:pt x="11054891" y="1378286"/>
                  </a:lnTo>
                  <a:lnTo>
                    <a:pt x="11053755" y="1378291"/>
                  </a:lnTo>
                  <a:lnTo>
                    <a:pt x="11046259" y="1378327"/>
                  </a:lnTo>
                  <a:lnTo>
                    <a:pt x="11027263" y="1378425"/>
                  </a:lnTo>
                  <a:lnTo>
                    <a:pt x="10993052" y="1378619"/>
                  </a:lnTo>
                  <a:lnTo>
                    <a:pt x="10941555" y="1378940"/>
                  </a:lnTo>
                  <a:lnTo>
                    <a:pt x="10872504" y="1379414"/>
                  </a:lnTo>
                  <a:lnTo>
                    <a:pt x="10787367" y="1380060"/>
                  </a:lnTo>
                  <a:lnTo>
                    <a:pt x="10689035" y="1380891"/>
                  </a:lnTo>
                  <a:lnTo>
                    <a:pt x="10581288" y="1381911"/>
                  </a:lnTo>
                  <a:lnTo>
                    <a:pt x="10468199" y="1383118"/>
                  </a:lnTo>
                  <a:lnTo>
                    <a:pt x="10353609" y="1384510"/>
                  </a:lnTo>
                  <a:lnTo>
                    <a:pt x="10240750" y="1386082"/>
                  </a:lnTo>
                  <a:lnTo>
                    <a:pt x="10132071" y="1387834"/>
                  </a:lnTo>
                  <a:lnTo>
                    <a:pt x="10029211" y="1389769"/>
                  </a:lnTo>
                  <a:lnTo>
                    <a:pt x="9933085" y="1391897"/>
                  </a:lnTo>
                  <a:lnTo>
                    <a:pt x="9844022" y="1394231"/>
                  </a:lnTo>
                  <a:lnTo>
                    <a:pt x="9761909" y="1396793"/>
                  </a:lnTo>
                  <a:lnTo>
                    <a:pt x="9686329" y="1399609"/>
                  </a:lnTo>
                  <a:lnTo>
                    <a:pt x="9616667" y="1402710"/>
                  </a:lnTo>
                  <a:lnTo>
                    <a:pt x="9552198" y="1406130"/>
                  </a:lnTo>
                  <a:lnTo>
                    <a:pt x="9492147" y="1409906"/>
                  </a:lnTo>
                  <a:lnTo>
                    <a:pt x="9435738" y="1414071"/>
                  </a:lnTo>
                  <a:lnTo>
                    <a:pt x="9382235" y="1418650"/>
                  </a:lnTo>
                  <a:lnTo>
                    <a:pt x="9347647" y="1421958"/>
                  </a:lnTo>
                  <a:lnTo>
                    <a:pt x="9286357" y="1428510"/>
                  </a:lnTo>
                  <a:lnTo>
                    <a:pt x="9226972" y="1435717"/>
                  </a:lnTo>
                  <a:lnTo>
                    <a:pt x="9168785" y="1443588"/>
                  </a:lnTo>
                  <a:lnTo>
                    <a:pt x="9111278" y="1452113"/>
                  </a:lnTo>
                  <a:lnTo>
                    <a:pt x="9054083" y="1461255"/>
                  </a:lnTo>
                  <a:lnTo>
                    <a:pt x="8996958" y="1470954"/>
                  </a:lnTo>
                  <a:lnTo>
                    <a:pt x="8939769" y="1481124"/>
                  </a:lnTo>
                  <a:lnTo>
                    <a:pt x="8882464" y="1491656"/>
                  </a:lnTo>
                  <a:lnTo>
                    <a:pt x="8825060" y="1502420"/>
                  </a:lnTo>
                  <a:lnTo>
                    <a:pt x="8767610" y="1513278"/>
                  </a:lnTo>
                  <a:lnTo>
                    <a:pt x="8710186" y="1524081"/>
                  </a:lnTo>
                  <a:lnTo>
                    <a:pt x="8652851" y="1534689"/>
                  </a:lnTo>
                  <a:lnTo>
                    <a:pt x="8595633" y="1544967"/>
                  </a:lnTo>
                  <a:lnTo>
                    <a:pt x="8538500" y="1554802"/>
                  </a:lnTo>
                  <a:lnTo>
                    <a:pt x="8481343" y="1564100"/>
                  </a:lnTo>
                  <a:lnTo>
                    <a:pt x="8423950" y="1572795"/>
                  </a:lnTo>
                  <a:lnTo>
                    <a:pt x="8365989" y="1580843"/>
                  </a:lnTo>
                  <a:lnTo>
                    <a:pt x="8306986" y="1588228"/>
                  </a:lnTo>
                  <a:lnTo>
                    <a:pt x="8246288" y="1594953"/>
                  </a:lnTo>
                  <a:lnTo>
                    <a:pt x="8229629" y="1596646"/>
                  </a:lnTo>
                  <a:lnTo>
                    <a:pt x="8177702" y="1601509"/>
                  </a:lnTo>
                  <a:lnTo>
                    <a:pt x="8123319" y="1605950"/>
                  </a:lnTo>
                  <a:lnTo>
                    <a:pt x="8065795" y="1609983"/>
                  </a:lnTo>
                  <a:lnTo>
                    <a:pt x="8004376" y="1613638"/>
                  </a:lnTo>
                  <a:lnTo>
                    <a:pt x="7938281" y="1616949"/>
                  </a:lnTo>
                  <a:lnTo>
                    <a:pt x="7866747" y="1619952"/>
                  </a:lnTo>
                  <a:lnTo>
                    <a:pt x="7789076" y="1622681"/>
                  </a:lnTo>
                  <a:lnTo>
                    <a:pt x="7704708" y="1625166"/>
                  </a:lnTo>
                  <a:lnTo>
                    <a:pt x="7613313" y="1627430"/>
                  </a:lnTo>
                  <a:lnTo>
                    <a:pt x="7514907" y="1629493"/>
                  </a:lnTo>
                  <a:lnTo>
                    <a:pt x="7409997" y="1631367"/>
                  </a:lnTo>
                  <a:lnTo>
                    <a:pt x="7299722" y="1633060"/>
                  </a:lnTo>
                  <a:lnTo>
                    <a:pt x="7185983" y="1634573"/>
                  </a:lnTo>
                  <a:lnTo>
                    <a:pt x="7071494" y="1635904"/>
                  </a:lnTo>
                  <a:lnTo>
                    <a:pt x="6959720" y="1637050"/>
                  </a:lnTo>
                  <a:lnTo>
                    <a:pt x="6854625" y="1638008"/>
                  </a:lnTo>
                  <a:lnTo>
                    <a:pt x="6760252" y="1638777"/>
                  </a:lnTo>
                  <a:lnTo>
                    <a:pt x="6680154" y="1639365"/>
                  </a:lnTo>
                  <a:lnTo>
                    <a:pt x="6616801" y="1639786"/>
                  </a:lnTo>
                  <a:lnTo>
                    <a:pt x="6571116" y="1640061"/>
                  </a:lnTo>
                  <a:lnTo>
                    <a:pt x="6542228" y="1640220"/>
                  </a:lnTo>
                  <a:lnTo>
                    <a:pt x="6527503" y="1640294"/>
                  </a:lnTo>
                  <a:lnTo>
                    <a:pt x="6522734" y="1640316"/>
                  </a:lnTo>
                  <a:lnTo>
                    <a:pt x="6522385" y="1640318"/>
                  </a:lnTo>
                  <a:lnTo>
                    <a:pt x="5527445" y="1640318"/>
                  </a:lnTo>
                  <a:lnTo>
                    <a:pt x="5526330" y="1640287"/>
                  </a:lnTo>
                  <a:lnTo>
                    <a:pt x="5518966" y="1640068"/>
                  </a:lnTo>
                  <a:lnTo>
                    <a:pt x="5500296" y="1639463"/>
                  </a:lnTo>
                  <a:lnTo>
                    <a:pt x="5466650" y="1638271"/>
                  </a:lnTo>
                  <a:lnTo>
                    <a:pt x="5415957" y="1636301"/>
                  </a:lnTo>
                  <a:lnTo>
                    <a:pt x="5347904" y="1633388"/>
                  </a:lnTo>
                  <a:lnTo>
                    <a:pt x="5263882" y="1629411"/>
                  </a:lnTo>
                  <a:lnTo>
                    <a:pt x="5166679" y="1624296"/>
                  </a:lnTo>
                  <a:lnTo>
                    <a:pt x="5059980" y="1618013"/>
                  </a:lnTo>
                  <a:lnTo>
                    <a:pt x="4947786" y="1610568"/>
                  </a:lnTo>
                  <a:lnTo>
                    <a:pt x="4833889" y="1601983"/>
                  </a:lnTo>
                  <a:lnTo>
                    <a:pt x="4721512" y="1592281"/>
                  </a:lnTo>
                  <a:lnTo>
                    <a:pt x="4613113" y="1581467"/>
                  </a:lnTo>
                  <a:lnTo>
                    <a:pt x="4510361" y="1569524"/>
                  </a:lnTo>
                  <a:lnTo>
                    <a:pt x="4414209" y="1556398"/>
                  </a:lnTo>
                  <a:lnTo>
                    <a:pt x="4325023" y="1542002"/>
                  </a:lnTo>
                  <a:lnTo>
                    <a:pt x="4242729" y="1526212"/>
                  </a:lnTo>
                  <a:lnTo>
                    <a:pt x="4166942" y="1508871"/>
                  </a:lnTo>
                  <a:lnTo>
                    <a:pt x="4097075" y="1489791"/>
                  </a:lnTo>
                  <a:lnTo>
                    <a:pt x="4032425" y="1468761"/>
                  </a:lnTo>
                  <a:lnTo>
                    <a:pt x="3972232" y="1445561"/>
                  </a:lnTo>
                  <a:lnTo>
                    <a:pt x="3915735" y="1419981"/>
                  </a:lnTo>
                  <a:lnTo>
                    <a:pt x="3862203" y="1391856"/>
                  </a:lnTo>
                  <a:lnTo>
                    <a:pt x="3820202" y="1366932"/>
                  </a:lnTo>
                  <a:lnTo>
                    <a:pt x="3767926" y="1332299"/>
                  </a:lnTo>
                  <a:lnTo>
                    <a:pt x="3717114" y="1294714"/>
                  </a:lnTo>
                  <a:lnTo>
                    <a:pt x="3667303" y="1254122"/>
                  </a:lnTo>
                  <a:lnTo>
                    <a:pt x="3618135" y="1210532"/>
                  </a:lnTo>
                  <a:lnTo>
                    <a:pt x="3569337" y="1164032"/>
                  </a:lnTo>
                  <a:lnTo>
                    <a:pt x="3520711" y="1114790"/>
                  </a:lnTo>
                  <a:lnTo>
                    <a:pt x="3472120" y="1063057"/>
                  </a:lnTo>
                  <a:lnTo>
                    <a:pt x="3423484" y="1009169"/>
                  </a:lnTo>
                  <a:lnTo>
                    <a:pt x="3374766" y="953538"/>
                  </a:lnTo>
                  <a:lnTo>
                    <a:pt x="3325968" y="896640"/>
                  </a:lnTo>
                  <a:lnTo>
                    <a:pt x="3277113" y="839003"/>
                  </a:lnTo>
                  <a:lnTo>
                    <a:pt x="3228245" y="781182"/>
                  </a:lnTo>
                  <a:lnTo>
                    <a:pt x="3179406" y="723740"/>
                  </a:lnTo>
                  <a:lnTo>
                    <a:pt x="3130633" y="667226"/>
                  </a:lnTo>
                  <a:lnTo>
                    <a:pt x="3081946" y="612151"/>
                  </a:lnTo>
                  <a:lnTo>
                    <a:pt x="3033332" y="558971"/>
                  </a:lnTo>
                  <a:lnTo>
                    <a:pt x="2984740" y="508072"/>
                  </a:lnTo>
                  <a:lnTo>
                    <a:pt x="2936073" y="459761"/>
                  </a:lnTo>
                  <a:lnTo>
                    <a:pt x="2887172" y="414260"/>
                  </a:lnTo>
                  <a:lnTo>
                    <a:pt x="2837815" y="371709"/>
                  </a:lnTo>
                  <a:lnTo>
                    <a:pt x="2787701" y="332167"/>
                  </a:lnTo>
                  <a:lnTo>
                    <a:pt x="2736437" y="295621"/>
                  </a:lnTo>
                  <a:lnTo>
                    <a:pt x="2702183" y="273386"/>
                  </a:lnTo>
                  <a:lnTo>
                    <a:pt x="2650582" y="243123"/>
                  </a:lnTo>
                  <a:lnTo>
                    <a:pt x="2596560" y="215472"/>
                  </a:lnTo>
                  <a:lnTo>
                    <a:pt x="2539443" y="190342"/>
                  </a:lnTo>
                  <a:lnTo>
                    <a:pt x="2478493" y="167555"/>
                  </a:lnTo>
                  <a:lnTo>
                    <a:pt x="2412944" y="146898"/>
                  </a:lnTo>
                  <a:lnTo>
                    <a:pt x="2342044" y="128151"/>
                  </a:lnTo>
                  <a:lnTo>
                    <a:pt x="2265107" y="111107"/>
                  </a:lnTo>
                  <a:lnTo>
                    <a:pt x="2181574" y="95583"/>
                  </a:lnTo>
                  <a:lnTo>
                    <a:pt x="2091109" y="81428"/>
                  </a:lnTo>
                  <a:lnTo>
                    <a:pt x="1993707" y="68523"/>
                  </a:lnTo>
                  <a:lnTo>
                    <a:pt x="1889831" y="56789"/>
                  </a:lnTo>
                  <a:lnTo>
                    <a:pt x="1780557" y="46179"/>
                  </a:lnTo>
                  <a:lnTo>
                    <a:pt x="1667695" y="36680"/>
                  </a:lnTo>
                  <a:lnTo>
                    <a:pt x="1553849" y="28302"/>
                  </a:lnTo>
                  <a:lnTo>
                    <a:pt x="1442364" y="21068"/>
                  </a:lnTo>
                  <a:lnTo>
                    <a:pt x="1337105" y="14999"/>
                  </a:lnTo>
                  <a:lnTo>
                    <a:pt x="1242055" y="10095"/>
                  </a:lnTo>
                  <a:lnTo>
                    <a:pt x="1160780" y="6320"/>
                  </a:lnTo>
                  <a:lnTo>
                    <a:pt x="1095846" y="3590"/>
                  </a:lnTo>
                  <a:lnTo>
                    <a:pt x="1048346" y="1775"/>
                  </a:lnTo>
                  <a:lnTo>
                    <a:pt x="1017643" y="705"/>
                  </a:lnTo>
                  <a:lnTo>
                    <a:pt x="1001359" y="186"/>
                  </a:lnTo>
                  <a:lnTo>
                    <a:pt x="995554" y="1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88" name="pl687"/>
            <p:cNvSpPr/>
            <p:nvPr/>
          </p:nvSpPr>
          <p:spPr>
            <a:xfrm>
              <a:off x="1199187" y="2850740"/>
              <a:ext cx="12049831" cy="1640318"/>
            </a:xfrm>
            <a:custGeom>
              <a:avLst/>
              <a:pathLst>
                <a:path w="12049831" h="1640318">
                  <a:moveTo>
                    <a:pt x="0" y="0"/>
                  </a:moveTo>
                  <a:lnTo>
                    <a:pt x="994940" y="0"/>
                  </a:lnTo>
                  <a:lnTo>
                    <a:pt x="996055" y="30"/>
                  </a:lnTo>
                  <a:lnTo>
                    <a:pt x="1003419" y="249"/>
                  </a:lnTo>
                  <a:lnTo>
                    <a:pt x="1022089" y="854"/>
                  </a:lnTo>
                  <a:lnTo>
                    <a:pt x="1055735" y="2046"/>
                  </a:lnTo>
                  <a:lnTo>
                    <a:pt x="1106428" y="4017"/>
                  </a:lnTo>
                  <a:lnTo>
                    <a:pt x="1174481" y="6929"/>
                  </a:lnTo>
                  <a:lnTo>
                    <a:pt x="1258503" y="10906"/>
                  </a:lnTo>
                  <a:lnTo>
                    <a:pt x="1355706" y="16022"/>
                  </a:lnTo>
                  <a:lnTo>
                    <a:pt x="1462405" y="22304"/>
                  </a:lnTo>
                  <a:lnTo>
                    <a:pt x="1574599" y="29749"/>
                  </a:lnTo>
                  <a:lnTo>
                    <a:pt x="1688496" y="38334"/>
                  </a:lnTo>
                  <a:lnTo>
                    <a:pt x="1800873" y="48037"/>
                  </a:lnTo>
                  <a:lnTo>
                    <a:pt x="1909272" y="58850"/>
                  </a:lnTo>
                  <a:lnTo>
                    <a:pt x="2012024" y="70794"/>
                  </a:lnTo>
                  <a:lnTo>
                    <a:pt x="2108176" y="83920"/>
                  </a:lnTo>
                  <a:lnTo>
                    <a:pt x="2197362" y="98316"/>
                  </a:lnTo>
                  <a:lnTo>
                    <a:pt x="2279656" y="114105"/>
                  </a:lnTo>
                  <a:lnTo>
                    <a:pt x="2355443" y="131446"/>
                  </a:lnTo>
                  <a:lnTo>
                    <a:pt x="2425310" y="150526"/>
                  </a:lnTo>
                  <a:lnTo>
                    <a:pt x="2489960" y="171556"/>
                  </a:lnTo>
                  <a:lnTo>
                    <a:pt x="2550153" y="194756"/>
                  </a:lnTo>
                  <a:lnTo>
                    <a:pt x="2606650" y="220336"/>
                  </a:lnTo>
                  <a:lnTo>
                    <a:pt x="2660182" y="248461"/>
                  </a:lnTo>
                  <a:lnTo>
                    <a:pt x="2702183" y="273386"/>
                  </a:lnTo>
                  <a:lnTo>
                    <a:pt x="2754459" y="308018"/>
                  </a:lnTo>
                  <a:lnTo>
                    <a:pt x="2805271" y="345603"/>
                  </a:lnTo>
                  <a:lnTo>
                    <a:pt x="2855082" y="386196"/>
                  </a:lnTo>
                  <a:lnTo>
                    <a:pt x="2904250" y="429785"/>
                  </a:lnTo>
                  <a:lnTo>
                    <a:pt x="2953048" y="476285"/>
                  </a:lnTo>
                  <a:lnTo>
                    <a:pt x="3001674" y="525528"/>
                  </a:lnTo>
                  <a:lnTo>
                    <a:pt x="3050265" y="577260"/>
                  </a:lnTo>
                  <a:lnTo>
                    <a:pt x="3098901" y="631148"/>
                  </a:lnTo>
                  <a:lnTo>
                    <a:pt x="3147619" y="686780"/>
                  </a:lnTo>
                  <a:lnTo>
                    <a:pt x="3196417" y="743677"/>
                  </a:lnTo>
                  <a:lnTo>
                    <a:pt x="3245272" y="801315"/>
                  </a:lnTo>
                  <a:lnTo>
                    <a:pt x="3294140" y="859136"/>
                  </a:lnTo>
                  <a:lnTo>
                    <a:pt x="3342979" y="916578"/>
                  </a:lnTo>
                  <a:lnTo>
                    <a:pt x="3391752" y="973092"/>
                  </a:lnTo>
                  <a:lnTo>
                    <a:pt x="3440439" y="1028167"/>
                  </a:lnTo>
                  <a:lnTo>
                    <a:pt x="3489053" y="1081347"/>
                  </a:lnTo>
                  <a:lnTo>
                    <a:pt x="3537645" y="1132245"/>
                  </a:lnTo>
                  <a:lnTo>
                    <a:pt x="3586312" y="1180557"/>
                  </a:lnTo>
                  <a:lnTo>
                    <a:pt x="3635213" y="1226057"/>
                  </a:lnTo>
                  <a:lnTo>
                    <a:pt x="3684570" y="1268608"/>
                  </a:lnTo>
                  <a:lnTo>
                    <a:pt x="3734684" y="1308150"/>
                  </a:lnTo>
                  <a:lnTo>
                    <a:pt x="3785948" y="1344697"/>
                  </a:lnTo>
                  <a:lnTo>
                    <a:pt x="3820202" y="1366932"/>
                  </a:lnTo>
                  <a:lnTo>
                    <a:pt x="3871803" y="1397195"/>
                  </a:lnTo>
                  <a:lnTo>
                    <a:pt x="3925825" y="1424846"/>
                  </a:lnTo>
                  <a:lnTo>
                    <a:pt x="3982942" y="1449976"/>
                  </a:lnTo>
                  <a:lnTo>
                    <a:pt x="4043892" y="1472763"/>
                  </a:lnTo>
                  <a:lnTo>
                    <a:pt x="4109441" y="1493420"/>
                  </a:lnTo>
                  <a:lnTo>
                    <a:pt x="4180340" y="1512167"/>
                  </a:lnTo>
                  <a:lnTo>
                    <a:pt x="4257278" y="1529211"/>
                  </a:lnTo>
                  <a:lnTo>
                    <a:pt x="4340811" y="1544734"/>
                  </a:lnTo>
                  <a:lnTo>
                    <a:pt x="4431276" y="1558890"/>
                  </a:lnTo>
                  <a:lnTo>
                    <a:pt x="4528678" y="1571794"/>
                  </a:lnTo>
                  <a:lnTo>
                    <a:pt x="4632554" y="1583528"/>
                  </a:lnTo>
                  <a:lnTo>
                    <a:pt x="4741828" y="1594138"/>
                  </a:lnTo>
                  <a:lnTo>
                    <a:pt x="4854690" y="1603637"/>
                  </a:lnTo>
                  <a:lnTo>
                    <a:pt x="4968536" y="1612016"/>
                  </a:lnTo>
                  <a:lnTo>
                    <a:pt x="5080021" y="1619249"/>
                  </a:lnTo>
                  <a:lnTo>
                    <a:pt x="5185280" y="1625318"/>
                  </a:lnTo>
                  <a:lnTo>
                    <a:pt x="5280330" y="1630222"/>
                  </a:lnTo>
                  <a:lnTo>
                    <a:pt x="5361605" y="1633998"/>
                  </a:lnTo>
                  <a:lnTo>
                    <a:pt x="5426539" y="1636727"/>
                  </a:lnTo>
                  <a:lnTo>
                    <a:pt x="5474039" y="1638542"/>
                  </a:lnTo>
                  <a:lnTo>
                    <a:pt x="5504742" y="1639612"/>
                  </a:lnTo>
                  <a:lnTo>
                    <a:pt x="5521026" y="1640131"/>
                  </a:lnTo>
                  <a:lnTo>
                    <a:pt x="5526831" y="1640301"/>
                  </a:lnTo>
                  <a:lnTo>
                    <a:pt x="5527445" y="1640318"/>
                  </a:lnTo>
                  <a:lnTo>
                    <a:pt x="6522385" y="1640318"/>
                  </a:lnTo>
                  <a:lnTo>
                    <a:pt x="6523521" y="1640313"/>
                  </a:lnTo>
                  <a:lnTo>
                    <a:pt x="6531017" y="1640277"/>
                  </a:lnTo>
                  <a:lnTo>
                    <a:pt x="6550013" y="1640179"/>
                  </a:lnTo>
                  <a:lnTo>
                    <a:pt x="6584225" y="1639985"/>
                  </a:lnTo>
                  <a:lnTo>
                    <a:pt x="6635721" y="1639664"/>
                  </a:lnTo>
                  <a:lnTo>
                    <a:pt x="6704773" y="1639191"/>
                  </a:lnTo>
                  <a:lnTo>
                    <a:pt x="6789909" y="1638544"/>
                  </a:lnTo>
                  <a:lnTo>
                    <a:pt x="6888241" y="1637713"/>
                  </a:lnTo>
                  <a:lnTo>
                    <a:pt x="6995989" y="1636694"/>
                  </a:lnTo>
                  <a:lnTo>
                    <a:pt x="7109077" y="1635486"/>
                  </a:lnTo>
                  <a:lnTo>
                    <a:pt x="7223668" y="1634094"/>
                  </a:lnTo>
                  <a:lnTo>
                    <a:pt x="7336526" y="1632522"/>
                  </a:lnTo>
                  <a:lnTo>
                    <a:pt x="7445206" y="1630770"/>
                  </a:lnTo>
                  <a:lnTo>
                    <a:pt x="7548066" y="1628835"/>
                  </a:lnTo>
                  <a:lnTo>
                    <a:pt x="7644192" y="1626708"/>
                  </a:lnTo>
                  <a:lnTo>
                    <a:pt x="7733255" y="1624373"/>
                  </a:lnTo>
                  <a:lnTo>
                    <a:pt x="7815368" y="1621811"/>
                  </a:lnTo>
                  <a:lnTo>
                    <a:pt x="7890948" y="1618995"/>
                  </a:lnTo>
                  <a:lnTo>
                    <a:pt x="7960609" y="1615894"/>
                  </a:lnTo>
                  <a:lnTo>
                    <a:pt x="8025078" y="1612474"/>
                  </a:lnTo>
                  <a:lnTo>
                    <a:pt x="8085130" y="1608698"/>
                  </a:lnTo>
                  <a:lnTo>
                    <a:pt x="8141539" y="1604533"/>
                  </a:lnTo>
                  <a:lnTo>
                    <a:pt x="8195041" y="1599954"/>
                  </a:lnTo>
                  <a:lnTo>
                    <a:pt x="8229629" y="1596646"/>
                  </a:lnTo>
                  <a:lnTo>
                    <a:pt x="8290919" y="1590094"/>
                  </a:lnTo>
                  <a:lnTo>
                    <a:pt x="8350305" y="1582887"/>
                  </a:lnTo>
                  <a:lnTo>
                    <a:pt x="8408491" y="1575016"/>
                  </a:lnTo>
                  <a:lnTo>
                    <a:pt x="8465998" y="1566492"/>
                  </a:lnTo>
                  <a:lnTo>
                    <a:pt x="8523194" y="1557349"/>
                  </a:lnTo>
                  <a:lnTo>
                    <a:pt x="8580318" y="1547650"/>
                  </a:lnTo>
                  <a:lnTo>
                    <a:pt x="8637508" y="1537480"/>
                  </a:lnTo>
                  <a:lnTo>
                    <a:pt x="8694812" y="1526949"/>
                  </a:lnTo>
                  <a:lnTo>
                    <a:pt x="8752217" y="1516184"/>
                  </a:lnTo>
                  <a:lnTo>
                    <a:pt x="8809667" y="1505327"/>
                  </a:lnTo>
                  <a:lnTo>
                    <a:pt x="8867090" y="1494523"/>
                  </a:lnTo>
                  <a:lnTo>
                    <a:pt x="8924425" y="1483916"/>
                  </a:lnTo>
                  <a:lnTo>
                    <a:pt x="8981644" y="1473637"/>
                  </a:lnTo>
                  <a:lnTo>
                    <a:pt x="9038776" y="1463802"/>
                  </a:lnTo>
                  <a:lnTo>
                    <a:pt x="9095934" y="1454504"/>
                  </a:lnTo>
                  <a:lnTo>
                    <a:pt x="9153327" y="1445809"/>
                  </a:lnTo>
                  <a:lnTo>
                    <a:pt x="9211287" y="1437761"/>
                  </a:lnTo>
                  <a:lnTo>
                    <a:pt x="9270291" y="1430377"/>
                  </a:lnTo>
                  <a:lnTo>
                    <a:pt x="9330989" y="1423651"/>
                  </a:lnTo>
                  <a:lnTo>
                    <a:pt x="9347647" y="1421958"/>
                  </a:lnTo>
                  <a:lnTo>
                    <a:pt x="9399574" y="1417095"/>
                  </a:lnTo>
                  <a:lnTo>
                    <a:pt x="9453957" y="1412655"/>
                  </a:lnTo>
                  <a:lnTo>
                    <a:pt x="9511481" y="1408621"/>
                  </a:lnTo>
                  <a:lnTo>
                    <a:pt x="9572901" y="1404967"/>
                  </a:lnTo>
                  <a:lnTo>
                    <a:pt x="9638995" y="1401655"/>
                  </a:lnTo>
                  <a:lnTo>
                    <a:pt x="9710530" y="1398652"/>
                  </a:lnTo>
                  <a:lnTo>
                    <a:pt x="9788201" y="1395923"/>
                  </a:lnTo>
                  <a:lnTo>
                    <a:pt x="9872569" y="1393438"/>
                  </a:lnTo>
                  <a:lnTo>
                    <a:pt x="9963964" y="1391174"/>
                  </a:lnTo>
                  <a:lnTo>
                    <a:pt x="10062369" y="1389111"/>
                  </a:lnTo>
                  <a:lnTo>
                    <a:pt x="10167279" y="1387237"/>
                  </a:lnTo>
                  <a:lnTo>
                    <a:pt x="10277555" y="1385544"/>
                  </a:lnTo>
                  <a:lnTo>
                    <a:pt x="10391294" y="1384031"/>
                  </a:lnTo>
                  <a:lnTo>
                    <a:pt x="10505782" y="1382700"/>
                  </a:lnTo>
                  <a:lnTo>
                    <a:pt x="10617557" y="1381554"/>
                  </a:lnTo>
                  <a:lnTo>
                    <a:pt x="10722651" y="1380597"/>
                  </a:lnTo>
                  <a:lnTo>
                    <a:pt x="10817024" y="1379827"/>
                  </a:lnTo>
                  <a:lnTo>
                    <a:pt x="10897123" y="1379239"/>
                  </a:lnTo>
                  <a:lnTo>
                    <a:pt x="10960475" y="1378819"/>
                  </a:lnTo>
                  <a:lnTo>
                    <a:pt x="11006161" y="1378543"/>
                  </a:lnTo>
                  <a:lnTo>
                    <a:pt x="11035048" y="1378384"/>
                  </a:lnTo>
                  <a:lnTo>
                    <a:pt x="11049773" y="1378310"/>
                  </a:lnTo>
                  <a:lnTo>
                    <a:pt x="11054542" y="1378288"/>
                  </a:lnTo>
                  <a:lnTo>
                    <a:pt x="11054891" y="1378286"/>
                  </a:lnTo>
                  <a:lnTo>
                    <a:pt x="12049831" y="1378286"/>
                  </a:lnTo>
                  <a:lnTo>
                    <a:pt x="12049831" y="13782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9" name="pl688"/>
            <p:cNvSpPr/>
            <p:nvPr/>
          </p:nvSpPr>
          <p:spPr>
            <a:xfrm>
              <a:off x="1199187" y="2845499"/>
              <a:ext cx="12049831" cy="1640318"/>
            </a:xfrm>
            <a:custGeom>
              <a:avLst/>
              <a:pathLst>
                <a:path w="12049831" h="1640318">
                  <a:moveTo>
                    <a:pt x="12049831" y="1378286"/>
                  </a:moveTo>
                  <a:lnTo>
                    <a:pt x="11054891" y="1378286"/>
                  </a:lnTo>
                  <a:lnTo>
                    <a:pt x="11053755" y="1378291"/>
                  </a:lnTo>
                  <a:lnTo>
                    <a:pt x="11046259" y="1378327"/>
                  </a:lnTo>
                  <a:lnTo>
                    <a:pt x="11027263" y="1378425"/>
                  </a:lnTo>
                  <a:lnTo>
                    <a:pt x="10993052" y="1378619"/>
                  </a:lnTo>
                  <a:lnTo>
                    <a:pt x="10941555" y="1378940"/>
                  </a:lnTo>
                  <a:lnTo>
                    <a:pt x="10872504" y="1379414"/>
                  </a:lnTo>
                  <a:lnTo>
                    <a:pt x="10787367" y="1380060"/>
                  </a:lnTo>
                  <a:lnTo>
                    <a:pt x="10689035" y="1380891"/>
                  </a:lnTo>
                  <a:lnTo>
                    <a:pt x="10581288" y="1381911"/>
                  </a:lnTo>
                  <a:lnTo>
                    <a:pt x="10468199" y="1383118"/>
                  </a:lnTo>
                  <a:lnTo>
                    <a:pt x="10353609" y="1384510"/>
                  </a:lnTo>
                  <a:lnTo>
                    <a:pt x="10240750" y="1386082"/>
                  </a:lnTo>
                  <a:lnTo>
                    <a:pt x="10132071" y="1387834"/>
                  </a:lnTo>
                  <a:lnTo>
                    <a:pt x="10029211" y="1389769"/>
                  </a:lnTo>
                  <a:lnTo>
                    <a:pt x="9933085" y="1391897"/>
                  </a:lnTo>
                  <a:lnTo>
                    <a:pt x="9844022" y="1394231"/>
                  </a:lnTo>
                  <a:lnTo>
                    <a:pt x="9761909" y="1396793"/>
                  </a:lnTo>
                  <a:lnTo>
                    <a:pt x="9686329" y="1399609"/>
                  </a:lnTo>
                  <a:lnTo>
                    <a:pt x="9616667" y="1402710"/>
                  </a:lnTo>
                  <a:lnTo>
                    <a:pt x="9552198" y="1406130"/>
                  </a:lnTo>
                  <a:lnTo>
                    <a:pt x="9492147" y="1409906"/>
                  </a:lnTo>
                  <a:lnTo>
                    <a:pt x="9435738" y="1414071"/>
                  </a:lnTo>
                  <a:lnTo>
                    <a:pt x="9382235" y="1418650"/>
                  </a:lnTo>
                  <a:lnTo>
                    <a:pt x="9347647" y="1421958"/>
                  </a:lnTo>
                  <a:lnTo>
                    <a:pt x="9286357" y="1428510"/>
                  </a:lnTo>
                  <a:lnTo>
                    <a:pt x="9226972" y="1435717"/>
                  </a:lnTo>
                  <a:lnTo>
                    <a:pt x="9168785" y="1443588"/>
                  </a:lnTo>
                  <a:lnTo>
                    <a:pt x="9111278" y="1452113"/>
                  </a:lnTo>
                  <a:lnTo>
                    <a:pt x="9054083" y="1461255"/>
                  </a:lnTo>
                  <a:lnTo>
                    <a:pt x="8996958" y="1470954"/>
                  </a:lnTo>
                  <a:lnTo>
                    <a:pt x="8939769" y="1481124"/>
                  </a:lnTo>
                  <a:lnTo>
                    <a:pt x="8882464" y="1491656"/>
                  </a:lnTo>
                  <a:lnTo>
                    <a:pt x="8825060" y="1502420"/>
                  </a:lnTo>
                  <a:lnTo>
                    <a:pt x="8767610" y="1513278"/>
                  </a:lnTo>
                  <a:lnTo>
                    <a:pt x="8710186" y="1524081"/>
                  </a:lnTo>
                  <a:lnTo>
                    <a:pt x="8652851" y="1534689"/>
                  </a:lnTo>
                  <a:lnTo>
                    <a:pt x="8595633" y="1544967"/>
                  </a:lnTo>
                  <a:lnTo>
                    <a:pt x="8538500" y="1554802"/>
                  </a:lnTo>
                  <a:lnTo>
                    <a:pt x="8481343" y="1564100"/>
                  </a:lnTo>
                  <a:lnTo>
                    <a:pt x="8423950" y="1572795"/>
                  </a:lnTo>
                  <a:lnTo>
                    <a:pt x="8365989" y="1580843"/>
                  </a:lnTo>
                  <a:lnTo>
                    <a:pt x="8306986" y="1588228"/>
                  </a:lnTo>
                  <a:lnTo>
                    <a:pt x="8246288" y="1594953"/>
                  </a:lnTo>
                  <a:lnTo>
                    <a:pt x="8229629" y="1596646"/>
                  </a:lnTo>
                  <a:lnTo>
                    <a:pt x="8177702" y="1601509"/>
                  </a:lnTo>
                  <a:lnTo>
                    <a:pt x="8123319" y="1605950"/>
                  </a:lnTo>
                  <a:lnTo>
                    <a:pt x="8065795" y="1609983"/>
                  </a:lnTo>
                  <a:lnTo>
                    <a:pt x="8004376" y="1613638"/>
                  </a:lnTo>
                  <a:lnTo>
                    <a:pt x="7938281" y="1616949"/>
                  </a:lnTo>
                  <a:lnTo>
                    <a:pt x="7866747" y="1619952"/>
                  </a:lnTo>
                  <a:lnTo>
                    <a:pt x="7789076" y="1622681"/>
                  </a:lnTo>
                  <a:lnTo>
                    <a:pt x="7704708" y="1625166"/>
                  </a:lnTo>
                  <a:lnTo>
                    <a:pt x="7613313" y="1627430"/>
                  </a:lnTo>
                  <a:lnTo>
                    <a:pt x="7514907" y="1629493"/>
                  </a:lnTo>
                  <a:lnTo>
                    <a:pt x="7409997" y="1631367"/>
                  </a:lnTo>
                  <a:lnTo>
                    <a:pt x="7299722" y="1633060"/>
                  </a:lnTo>
                  <a:lnTo>
                    <a:pt x="7185983" y="1634573"/>
                  </a:lnTo>
                  <a:lnTo>
                    <a:pt x="7071494" y="1635904"/>
                  </a:lnTo>
                  <a:lnTo>
                    <a:pt x="6959720" y="1637050"/>
                  </a:lnTo>
                  <a:lnTo>
                    <a:pt x="6854625" y="1638008"/>
                  </a:lnTo>
                  <a:lnTo>
                    <a:pt x="6760252" y="1638777"/>
                  </a:lnTo>
                  <a:lnTo>
                    <a:pt x="6680154" y="1639365"/>
                  </a:lnTo>
                  <a:lnTo>
                    <a:pt x="6616801" y="1639786"/>
                  </a:lnTo>
                  <a:lnTo>
                    <a:pt x="6571116" y="1640061"/>
                  </a:lnTo>
                  <a:lnTo>
                    <a:pt x="6542228" y="1640220"/>
                  </a:lnTo>
                  <a:lnTo>
                    <a:pt x="6527503" y="1640294"/>
                  </a:lnTo>
                  <a:lnTo>
                    <a:pt x="6522734" y="1640316"/>
                  </a:lnTo>
                  <a:lnTo>
                    <a:pt x="6522385" y="1640318"/>
                  </a:lnTo>
                  <a:lnTo>
                    <a:pt x="5527445" y="1640318"/>
                  </a:lnTo>
                  <a:lnTo>
                    <a:pt x="5526330" y="1640287"/>
                  </a:lnTo>
                  <a:lnTo>
                    <a:pt x="5518966" y="1640068"/>
                  </a:lnTo>
                  <a:lnTo>
                    <a:pt x="5500296" y="1639463"/>
                  </a:lnTo>
                  <a:lnTo>
                    <a:pt x="5466650" y="1638271"/>
                  </a:lnTo>
                  <a:lnTo>
                    <a:pt x="5415957" y="1636301"/>
                  </a:lnTo>
                  <a:lnTo>
                    <a:pt x="5347904" y="1633388"/>
                  </a:lnTo>
                  <a:lnTo>
                    <a:pt x="5263882" y="1629411"/>
                  </a:lnTo>
                  <a:lnTo>
                    <a:pt x="5166679" y="1624296"/>
                  </a:lnTo>
                  <a:lnTo>
                    <a:pt x="5059980" y="1618013"/>
                  </a:lnTo>
                  <a:lnTo>
                    <a:pt x="4947786" y="1610568"/>
                  </a:lnTo>
                  <a:lnTo>
                    <a:pt x="4833889" y="1601983"/>
                  </a:lnTo>
                  <a:lnTo>
                    <a:pt x="4721512" y="1592281"/>
                  </a:lnTo>
                  <a:lnTo>
                    <a:pt x="4613113" y="1581467"/>
                  </a:lnTo>
                  <a:lnTo>
                    <a:pt x="4510361" y="1569524"/>
                  </a:lnTo>
                  <a:lnTo>
                    <a:pt x="4414209" y="1556398"/>
                  </a:lnTo>
                  <a:lnTo>
                    <a:pt x="4325023" y="1542002"/>
                  </a:lnTo>
                  <a:lnTo>
                    <a:pt x="4242729" y="1526212"/>
                  </a:lnTo>
                  <a:lnTo>
                    <a:pt x="4166942" y="1508871"/>
                  </a:lnTo>
                  <a:lnTo>
                    <a:pt x="4097075" y="1489791"/>
                  </a:lnTo>
                  <a:lnTo>
                    <a:pt x="4032425" y="1468761"/>
                  </a:lnTo>
                  <a:lnTo>
                    <a:pt x="3972232" y="1445561"/>
                  </a:lnTo>
                  <a:lnTo>
                    <a:pt x="3915735" y="1419981"/>
                  </a:lnTo>
                  <a:lnTo>
                    <a:pt x="3862203" y="1391856"/>
                  </a:lnTo>
                  <a:lnTo>
                    <a:pt x="3820202" y="1366932"/>
                  </a:lnTo>
                  <a:lnTo>
                    <a:pt x="3767926" y="1332299"/>
                  </a:lnTo>
                  <a:lnTo>
                    <a:pt x="3717114" y="1294714"/>
                  </a:lnTo>
                  <a:lnTo>
                    <a:pt x="3667303" y="1254122"/>
                  </a:lnTo>
                  <a:lnTo>
                    <a:pt x="3618135" y="1210532"/>
                  </a:lnTo>
                  <a:lnTo>
                    <a:pt x="3569337" y="1164032"/>
                  </a:lnTo>
                  <a:lnTo>
                    <a:pt x="3520711" y="1114790"/>
                  </a:lnTo>
                  <a:lnTo>
                    <a:pt x="3472120" y="1063057"/>
                  </a:lnTo>
                  <a:lnTo>
                    <a:pt x="3423484" y="1009169"/>
                  </a:lnTo>
                  <a:lnTo>
                    <a:pt x="3374766" y="953538"/>
                  </a:lnTo>
                  <a:lnTo>
                    <a:pt x="3325968" y="896640"/>
                  </a:lnTo>
                  <a:lnTo>
                    <a:pt x="3277113" y="839003"/>
                  </a:lnTo>
                  <a:lnTo>
                    <a:pt x="3228245" y="781182"/>
                  </a:lnTo>
                  <a:lnTo>
                    <a:pt x="3179406" y="723740"/>
                  </a:lnTo>
                  <a:lnTo>
                    <a:pt x="3130633" y="667226"/>
                  </a:lnTo>
                  <a:lnTo>
                    <a:pt x="3081946" y="612151"/>
                  </a:lnTo>
                  <a:lnTo>
                    <a:pt x="3033332" y="558971"/>
                  </a:lnTo>
                  <a:lnTo>
                    <a:pt x="2984740" y="508072"/>
                  </a:lnTo>
                  <a:lnTo>
                    <a:pt x="2936073" y="459761"/>
                  </a:lnTo>
                  <a:lnTo>
                    <a:pt x="2887172" y="414260"/>
                  </a:lnTo>
                  <a:lnTo>
                    <a:pt x="2837815" y="371709"/>
                  </a:lnTo>
                  <a:lnTo>
                    <a:pt x="2787701" y="332167"/>
                  </a:lnTo>
                  <a:lnTo>
                    <a:pt x="2736437" y="295621"/>
                  </a:lnTo>
                  <a:lnTo>
                    <a:pt x="2702183" y="273386"/>
                  </a:lnTo>
                  <a:lnTo>
                    <a:pt x="2650582" y="243123"/>
                  </a:lnTo>
                  <a:lnTo>
                    <a:pt x="2596560" y="215472"/>
                  </a:lnTo>
                  <a:lnTo>
                    <a:pt x="2539443" y="190342"/>
                  </a:lnTo>
                  <a:lnTo>
                    <a:pt x="2478493" y="167555"/>
                  </a:lnTo>
                  <a:lnTo>
                    <a:pt x="2412944" y="146898"/>
                  </a:lnTo>
                  <a:lnTo>
                    <a:pt x="2342044" y="128151"/>
                  </a:lnTo>
                  <a:lnTo>
                    <a:pt x="2265107" y="111107"/>
                  </a:lnTo>
                  <a:lnTo>
                    <a:pt x="2181574" y="95583"/>
                  </a:lnTo>
                  <a:lnTo>
                    <a:pt x="2091109" y="81428"/>
                  </a:lnTo>
                  <a:lnTo>
                    <a:pt x="1993707" y="68523"/>
                  </a:lnTo>
                  <a:lnTo>
                    <a:pt x="1889831" y="56789"/>
                  </a:lnTo>
                  <a:lnTo>
                    <a:pt x="1780557" y="46179"/>
                  </a:lnTo>
                  <a:lnTo>
                    <a:pt x="1667695" y="36680"/>
                  </a:lnTo>
                  <a:lnTo>
                    <a:pt x="1553849" y="28302"/>
                  </a:lnTo>
                  <a:lnTo>
                    <a:pt x="1442364" y="21068"/>
                  </a:lnTo>
                  <a:lnTo>
                    <a:pt x="1337105" y="14999"/>
                  </a:lnTo>
                  <a:lnTo>
                    <a:pt x="1242055" y="10095"/>
                  </a:lnTo>
                  <a:lnTo>
                    <a:pt x="1160780" y="6320"/>
                  </a:lnTo>
                  <a:lnTo>
                    <a:pt x="1095846" y="3590"/>
                  </a:lnTo>
                  <a:lnTo>
                    <a:pt x="1048346" y="1775"/>
                  </a:lnTo>
                  <a:lnTo>
                    <a:pt x="1017643" y="705"/>
                  </a:lnTo>
                  <a:lnTo>
                    <a:pt x="1001359" y="186"/>
                  </a:lnTo>
                  <a:lnTo>
                    <a:pt x="995554" y="1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0" name="pg689"/>
            <p:cNvSpPr/>
            <p:nvPr/>
          </p:nvSpPr>
          <p:spPr>
            <a:xfrm>
              <a:off x="1199187" y="2850740"/>
              <a:ext cx="12049831" cy="1682243"/>
            </a:xfrm>
            <a:custGeom>
              <a:avLst/>
              <a:pathLst>
                <a:path w="12049831" h="1682243">
                  <a:moveTo>
                    <a:pt x="0" y="5240"/>
                  </a:moveTo>
                  <a:lnTo>
                    <a:pt x="994940" y="5240"/>
                  </a:lnTo>
                  <a:lnTo>
                    <a:pt x="996055" y="5271"/>
                  </a:lnTo>
                  <a:lnTo>
                    <a:pt x="1003419" y="5490"/>
                  </a:lnTo>
                  <a:lnTo>
                    <a:pt x="1022089" y="6095"/>
                  </a:lnTo>
                  <a:lnTo>
                    <a:pt x="1055735" y="7287"/>
                  </a:lnTo>
                  <a:lnTo>
                    <a:pt x="1106428" y="9257"/>
                  </a:lnTo>
                  <a:lnTo>
                    <a:pt x="1174481" y="12170"/>
                  </a:lnTo>
                  <a:lnTo>
                    <a:pt x="1258503" y="16147"/>
                  </a:lnTo>
                  <a:lnTo>
                    <a:pt x="1355706" y="21262"/>
                  </a:lnTo>
                  <a:lnTo>
                    <a:pt x="1462405" y="27545"/>
                  </a:lnTo>
                  <a:lnTo>
                    <a:pt x="1574599" y="34990"/>
                  </a:lnTo>
                  <a:lnTo>
                    <a:pt x="1688496" y="43575"/>
                  </a:lnTo>
                  <a:lnTo>
                    <a:pt x="1800873" y="53277"/>
                  </a:lnTo>
                  <a:lnTo>
                    <a:pt x="1909272" y="64091"/>
                  </a:lnTo>
                  <a:lnTo>
                    <a:pt x="2012024" y="76034"/>
                  </a:lnTo>
                  <a:lnTo>
                    <a:pt x="2108176" y="89160"/>
                  </a:lnTo>
                  <a:lnTo>
                    <a:pt x="2197362" y="103556"/>
                  </a:lnTo>
                  <a:lnTo>
                    <a:pt x="2279656" y="119346"/>
                  </a:lnTo>
                  <a:lnTo>
                    <a:pt x="2355443" y="136687"/>
                  </a:lnTo>
                  <a:lnTo>
                    <a:pt x="2425310" y="155767"/>
                  </a:lnTo>
                  <a:lnTo>
                    <a:pt x="2489960" y="176797"/>
                  </a:lnTo>
                  <a:lnTo>
                    <a:pt x="2550153" y="199997"/>
                  </a:lnTo>
                  <a:lnTo>
                    <a:pt x="2606650" y="225577"/>
                  </a:lnTo>
                  <a:lnTo>
                    <a:pt x="2660182" y="253702"/>
                  </a:lnTo>
                  <a:lnTo>
                    <a:pt x="2702183" y="278627"/>
                  </a:lnTo>
                  <a:lnTo>
                    <a:pt x="2754459" y="313259"/>
                  </a:lnTo>
                  <a:lnTo>
                    <a:pt x="2805271" y="350844"/>
                  </a:lnTo>
                  <a:lnTo>
                    <a:pt x="2855082" y="391436"/>
                  </a:lnTo>
                  <a:lnTo>
                    <a:pt x="2904250" y="435026"/>
                  </a:lnTo>
                  <a:lnTo>
                    <a:pt x="2953048" y="481526"/>
                  </a:lnTo>
                  <a:lnTo>
                    <a:pt x="3001674" y="530768"/>
                  </a:lnTo>
                  <a:lnTo>
                    <a:pt x="3050265" y="582501"/>
                  </a:lnTo>
                  <a:lnTo>
                    <a:pt x="3098901" y="636389"/>
                  </a:lnTo>
                  <a:lnTo>
                    <a:pt x="3147619" y="692020"/>
                  </a:lnTo>
                  <a:lnTo>
                    <a:pt x="3196417" y="748918"/>
                  </a:lnTo>
                  <a:lnTo>
                    <a:pt x="3245272" y="806555"/>
                  </a:lnTo>
                  <a:lnTo>
                    <a:pt x="3294140" y="864377"/>
                  </a:lnTo>
                  <a:lnTo>
                    <a:pt x="3342979" y="921818"/>
                  </a:lnTo>
                  <a:lnTo>
                    <a:pt x="3391752" y="978332"/>
                  </a:lnTo>
                  <a:lnTo>
                    <a:pt x="3440439" y="1033407"/>
                  </a:lnTo>
                  <a:lnTo>
                    <a:pt x="3489053" y="1086587"/>
                  </a:lnTo>
                  <a:lnTo>
                    <a:pt x="3537645" y="1137486"/>
                  </a:lnTo>
                  <a:lnTo>
                    <a:pt x="3586312" y="1185797"/>
                  </a:lnTo>
                  <a:lnTo>
                    <a:pt x="3635213" y="1231298"/>
                  </a:lnTo>
                  <a:lnTo>
                    <a:pt x="3684570" y="1273849"/>
                  </a:lnTo>
                  <a:lnTo>
                    <a:pt x="3734684" y="1313391"/>
                  </a:lnTo>
                  <a:lnTo>
                    <a:pt x="3785948" y="1349938"/>
                  </a:lnTo>
                  <a:lnTo>
                    <a:pt x="3820202" y="1372172"/>
                  </a:lnTo>
                  <a:lnTo>
                    <a:pt x="3871803" y="1402436"/>
                  </a:lnTo>
                  <a:lnTo>
                    <a:pt x="3925825" y="1430086"/>
                  </a:lnTo>
                  <a:lnTo>
                    <a:pt x="3982942" y="1455217"/>
                  </a:lnTo>
                  <a:lnTo>
                    <a:pt x="4043892" y="1478003"/>
                  </a:lnTo>
                  <a:lnTo>
                    <a:pt x="4109441" y="1498660"/>
                  </a:lnTo>
                  <a:lnTo>
                    <a:pt x="4180340" y="1517407"/>
                  </a:lnTo>
                  <a:lnTo>
                    <a:pt x="4257278" y="1534451"/>
                  </a:lnTo>
                  <a:lnTo>
                    <a:pt x="4340811" y="1549975"/>
                  </a:lnTo>
                  <a:lnTo>
                    <a:pt x="4431276" y="1564131"/>
                  </a:lnTo>
                  <a:lnTo>
                    <a:pt x="4528678" y="1577035"/>
                  </a:lnTo>
                  <a:lnTo>
                    <a:pt x="4632554" y="1588769"/>
                  </a:lnTo>
                  <a:lnTo>
                    <a:pt x="4741828" y="1599379"/>
                  </a:lnTo>
                  <a:lnTo>
                    <a:pt x="4854690" y="1608878"/>
                  </a:lnTo>
                  <a:lnTo>
                    <a:pt x="4968536" y="1617256"/>
                  </a:lnTo>
                  <a:lnTo>
                    <a:pt x="5080021" y="1624490"/>
                  </a:lnTo>
                  <a:lnTo>
                    <a:pt x="5185280" y="1630559"/>
                  </a:lnTo>
                  <a:lnTo>
                    <a:pt x="5280330" y="1635463"/>
                  </a:lnTo>
                  <a:lnTo>
                    <a:pt x="5361605" y="1639238"/>
                  </a:lnTo>
                  <a:lnTo>
                    <a:pt x="5426539" y="1641968"/>
                  </a:lnTo>
                  <a:lnTo>
                    <a:pt x="5474039" y="1643783"/>
                  </a:lnTo>
                  <a:lnTo>
                    <a:pt x="5504742" y="1644853"/>
                  </a:lnTo>
                  <a:lnTo>
                    <a:pt x="5521026" y="1645372"/>
                  </a:lnTo>
                  <a:lnTo>
                    <a:pt x="5526831" y="1645542"/>
                  </a:lnTo>
                  <a:lnTo>
                    <a:pt x="5527445" y="1645559"/>
                  </a:lnTo>
                  <a:lnTo>
                    <a:pt x="6522385" y="1645559"/>
                  </a:lnTo>
                  <a:lnTo>
                    <a:pt x="6523522" y="1645559"/>
                  </a:lnTo>
                  <a:lnTo>
                    <a:pt x="6531021" y="1645564"/>
                  </a:lnTo>
                  <a:lnTo>
                    <a:pt x="6550026" y="1645578"/>
                  </a:lnTo>
                  <a:lnTo>
                    <a:pt x="6584252" y="1645605"/>
                  </a:lnTo>
                  <a:lnTo>
                    <a:pt x="6635770" y="1645650"/>
                  </a:lnTo>
                  <a:lnTo>
                    <a:pt x="6704847" y="1645717"/>
                  </a:lnTo>
                  <a:lnTo>
                    <a:pt x="6790013" y="1645807"/>
                  </a:lnTo>
                  <a:lnTo>
                    <a:pt x="6888374" y="1645923"/>
                  </a:lnTo>
                  <a:lnTo>
                    <a:pt x="6996149" y="1646066"/>
                  </a:lnTo>
                  <a:lnTo>
                    <a:pt x="7109261" y="1646235"/>
                  </a:lnTo>
                  <a:lnTo>
                    <a:pt x="7223869" y="1646430"/>
                  </a:lnTo>
                  <a:lnTo>
                    <a:pt x="7336740" y="1646650"/>
                  </a:lnTo>
                  <a:lnTo>
                    <a:pt x="7445427" y="1646896"/>
                  </a:lnTo>
                  <a:lnTo>
                    <a:pt x="7548289" y="1647167"/>
                  </a:lnTo>
                  <a:lnTo>
                    <a:pt x="7644414" y="1647465"/>
                  </a:lnTo>
                  <a:lnTo>
                    <a:pt x="7733474" y="1647792"/>
                  </a:lnTo>
                  <a:lnTo>
                    <a:pt x="7815582" y="1648151"/>
                  </a:lnTo>
                  <a:lnTo>
                    <a:pt x="7891157" y="1648545"/>
                  </a:lnTo>
                  <a:lnTo>
                    <a:pt x="7960813" y="1648979"/>
                  </a:lnTo>
                  <a:lnTo>
                    <a:pt x="8025278" y="1649458"/>
                  </a:lnTo>
                  <a:lnTo>
                    <a:pt x="8085325" y="1649987"/>
                  </a:lnTo>
                  <a:lnTo>
                    <a:pt x="8141732" y="1650571"/>
                  </a:lnTo>
                  <a:lnTo>
                    <a:pt x="8195234" y="1651212"/>
                  </a:lnTo>
                  <a:lnTo>
                    <a:pt x="8229629" y="1651673"/>
                  </a:lnTo>
                  <a:lnTo>
                    <a:pt x="8291276" y="1652596"/>
                  </a:lnTo>
                  <a:lnTo>
                    <a:pt x="8351000" y="1653611"/>
                  </a:lnTo>
                  <a:lnTo>
                    <a:pt x="8409519" y="1654721"/>
                  </a:lnTo>
                  <a:lnTo>
                    <a:pt x="8467357" y="1655924"/>
                  </a:lnTo>
                  <a:lnTo>
                    <a:pt x="8524887" y="1657213"/>
                  </a:lnTo>
                  <a:lnTo>
                    <a:pt x="8582351" y="1658582"/>
                  </a:lnTo>
                  <a:lnTo>
                    <a:pt x="8639883" y="1660016"/>
                  </a:lnTo>
                  <a:lnTo>
                    <a:pt x="8697533" y="1661501"/>
                  </a:lnTo>
                  <a:lnTo>
                    <a:pt x="8755281" y="1663018"/>
                  </a:lnTo>
                  <a:lnTo>
                    <a:pt x="8813072" y="1664547"/>
                  </a:lnTo>
                  <a:lnTo>
                    <a:pt x="8870832" y="1666068"/>
                  </a:lnTo>
                  <a:lnTo>
                    <a:pt x="8928499" y="1667559"/>
                  </a:lnTo>
                  <a:lnTo>
                    <a:pt x="8986049" y="1669002"/>
                  </a:lnTo>
                  <a:lnTo>
                    <a:pt x="9043517" y="1670382"/>
                  </a:lnTo>
                  <a:lnTo>
                    <a:pt x="9101024" y="1671684"/>
                  </a:lnTo>
                  <a:lnTo>
                    <a:pt x="9158794" y="1672901"/>
                  </a:lnTo>
                  <a:lnTo>
                    <a:pt x="9217177" y="1674025"/>
                  </a:lnTo>
                  <a:lnTo>
                    <a:pt x="9276673" y="1675055"/>
                  </a:lnTo>
                  <a:lnTo>
                    <a:pt x="9337967" y="1675992"/>
                  </a:lnTo>
                  <a:lnTo>
                    <a:pt x="9347647" y="1676129"/>
                  </a:lnTo>
                  <a:lnTo>
                    <a:pt x="9399583" y="1676810"/>
                  </a:lnTo>
                  <a:lnTo>
                    <a:pt x="9453975" y="1677432"/>
                  </a:lnTo>
                  <a:lnTo>
                    <a:pt x="9511510" y="1677996"/>
                  </a:lnTo>
                  <a:lnTo>
                    <a:pt x="9572942" y="1678508"/>
                  </a:lnTo>
                  <a:lnTo>
                    <a:pt x="9639050" y="1678972"/>
                  </a:lnTo>
                  <a:lnTo>
                    <a:pt x="9710601" y="1679392"/>
                  </a:lnTo>
                  <a:lnTo>
                    <a:pt x="9788292" y="1679774"/>
                  </a:lnTo>
                  <a:lnTo>
                    <a:pt x="9872681" y="1680122"/>
                  </a:lnTo>
                  <a:lnTo>
                    <a:pt x="9964101" y="1680439"/>
                  </a:lnTo>
                  <a:lnTo>
                    <a:pt x="10062532" y="1680728"/>
                  </a:lnTo>
                  <a:lnTo>
                    <a:pt x="10167470" y="1680990"/>
                  </a:lnTo>
                  <a:lnTo>
                    <a:pt x="10277771" y="1681227"/>
                  </a:lnTo>
                  <a:lnTo>
                    <a:pt x="10391533" y="1681439"/>
                  </a:lnTo>
                  <a:lnTo>
                    <a:pt x="10506037" y="1681626"/>
                  </a:lnTo>
                  <a:lnTo>
                    <a:pt x="10617819" y="1681786"/>
                  </a:lnTo>
                  <a:lnTo>
                    <a:pt x="10722909" y="1681920"/>
                  </a:lnTo>
                  <a:lnTo>
                    <a:pt x="10817263" y="1682028"/>
                  </a:lnTo>
                  <a:lnTo>
                    <a:pt x="10897331" y="1682110"/>
                  </a:lnTo>
                  <a:lnTo>
                    <a:pt x="10960641" y="1682169"/>
                  </a:lnTo>
                  <a:lnTo>
                    <a:pt x="11006279" y="1682207"/>
                  </a:lnTo>
                  <a:lnTo>
                    <a:pt x="11035120" y="1682229"/>
                  </a:lnTo>
                  <a:lnTo>
                    <a:pt x="11049805" y="1682240"/>
                  </a:lnTo>
                  <a:lnTo>
                    <a:pt x="11054548" y="1682243"/>
                  </a:lnTo>
                  <a:lnTo>
                    <a:pt x="11054891" y="1682243"/>
                  </a:lnTo>
                  <a:lnTo>
                    <a:pt x="12049831" y="1682243"/>
                  </a:lnTo>
                  <a:lnTo>
                    <a:pt x="12049831" y="1677002"/>
                  </a:lnTo>
                  <a:lnTo>
                    <a:pt x="11054891" y="1677002"/>
                  </a:lnTo>
                  <a:lnTo>
                    <a:pt x="11053755" y="1677002"/>
                  </a:lnTo>
                  <a:lnTo>
                    <a:pt x="11046255" y="1676997"/>
                  </a:lnTo>
                  <a:lnTo>
                    <a:pt x="11027251" y="1676983"/>
                  </a:lnTo>
                  <a:lnTo>
                    <a:pt x="10993024" y="1676956"/>
                  </a:lnTo>
                  <a:lnTo>
                    <a:pt x="10941507" y="1676911"/>
                  </a:lnTo>
                  <a:lnTo>
                    <a:pt x="10872429" y="1676844"/>
                  </a:lnTo>
                  <a:lnTo>
                    <a:pt x="10787264" y="1676754"/>
                  </a:lnTo>
                  <a:lnTo>
                    <a:pt x="10688902" y="1676638"/>
                  </a:lnTo>
                  <a:lnTo>
                    <a:pt x="10581127" y="1676495"/>
                  </a:lnTo>
                  <a:lnTo>
                    <a:pt x="10468016" y="1676326"/>
                  </a:lnTo>
                  <a:lnTo>
                    <a:pt x="10353407" y="1676131"/>
                  </a:lnTo>
                  <a:lnTo>
                    <a:pt x="10240536" y="1675911"/>
                  </a:lnTo>
                  <a:lnTo>
                    <a:pt x="10131850" y="1675665"/>
                  </a:lnTo>
                  <a:lnTo>
                    <a:pt x="10028987" y="1675394"/>
                  </a:lnTo>
                  <a:lnTo>
                    <a:pt x="9932862" y="1675096"/>
                  </a:lnTo>
                  <a:lnTo>
                    <a:pt x="9843802" y="1674769"/>
                  </a:lnTo>
                  <a:lnTo>
                    <a:pt x="9761694" y="1674410"/>
                  </a:lnTo>
                  <a:lnTo>
                    <a:pt x="9686119" y="1674016"/>
                  </a:lnTo>
                  <a:lnTo>
                    <a:pt x="9616463" y="1673582"/>
                  </a:lnTo>
                  <a:lnTo>
                    <a:pt x="9551999" y="1673103"/>
                  </a:lnTo>
                  <a:lnTo>
                    <a:pt x="9491951" y="1672574"/>
                  </a:lnTo>
                  <a:lnTo>
                    <a:pt x="9435544" y="1671990"/>
                  </a:lnTo>
                  <a:lnTo>
                    <a:pt x="9382042" y="1671349"/>
                  </a:lnTo>
                  <a:lnTo>
                    <a:pt x="9347647" y="1670888"/>
                  </a:lnTo>
                  <a:lnTo>
                    <a:pt x="9286000" y="1669965"/>
                  </a:lnTo>
                  <a:lnTo>
                    <a:pt x="9226276" y="1668950"/>
                  </a:lnTo>
                  <a:lnTo>
                    <a:pt x="9167758" y="1667840"/>
                  </a:lnTo>
                  <a:lnTo>
                    <a:pt x="9109920" y="1666637"/>
                  </a:lnTo>
                  <a:lnTo>
                    <a:pt x="9052390" y="1665348"/>
                  </a:lnTo>
                  <a:lnTo>
                    <a:pt x="8994926" y="1663979"/>
                  </a:lnTo>
                  <a:lnTo>
                    <a:pt x="8937393" y="1662545"/>
                  </a:lnTo>
                  <a:lnTo>
                    <a:pt x="8879744" y="1661060"/>
                  </a:lnTo>
                  <a:lnTo>
                    <a:pt x="8821995" y="1659543"/>
                  </a:lnTo>
                  <a:lnTo>
                    <a:pt x="8764204" y="1658014"/>
                  </a:lnTo>
                  <a:lnTo>
                    <a:pt x="8706444" y="1656493"/>
                  </a:lnTo>
                  <a:lnTo>
                    <a:pt x="8648777" y="1655002"/>
                  </a:lnTo>
                  <a:lnTo>
                    <a:pt x="8591228" y="1653559"/>
                  </a:lnTo>
                  <a:lnTo>
                    <a:pt x="8533760" y="1652179"/>
                  </a:lnTo>
                  <a:lnTo>
                    <a:pt x="8476253" y="1650877"/>
                  </a:lnTo>
                  <a:lnTo>
                    <a:pt x="8418483" y="1649660"/>
                  </a:lnTo>
                  <a:lnTo>
                    <a:pt x="8360100" y="1648536"/>
                  </a:lnTo>
                  <a:lnTo>
                    <a:pt x="8300603" y="1647506"/>
                  </a:lnTo>
                  <a:lnTo>
                    <a:pt x="8239309" y="1646569"/>
                  </a:lnTo>
                  <a:lnTo>
                    <a:pt x="8229629" y="1646432"/>
                  </a:lnTo>
                  <a:lnTo>
                    <a:pt x="8177694" y="1645751"/>
                  </a:lnTo>
                  <a:lnTo>
                    <a:pt x="8123302" y="1645129"/>
                  </a:lnTo>
                  <a:lnTo>
                    <a:pt x="8065767" y="1644565"/>
                  </a:lnTo>
                  <a:lnTo>
                    <a:pt x="8004335" y="1644053"/>
                  </a:lnTo>
                  <a:lnTo>
                    <a:pt x="7938226" y="1643589"/>
                  </a:lnTo>
                  <a:lnTo>
                    <a:pt x="7866675" y="1643169"/>
                  </a:lnTo>
                  <a:lnTo>
                    <a:pt x="7788985" y="1642787"/>
                  </a:lnTo>
                  <a:lnTo>
                    <a:pt x="7704595" y="1642439"/>
                  </a:lnTo>
                  <a:lnTo>
                    <a:pt x="7613176" y="1642122"/>
                  </a:lnTo>
                  <a:lnTo>
                    <a:pt x="7514744" y="1641833"/>
                  </a:lnTo>
                  <a:lnTo>
                    <a:pt x="7409807" y="1641571"/>
                  </a:lnTo>
                  <a:lnTo>
                    <a:pt x="7299506" y="1641334"/>
                  </a:lnTo>
                  <a:lnTo>
                    <a:pt x="7185744" y="1641122"/>
                  </a:lnTo>
                  <a:lnTo>
                    <a:pt x="7071239" y="1640936"/>
                  </a:lnTo>
                  <a:lnTo>
                    <a:pt x="6959457" y="1640775"/>
                  </a:lnTo>
                  <a:lnTo>
                    <a:pt x="6854368" y="1640641"/>
                  </a:lnTo>
                  <a:lnTo>
                    <a:pt x="6760013" y="1640533"/>
                  </a:lnTo>
                  <a:lnTo>
                    <a:pt x="6679946" y="1640451"/>
                  </a:lnTo>
                  <a:lnTo>
                    <a:pt x="6616635" y="1640392"/>
                  </a:lnTo>
                  <a:lnTo>
                    <a:pt x="6570997" y="1640354"/>
                  </a:lnTo>
                  <a:lnTo>
                    <a:pt x="6542157" y="1640332"/>
                  </a:lnTo>
                  <a:lnTo>
                    <a:pt x="6527472" y="1640321"/>
                  </a:lnTo>
                  <a:lnTo>
                    <a:pt x="6522728" y="1640318"/>
                  </a:lnTo>
                  <a:lnTo>
                    <a:pt x="6522385" y="1640318"/>
                  </a:lnTo>
                  <a:lnTo>
                    <a:pt x="5527445" y="1640318"/>
                  </a:lnTo>
                  <a:lnTo>
                    <a:pt x="5526330" y="1640287"/>
                  </a:lnTo>
                  <a:lnTo>
                    <a:pt x="5518966" y="1640068"/>
                  </a:lnTo>
                  <a:lnTo>
                    <a:pt x="5500296" y="1639463"/>
                  </a:lnTo>
                  <a:lnTo>
                    <a:pt x="5466650" y="1638271"/>
                  </a:lnTo>
                  <a:lnTo>
                    <a:pt x="5415957" y="1636301"/>
                  </a:lnTo>
                  <a:lnTo>
                    <a:pt x="5347904" y="1633388"/>
                  </a:lnTo>
                  <a:lnTo>
                    <a:pt x="5263882" y="1629411"/>
                  </a:lnTo>
                  <a:lnTo>
                    <a:pt x="5166679" y="1624296"/>
                  </a:lnTo>
                  <a:lnTo>
                    <a:pt x="5059980" y="1618013"/>
                  </a:lnTo>
                  <a:lnTo>
                    <a:pt x="4947786" y="1610568"/>
                  </a:lnTo>
                  <a:lnTo>
                    <a:pt x="4833889" y="1601983"/>
                  </a:lnTo>
                  <a:lnTo>
                    <a:pt x="4721512" y="1592281"/>
                  </a:lnTo>
                  <a:lnTo>
                    <a:pt x="4613113" y="1581467"/>
                  </a:lnTo>
                  <a:lnTo>
                    <a:pt x="4510361" y="1569524"/>
                  </a:lnTo>
                  <a:lnTo>
                    <a:pt x="4414209" y="1556398"/>
                  </a:lnTo>
                  <a:lnTo>
                    <a:pt x="4325023" y="1542002"/>
                  </a:lnTo>
                  <a:lnTo>
                    <a:pt x="4242729" y="1526212"/>
                  </a:lnTo>
                  <a:lnTo>
                    <a:pt x="4166942" y="1508871"/>
                  </a:lnTo>
                  <a:lnTo>
                    <a:pt x="4097075" y="1489791"/>
                  </a:lnTo>
                  <a:lnTo>
                    <a:pt x="4032425" y="1468761"/>
                  </a:lnTo>
                  <a:lnTo>
                    <a:pt x="3972232" y="1445561"/>
                  </a:lnTo>
                  <a:lnTo>
                    <a:pt x="3915735" y="1419981"/>
                  </a:lnTo>
                  <a:lnTo>
                    <a:pt x="3862203" y="1391856"/>
                  </a:lnTo>
                  <a:lnTo>
                    <a:pt x="3820202" y="1366932"/>
                  </a:lnTo>
                  <a:lnTo>
                    <a:pt x="3767926" y="1332299"/>
                  </a:lnTo>
                  <a:lnTo>
                    <a:pt x="3717114" y="1294714"/>
                  </a:lnTo>
                  <a:lnTo>
                    <a:pt x="3667303" y="1254122"/>
                  </a:lnTo>
                  <a:lnTo>
                    <a:pt x="3618135" y="1210532"/>
                  </a:lnTo>
                  <a:lnTo>
                    <a:pt x="3569337" y="1164032"/>
                  </a:lnTo>
                  <a:lnTo>
                    <a:pt x="3520711" y="1114790"/>
                  </a:lnTo>
                  <a:lnTo>
                    <a:pt x="3472120" y="1063057"/>
                  </a:lnTo>
                  <a:lnTo>
                    <a:pt x="3423484" y="1009169"/>
                  </a:lnTo>
                  <a:lnTo>
                    <a:pt x="3374766" y="953538"/>
                  </a:lnTo>
                  <a:lnTo>
                    <a:pt x="3325968" y="896640"/>
                  </a:lnTo>
                  <a:lnTo>
                    <a:pt x="3277113" y="839003"/>
                  </a:lnTo>
                  <a:lnTo>
                    <a:pt x="3228245" y="781182"/>
                  </a:lnTo>
                  <a:lnTo>
                    <a:pt x="3179406" y="723740"/>
                  </a:lnTo>
                  <a:lnTo>
                    <a:pt x="3130633" y="667226"/>
                  </a:lnTo>
                  <a:lnTo>
                    <a:pt x="3081946" y="612151"/>
                  </a:lnTo>
                  <a:lnTo>
                    <a:pt x="3033332" y="558971"/>
                  </a:lnTo>
                  <a:lnTo>
                    <a:pt x="2984740" y="508072"/>
                  </a:lnTo>
                  <a:lnTo>
                    <a:pt x="2936073" y="459761"/>
                  </a:lnTo>
                  <a:lnTo>
                    <a:pt x="2887172" y="414260"/>
                  </a:lnTo>
                  <a:lnTo>
                    <a:pt x="2837815" y="371709"/>
                  </a:lnTo>
                  <a:lnTo>
                    <a:pt x="2787701" y="332167"/>
                  </a:lnTo>
                  <a:lnTo>
                    <a:pt x="2736437" y="295621"/>
                  </a:lnTo>
                  <a:lnTo>
                    <a:pt x="2702183" y="273386"/>
                  </a:lnTo>
                  <a:lnTo>
                    <a:pt x="2650582" y="243123"/>
                  </a:lnTo>
                  <a:lnTo>
                    <a:pt x="2596560" y="215472"/>
                  </a:lnTo>
                  <a:lnTo>
                    <a:pt x="2539443" y="190342"/>
                  </a:lnTo>
                  <a:lnTo>
                    <a:pt x="2478493" y="167555"/>
                  </a:lnTo>
                  <a:lnTo>
                    <a:pt x="2412944" y="146898"/>
                  </a:lnTo>
                  <a:lnTo>
                    <a:pt x="2342044" y="128151"/>
                  </a:lnTo>
                  <a:lnTo>
                    <a:pt x="2265107" y="111107"/>
                  </a:lnTo>
                  <a:lnTo>
                    <a:pt x="2181574" y="95583"/>
                  </a:lnTo>
                  <a:lnTo>
                    <a:pt x="2091109" y="81428"/>
                  </a:lnTo>
                  <a:lnTo>
                    <a:pt x="1993707" y="68523"/>
                  </a:lnTo>
                  <a:lnTo>
                    <a:pt x="1889831" y="56789"/>
                  </a:lnTo>
                  <a:lnTo>
                    <a:pt x="1780557" y="46179"/>
                  </a:lnTo>
                  <a:lnTo>
                    <a:pt x="1667695" y="36680"/>
                  </a:lnTo>
                  <a:lnTo>
                    <a:pt x="1553849" y="28302"/>
                  </a:lnTo>
                  <a:lnTo>
                    <a:pt x="1442364" y="21068"/>
                  </a:lnTo>
                  <a:lnTo>
                    <a:pt x="1337105" y="14999"/>
                  </a:lnTo>
                  <a:lnTo>
                    <a:pt x="1242055" y="10095"/>
                  </a:lnTo>
                  <a:lnTo>
                    <a:pt x="1160780" y="6320"/>
                  </a:lnTo>
                  <a:lnTo>
                    <a:pt x="1095846" y="3590"/>
                  </a:lnTo>
                  <a:lnTo>
                    <a:pt x="1048346" y="1775"/>
                  </a:lnTo>
                  <a:lnTo>
                    <a:pt x="1017643" y="705"/>
                  </a:lnTo>
                  <a:lnTo>
                    <a:pt x="1001359" y="186"/>
                  </a:lnTo>
                  <a:lnTo>
                    <a:pt x="995554" y="1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91" name="pl690"/>
            <p:cNvSpPr/>
            <p:nvPr/>
          </p:nvSpPr>
          <p:spPr>
            <a:xfrm>
              <a:off x="1199187" y="2855981"/>
              <a:ext cx="12049831" cy="1677002"/>
            </a:xfrm>
            <a:custGeom>
              <a:avLst/>
              <a:pathLst>
                <a:path w="12049831" h="1677002">
                  <a:moveTo>
                    <a:pt x="0" y="0"/>
                  </a:moveTo>
                  <a:lnTo>
                    <a:pt x="994940" y="0"/>
                  </a:lnTo>
                  <a:lnTo>
                    <a:pt x="996055" y="30"/>
                  </a:lnTo>
                  <a:lnTo>
                    <a:pt x="1003419" y="249"/>
                  </a:lnTo>
                  <a:lnTo>
                    <a:pt x="1022089" y="854"/>
                  </a:lnTo>
                  <a:lnTo>
                    <a:pt x="1055735" y="2046"/>
                  </a:lnTo>
                  <a:lnTo>
                    <a:pt x="1106428" y="4017"/>
                  </a:lnTo>
                  <a:lnTo>
                    <a:pt x="1174481" y="6929"/>
                  </a:lnTo>
                  <a:lnTo>
                    <a:pt x="1258503" y="10906"/>
                  </a:lnTo>
                  <a:lnTo>
                    <a:pt x="1355706" y="16022"/>
                  </a:lnTo>
                  <a:lnTo>
                    <a:pt x="1462405" y="22304"/>
                  </a:lnTo>
                  <a:lnTo>
                    <a:pt x="1574599" y="29749"/>
                  </a:lnTo>
                  <a:lnTo>
                    <a:pt x="1688496" y="38334"/>
                  </a:lnTo>
                  <a:lnTo>
                    <a:pt x="1800873" y="48037"/>
                  </a:lnTo>
                  <a:lnTo>
                    <a:pt x="1909272" y="58850"/>
                  </a:lnTo>
                  <a:lnTo>
                    <a:pt x="2012024" y="70794"/>
                  </a:lnTo>
                  <a:lnTo>
                    <a:pt x="2108176" y="83920"/>
                  </a:lnTo>
                  <a:lnTo>
                    <a:pt x="2197362" y="98316"/>
                  </a:lnTo>
                  <a:lnTo>
                    <a:pt x="2279656" y="114105"/>
                  </a:lnTo>
                  <a:lnTo>
                    <a:pt x="2355443" y="131446"/>
                  </a:lnTo>
                  <a:lnTo>
                    <a:pt x="2425310" y="150526"/>
                  </a:lnTo>
                  <a:lnTo>
                    <a:pt x="2489960" y="171556"/>
                  </a:lnTo>
                  <a:lnTo>
                    <a:pt x="2550153" y="194756"/>
                  </a:lnTo>
                  <a:lnTo>
                    <a:pt x="2606650" y="220336"/>
                  </a:lnTo>
                  <a:lnTo>
                    <a:pt x="2660182" y="248461"/>
                  </a:lnTo>
                  <a:lnTo>
                    <a:pt x="2702183" y="273386"/>
                  </a:lnTo>
                  <a:lnTo>
                    <a:pt x="2754459" y="308018"/>
                  </a:lnTo>
                  <a:lnTo>
                    <a:pt x="2805271" y="345603"/>
                  </a:lnTo>
                  <a:lnTo>
                    <a:pt x="2855082" y="386196"/>
                  </a:lnTo>
                  <a:lnTo>
                    <a:pt x="2904250" y="429785"/>
                  </a:lnTo>
                  <a:lnTo>
                    <a:pt x="2953048" y="476285"/>
                  </a:lnTo>
                  <a:lnTo>
                    <a:pt x="3001674" y="525528"/>
                  </a:lnTo>
                  <a:lnTo>
                    <a:pt x="3050265" y="577260"/>
                  </a:lnTo>
                  <a:lnTo>
                    <a:pt x="3098901" y="631148"/>
                  </a:lnTo>
                  <a:lnTo>
                    <a:pt x="3147619" y="686780"/>
                  </a:lnTo>
                  <a:lnTo>
                    <a:pt x="3196417" y="743677"/>
                  </a:lnTo>
                  <a:lnTo>
                    <a:pt x="3245272" y="801315"/>
                  </a:lnTo>
                  <a:lnTo>
                    <a:pt x="3294140" y="859136"/>
                  </a:lnTo>
                  <a:lnTo>
                    <a:pt x="3342979" y="916578"/>
                  </a:lnTo>
                  <a:lnTo>
                    <a:pt x="3391752" y="973092"/>
                  </a:lnTo>
                  <a:lnTo>
                    <a:pt x="3440439" y="1028167"/>
                  </a:lnTo>
                  <a:lnTo>
                    <a:pt x="3489053" y="1081347"/>
                  </a:lnTo>
                  <a:lnTo>
                    <a:pt x="3537645" y="1132245"/>
                  </a:lnTo>
                  <a:lnTo>
                    <a:pt x="3586312" y="1180557"/>
                  </a:lnTo>
                  <a:lnTo>
                    <a:pt x="3635213" y="1226057"/>
                  </a:lnTo>
                  <a:lnTo>
                    <a:pt x="3684570" y="1268608"/>
                  </a:lnTo>
                  <a:lnTo>
                    <a:pt x="3734684" y="1308150"/>
                  </a:lnTo>
                  <a:lnTo>
                    <a:pt x="3785948" y="1344697"/>
                  </a:lnTo>
                  <a:lnTo>
                    <a:pt x="3820202" y="1366932"/>
                  </a:lnTo>
                  <a:lnTo>
                    <a:pt x="3871803" y="1397195"/>
                  </a:lnTo>
                  <a:lnTo>
                    <a:pt x="3925825" y="1424846"/>
                  </a:lnTo>
                  <a:lnTo>
                    <a:pt x="3982942" y="1449976"/>
                  </a:lnTo>
                  <a:lnTo>
                    <a:pt x="4043892" y="1472763"/>
                  </a:lnTo>
                  <a:lnTo>
                    <a:pt x="4109441" y="1493420"/>
                  </a:lnTo>
                  <a:lnTo>
                    <a:pt x="4180340" y="1512167"/>
                  </a:lnTo>
                  <a:lnTo>
                    <a:pt x="4257278" y="1529211"/>
                  </a:lnTo>
                  <a:lnTo>
                    <a:pt x="4340811" y="1544734"/>
                  </a:lnTo>
                  <a:lnTo>
                    <a:pt x="4431276" y="1558890"/>
                  </a:lnTo>
                  <a:lnTo>
                    <a:pt x="4528678" y="1571794"/>
                  </a:lnTo>
                  <a:lnTo>
                    <a:pt x="4632554" y="1583528"/>
                  </a:lnTo>
                  <a:lnTo>
                    <a:pt x="4741828" y="1594138"/>
                  </a:lnTo>
                  <a:lnTo>
                    <a:pt x="4854690" y="1603637"/>
                  </a:lnTo>
                  <a:lnTo>
                    <a:pt x="4968536" y="1612016"/>
                  </a:lnTo>
                  <a:lnTo>
                    <a:pt x="5080021" y="1619249"/>
                  </a:lnTo>
                  <a:lnTo>
                    <a:pt x="5185280" y="1625318"/>
                  </a:lnTo>
                  <a:lnTo>
                    <a:pt x="5280330" y="1630222"/>
                  </a:lnTo>
                  <a:lnTo>
                    <a:pt x="5361605" y="1633998"/>
                  </a:lnTo>
                  <a:lnTo>
                    <a:pt x="5426539" y="1636727"/>
                  </a:lnTo>
                  <a:lnTo>
                    <a:pt x="5474039" y="1638542"/>
                  </a:lnTo>
                  <a:lnTo>
                    <a:pt x="5504742" y="1639612"/>
                  </a:lnTo>
                  <a:lnTo>
                    <a:pt x="5521026" y="1640131"/>
                  </a:lnTo>
                  <a:lnTo>
                    <a:pt x="5526831" y="1640301"/>
                  </a:lnTo>
                  <a:lnTo>
                    <a:pt x="5527445" y="1640318"/>
                  </a:lnTo>
                  <a:lnTo>
                    <a:pt x="6522385" y="1640318"/>
                  </a:lnTo>
                  <a:lnTo>
                    <a:pt x="6523522" y="1640319"/>
                  </a:lnTo>
                  <a:lnTo>
                    <a:pt x="6531021" y="1640324"/>
                  </a:lnTo>
                  <a:lnTo>
                    <a:pt x="6550026" y="1640337"/>
                  </a:lnTo>
                  <a:lnTo>
                    <a:pt x="6584252" y="1640365"/>
                  </a:lnTo>
                  <a:lnTo>
                    <a:pt x="6635770" y="1640410"/>
                  </a:lnTo>
                  <a:lnTo>
                    <a:pt x="6704847" y="1640476"/>
                  </a:lnTo>
                  <a:lnTo>
                    <a:pt x="6790013" y="1640566"/>
                  </a:lnTo>
                  <a:lnTo>
                    <a:pt x="6888374" y="1640683"/>
                  </a:lnTo>
                  <a:lnTo>
                    <a:pt x="6996149" y="1640826"/>
                  </a:lnTo>
                  <a:lnTo>
                    <a:pt x="7109261" y="1640995"/>
                  </a:lnTo>
                  <a:lnTo>
                    <a:pt x="7223869" y="1641190"/>
                  </a:lnTo>
                  <a:lnTo>
                    <a:pt x="7336740" y="1641410"/>
                  </a:lnTo>
                  <a:lnTo>
                    <a:pt x="7445427" y="1641655"/>
                  </a:lnTo>
                  <a:lnTo>
                    <a:pt x="7548289" y="1641926"/>
                  </a:lnTo>
                  <a:lnTo>
                    <a:pt x="7644414" y="1642224"/>
                  </a:lnTo>
                  <a:lnTo>
                    <a:pt x="7733474" y="1642551"/>
                  </a:lnTo>
                  <a:lnTo>
                    <a:pt x="7815582" y="1642910"/>
                  </a:lnTo>
                  <a:lnTo>
                    <a:pt x="7891157" y="1643304"/>
                  </a:lnTo>
                  <a:lnTo>
                    <a:pt x="7960813" y="1643739"/>
                  </a:lnTo>
                  <a:lnTo>
                    <a:pt x="8025278" y="1644218"/>
                  </a:lnTo>
                  <a:lnTo>
                    <a:pt x="8085325" y="1644747"/>
                  </a:lnTo>
                  <a:lnTo>
                    <a:pt x="8141732" y="1645330"/>
                  </a:lnTo>
                  <a:lnTo>
                    <a:pt x="8195234" y="1645971"/>
                  </a:lnTo>
                  <a:lnTo>
                    <a:pt x="8229629" y="1646432"/>
                  </a:lnTo>
                  <a:lnTo>
                    <a:pt x="8291276" y="1647355"/>
                  </a:lnTo>
                  <a:lnTo>
                    <a:pt x="8351000" y="1648371"/>
                  </a:lnTo>
                  <a:lnTo>
                    <a:pt x="8409519" y="1649481"/>
                  </a:lnTo>
                  <a:lnTo>
                    <a:pt x="8467357" y="1650683"/>
                  </a:lnTo>
                  <a:lnTo>
                    <a:pt x="8524887" y="1651973"/>
                  </a:lnTo>
                  <a:lnTo>
                    <a:pt x="8582351" y="1653341"/>
                  </a:lnTo>
                  <a:lnTo>
                    <a:pt x="8639883" y="1654776"/>
                  </a:lnTo>
                  <a:lnTo>
                    <a:pt x="8697533" y="1656261"/>
                  </a:lnTo>
                  <a:lnTo>
                    <a:pt x="8755281" y="1657778"/>
                  </a:lnTo>
                  <a:lnTo>
                    <a:pt x="8813072" y="1659307"/>
                  </a:lnTo>
                  <a:lnTo>
                    <a:pt x="8870832" y="1660827"/>
                  </a:lnTo>
                  <a:lnTo>
                    <a:pt x="8928499" y="1662318"/>
                  </a:lnTo>
                  <a:lnTo>
                    <a:pt x="8986049" y="1663762"/>
                  </a:lnTo>
                  <a:lnTo>
                    <a:pt x="9043517" y="1665141"/>
                  </a:lnTo>
                  <a:lnTo>
                    <a:pt x="9101024" y="1666444"/>
                  </a:lnTo>
                  <a:lnTo>
                    <a:pt x="9158794" y="1667660"/>
                  </a:lnTo>
                  <a:lnTo>
                    <a:pt x="9217177" y="1668784"/>
                  </a:lnTo>
                  <a:lnTo>
                    <a:pt x="9276673" y="1669815"/>
                  </a:lnTo>
                  <a:lnTo>
                    <a:pt x="9337967" y="1670752"/>
                  </a:lnTo>
                  <a:lnTo>
                    <a:pt x="9347647" y="1670888"/>
                  </a:lnTo>
                  <a:lnTo>
                    <a:pt x="9399583" y="1671569"/>
                  </a:lnTo>
                  <a:lnTo>
                    <a:pt x="9453975" y="1672191"/>
                  </a:lnTo>
                  <a:lnTo>
                    <a:pt x="9511510" y="1672756"/>
                  </a:lnTo>
                  <a:lnTo>
                    <a:pt x="9572942" y="1673267"/>
                  </a:lnTo>
                  <a:lnTo>
                    <a:pt x="9639050" y="1673731"/>
                  </a:lnTo>
                  <a:lnTo>
                    <a:pt x="9710601" y="1674152"/>
                  </a:lnTo>
                  <a:lnTo>
                    <a:pt x="9788292" y="1674534"/>
                  </a:lnTo>
                  <a:lnTo>
                    <a:pt x="9872681" y="1674882"/>
                  </a:lnTo>
                  <a:lnTo>
                    <a:pt x="9964101" y="1675199"/>
                  </a:lnTo>
                  <a:lnTo>
                    <a:pt x="10062532" y="1675487"/>
                  </a:lnTo>
                  <a:lnTo>
                    <a:pt x="10167470" y="1675750"/>
                  </a:lnTo>
                  <a:lnTo>
                    <a:pt x="10277771" y="1675987"/>
                  </a:lnTo>
                  <a:lnTo>
                    <a:pt x="10391533" y="1676198"/>
                  </a:lnTo>
                  <a:lnTo>
                    <a:pt x="10506037" y="1676385"/>
                  </a:lnTo>
                  <a:lnTo>
                    <a:pt x="10617819" y="1676545"/>
                  </a:lnTo>
                  <a:lnTo>
                    <a:pt x="10722909" y="1676679"/>
                  </a:lnTo>
                  <a:lnTo>
                    <a:pt x="10817263" y="1676787"/>
                  </a:lnTo>
                  <a:lnTo>
                    <a:pt x="10897331" y="1676869"/>
                  </a:lnTo>
                  <a:lnTo>
                    <a:pt x="10960641" y="1676928"/>
                  </a:lnTo>
                  <a:lnTo>
                    <a:pt x="11006279" y="1676967"/>
                  </a:lnTo>
                  <a:lnTo>
                    <a:pt x="11035120" y="1676989"/>
                  </a:lnTo>
                  <a:lnTo>
                    <a:pt x="11049805" y="1676999"/>
                  </a:lnTo>
                  <a:lnTo>
                    <a:pt x="11054548" y="1677002"/>
                  </a:lnTo>
                  <a:lnTo>
                    <a:pt x="11054891" y="1677002"/>
                  </a:lnTo>
                  <a:lnTo>
                    <a:pt x="12049831" y="1677002"/>
                  </a:lnTo>
                  <a:lnTo>
                    <a:pt x="12049831" y="16770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2" name="pl691"/>
            <p:cNvSpPr/>
            <p:nvPr/>
          </p:nvSpPr>
          <p:spPr>
            <a:xfrm>
              <a:off x="1199187" y="2850740"/>
              <a:ext cx="12049831" cy="1677002"/>
            </a:xfrm>
            <a:custGeom>
              <a:avLst/>
              <a:pathLst>
                <a:path w="12049831" h="1677002">
                  <a:moveTo>
                    <a:pt x="12049831" y="1677002"/>
                  </a:moveTo>
                  <a:lnTo>
                    <a:pt x="11054891" y="1677002"/>
                  </a:lnTo>
                  <a:lnTo>
                    <a:pt x="11053755" y="1677002"/>
                  </a:lnTo>
                  <a:lnTo>
                    <a:pt x="11046255" y="1676997"/>
                  </a:lnTo>
                  <a:lnTo>
                    <a:pt x="11027251" y="1676983"/>
                  </a:lnTo>
                  <a:lnTo>
                    <a:pt x="10993024" y="1676956"/>
                  </a:lnTo>
                  <a:lnTo>
                    <a:pt x="10941507" y="1676911"/>
                  </a:lnTo>
                  <a:lnTo>
                    <a:pt x="10872429" y="1676844"/>
                  </a:lnTo>
                  <a:lnTo>
                    <a:pt x="10787264" y="1676754"/>
                  </a:lnTo>
                  <a:lnTo>
                    <a:pt x="10688902" y="1676638"/>
                  </a:lnTo>
                  <a:lnTo>
                    <a:pt x="10581127" y="1676495"/>
                  </a:lnTo>
                  <a:lnTo>
                    <a:pt x="10468016" y="1676326"/>
                  </a:lnTo>
                  <a:lnTo>
                    <a:pt x="10353407" y="1676131"/>
                  </a:lnTo>
                  <a:lnTo>
                    <a:pt x="10240536" y="1675911"/>
                  </a:lnTo>
                  <a:lnTo>
                    <a:pt x="10131850" y="1675665"/>
                  </a:lnTo>
                  <a:lnTo>
                    <a:pt x="10028987" y="1675394"/>
                  </a:lnTo>
                  <a:lnTo>
                    <a:pt x="9932862" y="1675096"/>
                  </a:lnTo>
                  <a:lnTo>
                    <a:pt x="9843802" y="1674769"/>
                  </a:lnTo>
                  <a:lnTo>
                    <a:pt x="9761694" y="1674410"/>
                  </a:lnTo>
                  <a:lnTo>
                    <a:pt x="9686119" y="1674016"/>
                  </a:lnTo>
                  <a:lnTo>
                    <a:pt x="9616463" y="1673582"/>
                  </a:lnTo>
                  <a:lnTo>
                    <a:pt x="9551999" y="1673103"/>
                  </a:lnTo>
                  <a:lnTo>
                    <a:pt x="9491951" y="1672574"/>
                  </a:lnTo>
                  <a:lnTo>
                    <a:pt x="9435544" y="1671990"/>
                  </a:lnTo>
                  <a:lnTo>
                    <a:pt x="9382042" y="1671349"/>
                  </a:lnTo>
                  <a:lnTo>
                    <a:pt x="9347647" y="1670888"/>
                  </a:lnTo>
                  <a:lnTo>
                    <a:pt x="9286000" y="1669965"/>
                  </a:lnTo>
                  <a:lnTo>
                    <a:pt x="9226276" y="1668950"/>
                  </a:lnTo>
                  <a:lnTo>
                    <a:pt x="9167758" y="1667840"/>
                  </a:lnTo>
                  <a:lnTo>
                    <a:pt x="9109920" y="1666637"/>
                  </a:lnTo>
                  <a:lnTo>
                    <a:pt x="9052390" y="1665348"/>
                  </a:lnTo>
                  <a:lnTo>
                    <a:pt x="8994926" y="1663979"/>
                  </a:lnTo>
                  <a:lnTo>
                    <a:pt x="8937393" y="1662545"/>
                  </a:lnTo>
                  <a:lnTo>
                    <a:pt x="8879744" y="1661060"/>
                  </a:lnTo>
                  <a:lnTo>
                    <a:pt x="8821995" y="1659543"/>
                  </a:lnTo>
                  <a:lnTo>
                    <a:pt x="8764204" y="1658014"/>
                  </a:lnTo>
                  <a:lnTo>
                    <a:pt x="8706444" y="1656493"/>
                  </a:lnTo>
                  <a:lnTo>
                    <a:pt x="8648777" y="1655002"/>
                  </a:lnTo>
                  <a:lnTo>
                    <a:pt x="8591228" y="1653559"/>
                  </a:lnTo>
                  <a:lnTo>
                    <a:pt x="8533760" y="1652179"/>
                  </a:lnTo>
                  <a:lnTo>
                    <a:pt x="8476253" y="1650877"/>
                  </a:lnTo>
                  <a:lnTo>
                    <a:pt x="8418483" y="1649660"/>
                  </a:lnTo>
                  <a:lnTo>
                    <a:pt x="8360100" y="1648536"/>
                  </a:lnTo>
                  <a:lnTo>
                    <a:pt x="8300603" y="1647506"/>
                  </a:lnTo>
                  <a:lnTo>
                    <a:pt x="8239309" y="1646569"/>
                  </a:lnTo>
                  <a:lnTo>
                    <a:pt x="8229629" y="1646432"/>
                  </a:lnTo>
                  <a:lnTo>
                    <a:pt x="8177694" y="1645751"/>
                  </a:lnTo>
                  <a:lnTo>
                    <a:pt x="8123302" y="1645129"/>
                  </a:lnTo>
                  <a:lnTo>
                    <a:pt x="8065767" y="1644565"/>
                  </a:lnTo>
                  <a:lnTo>
                    <a:pt x="8004335" y="1644053"/>
                  </a:lnTo>
                  <a:lnTo>
                    <a:pt x="7938226" y="1643589"/>
                  </a:lnTo>
                  <a:lnTo>
                    <a:pt x="7866675" y="1643169"/>
                  </a:lnTo>
                  <a:lnTo>
                    <a:pt x="7788985" y="1642787"/>
                  </a:lnTo>
                  <a:lnTo>
                    <a:pt x="7704595" y="1642439"/>
                  </a:lnTo>
                  <a:lnTo>
                    <a:pt x="7613176" y="1642122"/>
                  </a:lnTo>
                  <a:lnTo>
                    <a:pt x="7514744" y="1641833"/>
                  </a:lnTo>
                  <a:lnTo>
                    <a:pt x="7409807" y="1641571"/>
                  </a:lnTo>
                  <a:lnTo>
                    <a:pt x="7299506" y="1641334"/>
                  </a:lnTo>
                  <a:lnTo>
                    <a:pt x="7185744" y="1641122"/>
                  </a:lnTo>
                  <a:lnTo>
                    <a:pt x="7071239" y="1640936"/>
                  </a:lnTo>
                  <a:lnTo>
                    <a:pt x="6959457" y="1640775"/>
                  </a:lnTo>
                  <a:lnTo>
                    <a:pt x="6854368" y="1640641"/>
                  </a:lnTo>
                  <a:lnTo>
                    <a:pt x="6760013" y="1640533"/>
                  </a:lnTo>
                  <a:lnTo>
                    <a:pt x="6679946" y="1640451"/>
                  </a:lnTo>
                  <a:lnTo>
                    <a:pt x="6616635" y="1640392"/>
                  </a:lnTo>
                  <a:lnTo>
                    <a:pt x="6570997" y="1640354"/>
                  </a:lnTo>
                  <a:lnTo>
                    <a:pt x="6542157" y="1640332"/>
                  </a:lnTo>
                  <a:lnTo>
                    <a:pt x="6527472" y="1640321"/>
                  </a:lnTo>
                  <a:lnTo>
                    <a:pt x="6522728" y="1640318"/>
                  </a:lnTo>
                  <a:lnTo>
                    <a:pt x="6522385" y="1640318"/>
                  </a:lnTo>
                  <a:lnTo>
                    <a:pt x="5527445" y="1640318"/>
                  </a:lnTo>
                  <a:lnTo>
                    <a:pt x="5526330" y="1640287"/>
                  </a:lnTo>
                  <a:lnTo>
                    <a:pt x="5518966" y="1640068"/>
                  </a:lnTo>
                  <a:lnTo>
                    <a:pt x="5500296" y="1639463"/>
                  </a:lnTo>
                  <a:lnTo>
                    <a:pt x="5466650" y="1638271"/>
                  </a:lnTo>
                  <a:lnTo>
                    <a:pt x="5415957" y="1636301"/>
                  </a:lnTo>
                  <a:lnTo>
                    <a:pt x="5347904" y="1633388"/>
                  </a:lnTo>
                  <a:lnTo>
                    <a:pt x="5263882" y="1629411"/>
                  </a:lnTo>
                  <a:lnTo>
                    <a:pt x="5166679" y="1624296"/>
                  </a:lnTo>
                  <a:lnTo>
                    <a:pt x="5059980" y="1618013"/>
                  </a:lnTo>
                  <a:lnTo>
                    <a:pt x="4947786" y="1610568"/>
                  </a:lnTo>
                  <a:lnTo>
                    <a:pt x="4833889" y="1601983"/>
                  </a:lnTo>
                  <a:lnTo>
                    <a:pt x="4721512" y="1592281"/>
                  </a:lnTo>
                  <a:lnTo>
                    <a:pt x="4613113" y="1581467"/>
                  </a:lnTo>
                  <a:lnTo>
                    <a:pt x="4510361" y="1569524"/>
                  </a:lnTo>
                  <a:lnTo>
                    <a:pt x="4414209" y="1556398"/>
                  </a:lnTo>
                  <a:lnTo>
                    <a:pt x="4325023" y="1542002"/>
                  </a:lnTo>
                  <a:lnTo>
                    <a:pt x="4242729" y="1526212"/>
                  </a:lnTo>
                  <a:lnTo>
                    <a:pt x="4166942" y="1508871"/>
                  </a:lnTo>
                  <a:lnTo>
                    <a:pt x="4097075" y="1489791"/>
                  </a:lnTo>
                  <a:lnTo>
                    <a:pt x="4032425" y="1468761"/>
                  </a:lnTo>
                  <a:lnTo>
                    <a:pt x="3972232" y="1445561"/>
                  </a:lnTo>
                  <a:lnTo>
                    <a:pt x="3915735" y="1419981"/>
                  </a:lnTo>
                  <a:lnTo>
                    <a:pt x="3862203" y="1391856"/>
                  </a:lnTo>
                  <a:lnTo>
                    <a:pt x="3820202" y="1366932"/>
                  </a:lnTo>
                  <a:lnTo>
                    <a:pt x="3767926" y="1332299"/>
                  </a:lnTo>
                  <a:lnTo>
                    <a:pt x="3717114" y="1294714"/>
                  </a:lnTo>
                  <a:lnTo>
                    <a:pt x="3667303" y="1254122"/>
                  </a:lnTo>
                  <a:lnTo>
                    <a:pt x="3618135" y="1210532"/>
                  </a:lnTo>
                  <a:lnTo>
                    <a:pt x="3569337" y="1164032"/>
                  </a:lnTo>
                  <a:lnTo>
                    <a:pt x="3520711" y="1114790"/>
                  </a:lnTo>
                  <a:lnTo>
                    <a:pt x="3472120" y="1063057"/>
                  </a:lnTo>
                  <a:lnTo>
                    <a:pt x="3423484" y="1009169"/>
                  </a:lnTo>
                  <a:lnTo>
                    <a:pt x="3374766" y="953538"/>
                  </a:lnTo>
                  <a:lnTo>
                    <a:pt x="3325968" y="896640"/>
                  </a:lnTo>
                  <a:lnTo>
                    <a:pt x="3277113" y="839003"/>
                  </a:lnTo>
                  <a:lnTo>
                    <a:pt x="3228245" y="781182"/>
                  </a:lnTo>
                  <a:lnTo>
                    <a:pt x="3179406" y="723740"/>
                  </a:lnTo>
                  <a:lnTo>
                    <a:pt x="3130633" y="667226"/>
                  </a:lnTo>
                  <a:lnTo>
                    <a:pt x="3081946" y="612151"/>
                  </a:lnTo>
                  <a:lnTo>
                    <a:pt x="3033332" y="558971"/>
                  </a:lnTo>
                  <a:lnTo>
                    <a:pt x="2984740" y="508072"/>
                  </a:lnTo>
                  <a:lnTo>
                    <a:pt x="2936073" y="459761"/>
                  </a:lnTo>
                  <a:lnTo>
                    <a:pt x="2887172" y="414260"/>
                  </a:lnTo>
                  <a:lnTo>
                    <a:pt x="2837815" y="371709"/>
                  </a:lnTo>
                  <a:lnTo>
                    <a:pt x="2787701" y="332167"/>
                  </a:lnTo>
                  <a:lnTo>
                    <a:pt x="2736437" y="295621"/>
                  </a:lnTo>
                  <a:lnTo>
                    <a:pt x="2702183" y="273386"/>
                  </a:lnTo>
                  <a:lnTo>
                    <a:pt x="2650582" y="243123"/>
                  </a:lnTo>
                  <a:lnTo>
                    <a:pt x="2596560" y="215472"/>
                  </a:lnTo>
                  <a:lnTo>
                    <a:pt x="2539443" y="190342"/>
                  </a:lnTo>
                  <a:lnTo>
                    <a:pt x="2478493" y="167555"/>
                  </a:lnTo>
                  <a:lnTo>
                    <a:pt x="2412944" y="146898"/>
                  </a:lnTo>
                  <a:lnTo>
                    <a:pt x="2342044" y="128151"/>
                  </a:lnTo>
                  <a:lnTo>
                    <a:pt x="2265107" y="111107"/>
                  </a:lnTo>
                  <a:lnTo>
                    <a:pt x="2181574" y="95583"/>
                  </a:lnTo>
                  <a:lnTo>
                    <a:pt x="2091109" y="81428"/>
                  </a:lnTo>
                  <a:lnTo>
                    <a:pt x="1993707" y="68523"/>
                  </a:lnTo>
                  <a:lnTo>
                    <a:pt x="1889831" y="56789"/>
                  </a:lnTo>
                  <a:lnTo>
                    <a:pt x="1780557" y="46179"/>
                  </a:lnTo>
                  <a:lnTo>
                    <a:pt x="1667695" y="36680"/>
                  </a:lnTo>
                  <a:lnTo>
                    <a:pt x="1553849" y="28302"/>
                  </a:lnTo>
                  <a:lnTo>
                    <a:pt x="1442364" y="21068"/>
                  </a:lnTo>
                  <a:lnTo>
                    <a:pt x="1337105" y="14999"/>
                  </a:lnTo>
                  <a:lnTo>
                    <a:pt x="1242055" y="10095"/>
                  </a:lnTo>
                  <a:lnTo>
                    <a:pt x="1160780" y="6320"/>
                  </a:lnTo>
                  <a:lnTo>
                    <a:pt x="1095846" y="3590"/>
                  </a:lnTo>
                  <a:lnTo>
                    <a:pt x="1048346" y="1775"/>
                  </a:lnTo>
                  <a:lnTo>
                    <a:pt x="1017643" y="705"/>
                  </a:lnTo>
                  <a:lnTo>
                    <a:pt x="1001359" y="186"/>
                  </a:lnTo>
                  <a:lnTo>
                    <a:pt x="995554" y="1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3" name="pg692"/>
            <p:cNvSpPr/>
            <p:nvPr/>
          </p:nvSpPr>
          <p:spPr>
            <a:xfrm>
              <a:off x="1199187" y="2855981"/>
              <a:ext cx="12049831" cy="2478819"/>
            </a:xfrm>
            <a:custGeom>
              <a:avLst/>
              <a:pathLst>
                <a:path w="12049831" h="2478819">
                  <a:moveTo>
                    <a:pt x="0" y="5240"/>
                  </a:moveTo>
                  <a:lnTo>
                    <a:pt x="994940" y="5240"/>
                  </a:lnTo>
                  <a:lnTo>
                    <a:pt x="996055" y="5271"/>
                  </a:lnTo>
                  <a:lnTo>
                    <a:pt x="1003417" y="5491"/>
                  </a:lnTo>
                  <a:lnTo>
                    <a:pt x="1022082" y="6100"/>
                  </a:lnTo>
                  <a:lnTo>
                    <a:pt x="1055722" y="7299"/>
                  </a:lnTo>
                  <a:lnTo>
                    <a:pt x="1106404" y="9282"/>
                  </a:lnTo>
                  <a:lnTo>
                    <a:pt x="1174444" y="12212"/>
                  </a:lnTo>
                  <a:lnTo>
                    <a:pt x="1258452" y="16214"/>
                  </a:lnTo>
                  <a:lnTo>
                    <a:pt x="1355641" y="21361"/>
                  </a:lnTo>
                  <a:lnTo>
                    <a:pt x="1462326" y="27683"/>
                  </a:lnTo>
                  <a:lnTo>
                    <a:pt x="1574508" y="35174"/>
                  </a:lnTo>
                  <a:lnTo>
                    <a:pt x="1688396" y="43811"/>
                  </a:lnTo>
                  <a:lnTo>
                    <a:pt x="1800767" y="53574"/>
                  </a:lnTo>
                  <a:lnTo>
                    <a:pt x="1909162" y="64455"/>
                  </a:lnTo>
                  <a:lnTo>
                    <a:pt x="2011912" y="76473"/>
                  </a:lnTo>
                  <a:lnTo>
                    <a:pt x="2108065" y="89680"/>
                  </a:lnTo>
                  <a:lnTo>
                    <a:pt x="2197252" y="104165"/>
                  </a:lnTo>
                  <a:lnTo>
                    <a:pt x="2279548" y="120052"/>
                  </a:lnTo>
                  <a:lnTo>
                    <a:pt x="2355338" y="137500"/>
                  </a:lnTo>
                  <a:lnTo>
                    <a:pt x="2425208" y="156698"/>
                  </a:lnTo>
                  <a:lnTo>
                    <a:pt x="2489861" y="177858"/>
                  </a:lnTo>
                  <a:lnTo>
                    <a:pt x="2550055" y="201200"/>
                  </a:lnTo>
                  <a:lnTo>
                    <a:pt x="2606553" y="226937"/>
                  </a:lnTo>
                  <a:lnTo>
                    <a:pt x="2660085" y="255235"/>
                  </a:lnTo>
                  <a:lnTo>
                    <a:pt x="2702183" y="280373"/>
                  </a:lnTo>
                  <a:lnTo>
                    <a:pt x="2754379" y="315171"/>
                  </a:lnTo>
                  <a:lnTo>
                    <a:pt x="2805114" y="352929"/>
                  </a:lnTo>
                  <a:lnTo>
                    <a:pt x="2854850" y="393706"/>
                  </a:lnTo>
                  <a:lnTo>
                    <a:pt x="2903944" y="437489"/>
                  </a:lnTo>
                  <a:lnTo>
                    <a:pt x="2952668" y="484193"/>
                  </a:lnTo>
                  <a:lnTo>
                    <a:pt x="3001219" y="533650"/>
                  </a:lnTo>
                  <a:lnTo>
                    <a:pt x="3049734" y="585608"/>
                  </a:lnTo>
                  <a:lnTo>
                    <a:pt x="3098293" y="639733"/>
                  </a:lnTo>
                  <a:lnTo>
                    <a:pt x="3146934" y="695612"/>
                  </a:lnTo>
                  <a:lnTo>
                    <a:pt x="3195655" y="752769"/>
                  </a:lnTo>
                  <a:lnTo>
                    <a:pt x="3244432" y="810676"/>
                  </a:lnTo>
                  <a:lnTo>
                    <a:pt x="3293225" y="868778"/>
                  </a:lnTo>
                  <a:lnTo>
                    <a:pt x="3341989" y="926509"/>
                  </a:lnTo>
                  <a:lnTo>
                    <a:pt x="3390687" y="983321"/>
                  </a:lnTo>
                  <a:lnTo>
                    <a:pt x="3439300" y="1038699"/>
                  </a:lnTo>
                  <a:lnTo>
                    <a:pt x="3487840" y="1092187"/>
                  </a:lnTo>
                  <a:lnTo>
                    <a:pt x="3536355" y="1143394"/>
                  </a:lnTo>
                  <a:lnTo>
                    <a:pt x="3584943" y="1192012"/>
                  </a:lnTo>
                  <a:lnTo>
                    <a:pt x="3633758" y="1237816"/>
                  </a:lnTo>
                  <a:lnTo>
                    <a:pt x="3683020" y="1280664"/>
                  </a:lnTo>
                  <a:lnTo>
                    <a:pt x="3733026" y="1320493"/>
                  </a:lnTo>
                  <a:lnTo>
                    <a:pt x="3784163" y="1357316"/>
                  </a:lnTo>
                  <a:lnTo>
                    <a:pt x="3820202" y="1380907"/>
                  </a:lnTo>
                  <a:lnTo>
                    <a:pt x="3871798" y="1411361"/>
                  </a:lnTo>
                  <a:lnTo>
                    <a:pt x="3925816" y="1439186"/>
                  </a:lnTo>
                  <a:lnTo>
                    <a:pt x="3982928" y="1464476"/>
                  </a:lnTo>
                  <a:lnTo>
                    <a:pt x="4043872" y="1487407"/>
                  </a:lnTo>
                  <a:lnTo>
                    <a:pt x="4109414" y="1508195"/>
                  </a:lnTo>
                  <a:lnTo>
                    <a:pt x="4180305" y="1527061"/>
                  </a:lnTo>
                  <a:lnTo>
                    <a:pt x="4257233" y="1544213"/>
                  </a:lnTo>
                  <a:lnTo>
                    <a:pt x="4340755" y="1559836"/>
                  </a:lnTo>
                  <a:lnTo>
                    <a:pt x="4431208" y="1574082"/>
                  </a:lnTo>
                  <a:lnTo>
                    <a:pt x="4528598" y="1587068"/>
                  </a:lnTo>
                  <a:lnTo>
                    <a:pt x="4632460" y="1598878"/>
                  </a:lnTo>
                  <a:lnTo>
                    <a:pt x="4741720" y="1609555"/>
                  </a:lnTo>
                  <a:lnTo>
                    <a:pt x="4854572" y="1619116"/>
                  </a:lnTo>
                  <a:lnTo>
                    <a:pt x="4968409" y="1627548"/>
                  </a:lnTo>
                  <a:lnTo>
                    <a:pt x="5079890" y="1634829"/>
                  </a:lnTo>
                  <a:lnTo>
                    <a:pt x="5185151" y="1640937"/>
                  </a:lnTo>
                  <a:lnTo>
                    <a:pt x="5280209" y="1645874"/>
                  </a:lnTo>
                  <a:lnTo>
                    <a:pt x="5361499" y="1649674"/>
                  </a:lnTo>
                  <a:lnTo>
                    <a:pt x="5426454" y="1652423"/>
                  </a:lnTo>
                  <a:lnTo>
                    <a:pt x="5473976" y="1654250"/>
                  </a:lnTo>
                  <a:lnTo>
                    <a:pt x="5504703" y="1655328"/>
                  </a:lnTo>
                  <a:lnTo>
                    <a:pt x="5521008" y="1655851"/>
                  </a:lnTo>
                  <a:lnTo>
                    <a:pt x="5526827" y="1656023"/>
                  </a:lnTo>
                  <a:lnTo>
                    <a:pt x="5527445" y="1656040"/>
                  </a:lnTo>
                  <a:lnTo>
                    <a:pt x="6522385" y="1656040"/>
                  </a:lnTo>
                  <a:lnTo>
                    <a:pt x="6523517" y="1656056"/>
                  </a:lnTo>
                  <a:lnTo>
                    <a:pt x="6530981" y="1656167"/>
                  </a:lnTo>
                  <a:lnTo>
                    <a:pt x="6549900" y="1656475"/>
                  </a:lnTo>
                  <a:lnTo>
                    <a:pt x="6583979" y="1657081"/>
                  </a:lnTo>
                  <a:lnTo>
                    <a:pt x="6635286" y="1658084"/>
                  </a:lnTo>
                  <a:lnTo>
                    <a:pt x="6704103" y="1659565"/>
                  </a:lnTo>
                  <a:lnTo>
                    <a:pt x="6788977" y="1661586"/>
                  </a:lnTo>
                  <a:lnTo>
                    <a:pt x="6887044" y="1664185"/>
                  </a:lnTo>
                  <a:lnTo>
                    <a:pt x="6994546" y="1667375"/>
                  </a:lnTo>
                  <a:lnTo>
                    <a:pt x="7107426" y="1671153"/>
                  </a:lnTo>
                  <a:lnTo>
                    <a:pt x="7221855" y="1675508"/>
                  </a:lnTo>
                  <a:lnTo>
                    <a:pt x="7334602" y="1680428"/>
                  </a:lnTo>
                  <a:lnTo>
                    <a:pt x="7443216" y="1685911"/>
                  </a:lnTo>
                  <a:lnTo>
                    <a:pt x="7546052" y="1691968"/>
                  </a:lnTo>
                  <a:lnTo>
                    <a:pt x="7642185" y="1698625"/>
                  </a:lnTo>
                  <a:lnTo>
                    <a:pt x="7731278" y="1705929"/>
                  </a:lnTo>
                  <a:lnTo>
                    <a:pt x="7813433" y="1713945"/>
                  </a:lnTo>
                  <a:lnTo>
                    <a:pt x="7889062" y="1722753"/>
                  </a:lnTo>
                  <a:lnTo>
                    <a:pt x="7958772" y="1732451"/>
                  </a:lnTo>
                  <a:lnTo>
                    <a:pt x="8023283" y="1743146"/>
                  </a:lnTo>
                  <a:lnTo>
                    <a:pt x="8083367" y="1754950"/>
                  </a:lnTo>
                  <a:lnTo>
                    <a:pt x="8139796" y="1767968"/>
                  </a:lnTo>
                  <a:lnTo>
                    <a:pt x="8193305" y="1782283"/>
                  </a:lnTo>
                  <a:lnTo>
                    <a:pt x="8229629" y="1793170"/>
                  </a:lnTo>
                  <a:lnTo>
                    <a:pt x="8288102" y="1812736"/>
                  </a:lnTo>
                  <a:lnTo>
                    <a:pt x="8344811" y="1834168"/>
                  </a:lnTo>
                  <a:lnTo>
                    <a:pt x="8400380" y="1857496"/>
                  </a:lnTo>
                  <a:lnTo>
                    <a:pt x="8455275" y="1882696"/>
                  </a:lnTo>
                  <a:lnTo>
                    <a:pt x="8509834" y="1909684"/>
                  </a:lnTo>
                  <a:lnTo>
                    <a:pt x="8564288" y="1938310"/>
                  </a:lnTo>
                  <a:lnTo>
                    <a:pt x="8618776" y="1968355"/>
                  </a:lnTo>
                  <a:lnTo>
                    <a:pt x="8673361" y="1999540"/>
                  </a:lnTo>
                  <a:lnTo>
                    <a:pt x="8728049" y="2031534"/>
                  </a:lnTo>
                  <a:lnTo>
                    <a:pt x="8782801" y="2063964"/>
                  </a:lnTo>
                  <a:lnTo>
                    <a:pt x="8837561" y="2096436"/>
                  </a:lnTo>
                  <a:lnTo>
                    <a:pt x="8892266" y="2128555"/>
                  </a:lnTo>
                  <a:lnTo>
                    <a:pt x="8946874" y="2159942"/>
                  </a:lnTo>
                  <a:lnTo>
                    <a:pt x="9001380" y="2190256"/>
                  </a:lnTo>
                  <a:lnTo>
                    <a:pt x="9055832" y="2219204"/>
                  </a:lnTo>
                  <a:lnTo>
                    <a:pt x="9110353" y="2246556"/>
                  </a:lnTo>
                  <a:lnTo>
                    <a:pt x="9165152" y="2272147"/>
                  </a:lnTo>
                  <a:lnTo>
                    <a:pt x="9220543" y="2295878"/>
                  </a:lnTo>
                  <a:lnTo>
                    <a:pt x="9276963" y="2317713"/>
                  </a:lnTo>
                  <a:lnTo>
                    <a:pt x="9334998" y="2337672"/>
                  </a:lnTo>
                  <a:lnTo>
                    <a:pt x="9347647" y="2341690"/>
                  </a:lnTo>
                  <a:lnTo>
                    <a:pt x="9399498" y="2356938"/>
                  </a:lnTo>
                  <a:lnTo>
                    <a:pt x="9453796" y="2370864"/>
                  </a:lnTo>
                  <a:lnTo>
                    <a:pt x="9511224" y="2383515"/>
                  </a:lnTo>
                  <a:lnTo>
                    <a:pt x="9572534" y="2394980"/>
                  </a:lnTo>
                  <a:lnTo>
                    <a:pt x="9638500" y="2405369"/>
                  </a:lnTo>
                  <a:lnTo>
                    <a:pt x="9709885" y="2414793"/>
                  </a:lnTo>
                  <a:lnTo>
                    <a:pt x="9787384" y="2423358"/>
                  </a:lnTo>
                  <a:lnTo>
                    <a:pt x="9871555" y="2431156"/>
                  </a:lnTo>
                  <a:lnTo>
                    <a:pt x="9962731" y="2438263"/>
                  </a:lnTo>
                  <a:lnTo>
                    <a:pt x="10060901" y="2444740"/>
                  </a:lnTo>
                  <a:lnTo>
                    <a:pt x="10165568" y="2450625"/>
                  </a:lnTo>
                  <a:lnTo>
                    <a:pt x="10275609" y="2455941"/>
                  </a:lnTo>
                  <a:lnTo>
                    <a:pt x="10389143" y="2460695"/>
                  </a:lnTo>
                  <a:lnTo>
                    <a:pt x="10503483" y="2464881"/>
                  </a:lnTo>
                  <a:lnTo>
                    <a:pt x="10615193" y="2468487"/>
                  </a:lnTo>
                  <a:lnTo>
                    <a:pt x="10720331" y="2471502"/>
                  </a:lnTo>
                  <a:lnTo>
                    <a:pt x="10814867" y="2473928"/>
                  </a:lnTo>
                  <a:lnTo>
                    <a:pt x="10895246" y="2475785"/>
                  </a:lnTo>
                  <a:lnTo>
                    <a:pt x="10958973" y="2477118"/>
                  </a:lnTo>
                  <a:lnTo>
                    <a:pt x="11005086" y="2477994"/>
                  </a:lnTo>
                  <a:lnTo>
                    <a:pt x="11034398" y="2478502"/>
                  </a:lnTo>
                  <a:lnTo>
                    <a:pt x="11049485" y="2478741"/>
                  </a:lnTo>
                  <a:lnTo>
                    <a:pt x="11054489" y="2478814"/>
                  </a:lnTo>
                  <a:lnTo>
                    <a:pt x="11054891" y="2478819"/>
                  </a:lnTo>
                  <a:lnTo>
                    <a:pt x="12049831" y="2478819"/>
                  </a:lnTo>
                  <a:lnTo>
                    <a:pt x="12049831" y="2473579"/>
                  </a:lnTo>
                  <a:lnTo>
                    <a:pt x="11054891" y="2473579"/>
                  </a:lnTo>
                  <a:lnTo>
                    <a:pt x="11053760" y="2473563"/>
                  </a:lnTo>
                  <a:lnTo>
                    <a:pt x="11046295" y="2473452"/>
                  </a:lnTo>
                  <a:lnTo>
                    <a:pt x="11027376" y="2473144"/>
                  </a:lnTo>
                  <a:lnTo>
                    <a:pt x="10993298" y="2472537"/>
                  </a:lnTo>
                  <a:lnTo>
                    <a:pt x="10941991" y="2471535"/>
                  </a:lnTo>
                  <a:lnTo>
                    <a:pt x="10873174" y="2470054"/>
                  </a:lnTo>
                  <a:lnTo>
                    <a:pt x="10788299" y="2468032"/>
                  </a:lnTo>
                  <a:lnTo>
                    <a:pt x="10690232" y="2465433"/>
                  </a:lnTo>
                  <a:lnTo>
                    <a:pt x="10582730" y="2462243"/>
                  </a:lnTo>
                  <a:lnTo>
                    <a:pt x="10469851" y="2458465"/>
                  </a:lnTo>
                  <a:lnTo>
                    <a:pt x="10355422" y="2454111"/>
                  </a:lnTo>
                  <a:lnTo>
                    <a:pt x="10242675" y="2449190"/>
                  </a:lnTo>
                  <a:lnTo>
                    <a:pt x="10134060" y="2443707"/>
                  </a:lnTo>
                  <a:lnTo>
                    <a:pt x="10031224" y="2437651"/>
                  </a:lnTo>
                  <a:lnTo>
                    <a:pt x="9935091" y="2430994"/>
                  </a:lnTo>
                  <a:lnTo>
                    <a:pt x="9845999" y="2423689"/>
                  </a:lnTo>
                  <a:lnTo>
                    <a:pt x="9763843" y="2415674"/>
                  </a:lnTo>
                  <a:lnTo>
                    <a:pt x="9688214" y="2406866"/>
                  </a:lnTo>
                  <a:lnTo>
                    <a:pt x="9618504" y="2397168"/>
                  </a:lnTo>
                  <a:lnTo>
                    <a:pt x="9553993" y="2386473"/>
                  </a:lnTo>
                  <a:lnTo>
                    <a:pt x="9493909" y="2374669"/>
                  </a:lnTo>
                  <a:lnTo>
                    <a:pt x="9437480" y="2361650"/>
                  </a:lnTo>
                  <a:lnTo>
                    <a:pt x="9383971" y="2347336"/>
                  </a:lnTo>
                  <a:lnTo>
                    <a:pt x="9347647" y="2336449"/>
                  </a:lnTo>
                  <a:lnTo>
                    <a:pt x="9289175" y="2316882"/>
                  </a:lnTo>
                  <a:lnTo>
                    <a:pt x="9232466" y="2295451"/>
                  </a:lnTo>
                  <a:lnTo>
                    <a:pt x="9176897" y="2272123"/>
                  </a:lnTo>
                  <a:lnTo>
                    <a:pt x="9122002" y="2246923"/>
                  </a:lnTo>
                  <a:lnTo>
                    <a:pt x="9067442" y="2219934"/>
                  </a:lnTo>
                  <a:lnTo>
                    <a:pt x="9012988" y="2191309"/>
                  </a:lnTo>
                  <a:lnTo>
                    <a:pt x="8958500" y="2161264"/>
                  </a:lnTo>
                  <a:lnTo>
                    <a:pt x="8903915" y="2130078"/>
                  </a:lnTo>
                  <a:lnTo>
                    <a:pt x="8849228" y="2098085"/>
                  </a:lnTo>
                  <a:lnTo>
                    <a:pt x="8794475" y="2065655"/>
                  </a:lnTo>
                  <a:lnTo>
                    <a:pt x="8739716" y="2033183"/>
                  </a:lnTo>
                  <a:lnTo>
                    <a:pt x="8685011" y="2001064"/>
                  </a:lnTo>
                  <a:lnTo>
                    <a:pt x="8630402" y="1969676"/>
                  </a:lnTo>
                  <a:lnTo>
                    <a:pt x="8575897" y="1939363"/>
                  </a:lnTo>
                  <a:lnTo>
                    <a:pt x="8521444" y="1910414"/>
                  </a:lnTo>
                  <a:lnTo>
                    <a:pt x="8466923" y="1883062"/>
                  </a:lnTo>
                  <a:lnTo>
                    <a:pt x="8412124" y="1857471"/>
                  </a:lnTo>
                  <a:lnTo>
                    <a:pt x="8356733" y="1833740"/>
                  </a:lnTo>
                  <a:lnTo>
                    <a:pt x="8300314" y="1811906"/>
                  </a:lnTo>
                  <a:lnTo>
                    <a:pt x="8242279" y="1791947"/>
                  </a:lnTo>
                  <a:lnTo>
                    <a:pt x="8229629" y="1787929"/>
                  </a:lnTo>
                  <a:lnTo>
                    <a:pt x="8177779" y="1772680"/>
                  </a:lnTo>
                  <a:lnTo>
                    <a:pt x="8123481" y="1758754"/>
                  </a:lnTo>
                  <a:lnTo>
                    <a:pt x="8066052" y="1746104"/>
                  </a:lnTo>
                  <a:lnTo>
                    <a:pt x="8004743" y="1734639"/>
                  </a:lnTo>
                  <a:lnTo>
                    <a:pt x="7938777" y="1724250"/>
                  </a:lnTo>
                  <a:lnTo>
                    <a:pt x="7867392" y="1714825"/>
                  </a:lnTo>
                  <a:lnTo>
                    <a:pt x="7789893" y="1706261"/>
                  </a:lnTo>
                  <a:lnTo>
                    <a:pt x="7705722" y="1698463"/>
                  </a:lnTo>
                  <a:lnTo>
                    <a:pt x="7614545" y="1691355"/>
                  </a:lnTo>
                  <a:lnTo>
                    <a:pt x="7516376" y="1684879"/>
                  </a:lnTo>
                  <a:lnTo>
                    <a:pt x="7411708" y="1678994"/>
                  </a:lnTo>
                  <a:lnTo>
                    <a:pt x="7301668" y="1673677"/>
                  </a:lnTo>
                  <a:lnTo>
                    <a:pt x="7188133" y="1668923"/>
                  </a:lnTo>
                  <a:lnTo>
                    <a:pt x="7073793" y="1664737"/>
                  </a:lnTo>
                  <a:lnTo>
                    <a:pt x="6962084" y="1661132"/>
                  </a:lnTo>
                  <a:lnTo>
                    <a:pt x="6856946" y="1658116"/>
                  </a:lnTo>
                  <a:lnTo>
                    <a:pt x="6762410" y="1655690"/>
                  </a:lnTo>
                  <a:lnTo>
                    <a:pt x="6682030" y="1653833"/>
                  </a:lnTo>
                  <a:lnTo>
                    <a:pt x="6618303" y="1652501"/>
                  </a:lnTo>
                  <a:lnTo>
                    <a:pt x="6572190" y="1651625"/>
                  </a:lnTo>
                  <a:lnTo>
                    <a:pt x="6542878" y="1651117"/>
                  </a:lnTo>
                  <a:lnTo>
                    <a:pt x="6527792" y="1650878"/>
                  </a:lnTo>
                  <a:lnTo>
                    <a:pt x="6522788" y="1650805"/>
                  </a:lnTo>
                  <a:lnTo>
                    <a:pt x="6522385" y="1650799"/>
                  </a:lnTo>
                  <a:lnTo>
                    <a:pt x="5527445" y="1650799"/>
                  </a:lnTo>
                  <a:lnTo>
                    <a:pt x="5526330" y="1650768"/>
                  </a:lnTo>
                  <a:lnTo>
                    <a:pt x="5518968" y="1650548"/>
                  </a:lnTo>
                  <a:lnTo>
                    <a:pt x="5500303" y="1649940"/>
                  </a:lnTo>
                  <a:lnTo>
                    <a:pt x="5466663" y="1648740"/>
                  </a:lnTo>
                  <a:lnTo>
                    <a:pt x="5415981" y="1646758"/>
                  </a:lnTo>
                  <a:lnTo>
                    <a:pt x="5347941" y="1643827"/>
                  </a:lnTo>
                  <a:lnTo>
                    <a:pt x="5263933" y="1639825"/>
                  </a:lnTo>
                  <a:lnTo>
                    <a:pt x="5166744" y="1634678"/>
                  </a:lnTo>
                  <a:lnTo>
                    <a:pt x="5060059" y="1628357"/>
                  </a:lnTo>
                  <a:lnTo>
                    <a:pt x="4947877" y="1620866"/>
                  </a:lnTo>
                  <a:lnTo>
                    <a:pt x="4833989" y="1612228"/>
                  </a:lnTo>
                  <a:lnTo>
                    <a:pt x="4721618" y="1602465"/>
                  </a:lnTo>
                  <a:lnTo>
                    <a:pt x="4613223" y="1591585"/>
                  </a:lnTo>
                  <a:lnTo>
                    <a:pt x="4510473" y="1579567"/>
                  </a:lnTo>
                  <a:lnTo>
                    <a:pt x="4414320" y="1566359"/>
                  </a:lnTo>
                  <a:lnTo>
                    <a:pt x="4325133" y="1551874"/>
                  </a:lnTo>
                  <a:lnTo>
                    <a:pt x="4242837" y="1535987"/>
                  </a:lnTo>
                  <a:lnTo>
                    <a:pt x="4167047" y="1518539"/>
                  </a:lnTo>
                  <a:lnTo>
                    <a:pt x="4097177" y="1499341"/>
                  </a:lnTo>
                  <a:lnTo>
                    <a:pt x="4032524" y="1478182"/>
                  </a:lnTo>
                  <a:lnTo>
                    <a:pt x="3972330" y="1454839"/>
                  </a:lnTo>
                  <a:lnTo>
                    <a:pt x="3915832" y="1429102"/>
                  </a:lnTo>
                  <a:lnTo>
                    <a:pt x="3862300" y="1400805"/>
                  </a:lnTo>
                  <a:lnTo>
                    <a:pt x="3820202" y="1375666"/>
                  </a:lnTo>
                  <a:lnTo>
                    <a:pt x="3768006" y="1340869"/>
                  </a:lnTo>
                  <a:lnTo>
                    <a:pt x="3717271" y="1303110"/>
                  </a:lnTo>
                  <a:lnTo>
                    <a:pt x="3667535" y="1262334"/>
                  </a:lnTo>
                  <a:lnTo>
                    <a:pt x="3618441" y="1218550"/>
                  </a:lnTo>
                  <a:lnTo>
                    <a:pt x="3569717" y="1171846"/>
                  </a:lnTo>
                  <a:lnTo>
                    <a:pt x="3521166" y="1122389"/>
                  </a:lnTo>
                  <a:lnTo>
                    <a:pt x="3472651" y="1070431"/>
                  </a:lnTo>
                  <a:lnTo>
                    <a:pt x="3424092" y="1016307"/>
                  </a:lnTo>
                  <a:lnTo>
                    <a:pt x="3375451" y="960427"/>
                  </a:lnTo>
                  <a:lnTo>
                    <a:pt x="3326730" y="903271"/>
                  </a:lnTo>
                  <a:lnTo>
                    <a:pt x="3277953" y="845363"/>
                  </a:lnTo>
                  <a:lnTo>
                    <a:pt x="3229160" y="787261"/>
                  </a:lnTo>
                  <a:lnTo>
                    <a:pt x="3180396" y="729530"/>
                  </a:lnTo>
                  <a:lnTo>
                    <a:pt x="3131698" y="672718"/>
                  </a:lnTo>
                  <a:lnTo>
                    <a:pt x="3083085" y="617340"/>
                  </a:lnTo>
                  <a:lnTo>
                    <a:pt x="3034545" y="563853"/>
                  </a:lnTo>
                  <a:lnTo>
                    <a:pt x="2986030" y="512645"/>
                  </a:lnTo>
                  <a:lnTo>
                    <a:pt x="2937442" y="464027"/>
                  </a:lnTo>
                  <a:lnTo>
                    <a:pt x="2888627" y="418223"/>
                  </a:lnTo>
                  <a:lnTo>
                    <a:pt x="2839365" y="375375"/>
                  </a:lnTo>
                  <a:lnTo>
                    <a:pt x="2789359" y="335546"/>
                  </a:lnTo>
                  <a:lnTo>
                    <a:pt x="2738222" y="298723"/>
                  </a:lnTo>
                  <a:lnTo>
                    <a:pt x="2702183" y="275133"/>
                  </a:lnTo>
                  <a:lnTo>
                    <a:pt x="2650587" y="244678"/>
                  </a:lnTo>
                  <a:lnTo>
                    <a:pt x="2596569" y="216853"/>
                  </a:lnTo>
                  <a:lnTo>
                    <a:pt x="2539457" y="191564"/>
                  </a:lnTo>
                  <a:lnTo>
                    <a:pt x="2478513" y="168632"/>
                  </a:lnTo>
                  <a:lnTo>
                    <a:pt x="2412971" y="147844"/>
                  </a:lnTo>
                  <a:lnTo>
                    <a:pt x="2342080" y="128978"/>
                  </a:lnTo>
                  <a:lnTo>
                    <a:pt x="2265152" y="111826"/>
                  </a:lnTo>
                  <a:lnTo>
                    <a:pt x="2181630" y="96203"/>
                  </a:lnTo>
                  <a:lnTo>
                    <a:pt x="2091177" y="81958"/>
                  </a:lnTo>
                  <a:lnTo>
                    <a:pt x="1993787" y="68971"/>
                  </a:lnTo>
                  <a:lnTo>
                    <a:pt x="1889925" y="57162"/>
                  </a:lnTo>
                  <a:lnTo>
                    <a:pt x="1780665" y="46484"/>
                  </a:lnTo>
                  <a:lnTo>
                    <a:pt x="1667813" y="36924"/>
                  </a:lnTo>
                  <a:lnTo>
                    <a:pt x="1553976" y="28492"/>
                  </a:lnTo>
                  <a:lnTo>
                    <a:pt x="1442495" y="21211"/>
                  </a:lnTo>
                  <a:lnTo>
                    <a:pt x="1337234" y="15102"/>
                  </a:lnTo>
                  <a:lnTo>
                    <a:pt x="1242176" y="10166"/>
                  </a:lnTo>
                  <a:lnTo>
                    <a:pt x="1160886" y="6365"/>
                  </a:lnTo>
                  <a:lnTo>
                    <a:pt x="1095931" y="3617"/>
                  </a:lnTo>
                  <a:lnTo>
                    <a:pt x="1048409" y="1789"/>
                  </a:lnTo>
                  <a:lnTo>
                    <a:pt x="1017682" y="711"/>
                  </a:lnTo>
                  <a:lnTo>
                    <a:pt x="1001377" y="188"/>
                  </a:lnTo>
                  <a:lnTo>
                    <a:pt x="995558" y="1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94" name="pl693"/>
            <p:cNvSpPr/>
            <p:nvPr/>
          </p:nvSpPr>
          <p:spPr>
            <a:xfrm>
              <a:off x="1199187" y="2861221"/>
              <a:ext cx="12049831" cy="2473579"/>
            </a:xfrm>
            <a:custGeom>
              <a:avLst/>
              <a:pathLst>
                <a:path w="12049831" h="2473579">
                  <a:moveTo>
                    <a:pt x="0" y="0"/>
                  </a:moveTo>
                  <a:lnTo>
                    <a:pt x="994940" y="0"/>
                  </a:lnTo>
                  <a:lnTo>
                    <a:pt x="996055" y="30"/>
                  </a:lnTo>
                  <a:lnTo>
                    <a:pt x="1003417" y="251"/>
                  </a:lnTo>
                  <a:lnTo>
                    <a:pt x="1022082" y="859"/>
                  </a:lnTo>
                  <a:lnTo>
                    <a:pt x="1055722" y="2059"/>
                  </a:lnTo>
                  <a:lnTo>
                    <a:pt x="1106404" y="4041"/>
                  </a:lnTo>
                  <a:lnTo>
                    <a:pt x="1174444" y="6972"/>
                  </a:lnTo>
                  <a:lnTo>
                    <a:pt x="1258452" y="10973"/>
                  </a:lnTo>
                  <a:lnTo>
                    <a:pt x="1355641" y="16120"/>
                  </a:lnTo>
                  <a:lnTo>
                    <a:pt x="1462326" y="22442"/>
                  </a:lnTo>
                  <a:lnTo>
                    <a:pt x="1574508" y="29933"/>
                  </a:lnTo>
                  <a:lnTo>
                    <a:pt x="1688396" y="38571"/>
                  </a:lnTo>
                  <a:lnTo>
                    <a:pt x="1800767" y="48334"/>
                  </a:lnTo>
                  <a:lnTo>
                    <a:pt x="1909162" y="59214"/>
                  </a:lnTo>
                  <a:lnTo>
                    <a:pt x="2011912" y="71232"/>
                  </a:lnTo>
                  <a:lnTo>
                    <a:pt x="2108065" y="84439"/>
                  </a:lnTo>
                  <a:lnTo>
                    <a:pt x="2197252" y="98925"/>
                  </a:lnTo>
                  <a:lnTo>
                    <a:pt x="2279548" y="114812"/>
                  </a:lnTo>
                  <a:lnTo>
                    <a:pt x="2355338" y="132260"/>
                  </a:lnTo>
                  <a:lnTo>
                    <a:pt x="2425208" y="151458"/>
                  </a:lnTo>
                  <a:lnTo>
                    <a:pt x="2489861" y="172617"/>
                  </a:lnTo>
                  <a:lnTo>
                    <a:pt x="2550055" y="195959"/>
                  </a:lnTo>
                  <a:lnTo>
                    <a:pt x="2606553" y="221696"/>
                  </a:lnTo>
                  <a:lnTo>
                    <a:pt x="2660085" y="249994"/>
                  </a:lnTo>
                  <a:lnTo>
                    <a:pt x="2702183" y="275133"/>
                  </a:lnTo>
                  <a:lnTo>
                    <a:pt x="2754379" y="309930"/>
                  </a:lnTo>
                  <a:lnTo>
                    <a:pt x="2805114" y="347689"/>
                  </a:lnTo>
                  <a:lnTo>
                    <a:pt x="2854850" y="388465"/>
                  </a:lnTo>
                  <a:lnTo>
                    <a:pt x="2903944" y="432248"/>
                  </a:lnTo>
                  <a:lnTo>
                    <a:pt x="2952668" y="478952"/>
                  </a:lnTo>
                  <a:lnTo>
                    <a:pt x="3001219" y="528409"/>
                  </a:lnTo>
                  <a:lnTo>
                    <a:pt x="3049734" y="580368"/>
                  </a:lnTo>
                  <a:lnTo>
                    <a:pt x="3098293" y="634492"/>
                  </a:lnTo>
                  <a:lnTo>
                    <a:pt x="3146934" y="690371"/>
                  </a:lnTo>
                  <a:lnTo>
                    <a:pt x="3195655" y="747528"/>
                  </a:lnTo>
                  <a:lnTo>
                    <a:pt x="3244432" y="805436"/>
                  </a:lnTo>
                  <a:lnTo>
                    <a:pt x="3293225" y="863537"/>
                  </a:lnTo>
                  <a:lnTo>
                    <a:pt x="3341989" y="921269"/>
                  </a:lnTo>
                  <a:lnTo>
                    <a:pt x="3390687" y="978080"/>
                  </a:lnTo>
                  <a:lnTo>
                    <a:pt x="3439300" y="1033459"/>
                  </a:lnTo>
                  <a:lnTo>
                    <a:pt x="3487840" y="1086946"/>
                  </a:lnTo>
                  <a:lnTo>
                    <a:pt x="3536355" y="1138153"/>
                  </a:lnTo>
                  <a:lnTo>
                    <a:pt x="3584943" y="1186772"/>
                  </a:lnTo>
                  <a:lnTo>
                    <a:pt x="3633758" y="1232576"/>
                  </a:lnTo>
                  <a:lnTo>
                    <a:pt x="3683020" y="1275423"/>
                  </a:lnTo>
                  <a:lnTo>
                    <a:pt x="3733026" y="1315253"/>
                  </a:lnTo>
                  <a:lnTo>
                    <a:pt x="3784163" y="1352075"/>
                  </a:lnTo>
                  <a:lnTo>
                    <a:pt x="3820202" y="1375666"/>
                  </a:lnTo>
                  <a:lnTo>
                    <a:pt x="3871798" y="1406120"/>
                  </a:lnTo>
                  <a:lnTo>
                    <a:pt x="3925816" y="1433946"/>
                  </a:lnTo>
                  <a:lnTo>
                    <a:pt x="3982928" y="1459235"/>
                  </a:lnTo>
                  <a:lnTo>
                    <a:pt x="4043872" y="1482166"/>
                  </a:lnTo>
                  <a:lnTo>
                    <a:pt x="4109414" y="1502954"/>
                  </a:lnTo>
                  <a:lnTo>
                    <a:pt x="4180305" y="1521820"/>
                  </a:lnTo>
                  <a:lnTo>
                    <a:pt x="4257233" y="1538973"/>
                  </a:lnTo>
                  <a:lnTo>
                    <a:pt x="4340755" y="1554595"/>
                  </a:lnTo>
                  <a:lnTo>
                    <a:pt x="4431208" y="1568841"/>
                  </a:lnTo>
                  <a:lnTo>
                    <a:pt x="4528598" y="1581828"/>
                  </a:lnTo>
                  <a:lnTo>
                    <a:pt x="4632460" y="1593637"/>
                  </a:lnTo>
                  <a:lnTo>
                    <a:pt x="4741720" y="1604315"/>
                  </a:lnTo>
                  <a:lnTo>
                    <a:pt x="4854572" y="1613875"/>
                  </a:lnTo>
                  <a:lnTo>
                    <a:pt x="4968409" y="1622307"/>
                  </a:lnTo>
                  <a:lnTo>
                    <a:pt x="5079890" y="1629588"/>
                  </a:lnTo>
                  <a:lnTo>
                    <a:pt x="5185151" y="1635696"/>
                  </a:lnTo>
                  <a:lnTo>
                    <a:pt x="5280209" y="1640633"/>
                  </a:lnTo>
                  <a:lnTo>
                    <a:pt x="5361499" y="1644434"/>
                  </a:lnTo>
                  <a:lnTo>
                    <a:pt x="5426454" y="1647182"/>
                  </a:lnTo>
                  <a:lnTo>
                    <a:pt x="5473976" y="1649010"/>
                  </a:lnTo>
                  <a:lnTo>
                    <a:pt x="5504703" y="1650088"/>
                  </a:lnTo>
                  <a:lnTo>
                    <a:pt x="5521008" y="1650611"/>
                  </a:lnTo>
                  <a:lnTo>
                    <a:pt x="5526827" y="1650782"/>
                  </a:lnTo>
                  <a:lnTo>
                    <a:pt x="5527445" y="1650799"/>
                  </a:lnTo>
                  <a:lnTo>
                    <a:pt x="6522385" y="1650799"/>
                  </a:lnTo>
                  <a:lnTo>
                    <a:pt x="6523517" y="1650815"/>
                  </a:lnTo>
                  <a:lnTo>
                    <a:pt x="6530981" y="1650926"/>
                  </a:lnTo>
                  <a:lnTo>
                    <a:pt x="6549900" y="1651234"/>
                  </a:lnTo>
                  <a:lnTo>
                    <a:pt x="6583979" y="1651841"/>
                  </a:lnTo>
                  <a:lnTo>
                    <a:pt x="6635286" y="1652843"/>
                  </a:lnTo>
                  <a:lnTo>
                    <a:pt x="6704103" y="1654324"/>
                  </a:lnTo>
                  <a:lnTo>
                    <a:pt x="6788977" y="1656346"/>
                  </a:lnTo>
                  <a:lnTo>
                    <a:pt x="6887044" y="1658945"/>
                  </a:lnTo>
                  <a:lnTo>
                    <a:pt x="6994546" y="1662135"/>
                  </a:lnTo>
                  <a:lnTo>
                    <a:pt x="7107426" y="1665913"/>
                  </a:lnTo>
                  <a:lnTo>
                    <a:pt x="7221855" y="1670267"/>
                  </a:lnTo>
                  <a:lnTo>
                    <a:pt x="7334602" y="1675188"/>
                  </a:lnTo>
                  <a:lnTo>
                    <a:pt x="7443216" y="1680671"/>
                  </a:lnTo>
                  <a:lnTo>
                    <a:pt x="7546052" y="1686727"/>
                  </a:lnTo>
                  <a:lnTo>
                    <a:pt x="7642185" y="1693385"/>
                  </a:lnTo>
                  <a:lnTo>
                    <a:pt x="7731278" y="1700689"/>
                  </a:lnTo>
                  <a:lnTo>
                    <a:pt x="7813433" y="1708704"/>
                  </a:lnTo>
                  <a:lnTo>
                    <a:pt x="7889062" y="1717513"/>
                  </a:lnTo>
                  <a:lnTo>
                    <a:pt x="7958772" y="1727210"/>
                  </a:lnTo>
                  <a:lnTo>
                    <a:pt x="8023283" y="1737905"/>
                  </a:lnTo>
                  <a:lnTo>
                    <a:pt x="8083367" y="1749709"/>
                  </a:lnTo>
                  <a:lnTo>
                    <a:pt x="8139796" y="1762728"/>
                  </a:lnTo>
                  <a:lnTo>
                    <a:pt x="8193305" y="1777042"/>
                  </a:lnTo>
                  <a:lnTo>
                    <a:pt x="8229629" y="1787929"/>
                  </a:lnTo>
                  <a:lnTo>
                    <a:pt x="8288102" y="1807496"/>
                  </a:lnTo>
                  <a:lnTo>
                    <a:pt x="8344811" y="1828927"/>
                  </a:lnTo>
                  <a:lnTo>
                    <a:pt x="8400380" y="1852255"/>
                  </a:lnTo>
                  <a:lnTo>
                    <a:pt x="8455275" y="1877455"/>
                  </a:lnTo>
                  <a:lnTo>
                    <a:pt x="8509834" y="1904444"/>
                  </a:lnTo>
                  <a:lnTo>
                    <a:pt x="8564288" y="1933069"/>
                  </a:lnTo>
                  <a:lnTo>
                    <a:pt x="8618776" y="1963114"/>
                  </a:lnTo>
                  <a:lnTo>
                    <a:pt x="8673361" y="1994300"/>
                  </a:lnTo>
                  <a:lnTo>
                    <a:pt x="8728049" y="2026293"/>
                  </a:lnTo>
                  <a:lnTo>
                    <a:pt x="8782801" y="2058723"/>
                  </a:lnTo>
                  <a:lnTo>
                    <a:pt x="8837561" y="2091196"/>
                  </a:lnTo>
                  <a:lnTo>
                    <a:pt x="8892266" y="2123314"/>
                  </a:lnTo>
                  <a:lnTo>
                    <a:pt x="8946874" y="2154702"/>
                  </a:lnTo>
                  <a:lnTo>
                    <a:pt x="9001380" y="2185015"/>
                  </a:lnTo>
                  <a:lnTo>
                    <a:pt x="9055832" y="2213964"/>
                  </a:lnTo>
                  <a:lnTo>
                    <a:pt x="9110353" y="2241316"/>
                  </a:lnTo>
                  <a:lnTo>
                    <a:pt x="9165152" y="2266907"/>
                  </a:lnTo>
                  <a:lnTo>
                    <a:pt x="9220543" y="2290638"/>
                  </a:lnTo>
                  <a:lnTo>
                    <a:pt x="9276963" y="2312472"/>
                  </a:lnTo>
                  <a:lnTo>
                    <a:pt x="9334998" y="2332431"/>
                  </a:lnTo>
                  <a:lnTo>
                    <a:pt x="9347647" y="2336449"/>
                  </a:lnTo>
                  <a:lnTo>
                    <a:pt x="9399498" y="2351698"/>
                  </a:lnTo>
                  <a:lnTo>
                    <a:pt x="9453796" y="2365624"/>
                  </a:lnTo>
                  <a:lnTo>
                    <a:pt x="9511224" y="2378274"/>
                  </a:lnTo>
                  <a:lnTo>
                    <a:pt x="9572534" y="2389739"/>
                  </a:lnTo>
                  <a:lnTo>
                    <a:pt x="9638500" y="2400128"/>
                  </a:lnTo>
                  <a:lnTo>
                    <a:pt x="9709885" y="2409553"/>
                  </a:lnTo>
                  <a:lnTo>
                    <a:pt x="9787384" y="2418117"/>
                  </a:lnTo>
                  <a:lnTo>
                    <a:pt x="9871555" y="2425915"/>
                  </a:lnTo>
                  <a:lnTo>
                    <a:pt x="9962731" y="2433023"/>
                  </a:lnTo>
                  <a:lnTo>
                    <a:pt x="10060901" y="2439499"/>
                  </a:lnTo>
                  <a:lnTo>
                    <a:pt x="10165568" y="2445384"/>
                  </a:lnTo>
                  <a:lnTo>
                    <a:pt x="10275609" y="2450701"/>
                  </a:lnTo>
                  <a:lnTo>
                    <a:pt x="10389143" y="2455455"/>
                  </a:lnTo>
                  <a:lnTo>
                    <a:pt x="10503483" y="2459641"/>
                  </a:lnTo>
                  <a:lnTo>
                    <a:pt x="10615193" y="2463246"/>
                  </a:lnTo>
                  <a:lnTo>
                    <a:pt x="10720331" y="2466262"/>
                  </a:lnTo>
                  <a:lnTo>
                    <a:pt x="10814867" y="2468688"/>
                  </a:lnTo>
                  <a:lnTo>
                    <a:pt x="10895246" y="2470545"/>
                  </a:lnTo>
                  <a:lnTo>
                    <a:pt x="10958973" y="2471877"/>
                  </a:lnTo>
                  <a:lnTo>
                    <a:pt x="11005086" y="2472753"/>
                  </a:lnTo>
                  <a:lnTo>
                    <a:pt x="11034398" y="2473261"/>
                  </a:lnTo>
                  <a:lnTo>
                    <a:pt x="11049485" y="2473500"/>
                  </a:lnTo>
                  <a:lnTo>
                    <a:pt x="11054489" y="2473573"/>
                  </a:lnTo>
                  <a:lnTo>
                    <a:pt x="11054891" y="2473579"/>
                  </a:lnTo>
                  <a:lnTo>
                    <a:pt x="12049831" y="2473579"/>
                  </a:lnTo>
                  <a:lnTo>
                    <a:pt x="12049831" y="24735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5" name="pl694"/>
            <p:cNvSpPr/>
            <p:nvPr/>
          </p:nvSpPr>
          <p:spPr>
            <a:xfrm>
              <a:off x="1199187" y="2855981"/>
              <a:ext cx="12049831" cy="2473579"/>
            </a:xfrm>
            <a:custGeom>
              <a:avLst/>
              <a:pathLst>
                <a:path w="12049831" h="2473579">
                  <a:moveTo>
                    <a:pt x="12049831" y="2473579"/>
                  </a:moveTo>
                  <a:lnTo>
                    <a:pt x="11054891" y="2473579"/>
                  </a:lnTo>
                  <a:lnTo>
                    <a:pt x="11053760" y="2473563"/>
                  </a:lnTo>
                  <a:lnTo>
                    <a:pt x="11046295" y="2473452"/>
                  </a:lnTo>
                  <a:lnTo>
                    <a:pt x="11027376" y="2473144"/>
                  </a:lnTo>
                  <a:lnTo>
                    <a:pt x="10993298" y="2472537"/>
                  </a:lnTo>
                  <a:lnTo>
                    <a:pt x="10941991" y="2471535"/>
                  </a:lnTo>
                  <a:lnTo>
                    <a:pt x="10873174" y="2470054"/>
                  </a:lnTo>
                  <a:lnTo>
                    <a:pt x="10788299" y="2468032"/>
                  </a:lnTo>
                  <a:lnTo>
                    <a:pt x="10690232" y="2465433"/>
                  </a:lnTo>
                  <a:lnTo>
                    <a:pt x="10582730" y="2462243"/>
                  </a:lnTo>
                  <a:lnTo>
                    <a:pt x="10469851" y="2458465"/>
                  </a:lnTo>
                  <a:lnTo>
                    <a:pt x="10355422" y="2454111"/>
                  </a:lnTo>
                  <a:lnTo>
                    <a:pt x="10242675" y="2449190"/>
                  </a:lnTo>
                  <a:lnTo>
                    <a:pt x="10134060" y="2443707"/>
                  </a:lnTo>
                  <a:lnTo>
                    <a:pt x="10031224" y="2437651"/>
                  </a:lnTo>
                  <a:lnTo>
                    <a:pt x="9935091" y="2430994"/>
                  </a:lnTo>
                  <a:lnTo>
                    <a:pt x="9845999" y="2423689"/>
                  </a:lnTo>
                  <a:lnTo>
                    <a:pt x="9763843" y="2415674"/>
                  </a:lnTo>
                  <a:lnTo>
                    <a:pt x="9688214" y="2406866"/>
                  </a:lnTo>
                  <a:lnTo>
                    <a:pt x="9618504" y="2397168"/>
                  </a:lnTo>
                  <a:lnTo>
                    <a:pt x="9553993" y="2386473"/>
                  </a:lnTo>
                  <a:lnTo>
                    <a:pt x="9493909" y="2374669"/>
                  </a:lnTo>
                  <a:lnTo>
                    <a:pt x="9437480" y="2361650"/>
                  </a:lnTo>
                  <a:lnTo>
                    <a:pt x="9383971" y="2347336"/>
                  </a:lnTo>
                  <a:lnTo>
                    <a:pt x="9347647" y="2336449"/>
                  </a:lnTo>
                  <a:lnTo>
                    <a:pt x="9289175" y="2316882"/>
                  </a:lnTo>
                  <a:lnTo>
                    <a:pt x="9232466" y="2295451"/>
                  </a:lnTo>
                  <a:lnTo>
                    <a:pt x="9176897" y="2272123"/>
                  </a:lnTo>
                  <a:lnTo>
                    <a:pt x="9122002" y="2246923"/>
                  </a:lnTo>
                  <a:lnTo>
                    <a:pt x="9067442" y="2219934"/>
                  </a:lnTo>
                  <a:lnTo>
                    <a:pt x="9012988" y="2191309"/>
                  </a:lnTo>
                  <a:lnTo>
                    <a:pt x="8958500" y="2161264"/>
                  </a:lnTo>
                  <a:lnTo>
                    <a:pt x="8903915" y="2130078"/>
                  </a:lnTo>
                  <a:lnTo>
                    <a:pt x="8849228" y="2098085"/>
                  </a:lnTo>
                  <a:lnTo>
                    <a:pt x="8794475" y="2065655"/>
                  </a:lnTo>
                  <a:lnTo>
                    <a:pt x="8739716" y="2033183"/>
                  </a:lnTo>
                  <a:lnTo>
                    <a:pt x="8685011" y="2001064"/>
                  </a:lnTo>
                  <a:lnTo>
                    <a:pt x="8630402" y="1969676"/>
                  </a:lnTo>
                  <a:lnTo>
                    <a:pt x="8575897" y="1939363"/>
                  </a:lnTo>
                  <a:lnTo>
                    <a:pt x="8521444" y="1910414"/>
                  </a:lnTo>
                  <a:lnTo>
                    <a:pt x="8466923" y="1883062"/>
                  </a:lnTo>
                  <a:lnTo>
                    <a:pt x="8412124" y="1857471"/>
                  </a:lnTo>
                  <a:lnTo>
                    <a:pt x="8356733" y="1833740"/>
                  </a:lnTo>
                  <a:lnTo>
                    <a:pt x="8300314" y="1811906"/>
                  </a:lnTo>
                  <a:lnTo>
                    <a:pt x="8242279" y="1791947"/>
                  </a:lnTo>
                  <a:lnTo>
                    <a:pt x="8229629" y="1787929"/>
                  </a:lnTo>
                  <a:lnTo>
                    <a:pt x="8177779" y="1772680"/>
                  </a:lnTo>
                  <a:lnTo>
                    <a:pt x="8123481" y="1758754"/>
                  </a:lnTo>
                  <a:lnTo>
                    <a:pt x="8066052" y="1746104"/>
                  </a:lnTo>
                  <a:lnTo>
                    <a:pt x="8004743" y="1734639"/>
                  </a:lnTo>
                  <a:lnTo>
                    <a:pt x="7938777" y="1724250"/>
                  </a:lnTo>
                  <a:lnTo>
                    <a:pt x="7867392" y="1714825"/>
                  </a:lnTo>
                  <a:lnTo>
                    <a:pt x="7789893" y="1706261"/>
                  </a:lnTo>
                  <a:lnTo>
                    <a:pt x="7705722" y="1698463"/>
                  </a:lnTo>
                  <a:lnTo>
                    <a:pt x="7614545" y="1691355"/>
                  </a:lnTo>
                  <a:lnTo>
                    <a:pt x="7516376" y="1684879"/>
                  </a:lnTo>
                  <a:lnTo>
                    <a:pt x="7411708" y="1678994"/>
                  </a:lnTo>
                  <a:lnTo>
                    <a:pt x="7301668" y="1673677"/>
                  </a:lnTo>
                  <a:lnTo>
                    <a:pt x="7188133" y="1668923"/>
                  </a:lnTo>
                  <a:lnTo>
                    <a:pt x="7073793" y="1664737"/>
                  </a:lnTo>
                  <a:lnTo>
                    <a:pt x="6962084" y="1661132"/>
                  </a:lnTo>
                  <a:lnTo>
                    <a:pt x="6856946" y="1658116"/>
                  </a:lnTo>
                  <a:lnTo>
                    <a:pt x="6762410" y="1655690"/>
                  </a:lnTo>
                  <a:lnTo>
                    <a:pt x="6682030" y="1653833"/>
                  </a:lnTo>
                  <a:lnTo>
                    <a:pt x="6618303" y="1652501"/>
                  </a:lnTo>
                  <a:lnTo>
                    <a:pt x="6572190" y="1651625"/>
                  </a:lnTo>
                  <a:lnTo>
                    <a:pt x="6542878" y="1651117"/>
                  </a:lnTo>
                  <a:lnTo>
                    <a:pt x="6527792" y="1650878"/>
                  </a:lnTo>
                  <a:lnTo>
                    <a:pt x="6522788" y="1650805"/>
                  </a:lnTo>
                  <a:lnTo>
                    <a:pt x="6522385" y="1650799"/>
                  </a:lnTo>
                  <a:lnTo>
                    <a:pt x="5527445" y="1650799"/>
                  </a:lnTo>
                  <a:lnTo>
                    <a:pt x="5526330" y="1650768"/>
                  </a:lnTo>
                  <a:lnTo>
                    <a:pt x="5518968" y="1650548"/>
                  </a:lnTo>
                  <a:lnTo>
                    <a:pt x="5500303" y="1649940"/>
                  </a:lnTo>
                  <a:lnTo>
                    <a:pt x="5466663" y="1648740"/>
                  </a:lnTo>
                  <a:lnTo>
                    <a:pt x="5415981" y="1646758"/>
                  </a:lnTo>
                  <a:lnTo>
                    <a:pt x="5347941" y="1643827"/>
                  </a:lnTo>
                  <a:lnTo>
                    <a:pt x="5263933" y="1639825"/>
                  </a:lnTo>
                  <a:lnTo>
                    <a:pt x="5166744" y="1634678"/>
                  </a:lnTo>
                  <a:lnTo>
                    <a:pt x="5060059" y="1628357"/>
                  </a:lnTo>
                  <a:lnTo>
                    <a:pt x="4947877" y="1620866"/>
                  </a:lnTo>
                  <a:lnTo>
                    <a:pt x="4833989" y="1612228"/>
                  </a:lnTo>
                  <a:lnTo>
                    <a:pt x="4721618" y="1602465"/>
                  </a:lnTo>
                  <a:lnTo>
                    <a:pt x="4613223" y="1591585"/>
                  </a:lnTo>
                  <a:lnTo>
                    <a:pt x="4510473" y="1579567"/>
                  </a:lnTo>
                  <a:lnTo>
                    <a:pt x="4414320" y="1566359"/>
                  </a:lnTo>
                  <a:lnTo>
                    <a:pt x="4325133" y="1551874"/>
                  </a:lnTo>
                  <a:lnTo>
                    <a:pt x="4242837" y="1535987"/>
                  </a:lnTo>
                  <a:lnTo>
                    <a:pt x="4167047" y="1518539"/>
                  </a:lnTo>
                  <a:lnTo>
                    <a:pt x="4097177" y="1499341"/>
                  </a:lnTo>
                  <a:lnTo>
                    <a:pt x="4032524" y="1478182"/>
                  </a:lnTo>
                  <a:lnTo>
                    <a:pt x="3972330" y="1454839"/>
                  </a:lnTo>
                  <a:lnTo>
                    <a:pt x="3915832" y="1429102"/>
                  </a:lnTo>
                  <a:lnTo>
                    <a:pt x="3862300" y="1400805"/>
                  </a:lnTo>
                  <a:lnTo>
                    <a:pt x="3820202" y="1375666"/>
                  </a:lnTo>
                  <a:lnTo>
                    <a:pt x="3768006" y="1340869"/>
                  </a:lnTo>
                  <a:lnTo>
                    <a:pt x="3717271" y="1303110"/>
                  </a:lnTo>
                  <a:lnTo>
                    <a:pt x="3667535" y="1262334"/>
                  </a:lnTo>
                  <a:lnTo>
                    <a:pt x="3618441" y="1218550"/>
                  </a:lnTo>
                  <a:lnTo>
                    <a:pt x="3569717" y="1171846"/>
                  </a:lnTo>
                  <a:lnTo>
                    <a:pt x="3521166" y="1122389"/>
                  </a:lnTo>
                  <a:lnTo>
                    <a:pt x="3472651" y="1070431"/>
                  </a:lnTo>
                  <a:lnTo>
                    <a:pt x="3424092" y="1016307"/>
                  </a:lnTo>
                  <a:lnTo>
                    <a:pt x="3375451" y="960427"/>
                  </a:lnTo>
                  <a:lnTo>
                    <a:pt x="3326730" y="903271"/>
                  </a:lnTo>
                  <a:lnTo>
                    <a:pt x="3277953" y="845363"/>
                  </a:lnTo>
                  <a:lnTo>
                    <a:pt x="3229160" y="787261"/>
                  </a:lnTo>
                  <a:lnTo>
                    <a:pt x="3180396" y="729530"/>
                  </a:lnTo>
                  <a:lnTo>
                    <a:pt x="3131698" y="672718"/>
                  </a:lnTo>
                  <a:lnTo>
                    <a:pt x="3083085" y="617340"/>
                  </a:lnTo>
                  <a:lnTo>
                    <a:pt x="3034545" y="563853"/>
                  </a:lnTo>
                  <a:lnTo>
                    <a:pt x="2986030" y="512645"/>
                  </a:lnTo>
                  <a:lnTo>
                    <a:pt x="2937442" y="464027"/>
                  </a:lnTo>
                  <a:lnTo>
                    <a:pt x="2888627" y="418223"/>
                  </a:lnTo>
                  <a:lnTo>
                    <a:pt x="2839365" y="375375"/>
                  </a:lnTo>
                  <a:lnTo>
                    <a:pt x="2789359" y="335546"/>
                  </a:lnTo>
                  <a:lnTo>
                    <a:pt x="2738222" y="298723"/>
                  </a:lnTo>
                  <a:lnTo>
                    <a:pt x="2702183" y="275133"/>
                  </a:lnTo>
                  <a:lnTo>
                    <a:pt x="2650587" y="244678"/>
                  </a:lnTo>
                  <a:lnTo>
                    <a:pt x="2596569" y="216853"/>
                  </a:lnTo>
                  <a:lnTo>
                    <a:pt x="2539457" y="191564"/>
                  </a:lnTo>
                  <a:lnTo>
                    <a:pt x="2478513" y="168632"/>
                  </a:lnTo>
                  <a:lnTo>
                    <a:pt x="2412971" y="147844"/>
                  </a:lnTo>
                  <a:lnTo>
                    <a:pt x="2342080" y="128978"/>
                  </a:lnTo>
                  <a:lnTo>
                    <a:pt x="2265152" y="111826"/>
                  </a:lnTo>
                  <a:lnTo>
                    <a:pt x="2181630" y="96203"/>
                  </a:lnTo>
                  <a:lnTo>
                    <a:pt x="2091177" y="81958"/>
                  </a:lnTo>
                  <a:lnTo>
                    <a:pt x="1993787" y="68971"/>
                  </a:lnTo>
                  <a:lnTo>
                    <a:pt x="1889925" y="57162"/>
                  </a:lnTo>
                  <a:lnTo>
                    <a:pt x="1780665" y="46484"/>
                  </a:lnTo>
                  <a:lnTo>
                    <a:pt x="1667813" y="36924"/>
                  </a:lnTo>
                  <a:lnTo>
                    <a:pt x="1553976" y="28492"/>
                  </a:lnTo>
                  <a:lnTo>
                    <a:pt x="1442495" y="21211"/>
                  </a:lnTo>
                  <a:lnTo>
                    <a:pt x="1337234" y="15102"/>
                  </a:lnTo>
                  <a:lnTo>
                    <a:pt x="1242176" y="10166"/>
                  </a:lnTo>
                  <a:lnTo>
                    <a:pt x="1160886" y="6365"/>
                  </a:lnTo>
                  <a:lnTo>
                    <a:pt x="1095931" y="3617"/>
                  </a:lnTo>
                  <a:lnTo>
                    <a:pt x="1048409" y="1789"/>
                  </a:lnTo>
                  <a:lnTo>
                    <a:pt x="1017682" y="711"/>
                  </a:lnTo>
                  <a:lnTo>
                    <a:pt x="1001377" y="188"/>
                  </a:lnTo>
                  <a:lnTo>
                    <a:pt x="995558" y="1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6" name="pg695"/>
            <p:cNvSpPr/>
            <p:nvPr/>
          </p:nvSpPr>
          <p:spPr>
            <a:xfrm>
              <a:off x="1199187" y="2861221"/>
              <a:ext cx="12049831" cy="2788017"/>
            </a:xfrm>
            <a:custGeom>
              <a:avLst/>
              <a:pathLst>
                <a:path w="12049831" h="2788017">
                  <a:moveTo>
                    <a:pt x="0" y="5240"/>
                  </a:moveTo>
                  <a:lnTo>
                    <a:pt x="994940" y="5240"/>
                  </a:lnTo>
                  <a:lnTo>
                    <a:pt x="996054" y="5271"/>
                  </a:lnTo>
                  <a:lnTo>
                    <a:pt x="1003414" y="5494"/>
                  </a:lnTo>
                  <a:lnTo>
                    <a:pt x="1022073" y="6108"/>
                  </a:lnTo>
                  <a:lnTo>
                    <a:pt x="1055702" y="7318"/>
                  </a:lnTo>
                  <a:lnTo>
                    <a:pt x="1106368" y="9319"/>
                  </a:lnTo>
                  <a:lnTo>
                    <a:pt x="1174388" y="12276"/>
                  </a:lnTo>
                  <a:lnTo>
                    <a:pt x="1258375" y="16315"/>
                  </a:lnTo>
                  <a:lnTo>
                    <a:pt x="1355541" y="21509"/>
                  </a:lnTo>
                  <a:lnTo>
                    <a:pt x="1462206" y="27889"/>
                  </a:lnTo>
                  <a:lnTo>
                    <a:pt x="1574371" y="35449"/>
                  </a:lnTo>
                  <a:lnTo>
                    <a:pt x="1688244" y="44166"/>
                  </a:lnTo>
                  <a:lnTo>
                    <a:pt x="1800606" y="54019"/>
                  </a:lnTo>
                  <a:lnTo>
                    <a:pt x="1908995" y="65001"/>
                  </a:lnTo>
                  <a:lnTo>
                    <a:pt x="2011743" y="77130"/>
                  </a:lnTo>
                  <a:lnTo>
                    <a:pt x="2107897" y="90459"/>
                  </a:lnTo>
                  <a:lnTo>
                    <a:pt x="2197086" y="105078"/>
                  </a:lnTo>
                  <a:lnTo>
                    <a:pt x="2279385" y="121111"/>
                  </a:lnTo>
                  <a:lnTo>
                    <a:pt x="2355179" y="138720"/>
                  </a:lnTo>
                  <a:lnTo>
                    <a:pt x="2425053" y="158094"/>
                  </a:lnTo>
                  <a:lnTo>
                    <a:pt x="2489710" y="179447"/>
                  </a:lnTo>
                  <a:lnTo>
                    <a:pt x="2549907" y="203004"/>
                  </a:lnTo>
                  <a:lnTo>
                    <a:pt x="2606407" y="228976"/>
                  </a:lnTo>
                  <a:lnTo>
                    <a:pt x="2659940" y="257532"/>
                  </a:lnTo>
                  <a:lnTo>
                    <a:pt x="2702183" y="282994"/>
                  </a:lnTo>
                  <a:lnTo>
                    <a:pt x="2754259" y="318037"/>
                  </a:lnTo>
                  <a:lnTo>
                    <a:pt x="2804879" y="356055"/>
                  </a:lnTo>
                  <a:lnTo>
                    <a:pt x="2854503" y="397106"/>
                  </a:lnTo>
                  <a:lnTo>
                    <a:pt x="2903487" y="441178"/>
                  </a:lnTo>
                  <a:lnTo>
                    <a:pt x="2952099" y="488186"/>
                  </a:lnTo>
                  <a:lnTo>
                    <a:pt x="3000538" y="537963"/>
                  </a:lnTo>
                  <a:lnTo>
                    <a:pt x="3048939" y="590257"/>
                  </a:lnTo>
                  <a:lnTo>
                    <a:pt x="3097383" y="644735"/>
                  </a:lnTo>
                  <a:lnTo>
                    <a:pt x="3145908" y="700983"/>
                  </a:lnTo>
                  <a:lnTo>
                    <a:pt x="3194514" y="758527"/>
                  </a:lnTo>
                  <a:lnTo>
                    <a:pt x="3243176" y="816837"/>
                  </a:lnTo>
                  <a:lnTo>
                    <a:pt x="3291855" y="875357"/>
                  </a:lnTo>
                  <a:lnTo>
                    <a:pt x="3340506" y="933521"/>
                  </a:lnTo>
                  <a:lnTo>
                    <a:pt x="3389092" y="990777"/>
                  </a:lnTo>
                  <a:lnTo>
                    <a:pt x="3437594" y="1046609"/>
                  </a:lnTo>
                  <a:lnTo>
                    <a:pt x="3486022" y="1100555"/>
                  </a:lnTo>
                  <a:lnTo>
                    <a:pt x="3534423" y="1152225"/>
                  </a:lnTo>
                  <a:lnTo>
                    <a:pt x="3582892" y="1201303"/>
                  </a:lnTo>
                  <a:lnTo>
                    <a:pt x="3631579" y="1247561"/>
                  </a:lnTo>
                  <a:lnTo>
                    <a:pt x="3680699" y="1290853"/>
                  </a:lnTo>
                  <a:lnTo>
                    <a:pt x="3730545" y="1331114"/>
                  </a:lnTo>
                  <a:lnTo>
                    <a:pt x="3781495" y="1368352"/>
                  </a:lnTo>
                  <a:lnTo>
                    <a:pt x="3820202" y="1394008"/>
                  </a:lnTo>
                  <a:lnTo>
                    <a:pt x="3871792" y="1424749"/>
                  </a:lnTo>
                  <a:lnTo>
                    <a:pt x="3925803" y="1452837"/>
                  </a:lnTo>
                  <a:lnTo>
                    <a:pt x="3982906" y="1478364"/>
                  </a:lnTo>
                  <a:lnTo>
                    <a:pt x="4043841" y="1501512"/>
                  </a:lnTo>
                  <a:lnTo>
                    <a:pt x="4109372" y="1522497"/>
                  </a:lnTo>
                  <a:lnTo>
                    <a:pt x="4180251" y="1541541"/>
                  </a:lnTo>
                  <a:lnTo>
                    <a:pt x="4257165" y="1558856"/>
                  </a:lnTo>
                  <a:lnTo>
                    <a:pt x="4340671" y="1574627"/>
                  </a:lnTo>
                  <a:lnTo>
                    <a:pt x="4431106" y="1589008"/>
                  </a:lnTo>
                  <a:lnTo>
                    <a:pt x="4528476" y="1602118"/>
                  </a:lnTo>
                  <a:lnTo>
                    <a:pt x="4632317" y="1614040"/>
                  </a:lnTo>
                  <a:lnTo>
                    <a:pt x="4741559" y="1624820"/>
                  </a:lnTo>
                  <a:lnTo>
                    <a:pt x="4854392" y="1634472"/>
                  </a:lnTo>
                  <a:lnTo>
                    <a:pt x="4968217" y="1642985"/>
                  </a:lnTo>
                  <a:lnTo>
                    <a:pt x="5079692" y="1650336"/>
                  </a:lnTo>
                  <a:lnTo>
                    <a:pt x="5184956" y="1656504"/>
                  </a:lnTo>
                  <a:lnTo>
                    <a:pt x="5280026" y="1661490"/>
                  </a:lnTo>
                  <a:lnTo>
                    <a:pt x="5361339" y="1665328"/>
                  </a:lnTo>
                  <a:lnTo>
                    <a:pt x="5426324" y="1668105"/>
                  </a:lnTo>
                  <a:lnTo>
                    <a:pt x="5473882" y="1669952"/>
                  </a:lnTo>
                  <a:lnTo>
                    <a:pt x="5504644" y="1671041"/>
                  </a:lnTo>
                  <a:lnTo>
                    <a:pt x="5520980" y="1671571"/>
                  </a:lnTo>
                  <a:lnTo>
                    <a:pt x="5526821" y="1671744"/>
                  </a:lnTo>
                  <a:lnTo>
                    <a:pt x="5527445" y="1671762"/>
                  </a:lnTo>
                  <a:lnTo>
                    <a:pt x="6522385" y="1671762"/>
                  </a:lnTo>
                  <a:lnTo>
                    <a:pt x="6523512" y="1671783"/>
                  </a:lnTo>
                  <a:lnTo>
                    <a:pt x="6530948" y="1671933"/>
                  </a:lnTo>
                  <a:lnTo>
                    <a:pt x="6549796" y="1672349"/>
                  </a:lnTo>
                  <a:lnTo>
                    <a:pt x="6583751" y="1673169"/>
                  </a:lnTo>
                  <a:lnTo>
                    <a:pt x="6634882" y="1674523"/>
                  </a:lnTo>
                  <a:lnTo>
                    <a:pt x="6703481" y="1676525"/>
                  </a:lnTo>
                  <a:lnTo>
                    <a:pt x="6788113" y="1679257"/>
                  </a:lnTo>
                  <a:lnTo>
                    <a:pt x="6885934" y="1682770"/>
                  </a:lnTo>
                  <a:lnTo>
                    <a:pt x="6993207" y="1687083"/>
                  </a:lnTo>
                  <a:lnTo>
                    <a:pt x="7105892" y="1692192"/>
                  </a:lnTo>
                  <a:lnTo>
                    <a:pt x="7220170" y="1698081"/>
                  </a:lnTo>
                  <a:lnTo>
                    <a:pt x="7332812" y="1704736"/>
                  </a:lnTo>
                  <a:lnTo>
                    <a:pt x="7441366" y="1712151"/>
                  </a:lnTo>
                  <a:lnTo>
                    <a:pt x="7544179" y="1720343"/>
                  </a:lnTo>
                  <a:lnTo>
                    <a:pt x="7640318" y="1729346"/>
                  </a:lnTo>
                  <a:lnTo>
                    <a:pt x="7729438" y="1739224"/>
                  </a:lnTo>
                  <a:lnTo>
                    <a:pt x="7811633" y="1750061"/>
                  </a:lnTo>
                  <a:lnTo>
                    <a:pt x="7887307" y="1761968"/>
                  </a:lnTo>
                  <a:lnTo>
                    <a:pt x="7957062" y="1775076"/>
                  </a:lnTo>
                  <a:lnTo>
                    <a:pt x="8021612" y="1789528"/>
                  </a:lnTo>
                  <a:lnTo>
                    <a:pt x="8081727" y="1805478"/>
                  </a:lnTo>
                  <a:lnTo>
                    <a:pt x="8138175" y="1823068"/>
                  </a:lnTo>
                  <a:lnTo>
                    <a:pt x="8191690" y="1842407"/>
                  </a:lnTo>
                  <a:lnTo>
                    <a:pt x="8229629" y="1857804"/>
                  </a:lnTo>
                  <a:lnTo>
                    <a:pt x="8285971" y="1883321"/>
                  </a:lnTo>
                  <a:lnTo>
                    <a:pt x="8340653" y="1911182"/>
                  </a:lnTo>
                  <a:lnTo>
                    <a:pt x="8394241" y="1941428"/>
                  </a:lnTo>
                  <a:lnTo>
                    <a:pt x="8447164" y="1974038"/>
                  </a:lnTo>
                  <a:lnTo>
                    <a:pt x="8499737" y="2008918"/>
                  </a:lnTo>
                  <a:lnTo>
                    <a:pt x="8552179" y="2045899"/>
                  </a:lnTo>
                  <a:lnTo>
                    <a:pt x="8604631" y="2084734"/>
                  </a:lnTo>
                  <a:lnTo>
                    <a:pt x="8657165" y="2125103"/>
                  </a:lnTo>
                  <a:lnTo>
                    <a:pt x="8709796" y="2166619"/>
                  </a:lnTo>
                  <a:lnTo>
                    <a:pt x="8762503" y="2208844"/>
                  </a:lnTo>
                  <a:lnTo>
                    <a:pt x="8815238" y="2251308"/>
                  </a:lnTo>
                  <a:lnTo>
                    <a:pt x="8867945" y="2293529"/>
                  </a:lnTo>
                  <a:lnTo>
                    <a:pt x="8920576" y="2335037"/>
                  </a:lnTo>
                  <a:lnTo>
                    <a:pt x="8973108" y="2375394"/>
                  </a:lnTo>
                  <a:lnTo>
                    <a:pt x="9025560" y="2414215"/>
                  </a:lnTo>
                  <a:lnTo>
                    <a:pt x="9078003" y="2451178"/>
                  </a:lnTo>
                  <a:lnTo>
                    <a:pt x="9130577" y="2486039"/>
                  </a:lnTo>
                  <a:lnTo>
                    <a:pt x="9183504" y="2518628"/>
                  </a:lnTo>
                  <a:lnTo>
                    <a:pt x="9237100" y="2548853"/>
                  </a:lnTo>
                  <a:lnTo>
                    <a:pt x="9291795" y="2576693"/>
                  </a:lnTo>
                  <a:lnTo>
                    <a:pt x="9347647" y="2601974"/>
                  </a:lnTo>
                  <a:lnTo>
                    <a:pt x="9399427" y="2622636"/>
                  </a:lnTo>
                  <a:lnTo>
                    <a:pt x="9453646" y="2641507"/>
                  </a:lnTo>
                  <a:lnTo>
                    <a:pt x="9510986" y="2658652"/>
                  </a:lnTo>
                  <a:lnTo>
                    <a:pt x="9572193" y="2674193"/>
                  </a:lnTo>
                  <a:lnTo>
                    <a:pt x="9638040" y="2688277"/>
                  </a:lnTo>
                  <a:lnTo>
                    <a:pt x="9709286" y="2701055"/>
                  </a:lnTo>
                  <a:lnTo>
                    <a:pt x="9786625" y="2712669"/>
                  </a:lnTo>
                  <a:lnTo>
                    <a:pt x="9870614" y="2723244"/>
                  </a:lnTo>
                  <a:lnTo>
                    <a:pt x="9961587" y="2732884"/>
                  </a:lnTo>
                  <a:lnTo>
                    <a:pt x="10059538" y="2741669"/>
                  </a:lnTo>
                  <a:lnTo>
                    <a:pt x="10163980" y="2749653"/>
                  </a:lnTo>
                  <a:lnTo>
                    <a:pt x="10273802" y="2756868"/>
                  </a:lnTo>
                  <a:lnTo>
                    <a:pt x="10387146" y="2763322"/>
                  </a:lnTo>
                  <a:lnTo>
                    <a:pt x="10501346" y="2769008"/>
                  </a:lnTo>
                  <a:lnTo>
                    <a:pt x="10612994" y="2773908"/>
                  </a:lnTo>
                  <a:lnTo>
                    <a:pt x="10718169" y="2778010"/>
                  </a:lnTo>
                  <a:lnTo>
                    <a:pt x="10812855" y="2781315"/>
                  </a:lnTo>
                  <a:lnTo>
                    <a:pt x="10893493" y="2783848"/>
                  </a:lnTo>
                  <a:lnTo>
                    <a:pt x="10957566" y="2785670"/>
                  </a:lnTo>
                  <a:lnTo>
                    <a:pt x="11004075" y="2786872"/>
                  </a:lnTo>
                  <a:lnTo>
                    <a:pt x="11033783" y="2787572"/>
                  </a:lnTo>
                  <a:lnTo>
                    <a:pt x="11049207" y="2787905"/>
                  </a:lnTo>
                  <a:lnTo>
                    <a:pt x="11054434" y="2788008"/>
                  </a:lnTo>
                  <a:lnTo>
                    <a:pt x="11054891" y="2788017"/>
                  </a:lnTo>
                  <a:lnTo>
                    <a:pt x="12049831" y="2788017"/>
                  </a:lnTo>
                  <a:lnTo>
                    <a:pt x="12049831" y="2782776"/>
                  </a:lnTo>
                  <a:lnTo>
                    <a:pt x="11054891" y="2782776"/>
                  </a:lnTo>
                  <a:lnTo>
                    <a:pt x="11053764" y="2782755"/>
                  </a:lnTo>
                  <a:lnTo>
                    <a:pt x="11046329" y="2782605"/>
                  </a:lnTo>
                  <a:lnTo>
                    <a:pt x="11027481" y="2782189"/>
                  </a:lnTo>
                  <a:lnTo>
                    <a:pt x="10993526" y="2781369"/>
                  </a:lnTo>
                  <a:lnTo>
                    <a:pt x="10942394" y="2780015"/>
                  </a:lnTo>
                  <a:lnTo>
                    <a:pt x="10873795" y="2778013"/>
                  </a:lnTo>
                  <a:lnTo>
                    <a:pt x="10789164" y="2775281"/>
                  </a:lnTo>
                  <a:lnTo>
                    <a:pt x="10691343" y="2771768"/>
                  </a:lnTo>
                  <a:lnTo>
                    <a:pt x="10584069" y="2767455"/>
                  </a:lnTo>
                  <a:lnTo>
                    <a:pt x="10471384" y="2762346"/>
                  </a:lnTo>
                  <a:lnTo>
                    <a:pt x="10357107" y="2756457"/>
                  </a:lnTo>
                  <a:lnTo>
                    <a:pt x="10244464" y="2749802"/>
                  </a:lnTo>
                  <a:lnTo>
                    <a:pt x="10135910" y="2742387"/>
                  </a:lnTo>
                  <a:lnTo>
                    <a:pt x="10033097" y="2734195"/>
                  </a:lnTo>
                  <a:lnTo>
                    <a:pt x="9936958" y="2725192"/>
                  </a:lnTo>
                  <a:lnTo>
                    <a:pt x="9847839" y="2715314"/>
                  </a:lnTo>
                  <a:lnTo>
                    <a:pt x="9765643" y="2704477"/>
                  </a:lnTo>
                  <a:lnTo>
                    <a:pt x="9689969" y="2692570"/>
                  </a:lnTo>
                  <a:lnTo>
                    <a:pt x="9620215" y="2679462"/>
                  </a:lnTo>
                  <a:lnTo>
                    <a:pt x="9555664" y="2665010"/>
                  </a:lnTo>
                  <a:lnTo>
                    <a:pt x="9495550" y="2649060"/>
                  </a:lnTo>
                  <a:lnTo>
                    <a:pt x="9439102" y="2631470"/>
                  </a:lnTo>
                  <a:lnTo>
                    <a:pt x="9385587" y="2612131"/>
                  </a:lnTo>
                  <a:lnTo>
                    <a:pt x="9347647" y="2596734"/>
                  </a:lnTo>
                  <a:lnTo>
                    <a:pt x="9291306" y="2571217"/>
                  </a:lnTo>
                  <a:lnTo>
                    <a:pt x="9236623" y="2543356"/>
                  </a:lnTo>
                  <a:lnTo>
                    <a:pt x="9183035" y="2513110"/>
                  </a:lnTo>
                  <a:lnTo>
                    <a:pt x="9130112" y="2480500"/>
                  </a:lnTo>
                  <a:lnTo>
                    <a:pt x="9077540" y="2445620"/>
                  </a:lnTo>
                  <a:lnTo>
                    <a:pt x="9025097" y="2408639"/>
                  </a:lnTo>
                  <a:lnTo>
                    <a:pt x="8972645" y="2369804"/>
                  </a:lnTo>
                  <a:lnTo>
                    <a:pt x="8920112" y="2329435"/>
                  </a:lnTo>
                  <a:lnTo>
                    <a:pt x="8867480" y="2287919"/>
                  </a:lnTo>
                  <a:lnTo>
                    <a:pt x="8814773" y="2245693"/>
                  </a:lnTo>
                  <a:lnTo>
                    <a:pt x="8762038" y="2203230"/>
                  </a:lnTo>
                  <a:lnTo>
                    <a:pt x="8709332" y="2161009"/>
                  </a:lnTo>
                  <a:lnTo>
                    <a:pt x="8656701" y="2119501"/>
                  </a:lnTo>
                  <a:lnTo>
                    <a:pt x="8604168" y="2079144"/>
                  </a:lnTo>
                  <a:lnTo>
                    <a:pt x="8551717" y="2040323"/>
                  </a:lnTo>
                  <a:lnTo>
                    <a:pt x="8499274" y="2003360"/>
                  </a:lnTo>
                  <a:lnTo>
                    <a:pt x="8446699" y="1968499"/>
                  </a:lnTo>
                  <a:lnTo>
                    <a:pt x="8393772" y="1935910"/>
                  </a:lnTo>
                  <a:lnTo>
                    <a:pt x="8340176" y="1905685"/>
                  </a:lnTo>
                  <a:lnTo>
                    <a:pt x="8285482" y="1877845"/>
                  </a:lnTo>
                  <a:lnTo>
                    <a:pt x="8229629" y="1852564"/>
                  </a:lnTo>
                  <a:lnTo>
                    <a:pt x="8177850" y="1831902"/>
                  </a:lnTo>
                  <a:lnTo>
                    <a:pt x="8123630" y="1813031"/>
                  </a:lnTo>
                  <a:lnTo>
                    <a:pt x="8066291" y="1795886"/>
                  </a:lnTo>
                  <a:lnTo>
                    <a:pt x="8005084" y="1780345"/>
                  </a:lnTo>
                  <a:lnTo>
                    <a:pt x="7939237" y="1766261"/>
                  </a:lnTo>
                  <a:lnTo>
                    <a:pt x="7867990" y="1753483"/>
                  </a:lnTo>
                  <a:lnTo>
                    <a:pt x="7790652" y="1741869"/>
                  </a:lnTo>
                  <a:lnTo>
                    <a:pt x="7706663" y="1731294"/>
                  </a:lnTo>
                  <a:lnTo>
                    <a:pt x="7615689" y="1721654"/>
                  </a:lnTo>
                  <a:lnTo>
                    <a:pt x="7517739" y="1712869"/>
                  </a:lnTo>
                  <a:lnTo>
                    <a:pt x="7413297" y="1704885"/>
                  </a:lnTo>
                  <a:lnTo>
                    <a:pt x="7303475" y="1697670"/>
                  </a:lnTo>
                  <a:lnTo>
                    <a:pt x="7190131" y="1691216"/>
                  </a:lnTo>
                  <a:lnTo>
                    <a:pt x="7075930" y="1685530"/>
                  </a:lnTo>
                  <a:lnTo>
                    <a:pt x="6964282" y="1680630"/>
                  </a:lnTo>
                  <a:lnTo>
                    <a:pt x="6859107" y="1676528"/>
                  </a:lnTo>
                  <a:lnTo>
                    <a:pt x="6764421" y="1673223"/>
                  </a:lnTo>
                  <a:lnTo>
                    <a:pt x="6683784" y="1670689"/>
                  </a:lnTo>
                  <a:lnTo>
                    <a:pt x="6619710" y="1668868"/>
                  </a:lnTo>
                  <a:lnTo>
                    <a:pt x="6573202" y="1667666"/>
                  </a:lnTo>
                  <a:lnTo>
                    <a:pt x="6543494" y="1666966"/>
                  </a:lnTo>
                  <a:lnTo>
                    <a:pt x="6528069" y="1666633"/>
                  </a:lnTo>
                  <a:lnTo>
                    <a:pt x="6522842" y="1666530"/>
                  </a:lnTo>
                  <a:lnTo>
                    <a:pt x="6522385" y="1666521"/>
                  </a:lnTo>
                  <a:lnTo>
                    <a:pt x="5527445" y="1666521"/>
                  </a:lnTo>
                  <a:lnTo>
                    <a:pt x="5526330" y="1666490"/>
                  </a:lnTo>
                  <a:lnTo>
                    <a:pt x="5518971" y="1666268"/>
                  </a:lnTo>
                  <a:lnTo>
                    <a:pt x="5500312" y="1665654"/>
                  </a:lnTo>
                  <a:lnTo>
                    <a:pt x="5466683" y="1664443"/>
                  </a:lnTo>
                  <a:lnTo>
                    <a:pt x="5416017" y="1662442"/>
                  </a:lnTo>
                  <a:lnTo>
                    <a:pt x="5347997" y="1659485"/>
                  </a:lnTo>
                  <a:lnTo>
                    <a:pt x="5264010" y="1655447"/>
                  </a:lnTo>
                  <a:lnTo>
                    <a:pt x="5166844" y="1650252"/>
                  </a:lnTo>
                  <a:lnTo>
                    <a:pt x="5060179" y="1643872"/>
                  </a:lnTo>
                  <a:lnTo>
                    <a:pt x="4948014" y="1636312"/>
                  </a:lnTo>
                  <a:lnTo>
                    <a:pt x="4834141" y="1627595"/>
                  </a:lnTo>
                  <a:lnTo>
                    <a:pt x="4721779" y="1617742"/>
                  </a:lnTo>
                  <a:lnTo>
                    <a:pt x="4613390" y="1606761"/>
                  </a:lnTo>
                  <a:lnTo>
                    <a:pt x="4510642" y="1594632"/>
                  </a:lnTo>
                  <a:lnTo>
                    <a:pt x="4414488" y="1581302"/>
                  </a:lnTo>
                  <a:lnTo>
                    <a:pt x="4325299" y="1566684"/>
                  </a:lnTo>
                  <a:lnTo>
                    <a:pt x="4243000" y="1550650"/>
                  </a:lnTo>
                  <a:lnTo>
                    <a:pt x="4167206" y="1533042"/>
                  </a:lnTo>
                  <a:lnTo>
                    <a:pt x="4097332" y="1513667"/>
                  </a:lnTo>
                  <a:lnTo>
                    <a:pt x="4032675" y="1492314"/>
                  </a:lnTo>
                  <a:lnTo>
                    <a:pt x="3972478" y="1468758"/>
                  </a:lnTo>
                  <a:lnTo>
                    <a:pt x="3915978" y="1442785"/>
                  </a:lnTo>
                  <a:lnTo>
                    <a:pt x="3862445" y="1414229"/>
                  </a:lnTo>
                  <a:lnTo>
                    <a:pt x="3820202" y="1388768"/>
                  </a:lnTo>
                  <a:lnTo>
                    <a:pt x="3768126" y="1353725"/>
                  </a:lnTo>
                  <a:lnTo>
                    <a:pt x="3717506" y="1315706"/>
                  </a:lnTo>
                  <a:lnTo>
                    <a:pt x="3667882" y="1274656"/>
                  </a:lnTo>
                  <a:lnTo>
                    <a:pt x="3618898" y="1230583"/>
                  </a:lnTo>
                  <a:lnTo>
                    <a:pt x="3570286" y="1183575"/>
                  </a:lnTo>
                  <a:lnTo>
                    <a:pt x="3521847" y="1133798"/>
                  </a:lnTo>
                  <a:lnTo>
                    <a:pt x="3473446" y="1081504"/>
                  </a:lnTo>
                  <a:lnTo>
                    <a:pt x="3425002" y="1027027"/>
                  </a:lnTo>
                  <a:lnTo>
                    <a:pt x="3376477" y="970778"/>
                  </a:lnTo>
                  <a:lnTo>
                    <a:pt x="3327871" y="913235"/>
                  </a:lnTo>
                  <a:lnTo>
                    <a:pt x="3279209" y="854924"/>
                  </a:lnTo>
                  <a:lnTo>
                    <a:pt x="3230530" y="796404"/>
                  </a:lnTo>
                  <a:lnTo>
                    <a:pt x="3181879" y="738240"/>
                  </a:lnTo>
                  <a:lnTo>
                    <a:pt x="3133293" y="680985"/>
                  </a:lnTo>
                  <a:lnTo>
                    <a:pt x="3084791" y="625153"/>
                  </a:lnTo>
                  <a:lnTo>
                    <a:pt x="3036363" y="571206"/>
                  </a:lnTo>
                  <a:lnTo>
                    <a:pt x="2987962" y="519537"/>
                  </a:lnTo>
                  <a:lnTo>
                    <a:pt x="2939493" y="470458"/>
                  </a:lnTo>
                  <a:lnTo>
                    <a:pt x="2890806" y="424200"/>
                  </a:lnTo>
                  <a:lnTo>
                    <a:pt x="2841685" y="380908"/>
                  </a:lnTo>
                  <a:lnTo>
                    <a:pt x="2791840" y="340647"/>
                  </a:lnTo>
                  <a:lnTo>
                    <a:pt x="2740890" y="303409"/>
                  </a:lnTo>
                  <a:lnTo>
                    <a:pt x="2702183" y="277753"/>
                  </a:lnTo>
                  <a:lnTo>
                    <a:pt x="2650593" y="247012"/>
                  </a:lnTo>
                  <a:lnTo>
                    <a:pt x="2596582" y="218925"/>
                  </a:lnTo>
                  <a:lnTo>
                    <a:pt x="2539479" y="193397"/>
                  </a:lnTo>
                  <a:lnTo>
                    <a:pt x="2478544" y="170249"/>
                  </a:lnTo>
                  <a:lnTo>
                    <a:pt x="2413013" y="149264"/>
                  </a:lnTo>
                  <a:lnTo>
                    <a:pt x="2342134" y="130220"/>
                  </a:lnTo>
                  <a:lnTo>
                    <a:pt x="2265220" y="112905"/>
                  </a:lnTo>
                  <a:lnTo>
                    <a:pt x="2181714" y="97134"/>
                  </a:lnTo>
                  <a:lnTo>
                    <a:pt x="2091279" y="82753"/>
                  </a:lnTo>
                  <a:lnTo>
                    <a:pt x="1993909" y="69643"/>
                  </a:lnTo>
                  <a:lnTo>
                    <a:pt x="1890068" y="57721"/>
                  </a:lnTo>
                  <a:lnTo>
                    <a:pt x="1780826" y="46942"/>
                  </a:lnTo>
                  <a:lnTo>
                    <a:pt x="1667993" y="37290"/>
                  </a:lnTo>
                  <a:lnTo>
                    <a:pt x="1554168" y="28776"/>
                  </a:lnTo>
                  <a:lnTo>
                    <a:pt x="1442693" y="21425"/>
                  </a:lnTo>
                  <a:lnTo>
                    <a:pt x="1337429" y="15257"/>
                  </a:lnTo>
                  <a:lnTo>
                    <a:pt x="1242359" y="10272"/>
                  </a:lnTo>
                  <a:lnTo>
                    <a:pt x="1161046" y="6433"/>
                  </a:lnTo>
                  <a:lnTo>
                    <a:pt x="1096061" y="3656"/>
                  </a:lnTo>
                  <a:lnTo>
                    <a:pt x="1048503" y="1809"/>
                  </a:lnTo>
                  <a:lnTo>
                    <a:pt x="1017740" y="720"/>
                  </a:lnTo>
                  <a:lnTo>
                    <a:pt x="1001405" y="191"/>
                  </a:lnTo>
                  <a:lnTo>
                    <a:pt x="995564" y="17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697" name="pl696"/>
            <p:cNvSpPr/>
            <p:nvPr/>
          </p:nvSpPr>
          <p:spPr>
            <a:xfrm>
              <a:off x="1199187" y="2866462"/>
              <a:ext cx="12049831" cy="2782776"/>
            </a:xfrm>
            <a:custGeom>
              <a:avLst/>
              <a:pathLst>
                <a:path w="12049831" h="2782776">
                  <a:moveTo>
                    <a:pt x="0" y="0"/>
                  </a:moveTo>
                  <a:lnTo>
                    <a:pt x="994940" y="0"/>
                  </a:lnTo>
                  <a:lnTo>
                    <a:pt x="996054" y="31"/>
                  </a:lnTo>
                  <a:lnTo>
                    <a:pt x="1003414" y="253"/>
                  </a:lnTo>
                  <a:lnTo>
                    <a:pt x="1022073" y="867"/>
                  </a:lnTo>
                  <a:lnTo>
                    <a:pt x="1055702" y="2078"/>
                  </a:lnTo>
                  <a:lnTo>
                    <a:pt x="1106368" y="4078"/>
                  </a:lnTo>
                  <a:lnTo>
                    <a:pt x="1174388" y="7036"/>
                  </a:lnTo>
                  <a:lnTo>
                    <a:pt x="1258375" y="11074"/>
                  </a:lnTo>
                  <a:lnTo>
                    <a:pt x="1355541" y="16268"/>
                  </a:lnTo>
                  <a:lnTo>
                    <a:pt x="1462206" y="22648"/>
                  </a:lnTo>
                  <a:lnTo>
                    <a:pt x="1574371" y="30208"/>
                  </a:lnTo>
                  <a:lnTo>
                    <a:pt x="1688244" y="38926"/>
                  </a:lnTo>
                  <a:lnTo>
                    <a:pt x="1800606" y="48779"/>
                  </a:lnTo>
                  <a:lnTo>
                    <a:pt x="1908995" y="59760"/>
                  </a:lnTo>
                  <a:lnTo>
                    <a:pt x="2011743" y="71889"/>
                  </a:lnTo>
                  <a:lnTo>
                    <a:pt x="2107897" y="85218"/>
                  </a:lnTo>
                  <a:lnTo>
                    <a:pt x="2197086" y="99837"/>
                  </a:lnTo>
                  <a:lnTo>
                    <a:pt x="2279385" y="115871"/>
                  </a:lnTo>
                  <a:lnTo>
                    <a:pt x="2355179" y="133479"/>
                  </a:lnTo>
                  <a:lnTo>
                    <a:pt x="2425053" y="152853"/>
                  </a:lnTo>
                  <a:lnTo>
                    <a:pt x="2489710" y="174207"/>
                  </a:lnTo>
                  <a:lnTo>
                    <a:pt x="2549907" y="197763"/>
                  </a:lnTo>
                  <a:lnTo>
                    <a:pt x="2606407" y="223735"/>
                  </a:lnTo>
                  <a:lnTo>
                    <a:pt x="2659940" y="252292"/>
                  </a:lnTo>
                  <a:lnTo>
                    <a:pt x="2702183" y="277753"/>
                  </a:lnTo>
                  <a:lnTo>
                    <a:pt x="2754259" y="312796"/>
                  </a:lnTo>
                  <a:lnTo>
                    <a:pt x="2804879" y="350814"/>
                  </a:lnTo>
                  <a:lnTo>
                    <a:pt x="2854503" y="391865"/>
                  </a:lnTo>
                  <a:lnTo>
                    <a:pt x="2903487" y="435937"/>
                  </a:lnTo>
                  <a:lnTo>
                    <a:pt x="2952099" y="482945"/>
                  </a:lnTo>
                  <a:lnTo>
                    <a:pt x="3000538" y="532722"/>
                  </a:lnTo>
                  <a:lnTo>
                    <a:pt x="3048939" y="585017"/>
                  </a:lnTo>
                  <a:lnTo>
                    <a:pt x="3097383" y="639494"/>
                  </a:lnTo>
                  <a:lnTo>
                    <a:pt x="3145908" y="695743"/>
                  </a:lnTo>
                  <a:lnTo>
                    <a:pt x="3194514" y="753286"/>
                  </a:lnTo>
                  <a:lnTo>
                    <a:pt x="3243176" y="811596"/>
                  </a:lnTo>
                  <a:lnTo>
                    <a:pt x="3291855" y="870116"/>
                  </a:lnTo>
                  <a:lnTo>
                    <a:pt x="3340506" y="928280"/>
                  </a:lnTo>
                  <a:lnTo>
                    <a:pt x="3389092" y="985536"/>
                  </a:lnTo>
                  <a:lnTo>
                    <a:pt x="3437594" y="1041368"/>
                  </a:lnTo>
                  <a:lnTo>
                    <a:pt x="3486022" y="1095315"/>
                  </a:lnTo>
                  <a:lnTo>
                    <a:pt x="3534423" y="1146984"/>
                  </a:lnTo>
                  <a:lnTo>
                    <a:pt x="3582892" y="1196062"/>
                  </a:lnTo>
                  <a:lnTo>
                    <a:pt x="3631579" y="1242321"/>
                  </a:lnTo>
                  <a:lnTo>
                    <a:pt x="3680699" y="1285613"/>
                  </a:lnTo>
                  <a:lnTo>
                    <a:pt x="3730545" y="1325874"/>
                  </a:lnTo>
                  <a:lnTo>
                    <a:pt x="3781495" y="1363111"/>
                  </a:lnTo>
                  <a:lnTo>
                    <a:pt x="3820202" y="1388768"/>
                  </a:lnTo>
                  <a:lnTo>
                    <a:pt x="3871792" y="1419508"/>
                  </a:lnTo>
                  <a:lnTo>
                    <a:pt x="3925803" y="1447596"/>
                  </a:lnTo>
                  <a:lnTo>
                    <a:pt x="3982906" y="1473124"/>
                  </a:lnTo>
                  <a:lnTo>
                    <a:pt x="4043841" y="1496272"/>
                  </a:lnTo>
                  <a:lnTo>
                    <a:pt x="4109372" y="1517256"/>
                  </a:lnTo>
                  <a:lnTo>
                    <a:pt x="4180251" y="1536301"/>
                  </a:lnTo>
                  <a:lnTo>
                    <a:pt x="4257165" y="1553616"/>
                  </a:lnTo>
                  <a:lnTo>
                    <a:pt x="4340671" y="1569386"/>
                  </a:lnTo>
                  <a:lnTo>
                    <a:pt x="4431106" y="1583767"/>
                  </a:lnTo>
                  <a:lnTo>
                    <a:pt x="4528476" y="1596878"/>
                  </a:lnTo>
                  <a:lnTo>
                    <a:pt x="4632317" y="1608799"/>
                  </a:lnTo>
                  <a:lnTo>
                    <a:pt x="4741559" y="1619579"/>
                  </a:lnTo>
                  <a:lnTo>
                    <a:pt x="4854392" y="1629231"/>
                  </a:lnTo>
                  <a:lnTo>
                    <a:pt x="4968217" y="1637744"/>
                  </a:lnTo>
                  <a:lnTo>
                    <a:pt x="5079692" y="1645095"/>
                  </a:lnTo>
                  <a:lnTo>
                    <a:pt x="5184956" y="1651264"/>
                  </a:lnTo>
                  <a:lnTo>
                    <a:pt x="5280026" y="1656249"/>
                  </a:lnTo>
                  <a:lnTo>
                    <a:pt x="5361339" y="1660088"/>
                  </a:lnTo>
                  <a:lnTo>
                    <a:pt x="5426324" y="1662864"/>
                  </a:lnTo>
                  <a:lnTo>
                    <a:pt x="5473882" y="1664711"/>
                  </a:lnTo>
                  <a:lnTo>
                    <a:pt x="5504644" y="1665801"/>
                  </a:lnTo>
                  <a:lnTo>
                    <a:pt x="5520980" y="1666330"/>
                  </a:lnTo>
                  <a:lnTo>
                    <a:pt x="5526821" y="1666504"/>
                  </a:lnTo>
                  <a:lnTo>
                    <a:pt x="5527445" y="1666521"/>
                  </a:lnTo>
                  <a:lnTo>
                    <a:pt x="6522385" y="1666521"/>
                  </a:lnTo>
                  <a:lnTo>
                    <a:pt x="6523512" y="1666542"/>
                  </a:lnTo>
                  <a:lnTo>
                    <a:pt x="6530948" y="1666693"/>
                  </a:lnTo>
                  <a:lnTo>
                    <a:pt x="6549796" y="1667109"/>
                  </a:lnTo>
                  <a:lnTo>
                    <a:pt x="6583751" y="1667928"/>
                  </a:lnTo>
                  <a:lnTo>
                    <a:pt x="6634882" y="1669283"/>
                  </a:lnTo>
                  <a:lnTo>
                    <a:pt x="6703481" y="1671284"/>
                  </a:lnTo>
                  <a:lnTo>
                    <a:pt x="6788113" y="1674017"/>
                  </a:lnTo>
                  <a:lnTo>
                    <a:pt x="6885934" y="1677530"/>
                  </a:lnTo>
                  <a:lnTo>
                    <a:pt x="6993207" y="1681843"/>
                  </a:lnTo>
                  <a:lnTo>
                    <a:pt x="7105892" y="1686951"/>
                  </a:lnTo>
                  <a:lnTo>
                    <a:pt x="7220170" y="1692840"/>
                  </a:lnTo>
                  <a:lnTo>
                    <a:pt x="7332812" y="1699495"/>
                  </a:lnTo>
                  <a:lnTo>
                    <a:pt x="7441366" y="1706911"/>
                  </a:lnTo>
                  <a:lnTo>
                    <a:pt x="7544179" y="1715102"/>
                  </a:lnTo>
                  <a:lnTo>
                    <a:pt x="7640318" y="1724106"/>
                  </a:lnTo>
                  <a:lnTo>
                    <a:pt x="7729438" y="1733983"/>
                  </a:lnTo>
                  <a:lnTo>
                    <a:pt x="7811633" y="1744821"/>
                  </a:lnTo>
                  <a:lnTo>
                    <a:pt x="7887307" y="1756728"/>
                  </a:lnTo>
                  <a:lnTo>
                    <a:pt x="7957062" y="1769835"/>
                  </a:lnTo>
                  <a:lnTo>
                    <a:pt x="8021612" y="1784288"/>
                  </a:lnTo>
                  <a:lnTo>
                    <a:pt x="8081727" y="1800237"/>
                  </a:lnTo>
                  <a:lnTo>
                    <a:pt x="8138175" y="1817827"/>
                  </a:lnTo>
                  <a:lnTo>
                    <a:pt x="8191690" y="1837166"/>
                  </a:lnTo>
                  <a:lnTo>
                    <a:pt x="8229629" y="1852564"/>
                  </a:lnTo>
                  <a:lnTo>
                    <a:pt x="8285971" y="1878081"/>
                  </a:lnTo>
                  <a:lnTo>
                    <a:pt x="8340653" y="1905942"/>
                  </a:lnTo>
                  <a:lnTo>
                    <a:pt x="8394241" y="1936188"/>
                  </a:lnTo>
                  <a:lnTo>
                    <a:pt x="8447164" y="1968797"/>
                  </a:lnTo>
                  <a:lnTo>
                    <a:pt x="8499737" y="2003677"/>
                  </a:lnTo>
                  <a:lnTo>
                    <a:pt x="8552179" y="2040658"/>
                  </a:lnTo>
                  <a:lnTo>
                    <a:pt x="8604631" y="2079494"/>
                  </a:lnTo>
                  <a:lnTo>
                    <a:pt x="8657165" y="2119863"/>
                  </a:lnTo>
                  <a:lnTo>
                    <a:pt x="8709796" y="2161379"/>
                  </a:lnTo>
                  <a:lnTo>
                    <a:pt x="8762503" y="2203604"/>
                  </a:lnTo>
                  <a:lnTo>
                    <a:pt x="8815238" y="2246068"/>
                  </a:lnTo>
                  <a:lnTo>
                    <a:pt x="8867945" y="2288289"/>
                  </a:lnTo>
                  <a:lnTo>
                    <a:pt x="8920576" y="2329796"/>
                  </a:lnTo>
                  <a:lnTo>
                    <a:pt x="8973108" y="2370153"/>
                  </a:lnTo>
                  <a:lnTo>
                    <a:pt x="9025560" y="2408974"/>
                  </a:lnTo>
                  <a:lnTo>
                    <a:pt x="9078003" y="2445937"/>
                  </a:lnTo>
                  <a:lnTo>
                    <a:pt x="9130577" y="2480798"/>
                  </a:lnTo>
                  <a:lnTo>
                    <a:pt x="9183504" y="2513387"/>
                  </a:lnTo>
                  <a:lnTo>
                    <a:pt x="9237100" y="2543612"/>
                  </a:lnTo>
                  <a:lnTo>
                    <a:pt x="9291795" y="2571452"/>
                  </a:lnTo>
                  <a:lnTo>
                    <a:pt x="9347647" y="2596734"/>
                  </a:lnTo>
                  <a:lnTo>
                    <a:pt x="9399427" y="2617395"/>
                  </a:lnTo>
                  <a:lnTo>
                    <a:pt x="9453646" y="2636266"/>
                  </a:lnTo>
                  <a:lnTo>
                    <a:pt x="9510986" y="2653412"/>
                  </a:lnTo>
                  <a:lnTo>
                    <a:pt x="9572193" y="2668953"/>
                  </a:lnTo>
                  <a:lnTo>
                    <a:pt x="9638040" y="2683037"/>
                  </a:lnTo>
                  <a:lnTo>
                    <a:pt x="9709286" y="2695814"/>
                  </a:lnTo>
                  <a:lnTo>
                    <a:pt x="9786625" y="2707428"/>
                  </a:lnTo>
                  <a:lnTo>
                    <a:pt x="9870614" y="2718003"/>
                  </a:lnTo>
                  <a:lnTo>
                    <a:pt x="9961587" y="2727643"/>
                  </a:lnTo>
                  <a:lnTo>
                    <a:pt x="10059538" y="2736428"/>
                  </a:lnTo>
                  <a:lnTo>
                    <a:pt x="10163980" y="2744413"/>
                  </a:lnTo>
                  <a:lnTo>
                    <a:pt x="10273802" y="2751628"/>
                  </a:lnTo>
                  <a:lnTo>
                    <a:pt x="10387146" y="2758082"/>
                  </a:lnTo>
                  <a:lnTo>
                    <a:pt x="10501346" y="2763767"/>
                  </a:lnTo>
                  <a:lnTo>
                    <a:pt x="10612994" y="2768668"/>
                  </a:lnTo>
                  <a:lnTo>
                    <a:pt x="10718169" y="2772770"/>
                  </a:lnTo>
                  <a:lnTo>
                    <a:pt x="10812855" y="2776074"/>
                  </a:lnTo>
                  <a:lnTo>
                    <a:pt x="10893493" y="2778608"/>
                  </a:lnTo>
                  <a:lnTo>
                    <a:pt x="10957566" y="2780430"/>
                  </a:lnTo>
                  <a:lnTo>
                    <a:pt x="11004075" y="2781632"/>
                  </a:lnTo>
                  <a:lnTo>
                    <a:pt x="11033783" y="2782332"/>
                  </a:lnTo>
                  <a:lnTo>
                    <a:pt x="11049207" y="2782664"/>
                  </a:lnTo>
                  <a:lnTo>
                    <a:pt x="11054434" y="2782768"/>
                  </a:lnTo>
                  <a:lnTo>
                    <a:pt x="11054891" y="2782776"/>
                  </a:lnTo>
                  <a:lnTo>
                    <a:pt x="12049831" y="2782776"/>
                  </a:lnTo>
                  <a:lnTo>
                    <a:pt x="12049831" y="27827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8" name="pl697"/>
            <p:cNvSpPr/>
            <p:nvPr/>
          </p:nvSpPr>
          <p:spPr>
            <a:xfrm>
              <a:off x="1199187" y="2861221"/>
              <a:ext cx="12049831" cy="2782776"/>
            </a:xfrm>
            <a:custGeom>
              <a:avLst/>
              <a:pathLst>
                <a:path w="12049831" h="2782776">
                  <a:moveTo>
                    <a:pt x="12049831" y="2782776"/>
                  </a:moveTo>
                  <a:lnTo>
                    <a:pt x="11054891" y="2782776"/>
                  </a:lnTo>
                  <a:lnTo>
                    <a:pt x="11053764" y="2782755"/>
                  </a:lnTo>
                  <a:lnTo>
                    <a:pt x="11046329" y="2782605"/>
                  </a:lnTo>
                  <a:lnTo>
                    <a:pt x="11027481" y="2782189"/>
                  </a:lnTo>
                  <a:lnTo>
                    <a:pt x="10993526" y="2781369"/>
                  </a:lnTo>
                  <a:lnTo>
                    <a:pt x="10942394" y="2780015"/>
                  </a:lnTo>
                  <a:lnTo>
                    <a:pt x="10873795" y="2778013"/>
                  </a:lnTo>
                  <a:lnTo>
                    <a:pt x="10789164" y="2775281"/>
                  </a:lnTo>
                  <a:lnTo>
                    <a:pt x="10691343" y="2771768"/>
                  </a:lnTo>
                  <a:lnTo>
                    <a:pt x="10584069" y="2767455"/>
                  </a:lnTo>
                  <a:lnTo>
                    <a:pt x="10471384" y="2762346"/>
                  </a:lnTo>
                  <a:lnTo>
                    <a:pt x="10357107" y="2756457"/>
                  </a:lnTo>
                  <a:lnTo>
                    <a:pt x="10244464" y="2749802"/>
                  </a:lnTo>
                  <a:lnTo>
                    <a:pt x="10135910" y="2742387"/>
                  </a:lnTo>
                  <a:lnTo>
                    <a:pt x="10033097" y="2734195"/>
                  </a:lnTo>
                  <a:lnTo>
                    <a:pt x="9936958" y="2725192"/>
                  </a:lnTo>
                  <a:lnTo>
                    <a:pt x="9847839" y="2715314"/>
                  </a:lnTo>
                  <a:lnTo>
                    <a:pt x="9765643" y="2704477"/>
                  </a:lnTo>
                  <a:lnTo>
                    <a:pt x="9689969" y="2692570"/>
                  </a:lnTo>
                  <a:lnTo>
                    <a:pt x="9620215" y="2679462"/>
                  </a:lnTo>
                  <a:lnTo>
                    <a:pt x="9555664" y="2665010"/>
                  </a:lnTo>
                  <a:lnTo>
                    <a:pt x="9495550" y="2649060"/>
                  </a:lnTo>
                  <a:lnTo>
                    <a:pt x="9439102" y="2631470"/>
                  </a:lnTo>
                  <a:lnTo>
                    <a:pt x="9385587" y="2612131"/>
                  </a:lnTo>
                  <a:lnTo>
                    <a:pt x="9347647" y="2596734"/>
                  </a:lnTo>
                  <a:lnTo>
                    <a:pt x="9291306" y="2571217"/>
                  </a:lnTo>
                  <a:lnTo>
                    <a:pt x="9236623" y="2543356"/>
                  </a:lnTo>
                  <a:lnTo>
                    <a:pt x="9183035" y="2513110"/>
                  </a:lnTo>
                  <a:lnTo>
                    <a:pt x="9130112" y="2480500"/>
                  </a:lnTo>
                  <a:lnTo>
                    <a:pt x="9077540" y="2445620"/>
                  </a:lnTo>
                  <a:lnTo>
                    <a:pt x="9025097" y="2408639"/>
                  </a:lnTo>
                  <a:lnTo>
                    <a:pt x="8972645" y="2369804"/>
                  </a:lnTo>
                  <a:lnTo>
                    <a:pt x="8920112" y="2329435"/>
                  </a:lnTo>
                  <a:lnTo>
                    <a:pt x="8867480" y="2287919"/>
                  </a:lnTo>
                  <a:lnTo>
                    <a:pt x="8814773" y="2245693"/>
                  </a:lnTo>
                  <a:lnTo>
                    <a:pt x="8762038" y="2203230"/>
                  </a:lnTo>
                  <a:lnTo>
                    <a:pt x="8709332" y="2161009"/>
                  </a:lnTo>
                  <a:lnTo>
                    <a:pt x="8656701" y="2119501"/>
                  </a:lnTo>
                  <a:lnTo>
                    <a:pt x="8604168" y="2079144"/>
                  </a:lnTo>
                  <a:lnTo>
                    <a:pt x="8551717" y="2040323"/>
                  </a:lnTo>
                  <a:lnTo>
                    <a:pt x="8499274" y="2003360"/>
                  </a:lnTo>
                  <a:lnTo>
                    <a:pt x="8446699" y="1968499"/>
                  </a:lnTo>
                  <a:lnTo>
                    <a:pt x="8393772" y="1935910"/>
                  </a:lnTo>
                  <a:lnTo>
                    <a:pt x="8340176" y="1905685"/>
                  </a:lnTo>
                  <a:lnTo>
                    <a:pt x="8285482" y="1877845"/>
                  </a:lnTo>
                  <a:lnTo>
                    <a:pt x="8229629" y="1852564"/>
                  </a:lnTo>
                  <a:lnTo>
                    <a:pt x="8177850" y="1831902"/>
                  </a:lnTo>
                  <a:lnTo>
                    <a:pt x="8123630" y="1813031"/>
                  </a:lnTo>
                  <a:lnTo>
                    <a:pt x="8066291" y="1795886"/>
                  </a:lnTo>
                  <a:lnTo>
                    <a:pt x="8005084" y="1780345"/>
                  </a:lnTo>
                  <a:lnTo>
                    <a:pt x="7939237" y="1766261"/>
                  </a:lnTo>
                  <a:lnTo>
                    <a:pt x="7867990" y="1753483"/>
                  </a:lnTo>
                  <a:lnTo>
                    <a:pt x="7790652" y="1741869"/>
                  </a:lnTo>
                  <a:lnTo>
                    <a:pt x="7706663" y="1731294"/>
                  </a:lnTo>
                  <a:lnTo>
                    <a:pt x="7615689" y="1721654"/>
                  </a:lnTo>
                  <a:lnTo>
                    <a:pt x="7517739" y="1712869"/>
                  </a:lnTo>
                  <a:lnTo>
                    <a:pt x="7413297" y="1704885"/>
                  </a:lnTo>
                  <a:lnTo>
                    <a:pt x="7303475" y="1697670"/>
                  </a:lnTo>
                  <a:lnTo>
                    <a:pt x="7190131" y="1691216"/>
                  </a:lnTo>
                  <a:lnTo>
                    <a:pt x="7075930" y="1685530"/>
                  </a:lnTo>
                  <a:lnTo>
                    <a:pt x="6964282" y="1680630"/>
                  </a:lnTo>
                  <a:lnTo>
                    <a:pt x="6859107" y="1676528"/>
                  </a:lnTo>
                  <a:lnTo>
                    <a:pt x="6764421" y="1673223"/>
                  </a:lnTo>
                  <a:lnTo>
                    <a:pt x="6683784" y="1670689"/>
                  </a:lnTo>
                  <a:lnTo>
                    <a:pt x="6619710" y="1668868"/>
                  </a:lnTo>
                  <a:lnTo>
                    <a:pt x="6573202" y="1667666"/>
                  </a:lnTo>
                  <a:lnTo>
                    <a:pt x="6543494" y="1666966"/>
                  </a:lnTo>
                  <a:lnTo>
                    <a:pt x="6528069" y="1666633"/>
                  </a:lnTo>
                  <a:lnTo>
                    <a:pt x="6522842" y="1666530"/>
                  </a:lnTo>
                  <a:lnTo>
                    <a:pt x="6522385" y="1666521"/>
                  </a:lnTo>
                  <a:lnTo>
                    <a:pt x="5527445" y="1666521"/>
                  </a:lnTo>
                  <a:lnTo>
                    <a:pt x="5526330" y="1666490"/>
                  </a:lnTo>
                  <a:lnTo>
                    <a:pt x="5518971" y="1666268"/>
                  </a:lnTo>
                  <a:lnTo>
                    <a:pt x="5500312" y="1665654"/>
                  </a:lnTo>
                  <a:lnTo>
                    <a:pt x="5466683" y="1664443"/>
                  </a:lnTo>
                  <a:lnTo>
                    <a:pt x="5416017" y="1662442"/>
                  </a:lnTo>
                  <a:lnTo>
                    <a:pt x="5347997" y="1659485"/>
                  </a:lnTo>
                  <a:lnTo>
                    <a:pt x="5264010" y="1655447"/>
                  </a:lnTo>
                  <a:lnTo>
                    <a:pt x="5166844" y="1650252"/>
                  </a:lnTo>
                  <a:lnTo>
                    <a:pt x="5060179" y="1643872"/>
                  </a:lnTo>
                  <a:lnTo>
                    <a:pt x="4948014" y="1636312"/>
                  </a:lnTo>
                  <a:lnTo>
                    <a:pt x="4834141" y="1627595"/>
                  </a:lnTo>
                  <a:lnTo>
                    <a:pt x="4721779" y="1617742"/>
                  </a:lnTo>
                  <a:lnTo>
                    <a:pt x="4613390" y="1606761"/>
                  </a:lnTo>
                  <a:lnTo>
                    <a:pt x="4510642" y="1594632"/>
                  </a:lnTo>
                  <a:lnTo>
                    <a:pt x="4414488" y="1581302"/>
                  </a:lnTo>
                  <a:lnTo>
                    <a:pt x="4325299" y="1566684"/>
                  </a:lnTo>
                  <a:lnTo>
                    <a:pt x="4243000" y="1550650"/>
                  </a:lnTo>
                  <a:lnTo>
                    <a:pt x="4167206" y="1533042"/>
                  </a:lnTo>
                  <a:lnTo>
                    <a:pt x="4097332" y="1513667"/>
                  </a:lnTo>
                  <a:lnTo>
                    <a:pt x="4032675" y="1492314"/>
                  </a:lnTo>
                  <a:lnTo>
                    <a:pt x="3972478" y="1468758"/>
                  </a:lnTo>
                  <a:lnTo>
                    <a:pt x="3915978" y="1442785"/>
                  </a:lnTo>
                  <a:lnTo>
                    <a:pt x="3862445" y="1414229"/>
                  </a:lnTo>
                  <a:lnTo>
                    <a:pt x="3820202" y="1388768"/>
                  </a:lnTo>
                  <a:lnTo>
                    <a:pt x="3768126" y="1353725"/>
                  </a:lnTo>
                  <a:lnTo>
                    <a:pt x="3717506" y="1315706"/>
                  </a:lnTo>
                  <a:lnTo>
                    <a:pt x="3667882" y="1274656"/>
                  </a:lnTo>
                  <a:lnTo>
                    <a:pt x="3618898" y="1230583"/>
                  </a:lnTo>
                  <a:lnTo>
                    <a:pt x="3570286" y="1183575"/>
                  </a:lnTo>
                  <a:lnTo>
                    <a:pt x="3521847" y="1133798"/>
                  </a:lnTo>
                  <a:lnTo>
                    <a:pt x="3473446" y="1081504"/>
                  </a:lnTo>
                  <a:lnTo>
                    <a:pt x="3425002" y="1027027"/>
                  </a:lnTo>
                  <a:lnTo>
                    <a:pt x="3376477" y="970778"/>
                  </a:lnTo>
                  <a:lnTo>
                    <a:pt x="3327871" y="913235"/>
                  </a:lnTo>
                  <a:lnTo>
                    <a:pt x="3279209" y="854924"/>
                  </a:lnTo>
                  <a:lnTo>
                    <a:pt x="3230530" y="796404"/>
                  </a:lnTo>
                  <a:lnTo>
                    <a:pt x="3181879" y="738240"/>
                  </a:lnTo>
                  <a:lnTo>
                    <a:pt x="3133293" y="680985"/>
                  </a:lnTo>
                  <a:lnTo>
                    <a:pt x="3084791" y="625153"/>
                  </a:lnTo>
                  <a:lnTo>
                    <a:pt x="3036363" y="571206"/>
                  </a:lnTo>
                  <a:lnTo>
                    <a:pt x="2987962" y="519537"/>
                  </a:lnTo>
                  <a:lnTo>
                    <a:pt x="2939493" y="470458"/>
                  </a:lnTo>
                  <a:lnTo>
                    <a:pt x="2890806" y="424200"/>
                  </a:lnTo>
                  <a:lnTo>
                    <a:pt x="2841685" y="380908"/>
                  </a:lnTo>
                  <a:lnTo>
                    <a:pt x="2791840" y="340647"/>
                  </a:lnTo>
                  <a:lnTo>
                    <a:pt x="2740890" y="303409"/>
                  </a:lnTo>
                  <a:lnTo>
                    <a:pt x="2702183" y="277753"/>
                  </a:lnTo>
                  <a:lnTo>
                    <a:pt x="2650593" y="247012"/>
                  </a:lnTo>
                  <a:lnTo>
                    <a:pt x="2596582" y="218925"/>
                  </a:lnTo>
                  <a:lnTo>
                    <a:pt x="2539479" y="193397"/>
                  </a:lnTo>
                  <a:lnTo>
                    <a:pt x="2478544" y="170249"/>
                  </a:lnTo>
                  <a:lnTo>
                    <a:pt x="2413013" y="149264"/>
                  </a:lnTo>
                  <a:lnTo>
                    <a:pt x="2342134" y="130220"/>
                  </a:lnTo>
                  <a:lnTo>
                    <a:pt x="2265220" y="112905"/>
                  </a:lnTo>
                  <a:lnTo>
                    <a:pt x="2181714" y="97134"/>
                  </a:lnTo>
                  <a:lnTo>
                    <a:pt x="2091279" y="82753"/>
                  </a:lnTo>
                  <a:lnTo>
                    <a:pt x="1993909" y="69643"/>
                  </a:lnTo>
                  <a:lnTo>
                    <a:pt x="1890068" y="57721"/>
                  </a:lnTo>
                  <a:lnTo>
                    <a:pt x="1780826" y="46942"/>
                  </a:lnTo>
                  <a:lnTo>
                    <a:pt x="1667993" y="37290"/>
                  </a:lnTo>
                  <a:lnTo>
                    <a:pt x="1554168" y="28776"/>
                  </a:lnTo>
                  <a:lnTo>
                    <a:pt x="1442693" y="21425"/>
                  </a:lnTo>
                  <a:lnTo>
                    <a:pt x="1337429" y="15257"/>
                  </a:lnTo>
                  <a:lnTo>
                    <a:pt x="1242359" y="10272"/>
                  </a:lnTo>
                  <a:lnTo>
                    <a:pt x="1161046" y="6433"/>
                  </a:lnTo>
                  <a:lnTo>
                    <a:pt x="1096061" y="3656"/>
                  </a:lnTo>
                  <a:lnTo>
                    <a:pt x="1048503" y="1809"/>
                  </a:lnTo>
                  <a:lnTo>
                    <a:pt x="1017740" y="720"/>
                  </a:lnTo>
                  <a:lnTo>
                    <a:pt x="1001405" y="191"/>
                  </a:lnTo>
                  <a:lnTo>
                    <a:pt x="995564" y="17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9" name="pg698"/>
            <p:cNvSpPr/>
            <p:nvPr/>
          </p:nvSpPr>
          <p:spPr>
            <a:xfrm>
              <a:off x="1199187" y="2866462"/>
              <a:ext cx="12049831" cy="3395930"/>
            </a:xfrm>
            <a:custGeom>
              <a:avLst/>
              <a:pathLst>
                <a:path w="12049831" h="3395930">
                  <a:moveTo>
                    <a:pt x="0" y="10481"/>
                  </a:moveTo>
                  <a:lnTo>
                    <a:pt x="994940" y="10481"/>
                  </a:lnTo>
                  <a:lnTo>
                    <a:pt x="996054" y="10512"/>
                  </a:lnTo>
                  <a:lnTo>
                    <a:pt x="1003413" y="10735"/>
                  </a:lnTo>
                  <a:lnTo>
                    <a:pt x="1022070" y="11351"/>
                  </a:lnTo>
                  <a:lnTo>
                    <a:pt x="1055695" y="12565"/>
                  </a:lnTo>
                  <a:lnTo>
                    <a:pt x="1106356" y="14572"/>
                  </a:lnTo>
                  <a:lnTo>
                    <a:pt x="1174370" y="17538"/>
                  </a:lnTo>
                  <a:lnTo>
                    <a:pt x="1258349" y="21589"/>
                  </a:lnTo>
                  <a:lnTo>
                    <a:pt x="1355508" y="26799"/>
                  </a:lnTo>
                  <a:lnTo>
                    <a:pt x="1462165" y="33198"/>
                  </a:lnTo>
                  <a:lnTo>
                    <a:pt x="1574325" y="40781"/>
                  </a:lnTo>
                  <a:lnTo>
                    <a:pt x="1688194" y="49525"/>
                  </a:lnTo>
                  <a:lnTo>
                    <a:pt x="1800552" y="59408"/>
                  </a:lnTo>
                  <a:lnTo>
                    <a:pt x="1908939" y="70423"/>
                  </a:lnTo>
                  <a:lnTo>
                    <a:pt x="2011687" y="82589"/>
                  </a:lnTo>
                  <a:lnTo>
                    <a:pt x="2107840" y="95959"/>
                  </a:lnTo>
                  <a:lnTo>
                    <a:pt x="2197030" y="110622"/>
                  </a:lnTo>
                  <a:lnTo>
                    <a:pt x="2279331" y="126705"/>
                  </a:lnTo>
                  <a:lnTo>
                    <a:pt x="2355126" y="144367"/>
                  </a:lnTo>
                  <a:lnTo>
                    <a:pt x="2425001" y="163799"/>
                  </a:lnTo>
                  <a:lnTo>
                    <a:pt x="2489659" y="185217"/>
                  </a:lnTo>
                  <a:lnTo>
                    <a:pt x="2549857" y="208845"/>
                  </a:lnTo>
                  <a:lnTo>
                    <a:pt x="2606358" y="234896"/>
                  </a:lnTo>
                  <a:lnTo>
                    <a:pt x="2659891" y="263538"/>
                  </a:lnTo>
                  <a:lnTo>
                    <a:pt x="2702183" y="289108"/>
                  </a:lnTo>
                  <a:lnTo>
                    <a:pt x="2754219" y="324232"/>
                  </a:lnTo>
                  <a:lnTo>
                    <a:pt x="2804801" y="362337"/>
                  </a:lnTo>
                  <a:lnTo>
                    <a:pt x="2854388" y="403478"/>
                  </a:lnTo>
                  <a:lnTo>
                    <a:pt x="2903334" y="447647"/>
                  </a:lnTo>
                  <a:lnTo>
                    <a:pt x="2951909" y="494756"/>
                  </a:lnTo>
                  <a:lnTo>
                    <a:pt x="3000311" y="544639"/>
                  </a:lnTo>
                  <a:lnTo>
                    <a:pt x="3048674" y="597045"/>
                  </a:lnTo>
                  <a:lnTo>
                    <a:pt x="3097080" y="651639"/>
                  </a:lnTo>
                  <a:lnTo>
                    <a:pt x="3145567" y="708010"/>
                  </a:lnTo>
                  <a:lnTo>
                    <a:pt x="3194134" y="765682"/>
                  </a:lnTo>
                  <a:lnTo>
                    <a:pt x="3242758" y="824126"/>
                  </a:lnTo>
                  <a:lnTo>
                    <a:pt x="3291399" y="882785"/>
                  </a:lnTo>
                  <a:lnTo>
                    <a:pt x="3340012" y="941092"/>
                  </a:lnTo>
                  <a:lnTo>
                    <a:pt x="3388561" y="998495"/>
                  </a:lnTo>
                  <a:lnTo>
                    <a:pt x="3437027" y="1054478"/>
                  </a:lnTo>
                  <a:lnTo>
                    <a:pt x="3485418" y="1108578"/>
                  </a:lnTo>
                  <a:lnTo>
                    <a:pt x="3533781" y="1160400"/>
                  </a:lnTo>
                  <a:lnTo>
                    <a:pt x="3582210" y="1209632"/>
                  </a:lnTo>
                  <a:lnTo>
                    <a:pt x="3630854" y="1256041"/>
                  </a:lnTo>
                  <a:lnTo>
                    <a:pt x="3679928" y="1299482"/>
                  </a:lnTo>
                  <a:lnTo>
                    <a:pt x="3729719" y="1339887"/>
                  </a:lnTo>
                  <a:lnTo>
                    <a:pt x="3780607" y="1377262"/>
                  </a:lnTo>
                  <a:lnTo>
                    <a:pt x="3820202" y="1403616"/>
                  </a:lnTo>
                  <a:lnTo>
                    <a:pt x="3871790" y="1434452"/>
                  </a:lnTo>
                  <a:lnTo>
                    <a:pt x="3925798" y="1462627"/>
                  </a:lnTo>
                  <a:lnTo>
                    <a:pt x="3982899" y="1488235"/>
                  </a:lnTo>
                  <a:lnTo>
                    <a:pt x="4043831" y="1511455"/>
                  </a:lnTo>
                  <a:lnTo>
                    <a:pt x="4109359" y="1532505"/>
                  </a:lnTo>
                  <a:lnTo>
                    <a:pt x="4180233" y="1551609"/>
                  </a:lnTo>
                  <a:lnTo>
                    <a:pt x="4257143" y="1568978"/>
                  </a:lnTo>
                  <a:lnTo>
                    <a:pt x="4340643" y="1584798"/>
                  </a:lnTo>
                  <a:lnTo>
                    <a:pt x="4431072" y="1599224"/>
                  </a:lnTo>
                  <a:lnTo>
                    <a:pt x="4528435" y="1612375"/>
                  </a:lnTo>
                  <a:lnTo>
                    <a:pt x="4632270" y="1624335"/>
                  </a:lnTo>
                  <a:lnTo>
                    <a:pt x="4741504" y="1635148"/>
                  </a:lnTo>
                  <a:lnTo>
                    <a:pt x="4854332" y="1644831"/>
                  </a:lnTo>
                  <a:lnTo>
                    <a:pt x="4968153" y="1653371"/>
                  </a:lnTo>
                  <a:lnTo>
                    <a:pt x="5079626" y="1660746"/>
                  </a:lnTo>
                  <a:lnTo>
                    <a:pt x="5184890" y="1666934"/>
                  </a:lnTo>
                  <a:lnTo>
                    <a:pt x="5279965" y="1671936"/>
                  </a:lnTo>
                  <a:lnTo>
                    <a:pt x="5361285" y="1675787"/>
                  </a:lnTo>
                  <a:lnTo>
                    <a:pt x="5426281" y="1678573"/>
                  </a:lnTo>
                  <a:lnTo>
                    <a:pt x="5473851" y="1680426"/>
                  </a:lnTo>
                  <a:lnTo>
                    <a:pt x="5504625" y="1681520"/>
                  </a:lnTo>
                  <a:lnTo>
                    <a:pt x="5520971" y="1682051"/>
                  </a:lnTo>
                  <a:lnTo>
                    <a:pt x="5526818" y="1682226"/>
                  </a:lnTo>
                  <a:lnTo>
                    <a:pt x="5527445" y="1682243"/>
                  </a:lnTo>
                  <a:lnTo>
                    <a:pt x="6522385" y="1682243"/>
                  </a:lnTo>
                  <a:lnTo>
                    <a:pt x="6523499" y="1682275"/>
                  </a:lnTo>
                  <a:lnTo>
                    <a:pt x="6530851" y="1682503"/>
                  </a:lnTo>
                  <a:lnTo>
                    <a:pt x="6549490" y="1683134"/>
                  </a:lnTo>
                  <a:lnTo>
                    <a:pt x="6583085" y="1684377"/>
                  </a:lnTo>
                  <a:lnTo>
                    <a:pt x="6633704" y="1686433"/>
                  </a:lnTo>
                  <a:lnTo>
                    <a:pt x="6701665" y="1689470"/>
                  </a:lnTo>
                  <a:lnTo>
                    <a:pt x="6785585" y="1693619"/>
                  </a:lnTo>
                  <a:lnTo>
                    <a:pt x="6882684" y="1698955"/>
                  </a:lnTo>
                  <a:lnTo>
                    <a:pt x="6989285" y="1705509"/>
                  </a:lnTo>
                  <a:lnTo>
                    <a:pt x="7101397" y="1713276"/>
                  </a:lnTo>
                  <a:lnTo>
                    <a:pt x="7215228" y="1722232"/>
                  </a:lnTo>
                  <a:lnTo>
                    <a:pt x="7327560" y="1732355"/>
                  </a:lnTo>
                  <a:lnTo>
                    <a:pt x="7435932" y="1743638"/>
                  </a:lnTo>
                  <a:lnTo>
                    <a:pt x="7538674" y="1756099"/>
                  </a:lnTo>
                  <a:lnTo>
                    <a:pt x="7634828" y="1769794"/>
                  </a:lnTo>
                  <a:lnTo>
                    <a:pt x="7724025" y="1784813"/>
                  </a:lnTo>
                  <a:lnTo>
                    <a:pt x="7806335" y="1801285"/>
                  </a:lnTo>
                  <a:lnTo>
                    <a:pt x="7882141" y="1819374"/>
                  </a:lnTo>
                  <a:lnTo>
                    <a:pt x="7952027" y="1839276"/>
                  </a:lnTo>
                  <a:lnTo>
                    <a:pt x="8016695" y="1861210"/>
                  </a:lnTo>
                  <a:lnTo>
                    <a:pt x="8076900" y="1885406"/>
                  </a:lnTo>
                  <a:lnTo>
                    <a:pt x="8133406" y="1912083"/>
                  </a:lnTo>
                  <a:lnTo>
                    <a:pt x="8186941" y="1941414"/>
                  </a:lnTo>
                  <a:lnTo>
                    <a:pt x="8229629" y="1967858"/>
                  </a:lnTo>
                  <a:lnTo>
                    <a:pt x="8281345" y="2003629"/>
                  </a:lnTo>
                  <a:lnTo>
                    <a:pt x="8331624" y="2042417"/>
                  </a:lnTo>
                  <a:lnTo>
                    <a:pt x="8380914" y="2084280"/>
                  </a:lnTo>
                  <a:lnTo>
                    <a:pt x="8429566" y="2129207"/>
                  </a:lnTo>
                  <a:lnTo>
                    <a:pt x="8477846" y="2177115"/>
                  </a:lnTo>
                  <a:lnTo>
                    <a:pt x="8525949" y="2227837"/>
                  </a:lnTo>
                  <a:lnTo>
                    <a:pt x="8574010" y="2281125"/>
                  </a:lnTo>
                  <a:lnTo>
                    <a:pt x="8622112" y="2336644"/>
                  </a:lnTo>
                  <a:lnTo>
                    <a:pt x="8670291" y="2393985"/>
                  </a:lnTo>
                  <a:lnTo>
                    <a:pt x="8718552" y="2452671"/>
                  </a:lnTo>
                  <a:lnTo>
                    <a:pt x="8766870" y="2512173"/>
                  </a:lnTo>
                  <a:lnTo>
                    <a:pt x="8815208" y="2571933"/>
                  </a:lnTo>
                  <a:lnTo>
                    <a:pt x="8863523" y="2631379"/>
                  </a:lnTo>
                  <a:lnTo>
                    <a:pt x="8911776" y="2689954"/>
                  </a:lnTo>
                  <a:lnTo>
                    <a:pt x="8959947" y="2747134"/>
                  </a:lnTo>
                  <a:lnTo>
                    <a:pt x="9008042" y="2802449"/>
                  </a:lnTo>
                  <a:lnTo>
                    <a:pt x="9056103" y="2855495"/>
                  </a:lnTo>
                  <a:lnTo>
                    <a:pt x="9104217" y="2905948"/>
                  </a:lnTo>
                  <a:lnTo>
                    <a:pt x="9152524" y="2953566"/>
                  </a:lnTo>
                  <a:lnTo>
                    <a:pt x="9201226" y="2998191"/>
                  </a:lnTo>
                  <a:lnTo>
                    <a:pt x="9250598" y="3039747"/>
                  </a:lnTo>
                  <a:lnTo>
                    <a:pt x="9300997" y="3078232"/>
                  </a:lnTo>
                  <a:lnTo>
                    <a:pt x="9347647" y="3110316"/>
                  </a:lnTo>
                  <a:lnTo>
                    <a:pt x="9399218" y="3141916"/>
                  </a:lnTo>
                  <a:lnTo>
                    <a:pt x="9453208" y="3170789"/>
                  </a:lnTo>
                  <a:lnTo>
                    <a:pt x="9510287" y="3197032"/>
                  </a:lnTo>
                  <a:lnTo>
                    <a:pt x="9571194" y="3220829"/>
                  </a:lnTo>
                  <a:lnTo>
                    <a:pt x="9636692" y="3242403"/>
                  </a:lnTo>
                  <a:lnTo>
                    <a:pt x="9707533" y="3261983"/>
                  </a:lnTo>
                  <a:lnTo>
                    <a:pt x="9784404" y="3279786"/>
                  </a:lnTo>
                  <a:lnTo>
                    <a:pt x="9867860" y="3296001"/>
                  </a:lnTo>
                  <a:lnTo>
                    <a:pt x="9958239" y="3310788"/>
                  </a:lnTo>
                  <a:lnTo>
                    <a:pt x="10055549" y="3324268"/>
                  </a:lnTo>
                  <a:lnTo>
                    <a:pt x="10159329" y="3336527"/>
                  </a:lnTo>
                  <a:lnTo>
                    <a:pt x="10268510" y="3347613"/>
                  </a:lnTo>
                  <a:lnTo>
                    <a:pt x="10381291" y="3357540"/>
                  </a:lnTo>
                  <a:lnTo>
                    <a:pt x="10495077" y="3366297"/>
                  </a:lnTo>
                  <a:lnTo>
                    <a:pt x="10606533" y="3373860"/>
                  </a:lnTo>
                  <a:lnTo>
                    <a:pt x="10711805" y="3380207"/>
                  </a:lnTo>
                  <a:lnTo>
                    <a:pt x="10806914" y="3385339"/>
                  </a:lnTo>
                  <a:lnTo>
                    <a:pt x="10888295" y="3389292"/>
                  </a:lnTo>
                  <a:lnTo>
                    <a:pt x="10953374" y="3392154"/>
                  </a:lnTo>
                  <a:lnTo>
                    <a:pt x="11001040" y="3394058"/>
                  </a:lnTo>
                  <a:lnTo>
                    <a:pt x="11031911" y="3395183"/>
                  </a:lnTo>
                  <a:lnTo>
                    <a:pt x="11048342" y="3395731"/>
                  </a:lnTo>
                  <a:lnTo>
                    <a:pt x="11054247" y="3395912"/>
                  </a:lnTo>
                  <a:lnTo>
                    <a:pt x="11054891" y="3395930"/>
                  </a:lnTo>
                  <a:lnTo>
                    <a:pt x="12049831" y="3395930"/>
                  </a:lnTo>
                  <a:lnTo>
                    <a:pt x="12049831" y="3385449"/>
                  </a:lnTo>
                  <a:lnTo>
                    <a:pt x="11054891" y="3385449"/>
                  </a:lnTo>
                  <a:lnTo>
                    <a:pt x="11053777" y="3385417"/>
                  </a:lnTo>
                  <a:lnTo>
                    <a:pt x="11046426" y="3385189"/>
                  </a:lnTo>
                  <a:lnTo>
                    <a:pt x="11027786" y="3384558"/>
                  </a:lnTo>
                  <a:lnTo>
                    <a:pt x="10994191" y="3383315"/>
                  </a:lnTo>
                  <a:lnTo>
                    <a:pt x="10943572" y="3381260"/>
                  </a:lnTo>
                  <a:lnTo>
                    <a:pt x="10875612" y="3378222"/>
                  </a:lnTo>
                  <a:lnTo>
                    <a:pt x="10791692" y="3374074"/>
                  </a:lnTo>
                  <a:lnTo>
                    <a:pt x="10694593" y="3368737"/>
                  </a:lnTo>
                  <a:lnTo>
                    <a:pt x="10587991" y="3362183"/>
                  </a:lnTo>
                  <a:lnTo>
                    <a:pt x="10475880" y="3354416"/>
                  </a:lnTo>
                  <a:lnTo>
                    <a:pt x="10362048" y="3345460"/>
                  </a:lnTo>
                  <a:lnTo>
                    <a:pt x="10249716" y="3335337"/>
                  </a:lnTo>
                  <a:lnTo>
                    <a:pt x="10141344" y="3324054"/>
                  </a:lnTo>
                  <a:lnTo>
                    <a:pt x="10038603" y="3311593"/>
                  </a:lnTo>
                  <a:lnTo>
                    <a:pt x="9942448" y="3297898"/>
                  </a:lnTo>
                  <a:lnTo>
                    <a:pt x="9853252" y="3282879"/>
                  </a:lnTo>
                  <a:lnTo>
                    <a:pt x="9770942" y="3266407"/>
                  </a:lnTo>
                  <a:lnTo>
                    <a:pt x="9695136" y="3248318"/>
                  </a:lnTo>
                  <a:lnTo>
                    <a:pt x="9625249" y="3228416"/>
                  </a:lnTo>
                  <a:lnTo>
                    <a:pt x="9560582" y="3206482"/>
                  </a:lnTo>
                  <a:lnTo>
                    <a:pt x="9500376" y="3182286"/>
                  </a:lnTo>
                  <a:lnTo>
                    <a:pt x="9443871" y="3155609"/>
                  </a:lnTo>
                  <a:lnTo>
                    <a:pt x="9390336" y="3126278"/>
                  </a:lnTo>
                  <a:lnTo>
                    <a:pt x="9347647" y="3099835"/>
                  </a:lnTo>
                  <a:lnTo>
                    <a:pt x="9295931" y="3064063"/>
                  </a:lnTo>
                  <a:lnTo>
                    <a:pt x="9245653" y="3025275"/>
                  </a:lnTo>
                  <a:lnTo>
                    <a:pt x="9196363" y="2983413"/>
                  </a:lnTo>
                  <a:lnTo>
                    <a:pt x="9147711" y="2938485"/>
                  </a:lnTo>
                  <a:lnTo>
                    <a:pt x="9099431" y="2890578"/>
                  </a:lnTo>
                  <a:lnTo>
                    <a:pt x="9051328" y="2839855"/>
                  </a:lnTo>
                  <a:lnTo>
                    <a:pt x="9003266" y="2786567"/>
                  </a:lnTo>
                  <a:lnTo>
                    <a:pt x="8955165" y="2731048"/>
                  </a:lnTo>
                  <a:lnTo>
                    <a:pt x="8906985" y="2673707"/>
                  </a:lnTo>
                  <a:lnTo>
                    <a:pt x="8858725" y="2615021"/>
                  </a:lnTo>
                  <a:lnTo>
                    <a:pt x="8810406" y="2555519"/>
                  </a:lnTo>
                  <a:lnTo>
                    <a:pt x="8762068" y="2495759"/>
                  </a:lnTo>
                  <a:lnTo>
                    <a:pt x="8713754" y="2436313"/>
                  </a:lnTo>
                  <a:lnTo>
                    <a:pt x="8665501" y="2377738"/>
                  </a:lnTo>
                  <a:lnTo>
                    <a:pt x="8617330" y="2320558"/>
                  </a:lnTo>
                  <a:lnTo>
                    <a:pt x="8569234" y="2265243"/>
                  </a:lnTo>
                  <a:lnTo>
                    <a:pt x="8521173" y="2212197"/>
                  </a:lnTo>
                  <a:lnTo>
                    <a:pt x="8473059" y="2161744"/>
                  </a:lnTo>
                  <a:lnTo>
                    <a:pt x="8424752" y="2114126"/>
                  </a:lnTo>
                  <a:lnTo>
                    <a:pt x="8376050" y="2069501"/>
                  </a:lnTo>
                  <a:lnTo>
                    <a:pt x="8326679" y="2027945"/>
                  </a:lnTo>
                  <a:lnTo>
                    <a:pt x="8276280" y="1989460"/>
                  </a:lnTo>
                  <a:lnTo>
                    <a:pt x="8229629" y="1957376"/>
                  </a:lnTo>
                  <a:lnTo>
                    <a:pt x="8178058" y="1925777"/>
                  </a:lnTo>
                  <a:lnTo>
                    <a:pt x="8124069" y="1896903"/>
                  </a:lnTo>
                  <a:lnTo>
                    <a:pt x="8066990" y="1870660"/>
                  </a:lnTo>
                  <a:lnTo>
                    <a:pt x="8006083" y="1846863"/>
                  </a:lnTo>
                  <a:lnTo>
                    <a:pt x="7940584" y="1825289"/>
                  </a:lnTo>
                  <a:lnTo>
                    <a:pt x="7869743" y="1805709"/>
                  </a:lnTo>
                  <a:lnTo>
                    <a:pt x="7792873" y="1787907"/>
                  </a:lnTo>
                  <a:lnTo>
                    <a:pt x="7709417" y="1771691"/>
                  </a:lnTo>
                  <a:lnTo>
                    <a:pt x="7619037" y="1756905"/>
                  </a:lnTo>
                  <a:lnTo>
                    <a:pt x="7521727" y="1743424"/>
                  </a:lnTo>
                  <a:lnTo>
                    <a:pt x="7417948" y="1731165"/>
                  </a:lnTo>
                  <a:lnTo>
                    <a:pt x="7308766" y="1720079"/>
                  </a:lnTo>
                  <a:lnTo>
                    <a:pt x="7195986" y="1710152"/>
                  </a:lnTo>
                  <a:lnTo>
                    <a:pt x="7082200" y="1701395"/>
                  </a:lnTo>
                  <a:lnTo>
                    <a:pt x="6970744" y="1693832"/>
                  </a:lnTo>
                  <a:lnTo>
                    <a:pt x="6865471" y="1687485"/>
                  </a:lnTo>
                  <a:lnTo>
                    <a:pt x="6770362" y="1682353"/>
                  </a:lnTo>
                  <a:lnTo>
                    <a:pt x="6688981" y="1678400"/>
                  </a:lnTo>
                  <a:lnTo>
                    <a:pt x="6623903" y="1675539"/>
                  </a:lnTo>
                  <a:lnTo>
                    <a:pt x="6576237" y="1673634"/>
                  </a:lnTo>
                  <a:lnTo>
                    <a:pt x="6545365" y="1672509"/>
                  </a:lnTo>
                  <a:lnTo>
                    <a:pt x="6528935" y="1671961"/>
                  </a:lnTo>
                  <a:lnTo>
                    <a:pt x="6523029" y="1671780"/>
                  </a:lnTo>
                  <a:lnTo>
                    <a:pt x="6522385" y="1671762"/>
                  </a:lnTo>
                  <a:lnTo>
                    <a:pt x="5527445" y="1671762"/>
                  </a:lnTo>
                  <a:lnTo>
                    <a:pt x="5526331" y="1671730"/>
                  </a:lnTo>
                  <a:lnTo>
                    <a:pt x="5518972" y="1671508"/>
                  </a:lnTo>
                  <a:lnTo>
                    <a:pt x="5500315" y="1670892"/>
                  </a:lnTo>
                  <a:lnTo>
                    <a:pt x="5466690" y="1669677"/>
                  </a:lnTo>
                  <a:lnTo>
                    <a:pt x="5416029" y="1667671"/>
                  </a:lnTo>
                  <a:lnTo>
                    <a:pt x="5348015" y="1664704"/>
                  </a:lnTo>
                  <a:lnTo>
                    <a:pt x="5264036" y="1660654"/>
                  </a:lnTo>
                  <a:lnTo>
                    <a:pt x="5166877" y="1655444"/>
                  </a:lnTo>
                  <a:lnTo>
                    <a:pt x="5060220" y="1649044"/>
                  </a:lnTo>
                  <a:lnTo>
                    <a:pt x="4948060" y="1641461"/>
                  </a:lnTo>
                  <a:lnTo>
                    <a:pt x="4834191" y="1632717"/>
                  </a:lnTo>
                  <a:lnTo>
                    <a:pt x="4721833" y="1622834"/>
                  </a:lnTo>
                  <a:lnTo>
                    <a:pt x="4613446" y="1611820"/>
                  </a:lnTo>
                  <a:lnTo>
                    <a:pt x="4510698" y="1599654"/>
                  </a:lnTo>
                  <a:lnTo>
                    <a:pt x="4414545" y="1586284"/>
                  </a:lnTo>
                  <a:lnTo>
                    <a:pt x="4325355" y="1571620"/>
                  </a:lnTo>
                  <a:lnTo>
                    <a:pt x="4243054" y="1555538"/>
                  </a:lnTo>
                  <a:lnTo>
                    <a:pt x="4167259" y="1537876"/>
                  </a:lnTo>
                  <a:lnTo>
                    <a:pt x="4097384" y="1518443"/>
                  </a:lnTo>
                  <a:lnTo>
                    <a:pt x="4032726" y="1497025"/>
                  </a:lnTo>
                  <a:lnTo>
                    <a:pt x="3972528" y="1473398"/>
                  </a:lnTo>
                  <a:lnTo>
                    <a:pt x="3916027" y="1447347"/>
                  </a:lnTo>
                  <a:lnTo>
                    <a:pt x="3862494" y="1418704"/>
                  </a:lnTo>
                  <a:lnTo>
                    <a:pt x="3820202" y="1393135"/>
                  </a:lnTo>
                  <a:lnTo>
                    <a:pt x="3768166" y="1358010"/>
                  </a:lnTo>
                  <a:lnTo>
                    <a:pt x="3717584" y="1319906"/>
                  </a:lnTo>
                  <a:lnTo>
                    <a:pt x="3667997" y="1278764"/>
                  </a:lnTo>
                  <a:lnTo>
                    <a:pt x="3619051" y="1234596"/>
                  </a:lnTo>
                  <a:lnTo>
                    <a:pt x="3570476" y="1187487"/>
                  </a:lnTo>
                  <a:lnTo>
                    <a:pt x="3522074" y="1137604"/>
                  </a:lnTo>
                  <a:lnTo>
                    <a:pt x="3473711" y="1085198"/>
                  </a:lnTo>
                  <a:lnTo>
                    <a:pt x="3425305" y="1030604"/>
                  </a:lnTo>
                  <a:lnTo>
                    <a:pt x="3376818" y="974232"/>
                  </a:lnTo>
                  <a:lnTo>
                    <a:pt x="3328251" y="916561"/>
                  </a:lnTo>
                  <a:lnTo>
                    <a:pt x="3279627" y="858117"/>
                  </a:lnTo>
                  <a:lnTo>
                    <a:pt x="3230986" y="799458"/>
                  </a:lnTo>
                  <a:lnTo>
                    <a:pt x="3182373" y="741151"/>
                  </a:lnTo>
                  <a:lnTo>
                    <a:pt x="3133824" y="683747"/>
                  </a:lnTo>
                  <a:lnTo>
                    <a:pt x="3085358" y="627765"/>
                  </a:lnTo>
                  <a:lnTo>
                    <a:pt x="3036967" y="573665"/>
                  </a:lnTo>
                  <a:lnTo>
                    <a:pt x="2988604" y="521842"/>
                  </a:lnTo>
                  <a:lnTo>
                    <a:pt x="2940175" y="472611"/>
                  </a:lnTo>
                  <a:lnTo>
                    <a:pt x="2891531" y="426201"/>
                  </a:lnTo>
                  <a:lnTo>
                    <a:pt x="2842457" y="382761"/>
                  </a:lnTo>
                  <a:lnTo>
                    <a:pt x="2792666" y="342356"/>
                  </a:lnTo>
                  <a:lnTo>
                    <a:pt x="2741778" y="304980"/>
                  </a:lnTo>
                  <a:lnTo>
                    <a:pt x="2702183" y="278627"/>
                  </a:lnTo>
                  <a:lnTo>
                    <a:pt x="2650595" y="247790"/>
                  </a:lnTo>
                  <a:lnTo>
                    <a:pt x="2596587" y="219615"/>
                  </a:lnTo>
                  <a:lnTo>
                    <a:pt x="2539486" y="194008"/>
                  </a:lnTo>
                  <a:lnTo>
                    <a:pt x="2478554" y="170788"/>
                  </a:lnTo>
                  <a:lnTo>
                    <a:pt x="2413026" y="149738"/>
                  </a:lnTo>
                  <a:lnTo>
                    <a:pt x="2342152" y="130634"/>
                  </a:lnTo>
                  <a:lnTo>
                    <a:pt x="2265242" y="113265"/>
                  </a:lnTo>
                  <a:lnTo>
                    <a:pt x="2181742" y="97445"/>
                  </a:lnTo>
                  <a:lnTo>
                    <a:pt x="2091313" y="83018"/>
                  </a:lnTo>
                  <a:lnTo>
                    <a:pt x="1993950" y="69867"/>
                  </a:lnTo>
                  <a:lnTo>
                    <a:pt x="1890115" y="57908"/>
                  </a:lnTo>
                  <a:lnTo>
                    <a:pt x="1780881" y="47094"/>
                  </a:lnTo>
                  <a:lnTo>
                    <a:pt x="1668053" y="37412"/>
                  </a:lnTo>
                  <a:lnTo>
                    <a:pt x="1554232" y="28871"/>
                  </a:lnTo>
                  <a:lnTo>
                    <a:pt x="1442759" y="21497"/>
                  </a:lnTo>
                  <a:lnTo>
                    <a:pt x="1337495" y="15308"/>
                  </a:lnTo>
                  <a:lnTo>
                    <a:pt x="1242420" y="10307"/>
                  </a:lnTo>
                  <a:lnTo>
                    <a:pt x="1161100" y="6455"/>
                  </a:lnTo>
                  <a:lnTo>
                    <a:pt x="1096104" y="3669"/>
                  </a:lnTo>
                  <a:lnTo>
                    <a:pt x="1048534" y="1816"/>
                  </a:lnTo>
                  <a:lnTo>
                    <a:pt x="1017760" y="723"/>
                  </a:lnTo>
                  <a:lnTo>
                    <a:pt x="1001414" y="192"/>
                  </a:lnTo>
                  <a:lnTo>
                    <a:pt x="995566" y="17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00" name="pl699"/>
            <p:cNvSpPr/>
            <p:nvPr/>
          </p:nvSpPr>
          <p:spPr>
            <a:xfrm>
              <a:off x="1199187" y="2876943"/>
              <a:ext cx="12049831" cy="3385449"/>
            </a:xfrm>
            <a:custGeom>
              <a:avLst/>
              <a:pathLst>
                <a:path w="12049831" h="3385449">
                  <a:moveTo>
                    <a:pt x="0" y="0"/>
                  </a:moveTo>
                  <a:lnTo>
                    <a:pt x="994940" y="0"/>
                  </a:lnTo>
                  <a:lnTo>
                    <a:pt x="996054" y="31"/>
                  </a:lnTo>
                  <a:lnTo>
                    <a:pt x="1003413" y="254"/>
                  </a:lnTo>
                  <a:lnTo>
                    <a:pt x="1022070" y="870"/>
                  </a:lnTo>
                  <a:lnTo>
                    <a:pt x="1055695" y="2084"/>
                  </a:lnTo>
                  <a:lnTo>
                    <a:pt x="1106356" y="4091"/>
                  </a:lnTo>
                  <a:lnTo>
                    <a:pt x="1174370" y="7057"/>
                  </a:lnTo>
                  <a:lnTo>
                    <a:pt x="1258349" y="11107"/>
                  </a:lnTo>
                  <a:lnTo>
                    <a:pt x="1355508" y="16318"/>
                  </a:lnTo>
                  <a:lnTo>
                    <a:pt x="1462165" y="22717"/>
                  </a:lnTo>
                  <a:lnTo>
                    <a:pt x="1574325" y="30300"/>
                  </a:lnTo>
                  <a:lnTo>
                    <a:pt x="1688194" y="39044"/>
                  </a:lnTo>
                  <a:lnTo>
                    <a:pt x="1800552" y="48927"/>
                  </a:lnTo>
                  <a:lnTo>
                    <a:pt x="1908939" y="59942"/>
                  </a:lnTo>
                  <a:lnTo>
                    <a:pt x="2011687" y="72108"/>
                  </a:lnTo>
                  <a:lnTo>
                    <a:pt x="2107840" y="85478"/>
                  </a:lnTo>
                  <a:lnTo>
                    <a:pt x="2197030" y="100141"/>
                  </a:lnTo>
                  <a:lnTo>
                    <a:pt x="2279331" y="116223"/>
                  </a:lnTo>
                  <a:lnTo>
                    <a:pt x="2355126" y="133885"/>
                  </a:lnTo>
                  <a:lnTo>
                    <a:pt x="2425001" y="153318"/>
                  </a:lnTo>
                  <a:lnTo>
                    <a:pt x="2489659" y="174736"/>
                  </a:lnTo>
                  <a:lnTo>
                    <a:pt x="2549857" y="198364"/>
                  </a:lnTo>
                  <a:lnTo>
                    <a:pt x="2606358" y="224414"/>
                  </a:lnTo>
                  <a:lnTo>
                    <a:pt x="2659891" y="253057"/>
                  </a:lnTo>
                  <a:lnTo>
                    <a:pt x="2702183" y="278627"/>
                  </a:lnTo>
                  <a:lnTo>
                    <a:pt x="2754219" y="313751"/>
                  </a:lnTo>
                  <a:lnTo>
                    <a:pt x="2804801" y="351856"/>
                  </a:lnTo>
                  <a:lnTo>
                    <a:pt x="2854388" y="392997"/>
                  </a:lnTo>
                  <a:lnTo>
                    <a:pt x="2903334" y="437165"/>
                  </a:lnTo>
                  <a:lnTo>
                    <a:pt x="2951909" y="484275"/>
                  </a:lnTo>
                  <a:lnTo>
                    <a:pt x="3000311" y="534158"/>
                  </a:lnTo>
                  <a:lnTo>
                    <a:pt x="3048674" y="586563"/>
                  </a:lnTo>
                  <a:lnTo>
                    <a:pt x="3097080" y="641158"/>
                  </a:lnTo>
                  <a:lnTo>
                    <a:pt x="3145567" y="697529"/>
                  </a:lnTo>
                  <a:lnTo>
                    <a:pt x="3194134" y="755200"/>
                  </a:lnTo>
                  <a:lnTo>
                    <a:pt x="3242758" y="813644"/>
                  </a:lnTo>
                  <a:lnTo>
                    <a:pt x="3291399" y="872303"/>
                  </a:lnTo>
                  <a:lnTo>
                    <a:pt x="3340012" y="930611"/>
                  </a:lnTo>
                  <a:lnTo>
                    <a:pt x="3388561" y="988014"/>
                  </a:lnTo>
                  <a:lnTo>
                    <a:pt x="3437027" y="1043997"/>
                  </a:lnTo>
                  <a:lnTo>
                    <a:pt x="3485418" y="1098096"/>
                  </a:lnTo>
                  <a:lnTo>
                    <a:pt x="3533781" y="1149919"/>
                  </a:lnTo>
                  <a:lnTo>
                    <a:pt x="3582210" y="1199151"/>
                  </a:lnTo>
                  <a:lnTo>
                    <a:pt x="3630854" y="1245560"/>
                  </a:lnTo>
                  <a:lnTo>
                    <a:pt x="3679928" y="1289001"/>
                  </a:lnTo>
                  <a:lnTo>
                    <a:pt x="3729719" y="1329405"/>
                  </a:lnTo>
                  <a:lnTo>
                    <a:pt x="3780607" y="1366781"/>
                  </a:lnTo>
                  <a:lnTo>
                    <a:pt x="3820202" y="1393135"/>
                  </a:lnTo>
                  <a:lnTo>
                    <a:pt x="3871790" y="1423971"/>
                  </a:lnTo>
                  <a:lnTo>
                    <a:pt x="3925798" y="1452146"/>
                  </a:lnTo>
                  <a:lnTo>
                    <a:pt x="3982899" y="1477753"/>
                  </a:lnTo>
                  <a:lnTo>
                    <a:pt x="4043831" y="1500973"/>
                  </a:lnTo>
                  <a:lnTo>
                    <a:pt x="4109359" y="1522023"/>
                  </a:lnTo>
                  <a:lnTo>
                    <a:pt x="4180233" y="1541127"/>
                  </a:lnTo>
                  <a:lnTo>
                    <a:pt x="4257143" y="1558497"/>
                  </a:lnTo>
                  <a:lnTo>
                    <a:pt x="4340643" y="1574317"/>
                  </a:lnTo>
                  <a:lnTo>
                    <a:pt x="4431072" y="1588743"/>
                  </a:lnTo>
                  <a:lnTo>
                    <a:pt x="4528435" y="1601894"/>
                  </a:lnTo>
                  <a:lnTo>
                    <a:pt x="4632270" y="1613853"/>
                  </a:lnTo>
                  <a:lnTo>
                    <a:pt x="4741504" y="1624667"/>
                  </a:lnTo>
                  <a:lnTo>
                    <a:pt x="4854332" y="1634349"/>
                  </a:lnTo>
                  <a:lnTo>
                    <a:pt x="4968153" y="1642890"/>
                  </a:lnTo>
                  <a:lnTo>
                    <a:pt x="5079626" y="1650265"/>
                  </a:lnTo>
                  <a:lnTo>
                    <a:pt x="5184890" y="1656453"/>
                  </a:lnTo>
                  <a:lnTo>
                    <a:pt x="5279965" y="1661454"/>
                  </a:lnTo>
                  <a:lnTo>
                    <a:pt x="5361285" y="1665306"/>
                  </a:lnTo>
                  <a:lnTo>
                    <a:pt x="5426281" y="1668092"/>
                  </a:lnTo>
                  <a:lnTo>
                    <a:pt x="5473851" y="1669945"/>
                  </a:lnTo>
                  <a:lnTo>
                    <a:pt x="5504625" y="1671038"/>
                  </a:lnTo>
                  <a:lnTo>
                    <a:pt x="5520971" y="1671570"/>
                  </a:lnTo>
                  <a:lnTo>
                    <a:pt x="5526818" y="1671744"/>
                  </a:lnTo>
                  <a:lnTo>
                    <a:pt x="5527445" y="1671762"/>
                  </a:lnTo>
                  <a:lnTo>
                    <a:pt x="6522385" y="1671762"/>
                  </a:lnTo>
                  <a:lnTo>
                    <a:pt x="6523499" y="1671794"/>
                  </a:lnTo>
                  <a:lnTo>
                    <a:pt x="6530851" y="1672022"/>
                  </a:lnTo>
                  <a:lnTo>
                    <a:pt x="6549490" y="1672653"/>
                  </a:lnTo>
                  <a:lnTo>
                    <a:pt x="6583085" y="1673896"/>
                  </a:lnTo>
                  <a:lnTo>
                    <a:pt x="6633704" y="1675951"/>
                  </a:lnTo>
                  <a:lnTo>
                    <a:pt x="6701665" y="1678989"/>
                  </a:lnTo>
                  <a:lnTo>
                    <a:pt x="6785585" y="1683137"/>
                  </a:lnTo>
                  <a:lnTo>
                    <a:pt x="6882684" y="1688473"/>
                  </a:lnTo>
                  <a:lnTo>
                    <a:pt x="6989285" y="1695028"/>
                  </a:lnTo>
                  <a:lnTo>
                    <a:pt x="7101397" y="1702794"/>
                  </a:lnTo>
                  <a:lnTo>
                    <a:pt x="7215228" y="1711751"/>
                  </a:lnTo>
                  <a:lnTo>
                    <a:pt x="7327560" y="1721874"/>
                  </a:lnTo>
                  <a:lnTo>
                    <a:pt x="7435932" y="1733156"/>
                  </a:lnTo>
                  <a:lnTo>
                    <a:pt x="7538674" y="1745618"/>
                  </a:lnTo>
                  <a:lnTo>
                    <a:pt x="7634828" y="1759313"/>
                  </a:lnTo>
                  <a:lnTo>
                    <a:pt x="7724025" y="1774332"/>
                  </a:lnTo>
                  <a:lnTo>
                    <a:pt x="7806335" y="1790804"/>
                  </a:lnTo>
                  <a:lnTo>
                    <a:pt x="7882141" y="1808893"/>
                  </a:lnTo>
                  <a:lnTo>
                    <a:pt x="7952027" y="1828795"/>
                  </a:lnTo>
                  <a:lnTo>
                    <a:pt x="8016695" y="1850729"/>
                  </a:lnTo>
                  <a:lnTo>
                    <a:pt x="8076900" y="1874925"/>
                  </a:lnTo>
                  <a:lnTo>
                    <a:pt x="8133406" y="1901602"/>
                  </a:lnTo>
                  <a:lnTo>
                    <a:pt x="8186941" y="1930933"/>
                  </a:lnTo>
                  <a:lnTo>
                    <a:pt x="8229629" y="1957376"/>
                  </a:lnTo>
                  <a:lnTo>
                    <a:pt x="8281345" y="1993148"/>
                  </a:lnTo>
                  <a:lnTo>
                    <a:pt x="8331624" y="2031936"/>
                  </a:lnTo>
                  <a:lnTo>
                    <a:pt x="8380914" y="2073798"/>
                  </a:lnTo>
                  <a:lnTo>
                    <a:pt x="8429566" y="2118726"/>
                  </a:lnTo>
                  <a:lnTo>
                    <a:pt x="8477846" y="2166633"/>
                  </a:lnTo>
                  <a:lnTo>
                    <a:pt x="8525949" y="2217356"/>
                  </a:lnTo>
                  <a:lnTo>
                    <a:pt x="8574010" y="2270643"/>
                  </a:lnTo>
                  <a:lnTo>
                    <a:pt x="8622112" y="2326163"/>
                  </a:lnTo>
                  <a:lnTo>
                    <a:pt x="8670291" y="2383504"/>
                  </a:lnTo>
                  <a:lnTo>
                    <a:pt x="8718552" y="2442190"/>
                  </a:lnTo>
                  <a:lnTo>
                    <a:pt x="8766870" y="2501692"/>
                  </a:lnTo>
                  <a:lnTo>
                    <a:pt x="8815208" y="2561451"/>
                  </a:lnTo>
                  <a:lnTo>
                    <a:pt x="8863523" y="2620897"/>
                  </a:lnTo>
                  <a:lnTo>
                    <a:pt x="8911776" y="2679473"/>
                  </a:lnTo>
                  <a:lnTo>
                    <a:pt x="8959947" y="2736653"/>
                  </a:lnTo>
                  <a:lnTo>
                    <a:pt x="9008042" y="2791968"/>
                  </a:lnTo>
                  <a:lnTo>
                    <a:pt x="9056103" y="2845014"/>
                  </a:lnTo>
                  <a:lnTo>
                    <a:pt x="9104217" y="2895467"/>
                  </a:lnTo>
                  <a:lnTo>
                    <a:pt x="9152524" y="2943084"/>
                  </a:lnTo>
                  <a:lnTo>
                    <a:pt x="9201226" y="2987710"/>
                  </a:lnTo>
                  <a:lnTo>
                    <a:pt x="9250598" y="3029266"/>
                  </a:lnTo>
                  <a:lnTo>
                    <a:pt x="9300997" y="3067751"/>
                  </a:lnTo>
                  <a:lnTo>
                    <a:pt x="9347647" y="3099835"/>
                  </a:lnTo>
                  <a:lnTo>
                    <a:pt x="9399218" y="3131434"/>
                  </a:lnTo>
                  <a:lnTo>
                    <a:pt x="9453208" y="3160308"/>
                  </a:lnTo>
                  <a:lnTo>
                    <a:pt x="9510287" y="3186551"/>
                  </a:lnTo>
                  <a:lnTo>
                    <a:pt x="9571194" y="3210348"/>
                  </a:lnTo>
                  <a:lnTo>
                    <a:pt x="9636692" y="3231922"/>
                  </a:lnTo>
                  <a:lnTo>
                    <a:pt x="9707533" y="3251502"/>
                  </a:lnTo>
                  <a:lnTo>
                    <a:pt x="9784404" y="3269304"/>
                  </a:lnTo>
                  <a:lnTo>
                    <a:pt x="9867860" y="3285520"/>
                  </a:lnTo>
                  <a:lnTo>
                    <a:pt x="9958239" y="3300306"/>
                  </a:lnTo>
                  <a:lnTo>
                    <a:pt x="10055549" y="3313787"/>
                  </a:lnTo>
                  <a:lnTo>
                    <a:pt x="10159329" y="3326046"/>
                  </a:lnTo>
                  <a:lnTo>
                    <a:pt x="10268510" y="3337132"/>
                  </a:lnTo>
                  <a:lnTo>
                    <a:pt x="10381291" y="3347059"/>
                  </a:lnTo>
                  <a:lnTo>
                    <a:pt x="10495077" y="3355816"/>
                  </a:lnTo>
                  <a:lnTo>
                    <a:pt x="10606533" y="3363378"/>
                  </a:lnTo>
                  <a:lnTo>
                    <a:pt x="10711805" y="3369726"/>
                  </a:lnTo>
                  <a:lnTo>
                    <a:pt x="10806914" y="3374858"/>
                  </a:lnTo>
                  <a:lnTo>
                    <a:pt x="10888295" y="3378811"/>
                  </a:lnTo>
                  <a:lnTo>
                    <a:pt x="10953374" y="3381672"/>
                  </a:lnTo>
                  <a:lnTo>
                    <a:pt x="11001040" y="3383577"/>
                  </a:lnTo>
                  <a:lnTo>
                    <a:pt x="11031911" y="3384702"/>
                  </a:lnTo>
                  <a:lnTo>
                    <a:pt x="11048342" y="3385250"/>
                  </a:lnTo>
                  <a:lnTo>
                    <a:pt x="11054247" y="3385431"/>
                  </a:lnTo>
                  <a:lnTo>
                    <a:pt x="11054891" y="3385449"/>
                  </a:lnTo>
                  <a:lnTo>
                    <a:pt x="12049831" y="3385449"/>
                  </a:lnTo>
                  <a:lnTo>
                    <a:pt x="12049831" y="33854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1" name="pl700"/>
            <p:cNvSpPr/>
            <p:nvPr/>
          </p:nvSpPr>
          <p:spPr>
            <a:xfrm>
              <a:off x="1199187" y="2866462"/>
              <a:ext cx="12049831" cy="3385449"/>
            </a:xfrm>
            <a:custGeom>
              <a:avLst/>
              <a:pathLst>
                <a:path w="12049831" h="3385449">
                  <a:moveTo>
                    <a:pt x="12049831" y="3385449"/>
                  </a:moveTo>
                  <a:lnTo>
                    <a:pt x="11054891" y="3385449"/>
                  </a:lnTo>
                  <a:lnTo>
                    <a:pt x="11053777" y="3385417"/>
                  </a:lnTo>
                  <a:lnTo>
                    <a:pt x="11046426" y="3385189"/>
                  </a:lnTo>
                  <a:lnTo>
                    <a:pt x="11027786" y="3384558"/>
                  </a:lnTo>
                  <a:lnTo>
                    <a:pt x="10994191" y="3383315"/>
                  </a:lnTo>
                  <a:lnTo>
                    <a:pt x="10943572" y="3381260"/>
                  </a:lnTo>
                  <a:lnTo>
                    <a:pt x="10875612" y="3378222"/>
                  </a:lnTo>
                  <a:lnTo>
                    <a:pt x="10791692" y="3374074"/>
                  </a:lnTo>
                  <a:lnTo>
                    <a:pt x="10694593" y="3368737"/>
                  </a:lnTo>
                  <a:lnTo>
                    <a:pt x="10587991" y="3362183"/>
                  </a:lnTo>
                  <a:lnTo>
                    <a:pt x="10475880" y="3354416"/>
                  </a:lnTo>
                  <a:lnTo>
                    <a:pt x="10362048" y="3345460"/>
                  </a:lnTo>
                  <a:lnTo>
                    <a:pt x="10249716" y="3335337"/>
                  </a:lnTo>
                  <a:lnTo>
                    <a:pt x="10141344" y="3324054"/>
                  </a:lnTo>
                  <a:lnTo>
                    <a:pt x="10038603" y="3311593"/>
                  </a:lnTo>
                  <a:lnTo>
                    <a:pt x="9942448" y="3297898"/>
                  </a:lnTo>
                  <a:lnTo>
                    <a:pt x="9853252" y="3282879"/>
                  </a:lnTo>
                  <a:lnTo>
                    <a:pt x="9770942" y="3266407"/>
                  </a:lnTo>
                  <a:lnTo>
                    <a:pt x="9695136" y="3248318"/>
                  </a:lnTo>
                  <a:lnTo>
                    <a:pt x="9625249" y="3228416"/>
                  </a:lnTo>
                  <a:lnTo>
                    <a:pt x="9560582" y="3206482"/>
                  </a:lnTo>
                  <a:lnTo>
                    <a:pt x="9500376" y="3182286"/>
                  </a:lnTo>
                  <a:lnTo>
                    <a:pt x="9443871" y="3155609"/>
                  </a:lnTo>
                  <a:lnTo>
                    <a:pt x="9390336" y="3126278"/>
                  </a:lnTo>
                  <a:lnTo>
                    <a:pt x="9347647" y="3099835"/>
                  </a:lnTo>
                  <a:lnTo>
                    <a:pt x="9295931" y="3064063"/>
                  </a:lnTo>
                  <a:lnTo>
                    <a:pt x="9245653" y="3025275"/>
                  </a:lnTo>
                  <a:lnTo>
                    <a:pt x="9196363" y="2983413"/>
                  </a:lnTo>
                  <a:lnTo>
                    <a:pt x="9147711" y="2938485"/>
                  </a:lnTo>
                  <a:lnTo>
                    <a:pt x="9099431" y="2890578"/>
                  </a:lnTo>
                  <a:lnTo>
                    <a:pt x="9051328" y="2839855"/>
                  </a:lnTo>
                  <a:lnTo>
                    <a:pt x="9003266" y="2786567"/>
                  </a:lnTo>
                  <a:lnTo>
                    <a:pt x="8955165" y="2731048"/>
                  </a:lnTo>
                  <a:lnTo>
                    <a:pt x="8906985" y="2673707"/>
                  </a:lnTo>
                  <a:lnTo>
                    <a:pt x="8858725" y="2615021"/>
                  </a:lnTo>
                  <a:lnTo>
                    <a:pt x="8810406" y="2555519"/>
                  </a:lnTo>
                  <a:lnTo>
                    <a:pt x="8762068" y="2495759"/>
                  </a:lnTo>
                  <a:lnTo>
                    <a:pt x="8713754" y="2436313"/>
                  </a:lnTo>
                  <a:lnTo>
                    <a:pt x="8665501" y="2377738"/>
                  </a:lnTo>
                  <a:lnTo>
                    <a:pt x="8617330" y="2320558"/>
                  </a:lnTo>
                  <a:lnTo>
                    <a:pt x="8569234" y="2265243"/>
                  </a:lnTo>
                  <a:lnTo>
                    <a:pt x="8521173" y="2212197"/>
                  </a:lnTo>
                  <a:lnTo>
                    <a:pt x="8473059" y="2161744"/>
                  </a:lnTo>
                  <a:lnTo>
                    <a:pt x="8424752" y="2114126"/>
                  </a:lnTo>
                  <a:lnTo>
                    <a:pt x="8376050" y="2069501"/>
                  </a:lnTo>
                  <a:lnTo>
                    <a:pt x="8326679" y="2027945"/>
                  </a:lnTo>
                  <a:lnTo>
                    <a:pt x="8276280" y="1989460"/>
                  </a:lnTo>
                  <a:lnTo>
                    <a:pt x="8229629" y="1957376"/>
                  </a:lnTo>
                  <a:lnTo>
                    <a:pt x="8178058" y="1925777"/>
                  </a:lnTo>
                  <a:lnTo>
                    <a:pt x="8124069" y="1896903"/>
                  </a:lnTo>
                  <a:lnTo>
                    <a:pt x="8066990" y="1870660"/>
                  </a:lnTo>
                  <a:lnTo>
                    <a:pt x="8006083" y="1846863"/>
                  </a:lnTo>
                  <a:lnTo>
                    <a:pt x="7940584" y="1825289"/>
                  </a:lnTo>
                  <a:lnTo>
                    <a:pt x="7869743" y="1805709"/>
                  </a:lnTo>
                  <a:lnTo>
                    <a:pt x="7792873" y="1787907"/>
                  </a:lnTo>
                  <a:lnTo>
                    <a:pt x="7709417" y="1771691"/>
                  </a:lnTo>
                  <a:lnTo>
                    <a:pt x="7619037" y="1756905"/>
                  </a:lnTo>
                  <a:lnTo>
                    <a:pt x="7521727" y="1743424"/>
                  </a:lnTo>
                  <a:lnTo>
                    <a:pt x="7417948" y="1731165"/>
                  </a:lnTo>
                  <a:lnTo>
                    <a:pt x="7308766" y="1720079"/>
                  </a:lnTo>
                  <a:lnTo>
                    <a:pt x="7195986" y="1710152"/>
                  </a:lnTo>
                  <a:lnTo>
                    <a:pt x="7082200" y="1701395"/>
                  </a:lnTo>
                  <a:lnTo>
                    <a:pt x="6970744" y="1693832"/>
                  </a:lnTo>
                  <a:lnTo>
                    <a:pt x="6865471" y="1687485"/>
                  </a:lnTo>
                  <a:lnTo>
                    <a:pt x="6770362" y="1682353"/>
                  </a:lnTo>
                  <a:lnTo>
                    <a:pt x="6688981" y="1678400"/>
                  </a:lnTo>
                  <a:lnTo>
                    <a:pt x="6623903" y="1675539"/>
                  </a:lnTo>
                  <a:lnTo>
                    <a:pt x="6576237" y="1673634"/>
                  </a:lnTo>
                  <a:lnTo>
                    <a:pt x="6545365" y="1672509"/>
                  </a:lnTo>
                  <a:lnTo>
                    <a:pt x="6528935" y="1671961"/>
                  </a:lnTo>
                  <a:lnTo>
                    <a:pt x="6523029" y="1671780"/>
                  </a:lnTo>
                  <a:lnTo>
                    <a:pt x="6522385" y="1671762"/>
                  </a:lnTo>
                  <a:lnTo>
                    <a:pt x="5527445" y="1671762"/>
                  </a:lnTo>
                  <a:lnTo>
                    <a:pt x="5526331" y="1671730"/>
                  </a:lnTo>
                  <a:lnTo>
                    <a:pt x="5518972" y="1671508"/>
                  </a:lnTo>
                  <a:lnTo>
                    <a:pt x="5500315" y="1670892"/>
                  </a:lnTo>
                  <a:lnTo>
                    <a:pt x="5466690" y="1669677"/>
                  </a:lnTo>
                  <a:lnTo>
                    <a:pt x="5416029" y="1667671"/>
                  </a:lnTo>
                  <a:lnTo>
                    <a:pt x="5348015" y="1664704"/>
                  </a:lnTo>
                  <a:lnTo>
                    <a:pt x="5264036" y="1660654"/>
                  </a:lnTo>
                  <a:lnTo>
                    <a:pt x="5166877" y="1655444"/>
                  </a:lnTo>
                  <a:lnTo>
                    <a:pt x="5060220" y="1649044"/>
                  </a:lnTo>
                  <a:lnTo>
                    <a:pt x="4948060" y="1641461"/>
                  </a:lnTo>
                  <a:lnTo>
                    <a:pt x="4834191" y="1632717"/>
                  </a:lnTo>
                  <a:lnTo>
                    <a:pt x="4721833" y="1622834"/>
                  </a:lnTo>
                  <a:lnTo>
                    <a:pt x="4613446" y="1611820"/>
                  </a:lnTo>
                  <a:lnTo>
                    <a:pt x="4510698" y="1599654"/>
                  </a:lnTo>
                  <a:lnTo>
                    <a:pt x="4414545" y="1586284"/>
                  </a:lnTo>
                  <a:lnTo>
                    <a:pt x="4325355" y="1571620"/>
                  </a:lnTo>
                  <a:lnTo>
                    <a:pt x="4243054" y="1555538"/>
                  </a:lnTo>
                  <a:lnTo>
                    <a:pt x="4167259" y="1537876"/>
                  </a:lnTo>
                  <a:lnTo>
                    <a:pt x="4097384" y="1518443"/>
                  </a:lnTo>
                  <a:lnTo>
                    <a:pt x="4032726" y="1497025"/>
                  </a:lnTo>
                  <a:lnTo>
                    <a:pt x="3972528" y="1473398"/>
                  </a:lnTo>
                  <a:lnTo>
                    <a:pt x="3916027" y="1447347"/>
                  </a:lnTo>
                  <a:lnTo>
                    <a:pt x="3862494" y="1418704"/>
                  </a:lnTo>
                  <a:lnTo>
                    <a:pt x="3820202" y="1393135"/>
                  </a:lnTo>
                  <a:lnTo>
                    <a:pt x="3768166" y="1358010"/>
                  </a:lnTo>
                  <a:lnTo>
                    <a:pt x="3717584" y="1319906"/>
                  </a:lnTo>
                  <a:lnTo>
                    <a:pt x="3667997" y="1278764"/>
                  </a:lnTo>
                  <a:lnTo>
                    <a:pt x="3619051" y="1234596"/>
                  </a:lnTo>
                  <a:lnTo>
                    <a:pt x="3570476" y="1187487"/>
                  </a:lnTo>
                  <a:lnTo>
                    <a:pt x="3522074" y="1137604"/>
                  </a:lnTo>
                  <a:lnTo>
                    <a:pt x="3473711" y="1085198"/>
                  </a:lnTo>
                  <a:lnTo>
                    <a:pt x="3425305" y="1030604"/>
                  </a:lnTo>
                  <a:lnTo>
                    <a:pt x="3376818" y="974232"/>
                  </a:lnTo>
                  <a:lnTo>
                    <a:pt x="3328251" y="916561"/>
                  </a:lnTo>
                  <a:lnTo>
                    <a:pt x="3279627" y="858117"/>
                  </a:lnTo>
                  <a:lnTo>
                    <a:pt x="3230986" y="799458"/>
                  </a:lnTo>
                  <a:lnTo>
                    <a:pt x="3182373" y="741151"/>
                  </a:lnTo>
                  <a:lnTo>
                    <a:pt x="3133824" y="683747"/>
                  </a:lnTo>
                  <a:lnTo>
                    <a:pt x="3085358" y="627765"/>
                  </a:lnTo>
                  <a:lnTo>
                    <a:pt x="3036967" y="573665"/>
                  </a:lnTo>
                  <a:lnTo>
                    <a:pt x="2988604" y="521842"/>
                  </a:lnTo>
                  <a:lnTo>
                    <a:pt x="2940175" y="472611"/>
                  </a:lnTo>
                  <a:lnTo>
                    <a:pt x="2891531" y="426201"/>
                  </a:lnTo>
                  <a:lnTo>
                    <a:pt x="2842457" y="382761"/>
                  </a:lnTo>
                  <a:lnTo>
                    <a:pt x="2792666" y="342356"/>
                  </a:lnTo>
                  <a:lnTo>
                    <a:pt x="2741778" y="304980"/>
                  </a:lnTo>
                  <a:lnTo>
                    <a:pt x="2702183" y="278627"/>
                  </a:lnTo>
                  <a:lnTo>
                    <a:pt x="2650595" y="247790"/>
                  </a:lnTo>
                  <a:lnTo>
                    <a:pt x="2596587" y="219615"/>
                  </a:lnTo>
                  <a:lnTo>
                    <a:pt x="2539486" y="194008"/>
                  </a:lnTo>
                  <a:lnTo>
                    <a:pt x="2478554" y="170788"/>
                  </a:lnTo>
                  <a:lnTo>
                    <a:pt x="2413026" y="149738"/>
                  </a:lnTo>
                  <a:lnTo>
                    <a:pt x="2342152" y="130634"/>
                  </a:lnTo>
                  <a:lnTo>
                    <a:pt x="2265242" y="113265"/>
                  </a:lnTo>
                  <a:lnTo>
                    <a:pt x="2181742" y="97445"/>
                  </a:lnTo>
                  <a:lnTo>
                    <a:pt x="2091313" y="83018"/>
                  </a:lnTo>
                  <a:lnTo>
                    <a:pt x="1993950" y="69867"/>
                  </a:lnTo>
                  <a:lnTo>
                    <a:pt x="1890115" y="57908"/>
                  </a:lnTo>
                  <a:lnTo>
                    <a:pt x="1780881" y="47094"/>
                  </a:lnTo>
                  <a:lnTo>
                    <a:pt x="1668053" y="37412"/>
                  </a:lnTo>
                  <a:lnTo>
                    <a:pt x="1554232" y="28871"/>
                  </a:lnTo>
                  <a:lnTo>
                    <a:pt x="1442759" y="21497"/>
                  </a:lnTo>
                  <a:lnTo>
                    <a:pt x="1337495" y="15308"/>
                  </a:lnTo>
                  <a:lnTo>
                    <a:pt x="1242420" y="10307"/>
                  </a:lnTo>
                  <a:lnTo>
                    <a:pt x="1161100" y="6455"/>
                  </a:lnTo>
                  <a:lnTo>
                    <a:pt x="1096104" y="3669"/>
                  </a:lnTo>
                  <a:lnTo>
                    <a:pt x="1048534" y="1816"/>
                  </a:lnTo>
                  <a:lnTo>
                    <a:pt x="1017760" y="723"/>
                  </a:lnTo>
                  <a:lnTo>
                    <a:pt x="1001414" y="192"/>
                  </a:lnTo>
                  <a:lnTo>
                    <a:pt x="995566" y="17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2" name="pg701"/>
            <p:cNvSpPr/>
            <p:nvPr/>
          </p:nvSpPr>
          <p:spPr>
            <a:xfrm>
              <a:off x="1199187" y="1357159"/>
              <a:ext cx="12049831" cy="4465020"/>
            </a:xfrm>
            <a:custGeom>
              <a:avLst/>
              <a:pathLst>
                <a:path w="12049831" h="4465020">
                  <a:moveTo>
                    <a:pt x="0" y="2211547"/>
                  </a:moveTo>
                  <a:lnTo>
                    <a:pt x="994940" y="2211547"/>
                  </a:lnTo>
                  <a:lnTo>
                    <a:pt x="996037" y="2211589"/>
                  </a:lnTo>
                  <a:lnTo>
                    <a:pt x="1003285" y="2211884"/>
                  </a:lnTo>
                  <a:lnTo>
                    <a:pt x="1021669" y="2212702"/>
                  </a:lnTo>
                  <a:lnTo>
                    <a:pt x="1054821" y="2214312"/>
                  </a:lnTo>
                  <a:lnTo>
                    <a:pt x="1104808" y="2216975"/>
                  </a:lnTo>
                  <a:lnTo>
                    <a:pt x="1171982" y="2220913"/>
                  </a:lnTo>
                  <a:lnTo>
                    <a:pt x="1255022" y="2226293"/>
                  </a:lnTo>
                  <a:lnTo>
                    <a:pt x="1351225" y="2233217"/>
                  </a:lnTo>
                  <a:lnTo>
                    <a:pt x="1456990" y="2241727"/>
                  </a:lnTo>
                  <a:lnTo>
                    <a:pt x="1568385" y="2251817"/>
                  </a:lnTo>
                  <a:lnTo>
                    <a:pt x="1681656" y="2263458"/>
                  </a:lnTo>
                  <a:lnTo>
                    <a:pt x="1793595" y="2276619"/>
                  </a:lnTo>
                  <a:lnTo>
                    <a:pt x="1901734" y="2291289"/>
                  </a:lnTo>
                  <a:lnTo>
                    <a:pt x="2004380" y="2307492"/>
                  </a:lnTo>
                  <a:lnTo>
                    <a:pt x="2100547" y="2325294"/>
                  </a:lnTo>
                  <a:lnTo>
                    <a:pt x="2189834" y="2344809"/>
                  </a:lnTo>
                  <a:lnTo>
                    <a:pt x="2272284" y="2366202"/>
                  </a:lnTo>
                  <a:lnTo>
                    <a:pt x="2348253" y="2389681"/>
                  </a:lnTo>
                  <a:lnTo>
                    <a:pt x="2418303" y="2415497"/>
                  </a:lnTo>
                  <a:lnTo>
                    <a:pt x="2483118" y="2443931"/>
                  </a:lnTo>
                  <a:lnTo>
                    <a:pt x="2543440" y="2475282"/>
                  </a:lnTo>
                  <a:lnTo>
                    <a:pt x="2600021" y="2509835"/>
                  </a:lnTo>
                  <a:lnTo>
                    <a:pt x="2653586" y="2547825"/>
                  </a:lnTo>
                  <a:lnTo>
                    <a:pt x="2702183" y="2587126"/>
                  </a:lnTo>
                  <a:lnTo>
                    <a:pt x="2750021" y="2630447"/>
                  </a:lnTo>
                  <a:lnTo>
                    <a:pt x="2796599" y="2677148"/>
                  </a:lnTo>
                  <a:lnTo>
                    <a:pt x="2842282" y="2727294"/>
                  </a:lnTo>
                  <a:lnTo>
                    <a:pt x="2887360" y="2780892"/>
                  </a:lnTo>
                  <a:lnTo>
                    <a:pt x="2932059" y="2837874"/>
                  </a:lnTo>
                  <a:lnTo>
                    <a:pt x="2976550" y="2898098"/>
                  </a:lnTo>
                  <a:lnTo>
                    <a:pt x="3020961" y="2961343"/>
                  </a:lnTo>
                  <a:lnTo>
                    <a:pt x="3065373" y="3027305"/>
                  </a:lnTo>
                  <a:lnTo>
                    <a:pt x="3109837" y="3095602"/>
                  </a:lnTo>
                  <a:lnTo>
                    <a:pt x="3154372" y="3165784"/>
                  </a:lnTo>
                  <a:lnTo>
                    <a:pt x="3198973" y="3237338"/>
                  </a:lnTo>
                  <a:lnTo>
                    <a:pt x="3243619" y="3309709"/>
                  </a:lnTo>
                  <a:lnTo>
                    <a:pt x="3288278" y="3382313"/>
                  </a:lnTo>
                  <a:lnTo>
                    <a:pt x="3332917" y="3454558"/>
                  </a:lnTo>
                  <a:lnTo>
                    <a:pt x="3377505" y="3525866"/>
                  </a:lnTo>
                  <a:lnTo>
                    <a:pt x="3422025" y="3595687"/>
                  </a:lnTo>
                  <a:lnTo>
                    <a:pt x="3466475" y="3663522"/>
                  </a:lnTo>
                  <a:lnTo>
                    <a:pt x="3510882" y="3728935"/>
                  </a:lnTo>
                  <a:lnTo>
                    <a:pt x="3555301" y="3791559"/>
                  </a:lnTo>
                  <a:lnTo>
                    <a:pt x="3599825" y="3851109"/>
                  </a:lnTo>
                  <a:lnTo>
                    <a:pt x="3644588" y="3907379"/>
                  </a:lnTo>
                  <a:lnTo>
                    <a:pt x="3689774" y="3960244"/>
                  </a:lnTo>
                  <a:lnTo>
                    <a:pt x="3735622" y="4009654"/>
                  </a:lnTo>
                  <a:lnTo>
                    <a:pt x="3782435" y="4055627"/>
                  </a:lnTo>
                  <a:lnTo>
                    <a:pt x="3820202" y="4089441"/>
                  </a:lnTo>
                  <a:lnTo>
                    <a:pt x="3871514" y="4130799"/>
                  </a:lnTo>
                  <a:lnTo>
                    <a:pt x="3925219" y="4168607"/>
                  </a:lnTo>
                  <a:lnTo>
                    <a:pt x="3981976" y="4202988"/>
                  </a:lnTo>
                  <a:lnTo>
                    <a:pt x="4042512" y="4234179"/>
                  </a:lnTo>
                  <a:lnTo>
                    <a:pt x="4107580" y="4262471"/>
                  </a:lnTo>
                  <a:lnTo>
                    <a:pt x="4177921" y="4288159"/>
                  </a:lnTo>
                  <a:lnTo>
                    <a:pt x="4254214" y="4311524"/>
                  </a:lnTo>
                  <a:lnTo>
                    <a:pt x="4337012" y="4332814"/>
                  </a:lnTo>
                  <a:lnTo>
                    <a:pt x="4426658" y="4352238"/>
                  </a:lnTo>
                  <a:lnTo>
                    <a:pt x="4523176" y="4369954"/>
                  </a:lnTo>
                  <a:lnTo>
                    <a:pt x="4626136" y="4386076"/>
                  </a:lnTo>
                  <a:lnTo>
                    <a:pt x="4734520" y="4400668"/>
                  </a:lnTo>
                  <a:lnTo>
                    <a:pt x="4846596" y="4413750"/>
                  </a:lnTo>
                  <a:lnTo>
                    <a:pt x="4959854" y="4425311"/>
                  </a:lnTo>
                  <a:lnTo>
                    <a:pt x="5071053" y="4435320"/>
                  </a:lnTo>
                  <a:lnTo>
                    <a:pt x="5176418" y="4443747"/>
                  </a:lnTo>
                  <a:lnTo>
                    <a:pt x="5272022" y="4450590"/>
                  </a:lnTo>
                  <a:lnTo>
                    <a:pt x="5354296" y="4455892"/>
                  </a:lnTo>
                  <a:lnTo>
                    <a:pt x="5420597" y="4459759"/>
                  </a:lnTo>
                  <a:lnTo>
                    <a:pt x="5469687" y="4462362"/>
                  </a:lnTo>
                  <a:lnTo>
                    <a:pt x="5502007" y="4463925"/>
                  </a:lnTo>
                  <a:lnTo>
                    <a:pt x="5519712" y="4464708"/>
                  </a:lnTo>
                  <a:lnTo>
                    <a:pt x="5526507" y="4464984"/>
                  </a:lnTo>
                  <a:lnTo>
                    <a:pt x="5527445" y="4465020"/>
                  </a:lnTo>
                  <a:lnTo>
                    <a:pt x="6522385" y="4465020"/>
                  </a:lnTo>
                  <a:lnTo>
                    <a:pt x="6523386" y="4464945"/>
                  </a:lnTo>
                  <a:lnTo>
                    <a:pt x="6530003" y="4464414"/>
                  </a:lnTo>
                  <a:lnTo>
                    <a:pt x="6546828" y="4462946"/>
                  </a:lnTo>
                  <a:lnTo>
                    <a:pt x="6577268" y="4460051"/>
                  </a:lnTo>
                  <a:lnTo>
                    <a:pt x="6623370" y="4455260"/>
                  </a:lnTo>
                  <a:lnTo>
                    <a:pt x="6685673" y="4448161"/>
                  </a:lnTo>
                  <a:lnTo>
                    <a:pt x="6763222" y="4438432"/>
                  </a:lnTo>
                  <a:lnTo>
                    <a:pt x="6853775" y="4425868"/>
                  </a:lnTo>
                  <a:lnTo>
                    <a:pt x="6954197" y="4410370"/>
                  </a:lnTo>
                  <a:lnTo>
                    <a:pt x="7060936" y="4391929"/>
                  </a:lnTo>
                  <a:lnTo>
                    <a:pt x="7170485" y="4370591"/>
                  </a:lnTo>
                  <a:lnTo>
                    <a:pt x="7279735" y="4346415"/>
                  </a:lnTo>
                  <a:lnTo>
                    <a:pt x="7386189" y="4319436"/>
                  </a:lnTo>
                  <a:lnTo>
                    <a:pt x="7488037" y="4289639"/>
                  </a:lnTo>
                  <a:lnTo>
                    <a:pt x="7584125" y="4256938"/>
                  </a:lnTo>
                  <a:lnTo>
                    <a:pt x="7673867" y="4221167"/>
                  </a:lnTo>
                  <a:lnTo>
                    <a:pt x="7757122" y="4182074"/>
                  </a:lnTo>
                  <a:lnTo>
                    <a:pt x="7834085" y="4139324"/>
                  </a:lnTo>
                  <a:lnTo>
                    <a:pt x="7905176" y="4092505"/>
                  </a:lnTo>
                  <a:lnTo>
                    <a:pt x="7970962" y="4041140"/>
                  </a:lnTo>
                  <a:lnTo>
                    <a:pt x="8032094" y="3984706"/>
                  </a:lnTo>
                  <a:lnTo>
                    <a:pt x="8089255" y="3922668"/>
                  </a:lnTo>
                  <a:lnTo>
                    <a:pt x="8143124" y="3854531"/>
                  </a:lnTo>
                  <a:lnTo>
                    <a:pt x="8194347" y="3779922"/>
                  </a:lnTo>
                  <a:lnTo>
                    <a:pt x="8229629" y="3722597"/>
                  </a:lnTo>
                  <a:lnTo>
                    <a:pt x="8266506" y="3657397"/>
                  </a:lnTo>
                  <a:lnTo>
                    <a:pt x="8302584" y="3588282"/>
                  </a:lnTo>
                  <a:lnTo>
                    <a:pt x="8338042" y="3515172"/>
                  </a:lnTo>
                  <a:lnTo>
                    <a:pt x="8373030" y="3438029"/>
                  </a:lnTo>
                  <a:lnTo>
                    <a:pt x="8407673" y="3356860"/>
                  </a:lnTo>
                  <a:lnTo>
                    <a:pt x="8442074" y="3271722"/>
                  </a:lnTo>
                  <a:lnTo>
                    <a:pt x="8476318" y="3182721"/>
                  </a:lnTo>
                  <a:lnTo>
                    <a:pt x="8510471" y="3090022"/>
                  </a:lnTo>
                  <a:lnTo>
                    <a:pt x="8544586" y="2993842"/>
                  </a:lnTo>
                  <a:lnTo>
                    <a:pt x="8578700" y="2894456"/>
                  </a:lnTo>
                  <a:lnTo>
                    <a:pt x="8612837" y="2792191"/>
                  </a:lnTo>
                  <a:lnTo>
                    <a:pt x="8647013" y="2687426"/>
                  </a:lnTo>
                  <a:lnTo>
                    <a:pt x="8681231" y="2580585"/>
                  </a:lnTo>
                  <a:lnTo>
                    <a:pt x="8715488" y="2472133"/>
                  </a:lnTo>
                  <a:lnTo>
                    <a:pt x="8749777" y="2362565"/>
                  </a:lnTo>
                  <a:lnTo>
                    <a:pt x="8784082" y="2252397"/>
                  </a:lnTo>
                  <a:lnTo>
                    <a:pt x="8818390" y="2142158"/>
                  </a:lnTo>
                  <a:lnTo>
                    <a:pt x="8852684" y="2032379"/>
                  </a:lnTo>
                  <a:lnTo>
                    <a:pt x="8886951" y="1923581"/>
                  </a:lnTo>
                  <a:lnTo>
                    <a:pt x="8921180" y="1816266"/>
                  </a:lnTo>
                  <a:lnTo>
                    <a:pt x="8955367" y="1710907"/>
                  </a:lnTo>
                  <a:lnTo>
                    <a:pt x="8989513" y="1607939"/>
                  </a:lnTo>
                  <a:lnTo>
                    <a:pt x="9023631" y="1507753"/>
                  </a:lnTo>
                  <a:lnTo>
                    <a:pt x="9057743" y="1410693"/>
                  </a:lnTo>
                  <a:lnTo>
                    <a:pt x="9091882" y="1317046"/>
                  </a:lnTo>
                  <a:lnTo>
                    <a:pt x="9126096" y="1227045"/>
                  </a:lnTo>
                  <a:lnTo>
                    <a:pt x="9160447" y="1140868"/>
                  </a:lnTo>
                  <a:lnTo>
                    <a:pt x="9195017" y="1058638"/>
                  </a:lnTo>
                  <a:lnTo>
                    <a:pt x="9229902" y="980423"/>
                  </a:lnTo>
                  <a:lnTo>
                    <a:pt x="9265221" y="906243"/>
                  </a:lnTo>
                  <a:lnTo>
                    <a:pt x="9301119" y="836073"/>
                  </a:lnTo>
                  <a:lnTo>
                    <a:pt x="9337764" y="769844"/>
                  </a:lnTo>
                  <a:lnTo>
                    <a:pt x="9347647" y="752904"/>
                  </a:lnTo>
                  <a:lnTo>
                    <a:pt x="9397337" y="673577"/>
                  </a:lnTo>
                  <a:lnTo>
                    <a:pt x="9449254" y="600845"/>
                  </a:lnTo>
                  <a:lnTo>
                    <a:pt x="9503996" y="534497"/>
                  </a:lnTo>
                  <a:lnTo>
                    <a:pt x="9562221" y="474114"/>
                  </a:lnTo>
                  <a:lnTo>
                    <a:pt x="9624615" y="419184"/>
                  </a:lnTo>
                  <a:lnTo>
                    <a:pt x="9691854" y="369170"/>
                  </a:lnTo>
                  <a:lnTo>
                    <a:pt x="9764570" y="323560"/>
                  </a:lnTo>
                  <a:lnTo>
                    <a:pt x="9843297" y="281894"/>
                  </a:lnTo>
                  <a:lnTo>
                    <a:pt x="9928399" y="243782"/>
                  </a:lnTo>
                  <a:lnTo>
                    <a:pt x="10019987" y="208910"/>
                  </a:lnTo>
                  <a:lnTo>
                    <a:pt x="10117804" y="177053"/>
                  </a:lnTo>
                  <a:lnTo>
                    <a:pt x="10221113" y="148067"/>
                  </a:lnTo>
                  <a:lnTo>
                    <a:pt x="10328581" y="121888"/>
                  </a:lnTo>
                  <a:lnTo>
                    <a:pt x="10438201" y="98518"/>
                  </a:lnTo>
                  <a:lnTo>
                    <a:pt x="10547287" y="78002"/>
                  </a:lnTo>
                  <a:lnTo>
                    <a:pt x="10652588" y="60399"/>
                  </a:lnTo>
                  <a:lnTo>
                    <a:pt x="10750543" y="45744"/>
                  </a:lnTo>
                  <a:lnTo>
                    <a:pt x="10837668" y="34005"/>
                  </a:lnTo>
                  <a:lnTo>
                    <a:pt x="10911037" y="25054"/>
                  </a:lnTo>
                  <a:lnTo>
                    <a:pt x="10968743" y="18652"/>
                  </a:lnTo>
                  <a:lnTo>
                    <a:pt x="11010246" y="14448"/>
                  </a:lnTo>
                  <a:lnTo>
                    <a:pt x="11036523" y="12011"/>
                  </a:lnTo>
                  <a:lnTo>
                    <a:pt x="11050027" y="10861"/>
                  </a:lnTo>
                  <a:lnTo>
                    <a:pt x="11054522" y="10508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91" y="74"/>
                  </a:lnTo>
                  <a:lnTo>
                    <a:pt x="11047274" y="606"/>
                  </a:lnTo>
                  <a:lnTo>
                    <a:pt x="11030449" y="2074"/>
                  </a:lnTo>
                  <a:lnTo>
                    <a:pt x="11000008" y="4968"/>
                  </a:lnTo>
                  <a:lnTo>
                    <a:pt x="10953906" y="9759"/>
                  </a:lnTo>
                  <a:lnTo>
                    <a:pt x="10891603" y="16859"/>
                  </a:lnTo>
                  <a:lnTo>
                    <a:pt x="10814055" y="26587"/>
                  </a:lnTo>
                  <a:lnTo>
                    <a:pt x="10723502" y="39151"/>
                  </a:lnTo>
                  <a:lnTo>
                    <a:pt x="10623080" y="54650"/>
                  </a:lnTo>
                  <a:lnTo>
                    <a:pt x="10516340" y="73090"/>
                  </a:lnTo>
                  <a:lnTo>
                    <a:pt x="10406791" y="94428"/>
                  </a:lnTo>
                  <a:lnTo>
                    <a:pt x="10297541" y="118605"/>
                  </a:lnTo>
                  <a:lnTo>
                    <a:pt x="10191087" y="145584"/>
                  </a:lnTo>
                  <a:lnTo>
                    <a:pt x="10089240" y="175381"/>
                  </a:lnTo>
                  <a:lnTo>
                    <a:pt x="9993151" y="208081"/>
                  </a:lnTo>
                  <a:lnTo>
                    <a:pt x="9903410" y="243852"/>
                  </a:lnTo>
                  <a:lnTo>
                    <a:pt x="9820154" y="282945"/>
                  </a:lnTo>
                  <a:lnTo>
                    <a:pt x="9743192" y="325695"/>
                  </a:lnTo>
                  <a:lnTo>
                    <a:pt x="9672101" y="372514"/>
                  </a:lnTo>
                  <a:lnTo>
                    <a:pt x="9606314" y="423879"/>
                  </a:lnTo>
                  <a:lnTo>
                    <a:pt x="9545182" y="480313"/>
                  </a:lnTo>
                  <a:lnTo>
                    <a:pt x="9488022" y="542351"/>
                  </a:lnTo>
                  <a:lnTo>
                    <a:pt x="9434152" y="610489"/>
                  </a:lnTo>
                  <a:lnTo>
                    <a:pt x="9382930" y="685097"/>
                  </a:lnTo>
                  <a:lnTo>
                    <a:pt x="9347647" y="742423"/>
                  </a:lnTo>
                  <a:lnTo>
                    <a:pt x="9310771" y="807622"/>
                  </a:lnTo>
                  <a:lnTo>
                    <a:pt x="9274692" y="876737"/>
                  </a:lnTo>
                  <a:lnTo>
                    <a:pt x="9239234" y="949847"/>
                  </a:lnTo>
                  <a:lnTo>
                    <a:pt x="9204246" y="1026990"/>
                  </a:lnTo>
                  <a:lnTo>
                    <a:pt x="9169604" y="1108159"/>
                  </a:lnTo>
                  <a:lnTo>
                    <a:pt x="9135203" y="1193298"/>
                  </a:lnTo>
                  <a:lnTo>
                    <a:pt x="9100959" y="1282298"/>
                  </a:lnTo>
                  <a:lnTo>
                    <a:pt x="9066805" y="1374997"/>
                  </a:lnTo>
                  <a:lnTo>
                    <a:pt x="9032690" y="1471177"/>
                  </a:lnTo>
                  <a:lnTo>
                    <a:pt x="8998577" y="1570563"/>
                  </a:lnTo>
                  <a:lnTo>
                    <a:pt x="8964439" y="1672829"/>
                  </a:lnTo>
                  <a:lnTo>
                    <a:pt x="8930264" y="1777594"/>
                  </a:lnTo>
                  <a:lnTo>
                    <a:pt x="8896046" y="1884434"/>
                  </a:lnTo>
                  <a:lnTo>
                    <a:pt x="8861788" y="1992886"/>
                  </a:lnTo>
                  <a:lnTo>
                    <a:pt x="8827500" y="2102455"/>
                  </a:lnTo>
                  <a:lnTo>
                    <a:pt x="8793194" y="2212623"/>
                  </a:lnTo>
                  <a:lnTo>
                    <a:pt x="8758887" y="2322861"/>
                  </a:lnTo>
                  <a:lnTo>
                    <a:pt x="8724592" y="2432640"/>
                  </a:lnTo>
                  <a:lnTo>
                    <a:pt x="8690325" y="2541438"/>
                  </a:lnTo>
                  <a:lnTo>
                    <a:pt x="8656096" y="2648753"/>
                  </a:lnTo>
                  <a:lnTo>
                    <a:pt x="8621910" y="2754113"/>
                  </a:lnTo>
                  <a:lnTo>
                    <a:pt x="8587763" y="2857081"/>
                  </a:lnTo>
                  <a:lnTo>
                    <a:pt x="8553645" y="2957266"/>
                  </a:lnTo>
                  <a:lnTo>
                    <a:pt x="8519534" y="3054326"/>
                  </a:lnTo>
                  <a:lnTo>
                    <a:pt x="8485395" y="3147974"/>
                  </a:lnTo>
                  <a:lnTo>
                    <a:pt x="8451181" y="3237974"/>
                  </a:lnTo>
                  <a:lnTo>
                    <a:pt x="8416829" y="3324151"/>
                  </a:lnTo>
                  <a:lnTo>
                    <a:pt x="8382260" y="3406382"/>
                  </a:lnTo>
                  <a:lnTo>
                    <a:pt x="8347375" y="3484597"/>
                  </a:lnTo>
                  <a:lnTo>
                    <a:pt x="8312055" y="3558776"/>
                  </a:lnTo>
                  <a:lnTo>
                    <a:pt x="8276157" y="3628946"/>
                  </a:lnTo>
                  <a:lnTo>
                    <a:pt x="8239512" y="3695176"/>
                  </a:lnTo>
                  <a:lnTo>
                    <a:pt x="8229629" y="3712115"/>
                  </a:lnTo>
                  <a:lnTo>
                    <a:pt x="8179940" y="3791442"/>
                  </a:lnTo>
                  <a:lnTo>
                    <a:pt x="8128023" y="3864174"/>
                  </a:lnTo>
                  <a:lnTo>
                    <a:pt x="8073281" y="3930523"/>
                  </a:lnTo>
                  <a:lnTo>
                    <a:pt x="8015055" y="3990905"/>
                  </a:lnTo>
                  <a:lnTo>
                    <a:pt x="7952662" y="4045835"/>
                  </a:lnTo>
                  <a:lnTo>
                    <a:pt x="7885423" y="4095849"/>
                  </a:lnTo>
                  <a:lnTo>
                    <a:pt x="7812706" y="4141459"/>
                  </a:lnTo>
                  <a:lnTo>
                    <a:pt x="7733980" y="4183125"/>
                  </a:lnTo>
                  <a:lnTo>
                    <a:pt x="7648877" y="4221238"/>
                  </a:lnTo>
                  <a:lnTo>
                    <a:pt x="7557290" y="4256109"/>
                  </a:lnTo>
                  <a:lnTo>
                    <a:pt x="7459473" y="4287966"/>
                  </a:lnTo>
                  <a:lnTo>
                    <a:pt x="7356163" y="4316952"/>
                  </a:lnTo>
                  <a:lnTo>
                    <a:pt x="7248695" y="4343131"/>
                  </a:lnTo>
                  <a:lnTo>
                    <a:pt x="7139076" y="4366502"/>
                  </a:lnTo>
                  <a:lnTo>
                    <a:pt x="7029990" y="4387017"/>
                  </a:lnTo>
                  <a:lnTo>
                    <a:pt x="6924688" y="4404620"/>
                  </a:lnTo>
                  <a:lnTo>
                    <a:pt x="6826734" y="4419275"/>
                  </a:lnTo>
                  <a:lnTo>
                    <a:pt x="6739609" y="4431014"/>
                  </a:lnTo>
                  <a:lnTo>
                    <a:pt x="6666239" y="4439965"/>
                  </a:lnTo>
                  <a:lnTo>
                    <a:pt x="6608533" y="4446368"/>
                  </a:lnTo>
                  <a:lnTo>
                    <a:pt x="6567031" y="4450571"/>
                  </a:lnTo>
                  <a:lnTo>
                    <a:pt x="6540754" y="4453008"/>
                  </a:lnTo>
                  <a:lnTo>
                    <a:pt x="6527249" y="4454158"/>
                  </a:lnTo>
                  <a:lnTo>
                    <a:pt x="6522755" y="4454511"/>
                  </a:lnTo>
                  <a:lnTo>
                    <a:pt x="6522385" y="4454538"/>
                  </a:lnTo>
                  <a:lnTo>
                    <a:pt x="5527445" y="4454538"/>
                  </a:lnTo>
                  <a:lnTo>
                    <a:pt x="5526348" y="4454497"/>
                  </a:lnTo>
                  <a:lnTo>
                    <a:pt x="5519100" y="4454201"/>
                  </a:lnTo>
                  <a:lnTo>
                    <a:pt x="5500716" y="4453384"/>
                  </a:lnTo>
                  <a:lnTo>
                    <a:pt x="5467564" y="4451773"/>
                  </a:lnTo>
                  <a:lnTo>
                    <a:pt x="5417577" y="4449110"/>
                  </a:lnTo>
                  <a:lnTo>
                    <a:pt x="5350403" y="4445172"/>
                  </a:lnTo>
                  <a:lnTo>
                    <a:pt x="5267363" y="4439792"/>
                  </a:lnTo>
                  <a:lnTo>
                    <a:pt x="5171160" y="4432868"/>
                  </a:lnTo>
                  <a:lnTo>
                    <a:pt x="5065395" y="4424358"/>
                  </a:lnTo>
                  <a:lnTo>
                    <a:pt x="4954000" y="4414268"/>
                  </a:lnTo>
                  <a:lnTo>
                    <a:pt x="4840729" y="4402628"/>
                  </a:lnTo>
                  <a:lnTo>
                    <a:pt x="4728790" y="4389467"/>
                  </a:lnTo>
                  <a:lnTo>
                    <a:pt x="4620651" y="4374797"/>
                  </a:lnTo>
                  <a:lnTo>
                    <a:pt x="4518005" y="4358594"/>
                  </a:lnTo>
                  <a:lnTo>
                    <a:pt x="4421838" y="4340792"/>
                  </a:lnTo>
                  <a:lnTo>
                    <a:pt x="4332551" y="4321276"/>
                  </a:lnTo>
                  <a:lnTo>
                    <a:pt x="4250101" y="4299883"/>
                  </a:lnTo>
                  <a:lnTo>
                    <a:pt x="4174132" y="4276404"/>
                  </a:lnTo>
                  <a:lnTo>
                    <a:pt x="4104082" y="4250589"/>
                  </a:lnTo>
                  <a:lnTo>
                    <a:pt x="4039267" y="4222154"/>
                  </a:lnTo>
                  <a:lnTo>
                    <a:pt x="3978945" y="4190804"/>
                  </a:lnTo>
                  <a:lnTo>
                    <a:pt x="3922364" y="4156251"/>
                  </a:lnTo>
                  <a:lnTo>
                    <a:pt x="3868799" y="4118260"/>
                  </a:lnTo>
                  <a:lnTo>
                    <a:pt x="3820202" y="4078960"/>
                  </a:lnTo>
                  <a:lnTo>
                    <a:pt x="3772364" y="4035638"/>
                  </a:lnTo>
                  <a:lnTo>
                    <a:pt x="3725786" y="3988938"/>
                  </a:lnTo>
                  <a:lnTo>
                    <a:pt x="3680103" y="3938791"/>
                  </a:lnTo>
                  <a:lnTo>
                    <a:pt x="3635025" y="3885194"/>
                  </a:lnTo>
                  <a:lnTo>
                    <a:pt x="3590326" y="3828212"/>
                  </a:lnTo>
                  <a:lnTo>
                    <a:pt x="3545835" y="3767987"/>
                  </a:lnTo>
                  <a:lnTo>
                    <a:pt x="3501424" y="3704743"/>
                  </a:lnTo>
                  <a:lnTo>
                    <a:pt x="3457012" y="3638781"/>
                  </a:lnTo>
                  <a:lnTo>
                    <a:pt x="3412548" y="3570484"/>
                  </a:lnTo>
                  <a:lnTo>
                    <a:pt x="3368013" y="3500302"/>
                  </a:lnTo>
                  <a:lnTo>
                    <a:pt x="3323412" y="3428747"/>
                  </a:lnTo>
                  <a:lnTo>
                    <a:pt x="3278766" y="3356377"/>
                  </a:lnTo>
                  <a:lnTo>
                    <a:pt x="3234107" y="3283773"/>
                  </a:lnTo>
                  <a:lnTo>
                    <a:pt x="3189468" y="3211527"/>
                  </a:lnTo>
                  <a:lnTo>
                    <a:pt x="3144880" y="3140220"/>
                  </a:lnTo>
                  <a:lnTo>
                    <a:pt x="3100360" y="3070399"/>
                  </a:lnTo>
                  <a:lnTo>
                    <a:pt x="3055910" y="3002563"/>
                  </a:lnTo>
                  <a:lnTo>
                    <a:pt x="3011503" y="2937151"/>
                  </a:lnTo>
                  <a:lnTo>
                    <a:pt x="2967084" y="2874527"/>
                  </a:lnTo>
                  <a:lnTo>
                    <a:pt x="2922560" y="2814977"/>
                  </a:lnTo>
                  <a:lnTo>
                    <a:pt x="2877797" y="2758707"/>
                  </a:lnTo>
                  <a:lnTo>
                    <a:pt x="2832611" y="2705841"/>
                  </a:lnTo>
                  <a:lnTo>
                    <a:pt x="2786763" y="2656431"/>
                  </a:lnTo>
                  <a:lnTo>
                    <a:pt x="2739950" y="2610458"/>
                  </a:lnTo>
                  <a:lnTo>
                    <a:pt x="2702183" y="2576645"/>
                  </a:lnTo>
                  <a:lnTo>
                    <a:pt x="2650871" y="2535286"/>
                  </a:lnTo>
                  <a:lnTo>
                    <a:pt x="2597166" y="2497479"/>
                  </a:lnTo>
                  <a:lnTo>
                    <a:pt x="2540409" y="2463098"/>
                  </a:lnTo>
                  <a:lnTo>
                    <a:pt x="2479873" y="2431906"/>
                  </a:lnTo>
                  <a:lnTo>
                    <a:pt x="2414805" y="2403615"/>
                  </a:lnTo>
                  <a:lnTo>
                    <a:pt x="2344464" y="2377927"/>
                  </a:lnTo>
                  <a:lnTo>
                    <a:pt x="2268171" y="2354562"/>
                  </a:lnTo>
                  <a:lnTo>
                    <a:pt x="2185373" y="2333271"/>
                  </a:lnTo>
                  <a:lnTo>
                    <a:pt x="2095727" y="2313848"/>
                  </a:lnTo>
                  <a:lnTo>
                    <a:pt x="1999209" y="2296131"/>
                  </a:lnTo>
                  <a:lnTo>
                    <a:pt x="1896249" y="2280009"/>
                  </a:lnTo>
                  <a:lnTo>
                    <a:pt x="1787865" y="2265418"/>
                  </a:lnTo>
                  <a:lnTo>
                    <a:pt x="1675789" y="2252335"/>
                  </a:lnTo>
                  <a:lnTo>
                    <a:pt x="1562531" y="2240774"/>
                  </a:lnTo>
                  <a:lnTo>
                    <a:pt x="1451332" y="2230766"/>
                  </a:lnTo>
                  <a:lnTo>
                    <a:pt x="1345967" y="2222338"/>
                  </a:lnTo>
                  <a:lnTo>
                    <a:pt x="1250363" y="2215495"/>
                  </a:lnTo>
                  <a:lnTo>
                    <a:pt x="1168089" y="2210193"/>
                  </a:lnTo>
                  <a:lnTo>
                    <a:pt x="1101788" y="2206326"/>
                  </a:lnTo>
                  <a:lnTo>
                    <a:pt x="1052698" y="2203724"/>
                  </a:lnTo>
                  <a:lnTo>
                    <a:pt x="1020378" y="2202161"/>
                  </a:lnTo>
                  <a:lnTo>
                    <a:pt x="1002673" y="2201377"/>
                  </a:lnTo>
                  <a:lnTo>
                    <a:pt x="995878" y="2201101"/>
                  </a:lnTo>
                  <a:lnTo>
                    <a:pt x="994940" y="2201066"/>
                  </a:lnTo>
                  <a:lnTo>
                    <a:pt x="0" y="2201066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03" name="pl702"/>
            <p:cNvSpPr/>
            <p:nvPr/>
          </p:nvSpPr>
          <p:spPr>
            <a:xfrm>
              <a:off x="1199187" y="1367640"/>
              <a:ext cx="12049831" cy="4454538"/>
            </a:xfrm>
            <a:custGeom>
              <a:avLst/>
              <a:pathLst>
                <a:path w="12049831" h="4454538">
                  <a:moveTo>
                    <a:pt x="0" y="2201066"/>
                  </a:moveTo>
                  <a:lnTo>
                    <a:pt x="994940" y="2201066"/>
                  </a:lnTo>
                  <a:lnTo>
                    <a:pt x="996037" y="2201107"/>
                  </a:lnTo>
                  <a:lnTo>
                    <a:pt x="1003285" y="2201403"/>
                  </a:lnTo>
                  <a:lnTo>
                    <a:pt x="1021669" y="2202220"/>
                  </a:lnTo>
                  <a:lnTo>
                    <a:pt x="1054821" y="2203831"/>
                  </a:lnTo>
                  <a:lnTo>
                    <a:pt x="1104808" y="2206494"/>
                  </a:lnTo>
                  <a:lnTo>
                    <a:pt x="1171982" y="2210432"/>
                  </a:lnTo>
                  <a:lnTo>
                    <a:pt x="1255022" y="2215812"/>
                  </a:lnTo>
                  <a:lnTo>
                    <a:pt x="1351225" y="2222736"/>
                  </a:lnTo>
                  <a:lnTo>
                    <a:pt x="1456990" y="2231246"/>
                  </a:lnTo>
                  <a:lnTo>
                    <a:pt x="1568385" y="2241336"/>
                  </a:lnTo>
                  <a:lnTo>
                    <a:pt x="1681656" y="2252976"/>
                  </a:lnTo>
                  <a:lnTo>
                    <a:pt x="1793595" y="2266137"/>
                  </a:lnTo>
                  <a:lnTo>
                    <a:pt x="1901734" y="2280808"/>
                  </a:lnTo>
                  <a:lnTo>
                    <a:pt x="2004380" y="2297010"/>
                  </a:lnTo>
                  <a:lnTo>
                    <a:pt x="2100547" y="2314812"/>
                  </a:lnTo>
                  <a:lnTo>
                    <a:pt x="2189834" y="2334328"/>
                  </a:lnTo>
                  <a:lnTo>
                    <a:pt x="2272284" y="2355721"/>
                  </a:lnTo>
                  <a:lnTo>
                    <a:pt x="2348253" y="2379200"/>
                  </a:lnTo>
                  <a:lnTo>
                    <a:pt x="2418303" y="2405016"/>
                  </a:lnTo>
                  <a:lnTo>
                    <a:pt x="2483118" y="2433450"/>
                  </a:lnTo>
                  <a:lnTo>
                    <a:pt x="2543440" y="2464800"/>
                  </a:lnTo>
                  <a:lnTo>
                    <a:pt x="2600021" y="2499354"/>
                  </a:lnTo>
                  <a:lnTo>
                    <a:pt x="2653586" y="2537344"/>
                  </a:lnTo>
                  <a:lnTo>
                    <a:pt x="2702183" y="2576645"/>
                  </a:lnTo>
                  <a:lnTo>
                    <a:pt x="2750021" y="2619966"/>
                  </a:lnTo>
                  <a:lnTo>
                    <a:pt x="2796599" y="2666666"/>
                  </a:lnTo>
                  <a:lnTo>
                    <a:pt x="2842282" y="2716813"/>
                  </a:lnTo>
                  <a:lnTo>
                    <a:pt x="2887360" y="2770410"/>
                  </a:lnTo>
                  <a:lnTo>
                    <a:pt x="2932059" y="2827392"/>
                  </a:lnTo>
                  <a:lnTo>
                    <a:pt x="2976550" y="2887617"/>
                  </a:lnTo>
                  <a:lnTo>
                    <a:pt x="3020961" y="2950862"/>
                  </a:lnTo>
                  <a:lnTo>
                    <a:pt x="3065373" y="3016823"/>
                  </a:lnTo>
                  <a:lnTo>
                    <a:pt x="3109837" y="3085121"/>
                  </a:lnTo>
                  <a:lnTo>
                    <a:pt x="3154372" y="3155302"/>
                  </a:lnTo>
                  <a:lnTo>
                    <a:pt x="3198973" y="3226857"/>
                  </a:lnTo>
                  <a:lnTo>
                    <a:pt x="3243619" y="3299228"/>
                  </a:lnTo>
                  <a:lnTo>
                    <a:pt x="3288278" y="3371832"/>
                  </a:lnTo>
                  <a:lnTo>
                    <a:pt x="3332917" y="3444077"/>
                  </a:lnTo>
                  <a:lnTo>
                    <a:pt x="3377505" y="3515384"/>
                  </a:lnTo>
                  <a:lnTo>
                    <a:pt x="3422025" y="3585206"/>
                  </a:lnTo>
                  <a:lnTo>
                    <a:pt x="3466475" y="3653041"/>
                  </a:lnTo>
                  <a:lnTo>
                    <a:pt x="3510882" y="3718453"/>
                  </a:lnTo>
                  <a:lnTo>
                    <a:pt x="3555301" y="3781077"/>
                  </a:lnTo>
                  <a:lnTo>
                    <a:pt x="3599825" y="3840627"/>
                  </a:lnTo>
                  <a:lnTo>
                    <a:pt x="3644588" y="3896898"/>
                  </a:lnTo>
                  <a:lnTo>
                    <a:pt x="3689774" y="3949763"/>
                  </a:lnTo>
                  <a:lnTo>
                    <a:pt x="3735622" y="3999173"/>
                  </a:lnTo>
                  <a:lnTo>
                    <a:pt x="3782435" y="4045146"/>
                  </a:lnTo>
                  <a:lnTo>
                    <a:pt x="3820202" y="4078960"/>
                  </a:lnTo>
                  <a:lnTo>
                    <a:pt x="3871514" y="4120318"/>
                  </a:lnTo>
                  <a:lnTo>
                    <a:pt x="3925219" y="4158126"/>
                  </a:lnTo>
                  <a:lnTo>
                    <a:pt x="3981976" y="4192506"/>
                  </a:lnTo>
                  <a:lnTo>
                    <a:pt x="4042512" y="4223698"/>
                  </a:lnTo>
                  <a:lnTo>
                    <a:pt x="4107580" y="4251989"/>
                  </a:lnTo>
                  <a:lnTo>
                    <a:pt x="4177921" y="4277677"/>
                  </a:lnTo>
                  <a:lnTo>
                    <a:pt x="4254214" y="4301042"/>
                  </a:lnTo>
                  <a:lnTo>
                    <a:pt x="4337012" y="4322333"/>
                  </a:lnTo>
                  <a:lnTo>
                    <a:pt x="4426658" y="4341756"/>
                  </a:lnTo>
                  <a:lnTo>
                    <a:pt x="4523176" y="4359473"/>
                  </a:lnTo>
                  <a:lnTo>
                    <a:pt x="4626136" y="4375595"/>
                  </a:lnTo>
                  <a:lnTo>
                    <a:pt x="4734520" y="4390187"/>
                  </a:lnTo>
                  <a:lnTo>
                    <a:pt x="4846596" y="4403269"/>
                  </a:lnTo>
                  <a:lnTo>
                    <a:pt x="4959854" y="4414830"/>
                  </a:lnTo>
                  <a:lnTo>
                    <a:pt x="5071053" y="4424839"/>
                  </a:lnTo>
                  <a:lnTo>
                    <a:pt x="5176418" y="4433266"/>
                  </a:lnTo>
                  <a:lnTo>
                    <a:pt x="5272022" y="4440109"/>
                  </a:lnTo>
                  <a:lnTo>
                    <a:pt x="5354296" y="4445411"/>
                  </a:lnTo>
                  <a:lnTo>
                    <a:pt x="5420597" y="4449278"/>
                  </a:lnTo>
                  <a:lnTo>
                    <a:pt x="5469687" y="4451881"/>
                  </a:lnTo>
                  <a:lnTo>
                    <a:pt x="5502007" y="4453444"/>
                  </a:lnTo>
                  <a:lnTo>
                    <a:pt x="5519712" y="4454227"/>
                  </a:lnTo>
                  <a:lnTo>
                    <a:pt x="5526507" y="4454503"/>
                  </a:lnTo>
                  <a:lnTo>
                    <a:pt x="5527445" y="4454538"/>
                  </a:lnTo>
                  <a:lnTo>
                    <a:pt x="6522385" y="4454538"/>
                  </a:lnTo>
                  <a:lnTo>
                    <a:pt x="6523386" y="4454464"/>
                  </a:lnTo>
                  <a:lnTo>
                    <a:pt x="6530003" y="4453932"/>
                  </a:lnTo>
                  <a:lnTo>
                    <a:pt x="6546828" y="4452464"/>
                  </a:lnTo>
                  <a:lnTo>
                    <a:pt x="6577268" y="4449570"/>
                  </a:lnTo>
                  <a:lnTo>
                    <a:pt x="6623370" y="4444779"/>
                  </a:lnTo>
                  <a:lnTo>
                    <a:pt x="6685673" y="4437679"/>
                  </a:lnTo>
                  <a:lnTo>
                    <a:pt x="6763222" y="4427951"/>
                  </a:lnTo>
                  <a:lnTo>
                    <a:pt x="6853775" y="4415387"/>
                  </a:lnTo>
                  <a:lnTo>
                    <a:pt x="6954197" y="4399888"/>
                  </a:lnTo>
                  <a:lnTo>
                    <a:pt x="7060936" y="4381448"/>
                  </a:lnTo>
                  <a:lnTo>
                    <a:pt x="7170485" y="4360110"/>
                  </a:lnTo>
                  <a:lnTo>
                    <a:pt x="7279735" y="4335933"/>
                  </a:lnTo>
                  <a:lnTo>
                    <a:pt x="7386189" y="4308954"/>
                  </a:lnTo>
                  <a:lnTo>
                    <a:pt x="7488037" y="4279157"/>
                  </a:lnTo>
                  <a:lnTo>
                    <a:pt x="7584125" y="4246457"/>
                  </a:lnTo>
                  <a:lnTo>
                    <a:pt x="7673867" y="4210686"/>
                  </a:lnTo>
                  <a:lnTo>
                    <a:pt x="7757122" y="4171593"/>
                  </a:lnTo>
                  <a:lnTo>
                    <a:pt x="7834085" y="4128843"/>
                  </a:lnTo>
                  <a:lnTo>
                    <a:pt x="7905176" y="4082024"/>
                  </a:lnTo>
                  <a:lnTo>
                    <a:pt x="7970962" y="4030659"/>
                  </a:lnTo>
                  <a:lnTo>
                    <a:pt x="8032094" y="3974225"/>
                  </a:lnTo>
                  <a:lnTo>
                    <a:pt x="8089255" y="3912187"/>
                  </a:lnTo>
                  <a:lnTo>
                    <a:pt x="8143124" y="3844049"/>
                  </a:lnTo>
                  <a:lnTo>
                    <a:pt x="8194347" y="3769441"/>
                  </a:lnTo>
                  <a:lnTo>
                    <a:pt x="8229629" y="3712115"/>
                  </a:lnTo>
                  <a:lnTo>
                    <a:pt x="8266506" y="3646916"/>
                  </a:lnTo>
                  <a:lnTo>
                    <a:pt x="8302584" y="3577801"/>
                  </a:lnTo>
                  <a:lnTo>
                    <a:pt x="8338042" y="3504691"/>
                  </a:lnTo>
                  <a:lnTo>
                    <a:pt x="8373030" y="3427548"/>
                  </a:lnTo>
                  <a:lnTo>
                    <a:pt x="8407673" y="3346379"/>
                  </a:lnTo>
                  <a:lnTo>
                    <a:pt x="8442074" y="3261240"/>
                  </a:lnTo>
                  <a:lnTo>
                    <a:pt x="8476318" y="3172240"/>
                  </a:lnTo>
                  <a:lnTo>
                    <a:pt x="8510471" y="3079541"/>
                  </a:lnTo>
                  <a:lnTo>
                    <a:pt x="8544586" y="2983361"/>
                  </a:lnTo>
                  <a:lnTo>
                    <a:pt x="8578700" y="2883975"/>
                  </a:lnTo>
                  <a:lnTo>
                    <a:pt x="8612837" y="2781709"/>
                  </a:lnTo>
                  <a:lnTo>
                    <a:pt x="8647013" y="2676944"/>
                  </a:lnTo>
                  <a:lnTo>
                    <a:pt x="8681231" y="2570104"/>
                  </a:lnTo>
                  <a:lnTo>
                    <a:pt x="8715488" y="2461652"/>
                  </a:lnTo>
                  <a:lnTo>
                    <a:pt x="8749777" y="2352083"/>
                  </a:lnTo>
                  <a:lnTo>
                    <a:pt x="8784082" y="2241915"/>
                  </a:lnTo>
                  <a:lnTo>
                    <a:pt x="8818390" y="2131677"/>
                  </a:lnTo>
                  <a:lnTo>
                    <a:pt x="8852684" y="2021898"/>
                  </a:lnTo>
                  <a:lnTo>
                    <a:pt x="8886951" y="1913100"/>
                  </a:lnTo>
                  <a:lnTo>
                    <a:pt x="8921180" y="1805785"/>
                  </a:lnTo>
                  <a:lnTo>
                    <a:pt x="8955367" y="1700425"/>
                  </a:lnTo>
                  <a:lnTo>
                    <a:pt x="8989513" y="1597457"/>
                  </a:lnTo>
                  <a:lnTo>
                    <a:pt x="9023631" y="1497272"/>
                  </a:lnTo>
                  <a:lnTo>
                    <a:pt x="9057743" y="1400212"/>
                  </a:lnTo>
                  <a:lnTo>
                    <a:pt x="9091882" y="1306564"/>
                  </a:lnTo>
                  <a:lnTo>
                    <a:pt x="9126096" y="1216564"/>
                  </a:lnTo>
                  <a:lnTo>
                    <a:pt x="9160447" y="1130387"/>
                  </a:lnTo>
                  <a:lnTo>
                    <a:pt x="9195017" y="1048156"/>
                  </a:lnTo>
                  <a:lnTo>
                    <a:pt x="9229902" y="969941"/>
                  </a:lnTo>
                  <a:lnTo>
                    <a:pt x="9265221" y="895762"/>
                  </a:lnTo>
                  <a:lnTo>
                    <a:pt x="9301119" y="825592"/>
                  </a:lnTo>
                  <a:lnTo>
                    <a:pt x="9337764" y="759362"/>
                  </a:lnTo>
                  <a:lnTo>
                    <a:pt x="9347647" y="742423"/>
                  </a:lnTo>
                  <a:lnTo>
                    <a:pt x="9397337" y="663096"/>
                  </a:lnTo>
                  <a:lnTo>
                    <a:pt x="9449254" y="590364"/>
                  </a:lnTo>
                  <a:lnTo>
                    <a:pt x="9503996" y="524015"/>
                  </a:lnTo>
                  <a:lnTo>
                    <a:pt x="9562221" y="463633"/>
                  </a:lnTo>
                  <a:lnTo>
                    <a:pt x="9624615" y="408703"/>
                  </a:lnTo>
                  <a:lnTo>
                    <a:pt x="9691854" y="358689"/>
                  </a:lnTo>
                  <a:lnTo>
                    <a:pt x="9764570" y="313079"/>
                  </a:lnTo>
                  <a:lnTo>
                    <a:pt x="9843297" y="271413"/>
                  </a:lnTo>
                  <a:lnTo>
                    <a:pt x="9928399" y="233300"/>
                  </a:lnTo>
                  <a:lnTo>
                    <a:pt x="10019987" y="198429"/>
                  </a:lnTo>
                  <a:lnTo>
                    <a:pt x="10117804" y="166572"/>
                  </a:lnTo>
                  <a:lnTo>
                    <a:pt x="10221113" y="137586"/>
                  </a:lnTo>
                  <a:lnTo>
                    <a:pt x="10328581" y="111407"/>
                  </a:lnTo>
                  <a:lnTo>
                    <a:pt x="10438201" y="88036"/>
                  </a:lnTo>
                  <a:lnTo>
                    <a:pt x="10547287" y="67521"/>
                  </a:lnTo>
                  <a:lnTo>
                    <a:pt x="10652588" y="49918"/>
                  </a:lnTo>
                  <a:lnTo>
                    <a:pt x="10750543" y="35263"/>
                  </a:lnTo>
                  <a:lnTo>
                    <a:pt x="10837668" y="23524"/>
                  </a:lnTo>
                  <a:lnTo>
                    <a:pt x="10911037" y="14573"/>
                  </a:lnTo>
                  <a:lnTo>
                    <a:pt x="10968743" y="8170"/>
                  </a:lnTo>
                  <a:lnTo>
                    <a:pt x="11010246" y="3967"/>
                  </a:lnTo>
                  <a:lnTo>
                    <a:pt x="11036523" y="1530"/>
                  </a:lnTo>
                  <a:lnTo>
                    <a:pt x="11050027" y="380"/>
                  </a:lnTo>
                  <a:lnTo>
                    <a:pt x="11054522" y="27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4" name="pl703"/>
            <p:cNvSpPr/>
            <p:nvPr/>
          </p:nvSpPr>
          <p:spPr>
            <a:xfrm>
              <a:off x="1199187" y="1357159"/>
              <a:ext cx="12049831" cy="4454538"/>
            </a:xfrm>
            <a:custGeom>
              <a:avLst/>
              <a:pathLst>
                <a:path w="12049831" h="4454538">
                  <a:moveTo>
                    <a:pt x="12049831" y="0"/>
                  </a:moveTo>
                  <a:lnTo>
                    <a:pt x="11054891" y="0"/>
                  </a:lnTo>
                  <a:lnTo>
                    <a:pt x="11053891" y="74"/>
                  </a:lnTo>
                  <a:lnTo>
                    <a:pt x="11047274" y="606"/>
                  </a:lnTo>
                  <a:lnTo>
                    <a:pt x="11030449" y="2074"/>
                  </a:lnTo>
                  <a:lnTo>
                    <a:pt x="11000008" y="4968"/>
                  </a:lnTo>
                  <a:lnTo>
                    <a:pt x="10953906" y="9759"/>
                  </a:lnTo>
                  <a:lnTo>
                    <a:pt x="10891603" y="16859"/>
                  </a:lnTo>
                  <a:lnTo>
                    <a:pt x="10814055" y="26587"/>
                  </a:lnTo>
                  <a:lnTo>
                    <a:pt x="10723502" y="39151"/>
                  </a:lnTo>
                  <a:lnTo>
                    <a:pt x="10623080" y="54650"/>
                  </a:lnTo>
                  <a:lnTo>
                    <a:pt x="10516340" y="73090"/>
                  </a:lnTo>
                  <a:lnTo>
                    <a:pt x="10406791" y="94428"/>
                  </a:lnTo>
                  <a:lnTo>
                    <a:pt x="10297541" y="118605"/>
                  </a:lnTo>
                  <a:lnTo>
                    <a:pt x="10191087" y="145584"/>
                  </a:lnTo>
                  <a:lnTo>
                    <a:pt x="10089240" y="175381"/>
                  </a:lnTo>
                  <a:lnTo>
                    <a:pt x="9993151" y="208081"/>
                  </a:lnTo>
                  <a:lnTo>
                    <a:pt x="9903410" y="243852"/>
                  </a:lnTo>
                  <a:lnTo>
                    <a:pt x="9820154" y="282945"/>
                  </a:lnTo>
                  <a:lnTo>
                    <a:pt x="9743192" y="325695"/>
                  </a:lnTo>
                  <a:lnTo>
                    <a:pt x="9672101" y="372514"/>
                  </a:lnTo>
                  <a:lnTo>
                    <a:pt x="9606314" y="423879"/>
                  </a:lnTo>
                  <a:lnTo>
                    <a:pt x="9545182" y="480313"/>
                  </a:lnTo>
                  <a:lnTo>
                    <a:pt x="9488022" y="542351"/>
                  </a:lnTo>
                  <a:lnTo>
                    <a:pt x="9434152" y="610489"/>
                  </a:lnTo>
                  <a:lnTo>
                    <a:pt x="9382930" y="685097"/>
                  </a:lnTo>
                  <a:lnTo>
                    <a:pt x="9347647" y="742423"/>
                  </a:lnTo>
                  <a:lnTo>
                    <a:pt x="9310771" y="807622"/>
                  </a:lnTo>
                  <a:lnTo>
                    <a:pt x="9274692" y="876737"/>
                  </a:lnTo>
                  <a:lnTo>
                    <a:pt x="9239234" y="949847"/>
                  </a:lnTo>
                  <a:lnTo>
                    <a:pt x="9204246" y="1026990"/>
                  </a:lnTo>
                  <a:lnTo>
                    <a:pt x="9169604" y="1108159"/>
                  </a:lnTo>
                  <a:lnTo>
                    <a:pt x="9135203" y="1193298"/>
                  </a:lnTo>
                  <a:lnTo>
                    <a:pt x="9100959" y="1282298"/>
                  </a:lnTo>
                  <a:lnTo>
                    <a:pt x="9066805" y="1374997"/>
                  </a:lnTo>
                  <a:lnTo>
                    <a:pt x="9032690" y="1471177"/>
                  </a:lnTo>
                  <a:lnTo>
                    <a:pt x="8998577" y="1570563"/>
                  </a:lnTo>
                  <a:lnTo>
                    <a:pt x="8964439" y="1672829"/>
                  </a:lnTo>
                  <a:lnTo>
                    <a:pt x="8930264" y="1777594"/>
                  </a:lnTo>
                  <a:lnTo>
                    <a:pt x="8896046" y="1884434"/>
                  </a:lnTo>
                  <a:lnTo>
                    <a:pt x="8861788" y="1992886"/>
                  </a:lnTo>
                  <a:lnTo>
                    <a:pt x="8827500" y="2102455"/>
                  </a:lnTo>
                  <a:lnTo>
                    <a:pt x="8793194" y="2212623"/>
                  </a:lnTo>
                  <a:lnTo>
                    <a:pt x="8758887" y="2322861"/>
                  </a:lnTo>
                  <a:lnTo>
                    <a:pt x="8724592" y="2432640"/>
                  </a:lnTo>
                  <a:lnTo>
                    <a:pt x="8690325" y="2541438"/>
                  </a:lnTo>
                  <a:lnTo>
                    <a:pt x="8656096" y="2648753"/>
                  </a:lnTo>
                  <a:lnTo>
                    <a:pt x="8621910" y="2754113"/>
                  </a:lnTo>
                  <a:lnTo>
                    <a:pt x="8587763" y="2857081"/>
                  </a:lnTo>
                  <a:lnTo>
                    <a:pt x="8553645" y="2957266"/>
                  </a:lnTo>
                  <a:lnTo>
                    <a:pt x="8519534" y="3054326"/>
                  </a:lnTo>
                  <a:lnTo>
                    <a:pt x="8485395" y="3147974"/>
                  </a:lnTo>
                  <a:lnTo>
                    <a:pt x="8451181" y="3237974"/>
                  </a:lnTo>
                  <a:lnTo>
                    <a:pt x="8416829" y="3324151"/>
                  </a:lnTo>
                  <a:lnTo>
                    <a:pt x="8382260" y="3406382"/>
                  </a:lnTo>
                  <a:lnTo>
                    <a:pt x="8347375" y="3484597"/>
                  </a:lnTo>
                  <a:lnTo>
                    <a:pt x="8312055" y="3558776"/>
                  </a:lnTo>
                  <a:lnTo>
                    <a:pt x="8276157" y="3628946"/>
                  </a:lnTo>
                  <a:lnTo>
                    <a:pt x="8239512" y="3695176"/>
                  </a:lnTo>
                  <a:lnTo>
                    <a:pt x="8229629" y="3712115"/>
                  </a:lnTo>
                  <a:lnTo>
                    <a:pt x="8179940" y="3791442"/>
                  </a:lnTo>
                  <a:lnTo>
                    <a:pt x="8128023" y="3864174"/>
                  </a:lnTo>
                  <a:lnTo>
                    <a:pt x="8073281" y="3930523"/>
                  </a:lnTo>
                  <a:lnTo>
                    <a:pt x="8015055" y="3990905"/>
                  </a:lnTo>
                  <a:lnTo>
                    <a:pt x="7952662" y="4045835"/>
                  </a:lnTo>
                  <a:lnTo>
                    <a:pt x="7885423" y="4095849"/>
                  </a:lnTo>
                  <a:lnTo>
                    <a:pt x="7812706" y="4141459"/>
                  </a:lnTo>
                  <a:lnTo>
                    <a:pt x="7733980" y="4183125"/>
                  </a:lnTo>
                  <a:lnTo>
                    <a:pt x="7648877" y="4221238"/>
                  </a:lnTo>
                  <a:lnTo>
                    <a:pt x="7557290" y="4256109"/>
                  </a:lnTo>
                  <a:lnTo>
                    <a:pt x="7459473" y="4287966"/>
                  </a:lnTo>
                  <a:lnTo>
                    <a:pt x="7356163" y="4316952"/>
                  </a:lnTo>
                  <a:lnTo>
                    <a:pt x="7248695" y="4343131"/>
                  </a:lnTo>
                  <a:lnTo>
                    <a:pt x="7139076" y="4366502"/>
                  </a:lnTo>
                  <a:lnTo>
                    <a:pt x="7029990" y="4387017"/>
                  </a:lnTo>
                  <a:lnTo>
                    <a:pt x="6924688" y="4404620"/>
                  </a:lnTo>
                  <a:lnTo>
                    <a:pt x="6826734" y="4419275"/>
                  </a:lnTo>
                  <a:lnTo>
                    <a:pt x="6739609" y="4431014"/>
                  </a:lnTo>
                  <a:lnTo>
                    <a:pt x="6666239" y="4439965"/>
                  </a:lnTo>
                  <a:lnTo>
                    <a:pt x="6608533" y="4446368"/>
                  </a:lnTo>
                  <a:lnTo>
                    <a:pt x="6567031" y="4450571"/>
                  </a:lnTo>
                  <a:lnTo>
                    <a:pt x="6540754" y="4453008"/>
                  </a:lnTo>
                  <a:lnTo>
                    <a:pt x="6527249" y="4454158"/>
                  </a:lnTo>
                  <a:lnTo>
                    <a:pt x="6522755" y="4454511"/>
                  </a:lnTo>
                  <a:lnTo>
                    <a:pt x="6522385" y="4454538"/>
                  </a:lnTo>
                  <a:lnTo>
                    <a:pt x="5527445" y="4454538"/>
                  </a:lnTo>
                  <a:lnTo>
                    <a:pt x="5526348" y="4454497"/>
                  </a:lnTo>
                  <a:lnTo>
                    <a:pt x="5519100" y="4454201"/>
                  </a:lnTo>
                  <a:lnTo>
                    <a:pt x="5500716" y="4453384"/>
                  </a:lnTo>
                  <a:lnTo>
                    <a:pt x="5467564" y="4451773"/>
                  </a:lnTo>
                  <a:lnTo>
                    <a:pt x="5417577" y="4449110"/>
                  </a:lnTo>
                  <a:lnTo>
                    <a:pt x="5350403" y="4445172"/>
                  </a:lnTo>
                  <a:lnTo>
                    <a:pt x="5267363" y="4439792"/>
                  </a:lnTo>
                  <a:lnTo>
                    <a:pt x="5171160" y="4432868"/>
                  </a:lnTo>
                  <a:lnTo>
                    <a:pt x="5065395" y="4424358"/>
                  </a:lnTo>
                  <a:lnTo>
                    <a:pt x="4954000" y="4414268"/>
                  </a:lnTo>
                  <a:lnTo>
                    <a:pt x="4840729" y="4402628"/>
                  </a:lnTo>
                  <a:lnTo>
                    <a:pt x="4728790" y="4389467"/>
                  </a:lnTo>
                  <a:lnTo>
                    <a:pt x="4620651" y="4374797"/>
                  </a:lnTo>
                  <a:lnTo>
                    <a:pt x="4518005" y="4358594"/>
                  </a:lnTo>
                  <a:lnTo>
                    <a:pt x="4421838" y="4340792"/>
                  </a:lnTo>
                  <a:lnTo>
                    <a:pt x="4332551" y="4321276"/>
                  </a:lnTo>
                  <a:lnTo>
                    <a:pt x="4250101" y="4299883"/>
                  </a:lnTo>
                  <a:lnTo>
                    <a:pt x="4174132" y="4276404"/>
                  </a:lnTo>
                  <a:lnTo>
                    <a:pt x="4104082" y="4250589"/>
                  </a:lnTo>
                  <a:lnTo>
                    <a:pt x="4039267" y="4222154"/>
                  </a:lnTo>
                  <a:lnTo>
                    <a:pt x="3978945" y="4190804"/>
                  </a:lnTo>
                  <a:lnTo>
                    <a:pt x="3922364" y="4156251"/>
                  </a:lnTo>
                  <a:lnTo>
                    <a:pt x="3868799" y="4118260"/>
                  </a:lnTo>
                  <a:lnTo>
                    <a:pt x="3820202" y="4078960"/>
                  </a:lnTo>
                  <a:lnTo>
                    <a:pt x="3772364" y="4035638"/>
                  </a:lnTo>
                  <a:lnTo>
                    <a:pt x="3725786" y="3988938"/>
                  </a:lnTo>
                  <a:lnTo>
                    <a:pt x="3680103" y="3938791"/>
                  </a:lnTo>
                  <a:lnTo>
                    <a:pt x="3635025" y="3885194"/>
                  </a:lnTo>
                  <a:lnTo>
                    <a:pt x="3590326" y="3828212"/>
                  </a:lnTo>
                  <a:lnTo>
                    <a:pt x="3545835" y="3767987"/>
                  </a:lnTo>
                  <a:lnTo>
                    <a:pt x="3501424" y="3704743"/>
                  </a:lnTo>
                  <a:lnTo>
                    <a:pt x="3457012" y="3638781"/>
                  </a:lnTo>
                  <a:lnTo>
                    <a:pt x="3412548" y="3570484"/>
                  </a:lnTo>
                  <a:lnTo>
                    <a:pt x="3368013" y="3500302"/>
                  </a:lnTo>
                  <a:lnTo>
                    <a:pt x="3323412" y="3428747"/>
                  </a:lnTo>
                  <a:lnTo>
                    <a:pt x="3278766" y="3356377"/>
                  </a:lnTo>
                  <a:lnTo>
                    <a:pt x="3234107" y="3283773"/>
                  </a:lnTo>
                  <a:lnTo>
                    <a:pt x="3189468" y="3211527"/>
                  </a:lnTo>
                  <a:lnTo>
                    <a:pt x="3144880" y="3140220"/>
                  </a:lnTo>
                  <a:lnTo>
                    <a:pt x="3100360" y="3070399"/>
                  </a:lnTo>
                  <a:lnTo>
                    <a:pt x="3055910" y="3002563"/>
                  </a:lnTo>
                  <a:lnTo>
                    <a:pt x="3011503" y="2937151"/>
                  </a:lnTo>
                  <a:lnTo>
                    <a:pt x="2967084" y="2874527"/>
                  </a:lnTo>
                  <a:lnTo>
                    <a:pt x="2922560" y="2814977"/>
                  </a:lnTo>
                  <a:lnTo>
                    <a:pt x="2877797" y="2758707"/>
                  </a:lnTo>
                  <a:lnTo>
                    <a:pt x="2832611" y="2705841"/>
                  </a:lnTo>
                  <a:lnTo>
                    <a:pt x="2786763" y="2656431"/>
                  </a:lnTo>
                  <a:lnTo>
                    <a:pt x="2739950" y="2610458"/>
                  </a:lnTo>
                  <a:lnTo>
                    <a:pt x="2702183" y="2576645"/>
                  </a:lnTo>
                  <a:lnTo>
                    <a:pt x="2650871" y="2535286"/>
                  </a:lnTo>
                  <a:lnTo>
                    <a:pt x="2597166" y="2497479"/>
                  </a:lnTo>
                  <a:lnTo>
                    <a:pt x="2540409" y="2463098"/>
                  </a:lnTo>
                  <a:lnTo>
                    <a:pt x="2479873" y="2431906"/>
                  </a:lnTo>
                  <a:lnTo>
                    <a:pt x="2414805" y="2403615"/>
                  </a:lnTo>
                  <a:lnTo>
                    <a:pt x="2344464" y="2377927"/>
                  </a:lnTo>
                  <a:lnTo>
                    <a:pt x="2268171" y="2354562"/>
                  </a:lnTo>
                  <a:lnTo>
                    <a:pt x="2185373" y="2333271"/>
                  </a:lnTo>
                  <a:lnTo>
                    <a:pt x="2095727" y="2313848"/>
                  </a:lnTo>
                  <a:lnTo>
                    <a:pt x="1999209" y="2296131"/>
                  </a:lnTo>
                  <a:lnTo>
                    <a:pt x="1896249" y="2280009"/>
                  </a:lnTo>
                  <a:lnTo>
                    <a:pt x="1787865" y="2265418"/>
                  </a:lnTo>
                  <a:lnTo>
                    <a:pt x="1675789" y="2252335"/>
                  </a:lnTo>
                  <a:lnTo>
                    <a:pt x="1562531" y="2240774"/>
                  </a:lnTo>
                  <a:lnTo>
                    <a:pt x="1451332" y="2230766"/>
                  </a:lnTo>
                  <a:lnTo>
                    <a:pt x="1345967" y="2222338"/>
                  </a:lnTo>
                  <a:lnTo>
                    <a:pt x="1250363" y="2215495"/>
                  </a:lnTo>
                  <a:lnTo>
                    <a:pt x="1168089" y="2210193"/>
                  </a:lnTo>
                  <a:lnTo>
                    <a:pt x="1101788" y="2206326"/>
                  </a:lnTo>
                  <a:lnTo>
                    <a:pt x="1052698" y="2203724"/>
                  </a:lnTo>
                  <a:lnTo>
                    <a:pt x="1020378" y="2202161"/>
                  </a:lnTo>
                  <a:lnTo>
                    <a:pt x="1002673" y="2201377"/>
                  </a:lnTo>
                  <a:lnTo>
                    <a:pt x="995878" y="2201101"/>
                  </a:lnTo>
                  <a:lnTo>
                    <a:pt x="994940" y="2201066"/>
                  </a:lnTo>
                  <a:lnTo>
                    <a:pt x="0" y="2201066"/>
                  </a:lnTo>
                  <a:lnTo>
                    <a:pt x="0" y="22010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5" name="pg704"/>
            <p:cNvSpPr/>
            <p:nvPr/>
          </p:nvSpPr>
          <p:spPr>
            <a:xfrm>
              <a:off x="1199187" y="1399084"/>
              <a:ext cx="12049831" cy="4444057"/>
            </a:xfrm>
            <a:custGeom>
              <a:avLst/>
              <a:pathLst>
                <a:path w="12049831" h="4444057">
                  <a:moveTo>
                    <a:pt x="0" y="2185344"/>
                  </a:moveTo>
                  <a:lnTo>
                    <a:pt x="994940" y="2185344"/>
                  </a:lnTo>
                  <a:lnTo>
                    <a:pt x="996037" y="2185386"/>
                  </a:lnTo>
                  <a:lnTo>
                    <a:pt x="1003284" y="2185682"/>
                  </a:lnTo>
                  <a:lnTo>
                    <a:pt x="1021665" y="2186501"/>
                  </a:lnTo>
                  <a:lnTo>
                    <a:pt x="1054812" y="2188115"/>
                  </a:lnTo>
                  <a:lnTo>
                    <a:pt x="1104792" y="2190784"/>
                  </a:lnTo>
                  <a:lnTo>
                    <a:pt x="1171957" y="2194730"/>
                  </a:lnTo>
                  <a:lnTo>
                    <a:pt x="1254988" y="2200122"/>
                  </a:lnTo>
                  <a:lnTo>
                    <a:pt x="1351181" y="2207061"/>
                  </a:lnTo>
                  <a:lnTo>
                    <a:pt x="1456938" y="2215590"/>
                  </a:lnTo>
                  <a:lnTo>
                    <a:pt x="1568325" y="2225702"/>
                  </a:lnTo>
                  <a:lnTo>
                    <a:pt x="1681589" y="2237368"/>
                  </a:lnTo>
                  <a:lnTo>
                    <a:pt x="1793524" y="2250558"/>
                  </a:lnTo>
                  <a:lnTo>
                    <a:pt x="1901660" y="2265260"/>
                  </a:lnTo>
                  <a:lnTo>
                    <a:pt x="2004305" y="2281499"/>
                  </a:lnTo>
                  <a:lnTo>
                    <a:pt x="2100472" y="2299340"/>
                  </a:lnTo>
                  <a:lnTo>
                    <a:pt x="2189761" y="2318899"/>
                  </a:lnTo>
                  <a:lnTo>
                    <a:pt x="2272212" y="2340338"/>
                  </a:lnTo>
                  <a:lnTo>
                    <a:pt x="2348183" y="2363869"/>
                  </a:lnTo>
                  <a:lnTo>
                    <a:pt x="2418235" y="2389740"/>
                  </a:lnTo>
                  <a:lnTo>
                    <a:pt x="2483051" y="2418236"/>
                  </a:lnTo>
                  <a:lnTo>
                    <a:pt x="2543374" y="2449655"/>
                  </a:lnTo>
                  <a:lnTo>
                    <a:pt x="2599956" y="2484283"/>
                  </a:lnTo>
                  <a:lnTo>
                    <a:pt x="2653521" y="2522355"/>
                  </a:lnTo>
                  <a:lnTo>
                    <a:pt x="2702183" y="2561796"/>
                  </a:lnTo>
                  <a:lnTo>
                    <a:pt x="2749985" y="2605185"/>
                  </a:lnTo>
                  <a:lnTo>
                    <a:pt x="2796530" y="2651955"/>
                  </a:lnTo>
                  <a:lnTo>
                    <a:pt x="2842181" y="2702174"/>
                  </a:lnTo>
                  <a:lnTo>
                    <a:pt x="2887226" y="2755847"/>
                  </a:lnTo>
                  <a:lnTo>
                    <a:pt x="2931892" y="2812907"/>
                  </a:lnTo>
                  <a:lnTo>
                    <a:pt x="2976351" y="2873214"/>
                  </a:lnTo>
                  <a:lnTo>
                    <a:pt x="3020728" y="2936544"/>
                  </a:lnTo>
                  <a:lnTo>
                    <a:pt x="3065107" y="3002596"/>
                  </a:lnTo>
                  <a:lnTo>
                    <a:pt x="3109538" y="3070987"/>
                  </a:lnTo>
                  <a:lnTo>
                    <a:pt x="3154039" y="3141268"/>
                  </a:lnTo>
                  <a:lnTo>
                    <a:pt x="3198606" y="3212926"/>
                  </a:lnTo>
                  <a:lnTo>
                    <a:pt x="3243218" y="3285407"/>
                  </a:lnTo>
                  <a:lnTo>
                    <a:pt x="3287844" y="3358126"/>
                  </a:lnTo>
                  <a:lnTo>
                    <a:pt x="3332450" y="3430492"/>
                  </a:lnTo>
                  <a:lnTo>
                    <a:pt x="3377005" y="3501925"/>
                  </a:lnTo>
                  <a:lnTo>
                    <a:pt x="3421492" y="3571876"/>
                  </a:lnTo>
                  <a:lnTo>
                    <a:pt x="3465910" y="3639846"/>
                  </a:lnTo>
                  <a:lnTo>
                    <a:pt x="3510284" y="3705396"/>
                  </a:lnTo>
                  <a:lnTo>
                    <a:pt x="3554670" y="3768159"/>
                  </a:lnTo>
                  <a:lnTo>
                    <a:pt x="3599158" y="3827849"/>
                  </a:lnTo>
                  <a:lnTo>
                    <a:pt x="3643883" y="3884260"/>
                  </a:lnTo>
                  <a:lnTo>
                    <a:pt x="3689026" y="3937264"/>
                  </a:lnTo>
                  <a:lnTo>
                    <a:pt x="3734826" y="3986810"/>
                  </a:lnTo>
                  <a:lnTo>
                    <a:pt x="3781584" y="4032916"/>
                  </a:lnTo>
                  <a:lnTo>
                    <a:pt x="3820202" y="4067605"/>
                  </a:lnTo>
                  <a:lnTo>
                    <a:pt x="3871511" y="4109057"/>
                  </a:lnTo>
                  <a:lnTo>
                    <a:pt x="3925213" y="4146951"/>
                  </a:lnTo>
                  <a:lnTo>
                    <a:pt x="3981966" y="4181410"/>
                  </a:lnTo>
                  <a:lnTo>
                    <a:pt x="4042498" y="4212674"/>
                  </a:lnTo>
                  <a:lnTo>
                    <a:pt x="4107562" y="4241030"/>
                  </a:lnTo>
                  <a:lnTo>
                    <a:pt x="4177897" y="4266777"/>
                  </a:lnTo>
                  <a:lnTo>
                    <a:pt x="4254184" y="4290196"/>
                  </a:lnTo>
                  <a:lnTo>
                    <a:pt x="4336975" y="4311535"/>
                  </a:lnTo>
                  <a:lnTo>
                    <a:pt x="4426613" y="4331004"/>
                  </a:lnTo>
                  <a:lnTo>
                    <a:pt x="4523122" y="4348762"/>
                  </a:lnTo>
                  <a:lnTo>
                    <a:pt x="4626074" y="4364921"/>
                  </a:lnTo>
                  <a:lnTo>
                    <a:pt x="4734449" y="4379547"/>
                  </a:lnTo>
                  <a:lnTo>
                    <a:pt x="4846517" y="4392660"/>
                  </a:lnTo>
                  <a:lnTo>
                    <a:pt x="4959769" y="4404248"/>
                  </a:lnTo>
                  <a:lnTo>
                    <a:pt x="5070965" y="4414281"/>
                  </a:lnTo>
                  <a:lnTo>
                    <a:pt x="5176332" y="4422729"/>
                  </a:lnTo>
                  <a:lnTo>
                    <a:pt x="5271940" y="4429588"/>
                  </a:lnTo>
                  <a:lnTo>
                    <a:pt x="5354223" y="4434904"/>
                  </a:lnTo>
                  <a:lnTo>
                    <a:pt x="5420538" y="4438781"/>
                  </a:lnTo>
                  <a:lnTo>
                    <a:pt x="5469643" y="4441391"/>
                  </a:lnTo>
                  <a:lnTo>
                    <a:pt x="5501980" y="4442958"/>
                  </a:lnTo>
                  <a:lnTo>
                    <a:pt x="5519698" y="4443744"/>
                  </a:lnTo>
                  <a:lnTo>
                    <a:pt x="5526504" y="4444022"/>
                  </a:lnTo>
                  <a:lnTo>
                    <a:pt x="5527445" y="4444057"/>
                  </a:lnTo>
                  <a:lnTo>
                    <a:pt x="6522385" y="4444057"/>
                  </a:lnTo>
                  <a:lnTo>
                    <a:pt x="6523387" y="4443983"/>
                  </a:lnTo>
                  <a:lnTo>
                    <a:pt x="6530013" y="4443454"/>
                  </a:lnTo>
                  <a:lnTo>
                    <a:pt x="6546860" y="4441992"/>
                  </a:lnTo>
                  <a:lnTo>
                    <a:pt x="6577340" y="4439111"/>
                  </a:lnTo>
                  <a:lnTo>
                    <a:pt x="6623497" y="4434342"/>
                  </a:lnTo>
                  <a:lnTo>
                    <a:pt x="6685870" y="4427274"/>
                  </a:lnTo>
                  <a:lnTo>
                    <a:pt x="6763498" y="4417590"/>
                  </a:lnTo>
                  <a:lnTo>
                    <a:pt x="6854134" y="4405084"/>
                  </a:lnTo>
                  <a:lnTo>
                    <a:pt x="6954635" y="4389658"/>
                  </a:lnTo>
                  <a:lnTo>
                    <a:pt x="7061444" y="4371304"/>
                  </a:lnTo>
                  <a:lnTo>
                    <a:pt x="7171050" y="4350068"/>
                  </a:lnTo>
                  <a:lnTo>
                    <a:pt x="7280342" y="4326007"/>
                  </a:lnTo>
                  <a:lnTo>
                    <a:pt x="7386823" y="4299158"/>
                  </a:lnTo>
                  <a:lnTo>
                    <a:pt x="7488685" y="4269505"/>
                  </a:lnTo>
                  <a:lnTo>
                    <a:pt x="7584776" y="4236962"/>
                  </a:lnTo>
                  <a:lnTo>
                    <a:pt x="7674513" y="4201361"/>
                  </a:lnTo>
                  <a:lnTo>
                    <a:pt x="7757757" y="4162454"/>
                  </a:lnTo>
                  <a:lnTo>
                    <a:pt x="7834706" y="4119904"/>
                  </a:lnTo>
                  <a:lnTo>
                    <a:pt x="7905782" y="4073302"/>
                  </a:lnTo>
                  <a:lnTo>
                    <a:pt x="7971554" y="4022171"/>
                  </a:lnTo>
                  <a:lnTo>
                    <a:pt x="8032673" y="3965992"/>
                  </a:lnTo>
                  <a:lnTo>
                    <a:pt x="8089824" y="3904232"/>
                  </a:lnTo>
                  <a:lnTo>
                    <a:pt x="8143687" y="3836397"/>
                  </a:lnTo>
                  <a:lnTo>
                    <a:pt x="8194908" y="3762121"/>
                  </a:lnTo>
                  <a:lnTo>
                    <a:pt x="8229629" y="3706001"/>
                  </a:lnTo>
                  <a:lnTo>
                    <a:pt x="8266600" y="3641013"/>
                  </a:lnTo>
                  <a:lnTo>
                    <a:pt x="8302769" y="3572111"/>
                  </a:lnTo>
                  <a:lnTo>
                    <a:pt x="8338315" y="3499217"/>
                  </a:lnTo>
                  <a:lnTo>
                    <a:pt x="8373390" y="3422293"/>
                  </a:lnTo>
                  <a:lnTo>
                    <a:pt x="8408119" y="3341347"/>
                  </a:lnTo>
                  <a:lnTo>
                    <a:pt x="8442606" y="3256435"/>
                  </a:lnTo>
                  <a:lnTo>
                    <a:pt x="8476936" y="3167666"/>
                  </a:lnTo>
                  <a:lnTo>
                    <a:pt x="8511177" y="3075205"/>
                  </a:lnTo>
                  <a:lnTo>
                    <a:pt x="8545380" y="2979270"/>
                  </a:lnTo>
                  <a:lnTo>
                    <a:pt x="8579582" y="2880138"/>
                  </a:lnTo>
                  <a:lnTo>
                    <a:pt x="8613809" y="2778139"/>
                  </a:lnTo>
                  <a:lnTo>
                    <a:pt x="8648074" y="2673653"/>
                  </a:lnTo>
                  <a:lnTo>
                    <a:pt x="8682381" y="2567108"/>
                  </a:lnTo>
                  <a:lnTo>
                    <a:pt x="8716729" y="2458968"/>
                  </a:lnTo>
                  <a:lnTo>
                    <a:pt x="8751107" y="2349730"/>
                  </a:lnTo>
                  <a:lnTo>
                    <a:pt x="8785501" y="2239914"/>
                  </a:lnTo>
                  <a:lnTo>
                    <a:pt x="8819898" y="2130050"/>
                  </a:lnTo>
                  <a:lnTo>
                    <a:pt x="8854279" y="2020668"/>
                  </a:lnTo>
                  <a:lnTo>
                    <a:pt x="8888633" y="1912290"/>
                  </a:lnTo>
                  <a:lnTo>
                    <a:pt x="8922949" y="1805418"/>
                  </a:lnTo>
                  <a:lnTo>
                    <a:pt x="8957222" y="1700523"/>
                  </a:lnTo>
                  <a:lnTo>
                    <a:pt x="8991454" y="1598041"/>
                  </a:lnTo>
                  <a:lnTo>
                    <a:pt x="9025660" y="1498360"/>
                  </a:lnTo>
                  <a:lnTo>
                    <a:pt x="9059860" y="1401820"/>
                  </a:lnTo>
                  <a:lnTo>
                    <a:pt x="9094090" y="1308707"/>
                  </a:lnTo>
                  <a:lnTo>
                    <a:pt x="9128399" y="1219250"/>
                  </a:lnTo>
                  <a:lnTo>
                    <a:pt x="9162852" y="1133625"/>
                  </a:lnTo>
                  <a:lnTo>
                    <a:pt x="9197530" y="1051950"/>
                  </a:lnTo>
                  <a:lnTo>
                    <a:pt x="9232533" y="974290"/>
                  </a:lnTo>
                  <a:lnTo>
                    <a:pt x="9267983" y="900663"/>
                  </a:lnTo>
                  <a:lnTo>
                    <a:pt x="9304026" y="831038"/>
                  </a:lnTo>
                  <a:lnTo>
                    <a:pt x="9340835" y="765343"/>
                  </a:lnTo>
                  <a:lnTo>
                    <a:pt x="9347647" y="753777"/>
                  </a:lnTo>
                  <a:lnTo>
                    <a:pt x="9397361" y="674882"/>
                  </a:lnTo>
                  <a:lnTo>
                    <a:pt x="9449303" y="602549"/>
                  </a:lnTo>
                  <a:lnTo>
                    <a:pt x="9504075" y="536567"/>
                  </a:lnTo>
                  <a:lnTo>
                    <a:pt x="9562334" y="476521"/>
                  </a:lnTo>
                  <a:lnTo>
                    <a:pt x="9624766" y="421899"/>
                  </a:lnTo>
                  <a:lnTo>
                    <a:pt x="9692050" y="372168"/>
                  </a:lnTo>
                  <a:lnTo>
                    <a:pt x="9764818" y="326818"/>
                  </a:lnTo>
                  <a:lnTo>
                    <a:pt x="9843603" y="285391"/>
                  </a:lnTo>
                  <a:lnTo>
                    <a:pt x="9928771" y="247498"/>
                  </a:lnTo>
                  <a:lnTo>
                    <a:pt x="10020429" y="212829"/>
                  </a:lnTo>
                  <a:lnTo>
                    <a:pt x="10118321" y="181159"/>
                  </a:lnTo>
                  <a:lnTo>
                    <a:pt x="10221705" y="152345"/>
                  </a:lnTo>
                  <a:lnTo>
                    <a:pt x="10329243" y="126324"/>
                  </a:lnTo>
                  <a:lnTo>
                    <a:pt x="10438919" y="103098"/>
                  </a:lnTo>
                  <a:lnTo>
                    <a:pt x="10548042" y="82713"/>
                  </a:lnTo>
                  <a:lnTo>
                    <a:pt x="10653352" y="65227"/>
                  </a:lnTo>
                  <a:lnTo>
                    <a:pt x="10751281" y="50673"/>
                  </a:lnTo>
                  <a:lnTo>
                    <a:pt x="10838345" y="39021"/>
                  </a:lnTo>
                  <a:lnTo>
                    <a:pt x="10911620" y="30142"/>
                  </a:lnTo>
                  <a:lnTo>
                    <a:pt x="10969206" y="23796"/>
                  </a:lnTo>
                  <a:lnTo>
                    <a:pt x="11010575" y="19634"/>
                  </a:lnTo>
                  <a:lnTo>
                    <a:pt x="11036721" y="17225"/>
                  </a:lnTo>
                  <a:lnTo>
                    <a:pt x="11050116" y="16092"/>
                  </a:lnTo>
                  <a:lnTo>
                    <a:pt x="11054538" y="15747"/>
                  </a:lnTo>
                  <a:lnTo>
                    <a:pt x="11054891" y="15721"/>
                  </a:lnTo>
                  <a:lnTo>
                    <a:pt x="12049831" y="1572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89" y="74"/>
                  </a:lnTo>
                  <a:lnTo>
                    <a:pt x="11047263" y="603"/>
                  </a:lnTo>
                  <a:lnTo>
                    <a:pt x="11030416" y="2064"/>
                  </a:lnTo>
                  <a:lnTo>
                    <a:pt x="10999937" y="4946"/>
                  </a:lnTo>
                  <a:lnTo>
                    <a:pt x="10953780" y="9715"/>
                  </a:lnTo>
                  <a:lnTo>
                    <a:pt x="10891406" y="16783"/>
                  </a:lnTo>
                  <a:lnTo>
                    <a:pt x="10813778" y="26467"/>
                  </a:lnTo>
                  <a:lnTo>
                    <a:pt x="10723143" y="38973"/>
                  </a:lnTo>
                  <a:lnTo>
                    <a:pt x="10622642" y="54399"/>
                  </a:lnTo>
                  <a:lnTo>
                    <a:pt x="10515833" y="72753"/>
                  </a:lnTo>
                  <a:lnTo>
                    <a:pt x="10406227" y="93989"/>
                  </a:lnTo>
                  <a:lnTo>
                    <a:pt x="10296935" y="118049"/>
                  </a:lnTo>
                  <a:lnTo>
                    <a:pt x="10190454" y="144899"/>
                  </a:lnTo>
                  <a:lnTo>
                    <a:pt x="10088592" y="174552"/>
                  </a:lnTo>
                  <a:lnTo>
                    <a:pt x="9992500" y="207095"/>
                  </a:lnTo>
                  <a:lnTo>
                    <a:pt x="9902764" y="242695"/>
                  </a:lnTo>
                  <a:lnTo>
                    <a:pt x="9819519" y="281603"/>
                  </a:lnTo>
                  <a:lnTo>
                    <a:pt x="9742571" y="324153"/>
                  </a:lnTo>
                  <a:lnTo>
                    <a:pt x="9671495" y="370755"/>
                  </a:lnTo>
                  <a:lnTo>
                    <a:pt x="9605723" y="421886"/>
                  </a:lnTo>
                  <a:lnTo>
                    <a:pt x="9544604" y="478065"/>
                  </a:lnTo>
                  <a:lnTo>
                    <a:pt x="9487453" y="539825"/>
                  </a:lnTo>
                  <a:lnTo>
                    <a:pt x="9433589" y="607659"/>
                  </a:lnTo>
                  <a:lnTo>
                    <a:pt x="9382369" y="681935"/>
                  </a:lnTo>
                  <a:lnTo>
                    <a:pt x="9347647" y="738055"/>
                  </a:lnTo>
                  <a:lnTo>
                    <a:pt x="9310677" y="803044"/>
                  </a:lnTo>
                  <a:lnTo>
                    <a:pt x="9274508" y="871945"/>
                  </a:lnTo>
                  <a:lnTo>
                    <a:pt x="9238961" y="944839"/>
                  </a:lnTo>
                  <a:lnTo>
                    <a:pt x="9203887" y="1021763"/>
                  </a:lnTo>
                  <a:lnTo>
                    <a:pt x="9169158" y="1102710"/>
                  </a:lnTo>
                  <a:lnTo>
                    <a:pt x="9134670" y="1187622"/>
                  </a:lnTo>
                  <a:lnTo>
                    <a:pt x="9100340" y="1276390"/>
                  </a:lnTo>
                  <a:lnTo>
                    <a:pt x="9066099" y="1368852"/>
                  </a:lnTo>
                  <a:lnTo>
                    <a:pt x="9031897" y="1464787"/>
                  </a:lnTo>
                  <a:lnTo>
                    <a:pt x="8997695" y="1563918"/>
                  </a:lnTo>
                  <a:lnTo>
                    <a:pt x="8963468" y="1665918"/>
                  </a:lnTo>
                  <a:lnTo>
                    <a:pt x="8929203" y="1770403"/>
                  </a:lnTo>
                  <a:lnTo>
                    <a:pt x="8894895" y="1876949"/>
                  </a:lnTo>
                  <a:lnTo>
                    <a:pt x="8860548" y="1985089"/>
                  </a:lnTo>
                  <a:lnTo>
                    <a:pt x="8826170" y="2094326"/>
                  </a:lnTo>
                  <a:lnTo>
                    <a:pt x="8791775" y="2204142"/>
                  </a:lnTo>
                  <a:lnTo>
                    <a:pt x="8757379" y="2314007"/>
                  </a:lnTo>
                  <a:lnTo>
                    <a:pt x="8722997" y="2423389"/>
                  </a:lnTo>
                  <a:lnTo>
                    <a:pt x="8688643" y="2531767"/>
                  </a:lnTo>
                  <a:lnTo>
                    <a:pt x="8654328" y="2638639"/>
                  </a:lnTo>
                  <a:lnTo>
                    <a:pt x="8620055" y="2743534"/>
                  </a:lnTo>
                  <a:lnTo>
                    <a:pt x="8585822" y="2846016"/>
                  </a:lnTo>
                  <a:lnTo>
                    <a:pt x="8551617" y="2945697"/>
                  </a:lnTo>
                  <a:lnTo>
                    <a:pt x="8517417" y="3042237"/>
                  </a:lnTo>
                  <a:lnTo>
                    <a:pt x="8483186" y="3135350"/>
                  </a:lnTo>
                  <a:lnTo>
                    <a:pt x="8448877" y="3224806"/>
                  </a:lnTo>
                  <a:lnTo>
                    <a:pt x="8414424" y="3310431"/>
                  </a:lnTo>
                  <a:lnTo>
                    <a:pt x="8379747" y="3392107"/>
                  </a:lnTo>
                  <a:lnTo>
                    <a:pt x="8344744" y="3469766"/>
                  </a:lnTo>
                  <a:lnTo>
                    <a:pt x="8309294" y="3543394"/>
                  </a:lnTo>
                  <a:lnTo>
                    <a:pt x="8273251" y="3613019"/>
                  </a:lnTo>
                  <a:lnTo>
                    <a:pt x="8236441" y="3678713"/>
                  </a:lnTo>
                  <a:lnTo>
                    <a:pt x="8229629" y="3690279"/>
                  </a:lnTo>
                  <a:lnTo>
                    <a:pt x="8179916" y="3769174"/>
                  </a:lnTo>
                  <a:lnTo>
                    <a:pt x="8127973" y="3841508"/>
                  </a:lnTo>
                  <a:lnTo>
                    <a:pt x="8073202" y="3907490"/>
                  </a:lnTo>
                  <a:lnTo>
                    <a:pt x="8014943" y="3967536"/>
                  </a:lnTo>
                  <a:lnTo>
                    <a:pt x="7952511" y="4022158"/>
                  </a:lnTo>
                  <a:lnTo>
                    <a:pt x="7885227" y="4071889"/>
                  </a:lnTo>
                  <a:lnTo>
                    <a:pt x="7812459" y="4117239"/>
                  </a:lnTo>
                  <a:lnTo>
                    <a:pt x="7733674" y="4158666"/>
                  </a:lnTo>
                  <a:lnTo>
                    <a:pt x="7648506" y="4196559"/>
                  </a:lnTo>
                  <a:lnTo>
                    <a:pt x="7556847" y="4231228"/>
                  </a:lnTo>
                  <a:lnTo>
                    <a:pt x="7458955" y="4262898"/>
                  </a:lnTo>
                  <a:lnTo>
                    <a:pt x="7355571" y="4291712"/>
                  </a:lnTo>
                  <a:lnTo>
                    <a:pt x="7248034" y="4317733"/>
                  </a:lnTo>
                  <a:lnTo>
                    <a:pt x="7138358" y="4340959"/>
                  </a:lnTo>
                  <a:lnTo>
                    <a:pt x="7029235" y="4361344"/>
                  </a:lnTo>
                  <a:lnTo>
                    <a:pt x="6923925" y="4378830"/>
                  </a:lnTo>
                  <a:lnTo>
                    <a:pt x="6825995" y="4393383"/>
                  </a:lnTo>
                  <a:lnTo>
                    <a:pt x="6738931" y="4405036"/>
                  </a:lnTo>
                  <a:lnTo>
                    <a:pt x="6665657" y="4413915"/>
                  </a:lnTo>
                  <a:lnTo>
                    <a:pt x="6608071" y="4420261"/>
                  </a:lnTo>
                  <a:lnTo>
                    <a:pt x="6566702" y="4424423"/>
                  </a:lnTo>
                  <a:lnTo>
                    <a:pt x="6540556" y="4426832"/>
                  </a:lnTo>
                  <a:lnTo>
                    <a:pt x="6527161" y="4427965"/>
                  </a:lnTo>
                  <a:lnTo>
                    <a:pt x="6522738" y="4428310"/>
                  </a:lnTo>
                  <a:lnTo>
                    <a:pt x="6522385" y="4428335"/>
                  </a:lnTo>
                  <a:lnTo>
                    <a:pt x="5527445" y="4428335"/>
                  </a:lnTo>
                  <a:lnTo>
                    <a:pt x="5526348" y="4428294"/>
                  </a:lnTo>
                  <a:lnTo>
                    <a:pt x="5519101" y="4427997"/>
                  </a:lnTo>
                  <a:lnTo>
                    <a:pt x="5500720" y="4427178"/>
                  </a:lnTo>
                  <a:lnTo>
                    <a:pt x="5467573" y="4425564"/>
                  </a:lnTo>
                  <a:lnTo>
                    <a:pt x="5417593" y="4422895"/>
                  </a:lnTo>
                  <a:lnTo>
                    <a:pt x="5350428" y="4418949"/>
                  </a:lnTo>
                  <a:lnTo>
                    <a:pt x="5267397" y="4413557"/>
                  </a:lnTo>
                  <a:lnTo>
                    <a:pt x="5171204" y="4406618"/>
                  </a:lnTo>
                  <a:lnTo>
                    <a:pt x="5065447" y="4398090"/>
                  </a:lnTo>
                  <a:lnTo>
                    <a:pt x="4954060" y="4387977"/>
                  </a:lnTo>
                  <a:lnTo>
                    <a:pt x="4840796" y="4376311"/>
                  </a:lnTo>
                  <a:lnTo>
                    <a:pt x="4728861" y="4363121"/>
                  </a:lnTo>
                  <a:lnTo>
                    <a:pt x="4620725" y="4348419"/>
                  </a:lnTo>
                  <a:lnTo>
                    <a:pt x="4518080" y="4332181"/>
                  </a:lnTo>
                  <a:lnTo>
                    <a:pt x="4421913" y="4314339"/>
                  </a:lnTo>
                  <a:lnTo>
                    <a:pt x="4332624" y="4294781"/>
                  </a:lnTo>
                  <a:lnTo>
                    <a:pt x="4250173" y="4273341"/>
                  </a:lnTo>
                  <a:lnTo>
                    <a:pt x="4174202" y="4249811"/>
                  </a:lnTo>
                  <a:lnTo>
                    <a:pt x="4104150" y="4223939"/>
                  </a:lnTo>
                  <a:lnTo>
                    <a:pt x="4039334" y="4195443"/>
                  </a:lnTo>
                  <a:lnTo>
                    <a:pt x="3979011" y="4164025"/>
                  </a:lnTo>
                  <a:lnTo>
                    <a:pt x="3922429" y="4129397"/>
                  </a:lnTo>
                  <a:lnTo>
                    <a:pt x="3868864" y="4091324"/>
                  </a:lnTo>
                  <a:lnTo>
                    <a:pt x="3820202" y="4051883"/>
                  </a:lnTo>
                  <a:lnTo>
                    <a:pt x="3772400" y="4008495"/>
                  </a:lnTo>
                  <a:lnTo>
                    <a:pt x="3725855" y="3961725"/>
                  </a:lnTo>
                  <a:lnTo>
                    <a:pt x="3680204" y="3911505"/>
                  </a:lnTo>
                  <a:lnTo>
                    <a:pt x="3635159" y="3857833"/>
                  </a:lnTo>
                  <a:lnTo>
                    <a:pt x="3590493" y="3800772"/>
                  </a:lnTo>
                  <a:lnTo>
                    <a:pt x="3546034" y="3740465"/>
                  </a:lnTo>
                  <a:lnTo>
                    <a:pt x="3501657" y="3677135"/>
                  </a:lnTo>
                  <a:lnTo>
                    <a:pt x="3457278" y="3611084"/>
                  </a:lnTo>
                  <a:lnTo>
                    <a:pt x="3412847" y="3542692"/>
                  </a:lnTo>
                  <a:lnTo>
                    <a:pt x="3368346" y="3472411"/>
                  </a:lnTo>
                  <a:lnTo>
                    <a:pt x="3323779" y="3400753"/>
                  </a:lnTo>
                  <a:lnTo>
                    <a:pt x="3279167" y="3328272"/>
                  </a:lnTo>
                  <a:lnTo>
                    <a:pt x="3234541" y="3255553"/>
                  </a:lnTo>
                  <a:lnTo>
                    <a:pt x="3189935" y="3183188"/>
                  </a:lnTo>
                  <a:lnTo>
                    <a:pt x="3145380" y="3111755"/>
                  </a:lnTo>
                  <a:lnTo>
                    <a:pt x="3100893" y="3041803"/>
                  </a:lnTo>
                  <a:lnTo>
                    <a:pt x="3056475" y="2973833"/>
                  </a:lnTo>
                  <a:lnTo>
                    <a:pt x="3012101" y="2908284"/>
                  </a:lnTo>
                  <a:lnTo>
                    <a:pt x="2967715" y="2845520"/>
                  </a:lnTo>
                  <a:lnTo>
                    <a:pt x="2923227" y="2785830"/>
                  </a:lnTo>
                  <a:lnTo>
                    <a:pt x="2878502" y="2729419"/>
                  </a:lnTo>
                  <a:lnTo>
                    <a:pt x="2833359" y="2676415"/>
                  </a:lnTo>
                  <a:lnTo>
                    <a:pt x="2787559" y="2626869"/>
                  </a:lnTo>
                  <a:lnTo>
                    <a:pt x="2740801" y="2580764"/>
                  </a:lnTo>
                  <a:lnTo>
                    <a:pt x="2702183" y="2546074"/>
                  </a:lnTo>
                  <a:lnTo>
                    <a:pt x="2650874" y="2504622"/>
                  </a:lnTo>
                  <a:lnTo>
                    <a:pt x="2597172" y="2466728"/>
                  </a:lnTo>
                  <a:lnTo>
                    <a:pt x="2540419" y="2432269"/>
                  </a:lnTo>
                  <a:lnTo>
                    <a:pt x="2479887" y="2401006"/>
                  </a:lnTo>
                  <a:lnTo>
                    <a:pt x="2414823" y="2372649"/>
                  </a:lnTo>
                  <a:lnTo>
                    <a:pt x="2344488" y="2346902"/>
                  </a:lnTo>
                  <a:lnTo>
                    <a:pt x="2268201" y="2323484"/>
                  </a:lnTo>
                  <a:lnTo>
                    <a:pt x="2185410" y="2302144"/>
                  </a:lnTo>
                  <a:lnTo>
                    <a:pt x="2095772" y="2282675"/>
                  </a:lnTo>
                  <a:lnTo>
                    <a:pt x="1999263" y="2264918"/>
                  </a:lnTo>
                  <a:lnTo>
                    <a:pt x="1896311" y="2248758"/>
                  </a:lnTo>
                  <a:lnTo>
                    <a:pt x="1787936" y="2234132"/>
                  </a:lnTo>
                  <a:lnTo>
                    <a:pt x="1675868" y="2221019"/>
                  </a:lnTo>
                  <a:lnTo>
                    <a:pt x="1562616" y="2209431"/>
                  </a:lnTo>
                  <a:lnTo>
                    <a:pt x="1451420" y="2199398"/>
                  </a:lnTo>
                  <a:lnTo>
                    <a:pt x="1346053" y="2190950"/>
                  </a:lnTo>
                  <a:lnTo>
                    <a:pt x="1250445" y="2184091"/>
                  </a:lnTo>
                  <a:lnTo>
                    <a:pt x="1168162" y="2178775"/>
                  </a:lnTo>
                  <a:lnTo>
                    <a:pt x="1101847" y="2174898"/>
                  </a:lnTo>
                  <a:lnTo>
                    <a:pt x="1052742" y="2172288"/>
                  </a:lnTo>
                  <a:lnTo>
                    <a:pt x="1020405" y="2170721"/>
                  </a:lnTo>
                  <a:lnTo>
                    <a:pt x="1002687" y="2169935"/>
                  </a:lnTo>
                  <a:lnTo>
                    <a:pt x="995881" y="2169658"/>
                  </a:lnTo>
                  <a:lnTo>
                    <a:pt x="994940" y="2169622"/>
                  </a:lnTo>
                  <a:lnTo>
                    <a:pt x="0" y="2169622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06" name="pl705"/>
            <p:cNvSpPr/>
            <p:nvPr/>
          </p:nvSpPr>
          <p:spPr>
            <a:xfrm>
              <a:off x="1199187" y="1414806"/>
              <a:ext cx="12049831" cy="4428335"/>
            </a:xfrm>
            <a:custGeom>
              <a:avLst/>
              <a:pathLst>
                <a:path w="12049831" h="4428335">
                  <a:moveTo>
                    <a:pt x="0" y="2169622"/>
                  </a:moveTo>
                  <a:lnTo>
                    <a:pt x="994940" y="2169622"/>
                  </a:lnTo>
                  <a:lnTo>
                    <a:pt x="996037" y="2169664"/>
                  </a:lnTo>
                  <a:lnTo>
                    <a:pt x="1003284" y="2169960"/>
                  </a:lnTo>
                  <a:lnTo>
                    <a:pt x="1021665" y="2170779"/>
                  </a:lnTo>
                  <a:lnTo>
                    <a:pt x="1054812" y="2172393"/>
                  </a:lnTo>
                  <a:lnTo>
                    <a:pt x="1104792" y="2175062"/>
                  </a:lnTo>
                  <a:lnTo>
                    <a:pt x="1171957" y="2179008"/>
                  </a:lnTo>
                  <a:lnTo>
                    <a:pt x="1254988" y="2184400"/>
                  </a:lnTo>
                  <a:lnTo>
                    <a:pt x="1351181" y="2191339"/>
                  </a:lnTo>
                  <a:lnTo>
                    <a:pt x="1456938" y="2199868"/>
                  </a:lnTo>
                  <a:lnTo>
                    <a:pt x="1568325" y="2209980"/>
                  </a:lnTo>
                  <a:lnTo>
                    <a:pt x="1681589" y="2221646"/>
                  </a:lnTo>
                  <a:lnTo>
                    <a:pt x="1793524" y="2234836"/>
                  </a:lnTo>
                  <a:lnTo>
                    <a:pt x="1901660" y="2249538"/>
                  </a:lnTo>
                  <a:lnTo>
                    <a:pt x="2004305" y="2265777"/>
                  </a:lnTo>
                  <a:lnTo>
                    <a:pt x="2100472" y="2283618"/>
                  </a:lnTo>
                  <a:lnTo>
                    <a:pt x="2189761" y="2303177"/>
                  </a:lnTo>
                  <a:lnTo>
                    <a:pt x="2272212" y="2324616"/>
                  </a:lnTo>
                  <a:lnTo>
                    <a:pt x="2348183" y="2348147"/>
                  </a:lnTo>
                  <a:lnTo>
                    <a:pt x="2418235" y="2374019"/>
                  </a:lnTo>
                  <a:lnTo>
                    <a:pt x="2483051" y="2402515"/>
                  </a:lnTo>
                  <a:lnTo>
                    <a:pt x="2543374" y="2433933"/>
                  </a:lnTo>
                  <a:lnTo>
                    <a:pt x="2599956" y="2468561"/>
                  </a:lnTo>
                  <a:lnTo>
                    <a:pt x="2653521" y="2506633"/>
                  </a:lnTo>
                  <a:lnTo>
                    <a:pt x="2702183" y="2546074"/>
                  </a:lnTo>
                  <a:lnTo>
                    <a:pt x="2749985" y="2589463"/>
                  </a:lnTo>
                  <a:lnTo>
                    <a:pt x="2796530" y="2636233"/>
                  </a:lnTo>
                  <a:lnTo>
                    <a:pt x="2842181" y="2686452"/>
                  </a:lnTo>
                  <a:lnTo>
                    <a:pt x="2887226" y="2740125"/>
                  </a:lnTo>
                  <a:lnTo>
                    <a:pt x="2931892" y="2797185"/>
                  </a:lnTo>
                  <a:lnTo>
                    <a:pt x="2976351" y="2857492"/>
                  </a:lnTo>
                  <a:lnTo>
                    <a:pt x="3020728" y="2920822"/>
                  </a:lnTo>
                  <a:lnTo>
                    <a:pt x="3065107" y="2986874"/>
                  </a:lnTo>
                  <a:lnTo>
                    <a:pt x="3109538" y="3055265"/>
                  </a:lnTo>
                  <a:lnTo>
                    <a:pt x="3154039" y="3125546"/>
                  </a:lnTo>
                  <a:lnTo>
                    <a:pt x="3198606" y="3197204"/>
                  </a:lnTo>
                  <a:lnTo>
                    <a:pt x="3243218" y="3269685"/>
                  </a:lnTo>
                  <a:lnTo>
                    <a:pt x="3287844" y="3342404"/>
                  </a:lnTo>
                  <a:lnTo>
                    <a:pt x="3332450" y="3414770"/>
                  </a:lnTo>
                  <a:lnTo>
                    <a:pt x="3377005" y="3486203"/>
                  </a:lnTo>
                  <a:lnTo>
                    <a:pt x="3421492" y="3556154"/>
                  </a:lnTo>
                  <a:lnTo>
                    <a:pt x="3465910" y="3624124"/>
                  </a:lnTo>
                  <a:lnTo>
                    <a:pt x="3510284" y="3689674"/>
                  </a:lnTo>
                  <a:lnTo>
                    <a:pt x="3554670" y="3752437"/>
                  </a:lnTo>
                  <a:lnTo>
                    <a:pt x="3599158" y="3812128"/>
                  </a:lnTo>
                  <a:lnTo>
                    <a:pt x="3643883" y="3868538"/>
                  </a:lnTo>
                  <a:lnTo>
                    <a:pt x="3689026" y="3921542"/>
                  </a:lnTo>
                  <a:lnTo>
                    <a:pt x="3734826" y="3971088"/>
                  </a:lnTo>
                  <a:lnTo>
                    <a:pt x="3781584" y="4017194"/>
                  </a:lnTo>
                  <a:lnTo>
                    <a:pt x="3820202" y="4051883"/>
                  </a:lnTo>
                  <a:lnTo>
                    <a:pt x="3871511" y="4093335"/>
                  </a:lnTo>
                  <a:lnTo>
                    <a:pt x="3925213" y="4131229"/>
                  </a:lnTo>
                  <a:lnTo>
                    <a:pt x="3981966" y="4165689"/>
                  </a:lnTo>
                  <a:lnTo>
                    <a:pt x="4042498" y="4196952"/>
                  </a:lnTo>
                  <a:lnTo>
                    <a:pt x="4107562" y="4225308"/>
                  </a:lnTo>
                  <a:lnTo>
                    <a:pt x="4177897" y="4251055"/>
                  </a:lnTo>
                  <a:lnTo>
                    <a:pt x="4254184" y="4274474"/>
                  </a:lnTo>
                  <a:lnTo>
                    <a:pt x="4336975" y="4295814"/>
                  </a:lnTo>
                  <a:lnTo>
                    <a:pt x="4426613" y="4315282"/>
                  </a:lnTo>
                  <a:lnTo>
                    <a:pt x="4523122" y="4333040"/>
                  </a:lnTo>
                  <a:lnTo>
                    <a:pt x="4626074" y="4349199"/>
                  </a:lnTo>
                  <a:lnTo>
                    <a:pt x="4734449" y="4363825"/>
                  </a:lnTo>
                  <a:lnTo>
                    <a:pt x="4846517" y="4376938"/>
                  </a:lnTo>
                  <a:lnTo>
                    <a:pt x="4959769" y="4388527"/>
                  </a:lnTo>
                  <a:lnTo>
                    <a:pt x="5070965" y="4398559"/>
                  </a:lnTo>
                  <a:lnTo>
                    <a:pt x="5176332" y="4407007"/>
                  </a:lnTo>
                  <a:lnTo>
                    <a:pt x="5271940" y="4413867"/>
                  </a:lnTo>
                  <a:lnTo>
                    <a:pt x="5354223" y="4419182"/>
                  </a:lnTo>
                  <a:lnTo>
                    <a:pt x="5420538" y="4423059"/>
                  </a:lnTo>
                  <a:lnTo>
                    <a:pt x="5469643" y="4425669"/>
                  </a:lnTo>
                  <a:lnTo>
                    <a:pt x="5501980" y="4427237"/>
                  </a:lnTo>
                  <a:lnTo>
                    <a:pt x="5519698" y="4428022"/>
                  </a:lnTo>
                  <a:lnTo>
                    <a:pt x="5526504" y="4428300"/>
                  </a:lnTo>
                  <a:lnTo>
                    <a:pt x="5527445" y="4428335"/>
                  </a:lnTo>
                  <a:lnTo>
                    <a:pt x="6522385" y="4428335"/>
                  </a:lnTo>
                  <a:lnTo>
                    <a:pt x="6523387" y="4428261"/>
                  </a:lnTo>
                  <a:lnTo>
                    <a:pt x="6530013" y="4427732"/>
                  </a:lnTo>
                  <a:lnTo>
                    <a:pt x="6546860" y="4426271"/>
                  </a:lnTo>
                  <a:lnTo>
                    <a:pt x="6577340" y="4423389"/>
                  </a:lnTo>
                  <a:lnTo>
                    <a:pt x="6623497" y="4418620"/>
                  </a:lnTo>
                  <a:lnTo>
                    <a:pt x="6685870" y="4411552"/>
                  </a:lnTo>
                  <a:lnTo>
                    <a:pt x="6763498" y="4401868"/>
                  </a:lnTo>
                  <a:lnTo>
                    <a:pt x="6854134" y="4389362"/>
                  </a:lnTo>
                  <a:lnTo>
                    <a:pt x="6954635" y="4373936"/>
                  </a:lnTo>
                  <a:lnTo>
                    <a:pt x="7061444" y="4355582"/>
                  </a:lnTo>
                  <a:lnTo>
                    <a:pt x="7171050" y="4334346"/>
                  </a:lnTo>
                  <a:lnTo>
                    <a:pt x="7280342" y="4310285"/>
                  </a:lnTo>
                  <a:lnTo>
                    <a:pt x="7386823" y="4283436"/>
                  </a:lnTo>
                  <a:lnTo>
                    <a:pt x="7488685" y="4253783"/>
                  </a:lnTo>
                  <a:lnTo>
                    <a:pt x="7584776" y="4221240"/>
                  </a:lnTo>
                  <a:lnTo>
                    <a:pt x="7674513" y="4185640"/>
                  </a:lnTo>
                  <a:lnTo>
                    <a:pt x="7757757" y="4146732"/>
                  </a:lnTo>
                  <a:lnTo>
                    <a:pt x="7834706" y="4104182"/>
                  </a:lnTo>
                  <a:lnTo>
                    <a:pt x="7905782" y="4057580"/>
                  </a:lnTo>
                  <a:lnTo>
                    <a:pt x="7971554" y="4006449"/>
                  </a:lnTo>
                  <a:lnTo>
                    <a:pt x="8032673" y="3950270"/>
                  </a:lnTo>
                  <a:lnTo>
                    <a:pt x="8089824" y="3888510"/>
                  </a:lnTo>
                  <a:lnTo>
                    <a:pt x="8143687" y="3820676"/>
                  </a:lnTo>
                  <a:lnTo>
                    <a:pt x="8194908" y="3746399"/>
                  </a:lnTo>
                  <a:lnTo>
                    <a:pt x="8229629" y="3690279"/>
                  </a:lnTo>
                  <a:lnTo>
                    <a:pt x="8266600" y="3625291"/>
                  </a:lnTo>
                  <a:lnTo>
                    <a:pt x="8302769" y="3556389"/>
                  </a:lnTo>
                  <a:lnTo>
                    <a:pt x="8338315" y="3483495"/>
                  </a:lnTo>
                  <a:lnTo>
                    <a:pt x="8373390" y="3406572"/>
                  </a:lnTo>
                  <a:lnTo>
                    <a:pt x="8408119" y="3325625"/>
                  </a:lnTo>
                  <a:lnTo>
                    <a:pt x="8442606" y="3240713"/>
                  </a:lnTo>
                  <a:lnTo>
                    <a:pt x="8476936" y="3151944"/>
                  </a:lnTo>
                  <a:lnTo>
                    <a:pt x="8511177" y="3059483"/>
                  </a:lnTo>
                  <a:lnTo>
                    <a:pt x="8545380" y="2963548"/>
                  </a:lnTo>
                  <a:lnTo>
                    <a:pt x="8579582" y="2864416"/>
                  </a:lnTo>
                  <a:lnTo>
                    <a:pt x="8613809" y="2762417"/>
                  </a:lnTo>
                  <a:lnTo>
                    <a:pt x="8648074" y="2657932"/>
                  </a:lnTo>
                  <a:lnTo>
                    <a:pt x="8682381" y="2551386"/>
                  </a:lnTo>
                  <a:lnTo>
                    <a:pt x="8716729" y="2443246"/>
                  </a:lnTo>
                  <a:lnTo>
                    <a:pt x="8751107" y="2334009"/>
                  </a:lnTo>
                  <a:lnTo>
                    <a:pt x="8785501" y="2224192"/>
                  </a:lnTo>
                  <a:lnTo>
                    <a:pt x="8819898" y="2114328"/>
                  </a:lnTo>
                  <a:lnTo>
                    <a:pt x="8854279" y="2004946"/>
                  </a:lnTo>
                  <a:lnTo>
                    <a:pt x="8888633" y="1896568"/>
                  </a:lnTo>
                  <a:lnTo>
                    <a:pt x="8922949" y="1789696"/>
                  </a:lnTo>
                  <a:lnTo>
                    <a:pt x="8957222" y="1684801"/>
                  </a:lnTo>
                  <a:lnTo>
                    <a:pt x="8991454" y="1582319"/>
                  </a:lnTo>
                  <a:lnTo>
                    <a:pt x="9025660" y="1482638"/>
                  </a:lnTo>
                  <a:lnTo>
                    <a:pt x="9059860" y="1386098"/>
                  </a:lnTo>
                  <a:lnTo>
                    <a:pt x="9094090" y="1292985"/>
                  </a:lnTo>
                  <a:lnTo>
                    <a:pt x="9128399" y="1203529"/>
                  </a:lnTo>
                  <a:lnTo>
                    <a:pt x="9162852" y="1117903"/>
                  </a:lnTo>
                  <a:lnTo>
                    <a:pt x="9197530" y="1036228"/>
                  </a:lnTo>
                  <a:lnTo>
                    <a:pt x="9232533" y="958569"/>
                  </a:lnTo>
                  <a:lnTo>
                    <a:pt x="9267983" y="884941"/>
                  </a:lnTo>
                  <a:lnTo>
                    <a:pt x="9304026" y="815316"/>
                  </a:lnTo>
                  <a:lnTo>
                    <a:pt x="9340835" y="749622"/>
                  </a:lnTo>
                  <a:lnTo>
                    <a:pt x="9347647" y="738055"/>
                  </a:lnTo>
                  <a:lnTo>
                    <a:pt x="9397361" y="659160"/>
                  </a:lnTo>
                  <a:lnTo>
                    <a:pt x="9449303" y="586827"/>
                  </a:lnTo>
                  <a:lnTo>
                    <a:pt x="9504075" y="520845"/>
                  </a:lnTo>
                  <a:lnTo>
                    <a:pt x="9562334" y="460799"/>
                  </a:lnTo>
                  <a:lnTo>
                    <a:pt x="9624766" y="406177"/>
                  </a:lnTo>
                  <a:lnTo>
                    <a:pt x="9692050" y="356446"/>
                  </a:lnTo>
                  <a:lnTo>
                    <a:pt x="9764818" y="311096"/>
                  </a:lnTo>
                  <a:lnTo>
                    <a:pt x="9843603" y="269669"/>
                  </a:lnTo>
                  <a:lnTo>
                    <a:pt x="9928771" y="231776"/>
                  </a:lnTo>
                  <a:lnTo>
                    <a:pt x="10020429" y="197107"/>
                  </a:lnTo>
                  <a:lnTo>
                    <a:pt x="10118321" y="165437"/>
                  </a:lnTo>
                  <a:lnTo>
                    <a:pt x="10221705" y="136623"/>
                  </a:lnTo>
                  <a:lnTo>
                    <a:pt x="10329243" y="110602"/>
                  </a:lnTo>
                  <a:lnTo>
                    <a:pt x="10438919" y="87376"/>
                  </a:lnTo>
                  <a:lnTo>
                    <a:pt x="10548042" y="66991"/>
                  </a:lnTo>
                  <a:lnTo>
                    <a:pt x="10653352" y="49505"/>
                  </a:lnTo>
                  <a:lnTo>
                    <a:pt x="10751281" y="34951"/>
                  </a:lnTo>
                  <a:lnTo>
                    <a:pt x="10838345" y="23299"/>
                  </a:lnTo>
                  <a:lnTo>
                    <a:pt x="10911620" y="14420"/>
                  </a:lnTo>
                  <a:lnTo>
                    <a:pt x="10969206" y="8074"/>
                  </a:lnTo>
                  <a:lnTo>
                    <a:pt x="11010575" y="3912"/>
                  </a:lnTo>
                  <a:lnTo>
                    <a:pt x="11036721" y="1503"/>
                  </a:lnTo>
                  <a:lnTo>
                    <a:pt x="11050116" y="370"/>
                  </a:lnTo>
                  <a:lnTo>
                    <a:pt x="11054538" y="2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7" name="pl706"/>
            <p:cNvSpPr/>
            <p:nvPr/>
          </p:nvSpPr>
          <p:spPr>
            <a:xfrm>
              <a:off x="1199187" y="1399084"/>
              <a:ext cx="12049831" cy="4428335"/>
            </a:xfrm>
            <a:custGeom>
              <a:avLst/>
              <a:pathLst>
                <a:path w="12049831" h="4428335">
                  <a:moveTo>
                    <a:pt x="12049831" y="0"/>
                  </a:moveTo>
                  <a:lnTo>
                    <a:pt x="11054891" y="0"/>
                  </a:lnTo>
                  <a:lnTo>
                    <a:pt x="11053889" y="74"/>
                  </a:lnTo>
                  <a:lnTo>
                    <a:pt x="11047263" y="603"/>
                  </a:lnTo>
                  <a:lnTo>
                    <a:pt x="11030416" y="2064"/>
                  </a:lnTo>
                  <a:lnTo>
                    <a:pt x="10999937" y="4946"/>
                  </a:lnTo>
                  <a:lnTo>
                    <a:pt x="10953780" y="9715"/>
                  </a:lnTo>
                  <a:lnTo>
                    <a:pt x="10891406" y="16783"/>
                  </a:lnTo>
                  <a:lnTo>
                    <a:pt x="10813778" y="26467"/>
                  </a:lnTo>
                  <a:lnTo>
                    <a:pt x="10723143" y="38973"/>
                  </a:lnTo>
                  <a:lnTo>
                    <a:pt x="10622642" y="54399"/>
                  </a:lnTo>
                  <a:lnTo>
                    <a:pt x="10515833" y="72753"/>
                  </a:lnTo>
                  <a:lnTo>
                    <a:pt x="10406227" y="93989"/>
                  </a:lnTo>
                  <a:lnTo>
                    <a:pt x="10296935" y="118049"/>
                  </a:lnTo>
                  <a:lnTo>
                    <a:pt x="10190454" y="144899"/>
                  </a:lnTo>
                  <a:lnTo>
                    <a:pt x="10088592" y="174552"/>
                  </a:lnTo>
                  <a:lnTo>
                    <a:pt x="9992500" y="207095"/>
                  </a:lnTo>
                  <a:lnTo>
                    <a:pt x="9902764" y="242695"/>
                  </a:lnTo>
                  <a:lnTo>
                    <a:pt x="9819519" y="281603"/>
                  </a:lnTo>
                  <a:lnTo>
                    <a:pt x="9742571" y="324153"/>
                  </a:lnTo>
                  <a:lnTo>
                    <a:pt x="9671495" y="370755"/>
                  </a:lnTo>
                  <a:lnTo>
                    <a:pt x="9605723" y="421886"/>
                  </a:lnTo>
                  <a:lnTo>
                    <a:pt x="9544604" y="478065"/>
                  </a:lnTo>
                  <a:lnTo>
                    <a:pt x="9487453" y="539825"/>
                  </a:lnTo>
                  <a:lnTo>
                    <a:pt x="9433589" y="607659"/>
                  </a:lnTo>
                  <a:lnTo>
                    <a:pt x="9382369" y="681935"/>
                  </a:lnTo>
                  <a:lnTo>
                    <a:pt x="9347647" y="738055"/>
                  </a:lnTo>
                  <a:lnTo>
                    <a:pt x="9310677" y="803044"/>
                  </a:lnTo>
                  <a:lnTo>
                    <a:pt x="9274508" y="871945"/>
                  </a:lnTo>
                  <a:lnTo>
                    <a:pt x="9238961" y="944839"/>
                  </a:lnTo>
                  <a:lnTo>
                    <a:pt x="9203887" y="1021763"/>
                  </a:lnTo>
                  <a:lnTo>
                    <a:pt x="9169158" y="1102710"/>
                  </a:lnTo>
                  <a:lnTo>
                    <a:pt x="9134670" y="1187622"/>
                  </a:lnTo>
                  <a:lnTo>
                    <a:pt x="9100340" y="1276390"/>
                  </a:lnTo>
                  <a:lnTo>
                    <a:pt x="9066099" y="1368852"/>
                  </a:lnTo>
                  <a:lnTo>
                    <a:pt x="9031897" y="1464787"/>
                  </a:lnTo>
                  <a:lnTo>
                    <a:pt x="8997695" y="1563918"/>
                  </a:lnTo>
                  <a:lnTo>
                    <a:pt x="8963468" y="1665918"/>
                  </a:lnTo>
                  <a:lnTo>
                    <a:pt x="8929203" y="1770403"/>
                  </a:lnTo>
                  <a:lnTo>
                    <a:pt x="8894895" y="1876949"/>
                  </a:lnTo>
                  <a:lnTo>
                    <a:pt x="8860548" y="1985089"/>
                  </a:lnTo>
                  <a:lnTo>
                    <a:pt x="8826170" y="2094326"/>
                  </a:lnTo>
                  <a:lnTo>
                    <a:pt x="8791775" y="2204142"/>
                  </a:lnTo>
                  <a:lnTo>
                    <a:pt x="8757379" y="2314007"/>
                  </a:lnTo>
                  <a:lnTo>
                    <a:pt x="8722997" y="2423389"/>
                  </a:lnTo>
                  <a:lnTo>
                    <a:pt x="8688643" y="2531767"/>
                  </a:lnTo>
                  <a:lnTo>
                    <a:pt x="8654328" y="2638639"/>
                  </a:lnTo>
                  <a:lnTo>
                    <a:pt x="8620055" y="2743534"/>
                  </a:lnTo>
                  <a:lnTo>
                    <a:pt x="8585822" y="2846016"/>
                  </a:lnTo>
                  <a:lnTo>
                    <a:pt x="8551617" y="2945697"/>
                  </a:lnTo>
                  <a:lnTo>
                    <a:pt x="8517417" y="3042237"/>
                  </a:lnTo>
                  <a:lnTo>
                    <a:pt x="8483186" y="3135350"/>
                  </a:lnTo>
                  <a:lnTo>
                    <a:pt x="8448877" y="3224806"/>
                  </a:lnTo>
                  <a:lnTo>
                    <a:pt x="8414424" y="3310431"/>
                  </a:lnTo>
                  <a:lnTo>
                    <a:pt x="8379747" y="3392107"/>
                  </a:lnTo>
                  <a:lnTo>
                    <a:pt x="8344744" y="3469766"/>
                  </a:lnTo>
                  <a:lnTo>
                    <a:pt x="8309294" y="3543394"/>
                  </a:lnTo>
                  <a:lnTo>
                    <a:pt x="8273251" y="3613019"/>
                  </a:lnTo>
                  <a:lnTo>
                    <a:pt x="8236441" y="3678713"/>
                  </a:lnTo>
                  <a:lnTo>
                    <a:pt x="8229629" y="3690279"/>
                  </a:lnTo>
                  <a:lnTo>
                    <a:pt x="8179916" y="3769174"/>
                  </a:lnTo>
                  <a:lnTo>
                    <a:pt x="8127973" y="3841508"/>
                  </a:lnTo>
                  <a:lnTo>
                    <a:pt x="8073202" y="3907490"/>
                  </a:lnTo>
                  <a:lnTo>
                    <a:pt x="8014943" y="3967536"/>
                  </a:lnTo>
                  <a:lnTo>
                    <a:pt x="7952511" y="4022158"/>
                  </a:lnTo>
                  <a:lnTo>
                    <a:pt x="7885227" y="4071889"/>
                  </a:lnTo>
                  <a:lnTo>
                    <a:pt x="7812459" y="4117239"/>
                  </a:lnTo>
                  <a:lnTo>
                    <a:pt x="7733674" y="4158666"/>
                  </a:lnTo>
                  <a:lnTo>
                    <a:pt x="7648506" y="4196559"/>
                  </a:lnTo>
                  <a:lnTo>
                    <a:pt x="7556847" y="4231228"/>
                  </a:lnTo>
                  <a:lnTo>
                    <a:pt x="7458955" y="4262898"/>
                  </a:lnTo>
                  <a:lnTo>
                    <a:pt x="7355571" y="4291712"/>
                  </a:lnTo>
                  <a:lnTo>
                    <a:pt x="7248034" y="4317733"/>
                  </a:lnTo>
                  <a:lnTo>
                    <a:pt x="7138358" y="4340959"/>
                  </a:lnTo>
                  <a:lnTo>
                    <a:pt x="7029235" y="4361344"/>
                  </a:lnTo>
                  <a:lnTo>
                    <a:pt x="6923925" y="4378830"/>
                  </a:lnTo>
                  <a:lnTo>
                    <a:pt x="6825995" y="4393383"/>
                  </a:lnTo>
                  <a:lnTo>
                    <a:pt x="6738931" y="4405036"/>
                  </a:lnTo>
                  <a:lnTo>
                    <a:pt x="6665657" y="4413915"/>
                  </a:lnTo>
                  <a:lnTo>
                    <a:pt x="6608071" y="4420261"/>
                  </a:lnTo>
                  <a:lnTo>
                    <a:pt x="6566702" y="4424423"/>
                  </a:lnTo>
                  <a:lnTo>
                    <a:pt x="6540556" y="4426832"/>
                  </a:lnTo>
                  <a:lnTo>
                    <a:pt x="6527161" y="4427965"/>
                  </a:lnTo>
                  <a:lnTo>
                    <a:pt x="6522738" y="4428310"/>
                  </a:lnTo>
                  <a:lnTo>
                    <a:pt x="6522385" y="4428335"/>
                  </a:lnTo>
                  <a:lnTo>
                    <a:pt x="5527445" y="4428335"/>
                  </a:lnTo>
                  <a:lnTo>
                    <a:pt x="5526348" y="4428294"/>
                  </a:lnTo>
                  <a:lnTo>
                    <a:pt x="5519101" y="4427997"/>
                  </a:lnTo>
                  <a:lnTo>
                    <a:pt x="5500720" y="4427178"/>
                  </a:lnTo>
                  <a:lnTo>
                    <a:pt x="5467573" y="4425564"/>
                  </a:lnTo>
                  <a:lnTo>
                    <a:pt x="5417593" y="4422895"/>
                  </a:lnTo>
                  <a:lnTo>
                    <a:pt x="5350428" y="4418949"/>
                  </a:lnTo>
                  <a:lnTo>
                    <a:pt x="5267397" y="4413557"/>
                  </a:lnTo>
                  <a:lnTo>
                    <a:pt x="5171204" y="4406618"/>
                  </a:lnTo>
                  <a:lnTo>
                    <a:pt x="5065447" y="4398090"/>
                  </a:lnTo>
                  <a:lnTo>
                    <a:pt x="4954060" y="4387977"/>
                  </a:lnTo>
                  <a:lnTo>
                    <a:pt x="4840796" y="4376311"/>
                  </a:lnTo>
                  <a:lnTo>
                    <a:pt x="4728861" y="4363121"/>
                  </a:lnTo>
                  <a:lnTo>
                    <a:pt x="4620725" y="4348419"/>
                  </a:lnTo>
                  <a:lnTo>
                    <a:pt x="4518080" y="4332181"/>
                  </a:lnTo>
                  <a:lnTo>
                    <a:pt x="4421913" y="4314339"/>
                  </a:lnTo>
                  <a:lnTo>
                    <a:pt x="4332624" y="4294781"/>
                  </a:lnTo>
                  <a:lnTo>
                    <a:pt x="4250173" y="4273341"/>
                  </a:lnTo>
                  <a:lnTo>
                    <a:pt x="4174202" y="4249811"/>
                  </a:lnTo>
                  <a:lnTo>
                    <a:pt x="4104150" y="4223939"/>
                  </a:lnTo>
                  <a:lnTo>
                    <a:pt x="4039334" y="4195443"/>
                  </a:lnTo>
                  <a:lnTo>
                    <a:pt x="3979011" y="4164025"/>
                  </a:lnTo>
                  <a:lnTo>
                    <a:pt x="3922429" y="4129397"/>
                  </a:lnTo>
                  <a:lnTo>
                    <a:pt x="3868864" y="4091324"/>
                  </a:lnTo>
                  <a:lnTo>
                    <a:pt x="3820202" y="4051883"/>
                  </a:lnTo>
                  <a:lnTo>
                    <a:pt x="3772400" y="4008495"/>
                  </a:lnTo>
                  <a:lnTo>
                    <a:pt x="3725855" y="3961725"/>
                  </a:lnTo>
                  <a:lnTo>
                    <a:pt x="3680204" y="3911505"/>
                  </a:lnTo>
                  <a:lnTo>
                    <a:pt x="3635159" y="3857833"/>
                  </a:lnTo>
                  <a:lnTo>
                    <a:pt x="3590493" y="3800772"/>
                  </a:lnTo>
                  <a:lnTo>
                    <a:pt x="3546034" y="3740465"/>
                  </a:lnTo>
                  <a:lnTo>
                    <a:pt x="3501657" y="3677135"/>
                  </a:lnTo>
                  <a:lnTo>
                    <a:pt x="3457278" y="3611084"/>
                  </a:lnTo>
                  <a:lnTo>
                    <a:pt x="3412847" y="3542692"/>
                  </a:lnTo>
                  <a:lnTo>
                    <a:pt x="3368346" y="3472411"/>
                  </a:lnTo>
                  <a:lnTo>
                    <a:pt x="3323779" y="3400753"/>
                  </a:lnTo>
                  <a:lnTo>
                    <a:pt x="3279167" y="3328272"/>
                  </a:lnTo>
                  <a:lnTo>
                    <a:pt x="3234541" y="3255553"/>
                  </a:lnTo>
                  <a:lnTo>
                    <a:pt x="3189935" y="3183188"/>
                  </a:lnTo>
                  <a:lnTo>
                    <a:pt x="3145380" y="3111755"/>
                  </a:lnTo>
                  <a:lnTo>
                    <a:pt x="3100893" y="3041803"/>
                  </a:lnTo>
                  <a:lnTo>
                    <a:pt x="3056475" y="2973833"/>
                  </a:lnTo>
                  <a:lnTo>
                    <a:pt x="3012101" y="2908284"/>
                  </a:lnTo>
                  <a:lnTo>
                    <a:pt x="2967715" y="2845520"/>
                  </a:lnTo>
                  <a:lnTo>
                    <a:pt x="2923227" y="2785830"/>
                  </a:lnTo>
                  <a:lnTo>
                    <a:pt x="2878502" y="2729419"/>
                  </a:lnTo>
                  <a:lnTo>
                    <a:pt x="2833359" y="2676415"/>
                  </a:lnTo>
                  <a:lnTo>
                    <a:pt x="2787559" y="2626869"/>
                  </a:lnTo>
                  <a:lnTo>
                    <a:pt x="2740801" y="2580764"/>
                  </a:lnTo>
                  <a:lnTo>
                    <a:pt x="2702183" y="2546074"/>
                  </a:lnTo>
                  <a:lnTo>
                    <a:pt x="2650874" y="2504622"/>
                  </a:lnTo>
                  <a:lnTo>
                    <a:pt x="2597172" y="2466728"/>
                  </a:lnTo>
                  <a:lnTo>
                    <a:pt x="2540419" y="2432269"/>
                  </a:lnTo>
                  <a:lnTo>
                    <a:pt x="2479887" y="2401006"/>
                  </a:lnTo>
                  <a:lnTo>
                    <a:pt x="2414823" y="2372649"/>
                  </a:lnTo>
                  <a:lnTo>
                    <a:pt x="2344488" y="2346902"/>
                  </a:lnTo>
                  <a:lnTo>
                    <a:pt x="2268201" y="2323484"/>
                  </a:lnTo>
                  <a:lnTo>
                    <a:pt x="2185410" y="2302144"/>
                  </a:lnTo>
                  <a:lnTo>
                    <a:pt x="2095772" y="2282675"/>
                  </a:lnTo>
                  <a:lnTo>
                    <a:pt x="1999263" y="2264918"/>
                  </a:lnTo>
                  <a:lnTo>
                    <a:pt x="1896311" y="2248758"/>
                  </a:lnTo>
                  <a:lnTo>
                    <a:pt x="1787936" y="2234132"/>
                  </a:lnTo>
                  <a:lnTo>
                    <a:pt x="1675868" y="2221019"/>
                  </a:lnTo>
                  <a:lnTo>
                    <a:pt x="1562616" y="2209431"/>
                  </a:lnTo>
                  <a:lnTo>
                    <a:pt x="1451420" y="2199398"/>
                  </a:lnTo>
                  <a:lnTo>
                    <a:pt x="1346053" y="2190950"/>
                  </a:lnTo>
                  <a:lnTo>
                    <a:pt x="1250445" y="2184091"/>
                  </a:lnTo>
                  <a:lnTo>
                    <a:pt x="1168162" y="2178775"/>
                  </a:lnTo>
                  <a:lnTo>
                    <a:pt x="1101847" y="2174898"/>
                  </a:lnTo>
                  <a:lnTo>
                    <a:pt x="1052742" y="2172288"/>
                  </a:lnTo>
                  <a:lnTo>
                    <a:pt x="1020405" y="2170721"/>
                  </a:lnTo>
                  <a:lnTo>
                    <a:pt x="1002687" y="2169935"/>
                  </a:lnTo>
                  <a:lnTo>
                    <a:pt x="995881" y="2169658"/>
                  </a:lnTo>
                  <a:lnTo>
                    <a:pt x="994940" y="2169622"/>
                  </a:lnTo>
                  <a:lnTo>
                    <a:pt x="0" y="2169622"/>
                  </a:lnTo>
                  <a:lnTo>
                    <a:pt x="0" y="21696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8" name="pg707"/>
            <p:cNvSpPr/>
            <p:nvPr/>
          </p:nvSpPr>
          <p:spPr>
            <a:xfrm>
              <a:off x="1199187" y="3584429"/>
              <a:ext cx="12049831" cy="2316360"/>
            </a:xfrm>
            <a:custGeom>
              <a:avLst/>
              <a:pathLst>
                <a:path w="12049831" h="2316360">
                  <a:moveTo>
                    <a:pt x="0" y="5240"/>
                  </a:moveTo>
                  <a:lnTo>
                    <a:pt x="994940" y="5240"/>
                  </a:lnTo>
                  <a:lnTo>
                    <a:pt x="996035" y="5283"/>
                  </a:lnTo>
                  <a:lnTo>
                    <a:pt x="1003271" y="5585"/>
                  </a:lnTo>
                  <a:lnTo>
                    <a:pt x="1021624" y="6422"/>
                  </a:lnTo>
                  <a:lnTo>
                    <a:pt x="1054722" y="8071"/>
                  </a:lnTo>
                  <a:lnTo>
                    <a:pt x="1104633" y="10797"/>
                  </a:lnTo>
                  <a:lnTo>
                    <a:pt x="1171711" y="14829"/>
                  </a:lnTo>
                  <a:lnTo>
                    <a:pt x="1254645" y="20337"/>
                  </a:lnTo>
                  <a:lnTo>
                    <a:pt x="1350740" y="27427"/>
                  </a:lnTo>
                  <a:lnTo>
                    <a:pt x="1456403" y="36141"/>
                  </a:lnTo>
                  <a:lnTo>
                    <a:pt x="1567711" y="46474"/>
                  </a:lnTo>
                  <a:lnTo>
                    <a:pt x="1680913" y="58395"/>
                  </a:lnTo>
                  <a:lnTo>
                    <a:pt x="1792804" y="71874"/>
                  </a:lnTo>
                  <a:lnTo>
                    <a:pt x="1900914" y="86899"/>
                  </a:lnTo>
                  <a:lnTo>
                    <a:pt x="2003547" y="103493"/>
                  </a:lnTo>
                  <a:lnTo>
                    <a:pt x="2099716" y="121725"/>
                  </a:lnTo>
                  <a:lnTo>
                    <a:pt x="2189014" y="141711"/>
                  </a:lnTo>
                  <a:lnTo>
                    <a:pt x="2271481" y="163618"/>
                  </a:lnTo>
                  <a:lnTo>
                    <a:pt x="2347469" y="187660"/>
                  </a:lnTo>
                  <a:lnTo>
                    <a:pt x="2417539" y="214093"/>
                  </a:lnTo>
                  <a:lnTo>
                    <a:pt x="2482372" y="243204"/>
                  </a:lnTo>
                  <a:lnTo>
                    <a:pt x="2542708" y="275299"/>
                  </a:lnTo>
                  <a:lnTo>
                    <a:pt x="2599299" y="310671"/>
                  </a:lnTo>
                  <a:lnTo>
                    <a:pt x="2652867" y="349561"/>
                  </a:lnTo>
                  <a:lnTo>
                    <a:pt x="2702183" y="390427"/>
                  </a:lnTo>
                  <a:lnTo>
                    <a:pt x="2749636" y="434480"/>
                  </a:lnTo>
                  <a:lnTo>
                    <a:pt x="2795846" y="481941"/>
                  </a:lnTo>
                  <a:lnTo>
                    <a:pt x="2841171" y="532878"/>
                  </a:lnTo>
                  <a:lnTo>
                    <a:pt x="2885894" y="587298"/>
                  </a:lnTo>
                  <a:lnTo>
                    <a:pt x="2930238" y="645136"/>
                  </a:lnTo>
                  <a:lnTo>
                    <a:pt x="2974373" y="706253"/>
                  </a:lnTo>
                  <a:lnTo>
                    <a:pt x="3018422" y="770430"/>
                  </a:lnTo>
                  <a:lnTo>
                    <a:pt x="3062470" y="837368"/>
                  </a:lnTo>
                  <a:lnTo>
                    <a:pt x="3106567" y="906690"/>
                  </a:lnTo>
                  <a:lnTo>
                    <a:pt x="3150732" y="977948"/>
                  </a:lnTo>
                  <a:lnTo>
                    <a:pt x="3194964" y="1050636"/>
                  </a:lnTo>
                  <a:lnTo>
                    <a:pt x="3239242" y="1124200"/>
                  </a:lnTo>
                  <a:lnTo>
                    <a:pt x="3283537" y="1198057"/>
                  </a:lnTo>
                  <a:lnTo>
                    <a:pt x="3327815" y="1271615"/>
                  </a:lnTo>
                  <a:lnTo>
                    <a:pt x="3372046" y="1344292"/>
                  </a:lnTo>
                  <a:lnTo>
                    <a:pt x="3416211" y="1415536"/>
                  </a:lnTo>
                  <a:lnTo>
                    <a:pt x="3460307" y="1484838"/>
                  </a:lnTo>
                  <a:lnTo>
                    <a:pt x="3504355" y="1551753"/>
                  </a:lnTo>
                  <a:lnTo>
                    <a:pt x="3548404" y="1615904"/>
                  </a:lnTo>
                  <a:lnTo>
                    <a:pt x="3592540" y="1676993"/>
                  </a:lnTo>
                  <a:lnTo>
                    <a:pt x="3636886" y="1734801"/>
                  </a:lnTo>
                  <a:lnTo>
                    <a:pt x="3681614" y="1789190"/>
                  </a:lnTo>
                  <a:lnTo>
                    <a:pt x="3726946" y="1840097"/>
                  </a:lnTo>
                  <a:lnTo>
                    <a:pt x="3773165" y="1887527"/>
                  </a:lnTo>
                  <a:lnTo>
                    <a:pt x="3820202" y="1931173"/>
                  </a:lnTo>
                  <a:lnTo>
                    <a:pt x="3871483" y="1973565"/>
                  </a:lnTo>
                  <a:lnTo>
                    <a:pt x="3925153" y="2012320"/>
                  </a:lnTo>
                  <a:lnTo>
                    <a:pt x="3981871" y="2047564"/>
                  </a:lnTo>
                  <a:lnTo>
                    <a:pt x="4042362" y="2079542"/>
                  </a:lnTo>
                  <a:lnTo>
                    <a:pt x="4107378" y="2108547"/>
                  </a:lnTo>
                  <a:lnTo>
                    <a:pt x="4177659" y="2134884"/>
                  </a:lnTo>
                  <a:lnTo>
                    <a:pt x="4253882" y="2158841"/>
                  </a:lnTo>
                  <a:lnTo>
                    <a:pt x="4336600" y="2180673"/>
                  </a:lnTo>
                  <a:lnTo>
                    <a:pt x="4426158" y="2200590"/>
                  </a:lnTo>
                  <a:lnTo>
                    <a:pt x="4522580" y="2218759"/>
                  </a:lnTo>
                  <a:lnTo>
                    <a:pt x="4625441" y="2235293"/>
                  </a:lnTo>
                  <a:lnTo>
                    <a:pt x="4733728" y="2250260"/>
                  </a:lnTo>
                  <a:lnTo>
                    <a:pt x="4845718" y="2263681"/>
                  </a:lnTo>
                  <a:lnTo>
                    <a:pt x="4958911" y="2275543"/>
                  </a:lnTo>
                  <a:lnTo>
                    <a:pt x="5070077" y="2285816"/>
                  </a:lnTo>
                  <a:lnTo>
                    <a:pt x="5175452" y="2294468"/>
                  </a:lnTo>
                  <a:lnTo>
                    <a:pt x="5271113" y="2301498"/>
                  </a:lnTo>
                  <a:lnTo>
                    <a:pt x="5353493" y="2306948"/>
                  </a:lnTo>
                  <a:lnTo>
                    <a:pt x="5419940" y="2310927"/>
                  </a:lnTo>
                  <a:lnTo>
                    <a:pt x="5469202" y="2313609"/>
                  </a:lnTo>
                  <a:lnTo>
                    <a:pt x="5501699" y="2315222"/>
                  </a:lnTo>
                  <a:lnTo>
                    <a:pt x="5519560" y="2316034"/>
                  </a:lnTo>
                  <a:lnTo>
                    <a:pt x="5526467" y="2316322"/>
                  </a:lnTo>
                  <a:lnTo>
                    <a:pt x="5527445" y="2316360"/>
                  </a:lnTo>
                  <a:lnTo>
                    <a:pt x="6522385" y="2316360"/>
                  </a:lnTo>
                  <a:lnTo>
                    <a:pt x="6523495" y="2316325"/>
                  </a:lnTo>
                  <a:lnTo>
                    <a:pt x="6530818" y="2316076"/>
                  </a:lnTo>
                  <a:lnTo>
                    <a:pt x="6549387" y="2315388"/>
                  </a:lnTo>
                  <a:lnTo>
                    <a:pt x="6582860" y="2314033"/>
                  </a:lnTo>
                  <a:lnTo>
                    <a:pt x="6633304" y="2311792"/>
                  </a:lnTo>
                  <a:lnTo>
                    <a:pt x="6701049" y="2308479"/>
                  </a:lnTo>
                  <a:lnTo>
                    <a:pt x="6784727" y="2303955"/>
                  </a:lnTo>
                  <a:lnTo>
                    <a:pt x="6881579" y="2298134"/>
                  </a:lnTo>
                  <a:lnTo>
                    <a:pt x="6987952" y="2290983"/>
                  </a:lnTo>
                  <a:lnTo>
                    <a:pt x="7099867" y="2282508"/>
                  </a:lnTo>
                  <a:lnTo>
                    <a:pt x="7213545" y="2272734"/>
                  </a:lnTo>
                  <a:lnTo>
                    <a:pt x="7325770" y="2261686"/>
                  </a:lnTo>
                  <a:lnTo>
                    <a:pt x="7434079" y="2249372"/>
                  </a:lnTo>
                  <a:lnTo>
                    <a:pt x="7536795" y="2235771"/>
                  </a:lnTo>
                  <a:lnTo>
                    <a:pt x="7632954" y="2220826"/>
                  </a:lnTo>
                  <a:lnTo>
                    <a:pt x="7722176" y="2204437"/>
                  </a:lnTo>
                  <a:lnTo>
                    <a:pt x="7804524" y="2186465"/>
                  </a:lnTo>
                  <a:lnTo>
                    <a:pt x="7880375" y="2166731"/>
                  </a:lnTo>
                  <a:lnTo>
                    <a:pt x="7950306" y="2145024"/>
                  </a:lnTo>
                  <a:lnTo>
                    <a:pt x="8015014" y="2121105"/>
                  </a:lnTo>
                  <a:lnTo>
                    <a:pt x="8075251" y="2094722"/>
                  </a:lnTo>
                  <a:lnTo>
                    <a:pt x="8131777" y="2065637"/>
                  </a:lnTo>
                  <a:lnTo>
                    <a:pt x="8185320" y="2033658"/>
                  </a:lnTo>
                  <a:lnTo>
                    <a:pt x="8229629" y="2003669"/>
                  </a:lnTo>
                  <a:lnTo>
                    <a:pt x="8280130" y="1965478"/>
                  </a:lnTo>
                  <a:lnTo>
                    <a:pt x="8329249" y="1924144"/>
                  </a:lnTo>
                  <a:lnTo>
                    <a:pt x="8377410" y="1879603"/>
                  </a:lnTo>
                  <a:lnTo>
                    <a:pt x="8424941" y="1831862"/>
                  </a:lnTo>
                  <a:lnTo>
                    <a:pt x="8472097" y="1780999"/>
                  </a:lnTo>
                  <a:lnTo>
                    <a:pt x="8519066" y="1727174"/>
                  </a:lnTo>
                  <a:lnTo>
                    <a:pt x="8565980" y="1670630"/>
                  </a:lnTo>
                  <a:lnTo>
                    <a:pt x="8612923" y="1611694"/>
                  </a:lnTo>
                  <a:lnTo>
                    <a:pt x="8659936" y="1550770"/>
                  </a:lnTo>
                  <a:lnTo>
                    <a:pt x="8707028" y="1488331"/>
                  </a:lnTo>
                  <a:lnTo>
                    <a:pt x="8754182" y="1424905"/>
                  </a:lnTo>
                  <a:lnTo>
                    <a:pt x="8801366" y="1361055"/>
                  </a:lnTo>
                  <a:lnTo>
                    <a:pt x="8848538" y="1297363"/>
                  </a:lnTo>
                  <a:lnTo>
                    <a:pt x="8895662" y="1234401"/>
                  </a:lnTo>
                  <a:lnTo>
                    <a:pt x="8942712" y="1172717"/>
                  </a:lnTo>
                  <a:lnTo>
                    <a:pt x="8989684" y="1112810"/>
                  </a:lnTo>
                  <a:lnTo>
                    <a:pt x="9036604" y="1055119"/>
                  </a:lnTo>
                  <a:lnTo>
                    <a:pt x="9083534" y="1000007"/>
                  </a:lnTo>
                  <a:lnTo>
                    <a:pt x="9130584" y="947755"/>
                  </a:lnTo>
                  <a:lnTo>
                    <a:pt x="9177915" y="898562"/>
                  </a:lnTo>
                  <a:lnTo>
                    <a:pt x="9225750" y="852542"/>
                  </a:lnTo>
                  <a:lnTo>
                    <a:pt x="9274381" y="809735"/>
                  </a:lnTo>
                  <a:lnTo>
                    <a:pt x="9324187" y="770108"/>
                  </a:lnTo>
                  <a:lnTo>
                    <a:pt x="9347647" y="752904"/>
                  </a:lnTo>
                  <a:lnTo>
                    <a:pt x="9399147" y="718353"/>
                  </a:lnTo>
                  <a:lnTo>
                    <a:pt x="9453058" y="686779"/>
                  </a:lnTo>
                  <a:lnTo>
                    <a:pt x="9510049" y="658078"/>
                  </a:lnTo>
                  <a:lnTo>
                    <a:pt x="9570854" y="632048"/>
                  </a:lnTo>
                  <a:lnTo>
                    <a:pt x="9636234" y="608446"/>
                  </a:lnTo>
                  <a:lnTo>
                    <a:pt x="9706938" y="587024"/>
                  </a:lnTo>
                  <a:lnTo>
                    <a:pt x="9783649" y="567544"/>
                  </a:lnTo>
                  <a:lnTo>
                    <a:pt x="9866924" y="549798"/>
                  </a:lnTo>
                  <a:lnTo>
                    <a:pt x="9957102" y="533615"/>
                  </a:lnTo>
                  <a:lnTo>
                    <a:pt x="10054194" y="518858"/>
                  </a:lnTo>
                  <a:lnTo>
                    <a:pt x="10157748" y="505437"/>
                  </a:lnTo>
                  <a:lnTo>
                    <a:pt x="10266711" y="493297"/>
                  </a:lnTo>
                  <a:lnTo>
                    <a:pt x="10379299" y="482422"/>
                  </a:lnTo>
                  <a:lnTo>
                    <a:pt x="10492941" y="472824"/>
                  </a:lnTo>
                  <a:lnTo>
                    <a:pt x="10604328" y="464530"/>
                  </a:lnTo>
                  <a:lnTo>
                    <a:pt x="10709629" y="457562"/>
                  </a:lnTo>
                  <a:lnTo>
                    <a:pt x="10804877" y="451922"/>
                  </a:lnTo>
                  <a:lnTo>
                    <a:pt x="10886507" y="447570"/>
                  </a:lnTo>
                  <a:lnTo>
                    <a:pt x="10951924" y="444414"/>
                  </a:lnTo>
                  <a:lnTo>
                    <a:pt x="10999982" y="442306"/>
                  </a:lnTo>
                  <a:lnTo>
                    <a:pt x="11031251" y="441056"/>
                  </a:lnTo>
                  <a:lnTo>
                    <a:pt x="11048029" y="440442"/>
                  </a:lnTo>
                  <a:lnTo>
                    <a:pt x="11054173" y="440235"/>
                  </a:lnTo>
                  <a:lnTo>
                    <a:pt x="11054891" y="440213"/>
                  </a:lnTo>
                  <a:lnTo>
                    <a:pt x="12049831" y="440213"/>
                  </a:lnTo>
                  <a:lnTo>
                    <a:pt x="12049831" y="434972"/>
                  </a:lnTo>
                  <a:lnTo>
                    <a:pt x="11054891" y="434972"/>
                  </a:lnTo>
                  <a:lnTo>
                    <a:pt x="11053782" y="435007"/>
                  </a:lnTo>
                  <a:lnTo>
                    <a:pt x="11046459" y="435256"/>
                  </a:lnTo>
                  <a:lnTo>
                    <a:pt x="11027890" y="435944"/>
                  </a:lnTo>
                  <a:lnTo>
                    <a:pt x="10994417" y="437299"/>
                  </a:lnTo>
                  <a:lnTo>
                    <a:pt x="10943972" y="439540"/>
                  </a:lnTo>
                  <a:lnTo>
                    <a:pt x="10876228" y="442853"/>
                  </a:lnTo>
                  <a:lnTo>
                    <a:pt x="10792550" y="447377"/>
                  </a:lnTo>
                  <a:lnTo>
                    <a:pt x="10695697" y="453198"/>
                  </a:lnTo>
                  <a:lnTo>
                    <a:pt x="10589325" y="460349"/>
                  </a:lnTo>
                  <a:lnTo>
                    <a:pt x="10477410" y="468823"/>
                  </a:lnTo>
                  <a:lnTo>
                    <a:pt x="10363731" y="478598"/>
                  </a:lnTo>
                  <a:lnTo>
                    <a:pt x="10251506" y="489646"/>
                  </a:lnTo>
                  <a:lnTo>
                    <a:pt x="10143197" y="501960"/>
                  </a:lnTo>
                  <a:lnTo>
                    <a:pt x="10040481" y="515561"/>
                  </a:lnTo>
                  <a:lnTo>
                    <a:pt x="9944323" y="530506"/>
                  </a:lnTo>
                  <a:lnTo>
                    <a:pt x="9855101" y="546895"/>
                  </a:lnTo>
                  <a:lnTo>
                    <a:pt x="9772752" y="564867"/>
                  </a:lnTo>
                  <a:lnTo>
                    <a:pt x="9696901" y="584601"/>
                  </a:lnTo>
                  <a:lnTo>
                    <a:pt x="9626970" y="606308"/>
                  </a:lnTo>
                  <a:lnTo>
                    <a:pt x="9562262" y="630227"/>
                  </a:lnTo>
                  <a:lnTo>
                    <a:pt x="9502025" y="656610"/>
                  </a:lnTo>
                  <a:lnTo>
                    <a:pt x="9445499" y="685695"/>
                  </a:lnTo>
                  <a:lnTo>
                    <a:pt x="9391957" y="717674"/>
                  </a:lnTo>
                  <a:lnTo>
                    <a:pt x="9347647" y="747663"/>
                  </a:lnTo>
                  <a:lnTo>
                    <a:pt x="9297147" y="785853"/>
                  </a:lnTo>
                  <a:lnTo>
                    <a:pt x="9248027" y="827188"/>
                  </a:lnTo>
                  <a:lnTo>
                    <a:pt x="9199867" y="871729"/>
                  </a:lnTo>
                  <a:lnTo>
                    <a:pt x="9152336" y="919470"/>
                  </a:lnTo>
                  <a:lnTo>
                    <a:pt x="9105180" y="970333"/>
                  </a:lnTo>
                  <a:lnTo>
                    <a:pt x="9058211" y="1024158"/>
                  </a:lnTo>
                  <a:lnTo>
                    <a:pt x="9011296" y="1080701"/>
                  </a:lnTo>
                  <a:lnTo>
                    <a:pt x="8964354" y="1139638"/>
                  </a:lnTo>
                  <a:lnTo>
                    <a:pt x="8917341" y="1200562"/>
                  </a:lnTo>
                  <a:lnTo>
                    <a:pt x="8870249" y="1263001"/>
                  </a:lnTo>
                  <a:lnTo>
                    <a:pt x="8823094" y="1326427"/>
                  </a:lnTo>
                  <a:lnTo>
                    <a:pt x="8775911" y="1390276"/>
                  </a:lnTo>
                  <a:lnTo>
                    <a:pt x="8728738" y="1453969"/>
                  </a:lnTo>
                  <a:lnTo>
                    <a:pt x="8681614" y="1516931"/>
                  </a:lnTo>
                  <a:lnTo>
                    <a:pt x="8634564" y="1578615"/>
                  </a:lnTo>
                  <a:lnTo>
                    <a:pt x="8587592" y="1638522"/>
                  </a:lnTo>
                  <a:lnTo>
                    <a:pt x="8540673" y="1696212"/>
                  </a:lnTo>
                  <a:lnTo>
                    <a:pt x="8493742" y="1751325"/>
                  </a:lnTo>
                  <a:lnTo>
                    <a:pt x="8446692" y="1803576"/>
                  </a:lnTo>
                  <a:lnTo>
                    <a:pt x="8399361" y="1852770"/>
                  </a:lnTo>
                  <a:lnTo>
                    <a:pt x="8351527" y="1898790"/>
                  </a:lnTo>
                  <a:lnTo>
                    <a:pt x="8302895" y="1941597"/>
                  </a:lnTo>
                  <a:lnTo>
                    <a:pt x="8253090" y="1981224"/>
                  </a:lnTo>
                  <a:lnTo>
                    <a:pt x="8229629" y="1998428"/>
                  </a:lnTo>
                  <a:lnTo>
                    <a:pt x="8178129" y="2032979"/>
                  </a:lnTo>
                  <a:lnTo>
                    <a:pt x="8124218" y="2064553"/>
                  </a:lnTo>
                  <a:lnTo>
                    <a:pt x="8067228" y="2093254"/>
                  </a:lnTo>
                  <a:lnTo>
                    <a:pt x="8006423" y="2119284"/>
                  </a:lnTo>
                  <a:lnTo>
                    <a:pt x="7941042" y="2142886"/>
                  </a:lnTo>
                  <a:lnTo>
                    <a:pt x="7870339" y="2164308"/>
                  </a:lnTo>
                  <a:lnTo>
                    <a:pt x="7793628" y="2183788"/>
                  </a:lnTo>
                  <a:lnTo>
                    <a:pt x="7710353" y="2201533"/>
                  </a:lnTo>
                  <a:lnTo>
                    <a:pt x="7620175" y="2217717"/>
                  </a:lnTo>
                  <a:lnTo>
                    <a:pt x="7523083" y="2232474"/>
                  </a:lnTo>
                  <a:lnTo>
                    <a:pt x="7419528" y="2245895"/>
                  </a:lnTo>
                  <a:lnTo>
                    <a:pt x="7310566" y="2258035"/>
                  </a:lnTo>
                  <a:lnTo>
                    <a:pt x="7197978" y="2268910"/>
                  </a:lnTo>
                  <a:lnTo>
                    <a:pt x="7084336" y="2278507"/>
                  </a:lnTo>
                  <a:lnTo>
                    <a:pt x="6972948" y="2286802"/>
                  </a:lnTo>
                  <a:lnTo>
                    <a:pt x="6867647" y="2293770"/>
                  </a:lnTo>
                  <a:lnTo>
                    <a:pt x="6772399" y="2299410"/>
                  </a:lnTo>
                  <a:lnTo>
                    <a:pt x="6690769" y="2303762"/>
                  </a:lnTo>
                  <a:lnTo>
                    <a:pt x="6625353" y="2306918"/>
                  </a:lnTo>
                  <a:lnTo>
                    <a:pt x="6577294" y="2309026"/>
                  </a:lnTo>
                  <a:lnTo>
                    <a:pt x="6546025" y="2310276"/>
                  </a:lnTo>
                  <a:lnTo>
                    <a:pt x="6529247" y="2310890"/>
                  </a:lnTo>
                  <a:lnTo>
                    <a:pt x="6523103" y="2311097"/>
                  </a:lnTo>
                  <a:lnTo>
                    <a:pt x="6522385" y="2311119"/>
                  </a:lnTo>
                  <a:lnTo>
                    <a:pt x="5527445" y="2311119"/>
                  </a:lnTo>
                  <a:lnTo>
                    <a:pt x="5526350" y="2311077"/>
                  </a:lnTo>
                  <a:lnTo>
                    <a:pt x="5519114" y="2310774"/>
                  </a:lnTo>
                  <a:lnTo>
                    <a:pt x="5500761" y="2309937"/>
                  </a:lnTo>
                  <a:lnTo>
                    <a:pt x="5467663" y="2308288"/>
                  </a:lnTo>
                  <a:lnTo>
                    <a:pt x="5417752" y="2305562"/>
                  </a:lnTo>
                  <a:lnTo>
                    <a:pt x="5350674" y="2301530"/>
                  </a:lnTo>
                  <a:lnTo>
                    <a:pt x="5267740" y="2296022"/>
                  </a:lnTo>
                  <a:lnTo>
                    <a:pt x="5171645" y="2288932"/>
                  </a:lnTo>
                  <a:lnTo>
                    <a:pt x="5065982" y="2280218"/>
                  </a:lnTo>
                  <a:lnTo>
                    <a:pt x="4954674" y="2269885"/>
                  </a:lnTo>
                  <a:lnTo>
                    <a:pt x="4841472" y="2257964"/>
                  </a:lnTo>
                  <a:lnTo>
                    <a:pt x="4729581" y="2244485"/>
                  </a:lnTo>
                  <a:lnTo>
                    <a:pt x="4621471" y="2229460"/>
                  </a:lnTo>
                  <a:lnTo>
                    <a:pt x="4518838" y="2212866"/>
                  </a:lnTo>
                  <a:lnTo>
                    <a:pt x="4422669" y="2194634"/>
                  </a:lnTo>
                  <a:lnTo>
                    <a:pt x="4333371" y="2174648"/>
                  </a:lnTo>
                  <a:lnTo>
                    <a:pt x="4250904" y="2152741"/>
                  </a:lnTo>
                  <a:lnTo>
                    <a:pt x="4174916" y="2128699"/>
                  </a:lnTo>
                  <a:lnTo>
                    <a:pt x="4104846" y="2102267"/>
                  </a:lnTo>
                  <a:lnTo>
                    <a:pt x="4040013" y="2073155"/>
                  </a:lnTo>
                  <a:lnTo>
                    <a:pt x="3979677" y="2041061"/>
                  </a:lnTo>
                  <a:lnTo>
                    <a:pt x="3923086" y="2005689"/>
                  </a:lnTo>
                  <a:lnTo>
                    <a:pt x="3869518" y="1966798"/>
                  </a:lnTo>
                  <a:lnTo>
                    <a:pt x="3820202" y="1925933"/>
                  </a:lnTo>
                  <a:lnTo>
                    <a:pt x="3772749" y="1881880"/>
                  </a:lnTo>
                  <a:lnTo>
                    <a:pt x="3726539" y="1834419"/>
                  </a:lnTo>
                  <a:lnTo>
                    <a:pt x="3681214" y="1783481"/>
                  </a:lnTo>
                  <a:lnTo>
                    <a:pt x="3636491" y="1729061"/>
                  </a:lnTo>
                  <a:lnTo>
                    <a:pt x="3592147" y="1671223"/>
                  </a:lnTo>
                  <a:lnTo>
                    <a:pt x="3548012" y="1610106"/>
                  </a:lnTo>
                  <a:lnTo>
                    <a:pt x="3503963" y="1545929"/>
                  </a:lnTo>
                  <a:lnTo>
                    <a:pt x="3459915" y="1478991"/>
                  </a:lnTo>
                  <a:lnTo>
                    <a:pt x="3415818" y="1409669"/>
                  </a:lnTo>
                  <a:lnTo>
                    <a:pt x="3371653" y="1338411"/>
                  </a:lnTo>
                  <a:lnTo>
                    <a:pt x="3327421" y="1265723"/>
                  </a:lnTo>
                  <a:lnTo>
                    <a:pt x="3283143" y="1192160"/>
                  </a:lnTo>
                  <a:lnTo>
                    <a:pt x="3238848" y="1118303"/>
                  </a:lnTo>
                  <a:lnTo>
                    <a:pt x="3194570" y="1044744"/>
                  </a:lnTo>
                  <a:lnTo>
                    <a:pt x="3150339" y="972067"/>
                  </a:lnTo>
                  <a:lnTo>
                    <a:pt x="3106174" y="900823"/>
                  </a:lnTo>
                  <a:lnTo>
                    <a:pt x="3062078" y="831521"/>
                  </a:lnTo>
                  <a:lnTo>
                    <a:pt x="3018030" y="764606"/>
                  </a:lnTo>
                  <a:lnTo>
                    <a:pt x="2973981" y="700455"/>
                  </a:lnTo>
                  <a:lnTo>
                    <a:pt x="2929845" y="639366"/>
                  </a:lnTo>
                  <a:lnTo>
                    <a:pt x="2885499" y="581558"/>
                  </a:lnTo>
                  <a:lnTo>
                    <a:pt x="2840771" y="527169"/>
                  </a:lnTo>
                  <a:lnTo>
                    <a:pt x="2795439" y="476263"/>
                  </a:lnTo>
                  <a:lnTo>
                    <a:pt x="2749220" y="428832"/>
                  </a:lnTo>
                  <a:lnTo>
                    <a:pt x="2702183" y="385186"/>
                  </a:lnTo>
                  <a:lnTo>
                    <a:pt x="2650902" y="342794"/>
                  </a:lnTo>
                  <a:lnTo>
                    <a:pt x="2597232" y="304039"/>
                  </a:lnTo>
                  <a:lnTo>
                    <a:pt x="2540514" y="268795"/>
                  </a:lnTo>
                  <a:lnTo>
                    <a:pt x="2480023" y="236818"/>
                  </a:lnTo>
                  <a:lnTo>
                    <a:pt x="2415007" y="207813"/>
                  </a:lnTo>
                  <a:lnTo>
                    <a:pt x="2344726" y="181475"/>
                  </a:lnTo>
                  <a:lnTo>
                    <a:pt x="2268503" y="157518"/>
                  </a:lnTo>
                  <a:lnTo>
                    <a:pt x="2185785" y="135687"/>
                  </a:lnTo>
                  <a:lnTo>
                    <a:pt x="2096227" y="115769"/>
                  </a:lnTo>
                  <a:lnTo>
                    <a:pt x="1999805" y="97600"/>
                  </a:lnTo>
                  <a:lnTo>
                    <a:pt x="1896944" y="81066"/>
                  </a:lnTo>
                  <a:lnTo>
                    <a:pt x="1788657" y="66099"/>
                  </a:lnTo>
                  <a:lnTo>
                    <a:pt x="1676667" y="52679"/>
                  </a:lnTo>
                  <a:lnTo>
                    <a:pt x="1563474" y="40816"/>
                  </a:lnTo>
                  <a:lnTo>
                    <a:pt x="1452308" y="30544"/>
                  </a:lnTo>
                  <a:lnTo>
                    <a:pt x="1346933" y="21891"/>
                  </a:lnTo>
                  <a:lnTo>
                    <a:pt x="1251272" y="14861"/>
                  </a:lnTo>
                  <a:lnTo>
                    <a:pt x="1168892" y="9411"/>
                  </a:lnTo>
                  <a:lnTo>
                    <a:pt x="1102445" y="5432"/>
                  </a:lnTo>
                  <a:lnTo>
                    <a:pt x="1053183" y="2750"/>
                  </a:lnTo>
                  <a:lnTo>
                    <a:pt x="1020686" y="1137"/>
                  </a:lnTo>
                  <a:lnTo>
                    <a:pt x="1002825" y="326"/>
                  </a:lnTo>
                  <a:lnTo>
                    <a:pt x="995918" y="37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09" name="pl708"/>
            <p:cNvSpPr/>
            <p:nvPr/>
          </p:nvSpPr>
          <p:spPr>
            <a:xfrm>
              <a:off x="1199187" y="3589669"/>
              <a:ext cx="12049831" cy="2311119"/>
            </a:xfrm>
            <a:custGeom>
              <a:avLst/>
              <a:pathLst>
                <a:path w="12049831" h="2311119">
                  <a:moveTo>
                    <a:pt x="0" y="0"/>
                  </a:moveTo>
                  <a:lnTo>
                    <a:pt x="994940" y="0"/>
                  </a:lnTo>
                  <a:lnTo>
                    <a:pt x="996035" y="42"/>
                  </a:lnTo>
                  <a:lnTo>
                    <a:pt x="1003271" y="345"/>
                  </a:lnTo>
                  <a:lnTo>
                    <a:pt x="1021624" y="1181"/>
                  </a:lnTo>
                  <a:lnTo>
                    <a:pt x="1054722" y="2830"/>
                  </a:lnTo>
                  <a:lnTo>
                    <a:pt x="1104633" y="5557"/>
                  </a:lnTo>
                  <a:lnTo>
                    <a:pt x="1171711" y="9588"/>
                  </a:lnTo>
                  <a:lnTo>
                    <a:pt x="1254645" y="15096"/>
                  </a:lnTo>
                  <a:lnTo>
                    <a:pt x="1350740" y="22186"/>
                  </a:lnTo>
                  <a:lnTo>
                    <a:pt x="1456403" y="30900"/>
                  </a:lnTo>
                  <a:lnTo>
                    <a:pt x="1567711" y="41233"/>
                  </a:lnTo>
                  <a:lnTo>
                    <a:pt x="1680913" y="53155"/>
                  </a:lnTo>
                  <a:lnTo>
                    <a:pt x="1792804" y="66633"/>
                  </a:lnTo>
                  <a:lnTo>
                    <a:pt x="1900914" y="81658"/>
                  </a:lnTo>
                  <a:lnTo>
                    <a:pt x="2003547" y="98253"/>
                  </a:lnTo>
                  <a:lnTo>
                    <a:pt x="2099716" y="116485"/>
                  </a:lnTo>
                  <a:lnTo>
                    <a:pt x="2189014" y="136471"/>
                  </a:lnTo>
                  <a:lnTo>
                    <a:pt x="2271481" y="158378"/>
                  </a:lnTo>
                  <a:lnTo>
                    <a:pt x="2347469" y="182420"/>
                  </a:lnTo>
                  <a:lnTo>
                    <a:pt x="2417539" y="208852"/>
                  </a:lnTo>
                  <a:lnTo>
                    <a:pt x="2482372" y="237963"/>
                  </a:lnTo>
                  <a:lnTo>
                    <a:pt x="2542708" y="270058"/>
                  </a:lnTo>
                  <a:lnTo>
                    <a:pt x="2599299" y="305430"/>
                  </a:lnTo>
                  <a:lnTo>
                    <a:pt x="2652867" y="344320"/>
                  </a:lnTo>
                  <a:lnTo>
                    <a:pt x="2702183" y="385186"/>
                  </a:lnTo>
                  <a:lnTo>
                    <a:pt x="2749636" y="429239"/>
                  </a:lnTo>
                  <a:lnTo>
                    <a:pt x="2795846" y="476700"/>
                  </a:lnTo>
                  <a:lnTo>
                    <a:pt x="2841171" y="527638"/>
                  </a:lnTo>
                  <a:lnTo>
                    <a:pt x="2885894" y="582057"/>
                  </a:lnTo>
                  <a:lnTo>
                    <a:pt x="2930238" y="639895"/>
                  </a:lnTo>
                  <a:lnTo>
                    <a:pt x="2974373" y="701013"/>
                  </a:lnTo>
                  <a:lnTo>
                    <a:pt x="3018422" y="765190"/>
                  </a:lnTo>
                  <a:lnTo>
                    <a:pt x="3062470" y="832127"/>
                  </a:lnTo>
                  <a:lnTo>
                    <a:pt x="3106567" y="901449"/>
                  </a:lnTo>
                  <a:lnTo>
                    <a:pt x="3150732" y="972708"/>
                  </a:lnTo>
                  <a:lnTo>
                    <a:pt x="3194964" y="1045396"/>
                  </a:lnTo>
                  <a:lnTo>
                    <a:pt x="3239242" y="1118959"/>
                  </a:lnTo>
                  <a:lnTo>
                    <a:pt x="3283537" y="1192816"/>
                  </a:lnTo>
                  <a:lnTo>
                    <a:pt x="3327815" y="1266374"/>
                  </a:lnTo>
                  <a:lnTo>
                    <a:pt x="3372046" y="1339052"/>
                  </a:lnTo>
                  <a:lnTo>
                    <a:pt x="3416211" y="1410295"/>
                  </a:lnTo>
                  <a:lnTo>
                    <a:pt x="3460307" y="1479598"/>
                  </a:lnTo>
                  <a:lnTo>
                    <a:pt x="3504355" y="1546513"/>
                  </a:lnTo>
                  <a:lnTo>
                    <a:pt x="3548404" y="1610664"/>
                  </a:lnTo>
                  <a:lnTo>
                    <a:pt x="3592540" y="1671752"/>
                  </a:lnTo>
                  <a:lnTo>
                    <a:pt x="3636886" y="1729561"/>
                  </a:lnTo>
                  <a:lnTo>
                    <a:pt x="3681614" y="1783949"/>
                  </a:lnTo>
                  <a:lnTo>
                    <a:pt x="3726946" y="1834856"/>
                  </a:lnTo>
                  <a:lnTo>
                    <a:pt x="3773165" y="1882286"/>
                  </a:lnTo>
                  <a:lnTo>
                    <a:pt x="3820202" y="1925933"/>
                  </a:lnTo>
                  <a:lnTo>
                    <a:pt x="3871483" y="1968325"/>
                  </a:lnTo>
                  <a:lnTo>
                    <a:pt x="3925153" y="2007079"/>
                  </a:lnTo>
                  <a:lnTo>
                    <a:pt x="3981871" y="2042324"/>
                  </a:lnTo>
                  <a:lnTo>
                    <a:pt x="4042362" y="2074301"/>
                  </a:lnTo>
                  <a:lnTo>
                    <a:pt x="4107378" y="2103306"/>
                  </a:lnTo>
                  <a:lnTo>
                    <a:pt x="4177659" y="2129644"/>
                  </a:lnTo>
                  <a:lnTo>
                    <a:pt x="4253882" y="2153601"/>
                  </a:lnTo>
                  <a:lnTo>
                    <a:pt x="4336600" y="2175432"/>
                  </a:lnTo>
                  <a:lnTo>
                    <a:pt x="4426158" y="2195350"/>
                  </a:lnTo>
                  <a:lnTo>
                    <a:pt x="4522580" y="2213518"/>
                  </a:lnTo>
                  <a:lnTo>
                    <a:pt x="4625441" y="2230053"/>
                  </a:lnTo>
                  <a:lnTo>
                    <a:pt x="4733728" y="2245019"/>
                  </a:lnTo>
                  <a:lnTo>
                    <a:pt x="4845718" y="2258440"/>
                  </a:lnTo>
                  <a:lnTo>
                    <a:pt x="4958911" y="2270302"/>
                  </a:lnTo>
                  <a:lnTo>
                    <a:pt x="5070077" y="2280575"/>
                  </a:lnTo>
                  <a:lnTo>
                    <a:pt x="5175452" y="2289228"/>
                  </a:lnTo>
                  <a:lnTo>
                    <a:pt x="5271113" y="2296257"/>
                  </a:lnTo>
                  <a:lnTo>
                    <a:pt x="5353493" y="2301708"/>
                  </a:lnTo>
                  <a:lnTo>
                    <a:pt x="5419940" y="2305687"/>
                  </a:lnTo>
                  <a:lnTo>
                    <a:pt x="5469202" y="2308368"/>
                  </a:lnTo>
                  <a:lnTo>
                    <a:pt x="5501699" y="2309982"/>
                  </a:lnTo>
                  <a:lnTo>
                    <a:pt x="5519560" y="2310793"/>
                  </a:lnTo>
                  <a:lnTo>
                    <a:pt x="5526467" y="2311081"/>
                  </a:lnTo>
                  <a:lnTo>
                    <a:pt x="5527445" y="2311119"/>
                  </a:lnTo>
                  <a:lnTo>
                    <a:pt x="6522385" y="2311119"/>
                  </a:lnTo>
                  <a:lnTo>
                    <a:pt x="6523495" y="2311084"/>
                  </a:lnTo>
                  <a:lnTo>
                    <a:pt x="6530818" y="2310835"/>
                  </a:lnTo>
                  <a:lnTo>
                    <a:pt x="6549387" y="2310147"/>
                  </a:lnTo>
                  <a:lnTo>
                    <a:pt x="6582860" y="2308792"/>
                  </a:lnTo>
                  <a:lnTo>
                    <a:pt x="6633304" y="2306551"/>
                  </a:lnTo>
                  <a:lnTo>
                    <a:pt x="6701049" y="2303238"/>
                  </a:lnTo>
                  <a:lnTo>
                    <a:pt x="6784727" y="2298714"/>
                  </a:lnTo>
                  <a:lnTo>
                    <a:pt x="6881579" y="2292893"/>
                  </a:lnTo>
                  <a:lnTo>
                    <a:pt x="6987952" y="2285743"/>
                  </a:lnTo>
                  <a:lnTo>
                    <a:pt x="7099867" y="2277268"/>
                  </a:lnTo>
                  <a:lnTo>
                    <a:pt x="7213545" y="2267494"/>
                  </a:lnTo>
                  <a:lnTo>
                    <a:pt x="7325770" y="2256445"/>
                  </a:lnTo>
                  <a:lnTo>
                    <a:pt x="7434079" y="2244131"/>
                  </a:lnTo>
                  <a:lnTo>
                    <a:pt x="7536795" y="2230531"/>
                  </a:lnTo>
                  <a:lnTo>
                    <a:pt x="7632954" y="2215585"/>
                  </a:lnTo>
                  <a:lnTo>
                    <a:pt x="7722176" y="2199196"/>
                  </a:lnTo>
                  <a:lnTo>
                    <a:pt x="7804524" y="2181224"/>
                  </a:lnTo>
                  <a:lnTo>
                    <a:pt x="7880375" y="2161491"/>
                  </a:lnTo>
                  <a:lnTo>
                    <a:pt x="7950306" y="2139784"/>
                  </a:lnTo>
                  <a:lnTo>
                    <a:pt x="8015014" y="2115864"/>
                  </a:lnTo>
                  <a:lnTo>
                    <a:pt x="8075251" y="2089482"/>
                  </a:lnTo>
                  <a:lnTo>
                    <a:pt x="8131777" y="2060397"/>
                  </a:lnTo>
                  <a:lnTo>
                    <a:pt x="8185320" y="2028418"/>
                  </a:lnTo>
                  <a:lnTo>
                    <a:pt x="8229629" y="1998428"/>
                  </a:lnTo>
                  <a:lnTo>
                    <a:pt x="8280130" y="1960238"/>
                  </a:lnTo>
                  <a:lnTo>
                    <a:pt x="8329249" y="1918903"/>
                  </a:lnTo>
                  <a:lnTo>
                    <a:pt x="8377410" y="1874362"/>
                  </a:lnTo>
                  <a:lnTo>
                    <a:pt x="8424941" y="1826621"/>
                  </a:lnTo>
                  <a:lnTo>
                    <a:pt x="8472097" y="1775758"/>
                  </a:lnTo>
                  <a:lnTo>
                    <a:pt x="8519066" y="1721933"/>
                  </a:lnTo>
                  <a:lnTo>
                    <a:pt x="8565980" y="1665390"/>
                  </a:lnTo>
                  <a:lnTo>
                    <a:pt x="8612923" y="1606454"/>
                  </a:lnTo>
                  <a:lnTo>
                    <a:pt x="8659936" y="1545530"/>
                  </a:lnTo>
                  <a:lnTo>
                    <a:pt x="8707028" y="1483091"/>
                  </a:lnTo>
                  <a:lnTo>
                    <a:pt x="8754182" y="1419664"/>
                  </a:lnTo>
                  <a:lnTo>
                    <a:pt x="8801366" y="1355815"/>
                  </a:lnTo>
                  <a:lnTo>
                    <a:pt x="8848538" y="1292122"/>
                  </a:lnTo>
                  <a:lnTo>
                    <a:pt x="8895662" y="1229160"/>
                  </a:lnTo>
                  <a:lnTo>
                    <a:pt x="8942712" y="1167476"/>
                  </a:lnTo>
                  <a:lnTo>
                    <a:pt x="8989684" y="1107570"/>
                  </a:lnTo>
                  <a:lnTo>
                    <a:pt x="9036604" y="1049879"/>
                  </a:lnTo>
                  <a:lnTo>
                    <a:pt x="9083534" y="994767"/>
                  </a:lnTo>
                  <a:lnTo>
                    <a:pt x="9130584" y="942515"/>
                  </a:lnTo>
                  <a:lnTo>
                    <a:pt x="9177915" y="893321"/>
                  </a:lnTo>
                  <a:lnTo>
                    <a:pt x="9225750" y="847302"/>
                  </a:lnTo>
                  <a:lnTo>
                    <a:pt x="9274381" y="804494"/>
                  </a:lnTo>
                  <a:lnTo>
                    <a:pt x="9324187" y="764867"/>
                  </a:lnTo>
                  <a:lnTo>
                    <a:pt x="9347647" y="747663"/>
                  </a:lnTo>
                  <a:lnTo>
                    <a:pt x="9399147" y="713112"/>
                  </a:lnTo>
                  <a:lnTo>
                    <a:pt x="9453058" y="681539"/>
                  </a:lnTo>
                  <a:lnTo>
                    <a:pt x="9510049" y="652837"/>
                  </a:lnTo>
                  <a:lnTo>
                    <a:pt x="9570854" y="626807"/>
                  </a:lnTo>
                  <a:lnTo>
                    <a:pt x="9636234" y="603206"/>
                  </a:lnTo>
                  <a:lnTo>
                    <a:pt x="9706938" y="581783"/>
                  </a:lnTo>
                  <a:lnTo>
                    <a:pt x="9783649" y="562303"/>
                  </a:lnTo>
                  <a:lnTo>
                    <a:pt x="9866924" y="544558"/>
                  </a:lnTo>
                  <a:lnTo>
                    <a:pt x="9957102" y="528374"/>
                  </a:lnTo>
                  <a:lnTo>
                    <a:pt x="10054194" y="513618"/>
                  </a:lnTo>
                  <a:lnTo>
                    <a:pt x="10157748" y="500196"/>
                  </a:lnTo>
                  <a:lnTo>
                    <a:pt x="10266711" y="488056"/>
                  </a:lnTo>
                  <a:lnTo>
                    <a:pt x="10379299" y="477182"/>
                  </a:lnTo>
                  <a:lnTo>
                    <a:pt x="10492941" y="467584"/>
                  </a:lnTo>
                  <a:lnTo>
                    <a:pt x="10604328" y="459289"/>
                  </a:lnTo>
                  <a:lnTo>
                    <a:pt x="10709629" y="452322"/>
                  </a:lnTo>
                  <a:lnTo>
                    <a:pt x="10804877" y="446682"/>
                  </a:lnTo>
                  <a:lnTo>
                    <a:pt x="10886507" y="442330"/>
                  </a:lnTo>
                  <a:lnTo>
                    <a:pt x="10951924" y="439173"/>
                  </a:lnTo>
                  <a:lnTo>
                    <a:pt x="10999982" y="437066"/>
                  </a:lnTo>
                  <a:lnTo>
                    <a:pt x="11031251" y="435815"/>
                  </a:lnTo>
                  <a:lnTo>
                    <a:pt x="11048029" y="435201"/>
                  </a:lnTo>
                  <a:lnTo>
                    <a:pt x="11054173" y="434995"/>
                  </a:lnTo>
                  <a:lnTo>
                    <a:pt x="11054891" y="434972"/>
                  </a:lnTo>
                  <a:lnTo>
                    <a:pt x="12049831" y="434972"/>
                  </a:lnTo>
                  <a:lnTo>
                    <a:pt x="12049831" y="4349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0" name="pl709"/>
            <p:cNvSpPr/>
            <p:nvPr/>
          </p:nvSpPr>
          <p:spPr>
            <a:xfrm>
              <a:off x="1199187" y="3584429"/>
              <a:ext cx="12049831" cy="2311119"/>
            </a:xfrm>
            <a:custGeom>
              <a:avLst/>
              <a:pathLst>
                <a:path w="12049831" h="2311119">
                  <a:moveTo>
                    <a:pt x="12049831" y="434972"/>
                  </a:moveTo>
                  <a:lnTo>
                    <a:pt x="11054891" y="434972"/>
                  </a:lnTo>
                  <a:lnTo>
                    <a:pt x="11053782" y="435007"/>
                  </a:lnTo>
                  <a:lnTo>
                    <a:pt x="11046459" y="435256"/>
                  </a:lnTo>
                  <a:lnTo>
                    <a:pt x="11027890" y="435944"/>
                  </a:lnTo>
                  <a:lnTo>
                    <a:pt x="10994417" y="437299"/>
                  </a:lnTo>
                  <a:lnTo>
                    <a:pt x="10943972" y="439540"/>
                  </a:lnTo>
                  <a:lnTo>
                    <a:pt x="10876228" y="442853"/>
                  </a:lnTo>
                  <a:lnTo>
                    <a:pt x="10792550" y="447377"/>
                  </a:lnTo>
                  <a:lnTo>
                    <a:pt x="10695697" y="453198"/>
                  </a:lnTo>
                  <a:lnTo>
                    <a:pt x="10589325" y="460349"/>
                  </a:lnTo>
                  <a:lnTo>
                    <a:pt x="10477410" y="468823"/>
                  </a:lnTo>
                  <a:lnTo>
                    <a:pt x="10363731" y="478598"/>
                  </a:lnTo>
                  <a:lnTo>
                    <a:pt x="10251506" y="489646"/>
                  </a:lnTo>
                  <a:lnTo>
                    <a:pt x="10143197" y="501960"/>
                  </a:lnTo>
                  <a:lnTo>
                    <a:pt x="10040481" y="515561"/>
                  </a:lnTo>
                  <a:lnTo>
                    <a:pt x="9944323" y="530506"/>
                  </a:lnTo>
                  <a:lnTo>
                    <a:pt x="9855101" y="546895"/>
                  </a:lnTo>
                  <a:lnTo>
                    <a:pt x="9772752" y="564867"/>
                  </a:lnTo>
                  <a:lnTo>
                    <a:pt x="9696901" y="584601"/>
                  </a:lnTo>
                  <a:lnTo>
                    <a:pt x="9626970" y="606308"/>
                  </a:lnTo>
                  <a:lnTo>
                    <a:pt x="9562262" y="630227"/>
                  </a:lnTo>
                  <a:lnTo>
                    <a:pt x="9502025" y="656610"/>
                  </a:lnTo>
                  <a:lnTo>
                    <a:pt x="9445499" y="685695"/>
                  </a:lnTo>
                  <a:lnTo>
                    <a:pt x="9391957" y="717674"/>
                  </a:lnTo>
                  <a:lnTo>
                    <a:pt x="9347647" y="747663"/>
                  </a:lnTo>
                  <a:lnTo>
                    <a:pt x="9297147" y="785853"/>
                  </a:lnTo>
                  <a:lnTo>
                    <a:pt x="9248027" y="827188"/>
                  </a:lnTo>
                  <a:lnTo>
                    <a:pt x="9199867" y="871729"/>
                  </a:lnTo>
                  <a:lnTo>
                    <a:pt x="9152336" y="919470"/>
                  </a:lnTo>
                  <a:lnTo>
                    <a:pt x="9105180" y="970333"/>
                  </a:lnTo>
                  <a:lnTo>
                    <a:pt x="9058211" y="1024158"/>
                  </a:lnTo>
                  <a:lnTo>
                    <a:pt x="9011296" y="1080701"/>
                  </a:lnTo>
                  <a:lnTo>
                    <a:pt x="8964354" y="1139638"/>
                  </a:lnTo>
                  <a:lnTo>
                    <a:pt x="8917341" y="1200562"/>
                  </a:lnTo>
                  <a:lnTo>
                    <a:pt x="8870249" y="1263001"/>
                  </a:lnTo>
                  <a:lnTo>
                    <a:pt x="8823094" y="1326427"/>
                  </a:lnTo>
                  <a:lnTo>
                    <a:pt x="8775911" y="1390276"/>
                  </a:lnTo>
                  <a:lnTo>
                    <a:pt x="8728738" y="1453969"/>
                  </a:lnTo>
                  <a:lnTo>
                    <a:pt x="8681614" y="1516931"/>
                  </a:lnTo>
                  <a:lnTo>
                    <a:pt x="8634564" y="1578615"/>
                  </a:lnTo>
                  <a:lnTo>
                    <a:pt x="8587592" y="1638522"/>
                  </a:lnTo>
                  <a:lnTo>
                    <a:pt x="8540673" y="1696212"/>
                  </a:lnTo>
                  <a:lnTo>
                    <a:pt x="8493742" y="1751325"/>
                  </a:lnTo>
                  <a:lnTo>
                    <a:pt x="8446692" y="1803576"/>
                  </a:lnTo>
                  <a:lnTo>
                    <a:pt x="8399361" y="1852770"/>
                  </a:lnTo>
                  <a:lnTo>
                    <a:pt x="8351527" y="1898790"/>
                  </a:lnTo>
                  <a:lnTo>
                    <a:pt x="8302895" y="1941597"/>
                  </a:lnTo>
                  <a:lnTo>
                    <a:pt x="8253090" y="1981224"/>
                  </a:lnTo>
                  <a:lnTo>
                    <a:pt x="8229629" y="1998428"/>
                  </a:lnTo>
                  <a:lnTo>
                    <a:pt x="8178129" y="2032979"/>
                  </a:lnTo>
                  <a:lnTo>
                    <a:pt x="8124218" y="2064553"/>
                  </a:lnTo>
                  <a:lnTo>
                    <a:pt x="8067228" y="2093254"/>
                  </a:lnTo>
                  <a:lnTo>
                    <a:pt x="8006423" y="2119284"/>
                  </a:lnTo>
                  <a:lnTo>
                    <a:pt x="7941042" y="2142886"/>
                  </a:lnTo>
                  <a:lnTo>
                    <a:pt x="7870339" y="2164308"/>
                  </a:lnTo>
                  <a:lnTo>
                    <a:pt x="7793628" y="2183788"/>
                  </a:lnTo>
                  <a:lnTo>
                    <a:pt x="7710353" y="2201533"/>
                  </a:lnTo>
                  <a:lnTo>
                    <a:pt x="7620175" y="2217717"/>
                  </a:lnTo>
                  <a:lnTo>
                    <a:pt x="7523083" y="2232474"/>
                  </a:lnTo>
                  <a:lnTo>
                    <a:pt x="7419528" y="2245895"/>
                  </a:lnTo>
                  <a:lnTo>
                    <a:pt x="7310566" y="2258035"/>
                  </a:lnTo>
                  <a:lnTo>
                    <a:pt x="7197978" y="2268910"/>
                  </a:lnTo>
                  <a:lnTo>
                    <a:pt x="7084336" y="2278507"/>
                  </a:lnTo>
                  <a:lnTo>
                    <a:pt x="6972948" y="2286802"/>
                  </a:lnTo>
                  <a:lnTo>
                    <a:pt x="6867647" y="2293770"/>
                  </a:lnTo>
                  <a:lnTo>
                    <a:pt x="6772399" y="2299410"/>
                  </a:lnTo>
                  <a:lnTo>
                    <a:pt x="6690769" y="2303762"/>
                  </a:lnTo>
                  <a:lnTo>
                    <a:pt x="6625353" y="2306918"/>
                  </a:lnTo>
                  <a:lnTo>
                    <a:pt x="6577294" y="2309026"/>
                  </a:lnTo>
                  <a:lnTo>
                    <a:pt x="6546025" y="2310276"/>
                  </a:lnTo>
                  <a:lnTo>
                    <a:pt x="6529247" y="2310890"/>
                  </a:lnTo>
                  <a:lnTo>
                    <a:pt x="6523103" y="2311097"/>
                  </a:lnTo>
                  <a:lnTo>
                    <a:pt x="6522385" y="2311119"/>
                  </a:lnTo>
                  <a:lnTo>
                    <a:pt x="5527445" y="2311119"/>
                  </a:lnTo>
                  <a:lnTo>
                    <a:pt x="5526350" y="2311077"/>
                  </a:lnTo>
                  <a:lnTo>
                    <a:pt x="5519114" y="2310774"/>
                  </a:lnTo>
                  <a:lnTo>
                    <a:pt x="5500761" y="2309937"/>
                  </a:lnTo>
                  <a:lnTo>
                    <a:pt x="5467663" y="2308288"/>
                  </a:lnTo>
                  <a:lnTo>
                    <a:pt x="5417752" y="2305562"/>
                  </a:lnTo>
                  <a:lnTo>
                    <a:pt x="5350674" y="2301530"/>
                  </a:lnTo>
                  <a:lnTo>
                    <a:pt x="5267740" y="2296022"/>
                  </a:lnTo>
                  <a:lnTo>
                    <a:pt x="5171645" y="2288932"/>
                  </a:lnTo>
                  <a:lnTo>
                    <a:pt x="5065982" y="2280218"/>
                  </a:lnTo>
                  <a:lnTo>
                    <a:pt x="4954674" y="2269885"/>
                  </a:lnTo>
                  <a:lnTo>
                    <a:pt x="4841472" y="2257964"/>
                  </a:lnTo>
                  <a:lnTo>
                    <a:pt x="4729581" y="2244485"/>
                  </a:lnTo>
                  <a:lnTo>
                    <a:pt x="4621471" y="2229460"/>
                  </a:lnTo>
                  <a:lnTo>
                    <a:pt x="4518838" y="2212866"/>
                  </a:lnTo>
                  <a:lnTo>
                    <a:pt x="4422669" y="2194634"/>
                  </a:lnTo>
                  <a:lnTo>
                    <a:pt x="4333371" y="2174648"/>
                  </a:lnTo>
                  <a:lnTo>
                    <a:pt x="4250904" y="2152741"/>
                  </a:lnTo>
                  <a:lnTo>
                    <a:pt x="4174916" y="2128699"/>
                  </a:lnTo>
                  <a:lnTo>
                    <a:pt x="4104846" y="2102267"/>
                  </a:lnTo>
                  <a:lnTo>
                    <a:pt x="4040013" y="2073155"/>
                  </a:lnTo>
                  <a:lnTo>
                    <a:pt x="3979677" y="2041061"/>
                  </a:lnTo>
                  <a:lnTo>
                    <a:pt x="3923086" y="2005689"/>
                  </a:lnTo>
                  <a:lnTo>
                    <a:pt x="3869518" y="1966798"/>
                  </a:lnTo>
                  <a:lnTo>
                    <a:pt x="3820202" y="1925933"/>
                  </a:lnTo>
                  <a:lnTo>
                    <a:pt x="3772749" y="1881880"/>
                  </a:lnTo>
                  <a:lnTo>
                    <a:pt x="3726539" y="1834419"/>
                  </a:lnTo>
                  <a:lnTo>
                    <a:pt x="3681214" y="1783481"/>
                  </a:lnTo>
                  <a:lnTo>
                    <a:pt x="3636491" y="1729061"/>
                  </a:lnTo>
                  <a:lnTo>
                    <a:pt x="3592147" y="1671223"/>
                  </a:lnTo>
                  <a:lnTo>
                    <a:pt x="3548012" y="1610106"/>
                  </a:lnTo>
                  <a:lnTo>
                    <a:pt x="3503963" y="1545929"/>
                  </a:lnTo>
                  <a:lnTo>
                    <a:pt x="3459915" y="1478991"/>
                  </a:lnTo>
                  <a:lnTo>
                    <a:pt x="3415818" y="1409669"/>
                  </a:lnTo>
                  <a:lnTo>
                    <a:pt x="3371653" y="1338411"/>
                  </a:lnTo>
                  <a:lnTo>
                    <a:pt x="3327421" y="1265723"/>
                  </a:lnTo>
                  <a:lnTo>
                    <a:pt x="3283143" y="1192160"/>
                  </a:lnTo>
                  <a:lnTo>
                    <a:pt x="3238848" y="1118303"/>
                  </a:lnTo>
                  <a:lnTo>
                    <a:pt x="3194570" y="1044744"/>
                  </a:lnTo>
                  <a:lnTo>
                    <a:pt x="3150339" y="972067"/>
                  </a:lnTo>
                  <a:lnTo>
                    <a:pt x="3106174" y="900823"/>
                  </a:lnTo>
                  <a:lnTo>
                    <a:pt x="3062078" y="831521"/>
                  </a:lnTo>
                  <a:lnTo>
                    <a:pt x="3018030" y="764606"/>
                  </a:lnTo>
                  <a:lnTo>
                    <a:pt x="2973981" y="700455"/>
                  </a:lnTo>
                  <a:lnTo>
                    <a:pt x="2929845" y="639366"/>
                  </a:lnTo>
                  <a:lnTo>
                    <a:pt x="2885499" y="581558"/>
                  </a:lnTo>
                  <a:lnTo>
                    <a:pt x="2840771" y="527169"/>
                  </a:lnTo>
                  <a:lnTo>
                    <a:pt x="2795439" y="476263"/>
                  </a:lnTo>
                  <a:lnTo>
                    <a:pt x="2749220" y="428832"/>
                  </a:lnTo>
                  <a:lnTo>
                    <a:pt x="2702183" y="385186"/>
                  </a:lnTo>
                  <a:lnTo>
                    <a:pt x="2650902" y="342794"/>
                  </a:lnTo>
                  <a:lnTo>
                    <a:pt x="2597232" y="304039"/>
                  </a:lnTo>
                  <a:lnTo>
                    <a:pt x="2540514" y="268795"/>
                  </a:lnTo>
                  <a:lnTo>
                    <a:pt x="2480023" y="236818"/>
                  </a:lnTo>
                  <a:lnTo>
                    <a:pt x="2415007" y="207813"/>
                  </a:lnTo>
                  <a:lnTo>
                    <a:pt x="2344726" y="181475"/>
                  </a:lnTo>
                  <a:lnTo>
                    <a:pt x="2268503" y="157518"/>
                  </a:lnTo>
                  <a:lnTo>
                    <a:pt x="2185785" y="135687"/>
                  </a:lnTo>
                  <a:lnTo>
                    <a:pt x="2096227" y="115769"/>
                  </a:lnTo>
                  <a:lnTo>
                    <a:pt x="1999805" y="97600"/>
                  </a:lnTo>
                  <a:lnTo>
                    <a:pt x="1896944" y="81066"/>
                  </a:lnTo>
                  <a:lnTo>
                    <a:pt x="1788657" y="66099"/>
                  </a:lnTo>
                  <a:lnTo>
                    <a:pt x="1676667" y="52679"/>
                  </a:lnTo>
                  <a:lnTo>
                    <a:pt x="1563474" y="40816"/>
                  </a:lnTo>
                  <a:lnTo>
                    <a:pt x="1452308" y="30544"/>
                  </a:lnTo>
                  <a:lnTo>
                    <a:pt x="1346933" y="21891"/>
                  </a:lnTo>
                  <a:lnTo>
                    <a:pt x="1251272" y="14861"/>
                  </a:lnTo>
                  <a:lnTo>
                    <a:pt x="1168892" y="9411"/>
                  </a:lnTo>
                  <a:lnTo>
                    <a:pt x="1102445" y="5432"/>
                  </a:lnTo>
                  <a:lnTo>
                    <a:pt x="1053183" y="2750"/>
                  </a:lnTo>
                  <a:lnTo>
                    <a:pt x="1020686" y="1137"/>
                  </a:lnTo>
                  <a:lnTo>
                    <a:pt x="1002825" y="326"/>
                  </a:lnTo>
                  <a:lnTo>
                    <a:pt x="995918" y="37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1" name="pg710"/>
            <p:cNvSpPr/>
            <p:nvPr/>
          </p:nvSpPr>
          <p:spPr>
            <a:xfrm>
              <a:off x="1199187" y="3589669"/>
              <a:ext cx="12049831" cy="2326841"/>
            </a:xfrm>
            <a:custGeom>
              <a:avLst/>
              <a:pathLst>
                <a:path w="12049831" h="2326841">
                  <a:moveTo>
                    <a:pt x="0" y="5240"/>
                  </a:moveTo>
                  <a:lnTo>
                    <a:pt x="994940" y="5240"/>
                  </a:lnTo>
                  <a:lnTo>
                    <a:pt x="996035" y="5283"/>
                  </a:lnTo>
                  <a:lnTo>
                    <a:pt x="1003268" y="5587"/>
                  </a:lnTo>
                  <a:lnTo>
                    <a:pt x="1021616" y="6427"/>
                  </a:lnTo>
                  <a:lnTo>
                    <a:pt x="1054704" y="8083"/>
                  </a:lnTo>
                  <a:lnTo>
                    <a:pt x="1104601" y="10821"/>
                  </a:lnTo>
                  <a:lnTo>
                    <a:pt x="1171662" y="14869"/>
                  </a:lnTo>
                  <a:lnTo>
                    <a:pt x="1254576" y="20401"/>
                  </a:lnTo>
                  <a:lnTo>
                    <a:pt x="1350650" y="27521"/>
                  </a:lnTo>
                  <a:lnTo>
                    <a:pt x="1456295" y="36272"/>
                  </a:lnTo>
                  <a:lnTo>
                    <a:pt x="1567587" y="46649"/>
                  </a:lnTo>
                  <a:lnTo>
                    <a:pt x="1680777" y="58621"/>
                  </a:lnTo>
                  <a:lnTo>
                    <a:pt x="1792659" y="72157"/>
                  </a:lnTo>
                  <a:lnTo>
                    <a:pt x="1900763" y="87247"/>
                  </a:lnTo>
                  <a:lnTo>
                    <a:pt x="2003394" y="103912"/>
                  </a:lnTo>
                  <a:lnTo>
                    <a:pt x="2099563" y="122222"/>
                  </a:lnTo>
                  <a:lnTo>
                    <a:pt x="2188863" y="142293"/>
                  </a:lnTo>
                  <a:lnTo>
                    <a:pt x="2271333" y="164294"/>
                  </a:lnTo>
                  <a:lnTo>
                    <a:pt x="2347325" y="188437"/>
                  </a:lnTo>
                  <a:lnTo>
                    <a:pt x="2417399" y="214982"/>
                  </a:lnTo>
                  <a:lnTo>
                    <a:pt x="2482235" y="244215"/>
                  </a:lnTo>
                  <a:lnTo>
                    <a:pt x="2542573" y="276445"/>
                  </a:lnTo>
                  <a:lnTo>
                    <a:pt x="2599166" y="311966"/>
                  </a:lnTo>
                  <a:lnTo>
                    <a:pt x="2652735" y="351019"/>
                  </a:lnTo>
                  <a:lnTo>
                    <a:pt x="2702183" y="392174"/>
                  </a:lnTo>
                  <a:lnTo>
                    <a:pt x="2749566" y="436358"/>
                  </a:lnTo>
                  <a:lnTo>
                    <a:pt x="2795710" y="483956"/>
                  </a:lnTo>
                  <a:lnTo>
                    <a:pt x="2840971" y="535036"/>
                  </a:lnTo>
                  <a:lnTo>
                    <a:pt x="2885630" y="589603"/>
                  </a:lnTo>
                  <a:lnTo>
                    <a:pt x="2929910" y="647595"/>
                  </a:lnTo>
                  <a:lnTo>
                    <a:pt x="2973981" y="708872"/>
                  </a:lnTo>
                  <a:lnTo>
                    <a:pt x="3017965" y="773216"/>
                  </a:lnTo>
                  <a:lnTo>
                    <a:pt x="3061947" y="840329"/>
                  </a:lnTo>
                  <a:lnTo>
                    <a:pt x="3105977" y="909835"/>
                  </a:lnTo>
                  <a:lnTo>
                    <a:pt x="3150076" y="981286"/>
                  </a:lnTo>
                  <a:lnTo>
                    <a:pt x="3194242" y="1054177"/>
                  </a:lnTo>
                  <a:lnTo>
                    <a:pt x="3238454" y="1127955"/>
                  </a:lnTo>
                  <a:lnTo>
                    <a:pt x="3282683" y="1202036"/>
                  </a:lnTo>
                  <a:lnTo>
                    <a:pt x="3326896" y="1275831"/>
                  </a:lnTo>
                  <a:lnTo>
                    <a:pt x="3371063" y="1348754"/>
                  </a:lnTo>
                  <a:lnTo>
                    <a:pt x="3415164" y="1420254"/>
                  </a:lnTo>
                  <a:lnTo>
                    <a:pt x="3459196" y="1489821"/>
                  </a:lnTo>
                  <a:lnTo>
                    <a:pt x="3503179" y="1557007"/>
                  </a:lnTo>
                  <a:lnTo>
                    <a:pt x="3547162" y="1621434"/>
                  </a:lnTo>
                  <a:lnTo>
                    <a:pt x="3591228" y="1682801"/>
                  </a:lnTo>
                  <a:lnTo>
                    <a:pt x="3635500" y="1740887"/>
                  </a:lnTo>
                  <a:lnTo>
                    <a:pt x="3680146" y="1795553"/>
                  </a:lnTo>
                  <a:lnTo>
                    <a:pt x="3725386" y="1846731"/>
                  </a:lnTo>
                  <a:lnTo>
                    <a:pt x="3771501" y="1894427"/>
                  </a:lnTo>
                  <a:lnTo>
                    <a:pt x="3818843" y="1938706"/>
                  </a:lnTo>
                  <a:lnTo>
                    <a:pt x="3820202" y="1939908"/>
                  </a:lnTo>
                  <a:lnTo>
                    <a:pt x="3871477" y="1982487"/>
                  </a:lnTo>
                  <a:lnTo>
                    <a:pt x="3925141" y="2021414"/>
                  </a:lnTo>
                  <a:lnTo>
                    <a:pt x="3981851" y="2056815"/>
                  </a:lnTo>
                  <a:lnTo>
                    <a:pt x="4042334" y="2088935"/>
                  </a:lnTo>
                  <a:lnTo>
                    <a:pt x="4107341" y="2118070"/>
                  </a:lnTo>
                  <a:lnTo>
                    <a:pt x="4177610" y="2144526"/>
                  </a:lnTo>
                  <a:lnTo>
                    <a:pt x="4253820" y="2168591"/>
                  </a:lnTo>
                  <a:lnTo>
                    <a:pt x="4336524" y="2190520"/>
                  </a:lnTo>
                  <a:lnTo>
                    <a:pt x="4426066" y="2210528"/>
                  </a:lnTo>
                  <a:lnTo>
                    <a:pt x="4522470" y="2228778"/>
                  </a:lnTo>
                  <a:lnTo>
                    <a:pt x="4625313" y="2245388"/>
                  </a:lnTo>
                  <a:lnTo>
                    <a:pt x="4733582" y="2260423"/>
                  </a:lnTo>
                  <a:lnTo>
                    <a:pt x="4845556" y="2273905"/>
                  </a:lnTo>
                  <a:lnTo>
                    <a:pt x="4958737" y="2285822"/>
                  </a:lnTo>
                  <a:lnTo>
                    <a:pt x="5069897" y="2296143"/>
                  </a:lnTo>
                  <a:lnTo>
                    <a:pt x="5175274" y="2304837"/>
                  </a:lnTo>
                  <a:lnTo>
                    <a:pt x="5270945" y="2311900"/>
                  </a:lnTo>
                  <a:lnTo>
                    <a:pt x="5353344" y="2317378"/>
                  </a:lnTo>
                  <a:lnTo>
                    <a:pt x="5419819" y="2321377"/>
                  </a:lnTo>
                  <a:lnTo>
                    <a:pt x="5469112" y="2324073"/>
                  </a:lnTo>
                  <a:lnTo>
                    <a:pt x="5501642" y="2325696"/>
                  </a:lnTo>
                  <a:lnTo>
                    <a:pt x="5519532" y="2326512"/>
                  </a:lnTo>
                  <a:lnTo>
                    <a:pt x="5526459" y="2326803"/>
                  </a:lnTo>
                  <a:lnTo>
                    <a:pt x="5527445" y="2326841"/>
                  </a:lnTo>
                  <a:lnTo>
                    <a:pt x="6522385" y="2326841"/>
                  </a:lnTo>
                  <a:lnTo>
                    <a:pt x="6523509" y="2326817"/>
                  </a:lnTo>
                  <a:lnTo>
                    <a:pt x="6530922" y="2326642"/>
                  </a:lnTo>
                  <a:lnTo>
                    <a:pt x="6549715" y="2326159"/>
                  </a:lnTo>
                  <a:lnTo>
                    <a:pt x="6583575" y="2325208"/>
                  </a:lnTo>
                  <a:lnTo>
                    <a:pt x="6634571" y="2323636"/>
                  </a:lnTo>
                  <a:lnTo>
                    <a:pt x="6703001" y="2321312"/>
                  </a:lnTo>
                  <a:lnTo>
                    <a:pt x="6787444" y="2318140"/>
                  </a:lnTo>
                  <a:lnTo>
                    <a:pt x="6885075" y="2314061"/>
                  </a:lnTo>
                  <a:lnTo>
                    <a:pt x="6992171" y="2309053"/>
                  </a:lnTo>
                  <a:lnTo>
                    <a:pt x="7104705" y="2303120"/>
                  </a:lnTo>
                  <a:lnTo>
                    <a:pt x="7218865" y="2296281"/>
                  </a:lnTo>
                  <a:lnTo>
                    <a:pt x="7331427" y="2288551"/>
                  </a:lnTo>
                  <a:lnTo>
                    <a:pt x="7439933" y="2279937"/>
                  </a:lnTo>
                  <a:lnTo>
                    <a:pt x="7542728" y="2270423"/>
                  </a:lnTo>
                  <a:lnTo>
                    <a:pt x="7638871" y="2259965"/>
                  </a:lnTo>
                  <a:lnTo>
                    <a:pt x="7728011" y="2248494"/>
                  </a:lnTo>
                  <a:lnTo>
                    <a:pt x="7810237" y="2235909"/>
                  </a:lnTo>
                  <a:lnTo>
                    <a:pt x="7885946" y="2222084"/>
                  </a:lnTo>
                  <a:lnTo>
                    <a:pt x="7955735" y="2206867"/>
                  </a:lnTo>
                  <a:lnTo>
                    <a:pt x="8020317" y="2190090"/>
                  </a:lnTo>
                  <a:lnTo>
                    <a:pt x="8080455" y="2171578"/>
                  </a:lnTo>
                  <a:lnTo>
                    <a:pt x="8136918" y="2151164"/>
                  </a:lnTo>
                  <a:lnTo>
                    <a:pt x="8190438" y="2128719"/>
                  </a:lnTo>
                  <a:lnTo>
                    <a:pt x="8229629" y="2110228"/>
                  </a:lnTo>
                  <a:lnTo>
                    <a:pt x="8284553" y="2081312"/>
                  </a:lnTo>
                  <a:lnTo>
                    <a:pt x="8337887" y="2049806"/>
                  </a:lnTo>
                  <a:lnTo>
                    <a:pt x="8390158" y="2015663"/>
                  </a:lnTo>
                  <a:lnTo>
                    <a:pt x="8441771" y="1978903"/>
                  </a:lnTo>
                  <a:lnTo>
                    <a:pt x="8493025" y="1939618"/>
                  </a:lnTo>
                  <a:lnTo>
                    <a:pt x="8544134" y="1897982"/>
                  </a:lnTo>
                  <a:lnTo>
                    <a:pt x="8595237" y="1854247"/>
                  </a:lnTo>
                  <a:lnTo>
                    <a:pt x="8646409" y="1808747"/>
                  </a:lnTo>
                  <a:lnTo>
                    <a:pt x="8697674" y="1761887"/>
                  </a:lnTo>
                  <a:lnTo>
                    <a:pt x="8749019" y="1714127"/>
                  </a:lnTo>
                  <a:lnTo>
                    <a:pt x="8800403" y="1665968"/>
                  </a:lnTo>
                  <a:lnTo>
                    <a:pt x="8851776" y="1617928"/>
                  </a:lnTo>
                  <a:lnTo>
                    <a:pt x="8903088" y="1570520"/>
                  </a:lnTo>
                  <a:lnTo>
                    <a:pt x="8954310" y="1524229"/>
                  </a:lnTo>
                  <a:lnTo>
                    <a:pt x="9005445" y="1479491"/>
                  </a:lnTo>
                  <a:lnTo>
                    <a:pt x="9056537" y="1436680"/>
                  </a:lnTo>
                  <a:lnTo>
                    <a:pt x="9107691" y="1396094"/>
                  </a:lnTo>
                  <a:lnTo>
                    <a:pt x="9159078" y="1357949"/>
                  </a:lnTo>
                  <a:lnTo>
                    <a:pt x="9210950" y="1322380"/>
                  </a:lnTo>
                  <a:lnTo>
                    <a:pt x="9263650" y="1289447"/>
                  </a:lnTo>
                  <a:lnTo>
                    <a:pt x="9317638" y="1259136"/>
                  </a:lnTo>
                  <a:lnTo>
                    <a:pt x="9347647" y="1243777"/>
                  </a:lnTo>
                  <a:lnTo>
                    <a:pt x="9399372" y="1219744"/>
                  </a:lnTo>
                  <a:lnTo>
                    <a:pt x="9453530" y="1197792"/>
                  </a:lnTo>
                  <a:lnTo>
                    <a:pt x="9510801" y="1177845"/>
                  </a:lnTo>
                  <a:lnTo>
                    <a:pt x="9571929" y="1159762"/>
                  </a:lnTo>
                  <a:lnTo>
                    <a:pt x="9637684" y="1143374"/>
                  </a:lnTo>
                  <a:lnTo>
                    <a:pt x="9708823" y="1128504"/>
                  </a:lnTo>
                  <a:lnTo>
                    <a:pt x="9786038" y="1114987"/>
                  </a:lnTo>
                  <a:lnTo>
                    <a:pt x="9869886" y="1102678"/>
                  </a:lnTo>
                  <a:lnTo>
                    <a:pt x="9960703" y="1091457"/>
                  </a:lnTo>
                  <a:lnTo>
                    <a:pt x="10058484" y="1081229"/>
                  </a:lnTo>
                  <a:lnTo>
                    <a:pt x="10162751" y="1071932"/>
                  </a:lnTo>
                  <a:lnTo>
                    <a:pt x="10272404" y="1063530"/>
                  </a:lnTo>
                  <a:lnTo>
                    <a:pt x="10385600" y="1056012"/>
                  </a:lnTo>
                  <a:lnTo>
                    <a:pt x="10499692" y="1049386"/>
                  </a:lnTo>
                  <a:lnTo>
                    <a:pt x="10611291" y="1043673"/>
                  </a:lnTo>
                  <a:lnTo>
                    <a:pt x="10716493" y="1038887"/>
                  </a:lnTo>
                  <a:lnTo>
                    <a:pt x="10811293" y="1035027"/>
                  </a:lnTo>
                  <a:lnTo>
                    <a:pt x="10892129" y="1032064"/>
                  </a:lnTo>
                  <a:lnTo>
                    <a:pt x="10956469" y="1029930"/>
                  </a:lnTo>
                  <a:lnTo>
                    <a:pt x="11003284" y="1028519"/>
                  </a:lnTo>
                  <a:lnTo>
                    <a:pt x="11033298" y="1027694"/>
                  </a:lnTo>
                  <a:lnTo>
                    <a:pt x="11048987" y="1027299"/>
                  </a:lnTo>
                  <a:lnTo>
                    <a:pt x="11054389" y="1027175"/>
                  </a:lnTo>
                  <a:lnTo>
                    <a:pt x="11054891" y="1027164"/>
                  </a:lnTo>
                  <a:lnTo>
                    <a:pt x="12049831" y="1027164"/>
                  </a:lnTo>
                  <a:lnTo>
                    <a:pt x="12049831" y="1021923"/>
                  </a:lnTo>
                  <a:lnTo>
                    <a:pt x="11054891" y="1021923"/>
                  </a:lnTo>
                  <a:lnTo>
                    <a:pt x="11053768" y="1021948"/>
                  </a:lnTo>
                  <a:lnTo>
                    <a:pt x="11046354" y="1022122"/>
                  </a:lnTo>
                  <a:lnTo>
                    <a:pt x="11027562" y="1022605"/>
                  </a:lnTo>
                  <a:lnTo>
                    <a:pt x="10993702" y="1023556"/>
                  </a:lnTo>
                  <a:lnTo>
                    <a:pt x="10942706" y="1025128"/>
                  </a:lnTo>
                  <a:lnTo>
                    <a:pt x="10874276" y="1027452"/>
                  </a:lnTo>
                  <a:lnTo>
                    <a:pt x="10789832" y="1030624"/>
                  </a:lnTo>
                  <a:lnTo>
                    <a:pt x="10692202" y="1034703"/>
                  </a:lnTo>
                  <a:lnTo>
                    <a:pt x="10585106" y="1039711"/>
                  </a:lnTo>
                  <a:lnTo>
                    <a:pt x="10472572" y="1045644"/>
                  </a:lnTo>
                  <a:lnTo>
                    <a:pt x="10358411" y="1052484"/>
                  </a:lnTo>
                  <a:lnTo>
                    <a:pt x="10245850" y="1060213"/>
                  </a:lnTo>
                  <a:lnTo>
                    <a:pt x="10137343" y="1068827"/>
                  </a:lnTo>
                  <a:lnTo>
                    <a:pt x="10034549" y="1078341"/>
                  </a:lnTo>
                  <a:lnTo>
                    <a:pt x="9938405" y="1088799"/>
                  </a:lnTo>
                  <a:lnTo>
                    <a:pt x="9849265" y="1100270"/>
                  </a:lnTo>
                  <a:lnTo>
                    <a:pt x="9767039" y="1112855"/>
                  </a:lnTo>
                  <a:lnTo>
                    <a:pt x="9691330" y="1126680"/>
                  </a:lnTo>
                  <a:lnTo>
                    <a:pt x="9621541" y="1141897"/>
                  </a:lnTo>
                  <a:lnTo>
                    <a:pt x="9556960" y="1158674"/>
                  </a:lnTo>
                  <a:lnTo>
                    <a:pt x="9496822" y="1177186"/>
                  </a:lnTo>
                  <a:lnTo>
                    <a:pt x="9440359" y="1197600"/>
                  </a:lnTo>
                  <a:lnTo>
                    <a:pt x="9386839" y="1220045"/>
                  </a:lnTo>
                  <a:lnTo>
                    <a:pt x="9347647" y="1238536"/>
                  </a:lnTo>
                  <a:lnTo>
                    <a:pt x="9292723" y="1267453"/>
                  </a:lnTo>
                  <a:lnTo>
                    <a:pt x="9239390" y="1298958"/>
                  </a:lnTo>
                  <a:lnTo>
                    <a:pt x="9187118" y="1333101"/>
                  </a:lnTo>
                  <a:lnTo>
                    <a:pt x="9135506" y="1369861"/>
                  </a:lnTo>
                  <a:lnTo>
                    <a:pt x="9084251" y="1409146"/>
                  </a:lnTo>
                  <a:lnTo>
                    <a:pt x="9033142" y="1450783"/>
                  </a:lnTo>
                  <a:lnTo>
                    <a:pt x="8982040" y="1494517"/>
                  </a:lnTo>
                  <a:lnTo>
                    <a:pt x="8930868" y="1540017"/>
                  </a:lnTo>
                  <a:lnTo>
                    <a:pt x="8879602" y="1586877"/>
                  </a:lnTo>
                  <a:lnTo>
                    <a:pt x="8828257" y="1634637"/>
                  </a:lnTo>
                  <a:lnTo>
                    <a:pt x="8776873" y="1682796"/>
                  </a:lnTo>
                  <a:lnTo>
                    <a:pt x="8725501" y="1730836"/>
                  </a:lnTo>
                  <a:lnTo>
                    <a:pt x="8674188" y="1778244"/>
                  </a:lnTo>
                  <a:lnTo>
                    <a:pt x="8622966" y="1824536"/>
                  </a:lnTo>
                  <a:lnTo>
                    <a:pt x="8571832" y="1869273"/>
                  </a:lnTo>
                  <a:lnTo>
                    <a:pt x="8520739" y="1912084"/>
                  </a:lnTo>
                  <a:lnTo>
                    <a:pt x="8469585" y="1952670"/>
                  </a:lnTo>
                  <a:lnTo>
                    <a:pt x="8418198" y="1990816"/>
                  </a:lnTo>
                  <a:lnTo>
                    <a:pt x="8366327" y="2026384"/>
                  </a:lnTo>
                  <a:lnTo>
                    <a:pt x="8313626" y="2059317"/>
                  </a:lnTo>
                  <a:lnTo>
                    <a:pt x="8259638" y="2089628"/>
                  </a:lnTo>
                  <a:lnTo>
                    <a:pt x="8229629" y="2104988"/>
                  </a:lnTo>
                  <a:lnTo>
                    <a:pt x="8177905" y="2129020"/>
                  </a:lnTo>
                  <a:lnTo>
                    <a:pt x="8123746" y="2150972"/>
                  </a:lnTo>
                  <a:lnTo>
                    <a:pt x="8066475" y="2170919"/>
                  </a:lnTo>
                  <a:lnTo>
                    <a:pt x="8005348" y="2189002"/>
                  </a:lnTo>
                  <a:lnTo>
                    <a:pt x="7939593" y="2205390"/>
                  </a:lnTo>
                  <a:lnTo>
                    <a:pt x="7868453" y="2220261"/>
                  </a:lnTo>
                  <a:lnTo>
                    <a:pt x="7791239" y="2233777"/>
                  </a:lnTo>
                  <a:lnTo>
                    <a:pt x="7707390" y="2246086"/>
                  </a:lnTo>
                  <a:lnTo>
                    <a:pt x="7616574" y="2257308"/>
                  </a:lnTo>
                  <a:lnTo>
                    <a:pt x="7518793" y="2267535"/>
                  </a:lnTo>
                  <a:lnTo>
                    <a:pt x="7414526" y="2276832"/>
                  </a:lnTo>
                  <a:lnTo>
                    <a:pt x="7304873" y="2285234"/>
                  </a:lnTo>
                  <a:lnTo>
                    <a:pt x="7191677" y="2292752"/>
                  </a:lnTo>
                  <a:lnTo>
                    <a:pt x="7077585" y="2299378"/>
                  </a:lnTo>
                  <a:lnTo>
                    <a:pt x="6965986" y="2305091"/>
                  </a:lnTo>
                  <a:lnTo>
                    <a:pt x="6860783" y="2309878"/>
                  </a:lnTo>
                  <a:lnTo>
                    <a:pt x="6765984" y="2313737"/>
                  </a:lnTo>
                  <a:lnTo>
                    <a:pt x="6685148" y="2316700"/>
                  </a:lnTo>
                  <a:lnTo>
                    <a:pt x="6620808" y="2318834"/>
                  </a:lnTo>
                  <a:lnTo>
                    <a:pt x="6573993" y="2320245"/>
                  </a:lnTo>
                  <a:lnTo>
                    <a:pt x="6543978" y="2321070"/>
                  </a:lnTo>
                  <a:lnTo>
                    <a:pt x="6528290" y="2321465"/>
                  </a:lnTo>
                  <a:lnTo>
                    <a:pt x="6522888" y="2321590"/>
                  </a:lnTo>
                  <a:lnTo>
                    <a:pt x="6522385" y="2321600"/>
                  </a:lnTo>
                  <a:lnTo>
                    <a:pt x="5527445" y="2321600"/>
                  </a:lnTo>
                  <a:lnTo>
                    <a:pt x="5526350" y="2321558"/>
                  </a:lnTo>
                  <a:lnTo>
                    <a:pt x="5519117" y="2321254"/>
                  </a:lnTo>
                  <a:lnTo>
                    <a:pt x="5500769" y="2320414"/>
                  </a:lnTo>
                  <a:lnTo>
                    <a:pt x="5467681" y="2318758"/>
                  </a:lnTo>
                  <a:lnTo>
                    <a:pt x="5417784" y="2316020"/>
                  </a:lnTo>
                  <a:lnTo>
                    <a:pt x="5350723" y="2311971"/>
                  </a:lnTo>
                  <a:lnTo>
                    <a:pt x="5267809" y="2306440"/>
                  </a:lnTo>
                  <a:lnTo>
                    <a:pt x="5171735" y="2299320"/>
                  </a:lnTo>
                  <a:lnTo>
                    <a:pt x="5066090" y="2290569"/>
                  </a:lnTo>
                  <a:lnTo>
                    <a:pt x="4954798" y="2280192"/>
                  </a:lnTo>
                  <a:lnTo>
                    <a:pt x="4841608" y="2268220"/>
                  </a:lnTo>
                  <a:lnTo>
                    <a:pt x="4729726" y="2254683"/>
                  </a:lnTo>
                  <a:lnTo>
                    <a:pt x="4621622" y="2239594"/>
                  </a:lnTo>
                  <a:lnTo>
                    <a:pt x="4518991" y="2222928"/>
                  </a:lnTo>
                  <a:lnTo>
                    <a:pt x="4422822" y="2204619"/>
                  </a:lnTo>
                  <a:lnTo>
                    <a:pt x="4333522" y="2184547"/>
                  </a:lnTo>
                  <a:lnTo>
                    <a:pt x="4251052" y="2162547"/>
                  </a:lnTo>
                  <a:lnTo>
                    <a:pt x="4175060" y="2138403"/>
                  </a:lnTo>
                  <a:lnTo>
                    <a:pt x="4104986" y="2111859"/>
                  </a:lnTo>
                  <a:lnTo>
                    <a:pt x="4040150" y="2082625"/>
                  </a:lnTo>
                  <a:lnTo>
                    <a:pt x="3979812" y="2050395"/>
                  </a:lnTo>
                  <a:lnTo>
                    <a:pt x="3923219" y="2014875"/>
                  </a:lnTo>
                  <a:lnTo>
                    <a:pt x="3869650" y="1975821"/>
                  </a:lnTo>
                  <a:lnTo>
                    <a:pt x="3820202" y="1934667"/>
                  </a:lnTo>
                  <a:lnTo>
                    <a:pt x="3772819" y="1890482"/>
                  </a:lnTo>
                  <a:lnTo>
                    <a:pt x="3726675" y="1842885"/>
                  </a:lnTo>
                  <a:lnTo>
                    <a:pt x="3681414" y="1791805"/>
                  </a:lnTo>
                  <a:lnTo>
                    <a:pt x="3636755" y="1737237"/>
                  </a:lnTo>
                  <a:lnTo>
                    <a:pt x="3592475" y="1679246"/>
                  </a:lnTo>
                  <a:lnTo>
                    <a:pt x="3548404" y="1617968"/>
                  </a:lnTo>
                  <a:lnTo>
                    <a:pt x="3504420" y="1553624"/>
                  </a:lnTo>
                  <a:lnTo>
                    <a:pt x="3460438" y="1486512"/>
                  </a:lnTo>
                  <a:lnTo>
                    <a:pt x="3416408" y="1417006"/>
                  </a:lnTo>
                  <a:lnTo>
                    <a:pt x="3372309" y="1345554"/>
                  </a:lnTo>
                  <a:lnTo>
                    <a:pt x="3328143" y="1272663"/>
                  </a:lnTo>
                  <a:lnTo>
                    <a:pt x="3283931" y="1198886"/>
                  </a:lnTo>
                  <a:lnTo>
                    <a:pt x="3239702" y="1124804"/>
                  </a:lnTo>
                  <a:lnTo>
                    <a:pt x="3195489" y="1051010"/>
                  </a:lnTo>
                  <a:lnTo>
                    <a:pt x="3151322" y="978086"/>
                  </a:lnTo>
                  <a:lnTo>
                    <a:pt x="3107221" y="906587"/>
                  </a:lnTo>
                  <a:lnTo>
                    <a:pt x="3063189" y="837020"/>
                  </a:lnTo>
                  <a:lnTo>
                    <a:pt x="3019206" y="769834"/>
                  </a:lnTo>
                  <a:lnTo>
                    <a:pt x="2975223" y="705407"/>
                  </a:lnTo>
                  <a:lnTo>
                    <a:pt x="2931157" y="644040"/>
                  </a:lnTo>
                  <a:lnTo>
                    <a:pt x="2886885" y="585953"/>
                  </a:lnTo>
                  <a:lnTo>
                    <a:pt x="2842239" y="531288"/>
                  </a:lnTo>
                  <a:lnTo>
                    <a:pt x="2796999" y="480109"/>
                  </a:lnTo>
                  <a:lnTo>
                    <a:pt x="2750884" y="432414"/>
                  </a:lnTo>
                  <a:lnTo>
                    <a:pt x="2703542" y="388135"/>
                  </a:lnTo>
                  <a:lnTo>
                    <a:pt x="2702183" y="386933"/>
                  </a:lnTo>
                  <a:lnTo>
                    <a:pt x="2650908" y="344353"/>
                  </a:lnTo>
                  <a:lnTo>
                    <a:pt x="2597244" y="305426"/>
                  </a:lnTo>
                  <a:lnTo>
                    <a:pt x="2540533" y="270025"/>
                  </a:lnTo>
                  <a:lnTo>
                    <a:pt x="2480051" y="237905"/>
                  </a:lnTo>
                  <a:lnTo>
                    <a:pt x="2415044" y="208770"/>
                  </a:lnTo>
                  <a:lnTo>
                    <a:pt x="2344775" y="182315"/>
                  </a:lnTo>
                  <a:lnTo>
                    <a:pt x="2268565" y="158250"/>
                  </a:lnTo>
                  <a:lnTo>
                    <a:pt x="2185861" y="136320"/>
                  </a:lnTo>
                  <a:lnTo>
                    <a:pt x="2096319" y="116313"/>
                  </a:lnTo>
                  <a:lnTo>
                    <a:pt x="1999915" y="98062"/>
                  </a:lnTo>
                  <a:lnTo>
                    <a:pt x="1897072" y="81453"/>
                  </a:lnTo>
                  <a:lnTo>
                    <a:pt x="1788803" y="66418"/>
                  </a:lnTo>
                  <a:lnTo>
                    <a:pt x="1676829" y="52936"/>
                  </a:lnTo>
                  <a:lnTo>
                    <a:pt x="1563648" y="41018"/>
                  </a:lnTo>
                  <a:lnTo>
                    <a:pt x="1452488" y="30698"/>
                  </a:lnTo>
                  <a:lnTo>
                    <a:pt x="1347111" y="22004"/>
                  </a:lnTo>
                  <a:lnTo>
                    <a:pt x="1251440" y="14941"/>
                  </a:lnTo>
                  <a:lnTo>
                    <a:pt x="1169041" y="9463"/>
                  </a:lnTo>
                  <a:lnTo>
                    <a:pt x="1102566" y="5463"/>
                  </a:lnTo>
                  <a:lnTo>
                    <a:pt x="1053273" y="2768"/>
                  </a:lnTo>
                  <a:lnTo>
                    <a:pt x="1020743" y="1145"/>
                  </a:lnTo>
                  <a:lnTo>
                    <a:pt x="1002853" y="328"/>
                  </a:lnTo>
                  <a:lnTo>
                    <a:pt x="995926" y="3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12" name="pl711"/>
            <p:cNvSpPr/>
            <p:nvPr/>
          </p:nvSpPr>
          <p:spPr>
            <a:xfrm>
              <a:off x="1199187" y="3594910"/>
              <a:ext cx="12049831" cy="2321600"/>
            </a:xfrm>
            <a:custGeom>
              <a:avLst/>
              <a:pathLst>
                <a:path w="12049831" h="2321600">
                  <a:moveTo>
                    <a:pt x="0" y="0"/>
                  </a:moveTo>
                  <a:lnTo>
                    <a:pt x="994940" y="0"/>
                  </a:lnTo>
                  <a:lnTo>
                    <a:pt x="996035" y="42"/>
                  </a:lnTo>
                  <a:lnTo>
                    <a:pt x="1003268" y="346"/>
                  </a:lnTo>
                  <a:lnTo>
                    <a:pt x="1021616" y="1186"/>
                  </a:lnTo>
                  <a:lnTo>
                    <a:pt x="1054704" y="2842"/>
                  </a:lnTo>
                  <a:lnTo>
                    <a:pt x="1104601" y="5580"/>
                  </a:lnTo>
                  <a:lnTo>
                    <a:pt x="1171662" y="9629"/>
                  </a:lnTo>
                  <a:lnTo>
                    <a:pt x="1254576" y="15160"/>
                  </a:lnTo>
                  <a:lnTo>
                    <a:pt x="1350650" y="22280"/>
                  </a:lnTo>
                  <a:lnTo>
                    <a:pt x="1456295" y="31031"/>
                  </a:lnTo>
                  <a:lnTo>
                    <a:pt x="1567587" y="41408"/>
                  </a:lnTo>
                  <a:lnTo>
                    <a:pt x="1680777" y="53380"/>
                  </a:lnTo>
                  <a:lnTo>
                    <a:pt x="1792659" y="66917"/>
                  </a:lnTo>
                  <a:lnTo>
                    <a:pt x="1900763" y="82006"/>
                  </a:lnTo>
                  <a:lnTo>
                    <a:pt x="2003394" y="98671"/>
                  </a:lnTo>
                  <a:lnTo>
                    <a:pt x="2099563" y="116981"/>
                  </a:lnTo>
                  <a:lnTo>
                    <a:pt x="2188863" y="137053"/>
                  </a:lnTo>
                  <a:lnTo>
                    <a:pt x="2271333" y="159053"/>
                  </a:lnTo>
                  <a:lnTo>
                    <a:pt x="2347325" y="183197"/>
                  </a:lnTo>
                  <a:lnTo>
                    <a:pt x="2417399" y="209741"/>
                  </a:lnTo>
                  <a:lnTo>
                    <a:pt x="2482235" y="238975"/>
                  </a:lnTo>
                  <a:lnTo>
                    <a:pt x="2542573" y="271204"/>
                  </a:lnTo>
                  <a:lnTo>
                    <a:pt x="2599166" y="306725"/>
                  </a:lnTo>
                  <a:lnTo>
                    <a:pt x="2652735" y="345778"/>
                  </a:lnTo>
                  <a:lnTo>
                    <a:pt x="2702183" y="386933"/>
                  </a:lnTo>
                  <a:lnTo>
                    <a:pt x="2749566" y="431118"/>
                  </a:lnTo>
                  <a:lnTo>
                    <a:pt x="2795710" y="478715"/>
                  </a:lnTo>
                  <a:lnTo>
                    <a:pt x="2840971" y="529795"/>
                  </a:lnTo>
                  <a:lnTo>
                    <a:pt x="2885630" y="584362"/>
                  </a:lnTo>
                  <a:lnTo>
                    <a:pt x="2929910" y="642354"/>
                  </a:lnTo>
                  <a:lnTo>
                    <a:pt x="2973981" y="703631"/>
                  </a:lnTo>
                  <a:lnTo>
                    <a:pt x="3017965" y="767976"/>
                  </a:lnTo>
                  <a:lnTo>
                    <a:pt x="3061947" y="835088"/>
                  </a:lnTo>
                  <a:lnTo>
                    <a:pt x="3105977" y="904594"/>
                  </a:lnTo>
                  <a:lnTo>
                    <a:pt x="3150076" y="976046"/>
                  </a:lnTo>
                  <a:lnTo>
                    <a:pt x="3194242" y="1048937"/>
                  </a:lnTo>
                  <a:lnTo>
                    <a:pt x="3238454" y="1122714"/>
                  </a:lnTo>
                  <a:lnTo>
                    <a:pt x="3282683" y="1196796"/>
                  </a:lnTo>
                  <a:lnTo>
                    <a:pt x="3326896" y="1270590"/>
                  </a:lnTo>
                  <a:lnTo>
                    <a:pt x="3371063" y="1343514"/>
                  </a:lnTo>
                  <a:lnTo>
                    <a:pt x="3415164" y="1415013"/>
                  </a:lnTo>
                  <a:lnTo>
                    <a:pt x="3459196" y="1484580"/>
                  </a:lnTo>
                  <a:lnTo>
                    <a:pt x="3503179" y="1551766"/>
                  </a:lnTo>
                  <a:lnTo>
                    <a:pt x="3547162" y="1616193"/>
                  </a:lnTo>
                  <a:lnTo>
                    <a:pt x="3591228" y="1677560"/>
                  </a:lnTo>
                  <a:lnTo>
                    <a:pt x="3635500" y="1735647"/>
                  </a:lnTo>
                  <a:lnTo>
                    <a:pt x="3680146" y="1790312"/>
                  </a:lnTo>
                  <a:lnTo>
                    <a:pt x="3725386" y="1841490"/>
                  </a:lnTo>
                  <a:lnTo>
                    <a:pt x="3771501" y="1889186"/>
                  </a:lnTo>
                  <a:lnTo>
                    <a:pt x="3818843" y="1933465"/>
                  </a:lnTo>
                  <a:lnTo>
                    <a:pt x="3820202" y="1934667"/>
                  </a:lnTo>
                  <a:lnTo>
                    <a:pt x="3871477" y="1977247"/>
                  </a:lnTo>
                  <a:lnTo>
                    <a:pt x="3925141" y="2016174"/>
                  </a:lnTo>
                  <a:lnTo>
                    <a:pt x="3981851" y="2051575"/>
                  </a:lnTo>
                  <a:lnTo>
                    <a:pt x="4042334" y="2083695"/>
                  </a:lnTo>
                  <a:lnTo>
                    <a:pt x="4107341" y="2112830"/>
                  </a:lnTo>
                  <a:lnTo>
                    <a:pt x="4177610" y="2139285"/>
                  </a:lnTo>
                  <a:lnTo>
                    <a:pt x="4253820" y="2163350"/>
                  </a:lnTo>
                  <a:lnTo>
                    <a:pt x="4336524" y="2185279"/>
                  </a:lnTo>
                  <a:lnTo>
                    <a:pt x="4426066" y="2205287"/>
                  </a:lnTo>
                  <a:lnTo>
                    <a:pt x="4522470" y="2223538"/>
                  </a:lnTo>
                  <a:lnTo>
                    <a:pt x="4625313" y="2240147"/>
                  </a:lnTo>
                  <a:lnTo>
                    <a:pt x="4733582" y="2255182"/>
                  </a:lnTo>
                  <a:lnTo>
                    <a:pt x="4845556" y="2268664"/>
                  </a:lnTo>
                  <a:lnTo>
                    <a:pt x="4958737" y="2280582"/>
                  </a:lnTo>
                  <a:lnTo>
                    <a:pt x="5069897" y="2290902"/>
                  </a:lnTo>
                  <a:lnTo>
                    <a:pt x="5175274" y="2299596"/>
                  </a:lnTo>
                  <a:lnTo>
                    <a:pt x="5270945" y="2306659"/>
                  </a:lnTo>
                  <a:lnTo>
                    <a:pt x="5353344" y="2312137"/>
                  </a:lnTo>
                  <a:lnTo>
                    <a:pt x="5419819" y="2316136"/>
                  </a:lnTo>
                  <a:lnTo>
                    <a:pt x="5469112" y="2318832"/>
                  </a:lnTo>
                  <a:lnTo>
                    <a:pt x="5501642" y="2320455"/>
                  </a:lnTo>
                  <a:lnTo>
                    <a:pt x="5519532" y="2321272"/>
                  </a:lnTo>
                  <a:lnTo>
                    <a:pt x="5526459" y="2321562"/>
                  </a:lnTo>
                  <a:lnTo>
                    <a:pt x="5527445" y="2321600"/>
                  </a:lnTo>
                  <a:lnTo>
                    <a:pt x="6522385" y="2321600"/>
                  </a:lnTo>
                  <a:lnTo>
                    <a:pt x="6523509" y="2321576"/>
                  </a:lnTo>
                  <a:lnTo>
                    <a:pt x="6530922" y="2321401"/>
                  </a:lnTo>
                  <a:lnTo>
                    <a:pt x="6549715" y="2320919"/>
                  </a:lnTo>
                  <a:lnTo>
                    <a:pt x="6583575" y="2319967"/>
                  </a:lnTo>
                  <a:lnTo>
                    <a:pt x="6634571" y="2318395"/>
                  </a:lnTo>
                  <a:lnTo>
                    <a:pt x="6703001" y="2316072"/>
                  </a:lnTo>
                  <a:lnTo>
                    <a:pt x="6787444" y="2312900"/>
                  </a:lnTo>
                  <a:lnTo>
                    <a:pt x="6885075" y="2308821"/>
                  </a:lnTo>
                  <a:lnTo>
                    <a:pt x="6992171" y="2303813"/>
                  </a:lnTo>
                  <a:lnTo>
                    <a:pt x="7104705" y="2297880"/>
                  </a:lnTo>
                  <a:lnTo>
                    <a:pt x="7218865" y="2291040"/>
                  </a:lnTo>
                  <a:lnTo>
                    <a:pt x="7331427" y="2283311"/>
                  </a:lnTo>
                  <a:lnTo>
                    <a:pt x="7439933" y="2274697"/>
                  </a:lnTo>
                  <a:lnTo>
                    <a:pt x="7542728" y="2265182"/>
                  </a:lnTo>
                  <a:lnTo>
                    <a:pt x="7638871" y="2254725"/>
                  </a:lnTo>
                  <a:lnTo>
                    <a:pt x="7728011" y="2243253"/>
                  </a:lnTo>
                  <a:lnTo>
                    <a:pt x="7810237" y="2230669"/>
                  </a:lnTo>
                  <a:lnTo>
                    <a:pt x="7885946" y="2216843"/>
                  </a:lnTo>
                  <a:lnTo>
                    <a:pt x="7955735" y="2201626"/>
                  </a:lnTo>
                  <a:lnTo>
                    <a:pt x="8020317" y="2184850"/>
                  </a:lnTo>
                  <a:lnTo>
                    <a:pt x="8080455" y="2166338"/>
                  </a:lnTo>
                  <a:lnTo>
                    <a:pt x="8136918" y="2145924"/>
                  </a:lnTo>
                  <a:lnTo>
                    <a:pt x="8190438" y="2123478"/>
                  </a:lnTo>
                  <a:lnTo>
                    <a:pt x="8229629" y="2104988"/>
                  </a:lnTo>
                  <a:lnTo>
                    <a:pt x="8284553" y="2076071"/>
                  </a:lnTo>
                  <a:lnTo>
                    <a:pt x="8337887" y="2044565"/>
                  </a:lnTo>
                  <a:lnTo>
                    <a:pt x="8390158" y="2010423"/>
                  </a:lnTo>
                  <a:lnTo>
                    <a:pt x="8441771" y="1973663"/>
                  </a:lnTo>
                  <a:lnTo>
                    <a:pt x="8493025" y="1934378"/>
                  </a:lnTo>
                  <a:lnTo>
                    <a:pt x="8544134" y="1892741"/>
                  </a:lnTo>
                  <a:lnTo>
                    <a:pt x="8595237" y="1849006"/>
                  </a:lnTo>
                  <a:lnTo>
                    <a:pt x="8646409" y="1803507"/>
                  </a:lnTo>
                  <a:lnTo>
                    <a:pt x="8697674" y="1756647"/>
                  </a:lnTo>
                  <a:lnTo>
                    <a:pt x="8749019" y="1708887"/>
                  </a:lnTo>
                  <a:lnTo>
                    <a:pt x="8800403" y="1660728"/>
                  </a:lnTo>
                  <a:lnTo>
                    <a:pt x="8851776" y="1612687"/>
                  </a:lnTo>
                  <a:lnTo>
                    <a:pt x="8903088" y="1565279"/>
                  </a:lnTo>
                  <a:lnTo>
                    <a:pt x="8954310" y="1518988"/>
                  </a:lnTo>
                  <a:lnTo>
                    <a:pt x="9005445" y="1474251"/>
                  </a:lnTo>
                  <a:lnTo>
                    <a:pt x="9056537" y="1431440"/>
                  </a:lnTo>
                  <a:lnTo>
                    <a:pt x="9107691" y="1390853"/>
                  </a:lnTo>
                  <a:lnTo>
                    <a:pt x="9159078" y="1352708"/>
                  </a:lnTo>
                  <a:lnTo>
                    <a:pt x="9210950" y="1317140"/>
                  </a:lnTo>
                  <a:lnTo>
                    <a:pt x="9263650" y="1284206"/>
                  </a:lnTo>
                  <a:lnTo>
                    <a:pt x="9317638" y="1253895"/>
                  </a:lnTo>
                  <a:lnTo>
                    <a:pt x="9347647" y="1238536"/>
                  </a:lnTo>
                  <a:lnTo>
                    <a:pt x="9399372" y="1214504"/>
                  </a:lnTo>
                  <a:lnTo>
                    <a:pt x="9453530" y="1192551"/>
                  </a:lnTo>
                  <a:lnTo>
                    <a:pt x="9510801" y="1172604"/>
                  </a:lnTo>
                  <a:lnTo>
                    <a:pt x="9571929" y="1154522"/>
                  </a:lnTo>
                  <a:lnTo>
                    <a:pt x="9637684" y="1138133"/>
                  </a:lnTo>
                  <a:lnTo>
                    <a:pt x="9708823" y="1123263"/>
                  </a:lnTo>
                  <a:lnTo>
                    <a:pt x="9786038" y="1109746"/>
                  </a:lnTo>
                  <a:lnTo>
                    <a:pt x="9869886" y="1097437"/>
                  </a:lnTo>
                  <a:lnTo>
                    <a:pt x="9960703" y="1086216"/>
                  </a:lnTo>
                  <a:lnTo>
                    <a:pt x="10058484" y="1075989"/>
                  </a:lnTo>
                  <a:lnTo>
                    <a:pt x="10162751" y="1066692"/>
                  </a:lnTo>
                  <a:lnTo>
                    <a:pt x="10272404" y="1058289"/>
                  </a:lnTo>
                  <a:lnTo>
                    <a:pt x="10385600" y="1050771"/>
                  </a:lnTo>
                  <a:lnTo>
                    <a:pt x="10499692" y="1044146"/>
                  </a:lnTo>
                  <a:lnTo>
                    <a:pt x="10611291" y="1038432"/>
                  </a:lnTo>
                  <a:lnTo>
                    <a:pt x="10716493" y="1033646"/>
                  </a:lnTo>
                  <a:lnTo>
                    <a:pt x="10811293" y="1029787"/>
                  </a:lnTo>
                  <a:lnTo>
                    <a:pt x="10892129" y="1026824"/>
                  </a:lnTo>
                  <a:lnTo>
                    <a:pt x="10956469" y="1024690"/>
                  </a:lnTo>
                  <a:lnTo>
                    <a:pt x="11003284" y="1023278"/>
                  </a:lnTo>
                  <a:lnTo>
                    <a:pt x="11033298" y="1022453"/>
                  </a:lnTo>
                  <a:lnTo>
                    <a:pt x="11048987" y="1022059"/>
                  </a:lnTo>
                  <a:lnTo>
                    <a:pt x="11054389" y="1021934"/>
                  </a:lnTo>
                  <a:lnTo>
                    <a:pt x="11054891" y="1021923"/>
                  </a:lnTo>
                  <a:lnTo>
                    <a:pt x="12049831" y="1021923"/>
                  </a:lnTo>
                  <a:lnTo>
                    <a:pt x="12049831" y="10219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3" name="pl712"/>
            <p:cNvSpPr/>
            <p:nvPr/>
          </p:nvSpPr>
          <p:spPr>
            <a:xfrm>
              <a:off x="1199187" y="3589669"/>
              <a:ext cx="12049831" cy="2321600"/>
            </a:xfrm>
            <a:custGeom>
              <a:avLst/>
              <a:pathLst>
                <a:path w="12049831" h="2321600">
                  <a:moveTo>
                    <a:pt x="12049831" y="1021923"/>
                  </a:moveTo>
                  <a:lnTo>
                    <a:pt x="11054891" y="1021923"/>
                  </a:lnTo>
                  <a:lnTo>
                    <a:pt x="11053768" y="1021948"/>
                  </a:lnTo>
                  <a:lnTo>
                    <a:pt x="11046354" y="1022122"/>
                  </a:lnTo>
                  <a:lnTo>
                    <a:pt x="11027562" y="1022605"/>
                  </a:lnTo>
                  <a:lnTo>
                    <a:pt x="10993702" y="1023556"/>
                  </a:lnTo>
                  <a:lnTo>
                    <a:pt x="10942706" y="1025128"/>
                  </a:lnTo>
                  <a:lnTo>
                    <a:pt x="10874276" y="1027452"/>
                  </a:lnTo>
                  <a:lnTo>
                    <a:pt x="10789832" y="1030624"/>
                  </a:lnTo>
                  <a:lnTo>
                    <a:pt x="10692202" y="1034703"/>
                  </a:lnTo>
                  <a:lnTo>
                    <a:pt x="10585106" y="1039711"/>
                  </a:lnTo>
                  <a:lnTo>
                    <a:pt x="10472572" y="1045644"/>
                  </a:lnTo>
                  <a:lnTo>
                    <a:pt x="10358411" y="1052484"/>
                  </a:lnTo>
                  <a:lnTo>
                    <a:pt x="10245850" y="1060213"/>
                  </a:lnTo>
                  <a:lnTo>
                    <a:pt x="10137343" y="1068827"/>
                  </a:lnTo>
                  <a:lnTo>
                    <a:pt x="10034549" y="1078341"/>
                  </a:lnTo>
                  <a:lnTo>
                    <a:pt x="9938405" y="1088799"/>
                  </a:lnTo>
                  <a:lnTo>
                    <a:pt x="9849265" y="1100270"/>
                  </a:lnTo>
                  <a:lnTo>
                    <a:pt x="9767039" y="1112855"/>
                  </a:lnTo>
                  <a:lnTo>
                    <a:pt x="9691330" y="1126680"/>
                  </a:lnTo>
                  <a:lnTo>
                    <a:pt x="9621541" y="1141897"/>
                  </a:lnTo>
                  <a:lnTo>
                    <a:pt x="9556960" y="1158674"/>
                  </a:lnTo>
                  <a:lnTo>
                    <a:pt x="9496822" y="1177186"/>
                  </a:lnTo>
                  <a:lnTo>
                    <a:pt x="9440359" y="1197600"/>
                  </a:lnTo>
                  <a:lnTo>
                    <a:pt x="9386839" y="1220045"/>
                  </a:lnTo>
                  <a:lnTo>
                    <a:pt x="9347647" y="1238536"/>
                  </a:lnTo>
                  <a:lnTo>
                    <a:pt x="9292723" y="1267453"/>
                  </a:lnTo>
                  <a:lnTo>
                    <a:pt x="9239390" y="1298958"/>
                  </a:lnTo>
                  <a:lnTo>
                    <a:pt x="9187118" y="1333101"/>
                  </a:lnTo>
                  <a:lnTo>
                    <a:pt x="9135506" y="1369861"/>
                  </a:lnTo>
                  <a:lnTo>
                    <a:pt x="9084251" y="1409146"/>
                  </a:lnTo>
                  <a:lnTo>
                    <a:pt x="9033142" y="1450783"/>
                  </a:lnTo>
                  <a:lnTo>
                    <a:pt x="8982040" y="1494517"/>
                  </a:lnTo>
                  <a:lnTo>
                    <a:pt x="8930868" y="1540017"/>
                  </a:lnTo>
                  <a:lnTo>
                    <a:pt x="8879602" y="1586877"/>
                  </a:lnTo>
                  <a:lnTo>
                    <a:pt x="8828257" y="1634637"/>
                  </a:lnTo>
                  <a:lnTo>
                    <a:pt x="8776873" y="1682796"/>
                  </a:lnTo>
                  <a:lnTo>
                    <a:pt x="8725501" y="1730836"/>
                  </a:lnTo>
                  <a:lnTo>
                    <a:pt x="8674188" y="1778244"/>
                  </a:lnTo>
                  <a:lnTo>
                    <a:pt x="8622966" y="1824536"/>
                  </a:lnTo>
                  <a:lnTo>
                    <a:pt x="8571832" y="1869273"/>
                  </a:lnTo>
                  <a:lnTo>
                    <a:pt x="8520739" y="1912084"/>
                  </a:lnTo>
                  <a:lnTo>
                    <a:pt x="8469585" y="1952670"/>
                  </a:lnTo>
                  <a:lnTo>
                    <a:pt x="8418198" y="1990816"/>
                  </a:lnTo>
                  <a:lnTo>
                    <a:pt x="8366327" y="2026384"/>
                  </a:lnTo>
                  <a:lnTo>
                    <a:pt x="8313626" y="2059317"/>
                  </a:lnTo>
                  <a:lnTo>
                    <a:pt x="8259638" y="2089628"/>
                  </a:lnTo>
                  <a:lnTo>
                    <a:pt x="8229629" y="2104988"/>
                  </a:lnTo>
                  <a:lnTo>
                    <a:pt x="8177905" y="2129020"/>
                  </a:lnTo>
                  <a:lnTo>
                    <a:pt x="8123746" y="2150972"/>
                  </a:lnTo>
                  <a:lnTo>
                    <a:pt x="8066475" y="2170919"/>
                  </a:lnTo>
                  <a:lnTo>
                    <a:pt x="8005348" y="2189002"/>
                  </a:lnTo>
                  <a:lnTo>
                    <a:pt x="7939593" y="2205390"/>
                  </a:lnTo>
                  <a:lnTo>
                    <a:pt x="7868453" y="2220261"/>
                  </a:lnTo>
                  <a:lnTo>
                    <a:pt x="7791239" y="2233777"/>
                  </a:lnTo>
                  <a:lnTo>
                    <a:pt x="7707390" y="2246086"/>
                  </a:lnTo>
                  <a:lnTo>
                    <a:pt x="7616574" y="2257308"/>
                  </a:lnTo>
                  <a:lnTo>
                    <a:pt x="7518793" y="2267535"/>
                  </a:lnTo>
                  <a:lnTo>
                    <a:pt x="7414526" y="2276832"/>
                  </a:lnTo>
                  <a:lnTo>
                    <a:pt x="7304873" y="2285234"/>
                  </a:lnTo>
                  <a:lnTo>
                    <a:pt x="7191677" y="2292752"/>
                  </a:lnTo>
                  <a:lnTo>
                    <a:pt x="7077585" y="2299378"/>
                  </a:lnTo>
                  <a:lnTo>
                    <a:pt x="6965986" y="2305091"/>
                  </a:lnTo>
                  <a:lnTo>
                    <a:pt x="6860783" y="2309878"/>
                  </a:lnTo>
                  <a:lnTo>
                    <a:pt x="6765984" y="2313737"/>
                  </a:lnTo>
                  <a:lnTo>
                    <a:pt x="6685148" y="2316700"/>
                  </a:lnTo>
                  <a:lnTo>
                    <a:pt x="6620808" y="2318834"/>
                  </a:lnTo>
                  <a:lnTo>
                    <a:pt x="6573993" y="2320245"/>
                  </a:lnTo>
                  <a:lnTo>
                    <a:pt x="6543978" y="2321070"/>
                  </a:lnTo>
                  <a:lnTo>
                    <a:pt x="6528290" y="2321465"/>
                  </a:lnTo>
                  <a:lnTo>
                    <a:pt x="6522888" y="2321590"/>
                  </a:lnTo>
                  <a:lnTo>
                    <a:pt x="6522385" y="2321600"/>
                  </a:lnTo>
                  <a:lnTo>
                    <a:pt x="5527445" y="2321600"/>
                  </a:lnTo>
                  <a:lnTo>
                    <a:pt x="5526350" y="2321558"/>
                  </a:lnTo>
                  <a:lnTo>
                    <a:pt x="5519117" y="2321254"/>
                  </a:lnTo>
                  <a:lnTo>
                    <a:pt x="5500769" y="2320414"/>
                  </a:lnTo>
                  <a:lnTo>
                    <a:pt x="5467681" y="2318758"/>
                  </a:lnTo>
                  <a:lnTo>
                    <a:pt x="5417784" y="2316020"/>
                  </a:lnTo>
                  <a:lnTo>
                    <a:pt x="5350723" y="2311971"/>
                  </a:lnTo>
                  <a:lnTo>
                    <a:pt x="5267809" y="2306440"/>
                  </a:lnTo>
                  <a:lnTo>
                    <a:pt x="5171735" y="2299320"/>
                  </a:lnTo>
                  <a:lnTo>
                    <a:pt x="5066090" y="2290569"/>
                  </a:lnTo>
                  <a:lnTo>
                    <a:pt x="4954798" y="2280192"/>
                  </a:lnTo>
                  <a:lnTo>
                    <a:pt x="4841608" y="2268220"/>
                  </a:lnTo>
                  <a:lnTo>
                    <a:pt x="4729726" y="2254683"/>
                  </a:lnTo>
                  <a:lnTo>
                    <a:pt x="4621622" y="2239594"/>
                  </a:lnTo>
                  <a:lnTo>
                    <a:pt x="4518991" y="2222928"/>
                  </a:lnTo>
                  <a:lnTo>
                    <a:pt x="4422822" y="2204619"/>
                  </a:lnTo>
                  <a:lnTo>
                    <a:pt x="4333522" y="2184547"/>
                  </a:lnTo>
                  <a:lnTo>
                    <a:pt x="4251052" y="2162547"/>
                  </a:lnTo>
                  <a:lnTo>
                    <a:pt x="4175060" y="2138403"/>
                  </a:lnTo>
                  <a:lnTo>
                    <a:pt x="4104986" y="2111859"/>
                  </a:lnTo>
                  <a:lnTo>
                    <a:pt x="4040150" y="2082625"/>
                  </a:lnTo>
                  <a:lnTo>
                    <a:pt x="3979812" y="2050395"/>
                  </a:lnTo>
                  <a:lnTo>
                    <a:pt x="3923219" y="2014875"/>
                  </a:lnTo>
                  <a:lnTo>
                    <a:pt x="3869650" y="1975821"/>
                  </a:lnTo>
                  <a:lnTo>
                    <a:pt x="3820202" y="1934667"/>
                  </a:lnTo>
                  <a:lnTo>
                    <a:pt x="3772819" y="1890482"/>
                  </a:lnTo>
                  <a:lnTo>
                    <a:pt x="3726675" y="1842885"/>
                  </a:lnTo>
                  <a:lnTo>
                    <a:pt x="3681414" y="1791805"/>
                  </a:lnTo>
                  <a:lnTo>
                    <a:pt x="3636755" y="1737237"/>
                  </a:lnTo>
                  <a:lnTo>
                    <a:pt x="3592475" y="1679246"/>
                  </a:lnTo>
                  <a:lnTo>
                    <a:pt x="3548404" y="1617968"/>
                  </a:lnTo>
                  <a:lnTo>
                    <a:pt x="3504420" y="1553624"/>
                  </a:lnTo>
                  <a:lnTo>
                    <a:pt x="3460438" y="1486512"/>
                  </a:lnTo>
                  <a:lnTo>
                    <a:pt x="3416408" y="1417006"/>
                  </a:lnTo>
                  <a:lnTo>
                    <a:pt x="3372309" y="1345554"/>
                  </a:lnTo>
                  <a:lnTo>
                    <a:pt x="3328143" y="1272663"/>
                  </a:lnTo>
                  <a:lnTo>
                    <a:pt x="3283931" y="1198886"/>
                  </a:lnTo>
                  <a:lnTo>
                    <a:pt x="3239702" y="1124804"/>
                  </a:lnTo>
                  <a:lnTo>
                    <a:pt x="3195489" y="1051010"/>
                  </a:lnTo>
                  <a:lnTo>
                    <a:pt x="3151322" y="978086"/>
                  </a:lnTo>
                  <a:lnTo>
                    <a:pt x="3107221" y="906587"/>
                  </a:lnTo>
                  <a:lnTo>
                    <a:pt x="3063189" y="837020"/>
                  </a:lnTo>
                  <a:lnTo>
                    <a:pt x="3019206" y="769834"/>
                  </a:lnTo>
                  <a:lnTo>
                    <a:pt x="2975223" y="705407"/>
                  </a:lnTo>
                  <a:lnTo>
                    <a:pt x="2931157" y="644040"/>
                  </a:lnTo>
                  <a:lnTo>
                    <a:pt x="2886885" y="585953"/>
                  </a:lnTo>
                  <a:lnTo>
                    <a:pt x="2842239" y="531288"/>
                  </a:lnTo>
                  <a:lnTo>
                    <a:pt x="2796999" y="480109"/>
                  </a:lnTo>
                  <a:lnTo>
                    <a:pt x="2750884" y="432414"/>
                  </a:lnTo>
                  <a:lnTo>
                    <a:pt x="2703542" y="388135"/>
                  </a:lnTo>
                  <a:lnTo>
                    <a:pt x="2702183" y="386933"/>
                  </a:lnTo>
                  <a:lnTo>
                    <a:pt x="2650908" y="344353"/>
                  </a:lnTo>
                  <a:lnTo>
                    <a:pt x="2597244" y="305426"/>
                  </a:lnTo>
                  <a:lnTo>
                    <a:pt x="2540533" y="270025"/>
                  </a:lnTo>
                  <a:lnTo>
                    <a:pt x="2480051" y="237905"/>
                  </a:lnTo>
                  <a:lnTo>
                    <a:pt x="2415044" y="208770"/>
                  </a:lnTo>
                  <a:lnTo>
                    <a:pt x="2344775" y="182315"/>
                  </a:lnTo>
                  <a:lnTo>
                    <a:pt x="2268565" y="158250"/>
                  </a:lnTo>
                  <a:lnTo>
                    <a:pt x="2185861" y="136320"/>
                  </a:lnTo>
                  <a:lnTo>
                    <a:pt x="2096319" y="116313"/>
                  </a:lnTo>
                  <a:lnTo>
                    <a:pt x="1999915" y="98062"/>
                  </a:lnTo>
                  <a:lnTo>
                    <a:pt x="1897072" y="81453"/>
                  </a:lnTo>
                  <a:lnTo>
                    <a:pt x="1788803" y="66418"/>
                  </a:lnTo>
                  <a:lnTo>
                    <a:pt x="1676829" y="52936"/>
                  </a:lnTo>
                  <a:lnTo>
                    <a:pt x="1563648" y="41018"/>
                  </a:lnTo>
                  <a:lnTo>
                    <a:pt x="1452488" y="30698"/>
                  </a:lnTo>
                  <a:lnTo>
                    <a:pt x="1347111" y="22004"/>
                  </a:lnTo>
                  <a:lnTo>
                    <a:pt x="1251440" y="14941"/>
                  </a:lnTo>
                  <a:lnTo>
                    <a:pt x="1169041" y="9463"/>
                  </a:lnTo>
                  <a:lnTo>
                    <a:pt x="1102566" y="5463"/>
                  </a:lnTo>
                  <a:lnTo>
                    <a:pt x="1053273" y="2768"/>
                  </a:lnTo>
                  <a:lnTo>
                    <a:pt x="1020743" y="1145"/>
                  </a:lnTo>
                  <a:lnTo>
                    <a:pt x="1002853" y="328"/>
                  </a:lnTo>
                  <a:lnTo>
                    <a:pt x="995926" y="3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4" name="pg713"/>
            <p:cNvSpPr/>
            <p:nvPr/>
          </p:nvSpPr>
          <p:spPr>
            <a:xfrm>
              <a:off x="1199187" y="3594910"/>
              <a:ext cx="12049831" cy="2326841"/>
            </a:xfrm>
            <a:custGeom>
              <a:avLst/>
              <a:pathLst>
                <a:path w="12049831" h="2326841">
                  <a:moveTo>
                    <a:pt x="0" y="5240"/>
                  </a:moveTo>
                  <a:lnTo>
                    <a:pt x="994940" y="5240"/>
                  </a:lnTo>
                  <a:lnTo>
                    <a:pt x="996035" y="5283"/>
                  </a:lnTo>
                  <a:lnTo>
                    <a:pt x="1003268" y="5587"/>
                  </a:lnTo>
                  <a:lnTo>
                    <a:pt x="1021616" y="6427"/>
                  </a:lnTo>
                  <a:lnTo>
                    <a:pt x="1054704" y="8083"/>
                  </a:lnTo>
                  <a:lnTo>
                    <a:pt x="1104601" y="10821"/>
                  </a:lnTo>
                  <a:lnTo>
                    <a:pt x="1171662" y="14869"/>
                  </a:lnTo>
                  <a:lnTo>
                    <a:pt x="1254576" y="20401"/>
                  </a:lnTo>
                  <a:lnTo>
                    <a:pt x="1350650" y="27521"/>
                  </a:lnTo>
                  <a:lnTo>
                    <a:pt x="1456295" y="36272"/>
                  </a:lnTo>
                  <a:lnTo>
                    <a:pt x="1567587" y="46649"/>
                  </a:lnTo>
                  <a:lnTo>
                    <a:pt x="1680777" y="58621"/>
                  </a:lnTo>
                  <a:lnTo>
                    <a:pt x="1792659" y="72157"/>
                  </a:lnTo>
                  <a:lnTo>
                    <a:pt x="1900763" y="87247"/>
                  </a:lnTo>
                  <a:lnTo>
                    <a:pt x="2003394" y="103912"/>
                  </a:lnTo>
                  <a:lnTo>
                    <a:pt x="2099563" y="122222"/>
                  </a:lnTo>
                  <a:lnTo>
                    <a:pt x="2188863" y="142293"/>
                  </a:lnTo>
                  <a:lnTo>
                    <a:pt x="2271333" y="164294"/>
                  </a:lnTo>
                  <a:lnTo>
                    <a:pt x="2347325" y="188437"/>
                  </a:lnTo>
                  <a:lnTo>
                    <a:pt x="2417399" y="214982"/>
                  </a:lnTo>
                  <a:lnTo>
                    <a:pt x="2482235" y="244215"/>
                  </a:lnTo>
                  <a:lnTo>
                    <a:pt x="2542573" y="276445"/>
                  </a:lnTo>
                  <a:lnTo>
                    <a:pt x="2599166" y="311966"/>
                  </a:lnTo>
                  <a:lnTo>
                    <a:pt x="2652735" y="351019"/>
                  </a:lnTo>
                  <a:lnTo>
                    <a:pt x="2702183" y="392174"/>
                  </a:lnTo>
                  <a:lnTo>
                    <a:pt x="2749566" y="436358"/>
                  </a:lnTo>
                  <a:lnTo>
                    <a:pt x="2795710" y="483956"/>
                  </a:lnTo>
                  <a:lnTo>
                    <a:pt x="2840971" y="535036"/>
                  </a:lnTo>
                  <a:lnTo>
                    <a:pt x="2885630" y="589603"/>
                  </a:lnTo>
                  <a:lnTo>
                    <a:pt x="2929910" y="647595"/>
                  </a:lnTo>
                  <a:lnTo>
                    <a:pt x="2973981" y="708872"/>
                  </a:lnTo>
                  <a:lnTo>
                    <a:pt x="3017965" y="773216"/>
                  </a:lnTo>
                  <a:lnTo>
                    <a:pt x="3061947" y="840329"/>
                  </a:lnTo>
                  <a:lnTo>
                    <a:pt x="3105977" y="909835"/>
                  </a:lnTo>
                  <a:lnTo>
                    <a:pt x="3150076" y="981286"/>
                  </a:lnTo>
                  <a:lnTo>
                    <a:pt x="3194242" y="1054177"/>
                  </a:lnTo>
                  <a:lnTo>
                    <a:pt x="3238454" y="1127955"/>
                  </a:lnTo>
                  <a:lnTo>
                    <a:pt x="3282683" y="1202036"/>
                  </a:lnTo>
                  <a:lnTo>
                    <a:pt x="3326896" y="1275831"/>
                  </a:lnTo>
                  <a:lnTo>
                    <a:pt x="3371063" y="1348754"/>
                  </a:lnTo>
                  <a:lnTo>
                    <a:pt x="3415164" y="1420254"/>
                  </a:lnTo>
                  <a:lnTo>
                    <a:pt x="3459196" y="1489821"/>
                  </a:lnTo>
                  <a:lnTo>
                    <a:pt x="3503179" y="1557007"/>
                  </a:lnTo>
                  <a:lnTo>
                    <a:pt x="3547162" y="1621434"/>
                  </a:lnTo>
                  <a:lnTo>
                    <a:pt x="3591228" y="1682801"/>
                  </a:lnTo>
                  <a:lnTo>
                    <a:pt x="3635500" y="1740887"/>
                  </a:lnTo>
                  <a:lnTo>
                    <a:pt x="3680146" y="1795553"/>
                  </a:lnTo>
                  <a:lnTo>
                    <a:pt x="3725386" y="1846731"/>
                  </a:lnTo>
                  <a:lnTo>
                    <a:pt x="3771501" y="1894427"/>
                  </a:lnTo>
                  <a:lnTo>
                    <a:pt x="3818843" y="1938706"/>
                  </a:lnTo>
                  <a:lnTo>
                    <a:pt x="3820202" y="1939908"/>
                  </a:lnTo>
                  <a:lnTo>
                    <a:pt x="3871477" y="1982487"/>
                  </a:lnTo>
                  <a:lnTo>
                    <a:pt x="3925141" y="2021414"/>
                  </a:lnTo>
                  <a:lnTo>
                    <a:pt x="3981851" y="2056815"/>
                  </a:lnTo>
                  <a:lnTo>
                    <a:pt x="4042334" y="2088935"/>
                  </a:lnTo>
                  <a:lnTo>
                    <a:pt x="4107341" y="2118070"/>
                  </a:lnTo>
                  <a:lnTo>
                    <a:pt x="4177610" y="2144526"/>
                  </a:lnTo>
                  <a:lnTo>
                    <a:pt x="4253820" y="2168591"/>
                  </a:lnTo>
                  <a:lnTo>
                    <a:pt x="4336524" y="2190520"/>
                  </a:lnTo>
                  <a:lnTo>
                    <a:pt x="4426066" y="2210528"/>
                  </a:lnTo>
                  <a:lnTo>
                    <a:pt x="4522470" y="2228778"/>
                  </a:lnTo>
                  <a:lnTo>
                    <a:pt x="4625313" y="2245388"/>
                  </a:lnTo>
                  <a:lnTo>
                    <a:pt x="4733582" y="2260423"/>
                  </a:lnTo>
                  <a:lnTo>
                    <a:pt x="4845556" y="2273905"/>
                  </a:lnTo>
                  <a:lnTo>
                    <a:pt x="4958737" y="2285822"/>
                  </a:lnTo>
                  <a:lnTo>
                    <a:pt x="5069897" y="2296143"/>
                  </a:lnTo>
                  <a:lnTo>
                    <a:pt x="5175274" y="2304837"/>
                  </a:lnTo>
                  <a:lnTo>
                    <a:pt x="5270945" y="2311900"/>
                  </a:lnTo>
                  <a:lnTo>
                    <a:pt x="5353344" y="2317378"/>
                  </a:lnTo>
                  <a:lnTo>
                    <a:pt x="5419819" y="2321377"/>
                  </a:lnTo>
                  <a:lnTo>
                    <a:pt x="5469112" y="2324073"/>
                  </a:lnTo>
                  <a:lnTo>
                    <a:pt x="5501642" y="2325696"/>
                  </a:lnTo>
                  <a:lnTo>
                    <a:pt x="5519532" y="2326512"/>
                  </a:lnTo>
                  <a:lnTo>
                    <a:pt x="5526459" y="2326803"/>
                  </a:lnTo>
                  <a:lnTo>
                    <a:pt x="5527445" y="2326841"/>
                  </a:lnTo>
                  <a:lnTo>
                    <a:pt x="6522385" y="2326841"/>
                  </a:lnTo>
                  <a:lnTo>
                    <a:pt x="6523516" y="2326824"/>
                  </a:lnTo>
                  <a:lnTo>
                    <a:pt x="6530975" y="2326704"/>
                  </a:lnTo>
                  <a:lnTo>
                    <a:pt x="6549881" y="2326373"/>
                  </a:lnTo>
                  <a:lnTo>
                    <a:pt x="6583936" y="2325721"/>
                  </a:lnTo>
                  <a:lnTo>
                    <a:pt x="6635210" y="2324643"/>
                  </a:lnTo>
                  <a:lnTo>
                    <a:pt x="6703985" y="2323050"/>
                  </a:lnTo>
                  <a:lnTo>
                    <a:pt x="6788813" y="2320875"/>
                  </a:lnTo>
                  <a:lnTo>
                    <a:pt x="6886834" y="2318079"/>
                  </a:lnTo>
                  <a:lnTo>
                    <a:pt x="6994293" y="2314648"/>
                  </a:lnTo>
                  <a:lnTo>
                    <a:pt x="7107135" y="2310584"/>
                  </a:lnTo>
                  <a:lnTo>
                    <a:pt x="7221536" y="2305899"/>
                  </a:lnTo>
                  <a:lnTo>
                    <a:pt x="7334263" y="2300606"/>
                  </a:lnTo>
                  <a:lnTo>
                    <a:pt x="7442866" y="2294707"/>
                  </a:lnTo>
                  <a:lnTo>
                    <a:pt x="7545698" y="2288191"/>
                  </a:lnTo>
                  <a:lnTo>
                    <a:pt x="7641832" y="2281029"/>
                  </a:lnTo>
                  <a:lnTo>
                    <a:pt x="7730930" y="2273172"/>
                  </a:lnTo>
                  <a:lnTo>
                    <a:pt x="7813093" y="2264549"/>
                  </a:lnTo>
                  <a:lnTo>
                    <a:pt x="7888730" y="2255074"/>
                  </a:lnTo>
                  <a:lnTo>
                    <a:pt x="7958449" y="2244643"/>
                  </a:lnTo>
                  <a:lnTo>
                    <a:pt x="8022967" y="2233139"/>
                  </a:lnTo>
                  <a:lnTo>
                    <a:pt x="8083057" y="2220442"/>
                  </a:lnTo>
                  <a:lnTo>
                    <a:pt x="8139489" y="2206440"/>
                  </a:lnTo>
                  <a:lnTo>
                    <a:pt x="8192999" y="2191043"/>
                  </a:lnTo>
                  <a:lnTo>
                    <a:pt x="8229629" y="2179230"/>
                  </a:lnTo>
                  <a:lnTo>
                    <a:pt x="8287668" y="2158334"/>
                  </a:lnTo>
                  <a:lnTo>
                    <a:pt x="8343964" y="2135462"/>
                  </a:lnTo>
                  <a:lnTo>
                    <a:pt x="8399130" y="2110579"/>
                  </a:lnTo>
                  <a:lnTo>
                    <a:pt x="8453623" y="2083709"/>
                  </a:lnTo>
                  <a:lnTo>
                    <a:pt x="8507777" y="2054940"/>
                  </a:lnTo>
                  <a:lnTo>
                    <a:pt x="8561821" y="2024428"/>
                  </a:lnTo>
                  <a:lnTo>
                    <a:pt x="8615893" y="1992399"/>
                  </a:lnTo>
                  <a:lnTo>
                    <a:pt x="8670060" y="1959143"/>
                  </a:lnTo>
                  <a:lnTo>
                    <a:pt x="8724329" y="1925007"/>
                  </a:lnTo>
                  <a:lnTo>
                    <a:pt x="8778665" y="1890382"/>
                  </a:lnTo>
                  <a:lnTo>
                    <a:pt x="8833013" y="1855679"/>
                  </a:lnTo>
                  <a:lnTo>
                    <a:pt x="8887311" y="1821317"/>
                  </a:lnTo>
                  <a:lnTo>
                    <a:pt x="8941517" y="1787695"/>
                  </a:lnTo>
                  <a:lnTo>
                    <a:pt x="8995620" y="1755179"/>
                  </a:lnTo>
                  <a:lnTo>
                    <a:pt x="9049663" y="1724080"/>
                  </a:lnTo>
                  <a:lnTo>
                    <a:pt x="9103755" y="1694650"/>
                  </a:lnTo>
                  <a:lnTo>
                    <a:pt x="9158091" y="1667069"/>
                  </a:lnTo>
                  <a:lnTo>
                    <a:pt x="9212963" y="1641451"/>
                  </a:lnTo>
                  <a:lnTo>
                    <a:pt x="9268782" y="1617842"/>
                  </a:lnTo>
                  <a:lnTo>
                    <a:pt x="9326100" y="1596228"/>
                  </a:lnTo>
                  <a:lnTo>
                    <a:pt x="9347647" y="1588785"/>
                  </a:lnTo>
                  <a:lnTo>
                    <a:pt x="9399484" y="1572375"/>
                  </a:lnTo>
                  <a:lnTo>
                    <a:pt x="9453768" y="1557388"/>
                  </a:lnTo>
                  <a:lnTo>
                    <a:pt x="9511179" y="1543773"/>
                  </a:lnTo>
                  <a:lnTo>
                    <a:pt x="9572469" y="1531433"/>
                  </a:lnTo>
                  <a:lnTo>
                    <a:pt x="9638413" y="1520252"/>
                  </a:lnTo>
                  <a:lnTo>
                    <a:pt x="9709772" y="1510109"/>
                  </a:lnTo>
                  <a:lnTo>
                    <a:pt x="9787240" y="1500890"/>
                  </a:lnTo>
                  <a:lnTo>
                    <a:pt x="9871377" y="1492497"/>
                  </a:lnTo>
                  <a:lnTo>
                    <a:pt x="9962515" y="1484846"/>
                  </a:lnTo>
                  <a:lnTo>
                    <a:pt x="10060643" y="1477875"/>
                  </a:lnTo>
                  <a:lnTo>
                    <a:pt x="10165267" y="1471540"/>
                  </a:lnTo>
                  <a:lnTo>
                    <a:pt x="10275267" y="1465817"/>
                  </a:lnTo>
                  <a:lnTo>
                    <a:pt x="10388765" y="1460699"/>
                  </a:lnTo>
                  <a:lnTo>
                    <a:pt x="10503079" y="1456192"/>
                  </a:lnTo>
                  <a:lnTo>
                    <a:pt x="10614777" y="1452310"/>
                  </a:lnTo>
                  <a:lnTo>
                    <a:pt x="10719922" y="1449062"/>
                  </a:lnTo>
                  <a:lnTo>
                    <a:pt x="10814487" y="1446449"/>
                  </a:lnTo>
                  <a:lnTo>
                    <a:pt x="10894915" y="1444448"/>
                  </a:lnTo>
                  <a:lnTo>
                    <a:pt x="10958708" y="1443011"/>
                  </a:lnTo>
                  <a:lnTo>
                    <a:pt x="11004896" y="1442066"/>
                  </a:lnTo>
                  <a:lnTo>
                    <a:pt x="11034283" y="1441518"/>
                  </a:lnTo>
                  <a:lnTo>
                    <a:pt x="11049433" y="1441259"/>
                  </a:lnTo>
                  <a:lnTo>
                    <a:pt x="11054479" y="1441180"/>
                  </a:lnTo>
                  <a:lnTo>
                    <a:pt x="11054891" y="1441174"/>
                  </a:lnTo>
                  <a:lnTo>
                    <a:pt x="12049831" y="1441174"/>
                  </a:lnTo>
                  <a:lnTo>
                    <a:pt x="12049831" y="1435933"/>
                  </a:lnTo>
                  <a:lnTo>
                    <a:pt x="11054891" y="1435933"/>
                  </a:lnTo>
                  <a:lnTo>
                    <a:pt x="11053761" y="1435950"/>
                  </a:lnTo>
                  <a:lnTo>
                    <a:pt x="11046301" y="1436070"/>
                  </a:lnTo>
                  <a:lnTo>
                    <a:pt x="11027396" y="1436401"/>
                  </a:lnTo>
                  <a:lnTo>
                    <a:pt x="10993341" y="1437053"/>
                  </a:lnTo>
                  <a:lnTo>
                    <a:pt x="10942067" y="1438132"/>
                  </a:lnTo>
                  <a:lnTo>
                    <a:pt x="10873292" y="1439725"/>
                  </a:lnTo>
                  <a:lnTo>
                    <a:pt x="10788463" y="1441899"/>
                  </a:lnTo>
                  <a:lnTo>
                    <a:pt x="10690442" y="1444695"/>
                  </a:lnTo>
                  <a:lnTo>
                    <a:pt x="10582984" y="1448126"/>
                  </a:lnTo>
                  <a:lnTo>
                    <a:pt x="10470141" y="1452191"/>
                  </a:lnTo>
                  <a:lnTo>
                    <a:pt x="10355741" y="1456875"/>
                  </a:lnTo>
                  <a:lnTo>
                    <a:pt x="10243014" y="1462169"/>
                  </a:lnTo>
                  <a:lnTo>
                    <a:pt x="10134410" y="1468067"/>
                  </a:lnTo>
                  <a:lnTo>
                    <a:pt x="10031579" y="1474583"/>
                  </a:lnTo>
                  <a:lnTo>
                    <a:pt x="9935444" y="1481745"/>
                  </a:lnTo>
                  <a:lnTo>
                    <a:pt x="9846347" y="1489603"/>
                  </a:lnTo>
                  <a:lnTo>
                    <a:pt x="9764184" y="1498225"/>
                  </a:lnTo>
                  <a:lnTo>
                    <a:pt x="9688546" y="1507700"/>
                  </a:lnTo>
                  <a:lnTo>
                    <a:pt x="9618828" y="1518132"/>
                  </a:lnTo>
                  <a:lnTo>
                    <a:pt x="9554309" y="1529635"/>
                  </a:lnTo>
                  <a:lnTo>
                    <a:pt x="9494220" y="1542332"/>
                  </a:lnTo>
                  <a:lnTo>
                    <a:pt x="9437787" y="1556335"/>
                  </a:lnTo>
                  <a:lnTo>
                    <a:pt x="9384277" y="1571731"/>
                  </a:lnTo>
                  <a:lnTo>
                    <a:pt x="9347647" y="1583544"/>
                  </a:lnTo>
                  <a:lnTo>
                    <a:pt x="9289609" y="1604440"/>
                  </a:lnTo>
                  <a:lnTo>
                    <a:pt x="9233312" y="1627312"/>
                  </a:lnTo>
                  <a:lnTo>
                    <a:pt x="9178147" y="1652195"/>
                  </a:lnTo>
                  <a:lnTo>
                    <a:pt x="9123654" y="1679065"/>
                  </a:lnTo>
                  <a:lnTo>
                    <a:pt x="9069500" y="1707834"/>
                  </a:lnTo>
                  <a:lnTo>
                    <a:pt x="9015456" y="1738346"/>
                  </a:lnTo>
                  <a:lnTo>
                    <a:pt x="8961383" y="1770376"/>
                  </a:lnTo>
                  <a:lnTo>
                    <a:pt x="8907216" y="1803632"/>
                  </a:lnTo>
                  <a:lnTo>
                    <a:pt x="8852948" y="1837767"/>
                  </a:lnTo>
                  <a:lnTo>
                    <a:pt x="8798612" y="1872393"/>
                  </a:lnTo>
                  <a:lnTo>
                    <a:pt x="8744264" y="1907095"/>
                  </a:lnTo>
                  <a:lnTo>
                    <a:pt x="8689965" y="1941457"/>
                  </a:lnTo>
                  <a:lnTo>
                    <a:pt x="8635759" y="1975079"/>
                  </a:lnTo>
                  <a:lnTo>
                    <a:pt x="8581656" y="2007595"/>
                  </a:lnTo>
                  <a:lnTo>
                    <a:pt x="8527614" y="2038694"/>
                  </a:lnTo>
                  <a:lnTo>
                    <a:pt x="8473522" y="2068125"/>
                  </a:lnTo>
                  <a:lnTo>
                    <a:pt x="8419186" y="2095705"/>
                  </a:lnTo>
                  <a:lnTo>
                    <a:pt x="8364313" y="2121323"/>
                  </a:lnTo>
                  <a:lnTo>
                    <a:pt x="8308494" y="2144932"/>
                  </a:lnTo>
                  <a:lnTo>
                    <a:pt x="8251177" y="2166546"/>
                  </a:lnTo>
                  <a:lnTo>
                    <a:pt x="8229629" y="2173989"/>
                  </a:lnTo>
                  <a:lnTo>
                    <a:pt x="8177792" y="2190399"/>
                  </a:lnTo>
                  <a:lnTo>
                    <a:pt x="8123509" y="2205387"/>
                  </a:lnTo>
                  <a:lnTo>
                    <a:pt x="8066097" y="2219001"/>
                  </a:lnTo>
                  <a:lnTo>
                    <a:pt x="8004808" y="2231341"/>
                  </a:lnTo>
                  <a:lnTo>
                    <a:pt x="7938864" y="2242522"/>
                  </a:lnTo>
                  <a:lnTo>
                    <a:pt x="7867505" y="2252666"/>
                  </a:lnTo>
                  <a:lnTo>
                    <a:pt x="7790037" y="2261884"/>
                  </a:lnTo>
                  <a:lnTo>
                    <a:pt x="7705900" y="2270278"/>
                  </a:lnTo>
                  <a:lnTo>
                    <a:pt x="7614762" y="2277928"/>
                  </a:lnTo>
                  <a:lnTo>
                    <a:pt x="7516634" y="2284899"/>
                  </a:lnTo>
                  <a:lnTo>
                    <a:pt x="7412009" y="2291234"/>
                  </a:lnTo>
                  <a:lnTo>
                    <a:pt x="7302010" y="2296957"/>
                  </a:lnTo>
                  <a:lnTo>
                    <a:pt x="7188511" y="2302075"/>
                  </a:lnTo>
                  <a:lnTo>
                    <a:pt x="7074198" y="2306582"/>
                  </a:lnTo>
                  <a:lnTo>
                    <a:pt x="6962500" y="2310465"/>
                  </a:lnTo>
                  <a:lnTo>
                    <a:pt x="6857355" y="2313712"/>
                  </a:lnTo>
                  <a:lnTo>
                    <a:pt x="6762790" y="2316325"/>
                  </a:lnTo>
                  <a:lnTo>
                    <a:pt x="6682361" y="2318327"/>
                  </a:lnTo>
                  <a:lnTo>
                    <a:pt x="6618569" y="2319763"/>
                  </a:lnTo>
                  <a:lnTo>
                    <a:pt x="6572381" y="2320708"/>
                  </a:lnTo>
                  <a:lnTo>
                    <a:pt x="6542994" y="2321257"/>
                  </a:lnTo>
                  <a:lnTo>
                    <a:pt x="6527844" y="2321515"/>
                  </a:lnTo>
                  <a:lnTo>
                    <a:pt x="6522798" y="2321594"/>
                  </a:lnTo>
                  <a:lnTo>
                    <a:pt x="6522385" y="2321600"/>
                  </a:lnTo>
                  <a:lnTo>
                    <a:pt x="5527445" y="2321600"/>
                  </a:lnTo>
                  <a:lnTo>
                    <a:pt x="5526350" y="2321558"/>
                  </a:lnTo>
                  <a:lnTo>
                    <a:pt x="5519117" y="2321254"/>
                  </a:lnTo>
                  <a:lnTo>
                    <a:pt x="5500769" y="2320414"/>
                  </a:lnTo>
                  <a:lnTo>
                    <a:pt x="5467681" y="2318758"/>
                  </a:lnTo>
                  <a:lnTo>
                    <a:pt x="5417784" y="2316020"/>
                  </a:lnTo>
                  <a:lnTo>
                    <a:pt x="5350723" y="2311971"/>
                  </a:lnTo>
                  <a:lnTo>
                    <a:pt x="5267809" y="2306440"/>
                  </a:lnTo>
                  <a:lnTo>
                    <a:pt x="5171735" y="2299320"/>
                  </a:lnTo>
                  <a:lnTo>
                    <a:pt x="5066090" y="2290569"/>
                  </a:lnTo>
                  <a:lnTo>
                    <a:pt x="4954798" y="2280192"/>
                  </a:lnTo>
                  <a:lnTo>
                    <a:pt x="4841608" y="2268220"/>
                  </a:lnTo>
                  <a:lnTo>
                    <a:pt x="4729726" y="2254683"/>
                  </a:lnTo>
                  <a:lnTo>
                    <a:pt x="4621622" y="2239594"/>
                  </a:lnTo>
                  <a:lnTo>
                    <a:pt x="4518991" y="2222928"/>
                  </a:lnTo>
                  <a:lnTo>
                    <a:pt x="4422822" y="2204619"/>
                  </a:lnTo>
                  <a:lnTo>
                    <a:pt x="4333522" y="2184547"/>
                  </a:lnTo>
                  <a:lnTo>
                    <a:pt x="4251052" y="2162547"/>
                  </a:lnTo>
                  <a:lnTo>
                    <a:pt x="4175060" y="2138403"/>
                  </a:lnTo>
                  <a:lnTo>
                    <a:pt x="4104986" y="2111859"/>
                  </a:lnTo>
                  <a:lnTo>
                    <a:pt x="4040150" y="2082625"/>
                  </a:lnTo>
                  <a:lnTo>
                    <a:pt x="3979812" y="2050395"/>
                  </a:lnTo>
                  <a:lnTo>
                    <a:pt x="3923219" y="2014875"/>
                  </a:lnTo>
                  <a:lnTo>
                    <a:pt x="3869650" y="1975821"/>
                  </a:lnTo>
                  <a:lnTo>
                    <a:pt x="3820202" y="1934667"/>
                  </a:lnTo>
                  <a:lnTo>
                    <a:pt x="3772819" y="1890482"/>
                  </a:lnTo>
                  <a:lnTo>
                    <a:pt x="3726675" y="1842885"/>
                  </a:lnTo>
                  <a:lnTo>
                    <a:pt x="3681414" y="1791805"/>
                  </a:lnTo>
                  <a:lnTo>
                    <a:pt x="3636755" y="1737237"/>
                  </a:lnTo>
                  <a:lnTo>
                    <a:pt x="3592475" y="1679246"/>
                  </a:lnTo>
                  <a:lnTo>
                    <a:pt x="3548404" y="1617968"/>
                  </a:lnTo>
                  <a:lnTo>
                    <a:pt x="3504420" y="1553624"/>
                  </a:lnTo>
                  <a:lnTo>
                    <a:pt x="3460438" y="1486512"/>
                  </a:lnTo>
                  <a:lnTo>
                    <a:pt x="3416408" y="1417006"/>
                  </a:lnTo>
                  <a:lnTo>
                    <a:pt x="3372309" y="1345554"/>
                  </a:lnTo>
                  <a:lnTo>
                    <a:pt x="3328143" y="1272663"/>
                  </a:lnTo>
                  <a:lnTo>
                    <a:pt x="3283931" y="1198886"/>
                  </a:lnTo>
                  <a:lnTo>
                    <a:pt x="3239702" y="1124804"/>
                  </a:lnTo>
                  <a:lnTo>
                    <a:pt x="3195489" y="1051010"/>
                  </a:lnTo>
                  <a:lnTo>
                    <a:pt x="3151322" y="978086"/>
                  </a:lnTo>
                  <a:lnTo>
                    <a:pt x="3107221" y="906587"/>
                  </a:lnTo>
                  <a:lnTo>
                    <a:pt x="3063189" y="837020"/>
                  </a:lnTo>
                  <a:lnTo>
                    <a:pt x="3019206" y="769834"/>
                  </a:lnTo>
                  <a:lnTo>
                    <a:pt x="2975223" y="705407"/>
                  </a:lnTo>
                  <a:lnTo>
                    <a:pt x="2931157" y="644040"/>
                  </a:lnTo>
                  <a:lnTo>
                    <a:pt x="2886885" y="585953"/>
                  </a:lnTo>
                  <a:lnTo>
                    <a:pt x="2842239" y="531288"/>
                  </a:lnTo>
                  <a:lnTo>
                    <a:pt x="2796999" y="480109"/>
                  </a:lnTo>
                  <a:lnTo>
                    <a:pt x="2750884" y="432414"/>
                  </a:lnTo>
                  <a:lnTo>
                    <a:pt x="2703542" y="388135"/>
                  </a:lnTo>
                  <a:lnTo>
                    <a:pt x="2702183" y="386933"/>
                  </a:lnTo>
                  <a:lnTo>
                    <a:pt x="2650908" y="344353"/>
                  </a:lnTo>
                  <a:lnTo>
                    <a:pt x="2597244" y="305426"/>
                  </a:lnTo>
                  <a:lnTo>
                    <a:pt x="2540533" y="270025"/>
                  </a:lnTo>
                  <a:lnTo>
                    <a:pt x="2480051" y="237905"/>
                  </a:lnTo>
                  <a:lnTo>
                    <a:pt x="2415044" y="208770"/>
                  </a:lnTo>
                  <a:lnTo>
                    <a:pt x="2344775" y="182315"/>
                  </a:lnTo>
                  <a:lnTo>
                    <a:pt x="2268565" y="158250"/>
                  </a:lnTo>
                  <a:lnTo>
                    <a:pt x="2185861" y="136320"/>
                  </a:lnTo>
                  <a:lnTo>
                    <a:pt x="2096319" y="116313"/>
                  </a:lnTo>
                  <a:lnTo>
                    <a:pt x="1999915" y="98062"/>
                  </a:lnTo>
                  <a:lnTo>
                    <a:pt x="1897072" y="81453"/>
                  </a:lnTo>
                  <a:lnTo>
                    <a:pt x="1788803" y="66418"/>
                  </a:lnTo>
                  <a:lnTo>
                    <a:pt x="1676829" y="52936"/>
                  </a:lnTo>
                  <a:lnTo>
                    <a:pt x="1563648" y="41018"/>
                  </a:lnTo>
                  <a:lnTo>
                    <a:pt x="1452488" y="30698"/>
                  </a:lnTo>
                  <a:lnTo>
                    <a:pt x="1347111" y="22004"/>
                  </a:lnTo>
                  <a:lnTo>
                    <a:pt x="1251440" y="14941"/>
                  </a:lnTo>
                  <a:lnTo>
                    <a:pt x="1169041" y="9463"/>
                  </a:lnTo>
                  <a:lnTo>
                    <a:pt x="1102566" y="5463"/>
                  </a:lnTo>
                  <a:lnTo>
                    <a:pt x="1053273" y="2768"/>
                  </a:lnTo>
                  <a:lnTo>
                    <a:pt x="1020743" y="1145"/>
                  </a:lnTo>
                  <a:lnTo>
                    <a:pt x="1002853" y="328"/>
                  </a:lnTo>
                  <a:lnTo>
                    <a:pt x="995926" y="3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15" name="pl714"/>
            <p:cNvSpPr/>
            <p:nvPr/>
          </p:nvSpPr>
          <p:spPr>
            <a:xfrm>
              <a:off x="1199187" y="3600151"/>
              <a:ext cx="12049831" cy="2321600"/>
            </a:xfrm>
            <a:custGeom>
              <a:avLst/>
              <a:pathLst>
                <a:path w="12049831" h="2321600">
                  <a:moveTo>
                    <a:pt x="0" y="0"/>
                  </a:moveTo>
                  <a:lnTo>
                    <a:pt x="994940" y="0"/>
                  </a:lnTo>
                  <a:lnTo>
                    <a:pt x="996035" y="42"/>
                  </a:lnTo>
                  <a:lnTo>
                    <a:pt x="1003268" y="346"/>
                  </a:lnTo>
                  <a:lnTo>
                    <a:pt x="1021616" y="1186"/>
                  </a:lnTo>
                  <a:lnTo>
                    <a:pt x="1054704" y="2842"/>
                  </a:lnTo>
                  <a:lnTo>
                    <a:pt x="1104601" y="5580"/>
                  </a:lnTo>
                  <a:lnTo>
                    <a:pt x="1171662" y="9629"/>
                  </a:lnTo>
                  <a:lnTo>
                    <a:pt x="1254576" y="15160"/>
                  </a:lnTo>
                  <a:lnTo>
                    <a:pt x="1350650" y="22280"/>
                  </a:lnTo>
                  <a:lnTo>
                    <a:pt x="1456295" y="31031"/>
                  </a:lnTo>
                  <a:lnTo>
                    <a:pt x="1567587" y="41408"/>
                  </a:lnTo>
                  <a:lnTo>
                    <a:pt x="1680777" y="53380"/>
                  </a:lnTo>
                  <a:lnTo>
                    <a:pt x="1792659" y="66917"/>
                  </a:lnTo>
                  <a:lnTo>
                    <a:pt x="1900763" y="82006"/>
                  </a:lnTo>
                  <a:lnTo>
                    <a:pt x="2003394" y="98671"/>
                  </a:lnTo>
                  <a:lnTo>
                    <a:pt x="2099563" y="116981"/>
                  </a:lnTo>
                  <a:lnTo>
                    <a:pt x="2188863" y="137053"/>
                  </a:lnTo>
                  <a:lnTo>
                    <a:pt x="2271333" y="159053"/>
                  </a:lnTo>
                  <a:lnTo>
                    <a:pt x="2347325" y="183197"/>
                  </a:lnTo>
                  <a:lnTo>
                    <a:pt x="2417399" y="209741"/>
                  </a:lnTo>
                  <a:lnTo>
                    <a:pt x="2482235" y="238975"/>
                  </a:lnTo>
                  <a:lnTo>
                    <a:pt x="2542573" y="271204"/>
                  </a:lnTo>
                  <a:lnTo>
                    <a:pt x="2599166" y="306725"/>
                  </a:lnTo>
                  <a:lnTo>
                    <a:pt x="2652735" y="345778"/>
                  </a:lnTo>
                  <a:lnTo>
                    <a:pt x="2702183" y="386933"/>
                  </a:lnTo>
                  <a:lnTo>
                    <a:pt x="2749566" y="431118"/>
                  </a:lnTo>
                  <a:lnTo>
                    <a:pt x="2795710" y="478715"/>
                  </a:lnTo>
                  <a:lnTo>
                    <a:pt x="2840971" y="529795"/>
                  </a:lnTo>
                  <a:lnTo>
                    <a:pt x="2885630" y="584362"/>
                  </a:lnTo>
                  <a:lnTo>
                    <a:pt x="2929910" y="642354"/>
                  </a:lnTo>
                  <a:lnTo>
                    <a:pt x="2973981" y="703631"/>
                  </a:lnTo>
                  <a:lnTo>
                    <a:pt x="3017965" y="767976"/>
                  </a:lnTo>
                  <a:lnTo>
                    <a:pt x="3061947" y="835088"/>
                  </a:lnTo>
                  <a:lnTo>
                    <a:pt x="3105977" y="904594"/>
                  </a:lnTo>
                  <a:lnTo>
                    <a:pt x="3150076" y="976046"/>
                  </a:lnTo>
                  <a:lnTo>
                    <a:pt x="3194242" y="1048937"/>
                  </a:lnTo>
                  <a:lnTo>
                    <a:pt x="3238454" y="1122714"/>
                  </a:lnTo>
                  <a:lnTo>
                    <a:pt x="3282683" y="1196796"/>
                  </a:lnTo>
                  <a:lnTo>
                    <a:pt x="3326896" y="1270590"/>
                  </a:lnTo>
                  <a:lnTo>
                    <a:pt x="3371063" y="1343514"/>
                  </a:lnTo>
                  <a:lnTo>
                    <a:pt x="3415164" y="1415013"/>
                  </a:lnTo>
                  <a:lnTo>
                    <a:pt x="3459196" y="1484580"/>
                  </a:lnTo>
                  <a:lnTo>
                    <a:pt x="3503179" y="1551766"/>
                  </a:lnTo>
                  <a:lnTo>
                    <a:pt x="3547162" y="1616193"/>
                  </a:lnTo>
                  <a:lnTo>
                    <a:pt x="3591228" y="1677560"/>
                  </a:lnTo>
                  <a:lnTo>
                    <a:pt x="3635500" y="1735647"/>
                  </a:lnTo>
                  <a:lnTo>
                    <a:pt x="3680146" y="1790312"/>
                  </a:lnTo>
                  <a:lnTo>
                    <a:pt x="3725386" y="1841490"/>
                  </a:lnTo>
                  <a:lnTo>
                    <a:pt x="3771501" y="1889186"/>
                  </a:lnTo>
                  <a:lnTo>
                    <a:pt x="3818843" y="1933465"/>
                  </a:lnTo>
                  <a:lnTo>
                    <a:pt x="3820202" y="1934667"/>
                  </a:lnTo>
                  <a:lnTo>
                    <a:pt x="3871477" y="1977247"/>
                  </a:lnTo>
                  <a:lnTo>
                    <a:pt x="3925141" y="2016174"/>
                  </a:lnTo>
                  <a:lnTo>
                    <a:pt x="3981851" y="2051575"/>
                  </a:lnTo>
                  <a:lnTo>
                    <a:pt x="4042334" y="2083695"/>
                  </a:lnTo>
                  <a:lnTo>
                    <a:pt x="4107341" y="2112830"/>
                  </a:lnTo>
                  <a:lnTo>
                    <a:pt x="4177610" y="2139285"/>
                  </a:lnTo>
                  <a:lnTo>
                    <a:pt x="4253820" y="2163350"/>
                  </a:lnTo>
                  <a:lnTo>
                    <a:pt x="4336524" y="2185279"/>
                  </a:lnTo>
                  <a:lnTo>
                    <a:pt x="4426066" y="2205287"/>
                  </a:lnTo>
                  <a:lnTo>
                    <a:pt x="4522470" y="2223538"/>
                  </a:lnTo>
                  <a:lnTo>
                    <a:pt x="4625313" y="2240147"/>
                  </a:lnTo>
                  <a:lnTo>
                    <a:pt x="4733582" y="2255182"/>
                  </a:lnTo>
                  <a:lnTo>
                    <a:pt x="4845556" y="2268664"/>
                  </a:lnTo>
                  <a:lnTo>
                    <a:pt x="4958737" y="2280582"/>
                  </a:lnTo>
                  <a:lnTo>
                    <a:pt x="5069897" y="2290902"/>
                  </a:lnTo>
                  <a:lnTo>
                    <a:pt x="5175274" y="2299596"/>
                  </a:lnTo>
                  <a:lnTo>
                    <a:pt x="5270945" y="2306659"/>
                  </a:lnTo>
                  <a:lnTo>
                    <a:pt x="5353344" y="2312137"/>
                  </a:lnTo>
                  <a:lnTo>
                    <a:pt x="5419819" y="2316136"/>
                  </a:lnTo>
                  <a:lnTo>
                    <a:pt x="5469112" y="2318832"/>
                  </a:lnTo>
                  <a:lnTo>
                    <a:pt x="5501642" y="2320455"/>
                  </a:lnTo>
                  <a:lnTo>
                    <a:pt x="5519532" y="2321272"/>
                  </a:lnTo>
                  <a:lnTo>
                    <a:pt x="5526459" y="2321562"/>
                  </a:lnTo>
                  <a:lnTo>
                    <a:pt x="5527445" y="2321600"/>
                  </a:lnTo>
                  <a:lnTo>
                    <a:pt x="6522385" y="2321600"/>
                  </a:lnTo>
                  <a:lnTo>
                    <a:pt x="6523516" y="2321584"/>
                  </a:lnTo>
                  <a:lnTo>
                    <a:pt x="6530975" y="2321464"/>
                  </a:lnTo>
                  <a:lnTo>
                    <a:pt x="6549881" y="2321133"/>
                  </a:lnTo>
                  <a:lnTo>
                    <a:pt x="6583936" y="2320480"/>
                  </a:lnTo>
                  <a:lnTo>
                    <a:pt x="6635210" y="2319402"/>
                  </a:lnTo>
                  <a:lnTo>
                    <a:pt x="6703985" y="2317809"/>
                  </a:lnTo>
                  <a:lnTo>
                    <a:pt x="6788813" y="2315634"/>
                  </a:lnTo>
                  <a:lnTo>
                    <a:pt x="6886834" y="2312839"/>
                  </a:lnTo>
                  <a:lnTo>
                    <a:pt x="6994293" y="2309407"/>
                  </a:lnTo>
                  <a:lnTo>
                    <a:pt x="7107135" y="2305343"/>
                  </a:lnTo>
                  <a:lnTo>
                    <a:pt x="7221536" y="2300658"/>
                  </a:lnTo>
                  <a:lnTo>
                    <a:pt x="7334263" y="2295365"/>
                  </a:lnTo>
                  <a:lnTo>
                    <a:pt x="7442866" y="2289466"/>
                  </a:lnTo>
                  <a:lnTo>
                    <a:pt x="7545698" y="2282951"/>
                  </a:lnTo>
                  <a:lnTo>
                    <a:pt x="7641832" y="2275789"/>
                  </a:lnTo>
                  <a:lnTo>
                    <a:pt x="7730930" y="2267931"/>
                  </a:lnTo>
                  <a:lnTo>
                    <a:pt x="7813093" y="2259309"/>
                  </a:lnTo>
                  <a:lnTo>
                    <a:pt x="7888730" y="2249834"/>
                  </a:lnTo>
                  <a:lnTo>
                    <a:pt x="7958449" y="2239402"/>
                  </a:lnTo>
                  <a:lnTo>
                    <a:pt x="8022967" y="2227898"/>
                  </a:lnTo>
                  <a:lnTo>
                    <a:pt x="8083057" y="2215202"/>
                  </a:lnTo>
                  <a:lnTo>
                    <a:pt x="8139489" y="2201199"/>
                  </a:lnTo>
                  <a:lnTo>
                    <a:pt x="8192999" y="2185803"/>
                  </a:lnTo>
                  <a:lnTo>
                    <a:pt x="8229629" y="2173989"/>
                  </a:lnTo>
                  <a:lnTo>
                    <a:pt x="8287668" y="2153094"/>
                  </a:lnTo>
                  <a:lnTo>
                    <a:pt x="8343964" y="2130221"/>
                  </a:lnTo>
                  <a:lnTo>
                    <a:pt x="8399130" y="2105338"/>
                  </a:lnTo>
                  <a:lnTo>
                    <a:pt x="8453623" y="2078469"/>
                  </a:lnTo>
                  <a:lnTo>
                    <a:pt x="8507777" y="2049699"/>
                  </a:lnTo>
                  <a:lnTo>
                    <a:pt x="8561821" y="2019187"/>
                  </a:lnTo>
                  <a:lnTo>
                    <a:pt x="8615893" y="1987158"/>
                  </a:lnTo>
                  <a:lnTo>
                    <a:pt x="8670060" y="1953902"/>
                  </a:lnTo>
                  <a:lnTo>
                    <a:pt x="8724329" y="1919767"/>
                  </a:lnTo>
                  <a:lnTo>
                    <a:pt x="8778665" y="1885141"/>
                  </a:lnTo>
                  <a:lnTo>
                    <a:pt x="8833013" y="1850439"/>
                  </a:lnTo>
                  <a:lnTo>
                    <a:pt x="8887311" y="1816076"/>
                  </a:lnTo>
                  <a:lnTo>
                    <a:pt x="8941517" y="1782455"/>
                  </a:lnTo>
                  <a:lnTo>
                    <a:pt x="8995620" y="1749938"/>
                  </a:lnTo>
                  <a:lnTo>
                    <a:pt x="9049663" y="1718840"/>
                  </a:lnTo>
                  <a:lnTo>
                    <a:pt x="9103755" y="1689409"/>
                  </a:lnTo>
                  <a:lnTo>
                    <a:pt x="9158091" y="1661829"/>
                  </a:lnTo>
                  <a:lnTo>
                    <a:pt x="9212963" y="1636210"/>
                  </a:lnTo>
                  <a:lnTo>
                    <a:pt x="9268782" y="1612601"/>
                  </a:lnTo>
                  <a:lnTo>
                    <a:pt x="9326100" y="1590987"/>
                  </a:lnTo>
                  <a:lnTo>
                    <a:pt x="9347647" y="1583544"/>
                  </a:lnTo>
                  <a:lnTo>
                    <a:pt x="9399484" y="1567134"/>
                  </a:lnTo>
                  <a:lnTo>
                    <a:pt x="9453768" y="1552147"/>
                  </a:lnTo>
                  <a:lnTo>
                    <a:pt x="9511179" y="1538532"/>
                  </a:lnTo>
                  <a:lnTo>
                    <a:pt x="9572469" y="1526193"/>
                  </a:lnTo>
                  <a:lnTo>
                    <a:pt x="9638413" y="1515011"/>
                  </a:lnTo>
                  <a:lnTo>
                    <a:pt x="9709772" y="1504868"/>
                  </a:lnTo>
                  <a:lnTo>
                    <a:pt x="9787240" y="1495649"/>
                  </a:lnTo>
                  <a:lnTo>
                    <a:pt x="9871377" y="1487256"/>
                  </a:lnTo>
                  <a:lnTo>
                    <a:pt x="9962515" y="1479606"/>
                  </a:lnTo>
                  <a:lnTo>
                    <a:pt x="10060643" y="1472635"/>
                  </a:lnTo>
                  <a:lnTo>
                    <a:pt x="10165267" y="1466300"/>
                  </a:lnTo>
                  <a:lnTo>
                    <a:pt x="10275267" y="1460576"/>
                  </a:lnTo>
                  <a:lnTo>
                    <a:pt x="10388765" y="1455458"/>
                  </a:lnTo>
                  <a:lnTo>
                    <a:pt x="10503079" y="1450952"/>
                  </a:lnTo>
                  <a:lnTo>
                    <a:pt x="10614777" y="1447069"/>
                  </a:lnTo>
                  <a:lnTo>
                    <a:pt x="10719922" y="1443822"/>
                  </a:lnTo>
                  <a:lnTo>
                    <a:pt x="10814487" y="1441208"/>
                  </a:lnTo>
                  <a:lnTo>
                    <a:pt x="10894915" y="1439207"/>
                  </a:lnTo>
                  <a:lnTo>
                    <a:pt x="10958708" y="1437771"/>
                  </a:lnTo>
                  <a:lnTo>
                    <a:pt x="11004896" y="1436825"/>
                  </a:lnTo>
                  <a:lnTo>
                    <a:pt x="11034283" y="1436277"/>
                  </a:lnTo>
                  <a:lnTo>
                    <a:pt x="11049433" y="1436018"/>
                  </a:lnTo>
                  <a:lnTo>
                    <a:pt x="11054479" y="1435939"/>
                  </a:lnTo>
                  <a:lnTo>
                    <a:pt x="11054891" y="1435933"/>
                  </a:lnTo>
                  <a:lnTo>
                    <a:pt x="12049831" y="1435933"/>
                  </a:lnTo>
                  <a:lnTo>
                    <a:pt x="12049831" y="14359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6" name="pl715"/>
            <p:cNvSpPr/>
            <p:nvPr/>
          </p:nvSpPr>
          <p:spPr>
            <a:xfrm>
              <a:off x="1199187" y="3594910"/>
              <a:ext cx="12049831" cy="2321600"/>
            </a:xfrm>
            <a:custGeom>
              <a:avLst/>
              <a:pathLst>
                <a:path w="12049831" h="2321600">
                  <a:moveTo>
                    <a:pt x="12049831" y="1435933"/>
                  </a:moveTo>
                  <a:lnTo>
                    <a:pt x="11054891" y="1435933"/>
                  </a:lnTo>
                  <a:lnTo>
                    <a:pt x="11053761" y="1435950"/>
                  </a:lnTo>
                  <a:lnTo>
                    <a:pt x="11046301" y="1436070"/>
                  </a:lnTo>
                  <a:lnTo>
                    <a:pt x="11027396" y="1436401"/>
                  </a:lnTo>
                  <a:lnTo>
                    <a:pt x="10993341" y="1437053"/>
                  </a:lnTo>
                  <a:lnTo>
                    <a:pt x="10942067" y="1438132"/>
                  </a:lnTo>
                  <a:lnTo>
                    <a:pt x="10873292" y="1439725"/>
                  </a:lnTo>
                  <a:lnTo>
                    <a:pt x="10788463" y="1441899"/>
                  </a:lnTo>
                  <a:lnTo>
                    <a:pt x="10690442" y="1444695"/>
                  </a:lnTo>
                  <a:lnTo>
                    <a:pt x="10582984" y="1448126"/>
                  </a:lnTo>
                  <a:lnTo>
                    <a:pt x="10470141" y="1452191"/>
                  </a:lnTo>
                  <a:lnTo>
                    <a:pt x="10355741" y="1456875"/>
                  </a:lnTo>
                  <a:lnTo>
                    <a:pt x="10243014" y="1462169"/>
                  </a:lnTo>
                  <a:lnTo>
                    <a:pt x="10134410" y="1468067"/>
                  </a:lnTo>
                  <a:lnTo>
                    <a:pt x="10031579" y="1474583"/>
                  </a:lnTo>
                  <a:lnTo>
                    <a:pt x="9935444" y="1481745"/>
                  </a:lnTo>
                  <a:lnTo>
                    <a:pt x="9846347" y="1489603"/>
                  </a:lnTo>
                  <a:lnTo>
                    <a:pt x="9764184" y="1498225"/>
                  </a:lnTo>
                  <a:lnTo>
                    <a:pt x="9688546" y="1507700"/>
                  </a:lnTo>
                  <a:lnTo>
                    <a:pt x="9618828" y="1518132"/>
                  </a:lnTo>
                  <a:lnTo>
                    <a:pt x="9554309" y="1529635"/>
                  </a:lnTo>
                  <a:lnTo>
                    <a:pt x="9494220" y="1542332"/>
                  </a:lnTo>
                  <a:lnTo>
                    <a:pt x="9437787" y="1556335"/>
                  </a:lnTo>
                  <a:lnTo>
                    <a:pt x="9384277" y="1571731"/>
                  </a:lnTo>
                  <a:lnTo>
                    <a:pt x="9347647" y="1583544"/>
                  </a:lnTo>
                  <a:lnTo>
                    <a:pt x="9289609" y="1604440"/>
                  </a:lnTo>
                  <a:lnTo>
                    <a:pt x="9233312" y="1627312"/>
                  </a:lnTo>
                  <a:lnTo>
                    <a:pt x="9178147" y="1652195"/>
                  </a:lnTo>
                  <a:lnTo>
                    <a:pt x="9123654" y="1679065"/>
                  </a:lnTo>
                  <a:lnTo>
                    <a:pt x="9069500" y="1707834"/>
                  </a:lnTo>
                  <a:lnTo>
                    <a:pt x="9015456" y="1738346"/>
                  </a:lnTo>
                  <a:lnTo>
                    <a:pt x="8961383" y="1770376"/>
                  </a:lnTo>
                  <a:lnTo>
                    <a:pt x="8907216" y="1803632"/>
                  </a:lnTo>
                  <a:lnTo>
                    <a:pt x="8852948" y="1837767"/>
                  </a:lnTo>
                  <a:lnTo>
                    <a:pt x="8798612" y="1872393"/>
                  </a:lnTo>
                  <a:lnTo>
                    <a:pt x="8744264" y="1907095"/>
                  </a:lnTo>
                  <a:lnTo>
                    <a:pt x="8689965" y="1941457"/>
                  </a:lnTo>
                  <a:lnTo>
                    <a:pt x="8635759" y="1975079"/>
                  </a:lnTo>
                  <a:lnTo>
                    <a:pt x="8581656" y="2007595"/>
                  </a:lnTo>
                  <a:lnTo>
                    <a:pt x="8527614" y="2038694"/>
                  </a:lnTo>
                  <a:lnTo>
                    <a:pt x="8473522" y="2068125"/>
                  </a:lnTo>
                  <a:lnTo>
                    <a:pt x="8419186" y="2095705"/>
                  </a:lnTo>
                  <a:lnTo>
                    <a:pt x="8364313" y="2121323"/>
                  </a:lnTo>
                  <a:lnTo>
                    <a:pt x="8308494" y="2144932"/>
                  </a:lnTo>
                  <a:lnTo>
                    <a:pt x="8251177" y="2166546"/>
                  </a:lnTo>
                  <a:lnTo>
                    <a:pt x="8229629" y="2173989"/>
                  </a:lnTo>
                  <a:lnTo>
                    <a:pt x="8177792" y="2190399"/>
                  </a:lnTo>
                  <a:lnTo>
                    <a:pt x="8123509" y="2205387"/>
                  </a:lnTo>
                  <a:lnTo>
                    <a:pt x="8066097" y="2219001"/>
                  </a:lnTo>
                  <a:lnTo>
                    <a:pt x="8004808" y="2231341"/>
                  </a:lnTo>
                  <a:lnTo>
                    <a:pt x="7938864" y="2242522"/>
                  </a:lnTo>
                  <a:lnTo>
                    <a:pt x="7867505" y="2252666"/>
                  </a:lnTo>
                  <a:lnTo>
                    <a:pt x="7790037" y="2261884"/>
                  </a:lnTo>
                  <a:lnTo>
                    <a:pt x="7705900" y="2270278"/>
                  </a:lnTo>
                  <a:lnTo>
                    <a:pt x="7614762" y="2277928"/>
                  </a:lnTo>
                  <a:lnTo>
                    <a:pt x="7516634" y="2284899"/>
                  </a:lnTo>
                  <a:lnTo>
                    <a:pt x="7412009" y="2291234"/>
                  </a:lnTo>
                  <a:lnTo>
                    <a:pt x="7302010" y="2296957"/>
                  </a:lnTo>
                  <a:lnTo>
                    <a:pt x="7188511" y="2302075"/>
                  </a:lnTo>
                  <a:lnTo>
                    <a:pt x="7074198" y="2306582"/>
                  </a:lnTo>
                  <a:lnTo>
                    <a:pt x="6962500" y="2310465"/>
                  </a:lnTo>
                  <a:lnTo>
                    <a:pt x="6857355" y="2313712"/>
                  </a:lnTo>
                  <a:lnTo>
                    <a:pt x="6762790" y="2316325"/>
                  </a:lnTo>
                  <a:lnTo>
                    <a:pt x="6682361" y="2318327"/>
                  </a:lnTo>
                  <a:lnTo>
                    <a:pt x="6618569" y="2319763"/>
                  </a:lnTo>
                  <a:lnTo>
                    <a:pt x="6572381" y="2320708"/>
                  </a:lnTo>
                  <a:lnTo>
                    <a:pt x="6542994" y="2321257"/>
                  </a:lnTo>
                  <a:lnTo>
                    <a:pt x="6527844" y="2321515"/>
                  </a:lnTo>
                  <a:lnTo>
                    <a:pt x="6522798" y="2321594"/>
                  </a:lnTo>
                  <a:lnTo>
                    <a:pt x="6522385" y="2321600"/>
                  </a:lnTo>
                  <a:lnTo>
                    <a:pt x="5527445" y="2321600"/>
                  </a:lnTo>
                  <a:lnTo>
                    <a:pt x="5526350" y="2321558"/>
                  </a:lnTo>
                  <a:lnTo>
                    <a:pt x="5519117" y="2321254"/>
                  </a:lnTo>
                  <a:lnTo>
                    <a:pt x="5500769" y="2320414"/>
                  </a:lnTo>
                  <a:lnTo>
                    <a:pt x="5467681" y="2318758"/>
                  </a:lnTo>
                  <a:lnTo>
                    <a:pt x="5417784" y="2316020"/>
                  </a:lnTo>
                  <a:lnTo>
                    <a:pt x="5350723" y="2311971"/>
                  </a:lnTo>
                  <a:lnTo>
                    <a:pt x="5267809" y="2306440"/>
                  </a:lnTo>
                  <a:lnTo>
                    <a:pt x="5171735" y="2299320"/>
                  </a:lnTo>
                  <a:lnTo>
                    <a:pt x="5066090" y="2290569"/>
                  </a:lnTo>
                  <a:lnTo>
                    <a:pt x="4954798" y="2280192"/>
                  </a:lnTo>
                  <a:lnTo>
                    <a:pt x="4841608" y="2268220"/>
                  </a:lnTo>
                  <a:lnTo>
                    <a:pt x="4729726" y="2254683"/>
                  </a:lnTo>
                  <a:lnTo>
                    <a:pt x="4621622" y="2239594"/>
                  </a:lnTo>
                  <a:lnTo>
                    <a:pt x="4518991" y="2222928"/>
                  </a:lnTo>
                  <a:lnTo>
                    <a:pt x="4422822" y="2204619"/>
                  </a:lnTo>
                  <a:lnTo>
                    <a:pt x="4333522" y="2184547"/>
                  </a:lnTo>
                  <a:lnTo>
                    <a:pt x="4251052" y="2162547"/>
                  </a:lnTo>
                  <a:lnTo>
                    <a:pt x="4175060" y="2138403"/>
                  </a:lnTo>
                  <a:lnTo>
                    <a:pt x="4104986" y="2111859"/>
                  </a:lnTo>
                  <a:lnTo>
                    <a:pt x="4040150" y="2082625"/>
                  </a:lnTo>
                  <a:lnTo>
                    <a:pt x="3979812" y="2050395"/>
                  </a:lnTo>
                  <a:lnTo>
                    <a:pt x="3923219" y="2014875"/>
                  </a:lnTo>
                  <a:lnTo>
                    <a:pt x="3869650" y="1975821"/>
                  </a:lnTo>
                  <a:lnTo>
                    <a:pt x="3820202" y="1934667"/>
                  </a:lnTo>
                  <a:lnTo>
                    <a:pt x="3772819" y="1890482"/>
                  </a:lnTo>
                  <a:lnTo>
                    <a:pt x="3726675" y="1842885"/>
                  </a:lnTo>
                  <a:lnTo>
                    <a:pt x="3681414" y="1791805"/>
                  </a:lnTo>
                  <a:lnTo>
                    <a:pt x="3636755" y="1737237"/>
                  </a:lnTo>
                  <a:lnTo>
                    <a:pt x="3592475" y="1679246"/>
                  </a:lnTo>
                  <a:lnTo>
                    <a:pt x="3548404" y="1617968"/>
                  </a:lnTo>
                  <a:lnTo>
                    <a:pt x="3504420" y="1553624"/>
                  </a:lnTo>
                  <a:lnTo>
                    <a:pt x="3460438" y="1486512"/>
                  </a:lnTo>
                  <a:lnTo>
                    <a:pt x="3416408" y="1417006"/>
                  </a:lnTo>
                  <a:lnTo>
                    <a:pt x="3372309" y="1345554"/>
                  </a:lnTo>
                  <a:lnTo>
                    <a:pt x="3328143" y="1272663"/>
                  </a:lnTo>
                  <a:lnTo>
                    <a:pt x="3283931" y="1198886"/>
                  </a:lnTo>
                  <a:lnTo>
                    <a:pt x="3239702" y="1124804"/>
                  </a:lnTo>
                  <a:lnTo>
                    <a:pt x="3195489" y="1051010"/>
                  </a:lnTo>
                  <a:lnTo>
                    <a:pt x="3151322" y="978086"/>
                  </a:lnTo>
                  <a:lnTo>
                    <a:pt x="3107221" y="906587"/>
                  </a:lnTo>
                  <a:lnTo>
                    <a:pt x="3063189" y="837020"/>
                  </a:lnTo>
                  <a:lnTo>
                    <a:pt x="3019206" y="769834"/>
                  </a:lnTo>
                  <a:lnTo>
                    <a:pt x="2975223" y="705407"/>
                  </a:lnTo>
                  <a:lnTo>
                    <a:pt x="2931157" y="644040"/>
                  </a:lnTo>
                  <a:lnTo>
                    <a:pt x="2886885" y="585953"/>
                  </a:lnTo>
                  <a:lnTo>
                    <a:pt x="2842239" y="531288"/>
                  </a:lnTo>
                  <a:lnTo>
                    <a:pt x="2796999" y="480109"/>
                  </a:lnTo>
                  <a:lnTo>
                    <a:pt x="2750884" y="432414"/>
                  </a:lnTo>
                  <a:lnTo>
                    <a:pt x="2703542" y="388135"/>
                  </a:lnTo>
                  <a:lnTo>
                    <a:pt x="2702183" y="386933"/>
                  </a:lnTo>
                  <a:lnTo>
                    <a:pt x="2650908" y="344353"/>
                  </a:lnTo>
                  <a:lnTo>
                    <a:pt x="2597244" y="305426"/>
                  </a:lnTo>
                  <a:lnTo>
                    <a:pt x="2540533" y="270025"/>
                  </a:lnTo>
                  <a:lnTo>
                    <a:pt x="2480051" y="237905"/>
                  </a:lnTo>
                  <a:lnTo>
                    <a:pt x="2415044" y="208770"/>
                  </a:lnTo>
                  <a:lnTo>
                    <a:pt x="2344775" y="182315"/>
                  </a:lnTo>
                  <a:lnTo>
                    <a:pt x="2268565" y="158250"/>
                  </a:lnTo>
                  <a:lnTo>
                    <a:pt x="2185861" y="136320"/>
                  </a:lnTo>
                  <a:lnTo>
                    <a:pt x="2096319" y="116313"/>
                  </a:lnTo>
                  <a:lnTo>
                    <a:pt x="1999915" y="98062"/>
                  </a:lnTo>
                  <a:lnTo>
                    <a:pt x="1897072" y="81453"/>
                  </a:lnTo>
                  <a:lnTo>
                    <a:pt x="1788803" y="66418"/>
                  </a:lnTo>
                  <a:lnTo>
                    <a:pt x="1676829" y="52936"/>
                  </a:lnTo>
                  <a:lnTo>
                    <a:pt x="1563648" y="41018"/>
                  </a:lnTo>
                  <a:lnTo>
                    <a:pt x="1452488" y="30698"/>
                  </a:lnTo>
                  <a:lnTo>
                    <a:pt x="1347111" y="22004"/>
                  </a:lnTo>
                  <a:lnTo>
                    <a:pt x="1251440" y="14941"/>
                  </a:lnTo>
                  <a:lnTo>
                    <a:pt x="1169041" y="9463"/>
                  </a:lnTo>
                  <a:lnTo>
                    <a:pt x="1102566" y="5463"/>
                  </a:lnTo>
                  <a:lnTo>
                    <a:pt x="1053273" y="2768"/>
                  </a:lnTo>
                  <a:lnTo>
                    <a:pt x="1020743" y="1145"/>
                  </a:lnTo>
                  <a:lnTo>
                    <a:pt x="1002853" y="328"/>
                  </a:lnTo>
                  <a:lnTo>
                    <a:pt x="995926" y="3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7" name="pg716"/>
            <p:cNvSpPr/>
            <p:nvPr/>
          </p:nvSpPr>
          <p:spPr>
            <a:xfrm>
              <a:off x="1199187" y="3600151"/>
              <a:ext cx="12049831" cy="2332082"/>
            </a:xfrm>
            <a:custGeom>
              <a:avLst/>
              <a:pathLst>
                <a:path w="12049831" h="2332082">
                  <a:moveTo>
                    <a:pt x="0" y="10481"/>
                  </a:moveTo>
                  <a:lnTo>
                    <a:pt x="994940" y="10481"/>
                  </a:lnTo>
                  <a:lnTo>
                    <a:pt x="996035" y="10523"/>
                  </a:lnTo>
                  <a:lnTo>
                    <a:pt x="1003268" y="10828"/>
                  </a:lnTo>
                  <a:lnTo>
                    <a:pt x="1021616" y="11668"/>
                  </a:lnTo>
                  <a:lnTo>
                    <a:pt x="1054704" y="13323"/>
                  </a:lnTo>
                  <a:lnTo>
                    <a:pt x="1104601" y="16061"/>
                  </a:lnTo>
                  <a:lnTo>
                    <a:pt x="1171662" y="20110"/>
                  </a:lnTo>
                  <a:lnTo>
                    <a:pt x="1254576" y="25641"/>
                  </a:lnTo>
                  <a:lnTo>
                    <a:pt x="1350650" y="32761"/>
                  </a:lnTo>
                  <a:lnTo>
                    <a:pt x="1456295" y="41512"/>
                  </a:lnTo>
                  <a:lnTo>
                    <a:pt x="1567587" y="51889"/>
                  </a:lnTo>
                  <a:lnTo>
                    <a:pt x="1680777" y="63861"/>
                  </a:lnTo>
                  <a:lnTo>
                    <a:pt x="1792659" y="77398"/>
                  </a:lnTo>
                  <a:lnTo>
                    <a:pt x="1900763" y="92487"/>
                  </a:lnTo>
                  <a:lnTo>
                    <a:pt x="2003394" y="109153"/>
                  </a:lnTo>
                  <a:lnTo>
                    <a:pt x="2099563" y="127463"/>
                  </a:lnTo>
                  <a:lnTo>
                    <a:pt x="2188863" y="147534"/>
                  </a:lnTo>
                  <a:lnTo>
                    <a:pt x="2271333" y="169534"/>
                  </a:lnTo>
                  <a:lnTo>
                    <a:pt x="2347325" y="193678"/>
                  </a:lnTo>
                  <a:lnTo>
                    <a:pt x="2417399" y="220222"/>
                  </a:lnTo>
                  <a:lnTo>
                    <a:pt x="2482235" y="249456"/>
                  </a:lnTo>
                  <a:lnTo>
                    <a:pt x="2542573" y="281686"/>
                  </a:lnTo>
                  <a:lnTo>
                    <a:pt x="2599166" y="317206"/>
                  </a:lnTo>
                  <a:lnTo>
                    <a:pt x="2652735" y="356260"/>
                  </a:lnTo>
                  <a:lnTo>
                    <a:pt x="2702183" y="397414"/>
                  </a:lnTo>
                  <a:lnTo>
                    <a:pt x="2749566" y="441599"/>
                  </a:lnTo>
                  <a:lnTo>
                    <a:pt x="2795710" y="489197"/>
                  </a:lnTo>
                  <a:lnTo>
                    <a:pt x="2840971" y="540276"/>
                  </a:lnTo>
                  <a:lnTo>
                    <a:pt x="2885630" y="594844"/>
                  </a:lnTo>
                  <a:lnTo>
                    <a:pt x="2929910" y="652836"/>
                  </a:lnTo>
                  <a:lnTo>
                    <a:pt x="2973981" y="714113"/>
                  </a:lnTo>
                  <a:lnTo>
                    <a:pt x="3017965" y="778457"/>
                  </a:lnTo>
                  <a:lnTo>
                    <a:pt x="3061947" y="845570"/>
                  </a:lnTo>
                  <a:lnTo>
                    <a:pt x="3105977" y="915075"/>
                  </a:lnTo>
                  <a:lnTo>
                    <a:pt x="3150076" y="986527"/>
                  </a:lnTo>
                  <a:lnTo>
                    <a:pt x="3194242" y="1059418"/>
                  </a:lnTo>
                  <a:lnTo>
                    <a:pt x="3238454" y="1133195"/>
                  </a:lnTo>
                  <a:lnTo>
                    <a:pt x="3282683" y="1207277"/>
                  </a:lnTo>
                  <a:lnTo>
                    <a:pt x="3326896" y="1281071"/>
                  </a:lnTo>
                  <a:lnTo>
                    <a:pt x="3371063" y="1353995"/>
                  </a:lnTo>
                  <a:lnTo>
                    <a:pt x="3415164" y="1425495"/>
                  </a:lnTo>
                  <a:lnTo>
                    <a:pt x="3459196" y="1495062"/>
                  </a:lnTo>
                  <a:lnTo>
                    <a:pt x="3503179" y="1562247"/>
                  </a:lnTo>
                  <a:lnTo>
                    <a:pt x="3547162" y="1626674"/>
                  </a:lnTo>
                  <a:lnTo>
                    <a:pt x="3591228" y="1688041"/>
                  </a:lnTo>
                  <a:lnTo>
                    <a:pt x="3635500" y="1746128"/>
                  </a:lnTo>
                  <a:lnTo>
                    <a:pt x="3680146" y="1800793"/>
                  </a:lnTo>
                  <a:lnTo>
                    <a:pt x="3725386" y="1851972"/>
                  </a:lnTo>
                  <a:lnTo>
                    <a:pt x="3771501" y="1899667"/>
                  </a:lnTo>
                  <a:lnTo>
                    <a:pt x="3818843" y="1943947"/>
                  </a:lnTo>
                  <a:lnTo>
                    <a:pt x="3820202" y="1945148"/>
                  </a:lnTo>
                  <a:lnTo>
                    <a:pt x="3871477" y="1987728"/>
                  </a:lnTo>
                  <a:lnTo>
                    <a:pt x="3925141" y="2026655"/>
                  </a:lnTo>
                  <a:lnTo>
                    <a:pt x="3981851" y="2062056"/>
                  </a:lnTo>
                  <a:lnTo>
                    <a:pt x="4042334" y="2094176"/>
                  </a:lnTo>
                  <a:lnTo>
                    <a:pt x="4107341" y="2123311"/>
                  </a:lnTo>
                  <a:lnTo>
                    <a:pt x="4177610" y="2149766"/>
                  </a:lnTo>
                  <a:lnTo>
                    <a:pt x="4253820" y="2173831"/>
                  </a:lnTo>
                  <a:lnTo>
                    <a:pt x="4336524" y="2195761"/>
                  </a:lnTo>
                  <a:lnTo>
                    <a:pt x="4426066" y="2215768"/>
                  </a:lnTo>
                  <a:lnTo>
                    <a:pt x="4522470" y="2234019"/>
                  </a:lnTo>
                  <a:lnTo>
                    <a:pt x="4625313" y="2250628"/>
                  </a:lnTo>
                  <a:lnTo>
                    <a:pt x="4733582" y="2265663"/>
                  </a:lnTo>
                  <a:lnTo>
                    <a:pt x="4845556" y="2279146"/>
                  </a:lnTo>
                  <a:lnTo>
                    <a:pt x="4958737" y="2291063"/>
                  </a:lnTo>
                  <a:lnTo>
                    <a:pt x="5069897" y="2301383"/>
                  </a:lnTo>
                  <a:lnTo>
                    <a:pt x="5175274" y="2310077"/>
                  </a:lnTo>
                  <a:lnTo>
                    <a:pt x="5270945" y="2317141"/>
                  </a:lnTo>
                  <a:lnTo>
                    <a:pt x="5353344" y="2322618"/>
                  </a:lnTo>
                  <a:lnTo>
                    <a:pt x="5419819" y="2326618"/>
                  </a:lnTo>
                  <a:lnTo>
                    <a:pt x="5469112" y="2329314"/>
                  </a:lnTo>
                  <a:lnTo>
                    <a:pt x="5501642" y="2330936"/>
                  </a:lnTo>
                  <a:lnTo>
                    <a:pt x="5519532" y="2331753"/>
                  </a:lnTo>
                  <a:lnTo>
                    <a:pt x="5526459" y="2332043"/>
                  </a:lnTo>
                  <a:lnTo>
                    <a:pt x="5527445" y="2332082"/>
                  </a:lnTo>
                  <a:lnTo>
                    <a:pt x="6522385" y="2332082"/>
                  </a:lnTo>
                  <a:lnTo>
                    <a:pt x="6523520" y="2332072"/>
                  </a:lnTo>
                  <a:lnTo>
                    <a:pt x="6531005" y="2332001"/>
                  </a:lnTo>
                  <a:lnTo>
                    <a:pt x="6549975" y="2331804"/>
                  </a:lnTo>
                  <a:lnTo>
                    <a:pt x="6584141" y="2331416"/>
                  </a:lnTo>
                  <a:lnTo>
                    <a:pt x="6635573" y="2330776"/>
                  </a:lnTo>
                  <a:lnTo>
                    <a:pt x="6704545" y="2329830"/>
                  </a:lnTo>
                  <a:lnTo>
                    <a:pt x="6789593" y="2328539"/>
                  </a:lnTo>
                  <a:lnTo>
                    <a:pt x="6887835" y="2326879"/>
                  </a:lnTo>
                  <a:lnTo>
                    <a:pt x="6995499" y="2324843"/>
                  </a:lnTo>
                  <a:lnTo>
                    <a:pt x="7108517" y="2322431"/>
                  </a:lnTo>
                  <a:lnTo>
                    <a:pt x="7223052" y="2319651"/>
                  </a:lnTo>
                  <a:lnTo>
                    <a:pt x="7335873" y="2316510"/>
                  </a:lnTo>
                  <a:lnTo>
                    <a:pt x="7444531" y="2313010"/>
                  </a:lnTo>
                  <a:lnTo>
                    <a:pt x="7547383" y="2309144"/>
                  </a:lnTo>
                  <a:lnTo>
                    <a:pt x="7643511" y="2304894"/>
                  </a:lnTo>
                  <a:lnTo>
                    <a:pt x="7732584" y="2300230"/>
                  </a:lnTo>
                  <a:lnTo>
                    <a:pt x="7814712" y="2295113"/>
                  </a:lnTo>
                  <a:lnTo>
                    <a:pt x="7890308" y="2289488"/>
                  </a:lnTo>
                  <a:lnTo>
                    <a:pt x="7959986" y="2283295"/>
                  </a:lnTo>
                  <a:lnTo>
                    <a:pt x="8024470" y="2276464"/>
                  </a:lnTo>
                  <a:lnTo>
                    <a:pt x="8084532" y="2268923"/>
                  </a:lnTo>
                  <a:lnTo>
                    <a:pt x="8140947" y="2260607"/>
                  </a:lnTo>
                  <a:lnTo>
                    <a:pt x="8194452" y="2251463"/>
                  </a:lnTo>
                  <a:lnTo>
                    <a:pt x="8229629" y="2244738"/>
                  </a:lnTo>
                  <a:lnTo>
                    <a:pt x="8289889" y="2231869"/>
                  </a:lnTo>
                  <a:lnTo>
                    <a:pt x="8348295" y="2217735"/>
                  </a:lnTo>
                  <a:lnTo>
                    <a:pt x="8405524" y="2202318"/>
                  </a:lnTo>
                  <a:lnTo>
                    <a:pt x="8462075" y="2185637"/>
                  </a:lnTo>
                  <a:lnTo>
                    <a:pt x="8518304" y="2167755"/>
                  </a:lnTo>
                  <a:lnTo>
                    <a:pt x="8574451" y="2148785"/>
                  </a:lnTo>
                  <a:lnTo>
                    <a:pt x="8630650" y="2128886"/>
                  </a:lnTo>
                  <a:lnTo>
                    <a:pt x="8686959" y="2108261"/>
                  </a:lnTo>
                  <a:lnTo>
                    <a:pt x="8743370" y="2087149"/>
                  </a:lnTo>
                  <a:lnTo>
                    <a:pt x="8799834" y="2065816"/>
                  </a:lnTo>
                  <a:lnTo>
                    <a:pt x="8856284" y="2044538"/>
                  </a:lnTo>
                  <a:lnTo>
                    <a:pt x="8912659" y="2023589"/>
                  </a:lnTo>
                  <a:lnTo>
                    <a:pt x="8968922" y="2003225"/>
                  </a:lnTo>
                  <a:lnTo>
                    <a:pt x="9025090" y="1983672"/>
                  </a:lnTo>
                  <a:lnTo>
                    <a:pt x="9081247" y="1965117"/>
                  </a:lnTo>
                  <a:lnTo>
                    <a:pt x="9137570" y="1947700"/>
                  </a:lnTo>
                  <a:lnTo>
                    <a:pt x="9194339" y="1931515"/>
                  </a:lnTo>
                  <a:lnTo>
                    <a:pt x="9251966" y="1916607"/>
                  </a:lnTo>
                  <a:lnTo>
                    <a:pt x="9311016" y="1902980"/>
                  </a:lnTo>
                  <a:lnTo>
                    <a:pt x="9347647" y="1895362"/>
                  </a:lnTo>
                  <a:lnTo>
                    <a:pt x="9399548" y="1885641"/>
                  </a:lnTo>
                  <a:lnTo>
                    <a:pt x="9453902" y="1876763"/>
                  </a:lnTo>
                  <a:lnTo>
                    <a:pt x="9511394" y="1868700"/>
                  </a:lnTo>
                  <a:lnTo>
                    <a:pt x="9572776" y="1861393"/>
                  </a:lnTo>
                  <a:lnTo>
                    <a:pt x="9638827" y="1854772"/>
                  </a:lnTo>
                  <a:lnTo>
                    <a:pt x="9710311" y="1848767"/>
                  </a:lnTo>
                  <a:lnTo>
                    <a:pt x="9787923" y="1843309"/>
                  </a:lnTo>
                  <a:lnTo>
                    <a:pt x="9872224" y="1838341"/>
                  </a:lnTo>
                  <a:lnTo>
                    <a:pt x="9963545" y="1833813"/>
                  </a:lnTo>
                  <a:lnTo>
                    <a:pt x="10061871" y="1829688"/>
                  </a:lnTo>
                  <a:lnTo>
                    <a:pt x="10166698" y="1825939"/>
                  </a:lnTo>
                  <a:lnTo>
                    <a:pt x="10276894" y="1822554"/>
                  </a:lnTo>
                  <a:lnTo>
                    <a:pt x="10390564" y="1819527"/>
                  </a:lnTo>
                  <a:lnTo>
                    <a:pt x="10505002" y="1816863"/>
                  </a:lnTo>
                  <a:lnTo>
                    <a:pt x="10616755" y="1814569"/>
                  </a:lnTo>
                  <a:lnTo>
                    <a:pt x="10721864" y="1812653"/>
                  </a:lnTo>
                  <a:lnTo>
                    <a:pt x="10816293" y="1811112"/>
                  </a:lnTo>
                  <a:lnTo>
                    <a:pt x="10896487" y="1809933"/>
                  </a:lnTo>
                  <a:lnTo>
                    <a:pt x="10959967" y="1809089"/>
                  </a:lnTo>
                  <a:lnTo>
                    <a:pt x="11005798" y="1808536"/>
                  </a:lnTo>
                  <a:lnTo>
                    <a:pt x="11034829" y="1808216"/>
                  </a:lnTo>
                  <a:lnTo>
                    <a:pt x="11049676" y="1808066"/>
                  </a:lnTo>
                  <a:lnTo>
                    <a:pt x="11054525" y="1808021"/>
                  </a:lnTo>
                  <a:lnTo>
                    <a:pt x="11054891" y="1808018"/>
                  </a:lnTo>
                  <a:lnTo>
                    <a:pt x="12049831" y="1808018"/>
                  </a:lnTo>
                  <a:lnTo>
                    <a:pt x="12049831" y="1797537"/>
                  </a:lnTo>
                  <a:lnTo>
                    <a:pt x="11054891" y="1797537"/>
                  </a:lnTo>
                  <a:lnTo>
                    <a:pt x="11053757" y="1797547"/>
                  </a:lnTo>
                  <a:lnTo>
                    <a:pt x="11046271" y="1797618"/>
                  </a:lnTo>
                  <a:lnTo>
                    <a:pt x="11027301" y="1797815"/>
                  </a:lnTo>
                  <a:lnTo>
                    <a:pt x="10993135" y="1798202"/>
                  </a:lnTo>
                  <a:lnTo>
                    <a:pt x="10941703" y="1798842"/>
                  </a:lnTo>
                  <a:lnTo>
                    <a:pt x="10872731" y="1799789"/>
                  </a:lnTo>
                  <a:lnTo>
                    <a:pt x="10787684" y="1801080"/>
                  </a:lnTo>
                  <a:lnTo>
                    <a:pt x="10689442" y="1802739"/>
                  </a:lnTo>
                  <a:lnTo>
                    <a:pt x="10581777" y="1804776"/>
                  </a:lnTo>
                  <a:lnTo>
                    <a:pt x="10468760" y="1807188"/>
                  </a:lnTo>
                  <a:lnTo>
                    <a:pt x="10354224" y="1809968"/>
                  </a:lnTo>
                  <a:lnTo>
                    <a:pt x="10241403" y="1813109"/>
                  </a:lnTo>
                  <a:lnTo>
                    <a:pt x="10132746" y="1816609"/>
                  </a:lnTo>
                  <a:lnTo>
                    <a:pt x="10029894" y="1820475"/>
                  </a:lnTo>
                  <a:lnTo>
                    <a:pt x="9933766" y="1824725"/>
                  </a:lnTo>
                  <a:lnTo>
                    <a:pt x="9844692" y="1829388"/>
                  </a:lnTo>
                  <a:lnTo>
                    <a:pt x="9762565" y="1834506"/>
                  </a:lnTo>
                  <a:lnTo>
                    <a:pt x="9686968" y="1840131"/>
                  </a:lnTo>
                  <a:lnTo>
                    <a:pt x="9617290" y="1846324"/>
                  </a:lnTo>
                  <a:lnTo>
                    <a:pt x="9552807" y="1853155"/>
                  </a:lnTo>
                  <a:lnTo>
                    <a:pt x="9492745" y="1860695"/>
                  </a:lnTo>
                  <a:lnTo>
                    <a:pt x="9436329" y="1869012"/>
                  </a:lnTo>
                  <a:lnTo>
                    <a:pt x="9382824" y="1878156"/>
                  </a:lnTo>
                  <a:lnTo>
                    <a:pt x="9347647" y="1884881"/>
                  </a:lnTo>
                  <a:lnTo>
                    <a:pt x="9287388" y="1897750"/>
                  </a:lnTo>
                  <a:lnTo>
                    <a:pt x="9228981" y="1911883"/>
                  </a:lnTo>
                  <a:lnTo>
                    <a:pt x="9171753" y="1927300"/>
                  </a:lnTo>
                  <a:lnTo>
                    <a:pt x="9115202" y="1943982"/>
                  </a:lnTo>
                  <a:lnTo>
                    <a:pt x="9058972" y="1961864"/>
                  </a:lnTo>
                  <a:lnTo>
                    <a:pt x="9002826" y="1980834"/>
                  </a:lnTo>
                  <a:lnTo>
                    <a:pt x="8946626" y="2000733"/>
                  </a:lnTo>
                  <a:lnTo>
                    <a:pt x="8890317" y="2021358"/>
                  </a:lnTo>
                  <a:lnTo>
                    <a:pt x="8833907" y="2042469"/>
                  </a:lnTo>
                  <a:lnTo>
                    <a:pt x="8777443" y="2063803"/>
                  </a:lnTo>
                  <a:lnTo>
                    <a:pt x="8720992" y="2085081"/>
                  </a:lnTo>
                  <a:lnTo>
                    <a:pt x="8664618" y="2106030"/>
                  </a:lnTo>
                  <a:lnTo>
                    <a:pt x="8608355" y="2126394"/>
                  </a:lnTo>
                  <a:lnTo>
                    <a:pt x="8552187" y="2145947"/>
                  </a:lnTo>
                  <a:lnTo>
                    <a:pt x="8496029" y="2164502"/>
                  </a:lnTo>
                  <a:lnTo>
                    <a:pt x="8439707" y="2181918"/>
                  </a:lnTo>
                  <a:lnTo>
                    <a:pt x="8382937" y="2198104"/>
                  </a:lnTo>
                  <a:lnTo>
                    <a:pt x="8325310" y="2213012"/>
                  </a:lnTo>
                  <a:lnTo>
                    <a:pt x="8266261" y="2226639"/>
                  </a:lnTo>
                  <a:lnTo>
                    <a:pt x="8229629" y="2234257"/>
                  </a:lnTo>
                  <a:lnTo>
                    <a:pt x="8177728" y="2243978"/>
                  </a:lnTo>
                  <a:lnTo>
                    <a:pt x="8123374" y="2252855"/>
                  </a:lnTo>
                  <a:lnTo>
                    <a:pt x="8065882" y="2260919"/>
                  </a:lnTo>
                  <a:lnTo>
                    <a:pt x="8004500" y="2268226"/>
                  </a:lnTo>
                  <a:lnTo>
                    <a:pt x="7938449" y="2274847"/>
                  </a:lnTo>
                  <a:lnTo>
                    <a:pt x="7866966" y="2280852"/>
                  </a:lnTo>
                  <a:lnTo>
                    <a:pt x="7789353" y="2286309"/>
                  </a:lnTo>
                  <a:lnTo>
                    <a:pt x="7705052" y="2291278"/>
                  </a:lnTo>
                  <a:lnTo>
                    <a:pt x="7613731" y="2295806"/>
                  </a:lnTo>
                  <a:lnTo>
                    <a:pt x="7515406" y="2299931"/>
                  </a:lnTo>
                  <a:lnTo>
                    <a:pt x="7410578" y="2303679"/>
                  </a:lnTo>
                  <a:lnTo>
                    <a:pt x="7300383" y="2307065"/>
                  </a:lnTo>
                  <a:lnTo>
                    <a:pt x="7186712" y="2310092"/>
                  </a:lnTo>
                  <a:lnTo>
                    <a:pt x="7072275" y="2312756"/>
                  </a:lnTo>
                  <a:lnTo>
                    <a:pt x="6960522" y="2315049"/>
                  </a:lnTo>
                  <a:lnTo>
                    <a:pt x="6855412" y="2316966"/>
                  </a:lnTo>
                  <a:lnTo>
                    <a:pt x="6760984" y="2318507"/>
                  </a:lnTo>
                  <a:lnTo>
                    <a:pt x="6680789" y="2319685"/>
                  </a:lnTo>
                  <a:lnTo>
                    <a:pt x="6617310" y="2320529"/>
                  </a:lnTo>
                  <a:lnTo>
                    <a:pt x="6571479" y="2321083"/>
                  </a:lnTo>
                  <a:lnTo>
                    <a:pt x="6542448" y="2321403"/>
                  </a:lnTo>
                  <a:lnTo>
                    <a:pt x="6527600" y="2321552"/>
                  </a:lnTo>
                  <a:lnTo>
                    <a:pt x="6522752" y="2321597"/>
                  </a:lnTo>
                  <a:lnTo>
                    <a:pt x="6522385" y="2321600"/>
                  </a:lnTo>
                  <a:lnTo>
                    <a:pt x="5527445" y="2321600"/>
                  </a:lnTo>
                  <a:lnTo>
                    <a:pt x="5526350" y="2321558"/>
                  </a:lnTo>
                  <a:lnTo>
                    <a:pt x="5519117" y="2321254"/>
                  </a:lnTo>
                  <a:lnTo>
                    <a:pt x="5500769" y="2320414"/>
                  </a:lnTo>
                  <a:lnTo>
                    <a:pt x="5467681" y="2318758"/>
                  </a:lnTo>
                  <a:lnTo>
                    <a:pt x="5417784" y="2316020"/>
                  </a:lnTo>
                  <a:lnTo>
                    <a:pt x="5350723" y="2311971"/>
                  </a:lnTo>
                  <a:lnTo>
                    <a:pt x="5267809" y="2306440"/>
                  </a:lnTo>
                  <a:lnTo>
                    <a:pt x="5171735" y="2299320"/>
                  </a:lnTo>
                  <a:lnTo>
                    <a:pt x="5066090" y="2290569"/>
                  </a:lnTo>
                  <a:lnTo>
                    <a:pt x="4954798" y="2280192"/>
                  </a:lnTo>
                  <a:lnTo>
                    <a:pt x="4841608" y="2268220"/>
                  </a:lnTo>
                  <a:lnTo>
                    <a:pt x="4729726" y="2254683"/>
                  </a:lnTo>
                  <a:lnTo>
                    <a:pt x="4621622" y="2239594"/>
                  </a:lnTo>
                  <a:lnTo>
                    <a:pt x="4518991" y="2222928"/>
                  </a:lnTo>
                  <a:lnTo>
                    <a:pt x="4422822" y="2204619"/>
                  </a:lnTo>
                  <a:lnTo>
                    <a:pt x="4333522" y="2184547"/>
                  </a:lnTo>
                  <a:lnTo>
                    <a:pt x="4251052" y="2162547"/>
                  </a:lnTo>
                  <a:lnTo>
                    <a:pt x="4175060" y="2138403"/>
                  </a:lnTo>
                  <a:lnTo>
                    <a:pt x="4104986" y="2111859"/>
                  </a:lnTo>
                  <a:lnTo>
                    <a:pt x="4040150" y="2082625"/>
                  </a:lnTo>
                  <a:lnTo>
                    <a:pt x="3979812" y="2050395"/>
                  </a:lnTo>
                  <a:lnTo>
                    <a:pt x="3923219" y="2014875"/>
                  </a:lnTo>
                  <a:lnTo>
                    <a:pt x="3869650" y="1975821"/>
                  </a:lnTo>
                  <a:lnTo>
                    <a:pt x="3820202" y="1934667"/>
                  </a:lnTo>
                  <a:lnTo>
                    <a:pt x="3772819" y="1890482"/>
                  </a:lnTo>
                  <a:lnTo>
                    <a:pt x="3726675" y="1842885"/>
                  </a:lnTo>
                  <a:lnTo>
                    <a:pt x="3681414" y="1791805"/>
                  </a:lnTo>
                  <a:lnTo>
                    <a:pt x="3636755" y="1737237"/>
                  </a:lnTo>
                  <a:lnTo>
                    <a:pt x="3592475" y="1679246"/>
                  </a:lnTo>
                  <a:lnTo>
                    <a:pt x="3548404" y="1617968"/>
                  </a:lnTo>
                  <a:lnTo>
                    <a:pt x="3504420" y="1553624"/>
                  </a:lnTo>
                  <a:lnTo>
                    <a:pt x="3460438" y="1486512"/>
                  </a:lnTo>
                  <a:lnTo>
                    <a:pt x="3416408" y="1417006"/>
                  </a:lnTo>
                  <a:lnTo>
                    <a:pt x="3372309" y="1345554"/>
                  </a:lnTo>
                  <a:lnTo>
                    <a:pt x="3328143" y="1272663"/>
                  </a:lnTo>
                  <a:lnTo>
                    <a:pt x="3283931" y="1198886"/>
                  </a:lnTo>
                  <a:lnTo>
                    <a:pt x="3239702" y="1124804"/>
                  </a:lnTo>
                  <a:lnTo>
                    <a:pt x="3195489" y="1051010"/>
                  </a:lnTo>
                  <a:lnTo>
                    <a:pt x="3151322" y="978086"/>
                  </a:lnTo>
                  <a:lnTo>
                    <a:pt x="3107221" y="906587"/>
                  </a:lnTo>
                  <a:lnTo>
                    <a:pt x="3063189" y="837020"/>
                  </a:lnTo>
                  <a:lnTo>
                    <a:pt x="3019206" y="769834"/>
                  </a:lnTo>
                  <a:lnTo>
                    <a:pt x="2975223" y="705407"/>
                  </a:lnTo>
                  <a:lnTo>
                    <a:pt x="2931157" y="644040"/>
                  </a:lnTo>
                  <a:lnTo>
                    <a:pt x="2886885" y="585953"/>
                  </a:lnTo>
                  <a:lnTo>
                    <a:pt x="2842239" y="531288"/>
                  </a:lnTo>
                  <a:lnTo>
                    <a:pt x="2796999" y="480109"/>
                  </a:lnTo>
                  <a:lnTo>
                    <a:pt x="2750884" y="432414"/>
                  </a:lnTo>
                  <a:lnTo>
                    <a:pt x="2703542" y="388135"/>
                  </a:lnTo>
                  <a:lnTo>
                    <a:pt x="2702183" y="386933"/>
                  </a:lnTo>
                  <a:lnTo>
                    <a:pt x="2650908" y="344353"/>
                  </a:lnTo>
                  <a:lnTo>
                    <a:pt x="2597244" y="305426"/>
                  </a:lnTo>
                  <a:lnTo>
                    <a:pt x="2540533" y="270025"/>
                  </a:lnTo>
                  <a:lnTo>
                    <a:pt x="2480051" y="237905"/>
                  </a:lnTo>
                  <a:lnTo>
                    <a:pt x="2415044" y="208770"/>
                  </a:lnTo>
                  <a:lnTo>
                    <a:pt x="2344775" y="182315"/>
                  </a:lnTo>
                  <a:lnTo>
                    <a:pt x="2268565" y="158250"/>
                  </a:lnTo>
                  <a:lnTo>
                    <a:pt x="2185861" y="136320"/>
                  </a:lnTo>
                  <a:lnTo>
                    <a:pt x="2096319" y="116313"/>
                  </a:lnTo>
                  <a:lnTo>
                    <a:pt x="1999915" y="98062"/>
                  </a:lnTo>
                  <a:lnTo>
                    <a:pt x="1897072" y="81453"/>
                  </a:lnTo>
                  <a:lnTo>
                    <a:pt x="1788803" y="66418"/>
                  </a:lnTo>
                  <a:lnTo>
                    <a:pt x="1676829" y="52936"/>
                  </a:lnTo>
                  <a:lnTo>
                    <a:pt x="1563648" y="41018"/>
                  </a:lnTo>
                  <a:lnTo>
                    <a:pt x="1452488" y="30698"/>
                  </a:lnTo>
                  <a:lnTo>
                    <a:pt x="1347111" y="22004"/>
                  </a:lnTo>
                  <a:lnTo>
                    <a:pt x="1251440" y="14941"/>
                  </a:lnTo>
                  <a:lnTo>
                    <a:pt x="1169041" y="9463"/>
                  </a:lnTo>
                  <a:lnTo>
                    <a:pt x="1102566" y="5463"/>
                  </a:lnTo>
                  <a:lnTo>
                    <a:pt x="1053273" y="2768"/>
                  </a:lnTo>
                  <a:lnTo>
                    <a:pt x="1020743" y="1145"/>
                  </a:lnTo>
                  <a:lnTo>
                    <a:pt x="1002853" y="328"/>
                  </a:lnTo>
                  <a:lnTo>
                    <a:pt x="995926" y="3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18" name="pl717"/>
            <p:cNvSpPr/>
            <p:nvPr/>
          </p:nvSpPr>
          <p:spPr>
            <a:xfrm>
              <a:off x="1199187" y="3610632"/>
              <a:ext cx="12049831" cy="2321600"/>
            </a:xfrm>
            <a:custGeom>
              <a:avLst/>
              <a:pathLst>
                <a:path w="12049831" h="2321600">
                  <a:moveTo>
                    <a:pt x="0" y="0"/>
                  </a:moveTo>
                  <a:lnTo>
                    <a:pt x="994940" y="0"/>
                  </a:lnTo>
                  <a:lnTo>
                    <a:pt x="996035" y="42"/>
                  </a:lnTo>
                  <a:lnTo>
                    <a:pt x="1003268" y="346"/>
                  </a:lnTo>
                  <a:lnTo>
                    <a:pt x="1021616" y="1186"/>
                  </a:lnTo>
                  <a:lnTo>
                    <a:pt x="1054704" y="2842"/>
                  </a:lnTo>
                  <a:lnTo>
                    <a:pt x="1104601" y="5580"/>
                  </a:lnTo>
                  <a:lnTo>
                    <a:pt x="1171662" y="9629"/>
                  </a:lnTo>
                  <a:lnTo>
                    <a:pt x="1254576" y="15160"/>
                  </a:lnTo>
                  <a:lnTo>
                    <a:pt x="1350650" y="22280"/>
                  </a:lnTo>
                  <a:lnTo>
                    <a:pt x="1456295" y="31031"/>
                  </a:lnTo>
                  <a:lnTo>
                    <a:pt x="1567587" y="41408"/>
                  </a:lnTo>
                  <a:lnTo>
                    <a:pt x="1680777" y="53380"/>
                  </a:lnTo>
                  <a:lnTo>
                    <a:pt x="1792659" y="66917"/>
                  </a:lnTo>
                  <a:lnTo>
                    <a:pt x="1900763" y="82006"/>
                  </a:lnTo>
                  <a:lnTo>
                    <a:pt x="2003394" y="98671"/>
                  </a:lnTo>
                  <a:lnTo>
                    <a:pt x="2099563" y="116981"/>
                  </a:lnTo>
                  <a:lnTo>
                    <a:pt x="2188863" y="137053"/>
                  </a:lnTo>
                  <a:lnTo>
                    <a:pt x="2271333" y="159053"/>
                  </a:lnTo>
                  <a:lnTo>
                    <a:pt x="2347325" y="183197"/>
                  </a:lnTo>
                  <a:lnTo>
                    <a:pt x="2417399" y="209741"/>
                  </a:lnTo>
                  <a:lnTo>
                    <a:pt x="2482235" y="238975"/>
                  </a:lnTo>
                  <a:lnTo>
                    <a:pt x="2542573" y="271204"/>
                  </a:lnTo>
                  <a:lnTo>
                    <a:pt x="2599166" y="306725"/>
                  </a:lnTo>
                  <a:lnTo>
                    <a:pt x="2652735" y="345778"/>
                  </a:lnTo>
                  <a:lnTo>
                    <a:pt x="2702183" y="386933"/>
                  </a:lnTo>
                  <a:lnTo>
                    <a:pt x="2749566" y="431118"/>
                  </a:lnTo>
                  <a:lnTo>
                    <a:pt x="2795710" y="478715"/>
                  </a:lnTo>
                  <a:lnTo>
                    <a:pt x="2840971" y="529795"/>
                  </a:lnTo>
                  <a:lnTo>
                    <a:pt x="2885630" y="584362"/>
                  </a:lnTo>
                  <a:lnTo>
                    <a:pt x="2929910" y="642354"/>
                  </a:lnTo>
                  <a:lnTo>
                    <a:pt x="2973981" y="703631"/>
                  </a:lnTo>
                  <a:lnTo>
                    <a:pt x="3017965" y="767976"/>
                  </a:lnTo>
                  <a:lnTo>
                    <a:pt x="3061947" y="835088"/>
                  </a:lnTo>
                  <a:lnTo>
                    <a:pt x="3105977" y="904594"/>
                  </a:lnTo>
                  <a:lnTo>
                    <a:pt x="3150076" y="976046"/>
                  </a:lnTo>
                  <a:lnTo>
                    <a:pt x="3194242" y="1048937"/>
                  </a:lnTo>
                  <a:lnTo>
                    <a:pt x="3238454" y="1122714"/>
                  </a:lnTo>
                  <a:lnTo>
                    <a:pt x="3282683" y="1196796"/>
                  </a:lnTo>
                  <a:lnTo>
                    <a:pt x="3326896" y="1270590"/>
                  </a:lnTo>
                  <a:lnTo>
                    <a:pt x="3371063" y="1343514"/>
                  </a:lnTo>
                  <a:lnTo>
                    <a:pt x="3415164" y="1415013"/>
                  </a:lnTo>
                  <a:lnTo>
                    <a:pt x="3459196" y="1484580"/>
                  </a:lnTo>
                  <a:lnTo>
                    <a:pt x="3503179" y="1551766"/>
                  </a:lnTo>
                  <a:lnTo>
                    <a:pt x="3547162" y="1616193"/>
                  </a:lnTo>
                  <a:lnTo>
                    <a:pt x="3591228" y="1677560"/>
                  </a:lnTo>
                  <a:lnTo>
                    <a:pt x="3635500" y="1735647"/>
                  </a:lnTo>
                  <a:lnTo>
                    <a:pt x="3680146" y="1790312"/>
                  </a:lnTo>
                  <a:lnTo>
                    <a:pt x="3725386" y="1841490"/>
                  </a:lnTo>
                  <a:lnTo>
                    <a:pt x="3771501" y="1889186"/>
                  </a:lnTo>
                  <a:lnTo>
                    <a:pt x="3818843" y="1933465"/>
                  </a:lnTo>
                  <a:lnTo>
                    <a:pt x="3820202" y="1934667"/>
                  </a:lnTo>
                  <a:lnTo>
                    <a:pt x="3871477" y="1977247"/>
                  </a:lnTo>
                  <a:lnTo>
                    <a:pt x="3925141" y="2016174"/>
                  </a:lnTo>
                  <a:lnTo>
                    <a:pt x="3981851" y="2051575"/>
                  </a:lnTo>
                  <a:lnTo>
                    <a:pt x="4042334" y="2083695"/>
                  </a:lnTo>
                  <a:lnTo>
                    <a:pt x="4107341" y="2112830"/>
                  </a:lnTo>
                  <a:lnTo>
                    <a:pt x="4177610" y="2139285"/>
                  </a:lnTo>
                  <a:lnTo>
                    <a:pt x="4253820" y="2163350"/>
                  </a:lnTo>
                  <a:lnTo>
                    <a:pt x="4336524" y="2185279"/>
                  </a:lnTo>
                  <a:lnTo>
                    <a:pt x="4426066" y="2205287"/>
                  </a:lnTo>
                  <a:lnTo>
                    <a:pt x="4522470" y="2223538"/>
                  </a:lnTo>
                  <a:lnTo>
                    <a:pt x="4625313" y="2240147"/>
                  </a:lnTo>
                  <a:lnTo>
                    <a:pt x="4733582" y="2255182"/>
                  </a:lnTo>
                  <a:lnTo>
                    <a:pt x="4845556" y="2268664"/>
                  </a:lnTo>
                  <a:lnTo>
                    <a:pt x="4958737" y="2280582"/>
                  </a:lnTo>
                  <a:lnTo>
                    <a:pt x="5069897" y="2290902"/>
                  </a:lnTo>
                  <a:lnTo>
                    <a:pt x="5175274" y="2299596"/>
                  </a:lnTo>
                  <a:lnTo>
                    <a:pt x="5270945" y="2306659"/>
                  </a:lnTo>
                  <a:lnTo>
                    <a:pt x="5353344" y="2312137"/>
                  </a:lnTo>
                  <a:lnTo>
                    <a:pt x="5419819" y="2316136"/>
                  </a:lnTo>
                  <a:lnTo>
                    <a:pt x="5469112" y="2318832"/>
                  </a:lnTo>
                  <a:lnTo>
                    <a:pt x="5501642" y="2320455"/>
                  </a:lnTo>
                  <a:lnTo>
                    <a:pt x="5519532" y="2321272"/>
                  </a:lnTo>
                  <a:lnTo>
                    <a:pt x="5526459" y="2321562"/>
                  </a:lnTo>
                  <a:lnTo>
                    <a:pt x="5527445" y="2321600"/>
                  </a:lnTo>
                  <a:lnTo>
                    <a:pt x="6522385" y="2321600"/>
                  </a:lnTo>
                  <a:lnTo>
                    <a:pt x="6523520" y="2321590"/>
                  </a:lnTo>
                  <a:lnTo>
                    <a:pt x="6531005" y="2321519"/>
                  </a:lnTo>
                  <a:lnTo>
                    <a:pt x="6549975" y="2321323"/>
                  </a:lnTo>
                  <a:lnTo>
                    <a:pt x="6584141" y="2320935"/>
                  </a:lnTo>
                  <a:lnTo>
                    <a:pt x="6635573" y="2320295"/>
                  </a:lnTo>
                  <a:lnTo>
                    <a:pt x="6704545" y="2319349"/>
                  </a:lnTo>
                  <a:lnTo>
                    <a:pt x="6789593" y="2318058"/>
                  </a:lnTo>
                  <a:lnTo>
                    <a:pt x="6887835" y="2316398"/>
                  </a:lnTo>
                  <a:lnTo>
                    <a:pt x="6995499" y="2314361"/>
                  </a:lnTo>
                  <a:lnTo>
                    <a:pt x="7108517" y="2311949"/>
                  </a:lnTo>
                  <a:lnTo>
                    <a:pt x="7223052" y="2309169"/>
                  </a:lnTo>
                  <a:lnTo>
                    <a:pt x="7335873" y="2306028"/>
                  </a:lnTo>
                  <a:lnTo>
                    <a:pt x="7444531" y="2302528"/>
                  </a:lnTo>
                  <a:lnTo>
                    <a:pt x="7547383" y="2298662"/>
                  </a:lnTo>
                  <a:lnTo>
                    <a:pt x="7643511" y="2294412"/>
                  </a:lnTo>
                  <a:lnTo>
                    <a:pt x="7732584" y="2289749"/>
                  </a:lnTo>
                  <a:lnTo>
                    <a:pt x="7814712" y="2284631"/>
                  </a:lnTo>
                  <a:lnTo>
                    <a:pt x="7890308" y="2279007"/>
                  </a:lnTo>
                  <a:lnTo>
                    <a:pt x="7959986" y="2272813"/>
                  </a:lnTo>
                  <a:lnTo>
                    <a:pt x="8024470" y="2265982"/>
                  </a:lnTo>
                  <a:lnTo>
                    <a:pt x="8084532" y="2258442"/>
                  </a:lnTo>
                  <a:lnTo>
                    <a:pt x="8140947" y="2250125"/>
                  </a:lnTo>
                  <a:lnTo>
                    <a:pt x="8194452" y="2240981"/>
                  </a:lnTo>
                  <a:lnTo>
                    <a:pt x="8229629" y="2234257"/>
                  </a:lnTo>
                  <a:lnTo>
                    <a:pt x="8289889" y="2221387"/>
                  </a:lnTo>
                  <a:lnTo>
                    <a:pt x="8348295" y="2207254"/>
                  </a:lnTo>
                  <a:lnTo>
                    <a:pt x="8405524" y="2191837"/>
                  </a:lnTo>
                  <a:lnTo>
                    <a:pt x="8462075" y="2175155"/>
                  </a:lnTo>
                  <a:lnTo>
                    <a:pt x="8518304" y="2157274"/>
                  </a:lnTo>
                  <a:lnTo>
                    <a:pt x="8574451" y="2138304"/>
                  </a:lnTo>
                  <a:lnTo>
                    <a:pt x="8630650" y="2118405"/>
                  </a:lnTo>
                  <a:lnTo>
                    <a:pt x="8686959" y="2097779"/>
                  </a:lnTo>
                  <a:lnTo>
                    <a:pt x="8743370" y="2076668"/>
                  </a:lnTo>
                  <a:lnTo>
                    <a:pt x="8799834" y="2055335"/>
                  </a:lnTo>
                  <a:lnTo>
                    <a:pt x="8856284" y="2034057"/>
                  </a:lnTo>
                  <a:lnTo>
                    <a:pt x="8912659" y="2013107"/>
                  </a:lnTo>
                  <a:lnTo>
                    <a:pt x="8968922" y="1992743"/>
                  </a:lnTo>
                  <a:lnTo>
                    <a:pt x="9025090" y="1973191"/>
                  </a:lnTo>
                  <a:lnTo>
                    <a:pt x="9081247" y="1954636"/>
                  </a:lnTo>
                  <a:lnTo>
                    <a:pt x="9137570" y="1937219"/>
                  </a:lnTo>
                  <a:lnTo>
                    <a:pt x="9194339" y="1921034"/>
                  </a:lnTo>
                  <a:lnTo>
                    <a:pt x="9251966" y="1906126"/>
                  </a:lnTo>
                  <a:lnTo>
                    <a:pt x="9311016" y="1892498"/>
                  </a:lnTo>
                  <a:lnTo>
                    <a:pt x="9347647" y="1884881"/>
                  </a:lnTo>
                  <a:lnTo>
                    <a:pt x="9399548" y="1875159"/>
                  </a:lnTo>
                  <a:lnTo>
                    <a:pt x="9453902" y="1866282"/>
                  </a:lnTo>
                  <a:lnTo>
                    <a:pt x="9511394" y="1858219"/>
                  </a:lnTo>
                  <a:lnTo>
                    <a:pt x="9572776" y="1850911"/>
                  </a:lnTo>
                  <a:lnTo>
                    <a:pt x="9638827" y="1844291"/>
                  </a:lnTo>
                  <a:lnTo>
                    <a:pt x="9710311" y="1838285"/>
                  </a:lnTo>
                  <a:lnTo>
                    <a:pt x="9787923" y="1832828"/>
                  </a:lnTo>
                  <a:lnTo>
                    <a:pt x="9872224" y="1827860"/>
                  </a:lnTo>
                  <a:lnTo>
                    <a:pt x="9963545" y="1823332"/>
                  </a:lnTo>
                  <a:lnTo>
                    <a:pt x="10061871" y="1819206"/>
                  </a:lnTo>
                  <a:lnTo>
                    <a:pt x="10166698" y="1815458"/>
                  </a:lnTo>
                  <a:lnTo>
                    <a:pt x="10276894" y="1812072"/>
                  </a:lnTo>
                  <a:lnTo>
                    <a:pt x="10390564" y="1809046"/>
                  </a:lnTo>
                  <a:lnTo>
                    <a:pt x="10505002" y="1806382"/>
                  </a:lnTo>
                  <a:lnTo>
                    <a:pt x="10616755" y="1804088"/>
                  </a:lnTo>
                  <a:lnTo>
                    <a:pt x="10721864" y="1802171"/>
                  </a:lnTo>
                  <a:lnTo>
                    <a:pt x="10816293" y="1800630"/>
                  </a:lnTo>
                  <a:lnTo>
                    <a:pt x="10896487" y="1799452"/>
                  </a:lnTo>
                  <a:lnTo>
                    <a:pt x="10959967" y="1798608"/>
                  </a:lnTo>
                  <a:lnTo>
                    <a:pt x="11005798" y="1798055"/>
                  </a:lnTo>
                  <a:lnTo>
                    <a:pt x="11034829" y="1797735"/>
                  </a:lnTo>
                  <a:lnTo>
                    <a:pt x="11049676" y="1797585"/>
                  </a:lnTo>
                  <a:lnTo>
                    <a:pt x="11054525" y="1797540"/>
                  </a:lnTo>
                  <a:lnTo>
                    <a:pt x="11054891" y="1797537"/>
                  </a:lnTo>
                  <a:lnTo>
                    <a:pt x="12049831" y="1797537"/>
                  </a:lnTo>
                  <a:lnTo>
                    <a:pt x="12049831" y="17975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9" name="pl718"/>
            <p:cNvSpPr/>
            <p:nvPr/>
          </p:nvSpPr>
          <p:spPr>
            <a:xfrm>
              <a:off x="1199187" y="3600151"/>
              <a:ext cx="12049831" cy="2321600"/>
            </a:xfrm>
            <a:custGeom>
              <a:avLst/>
              <a:pathLst>
                <a:path w="12049831" h="2321600">
                  <a:moveTo>
                    <a:pt x="12049831" y="1797537"/>
                  </a:moveTo>
                  <a:lnTo>
                    <a:pt x="11054891" y="1797537"/>
                  </a:lnTo>
                  <a:lnTo>
                    <a:pt x="11053757" y="1797547"/>
                  </a:lnTo>
                  <a:lnTo>
                    <a:pt x="11046271" y="1797618"/>
                  </a:lnTo>
                  <a:lnTo>
                    <a:pt x="11027301" y="1797815"/>
                  </a:lnTo>
                  <a:lnTo>
                    <a:pt x="10993135" y="1798202"/>
                  </a:lnTo>
                  <a:lnTo>
                    <a:pt x="10941703" y="1798842"/>
                  </a:lnTo>
                  <a:lnTo>
                    <a:pt x="10872731" y="1799789"/>
                  </a:lnTo>
                  <a:lnTo>
                    <a:pt x="10787684" y="1801080"/>
                  </a:lnTo>
                  <a:lnTo>
                    <a:pt x="10689442" y="1802739"/>
                  </a:lnTo>
                  <a:lnTo>
                    <a:pt x="10581777" y="1804776"/>
                  </a:lnTo>
                  <a:lnTo>
                    <a:pt x="10468760" y="1807188"/>
                  </a:lnTo>
                  <a:lnTo>
                    <a:pt x="10354224" y="1809968"/>
                  </a:lnTo>
                  <a:lnTo>
                    <a:pt x="10241403" y="1813109"/>
                  </a:lnTo>
                  <a:lnTo>
                    <a:pt x="10132746" y="1816609"/>
                  </a:lnTo>
                  <a:lnTo>
                    <a:pt x="10029894" y="1820475"/>
                  </a:lnTo>
                  <a:lnTo>
                    <a:pt x="9933766" y="1824725"/>
                  </a:lnTo>
                  <a:lnTo>
                    <a:pt x="9844692" y="1829388"/>
                  </a:lnTo>
                  <a:lnTo>
                    <a:pt x="9762565" y="1834506"/>
                  </a:lnTo>
                  <a:lnTo>
                    <a:pt x="9686968" y="1840131"/>
                  </a:lnTo>
                  <a:lnTo>
                    <a:pt x="9617290" y="1846324"/>
                  </a:lnTo>
                  <a:lnTo>
                    <a:pt x="9552807" y="1853155"/>
                  </a:lnTo>
                  <a:lnTo>
                    <a:pt x="9492745" y="1860695"/>
                  </a:lnTo>
                  <a:lnTo>
                    <a:pt x="9436329" y="1869012"/>
                  </a:lnTo>
                  <a:lnTo>
                    <a:pt x="9382824" y="1878156"/>
                  </a:lnTo>
                  <a:lnTo>
                    <a:pt x="9347647" y="1884881"/>
                  </a:lnTo>
                  <a:lnTo>
                    <a:pt x="9287388" y="1897750"/>
                  </a:lnTo>
                  <a:lnTo>
                    <a:pt x="9228981" y="1911883"/>
                  </a:lnTo>
                  <a:lnTo>
                    <a:pt x="9171753" y="1927300"/>
                  </a:lnTo>
                  <a:lnTo>
                    <a:pt x="9115202" y="1943982"/>
                  </a:lnTo>
                  <a:lnTo>
                    <a:pt x="9058972" y="1961864"/>
                  </a:lnTo>
                  <a:lnTo>
                    <a:pt x="9002826" y="1980834"/>
                  </a:lnTo>
                  <a:lnTo>
                    <a:pt x="8946626" y="2000733"/>
                  </a:lnTo>
                  <a:lnTo>
                    <a:pt x="8890317" y="2021358"/>
                  </a:lnTo>
                  <a:lnTo>
                    <a:pt x="8833907" y="2042469"/>
                  </a:lnTo>
                  <a:lnTo>
                    <a:pt x="8777443" y="2063803"/>
                  </a:lnTo>
                  <a:lnTo>
                    <a:pt x="8720992" y="2085081"/>
                  </a:lnTo>
                  <a:lnTo>
                    <a:pt x="8664618" y="2106030"/>
                  </a:lnTo>
                  <a:lnTo>
                    <a:pt x="8608355" y="2126394"/>
                  </a:lnTo>
                  <a:lnTo>
                    <a:pt x="8552187" y="2145947"/>
                  </a:lnTo>
                  <a:lnTo>
                    <a:pt x="8496029" y="2164502"/>
                  </a:lnTo>
                  <a:lnTo>
                    <a:pt x="8439707" y="2181918"/>
                  </a:lnTo>
                  <a:lnTo>
                    <a:pt x="8382937" y="2198104"/>
                  </a:lnTo>
                  <a:lnTo>
                    <a:pt x="8325310" y="2213012"/>
                  </a:lnTo>
                  <a:lnTo>
                    <a:pt x="8266261" y="2226639"/>
                  </a:lnTo>
                  <a:lnTo>
                    <a:pt x="8229629" y="2234257"/>
                  </a:lnTo>
                  <a:lnTo>
                    <a:pt x="8177728" y="2243978"/>
                  </a:lnTo>
                  <a:lnTo>
                    <a:pt x="8123374" y="2252855"/>
                  </a:lnTo>
                  <a:lnTo>
                    <a:pt x="8065882" y="2260919"/>
                  </a:lnTo>
                  <a:lnTo>
                    <a:pt x="8004500" y="2268226"/>
                  </a:lnTo>
                  <a:lnTo>
                    <a:pt x="7938449" y="2274847"/>
                  </a:lnTo>
                  <a:lnTo>
                    <a:pt x="7866966" y="2280852"/>
                  </a:lnTo>
                  <a:lnTo>
                    <a:pt x="7789353" y="2286309"/>
                  </a:lnTo>
                  <a:lnTo>
                    <a:pt x="7705052" y="2291278"/>
                  </a:lnTo>
                  <a:lnTo>
                    <a:pt x="7613731" y="2295806"/>
                  </a:lnTo>
                  <a:lnTo>
                    <a:pt x="7515406" y="2299931"/>
                  </a:lnTo>
                  <a:lnTo>
                    <a:pt x="7410578" y="2303679"/>
                  </a:lnTo>
                  <a:lnTo>
                    <a:pt x="7300383" y="2307065"/>
                  </a:lnTo>
                  <a:lnTo>
                    <a:pt x="7186712" y="2310092"/>
                  </a:lnTo>
                  <a:lnTo>
                    <a:pt x="7072275" y="2312756"/>
                  </a:lnTo>
                  <a:lnTo>
                    <a:pt x="6960522" y="2315049"/>
                  </a:lnTo>
                  <a:lnTo>
                    <a:pt x="6855412" y="2316966"/>
                  </a:lnTo>
                  <a:lnTo>
                    <a:pt x="6760984" y="2318507"/>
                  </a:lnTo>
                  <a:lnTo>
                    <a:pt x="6680789" y="2319685"/>
                  </a:lnTo>
                  <a:lnTo>
                    <a:pt x="6617310" y="2320529"/>
                  </a:lnTo>
                  <a:lnTo>
                    <a:pt x="6571479" y="2321083"/>
                  </a:lnTo>
                  <a:lnTo>
                    <a:pt x="6542448" y="2321403"/>
                  </a:lnTo>
                  <a:lnTo>
                    <a:pt x="6527600" y="2321552"/>
                  </a:lnTo>
                  <a:lnTo>
                    <a:pt x="6522752" y="2321597"/>
                  </a:lnTo>
                  <a:lnTo>
                    <a:pt x="6522385" y="2321600"/>
                  </a:lnTo>
                  <a:lnTo>
                    <a:pt x="5527445" y="2321600"/>
                  </a:lnTo>
                  <a:lnTo>
                    <a:pt x="5526350" y="2321558"/>
                  </a:lnTo>
                  <a:lnTo>
                    <a:pt x="5519117" y="2321254"/>
                  </a:lnTo>
                  <a:lnTo>
                    <a:pt x="5500769" y="2320414"/>
                  </a:lnTo>
                  <a:lnTo>
                    <a:pt x="5467681" y="2318758"/>
                  </a:lnTo>
                  <a:lnTo>
                    <a:pt x="5417784" y="2316020"/>
                  </a:lnTo>
                  <a:lnTo>
                    <a:pt x="5350723" y="2311971"/>
                  </a:lnTo>
                  <a:lnTo>
                    <a:pt x="5267809" y="2306440"/>
                  </a:lnTo>
                  <a:lnTo>
                    <a:pt x="5171735" y="2299320"/>
                  </a:lnTo>
                  <a:lnTo>
                    <a:pt x="5066090" y="2290569"/>
                  </a:lnTo>
                  <a:lnTo>
                    <a:pt x="4954798" y="2280192"/>
                  </a:lnTo>
                  <a:lnTo>
                    <a:pt x="4841608" y="2268220"/>
                  </a:lnTo>
                  <a:lnTo>
                    <a:pt x="4729726" y="2254683"/>
                  </a:lnTo>
                  <a:lnTo>
                    <a:pt x="4621622" y="2239594"/>
                  </a:lnTo>
                  <a:lnTo>
                    <a:pt x="4518991" y="2222928"/>
                  </a:lnTo>
                  <a:lnTo>
                    <a:pt x="4422822" y="2204619"/>
                  </a:lnTo>
                  <a:lnTo>
                    <a:pt x="4333522" y="2184547"/>
                  </a:lnTo>
                  <a:lnTo>
                    <a:pt x="4251052" y="2162547"/>
                  </a:lnTo>
                  <a:lnTo>
                    <a:pt x="4175060" y="2138403"/>
                  </a:lnTo>
                  <a:lnTo>
                    <a:pt x="4104986" y="2111859"/>
                  </a:lnTo>
                  <a:lnTo>
                    <a:pt x="4040150" y="2082625"/>
                  </a:lnTo>
                  <a:lnTo>
                    <a:pt x="3979812" y="2050395"/>
                  </a:lnTo>
                  <a:lnTo>
                    <a:pt x="3923219" y="2014875"/>
                  </a:lnTo>
                  <a:lnTo>
                    <a:pt x="3869650" y="1975821"/>
                  </a:lnTo>
                  <a:lnTo>
                    <a:pt x="3820202" y="1934667"/>
                  </a:lnTo>
                  <a:lnTo>
                    <a:pt x="3772819" y="1890482"/>
                  </a:lnTo>
                  <a:lnTo>
                    <a:pt x="3726675" y="1842885"/>
                  </a:lnTo>
                  <a:lnTo>
                    <a:pt x="3681414" y="1791805"/>
                  </a:lnTo>
                  <a:lnTo>
                    <a:pt x="3636755" y="1737237"/>
                  </a:lnTo>
                  <a:lnTo>
                    <a:pt x="3592475" y="1679246"/>
                  </a:lnTo>
                  <a:lnTo>
                    <a:pt x="3548404" y="1617968"/>
                  </a:lnTo>
                  <a:lnTo>
                    <a:pt x="3504420" y="1553624"/>
                  </a:lnTo>
                  <a:lnTo>
                    <a:pt x="3460438" y="1486512"/>
                  </a:lnTo>
                  <a:lnTo>
                    <a:pt x="3416408" y="1417006"/>
                  </a:lnTo>
                  <a:lnTo>
                    <a:pt x="3372309" y="1345554"/>
                  </a:lnTo>
                  <a:lnTo>
                    <a:pt x="3328143" y="1272663"/>
                  </a:lnTo>
                  <a:lnTo>
                    <a:pt x="3283931" y="1198886"/>
                  </a:lnTo>
                  <a:lnTo>
                    <a:pt x="3239702" y="1124804"/>
                  </a:lnTo>
                  <a:lnTo>
                    <a:pt x="3195489" y="1051010"/>
                  </a:lnTo>
                  <a:lnTo>
                    <a:pt x="3151322" y="978086"/>
                  </a:lnTo>
                  <a:lnTo>
                    <a:pt x="3107221" y="906587"/>
                  </a:lnTo>
                  <a:lnTo>
                    <a:pt x="3063189" y="837020"/>
                  </a:lnTo>
                  <a:lnTo>
                    <a:pt x="3019206" y="769834"/>
                  </a:lnTo>
                  <a:lnTo>
                    <a:pt x="2975223" y="705407"/>
                  </a:lnTo>
                  <a:lnTo>
                    <a:pt x="2931157" y="644040"/>
                  </a:lnTo>
                  <a:lnTo>
                    <a:pt x="2886885" y="585953"/>
                  </a:lnTo>
                  <a:lnTo>
                    <a:pt x="2842239" y="531288"/>
                  </a:lnTo>
                  <a:lnTo>
                    <a:pt x="2796999" y="480109"/>
                  </a:lnTo>
                  <a:lnTo>
                    <a:pt x="2750884" y="432414"/>
                  </a:lnTo>
                  <a:lnTo>
                    <a:pt x="2703542" y="388135"/>
                  </a:lnTo>
                  <a:lnTo>
                    <a:pt x="2702183" y="386933"/>
                  </a:lnTo>
                  <a:lnTo>
                    <a:pt x="2650908" y="344353"/>
                  </a:lnTo>
                  <a:lnTo>
                    <a:pt x="2597244" y="305426"/>
                  </a:lnTo>
                  <a:lnTo>
                    <a:pt x="2540533" y="270025"/>
                  </a:lnTo>
                  <a:lnTo>
                    <a:pt x="2480051" y="237905"/>
                  </a:lnTo>
                  <a:lnTo>
                    <a:pt x="2415044" y="208770"/>
                  </a:lnTo>
                  <a:lnTo>
                    <a:pt x="2344775" y="182315"/>
                  </a:lnTo>
                  <a:lnTo>
                    <a:pt x="2268565" y="158250"/>
                  </a:lnTo>
                  <a:lnTo>
                    <a:pt x="2185861" y="136320"/>
                  </a:lnTo>
                  <a:lnTo>
                    <a:pt x="2096319" y="116313"/>
                  </a:lnTo>
                  <a:lnTo>
                    <a:pt x="1999915" y="98062"/>
                  </a:lnTo>
                  <a:lnTo>
                    <a:pt x="1897072" y="81453"/>
                  </a:lnTo>
                  <a:lnTo>
                    <a:pt x="1788803" y="66418"/>
                  </a:lnTo>
                  <a:lnTo>
                    <a:pt x="1676829" y="52936"/>
                  </a:lnTo>
                  <a:lnTo>
                    <a:pt x="1563648" y="41018"/>
                  </a:lnTo>
                  <a:lnTo>
                    <a:pt x="1452488" y="30698"/>
                  </a:lnTo>
                  <a:lnTo>
                    <a:pt x="1347111" y="22004"/>
                  </a:lnTo>
                  <a:lnTo>
                    <a:pt x="1251440" y="14941"/>
                  </a:lnTo>
                  <a:lnTo>
                    <a:pt x="1169041" y="9463"/>
                  </a:lnTo>
                  <a:lnTo>
                    <a:pt x="1102566" y="5463"/>
                  </a:lnTo>
                  <a:lnTo>
                    <a:pt x="1053273" y="2768"/>
                  </a:lnTo>
                  <a:lnTo>
                    <a:pt x="1020743" y="1145"/>
                  </a:lnTo>
                  <a:lnTo>
                    <a:pt x="1002853" y="328"/>
                  </a:lnTo>
                  <a:lnTo>
                    <a:pt x="995926" y="3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0" name="pg719"/>
            <p:cNvSpPr/>
            <p:nvPr/>
          </p:nvSpPr>
          <p:spPr>
            <a:xfrm>
              <a:off x="1199187" y="3610632"/>
              <a:ext cx="12049831" cy="2421172"/>
            </a:xfrm>
            <a:custGeom>
              <a:avLst/>
              <a:pathLst>
                <a:path w="12049831" h="2421172">
                  <a:moveTo>
                    <a:pt x="0" y="5240"/>
                  </a:moveTo>
                  <a:lnTo>
                    <a:pt x="994940" y="5240"/>
                  </a:lnTo>
                  <a:lnTo>
                    <a:pt x="996035" y="5283"/>
                  </a:lnTo>
                  <a:lnTo>
                    <a:pt x="1003268" y="5587"/>
                  </a:lnTo>
                  <a:lnTo>
                    <a:pt x="1021616" y="6427"/>
                  </a:lnTo>
                  <a:lnTo>
                    <a:pt x="1054704" y="8083"/>
                  </a:lnTo>
                  <a:lnTo>
                    <a:pt x="1104601" y="10821"/>
                  </a:lnTo>
                  <a:lnTo>
                    <a:pt x="1171662" y="14869"/>
                  </a:lnTo>
                  <a:lnTo>
                    <a:pt x="1254576" y="20401"/>
                  </a:lnTo>
                  <a:lnTo>
                    <a:pt x="1350650" y="27521"/>
                  </a:lnTo>
                  <a:lnTo>
                    <a:pt x="1456295" y="36272"/>
                  </a:lnTo>
                  <a:lnTo>
                    <a:pt x="1567587" y="46649"/>
                  </a:lnTo>
                  <a:lnTo>
                    <a:pt x="1680777" y="58621"/>
                  </a:lnTo>
                  <a:lnTo>
                    <a:pt x="1792659" y="72157"/>
                  </a:lnTo>
                  <a:lnTo>
                    <a:pt x="1900763" y="87247"/>
                  </a:lnTo>
                  <a:lnTo>
                    <a:pt x="2003394" y="103912"/>
                  </a:lnTo>
                  <a:lnTo>
                    <a:pt x="2099563" y="122222"/>
                  </a:lnTo>
                  <a:lnTo>
                    <a:pt x="2188863" y="142293"/>
                  </a:lnTo>
                  <a:lnTo>
                    <a:pt x="2271333" y="164294"/>
                  </a:lnTo>
                  <a:lnTo>
                    <a:pt x="2347325" y="188437"/>
                  </a:lnTo>
                  <a:lnTo>
                    <a:pt x="2417399" y="214982"/>
                  </a:lnTo>
                  <a:lnTo>
                    <a:pt x="2482235" y="244215"/>
                  </a:lnTo>
                  <a:lnTo>
                    <a:pt x="2542573" y="276445"/>
                  </a:lnTo>
                  <a:lnTo>
                    <a:pt x="2599166" y="311966"/>
                  </a:lnTo>
                  <a:lnTo>
                    <a:pt x="2652735" y="351019"/>
                  </a:lnTo>
                  <a:lnTo>
                    <a:pt x="2702183" y="392174"/>
                  </a:lnTo>
                  <a:lnTo>
                    <a:pt x="2749566" y="436358"/>
                  </a:lnTo>
                  <a:lnTo>
                    <a:pt x="2795710" y="483956"/>
                  </a:lnTo>
                  <a:lnTo>
                    <a:pt x="2840971" y="535036"/>
                  </a:lnTo>
                  <a:lnTo>
                    <a:pt x="2885630" y="589603"/>
                  </a:lnTo>
                  <a:lnTo>
                    <a:pt x="2929910" y="647595"/>
                  </a:lnTo>
                  <a:lnTo>
                    <a:pt x="2973981" y="708872"/>
                  </a:lnTo>
                  <a:lnTo>
                    <a:pt x="3017965" y="773216"/>
                  </a:lnTo>
                  <a:lnTo>
                    <a:pt x="3061947" y="840329"/>
                  </a:lnTo>
                  <a:lnTo>
                    <a:pt x="3105977" y="909835"/>
                  </a:lnTo>
                  <a:lnTo>
                    <a:pt x="3150076" y="981286"/>
                  </a:lnTo>
                  <a:lnTo>
                    <a:pt x="3194242" y="1054177"/>
                  </a:lnTo>
                  <a:lnTo>
                    <a:pt x="3238454" y="1127955"/>
                  </a:lnTo>
                  <a:lnTo>
                    <a:pt x="3282683" y="1202036"/>
                  </a:lnTo>
                  <a:lnTo>
                    <a:pt x="3326896" y="1275831"/>
                  </a:lnTo>
                  <a:lnTo>
                    <a:pt x="3371063" y="1348754"/>
                  </a:lnTo>
                  <a:lnTo>
                    <a:pt x="3415164" y="1420254"/>
                  </a:lnTo>
                  <a:lnTo>
                    <a:pt x="3459196" y="1489821"/>
                  </a:lnTo>
                  <a:lnTo>
                    <a:pt x="3503179" y="1557007"/>
                  </a:lnTo>
                  <a:lnTo>
                    <a:pt x="3547162" y="1621434"/>
                  </a:lnTo>
                  <a:lnTo>
                    <a:pt x="3591228" y="1682801"/>
                  </a:lnTo>
                  <a:lnTo>
                    <a:pt x="3635500" y="1740887"/>
                  </a:lnTo>
                  <a:lnTo>
                    <a:pt x="3680146" y="1795553"/>
                  </a:lnTo>
                  <a:lnTo>
                    <a:pt x="3725386" y="1846731"/>
                  </a:lnTo>
                  <a:lnTo>
                    <a:pt x="3771501" y="1894427"/>
                  </a:lnTo>
                  <a:lnTo>
                    <a:pt x="3818843" y="1938706"/>
                  </a:lnTo>
                  <a:lnTo>
                    <a:pt x="3820202" y="1939908"/>
                  </a:lnTo>
                  <a:lnTo>
                    <a:pt x="3871477" y="1982487"/>
                  </a:lnTo>
                  <a:lnTo>
                    <a:pt x="3925141" y="2021414"/>
                  </a:lnTo>
                  <a:lnTo>
                    <a:pt x="3981851" y="2056815"/>
                  </a:lnTo>
                  <a:lnTo>
                    <a:pt x="4042334" y="2088935"/>
                  </a:lnTo>
                  <a:lnTo>
                    <a:pt x="4107341" y="2118070"/>
                  </a:lnTo>
                  <a:lnTo>
                    <a:pt x="4177610" y="2144526"/>
                  </a:lnTo>
                  <a:lnTo>
                    <a:pt x="4253820" y="2168591"/>
                  </a:lnTo>
                  <a:lnTo>
                    <a:pt x="4336524" y="2190520"/>
                  </a:lnTo>
                  <a:lnTo>
                    <a:pt x="4426066" y="2210528"/>
                  </a:lnTo>
                  <a:lnTo>
                    <a:pt x="4522470" y="2228778"/>
                  </a:lnTo>
                  <a:lnTo>
                    <a:pt x="4625313" y="2245388"/>
                  </a:lnTo>
                  <a:lnTo>
                    <a:pt x="4733582" y="2260423"/>
                  </a:lnTo>
                  <a:lnTo>
                    <a:pt x="4845556" y="2273905"/>
                  </a:lnTo>
                  <a:lnTo>
                    <a:pt x="4958737" y="2285822"/>
                  </a:lnTo>
                  <a:lnTo>
                    <a:pt x="5069897" y="2296143"/>
                  </a:lnTo>
                  <a:lnTo>
                    <a:pt x="5175274" y="2304837"/>
                  </a:lnTo>
                  <a:lnTo>
                    <a:pt x="5270945" y="2311900"/>
                  </a:lnTo>
                  <a:lnTo>
                    <a:pt x="5353344" y="2317378"/>
                  </a:lnTo>
                  <a:lnTo>
                    <a:pt x="5419819" y="2321377"/>
                  </a:lnTo>
                  <a:lnTo>
                    <a:pt x="5469112" y="2324073"/>
                  </a:lnTo>
                  <a:lnTo>
                    <a:pt x="5501642" y="2325696"/>
                  </a:lnTo>
                  <a:lnTo>
                    <a:pt x="5519532" y="2326512"/>
                  </a:lnTo>
                  <a:lnTo>
                    <a:pt x="5526459" y="2326803"/>
                  </a:lnTo>
                  <a:lnTo>
                    <a:pt x="5527445" y="2326841"/>
                  </a:lnTo>
                  <a:lnTo>
                    <a:pt x="6522385" y="2326841"/>
                  </a:lnTo>
                  <a:lnTo>
                    <a:pt x="6523522" y="2326843"/>
                  </a:lnTo>
                  <a:lnTo>
                    <a:pt x="6531021" y="2326856"/>
                  </a:lnTo>
                  <a:lnTo>
                    <a:pt x="6550025" y="2326891"/>
                  </a:lnTo>
                  <a:lnTo>
                    <a:pt x="6584249" y="2326961"/>
                  </a:lnTo>
                  <a:lnTo>
                    <a:pt x="6635764" y="2327076"/>
                  </a:lnTo>
                  <a:lnTo>
                    <a:pt x="6704839" y="2327247"/>
                  </a:lnTo>
                  <a:lnTo>
                    <a:pt x="6790001" y="2327480"/>
                  </a:lnTo>
                  <a:lnTo>
                    <a:pt x="6888359" y="2327779"/>
                  </a:lnTo>
                  <a:lnTo>
                    <a:pt x="6996131" y="2328146"/>
                  </a:lnTo>
                  <a:lnTo>
                    <a:pt x="7109240" y="2328581"/>
                  </a:lnTo>
                  <a:lnTo>
                    <a:pt x="7223847" y="2329082"/>
                  </a:lnTo>
                  <a:lnTo>
                    <a:pt x="7336716" y="2329649"/>
                  </a:lnTo>
                  <a:lnTo>
                    <a:pt x="7445402" y="2330279"/>
                  </a:lnTo>
                  <a:lnTo>
                    <a:pt x="7548264" y="2330976"/>
                  </a:lnTo>
                  <a:lnTo>
                    <a:pt x="7644389" y="2331742"/>
                  </a:lnTo>
                  <a:lnTo>
                    <a:pt x="7733450" y="2332583"/>
                  </a:lnTo>
                  <a:lnTo>
                    <a:pt x="7815558" y="2333506"/>
                  </a:lnTo>
                  <a:lnTo>
                    <a:pt x="7891134" y="2334520"/>
                  </a:lnTo>
                  <a:lnTo>
                    <a:pt x="7960791" y="2335637"/>
                  </a:lnTo>
                  <a:lnTo>
                    <a:pt x="8025255" y="2336869"/>
                  </a:lnTo>
                  <a:lnTo>
                    <a:pt x="8085303" y="2338228"/>
                  </a:lnTo>
                  <a:lnTo>
                    <a:pt x="8141710" y="2339728"/>
                  </a:lnTo>
                  <a:lnTo>
                    <a:pt x="8195213" y="2341378"/>
                  </a:lnTo>
                  <a:lnTo>
                    <a:pt x="8229629" y="2342563"/>
                  </a:lnTo>
                  <a:lnTo>
                    <a:pt x="8291236" y="2344935"/>
                  </a:lnTo>
                  <a:lnTo>
                    <a:pt x="8350921" y="2347545"/>
                  </a:lnTo>
                  <a:lnTo>
                    <a:pt x="8409402" y="2350396"/>
                  </a:lnTo>
                  <a:lnTo>
                    <a:pt x="8467202" y="2353485"/>
                  </a:lnTo>
                  <a:lnTo>
                    <a:pt x="8524694" y="2356799"/>
                  </a:lnTo>
                  <a:lnTo>
                    <a:pt x="8582120" y="2360314"/>
                  </a:lnTo>
                  <a:lnTo>
                    <a:pt x="8639613" y="2364000"/>
                  </a:lnTo>
                  <a:lnTo>
                    <a:pt x="8697223" y="2367816"/>
                  </a:lnTo>
                  <a:lnTo>
                    <a:pt x="8754933" y="2371714"/>
                  </a:lnTo>
                  <a:lnTo>
                    <a:pt x="8812685" y="2375643"/>
                  </a:lnTo>
                  <a:lnTo>
                    <a:pt x="8870407" y="2379550"/>
                  </a:lnTo>
                  <a:lnTo>
                    <a:pt x="8928036" y="2383383"/>
                  </a:lnTo>
                  <a:lnTo>
                    <a:pt x="8985548" y="2387093"/>
                  </a:lnTo>
                  <a:lnTo>
                    <a:pt x="9042978" y="2390640"/>
                  </a:lnTo>
                  <a:lnTo>
                    <a:pt x="9100445" y="2393989"/>
                  </a:lnTo>
                  <a:lnTo>
                    <a:pt x="9158172" y="2397117"/>
                  </a:lnTo>
                  <a:lnTo>
                    <a:pt x="9216507" y="2400009"/>
                  </a:lnTo>
                  <a:lnTo>
                    <a:pt x="9275947" y="2402659"/>
                  </a:lnTo>
                  <a:lnTo>
                    <a:pt x="9337172" y="2405070"/>
                  </a:lnTo>
                  <a:lnTo>
                    <a:pt x="9347647" y="2405451"/>
                  </a:lnTo>
                  <a:lnTo>
                    <a:pt x="9399582" y="2407201"/>
                  </a:lnTo>
                  <a:lnTo>
                    <a:pt x="9453973" y="2408800"/>
                  </a:lnTo>
                  <a:lnTo>
                    <a:pt x="9511507" y="2410252"/>
                  </a:lnTo>
                  <a:lnTo>
                    <a:pt x="9572937" y="2411568"/>
                  </a:lnTo>
                  <a:lnTo>
                    <a:pt x="9639044" y="2412760"/>
                  </a:lnTo>
                  <a:lnTo>
                    <a:pt x="9710593" y="2413842"/>
                  </a:lnTo>
                  <a:lnTo>
                    <a:pt x="9788282" y="2414824"/>
                  </a:lnTo>
                  <a:lnTo>
                    <a:pt x="9872669" y="2415719"/>
                  </a:lnTo>
                  <a:lnTo>
                    <a:pt x="9964085" y="2416534"/>
                  </a:lnTo>
                  <a:lnTo>
                    <a:pt x="10062514" y="2417276"/>
                  </a:lnTo>
                  <a:lnTo>
                    <a:pt x="10167448" y="2417951"/>
                  </a:lnTo>
                  <a:lnTo>
                    <a:pt x="10277746" y="2418560"/>
                  </a:lnTo>
                  <a:lnTo>
                    <a:pt x="10391506" y="2419105"/>
                  </a:lnTo>
                  <a:lnTo>
                    <a:pt x="10506009" y="2419584"/>
                  </a:lnTo>
                  <a:lnTo>
                    <a:pt x="10617790" y="2419997"/>
                  </a:lnTo>
                  <a:lnTo>
                    <a:pt x="10722880" y="2420341"/>
                  </a:lnTo>
                  <a:lnTo>
                    <a:pt x="10817237" y="2420618"/>
                  </a:lnTo>
                  <a:lnTo>
                    <a:pt x="10897307" y="2420830"/>
                  </a:lnTo>
                  <a:lnTo>
                    <a:pt x="10960623" y="2420981"/>
                  </a:lnTo>
                  <a:lnTo>
                    <a:pt x="11006266" y="2421080"/>
                  </a:lnTo>
                  <a:lnTo>
                    <a:pt x="11035112" y="2421137"/>
                  </a:lnTo>
                  <a:lnTo>
                    <a:pt x="11049801" y="2421164"/>
                  </a:lnTo>
                  <a:lnTo>
                    <a:pt x="11054547" y="2421172"/>
                  </a:lnTo>
                  <a:lnTo>
                    <a:pt x="11054891" y="2421172"/>
                  </a:lnTo>
                  <a:lnTo>
                    <a:pt x="12049831" y="2421172"/>
                  </a:lnTo>
                  <a:lnTo>
                    <a:pt x="12049831" y="2415932"/>
                  </a:lnTo>
                  <a:lnTo>
                    <a:pt x="11054891" y="2415932"/>
                  </a:lnTo>
                  <a:lnTo>
                    <a:pt x="11053755" y="2415930"/>
                  </a:lnTo>
                  <a:lnTo>
                    <a:pt x="11046256" y="2415917"/>
                  </a:lnTo>
                  <a:lnTo>
                    <a:pt x="11027252" y="2415882"/>
                  </a:lnTo>
                  <a:lnTo>
                    <a:pt x="10993028" y="2415812"/>
                  </a:lnTo>
                  <a:lnTo>
                    <a:pt x="10941512" y="2415696"/>
                  </a:lnTo>
                  <a:lnTo>
                    <a:pt x="10872437" y="2415526"/>
                  </a:lnTo>
                  <a:lnTo>
                    <a:pt x="10787275" y="2415293"/>
                  </a:lnTo>
                  <a:lnTo>
                    <a:pt x="10688917" y="2414994"/>
                  </a:lnTo>
                  <a:lnTo>
                    <a:pt x="10581145" y="2414627"/>
                  </a:lnTo>
                  <a:lnTo>
                    <a:pt x="10468036" y="2414192"/>
                  </a:lnTo>
                  <a:lnTo>
                    <a:pt x="10353430" y="2413691"/>
                  </a:lnTo>
                  <a:lnTo>
                    <a:pt x="10240560" y="2413124"/>
                  </a:lnTo>
                  <a:lnTo>
                    <a:pt x="10131875" y="2412493"/>
                  </a:lnTo>
                  <a:lnTo>
                    <a:pt x="10029012" y="2411797"/>
                  </a:lnTo>
                  <a:lnTo>
                    <a:pt x="9932887" y="2411030"/>
                  </a:lnTo>
                  <a:lnTo>
                    <a:pt x="9843827" y="2410190"/>
                  </a:lnTo>
                  <a:lnTo>
                    <a:pt x="9761718" y="2409267"/>
                  </a:lnTo>
                  <a:lnTo>
                    <a:pt x="9686143" y="2408253"/>
                  </a:lnTo>
                  <a:lnTo>
                    <a:pt x="9616486" y="2407136"/>
                  </a:lnTo>
                  <a:lnTo>
                    <a:pt x="9552021" y="2405904"/>
                  </a:lnTo>
                  <a:lnTo>
                    <a:pt x="9491973" y="2404544"/>
                  </a:lnTo>
                  <a:lnTo>
                    <a:pt x="9435566" y="2403044"/>
                  </a:lnTo>
                  <a:lnTo>
                    <a:pt x="9382064" y="2401395"/>
                  </a:lnTo>
                  <a:lnTo>
                    <a:pt x="9347647" y="2400210"/>
                  </a:lnTo>
                  <a:lnTo>
                    <a:pt x="9286041" y="2397838"/>
                  </a:lnTo>
                  <a:lnTo>
                    <a:pt x="9226355" y="2395228"/>
                  </a:lnTo>
                  <a:lnTo>
                    <a:pt x="9167875" y="2392377"/>
                  </a:lnTo>
                  <a:lnTo>
                    <a:pt x="9110074" y="2389287"/>
                  </a:lnTo>
                  <a:lnTo>
                    <a:pt x="9052582" y="2385974"/>
                  </a:lnTo>
                  <a:lnTo>
                    <a:pt x="8995157" y="2382458"/>
                  </a:lnTo>
                  <a:lnTo>
                    <a:pt x="8937663" y="2378773"/>
                  </a:lnTo>
                  <a:lnTo>
                    <a:pt x="8880053" y="2374957"/>
                  </a:lnTo>
                  <a:lnTo>
                    <a:pt x="8822343" y="2371059"/>
                  </a:lnTo>
                  <a:lnTo>
                    <a:pt x="8764591" y="2367130"/>
                  </a:lnTo>
                  <a:lnTo>
                    <a:pt x="8706870" y="2363222"/>
                  </a:lnTo>
                  <a:lnTo>
                    <a:pt x="8649240" y="2359390"/>
                  </a:lnTo>
                  <a:lnTo>
                    <a:pt x="8591729" y="2355679"/>
                  </a:lnTo>
                  <a:lnTo>
                    <a:pt x="8534299" y="2352133"/>
                  </a:lnTo>
                  <a:lnTo>
                    <a:pt x="8476832" y="2348784"/>
                  </a:lnTo>
                  <a:lnTo>
                    <a:pt x="8419105" y="2345656"/>
                  </a:lnTo>
                  <a:lnTo>
                    <a:pt x="8360770" y="2342764"/>
                  </a:lnTo>
                  <a:lnTo>
                    <a:pt x="8301330" y="2340114"/>
                  </a:lnTo>
                  <a:lnTo>
                    <a:pt x="8240104" y="2337703"/>
                  </a:lnTo>
                  <a:lnTo>
                    <a:pt x="8229629" y="2337322"/>
                  </a:lnTo>
                  <a:lnTo>
                    <a:pt x="8177695" y="2335571"/>
                  </a:lnTo>
                  <a:lnTo>
                    <a:pt x="8123304" y="2333973"/>
                  </a:lnTo>
                  <a:lnTo>
                    <a:pt x="8065770" y="2332520"/>
                  </a:lnTo>
                  <a:lnTo>
                    <a:pt x="8004340" y="2331205"/>
                  </a:lnTo>
                  <a:lnTo>
                    <a:pt x="7938232" y="2330012"/>
                  </a:lnTo>
                  <a:lnTo>
                    <a:pt x="7866683" y="2328931"/>
                  </a:lnTo>
                  <a:lnTo>
                    <a:pt x="7788995" y="2327949"/>
                  </a:lnTo>
                  <a:lnTo>
                    <a:pt x="7704608" y="2327054"/>
                  </a:lnTo>
                  <a:lnTo>
                    <a:pt x="7613191" y="2326239"/>
                  </a:lnTo>
                  <a:lnTo>
                    <a:pt x="7514763" y="2325496"/>
                  </a:lnTo>
                  <a:lnTo>
                    <a:pt x="7409828" y="2324822"/>
                  </a:lnTo>
                  <a:lnTo>
                    <a:pt x="7299530" y="2324212"/>
                  </a:lnTo>
                  <a:lnTo>
                    <a:pt x="7185770" y="2323668"/>
                  </a:lnTo>
                  <a:lnTo>
                    <a:pt x="7071268" y="2323188"/>
                  </a:lnTo>
                  <a:lnTo>
                    <a:pt x="6959487" y="2322776"/>
                  </a:lnTo>
                  <a:lnTo>
                    <a:pt x="6854397" y="2322431"/>
                  </a:lnTo>
                  <a:lnTo>
                    <a:pt x="6760040" y="2322155"/>
                  </a:lnTo>
                  <a:lnTo>
                    <a:pt x="6679969" y="2321943"/>
                  </a:lnTo>
                  <a:lnTo>
                    <a:pt x="6616654" y="2321792"/>
                  </a:lnTo>
                  <a:lnTo>
                    <a:pt x="6571011" y="2321693"/>
                  </a:lnTo>
                  <a:lnTo>
                    <a:pt x="6542165" y="2321635"/>
                  </a:lnTo>
                  <a:lnTo>
                    <a:pt x="6527475" y="2321609"/>
                  </a:lnTo>
                  <a:lnTo>
                    <a:pt x="6522729" y="2321601"/>
                  </a:lnTo>
                  <a:lnTo>
                    <a:pt x="6522385" y="2321600"/>
                  </a:lnTo>
                  <a:lnTo>
                    <a:pt x="5527445" y="2321600"/>
                  </a:lnTo>
                  <a:lnTo>
                    <a:pt x="5526350" y="2321558"/>
                  </a:lnTo>
                  <a:lnTo>
                    <a:pt x="5519117" y="2321254"/>
                  </a:lnTo>
                  <a:lnTo>
                    <a:pt x="5500769" y="2320414"/>
                  </a:lnTo>
                  <a:lnTo>
                    <a:pt x="5467681" y="2318758"/>
                  </a:lnTo>
                  <a:lnTo>
                    <a:pt x="5417784" y="2316020"/>
                  </a:lnTo>
                  <a:lnTo>
                    <a:pt x="5350723" y="2311971"/>
                  </a:lnTo>
                  <a:lnTo>
                    <a:pt x="5267809" y="2306440"/>
                  </a:lnTo>
                  <a:lnTo>
                    <a:pt x="5171735" y="2299320"/>
                  </a:lnTo>
                  <a:lnTo>
                    <a:pt x="5066090" y="2290569"/>
                  </a:lnTo>
                  <a:lnTo>
                    <a:pt x="4954798" y="2280192"/>
                  </a:lnTo>
                  <a:lnTo>
                    <a:pt x="4841608" y="2268220"/>
                  </a:lnTo>
                  <a:lnTo>
                    <a:pt x="4729726" y="2254683"/>
                  </a:lnTo>
                  <a:lnTo>
                    <a:pt x="4621622" y="2239594"/>
                  </a:lnTo>
                  <a:lnTo>
                    <a:pt x="4518991" y="2222928"/>
                  </a:lnTo>
                  <a:lnTo>
                    <a:pt x="4422822" y="2204619"/>
                  </a:lnTo>
                  <a:lnTo>
                    <a:pt x="4333522" y="2184547"/>
                  </a:lnTo>
                  <a:lnTo>
                    <a:pt x="4251052" y="2162547"/>
                  </a:lnTo>
                  <a:lnTo>
                    <a:pt x="4175060" y="2138403"/>
                  </a:lnTo>
                  <a:lnTo>
                    <a:pt x="4104986" y="2111859"/>
                  </a:lnTo>
                  <a:lnTo>
                    <a:pt x="4040150" y="2082625"/>
                  </a:lnTo>
                  <a:lnTo>
                    <a:pt x="3979812" y="2050395"/>
                  </a:lnTo>
                  <a:lnTo>
                    <a:pt x="3923219" y="2014875"/>
                  </a:lnTo>
                  <a:lnTo>
                    <a:pt x="3869650" y="1975821"/>
                  </a:lnTo>
                  <a:lnTo>
                    <a:pt x="3820202" y="1934667"/>
                  </a:lnTo>
                  <a:lnTo>
                    <a:pt x="3772819" y="1890482"/>
                  </a:lnTo>
                  <a:lnTo>
                    <a:pt x="3726675" y="1842885"/>
                  </a:lnTo>
                  <a:lnTo>
                    <a:pt x="3681414" y="1791805"/>
                  </a:lnTo>
                  <a:lnTo>
                    <a:pt x="3636755" y="1737237"/>
                  </a:lnTo>
                  <a:lnTo>
                    <a:pt x="3592475" y="1679246"/>
                  </a:lnTo>
                  <a:lnTo>
                    <a:pt x="3548404" y="1617968"/>
                  </a:lnTo>
                  <a:lnTo>
                    <a:pt x="3504420" y="1553624"/>
                  </a:lnTo>
                  <a:lnTo>
                    <a:pt x="3460438" y="1486512"/>
                  </a:lnTo>
                  <a:lnTo>
                    <a:pt x="3416408" y="1417006"/>
                  </a:lnTo>
                  <a:lnTo>
                    <a:pt x="3372309" y="1345554"/>
                  </a:lnTo>
                  <a:lnTo>
                    <a:pt x="3328143" y="1272663"/>
                  </a:lnTo>
                  <a:lnTo>
                    <a:pt x="3283931" y="1198886"/>
                  </a:lnTo>
                  <a:lnTo>
                    <a:pt x="3239702" y="1124804"/>
                  </a:lnTo>
                  <a:lnTo>
                    <a:pt x="3195489" y="1051010"/>
                  </a:lnTo>
                  <a:lnTo>
                    <a:pt x="3151322" y="978086"/>
                  </a:lnTo>
                  <a:lnTo>
                    <a:pt x="3107221" y="906587"/>
                  </a:lnTo>
                  <a:lnTo>
                    <a:pt x="3063189" y="837020"/>
                  </a:lnTo>
                  <a:lnTo>
                    <a:pt x="3019206" y="769834"/>
                  </a:lnTo>
                  <a:lnTo>
                    <a:pt x="2975223" y="705407"/>
                  </a:lnTo>
                  <a:lnTo>
                    <a:pt x="2931157" y="644040"/>
                  </a:lnTo>
                  <a:lnTo>
                    <a:pt x="2886885" y="585953"/>
                  </a:lnTo>
                  <a:lnTo>
                    <a:pt x="2842239" y="531288"/>
                  </a:lnTo>
                  <a:lnTo>
                    <a:pt x="2796999" y="480109"/>
                  </a:lnTo>
                  <a:lnTo>
                    <a:pt x="2750884" y="432414"/>
                  </a:lnTo>
                  <a:lnTo>
                    <a:pt x="2703542" y="388135"/>
                  </a:lnTo>
                  <a:lnTo>
                    <a:pt x="2702183" y="386933"/>
                  </a:lnTo>
                  <a:lnTo>
                    <a:pt x="2650908" y="344353"/>
                  </a:lnTo>
                  <a:lnTo>
                    <a:pt x="2597244" y="305426"/>
                  </a:lnTo>
                  <a:lnTo>
                    <a:pt x="2540533" y="270025"/>
                  </a:lnTo>
                  <a:lnTo>
                    <a:pt x="2480051" y="237905"/>
                  </a:lnTo>
                  <a:lnTo>
                    <a:pt x="2415044" y="208770"/>
                  </a:lnTo>
                  <a:lnTo>
                    <a:pt x="2344775" y="182315"/>
                  </a:lnTo>
                  <a:lnTo>
                    <a:pt x="2268565" y="158250"/>
                  </a:lnTo>
                  <a:lnTo>
                    <a:pt x="2185861" y="136320"/>
                  </a:lnTo>
                  <a:lnTo>
                    <a:pt x="2096319" y="116313"/>
                  </a:lnTo>
                  <a:lnTo>
                    <a:pt x="1999915" y="98062"/>
                  </a:lnTo>
                  <a:lnTo>
                    <a:pt x="1897072" y="81453"/>
                  </a:lnTo>
                  <a:lnTo>
                    <a:pt x="1788803" y="66418"/>
                  </a:lnTo>
                  <a:lnTo>
                    <a:pt x="1676829" y="52936"/>
                  </a:lnTo>
                  <a:lnTo>
                    <a:pt x="1563648" y="41018"/>
                  </a:lnTo>
                  <a:lnTo>
                    <a:pt x="1452488" y="30698"/>
                  </a:lnTo>
                  <a:lnTo>
                    <a:pt x="1347111" y="22004"/>
                  </a:lnTo>
                  <a:lnTo>
                    <a:pt x="1251440" y="14941"/>
                  </a:lnTo>
                  <a:lnTo>
                    <a:pt x="1169041" y="9463"/>
                  </a:lnTo>
                  <a:lnTo>
                    <a:pt x="1102566" y="5463"/>
                  </a:lnTo>
                  <a:lnTo>
                    <a:pt x="1053273" y="2768"/>
                  </a:lnTo>
                  <a:lnTo>
                    <a:pt x="1020743" y="1145"/>
                  </a:lnTo>
                  <a:lnTo>
                    <a:pt x="1002853" y="328"/>
                  </a:lnTo>
                  <a:lnTo>
                    <a:pt x="995926" y="3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21" name="pl720"/>
            <p:cNvSpPr/>
            <p:nvPr/>
          </p:nvSpPr>
          <p:spPr>
            <a:xfrm>
              <a:off x="1199187" y="3615872"/>
              <a:ext cx="12049831" cy="2415932"/>
            </a:xfrm>
            <a:custGeom>
              <a:avLst/>
              <a:pathLst>
                <a:path w="12049831" h="2415932">
                  <a:moveTo>
                    <a:pt x="0" y="0"/>
                  </a:moveTo>
                  <a:lnTo>
                    <a:pt x="994940" y="0"/>
                  </a:lnTo>
                  <a:lnTo>
                    <a:pt x="996035" y="42"/>
                  </a:lnTo>
                  <a:lnTo>
                    <a:pt x="1003268" y="346"/>
                  </a:lnTo>
                  <a:lnTo>
                    <a:pt x="1021616" y="1186"/>
                  </a:lnTo>
                  <a:lnTo>
                    <a:pt x="1054704" y="2842"/>
                  </a:lnTo>
                  <a:lnTo>
                    <a:pt x="1104601" y="5580"/>
                  </a:lnTo>
                  <a:lnTo>
                    <a:pt x="1171662" y="9629"/>
                  </a:lnTo>
                  <a:lnTo>
                    <a:pt x="1254576" y="15160"/>
                  </a:lnTo>
                  <a:lnTo>
                    <a:pt x="1350650" y="22280"/>
                  </a:lnTo>
                  <a:lnTo>
                    <a:pt x="1456295" y="31031"/>
                  </a:lnTo>
                  <a:lnTo>
                    <a:pt x="1567587" y="41408"/>
                  </a:lnTo>
                  <a:lnTo>
                    <a:pt x="1680777" y="53380"/>
                  </a:lnTo>
                  <a:lnTo>
                    <a:pt x="1792659" y="66917"/>
                  </a:lnTo>
                  <a:lnTo>
                    <a:pt x="1900763" y="82006"/>
                  </a:lnTo>
                  <a:lnTo>
                    <a:pt x="2003394" y="98671"/>
                  </a:lnTo>
                  <a:lnTo>
                    <a:pt x="2099563" y="116981"/>
                  </a:lnTo>
                  <a:lnTo>
                    <a:pt x="2188863" y="137053"/>
                  </a:lnTo>
                  <a:lnTo>
                    <a:pt x="2271333" y="159053"/>
                  </a:lnTo>
                  <a:lnTo>
                    <a:pt x="2347325" y="183197"/>
                  </a:lnTo>
                  <a:lnTo>
                    <a:pt x="2417399" y="209741"/>
                  </a:lnTo>
                  <a:lnTo>
                    <a:pt x="2482235" y="238975"/>
                  </a:lnTo>
                  <a:lnTo>
                    <a:pt x="2542573" y="271204"/>
                  </a:lnTo>
                  <a:lnTo>
                    <a:pt x="2599166" y="306725"/>
                  </a:lnTo>
                  <a:lnTo>
                    <a:pt x="2652735" y="345778"/>
                  </a:lnTo>
                  <a:lnTo>
                    <a:pt x="2702183" y="386933"/>
                  </a:lnTo>
                  <a:lnTo>
                    <a:pt x="2749566" y="431118"/>
                  </a:lnTo>
                  <a:lnTo>
                    <a:pt x="2795710" y="478715"/>
                  </a:lnTo>
                  <a:lnTo>
                    <a:pt x="2840971" y="529795"/>
                  </a:lnTo>
                  <a:lnTo>
                    <a:pt x="2885630" y="584362"/>
                  </a:lnTo>
                  <a:lnTo>
                    <a:pt x="2929910" y="642354"/>
                  </a:lnTo>
                  <a:lnTo>
                    <a:pt x="2973981" y="703631"/>
                  </a:lnTo>
                  <a:lnTo>
                    <a:pt x="3017965" y="767976"/>
                  </a:lnTo>
                  <a:lnTo>
                    <a:pt x="3061947" y="835088"/>
                  </a:lnTo>
                  <a:lnTo>
                    <a:pt x="3105977" y="904594"/>
                  </a:lnTo>
                  <a:lnTo>
                    <a:pt x="3150076" y="976046"/>
                  </a:lnTo>
                  <a:lnTo>
                    <a:pt x="3194242" y="1048937"/>
                  </a:lnTo>
                  <a:lnTo>
                    <a:pt x="3238454" y="1122714"/>
                  </a:lnTo>
                  <a:lnTo>
                    <a:pt x="3282683" y="1196796"/>
                  </a:lnTo>
                  <a:lnTo>
                    <a:pt x="3326896" y="1270590"/>
                  </a:lnTo>
                  <a:lnTo>
                    <a:pt x="3371063" y="1343514"/>
                  </a:lnTo>
                  <a:lnTo>
                    <a:pt x="3415164" y="1415013"/>
                  </a:lnTo>
                  <a:lnTo>
                    <a:pt x="3459196" y="1484580"/>
                  </a:lnTo>
                  <a:lnTo>
                    <a:pt x="3503179" y="1551766"/>
                  </a:lnTo>
                  <a:lnTo>
                    <a:pt x="3547162" y="1616193"/>
                  </a:lnTo>
                  <a:lnTo>
                    <a:pt x="3591228" y="1677560"/>
                  </a:lnTo>
                  <a:lnTo>
                    <a:pt x="3635500" y="1735647"/>
                  </a:lnTo>
                  <a:lnTo>
                    <a:pt x="3680146" y="1790312"/>
                  </a:lnTo>
                  <a:lnTo>
                    <a:pt x="3725386" y="1841490"/>
                  </a:lnTo>
                  <a:lnTo>
                    <a:pt x="3771501" y="1889186"/>
                  </a:lnTo>
                  <a:lnTo>
                    <a:pt x="3818843" y="1933465"/>
                  </a:lnTo>
                  <a:lnTo>
                    <a:pt x="3820202" y="1934667"/>
                  </a:lnTo>
                  <a:lnTo>
                    <a:pt x="3871477" y="1977247"/>
                  </a:lnTo>
                  <a:lnTo>
                    <a:pt x="3925141" y="2016174"/>
                  </a:lnTo>
                  <a:lnTo>
                    <a:pt x="3981851" y="2051575"/>
                  </a:lnTo>
                  <a:lnTo>
                    <a:pt x="4042334" y="2083695"/>
                  </a:lnTo>
                  <a:lnTo>
                    <a:pt x="4107341" y="2112830"/>
                  </a:lnTo>
                  <a:lnTo>
                    <a:pt x="4177610" y="2139285"/>
                  </a:lnTo>
                  <a:lnTo>
                    <a:pt x="4253820" y="2163350"/>
                  </a:lnTo>
                  <a:lnTo>
                    <a:pt x="4336524" y="2185279"/>
                  </a:lnTo>
                  <a:lnTo>
                    <a:pt x="4426066" y="2205287"/>
                  </a:lnTo>
                  <a:lnTo>
                    <a:pt x="4522470" y="2223538"/>
                  </a:lnTo>
                  <a:lnTo>
                    <a:pt x="4625313" y="2240147"/>
                  </a:lnTo>
                  <a:lnTo>
                    <a:pt x="4733582" y="2255182"/>
                  </a:lnTo>
                  <a:lnTo>
                    <a:pt x="4845556" y="2268664"/>
                  </a:lnTo>
                  <a:lnTo>
                    <a:pt x="4958737" y="2280582"/>
                  </a:lnTo>
                  <a:lnTo>
                    <a:pt x="5069897" y="2290902"/>
                  </a:lnTo>
                  <a:lnTo>
                    <a:pt x="5175274" y="2299596"/>
                  </a:lnTo>
                  <a:lnTo>
                    <a:pt x="5270945" y="2306659"/>
                  </a:lnTo>
                  <a:lnTo>
                    <a:pt x="5353344" y="2312137"/>
                  </a:lnTo>
                  <a:lnTo>
                    <a:pt x="5419819" y="2316136"/>
                  </a:lnTo>
                  <a:lnTo>
                    <a:pt x="5469112" y="2318832"/>
                  </a:lnTo>
                  <a:lnTo>
                    <a:pt x="5501642" y="2320455"/>
                  </a:lnTo>
                  <a:lnTo>
                    <a:pt x="5519532" y="2321272"/>
                  </a:lnTo>
                  <a:lnTo>
                    <a:pt x="5526459" y="2321562"/>
                  </a:lnTo>
                  <a:lnTo>
                    <a:pt x="5527445" y="2321600"/>
                  </a:lnTo>
                  <a:lnTo>
                    <a:pt x="6522385" y="2321600"/>
                  </a:lnTo>
                  <a:lnTo>
                    <a:pt x="6523522" y="2321602"/>
                  </a:lnTo>
                  <a:lnTo>
                    <a:pt x="6531021" y="2321615"/>
                  </a:lnTo>
                  <a:lnTo>
                    <a:pt x="6550025" y="2321650"/>
                  </a:lnTo>
                  <a:lnTo>
                    <a:pt x="6584249" y="2321720"/>
                  </a:lnTo>
                  <a:lnTo>
                    <a:pt x="6635764" y="2321836"/>
                  </a:lnTo>
                  <a:lnTo>
                    <a:pt x="6704839" y="2322006"/>
                  </a:lnTo>
                  <a:lnTo>
                    <a:pt x="6790001" y="2322239"/>
                  </a:lnTo>
                  <a:lnTo>
                    <a:pt x="6888359" y="2322538"/>
                  </a:lnTo>
                  <a:lnTo>
                    <a:pt x="6996131" y="2322906"/>
                  </a:lnTo>
                  <a:lnTo>
                    <a:pt x="7109240" y="2323341"/>
                  </a:lnTo>
                  <a:lnTo>
                    <a:pt x="7223847" y="2323842"/>
                  </a:lnTo>
                  <a:lnTo>
                    <a:pt x="7336716" y="2324408"/>
                  </a:lnTo>
                  <a:lnTo>
                    <a:pt x="7445402" y="2325039"/>
                  </a:lnTo>
                  <a:lnTo>
                    <a:pt x="7548264" y="2325736"/>
                  </a:lnTo>
                  <a:lnTo>
                    <a:pt x="7644389" y="2326502"/>
                  </a:lnTo>
                  <a:lnTo>
                    <a:pt x="7733450" y="2327343"/>
                  </a:lnTo>
                  <a:lnTo>
                    <a:pt x="7815558" y="2328265"/>
                  </a:lnTo>
                  <a:lnTo>
                    <a:pt x="7891134" y="2329279"/>
                  </a:lnTo>
                  <a:lnTo>
                    <a:pt x="7960791" y="2330396"/>
                  </a:lnTo>
                  <a:lnTo>
                    <a:pt x="8025255" y="2331628"/>
                  </a:lnTo>
                  <a:lnTo>
                    <a:pt x="8085303" y="2332988"/>
                  </a:lnTo>
                  <a:lnTo>
                    <a:pt x="8141710" y="2334488"/>
                  </a:lnTo>
                  <a:lnTo>
                    <a:pt x="8195213" y="2336137"/>
                  </a:lnTo>
                  <a:lnTo>
                    <a:pt x="8229629" y="2337322"/>
                  </a:lnTo>
                  <a:lnTo>
                    <a:pt x="8291236" y="2339694"/>
                  </a:lnTo>
                  <a:lnTo>
                    <a:pt x="8350921" y="2342304"/>
                  </a:lnTo>
                  <a:lnTo>
                    <a:pt x="8409402" y="2345156"/>
                  </a:lnTo>
                  <a:lnTo>
                    <a:pt x="8467202" y="2348245"/>
                  </a:lnTo>
                  <a:lnTo>
                    <a:pt x="8524694" y="2351558"/>
                  </a:lnTo>
                  <a:lnTo>
                    <a:pt x="8582120" y="2355074"/>
                  </a:lnTo>
                  <a:lnTo>
                    <a:pt x="8639613" y="2358759"/>
                  </a:lnTo>
                  <a:lnTo>
                    <a:pt x="8697223" y="2362575"/>
                  </a:lnTo>
                  <a:lnTo>
                    <a:pt x="8754933" y="2366473"/>
                  </a:lnTo>
                  <a:lnTo>
                    <a:pt x="8812685" y="2370403"/>
                  </a:lnTo>
                  <a:lnTo>
                    <a:pt x="8870407" y="2374310"/>
                  </a:lnTo>
                  <a:lnTo>
                    <a:pt x="8928036" y="2378143"/>
                  </a:lnTo>
                  <a:lnTo>
                    <a:pt x="8985548" y="2381853"/>
                  </a:lnTo>
                  <a:lnTo>
                    <a:pt x="9042978" y="2385399"/>
                  </a:lnTo>
                  <a:lnTo>
                    <a:pt x="9100445" y="2388748"/>
                  </a:lnTo>
                  <a:lnTo>
                    <a:pt x="9158172" y="2391876"/>
                  </a:lnTo>
                  <a:lnTo>
                    <a:pt x="9216507" y="2394768"/>
                  </a:lnTo>
                  <a:lnTo>
                    <a:pt x="9275947" y="2397418"/>
                  </a:lnTo>
                  <a:lnTo>
                    <a:pt x="9337172" y="2399829"/>
                  </a:lnTo>
                  <a:lnTo>
                    <a:pt x="9347647" y="2400210"/>
                  </a:lnTo>
                  <a:lnTo>
                    <a:pt x="9399582" y="2401961"/>
                  </a:lnTo>
                  <a:lnTo>
                    <a:pt x="9453973" y="2403560"/>
                  </a:lnTo>
                  <a:lnTo>
                    <a:pt x="9511507" y="2405012"/>
                  </a:lnTo>
                  <a:lnTo>
                    <a:pt x="9572937" y="2406328"/>
                  </a:lnTo>
                  <a:lnTo>
                    <a:pt x="9639044" y="2407520"/>
                  </a:lnTo>
                  <a:lnTo>
                    <a:pt x="9710593" y="2408601"/>
                  </a:lnTo>
                  <a:lnTo>
                    <a:pt x="9788282" y="2409584"/>
                  </a:lnTo>
                  <a:lnTo>
                    <a:pt x="9872669" y="2410478"/>
                  </a:lnTo>
                  <a:lnTo>
                    <a:pt x="9964085" y="2411293"/>
                  </a:lnTo>
                  <a:lnTo>
                    <a:pt x="10062514" y="2412036"/>
                  </a:lnTo>
                  <a:lnTo>
                    <a:pt x="10167448" y="2412711"/>
                  </a:lnTo>
                  <a:lnTo>
                    <a:pt x="10277746" y="2413320"/>
                  </a:lnTo>
                  <a:lnTo>
                    <a:pt x="10391506" y="2413864"/>
                  </a:lnTo>
                  <a:lnTo>
                    <a:pt x="10506009" y="2414344"/>
                  </a:lnTo>
                  <a:lnTo>
                    <a:pt x="10617790" y="2414756"/>
                  </a:lnTo>
                  <a:lnTo>
                    <a:pt x="10722880" y="2415101"/>
                  </a:lnTo>
                  <a:lnTo>
                    <a:pt x="10817237" y="2415378"/>
                  </a:lnTo>
                  <a:lnTo>
                    <a:pt x="10897307" y="2415589"/>
                  </a:lnTo>
                  <a:lnTo>
                    <a:pt x="10960623" y="2415740"/>
                  </a:lnTo>
                  <a:lnTo>
                    <a:pt x="11006266" y="2415840"/>
                  </a:lnTo>
                  <a:lnTo>
                    <a:pt x="11035112" y="2415897"/>
                  </a:lnTo>
                  <a:lnTo>
                    <a:pt x="11049801" y="2415923"/>
                  </a:lnTo>
                  <a:lnTo>
                    <a:pt x="11054547" y="2415931"/>
                  </a:lnTo>
                  <a:lnTo>
                    <a:pt x="11054891" y="2415932"/>
                  </a:lnTo>
                  <a:lnTo>
                    <a:pt x="12049831" y="2415932"/>
                  </a:lnTo>
                  <a:lnTo>
                    <a:pt x="12049831" y="24159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2" name="pl721"/>
            <p:cNvSpPr/>
            <p:nvPr/>
          </p:nvSpPr>
          <p:spPr>
            <a:xfrm>
              <a:off x="1199187" y="3610632"/>
              <a:ext cx="12049831" cy="2415932"/>
            </a:xfrm>
            <a:custGeom>
              <a:avLst/>
              <a:pathLst>
                <a:path w="12049831" h="2415932">
                  <a:moveTo>
                    <a:pt x="12049831" y="2415932"/>
                  </a:moveTo>
                  <a:lnTo>
                    <a:pt x="11054891" y="2415932"/>
                  </a:lnTo>
                  <a:lnTo>
                    <a:pt x="11053755" y="2415930"/>
                  </a:lnTo>
                  <a:lnTo>
                    <a:pt x="11046256" y="2415917"/>
                  </a:lnTo>
                  <a:lnTo>
                    <a:pt x="11027252" y="2415882"/>
                  </a:lnTo>
                  <a:lnTo>
                    <a:pt x="10993028" y="2415812"/>
                  </a:lnTo>
                  <a:lnTo>
                    <a:pt x="10941512" y="2415696"/>
                  </a:lnTo>
                  <a:lnTo>
                    <a:pt x="10872437" y="2415526"/>
                  </a:lnTo>
                  <a:lnTo>
                    <a:pt x="10787275" y="2415293"/>
                  </a:lnTo>
                  <a:lnTo>
                    <a:pt x="10688917" y="2414994"/>
                  </a:lnTo>
                  <a:lnTo>
                    <a:pt x="10581145" y="2414627"/>
                  </a:lnTo>
                  <a:lnTo>
                    <a:pt x="10468036" y="2414192"/>
                  </a:lnTo>
                  <a:lnTo>
                    <a:pt x="10353430" y="2413691"/>
                  </a:lnTo>
                  <a:lnTo>
                    <a:pt x="10240560" y="2413124"/>
                  </a:lnTo>
                  <a:lnTo>
                    <a:pt x="10131875" y="2412493"/>
                  </a:lnTo>
                  <a:lnTo>
                    <a:pt x="10029012" y="2411797"/>
                  </a:lnTo>
                  <a:lnTo>
                    <a:pt x="9932887" y="2411030"/>
                  </a:lnTo>
                  <a:lnTo>
                    <a:pt x="9843827" y="2410190"/>
                  </a:lnTo>
                  <a:lnTo>
                    <a:pt x="9761718" y="2409267"/>
                  </a:lnTo>
                  <a:lnTo>
                    <a:pt x="9686143" y="2408253"/>
                  </a:lnTo>
                  <a:lnTo>
                    <a:pt x="9616486" y="2407136"/>
                  </a:lnTo>
                  <a:lnTo>
                    <a:pt x="9552021" y="2405904"/>
                  </a:lnTo>
                  <a:lnTo>
                    <a:pt x="9491973" y="2404544"/>
                  </a:lnTo>
                  <a:lnTo>
                    <a:pt x="9435566" y="2403044"/>
                  </a:lnTo>
                  <a:lnTo>
                    <a:pt x="9382064" y="2401395"/>
                  </a:lnTo>
                  <a:lnTo>
                    <a:pt x="9347647" y="2400210"/>
                  </a:lnTo>
                  <a:lnTo>
                    <a:pt x="9286041" y="2397838"/>
                  </a:lnTo>
                  <a:lnTo>
                    <a:pt x="9226355" y="2395228"/>
                  </a:lnTo>
                  <a:lnTo>
                    <a:pt x="9167875" y="2392377"/>
                  </a:lnTo>
                  <a:lnTo>
                    <a:pt x="9110074" y="2389287"/>
                  </a:lnTo>
                  <a:lnTo>
                    <a:pt x="9052582" y="2385974"/>
                  </a:lnTo>
                  <a:lnTo>
                    <a:pt x="8995157" y="2382458"/>
                  </a:lnTo>
                  <a:lnTo>
                    <a:pt x="8937663" y="2378773"/>
                  </a:lnTo>
                  <a:lnTo>
                    <a:pt x="8880053" y="2374957"/>
                  </a:lnTo>
                  <a:lnTo>
                    <a:pt x="8822343" y="2371059"/>
                  </a:lnTo>
                  <a:lnTo>
                    <a:pt x="8764591" y="2367130"/>
                  </a:lnTo>
                  <a:lnTo>
                    <a:pt x="8706870" y="2363222"/>
                  </a:lnTo>
                  <a:lnTo>
                    <a:pt x="8649240" y="2359390"/>
                  </a:lnTo>
                  <a:lnTo>
                    <a:pt x="8591729" y="2355679"/>
                  </a:lnTo>
                  <a:lnTo>
                    <a:pt x="8534299" y="2352133"/>
                  </a:lnTo>
                  <a:lnTo>
                    <a:pt x="8476832" y="2348784"/>
                  </a:lnTo>
                  <a:lnTo>
                    <a:pt x="8419105" y="2345656"/>
                  </a:lnTo>
                  <a:lnTo>
                    <a:pt x="8360770" y="2342764"/>
                  </a:lnTo>
                  <a:lnTo>
                    <a:pt x="8301330" y="2340114"/>
                  </a:lnTo>
                  <a:lnTo>
                    <a:pt x="8240104" y="2337703"/>
                  </a:lnTo>
                  <a:lnTo>
                    <a:pt x="8229629" y="2337322"/>
                  </a:lnTo>
                  <a:lnTo>
                    <a:pt x="8177695" y="2335571"/>
                  </a:lnTo>
                  <a:lnTo>
                    <a:pt x="8123304" y="2333973"/>
                  </a:lnTo>
                  <a:lnTo>
                    <a:pt x="8065770" y="2332520"/>
                  </a:lnTo>
                  <a:lnTo>
                    <a:pt x="8004340" y="2331205"/>
                  </a:lnTo>
                  <a:lnTo>
                    <a:pt x="7938232" y="2330012"/>
                  </a:lnTo>
                  <a:lnTo>
                    <a:pt x="7866683" y="2328931"/>
                  </a:lnTo>
                  <a:lnTo>
                    <a:pt x="7788995" y="2327949"/>
                  </a:lnTo>
                  <a:lnTo>
                    <a:pt x="7704608" y="2327054"/>
                  </a:lnTo>
                  <a:lnTo>
                    <a:pt x="7613191" y="2326239"/>
                  </a:lnTo>
                  <a:lnTo>
                    <a:pt x="7514763" y="2325496"/>
                  </a:lnTo>
                  <a:lnTo>
                    <a:pt x="7409828" y="2324822"/>
                  </a:lnTo>
                  <a:lnTo>
                    <a:pt x="7299530" y="2324212"/>
                  </a:lnTo>
                  <a:lnTo>
                    <a:pt x="7185770" y="2323668"/>
                  </a:lnTo>
                  <a:lnTo>
                    <a:pt x="7071268" y="2323188"/>
                  </a:lnTo>
                  <a:lnTo>
                    <a:pt x="6959487" y="2322776"/>
                  </a:lnTo>
                  <a:lnTo>
                    <a:pt x="6854397" y="2322431"/>
                  </a:lnTo>
                  <a:lnTo>
                    <a:pt x="6760040" y="2322155"/>
                  </a:lnTo>
                  <a:lnTo>
                    <a:pt x="6679969" y="2321943"/>
                  </a:lnTo>
                  <a:lnTo>
                    <a:pt x="6616654" y="2321792"/>
                  </a:lnTo>
                  <a:lnTo>
                    <a:pt x="6571011" y="2321693"/>
                  </a:lnTo>
                  <a:lnTo>
                    <a:pt x="6542165" y="2321635"/>
                  </a:lnTo>
                  <a:lnTo>
                    <a:pt x="6527475" y="2321609"/>
                  </a:lnTo>
                  <a:lnTo>
                    <a:pt x="6522729" y="2321601"/>
                  </a:lnTo>
                  <a:lnTo>
                    <a:pt x="6522385" y="2321600"/>
                  </a:lnTo>
                  <a:lnTo>
                    <a:pt x="5527445" y="2321600"/>
                  </a:lnTo>
                  <a:lnTo>
                    <a:pt x="5526350" y="2321558"/>
                  </a:lnTo>
                  <a:lnTo>
                    <a:pt x="5519117" y="2321254"/>
                  </a:lnTo>
                  <a:lnTo>
                    <a:pt x="5500769" y="2320414"/>
                  </a:lnTo>
                  <a:lnTo>
                    <a:pt x="5467681" y="2318758"/>
                  </a:lnTo>
                  <a:lnTo>
                    <a:pt x="5417784" y="2316020"/>
                  </a:lnTo>
                  <a:lnTo>
                    <a:pt x="5350723" y="2311971"/>
                  </a:lnTo>
                  <a:lnTo>
                    <a:pt x="5267809" y="2306440"/>
                  </a:lnTo>
                  <a:lnTo>
                    <a:pt x="5171735" y="2299320"/>
                  </a:lnTo>
                  <a:lnTo>
                    <a:pt x="5066090" y="2290569"/>
                  </a:lnTo>
                  <a:lnTo>
                    <a:pt x="4954798" y="2280192"/>
                  </a:lnTo>
                  <a:lnTo>
                    <a:pt x="4841608" y="2268220"/>
                  </a:lnTo>
                  <a:lnTo>
                    <a:pt x="4729726" y="2254683"/>
                  </a:lnTo>
                  <a:lnTo>
                    <a:pt x="4621622" y="2239594"/>
                  </a:lnTo>
                  <a:lnTo>
                    <a:pt x="4518991" y="2222928"/>
                  </a:lnTo>
                  <a:lnTo>
                    <a:pt x="4422822" y="2204619"/>
                  </a:lnTo>
                  <a:lnTo>
                    <a:pt x="4333522" y="2184547"/>
                  </a:lnTo>
                  <a:lnTo>
                    <a:pt x="4251052" y="2162547"/>
                  </a:lnTo>
                  <a:lnTo>
                    <a:pt x="4175060" y="2138403"/>
                  </a:lnTo>
                  <a:lnTo>
                    <a:pt x="4104986" y="2111859"/>
                  </a:lnTo>
                  <a:lnTo>
                    <a:pt x="4040150" y="2082625"/>
                  </a:lnTo>
                  <a:lnTo>
                    <a:pt x="3979812" y="2050395"/>
                  </a:lnTo>
                  <a:lnTo>
                    <a:pt x="3923219" y="2014875"/>
                  </a:lnTo>
                  <a:lnTo>
                    <a:pt x="3869650" y="1975821"/>
                  </a:lnTo>
                  <a:lnTo>
                    <a:pt x="3820202" y="1934667"/>
                  </a:lnTo>
                  <a:lnTo>
                    <a:pt x="3772819" y="1890482"/>
                  </a:lnTo>
                  <a:lnTo>
                    <a:pt x="3726675" y="1842885"/>
                  </a:lnTo>
                  <a:lnTo>
                    <a:pt x="3681414" y="1791805"/>
                  </a:lnTo>
                  <a:lnTo>
                    <a:pt x="3636755" y="1737237"/>
                  </a:lnTo>
                  <a:lnTo>
                    <a:pt x="3592475" y="1679246"/>
                  </a:lnTo>
                  <a:lnTo>
                    <a:pt x="3548404" y="1617968"/>
                  </a:lnTo>
                  <a:lnTo>
                    <a:pt x="3504420" y="1553624"/>
                  </a:lnTo>
                  <a:lnTo>
                    <a:pt x="3460438" y="1486512"/>
                  </a:lnTo>
                  <a:lnTo>
                    <a:pt x="3416408" y="1417006"/>
                  </a:lnTo>
                  <a:lnTo>
                    <a:pt x="3372309" y="1345554"/>
                  </a:lnTo>
                  <a:lnTo>
                    <a:pt x="3328143" y="1272663"/>
                  </a:lnTo>
                  <a:lnTo>
                    <a:pt x="3283931" y="1198886"/>
                  </a:lnTo>
                  <a:lnTo>
                    <a:pt x="3239702" y="1124804"/>
                  </a:lnTo>
                  <a:lnTo>
                    <a:pt x="3195489" y="1051010"/>
                  </a:lnTo>
                  <a:lnTo>
                    <a:pt x="3151322" y="978086"/>
                  </a:lnTo>
                  <a:lnTo>
                    <a:pt x="3107221" y="906587"/>
                  </a:lnTo>
                  <a:lnTo>
                    <a:pt x="3063189" y="837020"/>
                  </a:lnTo>
                  <a:lnTo>
                    <a:pt x="3019206" y="769834"/>
                  </a:lnTo>
                  <a:lnTo>
                    <a:pt x="2975223" y="705407"/>
                  </a:lnTo>
                  <a:lnTo>
                    <a:pt x="2931157" y="644040"/>
                  </a:lnTo>
                  <a:lnTo>
                    <a:pt x="2886885" y="585953"/>
                  </a:lnTo>
                  <a:lnTo>
                    <a:pt x="2842239" y="531288"/>
                  </a:lnTo>
                  <a:lnTo>
                    <a:pt x="2796999" y="480109"/>
                  </a:lnTo>
                  <a:lnTo>
                    <a:pt x="2750884" y="432414"/>
                  </a:lnTo>
                  <a:lnTo>
                    <a:pt x="2703542" y="388135"/>
                  </a:lnTo>
                  <a:lnTo>
                    <a:pt x="2702183" y="386933"/>
                  </a:lnTo>
                  <a:lnTo>
                    <a:pt x="2650908" y="344353"/>
                  </a:lnTo>
                  <a:lnTo>
                    <a:pt x="2597244" y="305426"/>
                  </a:lnTo>
                  <a:lnTo>
                    <a:pt x="2540533" y="270025"/>
                  </a:lnTo>
                  <a:lnTo>
                    <a:pt x="2480051" y="237905"/>
                  </a:lnTo>
                  <a:lnTo>
                    <a:pt x="2415044" y="208770"/>
                  </a:lnTo>
                  <a:lnTo>
                    <a:pt x="2344775" y="182315"/>
                  </a:lnTo>
                  <a:lnTo>
                    <a:pt x="2268565" y="158250"/>
                  </a:lnTo>
                  <a:lnTo>
                    <a:pt x="2185861" y="136320"/>
                  </a:lnTo>
                  <a:lnTo>
                    <a:pt x="2096319" y="116313"/>
                  </a:lnTo>
                  <a:lnTo>
                    <a:pt x="1999915" y="98062"/>
                  </a:lnTo>
                  <a:lnTo>
                    <a:pt x="1897072" y="81453"/>
                  </a:lnTo>
                  <a:lnTo>
                    <a:pt x="1788803" y="66418"/>
                  </a:lnTo>
                  <a:lnTo>
                    <a:pt x="1676829" y="52936"/>
                  </a:lnTo>
                  <a:lnTo>
                    <a:pt x="1563648" y="41018"/>
                  </a:lnTo>
                  <a:lnTo>
                    <a:pt x="1452488" y="30698"/>
                  </a:lnTo>
                  <a:lnTo>
                    <a:pt x="1347111" y="22004"/>
                  </a:lnTo>
                  <a:lnTo>
                    <a:pt x="1251440" y="14941"/>
                  </a:lnTo>
                  <a:lnTo>
                    <a:pt x="1169041" y="9463"/>
                  </a:lnTo>
                  <a:lnTo>
                    <a:pt x="1102566" y="5463"/>
                  </a:lnTo>
                  <a:lnTo>
                    <a:pt x="1053273" y="2768"/>
                  </a:lnTo>
                  <a:lnTo>
                    <a:pt x="1020743" y="1145"/>
                  </a:lnTo>
                  <a:lnTo>
                    <a:pt x="1002853" y="328"/>
                  </a:lnTo>
                  <a:lnTo>
                    <a:pt x="995926" y="3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3" name="pg722"/>
            <p:cNvSpPr/>
            <p:nvPr/>
          </p:nvSpPr>
          <p:spPr>
            <a:xfrm>
              <a:off x="1199187" y="1320475"/>
              <a:ext cx="12049831" cy="3249193"/>
            </a:xfrm>
            <a:custGeom>
              <a:avLst/>
              <a:pathLst>
                <a:path w="12049831" h="3249193">
                  <a:moveTo>
                    <a:pt x="0" y="1561708"/>
                  </a:moveTo>
                  <a:lnTo>
                    <a:pt x="994940" y="1561708"/>
                  </a:lnTo>
                  <a:lnTo>
                    <a:pt x="996054" y="1561740"/>
                  </a:lnTo>
                  <a:lnTo>
                    <a:pt x="1003410" y="1561965"/>
                  </a:lnTo>
                  <a:lnTo>
                    <a:pt x="1022061" y="1562587"/>
                  </a:lnTo>
                  <a:lnTo>
                    <a:pt x="1055674" y="1563812"/>
                  </a:lnTo>
                  <a:lnTo>
                    <a:pt x="1106320" y="1565836"/>
                  </a:lnTo>
                  <a:lnTo>
                    <a:pt x="1174314" y="1568830"/>
                  </a:lnTo>
                  <a:lnTo>
                    <a:pt x="1258271" y="1572917"/>
                  </a:lnTo>
                  <a:lnTo>
                    <a:pt x="1355407" y="1578174"/>
                  </a:lnTo>
                  <a:lnTo>
                    <a:pt x="1462044" y="1584632"/>
                  </a:lnTo>
                  <a:lnTo>
                    <a:pt x="1574186" y="1592284"/>
                  </a:lnTo>
                  <a:lnTo>
                    <a:pt x="1688040" y="1601108"/>
                  </a:lnTo>
                  <a:lnTo>
                    <a:pt x="1800389" y="1611081"/>
                  </a:lnTo>
                  <a:lnTo>
                    <a:pt x="1908771" y="1622196"/>
                  </a:lnTo>
                  <a:lnTo>
                    <a:pt x="2011516" y="1634473"/>
                  </a:lnTo>
                  <a:lnTo>
                    <a:pt x="2107670" y="1647965"/>
                  </a:lnTo>
                  <a:lnTo>
                    <a:pt x="2196862" y="1662761"/>
                  </a:lnTo>
                  <a:lnTo>
                    <a:pt x="2279166" y="1678990"/>
                  </a:lnTo>
                  <a:lnTo>
                    <a:pt x="2354966" y="1696812"/>
                  </a:lnTo>
                  <a:lnTo>
                    <a:pt x="2424845" y="1716421"/>
                  </a:lnTo>
                  <a:lnTo>
                    <a:pt x="2489507" y="1738033"/>
                  </a:lnTo>
                  <a:lnTo>
                    <a:pt x="2549707" y="1761874"/>
                  </a:lnTo>
                  <a:lnTo>
                    <a:pt x="2606210" y="1788159"/>
                  </a:lnTo>
                  <a:lnTo>
                    <a:pt x="2659744" y="1817061"/>
                  </a:lnTo>
                  <a:lnTo>
                    <a:pt x="2702183" y="1842956"/>
                  </a:lnTo>
                  <a:lnTo>
                    <a:pt x="2754099" y="1878324"/>
                  </a:lnTo>
                  <a:lnTo>
                    <a:pt x="2804567" y="1916686"/>
                  </a:lnTo>
                  <a:lnTo>
                    <a:pt x="2854042" y="1958100"/>
                  </a:lnTo>
                  <a:lnTo>
                    <a:pt x="2902878" y="2002554"/>
                  </a:lnTo>
                  <a:lnTo>
                    <a:pt x="2951342" y="2049965"/>
                  </a:lnTo>
                  <a:lnTo>
                    <a:pt x="2999632" y="2100164"/>
                  </a:lnTo>
                  <a:lnTo>
                    <a:pt x="3047882" y="2152903"/>
                  </a:lnTo>
                  <a:lnTo>
                    <a:pt x="3096173" y="2207846"/>
                  </a:lnTo>
                  <a:lnTo>
                    <a:pt x="3144544" y="2264584"/>
                  </a:lnTo>
                  <a:lnTo>
                    <a:pt x="3192996" y="2322638"/>
                  </a:lnTo>
                  <a:lnTo>
                    <a:pt x="3241505" y="2381481"/>
                  </a:lnTo>
                  <a:lnTo>
                    <a:pt x="3290032" y="2440555"/>
                  </a:lnTo>
                  <a:lnTo>
                    <a:pt x="3338533" y="2499291"/>
                  </a:lnTo>
                  <a:lnTo>
                    <a:pt x="3386971" y="2557136"/>
                  </a:lnTo>
                  <a:lnTo>
                    <a:pt x="3435326" y="2613569"/>
                  </a:lnTo>
                  <a:lnTo>
                    <a:pt x="3483606" y="2668126"/>
                  </a:lnTo>
                  <a:lnTo>
                    <a:pt x="3531856" y="2720409"/>
                  </a:lnTo>
                  <a:lnTo>
                    <a:pt x="3580166" y="2770099"/>
                  </a:lnTo>
                  <a:lnTo>
                    <a:pt x="3628683" y="2816962"/>
                  </a:lnTo>
                  <a:lnTo>
                    <a:pt x="3677617" y="2860847"/>
                  </a:lnTo>
                  <a:lnTo>
                    <a:pt x="3727250" y="2901683"/>
                  </a:lnTo>
                  <a:lnTo>
                    <a:pt x="3777953" y="2939475"/>
                  </a:lnTo>
                  <a:lnTo>
                    <a:pt x="3820202" y="2967945"/>
                  </a:lnTo>
                  <a:lnTo>
                    <a:pt x="3871783" y="2999068"/>
                  </a:lnTo>
                  <a:lnTo>
                    <a:pt x="3925785" y="3027505"/>
                  </a:lnTo>
                  <a:lnTo>
                    <a:pt x="3982877" y="3053351"/>
                  </a:lnTo>
                  <a:lnTo>
                    <a:pt x="4043800" y="3076787"/>
                  </a:lnTo>
                  <a:lnTo>
                    <a:pt x="4109317" y="3098034"/>
                  </a:lnTo>
                  <a:lnTo>
                    <a:pt x="4180179" y="3117316"/>
                  </a:lnTo>
                  <a:lnTo>
                    <a:pt x="4257074" y="3134848"/>
                  </a:lnTo>
                  <a:lnTo>
                    <a:pt x="4340558" y="3150816"/>
                  </a:lnTo>
                  <a:lnTo>
                    <a:pt x="4430968" y="3165378"/>
                  </a:lnTo>
                  <a:lnTo>
                    <a:pt x="4528311" y="3178652"/>
                  </a:lnTo>
                  <a:lnTo>
                    <a:pt x="4632126" y="3190724"/>
                  </a:lnTo>
                  <a:lnTo>
                    <a:pt x="4741341" y="3201640"/>
                  </a:lnTo>
                  <a:lnTo>
                    <a:pt x="4854151" y="3211414"/>
                  </a:lnTo>
                  <a:lnTo>
                    <a:pt x="4967958" y="3220035"/>
                  </a:lnTo>
                  <a:lnTo>
                    <a:pt x="5079425" y="3227481"/>
                  </a:lnTo>
                  <a:lnTo>
                    <a:pt x="5184693" y="3233729"/>
                  </a:lnTo>
                  <a:lnTo>
                    <a:pt x="5279780" y="3238779"/>
                  </a:lnTo>
                  <a:lnTo>
                    <a:pt x="5361123" y="3242669"/>
                  </a:lnTo>
                  <a:lnTo>
                    <a:pt x="5426149" y="3245483"/>
                  </a:lnTo>
                  <a:lnTo>
                    <a:pt x="5473755" y="3247355"/>
                  </a:lnTo>
                  <a:lnTo>
                    <a:pt x="5504566" y="3248460"/>
                  </a:lnTo>
                  <a:lnTo>
                    <a:pt x="5520943" y="3248998"/>
                  </a:lnTo>
                  <a:lnTo>
                    <a:pt x="5526812" y="3249175"/>
                  </a:lnTo>
                  <a:lnTo>
                    <a:pt x="5527445" y="3249193"/>
                  </a:lnTo>
                  <a:lnTo>
                    <a:pt x="6522385" y="3249193"/>
                  </a:lnTo>
                  <a:lnTo>
                    <a:pt x="6523445" y="3249135"/>
                  </a:lnTo>
                  <a:lnTo>
                    <a:pt x="6530444" y="3248724"/>
                  </a:lnTo>
                  <a:lnTo>
                    <a:pt x="6548214" y="3247591"/>
                  </a:lnTo>
                  <a:lnTo>
                    <a:pt x="6580300" y="3245355"/>
                  </a:lnTo>
                  <a:lnTo>
                    <a:pt x="6628763" y="3241658"/>
                  </a:lnTo>
                  <a:lnTo>
                    <a:pt x="6694034" y="3236185"/>
                  </a:lnTo>
                  <a:lnTo>
                    <a:pt x="6774937" y="3228700"/>
                  </a:lnTo>
                  <a:lnTo>
                    <a:pt x="6868955" y="3219053"/>
                  </a:lnTo>
                  <a:lnTo>
                    <a:pt x="6972667" y="3207181"/>
                  </a:lnTo>
                  <a:lnTo>
                    <a:pt x="7082289" y="3193085"/>
                  </a:lnTo>
                  <a:lnTo>
                    <a:pt x="7194158" y="3176805"/>
                  </a:lnTo>
                  <a:lnTo>
                    <a:pt x="7305100" y="3158383"/>
                  </a:lnTo>
                  <a:lnTo>
                    <a:pt x="7412630" y="3137841"/>
                  </a:lnTo>
                  <a:lnTo>
                    <a:pt x="7515007" y="3115155"/>
                  </a:lnTo>
                  <a:lnTo>
                    <a:pt x="7611178" y="3090242"/>
                  </a:lnTo>
                  <a:lnTo>
                    <a:pt x="7700666" y="3062955"/>
                  </a:lnTo>
                  <a:lnTo>
                    <a:pt x="7783445" y="3033080"/>
                  </a:lnTo>
                  <a:lnTo>
                    <a:pt x="7859806" y="3000338"/>
                  </a:lnTo>
                  <a:lnTo>
                    <a:pt x="7930257" y="2964393"/>
                  </a:lnTo>
                  <a:lnTo>
                    <a:pt x="7995440" y="2924862"/>
                  </a:lnTo>
                  <a:lnTo>
                    <a:pt x="8056060" y="2881334"/>
                  </a:lnTo>
                  <a:lnTo>
                    <a:pt x="8112845" y="2833403"/>
                  </a:lnTo>
                  <a:lnTo>
                    <a:pt x="8166503" y="2780718"/>
                  </a:lnTo>
                  <a:lnTo>
                    <a:pt x="8217690" y="2723061"/>
                  </a:lnTo>
                  <a:lnTo>
                    <a:pt x="8229629" y="2708534"/>
                  </a:lnTo>
                  <a:lnTo>
                    <a:pt x="8271661" y="2654098"/>
                  </a:lnTo>
                  <a:lnTo>
                    <a:pt x="8312686" y="2595933"/>
                  </a:lnTo>
                  <a:lnTo>
                    <a:pt x="8352962" y="2533964"/>
                  </a:lnTo>
                  <a:lnTo>
                    <a:pt x="8392696" y="2468164"/>
                  </a:lnTo>
                  <a:lnTo>
                    <a:pt x="8432060" y="2398569"/>
                  </a:lnTo>
                  <a:lnTo>
                    <a:pt x="8471188" y="2325275"/>
                  </a:lnTo>
                  <a:lnTo>
                    <a:pt x="8510187" y="2248444"/>
                  </a:lnTo>
                  <a:lnTo>
                    <a:pt x="8549134" y="2168310"/>
                  </a:lnTo>
                  <a:lnTo>
                    <a:pt x="8588084" y="2085171"/>
                  </a:lnTo>
                  <a:lnTo>
                    <a:pt x="8627072" y="1999395"/>
                  </a:lnTo>
                  <a:lnTo>
                    <a:pt x="8666112" y="1911411"/>
                  </a:lnTo>
                  <a:lnTo>
                    <a:pt x="8705207" y="1821699"/>
                  </a:lnTo>
                  <a:lnTo>
                    <a:pt x="8744346" y="1730784"/>
                  </a:lnTo>
                  <a:lnTo>
                    <a:pt x="8783510" y="1639222"/>
                  </a:lnTo>
                  <a:lnTo>
                    <a:pt x="8822678" y="1547584"/>
                  </a:lnTo>
                  <a:lnTo>
                    <a:pt x="8861825" y="1456445"/>
                  </a:lnTo>
                  <a:lnTo>
                    <a:pt x="8900933" y="1366366"/>
                  </a:lnTo>
                  <a:lnTo>
                    <a:pt x="8939988" y="1277881"/>
                  </a:lnTo>
                  <a:lnTo>
                    <a:pt x="8978988" y="1191483"/>
                  </a:lnTo>
                  <a:lnTo>
                    <a:pt x="9017946" y="1107616"/>
                  </a:lnTo>
                  <a:lnTo>
                    <a:pt x="9056890" y="1026662"/>
                  </a:lnTo>
                  <a:lnTo>
                    <a:pt x="9095868" y="948941"/>
                  </a:lnTo>
                  <a:lnTo>
                    <a:pt x="9134953" y="874703"/>
                  </a:lnTo>
                  <a:lnTo>
                    <a:pt x="9174244" y="804127"/>
                  </a:lnTo>
                  <a:lnTo>
                    <a:pt x="9213866" y="737328"/>
                  </a:lnTo>
                  <a:lnTo>
                    <a:pt x="9253981" y="674356"/>
                  </a:lnTo>
                  <a:lnTo>
                    <a:pt x="9294788" y="615200"/>
                  </a:lnTo>
                  <a:lnTo>
                    <a:pt x="9336528" y="559798"/>
                  </a:lnTo>
                  <a:lnTo>
                    <a:pt x="9347647" y="545899"/>
                  </a:lnTo>
                  <a:lnTo>
                    <a:pt x="9398331" y="487047"/>
                  </a:lnTo>
                  <a:lnTo>
                    <a:pt x="9451342" y="433185"/>
                  </a:lnTo>
                  <a:lnTo>
                    <a:pt x="9507316" y="384145"/>
                  </a:lnTo>
                  <a:lnTo>
                    <a:pt x="9566953" y="339600"/>
                  </a:lnTo>
                  <a:lnTo>
                    <a:pt x="9630978" y="299151"/>
                  </a:lnTo>
                  <a:lnTo>
                    <a:pt x="9700109" y="262385"/>
                  </a:lnTo>
                  <a:lnTo>
                    <a:pt x="9775004" y="228910"/>
                  </a:lnTo>
                  <a:lnTo>
                    <a:pt x="9856211" y="198377"/>
                  </a:lnTo>
                  <a:lnTo>
                    <a:pt x="9944084" y="170493"/>
                  </a:lnTo>
                  <a:lnTo>
                    <a:pt x="10038681" y="145028"/>
                  </a:lnTo>
                  <a:lnTo>
                    <a:pt x="10139646" y="121819"/>
                  </a:lnTo>
                  <a:lnTo>
                    <a:pt x="10246075" y="100769"/>
                  </a:lnTo>
                  <a:lnTo>
                    <a:pt x="10356400" y="81840"/>
                  </a:lnTo>
                  <a:lnTo>
                    <a:pt x="10468312" y="65044"/>
                  </a:lnTo>
                  <a:lnTo>
                    <a:pt x="10578790" y="50421"/>
                  </a:lnTo>
                  <a:lnTo>
                    <a:pt x="10684263" y="38015"/>
                  </a:lnTo>
                  <a:lnTo>
                    <a:pt x="10780932" y="27839"/>
                  </a:lnTo>
                  <a:lnTo>
                    <a:pt x="10865243" y="19847"/>
                  </a:lnTo>
                  <a:lnTo>
                    <a:pt x="10934415" y="13912"/>
                  </a:lnTo>
                  <a:lnTo>
                    <a:pt x="10986921" y="9816"/>
                  </a:lnTo>
                  <a:lnTo>
                    <a:pt x="11022796" y="7262"/>
                  </a:lnTo>
                  <a:lnTo>
                    <a:pt x="11043719" y="5899"/>
                  </a:lnTo>
                  <a:lnTo>
                    <a:pt x="11052900" y="5350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32" y="57"/>
                  </a:lnTo>
                  <a:lnTo>
                    <a:pt x="11046833" y="468"/>
                  </a:lnTo>
                  <a:lnTo>
                    <a:pt x="11029062" y="1602"/>
                  </a:lnTo>
                  <a:lnTo>
                    <a:pt x="10996977" y="3837"/>
                  </a:lnTo>
                  <a:lnTo>
                    <a:pt x="10948513" y="7535"/>
                  </a:lnTo>
                  <a:lnTo>
                    <a:pt x="10883243" y="13007"/>
                  </a:lnTo>
                  <a:lnTo>
                    <a:pt x="10802339" y="20492"/>
                  </a:lnTo>
                  <a:lnTo>
                    <a:pt x="10708322" y="30139"/>
                  </a:lnTo>
                  <a:lnTo>
                    <a:pt x="10604609" y="42011"/>
                  </a:lnTo>
                  <a:lnTo>
                    <a:pt x="10494988" y="56107"/>
                  </a:lnTo>
                  <a:lnTo>
                    <a:pt x="10383119" y="72388"/>
                  </a:lnTo>
                  <a:lnTo>
                    <a:pt x="10272177" y="90809"/>
                  </a:lnTo>
                  <a:lnTo>
                    <a:pt x="10164646" y="111351"/>
                  </a:lnTo>
                  <a:lnTo>
                    <a:pt x="10062269" y="134037"/>
                  </a:lnTo>
                  <a:lnTo>
                    <a:pt x="9966099" y="158950"/>
                  </a:lnTo>
                  <a:lnTo>
                    <a:pt x="9876610" y="186237"/>
                  </a:lnTo>
                  <a:lnTo>
                    <a:pt x="9793832" y="216113"/>
                  </a:lnTo>
                  <a:lnTo>
                    <a:pt x="9717471" y="248854"/>
                  </a:lnTo>
                  <a:lnTo>
                    <a:pt x="9647019" y="284799"/>
                  </a:lnTo>
                  <a:lnTo>
                    <a:pt x="9581837" y="324330"/>
                  </a:lnTo>
                  <a:lnTo>
                    <a:pt x="9521217" y="367858"/>
                  </a:lnTo>
                  <a:lnTo>
                    <a:pt x="9464432" y="415789"/>
                  </a:lnTo>
                  <a:lnTo>
                    <a:pt x="9410773" y="468475"/>
                  </a:lnTo>
                  <a:lnTo>
                    <a:pt x="9359586" y="526131"/>
                  </a:lnTo>
                  <a:lnTo>
                    <a:pt x="9347647" y="540658"/>
                  </a:lnTo>
                  <a:lnTo>
                    <a:pt x="9305616" y="595094"/>
                  </a:lnTo>
                  <a:lnTo>
                    <a:pt x="9264590" y="653259"/>
                  </a:lnTo>
                  <a:lnTo>
                    <a:pt x="9224315" y="715229"/>
                  </a:lnTo>
                  <a:lnTo>
                    <a:pt x="9184580" y="781028"/>
                  </a:lnTo>
                  <a:lnTo>
                    <a:pt x="9145217" y="850623"/>
                  </a:lnTo>
                  <a:lnTo>
                    <a:pt x="9106088" y="923917"/>
                  </a:lnTo>
                  <a:lnTo>
                    <a:pt x="9067090" y="1000748"/>
                  </a:lnTo>
                  <a:lnTo>
                    <a:pt x="9028143" y="1080883"/>
                  </a:lnTo>
                  <a:lnTo>
                    <a:pt x="8989192" y="1164021"/>
                  </a:lnTo>
                  <a:lnTo>
                    <a:pt x="8950205" y="1249797"/>
                  </a:lnTo>
                  <a:lnTo>
                    <a:pt x="8911164" y="1337782"/>
                  </a:lnTo>
                  <a:lnTo>
                    <a:pt x="8872069" y="1427494"/>
                  </a:lnTo>
                  <a:lnTo>
                    <a:pt x="8832931" y="1518408"/>
                  </a:lnTo>
                  <a:lnTo>
                    <a:pt x="8793766" y="1609971"/>
                  </a:lnTo>
                  <a:lnTo>
                    <a:pt x="8754599" y="1701608"/>
                  </a:lnTo>
                  <a:lnTo>
                    <a:pt x="8715452" y="1792747"/>
                  </a:lnTo>
                  <a:lnTo>
                    <a:pt x="8676344" y="1882826"/>
                  </a:lnTo>
                  <a:lnTo>
                    <a:pt x="8637289" y="1971311"/>
                  </a:lnTo>
                  <a:lnTo>
                    <a:pt x="8598288" y="2057709"/>
                  </a:lnTo>
                  <a:lnTo>
                    <a:pt x="8559331" y="2141576"/>
                  </a:lnTo>
                  <a:lnTo>
                    <a:pt x="8520387" y="2222530"/>
                  </a:lnTo>
                  <a:lnTo>
                    <a:pt x="8481409" y="2300251"/>
                  </a:lnTo>
                  <a:lnTo>
                    <a:pt x="8442323" y="2374489"/>
                  </a:lnTo>
                  <a:lnTo>
                    <a:pt x="8403033" y="2445065"/>
                  </a:lnTo>
                  <a:lnTo>
                    <a:pt x="8363411" y="2511864"/>
                  </a:lnTo>
                  <a:lnTo>
                    <a:pt x="8323295" y="2574836"/>
                  </a:lnTo>
                  <a:lnTo>
                    <a:pt x="8282489" y="2633992"/>
                  </a:lnTo>
                  <a:lnTo>
                    <a:pt x="8240748" y="2689394"/>
                  </a:lnTo>
                  <a:lnTo>
                    <a:pt x="8229629" y="2703293"/>
                  </a:lnTo>
                  <a:lnTo>
                    <a:pt x="8178945" y="2762146"/>
                  </a:lnTo>
                  <a:lnTo>
                    <a:pt x="8125935" y="2816008"/>
                  </a:lnTo>
                  <a:lnTo>
                    <a:pt x="8069960" y="2865047"/>
                  </a:lnTo>
                  <a:lnTo>
                    <a:pt x="8010324" y="2909592"/>
                  </a:lnTo>
                  <a:lnTo>
                    <a:pt x="7946298" y="2950041"/>
                  </a:lnTo>
                  <a:lnTo>
                    <a:pt x="7877168" y="2986807"/>
                  </a:lnTo>
                  <a:lnTo>
                    <a:pt x="7802272" y="3020282"/>
                  </a:lnTo>
                  <a:lnTo>
                    <a:pt x="7721065" y="3050815"/>
                  </a:lnTo>
                  <a:lnTo>
                    <a:pt x="7633193" y="3078699"/>
                  </a:lnTo>
                  <a:lnTo>
                    <a:pt x="7538596" y="3104164"/>
                  </a:lnTo>
                  <a:lnTo>
                    <a:pt x="7437631" y="3127373"/>
                  </a:lnTo>
                  <a:lnTo>
                    <a:pt x="7331201" y="3148423"/>
                  </a:lnTo>
                  <a:lnTo>
                    <a:pt x="7220877" y="3167352"/>
                  </a:lnTo>
                  <a:lnTo>
                    <a:pt x="7108965" y="3184148"/>
                  </a:lnTo>
                  <a:lnTo>
                    <a:pt x="6998486" y="3198771"/>
                  </a:lnTo>
                  <a:lnTo>
                    <a:pt x="6893013" y="3211177"/>
                  </a:lnTo>
                  <a:lnTo>
                    <a:pt x="6796344" y="3221353"/>
                  </a:lnTo>
                  <a:lnTo>
                    <a:pt x="6712033" y="3229345"/>
                  </a:lnTo>
                  <a:lnTo>
                    <a:pt x="6642861" y="3235280"/>
                  </a:lnTo>
                  <a:lnTo>
                    <a:pt x="6590355" y="3239376"/>
                  </a:lnTo>
                  <a:lnTo>
                    <a:pt x="6554481" y="3241930"/>
                  </a:lnTo>
                  <a:lnTo>
                    <a:pt x="6533558" y="3243293"/>
                  </a:lnTo>
                  <a:lnTo>
                    <a:pt x="6524376" y="3243842"/>
                  </a:lnTo>
                  <a:lnTo>
                    <a:pt x="6522385" y="3243952"/>
                  </a:lnTo>
                  <a:lnTo>
                    <a:pt x="5527445" y="3243952"/>
                  </a:lnTo>
                  <a:lnTo>
                    <a:pt x="5526331" y="3243920"/>
                  </a:lnTo>
                  <a:lnTo>
                    <a:pt x="5518975" y="3243695"/>
                  </a:lnTo>
                  <a:lnTo>
                    <a:pt x="5500324" y="3243074"/>
                  </a:lnTo>
                  <a:lnTo>
                    <a:pt x="5466711" y="3241849"/>
                  </a:lnTo>
                  <a:lnTo>
                    <a:pt x="5416065" y="3239824"/>
                  </a:lnTo>
                  <a:lnTo>
                    <a:pt x="5348071" y="3236831"/>
                  </a:lnTo>
                  <a:lnTo>
                    <a:pt x="5264114" y="3232744"/>
                  </a:lnTo>
                  <a:lnTo>
                    <a:pt x="5166978" y="3227486"/>
                  </a:lnTo>
                  <a:lnTo>
                    <a:pt x="5060341" y="3221029"/>
                  </a:lnTo>
                  <a:lnTo>
                    <a:pt x="4948199" y="3213377"/>
                  </a:lnTo>
                  <a:lnTo>
                    <a:pt x="4834345" y="3204553"/>
                  </a:lnTo>
                  <a:lnTo>
                    <a:pt x="4721996" y="3194580"/>
                  </a:lnTo>
                  <a:lnTo>
                    <a:pt x="4613614" y="3183465"/>
                  </a:lnTo>
                  <a:lnTo>
                    <a:pt x="4510869" y="3171188"/>
                  </a:lnTo>
                  <a:lnTo>
                    <a:pt x="4414715" y="3157696"/>
                  </a:lnTo>
                  <a:lnTo>
                    <a:pt x="4325523" y="3142899"/>
                  </a:lnTo>
                  <a:lnTo>
                    <a:pt x="4243219" y="3126671"/>
                  </a:lnTo>
                  <a:lnTo>
                    <a:pt x="4167419" y="3108848"/>
                  </a:lnTo>
                  <a:lnTo>
                    <a:pt x="4097540" y="3089239"/>
                  </a:lnTo>
                  <a:lnTo>
                    <a:pt x="4032878" y="3067628"/>
                  </a:lnTo>
                  <a:lnTo>
                    <a:pt x="3972678" y="3043787"/>
                  </a:lnTo>
                  <a:lnTo>
                    <a:pt x="3916175" y="3017501"/>
                  </a:lnTo>
                  <a:lnTo>
                    <a:pt x="3862641" y="2988600"/>
                  </a:lnTo>
                  <a:lnTo>
                    <a:pt x="3820202" y="2962705"/>
                  </a:lnTo>
                  <a:lnTo>
                    <a:pt x="3768286" y="2927336"/>
                  </a:lnTo>
                  <a:lnTo>
                    <a:pt x="3717818" y="2888974"/>
                  </a:lnTo>
                  <a:lnTo>
                    <a:pt x="3668343" y="2847561"/>
                  </a:lnTo>
                  <a:lnTo>
                    <a:pt x="3619507" y="2803106"/>
                  </a:lnTo>
                  <a:lnTo>
                    <a:pt x="3571043" y="2755696"/>
                  </a:lnTo>
                  <a:lnTo>
                    <a:pt x="3522753" y="2705496"/>
                  </a:lnTo>
                  <a:lnTo>
                    <a:pt x="3474503" y="2652757"/>
                  </a:lnTo>
                  <a:lnTo>
                    <a:pt x="3426212" y="2597814"/>
                  </a:lnTo>
                  <a:lnTo>
                    <a:pt x="3377841" y="2541077"/>
                  </a:lnTo>
                  <a:lnTo>
                    <a:pt x="3329389" y="2483023"/>
                  </a:lnTo>
                  <a:lnTo>
                    <a:pt x="3280880" y="2424180"/>
                  </a:lnTo>
                  <a:lnTo>
                    <a:pt x="3232353" y="2365106"/>
                  </a:lnTo>
                  <a:lnTo>
                    <a:pt x="3183852" y="2306369"/>
                  </a:lnTo>
                  <a:lnTo>
                    <a:pt x="3135414" y="2248525"/>
                  </a:lnTo>
                  <a:lnTo>
                    <a:pt x="3087059" y="2192091"/>
                  </a:lnTo>
                  <a:lnTo>
                    <a:pt x="3038779" y="2137535"/>
                  </a:lnTo>
                  <a:lnTo>
                    <a:pt x="2990529" y="2085252"/>
                  </a:lnTo>
                  <a:lnTo>
                    <a:pt x="2942219" y="2035561"/>
                  </a:lnTo>
                  <a:lnTo>
                    <a:pt x="2893702" y="1988698"/>
                  </a:lnTo>
                  <a:lnTo>
                    <a:pt x="2844768" y="1944813"/>
                  </a:lnTo>
                  <a:lnTo>
                    <a:pt x="2795135" y="1903977"/>
                  </a:lnTo>
                  <a:lnTo>
                    <a:pt x="2744432" y="1866186"/>
                  </a:lnTo>
                  <a:lnTo>
                    <a:pt x="2702183" y="1837715"/>
                  </a:lnTo>
                  <a:lnTo>
                    <a:pt x="2650602" y="1806592"/>
                  </a:lnTo>
                  <a:lnTo>
                    <a:pt x="2596600" y="1778156"/>
                  </a:lnTo>
                  <a:lnTo>
                    <a:pt x="2539508" y="1752310"/>
                  </a:lnTo>
                  <a:lnTo>
                    <a:pt x="2478585" y="1728873"/>
                  </a:lnTo>
                  <a:lnTo>
                    <a:pt x="2413068" y="1707627"/>
                  </a:lnTo>
                  <a:lnTo>
                    <a:pt x="2342206" y="1688344"/>
                  </a:lnTo>
                  <a:lnTo>
                    <a:pt x="2265311" y="1670813"/>
                  </a:lnTo>
                  <a:lnTo>
                    <a:pt x="2181827" y="1654844"/>
                  </a:lnTo>
                  <a:lnTo>
                    <a:pt x="2091417" y="1640283"/>
                  </a:lnTo>
                  <a:lnTo>
                    <a:pt x="1994074" y="1627008"/>
                  </a:lnTo>
                  <a:lnTo>
                    <a:pt x="1890259" y="1614936"/>
                  </a:lnTo>
                  <a:lnTo>
                    <a:pt x="1781044" y="1604021"/>
                  </a:lnTo>
                  <a:lnTo>
                    <a:pt x="1668234" y="1594247"/>
                  </a:lnTo>
                  <a:lnTo>
                    <a:pt x="1554427" y="1585625"/>
                  </a:lnTo>
                  <a:lnTo>
                    <a:pt x="1442960" y="1578180"/>
                  </a:lnTo>
                  <a:lnTo>
                    <a:pt x="1337692" y="1571932"/>
                  </a:lnTo>
                  <a:lnTo>
                    <a:pt x="1242605" y="1566882"/>
                  </a:lnTo>
                  <a:lnTo>
                    <a:pt x="1161262" y="1562992"/>
                  </a:lnTo>
                  <a:lnTo>
                    <a:pt x="1096236" y="1560178"/>
                  </a:lnTo>
                  <a:lnTo>
                    <a:pt x="1048630" y="1558305"/>
                  </a:lnTo>
                  <a:lnTo>
                    <a:pt x="1017819" y="1557200"/>
                  </a:lnTo>
                  <a:lnTo>
                    <a:pt x="1001442" y="1556663"/>
                  </a:lnTo>
                  <a:lnTo>
                    <a:pt x="995573" y="1556486"/>
                  </a:lnTo>
                  <a:lnTo>
                    <a:pt x="994940" y="1556468"/>
                  </a:lnTo>
                  <a:lnTo>
                    <a:pt x="0" y="1556468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24" name="pl723"/>
            <p:cNvSpPr/>
            <p:nvPr/>
          </p:nvSpPr>
          <p:spPr>
            <a:xfrm>
              <a:off x="1199187" y="1325715"/>
              <a:ext cx="12049831" cy="3243952"/>
            </a:xfrm>
            <a:custGeom>
              <a:avLst/>
              <a:pathLst>
                <a:path w="12049831" h="3243952">
                  <a:moveTo>
                    <a:pt x="0" y="1556468"/>
                  </a:moveTo>
                  <a:lnTo>
                    <a:pt x="994940" y="1556468"/>
                  </a:lnTo>
                  <a:lnTo>
                    <a:pt x="996054" y="1556499"/>
                  </a:lnTo>
                  <a:lnTo>
                    <a:pt x="1003410" y="1556724"/>
                  </a:lnTo>
                  <a:lnTo>
                    <a:pt x="1022061" y="1557346"/>
                  </a:lnTo>
                  <a:lnTo>
                    <a:pt x="1055674" y="1558571"/>
                  </a:lnTo>
                  <a:lnTo>
                    <a:pt x="1106320" y="1560596"/>
                  </a:lnTo>
                  <a:lnTo>
                    <a:pt x="1174314" y="1563589"/>
                  </a:lnTo>
                  <a:lnTo>
                    <a:pt x="1258271" y="1567676"/>
                  </a:lnTo>
                  <a:lnTo>
                    <a:pt x="1355407" y="1572934"/>
                  </a:lnTo>
                  <a:lnTo>
                    <a:pt x="1462044" y="1579391"/>
                  </a:lnTo>
                  <a:lnTo>
                    <a:pt x="1574186" y="1587043"/>
                  </a:lnTo>
                  <a:lnTo>
                    <a:pt x="1688040" y="1595867"/>
                  </a:lnTo>
                  <a:lnTo>
                    <a:pt x="1800389" y="1605840"/>
                  </a:lnTo>
                  <a:lnTo>
                    <a:pt x="1908771" y="1616955"/>
                  </a:lnTo>
                  <a:lnTo>
                    <a:pt x="2011516" y="1629232"/>
                  </a:lnTo>
                  <a:lnTo>
                    <a:pt x="2107670" y="1642724"/>
                  </a:lnTo>
                  <a:lnTo>
                    <a:pt x="2196862" y="1657521"/>
                  </a:lnTo>
                  <a:lnTo>
                    <a:pt x="2279166" y="1673749"/>
                  </a:lnTo>
                  <a:lnTo>
                    <a:pt x="2354966" y="1691571"/>
                  </a:lnTo>
                  <a:lnTo>
                    <a:pt x="2424845" y="1711180"/>
                  </a:lnTo>
                  <a:lnTo>
                    <a:pt x="2489507" y="1732792"/>
                  </a:lnTo>
                  <a:lnTo>
                    <a:pt x="2549707" y="1756633"/>
                  </a:lnTo>
                  <a:lnTo>
                    <a:pt x="2606210" y="1782919"/>
                  </a:lnTo>
                  <a:lnTo>
                    <a:pt x="2659744" y="1811820"/>
                  </a:lnTo>
                  <a:lnTo>
                    <a:pt x="2702183" y="1837715"/>
                  </a:lnTo>
                  <a:lnTo>
                    <a:pt x="2754099" y="1873084"/>
                  </a:lnTo>
                  <a:lnTo>
                    <a:pt x="2804567" y="1911446"/>
                  </a:lnTo>
                  <a:lnTo>
                    <a:pt x="2854042" y="1952859"/>
                  </a:lnTo>
                  <a:lnTo>
                    <a:pt x="2902878" y="1997314"/>
                  </a:lnTo>
                  <a:lnTo>
                    <a:pt x="2951342" y="2044724"/>
                  </a:lnTo>
                  <a:lnTo>
                    <a:pt x="2999632" y="2094924"/>
                  </a:lnTo>
                  <a:lnTo>
                    <a:pt x="3047882" y="2147662"/>
                  </a:lnTo>
                  <a:lnTo>
                    <a:pt x="3096173" y="2202606"/>
                  </a:lnTo>
                  <a:lnTo>
                    <a:pt x="3144544" y="2259343"/>
                  </a:lnTo>
                  <a:lnTo>
                    <a:pt x="3192996" y="2317397"/>
                  </a:lnTo>
                  <a:lnTo>
                    <a:pt x="3241505" y="2376240"/>
                  </a:lnTo>
                  <a:lnTo>
                    <a:pt x="3290032" y="2435314"/>
                  </a:lnTo>
                  <a:lnTo>
                    <a:pt x="3338533" y="2494050"/>
                  </a:lnTo>
                  <a:lnTo>
                    <a:pt x="3386971" y="2551895"/>
                  </a:lnTo>
                  <a:lnTo>
                    <a:pt x="3435326" y="2608329"/>
                  </a:lnTo>
                  <a:lnTo>
                    <a:pt x="3483606" y="2662885"/>
                  </a:lnTo>
                  <a:lnTo>
                    <a:pt x="3531856" y="2715168"/>
                  </a:lnTo>
                  <a:lnTo>
                    <a:pt x="3580166" y="2764858"/>
                  </a:lnTo>
                  <a:lnTo>
                    <a:pt x="3628683" y="2811721"/>
                  </a:lnTo>
                  <a:lnTo>
                    <a:pt x="3677617" y="2855606"/>
                  </a:lnTo>
                  <a:lnTo>
                    <a:pt x="3727250" y="2896443"/>
                  </a:lnTo>
                  <a:lnTo>
                    <a:pt x="3777953" y="2934234"/>
                  </a:lnTo>
                  <a:lnTo>
                    <a:pt x="3820202" y="2962705"/>
                  </a:lnTo>
                  <a:lnTo>
                    <a:pt x="3871783" y="2993827"/>
                  </a:lnTo>
                  <a:lnTo>
                    <a:pt x="3925785" y="3022264"/>
                  </a:lnTo>
                  <a:lnTo>
                    <a:pt x="3982877" y="3048110"/>
                  </a:lnTo>
                  <a:lnTo>
                    <a:pt x="4043800" y="3071546"/>
                  </a:lnTo>
                  <a:lnTo>
                    <a:pt x="4109317" y="3092793"/>
                  </a:lnTo>
                  <a:lnTo>
                    <a:pt x="4180179" y="3112076"/>
                  </a:lnTo>
                  <a:lnTo>
                    <a:pt x="4257074" y="3129607"/>
                  </a:lnTo>
                  <a:lnTo>
                    <a:pt x="4340558" y="3145576"/>
                  </a:lnTo>
                  <a:lnTo>
                    <a:pt x="4430968" y="3160137"/>
                  </a:lnTo>
                  <a:lnTo>
                    <a:pt x="4528311" y="3173412"/>
                  </a:lnTo>
                  <a:lnTo>
                    <a:pt x="4632126" y="3185484"/>
                  </a:lnTo>
                  <a:lnTo>
                    <a:pt x="4741341" y="3196399"/>
                  </a:lnTo>
                  <a:lnTo>
                    <a:pt x="4854151" y="3206173"/>
                  </a:lnTo>
                  <a:lnTo>
                    <a:pt x="4967958" y="3214795"/>
                  </a:lnTo>
                  <a:lnTo>
                    <a:pt x="5079425" y="3222240"/>
                  </a:lnTo>
                  <a:lnTo>
                    <a:pt x="5184693" y="3228488"/>
                  </a:lnTo>
                  <a:lnTo>
                    <a:pt x="5279780" y="3233538"/>
                  </a:lnTo>
                  <a:lnTo>
                    <a:pt x="5361123" y="3237428"/>
                  </a:lnTo>
                  <a:lnTo>
                    <a:pt x="5426149" y="3240242"/>
                  </a:lnTo>
                  <a:lnTo>
                    <a:pt x="5473755" y="3242115"/>
                  </a:lnTo>
                  <a:lnTo>
                    <a:pt x="5504566" y="3243220"/>
                  </a:lnTo>
                  <a:lnTo>
                    <a:pt x="5520943" y="3243757"/>
                  </a:lnTo>
                  <a:lnTo>
                    <a:pt x="5526812" y="3243934"/>
                  </a:lnTo>
                  <a:lnTo>
                    <a:pt x="5527445" y="3243952"/>
                  </a:lnTo>
                  <a:lnTo>
                    <a:pt x="6522385" y="3243952"/>
                  </a:lnTo>
                  <a:lnTo>
                    <a:pt x="6523445" y="3243894"/>
                  </a:lnTo>
                  <a:lnTo>
                    <a:pt x="6530444" y="3243484"/>
                  </a:lnTo>
                  <a:lnTo>
                    <a:pt x="6548214" y="3242350"/>
                  </a:lnTo>
                  <a:lnTo>
                    <a:pt x="6580300" y="3240115"/>
                  </a:lnTo>
                  <a:lnTo>
                    <a:pt x="6628763" y="3236417"/>
                  </a:lnTo>
                  <a:lnTo>
                    <a:pt x="6694034" y="3230944"/>
                  </a:lnTo>
                  <a:lnTo>
                    <a:pt x="6774937" y="3223460"/>
                  </a:lnTo>
                  <a:lnTo>
                    <a:pt x="6868955" y="3213813"/>
                  </a:lnTo>
                  <a:lnTo>
                    <a:pt x="6972667" y="3201940"/>
                  </a:lnTo>
                  <a:lnTo>
                    <a:pt x="7082289" y="3187844"/>
                  </a:lnTo>
                  <a:lnTo>
                    <a:pt x="7194158" y="3171564"/>
                  </a:lnTo>
                  <a:lnTo>
                    <a:pt x="7305100" y="3153142"/>
                  </a:lnTo>
                  <a:lnTo>
                    <a:pt x="7412630" y="3132601"/>
                  </a:lnTo>
                  <a:lnTo>
                    <a:pt x="7515007" y="3109914"/>
                  </a:lnTo>
                  <a:lnTo>
                    <a:pt x="7611178" y="3085001"/>
                  </a:lnTo>
                  <a:lnTo>
                    <a:pt x="7700666" y="3057714"/>
                  </a:lnTo>
                  <a:lnTo>
                    <a:pt x="7783445" y="3027839"/>
                  </a:lnTo>
                  <a:lnTo>
                    <a:pt x="7859806" y="2995097"/>
                  </a:lnTo>
                  <a:lnTo>
                    <a:pt x="7930257" y="2959152"/>
                  </a:lnTo>
                  <a:lnTo>
                    <a:pt x="7995440" y="2919622"/>
                  </a:lnTo>
                  <a:lnTo>
                    <a:pt x="8056060" y="2876094"/>
                  </a:lnTo>
                  <a:lnTo>
                    <a:pt x="8112845" y="2828163"/>
                  </a:lnTo>
                  <a:lnTo>
                    <a:pt x="8166503" y="2775477"/>
                  </a:lnTo>
                  <a:lnTo>
                    <a:pt x="8217690" y="2717820"/>
                  </a:lnTo>
                  <a:lnTo>
                    <a:pt x="8229629" y="2703293"/>
                  </a:lnTo>
                  <a:lnTo>
                    <a:pt x="8271661" y="2648858"/>
                  </a:lnTo>
                  <a:lnTo>
                    <a:pt x="8312686" y="2590693"/>
                  </a:lnTo>
                  <a:lnTo>
                    <a:pt x="8352962" y="2528723"/>
                  </a:lnTo>
                  <a:lnTo>
                    <a:pt x="8392696" y="2462924"/>
                  </a:lnTo>
                  <a:lnTo>
                    <a:pt x="8432060" y="2393329"/>
                  </a:lnTo>
                  <a:lnTo>
                    <a:pt x="8471188" y="2320034"/>
                  </a:lnTo>
                  <a:lnTo>
                    <a:pt x="8510187" y="2243204"/>
                  </a:lnTo>
                  <a:lnTo>
                    <a:pt x="8549134" y="2163069"/>
                  </a:lnTo>
                  <a:lnTo>
                    <a:pt x="8588084" y="2079930"/>
                  </a:lnTo>
                  <a:lnTo>
                    <a:pt x="8627072" y="1994154"/>
                  </a:lnTo>
                  <a:lnTo>
                    <a:pt x="8666112" y="1906170"/>
                  </a:lnTo>
                  <a:lnTo>
                    <a:pt x="8705207" y="1816458"/>
                  </a:lnTo>
                  <a:lnTo>
                    <a:pt x="8744346" y="1725543"/>
                  </a:lnTo>
                  <a:lnTo>
                    <a:pt x="8783510" y="1633981"/>
                  </a:lnTo>
                  <a:lnTo>
                    <a:pt x="8822678" y="1542343"/>
                  </a:lnTo>
                  <a:lnTo>
                    <a:pt x="8861825" y="1451204"/>
                  </a:lnTo>
                  <a:lnTo>
                    <a:pt x="8900933" y="1361125"/>
                  </a:lnTo>
                  <a:lnTo>
                    <a:pt x="8939988" y="1272640"/>
                  </a:lnTo>
                  <a:lnTo>
                    <a:pt x="8978988" y="1186242"/>
                  </a:lnTo>
                  <a:lnTo>
                    <a:pt x="9017946" y="1102375"/>
                  </a:lnTo>
                  <a:lnTo>
                    <a:pt x="9056890" y="1021422"/>
                  </a:lnTo>
                  <a:lnTo>
                    <a:pt x="9095868" y="943701"/>
                  </a:lnTo>
                  <a:lnTo>
                    <a:pt x="9134953" y="869462"/>
                  </a:lnTo>
                  <a:lnTo>
                    <a:pt x="9174244" y="798886"/>
                  </a:lnTo>
                  <a:lnTo>
                    <a:pt x="9213866" y="732088"/>
                  </a:lnTo>
                  <a:lnTo>
                    <a:pt x="9253981" y="669115"/>
                  </a:lnTo>
                  <a:lnTo>
                    <a:pt x="9294788" y="609959"/>
                  </a:lnTo>
                  <a:lnTo>
                    <a:pt x="9336528" y="554557"/>
                  </a:lnTo>
                  <a:lnTo>
                    <a:pt x="9347647" y="540658"/>
                  </a:lnTo>
                  <a:lnTo>
                    <a:pt x="9398331" y="481806"/>
                  </a:lnTo>
                  <a:lnTo>
                    <a:pt x="9451342" y="427944"/>
                  </a:lnTo>
                  <a:lnTo>
                    <a:pt x="9507316" y="378904"/>
                  </a:lnTo>
                  <a:lnTo>
                    <a:pt x="9566953" y="334360"/>
                  </a:lnTo>
                  <a:lnTo>
                    <a:pt x="9630978" y="293911"/>
                  </a:lnTo>
                  <a:lnTo>
                    <a:pt x="9700109" y="257145"/>
                  </a:lnTo>
                  <a:lnTo>
                    <a:pt x="9775004" y="223670"/>
                  </a:lnTo>
                  <a:lnTo>
                    <a:pt x="9856211" y="193137"/>
                  </a:lnTo>
                  <a:lnTo>
                    <a:pt x="9944084" y="165253"/>
                  </a:lnTo>
                  <a:lnTo>
                    <a:pt x="10038681" y="139788"/>
                  </a:lnTo>
                  <a:lnTo>
                    <a:pt x="10139646" y="116579"/>
                  </a:lnTo>
                  <a:lnTo>
                    <a:pt x="10246075" y="95528"/>
                  </a:lnTo>
                  <a:lnTo>
                    <a:pt x="10356400" y="76599"/>
                  </a:lnTo>
                  <a:lnTo>
                    <a:pt x="10468312" y="59803"/>
                  </a:lnTo>
                  <a:lnTo>
                    <a:pt x="10578790" y="45181"/>
                  </a:lnTo>
                  <a:lnTo>
                    <a:pt x="10684263" y="32774"/>
                  </a:lnTo>
                  <a:lnTo>
                    <a:pt x="10780932" y="22598"/>
                  </a:lnTo>
                  <a:lnTo>
                    <a:pt x="10865243" y="14607"/>
                  </a:lnTo>
                  <a:lnTo>
                    <a:pt x="10934415" y="8671"/>
                  </a:lnTo>
                  <a:lnTo>
                    <a:pt x="10986921" y="4575"/>
                  </a:lnTo>
                  <a:lnTo>
                    <a:pt x="11022796" y="2022"/>
                  </a:lnTo>
                  <a:lnTo>
                    <a:pt x="11043719" y="659"/>
                  </a:lnTo>
                  <a:lnTo>
                    <a:pt x="11052900" y="110"/>
                  </a:lnTo>
                  <a:lnTo>
                    <a:pt x="11054876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5" name="pl724"/>
            <p:cNvSpPr/>
            <p:nvPr/>
          </p:nvSpPr>
          <p:spPr>
            <a:xfrm>
              <a:off x="1199187" y="1320475"/>
              <a:ext cx="12049831" cy="3243952"/>
            </a:xfrm>
            <a:custGeom>
              <a:avLst/>
              <a:pathLst>
                <a:path w="12049831" h="3243952">
                  <a:moveTo>
                    <a:pt x="12049831" y="0"/>
                  </a:moveTo>
                  <a:lnTo>
                    <a:pt x="11054891" y="0"/>
                  </a:lnTo>
                  <a:lnTo>
                    <a:pt x="11053832" y="57"/>
                  </a:lnTo>
                  <a:lnTo>
                    <a:pt x="11046833" y="468"/>
                  </a:lnTo>
                  <a:lnTo>
                    <a:pt x="11029062" y="1602"/>
                  </a:lnTo>
                  <a:lnTo>
                    <a:pt x="10996977" y="3837"/>
                  </a:lnTo>
                  <a:lnTo>
                    <a:pt x="10948513" y="7535"/>
                  </a:lnTo>
                  <a:lnTo>
                    <a:pt x="10883243" y="13007"/>
                  </a:lnTo>
                  <a:lnTo>
                    <a:pt x="10802339" y="20492"/>
                  </a:lnTo>
                  <a:lnTo>
                    <a:pt x="10708322" y="30139"/>
                  </a:lnTo>
                  <a:lnTo>
                    <a:pt x="10604609" y="42011"/>
                  </a:lnTo>
                  <a:lnTo>
                    <a:pt x="10494988" y="56107"/>
                  </a:lnTo>
                  <a:lnTo>
                    <a:pt x="10383119" y="72388"/>
                  </a:lnTo>
                  <a:lnTo>
                    <a:pt x="10272177" y="90809"/>
                  </a:lnTo>
                  <a:lnTo>
                    <a:pt x="10164646" y="111351"/>
                  </a:lnTo>
                  <a:lnTo>
                    <a:pt x="10062269" y="134037"/>
                  </a:lnTo>
                  <a:lnTo>
                    <a:pt x="9966099" y="158950"/>
                  </a:lnTo>
                  <a:lnTo>
                    <a:pt x="9876610" y="186237"/>
                  </a:lnTo>
                  <a:lnTo>
                    <a:pt x="9793832" y="216113"/>
                  </a:lnTo>
                  <a:lnTo>
                    <a:pt x="9717471" y="248854"/>
                  </a:lnTo>
                  <a:lnTo>
                    <a:pt x="9647019" y="284799"/>
                  </a:lnTo>
                  <a:lnTo>
                    <a:pt x="9581837" y="324330"/>
                  </a:lnTo>
                  <a:lnTo>
                    <a:pt x="9521217" y="367858"/>
                  </a:lnTo>
                  <a:lnTo>
                    <a:pt x="9464432" y="415789"/>
                  </a:lnTo>
                  <a:lnTo>
                    <a:pt x="9410773" y="468475"/>
                  </a:lnTo>
                  <a:lnTo>
                    <a:pt x="9359586" y="526131"/>
                  </a:lnTo>
                  <a:lnTo>
                    <a:pt x="9347647" y="540658"/>
                  </a:lnTo>
                  <a:lnTo>
                    <a:pt x="9305616" y="595094"/>
                  </a:lnTo>
                  <a:lnTo>
                    <a:pt x="9264590" y="653259"/>
                  </a:lnTo>
                  <a:lnTo>
                    <a:pt x="9224315" y="715229"/>
                  </a:lnTo>
                  <a:lnTo>
                    <a:pt x="9184580" y="781028"/>
                  </a:lnTo>
                  <a:lnTo>
                    <a:pt x="9145217" y="850623"/>
                  </a:lnTo>
                  <a:lnTo>
                    <a:pt x="9106088" y="923917"/>
                  </a:lnTo>
                  <a:lnTo>
                    <a:pt x="9067090" y="1000748"/>
                  </a:lnTo>
                  <a:lnTo>
                    <a:pt x="9028143" y="1080883"/>
                  </a:lnTo>
                  <a:lnTo>
                    <a:pt x="8989192" y="1164021"/>
                  </a:lnTo>
                  <a:lnTo>
                    <a:pt x="8950205" y="1249797"/>
                  </a:lnTo>
                  <a:lnTo>
                    <a:pt x="8911164" y="1337782"/>
                  </a:lnTo>
                  <a:lnTo>
                    <a:pt x="8872069" y="1427494"/>
                  </a:lnTo>
                  <a:lnTo>
                    <a:pt x="8832931" y="1518408"/>
                  </a:lnTo>
                  <a:lnTo>
                    <a:pt x="8793766" y="1609971"/>
                  </a:lnTo>
                  <a:lnTo>
                    <a:pt x="8754599" y="1701608"/>
                  </a:lnTo>
                  <a:lnTo>
                    <a:pt x="8715452" y="1792747"/>
                  </a:lnTo>
                  <a:lnTo>
                    <a:pt x="8676344" y="1882826"/>
                  </a:lnTo>
                  <a:lnTo>
                    <a:pt x="8637289" y="1971311"/>
                  </a:lnTo>
                  <a:lnTo>
                    <a:pt x="8598288" y="2057709"/>
                  </a:lnTo>
                  <a:lnTo>
                    <a:pt x="8559331" y="2141576"/>
                  </a:lnTo>
                  <a:lnTo>
                    <a:pt x="8520387" y="2222530"/>
                  </a:lnTo>
                  <a:lnTo>
                    <a:pt x="8481409" y="2300251"/>
                  </a:lnTo>
                  <a:lnTo>
                    <a:pt x="8442323" y="2374489"/>
                  </a:lnTo>
                  <a:lnTo>
                    <a:pt x="8403033" y="2445065"/>
                  </a:lnTo>
                  <a:lnTo>
                    <a:pt x="8363411" y="2511864"/>
                  </a:lnTo>
                  <a:lnTo>
                    <a:pt x="8323295" y="2574836"/>
                  </a:lnTo>
                  <a:lnTo>
                    <a:pt x="8282489" y="2633992"/>
                  </a:lnTo>
                  <a:lnTo>
                    <a:pt x="8240748" y="2689394"/>
                  </a:lnTo>
                  <a:lnTo>
                    <a:pt x="8229629" y="2703293"/>
                  </a:lnTo>
                  <a:lnTo>
                    <a:pt x="8178945" y="2762146"/>
                  </a:lnTo>
                  <a:lnTo>
                    <a:pt x="8125935" y="2816008"/>
                  </a:lnTo>
                  <a:lnTo>
                    <a:pt x="8069960" y="2865047"/>
                  </a:lnTo>
                  <a:lnTo>
                    <a:pt x="8010324" y="2909592"/>
                  </a:lnTo>
                  <a:lnTo>
                    <a:pt x="7946298" y="2950041"/>
                  </a:lnTo>
                  <a:lnTo>
                    <a:pt x="7877168" y="2986807"/>
                  </a:lnTo>
                  <a:lnTo>
                    <a:pt x="7802272" y="3020282"/>
                  </a:lnTo>
                  <a:lnTo>
                    <a:pt x="7721065" y="3050815"/>
                  </a:lnTo>
                  <a:lnTo>
                    <a:pt x="7633193" y="3078699"/>
                  </a:lnTo>
                  <a:lnTo>
                    <a:pt x="7538596" y="3104164"/>
                  </a:lnTo>
                  <a:lnTo>
                    <a:pt x="7437631" y="3127373"/>
                  </a:lnTo>
                  <a:lnTo>
                    <a:pt x="7331201" y="3148423"/>
                  </a:lnTo>
                  <a:lnTo>
                    <a:pt x="7220877" y="3167352"/>
                  </a:lnTo>
                  <a:lnTo>
                    <a:pt x="7108965" y="3184148"/>
                  </a:lnTo>
                  <a:lnTo>
                    <a:pt x="6998486" y="3198771"/>
                  </a:lnTo>
                  <a:lnTo>
                    <a:pt x="6893013" y="3211177"/>
                  </a:lnTo>
                  <a:lnTo>
                    <a:pt x="6796344" y="3221353"/>
                  </a:lnTo>
                  <a:lnTo>
                    <a:pt x="6712033" y="3229345"/>
                  </a:lnTo>
                  <a:lnTo>
                    <a:pt x="6642861" y="3235280"/>
                  </a:lnTo>
                  <a:lnTo>
                    <a:pt x="6590355" y="3239376"/>
                  </a:lnTo>
                  <a:lnTo>
                    <a:pt x="6554481" y="3241930"/>
                  </a:lnTo>
                  <a:lnTo>
                    <a:pt x="6533558" y="3243293"/>
                  </a:lnTo>
                  <a:lnTo>
                    <a:pt x="6524376" y="3243842"/>
                  </a:lnTo>
                  <a:lnTo>
                    <a:pt x="6522401" y="3243951"/>
                  </a:lnTo>
                  <a:lnTo>
                    <a:pt x="6522385" y="3243952"/>
                  </a:lnTo>
                  <a:lnTo>
                    <a:pt x="5527445" y="3243952"/>
                  </a:lnTo>
                  <a:lnTo>
                    <a:pt x="5526331" y="3243920"/>
                  </a:lnTo>
                  <a:lnTo>
                    <a:pt x="5518975" y="3243695"/>
                  </a:lnTo>
                  <a:lnTo>
                    <a:pt x="5500324" y="3243074"/>
                  </a:lnTo>
                  <a:lnTo>
                    <a:pt x="5466711" y="3241849"/>
                  </a:lnTo>
                  <a:lnTo>
                    <a:pt x="5416065" y="3239824"/>
                  </a:lnTo>
                  <a:lnTo>
                    <a:pt x="5348071" y="3236831"/>
                  </a:lnTo>
                  <a:lnTo>
                    <a:pt x="5264114" y="3232744"/>
                  </a:lnTo>
                  <a:lnTo>
                    <a:pt x="5166978" y="3227486"/>
                  </a:lnTo>
                  <a:lnTo>
                    <a:pt x="5060341" y="3221029"/>
                  </a:lnTo>
                  <a:lnTo>
                    <a:pt x="4948199" y="3213377"/>
                  </a:lnTo>
                  <a:lnTo>
                    <a:pt x="4834345" y="3204553"/>
                  </a:lnTo>
                  <a:lnTo>
                    <a:pt x="4721996" y="3194580"/>
                  </a:lnTo>
                  <a:lnTo>
                    <a:pt x="4613614" y="3183465"/>
                  </a:lnTo>
                  <a:lnTo>
                    <a:pt x="4510869" y="3171188"/>
                  </a:lnTo>
                  <a:lnTo>
                    <a:pt x="4414715" y="3157696"/>
                  </a:lnTo>
                  <a:lnTo>
                    <a:pt x="4325523" y="3142899"/>
                  </a:lnTo>
                  <a:lnTo>
                    <a:pt x="4243219" y="3126671"/>
                  </a:lnTo>
                  <a:lnTo>
                    <a:pt x="4167419" y="3108848"/>
                  </a:lnTo>
                  <a:lnTo>
                    <a:pt x="4097540" y="3089239"/>
                  </a:lnTo>
                  <a:lnTo>
                    <a:pt x="4032878" y="3067628"/>
                  </a:lnTo>
                  <a:lnTo>
                    <a:pt x="3972678" y="3043787"/>
                  </a:lnTo>
                  <a:lnTo>
                    <a:pt x="3916175" y="3017501"/>
                  </a:lnTo>
                  <a:lnTo>
                    <a:pt x="3862641" y="2988600"/>
                  </a:lnTo>
                  <a:lnTo>
                    <a:pt x="3820202" y="2962705"/>
                  </a:lnTo>
                  <a:lnTo>
                    <a:pt x="3768286" y="2927336"/>
                  </a:lnTo>
                  <a:lnTo>
                    <a:pt x="3717818" y="2888974"/>
                  </a:lnTo>
                  <a:lnTo>
                    <a:pt x="3668343" y="2847561"/>
                  </a:lnTo>
                  <a:lnTo>
                    <a:pt x="3619507" y="2803106"/>
                  </a:lnTo>
                  <a:lnTo>
                    <a:pt x="3571043" y="2755696"/>
                  </a:lnTo>
                  <a:lnTo>
                    <a:pt x="3522753" y="2705496"/>
                  </a:lnTo>
                  <a:lnTo>
                    <a:pt x="3474503" y="2652757"/>
                  </a:lnTo>
                  <a:lnTo>
                    <a:pt x="3426212" y="2597814"/>
                  </a:lnTo>
                  <a:lnTo>
                    <a:pt x="3377841" y="2541077"/>
                  </a:lnTo>
                  <a:lnTo>
                    <a:pt x="3329389" y="2483023"/>
                  </a:lnTo>
                  <a:lnTo>
                    <a:pt x="3280880" y="2424180"/>
                  </a:lnTo>
                  <a:lnTo>
                    <a:pt x="3232353" y="2365106"/>
                  </a:lnTo>
                  <a:lnTo>
                    <a:pt x="3183852" y="2306369"/>
                  </a:lnTo>
                  <a:lnTo>
                    <a:pt x="3135414" y="2248525"/>
                  </a:lnTo>
                  <a:lnTo>
                    <a:pt x="3087059" y="2192091"/>
                  </a:lnTo>
                  <a:lnTo>
                    <a:pt x="3038779" y="2137535"/>
                  </a:lnTo>
                  <a:lnTo>
                    <a:pt x="2990529" y="2085252"/>
                  </a:lnTo>
                  <a:lnTo>
                    <a:pt x="2942219" y="2035561"/>
                  </a:lnTo>
                  <a:lnTo>
                    <a:pt x="2893702" y="1988698"/>
                  </a:lnTo>
                  <a:lnTo>
                    <a:pt x="2844768" y="1944813"/>
                  </a:lnTo>
                  <a:lnTo>
                    <a:pt x="2795135" y="1903977"/>
                  </a:lnTo>
                  <a:lnTo>
                    <a:pt x="2744432" y="1866186"/>
                  </a:lnTo>
                  <a:lnTo>
                    <a:pt x="2702183" y="1837715"/>
                  </a:lnTo>
                  <a:lnTo>
                    <a:pt x="2650602" y="1806592"/>
                  </a:lnTo>
                  <a:lnTo>
                    <a:pt x="2596600" y="1778156"/>
                  </a:lnTo>
                  <a:lnTo>
                    <a:pt x="2539508" y="1752310"/>
                  </a:lnTo>
                  <a:lnTo>
                    <a:pt x="2478585" y="1728873"/>
                  </a:lnTo>
                  <a:lnTo>
                    <a:pt x="2413068" y="1707627"/>
                  </a:lnTo>
                  <a:lnTo>
                    <a:pt x="2342206" y="1688344"/>
                  </a:lnTo>
                  <a:lnTo>
                    <a:pt x="2265311" y="1670813"/>
                  </a:lnTo>
                  <a:lnTo>
                    <a:pt x="2181827" y="1654844"/>
                  </a:lnTo>
                  <a:lnTo>
                    <a:pt x="2091417" y="1640283"/>
                  </a:lnTo>
                  <a:lnTo>
                    <a:pt x="1994074" y="1627008"/>
                  </a:lnTo>
                  <a:lnTo>
                    <a:pt x="1890259" y="1614936"/>
                  </a:lnTo>
                  <a:lnTo>
                    <a:pt x="1781044" y="1604021"/>
                  </a:lnTo>
                  <a:lnTo>
                    <a:pt x="1668234" y="1594247"/>
                  </a:lnTo>
                  <a:lnTo>
                    <a:pt x="1554427" y="1585625"/>
                  </a:lnTo>
                  <a:lnTo>
                    <a:pt x="1442960" y="1578180"/>
                  </a:lnTo>
                  <a:lnTo>
                    <a:pt x="1337692" y="1571932"/>
                  </a:lnTo>
                  <a:lnTo>
                    <a:pt x="1242605" y="1566882"/>
                  </a:lnTo>
                  <a:lnTo>
                    <a:pt x="1161262" y="1562992"/>
                  </a:lnTo>
                  <a:lnTo>
                    <a:pt x="1096236" y="1560178"/>
                  </a:lnTo>
                  <a:lnTo>
                    <a:pt x="1048630" y="1558305"/>
                  </a:lnTo>
                  <a:lnTo>
                    <a:pt x="1017819" y="1557200"/>
                  </a:lnTo>
                  <a:lnTo>
                    <a:pt x="1001442" y="1556663"/>
                  </a:lnTo>
                  <a:lnTo>
                    <a:pt x="995573" y="1556486"/>
                  </a:lnTo>
                  <a:lnTo>
                    <a:pt x="994940" y="1556468"/>
                  </a:lnTo>
                  <a:lnTo>
                    <a:pt x="0" y="1556468"/>
                  </a:lnTo>
                  <a:lnTo>
                    <a:pt x="0" y="15564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6" name="pg725"/>
            <p:cNvSpPr/>
            <p:nvPr/>
          </p:nvSpPr>
          <p:spPr>
            <a:xfrm>
              <a:off x="1199187" y="1524859"/>
              <a:ext cx="12049831" cy="3060530"/>
            </a:xfrm>
            <a:custGeom>
              <a:avLst/>
              <a:pathLst>
                <a:path w="12049831" h="3060530">
                  <a:moveTo>
                    <a:pt x="0" y="1362564"/>
                  </a:moveTo>
                  <a:lnTo>
                    <a:pt x="994940" y="1362564"/>
                  </a:lnTo>
                  <a:lnTo>
                    <a:pt x="996054" y="1362596"/>
                  </a:lnTo>
                  <a:lnTo>
                    <a:pt x="1003408" y="1362822"/>
                  </a:lnTo>
                  <a:lnTo>
                    <a:pt x="1022054" y="1363448"/>
                  </a:lnTo>
                  <a:lnTo>
                    <a:pt x="1055660" y="1364680"/>
                  </a:lnTo>
                  <a:lnTo>
                    <a:pt x="1106295" y="1366717"/>
                  </a:lnTo>
                  <a:lnTo>
                    <a:pt x="1174276" y="1369728"/>
                  </a:lnTo>
                  <a:lnTo>
                    <a:pt x="1258218" y="1373840"/>
                  </a:lnTo>
                  <a:lnTo>
                    <a:pt x="1355340" y="1379129"/>
                  </a:lnTo>
                  <a:lnTo>
                    <a:pt x="1461962" y="1385625"/>
                  </a:lnTo>
                  <a:lnTo>
                    <a:pt x="1574092" y="1393323"/>
                  </a:lnTo>
                  <a:lnTo>
                    <a:pt x="1687938" y="1402200"/>
                  </a:lnTo>
                  <a:lnTo>
                    <a:pt x="1800280" y="1412233"/>
                  </a:lnTo>
                  <a:lnTo>
                    <a:pt x="1908658" y="1423415"/>
                  </a:lnTo>
                  <a:lnTo>
                    <a:pt x="2011401" y="1435766"/>
                  </a:lnTo>
                  <a:lnTo>
                    <a:pt x="2107555" y="1449339"/>
                  </a:lnTo>
                  <a:lnTo>
                    <a:pt x="2196749" y="1464224"/>
                  </a:lnTo>
                  <a:lnTo>
                    <a:pt x="2279056" y="1480550"/>
                  </a:lnTo>
                  <a:lnTo>
                    <a:pt x="2354858" y="1498479"/>
                  </a:lnTo>
                  <a:lnTo>
                    <a:pt x="2424740" y="1518206"/>
                  </a:lnTo>
                  <a:lnTo>
                    <a:pt x="2489404" y="1539946"/>
                  </a:lnTo>
                  <a:lnTo>
                    <a:pt x="2549606" y="1563929"/>
                  </a:lnTo>
                  <a:lnTo>
                    <a:pt x="2606110" y="1590372"/>
                  </a:lnTo>
                  <a:lnTo>
                    <a:pt x="2659645" y="1619445"/>
                  </a:lnTo>
                  <a:lnTo>
                    <a:pt x="2702183" y="1645559"/>
                  </a:lnTo>
                  <a:lnTo>
                    <a:pt x="2754019" y="1681089"/>
                  </a:lnTo>
                  <a:lnTo>
                    <a:pt x="2804411" y="1719622"/>
                  </a:lnTo>
                  <a:lnTo>
                    <a:pt x="2853812" y="1761215"/>
                  </a:lnTo>
                  <a:lnTo>
                    <a:pt x="2902574" y="1805860"/>
                  </a:lnTo>
                  <a:lnTo>
                    <a:pt x="2950965" y="1853470"/>
                  </a:lnTo>
                  <a:lnTo>
                    <a:pt x="2999180" y="1903879"/>
                  </a:lnTo>
                  <a:lnTo>
                    <a:pt x="3047354" y="1956838"/>
                  </a:lnTo>
                  <a:lnTo>
                    <a:pt x="3095570" y="2012013"/>
                  </a:lnTo>
                  <a:lnTo>
                    <a:pt x="3143864" y="2068993"/>
                  </a:lnTo>
                  <a:lnTo>
                    <a:pt x="3192239" y="2127300"/>
                  </a:lnTo>
                  <a:lnTo>
                    <a:pt x="3240672" y="2186408"/>
                  </a:lnTo>
                  <a:lnTo>
                    <a:pt x="3289123" y="2245757"/>
                  </a:lnTo>
                  <a:lnTo>
                    <a:pt x="3337550" y="2304778"/>
                  </a:lnTo>
                  <a:lnTo>
                    <a:pt x="3385914" y="2362916"/>
                  </a:lnTo>
                  <a:lnTo>
                    <a:pt x="3434195" y="2419649"/>
                  </a:lnTo>
                  <a:lnTo>
                    <a:pt x="3482401" y="2474509"/>
                  </a:lnTo>
                  <a:lnTo>
                    <a:pt x="3530575" y="2527098"/>
                  </a:lnTo>
                  <a:lnTo>
                    <a:pt x="3578806" y="2577093"/>
                  </a:lnTo>
                  <a:lnTo>
                    <a:pt x="3627239" y="2624258"/>
                  </a:lnTo>
                  <a:lnTo>
                    <a:pt x="3676080" y="2668440"/>
                  </a:lnTo>
                  <a:lnTo>
                    <a:pt x="3725608" y="2709564"/>
                  </a:lnTo>
                  <a:lnTo>
                    <a:pt x="3776189" y="2747632"/>
                  </a:lnTo>
                  <a:lnTo>
                    <a:pt x="3820202" y="2777536"/>
                  </a:lnTo>
                  <a:lnTo>
                    <a:pt x="3871779" y="2808849"/>
                  </a:lnTo>
                  <a:lnTo>
                    <a:pt x="3925776" y="2837461"/>
                  </a:lnTo>
                  <a:lnTo>
                    <a:pt x="3982863" y="2863465"/>
                  </a:lnTo>
                  <a:lnTo>
                    <a:pt x="4043779" y="2887046"/>
                  </a:lnTo>
                  <a:lnTo>
                    <a:pt x="4109289" y="2908424"/>
                  </a:lnTo>
                  <a:lnTo>
                    <a:pt x="4180143" y="2927825"/>
                  </a:lnTo>
                  <a:lnTo>
                    <a:pt x="4257028" y="2945465"/>
                  </a:lnTo>
                  <a:lnTo>
                    <a:pt x="4340500" y="2961532"/>
                  </a:lnTo>
                  <a:lnTo>
                    <a:pt x="4430899" y="2976184"/>
                  </a:lnTo>
                  <a:lnTo>
                    <a:pt x="4528228" y="2989541"/>
                  </a:lnTo>
                  <a:lnTo>
                    <a:pt x="4632029" y="3001688"/>
                  </a:lnTo>
                  <a:lnTo>
                    <a:pt x="4741231" y="3012671"/>
                  </a:lnTo>
                  <a:lnTo>
                    <a:pt x="4854029" y="3022506"/>
                  </a:lnTo>
                  <a:lnTo>
                    <a:pt x="4967828" y="3031182"/>
                  </a:lnTo>
                  <a:lnTo>
                    <a:pt x="5079291" y="3038675"/>
                  </a:lnTo>
                  <a:lnTo>
                    <a:pt x="5184560" y="3044962"/>
                  </a:lnTo>
                  <a:lnTo>
                    <a:pt x="5279656" y="3050045"/>
                  </a:lnTo>
                  <a:lnTo>
                    <a:pt x="5361014" y="3053960"/>
                  </a:lnTo>
                  <a:lnTo>
                    <a:pt x="5426061" y="3056793"/>
                  </a:lnTo>
                  <a:lnTo>
                    <a:pt x="5473691" y="3058679"/>
                  </a:lnTo>
                  <a:lnTo>
                    <a:pt x="5504526" y="3059792"/>
                  </a:lnTo>
                  <a:lnTo>
                    <a:pt x="5520925" y="3060333"/>
                  </a:lnTo>
                  <a:lnTo>
                    <a:pt x="5526808" y="3060512"/>
                  </a:lnTo>
                  <a:lnTo>
                    <a:pt x="5527445" y="3060530"/>
                  </a:lnTo>
                  <a:lnTo>
                    <a:pt x="6522385" y="3060530"/>
                  </a:lnTo>
                  <a:lnTo>
                    <a:pt x="6523453" y="3060475"/>
                  </a:lnTo>
                  <a:lnTo>
                    <a:pt x="6530504" y="3060085"/>
                  </a:lnTo>
                  <a:lnTo>
                    <a:pt x="6548405" y="3059009"/>
                  </a:lnTo>
                  <a:lnTo>
                    <a:pt x="6580716" y="3056887"/>
                  </a:lnTo>
                  <a:lnTo>
                    <a:pt x="6629502" y="3053377"/>
                  </a:lnTo>
                  <a:lnTo>
                    <a:pt x="6695176" y="3048184"/>
                  </a:lnTo>
                  <a:lnTo>
                    <a:pt x="6776535" y="3041083"/>
                  </a:lnTo>
                  <a:lnTo>
                    <a:pt x="6871018" y="3031933"/>
                  </a:lnTo>
                  <a:lnTo>
                    <a:pt x="6975170" y="3020676"/>
                  </a:lnTo>
                  <a:lnTo>
                    <a:pt x="7085173" y="3007314"/>
                  </a:lnTo>
                  <a:lnTo>
                    <a:pt x="7197345" y="2991885"/>
                  </a:lnTo>
                  <a:lnTo>
                    <a:pt x="7308504" y="2974430"/>
                  </a:lnTo>
                  <a:lnTo>
                    <a:pt x="7416169" y="2954968"/>
                  </a:lnTo>
                  <a:lnTo>
                    <a:pt x="7518608" y="2933474"/>
                  </a:lnTo>
                  <a:lnTo>
                    <a:pt x="7614781" y="2909868"/>
                  </a:lnTo>
                  <a:lnTo>
                    <a:pt x="7704229" y="2884007"/>
                  </a:lnTo>
                  <a:lnTo>
                    <a:pt x="7786939" y="2855687"/>
                  </a:lnTo>
                  <a:lnTo>
                    <a:pt x="7863217" y="2824639"/>
                  </a:lnTo>
                  <a:lnTo>
                    <a:pt x="7933583" y="2790544"/>
                  </a:lnTo>
                  <a:lnTo>
                    <a:pt x="7998686" y="2753034"/>
                  </a:lnTo>
                  <a:lnTo>
                    <a:pt x="8059241" y="2711720"/>
                  </a:lnTo>
                  <a:lnTo>
                    <a:pt x="8115980" y="2666217"/>
                  </a:lnTo>
                  <a:lnTo>
                    <a:pt x="8169616" y="2616198"/>
                  </a:lnTo>
                  <a:lnTo>
                    <a:pt x="8220804" y="2561466"/>
                  </a:lnTo>
                  <a:lnTo>
                    <a:pt x="8229629" y="2551315"/>
                  </a:lnTo>
                  <a:lnTo>
                    <a:pt x="8272640" y="2498792"/>
                  </a:lnTo>
                  <a:lnTo>
                    <a:pt x="8314603" y="2442588"/>
                  </a:lnTo>
                  <a:lnTo>
                    <a:pt x="8355792" y="2382626"/>
                  </a:lnTo>
                  <a:lnTo>
                    <a:pt x="8396427" y="2318886"/>
                  </a:lnTo>
                  <a:lnTo>
                    <a:pt x="8436689" y="2251407"/>
                  </a:lnTo>
                  <a:lnTo>
                    <a:pt x="8476719" y="2180293"/>
                  </a:lnTo>
                  <a:lnTo>
                    <a:pt x="8516625" y="2105718"/>
                  </a:lnTo>
                  <a:lnTo>
                    <a:pt x="8556489" y="2027926"/>
                  </a:lnTo>
                  <a:lnTo>
                    <a:pt x="8596365" y="1947234"/>
                  </a:lnTo>
                  <a:lnTo>
                    <a:pt x="8636284" y="1864025"/>
                  </a:lnTo>
                  <a:lnTo>
                    <a:pt x="8676261" y="1778744"/>
                  </a:lnTo>
                  <a:lnTo>
                    <a:pt x="8716292" y="1691890"/>
                  </a:lnTo>
                  <a:lnTo>
                    <a:pt x="8756365" y="1604001"/>
                  </a:lnTo>
                  <a:lnTo>
                    <a:pt x="8796457" y="1515645"/>
                  </a:lnTo>
                  <a:lnTo>
                    <a:pt x="8836545" y="1427403"/>
                  </a:lnTo>
                  <a:lnTo>
                    <a:pt x="8876604" y="1339852"/>
                  </a:lnTo>
                  <a:lnTo>
                    <a:pt x="8916615" y="1253549"/>
                  </a:lnTo>
                  <a:lnTo>
                    <a:pt x="8956568" y="1169019"/>
                  </a:lnTo>
                  <a:lnTo>
                    <a:pt x="8996468" y="1086742"/>
                  </a:lnTo>
                  <a:lnTo>
                    <a:pt x="9036334" y="1007139"/>
                  </a:lnTo>
                  <a:lnTo>
                    <a:pt x="9076207" y="930568"/>
                  </a:lnTo>
                  <a:lnTo>
                    <a:pt x="9116150" y="857318"/>
                  </a:lnTo>
                  <a:lnTo>
                    <a:pt x="9156256" y="787605"/>
                  </a:lnTo>
                  <a:lnTo>
                    <a:pt x="9196645" y="721575"/>
                  </a:lnTo>
                  <a:lnTo>
                    <a:pt x="9237472" y="659308"/>
                  </a:lnTo>
                  <a:lnTo>
                    <a:pt x="9278934" y="600817"/>
                  </a:lnTo>
                  <a:lnTo>
                    <a:pt x="9321270" y="546060"/>
                  </a:lnTo>
                  <a:lnTo>
                    <a:pt x="9347647" y="514455"/>
                  </a:lnTo>
                  <a:lnTo>
                    <a:pt x="9398465" y="458888"/>
                  </a:lnTo>
                  <a:lnTo>
                    <a:pt x="9451624" y="408045"/>
                  </a:lnTo>
                  <a:lnTo>
                    <a:pt x="9507764" y="361767"/>
                  </a:lnTo>
                  <a:lnTo>
                    <a:pt x="9567592" y="319741"/>
                  </a:lnTo>
                  <a:lnTo>
                    <a:pt x="9631840" y="281588"/>
                  </a:lnTo>
                  <a:lnTo>
                    <a:pt x="9701227" y="246917"/>
                  </a:lnTo>
                  <a:lnTo>
                    <a:pt x="9776419" y="215357"/>
                  </a:lnTo>
                  <a:lnTo>
                    <a:pt x="9857964" y="186576"/>
                  </a:lnTo>
                  <a:lnTo>
                    <a:pt x="9946213" y="160298"/>
                  </a:lnTo>
                  <a:lnTo>
                    <a:pt x="10041218" y="136306"/>
                  </a:lnTo>
                  <a:lnTo>
                    <a:pt x="10142608" y="114447"/>
                  </a:lnTo>
                  <a:lnTo>
                    <a:pt x="10249456" y="94629"/>
                  </a:lnTo>
                  <a:lnTo>
                    <a:pt x="10360157" y="76820"/>
                  </a:lnTo>
                  <a:lnTo>
                    <a:pt x="10472363" y="61030"/>
                  </a:lnTo>
                  <a:lnTo>
                    <a:pt x="10583006" y="47300"/>
                  </a:lnTo>
                  <a:lnTo>
                    <a:pt x="10688470" y="35670"/>
                  </a:lnTo>
                  <a:lnTo>
                    <a:pt x="10784929" y="26151"/>
                  </a:lnTo>
                  <a:lnTo>
                    <a:pt x="10868822" y="18695"/>
                  </a:lnTo>
                  <a:lnTo>
                    <a:pt x="10937395" y="13179"/>
                  </a:lnTo>
                  <a:lnTo>
                    <a:pt x="10989180" y="9392"/>
                  </a:lnTo>
                  <a:lnTo>
                    <a:pt x="11024296" y="7049"/>
                  </a:lnTo>
                  <a:lnTo>
                    <a:pt x="11044520" y="5814"/>
                  </a:lnTo>
                  <a:lnTo>
                    <a:pt x="11053168" y="5330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4" y="54"/>
                  </a:lnTo>
                  <a:lnTo>
                    <a:pt x="11046772" y="444"/>
                  </a:lnTo>
                  <a:lnTo>
                    <a:pt x="11028872" y="1520"/>
                  </a:lnTo>
                  <a:lnTo>
                    <a:pt x="10996561" y="3642"/>
                  </a:lnTo>
                  <a:lnTo>
                    <a:pt x="10947774" y="7152"/>
                  </a:lnTo>
                  <a:lnTo>
                    <a:pt x="10882100" y="12345"/>
                  </a:lnTo>
                  <a:lnTo>
                    <a:pt x="10800742" y="19446"/>
                  </a:lnTo>
                  <a:lnTo>
                    <a:pt x="10706258" y="28596"/>
                  </a:lnTo>
                  <a:lnTo>
                    <a:pt x="10602107" y="39853"/>
                  </a:lnTo>
                  <a:lnTo>
                    <a:pt x="10492104" y="53215"/>
                  </a:lnTo>
                  <a:lnTo>
                    <a:pt x="10379932" y="68644"/>
                  </a:lnTo>
                  <a:lnTo>
                    <a:pt x="10268772" y="86099"/>
                  </a:lnTo>
                  <a:lnTo>
                    <a:pt x="10161107" y="105561"/>
                  </a:lnTo>
                  <a:lnTo>
                    <a:pt x="10058669" y="127055"/>
                  </a:lnTo>
                  <a:lnTo>
                    <a:pt x="9962496" y="150662"/>
                  </a:lnTo>
                  <a:lnTo>
                    <a:pt x="9873047" y="176522"/>
                  </a:lnTo>
                  <a:lnTo>
                    <a:pt x="9790338" y="204843"/>
                  </a:lnTo>
                  <a:lnTo>
                    <a:pt x="9714060" y="235890"/>
                  </a:lnTo>
                  <a:lnTo>
                    <a:pt x="9643694" y="269986"/>
                  </a:lnTo>
                  <a:lnTo>
                    <a:pt x="9578591" y="307495"/>
                  </a:lnTo>
                  <a:lnTo>
                    <a:pt x="9518036" y="348809"/>
                  </a:lnTo>
                  <a:lnTo>
                    <a:pt x="9461297" y="394312"/>
                  </a:lnTo>
                  <a:lnTo>
                    <a:pt x="9407661" y="444332"/>
                  </a:lnTo>
                  <a:lnTo>
                    <a:pt x="9356472" y="499063"/>
                  </a:lnTo>
                  <a:lnTo>
                    <a:pt x="9347647" y="509214"/>
                  </a:lnTo>
                  <a:lnTo>
                    <a:pt x="9304637" y="561737"/>
                  </a:lnTo>
                  <a:lnTo>
                    <a:pt x="9262673" y="617941"/>
                  </a:lnTo>
                  <a:lnTo>
                    <a:pt x="9221485" y="677903"/>
                  </a:lnTo>
                  <a:lnTo>
                    <a:pt x="9180849" y="741643"/>
                  </a:lnTo>
                  <a:lnTo>
                    <a:pt x="9140588" y="809122"/>
                  </a:lnTo>
                  <a:lnTo>
                    <a:pt x="9100558" y="880236"/>
                  </a:lnTo>
                  <a:lnTo>
                    <a:pt x="9060651" y="954811"/>
                  </a:lnTo>
                  <a:lnTo>
                    <a:pt x="9020787" y="1032603"/>
                  </a:lnTo>
                  <a:lnTo>
                    <a:pt x="8980912" y="1113295"/>
                  </a:lnTo>
                  <a:lnTo>
                    <a:pt x="8940992" y="1196504"/>
                  </a:lnTo>
                  <a:lnTo>
                    <a:pt x="8901016" y="1281785"/>
                  </a:lnTo>
                  <a:lnTo>
                    <a:pt x="8860985" y="1368640"/>
                  </a:lnTo>
                  <a:lnTo>
                    <a:pt x="8820912" y="1456528"/>
                  </a:lnTo>
                  <a:lnTo>
                    <a:pt x="8780819" y="1544884"/>
                  </a:lnTo>
                  <a:lnTo>
                    <a:pt x="8740732" y="1633126"/>
                  </a:lnTo>
                  <a:lnTo>
                    <a:pt x="8700673" y="1720678"/>
                  </a:lnTo>
                  <a:lnTo>
                    <a:pt x="8660662" y="1806981"/>
                  </a:lnTo>
                  <a:lnTo>
                    <a:pt x="8620708" y="1891510"/>
                  </a:lnTo>
                  <a:lnTo>
                    <a:pt x="8580808" y="1973787"/>
                  </a:lnTo>
                  <a:lnTo>
                    <a:pt x="8540942" y="2053390"/>
                  </a:lnTo>
                  <a:lnTo>
                    <a:pt x="8501070" y="2129961"/>
                  </a:lnTo>
                  <a:lnTo>
                    <a:pt x="8461126" y="2203211"/>
                  </a:lnTo>
                  <a:lnTo>
                    <a:pt x="8421021" y="2272925"/>
                  </a:lnTo>
                  <a:lnTo>
                    <a:pt x="8380632" y="2338954"/>
                  </a:lnTo>
                  <a:lnTo>
                    <a:pt x="8339804" y="2401222"/>
                  </a:lnTo>
                  <a:lnTo>
                    <a:pt x="8298343" y="2459712"/>
                  </a:lnTo>
                  <a:lnTo>
                    <a:pt x="8256006" y="2514469"/>
                  </a:lnTo>
                  <a:lnTo>
                    <a:pt x="8229629" y="2546074"/>
                  </a:lnTo>
                  <a:lnTo>
                    <a:pt x="8178811" y="2601641"/>
                  </a:lnTo>
                  <a:lnTo>
                    <a:pt x="8125653" y="2652484"/>
                  </a:lnTo>
                  <a:lnTo>
                    <a:pt x="8069512" y="2698763"/>
                  </a:lnTo>
                  <a:lnTo>
                    <a:pt x="8009684" y="2740789"/>
                  </a:lnTo>
                  <a:lnTo>
                    <a:pt x="7945437" y="2778941"/>
                  </a:lnTo>
                  <a:lnTo>
                    <a:pt x="7876050" y="2813612"/>
                  </a:lnTo>
                  <a:lnTo>
                    <a:pt x="7800858" y="2845172"/>
                  </a:lnTo>
                  <a:lnTo>
                    <a:pt x="7719313" y="2873953"/>
                  </a:lnTo>
                  <a:lnTo>
                    <a:pt x="7631063" y="2900231"/>
                  </a:lnTo>
                  <a:lnTo>
                    <a:pt x="7536058" y="2924223"/>
                  </a:lnTo>
                  <a:lnTo>
                    <a:pt x="7434668" y="2946083"/>
                  </a:lnTo>
                  <a:lnTo>
                    <a:pt x="7327821" y="2965900"/>
                  </a:lnTo>
                  <a:lnTo>
                    <a:pt x="7217119" y="2983710"/>
                  </a:lnTo>
                  <a:lnTo>
                    <a:pt x="7104913" y="2999499"/>
                  </a:lnTo>
                  <a:lnTo>
                    <a:pt x="6994271" y="3013229"/>
                  </a:lnTo>
                  <a:lnTo>
                    <a:pt x="6888806" y="3024859"/>
                  </a:lnTo>
                  <a:lnTo>
                    <a:pt x="6792348" y="3034379"/>
                  </a:lnTo>
                  <a:lnTo>
                    <a:pt x="6708455" y="3041834"/>
                  </a:lnTo>
                  <a:lnTo>
                    <a:pt x="6639881" y="3047350"/>
                  </a:lnTo>
                  <a:lnTo>
                    <a:pt x="6588096" y="3051137"/>
                  </a:lnTo>
                  <a:lnTo>
                    <a:pt x="6552981" y="3053480"/>
                  </a:lnTo>
                  <a:lnTo>
                    <a:pt x="6532756" y="3054715"/>
                  </a:lnTo>
                  <a:lnTo>
                    <a:pt x="6524108" y="3055200"/>
                  </a:lnTo>
                  <a:lnTo>
                    <a:pt x="6522385" y="3055289"/>
                  </a:lnTo>
                  <a:lnTo>
                    <a:pt x="5527445" y="3055289"/>
                  </a:lnTo>
                  <a:lnTo>
                    <a:pt x="5526331" y="3055257"/>
                  </a:lnTo>
                  <a:lnTo>
                    <a:pt x="5518977" y="3055031"/>
                  </a:lnTo>
                  <a:lnTo>
                    <a:pt x="5500331" y="3054406"/>
                  </a:lnTo>
                  <a:lnTo>
                    <a:pt x="5466725" y="3053174"/>
                  </a:lnTo>
                  <a:lnTo>
                    <a:pt x="5416090" y="3051137"/>
                  </a:lnTo>
                  <a:lnTo>
                    <a:pt x="5348109" y="3048126"/>
                  </a:lnTo>
                  <a:lnTo>
                    <a:pt x="5264167" y="3044014"/>
                  </a:lnTo>
                  <a:lnTo>
                    <a:pt x="5167045" y="3038725"/>
                  </a:lnTo>
                  <a:lnTo>
                    <a:pt x="5060423" y="3032229"/>
                  </a:lnTo>
                  <a:lnTo>
                    <a:pt x="4948293" y="3024531"/>
                  </a:lnTo>
                  <a:lnTo>
                    <a:pt x="4834447" y="3015654"/>
                  </a:lnTo>
                  <a:lnTo>
                    <a:pt x="4722105" y="3005621"/>
                  </a:lnTo>
                  <a:lnTo>
                    <a:pt x="4613727" y="2994439"/>
                  </a:lnTo>
                  <a:lnTo>
                    <a:pt x="4510984" y="2982088"/>
                  </a:lnTo>
                  <a:lnTo>
                    <a:pt x="4414830" y="2968515"/>
                  </a:lnTo>
                  <a:lnTo>
                    <a:pt x="4325636" y="2953629"/>
                  </a:lnTo>
                  <a:lnTo>
                    <a:pt x="4243329" y="2937303"/>
                  </a:lnTo>
                  <a:lnTo>
                    <a:pt x="4167527" y="2919374"/>
                  </a:lnTo>
                  <a:lnTo>
                    <a:pt x="4097645" y="2899648"/>
                  </a:lnTo>
                  <a:lnTo>
                    <a:pt x="4032981" y="2877907"/>
                  </a:lnTo>
                  <a:lnTo>
                    <a:pt x="3972779" y="2853924"/>
                  </a:lnTo>
                  <a:lnTo>
                    <a:pt x="3916275" y="2827482"/>
                  </a:lnTo>
                  <a:lnTo>
                    <a:pt x="3862740" y="2798408"/>
                  </a:lnTo>
                  <a:lnTo>
                    <a:pt x="3820202" y="2772295"/>
                  </a:lnTo>
                  <a:lnTo>
                    <a:pt x="3768366" y="2736765"/>
                  </a:lnTo>
                  <a:lnTo>
                    <a:pt x="3717974" y="2698232"/>
                  </a:lnTo>
                  <a:lnTo>
                    <a:pt x="3668573" y="2656638"/>
                  </a:lnTo>
                  <a:lnTo>
                    <a:pt x="3619811" y="2611994"/>
                  </a:lnTo>
                  <a:lnTo>
                    <a:pt x="3571420" y="2564384"/>
                  </a:lnTo>
                  <a:lnTo>
                    <a:pt x="3523205" y="2513974"/>
                  </a:lnTo>
                  <a:lnTo>
                    <a:pt x="3475031" y="2461015"/>
                  </a:lnTo>
                  <a:lnTo>
                    <a:pt x="3426815" y="2405841"/>
                  </a:lnTo>
                  <a:lnTo>
                    <a:pt x="3378521" y="2348861"/>
                  </a:lnTo>
                  <a:lnTo>
                    <a:pt x="3330146" y="2290553"/>
                  </a:lnTo>
                  <a:lnTo>
                    <a:pt x="3281713" y="2231445"/>
                  </a:lnTo>
                  <a:lnTo>
                    <a:pt x="3233262" y="2172097"/>
                  </a:lnTo>
                  <a:lnTo>
                    <a:pt x="3184835" y="2113076"/>
                  </a:lnTo>
                  <a:lnTo>
                    <a:pt x="3136471" y="2054938"/>
                  </a:lnTo>
                  <a:lnTo>
                    <a:pt x="3088190" y="1998205"/>
                  </a:lnTo>
                  <a:lnTo>
                    <a:pt x="3039984" y="1943344"/>
                  </a:lnTo>
                  <a:lnTo>
                    <a:pt x="2991810" y="1890756"/>
                  </a:lnTo>
                  <a:lnTo>
                    <a:pt x="2943579" y="1840760"/>
                  </a:lnTo>
                  <a:lnTo>
                    <a:pt x="2895146" y="1793595"/>
                  </a:lnTo>
                  <a:lnTo>
                    <a:pt x="2846305" y="1749414"/>
                  </a:lnTo>
                  <a:lnTo>
                    <a:pt x="2796777" y="1708290"/>
                  </a:lnTo>
                  <a:lnTo>
                    <a:pt x="2746196" y="1670221"/>
                  </a:lnTo>
                  <a:lnTo>
                    <a:pt x="2702183" y="1640318"/>
                  </a:lnTo>
                  <a:lnTo>
                    <a:pt x="2650606" y="1609004"/>
                  </a:lnTo>
                  <a:lnTo>
                    <a:pt x="2596609" y="1580393"/>
                  </a:lnTo>
                  <a:lnTo>
                    <a:pt x="2539522" y="1554388"/>
                  </a:lnTo>
                  <a:lnTo>
                    <a:pt x="2478606" y="1530808"/>
                  </a:lnTo>
                  <a:lnTo>
                    <a:pt x="2413096" y="1509430"/>
                  </a:lnTo>
                  <a:lnTo>
                    <a:pt x="2342242" y="1490028"/>
                  </a:lnTo>
                  <a:lnTo>
                    <a:pt x="2265357" y="1472388"/>
                  </a:lnTo>
                  <a:lnTo>
                    <a:pt x="2181885" y="1456321"/>
                  </a:lnTo>
                  <a:lnTo>
                    <a:pt x="2091486" y="1441670"/>
                  </a:lnTo>
                  <a:lnTo>
                    <a:pt x="1994157" y="1428313"/>
                  </a:lnTo>
                  <a:lnTo>
                    <a:pt x="1890356" y="1416166"/>
                  </a:lnTo>
                  <a:lnTo>
                    <a:pt x="1781154" y="1405182"/>
                  </a:lnTo>
                  <a:lnTo>
                    <a:pt x="1668356" y="1395347"/>
                  </a:lnTo>
                  <a:lnTo>
                    <a:pt x="1554557" y="1386671"/>
                  </a:lnTo>
                  <a:lnTo>
                    <a:pt x="1443094" y="1379179"/>
                  </a:lnTo>
                  <a:lnTo>
                    <a:pt x="1337825" y="1372891"/>
                  </a:lnTo>
                  <a:lnTo>
                    <a:pt x="1242729" y="1367808"/>
                  </a:lnTo>
                  <a:lnTo>
                    <a:pt x="1161371" y="1363893"/>
                  </a:lnTo>
                  <a:lnTo>
                    <a:pt x="1096324" y="1361060"/>
                  </a:lnTo>
                  <a:lnTo>
                    <a:pt x="1048694" y="1359175"/>
                  </a:lnTo>
                  <a:lnTo>
                    <a:pt x="1017859" y="1358062"/>
                  </a:lnTo>
                  <a:lnTo>
                    <a:pt x="1001460" y="1357520"/>
                  </a:lnTo>
                  <a:lnTo>
                    <a:pt x="995577" y="1357342"/>
                  </a:lnTo>
                  <a:lnTo>
                    <a:pt x="994940" y="1357324"/>
                  </a:lnTo>
                  <a:lnTo>
                    <a:pt x="0" y="1357324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27" name="pl726"/>
            <p:cNvSpPr/>
            <p:nvPr/>
          </p:nvSpPr>
          <p:spPr>
            <a:xfrm>
              <a:off x="1199187" y="1530100"/>
              <a:ext cx="12049831" cy="3055289"/>
            </a:xfrm>
            <a:custGeom>
              <a:avLst/>
              <a:pathLst>
                <a:path w="12049831" h="3055289">
                  <a:moveTo>
                    <a:pt x="0" y="1357324"/>
                  </a:moveTo>
                  <a:lnTo>
                    <a:pt x="994940" y="1357324"/>
                  </a:lnTo>
                  <a:lnTo>
                    <a:pt x="996054" y="1357356"/>
                  </a:lnTo>
                  <a:lnTo>
                    <a:pt x="1003408" y="1357582"/>
                  </a:lnTo>
                  <a:lnTo>
                    <a:pt x="1022054" y="1358207"/>
                  </a:lnTo>
                  <a:lnTo>
                    <a:pt x="1055660" y="1359439"/>
                  </a:lnTo>
                  <a:lnTo>
                    <a:pt x="1106295" y="1361476"/>
                  </a:lnTo>
                  <a:lnTo>
                    <a:pt x="1174276" y="1364487"/>
                  </a:lnTo>
                  <a:lnTo>
                    <a:pt x="1258218" y="1368599"/>
                  </a:lnTo>
                  <a:lnTo>
                    <a:pt x="1355340" y="1373888"/>
                  </a:lnTo>
                  <a:lnTo>
                    <a:pt x="1461962" y="1380384"/>
                  </a:lnTo>
                  <a:lnTo>
                    <a:pt x="1574092" y="1388082"/>
                  </a:lnTo>
                  <a:lnTo>
                    <a:pt x="1687938" y="1396959"/>
                  </a:lnTo>
                  <a:lnTo>
                    <a:pt x="1800280" y="1406992"/>
                  </a:lnTo>
                  <a:lnTo>
                    <a:pt x="1908658" y="1418174"/>
                  </a:lnTo>
                  <a:lnTo>
                    <a:pt x="2011401" y="1430525"/>
                  </a:lnTo>
                  <a:lnTo>
                    <a:pt x="2107555" y="1444098"/>
                  </a:lnTo>
                  <a:lnTo>
                    <a:pt x="2196749" y="1458984"/>
                  </a:lnTo>
                  <a:lnTo>
                    <a:pt x="2279056" y="1475310"/>
                  </a:lnTo>
                  <a:lnTo>
                    <a:pt x="2354858" y="1493239"/>
                  </a:lnTo>
                  <a:lnTo>
                    <a:pt x="2424740" y="1512965"/>
                  </a:lnTo>
                  <a:lnTo>
                    <a:pt x="2489404" y="1534706"/>
                  </a:lnTo>
                  <a:lnTo>
                    <a:pt x="2549606" y="1558689"/>
                  </a:lnTo>
                  <a:lnTo>
                    <a:pt x="2606110" y="1585131"/>
                  </a:lnTo>
                  <a:lnTo>
                    <a:pt x="2659645" y="1614204"/>
                  </a:lnTo>
                  <a:lnTo>
                    <a:pt x="2702183" y="1640318"/>
                  </a:lnTo>
                  <a:lnTo>
                    <a:pt x="2754019" y="1675848"/>
                  </a:lnTo>
                  <a:lnTo>
                    <a:pt x="2804411" y="1714381"/>
                  </a:lnTo>
                  <a:lnTo>
                    <a:pt x="2853812" y="1755975"/>
                  </a:lnTo>
                  <a:lnTo>
                    <a:pt x="2902574" y="1800619"/>
                  </a:lnTo>
                  <a:lnTo>
                    <a:pt x="2950965" y="1848229"/>
                  </a:lnTo>
                  <a:lnTo>
                    <a:pt x="2999180" y="1898639"/>
                  </a:lnTo>
                  <a:lnTo>
                    <a:pt x="3047354" y="1951598"/>
                  </a:lnTo>
                  <a:lnTo>
                    <a:pt x="3095570" y="2006772"/>
                  </a:lnTo>
                  <a:lnTo>
                    <a:pt x="3143864" y="2063752"/>
                  </a:lnTo>
                  <a:lnTo>
                    <a:pt x="3192239" y="2122060"/>
                  </a:lnTo>
                  <a:lnTo>
                    <a:pt x="3240672" y="2181167"/>
                  </a:lnTo>
                  <a:lnTo>
                    <a:pt x="3289123" y="2240516"/>
                  </a:lnTo>
                  <a:lnTo>
                    <a:pt x="3337550" y="2299537"/>
                  </a:lnTo>
                  <a:lnTo>
                    <a:pt x="3385914" y="2357675"/>
                  </a:lnTo>
                  <a:lnTo>
                    <a:pt x="3434195" y="2414408"/>
                  </a:lnTo>
                  <a:lnTo>
                    <a:pt x="3482401" y="2469268"/>
                  </a:lnTo>
                  <a:lnTo>
                    <a:pt x="3530575" y="2521857"/>
                  </a:lnTo>
                  <a:lnTo>
                    <a:pt x="3578806" y="2571853"/>
                  </a:lnTo>
                  <a:lnTo>
                    <a:pt x="3627239" y="2619018"/>
                  </a:lnTo>
                  <a:lnTo>
                    <a:pt x="3676080" y="2663199"/>
                  </a:lnTo>
                  <a:lnTo>
                    <a:pt x="3725608" y="2704323"/>
                  </a:lnTo>
                  <a:lnTo>
                    <a:pt x="3776189" y="2742392"/>
                  </a:lnTo>
                  <a:lnTo>
                    <a:pt x="3820202" y="2772295"/>
                  </a:lnTo>
                  <a:lnTo>
                    <a:pt x="3871779" y="2803608"/>
                  </a:lnTo>
                  <a:lnTo>
                    <a:pt x="3925776" y="2832220"/>
                  </a:lnTo>
                  <a:lnTo>
                    <a:pt x="3982863" y="2858225"/>
                  </a:lnTo>
                  <a:lnTo>
                    <a:pt x="4043779" y="2881805"/>
                  </a:lnTo>
                  <a:lnTo>
                    <a:pt x="4109289" y="2903183"/>
                  </a:lnTo>
                  <a:lnTo>
                    <a:pt x="4180143" y="2922585"/>
                  </a:lnTo>
                  <a:lnTo>
                    <a:pt x="4257028" y="2940225"/>
                  </a:lnTo>
                  <a:lnTo>
                    <a:pt x="4340500" y="2956292"/>
                  </a:lnTo>
                  <a:lnTo>
                    <a:pt x="4430899" y="2970943"/>
                  </a:lnTo>
                  <a:lnTo>
                    <a:pt x="4528228" y="2984300"/>
                  </a:lnTo>
                  <a:lnTo>
                    <a:pt x="4632029" y="2996447"/>
                  </a:lnTo>
                  <a:lnTo>
                    <a:pt x="4741231" y="3007431"/>
                  </a:lnTo>
                  <a:lnTo>
                    <a:pt x="4854029" y="3017266"/>
                  </a:lnTo>
                  <a:lnTo>
                    <a:pt x="4967828" y="3025942"/>
                  </a:lnTo>
                  <a:lnTo>
                    <a:pt x="5079291" y="3033434"/>
                  </a:lnTo>
                  <a:lnTo>
                    <a:pt x="5184560" y="3039722"/>
                  </a:lnTo>
                  <a:lnTo>
                    <a:pt x="5279656" y="3044804"/>
                  </a:lnTo>
                  <a:lnTo>
                    <a:pt x="5361014" y="3048720"/>
                  </a:lnTo>
                  <a:lnTo>
                    <a:pt x="5426061" y="3051553"/>
                  </a:lnTo>
                  <a:lnTo>
                    <a:pt x="5473691" y="3053438"/>
                  </a:lnTo>
                  <a:lnTo>
                    <a:pt x="5504526" y="3054551"/>
                  </a:lnTo>
                  <a:lnTo>
                    <a:pt x="5520925" y="3055093"/>
                  </a:lnTo>
                  <a:lnTo>
                    <a:pt x="5526808" y="3055271"/>
                  </a:lnTo>
                  <a:lnTo>
                    <a:pt x="5527445" y="3055289"/>
                  </a:lnTo>
                  <a:lnTo>
                    <a:pt x="6522385" y="3055289"/>
                  </a:lnTo>
                  <a:lnTo>
                    <a:pt x="6523453" y="3055234"/>
                  </a:lnTo>
                  <a:lnTo>
                    <a:pt x="6530504" y="3054845"/>
                  </a:lnTo>
                  <a:lnTo>
                    <a:pt x="6548405" y="3053768"/>
                  </a:lnTo>
                  <a:lnTo>
                    <a:pt x="6580716" y="3051646"/>
                  </a:lnTo>
                  <a:lnTo>
                    <a:pt x="6629502" y="3048137"/>
                  </a:lnTo>
                  <a:lnTo>
                    <a:pt x="6695176" y="3042944"/>
                  </a:lnTo>
                  <a:lnTo>
                    <a:pt x="6776535" y="3035842"/>
                  </a:lnTo>
                  <a:lnTo>
                    <a:pt x="6871018" y="3026692"/>
                  </a:lnTo>
                  <a:lnTo>
                    <a:pt x="6975170" y="3015435"/>
                  </a:lnTo>
                  <a:lnTo>
                    <a:pt x="7085173" y="3002073"/>
                  </a:lnTo>
                  <a:lnTo>
                    <a:pt x="7197345" y="2986644"/>
                  </a:lnTo>
                  <a:lnTo>
                    <a:pt x="7308504" y="2969190"/>
                  </a:lnTo>
                  <a:lnTo>
                    <a:pt x="7416169" y="2949727"/>
                  </a:lnTo>
                  <a:lnTo>
                    <a:pt x="7518608" y="2928233"/>
                  </a:lnTo>
                  <a:lnTo>
                    <a:pt x="7614781" y="2904627"/>
                  </a:lnTo>
                  <a:lnTo>
                    <a:pt x="7704229" y="2878766"/>
                  </a:lnTo>
                  <a:lnTo>
                    <a:pt x="7786939" y="2850446"/>
                  </a:lnTo>
                  <a:lnTo>
                    <a:pt x="7863217" y="2819399"/>
                  </a:lnTo>
                  <a:lnTo>
                    <a:pt x="7933583" y="2785303"/>
                  </a:lnTo>
                  <a:lnTo>
                    <a:pt x="7998686" y="2747793"/>
                  </a:lnTo>
                  <a:lnTo>
                    <a:pt x="8059241" y="2706479"/>
                  </a:lnTo>
                  <a:lnTo>
                    <a:pt x="8115980" y="2660977"/>
                  </a:lnTo>
                  <a:lnTo>
                    <a:pt x="8169616" y="2610957"/>
                  </a:lnTo>
                  <a:lnTo>
                    <a:pt x="8220804" y="2556225"/>
                  </a:lnTo>
                  <a:lnTo>
                    <a:pt x="8229629" y="2546074"/>
                  </a:lnTo>
                  <a:lnTo>
                    <a:pt x="8272640" y="2493552"/>
                  </a:lnTo>
                  <a:lnTo>
                    <a:pt x="8314603" y="2437347"/>
                  </a:lnTo>
                  <a:lnTo>
                    <a:pt x="8355792" y="2377386"/>
                  </a:lnTo>
                  <a:lnTo>
                    <a:pt x="8396427" y="2313646"/>
                  </a:lnTo>
                  <a:lnTo>
                    <a:pt x="8436689" y="2246167"/>
                  </a:lnTo>
                  <a:lnTo>
                    <a:pt x="8476719" y="2175053"/>
                  </a:lnTo>
                  <a:lnTo>
                    <a:pt x="8516625" y="2100477"/>
                  </a:lnTo>
                  <a:lnTo>
                    <a:pt x="8556489" y="2022686"/>
                  </a:lnTo>
                  <a:lnTo>
                    <a:pt x="8596365" y="1941994"/>
                  </a:lnTo>
                  <a:lnTo>
                    <a:pt x="8636284" y="1858785"/>
                  </a:lnTo>
                  <a:lnTo>
                    <a:pt x="8676261" y="1773504"/>
                  </a:lnTo>
                  <a:lnTo>
                    <a:pt x="8716292" y="1686649"/>
                  </a:lnTo>
                  <a:lnTo>
                    <a:pt x="8756365" y="1598760"/>
                  </a:lnTo>
                  <a:lnTo>
                    <a:pt x="8796457" y="1510405"/>
                  </a:lnTo>
                  <a:lnTo>
                    <a:pt x="8836545" y="1422163"/>
                  </a:lnTo>
                  <a:lnTo>
                    <a:pt x="8876604" y="1334611"/>
                  </a:lnTo>
                  <a:lnTo>
                    <a:pt x="8916615" y="1248308"/>
                  </a:lnTo>
                  <a:lnTo>
                    <a:pt x="8956568" y="1163778"/>
                  </a:lnTo>
                  <a:lnTo>
                    <a:pt x="8996468" y="1081501"/>
                  </a:lnTo>
                  <a:lnTo>
                    <a:pt x="9036334" y="1001899"/>
                  </a:lnTo>
                  <a:lnTo>
                    <a:pt x="9076207" y="925328"/>
                  </a:lnTo>
                  <a:lnTo>
                    <a:pt x="9116150" y="852077"/>
                  </a:lnTo>
                  <a:lnTo>
                    <a:pt x="9156256" y="782364"/>
                  </a:lnTo>
                  <a:lnTo>
                    <a:pt x="9196645" y="716335"/>
                  </a:lnTo>
                  <a:lnTo>
                    <a:pt x="9237472" y="654067"/>
                  </a:lnTo>
                  <a:lnTo>
                    <a:pt x="9278934" y="595576"/>
                  </a:lnTo>
                  <a:lnTo>
                    <a:pt x="9321270" y="540820"/>
                  </a:lnTo>
                  <a:lnTo>
                    <a:pt x="9347647" y="509214"/>
                  </a:lnTo>
                  <a:lnTo>
                    <a:pt x="9398465" y="453647"/>
                  </a:lnTo>
                  <a:lnTo>
                    <a:pt x="9451624" y="402805"/>
                  </a:lnTo>
                  <a:lnTo>
                    <a:pt x="9507764" y="356526"/>
                  </a:lnTo>
                  <a:lnTo>
                    <a:pt x="9567592" y="314500"/>
                  </a:lnTo>
                  <a:lnTo>
                    <a:pt x="9631840" y="276348"/>
                  </a:lnTo>
                  <a:lnTo>
                    <a:pt x="9701227" y="241677"/>
                  </a:lnTo>
                  <a:lnTo>
                    <a:pt x="9776419" y="210116"/>
                  </a:lnTo>
                  <a:lnTo>
                    <a:pt x="9857964" y="181335"/>
                  </a:lnTo>
                  <a:lnTo>
                    <a:pt x="9946213" y="155057"/>
                  </a:lnTo>
                  <a:lnTo>
                    <a:pt x="10041218" y="131065"/>
                  </a:lnTo>
                  <a:lnTo>
                    <a:pt x="10142608" y="109206"/>
                  </a:lnTo>
                  <a:lnTo>
                    <a:pt x="10249456" y="89388"/>
                  </a:lnTo>
                  <a:lnTo>
                    <a:pt x="10360157" y="71579"/>
                  </a:lnTo>
                  <a:lnTo>
                    <a:pt x="10472363" y="55790"/>
                  </a:lnTo>
                  <a:lnTo>
                    <a:pt x="10583006" y="42060"/>
                  </a:lnTo>
                  <a:lnTo>
                    <a:pt x="10688470" y="30429"/>
                  </a:lnTo>
                  <a:lnTo>
                    <a:pt x="10784929" y="20910"/>
                  </a:lnTo>
                  <a:lnTo>
                    <a:pt x="10868822" y="13455"/>
                  </a:lnTo>
                  <a:lnTo>
                    <a:pt x="10937395" y="7939"/>
                  </a:lnTo>
                  <a:lnTo>
                    <a:pt x="10989180" y="4152"/>
                  </a:lnTo>
                  <a:lnTo>
                    <a:pt x="11024296" y="1809"/>
                  </a:lnTo>
                  <a:lnTo>
                    <a:pt x="11044520" y="574"/>
                  </a:lnTo>
                  <a:lnTo>
                    <a:pt x="11053168" y="89"/>
                  </a:lnTo>
                  <a:lnTo>
                    <a:pt x="11054885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8" name="pl727"/>
            <p:cNvSpPr/>
            <p:nvPr/>
          </p:nvSpPr>
          <p:spPr>
            <a:xfrm>
              <a:off x="1199187" y="1524859"/>
              <a:ext cx="12049831" cy="3055289"/>
            </a:xfrm>
            <a:custGeom>
              <a:avLst/>
              <a:pathLst>
                <a:path w="12049831" h="3055289">
                  <a:moveTo>
                    <a:pt x="12049831" y="0"/>
                  </a:moveTo>
                  <a:lnTo>
                    <a:pt x="11054891" y="0"/>
                  </a:lnTo>
                  <a:lnTo>
                    <a:pt x="11053824" y="54"/>
                  </a:lnTo>
                  <a:lnTo>
                    <a:pt x="11046772" y="444"/>
                  </a:lnTo>
                  <a:lnTo>
                    <a:pt x="11028872" y="1520"/>
                  </a:lnTo>
                  <a:lnTo>
                    <a:pt x="10996561" y="3642"/>
                  </a:lnTo>
                  <a:lnTo>
                    <a:pt x="10947774" y="7152"/>
                  </a:lnTo>
                  <a:lnTo>
                    <a:pt x="10882100" y="12345"/>
                  </a:lnTo>
                  <a:lnTo>
                    <a:pt x="10800742" y="19446"/>
                  </a:lnTo>
                  <a:lnTo>
                    <a:pt x="10706258" y="28596"/>
                  </a:lnTo>
                  <a:lnTo>
                    <a:pt x="10602107" y="39853"/>
                  </a:lnTo>
                  <a:lnTo>
                    <a:pt x="10492104" y="53215"/>
                  </a:lnTo>
                  <a:lnTo>
                    <a:pt x="10379932" y="68644"/>
                  </a:lnTo>
                  <a:lnTo>
                    <a:pt x="10268772" y="86099"/>
                  </a:lnTo>
                  <a:lnTo>
                    <a:pt x="10161107" y="105561"/>
                  </a:lnTo>
                  <a:lnTo>
                    <a:pt x="10058669" y="127055"/>
                  </a:lnTo>
                  <a:lnTo>
                    <a:pt x="9962496" y="150662"/>
                  </a:lnTo>
                  <a:lnTo>
                    <a:pt x="9873047" y="176522"/>
                  </a:lnTo>
                  <a:lnTo>
                    <a:pt x="9790338" y="204843"/>
                  </a:lnTo>
                  <a:lnTo>
                    <a:pt x="9714060" y="235890"/>
                  </a:lnTo>
                  <a:lnTo>
                    <a:pt x="9643694" y="269986"/>
                  </a:lnTo>
                  <a:lnTo>
                    <a:pt x="9578591" y="307495"/>
                  </a:lnTo>
                  <a:lnTo>
                    <a:pt x="9518036" y="348809"/>
                  </a:lnTo>
                  <a:lnTo>
                    <a:pt x="9461297" y="394312"/>
                  </a:lnTo>
                  <a:lnTo>
                    <a:pt x="9407661" y="444332"/>
                  </a:lnTo>
                  <a:lnTo>
                    <a:pt x="9356472" y="499063"/>
                  </a:lnTo>
                  <a:lnTo>
                    <a:pt x="9347647" y="509214"/>
                  </a:lnTo>
                  <a:lnTo>
                    <a:pt x="9304637" y="561737"/>
                  </a:lnTo>
                  <a:lnTo>
                    <a:pt x="9262673" y="617941"/>
                  </a:lnTo>
                  <a:lnTo>
                    <a:pt x="9221485" y="677903"/>
                  </a:lnTo>
                  <a:lnTo>
                    <a:pt x="9180849" y="741643"/>
                  </a:lnTo>
                  <a:lnTo>
                    <a:pt x="9140588" y="809122"/>
                  </a:lnTo>
                  <a:lnTo>
                    <a:pt x="9100558" y="880236"/>
                  </a:lnTo>
                  <a:lnTo>
                    <a:pt x="9060651" y="954811"/>
                  </a:lnTo>
                  <a:lnTo>
                    <a:pt x="9020787" y="1032603"/>
                  </a:lnTo>
                  <a:lnTo>
                    <a:pt x="8980912" y="1113295"/>
                  </a:lnTo>
                  <a:lnTo>
                    <a:pt x="8940992" y="1196504"/>
                  </a:lnTo>
                  <a:lnTo>
                    <a:pt x="8901016" y="1281785"/>
                  </a:lnTo>
                  <a:lnTo>
                    <a:pt x="8860985" y="1368640"/>
                  </a:lnTo>
                  <a:lnTo>
                    <a:pt x="8820912" y="1456528"/>
                  </a:lnTo>
                  <a:lnTo>
                    <a:pt x="8780819" y="1544884"/>
                  </a:lnTo>
                  <a:lnTo>
                    <a:pt x="8740732" y="1633126"/>
                  </a:lnTo>
                  <a:lnTo>
                    <a:pt x="8700673" y="1720678"/>
                  </a:lnTo>
                  <a:lnTo>
                    <a:pt x="8660662" y="1806981"/>
                  </a:lnTo>
                  <a:lnTo>
                    <a:pt x="8620708" y="1891510"/>
                  </a:lnTo>
                  <a:lnTo>
                    <a:pt x="8580808" y="1973787"/>
                  </a:lnTo>
                  <a:lnTo>
                    <a:pt x="8540942" y="2053390"/>
                  </a:lnTo>
                  <a:lnTo>
                    <a:pt x="8501070" y="2129961"/>
                  </a:lnTo>
                  <a:lnTo>
                    <a:pt x="8461126" y="2203211"/>
                  </a:lnTo>
                  <a:lnTo>
                    <a:pt x="8421021" y="2272925"/>
                  </a:lnTo>
                  <a:lnTo>
                    <a:pt x="8380632" y="2338954"/>
                  </a:lnTo>
                  <a:lnTo>
                    <a:pt x="8339804" y="2401222"/>
                  </a:lnTo>
                  <a:lnTo>
                    <a:pt x="8298343" y="2459712"/>
                  </a:lnTo>
                  <a:lnTo>
                    <a:pt x="8256006" y="2514469"/>
                  </a:lnTo>
                  <a:lnTo>
                    <a:pt x="8229629" y="2546074"/>
                  </a:lnTo>
                  <a:lnTo>
                    <a:pt x="8178811" y="2601641"/>
                  </a:lnTo>
                  <a:lnTo>
                    <a:pt x="8125653" y="2652484"/>
                  </a:lnTo>
                  <a:lnTo>
                    <a:pt x="8069512" y="2698763"/>
                  </a:lnTo>
                  <a:lnTo>
                    <a:pt x="8009684" y="2740789"/>
                  </a:lnTo>
                  <a:lnTo>
                    <a:pt x="7945437" y="2778941"/>
                  </a:lnTo>
                  <a:lnTo>
                    <a:pt x="7876050" y="2813612"/>
                  </a:lnTo>
                  <a:lnTo>
                    <a:pt x="7800858" y="2845172"/>
                  </a:lnTo>
                  <a:lnTo>
                    <a:pt x="7719313" y="2873953"/>
                  </a:lnTo>
                  <a:lnTo>
                    <a:pt x="7631063" y="2900231"/>
                  </a:lnTo>
                  <a:lnTo>
                    <a:pt x="7536058" y="2924223"/>
                  </a:lnTo>
                  <a:lnTo>
                    <a:pt x="7434668" y="2946083"/>
                  </a:lnTo>
                  <a:lnTo>
                    <a:pt x="7327821" y="2965900"/>
                  </a:lnTo>
                  <a:lnTo>
                    <a:pt x="7217119" y="2983710"/>
                  </a:lnTo>
                  <a:lnTo>
                    <a:pt x="7104913" y="2999499"/>
                  </a:lnTo>
                  <a:lnTo>
                    <a:pt x="6994271" y="3013229"/>
                  </a:lnTo>
                  <a:lnTo>
                    <a:pt x="6888806" y="3024859"/>
                  </a:lnTo>
                  <a:lnTo>
                    <a:pt x="6792348" y="3034379"/>
                  </a:lnTo>
                  <a:lnTo>
                    <a:pt x="6708455" y="3041834"/>
                  </a:lnTo>
                  <a:lnTo>
                    <a:pt x="6639881" y="3047350"/>
                  </a:lnTo>
                  <a:lnTo>
                    <a:pt x="6588096" y="3051137"/>
                  </a:lnTo>
                  <a:lnTo>
                    <a:pt x="6552981" y="3053480"/>
                  </a:lnTo>
                  <a:lnTo>
                    <a:pt x="6532756" y="3054715"/>
                  </a:lnTo>
                  <a:lnTo>
                    <a:pt x="6524108" y="3055200"/>
                  </a:lnTo>
                  <a:lnTo>
                    <a:pt x="6522392" y="3055289"/>
                  </a:lnTo>
                  <a:lnTo>
                    <a:pt x="6522385" y="3055289"/>
                  </a:lnTo>
                  <a:lnTo>
                    <a:pt x="5527445" y="3055289"/>
                  </a:lnTo>
                  <a:lnTo>
                    <a:pt x="5526331" y="3055257"/>
                  </a:lnTo>
                  <a:lnTo>
                    <a:pt x="5518977" y="3055031"/>
                  </a:lnTo>
                  <a:lnTo>
                    <a:pt x="5500331" y="3054406"/>
                  </a:lnTo>
                  <a:lnTo>
                    <a:pt x="5466725" y="3053174"/>
                  </a:lnTo>
                  <a:lnTo>
                    <a:pt x="5416090" y="3051137"/>
                  </a:lnTo>
                  <a:lnTo>
                    <a:pt x="5348109" y="3048126"/>
                  </a:lnTo>
                  <a:lnTo>
                    <a:pt x="5264167" y="3044014"/>
                  </a:lnTo>
                  <a:lnTo>
                    <a:pt x="5167045" y="3038725"/>
                  </a:lnTo>
                  <a:lnTo>
                    <a:pt x="5060423" y="3032229"/>
                  </a:lnTo>
                  <a:lnTo>
                    <a:pt x="4948293" y="3024531"/>
                  </a:lnTo>
                  <a:lnTo>
                    <a:pt x="4834447" y="3015654"/>
                  </a:lnTo>
                  <a:lnTo>
                    <a:pt x="4722105" y="3005621"/>
                  </a:lnTo>
                  <a:lnTo>
                    <a:pt x="4613727" y="2994439"/>
                  </a:lnTo>
                  <a:lnTo>
                    <a:pt x="4510984" y="2982088"/>
                  </a:lnTo>
                  <a:lnTo>
                    <a:pt x="4414830" y="2968515"/>
                  </a:lnTo>
                  <a:lnTo>
                    <a:pt x="4325636" y="2953629"/>
                  </a:lnTo>
                  <a:lnTo>
                    <a:pt x="4243329" y="2937303"/>
                  </a:lnTo>
                  <a:lnTo>
                    <a:pt x="4167527" y="2919374"/>
                  </a:lnTo>
                  <a:lnTo>
                    <a:pt x="4097645" y="2899648"/>
                  </a:lnTo>
                  <a:lnTo>
                    <a:pt x="4032981" y="2877907"/>
                  </a:lnTo>
                  <a:lnTo>
                    <a:pt x="3972779" y="2853924"/>
                  </a:lnTo>
                  <a:lnTo>
                    <a:pt x="3916275" y="2827482"/>
                  </a:lnTo>
                  <a:lnTo>
                    <a:pt x="3862740" y="2798408"/>
                  </a:lnTo>
                  <a:lnTo>
                    <a:pt x="3820202" y="2772295"/>
                  </a:lnTo>
                  <a:lnTo>
                    <a:pt x="3768366" y="2736765"/>
                  </a:lnTo>
                  <a:lnTo>
                    <a:pt x="3717974" y="2698232"/>
                  </a:lnTo>
                  <a:lnTo>
                    <a:pt x="3668573" y="2656638"/>
                  </a:lnTo>
                  <a:lnTo>
                    <a:pt x="3619811" y="2611994"/>
                  </a:lnTo>
                  <a:lnTo>
                    <a:pt x="3571420" y="2564384"/>
                  </a:lnTo>
                  <a:lnTo>
                    <a:pt x="3523205" y="2513974"/>
                  </a:lnTo>
                  <a:lnTo>
                    <a:pt x="3475031" y="2461015"/>
                  </a:lnTo>
                  <a:lnTo>
                    <a:pt x="3426815" y="2405841"/>
                  </a:lnTo>
                  <a:lnTo>
                    <a:pt x="3378521" y="2348861"/>
                  </a:lnTo>
                  <a:lnTo>
                    <a:pt x="3330146" y="2290553"/>
                  </a:lnTo>
                  <a:lnTo>
                    <a:pt x="3281713" y="2231445"/>
                  </a:lnTo>
                  <a:lnTo>
                    <a:pt x="3233262" y="2172097"/>
                  </a:lnTo>
                  <a:lnTo>
                    <a:pt x="3184835" y="2113076"/>
                  </a:lnTo>
                  <a:lnTo>
                    <a:pt x="3136471" y="2054938"/>
                  </a:lnTo>
                  <a:lnTo>
                    <a:pt x="3088190" y="1998205"/>
                  </a:lnTo>
                  <a:lnTo>
                    <a:pt x="3039984" y="1943344"/>
                  </a:lnTo>
                  <a:lnTo>
                    <a:pt x="2991810" y="1890756"/>
                  </a:lnTo>
                  <a:lnTo>
                    <a:pt x="2943579" y="1840760"/>
                  </a:lnTo>
                  <a:lnTo>
                    <a:pt x="2895146" y="1793595"/>
                  </a:lnTo>
                  <a:lnTo>
                    <a:pt x="2846305" y="1749414"/>
                  </a:lnTo>
                  <a:lnTo>
                    <a:pt x="2796777" y="1708290"/>
                  </a:lnTo>
                  <a:lnTo>
                    <a:pt x="2746196" y="1670221"/>
                  </a:lnTo>
                  <a:lnTo>
                    <a:pt x="2702183" y="1640318"/>
                  </a:lnTo>
                  <a:lnTo>
                    <a:pt x="2650606" y="1609004"/>
                  </a:lnTo>
                  <a:lnTo>
                    <a:pt x="2596609" y="1580393"/>
                  </a:lnTo>
                  <a:lnTo>
                    <a:pt x="2539522" y="1554388"/>
                  </a:lnTo>
                  <a:lnTo>
                    <a:pt x="2478606" y="1530808"/>
                  </a:lnTo>
                  <a:lnTo>
                    <a:pt x="2413096" y="1509430"/>
                  </a:lnTo>
                  <a:lnTo>
                    <a:pt x="2342242" y="1490028"/>
                  </a:lnTo>
                  <a:lnTo>
                    <a:pt x="2265357" y="1472388"/>
                  </a:lnTo>
                  <a:lnTo>
                    <a:pt x="2181885" y="1456321"/>
                  </a:lnTo>
                  <a:lnTo>
                    <a:pt x="2091486" y="1441670"/>
                  </a:lnTo>
                  <a:lnTo>
                    <a:pt x="1994157" y="1428313"/>
                  </a:lnTo>
                  <a:lnTo>
                    <a:pt x="1890356" y="1416166"/>
                  </a:lnTo>
                  <a:lnTo>
                    <a:pt x="1781154" y="1405182"/>
                  </a:lnTo>
                  <a:lnTo>
                    <a:pt x="1668356" y="1395347"/>
                  </a:lnTo>
                  <a:lnTo>
                    <a:pt x="1554557" y="1386671"/>
                  </a:lnTo>
                  <a:lnTo>
                    <a:pt x="1443094" y="1379179"/>
                  </a:lnTo>
                  <a:lnTo>
                    <a:pt x="1337825" y="1372891"/>
                  </a:lnTo>
                  <a:lnTo>
                    <a:pt x="1242729" y="1367808"/>
                  </a:lnTo>
                  <a:lnTo>
                    <a:pt x="1161371" y="1363893"/>
                  </a:lnTo>
                  <a:lnTo>
                    <a:pt x="1096324" y="1361060"/>
                  </a:lnTo>
                  <a:lnTo>
                    <a:pt x="1048694" y="1359175"/>
                  </a:lnTo>
                  <a:lnTo>
                    <a:pt x="1017859" y="1358062"/>
                  </a:lnTo>
                  <a:lnTo>
                    <a:pt x="1001460" y="1357520"/>
                  </a:lnTo>
                  <a:lnTo>
                    <a:pt x="995577" y="1357342"/>
                  </a:lnTo>
                  <a:lnTo>
                    <a:pt x="994940" y="1357324"/>
                  </a:lnTo>
                  <a:lnTo>
                    <a:pt x="0" y="1357324"/>
                  </a:lnTo>
                  <a:lnTo>
                    <a:pt x="0" y="13573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9" name="pg728"/>
            <p:cNvSpPr/>
            <p:nvPr/>
          </p:nvSpPr>
          <p:spPr>
            <a:xfrm>
              <a:off x="1199187" y="2106570"/>
              <a:ext cx="12049831" cy="2489301"/>
            </a:xfrm>
            <a:custGeom>
              <a:avLst/>
              <a:pathLst>
                <a:path w="12049831" h="2489301">
                  <a:moveTo>
                    <a:pt x="0" y="791335"/>
                  </a:moveTo>
                  <a:lnTo>
                    <a:pt x="994940" y="791335"/>
                  </a:lnTo>
                  <a:lnTo>
                    <a:pt x="996054" y="791367"/>
                  </a:lnTo>
                  <a:lnTo>
                    <a:pt x="1003408" y="791593"/>
                  </a:lnTo>
                  <a:lnTo>
                    <a:pt x="1022054" y="792219"/>
                  </a:lnTo>
                  <a:lnTo>
                    <a:pt x="1055660" y="793451"/>
                  </a:lnTo>
                  <a:lnTo>
                    <a:pt x="1106295" y="795488"/>
                  </a:lnTo>
                  <a:lnTo>
                    <a:pt x="1174276" y="798499"/>
                  </a:lnTo>
                  <a:lnTo>
                    <a:pt x="1258218" y="802611"/>
                  </a:lnTo>
                  <a:lnTo>
                    <a:pt x="1355340" y="807900"/>
                  </a:lnTo>
                  <a:lnTo>
                    <a:pt x="1461962" y="814396"/>
                  </a:lnTo>
                  <a:lnTo>
                    <a:pt x="1574092" y="822094"/>
                  </a:lnTo>
                  <a:lnTo>
                    <a:pt x="1687938" y="830970"/>
                  </a:lnTo>
                  <a:lnTo>
                    <a:pt x="1800280" y="841004"/>
                  </a:lnTo>
                  <a:lnTo>
                    <a:pt x="1908658" y="852186"/>
                  </a:lnTo>
                  <a:lnTo>
                    <a:pt x="2011401" y="864537"/>
                  </a:lnTo>
                  <a:lnTo>
                    <a:pt x="2107555" y="878110"/>
                  </a:lnTo>
                  <a:lnTo>
                    <a:pt x="2196749" y="892995"/>
                  </a:lnTo>
                  <a:lnTo>
                    <a:pt x="2279056" y="909321"/>
                  </a:lnTo>
                  <a:lnTo>
                    <a:pt x="2354858" y="927250"/>
                  </a:lnTo>
                  <a:lnTo>
                    <a:pt x="2424740" y="946976"/>
                  </a:lnTo>
                  <a:lnTo>
                    <a:pt x="2489404" y="968717"/>
                  </a:lnTo>
                  <a:lnTo>
                    <a:pt x="2549606" y="992700"/>
                  </a:lnTo>
                  <a:lnTo>
                    <a:pt x="2606110" y="1019143"/>
                  </a:lnTo>
                  <a:lnTo>
                    <a:pt x="2659645" y="1048216"/>
                  </a:lnTo>
                  <a:lnTo>
                    <a:pt x="2702183" y="1074329"/>
                  </a:lnTo>
                  <a:lnTo>
                    <a:pt x="2754019" y="1109860"/>
                  </a:lnTo>
                  <a:lnTo>
                    <a:pt x="2804411" y="1148393"/>
                  </a:lnTo>
                  <a:lnTo>
                    <a:pt x="2853812" y="1189986"/>
                  </a:lnTo>
                  <a:lnTo>
                    <a:pt x="2902574" y="1234630"/>
                  </a:lnTo>
                  <a:lnTo>
                    <a:pt x="2950965" y="1282240"/>
                  </a:lnTo>
                  <a:lnTo>
                    <a:pt x="2999180" y="1332650"/>
                  </a:lnTo>
                  <a:lnTo>
                    <a:pt x="3047354" y="1385609"/>
                  </a:lnTo>
                  <a:lnTo>
                    <a:pt x="3095570" y="1440784"/>
                  </a:lnTo>
                  <a:lnTo>
                    <a:pt x="3143864" y="1497764"/>
                  </a:lnTo>
                  <a:lnTo>
                    <a:pt x="3192239" y="1556071"/>
                  </a:lnTo>
                  <a:lnTo>
                    <a:pt x="3240672" y="1615179"/>
                  </a:lnTo>
                  <a:lnTo>
                    <a:pt x="3289123" y="1674528"/>
                  </a:lnTo>
                  <a:lnTo>
                    <a:pt x="3337550" y="1733549"/>
                  </a:lnTo>
                  <a:lnTo>
                    <a:pt x="3385914" y="1791686"/>
                  </a:lnTo>
                  <a:lnTo>
                    <a:pt x="3434195" y="1848419"/>
                  </a:lnTo>
                  <a:lnTo>
                    <a:pt x="3482401" y="1903280"/>
                  </a:lnTo>
                  <a:lnTo>
                    <a:pt x="3530575" y="1955869"/>
                  </a:lnTo>
                  <a:lnTo>
                    <a:pt x="3578806" y="2005864"/>
                  </a:lnTo>
                  <a:lnTo>
                    <a:pt x="3627239" y="2053029"/>
                  </a:lnTo>
                  <a:lnTo>
                    <a:pt x="3676080" y="2097211"/>
                  </a:lnTo>
                  <a:lnTo>
                    <a:pt x="3725608" y="2138335"/>
                  </a:lnTo>
                  <a:lnTo>
                    <a:pt x="3776189" y="2176403"/>
                  </a:lnTo>
                  <a:lnTo>
                    <a:pt x="3820202" y="2206306"/>
                  </a:lnTo>
                  <a:lnTo>
                    <a:pt x="3871779" y="2237620"/>
                  </a:lnTo>
                  <a:lnTo>
                    <a:pt x="3925776" y="2266231"/>
                  </a:lnTo>
                  <a:lnTo>
                    <a:pt x="3982863" y="2292236"/>
                  </a:lnTo>
                  <a:lnTo>
                    <a:pt x="4043779" y="2315817"/>
                  </a:lnTo>
                  <a:lnTo>
                    <a:pt x="4109289" y="2337194"/>
                  </a:lnTo>
                  <a:lnTo>
                    <a:pt x="4180143" y="2356596"/>
                  </a:lnTo>
                  <a:lnTo>
                    <a:pt x="4257028" y="2374236"/>
                  </a:lnTo>
                  <a:lnTo>
                    <a:pt x="4340500" y="2390303"/>
                  </a:lnTo>
                  <a:lnTo>
                    <a:pt x="4430899" y="2404955"/>
                  </a:lnTo>
                  <a:lnTo>
                    <a:pt x="4528228" y="2418312"/>
                  </a:lnTo>
                  <a:lnTo>
                    <a:pt x="4632029" y="2430459"/>
                  </a:lnTo>
                  <a:lnTo>
                    <a:pt x="4741231" y="2441442"/>
                  </a:lnTo>
                  <a:lnTo>
                    <a:pt x="4854029" y="2451277"/>
                  </a:lnTo>
                  <a:lnTo>
                    <a:pt x="4967828" y="2459953"/>
                  </a:lnTo>
                  <a:lnTo>
                    <a:pt x="5079291" y="2467445"/>
                  </a:lnTo>
                  <a:lnTo>
                    <a:pt x="5184560" y="2473733"/>
                  </a:lnTo>
                  <a:lnTo>
                    <a:pt x="5279656" y="2478816"/>
                  </a:lnTo>
                  <a:lnTo>
                    <a:pt x="5361014" y="2482731"/>
                  </a:lnTo>
                  <a:lnTo>
                    <a:pt x="5426061" y="2485564"/>
                  </a:lnTo>
                  <a:lnTo>
                    <a:pt x="5473691" y="2487449"/>
                  </a:lnTo>
                  <a:lnTo>
                    <a:pt x="5504526" y="2488563"/>
                  </a:lnTo>
                  <a:lnTo>
                    <a:pt x="5520925" y="2489104"/>
                  </a:lnTo>
                  <a:lnTo>
                    <a:pt x="5526808" y="2489283"/>
                  </a:lnTo>
                  <a:lnTo>
                    <a:pt x="5527445" y="2489301"/>
                  </a:lnTo>
                  <a:lnTo>
                    <a:pt x="6522385" y="2489301"/>
                  </a:lnTo>
                  <a:lnTo>
                    <a:pt x="6523475" y="2489255"/>
                  </a:lnTo>
                  <a:lnTo>
                    <a:pt x="6530673" y="2488932"/>
                  </a:lnTo>
                  <a:lnTo>
                    <a:pt x="6548933" y="2488040"/>
                  </a:lnTo>
                  <a:lnTo>
                    <a:pt x="6581869" y="2486281"/>
                  </a:lnTo>
                  <a:lnTo>
                    <a:pt x="6631548" y="2483373"/>
                  </a:lnTo>
                  <a:lnTo>
                    <a:pt x="6698338" y="2479071"/>
                  </a:lnTo>
                  <a:lnTo>
                    <a:pt x="6780949" y="2473194"/>
                  </a:lnTo>
                  <a:lnTo>
                    <a:pt x="6876714" y="2465627"/>
                  </a:lnTo>
                  <a:lnTo>
                    <a:pt x="6982069" y="2456324"/>
                  </a:lnTo>
                  <a:lnTo>
                    <a:pt x="7093111" y="2445291"/>
                  </a:lnTo>
                  <a:lnTo>
                    <a:pt x="7206105" y="2432560"/>
                  </a:lnTo>
                  <a:lnTo>
                    <a:pt x="7317849" y="2418164"/>
                  </a:lnTo>
                  <a:lnTo>
                    <a:pt x="7425870" y="2402115"/>
                  </a:lnTo>
                  <a:lnTo>
                    <a:pt x="7528465" y="2384391"/>
                  </a:lnTo>
                  <a:lnTo>
                    <a:pt x="7624637" y="2364919"/>
                  </a:lnTo>
                  <a:lnTo>
                    <a:pt x="7713967" y="2343577"/>
                  </a:lnTo>
                  <a:lnTo>
                    <a:pt x="7796484" y="2320187"/>
                  </a:lnTo>
                  <a:lnTo>
                    <a:pt x="7872532" y="2294524"/>
                  </a:lnTo>
                  <a:lnTo>
                    <a:pt x="7942663" y="2266316"/>
                  </a:lnTo>
                  <a:lnTo>
                    <a:pt x="8007550" y="2235256"/>
                  </a:lnTo>
                  <a:lnTo>
                    <a:pt x="8067930" y="2201019"/>
                  </a:lnTo>
                  <a:lnTo>
                    <a:pt x="8124550" y="2163291"/>
                  </a:lnTo>
                  <a:lnTo>
                    <a:pt x="8178131" y="2121812"/>
                  </a:lnTo>
                  <a:lnTo>
                    <a:pt x="8229330" y="2076446"/>
                  </a:lnTo>
                  <a:lnTo>
                    <a:pt x="8229629" y="2076164"/>
                  </a:lnTo>
                  <a:lnTo>
                    <a:pt x="8275995" y="2030053"/>
                  </a:lnTo>
                  <a:lnTo>
                    <a:pt x="8321168" y="1980455"/>
                  </a:lnTo>
                  <a:lnTo>
                    <a:pt x="8365482" y="1927303"/>
                  </a:lnTo>
                  <a:lnTo>
                    <a:pt x="8409206" y="1870584"/>
                  </a:lnTo>
                  <a:lnTo>
                    <a:pt x="8452550" y="1810358"/>
                  </a:lnTo>
                  <a:lnTo>
                    <a:pt x="8495678" y="1746755"/>
                  </a:lnTo>
                  <a:lnTo>
                    <a:pt x="8538711" y="1679984"/>
                  </a:lnTo>
                  <a:lnTo>
                    <a:pt x="8581732" y="1610333"/>
                  </a:lnTo>
                  <a:lnTo>
                    <a:pt x="8624793" y="1538164"/>
                  </a:lnTo>
                  <a:lnTo>
                    <a:pt x="8667918" y="1463912"/>
                  </a:lnTo>
                  <a:lnTo>
                    <a:pt x="8711108" y="1388072"/>
                  </a:lnTo>
                  <a:lnTo>
                    <a:pt x="8754349" y="1311187"/>
                  </a:lnTo>
                  <a:lnTo>
                    <a:pt x="8797614" y="1233834"/>
                  </a:lnTo>
                  <a:lnTo>
                    <a:pt x="8840873" y="1156605"/>
                  </a:lnTo>
                  <a:lnTo>
                    <a:pt x="8884095" y="1080085"/>
                  </a:lnTo>
                  <a:lnTo>
                    <a:pt x="8927259" y="1004840"/>
                  </a:lnTo>
                  <a:lnTo>
                    <a:pt x="8970356" y="931395"/>
                  </a:lnTo>
                  <a:lnTo>
                    <a:pt x="9013396" y="860222"/>
                  </a:lnTo>
                  <a:lnTo>
                    <a:pt x="9056414" y="791726"/>
                  </a:lnTo>
                  <a:lnTo>
                    <a:pt x="9099474" y="726240"/>
                  </a:lnTo>
                  <a:lnTo>
                    <a:pt x="9142675" y="664017"/>
                  </a:lnTo>
                  <a:lnTo>
                    <a:pt x="9186154" y="605234"/>
                  </a:lnTo>
                  <a:lnTo>
                    <a:pt x="9230094" y="549992"/>
                  </a:lnTo>
                  <a:lnTo>
                    <a:pt x="9274729" y="498319"/>
                  </a:lnTo>
                  <a:lnTo>
                    <a:pt x="9320352" y="450180"/>
                  </a:lnTo>
                  <a:lnTo>
                    <a:pt x="9347647" y="423617"/>
                  </a:lnTo>
                  <a:lnTo>
                    <a:pt x="9398834" y="378228"/>
                  </a:lnTo>
                  <a:lnTo>
                    <a:pt x="9452399" y="336726"/>
                  </a:lnTo>
                  <a:lnTo>
                    <a:pt x="9508999" y="298976"/>
                  </a:lnTo>
                  <a:lnTo>
                    <a:pt x="9569354" y="264720"/>
                  </a:lnTo>
                  <a:lnTo>
                    <a:pt x="9634212" y="233642"/>
                  </a:lnTo>
                  <a:lnTo>
                    <a:pt x="9704309" y="205418"/>
                  </a:lnTo>
                  <a:lnTo>
                    <a:pt x="9780320" y="179740"/>
                  </a:lnTo>
                  <a:lnTo>
                    <a:pt x="9862798" y="156338"/>
                  </a:lnTo>
                  <a:lnTo>
                    <a:pt x="9952087" y="134984"/>
                  </a:lnTo>
                  <a:lnTo>
                    <a:pt x="10048218" y="115501"/>
                  </a:lnTo>
                  <a:lnTo>
                    <a:pt x="10150778" y="97767"/>
                  </a:lnTo>
                  <a:lnTo>
                    <a:pt x="10258771" y="81708"/>
                  </a:lnTo>
                  <a:lnTo>
                    <a:pt x="10370499" y="67302"/>
                  </a:lnTo>
                  <a:lnTo>
                    <a:pt x="10483494" y="54561"/>
                  </a:lnTo>
                  <a:lnTo>
                    <a:pt x="10594558" y="43518"/>
                  </a:lnTo>
                  <a:lnTo>
                    <a:pt x="10699959" y="34205"/>
                  </a:lnTo>
                  <a:lnTo>
                    <a:pt x="10795792" y="26628"/>
                  </a:lnTo>
                  <a:lnTo>
                    <a:pt x="10878490" y="20740"/>
                  </a:lnTo>
                  <a:lnTo>
                    <a:pt x="10945380" y="16430"/>
                  </a:lnTo>
                  <a:lnTo>
                    <a:pt x="10995162" y="13514"/>
                  </a:lnTo>
                  <a:lnTo>
                    <a:pt x="11028194" y="11749"/>
                  </a:lnTo>
                  <a:lnTo>
                    <a:pt x="11046532" y="10852"/>
                  </a:lnTo>
                  <a:lnTo>
                    <a:pt x="11053782" y="10527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1" y="45"/>
                  </a:lnTo>
                  <a:lnTo>
                    <a:pt x="11046604" y="368"/>
                  </a:lnTo>
                  <a:lnTo>
                    <a:pt x="11028344" y="1260"/>
                  </a:lnTo>
                  <a:lnTo>
                    <a:pt x="10995407" y="3019"/>
                  </a:lnTo>
                  <a:lnTo>
                    <a:pt x="10945728" y="5927"/>
                  </a:lnTo>
                  <a:lnTo>
                    <a:pt x="10878938" y="10229"/>
                  </a:lnTo>
                  <a:lnTo>
                    <a:pt x="10796327" y="16106"/>
                  </a:lnTo>
                  <a:lnTo>
                    <a:pt x="10700563" y="23674"/>
                  </a:lnTo>
                  <a:lnTo>
                    <a:pt x="10595207" y="32976"/>
                  </a:lnTo>
                  <a:lnTo>
                    <a:pt x="10484165" y="44009"/>
                  </a:lnTo>
                  <a:lnTo>
                    <a:pt x="10371172" y="56740"/>
                  </a:lnTo>
                  <a:lnTo>
                    <a:pt x="10259428" y="71136"/>
                  </a:lnTo>
                  <a:lnTo>
                    <a:pt x="10151407" y="87185"/>
                  </a:lnTo>
                  <a:lnTo>
                    <a:pt x="10048811" y="104909"/>
                  </a:lnTo>
                  <a:lnTo>
                    <a:pt x="9952640" y="124381"/>
                  </a:lnTo>
                  <a:lnTo>
                    <a:pt x="9863310" y="145724"/>
                  </a:lnTo>
                  <a:lnTo>
                    <a:pt x="9780792" y="169113"/>
                  </a:lnTo>
                  <a:lnTo>
                    <a:pt x="9704744" y="194776"/>
                  </a:lnTo>
                  <a:lnTo>
                    <a:pt x="9634614" y="222984"/>
                  </a:lnTo>
                  <a:lnTo>
                    <a:pt x="9569726" y="254044"/>
                  </a:lnTo>
                  <a:lnTo>
                    <a:pt x="9509346" y="288281"/>
                  </a:lnTo>
                  <a:lnTo>
                    <a:pt x="9452727" y="326009"/>
                  </a:lnTo>
                  <a:lnTo>
                    <a:pt x="9399145" y="367488"/>
                  </a:lnTo>
                  <a:lnTo>
                    <a:pt x="9347946" y="412854"/>
                  </a:lnTo>
                  <a:lnTo>
                    <a:pt x="9347647" y="413136"/>
                  </a:lnTo>
                  <a:lnTo>
                    <a:pt x="9301281" y="459248"/>
                  </a:lnTo>
                  <a:lnTo>
                    <a:pt x="9256108" y="508845"/>
                  </a:lnTo>
                  <a:lnTo>
                    <a:pt x="9211794" y="561998"/>
                  </a:lnTo>
                  <a:lnTo>
                    <a:pt x="9168071" y="618716"/>
                  </a:lnTo>
                  <a:lnTo>
                    <a:pt x="9124726" y="678943"/>
                  </a:lnTo>
                  <a:lnTo>
                    <a:pt x="9081598" y="742545"/>
                  </a:lnTo>
                  <a:lnTo>
                    <a:pt x="9038565" y="809316"/>
                  </a:lnTo>
                  <a:lnTo>
                    <a:pt x="8995544" y="878967"/>
                  </a:lnTo>
                  <a:lnTo>
                    <a:pt x="8952483" y="951136"/>
                  </a:lnTo>
                  <a:lnTo>
                    <a:pt x="8909359" y="1025388"/>
                  </a:lnTo>
                  <a:lnTo>
                    <a:pt x="8866168" y="1101228"/>
                  </a:lnTo>
                  <a:lnTo>
                    <a:pt x="8822928" y="1178113"/>
                  </a:lnTo>
                  <a:lnTo>
                    <a:pt x="8779662" y="1255466"/>
                  </a:lnTo>
                  <a:lnTo>
                    <a:pt x="8736404" y="1332696"/>
                  </a:lnTo>
                  <a:lnTo>
                    <a:pt x="8693181" y="1409215"/>
                  </a:lnTo>
                  <a:lnTo>
                    <a:pt x="8650017" y="1484460"/>
                  </a:lnTo>
                  <a:lnTo>
                    <a:pt x="8606920" y="1557905"/>
                  </a:lnTo>
                  <a:lnTo>
                    <a:pt x="8563880" y="1629078"/>
                  </a:lnTo>
                  <a:lnTo>
                    <a:pt x="8520862" y="1697574"/>
                  </a:lnTo>
                  <a:lnTo>
                    <a:pt x="8477802" y="1763060"/>
                  </a:lnTo>
                  <a:lnTo>
                    <a:pt x="8434601" y="1825283"/>
                  </a:lnTo>
                  <a:lnTo>
                    <a:pt x="8391122" y="1884066"/>
                  </a:lnTo>
                  <a:lnTo>
                    <a:pt x="8347182" y="1939308"/>
                  </a:lnTo>
                  <a:lnTo>
                    <a:pt x="8302548" y="1990981"/>
                  </a:lnTo>
                  <a:lnTo>
                    <a:pt x="8256925" y="2039120"/>
                  </a:lnTo>
                  <a:lnTo>
                    <a:pt x="8229629" y="2065683"/>
                  </a:lnTo>
                  <a:lnTo>
                    <a:pt x="8178443" y="2111072"/>
                  </a:lnTo>
                  <a:lnTo>
                    <a:pt x="8124878" y="2152574"/>
                  </a:lnTo>
                  <a:lnTo>
                    <a:pt x="8068278" y="2190324"/>
                  </a:lnTo>
                  <a:lnTo>
                    <a:pt x="8007923" y="2224580"/>
                  </a:lnTo>
                  <a:lnTo>
                    <a:pt x="7943064" y="2255658"/>
                  </a:lnTo>
                  <a:lnTo>
                    <a:pt x="7872967" y="2283883"/>
                  </a:lnTo>
                  <a:lnTo>
                    <a:pt x="7796956" y="2309560"/>
                  </a:lnTo>
                  <a:lnTo>
                    <a:pt x="7714479" y="2332962"/>
                  </a:lnTo>
                  <a:lnTo>
                    <a:pt x="7625190" y="2354316"/>
                  </a:lnTo>
                  <a:lnTo>
                    <a:pt x="7529058" y="2373799"/>
                  </a:lnTo>
                  <a:lnTo>
                    <a:pt x="7426499" y="2391534"/>
                  </a:lnTo>
                  <a:lnTo>
                    <a:pt x="7318506" y="2407592"/>
                  </a:lnTo>
                  <a:lnTo>
                    <a:pt x="7206778" y="2421998"/>
                  </a:lnTo>
                  <a:lnTo>
                    <a:pt x="7093783" y="2434739"/>
                  </a:lnTo>
                  <a:lnTo>
                    <a:pt x="6982718" y="2445782"/>
                  </a:lnTo>
                  <a:lnTo>
                    <a:pt x="6877317" y="2455095"/>
                  </a:lnTo>
                  <a:lnTo>
                    <a:pt x="6781484" y="2462672"/>
                  </a:lnTo>
                  <a:lnTo>
                    <a:pt x="6698786" y="2468560"/>
                  </a:lnTo>
                  <a:lnTo>
                    <a:pt x="6631896" y="2472870"/>
                  </a:lnTo>
                  <a:lnTo>
                    <a:pt x="6582114" y="2475786"/>
                  </a:lnTo>
                  <a:lnTo>
                    <a:pt x="6549083" y="2477551"/>
                  </a:lnTo>
                  <a:lnTo>
                    <a:pt x="6530745" y="2478448"/>
                  </a:lnTo>
                  <a:lnTo>
                    <a:pt x="6523495" y="2478773"/>
                  </a:lnTo>
                  <a:lnTo>
                    <a:pt x="6522385" y="2478819"/>
                  </a:lnTo>
                  <a:lnTo>
                    <a:pt x="5527445" y="2478819"/>
                  </a:lnTo>
                  <a:lnTo>
                    <a:pt x="5526331" y="2478788"/>
                  </a:lnTo>
                  <a:lnTo>
                    <a:pt x="5518977" y="2478561"/>
                  </a:lnTo>
                  <a:lnTo>
                    <a:pt x="5500331" y="2477936"/>
                  </a:lnTo>
                  <a:lnTo>
                    <a:pt x="5466725" y="2476704"/>
                  </a:lnTo>
                  <a:lnTo>
                    <a:pt x="5416090" y="2474667"/>
                  </a:lnTo>
                  <a:lnTo>
                    <a:pt x="5348109" y="2471656"/>
                  </a:lnTo>
                  <a:lnTo>
                    <a:pt x="5264167" y="2467544"/>
                  </a:lnTo>
                  <a:lnTo>
                    <a:pt x="5167045" y="2462255"/>
                  </a:lnTo>
                  <a:lnTo>
                    <a:pt x="5060423" y="2455759"/>
                  </a:lnTo>
                  <a:lnTo>
                    <a:pt x="4948293" y="2448061"/>
                  </a:lnTo>
                  <a:lnTo>
                    <a:pt x="4834447" y="2439184"/>
                  </a:lnTo>
                  <a:lnTo>
                    <a:pt x="4722105" y="2429151"/>
                  </a:lnTo>
                  <a:lnTo>
                    <a:pt x="4613727" y="2417969"/>
                  </a:lnTo>
                  <a:lnTo>
                    <a:pt x="4510984" y="2405618"/>
                  </a:lnTo>
                  <a:lnTo>
                    <a:pt x="4414830" y="2392045"/>
                  </a:lnTo>
                  <a:lnTo>
                    <a:pt x="4325636" y="2377159"/>
                  </a:lnTo>
                  <a:lnTo>
                    <a:pt x="4243329" y="2360834"/>
                  </a:lnTo>
                  <a:lnTo>
                    <a:pt x="4167527" y="2342904"/>
                  </a:lnTo>
                  <a:lnTo>
                    <a:pt x="4097645" y="2323178"/>
                  </a:lnTo>
                  <a:lnTo>
                    <a:pt x="4032981" y="2301438"/>
                  </a:lnTo>
                  <a:lnTo>
                    <a:pt x="3972779" y="2277454"/>
                  </a:lnTo>
                  <a:lnTo>
                    <a:pt x="3916275" y="2251012"/>
                  </a:lnTo>
                  <a:lnTo>
                    <a:pt x="3862740" y="2221939"/>
                  </a:lnTo>
                  <a:lnTo>
                    <a:pt x="3820202" y="2195825"/>
                  </a:lnTo>
                  <a:lnTo>
                    <a:pt x="3768366" y="2160295"/>
                  </a:lnTo>
                  <a:lnTo>
                    <a:pt x="3717974" y="2121762"/>
                  </a:lnTo>
                  <a:lnTo>
                    <a:pt x="3668573" y="2080168"/>
                  </a:lnTo>
                  <a:lnTo>
                    <a:pt x="3619811" y="2035524"/>
                  </a:lnTo>
                  <a:lnTo>
                    <a:pt x="3571420" y="1987914"/>
                  </a:lnTo>
                  <a:lnTo>
                    <a:pt x="3523205" y="1937504"/>
                  </a:lnTo>
                  <a:lnTo>
                    <a:pt x="3475031" y="1884545"/>
                  </a:lnTo>
                  <a:lnTo>
                    <a:pt x="3426815" y="1829371"/>
                  </a:lnTo>
                  <a:lnTo>
                    <a:pt x="3378521" y="1772391"/>
                  </a:lnTo>
                  <a:lnTo>
                    <a:pt x="3330146" y="1714084"/>
                  </a:lnTo>
                  <a:lnTo>
                    <a:pt x="3281713" y="1654976"/>
                  </a:lnTo>
                  <a:lnTo>
                    <a:pt x="3233262" y="1595627"/>
                  </a:lnTo>
                  <a:lnTo>
                    <a:pt x="3184835" y="1536606"/>
                  </a:lnTo>
                  <a:lnTo>
                    <a:pt x="3136471" y="1478468"/>
                  </a:lnTo>
                  <a:lnTo>
                    <a:pt x="3088190" y="1421735"/>
                  </a:lnTo>
                  <a:lnTo>
                    <a:pt x="3039984" y="1366875"/>
                  </a:lnTo>
                  <a:lnTo>
                    <a:pt x="2991810" y="1314286"/>
                  </a:lnTo>
                  <a:lnTo>
                    <a:pt x="2943579" y="1264290"/>
                  </a:lnTo>
                  <a:lnTo>
                    <a:pt x="2895146" y="1217125"/>
                  </a:lnTo>
                  <a:lnTo>
                    <a:pt x="2846305" y="1172944"/>
                  </a:lnTo>
                  <a:lnTo>
                    <a:pt x="2796777" y="1131820"/>
                  </a:lnTo>
                  <a:lnTo>
                    <a:pt x="2746196" y="1093751"/>
                  </a:lnTo>
                  <a:lnTo>
                    <a:pt x="2702183" y="1063848"/>
                  </a:lnTo>
                  <a:lnTo>
                    <a:pt x="2650606" y="1032535"/>
                  </a:lnTo>
                  <a:lnTo>
                    <a:pt x="2596609" y="1003923"/>
                  </a:lnTo>
                  <a:lnTo>
                    <a:pt x="2539522" y="977919"/>
                  </a:lnTo>
                  <a:lnTo>
                    <a:pt x="2478606" y="954338"/>
                  </a:lnTo>
                  <a:lnTo>
                    <a:pt x="2413096" y="932960"/>
                  </a:lnTo>
                  <a:lnTo>
                    <a:pt x="2342242" y="913559"/>
                  </a:lnTo>
                  <a:lnTo>
                    <a:pt x="2265357" y="895919"/>
                  </a:lnTo>
                  <a:lnTo>
                    <a:pt x="2181885" y="879851"/>
                  </a:lnTo>
                  <a:lnTo>
                    <a:pt x="2091486" y="865200"/>
                  </a:lnTo>
                  <a:lnTo>
                    <a:pt x="1994157" y="851843"/>
                  </a:lnTo>
                  <a:lnTo>
                    <a:pt x="1890356" y="839696"/>
                  </a:lnTo>
                  <a:lnTo>
                    <a:pt x="1781154" y="828712"/>
                  </a:lnTo>
                  <a:lnTo>
                    <a:pt x="1668356" y="818877"/>
                  </a:lnTo>
                  <a:lnTo>
                    <a:pt x="1554557" y="810202"/>
                  </a:lnTo>
                  <a:lnTo>
                    <a:pt x="1443094" y="802709"/>
                  </a:lnTo>
                  <a:lnTo>
                    <a:pt x="1337825" y="796422"/>
                  </a:lnTo>
                  <a:lnTo>
                    <a:pt x="1242729" y="791339"/>
                  </a:lnTo>
                  <a:lnTo>
                    <a:pt x="1161371" y="787423"/>
                  </a:lnTo>
                  <a:lnTo>
                    <a:pt x="1096324" y="784591"/>
                  </a:lnTo>
                  <a:lnTo>
                    <a:pt x="1048694" y="782705"/>
                  </a:lnTo>
                  <a:lnTo>
                    <a:pt x="1017859" y="781592"/>
                  </a:lnTo>
                  <a:lnTo>
                    <a:pt x="1001460" y="781050"/>
                  </a:lnTo>
                  <a:lnTo>
                    <a:pt x="995577" y="780872"/>
                  </a:lnTo>
                  <a:lnTo>
                    <a:pt x="994940" y="780854"/>
                  </a:lnTo>
                  <a:lnTo>
                    <a:pt x="0" y="780854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30" name="pl729"/>
            <p:cNvSpPr/>
            <p:nvPr/>
          </p:nvSpPr>
          <p:spPr>
            <a:xfrm>
              <a:off x="1199187" y="2117051"/>
              <a:ext cx="12049831" cy="2478819"/>
            </a:xfrm>
            <a:custGeom>
              <a:avLst/>
              <a:pathLst>
                <a:path w="12049831" h="2478819">
                  <a:moveTo>
                    <a:pt x="0" y="780854"/>
                  </a:moveTo>
                  <a:lnTo>
                    <a:pt x="994940" y="780854"/>
                  </a:lnTo>
                  <a:lnTo>
                    <a:pt x="996054" y="780886"/>
                  </a:lnTo>
                  <a:lnTo>
                    <a:pt x="1003408" y="781112"/>
                  </a:lnTo>
                  <a:lnTo>
                    <a:pt x="1022054" y="781737"/>
                  </a:lnTo>
                  <a:lnTo>
                    <a:pt x="1055660" y="782970"/>
                  </a:lnTo>
                  <a:lnTo>
                    <a:pt x="1106295" y="785007"/>
                  </a:lnTo>
                  <a:lnTo>
                    <a:pt x="1174276" y="788018"/>
                  </a:lnTo>
                  <a:lnTo>
                    <a:pt x="1258218" y="792129"/>
                  </a:lnTo>
                  <a:lnTo>
                    <a:pt x="1355340" y="797418"/>
                  </a:lnTo>
                  <a:lnTo>
                    <a:pt x="1461962" y="803914"/>
                  </a:lnTo>
                  <a:lnTo>
                    <a:pt x="1574092" y="811612"/>
                  </a:lnTo>
                  <a:lnTo>
                    <a:pt x="1687938" y="820489"/>
                  </a:lnTo>
                  <a:lnTo>
                    <a:pt x="1800280" y="830522"/>
                  </a:lnTo>
                  <a:lnTo>
                    <a:pt x="1908658" y="841704"/>
                  </a:lnTo>
                  <a:lnTo>
                    <a:pt x="2011401" y="854055"/>
                  </a:lnTo>
                  <a:lnTo>
                    <a:pt x="2107555" y="867628"/>
                  </a:lnTo>
                  <a:lnTo>
                    <a:pt x="2196749" y="882514"/>
                  </a:lnTo>
                  <a:lnTo>
                    <a:pt x="2279056" y="898840"/>
                  </a:lnTo>
                  <a:lnTo>
                    <a:pt x="2354858" y="916769"/>
                  </a:lnTo>
                  <a:lnTo>
                    <a:pt x="2424740" y="936495"/>
                  </a:lnTo>
                  <a:lnTo>
                    <a:pt x="2489404" y="958236"/>
                  </a:lnTo>
                  <a:lnTo>
                    <a:pt x="2549606" y="982219"/>
                  </a:lnTo>
                  <a:lnTo>
                    <a:pt x="2606110" y="1008661"/>
                  </a:lnTo>
                  <a:lnTo>
                    <a:pt x="2659645" y="1037735"/>
                  </a:lnTo>
                  <a:lnTo>
                    <a:pt x="2702183" y="1063848"/>
                  </a:lnTo>
                  <a:lnTo>
                    <a:pt x="2754019" y="1099378"/>
                  </a:lnTo>
                  <a:lnTo>
                    <a:pt x="2804411" y="1137911"/>
                  </a:lnTo>
                  <a:lnTo>
                    <a:pt x="2853812" y="1179505"/>
                  </a:lnTo>
                  <a:lnTo>
                    <a:pt x="2902574" y="1224149"/>
                  </a:lnTo>
                  <a:lnTo>
                    <a:pt x="2950965" y="1271759"/>
                  </a:lnTo>
                  <a:lnTo>
                    <a:pt x="2999180" y="1322169"/>
                  </a:lnTo>
                  <a:lnTo>
                    <a:pt x="3047354" y="1375128"/>
                  </a:lnTo>
                  <a:lnTo>
                    <a:pt x="3095570" y="1430303"/>
                  </a:lnTo>
                  <a:lnTo>
                    <a:pt x="3143864" y="1487282"/>
                  </a:lnTo>
                  <a:lnTo>
                    <a:pt x="3192239" y="1545590"/>
                  </a:lnTo>
                  <a:lnTo>
                    <a:pt x="3240672" y="1604698"/>
                  </a:lnTo>
                  <a:lnTo>
                    <a:pt x="3289123" y="1664046"/>
                  </a:lnTo>
                  <a:lnTo>
                    <a:pt x="3337550" y="1723068"/>
                  </a:lnTo>
                  <a:lnTo>
                    <a:pt x="3385914" y="1781205"/>
                  </a:lnTo>
                  <a:lnTo>
                    <a:pt x="3434195" y="1837938"/>
                  </a:lnTo>
                  <a:lnTo>
                    <a:pt x="3482401" y="1892799"/>
                  </a:lnTo>
                  <a:lnTo>
                    <a:pt x="3530575" y="1945387"/>
                  </a:lnTo>
                  <a:lnTo>
                    <a:pt x="3578806" y="1995383"/>
                  </a:lnTo>
                  <a:lnTo>
                    <a:pt x="3627239" y="2042548"/>
                  </a:lnTo>
                  <a:lnTo>
                    <a:pt x="3676080" y="2086729"/>
                  </a:lnTo>
                  <a:lnTo>
                    <a:pt x="3725608" y="2127853"/>
                  </a:lnTo>
                  <a:lnTo>
                    <a:pt x="3776189" y="2165922"/>
                  </a:lnTo>
                  <a:lnTo>
                    <a:pt x="3820202" y="2195825"/>
                  </a:lnTo>
                  <a:lnTo>
                    <a:pt x="3871779" y="2227139"/>
                  </a:lnTo>
                  <a:lnTo>
                    <a:pt x="3925776" y="2255750"/>
                  </a:lnTo>
                  <a:lnTo>
                    <a:pt x="3982863" y="2281755"/>
                  </a:lnTo>
                  <a:lnTo>
                    <a:pt x="4043779" y="2305336"/>
                  </a:lnTo>
                  <a:lnTo>
                    <a:pt x="4109289" y="2326713"/>
                  </a:lnTo>
                  <a:lnTo>
                    <a:pt x="4180143" y="2346115"/>
                  </a:lnTo>
                  <a:lnTo>
                    <a:pt x="4257028" y="2363755"/>
                  </a:lnTo>
                  <a:lnTo>
                    <a:pt x="4340500" y="2379822"/>
                  </a:lnTo>
                  <a:lnTo>
                    <a:pt x="4430899" y="2394473"/>
                  </a:lnTo>
                  <a:lnTo>
                    <a:pt x="4528228" y="2407831"/>
                  </a:lnTo>
                  <a:lnTo>
                    <a:pt x="4632029" y="2419977"/>
                  </a:lnTo>
                  <a:lnTo>
                    <a:pt x="4741231" y="2430961"/>
                  </a:lnTo>
                  <a:lnTo>
                    <a:pt x="4854029" y="2440796"/>
                  </a:lnTo>
                  <a:lnTo>
                    <a:pt x="4967828" y="2449472"/>
                  </a:lnTo>
                  <a:lnTo>
                    <a:pt x="5079291" y="2456964"/>
                  </a:lnTo>
                  <a:lnTo>
                    <a:pt x="5184560" y="2463252"/>
                  </a:lnTo>
                  <a:lnTo>
                    <a:pt x="5279656" y="2468335"/>
                  </a:lnTo>
                  <a:lnTo>
                    <a:pt x="5361014" y="2472250"/>
                  </a:lnTo>
                  <a:lnTo>
                    <a:pt x="5426061" y="2475083"/>
                  </a:lnTo>
                  <a:lnTo>
                    <a:pt x="5473691" y="2476968"/>
                  </a:lnTo>
                  <a:lnTo>
                    <a:pt x="5504526" y="2478081"/>
                  </a:lnTo>
                  <a:lnTo>
                    <a:pt x="5520925" y="2478623"/>
                  </a:lnTo>
                  <a:lnTo>
                    <a:pt x="5526808" y="2478801"/>
                  </a:lnTo>
                  <a:lnTo>
                    <a:pt x="5527445" y="2478819"/>
                  </a:lnTo>
                  <a:lnTo>
                    <a:pt x="6522385" y="2478819"/>
                  </a:lnTo>
                  <a:lnTo>
                    <a:pt x="6523475" y="2478774"/>
                  </a:lnTo>
                  <a:lnTo>
                    <a:pt x="6530673" y="2478451"/>
                  </a:lnTo>
                  <a:lnTo>
                    <a:pt x="6548933" y="2477559"/>
                  </a:lnTo>
                  <a:lnTo>
                    <a:pt x="6581869" y="2475800"/>
                  </a:lnTo>
                  <a:lnTo>
                    <a:pt x="6631548" y="2472892"/>
                  </a:lnTo>
                  <a:lnTo>
                    <a:pt x="6698338" y="2468590"/>
                  </a:lnTo>
                  <a:lnTo>
                    <a:pt x="6780949" y="2462712"/>
                  </a:lnTo>
                  <a:lnTo>
                    <a:pt x="6876714" y="2455145"/>
                  </a:lnTo>
                  <a:lnTo>
                    <a:pt x="6982069" y="2445843"/>
                  </a:lnTo>
                  <a:lnTo>
                    <a:pt x="7093111" y="2434810"/>
                  </a:lnTo>
                  <a:lnTo>
                    <a:pt x="7206105" y="2422079"/>
                  </a:lnTo>
                  <a:lnTo>
                    <a:pt x="7317849" y="2407682"/>
                  </a:lnTo>
                  <a:lnTo>
                    <a:pt x="7425870" y="2391634"/>
                  </a:lnTo>
                  <a:lnTo>
                    <a:pt x="7528465" y="2373910"/>
                  </a:lnTo>
                  <a:lnTo>
                    <a:pt x="7624637" y="2354438"/>
                  </a:lnTo>
                  <a:lnTo>
                    <a:pt x="7713967" y="2333095"/>
                  </a:lnTo>
                  <a:lnTo>
                    <a:pt x="7796484" y="2309706"/>
                  </a:lnTo>
                  <a:lnTo>
                    <a:pt x="7872532" y="2284043"/>
                  </a:lnTo>
                  <a:lnTo>
                    <a:pt x="7942663" y="2255835"/>
                  </a:lnTo>
                  <a:lnTo>
                    <a:pt x="8007550" y="2224775"/>
                  </a:lnTo>
                  <a:lnTo>
                    <a:pt x="8067930" y="2190538"/>
                  </a:lnTo>
                  <a:lnTo>
                    <a:pt x="8124550" y="2152810"/>
                  </a:lnTo>
                  <a:lnTo>
                    <a:pt x="8178131" y="2111331"/>
                  </a:lnTo>
                  <a:lnTo>
                    <a:pt x="8229330" y="2065965"/>
                  </a:lnTo>
                  <a:lnTo>
                    <a:pt x="8229629" y="2065683"/>
                  </a:lnTo>
                  <a:lnTo>
                    <a:pt x="8275995" y="2019571"/>
                  </a:lnTo>
                  <a:lnTo>
                    <a:pt x="8321168" y="1969974"/>
                  </a:lnTo>
                  <a:lnTo>
                    <a:pt x="8365482" y="1916821"/>
                  </a:lnTo>
                  <a:lnTo>
                    <a:pt x="8409206" y="1860103"/>
                  </a:lnTo>
                  <a:lnTo>
                    <a:pt x="8452550" y="1799876"/>
                  </a:lnTo>
                  <a:lnTo>
                    <a:pt x="8495678" y="1736274"/>
                  </a:lnTo>
                  <a:lnTo>
                    <a:pt x="8538711" y="1669503"/>
                  </a:lnTo>
                  <a:lnTo>
                    <a:pt x="8581732" y="1599852"/>
                  </a:lnTo>
                  <a:lnTo>
                    <a:pt x="8624793" y="1527683"/>
                  </a:lnTo>
                  <a:lnTo>
                    <a:pt x="8667918" y="1453431"/>
                  </a:lnTo>
                  <a:lnTo>
                    <a:pt x="8711108" y="1377591"/>
                  </a:lnTo>
                  <a:lnTo>
                    <a:pt x="8754349" y="1300706"/>
                  </a:lnTo>
                  <a:lnTo>
                    <a:pt x="8797614" y="1223353"/>
                  </a:lnTo>
                  <a:lnTo>
                    <a:pt x="8840873" y="1146123"/>
                  </a:lnTo>
                  <a:lnTo>
                    <a:pt x="8884095" y="1069604"/>
                  </a:lnTo>
                  <a:lnTo>
                    <a:pt x="8927259" y="994359"/>
                  </a:lnTo>
                  <a:lnTo>
                    <a:pt x="8970356" y="920914"/>
                  </a:lnTo>
                  <a:lnTo>
                    <a:pt x="9013396" y="849741"/>
                  </a:lnTo>
                  <a:lnTo>
                    <a:pt x="9056414" y="781245"/>
                  </a:lnTo>
                  <a:lnTo>
                    <a:pt x="9099474" y="715758"/>
                  </a:lnTo>
                  <a:lnTo>
                    <a:pt x="9142675" y="653536"/>
                  </a:lnTo>
                  <a:lnTo>
                    <a:pt x="9186154" y="594753"/>
                  </a:lnTo>
                  <a:lnTo>
                    <a:pt x="9230094" y="539511"/>
                  </a:lnTo>
                  <a:lnTo>
                    <a:pt x="9274729" y="487838"/>
                  </a:lnTo>
                  <a:lnTo>
                    <a:pt x="9320352" y="439699"/>
                  </a:lnTo>
                  <a:lnTo>
                    <a:pt x="9347647" y="413136"/>
                  </a:lnTo>
                  <a:lnTo>
                    <a:pt x="9398834" y="367747"/>
                  </a:lnTo>
                  <a:lnTo>
                    <a:pt x="9452399" y="326245"/>
                  </a:lnTo>
                  <a:lnTo>
                    <a:pt x="9508999" y="288495"/>
                  </a:lnTo>
                  <a:lnTo>
                    <a:pt x="9569354" y="254239"/>
                  </a:lnTo>
                  <a:lnTo>
                    <a:pt x="9634212" y="223161"/>
                  </a:lnTo>
                  <a:lnTo>
                    <a:pt x="9704309" y="194936"/>
                  </a:lnTo>
                  <a:lnTo>
                    <a:pt x="9780320" y="169259"/>
                  </a:lnTo>
                  <a:lnTo>
                    <a:pt x="9862798" y="145857"/>
                  </a:lnTo>
                  <a:lnTo>
                    <a:pt x="9952087" y="124503"/>
                  </a:lnTo>
                  <a:lnTo>
                    <a:pt x="10048218" y="105020"/>
                  </a:lnTo>
                  <a:lnTo>
                    <a:pt x="10150778" y="87285"/>
                  </a:lnTo>
                  <a:lnTo>
                    <a:pt x="10258771" y="71227"/>
                  </a:lnTo>
                  <a:lnTo>
                    <a:pt x="10370499" y="56821"/>
                  </a:lnTo>
                  <a:lnTo>
                    <a:pt x="10483494" y="44080"/>
                  </a:lnTo>
                  <a:lnTo>
                    <a:pt x="10594558" y="33037"/>
                  </a:lnTo>
                  <a:lnTo>
                    <a:pt x="10699959" y="23724"/>
                  </a:lnTo>
                  <a:lnTo>
                    <a:pt x="10795792" y="16147"/>
                  </a:lnTo>
                  <a:lnTo>
                    <a:pt x="10878490" y="10259"/>
                  </a:lnTo>
                  <a:lnTo>
                    <a:pt x="10945380" y="5949"/>
                  </a:lnTo>
                  <a:lnTo>
                    <a:pt x="10995162" y="3033"/>
                  </a:lnTo>
                  <a:lnTo>
                    <a:pt x="11028194" y="1268"/>
                  </a:lnTo>
                  <a:lnTo>
                    <a:pt x="11046532" y="371"/>
                  </a:lnTo>
                  <a:lnTo>
                    <a:pt x="11053782" y="46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1" name="pl730"/>
            <p:cNvSpPr/>
            <p:nvPr/>
          </p:nvSpPr>
          <p:spPr>
            <a:xfrm>
              <a:off x="1199187" y="2106570"/>
              <a:ext cx="12049831" cy="2478819"/>
            </a:xfrm>
            <a:custGeom>
              <a:avLst/>
              <a:pathLst>
                <a:path w="12049831" h="2478819">
                  <a:moveTo>
                    <a:pt x="12049831" y="0"/>
                  </a:moveTo>
                  <a:lnTo>
                    <a:pt x="11054891" y="0"/>
                  </a:lnTo>
                  <a:lnTo>
                    <a:pt x="11053801" y="45"/>
                  </a:lnTo>
                  <a:lnTo>
                    <a:pt x="11046604" y="368"/>
                  </a:lnTo>
                  <a:lnTo>
                    <a:pt x="11028344" y="1260"/>
                  </a:lnTo>
                  <a:lnTo>
                    <a:pt x="10995407" y="3019"/>
                  </a:lnTo>
                  <a:lnTo>
                    <a:pt x="10945728" y="5927"/>
                  </a:lnTo>
                  <a:lnTo>
                    <a:pt x="10878938" y="10229"/>
                  </a:lnTo>
                  <a:lnTo>
                    <a:pt x="10796327" y="16106"/>
                  </a:lnTo>
                  <a:lnTo>
                    <a:pt x="10700563" y="23674"/>
                  </a:lnTo>
                  <a:lnTo>
                    <a:pt x="10595207" y="32976"/>
                  </a:lnTo>
                  <a:lnTo>
                    <a:pt x="10484165" y="44009"/>
                  </a:lnTo>
                  <a:lnTo>
                    <a:pt x="10371172" y="56740"/>
                  </a:lnTo>
                  <a:lnTo>
                    <a:pt x="10259428" y="71136"/>
                  </a:lnTo>
                  <a:lnTo>
                    <a:pt x="10151407" y="87185"/>
                  </a:lnTo>
                  <a:lnTo>
                    <a:pt x="10048811" y="104909"/>
                  </a:lnTo>
                  <a:lnTo>
                    <a:pt x="9952640" y="124381"/>
                  </a:lnTo>
                  <a:lnTo>
                    <a:pt x="9863310" y="145724"/>
                  </a:lnTo>
                  <a:lnTo>
                    <a:pt x="9780792" y="169113"/>
                  </a:lnTo>
                  <a:lnTo>
                    <a:pt x="9704744" y="194776"/>
                  </a:lnTo>
                  <a:lnTo>
                    <a:pt x="9634614" y="222984"/>
                  </a:lnTo>
                  <a:lnTo>
                    <a:pt x="9569726" y="254044"/>
                  </a:lnTo>
                  <a:lnTo>
                    <a:pt x="9509346" y="288281"/>
                  </a:lnTo>
                  <a:lnTo>
                    <a:pt x="9452727" y="326009"/>
                  </a:lnTo>
                  <a:lnTo>
                    <a:pt x="9399145" y="367488"/>
                  </a:lnTo>
                  <a:lnTo>
                    <a:pt x="9347946" y="412854"/>
                  </a:lnTo>
                  <a:lnTo>
                    <a:pt x="9347647" y="413136"/>
                  </a:lnTo>
                  <a:lnTo>
                    <a:pt x="9301281" y="459248"/>
                  </a:lnTo>
                  <a:lnTo>
                    <a:pt x="9256108" y="508845"/>
                  </a:lnTo>
                  <a:lnTo>
                    <a:pt x="9211794" y="561998"/>
                  </a:lnTo>
                  <a:lnTo>
                    <a:pt x="9168071" y="618716"/>
                  </a:lnTo>
                  <a:lnTo>
                    <a:pt x="9124726" y="678943"/>
                  </a:lnTo>
                  <a:lnTo>
                    <a:pt x="9081598" y="742545"/>
                  </a:lnTo>
                  <a:lnTo>
                    <a:pt x="9038565" y="809316"/>
                  </a:lnTo>
                  <a:lnTo>
                    <a:pt x="8995544" y="878967"/>
                  </a:lnTo>
                  <a:lnTo>
                    <a:pt x="8952483" y="951136"/>
                  </a:lnTo>
                  <a:lnTo>
                    <a:pt x="8909359" y="1025388"/>
                  </a:lnTo>
                  <a:lnTo>
                    <a:pt x="8866168" y="1101228"/>
                  </a:lnTo>
                  <a:lnTo>
                    <a:pt x="8822928" y="1178113"/>
                  </a:lnTo>
                  <a:lnTo>
                    <a:pt x="8779662" y="1255466"/>
                  </a:lnTo>
                  <a:lnTo>
                    <a:pt x="8736404" y="1332696"/>
                  </a:lnTo>
                  <a:lnTo>
                    <a:pt x="8693181" y="1409215"/>
                  </a:lnTo>
                  <a:lnTo>
                    <a:pt x="8650017" y="1484460"/>
                  </a:lnTo>
                  <a:lnTo>
                    <a:pt x="8606920" y="1557905"/>
                  </a:lnTo>
                  <a:lnTo>
                    <a:pt x="8563880" y="1629078"/>
                  </a:lnTo>
                  <a:lnTo>
                    <a:pt x="8520862" y="1697574"/>
                  </a:lnTo>
                  <a:lnTo>
                    <a:pt x="8477802" y="1763060"/>
                  </a:lnTo>
                  <a:lnTo>
                    <a:pt x="8434601" y="1825283"/>
                  </a:lnTo>
                  <a:lnTo>
                    <a:pt x="8391122" y="1884066"/>
                  </a:lnTo>
                  <a:lnTo>
                    <a:pt x="8347182" y="1939308"/>
                  </a:lnTo>
                  <a:lnTo>
                    <a:pt x="8302548" y="1990981"/>
                  </a:lnTo>
                  <a:lnTo>
                    <a:pt x="8256925" y="2039120"/>
                  </a:lnTo>
                  <a:lnTo>
                    <a:pt x="8229629" y="2065683"/>
                  </a:lnTo>
                  <a:lnTo>
                    <a:pt x="8178443" y="2111072"/>
                  </a:lnTo>
                  <a:lnTo>
                    <a:pt x="8124878" y="2152574"/>
                  </a:lnTo>
                  <a:lnTo>
                    <a:pt x="8068278" y="2190324"/>
                  </a:lnTo>
                  <a:lnTo>
                    <a:pt x="8007923" y="2224580"/>
                  </a:lnTo>
                  <a:lnTo>
                    <a:pt x="7943064" y="2255658"/>
                  </a:lnTo>
                  <a:lnTo>
                    <a:pt x="7872967" y="2283883"/>
                  </a:lnTo>
                  <a:lnTo>
                    <a:pt x="7796956" y="2309560"/>
                  </a:lnTo>
                  <a:lnTo>
                    <a:pt x="7714479" y="2332962"/>
                  </a:lnTo>
                  <a:lnTo>
                    <a:pt x="7625190" y="2354316"/>
                  </a:lnTo>
                  <a:lnTo>
                    <a:pt x="7529058" y="2373799"/>
                  </a:lnTo>
                  <a:lnTo>
                    <a:pt x="7426499" y="2391534"/>
                  </a:lnTo>
                  <a:lnTo>
                    <a:pt x="7318506" y="2407592"/>
                  </a:lnTo>
                  <a:lnTo>
                    <a:pt x="7206778" y="2421998"/>
                  </a:lnTo>
                  <a:lnTo>
                    <a:pt x="7093783" y="2434739"/>
                  </a:lnTo>
                  <a:lnTo>
                    <a:pt x="6982718" y="2445782"/>
                  </a:lnTo>
                  <a:lnTo>
                    <a:pt x="6877317" y="2455095"/>
                  </a:lnTo>
                  <a:lnTo>
                    <a:pt x="6781484" y="2462672"/>
                  </a:lnTo>
                  <a:lnTo>
                    <a:pt x="6698786" y="2468560"/>
                  </a:lnTo>
                  <a:lnTo>
                    <a:pt x="6631896" y="2472870"/>
                  </a:lnTo>
                  <a:lnTo>
                    <a:pt x="6582114" y="2475786"/>
                  </a:lnTo>
                  <a:lnTo>
                    <a:pt x="6549083" y="2477551"/>
                  </a:lnTo>
                  <a:lnTo>
                    <a:pt x="6530745" y="2478448"/>
                  </a:lnTo>
                  <a:lnTo>
                    <a:pt x="6523495" y="2478773"/>
                  </a:lnTo>
                  <a:lnTo>
                    <a:pt x="6522385" y="2478819"/>
                  </a:lnTo>
                  <a:lnTo>
                    <a:pt x="6522385" y="2478819"/>
                  </a:lnTo>
                  <a:lnTo>
                    <a:pt x="5527445" y="2478819"/>
                  </a:lnTo>
                  <a:lnTo>
                    <a:pt x="5526331" y="2478788"/>
                  </a:lnTo>
                  <a:lnTo>
                    <a:pt x="5518977" y="2478561"/>
                  </a:lnTo>
                  <a:lnTo>
                    <a:pt x="5500331" y="2477936"/>
                  </a:lnTo>
                  <a:lnTo>
                    <a:pt x="5466725" y="2476704"/>
                  </a:lnTo>
                  <a:lnTo>
                    <a:pt x="5416090" y="2474667"/>
                  </a:lnTo>
                  <a:lnTo>
                    <a:pt x="5348109" y="2471656"/>
                  </a:lnTo>
                  <a:lnTo>
                    <a:pt x="5264167" y="2467544"/>
                  </a:lnTo>
                  <a:lnTo>
                    <a:pt x="5167045" y="2462255"/>
                  </a:lnTo>
                  <a:lnTo>
                    <a:pt x="5060423" y="2455759"/>
                  </a:lnTo>
                  <a:lnTo>
                    <a:pt x="4948293" y="2448061"/>
                  </a:lnTo>
                  <a:lnTo>
                    <a:pt x="4834447" y="2439184"/>
                  </a:lnTo>
                  <a:lnTo>
                    <a:pt x="4722105" y="2429151"/>
                  </a:lnTo>
                  <a:lnTo>
                    <a:pt x="4613727" y="2417969"/>
                  </a:lnTo>
                  <a:lnTo>
                    <a:pt x="4510984" y="2405618"/>
                  </a:lnTo>
                  <a:lnTo>
                    <a:pt x="4414830" y="2392045"/>
                  </a:lnTo>
                  <a:lnTo>
                    <a:pt x="4325636" y="2377159"/>
                  </a:lnTo>
                  <a:lnTo>
                    <a:pt x="4243329" y="2360834"/>
                  </a:lnTo>
                  <a:lnTo>
                    <a:pt x="4167527" y="2342904"/>
                  </a:lnTo>
                  <a:lnTo>
                    <a:pt x="4097645" y="2323178"/>
                  </a:lnTo>
                  <a:lnTo>
                    <a:pt x="4032981" y="2301438"/>
                  </a:lnTo>
                  <a:lnTo>
                    <a:pt x="3972779" y="2277454"/>
                  </a:lnTo>
                  <a:lnTo>
                    <a:pt x="3916275" y="2251012"/>
                  </a:lnTo>
                  <a:lnTo>
                    <a:pt x="3862740" y="2221939"/>
                  </a:lnTo>
                  <a:lnTo>
                    <a:pt x="3820202" y="2195825"/>
                  </a:lnTo>
                  <a:lnTo>
                    <a:pt x="3768366" y="2160295"/>
                  </a:lnTo>
                  <a:lnTo>
                    <a:pt x="3717974" y="2121762"/>
                  </a:lnTo>
                  <a:lnTo>
                    <a:pt x="3668573" y="2080168"/>
                  </a:lnTo>
                  <a:lnTo>
                    <a:pt x="3619811" y="2035524"/>
                  </a:lnTo>
                  <a:lnTo>
                    <a:pt x="3571420" y="1987914"/>
                  </a:lnTo>
                  <a:lnTo>
                    <a:pt x="3523205" y="1937504"/>
                  </a:lnTo>
                  <a:lnTo>
                    <a:pt x="3475031" y="1884545"/>
                  </a:lnTo>
                  <a:lnTo>
                    <a:pt x="3426815" y="1829371"/>
                  </a:lnTo>
                  <a:lnTo>
                    <a:pt x="3378521" y="1772391"/>
                  </a:lnTo>
                  <a:lnTo>
                    <a:pt x="3330146" y="1714084"/>
                  </a:lnTo>
                  <a:lnTo>
                    <a:pt x="3281713" y="1654976"/>
                  </a:lnTo>
                  <a:lnTo>
                    <a:pt x="3233262" y="1595627"/>
                  </a:lnTo>
                  <a:lnTo>
                    <a:pt x="3184835" y="1536606"/>
                  </a:lnTo>
                  <a:lnTo>
                    <a:pt x="3136471" y="1478468"/>
                  </a:lnTo>
                  <a:lnTo>
                    <a:pt x="3088190" y="1421735"/>
                  </a:lnTo>
                  <a:lnTo>
                    <a:pt x="3039984" y="1366875"/>
                  </a:lnTo>
                  <a:lnTo>
                    <a:pt x="2991810" y="1314286"/>
                  </a:lnTo>
                  <a:lnTo>
                    <a:pt x="2943579" y="1264290"/>
                  </a:lnTo>
                  <a:lnTo>
                    <a:pt x="2895146" y="1217125"/>
                  </a:lnTo>
                  <a:lnTo>
                    <a:pt x="2846305" y="1172944"/>
                  </a:lnTo>
                  <a:lnTo>
                    <a:pt x="2796777" y="1131820"/>
                  </a:lnTo>
                  <a:lnTo>
                    <a:pt x="2746196" y="1093751"/>
                  </a:lnTo>
                  <a:lnTo>
                    <a:pt x="2702183" y="1063848"/>
                  </a:lnTo>
                  <a:lnTo>
                    <a:pt x="2650606" y="1032535"/>
                  </a:lnTo>
                  <a:lnTo>
                    <a:pt x="2596609" y="1003923"/>
                  </a:lnTo>
                  <a:lnTo>
                    <a:pt x="2539522" y="977919"/>
                  </a:lnTo>
                  <a:lnTo>
                    <a:pt x="2478606" y="954338"/>
                  </a:lnTo>
                  <a:lnTo>
                    <a:pt x="2413096" y="932960"/>
                  </a:lnTo>
                  <a:lnTo>
                    <a:pt x="2342242" y="913559"/>
                  </a:lnTo>
                  <a:lnTo>
                    <a:pt x="2265357" y="895919"/>
                  </a:lnTo>
                  <a:lnTo>
                    <a:pt x="2181885" y="879851"/>
                  </a:lnTo>
                  <a:lnTo>
                    <a:pt x="2091486" y="865200"/>
                  </a:lnTo>
                  <a:lnTo>
                    <a:pt x="1994157" y="851843"/>
                  </a:lnTo>
                  <a:lnTo>
                    <a:pt x="1890356" y="839696"/>
                  </a:lnTo>
                  <a:lnTo>
                    <a:pt x="1781154" y="828712"/>
                  </a:lnTo>
                  <a:lnTo>
                    <a:pt x="1668356" y="818877"/>
                  </a:lnTo>
                  <a:lnTo>
                    <a:pt x="1554557" y="810202"/>
                  </a:lnTo>
                  <a:lnTo>
                    <a:pt x="1443094" y="802709"/>
                  </a:lnTo>
                  <a:lnTo>
                    <a:pt x="1337825" y="796422"/>
                  </a:lnTo>
                  <a:lnTo>
                    <a:pt x="1242729" y="791339"/>
                  </a:lnTo>
                  <a:lnTo>
                    <a:pt x="1161371" y="787423"/>
                  </a:lnTo>
                  <a:lnTo>
                    <a:pt x="1096324" y="784591"/>
                  </a:lnTo>
                  <a:lnTo>
                    <a:pt x="1048694" y="782705"/>
                  </a:lnTo>
                  <a:lnTo>
                    <a:pt x="1017859" y="781592"/>
                  </a:lnTo>
                  <a:lnTo>
                    <a:pt x="1001460" y="781050"/>
                  </a:lnTo>
                  <a:lnTo>
                    <a:pt x="995577" y="780872"/>
                  </a:lnTo>
                  <a:lnTo>
                    <a:pt x="994940" y="780854"/>
                  </a:lnTo>
                  <a:lnTo>
                    <a:pt x="0" y="780854"/>
                  </a:lnTo>
                  <a:lnTo>
                    <a:pt x="0" y="7808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2" name="pg731"/>
            <p:cNvSpPr/>
            <p:nvPr/>
          </p:nvSpPr>
          <p:spPr>
            <a:xfrm>
              <a:off x="1199187" y="2232345"/>
              <a:ext cx="12049831" cy="2368766"/>
            </a:xfrm>
            <a:custGeom>
              <a:avLst/>
              <a:pathLst>
                <a:path w="12049831" h="2368766">
                  <a:moveTo>
                    <a:pt x="0" y="670801"/>
                  </a:moveTo>
                  <a:lnTo>
                    <a:pt x="994940" y="670801"/>
                  </a:lnTo>
                  <a:lnTo>
                    <a:pt x="996054" y="670832"/>
                  </a:lnTo>
                  <a:lnTo>
                    <a:pt x="1003408" y="671059"/>
                  </a:lnTo>
                  <a:lnTo>
                    <a:pt x="1022054" y="671684"/>
                  </a:lnTo>
                  <a:lnTo>
                    <a:pt x="1055660" y="672916"/>
                  </a:lnTo>
                  <a:lnTo>
                    <a:pt x="1106295" y="674953"/>
                  </a:lnTo>
                  <a:lnTo>
                    <a:pt x="1174276" y="677964"/>
                  </a:lnTo>
                  <a:lnTo>
                    <a:pt x="1258218" y="682076"/>
                  </a:lnTo>
                  <a:lnTo>
                    <a:pt x="1355340" y="687365"/>
                  </a:lnTo>
                  <a:lnTo>
                    <a:pt x="1461962" y="693861"/>
                  </a:lnTo>
                  <a:lnTo>
                    <a:pt x="1574092" y="701559"/>
                  </a:lnTo>
                  <a:lnTo>
                    <a:pt x="1687938" y="710436"/>
                  </a:lnTo>
                  <a:lnTo>
                    <a:pt x="1800280" y="720469"/>
                  </a:lnTo>
                  <a:lnTo>
                    <a:pt x="1908658" y="731651"/>
                  </a:lnTo>
                  <a:lnTo>
                    <a:pt x="2011401" y="744002"/>
                  </a:lnTo>
                  <a:lnTo>
                    <a:pt x="2107555" y="757575"/>
                  </a:lnTo>
                  <a:lnTo>
                    <a:pt x="2196749" y="772461"/>
                  </a:lnTo>
                  <a:lnTo>
                    <a:pt x="2279056" y="788787"/>
                  </a:lnTo>
                  <a:lnTo>
                    <a:pt x="2354858" y="806716"/>
                  </a:lnTo>
                  <a:lnTo>
                    <a:pt x="2424740" y="826442"/>
                  </a:lnTo>
                  <a:lnTo>
                    <a:pt x="2489404" y="848183"/>
                  </a:lnTo>
                  <a:lnTo>
                    <a:pt x="2549606" y="872166"/>
                  </a:lnTo>
                  <a:lnTo>
                    <a:pt x="2606110" y="898608"/>
                  </a:lnTo>
                  <a:lnTo>
                    <a:pt x="2659645" y="927681"/>
                  </a:lnTo>
                  <a:lnTo>
                    <a:pt x="2702183" y="953795"/>
                  </a:lnTo>
                  <a:lnTo>
                    <a:pt x="2754019" y="989325"/>
                  </a:lnTo>
                  <a:lnTo>
                    <a:pt x="2804411" y="1027858"/>
                  </a:lnTo>
                  <a:lnTo>
                    <a:pt x="2853812" y="1069452"/>
                  </a:lnTo>
                  <a:lnTo>
                    <a:pt x="2902574" y="1114096"/>
                  </a:lnTo>
                  <a:lnTo>
                    <a:pt x="2950965" y="1161706"/>
                  </a:lnTo>
                  <a:lnTo>
                    <a:pt x="2999180" y="1212116"/>
                  </a:lnTo>
                  <a:lnTo>
                    <a:pt x="3047354" y="1265075"/>
                  </a:lnTo>
                  <a:lnTo>
                    <a:pt x="3095570" y="1320249"/>
                  </a:lnTo>
                  <a:lnTo>
                    <a:pt x="3143864" y="1377229"/>
                  </a:lnTo>
                  <a:lnTo>
                    <a:pt x="3192239" y="1435537"/>
                  </a:lnTo>
                  <a:lnTo>
                    <a:pt x="3240672" y="1494644"/>
                  </a:lnTo>
                  <a:lnTo>
                    <a:pt x="3289123" y="1553993"/>
                  </a:lnTo>
                  <a:lnTo>
                    <a:pt x="3337550" y="1613014"/>
                  </a:lnTo>
                  <a:lnTo>
                    <a:pt x="3385914" y="1671152"/>
                  </a:lnTo>
                  <a:lnTo>
                    <a:pt x="3434195" y="1727885"/>
                  </a:lnTo>
                  <a:lnTo>
                    <a:pt x="3482401" y="1782745"/>
                  </a:lnTo>
                  <a:lnTo>
                    <a:pt x="3530575" y="1835334"/>
                  </a:lnTo>
                  <a:lnTo>
                    <a:pt x="3578806" y="1885330"/>
                  </a:lnTo>
                  <a:lnTo>
                    <a:pt x="3627239" y="1932495"/>
                  </a:lnTo>
                  <a:lnTo>
                    <a:pt x="3676080" y="1976676"/>
                  </a:lnTo>
                  <a:lnTo>
                    <a:pt x="3725608" y="2017800"/>
                  </a:lnTo>
                  <a:lnTo>
                    <a:pt x="3776189" y="2055869"/>
                  </a:lnTo>
                  <a:lnTo>
                    <a:pt x="3820202" y="2085772"/>
                  </a:lnTo>
                  <a:lnTo>
                    <a:pt x="3871779" y="2117085"/>
                  </a:lnTo>
                  <a:lnTo>
                    <a:pt x="3925776" y="2145697"/>
                  </a:lnTo>
                  <a:lnTo>
                    <a:pt x="3982863" y="2171702"/>
                  </a:lnTo>
                  <a:lnTo>
                    <a:pt x="4043779" y="2195282"/>
                  </a:lnTo>
                  <a:lnTo>
                    <a:pt x="4109289" y="2216660"/>
                  </a:lnTo>
                  <a:lnTo>
                    <a:pt x="4180143" y="2236062"/>
                  </a:lnTo>
                  <a:lnTo>
                    <a:pt x="4257028" y="2253701"/>
                  </a:lnTo>
                  <a:lnTo>
                    <a:pt x="4340500" y="2269769"/>
                  </a:lnTo>
                  <a:lnTo>
                    <a:pt x="4430899" y="2284420"/>
                  </a:lnTo>
                  <a:lnTo>
                    <a:pt x="4528228" y="2297777"/>
                  </a:lnTo>
                  <a:lnTo>
                    <a:pt x="4632029" y="2309924"/>
                  </a:lnTo>
                  <a:lnTo>
                    <a:pt x="4741231" y="2320908"/>
                  </a:lnTo>
                  <a:lnTo>
                    <a:pt x="4854029" y="2330743"/>
                  </a:lnTo>
                  <a:lnTo>
                    <a:pt x="4967828" y="2339418"/>
                  </a:lnTo>
                  <a:lnTo>
                    <a:pt x="5079291" y="2346911"/>
                  </a:lnTo>
                  <a:lnTo>
                    <a:pt x="5184560" y="2353199"/>
                  </a:lnTo>
                  <a:lnTo>
                    <a:pt x="5279656" y="2358281"/>
                  </a:lnTo>
                  <a:lnTo>
                    <a:pt x="5361014" y="2362197"/>
                  </a:lnTo>
                  <a:lnTo>
                    <a:pt x="5426061" y="2365030"/>
                  </a:lnTo>
                  <a:lnTo>
                    <a:pt x="5473691" y="2366915"/>
                  </a:lnTo>
                  <a:lnTo>
                    <a:pt x="5504526" y="2368028"/>
                  </a:lnTo>
                  <a:lnTo>
                    <a:pt x="5520925" y="2368570"/>
                  </a:lnTo>
                  <a:lnTo>
                    <a:pt x="5526808" y="2368748"/>
                  </a:lnTo>
                  <a:lnTo>
                    <a:pt x="5527445" y="2368766"/>
                  </a:lnTo>
                  <a:lnTo>
                    <a:pt x="6522385" y="2368766"/>
                  </a:lnTo>
                  <a:lnTo>
                    <a:pt x="6523479" y="2368723"/>
                  </a:lnTo>
                  <a:lnTo>
                    <a:pt x="6530703" y="2368414"/>
                  </a:lnTo>
                  <a:lnTo>
                    <a:pt x="6549028" y="2367559"/>
                  </a:lnTo>
                  <a:lnTo>
                    <a:pt x="6582076" y="2365876"/>
                  </a:lnTo>
                  <a:lnTo>
                    <a:pt x="6631916" y="2363092"/>
                  </a:lnTo>
                  <a:lnTo>
                    <a:pt x="6698907" y="2358976"/>
                  </a:lnTo>
                  <a:lnTo>
                    <a:pt x="6781741" y="2353352"/>
                  </a:lnTo>
                  <a:lnTo>
                    <a:pt x="6877735" y="2346112"/>
                  </a:lnTo>
                  <a:lnTo>
                    <a:pt x="6983304" y="2337213"/>
                  </a:lnTo>
                  <a:lnTo>
                    <a:pt x="7094531" y="2326661"/>
                  </a:lnTo>
                  <a:lnTo>
                    <a:pt x="7207670" y="2314485"/>
                  </a:lnTo>
                  <a:lnTo>
                    <a:pt x="7319516" y="2300718"/>
                  </a:lnTo>
                  <a:lnTo>
                    <a:pt x="7427598" y="2285372"/>
                  </a:lnTo>
                  <a:lnTo>
                    <a:pt x="7530220" y="2268423"/>
                  </a:lnTo>
                  <a:lnTo>
                    <a:pt x="7626390" y="2249802"/>
                  </a:lnTo>
                  <a:lnTo>
                    <a:pt x="7715698" y="2229390"/>
                  </a:lnTo>
                  <a:lnTo>
                    <a:pt x="7798180" y="2207017"/>
                  </a:lnTo>
                  <a:lnTo>
                    <a:pt x="7874187" y="2182467"/>
                  </a:lnTo>
                  <a:lnTo>
                    <a:pt x="7944275" y="2155476"/>
                  </a:lnTo>
                  <a:lnTo>
                    <a:pt x="8009125" y="2125753"/>
                  </a:lnTo>
                  <a:lnTo>
                    <a:pt x="8069474" y="2092985"/>
                  </a:lnTo>
                  <a:lnTo>
                    <a:pt x="8126074" y="2056872"/>
                  </a:lnTo>
                  <a:lnTo>
                    <a:pt x="8179646" y="2017168"/>
                  </a:lnTo>
                  <a:lnTo>
                    <a:pt x="8229629" y="1974845"/>
                  </a:lnTo>
                  <a:lnTo>
                    <a:pt x="8276736" y="1930138"/>
                  </a:lnTo>
                  <a:lnTo>
                    <a:pt x="8322618" y="1881997"/>
                  </a:lnTo>
                  <a:lnTo>
                    <a:pt x="8367622" y="1830354"/>
                  </a:lnTo>
                  <a:lnTo>
                    <a:pt x="8412028" y="1775202"/>
                  </a:lnTo>
                  <a:lnTo>
                    <a:pt x="8456054" y="1716601"/>
                  </a:lnTo>
                  <a:lnTo>
                    <a:pt x="8499869" y="1654690"/>
                  </a:lnTo>
                  <a:lnTo>
                    <a:pt x="8543595" y="1589684"/>
                  </a:lnTo>
                  <a:lnTo>
                    <a:pt x="8587317" y="1521879"/>
                  </a:lnTo>
                  <a:lnTo>
                    <a:pt x="8631084" y="1451647"/>
                  </a:lnTo>
                  <a:lnTo>
                    <a:pt x="8674919" y="1379431"/>
                  </a:lnTo>
                  <a:lnTo>
                    <a:pt x="8718820" y="1305735"/>
                  </a:lnTo>
                  <a:lnTo>
                    <a:pt x="8762769" y="1231111"/>
                  </a:lnTo>
                  <a:lnTo>
                    <a:pt x="8806737" y="1156138"/>
                  </a:lnTo>
                  <a:lnTo>
                    <a:pt x="8850692" y="1081409"/>
                  </a:lnTo>
                  <a:lnTo>
                    <a:pt x="8894603" y="1007508"/>
                  </a:lnTo>
                  <a:lnTo>
                    <a:pt x="8938450" y="934993"/>
                  </a:lnTo>
                  <a:lnTo>
                    <a:pt x="8982229" y="864376"/>
                  </a:lnTo>
                  <a:lnTo>
                    <a:pt x="9025956" y="796112"/>
                  </a:lnTo>
                  <a:lnTo>
                    <a:pt x="9069676" y="730588"/>
                  </a:lnTo>
                  <a:lnTo>
                    <a:pt x="9113467" y="668112"/>
                  </a:lnTo>
                  <a:lnTo>
                    <a:pt x="9157445" y="608914"/>
                  </a:lnTo>
                  <a:lnTo>
                    <a:pt x="9201770" y="553145"/>
                  </a:lnTo>
                  <a:lnTo>
                    <a:pt x="9246650" y="500881"/>
                  </a:lnTo>
                  <a:lnTo>
                    <a:pt x="9292353" y="452124"/>
                  </a:lnTo>
                  <a:lnTo>
                    <a:pt x="9339214" y="406818"/>
                  </a:lnTo>
                  <a:lnTo>
                    <a:pt x="9347647" y="399161"/>
                  </a:lnTo>
                  <a:lnTo>
                    <a:pt x="9398900" y="355831"/>
                  </a:lnTo>
                  <a:lnTo>
                    <a:pt x="9452537" y="316216"/>
                  </a:lnTo>
                  <a:lnTo>
                    <a:pt x="9509219" y="280188"/>
                  </a:lnTo>
                  <a:lnTo>
                    <a:pt x="9569669" y="247497"/>
                  </a:lnTo>
                  <a:lnTo>
                    <a:pt x="9634637" y="217844"/>
                  </a:lnTo>
                  <a:lnTo>
                    <a:pt x="9704861" y="190916"/>
                  </a:lnTo>
                  <a:lnTo>
                    <a:pt x="9781019" y="166421"/>
                  </a:lnTo>
                  <a:lnTo>
                    <a:pt x="9863664" y="144099"/>
                  </a:lnTo>
                  <a:lnTo>
                    <a:pt x="9953140" y="123732"/>
                  </a:lnTo>
                  <a:lnTo>
                    <a:pt x="10049472" y="105153"/>
                  </a:lnTo>
                  <a:lnTo>
                    <a:pt x="10152241" y="88243"/>
                  </a:lnTo>
                  <a:lnTo>
                    <a:pt x="10260438" y="72935"/>
                  </a:lnTo>
                  <a:lnTo>
                    <a:pt x="10372348" y="59207"/>
                  </a:lnTo>
                  <a:lnTo>
                    <a:pt x="10485481" y="47070"/>
                  </a:lnTo>
                  <a:lnTo>
                    <a:pt x="10596616" y="36558"/>
                  </a:lnTo>
                  <a:lnTo>
                    <a:pt x="10702000" y="27699"/>
                  </a:lnTo>
                  <a:lnTo>
                    <a:pt x="10797714" y="20499"/>
                  </a:lnTo>
                  <a:lnTo>
                    <a:pt x="10880191" y="14913"/>
                  </a:lnTo>
                  <a:lnTo>
                    <a:pt x="10946775" y="10831"/>
                  </a:lnTo>
                  <a:lnTo>
                    <a:pt x="10996196" y="8077"/>
                  </a:lnTo>
                  <a:lnTo>
                    <a:pt x="11028856" y="6417"/>
                  </a:lnTo>
                  <a:lnTo>
                    <a:pt x="11046863" y="5580"/>
                  </a:lnTo>
                  <a:lnTo>
                    <a:pt x="11053874" y="5280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7" y="43"/>
                  </a:lnTo>
                  <a:lnTo>
                    <a:pt x="11046573" y="352"/>
                  </a:lnTo>
                  <a:lnTo>
                    <a:pt x="11028249" y="1206"/>
                  </a:lnTo>
                  <a:lnTo>
                    <a:pt x="10995200" y="2890"/>
                  </a:lnTo>
                  <a:lnTo>
                    <a:pt x="10945360" y="5673"/>
                  </a:lnTo>
                  <a:lnTo>
                    <a:pt x="10878370" y="9789"/>
                  </a:lnTo>
                  <a:lnTo>
                    <a:pt x="10795535" y="15414"/>
                  </a:lnTo>
                  <a:lnTo>
                    <a:pt x="10699542" y="22654"/>
                  </a:lnTo>
                  <a:lnTo>
                    <a:pt x="10593972" y="31552"/>
                  </a:lnTo>
                  <a:lnTo>
                    <a:pt x="10482745" y="42105"/>
                  </a:lnTo>
                  <a:lnTo>
                    <a:pt x="10369607" y="54281"/>
                  </a:lnTo>
                  <a:lnTo>
                    <a:pt x="10257761" y="68047"/>
                  </a:lnTo>
                  <a:lnTo>
                    <a:pt x="10149678" y="83394"/>
                  </a:lnTo>
                  <a:lnTo>
                    <a:pt x="10047056" y="100343"/>
                  </a:lnTo>
                  <a:lnTo>
                    <a:pt x="9950887" y="118964"/>
                  </a:lnTo>
                  <a:lnTo>
                    <a:pt x="9861579" y="139376"/>
                  </a:lnTo>
                  <a:lnTo>
                    <a:pt x="9779096" y="161748"/>
                  </a:lnTo>
                  <a:lnTo>
                    <a:pt x="9703090" y="186299"/>
                  </a:lnTo>
                  <a:lnTo>
                    <a:pt x="9633001" y="213289"/>
                  </a:lnTo>
                  <a:lnTo>
                    <a:pt x="9568152" y="243013"/>
                  </a:lnTo>
                  <a:lnTo>
                    <a:pt x="9507802" y="275781"/>
                  </a:lnTo>
                  <a:lnTo>
                    <a:pt x="9451203" y="311893"/>
                  </a:lnTo>
                  <a:lnTo>
                    <a:pt x="9397630" y="351597"/>
                  </a:lnTo>
                  <a:lnTo>
                    <a:pt x="9347647" y="393920"/>
                  </a:lnTo>
                  <a:lnTo>
                    <a:pt x="9300540" y="438628"/>
                  </a:lnTo>
                  <a:lnTo>
                    <a:pt x="9254659" y="486768"/>
                  </a:lnTo>
                  <a:lnTo>
                    <a:pt x="9209655" y="538411"/>
                  </a:lnTo>
                  <a:lnTo>
                    <a:pt x="9165249" y="593564"/>
                  </a:lnTo>
                  <a:lnTo>
                    <a:pt x="9121223" y="652164"/>
                  </a:lnTo>
                  <a:lnTo>
                    <a:pt x="9077408" y="714075"/>
                  </a:lnTo>
                  <a:lnTo>
                    <a:pt x="9033682" y="779081"/>
                  </a:lnTo>
                  <a:lnTo>
                    <a:pt x="8989960" y="846887"/>
                  </a:lnTo>
                  <a:lnTo>
                    <a:pt x="8946192" y="917119"/>
                  </a:lnTo>
                  <a:lnTo>
                    <a:pt x="8902358" y="989335"/>
                  </a:lnTo>
                  <a:lnTo>
                    <a:pt x="8858457" y="1063030"/>
                  </a:lnTo>
                  <a:lnTo>
                    <a:pt x="8814508" y="1137655"/>
                  </a:lnTo>
                  <a:lnTo>
                    <a:pt x="8770539" y="1212628"/>
                  </a:lnTo>
                  <a:lnTo>
                    <a:pt x="8726585" y="1287356"/>
                  </a:lnTo>
                  <a:lnTo>
                    <a:pt x="8682674" y="1361257"/>
                  </a:lnTo>
                  <a:lnTo>
                    <a:pt x="8638826" y="1433773"/>
                  </a:lnTo>
                  <a:lnTo>
                    <a:pt x="8595048" y="1504390"/>
                  </a:lnTo>
                  <a:lnTo>
                    <a:pt x="8551321" y="1572654"/>
                  </a:lnTo>
                  <a:lnTo>
                    <a:pt x="8507601" y="1638178"/>
                  </a:lnTo>
                  <a:lnTo>
                    <a:pt x="8463809" y="1700654"/>
                  </a:lnTo>
                  <a:lnTo>
                    <a:pt x="8419831" y="1759852"/>
                  </a:lnTo>
                  <a:lnTo>
                    <a:pt x="8375507" y="1815620"/>
                  </a:lnTo>
                  <a:lnTo>
                    <a:pt x="8330627" y="1867885"/>
                  </a:lnTo>
                  <a:lnTo>
                    <a:pt x="8284924" y="1916641"/>
                  </a:lnTo>
                  <a:lnTo>
                    <a:pt x="8238062" y="1961948"/>
                  </a:lnTo>
                  <a:lnTo>
                    <a:pt x="8229629" y="1969604"/>
                  </a:lnTo>
                  <a:lnTo>
                    <a:pt x="8178377" y="2012935"/>
                  </a:lnTo>
                  <a:lnTo>
                    <a:pt x="8124739" y="2052550"/>
                  </a:lnTo>
                  <a:lnTo>
                    <a:pt x="8068057" y="2088578"/>
                  </a:lnTo>
                  <a:lnTo>
                    <a:pt x="8007608" y="2121268"/>
                  </a:lnTo>
                  <a:lnTo>
                    <a:pt x="7942640" y="2150922"/>
                  </a:lnTo>
                  <a:lnTo>
                    <a:pt x="7872415" y="2177849"/>
                  </a:lnTo>
                  <a:lnTo>
                    <a:pt x="7796257" y="2202344"/>
                  </a:lnTo>
                  <a:lnTo>
                    <a:pt x="7713613" y="2224667"/>
                  </a:lnTo>
                  <a:lnTo>
                    <a:pt x="7624137" y="2245034"/>
                  </a:lnTo>
                  <a:lnTo>
                    <a:pt x="7527804" y="2263613"/>
                  </a:lnTo>
                  <a:lnTo>
                    <a:pt x="7425035" y="2280523"/>
                  </a:lnTo>
                  <a:lnTo>
                    <a:pt x="7316838" y="2295830"/>
                  </a:lnTo>
                  <a:lnTo>
                    <a:pt x="7204928" y="2309559"/>
                  </a:lnTo>
                  <a:lnTo>
                    <a:pt x="7091796" y="2321695"/>
                  </a:lnTo>
                  <a:lnTo>
                    <a:pt x="6980660" y="2332208"/>
                  </a:lnTo>
                  <a:lnTo>
                    <a:pt x="6875277" y="2341066"/>
                  </a:lnTo>
                  <a:lnTo>
                    <a:pt x="6779563" y="2348266"/>
                  </a:lnTo>
                  <a:lnTo>
                    <a:pt x="6697085" y="2353853"/>
                  </a:lnTo>
                  <a:lnTo>
                    <a:pt x="6630502" y="2357934"/>
                  </a:lnTo>
                  <a:lnTo>
                    <a:pt x="6581081" y="2360688"/>
                  </a:lnTo>
                  <a:lnTo>
                    <a:pt x="6548421" y="2362348"/>
                  </a:lnTo>
                  <a:lnTo>
                    <a:pt x="6530414" y="2363186"/>
                  </a:lnTo>
                  <a:lnTo>
                    <a:pt x="6523403" y="2363485"/>
                  </a:lnTo>
                  <a:lnTo>
                    <a:pt x="6522385" y="2363525"/>
                  </a:lnTo>
                  <a:lnTo>
                    <a:pt x="5527445" y="2363525"/>
                  </a:lnTo>
                  <a:lnTo>
                    <a:pt x="5526331" y="2363494"/>
                  </a:lnTo>
                  <a:lnTo>
                    <a:pt x="5518977" y="2363267"/>
                  </a:lnTo>
                  <a:lnTo>
                    <a:pt x="5500331" y="2362642"/>
                  </a:lnTo>
                  <a:lnTo>
                    <a:pt x="5466725" y="2361410"/>
                  </a:lnTo>
                  <a:lnTo>
                    <a:pt x="5416090" y="2359373"/>
                  </a:lnTo>
                  <a:lnTo>
                    <a:pt x="5348109" y="2356362"/>
                  </a:lnTo>
                  <a:lnTo>
                    <a:pt x="5264167" y="2352250"/>
                  </a:lnTo>
                  <a:lnTo>
                    <a:pt x="5167045" y="2346961"/>
                  </a:lnTo>
                  <a:lnTo>
                    <a:pt x="5060423" y="2340465"/>
                  </a:lnTo>
                  <a:lnTo>
                    <a:pt x="4948293" y="2332767"/>
                  </a:lnTo>
                  <a:lnTo>
                    <a:pt x="4834447" y="2323890"/>
                  </a:lnTo>
                  <a:lnTo>
                    <a:pt x="4722105" y="2313857"/>
                  </a:lnTo>
                  <a:lnTo>
                    <a:pt x="4613727" y="2302675"/>
                  </a:lnTo>
                  <a:lnTo>
                    <a:pt x="4510984" y="2290324"/>
                  </a:lnTo>
                  <a:lnTo>
                    <a:pt x="4414830" y="2276751"/>
                  </a:lnTo>
                  <a:lnTo>
                    <a:pt x="4325636" y="2261865"/>
                  </a:lnTo>
                  <a:lnTo>
                    <a:pt x="4243329" y="2245540"/>
                  </a:lnTo>
                  <a:lnTo>
                    <a:pt x="4167527" y="2227611"/>
                  </a:lnTo>
                  <a:lnTo>
                    <a:pt x="4097645" y="2207884"/>
                  </a:lnTo>
                  <a:lnTo>
                    <a:pt x="4032981" y="2186144"/>
                  </a:lnTo>
                  <a:lnTo>
                    <a:pt x="3972779" y="2162161"/>
                  </a:lnTo>
                  <a:lnTo>
                    <a:pt x="3916275" y="2135718"/>
                  </a:lnTo>
                  <a:lnTo>
                    <a:pt x="3862740" y="2106645"/>
                  </a:lnTo>
                  <a:lnTo>
                    <a:pt x="3820202" y="2080531"/>
                  </a:lnTo>
                  <a:lnTo>
                    <a:pt x="3768366" y="2045001"/>
                  </a:lnTo>
                  <a:lnTo>
                    <a:pt x="3717974" y="2006468"/>
                  </a:lnTo>
                  <a:lnTo>
                    <a:pt x="3668573" y="1964875"/>
                  </a:lnTo>
                  <a:lnTo>
                    <a:pt x="3619811" y="1920230"/>
                  </a:lnTo>
                  <a:lnTo>
                    <a:pt x="3571420" y="1872620"/>
                  </a:lnTo>
                  <a:lnTo>
                    <a:pt x="3523205" y="1822210"/>
                  </a:lnTo>
                  <a:lnTo>
                    <a:pt x="3475031" y="1769252"/>
                  </a:lnTo>
                  <a:lnTo>
                    <a:pt x="3426815" y="1714077"/>
                  </a:lnTo>
                  <a:lnTo>
                    <a:pt x="3378521" y="1657097"/>
                  </a:lnTo>
                  <a:lnTo>
                    <a:pt x="3330146" y="1598790"/>
                  </a:lnTo>
                  <a:lnTo>
                    <a:pt x="3281713" y="1539682"/>
                  </a:lnTo>
                  <a:lnTo>
                    <a:pt x="3233262" y="1480333"/>
                  </a:lnTo>
                  <a:lnTo>
                    <a:pt x="3184835" y="1421312"/>
                  </a:lnTo>
                  <a:lnTo>
                    <a:pt x="3136471" y="1363174"/>
                  </a:lnTo>
                  <a:lnTo>
                    <a:pt x="3088190" y="1306441"/>
                  </a:lnTo>
                  <a:lnTo>
                    <a:pt x="3039984" y="1251581"/>
                  </a:lnTo>
                  <a:lnTo>
                    <a:pt x="2991810" y="1198992"/>
                  </a:lnTo>
                  <a:lnTo>
                    <a:pt x="2943579" y="1148996"/>
                  </a:lnTo>
                  <a:lnTo>
                    <a:pt x="2895146" y="1101831"/>
                  </a:lnTo>
                  <a:lnTo>
                    <a:pt x="2846305" y="1057650"/>
                  </a:lnTo>
                  <a:lnTo>
                    <a:pt x="2796777" y="1016526"/>
                  </a:lnTo>
                  <a:lnTo>
                    <a:pt x="2746196" y="978457"/>
                  </a:lnTo>
                  <a:lnTo>
                    <a:pt x="2702183" y="948554"/>
                  </a:lnTo>
                  <a:lnTo>
                    <a:pt x="2650606" y="917241"/>
                  </a:lnTo>
                  <a:lnTo>
                    <a:pt x="2596609" y="888629"/>
                  </a:lnTo>
                  <a:lnTo>
                    <a:pt x="2539522" y="862625"/>
                  </a:lnTo>
                  <a:lnTo>
                    <a:pt x="2478606" y="839044"/>
                  </a:lnTo>
                  <a:lnTo>
                    <a:pt x="2413096" y="817666"/>
                  </a:lnTo>
                  <a:lnTo>
                    <a:pt x="2342242" y="798265"/>
                  </a:lnTo>
                  <a:lnTo>
                    <a:pt x="2265357" y="780625"/>
                  </a:lnTo>
                  <a:lnTo>
                    <a:pt x="2181885" y="764558"/>
                  </a:lnTo>
                  <a:lnTo>
                    <a:pt x="2091486" y="749906"/>
                  </a:lnTo>
                  <a:lnTo>
                    <a:pt x="1994157" y="736549"/>
                  </a:lnTo>
                  <a:lnTo>
                    <a:pt x="1890356" y="724402"/>
                  </a:lnTo>
                  <a:lnTo>
                    <a:pt x="1781154" y="713418"/>
                  </a:lnTo>
                  <a:lnTo>
                    <a:pt x="1668356" y="703583"/>
                  </a:lnTo>
                  <a:lnTo>
                    <a:pt x="1554557" y="694908"/>
                  </a:lnTo>
                  <a:lnTo>
                    <a:pt x="1443094" y="687415"/>
                  </a:lnTo>
                  <a:lnTo>
                    <a:pt x="1337825" y="681128"/>
                  </a:lnTo>
                  <a:lnTo>
                    <a:pt x="1242729" y="676045"/>
                  </a:lnTo>
                  <a:lnTo>
                    <a:pt x="1161371" y="672130"/>
                  </a:lnTo>
                  <a:lnTo>
                    <a:pt x="1096324" y="669297"/>
                  </a:lnTo>
                  <a:lnTo>
                    <a:pt x="1048694" y="667411"/>
                  </a:lnTo>
                  <a:lnTo>
                    <a:pt x="1017859" y="666298"/>
                  </a:lnTo>
                  <a:lnTo>
                    <a:pt x="1001460" y="665757"/>
                  </a:lnTo>
                  <a:lnTo>
                    <a:pt x="995577" y="665578"/>
                  </a:lnTo>
                  <a:lnTo>
                    <a:pt x="994940" y="665560"/>
                  </a:lnTo>
                  <a:lnTo>
                    <a:pt x="0" y="66556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33" name="pl732"/>
            <p:cNvSpPr/>
            <p:nvPr/>
          </p:nvSpPr>
          <p:spPr>
            <a:xfrm>
              <a:off x="1199187" y="2237586"/>
              <a:ext cx="12049831" cy="2363525"/>
            </a:xfrm>
            <a:custGeom>
              <a:avLst/>
              <a:pathLst>
                <a:path w="12049831" h="2363525">
                  <a:moveTo>
                    <a:pt x="0" y="665560"/>
                  </a:moveTo>
                  <a:lnTo>
                    <a:pt x="994940" y="665560"/>
                  </a:lnTo>
                  <a:lnTo>
                    <a:pt x="996054" y="665592"/>
                  </a:lnTo>
                  <a:lnTo>
                    <a:pt x="1003408" y="665818"/>
                  </a:lnTo>
                  <a:lnTo>
                    <a:pt x="1022054" y="666443"/>
                  </a:lnTo>
                  <a:lnTo>
                    <a:pt x="1055660" y="667676"/>
                  </a:lnTo>
                  <a:lnTo>
                    <a:pt x="1106295" y="669713"/>
                  </a:lnTo>
                  <a:lnTo>
                    <a:pt x="1174276" y="672724"/>
                  </a:lnTo>
                  <a:lnTo>
                    <a:pt x="1258218" y="676835"/>
                  </a:lnTo>
                  <a:lnTo>
                    <a:pt x="1355340" y="682124"/>
                  </a:lnTo>
                  <a:lnTo>
                    <a:pt x="1461962" y="688620"/>
                  </a:lnTo>
                  <a:lnTo>
                    <a:pt x="1574092" y="696318"/>
                  </a:lnTo>
                  <a:lnTo>
                    <a:pt x="1687938" y="705195"/>
                  </a:lnTo>
                  <a:lnTo>
                    <a:pt x="1800280" y="715228"/>
                  </a:lnTo>
                  <a:lnTo>
                    <a:pt x="1908658" y="726410"/>
                  </a:lnTo>
                  <a:lnTo>
                    <a:pt x="2011401" y="738761"/>
                  </a:lnTo>
                  <a:lnTo>
                    <a:pt x="2107555" y="752334"/>
                  </a:lnTo>
                  <a:lnTo>
                    <a:pt x="2196749" y="767220"/>
                  </a:lnTo>
                  <a:lnTo>
                    <a:pt x="2279056" y="783546"/>
                  </a:lnTo>
                  <a:lnTo>
                    <a:pt x="2354858" y="801475"/>
                  </a:lnTo>
                  <a:lnTo>
                    <a:pt x="2424740" y="821201"/>
                  </a:lnTo>
                  <a:lnTo>
                    <a:pt x="2489404" y="842942"/>
                  </a:lnTo>
                  <a:lnTo>
                    <a:pt x="2549606" y="866925"/>
                  </a:lnTo>
                  <a:lnTo>
                    <a:pt x="2606110" y="893367"/>
                  </a:lnTo>
                  <a:lnTo>
                    <a:pt x="2659645" y="922441"/>
                  </a:lnTo>
                  <a:lnTo>
                    <a:pt x="2702183" y="948554"/>
                  </a:lnTo>
                  <a:lnTo>
                    <a:pt x="2754019" y="984084"/>
                  </a:lnTo>
                  <a:lnTo>
                    <a:pt x="2804411" y="1022617"/>
                  </a:lnTo>
                  <a:lnTo>
                    <a:pt x="2853812" y="1064211"/>
                  </a:lnTo>
                  <a:lnTo>
                    <a:pt x="2902574" y="1108855"/>
                  </a:lnTo>
                  <a:lnTo>
                    <a:pt x="2950965" y="1156465"/>
                  </a:lnTo>
                  <a:lnTo>
                    <a:pt x="2999180" y="1206875"/>
                  </a:lnTo>
                  <a:lnTo>
                    <a:pt x="3047354" y="1259834"/>
                  </a:lnTo>
                  <a:lnTo>
                    <a:pt x="3095570" y="1315009"/>
                  </a:lnTo>
                  <a:lnTo>
                    <a:pt x="3143864" y="1371988"/>
                  </a:lnTo>
                  <a:lnTo>
                    <a:pt x="3192239" y="1430296"/>
                  </a:lnTo>
                  <a:lnTo>
                    <a:pt x="3240672" y="1489404"/>
                  </a:lnTo>
                  <a:lnTo>
                    <a:pt x="3289123" y="1548753"/>
                  </a:lnTo>
                  <a:lnTo>
                    <a:pt x="3337550" y="1607774"/>
                  </a:lnTo>
                  <a:lnTo>
                    <a:pt x="3385914" y="1665911"/>
                  </a:lnTo>
                  <a:lnTo>
                    <a:pt x="3434195" y="1722644"/>
                  </a:lnTo>
                  <a:lnTo>
                    <a:pt x="3482401" y="1777505"/>
                  </a:lnTo>
                  <a:lnTo>
                    <a:pt x="3530575" y="1830093"/>
                  </a:lnTo>
                  <a:lnTo>
                    <a:pt x="3578806" y="1880089"/>
                  </a:lnTo>
                  <a:lnTo>
                    <a:pt x="3627239" y="1927254"/>
                  </a:lnTo>
                  <a:lnTo>
                    <a:pt x="3676080" y="1971435"/>
                  </a:lnTo>
                  <a:lnTo>
                    <a:pt x="3725608" y="2012560"/>
                  </a:lnTo>
                  <a:lnTo>
                    <a:pt x="3776189" y="2050628"/>
                  </a:lnTo>
                  <a:lnTo>
                    <a:pt x="3820202" y="2080531"/>
                  </a:lnTo>
                  <a:lnTo>
                    <a:pt x="3871779" y="2111845"/>
                  </a:lnTo>
                  <a:lnTo>
                    <a:pt x="3925776" y="2140456"/>
                  </a:lnTo>
                  <a:lnTo>
                    <a:pt x="3982863" y="2166461"/>
                  </a:lnTo>
                  <a:lnTo>
                    <a:pt x="4043779" y="2190042"/>
                  </a:lnTo>
                  <a:lnTo>
                    <a:pt x="4109289" y="2211419"/>
                  </a:lnTo>
                  <a:lnTo>
                    <a:pt x="4180143" y="2230821"/>
                  </a:lnTo>
                  <a:lnTo>
                    <a:pt x="4257028" y="2248461"/>
                  </a:lnTo>
                  <a:lnTo>
                    <a:pt x="4340500" y="2264528"/>
                  </a:lnTo>
                  <a:lnTo>
                    <a:pt x="4430899" y="2279179"/>
                  </a:lnTo>
                  <a:lnTo>
                    <a:pt x="4528228" y="2292537"/>
                  </a:lnTo>
                  <a:lnTo>
                    <a:pt x="4632029" y="2304683"/>
                  </a:lnTo>
                  <a:lnTo>
                    <a:pt x="4741231" y="2315667"/>
                  </a:lnTo>
                  <a:lnTo>
                    <a:pt x="4854029" y="2325502"/>
                  </a:lnTo>
                  <a:lnTo>
                    <a:pt x="4967828" y="2334178"/>
                  </a:lnTo>
                  <a:lnTo>
                    <a:pt x="5079291" y="2341670"/>
                  </a:lnTo>
                  <a:lnTo>
                    <a:pt x="5184560" y="2347958"/>
                  </a:lnTo>
                  <a:lnTo>
                    <a:pt x="5279656" y="2353041"/>
                  </a:lnTo>
                  <a:lnTo>
                    <a:pt x="5361014" y="2356956"/>
                  </a:lnTo>
                  <a:lnTo>
                    <a:pt x="5426061" y="2359789"/>
                  </a:lnTo>
                  <a:lnTo>
                    <a:pt x="5473691" y="2361674"/>
                  </a:lnTo>
                  <a:lnTo>
                    <a:pt x="5504526" y="2362787"/>
                  </a:lnTo>
                  <a:lnTo>
                    <a:pt x="5520925" y="2363329"/>
                  </a:lnTo>
                  <a:lnTo>
                    <a:pt x="5526808" y="2363507"/>
                  </a:lnTo>
                  <a:lnTo>
                    <a:pt x="5527445" y="2363525"/>
                  </a:lnTo>
                  <a:lnTo>
                    <a:pt x="6522385" y="2363525"/>
                  </a:lnTo>
                  <a:lnTo>
                    <a:pt x="6523479" y="2363482"/>
                  </a:lnTo>
                  <a:lnTo>
                    <a:pt x="6530703" y="2363173"/>
                  </a:lnTo>
                  <a:lnTo>
                    <a:pt x="6549028" y="2362319"/>
                  </a:lnTo>
                  <a:lnTo>
                    <a:pt x="6582076" y="2360635"/>
                  </a:lnTo>
                  <a:lnTo>
                    <a:pt x="6631916" y="2357852"/>
                  </a:lnTo>
                  <a:lnTo>
                    <a:pt x="6698907" y="2353735"/>
                  </a:lnTo>
                  <a:lnTo>
                    <a:pt x="6781741" y="2348111"/>
                  </a:lnTo>
                  <a:lnTo>
                    <a:pt x="6877735" y="2340871"/>
                  </a:lnTo>
                  <a:lnTo>
                    <a:pt x="6983304" y="2331972"/>
                  </a:lnTo>
                  <a:lnTo>
                    <a:pt x="7094531" y="2321420"/>
                  </a:lnTo>
                  <a:lnTo>
                    <a:pt x="7207670" y="2309244"/>
                  </a:lnTo>
                  <a:lnTo>
                    <a:pt x="7319516" y="2295477"/>
                  </a:lnTo>
                  <a:lnTo>
                    <a:pt x="7427598" y="2280131"/>
                  </a:lnTo>
                  <a:lnTo>
                    <a:pt x="7530220" y="2263182"/>
                  </a:lnTo>
                  <a:lnTo>
                    <a:pt x="7626390" y="2244561"/>
                  </a:lnTo>
                  <a:lnTo>
                    <a:pt x="7715698" y="2224149"/>
                  </a:lnTo>
                  <a:lnTo>
                    <a:pt x="7798180" y="2201777"/>
                  </a:lnTo>
                  <a:lnTo>
                    <a:pt x="7874187" y="2177226"/>
                  </a:lnTo>
                  <a:lnTo>
                    <a:pt x="7944275" y="2150236"/>
                  </a:lnTo>
                  <a:lnTo>
                    <a:pt x="8009125" y="2120512"/>
                  </a:lnTo>
                  <a:lnTo>
                    <a:pt x="8069474" y="2087744"/>
                  </a:lnTo>
                  <a:lnTo>
                    <a:pt x="8126074" y="2051632"/>
                  </a:lnTo>
                  <a:lnTo>
                    <a:pt x="8179646" y="2011928"/>
                  </a:lnTo>
                  <a:lnTo>
                    <a:pt x="8229629" y="1969604"/>
                  </a:lnTo>
                  <a:lnTo>
                    <a:pt x="8276736" y="1924897"/>
                  </a:lnTo>
                  <a:lnTo>
                    <a:pt x="8322618" y="1876757"/>
                  </a:lnTo>
                  <a:lnTo>
                    <a:pt x="8367622" y="1825114"/>
                  </a:lnTo>
                  <a:lnTo>
                    <a:pt x="8412028" y="1769961"/>
                  </a:lnTo>
                  <a:lnTo>
                    <a:pt x="8456054" y="1711361"/>
                  </a:lnTo>
                  <a:lnTo>
                    <a:pt x="8499869" y="1649450"/>
                  </a:lnTo>
                  <a:lnTo>
                    <a:pt x="8543595" y="1584444"/>
                  </a:lnTo>
                  <a:lnTo>
                    <a:pt x="8587317" y="1516638"/>
                  </a:lnTo>
                  <a:lnTo>
                    <a:pt x="8631084" y="1446406"/>
                  </a:lnTo>
                  <a:lnTo>
                    <a:pt x="8674919" y="1374190"/>
                  </a:lnTo>
                  <a:lnTo>
                    <a:pt x="8718820" y="1300495"/>
                  </a:lnTo>
                  <a:lnTo>
                    <a:pt x="8762769" y="1225870"/>
                  </a:lnTo>
                  <a:lnTo>
                    <a:pt x="8806737" y="1150897"/>
                  </a:lnTo>
                  <a:lnTo>
                    <a:pt x="8850692" y="1076169"/>
                  </a:lnTo>
                  <a:lnTo>
                    <a:pt x="8894603" y="1002268"/>
                  </a:lnTo>
                  <a:lnTo>
                    <a:pt x="8938450" y="929752"/>
                  </a:lnTo>
                  <a:lnTo>
                    <a:pt x="8982229" y="859135"/>
                  </a:lnTo>
                  <a:lnTo>
                    <a:pt x="9025956" y="790871"/>
                  </a:lnTo>
                  <a:lnTo>
                    <a:pt x="9069676" y="725347"/>
                  </a:lnTo>
                  <a:lnTo>
                    <a:pt x="9113467" y="662871"/>
                  </a:lnTo>
                  <a:lnTo>
                    <a:pt x="9157445" y="603673"/>
                  </a:lnTo>
                  <a:lnTo>
                    <a:pt x="9201770" y="547905"/>
                  </a:lnTo>
                  <a:lnTo>
                    <a:pt x="9246650" y="495640"/>
                  </a:lnTo>
                  <a:lnTo>
                    <a:pt x="9292353" y="446884"/>
                  </a:lnTo>
                  <a:lnTo>
                    <a:pt x="9339214" y="401577"/>
                  </a:lnTo>
                  <a:lnTo>
                    <a:pt x="9347647" y="393920"/>
                  </a:lnTo>
                  <a:lnTo>
                    <a:pt x="9398900" y="350590"/>
                  </a:lnTo>
                  <a:lnTo>
                    <a:pt x="9452537" y="310975"/>
                  </a:lnTo>
                  <a:lnTo>
                    <a:pt x="9509219" y="274947"/>
                  </a:lnTo>
                  <a:lnTo>
                    <a:pt x="9569669" y="242257"/>
                  </a:lnTo>
                  <a:lnTo>
                    <a:pt x="9634637" y="212603"/>
                  </a:lnTo>
                  <a:lnTo>
                    <a:pt x="9704861" y="185676"/>
                  </a:lnTo>
                  <a:lnTo>
                    <a:pt x="9781019" y="161181"/>
                  </a:lnTo>
                  <a:lnTo>
                    <a:pt x="9863664" y="138858"/>
                  </a:lnTo>
                  <a:lnTo>
                    <a:pt x="9953140" y="118491"/>
                  </a:lnTo>
                  <a:lnTo>
                    <a:pt x="10049472" y="99912"/>
                  </a:lnTo>
                  <a:lnTo>
                    <a:pt x="10152241" y="83002"/>
                  </a:lnTo>
                  <a:lnTo>
                    <a:pt x="10260438" y="67695"/>
                  </a:lnTo>
                  <a:lnTo>
                    <a:pt x="10372348" y="53966"/>
                  </a:lnTo>
                  <a:lnTo>
                    <a:pt x="10485481" y="41830"/>
                  </a:lnTo>
                  <a:lnTo>
                    <a:pt x="10596616" y="31317"/>
                  </a:lnTo>
                  <a:lnTo>
                    <a:pt x="10702000" y="22458"/>
                  </a:lnTo>
                  <a:lnTo>
                    <a:pt x="10797714" y="15259"/>
                  </a:lnTo>
                  <a:lnTo>
                    <a:pt x="10880191" y="9672"/>
                  </a:lnTo>
                  <a:lnTo>
                    <a:pt x="10946775" y="5591"/>
                  </a:lnTo>
                  <a:lnTo>
                    <a:pt x="10996196" y="2837"/>
                  </a:lnTo>
                  <a:lnTo>
                    <a:pt x="11028856" y="1177"/>
                  </a:lnTo>
                  <a:lnTo>
                    <a:pt x="11046863" y="339"/>
                  </a:lnTo>
                  <a:lnTo>
                    <a:pt x="11053874" y="4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4" name="pl733"/>
            <p:cNvSpPr/>
            <p:nvPr/>
          </p:nvSpPr>
          <p:spPr>
            <a:xfrm>
              <a:off x="1199187" y="2232345"/>
              <a:ext cx="12049831" cy="2363525"/>
            </a:xfrm>
            <a:custGeom>
              <a:avLst/>
              <a:pathLst>
                <a:path w="12049831" h="2363525">
                  <a:moveTo>
                    <a:pt x="12049831" y="0"/>
                  </a:moveTo>
                  <a:lnTo>
                    <a:pt x="11054891" y="0"/>
                  </a:lnTo>
                  <a:lnTo>
                    <a:pt x="11053797" y="43"/>
                  </a:lnTo>
                  <a:lnTo>
                    <a:pt x="11046573" y="352"/>
                  </a:lnTo>
                  <a:lnTo>
                    <a:pt x="11028249" y="1206"/>
                  </a:lnTo>
                  <a:lnTo>
                    <a:pt x="10995200" y="2890"/>
                  </a:lnTo>
                  <a:lnTo>
                    <a:pt x="10945360" y="5673"/>
                  </a:lnTo>
                  <a:lnTo>
                    <a:pt x="10878370" y="9789"/>
                  </a:lnTo>
                  <a:lnTo>
                    <a:pt x="10795535" y="15414"/>
                  </a:lnTo>
                  <a:lnTo>
                    <a:pt x="10699542" y="22654"/>
                  </a:lnTo>
                  <a:lnTo>
                    <a:pt x="10593972" y="31552"/>
                  </a:lnTo>
                  <a:lnTo>
                    <a:pt x="10482745" y="42105"/>
                  </a:lnTo>
                  <a:lnTo>
                    <a:pt x="10369607" y="54281"/>
                  </a:lnTo>
                  <a:lnTo>
                    <a:pt x="10257761" y="68047"/>
                  </a:lnTo>
                  <a:lnTo>
                    <a:pt x="10149678" y="83394"/>
                  </a:lnTo>
                  <a:lnTo>
                    <a:pt x="10047056" y="100343"/>
                  </a:lnTo>
                  <a:lnTo>
                    <a:pt x="9950887" y="118964"/>
                  </a:lnTo>
                  <a:lnTo>
                    <a:pt x="9861579" y="139376"/>
                  </a:lnTo>
                  <a:lnTo>
                    <a:pt x="9779096" y="161748"/>
                  </a:lnTo>
                  <a:lnTo>
                    <a:pt x="9703090" y="186299"/>
                  </a:lnTo>
                  <a:lnTo>
                    <a:pt x="9633001" y="213289"/>
                  </a:lnTo>
                  <a:lnTo>
                    <a:pt x="9568152" y="243013"/>
                  </a:lnTo>
                  <a:lnTo>
                    <a:pt x="9507802" y="275781"/>
                  </a:lnTo>
                  <a:lnTo>
                    <a:pt x="9451203" y="311893"/>
                  </a:lnTo>
                  <a:lnTo>
                    <a:pt x="9397630" y="351597"/>
                  </a:lnTo>
                  <a:lnTo>
                    <a:pt x="9347647" y="393920"/>
                  </a:lnTo>
                  <a:lnTo>
                    <a:pt x="9300540" y="438628"/>
                  </a:lnTo>
                  <a:lnTo>
                    <a:pt x="9254659" y="486768"/>
                  </a:lnTo>
                  <a:lnTo>
                    <a:pt x="9209655" y="538411"/>
                  </a:lnTo>
                  <a:lnTo>
                    <a:pt x="9165249" y="593564"/>
                  </a:lnTo>
                  <a:lnTo>
                    <a:pt x="9121223" y="652164"/>
                  </a:lnTo>
                  <a:lnTo>
                    <a:pt x="9077408" y="714075"/>
                  </a:lnTo>
                  <a:lnTo>
                    <a:pt x="9033682" y="779081"/>
                  </a:lnTo>
                  <a:lnTo>
                    <a:pt x="8989960" y="846887"/>
                  </a:lnTo>
                  <a:lnTo>
                    <a:pt x="8946192" y="917119"/>
                  </a:lnTo>
                  <a:lnTo>
                    <a:pt x="8902358" y="989335"/>
                  </a:lnTo>
                  <a:lnTo>
                    <a:pt x="8858457" y="1063030"/>
                  </a:lnTo>
                  <a:lnTo>
                    <a:pt x="8814508" y="1137655"/>
                  </a:lnTo>
                  <a:lnTo>
                    <a:pt x="8770539" y="1212628"/>
                  </a:lnTo>
                  <a:lnTo>
                    <a:pt x="8726585" y="1287356"/>
                  </a:lnTo>
                  <a:lnTo>
                    <a:pt x="8682674" y="1361257"/>
                  </a:lnTo>
                  <a:lnTo>
                    <a:pt x="8638826" y="1433773"/>
                  </a:lnTo>
                  <a:lnTo>
                    <a:pt x="8595048" y="1504390"/>
                  </a:lnTo>
                  <a:lnTo>
                    <a:pt x="8551321" y="1572654"/>
                  </a:lnTo>
                  <a:lnTo>
                    <a:pt x="8507601" y="1638178"/>
                  </a:lnTo>
                  <a:lnTo>
                    <a:pt x="8463809" y="1700654"/>
                  </a:lnTo>
                  <a:lnTo>
                    <a:pt x="8419831" y="1759852"/>
                  </a:lnTo>
                  <a:lnTo>
                    <a:pt x="8375507" y="1815620"/>
                  </a:lnTo>
                  <a:lnTo>
                    <a:pt x="8330627" y="1867885"/>
                  </a:lnTo>
                  <a:lnTo>
                    <a:pt x="8284924" y="1916641"/>
                  </a:lnTo>
                  <a:lnTo>
                    <a:pt x="8238062" y="1961948"/>
                  </a:lnTo>
                  <a:lnTo>
                    <a:pt x="8229629" y="1969604"/>
                  </a:lnTo>
                  <a:lnTo>
                    <a:pt x="8178377" y="2012935"/>
                  </a:lnTo>
                  <a:lnTo>
                    <a:pt x="8124739" y="2052550"/>
                  </a:lnTo>
                  <a:lnTo>
                    <a:pt x="8068057" y="2088578"/>
                  </a:lnTo>
                  <a:lnTo>
                    <a:pt x="8007608" y="2121268"/>
                  </a:lnTo>
                  <a:lnTo>
                    <a:pt x="7942640" y="2150922"/>
                  </a:lnTo>
                  <a:lnTo>
                    <a:pt x="7872415" y="2177849"/>
                  </a:lnTo>
                  <a:lnTo>
                    <a:pt x="7796257" y="2202344"/>
                  </a:lnTo>
                  <a:lnTo>
                    <a:pt x="7713613" y="2224667"/>
                  </a:lnTo>
                  <a:lnTo>
                    <a:pt x="7624137" y="2245034"/>
                  </a:lnTo>
                  <a:lnTo>
                    <a:pt x="7527804" y="2263613"/>
                  </a:lnTo>
                  <a:lnTo>
                    <a:pt x="7425035" y="2280523"/>
                  </a:lnTo>
                  <a:lnTo>
                    <a:pt x="7316838" y="2295830"/>
                  </a:lnTo>
                  <a:lnTo>
                    <a:pt x="7204928" y="2309559"/>
                  </a:lnTo>
                  <a:lnTo>
                    <a:pt x="7091796" y="2321695"/>
                  </a:lnTo>
                  <a:lnTo>
                    <a:pt x="6980660" y="2332208"/>
                  </a:lnTo>
                  <a:lnTo>
                    <a:pt x="6875277" y="2341066"/>
                  </a:lnTo>
                  <a:lnTo>
                    <a:pt x="6779563" y="2348266"/>
                  </a:lnTo>
                  <a:lnTo>
                    <a:pt x="6697085" y="2353853"/>
                  </a:lnTo>
                  <a:lnTo>
                    <a:pt x="6630502" y="2357934"/>
                  </a:lnTo>
                  <a:lnTo>
                    <a:pt x="6581081" y="2360688"/>
                  </a:lnTo>
                  <a:lnTo>
                    <a:pt x="6548421" y="2362348"/>
                  </a:lnTo>
                  <a:lnTo>
                    <a:pt x="6530414" y="2363186"/>
                  </a:lnTo>
                  <a:lnTo>
                    <a:pt x="6523403" y="2363485"/>
                  </a:lnTo>
                  <a:lnTo>
                    <a:pt x="6522385" y="2363525"/>
                  </a:lnTo>
                  <a:lnTo>
                    <a:pt x="5527445" y="2363525"/>
                  </a:lnTo>
                  <a:lnTo>
                    <a:pt x="5526331" y="2363494"/>
                  </a:lnTo>
                  <a:lnTo>
                    <a:pt x="5518977" y="2363267"/>
                  </a:lnTo>
                  <a:lnTo>
                    <a:pt x="5500331" y="2362642"/>
                  </a:lnTo>
                  <a:lnTo>
                    <a:pt x="5466725" y="2361410"/>
                  </a:lnTo>
                  <a:lnTo>
                    <a:pt x="5416090" y="2359373"/>
                  </a:lnTo>
                  <a:lnTo>
                    <a:pt x="5348109" y="2356362"/>
                  </a:lnTo>
                  <a:lnTo>
                    <a:pt x="5264167" y="2352250"/>
                  </a:lnTo>
                  <a:lnTo>
                    <a:pt x="5167045" y="2346961"/>
                  </a:lnTo>
                  <a:lnTo>
                    <a:pt x="5060423" y="2340465"/>
                  </a:lnTo>
                  <a:lnTo>
                    <a:pt x="4948293" y="2332767"/>
                  </a:lnTo>
                  <a:lnTo>
                    <a:pt x="4834447" y="2323890"/>
                  </a:lnTo>
                  <a:lnTo>
                    <a:pt x="4722105" y="2313857"/>
                  </a:lnTo>
                  <a:lnTo>
                    <a:pt x="4613727" y="2302675"/>
                  </a:lnTo>
                  <a:lnTo>
                    <a:pt x="4510984" y="2290324"/>
                  </a:lnTo>
                  <a:lnTo>
                    <a:pt x="4414830" y="2276751"/>
                  </a:lnTo>
                  <a:lnTo>
                    <a:pt x="4325636" y="2261865"/>
                  </a:lnTo>
                  <a:lnTo>
                    <a:pt x="4243329" y="2245540"/>
                  </a:lnTo>
                  <a:lnTo>
                    <a:pt x="4167527" y="2227611"/>
                  </a:lnTo>
                  <a:lnTo>
                    <a:pt x="4097645" y="2207884"/>
                  </a:lnTo>
                  <a:lnTo>
                    <a:pt x="4032981" y="2186144"/>
                  </a:lnTo>
                  <a:lnTo>
                    <a:pt x="3972779" y="2162161"/>
                  </a:lnTo>
                  <a:lnTo>
                    <a:pt x="3916275" y="2135718"/>
                  </a:lnTo>
                  <a:lnTo>
                    <a:pt x="3862740" y="2106645"/>
                  </a:lnTo>
                  <a:lnTo>
                    <a:pt x="3820202" y="2080531"/>
                  </a:lnTo>
                  <a:lnTo>
                    <a:pt x="3768366" y="2045001"/>
                  </a:lnTo>
                  <a:lnTo>
                    <a:pt x="3717974" y="2006468"/>
                  </a:lnTo>
                  <a:lnTo>
                    <a:pt x="3668573" y="1964875"/>
                  </a:lnTo>
                  <a:lnTo>
                    <a:pt x="3619811" y="1920230"/>
                  </a:lnTo>
                  <a:lnTo>
                    <a:pt x="3571420" y="1872620"/>
                  </a:lnTo>
                  <a:lnTo>
                    <a:pt x="3523205" y="1822210"/>
                  </a:lnTo>
                  <a:lnTo>
                    <a:pt x="3475031" y="1769252"/>
                  </a:lnTo>
                  <a:lnTo>
                    <a:pt x="3426815" y="1714077"/>
                  </a:lnTo>
                  <a:lnTo>
                    <a:pt x="3378521" y="1657097"/>
                  </a:lnTo>
                  <a:lnTo>
                    <a:pt x="3330146" y="1598790"/>
                  </a:lnTo>
                  <a:lnTo>
                    <a:pt x="3281713" y="1539682"/>
                  </a:lnTo>
                  <a:lnTo>
                    <a:pt x="3233262" y="1480333"/>
                  </a:lnTo>
                  <a:lnTo>
                    <a:pt x="3184835" y="1421312"/>
                  </a:lnTo>
                  <a:lnTo>
                    <a:pt x="3136471" y="1363174"/>
                  </a:lnTo>
                  <a:lnTo>
                    <a:pt x="3088190" y="1306441"/>
                  </a:lnTo>
                  <a:lnTo>
                    <a:pt x="3039984" y="1251581"/>
                  </a:lnTo>
                  <a:lnTo>
                    <a:pt x="2991810" y="1198992"/>
                  </a:lnTo>
                  <a:lnTo>
                    <a:pt x="2943579" y="1148996"/>
                  </a:lnTo>
                  <a:lnTo>
                    <a:pt x="2895146" y="1101831"/>
                  </a:lnTo>
                  <a:lnTo>
                    <a:pt x="2846305" y="1057650"/>
                  </a:lnTo>
                  <a:lnTo>
                    <a:pt x="2796777" y="1016526"/>
                  </a:lnTo>
                  <a:lnTo>
                    <a:pt x="2746196" y="978457"/>
                  </a:lnTo>
                  <a:lnTo>
                    <a:pt x="2702183" y="948554"/>
                  </a:lnTo>
                  <a:lnTo>
                    <a:pt x="2650606" y="917241"/>
                  </a:lnTo>
                  <a:lnTo>
                    <a:pt x="2596609" y="888629"/>
                  </a:lnTo>
                  <a:lnTo>
                    <a:pt x="2539522" y="862625"/>
                  </a:lnTo>
                  <a:lnTo>
                    <a:pt x="2478606" y="839044"/>
                  </a:lnTo>
                  <a:lnTo>
                    <a:pt x="2413096" y="817666"/>
                  </a:lnTo>
                  <a:lnTo>
                    <a:pt x="2342242" y="798265"/>
                  </a:lnTo>
                  <a:lnTo>
                    <a:pt x="2265357" y="780625"/>
                  </a:lnTo>
                  <a:lnTo>
                    <a:pt x="2181885" y="764558"/>
                  </a:lnTo>
                  <a:lnTo>
                    <a:pt x="2091486" y="749906"/>
                  </a:lnTo>
                  <a:lnTo>
                    <a:pt x="1994157" y="736549"/>
                  </a:lnTo>
                  <a:lnTo>
                    <a:pt x="1890356" y="724402"/>
                  </a:lnTo>
                  <a:lnTo>
                    <a:pt x="1781154" y="713418"/>
                  </a:lnTo>
                  <a:lnTo>
                    <a:pt x="1668356" y="703583"/>
                  </a:lnTo>
                  <a:lnTo>
                    <a:pt x="1554557" y="694908"/>
                  </a:lnTo>
                  <a:lnTo>
                    <a:pt x="1443094" y="687415"/>
                  </a:lnTo>
                  <a:lnTo>
                    <a:pt x="1337825" y="681128"/>
                  </a:lnTo>
                  <a:lnTo>
                    <a:pt x="1242729" y="676045"/>
                  </a:lnTo>
                  <a:lnTo>
                    <a:pt x="1161371" y="672130"/>
                  </a:lnTo>
                  <a:lnTo>
                    <a:pt x="1096324" y="669297"/>
                  </a:lnTo>
                  <a:lnTo>
                    <a:pt x="1048694" y="667411"/>
                  </a:lnTo>
                  <a:lnTo>
                    <a:pt x="1017859" y="666298"/>
                  </a:lnTo>
                  <a:lnTo>
                    <a:pt x="1001460" y="665757"/>
                  </a:lnTo>
                  <a:lnTo>
                    <a:pt x="995577" y="665578"/>
                  </a:lnTo>
                  <a:lnTo>
                    <a:pt x="994940" y="665560"/>
                  </a:lnTo>
                  <a:lnTo>
                    <a:pt x="0" y="665560"/>
                  </a:lnTo>
                  <a:lnTo>
                    <a:pt x="0" y="6655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5" name="pg734"/>
            <p:cNvSpPr/>
            <p:nvPr/>
          </p:nvSpPr>
          <p:spPr>
            <a:xfrm>
              <a:off x="1199187" y="2415767"/>
              <a:ext cx="12049831" cy="2216788"/>
            </a:xfrm>
            <a:custGeom>
              <a:avLst/>
              <a:pathLst>
                <a:path w="12049831" h="2216788">
                  <a:moveTo>
                    <a:pt x="0" y="508341"/>
                  </a:moveTo>
                  <a:lnTo>
                    <a:pt x="994940" y="508341"/>
                  </a:lnTo>
                  <a:lnTo>
                    <a:pt x="996053" y="508373"/>
                  </a:lnTo>
                  <a:lnTo>
                    <a:pt x="1003406" y="508601"/>
                  </a:lnTo>
                  <a:lnTo>
                    <a:pt x="1022048" y="509230"/>
                  </a:lnTo>
                  <a:lnTo>
                    <a:pt x="1055646" y="510469"/>
                  </a:lnTo>
                  <a:lnTo>
                    <a:pt x="1106271" y="512518"/>
                  </a:lnTo>
                  <a:lnTo>
                    <a:pt x="1174238" y="515547"/>
                  </a:lnTo>
                  <a:lnTo>
                    <a:pt x="1258166" y="519683"/>
                  </a:lnTo>
                  <a:lnTo>
                    <a:pt x="1355272" y="525004"/>
                  </a:lnTo>
                  <a:lnTo>
                    <a:pt x="1461881" y="531538"/>
                  </a:lnTo>
                  <a:lnTo>
                    <a:pt x="1573998" y="539282"/>
                  </a:lnTo>
                  <a:lnTo>
                    <a:pt x="1687834" y="548212"/>
                  </a:lnTo>
                  <a:lnTo>
                    <a:pt x="1800170" y="558305"/>
                  </a:lnTo>
                  <a:lnTo>
                    <a:pt x="1908544" y="569554"/>
                  </a:lnTo>
                  <a:lnTo>
                    <a:pt x="2011286" y="581979"/>
                  </a:lnTo>
                  <a:lnTo>
                    <a:pt x="2107440" y="595633"/>
                  </a:lnTo>
                  <a:lnTo>
                    <a:pt x="2196636" y="610608"/>
                  </a:lnTo>
                  <a:lnTo>
                    <a:pt x="2278945" y="627031"/>
                  </a:lnTo>
                  <a:lnTo>
                    <a:pt x="2354750" y="645067"/>
                  </a:lnTo>
                  <a:lnTo>
                    <a:pt x="2424634" y="664910"/>
                  </a:lnTo>
                  <a:lnTo>
                    <a:pt x="2489301" y="686780"/>
                  </a:lnTo>
                  <a:lnTo>
                    <a:pt x="2549505" y="710905"/>
                  </a:lnTo>
                  <a:lnTo>
                    <a:pt x="2606010" y="737504"/>
                  </a:lnTo>
                  <a:lnTo>
                    <a:pt x="2659545" y="766749"/>
                  </a:lnTo>
                  <a:lnTo>
                    <a:pt x="2702183" y="793082"/>
                  </a:lnTo>
                  <a:lnTo>
                    <a:pt x="2753939" y="828773"/>
                  </a:lnTo>
                  <a:lnTo>
                    <a:pt x="2804256" y="867477"/>
                  </a:lnTo>
                  <a:lnTo>
                    <a:pt x="2853583" y="909250"/>
                  </a:lnTo>
                  <a:lnTo>
                    <a:pt x="2902271" y="954083"/>
                  </a:lnTo>
                  <a:lnTo>
                    <a:pt x="2950588" y="1001891"/>
                  </a:lnTo>
                  <a:lnTo>
                    <a:pt x="2998729" y="1052510"/>
                  </a:lnTo>
                  <a:lnTo>
                    <a:pt x="3046828" y="1105688"/>
                  </a:lnTo>
                  <a:lnTo>
                    <a:pt x="3094967" y="1161093"/>
                  </a:lnTo>
                  <a:lnTo>
                    <a:pt x="3143185" y="1218314"/>
                  </a:lnTo>
                  <a:lnTo>
                    <a:pt x="3191484" y="1276874"/>
                  </a:lnTo>
                  <a:lnTo>
                    <a:pt x="3239840" y="1336245"/>
                  </a:lnTo>
                  <a:lnTo>
                    <a:pt x="3288216" y="1395868"/>
                  </a:lnTo>
                  <a:lnTo>
                    <a:pt x="3336567" y="1455173"/>
                  </a:lnTo>
                  <a:lnTo>
                    <a:pt x="3384857" y="1513602"/>
                  </a:lnTo>
                  <a:lnTo>
                    <a:pt x="3433065" y="1570634"/>
                  </a:lnTo>
                  <a:lnTo>
                    <a:pt x="3481197" y="1625797"/>
                  </a:lnTo>
                  <a:lnTo>
                    <a:pt x="3529296" y="1678691"/>
                  </a:lnTo>
                  <a:lnTo>
                    <a:pt x="3577449" y="1728992"/>
                  </a:lnTo>
                  <a:lnTo>
                    <a:pt x="3625798" y="1776458"/>
                  </a:lnTo>
                  <a:lnTo>
                    <a:pt x="3674546" y="1820936"/>
                  </a:lnTo>
                  <a:lnTo>
                    <a:pt x="3723970" y="1862348"/>
                  </a:lnTo>
                  <a:lnTo>
                    <a:pt x="3774429" y="1900694"/>
                  </a:lnTo>
                  <a:lnTo>
                    <a:pt x="3820202" y="1932047"/>
                  </a:lnTo>
                  <a:lnTo>
                    <a:pt x="3871775" y="1963551"/>
                  </a:lnTo>
                  <a:lnTo>
                    <a:pt x="3925766" y="1992337"/>
                  </a:lnTo>
                  <a:lnTo>
                    <a:pt x="3982848" y="2018501"/>
                  </a:lnTo>
                  <a:lnTo>
                    <a:pt x="4043758" y="2042225"/>
                  </a:lnTo>
                  <a:lnTo>
                    <a:pt x="4109261" y="2063734"/>
                  </a:lnTo>
                  <a:lnTo>
                    <a:pt x="4180106" y="2083255"/>
                  </a:lnTo>
                  <a:lnTo>
                    <a:pt x="4256981" y="2101003"/>
                  </a:lnTo>
                  <a:lnTo>
                    <a:pt x="4340443" y="2117169"/>
                  </a:lnTo>
                  <a:lnTo>
                    <a:pt x="4430829" y="2131911"/>
                  </a:lnTo>
                  <a:lnTo>
                    <a:pt x="4528145" y="2145350"/>
                  </a:lnTo>
                  <a:lnTo>
                    <a:pt x="4631932" y="2157572"/>
                  </a:lnTo>
                  <a:lnTo>
                    <a:pt x="4741120" y="2168623"/>
                  </a:lnTo>
                  <a:lnTo>
                    <a:pt x="4853907" y="2178520"/>
                  </a:lnTo>
                  <a:lnTo>
                    <a:pt x="4967697" y="2187249"/>
                  </a:lnTo>
                  <a:lnTo>
                    <a:pt x="5079155" y="2194789"/>
                  </a:lnTo>
                  <a:lnTo>
                    <a:pt x="5184426" y="2201116"/>
                  </a:lnTo>
                  <a:lnTo>
                    <a:pt x="5279531" y="2206232"/>
                  </a:lnTo>
                  <a:lnTo>
                    <a:pt x="5360905" y="2210173"/>
                  </a:lnTo>
                  <a:lnTo>
                    <a:pt x="5425973" y="2213024"/>
                  </a:lnTo>
                  <a:lnTo>
                    <a:pt x="5473626" y="2214923"/>
                  </a:lnTo>
                  <a:lnTo>
                    <a:pt x="5504486" y="2216044"/>
                  </a:lnTo>
                  <a:lnTo>
                    <a:pt x="5520906" y="2216589"/>
                  </a:lnTo>
                  <a:lnTo>
                    <a:pt x="5526803" y="2216770"/>
                  </a:lnTo>
                  <a:lnTo>
                    <a:pt x="5527445" y="2216788"/>
                  </a:lnTo>
                  <a:lnTo>
                    <a:pt x="6522385" y="2216788"/>
                  </a:lnTo>
                  <a:lnTo>
                    <a:pt x="6523485" y="2216747"/>
                  </a:lnTo>
                  <a:lnTo>
                    <a:pt x="6530745" y="2216458"/>
                  </a:lnTo>
                  <a:lnTo>
                    <a:pt x="6549159" y="2215661"/>
                  </a:lnTo>
                  <a:lnTo>
                    <a:pt x="6582363" y="2214088"/>
                  </a:lnTo>
                  <a:lnTo>
                    <a:pt x="6632425" y="2211489"/>
                  </a:lnTo>
                  <a:lnTo>
                    <a:pt x="6699692" y="2207645"/>
                  </a:lnTo>
                  <a:lnTo>
                    <a:pt x="6782836" y="2202394"/>
                  </a:lnTo>
                  <a:lnTo>
                    <a:pt x="6879145" y="2195637"/>
                  </a:lnTo>
                  <a:lnTo>
                    <a:pt x="6985010" y="2187332"/>
                  </a:lnTo>
                  <a:lnTo>
                    <a:pt x="7096490" y="2177486"/>
                  </a:lnTo>
                  <a:lnTo>
                    <a:pt x="7209828" y="2166127"/>
                  </a:lnTo>
                  <a:lnTo>
                    <a:pt x="7321814" y="2153286"/>
                  </a:lnTo>
                  <a:lnTo>
                    <a:pt x="7429981" y="2138972"/>
                  </a:lnTo>
                  <a:lnTo>
                    <a:pt x="7532638" y="2123162"/>
                  </a:lnTo>
                  <a:lnTo>
                    <a:pt x="7628805" y="2105792"/>
                  </a:lnTo>
                  <a:lnTo>
                    <a:pt x="7718082" y="2086749"/>
                  </a:lnTo>
                  <a:lnTo>
                    <a:pt x="7800515" y="2065872"/>
                  </a:lnTo>
                  <a:lnTo>
                    <a:pt x="7876465" y="2042958"/>
                  </a:lnTo>
                  <a:lnTo>
                    <a:pt x="7946495" y="2017762"/>
                  </a:lnTo>
                  <a:lnTo>
                    <a:pt x="8011293" y="1990008"/>
                  </a:lnTo>
                  <a:lnTo>
                    <a:pt x="8071600" y="1959406"/>
                  </a:lnTo>
                  <a:lnTo>
                    <a:pt x="8128172" y="1925677"/>
                  </a:lnTo>
                  <a:lnTo>
                    <a:pt x="8181733" y="1888592"/>
                  </a:lnTo>
                  <a:lnTo>
                    <a:pt x="8229629" y="1850817"/>
                  </a:lnTo>
                  <a:lnTo>
                    <a:pt x="8277857" y="1808240"/>
                  </a:lnTo>
                  <a:lnTo>
                    <a:pt x="8324809" y="1762315"/>
                  </a:lnTo>
                  <a:lnTo>
                    <a:pt x="8370856" y="1712975"/>
                  </a:lnTo>
                  <a:lnTo>
                    <a:pt x="8416294" y="1660218"/>
                  </a:lnTo>
                  <a:lnTo>
                    <a:pt x="8461353" y="1604111"/>
                  </a:lnTo>
                  <a:lnTo>
                    <a:pt x="8506208" y="1544799"/>
                  </a:lnTo>
                  <a:lnTo>
                    <a:pt x="8550985" y="1482509"/>
                  </a:lnTo>
                  <a:lnTo>
                    <a:pt x="8595768" y="1417548"/>
                  </a:lnTo>
                  <a:lnTo>
                    <a:pt x="8640606" y="1350300"/>
                  </a:lnTo>
                  <a:lnTo>
                    <a:pt x="8685515" y="1281221"/>
                  </a:lnTo>
                  <a:lnTo>
                    <a:pt x="8730491" y="1210827"/>
                  </a:lnTo>
                  <a:lnTo>
                    <a:pt x="8775510" y="1139676"/>
                  </a:lnTo>
                  <a:lnTo>
                    <a:pt x="8820540" y="1068353"/>
                  </a:lnTo>
                  <a:lnTo>
                    <a:pt x="8865544" y="997447"/>
                  </a:lnTo>
                  <a:lnTo>
                    <a:pt x="8910495" y="927536"/>
                  </a:lnTo>
                  <a:lnTo>
                    <a:pt x="8955374" y="859161"/>
                  </a:lnTo>
                  <a:lnTo>
                    <a:pt x="9000185" y="792815"/>
                  </a:lnTo>
                  <a:lnTo>
                    <a:pt x="9044958" y="728925"/>
                  </a:lnTo>
                  <a:lnTo>
                    <a:pt x="9089755" y="667844"/>
                  </a:lnTo>
                  <a:lnTo>
                    <a:pt x="9134677" y="609846"/>
                  </a:lnTo>
                  <a:lnTo>
                    <a:pt x="9179869" y="555123"/>
                  </a:lnTo>
                  <a:lnTo>
                    <a:pt x="9225530" y="503786"/>
                  </a:lnTo>
                  <a:lnTo>
                    <a:pt x="9271914" y="455874"/>
                  </a:lnTo>
                  <a:lnTo>
                    <a:pt x="9319348" y="411357"/>
                  </a:lnTo>
                  <a:lnTo>
                    <a:pt x="9347647" y="386933"/>
                  </a:lnTo>
                  <a:lnTo>
                    <a:pt x="9398991" y="346610"/>
                  </a:lnTo>
                  <a:lnTo>
                    <a:pt x="9452729" y="309751"/>
                  </a:lnTo>
                  <a:lnTo>
                    <a:pt x="9509524" y="276235"/>
                  </a:lnTo>
                  <a:lnTo>
                    <a:pt x="9570104" y="245830"/>
                  </a:lnTo>
                  <a:lnTo>
                    <a:pt x="9635223" y="218253"/>
                  </a:lnTo>
                  <a:lnTo>
                    <a:pt x="9705623" y="193215"/>
                  </a:lnTo>
                  <a:lnTo>
                    <a:pt x="9781984" y="170443"/>
                  </a:lnTo>
                  <a:lnTo>
                    <a:pt x="9864860" y="149693"/>
                  </a:lnTo>
                  <a:lnTo>
                    <a:pt x="9954593" y="130764"/>
                  </a:lnTo>
                  <a:lnTo>
                    <a:pt x="10051205" y="113500"/>
                  </a:lnTo>
                  <a:lnTo>
                    <a:pt x="10154262" y="97790"/>
                  </a:lnTo>
                  <a:lnTo>
                    <a:pt x="10262741" y="83573"/>
                  </a:lnTo>
                  <a:lnTo>
                    <a:pt x="10374900" y="70829"/>
                  </a:lnTo>
                  <a:lnTo>
                    <a:pt x="10488222" y="59569"/>
                  </a:lnTo>
                  <a:lnTo>
                    <a:pt x="10599452" y="49823"/>
                  </a:lnTo>
                  <a:lnTo>
                    <a:pt x="10704808" y="41621"/>
                  </a:lnTo>
                  <a:lnTo>
                    <a:pt x="10800355" y="34964"/>
                  </a:lnTo>
                  <a:lnTo>
                    <a:pt x="10882525" y="29810"/>
                  </a:lnTo>
                  <a:lnTo>
                    <a:pt x="10948682" y="26053"/>
                  </a:lnTo>
                  <a:lnTo>
                    <a:pt x="10997604" y="23529"/>
                  </a:lnTo>
                  <a:lnTo>
                    <a:pt x="11029752" y="22016"/>
                  </a:lnTo>
                  <a:lnTo>
                    <a:pt x="11047305" y="21260"/>
                  </a:lnTo>
                  <a:lnTo>
                    <a:pt x="11053992" y="20995"/>
                  </a:lnTo>
                  <a:lnTo>
                    <a:pt x="11054891" y="20962"/>
                  </a:lnTo>
                  <a:lnTo>
                    <a:pt x="12049831" y="20962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2" y="40"/>
                  </a:lnTo>
                  <a:lnTo>
                    <a:pt x="11046532" y="329"/>
                  </a:lnTo>
                  <a:lnTo>
                    <a:pt x="11028117" y="1126"/>
                  </a:lnTo>
                  <a:lnTo>
                    <a:pt x="10994913" y="2699"/>
                  </a:lnTo>
                  <a:lnTo>
                    <a:pt x="10944852" y="5298"/>
                  </a:lnTo>
                  <a:lnTo>
                    <a:pt x="10877585" y="9142"/>
                  </a:lnTo>
                  <a:lnTo>
                    <a:pt x="10794440" y="14393"/>
                  </a:lnTo>
                  <a:lnTo>
                    <a:pt x="10698131" y="21151"/>
                  </a:lnTo>
                  <a:lnTo>
                    <a:pt x="10592266" y="29455"/>
                  </a:lnTo>
                  <a:lnTo>
                    <a:pt x="10480786" y="39301"/>
                  </a:lnTo>
                  <a:lnTo>
                    <a:pt x="10367449" y="50660"/>
                  </a:lnTo>
                  <a:lnTo>
                    <a:pt x="10255462" y="63501"/>
                  </a:lnTo>
                  <a:lnTo>
                    <a:pt x="10147295" y="77815"/>
                  </a:lnTo>
                  <a:lnTo>
                    <a:pt x="10044638" y="93625"/>
                  </a:lnTo>
                  <a:lnTo>
                    <a:pt x="9948472" y="110995"/>
                  </a:lnTo>
                  <a:lnTo>
                    <a:pt x="9859195" y="130039"/>
                  </a:lnTo>
                  <a:lnTo>
                    <a:pt x="9776761" y="150915"/>
                  </a:lnTo>
                  <a:lnTo>
                    <a:pt x="9700812" y="173829"/>
                  </a:lnTo>
                  <a:lnTo>
                    <a:pt x="9630781" y="199025"/>
                  </a:lnTo>
                  <a:lnTo>
                    <a:pt x="9565984" y="226779"/>
                  </a:lnTo>
                  <a:lnTo>
                    <a:pt x="9505676" y="257381"/>
                  </a:lnTo>
                  <a:lnTo>
                    <a:pt x="9449104" y="291111"/>
                  </a:lnTo>
                  <a:lnTo>
                    <a:pt x="9395543" y="328196"/>
                  </a:lnTo>
                  <a:lnTo>
                    <a:pt x="9347647" y="365970"/>
                  </a:lnTo>
                  <a:lnTo>
                    <a:pt x="9299419" y="408548"/>
                  </a:lnTo>
                  <a:lnTo>
                    <a:pt x="9252468" y="454473"/>
                  </a:lnTo>
                  <a:lnTo>
                    <a:pt x="9206420" y="503812"/>
                  </a:lnTo>
                  <a:lnTo>
                    <a:pt x="9160982" y="556569"/>
                  </a:lnTo>
                  <a:lnTo>
                    <a:pt x="9115924" y="612676"/>
                  </a:lnTo>
                  <a:lnTo>
                    <a:pt x="9071069" y="671988"/>
                  </a:lnTo>
                  <a:lnTo>
                    <a:pt x="9026292" y="734278"/>
                  </a:lnTo>
                  <a:lnTo>
                    <a:pt x="8981509" y="799239"/>
                  </a:lnTo>
                  <a:lnTo>
                    <a:pt x="8936671" y="866487"/>
                  </a:lnTo>
                  <a:lnTo>
                    <a:pt x="8891761" y="935566"/>
                  </a:lnTo>
                  <a:lnTo>
                    <a:pt x="8846785" y="1005960"/>
                  </a:lnTo>
                  <a:lnTo>
                    <a:pt x="8801766" y="1077111"/>
                  </a:lnTo>
                  <a:lnTo>
                    <a:pt x="8756737" y="1148434"/>
                  </a:lnTo>
                  <a:lnTo>
                    <a:pt x="8711732" y="1219340"/>
                  </a:lnTo>
                  <a:lnTo>
                    <a:pt x="8666782" y="1289251"/>
                  </a:lnTo>
                  <a:lnTo>
                    <a:pt x="8621903" y="1357626"/>
                  </a:lnTo>
                  <a:lnTo>
                    <a:pt x="8577091" y="1423972"/>
                  </a:lnTo>
                  <a:lnTo>
                    <a:pt x="8532319" y="1487862"/>
                  </a:lnTo>
                  <a:lnTo>
                    <a:pt x="8487522" y="1548943"/>
                  </a:lnTo>
                  <a:lnTo>
                    <a:pt x="8442600" y="1606941"/>
                  </a:lnTo>
                  <a:lnTo>
                    <a:pt x="8397407" y="1661665"/>
                  </a:lnTo>
                  <a:lnTo>
                    <a:pt x="8351747" y="1713001"/>
                  </a:lnTo>
                  <a:lnTo>
                    <a:pt x="8305362" y="1760913"/>
                  </a:lnTo>
                  <a:lnTo>
                    <a:pt x="8257929" y="1805430"/>
                  </a:lnTo>
                  <a:lnTo>
                    <a:pt x="8229629" y="1829854"/>
                  </a:lnTo>
                  <a:lnTo>
                    <a:pt x="8178286" y="1870177"/>
                  </a:lnTo>
                  <a:lnTo>
                    <a:pt x="8124548" y="1907036"/>
                  </a:lnTo>
                  <a:lnTo>
                    <a:pt x="8067753" y="1940552"/>
                  </a:lnTo>
                  <a:lnTo>
                    <a:pt x="8007173" y="1970958"/>
                  </a:lnTo>
                  <a:lnTo>
                    <a:pt x="7942053" y="1998534"/>
                  </a:lnTo>
                  <a:lnTo>
                    <a:pt x="7871653" y="2023572"/>
                  </a:lnTo>
                  <a:lnTo>
                    <a:pt x="7795292" y="2046344"/>
                  </a:lnTo>
                  <a:lnTo>
                    <a:pt x="7712416" y="2067094"/>
                  </a:lnTo>
                  <a:lnTo>
                    <a:pt x="7622683" y="2086023"/>
                  </a:lnTo>
                  <a:lnTo>
                    <a:pt x="7526072" y="2103288"/>
                  </a:lnTo>
                  <a:lnTo>
                    <a:pt x="7423014" y="2118997"/>
                  </a:lnTo>
                  <a:lnTo>
                    <a:pt x="7314536" y="2133214"/>
                  </a:lnTo>
                  <a:lnTo>
                    <a:pt x="7202376" y="2145959"/>
                  </a:lnTo>
                  <a:lnTo>
                    <a:pt x="7089055" y="2157219"/>
                  </a:lnTo>
                  <a:lnTo>
                    <a:pt x="6977824" y="2166964"/>
                  </a:lnTo>
                  <a:lnTo>
                    <a:pt x="6872468" y="2175166"/>
                  </a:lnTo>
                  <a:lnTo>
                    <a:pt x="6776922" y="2181823"/>
                  </a:lnTo>
                  <a:lnTo>
                    <a:pt x="6694752" y="2186978"/>
                  </a:lnTo>
                  <a:lnTo>
                    <a:pt x="6628594" y="2190734"/>
                  </a:lnTo>
                  <a:lnTo>
                    <a:pt x="6579673" y="2193258"/>
                  </a:lnTo>
                  <a:lnTo>
                    <a:pt x="6547524" y="2194772"/>
                  </a:lnTo>
                  <a:lnTo>
                    <a:pt x="6529972" y="2195528"/>
                  </a:lnTo>
                  <a:lnTo>
                    <a:pt x="6523285" y="2195792"/>
                  </a:lnTo>
                  <a:lnTo>
                    <a:pt x="6522385" y="2195825"/>
                  </a:lnTo>
                  <a:lnTo>
                    <a:pt x="5527445" y="2195825"/>
                  </a:lnTo>
                  <a:lnTo>
                    <a:pt x="5526332" y="2195793"/>
                  </a:lnTo>
                  <a:lnTo>
                    <a:pt x="5518979" y="2195566"/>
                  </a:lnTo>
                  <a:lnTo>
                    <a:pt x="5500337" y="2194937"/>
                  </a:lnTo>
                  <a:lnTo>
                    <a:pt x="5466739" y="2193697"/>
                  </a:lnTo>
                  <a:lnTo>
                    <a:pt x="5416114" y="2191648"/>
                  </a:lnTo>
                  <a:lnTo>
                    <a:pt x="5348147" y="2188619"/>
                  </a:lnTo>
                  <a:lnTo>
                    <a:pt x="5264219" y="2184483"/>
                  </a:lnTo>
                  <a:lnTo>
                    <a:pt x="5167113" y="2179163"/>
                  </a:lnTo>
                  <a:lnTo>
                    <a:pt x="5060504" y="2172628"/>
                  </a:lnTo>
                  <a:lnTo>
                    <a:pt x="4948387" y="2164884"/>
                  </a:lnTo>
                  <a:lnTo>
                    <a:pt x="4834551" y="2155954"/>
                  </a:lnTo>
                  <a:lnTo>
                    <a:pt x="4722215" y="2145861"/>
                  </a:lnTo>
                  <a:lnTo>
                    <a:pt x="4613841" y="2134612"/>
                  </a:lnTo>
                  <a:lnTo>
                    <a:pt x="4511099" y="2122187"/>
                  </a:lnTo>
                  <a:lnTo>
                    <a:pt x="4414945" y="2108533"/>
                  </a:lnTo>
                  <a:lnTo>
                    <a:pt x="4325749" y="2093558"/>
                  </a:lnTo>
                  <a:lnTo>
                    <a:pt x="4243440" y="2077135"/>
                  </a:lnTo>
                  <a:lnTo>
                    <a:pt x="4167635" y="2059099"/>
                  </a:lnTo>
                  <a:lnTo>
                    <a:pt x="4097751" y="2039256"/>
                  </a:lnTo>
                  <a:lnTo>
                    <a:pt x="4033084" y="2017386"/>
                  </a:lnTo>
                  <a:lnTo>
                    <a:pt x="3972880" y="1993261"/>
                  </a:lnTo>
                  <a:lnTo>
                    <a:pt x="3916375" y="1966663"/>
                  </a:lnTo>
                  <a:lnTo>
                    <a:pt x="3862840" y="1937417"/>
                  </a:lnTo>
                  <a:lnTo>
                    <a:pt x="3820202" y="1911084"/>
                  </a:lnTo>
                  <a:lnTo>
                    <a:pt x="3768446" y="1875393"/>
                  </a:lnTo>
                  <a:lnTo>
                    <a:pt x="3718129" y="1836689"/>
                  </a:lnTo>
                  <a:lnTo>
                    <a:pt x="3668802" y="1794917"/>
                  </a:lnTo>
                  <a:lnTo>
                    <a:pt x="3620114" y="1750084"/>
                  </a:lnTo>
                  <a:lnTo>
                    <a:pt x="3571797" y="1702275"/>
                  </a:lnTo>
                  <a:lnTo>
                    <a:pt x="3523656" y="1651656"/>
                  </a:lnTo>
                  <a:lnTo>
                    <a:pt x="3475557" y="1598478"/>
                  </a:lnTo>
                  <a:lnTo>
                    <a:pt x="3427418" y="1543073"/>
                  </a:lnTo>
                  <a:lnTo>
                    <a:pt x="3379200" y="1485852"/>
                  </a:lnTo>
                  <a:lnTo>
                    <a:pt x="3330901" y="1427292"/>
                  </a:lnTo>
                  <a:lnTo>
                    <a:pt x="3282545" y="1367921"/>
                  </a:lnTo>
                  <a:lnTo>
                    <a:pt x="3234169" y="1308298"/>
                  </a:lnTo>
                  <a:lnTo>
                    <a:pt x="3185818" y="1248994"/>
                  </a:lnTo>
                  <a:lnTo>
                    <a:pt x="3137528" y="1190564"/>
                  </a:lnTo>
                  <a:lnTo>
                    <a:pt x="3089320" y="1133533"/>
                  </a:lnTo>
                  <a:lnTo>
                    <a:pt x="3041188" y="1078369"/>
                  </a:lnTo>
                  <a:lnTo>
                    <a:pt x="2993089" y="1025475"/>
                  </a:lnTo>
                  <a:lnTo>
                    <a:pt x="2944936" y="975175"/>
                  </a:lnTo>
                  <a:lnTo>
                    <a:pt x="2896587" y="927708"/>
                  </a:lnTo>
                  <a:lnTo>
                    <a:pt x="2847839" y="883231"/>
                  </a:lnTo>
                  <a:lnTo>
                    <a:pt x="2798415" y="841818"/>
                  </a:lnTo>
                  <a:lnTo>
                    <a:pt x="2747956" y="803472"/>
                  </a:lnTo>
                  <a:lnTo>
                    <a:pt x="2702183" y="772120"/>
                  </a:lnTo>
                  <a:lnTo>
                    <a:pt x="2650610" y="740615"/>
                  </a:lnTo>
                  <a:lnTo>
                    <a:pt x="2596619" y="711829"/>
                  </a:lnTo>
                  <a:lnTo>
                    <a:pt x="2539537" y="685666"/>
                  </a:lnTo>
                  <a:lnTo>
                    <a:pt x="2478627" y="661941"/>
                  </a:lnTo>
                  <a:lnTo>
                    <a:pt x="2413124" y="640432"/>
                  </a:lnTo>
                  <a:lnTo>
                    <a:pt x="2342279" y="620911"/>
                  </a:lnTo>
                  <a:lnTo>
                    <a:pt x="2265404" y="603163"/>
                  </a:lnTo>
                  <a:lnTo>
                    <a:pt x="2181942" y="586997"/>
                  </a:lnTo>
                  <a:lnTo>
                    <a:pt x="2091556" y="572256"/>
                  </a:lnTo>
                  <a:lnTo>
                    <a:pt x="1994240" y="558816"/>
                  </a:lnTo>
                  <a:lnTo>
                    <a:pt x="1890453" y="546594"/>
                  </a:lnTo>
                  <a:lnTo>
                    <a:pt x="1781265" y="535543"/>
                  </a:lnTo>
                  <a:lnTo>
                    <a:pt x="1668478" y="525647"/>
                  </a:lnTo>
                  <a:lnTo>
                    <a:pt x="1554688" y="516917"/>
                  </a:lnTo>
                  <a:lnTo>
                    <a:pt x="1443230" y="509377"/>
                  </a:lnTo>
                  <a:lnTo>
                    <a:pt x="1337959" y="503050"/>
                  </a:lnTo>
                  <a:lnTo>
                    <a:pt x="1242854" y="497934"/>
                  </a:lnTo>
                  <a:lnTo>
                    <a:pt x="1161480" y="493994"/>
                  </a:lnTo>
                  <a:lnTo>
                    <a:pt x="1096412" y="491142"/>
                  </a:lnTo>
                  <a:lnTo>
                    <a:pt x="1048759" y="489244"/>
                  </a:lnTo>
                  <a:lnTo>
                    <a:pt x="1017899" y="488123"/>
                  </a:lnTo>
                  <a:lnTo>
                    <a:pt x="1001479" y="487577"/>
                  </a:lnTo>
                  <a:lnTo>
                    <a:pt x="995582" y="487397"/>
                  </a:lnTo>
                  <a:lnTo>
                    <a:pt x="994940" y="487378"/>
                  </a:lnTo>
                  <a:lnTo>
                    <a:pt x="0" y="487378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36" name="pl735"/>
            <p:cNvSpPr/>
            <p:nvPr/>
          </p:nvSpPr>
          <p:spPr>
            <a:xfrm>
              <a:off x="1199187" y="2436730"/>
              <a:ext cx="12049831" cy="2195825"/>
            </a:xfrm>
            <a:custGeom>
              <a:avLst/>
              <a:pathLst>
                <a:path w="12049831" h="2195825">
                  <a:moveTo>
                    <a:pt x="0" y="487378"/>
                  </a:moveTo>
                  <a:lnTo>
                    <a:pt x="994940" y="487378"/>
                  </a:lnTo>
                  <a:lnTo>
                    <a:pt x="996053" y="487410"/>
                  </a:lnTo>
                  <a:lnTo>
                    <a:pt x="1003406" y="487638"/>
                  </a:lnTo>
                  <a:lnTo>
                    <a:pt x="1022048" y="488267"/>
                  </a:lnTo>
                  <a:lnTo>
                    <a:pt x="1055646" y="489507"/>
                  </a:lnTo>
                  <a:lnTo>
                    <a:pt x="1106271" y="491556"/>
                  </a:lnTo>
                  <a:lnTo>
                    <a:pt x="1174238" y="494585"/>
                  </a:lnTo>
                  <a:lnTo>
                    <a:pt x="1258166" y="498721"/>
                  </a:lnTo>
                  <a:lnTo>
                    <a:pt x="1355272" y="504041"/>
                  </a:lnTo>
                  <a:lnTo>
                    <a:pt x="1461881" y="510576"/>
                  </a:lnTo>
                  <a:lnTo>
                    <a:pt x="1573998" y="518320"/>
                  </a:lnTo>
                  <a:lnTo>
                    <a:pt x="1687834" y="527250"/>
                  </a:lnTo>
                  <a:lnTo>
                    <a:pt x="1800170" y="537343"/>
                  </a:lnTo>
                  <a:lnTo>
                    <a:pt x="1908544" y="548592"/>
                  </a:lnTo>
                  <a:lnTo>
                    <a:pt x="2011286" y="561017"/>
                  </a:lnTo>
                  <a:lnTo>
                    <a:pt x="2107440" y="574671"/>
                  </a:lnTo>
                  <a:lnTo>
                    <a:pt x="2196636" y="589645"/>
                  </a:lnTo>
                  <a:lnTo>
                    <a:pt x="2278945" y="606068"/>
                  </a:lnTo>
                  <a:lnTo>
                    <a:pt x="2354750" y="624104"/>
                  </a:lnTo>
                  <a:lnTo>
                    <a:pt x="2424634" y="643948"/>
                  </a:lnTo>
                  <a:lnTo>
                    <a:pt x="2489301" y="665817"/>
                  </a:lnTo>
                  <a:lnTo>
                    <a:pt x="2549505" y="689942"/>
                  </a:lnTo>
                  <a:lnTo>
                    <a:pt x="2606010" y="716541"/>
                  </a:lnTo>
                  <a:lnTo>
                    <a:pt x="2659545" y="745787"/>
                  </a:lnTo>
                  <a:lnTo>
                    <a:pt x="2702183" y="772120"/>
                  </a:lnTo>
                  <a:lnTo>
                    <a:pt x="2753939" y="807811"/>
                  </a:lnTo>
                  <a:lnTo>
                    <a:pt x="2804256" y="846514"/>
                  </a:lnTo>
                  <a:lnTo>
                    <a:pt x="2853583" y="888287"/>
                  </a:lnTo>
                  <a:lnTo>
                    <a:pt x="2902271" y="933120"/>
                  </a:lnTo>
                  <a:lnTo>
                    <a:pt x="2950588" y="980929"/>
                  </a:lnTo>
                  <a:lnTo>
                    <a:pt x="2998729" y="1031547"/>
                  </a:lnTo>
                  <a:lnTo>
                    <a:pt x="3046828" y="1084726"/>
                  </a:lnTo>
                  <a:lnTo>
                    <a:pt x="3094967" y="1140131"/>
                  </a:lnTo>
                  <a:lnTo>
                    <a:pt x="3143185" y="1197352"/>
                  </a:lnTo>
                  <a:lnTo>
                    <a:pt x="3191484" y="1255912"/>
                  </a:lnTo>
                  <a:lnTo>
                    <a:pt x="3239840" y="1315283"/>
                  </a:lnTo>
                  <a:lnTo>
                    <a:pt x="3288216" y="1374905"/>
                  </a:lnTo>
                  <a:lnTo>
                    <a:pt x="3336567" y="1434210"/>
                  </a:lnTo>
                  <a:lnTo>
                    <a:pt x="3384857" y="1492640"/>
                  </a:lnTo>
                  <a:lnTo>
                    <a:pt x="3433065" y="1549671"/>
                  </a:lnTo>
                  <a:lnTo>
                    <a:pt x="3481197" y="1604835"/>
                  </a:lnTo>
                  <a:lnTo>
                    <a:pt x="3529296" y="1657729"/>
                  </a:lnTo>
                  <a:lnTo>
                    <a:pt x="3577449" y="1708029"/>
                  </a:lnTo>
                  <a:lnTo>
                    <a:pt x="3625798" y="1755496"/>
                  </a:lnTo>
                  <a:lnTo>
                    <a:pt x="3674546" y="1799973"/>
                  </a:lnTo>
                  <a:lnTo>
                    <a:pt x="3723970" y="1841385"/>
                  </a:lnTo>
                  <a:lnTo>
                    <a:pt x="3774429" y="1879731"/>
                  </a:lnTo>
                  <a:lnTo>
                    <a:pt x="3820202" y="1911084"/>
                  </a:lnTo>
                  <a:lnTo>
                    <a:pt x="3871775" y="1942588"/>
                  </a:lnTo>
                  <a:lnTo>
                    <a:pt x="3925766" y="1971374"/>
                  </a:lnTo>
                  <a:lnTo>
                    <a:pt x="3982848" y="1997538"/>
                  </a:lnTo>
                  <a:lnTo>
                    <a:pt x="4043758" y="2021263"/>
                  </a:lnTo>
                  <a:lnTo>
                    <a:pt x="4109261" y="2042771"/>
                  </a:lnTo>
                  <a:lnTo>
                    <a:pt x="4180106" y="2062292"/>
                  </a:lnTo>
                  <a:lnTo>
                    <a:pt x="4256981" y="2080040"/>
                  </a:lnTo>
                  <a:lnTo>
                    <a:pt x="4340443" y="2096206"/>
                  </a:lnTo>
                  <a:lnTo>
                    <a:pt x="4430829" y="2110948"/>
                  </a:lnTo>
                  <a:lnTo>
                    <a:pt x="4528145" y="2124388"/>
                  </a:lnTo>
                  <a:lnTo>
                    <a:pt x="4631932" y="2136609"/>
                  </a:lnTo>
                  <a:lnTo>
                    <a:pt x="4741120" y="2147661"/>
                  </a:lnTo>
                  <a:lnTo>
                    <a:pt x="4853907" y="2157557"/>
                  </a:lnTo>
                  <a:lnTo>
                    <a:pt x="4967697" y="2166287"/>
                  </a:lnTo>
                  <a:lnTo>
                    <a:pt x="5079155" y="2173826"/>
                  </a:lnTo>
                  <a:lnTo>
                    <a:pt x="5184426" y="2180154"/>
                  </a:lnTo>
                  <a:lnTo>
                    <a:pt x="5279531" y="2185269"/>
                  </a:lnTo>
                  <a:lnTo>
                    <a:pt x="5360905" y="2189210"/>
                  </a:lnTo>
                  <a:lnTo>
                    <a:pt x="5425973" y="2192062"/>
                  </a:lnTo>
                  <a:lnTo>
                    <a:pt x="5473626" y="2193960"/>
                  </a:lnTo>
                  <a:lnTo>
                    <a:pt x="5504486" y="2195081"/>
                  </a:lnTo>
                  <a:lnTo>
                    <a:pt x="5520906" y="2195627"/>
                  </a:lnTo>
                  <a:lnTo>
                    <a:pt x="5526803" y="2195807"/>
                  </a:lnTo>
                  <a:lnTo>
                    <a:pt x="5527445" y="2195825"/>
                  </a:lnTo>
                  <a:lnTo>
                    <a:pt x="6522385" y="2195825"/>
                  </a:lnTo>
                  <a:lnTo>
                    <a:pt x="6523485" y="2195785"/>
                  </a:lnTo>
                  <a:lnTo>
                    <a:pt x="6530745" y="2195496"/>
                  </a:lnTo>
                  <a:lnTo>
                    <a:pt x="6549159" y="2194698"/>
                  </a:lnTo>
                  <a:lnTo>
                    <a:pt x="6582363" y="2193126"/>
                  </a:lnTo>
                  <a:lnTo>
                    <a:pt x="6632425" y="2190526"/>
                  </a:lnTo>
                  <a:lnTo>
                    <a:pt x="6699692" y="2186683"/>
                  </a:lnTo>
                  <a:lnTo>
                    <a:pt x="6782836" y="2181432"/>
                  </a:lnTo>
                  <a:lnTo>
                    <a:pt x="6879145" y="2174674"/>
                  </a:lnTo>
                  <a:lnTo>
                    <a:pt x="6985010" y="2166369"/>
                  </a:lnTo>
                  <a:lnTo>
                    <a:pt x="7096490" y="2156523"/>
                  </a:lnTo>
                  <a:lnTo>
                    <a:pt x="7209828" y="2145165"/>
                  </a:lnTo>
                  <a:lnTo>
                    <a:pt x="7321814" y="2132323"/>
                  </a:lnTo>
                  <a:lnTo>
                    <a:pt x="7429981" y="2118009"/>
                  </a:lnTo>
                  <a:lnTo>
                    <a:pt x="7532638" y="2102200"/>
                  </a:lnTo>
                  <a:lnTo>
                    <a:pt x="7628805" y="2084829"/>
                  </a:lnTo>
                  <a:lnTo>
                    <a:pt x="7718082" y="2065786"/>
                  </a:lnTo>
                  <a:lnTo>
                    <a:pt x="7800515" y="2044910"/>
                  </a:lnTo>
                  <a:lnTo>
                    <a:pt x="7876465" y="2021996"/>
                  </a:lnTo>
                  <a:lnTo>
                    <a:pt x="7946495" y="1996800"/>
                  </a:lnTo>
                  <a:lnTo>
                    <a:pt x="8011293" y="1969046"/>
                  </a:lnTo>
                  <a:lnTo>
                    <a:pt x="8071600" y="1938444"/>
                  </a:lnTo>
                  <a:lnTo>
                    <a:pt x="8128172" y="1904714"/>
                  </a:lnTo>
                  <a:lnTo>
                    <a:pt x="8181733" y="1867629"/>
                  </a:lnTo>
                  <a:lnTo>
                    <a:pt x="8229629" y="1829854"/>
                  </a:lnTo>
                  <a:lnTo>
                    <a:pt x="8277857" y="1787277"/>
                  </a:lnTo>
                  <a:lnTo>
                    <a:pt x="8324809" y="1741352"/>
                  </a:lnTo>
                  <a:lnTo>
                    <a:pt x="8370856" y="1692013"/>
                  </a:lnTo>
                  <a:lnTo>
                    <a:pt x="8416294" y="1639255"/>
                  </a:lnTo>
                  <a:lnTo>
                    <a:pt x="8461353" y="1583148"/>
                  </a:lnTo>
                  <a:lnTo>
                    <a:pt x="8506208" y="1523837"/>
                  </a:lnTo>
                  <a:lnTo>
                    <a:pt x="8550985" y="1461547"/>
                  </a:lnTo>
                  <a:lnTo>
                    <a:pt x="8595768" y="1396585"/>
                  </a:lnTo>
                  <a:lnTo>
                    <a:pt x="8640606" y="1329337"/>
                  </a:lnTo>
                  <a:lnTo>
                    <a:pt x="8685515" y="1260259"/>
                  </a:lnTo>
                  <a:lnTo>
                    <a:pt x="8730491" y="1189865"/>
                  </a:lnTo>
                  <a:lnTo>
                    <a:pt x="8775510" y="1118714"/>
                  </a:lnTo>
                  <a:lnTo>
                    <a:pt x="8820540" y="1047390"/>
                  </a:lnTo>
                  <a:lnTo>
                    <a:pt x="8865544" y="976485"/>
                  </a:lnTo>
                  <a:lnTo>
                    <a:pt x="8910495" y="906573"/>
                  </a:lnTo>
                  <a:lnTo>
                    <a:pt x="8955374" y="838199"/>
                  </a:lnTo>
                  <a:lnTo>
                    <a:pt x="9000185" y="771853"/>
                  </a:lnTo>
                  <a:lnTo>
                    <a:pt x="9044958" y="707962"/>
                  </a:lnTo>
                  <a:lnTo>
                    <a:pt x="9089755" y="646882"/>
                  </a:lnTo>
                  <a:lnTo>
                    <a:pt x="9134677" y="588883"/>
                  </a:lnTo>
                  <a:lnTo>
                    <a:pt x="9179869" y="534160"/>
                  </a:lnTo>
                  <a:lnTo>
                    <a:pt x="9225530" y="482824"/>
                  </a:lnTo>
                  <a:lnTo>
                    <a:pt x="9271914" y="434912"/>
                  </a:lnTo>
                  <a:lnTo>
                    <a:pt x="9319348" y="390394"/>
                  </a:lnTo>
                  <a:lnTo>
                    <a:pt x="9347647" y="365970"/>
                  </a:lnTo>
                  <a:lnTo>
                    <a:pt x="9398991" y="325648"/>
                  </a:lnTo>
                  <a:lnTo>
                    <a:pt x="9452729" y="288789"/>
                  </a:lnTo>
                  <a:lnTo>
                    <a:pt x="9509524" y="255273"/>
                  </a:lnTo>
                  <a:lnTo>
                    <a:pt x="9570104" y="224867"/>
                  </a:lnTo>
                  <a:lnTo>
                    <a:pt x="9635223" y="197290"/>
                  </a:lnTo>
                  <a:lnTo>
                    <a:pt x="9705623" y="172253"/>
                  </a:lnTo>
                  <a:lnTo>
                    <a:pt x="9781984" y="149480"/>
                  </a:lnTo>
                  <a:lnTo>
                    <a:pt x="9864860" y="128731"/>
                  </a:lnTo>
                  <a:lnTo>
                    <a:pt x="9954593" y="109802"/>
                  </a:lnTo>
                  <a:lnTo>
                    <a:pt x="10051205" y="92537"/>
                  </a:lnTo>
                  <a:lnTo>
                    <a:pt x="10154262" y="76828"/>
                  </a:lnTo>
                  <a:lnTo>
                    <a:pt x="10262741" y="62611"/>
                  </a:lnTo>
                  <a:lnTo>
                    <a:pt x="10374900" y="49866"/>
                  </a:lnTo>
                  <a:lnTo>
                    <a:pt x="10488222" y="38606"/>
                  </a:lnTo>
                  <a:lnTo>
                    <a:pt x="10599452" y="28861"/>
                  </a:lnTo>
                  <a:lnTo>
                    <a:pt x="10704808" y="20658"/>
                  </a:lnTo>
                  <a:lnTo>
                    <a:pt x="10800355" y="14001"/>
                  </a:lnTo>
                  <a:lnTo>
                    <a:pt x="10882525" y="8847"/>
                  </a:lnTo>
                  <a:lnTo>
                    <a:pt x="10948682" y="5091"/>
                  </a:lnTo>
                  <a:lnTo>
                    <a:pt x="10997604" y="2566"/>
                  </a:lnTo>
                  <a:lnTo>
                    <a:pt x="11029752" y="1053"/>
                  </a:lnTo>
                  <a:lnTo>
                    <a:pt x="11047305" y="297"/>
                  </a:lnTo>
                  <a:lnTo>
                    <a:pt x="11053992" y="3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7" name="pl736"/>
            <p:cNvSpPr/>
            <p:nvPr/>
          </p:nvSpPr>
          <p:spPr>
            <a:xfrm>
              <a:off x="1199187" y="2415767"/>
              <a:ext cx="12049831" cy="2195825"/>
            </a:xfrm>
            <a:custGeom>
              <a:avLst/>
              <a:pathLst>
                <a:path w="12049831" h="2195825">
                  <a:moveTo>
                    <a:pt x="12049831" y="0"/>
                  </a:moveTo>
                  <a:lnTo>
                    <a:pt x="11054891" y="0"/>
                  </a:lnTo>
                  <a:lnTo>
                    <a:pt x="11053792" y="40"/>
                  </a:lnTo>
                  <a:lnTo>
                    <a:pt x="11046532" y="329"/>
                  </a:lnTo>
                  <a:lnTo>
                    <a:pt x="11028117" y="1126"/>
                  </a:lnTo>
                  <a:lnTo>
                    <a:pt x="10994913" y="2699"/>
                  </a:lnTo>
                  <a:lnTo>
                    <a:pt x="10944852" y="5298"/>
                  </a:lnTo>
                  <a:lnTo>
                    <a:pt x="10877585" y="9142"/>
                  </a:lnTo>
                  <a:lnTo>
                    <a:pt x="10794440" y="14393"/>
                  </a:lnTo>
                  <a:lnTo>
                    <a:pt x="10698131" y="21151"/>
                  </a:lnTo>
                  <a:lnTo>
                    <a:pt x="10592266" y="29455"/>
                  </a:lnTo>
                  <a:lnTo>
                    <a:pt x="10480786" y="39301"/>
                  </a:lnTo>
                  <a:lnTo>
                    <a:pt x="10367449" y="50660"/>
                  </a:lnTo>
                  <a:lnTo>
                    <a:pt x="10255462" y="63501"/>
                  </a:lnTo>
                  <a:lnTo>
                    <a:pt x="10147295" y="77815"/>
                  </a:lnTo>
                  <a:lnTo>
                    <a:pt x="10044638" y="93625"/>
                  </a:lnTo>
                  <a:lnTo>
                    <a:pt x="9948472" y="110995"/>
                  </a:lnTo>
                  <a:lnTo>
                    <a:pt x="9859195" y="130039"/>
                  </a:lnTo>
                  <a:lnTo>
                    <a:pt x="9776761" y="150915"/>
                  </a:lnTo>
                  <a:lnTo>
                    <a:pt x="9700812" y="173829"/>
                  </a:lnTo>
                  <a:lnTo>
                    <a:pt x="9630781" y="199025"/>
                  </a:lnTo>
                  <a:lnTo>
                    <a:pt x="9565984" y="226779"/>
                  </a:lnTo>
                  <a:lnTo>
                    <a:pt x="9505676" y="257381"/>
                  </a:lnTo>
                  <a:lnTo>
                    <a:pt x="9449104" y="291111"/>
                  </a:lnTo>
                  <a:lnTo>
                    <a:pt x="9395543" y="328196"/>
                  </a:lnTo>
                  <a:lnTo>
                    <a:pt x="9347647" y="365970"/>
                  </a:lnTo>
                  <a:lnTo>
                    <a:pt x="9299419" y="408548"/>
                  </a:lnTo>
                  <a:lnTo>
                    <a:pt x="9252468" y="454473"/>
                  </a:lnTo>
                  <a:lnTo>
                    <a:pt x="9206420" y="503812"/>
                  </a:lnTo>
                  <a:lnTo>
                    <a:pt x="9160982" y="556569"/>
                  </a:lnTo>
                  <a:lnTo>
                    <a:pt x="9115924" y="612676"/>
                  </a:lnTo>
                  <a:lnTo>
                    <a:pt x="9071069" y="671988"/>
                  </a:lnTo>
                  <a:lnTo>
                    <a:pt x="9026292" y="734278"/>
                  </a:lnTo>
                  <a:lnTo>
                    <a:pt x="8981509" y="799239"/>
                  </a:lnTo>
                  <a:lnTo>
                    <a:pt x="8936671" y="866487"/>
                  </a:lnTo>
                  <a:lnTo>
                    <a:pt x="8891761" y="935566"/>
                  </a:lnTo>
                  <a:lnTo>
                    <a:pt x="8846785" y="1005960"/>
                  </a:lnTo>
                  <a:lnTo>
                    <a:pt x="8801766" y="1077111"/>
                  </a:lnTo>
                  <a:lnTo>
                    <a:pt x="8756737" y="1148434"/>
                  </a:lnTo>
                  <a:lnTo>
                    <a:pt x="8711732" y="1219340"/>
                  </a:lnTo>
                  <a:lnTo>
                    <a:pt x="8666782" y="1289251"/>
                  </a:lnTo>
                  <a:lnTo>
                    <a:pt x="8621903" y="1357626"/>
                  </a:lnTo>
                  <a:lnTo>
                    <a:pt x="8577091" y="1423972"/>
                  </a:lnTo>
                  <a:lnTo>
                    <a:pt x="8532319" y="1487862"/>
                  </a:lnTo>
                  <a:lnTo>
                    <a:pt x="8487522" y="1548943"/>
                  </a:lnTo>
                  <a:lnTo>
                    <a:pt x="8442600" y="1606941"/>
                  </a:lnTo>
                  <a:lnTo>
                    <a:pt x="8397407" y="1661665"/>
                  </a:lnTo>
                  <a:lnTo>
                    <a:pt x="8351747" y="1713001"/>
                  </a:lnTo>
                  <a:lnTo>
                    <a:pt x="8305362" y="1760913"/>
                  </a:lnTo>
                  <a:lnTo>
                    <a:pt x="8257929" y="1805430"/>
                  </a:lnTo>
                  <a:lnTo>
                    <a:pt x="8229629" y="1829854"/>
                  </a:lnTo>
                  <a:lnTo>
                    <a:pt x="8178286" y="1870177"/>
                  </a:lnTo>
                  <a:lnTo>
                    <a:pt x="8124548" y="1907036"/>
                  </a:lnTo>
                  <a:lnTo>
                    <a:pt x="8067753" y="1940552"/>
                  </a:lnTo>
                  <a:lnTo>
                    <a:pt x="8007173" y="1970958"/>
                  </a:lnTo>
                  <a:lnTo>
                    <a:pt x="7942053" y="1998534"/>
                  </a:lnTo>
                  <a:lnTo>
                    <a:pt x="7871653" y="2023572"/>
                  </a:lnTo>
                  <a:lnTo>
                    <a:pt x="7795292" y="2046344"/>
                  </a:lnTo>
                  <a:lnTo>
                    <a:pt x="7712416" y="2067094"/>
                  </a:lnTo>
                  <a:lnTo>
                    <a:pt x="7622683" y="2086023"/>
                  </a:lnTo>
                  <a:lnTo>
                    <a:pt x="7526072" y="2103288"/>
                  </a:lnTo>
                  <a:lnTo>
                    <a:pt x="7423014" y="2118997"/>
                  </a:lnTo>
                  <a:lnTo>
                    <a:pt x="7314536" y="2133214"/>
                  </a:lnTo>
                  <a:lnTo>
                    <a:pt x="7202376" y="2145959"/>
                  </a:lnTo>
                  <a:lnTo>
                    <a:pt x="7089055" y="2157219"/>
                  </a:lnTo>
                  <a:lnTo>
                    <a:pt x="6977824" y="2166964"/>
                  </a:lnTo>
                  <a:lnTo>
                    <a:pt x="6872468" y="2175166"/>
                  </a:lnTo>
                  <a:lnTo>
                    <a:pt x="6776922" y="2181823"/>
                  </a:lnTo>
                  <a:lnTo>
                    <a:pt x="6694752" y="2186978"/>
                  </a:lnTo>
                  <a:lnTo>
                    <a:pt x="6628594" y="2190734"/>
                  </a:lnTo>
                  <a:lnTo>
                    <a:pt x="6579673" y="2193258"/>
                  </a:lnTo>
                  <a:lnTo>
                    <a:pt x="6547524" y="2194772"/>
                  </a:lnTo>
                  <a:lnTo>
                    <a:pt x="6529972" y="2195528"/>
                  </a:lnTo>
                  <a:lnTo>
                    <a:pt x="6523285" y="2195792"/>
                  </a:lnTo>
                  <a:lnTo>
                    <a:pt x="6522385" y="2195825"/>
                  </a:lnTo>
                  <a:lnTo>
                    <a:pt x="5527445" y="2195825"/>
                  </a:lnTo>
                  <a:lnTo>
                    <a:pt x="5526332" y="2195793"/>
                  </a:lnTo>
                  <a:lnTo>
                    <a:pt x="5518979" y="2195566"/>
                  </a:lnTo>
                  <a:lnTo>
                    <a:pt x="5500337" y="2194937"/>
                  </a:lnTo>
                  <a:lnTo>
                    <a:pt x="5466739" y="2193697"/>
                  </a:lnTo>
                  <a:lnTo>
                    <a:pt x="5416114" y="2191648"/>
                  </a:lnTo>
                  <a:lnTo>
                    <a:pt x="5348147" y="2188619"/>
                  </a:lnTo>
                  <a:lnTo>
                    <a:pt x="5264219" y="2184483"/>
                  </a:lnTo>
                  <a:lnTo>
                    <a:pt x="5167113" y="2179163"/>
                  </a:lnTo>
                  <a:lnTo>
                    <a:pt x="5060504" y="2172628"/>
                  </a:lnTo>
                  <a:lnTo>
                    <a:pt x="4948387" y="2164884"/>
                  </a:lnTo>
                  <a:lnTo>
                    <a:pt x="4834551" y="2155954"/>
                  </a:lnTo>
                  <a:lnTo>
                    <a:pt x="4722215" y="2145861"/>
                  </a:lnTo>
                  <a:lnTo>
                    <a:pt x="4613841" y="2134612"/>
                  </a:lnTo>
                  <a:lnTo>
                    <a:pt x="4511099" y="2122187"/>
                  </a:lnTo>
                  <a:lnTo>
                    <a:pt x="4414945" y="2108533"/>
                  </a:lnTo>
                  <a:lnTo>
                    <a:pt x="4325749" y="2093558"/>
                  </a:lnTo>
                  <a:lnTo>
                    <a:pt x="4243440" y="2077135"/>
                  </a:lnTo>
                  <a:lnTo>
                    <a:pt x="4167635" y="2059099"/>
                  </a:lnTo>
                  <a:lnTo>
                    <a:pt x="4097751" y="2039256"/>
                  </a:lnTo>
                  <a:lnTo>
                    <a:pt x="4033084" y="2017386"/>
                  </a:lnTo>
                  <a:lnTo>
                    <a:pt x="3972880" y="1993261"/>
                  </a:lnTo>
                  <a:lnTo>
                    <a:pt x="3916375" y="1966663"/>
                  </a:lnTo>
                  <a:lnTo>
                    <a:pt x="3862840" y="1937417"/>
                  </a:lnTo>
                  <a:lnTo>
                    <a:pt x="3820202" y="1911084"/>
                  </a:lnTo>
                  <a:lnTo>
                    <a:pt x="3768446" y="1875393"/>
                  </a:lnTo>
                  <a:lnTo>
                    <a:pt x="3718129" y="1836689"/>
                  </a:lnTo>
                  <a:lnTo>
                    <a:pt x="3668802" y="1794917"/>
                  </a:lnTo>
                  <a:lnTo>
                    <a:pt x="3620114" y="1750084"/>
                  </a:lnTo>
                  <a:lnTo>
                    <a:pt x="3571797" y="1702275"/>
                  </a:lnTo>
                  <a:lnTo>
                    <a:pt x="3523656" y="1651656"/>
                  </a:lnTo>
                  <a:lnTo>
                    <a:pt x="3475557" y="1598478"/>
                  </a:lnTo>
                  <a:lnTo>
                    <a:pt x="3427418" y="1543073"/>
                  </a:lnTo>
                  <a:lnTo>
                    <a:pt x="3379200" y="1485852"/>
                  </a:lnTo>
                  <a:lnTo>
                    <a:pt x="3330901" y="1427292"/>
                  </a:lnTo>
                  <a:lnTo>
                    <a:pt x="3282545" y="1367921"/>
                  </a:lnTo>
                  <a:lnTo>
                    <a:pt x="3234169" y="1308298"/>
                  </a:lnTo>
                  <a:lnTo>
                    <a:pt x="3185818" y="1248994"/>
                  </a:lnTo>
                  <a:lnTo>
                    <a:pt x="3137528" y="1190564"/>
                  </a:lnTo>
                  <a:lnTo>
                    <a:pt x="3089320" y="1133533"/>
                  </a:lnTo>
                  <a:lnTo>
                    <a:pt x="3041188" y="1078369"/>
                  </a:lnTo>
                  <a:lnTo>
                    <a:pt x="2993089" y="1025475"/>
                  </a:lnTo>
                  <a:lnTo>
                    <a:pt x="2944936" y="975175"/>
                  </a:lnTo>
                  <a:lnTo>
                    <a:pt x="2896587" y="927708"/>
                  </a:lnTo>
                  <a:lnTo>
                    <a:pt x="2847839" y="883231"/>
                  </a:lnTo>
                  <a:lnTo>
                    <a:pt x="2798415" y="841818"/>
                  </a:lnTo>
                  <a:lnTo>
                    <a:pt x="2747956" y="803472"/>
                  </a:lnTo>
                  <a:lnTo>
                    <a:pt x="2702183" y="772120"/>
                  </a:lnTo>
                  <a:lnTo>
                    <a:pt x="2650610" y="740615"/>
                  </a:lnTo>
                  <a:lnTo>
                    <a:pt x="2596619" y="711829"/>
                  </a:lnTo>
                  <a:lnTo>
                    <a:pt x="2539537" y="685666"/>
                  </a:lnTo>
                  <a:lnTo>
                    <a:pt x="2478627" y="661941"/>
                  </a:lnTo>
                  <a:lnTo>
                    <a:pt x="2413124" y="640432"/>
                  </a:lnTo>
                  <a:lnTo>
                    <a:pt x="2342279" y="620911"/>
                  </a:lnTo>
                  <a:lnTo>
                    <a:pt x="2265404" y="603163"/>
                  </a:lnTo>
                  <a:lnTo>
                    <a:pt x="2181942" y="586997"/>
                  </a:lnTo>
                  <a:lnTo>
                    <a:pt x="2091556" y="572256"/>
                  </a:lnTo>
                  <a:lnTo>
                    <a:pt x="1994240" y="558816"/>
                  </a:lnTo>
                  <a:lnTo>
                    <a:pt x="1890453" y="546594"/>
                  </a:lnTo>
                  <a:lnTo>
                    <a:pt x="1781265" y="535543"/>
                  </a:lnTo>
                  <a:lnTo>
                    <a:pt x="1668478" y="525647"/>
                  </a:lnTo>
                  <a:lnTo>
                    <a:pt x="1554688" y="516917"/>
                  </a:lnTo>
                  <a:lnTo>
                    <a:pt x="1443230" y="509377"/>
                  </a:lnTo>
                  <a:lnTo>
                    <a:pt x="1337959" y="503050"/>
                  </a:lnTo>
                  <a:lnTo>
                    <a:pt x="1242854" y="497934"/>
                  </a:lnTo>
                  <a:lnTo>
                    <a:pt x="1161480" y="493994"/>
                  </a:lnTo>
                  <a:lnTo>
                    <a:pt x="1096412" y="491142"/>
                  </a:lnTo>
                  <a:lnTo>
                    <a:pt x="1048759" y="489244"/>
                  </a:lnTo>
                  <a:lnTo>
                    <a:pt x="1017899" y="488123"/>
                  </a:lnTo>
                  <a:lnTo>
                    <a:pt x="1001479" y="487577"/>
                  </a:lnTo>
                  <a:lnTo>
                    <a:pt x="995582" y="487397"/>
                  </a:lnTo>
                  <a:lnTo>
                    <a:pt x="994940" y="487378"/>
                  </a:lnTo>
                  <a:lnTo>
                    <a:pt x="0" y="487378"/>
                  </a:lnTo>
                  <a:lnTo>
                    <a:pt x="0" y="4873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8" name="pg737"/>
            <p:cNvSpPr/>
            <p:nvPr/>
          </p:nvSpPr>
          <p:spPr>
            <a:xfrm>
              <a:off x="1199187" y="2913628"/>
              <a:ext cx="12049831" cy="1739890"/>
            </a:xfrm>
            <a:custGeom>
              <a:avLst/>
              <a:pathLst>
                <a:path w="12049831" h="1739890">
                  <a:moveTo>
                    <a:pt x="0" y="15721"/>
                  </a:moveTo>
                  <a:lnTo>
                    <a:pt x="994940" y="15721"/>
                  </a:lnTo>
                  <a:lnTo>
                    <a:pt x="996053" y="15754"/>
                  </a:lnTo>
                  <a:lnTo>
                    <a:pt x="1003403" y="15983"/>
                  </a:lnTo>
                  <a:lnTo>
                    <a:pt x="1022038" y="16618"/>
                  </a:lnTo>
                  <a:lnTo>
                    <a:pt x="1055626" y="17868"/>
                  </a:lnTo>
                  <a:lnTo>
                    <a:pt x="1106233" y="19935"/>
                  </a:lnTo>
                  <a:lnTo>
                    <a:pt x="1174181" y="22991"/>
                  </a:lnTo>
                  <a:lnTo>
                    <a:pt x="1258086" y="27164"/>
                  </a:lnTo>
                  <a:lnTo>
                    <a:pt x="1355169" y="32531"/>
                  </a:lnTo>
                  <a:lnTo>
                    <a:pt x="1461757" y="39124"/>
                  </a:lnTo>
                  <a:lnTo>
                    <a:pt x="1573856" y="46937"/>
                  </a:lnTo>
                  <a:lnTo>
                    <a:pt x="1687678" y="55946"/>
                  </a:lnTo>
                  <a:lnTo>
                    <a:pt x="1800004" y="66129"/>
                  </a:lnTo>
                  <a:lnTo>
                    <a:pt x="1908372" y="77479"/>
                  </a:lnTo>
                  <a:lnTo>
                    <a:pt x="2011112" y="90014"/>
                  </a:lnTo>
                  <a:lnTo>
                    <a:pt x="2107266" y="103790"/>
                  </a:lnTo>
                  <a:lnTo>
                    <a:pt x="2196464" y="118898"/>
                  </a:lnTo>
                  <a:lnTo>
                    <a:pt x="2278777" y="135467"/>
                  </a:lnTo>
                  <a:lnTo>
                    <a:pt x="2354586" y="153662"/>
                  </a:lnTo>
                  <a:lnTo>
                    <a:pt x="2424475" y="173681"/>
                  </a:lnTo>
                  <a:lnTo>
                    <a:pt x="2489145" y="195744"/>
                  </a:lnTo>
                  <a:lnTo>
                    <a:pt x="2549352" y="220082"/>
                  </a:lnTo>
                  <a:lnTo>
                    <a:pt x="2605859" y="246915"/>
                  </a:lnTo>
                  <a:lnTo>
                    <a:pt x="2659395" y="276419"/>
                  </a:lnTo>
                  <a:lnTo>
                    <a:pt x="2702183" y="303083"/>
                  </a:lnTo>
                  <a:lnTo>
                    <a:pt x="2753820" y="339015"/>
                  </a:lnTo>
                  <a:lnTo>
                    <a:pt x="2804023" y="377972"/>
                  </a:lnTo>
                  <a:lnTo>
                    <a:pt x="2853239" y="420013"/>
                  </a:lnTo>
                  <a:lnTo>
                    <a:pt x="2901818" y="465127"/>
                  </a:lnTo>
                  <a:lnTo>
                    <a:pt x="2950024" y="513232"/>
                  </a:lnTo>
                  <a:lnTo>
                    <a:pt x="2998053" y="564162"/>
                  </a:lnTo>
                  <a:lnTo>
                    <a:pt x="3046039" y="617667"/>
                  </a:lnTo>
                  <a:lnTo>
                    <a:pt x="3094065" y="673415"/>
                  </a:lnTo>
                  <a:lnTo>
                    <a:pt x="3142168" y="730996"/>
                  </a:lnTo>
                  <a:lnTo>
                    <a:pt x="3190352" y="789932"/>
                  </a:lnTo>
                  <a:lnTo>
                    <a:pt x="3238595" y="849696"/>
                  </a:lnTo>
                  <a:lnTo>
                    <a:pt x="3286857" y="909728"/>
                  </a:lnTo>
                  <a:lnTo>
                    <a:pt x="3335097" y="969455"/>
                  </a:lnTo>
                  <a:lnTo>
                    <a:pt x="3383276" y="1028321"/>
                  </a:lnTo>
                  <a:lnTo>
                    <a:pt x="3431374" y="1085799"/>
                  </a:lnTo>
                  <a:lnTo>
                    <a:pt x="3479396" y="1141415"/>
                  </a:lnTo>
                  <a:lnTo>
                    <a:pt x="3527382" y="1194766"/>
                  </a:lnTo>
                  <a:lnTo>
                    <a:pt x="3575418" y="1245523"/>
                  </a:lnTo>
                  <a:lnTo>
                    <a:pt x="3623641" y="1293442"/>
                  </a:lnTo>
                  <a:lnTo>
                    <a:pt x="3672252" y="1338363"/>
                  </a:lnTo>
                  <a:lnTo>
                    <a:pt x="3721520" y="1380207"/>
                  </a:lnTo>
                  <a:lnTo>
                    <a:pt x="3771799" y="1418969"/>
                  </a:lnTo>
                  <a:lnTo>
                    <a:pt x="3820202" y="1452529"/>
                  </a:lnTo>
                  <a:lnTo>
                    <a:pt x="3871768" y="1484319"/>
                  </a:lnTo>
                  <a:lnTo>
                    <a:pt x="3925753" y="1513367"/>
                  </a:lnTo>
                  <a:lnTo>
                    <a:pt x="3982826" y="1539769"/>
                  </a:lnTo>
                  <a:lnTo>
                    <a:pt x="4043727" y="1563710"/>
                  </a:lnTo>
                  <a:lnTo>
                    <a:pt x="4109218" y="1585415"/>
                  </a:lnTo>
                  <a:lnTo>
                    <a:pt x="4180051" y="1605114"/>
                  </a:lnTo>
                  <a:lnTo>
                    <a:pt x="4256911" y="1623025"/>
                  </a:lnTo>
                  <a:lnTo>
                    <a:pt x="4340356" y="1639339"/>
                  </a:lnTo>
                  <a:lnTo>
                    <a:pt x="4430723" y="1654216"/>
                  </a:lnTo>
                  <a:lnTo>
                    <a:pt x="4528019" y="1667779"/>
                  </a:lnTo>
                  <a:lnTo>
                    <a:pt x="4631785" y="1680113"/>
                  </a:lnTo>
                  <a:lnTo>
                    <a:pt x="4740953" y="1691267"/>
                  </a:lnTo>
                  <a:lnTo>
                    <a:pt x="4853722" y="1701254"/>
                  </a:lnTo>
                  <a:lnTo>
                    <a:pt x="4967499" y="1710066"/>
                  </a:lnTo>
                  <a:lnTo>
                    <a:pt x="5078951" y="1717676"/>
                  </a:lnTo>
                  <a:lnTo>
                    <a:pt x="5184225" y="1724063"/>
                  </a:lnTo>
                  <a:lnTo>
                    <a:pt x="5279342" y="1729227"/>
                  </a:lnTo>
                  <a:lnTo>
                    <a:pt x="5360739" y="1733206"/>
                  </a:lnTo>
                  <a:lnTo>
                    <a:pt x="5425838" y="1736086"/>
                  </a:lnTo>
                  <a:lnTo>
                    <a:pt x="5473529" y="1738004"/>
                  </a:lnTo>
                  <a:lnTo>
                    <a:pt x="5504425" y="1739137"/>
                  </a:lnTo>
                  <a:lnTo>
                    <a:pt x="5520877" y="1739689"/>
                  </a:lnTo>
                  <a:lnTo>
                    <a:pt x="5526797" y="1739871"/>
                  </a:lnTo>
                  <a:lnTo>
                    <a:pt x="5527445" y="1739890"/>
                  </a:lnTo>
                  <a:lnTo>
                    <a:pt x="6522385" y="1739890"/>
                  </a:lnTo>
                  <a:lnTo>
                    <a:pt x="6523498" y="1739858"/>
                  </a:lnTo>
                  <a:lnTo>
                    <a:pt x="6530846" y="1739627"/>
                  </a:lnTo>
                  <a:lnTo>
                    <a:pt x="6549478" y="1738988"/>
                  </a:lnTo>
                  <a:lnTo>
                    <a:pt x="6583057" y="1737731"/>
                  </a:lnTo>
                  <a:lnTo>
                    <a:pt x="6633654" y="1735651"/>
                  </a:lnTo>
                  <a:lnTo>
                    <a:pt x="6701588" y="1732578"/>
                  </a:lnTo>
                  <a:lnTo>
                    <a:pt x="6785478" y="1728381"/>
                  </a:lnTo>
                  <a:lnTo>
                    <a:pt x="6882546" y="1722982"/>
                  </a:lnTo>
                  <a:lnTo>
                    <a:pt x="6989119" y="1716351"/>
                  </a:lnTo>
                  <a:lnTo>
                    <a:pt x="7101206" y="1708492"/>
                  </a:lnTo>
                  <a:lnTo>
                    <a:pt x="7215019" y="1699429"/>
                  </a:lnTo>
                  <a:lnTo>
                    <a:pt x="7327338" y="1689187"/>
                  </a:lnTo>
                  <a:lnTo>
                    <a:pt x="7435702" y="1677770"/>
                  </a:lnTo>
                  <a:lnTo>
                    <a:pt x="7538440" y="1665161"/>
                  </a:lnTo>
                  <a:lnTo>
                    <a:pt x="7634595" y="1651304"/>
                  </a:lnTo>
                  <a:lnTo>
                    <a:pt x="7723795" y="1636108"/>
                  </a:lnTo>
                  <a:lnTo>
                    <a:pt x="7806110" y="1619442"/>
                  </a:lnTo>
                  <a:lnTo>
                    <a:pt x="7881922" y="1601139"/>
                  </a:lnTo>
                  <a:lnTo>
                    <a:pt x="7951813" y="1581003"/>
                  </a:lnTo>
                  <a:lnTo>
                    <a:pt x="8016486" y="1558812"/>
                  </a:lnTo>
                  <a:lnTo>
                    <a:pt x="8076695" y="1534332"/>
                  </a:lnTo>
                  <a:lnTo>
                    <a:pt x="8133203" y="1507343"/>
                  </a:lnTo>
                  <a:lnTo>
                    <a:pt x="8186740" y="1477668"/>
                  </a:lnTo>
                  <a:lnTo>
                    <a:pt x="8229629" y="1450782"/>
                  </a:lnTo>
                  <a:lnTo>
                    <a:pt x="8281186" y="1414690"/>
                  </a:lnTo>
                  <a:lnTo>
                    <a:pt x="8331313" y="1375564"/>
                  </a:lnTo>
                  <a:lnTo>
                    <a:pt x="8380456" y="1333346"/>
                  </a:lnTo>
                  <a:lnTo>
                    <a:pt x="8428962" y="1288045"/>
                  </a:lnTo>
                  <a:lnTo>
                    <a:pt x="8477094" y="1239744"/>
                  </a:lnTo>
                  <a:lnTo>
                    <a:pt x="8525049" y="1188607"/>
                  </a:lnTo>
                  <a:lnTo>
                    <a:pt x="8572961" y="1134886"/>
                  </a:lnTo>
                  <a:lnTo>
                    <a:pt x="8620911" y="1078910"/>
                  </a:lnTo>
                  <a:lnTo>
                    <a:pt x="8668938" y="1021092"/>
                  </a:lnTo>
                  <a:lnTo>
                    <a:pt x="8717046" y="961906"/>
                  </a:lnTo>
                  <a:lnTo>
                    <a:pt x="8765212" y="901881"/>
                  </a:lnTo>
                  <a:lnTo>
                    <a:pt x="8813399" y="841579"/>
                  </a:lnTo>
                  <a:lnTo>
                    <a:pt x="8861565" y="781570"/>
                  </a:lnTo>
                  <a:lnTo>
                    <a:pt x="8909670" y="722416"/>
                  </a:lnTo>
                  <a:lnTo>
                    <a:pt x="8957695" y="664642"/>
                  </a:lnTo>
                  <a:lnTo>
                    <a:pt x="9005643" y="608724"/>
                  </a:lnTo>
                  <a:lnTo>
                    <a:pt x="9053555" y="555070"/>
                  </a:lnTo>
                  <a:lnTo>
                    <a:pt x="9101513" y="504009"/>
                  </a:lnTo>
                  <a:lnTo>
                    <a:pt x="9149653" y="455789"/>
                  </a:lnTo>
                  <a:lnTo>
                    <a:pt x="9198172" y="410572"/>
                  </a:lnTo>
                  <a:lnTo>
                    <a:pt x="9247337" y="368440"/>
                  </a:lnTo>
                  <a:lnTo>
                    <a:pt x="9297497" y="329400"/>
                  </a:lnTo>
                  <a:lnTo>
                    <a:pt x="9347647" y="294348"/>
                  </a:lnTo>
                  <a:lnTo>
                    <a:pt x="9399209" y="262367"/>
                  </a:lnTo>
                  <a:lnTo>
                    <a:pt x="9453189" y="233145"/>
                  </a:lnTo>
                  <a:lnTo>
                    <a:pt x="9510257" y="206584"/>
                  </a:lnTo>
                  <a:lnTo>
                    <a:pt x="9571151" y="182499"/>
                  </a:lnTo>
                  <a:lnTo>
                    <a:pt x="9636635" y="160663"/>
                  </a:lnTo>
                  <a:lnTo>
                    <a:pt x="9707459" y="140845"/>
                  </a:lnTo>
                  <a:lnTo>
                    <a:pt x="9784310" y="122826"/>
                  </a:lnTo>
                  <a:lnTo>
                    <a:pt x="9867743" y="106413"/>
                  </a:lnTo>
                  <a:lnTo>
                    <a:pt x="9958098" y="91446"/>
                  </a:lnTo>
                  <a:lnTo>
                    <a:pt x="10055380" y="77801"/>
                  </a:lnTo>
                  <a:lnTo>
                    <a:pt x="10159132" y="65391"/>
                  </a:lnTo>
                  <a:lnTo>
                    <a:pt x="10268286" y="54170"/>
                  </a:lnTo>
                  <a:lnTo>
                    <a:pt x="10381043" y="44121"/>
                  </a:lnTo>
                  <a:lnTo>
                    <a:pt x="10494811" y="35256"/>
                  </a:lnTo>
                  <a:lnTo>
                    <a:pt x="10606259" y="27598"/>
                  </a:lnTo>
                  <a:lnTo>
                    <a:pt x="10711535" y="21171"/>
                  </a:lnTo>
                  <a:lnTo>
                    <a:pt x="10806661" y="15974"/>
                  </a:lnTo>
                  <a:lnTo>
                    <a:pt x="10888074" y="11970"/>
                  </a:lnTo>
                  <a:lnTo>
                    <a:pt x="10953194" y="9071"/>
                  </a:lnTo>
                  <a:lnTo>
                    <a:pt x="11000909" y="7140"/>
                  </a:lnTo>
                  <a:lnTo>
                    <a:pt x="11031830" y="5999"/>
                  </a:lnTo>
                  <a:lnTo>
                    <a:pt x="11048304" y="5443"/>
                  </a:lnTo>
                  <a:lnTo>
                    <a:pt x="11054238" y="525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8" y="32"/>
                  </a:lnTo>
                  <a:lnTo>
                    <a:pt x="11046430" y="263"/>
                  </a:lnTo>
                  <a:lnTo>
                    <a:pt x="11027799" y="901"/>
                  </a:lnTo>
                  <a:lnTo>
                    <a:pt x="10994219" y="2159"/>
                  </a:lnTo>
                  <a:lnTo>
                    <a:pt x="10943622" y="4238"/>
                  </a:lnTo>
                  <a:lnTo>
                    <a:pt x="10875688" y="7312"/>
                  </a:lnTo>
                  <a:lnTo>
                    <a:pt x="10791798" y="11509"/>
                  </a:lnTo>
                  <a:lnTo>
                    <a:pt x="10694730" y="16908"/>
                  </a:lnTo>
                  <a:lnTo>
                    <a:pt x="10588157" y="23539"/>
                  </a:lnTo>
                  <a:lnTo>
                    <a:pt x="10476070" y="31398"/>
                  </a:lnTo>
                  <a:lnTo>
                    <a:pt x="10362258" y="40460"/>
                  </a:lnTo>
                  <a:lnTo>
                    <a:pt x="10249939" y="50703"/>
                  </a:lnTo>
                  <a:lnTo>
                    <a:pt x="10141574" y="62119"/>
                  </a:lnTo>
                  <a:lnTo>
                    <a:pt x="10038836" y="74728"/>
                  </a:lnTo>
                  <a:lnTo>
                    <a:pt x="9942681" y="88585"/>
                  </a:lnTo>
                  <a:lnTo>
                    <a:pt x="9853482" y="103782"/>
                  </a:lnTo>
                  <a:lnTo>
                    <a:pt x="9771167" y="120448"/>
                  </a:lnTo>
                  <a:lnTo>
                    <a:pt x="9695355" y="138750"/>
                  </a:lnTo>
                  <a:lnTo>
                    <a:pt x="9625463" y="158886"/>
                  </a:lnTo>
                  <a:lnTo>
                    <a:pt x="9560790" y="181078"/>
                  </a:lnTo>
                  <a:lnTo>
                    <a:pt x="9500581" y="205557"/>
                  </a:lnTo>
                  <a:lnTo>
                    <a:pt x="9444073" y="232547"/>
                  </a:lnTo>
                  <a:lnTo>
                    <a:pt x="9390537" y="262222"/>
                  </a:lnTo>
                  <a:lnTo>
                    <a:pt x="9347647" y="289108"/>
                  </a:lnTo>
                  <a:lnTo>
                    <a:pt x="9296090" y="325199"/>
                  </a:lnTo>
                  <a:lnTo>
                    <a:pt x="9245963" y="364325"/>
                  </a:lnTo>
                  <a:lnTo>
                    <a:pt x="9196820" y="406543"/>
                  </a:lnTo>
                  <a:lnTo>
                    <a:pt x="9148315" y="451845"/>
                  </a:lnTo>
                  <a:lnTo>
                    <a:pt x="9100182" y="500146"/>
                  </a:lnTo>
                  <a:lnTo>
                    <a:pt x="9052227" y="551282"/>
                  </a:lnTo>
                  <a:lnTo>
                    <a:pt x="9004316" y="605004"/>
                  </a:lnTo>
                  <a:lnTo>
                    <a:pt x="8956366" y="660979"/>
                  </a:lnTo>
                  <a:lnTo>
                    <a:pt x="8908339" y="718798"/>
                  </a:lnTo>
                  <a:lnTo>
                    <a:pt x="8860231" y="777984"/>
                  </a:lnTo>
                  <a:lnTo>
                    <a:pt x="8812064" y="838008"/>
                  </a:lnTo>
                  <a:lnTo>
                    <a:pt x="8763877" y="898310"/>
                  </a:lnTo>
                  <a:lnTo>
                    <a:pt x="8715712" y="958319"/>
                  </a:lnTo>
                  <a:lnTo>
                    <a:pt x="8667606" y="1017474"/>
                  </a:lnTo>
                  <a:lnTo>
                    <a:pt x="8619581" y="1075248"/>
                  </a:lnTo>
                  <a:lnTo>
                    <a:pt x="8571633" y="1131166"/>
                  </a:lnTo>
                  <a:lnTo>
                    <a:pt x="8523722" y="1184820"/>
                  </a:lnTo>
                  <a:lnTo>
                    <a:pt x="8475764" y="1235881"/>
                  </a:lnTo>
                  <a:lnTo>
                    <a:pt x="8427624" y="1284101"/>
                  </a:lnTo>
                  <a:lnTo>
                    <a:pt x="8379104" y="1329317"/>
                  </a:lnTo>
                  <a:lnTo>
                    <a:pt x="8329940" y="1371449"/>
                  </a:lnTo>
                  <a:lnTo>
                    <a:pt x="8279779" y="1410490"/>
                  </a:lnTo>
                  <a:lnTo>
                    <a:pt x="8229629" y="1445541"/>
                  </a:lnTo>
                  <a:lnTo>
                    <a:pt x="8178067" y="1477522"/>
                  </a:lnTo>
                  <a:lnTo>
                    <a:pt x="8124088" y="1506744"/>
                  </a:lnTo>
                  <a:lnTo>
                    <a:pt x="8067019" y="1533305"/>
                  </a:lnTo>
                  <a:lnTo>
                    <a:pt x="8006125" y="1557391"/>
                  </a:lnTo>
                  <a:lnTo>
                    <a:pt x="7940641" y="1579227"/>
                  </a:lnTo>
                  <a:lnTo>
                    <a:pt x="7869817" y="1599045"/>
                  </a:lnTo>
                  <a:lnTo>
                    <a:pt x="7792967" y="1617064"/>
                  </a:lnTo>
                  <a:lnTo>
                    <a:pt x="7709533" y="1633476"/>
                  </a:lnTo>
                  <a:lnTo>
                    <a:pt x="7619179" y="1648444"/>
                  </a:lnTo>
                  <a:lnTo>
                    <a:pt x="7521896" y="1662089"/>
                  </a:lnTo>
                  <a:lnTo>
                    <a:pt x="7418144" y="1674498"/>
                  </a:lnTo>
                  <a:lnTo>
                    <a:pt x="7308990" y="1685720"/>
                  </a:lnTo>
                  <a:lnTo>
                    <a:pt x="7196233" y="1695769"/>
                  </a:lnTo>
                  <a:lnTo>
                    <a:pt x="7082465" y="1704634"/>
                  </a:lnTo>
                  <a:lnTo>
                    <a:pt x="6971017" y="1712291"/>
                  </a:lnTo>
                  <a:lnTo>
                    <a:pt x="6865742" y="1718718"/>
                  </a:lnTo>
                  <a:lnTo>
                    <a:pt x="6770615" y="1723915"/>
                  </a:lnTo>
                  <a:lnTo>
                    <a:pt x="6689203" y="1727920"/>
                  </a:lnTo>
                  <a:lnTo>
                    <a:pt x="6624082" y="1730819"/>
                  </a:lnTo>
                  <a:lnTo>
                    <a:pt x="6576368" y="1732749"/>
                  </a:lnTo>
                  <a:lnTo>
                    <a:pt x="6545447" y="1733890"/>
                  </a:lnTo>
                  <a:lnTo>
                    <a:pt x="6528973" y="1734447"/>
                  </a:lnTo>
                  <a:lnTo>
                    <a:pt x="6523038" y="1734631"/>
                  </a:lnTo>
                  <a:lnTo>
                    <a:pt x="6522385" y="1734649"/>
                  </a:lnTo>
                  <a:lnTo>
                    <a:pt x="5527445" y="1734649"/>
                  </a:lnTo>
                  <a:lnTo>
                    <a:pt x="5526332" y="1734617"/>
                  </a:lnTo>
                  <a:lnTo>
                    <a:pt x="5518982" y="1734387"/>
                  </a:lnTo>
                  <a:lnTo>
                    <a:pt x="5500347" y="1733753"/>
                  </a:lnTo>
                  <a:lnTo>
                    <a:pt x="5466759" y="1732502"/>
                  </a:lnTo>
                  <a:lnTo>
                    <a:pt x="5416152" y="1730435"/>
                  </a:lnTo>
                  <a:lnTo>
                    <a:pt x="5348204" y="1727380"/>
                  </a:lnTo>
                  <a:lnTo>
                    <a:pt x="5264299" y="1723207"/>
                  </a:lnTo>
                  <a:lnTo>
                    <a:pt x="5167216" y="1717839"/>
                  </a:lnTo>
                  <a:lnTo>
                    <a:pt x="5060628" y="1711247"/>
                  </a:lnTo>
                  <a:lnTo>
                    <a:pt x="4948529" y="1703434"/>
                  </a:lnTo>
                  <a:lnTo>
                    <a:pt x="4834707" y="1694424"/>
                  </a:lnTo>
                  <a:lnTo>
                    <a:pt x="4722381" y="1684241"/>
                  </a:lnTo>
                  <a:lnTo>
                    <a:pt x="4614013" y="1672892"/>
                  </a:lnTo>
                  <a:lnTo>
                    <a:pt x="4511273" y="1660357"/>
                  </a:lnTo>
                  <a:lnTo>
                    <a:pt x="4415119" y="1646581"/>
                  </a:lnTo>
                  <a:lnTo>
                    <a:pt x="4325921" y="1631473"/>
                  </a:lnTo>
                  <a:lnTo>
                    <a:pt x="4243608" y="1614904"/>
                  </a:lnTo>
                  <a:lnTo>
                    <a:pt x="4167799" y="1596708"/>
                  </a:lnTo>
                  <a:lnTo>
                    <a:pt x="4097910" y="1576689"/>
                  </a:lnTo>
                  <a:lnTo>
                    <a:pt x="4033240" y="1554626"/>
                  </a:lnTo>
                  <a:lnTo>
                    <a:pt x="3973033" y="1530289"/>
                  </a:lnTo>
                  <a:lnTo>
                    <a:pt x="3916526" y="1503455"/>
                  </a:lnTo>
                  <a:lnTo>
                    <a:pt x="3862990" y="1473952"/>
                  </a:lnTo>
                  <a:lnTo>
                    <a:pt x="3820202" y="1447288"/>
                  </a:lnTo>
                  <a:lnTo>
                    <a:pt x="3768565" y="1411356"/>
                  </a:lnTo>
                  <a:lnTo>
                    <a:pt x="3718362" y="1372399"/>
                  </a:lnTo>
                  <a:lnTo>
                    <a:pt x="3669146" y="1330358"/>
                  </a:lnTo>
                  <a:lnTo>
                    <a:pt x="3620567" y="1285243"/>
                  </a:lnTo>
                  <a:lnTo>
                    <a:pt x="3572361" y="1237138"/>
                  </a:lnTo>
                  <a:lnTo>
                    <a:pt x="3524332" y="1186209"/>
                  </a:lnTo>
                  <a:lnTo>
                    <a:pt x="3476346" y="1132703"/>
                  </a:lnTo>
                  <a:lnTo>
                    <a:pt x="3428320" y="1076955"/>
                  </a:lnTo>
                  <a:lnTo>
                    <a:pt x="3380217" y="1019375"/>
                  </a:lnTo>
                  <a:lnTo>
                    <a:pt x="3332033" y="960439"/>
                  </a:lnTo>
                  <a:lnTo>
                    <a:pt x="3283790" y="900675"/>
                  </a:lnTo>
                  <a:lnTo>
                    <a:pt x="3235528" y="840643"/>
                  </a:lnTo>
                  <a:lnTo>
                    <a:pt x="3187288" y="780915"/>
                  </a:lnTo>
                  <a:lnTo>
                    <a:pt x="3139109" y="722050"/>
                  </a:lnTo>
                  <a:lnTo>
                    <a:pt x="3091011" y="664572"/>
                  </a:lnTo>
                  <a:lnTo>
                    <a:pt x="3042989" y="608955"/>
                  </a:lnTo>
                  <a:lnTo>
                    <a:pt x="2995003" y="555605"/>
                  </a:lnTo>
                  <a:lnTo>
                    <a:pt x="2946967" y="504848"/>
                  </a:lnTo>
                  <a:lnTo>
                    <a:pt x="2898744" y="456929"/>
                  </a:lnTo>
                  <a:lnTo>
                    <a:pt x="2850133" y="412008"/>
                  </a:lnTo>
                  <a:lnTo>
                    <a:pt x="2800865" y="370164"/>
                  </a:lnTo>
                  <a:lnTo>
                    <a:pt x="2750586" y="331401"/>
                  </a:lnTo>
                  <a:lnTo>
                    <a:pt x="2702183" y="297842"/>
                  </a:lnTo>
                  <a:lnTo>
                    <a:pt x="2650617" y="266052"/>
                  </a:lnTo>
                  <a:lnTo>
                    <a:pt x="2596632" y="237004"/>
                  </a:lnTo>
                  <a:lnTo>
                    <a:pt x="2539559" y="210602"/>
                  </a:lnTo>
                  <a:lnTo>
                    <a:pt x="2478658" y="186661"/>
                  </a:lnTo>
                  <a:lnTo>
                    <a:pt x="2413167" y="164956"/>
                  </a:lnTo>
                  <a:lnTo>
                    <a:pt x="2342334" y="145257"/>
                  </a:lnTo>
                  <a:lnTo>
                    <a:pt x="2265474" y="127346"/>
                  </a:lnTo>
                  <a:lnTo>
                    <a:pt x="2182029" y="111032"/>
                  </a:lnTo>
                  <a:lnTo>
                    <a:pt x="2091662" y="96155"/>
                  </a:lnTo>
                  <a:lnTo>
                    <a:pt x="1994366" y="82592"/>
                  </a:lnTo>
                  <a:lnTo>
                    <a:pt x="1890600" y="70258"/>
                  </a:lnTo>
                  <a:lnTo>
                    <a:pt x="1781432" y="59104"/>
                  </a:lnTo>
                  <a:lnTo>
                    <a:pt x="1668663" y="49116"/>
                  </a:lnTo>
                  <a:lnTo>
                    <a:pt x="1554886" y="40305"/>
                  </a:lnTo>
                  <a:lnTo>
                    <a:pt x="1443434" y="32695"/>
                  </a:lnTo>
                  <a:lnTo>
                    <a:pt x="1338160" y="26308"/>
                  </a:lnTo>
                  <a:lnTo>
                    <a:pt x="1243043" y="21143"/>
                  </a:lnTo>
                  <a:lnTo>
                    <a:pt x="1161646" y="17164"/>
                  </a:lnTo>
                  <a:lnTo>
                    <a:pt x="1096547" y="14284"/>
                  </a:lnTo>
                  <a:lnTo>
                    <a:pt x="1048856" y="12367"/>
                  </a:lnTo>
                  <a:lnTo>
                    <a:pt x="1017960" y="11234"/>
                  </a:lnTo>
                  <a:lnTo>
                    <a:pt x="1001508" y="10682"/>
                  </a:lnTo>
                  <a:lnTo>
                    <a:pt x="995588" y="10499"/>
                  </a:lnTo>
                  <a:lnTo>
                    <a:pt x="994940" y="10481"/>
                  </a:lnTo>
                  <a:lnTo>
                    <a:pt x="0" y="10481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39" name="pl738"/>
            <p:cNvSpPr/>
            <p:nvPr/>
          </p:nvSpPr>
          <p:spPr>
            <a:xfrm>
              <a:off x="1199187" y="2918868"/>
              <a:ext cx="12049831" cy="1734649"/>
            </a:xfrm>
            <a:custGeom>
              <a:avLst/>
              <a:pathLst>
                <a:path w="12049831" h="1734649">
                  <a:moveTo>
                    <a:pt x="0" y="10481"/>
                  </a:moveTo>
                  <a:lnTo>
                    <a:pt x="994940" y="10481"/>
                  </a:lnTo>
                  <a:lnTo>
                    <a:pt x="996053" y="10513"/>
                  </a:lnTo>
                  <a:lnTo>
                    <a:pt x="1003403" y="10743"/>
                  </a:lnTo>
                  <a:lnTo>
                    <a:pt x="1022038" y="11377"/>
                  </a:lnTo>
                  <a:lnTo>
                    <a:pt x="1055626" y="12628"/>
                  </a:lnTo>
                  <a:lnTo>
                    <a:pt x="1106233" y="14695"/>
                  </a:lnTo>
                  <a:lnTo>
                    <a:pt x="1174181" y="17750"/>
                  </a:lnTo>
                  <a:lnTo>
                    <a:pt x="1258086" y="21923"/>
                  </a:lnTo>
                  <a:lnTo>
                    <a:pt x="1355169" y="27291"/>
                  </a:lnTo>
                  <a:lnTo>
                    <a:pt x="1461757" y="33883"/>
                  </a:lnTo>
                  <a:lnTo>
                    <a:pt x="1573856" y="41696"/>
                  </a:lnTo>
                  <a:lnTo>
                    <a:pt x="1687678" y="50706"/>
                  </a:lnTo>
                  <a:lnTo>
                    <a:pt x="1800004" y="60889"/>
                  </a:lnTo>
                  <a:lnTo>
                    <a:pt x="1908372" y="72238"/>
                  </a:lnTo>
                  <a:lnTo>
                    <a:pt x="2011112" y="84773"/>
                  </a:lnTo>
                  <a:lnTo>
                    <a:pt x="2107266" y="98549"/>
                  </a:lnTo>
                  <a:lnTo>
                    <a:pt x="2196464" y="113657"/>
                  </a:lnTo>
                  <a:lnTo>
                    <a:pt x="2278777" y="130226"/>
                  </a:lnTo>
                  <a:lnTo>
                    <a:pt x="2354586" y="148422"/>
                  </a:lnTo>
                  <a:lnTo>
                    <a:pt x="2424475" y="168441"/>
                  </a:lnTo>
                  <a:lnTo>
                    <a:pt x="2489145" y="190504"/>
                  </a:lnTo>
                  <a:lnTo>
                    <a:pt x="2549352" y="214842"/>
                  </a:lnTo>
                  <a:lnTo>
                    <a:pt x="2605859" y="241675"/>
                  </a:lnTo>
                  <a:lnTo>
                    <a:pt x="2659395" y="271178"/>
                  </a:lnTo>
                  <a:lnTo>
                    <a:pt x="2702183" y="297842"/>
                  </a:lnTo>
                  <a:lnTo>
                    <a:pt x="2753820" y="333774"/>
                  </a:lnTo>
                  <a:lnTo>
                    <a:pt x="2804023" y="372731"/>
                  </a:lnTo>
                  <a:lnTo>
                    <a:pt x="2853239" y="414772"/>
                  </a:lnTo>
                  <a:lnTo>
                    <a:pt x="2901818" y="459887"/>
                  </a:lnTo>
                  <a:lnTo>
                    <a:pt x="2950024" y="507992"/>
                  </a:lnTo>
                  <a:lnTo>
                    <a:pt x="2998053" y="558922"/>
                  </a:lnTo>
                  <a:lnTo>
                    <a:pt x="3046039" y="612427"/>
                  </a:lnTo>
                  <a:lnTo>
                    <a:pt x="3094065" y="668175"/>
                  </a:lnTo>
                  <a:lnTo>
                    <a:pt x="3142168" y="725755"/>
                  </a:lnTo>
                  <a:lnTo>
                    <a:pt x="3190352" y="784692"/>
                  </a:lnTo>
                  <a:lnTo>
                    <a:pt x="3238595" y="844456"/>
                  </a:lnTo>
                  <a:lnTo>
                    <a:pt x="3286857" y="904487"/>
                  </a:lnTo>
                  <a:lnTo>
                    <a:pt x="3335097" y="964215"/>
                  </a:lnTo>
                  <a:lnTo>
                    <a:pt x="3383276" y="1023080"/>
                  </a:lnTo>
                  <a:lnTo>
                    <a:pt x="3431374" y="1080558"/>
                  </a:lnTo>
                  <a:lnTo>
                    <a:pt x="3479396" y="1136175"/>
                  </a:lnTo>
                  <a:lnTo>
                    <a:pt x="3527382" y="1189525"/>
                  </a:lnTo>
                  <a:lnTo>
                    <a:pt x="3575418" y="1240282"/>
                  </a:lnTo>
                  <a:lnTo>
                    <a:pt x="3623641" y="1288201"/>
                  </a:lnTo>
                  <a:lnTo>
                    <a:pt x="3672252" y="1333122"/>
                  </a:lnTo>
                  <a:lnTo>
                    <a:pt x="3721520" y="1374966"/>
                  </a:lnTo>
                  <a:lnTo>
                    <a:pt x="3771799" y="1413729"/>
                  </a:lnTo>
                  <a:lnTo>
                    <a:pt x="3820202" y="1447288"/>
                  </a:lnTo>
                  <a:lnTo>
                    <a:pt x="3871768" y="1479078"/>
                  </a:lnTo>
                  <a:lnTo>
                    <a:pt x="3925753" y="1508126"/>
                  </a:lnTo>
                  <a:lnTo>
                    <a:pt x="3982826" y="1534528"/>
                  </a:lnTo>
                  <a:lnTo>
                    <a:pt x="4043727" y="1558469"/>
                  </a:lnTo>
                  <a:lnTo>
                    <a:pt x="4109218" y="1580174"/>
                  </a:lnTo>
                  <a:lnTo>
                    <a:pt x="4180051" y="1599873"/>
                  </a:lnTo>
                  <a:lnTo>
                    <a:pt x="4256911" y="1617784"/>
                  </a:lnTo>
                  <a:lnTo>
                    <a:pt x="4340356" y="1634098"/>
                  </a:lnTo>
                  <a:lnTo>
                    <a:pt x="4430723" y="1648975"/>
                  </a:lnTo>
                  <a:lnTo>
                    <a:pt x="4528019" y="1662538"/>
                  </a:lnTo>
                  <a:lnTo>
                    <a:pt x="4631785" y="1674872"/>
                  </a:lnTo>
                  <a:lnTo>
                    <a:pt x="4740953" y="1686026"/>
                  </a:lnTo>
                  <a:lnTo>
                    <a:pt x="4853722" y="1696014"/>
                  </a:lnTo>
                  <a:lnTo>
                    <a:pt x="4967499" y="1704825"/>
                  </a:lnTo>
                  <a:lnTo>
                    <a:pt x="5078951" y="1712435"/>
                  </a:lnTo>
                  <a:lnTo>
                    <a:pt x="5184225" y="1718822"/>
                  </a:lnTo>
                  <a:lnTo>
                    <a:pt x="5279342" y="1723987"/>
                  </a:lnTo>
                  <a:lnTo>
                    <a:pt x="5360739" y="1727966"/>
                  </a:lnTo>
                  <a:lnTo>
                    <a:pt x="5425838" y="1730846"/>
                  </a:lnTo>
                  <a:lnTo>
                    <a:pt x="5473529" y="1732763"/>
                  </a:lnTo>
                  <a:lnTo>
                    <a:pt x="5504425" y="1733896"/>
                  </a:lnTo>
                  <a:lnTo>
                    <a:pt x="5520877" y="1734448"/>
                  </a:lnTo>
                  <a:lnTo>
                    <a:pt x="5526797" y="1734631"/>
                  </a:lnTo>
                  <a:lnTo>
                    <a:pt x="5527445" y="1734649"/>
                  </a:lnTo>
                  <a:lnTo>
                    <a:pt x="6522385" y="1734649"/>
                  </a:lnTo>
                  <a:lnTo>
                    <a:pt x="6523498" y="1734617"/>
                  </a:lnTo>
                  <a:lnTo>
                    <a:pt x="6530846" y="1734386"/>
                  </a:lnTo>
                  <a:lnTo>
                    <a:pt x="6549478" y="1733748"/>
                  </a:lnTo>
                  <a:lnTo>
                    <a:pt x="6583057" y="1732490"/>
                  </a:lnTo>
                  <a:lnTo>
                    <a:pt x="6633654" y="1730411"/>
                  </a:lnTo>
                  <a:lnTo>
                    <a:pt x="6701588" y="1727337"/>
                  </a:lnTo>
                  <a:lnTo>
                    <a:pt x="6785478" y="1723140"/>
                  </a:lnTo>
                  <a:lnTo>
                    <a:pt x="6882546" y="1717741"/>
                  </a:lnTo>
                  <a:lnTo>
                    <a:pt x="6989119" y="1711110"/>
                  </a:lnTo>
                  <a:lnTo>
                    <a:pt x="7101206" y="1703251"/>
                  </a:lnTo>
                  <a:lnTo>
                    <a:pt x="7215019" y="1694189"/>
                  </a:lnTo>
                  <a:lnTo>
                    <a:pt x="7327338" y="1683946"/>
                  </a:lnTo>
                  <a:lnTo>
                    <a:pt x="7435702" y="1672530"/>
                  </a:lnTo>
                  <a:lnTo>
                    <a:pt x="7538440" y="1659921"/>
                  </a:lnTo>
                  <a:lnTo>
                    <a:pt x="7634595" y="1646064"/>
                  </a:lnTo>
                  <a:lnTo>
                    <a:pt x="7723795" y="1630867"/>
                  </a:lnTo>
                  <a:lnTo>
                    <a:pt x="7806110" y="1614201"/>
                  </a:lnTo>
                  <a:lnTo>
                    <a:pt x="7881922" y="1595899"/>
                  </a:lnTo>
                  <a:lnTo>
                    <a:pt x="7951813" y="1575763"/>
                  </a:lnTo>
                  <a:lnTo>
                    <a:pt x="8016486" y="1553571"/>
                  </a:lnTo>
                  <a:lnTo>
                    <a:pt x="8076695" y="1529092"/>
                  </a:lnTo>
                  <a:lnTo>
                    <a:pt x="8133203" y="1502102"/>
                  </a:lnTo>
                  <a:lnTo>
                    <a:pt x="8186740" y="1472427"/>
                  </a:lnTo>
                  <a:lnTo>
                    <a:pt x="8229629" y="1445541"/>
                  </a:lnTo>
                  <a:lnTo>
                    <a:pt x="8281186" y="1409449"/>
                  </a:lnTo>
                  <a:lnTo>
                    <a:pt x="8331313" y="1370324"/>
                  </a:lnTo>
                  <a:lnTo>
                    <a:pt x="8380456" y="1328106"/>
                  </a:lnTo>
                  <a:lnTo>
                    <a:pt x="8428962" y="1282804"/>
                  </a:lnTo>
                  <a:lnTo>
                    <a:pt x="8477094" y="1234503"/>
                  </a:lnTo>
                  <a:lnTo>
                    <a:pt x="8525049" y="1183367"/>
                  </a:lnTo>
                  <a:lnTo>
                    <a:pt x="8572961" y="1129645"/>
                  </a:lnTo>
                  <a:lnTo>
                    <a:pt x="8620911" y="1073670"/>
                  </a:lnTo>
                  <a:lnTo>
                    <a:pt x="8668938" y="1015851"/>
                  </a:lnTo>
                  <a:lnTo>
                    <a:pt x="8717046" y="956665"/>
                  </a:lnTo>
                  <a:lnTo>
                    <a:pt x="8765212" y="896641"/>
                  </a:lnTo>
                  <a:lnTo>
                    <a:pt x="8813399" y="836338"/>
                  </a:lnTo>
                  <a:lnTo>
                    <a:pt x="8861565" y="776330"/>
                  </a:lnTo>
                  <a:lnTo>
                    <a:pt x="8909670" y="717175"/>
                  </a:lnTo>
                  <a:lnTo>
                    <a:pt x="8957695" y="659401"/>
                  </a:lnTo>
                  <a:lnTo>
                    <a:pt x="9005643" y="603483"/>
                  </a:lnTo>
                  <a:lnTo>
                    <a:pt x="9053555" y="549829"/>
                  </a:lnTo>
                  <a:lnTo>
                    <a:pt x="9101513" y="498768"/>
                  </a:lnTo>
                  <a:lnTo>
                    <a:pt x="9149653" y="450548"/>
                  </a:lnTo>
                  <a:lnTo>
                    <a:pt x="9198172" y="405331"/>
                  </a:lnTo>
                  <a:lnTo>
                    <a:pt x="9247337" y="363199"/>
                  </a:lnTo>
                  <a:lnTo>
                    <a:pt x="9297497" y="324159"/>
                  </a:lnTo>
                  <a:lnTo>
                    <a:pt x="9347647" y="289108"/>
                  </a:lnTo>
                  <a:lnTo>
                    <a:pt x="9399209" y="257127"/>
                  </a:lnTo>
                  <a:lnTo>
                    <a:pt x="9453189" y="227904"/>
                  </a:lnTo>
                  <a:lnTo>
                    <a:pt x="9510257" y="201344"/>
                  </a:lnTo>
                  <a:lnTo>
                    <a:pt x="9571151" y="177258"/>
                  </a:lnTo>
                  <a:lnTo>
                    <a:pt x="9636635" y="155422"/>
                  </a:lnTo>
                  <a:lnTo>
                    <a:pt x="9707459" y="135604"/>
                  </a:lnTo>
                  <a:lnTo>
                    <a:pt x="9784310" y="117585"/>
                  </a:lnTo>
                  <a:lnTo>
                    <a:pt x="9867743" y="101172"/>
                  </a:lnTo>
                  <a:lnTo>
                    <a:pt x="9958098" y="86205"/>
                  </a:lnTo>
                  <a:lnTo>
                    <a:pt x="10055380" y="72560"/>
                  </a:lnTo>
                  <a:lnTo>
                    <a:pt x="10159132" y="60151"/>
                  </a:lnTo>
                  <a:lnTo>
                    <a:pt x="10268286" y="48929"/>
                  </a:lnTo>
                  <a:lnTo>
                    <a:pt x="10381043" y="38880"/>
                  </a:lnTo>
                  <a:lnTo>
                    <a:pt x="10494811" y="30015"/>
                  </a:lnTo>
                  <a:lnTo>
                    <a:pt x="10606259" y="22358"/>
                  </a:lnTo>
                  <a:lnTo>
                    <a:pt x="10711535" y="15931"/>
                  </a:lnTo>
                  <a:lnTo>
                    <a:pt x="10806661" y="10733"/>
                  </a:lnTo>
                  <a:lnTo>
                    <a:pt x="10888074" y="6729"/>
                  </a:lnTo>
                  <a:lnTo>
                    <a:pt x="10953194" y="3830"/>
                  </a:lnTo>
                  <a:lnTo>
                    <a:pt x="11000909" y="1900"/>
                  </a:lnTo>
                  <a:lnTo>
                    <a:pt x="11031830" y="759"/>
                  </a:lnTo>
                  <a:lnTo>
                    <a:pt x="11048304" y="202"/>
                  </a:lnTo>
                  <a:lnTo>
                    <a:pt x="11054238" y="1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0" name="pl739"/>
            <p:cNvSpPr/>
            <p:nvPr/>
          </p:nvSpPr>
          <p:spPr>
            <a:xfrm>
              <a:off x="1199187" y="2913628"/>
              <a:ext cx="12049831" cy="1734649"/>
            </a:xfrm>
            <a:custGeom>
              <a:avLst/>
              <a:pathLst>
                <a:path w="12049831" h="1734649">
                  <a:moveTo>
                    <a:pt x="12049831" y="0"/>
                  </a:moveTo>
                  <a:lnTo>
                    <a:pt x="11054891" y="0"/>
                  </a:lnTo>
                  <a:lnTo>
                    <a:pt x="11053778" y="32"/>
                  </a:lnTo>
                  <a:lnTo>
                    <a:pt x="11046430" y="263"/>
                  </a:lnTo>
                  <a:lnTo>
                    <a:pt x="11027799" y="901"/>
                  </a:lnTo>
                  <a:lnTo>
                    <a:pt x="10994219" y="2159"/>
                  </a:lnTo>
                  <a:lnTo>
                    <a:pt x="10943622" y="4238"/>
                  </a:lnTo>
                  <a:lnTo>
                    <a:pt x="10875688" y="7312"/>
                  </a:lnTo>
                  <a:lnTo>
                    <a:pt x="10791798" y="11509"/>
                  </a:lnTo>
                  <a:lnTo>
                    <a:pt x="10694730" y="16908"/>
                  </a:lnTo>
                  <a:lnTo>
                    <a:pt x="10588157" y="23539"/>
                  </a:lnTo>
                  <a:lnTo>
                    <a:pt x="10476070" y="31398"/>
                  </a:lnTo>
                  <a:lnTo>
                    <a:pt x="10362258" y="40460"/>
                  </a:lnTo>
                  <a:lnTo>
                    <a:pt x="10249939" y="50703"/>
                  </a:lnTo>
                  <a:lnTo>
                    <a:pt x="10141574" y="62119"/>
                  </a:lnTo>
                  <a:lnTo>
                    <a:pt x="10038836" y="74728"/>
                  </a:lnTo>
                  <a:lnTo>
                    <a:pt x="9942681" y="88585"/>
                  </a:lnTo>
                  <a:lnTo>
                    <a:pt x="9853482" y="103782"/>
                  </a:lnTo>
                  <a:lnTo>
                    <a:pt x="9771167" y="120448"/>
                  </a:lnTo>
                  <a:lnTo>
                    <a:pt x="9695355" y="138750"/>
                  </a:lnTo>
                  <a:lnTo>
                    <a:pt x="9625463" y="158886"/>
                  </a:lnTo>
                  <a:lnTo>
                    <a:pt x="9560790" y="181078"/>
                  </a:lnTo>
                  <a:lnTo>
                    <a:pt x="9500581" y="205557"/>
                  </a:lnTo>
                  <a:lnTo>
                    <a:pt x="9444073" y="232547"/>
                  </a:lnTo>
                  <a:lnTo>
                    <a:pt x="9390537" y="262222"/>
                  </a:lnTo>
                  <a:lnTo>
                    <a:pt x="9347647" y="289108"/>
                  </a:lnTo>
                  <a:lnTo>
                    <a:pt x="9296090" y="325199"/>
                  </a:lnTo>
                  <a:lnTo>
                    <a:pt x="9245963" y="364325"/>
                  </a:lnTo>
                  <a:lnTo>
                    <a:pt x="9196820" y="406543"/>
                  </a:lnTo>
                  <a:lnTo>
                    <a:pt x="9148315" y="451845"/>
                  </a:lnTo>
                  <a:lnTo>
                    <a:pt x="9100182" y="500146"/>
                  </a:lnTo>
                  <a:lnTo>
                    <a:pt x="9052227" y="551282"/>
                  </a:lnTo>
                  <a:lnTo>
                    <a:pt x="9004316" y="605004"/>
                  </a:lnTo>
                  <a:lnTo>
                    <a:pt x="8956366" y="660979"/>
                  </a:lnTo>
                  <a:lnTo>
                    <a:pt x="8908339" y="718798"/>
                  </a:lnTo>
                  <a:lnTo>
                    <a:pt x="8860231" y="777984"/>
                  </a:lnTo>
                  <a:lnTo>
                    <a:pt x="8812064" y="838008"/>
                  </a:lnTo>
                  <a:lnTo>
                    <a:pt x="8763877" y="898310"/>
                  </a:lnTo>
                  <a:lnTo>
                    <a:pt x="8715712" y="958319"/>
                  </a:lnTo>
                  <a:lnTo>
                    <a:pt x="8667606" y="1017474"/>
                  </a:lnTo>
                  <a:lnTo>
                    <a:pt x="8619581" y="1075248"/>
                  </a:lnTo>
                  <a:lnTo>
                    <a:pt x="8571633" y="1131166"/>
                  </a:lnTo>
                  <a:lnTo>
                    <a:pt x="8523722" y="1184820"/>
                  </a:lnTo>
                  <a:lnTo>
                    <a:pt x="8475764" y="1235881"/>
                  </a:lnTo>
                  <a:lnTo>
                    <a:pt x="8427624" y="1284101"/>
                  </a:lnTo>
                  <a:lnTo>
                    <a:pt x="8379104" y="1329317"/>
                  </a:lnTo>
                  <a:lnTo>
                    <a:pt x="8329940" y="1371449"/>
                  </a:lnTo>
                  <a:lnTo>
                    <a:pt x="8279779" y="1410490"/>
                  </a:lnTo>
                  <a:lnTo>
                    <a:pt x="8229629" y="1445541"/>
                  </a:lnTo>
                  <a:lnTo>
                    <a:pt x="8178067" y="1477522"/>
                  </a:lnTo>
                  <a:lnTo>
                    <a:pt x="8124088" y="1506744"/>
                  </a:lnTo>
                  <a:lnTo>
                    <a:pt x="8067019" y="1533305"/>
                  </a:lnTo>
                  <a:lnTo>
                    <a:pt x="8006125" y="1557391"/>
                  </a:lnTo>
                  <a:lnTo>
                    <a:pt x="7940641" y="1579227"/>
                  </a:lnTo>
                  <a:lnTo>
                    <a:pt x="7869817" y="1599045"/>
                  </a:lnTo>
                  <a:lnTo>
                    <a:pt x="7792967" y="1617064"/>
                  </a:lnTo>
                  <a:lnTo>
                    <a:pt x="7709533" y="1633476"/>
                  </a:lnTo>
                  <a:lnTo>
                    <a:pt x="7619179" y="1648444"/>
                  </a:lnTo>
                  <a:lnTo>
                    <a:pt x="7521896" y="1662089"/>
                  </a:lnTo>
                  <a:lnTo>
                    <a:pt x="7418144" y="1674498"/>
                  </a:lnTo>
                  <a:lnTo>
                    <a:pt x="7308990" y="1685720"/>
                  </a:lnTo>
                  <a:lnTo>
                    <a:pt x="7196233" y="1695769"/>
                  </a:lnTo>
                  <a:lnTo>
                    <a:pt x="7082465" y="1704634"/>
                  </a:lnTo>
                  <a:lnTo>
                    <a:pt x="6971017" y="1712291"/>
                  </a:lnTo>
                  <a:lnTo>
                    <a:pt x="6865742" y="1718718"/>
                  </a:lnTo>
                  <a:lnTo>
                    <a:pt x="6770615" y="1723915"/>
                  </a:lnTo>
                  <a:lnTo>
                    <a:pt x="6689203" y="1727920"/>
                  </a:lnTo>
                  <a:lnTo>
                    <a:pt x="6624082" y="1730819"/>
                  </a:lnTo>
                  <a:lnTo>
                    <a:pt x="6576368" y="1732749"/>
                  </a:lnTo>
                  <a:lnTo>
                    <a:pt x="6545447" y="1733890"/>
                  </a:lnTo>
                  <a:lnTo>
                    <a:pt x="6528973" y="1734447"/>
                  </a:lnTo>
                  <a:lnTo>
                    <a:pt x="6523038" y="1734631"/>
                  </a:lnTo>
                  <a:lnTo>
                    <a:pt x="6522385" y="1734649"/>
                  </a:lnTo>
                  <a:lnTo>
                    <a:pt x="5527445" y="1734649"/>
                  </a:lnTo>
                  <a:lnTo>
                    <a:pt x="5526332" y="1734617"/>
                  </a:lnTo>
                  <a:lnTo>
                    <a:pt x="5518982" y="1734387"/>
                  </a:lnTo>
                  <a:lnTo>
                    <a:pt x="5500347" y="1733753"/>
                  </a:lnTo>
                  <a:lnTo>
                    <a:pt x="5466759" y="1732502"/>
                  </a:lnTo>
                  <a:lnTo>
                    <a:pt x="5416152" y="1730435"/>
                  </a:lnTo>
                  <a:lnTo>
                    <a:pt x="5348204" y="1727380"/>
                  </a:lnTo>
                  <a:lnTo>
                    <a:pt x="5264299" y="1723207"/>
                  </a:lnTo>
                  <a:lnTo>
                    <a:pt x="5167216" y="1717839"/>
                  </a:lnTo>
                  <a:lnTo>
                    <a:pt x="5060628" y="1711247"/>
                  </a:lnTo>
                  <a:lnTo>
                    <a:pt x="4948529" y="1703434"/>
                  </a:lnTo>
                  <a:lnTo>
                    <a:pt x="4834707" y="1694424"/>
                  </a:lnTo>
                  <a:lnTo>
                    <a:pt x="4722381" y="1684241"/>
                  </a:lnTo>
                  <a:lnTo>
                    <a:pt x="4614013" y="1672892"/>
                  </a:lnTo>
                  <a:lnTo>
                    <a:pt x="4511273" y="1660357"/>
                  </a:lnTo>
                  <a:lnTo>
                    <a:pt x="4415119" y="1646581"/>
                  </a:lnTo>
                  <a:lnTo>
                    <a:pt x="4325921" y="1631473"/>
                  </a:lnTo>
                  <a:lnTo>
                    <a:pt x="4243608" y="1614904"/>
                  </a:lnTo>
                  <a:lnTo>
                    <a:pt x="4167799" y="1596708"/>
                  </a:lnTo>
                  <a:lnTo>
                    <a:pt x="4097910" y="1576689"/>
                  </a:lnTo>
                  <a:lnTo>
                    <a:pt x="4033240" y="1554626"/>
                  </a:lnTo>
                  <a:lnTo>
                    <a:pt x="3973033" y="1530289"/>
                  </a:lnTo>
                  <a:lnTo>
                    <a:pt x="3916526" y="1503455"/>
                  </a:lnTo>
                  <a:lnTo>
                    <a:pt x="3862990" y="1473952"/>
                  </a:lnTo>
                  <a:lnTo>
                    <a:pt x="3820202" y="1447288"/>
                  </a:lnTo>
                  <a:lnTo>
                    <a:pt x="3768565" y="1411356"/>
                  </a:lnTo>
                  <a:lnTo>
                    <a:pt x="3718362" y="1372399"/>
                  </a:lnTo>
                  <a:lnTo>
                    <a:pt x="3669146" y="1330358"/>
                  </a:lnTo>
                  <a:lnTo>
                    <a:pt x="3620567" y="1285243"/>
                  </a:lnTo>
                  <a:lnTo>
                    <a:pt x="3572361" y="1237138"/>
                  </a:lnTo>
                  <a:lnTo>
                    <a:pt x="3524332" y="1186209"/>
                  </a:lnTo>
                  <a:lnTo>
                    <a:pt x="3476346" y="1132703"/>
                  </a:lnTo>
                  <a:lnTo>
                    <a:pt x="3428320" y="1076955"/>
                  </a:lnTo>
                  <a:lnTo>
                    <a:pt x="3380217" y="1019375"/>
                  </a:lnTo>
                  <a:lnTo>
                    <a:pt x="3332033" y="960439"/>
                  </a:lnTo>
                  <a:lnTo>
                    <a:pt x="3283790" y="900675"/>
                  </a:lnTo>
                  <a:lnTo>
                    <a:pt x="3235528" y="840643"/>
                  </a:lnTo>
                  <a:lnTo>
                    <a:pt x="3187288" y="780915"/>
                  </a:lnTo>
                  <a:lnTo>
                    <a:pt x="3139109" y="722050"/>
                  </a:lnTo>
                  <a:lnTo>
                    <a:pt x="3091011" y="664572"/>
                  </a:lnTo>
                  <a:lnTo>
                    <a:pt x="3042989" y="608955"/>
                  </a:lnTo>
                  <a:lnTo>
                    <a:pt x="2995003" y="555605"/>
                  </a:lnTo>
                  <a:lnTo>
                    <a:pt x="2946967" y="504848"/>
                  </a:lnTo>
                  <a:lnTo>
                    <a:pt x="2898744" y="456929"/>
                  </a:lnTo>
                  <a:lnTo>
                    <a:pt x="2850133" y="412008"/>
                  </a:lnTo>
                  <a:lnTo>
                    <a:pt x="2800865" y="370164"/>
                  </a:lnTo>
                  <a:lnTo>
                    <a:pt x="2750586" y="331401"/>
                  </a:lnTo>
                  <a:lnTo>
                    <a:pt x="2702183" y="297842"/>
                  </a:lnTo>
                  <a:lnTo>
                    <a:pt x="2650617" y="266052"/>
                  </a:lnTo>
                  <a:lnTo>
                    <a:pt x="2596632" y="237004"/>
                  </a:lnTo>
                  <a:lnTo>
                    <a:pt x="2539559" y="210602"/>
                  </a:lnTo>
                  <a:lnTo>
                    <a:pt x="2478658" y="186661"/>
                  </a:lnTo>
                  <a:lnTo>
                    <a:pt x="2413167" y="164956"/>
                  </a:lnTo>
                  <a:lnTo>
                    <a:pt x="2342334" y="145257"/>
                  </a:lnTo>
                  <a:lnTo>
                    <a:pt x="2265474" y="127346"/>
                  </a:lnTo>
                  <a:lnTo>
                    <a:pt x="2182029" y="111032"/>
                  </a:lnTo>
                  <a:lnTo>
                    <a:pt x="2091662" y="96155"/>
                  </a:lnTo>
                  <a:lnTo>
                    <a:pt x="1994366" y="82592"/>
                  </a:lnTo>
                  <a:lnTo>
                    <a:pt x="1890600" y="70258"/>
                  </a:lnTo>
                  <a:lnTo>
                    <a:pt x="1781432" y="59104"/>
                  </a:lnTo>
                  <a:lnTo>
                    <a:pt x="1668663" y="49116"/>
                  </a:lnTo>
                  <a:lnTo>
                    <a:pt x="1554886" y="40305"/>
                  </a:lnTo>
                  <a:lnTo>
                    <a:pt x="1443434" y="32695"/>
                  </a:lnTo>
                  <a:lnTo>
                    <a:pt x="1338160" y="26308"/>
                  </a:lnTo>
                  <a:lnTo>
                    <a:pt x="1243043" y="21143"/>
                  </a:lnTo>
                  <a:lnTo>
                    <a:pt x="1161646" y="17164"/>
                  </a:lnTo>
                  <a:lnTo>
                    <a:pt x="1096547" y="14284"/>
                  </a:lnTo>
                  <a:lnTo>
                    <a:pt x="1048856" y="12367"/>
                  </a:lnTo>
                  <a:lnTo>
                    <a:pt x="1017960" y="11234"/>
                  </a:lnTo>
                  <a:lnTo>
                    <a:pt x="1001508" y="10682"/>
                  </a:lnTo>
                  <a:lnTo>
                    <a:pt x="995588" y="10499"/>
                  </a:lnTo>
                  <a:lnTo>
                    <a:pt x="994940" y="10481"/>
                  </a:lnTo>
                  <a:lnTo>
                    <a:pt x="0" y="10481"/>
                  </a:lnTo>
                  <a:lnTo>
                    <a:pt x="0" y="104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1" name="pg740"/>
            <p:cNvSpPr/>
            <p:nvPr/>
          </p:nvSpPr>
          <p:spPr>
            <a:xfrm>
              <a:off x="1199187" y="2929349"/>
              <a:ext cx="12049831" cy="1750371"/>
            </a:xfrm>
            <a:custGeom>
              <a:avLst/>
              <a:pathLst>
                <a:path w="12049831" h="1750371">
                  <a:moveTo>
                    <a:pt x="0" y="15721"/>
                  </a:moveTo>
                  <a:lnTo>
                    <a:pt x="994940" y="15721"/>
                  </a:lnTo>
                  <a:lnTo>
                    <a:pt x="996053" y="15754"/>
                  </a:lnTo>
                  <a:lnTo>
                    <a:pt x="1003401" y="15985"/>
                  </a:lnTo>
                  <a:lnTo>
                    <a:pt x="1022032" y="16623"/>
                  </a:lnTo>
                  <a:lnTo>
                    <a:pt x="1055611" y="17881"/>
                  </a:lnTo>
                  <a:lnTo>
                    <a:pt x="1106209" y="19960"/>
                  </a:lnTo>
                  <a:lnTo>
                    <a:pt x="1174142" y="23033"/>
                  </a:lnTo>
                  <a:lnTo>
                    <a:pt x="1258032" y="27231"/>
                  </a:lnTo>
                  <a:lnTo>
                    <a:pt x="1355101" y="32629"/>
                  </a:lnTo>
                  <a:lnTo>
                    <a:pt x="1461674" y="39261"/>
                  </a:lnTo>
                  <a:lnTo>
                    <a:pt x="1573761" y="47120"/>
                  </a:lnTo>
                  <a:lnTo>
                    <a:pt x="1687573" y="56182"/>
                  </a:lnTo>
                  <a:lnTo>
                    <a:pt x="1799892" y="66425"/>
                  </a:lnTo>
                  <a:lnTo>
                    <a:pt x="1908256" y="77841"/>
                  </a:lnTo>
                  <a:lnTo>
                    <a:pt x="2010995" y="90450"/>
                  </a:lnTo>
                  <a:lnTo>
                    <a:pt x="2107150" y="104307"/>
                  </a:lnTo>
                  <a:lnTo>
                    <a:pt x="2196349" y="119503"/>
                  </a:lnTo>
                  <a:lnTo>
                    <a:pt x="2278664" y="136170"/>
                  </a:lnTo>
                  <a:lnTo>
                    <a:pt x="2354476" y="154472"/>
                  </a:lnTo>
                  <a:lnTo>
                    <a:pt x="2424368" y="174608"/>
                  </a:lnTo>
                  <a:lnTo>
                    <a:pt x="2489040" y="196800"/>
                  </a:lnTo>
                  <a:lnTo>
                    <a:pt x="2549250" y="221279"/>
                  </a:lnTo>
                  <a:lnTo>
                    <a:pt x="2605758" y="248269"/>
                  </a:lnTo>
                  <a:lnTo>
                    <a:pt x="2659294" y="277943"/>
                  </a:lnTo>
                  <a:lnTo>
                    <a:pt x="2702183" y="304830"/>
                  </a:lnTo>
                  <a:lnTo>
                    <a:pt x="2753741" y="340921"/>
                  </a:lnTo>
                  <a:lnTo>
                    <a:pt x="2803868" y="380047"/>
                  </a:lnTo>
                  <a:lnTo>
                    <a:pt x="2853010" y="422265"/>
                  </a:lnTo>
                  <a:lnTo>
                    <a:pt x="2901516" y="467566"/>
                  </a:lnTo>
                  <a:lnTo>
                    <a:pt x="2949649" y="515868"/>
                  </a:lnTo>
                  <a:lnTo>
                    <a:pt x="2997604" y="567004"/>
                  </a:lnTo>
                  <a:lnTo>
                    <a:pt x="3045515" y="620726"/>
                  </a:lnTo>
                  <a:lnTo>
                    <a:pt x="3093465" y="676701"/>
                  </a:lnTo>
                  <a:lnTo>
                    <a:pt x="3141492" y="734520"/>
                  </a:lnTo>
                  <a:lnTo>
                    <a:pt x="3189600" y="793706"/>
                  </a:lnTo>
                  <a:lnTo>
                    <a:pt x="3237766" y="853730"/>
                  </a:lnTo>
                  <a:lnTo>
                    <a:pt x="3285954" y="914032"/>
                  </a:lnTo>
                  <a:lnTo>
                    <a:pt x="3334119" y="974041"/>
                  </a:lnTo>
                  <a:lnTo>
                    <a:pt x="3382225" y="1033196"/>
                  </a:lnTo>
                  <a:lnTo>
                    <a:pt x="3430249" y="1090970"/>
                  </a:lnTo>
                  <a:lnTo>
                    <a:pt x="3478198" y="1146888"/>
                  </a:lnTo>
                  <a:lnTo>
                    <a:pt x="3526109" y="1200542"/>
                  </a:lnTo>
                  <a:lnTo>
                    <a:pt x="3574067" y="1251602"/>
                  </a:lnTo>
                  <a:lnTo>
                    <a:pt x="3622207" y="1299822"/>
                  </a:lnTo>
                  <a:lnTo>
                    <a:pt x="3670726" y="1345039"/>
                  </a:lnTo>
                  <a:lnTo>
                    <a:pt x="3719891" y="1387171"/>
                  </a:lnTo>
                  <a:lnTo>
                    <a:pt x="3770051" y="1426212"/>
                  </a:lnTo>
                  <a:lnTo>
                    <a:pt x="3820202" y="1461263"/>
                  </a:lnTo>
                  <a:lnTo>
                    <a:pt x="3871764" y="1493244"/>
                  </a:lnTo>
                  <a:lnTo>
                    <a:pt x="3925743" y="1522466"/>
                  </a:lnTo>
                  <a:lnTo>
                    <a:pt x="3982811" y="1549027"/>
                  </a:lnTo>
                  <a:lnTo>
                    <a:pt x="4043705" y="1573113"/>
                  </a:lnTo>
                  <a:lnTo>
                    <a:pt x="4109190" y="1594948"/>
                  </a:lnTo>
                  <a:lnTo>
                    <a:pt x="4180014" y="1614767"/>
                  </a:lnTo>
                  <a:lnTo>
                    <a:pt x="4256864" y="1632786"/>
                  </a:lnTo>
                  <a:lnTo>
                    <a:pt x="4340298" y="1649198"/>
                  </a:lnTo>
                  <a:lnTo>
                    <a:pt x="4430652" y="1664165"/>
                  </a:lnTo>
                  <a:lnTo>
                    <a:pt x="4527935" y="1677811"/>
                  </a:lnTo>
                  <a:lnTo>
                    <a:pt x="4631687" y="1690220"/>
                  </a:lnTo>
                  <a:lnTo>
                    <a:pt x="4740841" y="1701442"/>
                  </a:lnTo>
                  <a:lnTo>
                    <a:pt x="4853598" y="1711491"/>
                  </a:lnTo>
                  <a:lnTo>
                    <a:pt x="4967365" y="1720356"/>
                  </a:lnTo>
                  <a:lnTo>
                    <a:pt x="5078813" y="1728013"/>
                  </a:lnTo>
                  <a:lnTo>
                    <a:pt x="5184089" y="1734440"/>
                  </a:lnTo>
                  <a:lnTo>
                    <a:pt x="5279216" y="1739637"/>
                  </a:lnTo>
                  <a:lnTo>
                    <a:pt x="5360628" y="1743642"/>
                  </a:lnTo>
                  <a:lnTo>
                    <a:pt x="5425748" y="1746541"/>
                  </a:lnTo>
                  <a:lnTo>
                    <a:pt x="5473463" y="1748471"/>
                  </a:lnTo>
                  <a:lnTo>
                    <a:pt x="5504384" y="1749612"/>
                  </a:lnTo>
                  <a:lnTo>
                    <a:pt x="5520858" y="1750168"/>
                  </a:lnTo>
                  <a:lnTo>
                    <a:pt x="5526792" y="1750352"/>
                  </a:lnTo>
                  <a:lnTo>
                    <a:pt x="5527445" y="1750371"/>
                  </a:lnTo>
                  <a:lnTo>
                    <a:pt x="6522385" y="1750371"/>
                  </a:lnTo>
                  <a:lnTo>
                    <a:pt x="6523503" y="1750342"/>
                  </a:lnTo>
                  <a:lnTo>
                    <a:pt x="6530879" y="1750133"/>
                  </a:lnTo>
                  <a:lnTo>
                    <a:pt x="6549580" y="1749556"/>
                  </a:lnTo>
                  <a:lnTo>
                    <a:pt x="6583279" y="1748419"/>
                  </a:lnTo>
                  <a:lnTo>
                    <a:pt x="6634048" y="1746540"/>
                  </a:lnTo>
                  <a:lnTo>
                    <a:pt x="6702195" y="1743762"/>
                  </a:lnTo>
                  <a:lnTo>
                    <a:pt x="6786323" y="1739970"/>
                  </a:lnTo>
                  <a:lnTo>
                    <a:pt x="6883633" y="1735091"/>
                  </a:lnTo>
                  <a:lnTo>
                    <a:pt x="6990431" y="1729101"/>
                  </a:lnTo>
                  <a:lnTo>
                    <a:pt x="7102711" y="1722002"/>
                  </a:lnTo>
                  <a:lnTo>
                    <a:pt x="7216673" y="1713818"/>
                  </a:lnTo>
                  <a:lnTo>
                    <a:pt x="7329097" y="1704568"/>
                  </a:lnTo>
                  <a:lnTo>
                    <a:pt x="7437523" y="1694259"/>
                  </a:lnTo>
                  <a:lnTo>
                    <a:pt x="7540286" y="1682872"/>
                  </a:lnTo>
                  <a:lnTo>
                    <a:pt x="7636436" y="1670358"/>
                  </a:lnTo>
                  <a:lnTo>
                    <a:pt x="7725610" y="1656632"/>
                  </a:lnTo>
                  <a:lnTo>
                    <a:pt x="7807887" y="1641577"/>
                  </a:lnTo>
                  <a:lnTo>
                    <a:pt x="7883655" y="1625042"/>
                  </a:lnTo>
                  <a:lnTo>
                    <a:pt x="7953502" y="1606846"/>
                  </a:lnTo>
                  <a:lnTo>
                    <a:pt x="8018135" y="1586790"/>
                  </a:lnTo>
                  <a:lnTo>
                    <a:pt x="8078314" y="1564663"/>
                  </a:lnTo>
                  <a:lnTo>
                    <a:pt x="8134802" y="1540265"/>
                  </a:lnTo>
                  <a:lnTo>
                    <a:pt x="8188331" y="1513439"/>
                  </a:lnTo>
                  <a:lnTo>
                    <a:pt x="8229629" y="1490086"/>
                  </a:lnTo>
                  <a:lnTo>
                    <a:pt x="8282511" y="1456709"/>
                  </a:lnTo>
                  <a:lnTo>
                    <a:pt x="8333900" y="1420453"/>
                  </a:lnTo>
                  <a:lnTo>
                    <a:pt x="8384273" y="1381265"/>
                  </a:lnTo>
                  <a:lnTo>
                    <a:pt x="8434000" y="1339159"/>
                  </a:lnTo>
                  <a:lnTo>
                    <a:pt x="8483359" y="1294221"/>
                  </a:lnTo>
                  <a:lnTo>
                    <a:pt x="8532553" y="1246623"/>
                  </a:lnTo>
                  <a:lnTo>
                    <a:pt x="8581717" y="1196619"/>
                  </a:lnTo>
                  <a:lnTo>
                    <a:pt x="8630932" y="1144545"/>
                  </a:lnTo>
                  <a:lnTo>
                    <a:pt x="8680232" y="1090813"/>
                  </a:lnTo>
                  <a:lnTo>
                    <a:pt x="8729613" y="1035899"/>
                  </a:lnTo>
                  <a:lnTo>
                    <a:pt x="8779046" y="980327"/>
                  </a:lnTo>
                  <a:lnTo>
                    <a:pt x="8828489" y="924647"/>
                  </a:lnTo>
                  <a:lnTo>
                    <a:pt x="8877895" y="869413"/>
                  </a:lnTo>
                  <a:lnTo>
                    <a:pt x="8927228" y="815163"/>
                  </a:lnTo>
                  <a:lnTo>
                    <a:pt x="8976475" y="762393"/>
                  </a:lnTo>
                  <a:lnTo>
                    <a:pt x="9025652" y="711541"/>
                  </a:lnTo>
                  <a:lnTo>
                    <a:pt x="9074821" y="662975"/>
                  </a:lnTo>
                  <a:lnTo>
                    <a:pt x="9124096" y="616981"/>
                  </a:lnTo>
                  <a:lnTo>
                    <a:pt x="9173651" y="573761"/>
                  </a:lnTo>
                  <a:lnTo>
                    <a:pt x="9223735" y="533435"/>
                  </a:lnTo>
                  <a:lnTo>
                    <a:pt x="9274680" y="496045"/>
                  </a:lnTo>
                  <a:lnTo>
                    <a:pt x="9326918" y="461561"/>
                  </a:lnTo>
                  <a:lnTo>
                    <a:pt x="9347647" y="448947"/>
                  </a:lnTo>
                  <a:lnTo>
                    <a:pt x="9399279" y="420118"/>
                  </a:lnTo>
                  <a:lnTo>
                    <a:pt x="9453336" y="393779"/>
                  </a:lnTo>
                  <a:lnTo>
                    <a:pt x="9510491" y="369843"/>
                  </a:lnTo>
                  <a:lnTo>
                    <a:pt x="9571485" y="348139"/>
                  </a:lnTo>
                  <a:lnTo>
                    <a:pt x="9637086" y="328466"/>
                  </a:lnTo>
                  <a:lnTo>
                    <a:pt x="9708046" y="310612"/>
                  </a:lnTo>
                  <a:lnTo>
                    <a:pt x="9785053" y="294382"/>
                  </a:lnTo>
                  <a:lnTo>
                    <a:pt x="9868664" y="279599"/>
                  </a:lnTo>
                  <a:lnTo>
                    <a:pt x="9959217" y="266120"/>
                  </a:lnTo>
                  <a:lnTo>
                    <a:pt x="10056714" y="253834"/>
                  </a:lnTo>
                  <a:lnTo>
                    <a:pt x="10160688" y="242662"/>
                  </a:lnTo>
                  <a:lnTo>
                    <a:pt x="10270056" y="232562"/>
                  </a:lnTo>
                  <a:lnTo>
                    <a:pt x="10383003" y="223520"/>
                  </a:lnTo>
                  <a:lnTo>
                    <a:pt x="10496911" y="215547"/>
                  </a:lnTo>
                  <a:lnTo>
                    <a:pt x="10608424" y="208666"/>
                  </a:lnTo>
                  <a:lnTo>
                    <a:pt x="10713670" y="202894"/>
                  </a:lnTo>
                  <a:lnTo>
                    <a:pt x="10808658" y="198233"/>
                  </a:lnTo>
                  <a:lnTo>
                    <a:pt x="10889824" y="194647"/>
                  </a:lnTo>
                  <a:lnTo>
                    <a:pt x="10954610" y="192057"/>
                  </a:lnTo>
                  <a:lnTo>
                    <a:pt x="11001938" y="190337"/>
                  </a:lnTo>
                  <a:lnTo>
                    <a:pt x="11032469" y="189326"/>
                  </a:lnTo>
                  <a:lnTo>
                    <a:pt x="11048603" y="188836"/>
                  </a:lnTo>
                  <a:lnTo>
                    <a:pt x="11054306" y="188677"/>
                  </a:lnTo>
                  <a:lnTo>
                    <a:pt x="11054891" y="188662"/>
                  </a:lnTo>
                  <a:lnTo>
                    <a:pt x="12049831" y="188662"/>
                  </a:lnTo>
                  <a:lnTo>
                    <a:pt x="12049831" y="172940"/>
                  </a:lnTo>
                  <a:lnTo>
                    <a:pt x="11054891" y="172940"/>
                  </a:lnTo>
                  <a:lnTo>
                    <a:pt x="11053774" y="172970"/>
                  </a:lnTo>
                  <a:lnTo>
                    <a:pt x="11046398" y="173179"/>
                  </a:lnTo>
                  <a:lnTo>
                    <a:pt x="11027697" y="173755"/>
                  </a:lnTo>
                  <a:lnTo>
                    <a:pt x="10993997" y="174892"/>
                  </a:lnTo>
                  <a:lnTo>
                    <a:pt x="10943229" y="176772"/>
                  </a:lnTo>
                  <a:lnTo>
                    <a:pt x="10875082" y="179549"/>
                  </a:lnTo>
                  <a:lnTo>
                    <a:pt x="10790954" y="183342"/>
                  </a:lnTo>
                  <a:lnTo>
                    <a:pt x="10693644" y="188220"/>
                  </a:lnTo>
                  <a:lnTo>
                    <a:pt x="10586845" y="194211"/>
                  </a:lnTo>
                  <a:lnTo>
                    <a:pt x="10474566" y="201309"/>
                  </a:lnTo>
                  <a:lnTo>
                    <a:pt x="10360603" y="209494"/>
                  </a:lnTo>
                  <a:lnTo>
                    <a:pt x="10248180" y="218744"/>
                  </a:lnTo>
                  <a:lnTo>
                    <a:pt x="10139754" y="229053"/>
                  </a:lnTo>
                  <a:lnTo>
                    <a:pt x="10036991" y="240440"/>
                  </a:lnTo>
                  <a:lnTo>
                    <a:pt x="9940841" y="252954"/>
                  </a:lnTo>
                  <a:lnTo>
                    <a:pt x="9851666" y="266679"/>
                  </a:lnTo>
                  <a:lnTo>
                    <a:pt x="9769390" y="281735"/>
                  </a:lnTo>
                  <a:lnTo>
                    <a:pt x="9693622" y="298270"/>
                  </a:lnTo>
                  <a:lnTo>
                    <a:pt x="9623774" y="316466"/>
                  </a:lnTo>
                  <a:lnTo>
                    <a:pt x="9559141" y="336522"/>
                  </a:lnTo>
                  <a:lnTo>
                    <a:pt x="9498963" y="358649"/>
                  </a:lnTo>
                  <a:lnTo>
                    <a:pt x="9442474" y="383047"/>
                  </a:lnTo>
                  <a:lnTo>
                    <a:pt x="9388945" y="409873"/>
                  </a:lnTo>
                  <a:lnTo>
                    <a:pt x="9347647" y="433225"/>
                  </a:lnTo>
                  <a:lnTo>
                    <a:pt x="9294766" y="466603"/>
                  </a:lnTo>
                  <a:lnTo>
                    <a:pt x="9243377" y="502859"/>
                  </a:lnTo>
                  <a:lnTo>
                    <a:pt x="9193003" y="542046"/>
                  </a:lnTo>
                  <a:lnTo>
                    <a:pt x="9143276" y="584153"/>
                  </a:lnTo>
                  <a:lnTo>
                    <a:pt x="9093917" y="629090"/>
                  </a:lnTo>
                  <a:lnTo>
                    <a:pt x="9044724" y="676688"/>
                  </a:lnTo>
                  <a:lnTo>
                    <a:pt x="8995560" y="726693"/>
                  </a:lnTo>
                  <a:lnTo>
                    <a:pt x="8946345" y="778767"/>
                  </a:lnTo>
                  <a:lnTo>
                    <a:pt x="8897045" y="832499"/>
                  </a:lnTo>
                  <a:lnTo>
                    <a:pt x="8847664" y="887413"/>
                  </a:lnTo>
                  <a:lnTo>
                    <a:pt x="8798230" y="942985"/>
                  </a:lnTo>
                  <a:lnTo>
                    <a:pt x="8748787" y="998665"/>
                  </a:lnTo>
                  <a:lnTo>
                    <a:pt x="8699381" y="1053898"/>
                  </a:lnTo>
                  <a:lnTo>
                    <a:pt x="8650048" y="1108148"/>
                  </a:lnTo>
                  <a:lnTo>
                    <a:pt x="8600802" y="1160919"/>
                  </a:lnTo>
                  <a:lnTo>
                    <a:pt x="8551625" y="1211770"/>
                  </a:lnTo>
                  <a:lnTo>
                    <a:pt x="8502456" y="1260337"/>
                  </a:lnTo>
                  <a:lnTo>
                    <a:pt x="8453181" y="1306331"/>
                  </a:lnTo>
                  <a:lnTo>
                    <a:pt x="8403625" y="1349551"/>
                  </a:lnTo>
                  <a:lnTo>
                    <a:pt x="8353541" y="1389877"/>
                  </a:lnTo>
                  <a:lnTo>
                    <a:pt x="8302596" y="1427267"/>
                  </a:lnTo>
                  <a:lnTo>
                    <a:pt x="8250359" y="1461751"/>
                  </a:lnTo>
                  <a:lnTo>
                    <a:pt x="8229629" y="1474365"/>
                  </a:lnTo>
                  <a:lnTo>
                    <a:pt x="8177997" y="1503194"/>
                  </a:lnTo>
                  <a:lnTo>
                    <a:pt x="8123941" y="1529533"/>
                  </a:lnTo>
                  <a:lnTo>
                    <a:pt x="8066785" y="1553469"/>
                  </a:lnTo>
                  <a:lnTo>
                    <a:pt x="8005791" y="1575172"/>
                  </a:lnTo>
                  <a:lnTo>
                    <a:pt x="7940190" y="1594846"/>
                  </a:lnTo>
                  <a:lnTo>
                    <a:pt x="7869231" y="1612699"/>
                  </a:lnTo>
                  <a:lnTo>
                    <a:pt x="7792224" y="1628930"/>
                  </a:lnTo>
                  <a:lnTo>
                    <a:pt x="7708612" y="1643713"/>
                  </a:lnTo>
                  <a:lnTo>
                    <a:pt x="7618059" y="1657191"/>
                  </a:lnTo>
                  <a:lnTo>
                    <a:pt x="7520562" y="1669478"/>
                  </a:lnTo>
                  <a:lnTo>
                    <a:pt x="7416589" y="1680650"/>
                  </a:lnTo>
                  <a:lnTo>
                    <a:pt x="7307220" y="1690750"/>
                  </a:lnTo>
                  <a:lnTo>
                    <a:pt x="7194274" y="1699791"/>
                  </a:lnTo>
                  <a:lnTo>
                    <a:pt x="7080366" y="1707764"/>
                  </a:lnTo>
                  <a:lnTo>
                    <a:pt x="6968852" y="1714646"/>
                  </a:lnTo>
                  <a:lnTo>
                    <a:pt x="6863606" y="1720417"/>
                  </a:lnTo>
                  <a:lnTo>
                    <a:pt x="6768619" y="1725078"/>
                  </a:lnTo>
                  <a:lnTo>
                    <a:pt x="6687453" y="1728664"/>
                  </a:lnTo>
                  <a:lnTo>
                    <a:pt x="6622667" y="1731255"/>
                  </a:lnTo>
                  <a:lnTo>
                    <a:pt x="6575338" y="1732974"/>
                  </a:lnTo>
                  <a:lnTo>
                    <a:pt x="6544808" y="1733986"/>
                  </a:lnTo>
                  <a:lnTo>
                    <a:pt x="6528673" y="1734475"/>
                  </a:lnTo>
                  <a:lnTo>
                    <a:pt x="6522970" y="1734634"/>
                  </a:lnTo>
                  <a:lnTo>
                    <a:pt x="6522385" y="1734649"/>
                  </a:lnTo>
                  <a:lnTo>
                    <a:pt x="5527445" y="1734649"/>
                  </a:lnTo>
                  <a:lnTo>
                    <a:pt x="5526332" y="1734617"/>
                  </a:lnTo>
                  <a:lnTo>
                    <a:pt x="5518984" y="1734386"/>
                  </a:lnTo>
                  <a:lnTo>
                    <a:pt x="5500353" y="1733748"/>
                  </a:lnTo>
                  <a:lnTo>
                    <a:pt x="5466774" y="1732490"/>
                  </a:lnTo>
                  <a:lnTo>
                    <a:pt x="5416176" y="1730411"/>
                  </a:lnTo>
                  <a:lnTo>
                    <a:pt x="5348243" y="1727337"/>
                  </a:lnTo>
                  <a:lnTo>
                    <a:pt x="5264353" y="1723140"/>
                  </a:lnTo>
                  <a:lnTo>
                    <a:pt x="5167284" y="1717741"/>
                  </a:lnTo>
                  <a:lnTo>
                    <a:pt x="5060711" y="1711110"/>
                  </a:lnTo>
                  <a:lnTo>
                    <a:pt x="4948624" y="1703251"/>
                  </a:lnTo>
                  <a:lnTo>
                    <a:pt x="4834812" y="1694189"/>
                  </a:lnTo>
                  <a:lnTo>
                    <a:pt x="4722493" y="1683946"/>
                  </a:lnTo>
                  <a:lnTo>
                    <a:pt x="4614129" y="1672530"/>
                  </a:lnTo>
                  <a:lnTo>
                    <a:pt x="4511390" y="1659921"/>
                  </a:lnTo>
                  <a:lnTo>
                    <a:pt x="4415235" y="1646064"/>
                  </a:lnTo>
                  <a:lnTo>
                    <a:pt x="4326036" y="1630867"/>
                  </a:lnTo>
                  <a:lnTo>
                    <a:pt x="4243721" y="1614201"/>
                  </a:lnTo>
                  <a:lnTo>
                    <a:pt x="4167909" y="1595899"/>
                  </a:lnTo>
                  <a:lnTo>
                    <a:pt x="4098017" y="1575763"/>
                  </a:lnTo>
                  <a:lnTo>
                    <a:pt x="4033345" y="1553571"/>
                  </a:lnTo>
                  <a:lnTo>
                    <a:pt x="3973135" y="1529092"/>
                  </a:lnTo>
                  <a:lnTo>
                    <a:pt x="3916627" y="1502102"/>
                  </a:lnTo>
                  <a:lnTo>
                    <a:pt x="3863091" y="1472427"/>
                  </a:lnTo>
                  <a:lnTo>
                    <a:pt x="3820202" y="1445541"/>
                  </a:lnTo>
                  <a:lnTo>
                    <a:pt x="3768644" y="1409449"/>
                  </a:lnTo>
                  <a:lnTo>
                    <a:pt x="3718517" y="1370324"/>
                  </a:lnTo>
                  <a:lnTo>
                    <a:pt x="3669375" y="1328106"/>
                  </a:lnTo>
                  <a:lnTo>
                    <a:pt x="3620869" y="1282804"/>
                  </a:lnTo>
                  <a:lnTo>
                    <a:pt x="3572736" y="1234503"/>
                  </a:lnTo>
                  <a:lnTo>
                    <a:pt x="3524781" y="1183367"/>
                  </a:lnTo>
                  <a:lnTo>
                    <a:pt x="3476870" y="1129645"/>
                  </a:lnTo>
                  <a:lnTo>
                    <a:pt x="3428920" y="1073670"/>
                  </a:lnTo>
                  <a:lnTo>
                    <a:pt x="3380893" y="1015851"/>
                  </a:lnTo>
                  <a:lnTo>
                    <a:pt x="3332785" y="956665"/>
                  </a:lnTo>
                  <a:lnTo>
                    <a:pt x="3284619" y="896641"/>
                  </a:lnTo>
                  <a:lnTo>
                    <a:pt x="3236431" y="836338"/>
                  </a:lnTo>
                  <a:lnTo>
                    <a:pt x="3188266" y="776330"/>
                  </a:lnTo>
                  <a:lnTo>
                    <a:pt x="3140160" y="717175"/>
                  </a:lnTo>
                  <a:lnTo>
                    <a:pt x="3092135" y="659401"/>
                  </a:lnTo>
                  <a:lnTo>
                    <a:pt x="3044187" y="603483"/>
                  </a:lnTo>
                  <a:lnTo>
                    <a:pt x="2996276" y="549829"/>
                  </a:lnTo>
                  <a:lnTo>
                    <a:pt x="2948318" y="498768"/>
                  </a:lnTo>
                  <a:lnTo>
                    <a:pt x="2900178" y="450548"/>
                  </a:lnTo>
                  <a:lnTo>
                    <a:pt x="2851659" y="405331"/>
                  </a:lnTo>
                  <a:lnTo>
                    <a:pt x="2802494" y="363199"/>
                  </a:lnTo>
                  <a:lnTo>
                    <a:pt x="2752334" y="324159"/>
                  </a:lnTo>
                  <a:lnTo>
                    <a:pt x="2702183" y="289108"/>
                  </a:lnTo>
                  <a:lnTo>
                    <a:pt x="2650621" y="257127"/>
                  </a:lnTo>
                  <a:lnTo>
                    <a:pt x="2596642" y="227904"/>
                  </a:lnTo>
                  <a:lnTo>
                    <a:pt x="2539574" y="201344"/>
                  </a:lnTo>
                  <a:lnTo>
                    <a:pt x="2478679" y="177258"/>
                  </a:lnTo>
                  <a:lnTo>
                    <a:pt x="2413195" y="155422"/>
                  </a:lnTo>
                  <a:lnTo>
                    <a:pt x="2342371" y="135604"/>
                  </a:lnTo>
                  <a:lnTo>
                    <a:pt x="2265521" y="117585"/>
                  </a:lnTo>
                  <a:lnTo>
                    <a:pt x="2182087" y="101172"/>
                  </a:lnTo>
                  <a:lnTo>
                    <a:pt x="2091733" y="86205"/>
                  </a:lnTo>
                  <a:lnTo>
                    <a:pt x="1994450" y="72560"/>
                  </a:lnTo>
                  <a:lnTo>
                    <a:pt x="1890698" y="60151"/>
                  </a:lnTo>
                  <a:lnTo>
                    <a:pt x="1781544" y="48929"/>
                  </a:lnTo>
                  <a:lnTo>
                    <a:pt x="1668787" y="38880"/>
                  </a:lnTo>
                  <a:lnTo>
                    <a:pt x="1555020" y="30015"/>
                  </a:lnTo>
                  <a:lnTo>
                    <a:pt x="1443572" y="22358"/>
                  </a:lnTo>
                  <a:lnTo>
                    <a:pt x="1338296" y="15931"/>
                  </a:lnTo>
                  <a:lnTo>
                    <a:pt x="1243169" y="10733"/>
                  </a:lnTo>
                  <a:lnTo>
                    <a:pt x="1161757" y="6729"/>
                  </a:lnTo>
                  <a:lnTo>
                    <a:pt x="1096637" y="3830"/>
                  </a:lnTo>
                  <a:lnTo>
                    <a:pt x="1048922" y="1900"/>
                  </a:lnTo>
                  <a:lnTo>
                    <a:pt x="1018001" y="759"/>
                  </a:lnTo>
                  <a:lnTo>
                    <a:pt x="1001527" y="202"/>
                  </a:lnTo>
                  <a:lnTo>
                    <a:pt x="995593" y="1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42" name="pl741"/>
            <p:cNvSpPr/>
            <p:nvPr/>
          </p:nvSpPr>
          <p:spPr>
            <a:xfrm>
              <a:off x="1199187" y="2945071"/>
              <a:ext cx="12049831" cy="1734649"/>
            </a:xfrm>
            <a:custGeom>
              <a:avLst/>
              <a:pathLst>
                <a:path w="12049831" h="1734649">
                  <a:moveTo>
                    <a:pt x="0" y="0"/>
                  </a:moveTo>
                  <a:lnTo>
                    <a:pt x="994940" y="0"/>
                  </a:lnTo>
                  <a:lnTo>
                    <a:pt x="996053" y="32"/>
                  </a:lnTo>
                  <a:lnTo>
                    <a:pt x="1003401" y="263"/>
                  </a:lnTo>
                  <a:lnTo>
                    <a:pt x="1022032" y="901"/>
                  </a:lnTo>
                  <a:lnTo>
                    <a:pt x="1055611" y="2159"/>
                  </a:lnTo>
                  <a:lnTo>
                    <a:pt x="1106209" y="4238"/>
                  </a:lnTo>
                  <a:lnTo>
                    <a:pt x="1174142" y="7312"/>
                  </a:lnTo>
                  <a:lnTo>
                    <a:pt x="1258032" y="11509"/>
                  </a:lnTo>
                  <a:lnTo>
                    <a:pt x="1355101" y="16908"/>
                  </a:lnTo>
                  <a:lnTo>
                    <a:pt x="1461674" y="23539"/>
                  </a:lnTo>
                  <a:lnTo>
                    <a:pt x="1573761" y="31398"/>
                  </a:lnTo>
                  <a:lnTo>
                    <a:pt x="1687573" y="40460"/>
                  </a:lnTo>
                  <a:lnTo>
                    <a:pt x="1799892" y="50703"/>
                  </a:lnTo>
                  <a:lnTo>
                    <a:pt x="1908256" y="62119"/>
                  </a:lnTo>
                  <a:lnTo>
                    <a:pt x="2010995" y="74728"/>
                  </a:lnTo>
                  <a:lnTo>
                    <a:pt x="2107150" y="88585"/>
                  </a:lnTo>
                  <a:lnTo>
                    <a:pt x="2196349" y="103782"/>
                  </a:lnTo>
                  <a:lnTo>
                    <a:pt x="2278664" y="120448"/>
                  </a:lnTo>
                  <a:lnTo>
                    <a:pt x="2354476" y="138750"/>
                  </a:lnTo>
                  <a:lnTo>
                    <a:pt x="2424368" y="158886"/>
                  </a:lnTo>
                  <a:lnTo>
                    <a:pt x="2489040" y="181078"/>
                  </a:lnTo>
                  <a:lnTo>
                    <a:pt x="2549250" y="205557"/>
                  </a:lnTo>
                  <a:lnTo>
                    <a:pt x="2605758" y="232547"/>
                  </a:lnTo>
                  <a:lnTo>
                    <a:pt x="2659294" y="262222"/>
                  </a:lnTo>
                  <a:lnTo>
                    <a:pt x="2702183" y="289108"/>
                  </a:lnTo>
                  <a:lnTo>
                    <a:pt x="2753741" y="325199"/>
                  </a:lnTo>
                  <a:lnTo>
                    <a:pt x="2803868" y="364325"/>
                  </a:lnTo>
                  <a:lnTo>
                    <a:pt x="2853010" y="406543"/>
                  </a:lnTo>
                  <a:lnTo>
                    <a:pt x="2901516" y="451845"/>
                  </a:lnTo>
                  <a:lnTo>
                    <a:pt x="2949649" y="500146"/>
                  </a:lnTo>
                  <a:lnTo>
                    <a:pt x="2997604" y="551282"/>
                  </a:lnTo>
                  <a:lnTo>
                    <a:pt x="3045515" y="605004"/>
                  </a:lnTo>
                  <a:lnTo>
                    <a:pt x="3093465" y="660979"/>
                  </a:lnTo>
                  <a:lnTo>
                    <a:pt x="3141492" y="718798"/>
                  </a:lnTo>
                  <a:lnTo>
                    <a:pt x="3189600" y="777984"/>
                  </a:lnTo>
                  <a:lnTo>
                    <a:pt x="3237766" y="838008"/>
                  </a:lnTo>
                  <a:lnTo>
                    <a:pt x="3285954" y="898310"/>
                  </a:lnTo>
                  <a:lnTo>
                    <a:pt x="3334119" y="958319"/>
                  </a:lnTo>
                  <a:lnTo>
                    <a:pt x="3382225" y="1017474"/>
                  </a:lnTo>
                  <a:lnTo>
                    <a:pt x="3430249" y="1075248"/>
                  </a:lnTo>
                  <a:lnTo>
                    <a:pt x="3478198" y="1131166"/>
                  </a:lnTo>
                  <a:lnTo>
                    <a:pt x="3526109" y="1184820"/>
                  </a:lnTo>
                  <a:lnTo>
                    <a:pt x="3574067" y="1235881"/>
                  </a:lnTo>
                  <a:lnTo>
                    <a:pt x="3622207" y="1284101"/>
                  </a:lnTo>
                  <a:lnTo>
                    <a:pt x="3670726" y="1329317"/>
                  </a:lnTo>
                  <a:lnTo>
                    <a:pt x="3719891" y="1371449"/>
                  </a:lnTo>
                  <a:lnTo>
                    <a:pt x="3770051" y="1410490"/>
                  </a:lnTo>
                  <a:lnTo>
                    <a:pt x="3820202" y="1445541"/>
                  </a:lnTo>
                  <a:lnTo>
                    <a:pt x="3871764" y="1477522"/>
                  </a:lnTo>
                  <a:lnTo>
                    <a:pt x="3925743" y="1506744"/>
                  </a:lnTo>
                  <a:lnTo>
                    <a:pt x="3982811" y="1533305"/>
                  </a:lnTo>
                  <a:lnTo>
                    <a:pt x="4043705" y="1557391"/>
                  </a:lnTo>
                  <a:lnTo>
                    <a:pt x="4109190" y="1579227"/>
                  </a:lnTo>
                  <a:lnTo>
                    <a:pt x="4180014" y="1599045"/>
                  </a:lnTo>
                  <a:lnTo>
                    <a:pt x="4256864" y="1617064"/>
                  </a:lnTo>
                  <a:lnTo>
                    <a:pt x="4340298" y="1633476"/>
                  </a:lnTo>
                  <a:lnTo>
                    <a:pt x="4430652" y="1648444"/>
                  </a:lnTo>
                  <a:lnTo>
                    <a:pt x="4527935" y="1662089"/>
                  </a:lnTo>
                  <a:lnTo>
                    <a:pt x="4631687" y="1674498"/>
                  </a:lnTo>
                  <a:lnTo>
                    <a:pt x="4740841" y="1685720"/>
                  </a:lnTo>
                  <a:lnTo>
                    <a:pt x="4853598" y="1695769"/>
                  </a:lnTo>
                  <a:lnTo>
                    <a:pt x="4967365" y="1704634"/>
                  </a:lnTo>
                  <a:lnTo>
                    <a:pt x="5078813" y="1712291"/>
                  </a:lnTo>
                  <a:lnTo>
                    <a:pt x="5184089" y="1718718"/>
                  </a:lnTo>
                  <a:lnTo>
                    <a:pt x="5279216" y="1723915"/>
                  </a:lnTo>
                  <a:lnTo>
                    <a:pt x="5360628" y="1727920"/>
                  </a:lnTo>
                  <a:lnTo>
                    <a:pt x="5425748" y="1730819"/>
                  </a:lnTo>
                  <a:lnTo>
                    <a:pt x="5473463" y="1732749"/>
                  </a:lnTo>
                  <a:lnTo>
                    <a:pt x="5504384" y="1733890"/>
                  </a:lnTo>
                  <a:lnTo>
                    <a:pt x="5520858" y="1734447"/>
                  </a:lnTo>
                  <a:lnTo>
                    <a:pt x="5526792" y="1734631"/>
                  </a:lnTo>
                  <a:lnTo>
                    <a:pt x="5527445" y="1734649"/>
                  </a:lnTo>
                  <a:lnTo>
                    <a:pt x="6522385" y="1734649"/>
                  </a:lnTo>
                  <a:lnTo>
                    <a:pt x="6523503" y="1734620"/>
                  </a:lnTo>
                  <a:lnTo>
                    <a:pt x="6530879" y="1734411"/>
                  </a:lnTo>
                  <a:lnTo>
                    <a:pt x="6549580" y="1733834"/>
                  </a:lnTo>
                  <a:lnTo>
                    <a:pt x="6583279" y="1732697"/>
                  </a:lnTo>
                  <a:lnTo>
                    <a:pt x="6634048" y="1730818"/>
                  </a:lnTo>
                  <a:lnTo>
                    <a:pt x="6702195" y="1728040"/>
                  </a:lnTo>
                  <a:lnTo>
                    <a:pt x="6786323" y="1724248"/>
                  </a:lnTo>
                  <a:lnTo>
                    <a:pt x="6883633" y="1719370"/>
                  </a:lnTo>
                  <a:lnTo>
                    <a:pt x="6990431" y="1713379"/>
                  </a:lnTo>
                  <a:lnTo>
                    <a:pt x="7102711" y="1706281"/>
                  </a:lnTo>
                  <a:lnTo>
                    <a:pt x="7216673" y="1698096"/>
                  </a:lnTo>
                  <a:lnTo>
                    <a:pt x="7329097" y="1688846"/>
                  </a:lnTo>
                  <a:lnTo>
                    <a:pt x="7437523" y="1678537"/>
                  </a:lnTo>
                  <a:lnTo>
                    <a:pt x="7540286" y="1667150"/>
                  </a:lnTo>
                  <a:lnTo>
                    <a:pt x="7636436" y="1654636"/>
                  </a:lnTo>
                  <a:lnTo>
                    <a:pt x="7725610" y="1640910"/>
                  </a:lnTo>
                  <a:lnTo>
                    <a:pt x="7807887" y="1625855"/>
                  </a:lnTo>
                  <a:lnTo>
                    <a:pt x="7883655" y="1609320"/>
                  </a:lnTo>
                  <a:lnTo>
                    <a:pt x="7953502" y="1591124"/>
                  </a:lnTo>
                  <a:lnTo>
                    <a:pt x="8018135" y="1571068"/>
                  </a:lnTo>
                  <a:lnTo>
                    <a:pt x="8078314" y="1548941"/>
                  </a:lnTo>
                  <a:lnTo>
                    <a:pt x="8134802" y="1524543"/>
                  </a:lnTo>
                  <a:lnTo>
                    <a:pt x="8188331" y="1497717"/>
                  </a:lnTo>
                  <a:lnTo>
                    <a:pt x="8229629" y="1474365"/>
                  </a:lnTo>
                  <a:lnTo>
                    <a:pt x="8282511" y="1440987"/>
                  </a:lnTo>
                  <a:lnTo>
                    <a:pt x="8333900" y="1404731"/>
                  </a:lnTo>
                  <a:lnTo>
                    <a:pt x="8384273" y="1365544"/>
                  </a:lnTo>
                  <a:lnTo>
                    <a:pt x="8434000" y="1323437"/>
                  </a:lnTo>
                  <a:lnTo>
                    <a:pt x="8483359" y="1278499"/>
                  </a:lnTo>
                  <a:lnTo>
                    <a:pt x="8532553" y="1230901"/>
                  </a:lnTo>
                  <a:lnTo>
                    <a:pt x="8581717" y="1180897"/>
                  </a:lnTo>
                  <a:lnTo>
                    <a:pt x="8630932" y="1128823"/>
                  </a:lnTo>
                  <a:lnTo>
                    <a:pt x="8680232" y="1075091"/>
                  </a:lnTo>
                  <a:lnTo>
                    <a:pt x="8729613" y="1020177"/>
                  </a:lnTo>
                  <a:lnTo>
                    <a:pt x="8779046" y="964605"/>
                  </a:lnTo>
                  <a:lnTo>
                    <a:pt x="8828489" y="908925"/>
                  </a:lnTo>
                  <a:lnTo>
                    <a:pt x="8877895" y="853692"/>
                  </a:lnTo>
                  <a:lnTo>
                    <a:pt x="8927228" y="799441"/>
                  </a:lnTo>
                  <a:lnTo>
                    <a:pt x="8976475" y="746671"/>
                  </a:lnTo>
                  <a:lnTo>
                    <a:pt x="9025652" y="695820"/>
                  </a:lnTo>
                  <a:lnTo>
                    <a:pt x="9074821" y="647253"/>
                  </a:lnTo>
                  <a:lnTo>
                    <a:pt x="9124096" y="601259"/>
                  </a:lnTo>
                  <a:lnTo>
                    <a:pt x="9173651" y="558039"/>
                  </a:lnTo>
                  <a:lnTo>
                    <a:pt x="9223735" y="517713"/>
                  </a:lnTo>
                  <a:lnTo>
                    <a:pt x="9274680" y="480323"/>
                  </a:lnTo>
                  <a:lnTo>
                    <a:pt x="9326918" y="445839"/>
                  </a:lnTo>
                  <a:lnTo>
                    <a:pt x="9347647" y="433225"/>
                  </a:lnTo>
                  <a:lnTo>
                    <a:pt x="9399279" y="404396"/>
                  </a:lnTo>
                  <a:lnTo>
                    <a:pt x="9453336" y="378057"/>
                  </a:lnTo>
                  <a:lnTo>
                    <a:pt x="9510491" y="354121"/>
                  </a:lnTo>
                  <a:lnTo>
                    <a:pt x="9571485" y="332418"/>
                  </a:lnTo>
                  <a:lnTo>
                    <a:pt x="9637086" y="312744"/>
                  </a:lnTo>
                  <a:lnTo>
                    <a:pt x="9708046" y="294891"/>
                  </a:lnTo>
                  <a:lnTo>
                    <a:pt x="9785053" y="278660"/>
                  </a:lnTo>
                  <a:lnTo>
                    <a:pt x="9868664" y="263877"/>
                  </a:lnTo>
                  <a:lnTo>
                    <a:pt x="9959217" y="250398"/>
                  </a:lnTo>
                  <a:lnTo>
                    <a:pt x="10056714" y="238112"/>
                  </a:lnTo>
                  <a:lnTo>
                    <a:pt x="10160688" y="226940"/>
                  </a:lnTo>
                  <a:lnTo>
                    <a:pt x="10270056" y="216840"/>
                  </a:lnTo>
                  <a:lnTo>
                    <a:pt x="10383003" y="207798"/>
                  </a:lnTo>
                  <a:lnTo>
                    <a:pt x="10496911" y="199826"/>
                  </a:lnTo>
                  <a:lnTo>
                    <a:pt x="10608424" y="192944"/>
                  </a:lnTo>
                  <a:lnTo>
                    <a:pt x="10713670" y="187173"/>
                  </a:lnTo>
                  <a:lnTo>
                    <a:pt x="10808658" y="182511"/>
                  </a:lnTo>
                  <a:lnTo>
                    <a:pt x="10889824" y="178926"/>
                  </a:lnTo>
                  <a:lnTo>
                    <a:pt x="10954610" y="176335"/>
                  </a:lnTo>
                  <a:lnTo>
                    <a:pt x="11001938" y="174615"/>
                  </a:lnTo>
                  <a:lnTo>
                    <a:pt x="11032469" y="173604"/>
                  </a:lnTo>
                  <a:lnTo>
                    <a:pt x="11048603" y="173114"/>
                  </a:lnTo>
                  <a:lnTo>
                    <a:pt x="11054306" y="172956"/>
                  </a:lnTo>
                  <a:lnTo>
                    <a:pt x="11054891" y="172940"/>
                  </a:lnTo>
                  <a:lnTo>
                    <a:pt x="12049831" y="172940"/>
                  </a:lnTo>
                  <a:lnTo>
                    <a:pt x="12049831" y="1729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3" name="pl742"/>
            <p:cNvSpPr/>
            <p:nvPr/>
          </p:nvSpPr>
          <p:spPr>
            <a:xfrm>
              <a:off x="1199187" y="2929349"/>
              <a:ext cx="12049831" cy="1734649"/>
            </a:xfrm>
            <a:custGeom>
              <a:avLst/>
              <a:pathLst>
                <a:path w="12049831" h="1734649">
                  <a:moveTo>
                    <a:pt x="12049831" y="172940"/>
                  </a:moveTo>
                  <a:lnTo>
                    <a:pt x="11054891" y="172940"/>
                  </a:lnTo>
                  <a:lnTo>
                    <a:pt x="11053774" y="172970"/>
                  </a:lnTo>
                  <a:lnTo>
                    <a:pt x="11046398" y="173179"/>
                  </a:lnTo>
                  <a:lnTo>
                    <a:pt x="11027697" y="173755"/>
                  </a:lnTo>
                  <a:lnTo>
                    <a:pt x="10993997" y="174892"/>
                  </a:lnTo>
                  <a:lnTo>
                    <a:pt x="10943229" y="176772"/>
                  </a:lnTo>
                  <a:lnTo>
                    <a:pt x="10875082" y="179549"/>
                  </a:lnTo>
                  <a:lnTo>
                    <a:pt x="10790954" y="183342"/>
                  </a:lnTo>
                  <a:lnTo>
                    <a:pt x="10693644" y="188220"/>
                  </a:lnTo>
                  <a:lnTo>
                    <a:pt x="10586845" y="194211"/>
                  </a:lnTo>
                  <a:lnTo>
                    <a:pt x="10474566" y="201309"/>
                  </a:lnTo>
                  <a:lnTo>
                    <a:pt x="10360603" y="209494"/>
                  </a:lnTo>
                  <a:lnTo>
                    <a:pt x="10248180" y="218744"/>
                  </a:lnTo>
                  <a:lnTo>
                    <a:pt x="10139754" y="229053"/>
                  </a:lnTo>
                  <a:lnTo>
                    <a:pt x="10036991" y="240440"/>
                  </a:lnTo>
                  <a:lnTo>
                    <a:pt x="9940841" y="252954"/>
                  </a:lnTo>
                  <a:lnTo>
                    <a:pt x="9851666" y="266679"/>
                  </a:lnTo>
                  <a:lnTo>
                    <a:pt x="9769390" y="281735"/>
                  </a:lnTo>
                  <a:lnTo>
                    <a:pt x="9693622" y="298270"/>
                  </a:lnTo>
                  <a:lnTo>
                    <a:pt x="9623774" y="316466"/>
                  </a:lnTo>
                  <a:lnTo>
                    <a:pt x="9559141" y="336522"/>
                  </a:lnTo>
                  <a:lnTo>
                    <a:pt x="9498963" y="358649"/>
                  </a:lnTo>
                  <a:lnTo>
                    <a:pt x="9442474" y="383047"/>
                  </a:lnTo>
                  <a:lnTo>
                    <a:pt x="9388945" y="409873"/>
                  </a:lnTo>
                  <a:lnTo>
                    <a:pt x="9347647" y="433225"/>
                  </a:lnTo>
                  <a:lnTo>
                    <a:pt x="9294766" y="466603"/>
                  </a:lnTo>
                  <a:lnTo>
                    <a:pt x="9243377" y="502859"/>
                  </a:lnTo>
                  <a:lnTo>
                    <a:pt x="9193003" y="542046"/>
                  </a:lnTo>
                  <a:lnTo>
                    <a:pt x="9143276" y="584153"/>
                  </a:lnTo>
                  <a:lnTo>
                    <a:pt x="9093917" y="629090"/>
                  </a:lnTo>
                  <a:lnTo>
                    <a:pt x="9044724" y="676688"/>
                  </a:lnTo>
                  <a:lnTo>
                    <a:pt x="8995560" y="726693"/>
                  </a:lnTo>
                  <a:lnTo>
                    <a:pt x="8946345" y="778767"/>
                  </a:lnTo>
                  <a:lnTo>
                    <a:pt x="8897045" y="832499"/>
                  </a:lnTo>
                  <a:lnTo>
                    <a:pt x="8847664" y="887413"/>
                  </a:lnTo>
                  <a:lnTo>
                    <a:pt x="8798230" y="942985"/>
                  </a:lnTo>
                  <a:lnTo>
                    <a:pt x="8748787" y="998665"/>
                  </a:lnTo>
                  <a:lnTo>
                    <a:pt x="8699381" y="1053898"/>
                  </a:lnTo>
                  <a:lnTo>
                    <a:pt x="8650048" y="1108148"/>
                  </a:lnTo>
                  <a:lnTo>
                    <a:pt x="8600802" y="1160919"/>
                  </a:lnTo>
                  <a:lnTo>
                    <a:pt x="8551625" y="1211770"/>
                  </a:lnTo>
                  <a:lnTo>
                    <a:pt x="8502456" y="1260337"/>
                  </a:lnTo>
                  <a:lnTo>
                    <a:pt x="8453181" y="1306331"/>
                  </a:lnTo>
                  <a:lnTo>
                    <a:pt x="8403625" y="1349551"/>
                  </a:lnTo>
                  <a:lnTo>
                    <a:pt x="8353541" y="1389877"/>
                  </a:lnTo>
                  <a:lnTo>
                    <a:pt x="8302596" y="1427267"/>
                  </a:lnTo>
                  <a:lnTo>
                    <a:pt x="8250359" y="1461751"/>
                  </a:lnTo>
                  <a:lnTo>
                    <a:pt x="8229629" y="1474365"/>
                  </a:lnTo>
                  <a:lnTo>
                    <a:pt x="8177997" y="1503194"/>
                  </a:lnTo>
                  <a:lnTo>
                    <a:pt x="8123941" y="1529533"/>
                  </a:lnTo>
                  <a:lnTo>
                    <a:pt x="8066785" y="1553469"/>
                  </a:lnTo>
                  <a:lnTo>
                    <a:pt x="8005791" y="1575172"/>
                  </a:lnTo>
                  <a:lnTo>
                    <a:pt x="7940190" y="1594846"/>
                  </a:lnTo>
                  <a:lnTo>
                    <a:pt x="7869231" y="1612699"/>
                  </a:lnTo>
                  <a:lnTo>
                    <a:pt x="7792224" y="1628930"/>
                  </a:lnTo>
                  <a:lnTo>
                    <a:pt x="7708612" y="1643713"/>
                  </a:lnTo>
                  <a:lnTo>
                    <a:pt x="7618059" y="1657191"/>
                  </a:lnTo>
                  <a:lnTo>
                    <a:pt x="7520562" y="1669478"/>
                  </a:lnTo>
                  <a:lnTo>
                    <a:pt x="7416589" y="1680650"/>
                  </a:lnTo>
                  <a:lnTo>
                    <a:pt x="7307220" y="1690750"/>
                  </a:lnTo>
                  <a:lnTo>
                    <a:pt x="7194274" y="1699791"/>
                  </a:lnTo>
                  <a:lnTo>
                    <a:pt x="7080366" y="1707764"/>
                  </a:lnTo>
                  <a:lnTo>
                    <a:pt x="6968852" y="1714646"/>
                  </a:lnTo>
                  <a:lnTo>
                    <a:pt x="6863606" y="1720417"/>
                  </a:lnTo>
                  <a:lnTo>
                    <a:pt x="6768619" y="1725078"/>
                  </a:lnTo>
                  <a:lnTo>
                    <a:pt x="6687453" y="1728664"/>
                  </a:lnTo>
                  <a:lnTo>
                    <a:pt x="6622667" y="1731255"/>
                  </a:lnTo>
                  <a:lnTo>
                    <a:pt x="6575338" y="1732974"/>
                  </a:lnTo>
                  <a:lnTo>
                    <a:pt x="6544808" y="1733986"/>
                  </a:lnTo>
                  <a:lnTo>
                    <a:pt x="6528673" y="1734475"/>
                  </a:lnTo>
                  <a:lnTo>
                    <a:pt x="6522970" y="1734634"/>
                  </a:lnTo>
                  <a:lnTo>
                    <a:pt x="6522385" y="1734649"/>
                  </a:lnTo>
                  <a:lnTo>
                    <a:pt x="5527445" y="1734649"/>
                  </a:lnTo>
                  <a:lnTo>
                    <a:pt x="5526332" y="1734617"/>
                  </a:lnTo>
                  <a:lnTo>
                    <a:pt x="5518984" y="1734386"/>
                  </a:lnTo>
                  <a:lnTo>
                    <a:pt x="5500353" y="1733748"/>
                  </a:lnTo>
                  <a:lnTo>
                    <a:pt x="5466774" y="1732490"/>
                  </a:lnTo>
                  <a:lnTo>
                    <a:pt x="5416176" y="1730411"/>
                  </a:lnTo>
                  <a:lnTo>
                    <a:pt x="5348243" y="1727337"/>
                  </a:lnTo>
                  <a:lnTo>
                    <a:pt x="5264353" y="1723140"/>
                  </a:lnTo>
                  <a:lnTo>
                    <a:pt x="5167284" y="1717741"/>
                  </a:lnTo>
                  <a:lnTo>
                    <a:pt x="5060711" y="1711110"/>
                  </a:lnTo>
                  <a:lnTo>
                    <a:pt x="4948624" y="1703251"/>
                  </a:lnTo>
                  <a:lnTo>
                    <a:pt x="4834812" y="1694189"/>
                  </a:lnTo>
                  <a:lnTo>
                    <a:pt x="4722493" y="1683946"/>
                  </a:lnTo>
                  <a:lnTo>
                    <a:pt x="4614129" y="1672530"/>
                  </a:lnTo>
                  <a:lnTo>
                    <a:pt x="4511390" y="1659921"/>
                  </a:lnTo>
                  <a:lnTo>
                    <a:pt x="4415235" y="1646064"/>
                  </a:lnTo>
                  <a:lnTo>
                    <a:pt x="4326036" y="1630867"/>
                  </a:lnTo>
                  <a:lnTo>
                    <a:pt x="4243721" y="1614201"/>
                  </a:lnTo>
                  <a:lnTo>
                    <a:pt x="4167909" y="1595899"/>
                  </a:lnTo>
                  <a:lnTo>
                    <a:pt x="4098017" y="1575763"/>
                  </a:lnTo>
                  <a:lnTo>
                    <a:pt x="4033345" y="1553571"/>
                  </a:lnTo>
                  <a:lnTo>
                    <a:pt x="3973135" y="1529092"/>
                  </a:lnTo>
                  <a:lnTo>
                    <a:pt x="3916627" y="1502102"/>
                  </a:lnTo>
                  <a:lnTo>
                    <a:pt x="3863091" y="1472427"/>
                  </a:lnTo>
                  <a:lnTo>
                    <a:pt x="3820202" y="1445541"/>
                  </a:lnTo>
                  <a:lnTo>
                    <a:pt x="3768644" y="1409449"/>
                  </a:lnTo>
                  <a:lnTo>
                    <a:pt x="3718517" y="1370324"/>
                  </a:lnTo>
                  <a:lnTo>
                    <a:pt x="3669375" y="1328106"/>
                  </a:lnTo>
                  <a:lnTo>
                    <a:pt x="3620869" y="1282804"/>
                  </a:lnTo>
                  <a:lnTo>
                    <a:pt x="3572736" y="1234503"/>
                  </a:lnTo>
                  <a:lnTo>
                    <a:pt x="3524781" y="1183367"/>
                  </a:lnTo>
                  <a:lnTo>
                    <a:pt x="3476870" y="1129645"/>
                  </a:lnTo>
                  <a:lnTo>
                    <a:pt x="3428920" y="1073670"/>
                  </a:lnTo>
                  <a:lnTo>
                    <a:pt x="3380893" y="1015851"/>
                  </a:lnTo>
                  <a:lnTo>
                    <a:pt x="3332785" y="956665"/>
                  </a:lnTo>
                  <a:lnTo>
                    <a:pt x="3284619" y="896641"/>
                  </a:lnTo>
                  <a:lnTo>
                    <a:pt x="3236431" y="836338"/>
                  </a:lnTo>
                  <a:lnTo>
                    <a:pt x="3188266" y="776330"/>
                  </a:lnTo>
                  <a:lnTo>
                    <a:pt x="3140160" y="717175"/>
                  </a:lnTo>
                  <a:lnTo>
                    <a:pt x="3092135" y="659401"/>
                  </a:lnTo>
                  <a:lnTo>
                    <a:pt x="3044187" y="603483"/>
                  </a:lnTo>
                  <a:lnTo>
                    <a:pt x="2996276" y="549829"/>
                  </a:lnTo>
                  <a:lnTo>
                    <a:pt x="2948318" y="498768"/>
                  </a:lnTo>
                  <a:lnTo>
                    <a:pt x="2900178" y="450548"/>
                  </a:lnTo>
                  <a:lnTo>
                    <a:pt x="2851659" y="405331"/>
                  </a:lnTo>
                  <a:lnTo>
                    <a:pt x="2802494" y="363199"/>
                  </a:lnTo>
                  <a:lnTo>
                    <a:pt x="2752334" y="324159"/>
                  </a:lnTo>
                  <a:lnTo>
                    <a:pt x="2702183" y="289108"/>
                  </a:lnTo>
                  <a:lnTo>
                    <a:pt x="2650621" y="257127"/>
                  </a:lnTo>
                  <a:lnTo>
                    <a:pt x="2596642" y="227904"/>
                  </a:lnTo>
                  <a:lnTo>
                    <a:pt x="2539574" y="201344"/>
                  </a:lnTo>
                  <a:lnTo>
                    <a:pt x="2478679" y="177258"/>
                  </a:lnTo>
                  <a:lnTo>
                    <a:pt x="2413195" y="155422"/>
                  </a:lnTo>
                  <a:lnTo>
                    <a:pt x="2342371" y="135604"/>
                  </a:lnTo>
                  <a:lnTo>
                    <a:pt x="2265521" y="117585"/>
                  </a:lnTo>
                  <a:lnTo>
                    <a:pt x="2182087" y="101172"/>
                  </a:lnTo>
                  <a:lnTo>
                    <a:pt x="2091733" y="86205"/>
                  </a:lnTo>
                  <a:lnTo>
                    <a:pt x="1994450" y="72560"/>
                  </a:lnTo>
                  <a:lnTo>
                    <a:pt x="1890698" y="60151"/>
                  </a:lnTo>
                  <a:lnTo>
                    <a:pt x="1781544" y="48929"/>
                  </a:lnTo>
                  <a:lnTo>
                    <a:pt x="1668787" y="38880"/>
                  </a:lnTo>
                  <a:lnTo>
                    <a:pt x="1555020" y="30015"/>
                  </a:lnTo>
                  <a:lnTo>
                    <a:pt x="1443572" y="22358"/>
                  </a:lnTo>
                  <a:lnTo>
                    <a:pt x="1338296" y="15931"/>
                  </a:lnTo>
                  <a:lnTo>
                    <a:pt x="1243169" y="10733"/>
                  </a:lnTo>
                  <a:lnTo>
                    <a:pt x="1161757" y="6729"/>
                  </a:lnTo>
                  <a:lnTo>
                    <a:pt x="1096637" y="3830"/>
                  </a:lnTo>
                  <a:lnTo>
                    <a:pt x="1048922" y="1900"/>
                  </a:lnTo>
                  <a:lnTo>
                    <a:pt x="1018001" y="759"/>
                  </a:lnTo>
                  <a:lnTo>
                    <a:pt x="1001527" y="202"/>
                  </a:lnTo>
                  <a:lnTo>
                    <a:pt x="995593" y="1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4" name="pg743"/>
            <p:cNvSpPr/>
            <p:nvPr/>
          </p:nvSpPr>
          <p:spPr>
            <a:xfrm>
              <a:off x="1199187" y="2945071"/>
              <a:ext cx="12049831" cy="1745131"/>
            </a:xfrm>
            <a:custGeom>
              <a:avLst/>
              <a:pathLst>
                <a:path w="12049831" h="1745131">
                  <a:moveTo>
                    <a:pt x="0" y="5240"/>
                  </a:moveTo>
                  <a:lnTo>
                    <a:pt x="994940" y="5240"/>
                  </a:lnTo>
                  <a:lnTo>
                    <a:pt x="996053" y="5273"/>
                  </a:lnTo>
                  <a:lnTo>
                    <a:pt x="1003400" y="5504"/>
                  </a:lnTo>
                  <a:lnTo>
                    <a:pt x="1022029" y="6144"/>
                  </a:lnTo>
                  <a:lnTo>
                    <a:pt x="1055604" y="7406"/>
                  </a:lnTo>
                  <a:lnTo>
                    <a:pt x="1106196" y="9491"/>
                  </a:lnTo>
                  <a:lnTo>
                    <a:pt x="1174123" y="12573"/>
                  </a:lnTo>
                  <a:lnTo>
                    <a:pt x="1258006" y="16783"/>
                  </a:lnTo>
                  <a:lnTo>
                    <a:pt x="1355066" y="22197"/>
                  </a:lnTo>
                  <a:lnTo>
                    <a:pt x="1461632" y="28848"/>
                  </a:lnTo>
                  <a:lnTo>
                    <a:pt x="1573713" y="36730"/>
                  </a:lnTo>
                  <a:lnTo>
                    <a:pt x="1687520" y="45818"/>
                  </a:lnTo>
                  <a:lnTo>
                    <a:pt x="1799836" y="56091"/>
                  </a:lnTo>
                  <a:lnTo>
                    <a:pt x="1908198" y="67541"/>
                  </a:lnTo>
                  <a:lnTo>
                    <a:pt x="2010936" y="80187"/>
                  </a:lnTo>
                  <a:lnTo>
                    <a:pt x="2107091" y="94084"/>
                  </a:lnTo>
                  <a:lnTo>
                    <a:pt x="2196291" y="109325"/>
                  </a:lnTo>
                  <a:lnTo>
                    <a:pt x="2278608" y="126040"/>
                  </a:lnTo>
                  <a:lnTo>
                    <a:pt x="2354421" y="144395"/>
                  </a:lnTo>
                  <a:lnTo>
                    <a:pt x="2424314" y="164590"/>
                  </a:lnTo>
                  <a:lnTo>
                    <a:pt x="2488988" y="186846"/>
                  </a:lnTo>
                  <a:lnTo>
                    <a:pt x="2549198" y="211396"/>
                  </a:lnTo>
                  <a:lnTo>
                    <a:pt x="2605707" y="238464"/>
                  </a:lnTo>
                  <a:lnTo>
                    <a:pt x="2659243" y="268224"/>
                  </a:lnTo>
                  <a:lnTo>
                    <a:pt x="2702183" y="295222"/>
                  </a:lnTo>
                  <a:lnTo>
                    <a:pt x="2753701" y="331393"/>
                  </a:lnTo>
                  <a:lnTo>
                    <a:pt x="2803790" y="370603"/>
                  </a:lnTo>
                  <a:lnTo>
                    <a:pt x="2852896" y="412909"/>
                  </a:lnTo>
                  <a:lnTo>
                    <a:pt x="2901365" y="458304"/>
                  </a:lnTo>
                  <a:lnTo>
                    <a:pt x="2949461" y="506703"/>
                  </a:lnTo>
                  <a:lnTo>
                    <a:pt x="2997379" y="557942"/>
                  </a:lnTo>
                  <a:lnTo>
                    <a:pt x="3045253" y="611771"/>
                  </a:lnTo>
                  <a:lnTo>
                    <a:pt x="3093165" y="667860"/>
                  </a:lnTo>
                  <a:lnTo>
                    <a:pt x="3141155" y="725797"/>
                  </a:lnTo>
                  <a:lnTo>
                    <a:pt x="3189224" y="785107"/>
                  </a:lnTo>
                  <a:lnTo>
                    <a:pt x="3237353" y="845262"/>
                  </a:lnTo>
                  <a:lnTo>
                    <a:pt x="3285502" y="905699"/>
                  </a:lnTo>
                  <a:lnTo>
                    <a:pt x="3333631" y="965848"/>
                  </a:lnTo>
                  <a:lnTo>
                    <a:pt x="3381700" y="1025147"/>
                  </a:lnTo>
                  <a:lnTo>
                    <a:pt x="3429688" y="1083068"/>
                  </a:lnTo>
                  <a:lnTo>
                    <a:pt x="3477599" y="1139137"/>
                  </a:lnTo>
                  <a:lnTo>
                    <a:pt x="3525473" y="1192942"/>
                  </a:lnTo>
                  <a:lnTo>
                    <a:pt x="3573392" y="1244155"/>
                  </a:lnTo>
                  <a:lnTo>
                    <a:pt x="3621491" y="1292525"/>
                  </a:lnTo>
                  <a:lnTo>
                    <a:pt x="3669965" y="1337890"/>
                  </a:lnTo>
                  <a:lnTo>
                    <a:pt x="3719078" y="1380166"/>
                  </a:lnTo>
                  <a:lnTo>
                    <a:pt x="3769179" y="1419345"/>
                  </a:lnTo>
                  <a:lnTo>
                    <a:pt x="3820202" y="1455149"/>
                  </a:lnTo>
                  <a:lnTo>
                    <a:pt x="3871761" y="1487225"/>
                  </a:lnTo>
                  <a:lnTo>
                    <a:pt x="3925739" y="1516535"/>
                  </a:lnTo>
                  <a:lnTo>
                    <a:pt x="3982804" y="1543175"/>
                  </a:lnTo>
                  <a:lnTo>
                    <a:pt x="4043695" y="1567333"/>
                  </a:lnTo>
                  <a:lnTo>
                    <a:pt x="4109175" y="1589234"/>
                  </a:lnTo>
                  <a:lnTo>
                    <a:pt x="4179995" y="1609111"/>
                  </a:lnTo>
                  <a:lnTo>
                    <a:pt x="4256841" y="1627185"/>
                  </a:lnTo>
                  <a:lnTo>
                    <a:pt x="4340268" y="1643647"/>
                  </a:lnTo>
                  <a:lnTo>
                    <a:pt x="4430616" y="1658659"/>
                  </a:lnTo>
                  <a:lnTo>
                    <a:pt x="4527892" y="1672345"/>
                  </a:lnTo>
                  <a:lnTo>
                    <a:pt x="4631637" y="1684792"/>
                  </a:lnTo>
                  <a:lnTo>
                    <a:pt x="4740784" y="1696048"/>
                  </a:lnTo>
                  <a:lnTo>
                    <a:pt x="4853535" y="1706127"/>
                  </a:lnTo>
                  <a:lnTo>
                    <a:pt x="4967299" y="1715020"/>
                  </a:lnTo>
                  <a:lnTo>
                    <a:pt x="5078744" y="1722700"/>
                  </a:lnTo>
                  <a:lnTo>
                    <a:pt x="5184021" y="1729148"/>
                  </a:lnTo>
                  <a:lnTo>
                    <a:pt x="5279152" y="1734361"/>
                  </a:lnTo>
                  <a:lnTo>
                    <a:pt x="5360572" y="1738378"/>
                  </a:lnTo>
                  <a:lnTo>
                    <a:pt x="5425703" y="1741287"/>
                  </a:lnTo>
                  <a:lnTo>
                    <a:pt x="5473430" y="1743224"/>
                  </a:lnTo>
                  <a:lnTo>
                    <a:pt x="5504363" y="1744369"/>
                  </a:lnTo>
                  <a:lnTo>
                    <a:pt x="5520848" y="1744927"/>
                  </a:lnTo>
                  <a:lnTo>
                    <a:pt x="5526790" y="1745112"/>
                  </a:lnTo>
                  <a:lnTo>
                    <a:pt x="5527445" y="1745131"/>
                  </a:lnTo>
                  <a:lnTo>
                    <a:pt x="6522385" y="1745131"/>
                  </a:lnTo>
                  <a:lnTo>
                    <a:pt x="6523513" y="1745111"/>
                  </a:lnTo>
                  <a:lnTo>
                    <a:pt x="6530958" y="1744971"/>
                  </a:lnTo>
                  <a:lnTo>
                    <a:pt x="6549827" y="1744584"/>
                  </a:lnTo>
                  <a:lnTo>
                    <a:pt x="6583818" y="1743821"/>
                  </a:lnTo>
                  <a:lnTo>
                    <a:pt x="6635002" y="1742560"/>
                  </a:lnTo>
                  <a:lnTo>
                    <a:pt x="6703665" y="1740698"/>
                  </a:lnTo>
                  <a:lnTo>
                    <a:pt x="6788369" y="1738155"/>
                  </a:lnTo>
                  <a:lnTo>
                    <a:pt x="6886263" y="1734886"/>
                  </a:lnTo>
                  <a:lnTo>
                    <a:pt x="6993605" y="1730872"/>
                  </a:lnTo>
                  <a:lnTo>
                    <a:pt x="7106347" y="1726119"/>
                  </a:lnTo>
                  <a:lnTo>
                    <a:pt x="7220670" y="1720639"/>
                  </a:lnTo>
                  <a:lnTo>
                    <a:pt x="7333344" y="1714448"/>
                  </a:lnTo>
                  <a:lnTo>
                    <a:pt x="7441916" y="1707548"/>
                  </a:lnTo>
                  <a:lnTo>
                    <a:pt x="7544735" y="1699926"/>
                  </a:lnTo>
                  <a:lnTo>
                    <a:pt x="7640873" y="1691549"/>
                  </a:lnTo>
                  <a:lnTo>
                    <a:pt x="7729984" y="1682358"/>
                  </a:lnTo>
                  <a:lnTo>
                    <a:pt x="7812168" y="1672274"/>
                  </a:lnTo>
                  <a:lnTo>
                    <a:pt x="7887829" y="1661193"/>
                  </a:lnTo>
                  <a:lnTo>
                    <a:pt x="7957570" y="1648995"/>
                  </a:lnTo>
                  <a:lnTo>
                    <a:pt x="8022109" y="1635545"/>
                  </a:lnTo>
                  <a:lnTo>
                    <a:pt x="8082214" y="1620700"/>
                  </a:lnTo>
                  <a:lnTo>
                    <a:pt x="8138656" y="1604330"/>
                  </a:lnTo>
                  <a:lnTo>
                    <a:pt x="8192169" y="1586330"/>
                  </a:lnTo>
                  <a:lnTo>
                    <a:pt x="8229629" y="1572190"/>
                  </a:lnTo>
                  <a:lnTo>
                    <a:pt x="8286564" y="1548204"/>
                  </a:lnTo>
                  <a:lnTo>
                    <a:pt x="8341811" y="1521992"/>
                  </a:lnTo>
                  <a:lnTo>
                    <a:pt x="8395950" y="1493515"/>
                  </a:lnTo>
                  <a:lnTo>
                    <a:pt x="8449422" y="1462795"/>
                  </a:lnTo>
                  <a:lnTo>
                    <a:pt x="8502547" y="1429925"/>
                  </a:lnTo>
                  <a:lnTo>
                    <a:pt x="8555549" y="1395070"/>
                  </a:lnTo>
                  <a:lnTo>
                    <a:pt x="8608567" y="1358472"/>
                  </a:lnTo>
                  <a:lnTo>
                    <a:pt x="8661671" y="1320444"/>
                  </a:lnTo>
                  <a:lnTo>
                    <a:pt x="8714875" y="1281360"/>
                  </a:lnTo>
                  <a:lnTo>
                    <a:pt x="8768151" y="1241646"/>
                  </a:lnTo>
                  <a:lnTo>
                    <a:pt x="8821451" y="1201753"/>
                  </a:lnTo>
                  <a:lnTo>
                    <a:pt x="8874714" y="1162144"/>
                  </a:lnTo>
                  <a:lnTo>
                    <a:pt x="8927896" y="1123269"/>
                  </a:lnTo>
                  <a:lnTo>
                    <a:pt x="8980977" y="1085540"/>
                  </a:lnTo>
                  <a:lnTo>
                    <a:pt x="9033983" y="1049320"/>
                  </a:lnTo>
                  <a:lnTo>
                    <a:pt x="9086998" y="1014905"/>
                  </a:lnTo>
                  <a:lnTo>
                    <a:pt x="9140180" y="982521"/>
                  </a:lnTo>
                  <a:lnTo>
                    <a:pt x="9193774" y="952314"/>
                  </a:lnTo>
                  <a:lnTo>
                    <a:pt x="9248126" y="924361"/>
                  </a:lnTo>
                  <a:lnTo>
                    <a:pt x="9303705" y="898669"/>
                  </a:lnTo>
                  <a:lnTo>
                    <a:pt x="9347647" y="880426"/>
                  </a:lnTo>
                  <a:lnTo>
                    <a:pt x="9399448" y="861212"/>
                  </a:lnTo>
                  <a:lnTo>
                    <a:pt x="9453691" y="843664"/>
                  </a:lnTo>
                  <a:lnTo>
                    <a:pt x="9511057" y="827721"/>
                  </a:lnTo>
                  <a:lnTo>
                    <a:pt x="9572294" y="813271"/>
                  </a:lnTo>
                  <a:lnTo>
                    <a:pt x="9638176" y="800176"/>
                  </a:lnTo>
                  <a:lnTo>
                    <a:pt x="9709464" y="788296"/>
                  </a:lnTo>
                  <a:lnTo>
                    <a:pt x="9786850" y="777498"/>
                  </a:lnTo>
                  <a:lnTo>
                    <a:pt x="9870893" y="767667"/>
                  </a:lnTo>
                  <a:lnTo>
                    <a:pt x="9961927" y="758705"/>
                  </a:lnTo>
                  <a:lnTo>
                    <a:pt x="10059942" y="750538"/>
                  </a:lnTo>
                  <a:lnTo>
                    <a:pt x="10164451" y="743116"/>
                  </a:lnTo>
                  <a:lnTo>
                    <a:pt x="10274338" y="736410"/>
                  </a:lnTo>
                  <a:lnTo>
                    <a:pt x="10387739" y="730411"/>
                  </a:lnTo>
                  <a:lnTo>
                    <a:pt x="10501981" y="725128"/>
                  </a:lnTo>
                  <a:lnTo>
                    <a:pt x="10613647" y="720575"/>
                  </a:lnTo>
                  <a:lnTo>
                    <a:pt x="10718811" y="716765"/>
                  </a:lnTo>
                  <a:lnTo>
                    <a:pt x="10813453" y="713697"/>
                  </a:lnTo>
                  <a:lnTo>
                    <a:pt x="10894014" y="711345"/>
                  </a:lnTo>
                  <a:lnTo>
                    <a:pt x="10957985" y="709656"/>
                  </a:lnTo>
                  <a:lnTo>
                    <a:pt x="11004376" y="708542"/>
                  </a:lnTo>
                  <a:lnTo>
                    <a:pt x="11033967" y="707894"/>
                  </a:lnTo>
                  <a:lnTo>
                    <a:pt x="11049291" y="707588"/>
                  </a:lnTo>
                  <a:lnTo>
                    <a:pt x="11054451" y="707493"/>
                  </a:lnTo>
                  <a:lnTo>
                    <a:pt x="11054891" y="707485"/>
                  </a:lnTo>
                  <a:lnTo>
                    <a:pt x="12049831" y="707485"/>
                  </a:lnTo>
                  <a:lnTo>
                    <a:pt x="12049831" y="702244"/>
                  </a:lnTo>
                  <a:lnTo>
                    <a:pt x="11054891" y="702244"/>
                  </a:lnTo>
                  <a:lnTo>
                    <a:pt x="11053763" y="702264"/>
                  </a:lnTo>
                  <a:lnTo>
                    <a:pt x="11046319" y="702404"/>
                  </a:lnTo>
                  <a:lnTo>
                    <a:pt x="11027450" y="702791"/>
                  </a:lnTo>
                  <a:lnTo>
                    <a:pt x="10993458" y="703554"/>
                  </a:lnTo>
                  <a:lnTo>
                    <a:pt x="10942274" y="704815"/>
                  </a:lnTo>
                  <a:lnTo>
                    <a:pt x="10873611" y="706677"/>
                  </a:lnTo>
                  <a:lnTo>
                    <a:pt x="10788907" y="709220"/>
                  </a:lnTo>
                  <a:lnTo>
                    <a:pt x="10691013" y="712489"/>
                  </a:lnTo>
                  <a:lnTo>
                    <a:pt x="10583672" y="716503"/>
                  </a:lnTo>
                  <a:lnTo>
                    <a:pt x="10470929" y="721256"/>
                  </a:lnTo>
                  <a:lnTo>
                    <a:pt x="10356607" y="726736"/>
                  </a:lnTo>
                  <a:lnTo>
                    <a:pt x="10243933" y="732928"/>
                  </a:lnTo>
                  <a:lnTo>
                    <a:pt x="10135361" y="739827"/>
                  </a:lnTo>
                  <a:lnTo>
                    <a:pt x="10032541" y="747449"/>
                  </a:lnTo>
                  <a:lnTo>
                    <a:pt x="9936404" y="755826"/>
                  </a:lnTo>
                  <a:lnTo>
                    <a:pt x="9847292" y="765017"/>
                  </a:lnTo>
                  <a:lnTo>
                    <a:pt x="9765109" y="775101"/>
                  </a:lnTo>
                  <a:lnTo>
                    <a:pt x="9689448" y="786182"/>
                  </a:lnTo>
                  <a:lnTo>
                    <a:pt x="9619707" y="798380"/>
                  </a:lnTo>
                  <a:lnTo>
                    <a:pt x="9555168" y="811830"/>
                  </a:lnTo>
                  <a:lnTo>
                    <a:pt x="9495063" y="826675"/>
                  </a:lnTo>
                  <a:lnTo>
                    <a:pt x="9438620" y="843046"/>
                  </a:lnTo>
                  <a:lnTo>
                    <a:pt x="9385107" y="861045"/>
                  </a:lnTo>
                  <a:lnTo>
                    <a:pt x="9347647" y="875185"/>
                  </a:lnTo>
                  <a:lnTo>
                    <a:pt x="9290713" y="899171"/>
                  </a:lnTo>
                  <a:lnTo>
                    <a:pt x="9235466" y="925383"/>
                  </a:lnTo>
                  <a:lnTo>
                    <a:pt x="9181326" y="953861"/>
                  </a:lnTo>
                  <a:lnTo>
                    <a:pt x="9127855" y="984580"/>
                  </a:lnTo>
                  <a:lnTo>
                    <a:pt x="9074730" y="1017450"/>
                  </a:lnTo>
                  <a:lnTo>
                    <a:pt x="9021728" y="1052305"/>
                  </a:lnTo>
                  <a:lnTo>
                    <a:pt x="8968710" y="1088903"/>
                  </a:lnTo>
                  <a:lnTo>
                    <a:pt x="8915606" y="1126931"/>
                  </a:lnTo>
                  <a:lnTo>
                    <a:pt x="8862402" y="1166015"/>
                  </a:lnTo>
                  <a:lnTo>
                    <a:pt x="8809125" y="1205730"/>
                  </a:lnTo>
                  <a:lnTo>
                    <a:pt x="8755826" y="1245622"/>
                  </a:lnTo>
                  <a:lnTo>
                    <a:pt x="8702562" y="1285231"/>
                  </a:lnTo>
                  <a:lnTo>
                    <a:pt x="8649380" y="1324107"/>
                  </a:lnTo>
                  <a:lnTo>
                    <a:pt x="8596299" y="1361835"/>
                  </a:lnTo>
                  <a:lnTo>
                    <a:pt x="8543293" y="1398055"/>
                  </a:lnTo>
                  <a:lnTo>
                    <a:pt x="8490278" y="1432470"/>
                  </a:lnTo>
                  <a:lnTo>
                    <a:pt x="8437096" y="1464855"/>
                  </a:lnTo>
                  <a:lnTo>
                    <a:pt x="8383503" y="1495061"/>
                  </a:lnTo>
                  <a:lnTo>
                    <a:pt x="8329151" y="1523014"/>
                  </a:lnTo>
                  <a:lnTo>
                    <a:pt x="8273571" y="1548706"/>
                  </a:lnTo>
                  <a:lnTo>
                    <a:pt x="8229629" y="1566949"/>
                  </a:lnTo>
                  <a:lnTo>
                    <a:pt x="8177829" y="1586163"/>
                  </a:lnTo>
                  <a:lnTo>
                    <a:pt x="8123586" y="1603711"/>
                  </a:lnTo>
                  <a:lnTo>
                    <a:pt x="8066220" y="1619654"/>
                  </a:lnTo>
                  <a:lnTo>
                    <a:pt x="8004983" y="1634104"/>
                  </a:lnTo>
                  <a:lnTo>
                    <a:pt x="7939100" y="1647199"/>
                  </a:lnTo>
                  <a:lnTo>
                    <a:pt x="7867813" y="1659079"/>
                  </a:lnTo>
                  <a:lnTo>
                    <a:pt x="7790427" y="1669877"/>
                  </a:lnTo>
                  <a:lnTo>
                    <a:pt x="7706383" y="1679708"/>
                  </a:lnTo>
                  <a:lnTo>
                    <a:pt x="7615350" y="1688670"/>
                  </a:lnTo>
                  <a:lnTo>
                    <a:pt x="7517334" y="1696837"/>
                  </a:lnTo>
                  <a:lnTo>
                    <a:pt x="7412825" y="1704259"/>
                  </a:lnTo>
                  <a:lnTo>
                    <a:pt x="7302938" y="1710965"/>
                  </a:lnTo>
                  <a:lnTo>
                    <a:pt x="7189538" y="1716964"/>
                  </a:lnTo>
                  <a:lnTo>
                    <a:pt x="7075296" y="1722247"/>
                  </a:lnTo>
                  <a:lnTo>
                    <a:pt x="6963629" y="1726800"/>
                  </a:lnTo>
                  <a:lnTo>
                    <a:pt x="6858465" y="1730610"/>
                  </a:lnTo>
                  <a:lnTo>
                    <a:pt x="6763823" y="1733678"/>
                  </a:lnTo>
                  <a:lnTo>
                    <a:pt x="6683262" y="1736030"/>
                  </a:lnTo>
                  <a:lnTo>
                    <a:pt x="6619291" y="1737719"/>
                  </a:lnTo>
                  <a:lnTo>
                    <a:pt x="6572900" y="1738833"/>
                  </a:lnTo>
                  <a:lnTo>
                    <a:pt x="6543310" y="1739481"/>
                  </a:lnTo>
                  <a:lnTo>
                    <a:pt x="6527986" y="1739788"/>
                  </a:lnTo>
                  <a:lnTo>
                    <a:pt x="6522826" y="1739882"/>
                  </a:lnTo>
                  <a:lnTo>
                    <a:pt x="6522385" y="1739890"/>
                  </a:lnTo>
                  <a:lnTo>
                    <a:pt x="5527445" y="1739890"/>
                  </a:lnTo>
                  <a:lnTo>
                    <a:pt x="5526332" y="1739857"/>
                  </a:lnTo>
                  <a:lnTo>
                    <a:pt x="5518985" y="1739626"/>
                  </a:lnTo>
                  <a:lnTo>
                    <a:pt x="5500356" y="1738986"/>
                  </a:lnTo>
                  <a:lnTo>
                    <a:pt x="5466781" y="1737724"/>
                  </a:lnTo>
                  <a:lnTo>
                    <a:pt x="5416189" y="1735639"/>
                  </a:lnTo>
                  <a:lnTo>
                    <a:pt x="5348262" y="1732557"/>
                  </a:lnTo>
                  <a:lnTo>
                    <a:pt x="5264379" y="1728348"/>
                  </a:lnTo>
                  <a:lnTo>
                    <a:pt x="5167319" y="1722933"/>
                  </a:lnTo>
                  <a:lnTo>
                    <a:pt x="5060753" y="1716282"/>
                  </a:lnTo>
                  <a:lnTo>
                    <a:pt x="4948672" y="1708401"/>
                  </a:lnTo>
                  <a:lnTo>
                    <a:pt x="4834865" y="1699312"/>
                  </a:lnTo>
                  <a:lnTo>
                    <a:pt x="4722549" y="1689039"/>
                  </a:lnTo>
                  <a:lnTo>
                    <a:pt x="4614187" y="1677589"/>
                  </a:lnTo>
                  <a:lnTo>
                    <a:pt x="4511449" y="1664943"/>
                  </a:lnTo>
                  <a:lnTo>
                    <a:pt x="4415294" y="1651046"/>
                  </a:lnTo>
                  <a:lnTo>
                    <a:pt x="4326094" y="1635805"/>
                  </a:lnTo>
                  <a:lnTo>
                    <a:pt x="4243777" y="1619090"/>
                  </a:lnTo>
                  <a:lnTo>
                    <a:pt x="4167964" y="1600735"/>
                  </a:lnTo>
                  <a:lnTo>
                    <a:pt x="4098071" y="1580540"/>
                  </a:lnTo>
                  <a:lnTo>
                    <a:pt x="4033397" y="1558284"/>
                  </a:lnTo>
                  <a:lnTo>
                    <a:pt x="3973187" y="1533734"/>
                  </a:lnTo>
                  <a:lnTo>
                    <a:pt x="3916678" y="1506667"/>
                  </a:lnTo>
                  <a:lnTo>
                    <a:pt x="3863142" y="1476906"/>
                  </a:lnTo>
                  <a:lnTo>
                    <a:pt x="3820202" y="1449908"/>
                  </a:lnTo>
                  <a:lnTo>
                    <a:pt x="3768684" y="1413737"/>
                  </a:lnTo>
                  <a:lnTo>
                    <a:pt x="3718595" y="1374527"/>
                  </a:lnTo>
                  <a:lnTo>
                    <a:pt x="3669489" y="1332221"/>
                  </a:lnTo>
                  <a:lnTo>
                    <a:pt x="3621020" y="1286826"/>
                  </a:lnTo>
                  <a:lnTo>
                    <a:pt x="3572924" y="1238427"/>
                  </a:lnTo>
                  <a:lnTo>
                    <a:pt x="3525006" y="1187188"/>
                  </a:lnTo>
                  <a:lnTo>
                    <a:pt x="3477132" y="1133359"/>
                  </a:lnTo>
                  <a:lnTo>
                    <a:pt x="3429219" y="1077270"/>
                  </a:lnTo>
                  <a:lnTo>
                    <a:pt x="3381230" y="1019333"/>
                  </a:lnTo>
                  <a:lnTo>
                    <a:pt x="3333161" y="960023"/>
                  </a:lnTo>
                  <a:lnTo>
                    <a:pt x="3285032" y="899869"/>
                  </a:lnTo>
                  <a:lnTo>
                    <a:pt x="3236883" y="839431"/>
                  </a:lnTo>
                  <a:lnTo>
                    <a:pt x="3188754" y="779283"/>
                  </a:lnTo>
                  <a:lnTo>
                    <a:pt x="3140685" y="719983"/>
                  </a:lnTo>
                  <a:lnTo>
                    <a:pt x="3092697" y="662062"/>
                  </a:lnTo>
                  <a:lnTo>
                    <a:pt x="3044786" y="605994"/>
                  </a:lnTo>
                  <a:lnTo>
                    <a:pt x="2996912" y="552188"/>
                  </a:lnTo>
                  <a:lnTo>
                    <a:pt x="2948993" y="500975"/>
                  </a:lnTo>
                  <a:lnTo>
                    <a:pt x="2900894" y="452605"/>
                  </a:lnTo>
                  <a:lnTo>
                    <a:pt x="2852420" y="407240"/>
                  </a:lnTo>
                  <a:lnTo>
                    <a:pt x="2803306" y="364964"/>
                  </a:lnTo>
                  <a:lnTo>
                    <a:pt x="2753206" y="325785"/>
                  </a:lnTo>
                  <a:lnTo>
                    <a:pt x="2702183" y="289981"/>
                  </a:lnTo>
                  <a:lnTo>
                    <a:pt x="2650624" y="257905"/>
                  </a:lnTo>
                  <a:lnTo>
                    <a:pt x="2596646" y="228595"/>
                  </a:lnTo>
                  <a:lnTo>
                    <a:pt x="2539581" y="201955"/>
                  </a:lnTo>
                  <a:lnTo>
                    <a:pt x="2478690" y="177798"/>
                  </a:lnTo>
                  <a:lnTo>
                    <a:pt x="2413210" y="155896"/>
                  </a:lnTo>
                  <a:lnTo>
                    <a:pt x="2342390" y="136019"/>
                  </a:lnTo>
                  <a:lnTo>
                    <a:pt x="2265544" y="117946"/>
                  </a:lnTo>
                  <a:lnTo>
                    <a:pt x="2182117" y="101483"/>
                  </a:lnTo>
                  <a:lnTo>
                    <a:pt x="2091769" y="86471"/>
                  </a:lnTo>
                  <a:lnTo>
                    <a:pt x="1994493" y="72785"/>
                  </a:lnTo>
                  <a:lnTo>
                    <a:pt x="1890748" y="60338"/>
                  </a:lnTo>
                  <a:lnTo>
                    <a:pt x="1781601" y="49082"/>
                  </a:lnTo>
                  <a:lnTo>
                    <a:pt x="1668850" y="39003"/>
                  </a:lnTo>
                  <a:lnTo>
                    <a:pt x="1555086" y="30111"/>
                  </a:lnTo>
                  <a:lnTo>
                    <a:pt x="1443641" y="22430"/>
                  </a:lnTo>
                  <a:lnTo>
                    <a:pt x="1338364" y="15983"/>
                  </a:lnTo>
                  <a:lnTo>
                    <a:pt x="1243233" y="10769"/>
                  </a:lnTo>
                  <a:lnTo>
                    <a:pt x="1161813" y="6752"/>
                  </a:lnTo>
                  <a:lnTo>
                    <a:pt x="1096682" y="3844"/>
                  </a:lnTo>
                  <a:lnTo>
                    <a:pt x="1048955" y="1907"/>
                  </a:lnTo>
                  <a:lnTo>
                    <a:pt x="1018022" y="762"/>
                  </a:lnTo>
                  <a:lnTo>
                    <a:pt x="1001537" y="203"/>
                  </a:lnTo>
                  <a:lnTo>
                    <a:pt x="995595" y="1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45" name="pl744"/>
            <p:cNvSpPr/>
            <p:nvPr/>
          </p:nvSpPr>
          <p:spPr>
            <a:xfrm>
              <a:off x="1199187" y="2950312"/>
              <a:ext cx="12049831" cy="1739890"/>
            </a:xfrm>
            <a:custGeom>
              <a:avLst/>
              <a:pathLst>
                <a:path w="12049831" h="1739890">
                  <a:moveTo>
                    <a:pt x="0" y="0"/>
                  </a:moveTo>
                  <a:lnTo>
                    <a:pt x="994940" y="0"/>
                  </a:lnTo>
                  <a:lnTo>
                    <a:pt x="996053" y="32"/>
                  </a:lnTo>
                  <a:lnTo>
                    <a:pt x="1003400" y="264"/>
                  </a:lnTo>
                  <a:lnTo>
                    <a:pt x="1022029" y="904"/>
                  </a:lnTo>
                  <a:lnTo>
                    <a:pt x="1055604" y="2165"/>
                  </a:lnTo>
                  <a:lnTo>
                    <a:pt x="1106196" y="4250"/>
                  </a:lnTo>
                  <a:lnTo>
                    <a:pt x="1174123" y="7333"/>
                  </a:lnTo>
                  <a:lnTo>
                    <a:pt x="1258006" y="11542"/>
                  </a:lnTo>
                  <a:lnTo>
                    <a:pt x="1355066" y="16957"/>
                  </a:lnTo>
                  <a:lnTo>
                    <a:pt x="1461632" y="23607"/>
                  </a:lnTo>
                  <a:lnTo>
                    <a:pt x="1573713" y="31489"/>
                  </a:lnTo>
                  <a:lnTo>
                    <a:pt x="1687520" y="40578"/>
                  </a:lnTo>
                  <a:lnTo>
                    <a:pt x="1799836" y="50851"/>
                  </a:lnTo>
                  <a:lnTo>
                    <a:pt x="1908198" y="62300"/>
                  </a:lnTo>
                  <a:lnTo>
                    <a:pt x="2010936" y="74946"/>
                  </a:lnTo>
                  <a:lnTo>
                    <a:pt x="2107091" y="88844"/>
                  </a:lnTo>
                  <a:lnTo>
                    <a:pt x="2196291" y="104084"/>
                  </a:lnTo>
                  <a:lnTo>
                    <a:pt x="2278608" y="120799"/>
                  </a:lnTo>
                  <a:lnTo>
                    <a:pt x="2354421" y="139155"/>
                  </a:lnTo>
                  <a:lnTo>
                    <a:pt x="2424314" y="159349"/>
                  </a:lnTo>
                  <a:lnTo>
                    <a:pt x="2488988" y="181605"/>
                  </a:lnTo>
                  <a:lnTo>
                    <a:pt x="2549198" y="206156"/>
                  </a:lnTo>
                  <a:lnTo>
                    <a:pt x="2605707" y="233223"/>
                  </a:lnTo>
                  <a:lnTo>
                    <a:pt x="2659243" y="262984"/>
                  </a:lnTo>
                  <a:lnTo>
                    <a:pt x="2702183" y="289981"/>
                  </a:lnTo>
                  <a:lnTo>
                    <a:pt x="2753701" y="326152"/>
                  </a:lnTo>
                  <a:lnTo>
                    <a:pt x="2803790" y="365362"/>
                  </a:lnTo>
                  <a:lnTo>
                    <a:pt x="2852896" y="407669"/>
                  </a:lnTo>
                  <a:lnTo>
                    <a:pt x="2901365" y="453063"/>
                  </a:lnTo>
                  <a:lnTo>
                    <a:pt x="2949461" y="501462"/>
                  </a:lnTo>
                  <a:lnTo>
                    <a:pt x="2997379" y="552701"/>
                  </a:lnTo>
                  <a:lnTo>
                    <a:pt x="3045253" y="606531"/>
                  </a:lnTo>
                  <a:lnTo>
                    <a:pt x="3093165" y="662619"/>
                  </a:lnTo>
                  <a:lnTo>
                    <a:pt x="3141155" y="720557"/>
                  </a:lnTo>
                  <a:lnTo>
                    <a:pt x="3189224" y="779867"/>
                  </a:lnTo>
                  <a:lnTo>
                    <a:pt x="3237353" y="840021"/>
                  </a:lnTo>
                  <a:lnTo>
                    <a:pt x="3285502" y="900458"/>
                  </a:lnTo>
                  <a:lnTo>
                    <a:pt x="3333631" y="960607"/>
                  </a:lnTo>
                  <a:lnTo>
                    <a:pt x="3381700" y="1019906"/>
                  </a:lnTo>
                  <a:lnTo>
                    <a:pt x="3429688" y="1077828"/>
                  </a:lnTo>
                  <a:lnTo>
                    <a:pt x="3477599" y="1133896"/>
                  </a:lnTo>
                  <a:lnTo>
                    <a:pt x="3525473" y="1187702"/>
                  </a:lnTo>
                  <a:lnTo>
                    <a:pt x="3573392" y="1238914"/>
                  </a:lnTo>
                  <a:lnTo>
                    <a:pt x="3621491" y="1287285"/>
                  </a:lnTo>
                  <a:lnTo>
                    <a:pt x="3669965" y="1332649"/>
                  </a:lnTo>
                  <a:lnTo>
                    <a:pt x="3719078" y="1374925"/>
                  </a:lnTo>
                  <a:lnTo>
                    <a:pt x="3769179" y="1414105"/>
                  </a:lnTo>
                  <a:lnTo>
                    <a:pt x="3820202" y="1449908"/>
                  </a:lnTo>
                  <a:lnTo>
                    <a:pt x="3871761" y="1481985"/>
                  </a:lnTo>
                  <a:lnTo>
                    <a:pt x="3925739" y="1511294"/>
                  </a:lnTo>
                  <a:lnTo>
                    <a:pt x="3982804" y="1537934"/>
                  </a:lnTo>
                  <a:lnTo>
                    <a:pt x="4043695" y="1562092"/>
                  </a:lnTo>
                  <a:lnTo>
                    <a:pt x="4109175" y="1583993"/>
                  </a:lnTo>
                  <a:lnTo>
                    <a:pt x="4179995" y="1603871"/>
                  </a:lnTo>
                  <a:lnTo>
                    <a:pt x="4256841" y="1621944"/>
                  </a:lnTo>
                  <a:lnTo>
                    <a:pt x="4340268" y="1638406"/>
                  </a:lnTo>
                  <a:lnTo>
                    <a:pt x="4430616" y="1653418"/>
                  </a:lnTo>
                  <a:lnTo>
                    <a:pt x="4527892" y="1667105"/>
                  </a:lnTo>
                  <a:lnTo>
                    <a:pt x="4631637" y="1679551"/>
                  </a:lnTo>
                  <a:lnTo>
                    <a:pt x="4740784" y="1690807"/>
                  </a:lnTo>
                  <a:lnTo>
                    <a:pt x="4853535" y="1700887"/>
                  </a:lnTo>
                  <a:lnTo>
                    <a:pt x="4967299" y="1709779"/>
                  </a:lnTo>
                  <a:lnTo>
                    <a:pt x="5078744" y="1717460"/>
                  </a:lnTo>
                  <a:lnTo>
                    <a:pt x="5184021" y="1723907"/>
                  </a:lnTo>
                  <a:lnTo>
                    <a:pt x="5279152" y="1729120"/>
                  </a:lnTo>
                  <a:lnTo>
                    <a:pt x="5360572" y="1733138"/>
                  </a:lnTo>
                  <a:lnTo>
                    <a:pt x="5425703" y="1736046"/>
                  </a:lnTo>
                  <a:lnTo>
                    <a:pt x="5473430" y="1737983"/>
                  </a:lnTo>
                  <a:lnTo>
                    <a:pt x="5504363" y="1739128"/>
                  </a:lnTo>
                  <a:lnTo>
                    <a:pt x="5520848" y="1739686"/>
                  </a:lnTo>
                  <a:lnTo>
                    <a:pt x="5526790" y="1739871"/>
                  </a:lnTo>
                  <a:lnTo>
                    <a:pt x="5527445" y="1739890"/>
                  </a:lnTo>
                  <a:lnTo>
                    <a:pt x="6522385" y="1739890"/>
                  </a:lnTo>
                  <a:lnTo>
                    <a:pt x="6523513" y="1739870"/>
                  </a:lnTo>
                  <a:lnTo>
                    <a:pt x="6530958" y="1739730"/>
                  </a:lnTo>
                  <a:lnTo>
                    <a:pt x="6549827" y="1739343"/>
                  </a:lnTo>
                  <a:lnTo>
                    <a:pt x="6583818" y="1738580"/>
                  </a:lnTo>
                  <a:lnTo>
                    <a:pt x="6635002" y="1737320"/>
                  </a:lnTo>
                  <a:lnTo>
                    <a:pt x="6703665" y="1735457"/>
                  </a:lnTo>
                  <a:lnTo>
                    <a:pt x="6788369" y="1732914"/>
                  </a:lnTo>
                  <a:lnTo>
                    <a:pt x="6886263" y="1729645"/>
                  </a:lnTo>
                  <a:lnTo>
                    <a:pt x="6993605" y="1725632"/>
                  </a:lnTo>
                  <a:lnTo>
                    <a:pt x="7106347" y="1720878"/>
                  </a:lnTo>
                  <a:lnTo>
                    <a:pt x="7220670" y="1715399"/>
                  </a:lnTo>
                  <a:lnTo>
                    <a:pt x="7333344" y="1709207"/>
                  </a:lnTo>
                  <a:lnTo>
                    <a:pt x="7441916" y="1702307"/>
                  </a:lnTo>
                  <a:lnTo>
                    <a:pt x="7544735" y="1694686"/>
                  </a:lnTo>
                  <a:lnTo>
                    <a:pt x="7640873" y="1686308"/>
                  </a:lnTo>
                  <a:lnTo>
                    <a:pt x="7729984" y="1677118"/>
                  </a:lnTo>
                  <a:lnTo>
                    <a:pt x="7812168" y="1667033"/>
                  </a:lnTo>
                  <a:lnTo>
                    <a:pt x="7887829" y="1655953"/>
                  </a:lnTo>
                  <a:lnTo>
                    <a:pt x="7957570" y="1643755"/>
                  </a:lnTo>
                  <a:lnTo>
                    <a:pt x="8022109" y="1630304"/>
                  </a:lnTo>
                  <a:lnTo>
                    <a:pt x="8082214" y="1615460"/>
                  </a:lnTo>
                  <a:lnTo>
                    <a:pt x="8138656" y="1599089"/>
                  </a:lnTo>
                  <a:lnTo>
                    <a:pt x="8192169" y="1581089"/>
                  </a:lnTo>
                  <a:lnTo>
                    <a:pt x="8229629" y="1566949"/>
                  </a:lnTo>
                  <a:lnTo>
                    <a:pt x="8286564" y="1542963"/>
                  </a:lnTo>
                  <a:lnTo>
                    <a:pt x="8341811" y="1516751"/>
                  </a:lnTo>
                  <a:lnTo>
                    <a:pt x="8395950" y="1488274"/>
                  </a:lnTo>
                  <a:lnTo>
                    <a:pt x="8449422" y="1457554"/>
                  </a:lnTo>
                  <a:lnTo>
                    <a:pt x="8502547" y="1424684"/>
                  </a:lnTo>
                  <a:lnTo>
                    <a:pt x="8555549" y="1389830"/>
                  </a:lnTo>
                  <a:lnTo>
                    <a:pt x="8608567" y="1353232"/>
                  </a:lnTo>
                  <a:lnTo>
                    <a:pt x="8661671" y="1315203"/>
                  </a:lnTo>
                  <a:lnTo>
                    <a:pt x="8714875" y="1276120"/>
                  </a:lnTo>
                  <a:lnTo>
                    <a:pt x="8768151" y="1236405"/>
                  </a:lnTo>
                  <a:lnTo>
                    <a:pt x="8821451" y="1196512"/>
                  </a:lnTo>
                  <a:lnTo>
                    <a:pt x="8874714" y="1156904"/>
                  </a:lnTo>
                  <a:lnTo>
                    <a:pt x="8927896" y="1118028"/>
                  </a:lnTo>
                  <a:lnTo>
                    <a:pt x="8980977" y="1080299"/>
                  </a:lnTo>
                  <a:lnTo>
                    <a:pt x="9033983" y="1044079"/>
                  </a:lnTo>
                  <a:lnTo>
                    <a:pt x="9086998" y="1009665"/>
                  </a:lnTo>
                  <a:lnTo>
                    <a:pt x="9140180" y="977280"/>
                  </a:lnTo>
                  <a:lnTo>
                    <a:pt x="9193774" y="947073"/>
                  </a:lnTo>
                  <a:lnTo>
                    <a:pt x="9248126" y="919120"/>
                  </a:lnTo>
                  <a:lnTo>
                    <a:pt x="9303705" y="893429"/>
                  </a:lnTo>
                  <a:lnTo>
                    <a:pt x="9347647" y="875185"/>
                  </a:lnTo>
                  <a:lnTo>
                    <a:pt x="9399448" y="855972"/>
                  </a:lnTo>
                  <a:lnTo>
                    <a:pt x="9453691" y="838423"/>
                  </a:lnTo>
                  <a:lnTo>
                    <a:pt x="9511057" y="822481"/>
                  </a:lnTo>
                  <a:lnTo>
                    <a:pt x="9572294" y="808030"/>
                  </a:lnTo>
                  <a:lnTo>
                    <a:pt x="9638176" y="794935"/>
                  </a:lnTo>
                  <a:lnTo>
                    <a:pt x="9709464" y="783055"/>
                  </a:lnTo>
                  <a:lnTo>
                    <a:pt x="9786850" y="772258"/>
                  </a:lnTo>
                  <a:lnTo>
                    <a:pt x="9870893" y="762426"/>
                  </a:lnTo>
                  <a:lnTo>
                    <a:pt x="9961927" y="753464"/>
                  </a:lnTo>
                  <a:lnTo>
                    <a:pt x="10059942" y="745298"/>
                  </a:lnTo>
                  <a:lnTo>
                    <a:pt x="10164451" y="737875"/>
                  </a:lnTo>
                  <a:lnTo>
                    <a:pt x="10274338" y="731169"/>
                  </a:lnTo>
                  <a:lnTo>
                    <a:pt x="10387739" y="725171"/>
                  </a:lnTo>
                  <a:lnTo>
                    <a:pt x="10501981" y="719887"/>
                  </a:lnTo>
                  <a:lnTo>
                    <a:pt x="10613647" y="715335"/>
                  </a:lnTo>
                  <a:lnTo>
                    <a:pt x="10718811" y="711524"/>
                  </a:lnTo>
                  <a:lnTo>
                    <a:pt x="10813453" y="708456"/>
                  </a:lnTo>
                  <a:lnTo>
                    <a:pt x="10894014" y="706105"/>
                  </a:lnTo>
                  <a:lnTo>
                    <a:pt x="10957985" y="704415"/>
                  </a:lnTo>
                  <a:lnTo>
                    <a:pt x="11004376" y="703302"/>
                  </a:lnTo>
                  <a:lnTo>
                    <a:pt x="11033967" y="702654"/>
                  </a:lnTo>
                  <a:lnTo>
                    <a:pt x="11049291" y="702347"/>
                  </a:lnTo>
                  <a:lnTo>
                    <a:pt x="11054451" y="702252"/>
                  </a:lnTo>
                  <a:lnTo>
                    <a:pt x="11054891" y="702244"/>
                  </a:lnTo>
                  <a:lnTo>
                    <a:pt x="12049831" y="702244"/>
                  </a:lnTo>
                  <a:lnTo>
                    <a:pt x="12049831" y="7022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6" name="pl745"/>
            <p:cNvSpPr/>
            <p:nvPr/>
          </p:nvSpPr>
          <p:spPr>
            <a:xfrm>
              <a:off x="1199187" y="2945071"/>
              <a:ext cx="12049831" cy="1739890"/>
            </a:xfrm>
            <a:custGeom>
              <a:avLst/>
              <a:pathLst>
                <a:path w="12049831" h="1739890">
                  <a:moveTo>
                    <a:pt x="12049831" y="702244"/>
                  </a:moveTo>
                  <a:lnTo>
                    <a:pt x="11054891" y="702244"/>
                  </a:lnTo>
                  <a:lnTo>
                    <a:pt x="11053763" y="702264"/>
                  </a:lnTo>
                  <a:lnTo>
                    <a:pt x="11046319" y="702404"/>
                  </a:lnTo>
                  <a:lnTo>
                    <a:pt x="11027450" y="702791"/>
                  </a:lnTo>
                  <a:lnTo>
                    <a:pt x="10993458" y="703554"/>
                  </a:lnTo>
                  <a:lnTo>
                    <a:pt x="10942274" y="704815"/>
                  </a:lnTo>
                  <a:lnTo>
                    <a:pt x="10873611" y="706677"/>
                  </a:lnTo>
                  <a:lnTo>
                    <a:pt x="10788907" y="709220"/>
                  </a:lnTo>
                  <a:lnTo>
                    <a:pt x="10691013" y="712489"/>
                  </a:lnTo>
                  <a:lnTo>
                    <a:pt x="10583672" y="716503"/>
                  </a:lnTo>
                  <a:lnTo>
                    <a:pt x="10470929" y="721256"/>
                  </a:lnTo>
                  <a:lnTo>
                    <a:pt x="10356607" y="726736"/>
                  </a:lnTo>
                  <a:lnTo>
                    <a:pt x="10243933" y="732928"/>
                  </a:lnTo>
                  <a:lnTo>
                    <a:pt x="10135361" y="739827"/>
                  </a:lnTo>
                  <a:lnTo>
                    <a:pt x="10032541" y="747449"/>
                  </a:lnTo>
                  <a:lnTo>
                    <a:pt x="9936404" y="755826"/>
                  </a:lnTo>
                  <a:lnTo>
                    <a:pt x="9847292" y="765017"/>
                  </a:lnTo>
                  <a:lnTo>
                    <a:pt x="9765109" y="775101"/>
                  </a:lnTo>
                  <a:lnTo>
                    <a:pt x="9689448" y="786182"/>
                  </a:lnTo>
                  <a:lnTo>
                    <a:pt x="9619707" y="798380"/>
                  </a:lnTo>
                  <a:lnTo>
                    <a:pt x="9555168" y="811830"/>
                  </a:lnTo>
                  <a:lnTo>
                    <a:pt x="9495063" y="826675"/>
                  </a:lnTo>
                  <a:lnTo>
                    <a:pt x="9438620" y="843046"/>
                  </a:lnTo>
                  <a:lnTo>
                    <a:pt x="9385107" y="861045"/>
                  </a:lnTo>
                  <a:lnTo>
                    <a:pt x="9347647" y="875185"/>
                  </a:lnTo>
                  <a:lnTo>
                    <a:pt x="9290713" y="899171"/>
                  </a:lnTo>
                  <a:lnTo>
                    <a:pt x="9235466" y="925383"/>
                  </a:lnTo>
                  <a:lnTo>
                    <a:pt x="9181326" y="953861"/>
                  </a:lnTo>
                  <a:lnTo>
                    <a:pt x="9127855" y="984580"/>
                  </a:lnTo>
                  <a:lnTo>
                    <a:pt x="9074730" y="1017450"/>
                  </a:lnTo>
                  <a:lnTo>
                    <a:pt x="9021728" y="1052305"/>
                  </a:lnTo>
                  <a:lnTo>
                    <a:pt x="8968710" y="1088903"/>
                  </a:lnTo>
                  <a:lnTo>
                    <a:pt x="8915606" y="1126931"/>
                  </a:lnTo>
                  <a:lnTo>
                    <a:pt x="8862402" y="1166015"/>
                  </a:lnTo>
                  <a:lnTo>
                    <a:pt x="8809125" y="1205730"/>
                  </a:lnTo>
                  <a:lnTo>
                    <a:pt x="8755826" y="1245622"/>
                  </a:lnTo>
                  <a:lnTo>
                    <a:pt x="8702562" y="1285231"/>
                  </a:lnTo>
                  <a:lnTo>
                    <a:pt x="8649380" y="1324107"/>
                  </a:lnTo>
                  <a:lnTo>
                    <a:pt x="8596299" y="1361835"/>
                  </a:lnTo>
                  <a:lnTo>
                    <a:pt x="8543293" y="1398055"/>
                  </a:lnTo>
                  <a:lnTo>
                    <a:pt x="8490278" y="1432470"/>
                  </a:lnTo>
                  <a:lnTo>
                    <a:pt x="8437096" y="1464855"/>
                  </a:lnTo>
                  <a:lnTo>
                    <a:pt x="8383503" y="1495061"/>
                  </a:lnTo>
                  <a:lnTo>
                    <a:pt x="8329151" y="1523014"/>
                  </a:lnTo>
                  <a:lnTo>
                    <a:pt x="8273571" y="1548706"/>
                  </a:lnTo>
                  <a:lnTo>
                    <a:pt x="8229629" y="1566949"/>
                  </a:lnTo>
                  <a:lnTo>
                    <a:pt x="8177829" y="1586163"/>
                  </a:lnTo>
                  <a:lnTo>
                    <a:pt x="8123586" y="1603711"/>
                  </a:lnTo>
                  <a:lnTo>
                    <a:pt x="8066220" y="1619654"/>
                  </a:lnTo>
                  <a:lnTo>
                    <a:pt x="8004983" y="1634104"/>
                  </a:lnTo>
                  <a:lnTo>
                    <a:pt x="7939100" y="1647199"/>
                  </a:lnTo>
                  <a:lnTo>
                    <a:pt x="7867813" y="1659079"/>
                  </a:lnTo>
                  <a:lnTo>
                    <a:pt x="7790427" y="1669877"/>
                  </a:lnTo>
                  <a:lnTo>
                    <a:pt x="7706383" y="1679708"/>
                  </a:lnTo>
                  <a:lnTo>
                    <a:pt x="7615350" y="1688670"/>
                  </a:lnTo>
                  <a:lnTo>
                    <a:pt x="7517334" y="1696837"/>
                  </a:lnTo>
                  <a:lnTo>
                    <a:pt x="7412825" y="1704259"/>
                  </a:lnTo>
                  <a:lnTo>
                    <a:pt x="7302938" y="1710965"/>
                  </a:lnTo>
                  <a:lnTo>
                    <a:pt x="7189538" y="1716964"/>
                  </a:lnTo>
                  <a:lnTo>
                    <a:pt x="7075296" y="1722247"/>
                  </a:lnTo>
                  <a:lnTo>
                    <a:pt x="6963629" y="1726800"/>
                  </a:lnTo>
                  <a:lnTo>
                    <a:pt x="6858465" y="1730610"/>
                  </a:lnTo>
                  <a:lnTo>
                    <a:pt x="6763823" y="1733678"/>
                  </a:lnTo>
                  <a:lnTo>
                    <a:pt x="6683262" y="1736030"/>
                  </a:lnTo>
                  <a:lnTo>
                    <a:pt x="6619291" y="1737719"/>
                  </a:lnTo>
                  <a:lnTo>
                    <a:pt x="6572900" y="1738833"/>
                  </a:lnTo>
                  <a:lnTo>
                    <a:pt x="6543310" y="1739481"/>
                  </a:lnTo>
                  <a:lnTo>
                    <a:pt x="6527986" y="1739788"/>
                  </a:lnTo>
                  <a:lnTo>
                    <a:pt x="6522826" y="1739882"/>
                  </a:lnTo>
                  <a:lnTo>
                    <a:pt x="6522385" y="1739890"/>
                  </a:lnTo>
                  <a:lnTo>
                    <a:pt x="5527445" y="1739890"/>
                  </a:lnTo>
                  <a:lnTo>
                    <a:pt x="5526332" y="1739857"/>
                  </a:lnTo>
                  <a:lnTo>
                    <a:pt x="5518985" y="1739626"/>
                  </a:lnTo>
                  <a:lnTo>
                    <a:pt x="5500356" y="1738986"/>
                  </a:lnTo>
                  <a:lnTo>
                    <a:pt x="5466781" y="1737724"/>
                  </a:lnTo>
                  <a:lnTo>
                    <a:pt x="5416189" y="1735639"/>
                  </a:lnTo>
                  <a:lnTo>
                    <a:pt x="5348262" y="1732557"/>
                  </a:lnTo>
                  <a:lnTo>
                    <a:pt x="5264379" y="1728348"/>
                  </a:lnTo>
                  <a:lnTo>
                    <a:pt x="5167319" y="1722933"/>
                  </a:lnTo>
                  <a:lnTo>
                    <a:pt x="5060753" y="1716282"/>
                  </a:lnTo>
                  <a:lnTo>
                    <a:pt x="4948672" y="1708401"/>
                  </a:lnTo>
                  <a:lnTo>
                    <a:pt x="4834865" y="1699312"/>
                  </a:lnTo>
                  <a:lnTo>
                    <a:pt x="4722549" y="1689039"/>
                  </a:lnTo>
                  <a:lnTo>
                    <a:pt x="4614187" y="1677589"/>
                  </a:lnTo>
                  <a:lnTo>
                    <a:pt x="4511449" y="1664943"/>
                  </a:lnTo>
                  <a:lnTo>
                    <a:pt x="4415294" y="1651046"/>
                  </a:lnTo>
                  <a:lnTo>
                    <a:pt x="4326094" y="1635805"/>
                  </a:lnTo>
                  <a:lnTo>
                    <a:pt x="4243777" y="1619090"/>
                  </a:lnTo>
                  <a:lnTo>
                    <a:pt x="4167964" y="1600735"/>
                  </a:lnTo>
                  <a:lnTo>
                    <a:pt x="4098071" y="1580540"/>
                  </a:lnTo>
                  <a:lnTo>
                    <a:pt x="4033397" y="1558284"/>
                  </a:lnTo>
                  <a:lnTo>
                    <a:pt x="3973187" y="1533734"/>
                  </a:lnTo>
                  <a:lnTo>
                    <a:pt x="3916678" y="1506667"/>
                  </a:lnTo>
                  <a:lnTo>
                    <a:pt x="3863142" y="1476906"/>
                  </a:lnTo>
                  <a:lnTo>
                    <a:pt x="3820202" y="1449908"/>
                  </a:lnTo>
                  <a:lnTo>
                    <a:pt x="3768684" y="1413737"/>
                  </a:lnTo>
                  <a:lnTo>
                    <a:pt x="3718595" y="1374527"/>
                  </a:lnTo>
                  <a:lnTo>
                    <a:pt x="3669489" y="1332221"/>
                  </a:lnTo>
                  <a:lnTo>
                    <a:pt x="3621020" y="1286826"/>
                  </a:lnTo>
                  <a:lnTo>
                    <a:pt x="3572924" y="1238427"/>
                  </a:lnTo>
                  <a:lnTo>
                    <a:pt x="3525006" y="1187188"/>
                  </a:lnTo>
                  <a:lnTo>
                    <a:pt x="3477132" y="1133359"/>
                  </a:lnTo>
                  <a:lnTo>
                    <a:pt x="3429219" y="1077270"/>
                  </a:lnTo>
                  <a:lnTo>
                    <a:pt x="3381230" y="1019333"/>
                  </a:lnTo>
                  <a:lnTo>
                    <a:pt x="3333161" y="960023"/>
                  </a:lnTo>
                  <a:lnTo>
                    <a:pt x="3285032" y="899869"/>
                  </a:lnTo>
                  <a:lnTo>
                    <a:pt x="3236883" y="839431"/>
                  </a:lnTo>
                  <a:lnTo>
                    <a:pt x="3188754" y="779283"/>
                  </a:lnTo>
                  <a:lnTo>
                    <a:pt x="3140685" y="719983"/>
                  </a:lnTo>
                  <a:lnTo>
                    <a:pt x="3092697" y="662062"/>
                  </a:lnTo>
                  <a:lnTo>
                    <a:pt x="3044786" y="605994"/>
                  </a:lnTo>
                  <a:lnTo>
                    <a:pt x="2996912" y="552188"/>
                  </a:lnTo>
                  <a:lnTo>
                    <a:pt x="2948993" y="500975"/>
                  </a:lnTo>
                  <a:lnTo>
                    <a:pt x="2900894" y="452605"/>
                  </a:lnTo>
                  <a:lnTo>
                    <a:pt x="2852420" y="407240"/>
                  </a:lnTo>
                  <a:lnTo>
                    <a:pt x="2803306" y="364964"/>
                  </a:lnTo>
                  <a:lnTo>
                    <a:pt x="2753206" y="325785"/>
                  </a:lnTo>
                  <a:lnTo>
                    <a:pt x="2702183" y="289981"/>
                  </a:lnTo>
                  <a:lnTo>
                    <a:pt x="2650624" y="257905"/>
                  </a:lnTo>
                  <a:lnTo>
                    <a:pt x="2596646" y="228595"/>
                  </a:lnTo>
                  <a:lnTo>
                    <a:pt x="2539581" y="201955"/>
                  </a:lnTo>
                  <a:lnTo>
                    <a:pt x="2478690" y="177798"/>
                  </a:lnTo>
                  <a:lnTo>
                    <a:pt x="2413210" y="155896"/>
                  </a:lnTo>
                  <a:lnTo>
                    <a:pt x="2342390" y="136019"/>
                  </a:lnTo>
                  <a:lnTo>
                    <a:pt x="2265544" y="117946"/>
                  </a:lnTo>
                  <a:lnTo>
                    <a:pt x="2182117" y="101483"/>
                  </a:lnTo>
                  <a:lnTo>
                    <a:pt x="2091769" y="86471"/>
                  </a:lnTo>
                  <a:lnTo>
                    <a:pt x="1994493" y="72785"/>
                  </a:lnTo>
                  <a:lnTo>
                    <a:pt x="1890748" y="60338"/>
                  </a:lnTo>
                  <a:lnTo>
                    <a:pt x="1781601" y="49082"/>
                  </a:lnTo>
                  <a:lnTo>
                    <a:pt x="1668850" y="39003"/>
                  </a:lnTo>
                  <a:lnTo>
                    <a:pt x="1555086" y="30111"/>
                  </a:lnTo>
                  <a:lnTo>
                    <a:pt x="1443641" y="22430"/>
                  </a:lnTo>
                  <a:lnTo>
                    <a:pt x="1338364" y="15983"/>
                  </a:lnTo>
                  <a:lnTo>
                    <a:pt x="1243233" y="10769"/>
                  </a:lnTo>
                  <a:lnTo>
                    <a:pt x="1161813" y="6752"/>
                  </a:lnTo>
                  <a:lnTo>
                    <a:pt x="1096682" y="3844"/>
                  </a:lnTo>
                  <a:lnTo>
                    <a:pt x="1048955" y="1907"/>
                  </a:lnTo>
                  <a:lnTo>
                    <a:pt x="1018022" y="762"/>
                  </a:lnTo>
                  <a:lnTo>
                    <a:pt x="1001537" y="203"/>
                  </a:lnTo>
                  <a:lnTo>
                    <a:pt x="995595" y="1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7" name="pg746"/>
            <p:cNvSpPr/>
            <p:nvPr/>
          </p:nvSpPr>
          <p:spPr>
            <a:xfrm>
              <a:off x="1199187" y="2950312"/>
              <a:ext cx="12049831" cy="3034327"/>
            </a:xfrm>
            <a:custGeom>
              <a:avLst/>
              <a:pathLst>
                <a:path w="12049831" h="3034327">
                  <a:moveTo>
                    <a:pt x="0" y="5240"/>
                  </a:moveTo>
                  <a:lnTo>
                    <a:pt x="994940" y="5240"/>
                  </a:lnTo>
                  <a:lnTo>
                    <a:pt x="996052" y="5273"/>
                  </a:lnTo>
                  <a:lnTo>
                    <a:pt x="1003395" y="5507"/>
                  </a:lnTo>
                  <a:lnTo>
                    <a:pt x="1022016" y="6155"/>
                  </a:lnTo>
                  <a:lnTo>
                    <a:pt x="1055576" y="7431"/>
                  </a:lnTo>
                  <a:lnTo>
                    <a:pt x="1106146" y="9540"/>
                  </a:lnTo>
                  <a:lnTo>
                    <a:pt x="1174045" y="12658"/>
                  </a:lnTo>
                  <a:lnTo>
                    <a:pt x="1257897" y="16916"/>
                  </a:lnTo>
                  <a:lnTo>
                    <a:pt x="1354927" y="22393"/>
                  </a:lnTo>
                  <a:lnTo>
                    <a:pt x="1461464" y="29121"/>
                  </a:lnTo>
                  <a:lnTo>
                    <a:pt x="1573520" y="37094"/>
                  </a:lnTo>
                  <a:lnTo>
                    <a:pt x="1687308" y="46289"/>
                  </a:lnTo>
                  <a:lnTo>
                    <a:pt x="1799610" y="56682"/>
                  </a:lnTo>
                  <a:lnTo>
                    <a:pt x="1907965" y="68264"/>
                  </a:lnTo>
                  <a:lnTo>
                    <a:pt x="2010699" y="81058"/>
                  </a:lnTo>
                  <a:lnTo>
                    <a:pt x="2106855" y="95117"/>
                  </a:lnTo>
                  <a:lnTo>
                    <a:pt x="2196058" y="110535"/>
                  </a:lnTo>
                  <a:lnTo>
                    <a:pt x="2278379" y="127444"/>
                  </a:lnTo>
                  <a:lnTo>
                    <a:pt x="2354198" y="146012"/>
                  </a:lnTo>
                  <a:lnTo>
                    <a:pt x="2424097" y="166440"/>
                  </a:lnTo>
                  <a:lnTo>
                    <a:pt x="2488776" y="188953"/>
                  </a:lnTo>
                  <a:lnTo>
                    <a:pt x="2548990" y="213787"/>
                  </a:lnTo>
                  <a:lnTo>
                    <a:pt x="2605502" y="241166"/>
                  </a:lnTo>
                  <a:lnTo>
                    <a:pt x="2659039" y="271270"/>
                  </a:lnTo>
                  <a:lnTo>
                    <a:pt x="2702183" y="298716"/>
                  </a:lnTo>
                  <a:lnTo>
                    <a:pt x="2753543" y="335204"/>
                  </a:lnTo>
                  <a:lnTo>
                    <a:pt x="2803481" y="374748"/>
                  </a:lnTo>
                  <a:lnTo>
                    <a:pt x="2852440" y="417406"/>
                  </a:lnTo>
                  <a:lnTo>
                    <a:pt x="2900763" y="463171"/>
                  </a:lnTo>
                  <a:lnTo>
                    <a:pt x="2948713" y="511959"/>
                  </a:lnTo>
                  <a:lnTo>
                    <a:pt x="2996484" y="563606"/>
                  </a:lnTo>
                  <a:lnTo>
                    <a:pt x="3044209" y="617865"/>
                  </a:lnTo>
                  <a:lnTo>
                    <a:pt x="3091970" y="674403"/>
                  </a:lnTo>
                  <a:lnTo>
                    <a:pt x="3139807" y="732812"/>
                  </a:lnTo>
                  <a:lnTo>
                    <a:pt x="3187725" y="792617"/>
                  </a:lnTo>
                  <a:lnTo>
                    <a:pt x="3235702" y="853287"/>
                  </a:lnTo>
                  <a:lnTo>
                    <a:pt x="3283701" y="914262"/>
                  </a:lnTo>
                  <a:lnTo>
                    <a:pt x="3331681" y="974967"/>
                  </a:lnTo>
                  <a:lnTo>
                    <a:pt x="3379603" y="1034841"/>
                  </a:lnTo>
                  <a:lnTo>
                    <a:pt x="3427446" y="1093352"/>
                  </a:lnTo>
                  <a:lnTo>
                    <a:pt x="3475211" y="1150019"/>
                  </a:lnTo>
                  <a:lnTo>
                    <a:pt x="3522936" y="1204430"/>
                  </a:lnTo>
                  <a:lnTo>
                    <a:pt x="3570700" y="1256247"/>
                  </a:lnTo>
                  <a:lnTo>
                    <a:pt x="3618634" y="1305219"/>
                  </a:lnTo>
                  <a:lnTo>
                    <a:pt x="3666927" y="1351174"/>
                  </a:lnTo>
                  <a:lnTo>
                    <a:pt x="3715837" y="1394027"/>
                  </a:lnTo>
                  <a:lnTo>
                    <a:pt x="3765703" y="1433763"/>
                  </a:lnTo>
                  <a:lnTo>
                    <a:pt x="3816960" y="1470438"/>
                  </a:lnTo>
                  <a:lnTo>
                    <a:pt x="3820202" y="1472618"/>
                  </a:lnTo>
                  <a:lnTo>
                    <a:pt x="3871753" y="1505075"/>
                  </a:lnTo>
                  <a:lnTo>
                    <a:pt x="3925720" y="1534734"/>
                  </a:lnTo>
                  <a:lnTo>
                    <a:pt x="3982774" y="1561691"/>
                  </a:lnTo>
                  <a:lnTo>
                    <a:pt x="4043652" y="1586137"/>
                  </a:lnTo>
                  <a:lnTo>
                    <a:pt x="4109117" y="1608300"/>
                  </a:lnTo>
                  <a:lnTo>
                    <a:pt x="4179920" y="1628416"/>
                  </a:lnTo>
                  <a:lnTo>
                    <a:pt x="4256745" y="1646705"/>
                  </a:lnTo>
                  <a:lnTo>
                    <a:pt x="4340150" y="1663365"/>
                  </a:lnTo>
                  <a:lnTo>
                    <a:pt x="4430473" y="1678557"/>
                  </a:lnTo>
                  <a:lnTo>
                    <a:pt x="4527721" y="1692409"/>
                  </a:lnTo>
                  <a:lnTo>
                    <a:pt x="4631438" y="1705005"/>
                  </a:lnTo>
                  <a:lnTo>
                    <a:pt x="4740557" y="1716397"/>
                  </a:lnTo>
                  <a:lnTo>
                    <a:pt x="4853284" y="1726599"/>
                  </a:lnTo>
                  <a:lnTo>
                    <a:pt x="4967029" y="1735599"/>
                  </a:lnTo>
                  <a:lnTo>
                    <a:pt x="5078467" y="1743374"/>
                  </a:lnTo>
                  <a:lnTo>
                    <a:pt x="5183747" y="1749902"/>
                  </a:lnTo>
                  <a:lnTo>
                    <a:pt x="5278895" y="1755180"/>
                  </a:lnTo>
                  <a:lnTo>
                    <a:pt x="5360347" y="1759249"/>
                  </a:lnTo>
                  <a:lnTo>
                    <a:pt x="5425521" y="1762195"/>
                  </a:lnTo>
                  <a:lnTo>
                    <a:pt x="5473297" y="1764158"/>
                  </a:lnTo>
                  <a:lnTo>
                    <a:pt x="5504281" y="1765319"/>
                  </a:lnTo>
                  <a:lnTo>
                    <a:pt x="5520809" y="1765886"/>
                  </a:lnTo>
                  <a:lnTo>
                    <a:pt x="5526781" y="1766074"/>
                  </a:lnTo>
                  <a:lnTo>
                    <a:pt x="5527445" y="1766093"/>
                  </a:lnTo>
                  <a:lnTo>
                    <a:pt x="6522385" y="1766093"/>
                  </a:lnTo>
                  <a:lnTo>
                    <a:pt x="6523509" y="1766117"/>
                  </a:lnTo>
                  <a:lnTo>
                    <a:pt x="6530927" y="1766288"/>
                  </a:lnTo>
                  <a:lnTo>
                    <a:pt x="6549730" y="1766759"/>
                  </a:lnTo>
                  <a:lnTo>
                    <a:pt x="6583607" y="1767688"/>
                  </a:lnTo>
                  <a:lnTo>
                    <a:pt x="6634627" y="1769223"/>
                  </a:lnTo>
                  <a:lnTo>
                    <a:pt x="6703088" y="1771491"/>
                  </a:lnTo>
                  <a:lnTo>
                    <a:pt x="6787566" y="1774588"/>
                  </a:lnTo>
                  <a:lnTo>
                    <a:pt x="6885231" y="1778570"/>
                  </a:lnTo>
                  <a:lnTo>
                    <a:pt x="6992359" y="1783460"/>
                  </a:lnTo>
                  <a:lnTo>
                    <a:pt x="7104921" y="1789252"/>
                  </a:lnTo>
                  <a:lnTo>
                    <a:pt x="7219103" y="1795929"/>
                  </a:lnTo>
                  <a:lnTo>
                    <a:pt x="7331679" y="1803475"/>
                  </a:lnTo>
                  <a:lnTo>
                    <a:pt x="7440194" y="1811884"/>
                  </a:lnTo>
                  <a:lnTo>
                    <a:pt x="7542992" y="1821172"/>
                  </a:lnTo>
                  <a:lnTo>
                    <a:pt x="7639135" y="1831381"/>
                  </a:lnTo>
                  <a:lnTo>
                    <a:pt x="7728271" y="1842580"/>
                  </a:lnTo>
                  <a:lnTo>
                    <a:pt x="7810491" y="1854866"/>
                  </a:lnTo>
                  <a:lnTo>
                    <a:pt x="7886194" y="1868364"/>
                  </a:lnTo>
                  <a:lnTo>
                    <a:pt x="7955977" y="1883221"/>
                  </a:lnTo>
                  <a:lnTo>
                    <a:pt x="8020553" y="1899600"/>
                  </a:lnTo>
                  <a:lnTo>
                    <a:pt x="8080686" y="1917675"/>
                  </a:lnTo>
                  <a:lnTo>
                    <a:pt x="8137146" y="1937607"/>
                  </a:lnTo>
                  <a:lnTo>
                    <a:pt x="8190665" y="1959522"/>
                  </a:lnTo>
                  <a:lnTo>
                    <a:pt x="8229629" y="1977465"/>
                  </a:lnTo>
                  <a:lnTo>
                    <a:pt x="8284798" y="2005816"/>
                  </a:lnTo>
                  <a:lnTo>
                    <a:pt x="8338365" y="2036717"/>
                  </a:lnTo>
                  <a:lnTo>
                    <a:pt x="8390864" y="2070213"/>
                  </a:lnTo>
                  <a:lnTo>
                    <a:pt x="8442703" y="2106287"/>
                  </a:lnTo>
                  <a:lnTo>
                    <a:pt x="8494185" y="2144844"/>
                  </a:lnTo>
                  <a:lnTo>
                    <a:pt x="8545524" y="2185713"/>
                  </a:lnTo>
                  <a:lnTo>
                    <a:pt x="8596860" y="2228639"/>
                  </a:lnTo>
                  <a:lnTo>
                    <a:pt x="8648267" y="2273291"/>
                  </a:lnTo>
                  <a:lnTo>
                    <a:pt x="8699769" y="2319267"/>
                  </a:lnTo>
                  <a:lnTo>
                    <a:pt x="8751349" y="2366110"/>
                  </a:lnTo>
                  <a:lnTo>
                    <a:pt x="8802967" y="2413323"/>
                  </a:lnTo>
                  <a:lnTo>
                    <a:pt x="8854570" y="2460393"/>
                  </a:lnTo>
                  <a:lnTo>
                    <a:pt x="8906111" y="2506814"/>
                  </a:lnTo>
                  <a:lnTo>
                    <a:pt x="8957560" y="2552109"/>
                  </a:lnTo>
                  <a:lnTo>
                    <a:pt x="9008921" y="2595848"/>
                  </a:lnTo>
                  <a:lnTo>
                    <a:pt x="9060246" y="2637668"/>
                  </a:lnTo>
                  <a:lnTo>
                    <a:pt x="9111642" y="2677279"/>
                  </a:lnTo>
                  <a:lnTo>
                    <a:pt x="9163291" y="2714473"/>
                  </a:lnTo>
                  <a:lnTo>
                    <a:pt x="9215452" y="2749123"/>
                  </a:lnTo>
                  <a:lnTo>
                    <a:pt x="9268486" y="2781177"/>
                  </a:lnTo>
                  <a:lnTo>
                    <a:pt x="9322867" y="2810652"/>
                  </a:lnTo>
                  <a:lnTo>
                    <a:pt x="9347647" y="2822954"/>
                  </a:lnTo>
                  <a:lnTo>
                    <a:pt x="9399382" y="2846410"/>
                  </a:lnTo>
                  <a:lnTo>
                    <a:pt x="9453551" y="2867835"/>
                  </a:lnTo>
                  <a:lnTo>
                    <a:pt x="9510835" y="2887302"/>
                  </a:lnTo>
                  <a:lnTo>
                    <a:pt x="9571977" y="2904949"/>
                  </a:lnTo>
                  <a:lnTo>
                    <a:pt x="9637749" y="2920943"/>
                  </a:lnTo>
                  <a:lnTo>
                    <a:pt x="9708907" y="2935454"/>
                  </a:lnTo>
                  <a:lnTo>
                    <a:pt x="9786145" y="2948645"/>
                  </a:lnTo>
                  <a:lnTo>
                    <a:pt x="9870018" y="2960657"/>
                  </a:lnTo>
                  <a:lnTo>
                    <a:pt x="9960863" y="2971607"/>
                  </a:lnTo>
                  <a:lnTo>
                    <a:pt x="10058675" y="2981587"/>
                  </a:lnTo>
                  <a:lnTo>
                    <a:pt x="10162974" y="2990659"/>
                  </a:lnTo>
                  <a:lnTo>
                    <a:pt x="10272658" y="2998858"/>
                  </a:lnTo>
                  <a:lnTo>
                    <a:pt x="10385881" y="3006194"/>
                  </a:lnTo>
                  <a:lnTo>
                    <a:pt x="10499993" y="3012658"/>
                  </a:lnTo>
                  <a:lnTo>
                    <a:pt x="10611600" y="3018232"/>
                  </a:lnTo>
                  <a:lnTo>
                    <a:pt x="10716798" y="3022900"/>
                  </a:lnTo>
                  <a:lnTo>
                    <a:pt x="10811577" y="3026664"/>
                  </a:lnTo>
                  <a:lnTo>
                    <a:pt x="10892377" y="3029553"/>
                  </a:lnTo>
                  <a:lnTo>
                    <a:pt x="10956669" y="3031633"/>
                  </a:lnTo>
                  <a:lnTo>
                    <a:pt x="11003428" y="3033008"/>
                  </a:lnTo>
                  <a:lnTo>
                    <a:pt x="11033387" y="3033812"/>
                  </a:lnTo>
                  <a:lnTo>
                    <a:pt x="11049027" y="3034195"/>
                  </a:lnTo>
                  <a:lnTo>
                    <a:pt x="11054397" y="3034316"/>
                  </a:lnTo>
                  <a:lnTo>
                    <a:pt x="11054891" y="3034327"/>
                  </a:lnTo>
                  <a:lnTo>
                    <a:pt x="12049831" y="3034327"/>
                  </a:lnTo>
                  <a:lnTo>
                    <a:pt x="12049831" y="3029086"/>
                  </a:lnTo>
                  <a:lnTo>
                    <a:pt x="11054891" y="3029086"/>
                  </a:lnTo>
                  <a:lnTo>
                    <a:pt x="11053767" y="3029062"/>
                  </a:lnTo>
                  <a:lnTo>
                    <a:pt x="11046350" y="3028891"/>
                  </a:lnTo>
                  <a:lnTo>
                    <a:pt x="11027547" y="3028420"/>
                  </a:lnTo>
                  <a:lnTo>
                    <a:pt x="10993670" y="3027491"/>
                  </a:lnTo>
                  <a:lnTo>
                    <a:pt x="10942649" y="3025956"/>
                  </a:lnTo>
                  <a:lnTo>
                    <a:pt x="10874189" y="3023688"/>
                  </a:lnTo>
                  <a:lnTo>
                    <a:pt x="10789711" y="3020591"/>
                  </a:lnTo>
                  <a:lnTo>
                    <a:pt x="10692046" y="3016609"/>
                  </a:lnTo>
                  <a:lnTo>
                    <a:pt x="10584917" y="3011720"/>
                  </a:lnTo>
                  <a:lnTo>
                    <a:pt x="10472356" y="3005927"/>
                  </a:lnTo>
                  <a:lnTo>
                    <a:pt x="10358174" y="2999250"/>
                  </a:lnTo>
                  <a:lnTo>
                    <a:pt x="10245598" y="2991704"/>
                  </a:lnTo>
                  <a:lnTo>
                    <a:pt x="10137083" y="2983295"/>
                  </a:lnTo>
                  <a:lnTo>
                    <a:pt x="10034285" y="2974007"/>
                  </a:lnTo>
                  <a:lnTo>
                    <a:pt x="9938142" y="2963798"/>
                  </a:lnTo>
                  <a:lnTo>
                    <a:pt x="9849006" y="2952599"/>
                  </a:lnTo>
                  <a:lnTo>
                    <a:pt x="9766785" y="2940313"/>
                  </a:lnTo>
                  <a:lnTo>
                    <a:pt x="9691083" y="2926815"/>
                  </a:lnTo>
                  <a:lnTo>
                    <a:pt x="9621300" y="2911958"/>
                  </a:lnTo>
                  <a:lnTo>
                    <a:pt x="9556724" y="2895579"/>
                  </a:lnTo>
                  <a:lnTo>
                    <a:pt x="9496590" y="2877504"/>
                  </a:lnTo>
                  <a:lnTo>
                    <a:pt x="9440130" y="2857572"/>
                  </a:lnTo>
                  <a:lnTo>
                    <a:pt x="9386611" y="2835657"/>
                  </a:lnTo>
                  <a:lnTo>
                    <a:pt x="9347647" y="2817714"/>
                  </a:lnTo>
                  <a:lnTo>
                    <a:pt x="9292478" y="2789363"/>
                  </a:lnTo>
                  <a:lnTo>
                    <a:pt x="9238911" y="2758463"/>
                  </a:lnTo>
                  <a:lnTo>
                    <a:pt x="9186412" y="2724966"/>
                  </a:lnTo>
                  <a:lnTo>
                    <a:pt x="9134573" y="2688892"/>
                  </a:lnTo>
                  <a:lnTo>
                    <a:pt x="9083091" y="2650335"/>
                  </a:lnTo>
                  <a:lnTo>
                    <a:pt x="9031752" y="2609467"/>
                  </a:lnTo>
                  <a:lnTo>
                    <a:pt x="8980417" y="2566541"/>
                  </a:lnTo>
                  <a:lnTo>
                    <a:pt x="8929010" y="2521889"/>
                  </a:lnTo>
                  <a:lnTo>
                    <a:pt x="8877508" y="2475912"/>
                  </a:lnTo>
                  <a:lnTo>
                    <a:pt x="8825927" y="2429069"/>
                  </a:lnTo>
                  <a:lnTo>
                    <a:pt x="8774310" y="2381856"/>
                  </a:lnTo>
                  <a:lnTo>
                    <a:pt x="8722706" y="2334786"/>
                  </a:lnTo>
                  <a:lnTo>
                    <a:pt x="8671166" y="2288365"/>
                  </a:lnTo>
                  <a:lnTo>
                    <a:pt x="8619717" y="2243071"/>
                  </a:lnTo>
                  <a:lnTo>
                    <a:pt x="8568356" y="2199331"/>
                  </a:lnTo>
                  <a:lnTo>
                    <a:pt x="8517031" y="2157512"/>
                  </a:lnTo>
                  <a:lnTo>
                    <a:pt x="8465634" y="2117900"/>
                  </a:lnTo>
                  <a:lnTo>
                    <a:pt x="8413986" y="2080706"/>
                  </a:lnTo>
                  <a:lnTo>
                    <a:pt x="8361824" y="2046056"/>
                  </a:lnTo>
                  <a:lnTo>
                    <a:pt x="8308790" y="2014002"/>
                  </a:lnTo>
                  <a:lnTo>
                    <a:pt x="8254409" y="1984527"/>
                  </a:lnTo>
                  <a:lnTo>
                    <a:pt x="8229629" y="1972225"/>
                  </a:lnTo>
                  <a:lnTo>
                    <a:pt x="8177895" y="1948770"/>
                  </a:lnTo>
                  <a:lnTo>
                    <a:pt x="8123725" y="1927345"/>
                  </a:lnTo>
                  <a:lnTo>
                    <a:pt x="8066442" y="1907878"/>
                  </a:lnTo>
                  <a:lnTo>
                    <a:pt x="8005300" y="1890230"/>
                  </a:lnTo>
                  <a:lnTo>
                    <a:pt x="7939528" y="1874237"/>
                  </a:lnTo>
                  <a:lnTo>
                    <a:pt x="7868369" y="1859725"/>
                  </a:lnTo>
                  <a:lnTo>
                    <a:pt x="7791132" y="1846534"/>
                  </a:lnTo>
                  <a:lnTo>
                    <a:pt x="7707258" y="1834523"/>
                  </a:lnTo>
                  <a:lnTo>
                    <a:pt x="7616413" y="1823572"/>
                  </a:lnTo>
                  <a:lnTo>
                    <a:pt x="7518601" y="1813592"/>
                  </a:lnTo>
                  <a:lnTo>
                    <a:pt x="7414302" y="1804520"/>
                  </a:lnTo>
                  <a:lnTo>
                    <a:pt x="7304618" y="1796321"/>
                  </a:lnTo>
                  <a:lnTo>
                    <a:pt x="7191396" y="1788986"/>
                  </a:lnTo>
                  <a:lnTo>
                    <a:pt x="7077284" y="1782522"/>
                  </a:lnTo>
                  <a:lnTo>
                    <a:pt x="6965676" y="1776948"/>
                  </a:lnTo>
                  <a:lnTo>
                    <a:pt x="6860478" y="1772279"/>
                  </a:lnTo>
                  <a:lnTo>
                    <a:pt x="6765699" y="1768515"/>
                  </a:lnTo>
                  <a:lnTo>
                    <a:pt x="6684899" y="1765626"/>
                  </a:lnTo>
                  <a:lnTo>
                    <a:pt x="6620608" y="1763546"/>
                  </a:lnTo>
                  <a:lnTo>
                    <a:pt x="6573848" y="1762171"/>
                  </a:lnTo>
                  <a:lnTo>
                    <a:pt x="6543890" y="1761368"/>
                  </a:lnTo>
                  <a:lnTo>
                    <a:pt x="6528249" y="1760984"/>
                  </a:lnTo>
                  <a:lnTo>
                    <a:pt x="6522879" y="1760863"/>
                  </a:lnTo>
                  <a:lnTo>
                    <a:pt x="6522385" y="1760853"/>
                  </a:lnTo>
                  <a:lnTo>
                    <a:pt x="5527445" y="1760853"/>
                  </a:lnTo>
                  <a:lnTo>
                    <a:pt x="5526333" y="1760820"/>
                  </a:lnTo>
                  <a:lnTo>
                    <a:pt x="5518989" y="1760585"/>
                  </a:lnTo>
                  <a:lnTo>
                    <a:pt x="5500369" y="1759938"/>
                  </a:lnTo>
                  <a:lnTo>
                    <a:pt x="5466809" y="1758662"/>
                  </a:lnTo>
                  <a:lnTo>
                    <a:pt x="5416239" y="1756553"/>
                  </a:lnTo>
                  <a:lnTo>
                    <a:pt x="5348340" y="1753435"/>
                  </a:lnTo>
                  <a:lnTo>
                    <a:pt x="5264488" y="1749177"/>
                  </a:lnTo>
                  <a:lnTo>
                    <a:pt x="5167458" y="1743699"/>
                  </a:lnTo>
                  <a:lnTo>
                    <a:pt x="5060921" y="1736972"/>
                  </a:lnTo>
                  <a:lnTo>
                    <a:pt x="4948865" y="1728998"/>
                  </a:lnTo>
                  <a:lnTo>
                    <a:pt x="4835077" y="1719804"/>
                  </a:lnTo>
                  <a:lnTo>
                    <a:pt x="4722775" y="1709411"/>
                  </a:lnTo>
                  <a:lnTo>
                    <a:pt x="4614420" y="1697828"/>
                  </a:lnTo>
                  <a:lnTo>
                    <a:pt x="4511686" y="1685035"/>
                  </a:lnTo>
                  <a:lnTo>
                    <a:pt x="4415530" y="1670976"/>
                  </a:lnTo>
                  <a:lnTo>
                    <a:pt x="4326327" y="1655558"/>
                  </a:lnTo>
                  <a:lnTo>
                    <a:pt x="4244006" y="1638649"/>
                  </a:lnTo>
                  <a:lnTo>
                    <a:pt x="4168187" y="1620080"/>
                  </a:lnTo>
                  <a:lnTo>
                    <a:pt x="4098288" y="1599652"/>
                  </a:lnTo>
                  <a:lnTo>
                    <a:pt x="4033609" y="1577139"/>
                  </a:lnTo>
                  <a:lnTo>
                    <a:pt x="3973395" y="1552306"/>
                  </a:lnTo>
                  <a:lnTo>
                    <a:pt x="3916883" y="1524927"/>
                  </a:lnTo>
                  <a:lnTo>
                    <a:pt x="3863346" y="1494823"/>
                  </a:lnTo>
                  <a:lnTo>
                    <a:pt x="3820202" y="1467377"/>
                  </a:lnTo>
                  <a:lnTo>
                    <a:pt x="3768842" y="1430889"/>
                  </a:lnTo>
                  <a:lnTo>
                    <a:pt x="3718904" y="1391345"/>
                  </a:lnTo>
                  <a:lnTo>
                    <a:pt x="3669945" y="1348687"/>
                  </a:lnTo>
                  <a:lnTo>
                    <a:pt x="3621622" y="1302922"/>
                  </a:lnTo>
                  <a:lnTo>
                    <a:pt x="3573672" y="1254134"/>
                  </a:lnTo>
                  <a:lnTo>
                    <a:pt x="3525901" y="1202487"/>
                  </a:lnTo>
                  <a:lnTo>
                    <a:pt x="3478176" y="1148228"/>
                  </a:lnTo>
                  <a:lnTo>
                    <a:pt x="3430415" y="1091690"/>
                  </a:lnTo>
                  <a:lnTo>
                    <a:pt x="3382578" y="1033280"/>
                  </a:lnTo>
                  <a:lnTo>
                    <a:pt x="3334660" y="973476"/>
                  </a:lnTo>
                  <a:lnTo>
                    <a:pt x="3286683" y="912806"/>
                  </a:lnTo>
                  <a:lnTo>
                    <a:pt x="3238684" y="851831"/>
                  </a:lnTo>
                  <a:lnTo>
                    <a:pt x="3190704" y="791125"/>
                  </a:lnTo>
                  <a:lnTo>
                    <a:pt x="3142782" y="731252"/>
                  </a:lnTo>
                  <a:lnTo>
                    <a:pt x="3094939" y="672741"/>
                  </a:lnTo>
                  <a:lnTo>
                    <a:pt x="3047174" y="616074"/>
                  </a:lnTo>
                  <a:lnTo>
                    <a:pt x="2999449" y="561663"/>
                  </a:lnTo>
                  <a:lnTo>
                    <a:pt x="2951685" y="509845"/>
                  </a:lnTo>
                  <a:lnTo>
                    <a:pt x="2903751" y="460874"/>
                  </a:lnTo>
                  <a:lnTo>
                    <a:pt x="2855458" y="414918"/>
                  </a:lnTo>
                  <a:lnTo>
                    <a:pt x="2806547" y="372066"/>
                  </a:lnTo>
                  <a:lnTo>
                    <a:pt x="2756682" y="332330"/>
                  </a:lnTo>
                  <a:lnTo>
                    <a:pt x="2705425" y="295655"/>
                  </a:lnTo>
                  <a:lnTo>
                    <a:pt x="2702183" y="293475"/>
                  </a:lnTo>
                  <a:lnTo>
                    <a:pt x="2650632" y="261017"/>
                  </a:lnTo>
                  <a:lnTo>
                    <a:pt x="2596665" y="231359"/>
                  </a:lnTo>
                  <a:lnTo>
                    <a:pt x="2539611" y="204402"/>
                  </a:lnTo>
                  <a:lnTo>
                    <a:pt x="2478733" y="179956"/>
                  </a:lnTo>
                  <a:lnTo>
                    <a:pt x="2413268" y="157793"/>
                  </a:lnTo>
                  <a:lnTo>
                    <a:pt x="2342465" y="137677"/>
                  </a:lnTo>
                  <a:lnTo>
                    <a:pt x="2265640" y="119387"/>
                  </a:lnTo>
                  <a:lnTo>
                    <a:pt x="2182235" y="102728"/>
                  </a:lnTo>
                  <a:lnTo>
                    <a:pt x="2091912" y="87535"/>
                  </a:lnTo>
                  <a:lnTo>
                    <a:pt x="1994664" y="73684"/>
                  </a:lnTo>
                  <a:lnTo>
                    <a:pt x="1890947" y="61087"/>
                  </a:lnTo>
                  <a:lnTo>
                    <a:pt x="1781828" y="49696"/>
                  </a:lnTo>
                  <a:lnTo>
                    <a:pt x="1669101" y="39494"/>
                  </a:lnTo>
                  <a:lnTo>
                    <a:pt x="1555356" y="30493"/>
                  </a:lnTo>
                  <a:lnTo>
                    <a:pt x="1443918" y="22718"/>
                  </a:lnTo>
                  <a:lnTo>
                    <a:pt x="1338638" y="16191"/>
                  </a:lnTo>
                  <a:lnTo>
                    <a:pt x="1243490" y="10912"/>
                  </a:lnTo>
                  <a:lnTo>
                    <a:pt x="1162038" y="6844"/>
                  </a:lnTo>
                  <a:lnTo>
                    <a:pt x="1096864" y="3898"/>
                  </a:lnTo>
                  <a:lnTo>
                    <a:pt x="1049088" y="1935"/>
                  </a:lnTo>
                  <a:lnTo>
                    <a:pt x="1018104" y="774"/>
                  </a:lnTo>
                  <a:lnTo>
                    <a:pt x="1001576" y="207"/>
                  </a:lnTo>
                  <a:lnTo>
                    <a:pt x="995604" y="1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48" name="pl747"/>
            <p:cNvSpPr/>
            <p:nvPr/>
          </p:nvSpPr>
          <p:spPr>
            <a:xfrm>
              <a:off x="1199187" y="2955553"/>
              <a:ext cx="12049831" cy="3029086"/>
            </a:xfrm>
            <a:custGeom>
              <a:avLst/>
              <a:pathLst>
                <a:path w="12049831" h="3029086">
                  <a:moveTo>
                    <a:pt x="0" y="0"/>
                  </a:moveTo>
                  <a:lnTo>
                    <a:pt x="994940" y="0"/>
                  </a:lnTo>
                  <a:lnTo>
                    <a:pt x="996052" y="32"/>
                  </a:lnTo>
                  <a:lnTo>
                    <a:pt x="1003395" y="267"/>
                  </a:lnTo>
                  <a:lnTo>
                    <a:pt x="1022016" y="914"/>
                  </a:lnTo>
                  <a:lnTo>
                    <a:pt x="1055576" y="2190"/>
                  </a:lnTo>
                  <a:lnTo>
                    <a:pt x="1106146" y="4299"/>
                  </a:lnTo>
                  <a:lnTo>
                    <a:pt x="1174045" y="7417"/>
                  </a:lnTo>
                  <a:lnTo>
                    <a:pt x="1257897" y="11675"/>
                  </a:lnTo>
                  <a:lnTo>
                    <a:pt x="1354927" y="17153"/>
                  </a:lnTo>
                  <a:lnTo>
                    <a:pt x="1461464" y="23881"/>
                  </a:lnTo>
                  <a:lnTo>
                    <a:pt x="1573520" y="31854"/>
                  </a:lnTo>
                  <a:lnTo>
                    <a:pt x="1687308" y="41048"/>
                  </a:lnTo>
                  <a:lnTo>
                    <a:pt x="1799610" y="51441"/>
                  </a:lnTo>
                  <a:lnTo>
                    <a:pt x="1907965" y="63024"/>
                  </a:lnTo>
                  <a:lnTo>
                    <a:pt x="2010699" y="75817"/>
                  </a:lnTo>
                  <a:lnTo>
                    <a:pt x="2106855" y="89876"/>
                  </a:lnTo>
                  <a:lnTo>
                    <a:pt x="2196058" y="105295"/>
                  </a:lnTo>
                  <a:lnTo>
                    <a:pt x="2278379" y="122203"/>
                  </a:lnTo>
                  <a:lnTo>
                    <a:pt x="2354198" y="140772"/>
                  </a:lnTo>
                  <a:lnTo>
                    <a:pt x="2424097" y="161200"/>
                  </a:lnTo>
                  <a:lnTo>
                    <a:pt x="2488776" y="183713"/>
                  </a:lnTo>
                  <a:lnTo>
                    <a:pt x="2548990" y="208546"/>
                  </a:lnTo>
                  <a:lnTo>
                    <a:pt x="2605502" y="235925"/>
                  </a:lnTo>
                  <a:lnTo>
                    <a:pt x="2659039" y="266029"/>
                  </a:lnTo>
                  <a:lnTo>
                    <a:pt x="2702183" y="293475"/>
                  </a:lnTo>
                  <a:lnTo>
                    <a:pt x="2753543" y="329963"/>
                  </a:lnTo>
                  <a:lnTo>
                    <a:pt x="2803481" y="369507"/>
                  </a:lnTo>
                  <a:lnTo>
                    <a:pt x="2852440" y="412165"/>
                  </a:lnTo>
                  <a:lnTo>
                    <a:pt x="2900763" y="457930"/>
                  </a:lnTo>
                  <a:lnTo>
                    <a:pt x="2948713" y="506718"/>
                  </a:lnTo>
                  <a:lnTo>
                    <a:pt x="2996484" y="558365"/>
                  </a:lnTo>
                  <a:lnTo>
                    <a:pt x="3044209" y="612624"/>
                  </a:lnTo>
                  <a:lnTo>
                    <a:pt x="3091970" y="669162"/>
                  </a:lnTo>
                  <a:lnTo>
                    <a:pt x="3139807" y="727572"/>
                  </a:lnTo>
                  <a:lnTo>
                    <a:pt x="3187725" y="787376"/>
                  </a:lnTo>
                  <a:lnTo>
                    <a:pt x="3235702" y="848046"/>
                  </a:lnTo>
                  <a:lnTo>
                    <a:pt x="3283701" y="909021"/>
                  </a:lnTo>
                  <a:lnTo>
                    <a:pt x="3331681" y="969727"/>
                  </a:lnTo>
                  <a:lnTo>
                    <a:pt x="3379603" y="1029600"/>
                  </a:lnTo>
                  <a:lnTo>
                    <a:pt x="3427446" y="1088111"/>
                  </a:lnTo>
                  <a:lnTo>
                    <a:pt x="3475211" y="1144778"/>
                  </a:lnTo>
                  <a:lnTo>
                    <a:pt x="3522936" y="1199189"/>
                  </a:lnTo>
                  <a:lnTo>
                    <a:pt x="3570700" y="1251007"/>
                  </a:lnTo>
                  <a:lnTo>
                    <a:pt x="3618634" y="1299978"/>
                  </a:lnTo>
                  <a:lnTo>
                    <a:pt x="3666927" y="1345934"/>
                  </a:lnTo>
                  <a:lnTo>
                    <a:pt x="3715837" y="1388786"/>
                  </a:lnTo>
                  <a:lnTo>
                    <a:pt x="3765703" y="1428522"/>
                  </a:lnTo>
                  <a:lnTo>
                    <a:pt x="3816960" y="1465197"/>
                  </a:lnTo>
                  <a:lnTo>
                    <a:pt x="3820202" y="1467377"/>
                  </a:lnTo>
                  <a:lnTo>
                    <a:pt x="3871753" y="1499835"/>
                  </a:lnTo>
                  <a:lnTo>
                    <a:pt x="3925720" y="1529493"/>
                  </a:lnTo>
                  <a:lnTo>
                    <a:pt x="3982774" y="1556450"/>
                  </a:lnTo>
                  <a:lnTo>
                    <a:pt x="4043652" y="1580896"/>
                  </a:lnTo>
                  <a:lnTo>
                    <a:pt x="4109117" y="1603060"/>
                  </a:lnTo>
                  <a:lnTo>
                    <a:pt x="4179920" y="1623175"/>
                  </a:lnTo>
                  <a:lnTo>
                    <a:pt x="4256745" y="1641465"/>
                  </a:lnTo>
                  <a:lnTo>
                    <a:pt x="4340150" y="1658124"/>
                  </a:lnTo>
                  <a:lnTo>
                    <a:pt x="4430473" y="1673317"/>
                  </a:lnTo>
                  <a:lnTo>
                    <a:pt x="4527721" y="1687168"/>
                  </a:lnTo>
                  <a:lnTo>
                    <a:pt x="4631438" y="1699765"/>
                  </a:lnTo>
                  <a:lnTo>
                    <a:pt x="4740557" y="1711156"/>
                  </a:lnTo>
                  <a:lnTo>
                    <a:pt x="4853284" y="1721358"/>
                  </a:lnTo>
                  <a:lnTo>
                    <a:pt x="4967029" y="1730359"/>
                  </a:lnTo>
                  <a:lnTo>
                    <a:pt x="5078467" y="1738134"/>
                  </a:lnTo>
                  <a:lnTo>
                    <a:pt x="5183747" y="1744661"/>
                  </a:lnTo>
                  <a:lnTo>
                    <a:pt x="5278895" y="1749940"/>
                  </a:lnTo>
                  <a:lnTo>
                    <a:pt x="5360347" y="1754008"/>
                  </a:lnTo>
                  <a:lnTo>
                    <a:pt x="5425521" y="1756954"/>
                  </a:lnTo>
                  <a:lnTo>
                    <a:pt x="5473297" y="1758917"/>
                  </a:lnTo>
                  <a:lnTo>
                    <a:pt x="5504281" y="1760078"/>
                  </a:lnTo>
                  <a:lnTo>
                    <a:pt x="5520809" y="1760645"/>
                  </a:lnTo>
                  <a:lnTo>
                    <a:pt x="5526781" y="1760833"/>
                  </a:lnTo>
                  <a:lnTo>
                    <a:pt x="5527445" y="1760853"/>
                  </a:lnTo>
                  <a:lnTo>
                    <a:pt x="6522385" y="1760853"/>
                  </a:lnTo>
                  <a:lnTo>
                    <a:pt x="6523509" y="1760877"/>
                  </a:lnTo>
                  <a:lnTo>
                    <a:pt x="6530927" y="1761047"/>
                  </a:lnTo>
                  <a:lnTo>
                    <a:pt x="6549730" y="1761518"/>
                  </a:lnTo>
                  <a:lnTo>
                    <a:pt x="6583607" y="1762447"/>
                  </a:lnTo>
                  <a:lnTo>
                    <a:pt x="6634627" y="1763982"/>
                  </a:lnTo>
                  <a:lnTo>
                    <a:pt x="6703088" y="1766251"/>
                  </a:lnTo>
                  <a:lnTo>
                    <a:pt x="6787566" y="1769347"/>
                  </a:lnTo>
                  <a:lnTo>
                    <a:pt x="6885231" y="1773330"/>
                  </a:lnTo>
                  <a:lnTo>
                    <a:pt x="6992359" y="1778219"/>
                  </a:lnTo>
                  <a:lnTo>
                    <a:pt x="7104921" y="1784011"/>
                  </a:lnTo>
                  <a:lnTo>
                    <a:pt x="7219103" y="1790689"/>
                  </a:lnTo>
                  <a:lnTo>
                    <a:pt x="7331679" y="1798234"/>
                  </a:lnTo>
                  <a:lnTo>
                    <a:pt x="7440194" y="1806643"/>
                  </a:lnTo>
                  <a:lnTo>
                    <a:pt x="7542992" y="1815932"/>
                  </a:lnTo>
                  <a:lnTo>
                    <a:pt x="7639135" y="1826141"/>
                  </a:lnTo>
                  <a:lnTo>
                    <a:pt x="7728271" y="1837340"/>
                  </a:lnTo>
                  <a:lnTo>
                    <a:pt x="7810491" y="1849626"/>
                  </a:lnTo>
                  <a:lnTo>
                    <a:pt x="7886194" y="1863124"/>
                  </a:lnTo>
                  <a:lnTo>
                    <a:pt x="7955977" y="1877980"/>
                  </a:lnTo>
                  <a:lnTo>
                    <a:pt x="8020553" y="1894360"/>
                  </a:lnTo>
                  <a:lnTo>
                    <a:pt x="8080686" y="1912434"/>
                  </a:lnTo>
                  <a:lnTo>
                    <a:pt x="8137146" y="1932366"/>
                  </a:lnTo>
                  <a:lnTo>
                    <a:pt x="8190665" y="1954281"/>
                  </a:lnTo>
                  <a:lnTo>
                    <a:pt x="8229629" y="1972225"/>
                  </a:lnTo>
                  <a:lnTo>
                    <a:pt x="8284798" y="2000575"/>
                  </a:lnTo>
                  <a:lnTo>
                    <a:pt x="8338365" y="2031476"/>
                  </a:lnTo>
                  <a:lnTo>
                    <a:pt x="8390864" y="2064973"/>
                  </a:lnTo>
                  <a:lnTo>
                    <a:pt x="8442703" y="2101046"/>
                  </a:lnTo>
                  <a:lnTo>
                    <a:pt x="8494185" y="2139604"/>
                  </a:lnTo>
                  <a:lnTo>
                    <a:pt x="8545524" y="2180472"/>
                  </a:lnTo>
                  <a:lnTo>
                    <a:pt x="8596860" y="2223398"/>
                  </a:lnTo>
                  <a:lnTo>
                    <a:pt x="8648267" y="2268050"/>
                  </a:lnTo>
                  <a:lnTo>
                    <a:pt x="8699769" y="2314026"/>
                  </a:lnTo>
                  <a:lnTo>
                    <a:pt x="8751349" y="2360869"/>
                  </a:lnTo>
                  <a:lnTo>
                    <a:pt x="8802967" y="2408082"/>
                  </a:lnTo>
                  <a:lnTo>
                    <a:pt x="8854570" y="2455152"/>
                  </a:lnTo>
                  <a:lnTo>
                    <a:pt x="8906111" y="2501573"/>
                  </a:lnTo>
                  <a:lnTo>
                    <a:pt x="8957560" y="2546868"/>
                  </a:lnTo>
                  <a:lnTo>
                    <a:pt x="9008921" y="2590607"/>
                  </a:lnTo>
                  <a:lnTo>
                    <a:pt x="9060246" y="2632427"/>
                  </a:lnTo>
                  <a:lnTo>
                    <a:pt x="9111642" y="2672038"/>
                  </a:lnTo>
                  <a:lnTo>
                    <a:pt x="9163291" y="2709233"/>
                  </a:lnTo>
                  <a:lnTo>
                    <a:pt x="9215452" y="2743883"/>
                  </a:lnTo>
                  <a:lnTo>
                    <a:pt x="9268486" y="2775936"/>
                  </a:lnTo>
                  <a:lnTo>
                    <a:pt x="9322867" y="2805412"/>
                  </a:lnTo>
                  <a:lnTo>
                    <a:pt x="9347647" y="2817714"/>
                  </a:lnTo>
                  <a:lnTo>
                    <a:pt x="9399382" y="2841169"/>
                  </a:lnTo>
                  <a:lnTo>
                    <a:pt x="9453551" y="2862594"/>
                  </a:lnTo>
                  <a:lnTo>
                    <a:pt x="9510835" y="2882061"/>
                  </a:lnTo>
                  <a:lnTo>
                    <a:pt x="9571977" y="2899708"/>
                  </a:lnTo>
                  <a:lnTo>
                    <a:pt x="9637749" y="2915702"/>
                  </a:lnTo>
                  <a:lnTo>
                    <a:pt x="9708907" y="2930214"/>
                  </a:lnTo>
                  <a:lnTo>
                    <a:pt x="9786145" y="2943404"/>
                  </a:lnTo>
                  <a:lnTo>
                    <a:pt x="9870018" y="2955416"/>
                  </a:lnTo>
                  <a:lnTo>
                    <a:pt x="9960863" y="2966366"/>
                  </a:lnTo>
                  <a:lnTo>
                    <a:pt x="10058675" y="2976346"/>
                  </a:lnTo>
                  <a:lnTo>
                    <a:pt x="10162974" y="2985418"/>
                  </a:lnTo>
                  <a:lnTo>
                    <a:pt x="10272658" y="2993617"/>
                  </a:lnTo>
                  <a:lnTo>
                    <a:pt x="10385881" y="3000953"/>
                  </a:lnTo>
                  <a:lnTo>
                    <a:pt x="10499993" y="3007417"/>
                  </a:lnTo>
                  <a:lnTo>
                    <a:pt x="10611600" y="3012991"/>
                  </a:lnTo>
                  <a:lnTo>
                    <a:pt x="10716798" y="3017660"/>
                  </a:lnTo>
                  <a:lnTo>
                    <a:pt x="10811577" y="3021423"/>
                  </a:lnTo>
                  <a:lnTo>
                    <a:pt x="10892377" y="3024312"/>
                  </a:lnTo>
                  <a:lnTo>
                    <a:pt x="10956669" y="3026393"/>
                  </a:lnTo>
                  <a:lnTo>
                    <a:pt x="11003428" y="3027768"/>
                  </a:lnTo>
                  <a:lnTo>
                    <a:pt x="11033387" y="3028571"/>
                  </a:lnTo>
                  <a:lnTo>
                    <a:pt x="11049027" y="3028955"/>
                  </a:lnTo>
                  <a:lnTo>
                    <a:pt x="11054397" y="3029076"/>
                  </a:lnTo>
                  <a:lnTo>
                    <a:pt x="11054891" y="3029086"/>
                  </a:lnTo>
                  <a:lnTo>
                    <a:pt x="12049831" y="3029086"/>
                  </a:lnTo>
                  <a:lnTo>
                    <a:pt x="12049831" y="30290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9" name="pl748"/>
            <p:cNvSpPr/>
            <p:nvPr/>
          </p:nvSpPr>
          <p:spPr>
            <a:xfrm>
              <a:off x="1199187" y="2950312"/>
              <a:ext cx="12049831" cy="3029086"/>
            </a:xfrm>
            <a:custGeom>
              <a:avLst/>
              <a:pathLst>
                <a:path w="12049831" h="3029086">
                  <a:moveTo>
                    <a:pt x="12049831" y="3029086"/>
                  </a:moveTo>
                  <a:lnTo>
                    <a:pt x="11054891" y="3029086"/>
                  </a:lnTo>
                  <a:lnTo>
                    <a:pt x="11053767" y="3029062"/>
                  </a:lnTo>
                  <a:lnTo>
                    <a:pt x="11046350" y="3028891"/>
                  </a:lnTo>
                  <a:lnTo>
                    <a:pt x="11027547" y="3028420"/>
                  </a:lnTo>
                  <a:lnTo>
                    <a:pt x="10993670" y="3027491"/>
                  </a:lnTo>
                  <a:lnTo>
                    <a:pt x="10942649" y="3025956"/>
                  </a:lnTo>
                  <a:lnTo>
                    <a:pt x="10874189" y="3023688"/>
                  </a:lnTo>
                  <a:lnTo>
                    <a:pt x="10789711" y="3020591"/>
                  </a:lnTo>
                  <a:lnTo>
                    <a:pt x="10692046" y="3016609"/>
                  </a:lnTo>
                  <a:lnTo>
                    <a:pt x="10584917" y="3011720"/>
                  </a:lnTo>
                  <a:lnTo>
                    <a:pt x="10472356" y="3005927"/>
                  </a:lnTo>
                  <a:lnTo>
                    <a:pt x="10358174" y="2999250"/>
                  </a:lnTo>
                  <a:lnTo>
                    <a:pt x="10245598" y="2991704"/>
                  </a:lnTo>
                  <a:lnTo>
                    <a:pt x="10137083" y="2983295"/>
                  </a:lnTo>
                  <a:lnTo>
                    <a:pt x="10034285" y="2974007"/>
                  </a:lnTo>
                  <a:lnTo>
                    <a:pt x="9938142" y="2963798"/>
                  </a:lnTo>
                  <a:lnTo>
                    <a:pt x="9849006" y="2952599"/>
                  </a:lnTo>
                  <a:lnTo>
                    <a:pt x="9766785" y="2940313"/>
                  </a:lnTo>
                  <a:lnTo>
                    <a:pt x="9691083" y="2926815"/>
                  </a:lnTo>
                  <a:lnTo>
                    <a:pt x="9621300" y="2911958"/>
                  </a:lnTo>
                  <a:lnTo>
                    <a:pt x="9556724" y="2895579"/>
                  </a:lnTo>
                  <a:lnTo>
                    <a:pt x="9496590" y="2877504"/>
                  </a:lnTo>
                  <a:lnTo>
                    <a:pt x="9440130" y="2857572"/>
                  </a:lnTo>
                  <a:lnTo>
                    <a:pt x="9386611" y="2835657"/>
                  </a:lnTo>
                  <a:lnTo>
                    <a:pt x="9347647" y="2817714"/>
                  </a:lnTo>
                  <a:lnTo>
                    <a:pt x="9292478" y="2789363"/>
                  </a:lnTo>
                  <a:lnTo>
                    <a:pt x="9238911" y="2758463"/>
                  </a:lnTo>
                  <a:lnTo>
                    <a:pt x="9186412" y="2724966"/>
                  </a:lnTo>
                  <a:lnTo>
                    <a:pt x="9134573" y="2688892"/>
                  </a:lnTo>
                  <a:lnTo>
                    <a:pt x="9083091" y="2650335"/>
                  </a:lnTo>
                  <a:lnTo>
                    <a:pt x="9031752" y="2609467"/>
                  </a:lnTo>
                  <a:lnTo>
                    <a:pt x="8980417" y="2566541"/>
                  </a:lnTo>
                  <a:lnTo>
                    <a:pt x="8929010" y="2521889"/>
                  </a:lnTo>
                  <a:lnTo>
                    <a:pt x="8877508" y="2475912"/>
                  </a:lnTo>
                  <a:lnTo>
                    <a:pt x="8825927" y="2429069"/>
                  </a:lnTo>
                  <a:lnTo>
                    <a:pt x="8774310" y="2381856"/>
                  </a:lnTo>
                  <a:lnTo>
                    <a:pt x="8722706" y="2334786"/>
                  </a:lnTo>
                  <a:lnTo>
                    <a:pt x="8671166" y="2288365"/>
                  </a:lnTo>
                  <a:lnTo>
                    <a:pt x="8619717" y="2243071"/>
                  </a:lnTo>
                  <a:lnTo>
                    <a:pt x="8568356" y="2199331"/>
                  </a:lnTo>
                  <a:lnTo>
                    <a:pt x="8517031" y="2157512"/>
                  </a:lnTo>
                  <a:lnTo>
                    <a:pt x="8465634" y="2117900"/>
                  </a:lnTo>
                  <a:lnTo>
                    <a:pt x="8413986" y="2080706"/>
                  </a:lnTo>
                  <a:lnTo>
                    <a:pt x="8361824" y="2046056"/>
                  </a:lnTo>
                  <a:lnTo>
                    <a:pt x="8308790" y="2014002"/>
                  </a:lnTo>
                  <a:lnTo>
                    <a:pt x="8254409" y="1984527"/>
                  </a:lnTo>
                  <a:lnTo>
                    <a:pt x="8229629" y="1972225"/>
                  </a:lnTo>
                  <a:lnTo>
                    <a:pt x="8177895" y="1948770"/>
                  </a:lnTo>
                  <a:lnTo>
                    <a:pt x="8123725" y="1927345"/>
                  </a:lnTo>
                  <a:lnTo>
                    <a:pt x="8066442" y="1907878"/>
                  </a:lnTo>
                  <a:lnTo>
                    <a:pt x="8005300" y="1890230"/>
                  </a:lnTo>
                  <a:lnTo>
                    <a:pt x="7939528" y="1874237"/>
                  </a:lnTo>
                  <a:lnTo>
                    <a:pt x="7868369" y="1859725"/>
                  </a:lnTo>
                  <a:lnTo>
                    <a:pt x="7791132" y="1846534"/>
                  </a:lnTo>
                  <a:lnTo>
                    <a:pt x="7707258" y="1834523"/>
                  </a:lnTo>
                  <a:lnTo>
                    <a:pt x="7616413" y="1823572"/>
                  </a:lnTo>
                  <a:lnTo>
                    <a:pt x="7518601" y="1813592"/>
                  </a:lnTo>
                  <a:lnTo>
                    <a:pt x="7414302" y="1804520"/>
                  </a:lnTo>
                  <a:lnTo>
                    <a:pt x="7304618" y="1796321"/>
                  </a:lnTo>
                  <a:lnTo>
                    <a:pt x="7191396" y="1788986"/>
                  </a:lnTo>
                  <a:lnTo>
                    <a:pt x="7077284" y="1782522"/>
                  </a:lnTo>
                  <a:lnTo>
                    <a:pt x="6965676" y="1776948"/>
                  </a:lnTo>
                  <a:lnTo>
                    <a:pt x="6860478" y="1772279"/>
                  </a:lnTo>
                  <a:lnTo>
                    <a:pt x="6765699" y="1768515"/>
                  </a:lnTo>
                  <a:lnTo>
                    <a:pt x="6684899" y="1765626"/>
                  </a:lnTo>
                  <a:lnTo>
                    <a:pt x="6620608" y="1763546"/>
                  </a:lnTo>
                  <a:lnTo>
                    <a:pt x="6573848" y="1762171"/>
                  </a:lnTo>
                  <a:lnTo>
                    <a:pt x="6543890" y="1761368"/>
                  </a:lnTo>
                  <a:lnTo>
                    <a:pt x="6528249" y="1760984"/>
                  </a:lnTo>
                  <a:lnTo>
                    <a:pt x="6522879" y="1760863"/>
                  </a:lnTo>
                  <a:lnTo>
                    <a:pt x="6522385" y="1760853"/>
                  </a:lnTo>
                  <a:lnTo>
                    <a:pt x="5527445" y="1760853"/>
                  </a:lnTo>
                  <a:lnTo>
                    <a:pt x="5526333" y="1760820"/>
                  </a:lnTo>
                  <a:lnTo>
                    <a:pt x="5518989" y="1760585"/>
                  </a:lnTo>
                  <a:lnTo>
                    <a:pt x="5500369" y="1759938"/>
                  </a:lnTo>
                  <a:lnTo>
                    <a:pt x="5466809" y="1758662"/>
                  </a:lnTo>
                  <a:lnTo>
                    <a:pt x="5416239" y="1756553"/>
                  </a:lnTo>
                  <a:lnTo>
                    <a:pt x="5348340" y="1753435"/>
                  </a:lnTo>
                  <a:lnTo>
                    <a:pt x="5264488" y="1749177"/>
                  </a:lnTo>
                  <a:lnTo>
                    <a:pt x="5167458" y="1743699"/>
                  </a:lnTo>
                  <a:lnTo>
                    <a:pt x="5060921" y="1736972"/>
                  </a:lnTo>
                  <a:lnTo>
                    <a:pt x="4948865" y="1728998"/>
                  </a:lnTo>
                  <a:lnTo>
                    <a:pt x="4835077" y="1719804"/>
                  </a:lnTo>
                  <a:lnTo>
                    <a:pt x="4722775" y="1709411"/>
                  </a:lnTo>
                  <a:lnTo>
                    <a:pt x="4614420" y="1697828"/>
                  </a:lnTo>
                  <a:lnTo>
                    <a:pt x="4511686" y="1685035"/>
                  </a:lnTo>
                  <a:lnTo>
                    <a:pt x="4415530" y="1670976"/>
                  </a:lnTo>
                  <a:lnTo>
                    <a:pt x="4326327" y="1655558"/>
                  </a:lnTo>
                  <a:lnTo>
                    <a:pt x="4244006" y="1638649"/>
                  </a:lnTo>
                  <a:lnTo>
                    <a:pt x="4168187" y="1620080"/>
                  </a:lnTo>
                  <a:lnTo>
                    <a:pt x="4098288" y="1599652"/>
                  </a:lnTo>
                  <a:lnTo>
                    <a:pt x="4033609" y="1577139"/>
                  </a:lnTo>
                  <a:lnTo>
                    <a:pt x="3973395" y="1552306"/>
                  </a:lnTo>
                  <a:lnTo>
                    <a:pt x="3916883" y="1524927"/>
                  </a:lnTo>
                  <a:lnTo>
                    <a:pt x="3863346" y="1494823"/>
                  </a:lnTo>
                  <a:lnTo>
                    <a:pt x="3820202" y="1467377"/>
                  </a:lnTo>
                  <a:lnTo>
                    <a:pt x="3768842" y="1430889"/>
                  </a:lnTo>
                  <a:lnTo>
                    <a:pt x="3718904" y="1391345"/>
                  </a:lnTo>
                  <a:lnTo>
                    <a:pt x="3669945" y="1348687"/>
                  </a:lnTo>
                  <a:lnTo>
                    <a:pt x="3621622" y="1302922"/>
                  </a:lnTo>
                  <a:lnTo>
                    <a:pt x="3573672" y="1254134"/>
                  </a:lnTo>
                  <a:lnTo>
                    <a:pt x="3525901" y="1202487"/>
                  </a:lnTo>
                  <a:lnTo>
                    <a:pt x="3478176" y="1148228"/>
                  </a:lnTo>
                  <a:lnTo>
                    <a:pt x="3430415" y="1091690"/>
                  </a:lnTo>
                  <a:lnTo>
                    <a:pt x="3382578" y="1033280"/>
                  </a:lnTo>
                  <a:lnTo>
                    <a:pt x="3334660" y="973476"/>
                  </a:lnTo>
                  <a:lnTo>
                    <a:pt x="3286683" y="912806"/>
                  </a:lnTo>
                  <a:lnTo>
                    <a:pt x="3238684" y="851831"/>
                  </a:lnTo>
                  <a:lnTo>
                    <a:pt x="3190704" y="791125"/>
                  </a:lnTo>
                  <a:lnTo>
                    <a:pt x="3142782" y="731252"/>
                  </a:lnTo>
                  <a:lnTo>
                    <a:pt x="3094939" y="672741"/>
                  </a:lnTo>
                  <a:lnTo>
                    <a:pt x="3047174" y="616074"/>
                  </a:lnTo>
                  <a:lnTo>
                    <a:pt x="2999449" y="561663"/>
                  </a:lnTo>
                  <a:lnTo>
                    <a:pt x="2951685" y="509845"/>
                  </a:lnTo>
                  <a:lnTo>
                    <a:pt x="2903751" y="460874"/>
                  </a:lnTo>
                  <a:lnTo>
                    <a:pt x="2855458" y="414918"/>
                  </a:lnTo>
                  <a:lnTo>
                    <a:pt x="2806547" y="372066"/>
                  </a:lnTo>
                  <a:lnTo>
                    <a:pt x="2756682" y="332330"/>
                  </a:lnTo>
                  <a:lnTo>
                    <a:pt x="2705425" y="295655"/>
                  </a:lnTo>
                  <a:lnTo>
                    <a:pt x="2702183" y="293475"/>
                  </a:lnTo>
                  <a:lnTo>
                    <a:pt x="2650632" y="261017"/>
                  </a:lnTo>
                  <a:lnTo>
                    <a:pt x="2596665" y="231359"/>
                  </a:lnTo>
                  <a:lnTo>
                    <a:pt x="2539611" y="204402"/>
                  </a:lnTo>
                  <a:lnTo>
                    <a:pt x="2478733" y="179956"/>
                  </a:lnTo>
                  <a:lnTo>
                    <a:pt x="2413268" y="157793"/>
                  </a:lnTo>
                  <a:lnTo>
                    <a:pt x="2342465" y="137677"/>
                  </a:lnTo>
                  <a:lnTo>
                    <a:pt x="2265640" y="119387"/>
                  </a:lnTo>
                  <a:lnTo>
                    <a:pt x="2182235" y="102728"/>
                  </a:lnTo>
                  <a:lnTo>
                    <a:pt x="2091912" y="87535"/>
                  </a:lnTo>
                  <a:lnTo>
                    <a:pt x="1994664" y="73684"/>
                  </a:lnTo>
                  <a:lnTo>
                    <a:pt x="1890947" y="61087"/>
                  </a:lnTo>
                  <a:lnTo>
                    <a:pt x="1781828" y="49696"/>
                  </a:lnTo>
                  <a:lnTo>
                    <a:pt x="1669101" y="39494"/>
                  </a:lnTo>
                  <a:lnTo>
                    <a:pt x="1555356" y="30493"/>
                  </a:lnTo>
                  <a:lnTo>
                    <a:pt x="1443918" y="22718"/>
                  </a:lnTo>
                  <a:lnTo>
                    <a:pt x="1338638" y="16191"/>
                  </a:lnTo>
                  <a:lnTo>
                    <a:pt x="1243490" y="10912"/>
                  </a:lnTo>
                  <a:lnTo>
                    <a:pt x="1162038" y="6844"/>
                  </a:lnTo>
                  <a:lnTo>
                    <a:pt x="1096864" y="3898"/>
                  </a:lnTo>
                  <a:lnTo>
                    <a:pt x="1049088" y="1935"/>
                  </a:lnTo>
                  <a:lnTo>
                    <a:pt x="1018104" y="774"/>
                  </a:lnTo>
                  <a:lnTo>
                    <a:pt x="1001576" y="207"/>
                  </a:lnTo>
                  <a:lnTo>
                    <a:pt x="995604" y="1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0" name="pg749"/>
            <p:cNvSpPr/>
            <p:nvPr/>
          </p:nvSpPr>
          <p:spPr>
            <a:xfrm>
              <a:off x="1199187" y="2955553"/>
              <a:ext cx="12049831" cy="3322562"/>
            </a:xfrm>
            <a:custGeom>
              <a:avLst/>
              <a:pathLst>
                <a:path w="12049831" h="3322562">
                  <a:moveTo>
                    <a:pt x="0" y="5240"/>
                  </a:moveTo>
                  <a:lnTo>
                    <a:pt x="994940" y="5240"/>
                  </a:lnTo>
                  <a:lnTo>
                    <a:pt x="996052" y="5273"/>
                  </a:lnTo>
                  <a:lnTo>
                    <a:pt x="1003394" y="5508"/>
                  </a:lnTo>
                  <a:lnTo>
                    <a:pt x="1022012" y="6157"/>
                  </a:lnTo>
                  <a:lnTo>
                    <a:pt x="1055569" y="7437"/>
                  </a:lnTo>
                  <a:lnTo>
                    <a:pt x="1106133" y="9552"/>
                  </a:lnTo>
                  <a:lnTo>
                    <a:pt x="1174026" y="12679"/>
                  </a:lnTo>
                  <a:lnTo>
                    <a:pt x="1257870" y="16949"/>
                  </a:lnTo>
                  <a:lnTo>
                    <a:pt x="1354892" y="22442"/>
                  </a:lnTo>
                  <a:lnTo>
                    <a:pt x="1461421" y="29189"/>
                  </a:lnTo>
                  <a:lnTo>
                    <a:pt x="1573471" y="37185"/>
                  </a:lnTo>
                  <a:lnTo>
                    <a:pt x="1687255" y="46407"/>
                  </a:lnTo>
                  <a:lnTo>
                    <a:pt x="1799554" y="56829"/>
                  </a:lnTo>
                  <a:lnTo>
                    <a:pt x="1907906" y="68445"/>
                  </a:lnTo>
                  <a:lnTo>
                    <a:pt x="2010639" y="81275"/>
                  </a:lnTo>
                  <a:lnTo>
                    <a:pt x="2106795" y="95375"/>
                  </a:lnTo>
                  <a:lnTo>
                    <a:pt x="2196000" y="110837"/>
                  </a:lnTo>
                  <a:lnTo>
                    <a:pt x="2278322" y="127795"/>
                  </a:lnTo>
                  <a:lnTo>
                    <a:pt x="2354142" y="146416"/>
                  </a:lnTo>
                  <a:lnTo>
                    <a:pt x="2424042" y="166903"/>
                  </a:lnTo>
                  <a:lnTo>
                    <a:pt x="2488723" y="189480"/>
                  </a:lnTo>
                  <a:lnTo>
                    <a:pt x="2548938" y="214384"/>
                  </a:lnTo>
                  <a:lnTo>
                    <a:pt x="2605450" y="241841"/>
                  </a:lnTo>
                  <a:lnTo>
                    <a:pt x="2658987" y="272030"/>
                  </a:lnTo>
                  <a:lnTo>
                    <a:pt x="2702183" y="299589"/>
                  </a:lnTo>
                  <a:lnTo>
                    <a:pt x="2753503" y="336156"/>
                  </a:lnTo>
                  <a:lnTo>
                    <a:pt x="2803404" y="375783"/>
                  </a:lnTo>
                  <a:lnTo>
                    <a:pt x="2852327" y="418529"/>
                  </a:lnTo>
                  <a:lnTo>
                    <a:pt x="2900613" y="464385"/>
                  </a:lnTo>
                  <a:lnTo>
                    <a:pt x="2948527" y="513270"/>
                  </a:lnTo>
                  <a:lnTo>
                    <a:pt x="2996261" y="565019"/>
                  </a:lnTo>
                  <a:lnTo>
                    <a:pt x="3043948" y="619384"/>
                  </a:lnTo>
                  <a:lnTo>
                    <a:pt x="3091672" y="676035"/>
                  </a:lnTo>
                  <a:lnTo>
                    <a:pt x="3139471" y="734561"/>
                  </a:lnTo>
                  <a:lnTo>
                    <a:pt x="3187351" y="794488"/>
                  </a:lnTo>
                  <a:lnTo>
                    <a:pt x="3235290" y="855287"/>
                  </a:lnTo>
                  <a:lnTo>
                    <a:pt x="3283252" y="916395"/>
                  </a:lnTo>
                  <a:lnTo>
                    <a:pt x="3331195" y="977239"/>
                  </a:lnTo>
                  <a:lnTo>
                    <a:pt x="3379081" y="1037256"/>
                  </a:lnTo>
                  <a:lnTo>
                    <a:pt x="3426887" y="1095913"/>
                  </a:lnTo>
                  <a:lnTo>
                    <a:pt x="3474615" y="1152730"/>
                  </a:lnTo>
                  <a:lnTo>
                    <a:pt x="3522303" y="1207292"/>
                  </a:lnTo>
                  <a:lnTo>
                    <a:pt x="3570029" y="1259260"/>
                  </a:lnTo>
                  <a:lnTo>
                    <a:pt x="3617922" y="1308382"/>
                  </a:lnTo>
                  <a:lnTo>
                    <a:pt x="3666170" y="1354485"/>
                  </a:lnTo>
                  <a:lnTo>
                    <a:pt x="3715030" y="1397481"/>
                  </a:lnTo>
                  <a:lnTo>
                    <a:pt x="3764838" y="1437357"/>
                  </a:lnTo>
                  <a:lnTo>
                    <a:pt x="3816025" y="1474165"/>
                  </a:lnTo>
                  <a:lnTo>
                    <a:pt x="3820202" y="1476985"/>
                  </a:lnTo>
                  <a:lnTo>
                    <a:pt x="3871750" y="1509538"/>
                  </a:lnTo>
                  <a:lnTo>
                    <a:pt x="3925715" y="1539283"/>
                  </a:lnTo>
                  <a:lnTo>
                    <a:pt x="3982766" y="1566320"/>
                  </a:lnTo>
                  <a:lnTo>
                    <a:pt x="4043641" y="1590838"/>
                  </a:lnTo>
                  <a:lnTo>
                    <a:pt x="4109103" y="1613067"/>
                  </a:lnTo>
                  <a:lnTo>
                    <a:pt x="4179901" y="1633242"/>
                  </a:lnTo>
                  <a:lnTo>
                    <a:pt x="4256721" y="1651585"/>
                  </a:lnTo>
                  <a:lnTo>
                    <a:pt x="4340121" y="1668294"/>
                  </a:lnTo>
                  <a:lnTo>
                    <a:pt x="4430437" y="1683532"/>
                  </a:lnTo>
                  <a:lnTo>
                    <a:pt x="4527678" y="1697424"/>
                  </a:lnTo>
                  <a:lnTo>
                    <a:pt x="4631388" y="1710058"/>
                  </a:lnTo>
                  <a:lnTo>
                    <a:pt x="4740500" y="1721484"/>
                  </a:lnTo>
                  <a:lnTo>
                    <a:pt x="4853221" y="1731716"/>
                  </a:lnTo>
                  <a:lnTo>
                    <a:pt x="4966962" y="1740744"/>
                  </a:lnTo>
                  <a:lnTo>
                    <a:pt x="5078397" y="1748543"/>
                  </a:lnTo>
                  <a:lnTo>
                    <a:pt x="5183678" y="1755090"/>
                  </a:lnTo>
                  <a:lnTo>
                    <a:pt x="5278831" y="1760385"/>
                  </a:lnTo>
                  <a:lnTo>
                    <a:pt x="5360290" y="1764466"/>
                  </a:lnTo>
                  <a:lnTo>
                    <a:pt x="5425475" y="1767422"/>
                  </a:lnTo>
                  <a:lnTo>
                    <a:pt x="5473264" y="1769392"/>
                  </a:lnTo>
                  <a:lnTo>
                    <a:pt x="5504260" y="1770557"/>
                  </a:lnTo>
                  <a:lnTo>
                    <a:pt x="5520799" y="1771125"/>
                  </a:lnTo>
                  <a:lnTo>
                    <a:pt x="5526779" y="1771314"/>
                  </a:lnTo>
                  <a:lnTo>
                    <a:pt x="5527445" y="1771334"/>
                  </a:lnTo>
                  <a:lnTo>
                    <a:pt x="6522385" y="1771334"/>
                  </a:lnTo>
                  <a:lnTo>
                    <a:pt x="6523503" y="1771363"/>
                  </a:lnTo>
                  <a:lnTo>
                    <a:pt x="6530881" y="1771570"/>
                  </a:lnTo>
                  <a:lnTo>
                    <a:pt x="6549585" y="1772144"/>
                  </a:lnTo>
                  <a:lnTo>
                    <a:pt x="6583292" y="1773273"/>
                  </a:lnTo>
                  <a:lnTo>
                    <a:pt x="6634071" y="1775140"/>
                  </a:lnTo>
                  <a:lnTo>
                    <a:pt x="6702230" y="1777900"/>
                  </a:lnTo>
                  <a:lnTo>
                    <a:pt x="6786372" y="1781668"/>
                  </a:lnTo>
                  <a:lnTo>
                    <a:pt x="6883695" y="1786514"/>
                  </a:lnTo>
                  <a:lnTo>
                    <a:pt x="6990506" y="1792466"/>
                  </a:lnTo>
                  <a:lnTo>
                    <a:pt x="7102797" y="1799518"/>
                  </a:lnTo>
                  <a:lnTo>
                    <a:pt x="7216768" y="1807649"/>
                  </a:lnTo>
                  <a:lnTo>
                    <a:pt x="7329198" y="1816839"/>
                  </a:lnTo>
                  <a:lnTo>
                    <a:pt x="7437627" y="1827081"/>
                  </a:lnTo>
                  <a:lnTo>
                    <a:pt x="7540392" y="1838393"/>
                  </a:lnTo>
                  <a:lnTo>
                    <a:pt x="7636542" y="1850825"/>
                  </a:lnTo>
                  <a:lnTo>
                    <a:pt x="7725714" y="1864461"/>
                  </a:lnTo>
                  <a:lnTo>
                    <a:pt x="7807989" y="1879418"/>
                  </a:lnTo>
                  <a:lnTo>
                    <a:pt x="7883754" y="1895846"/>
                  </a:lnTo>
                  <a:lnTo>
                    <a:pt x="7953599" y="1913923"/>
                  </a:lnTo>
                  <a:lnTo>
                    <a:pt x="8018230" y="1933849"/>
                  </a:lnTo>
                  <a:lnTo>
                    <a:pt x="8078407" y="1955833"/>
                  </a:lnTo>
                  <a:lnTo>
                    <a:pt x="8134894" y="1980073"/>
                  </a:lnTo>
                  <a:lnTo>
                    <a:pt x="8188423" y="2006725"/>
                  </a:lnTo>
                  <a:lnTo>
                    <a:pt x="8229629" y="2029872"/>
                  </a:lnTo>
                  <a:lnTo>
                    <a:pt x="8282592" y="2063079"/>
                  </a:lnTo>
                  <a:lnTo>
                    <a:pt x="8334058" y="2099155"/>
                  </a:lnTo>
                  <a:lnTo>
                    <a:pt x="8384507" y="2138151"/>
                  </a:lnTo>
                  <a:lnTo>
                    <a:pt x="8434309" y="2180056"/>
                  </a:lnTo>
                  <a:lnTo>
                    <a:pt x="8483743" y="2224781"/>
                  </a:lnTo>
                  <a:lnTo>
                    <a:pt x="8533013" y="2272155"/>
                  </a:lnTo>
                  <a:lnTo>
                    <a:pt x="8582254" y="2321924"/>
                  </a:lnTo>
                  <a:lnTo>
                    <a:pt x="8631546" y="2373751"/>
                  </a:lnTo>
                  <a:lnTo>
                    <a:pt x="8680924" y="2427224"/>
                  </a:lnTo>
                  <a:lnTo>
                    <a:pt x="8730383" y="2481868"/>
                  </a:lnTo>
                  <a:lnTo>
                    <a:pt x="8779894" y="2537160"/>
                  </a:lnTo>
                  <a:lnTo>
                    <a:pt x="8829414" y="2592549"/>
                  </a:lnTo>
                  <a:lnTo>
                    <a:pt x="8878896" y="2647483"/>
                  </a:lnTo>
                  <a:lnTo>
                    <a:pt x="8928304" y="2701427"/>
                  </a:lnTo>
                  <a:lnTo>
                    <a:pt x="8977626" y="2753886"/>
                  </a:lnTo>
                  <a:lnTo>
                    <a:pt x="9026878" y="2804424"/>
                  </a:lnTo>
                  <a:lnTo>
                    <a:pt x="9076125" y="2852677"/>
                  </a:lnTo>
                  <a:lnTo>
                    <a:pt x="9125482" y="2898361"/>
                  </a:lnTo>
                  <a:lnTo>
                    <a:pt x="9175126" y="2941276"/>
                  </a:lnTo>
                  <a:lnTo>
                    <a:pt x="9225309" y="2981305"/>
                  </a:lnTo>
                  <a:lnTo>
                    <a:pt x="9276368" y="3018409"/>
                  </a:lnTo>
                  <a:lnTo>
                    <a:pt x="9328739" y="3052619"/>
                  </a:lnTo>
                  <a:lnTo>
                    <a:pt x="9347647" y="3064024"/>
                  </a:lnTo>
                  <a:lnTo>
                    <a:pt x="9399283" y="3092661"/>
                  </a:lnTo>
                  <a:lnTo>
                    <a:pt x="9453344" y="3118825"/>
                  </a:lnTo>
                  <a:lnTo>
                    <a:pt x="9510505" y="3142602"/>
                  </a:lnTo>
                  <a:lnTo>
                    <a:pt x="9571505" y="3164161"/>
                  </a:lnTo>
                  <a:lnTo>
                    <a:pt x="9637112" y="3183703"/>
                  </a:lnTo>
                  <a:lnTo>
                    <a:pt x="9708079" y="3201438"/>
                  </a:lnTo>
                  <a:lnTo>
                    <a:pt x="9785095" y="3217560"/>
                  </a:lnTo>
                  <a:lnTo>
                    <a:pt x="9868717" y="3232244"/>
                  </a:lnTo>
                  <a:lnTo>
                    <a:pt x="9959282" y="3245632"/>
                  </a:lnTo>
                  <a:lnTo>
                    <a:pt x="10056791" y="3257836"/>
                  </a:lnTo>
                  <a:lnTo>
                    <a:pt x="10160777" y="3268933"/>
                  </a:lnTo>
                  <a:lnTo>
                    <a:pt x="10270158" y="3278965"/>
                  </a:lnTo>
                  <a:lnTo>
                    <a:pt x="10383115" y="3287946"/>
                  </a:lnTo>
                  <a:lnTo>
                    <a:pt x="10497031" y="3295865"/>
                  </a:lnTo>
                  <a:lnTo>
                    <a:pt x="10608549" y="3302700"/>
                  </a:lnTo>
                  <a:lnTo>
                    <a:pt x="10713793" y="3308431"/>
                  </a:lnTo>
                  <a:lnTo>
                    <a:pt x="10808772" y="3313060"/>
                  </a:lnTo>
                  <a:lnTo>
                    <a:pt x="10889924" y="3316621"/>
                  </a:lnTo>
                  <a:lnTo>
                    <a:pt x="10954691" y="3319193"/>
                  </a:lnTo>
                  <a:lnTo>
                    <a:pt x="11001997" y="3320900"/>
                  </a:lnTo>
                  <a:lnTo>
                    <a:pt x="11032505" y="3321904"/>
                  </a:lnTo>
                  <a:lnTo>
                    <a:pt x="11048620" y="3322389"/>
                  </a:lnTo>
                  <a:lnTo>
                    <a:pt x="11054310" y="3322547"/>
                  </a:lnTo>
                  <a:lnTo>
                    <a:pt x="11054891" y="3322562"/>
                  </a:lnTo>
                  <a:lnTo>
                    <a:pt x="12049831" y="3322562"/>
                  </a:lnTo>
                  <a:lnTo>
                    <a:pt x="12049831" y="3317321"/>
                  </a:lnTo>
                  <a:lnTo>
                    <a:pt x="11054891" y="3317321"/>
                  </a:lnTo>
                  <a:lnTo>
                    <a:pt x="11053773" y="3317292"/>
                  </a:lnTo>
                  <a:lnTo>
                    <a:pt x="11046396" y="3317084"/>
                  </a:lnTo>
                  <a:lnTo>
                    <a:pt x="11027691" y="3316511"/>
                  </a:lnTo>
                  <a:lnTo>
                    <a:pt x="10993984" y="3315382"/>
                  </a:lnTo>
                  <a:lnTo>
                    <a:pt x="10943206" y="3313514"/>
                  </a:lnTo>
                  <a:lnTo>
                    <a:pt x="10875047" y="3310755"/>
                  </a:lnTo>
                  <a:lnTo>
                    <a:pt x="10790905" y="3306987"/>
                  </a:lnTo>
                  <a:lnTo>
                    <a:pt x="10693581" y="3302140"/>
                  </a:lnTo>
                  <a:lnTo>
                    <a:pt x="10586770" y="3296189"/>
                  </a:lnTo>
                  <a:lnTo>
                    <a:pt x="10474479" y="3289137"/>
                  </a:lnTo>
                  <a:lnTo>
                    <a:pt x="10360508" y="3281005"/>
                  </a:lnTo>
                  <a:lnTo>
                    <a:pt x="10248079" y="3271816"/>
                  </a:lnTo>
                  <a:lnTo>
                    <a:pt x="10139649" y="3261574"/>
                  </a:lnTo>
                  <a:lnTo>
                    <a:pt x="10036885" y="3250262"/>
                  </a:lnTo>
                  <a:lnTo>
                    <a:pt x="9940735" y="3237829"/>
                  </a:lnTo>
                  <a:lnTo>
                    <a:pt x="9851562" y="3224194"/>
                  </a:lnTo>
                  <a:lnTo>
                    <a:pt x="9769288" y="3209237"/>
                  </a:lnTo>
                  <a:lnTo>
                    <a:pt x="9693523" y="3192809"/>
                  </a:lnTo>
                  <a:lnTo>
                    <a:pt x="9623678" y="3174731"/>
                  </a:lnTo>
                  <a:lnTo>
                    <a:pt x="9559046" y="3154805"/>
                  </a:lnTo>
                  <a:lnTo>
                    <a:pt x="9498870" y="3132822"/>
                  </a:lnTo>
                  <a:lnTo>
                    <a:pt x="9442382" y="3108582"/>
                  </a:lnTo>
                  <a:lnTo>
                    <a:pt x="9388854" y="3081930"/>
                  </a:lnTo>
                  <a:lnTo>
                    <a:pt x="9347647" y="3058783"/>
                  </a:lnTo>
                  <a:lnTo>
                    <a:pt x="9294685" y="3025575"/>
                  </a:lnTo>
                  <a:lnTo>
                    <a:pt x="9243218" y="2989500"/>
                  </a:lnTo>
                  <a:lnTo>
                    <a:pt x="9192769" y="2950503"/>
                  </a:lnTo>
                  <a:lnTo>
                    <a:pt x="9142968" y="2908598"/>
                  </a:lnTo>
                  <a:lnTo>
                    <a:pt x="9093533" y="2863874"/>
                  </a:lnTo>
                  <a:lnTo>
                    <a:pt x="9044264" y="2816500"/>
                  </a:lnTo>
                  <a:lnTo>
                    <a:pt x="8995023" y="2766731"/>
                  </a:lnTo>
                  <a:lnTo>
                    <a:pt x="8945730" y="2714904"/>
                  </a:lnTo>
                  <a:lnTo>
                    <a:pt x="8896352" y="2661430"/>
                  </a:lnTo>
                  <a:lnTo>
                    <a:pt x="8846893" y="2606786"/>
                  </a:lnTo>
                  <a:lnTo>
                    <a:pt x="8797382" y="2551495"/>
                  </a:lnTo>
                  <a:lnTo>
                    <a:pt x="8747863" y="2496106"/>
                  </a:lnTo>
                  <a:lnTo>
                    <a:pt x="8698381" y="2441172"/>
                  </a:lnTo>
                  <a:lnTo>
                    <a:pt x="8648972" y="2387228"/>
                  </a:lnTo>
                  <a:lnTo>
                    <a:pt x="8599651" y="2334769"/>
                  </a:lnTo>
                  <a:lnTo>
                    <a:pt x="8550398" y="2284230"/>
                  </a:lnTo>
                  <a:lnTo>
                    <a:pt x="8501151" y="2235978"/>
                  </a:lnTo>
                  <a:lnTo>
                    <a:pt x="8451795" y="2190294"/>
                  </a:lnTo>
                  <a:lnTo>
                    <a:pt x="8402150" y="2147379"/>
                  </a:lnTo>
                  <a:lnTo>
                    <a:pt x="8351967" y="2107350"/>
                  </a:lnTo>
                  <a:lnTo>
                    <a:pt x="8300909" y="2070246"/>
                  </a:lnTo>
                  <a:lnTo>
                    <a:pt x="8248537" y="2036036"/>
                  </a:lnTo>
                  <a:lnTo>
                    <a:pt x="8229629" y="2024631"/>
                  </a:lnTo>
                  <a:lnTo>
                    <a:pt x="8177993" y="1995993"/>
                  </a:lnTo>
                  <a:lnTo>
                    <a:pt x="8123932" y="1969830"/>
                  </a:lnTo>
                  <a:lnTo>
                    <a:pt x="8066772" y="1946052"/>
                  </a:lnTo>
                  <a:lnTo>
                    <a:pt x="8005772" y="1924494"/>
                  </a:lnTo>
                  <a:lnTo>
                    <a:pt x="7940165" y="1904951"/>
                  </a:lnTo>
                  <a:lnTo>
                    <a:pt x="7869197" y="1887217"/>
                  </a:lnTo>
                  <a:lnTo>
                    <a:pt x="7792181" y="1871095"/>
                  </a:lnTo>
                  <a:lnTo>
                    <a:pt x="7708559" y="1856411"/>
                  </a:lnTo>
                  <a:lnTo>
                    <a:pt x="7617995" y="1843023"/>
                  </a:lnTo>
                  <a:lnTo>
                    <a:pt x="7520486" y="1830818"/>
                  </a:lnTo>
                  <a:lnTo>
                    <a:pt x="7416499" y="1819721"/>
                  </a:lnTo>
                  <a:lnTo>
                    <a:pt x="7307118" y="1809689"/>
                  </a:lnTo>
                  <a:lnTo>
                    <a:pt x="7194161" y="1800709"/>
                  </a:lnTo>
                  <a:lnTo>
                    <a:pt x="7080245" y="1792790"/>
                  </a:lnTo>
                  <a:lnTo>
                    <a:pt x="6968728" y="1785955"/>
                  </a:lnTo>
                  <a:lnTo>
                    <a:pt x="6863484" y="1780223"/>
                  </a:lnTo>
                  <a:lnTo>
                    <a:pt x="6768504" y="1775595"/>
                  </a:lnTo>
                  <a:lnTo>
                    <a:pt x="6687353" y="1772034"/>
                  </a:lnTo>
                  <a:lnTo>
                    <a:pt x="6622586" y="1769462"/>
                  </a:lnTo>
                  <a:lnTo>
                    <a:pt x="6575280" y="1767755"/>
                  </a:lnTo>
                  <a:lnTo>
                    <a:pt x="6544772" y="1766751"/>
                  </a:lnTo>
                  <a:lnTo>
                    <a:pt x="6528656" y="1766266"/>
                  </a:lnTo>
                  <a:lnTo>
                    <a:pt x="6522967" y="1766108"/>
                  </a:lnTo>
                  <a:lnTo>
                    <a:pt x="6522385" y="1766093"/>
                  </a:lnTo>
                  <a:lnTo>
                    <a:pt x="5527445" y="1766093"/>
                  </a:lnTo>
                  <a:lnTo>
                    <a:pt x="5526333" y="1766060"/>
                  </a:lnTo>
                  <a:lnTo>
                    <a:pt x="5518991" y="1765825"/>
                  </a:lnTo>
                  <a:lnTo>
                    <a:pt x="5500373" y="1765176"/>
                  </a:lnTo>
                  <a:lnTo>
                    <a:pt x="5466816" y="1763896"/>
                  </a:lnTo>
                  <a:lnTo>
                    <a:pt x="5416252" y="1761781"/>
                  </a:lnTo>
                  <a:lnTo>
                    <a:pt x="5348359" y="1758654"/>
                  </a:lnTo>
                  <a:lnTo>
                    <a:pt x="5264515" y="1754384"/>
                  </a:lnTo>
                  <a:lnTo>
                    <a:pt x="5167493" y="1748891"/>
                  </a:lnTo>
                  <a:lnTo>
                    <a:pt x="5060964" y="1742144"/>
                  </a:lnTo>
                  <a:lnTo>
                    <a:pt x="4948914" y="1734148"/>
                  </a:lnTo>
                  <a:lnTo>
                    <a:pt x="4835130" y="1724927"/>
                  </a:lnTo>
                  <a:lnTo>
                    <a:pt x="4722831" y="1714504"/>
                  </a:lnTo>
                  <a:lnTo>
                    <a:pt x="4614479" y="1702888"/>
                  </a:lnTo>
                  <a:lnTo>
                    <a:pt x="4511746" y="1690058"/>
                  </a:lnTo>
                  <a:lnTo>
                    <a:pt x="4415590" y="1675958"/>
                  </a:lnTo>
                  <a:lnTo>
                    <a:pt x="4326385" y="1660496"/>
                  </a:lnTo>
                  <a:lnTo>
                    <a:pt x="4244063" y="1643538"/>
                  </a:lnTo>
                  <a:lnTo>
                    <a:pt x="4168243" y="1624917"/>
                  </a:lnTo>
                  <a:lnTo>
                    <a:pt x="4098343" y="1604431"/>
                  </a:lnTo>
                  <a:lnTo>
                    <a:pt x="4033662" y="1581853"/>
                  </a:lnTo>
                  <a:lnTo>
                    <a:pt x="3973447" y="1556949"/>
                  </a:lnTo>
                  <a:lnTo>
                    <a:pt x="3916935" y="1529492"/>
                  </a:lnTo>
                  <a:lnTo>
                    <a:pt x="3863398" y="1499303"/>
                  </a:lnTo>
                  <a:lnTo>
                    <a:pt x="3820202" y="1471744"/>
                  </a:lnTo>
                  <a:lnTo>
                    <a:pt x="3768882" y="1435177"/>
                  </a:lnTo>
                  <a:lnTo>
                    <a:pt x="3718981" y="1395550"/>
                  </a:lnTo>
                  <a:lnTo>
                    <a:pt x="3670058" y="1352805"/>
                  </a:lnTo>
                  <a:lnTo>
                    <a:pt x="3621772" y="1306948"/>
                  </a:lnTo>
                  <a:lnTo>
                    <a:pt x="3573858" y="1258063"/>
                  </a:lnTo>
                  <a:lnTo>
                    <a:pt x="3526124" y="1206314"/>
                  </a:lnTo>
                  <a:lnTo>
                    <a:pt x="3478437" y="1151949"/>
                  </a:lnTo>
                  <a:lnTo>
                    <a:pt x="3430713" y="1095299"/>
                  </a:lnTo>
                  <a:lnTo>
                    <a:pt x="3382914" y="1036772"/>
                  </a:lnTo>
                  <a:lnTo>
                    <a:pt x="3335034" y="976845"/>
                  </a:lnTo>
                  <a:lnTo>
                    <a:pt x="3287095" y="916047"/>
                  </a:lnTo>
                  <a:lnTo>
                    <a:pt x="3239133" y="854938"/>
                  </a:lnTo>
                  <a:lnTo>
                    <a:pt x="3191190" y="794094"/>
                  </a:lnTo>
                  <a:lnTo>
                    <a:pt x="3143304" y="734077"/>
                  </a:lnTo>
                  <a:lnTo>
                    <a:pt x="3095498" y="675420"/>
                  </a:lnTo>
                  <a:lnTo>
                    <a:pt x="3047770" y="618603"/>
                  </a:lnTo>
                  <a:lnTo>
                    <a:pt x="3000082" y="564042"/>
                  </a:lnTo>
                  <a:lnTo>
                    <a:pt x="2952356" y="512073"/>
                  </a:lnTo>
                  <a:lnTo>
                    <a:pt x="2904463" y="462952"/>
                  </a:lnTo>
                  <a:lnTo>
                    <a:pt x="2856215" y="416848"/>
                  </a:lnTo>
                  <a:lnTo>
                    <a:pt x="2807355" y="373852"/>
                  </a:lnTo>
                  <a:lnTo>
                    <a:pt x="2757547" y="333977"/>
                  </a:lnTo>
                  <a:lnTo>
                    <a:pt x="2706360" y="297168"/>
                  </a:lnTo>
                  <a:lnTo>
                    <a:pt x="2702183" y="294348"/>
                  </a:lnTo>
                  <a:lnTo>
                    <a:pt x="2650635" y="261796"/>
                  </a:lnTo>
                  <a:lnTo>
                    <a:pt x="2596670" y="232050"/>
                  </a:lnTo>
                  <a:lnTo>
                    <a:pt x="2539619" y="205013"/>
                  </a:lnTo>
                  <a:lnTo>
                    <a:pt x="2478744" y="180495"/>
                  </a:lnTo>
                  <a:lnTo>
                    <a:pt x="2413282" y="158267"/>
                  </a:lnTo>
                  <a:lnTo>
                    <a:pt x="2342484" y="138092"/>
                  </a:lnTo>
                  <a:lnTo>
                    <a:pt x="2265664" y="119748"/>
                  </a:lnTo>
                  <a:lnTo>
                    <a:pt x="2182264" y="103039"/>
                  </a:lnTo>
                  <a:lnTo>
                    <a:pt x="2091948" y="87801"/>
                  </a:lnTo>
                  <a:lnTo>
                    <a:pt x="1994707" y="73909"/>
                  </a:lnTo>
                  <a:lnTo>
                    <a:pt x="1890997" y="61275"/>
                  </a:lnTo>
                  <a:lnTo>
                    <a:pt x="1781885" y="49849"/>
                  </a:lnTo>
                  <a:lnTo>
                    <a:pt x="1669164" y="39617"/>
                  </a:lnTo>
                  <a:lnTo>
                    <a:pt x="1555423" y="30589"/>
                  </a:lnTo>
                  <a:lnTo>
                    <a:pt x="1443988" y="22791"/>
                  </a:lnTo>
                  <a:lnTo>
                    <a:pt x="1338707" y="16243"/>
                  </a:lnTo>
                  <a:lnTo>
                    <a:pt x="1243554" y="10948"/>
                  </a:lnTo>
                  <a:lnTo>
                    <a:pt x="1162095" y="6867"/>
                  </a:lnTo>
                  <a:lnTo>
                    <a:pt x="1096910" y="3911"/>
                  </a:lnTo>
                  <a:lnTo>
                    <a:pt x="1049121" y="1942"/>
                  </a:lnTo>
                  <a:lnTo>
                    <a:pt x="1018125" y="777"/>
                  </a:lnTo>
                  <a:lnTo>
                    <a:pt x="1001586" y="208"/>
                  </a:lnTo>
                  <a:lnTo>
                    <a:pt x="995606" y="1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51" name="pl750"/>
            <p:cNvSpPr/>
            <p:nvPr/>
          </p:nvSpPr>
          <p:spPr>
            <a:xfrm>
              <a:off x="1199187" y="2960793"/>
              <a:ext cx="12049831" cy="3317321"/>
            </a:xfrm>
            <a:custGeom>
              <a:avLst/>
              <a:pathLst>
                <a:path w="12049831" h="3317321">
                  <a:moveTo>
                    <a:pt x="0" y="0"/>
                  </a:moveTo>
                  <a:lnTo>
                    <a:pt x="994940" y="0"/>
                  </a:lnTo>
                  <a:lnTo>
                    <a:pt x="996052" y="33"/>
                  </a:lnTo>
                  <a:lnTo>
                    <a:pt x="1003394" y="268"/>
                  </a:lnTo>
                  <a:lnTo>
                    <a:pt x="1022012" y="917"/>
                  </a:lnTo>
                  <a:lnTo>
                    <a:pt x="1055569" y="2196"/>
                  </a:lnTo>
                  <a:lnTo>
                    <a:pt x="1106133" y="4312"/>
                  </a:lnTo>
                  <a:lnTo>
                    <a:pt x="1174026" y="7439"/>
                  </a:lnTo>
                  <a:lnTo>
                    <a:pt x="1257870" y="11709"/>
                  </a:lnTo>
                  <a:lnTo>
                    <a:pt x="1354892" y="17202"/>
                  </a:lnTo>
                  <a:lnTo>
                    <a:pt x="1461421" y="23949"/>
                  </a:lnTo>
                  <a:lnTo>
                    <a:pt x="1573471" y="31945"/>
                  </a:lnTo>
                  <a:lnTo>
                    <a:pt x="1687255" y="41166"/>
                  </a:lnTo>
                  <a:lnTo>
                    <a:pt x="1799554" y="51588"/>
                  </a:lnTo>
                  <a:lnTo>
                    <a:pt x="1907906" y="63205"/>
                  </a:lnTo>
                  <a:lnTo>
                    <a:pt x="2010639" y="76035"/>
                  </a:lnTo>
                  <a:lnTo>
                    <a:pt x="2106795" y="90134"/>
                  </a:lnTo>
                  <a:lnTo>
                    <a:pt x="2196000" y="105597"/>
                  </a:lnTo>
                  <a:lnTo>
                    <a:pt x="2278322" y="122554"/>
                  </a:lnTo>
                  <a:lnTo>
                    <a:pt x="2354142" y="141176"/>
                  </a:lnTo>
                  <a:lnTo>
                    <a:pt x="2424042" y="161662"/>
                  </a:lnTo>
                  <a:lnTo>
                    <a:pt x="2488723" y="184239"/>
                  </a:lnTo>
                  <a:lnTo>
                    <a:pt x="2548938" y="209144"/>
                  </a:lnTo>
                  <a:lnTo>
                    <a:pt x="2605450" y="236601"/>
                  </a:lnTo>
                  <a:lnTo>
                    <a:pt x="2658987" y="266790"/>
                  </a:lnTo>
                  <a:lnTo>
                    <a:pt x="2702183" y="294348"/>
                  </a:lnTo>
                  <a:lnTo>
                    <a:pt x="2753503" y="330916"/>
                  </a:lnTo>
                  <a:lnTo>
                    <a:pt x="2803404" y="370542"/>
                  </a:lnTo>
                  <a:lnTo>
                    <a:pt x="2852327" y="413288"/>
                  </a:lnTo>
                  <a:lnTo>
                    <a:pt x="2900613" y="459145"/>
                  </a:lnTo>
                  <a:lnTo>
                    <a:pt x="2948527" y="508029"/>
                  </a:lnTo>
                  <a:lnTo>
                    <a:pt x="2996261" y="559778"/>
                  </a:lnTo>
                  <a:lnTo>
                    <a:pt x="3043948" y="614144"/>
                  </a:lnTo>
                  <a:lnTo>
                    <a:pt x="3091672" y="670794"/>
                  </a:lnTo>
                  <a:lnTo>
                    <a:pt x="3139471" y="729321"/>
                  </a:lnTo>
                  <a:lnTo>
                    <a:pt x="3187351" y="789247"/>
                  </a:lnTo>
                  <a:lnTo>
                    <a:pt x="3235290" y="850046"/>
                  </a:lnTo>
                  <a:lnTo>
                    <a:pt x="3283252" y="911154"/>
                  </a:lnTo>
                  <a:lnTo>
                    <a:pt x="3331195" y="971999"/>
                  </a:lnTo>
                  <a:lnTo>
                    <a:pt x="3379081" y="1032015"/>
                  </a:lnTo>
                  <a:lnTo>
                    <a:pt x="3426887" y="1090673"/>
                  </a:lnTo>
                  <a:lnTo>
                    <a:pt x="3474615" y="1147489"/>
                  </a:lnTo>
                  <a:lnTo>
                    <a:pt x="3522303" y="1202051"/>
                  </a:lnTo>
                  <a:lnTo>
                    <a:pt x="3570029" y="1254020"/>
                  </a:lnTo>
                  <a:lnTo>
                    <a:pt x="3617922" y="1303141"/>
                  </a:lnTo>
                  <a:lnTo>
                    <a:pt x="3666170" y="1349244"/>
                  </a:lnTo>
                  <a:lnTo>
                    <a:pt x="3715030" y="1392241"/>
                  </a:lnTo>
                  <a:lnTo>
                    <a:pt x="3764838" y="1432116"/>
                  </a:lnTo>
                  <a:lnTo>
                    <a:pt x="3816025" y="1468925"/>
                  </a:lnTo>
                  <a:lnTo>
                    <a:pt x="3820202" y="1471744"/>
                  </a:lnTo>
                  <a:lnTo>
                    <a:pt x="3871750" y="1504297"/>
                  </a:lnTo>
                  <a:lnTo>
                    <a:pt x="3925715" y="1534043"/>
                  </a:lnTo>
                  <a:lnTo>
                    <a:pt x="3982766" y="1561079"/>
                  </a:lnTo>
                  <a:lnTo>
                    <a:pt x="4043641" y="1585598"/>
                  </a:lnTo>
                  <a:lnTo>
                    <a:pt x="4109103" y="1607826"/>
                  </a:lnTo>
                  <a:lnTo>
                    <a:pt x="4179901" y="1628001"/>
                  </a:lnTo>
                  <a:lnTo>
                    <a:pt x="4256721" y="1646345"/>
                  </a:lnTo>
                  <a:lnTo>
                    <a:pt x="4340121" y="1663054"/>
                  </a:lnTo>
                  <a:lnTo>
                    <a:pt x="4430437" y="1678291"/>
                  </a:lnTo>
                  <a:lnTo>
                    <a:pt x="4527678" y="1692184"/>
                  </a:lnTo>
                  <a:lnTo>
                    <a:pt x="4631388" y="1704818"/>
                  </a:lnTo>
                  <a:lnTo>
                    <a:pt x="4740500" y="1716243"/>
                  </a:lnTo>
                  <a:lnTo>
                    <a:pt x="4853221" y="1726476"/>
                  </a:lnTo>
                  <a:lnTo>
                    <a:pt x="4966962" y="1735504"/>
                  </a:lnTo>
                  <a:lnTo>
                    <a:pt x="5078397" y="1743302"/>
                  </a:lnTo>
                  <a:lnTo>
                    <a:pt x="5183678" y="1749849"/>
                  </a:lnTo>
                  <a:lnTo>
                    <a:pt x="5278831" y="1755144"/>
                  </a:lnTo>
                  <a:lnTo>
                    <a:pt x="5360290" y="1759226"/>
                  </a:lnTo>
                  <a:lnTo>
                    <a:pt x="5425475" y="1762181"/>
                  </a:lnTo>
                  <a:lnTo>
                    <a:pt x="5473264" y="1764151"/>
                  </a:lnTo>
                  <a:lnTo>
                    <a:pt x="5504260" y="1765316"/>
                  </a:lnTo>
                  <a:lnTo>
                    <a:pt x="5520799" y="1765885"/>
                  </a:lnTo>
                  <a:lnTo>
                    <a:pt x="5526779" y="1766074"/>
                  </a:lnTo>
                  <a:lnTo>
                    <a:pt x="5527445" y="1766093"/>
                  </a:lnTo>
                  <a:lnTo>
                    <a:pt x="6522385" y="1766093"/>
                  </a:lnTo>
                  <a:lnTo>
                    <a:pt x="6523503" y="1766122"/>
                  </a:lnTo>
                  <a:lnTo>
                    <a:pt x="6530881" y="1766330"/>
                  </a:lnTo>
                  <a:lnTo>
                    <a:pt x="6549585" y="1766903"/>
                  </a:lnTo>
                  <a:lnTo>
                    <a:pt x="6583292" y="1768033"/>
                  </a:lnTo>
                  <a:lnTo>
                    <a:pt x="6634071" y="1769900"/>
                  </a:lnTo>
                  <a:lnTo>
                    <a:pt x="6702230" y="1772659"/>
                  </a:lnTo>
                  <a:lnTo>
                    <a:pt x="6786372" y="1776427"/>
                  </a:lnTo>
                  <a:lnTo>
                    <a:pt x="6883695" y="1781274"/>
                  </a:lnTo>
                  <a:lnTo>
                    <a:pt x="6990506" y="1787225"/>
                  </a:lnTo>
                  <a:lnTo>
                    <a:pt x="7102797" y="1794277"/>
                  </a:lnTo>
                  <a:lnTo>
                    <a:pt x="7216768" y="1802409"/>
                  </a:lnTo>
                  <a:lnTo>
                    <a:pt x="7329198" y="1811598"/>
                  </a:lnTo>
                  <a:lnTo>
                    <a:pt x="7437627" y="1821840"/>
                  </a:lnTo>
                  <a:lnTo>
                    <a:pt x="7540392" y="1833152"/>
                  </a:lnTo>
                  <a:lnTo>
                    <a:pt x="7636542" y="1845585"/>
                  </a:lnTo>
                  <a:lnTo>
                    <a:pt x="7725714" y="1859220"/>
                  </a:lnTo>
                  <a:lnTo>
                    <a:pt x="7807989" y="1874177"/>
                  </a:lnTo>
                  <a:lnTo>
                    <a:pt x="7883754" y="1890605"/>
                  </a:lnTo>
                  <a:lnTo>
                    <a:pt x="7953599" y="1908683"/>
                  </a:lnTo>
                  <a:lnTo>
                    <a:pt x="8018230" y="1928609"/>
                  </a:lnTo>
                  <a:lnTo>
                    <a:pt x="8078407" y="1950592"/>
                  </a:lnTo>
                  <a:lnTo>
                    <a:pt x="8134894" y="1974832"/>
                  </a:lnTo>
                  <a:lnTo>
                    <a:pt x="8188423" y="2001484"/>
                  </a:lnTo>
                  <a:lnTo>
                    <a:pt x="8229629" y="2024631"/>
                  </a:lnTo>
                  <a:lnTo>
                    <a:pt x="8282592" y="2057839"/>
                  </a:lnTo>
                  <a:lnTo>
                    <a:pt x="8334058" y="2093914"/>
                  </a:lnTo>
                  <a:lnTo>
                    <a:pt x="8384507" y="2132911"/>
                  </a:lnTo>
                  <a:lnTo>
                    <a:pt x="8434309" y="2174816"/>
                  </a:lnTo>
                  <a:lnTo>
                    <a:pt x="8483743" y="2219540"/>
                  </a:lnTo>
                  <a:lnTo>
                    <a:pt x="8533013" y="2266914"/>
                  </a:lnTo>
                  <a:lnTo>
                    <a:pt x="8582254" y="2316683"/>
                  </a:lnTo>
                  <a:lnTo>
                    <a:pt x="8631546" y="2368510"/>
                  </a:lnTo>
                  <a:lnTo>
                    <a:pt x="8680924" y="2421984"/>
                  </a:lnTo>
                  <a:lnTo>
                    <a:pt x="8730383" y="2476628"/>
                  </a:lnTo>
                  <a:lnTo>
                    <a:pt x="8779894" y="2531919"/>
                  </a:lnTo>
                  <a:lnTo>
                    <a:pt x="8829414" y="2587308"/>
                  </a:lnTo>
                  <a:lnTo>
                    <a:pt x="8878896" y="2642242"/>
                  </a:lnTo>
                  <a:lnTo>
                    <a:pt x="8928304" y="2696186"/>
                  </a:lnTo>
                  <a:lnTo>
                    <a:pt x="8977626" y="2748645"/>
                  </a:lnTo>
                  <a:lnTo>
                    <a:pt x="9026878" y="2799184"/>
                  </a:lnTo>
                  <a:lnTo>
                    <a:pt x="9076125" y="2847437"/>
                  </a:lnTo>
                  <a:lnTo>
                    <a:pt x="9125482" y="2893120"/>
                  </a:lnTo>
                  <a:lnTo>
                    <a:pt x="9175126" y="2936035"/>
                  </a:lnTo>
                  <a:lnTo>
                    <a:pt x="9225309" y="2976064"/>
                  </a:lnTo>
                  <a:lnTo>
                    <a:pt x="9276368" y="3013168"/>
                  </a:lnTo>
                  <a:lnTo>
                    <a:pt x="9328739" y="3047378"/>
                  </a:lnTo>
                  <a:lnTo>
                    <a:pt x="9347647" y="3058783"/>
                  </a:lnTo>
                  <a:lnTo>
                    <a:pt x="9399283" y="3087421"/>
                  </a:lnTo>
                  <a:lnTo>
                    <a:pt x="9453344" y="3113584"/>
                  </a:lnTo>
                  <a:lnTo>
                    <a:pt x="9510505" y="3137362"/>
                  </a:lnTo>
                  <a:lnTo>
                    <a:pt x="9571505" y="3158920"/>
                  </a:lnTo>
                  <a:lnTo>
                    <a:pt x="9637112" y="3178463"/>
                  </a:lnTo>
                  <a:lnTo>
                    <a:pt x="9708079" y="3196197"/>
                  </a:lnTo>
                  <a:lnTo>
                    <a:pt x="9785095" y="3212319"/>
                  </a:lnTo>
                  <a:lnTo>
                    <a:pt x="9868717" y="3227003"/>
                  </a:lnTo>
                  <a:lnTo>
                    <a:pt x="9959282" y="3240391"/>
                  </a:lnTo>
                  <a:lnTo>
                    <a:pt x="10056791" y="3252596"/>
                  </a:lnTo>
                  <a:lnTo>
                    <a:pt x="10160777" y="3263693"/>
                  </a:lnTo>
                  <a:lnTo>
                    <a:pt x="10270158" y="3273725"/>
                  </a:lnTo>
                  <a:lnTo>
                    <a:pt x="10383115" y="3282705"/>
                  </a:lnTo>
                  <a:lnTo>
                    <a:pt x="10497031" y="3290624"/>
                  </a:lnTo>
                  <a:lnTo>
                    <a:pt x="10608549" y="3297459"/>
                  </a:lnTo>
                  <a:lnTo>
                    <a:pt x="10713793" y="3303191"/>
                  </a:lnTo>
                  <a:lnTo>
                    <a:pt x="10808772" y="3307819"/>
                  </a:lnTo>
                  <a:lnTo>
                    <a:pt x="10889924" y="3311380"/>
                  </a:lnTo>
                  <a:lnTo>
                    <a:pt x="10954691" y="3313952"/>
                  </a:lnTo>
                  <a:lnTo>
                    <a:pt x="11001997" y="3315659"/>
                  </a:lnTo>
                  <a:lnTo>
                    <a:pt x="11032505" y="3316663"/>
                  </a:lnTo>
                  <a:lnTo>
                    <a:pt x="11048620" y="3317149"/>
                  </a:lnTo>
                  <a:lnTo>
                    <a:pt x="11054310" y="3317306"/>
                  </a:lnTo>
                  <a:lnTo>
                    <a:pt x="11054891" y="3317321"/>
                  </a:lnTo>
                  <a:lnTo>
                    <a:pt x="12049831" y="3317321"/>
                  </a:lnTo>
                  <a:lnTo>
                    <a:pt x="12049831" y="33173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2" name="pl751"/>
            <p:cNvSpPr/>
            <p:nvPr/>
          </p:nvSpPr>
          <p:spPr>
            <a:xfrm>
              <a:off x="1199187" y="2955553"/>
              <a:ext cx="12049831" cy="3317321"/>
            </a:xfrm>
            <a:custGeom>
              <a:avLst/>
              <a:pathLst>
                <a:path w="12049831" h="3317321">
                  <a:moveTo>
                    <a:pt x="12049831" y="3317321"/>
                  </a:moveTo>
                  <a:lnTo>
                    <a:pt x="11054891" y="3317321"/>
                  </a:lnTo>
                  <a:lnTo>
                    <a:pt x="11053773" y="3317292"/>
                  </a:lnTo>
                  <a:lnTo>
                    <a:pt x="11046396" y="3317084"/>
                  </a:lnTo>
                  <a:lnTo>
                    <a:pt x="11027691" y="3316511"/>
                  </a:lnTo>
                  <a:lnTo>
                    <a:pt x="10993984" y="3315382"/>
                  </a:lnTo>
                  <a:lnTo>
                    <a:pt x="10943206" y="3313514"/>
                  </a:lnTo>
                  <a:lnTo>
                    <a:pt x="10875047" y="3310755"/>
                  </a:lnTo>
                  <a:lnTo>
                    <a:pt x="10790905" y="3306987"/>
                  </a:lnTo>
                  <a:lnTo>
                    <a:pt x="10693581" y="3302140"/>
                  </a:lnTo>
                  <a:lnTo>
                    <a:pt x="10586770" y="3296189"/>
                  </a:lnTo>
                  <a:lnTo>
                    <a:pt x="10474479" y="3289137"/>
                  </a:lnTo>
                  <a:lnTo>
                    <a:pt x="10360508" y="3281005"/>
                  </a:lnTo>
                  <a:lnTo>
                    <a:pt x="10248079" y="3271816"/>
                  </a:lnTo>
                  <a:lnTo>
                    <a:pt x="10139649" y="3261574"/>
                  </a:lnTo>
                  <a:lnTo>
                    <a:pt x="10036885" y="3250262"/>
                  </a:lnTo>
                  <a:lnTo>
                    <a:pt x="9940735" y="3237829"/>
                  </a:lnTo>
                  <a:lnTo>
                    <a:pt x="9851562" y="3224194"/>
                  </a:lnTo>
                  <a:lnTo>
                    <a:pt x="9769288" y="3209237"/>
                  </a:lnTo>
                  <a:lnTo>
                    <a:pt x="9693523" y="3192809"/>
                  </a:lnTo>
                  <a:lnTo>
                    <a:pt x="9623678" y="3174731"/>
                  </a:lnTo>
                  <a:lnTo>
                    <a:pt x="9559046" y="3154805"/>
                  </a:lnTo>
                  <a:lnTo>
                    <a:pt x="9498870" y="3132822"/>
                  </a:lnTo>
                  <a:lnTo>
                    <a:pt x="9442382" y="3108582"/>
                  </a:lnTo>
                  <a:lnTo>
                    <a:pt x="9388854" y="3081930"/>
                  </a:lnTo>
                  <a:lnTo>
                    <a:pt x="9347647" y="3058783"/>
                  </a:lnTo>
                  <a:lnTo>
                    <a:pt x="9294685" y="3025575"/>
                  </a:lnTo>
                  <a:lnTo>
                    <a:pt x="9243218" y="2989500"/>
                  </a:lnTo>
                  <a:lnTo>
                    <a:pt x="9192769" y="2950503"/>
                  </a:lnTo>
                  <a:lnTo>
                    <a:pt x="9142968" y="2908598"/>
                  </a:lnTo>
                  <a:lnTo>
                    <a:pt x="9093533" y="2863874"/>
                  </a:lnTo>
                  <a:lnTo>
                    <a:pt x="9044264" y="2816500"/>
                  </a:lnTo>
                  <a:lnTo>
                    <a:pt x="8995023" y="2766731"/>
                  </a:lnTo>
                  <a:lnTo>
                    <a:pt x="8945730" y="2714904"/>
                  </a:lnTo>
                  <a:lnTo>
                    <a:pt x="8896352" y="2661430"/>
                  </a:lnTo>
                  <a:lnTo>
                    <a:pt x="8846893" y="2606786"/>
                  </a:lnTo>
                  <a:lnTo>
                    <a:pt x="8797382" y="2551495"/>
                  </a:lnTo>
                  <a:lnTo>
                    <a:pt x="8747863" y="2496106"/>
                  </a:lnTo>
                  <a:lnTo>
                    <a:pt x="8698381" y="2441172"/>
                  </a:lnTo>
                  <a:lnTo>
                    <a:pt x="8648972" y="2387228"/>
                  </a:lnTo>
                  <a:lnTo>
                    <a:pt x="8599651" y="2334769"/>
                  </a:lnTo>
                  <a:lnTo>
                    <a:pt x="8550398" y="2284230"/>
                  </a:lnTo>
                  <a:lnTo>
                    <a:pt x="8501151" y="2235978"/>
                  </a:lnTo>
                  <a:lnTo>
                    <a:pt x="8451795" y="2190294"/>
                  </a:lnTo>
                  <a:lnTo>
                    <a:pt x="8402150" y="2147379"/>
                  </a:lnTo>
                  <a:lnTo>
                    <a:pt x="8351967" y="2107350"/>
                  </a:lnTo>
                  <a:lnTo>
                    <a:pt x="8300909" y="2070246"/>
                  </a:lnTo>
                  <a:lnTo>
                    <a:pt x="8248537" y="2036036"/>
                  </a:lnTo>
                  <a:lnTo>
                    <a:pt x="8229629" y="2024631"/>
                  </a:lnTo>
                  <a:lnTo>
                    <a:pt x="8177993" y="1995993"/>
                  </a:lnTo>
                  <a:lnTo>
                    <a:pt x="8123932" y="1969830"/>
                  </a:lnTo>
                  <a:lnTo>
                    <a:pt x="8066772" y="1946052"/>
                  </a:lnTo>
                  <a:lnTo>
                    <a:pt x="8005772" y="1924494"/>
                  </a:lnTo>
                  <a:lnTo>
                    <a:pt x="7940165" y="1904951"/>
                  </a:lnTo>
                  <a:lnTo>
                    <a:pt x="7869197" y="1887217"/>
                  </a:lnTo>
                  <a:lnTo>
                    <a:pt x="7792181" y="1871095"/>
                  </a:lnTo>
                  <a:lnTo>
                    <a:pt x="7708559" y="1856411"/>
                  </a:lnTo>
                  <a:lnTo>
                    <a:pt x="7617995" y="1843023"/>
                  </a:lnTo>
                  <a:lnTo>
                    <a:pt x="7520486" y="1830818"/>
                  </a:lnTo>
                  <a:lnTo>
                    <a:pt x="7416499" y="1819721"/>
                  </a:lnTo>
                  <a:lnTo>
                    <a:pt x="7307118" y="1809689"/>
                  </a:lnTo>
                  <a:lnTo>
                    <a:pt x="7194161" y="1800709"/>
                  </a:lnTo>
                  <a:lnTo>
                    <a:pt x="7080245" y="1792790"/>
                  </a:lnTo>
                  <a:lnTo>
                    <a:pt x="6968728" y="1785955"/>
                  </a:lnTo>
                  <a:lnTo>
                    <a:pt x="6863484" y="1780223"/>
                  </a:lnTo>
                  <a:lnTo>
                    <a:pt x="6768504" y="1775595"/>
                  </a:lnTo>
                  <a:lnTo>
                    <a:pt x="6687353" y="1772034"/>
                  </a:lnTo>
                  <a:lnTo>
                    <a:pt x="6622586" y="1769462"/>
                  </a:lnTo>
                  <a:lnTo>
                    <a:pt x="6575280" y="1767755"/>
                  </a:lnTo>
                  <a:lnTo>
                    <a:pt x="6544772" y="1766751"/>
                  </a:lnTo>
                  <a:lnTo>
                    <a:pt x="6528656" y="1766266"/>
                  </a:lnTo>
                  <a:lnTo>
                    <a:pt x="6522967" y="1766108"/>
                  </a:lnTo>
                  <a:lnTo>
                    <a:pt x="6522385" y="1766093"/>
                  </a:lnTo>
                  <a:lnTo>
                    <a:pt x="5527445" y="1766093"/>
                  </a:lnTo>
                  <a:lnTo>
                    <a:pt x="5526333" y="1766060"/>
                  </a:lnTo>
                  <a:lnTo>
                    <a:pt x="5518991" y="1765825"/>
                  </a:lnTo>
                  <a:lnTo>
                    <a:pt x="5500373" y="1765176"/>
                  </a:lnTo>
                  <a:lnTo>
                    <a:pt x="5466816" y="1763896"/>
                  </a:lnTo>
                  <a:lnTo>
                    <a:pt x="5416252" y="1761781"/>
                  </a:lnTo>
                  <a:lnTo>
                    <a:pt x="5348359" y="1758654"/>
                  </a:lnTo>
                  <a:lnTo>
                    <a:pt x="5264515" y="1754384"/>
                  </a:lnTo>
                  <a:lnTo>
                    <a:pt x="5167493" y="1748891"/>
                  </a:lnTo>
                  <a:lnTo>
                    <a:pt x="5060964" y="1742144"/>
                  </a:lnTo>
                  <a:lnTo>
                    <a:pt x="4948914" y="1734148"/>
                  </a:lnTo>
                  <a:lnTo>
                    <a:pt x="4835130" y="1724927"/>
                  </a:lnTo>
                  <a:lnTo>
                    <a:pt x="4722831" y="1714504"/>
                  </a:lnTo>
                  <a:lnTo>
                    <a:pt x="4614479" y="1702888"/>
                  </a:lnTo>
                  <a:lnTo>
                    <a:pt x="4511746" y="1690058"/>
                  </a:lnTo>
                  <a:lnTo>
                    <a:pt x="4415590" y="1675958"/>
                  </a:lnTo>
                  <a:lnTo>
                    <a:pt x="4326385" y="1660496"/>
                  </a:lnTo>
                  <a:lnTo>
                    <a:pt x="4244063" y="1643538"/>
                  </a:lnTo>
                  <a:lnTo>
                    <a:pt x="4168243" y="1624917"/>
                  </a:lnTo>
                  <a:lnTo>
                    <a:pt x="4098343" y="1604431"/>
                  </a:lnTo>
                  <a:lnTo>
                    <a:pt x="4033662" y="1581853"/>
                  </a:lnTo>
                  <a:lnTo>
                    <a:pt x="3973447" y="1556949"/>
                  </a:lnTo>
                  <a:lnTo>
                    <a:pt x="3916935" y="1529492"/>
                  </a:lnTo>
                  <a:lnTo>
                    <a:pt x="3863398" y="1499303"/>
                  </a:lnTo>
                  <a:lnTo>
                    <a:pt x="3820202" y="1471744"/>
                  </a:lnTo>
                  <a:lnTo>
                    <a:pt x="3768882" y="1435177"/>
                  </a:lnTo>
                  <a:lnTo>
                    <a:pt x="3718981" y="1395550"/>
                  </a:lnTo>
                  <a:lnTo>
                    <a:pt x="3670058" y="1352805"/>
                  </a:lnTo>
                  <a:lnTo>
                    <a:pt x="3621772" y="1306948"/>
                  </a:lnTo>
                  <a:lnTo>
                    <a:pt x="3573858" y="1258063"/>
                  </a:lnTo>
                  <a:lnTo>
                    <a:pt x="3526124" y="1206314"/>
                  </a:lnTo>
                  <a:lnTo>
                    <a:pt x="3478437" y="1151949"/>
                  </a:lnTo>
                  <a:lnTo>
                    <a:pt x="3430713" y="1095299"/>
                  </a:lnTo>
                  <a:lnTo>
                    <a:pt x="3382914" y="1036772"/>
                  </a:lnTo>
                  <a:lnTo>
                    <a:pt x="3335034" y="976845"/>
                  </a:lnTo>
                  <a:lnTo>
                    <a:pt x="3287095" y="916047"/>
                  </a:lnTo>
                  <a:lnTo>
                    <a:pt x="3239133" y="854938"/>
                  </a:lnTo>
                  <a:lnTo>
                    <a:pt x="3191190" y="794094"/>
                  </a:lnTo>
                  <a:lnTo>
                    <a:pt x="3143304" y="734077"/>
                  </a:lnTo>
                  <a:lnTo>
                    <a:pt x="3095498" y="675420"/>
                  </a:lnTo>
                  <a:lnTo>
                    <a:pt x="3047770" y="618603"/>
                  </a:lnTo>
                  <a:lnTo>
                    <a:pt x="3000082" y="564042"/>
                  </a:lnTo>
                  <a:lnTo>
                    <a:pt x="2952356" y="512073"/>
                  </a:lnTo>
                  <a:lnTo>
                    <a:pt x="2904463" y="462952"/>
                  </a:lnTo>
                  <a:lnTo>
                    <a:pt x="2856215" y="416848"/>
                  </a:lnTo>
                  <a:lnTo>
                    <a:pt x="2807355" y="373852"/>
                  </a:lnTo>
                  <a:lnTo>
                    <a:pt x="2757547" y="333977"/>
                  </a:lnTo>
                  <a:lnTo>
                    <a:pt x="2706360" y="297168"/>
                  </a:lnTo>
                  <a:lnTo>
                    <a:pt x="2702183" y="294348"/>
                  </a:lnTo>
                  <a:lnTo>
                    <a:pt x="2650635" y="261796"/>
                  </a:lnTo>
                  <a:lnTo>
                    <a:pt x="2596670" y="232050"/>
                  </a:lnTo>
                  <a:lnTo>
                    <a:pt x="2539619" y="205013"/>
                  </a:lnTo>
                  <a:lnTo>
                    <a:pt x="2478744" y="180495"/>
                  </a:lnTo>
                  <a:lnTo>
                    <a:pt x="2413282" y="158267"/>
                  </a:lnTo>
                  <a:lnTo>
                    <a:pt x="2342484" y="138092"/>
                  </a:lnTo>
                  <a:lnTo>
                    <a:pt x="2265664" y="119748"/>
                  </a:lnTo>
                  <a:lnTo>
                    <a:pt x="2182264" y="103039"/>
                  </a:lnTo>
                  <a:lnTo>
                    <a:pt x="2091948" y="87801"/>
                  </a:lnTo>
                  <a:lnTo>
                    <a:pt x="1994707" y="73909"/>
                  </a:lnTo>
                  <a:lnTo>
                    <a:pt x="1890997" y="61275"/>
                  </a:lnTo>
                  <a:lnTo>
                    <a:pt x="1781885" y="49849"/>
                  </a:lnTo>
                  <a:lnTo>
                    <a:pt x="1669164" y="39617"/>
                  </a:lnTo>
                  <a:lnTo>
                    <a:pt x="1555423" y="30589"/>
                  </a:lnTo>
                  <a:lnTo>
                    <a:pt x="1443988" y="22791"/>
                  </a:lnTo>
                  <a:lnTo>
                    <a:pt x="1338707" y="16243"/>
                  </a:lnTo>
                  <a:lnTo>
                    <a:pt x="1243554" y="10948"/>
                  </a:lnTo>
                  <a:lnTo>
                    <a:pt x="1162095" y="6867"/>
                  </a:lnTo>
                  <a:lnTo>
                    <a:pt x="1096910" y="3911"/>
                  </a:lnTo>
                  <a:lnTo>
                    <a:pt x="1049121" y="1942"/>
                  </a:lnTo>
                  <a:lnTo>
                    <a:pt x="1018125" y="777"/>
                  </a:lnTo>
                  <a:lnTo>
                    <a:pt x="1001586" y="208"/>
                  </a:lnTo>
                  <a:lnTo>
                    <a:pt x="995606" y="1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3" name="pg752"/>
            <p:cNvSpPr/>
            <p:nvPr/>
          </p:nvSpPr>
          <p:spPr>
            <a:xfrm>
              <a:off x="1199187" y="2960793"/>
              <a:ext cx="12049831" cy="3516465"/>
            </a:xfrm>
            <a:custGeom>
              <a:avLst/>
              <a:pathLst>
                <a:path w="12049831" h="3516465">
                  <a:moveTo>
                    <a:pt x="0" y="5240"/>
                  </a:moveTo>
                  <a:lnTo>
                    <a:pt x="994940" y="5240"/>
                  </a:lnTo>
                  <a:lnTo>
                    <a:pt x="996052" y="5273"/>
                  </a:lnTo>
                  <a:lnTo>
                    <a:pt x="1003394" y="5508"/>
                  </a:lnTo>
                  <a:lnTo>
                    <a:pt x="1022012" y="6157"/>
                  </a:lnTo>
                  <a:lnTo>
                    <a:pt x="1055569" y="7437"/>
                  </a:lnTo>
                  <a:lnTo>
                    <a:pt x="1106133" y="9552"/>
                  </a:lnTo>
                  <a:lnTo>
                    <a:pt x="1174026" y="12679"/>
                  </a:lnTo>
                  <a:lnTo>
                    <a:pt x="1257870" y="16949"/>
                  </a:lnTo>
                  <a:lnTo>
                    <a:pt x="1354892" y="22442"/>
                  </a:lnTo>
                  <a:lnTo>
                    <a:pt x="1461421" y="29189"/>
                  </a:lnTo>
                  <a:lnTo>
                    <a:pt x="1573471" y="37185"/>
                  </a:lnTo>
                  <a:lnTo>
                    <a:pt x="1687255" y="46407"/>
                  </a:lnTo>
                  <a:lnTo>
                    <a:pt x="1799554" y="56829"/>
                  </a:lnTo>
                  <a:lnTo>
                    <a:pt x="1907906" y="68445"/>
                  </a:lnTo>
                  <a:lnTo>
                    <a:pt x="2010639" y="81275"/>
                  </a:lnTo>
                  <a:lnTo>
                    <a:pt x="2106795" y="95375"/>
                  </a:lnTo>
                  <a:lnTo>
                    <a:pt x="2196000" y="110837"/>
                  </a:lnTo>
                  <a:lnTo>
                    <a:pt x="2278322" y="127795"/>
                  </a:lnTo>
                  <a:lnTo>
                    <a:pt x="2354142" y="146416"/>
                  </a:lnTo>
                  <a:lnTo>
                    <a:pt x="2424042" y="166903"/>
                  </a:lnTo>
                  <a:lnTo>
                    <a:pt x="2488723" y="189480"/>
                  </a:lnTo>
                  <a:lnTo>
                    <a:pt x="2548938" y="214384"/>
                  </a:lnTo>
                  <a:lnTo>
                    <a:pt x="2605450" y="241841"/>
                  </a:lnTo>
                  <a:lnTo>
                    <a:pt x="2658987" y="272030"/>
                  </a:lnTo>
                  <a:lnTo>
                    <a:pt x="2702183" y="299589"/>
                  </a:lnTo>
                  <a:lnTo>
                    <a:pt x="2753503" y="336156"/>
                  </a:lnTo>
                  <a:lnTo>
                    <a:pt x="2803404" y="375783"/>
                  </a:lnTo>
                  <a:lnTo>
                    <a:pt x="2852327" y="418529"/>
                  </a:lnTo>
                  <a:lnTo>
                    <a:pt x="2900613" y="464385"/>
                  </a:lnTo>
                  <a:lnTo>
                    <a:pt x="2948527" y="513270"/>
                  </a:lnTo>
                  <a:lnTo>
                    <a:pt x="2996261" y="565019"/>
                  </a:lnTo>
                  <a:lnTo>
                    <a:pt x="3043948" y="619384"/>
                  </a:lnTo>
                  <a:lnTo>
                    <a:pt x="3091672" y="676035"/>
                  </a:lnTo>
                  <a:lnTo>
                    <a:pt x="3139471" y="734561"/>
                  </a:lnTo>
                  <a:lnTo>
                    <a:pt x="3187351" y="794488"/>
                  </a:lnTo>
                  <a:lnTo>
                    <a:pt x="3235290" y="855287"/>
                  </a:lnTo>
                  <a:lnTo>
                    <a:pt x="3283252" y="916395"/>
                  </a:lnTo>
                  <a:lnTo>
                    <a:pt x="3331195" y="977239"/>
                  </a:lnTo>
                  <a:lnTo>
                    <a:pt x="3379081" y="1037256"/>
                  </a:lnTo>
                  <a:lnTo>
                    <a:pt x="3426887" y="1095913"/>
                  </a:lnTo>
                  <a:lnTo>
                    <a:pt x="3474615" y="1152730"/>
                  </a:lnTo>
                  <a:lnTo>
                    <a:pt x="3522303" y="1207292"/>
                  </a:lnTo>
                  <a:lnTo>
                    <a:pt x="3570029" y="1259260"/>
                  </a:lnTo>
                  <a:lnTo>
                    <a:pt x="3617922" y="1308382"/>
                  </a:lnTo>
                  <a:lnTo>
                    <a:pt x="3666170" y="1354485"/>
                  </a:lnTo>
                  <a:lnTo>
                    <a:pt x="3715030" y="1397481"/>
                  </a:lnTo>
                  <a:lnTo>
                    <a:pt x="3764838" y="1437357"/>
                  </a:lnTo>
                  <a:lnTo>
                    <a:pt x="3816025" y="1474165"/>
                  </a:lnTo>
                  <a:lnTo>
                    <a:pt x="3820202" y="1476985"/>
                  </a:lnTo>
                  <a:lnTo>
                    <a:pt x="3871750" y="1509538"/>
                  </a:lnTo>
                  <a:lnTo>
                    <a:pt x="3925715" y="1539283"/>
                  </a:lnTo>
                  <a:lnTo>
                    <a:pt x="3982766" y="1566320"/>
                  </a:lnTo>
                  <a:lnTo>
                    <a:pt x="4043641" y="1590838"/>
                  </a:lnTo>
                  <a:lnTo>
                    <a:pt x="4109103" y="1613067"/>
                  </a:lnTo>
                  <a:lnTo>
                    <a:pt x="4179901" y="1633242"/>
                  </a:lnTo>
                  <a:lnTo>
                    <a:pt x="4256721" y="1651585"/>
                  </a:lnTo>
                  <a:lnTo>
                    <a:pt x="4340121" y="1668294"/>
                  </a:lnTo>
                  <a:lnTo>
                    <a:pt x="4430437" y="1683532"/>
                  </a:lnTo>
                  <a:lnTo>
                    <a:pt x="4527678" y="1697424"/>
                  </a:lnTo>
                  <a:lnTo>
                    <a:pt x="4631388" y="1710058"/>
                  </a:lnTo>
                  <a:lnTo>
                    <a:pt x="4740500" y="1721484"/>
                  </a:lnTo>
                  <a:lnTo>
                    <a:pt x="4853221" y="1731716"/>
                  </a:lnTo>
                  <a:lnTo>
                    <a:pt x="4966962" y="1740744"/>
                  </a:lnTo>
                  <a:lnTo>
                    <a:pt x="5078397" y="1748543"/>
                  </a:lnTo>
                  <a:lnTo>
                    <a:pt x="5183678" y="1755090"/>
                  </a:lnTo>
                  <a:lnTo>
                    <a:pt x="5278831" y="1760385"/>
                  </a:lnTo>
                  <a:lnTo>
                    <a:pt x="5360290" y="1764466"/>
                  </a:lnTo>
                  <a:lnTo>
                    <a:pt x="5425475" y="1767422"/>
                  </a:lnTo>
                  <a:lnTo>
                    <a:pt x="5473264" y="1769392"/>
                  </a:lnTo>
                  <a:lnTo>
                    <a:pt x="5504260" y="1770557"/>
                  </a:lnTo>
                  <a:lnTo>
                    <a:pt x="5520799" y="1771125"/>
                  </a:lnTo>
                  <a:lnTo>
                    <a:pt x="5526779" y="1771314"/>
                  </a:lnTo>
                  <a:lnTo>
                    <a:pt x="5527445" y="1771334"/>
                  </a:lnTo>
                  <a:lnTo>
                    <a:pt x="6522385" y="1771334"/>
                  </a:lnTo>
                  <a:lnTo>
                    <a:pt x="6523498" y="1771366"/>
                  </a:lnTo>
                  <a:lnTo>
                    <a:pt x="6530844" y="1771599"/>
                  </a:lnTo>
                  <a:lnTo>
                    <a:pt x="6549471" y="1772241"/>
                  </a:lnTo>
                  <a:lnTo>
                    <a:pt x="6583043" y="1773506"/>
                  </a:lnTo>
                  <a:lnTo>
                    <a:pt x="6633629" y="1775597"/>
                  </a:lnTo>
                  <a:lnTo>
                    <a:pt x="6701550" y="1778688"/>
                  </a:lnTo>
                  <a:lnTo>
                    <a:pt x="6785424" y="1782910"/>
                  </a:lnTo>
                  <a:lnTo>
                    <a:pt x="6882477" y="1788340"/>
                  </a:lnTo>
                  <a:lnTo>
                    <a:pt x="6989036" y="1795010"/>
                  </a:lnTo>
                  <a:lnTo>
                    <a:pt x="7101110" y="1802914"/>
                  </a:lnTo>
                  <a:lnTo>
                    <a:pt x="7214913" y="1812030"/>
                  </a:lnTo>
                  <a:lnTo>
                    <a:pt x="7327226" y="1822333"/>
                  </a:lnTo>
                  <a:lnTo>
                    <a:pt x="7435586" y="1833815"/>
                  </a:lnTo>
                  <a:lnTo>
                    <a:pt x="7538323" y="1846498"/>
                  </a:lnTo>
                  <a:lnTo>
                    <a:pt x="7634478" y="1860436"/>
                  </a:lnTo>
                  <a:lnTo>
                    <a:pt x="7723679" y="1875721"/>
                  </a:lnTo>
                  <a:lnTo>
                    <a:pt x="7805997" y="1892485"/>
                  </a:lnTo>
                  <a:lnTo>
                    <a:pt x="7881811" y="1910893"/>
                  </a:lnTo>
                  <a:lnTo>
                    <a:pt x="7951706" y="1931146"/>
                  </a:lnTo>
                  <a:lnTo>
                    <a:pt x="8016381" y="1953467"/>
                  </a:lnTo>
                  <a:lnTo>
                    <a:pt x="8076592" y="1978088"/>
                  </a:lnTo>
                  <a:lnTo>
                    <a:pt x="8133101" y="2005233"/>
                  </a:lnTo>
                  <a:lnTo>
                    <a:pt x="8186638" y="2035080"/>
                  </a:lnTo>
                  <a:lnTo>
                    <a:pt x="8229629" y="2062189"/>
                  </a:lnTo>
                  <a:lnTo>
                    <a:pt x="8281107" y="2098440"/>
                  </a:lnTo>
                  <a:lnTo>
                    <a:pt x="8331159" y="2137733"/>
                  </a:lnTo>
                  <a:lnTo>
                    <a:pt x="8380228" y="2180128"/>
                  </a:lnTo>
                  <a:lnTo>
                    <a:pt x="8428660" y="2225615"/>
                  </a:lnTo>
                  <a:lnTo>
                    <a:pt x="8476720" y="2274112"/>
                  </a:lnTo>
                  <a:lnTo>
                    <a:pt x="8524601" y="2325453"/>
                  </a:lnTo>
                  <a:lnTo>
                    <a:pt x="8572438" y="2379391"/>
                  </a:lnTo>
                  <a:lnTo>
                    <a:pt x="8620312" y="2435592"/>
                  </a:lnTo>
                  <a:lnTo>
                    <a:pt x="8668263" y="2493648"/>
                  </a:lnTo>
                  <a:lnTo>
                    <a:pt x="8716295" y="2553082"/>
                  </a:lnTo>
                  <a:lnTo>
                    <a:pt x="8764385" y="2613366"/>
                  </a:lnTo>
                  <a:lnTo>
                    <a:pt x="8812497" y="2673938"/>
                  </a:lnTo>
                  <a:lnTo>
                    <a:pt x="8860588" y="2734226"/>
                  </a:lnTo>
                  <a:lnTo>
                    <a:pt x="8908621" y="2793669"/>
                  </a:lnTo>
                  <a:lnTo>
                    <a:pt x="8956572" y="2851738"/>
                  </a:lnTo>
                  <a:lnTo>
                    <a:pt x="9004447" y="2907957"/>
                  </a:lnTo>
                  <a:lnTo>
                    <a:pt x="9052284" y="2961914"/>
                  </a:lnTo>
                  <a:lnTo>
                    <a:pt x="9100164" y="3013278"/>
                  </a:lnTo>
                  <a:lnTo>
                    <a:pt x="9148222" y="3061799"/>
                  </a:lnTo>
                  <a:lnTo>
                    <a:pt x="9196650" y="3107311"/>
                  </a:lnTo>
                  <a:lnTo>
                    <a:pt x="9245713" y="3149731"/>
                  </a:lnTo>
                  <a:lnTo>
                    <a:pt x="9295754" y="3189050"/>
                  </a:lnTo>
                  <a:lnTo>
                    <a:pt x="9347219" y="3225325"/>
                  </a:lnTo>
                  <a:lnTo>
                    <a:pt x="9347647" y="3225610"/>
                  </a:lnTo>
                  <a:lnTo>
                    <a:pt x="9399205" y="3257782"/>
                  </a:lnTo>
                  <a:lnTo>
                    <a:pt x="9453180" y="3287178"/>
                  </a:lnTo>
                  <a:lnTo>
                    <a:pt x="9510242" y="3313898"/>
                  </a:lnTo>
                  <a:lnTo>
                    <a:pt x="9571130" y="3338127"/>
                  </a:lnTo>
                  <a:lnTo>
                    <a:pt x="9636607" y="3360094"/>
                  </a:lnTo>
                  <a:lnTo>
                    <a:pt x="9707422" y="3380031"/>
                  </a:lnTo>
                  <a:lnTo>
                    <a:pt x="9784263" y="3398159"/>
                  </a:lnTo>
                  <a:lnTo>
                    <a:pt x="9867685" y="3414670"/>
                  </a:lnTo>
                  <a:lnTo>
                    <a:pt x="9958027" y="3429727"/>
                  </a:lnTo>
                  <a:lnTo>
                    <a:pt x="10055295" y="3443455"/>
                  </a:lnTo>
                  <a:lnTo>
                    <a:pt x="10159033" y="3455939"/>
                  </a:lnTo>
                  <a:lnTo>
                    <a:pt x="10268174" y="3467229"/>
                  </a:lnTo>
                  <a:lnTo>
                    <a:pt x="10380918" y="3477339"/>
                  </a:lnTo>
                  <a:lnTo>
                    <a:pt x="10494677" y="3486258"/>
                  </a:lnTo>
                  <a:lnTo>
                    <a:pt x="10606121" y="3493963"/>
                  </a:lnTo>
                  <a:lnTo>
                    <a:pt x="10711399" y="3500430"/>
                  </a:lnTo>
                  <a:lnTo>
                    <a:pt x="10806534" y="3505659"/>
                  </a:lnTo>
                  <a:lnTo>
                    <a:pt x="10887962" y="3509690"/>
                  </a:lnTo>
                  <a:lnTo>
                    <a:pt x="10953104" y="3512607"/>
                  </a:lnTo>
                  <a:lnTo>
                    <a:pt x="11000843" y="3514551"/>
                  </a:lnTo>
                  <a:lnTo>
                    <a:pt x="11031789" y="3515700"/>
                  </a:lnTo>
                  <a:lnTo>
                    <a:pt x="11048284" y="3516260"/>
                  </a:lnTo>
                  <a:lnTo>
                    <a:pt x="11054234" y="3516446"/>
                  </a:lnTo>
                  <a:lnTo>
                    <a:pt x="11054891" y="3516465"/>
                  </a:lnTo>
                  <a:lnTo>
                    <a:pt x="12049831" y="3516465"/>
                  </a:lnTo>
                  <a:lnTo>
                    <a:pt x="12049831" y="3511224"/>
                  </a:lnTo>
                  <a:lnTo>
                    <a:pt x="11054891" y="3511224"/>
                  </a:lnTo>
                  <a:lnTo>
                    <a:pt x="11053778" y="3511192"/>
                  </a:lnTo>
                  <a:lnTo>
                    <a:pt x="11046432" y="3510959"/>
                  </a:lnTo>
                  <a:lnTo>
                    <a:pt x="11027805" y="3510318"/>
                  </a:lnTo>
                  <a:lnTo>
                    <a:pt x="10994233" y="3509052"/>
                  </a:lnTo>
                  <a:lnTo>
                    <a:pt x="10943647" y="3506961"/>
                  </a:lnTo>
                  <a:lnTo>
                    <a:pt x="10875727" y="3503870"/>
                  </a:lnTo>
                  <a:lnTo>
                    <a:pt x="10791852" y="3499649"/>
                  </a:lnTo>
                  <a:lnTo>
                    <a:pt x="10694799" y="3494218"/>
                  </a:lnTo>
                  <a:lnTo>
                    <a:pt x="10588241" y="3487548"/>
                  </a:lnTo>
                  <a:lnTo>
                    <a:pt x="10476166" y="3479644"/>
                  </a:lnTo>
                  <a:lnTo>
                    <a:pt x="10362363" y="3470528"/>
                  </a:lnTo>
                  <a:lnTo>
                    <a:pt x="10250051" y="3460226"/>
                  </a:lnTo>
                  <a:lnTo>
                    <a:pt x="10141691" y="3448743"/>
                  </a:lnTo>
                  <a:lnTo>
                    <a:pt x="10038954" y="3436060"/>
                  </a:lnTo>
                  <a:lnTo>
                    <a:pt x="9942799" y="3422122"/>
                  </a:lnTo>
                  <a:lnTo>
                    <a:pt x="9853597" y="3406837"/>
                  </a:lnTo>
                  <a:lnTo>
                    <a:pt x="9771280" y="3390073"/>
                  </a:lnTo>
                  <a:lnTo>
                    <a:pt x="9695465" y="3371665"/>
                  </a:lnTo>
                  <a:lnTo>
                    <a:pt x="9625571" y="3351412"/>
                  </a:lnTo>
                  <a:lnTo>
                    <a:pt x="9560896" y="3329092"/>
                  </a:lnTo>
                  <a:lnTo>
                    <a:pt x="9500684" y="3304470"/>
                  </a:lnTo>
                  <a:lnTo>
                    <a:pt x="9444175" y="3277325"/>
                  </a:lnTo>
                  <a:lnTo>
                    <a:pt x="9390639" y="3247479"/>
                  </a:lnTo>
                  <a:lnTo>
                    <a:pt x="9347647" y="3220369"/>
                  </a:lnTo>
                  <a:lnTo>
                    <a:pt x="9296169" y="3184118"/>
                  </a:lnTo>
                  <a:lnTo>
                    <a:pt x="9246118" y="3144825"/>
                  </a:lnTo>
                  <a:lnTo>
                    <a:pt x="9197049" y="3102430"/>
                  </a:lnTo>
                  <a:lnTo>
                    <a:pt x="9148616" y="3056943"/>
                  </a:lnTo>
                  <a:lnTo>
                    <a:pt x="9100557" y="3008446"/>
                  </a:lnTo>
                  <a:lnTo>
                    <a:pt x="9052676" y="2957105"/>
                  </a:lnTo>
                  <a:lnTo>
                    <a:pt x="9004839" y="2903168"/>
                  </a:lnTo>
                  <a:lnTo>
                    <a:pt x="8956965" y="2846966"/>
                  </a:lnTo>
                  <a:lnTo>
                    <a:pt x="8909014" y="2788910"/>
                  </a:lnTo>
                  <a:lnTo>
                    <a:pt x="8860982" y="2729476"/>
                  </a:lnTo>
                  <a:lnTo>
                    <a:pt x="8812891" y="2669193"/>
                  </a:lnTo>
                  <a:lnTo>
                    <a:pt x="8764779" y="2608620"/>
                  </a:lnTo>
                  <a:lnTo>
                    <a:pt x="8716688" y="2548332"/>
                  </a:lnTo>
                  <a:lnTo>
                    <a:pt x="8668656" y="2488889"/>
                  </a:lnTo>
                  <a:lnTo>
                    <a:pt x="8620704" y="2430820"/>
                  </a:lnTo>
                  <a:lnTo>
                    <a:pt x="8572829" y="2374602"/>
                  </a:lnTo>
                  <a:lnTo>
                    <a:pt x="8524993" y="2320644"/>
                  </a:lnTo>
                  <a:lnTo>
                    <a:pt x="8477112" y="2269280"/>
                  </a:lnTo>
                  <a:lnTo>
                    <a:pt x="8429055" y="2220760"/>
                  </a:lnTo>
                  <a:lnTo>
                    <a:pt x="8380627" y="2175247"/>
                  </a:lnTo>
                  <a:lnTo>
                    <a:pt x="8331564" y="2132827"/>
                  </a:lnTo>
                  <a:lnTo>
                    <a:pt x="8281522" y="2093508"/>
                  </a:lnTo>
                  <a:lnTo>
                    <a:pt x="8230058" y="2057233"/>
                  </a:lnTo>
                  <a:lnTo>
                    <a:pt x="8229629" y="2056948"/>
                  </a:lnTo>
                  <a:lnTo>
                    <a:pt x="8178072" y="2024777"/>
                  </a:lnTo>
                  <a:lnTo>
                    <a:pt x="8124097" y="1995380"/>
                  </a:lnTo>
                  <a:lnTo>
                    <a:pt x="8067034" y="1968660"/>
                  </a:lnTo>
                  <a:lnTo>
                    <a:pt x="8006147" y="1944431"/>
                  </a:lnTo>
                  <a:lnTo>
                    <a:pt x="7940670" y="1922464"/>
                  </a:lnTo>
                  <a:lnTo>
                    <a:pt x="7869854" y="1902527"/>
                  </a:lnTo>
                  <a:lnTo>
                    <a:pt x="7793014" y="1884400"/>
                  </a:lnTo>
                  <a:lnTo>
                    <a:pt x="7709592" y="1867888"/>
                  </a:lnTo>
                  <a:lnTo>
                    <a:pt x="7619250" y="1852831"/>
                  </a:lnTo>
                  <a:lnTo>
                    <a:pt x="7521981" y="1839103"/>
                  </a:lnTo>
                  <a:lnTo>
                    <a:pt x="7418243" y="1826619"/>
                  </a:lnTo>
                  <a:lnTo>
                    <a:pt x="7309103" y="1815329"/>
                  </a:lnTo>
                  <a:lnTo>
                    <a:pt x="7196358" y="1805219"/>
                  </a:lnTo>
                  <a:lnTo>
                    <a:pt x="7082599" y="1796300"/>
                  </a:lnTo>
                  <a:lnTo>
                    <a:pt x="6971156" y="1788596"/>
                  </a:lnTo>
                  <a:lnTo>
                    <a:pt x="6865878" y="1782128"/>
                  </a:lnTo>
                  <a:lnTo>
                    <a:pt x="6770743" y="1776899"/>
                  </a:lnTo>
                  <a:lnTo>
                    <a:pt x="6689315" y="1772869"/>
                  </a:lnTo>
                  <a:lnTo>
                    <a:pt x="6624173" y="1769951"/>
                  </a:lnTo>
                  <a:lnTo>
                    <a:pt x="6576434" y="1768007"/>
                  </a:lnTo>
                  <a:lnTo>
                    <a:pt x="6545488" y="1766858"/>
                  </a:lnTo>
                  <a:lnTo>
                    <a:pt x="6528992" y="1766298"/>
                  </a:lnTo>
                  <a:lnTo>
                    <a:pt x="6523043" y="1766112"/>
                  </a:lnTo>
                  <a:lnTo>
                    <a:pt x="6522385" y="1766093"/>
                  </a:lnTo>
                  <a:lnTo>
                    <a:pt x="5527445" y="1766093"/>
                  </a:lnTo>
                  <a:lnTo>
                    <a:pt x="5526333" y="1766060"/>
                  </a:lnTo>
                  <a:lnTo>
                    <a:pt x="5518991" y="1765825"/>
                  </a:lnTo>
                  <a:lnTo>
                    <a:pt x="5500373" y="1765176"/>
                  </a:lnTo>
                  <a:lnTo>
                    <a:pt x="5466816" y="1763896"/>
                  </a:lnTo>
                  <a:lnTo>
                    <a:pt x="5416252" y="1761781"/>
                  </a:lnTo>
                  <a:lnTo>
                    <a:pt x="5348359" y="1758654"/>
                  </a:lnTo>
                  <a:lnTo>
                    <a:pt x="5264515" y="1754384"/>
                  </a:lnTo>
                  <a:lnTo>
                    <a:pt x="5167493" y="1748891"/>
                  </a:lnTo>
                  <a:lnTo>
                    <a:pt x="5060964" y="1742144"/>
                  </a:lnTo>
                  <a:lnTo>
                    <a:pt x="4948914" y="1734148"/>
                  </a:lnTo>
                  <a:lnTo>
                    <a:pt x="4835130" y="1724927"/>
                  </a:lnTo>
                  <a:lnTo>
                    <a:pt x="4722831" y="1714504"/>
                  </a:lnTo>
                  <a:lnTo>
                    <a:pt x="4614479" y="1702888"/>
                  </a:lnTo>
                  <a:lnTo>
                    <a:pt x="4511746" y="1690058"/>
                  </a:lnTo>
                  <a:lnTo>
                    <a:pt x="4415590" y="1675958"/>
                  </a:lnTo>
                  <a:lnTo>
                    <a:pt x="4326385" y="1660496"/>
                  </a:lnTo>
                  <a:lnTo>
                    <a:pt x="4244063" y="1643538"/>
                  </a:lnTo>
                  <a:lnTo>
                    <a:pt x="4168243" y="1624917"/>
                  </a:lnTo>
                  <a:lnTo>
                    <a:pt x="4098343" y="1604431"/>
                  </a:lnTo>
                  <a:lnTo>
                    <a:pt x="4033662" y="1581853"/>
                  </a:lnTo>
                  <a:lnTo>
                    <a:pt x="3973447" y="1556949"/>
                  </a:lnTo>
                  <a:lnTo>
                    <a:pt x="3916935" y="1529492"/>
                  </a:lnTo>
                  <a:lnTo>
                    <a:pt x="3863398" y="1499303"/>
                  </a:lnTo>
                  <a:lnTo>
                    <a:pt x="3820202" y="1471744"/>
                  </a:lnTo>
                  <a:lnTo>
                    <a:pt x="3768882" y="1435177"/>
                  </a:lnTo>
                  <a:lnTo>
                    <a:pt x="3718981" y="1395550"/>
                  </a:lnTo>
                  <a:lnTo>
                    <a:pt x="3670058" y="1352805"/>
                  </a:lnTo>
                  <a:lnTo>
                    <a:pt x="3621772" y="1306948"/>
                  </a:lnTo>
                  <a:lnTo>
                    <a:pt x="3573858" y="1258063"/>
                  </a:lnTo>
                  <a:lnTo>
                    <a:pt x="3526124" y="1206314"/>
                  </a:lnTo>
                  <a:lnTo>
                    <a:pt x="3478437" y="1151949"/>
                  </a:lnTo>
                  <a:lnTo>
                    <a:pt x="3430713" y="1095299"/>
                  </a:lnTo>
                  <a:lnTo>
                    <a:pt x="3382914" y="1036772"/>
                  </a:lnTo>
                  <a:lnTo>
                    <a:pt x="3335034" y="976845"/>
                  </a:lnTo>
                  <a:lnTo>
                    <a:pt x="3287095" y="916047"/>
                  </a:lnTo>
                  <a:lnTo>
                    <a:pt x="3239133" y="854938"/>
                  </a:lnTo>
                  <a:lnTo>
                    <a:pt x="3191190" y="794094"/>
                  </a:lnTo>
                  <a:lnTo>
                    <a:pt x="3143304" y="734077"/>
                  </a:lnTo>
                  <a:lnTo>
                    <a:pt x="3095498" y="675420"/>
                  </a:lnTo>
                  <a:lnTo>
                    <a:pt x="3047770" y="618603"/>
                  </a:lnTo>
                  <a:lnTo>
                    <a:pt x="3000082" y="564042"/>
                  </a:lnTo>
                  <a:lnTo>
                    <a:pt x="2952356" y="512073"/>
                  </a:lnTo>
                  <a:lnTo>
                    <a:pt x="2904463" y="462952"/>
                  </a:lnTo>
                  <a:lnTo>
                    <a:pt x="2856215" y="416848"/>
                  </a:lnTo>
                  <a:lnTo>
                    <a:pt x="2807355" y="373852"/>
                  </a:lnTo>
                  <a:lnTo>
                    <a:pt x="2757547" y="333977"/>
                  </a:lnTo>
                  <a:lnTo>
                    <a:pt x="2706360" y="297168"/>
                  </a:lnTo>
                  <a:lnTo>
                    <a:pt x="2702183" y="294348"/>
                  </a:lnTo>
                  <a:lnTo>
                    <a:pt x="2650635" y="261796"/>
                  </a:lnTo>
                  <a:lnTo>
                    <a:pt x="2596670" y="232050"/>
                  </a:lnTo>
                  <a:lnTo>
                    <a:pt x="2539619" y="205013"/>
                  </a:lnTo>
                  <a:lnTo>
                    <a:pt x="2478744" y="180495"/>
                  </a:lnTo>
                  <a:lnTo>
                    <a:pt x="2413282" y="158267"/>
                  </a:lnTo>
                  <a:lnTo>
                    <a:pt x="2342484" y="138092"/>
                  </a:lnTo>
                  <a:lnTo>
                    <a:pt x="2265664" y="119748"/>
                  </a:lnTo>
                  <a:lnTo>
                    <a:pt x="2182264" y="103039"/>
                  </a:lnTo>
                  <a:lnTo>
                    <a:pt x="2091948" y="87801"/>
                  </a:lnTo>
                  <a:lnTo>
                    <a:pt x="1994707" y="73909"/>
                  </a:lnTo>
                  <a:lnTo>
                    <a:pt x="1890997" y="61275"/>
                  </a:lnTo>
                  <a:lnTo>
                    <a:pt x="1781885" y="49849"/>
                  </a:lnTo>
                  <a:lnTo>
                    <a:pt x="1669164" y="39617"/>
                  </a:lnTo>
                  <a:lnTo>
                    <a:pt x="1555423" y="30589"/>
                  </a:lnTo>
                  <a:lnTo>
                    <a:pt x="1443988" y="22791"/>
                  </a:lnTo>
                  <a:lnTo>
                    <a:pt x="1338707" y="16243"/>
                  </a:lnTo>
                  <a:lnTo>
                    <a:pt x="1243554" y="10948"/>
                  </a:lnTo>
                  <a:lnTo>
                    <a:pt x="1162095" y="6867"/>
                  </a:lnTo>
                  <a:lnTo>
                    <a:pt x="1096910" y="3911"/>
                  </a:lnTo>
                  <a:lnTo>
                    <a:pt x="1049121" y="1942"/>
                  </a:lnTo>
                  <a:lnTo>
                    <a:pt x="1018125" y="777"/>
                  </a:lnTo>
                  <a:lnTo>
                    <a:pt x="1001586" y="208"/>
                  </a:lnTo>
                  <a:lnTo>
                    <a:pt x="995606" y="1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54" name="pl753"/>
            <p:cNvSpPr/>
            <p:nvPr/>
          </p:nvSpPr>
          <p:spPr>
            <a:xfrm>
              <a:off x="1199187" y="2966034"/>
              <a:ext cx="12049831" cy="3511224"/>
            </a:xfrm>
            <a:custGeom>
              <a:avLst/>
              <a:pathLst>
                <a:path w="12049831" h="3511224">
                  <a:moveTo>
                    <a:pt x="0" y="0"/>
                  </a:moveTo>
                  <a:lnTo>
                    <a:pt x="994940" y="0"/>
                  </a:lnTo>
                  <a:lnTo>
                    <a:pt x="996052" y="33"/>
                  </a:lnTo>
                  <a:lnTo>
                    <a:pt x="1003394" y="268"/>
                  </a:lnTo>
                  <a:lnTo>
                    <a:pt x="1022012" y="917"/>
                  </a:lnTo>
                  <a:lnTo>
                    <a:pt x="1055569" y="2196"/>
                  </a:lnTo>
                  <a:lnTo>
                    <a:pt x="1106133" y="4312"/>
                  </a:lnTo>
                  <a:lnTo>
                    <a:pt x="1174026" y="7439"/>
                  </a:lnTo>
                  <a:lnTo>
                    <a:pt x="1257870" y="11709"/>
                  </a:lnTo>
                  <a:lnTo>
                    <a:pt x="1354892" y="17202"/>
                  </a:lnTo>
                  <a:lnTo>
                    <a:pt x="1461421" y="23949"/>
                  </a:lnTo>
                  <a:lnTo>
                    <a:pt x="1573471" y="31945"/>
                  </a:lnTo>
                  <a:lnTo>
                    <a:pt x="1687255" y="41166"/>
                  </a:lnTo>
                  <a:lnTo>
                    <a:pt x="1799554" y="51588"/>
                  </a:lnTo>
                  <a:lnTo>
                    <a:pt x="1907906" y="63205"/>
                  </a:lnTo>
                  <a:lnTo>
                    <a:pt x="2010639" y="76035"/>
                  </a:lnTo>
                  <a:lnTo>
                    <a:pt x="2106795" y="90134"/>
                  </a:lnTo>
                  <a:lnTo>
                    <a:pt x="2196000" y="105597"/>
                  </a:lnTo>
                  <a:lnTo>
                    <a:pt x="2278322" y="122554"/>
                  </a:lnTo>
                  <a:lnTo>
                    <a:pt x="2354142" y="141176"/>
                  </a:lnTo>
                  <a:lnTo>
                    <a:pt x="2424042" y="161662"/>
                  </a:lnTo>
                  <a:lnTo>
                    <a:pt x="2488723" y="184239"/>
                  </a:lnTo>
                  <a:lnTo>
                    <a:pt x="2548938" y="209144"/>
                  </a:lnTo>
                  <a:lnTo>
                    <a:pt x="2605450" y="236601"/>
                  </a:lnTo>
                  <a:lnTo>
                    <a:pt x="2658987" y="266790"/>
                  </a:lnTo>
                  <a:lnTo>
                    <a:pt x="2702183" y="294348"/>
                  </a:lnTo>
                  <a:lnTo>
                    <a:pt x="2753503" y="330916"/>
                  </a:lnTo>
                  <a:lnTo>
                    <a:pt x="2803404" y="370542"/>
                  </a:lnTo>
                  <a:lnTo>
                    <a:pt x="2852327" y="413288"/>
                  </a:lnTo>
                  <a:lnTo>
                    <a:pt x="2900613" y="459145"/>
                  </a:lnTo>
                  <a:lnTo>
                    <a:pt x="2948527" y="508029"/>
                  </a:lnTo>
                  <a:lnTo>
                    <a:pt x="2996261" y="559778"/>
                  </a:lnTo>
                  <a:lnTo>
                    <a:pt x="3043948" y="614144"/>
                  </a:lnTo>
                  <a:lnTo>
                    <a:pt x="3091672" y="670794"/>
                  </a:lnTo>
                  <a:lnTo>
                    <a:pt x="3139471" y="729321"/>
                  </a:lnTo>
                  <a:lnTo>
                    <a:pt x="3187351" y="789247"/>
                  </a:lnTo>
                  <a:lnTo>
                    <a:pt x="3235290" y="850046"/>
                  </a:lnTo>
                  <a:lnTo>
                    <a:pt x="3283252" y="911154"/>
                  </a:lnTo>
                  <a:lnTo>
                    <a:pt x="3331195" y="971999"/>
                  </a:lnTo>
                  <a:lnTo>
                    <a:pt x="3379081" y="1032015"/>
                  </a:lnTo>
                  <a:lnTo>
                    <a:pt x="3426887" y="1090673"/>
                  </a:lnTo>
                  <a:lnTo>
                    <a:pt x="3474615" y="1147489"/>
                  </a:lnTo>
                  <a:lnTo>
                    <a:pt x="3522303" y="1202051"/>
                  </a:lnTo>
                  <a:lnTo>
                    <a:pt x="3570029" y="1254020"/>
                  </a:lnTo>
                  <a:lnTo>
                    <a:pt x="3617922" y="1303141"/>
                  </a:lnTo>
                  <a:lnTo>
                    <a:pt x="3666170" y="1349244"/>
                  </a:lnTo>
                  <a:lnTo>
                    <a:pt x="3715030" y="1392241"/>
                  </a:lnTo>
                  <a:lnTo>
                    <a:pt x="3764838" y="1432116"/>
                  </a:lnTo>
                  <a:lnTo>
                    <a:pt x="3816025" y="1468925"/>
                  </a:lnTo>
                  <a:lnTo>
                    <a:pt x="3820202" y="1471744"/>
                  </a:lnTo>
                  <a:lnTo>
                    <a:pt x="3871750" y="1504297"/>
                  </a:lnTo>
                  <a:lnTo>
                    <a:pt x="3925715" y="1534043"/>
                  </a:lnTo>
                  <a:lnTo>
                    <a:pt x="3982766" y="1561079"/>
                  </a:lnTo>
                  <a:lnTo>
                    <a:pt x="4043641" y="1585598"/>
                  </a:lnTo>
                  <a:lnTo>
                    <a:pt x="4109103" y="1607826"/>
                  </a:lnTo>
                  <a:lnTo>
                    <a:pt x="4179901" y="1628001"/>
                  </a:lnTo>
                  <a:lnTo>
                    <a:pt x="4256721" y="1646345"/>
                  </a:lnTo>
                  <a:lnTo>
                    <a:pt x="4340121" y="1663054"/>
                  </a:lnTo>
                  <a:lnTo>
                    <a:pt x="4430437" y="1678291"/>
                  </a:lnTo>
                  <a:lnTo>
                    <a:pt x="4527678" y="1692184"/>
                  </a:lnTo>
                  <a:lnTo>
                    <a:pt x="4631388" y="1704818"/>
                  </a:lnTo>
                  <a:lnTo>
                    <a:pt x="4740500" y="1716243"/>
                  </a:lnTo>
                  <a:lnTo>
                    <a:pt x="4853221" y="1726476"/>
                  </a:lnTo>
                  <a:lnTo>
                    <a:pt x="4966962" y="1735504"/>
                  </a:lnTo>
                  <a:lnTo>
                    <a:pt x="5078397" y="1743302"/>
                  </a:lnTo>
                  <a:lnTo>
                    <a:pt x="5183678" y="1749849"/>
                  </a:lnTo>
                  <a:lnTo>
                    <a:pt x="5278831" y="1755144"/>
                  </a:lnTo>
                  <a:lnTo>
                    <a:pt x="5360290" y="1759226"/>
                  </a:lnTo>
                  <a:lnTo>
                    <a:pt x="5425475" y="1762181"/>
                  </a:lnTo>
                  <a:lnTo>
                    <a:pt x="5473264" y="1764151"/>
                  </a:lnTo>
                  <a:lnTo>
                    <a:pt x="5504260" y="1765316"/>
                  </a:lnTo>
                  <a:lnTo>
                    <a:pt x="5520799" y="1765885"/>
                  </a:lnTo>
                  <a:lnTo>
                    <a:pt x="5526779" y="1766074"/>
                  </a:lnTo>
                  <a:lnTo>
                    <a:pt x="5527445" y="1766093"/>
                  </a:lnTo>
                  <a:lnTo>
                    <a:pt x="6522385" y="1766093"/>
                  </a:lnTo>
                  <a:lnTo>
                    <a:pt x="6523498" y="1766126"/>
                  </a:lnTo>
                  <a:lnTo>
                    <a:pt x="6530844" y="1766358"/>
                  </a:lnTo>
                  <a:lnTo>
                    <a:pt x="6549471" y="1767000"/>
                  </a:lnTo>
                  <a:lnTo>
                    <a:pt x="6583043" y="1768265"/>
                  </a:lnTo>
                  <a:lnTo>
                    <a:pt x="6633629" y="1770356"/>
                  </a:lnTo>
                  <a:lnTo>
                    <a:pt x="6701550" y="1773448"/>
                  </a:lnTo>
                  <a:lnTo>
                    <a:pt x="6785424" y="1777669"/>
                  </a:lnTo>
                  <a:lnTo>
                    <a:pt x="6882477" y="1783099"/>
                  </a:lnTo>
                  <a:lnTo>
                    <a:pt x="6989036" y="1789769"/>
                  </a:lnTo>
                  <a:lnTo>
                    <a:pt x="7101110" y="1797674"/>
                  </a:lnTo>
                  <a:lnTo>
                    <a:pt x="7214913" y="1806789"/>
                  </a:lnTo>
                  <a:lnTo>
                    <a:pt x="7327226" y="1817092"/>
                  </a:lnTo>
                  <a:lnTo>
                    <a:pt x="7435586" y="1828575"/>
                  </a:lnTo>
                  <a:lnTo>
                    <a:pt x="7538323" y="1841258"/>
                  </a:lnTo>
                  <a:lnTo>
                    <a:pt x="7634478" y="1855196"/>
                  </a:lnTo>
                  <a:lnTo>
                    <a:pt x="7723679" y="1870481"/>
                  </a:lnTo>
                  <a:lnTo>
                    <a:pt x="7805997" y="1887244"/>
                  </a:lnTo>
                  <a:lnTo>
                    <a:pt x="7881811" y="1905653"/>
                  </a:lnTo>
                  <a:lnTo>
                    <a:pt x="7951706" y="1925906"/>
                  </a:lnTo>
                  <a:lnTo>
                    <a:pt x="8016381" y="1948226"/>
                  </a:lnTo>
                  <a:lnTo>
                    <a:pt x="8076592" y="1972847"/>
                  </a:lnTo>
                  <a:lnTo>
                    <a:pt x="8133101" y="1999993"/>
                  </a:lnTo>
                  <a:lnTo>
                    <a:pt x="8186638" y="2029839"/>
                  </a:lnTo>
                  <a:lnTo>
                    <a:pt x="8229629" y="2056948"/>
                  </a:lnTo>
                  <a:lnTo>
                    <a:pt x="8281107" y="2093199"/>
                  </a:lnTo>
                  <a:lnTo>
                    <a:pt x="8331159" y="2132492"/>
                  </a:lnTo>
                  <a:lnTo>
                    <a:pt x="8380228" y="2174887"/>
                  </a:lnTo>
                  <a:lnTo>
                    <a:pt x="8428660" y="2220375"/>
                  </a:lnTo>
                  <a:lnTo>
                    <a:pt x="8476720" y="2268871"/>
                  </a:lnTo>
                  <a:lnTo>
                    <a:pt x="8524601" y="2320213"/>
                  </a:lnTo>
                  <a:lnTo>
                    <a:pt x="8572438" y="2374150"/>
                  </a:lnTo>
                  <a:lnTo>
                    <a:pt x="8620312" y="2430351"/>
                  </a:lnTo>
                  <a:lnTo>
                    <a:pt x="8668263" y="2488407"/>
                  </a:lnTo>
                  <a:lnTo>
                    <a:pt x="8716295" y="2547841"/>
                  </a:lnTo>
                  <a:lnTo>
                    <a:pt x="8764385" y="2608125"/>
                  </a:lnTo>
                  <a:lnTo>
                    <a:pt x="8812497" y="2668697"/>
                  </a:lnTo>
                  <a:lnTo>
                    <a:pt x="8860588" y="2728985"/>
                  </a:lnTo>
                  <a:lnTo>
                    <a:pt x="8908621" y="2788428"/>
                  </a:lnTo>
                  <a:lnTo>
                    <a:pt x="8956572" y="2846498"/>
                  </a:lnTo>
                  <a:lnTo>
                    <a:pt x="9004447" y="2902716"/>
                  </a:lnTo>
                  <a:lnTo>
                    <a:pt x="9052284" y="2956673"/>
                  </a:lnTo>
                  <a:lnTo>
                    <a:pt x="9100164" y="3008037"/>
                  </a:lnTo>
                  <a:lnTo>
                    <a:pt x="9148222" y="3056558"/>
                  </a:lnTo>
                  <a:lnTo>
                    <a:pt x="9196650" y="3102070"/>
                  </a:lnTo>
                  <a:lnTo>
                    <a:pt x="9245713" y="3144491"/>
                  </a:lnTo>
                  <a:lnTo>
                    <a:pt x="9295754" y="3183809"/>
                  </a:lnTo>
                  <a:lnTo>
                    <a:pt x="9347219" y="3220084"/>
                  </a:lnTo>
                  <a:lnTo>
                    <a:pt x="9347647" y="3220369"/>
                  </a:lnTo>
                  <a:lnTo>
                    <a:pt x="9399205" y="3252541"/>
                  </a:lnTo>
                  <a:lnTo>
                    <a:pt x="9453180" y="3281938"/>
                  </a:lnTo>
                  <a:lnTo>
                    <a:pt x="9510242" y="3308657"/>
                  </a:lnTo>
                  <a:lnTo>
                    <a:pt x="9571130" y="3332887"/>
                  </a:lnTo>
                  <a:lnTo>
                    <a:pt x="9636607" y="3354854"/>
                  </a:lnTo>
                  <a:lnTo>
                    <a:pt x="9707422" y="3374791"/>
                  </a:lnTo>
                  <a:lnTo>
                    <a:pt x="9784263" y="3392918"/>
                  </a:lnTo>
                  <a:lnTo>
                    <a:pt x="9867685" y="3409429"/>
                  </a:lnTo>
                  <a:lnTo>
                    <a:pt x="9958027" y="3424487"/>
                  </a:lnTo>
                  <a:lnTo>
                    <a:pt x="10055295" y="3438214"/>
                  </a:lnTo>
                  <a:lnTo>
                    <a:pt x="10159033" y="3450699"/>
                  </a:lnTo>
                  <a:lnTo>
                    <a:pt x="10268174" y="3461988"/>
                  </a:lnTo>
                  <a:lnTo>
                    <a:pt x="10380918" y="3472098"/>
                  </a:lnTo>
                  <a:lnTo>
                    <a:pt x="10494677" y="3481018"/>
                  </a:lnTo>
                  <a:lnTo>
                    <a:pt x="10606121" y="3488722"/>
                  </a:lnTo>
                  <a:lnTo>
                    <a:pt x="10711399" y="3495189"/>
                  </a:lnTo>
                  <a:lnTo>
                    <a:pt x="10806534" y="3500419"/>
                  </a:lnTo>
                  <a:lnTo>
                    <a:pt x="10887962" y="3504449"/>
                  </a:lnTo>
                  <a:lnTo>
                    <a:pt x="10953104" y="3507367"/>
                  </a:lnTo>
                  <a:lnTo>
                    <a:pt x="11000843" y="3509310"/>
                  </a:lnTo>
                  <a:lnTo>
                    <a:pt x="11031789" y="3510459"/>
                  </a:lnTo>
                  <a:lnTo>
                    <a:pt x="11048284" y="3511020"/>
                  </a:lnTo>
                  <a:lnTo>
                    <a:pt x="11054234" y="3511205"/>
                  </a:lnTo>
                  <a:lnTo>
                    <a:pt x="11054891" y="3511224"/>
                  </a:lnTo>
                  <a:lnTo>
                    <a:pt x="12049831" y="3511224"/>
                  </a:lnTo>
                  <a:lnTo>
                    <a:pt x="12049831" y="35112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5" name="pl754"/>
            <p:cNvSpPr/>
            <p:nvPr/>
          </p:nvSpPr>
          <p:spPr>
            <a:xfrm>
              <a:off x="1199187" y="2960793"/>
              <a:ext cx="12049831" cy="3511224"/>
            </a:xfrm>
            <a:custGeom>
              <a:avLst/>
              <a:pathLst>
                <a:path w="12049831" h="3511224">
                  <a:moveTo>
                    <a:pt x="12049831" y="3511224"/>
                  </a:moveTo>
                  <a:lnTo>
                    <a:pt x="11054891" y="3511224"/>
                  </a:lnTo>
                  <a:lnTo>
                    <a:pt x="11053778" y="3511192"/>
                  </a:lnTo>
                  <a:lnTo>
                    <a:pt x="11046432" y="3510959"/>
                  </a:lnTo>
                  <a:lnTo>
                    <a:pt x="11027805" y="3510318"/>
                  </a:lnTo>
                  <a:lnTo>
                    <a:pt x="10994233" y="3509052"/>
                  </a:lnTo>
                  <a:lnTo>
                    <a:pt x="10943647" y="3506961"/>
                  </a:lnTo>
                  <a:lnTo>
                    <a:pt x="10875727" y="3503870"/>
                  </a:lnTo>
                  <a:lnTo>
                    <a:pt x="10791852" y="3499649"/>
                  </a:lnTo>
                  <a:lnTo>
                    <a:pt x="10694799" y="3494218"/>
                  </a:lnTo>
                  <a:lnTo>
                    <a:pt x="10588241" y="3487548"/>
                  </a:lnTo>
                  <a:lnTo>
                    <a:pt x="10476166" y="3479644"/>
                  </a:lnTo>
                  <a:lnTo>
                    <a:pt x="10362363" y="3470528"/>
                  </a:lnTo>
                  <a:lnTo>
                    <a:pt x="10250051" y="3460226"/>
                  </a:lnTo>
                  <a:lnTo>
                    <a:pt x="10141691" y="3448743"/>
                  </a:lnTo>
                  <a:lnTo>
                    <a:pt x="10038954" y="3436060"/>
                  </a:lnTo>
                  <a:lnTo>
                    <a:pt x="9942799" y="3422122"/>
                  </a:lnTo>
                  <a:lnTo>
                    <a:pt x="9853597" y="3406837"/>
                  </a:lnTo>
                  <a:lnTo>
                    <a:pt x="9771280" y="3390073"/>
                  </a:lnTo>
                  <a:lnTo>
                    <a:pt x="9695465" y="3371665"/>
                  </a:lnTo>
                  <a:lnTo>
                    <a:pt x="9625571" y="3351412"/>
                  </a:lnTo>
                  <a:lnTo>
                    <a:pt x="9560896" y="3329092"/>
                  </a:lnTo>
                  <a:lnTo>
                    <a:pt x="9500684" y="3304470"/>
                  </a:lnTo>
                  <a:lnTo>
                    <a:pt x="9444175" y="3277325"/>
                  </a:lnTo>
                  <a:lnTo>
                    <a:pt x="9390639" y="3247479"/>
                  </a:lnTo>
                  <a:lnTo>
                    <a:pt x="9347647" y="3220369"/>
                  </a:lnTo>
                  <a:lnTo>
                    <a:pt x="9296169" y="3184118"/>
                  </a:lnTo>
                  <a:lnTo>
                    <a:pt x="9246118" y="3144825"/>
                  </a:lnTo>
                  <a:lnTo>
                    <a:pt x="9197049" y="3102430"/>
                  </a:lnTo>
                  <a:lnTo>
                    <a:pt x="9148616" y="3056943"/>
                  </a:lnTo>
                  <a:lnTo>
                    <a:pt x="9100557" y="3008446"/>
                  </a:lnTo>
                  <a:lnTo>
                    <a:pt x="9052676" y="2957105"/>
                  </a:lnTo>
                  <a:lnTo>
                    <a:pt x="9004839" y="2903168"/>
                  </a:lnTo>
                  <a:lnTo>
                    <a:pt x="8956965" y="2846966"/>
                  </a:lnTo>
                  <a:lnTo>
                    <a:pt x="8909014" y="2788910"/>
                  </a:lnTo>
                  <a:lnTo>
                    <a:pt x="8860982" y="2729476"/>
                  </a:lnTo>
                  <a:lnTo>
                    <a:pt x="8812891" y="2669193"/>
                  </a:lnTo>
                  <a:lnTo>
                    <a:pt x="8764779" y="2608620"/>
                  </a:lnTo>
                  <a:lnTo>
                    <a:pt x="8716688" y="2548332"/>
                  </a:lnTo>
                  <a:lnTo>
                    <a:pt x="8668656" y="2488889"/>
                  </a:lnTo>
                  <a:lnTo>
                    <a:pt x="8620704" y="2430820"/>
                  </a:lnTo>
                  <a:lnTo>
                    <a:pt x="8572829" y="2374602"/>
                  </a:lnTo>
                  <a:lnTo>
                    <a:pt x="8524993" y="2320644"/>
                  </a:lnTo>
                  <a:lnTo>
                    <a:pt x="8477112" y="2269280"/>
                  </a:lnTo>
                  <a:lnTo>
                    <a:pt x="8429055" y="2220760"/>
                  </a:lnTo>
                  <a:lnTo>
                    <a:pt x="8380627" y="2175247"/>
                  </a:lnTo>
                  <a:lnTo>
                    <a:pt x="8331564" y="2132827"/>
                  </a:lnTo>
                  <a:lnTo>
                    <a:pt x="8281522" y="2093508"/>
                  </a:lnTo>
                  <a:lnTo>
                    <a:pt x="8230058" y="2057233"/>
                  </a:lnTo>
                  <a:lnTo>
                    <a:pt x="8229629" y="2056948"/>
                  </a:lnTo>
                  <a:lnTo>
                    <a:pt x="8178072" y="2024777"/>
                  </a:lnTo>
                  <a:lnTo>
                    <a:pt x="8124097" y="1995380"/>
                  </a:lnTo>
                  <a:lnTo>
                    <a:pt x="8067034" y="1968660"/>
                  </a:lnTo>
                  <a:lnTo>
                    <a:pt x="8006147" y="1944431"/>
                  </a:lnTo>
                  <a:lnTo>
                    <a:pt x="7940670" y="1922464"/>
                  </a:lnTo>
                  <a:lnTo>
                    <a:pt x="7869854" y="1902527"/>
                  </a:lnTo>
                  <a:lnTo>
                    <a:pt x="7793014" y="1884400"/>
                  </a:lnTo>
                  <a:lnTo>
                    <a:pt x="7709592" y="1867888"/>
                  </a:lnTo>
                  <a:lnTo>
                    <a:pt x="7619250" y="1852831"/>
                  </a:lnTo>
                  <a:lnTo>
                    <a:pt x="7521981" y="1839103"/>
                  </a:lnTo>
                  <a:lnTo>
                    <a:pt x="7418243" y="1826619"/>
                  </a:lnTo>
                  <a:lnTo>
                    <a:pt x="7309103" y="1815329"/>
                  </a:lnTo>
                  <a:lnTo>
                    <a:pt x="7196358" y="1805219"/>
                  </a:lnTo>
                  <a:lnTo>
                    <a:pt x="7082599" y="1796300"/>
                  </a:lnTo>
                  <a:lnTo>
                    <a:pt x="6971156" y="1788596"/>
                  </a:lnTo>
                  <a:lnTo>
                    <a:pt x="6865878" y="1782128"/>
                  </a:lnTo>
                  <a:lnTo>
                    <a:pt x="6770743" y="1776899"/>
                  </a:lnTo>
                  <a:lnTo>
                    <a:pt x="6689315" y="1772869"/>
                  </a:lnTo>
                  <a:lnTo>
                    <a:pt x="6624173" y="1769951"/>
                  </a:lnTo>
                  <a:lnTo>
                    <a:pt x="6576434" y="1768007"/>
                  </a:lnTo>
                  <a:lnTo>
                    <a:pt x="6545488" y="1766858"/>
                  </a:lnTo>
                  <a:lnTo>
                    <a:pt x="6528992" y="1766298"/>
                  </a:lnTo>
                  <a:lnTo>
                    <a:pt x="6523043" y="1766112"/>
                  </a:lnTo>
                  <a:lnTo>
                    <a:pt x="6522385" y="1766093"/>
                  </a:lnTo>
                  <a:lnTo>
                    <a:pt x="5527445" y="1766093"/>
                  </a:lnTo>
                  <a:lnTo>
                    <a:pt x="5526333" y="1766060"/>
                  </a:lnTo>
                  <a:lnTo>
                    <a:pt x="5518991" y="1765825"/>
                  </a:lnTo>
                  <a:lnTo>
                    <a:pt x="5500373" y="1765176"/>
                  </a:lnTo>
                  <a:lnTo>
                    <a:pt x="5466816" y="1763896"/>
                  </a:lnTo>
                  <a:lnTo>
                    <a:pt x="5416252" y="1761781"/>
                  </a:lnTo>
                  <a:lnTo>
                    <a:pt x="5348359" y="1758654"/>
                  </a:lnTo>
                  <a:lnTo>
                    <a:pt x="5264515" y="1754384"/>
                  </a:lnTo>
                  <a:lnTo>
                    <a:pt x="5167493" y="1748891"/>
                  </a:lnTo>
                  <a:lnTo>
                    <a:pt x="5060964" y="1742144"/>
                  </a:lnTo>
                  <a:lnTo>
                    <a:pt x="4948914" y="1734148"/>
                  </a:lnTo>
                  <a:lnTo>
                    <a:pt x="4835130" y="1724927"/>
                  </a:lnTo>
                  <a:lnTo>
                    <a:pt x="4722831" y="1714504"/>
                  </a:lnTo>
                  <a:lnTo>
                    <a:pt x="4614479" y="1702888"/>
                  </a:lnTo>
                  <a:lnTo>
                    <a:pt x="4511746" y="1690058"/>
                  </a:lnTo>
                  <a:lnTo>
                    <a:pt x="4415590" y="1675958"/>
                  </a:lnTo>
                  <a:lnTo>
                    <a:pt x="4326385" y="1660496"/>
                  </a:lnTo>
                  <a:lnTo>
                    <a:pt x="4244063" y="1643538"/>
                  </a:lnTo>
                  <a:lnTo>
                    <a:pt x="4168243" y="1624917"/>
                  </a:lnTo>
                  <a:lnTo>
                    <a:pt x="4098343" y="1604431"/>
                  </a:lnTo>
                  <a:lnTo>
                    <a:pt x="4033662" y="1581853"/>
                  </a:lnTo>
                  <a:lnTo>
                    <a:pt x="3973447" y="1556949"/>
                  </a:lnTo>
                  <a:lnTo>
                    <a:pt x="3916935" y="1529492"/>
                  </a:lnTo>
                  <a:lnTo>
                    <a:pt x="3863398" y="1499303"/>
                  </a:lnTo>
                  <a:lnTo>
                    <a:pt x="3820202" y="1471744"/>
                  </a:lnTo>
                  <a:lnTo>
                    <a:pt x="3768882" y="1435177"/>
                  </a:lnTo>
                  <a:lnTo>
                    <a:pt x="3718981" y="1395550"/>
                  </a:lnTo>
                  <a:lnTo>
                    <a:pt x="3670058" y="1352805"/>
                  </a:lnTo>
                  <a:lnTo>
                    <a:pt x="3621772" y="1306948"/>
                  </a:lnTo>
                  <a:lnTo>
                    <a:pt x="3573858" y="1258063"/>
                  </a:lnTo>
                  <a:lnTo>
                    <a:pt x="3526124" y="1206314"/>
                  </a:lnTo>
                  <a:lnTo>
                    <a:pt x="3478437" y="1151949"/>
                  </a:lnTo>
                  <a:lnTo>
                    <a:pt x="3430713" y="1095299"/>
                  </a:lnTo>
                  <a:lnTo>
                    <a:pt x="3382914" y="1036772"/>
                  </a:lnTo>
                  <a:lnTo>
                    <a:pt x="3335034" y="976845"/>
                  </a:lnTo>
                  <a:lnTo>
                    <a:pt x="3287095" y="916047"/>
                  </a:lnTo>
                  <a:lnTo>
                    <a:pt x="3239133" y="854938"/>
                  </a:lnTo>
                  <a:lnTo>
                    <a:pt x="3191190" y="794094"/>
                  </a:lnTo>
                  <a:lnTo>
                    <a:pt x="3143304" y="734077"/>
                  </a:lnTo>
                  <a:lnTo>
                    <a:pt x="3095498" y="675420"/>
                  </a:lnTo>
                  <a:lnTo>
                    <a:pt x="3047770" y="618603"/>
                  </a:lnTo>
                  <a:lnTo>
                    <a:pt x="3000082" y="564042"/>
                  </a:lnTo>
                  <a:lnTo>
                    <a:pt x="2952356" y="512073"/>
                  </a:lnTo>
                  <a:lnTo>
                    <a:pt x="2904463" y="462952"/>
                  </a:lnTo>
                  <a:lnTo>
                    <a:pt x="2856215" y="416848"/>
                  </a:lnTo>
                  <a:lnTo>
                    <a:pt x="2807355" y="373852"/>
                  </a:lnTo>
                  <a:lnTo>
                    <a:pt x="2757547" y="333977"/>
                  </a:lnTo>
                  <a:lnTo>
                    <a:pt x="2706360" y="297168"/>
                  </a:lnTo>
                  <a:lnTo>
                    <a:pt x="2702183" y="294348"/>
                  </a:lnTo>
                  <a:lnTo>
                    <a:pt x="2650635" y="261796"/>
                  </a:lnTo>
                  <a:lnTo>
                    <a:pt x="2596670" y="232050"/>
                  </a:lnTo>
                  <a:lnTo>
                    <a:pt x="2539619" y="205013"/>
                  </a:lnTo>
                  <a:lnTo>
                    <a:pt x="2478744" y="180495"/>
                  </a:lnTo>
                  <a:lnTo>
                    <a:pt x="2413282" y="158267"/>
                  </a:lnTo>
                  <a:lnTo>
                    <a:pt x="2342484" y="138092"/>
                  </a:lnTo>
                  <a:lnTo>
                    <a:pt x="2265664" y="119748"/>
                  </a:lnTo>
                  <a:lnTo>
                    <a:pt x="2182264" y="103039"/>
                  </a:lnTo>
                  <a:lnTo>
                    <a:pt x="2091948" y="87801"/>
                  </a:lnTo>
                  <a:lnTo>
                    <a:pt x="1994707" y="73909"/>
                  </a:lnTo>
                  <a:lnTo>
                    <a:pt x="1890997" y="61275"/>
                  </a:lnTo>
                  <a:lnTo>
                    <a:pt x="1781885" y="49849"/>
                  </a:lnTo>
                  <a:lnTo>
                    <a:pt x="1669164" y="39617"/>
                  </a:lnTo>
                  <a:lnTo>
                    <a:pt x="1555423" y="30589"/>
                  </a:lnTo>
                  <a:lnTo>
                    <a:pt x="1443988" y="22791"/>
                  </a:lnTo>
                  <a:lnTo>
                    <a:pt x="1338707" y="16243"/>
                  </a:lnTo>
                  <a:lnTo>
                    <a:pt x="1243554" y="10948"/>
                  </a:lnTo>
                  <a:lnTo>
                    <a:pt x="1162095" y="6867"/>
                  </a:lnTo>
                  <a:lnTo>
                    <a:pt x="1096910" y="3911"/>
                  </a:lnTo>
                  <a:lnTo>
                    <a:pt x="1049121" y="1942"/>
                  </a:lnTo>
                  <a:lnTo>
                    <a:pt x="1018125" y="777"/>
                  </a:lnTo>
                  <a:lnTo>
                    <a:pt x="1001586" y="208"/>
                  </a:lnTo>
                  <a:lnTo>
                    <a:pt x="995606" y="1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6" name="pg755"/>
            <p:cNvSpPr/>
            <p:nvPr/>
          </p:nvSpPr>
          <p:spPr>
            <a:xfrm>
              <a:off x="1199187" y="1257587"/>
              <a:ext cx="12049831" cy="193903"/>
            </a:xfrm>
            <a:custGeom>
              <a:avLst/>
              <a:pathLst>
                <a:path w="12049831" h="193903">
                  <a:moveTo>
                    <a:pt x="0" y="5240"/>
                  </a:moveTo>
                  <a:lnTo>
                    <a:pt x="994940" y="5240"/>
                  </a:lnTo>
                  <a:lnTo>
                    <a:pt x="996076" y="5240"/>
                  </a:lnTo>
                  <a:lnTo>
                    <a:pt x="1003576" y="5240"/>
                  </a:lnTo>
                  <a:lnTo>
                    <a:pt x="1022580" y="5240"/>
                  </a:lnTo>
                  <a:lnTo>
                    <a:pt x="1056807" y="5240"/>
                  </a:lnTo>
                  <a:lnTo>
                    <a:pt x="1108325" y="5240"/>
                  </a:lnTo>
                  <a:lnTo>
                    <a:pt x="1177403" y="5240"/>
                  </a:lnTo>
                  <a:lnTo>
                    <a:pt x="1262569" y="5240"/>
                  </a:lnTo>
                  <a:lnTo>
                    <a:pt x="1360931" y="5240"/>
                  </a:lnTo>
                  <a:lnTo>
                    <a:pt x="1468707" y="5240"/>
                  </a:lnTo>
                  <a:lnTo>
                    <a:pt x="1581819" y="5240"/>
                  </a:lnTo>
                  <a:lnTo>
                    <a:pt x="1696427" y="5240"/>
                  </a:lnTo>
                  <a:lnTo>
                    <a:pt x="1809299" y="5240"/>
                  </a:lnTo>
                  <a:lnTo>
                    <a:pt x="1917985" y="5240"/>
                  </a:lnTo>
                  <a:lnTo>
                    <a:pt x="2020848" y="5240"/>
                  </a:lnTo>
                  <a:lnTo>
                    <a:pt x="2116973" y="5240"/>
                  </a:lnTo>
                  <a:lnTo>
                    <a:pt x="2206033" y="5240"/>
                  </a:lnTo>
                  <a:lnTo>
                    <a:pt x="2288141" y="5240"/>
                  </a:lnTo>
                  <a:lnTo>
                    <a:pt x="2363716" y="5240"/>
                  </a:lnTo>
                  <a:lnTo>
                    <a:pt x="2433372" y="5240"/>
                  </a:lnTo>
                  <a:lnTo>
                    <a:pt x="2497836" y="5240"/>
                  </a:lnTo>
                  <a:lnTo>
                    <a:pt x="2557883" y="5240"/>
                  </a:lnTo>
                  <a:lnTo>
                    <a:pt x="2614290" y="5240"/>
                  </a:lnTo>
                  <a:lnTo>
                    <a:pt x="2667792" y="5240"/>
                  </a:lnTo>
                  <a:lnTo>
                    <a:pt x="2702183" y="5240"/>
                  </a:lnTo>
                  <a:lnTo>
                    <a:pt x="2763838" y="5240"/>
                  </a:lnTo>
                  <a:lnTo>
                    <a:pt x="2823569" y="5240"/>
                  </a:lnTo>
                  <a:lnTo>
                    <a:pt x="2882094" y="5240"/>
                  </a:lnTo>
                  <a:lnTo>
                    <a:pt x="2939939" y="5240"/>
                  </a:lnTo>
                  <a:lnTo>
                    <a:pt x="2997475" y="5240"/>
                  </a:lnTo>
                  <a:lnTo>
                    <a:pt x="3054946" y="5240"/>
                  </a:lnTo>
                  <a:lnTo>
                    <a:pt x="3112486" y="5240"/>
                  </a:lnTo>
                  <a:lnTo>
                    <a:pt x="3170142" y="5240"/>
                  </a:lnTo>
                  <a:lnTo>
                    <a:pt x="3227898" y="5240"/>
                  </a:lnTo>
                  <a:lnTo>
                    <a:pt x="3285696" y="5240"/>
                  </a:lnTo>
                  <a:lnTo>
                    <a:pt x="3343462" y="5240"/>
                  </a:lnTo>
                  <a:lnTo>
                    <a:pt x="3401136" y="5240"/>
                  </a:lnTo>
                  <a:lnTo>
                    <a:pt x="3458692" y="5240"/>
                  </a:lnTo>
                  <a:lnTo>
                    <a:pt x="3516167" y="5240"/>
                  </a:lnTo>
                  <a:lnTo>
                    <a:pt x="3573681" y="5240"/>
                  </a:lnTo>
                  <a:lnTo>
                    <a:pt x="3631459" y="5240"/>
                  </a:lnTo>
                  <a:lnTo>
                    <a:pt x="3689851" y="5240"/>
                  </a:lnTo>
                  <a:lnTo>
                    <a:pt x="3749357" y="5240"/>
                  </a:lnTo>
                  <a:lnTo>
                    <a:pt x="3810664" y="5240"/>
                  </a:lnTo>
                  <a:lnTo>
                    <a:pt x="3820202" y="5240"/>
                  </a:lnTo>
                  <a:lnTo>
                    <a:pt x="3872137" y="5240"/>
                  </a:lnTo>
                  <a:lnTo>
                    <a:pt x="3926530" y="5240"/>
                  </a:lnTo>
                  <a:lnTo>
                    <a:pt x="3984065" y="5240"/>
                  </a:lnTo>
                  <a:lnTo>
                    <a:pt x="4045497" y="5240"/>
                  </a:lnTo>
                  <a:lnTo>
                    <a:pt x="4111606" y="5240"/>
                  </a:lnTo>
                  <a:lnTo>
                    <a:pt x="4183157" y="5240"/>
                  </a:lnTo>
                  <a:lnTo>
                    <a:pt x="4260848" y="5240"/>
                  </a:lnTo>
                  <a:lnTo>
                    <a:pt x="4345238" y="5240"/>
                  </a:lnTo>
                  <a:lnTo>
                    <a:pt x="4436658" y="5240"/>
                  </a:lnTo>
                  <a:lnTo>
                    <a:pt x="4535090" y="5240"/>
                  </a:lnTo>
                  <a:lnTo>
                    <a:pt x="4640028" y="5240"/>
                  </a:lnTo>
                  <a:lnTo>
                    <a:pt x="4750329" y="5240"/>
                  </a:lnTo>
                  <a:lnTo>
                    <a:pt x="4864092" y="5240"/>
                  </a:lnTo>
                  <a:lnTo>
                    <a:pt x="4978597" y="5240"/>
                  </a:lnTo>
                  <a:lnTo>
                    <a:pt x="5090379" y="5240"/>
                  </a:lnTo>
                  <a:lnTo>
                    <a:pt x="5195468" y="5240"/>
                  </a:lnTo>
                  <a:lnTo>
                    <a:pt x="5289822" y="5240"/>
                  </a:lnTo>
                  <a:lnTo>
                    <a:pt x="5369889" y="5240"/>
                  </a:lnTo>
                  <a:lnTo>
                    <a:pt x="5433199" y="5240"/>
                  </a:lnTo>
                  <a:lnTo>
                    <a:pt x="5478836" y="5240"/>
                  </a:lnTo>
                  <a:lnTo>
                    <a:pt x="5507675" y="5240"/>
                  </a:lnTo>
                  <a:lnTo>
                    <a:pt x="5522360" y="5240"/>
                  </a:lnTo>
                  <a:lnTo>
                    <a:pt x="5527102" y="524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2" y="5244"/>
                  </a:lnTo>
                  <a:lnTo>
                    <a:pt x="6531019" y="5269"/>
                  </a:lnTo>
                  <a:lnTo>
                    <a:pt x="6550020" y="5340"/>
                  </a:lnTo>
                  <a:lnTo>
                    <a:pt x="6584238" y="5480"/>
                  </a:lnTo>
                  <a:lnTo>
                    <a:pt x="6635745" y="5711"/>
                  </a:lnTo>
                  <a:lnTo>
                    <a:pt x="6704809" y="6052"/>
                  </a:lnTo>
                  <a:lnTo>
                    <a:pt x="6789960" y="6518"/>
                  </a:lnTo>
                  <a:lnTo>
                    <a:pt x="6888307" y="7116"/>
                  </a:lnTo>
                  <a:lnTo>
                    <a:pt x="6996068" y="7850"/>
                  </a:lnTo>
                  <a:lnTo>
                    <a:pt x="7109167" y="8720"/>
                  </a:lnTo>
                  <a:lnTo>
                    <a:pt x="7223767" y="9722"/>
                  </a:lnTo>
                  <a:lnTo>
                    <a:pt x="7336631" y="10854"/>
                  </a:lnTo>
                  <a:lnTo>
                    <a:pt x="7445314" y="12116"/>
                  </a:lnTo>
                  <a:lnTo>
                    <a:pt x="7548176" y="13509"/>
                  </a:lnTo>
                  <a:lnTo>
                    <a:pt x="7644301" y="15041"/>
                  </a:lnTo>
                  <a:lnTo>
                    <a:pt x="7733363" y="16723"/>
                  </a:lnTo>
                  <a:lnTo>
                    <a:pt x="7815473" y="18568"/>
                  </a:lnTo>
                  <a:lnTo>
                    <a:pt x="7891051" y="20596"/>
                  </a:lnTo>
                  <a:lnTo>
                    <a:pt x="7960710" y="22829"/>
                  </a:lnTo>
                  <a:lnTo>
                    <a:pt x="8025176" y="25292"/>
                  </a:lnTo>
                  <a:lnTo>
                    <a:pt x="8085226" y="28011"/>
                  </a:lnTo>
                  <a:lnTo>
                    <a:pt x="8141634" y="31010"/>
                  </a:lnTo>
                  <a:lnTo>
                    <a:pt x="8195136" y="34308"/>
                  </a:lnTo>
                  <a:lnTo>
                    <a:pt x="8229629" y="36684"/>
                  </a:lnTo>
                  <a:lnTo>
                    <a:pt x="8291093" y="41416"/>
                  </a:lnTo>
                  <a:lnTo>
                    <a:pt x="8350644" y="46622"/>
                  </a:lnTo>
                  <a:lnTo>
                    <a:pt x="8408992" y="52309"/>
                  </a:lnTo>
                  <a:lnTo>
                    <a:pt x="8466661" y="58469"/>
                  </a:lnTo>
                  <a:lnTo>
                    <a:pt x="8524019" y="65076"/>
                  </a:lnTo>
                  <a:lnTo>
                    <a:pt x="8581309" y="72085"/>
                  </a:lnTo>
                  <a:lnTo>
                    <a:pt x="8638666" y="79434"/>
                  </a:lnTo>
                  <a:lnTo>
                    <a:pt x="8696138" y="87044"/>
                  </a:lnTo>
                  <a:lnTo>
                    <a:pt x="8753711" y="94820"/>
                  </a:lnTo>
                  <a:lnTo>
                    <a:pt x="8811327" y="102660"/>
                  </a:lnTo>
                  <a:lnTo>
                    <a:pt x="8868915" y="110458"/>
                  </a:lnTo>
                  <a:lnTo>
                    <a:pt x="8926411" y="118111"/>
                  </a:lnTo>
                  <a:lnTo>
                    <a:pt x="8983791" y="125523"/>
                  </a:lnTo>
                  <a:lnTo>
                    <a:pt x="9041087" y="132610"/>
                  </a:lnTo>
                  <a:lnTo>
                    <a:pt x="9098415" y="139307"/>
                  </a:lnTo>
                  <a:lnTo>
                    <a:pt x="9155991" y="145565"/>
                  </a:lnTo>
                  <a:lnTo>
                    <a:pt x="9214157" y="151354"/>
                  </a:lnTo>
                  <a:lnTo>
                    <a:pt x="9273400" y="156661"/>
                  </a:lnTo>
                  <a:lnTo>
                    <a:pt x="9334387" y="161493"/>
                  </a:lnTo>
                  <a:lnTo>
                    <a:pt x="9347647" y="162459"/>
                  </a:lnTo>
                  <a:lnTo>
                    <a:pt x="9399579" y="165961"/>
                  </a:lnTo>
                  <a:lnTo>
                    <a:pt x="9453966" y="169158"/>
                  </a:lnTo>
                  <a:lnTo>
                    <a:pt x="9511495" y="172062"/>
                  </a:lnTo>
                  <a:lnTo>
                    <a:pt x="9572921" y="174694"/>
                  </a:lnTo>
                  <a:lnTo>
                    <a:pt x="9639022" y="177078"/>
                  </a:lnTo>
                  <a:lnTo>
                    <a:pt x="9710565" y="179241"/>
                  </a:lnTo>
                  <a:lnTo>
                    <a:pt x="9788245" y="181206"/>
                  </a:lnTo>
                  <a:lnTo>
                    <a:pt x="9872624" y="182995"/>
                  </a:lnTo>
                  <a:lnTo>
                    <a:pt x="9964031" y="184625"/>
                  </a:lnTo>
                  <a:lnTo>
                    <a:pt x="10062449" y="186110"/>
                  </a:lnTo>
                  <a:lnTo>
                    <a:pt x="10167373" y="187459"/>
                  </a:lnTo>
                  <a:lnTo>
                    <a:pt x="10277661" y="188678"/>
                  </a:lnTo>
                  <a:lnTo>
                    <a:pt x="10391411" y="189767"/>
                  </a:lnTo>
                  <a:lnTo>
                    <a:pt x="10505907" y="190726"/>
                  </a:lnTo>
                  <a:lnTo>
                    <a:pt x="10617686" y="191551"/>
                  </a:lnTo>
                  <a:lnTo>
                    <a:pt x="10722778" y="192240"/>
                  </a:lnTo>
                  <a:lnTo>
                    <a:pt x="10817142" y="192794"/>
                  </a:lnTo>
                  <a:lnTo>
                    <a:pt x="10897225" y="193217"/>
                  </a:lnTo>
                  <a:lnTo>
                    <a:pt x="10960557" y="193520"/>
                  </a:lnTo>
                  <a:lnTo>
                    <a:pt x="11006219" y="193718"/>
                  </a:lnTo>
                  <a:lnTo>
                    <a:pt x="11035083" y="193833"/>
                  </a:lnTo>
                  <a:lnTo>
                    <a:pt x="11049789" y="193886"/>
                  </a:lnTo>
                  <a:lnTo>
                    <a:pt x="11054545" y="193902"/>
                  </a:lnTo>
                  <a:lnTo>
                    <a:pt x="11054891" y="193903"/>
                  </a:lnTo>
                  <a:lnTo>
                    <a:pt x="12049831" y="193903"/>
                  </a:lnTo>
                  <a:lnTo>
                    <a:pt x="12049831" y="188662"/>
                  </a:lnTo>
                  <a:lnTo>
                    <a:pt x="11054891" y="188662"/>
                  </a:lnTo>
                  <a:lnTo>
                    <a:pt x="11053755" y="188659"/>
                  </a:lnTo>
                  <a:lnTo>
                    <a:pt x="11046257" y="188633"/>
                  </a:lnTo>
                  <a:lnTo>
                    <a:pt x="11027257" y="188562"/>
                  </a:lnTo>
                  <a:lnTo>
                    <a:pt x="10993038" y="188422"/>
                  </a:lnTo>
                  <a:lnTo>
                    <a:pt x="10941532" y="188192"/>
                  </a:lnTo>
                  <a:lnTo>
                    <a:pt x="10872467" y="187850"/>
                  </a:lnTo>
                  <a:lnTo>
                    <a:pt x="10787317" y="187385"/>
                  </a:lnTo>
                  <a:lnTo>
                    <a:pt x="10688970" y="186787"/>
                  </a:lnTo>
                  <a:lnTo>
                    <a:pt x="10581209" y="186052"/>
                  </a:lnTo>
                  <a:lnTo>
                    <a:pt x="10468109" y="185183"/>
                  </a:lnTo>
                  <a:lnTo>
                    <a:pt x="10353510" y="184180"/>
                  </a:lnTo>
                  <a:lnTo>
                    <a:pt x="10240645" y="183048"/>
                  </a:lnTo>
                  <a:lnTo>
                    <a:pt x="10131962" y="181787"/>
                  </a:lnTo>
                  <a:lnTo>
                    <a:pt x="10029101" y="180393"/>
                  </a:lnTo>
                  <a:lnTo>
                    <a:pt x="9932975" y="178861"/>
                  </a:lnTo>
                  <a:lnTo>
                    <a:pt x="9843914" y="177180"/>
                  </a:lnTo>
                  <a:lnTo>
                    <a:pt x="9761803" y="175335"/>
                  </a:lnTo>
                  <a:lnTo>
                    <a:pt x="9686226" y="173307"/>
                  </a:lnTo>
                  <a:lnTo>
                    <a:pt x="9616567" y="171074"/>
                  </a:lnTo>
                  <a:lnTo>
                    <a:pt x="9552100" y="168610"/>
                  </a:lnTo>
                  <a:lnTo>
                    <a:pt x="9492051" y="165891"/>
                  </a:lnTo>
                  <a:lnTo>
                    <a:pt x="9435643" y="162892"/>
                  </a:lnTo>
                  <a:lnTo>
                    <a:pt x="9382140" y="159594"/>
                  </a:lnTo>
                  <a:lnTo>
                    <a:pt x="9347647" y="157219"/>
                  </a:lnTo>
                  <a:lnTo>
                    <a:pt x="9286183" y="152487"/>
                  </a:lnTo>
                  <a:lnTo>
                    <a:pt x="9226633" y="147281"/>
                  </a:lnTo>
                  <a:lnTo>
                    <a:pt x="9168284" y="141594"/>
                  </a:lnTo>
                  <a:lnTo>
                    <a:pt x="9110616" y="135434"/>
                  </a:lnTo>
                  <a:lnTo>
                    <a:pt x="9053257" y="128827"/>
                  </a:lnTo>
                  <a:lnTo>
                    <a:pt x="8995967" y="121817"/>
                  </a:lnTo>
                  <a:lnTo>
                    <a:pt x="8938611" y="114468"/>
                  </a:lnTo>
                  <a:lnTo>
                    <a:pt x="8881138" y="106859"/>
                  </a:lnTo>
                  <a:lnTo>
                    <a:pt x="8823566" y="99083"/>
                  </a:lnTo>
                  <a:lnTo>
                    <a:pt x="8765949" y="91243"/>
                  </a:lnTo>
                  <a:lnTo>
                    <a:pt x="8708362" y="83444"/>
                  </a:lnTo>
                  <a:lnTo>
                    <a:pt x="8650865" y="75792"/>
                  </a:lnTo>
                  <a:lnTo>
                    <a:pt x="8593485" y="68380"/>
                  </a:lnTo>
                  <a:lnTo>
                    <a:pt x="8536189" y="61292"/>
                  </a:lnTo>
                  <a:lnTo>
                    <a:pt x="8478862" y="54595"/>
                  </a:lnTo>
                  <a:lnTo>
                    <a:pt x="8421285" y="48338"/>
                  </a:lnTo>
                  <a:lnTo>
                    <a:pt x="8363119" y="42549"/>
                  </a:lnTo>
                  <a:lnTo>
                    <a:pt x="8303877" y="37241"/>
                  </a:lnTo>
                  <a:lnTo>
                    <a:pt x="8242890" y="32410"/>
                  </a:lnTo>
                  <a:lnTo>
                    <a:pt x="8229629" y="31443"/>
                  </a:lnTo>
                  <a:lnTo>
                    <a:pt x="8177698" y="27942"/>
                  </a:lnTo>
                  <a:lnTo>
                    <a:pt x="8123311" y="24744"/>
                  </a:lnTo>
                  <a:lnTo>
                    <a:pt x="8065781" y="21840"/>
                  </a:lnTo>
                  <a:lnTo>
                    <a:pt x="8004356" y="19209"/>
                  </a:lnTo>
                  <a:lnTo>
                    <a:pt x="7938254" y="16824"/>
                  </a:lnTo>
                  <a:lnTo>
                    <a:pt x="7866712" y="14662"/>
                  </a:lnTo>
                  <a:lnTo>
                    <a:pt x="7789031" y="12697"/>
                  </a:lnTo>
                  <a:lnTo>
                    <a:pt x="7704652" y="10908"/>
                  </a:lnTo>
                  <a:lnTo>
                    <a:pt x="7613245" y="9278"/>
                  </a:lnTo>
                  <a:lnTo>
                    <a:pt x="7514827" y="7792"/>
                  </a:lnTo>
                  <a:lnTo>
                    <a:pt x="7409904" y="6443"/>
                  </a:lnTo>
                  <a:lnTo>
                    <a:pt x="7299616" y="5224"/>
                  </a:lnTo>
                  <a:lnTo>
                    <a:pt x="7185865" y="4135"/>
                  </a:lnTo>
                  <a:lnTo>
                    <a:pt x="7071369" y="3176"/>
                  </a:lnTo>
                  <a:lnTo>
                    <a:pt x="6959591" y="2351"/>
                  </a:lnTo>
                  <a:lnTo>
                    <a:pt x="6854499" y="1662"/>
                  </a:lnTo>
                  <a:lnTo>
                    <a:pt x="6760135" y="1108"/>
                  </a:lnTo>
                  <a:lnTo>
                    <a:pt x="6680052" y="685"/>
                  </a:lnTo>
                  <a:lnTo>
                    <a:pt x="6616720" y="382"/>
                  </a:lnTo>
                  <a:lnTo>
                    <a:pt x="6571058" y="184"/>
                  </a:lnTo>
                  <a:lnTo>
                    <a:pt x="6542193" y="70"/>
                  </a:lnTo>
                  <a:lnTo>
                    <a:pt x="6527488" y="16"/>
                  </a:lnTo>
                  <a:lnTo>
                    <a:pt x="6522731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0"/>
                  </a:lnTo>
                  <a:lnTo>
                    <a:pt x="5518809" y="0"/>
                  </a:lnTo>
                  <a:lnTo>
                    <a:pt x="5499805" y="0"/>
                  </a:lnTo>
                  <a:lnTo>
                    <a:pt x="5465578" y="0"/>
                  </a:lnTo>
                  <a:lnTo>
                    <a:pt x="5414060" y="0"/>
                  </a:lnTo>
                  <a:lnTo>
                    <a:pt x="5344982" y="0"/>
                  </a:lnTo>
                  <a:lnTo>
                    <a:pt x="5259816" y="0"/>
                  </a:lnTo>
                  <a:lnTo>
                    <a:pt x="5161454" y="0"/>
                  </a:lnTo>
                  <a:lnTo>
                    <a:pt x="5053678" y="0"/>
                  </a:lnTo>
                  <a:lnTo>
                    <a:pt x="4940566" y="0"/>
                  </a:lnTo>
                  <a:lnTo>
                    <a:pt x="4825958" y="0"/>
                  </a:lnTo>
                  <a:lnTo>
                    <a:pt x="4713086" y="0"/>
                  </a:lnTo>
                  <a:lnTo>
                    <a:pt x="4604400" y="0"/>
                  </a:lnTo>
                  <a:lnTo>
                    <a:pt x="4501537" y="0"/>
                  </a:lnTo>
                  <a:lnTo>
                    <a:pt x="4405412" y="0"/>
                  </a:lnTo>
                  <a:lnTo>
                    <a:pt x="4316352" y="0"/>
                  </a:lnTo>
                  <a:lnTo>
                    <a:pt x="4234244" y="0"/>
                  </a:lnTo>
                  <a:lnTo>
                    <a:pt x="4158669" y="0"/>
                  </a:lnTo>
                  <a:lnTo>
                    <a:pt x="4089013" y="0"/>
                  </a:lnTo>
                  <a:lnTo>
                    <a:pt x="4024549" y="0"/>
                  </a:lnTo>
                  <a:lnTo>
                    <a:pt x="3964502" y="0"/>
                  </a:lnTo>
                  <a:lnTo>
                    <a:pt x="3908095" y="0"/>
                  </a:lnTo>
                  <a:lnTo>
                    <a:pt x="3854593" y="0"/>
                  </a:lnTo>
                  <a:lnTo>
                    <a:pt x="3820202" y="0"/>
                  </a:lnTo>
                  <a:lnTo>
                    <a:pt x="3758547" y="0"/>
                  </a:lnTo>
                  <a:lnTo>
                    <a:pt x="3698816" y="0"/>
                  </a:lnTo>
                  <a:lnTo>
                    <a:pt x="3640291" y="0"/>
                  </a:lnTo>
                  <a:lnTo>
                    <a:pt x="3582446" y="0"/>
                  </a:lnTo>
                  <a:lnTo>
                    <a:pt x="3524910" y="0"/>
                  </a:lnTo>
                  <a:lnTo>
                    <a:pt x="3467439" y="0"/>
                  </a:lnTo>
                  <a:lnTo>
                    <a:pt x="3409899" y="0"/>
                  </a:lnTo>
                  <a:lnTo>
                    <a:pt x="3352243" y="0"/>
                  </a:lnTo>
                  <a:lnTo>
                    <a:pt x="3294487" y="0"/>
                  </a:lnTo>
                  <a:lnTo>
                    <a:pt x="3236689" y="0"/>
                  </a:lnTo>
                  <a:lnTo>
                    <a:pt x="3178923" y="0"/>
                  </a:lnTo>
                  <a:lnTo>
                    <a:pt x="3121249" y="0"/>
                  </a:lnTo>
                  <a:lnTo>
                    <a:pt x="3063693" y="0"/>
                  </a:lnTo>
                  <a:lnTo>
                    <a:pt x="3006218" y="0"/>
                  </a:lnTo>
                  <a:lnTo>
                    <a:pt x="2948704" y="0"/>
                  </a:lnTo>
                  <a:lnTo>
                    <a:pt x="2890926" y="0"/>
                  </a:lnTo>
                  <a:lnTo>
                    <a:pt x="2832534" y="0"/>
                  </a:lnTo>
                  <a:lnTo>
                    <a:pt x="2773028" y="0"/>
                  </a:lnTo>
                  <a:lnTo>
                    <a:pt x="2711721" y="0"/>
                  </a:lnTo>
                  <a:lnTo>
                    <a:pt x="2702183" y="0"/>
                  </a:lnTo>
                  <a:lnTo>
                    <a:pt x="2650248" y="0"/>
                  </a:lnTo>
                  <a:lnTo>
                    <a:pt x="2595855" y="0"/>
                  </a:lnTo>
                  <a:lnTo>
                    <a:pt x="2538320" y="0"/>
                  </a:lnTo>
                  <a:lnTo>
                    <a:pt x="2476888" y="0"/>
                  </a:lnTo>
                  <a:lnTo>
                    <a:pt x="2410779" y="0"/>
                  </a:lnTo>
                  <a:lnTo>
                    <a:pt x="2339228" y="0"/>
                  </a:lnTo>
                  <a:lnTo>
                    <a:pt x="2261537" y="0"/>
                  </a:lnTo>
                  <a:lnTo>
                    <a:pt x="2177147" y="0"/>
                  </a:lnTo>
                  <a:lnTo>
                    <a:pt x="2085727" y="0"/>
                  </a:lnTo>
                  <a:lnTo>
                    <a:pt x="1987295" y="0"/>
                  </a:lnTo>
                  <a:lnTo>
                    <a:pt x="1882357" y="0"/>
                  </a:lnTo>
                  <a:lnTo>
                    <a:pt x="1772056" y="0"/>
                  </a:lnTo>
                  <a:lnTo>
                    <a:pt x="1658293" y="0"/>
                  </a:lnTo>
                  <a:lnTo>
                    <a:pt x="1543788" y="0"/>
                  </a:lnTo>
                  <a:lnTo>
                    <a:pt x="1432006" y="0"/>
                  </a:lnTo>
                  <a:lnTo>
                    <a:pt x="1326917" y="0"/>
                  </a:lnTo>
                  <a:lnTo>
                    <a:pt x="1232563" y="0"/>
                  </a:lnTo>
                  <a:lnTo>
                    <a:pt x="1152496" y="0"/>
                  </a:lnTo>
                  <a:lnTo>
                    <a:pt x="1089186" y="0"/>
                  </a:lnTo>
                  <a:lnTo>
                    <a:pt x="1043549" y="0"/>
                  </a:lnTo>
                  <a:lnTo>
                    <a:pt x="1014710" y="0"/>
                  </a:lnTo>
                  <a:lnTo>
                    <a:pt x="1000025" y="0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57" name="pl756"/>
            <p:cNvSpPr/>
            <p:nvPr/>
          </p:nvSpPr>
          <p:spPr>
            <a:xfrm>
              <a:off x="1199187" y="1262828"/>
              <a:ext cx="12049831" cy="188662"/>
            </a:xfrm>
            <a:custGeom>
              <a:avLst/>
              <a:pathLst>
                <a:path w="12049831" h="188662">
                  <a:moveTo>
                    <a:pt x="0" y="0"/>
                  </a:moveTo>
                  <a:lnTo>
                    <a:pt x="994940" y="0"/>
                  </a:lnTo>
                  <a:lnTo>
                    <a:pt x="996076" y="0"/>
                  </a:lnTo>
                  <a:lnTo>
                    <a:pt x="1003576" y="0"/>
                  </a:lnTo>
                  <a:lnTo>
                    <a:pt x="1022580" y="0"/>
                  </a:lnTo>
                  <a:lnTo>
                    <a:pt x="1056807" y="0"/>
                  </a:lnTo>
                  <a:lnTo>
                    <a:pt x="1108325" y="0"/>
                  </a:lnTo>
                  <a:lnTo>
                    <a:pt x="1177403" y="0"/>
                  </a:lnTo>
                  <a:lnTo>
                    <a:pt x="1262569" y="0"/>
                  </a:lnTo>
                  <a:lnTo>
                    <a:pt x="1360931" y="0"/>
                  </a:lnTo>
                  <a:lnTo>
                    <a:pt x="1468707" y="0"/>
                  </a:lnTo>
                  <a:lnTo>
                    <a:pt x="1581819" y="0"/>
                  </a:lnTo>
                  <a:lnTo>
                    <a:pt x="1696427" y="0"/>
                  </a:lnTo>
                  <a:lnTo>
                    <a:pt x="1809299" y="0"/>
                  </a:lnTo>
                  <a:lnTo>
                    <a:pt x="1917985" y="0"/>
                  </a:lnTo>
                  <a:lnTo>
                    <a:pt x="2020848" y="0"/>
                  </a:lnTo>
                  <a:lnTo>
                    <a:pt x="2116973" y="0"/>
                  </a:lnTo>
                  <a:lnTo>
                    <a:pt x="2206033" y="0"/>
                  </a:lnTo>
                  <a:lnTo>
                    <a:pt x="2288141" y="0"/>
                  </a:lnTo>
                  <a:lnTo>
                    <a:pt x="2363716" y="0"/>
                  </a:lnTo>
                  <a:lnTo>
                    <a:pt x="2433372" y="0"/>
                  </a:lnTo>
                  <a:lnTo>
                    <a:pt x="2497836" y="0"/>
                  </a:lnTo>
                  <a:lnTo>
                    <a:pt x="2557883" y="0"/>
                  </a:lnTo>
                  <a:lnTo>
                    <a:pt x="2614290" y="0"/>
                  </a:lnTo>
                  <a:lnTo>
                    <a:pt x="2667792" y="0"/>
                  </a:lnTo>
                  <a:lnTo>
                    <a:pt x="2702183" y="0"/>
                  </a:lnTo>
                  <a:lnTo>
                    <a:pt x="2763838" y="0"/>
                  </a:lnTo>
                  <a:lnTo>
                    <a:pt x="2823569" y="0"/>
                  </a:lnTo>
                  <a:lnTo>
                    <a:pt x="2882094" y="0"/>
                  </a:lnTo>
                  <a:lnTo>
                    <a:pt x="2939939" y="0"/>
                  </a:lnTo>
                  <a:lnTo>
                    <a:pt x="2997475" y="0"/>
                  </a:lnTo>
                  <a:lnTo>
                    <a:pt x="3054946" y="0"/>
                  </a:lnTo>
                  <a:lnTo>
                    <a:pt x="3112486" y="0"/>
                  </a:lnTo>
                  <a:lnTo>
                    <a:pt x="3170142" y="0"/>
                  </a:lnTo>
                  <a:lnTo>
                    <a:pt x="3227898" y="0"/>
                  </a:lnTo>
                  <a:lnTo>
                    <a:pt x="3285696" y="0"/>
                  </a:lnTo>
                  <a:lnTo>
                    <a:pt x="3343462" y="0"/>
                  </a:lnTo>
                  <a:lnTo>
                    <a:pt x="3401136" y="0"/>
                  </a:lnTo>
                  <a:lnTo>
                    <a:pt x="3458692" y="0"/>
                  </a:lnTo>
                  <a:lnTo>
                    <a:pt x="3516167" y="0"/>
                  </a:lnTo>
                  <a:lnTo>
                    <a:pt x="3573681" y="0"/>
                  </a:lnTo>
                  <a:lnTo>
                    <a:pt x="3631459" y="0"/>
                  </a:lnTo>
                  <a:lnTo>
                    <a:pt x="3689851" y="0"/>
                  </a:lnTo>
                  <a:lnTo>
                    <a:pt x="3749357" y="0"/>
                  </a:lnTo>
                  <a:lnTo>
                    <a:pt x="3810664" y="0"/>
                  </a:lnTo>
                  <a:lnTo>
                    <a:pt x="3820202" y="0"/>
                  </a:lnTo>
                  <a:lnTo>
                    <a:pt x="3872137" y="0"/>
                  </a:lnTo>
                  <a:lnTo>
                    <a:pt x="3926530" y="0"/>
                  </a:lnTo>
                  <a:lnTo>
                    <a:pt x="3984065" y="0"/>
                  </a:lnTo>
                  <a:lnTo>
                    <a:pt x="4045497" y="0"/>
                  </a:lnTo>
                  <a:lnTo>
                    <a:pt x="4111606" y="0"/>
                  </a:lnTo>
                  <a:lnTo>
                    <a:pt x="4183157" y="0"/>
                  </a:lnTo>
                  <a:lnTo>
                    <a:pt x="4260848" y="0"/>
                  </a:lnTo>
                  <a:lnTo>
                    <a:pt x="4345238" y="0"/>
                  </a:lnTo>
                  <a:lnTo>
                    <a:pt x="4436658" y="0"/>
                  </a:lnTo>
                  <a:lnTo>
                    <a:pt x="4535090" y="0"/>
                  </a:lnTo>
                  <a:lnTo>
                    <a:pt x="4640028" y="0"/>
                  </a:lnTo>
                  <a:lnTo>
                    <a:pt x="4750329" y="0"/>
                  </a:lnTo>
                  <a:lnTo>
                    <a:pt x="4864092" y="0"/>
                  </a:lnTo>
                  <a:lnTo>
                    <a:pt x="4978597" y="0"/>
                  </a:lnTo>
                  <a:lnTo>
                    <a:pt x="5090379" y="0"/>
                  </a:lnTo>
                  <a:lnTo>
                    <a:pt x="5195468" y="0"/>
                  </a:lnTo>
                  <a:lnTo>
                    <a:pt x="5289822" y="0"/>
                  </a:lnTo>
                  <a:lnTo>
                    <a:pt x="5369889" y="0"/>
                  </a:lnTo>
                  <a:lnTo>
                    <a:pt x="5433199" y="0"/>
                  </a:lnTo>
                  <a:lnTo>
                    <a:pt x="5478836" y="0"/>
                  </a:lnTo>
                  <a:lnTo>
                    <a:pt x="5507675" y="0"/>
                  </a:lnTo>
                  <a:lnTo>
                    <a:pt x="5522360" y="0"/>
                  </a:lnTo>
                  <a:lnTo>
                    <a:pt x="5527102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2" y="3"/>
                  </a:lnTo>
                  <a:lnTo>
                    <a:pt x="6531019" y="29"/>
                  </a:lnTo>
                  <a:lnTo>
                    <a:pt x="6550020" y="100"/>
                  </a:lnTo>
                  <a:lnTo>
                    <a:pt x="6584238" y="239"/>
                  </a:lnTo>
                  <a:lnTo>
                    <a:pt x="6635745" y="470"/>
                  </a:lnTo>
                  <a:lnTo>
                    <a:pt x="6704809" y="811"/>
                  </a:lnTo>
                  <a:lnTo>
                    <a:pt x="6789960" y="1277"/>
                  </a:lnTo>
                  <a:lnTo>
                    <a:pt x="6888307" y="1875"/>
                  </a:lnTo>
                  <a:lnTo>
                    <a:pt x="6996068" y="2610"/>
                  </a:lnTo>
                  <a:lnTo>
                    <a:pt x="7109167" y="3479"/>
                  </a:lnTo>
                  <a:lnTo>
                    <a:pt x="7223767" y="4481"/>
                  </a:lnTo>
                  <a:lnTo>
                    <a:pt x="7336631" y="5614"/>
                  </a:lnTo>
                  <a:lnTo>
                    <a:pt x="7445314" y="6875"/>
                  </a:lnTo>
                  <a:lnTo>
                    <a:pt x="7548176" y="8269"/>
                  </a:lnTo>
                  <a:lnTo>
                    <a:pt x="7644301" y="9801"/>
                  </a:lnTo>
                  <a:lnTo>
                    <a:pt x="7733363" y="11482"/>
                  </a:lnTo>
                  <a:lnTo>
                    <a:pt x="7815473" y="13327"/>
                  </a:lnTo>
                  <a:lnTo>
                    <a:pt x="7891051" y="15355"/>
                  </a:lnTo>
                  <a:lnTo>
                    <a:pt x="7960710" y="17588"/>
                  </a:lnTo>
                  <a:lnTo>
                    <a:pt x="8025176" y="20051"/>
                  </a:lnTo>
                  <a:lnTo>
                    <a:pt x="8085226" y="22771"/>
                  </a:lnTo>
                  <a:lnTo>
                    <a:pt x="8141634" y="25770"/>
                  </a:lnTo>
                  <a:lnTo>
                    <a:pt x="8195136" y="29067"/>
                  </a:lnTo>
                  <a:lnTo>
                    <a:pt x="8229629" y="31443"/>
                  </a:lnTo>
                  <a:lnTo>
                    <a:pt x="8291093" y="36175"/>
                  </a:lnTo>
                  <a:lnTo>
                    <a:pt x="8350644" y="41381"/>
                  </a:lnTo>
                  <a:lnTo>
                    <a:pt x="8408992" y="47068"/>
                  </a:lnTo>
                  <a:lnTo>
                    <a:pt x="8466661" y="53228"/>
                  </a:lnTo>
                  <a:lnTo>
                    <a:pt x="8524019" y="59835"/>
                  </a:lnTo>
                  <a:lnTo>
                    <a:pt x="8581309" y="66845"/>
                  </a:lnTo>
                  <a:lnTo>
                    <a:pt x="8638666" y="74194"/>
                  </a:lnTo>
                  <a:lnTo>
                    <a:pt x="8696138" y="81803"/>
                  </a:lnTo>
                  <a:lnTo>
                    <a:pt x="8753711" y="89579"/>
                  </a:lnTo>
                  <a:lnTo>
                    <a:pt x="8811327" y="97419"/>
                  </a:lnTo>
                  <a:lnTo>
                    <a:pt x="8868915" y="105217"/>
                  </a:lnTo>
                  <a:lnTo>
                    <a:pt x="8926411" y="112870"/>
                  </a:lnTo>
                  <a:lnTo>
                    <a:pt x="8983791" y="120282"/>
                  </a:lnTo>
                  <a:lnTo>
                    <a:pt x="9041087" y="127370"/>
                  </a:lnTo>
                  <a:lnTo>
                    <a:pt x="9098415" y="134066"/>
                  </a:lnTo>
                  <a:lnTo>
                    <a:pt x="9155991" y="140324"/>
                  </a:lnTo>
                  <a:lnTo>
                    <a:pt x="9214157" y="146113"/>
                  </a:lnTo>
                  <a:lnTo>
                    <a:pt x="9273400" y="151421"/>
                  </a:lnTo>
                  <a:lnTo>
                    <a:pt x="9334387" y="156252"/>
                  </a:lnTo>
                  <a:lnTo>
                    <a:pt x="9347647" y="157219"/>
                  </a:lnTo>
                  <a:lnTo>
                    <a:pt x="9399579" y="160720"/>
                  </a:lnTo>
                  <a:lnTo>
                    <a:pt x="9453966" y="163918"/>
                  </a:lnTo>
                  <a:lnTo>
                    <a:pt x="9511495" y="166822"/>
                  </a:lnTo>
                  <a:lnTo>
                    <a:pt x="9572921" y="169453"/>
                  </a:lnTo>
                  <a:lnTo>
                    <a:pt x="9639022" y="171837"/>
                  </a:lnTo>
                  <a:lnTo>
                    <a:pt x="9710565" y="174000"/>
                  </a:lnTo>
                  <a:lnTo>
                    <a:pt x="9788245" y="175965"/>
                  </a:lnTo>
                  <a:lnTo>
                    <a:pt x="9872624" y="177754"/>
                  </a:lnTo>
                  <a:lnTo>
                    <a:pt x="9964031" y="179384"/>
                  </a:lnTo>
                  <a:lnTo>
                    <a:pt x="10062449" y="180869"/>
                  </a:lnTo>
                  <a:lnTo>
                    <a:pt x="10167373" y="182219"/>
                  </a:lnTo>
                  <a:lnTo>
                    <a:pt x="10277661" y="183437"/>
                  </a:lnTo>
                  <a:lnTo>
                    <a:pt x="10391411" y="184527"/>
                  </a:lnTo>
                  <a:lnTo>
                    <a:pt x="10505907" y="185485"/>
                  </a:lnTo>
                  <a:lnTo>
                    <a:pt x="10617686" y="186310"/>
                  </a:lnTo>
                  <a:lnTo>
                    <a:pt x="10722778" y="187000"/>
                  </a:lnTo>
                  <a:lnTo>
                    <a:pt x="10817142" y="187553"/>
                  </a:lnTo>
                  <a:lnTo>
                    <a:pt x="10897225" y="187977"/>
                  </a:lnTo>
                  <a:lnTo>
                    <a:pt x="10960557" y="188279"/>
                  </a:lnTo>
                  <a:lnTo>
                    <a:pt x="11006219" y="188478"/>
                  </a:lnTo>
                  <a:lnTo>
                    <a:pt x="11035083" y="188592"/>
                  </a:lnTo>
                  <a:lnTo>
                    <a:pt x="11049789" y="188645"/>
                  </a:lnTo>
                  <a:lnTo>
                    <a:pt x="11054545" y="188661"/>
                  </a:lnTo>
                  <a:lnTo>
                    <a:pt x="11054891" y="188662"/>
                  </a:lnTo>
                  <a:lnTo>
                    <a:pt x="12049831" y="188662"/>
                  </a:lnTo>
                  <a:lnTo>
                    <a:pt x="12049831" y="1886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8" name="pl757"/>
            <p:cNvSpPr/>
            <p:nvPr/>
          </p:nvSpPr>
          <p:spPr>
            <a:xfrm>
              <a:off x="1199187" y="1257587"/>
              <a:ext cx="12049831" cy="188662"/>
            </a:xfrm>
            <a:custGeom>
              <a:avLst/>
              <a:pathLst>
                <a:path w="12049831" h="188662">
                  <a:moveTo>
                    <a:pt x="12049831" y="188662"/>
                  </a:moveTo>
                  <a:lnTo>
                    <a:pt x="11054891" y="188662"/>
                  </a:lnTo>
                  <a:lnTo>
                    <a:pt x="11053755" y="188659"/>
                  </a:lnTo>
                  <a:lnTo>
                    <a:pt x="11046257" y="188633"/>
                  </a:lnTo>
                  <a:lnTo>
                    <a:pt x="11027257" y="188562"/>
                  </a:lnTo>
                  <a:lnTo>
                    <a:pt x="10993038" y="188422"/>
                  </a:lnTo>
                  <a:lnTo>
                    <a:pt x="10941532" y="188192"/>
                  </a:lnTo>
                  <a:lnTo>
                    <a:pt x="10872467" y="187850"/>
                  </a:lnTo>
                  <a:lnTo>
                    <a:pt x="10787317" y="187385"/>
                  </a:lnTo>
                  <a:lnTo>
                    <a:pt x="10688970" y="186787"/>
                  </a:lnTo>
                  <a:lnTo>
                    <a:pt x="10581209" y="186052"/>
                  </a:lnTo>
                  <a:lnTo>
                    <a:pt x="10468109" y="185183"/>
                  </a:lnTo>
                  <a:lnTo>
                    <a:pt x="10353510" y="184180"/>
                  </a:lnTo>
                  <a:lnTo>
                    <a:pt x="10240645" y="183048"/>
                  </a:lnTo>
                  <a:lnTo>
                    <a:pt x="10131962" y="181787"/>
                  </a:lnTo>
                  <a:lnTo>
                    <a:pt x="10029101" y="180393"/>
                  </a:lnTo>
                  <a:lnTo>
                    <a:pt x="9932975" y="178861"/>
                  </a:lnTo>
                  <a:lnTo>
                    <a:pt x="9843914" y="177180"/>
                  </a:lnTo>
                  <a:lnTo>
                    <a:pt x="9761803" y="175335"/>
                  </a:lnTo>
                  <a:lnTo>
                    <a:pt x="9686226" y="173307"/>
                  </a:lnTo>
                  <a:lnTo>
                    <a:pt x="9616567" y="171074"/>
                  </a:lnTo>
                  <a:lnTo>
                    <a:pt x="9552100" y="168610"/>
                  </a:lnTo>
                  <a:lnTo>
                    <a:pt x="9492051" y="165891"/>
                  </a:lnTo>
                  <a:lnTo>
                    <a:pt x="9435643" y="162892"/>
                  </a:lnTo>
                  <a:lnTo>
                    <a:pt x="9382140" y="159594"/>
                  </a:lnTo>
                  <a:lnTo>
                    <a:pt x="9347647" y="157219"/>
                  </a:lnTo>
                  <a:lnTo>
                    <a:pt x="9286183" y="152487"/>
                  </a:lnTo>
                  <a:lnTo>
                    <a:pt x="9226633" y="147281"/>
                  </a:lnTo>
                  <a:lnTo>
                    <a:pt x="9168284" y="141594"/>
                  </a:lnTo>
                  <a:lnTo>
                    <a:pt x="9110616" y="135434"/>
                  </a:lnTo>
                  <a:lnTo>
                    <a:pt x="9053257" y="128827"/>
                  </a:lnTo>
                  <a:lnTo>
                    <a:pt x="8995967" y="121817"/>
                  </a:lnTo>
                  <a:lnTo>
                    <a:pt x="8938611" y="114468"/>
                  </a:lnTo>
                  <a:lnTo>
                    <a:pt x="8881138" y="106859"/>
                  </a:lnTo>
                  <a:lnTo>
                    <a:pt x="8823566" y="99083"/>
                  </a:lnTo>
                  <a:lnTo>
                    <a:pt x="8765949" y="91243"/>
                  </a:lnTo>
                  <a:lnTo>
                    <a:pt x="8708362" y="83444"/>
                  </a:lnTo>
                  <a:lnTo>
                    <a:pt x="8650865" y="75792"/>
                  </a:lnTo>
                  <a:lnTo>
                    <a:pt x="8593485" y="68380"/>
                  </a:lnTo>
                  <a:lnTo>
                    <a:pt x="8536189" y="61292"/>
                  </a:lnTo>
                  <a:lnTo>
                    <a:pt x="8478862" y="54595"/>
                  </a:lnTo>
                  <a:lnTo>
                    <a:pt x="8421285" y="48338"/>
                  </a:lnTo>
                  <a:lnTo>
                    <a:pt x="8363119" y="42549"/>
                  </a:lnTo>
                  <a:lnTo>
                    <a:pt x="8303877" y="37241"/>
                  </a:lnTo>
                  <a:lnTo>
                    <a:pt x="8242890" y="32410"/>
                  </a:lnTo>
                  <a:lnTo>
                    <a:pt x="8229629" y="31443"/>
                  </a:lnTo>
                  <a:lnTo>
                    <a:pt x="8177698" y="27942"/>
                  </a:lnTo>
                  <a:lnTo>
                    <a:pt x="8123311" y="24744"/>
                  </a:lnTo>
                  <a:lnTo>
                    <a:pt x="8065781" y="21840"/>
                  </a:lnTo>
                  <a:lnTo>
                    <a:pt x="8004356" y="19209"/>
                  </a:lnTo>
                  <a:lnTo>
                    <a:pt x="7938254" y="16824"/>
                  </a:lnTo>
                  <a:lnTo>
                    <a:pt x="7866712" y="14662"/>
                  </a:lnTo>
                  <a:lnTo>
                    <a:pt x="7789031" y="12697"/>
                  </a:lnTo>
                  <a:lnTo>
                    <a:pt x="7704652" y="10908"/>
                  </a:lnTo>
                  <a:lnTo>
                    <a:pt x="7613245" y="9278"/>
                  </a:lnTo>
                  <a:lnTo>
                    <a:pt x="7514827" y="7792"/>
                  </a:lnTo>
                  <a:lnTo>
                    <a:pt x="7409904" y="6443"/>
                  </a:lnTo>
                  <a:lnTo>
                    <a:pt x="7299616" y="5224"/>
                  </a:lnTo>
                  <a:lnTo>
                    <a:pt x="7185865" y="4135"/>
                  </a:lnTo>
                  <a:lnTo>
                    <a:pt x="7071369" y="3176"/>
                  </a:lnTo>
                  <a:lnTo>
                    <a:pt x="6959591" y="2351"/>
                  </a:lnTo>
                  <a:lnTo>
                    <a:pt x="6854499" y="1662"/>
                  </a:lnTo>
                  <a:lnTo>
                    <a:pt x="6760135" y="1108"/>
                  </a:lnTo>
                  <a:lnTo>
                    <a:pt x="6680052" y="685"/>
                  </a:lnTo>
                  <a:lnTo>
                    <a:pt x="6616720" y="382"/>
                  </a:lnTo>
                  <a:lnTo>
                    <a:pt x="6571058" y="184"/>
                  </a:lnTo>
                  <a:lnTo>
                    <a:pt x="6542193" y="70"/>
                  </a:lnTo>
                  <a:lnTo>
                    <a:pt x="6527488" y="16"/>
                  </a:lnTo>
                  <a:lnTo>
                    <a:pt x="6522731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0"/>
                  </a:lnTo>
                  <a:lnTo>
                    <a:pt x="5518809" y="0"/>
                  </a:lnTo>
                  <a:lnTo>
                    <a:pt x="5499805" y="0"/>
                  </a:lnTo>
                  <a:lnTo>
                    <a:pt x="5465578" y="0"/>
                  </a:lnTo>
                  <a:lnTo>
                    <a:pt x="5414060" y="0"/>
                  </a:lnTo>
                  <a:lnTo>
                    <a:pt x="5344982" y="0"/>
                  </a:lnTo>
                  <a:lnTo>
                    <a:pt x="5259816" y="0"/>
                  </a:lnTo>
                  <a:lnTo>
                    <a:pt x="5161454" y="0"/>
                  </a:lnTo>
                  <a:lnTo>
                    <a:pt x="5053678" y="0"/>
                  </a:lnTo>
                  <a:lnTo>
                    <a:pt x="4940566" y="0"/>
                  </a:lnTo>
                  <a:lnTo>
                    <a:pt x="4825958" y="0"/>
                  </a:lnTo>
                  <a:lnTo>
                    <a:pt x="4713086" y="0"/>
                  </a:lnTo>
                  <a:lnTo>
                    <a:pt x="4604400" y="0"/>
                  </a:lnTo>
                  <a:lnTo>
                    <a:pt x="4501537" y="0"/>
                  </a:lnTo>
                  <a:lnTo>
                    <a:pt x="4405412" y="0"/>
                  </a:lnTo>
                  <a:lnTo>
                    <a:pt x="4316352" y="0"/>
                  </a:lnTo>
                  <a:lnTo>
                    <a:pt x="4234244" y="0"/>
                  </a:lnTo>
                  <a:lnTo>
                    <a:pt x="4158669" y="0"/>
                  </a:lnTo>
                  <a:lnTo>
                    <a:pt x="4089013" y="0"/>
                  </a:lnTo>
                  <a:lnTo>
                    <a:pt x="4024549" y="0"/>
                  </a:lnTo>
                  <a:lnTo>
                    <a:pt x="3964502" y="0"/>
                  </a:lnTo>
                  <a:lnTo>
                    <a:pt x="3908095" y="0"/>
                  </a:lnTo>
                  <a:lnTo>
                    <a:pt x="3854593" y="0"/>
                  </a:lnTo>
                  <a:lnTo>
                    <a:pt x="3820202" y="0"/>
                  </a:lnTo>
                  <a:lnTo>
                    <a:pt x="3758547" y="0"/>
                  </a:lnTo>
                  <a:lnTo>
                    <a:pt x="3698816" y="0"/>
                  </a:lnTo>
                  <a:lnTo>
                    <a:pt x="3640291" y="0"/>
                  </a:lnTo>
                  <a:lnTo>
                    <a:pt x="3582446" y="0"/>
                  </a:lnTo>
                  <a:lnTo>
                    <a:pt x="3524910" y="0"/>
                  </a:lnTo>
                  <a:lnTo>
                    <a:pt x="3467439" y="0"/>
                  </a:lnTo>
                  <a:lnTo>
                    <a:pt x="3409899" y="0"/>
                  </a:lnTo>
                  <a:lnTo>
                    <a:pt x="3352243" y="0"/>
                  </a:lnTo>
                  <a:lnTo>
                    <a:pt x="3294487" y="0"/>
                  </a:lnTo>
                  <a:lnTo>
                    <a:pt x="3236689" y="0"/>
                  </a:lnTo>
                  <a:lnTo>
                    <a:pt x="3178923" y="0"/>
                  </a:lnTo>
                  <a:lnTo>
                    <a:pt x="3121249" y="0"/>
                  </a:lnTo>
                  <a:lnTo>
                    <a:pt x="3063693" y="0"/>
                  </a:lnTo>
                  <a:lnTo>
                    <a:pt x="3006218" y="0"/>
                  </a:lnTo>
                  <a:lnTo>
                    <a:pt x="2948704" y="0"/>
                  </a:lnTo>
                  <a:lnTo>
                    <a:pt x="2890926" y="0"/>
                  </a:lnTo>
                  <a:lnTo>
                    <a:pt x="2832534" y="0"/>
                  </a:lnTo>
                  <a:lnTo>
                    <a:pt x="2773028" y="0"/>
                  </a:lnTo>
                  <a:lnTo>
                    <a:pt x="2711721" y="0"/>
                  </a:lnTo>
                  <a:lnTo>
                    <a:pt x="2702183" y="0"/>
                  </a:lnTo>
                  <a:lnTo>
                    <a:pt x="2650248" y="0"/>
                  </a:lnTo>
                  <a:lnTo>
                    <a:pt x="2595855" y="0"/>
                  </a:lnTo>
                  <a:lnTo>
                    <a:pt x="2538320" y="0"/>
                  </a:lnTo>
                  <a:lnTo>
                    <a:pt x="2476888" y="0"/>
                  </a:lnTo>
                  <a:lnTo>
                    <a:pt x="2410779" y="0"/>
                  </a:lnTo>
                  <a:lnTo>
                    <a:pt x="2339228" y="0"/>
                  </a:lnTo>
                  <a:lnTo>
                    <a:pt x="2261537" y="0"/>
                  </a:lnTo>
                  <a:lnTo>
                    <a:pt x="2177147" y="0"/>
                  </a:lnTo>
                  <a:lnTo>
                    <a:pt x="2085727" y="0"/>
                  </a:lnTo>
                  <a:lnTo>
                    <a:pt x="1987295" y="0"/>
                  </a:lnTo>
                  <a:lnTo>
                    <a:pt x="1882357" y="0"/>
                  </a:lnTo>
                  <a:lnTo>
                    <a:pt x="1772056" y="0"/>
                  </a:lnTo>
                  <a:lnTo>
                    <a:pt x="1658293" y="0"/>
                  </a:lnTo>
                  <a:lnTo>
                    <a:pt x="1543788" y="0"/>
                  </a:lnTo>
                  <a:lnTo>
                    <a:pt x="1432006" y="0"/>
                  </a:lnTo>
                  <a:lnTo>
                    <a:pt x="1326917" y="0"/>
                  </a:lnTo>
                  <a:lnTo>
                    <a:pt x="1232563" y="0"/>
                  </a:lnTo>
                  <a:lnTo>
                    <a:pt x="1152496" y="0"/>
                  </a:lnTo>
                  <a:lnTo>
                    <a:pt x="1089186" y="0"/>
                  </a:lnTo>
                  <a:lnTo>
                    <a:pt x="1043549" y="0"/>
                  </a:lnTo>
                  <a:lnTo>
                    <a:pt x="1014710" y="0"/>
                  </a:lnTo>
                  <a:lnTo>
                    <a:pt x="1000025" y="0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9" name="pg758"/>
            <p:cNvSpPr/>
            <p:nvPr/>
          </p:nvSpPr>
          <p:spPr>
            <a:xfrm>
              <a:off x="1199187" y="1262828"/>
              <a:ext cx="12049831" cy="1063848"/>
            </a:xfrm>
            <a:custGeom>
              <a:avLst/>
              <a:pathLst>
                <a:path w="12049831" h="1063848">
                  <a:moveTo>
                    <a:pt x="0" y="15721"/>
                  </a:moveTo>
                  <a:lnTo>
                    <a:pt x="994940" y="15721"/>
                  </a:lnTo>
                  <a:lnTo>
                    <a:pt x="996076" y="15721"/>
                  </a:lnTo>
                  <a:lnTo>
                    <a:pt x="1003576" y="15721"/>
                  </a:lnTo>
                  <a:lnTo>
                    <a:pt x="1022580" y="15721"/>
                  </a:lnTo>
                  <a:lnTo>
                    <a:pt x="1056807" y="15721"/>
                  </a:lnTo>
                  <a:lnTo>
                    <a:pt x="1108325" y="15721"/>
                  </a:lnTo>
                  <a:lnTo>
                    <a:pt x="1177403" y="15721"/>
                  </a:lnTo>
                  <a:lnTo>
                    <a:pt x="1262569" y="15721"/>
                  </a:lnTo>
                  <a:lnTo>
                    <a:pt x="1360931" y="15721"/>
                  </a:lnTo>
                  <a:lnTo>
                    <a:pt x="1468707" y="15721"/>
                  </a:lnTo>
                  <a:lnTo>
                    <a:pt x="1581819" y="15721"/>
                  </a:lnTo>
                  <a:lnTo>
                    <a:pt x="1696427" y="15721"/>
                  </a:lnTo>
                  <a:lnTo>
                    <a:pt x="1809299" y="15721"/>
                  </a:lnTo>
                  <a:lnTo>
                    <a:pt x="1917985" y="15721"/>
                  </a:lnTo>
                  <a:lnTo>
                    <a:pt x="2020848" y="15721"/>
                  </a:lnTo>
                  <a:lnTo>
                    <a:pt x="2116973" y="15721"/>
                  </a:lnTo>
                  <a:lnTo>
                    <a:pt x="2206033" y="15721"/>
                  </a:lnTo>
                  <a:lnTo>
                    <a:pt x="2288141" y="15721"/>
                  </a:lnTo>
                  <a:lnTo>
                    <a:pt x="2363716" y="15721"/>
                  </a:lnTo>
                  <a:lnTo>
                    <a:pt x="2433372" y="15721"/>
                  </a:lnTo>
                  <a:lnTo>
                    <a:pt x="2497836" y="15721"/>
                  </a:lnTo>
                  <a:lnTo>
                    <a:pt x="2557883" y="15721"/>
                  </a:lnTo>
                  <a:lnTo>
                    <a:pt x="2614290" y="15721"/>
                  </a:lnTo>
                  <a:lnTo>
                    <a:pt x="2667792" y="15721"/>
                  </a:lnTo>
                  <a:lnTo>
                    <a:pt x="2702183" y="15721"/>
                  </a:lnTo>
                  <a:lnTo>
                    <a:pt x="2763838" y="15721"/>
                  </a:lnTo>
                  <a:lnTo>
                    <a:pt x="2823569" y="15721"/>
                  </a:lnTo>
                  <a:lnTo>
                    <a:pt x="2882094" y="15721"/>
                  </a:lnTo>
                  <a:lnTo>
                    <a:pt x="2939939" y="15721"/>
                  </a:lnTo>
                  <a:lnTo>
                    <a:pt x="2997475" y="15721"/>
                  </a:lnTo>
                  <a:lnTo>
                    <a:pt x="3054946" y="15721"/>
                  </a:lnTo>
                  <a:lnTo>
                    <a:pt x="3112486" y="15721"/>
                  </a:lnTo>
                  <a:lnTo>
                    <a:pt x="3170142" y="15721"/>
                  </a:lnTo>
                  <a:lnTo>
                    <a:pt x="3227898" y="15721"/>
                  </a:lnTo>
                  <a:lnTo>
                    <a:pt x="3285696" y="15721"/>
                  </a:lnTo>
                  <a:lnTo>
                    <a:pt x="3343462" y="15721"/>
                  </a:lnTo>
                  <a:lnTo>
                    <a:pt x="3401136" y="15721"/>
                  </a:lnTo>
                  <a:lnTo>
                    <a:pt x="3458692" y="15721"/>
                  </a:lnTo>
                  <a:lnTo>
                    <a:pt x="3516167" y="15721"/>
                  </a:lnTo>
                  <a:lnTo>
                    <a:pt x="3573681" y="15721"/>
                  </a:lnTo>
                  <a:lnTo>
                    <a:pt x="3631459" y="15721"/>
                  </a:lnTo>
                  <a:lnTo>
                    <a:pt x="3689851" y="15721"/>
                  </a:lnTo>
                  <a:lnTo>
                    <a:pt x="3749357" y="15721"/>
                  </a:lnTo>
                  <a:lnTo>
                    <a:pt x="3810664" y="15721"/>
                  </a:lnTo>
                  <a:lnTo>
                    <a:pt x="3820202" y="15721"/>
                  </a:lnTo>
                  <a:lnTo>
                    <a:pt x="3872137" y="15721"/>
                  </a:lnTo>
                  <a:lnTo>
                    <a:pt x="3926530" y="15721"/>
                  </a:lnTo>
                  <a:lnTo>
                    <a:pt x="3984065" y="15721"/>
                  </a:lnTo>
                  <a:lnTo>
                    <a:pt x="4045497" y="15721"/>
                  </a:lnTo>
                  <a:lnTo>
                    <a:pt x="4111606" y="15721"/>
                  </a:lnTo>
                  <a:lnTo>
                    <a:pt x="4183157" y="15721"/>
                  </a:lnTo>
                  <a:lnTo>
                    <a:pt x="4260848" y="15721"/>
                  </a:lnTo>
                  <a:lnTo>
                    <a:pt x="4345238" y="15721"/>
                  </a:lnTo>
                  <a:lnTo>
                    <a:pt x="4436658" y="15721"/>
                  </a:lnTo>
                  <a:lnTo>
                    <a:pt x="4535090" y="15721"/>
                  </a:lnTo>
                  <a:lnTo>
                    <a:pt x="4640028" y="15721"/>
                  </a:lnTo>
                  <a:lnTo>
                    <a:pt x="4750329" y="15721"/>
                  </a:lnTo>
                  <a:lnTo>
                    <a:pt x="4864092" y="15721"/>
                  </a:lnTo>
                  <a:lnTo>
                    <a:pt x="4978597" y="15721"/>
                  </a:lnTo>
                  <a:lnTo>
                    <a:pt x="5090379" y="15721"/>
                  </a:lnTo>
                  <a:lnTo>
                    <a:pt x="5195468" y="15721"/>
                  </a:lnTo>
                  <a:lnTo>
                    <a:pt x="5289822" y="15721"/>
                  </a:lnTo>
                  <a:lnTo>
                    <a:pt x="5369889" y="15721"/>
                  </a:lnTo>
                  <a:lnTo>
                    <a:pt x="5433199" y="15721"/>
                  </a:lnTo>
                  <a:lnTo>
                    <a:pt x="5478836" y="15721"/>
                  </a:lnTo>
                  <a:lnTo>
                    <a:pt x="5507675" y="15721"/>
                  </a:lnTo>
                  <a:lnTo>
                    <a:pt x="5522360" y="15721"/>
                  </a:lnTo>
                  <a:lnTo>
                    <a:pt x="5527102" y="15721"/>
                  </a:lnTo>
                  <a:lnTo>
                    <a:pt x="5527445" y="15721"/>
                  </a:lnTo>
                  <a:lnTo>
                    <a:pt x="6522385" y="15721"/>
                  </a:lnTo>
                  <a:lnTo>
                    <a:pt x="6523513" y="15741"/>
                  </a:lnTo>
                  <a:lnTo>
                    <a:pt x="6530957" y="15883"/>
                  </a:lnTo>
                  <a:lnTo>
                    <a:pt x="6549823" y="16274"/>
                  </a:lnTo>
                  <a:lnTo>
                    <a:pt x="6583810" y="17044"/>
                  </a:lnTo>
                  <a:lnTo>
                    <a:pt x="6634987" y="18317"/>
                  </a:lnTo>
                  <a:lnTo>
                    <a:pt x="6703642" y="20199"/>
                  </a:lnTo>
                  <a:lnTo>
                    <a:pt x="6788336" y="22767"/>
                  </a:lnTo>
                  <a:lnTo>
                    <a:pt x="6886221" y="26068"/>
                  </a:lnTo>
                  <a:lnTo>
                    <a:pt x="6993553" y="30122"/>
                  </a:lnTo>
                  <a:lnTo>
                    <a:pt x="7106288" y="34923"/>
                  </a:lnTo>
                  <a:lnTo>
                    <a:pt x="7220605" y="40457"/>
                  </a:lnTo>
                  <a:lnTo>
                    <a:pt x="7333275" y="46710"/>
                  </a:lnTo>
                  <a:lnTo>
                    <a:pt x="7441845" y="53679"/>
                  </a:lnTo>
                  <a:lnTo>
                    <a:pt x="7544664" y="61377"/>
                  </a:lnTo>
                  <a:lnTo>
                    <a:pt x="7640801" y="69838"/>
                  </a:lnTo>
                  <a:lnTo>
                    <a:pt x="7729914" y="79120"/>
                  </a:lnTo>
                  <a:lnTo>
                    <a:pt x="7812099" y="89305"/>
                  </a:lnTo>
                  <a:lnTo>
                    <a:pt x="7887761" y="100496"/>
                  </a:lnTo>
                  <a:lnTo>
                    <a:pt x="7957504" y="112815"/>
                  </a:lnTo>
                  <a:lnTo>
                    <a:pt x="8022045" y="126399"/>
                  </a:lnTo>
                  <a:lnTo>
                    <a:pt x="8082151" y="141391"/>
                  </a:lnTo>
                  <a:lnTo>
                    <a:pt x="8138594" y="157925"/>
                  </a:lnTo>
                  <a:lnTo>
                    <a:pt x="8192107" y="176104"/>
                  </a:lnTo>
                  <a:lnTo>
                    <a:pt x="8229629" y="190409"/>
                  </a:lnTo>
                  <a:lnTo>
                    <a:pt x="8286486" y="214602"/>
                  </a:lnTo>
                  <a:lnTo>
                    <a:pt x="8341658" y="241037"/>
                  </a:lnTo>
                  <a:lnTo>
                    <a:pt x="8395725" y="269753"/>
                  </a:lnTo>
                  <a:lnTo>
                    <a:pt x="8449124" y="300729"/>
                  </a:lnTo>
                  <a:lnTo>
                    <a:pt x="8502176" y="333871"/>
                  </a:lnTo>
                  <a:lnTo>
                    <a:pt x="8555103" y="369014"/>
                  </a:lnTo>
                  <a:lnTo>
                    <a:pt x="8608047" y="405915"/>
                  </a:lnTo>
                  <a:lnTo>
                    <a:pt x="8661075" y="444261"/>
                  </a:lnTo>
                  <a:lnTo>
                    <a:pt x="8714203" y="483674"/>
                  </a:lnTo>
                  <a:lnTo>
                    <a:pt x="8767405" y="523728"/>
                  </a:lnTo>
                  <a:lnTo>
                    <a:pt x="8820630" y="563968"/>
                  </a:lnTo>
                  <a:lnTo>
                    <a:pt x="8873820" y="603929"/>
                  </a:lnTo>
                  <a:lnTo>
                    <a:pt x="8926929" y="643159"/>
                  </a:lnTo>
                  <a:lnTo>
                    <a:pt x="8979938" y="681241"/>
                  </a:lnTo>
                  <a:lnTo>
                    <a:pt x="9032870" y="717810"/>
                  </a:lnTo>
                  <a:lnTo>
                    <a:pt x="9085809" y="752566"/>
                  </a:lnTo>
                  <a:lnTo>
                    <a:pt x="9138910" y="785281"/>
                  </a:lnTo>
                  <a:lnTo>
                    <a:pt x="9192415" y="815805"/>
                  </a:lnTo>
                  <a:lnTo>
                    <a:pt x="9246666" y="844060"/>
                  </a:lnTo>
                  <a:lnTo>
                    <a:pt x="9302127" y="870037"/>
                  </a:lnTo>
                  <a:lnTo>
                    <a:pt x="9347647" y="889160"/>
                  </a:lnTo>
                  <a:lnTo>
                    <a:pt x="9399445" y="908567"/>
                  </a:lnTo>
                  <a:lnTo>
                    <a:pt x="9453685" y="926292"/>
                  </a:lnTo>
                  <a:lnTo>
                    <a:pt x="9511048" y="942395"/>
                  </a:lnTo>
                  <a:lnTo>
                    <a:pt x="9572281" y="956991"/>
                  </a:lnTo>
                  <a:lnTo>
                    <a:pt x="9638159" y="970218"/>
                  </a:lnTo>
                  <a:lnTo>
                    <a:pt x="9709441" y="982218"/>
                  </a:lnTo>
                  <a:lnTo>
                    <a:pt x="9786821" y="993124"/>
                  </a:lnTo>
                  <a:lnTo>
                    <a:pt x="9870857" y="1003055"/>
                  </a:lnTo>
                  <a:lnTo>
                    <a:pt x="9961883" y="1012107"/>
                  </a:lnTo>
                  <a:lnTo>
                    <a:pt x="10059890" y="1020356"/>
                  </a:lnTo>
                  <a:lnTo>
                    <a:pt x="10164390" y="1027853"/>
                  </a:lnTo>
                  <a:lnTo>
                    <a:pt x="10274269" y="1034627"/>
                  </a:lnTo>
                  <a:lnTo>
                    <a:pt x="10387662" y="1040687"/>
                  </a:lnTo>
                  <a:lnTo>
                    <a:pt x="10501899" y="1046023"/>
                  </a:lnTo>
                  <a:lnTo>
                    <a:pt x="10613563" y="1050623"/>
                  </a:lnTo>
                  <a:lnTo>
                    <a:pt x="10718728" y="1054472"/>
                  </a:lnTo>
                  <a:lnTo>
                    <a:pt x="10813376" y="1057571"/>
                  </a:lnTo>
                  <a:lnTo>
                    <a:pt x="10893947" y="1059947"/>
                  </a:lnTo>
                  <a:lnTo>
                    <a:pt x="10957931" y="1061654"/>
                  </a:lnTo>
                  <a:lnTo>
                    <a:pt x="11004337" y="1062780"/>
                  </a:lnTo>
                  <a:lnTo>
                    <a:pt x="11033943" y="1063434"/>
                  </a:lnTo>
                  <a:lnTo>
                    <a:pt x="11049280" y="1063744"/>
                  </a:lnTo>
                  <a:lnTo>
                    <a:pt x="11054449" y="1063841"/>
                  </a:lnTo>
                  <a:lnTo>
                    <a:pt x="11054891" y="1063848"/>
                  </a:lnTo>
                  <a:lnTo>
                    <a:pt x="12049831" y="1063848"/>
                  </a:lnTo>
                  <a:lnTo>
                    <a:pt x="12049831" y="1048126"/>
                  </a:lnTo>
                  <a:lnTo>
                    <a:pt x="11054891" y="1048126"/>
                  </a:lnTo>
                  <a:lnTo>
                    <a:pt x="11053763" y="1048106"/>
                  </a:lnTo>
                  <a:lnTo>
                    <a:pt x="11046320" y="1047965"/>
                  </a:lnTo>
                  <a:lnTo>
                    <a:pt x="11027454" y="1047574"/>
                  </a:lnTo>
                  <a:lnTo>
                    <a:pt x="10993467" y="1046804"/>
                  </a:lnTo>
                  <a:lnTo>
                    <a:pt x="10942290" y="1045531"/>
                  </a:lnTo>
                  <a:lnTo>
                    <a:pt x="10873635" y="1043649"/>
                  </a:lnTo>
                  <a:lnTo>
                    <a:pt x="10788940" y="1041081"/>
                  </a:lnTo>
                  <a:lnTo>
                    <a:pt x="10691056" y="1037779"/>
                  </a:lnTo>
                  <a:lnTo>
                    <a:pt x="10583723" y="1033726"/>
                  </a:lnTo>
                  <a:lnTo>
                    <a:pt x="10470988" y="1028925"/>
                  </a:lnTo>
                  <a:lnTo>
                    <a:pt x="10356671" y="1023391"/>
                  </a:lnTo>
                  <a:lnTo>
                    <a:pt x="10244002" y="1017137"/>
                  </a:lnTo>
                  <a:lnTo>
                    <a:pt x="10135432" y="1010169"/>
                  </a:lnTo>
                  <a:lnTo>
                    <a:pt x="10032613" y="1002471"/>
                  </a:lnTo>
                  <a:lnTo>
                    <a:pt x="9936475" y="994010"/>
                  </a:lnTo>
                  <a:lnTo>
                    <a:pt x="9847363" y="984728"/>
                  </a:lnTo>
                  <a:lnTo>
                    <a:pt x="9765178" y="974543"/>
                  </a:lnTo>
                  <a:lnTo>
                    <a:pt x="9689515" y="963352"/>
                  </a:lnTo>
                  <a:lnTo>
                    <a:pt x="9619772" y="951033"/>
                  </a:lnTo>
                  <a:lnTo>
                    <a:pt x="9555232" y="937448"/>
                  </a:lnTo>
                  <a:lnTo>
                    <a:pt x="9495126" y="922456"/>
                  </a:lnTo>
                  <a:lnTo>
                    <a:pt x="9438683" y="905923"/>
                  </a:lnTo>
                  <a:lnTo>
                    <a:pt x="9385169" y="887744"/>
                  </a:lnTo>
                  <a:lnTo>
                    <a:pt x="9347647" y="873439"/>
                  </a:lnTo>
                  <a:lnTo>
                    <a:pt x="9290791" y="849246"/>
                  </a:lnTo>
                  <a:lnTo>
                    <a:pt x="9235619" y="822811"/>
                  </a:lnTo>
                  <a:lnTo>
                    <a:pt x="9181552" y="794094"/>
                  </a:lnTo>
                  <a:lnTo>
                    <a:pt x="9128153" y="763119"/>
                  </a:lnTo>
                  <a:lnTo>
                    <a:pt x="9075101" y="729976"/>
                  </a:lnTo>
                  <a:lnTo>
                    <a:pt x="9022173" y="694834"/>
                  </a:lnTo>
                  <a:lnTo>
                    <a:pt x="8969230" y="657932"/>
                  </a:lnTo>
                  <a:lnTo>
                    <a:pt x="8916201" y="619587"/>
                  </a:lnTo>
                  <a:lnTo>
                    <a:pt x="8863073" y="580174"/>
                  </a:lnTo>
                  <a:lnTo>
                    <a:pt x="8809871" y="540120"/>
                  </a:lnTo>
                  <a:lnTo>
                    <a:pt x="8756647" y="499879"/>
                  </a:lnTo>
                  <a:lnTo>
                    <a:pt x="8703457" y="459919"/>
                  </a:lnTo>
                  <a:lnTo>
                    <a:pt x="8650348" y="420689"/>
                  </a:lnTo>
                  <a:lnTo>
                    <a:pt x="8597339" y="382606"/>
                  </a:lnTo>
                  <a:lnTo>
                    <a:pt x="8544407" y="346038"/>
                  </a:lnTo>
                  <a:lnTo>
                    <a:pt x="8491467" y="311282"/>
                  </a:lnTo>
                  <a:lnTo>
                    <a:pt x="8438366" y="278567"/>
                  </a:lnTo>
                  <a:lnTo>
                    <a:pt x="8384861" y="248043"/>
                  </a:lnTo>
                  <a:lnTo>
                    <a:pt x="8330611" y="219788"/>
                  </a:lnTo>
                  <a:lnTo>
                    <a:pt x="8275150" y="193811"/>
                  </a:lnTo>
                  <a:lnTo>
                    <a:pt x="8229629" y="174687"/>
                  </a:lnTo>
                  <a:lnTo>
                    <a:pt x="8177831" y="155281"/>
                  </a:lnTo>
                  <a:lnTo>
                    <a:pt x="8123592" y="137556"/>
                  </a:lnTo>
                  <a:lnTo>
                    <a:pt x="8066229" y="121453"/>
                  </a:lnTo>
                  <a:lnTo>
                    <a:pt x="8004996" y="106857"/>
                  </a:lnTo>
                  <a:lnTo>
                    <a:pt x="7939118" y="93630"/>
                  </a:lnTo>
                  <a:lnTo>
                    <a:pt x="7867835" y="81630"/>
                  </a:lnTo>
                  <a:lnTo>
                    <a:pt x="7790456" y="70724"/>
                  </a:lnTo>
                  <a:lnTo>
                    <a:pt x="7706419" y="60793"/>
                  </a:lnTo>
                  <a:lnTo>
                    <a:pt x="7615394" y="51741"/>
                  </a:lnTo>
                  <a:lnTo>
                    <a:pt x="7517386" y="43492"/>
                  </a:lnTo>
                  <a:lnTo>
                    <a:pt x="7412886" y="35994"/>
                  </a:lnTo>
                  <a:lnTo>
                    <a:pt x="7303008" y="29220"/>
                  </a:lnTo>
                  <a:lnTo>
                    <a:pt x="7189614" y="23161"/>
                  </a:lnTo>
                  <a:lnTo>
                    <a:pt x="7075378" y="17824"/>
                  </a:lnTo>
                  <a:lnTo>
                    <a:pt x="6963714" y="13225"/>
                  </a:lnTo>
                  <a:lnTo>
                    <a:pt x="6858548" y="9376"/>
                  </a:lnTo>
                  <a:lnTo>
                    <a:pt x="6763901" y="6276"/>
                  </a:lnTo>
                  <a:lnTo>
                    <a:pt x="6683330" y="3901"/>
                  </a:lnTo>
                  <a:lnTo>
                    <a:pt x="6619346" y="2193"/>
                  </a:lnTo>
                  <a:lnTo>
                    <a:pt x="6572939" y="1068"/>
                  </a:lnTo>
                  <a:lnTo>
                    <a:pt x="6543334" y="414"/>
                  </a:lnTo>
                  <a:lnTo>
                    <a:pt x="6527997" y="103"/>
                  </a:lnTo>
                  <a:lnTo>
                    <a:pt x="6522828" y="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0"/>
                  </a:lnTo>
                  <a:lnTo>
                    <a:pt x="5518809" y="0"/>
                  </a:lnTo>
                  <a:lnTo>
                    <a:pt x="5499805" y="0"/>
                  </a:lnTo>
                  <a:lnTo>
                    <a:pt x="5465578" y="0"/>
                  </a:lnTo>
                  <a:lnTo>
                    <a:pt x="5414060" y="0"/>
                  </a:lnTo>
                  <a:lnTo>
                    <a:pt x="5344982" y="0"/>
                  </a:lnTo>
                  <a:lnTo>
                    <a:pt x="5259816" y="0"/>
                  </a:lnTo>
                  <a:lnTo>
                    <a:pt x="5161454" y="0"/>
                  </a:lnTo>
                  <a:lnTo>
                    <a:pt x="5053678" y="0"/>
                  </a:lnTo>
                  <a:lnTo>
                    <a:pt x="4940566" y="0"/>
                  </a:lnTo>
                  <a:lnTo>
                    <a:pt x="4825958" y="0"/>
                  </a:lnTo>
                  <a:lnTo>
                    <a:pt x="4713086" y="0"/>
                  </a:lnTo>
                  <a:lnTo>
                    <a:pt x="4604400" y="0"/>
                  </a:lnTo>
                  <a:lnTo>
                    <a:pt x="4501537" y="0"/>
                  </a:lnTo>
                  <a:lnTo>
                    <a:pt x="4405412" y="0"/>
                  </a:lnTo>
                  <a:lnTo>
                    <a:pt x="4316352" y="0"/>
                  </a:lnTo>
                  <a:lnTo>
                    <a:pt x="4234244" y="0"/>
                  </a:lnTo>
                  <a:lnTo>
                    <a:pt x="4158669" y="0"/>
                  </a:lnTo>
                  <a:lnTo>
                    <a:pt x="4089013" y="0"/>
                  </a:lnTo>
                  <a:lnTo>
                    <a:pt x="4024549" y="0"/>
                  </a:lnTo>
                  <a:lnTo>
                    <a:pt x="3964502" y="0"/>
                  </a:lnTo>
                  <a:lnTo>
                    <a:pt x="3908095" y="0"/>
                  </a:lnTo>
                  <a:lnTo>
                    <a:pt x="3854593" y="0"/>
                  </a:lnTo>
                  <a:lnTo>
                    <a:pt x="3820202" y="0"/>
                  </a:lnTo>
                  <a:lnTo>
                    <a:pt x="3758547" y="0"/>
                  </a:lnTo>
                  <a:lnTo>
                    <a:pt x="3698816" y="0"/>
                  </a:lnTo>
                  <a:lnTo>
                    <a:pt x="3640291" y="0"/>
                  </a:lnTo>
                  <a:lnTo>
                    <a:pt x="3582446" y="0"/>
                  </a:lnTo>
                  <a:lnTo>
                    <a:pt x="3524910" y="0"/>
                  </a:lnTo>
                  <a:lnTo>
                    <a:pt x="3467439" y="0"/>
                  </a:lnTo>
                  <a:lnTo>
                    <a:pt x="3409899" y="0"/>
                  </a:lnTo>
                  <a:lnTo>
                    <a:pt x="3352243" y="0"/>
                  </a:lnTo>
                  <a:lnTo>
                    <a:pt x="3294487" y="0"/>
                  </a:lnTo>
                  <a:lnTo>
                    <a:pt x="3236689" y="0"/>
                  </a:lnTo>
                  <a:lnTo>
                    <a:pt x="3178923" y="0"/>
                  </a:lnTo>
                  <a:lnTo>
                    <a:pt x="3121249" y="0"/>
                  </a:lnTo>
                  <a:lnTo>
                    <a:pt x="3063693" y="0"/>
                  </a:lnTo>
                  <a:lnTo>
                    <a:pt x="3006218" y="0"/>
                  </a:lnTo>
                  <a:lnTo>
                    <a:pt x="2948704" y="0"/>
                  </a:lnTo>
                  <a:lnTo>
                    <a:pt x="2890926" y="0"/>
                  </a:lnTo>
                  <a:lnTo>
                    <a:pt x="2832534" y="0"/>
                  </a:lnTo>
                  <a:lnTo>
                    <a:pt x="2773028" y="0"/>
                  </a:lnTo>
                  <a:lnTo>
                    <a:pt x="2711721" y="0"/>
                  </a:lnTo>
                  <a:lnTo>
                    <a:pt x="2702183" y="0"/>
                  </a:lnTo>
                  <a:lnTo>
                    <a:pt x="2650248" y="0"/>
                  </a:lnTo>
                  <a:lnTo>
                    <a:pt x="2595855" y="0"/>
                  </a:lnTo>
                  <a:lnTo>
                    <a:pt x="2538320" y="0"/>
                  </a:lnTo>
                  <a:lnTo>
                    <a:pt x="2476888" y="0"/>
                  </a:lnTo>
                  <a:lnTo>
                    <a:pt x="2410779" y="0"/>
                  </a:lnTo>
                  <a:lnTo>
                    <a:pt x="2339228" y="0"/>
                  </a:lnTo>
                  <a:lnTo>
                    <a:pt x="2261537" y="0"/>
                  </a:lnTo>
                  <a:lnTo>
                    <a:pt x="2177147" y="0"/>
                  </a:lnTo>
                  <a:lnTo>
                    <a:pt x="2085727" y="0"/>
                  </a:lnTo>
                  <a:lnTo>
                    <a:pt x="1987295" y="0"/>
                  </a:lnTo>
                  <a:lnTo>
                    <a:pt x="1882357" y="0"/>
                  </a:lnTo>
                  <a:lnTo>
                    <a:pt x="1772056" y="0"/>
                  </a:lnTo>
                  <a:lnTo>
                    <a:pt x="1658293" y="0"/>
                  </a:lnTo>
                  <a:lnTo>
                    <a:pt x="1543788" y="0"/>
                  </a:lnTo>
                  <a:lnTo>
                    <a:pt x="1432006" y="0"/>
                  </a:lnTo>
                  <a:lnTo>
                    <a:pt x="1326917" y="0"/>
                  </a:lnTo>
                  <a:lnTo>
                    <a:pt x="1232563" y="0"/>
                  </a:lnTo>
                  <a:lnTo>
                    <a:pt x="1152496" y="0"/>
                  </a:lnTo>
                  <a:lnTo>
                    <a:pt x="1089186" y="0"/>
                  </a:lnTo>
                  <a:lnTo>
                    <a:pt x="1043549" y="0"/>
                  </a:lnTo>
                  <a:lnTo>
                    <a:pt x="1014710" y="0"/>
                  </a:lnTo>
                  <a:lnTo>
                    <a:pt x="1000025" y="0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60" name="pl759"/>
            <p:cNvSpPr/>
            <p:nvPr/>
          </p:nvSpPr>
          <p:spPr>
            <a:xfrm>
              <a:off x="1199187" y="1278550"/>
              <a:ext cx="12049831" cy="1048126"/>
            </a:xfrm>
            <a:custGeom>
              <a:avLst/>
              <a:pathLst>
                <a:path w="12049831" h="1048126">
                  <a:moveTo>
                    <a:pt x="0" y="0"/>
                  </a:moveTo>
                  <a:lnTo>
                    <a:pt x="994940" y="0"/>
                  </a:lnTo>
                  <a:lnTo>
                    <a:pt x="996076" y="0"/>
                  </a:lnTo>
                  <a:lnTo>
                    <a:pt x="1003576" y="0"/>
                  </a:lnTo>
                  <a:lnTo>
                    <a:pt x="1022580" y="0"/>
                  </a:lnTo>
                  <a:lnTo>
                    <a:pt x="1056807" y="0"/>
                  </a:lnTo>
                  <a:lnTo>
                    <a:pt x="1108325" y="0"/>
                  </a:lnTo>
                  <a:lnTo>
                    <a:pt x="1177403" y="0"/>
                  </a:lnTo>
                  <a:lnTo>
                    <a:pt x="1262569" y="0"/>
                  </a:lnTo>
                  <a:lnTo>
                    <a:pt x="1360931" y="0"/>
                  </a:lnTo>
                  <a:lnTo>
                    <a:pt x="1468707" y="0"/>
                  </a:lnTo>
                  <a:lnTo>
                    <a:pt x="1581819" y="0"/>
                  </a:lnTo>
                  <a:lnTo>
                    <a:pt x="1696427" y="0"/>
                  </a:lnTo>
                  <a:lnTo>
                    <a:pt x="1809299" y="0"/>
                  </a:lnTo>
                  <a:lnTo>
                    <a:pt x="1917985" y="0"/>
                  </a:lnTo>
                  <a:lnTo>
                    <a:pt x="2020848" y="0"/>
                  </a:lnTo>
                  <a:lnTo>
                    <a:pt x="2116973" y="0"/>
                  </a:lnTo>
                  <a:lnTo>
                    <a:pt x="2206033" y="0"/>
                  </a:lnTo>
                  <a:lnTo>
                    <a:pt x="2288141" y="0"/>
                  </a:lnTo>
                  <a:lnTo>
                    <a:pt x="2363716" y="0"/>
                  </a:lnTo>
                  <a:lnTo>
                    <a:pt x="2433372" y="0"/>
                  </a:lnTo>
                  <a:lnTo>
                    <a:pt x="2497836" y="0"/>
                  </a:lnTo>
                  <a:lnTo>
                    <a:pt x="2557883" y="0"/>
                  </a:lnTo>
                  <a:lnTo>
                    <a:pt x="2614290" y="0"/>
                  </a:lnTo>
                  <a:lnTo>
                    <a:pt x="2667792" y="0"/>
                  </a:lnTo>
                  <a:lnTo>
                    <a:pt x="2702183" y="0"/>
                  </a:lnTo>
                  <a:lnTo>
                    <a:pt x="2763838" y="0"/>
                  </a:lnTo>
                  <a:lnTo>
                    <a:pt x="2823569" y="0"/>
                  </a:lnTo>
                  <a:lnTo>
                    <a:pt x="2882094" y="0"/>
                  </a:lnTo>
                  <a:lnTo>
                    <a:pt x="2939939" y="0"/>
                  </a:lnTo>
                  <a:lnTo>
                    <a:pt x="2997475" y="0"/>
                  </a:lnTo>
                  <a:lnTo>
                    <a:pt x="3054946" y="0"/>
                  </a:lnTo>
                  <a:lnTo>
                    <a:pt x="3112486" y="0"/>
                  </a:lnTo>
                  <a:lnTo>
                    <a:pt x="3170142" y="0"/>
                  </a:lnTo>
                  <a:lnTo>
                    <a:pt x="3227898" y="0"/>
                  </a:lnTo>
                  <a:lnTo>
                    <a:pt x="3285696" y="0"/>
                  </a:lnTo>
                  <a:lnTo>
                    <a:pt x="3343462" y="0"/>
                  </a:lnTo>
                  <a:lnTo>
                    <a:pt x="3401136" y="0"/>
                  </a:lnTo>
                  <a:lnTo>
                    <a:pt x="3458692" y="0"/>
                  </a:lnTo>
                  <a:lnTo>
                    <a:pt x="3516167" y="0"/>
                  </a:lnTo>
                  <a:lnTo>
                    <a:pt x="3573681" y="0"/>
                  </a:lnTo>
                  <a:lnTo>
                    <a:pt x="3631459" y="0"/>
                  </a:lnTo>
                  <a:lnTo>
                    <a:pt x="3689851" y="0"/>
                  </a:lnTo>
                  <a:lnTo>
                    <a:pt x="3749357" y="0"/>
                  </a:lnTo>
                  <a:lnTo>
                    <a:pt x="3810664" y="0"/>
                  </a:lnTo>
                  <a:lnTo>
                    <a:pt x="3820202" y="0"/>
                  </a:lnTo>
                  <a:lnTo>
                    <a:pt x="3872137" y="0"/>
                  </a:lnTo>
                  <a:lnTo>
                    <a:pt x="3926530" y="0"/>
                  </a:lnTo>
                  <a:lnTo>
                    <a:pt x="3984065" y="0"/>
                  </a:lnTo>
                  <a:lnTo>
                    <a:pt x="4045497" y="0"/>
                  </a:lnTo>
                  <a:lnTo>
                    <a:pt x="4111606" y="0"/>
                  </a:lnTo>
                  <a:lnTo>
                    <a:pt x="4183157" y="0"/>
                  </a:lnTo>
                  <a:lnTo>
                    <a:pt x="4260848" y="0"/>
                  </a:lnTo>
                  <a:lnTo>
                    <a:pt x="4345238" y="0"/>
                  </a:lnTo>
                  <a:lnTo>
                    <a:pt x="4436658" y="0"/>
                  </a:lnTo>
                  <a:lnTo>
                    <a:pt x="4535090" y="0"/>
                  </a:lnTo>
                  <a:lnTo>
                    <a:pt x="4640028" y="0"/>
                  </a:lnTo>
                  <a:lnTo>
                    <a:pt x="4750329" y="0"/>
                  </a:lnTo>
                  <a:lnTo>
                    <a:pt x="4864092" y="0"/>
                  </a:lnTo>
                  <a:lnTo>
                    <a:pt x="4978597" y="0"/>
                  </a:lnTo>
                  <a:lnTo>
                    <a:pt x="5090379" y="0"/>
                  </a:lnTo>
                  <a:lnTo>
                    <a:pt x="5195468" y="0"/>
                  </a:lnTo>
                  <a:lnTo>
                    <a:pt x="5289822" y="0"/>
                  </a:lnTo>
                  <a:lnTo>
                    <a:pt x="5369889" y="0"/>
                  </a:lnTo>
                  <a:lnTo>
                    <a:pt x="5433199" y="0"/>
                  </a:lnTo>
                  <a:lnTo>
                    <a:pt x="5478836" y="0"/>
                  </a:lnTo>
                  <a:lnTo>
                    <a:pt x="5507675" y="0"/>
                  </a:lnTo>
                  <a:lnTo>
                    <a:pt x="5522360" y="0"/>
                  </a:lnTo>
                  <a:lnTo>
                    <a:pt x="5527102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3" y="19"/>
                  </a:lnTo>
                  <a:lnTo>
                    <a:pt x="6530957" y="161"/>
                  </a:lnTo>
                  <a:lnTo>
                    <a:pt x="6549823" y="552"/>
                  </a:lnTo>
                  <a:lnTo>
                    <a:pt x="6583810" y="1322"/>
                  </a:lnTo>
                  <a:lnTo>
                    <a:pt x="6634987" y="2595"/>
                  </a:lnTo>
                  <a:lnTo>
                    <a:pt x="6703642" y="4477"/>
                  </a:lnTo>
                  <a:lnTo>
                    <a:pt x="6788336" y="7045"/>
                  </a:lnTo>
                  <a:lnTo>
                    <a:pt x="6886221" y="10346"/>
                  </a:lnTo>
                  <a:lnTo>
                    <a:pt x="6993553" y="14400"/>
                  </a:lnTo>
                  <a:lnTo>
                    <a:pt x="7106288" y="19201"/>
                  </a:lnTo>
                  <a:lnTo>
                    <a:pt x="7220605" y="24735"/>
                  </a:lnTo>
                  <a:lnTo>
                    <a:pt x="7333275" y="30988"/>
                  </a:lnTo>
                  <a:lnTo>
                    <a:pt x="7441845" y="37957"/>
                  </a:lnTo>
                  <a:lnTo>
                    <a:pt x="7544664" y="45655"/>
                  </a:lnTo>
                  <a:lnTo>
                    <a:pt x="7640801" y="54116"/>
                  </a:lnTo>
                  <a:lnTo>
                    <a:pt x="7729914" y="63398"/>
                  </a:lnTo>
                  <a:lnTo>
                    <a:pt x="7812099" y="73583"/>
                  </a:lnTo>
                  <a:lnTo>
                    <a:pt x="7887761" y="84774"/>
                  </a:lnTo>
                  <a:lnTo>
                    <a:pt x="7957504" y="97093"/>
                  </a:lnTo>
                  <a:lnTo>
                    <a:pt x="8022045" y="110678"/>
                  </a:lnTo>
                  <a:lnTo>
                    <a:pt x="8082151" y="125669"/>
                  </a:lnTo>
                  <a:lnTo>
                    <a:pt x="8138594" y="142203"/>
                  </a:lnTo>
                  <a:lnTo>
                    <a:pt x="8192107" y="160382"/>
                  </a:lnTo>
                  <a:lnTo>
                    <a:pt x="8229629" y="174687"/>
                  </a:lnTo>
                  <a:lnTo>
                    <a:pt x="8286486" y="198880"/>
                  </a:lnTo>
                  <a:lnTo>
                    <a:pt x="8341658" y="225315"/>
                  </a:lnTo>
                  <a:lnTo>
                    <a:pt x="8395725" y="254032"/>
                  </a:lnTo>
                  <a:lnTo>
                    <a:pt x="8449124" y="285007"/>
                  </a:lnTo>
                  <a:lnTo>
                    <a:pt x="8502176" y="318149"/>
                  </a:lnTo>
                  <a:lnTo>
                    <a:pt x="8555103" y="353292"/>
                  </a:lnTo>
                  <a:lnTo>
                    <a:pt x="8608047" y="390193"/>
                  </a:lnTo>
                  <a:lnTo>
                    <a:pt x="8661075" y="428539"/>
                  </a:lnTo>
                  <a:lnTo>
                    <a:pt x="8714203" y="467952"/>
                  </a:lnTo>
                  <a:lnTo>
                    <a:pt x="8767405" y="508006"/>
                  </a:lnTo>
                  <a:lnTo>
                    <a:pt x="8820630" y="548246"/>
                  </a:lnTo>
                  <a:lnTo>
                    <a:pt x="8873820" y="588207"/>
                  </a:lnTo>
                  <a:lnTo>
                    <a:pt x="8926929" y="627437"/>
                  </a:lnTo>
                  <a:lnTo>
                    <a:pt x="8979938" y="665519"/>
                  </a:lnTo>
                  <a:lnTo>
                    <a:pt x="9032870" y="702088"/>
                  </a:lnTo>
                  <a:lnTo>
                    <a:pt x="9085809" y="736844"/>
                  </a:lnTo>
                  <a:lnTo>
                    <a:pt x="9138910" y="769559"/>
                  </a:lnTo>
                  <a:lnTo>
                    <a:pt x="9192415" y="800083"/>
                  </a:lnTo>
                  <a:lnTo>
                    <a:pt x="9246666" y="828338"/>
                  </a:lnTo>
                  <a:lnTo>
                    <a:pt x="9302127" y="854315"/>
                  </a:lnTo>
                  <a:lnTo>
                    <a:pt x="9347647" y="873439"/>
                  </a:lnTo>
                  <a:lnTo>
                    <a:pt x="9399445" y="892845"/>
                  </a:lnTo>
                  <a:lnTo>
                    <a:pt x="9453685" y="910570"/>
                  </a:lnTo>
                  <a:lnTo>
                    <a:pt x="9511048" y="926673"/>
                  </a:lnTo>
                  <a:lnTo>
                    <a:pt x="9572281" y="941269"/>
                  </a:lnTo>
                  <a:lnTo>
                    <a:pt x="9638159" y="954496"/>
                  </a:lnTo>
                  <a:lnTo>
                    <a:pt x="9709441" y="966496"/>
                  </a:lnTo>
                  <a:lnTo>
                    <a:pt x="9786821" y="977402"/>
                  </a:lnTo>
                  <a:lnTo>
                    <a:pt x="9870857" y="987333"/>
                  </a:lnTo>
                  <a:lnTo>
                    <a:pt x="9961883" y="996385"/>
                  </a:lnTo>
                  <a:lnTo>
                    <a:pt x="10059890" y="1004634"/>
                  </a:lnTo>
                  <a:lnTo>
                    <a:pt x="10164390" y="1012131"/>
                  </a:lnTo>
                  <a:lnTo>
                    <a:pt x="10274269" y="1018906"/>
                  </a:lnTo>
                  <a:lnTo>
                    <a:pt x="10387662" y="1024965"/>
                  </a:lnTo>
                  <a:lnTo>
                    <a:pt x="10501899" y="1030302"/>
                  </a:lnTo>
                  <a:lnTo>
                    <a:pt x="10613563" y="1034901"/>
                  </a:lnTo>
                  <a:lnTo>
                    <a:pt x="10718728" y="1038750"/>
                  </a:lnTo>
                  <a:lnTo>
                    <a:pt x="10813376" y="1041849"/>
                  </a:lnTo>
                  <a:lnTo>
                    <a:pt x="10893947" y="1044225"/>
                  </a:lnTo>
                  <a:lnTo>
                    <a:pt x="10957931" y="1045932"/>
                  </a:lnTo>
                  <a:lnTo>
                    <a:pt x="11004337" y="1047058"/>
                  </a:lnTo>
                  <a:lnTo>
                    <a:pt x="11033943" y="1047712"/>
                  </a:lnTo>
                  <a:lnTo>
                    <a:pt x="11049280" y="1048023"/>
                  </a:lnTo>
                  <a:lnTo>
                    <a:pt x="11054449" y="1048119"/>
                  </a:lnTo>
                  <a:lnTo>
                    <a:pt x="11054891" y="1048126"/>
                  </a:lnTo>
                  <a:lnTo>
                    <a:pt x="12049831" y="1048126"/>
                  </a:lnTo>
                  <a:lnTo>
                    <a:pt x="12049831" y="10481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1" name="pl760"/>
            <p:cNvSpPr/>
            <p:nvPr/>
          </p:nvSpPr>
          <p:spPr>
            <a:xfrm>
              <a:off x="1199187" y="1262828"/>
              <a:ext cx="12049831" cy="1048126"/>
            </a:xfrm>
            <a:custGeom>
              <a:avLst/>
              <a:pathLst>
                <a:path w="12049831" h="1048126">
                  <a:moveTo>
                    <a:pt x="12049831" y="1048126"/>
                  </a:moveTo>
                  <a:lnTo>
                    <a:pt x="11054891" y="1048126"/>
                  </a:lnTo>
                  <a:lnTo>
                    <a:pt x="11053763" y="1048106"/>
                  </a:lnTo>
                  <a:lnTo>
                    <a:pt x="11046320" y="1047965"/>
                  </a:lnTo>
                  <a:lnTo>
                    <a:pt x="11027454" y="1047574"/>
                  </a:lnTo>
                  <a:lnTo>
                    <a:pt x="10993467" y="1046804"/>
                  </a:lnTo>
                  <a:lnTo>
                    <a:pt x="10942290" y="1045531"/>
                  </a:lnTo>
                  <a:lnTo>
                    <a:pt x="10873635" y="1043649"/>
                  </a:lnTo>
                  <a:lnTo>
                    <a:pt x="10788940" y="1041081"/>
                  </a:lnTo>
                  <a:lnTo>
                    <a:pt x="10691056" y="1037779"/>
                  </a:lnTo>
                  <a:lnTo>
                    <a:pt x="10583723" y="1033726"/>
                  </a:lnTo>
                  <a:lnTo>
                    <a:pt x="10470988" y="1028925"/>
                  </a:lnTo>
                  <a:lnTo>
                    <a:pt x="10356671" y="1023391"/>
                  </a:lnTo>
                  <a:lnTo>
                    <a:pt x="10244002" y="1017137"/>
                  </a:lnTo>
                  <a:lnTo>
                    <a:pt x="10135432" y="1010169"/>
                  </a:lnTo>
                  <a:lnTo>
                    <a:pt x="10032613" y="1002471"/>
                  </a:lnTo>
                  <a:lnTo>
                    <a:pt x="9936475" y="994010"/>
                  </a:lnTo>
                  <a:lnTo>
                    <a:pt x="9847363" y="984728"/>
                  </a:lnTo>
                  <a:lnTo>
                    <a:pt x="9765178" y="974543"/>
                  </a:lnTo>
                  <a:lnTo>
                    <a:pt x="9689515" y="963352"/>
                  </a:lnTo>
                  <a:lnTo>
                    <a:pt x="9619772" y="951033"/>
                  </a:lnTo>
                  <a:lnTo>
                    <a:pt x="9555232" y="937448"/>
                  </a:lnTo>
                  <a:lnTo>
                    <a:pt x="9495126" y="922456"/>
                  </a:lnTo>
                  <a:lnTo>
                    <a:pt x="9438683" y="905923"/>
                  </a:lnTo>
                  <a:lnTo>
                    <a:pt x="9385169" y="887744"/>
                  </a:lnTo>
                  <a:lnTo>
                    <a:pt x="9347647" y="873439"/>
                  </a:lnTo>
                  <a:lnTo>
                    <a:pt x="9290791" y="849246"/>
                  </a:lnTo>
                  <a:lnTo>
                    <a:pt x="9235619" y="822811"/>
                  </a:lnTo>
                  <a:lnTo>
                    <a:pt x="9181552" y="794094"/>
                  </a:lnTo>
                  <a:lnTo>
                    <a:pt x="9128153" y="763119"/>
                  </a:lnTo>
                  <a:lnTo>
                    <a:pt x="9075101" y="729976"/>
                  </a:lnTo>
                  <a:lnTo>
                    <a:pt x="9022173" y="694834"/>
                  </a:lnTo>
                  <a:lnTo>
                    <a:pt x="8969230" y="657932"/>
                  </a:lnTo>
                  <a:lnTo>
                    <a:pt x="8916201" y="619587"/>
                  </a:lnTo>
                  <a:lnTo>
                    <a:pt x="8863073" y="580174"/>
                  </a:lnTo>
                  <a:lnTo>
                    <a:pt x="8809871" y="540120"/>
                  </a:lnTo>
                  <a:lnTo>
                    <a:pt x="8756647" y="499879"/>
                  </a:lnTo>
                  <a:lnTo>
                    <a:pt x="8703457" y="459919"/>
                  </a:lnTo>
                  <a:lnTo>
                    <a:pt x="8650348" y="420689"/>
                  </a:lnTo>
                  <a:lnTo>
                    <a:pt x="8597339" y="382606"/>
                  </a:lnTo>
                  <a:lnTo>
                    <a:pt x="8544407" y="346038"/>
                  </a:lnTo>
                  <a:lnTo>
                    <a:pt x="8491467" y="311282"/>
                  </a:lnTo>
                  <a:lnTo>
                    <a:pt x="8438366" y="278567"/>
                  </a:lnTo>
                  <a:lnTo>
                    <a:pt x="8384861" y="248043"/>
                  </a:lnTo>
                  <a:lnTo>
                    <a:pt x="8330611" y="219788"/>
                  </a:lnTo>
                  <a:lnTo>
                    <a:pt x="8275150" y="193811"/>
                  </a:lnTo>
                  <a:lnTo>
                    <a:pt x="8229629" y="174687"/>
                  </a:lnTo>
                  <a:lnTo>
                    <a:pt x="8177831" y="155281"/>
                  </a:lnTo>
                  <a:lnTo>
                    <a:pt x="8123592" y="137556"/>
                  </a:lnTo>
                  <a:lnTo>
                    <a:pt x="8066229" y="121453"/>
                  </a:lnTo>
                  <a:lnTo>
                    <a:pt x="8004996" y="106857"/>
                  </a:lnTo>
                  <a:lnTo>
                    <a:pt x="7939118" y="93630"/>
                  </a:lnTo>
                  <a:lnTo>
                    <a:pt x="7867835" y="81630"/>
                  </a:lnTo>
                  <a:lnTo>
                    <a:pt x="7790456" y="70724"/>
                  </a:lnTo>
                  <a:lnTo>
                    <a:pt x="7706419" y="60793"/>
                  </a:lnTo>
                  <a:lnTo>
                    <a:pt x="7615394" y="51741"/>
                  </a:lnTo>
                  <a:lnTo>
                    <a:pt x="7517386" y="43492"/>
                  </a:lnTo>
                  <a:lnTo>
                    <a:pt x="7412886" y="35994"/>
                  </a:lnTo>
                  <a:lnTo>
                    <a:pt x="7303008" y="29220"/>
                  </a:lnTo>
                  <a:lnTo>
                    <a:pt x="7189614" y="23161"/>
                  </a:lnTo>
                  <a:lnTo>
                    <a:pt x="7075378" y="17824"/>
                  </a:lnTo>
                  <a:lnTo>
                    <a:pt x="6963714" y="13225"/>
                  </a:lnTo>
                  <a:lnTo>
                    <a:pt x="6858548" y="9376"/>
                  </a:lnTo>
                  <a:lnTo>
                    <a:pt x="6763901" y="6276"/>
                  </a:lnTo>
                  <a:lnTo>
                    <a:pt x="6683330" y="3901"/>
                  </a:lnTo>
                  <a:lnTo>
                    <a:pt x="6619346" y="2193"/>
                  </a:lnTo>
                  <a:lnTo>
                    <a:pt x="6572939" y="1068"/>
                  </a:lnTo>
                  <a:lnTo>
                    <a:pt x="6543334" y="414"/>
                  </a:lnTo>
                  <a:lnTo>
                    <a:pt x="6527997" y="103"/>
                  </a:lnTo>
                  <a:lnTo>
                    <a:pt x="6522828" y="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0"/>
                  </a:lnTo>
                  <a:lnTo>
                    <a:pt x="5518809" y="0"/>
                  </a:lnTo>
                  <a:lnTo>
                    <a:pt x="5499805" y="0"/>
                  </a:lnTo>
                  <a:lnTo>
                    <a:pt x="5465578" y="0"/>
                  </a:lnTo>
                  <a:lnTo>
                    <a:pt x="5414060" y="0"/>
                  </a:lnTo>
                  <a:lnTo>
                    <a:pt x="5344982" y="0"/>
                  </a:lnTo>
                  <a:lnTo>
                    <a:pt x="5259816" y="0"/>
                  </a:lnTo>
                  <a:lnTo>
                    <a:pt x="5161454" y="0"/>
                  </a:lnTo>
                  <a:lnTo>
                    <a:pt x="5053678" y="0"/>
                  </a:lnTo>
                  <a:lnTo>
                    <a:pt x="4940566" y="0"/>
                  </a:lnTo>
                  <a:lnTo>
                    <a:pt x="4825958" y="0"/>
                  </a:lnTo>
                  <a:lnTo>
                    <a:pt x="4713086" y="0"/>
                  </a:lnTo>
                  <a:lnTo>
                    <a:pt x="4604400" y="0"/>
                  </a:lnTo>
                  <a:lnTo>
                    <a:pt x="4501537" y="0"/>
                  </a:lnTo>
                  <a:lnTo>
                    <a:pt x="4405412" y="0"/>
                  </a:lnTo>
                  <a:lnTo>
                    <a:pt x="4316352" y="0"/>
                  </a:lnTo>
                  <a:lnTo>
                    <a:pt x="4234244" y="0"/>
                  </a:lnTo>
                  <a:lnTo>
                    <a:pt x="4158669" y="0"/>
                  </a:lnTo>
                  <a:lnTo>
                    <a:pt x="4089013" y="0"/>
                  </a:lnTo>
                  <a:lnTo>
                    <a:pt x="4024549" y="0"/>
                  </a:lnTo>
                  <a:lnTo>
                    <a:pt x="3964502" y="0"/>
                  </a:lnTo>
                  <a:lnTo>
                    <a:pt x="3908095" y="0"/>
                  </a:lnTo>
                  <a:lnTo>
                    <a:pt x="3854593" y="0"/>
                  </a:lnTo>
                  <a:lnTo>
                    <a:pt x="3820202" y="0"/>
                  </a:lnTo>
                  <a:lnTo>
                    <a:pt x="3758547" y="0"/>
                  </a:lnTo>
                  <a:lnTo>
                    <a:pt x="3698816" y="0"/>
                  </a:lnTo>
                  <a:lnTo>
                    <a:pt x="3640291" y="0"/>
                  </a:lnTo>
                  <a:lnTo>
                    <a:pt x="3582446" y="0"/>
                  </a:lnTo>
                  <a:lnTo>
                    <a:pt x="3524910" y="0"/>
                  </a:lnTo>
                  <a:lnTo>
                    <a:pt x="3467439" y="0"/>
                  </a:lnTo>
                  <a:lnTo>
                    <a:pt x="3409899" y="0"/>
                  </a:lnTo>
                  <a:lnTo>
                    <a:pt x="3352243" y="0"/>
                  </a:lnTo>
                  <a:lnTo>
                    <a:pt x="3294487" y="0"/>
                  </a:lnTo>
                  <a:lnTo>
                    <a:pt x="3236689" y="0"/>
                  </a:lnTo>
                  <a:lnTo>
                    <a:pt x="3178923" y="0"/>
                  </a:lnTo>
                  <a:lnTo>
                    <a:pt x="3121249" y="0"/>
                  </a:lnTo>
                  <a:lnTo>
                    <a:pt x="3063693" y="0"/>
                  </a:lnTo>
                  <a:lnTo>
                    <a:pt x="3006218" y="0"/>
                  </a:lnTo>
                  <a:lnTo>
                    <a:pt x="2948704" y="0"/>
                  </a:lnTo>
                  <a:lnTo>
                    <a:pt x="2890926" y="0"/>
                  </a:lnTo>
                  <a:lnTo>
                    <a:pt x="2832534" y="0"/>
                  </a:lnTo>
                  <a:lnTo>
                    <a:pt x="2773028" y="0"/>
                  </a:lnTo>
                  <a:lnTo>
                    <a:pt x="2711721" y="0"/>
                  </a:lnTo>
                  <a:lnTo>
                    <a:pt x="2702183" y="0"/>
                  </a:lnTo>
                  <a:lnTo>
                    <a:pt x="2650248" y="0"/>
                  </a:lnTo>
                  <a:lnTo>
                    <a:pt x="2595855" y="0"/>
                  </a:lnTo>
                  <a:lnTo>
                    <a:pt x="2538320" y="0"/>
                  </a:lnTo>
                  <a:lnTo>
                    <a:pt x="2476888" y="0"/>
                  </a:lnTo>
                  <a:lnTo>
                    <a:pt x="2410779" y="0"/>
                  </a:lnTo>
                  <a:lnTo>
                    <a:pt x="2339228" y="0"/>
                  </a:lnTo>
                  <a:lnTo>
                    <a:pt x="2261537" y="0"/>
                  </a:lnTo>
                  <a:lnTo>
                    <a:pt x="2177147" y="0"/>
                  </a:lnTo>
                  <a:lnTo>
                    <a:pt x="2085727" y="0"/>
                  </a:lnTo>
                  <a:lnTo>
                    <a:pt x="1987295" y="0"/>
                  </a:lnTo>
                  <a:lnTo>
                    <a:pt x="1882357" y="0"/>
                  </a:lnTo>
                  <a:lnTo>
                    <a:pt x="1772056" y="0"/>
                  </a:lnTo>
                  <a:lnTo>
                    <a:pt x="1658293" y="0"/>
                  </a:lnTo>
                  <a:lnTo>
                    <a:pt x="1543788" y="0"/>
                  </a:lnTo>
                  <a:lnTo>
                    <a:pt x="1432006" y="0"/>
                  </a:lnTo>
                  <a:lnTo>
                    <a:pt x="1326917" y="0"/>
                  </a:lnTo>
                  <a:lnTo>
                    <a:pt x="1232563" y="0"/>
                  </a:lnTo>
                  <a:lnTo>
                    <a:pt x="1152496" y="0"/>
                  </a:lnTo>
                  <a:lnTo>
                    <a:pt x="1089186" y="0"/>
                  </a:lnTo>
                  <a:lnTo>
                    <a:pt x="1043549" y="0"/>
                  </a:lnTo>
                  <a:lnTo>
                    <a:pt x="1014710" y="0"/>
                  </a:lnTo>
                  <a:lnTo>
                    <a:pt x="1000025" y="0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2" name="pg761"/>
            <p:cNvSpPr/>
            <p:nvPr/>
          </p:nvSpPr>
          <p:spPr>
            <a:xfrm>
              <a:off x="1199187" y="1278550"/>
              <a:ext cx="12049831" cy="1535505"/>
            </a:xfrm>
            <a:custGeom>
              <a:avLst/>
              <a:pathLst>
                <a:path w="12049831" h="1535505">
                  <a:moveTo>
                    <a:pt x="0" y="5240"/>
                  </a:moveTo>
                  <a:lnTo>
                    <a:pt x="994940" y="5240"/>
                  </a:lnTo>
                  <a:lnTo>
                    <a:pt x="996076" y="5240"/>
                  </a:lnTo>
                  <a:lnTo>
                    <a:pt x="1003576" y="5240"/>
                  </a:lnTo>
                  <a:lnTo>
                    <a:pt x="1022580" y="5240"/>
                  </a:lnTo>
                  <a:lnTo>
                    <a:pt x="1056807" y="5240"/>
                  </a:lnTo>
                  <a:lnTo>
                    <a:pt x="1108325" y="5240"/>
                  </a:lnTo>
                  <a:lnTo>
                    <a:pt x="1177403" y="5240"/>
                  </a:lnTo>
                  <a:lnTo>
                    <a:pt x="1262569" y="5240"/>
                  </a:lnTo>
                  <a:lnTo>
                    <a:pt x="1360931" y="5240"/>
                  </a:lnTo>
                  <a:lnTo>
                    <a:pt x="1468707" y="5240"/>
                  </a:lnTo>
                  <a:lnTo>
                    <a:pt x="1581819" y="5240"/>
                  </a:lnTo>
                  <a:lnTo>
                    <a:pt x="1696427" y="5240"/>
                  </a:lnTo>
                  <a:lnTo>
                    <a:pt x="1809299" y="5240"/>
                  </a:lnTo>
                  <a:lnTo>
                    <a:pt x="1917985" y="5240"/>
                  </a:lnTo>
                  <a:lnTo>
                    <a:pt x="2020848" y="5240"/>
                  </a:lnTo>
                  <a:lnTo>
                    <a:pt x="2116973" y="5240"/>
                  </a:lnTo>
                  <a:lnTo>
                    <a:pt x="2206033" y="5240"/>
                  </a:lnTo>
                  <a:lnTo>
                    <a:pt x="2288141" y="5240"/>
                  </a:lnTo>
                  <a:lnTo>
                    <a:pt x="2363716" y="5240"/>
                  </a:lnTo>
                  <a:lnTo>
                    <a:pt x="2433372" y="5240"/>
                  </a:lnTo>
                  <a:lnTo>
                    <a:pt x="2497836" y="5240"/>
                  </a:lnTo>
                  <a:lnTo>
                    <a:pt x="2557883" y="5240"/>
                  </a:lnTo>
                  <a:lnTo>
                    <a:pt x="2614290" y="5240"/>
                  </a:lnTo>
                  <a:lnTo>
                    <a:pt x="2667792" y="5240"/>
                  </a:lnTo>
                  <a:lnTo>
                    <a:pt x="2702183" y="5240"/>
                  </a:lnTo>
                  <a:lnTo>
                    <a:pt x="2763838" y="5240"/>
                  </a:lnTo>
                  <a:lnTo>
                    <a:pt x="2823569" y="5240"/>
                  </a:lnTo>
                  <a:lnTo>
                    <a:pt x="2882094" y="5240"/>
                  </a:lnTo>
                  <a:lnTo>
                    <a:pt x="2939939" y="5240"/>
                  </a:lnTo>
                  <a:lnTo>
                    <a:pt x="2997475" y="5240"/>
                  </a:lnTo>
                  <a:lnTo>
                    <a:pt x="3054946" y="5240"/>
                  </a:lnTo>
                  <a:lnTo>
                    <a:pt x="3112486" y="5240"/>
                  </a:lnTo>
                  <a:lnTo>
                    <a:pt x="3170142" y="5240"/>
                  </a:lnTo>
                  <a:lnTo>
                    <a:pt x="3227898" y="5240"/>
                  </a:lnTo>
                  <a:lnTo>
                    <a:pt x="3285696" y="5240"/>
                  </a:lnTo>
                  <a:lnTo>
                    <a:pt x="3343462" y="5240"/>
                  </a:lnTo>
                  <a:lnTo>
                    <a:pt x="3401136" y="5240"/>
                  </a:lnTo>
                  <a:lnTo>
                    <a:pt x="3458692" y="5240"/>
                  </a:lnTo>
                  <a:lnTo>
                    <a:pt x="3516167" y="5240"/>
                  </a:lnTo>
                  <a:lnTo>
                    <a:pt x="3573681" y="5240"/>
                  </a:lnTo>
                  <a:lnTo>
                    <a:pt x="3631459" y="5240"/>
                  </a:lnTo>
                  <a:lnTo>
                    <a:pt x="3689851" y="5240"/>
                  </a:lnTo>
                  <a:lnTo>
                    <a:pt x="3749357" y="5240"/>
                  </a:lnTo>
                  <a:lnTo>
                    <a:pt x="3810664" y="5240"/>
                  </a:lnTo>
                  <a:lnTo>
                    <a:pt x="3820202" y="5240"/>
                  </a:lnTo>
                  <a:lnTo>
                    <a:pt x="3872137" y="5240"/>
                  </a:lnTo>
                  <a:lnTo>
                    <a:pt x="3926530" y="5240"/>
                  </a:lnTo>
                  <a:lnTo>
                    <a:pt x="3984065" y="5240"/>
                  </a:lnTo>
                  <a:lnTo>
                    <a:pt x="4045497" y="5240"/>
                  </a:lnTo>
                  <a:lnTo>
                    <a:pt x="4111606" y="5240"/>
                  </a:lnTo>
                  <a:lnTo>
                    <a:pt x="4183157" y="5240"/>
                  </a:lnTo>
                  <a:lnTo>
                    <a:pt x="4260848" y="5240"/>
                  </a:lnTo>
                  <a:lnTo>
                    <a:pt x="4345238" y="5240"/>
                  </a:lnTo>
                  <a:lnTo>
                    <a:pt x="4436658" y="5240"/>
                  </a:lnTo>
                  <a:lnTo>
                    <a:pt x="4535090" y="5240"/>
                  </a:lnTo>
                  <a:lnTo>
                    <a:pt x="4640028" y="5240"/>
                  </a:lnTo>
                  <a:lnTo>
                    <a:pt x="4750329" y="5240"/>
                  </a:lnTo>
                  <a:lnTo>
                    <a:pt x="4864092" y="5240"/>
                  </a:lnTo>
                  <a:lnTo>
                    <a:pt x="4978597" y="5240"/>
                  </a:lnTo>
                  <a:lnTo>
                    <a:pt x="5090379" y="5240"/>
                  </a:lnTo>
                  <a:lnTo>
                    <a:pt x="5195468" y="5240"/>
                  </a:lnTo>
                  <a:lnTo>
                    <a:pt x="5289822" y="5240"/>
                  </a:lnTo>
                  <a:lnTo>
                    <a:pt x="5369889" y="5240"/>
                  </a:lnTo>
                  <a:lnTo>
                    <a:pt x="5433199" y="5240"/>
                  </a:lnTo>
                  <a:lnTo>
                    <a:pt x="5478836" y="5240"/>
                  </a:lnTo>
                  <a:lnTo>
                    <a:pt x="5507675" y="5240"/>
                  </a:lnTo>
                  <a:lnTo>
                    <a:pt x="5522360" y="5240"/>
                  </a:lnTo>
                  <a:lnTo>
                    <a:pt x="5527102" y="524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4" y="5269"/>
                  </a:lnTo>
                  <a:lnTo>
                    <a:pt x="6530885" y="5474"/>
                  </a:lnTo>
                  <a:lnTo>
                    <a:pt x="6549597" y="6039"/>
                  </a:lnTo>
                  <a:lnTo>
                    <a:pt x="6583318" y="7154"/>
                  </a:lnTo>
                  <a:lnTo>
                    <a:pt x="6634115" y="8997"/>
                  </a:lnTo>
                  <a:lnTo>
                    <a:pt x="6702299" y="11720"/>
                  </a:lnTo>
                  <a:lnTo>
                    <a:pt x="6786468" y="15439"/>
                  </a:lnTo>
                  <a:lnTo>
                    <a:pt x="6883819" y="20222"/>
                  </a:lnTo>
                  <a:lnTo>
                    <a:pt x="6990656" y="26095"/>
                  </a:lnTo>
                  <a:lnTo>
                    <a:pt x="7102968" y="33055"/>
                  </a:lnTo>
                  <a:lnTo>
                    <a:pt x="7216956" y="41079"/>
                  </a:lnTo>
                  <a:lnTo>
                    <a:pt x="7329398" y="50148"/>
                  </a:lnTo>
                  <a:lnTo>
                    <a:pt x="7437834" y="60254"/>
                  </a:lnTo>
                  <a:lnTo>
                    <a:pt x="7540601" y="71418"/>
                  </a:lnTo>
                  <a:lnTo>
                    <a:pt x="7636751" y="83686"/>
                  </a:lnTo>
                  <a:lnTo>
                    <a:pt x="7725921" y="97143"/>
                  </a:lnTo>
                  <a:lnTo>
                    <a:pt x="7808191" y="111903"/>
                  </a:lnTo>
                  <a:lnTo>
                    <a:pt x="7883951" y="128116"/>
                  </a:lnTo>
                  <a:lnTo>
                    <a:pt x="7953791" y="145956"/>
                  </a:lnTo>
                  <a:lnTo>
                    <a:pt x="8018418" y="165622"/>
                  </a:lnTo>
                  <a:lnTo>
                    <a:pt x="8078591" y="187318"/>
                  </a:lnTo>
                  <a:lnTo>
                    <a:pt x="8135076" y="211241"/>
                  </a:lnTo>
                  <a:lnTo>
                    <a:pt x="8188604" y="237545"/>
                  </a:lnTo>
                  <a:lnTo>
                    <a:pt x="8229629" y="260284"/>
                  </a:lnTo>
                  <a:lnTo>
                    <a:pt x="8282754" y="293150"/>
                  </a:lnTo>
                  <a:lnTo>
                    <a:pt x="8334375" y="328862"/>
                  </a:lnTo>
                  <a:lnTo>
                    <a:pt x="8384975" y="367474"/>
                  </a:lnTo>
                  <a:lnTo>
                    <a:pt x="8434927" y="408973"/>
                  </a:lnTo>
                  <a:lnTo>
                    <a:pt x="8484512" y="453269"/>
                  </a:lnTo>
                  <a:lnTo>
                    <a:pt x="8533934" y="500191"/>
                  </a:lnTo>
                  <a:lnTo>
                    <a:pt x="8583329" y="549485"/>
                  </a:lnTo>
                  <a:lnTo>
                    <a:pt x="8632777" y="600815"/>
                  </a:lnTo>
                  <a:lnTo>
                    <a:pt x="8682311" y="653767"/>
                  </a:lnTo>
                  <a:lnTo>
                    <a:pt x="8731927" y="707867"/>
                  </a:lnTo>
                  <a:lnTo>
                    <a:pt x="8781593" y="762593"/>
                  </a:lnTo>
                  <a:lnTo>
                    <a:pt x="8831267" y="817397"/>
                  </a:lnTo>
                  <a:lnTo>
                    <a:pt x="8880901" y="871729"/>
                  </a:lnTo>
                  <a:lnTo>
                    <a:pt x="8930460" y="925058"/>
                  </a:lnTo>
                  <a:lnTo>
                    <a:pt x="8979931" y="976892"/>
                  </a:lnTo>
                  <a:lnTo>
                    <a:pt x="9029335" y="1026801"/>
                  </a:lnTo>
                  <a:lnTo>
                    <a:pt x="9078738" y="1074426"/>
                  </a:lnTo>
                  <a:lnTo>
                    <a:pt x="9128259" y="1119487"/>
                  </a:lnTo>
                  <a:lnTo>
                    <a:pt x="9178082" y="1161792"/>
                  </a:lnTo>
                  <a:lnTo>
                    <a:pt x="9228464" y="1201228"/>
                  </a:lnTo>
                  <a:lnTo>
                    <a:pt x="9279752" y="1237760"/>
                  </a:lnTo>
                  <a:lnTo>
                    <a:pt x="9332394" y="1271424"/>
                  </a:lnTo>
                  <a:lnTo>
                    <a:pt x="9347647" y="1280461"/>
                  </a:lnTo>
                  <a:lnTo>
                    <a:pt x="9399291" y="1308716"/>
                  </a:lnTo>
                  <a:lnTo>
                    <a:pt x="9453361" y="1334529"/>
                  </a:lnTo>
                  <a:lnTo>
                    <a:pt x="9510531" y="1357988"/>
                  </a:lnTo>
                  <a:lnTo>
                    <a:pt x="9571543" y="1379257"/>
                  </a:lnTo>
                  <a:lnTo>
                    <a:pt x="9637163" y="1398537"/>
                  </a:lnTo>
                  <a:lnTo>
                    <a:pt x="9708146" y="1416033"/>
                  </a:lnTo>
                  <a:lnTo>
                    <a:pt x="9785180" y="1431939"/>
                  </a:lnTo>
                  <a:lnTo>
                    <a:pt x="9868822" y="1446424"/>
                  </a:lnTo>
                  <a:lnTo>
                    <a:pt x="9959409" y="1459633"/>
                  </a:lnTo>
                  <a:lnTo>
                    <a:pt x="10056943" y="1471672"/>
                  </a:lnTo>
                  <a:lnTo>
                    <a:pt x="10160954" y="1482619"/>
                  </a:lnTo>
                  <a:lnTo>
                    <a:pt x="10270360" y="1492515"/>
                  </a:lnTo>
                  <a:lnTo>
                    <a:pt x="10383338" y="1501374"/>
                  </a:lnTo>
                  <a:lnTo>
                    <a:pt x="10497270" y="1509185"/>
                  </a:lnTo>
                  <a:lnTo>
                    <a:pt x="10608795" y="1515926"/>
                  </a:lnTo>
                  <a:lnTo>
                    <a:pt x="10714035" y="1521578"/>
                  </a:lnTo>
                  <a:lnTo>
                    <a:pt x="10808999" y="1526142"/>
                  </a:lnTo>
                  <a:lnTo>
                    <a:pt x="10890122" y="1529653"/>
                  </a:lnTo>
                  <a:lnTo>
                    <a:pt x="10954851" y="1532188"/>
                  </a:lnTo>
                  <a:lnTo>
                    <a:pt x="11002113" y="1533870"/>
                  </a:lnTo>
                  <a:lnTo>
                    <a:pt x="11032577" y="1534859"/>
                  </a:lnTo>
                  <a:lnTo>
                    <a:pt x="11048654" y="1535336"/>
                  </a:lnTo>
                  <a:lnTo>
                    <a:pt x="11054317" y="1535491"/>
                  </a:lnTo>
                  <a:lnTo>
                    <a:pt x="11054891" y="1535505"/>
                  </a:lnTo>
                  <a:lnTo>
                    <a:pt x="12049831" y="1535505"/>
                  </a:lnTo>
                  <a:lnTo>
                    <a:pt x="12049831" y="1530265"/>
                  </a:lnTo>
                  <a:lnTo>
                    <a:pt x="11054891" y="1530265"/>
                  </a:lnTo>
                  <a:lnTo>
                    <a:pt x="11053773" y="1530236"/>
                  </a:lnTo>
                  <a:lnTo>
                    <a:pt x="11046392" y="1530031"/>
                  </a:lnTo>
                  <a:lnTo>
                    <a:pt x="11027680" y="1529466"/>
                  </a:lnTo>
                  <a:lnTo>
                    <a:pt x="10993959" y="1528351"/>
                  </a:lnTo>
                  <a:lnTo>
                    <a:pt x="10943161" y="1526508"/>
                  </a:lnTo>
                  <a:lnTo>
                    <a:pt x="10874978" y="1523784"/>
                  </a:lnTo>
                  <a:lnTo>
                    <a:pt x="10790809" y="1520066"/>
                  </a:lnTo>
                  <a:lnTo>
                    <a:pt x="10693457" y="1515283"/>
                  </a:lnTo>
                  <a:lnTo>
                    <a:pt x="10586621" y="1509409"/>
                  </a:lnTo>
                  <a:lnTo>
                    <a:pt x="10474308" y="1502450"/>
                  </a:lnTo>
                  <a:lnTo>
                    <a:pt x="10360320" y="1494426"/>
                  </a:lnTo>
                  <a:lnTo>
                    <a:pt x="10247879" y="1485357"/>
                  </a:lnTo>
                  <a:lnTo>
                    <a:pt x="10139442" y="1475250"/>
                  </a:lnTo>
                  <a:lnTo>
                    <a:pt x="10036675" y="1464087"/>
                  </a:lnTo>
                  <a:lnTo>
                    <a:pt x="9940526" y="1451818"/>
                  </a:lnTo>
                  <a:lnTo>
                    <a:pt x="9851356" y="1438362"/>
                  </a:lnTo>
                  <a:lnTo>
                    <a:pt x="9769086" y="1423601"/>
                  </a:lnTo>
                  <a:lnTo>
                    <a:pt x="9693326" y="1407389"/>
                  </a:lnTo>
                  <a:lnTo>
                    <a:pt x="9623486" y="1389549"/>
                  </a:lnTo>
                  <a:lnTo>
                    <a:pt x="9558859" y="1369883"/>
                  </a:lnTo>
                  <a:lnTo>
                    <a:pt x="9498686" y="1348187"/>
                  </a:lnTo>
                  <a:lnTo>
                    <a:pt x="9442201" y="1324263"/>
                  </a:lnTo>
                  <a:lnTo>
                    <a:pt x="9388673" y="1297960"/>
                  </a:lnTo>
                  <a:lnTo>
                    <a:pt x="9347647" y="1275220"/>
                  </a:lnTo>
                  <a:lnTo>
                    <a:pt x="9294522" y="1242355"/>
                  </a:lnTo>
                  <a:lnTo>
                    <a:pt x="9242901" y="1206643"/>
                  </a:lnTo>
                  <a:lnTo>
                    <a:pt x="9192301" y="1168031"/>
                  </a:lnTo>
                  <a:lnTo>
                    <a:pt x="9142349" y="1126532"/>
                  </a:lnTo>
                  <a:lnTo>
                    <a:pt x="9092764" y="1082236"/>
                  </a:lnTo>
                  <a:lnTo>
                    <a:pt x="9043343" y="1035313"/>
                  </a:lnTo>
                  <a:lnTo>
                    <a:pt x="8993948" y="986019"/>
                  </a:lnTo>
                  <a:lnTo>
                    <a:pt x="8944499" y="934690"/>
                  </a:lnTo>
                  <a:lnTo>
                    <a:pt x="8894965" y="881738"/>
                  </a:lnTo>
                  <a:lnTo>
                    <a:pt x="8845350" y="827638"/>
                  </a:lnTo>
                  <a:lnTo>
                    <a:pt x="8795683" y="772912"/>
                  </a:lnTo>
                  <a:lnTo>
                    <a:pt x="8746010" y="718108"/>
                  </a:lnTo>
                  <a:lnTo>
                    <a:pt x="8696376" y="663775"/>
                  </a:lnTo>
                  <a:lnTo>
                    <a:pt x="8646817" y="610447"/>
                  </a:lnTo>
                  <a:lnTo>
                    <a:pt x="8597346" y="558613"/>
                  </a:lnTo>
                  <a:lnTo>
                    <a:pt x="8547942" y="508704"/>
                  </a:lnTo>
                  <a:lnTo>
                    <a:pt x="8498539" y="461079"/>
                  </a:lnTo>
                  <a:lnTo>
                    <a:pt x="8449018" y="416017"/>
                  </a:lnTo>
                  <a:lnTo>
                    <a:pt x="8399195" y="373713"/>
                  </a:lnTo>
                  <a:lnTo>
                    <a:pt x="8348812" y="334277"/>
                  </a:lnTo>
                  <a:lnTo>
                    <a:pt x="8297525" y="297745"/>
                  </a:lnTo>
                  <a:lnTo>
                    <a:pt x="8244883" y="264081"/>
                  </a:lnTo>
                  <a:lnTo>
                    <a:pt x="8229629" y="255044"/>
                  </a:lnTo>
                  <a:lnTo>
                    <a:pt x="8177985" y="226789"/>
                  </a:lnTo>
                  <a:lnTo>
                    <a:pt x="8123916" y="200975"/>
                  </a:lnTo>
                  <a:lnTo>
                    <a:pt x="8066745" y="177517"/>
                  </a:lnTo>
                  <a:lnTo>
                    <a:pt x="8005734" y="156247"/>
                  </a:lnTo>
                  <a:lnTo>
                    <a:pt x="7940113" y="136967"/>
                  </a:lnTo>
                  <a:lnTo>
                    <a:pt x="7869130" y="119472"/>
                  </a:lnTo>
                  <a:lnTo>
                    <a:pt x="7792097" y="103566"/>
                  </a:lnTo>
                  <a:lnTo>
                    <a:pt x="7708454" y="89080"/>
                  </a:lnTo>
                  <a:lnTo>
                    <a:pt x="7617867" y="75872"/>
                  </a:lnTo>
                  <a:lnTo>
                    <a:pt x="7520334" y="63833"/>
                  </a:lnTo>
                  <a:lnTo>
                    <a:pt x="7416322" y="52886"/>
                  </a:lnTo>
                  <a:lnTo>
                    <a:pt x="7306917" y="42990"/>
                  </a:lnTo>
                  <a:lnTo>
                    <a:pt x="7193938" y="34131"/>
                  </a:lnTo>
                  <a:lnTo>
                    <a:pt x="7080007" y="26320"/>
                  </a:lnTo>
                  <a:lnTo>
                    <a:pt x="6968482" y="19579"/>
                  </a:lnTo>
                  <a:lnTo>
                    <a:pt x="6863241" y="13927"/>
                  </a:lnTo>
                  <a:lnTo>
                    <a:pt x="6768278" y="9362"/>
                  </a:lnTo>
                  <a:lnTo>
                    <a:pt x="6687154" y="5852"/>
                  </a:lnTo>
                  <a:lnTo>
                    <a:pt x="6622425" y="3317"/>
                  </a:lnTo>
                  <a:lnTo>
                    <a:pt x="6575163" y="1635"/>
                  </a:lnTo>
                  <a:lnTo>
                    <a:pt x="6544700" y="646"/>
                  </a:lnTo>
                  <a:lnTo>
                    <a:pt x="6528623" y="169"/>
                  </a:lnTo>
                  <a:lnTo>
                    <a:pt x="6522959" y="1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0"/>
                  </a:lnTo>
                  <a:lnTo>
                    <a:pt x="5518809" y="0"/>
                  </a:lnTo>
                  <a:lnTo>
                    <a:pt x="5499805" y="0"/>
                  </a:lnTo>
                  <a:lnTo>
                    <a:pt x="5465578" y="0"/>
                  </a:lnTo>
                  <a:lnTo>
                    <a:pt x="5414060" y="0"/>
                  </a:lnTo>
                  <a:lnTo>
                    <a:pt x="5344982" y="0"/>
                  </a:lnTo>
                  <a:lnTo>
                    <a:pt x="5259816" y="0"/>
                  </a:lnTo>
                  <a:lnTo>
                    <a:pt x="5161454" y="0"/>
                  </a:lnTo>
                  <a:lnTo>
                    <a:pt x="5053678" y="0"/>
                  </a:lnTo>
                  <a:lnTo>
                    <a:pt x="4940566" y="0"/>
                  </a:lnTo>
                  <a:lnTo>
                    <a:pt x="4825958" y="0"/>
                  </a:lnTo>
                  <a:lnTo>
                    <a:pt x="4713086" y="0"/>
                  </a:lnTo>
                  <a:lnTo>
                    <a:pt x="4604400" y="0"/>
                  </a:lnTo>
                  <a:lnTo>
                    <a:pt x="4501537" y="0"/>
                  </a:lnTo>
                  <a:lnTo>
                    <a:pt x="4405412" y="0"/>
                  </a:lnTo>
                  <a:lnTo>
                    <a:pt x="4316352" y="0"/>
                  </a:lnTo>
                  <a:lnTo>
                    <a:pt x="4234244" y="0"/>
                  </a:lnTo>
                  <a:lnTo>
                    <a:pt x="4158669" y="0"/>
                  </a:lnTo>
                  <a:lnTo>
                    <a:pt x="4089013" y="0"/>
                  </a:lnTo>
                  <a:lnTo>
                    <a:pt x="4024549" y="0"/>
                  </a:lnTo>
                  <a:lnTo>
                    <a:pt x="3964502" y="0"/>
                  </a:lnTo>
                  <a:lnTo>
                    <a:pt x="3908095" y="0"/>
                  </a:lnTo>
                  <a:lnTo>
                    <a:pt x="3854593" y="0"/>
                  </a:lnTo>
                  <a:lnTo>
                    <a:pt x="3820202" y="0"/>
                  </a:lnTo>
                  <a:lnTo>
                    <a:pt x="3758547" y="0"/>
                  </a:lnTo>
                  <a:lnTo>
                    <a:pt x="3698816" y="0"/>
                  </a:lnTo>
                  <a:lnTo>
                    <a:pt x="3640291" y="0"/>
                  </a:lnTo>
                  <a:lnTo>
                    <a:pt x="3582446" y="0"/>
                  </a:lnTo>
                  <a:lnTo>
                    <a:pt x="3524910" y="0"/>
                  </a:lnTo>
                  <a:lnTo>
                    <a:pt x="3467439" y="0"/>
                  </a:lnTo>
                  <a:lnTo>
                    <a:pt x="3409899" y="0"/>
                  </a:lnTo>
                  <a:lnTo>
                    <a:pt x="3352243" y="0"/>
                  </a:lnTo>
                  <a:lnTo>
                    <a:pt x="3294487" y="0"/>
                  </a:lnTo>
                  <a:lnTo>
                    <a:pt x="3236689" y="0"/>
                  </a:lnTo>
                  <a:lnTo>
                    <a:pt x="3178923" y="0"/>
                  </a:lnTo>
                  <a:lnTo>
                    <a:pt x="3121249" y="0"/>
                  </a:lnTo>
                  <a:lnTo>
                    <a:pt x="3063693" y="0"/>
                  </a:lnTo>
                  <a:lnTo>
                    <a:pt x="3006218" y="0"/>
                  </a:lnTo>
                  <a:lnTo>
                    <a:pt x="2948704" y="0"/>
                  </a:lnTo>
                  <a:lnTo>
                    <a:pt x="2890926" y="0"/>
                  </a:lnTo>
                  <a:lnTo>
                    <a:pt x="2832534" y="0"/>
                  </a:lnTo>
                  <a:lnTo>
                    <a:pt x="2773028" y="0"/>
                  </a:lnTo>
                  <a:lnTo>
                    <a:pt x="2711721" y="0"/>
                  </a:lnTo>
                  <a:lnTo>
                    <a:pt x="2702183" y="0"/>
                  </a:lnTo>
                  <a:lnTo>
                    <a:pt x="2650248" y="0"/>
                  </a:lnTo>
                  <a:lnTo>
                    <a:pt x="2595855" y="0"/>
                  </a:lnTo>
                  <a:lnTo>
                    <a:pt x="2538320" y="0"/>
                  </a:lnTo>
                  <a:lnTo>
                    <a:pt x="2476888" y="0"/>
                  </a:lnTo>
                  <a:lnTo>
                    <a:pt x="2410779" y="0"/>
                  </a:lnTo>
                  <a:lnTo>
                    <a:pt x="2339228" y="0"/>
                  </a:lnTo>
                  <a:lnTo>
                    <a:pt x="2261537" y="0"/>
                  </a:lnTo>
                  <a:lnTo>
                    <a:pt x="2177147" y="0"/>
                  </a:lnTo>
                  <a:lnTo>
                    <a:pt x="2085727" y="0"/>
                  </a:lnTo>
                  <a:lnTo>
                    <a:pt x="1987295" y="0"/>
                  </a:lnTo>
                  <a:lnTo>
                    <a:pt x="1882357" y="0"/>
                  </a:lnTo>
                  <a:lnTo>
                    <a:pt x="1772056" y="0"/>
                  </a:lnTo>
                  <a:lnTo>
                    <a:pt x="1658293" y="0"/>
                  </a:lnTo>
                  <a:lnTo>
                    <a:pt x="1543788" y="0"/>
                  </a:lnTo>
                  <a:lnTo>
                    <a:pt x="1432006" y="0"/>
                  </a:lnTo>
                  <a:lnTo>
                    <a:pt x="1326917" y="0"/>
                  </a:lnTo>
                  <a:lnTo>
                    <a:pt x="1232563" y="0"/>
                  </a:lnTo>
                  <a:lnTo>
                    <a:pt x="1152496" y="0"/>
                  </a:lnTo>
                  <a:lnTo>
                    <a:pt x="1089186" y="0"/>
                  </a:lnTo>
                  <a:lnTo>
                    <a:pt x="1043549" y="0"/>
                  </a:lnTo>
                  <a:lnTo>
                    <a:pt x="1014710" y="0"/>
                  </a:lnTo>
                  <a:lnTo>
                    <a:pt x="1000025" y="0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63" name="pl762"/>
            <p:cNvSpPr/>
            <p:nvPr/>
          </p:nvSpPr>
          <p:spPr>
            <a:xfrm>
              <a:off x="1199187" y="1283790"/>
              <a:ext cx="12049831" cy="1530265"/>
            </a:xfrm>
            <a:custGeom>
              <a:avLst/>
              <a:pathLst>
                <a:path w="12049831" h="1530265">
                  <a:moveTo>
                    <a:pt x="0" y="0"/>
                  </a:moveTo>
                  <a:lnTo>
                    <a:pt x="994940" y="0"/>
                  </a:lnTo>
                  <a:lnTo>
                    <a:pt x="996076" y="0"/>
                  </a:lnTo>
                  <a:lnTo>
                    <a:pt x="1003576" y="0"/>
                  </a:lnTo>
                  <a:lnTo>
                    <a:pt x="1022580" y="0"/>
                  </a:lnTo>
                  <a:lnTo>
                    <a:pt x="1056807" y="0"/>
                  </a:lnTo>
                  <a:lnTo>
                    <a:pt x="1108325" y="0"/>
                  </a:lnTo>
                  <a:lnTo>
                    <a:pt x="1177403" y="0"/>
                  </a:lnTo>
                  <a:lnTo>
                    <a:pt x="1262569" y="0"/>
                  </a:lnTo>
                  <a:lnTo>
                    <a:pt x="1360931" y="0"/>
                  </a:lnTo>
                  <a:lnTo>
                    <a:pt x="1468707" y="0"/>
                  </a:lnTo>
                  <a:lnTo>
                    <a:pt x="1581819" y="0"/>
                  </a:lnTo>
                  <a:lnTo>
                    <a:pt x="1696427" y="0"/>
                  </a:lnTo>
                  <a:lnTo>
                    <a:pt x="1809299" y="0"/>
                  </a:lnTo>
                  <a:lnTo>
                    <a:pt x="1917985" y="0"/>
                  </a:lnTo>
                  <a:lnTo>
                    <a:pt x="2020848" y="0"/>
                  </a:lnTo>
                  <a:lnTo>
                    <a:pt x="2116973" y="0"/>
                  </a:lnTo>
                  <a:lnTo>
                    <a:pt x="2206033" y="0"/>
                  </a:lnTo>
                  <a:lnTo>
                    <a:pt x="2288141" y="0"/>
                  </a:lnTo>
                  <a:lnTo>
                    <a:pt x="2363716" y="0"/>
                  </a:lnTo>
                  <a:lnTo>
                    <a:pt x="2433372" y="0"/>
                  </a:lnTo>
                  <a:lnTo>
                    <a:pt x="2497836" y="0"/>
                  </a:lnTo>
                  <a:lnTo>
                    <a:pt x="2557883" y="0"/>
                  </a:lnTo>
                  <a:lnTo>
                    <a:pt x="2614290" y="0"/>
                  </a:lnTo>
                  <a:lnTo>
                    <a:pt x="2667792" y="0"/>
                  </a:lnTo>
                  <a:lnTo>
                    <a:pt x="2702183" y="0"/>
                  </a:lnTo>
                  <a:lnTo>
                    <a:pt x="2763838" y="0"/>
                  </a:lnTo>
                  <a:lnTo>
                    <a:pt x="2823569" y="0"/>
                  </a:lnTo>
                  <a:lnTo>
                    <a:pt x="2882094" y="0"/>
                  </a:lnTo>
                  <a:lnTo>
                    <a:pt x="2939939" y="0"/>
                  </a:lnTo>
                  <a:lnTo>
                    <a:pt x="2997475" y="0"/>
                  </a:lnTo>
                  <a:lnTo>
                    <a:pt x="3054946" y="0"/>
                  </a:lnTo>
                  <a:lnTo>
                    <a:pt x="3112486" y="0"/>
                  </a:lnTo>
                  <a:lnTo>
                    <a:pt x="3170142" y="0"/>
                  </a:lnTo>
                  <a:lnTo>
                    <a:pt x="3227898" y="0"/>
                  </a:lnTo>
                  <a:lnTo>
                    <a:pt x="3285696" y="0"/>
                  </a:lnTo>
                  <a:lnTo>
                    <a:pt x="3343462" y="0"/>
                  </a:lnTo>
                  <a:lnTo>
                    <a:pt x="3401136" y="0"/>
                  </a:lnTo>
                  <a:lnTo>
                    <a:pt x="3458692" y="0"/>
                  </a:lnTo>
                  <a:lnTo>
                    <a:pt x="3516167" y="0"/>
                  </a:lnTo>
                  <a:lnTo>
                    <a:pt x="3573681" y="0"/>
                  </a:lnTo>
                  <a:lnTo>
                    <a:pt x="3631459" y="0"/>
                  </a:lnTo>
                  <a:lnTo>
                    <a:pt x="3689851" y="0"/>
                  </a:lnTo>
                  <a:lnTo>
                    <a:pt x="3749357" y="0"/>
                  </a:lnTo>
                  <a:lnTo>
                    <a:pt x="3810664" y="0"/>
                  </a:lnTo>
                  <a:lnTo>
                    <a:pt x="3820202" y="0"/>
                  </a:lnTo>
                  <a:lnTo>
                    <a:pt x="3872137" y="0"/>
                  </a:lnTo>
                  <a:lnTo>
                    <a:pt x="3926530" y="0"/>
                  </a:lnTo>
                  <a:lnTo>
                    <a:pt x="3984065" y="0"/>
                  </a:lnTo>
                  <a:lnTo>
                    <a:pt x="4045497" y="0"/>
                  </a:lnTo>
                  <a:lnTo>
                    <a:pt x="4111606" y="0"/>
                  </a:lnTo>
                  <a:lnTo>
                    <a:pt x="4183157" y="0"/>
                  </a:lnTo>
                  <a:lnTo>
                    <a:pt x="4260848" y="0"/>
                  </a:lnTo>
                  <a:lnTo>
                    <a:pt x="4345238" y="0"/>
                  </a:lnTo>
                  <a:lnTo>
                    <a:pt x="4436658" y="0"/>
                  </a:lnTo>
                  <a:lnTo>
                    <a:pt x="4535090" y="0"/>
                  </a:lnTo>
                  <a:lnTo>
                    <a:pt x="4640028" y="0"/>
                  </a:lnTo>
                  <a:lnTo>
                    <a:pt x="4750329" y="0"/>
                  </a:lnTo>
                  <a:lnTo>
                    <a:pt x="4864092" y="0"/>
                  </a:lnTo>
                  <a:lnTo>
                    <a:pt x="4978597" y="0"/>
                  </a:lnTo>
                  <a:lnTo>
                    <a:pt x="5090379" y="0"/>
                  </a:lnTo>
                  <a:lnTo>
                    <a:pt x="5195468" y="0"/>
                  </a:lnTo>
                  <a:lnTo>
                    <a:pt x="5289822" y="0"/>
                  </a:lnTo>
                  <a:lnTo>
                    <a:pt x="5369889" y="0"/>
                  </a:lnTo>
                  <a:lnTo>
                    <a:pt x="5433199" y="0"/>
                  </a:lnTo>
                  <a:lnTo>
                    <a:pt x="5478836" y="0"/>
                  </a:lnTo>
                  <a:lnTo>
                    <a:pt x="5507675" y="0"/>
                  </a:lnTo>
                  <a:lnTo>
                    <a:pt x="5522360" y="0"/>
                  </a:lnTo>
                  <a:lnTo>
                    <a:pt x="5527102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4" y="28"/>
                  </a:lnTo>
                  <a:lnTo>
                    <a:pt x="6530885" y="233"/>
                  </a:lnTo>
                  <a:lnTo>
                    <a:pt x="6549597" y="799"/>
                  </a:lnTo>
                  <a:lnTo>
                    <a:pt x="6583318" y="1913"/>
                  </a:lnTo>
                  <a:lnTo>
                    <a:pt x="6634115" y="3756"/>
                  </a:lnTo>
                  <a:lnTo>
                    <a:pt x="6702299" y="6480"/>
                  </a:lnTo>
                  <a:lnTo>
                    <a:pt x="6786468" y="10199"/>
                  </a:lnTo>
                  <a:lnTo>
                    <a:pt x="6883819" y="14981"/>
                  </a:lnTo>
                  <a:lnTo>
                    <a:pt x="6990656" y="20855"/>
                  </a:lnTo>
                  <a:lnTo>
                    <a:pt x="7102968" y="27814"/>
                  </a:lnTo>
                  <a:lnTo>
                    <a:pt x="7216956" y="35838"/>
                  </a:lnTo>
                  <a:lnTo>
                    <a:pt x="7329398" y="44907"/>
                  </a:lnTo>
                  <a:lnTo>
                    <a:pt x="7437834" y="55014"/>
                  </a:lnTo>
                  <a:lnTo>
                    <a:pt x="7540601" y="66177"/>
                  </a:lnTo>
                  <a:lnTo>
                    <a:pt x="7636751" y="78446"/>
                  </a:lnTo>
                  <a:lnTo>
                    <a:pt x="7725921" y="91902"/>
                  </a:lnTo>
                  <a:lnTo>
                    <a:pt x="7808191" y="106663"/>
                  </a:lnTo>
                  <a:lnTo>
                    <a:pt x="7883951" y="122875"/>
                  </a:lnTo>
                  <a:lnTo>
                    <a:pt x="7953791" y="140716"/>
                  </a:lnTo>
                  <a:lnTo>
                    <a:pt x="8018418" y="160381"/>
                  </a:lnTo>
                  <a:lnTo>
                    <a:pt x="8078591" y="182077"/>
                  </a:lnTo>
                  <a:lnTo>
                    <a:pt x="8135076" y="206001"/>
                  </a:lnTo>
                  <a:lnTo>
                    <a:pt x="8188604" y="232305"/>
                  </a:lnTo>
                  <a:lnTo>
                    <a:pt x="8229629" y="255044"/>
                  </a:lnTo>
                  <a:lnTo>
                    <a:pt x="8282754" y="287909"/>
                  </a:lnTo>
                  <a:lnTo>
                    <a:pt x="8334375" y="323621"/>
                  </a:lnTo>
                  <a:lnTo>
                    <a:pt x="8384975" y="362234"/>
                  </a:lnTo>
                  <a:lnTo>
                    <a:pt x="8434927" y="403732"/>
                  </a:lnTo>
                  <a:lnTo>
                    <a:pt x="8484512" y="448028"/>
                  </a:lnTo>
                  <a:lnTo>
                    <a:pt x="8533934" y="494951"/>
                  </a:lnTo>
                  <a:lnTo>
                    <a:pt x="8583329" y="544245"/>
                  </a:lnTo>
                  <a:lnTo>
                    <a:pt x="8632777" y="595574"/>
                  </a:lnTo>
                  <a:lnTo>
                    <a:pt x="8682311" y="648526"/>
                  </a:lnTo>
                  <a:lnTo>
                    <a:pt x="8731927" y="702626"/>
                  </a:lnTo>
                  <a:lnTo>
                    <a:pt x="8781593" y="757352"/>
                  </a:lnTo>
                  <a:lnTo>
                    <a:pt x="8831267" y="812157"/>
                  </a:lnTo>
                  <a:lnTo>
                    <a:pt x="8880901" y="866489"/>
                  </a:lnTo>
                  <a:lnTo>
                    <a:pt x="8930460" y="919817"/>
                  </a:lnTo>
                  <a:lnTo>
                    <a:pt x="8979931" y="971651"/>
                  </a:lnTo>
                  <a:lnTo>
                    <a:pt x="9029335" y="1021560"/>
                  </a:lnTo>
                  <a:lnTo>
                    <a:pt x="9078738" y="1069185"/>
                  </a:lnTo>
                  <a:lnTo>
                    <a:pt x="9128259" y="1114247"/>
                  </a:lnTo>
                  <a:lnTo>
                    <a:pt x="9178082" y="1156551"/>
                  </a:lnTo>
                  <a:lnTo>
                    <a:pt x="9228464" y="1195987"/>
                  </a:lnTo>
                  <a:lnTo>
                    <a:pt x="9279752" y="1232519"/>
                  </a:lnTo>
                  <a:lnTo>
                    <a:pt x="9332394" y="1266183"/>
                  </a:lnTo>
                  <a:lnTo>
                    <a:pt x="9347647" y="1275220"/>
                  </a:lnTo>
                  <a:lnTo>
                    <a:pt x="9399291" y="1303475"/>
                  </a:lnTo>
                  <a:lnTo>
                    <a:pt x="9453361" y="1329289"/>
                  </a:lnTo>
                  <a:lnTo>
                    <a:pt x="9510531" y="1352748"/>
                  </a:lnTo>
                  <a:lnTo>
                    <a:pt x="9571543" y="1374017"/>
                  </a:lnTo>
                  <a:lnTo>
                    <a:pt x="9637163" y="1393297"/>
                  </a:lnTo>
                  <a:lnTo>
                    <a:pt x="9708146" y="1410793"/>
                  </a:lnTo>
                  <a:lnTo>
                    <a:pt x="9785180" y="1426698"/>
                  </a:lnTo>
                  <a:lnTo>
                    <a:pt x="9868822" y="1441184"/>
                  </a:lnTo>
                  <a:lnTo>
                    <a:pt x="9959409" y="1454392"/>
                  </a:lnTo>
                  <a:lnTo>
                    <a:pt x="10056943" y="1466432"/>
                  </a:lnTo>
                  <a:lnTo>
                    <a:pt x="10160954" y="1477378"/>
                  </a:lnTo>
                  <a:lnTo>
                    <a:pt x="10270360" y="1487275"/>
                  </a:lnTo>
                  <a:lnTo>
                    <a:pt x="10383338" y="1496133"/>
                  </a:lnTo>
                  <a:lnTo>
                    <a:pt x="10497270" y="1503944"/>
                  </a:lnTo>
                  <a:lnTo>
                    <a:pt x="10608795" y="1510685"/>
                  </a:lnTo>
                  <a:lnTo>
                    <a:pt x="10714035" y="1516338"/>
                  </a:lnTo>
                  <a:lnTo>
                    <a:pt x="10808999" y="1520902"/>
                  </a:lnTo>
                  <a:lnTo>
                    <a:pt x="10890122" y="1524412"/>
                  </a:lnTo>
                  <a:lnTo>
                    <a:pt x="10954851" y="1526947"/>
                  </a:lnTo>
                  <a:lnTo>
                    <a:pt x="11002113" y="1528629"/>
                  </a:lnTo>
                  <a:lnTo>
                    <a:pt x="11032577" y="1529618"/>
                  </a:lnTo>
                  <a:lnTo>
                    <a:pt x="11048654" y="1530096"/>
                  </a:lnTo>
                  <a:lnTo>
                    <a:pt x="11054317" y="1530250"/>
                  </a:lnTo>
                  <a:lnTo>
                    <a:pt x="11054891" y="1530265"/>
                  </a:lnTo>
                  <a:lnTo>
                    <a:pt x="12049831" y="1530265"/>
                  </a:lnTo>
                  <a:lnTo>
                    <a:pt x="12049831" y="15302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4" name="pl763"/>
            <p:cNvSpPr/>
            <p:nvPr/>
          </p:nvSpPr>
          <p:spPr>
            <a:xfrm>
              <a:off x="1199187" y="1278550"/>
              <a:ext cx="12049831" cy="1530265"/>
            </a:xfrm>
            <a:custGeom>
              <a:avLst/>
              <a:pathLst>
                <a:path w="12049831" h="1530265">
                  <a:moveTo>
                    <a:pt x="12049831" y="1530265"/>
                  </a:moveTo>
                  <a:lnTo>
                    <a:pt x="11054891" y="1530265"/>
                  </a:lnTo>
                  <a:lnTo>
                    <a:pt x="11053773" y="1530236"/>
                  </a:lnTo>
                  <a:lnTo>
                    <a:pt x="11046392" y="1530031"/>
                  </a:lnTo>
                  <a:lnTo>
                    <a:pt x="11027680" y="1529466"/>
                  </a:lnTo>
                  <a:lnTo>
                    <a:pt x="10993959" y="1528351"/>
                  </a:lnTo>
                  <a:lnTo>
                    <a:pt x="10943161" y="1526508"/>
                  </a:lnTo>
                  <a:lnTo>
                    <a:pt x="10874978" y="1523784"/>
                  </a:lnTo>
                  <a:lnTo>
                    <a:pt x="10790809" y="1520066"/>
                  </a:lnTo>
                  <a:lnTo>
                    <a:pt x="10693457" y="1515283"/>
                  </a:lnTo>
                  <a:lnTo>
                    <a:pt x="10586621" y="1509409"/>
                  </a:lnTo>
                  <a:lnTo>
                    <a:pt x="10474308" y="1502450"/>
                  </a:lnTo>
                  <a:lnTo>
                    <a:pt x="10360320" y="1494426"/>
                  </a:lnTo>
                  <a:lnTo>
                    <a:pt x="10247879" y="1485357"/>
                  </a:lnTo>
                  <a:lnTo>
                    <a:pt x="10139442" y="1475250"/>
                  </a:lnTo>
                  <a:lnTo>
                    <a:pt x="10036675" y="1464087"/>
                  </a:lnTo>
                  <a:lnTo>
                    <a:pt x="9940526" y="1451818"/>
                  </a:lnTo>
                  <a:lnTo>
                    <a:pt x="9851356" y="1438362"/>
                  </a:lnTo>
                  <a:lnTo>
                    <a:pt x="9769086" y="1423601"/>
                  </a:lnTo>
                  <a:lnTo>
                    <a:pt x="9693326" y="1407389"/>
                  </a:lnTo>
                  <a:lnTo>
                    <a:pt x="9623486" y="1389549"/>
                  </a:lnTo>
                  <a:lnTo>
                    <a:pt x="9558859" y="1369883"/>
                  </a:lnTo>
                  <a:lnTo>
                    <a:pt x="9498686" y="1348187"/>
                  </a:lnTo>
                  <a:lnTo>
                    <a:pt x="9442201" y="1324263"/>
                  </a:lnTo>
                  <a:lnTo>
                    <a:pt x="9388673" y="1297960"/>
                  </a:lnTo>
                  <a:lnTo>
                    <a:pt x="9347647" y="1275220"/>
                  </a:lnTo>
                  <a:lnTo>
                    <a:pt x="9294522" y="1242355"/>
                  </a:lnTo>
                  <a:lnTo>
                    <a:pt x="9242901" y="1206643"/>
                  </a:lnTo>
                  <a:lnTo>
                    <a:pt x="9192301" y="1168031"/>
                  </a:lnTo>
                  <a:lnTo>
                    <a:pt x="9142349" y="1126532"/>
                  </a:lnTo>
                  <a:lnTo>
                    <a:pt x="9092764" y="1082236"/>
                  </a:lnTo>
                  <a:lnTo>
                    <a:pt x="9043343" y="1035313"/>
                  </a:lnTo>
                  <a:lnTo>
                    <a:pt x="8993948" y="986019"/>
                  </a:lnTo>
                  <a:lnTo>
                    <a:pt x="8944499" y="934690"/>
                  </a:lnTo>
                  <a:lnTo>
                    <a:pt x="8894965" y="881738"/>
                  </a:lnTo>
                  <a:lnTo>
                    <a:pt x="8845350" y="827638"/>
                  </a:lnTo>
                  <a:lnTo>
                    <a:pt x="8795683" y="772912"/>
                  </a:lnTo>
                  <a:lnTo>
                    <a:pt x="8746010" y="718108"/>
                  </a:lnTo>
                  <a:lnTo>
                    <a:pt x="8696376" y="663775"/>
                  </a:lnTo>
                  <a:lnTo>
                    <a:pt x="8646817" y="610447"/>
                  </a:lnTo>
                  <a:lnTo>
                    <a:pt x="8597346" y="558613"/>
                  </a:lnTo>
                  <a:lnTo>
                    <a:pt x="8547942" y="508704"/>
                  </a:lnTo>
                  <a:lnTo>
                    <a:pt x="8498539" y="461079"/>
                  </a:lnTo>
                  <a:lnTo>
                    <a:pt x="8449018" y="416017"/>
                  </a:lnTo>
                  <a:lnTo>
                    <a:pt x="8399195" y="373713"/>
                  </a:lnTo>
                  <a:lnTo>
                    <a:pt x="8348812" y="334277"/>
                  </a:lnTo>
                  <a:lnTo>
                    <a:pt x="8297525" y="297745"/>
                  </a:lnTo>
                  <a:lnTo>
                    <a:pt x="8244883" y="264081"/>
                  </a:lnTo>
                  <a:lnTo>
                    <a:pt x="8229629" y="255044"/>
                  </a:lnTo>
                  <a:lnTo>
                    <a:pt x="8177985" y="226789"/>
                  </a:lnTo>
                  <a:lnTo>
                    <a:pt x="8123916" y="200975"/>
                  </a:lnTo>
                  <a:lnTo>
                    <a:pt x="8066745" y="177517"/>
                  </a:lnTo>
                  <a:lnTo>
                    <a:pt x="8005734" y="156247"/>
                  </a:lnTo>
                  <a:lnTo>
                    <a:pt x="7940113" y="136967"/>
                  </a:lnTo>
                  <a:lnTo>
                    <a:pt x="7869130" y="119472"/>
                  </a:lnTo>
                  <a:lnTo>
                    <a:pt x="7792097" y="103566"/>
                  </a:lnTo>
                  <a:lnTo>
                    <a:pt x="7708454" y="89080"/>
                  </a:lnTo>
                  <a:lnTo>
                    <a:pt x="7617867" y="75872"/>
                  </a:lnTo>
                  <a:lnTo>
                    <a:pt x="7520334" y="63833"/>
                  </a:lnTo>
                  <a:lnTo>
                    <a:pt x="7416322" y="52886"/>
                  </a:lnTo>
                  <a:lnTo>
                    <a:pt x="7306917" y="42990"/>
                  </a:lnTo>
                  <a:lnTo>
                    <a:pt x="7193938" y="34131"/>
                  </a:lnTo>
                  <a:lnTo>
                    <a:pt x="7080007" y="26320"/>
                  </a:lnTo>
                  <a:lnTo>
                    <a:pt x="6968482" y="19579"/>
                  </a:lnTo>
                  <a:lnTo>
                    <a:pt x="6863241" y="13927"/>
                  </a:lnTo>
                  <a:lnTo>
                    <a:pt x="6768278" y="9362"/>
                  </a:lnTo>
                  <a:lnTo>
                    <a:pt x="6687154" y="5852"/>
                  </a:lnTo>
                  <a:lnTo>
                    <a:pt x="6622425" y="3317"/>
                  </a:lnTo>
                  <a:lnTo>
                    <a:pt x="6575163" y="1635"/>
                  </a:lnTo>
                  <a:lnTo>
                    <a:pt x="6544700" y="646"/>
                  </a:lnTo>
                  <a:lnTo>
                    <a:pt x="6528623" y="169"/>
                  </a:lnTo>
                  <a:lnTo>
                    <a:pt x="6522959" y="1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0"/>
                  </a:lnTo>
                  <a:lnTo>
                    <a:pt x="5518809" y="0"/>
                  </a:lnTo>
                  <a:lnTo>
                    <a:pt x="5499805" y="0"/>
                  </a:lnTo>
                  <a:lnTo>
                    <a:pt x="5465578" y="0"/>
                  </a:lnTo>
                  <a:lnTo>
                    <a:pt x="5414060" y="0"/>
                  </a:lnTo>
                  <a:lnTo>
                    <a:pt x="5344982" y="0"/>
                  </a:lnTo>
                  <a:lnTo>
                    <a:pt x="5259816" y="0"/>
                  </a:lnTo>
                  <a:lnTo>
                    <a:pt x="5161454" y="0"/>
                  </a:lnTo>
                  <a:lnTo>
                    <a:pt x="5053678" y="0"/>
                  </a:lnTo>
                  <a:lnTo>
                    <a:pt x="4940566" y="0"/>
                  </a:lnTo>
                  <a:lnTo>
                    <a:pt x="4825958" y="0"/>
                  </a:lnTo>
                  <a:lnTo>
                    <a:pt x="4713086" y="0"/>
                  </a:lnTo>
                  <a:lnTo>
                    <a:pt x="4604400" y="0"/>
                  </a:lnTo>
                  <a:lnTo>
                    <a:pt x="4501537" y="0"/>
                  </a:lnTo>
                  <a:lnTo>
                    <a:pt x="4405412" y="0"/>
                  </a:lnTo>
                  <a:lnTo>
                    <a:pt x="4316352" y="0"/>
                  </a:lnTo>
                  <a:lnTo>
                    <a:pt x="4234244" y="0"/>
                  </a:lnTo>
                  <a:lnTo>
                    <a:pt x="4158669" y="0"/>
                  </a:lnTo>
                  <a:lnTo>
                    <a:pt x="4089013" y="0"/>
                  </a:lnTo>
                  <a:lnTo>
                    <a:pt x="4024549" y="0"/>
                  </a:lnTo>
                  <a:lnTo>
                    <a:pt x="3964502" y="0"/>
                  </a:lnTo>
                  <a:lnTo>
                    <a:pt x="3908095" y="0"/>
                  </a:lnTo>
                  <a:lnTo>
                    <a:pt x="3854593" y="0"/>
                  </a:lnTo>
                  <a:lnTo>
                    <a:pt x="3820202" y="0"/>
                  </a:lnTo>
                  <a:lnTo>
                    <a:pt x="3758547" y="0"/>
                  </a:lnTo>
                  <a:lnTo>
                    <a:pt x="3698816" y="0"/>
                  </a:lnTo>
                  <a:lnTo>
                    <a:pt x="3640291" y="0"/>
                  </a:lnTo>
                  <a:lnTo>
                    <a:pt x="3582446" y="0"/>
                  </a:lnTo>
                  <a:lnTo>
                    <a:pt x="3524910" y="0"/>
                  </a:lnTo>
                  <a:lnTo>
                    <a:pt x="3467439" y="0"/>
                  </a:lnTo>
                  <a:lnTo>
                    <a:pt x="3409899" y="0"/>
                  </a:lnTo>
                  <a:lnTo>
                    <a:pt x="3352243" y="0"/>
                  </a:lnTo>
                  <a:lnTo>
                    <a:pt x="3294487" y="0"/>
                  </a:lnTo>
                  <a:lnTo>
                    <a:pt x="3236689" y="0"/>
                  </a:lnTo>
                  <a:lnTo>
                    <a:pt x="3178923" y="0"/>
                  </a:lnTo>
                  <a:lnTo>
                    <a:pt x="3121249" y="0"/>
                  </a:lnTo>
                  <a:lnTo>
                    <a:pt x="3063693" y="0"/>
                  </a:lnTo>
                  <a:lnTo>
                    <a:pt x="3006218" y="0"/>
                  </a:lnTo>
                  <a:lnTo>
                    <a:pt x="2948704" y="0"/>
                  </a:lnTo>
                  <a:lnTo>
                    <a:pt x="2890926" y="0"/>
                  </a:lnTo>
                  <a:lnTo>
                    <a:pt x="2832534" y="0"/>
                  </a:lnTo>
                  <a:lnTo>
                    <a:pt x="2773028" y="0"/>
                  </a:lnTo>
                  <a:lnTo>
                    <a:pt x="2711721" y="0"/>
                  </a:lnTo>
                  <a:lnTo>
                    <a:pt x="2702183" y="0"/>
                  </a:lnTo>
                  <a:lnTo>
                    <a:pt x="2650248" y="0"/>
                  </a:lnTo>
                  <a:lnTo>
                    <a:pt x="2595855" y="0"/>
                  </a:lnTo>
                  <a:lnTo>
                    <a:pt x="2538320" y="0"/>
                  </a:lnTo>
                  <a:lnTo>
                    <a:pt x="2476888" y="0"/>
                  </a:lnTo>
                  <a:lnTo>
                    <a:pt x="2410779" y="0"/>
                  </a:lnTo>
                  <a:lnTo>
                    <a:pt x="2339228" y="0"/>
                  </a:lnTo>
                  <a:lnTo>
                    <a:pt x="2261537" y="0"/>
                  </a:lnTo>
                  <a:lnTo>
                    <a:pt x="2177147" y="0"/>
                  </a:lnTo>
                  <a:lnTo>
                    <a:pt x="2085727" y="0"/>
                  </a:lnTo>
                  <a:lnTo>
                    <a:pt x="1987295" y="0"/>
                  </a:lnTo>
                  <a:lnTo>
                    <a:pt x="1882357" y="0"/>
                  </a:lnTo>
                  <a:lnTo>
                    <a:pt x="1772056" y="0"/>
                  </a:lnTo>
                  <a:lnTo>
                    <a:pt x="1658293" y="0"/>
                  </a:lnTo>
                  <a:lnTo>
                    <a:pt x="1543788" y="0"/>
                  </a:lnTo>
                  <a:lnTo>
                    <a:pt x="1432006" y="0"/>
                  </a:lnTo>
                  <a:lnTo>
                    <a:pt x="1326917" y="0"/>
                  </a:lnTo>
                  <a:lnTo>
                    <a:pt x="1232563" y="0"/>
                  </a:lnTo>
                  <a:lnTo>
                    <a:pt x="1152496" y="0"/>
                  </a:lnTo>
                  <a:lnTo>
                    <a:pt x="1089186" y="0"/>
                  </a:lnTo>
                  <a:lnTo>
                    <a:pt x="1043549" y="0"/>
                  </a:lnTo>
                  <a:lnTo>
                    <a:pt x="1014710" y="0"/>
                  </a:lnTo>
                  <a:lnTo>
                    <a:pt x="1000025" y="0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5" name="pg764"/>
            <p:cNvSpPr/>
            <p:nvPr/>
          </p:nvSpPr>
          <p:spPr>
            <a:xfrm>
              <a:off x="1199187" y="1283790"/>
              <a:ext cx="12049831" cy="1692724"/>
            </a:xfrm>
            <a:custGeom>
              <a:avLst/>
              <a:pathLst>
                <a:path w="12049831" h="1692724">
                  <a:moveTo>
                    <a:pt x="0" y="10481"/>
                  </a:moveTo>
                  <a:lnTo>
                    <a:pt x="994940" y="10481"/>
                  </a:lnTo>
                  <a:lnTo>
                    <a:pt x="996076" y="10481"/>
                  </a:lnTo>
                  <a:lnTo>
                    <a:pt x="1003576" y="10482"/>
                  </a:lnTo>
                  <a:lnTo>
                    <a:pt x="1022580" y="10484"/>
                  </a:lnTo>
                  <a:lnTo>
                    <a:pt x="1056807" y="10487"/>
                  </a:lnTo>
                  <a:lnTo>
                    <a:pt x="1108325" y="10494"/>
                  </a:lnTo>
                  <a:lnTo>
                    <a:pt x="1177403" y="10503"/>
                  </a:lnTo>
                  <a:lnTo>
                    <a:pt x="1262569" y="10516"/>
                  </a:lnTo>
                  <a:lnTo>
                    <a:pt x="1360931" y="10533"/>
                  </a:lnTo>
                  <a:lnTo>
                    <a:pt x="1468707" y="10553"/>
                  </a:lnTo>
                  <a:lnTo>
                    <a:pt x="1581819" y="10577"/>
                  </a:lnTo>
                  <a:lnTo>
                    <a:pt x="1696427" y="10605"/>
                  </a:lnTo>
                  <a:lnTo>
                    <a:pt x="1809299" y="10637"/>
                  </a:lnTo>
                  <a:lnTo>
                    <a:pt x="1917985" y="10672"/>
                  </a:lnTo>
                  <a:lnTo>
                    <a:pt x="2020848" y="10711"/>
                  </a:lnTo>
                  <a:lnTo>
                    <a:pt x="2116973" y="10753"/>
                  </a:lnTo>
                  <a:lnTo>
                    <a:pt x="2206033" y="10800"/>
                  </a:lnTo>
                  <a:lnTo>
                    <a:pt x="2288141" y="10851"/>
                  </a:lnTo>
                  <a:lnTo>
                    <a:pt x="2363715" y="10907"/>
                  </a:lnTo>
                  <a:lnTo>
                    <a:pt x="2433372" y="10969"/>
                  </a:lnTo>
                  <a:lnTo>
                    <a:pt x="2497836" y="11038"/>
                  </a:lnTo>
                  <a:lnTo>
                    <a:pt x="2557883" y="11113"/>
                  </a:lnTo>
                  <a:lnTo>
                    <a:pt x="2614290" y="11197"/>
                  </a:lnTo>
                  <a:lnTo>
                    <a:pt x="2667792" y="11288"/>
                  </a:lnTo>
                  <a:lnTo>
                    <a:pt x="2702183" y="11354"/>
                  </a:lnTo>
                  <a:lnTo>
                    <a:pt x="2763837" y="11486"/>
                  </a:lnTo>
                  <a:lnTo>
                    <a:pt x="2823568" y="11631"/>
                  </a:lnTo>
                  <a:lnTo>
                    <a:pt x="2882093" y="11790"/>
                  </a:lnTo>
                  <a:lnTo>
                    <a:pt x="2939938" y="11962"/>
                  </a:lnTo>
                  <a:lnTo>
                    <a:pt x="2997475" y="12146"/>
                  </a:lnTo>
                  <a:lnTo>
                    <a:pt x="3054945" y="12341"/>
                  </a:lnTo>
                  <a:lnTo>
                    <a:pt x="3112485" y="12546"/>
                  </a:lnTo>
                  <a:lnTo>
                    <a:pt x="3170141" y="12758"/>
                  </a:lnTo>
                  <a:lnTo>
                    <a:pt x="3227897" y="12975"/>
                  </a:lnTo>
                  <a:lnTo>
                    <a:pt x="3285694" y="13194"/>
                  </a:lnTo>
                  <a:lnTo>
                    <a:pt x="3343461" y="13411"/>
                  </a:lnTo>
                  <a:lnTo>
                    <a:pt x="3401134" y="13624"/>
                  </a:lnTo>
                  <a:lnTo>
                    <a:pt x="3458690" y="13830"/>
                  </a:lnTo>
                  <a:lnTo>
                    <a:pt x="3516165" y="14027"/>
                  </a:lnTo>
                  <a:lnTo>
                    <a:pt x="3573679" y="14213"/>
                  </a:lnTo>
                  <a:lnTo>
                    <a:pt x="3631457" y="14387"/>
                  </a:lnTo>
                  <a:lnTo>
                    <a:pt x="3689848" y="14548"/>
                  </a:lnTo>
                  <a:lnTo>
                    <a:pt x="3749355" y="14695"/>
                  </a:lnTo>
                  <a:lnTo>
                    <a:pt x="3810661" y="14829"/>
                  </a:lnTo>
                  <a:lnTo>
                    <a:pt x="3820202" y="14848"/>
                  </a:lnTo>
                  <a:lnTo>
                    <a:pt x="3872137" y="14945"/>
                  </a:lnTo>
                  <a:lnTo>
                    <a:pt x="3926530" y="15034"/>
                  </a:lnTo>
                  <a:lnTo>
                    <a:pt x="3984065" y="15115"/>
                  </a:lnTo>
                  <a:lnTo>
                    <a:pt x="4045497" y="15188"/>
                  </a:lnTo>
                  <a:lnTo>
                    <a:pt x="4111606" y="15254"/>
                  </a:lnTo>
                  <a:lnTo>
                    <a:pt x="4183157" y="15314"/>
                  </a:lnTo>
                  <a:lnTo>
                    <a:pt x="4260848" y="15369"/>
                  </a:lnTo>
                  <a:lnTo>
                    <a:pt x="4345238" y="15418"/>
                  </a:lnTo>
                  <a:lnTo>
                    <a:pt x="4436658" y="15464"/>
                  </a:lnTo>
                  <a:lnTo>
                    <a:pt x="4535090" y="15505"/>
                  </a:lnTo>
                  <a:lnTo>
                    <a:pt x="4640028" y="15542"/>
                  </a:lnTo>
                  <a:lnTo>
                    <a:pt x="4750329" y="15576"/>
                  </a:lnTo>
                  <a:lnTo>
                    <a:pt x="4864092" y="15607"/>
                  </a:lnTo>
                  <a:lnTo>
                    <a:pt x="4978597" y="15633"/>
                  </a:lnTo>
                  <a:lnTo>
                    <a:pt x="5090378" y="15656"/>
                  </a:lnTo>
                  <a:lnTo>
                    <a:pt x="5195468" y="15675"/>
                  </a:lnTo>
                  <a:lnTo>
                    <a:pt x="5289822" y="15691"/>
                  </a:lnTo>
                  <a:lnTo>
                    <a:pt x="5369889" y="15702"/>
                  </a:lnTo>
                  <a:lnTo>
                    <a:pt x="5433199" y="15711"/>
                  </a:lnTo>
                  <a:lnTo>
                    <a:pt x="5478836" y="15716"/>
                  </a:lnTo>
                  <a:lnTo>
                    <a:pt x="5507675" y="15719"/>
                  </a:lnTo>
                  <a:lnTo>
                    <a:pt x="5522359" y="15721"/>
                  </a:lnTo>
                  <a:lnTo>
                    <a:pt x="5527102" y="15721"/>
                  </a:lnTo>
                  <a:lnTo>
                    <a:pt x="5527445" y="15721"/>
                  </a:lnTo>
                  <a:lnTo>
                    <a:pt x="6522385" y="15721"/>
                  </a:lnTo>
                  <a:lnTo>
                    <a:pt x="6523500" y="15753"/>
                  </a:lnTo>
                  <a:lnTo>
                    <a:pt x="6530858" y="15976"/>
                  </a:lnTo>
                  <a:lnTo>
                    <a:pt x="6549513" y="16594"/>
                  </a:lnTo>
                  <a:lnTo>
                    <a:pt x="6583134" y="17812"/>
                  </a:lnTo>
                  <a:lnTo>
                    <a:pt x="6633790" y="19825"/>
                  </a:lnTo>
                  <a:lnTo>
                    <a:pt x="6701797" y="22800"/>
                  </a:lnTo>
                  <a:lnTo>
                    <a:pt x="6785769" y="26863"/>
                  </a:lnTo>
                  <a:lnTo>
                    <a:pt x="6882920" y="32089"/>
                  </a:lnTo>
                  <a:lnTo>
                    <a:pt x="6989571" y="38507"/>
                  </a:lnTo>
                  <a:lnTo>
                    <a:pt x="7101724" y="46113"/>
                  </a:lnTo>
                  <a:lnTo>
                    <a:pt x="7215588" y="54884"/>
                  </a:lnTo>
                  <a:lnTo>
                    <a:pt x="7327943" y="64797"/>
                  </a:lnTo>
                  <a:lnTo>
                    <a:pt x="7436329" y="75845"/>
                  </a:lnTo>
                  <a:lnTo>
                    <a:pt x="7539076" y="88048"/>
                  </a:lnTo>
                  <a:lnTo>
                    <a:pt x="7635229" y="101459"/>
                  </a:lnTo>
                  <a:lnTo>
                    <a:pt x="7724420" y="116167"/>
                  </a:lnTo>
                  <a:lnTo>
                    <a:pt x="7806722" y="132298"/>
                  </a:lnTo>
                  <a:lnTo>
                    <a:pt x="7882519" y="150013"/>
                  </a:lnTo>
                  <a:lnTo>
                    <a:pt x="7952395" y="169505"/>
                  </a:lnTo>
                  <a:lnTo>
                    <a:pt x="8017054" y="190987"/>
                  </a:lnTo>
                  <a:lnTo>
                    <a:pt x="8077253" y="214686"/>
                  </a:lnTo>
                  <a:lnTo>
                    <a:pt x="8133754" y="240815"/>
                  </a:lnTo>
                  <a:lnTo>
                    <a:pt x="8187288" y="269544"/>
                  </a:lnTo>
                  <a:lnTo>
                    <a:pt x="8229629" y="295222"/>
                  </a:lnTo>
                  <a:lnTo>
                    <a:pt x="8281624" y="330428"/>
                  </a:lnTo>
                  <a:lnTo>
                    <a:pt x="8332169" y="368618"/>
                  </a:lnTo>
                  <a:lnTo>
                    <a:pt x="8381719" y="409851"/>
                  </a:lnTo>
                  <a:lnTo>
                    <a:pt x="8430628" y="454115"/>
                  </a:lnTo>
                  <a:lnTo>
                    <a:pt x="8479166" y="501324"/>
                  </a:lnTo>
                  <a:lnTo>
                    <a:pt x="8527530" y="551313"/>
                  </a:lnTo>
                  <a:lnTo>
                    <a:pt x="8575856" y="603830"/>
                  </a:lnTo>
                  <a:lnTo>
                    <a:pt x="8624224" y="658541"/>
                  </a:lnTo>
                  <a:lnTo>
                    <a:pt x="8672671" y="715035"/>
                  </a:lnTo>
                  <a:lnTo>
                    <a:pt x="8721200" y="772834"/>
                  </a:lnTo>
                  <a:lnTo>
                    <a:pt x="8769786" y="831411"/>
                  </a:lnTo>
                  <a:lnTo>
                    <a:pt x="8818389" y="890209"/>
                  </a:lnTo>
                  <a:lnTo>
                    <a:pt x="8866965" y="948660"/>
                  </a:lnTo>
                  <a:lnTo>
                    <a:pt x="8915477" y="1006210"/>
                  </a:lnTo>
                  <a:lnTo>
                    <a:pt x="8963905" y="1062344"/>
                  </a:lnTo>
                  <a:lnTo>
                    <a:pt x="9012259" y="1116596"/>
                  </a:lnTo>
                  <a:lnTo>
                    <a:pt x="9060584" y="1168572"/>
                  </a:lnTo>
                  <a:lnTo>
                    <a:pt x="9108974" y="1217957"/>
                  </a:lnTo>
                  <a:lnTo>
                    <a:pt x="9157576" y="1264517"/>
                  </a:lnTo>
                  <a:lnTo>
                    <a:pt x="9206602" y="1308106"/>
                  </a:lnTo>
                  <a:lnTo>
                    <a:pt x="9256341" y="1348655"/>
                  </a:lnTo>
                  <a:lnTo>
                    <a:pt x="9307167" y="1386169"/>
                  </a:lnTo>
                  <a:lnTo>
                    <a:pt x="9347647" y="1413224"/>
                  </a:lnTo>
                  <a:lnTo>
                    <a:pt x="9399233" y="1444156"/>
                  </a:lnTo>
                  <a:lnTo>
                    <a:pt x="9453240" y="1472418"/>
                  </a:lnTo>
                  <a:lnTo>
                    <a:pt x="9510338" y="1498105"/>
                  </a:lnTo>
                  <a:lnTo>
                    <a:pt x="9571266" y="1521397"/>
                  </a:lnTo>
                  <a:lnTo>
                    <a:pt x="9636790" y="1542512"/>
                  </a:lnTo>
                  <a:lnTo>
                    <a:pt x="9707661" y="1561676"/>
                  </a:lnTo>
                  <a:lnTo>
                    <a:pt x="9784566" y="1579099"/>
                  </a:lnTo>
                  <a:lnTo>
                    <a:pt x="9868060" y="1594969"/>
                  </a:lnTo>
                  <a:lnTo>
                    <a:pt x="9958483" y="1609440"/>
                  </a:lnTo>
                  <a:lnTo>
                    <a:pt x="10055839" y="1622633"/>
                  </a:lnTo>
                  <a:lnTo>
                    <a:pt x="10159668" y="1634629"/>
                  </a:lnTo>
                  <a:lnTo>
                    <a:pt x="10268896" y="1645477"/>
                  </a:lnTo>
                  <a:lnTo>
                    <a:pt x="10381718" y="1655190"/>
                  </a:lnTo>
                  <a:lnTo>
                    <a:pt x="10495534" y="1663757"/>
                  </a:lnTo>
                  <a:lnTo>
                    <a:pt x="10607005" y="1671156"/>
                  </a:lnTo>
                  <a:lnTo>
                    <a:pt x="10712270" y="1677364"/>
                  </a:lnTo>
                  <a:lnTo>
                    <a:pt x="10807349" y="1682381"/>
                  </a:lnTo>
                  <a:lnTo>
                    <a:pt x="10888677" y="1686246"/>
                  </a:lnTo>
                  <a:lnTo>
                    <a:pt x="10953683" y="1689041"/>
                  </a:lnTo>
                  <a:lnTo>
                    <a:pt x="11001265" y="1690901"/>
                  </a:lnTo>
                  <a:lnTo>
                    <a:pt x="11032051" y="1691998"/>
                  </a:lnTo>
                  <a:lnTo>
                    <a:pt x="11048408" y="1692531"/>
                  </a:lnTo>
                  <a:lnTo>
                    <a:pt x="11054262" y="1692707"/>
                  </a:lnTo>
                  <a:lnTo>
                    <a:pt x="11054891" y="1692724"/>
                  </a:lnTo>
                  <a:lnTo>
                    <a:pt x="12049831" y="1692724"/>
                  </a:lnTo>
                  <a:lnTo>
                    <a:pt x="12049831" y="1682243"/>
                  </a:lnTo>
                  <a:lnTo>
                    <a:pt x="11054891" y="1682243"/>
                  </a:lnTo>
                  <a:lnTo>
                    <a:pt x="11053777" y="1682212"/>
                  </a:lnTo>
                  <a:lnTo>
                    <a:pt x="11046419" y="1681988"/>
                  </a:lnTo>
                  <a:lnTo>
                    <a:pt x="11027764" y="1681370"/>
                  </a:lnTo>
                  <a:lnTo>
                    <a:pt x="10994143" y="1680152"/>
                  </a:lnTo>
                  <a:lnTo>
                    <a:pt x="10943487" y="1678140"/>
                  </a:lnTo>
                  <a:lnTo>
                    <a:pt x="10875480" y="1675164"/>
                  </a:lnTo>
                  <a:lnTo>
                    <a:pt x="10791508" y="1671102"/>
                  </a:lnTo>
                  <a:lnTo>
                    <a:pt x="10694356" y="1665876"/>
                  </a:lnTo>
                  <a:lnTo>
                    <a:pt x="10587706" y="1659457"/>
                  </a:lnTo>
                  <a:lnTo>
                    <a:pt x="10475552" y="1651851"/>
                  </a:lnTo>
                  <a:lnTo>
                    <a:pt x="10361688" y="1643080"/>
                  </a:lnTo>
                  <a:lnTo>
                    <a:pt x="10249333" y="1633167"/>
                  </a:lnTo>
                  <a:lnTo>
                    <a:pt x="10140947" y="1622119"/>
                  </a:lnTo>
                  <a:lnTo>
                    <a:pt x="10038201" y="1609916"/>
                  </a:lnTo>
                  <a:lnTo>
                    <a:pt x="9942047" y="1596505"/>
                  </a:lnTo>
                  <a:lnTo>
                    <a:pt x="9852856" y="1581798"/>
                  </a:lnTo>
                  <a:lnTo>
                    <a:pt x="9770554" y="1565667"/>
                  </a:lnTo>
                  <a:lnTo>
                    <a:pt x="9694758" y="1547951"/>
                  </a:lnTo>
                  <a:lnTo>
                    <a:pt x="9624881" y="1528460"/>
                  </a:lnTo>
                  <a:lnTo>
                    <a:pt x="9560222" y="1506977"/>
                  </a:lnTo>
                  <a:lnTo>
                    <a:pt x="9500024" y="1483278"/>
                  </a:lnTo>
                  <a:lnTo>
                    <a:pt x="9443522" y="1457149"/>
                  </a:lnTo>
                  <a:lnTo>
                    <a:pt x="9389989" y="1428420"/>
                  </a:lnTo>
                  <a:lnTo>
                    <a:pt x="9347647" y="1402743"/>
                  </a:lnTo>
                  <a:lnTo>
                    <a:pt x="9295652" y="1367537"/>
                  </a:lnTo>
                  <a:lnTo>
                    <a:pt x="9245108" y="1329346"/>
                  </a:lnTo>
                  <a:lnTo>
                    <a:pt x="9195558" y="1288114"/>
                  </a:lnTo>
                  <a:lnTo>
                    <a:pt x="9146649" y="1243850"/>
                  </a:lnTo>
                  <a:lnTo>
                    <a:pt x="9098111" y="1196640"/>
                  </a:lnTo>
                  <a:lnTo>
                    <a:pt x="9049746" y="1146651"/>
                  </a:lnTo>
                  <a:lnTo>
                    <a:pt x="9001421" y="1094134"/>
                  </a:lnTo>
                  <a:lnTo>
                    <a:pt x="8953053" y="1039423"/>
                  </a:lnTo>
                  <a:lnTo>
                    <a:pt x="8904605" y="982930"/>
                  </a:lnTo>
                  <a:lnTo>
                    <a:pt x="8856076" y="925130"/>
                  </a:lnTo>
                  <a:lnTo>
                    <a:pt x="8807491" y="866553"/>
                  </a:lnTo>
                  <a:lnTo>
                    <a:pt x="8758888" y="807755"/>
                  </a:lnTo>
                  <a:lnTo>
                    <a:pt x="8710312" y="749305"/>
                  </a:lnTo>
                  <a:lnTo>
                    <a:pt x="8661800" y="691754"/>
                  </a:lnTo>
                  <a:lnTo>
                    <a:pt x="8613371" y="635621"/>
                  </a:lnTo>
                  <a:lnTo>
                    <a:pt x="8565017" y="581369"/>
                  </a:lnTo>
                  <a:lnTo>
                    <a:pt x="8516692" y="529392"/>
                  </a:lnTo>
                  <a:lnTo>
                    <a:pt x="8468303" y="480008"/>
                  </a:lnTo>
                  <a:lnTo>
                    <a:pt x="8419701" y="433447"/>
                  </a:lnTo>
                  <a:lnTo>
                    <a:pt x="8370674" y="389858"/>
                  </a:lnTo>
                  <a:lnTo>
                    <a:pt x="8320936" y="349310"/>
                  </a:lnTo>
                  <a:lnTo>
                    <a:pt x="8270110" y="311796"/>
                  </a:lnTo>
                  <a:lnTo>
                    <a:pt x="8229629" y="284741"/>
                  </a:lnTo>
                  <a:lnTo>
                    <a:pt x="8178043" y="253809"/>
                  </a:lnTo>
                  <a:lnTo>
                    <a:pt x="8124037" y="225547"/>
                  </a:lnTo>
                  <a:lnTo>
                    <a:pt x="8066939" y="199860"/>
                  </a:lnTo>
                  <a:lnTo>
                    <a:pt x="8006010" y="176568"/>
                  </a:lnTo>
                  <a:lnTo>
                    <a:pt x="7940486" y="155452"/>
                  </a:lnTo>
                  <a:lnTo>
                    <a:pt x="7869615" y="136288"/>
                  </a:lnTo>
                  <a:lnTo>
                    <a:pt x="7792711" y="118865"/>
                  </a:lnTo>
                  <a:lnTo>
                    <a:pt x="7709216" y="102996"/>
                  </a:lnTo>
                  <a:lnTo>
                    <a:pt x="7618793" y="88524"/>
                  </a:lnTo>
                  <a:lnTo>
                    <a:pt x="7521437" y="75332"/>
                  </a:lnTo>
                  <a:lnTo>
                    <a:pt x="7417609" y="63335"/>
                  </a:lnTo>
                  <a:lnTo>
                    <a:pt x="7308381" y="52487"/>
                  </a:lnTo>
                  <a:lnTo>
                    <a:pt x="7195559" y="42775"/>
                  </a:lnTo>
                  <a:lnTo>
                    <a:pt x="7081743" y="34207"/>
                  </a:lnTo>
                  <a:lnTo>
                    <a:pt x="6970272" y="26809"/>
                  </a:lnTo>
                  <a:lnTo>
                    <a:pt x="6865006" y="20601"/>
                  </a:lnTo>
                  <a:lnTo>
                    <a:pt x="6769927" y="15583"/>
                  </a:lnTo>
                  <a:lnTo>
                    <a:pt x="6688599" y="11719"/>
                  </a:lnTo>
                  <a:lnTo>
                    <a:pt x="6623594" y="8923"/>
                  </a:lnTo>
                  <a:lnTo>
                    <a:pt x="6576012" y="7064"/>
                  </a:lnTo>
                  <a:lnTo>
                    <a:pt x="6545226" y="5966"/>
                  </a:lnTo>
                  <a:lnTo>
                    <a:pt x="6528869" y="5433"/>
                  </a:lnTo>
                  <a:lnTo>
                    <a:pt x="6523014" y="5258"/>
                  </a:lnTo>
                  <a:lnTo>
                    <a:pt x="6522385" y="5240"/>
                  </a:lnTo>
                  <a:lnTo>
                    <a:pt x="5527445" y="5240"/>
                  </a:lnTo>
                  <a:lnTo>
                    <a:pt x="5526309" y="5240"/>
                  </a:lnTo>
                  <a:lnTo>
                    <a:pt x="5518809" y="5239"/>
                  </a:lnTo>
                  <a:lnTo>
                    <a:pt x="5499805" y="5237"/>
                  </a:lnTo>
                  <a:lnTo>
                    <a:pt x="5465578" y="5233"/>
                  </a:lnTo>
                  <a:lnTo>
                    <a:pt x="5414060" y="5227"/>
                  </a:lnTo>
                  <a:lnTo>
                    <a:pt x="5344982" y="5218"/>
                  </a:lnTo>
                  <a:lnTo>
                    <a:pt x="5259816" y="5205"/>
                  </a:lnTo>
                  <a:lnTo>
                    <a:pt x="5161454" y="5188"/>
                  </a:lnTo>
                  <a:lnTo>
                    <a:pt x="5053678" y="5168"/>
                  </a:lnTo>
                  <a:lnTo>
                    <a:pt x="4940566" y="5143"/>
                  </a:lnTo>
                  <a:lnTo>
                    <a:pt x="4825958" y="5116"/>
                  </a:lnTo>
                  <a:lnTo>
                    <a:pt x="4713086" y="5084"/>
                  </a:lnTo>
                  <a:lnTo>
                    <a:pt x="4604400" y="5049"/>
                  </a:lnTo>
                  <a:lnTo>
                    <a:pt x="4501537" y="5010"/>
                  </a:lnTo>
                  <a:lnTo>
                    <a:pt x="4405412" y="4968"/>
                  </a:lnTo>
                  <a:lnTo>
                    <a:pt x="4316352" y="4921"/>
                  </a:lnTo>
                  <a:lnTo>
                    <a:pt x="4234244" y="4870"/>
                  </a:lnTo>
                  <a:lnTo>
                    <a:pt x="4158670" y="4814"/>
                  </a:lnTo>
                  <a:lnTo>
                    <a:pt x="4089013" y="4751"/>
                  </a:lnTo>
                  <a:lnTo>
                    <a:pt x="4024549" y="4683"/>
                  </a:lnTo>
                  <a:lnTo>
                    <a:pt x="3964502" y="4607"/>
                  </a:lnTo>
                  <a:lnTo>
                    <a:pt x="3908095" y="4524"/>
                  </a:lnTo>
                  <a:lnTo>
                    <a:pt x="3854593" y="4433"/>
                  </a:lnTo>
                  <a:lnTo>
                    <a:pt x="3820202" y="4367"/>
                  </a:lnTo>
                  <a:lnTo>
                    <a:pt x="3758548" y="4235"/>
                  </a:lnTo>
                  <a:lnTo>
                    <a:pt x="3698817" y="4090"/>
                  </a:lnTo>
                  <a:lnTo>
                    <a:pt x="3640292" y="3931"/>
                  </a:lnTo>
                  <a:lnTo>
                    <a:pt x="3582447" y="3759"/>
                  </a:lnTo>
                  <a:lnTo>
                    <a:pt x="3524910" y="3575"/>
                  </a:lnTo>
                  <a:lnTo>
                    <a:pt x="3467440" y="3380"/>
                  </a:lnTo>
                  <a:lnTo>
                    <a:pt x="3409900" y="3175"/>
                  </a:lnTo>
                  <a:lnTo>
                    <a:pt x="3352244" y="2962"/>
                  </a:lnTo>
                  <a:lnTo>
                    <a:pt x="3294488" y="2746"/>
                  </a:lnTo>
                  <a:lnTo>
                    <a:pt x="3236691" y="2527"/>
                  </a:lnTo>
                  <a:lnTo>
                    <a:pt x="3178924" y="2310"/>
                  </a:lnTo>
                  <a:lnTo>
                    <a:pt x="3121251" y="2097"/>
                  </a:lnTo>
                  <a:lnTo>
                    <a:pt x="3063695" y="1891"/>
                  </a:lnTo>
                  <a:lnTo>
                    <a:pt x="3006220" y="1694"/>
                  </a:lnTo>
                  <a:lnTo>
                    <a:pt x="2948706" y="1508"/>
                  </a:lnTo>
                  <a:lnTo>
                    <a:pt x="2890928" y="1334"/>
                  </a:lnTo>
                  <a:lnTo>
                    <a:pt x="2832537" y="1173"/>
                  </a:lnTo>
                  <a:lnTo>
                    <a:pt x="2773030" y="1026"/>
                  </a:lnTo>
                  <a:lnTo>
                    <a:pt x="2711724" y="892"/>
                  </a:lnTo>
                  <a:lnTo>
                    <a:pt x="2702183" y="873"/>
                  </a:lnTo>
                  <a:lnTo>
                    <a:pt x="2650248" y="776"/>
                  </a:lnTo>
                  <a:lnTo>
                    <a:pt x="2595855" y="687"/>
                  </a:lnTo>
                  <a:lnTo>
                    <a:pt x="2538320" y="606"/>
                  </a:lnTo>
                  <a:lnTo>
                    <a:pt x="2476888" y="533"/>
                  </a:lnTo>
                  <a:lnTo>
                    <a:pt x="2410779" y="467"/>
                  </a:lnTo>
                  <a:lnTo>
                    <a:pt x="2339228" y="407"/>
                  </a:lnTo>
                  <a:lnTo>
                    <a:pt x="2261537" y="352"/>
                  </a:lnTo>
                  <a:lnTo>
                    <a:pt x="2177147" y="302"/>
                  </a:lnTo>
                  <a:lnTo>
                    <a:pt x="2085727" y="257"/>
                  </a:lnTo>
                  <a:lnTo>
                    <a:pt x="1987295" y="216"/>
                  </a:lnTo>
                  <a:lnTo>
                    <a:pt x="1882357" y="178"/>
                  </a:lnTo>
                  <a:lnTo>
                    <a:pt x="1772056" y="145"/>
                  </a:lnTo>
                  <a:lnTo>
                    <a:pt x="1658293" y="114"/>
                  </a:lnTo>
                  <a:lnTo>
                    <a:pt x="1543788" y="88"/>
                  </a:lnTo>
                  <a:lnTo>
                    <a:pt x="1432007" y="65"/>
                  </a:lnTo>
                  <a:lnTo>
                    <a:pt x="1326917" y="46"/>
                  </a:lnTo>
                  <a:lnTo>
                    <a:pt x="1232563" y="30"/>
                  </a:lnTo>
                  <a:lnTo>
                    <a:pt x="1152496" y="19"/>
                  </a:lnTo>
                  <a:lnTo>
                    <a:pt x="1089186" y="10"/>
                  </a:lnTo>
                  <a:lnTo>
                    <a:pt x="1043549" y="5"/>
                  </a:lnTo>
                  <a:lnTo>
                    <a:pt x="1014710" y="1"/>
                  </a:lnTo>
                  <a:lnTo>
                    <a:pt x="1000026" y="0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66" name="pl765"/>
            <p:cNvSpPr/>
            <p:nvPr/>
          </p:nvSpPr>
          <p:spPr>
            <a:xfrm>
              <a:off x="1199187" y="1294272"/>
              <a:ext cx="12049831" cy="1682243"/>
            </a:xfrm>
            <a:custGeom>
              <a:avLst/>
              <a:pathLst>
                <a:path w="12049831" h="1682243">
                  <a:moveTo>
                    <a:pt x="0" y="0"/>
                  </a:moveTo>
                  <a:lnTo>
                    <a:pt x="994940" y="0"/>
                  </a:lnTo>
                  <a:lnTo>
                    <a:pt x="996076" y="0"/>
                  </a:lnTo>
                  <a:lnTo>
                    <a:pt x="1003576" y="0"/>
                  </a:lnTo>
                  <a:lnTo>
                    <a:pt x="1022580" y="2"/>
                  </a:lnTo>
                  <a:lnTo>
                    <a:pt x="1056807" y="6"/>
                  </a:lnTo>
                  <a:lnTo>
                    <a:pt x="1108325" y="13"/>
                  </a:lnTo>
                  <a:lnTo>
                    <a:pt x="1177403" y="22"/>
                  </a:lnTo>
                  <a:lnTo>
                    <a:pt x="1262569" y="35"/>
                  </a:lnTo>
                  <a:lnTo>
                    <a:pt x="1360931" y="52"/>
                  </a:lnTo>
                  <a:lnTo>
                    <a:pt x="1468707" y="72"/>
                  </a:lnTo>
                  <a:lnTo>
                    <a:pt x="1581819" y="96"/>
                  </a:lnTo>
                  <a:lnTo>
                    <a:pt x="1696427" y="124"/>
                  </a:lnTo>
                  <a:lnTo>
                    <a:pt x="1809299" y="155"/>
                  </a:lnTo>
                  <a:lnTo>
                    <a:pt x="1917985" y="191"/>
                  </a:lnTo>
                  <a:lnTo>
                    <a:pt x="2020848" y="229"/>
                  </a:lnTo>
                  <a:lnTo>
                    <a:pt x="2116973" y="272"/>
                  </a:lnTo>
                  <a:lnTo>
                    <a:pt x="2206033" y="319"/>
                  </a:lnTo>
                  <a:lnTo>
                    <a:pt x="2288141" y="370"/>
                  </a:lnTo>
                  <a:lnTo>
                    <a:pt x="2363715" y="426"/>
                  </a:lnTo>
                  <a:lnTo>
                    <a:pt x="2433372" y="488"/>
                  </a:lnTo>
                  <a:lnTo>
                    <a:pt x="2497836" y="557"/>
                  </a:lnTo>
                  <a:lnTo>
                    <a:pt x="2557883" y="632"/>
                  </a:lnTo>
                  <a:lnTo>
                    <a:pt x="2614290" y="716"/>
                  </a:lnTo>
                  <a:lnTo>
                    <a:pt x="2667792" y="807"/>
                  </a:lnTo>
                  <a:lnTo>
                    <a:pt x="2702183" y="873"/>
                  </a:lnTo>
                  <a:lnTo>
                    <a:pt x="2763837" y="1005"/>
                  </a:lnTo>
                  <a:lnTo>
                    <a:pt x="2823568" y="1150"/>
                  </a:lnTo>
                  <a:lnTo>
                    <a:pt x="2882093" y="1309"/>
                  </a:lnTo>
                  <a:lnTo>
                    <a:pt x="2939938" y="1480"/>
                  </a:lnTo>
                  <a:lnTo>
                    <a:pt x="2997475" y="1665"/>
                  </a:lnTo>
                  <a:lnTo>
                    <a:pt x="3054945" y="1860"/>
                  </a:lnTo>
                  <a:lnTo>
                    <a:pt x="3112485" y="2065"/>
                  </a:lnTo>
                  <a:lnTo>
                    <a:pt x="3170141" y="2277"/>
                  </a:lnTo>
                  <a:lnTo>
                    <a:pt x="3227897" y="2494"/>
                  </a:lnTo>
                  <a:lnTo>
                    <a:pt x="3285694" y="2712"/>
                  </a:lnTo>
                  <a:lnTo>
                    <a:pt x="3343461" y="2930"/>
                  </a:lnTo>
                  <a:lnTo>
                    <a:pt x="3401134" y="3143"/>
                  </a:lnTo>
                  <a:lnTo>
                    <a:pt x="3458690" y="3349"/>
                  </a:lnTo>
                  <a:lnTo>
                    <a:pt x="3516165" y="3546"/>
                  </a:lnTo>
                  <a:lnTo>
                    <a:pt x="3573679" y="3732"/>
                  </a:lnTo>
                  <a:lnTo>
                    <a:pt x="3631457" y="3906"/>
                  </a:lnTo>
                  <a:lnTo>
                    <a:pt x="3689848" y="4066"/>
                  </a:lnTo>
                  <a:lnTo>
                    <a:pt x="3749355" y="4214"/>
                  </a:lnTo>
                  <a:lnTo>
                    <a:pt x="3810661" y="4347"/>
                  </a:lnTo>
                  <a:lnTo>
                    <a:pt x="3820202" y="4367"/>
                  </a:lnTo>
                  <a:lnTo>
                    <a:pt x="3872137" y="4464"/>
                  </a:lnTo>
                  <a:lnTo>
                    <a:pt x="3926530" y="4553"/>
                  </a:lnTo>
                  <a:lnTo>
                    <a:pt x="3984065" y="4633"/>
                  </a:lnTo>
                  <a:lnTo>
                    <a:pt x="4045497" y="4707"/>
                  </a:lnTo>
                  <a:lnTo>
                    <a:pt x="4111606" y="4773"/>
                  </a:lnTo>
                  <a:lnTo>
                    <a:pt x="4183157" y="4833"/>
                  </a:lnTo>
                  <a:lnTo>
                    <a:pt x="4260848" y="4887"/>
                  </a:lnTo>
                  <a:lnTo>
                    <a:pt x="4345238" y="4937"/>
                  </a:lnTo>
                  <a:lnTo>
                    <a:pt x="4436658" y="4982"/>
                  </a:lnTo>
                  <a:lnTo>
                    <a:pt x="4535090" y="5024"/>
                  </a:lnTo>
                  <a:lnTo>
                    <a:pt x="4640028" y="5061"/>
                  </a:lnTo>
                  <a:lnTo>
                    <a:pt x="4750329" y="5095"/>
                  </a:lnTo>
                  <a:lnTo>
                    <a:pt x="4864092" y="5125"/>
                  </a:lnTo>
                  <a:lnTo>
                    <a:pt x="4978597" y="5152"/>
                  </a:lnTo>
                  <a:lnTo>
                    <a:pt x="5090378" y="5175"/>
                  </a:lnTo>
                  <a:lnTo>
                    <a:pt x="5195468" y="5194"/>
                  </a:lnTo>
                  <a:lnTo>
                    <a:pt x="5289822" y="5209"/>
                  </a:lnTo>
                  <a:lnTo>
                    <a:pt x="5369889" y="5221"/>
                  </a:lnTo>
                  <a:lnTo>
                    <a:pt x="5433199" y="5230"/>
                  </a:lnTo>
                  <a:lnTo>
                    <a:pt x="5478836" y="5235"/>
                  </a:lnTo>
                  <a:lnTo>
                    <a:pt x="5507675" y="5238"/>
                  </a:lnTo>
                  <a:lnTo>
                    <a:pt x="5522359" y="5240"/>
                  </a:lnTo>
                  <a:lnTo>
                    <a:pt x="5527102" y="524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0" y="5272"/>
                  </a:lnTo>
                  <a:lnTo>
                    <a:pt x="6530858" y="5495"/>
                  </a:lnTo>
                  <a:lnTo>
                    <a:pt x="6549513" y="6113"/>
                  </a:lnTo>
                  <a:lnTo>
                    <a:pt x="6583134" y="7331"/>
                  </a:lnTo>
                  <a:lnTo>
                    <a:pt x="6633790" y="9344"/>
                  </a:lnTo>
                  <a:lnTo>
                    <a:pt x="6701797" y="12319"/>
                  </a:lnTo>
                  <a:lnTo>
                    <a:pt x="6785769" y="16382"/>
                  </a:lnTo>
                  <a:lnTo>
                    <a:pt x="6882920" y="21608"/>
                  </a:lnTo>
                  <a:lnTo>
                    <a:pt x="6989571" y="28026"/>
                  </a:lnTo>
                  <a:lnTo>
                    <a:pt x="7101724" y="35632"/>
                  </a:lnTo>
                  <a:lnTo>
                    <a:pt x="7215588" y="44403"/>
                  </a:lnTo>
                  <a:lnTo>
                    <a:pt x="7327943" y="54316"/>
                  </a:lnTo>
                  <a:lnTo>
                    <a:pt x="7436329" y="65364"/>
                  </a:lnTo>
                  <a:lnTo>
                    <a:pt x="7539076" y="77567"/>
                  </a:lnTo>
                  <a:lnTo>
                    <a:pt x="7635229" y="90978"/>
                  </a:lnTo>
                  <a:lnTo>
                    <a:pt x="7724420" y="105686"/>
                  </a:lnTo>
                  <a:lnTo>
                    <a:pt x="7806722" y="121817"/>
                  </a:lnTo>
                  <a:lnTo>
                    <a:pt x="7882519" y="139532"/>
                  </a:lnTo>
                  <a:lnTo>
                    <a:pt x="7952395" y="159024"/>
                  </a:lnTo>
                  <a:lnTo>
                    <a:pt x="8017054" y="180506"/>
                  </a:lnTo>
                  <a:lnTo>
                    <a:pt x="8077253" y="204205"/>
                  </a:lnTo>
                  <a:lnTo>
                    <a:pt x="8133754" y="230334"/>
                  </a:lnTo>
                  <a:lnTo>
                    <a:pt x="8187288" y="259063"/>
                  </a:lnTo>
                  <a:lnTo>
                    <a:pt x="8229629" y="284741"/>
                  </a:lnTo>
                  <a:lnTo>
                    <a:pt x="8281624" y="319947"/>
                  </a:lnTo>
                  <a:lnTo>
                    <a:pt x="8332169" y="358137"/>
                  </a:lnTo>
                  <a:lnTo>
                    <a:pt x="8381719" y="399370"/>
                  </a:lnTo>
                  <a:lnTo>
                    <a:pt x="8430628" y="443633"/>
                  </a:lnTo>
                  <a:lnTo>
                    <a:pt x="8479166" y="490843"/>
                  </a:lnTo>
                  <a:lnTo>
                    <a:pt x="8527530" y="540832"/>
                  </a:lnTo>
                  <a:lnTo>
                    <a:pt x="8575856" y="593349"/>
                  </a:lnTo>
                  <a:lnTo>
                    <a:pt x="8624224" y="648060"/>
                  </a:lnTo>
                  <a:lnTo>
                    <a:pt x="8672671" y="704554"/>
                  </a:lnTo>
                  <a:lnTo>
                    <a:pt x="8721200" y="762353"/>
                  </a:lnTo>
                  <a:lnTo>
                    <a:pt x="8769786" y="820930"/>
                  </a:lnTo>
                  <a:lnTo>
                    <a:pt x="8818389" y="879728"/>
                  </a:lnTo>
                  <a:lnTo>
                    <a:pt x="8866965" y="938178"/>
                  </a:lnTo>
                  <a:lnTo>
                    <a:pt x="8915477" y="995729"/>
                  </a:lnTo>
                  <a:lnTo>
                    <a:pt x="8963905" y="1051862"/>
                  </a:lnTo>
                  <a:lnTo>
                    <a:pt x="9012259" y="1106114"/>
                  </a:lnTo>
                  <a:lnTo>
                    <a:pt x="9060584" y="1158091"/>
                  </a:lnTo>
                  <a:lnTo>
                    <a:pt x="9108974" y="1207475"/>
                  </a:lnTo>
                  <a:lnTo>
                    <a:pt x="9157576" y="1254036"/>
                  </a:lnTo>
                  <a:lnTo>
                    <a:pt x="9206602" y="1297625"/>
                  </a:lnTo>
                  <a:lnTo>
                    <a:pt x="9256341" y="1338173"/>
                  </a:lnTo>
                  <a:lnTo>
                    <a:pt x="9307167" y="1375688"/>
                  </a:lnTo>
                  <a:lnTo>
                    <a:pt x="9347647" y="1402743"/>
                  </a:lnTo>
                  <a:lnTo>
                    <a:pt x="9399233" y="1433674"/>
                  </a:lnTo>
                  <a:lnTo>
                    <a:pt x="9453240" y="1461937"/>
                  </a:lnTo>
                  <a:lnTo>
                    <a:pt x="9510338" y="1487623"/>
                  </a:lnTo>
                  <a:lnTo>
                    <a:pt x="9571266" y="1510916"/>
                  </a:lnTo>
                  <a:lnTo>
                    <a:pt x="9636790" y="1532031"/>
                  </a:lnTo>
                  <a:lnTo>
                    <a:pt x="9707661" y="1551195"/>
                  </a:lnTo>
                  <a:lnTo>
                    <a:pt x="9784566" y="1568618"/>
                  </a:lnTo>
                  <a:lnTo>
                    <a:pt x="9868060" y="1584488"/>
                  </a:lnTo>
                  <a:lnTo>
                    <a:pt x="9958483" y="1598959"/>
                  </a:lnTo>
                  <a:lnTo>
                    <a:pt x="10055839" y="1612151"/>
                  </a:lnTo>
                  <a:lnTo>
                    <a:pt x="10159668" y="1624148"/>
                  </a:lnTo>
                  <a:lnTo>
                    <a:pt x="10268896" y="1634996"/>
                  </a:lnTo>
                  <a:lnTo>
                    <a:pt x="10381718" y="1644709"/>
                  </a:lnTo>
                  <a:lnTo>
                    <a:pt x="10495534" y="1653276"/>
                  </a:lnTo>
                  <a:lnTo>
                    <a:pt x="10607005" y="1660674"/>
                  </a:lnTo>
                  <a:lnTo>
                    <a:pt x="10712270" y="1666882"/>
                  </a:lnTo>
                  <a:lnTo>
                    <a:pt x="10807349" y="1671900"/>
                  </a:lnTo>
                  <a:lnTo>
                    <a:pt x="10888677" y="1675764"/>
                  </a:lnTo>
                  <a:lnTo>
                    <a:pt x="10953683" y="1678560"/>
                  </a:lnTo>
                  <a:lnTo>
                    <a:pt x="11001265" y="1680419"/>
                  </a:lnTo>
                  <a:lnTo>
                    <a:pt x="11032051" y="1681517"/>
                  </a:lnTo>
                  <a:lnTo>
                    <a:pt x="11048408" y="1682050"/>
                  </a:lnTo>
                  <a:lnTo>
                    <a:pt x="11054262" y="1682226"/>
                  </a:lnTo>
                  <a:lnTo>
                    <a:pt x="11054891" y="1682243"/>
                  </a:lnTo>
                  <a:lnTo>
                    <a:pt x="12049831" y="1682243"/>
                  </a:lnTo>
                  <a:lnTo>
                    <a:pt x="12049831" y="16822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7" name="pl766"/>
            <p:cNvSpPr/>
            <p:nvPr/>
          </p:nvSpPr>
          <p:spPr>
            <a:xfrm>
              <a:off x="1199187" y="1283790"/>
              <a:ext cx="12049831" cy="1682243"/>
            </a:xfrm>
            <a:custGeom>
              <a:avLst/>
              <a:pathLst>
                <a:path w="12049831" h="1682243">
                  <a:moveTo>
                    <a:pt x="12049831" y="1682243"/>
                  </a:moveTo>
                  <a:lnTo>
                    <a:pt x="11054891" y="1682243"/>
                  </a:lnTo>
                  <a:lnTo>
                    <a:pt x="11053777" y="1682212"/>
                  </a:lnTo>
                  <a:lnTo>
                    <a:pt x="11046419" y="1681988"/>
                  </a:lnTo>
                  <a:lnTo>
                    <a:pt x="11027764" y="1681370"/>
                  </a:lnTo>
                  <a:lnTo>
                    <a:pt x="10994143" y="1680152"/>
                  </a:lnTo>
                  <a:lnTo>
                    <a:pt x="10943487" y="1678140"/>
                  </a:lnTo>
                  <a:lnTo>
                    <a:pt x="10875480" y="1675164"/>
                  </a:lnTo>
                  <a:lnTo>
                    <a:pt x="10791508" y="1671102"/>
                  </a:lnTo>
                  <a:lnTo>
                    <a:pt x="10694356" y="1665876"/>
                  </a:lnTo>
                  <a:lnTo>
                    <a:pt x="10587706" y="1659457"/>
                  </a:lnTo>
                  <a:lnTo>
                    <a:pt x="10475552" y="1651851"/>
                  </a:lnTo>
                  <a:lnTo>
                    <a:pt x="10361688" y="1643080"/>
                  </a:lnTo>
                  <a:lnTo>
                    <a:pt x="10249333" y="1633167"/>
                  </a:lnTo>
                  <a:lnTo>
                    <a:pt x="10140947" y="1622119"/>
                  </a:lnTo>
                  <a:lnTo>
                    <a:pt x="10038201" y="1609916"/>
                  </a:lnTo>
                  <a:lnTo>
                    <a:pt x="9942047" y="1596505"/>
                  </a:lnTo>
                  <a:lnTo>
                    <a:pt x="9852856" y="1581798"/>
                  </a:lnTo>
                  <a:lnTo>
                    <a:pt x="9770554" y="1565667"/>
                  </a:lnTo>
                  <a:lnTo>
                    <a:pt x="9694758" y="1547951"/>
                  </a:lnTo>
                  <a:lnTo>
                    <a:pt x="9624881" y="1528460"/>
                  </a:lnTo>
                  <a:lnTo>
                    <a:pt x="9560222" y="1506977"/>
                  </a:lnTo>
                  <a:lnTo>
                    <a:pt x="9500024" y="1483278"/>
                  </a:lnTo>
                  <a:lnTo>
                    <a:pt x="9443522" y="1457149"/>
                  </a:lnTo>
                  <a:lnTo>
                    <a:pt x="9389989" y="1428420"/>
                  </a:lnTo>
                  <a:lnTo>
                    <a:pt x="9347647" y="1402743"/>
                  </a:lnTo>
                  <a:lnTo>
                    <a:pt x="9295652" y="1367537"/>
                  </a:lnTo>
                  <a:lnTo>
                    <a:pt x="9245108" y="1329346"/>
                  </a:lnTo>
                  <a:lnTo>
                    <a:pt x="9195558" y="1288114"/>
                  </a:lnTo>
                  <a:lnTo>
                    <a:pt x="9146649" y="1243850"/>
                  </a:lnTo>
                  <a:lnTo>
                    <a:pt x="9098111" y="1196640"/>
                  </a:lnTo>
                  <a:lnTo>
                    <a:pt x="9049746" y="1146651"/>
                  </a:lnTo>
                  <a:lnTo>
                    <a:pt x="9001421" y="1094134"/>
                  </a:lnTo>
                  <a:lnTo>
                    <a:pt x="8953053" y="1039423"/>
                  </a:lnTo>
                  <a:lnTo>
                    <a:pt x="8904605" y="982930"/>
                  </a:lnTo>
                  <a:lnTo>
                    <a:pt x="8856076" y="925130"/>
                  </a:lnTo>
                  <a:lnTo>
                    <a:pt x="8807491" y="866553"/>
                  </a:lnTo>
                  <a:lnTo>
                    <a:pt x="8758888" y="807755"/>
                  </a:lnTo>
                  <a:lnTo>
                    <a:pt x="8710312" y="749305"/>
                  </a:lnTo>
                  <a:lnTo>
                    <a:pt x="8661800" y="691754"/>
                  </a:lnTo>
                  <a:lnTo>
                    <a:pt x="8613371" y="635621"/>
                  </a:lnTo>
                  <a:lnTo>
                    <a:pt x="8565017" y="581369"/>
                  </a:lnTo>
                  <a:lnTo>
                    <a:pt x="8516692" y="529392"/>
                  </a:lnTo>
                  <a:lnTo>
                    <a:pt x="8468303" y="480008"/>
                  </a:lnTo>
                  <a:lnTo>
                    <a:pt x="8419701" y="433447"/>
                  </a:lnTo>
                  <a:lnTo>
                    <a:pt x="8370674" y="389858"/>
                  </a:lnTo>
                  <a:lnTo>
                    <a:pt x="8320936" y="349310"/>
                  </a:lnTo>
                  <a:lnTo>
                    <a:pt x="8270110" y="311796"/>
                  </a:lnTo>
                  <a:lnTo>
                    <a:pt x="8229629" y="284741"/>
                  </a:lnTo>
                  <a:lnTo>
                    <a:pt x="8178043" y="253809"/>
                  </a:lnTo>
                  <a:lnTo>
                    <a:pt x="8124037" y="225547"/>
                  </a:lnTo>
                  <a:lnTo>
                    <a:pt x="8066939" y="199860"/>
                  </a:lnTo>
                  <a:lnTo>
                    <a:pt x="8006010" y="176568"/>
                  </a:lnTo>
                  <a:lnTo>
                    <a:pt x="7940486" y="155452"/>
                  </a:lnTo>
                  <a:lnTo>
                    <a:pt x="7869615" y="136288"/>
                  </a:lnTo>
                  <a:lnTo>
                    <a:pt x="7792711" y="118865"/>
                  </a:lnTo>
                  <a:lnTo>
                    <a:pt x="7709216" y="102996"/>
                  </a:lnTo>
                  <a:lnTo>
                    <a:pt x="7618793" y="88524"/>
                  </a:lnTo>
                  <a:lnTo>
                    <a:pt x="7521437" y="75332"/>
                  </a:lnTo>
                  <a:lnTo>
                    <a:pt x="7417609" y="63335"/>
                  </a:lnTo>
                  <a:lnTo>
                    <a:pt x="7308381" y="52487"/>
                  </a:lnTo>
                  <a:lnTo>
                    <a:pt x="7195559" y="42775"/>
                  </a:lnTo>
                  <a:lnTo>
                    <a:pt x="7081743" y="34207"/>
                  </a:lnTo>
                  <a:lnTo>
                    <a:pt x="6970272" y="26809"/>
                  </a:lnTo>
                  <a:lnTo>
                    <a:pt x="6865006" y="20601"/>
                  </a:lnTo>
                  <a:lnTo>
                    <a:pt x="6769927" y="15583"/>
                  </a:lnTo>
                  <a:lnTo>
                    <a:pt x="6688599" y="11719"/>
                  </a:lnTo>
                  <a:lnTo>
                    <a:pt x="6623594" y="8923"/>
                  </a:lnTo>
                  <a:lnTo>
                    <a:pt x="6576012" y="7064"/>
                  </a:lnTo>
                  <a:lnTo>
                    <a:pt x="6545226" y="5966"/>
                  </a:lnTo>
                  <a:lnTo>
                    <a:pt x="6528869" y="5433"/>
                  </a:lnTo>
                  <a:lnTo>
                    <a:pt x="6523014" y="5258"/>
                  </a:lnTo>
                  <a:lnTo>
                    <a:pt x="6522385" y="5240"/>
                  </a:lnTo>
                  <a:lnTo>
                    <a:pt x="5527445" y="5240"/>
                  </a:lnTo>
                  <a:lnTo>
                    <a:pt x="5526309" y="5240"/>
                  </a:lnTo>
                  <a:lnTo>
                    <a:pt x="5518809" y="5239"/>
                  </a:lnTo>
                  <a:lnTo>
                    <a:pt x="5499805" y="5237"/>
                  </a:lnTo>
                  <a:lnTo>
                    <a:pt x="5465578" y="5233"/>
                  </a:lnTo>
                  <a:lnTo>
                    <a:pt x="5414060" y="5227"/>
                  </a:lnTo>
                  <a:lnTo>
                    <a:pt x="5344982" y="5218"/>
                  </a:lnTo>
                  <a:lnTo>
                    <a:pt x="5259816" y="5205"/>
                  </a:lnTo>
                  <a:lnTo>
                    <a:pt x="5161454" y="5188"/>
                  </a:lnTo>
                  <a:lnTo>
                    <a:pt x="5053678" y="5168"/>
                  </a:lnTo>
                  <a:lnTo>
                    <a:pt x="4940566" y="5143"/>
                  </a:lnTo>
                  <a:lnTo>
                    <a:pt x="4825958" y="5116"/>
                  </a:lnTo>
                  <a:lnTo>
                    <a:pt x="4713086" y="5084"/>
                  </a:lnTo>
                  <a:lnTo>
                    <a:pt x="4604400" y="5049"/>
                  </a:lnTo>
                  <a:lnTo>
                    <a:pt x="4501537" y="5010"/>
                  </a:lnTo>
                  <a:lnTo>
                    <a:pt x="4405412" y="4968"/>
                  </a:lnTo>
                  <a:lnTo>
                    <a:pt x="4316352" y="4921"/>
                  </a:lnTo>
                  <a:lnTo>
                    <a:pt x="4234244" y="4870"/>
                  </a:lnTo>
                  <a:lnTo>
                    <a:pt x="4158670" y="4814"/>
                  </a:lnTo>
                  <a:lnTo>
                    <a:pt x="4089013" y="4751"/>
                  </a:lnTo>
                  <a:lnTo>
                    <a:pt x="4024549" y="4683"/>
                  </a:lnTo>
                  <a:lnTo>
                    <a:pt x="3964502" y="4607"/>
                  </a:lnTo>
                  <a:lnTo>
                    <a:pt x="3908095" y="4524"/>
                  </a:lnTo>
                  <a:lnTo>
                    <a:pt x="3854593" y="4433"/>
                  </a:lnTo>
                  <a:lnTo>
                    <a:pt x="3820202" y="4367"/>
                  </a:lnTo>
                  <a:lnTo>
                    <a:pt x="3758548" y="4235"/>
                  </a:lnTo>
                  <a:lnTo>
                    <a:pt x="3698817" y="4090"/>
                  </a:lnTo>
                  <a:lnTo>
                    <a:pt x="3640292" y="3931"/>
                  </a:lnTo>
                  <a:lnTo>
                    <a:pt x="3582447" y="3759"/>
                  </a:lnTo>
                  <a:lnTo>
                    <a:pt x="3524910" y="3575"/>
                  </a:lnTo>
                  <a:lnTo>
                    <a:pt x="3467440" y="3380"/>
                  </a:lnTo>
                  <a:lnTo>
                    <a:pt x="3409900" y="3175"/>
                  </a:lnTo>
                  <a:lnTo>
                    <a:pt x="3352244" y="2962"/>
                  </a:lnTo>
                  <a:lnTo>
                    <a:pt x="3294488" y="2746"/>
                  </a:lnTo>
                  <a:lnTo>
                    <a:pt x="3236691" y="2527"/>
                  </a:lnTo>
                  <a:lnTo>
                    <a:pt x="3178924" y="2310"/>
                  </a:lnTo>
                  <a:lnTo>
                    <a:pt x="3121251" y="2097"/>
                  </a:lnTo>
                  <a:lnTo>
                    <a:pt x="3063695" y="1891"/>
                  </a:lnTo>
                  <a:lnTo>
                    <a:pt x="3006220" y="1694"/>
                  </a:lnTo>
                  <a:lnTo>
                    <a:pt x="2948706" y="1508"/>
                  </a:lnTo>
                  <a:lnTo>
                    <a:pt x="2890928" y="1334"/>
                  </a:lnTo>
                  <a:lnTo>
                    <a:pt x="2832537" y="1173"/>
                  </a:lnTo>
                  <a:lnTo>
                    <a:pt x="2773030" y="1026"/>
                  </a:lnTo>
                  <a:lnTo>
                    <a:pt x="2711724" y="892"/>
                  </a:lnTo>
                  <a:lnTo>
                    <a:pt x="2702183" y="873"/>
                  </a:lnTo>
                  <a:lnTo>
                    <a:pt x="2650248" y="776"/>
                  </a:lnTo>
                  <a:lnTo>
                    <a:pt x="2595855" y="687"/>
                  </a:lnTo>
                  <a:lnTo>
                    <a:pt x="2538320" y="606"/>
                  </a:lnTo>
                  <a:lnTo>
                    <a:pt x="2476888" y="533"/>
                  </a:lnTo>
                  <a:lnTo>
                    <a:pt x="2410779" y="467"/>
                  </a:lnTo>
                  <a:lnTo>
                    <a:pt x="2339228" y="407"/>
                  </a:lnTo>
                  <a:lnTo>
                    <a:pt x="2261537" y="352"/>
                  </a:lnTo>
                  <a:lnTo>
                    <a:pt x="2177147" y="302"/>
                  </a:lnTo>
                  <a:lnTo>
                    <a:pt x="2085727" y="257"/>
                  </a:lnTo>
                  <a:lnTo>
                    <a:pt x="1987295" y="216"/>
                  </a:lnTo>
                  <a:lnTo>
                    <a:pt x="1882357" y="178"/>
                  </a:lnTo>
                  <a:lnTo>
                    <a:pt x="1772056" y="145"/>
                  </a:lnTo>
                  <a:lnTo>
                    <a:pt x="1658293" y="114"/>
                  </a:lnTo>
                  <a:lnTo>
                    <a:pt x="1543788" y="88"/>
                  </a:lnTo>
                  <a:lnTo>
                    <a:pt x="1432007" y="65"/>
                  </a:lnTo>
                  <a:lnTo>
                    <a:pt x="1326917" y="46"/>
                  </a:lnTo>
                  <a:lnTo>
                    <a:pt x="1232563" y="30"/>
                  </a:lnTo>
                  <a:lnTo>
                    <a:pt x="1152496" y="19"/>
                  </a:lnTo>
                  <a:lnTo>
                    <a:pt x="1089186" y="10"/>
                  </a:lnTo>
                  <a:lnTo>
                    <a:pt x="1043549" y="5"/>
                  </a:lnTo>
                  <a:lnTo>
                    <a:pt x="1014710" y="1"/>
                  </a:lnTo>
                  <a:lnTo>
                    <a:pt x="1000026" y="0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8" name="pg767"/>
            <p:cNvSpPr/>
            <p:nvPr/>
          </p:nvSpPr>
          <p:spPr>
            <a:xfrm>
              <a:off x="1199187" y="1294272"/>
              <a:ext cx="12049831" cy="1954756"/>
            </a:xfrm>
            <a:custGeom>
              <a:avLst/>
              <a:pathLst>
                <a:path w="12049831" h="1954756">
                  <a:moveTo>
                    <a:pt x="0" y="10481"/>
                  </a:moveTo>
                  <a:lnTo>
                    <a:pt x="994940" y="10481"/>
                  </a:lnTo>
                  <a:lnTo>
                    <a:pt x="996076" y="10481"/>
                  </a:lnTo>
                  <a:lnTo>
                    <a:pt x="1003576" y="10485"/>
                  </a:lnTo>
                  <a:lnTo>
                    <a:pt x="1022580" y="10495"/>
                  </a:lnTo>
                  <a:lnTo>
                    <a:pt x="1056807" y="10514"/>
                  </a:lnTo>
                  <a:lnTo>
                    <a:pt x="1108324" y="10546"/>
                  </a:lnTo>
                  <a:lnTo>
                    <a:pt x="1177402" y="10594"/>
                  </a:lnTo>
                  <a:lnTo>
                    <a:pt x="1262568" y="10658"/>
                  </a:lnTo>
                  <a:lnTo>
                    <a:pt x="1360930" y="10741"/>
                  </a:lnTo>
                  <a:lnTo>
                    <a:pt x="1468705" y="10843"/>
                  </a:lnTo>
                  <a:lnTo>
                    <a:pt x="1581817" y="10964"/>
                  </a:lnTo>
                  <a:lnTo>
                    <a:pt x="1696425" y="11103"/>
                  </a:lnTo>
                  <a:lnTo>
                    <a:pt x="1809297" y="11261"/>
                  </a:lnTo>
                  <a:lnTo>
                    <a:pt x="1917983" y="11436"/>
                  </a:lnTo>
                  <a:lnTo>
                    <a:pt x="2020846" y="11630"/>
                  </a:lnTo>
                  <a:lnTo>
                    <a:pt x="2116971" y="11842"/>
                  </a:lnTo>
                  <a:lnTo>
                    <a:pt x="2206031" y="12076"/>
                  </a:lnTo>
                  <a:lnTo>
                    <a:pt x="2288139" y="12332"/>
                  </a:lnTo>
                  <a:lnTo>
                    <a:pt x="2363713" y="12614"/>
                  </a:lnTo>
                  <a:lnTo>
                    <a:pt x="2433370" y="12924"/>
                  </a:lnTo>
                  <a:lnTo>
                    <a:pt x="2497834" y="13266"/>
                  </a:lnTo>
                  <a:lnTo>
                    <a:pt x="2557881" y="13644"/>
                  </a:lnTo>
                  <a:lnTo>
                    <a:pt x="2614288" y="14061"/>
                  </a:lnTo>
                  <a:lnTo>
                    <a:pt x="2667790" y="14519"/>
                  </a:lnTo>
                  <a:lnTo>
                    <a:pt x="2702183" y="14848"/>
                  </a:lnTo>
                  <a:lnTo>
                    <a:pt x="2763834" y="15507"/>
                  </a:lnTo>
                  <a:lnTo>
                    <a:pt x="2823562" y="16233"/>
                  </a:lnTo>
                  <a:lnTo>
                    <a:pt x="2882083" y="17026"/>
                  </a:lnTo>
                  <a:lnTo>
                    <a:pt x="2939925" y="17885"/>
                  </a:lnTo>
                  <a:lnTo>
                    <a:pt x="2997458" y="18806"/>
                  </a:lnTo>
                  <a:lnTo>
                    <a:pt x="3054925" y="19783"/>
                  </a:lnTo>
                  <a:lnTo>
                    <a:pt x="3112461" y="20808"/>
                  </a:lnTo>
                  <a:lnTo>
                    <a:pt x="3170114" y="21869"/>
                  </a:lnTo>
                  <a:lnTo>
                    <a:pt x="3227866" y="22953"/>
                  </a:lnTo>
                  <a:lnTo>
                    <a:pt x="3285660" y="24045"/>
                  </a:lnTo>
                  <a:lnTo>
                    <a:pt x="3343424" y="25131"/>
                  </a:lnTo>
                  <a:lnTo>
                    <a:pt x="3401094" y="26196"/>
                  </a:lnTo>
                  <a:lnTo>
                    <a:pt x="3458647" y="27227"/>
                  </a:lnTo>
                  <a:lnTo>
                    <a:pt x="3516118" y="28212"/>
                  </a:lnTo>
                  <a:lnTo>
                    <a:pt x="3573628" y="29143"/>
                  </a:lnTo>
                  <a:lnTo>
                    <a:pt x="3631402" y="30012"/>
                  </a:lnTo>
                  <a:lnTo>
                    <a:pt x="3689789" y="30815"/>
                  </a:lnTo>
                  <a:lnTo>
                    <a:pt x="3749291" y="31551"/>
                  </a:lnTo>
                  <a:lnTo>
                    <a:pt x="3810591" y="32220"/>
                  </a:lnTo>
                  <a:lnTo>
                    <a:pt x="3820202" y="32317"/>
                  </a:lnTo>
                  <a:lnTo>
                    <a:pt x="3872137" y="32803"/>
                  </a:lnTo>
                  <a:lnTo>
                    <a:pt x="3926529" y="33247"/>
                  </a:lnTo>
                  <a:lnTo>
                    <a:pt x="3984064" y="33651"/>
                  </a:lnTo>
                  <a:lnTo>
                    <a:pt x="4045496" y="34016"/>
                  </a:lnTo>
                  <a:lnTo>
                    <a:pt x="4111605" y="34347"/>
                  </a:lnTo>
                  <a:lnTo>
                    <a:pt x="4183156" y="34648"/>
                  </a:lnTo>
                  <a:lnTo>
                    <a:pt x="4260847" y="34921"/>
                  </a:lnTo>
                  <a:lnTo>
                    <a:pt x="4345237" y="35169"/>
                  </a:lnTo>
                  <a:lnTo>
                    <a:pt x="4436656" y="35395"/>
                  </a:lnTo>
                  <a:lnTo>
                    <a:pt x="4535088" y="35602"/>
                  </a:lnTo>
                  <a:lnTo>
                    <a:pt x="4640026" y="35789"/>
                  </a:lnTo>
                  <a:lnTo>
                    <a:pt x="4750327" y="35958"/>
                  </a:lnTo>
                  <a:lnTo>
                    <a:pt x="4864090" y="36110"/>
                  </a:lnTo>
                  <a:lnTo>
                    <a:pt x="4978594" y="36243"/>
                  </a:lnTo>
                  <a:lnTo>
                    <a:pt x="5090376" y="36357"/>
                  </a:lnTo>
                  <a:lnTo>
                    <a:pt x="5195466" y="36453"/>
                  </a:lnTo>
                  <a:lnTo>
                    <a:pt x="5289820" y="36530"/>
                  </a:lnTo>
                  <a:lnTo>
                    <a:pt x="5369887" y="36589"/>
                  </a:lnTo>
                  <a:lnTo>
                    <a:pt x="5433197" y="36631"/>
                  </a:lnTo>
                  <a:lnTo>
                    <a:pt x="5478835" y="36658"/>
                  </a:lnTo>
                  <a:lnTo>
                    <a:pt x="5507674" y="36674"/>
                  </a:lnTo>
                  <a:lnTo>
                    <a:pt x="5522359" y="36682"/>
                  </a:lnTo>
                  <a:lnTo>
                    <a:pt x="5527102" y="36684"/>
                  </a:lnTo>
                  <a:lnTo>
                    <a:pt x="5527445" y="36684"/>
                  </a:lnTo>
                  <a:lnTo>
                    <a:pt x="6522385" y="36684"/>
                  </a:lnTo>
                  <a:lnTo>
                    <a:pt x="6523493" y="36720"/>
                  </a:lnTo>
                  <a:lnTo>
                    <a:pt x="6530809" y="36974"/>
                  </a:lnTo>
                  <a:lnTo>
                    <a:pt x="6549359" y="37676"/>
                  </a:lnTo>
                  <a:lnTo>
                    <a:pt x="6582799" y="39061"/>
                  </a:lnTo>
                  <a:lnTo>
                    <a:pt x="6633196" y="41349"/>
                  </a:lnTo>
                  <a:lnTo>
                    <a:pt x="6700881" y="44732"/>
                  </a:lnTo>
                  <a:lnTo>
                    <a:pt x="6784494" y="49353"/>
                  </a:lnTo>
                  <a:lnTo>
                    <a:pt x="6881280" y="55298"/>
                  </a:lnTo>
                  <a:lnTo>
                    <a:pt x="6987590" y="62601"/>
                  </a:lnTo>
                  <a:lnTo>
                    <a:pt x="7099451" y="71258"/>
                  </a:lnTo>
                  <a:lnTo>
                    <a:pt x="7213088" y="81241"/>
                  </a:lnTo>
                  <a:lnTo>
                    <a:pt x="7325284" y="92527"/>
                  </a:lnTo>
                  <a:lnTo>
                    <a:pt x="7433576" y="105105"/>
                  </a:lnTo>
                  <a:lnTo>
                    <a:pt x="7536284" y="118998"/>
                  </a:lnTo>
                  <a:lnTo>
                    <a:pt x="7632444" y="134265"/>
                  </a:lnTo>
                  <a:lnTo>
                    <a:pt x="7721673" y="151005"/>
                  </a:lnTo>
                  <a:lnTo>
                    <a:pt x="7804032" y="169362"/>
                  </a:lnTo>
                  <a:lnTo>
                    <a:pt x="7879895" y="189517"/>
                  </a:lnTo>
                  <a:lnTo>
                    <a:pt x="7949839" y="211686"/>
                  </a:lnTo>
                  <a:lnTo>
                    <a:pt x="8014557" y="236114"/>
                  </a:lnTo>
                  <a:lnTo>
                    <a:pt x="8074803" y="263056"/>
                  </a:lnTo>
                  <a:lnTo>
                    <a:pt x="8131334" y="292758"/>
                  </a:lnTo>
                  <a:lnTo>
                    <a:pt x="8184879" y="325414"/>
                  </a:lnTo>
                  <a:lnTo>
                    <a:pt x="8229629" y="356363"/>
                  </a:lnTo>
                  <a:lnTo>
                    <a:pt x="8279822" y="395155"/>
                  </a:lnTo>
                  <a:lnTo>
                    <a:pt x="8328649" y="437122"/>
                  </a:lnTo>
                  <a:lnTo>
                    <a:pt x="8376523" y="482326"/>
                  </a:lnTo>
                  <a:lnTo>
                    <a:pt x="8423771" y="530763"/>
                  </a:lnTo>
                  <a:lnTo>
                    <a:pt x="8470643" y="582354"/>
                  </a:lnTo>
                  <a:lnTo>
                    <a:pt x="8517325" y="636943"/>
                  </a:lnTo>
                  <a:lnTo>
                    <a:pt x="8563949" y="694288"/>
                  </a:lnTo>
                  <a:lnTo>
                    <a:pt x="8610599" y="754064"/>
                  </a:lnTo>
                  <a:lnTo>
                    <a:pt x="8657317" y="815870"/>
                  </a:lnTo>
                  <a:lnTo>
                    <a:pt x="8704114" y="879234"/>
                  </a:lnTo>
                  <a:lnTo>
                    <a:pt x="8750973" y="943629"/>
                  </a:lnTo>
                  <a:lnTo>
                    <a:pt x="8797864" y="1008491"/>
                  </a:lnTo>
                  <a:lnTo>
                    <a:pt x="8844747" y="1073238"/>
                  </a:lnTo>
                  <a:lnTo>
                    <a:pt x="8891585" y="1137293"/>
                  </a:lnTo>
                  <a:lnTo>
                    <a:pt x="8938352" y="1200103"/>
                  </a:lnTo>
                  <a:lnTo>
                    <a:pt x="8985040" y="1261163"/>
                  </a:lnTo>
                  <a:lnTo>
                    <a:pt x="9031673" y="1320027"/>
                  </a:lnTo>
                  <a:lnTo>
                    <a:pt x="9078307" y="1376321"/>
                  </a:lnTo>
                  <a:lnTo>
                    <a:pt x="9125046" y="1429755"/>
                  </a:lnTo>
                  <a:lnTo>
                    <a:pt x="9172040" y="1480119"/>
                  </a:lnTo>
                  <a:lnTo>
                    <a:pt x="9219501" y="1527289"/>
                  </a:lnTo>
                  <a:lnTo>
                    <a:pt x="9267706" y="1571216"/>
                  </a:lnTo>
                  <a:lnTo>
                    <a:pt x="9317015" y="1611923"/>
                  </a:lnTo>
                  <a:lnTo>
                    <a:pt x="9347647" y="1635077"/>
                  </a:lnTo>
                  <a:lnTo>
                    <a:pt x="9399128" y="1670388"/>
                  </a:lnTo>
                  <a:lnTo>
                    <a:pt x="9453018" y="1702657"/>
                  </a:lnTo>
                  <a:lnTo>
                    <a:pt x="9509984" y="1731992"/>
                  </a:lnTo>
                  <a:lnTo>
                    <a:pt x="9570761" y="1758597"/>
                  </a:lnTo>
                  <a:lnTo>
                    <a:pt x="9636110" y="1782721"/>
                  </a:lnTo>
                  <a:lnTo>
                    <a:pt x="9706776" y="1804619"/>
                  </a:lnTo>
                  <a:lnTo>
                    <a:pt x="9783444" y="1824531"/>
                  </a:lnTo>
                  <a:lnTo>
                    <a:pt x="9866670" y="1842671"/>
                  </a:lnTo>
                  <a:lnTo>
                    <a:pt x="9956793" y="1859215"/>
                  </a:lnTo>
                  <a:lnTo>
                    <a:pt x="10053826" y="1874300"/>
                  </a:lnTo>
                  <a:lnTo>
                    <a:pt x="10157319" y="1888022"/>
                  </a:lnTo>
                  <a:lnTo>
                    <a:pt x="10266222" y="1900434"/>
                  </a:lnTo>
                  <a:lnTo>
                    <a:pt x="10378757" y="1911554"/>
                  </a:lnTo>
                  <a:lnTo>
                    <a:pt x="10492360" y="1921369"/>
                  </a:lnTo>
                  <a:lnTo>
                    <a:pt x="10603729" y="1929853"/>
                  </a:lnTo>
                  <a:lnTo>
                    <a:pt x="10709037" y="1936981"/>
                  </a:lnTo>
                  <a:lnTo>
                    <a:pt x="10804323" y="1942753"/>
                  </a:lnTo>
                  <a:lnTo>
                    <a:pt x="10886020" y="1947209"/>
                  </a:lnTo>
                  <a:lnTo>
                    <a:pt x="10951528" y="1950442"/>
                  </a:lnTo>
                  <a:lnTo>
                    <a:pt x="10999693" y="1952603"/>
                  </a:lnTo>
                  <a:lnTo>
                    <a:pt x="11031070" y="1953887"/>
                  </a:lnTo>
                  <a:lnTo>
                    <a:pt x="11047943" y="1954519"/>
                  </a:lnTo>
                  <a:lnTo>
                    <a:pt x="11054153" y="1954732"/>
                  </a:lnTo>
                  <a:lnTo>
                    <a:pt x="11054891" y="1954756"/>
                  </a:lnTo>
                  <a:lnTo>
                    <a:pt x="12049831" y="1954756"/>
                  </a:lnTo>
                  <a:lnTo>
                    <a:pt x="12049831" y="1944275"/>
                  </a:lnTo>
                  <a:lnTo>
                    <a:pt x="11054891" y="1944275"/>
                  </a:lnTo>
                  <a:lnTo>
                    <a:pt x="11053783" y="1944239"/>
                  </a:lnTo>
                  <a:lnTo>
                    <a:pt x="11046468" y="1943985"/>
                  </a:lnTo>
                  <a:lnTo>
                    <a:pt x="11027918" y="1943282"/>
                  </a:lnTo>
                  <a:lnTo>
                    <a:pt x="10994478" y="1941898"/>
                  </a:lnTo>
                  <a:lnTo>
                    <a:pt x="10944080" y="1939610"/>
                  </a:lnTo>
                  <a:lnTo>
                    <a:pt x="10876395" y="1936227"/>
                  </a:lnTo>
                  <a:lnTo>
                    <a:pt x="10792783" y="1931606"/>
                  </a:lnTo>
                  <a:lnTo>
                    <a:pt x="10695997" y="1925661"/>
                  </a:lnTo>
                  <a:lnTo>
                    <a:pt x="10589687" y="1918358"/>
                  </a:lnTo>
                  <a:lnTo>
                    <a:pt x="10477825" y="1909701"/>
                  </a:lnTo>
                  <a:lnTo>
                    <a:pt x="10364189" y="1899717"/>
                  </a:lnTo>
                  <a:lnTo>
                    <a:pt x="10251993" y="1888432"/>
                  </a:lnTo>
                  <a:lnTo>
                    <a:pt x="10143701" y="1875853"/>
                  </a:lnTo>
                  <a:lnTo>
                    <a:pt x="10040992" y="1861960"/>
                  </a:lnTo>
                  <a:lnTo>
                    <a:pt x="9944832" y="1846694"/>
                  </a:lnTo>
                  <a:lnTo>
                    <a:pt x="9855604" y="1829953"/>
                  </a:lnTo>
                  <a:lnTo>
                    <a:pt x="9773244" y="1811597"/>
                  </a:lnTo>
                  <a:lnTo>
                    <a:pt x="9697381" y="1791442"/>
                  </a:lnTo>
                  <a:lnTo>
                    <a:pt x="9627438" y="1769273"/>
                  </a:lnTo>
                  <a:lnTo>
                    <a:pt x="9562719" y="1744845"/>
                  </a:lnTo>
                  <a:lnTo>
                    <a:pt x="9502474" y="1717902"/>
                  </a:lnTo>
                  <a:lnTo>
                    <a:pt x="9445942" y="1688201"/>
                  </a:lnTo>
                  <a:lnTo>
                    <a:pt x="9392397" y="1655544"/>
                  </a:lnTo>
                  <a:lnTo>
                    <a:pt x="9347647" y="1624596"/>
                  </a:lnTo>
                  <a:lnTo>
                    <a:pt x="9297454" y="1585804"/>
                  </a:lnTo>
                  <a:lnTo>
                    <a:pt x="9248628" y="1543837"/>
                  </a:lnTo>
                  <a:lnTo>
                    <a:pt x="9200754" y="1498633"/>
                  </a:lnTo>
                  <a:lnTo>
                    <a:pt x="9153506" y="1450196"/>
                  </a:lnTo>
                  <a:lnTo>
                    <a:pt x="9106634" y="1398604"/>
                  </a:lnTo>
                  <a:lnTo>
                    <a:pt x="9059951" y="1344016"/>
                  </a:lnTo>
                  <a:lnTo>
                    <a:pt x="9013327" y="1286671"/>
                  </a:lnTo>
                  <a:lnTo>
                    <a:pt x="8966677" y="1226895"/>
                  </a:lnTo>
                  <a:lnTo>
                    <a:pt x="8919959" y="1165089"/>
                  </a:lnTo>
                  <a:lnTo>
                    <a:pt x="8873163" y="1101725"/>
                  </a:lnTo>
                  <a:lnTo>
                    <a:pt x="8826303" y="1037330"/>
                  </a:lnTo>
                  <a:lnTo>
                    <a:pt x="8779412" y="972468"/>
                  </a:lnTo>
                  <a:lnTo>
                    <a:pt x="8732529" y="907721"/>
                  </a:lnTo>
                  <a:lnTo>
                    <a:pt x="8685691" y="843666"/>
                  </a:lnTo>
                  <a:lnTo>
                    <a:pt x="8638925" y="780855"/>
                  </a:lnTo>
                  <a:lnTo>
                    <a:pt x="8592236" y="719795"/>
                  </a:lnTo>
                  <a:lnTo>
                    <a:pt x="8545604" y="660932"/>
                  </a:lnTo>
                  <a:lnTo>
                    <a:pt x="8498969" y="604638"/>
                  </a:lnTo>
                  <a:lnTo>
                    <a:pt x="8452231" y="551204"/>
                  </a:lnTo>
                  <a:lnTo>
                    <a:pt x="8405237" y="500840"/>
                  </a:lnTo>
                  <a:lnTo>
                    <a:pt x="8357776" y="453670"/>
                  </a:lnTo>
                  <a:lnTo>
                    <a:pt x="8309570" y="409743"/>
                  </a:lnTo>
                  <a:lnTo>
                    <a:pt x="8260261" y="369036"/>
                  </a:lnTo>
                  <a:lnTo>
                    <a:pt x="8229629" y="345881"/>
                  </a:lnTo>
                  <a:lnTo>
                    <a:pt x="8178148" y="310571"/>
                  </a:lnTo>
                  <a:lnTo>
                    <a:pt x="8124259" y="278302"/>
                  </a:lnTo>
                  <a:lnTo>
                    <a:pt x="8067292" y="248967"/>
                  </a:lnTo>
                  <a:lnTo>
                    <a:pt x="8006515" y="222362"/>
                  </a:lnTo>
                  <a:lnTo>
                    <a:pt x="7941167" y="198238"/>
                  </a:lnTo>
                  <a:lnTo>
                    <a:pt x="7870501" y="176340"/>
                  </a:lnTo>
                  <a:lnTo>
                    <a:pt x="7793833" y="156428"/>
                  </a:lnTo>
                  <a:lnTo>
                    <a:pt x="7710607" y="138288"/>
                  </a:lnTo>
                  <a:lnTo>
                    <a:pt x="7620484" y="121744"/>
                  </a:lnTo>
                  <a:lnTo>
                    <a:pt x="7523451" y="106658"/>
                  </a:lnTo>
                  <a:lnTo>
                    <a:pt x="7419957" y="92937"/>
                  </a:lnTo>
                  <a:lnTo>
                    <a:pt x="7311054" y="80525"/>
                  </a:lnTo>
                  <a:lnTo>
                    <a:pt x="7198519" y="69405"/>
                  </a:lnTo>
                  <a:lnTo>
                    <a:pt x="7084916" y="59590"/>
                  </a:lnTo>
                  <a:lnTo>
                    <a:pt x="6973547" y="51106"/>
                  </a:lnTo>
                  <a:lnTo>
                    <a:pt x="6868239" y="43978"/>
                  </a:lnTo>
                  <a:lnTo>
                    <a:pt x="6772953" y="38206"/>
                  </a:lnTo>
                  <a:lnTo>
                    <a:pt x="6691257" y="33750"/>
                  </a:lnTo>
                  <a:lnTo>
                    <a:pt x="6625748" y="30516"/>
                  </a:lnTo>
                  <a:lnTo>
                    <a:pt x="6577583" y="28355"/>
                  </a:lnTo>
                  <a:lnTo>
                    <a:pt x="6546207" y="27071"/>
                  </a:lnTo>
                  <a:lnTo>
                    <a:pt x="6529334" y="26440"/>
                  </a:lnTo>
                  <a:lnTo>
                    <a:pt x="6523124" y="26226"/>
                  </a:lnTo>
                  <a:lnTo>
                    <a:pt x="6522385" y="26203"/>
                  </a:lnTo>
                  <a:lnTo>
                    <a:pt x="5527445" y="26203"/>
                  </a:lnTo>
                  <a:lnTo>
                    <a:pt x="5526309" y="26202"/>
                  </a:lnTo>
                  <a:lnTo>
                    <a:pt x="5518809" y="26199"/>
                  </a:lnTo>
                  <a:lnTo>
                    <a:pt x="5499805" y="26189"/>
                  </a:lnTo>
                  <a:lnTo>
                    <a:pt x="5465578" y="26169"/>
                  </a:lnTo>
                  <a:lnTo>
                    <a:pt x="5414061" y="26137"/>
                  </a:lnTo>
                  <a:lnTo>
                    <a:pt x="5344983" y="26090"/>
                  </a:lnTo>
                  <a:lnTo>
                    <a:pt x="5259817" y="26025"/>
                  </a:lnTo>
                  <a:lnTo>
                    <a:pt x="5161455" y="25942"/>
                  </a:lnTo>
                  <a:lnTo>
                    <a:pt x="5053680" y="25840"/>
                  </a:lnTo>
                  <a:lnTo>
                    <a:pt x="4940568" y="25719"/>
                  </a:lnTo>
                  <a:lnTo>
                    <a:pt x="4825960" y="25580"/>
                  </a:lnTo>
                  <a:lnTo>
                    <a:pt x="4713088" y="25423"/>
                  </a:lnTo>
                  <a:lnTo>
                    <a:pt x="4604402" y="25248"/>
                  </a:lnTo>
                  <a:lnTo>
                    <a:pt x="4501539" y="25054"/>
                  </a:lnTo>
                  <a:lnTo>
                    <a:pt x="4405414" y="24841"/>
                  </a:lnTo>
                  <a:lnTo>
                    <a:pt x="4316354" y="24608"/>
                  </a:lnTo>
                  <a:lnTo>
                    <a:pt x="4234246" y="24351"/>
                  </a:lnTo>
                  <a:lnTo>
                    <a:pt x="4158672" y="24070"/>
                  </a:lnTo>
                  <a:lnTo>
                    <a:pt x="4089015" y="23759"/>
                  </a:lnTo>
                  <a:lnTo>
                    <a:pt x="4024551" y="23417"/>
                  </a:lnTo>
                  <a:lnTo>
                    <a:pt x="3964504" y="23039"/>
                  </a:lnTo>
                  <a:lnTo>
                    <a:pt x="3908097" y="22623"/>
                  </a:lnTo>
                  <a:lnTo>
                    <a:pt x="3854595" y="22165"/>
                  </a:lnTo>
                  <a:lnTo>
                    <a:pt x="3820202" y="21835"/>
                  </a:lnTo>
                  <a:lnTo>
                    <a:pt x="3758551" y="21176"/>
                  </a:lnTo>
                  <a:lnTo>
                    <a:pt x="3698823" y="20451"/>
                  </a:lnTo>
                  <a:lnTo>
                    <a:pt x="3640302" y="19658"/>
                  </a:lnTo>
                  <a:lnTo>
                    <a:pt x="3582460" y="18799"/>
                  </a:lnTo>
                  <a:lnTo>
                    <a:pt x="3524927" y="17878"/>
                  </a:lnTo>
                  <a:lnTo>
                    <a:pt x="3467460" y="16900"/>
                  </a:lnTo>
                  <a:lnTo>
                    <a:pt x="3409924" y="15875"/>
                  </a:lnTo>
                  <a:lnTo>
                    <a:pt x="3352271" y="14815"/>
                  </a:lnTo>
                  <a:lnTo>
                    <a:pt x="3294519" y="13731"/>
                  </a:lnTo>
                  <a:lnTo>
                    <a:pt x="3236725" y="12639"/>
                  </a:lnTo>
                  <a:lnTo>
                    <a:pt x="3178961" y="11553"/>
                  </a:lnTo>
                  <a:lnTo>
                    <a:pt x="3121291" y="10487"/>
                  </a:lnTo>
                  <a:lnTo>
                    <a:pt x="3063738" y="9456"/>
                  </a:lnTo>
                  <a:lnTo>
                    <a:pt x="3006267" y="8471"/>
                  </a:lnTo>
                  <a:lnTo>
                    <a:pt x="2948757" y="7541"/>
                  </a:lnTo>
                  <a:lnTo>
                    <a:pt x="2890983" y="6672"/>
                  </a:lnTo>
                  <a:lnTo>
                    <a:pt x="2832596" y="5869"/>
                  </a:lnTo>
                  <a:lnTo>
                    <a:pt x="2773094" y="5133"/>
                  </a:lnTo>
                  <a:lnTo>
                    <a:pt x="2711794" y="4464"/>
                  </a:lnTo>
                  <a:lnTo>
                    <a:pt x="2702183" y="4367"/>
                  </a:lnTo>
                  <a:lnTo>
                    <a:pt x="2650248" y="3880"/>
                  </a:lnTo>
                  <a:lnTo>
                    <a:pt x="2595856" y="3436"/>
                  </a:lnTo>
                  <a:lnTo>
                    <a:pt x="2538321" y="3033"/>
                  </a:lnTo>
                  <a:lnTo>
                    <a:pt x="2476889" y="2667"/>
                  </a:lnTo>
                  <a:lnTo>
                    <a:pt x="2410780" y="2336"/>
                  </a:lnTo>
                  <a:lnTo>
                    <a:pt x="2339229" y="2036"/>
                  </a:lnTo>
                  <a:lnTo>
                    <a:pt x="2261538" y="1763"/>
                  </a:lnTo>
                  <a:lnTo>
                    <a:pt x="2177148" y="1514"/>
                  </a:lnTo>
                  <a:lnTo>
                    <a:pt x="2085729" y="1288"/>
                  </a:lnTo>
                  <a:lnTo>
                    <a:pt x="1987297" y="1082"/>
                  </a:lnTo>
                  <a:lnTo>
                    <a:pt x="1882359" y="894"/>
                  </a:lnTo>
                  <a:lnTo>
                    <a:pt x="1772058" y="725"/>
                  </a:lnTo>
                  <a:lnTo>
                    <a:pt x="1658295" y="574"/>
                  </a:lnTo>
                  <a:lnTo>
                    <a:pt x="1543791" y="441"/>
                  </a:lnTo>
                  <a:lnTo>
                    <a:pt x="1432009" y="326"/>
                  </a:lnTo>
                  <a:lnTo>
                    <a:pt x="1326919" y="230"/>
                  </a:lnTo>
                  <a:lnTo>
                    <a:pt x="1232565" y="153"/>
                  </a:lnTo>
                  <a:lnTo>
                    <a:pt x="1152498" y="95"/>
                  </a:lnTo>
                  <a:lnTo>
                    <a:pt x="1089188" y="53"/>
                  </a:lnTo>
                  <a:lnTo>
                    <a:pt x="1043550" y="25"/>
                  </a:lnTo>
                  <a:lnTo>
                    <a:pt x="1014711" y="9"/>
                  </a:lnTo>
                  <a:lnTo>
                    <a:pt x="1000026" y="2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69" name="pl768"/>
            <p:cNvSpPr/>
            <p:nvPr/>
          </p:nvSpPr>
          <p:spPr>
            <a:xfrm>
              <a:off x="1199187" y="1304753"/>
              <a:ext cx="12049831" cy="1944275"/>
            </a:xfrm>
            <a:custGeom>
              <a:avLst/>
              <a:pathLst>
                <a:path w="12049831" h="1944275">
                  <a:moveTo>
                    <a:pt x="0" y="0"/>
                  </a:moveTo>
                  <a:lnTo>
                    <a:pt x="994940" y="0"/>
                  </a:lnTo>
                  <a:lnTo>
                    <a:pt x="996076" y="0"/>
                  </a:lnTo>
                  <a:lnTo>
                    <a:pt x="1003576" y="4"/>
                  </a:lnTo>
                  <a:lnTo>
                    <a:pt x="1022580" y="13"/>
                  </a:lnTo>
                  <a:lnTo>
                    <a:pt x="1056807" y="33"/>
                  </a:lnTo>
                  <a:lnTo>
                    <a:pt x="1108324" y="65"/>
                  </a:lnTo>
                  <a:lnTo>
                    <a:pt x="1177402" y="112"/>
                  </a:lnTo>
                  <a:lnTo>
                    <a:pt x="1262568" y="177"/>
                  </a:lnTo>
                  <a:lnTo>
                    <a:pt x="1360930" y="260"/>
                  </a:lnTo>
                  <a:lnTo>
                    <a:pt x="1468705" y="362"/>
                  </a:lnTo>
                  <a:lnTo>
                    <a:pt x="1581817" y="483"/>
                  </a:lnTo>
                  <a:lnTo>
                    <a:pt x="1696425" y="622"/>
                  </a:lnTo>
                  <a:lnTo>
                    <a:pt x="1809297" y="779"/>
                  </a:lnTo>
                  <a:lnTo>
                    <a:pt x="1917983" y="955"/>
                  </a:lnTo>
                  <a:lnTo>
                    <a:pt x="2020846" y="1148"/>
                  </a:lnTo>
                  <a:lnTo>
                    <a:pt x="2116971" y="1361"/>
                  </a:lnTo>
                  <a:lnTo>
                    <a:pt x="2206031" y="1595"/>
                  </a:lnTo>
                  <a:lnTo>
                    <a:pt x="2288139" y="1851"/>
                  </a:lnTo>
                  <a:lnTo>
                    <a:pt x="2363713" y="2133"/>
                  </a:lnTo>
                  <a:lnTo>
                    <a:pt x="2433370" y="2443"/>
                  </a:lnTo>
                  <a:lnTo>
                    <a:pt x="2497834" y="2785"/>
                  </a:lnTo>
                  <a:lnTo>
                    <a:pt x="2557881" y="3163"/>
                  </a:lnTo>
                  <a:lnTo>
                    <a:pt x="2614288" y="3580"/>
                  </a:lnTo>
                  <a:lnTo>
                    <a:pt x="2667790" y="4038"/>
                  </a:lnTo>
                  <a:lnTo>
                    <a:pt x="2702183" y="4367"/>
                  </a:lnTo>
                  <a:lnTo>
                    <a:pt x="2763834" y="5026"/>
                  </a:lnTo>
                  <a:lnTo>
                    <a:pt x="2823562" y="5752"/>
                  </a:lnTo>
                  <a:lnTo>
                    <a:pt x="2882083" y="6544"/>
                  </a:lnTo>
                  <a:lnTo>
                    <a:pt x="2939925" y="7403"/>
                  </a:lnTo>
                  <a:lnTo>
                    <a:pt x="2997458" y="8325"/>
                  </a:lnTo>
                  <a:lnTo>
                    <a:pt x="3054925" y="9302"/>
                  </a:lnTo>
                  <a:lnTo>
                    <a:pt x="3112461" y="10327"/>
                  </a:lnTo>
                  <a:lnTo>
                    <a:pt x="3170114" y="11388"/>
                  </a:lnTo>
                  <a:lnTo>
                    <a:pt x="3227866" y="12471"/>
                  </a:lnTo>
                  <a:lnTo>
                    <a:pt x="3285660" y="13564"/>
                  </a:lnTo>
                  <a:lnTo>
                    <a:pt x="3343424" y="14650"/>
                  </a:lnTo>
                  <a:lnTo>
                    <a:pt x="3401094" y="15715"/>
                  </a:lnTo>
                  <a:lnTo>
                    <a:pt x="3458647" y="16746"/>
                  </a:lnTo>
                  <a:lnTo>
                    <a:pt x="3516118" y="17731"/>
                  </a:lnTo>
                  <a:lnTo>
                    <a:pt x="3573628" y="18662"/>
                  </a:lnTo>
                  <a:lnTo>
                    <a:pt x="3631402" y="19530"/>
                  </a:lnTo>
                  <a:lnTo>
                    <a:pt x="3689789" y="20333"/>
                  </a:lnTo>
                  <a:lnTo>
                    <a:pt x="3749291" y="21069"/>
                  </a:lnTo>
                  <a:lnTo>
                    <a:pt x="3810591" y="21739"/>
                  </a:lnTo>
                  <a:lnTo>
                    <a:pt x="3820202" y="21835"/>
                  </a:lnTo>
                  <a:lnTo>
                    <a:pt x="3872137" y="22322"/>
                  </a:lnTo>
                  <a:lnTo>
                    <a:pt x="3926529" y="22766"/>
                  </a:lnTo>
                  <a:lnTo>
                    <a:pt x="3984064" y="23169"/>
                  </a:lnTo>
                  <a:lnTo>
                    <a:pt x="4045496" y="23535"/>
                  </a:lnTo>
                  <a:lnTo>
                    <a:pt x="4111605" y="23866"/>
                  </a:lnTo>
                  <a:lnTo>
                    <a:pt x="4183156" y="24166"/>
                  </a:lnTo>
                  <a:lnTo>
                    <a:pt x="4260847" y="24439"/>
                  </a:lnTo>
                  <a:lnTo>
                    <a:pt x="4345237" y="24688"/>
                  </a:lnTo>
                  <a:lnTo>
                    <a:pt x="4436656" y="24914"/>
                  </a:lnTo>
                  <a:lnTo>
                    <a:pt x="4535088" y="25120"/>
                  </a:lnTo>
                  <a:lnTo>
                    <a:pt x="4640026" y="25308"/>
                  </a:lnTo>
                  <a:lnTo>
                    <a:pt x="4750327" y="25477"/>
                  </a:lnTo>
                  <a:lnTo>
                    <a:pt x="4864090" y="25628"/>
                  </a:lnTo>
                  <a:lnTo>
                    <a:pt x="4978594" y="25762"/>
                  </a:lnTo>
                  <a:lnTo>
                    <a:pt x="5090376" y="25876"/>
                  </a:lnTo>
                  <a:lnTo>
                    <a:pt x="5195466" y="25972"/>
                  </a:lnTo>
                  <a:lnTo>
                    <a:pt x="5289820" y="26049"/>
                  </a:lnTo>
                  <a:lnTo>
                    <a:pt x="5369887" y="26108"/>
                  </a:lnTo>
                  <a:lnTo>
                    <a:pt x="5433197" y="26150"/>
                  </a:lnTo>
                  <a:lnTo>
                    <a:pt x="5478835" y="26177"/>
                  </a:lnTo>
                  <a:lnTo>
                    <a:pt x="5507674" y="26193"/>
                  </a:lnTo>
                  <a:lnTo>
                    <a:pt x="5522359" y="26200"/>
                  </a:lnTo>
                  <a:lnTo>
                    <a:pt x="5527102" y="26203"/>
                  </a:lnTo>
                  <a:lnTo>
                    <a:pt x="5527445" y="26203"/>
                  </a:lnTo>
                  <a:lnTo>
                    <a:pt x="6522385" y="26203"/>
                  </a:lnTo>
                  <a:lnTo>
                    <a:pt x="6523493" y="26238"/>
                  </a:lnTo>
                  <a:lnTo>
                    <a:pt x="6530809" y="26493"/>
                  </a:lnTo>
                  <a:lnTo>
                    <a:pt x="6549359" y="27195"/>
                  </a:lnTo>
                  <a:lnTo>
                    <a:pt x="6582799" y="28579"/>
                  </a:lnTo>
                  <a:lnTo>
                    <a:pt x="6633196" y="30868"/>
                  </a:lnTo>
                  <a:lnTo>
                    <a:pt x="6700881" y="34251"/>
                  </a:lnTo>
                  <a:lnTo>
                    <a:pt x="6784494" y="38872"/>
                  </a:lnTo>
                  <a:lnTo>
                    <a:pt x="6881280" y="44816"/>
                  </a:lnTo>
                  <a:lnTo>
                    <a:pt x="6987590" y="52120"/>
                  </a:lnTo>
                  <a:lnTo>
                    <a:pt x="7099451" y="60776"/>
                  </a:lnTo>
                  <a:lnTo>
                    <a:pt x="7213088" y="70760"/>
                  </a:lnTo>
                  <a:lnTo>
                    <a:pt x="7325284" y="82046"/>
                  </a:lnTo>
                  <a:lnTo>
                    <a:pt x="7433576" y="94624"/>
                  </a:lnTo>
                  <a:lnTo>
                    <a:pt x="7536284" y="108517"/>
                  </a:lnTo>
                  <a:lnTo>
                    <a:pt x="7632444" y="123784"/>
                  </a:lnTo>
                  <a:lnTo>
                    <a:pt x="7721673" y="140524"/>
                  </a:lnTo>
                  <a:lnTo>
                    <a:pt x="7804032" y="158881"/>
                  </a:lnTo>
                  <a:lnTo>
                    <a:pt x="7879895" y="179035"/>
                  </a:lnTo>
                  <a:lnTo>
                    <a:pt x="7949839" y="201205"/>
                  </a:lnTo>
                  <a:lnTo>
                    <a:pt x="8014557" y="225633"/>
                  </a:lnTo>
                  <a:lnTo>
                    <a:pt x="8074803" y="252575"/>
                  </a:lnTo>
                  <a:lnTo>
                    <a:pt x="8131334" y="282277"/>
                  </a:lnTo>
                  <a:lnTo>
                    <a:pt x="8184879" y="314933"/>
                  </a:lnTo>
                  <a:lnTo>
                    <a:pt x="8229629" y="345881"/>
                  </a:lnTo>
                  <a:lnTo>
                    <a:pt x="8279822" y="384674"/>
                  </a:lnTo>
                  <a:lnTo>
                    <a:pt x="8328649" y="426641"/>
                  </a:lnTo>
                  <a:lnTo>
                    <a:pt x="8376523" y="471845"/>
                  </a:lnTo>
                  <a:lnTo>
                    <a:pt x="8423771" y="520281"/>
                  </a:lnTo>
                  <a:lnTo>
                    <a:pt x="8470643" y="571873"/>
                  </a:lnTo>
                  <a:lnTo>
                    <a:pt x="8517325" y="626462"/>
                  </a:lnTo>
                  <a:lnTo>
                    <a:pt x="8563949" y="683806"/>
                  </a:lnTo>
                  <a:lnTo>
                    <a:pt x="8610599" y="743583"/>
                  </a:lnTo>
                  <a:lnTo>
                    <a:pt x="8657317" y="805389"/>
                  </a:lnTo>
                  <a:lnTo>
                    <a:pt x="8704114" y="868752"/>
                  </a:lnTo>
                  <a:lnTo>
                    <a:pt x="8750973" y="933147"/>
                  </a:lnTo>
                  <a:lnTo>
                    <a:pt x="8797864" y="998009"/>
                  </a:lnTo>
                  <a:lnTo>
                    <a:pt x="8844747" y="1062756"/>
                  </a:lnTo>
                  <a:lnTo>
                    <a:pt x="8891585" y="1126811"/>
                  </a:lnTo>
                  <a:lnTo>
                    <a:pt x="8938352" y="1189622"/>
                  </a:lnTo>
                  <a:lnTo>
                    <a:pt x="8985040" y="1250682"/>
                  </a:lnTo>
                  <a:lnTo>
                    <a:pt x="9031673" y="1309546"/>
                  </a:lnTo>
                  <a:lnTo>
                    <a:pt x="9078307" y="1365840"/>
                  </a:lnTo>
                  <a:lnTo>
                    <a:pt x="9125046" y="1419273"/>
                  </a:lnTo>
                  <a:lnTo>
                    <a:pt x="9172040" y="1469638"/>
                  </a:lnTo>
                  <a:lnTo>
                    <a:pt x="9219501" y="1516807"/>
                  </a:lnTo>
                  <a:lnTo>
                    <a:pt x="9267706" y="1560734"/>
                  </a:lnTo>
                  <a:lnTo>
                    <a:pt x="9317015" y="1601441"/>
                  </a:lnTo>
                  <a:lnTo>
                    <a:pt x="9347647" y="1624596"/>
                  </a:lnTo>
                  <a:lnTo>
                    <a:pt x="9399128" y="1659907"/>
                  </a:lnTo>
                  <a:lnTo>
                    <a:pt x="9453018" y="1692176"/>
                  </a:lnTo>
                  <a:lnTo>
                    <a:pt x="9509984" y="1721511"/>
                  </a:lnTo>
                  <a:lnTo>
                    <a:pt x="9570761" y="1748116"/>
                  </a:lnTo>
                  <a:lnTo>
                    <a:pt x="9636110" y="1772240"/>
                  </a:lnTo>
                  <a:lnTo>
                    <a:pt x="9706776" y="1794137"/>
                  </a:lnTo>
                  <a:lnTo>
                    <a:pt x="9783444" y="1814050"/>
                  </a:lnTo>
                  <a:lnTo>
                    <a:pt x="9866670" y="1832189"/>
                  </a:lnTo>
                  <a:lnTo>
                    <a:pt x="9956793" y="1848734"/>
                  </a:lnTo>
                  <a:lnTo>
                    <a:pt x="10053826" y="1863819"/>
                  </a:lnTo>
                  <a:lnTo>
                    <a:pt x="10157319" y="1877541"/>
                  </a:lnTo>
                  <a:lnTo>
                    <a:pt x="10266222" y="1889953"/>
                  </a:lnTo>
                  <a:lnTo>
                    <a:pt x="10378757" y="1901072"/>
                  </a:lnTo>
                  <a:lnTo>
                    <a:pt x="10492360" y="1910887"/>
                  </a:lnTo>
                  <a:lnTo>
                    <a:pt x="10603729" y="1919371"/>
                  </a:lnTo>
                  <a:lnTo>
                    <a:pt x="10709037" y="1926500"/>
                  </a:lnTo>
                  <a:lnTo>
                    <a:pt x="10804323" y="1932272"/>
                  </a:lnTo>
                  <a:lnTo>
                    <a:pt x="10886020" y="1936728"/>
                  </a:lnTo>
                  <a:lnTo>
                    <a:pt x="10951528" y="1939961"/>
                  </a:lnTo>
                  <a:lnTo>
                    <a:pt x="10999693" y="1942122"/>
                  </a:lnTo>
                  <a:lnTo>
                    <a:pt x="11031070" y="1943406"/>
                  </a:lnTo>
                  <a:lnTo>
                    <a:pt x="11047943" y="1944038"/>
                  </a:lnTo>
                  <a:lnTo>
                    <a:pt x="11054153" y="1944251"/>
                  </a:lnTo>
                  <a:lnTo>
                    <a:pt x="11054891" y="1944275"/>
                  </a:lnTo>
                  <a:lnTo>
                    <a:pt x="12049831" y="1944275"/>
                  </a:lnTo>
                  <a:lnTo>
                    <a:pt x="12049831" y="19442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0" name="pl769"/>
            <p:cNvSpPr/>
            <p:nvPr/>
          </p:nvSpPr>
          <p:spPr>
            <a:xfrm>
              <a:off x="1199187" y="1294272"/>
              <a:ext cx="12049831" cy="1944275"/>
            </a:xfrm>
            <a:custGeom>
              <a:avLst/>
              <a:pathLst>
                <a:path w="12049831" h="1944275">
                  <a:moveTo>
                    <a:pt x="12049831" y="1944275"/>
                  </a:moveTo>
                  <a:lnTo>
                    <a:pt x="11054891" y="1944275"/>
                  </a:lnTo>
                  <a:lnTo>
                    <a:pt x="11053783" y="1944239"/>
                  </a:lnTo>
                  <a:lnTo>
                    <a:pt x="11046468" y="1943985"/>
                  </a:lnTo>
                  <a:lnTo>
                    <a:pt x="11027918" y="1943282"/>
                  </a:lnTo>
                  <a:lnTo>
                    <a:pt x="10994478" y="1941898"/>
                  </a:lnTo>
                  <a:lnTo>
                    <a:pt x="10944080" y="1939610"/>
                  </a:lnTo>
                  <a:lnTo>
                    <a:pt x="10876395" y="1936227"/>
                  </a:lnTo>
                  <a:lnTo>
                    <a:pt x="10792783" y="1931606"/>
                  </a:lnTo>
                  <a:lnTo>
                    <a:pt x="10695997" y="1925661"/>
                  </a:lnTo>
                  <a:lnTo>
                    <a:pt x="10589687" y="1918358"/>
                  </a:lnTo>
                  <a:lnTo>
                    <a:pt x="10477825" y="1909701"/>
                  </a:lnTo>
                  <a:lnTo>
                    <a:pt x="10364189" y="1899717"/>
                  </a:lnTo>
                  <a:lnTo>
                    <a:pt x="10251993" y="1888432"/>
                  </a:lnTo>
                  <a:lnTo>
                    <a:pt x="10143701" y="1875853"/>
                  </a:lnTo>
                  <a:lnTo>
                    <a:pt x="10040992" y="1861960"/>
                  </a:lnTo>
                  <a:lnTo>
                    <a:pt x="9944832" y="1846694"/>
                  </a:lnTo>
                  <a:lnTo>
                    <a:pt x="9855604" y="1829953"/>
                  </a:lnTo>
                  <a:lnTo>
                    <a:pt x="9773244" y="1811597"/>
                  </a:lnTo>
                  <a:lnTo>
                    <a:pt x="9697381" y="1791442"/>
                  </a:lnTo>
                  <a:lnTo>
                    <a:pt x="9627438" y="1769273"/>
                  </a:lnTo>
                  <a:lnTo>
                    <a:pt x="9562719" y="1744845"/>
                  </a:lnTo>
                  <a:lnTo>
                    <a:pt x="9502474" y="1717902"/>
                  </a:lnTo>
                  <a:lnTo>
                    <a:pt x="9445942" y="1688201"/>
                  </a:lnTo>
                  <a:lnTo>
                    <a:pt x="9392397" y="1655544"/>
                  </a:lnTo>
                  <a:lnTo>
                    <a:pt x="9347647" y="1624596"/>
                  </a:lnTo>
                  <a:lnTo>
                    <a:pt x="9297454" y="1585804"/>
                  </a:lnTo>
                  <a:lnTo>
                    <a:pt x="9248628" y="1543837"/>
                  </a:lnTo>
                  <a:lnTo>
                    <a:pt x="9200754" y="1498633"/>
                  </a:lnTo>
                  <a:lnTo>
                    <a:pt x="9153506" y="1450196"/>
                  </a:lnTo>
                  <a:lnTo>
                    <a:pt x="9106634" y="1398604"/>
                  </a:lnTo>
                  <a:lnTo>
                    <a:pt x="9059951" y="1344016"/>
                  </a:lnTo>
                  <a:lnTo>
                    <a:pt x="9013327" y="1286671"/>
                  </a:lnTo>
                  <a:lnTo>
                    <a:pt x="8966677" y="1226895"/>
                  </a:lnTo>
                  <a:lnTo>
                    <a:pt x="8919959" y="1165089"/>
                  </a:lnTo>
                  <a:lnTo>
                    <a:pt x="8873163" y="1101725"/>
                  </a:lnTo>
                  <a:lnTo>
                    <a:pt x="8826303" y="1037330"/>
                  </a:lnTo>
                  <a:lnTo>
                    <a:pt x="8779412" y="972468"/>
                  </a:lnTo>
                  <a:lnTo>
                    <a:pt x="8732529" y="907721"/>
                  </a:lnTo>
                  <a:lnTo>
                    <a:pt x="8685691" y="843666"/>
                  </a:lnTo>
                  <a:lnTo>
                    <a:pt x="8638925" y="780855"/>
                  </a:lnTo>
                  <a:lnTo>
                    <a:pt x="8592236" y="719795"/>
                  </a:lnTo>
                  <a:lnTo>
                    <a:pt x="8545604" y="660932"/>
                  </a:lnTo>
                  <a:lnTo>
                    <a:pt x="8498969" y="604638"/>
                  </a:lnTo>
                  <a:lnTo>
                    <a:pt x="8452231" y="551204"/>
                  </a:lnTo>
                  <a:lnTo>
                    <a:pt x="8405237" y="500840"/>
                  </a:lnTo>
                  <a:lnTo>
                    <a:pt x="8357776" y="453670"/>
                  </a:lnTo>
                  <a:lnTo>
                    <a:pt x="8309570" y="409743"/>
                  </a:lnTo>
                  <a:lnTo>
                    <a:pt x="8260261" y="369036"/>
                  </a:lnTo>
                  <a:lnTo>
                    <a:pt x="8229629" y="345881"/>
                  </a:lnTo>
                  <a:lnTo>
                    <a:pt x="8178148" y="310571"/>
                  </a:lnTo>
                  <a:lnTo>
                    <a:pt x="8124259" y="278302"/>
                  </a:lnTo>
                  <a:lnTo>
                    <a:pt x="8067292" y="248967"/>
                  </a:lnTo>
                  <a:lnTo>
                    <a:pt x="8006515" y="222362"/>
                  </a:lnTo>
                  <a:lnTo>
                    <a:pt x="7941167" y="198238"/>
                  </a:lnTo>
                  <a:lnTo>
                    <a:pt x="7870501" y="176340"/>
                  </a:lnTo>
                  <a:lnTo>
                    <a:pt x="7793833" y="156428"/>
                  </a:lnTo>
                  <a:lnTo>
                    <a:pt x="7710607" y="138288"/>
                  </a:lnTo>
                  <a:lnTo>
                    <a:pt x="7620484" y="121744"/>
                  </a:lnTo>
                  <a:lnTo>
                    <a:pt x="7523451" y="106658"/>
                  </a:lnTo>
                  <a:lnTo>
                    <a:pt x="7419957" y="92937"/>
                  </a:lnTo>
                  <a:lnTo>
                    <a:pt x="7311054" y="80525"/>
                  </a:lnTo>
                  <a:lnTo>
                    <a:pt x="7198519" y="69405"/>
                  </a:lnTo>
                  <a:lnTo>
                    <a:pt x="7084916" y="59590"/>
                  </a:lnTo>
                  <a:lnTo>
                    <a:pt x="6973547" y="51106"/>
                  </a:lnTo>
                  <a:lnTo>
                    <a:pt x="6868239" y="43978"/>
                  </a:lnTo>
                  <a:lnTo>
                    <a:pt x="6772953" y="38206"/>
                  </a:lnTo>
                  <a:lnTo>
                    <a:pt x="6691257" y="33750"/>
                  </a:lnTo>
                  <a:lnTo>
                    <a:pt x="6625748" y="30516"/>
                  </a:lnTo>
                  <a:lnTo>
                    <a:pt x="6577583" y="28355"/>
                  </a:lnTo>
                  <a:lnTo>
                    <a:pt x="6546207" y="27071"/>
                  </a:lnTo>
                  <a:lnTo>
                    <a:pt x="6529334" y="26440"/>
                  </a:lnTo>
                  <a:lnTo>
                    <a:pt x="6523124" y="26226"/>
                  </a:lnTo>
                  <a:lnTo>
                    <a:pt x="6522385" y="26203"/>
                  </a:lnTo>
                  <a:lnTo>
                    <a:pt x="5527445" y="26203"/>
                  </a:lnTo>
                  <a:lnTo>
                    <a:pt x="5526309" y="26202"/>
                  </a:lnTo>
                  <a:lnTo>
                    <a:pt x="5518809" y="26199"/>
                  </a:lnTo>
                  <a:lnTo>
                    <a:pt x="5499805" y="26189"/>
                  </a:lnTo>
                  <a:lnTo>
                    <a:pt x="5465578" y="26169"/>
                  </a:lnTo>
                  <a:lnTo>
                    <a:pt x="5414061" y="26137"/>
                  </a:lnTo>
                  <a:lnTo>
                    <a:pt x="5344983" y="26090"/>
                  </a:lnTo>
                  <a:lnTo>
                    <a:pt x="5259817" y="26025"/>
                  </a:lnTo>
                  <a:lnTo>
                    <a:pt x="5161455" y="25942"/>
                  </a:lnTo>
                  <a:lnTo>
                    <a:pt x="5053680" y="25840"/>
                  </a:lnTo>
                  <a:lnTo>
                    <a:pt x="4940568" y="25719"/>
                  </a:lnTo>
                  <a:lnTo>
                    <a:pt x="4825960" y="25580"/>
                  </a:lnTo>
                  <a:lnTo>
                    <a:pt x="4713088" y="25423"/>
                  </a:lnTo>
                  <a:lnTo>
                    <a:pt x="4604402" y="25248"/>
                  </a:lnTo>
                  <a:lnTo>
                    <a:pt x="4501539" y="25054"/>
                  </a:lnTo>
                  <a:lnTo>
                    <a:pt x="4405414" y="24841"/>
                  </a:lnTo>
                  <a:lnTo>
                    <a:pt x="4316354" y="24608"/>
                  </a:lnTo>
                  <a:lnTo>
                    <a:pt x="4234246" y="24351"/>
                  </a:lnTo>
                  <a:lnTo>
                    <a:pt x="4158672" y="24070"/>
                  </a:lnTo>
                  <a:lnTo>
                    <a:pt x="4089015" y="23759"/>
                  </a:lnTo>
                  <a:lnTo>
                    <a:pt x="4024551" y="23417"/>
                  </a:lnTo>
                  <a:lnTo>
                    <a:pt x="3964504" y="23039"/>
                  </a:lnTo>
                  <a:lnTo>
                    <a:pt x="3908097" y="22623"/>
                  </a:lnTo>
                  <a:lnTo>
                    <a:pt x="3854595" y="22165"/>
                  </a:lnTo>
                  <a:lnTo>
                    <a:pt x="3820202" y="21835"/>
                  </a:lnTo>
                  <a:lnTo>
                    <a:pt x="3758551" y="21176"/>
                  </a:lnTo>
                  <a:lnTo>
                    <a:pt x="3698823" y="20451"/>
                  </a:lnTo>
                  <a:lnTo>
                    <a:pt x="3640302" y="19658"/>
                  </a:lnTo>
                  <a:lnTo>
                    <a:pt x="3582460" y="18799"/>
                  </a:lnTo>
                  <a:lnTo>
                    <a:pt x="3524927" y="17878"/>
                  </a:lnTo>
                  <a:lnTo>
                    <a:pt x="3467460" y="16900"/>
                  </a:lnTo>
                  <a:lnTo>
                    <a:pt x="3409924" y="15875"/>
                  </a:lnTo>
                  <a:lnTo>
                    <a:pt x="3352271" y="14815"/>
                  </a:lnTo>
                  <a:lnTo>
                    <a:pt x="3294519" y="13731"/>
                  </a:lnTo>
                  <a:lnTo>
                    <a:pt x="3236725" y="12639"/>
                  </a:lnTo>
                  <a:lnTo>
                    <a:pt x="3178961" y="11553"/>
                  </a:lnTo>
                  <a:lnTo>
                    <a:pt x="3121291" y="10487"/>
                  </a:lnTo>
                  <a:lnTo>
                    <a:pt x="3063738" y="9456"/>
                  </a:lnTo>
                  <a:lnTo>
                    <a:pt x="3006267" y="8471"/>
                  </a:lnTo>
                  <a:lnTo>
                    <a:pt x="2948757" y="7541"/>
                  </a:lnTo>
                  <a:lnTo>
                    <a:pt x="2890983" y="6672"/>
                  </a:lnTo>
                  <a:lnTo>
                    <a:pt x="2832596" y="5869"/>
                  </a:lnTo>
                  <a:lnTo>
                    <a:pt x="2773094" y="5133"/>
                  </a:lnTo>
                  <a:lnTo>
                    <a:pt x="2711794" y="4464"/>
                  </a:lnTo>
                  <a:lnTo>
                    <a:pt x="2702183" y="4367"/>
                  </a:lnTo>
                  <a:lnTo>
                    <a:pt x="2650248" y="3880"/>
                  </a:lnTo>
                  <a:lnTo>
                    <a:pt x="2595856" y="3436"/>
                  </a:lnTo>
                  <a:lnTo>
                    <a:pt x="2538321" y="3033"/>
                  </a:lnTo>
                  <a:lnTo>
                    <a:pt x="2476889" y="2667"/>
                  </a:lnTo>
                  <a:lnTo>
                    <a:pt x="2410780" y="2336"/>
                  </a:lnTo>
                  <a:lnTo>
                    <a:pt x="2339229" y="2036"/>
                  </a:lnTo>
                  <a:lnTo>
                    <a:pt x="2261538" y="1763"/>
                  </a:lnTo>
                  <a:lnTo>
                    <a:pt x="2177148" y="1514"/>
                  </a:lnTo>
                  <a:lnTo>
                    <a:pt x="2085729" y="1288"/>
                  </a:lnTo>
                  <a:lnTo>
                    <a:pt x="1987297" y="1082"/>
                  </a:lnTo>
                  <a:lnTo>
                    <a:pt x="1882359" y="894"/>
                  </a:lnTo>
                  <a:lnTo>
                    <a:pt x="1772058" y="725"/>
                  </a:lnTo>
                  <a:lnTo>
                    <a:pt x="1658295" y="574"/>
                  </a:lnTo>
                  <a:lnTo>
                    <a:pt x="1543791" y="441"/>
                  </a:lnTo>
                  <a:lnTo>
                    <a:pt x="1432009" y="326"/>
                  </a:lnTo>
                  <a:lnTo>
                    <a:pt x="1326919" y="230"/>
                  </a:lnTo>
                  <a:lnTo>
                    <a:pt x="1232565" y="153"/>
                  </a:lnTo>
                  <a:lnTo>
                    <a:pt x="1152498" y="95"/>
                  </a:lnTo>
                  <a:lnTo>
                    <a:pt x="1089188" y="53"/>
                  </a:lnTo>
                  <a:lnTo>
                    <a:pt x="1043550" y="25"/>
                  </a:lnTo>
                  <a:lnTo>
                    <a:pt x="1014711" y="9"/>
                  </a:lnTo>
                  <a:lnTo>
                    <a:pt x="1000026" y="2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1" name="pg770"/>
            <p:cNvSpPr/>
            <p:nvPr/>
          </p:nvSpPr>
          <p:spPr>
            <a:xfrm>
              <a:off x="1199187" y="1304753"/>
              <a:ext cx="12049831" cy="2169622"/>
            </a:xfrm>
            <a:custGeom>
              <a:avLst/>
              <a:pathLst>
                <a:path w="12049831" h="2169622">
                  <a:moveTo>
                    <a:pt x="0" y="20962"/>
                  </a:moveTo>
                  <a:lnTo>
                    <a:pt x="994940" y="20962"/>
                  </a:lnTo>
                  <a:lnTo>
                    <a:pt x="996076" y="20963"/>
                  </a:lnTo>
                  <a:lnTo>
                    <a:pt x="1003576" y="20967"/>
                  </a:lnTo>
                  <a:lnTo>
                    <a:pt x="1022580" y="20979"/>
                  </a:lnTo>
                  <a:lnTo>
                    <a:pt x="1056806" y="21002"/>
                  </a:lnTo>
                  <a:lnTo>
                    <a:pt x="1108324" y="21041"/>
                  </a:lnTo>
                  <a:lnTo>
                    <a:pt x="1177402" y="21097"/>
                  </a:lnTo>
                  <a:lnTo>
                    <a:pt x="1262567" y="21175"/>
                  </a:lnTo>
                  <a:lnTo>
                    <a:pt x="1360929" y="21275"/>
                  </a:lnTo>
                  <a:lnTo>
                    <a:pt x="1468704" y="21397"/>
                  </a:lnTo>
                  <a:lnTo>
                    <a:pt x="1581816" y="21542"/>
                  </a:lnTo>
                  <a:lnTo>
                    <a:pt x="1696425" y="21709"/>
                  </a:lnTo>
                  <a:lnTo>
                    <a:pt x="1809296" y="21898"/>
                  </a:lnTo>
                  <a:lnTo>
                    <a:pt x="1917982" y="22108"/>
                  </a:lnTo>
                  <a:lnTo>
                    <a:pt x="2020845" y="22341"/>
                  </a:lnTo>
                  <a:lnTo>
                    <a:pt x="2116970" y="22596"/>
                  </a:lnTo>
                  <a:lnTo>
                    <a:pt x="2206030" y="22876"/>
                  </a:lnTo>
                  <a:lnTo>
                    <a:pt x="2288138" y="23184"/>
                  </a:lnTo>
                  <a:lnTo>
                    <a:pt x="2363712" y="23522"/>
                  </a:lnTo>
                  <a:lnTo>
                    <a:pt x="2433369" y="23894"/>
                  </a:lnTo>
                  <a:lnTo>
                    <a:pt x="2497833" y="24305"/>
                  </a:lnTo>
                  <a:lnTo>
                    <a:pt x="2557880" y="24758"/>
                  </a:lnTo>
                  <a:lnTo>
                    <a:pt x="2614287" y="25258"/>
                  </a:lnTo>
                  <a:lnTo>
                    <a:pt x="2667790" y="25808"/>
                  </a:lnTo>
                  <a:lnTo>
                    <a:pt x="2702183" y="26203"/>
                  </a:lnTo>
                  <a:lnTo>
                    <a:pt x="2763832" y="26994"/>
                  </a:lnTo>
                  <a:lnTo>
                    <a:pt x="2823558" y="27865"/>
                  </a:lnTo>
                  <a:lnTo>
                    <a:pt x="2882078" y="28816"/>
                  </a:lnTo>
                  <a:lnTo>
                    <a:pt x="2939918" y="29847"/>
                  </a:lnTo>
                  <a:lnTo>
                    <a:pt x="2997450" y="30952"/>
                  </a:lnTo>
                  <a:lnTo>
                    <a:pt x="3054916" y="32125"/>
                  </a:lnTo>
                  <a:lnTo>
                    <a:pt x="3112450" y="33355"/>
                  </a:lnTo>
                  <a:lnTo>
                    <a:pt x="3170101" y="34627"/>
                  </a:lnTo>
                  <a:lnTo>
                    <a:pt x="3227852" y="35928"/>
                  </a:lnTo>
                  <a:lnTo>
                    <a:pt x="3285645" y="37239"/>
                  </a:lnTo>
                  <a:lnTo>
                    <a:pt x="3343407" y="38542"/>
                  </a:lnTo>
                  <a:lnTo>
                    <a:pt x="3401075" y="39820"/>
                  </a:lnTo>
                  <a:lnTo>
                    <a:pt x="3458627" y="41057"/>
                  </a:lnTo>
                  <a:lnTo>
                    <a:pt x="3516096" y="42240"/>
                  </a:lnTo>
                  <a:lnTo>
                    <a:pt x="3573605" y="43356"/>
                  </a:lnTo>
                  <a:lnTo>
                    <a:pt x="3631377" y="44399"/>
                  </a:lnTo>
                  <a:lnTo>
                    <a:pt x="3689763" y="45362"/>
                  </a:lnTo>
                  <a:lnTo>
                    <a:pt x="3749262" y="46245"/>
                  </a:lnTo>
                  <a:lnTo>
                    <a:pt x="3810559" y="47049"/>
                  </a:lnTo>
                  <a:lnTo>
                    <a:pt x="3820202" y="47165"/>
                  </a:lnTo>
                  <a:lnTo>
                    <a:pt x="3872137" y="47749"/>
                  </a:lnTo>
                  <a:lnTo>
                    <a:pt x="3926529" y="48282"/>
                  </a:lnTo>
                  <a:lnTo>
                    <a:pt x="3984064" y="48766"/>
                  </a:lnTo>
                  <a:lnTo>
                    <a:pt x="4045496" y="49204"/>
                  </a:lnTo>
                  <a:lnTo>
                    <a:pt x="4111605" y="49602"/>
                  </a:lnTo>
                  <a:lnTo>
                    <a:pt x="4183156" y="49962"/>
                  </a:lnTo>
                  <a:lnTo>
                    <a:pt x="4260846" y="50290"/>
                  </a:lnTo>
                  <a:lnTo>
                    <a:pt x="4345236" y="50588"/>
                  </a:lnTo>
                  <a:lnTo>
                    <a:pt x="4436656" y="50860"/>
                  </a:lnTo>
                  <a:lnTo>
                    <a:pt x="4535087" y="51107"/>
                  </a:lnTo>
                  <a:lnTo>
                    <a:pt x="4640025" y="51332"/>
                  </a:lnTo>
                  <a:lnTo>
                    <a:pt x="4750326" y="51535"/>
                  </a:lnTo>
                  <a:lnTo>
                    <a:pt x="4864088" y="51717"/>
                  </a:lnTo>
                  <a:lnTo>
                    <a:pt x="4978593" y="51877"/>
                  </a:lnTo>
                  <a:lnTo>
                    <a:pt x="5090375" y="52014"/>
                  </a:lnTo>
                  <a:lnTo>
                    <a:pt x="5195465" y="52129"/>
                  </a:lnTo>
                  <a:lnTo>
                    <a:pt x="5289819" y="52221"/>
                  </a:lnTo>
                  <a:lnTo>
                    <a:pt x="5369886" y="52292"/>
                  </a:lnTo>
                  <a:lnTo>
                    <a:pt x="5433196" y="52342"/>
                  </a:lnTo>
                  <a:lnTo>
                    <a:pt x="5478834" y="52375"/>
                  </a:lnTo>
                  <a:lnTo>
                    <a:pt x="5507674" y="52394"/>
                  </a:lnTo>
                  <a:lnTo>
                    <a:pt x="5522359" y="52403"/>
                  </a:lnTo>
                  <a:lnTo>
                    <a:pt x="5527102" y="52406"/>
                  </a:lnTo>
                  <a:lnTo>
                    <a:pt x="5527445" y="52406"/>
                  </a:lnTo>
                  <a:lnTo>
                    <a:pt x="6522385" y="52406"/>
                  </a:lnTo>
                  <a:lnTo>
                    <a:pt x="6523487" y="52445"/>
                  </a:lnTo>
                  <a:lnTo>
                    <a:pt x="6530764" y="52724"/>
                  </a:lnTo>
                  <a:lnTo>
                    <a:pt x="6549218" y="53495"/>
                  </a:lnTo>
                  <a:lnTo>
                    <a:pt x="6582492" y="55015"/>
                  </a:lnTo>
                  <a:lnTo>
                    <a:pt x="6632652" y="57527"/>
                  </a:lnTo>
                  <a:lnTo>
                    <a:pt x="6700043" y="61241"/>
                  </a:lnTo>
                  <a:lnTo>
                    <a:pt x="6783325" y="66315"/>
                  </a:lnTo>
                  <a:lnTo>
                    <a:pt x="6879775" y="72845"/>
                  </a:lnTo>
                  <a:lnTo>
                    <a:pt x="6985772" y="80868"/>
                  </a:lnTo>
                  <a:lnTo>
                    <a:pt x="7097365" y="90380"/>
                  </a:lnTo>
                  <a:lnTo>
                    <a:pt x="7210791" y="101352"/>
                  </a:lnTo>
                  <a:lnTo>
                    <a:pt x="7322839" y="113756"/>
                  </a:lnTo>
                  <a:lnTo>
                    <a:pt x="7431043" y="127582"/>
                  </a:lnTo>
                  <a:lnTo>
                    <a:pt x="7533716" y="142853"/>
                  </a:lnTo>
                  <a:lnTo>
                    <a:pt x="7629881" y="159632"/>
                  </a:lnTo>
                  <a:lnTo>
                    <a:pt x="7719144" y="178028"/>
                  </a:lnTo>
                  <a:lnTo>
                    <a:pt x="7801555" y="198196"/>
                  </a:lnTo>
                  <a:lnTo>
                    <a:pt x="7877479" y="220335"/>
                  </a:lnTo>
                  <a:lnTo>
                    <a:pt x="7947484" y="244681"/>
                  </a:lnTo>
                  <a:lnTo>
                    <a:pt x="8012258" y="271501"/>
                  </a:lnTo>
                  <a:lnTo>
                    <a:pt x="8072547" y="301077"/>
                  </a:lnTo>
                  <a:lnTo>
                    <a:pt x="8129107" y="333676"/>
                  </a:lnTo>
                  <a:lnTo>
                    <a:pt x="8182663" y="369519"/>
                  </a:lnTo>
                  <a:lnTo>
                    <a:pt x="8229629" y="405275"/>
                  </a:lnTo>
                  <a:lnTo>
                    <a:pt x="8278400" y="446815"/>
                  </a:lnTo>
                  <a:lnTo>
                    <a:pt x="8325870" y="491659"/>
                  </a:lnTo>
                  <a:lnTo>
                    <a:pt x="8372422" y="539871"/>
                  </a:lnTo>
                  <a:lnTo>
                    <a:pt x="8418359" y="591453"/>
                  </a:lnTo>
                  <a:lnTo>
                    <a:pt x="8463919" y="646334"/>
                  </a:lnTo>
                  <a:lnTo>
                    <a:pt x="8509278" y="704365"/>
                  </a:lnTo>
                  <a:lnTo>
                    <a:pt x="8554564" y="765315"/>
                  </a:lnTo>
                  <a:lnTo>
                    <a:pt x="8599862" y="828873"/>
                  </a:lnTo>
                  <a:lnTo>
                    <a:pt x="8645219" y="894647"/>
                  </a:lnTo>
                  <a:lnTo>
                    <a:pt x="8690649" y="962177"/>
                  </a:lnTo>
                  <a:lnTo>
                    <a:pt x="8736146" y="1030944"/>
                  </a:lnTo>
                  <a:lnTo>
                    <a:pt x="8781682" y="1100386"/>
                  </a:lnTo>
                  <a:lnTo>
                    <a:pt x="8827225" y="1169918"/>
                  </a:lnTo>
                  <a:lnTo>
                    <a:pt x="8872736" y="1238952"/>
                  </a:lnTo>
                  <a:lnTo>
                    <a:pt x="8918189" y="1306917"/>
                  </a:lnTo>
                  <a:lnTo>
                    <a:pt x="8963568" y="1373280"/>
                  </a:lnTo>
                  <a:lnTo>
                    <a:pt x="9008880" y="1437559"/>
                  </a:lnTo>
                  <a:lnTo>
                    <a:pt x="9054163" y="1499343"/>
                  </a:lnTo>
                  <a:lnTo>
                    <a:pt x="9099489" y="1558294"/>
                  </a:lnTo>
                  <a:lnTo>
                    <a:pt x="9144970" y="1614157"/>
                  </a:lnTo>
                  <a:lnTo>
                    <a:pt x="9190770" y="1666757"/>
                  </a:lnTo>
                  <a:lnTo>
                    <a:pt x="9237106" y="1716002"/>
                  </a:lnTo>
                  <a:lnTo>
                    <a:pt x="9284258" y="1761870"/>
                  </a:lnTo>
                  <a:lnTo>
                    <a:pt x="9332586" y="1804409"/>
                  </a:lnTo>
                  <a:lnTo>
                    <a:pt x="9347647" y="1816753"/>
                  </a:lnTo>
                  <a:lnTo>
                    <a:pt x="9399031" y="1855661"/>
                  </a:lnTo>
                  <a:lnTo>
                    <a:pt x="9452814" y="1891224"/>
                  </a:lnTo>
                  <a:lnTo>
                    <a:pt x="9509660" y="1923559"/>
                  </a:lnTo>
                  <a:lnTo>
                    <a:pt x="9570298" y="1952891"/>
                  </a:lnTo>
                  <a:lnTo>
                    <a:pt x="9635485" y="1979492"/>
                  </a:lnTo>
                  <a:lnTo>
                    <a:pt x="9705963" y="2003642"/>
                  </a:lnTo>
                  <a:lnTo>
                    <a:pt x="9782415" y="2025606"/>
                  </a:lnTo>
                  <a:lnTo>
                    <a:pt x="9865394" y="2045618"/>
                  </a:lnTo>
                  <a:lnTo>
                    <a:pt x="9955243" y="2063872"/>
                  </a:lnTo>
                  <a:lnTo>
                    <a:pt x="10051978" y="2080520"/>
                  </a:lnTo>
                  <a:lnTo>
                    <a:pt x="10155165" y="2095667"/>
                  </a:lnTo>
                  <a:lnTo>
                    <a:pt x="10263769" y="2109373"/>
                  </a:lnTo>
                  <a:lnTo>
                    <a:pt x="10376039" y="2121657"/>
                  </a:lnTo>
                  <a:lnTo>
                    <a:pt x="10489445" y="2132507"/>
                  </a:lnTo>
                  <a:lnTo>
                    <a:pt x="10600716" y="2141894"/>
                  </a:lnTo>
                  <a:lnTo>
                    <a:pt x="10706059" y="2149791"/>
                  </a:lnTo>
                  <a:lnTo>
                    <a:pt x="10801530" y="2156196"/>
                  </a:lnTo>
                  <a:lnTo>
                    <a:pt x="10883561" y="2161151"/>
                  </a:lnTo>
                  <a:lnTo>
                    <a:pt x="10949527" y="2164757"/>
                  </a:lnTo>
                  <a:lnTo>
                    <a:pt x="10998226" y="2167177"/>
                  </a:lnTo>
                  <a:lnTo>
                    <a:pt x="11030146" y="2168623"/>
                  </a:lnTo>
                  <a:lnTo>
                    <a:pt x="11047497" y="2169343"/>
                  </a:lnTo>
                  <a:lnTo>
                    <a:pt x="11054041" y="2169592"/>
                  </a:lnTo>
                  <a:lnTo>
                    <a:pt x="11054891" y="2169622"/>
                  </a:lnTo>
                  <a:lnTo>
                    <a:pt x="12049831" y="2169622"/>
                  </a:lnTo>
                  <a:lnTo>
                    <a:pt x="12049831" y="2148659"/>
                  </a:lnTo>
                  <a:lnTo>
                    <a:pt x="11054891" y="2148659"/>
                  </a:lnTo>
                  <a:lnTo>
                    <a:pt x="11053789" y="2148620"/>
                  </a:lnTo>
                  <a:lnTo>
                    <a:pt x="11046513" y="2148341"/>
                  </a:lnTo>
                  <a:lnTo>
                    <a:pt x="11028058" y="2147570"/>
                  </a:lnTo>
                  <a:lnTo>
                    <a:pt x="10994785" y="2146051"/>
                  </a:lnTo>
                  <a:lnTo>
                    <a:pt x="10944624" y="2143539"/>
                  </a:lnTo>
                  <a:lnTo>
                    <a:pt x="10877234" y="2139824"/>
                  </a:lnTo>
                  <a:lnTo>
                    <a:pt x="10793951" y="2134750"/>
                  </a:lnTo>
                  <a:lnTo>
                    <a:pt x="10697501" y="2128221"/>
                  </a:lnTo>
                  <a:lnTo>
                    <a:pt x="10591505" y="2120197"/>
                  </a:lnTo>
                  <a:lnTo>
                    <a:pt x="10479912" y="2110686"/>
                  </a:lnTo>
                  <a:lnTo>
                    <a:pt x="10366486" y="2099713"/>
                  </a:lnTo>
                  <a:lnTo>
                    <a:pt x="10254437" y="2087309"/>
                  </a:lnTo>
                  <a:lnTo>
                    <a:pt x="10146233" y="2073483"/>
                  </a:lnTo>
                  <a:lnTo>
                    <a:pt x="10043560" y="2058213"/>
                  </a:lnTo>
                  <a:lnTo>
                    <a:pt x="9947396" y="2041434"/>
                  </a:lnTo>
                  <a:lnTo>
                    <a:pt x="9858133" y="2023038"/>
                  </a:lnTo>
                  <a:lnTo>
                    <a:pt x="9775721" y="2002869"/>
                  </a:lnTo>
                  <a:lnTo>
                    <a:pt x="9699797" y="1980730"/>
                  </a:lnTo>
                  <a:lnTo>
                    <a:pt x="9629792" y="1956384"/>
                  </a:lnTo>
                  <a:lnTo>
                    <a:pt x="9565018" y="1929564"/>
                  </a:lnTo>
                  <a:lnTo>
                    <a:pt x="9504729" y="1899989"/>
                  </a:lnTo>
                  <a:lnTo>
                    <a:pt x="9448169" y="1867389"/>
                  </a:lnTo>
                  <a:lnTo>
                    <a:pt x="9394613" y="1831546"/>
                  </a:lnTo>
                  <a:lnTo>
                    <a:pt x="9347647" y="1795790"/>
                  </a:lnTo>
                  <a:lnTo>
                    <a:pt x="9298876" y="1754250"/>
                  </a:lnTo>
                  <a:lnTo>
                    <a:pt x="9251407" y="1709406"/>
                  </a:lnTo>
                  <a:lnTo>
                    <a:pt x="9204855" y="1661194"/>
                  </a:lnTo>
                  <a:lnTo>
                    <a:pt x="9158917" y="1609613"/>
                  </a:lnTo>
                  <a:lnTo>
                    <a:pt x="9113358" y="1554732"/>
                  </a:lnTo>
                  <a:lnTo>
                    <a:pt x="9067999" y="1496701"/>
                  </a:lnTo>
                  <a:lnTo>
                    <a:pt x="9022712" y="1435750"/>
                  </a:lnTo>
                  <a:lnTo>
                    <a:pt x="8977414" y="1372192"/>
                  </a:lnTo>
                  <a:lnTo>
                    <a:pt x="8932058" y="1306418"/>
                  </a:lnTo>
                  <a:lnTo>
                    <a:pt x="8886627" y="1238888"/>
                  </a:lnTo>
                  <a:lnTo>
                    <a:pt x="8841131" y="1170121"/>
                  </a:lnTo>
                  <a:lnTo>
                    <a:pt x="8795594" y="1100679"/>
                  </a:lnTo>
                  <a:lnTo>
                    <a:pt x="8750052" y="1031147"/>
                  </a:lnTo>
                  <a:lnTo>
                    <a:pt x="8704540" y="962113"/>
                  </a:lnTo>
                  <a:lnTo>
                    <a:pt x="8659087" y="894148"/>
                  </a:lnTo>
                  <a:lnTo>
                    <a:pt x="8613709" y="827786"/>
                  </a:lnTo>
                  <a:lnTo>
                    <a:pt x="8568396" y="763506"/>
                  </a:lnTo>
                  <a:lnTo>
                    <a:pt x="8523113" y="701722"/>
                  </a:lnTo>
                  <a:lnTo>
                    <a:pt x="8477788" y="642771"/>
                  </a:lnTo>
                  <a:lnTo>
                    <a:pt x="8432306" y="586909"/>
                  </a:lnTo>
                  <a:lnTo>
                    <a:pt x="8386506" y="534308"/>
                  </a:lnTo>
                  <a:lnTo>
                    <a:pt x="8340171" y="485064"/>
                  </a:lnTo>
                  <a:lnTo>
                    <a:pt x="8293018" y="439195"/>
                  </a:lnTo>
                  <a:lnTo>
                    <a:pt x="8244691" y="396657"/>
                  </a:lnTo>
                  <a:lnTo>
                    <a:pt x="8229629" y="384313"/>
                  </a:lnTo>
                  <a:lnTo>
                    <a:pt x="8178245" y="345405"/>
                  </a:lnTo>
                  <a:lnTo>
                    <a:pt x="8124462" y="309842"/>
                  </a:lnTo>
                  <a:lnTo>
                    <a:pt x="8067617" y="277506"/>
                  </a:lnTo>
                  <a:lnTo>
                    <a:pt x="8006978" y="248174"/>
                  </a:lnTo>
                  <a:lnTo>
                    <a:pt x="7941792" y="221573"/>
                  </a:lnTo>
                  <a:lnTo>
                    <a:pt x="7871313" y="197423"/>
                  </a:lnTo>
                  <a:lnTo>
                    <a:pt x="7794861" y="175459"/>
                  </a:lnTo>
                  <a:lnTo>
                    <a:pt x="7711882" y="155448"/>
                  </a:lnTo>
                  <a:lnTo>
                    <a:pt x="7622034" y="137193"/>
                  </a:lnTo>
                  <a:lnTo>
                    <a:pt x="7525298" y="120545"/>
                  </a:lnTo>
                  <a:lnTo>
                    <a:pt x="7422112" y="105398"/>
                  </a:lnTo>
                  <a:lnTo>
                    <a:pt x="7313508" y="91692"/>
                  </a:lnTo>
                  <a:lnTo>
                    <a:pt x="7201237" y="79408"/>
                  </a:lnTo>
                  <a:lnTo>
                    <a:pt x="7087832" y="68558"/>
                  </a:lnTo>
                  <a:lnTo>
                    <a:pt x="6976560" y="59171"/>
                  </a:lnTo>
                  <a:lnTo>
                    <a:pt x="6871217" y="51274"/>
                  </a:lnTo>
                  <a:lnTo>
                    <a:pt x="6775747" y="44869"/>
                  </a:lnTo>
                  <a:lnTo>
                    <a:pt x="6693716" y="39915"/>
                  </a:lnTo>
                  <a:lnTo>
                    <a:pt x="6627749" y="36309"/>
                  </a:lnTo>
                  <a:lnTo>
                    <a:pt x="6579051" y="33889"/>
                  </a:lnTo>
                  <a:lnTo>
                    <a:pt x="6547130" y="32442"/>
                  </a:lnTo>
                  <a:lnTo>
                    <a:pt x="6529780" y="31723"/>
                  </a:lnTo>
                  <a:lnTo>
                    <a:pt x="6523235" y="31473"/>
                  </a:lnTo>
                  <a:lnTo>
                    <a:pt x="6522385" y="31443"/>
                  </a:lnTo>
                  <a:lnTo>
                    <a:pt x="5527445" y="31443"/>
                  </a:lnTo>
                  <a:lnTo>
                    <a:pt x="5526309" y="31443"/>
                  </a:lnTo>
                  <a:lnTo>
                    <a:pt x="5518809" y="31438"/>
                  </a:lnTo>
                  <a:lnTo>
                    <a:pt x="5499805" y="31427"/>
                  </a:lnTo>
                  <a:lnTo>
                    <a:pt x="5465579" y="31403"/>
                  </a:lnTo>
                  <a:lnTo>
                    <a:pt x="5414061" y="31365"/>
                  </a:lnTo>
                  <a:lnTo>
                    <a:pt x="5344983" y="31308"/>
                  </a:lnTo>
                  <a:lnTo>
                    <a:pt x="5259818" y="31230"/>
                  </a:lnTo>
                  <a:lnTo>
                    <a:pt x="5161456" y="31131"/>
                  </a:lnTo>
                  <a:lnTo>
                    <a:pt x="5053681" y="31008"/>
                  </a:lnTo>
                  <a:lnTo>
                    <a:pt x="4940569" y="30863"/>
                  </a:lnTo>
                  <a:lnTo>
                    <a:pt x="4825960" y="30696"/>
                  </a:lnTo>
                  <a:lnTo>
                    <a:pt x="4713089" y="30507"/>
                  </a:lnTo>
                  <a:lnTo>
                    <a:pt x="4604403" y="30297"/>
                  </a:lnTo>
                  <a:lnTo>
                    <a:pt x="4501540" y="30065"/>
                  </a:lnTo>
                  <a:lnTo>
                    <a:pt x="4405415" y="29809"/>
                  </a:lnTo>
                  <a:lnTo>
                    <a:pt x="4316355" y="29529"/>
                  </a:lnTo>
                  <a:lnTo>
                    <a:pt x="4234247" y="29222"/>
                  </a:lnTo>
                  <a:lnTo>
                    <a:pt x="4158673" y="28884"/>
                  </a:lnTo>
                  <a:lnTo>
                    <a:pt x="4089016" y="28511"/>
                  </a:lnTo>
                  <a:lnTo>
                    <a:pt x="4024552" y="28101"/>
                  </a:lnTo>
                  <a:lnTo>
                    <a:pt x="3964504" y="27647"/>
                  </a:lnTo>
                  <a:lnTo>
                    <a:pt x="3908098" y="27147"/>
                  </a:lnTo>
                  <a:lnTo>
                    <a:pt x="3854595" y="26598"/>
                  </a:lnTo>
                  <a:lnTo>
                    <a:pt x="3820202" y="26203"/>
                  </a:lnTo>
                  <a:lnTo>
                    <a:pt x="3758553" y="25411"/>
                  </a:lnTo>
                  <a:lnTo>
                    <a:pt x="3698827" y="24541"/>
                  </a:lnTo>
                  <a:lnTo>
                    <a:pt x="3640307" y="23589"/>
                  </a:lnTo>
                  <a:lnTo>
                    <a:pt x="3582467" y="22559"/>
                  </a:lnTo>
                  <a:lnTo>
                    <a:pt x="3524935" y="21453"/>
                  </a:lnTo>
                  <a:lnTo>
                    <a:pt x="3467469" y="20280"/>
                  </a:lnTo>
                  <a:lnTo>
                    <a:pt x="3409935" y="19051"/>
                  </a:lnTo>
                  <a:lnTo>
                    <a:pt x="3352284" y="17778"/>
                  </a:lnTo>
                  <a:lnTo>
                    <a:pt x="3294533" y="16477"/>
                  </a:lnTo>
                  <a:lnTo>
                    <a:pt x="3236740" y="15167"/>
                  </a:lnTo>
                  <a:lnTo>
                    <a:pt x="3178978" y="13864"/>
                  </a:lnTo>
                  <a:lnTo>
                    <a:pt x="3121310" y="12585"/>
                  </a:lnTo>
                  <a:lnTo>
                    <a:pt x="3063758" y="11348"/>
                  </a:lnTo>
                  <a:lnTo>
                    <a:pt x="3006289" y="10166"/>
                  </a:lnTo>
                  <a:lnTo>
                    <a:pt x="2948780" y="9049"/>
                  </a:lnTo>
                  <a:lnTo>
                    <a:pt x="2891008" y="8007"/>
                  </a:lnTo>
                  <a:lnTo>
                    <a:pt x="2832622" y="7043"/>
                  </a:lnTo>
                  <a:lnTo>
                    <a:pt x="2773123" y="6160"/>
                  </a:lnTo>
                  <a:lnTo>
                    <a:pt x="2711826" y="5357"/>
                  </a:lnTo>
                  <a:lnTo>
                    <a:pt x="2702183" y="5240"/>
                  </a:lnTo>
                  <a:lnTo>
                    <a:pt x="2650248" y="4656"/>
                  </a:lnTo>
                  <a:lnTo>
                    <a:pt x="2595856" y="4124"/>
                  </a:lnTo>
                  <a:lnTo>
                    <a:pt x="2538321" y="3640"/>
                  </a:lnTo>
                  <a:lnTo>
                    <a:pt x="2476889" y="3201"/>
                  </a:lnTo>
                  <a:lnTo>
                    <a:pt x="2410780" y="2803"/>
                  </a:lnTo>
                  <a:lnTo>
                    <a:pt x="2339229" y="2443"/>
                  </a:lnTo>
                  <a:lnTo>
                    <a:pt x="2261539" y="2116"/>
                  </a:lnTo>
                  <a:lnTo>
                    <a:pt x="2177149" y="1817"/>
                  </a:lnTo>
                  <a:lnTo>
                    <a:pt x="2085729" y="1546"/>
                  </a:lnTo>
                  <a:lnTo>
                    <a:pt x="1987298" y="1298"/>
                  </a:lnTo>
                  <a:lnTo>
                    <a:pt x="1882360" y="1073"/>
                  </a:lnTo>
                  <a:lnTo>
                    <a:pt x="1772059" y="870"/>
                  </a:lnTo>
                  <a:lnTo>
                    <a:pt x="1658297" y="689"/>
                  </a:lnTo>
                  <a:lnTo>
                    <a:pt x="1543792" y="529"/>
                  </a:lnTo>
                  <a:lnTo>
                    <a:pt x="1432010" y="391"/>
                  </a:lnTo>
                  <a:lnTo>
                    <a:pt x="1326920" y="276"/>
                  </a:lnTo>
                  <a:lnTo>
                    <a:pt x="1232566" y="184"/>
                  </a:lnTo>
                  <a:lnTo>
                    <a:pt x="1152499" y="114"/>
                  </a:lnTo>
                  <a:lnTo>
                    <a:pt x="1089189" y="63"/>
                  </a:lnTo>
                  <a:lnTo>
                    <a:pt x="1043551" y="30"/>
                  </a:lnTo>
                  <a:lnTo>
                    <a:pt x="1014711" y="11"/>
                  </a:lnTo>
                  <a:lnTo>
                    <a:pt x="1000026" y="2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72" name="pl771"/>
            <p:cNvSpPr/>
            <p:nvPr/>
          </p:nvSpPr>
          <p:spPr>
            <a:xfrm>
              <a:off x="1199187" y="1325715"/>
              <a:ext cx="12049831" cy="2148659"/>
            </a:xfrm>
            <a:custGeom>
              <a:avLst/>
              <a:pathLst>
                <a:path w="12049831" h="2148659">
                  <a:moveTo>
                    <a:pt x="0" y="0"/>
                  </a:moveTo>
                  <a:lnTo>
                    <a:pt x="994940" y="0"/>
                  </a:lnTo>
                  <a:lnTo>
                    <a:pt x="996076" y="0"/>
                  </a:lnTo>
                  <a:lnTo>
                    <a:pt x="1003576" y="4"/>
                  </a:lnTo>
                  <a:lnTo>
                    <a:pt x="1022580" y="16"/>
                  </a:lnTo>
                  <a:lnTo>
                    <a:pt x="1056806" y="39"/>
                  </a:lnTo>
                  <a:lnTo>
                    <a:pt x="1108324" y="78"/>
                  </a:lnTo>
                  <a:lnTo>
                    <a:pt x="1177402" y="135"/>
                  </a:lnTo>
                  <a:lnTo>
                    <a:pt x="1262567" y="212"/>
                  </a:lnTo>
                  <a:lnTo>
                    <a:pt x="1360929" y="312"/>
                  </a:lnTo>
                  <a:lnTo>
                    <a:pt x="1468704" y="435"/>
                  </a:lnTo>
                  <a:lnTo>
                    <a:pt x="1581816" y="580"/>
                  </a:lnTo>
                  <a:lnTo>
                    <a:pt x="1696425" y="747"/>
                  </a:lnTo>
                  <a:lnTo>
                    <a:pt x="1809296" y="935"/>
                  </a:lnTo>
                  <a:lnTo>
                    <a:pt x="1917982" y="1146"/>
                  </a:lnTo>
                  <a:lnTo>
                    <a:pt x="2020845" y="1378"/>
                  </a:lnTo>
                  <a:lnTo>
                    <a:pt x="2116970" y="1633"/>
                  </a:lnTo>
                  <a:lnTo>
                    <a:pt x="2206030" y="1914"/>
                  </a:lnTo>
                  <a:lnTo>
                    <a:pt x="2288138" y="2221"/>
                  </a:lnTo>
                  <a:lnTo>
                    <a:pt x="2363712" y="2559"/>
                  </a:lnTo>
                  <a:lnTo>
                    <a:pt x="2433369" y="2932"/>
                  </a:lnTo>
                  <a:lnTo>
                    <a:pt x="2497833" y="3342"/>
                  </a:lnTo>
                  <a:lnTo>
                    <a:pt x="2557880" y="3796"/>
                  </a:lnTo>
                  <a:lnTo>
                    <a:pt x="2614287" y="4296"/>
                  </a:lnTo>
                  <a:lnTo>
                    <a:pt x="2667790" y="4845"/>
                  </a:lnTo>
                  <a:lnTo>
                    <a:pt x="2702183" y="5240"/>
                  </a:lnTo>
                  <a:lnTo>
                    <a:pt x="2763832" y="6031"/>
                  </a:lnTo>
                  <a:lnTo>
                    <a:pt x="2823558" y="6902"/>
                  </a:lnTo>
                  <a:lnTo>
                    <a:pt x="2882078" y="7853"/>
                  </a:lnTo>
                  <a:lnTo>
                    <a:pt x="2939918" y="8884"/>
                  </a:lnTo>
                  <a:lnTo>
                    <a:pt x="2997450" y="9989"/>
                  </a:lnTo>
                  <a:lnTo>
                    <a:pt x="3054916" y="11162"/>
                  </a:lnTo>
                  <a:lnTo>
                    <a:pt x="3112450" y="12392"/>
                  </a:lnTo>
                  <a:lnTo>
                    <a:pt x="3170101" y="13665"/>
                  </a:lnTo>
                  <a:lnTo>
                    <a:pt x="3227852" y="14965"/>
                  </a:lnTo>
                  <a:lnTo>
                    <a:pt x="3285645" y="16276"/>
                  </a:lnTo>
                  <a:lnTo>
                    <a:pt x="3343407" y="17579"/>
                  </a:lnTo>
                  <a:lnTo>
                    <a:pt x="3401075" y="18857"/>
                  </a:lnTo>
                  <a:lnTo>
                    <a:pt x="3458627" y="20095"/>
                  </a:lnTo>
                  <a:lnTo>
                    <a:pt x="3516096" y="21277"/>
                  </a:lnTo>
                  <a:lnTo>
                    <a:pt x="3573605" y="22394"/>
                  </a:lnTo>
                  <a:lnTo>
                    <a:pt x="3631377" y="23436"/>
                  </a:lnTo>
                  <a:lnTo>
                    <a:pt x="3689763" y="24400"/>
                  </a:lnTo>
                  <a:lnTo>
                    <a:pt x="3749262" y="25283"/>
                  </a:lnTo>
                  <a:lnTo>
                    <a:pt x="3810559" y="26086"/>
                  </a:lnTo>
                  <a:lnTo>
                    <a:pt x="3820202" y="26203"/>
                  </a:lnTo>
                  <a:lnTo>
                    <a:pt x="3872137" y="26786"/>
                  </a:lnTo>
                  <a:lnTo>
                    <a:pt x="3926529" y="27319"/>
                  </a:lnTo>
                  <a:lnTo>
                    <a:pt x="3984064" y="27803"/>
                  </a:lnTo>
                  <a:lnTo>
                    <a:pt x="4045496" y="28242"/>
                  </a:lnTo>
                  <a:lnTo>
                    <a:pt x="4111605" y="28639"/>
                  </a:lnTo>
                  <a:lnTo>
                    <a:pt x="4183156" y="29000"/>
                  </a:lnTo>
                  <a:lnTo>
                    <a:pt x="4260846" y="29327"/>
                  </a:lnTo>
                  <a:lnTo>
                    <a:pt x="4345236" y="29625"/>
                  </a:lnTo>
                  <a:lnTo>
                    <a:pt x="4436656" y="29897"/>
                  </a:lnTo>
                  <a:lnTo>
                    <a:pt x="4535087" y="30145"/>
                  </a:lnTo>
                  <a:lnTo>
                    <a:pt x="4640025" y="30370"/>
                  </a:lnTo>
                  <a:lnTo>
                    <a:pt x="4750326" y="30573"/>
                  </a:lnTo>
                  <a:lnTo>
                    <a:pt x="4864088" y="30754"/>
                  </a:lnTo>
                  <a:lnTo>
                    <a:pt x="4978593" y="30914"/>
                  </a:lnTo>
                  <a:lnTo>
                    <a:pt x="5090375" y="31051"/>
                  </a:lnTo>
                  <a:lnTo>
                    <a:pt x="5195465" y="31166"/>
                  </a:lnTo>
                  <a:lnTo>
                    <a:pt x="5289819" y="31259"/>
                  </a:lnTo>
                  <a:lnTo>
                    <a:pt x="5369886" y="31329"/>
                  </a:lnTo>
                  <a:lnTo>
                    <a:pt x="5433196" y="31380"/>
                  </a:lnTo>
                  <a:lnTo>
                    <a:pt x="5478834" y="31413"/>
                  </a:lnTo>
                  <a:lnTo>
                    <a:pt x="5507674" y="31432"/>
                  </a:lnTo>
                  <a:lnTo>
                    <a:pt x="5522359" y="31440"/>
                  </a:lnTo>
                  <a:lnTo>
                    <a:pt x="5527102" y="31443"/>
                  </a:lnTo>
                  <a:lnTo>
                    <a:pt x="5527445" y="31443"/>
                  </a:lnTo>
                  <a:lnTo>
                    <a:pt x="6522385" y="31443"/>
                  </a:lnTo>
                  <a:lnTo>
                    <a:pt x="6523487" y="31482"/>
                  </a:lnTo>
                  <a:lnTo>
                    <a:pt x="6530764" y="31762"/>
                  </a:lnTo>
                  <a:lnTo>
                    <a:pt x="6549218" y="32532"/>
                  </a:lnTo>
                  <a:lnTo>
                    <a:pt x="6582492" y="34052"/>
                  </a:lnTo>
                  <a:lnTo>
                    <a:pt x="6632652" y="36564"/>
                  </a:lnTo>
                  <a:lnTo>
                    <a:pt x="6700043" y="40279"/>
                  </a:lnTo>
                  <a:lnTo>
                    <a:pt x="6783325" y="45353"/>
                  </a:lnTo>
                  <a:lnTo>
                    <a:pt x="6879775" y="51882"/>
                  </a:lnTo>
                  <a:lnTo>
                    <a:pt x="6985772" y="59906"/>
                  </a:lnTo>
                  <a:lnTo>
                    <a:pt x="7097365" y="69417"/>
                  </a:lnTo>
                  <a:lnTo>
                    <a:pt x="7210791" y="80389"/>
                  </a:lnTo>
                  <a:lnTo>
                    <a:pt x="7322839" y="92794"/>
                  </a:lnTo>
                  <a:lnTo>
                    <a:pt x="7431043" y="106620"/>
                  </a:lnTo>
                  <a:lnTo>
                    <a:pt x="7533716" y="121890"/>
                  </a:lnTo>
                  <a:lnTo>
                    <a:pt x="7629881" y="138669"/>
                  </a:lnTo>
                  <a:lnTo>
                    <a:pt x="7719144" y="157065"/>
                  </a:lnTo>
                  <a:lnTo>
                    <a:pt x="7801555" y="177233"/>
                  </a:lnTo>
                  <a:lnTo>
                    <a:pt x="7877479" y="199372"/>
                  </a:lnTo>
                  <a:lnTo>
                    <a:pt x="7947484" y="223719"/>
                  </a:lnTo>
                  <a:lnTo>
                    <a:pt x="8012258" y="250539"/>
                  </a:lnTo>
                  <a:lnTo>
                    <a:pt x="8072547" y="280114"/>
                  </a:lnTo>
                  <a:lnTo>
                    <a:pt x="8129107" y="312714"/>
                  </a:lnTo>
                  <a:lnTo>
                    <a:pt x="8182663" y="348557"/>
                  </a:lnTo>
                  <a:lnTo>
                    <a:pt x="8229629" y="384313"/>
                  </a:lnTo>
                  <a:lnTo>
                    <a:pt x="8278400" y="425853"/>
                  </a:lnTo>
                  <a:lnTo>
                    <a:pt x="8325870" y="470696"/>
                  </a:lnTo>
                  <a:lnTo>
                    <a:pt x="8372422" y="518908"/>
                  </a:lnTo>
                  <a:lnTo>
                    <a:pt x="8418359" y="570490"/>
                  </a:lnTo>
                  <a:lnTo>
                    <a:pt x="8463919" y="625371"/>
                  </a:lnTo>
                  <a:lnTo>
                    <a:pt x="8509278" y="683402"/>
                  </a:lnTo>
                  <a:lnTo>
                    <a:pt x="8554564" y="744353"/>
                  </a:lnTo>
                  <a:lnTo>
                    <a:pt x="8599862" y="807910"/>
                  </a:lnTo>
                  <a:lnTo>
                    <a:pt x="8645219" y="873685"/>
                  </a:lnTo>
                  <a:lnTo>
                    <a:pt x="8690649" y="941215"/>
                  </a:lnTo>
                  <a:lnTo>
                    <a:pt x="8736146" y="1009982"/>
                  </a:lnTo>
                  <a:lnTo>
                    <a:pt x="8781682" y="1079423"/>
                  </a:lnTo>
                  <a:lnTo>
                    <a:pt x="8827225" y="1148955"/>
                  </a:lnTo>
                  <a:lnTo>
                    <a:pt x="8872736" y="1217989"/>
                  </a:lnTo>
                  <a:lnTo>
                    <a:pt x="8918189" y="1285955"/>
                  </a:lnTo>
                  <a:lnTo>
                    <a:pt x="8963568" y="1352317"/>
                  </a:lnTo>
                  <a:lnTo>
                    <a:pt x="9008880" y="1416597"/>
                  </a:lnTo>
                  <a:lnTo>
                    <a:pt x="9054163" y="1478381"/>
                  </a:lnTo>
                  <a:lnTo>
                    <a:pt x="9099489" y="1537332"/>
                  </a:lnTo>
                  <a:lnTo>
                    <a:pt x="9144970" y="1593194"/>
                  </a:lnTo>
                  <a:lnTo>
                    <a:pt x="9190770" y="1645795"/>
                  </a:lnTo>
                  <a:lnTo>
                    <a:pt x="9237106" y="1695039"/>
                  </a:lnTo>
                  <a:lnTo>
                    <a:pt x="9284258" y="1740907"/>
                  </a:lnTo>
                  <a:lnTo>
                    <a:pt x="9332586" y="1783446"/>
                  </a:lnTo>
                  <a:lnTo>
                    <a:pt x="9347647" y="1795790"/>
                  </a:lnTo>
                  <a:lnTo>
                    <a:pt x="9399031" y="1834698"/>
                  </a:lnTo>
                  <a:lnTo>
                    <a:pt x="9452814" y="1870261"/>
                  </a:lnTo>
                  <a:lnTo>
                    <a:pt x="9509660" y="1902596"/>
                  </a:lnTo>
                  <a:lnTo>
                    <a:pt x="9570298" y="1931928"/>
                  </a:lnTo>
                  <a:lnTo>
                    <a:pt x="9635485" y="1958529"/>
                  </a:lnTo>
                  <a:lnTo>
                    <a:pt x="9705963" y="1982680"/>
                  </a:lnTo>
                  <a:lnTo>
                    <a:pt x="9782415" y="2004643"/>
                  </a:lnTo>
                  <a:lnTo>
                    <a:pt x="9865394" y="2024655"/>
                  </a:lnTo>
                  <a:lnTo>
                    <a:pt x="9955243" y="2042910"/>
                  </a:lnTo>
                  <a:lnTo>
                    <a:pt x="10051978" y="2059558"/>
                  </a:lnTo>
                  <a:lnTo>
                    <a:pt x="10155165" y="2074705"/>
                  </a:lnTo>
                  <a:lnTo>
                    <a:pt x="10263769" y="2088410"/>
                  </a:lnTo>
                  <a:lnTo>
                    <a:pt x="10376039" y="2100694"/>
                  </a:lnTo>
                  <a:lnTo>
                    <a:pt x="10489445" y="2111545"/>
                  </a:lnTo>
                  <a:lnTo>
                    <a:pt x="10600716" y="2120932"/>
                  </a:lnTo>
                  <a:lnTo>
                    <a:pt x="10706059" y="2128829"/>
                  </a:lnTo>
                  <a:lnTo>
                    <a:pt x="10801530" y="2135233"/>
                  </a:lnTo>
                  <a:lnTo>
                    <a:pt x="10883561" y="2140188"/>
                  </a:lnTo>
                  <a:lnTo>
                    <a:pt x="10949527" y="2143794"/>
                  </a:lnTo>
                  <a:lnTo>
                    <a:pt x="10998226" y="2146214"/>
                  </a:lnTo>
                  <a:lnTo>
                    <a:pt x="11030146" y="2147661"/>
                  </a:lnTo>
                  <a:lnTo>
                    <a:pt x="11047497" y="2148380"/>
                  </a:lnTo>
                  <a:lnTo>
                    <a:pt x="11054041" y="2148629"/>
                  </a:lnTo>
                  <a:lnTo>
                    <a:pt x="11054891" y="2148659"/>
                  </a:lnTo>
                  <a:lnTo>
                    <a:pt x="12049831" y="2148659"/>
                  </a:lnTo>
                  <a:lnTo>
                    <a:pt x="12049831" y="21486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3" name="pl772"/>
            <p:cNvSpPr/>
            <p:nvPr/>
          </p:nvSpPr>
          <p:spPr>
            <a:xfrm>
              <a:off x="1199187" y="1304753"/>
              <a:ext cx="12049831" cy="2148659"/>
            </a:xfrm>
            <a:custGeom>
              <a:avLst/>
              <a:pathLst>
                <a:path w="12049831" h="2148659">
                  <a:moveTo>
                    <a:pt x="12049831" y="2148659"/>
                  </a:moveTo>
                  <a:lnTo>
                    <a:pt x="11054891" y="2148659"/>
                  </a:lnTo>
                  <a:lnTo>
                    <a:pt x="11053789" y="2148620"/>
                  </a:lnTo>
                  <a:lnTo>
                    <a:pt x="11046513" y="2148341"/>
                  </a:lnTo>
                  <a:lnTo>
                    <a:pt x="11028058" y="2147570"/>
                  </a:lnTo>
                  <a:lnTo>
                    <a:pt x="10994785" y="2146051"/>
                  </a:lnTo>
                  <a:lnTo>
                    <a:pt x="10944624" y="2143539"/>
                  </a:lnTo>
                  <a:lnTo>
                    <a:pt x="10877234" y="2139824"/>
                  </a:lnTo>
                  <a:lnTo>
                    <a:pt x="10793951" y="2134750"/>
                  </a:lnTo>
                  <a:lnTo>
                    <a:pt x="10697501" y="2128221"/>
                  </a:lnTo>
                  <a:lnTo>
                    <a:pt x="10591505" y="2120197"/>
                  </a:lnTo>
                  <a:lnTo>
                    <a:pt x="10479912" y="2110686"/>
                  </a:lnTo>
                  <a:lnTo>
                    <a:pt x="10366486" y="2099713"/>
                  </a:lnTo>
                  <a:lnTo>
                    <a:pt x="10254437" y="2087309"/>
                  </a:lnTo>
                  <a:lnTo>
                    <a:pt x="10146233" y="2073483"/>
                  </a:lnTo>
                  <a:lnTo>
                    <a:pt x="10043560" y="2058213"/>
                  </a:lnTo>
                  <a:lnTo>
                    <a:pt x="9947396" y="2041434"/>
                  </a:lnTo>
                  <a:lnTo>
                    <a:pt x="9858133" y="2023038"/>
                  </a:lnTo>
                  <a:lnTo>
                    <a:pt x="9775721" y="2002869"/>
                  </a:lnTo>
                  <a:lnTo>
                    <a:pt x="9699797" y="1980730"/>
                  </a:lnTo>
                  <a:lnTo>
                    <a:pt x="9629792" y="1956384"/>
                  </a:lnTo>
                  <a:lnTo>
                    <a:pt x="9565018" y="1929564"/>
                  </a:lnTo>
                  <a:lnTo>
                    <a:pt x="9504729" y="1899989"/>
                  </a:lnTo>
                  <a:lnTo>
                    <a:pt x="9448169" y="1867389"/>
                  </a:lnTo>
                  <a:lnTo>
                    <a:pt x="9394613" y="1831546"/>
                  </a:lnTo>
                  <a:lnTo>
                    <a:pt x="9347647" y="1795790"/>
                  </a:lnTo>
                  <a:lnTo>
                    <a:pt x="9298876" y="1754250"/>
                  </a:lnTo>
                  <a:lnTo>
                    <a:pt x="9251407" y="1709406"/>
                  </a:lnTo>
                  <a:lnTo>
                    <a:pt x="9204855" y="1661194"/>
                  </a:lnTo>
                  <a:lnTo>
                    <a:pt x="9158917" y="1609613"/>
                  </a:lnTo>
                  <a:lnTo>
                    <a:pt x="9113358" y="1554732"/>
                  </a:lnTo>
                  <a:lnTo>
                    <a:pt x="9067999" y="1496701"/>
                  </a:lnTo>
                  <a:lnTo>
                    <a:pt x="9022712" y="1435750"/>
                  </a:lnTo>
                  <a:lnTo>
                    <a:pt x="8977414" y="1372192"/>
                  </a:lnTo>
                  <a:lnTo>
                    <a:pt x="8932058" y="1306418"/>
                  </a:lnTo>
                  <a:lnTo>
                    <a:pt x="8886627" y="1238888"/>
                  </a:lnTo>
                  <a:lnTo>
                    <a:pt x="8841131" y="1170121"/>
                  </a:lnTo>
                  <a:lnTo>
                    <a:pt x="8795594" y="1100679"/>
                  </a:lnTo>
                  <a:lnTo>
                    <a:pt x="8750052" y="1031147"/>
                  </a:lnTo>
                  <a:lnTo>
                    <a:pt x="8704540" y="962113"/>
                  </a:lnTo>
                  <a:lnTo>
                    <a:pt x="8659087" y="894148"/>
                  </a:lnTo>
                  <a:lnTo>
                    <a:pt x="8613709" y="827786"/>
                  </a:lnTo>
                  <a:lnTo>
                    <a:pt x="8568396" y="763506"/>
                  </a:lnTo>
                  <a:lnTo>
                    <a:pt x="8523113" y="701722"/>
                  </a:lnTo>
                  <a:lnTo>
                    <a:pt x="8477788" y="642771"/>
                  </a:lnTo>
                  <a:lnTo>
                    <a:pt x="8432306" y="586909"/>
                  </a:lnTo>
                  <a:lnTo>
                    <a:pt x="8386506" y="534308"/>
                  </a:lnTo>
                  <a:lnTo>
                    <a:pt x="8340171" y="485064"/>
                  </a:lnTo>
                  <a:lnTo>
                    <a:pt x="8293018" y="439195"/>
                  </a:lnTo>
                  <a:lnTo>
                    <a:pt x="8244691" y="396657"/>
                  </a:lnTo>
                  <a:lnTo>
                    <a:pt x="8229629" y="384313"/>
                  </a:lnTo>
                  <a:lnTo>
                    <a:pt x="8178245" y="345405"/>
                  </a:lnTo>
                  <a:lnTo>
                    <a:pt x="8124462" y="309842"/>
                  </a:lnTo>
                  <a:lnTo>
                    <a:pt x="8067617" y="277506"/>
                  </a:lnTo>
                  <a:lnTo>
                    <a:pt x="8006978" y="248174"/>
                  </a:lnTo>
                  <a:lnTo>
                    <a:pt x="7941792" y="221573"/>
                  </a:lnTo>
                  <a:lnTo>
                    <a:pt x="7871313" y="197423"/>
                  </a:lnTo>
                  <a:lnTo>
                    <a:pt x="7794861" y="175459"/>
                  </a:lnTo>
                  <a:lnTo>
                    <a:pt x="7711882" y="155448"/>
                  </a:lnTo>
                  <a:lnTo>
                    <a:pt x="7622034" y="137193"/>
                  </a:lnTo>
                  <a:lnTo>
                    <a:pt x="7525298" y="120545"/>
                  </a:lnTo>
                  <a:lnTo>
                    <a:pt x="7422112" y="105398"/>
                  </a:lnTo>
                  <a:lnTo>
                    <a:pt x="7313508" y="91692"/>
                  </a:lnTo>
                  <a:lnTo>
                    <a:pt x="7201237" y="79408"/>
                  </a:lnTo>
                  <a:lnTo>
                    <a:pt x="7087832" y="68558"/>
                  </a:lnTo>
                  <a:lnTo>
                    <a:pt x="6976560" y="59171"/>
                  </a:lnTo>
                  <a:lnTo>
                    <a:pt x="6871217" y="51274"/>
                  </a:lnTo>
                  <a:lnTo>
                    <a:pt x="6775747" y="44869"/>
                  </a:lnTo>
                  <a:lnTo>
                    <a:pt x="6693716" y="39915"/>
                  </a:lnTo>
                  <a:lnTo>
                    <a:pt x="6627749" y="36309"/>
                  </a:lnTo>
                  <a:lnTo>
                    <a:pt x="6579051" y="33889"/>
                  </a:lnTo>
                  <a:lnTo>
                    <a:pt x="6547130" y="32442"/>
                  </a:lnTo>
                  <a:lnTo>
                    <a:pt x="6529780" y="31723"/>
                  </a:lnTo>
                  <a:lnTo>
                    <a:pt x="6523235" y="31473"/>
                  </a:lnTo>
                  <a:lnTo>
                    <a:pt x="6522385" y="31443"/>
                  </a:lnTo>
                  <a:lnTo>
                    <a:pt x="5527445" y="31443"/>
                  </a:lnTo>
                  <a:lnTo>
                    <a:pt x="5526309" y="31443"/>
                  </a:lnTo>
                  <a:lnTo>
                    <a:pt x="5518809" y="31438"/>
                  </a:lnTo>
                  <a:lnTo>
                    <a:pt x="5499805" y="31427"/>
                  </a:lnTo>
                  <a:lnTo>
                    <a:pt x="5465579" y="31403"/>
                  </a:lnTo>
                  <a:lnTo>
                    <a:pt x="5414061" y="31365"/>
                  </a:lnTo>
                  <a:lnTo>
                    <a:pt x="5344983" y="31308"/>
                  </a:lnTo>
                  <a:lnTo>
                    <a:pt x="5259818" y="31230"/>
                  </a:lnTo>
                  <a:lnTo>
                    <a:pt x="5161456" y="31131"/>
                  </a:lnTo>
                  <a:lnTo>
                    <a:pt x="5053681" y="31008"/>
                  </a:lnTo>
                  <a:lnTo>
                    <a:pt x="4940569" y="30863"/>
                  </a:lnTo>
                  <a:lnTo>
                    <a:pt x="4825960" y="30696"/>
                  </a:lnTo>
                  <a:lnTo>
                    <a:pt x="4713089" y="30507"/>
                  </a:lnTo>
                  <a:lnTo>
                    <a:pt x="4604403" y="30297"/>
                  </a:lnTo>
                  <a:lnTo>
                    <a:pt x="4501540" y="30065"/>
                  </a:lnTo>
                  <a:lnTo>
                    <a:pt x="4405415" y="29809"/>
                  </a:lnTo>
                  <a:lnTo>
                    <a:pt x="4316355" y="29529"/>
                  </a:lnTo>
                  <a:lnTo>
                    <a:pt x="4234247" y="29222"/>
                  </a:lnTo>
                  <a:lnTo>
                    <a:pt x="4158673" y="28884"/>
                  </a:lnTo>
                  <a:lnTo>
                    <a:pt x="4089016" y="28511"/>
                  </a:lnTo>
                  <a:lnTo>
                    <a:pt x="4024552" y="28101"/>
                  </a:lnTo>
                  <a:lnTo>
                    <a:pt x="3964504" y="27647"/>
                  </a:lnTo>
                  <a:lnTo>
                    <a:pt x="3908098" y="27147"/>
                  </a:lnTo>
                  <a:lnTo>
                    <a:pt x="3854595" y="26598"/>
                  </a:lnTo>
                  <a:lnTo>
                    <a:pt x="3820202" y="26203"/>
                  </a:lnTo>
                  <a:lnTo>
                    <a:pt x="3758553" y="25411"/>
                  </a:lnTo>
                  <a:lnTo>
                    <a:pt x="3698827" y="24541"/>
                  </a:lnTo>
                  <a:lnTo>
                    <a:pt x="3640307" y="23589"/>
                  </a:lnTo>
                  <a:lnTo>
                    <a:pt x="3582467" y="22559"/>
                  </a:lnTo>
                  <a:lnTo>
                    <a:pt x="3524935" y="21453"/>
                  </a:lnTo>
                  <a:lnTo>
                    <a:pt x="3467469" y="20280"/>
                  </a:lnTo>
                  <a:lnTo>
                    <a:pt x="3409935" y="19051"/>
                  </a:lnTo>
                  <a:lnTo>
                    <a:pt x="3352284" y="17778"/>
                  </a:lnTo>
                  <a:lnTo>
                    <a:pt x="3294533" y="16477"/>
                  </a:lnTo>
                  <a:lnTo>
                    <a:pt x="3236740" y="15167"/>
                  </a:lnTo>
                  <a:lnTo>
                    <a:pt x="3178978" y="13864"/>
                  </a:lnTo>
                  <a:lnTo>
                    <a:pt x="3121310" y="12585"/>
                  </a:lnTo>
                  <a:lnTo>
                    <a:pt x="3063758" y="11348"/>
                  </a:lnTo>
                  <a:lnTo>
                    <a:pt x="3006289" y="10166"/>
                  </a:lnTo>
                  <a:lnTo>
                    <a:pt x="2948780" y="9049"/>
                  </a:lnTo>
                  <a:lnTo>
                    <a:pt x="2891008" y="8007"/>
                  </a:lnTo>
                  <a:lnTo>
                    <a:pt x="2832622" y="7043"/>
                  </a:lnTo>
                  <a:lnTo>
                    <a:pt x="2773123" y="6160"/>
                  </a:lnTo>
                  <a:lnTo>
                    <a:pt x="2711826" y="5357"/>
                  </a:lnTo>
                  <a:lnTo>
                    <a:pt x="2702183" y="5240"/>
                  </a:lnTo>
                  <a:lnTo>
                    <a:pt x="2650248" y="4656"/>
                  </a:lnTo>
                  <a:lnTo>
                    <a:pt x="2595856" y="4124"/>
                  </a:lnTo>
                  <a:lnTo>
                    <a:pt x="2538321" y="3640"/>
                  </a:lnTo>
                  <a:lnTo>
                    <a:pt x="2476889" y="3201"/>
                  </a:lnTo>
                  <a:lnTo>
                    <a:pt x="2410780" y="2803"/>
                  </a:lnTo>
                  <a:lnTo>
                    <a:pt x="2339229" y="2443"/>
                  </a:lnTo>
                  <a:lnTo>
                    <a:pt x="2261539" y="2116"/>
                  </a:lnTo>
                  <a:lnTo>
                    <a:pt x="2177149" y="1817"/>
                  </a:lnTo>
                  <a:lnTo>
                    <a:pt x="2085729" y="1546"/>
                  </a:lnTo>
                  <a:lnTo>
                    <a:pt x="1987298" y="1298"/>
                  </a:lnTo>
                  <a:lnTo>
                    <a:pt x="1882360" y="1073"/>
                  </a:lnTo>
                  <a:lnTo>
                    <a:pt x="1772059" y="870"/>
                  </a:lnTo>
                  <a:lnTo>
                    <a:pt x="1658297" y="689"/>
                  </a:lnTo>
                  <a:lnTo>
                    <a:pt x="1543792" y="529"/>
                  </a:lnTo>
                  <a:lnTo>
                    <a:pt x="1432010" y="391"/>
                  </a:lnTo>
                  <a:lnTo>
                    <a:pt x="1326920" y="276"/>
                  </a:lnTo>
                  <a:lnTo>
                    <a:pt x="1232566" y="184"/>
                  </a:lnTo>
                  <a:lnTo>
                    <a:pt x="1152499" y="114"/>
                  </a:lnTo>
                  <a:lnTo>
                    <a:pt x="1089189" y="63"/>
                  </a:lnTo>
                  <a:lnTo>
                    <a:pt x="1043551" y="30"/>
                  </a:lnTo>
                  <a:lnTo>
                    <a:pt x="1014711" y="11"/>
                  </a:lnTo>
                  <a:lnTo>
                    <a:pt x="1000026" y="2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4" name="pg773"/>
            <p:cNvSpPr/>
            <p:nvPr/>
          </p:nvSpPr>
          <p:spPr>
            <a:xfrm>
              <a:off x="1199187" y="1325715"/>
              <a:ext cx="12049831" cy="2436894"/>
            </a:xfrm>
            <a:custGeom>
              <a:avLst/>
              <a:pathLst>
                <a:path w="12049831" h="2436894">
                  <a:moveTo>
                    <a:pt x="0" y="31443"/>
                  </a:moveTo>
                  <a:lnTo>
                    <a:pt x="994940" y="31443"/>
                  </a:lnTo>
                  <a:lnTo>
                    <a:pt x="996076" y="31444"/>
                  </a:lnTo>
                  <a:lnTo>
                    <a:pt x="1003576" y="31450"/>
                  </a:lnTo>
                  <a:lnTo>
                    <a:pt x="1022580" y="31466"/>
                  </a:lnTo>
                  <a:lnTo>
                    <a:pt x="1056806" y="31497"/>
                  </a:lnTo>
                  <a:lnTo>
                    <a:pt x="1108324" y="31548"/>
                  </a:lnTo>
                  <a:lnTo>
                    <a:pt x="1177401" y="31624"/>
                  </a:lnTo>
                  <a:lnTo>
                    <a:pt x="1262566" y="31727"/>
                  </a:lnTo>
                  <a:lnTo>
                    <a:pt x="1360928" y="31860"/>
                  </a:lnTo>
                  <a:lnTo>
                    <a:pt x="1468702" y="32023"/>
                  </a:lnTo>
                  <a:lnTo>
                    <a:pt x="1581814" y="32217"/>
                  </a:lnTo>
                  <a:lnTo>
                    <a:pt x="1696422" y="32439"/>
                  </a:lnTo>
                  <a:lnTo>
                    <a:pt x="1809293" y="32691"/>
                  </a:lnTo>
                  <a:lnTo>
                    <a:pt x="1917979" y="32972"/>
                  </a:lnTo>
                  <a:lnTo>
                    <a:pt x="2020842" y="33281"/>
                  </a:lnTo>
                  <a:lnTo>
                    <a:pt x="2116967" y="33622"/>
                  </a:lnTo>
                  <a:lnTo>
                    <a:pt x="2206027" y="33995"/>
                  </a:lnTo>
                  <a:lnTo>
                    <a:pt x="2288135" y="34406"/>
                  </a:lnTo>
                  <a:lnTo>
                    <a:pt x="2363710" y="34856"/>
                  </a:lnTo>
                  <a:lnTo>
                    <a:pt x="2433366" y="35353"/>
                  </a:lnTo>
                  <a:lnTo>
                    <a:pt x="2497831" y="35900"/>
                  </a:lnTo>
                  <a:lnTo>
                    <a:pt x="2557878" y="36505"/>
                  </a:lnTo>
                  <a:lnTo>
                    <a:pt x="2614285" y="37171"/>
                  </a:lnTo>
                  <a:lnTo>
                    <a:pt x="2667787" y="37904"/>
                  </a:lnTo>
                  <a:lnTo>
                    <a:pt x="2702183" y="38431"/>
                  </a:lnTo>
                  <a:lnTo>
                    <a:pt x="2763828" y="39486"/>
                  </a:lnTo>
                  <a:lnTo>
                    <a:pt x="2823550" y="40646"/>
                  </a:lnTo>
                  <a:lnTo>
                    <a:pt x="2882066" y="41915"/>
                  </a:lnTo>
                  <a:lnTo>
                    <a:pt x="2939903" y="43289"/>
                  </a:lnTo>
                  <a:lnTo>
                    <a:pt x="2997431" y="44763"/>
                  </a:lnTo>
                  <a:lnTo>
                    <a:pt x="3054892" y="46326"/>
                  </a:lnTo>
                  <a:lnTo>
                    <a:pt x="3112423" y="47966"/>
                  </a:lnTo>
                  <a:lnTo>
                    <a:pt x="3170070" y="49663"/>
                  </a:lnTo>
                  <a:lnTo>
                    <a:pt x="3227817" y="51397"/>
                  </a:lnTo>
                  <a:lnTo>
                    <a:pt x="3285605" y="53144"/>
                  </a:lnTo>
                  <a:lnTo>
                    <a:pt x="3343363" y="54882"/>
                  </a:lnTo>
                  <a:lnTo>
                    <a:pt x="3401028" y="56586"/>
                  </a:lnTo>
                  <a:lnTo>
                    <a:pt x="3458575" y="58235"/>
                  </a:lnTo>
                  <a:lnTo>
                    <a:pt x="3516041" y="59812"/>
                  </a:lnTo>
                  <a:lnTo>
                    <a:pt x="3573546" y="61301"/>
                  </a:lnTo>
                  <a:lnTo>
                    <a:pt x="3631314" y="62691"/>
                  </a:lnTo>
                  <a:lnTo>
                    <a:pt x="3689694" y="63976"/>
                  </a:lnTo>
                  <a:lnTo>
                    <a:pt x="3749188" y="65153"/>
                  </a:lnTo>
                  <a:lnTo>
                    <a:pt x="3810478" y="66224"/>
                  </a:lnTo>
                  <a:lnTo>
                    <a:pt x="3820202" y="66381"/>
                  </a:lnTo>
                  <a:lnTo>
                    <a:pt x="3872137" y="67159"/>
                  </a:lnTo>
                  <a:lnTo>
                    <a:pt x="3926529" y="67870"/>
                  </a:lnTo>
                  <a:lnTo>
                    <a:pt x="3984064" y="68515"/>
                  </a:lnTo>
                  <a:lnTo>
                    <a:pt x="4045496" y="69100"/>
                  </a:lnTo>
                  <a:lnTo>
                    <a:pt x="4111604" y="69630"/>
                  </a:lnTo>
                  <a:lnTo>
                    <a:pt x="4183155" y="70110"/>
                  </a:lnTo>
                  <a:lnTo>
                    <a:pt x="4260845" y="70547"/>
                  </a:lnTo>
                  <a:lnTo>
                    <a:pt x="4345235" y="70945"/>
                  </a:lnTo>
                  <a:lnTo>
                    <a:pt x="4436654" y="71307"/>
                  </a:lnTo>
                  <a:lnTo>
                    <a:pt x="4535086" y="71637"/>
                  </a:lnTo>
                  <a:lnTo>
                    <a:pt x="4640023" y="71937"/>
                  </a:lnTo>
                  <a:lnTo>
                    <a:pt x="4750324" y="72208"/>
                  </a:lnTo>
                  <a:lnTo>
                    <a:pt x="4864086" y="72450"/>
                  </a:lnTo>
                  <a:lnTo>
                    <a:pt x="4978590" y="72663"/>
                  </a:lnTo>
                  <a:lnTo>
                    <a:pt x="5090372" y="72846"/>
                  </a:lnTo>
                  <a:lnTo>
                    <a:pt x="5195462" y="72999"/>
                  </a:lnTo>
                  <a:lnTo>
                    <a:pt x="5289816" y="73122"/>
                  </a:lnTo>
                  <a:lnTo>
                    <a:pt x="5369884" y="73216"/>
                  </a:lnTo>
                  <a:lnTo>
                    <a:pt x="5433194" y="73283"/>
                  </a:lnTo>
                  <a:lnTo>
                    <a:pt x="5478833" y="73327"/>
                  </a:lnTo>
                  <a:lnTo>
                    <a:pt x="5507673" y="73353"/>
                  </a:lnTo>
                  <a:lnTo>
                    <a:pt x="5522359" y="73365"/>
                  </a:lnTo>
                  <a:lnTo>
                    <a:pt x="5527102" y="73368"/>
                  </a:lnTo>
                  <a:lnTo>
                    <a:pt x="5527445" y="73368"/>
                  </a:lnTo>
                  <a:lnTo>
                    <a:pt x="6522385" y="73368"/>
                  </a:lnTo>
                  <a:lnTo>
                    <a:pt x="6523479" y="73412"/>
                  </a:lnTo>
                  <a:lnTo>
                    <a:pt x="6530703" y="73721"/>
                  </a:lnTo>
                  <a:lnTo>
                    <a:pt x="6549028" y="74575"/>
                  </a:lnTo>
                  <a:lnTo>
                    <a:pt x="6582076" y="76259"/>
                  </a:lnTo>
                  <a:lnTo>
                    <a:pt x="6631916" y="79042"/>
                  </a:lnTo>
                  <a:lnTo>
                    <a:pt x="6698907" y="83158"/>
                  </a:lnTo>
                  <a:lnTo>
                    <a:pt x="6781741" y="88783"/>
                  </a:lnTo>
                  <a:lnTo>
                    <a:pt x="6877735" y="96023"/>
                  </a:lnTo>
                  <a:lnTo>
                    <a:pt x="6983304" y="104921"/>
                  </a:lnTo>
                  <a:lnTo>
                    <a:pt x="7094531" y="115474"/>
                  </a:lnTo>
                  <a:lnTo>
                    <a:pt x="7207670" y="127650"/>
                  </a:lnTo>
                  <a:lnTo>
                    <a:pt x="7319516" y="141416"/>
                  </a:lnTo>
                  <a:lnTo>
                    <a:pt x="7427598" y="156762"/>
                  </a:lnTo>
                  <a:lnTo>
                    <a:pt x="7530220" y="173712"/>
                  </a:lnTo>
                  <a:lnTo>
                    <a:pt x="7626390" y="192333"/>
                  </a:lnTo>
                  <a:lnTo>
                    <a:pt x="7715698" y="212745"/>
                  </a:lnTo>
                  <a:lnTo>
                    <a:pt x="7798180" y="235117"/>
                  </a:lnTo>
                  <a:lnTo>
                    <a:pt x="7874187" y="259668"/>
                  </a:lnTo>
                  <a:lnTo>
                    <a:pt x="7944275" y="286658"/>
                  </a:lnTo>
                  <a:lnTo>
                    <a:pt x="8009125" y="316382"/>
                  </a:lnTo>
                  <a:lnTo>
                    <a:pt x="8069474" y="349150"/>
                  </a:lnTo>
                  <a:lnTo>
                    <a:pt x="8126074" y="385262"/>
                  </a:lnTo>
                  <a:lnTo>
                    <a:pt x="8179646" y="424966"/>
                  </a:lnTo>
                  <a:lnTo>
                    <a:pt x="8229629" y="467289"/>
                  </a:lnTo>
                  <a:lnTo>
                    <a:pt x="8276736" y="511996"/>
                  </a:lnTo>
                  <a:lnTo>
                    <a:pt x="8322618" y="560137"/>
                  </a:lnTo>
                  <a:lnTo>
                    <a:pt x="8367622" y="611780"/>
                  </a:lnTo>
                  <a:lnTo>
                    <a:pt x="8412028" y="666933"/>
                  </a:lnTo>
                  <a:lnTo>
                    <a:pt x="8456054" y="725533"/>
                  </a:lnTo>
                  <a:lnTo>
                    <a:pt x="8499869" y="787444"/>
                  </a:lnTo>
                  <a:lnTo>
                    <a:pt x="8543595" y="852450"/>
                  </a:lnTo>
                  <a:lnTo>
                    <a:pt x="8587317" y="920255"/>
                  </a:lnTo>
                  <a:lnTo>
                    <a:pt x="8631084" y="990488"/>
                  </a:lnTo>
                  <a:lnTo>
                    <a:pt x="8674919" y="1062704"/>
                  </a:lnTo>
                  <a:lnTo>
                    <a:pt x="8718820" y="1136399"/>
                  </a:lnTo>
                  <a:lnTo>
                    <a:pt x="8762769" y="1211024"/>
                  </a:lnTo>
                  <a:lnTo>
                    <a:pt x="8806737" y="1285996"/>
                  </a:lnTo>
                  <a:lnTo>
                    <a:pt x="8850692" y="1360725"/>
                  </a:lnTo>
                  <a:lnTo>
                    <a:pt x="8894603" y="1434626"/>
                  </a:lnTo>
                  <a:lnTo>
                    <a:pt x="8938450" y="1507142"/>
                  </a:lnTo>
                  <a:lnTo>
                    <a:pt x="8982229" y="1577759"/>
                  </a:lnTo>
                  <a:lnTo>
                    <a:pt x="9025956" y="1646022"/>
                  </a:lnTo>
                  <a:lnTo>
                    <a:pt x="9069676" y="1711547"/>
                  </a:lnTo>
                  <a:lnTo>
                    <a:pt x="9113467" y="1774023"/>
                  </a:lnTo>
                  <a:lnTo>
                    <a:pt x="9157445" y="1833221"/>
                  </a:lnTo>
                  <a:lnTo>
                    <a:pt x="9201770" y="1888989"/>
                  </a:lnTo>
                  <a:lnTo>
                    <a:pt x="9246650" y="1941254"/>
                  </a:lnTo>
                  <a:lnTo>
                    <a:pt x="9292353" y="1990010"/>
                  </a:lnTo>
                  <a:lnTo>
                    <a:pt x="9339214" y="2035317"/>
                  </a:lnTo>
                  <a:lnTo>
                    <a:pt x="9347647" y="2042973"/>
                  </a:lnTo>
                  <a:lnTo>
                    <a:pt x="9398900" y="2086304"/>
                  </a:lnTo>
                  <a:lnTo>
                    <a:pt x="9452537" y="2125918"/>
                  </a:lnTo>
                  <a:lnTo>
                    <a:pt x="9509219" y="2161947"/>
                  </a:lnTo>
                  <a:lnTo>
                    <a:pt x="9569669" y="2194637"/>
                  </a:lnTo>
                  <a:lnTo>
                    <a:pt x="9634637" y="2224291"/>
                  </a:lnTo>
                  <a:lnTo>
                    <a:pt x="9704861" y="2251218"/>
                  </a:lnTo>
                  <a:lnTo>
                    <a:pt x="9781019" y="2275713"/>
                  </a:lnTo>
                  <a:lnTo>
                    <a:pt x="9863664" y="2298036"/>
                  </a:lnTo>
                  <a:lnTo>
                    <a:pt x="9953140" y="2318403"/>
                  </a:lnTo>
                  <a:lnTo>
                    <a:pt x="10049472" y="2336982"/>
                  </a:lnTo>
                  <a:lnTo>
                    <a:pt x="10152241" y="2353891"/>
                  </a:lnTo>
                  <a:lnTo>
                    <a:pt x="10260438" y="2369199"/>
                  </a:lnTo>
                  <a:lnTo>
                    <a:pt x="10372348" y="2382928"/>
                  </a:lnTo>
                  <a:lnTo>
                    <a:pt x="10485481" y="2395064"/>
                  </a:lnTo>
                  <a:lnTo>
                    <a:pt x="10596616" y="2405577"/>
                  </a:lnTo>
                  <a:lnTo>
                    <a:pt x="10702000" y="2414435"/>
                  </a:lnTo>
                  <a:lnTo>
                    <a:pt x="10797714" y="2421635"/>
                  </a:lnTo>
                  <a:lnTo>
                    <a:pt x="10880191" y="2427222"/>
                  </a:lnTo>
                  <a:lnTo>
                    <a:pt x="10946775" y="2431303"/>
                  </a:lnTo>
                  <a:lnTo>
                    <a:pt x="10996196" y="2434057"/>
                  </a:lnTo>
                  <a:lnTo>
                    <a:pt x="11028856" y="2435717"/>
                  </a:lnTo>
                  <a:lnTo>
                    <a:pt x="11046863" y="2436555"/>
                  </a:lnTo>
                  <a:lnTo>
                    <a:pt x="11053874" y="2436854"/>
                  </a:lnTo>
                  <a:lnTo>
                    <a:pt x="11054891" y="2436894"/>
                  </a:lnTo>
                  <a:lnTo>
                    <a:pt x="12049831" y="2436894"/>
                  </a:lnTo>
                  <a:lnTo>
                    <a:pt x="12049831" y="2405451"/>
                  </a:lnTo>
                  <a:lnTo>
                    <a:pt x="11054891" y="2405451"/>
                  </a:lnTo>
                  <a:lnTo>
                    <a:pt x="11053797" y="2405407"/>
                  </a:lnTo>
                  <a:lnTo>
                    <a:pt x="11046573" y="2405098"/>
                  </a:lnTo>
                  <a:lnTo>
                    <a:pt x="11028249" y="2404244"/>
                  </a:lnTo>
                  <a:lnTo>
                    <a:pt x="10995200" y="2402560"/>
                  </a:lnTo>
                  <a:lnTo>
                    <a:pt x="10945360" y="2399777"/>
                  </a:lnTo>
                  <a:lnTo>
                    <a:pt x="10878370" y="2395661"/>
                  </a:lnTo>
                  <a:lnTo>
                    <a:pt x="10795535" y="2390036"/>
                  </a:lnTo>
                  <a:lnTo>
                    <a:pt x="10699542" y="2382796"/>
                  </a:lnTo>
                  <a:lnTo>
                    <a:pt x="10593972" y="2373898"/>
                  </a:lnTo>
                  <a:lnTo>
                    <a:pt x="10482745" y="2363345"/>
                  </a:lnTo>
                  <a:lnTo>
                    <a:pt x="10369607" y="2351169"/>
                  </a:lnTo>
                  <a:lnTo>
                    <a:pt x="10257761" y="2337403"/>
                  </a:lnTo>
                  <a:lnTo>
                    <a:pt x="10149678" y="2322056"/>
                  </a:lnTo>
                  <a:lnTo>
                    <a:pt x="10047056" y="2305107"/>
                  </a:lnTo>
                  <a:lnTo>
                    <a:pt x="9950887" y="2286486"/>
                  </a:lnTo>
                  <a:lnTo>
                    <a:pt x="9861579" y="2266074"/>
                  </a:lnTo>
                  <a:lnTo>
                    <a:pt x="9779096" y="2243702"/>
                  </a:lnTo>
                  <a:lnTo>
                    <a:pt x="9703090" y="2219151"/>
                  </a:lnTo>
                  <a:lnTo>
                    <a:pt x="9633001" y="2192161"/>
                  </a:lnTo>
                  <a:lnTo>
                    <a:pt x="9568152" y="2162437"/>
                  </a:lnTo>
                  <a:lnTo>
                    <a:pt x="9507802" y="2129669"/>
                  </a:lnTo>
                  <a:lnTo>
                    <a:pt x="9451203" y="2093557"/>
                  </a:lnTo>
                  <a:lnTo>
                    <a:pt x="9397630" y="2053853"/>
                  </a:lnTo>
                  <a:lnTo>
                    <a:pt x="9347647" y="2011530"/>
                  </a:lnTo>
                  <a:lnTo>
                    <a:pt x="9300540" y="1966823"/>
                  </a:lnTo>
                  <a:lnTo>
                    <a:pt x="9254659" y="1918682"/>
                  </a:lnTo>
                  <a:lnTo>
                    <a:pt x="9209655" y="1867039"/>
                  </a:lnTo>
                  <a:lnTo>
                    <a:pt x="9165249" y="1811886"/>
                  </a:lnTo>
                  <a:lnTo>
                    <a:pt x="9121223" y="1753286"/>
                  </a:lnTo>
                  <a:lnTo>
                    <a:pt x="9077408" y="1691375"/>
                  </a:lnTo>
                  <a:lnTo>
                    <a:pt x="9033682" y="1626369"/>
                  </a:lnTo>
                  <a:lnTo>
                    <a:pt x="8989960" y="1558563"/>
                  </a:lnTo>
                  <a:lnTo>
                    <a:pt x="8946192" y="1488331"/>
                  </a:lnTo>
                  <a:lnTo>
                    <a:pt x="8902358" y="1416115"/>
                  </a:lnTo>
                  <a:lnTo>
                    <a:pt x="8858457" y="1342420"/>
                  </a:lnTo>
                  <a:lnTo>
                    <a:pt x="8814508" y="1267795"/>
                  </a:lnTo>
                  <a:lnTo>
                    <a:pt x="8770539" y="1192822"/>
                  </a:lnTo>
                  <a:lnTo>
                    <a:pt x="8726585" y="1118094"/>
                  </a:lnTo>
                  <a:lnTo>
                    <a:pt x="8682674" y="1044193"/>
                  </a:lnTo>
                  <a:lnTo>
                    <a:pt x="8638826" y="971677"/>
                  </a:lnTo>
                  <a:lnTo>
                    <a:pt x="8595048" y="901060"/>
                  </a:lnTo>
                  <a:lnTo>
                    <a:pt x="8551321" y="832796"/>
                  </a:lnTo>
                  <a:lnTo>
                    <a:pt x="8507601" y="767272"/>
                  </a:lnTo>
                  <a:lnTo>
                    <a:pt x="8463809" y="704796"/>
                  </a:lnTo>
                  <a:lnTo>
                    <a:pt x="8419831" y="645598"/>
                  </a:lnTo>
                  <a:lnTo>
                    <a:pt x="8375507" y="589830"/>
                  </a:lnTo>
                  <a:lnTo>
                    <a:pt x="8330627" y="537565"/>
                  </a:lnTo>
                  <a:lnTo>
                    <a:pt x="8284924" y="488809"/>
                  </a:lnTo>
                  <a:lnTo>
                    <a:pt x="8238062" y="443502"/>
                  </a:lnTo>
                  <a:lnTo>
                    <a:pt x="8229629" y="435846"/>
                  </a:lnTo>
                  <a:lnTo>
                    <a:pt x="8178377" y="392515"/>
                  </a:lnTo>
                  <a:lnTo>
                    <a:pt x="8124739" y="352901"/>
                  </a:lnTo>
                  <a:lnTo>
                    <a:pt x="8068057" y="316872"/>
                  </a:lnTo>
                  <a:lnTo>
                    <a:pt x="8007608" y="284182"/>
                  </a:lnTo>
                  <a:lnTo>
                    <a:pt x="7942640" y="254528"/>
                  </a:lnTo>
                  <a:lnTo>
                    <a:pt x="7872415" y="227601"/>
                  </a:lnTo>
                  <a:lnTo>
                    <a:pt x="7796257" y="203106"/>
                  </a:lnTo>
                  <a:lnTo>
                    <a:pt x="7713613" y="180783"/>
                  </a:lnTo>
                  <a:lnTo>
                    <a:pt x="7624137" y="160416"/>
                  </a:lnTo>
                  <a:lnTo>
                    <a:pt x="7527804" y="141837"/>
                  </a:lnTo>
                  <a:lnTo>
                    <a:pt x="7425035" y="124928"/>
                  </a:lnTo>
                  <a:lnTo>
                    <a:pt x="7316838" y="109620"/>
                  </a:lnTo>
                  <a:lnTo>
                    <a:pt x="7204928" y="95891"/>
                  </a:lnTo>
                  <a:lnTo>
                    <a:pt x="7091796" y="83755"/>
                  </a:lnTo>
                  <a:lnTo>
                    <a:pt x="6980660" y="73242"/>
                  </a:lnTo>
                  <a:lnTo>
                    <a:pt x="6875277" y="64384"/>
                  </a:lnTo>
                  <a:lnTo>
                    <a:pt x="6779563" y="57184"/>
                  </a:lnTo>
                  <a:lnTo>
                    <a:pt x="6697085" y="51597"/>
                  </a:lnTo>
                  <a:lnTo>
                    <a:pt x="6630502" y="47516"/>
                  </a:lnTo>
                  <a:lnTo>
                    <a:pt x="6581081" y="44762"/>
                  </a:lnTo>
                  <a:lnTo>
                    <a:pt x="6548421" y="43102"/>
                  </a:lnTo>
                  <a:lnTo>
                    <a:pt x="6530414" y="42264"/>
                  </a:lnTo>
                  <a:lnTo>
                    <a:pt x="6523403" y="41965"/>
                  </a:lnTo>
                  <a:lnTo>
                    <a:pt x="6522385" y="41925"/>
                  </a:lnTo>
                  <a:lnTo>
                    <a:pt x="5527445" y="41925"/>
                  </a:lnTo>
                  <a:lnTo>
                    <a:pt x="5526309" y="41924"/>
                  </a:lnTo>
                  <a:lnTo>
                    <a:pt x="5518809" y="41918"/>
                  </a:lnTo>
                  <a:lnTo>
                    <a:pt x="5499805" y="41902"/>
                  </a:lnTo>
                  <a:lnTo>
                    <a:pt x="5465579" y="41871"/>
                  </a:lnTo>
                  <a:lnTo>
                    <a:pt x="5414061" y="41820"/>
                  </a:lnTo>
                  <a:lnTo>
                    <a:pt x="5344984" y="41744"/>
                  </a:lnTo>
                  <a:lnTo>
                    <a:pt x="5259819" y="41641"/>
                  </a:lnTo>
                  <a:lnTo>
                    <a:pt x="5161457" y="41508"/>
                  </a:lnTo>
                  <a:lnTo>
                    <a:pt x="5053683" y="41344"/>
                  </a:lnTo>
                  <a:lnTo>
                    <a:pt x="4940571" y="41151"/>
                  </a:lnTo>
                  <a:lnTo>
                    <a:pt x="4825963" y="40928"/>
                  </a:lnTo>
                  <a:lnTo>
                    <a:pt x="4713092" y="40677"/>
                  </a:lnTo>
                  <a:lnTo>
                    <a:pt x="4604406" y="40396"/>
                  </a:lnTo>
                  <a:lnTo>
                    <a:pt x="4501543" y="40087"/>
                  </a:lnTo>
                  <a:lnTo>
                    <a:pt x="4405418" y="39746"/>
                  </a:lnTo>
                  <a:lnTo>
                    <a:pt x="4316358" y="39372"/>
                  </a:lnTo>
                  <a:lnTo>
                    <a:pt x="4234250" y="38962"/>
                  </a:lnTo>
                  <a:lnTo>
                    <a:pt x="4158675" y="38512"/>
                  </a:lnTo>
                  <a:lnTo>
                    <a:pt x="4089019" y="38015"/>
                  </a:lnTo>
                  <a:lnTo>
                    <a:pt x="4024554" y="37468"/>
                  </a:lnTo>
                  <a:lnTo>
                    <a:pt x="3964507" y="36863"/>
                  </a:lnTo>
                  <a:lnTo>
                    <a:pt x="3908100" y="36197"/>
                  </a:lnTo>
                  <a:lnTo>
                    <a:pt x="3854598" y="35464"/>
                  </a:lnTo>
                  <a:lnTo>
                    <a:pt x="3820202" y="34937"/>
                  </a:lnTo>
                  <a:lnTo>
                    <a:pt x="3758557" y="33882"/>
                  </a:lnTo>
                  <a:lnTo>
                    <a:pt x="3698835" y="32721"/>
                  </a:lnTo>
                  <a:lnTo>
                    <a:pt x="3640319" y="31453"/>
                  </a:lnTo>
                  <a:lnTo>
                    <a:pt x="3582482" y="30079"/>
                  </a:lnTo>
                  <a:lnTo>
                    <a:pt x="3524954" y="28605"/>
                  </a:lnTo>
                  <a:lnTo>
                    <a:pt x="3467493" y="27041"/>
                  </a:lnTo>
                  <a:lnTo>
                    <a:pt x="3409962" y="25402"/>
                  </a:lnTo>
                  <a:lnTo>
                    <a:pt x="3352315" y="23705"/>
                  </a:lnTo>
                  <a:lnTo>
                    <a:pt x="3294568" y="21971"/>
                  </a:lnTo>
                  <a:lnTo>
                    <a:pt x="3236780" y="20224"/>
                  </a:lnTo>
                  <a:lnTo>
                    <a:pt x="3179022" y="18486"/>
                  </a:lnTo>
                  <a:lnTo>
                    <a:pt x="3121357" y="16782"/>
                  </a:lnTo>
                  <a:lnTo>
                    <a:pt x="3063810" y="15132"/>
                  </a:lnTo>
                  <a:lnTo>
                    <a:pt x="3006343" y="13556"/>
                  </a:lnTo>
                  <a:lnTo>
                    <a:pt x="2948839" y="12067"/>
                  </a:lnTo>
                  <a:lnTo>
                    <a:pt x="2891071" y="10677"/>
                  </a:lnTo>
                  <a:lnTo>
                    <a:pt x="2832691" y="9392"/>
                  </a:lnTo>
                  <a:lnTo>
                    <a:pt x="2773197" y="8215"/>
                  </a:lnTo>
                  <a:lnTo>
                    <a:pt x="2711907" y="7144"/>
                  </a:lnTo>
                  <a:lnTo>
                    <a:pt x="2702183" y="6987"/>
                  </a:lnTo>
                  <a:lnTo>
                    <a:pt x="2650248" y="6209"/>
                  </a:lnTo>
                  <a:lnTo>
                    <a:pt x="2595856" y="5498"/>
                  </a:lnTo>
                  <a:lnTo>
                    <a:pt x="2538321" y="4853"/>
                  </a:lnTo>
                  <a:lnTo>
                    <a:pt x="2476889" y="4268"/>
                  </a:lnTo>
                  <a:lnTo>
                    <a:pt x="2410781" y="3738"/>
                  </a:lnTo>
                  <a:lnTo>
                    <a:pt x="2339230" y="3258"/>
                  </a:lnTo>
                  <a:lnTo>
                    <a:pt x="2261540" y="2821"/>
                  </a:lnTo>
                  <a:lnTo>
                    <a:pt x="2177150" y="2423"/>
                  </a:lnTo>
                  <a:lnTo>
                    <a:pt x="2085731" y="2061"/>
                  </a:lnTo>
                  <a:lnTo>
                    <a:pt x="1987299" y="1731"/>
                  </a:lnTo>
                  <a:lnTo>
                    <a:pt x="1882362" y="1431"/>
                  </a:lnTo>
                  <a:lnTo>
                    <a:pt x="1772061" y="1160"/>
                  </a:lnTo>
                  <a:lnTo>
                    <a:pt x="1658299" y="918"/>
                  </a:lnTo>
                  <a:lnTo>
                    <a:pt x="1543795" y="705"/>
                  </a:lnTo>
                  <a:lnTo>
                    <a:pt x="1432013" y="522"/>
                  </a:lnTo>
                  <a:lnTo>
                    <a:pt x="1326923" y="369"/>
                  </a:lnTo>
                  <a:lnTo>
                    <a:pt x="1232569" y="246"/>
                  </a:lnTo>
                  <a:lnTo>
                    <a:pt x="1152501" y="152"/>
                  </a:lnTo>
                  <a:lnTo>
                    <a:pt x="1089191" y="85"/>
                  </a:lnTo>
                  <a:lnTo>
                    <a:pt x="1043552" y="40"/>
                  </a:lnTo>
                  <a:lnTo>
                    <a:pt x="1014712" y="15"/>
                  </a:lnTo>
                  <a:lnTo>
                    <a:pt x="1000026" y="3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75" name="pl774"/>
            <p:cNvSpPr/>
            <p:nvPr/>
          </p:nvSpPr>
          <p:spPr>
            <a:xfrm>
              <a:off x="1199187" y="1357159"/>
              <a:ext cx="12049831" cy="2405451"/>
            </a:xfrm>
            <a:custGeom>
              <a:avLst/>
              <a:pathLst>
                <a:path w="12049831" h="2405451">
                  <a:moveTo>
                    <a:pt x="0" y="0"/>
                  </a:moveTo>
                  <a:lnTo>
                    <a:pt x="994940" y="0"/>
                  </a:lnTo>
                  <a:lnTo>
                    <a:pt x="996076" y="0"/>
                  </a:lnTo>
                  <a:lnTo>
                    <a:pt x="1003576" y="6"/>
                  </a:lnTo>
                  <a:lnTo>
                    <a:pt x="1022580" y="22"/>
                  </a:lnTo>
                  <a:lnTo>
                    <a:pt x="1056806" y="53"/>
                  </a:lnTo>
                  <a:lnTo>
                    <a:pt x="1108324" y="104"/>
                  </a:lnTo>
                  <a:lnTo>
                    <a:pt x="1177401" y="180"/>
                  </a:lnTo>
                  <a:lnTo>
                    <a:pt x="1262566" y="283"/>
                  </a:lnTo>
                  <a:lnTo>
                    <a:pt x="1360928" y="416"/>
                  </a:lnTo>
                  <a:lnTo>
                    <a:pt x="1468702" y="580"/>
                  </a:lnTo>
                  <a:lnTo>
                    <a:pt x="1581814" y="773"/>
                  </a:lnTo>
                  <a:lnTo>
                    <a:pt x="1696422" y="996"/>
                  </a:lnTo>
                  <a:lnTo>
                    <a:pt x="1809293" y="1247"/>
                  </a:lnTo>
                  <a:lnTo>
                    <a:pt x="1917979" y="1528"/>
                  </a:lnTo>
                  <a:lnTo>
                    <a:pt x="2020842" y="1837"/>
                  </a:lnTo>
                  <a:lnTo>
                    <a:pt x="2116967" y="2178"/>
                  </a:lnTo>
                  <a:lnTo>
                    <a:pt x="2206027" y="2552"/>
                  </a:lnTo>
                  <a:lnTo>
                    <a:pt x="2288135" y="2962"/>
                  </a:lnTo>
                  <a:lnTo>
                    <a:pt x="2363710" y="3413"/>
                  </a:lnTo>
                  <a:lnTo>
                    <a:pt x="2433366" y="3909"/>
                  </a:lnTo>
                  <a:lnTo>
                    <a:pt x="2497831" y="4456"/>
                  </a:lnTo>
                  <a:lnTo>
                    <a:pt x="2557878" y="5061"/>
                  </a:lnTo>
                  <a:lnTo>
                    <a:pt x="2614285" y="5727"/>
                  </a:lnTo>
                  <a:lnTo>
                    <a:pt x="2667787" y="6460"/>
                  </a:lnTo>
                  <a:lnTo>
                    <a:pt x="2702183" y="6987"/>
                  </a:lnTo>
                  <a:lnTo>
                    <a:pt x="2763828" y="8042"/>
                  </a:lnTo>
                  <a:lnTo>
                    <a:pt x="2823550" y="9203"/>
                  </a:lnTo>
                  <a:lnTo>
                    <a:pt x="2882066" y="10471"/>
                  </a:lnTo>
                  <a:lnTo>
                    <a:pt x="2939903" y="11845"/>
                  </a:lnTo>
                  <a:lnTo>
                    <a:pt x="2997431" y="13319"/>
                  </a:lnTo>
                  <a:lnTo>
                    <a:pt x="3054892" y="14883"/>
                  </a:lnTo>
                  <a:lnTo>
                    <a:pt x="3112423" y="16522"/>
                  </a:lnTo>
                  <a:lnTo>
                    <a:pt x="3170070" y="18219"/>
                  </a:lnTo>
                  <a:lnTo>
                    <a:pt x="3227817" y="19953"/>
                  </a:lnTo>
                  <a:lnTo>
                    <a:pt x="3285605" y="21700"/>
                  </a:lnTo>
                  <a:lnTo>
                    <a:pt x="3343363" y="23438"/>
                  </a:lnTo>
                  <a:lnTo>
                    <a:pt x="3401028" y="25142"/>
                  </a:lnTo>
                  <a:lnTo>
                    <a:pt x="3458575" y="26792"/>
                  </a:lnTo>
                  <a:lnTo>
                    <a:pt x="3516041" y="28368"/>
                  </a:lnTo>
                  <a:lnTo>
                    <a:pt x="3573546" y="29857"/>
                  </a:lnTo>
                  <a:lnTo>
                    <a:pt x="3631314" y="31247"/>
                  </a:lnTo>
                  <a:lnTo>
                    <a:pt x="3689694" y="32532"/>
                  </a:lnTo>
                  <a:lnTo>
                    <a:pt x="3749188" y="33709"/>
                  </a:lnTo>
                  <a:lnTo>
                    <a:pt x="3810478" y="34780"/>
                  </a:lnTo>
                  <a:lnTo>
                    <a:pt x="3820202" y="34937"/>
                  </a:lnTo>
                  <a:lnTo>
                    <a:pt x="3872137" y="35715"/>
                  </a:lnTo>
                  <a:lnTo>
                    <a:pt x="3926529" y="36426"/>
                  </a:lnTo>
                  <a:lnTo>
                    <a:pt x="3984064" y="37071"/>
                  </a:lnTo>
                  <a:lnTo>
                    <a:pt x="4045496" y="37656"/>
                  </a:lnTo>
                  <a:lnTo>
                    <a:pt x="4111604" y="38186"/>
                  </a:lnTo>
                  <a:lnTo>
                    <a:pt x="4183155" y="38666"/>
                  </a:lnTo>
                  <a:lnTo>
                    <a:pt x="4260845" y="39103"/>
                  </a:lnTo>
                  <a:lnTo>
                    <a:pt x="4345235" y="39501"/>
                  </a:lnTo>
                  <a:lnTo>
                    <a:pt x="4436654" y="39863"/>
                  </a:lnTo>
                  <a:lnTo>
                    <a:pt x="4535086" y="40193"/>
                  </a:lnTo>
                  <a:lnTo>
                    <a:pt x="4640023" y="40493"/>
                  </a:lnTo>
                  <a:lnTo>
                    <a:pt x="4750324" y="40764"/>
                  </a:lnTo>
                  <a:lnTo>
                    <a:pt x="4864086" y="41006"/>
                  </a:lnTo>
                  <a:lnTo>
                    <a:pt x="4978590" y="41219"/>
                  </a:lnTo>
                  <a:lnTo>
                    <a:pt x="5090372" y="41402"/>
                  </a:lnTo>
                  <a:lnTo>
                    <a:pt x="5195462" y="41555"/>
                  </a:lnTo>
                  <a:lnTo>
                    <a:pt x="5289816" y="41678"/>
                  </a:lnTo>
                  <a:lnTo>
                    <a:pt x="5369884" y="41772"/>
                  </a:lnTo>
                  <a:lnTo>
                    <a:pt x="5433194" y="41840"/>
                  </a:lnTo>
                  <a:lnTo>
                    <a:pt x="5478833" y="41884"/>
                  </a:lnTo>
                  <a:lnTo>
                    <a:pt x="5507673" y="41909"/>
                  </a:lnTo>
                  <a:lnTo>
                    <a:pt x="5522359" y="41921"/>
                  </a:lnTo>
                  <a:lnTo>
                    <a:pt x="5527102" y="41924"/>
                  </a:lnTo>
                  <a:lnTo>
                    <a:pt x="5527445" y="41925"/>
                  </a:lnTo>
                  <a:lnTo>
                    <a:pt x="6522385" y="41925"/>
                  </a:lnTo>
                  <a:lnTo>
                    <a:pt x="6523479" y="41968"/>
                  </a:lnTo>
                  <a:lnTo>
                    <a:pt x="6530703" y="42277"/>
                  </a:lnTo>
                  <a:lnTo>
                    <a:pt x="6549028" y="43131"/>
                  </a:lnTo>
                  <a:lnTo>
                    <a:pt x="6582076" y="44815"/>
                  </a:lnTo>
                  <a:lnTo>
                    <a:pt x="6631916" y="47598"/>
                  </a:lnTo>
                  <a:lnTo>
                    <a:pt x="6698907" y="51715"/>
                  </a:lnTo>
                  <a:lnTo>
                    <a:pt x="6781741" y="57339"/>
                  </a:lnTo>
                  <a:lnTo>
                    <a:pt x="6877735" y="64579"/>
                  </a:lnTo>
                  <a:lnTo>
                    <a:pt x="6983304" y="73478"/>
                  </a:lnTo>
                  <a:lnTo>
                    <a:pt x="7094531" y="84030"/>
                  </a:lnTo>
                  <a:lnTo>
                    <a:pt x="7207670" y="96206"/>
                  </a:lnTo>
                  <a:lnTo>
                    <a:pt x="7319516" y="109973"/>
                  </a:lnTo>
                  <a:lnTo>
                    <a:pt x="7427598" y="125319"/>
                  </a:lnTo>
                  <a:lnTo>
                    <a:pt x="7530220" y="142268"/>
                  </a:lnTo>
                  <a:lnTo>
                    <a:pt x="7626390" y="160889"/>
                  </a:lnTo>
                  <a:lnTo>
                    <a:pt x="7715698" y="181301"/>
                  </a:lnTo>
                  <a:lnTo>
                    <a:pt x="7798180" y="203673"/>
                  </a:lnTo>
                  <a:lnTo>
                    <a:pt x="7874187" y="228224"/>
                  </a:lnTo>
                  <a:lnTo>
                    <a:pt x="7944275" y="255214"/>
                  </a:lnTo>
                  <a:lnTo>
                    <a:pt x="8009125" y="284938"/>
                  </a:lnTo>
                  <a:lnTo>
                    <a:pt x="8069474" y="317706"/>
                  </a:lnTo>
                  <a:lnTo>
                    <a:pt x="8126074" y="353818"/>
                  </a:lnTo>
                  <a:lnTo>
                    <a:pt x="8179646" y="393522"/>
                  </a:lnTo>
                  <a:lnTo>
                    <a:pt x="8229629" y="435846"/>
                  </a:lnTo>
                  <a:lnTo>
                    <a:pt x="8276736" y="480553"/>
                  </a:lnTo>
                  <a:lnTo>
                    <a:pt x="8322618" y="528693"/>
                  </a:lnTo>
                  <a:lnTo>
                    <a:pt x="8367622" y="580336"/>
                  </a:lnTo>
                  <a:lnTo>
                    <a:pt x="8412028" y="635489"/>
                  </a:lnTo>
                  <a:lnTo>
                    <a:pt x="8456054" y="694089"/>
                  </a:lnTo>
                  <a:lnTo>
                    <a:pt x="8499869" y="756000"/>
                  </a:lnTo>
                  <a:lnTo>
                    <a:pt x="8543595" y="821006"/>
                  </a:lnTo>
                  <a:lnTo>
                    <a:pt x="8587317" y="888812"/>
                  </a:lnTo>
                  <a:lnTo>
                    <a:pt x="8631084" y="959044"/>
                  </a:lnTo>
                  <a:lnTo>
                    <a:pt x="8674919" y="1031260"/>
                  </a:lnTo>
                  <a:lnTo>
                    <a:pt x="8718820" y="1104955"/>
                  </a:lnTo>
                  <a:lnTo>
                    <a:pt x="8762769" y="1179580"/>
                  </a:lnTo>
                  <a:lnTo>
                    <a:pt x="8806737" y="1254553"/>
                  </a:lnTo>
                  <a:lnTo>
                    <a:pt x="8850692" y="1329282"/>
                  </a:lnTo>
                  <a:lnTo>
                    <a:pt x="8894603" y="1403182"/>
                  </a:lnTo>
                  <a:lnTo>
                    <a:pt x="8938450" y="1475698"/>
                  </a:lnTo>
                  <a:lnTo>
                    <a:pt x="8982229" y="1546315"/>
                  </a:lnTo>
                  <a:lnTo>
                    <a:pt x="9025956" y="1614579"/>
                  </a:lnTo>
                  <a:lnTo>
                    <a:pt x="9069676" y="1680103"/>
                  </a:lnTo>
                  <a:lnTo>
                    <a:pt x="9113467" y="1742579"/>
                  </a:lnTo>
                  <a:lnTo>
                    <a:pt x="9157445" y="1801777"/>
                  </a:lnTo>
                  <a:lnTo>
                    <a:pt x="9201770" y="1857545"/>
                  </a:lnTo>
                  <a:lnTo>
                    <a:pt x="9246650" y="1909810"/>
                  </a:lnTo>
                  <a:lnTo>
                    <a:pt x="9292353" y="1958566"/>
                  </a:lnTo>
                  <a:lnTo>
                    <a:pt x="9339214" y="2003873"/>
                  </a:lnTo>
                  <a:lnTo>
                    <a:pt x="9347647" y="2011530"/>
                  </a:lnTo>
                  <a:lnTo>
                    <a:pt x="9398900" y="2054860"/>
                  </a:lnTo>
                  <a:lnTo>
                    <a:pt x="9452537" y="2094475"/>
                  </a:lnTo>
                  <a:lnTo>
                    <a:pt x="9509219" y="2130503"/>
                  </a:lnTo>
                  <a:lnTo>
                    <a:pt x="9569669" y="2163193"/>
                  </a:lnTo>
                  <a:lnTo>
                    <a:pt x="9634637" y="2192847"/>
                  </a:lnTo>
                  <a:lnTo>
                    <a:pt x="9704861" y="2219774"/>
                  </a:lnTo>
                  <a:lnTo>
                    <a:pt x="9781019" y="2244270"/>
                  </a:lnTo>
                  <a:lnTo>
                    <a:pt x="9863664" y="2266592"/>
                  </a:lnTo>
                  <a:lnTo>
                    <a:pt x="9953140" y="2286959"/>
                  </a:lnTo>
                  <a:lnTo>
                    <a:pt x="10049472" y="2305538"/>
                  </a:lnTo>
                  <a:lnTo>
                    <a:pt x="10152241" y="2322448"/>
                  </a:lnTo>
                  <a:lnTo>
                    <a:pt x="10260438" y="2337755"/>
                  </a:lnTo>
                  <a:lnTo>
                    <a:pt x="10372348" y="2351484"/>
                  </a:lnTo>
                  <a:lnTo>
                    <a:pt x="10485481" y="2363620"/>
                  </a:lnTo>
                  <a:lnTo>
                    <a:pt x="10596616" y="2374133"/>
                  </a:lnTo>
                  <a:lnTo>
                    <a:pt x="10702000" y="2382992"/>
                  </a:lnTo>
                  <a:lnTo>
                    <a:pt x="10797714" y="2390191"/>
                  </a:lnTo>
                  <a:lnTo>
                    <a:pt x="10880191" y="2395778"/>
                  </a:lnTo>
                  <a:lnTo>
                    <a:pt x="10946775" y="2399859"/>
                  </a:lnTo>
                  <a:lnTo>
                    <a:pt x="10996196" y="2402613"/>
                  </a:lnTo>
                  <a:lnTo>
                    <a:pt x="11028856" y="2404273"/>
                  </a:lnTo>
                  <a:lnTo>
                    <a:pt x="11046863" y="2405111"/>
                  </a:lnTo>
                  <a:lnTo>
                    <a:pt x="11053874" y="2405410"/>
                  </a:lnTo>
                  <a:lnTo>
                    <a:pt x="11054891" y="2405451"/>
                  </a:lnTo>
                  <a:lnTo>
                    <a:pt x="12049831" y="2405451"/>
                  </a:lnTo>
                  <a:lnTo>
                    <a:pt x="12049831" y="24054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6" name="pl775"/>
            <p:cNvSpPr/>
            <p:nvPr/>
          </p:nvSpPr>
          <p:spPr>
            <a:xfrm>
              <a:off x="1199187" y="1325715"/>
              <a:ext cx="12049831" cy="2405451"/>
            </a:xfrm>
            <a:custGeom>
              <a:avLst/>
              <a:pathLst>
                <a:path w="12049831" h="2405451">
                  <a:moveTo>
                    <a:pt x="12049831" y="2405451"/>
                  </a:moveTo>
                  <a:lnTo>
                    <a:pt x="11054891" y="2405451"/>
                  </a:lnTo>
                  <a:lnTo>
                    <a:pt x="11053797" y="2405407"/>
                  </a:lnTo>
                  <a:lnTo>
                    <a:pt x="11046573" y="2405098"/>
                  </a:lnTo>
                  <a:lnTo>
                    <a:pt x="11028249" y="2404244"/>
                  </a:lnTo>
                  <a:lnTo>
                    <a:pt x="10995200" y="2402560"/>
                  </a:lnTo>
                  <a:lnTo>
                    <a:pt x="10945360" y="2399777"/>
                  </a:lnTo>
                  <a:lnTo>
                    <a:pt x="10878370" y="2395661"/>
                  </a:lnTo>
                  <a:lnTo>
                    <a:pt x="10795535" y="2390036"/>
                  </a:lnTo>
                  <a:lnTo>
                    <a:pt x="10699542" y="2382796"/>
                  </a:lnTo>
                  <a:lnTo>
                    <a:pt x="10593972" y="2373898"/>
                  </a:lnTo>
                  <a:lnTo>
                    <a:pt x="10482745" y="2363345"/>
                  </a:lnTo>
                  <a:lnTo>
                    <a:pt x="10369607" y="2351169"/>
                  </a:lnTo>
                  <a:lnTo>
                    <a:pt x="10257761" y="2337403"/>
                  </a:lnTo>
                  <a:lnTo>
                    <a:pt x="10149678" y="2322056"/>
                  </a:lnTo>
                  <a:lnTo>
                    <a:pt x="10047056" y="2305107"/>
                  </a:lnTo>
                  <a:lnTo>
                    <a:pt x="9950887" y="2286486"/>
                  </a:lnTo>
                  <a:lnTo>
                    <a:pt x="9861579" y="2266074"/>
                  </a:lnTo>
                  <a:lnTo>
                    <a:pt x="9779096" y="2243702"/>
                  </a:lnTo>
                  <a:lnTo>
                    <a:pt x="9703090" y="2219151"/>
                  </a:lnTo>
                  <a:lnTo>
                    <a:pt x="9633001" y="2192161"/>
                  </a:lnTo>
                  <a:lnTo>
                    <a:pt x="9568152" y="2162437"/>
                  </a:lnTo>
                  <a:lnTo>
                    <a:pt x="9507802" y="2129669"/>
                  </a:lnTo>
                  <a:lnTo>
                    <a:pt x="9451203" y="2093557"/>
                  </a:lnTo>
                  <a:lnTo>
                    <a:pt x="9397630" y="2053853"/>
                  </a:lnTo>
                  <a:lnTo>
                    <a:pt x="9347647" y="2011530"/>
                  </a:lnTo>
                  <a:lnTo>
                    <a:pt x="9300540" y="1966823"/>
                  </a:lnTo>
                  <a:lnTo>
                    <a:pt x="9254659" y="1918682"/>
                  </a:lnTo>
                  <a:lnTo>
                    <a:pt x="9209655" y="1867039"/>
                  </a:lnTo>
                  <a:lnTo>
                    <a:pt x="9165249" y="1811886"/>
                  </a:lnTo>
                  <a:lnTo>
                    <a:pt x="9121223" y="1753286"/>
                  </a:lnTo>
                  <a:lnTo>
                    <a:pt x="9077408" y="1691375"/>
                  </a:lnTo>
                  <a:lnTo>
                    <a:pt x="9033682" y="1626369"/>
                  </a:lnTo>
                  <a:lnTo>
                    <a:pt x="8989960" y="1558563"/>
                  </a:lnTo>
                  <a:lnTo>
                    <a:pt x="8946192" y="1488331"/>
                  </a:lnTo>
                  <a:lnTo>
                    <a:pt x="8902358" y="1416115"/>
                  </a:lnTo>
                  <a:lnTo>
                    <a:pt x="8858457" y="1342420"/>
                  </a:lnTo>
                  <a:lnTo>
                    <a:pt x="8814508" y="1267795"/>
                  </a:lnTo>
                  <a:lnTo>
                    <a:pt x="8770539" y="1192822"/>
                  </a:lnTo>
                  <a:lnTo>
                    <a:pt x="8726585" y="1118094"/>
                  </a:lnTo>
                  <a:lnTo>
                    <a:pt x="8682674" y="1044193"/>
                  </a:lnTo>
                  <a:lnTo>
                    <a:pt x="8638826" y="971677"/>
                  </a:lnTo>
                  <a:lnTo>
                    <a:pt x="8595048" y="901060"/>
                  </a:lnTo>
                  <a:lnTo>
                    <a:pt x="8551321" y="832796"/>
                  </a:lnTo>
                  <a:lnTo>
                    <a:pt x="8507601" y="767272"/>
                  </a:lnTo>
                  <a:lnTo>
                    <a:pt x="8463809" y="704796"/>
                  </a:lnTo>
                  <a:lnTo>
                    <a:pt x="8419831" y="645598"/>
                  </a:lnTo>
                  <a:lnTo>
                    <a:pt x="8375507" y="589830"/>
                  </a:lnTo>
                  <a:lnTo>
                    <a:pt x="8330627" y="537565"/>
                  </a:lnTo>
                  <a:lnTo>
                    <a:pt x="8284924" y="488809"/>
                  </a:lnTo>
                  <a:lnTo>
                    <a:pt x="8238062" y="443502"/>
                  </a:lnTo>
                  <a:lnTo>
                    <a:pt x="8229629" y="435846"/>
                  </a:lnTo>
                  <a:lnTo>
                    <a:pt x="8178377" y="392515"/>
                  </a:lnTo>
                  <a:lnTo>
                    <a:pt x="8124739" y="352901"/>
                  </a:lnTo>
                  <a:lnTo>
                    <a:pt x="8068057" y="316872"/>
                  </a:lnTo>
                  <a:lnTo>
                    <a:pt x="8007608" y="284182"/>
                  </a:lnTo>
                  <a:lnTo>
                    <a:pt x="7942640" y="254528"/>
                  </a:lnTo>
                  <a:lnTo>
                    <a:pt x="7872415" y="227601"/>
                  </a:lnTo>
                  <a:lnTo>
                    <a:pt x="7796257" y="203106"/>
                  </a:lnTo>
                  <a:lnTo>
                    <a:pt x="7713613" y="180783"/>
                  </a:lnTo>
                  <a:lnTo>
                    <a:pt x="7624137" y="160416"/>
                  </a:lnTo>
                  <a:lnTo>
                    <a:pt x="7527804" y="141837"/>
                  </a:lnTo>
                  <a:lnTo>
                    <a:pt x="7425035" y="124928"/>
                  </a:lnTo>
                  <a:lnTo>
                    <a:pt x="7316838" y="109620"/>
                  </a:lnTo>
                  <a:lnTo>
                    <a:pt x="7204928" y="95891"/>
                  </a:lnTo>
                  <a:lnTo>
                    <a:pt x="7091796" y="83755"/>
                  </a:lnTo>
                  <a:lnTo>
                    <a:pt x="6980660" y="73242"/>
                  </a:lnTo>
                  <a:lnTo>
                    <a:pt x="6875277" y="64384"/>
                  </a:lnTo>
                  <a:lnTo>
                    <a:pt x="6779563" y="57184"/>
                  </a:lnTo>
                  <a:lnTo>
                    <a:pt x="6697085" y="51597"/>
                  </a:lnTo>
                  <a:lnTo>
                    <a:pt x="6630502" y="47516"/>
                  </a:lnTo>
                  <a:lnTo>
                    <a:pt x="6581081" y="44762"/>
                  </a:lnTo>
                  <a:lnTo>
                    <a:pt x="6548421" y="43102"/>
                  </a:lnTo>
                  <a:lnTo>
                    <a:pt x="6530414" y="42264"/>
                  </a:lnTo>
                  <a:lnTo>
                    <a:pt x="6523403" y="41965"/>
                  </a:lnTo>
                  <a:lnTo>
                    <a:pt x="6522385" y="41925"/>
                  </a:lnTo>
                  <a:lnTo>
                    <a:pt x="5527445" y="41925"/>
                  </a:lnTo>
                  <a:lnTo>
                    <a:pt x="5526309" y="41924"/>
                  </a:lnTo>
                  <a:lnTo>
                    <a:pt x="5518809" y="41918"/>
                  </a:lnTo>
                  <a:lnTo>
                    <a:pt x="5499805" y="41902"/>
                  </a:lnTo>
                  <a:lnTo>
                    <a:pt x="5465579" y="41871"/>
                  </a:lnTo>
                  <a:lnTo>
                    <a:pt x="5414061" y="41820"/>
                  </a:lnTo>
                  <a:lnTo>
                    <a:pt x="5344984" y="41744"/>
                  </a:lnTo>
                  <a:lnTo>
                    <a:pt x="5259819" y="41641"/>
                  </a:lnTo>
                  <a:lnTo>
                    <a:pt x="5161457" y="41508"/>
                  </a:lnTo>
                  <a:lnTo>
                    <a:pt x="5053683" y="41344"/>
                  </a:lnTo>
                  <a:lnTo>
                    <a:pt x="4940571" y="41151"/>
                  </a:lnTo>
                  <a:lnTo>
                    <a:pt x="4825963" y="40928"/>
                  </a:lnTo>
                  <a:lnTo>
                    <a:pt x="4713092" y="40677"/>
                  </a:lnTo>
                  <a:lnTo>
                    <a:pt x="4604406" y="40396"/>
                  </a:lnTo>
                  <a:lnTo>
                    <a:pt x="4501543" y="40087"/>
                  </a:lnTo>
                  <a:lnTo>
                    <a:pt x="4405418" y="39746"/>
                  </a:lnTo>
                  <a:lnTo>
                    <a:pt x="4316358" y="39372"/>
                  </a:lnTo>
                  <a:lnTo>
                    <a:pt x="4234250" y="38962"/>
                  </a:lnTo>
                  <a:lnTo>
                    <a:pt x="4158675" y="38512"/>
                  </a:lnTo>
                  <a:lnTo>
                    <a:pt x="4089019" y="38015"/>
                  </a:lnTo>
                  <a:lnTo>
                    <a:pt x="4024554" y="37468"/>
                  </a:lnTo>
                  <a:lnTo>
                    <a:pt x="3964507" y="36863"/>
                  </a:lnTo>
                  <a:lnTo>
                    <a:pt x="3908100" y="36197"/>
                  </a:lnTo>
                  <a:lnTo>
                    <a:pt x="3854598" y="35464"/>
                  </a:lnTo>
                  <a:lnTo>
                    <a:pt x="3820202" y="34937"/>
                  </a:lnTo>
                  <a:lnTo>
                    <a:pt x="3758557" y="33882"/>
                  </a:lnTo>
                  <a:lnTo>
                    <a:pt x="3698835" y="32721"/>
                  </a:lnTo>
                  <a:lnTo>
                    <a:pt x="3640319" y="31453"/>
                  </a:lnTo>
                  <a:lnTo>
                    <a:pt x="3582482" y="30079"/>
                  </a:lnTo>
                  <a:lnTo>
                    <a:pt x="3524954" y="28605"/>
                  </a:lnTo>
                  <a:lnTo>
                    <a:pt x="3467493" y="27041"/>
                  </a:lnTo>
                  <a:lnTo>
                    <a:pt x="3409962" y="25402"/>
                  </a:lnTo>
                  <a:lnTo>
                    <a:pt x="3352315" y="23705"/>
                  </a:lnTo>
                  <a:lnTo>
                    <a:pt x="3294568" y="21971"/>
                  </a:lnTo>
                  <a:lnTo>
                    <a:pt x="3236780" y="20224"/>
                  </a:lnTo>
                  <a:lnTo>
                    <a:pt x="3179022" y="18486"/>
                  </a:lnTo>
                  <a:lnTo>
                    <a:pt x="3121357" y="16782"/>
                  </a:lnTo>
                  <a:lnTo>
                    <a:pt x="3063810" y="15132"/>
                  </a:lnTo>
                  <a:lnTo>
                    <a:pt x="3006343" y="13556"/>
                  </a:lnTo>
                  <a:lnTo>
                    <a:pt x="2948839" y="12067"/>
                  </a:lnTo>
                  <a:lnTo>
                    <a:pt x="2891071" y="10677"/>
                  </a:lnTo>
                  <a:lnTo>
                    <a:pt x="2832691" y="9392"/>
                  </a:lnTo>
                  <a:lnTo>
                    <a:pt x="2773197" y="8215"/>
                  </a:lnTo>
                  <a:lnTo>
                    <a:pt x="2711907" y="7144"/>
                  </a:lnTo>
                  <a:lnTo>
                    <a:pt x="2702183" y="6987"/>
                  </a:lnTo>
                  <a:lnTo>
                    <a:pt x="2650248" y="6209"/>
                  </a:lnTo>
                  <a:lnTo>
                    <a:pt x="2595856" y="5498"/>
                  </a:lnTo>
                  <a:lnTo>
                    <a:pt x="2538321" y="4853"/>
                  </a:lnTo>
                  <a:lnTo>
                    <a:pt x="2476889" y="4268"/>
                  </a:lnTo>
                  <a:lnTo>
                    <a:pt x="2410781" y="3738"/>
                  </a:lnTo>
                  <a:lnTo>
                    <a:pt x="2339230" y="3258"/>
                  </a:lnTo>
                  <a:lnTo>
                    <a:pt x="2261540" y="2821"/>
                  </a:lnTo>
                  <a:lnTo>
                    <a:pt x="2177150" y="2423"/>
                  </a:lnTo>
                  <a:lnTo>
                    <a:pt x="2085731" y="2061"/>
                  </a:lnTo>
                  <a:lnTo>
                    <a:pt x="1987299" y="1731"/>
                  </a:lnTo>
                  <a:lnTo>
                    <a:pt x="1882362" y="1431"/>
                  </a:lnTo>
                  <a:lnTo>
                    <a:pt x="1772061" y="1160"/>
                  </a:lnTo>
                  <a:lnTo>
                    <a:pt x="1658299" y="918"/>
                  </a:lnTo>
                  <a:lnTo>
                    <a:pt x="1543795" y="705"/>
                  </a:lnTo>
                  <a:lnTo>
                    <a:pt x="1432013" y="522"/>
                  </a:lnTo>
                  <a:lnTo>
                    <a:pt x="1326923" y="369"/>
                  </a:lnTo>
                  <a:lnTo>
                    <a:pt x="1232569" y="246"/>
                  </a:lnTo>
                  <a:lnTo>
                    <a:pt x="1152501" y="152"/>
                  </a:lnTo>
                  <a:lnTo>
                    <a:pt x="1089191" y="85"/>
                  </a:lnTo>
                  <a:lnTo>
                    <a:pt x="1043552" y="40"/>
                  </a:lnTo>
                  <a:lnTo>
                    <a:pt x="1014712" y="15"/>
                  </a:lnTo>
                  <a:lnTo>
                    <a:pt x="1000026" y="3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7" name="pg776"/>
            <p:cNvSpPr/>
            <p:nvPr/>
          </p:nvSpPr>
          <p:spPr>
            <a:xfrm>
              <a:off x="1199187" y="1357159"/>
              <a:ext cx="12049831" cy="3333043"/>
            </a:xfrm>
            <a:custGeom>
              <a:avLst/>
              <a:pathLst>
                <a:path w="12049831" h="3333043">
                  <a:moveTo>
                    <a:pt x="0" y="47165"/>
                  </a:moveTo>
                  <a:lnTo>
                    <a:pt x="994940" y="47165"/>
                  </a:lnTo>
                  <a:lnTo>
                    <a:pt x="996076" y="47167"/>
                  </a:lnTo>
                  <a:lnTo>
                    <a:pt x="1003575" y="47176"/>
                  </a:lnTo>
                  <a:lnTo>
                    <a:pt x="1022580" y="47201"/>
                  </a:lnTo>
                  <a:lnTo>
                    <a:pt x="1056805" y="47252"/>
                  </a:lnTo>
                  <a:lnTo>
                    <a:pt x="1108322" y="47335"/>
                  </a:lnTo>
                  <a:lnTo>
                    <a:pt x="1177398" y="47458"/>
                  </a:lnTo>
                  <a:lnTo>
                    <a:pt x="1262562" y="47627"/>
                  </a:lnTo>
                  <a:lnTo>
                    <a:pt x="1360922" y="47843"/>
                  </a:lnTo>
                  <a:lnTo>
                    <a:pt x="1468696" y="48108"/>
                  </a:lnTo>
                  <a:lnTo>
                    <a:pt x="1581806" y="48422"/>
                  </a:lnTo>
                  <a:lnTo>
                    <a:pt x="1696414" y="48784"/>
                  </a:lnTo>
                  <a:lnTo>
                    <a:pt x="1809284" y="49193"/>
                  </a:lnTo>
                  <a:lnTo>
                    <a:pt x="1917970" y="49649"/>
                  </a:lnTo>
                  <a:lnTo>
                    <a:pt x="2020833" y="50152"/>
                  </a:lnTo>
                  <a:lnTo>
                    <a:pt x="2116958" y="50705"/>
                  </a:lnTo>
                  <a:lnTo>
                    <a:pt x="2206018" y="51312"/>
                  </a:lnTo>
                  <a:lnTo>
                    <a:pt x="2288126" y="51979"/>
                  </a:lnTo>
                  <a:lnTo>
                    <a:pt x="2363701" y="52711"/>
                  </a:lnTo>
                  <a:lnTo>
                    <a:pt x="2433358" y="53518"/>
                  </a:lnTo>
                  <a:lnTo>
                    <a:pt x="2497822" y="54408"/>
                  </a:lnTo>
                  <a:lnTo>
                    <a:pt x="2557870" y="55390"/>
                  </a:lnTo>
                  <a:lnTo>
                    <a:pt x="2614277" y="56473"/>
                  </a:lnTo>
                  <a:lnTo>
                    <a:pt x="2667779" y="57664"/>
                  </a:lnTo>
                  <a:lnTo>
                    <a:pt x="2702183" y="58520"/>
                  </a:lnTo>
                  <a:lnTo>
                    <a:pt x="2763813" y="60234"/>
                  </a:lnTo>
                  <a:lnTo>
                    <a:pt x="2823520" y="62119"/>
                  </a:lnTo>
                  <a:lnTo>
                    <a:pt x="2882022" y="64180"/>
                  </a:lnTo>
                  <a:lnTo>
                    <a:pt x="2939844" y="66412"/>
                  </a:lnTo>
                  <a:lnTo>
                    <a:pt x="2997357" y="68806"/>
                  </a:lnTo>
                  <a:lnTo>
                    <a:pt x="3054804" y="71346"/>
                  </a:lnTo>
                  <a:lnTo>
                    <a:pt x="3112320" y="74009"/>
                  </a:lnTo>
                  <a:lnTo>
                    <a:pt x="3169952" y="76766"/>
                  </a:lnTo>
                  <a:lnTo>
                    <a:pt x="3227684" y="79583"/>
                  </a:lnTo>
                  <a:lnTo>
                    <a:pt x="3285457" y="82422"/>
                  </a:lnTo>
                  <a:lnTo>
                    <a:pt x="3343201" y="85245"/>
                  </a:lnTo>
                  <a:lnTo>
                    <a:pt x="3400851" y="88014"/>
                  </a:lnTo>
                  <a:lnTo>
                    <a:pt x="3458384" y="90694"/>
                  </a:lnTo>
                  <a:lnTo>
                    <a:pt x="3515836" y="93255"/>
                  </a:lnTo>
                  <a:lnTo>
                    <a:pt x="3573325" y="95674"/>
                  </a:lnTo>
                  <a:lnTo>
                    <a:pt x="3631076" y="97933"/>
                  </a:lnTo>
                  <a:lnTo>
                    <a:pt x="3689438" y="100021"/>
                  </a:lnTo>
                  <a:lnTo>
                    <a:pt x="3748910" y="101935"/>
                  </a:lnTo>
                  <a:lnTo>
                    <a:pt x="3810174" y="103676"/>
                  </a:lnTo>
                  <a:lnTo>
                    <a:pt x="3820202" y="103939"/>
                  </a:lnTo>
                  <a:lnTo>
                    <a:pt x="3872137" y="105203"/>
                  </a:lnTo>
                  <a:lnTo>
                    <a:pt x="3926528" y="106358"/>
                  </a:lnTo>
                  <a:lnTo>
                    <a:pt x="3984063" y="107407"/>
                  </a:lnTo>
                  <a:lnTo>
                    <a:pt x="4045494" y="108357"/>
                  </a:lnTo>
                  <a:lnTo>
                    <a:pt x="4111602" y="109218"/>
                  </a:lnTo>
                  <a:lnTo>
                    <a:pt x="4183152" y="109999"/>
                  </a:lnTo>
                  <a:lnTo>
                    <a:pt x="4260842" y="110709"/>
                  </a:lnTo>
                  <a:lnTo>
                    <a:pt x="4345230" y="111355"/>
                  </a:lnTo>
                  <a:lnTo>
                    <a:pt x="4436648" y="111943"/>
                  </a:lnTo>
                  <a:lnTo>
                    <a:pt x="4535079" y="112480"/>
                  </a:lnTo>
                  <a:lnTo>
                    <a:pt x="4640015" y="112967"/>
                  </a:lnTo>
                  <a:lnTo>
                    <a:pt x="4750314" y="113407"/>
                  </a:lnTo>
                  <a:lnTo>
                    <a:pt x="4864075" y="113800"/>
                  </a:lnTo>
                  <a:lnTo>
                    <a:pt x="4978579" y="114147"/>
                  </a:lnTo>
                  <a:lnTo>
                    <a:pt x="5090360" y="114444"/>
                  </a:lnTo>
                  <a:lnTo>
                    <a:pt x="5195451" y="114693"/>
                  </a:lnTo>
                  <a:lnTo>
                    <a:pt x="5289806" y="114893"/>
                  </a:lnTo>
                  <a:lnTo>
                    <a:pt x="5369875" y="115046"/>
                  </a:lnTo>
                  <a:lnTo>
                    <a:pt x="5433187" y="115155"/>
                  </a:lnTo>
                  <a:lnTo>
                    <a:pt x="5478828" y="115227"/>
                  </a:lnTo>
                  <a:lnTo>
                    <a:pt x="5507670" y="115268"/>
                  </a:lnTo>
                  <a:lnTo>
                    <a:pt x="5522357" y="115287"/>
                  </a:lnTo>
                  <a:lnTo>
                    <a:pt x="5527102" y="115293"/>
                  </a:lnTo>
                  <a:lnTo>
                    <a:pt x="5527445" y="115293"/>
                  </a:lnTo>
                  <a:lnTo>
                    <a:pt x="6522385" y="115293"/>
                  </a:lnTo>
                  <a:lnTo>
                    <a:pt x="6523446" y="115351"/>
                  </a:lnTo>
                  <a:lnTo>
                    <a:pt x="6530452" y="115758"/>
                  </a:lnTo>
                  <a:lnTo>
                    <a:pt x="6548241" y="116884"/>
                  </a:lnTo>
                  <a:lnTo>
                    <a:pt x="6580359" y="119104"/>
                  </a:lnTo>
                  <a:lnTo>
                    <a:pt x="6628868" y="122776"/>
                  </a:lnTo>
                  <a:lnTo>
                    <a:pt x="6694195" y="128210"/>
                  </a:lnTo>
                  <a:lnTo>
                    <a:pt x="6775163" y="135642"/>
                  </a:lnTo>
                  <a:lnTo>
                    <a:pt x="6869247" y="145221"/>
                  </a:lnTo>
                  <a:lnTo>
                    <a:pt x="6973022" y="157008"/>
                  </a:lnTo>
                  <a:lnTo>
                    <a:pt x="7082697" y="171003"/>
                  </a:lnTo>
                  <a:lnTo>
                    <a:pt x="7194609" y="187166"/>
                  </a:lnTo>
                  <a:lnTo>
                    <a:pt x="7305582" y="205455"/>
                  </a:lnTo>
                  <a:lnTo>
                    <a:pt x="7413132" y="225848"/>
                  </a:lnTo>
                  <a:lnTo>
                    <a:pt x="7515518" y="248370"/>
                  </a:lnTo>
                  <a:lnTo>
                    <a:pt x="7611689" y="273103"/>
                  </a:lnTo>
                  <a:lnTo>
                    <a:pt x="7701172" y="300193"/>
                  </a:lnTo>
                  <a:lnTo>
                    <a:pt x="7783940" y="329854"/>
                  </a:lnTo>
                  <a:lnTo>
                    <a:pt x="7860290" y="362363"/>
                  </a:lnTo>
                  <a:lnTo>
                    <a:pt x="7930729" y="398053"/>
                  </a:lnTo>
                  <a:lnTo>
                    <a:pt x="7995900" y="437306"/>
                  </a:lnTo>
                  <a:lnTo>
                    <a:pt x="8056511" y="480530"/>
                  </a:lnTo>
                  <a:lnTo>
                    <a:pt x="8113289" y="528127"/>
                  </a:lnTo>
                  <a:lnTo>
                    <a:pt x="8166945" y="580446"/>
                  </a:lnTo>
                  <a:lnTo>
                    <a:pt x="8218132" y="637701"/>
                  </a:lnTo>
                  <a:lnTo>
                    <a:pt x="8229629" y="651585"/>
                  </a:lnTo>
                  <a:lnTo>
                    <a:pt x="8271794" y="705760"/>
                  </a:lnTo>
                  <a:lnTo>
                    <a:pt x="8312946" y="763657"/>
                  </a:lnTo>
                  <a:lnTo>
                    <a:pt x="8353345" y="825354"/>
                  </a:lnTo>
                  <a:lnTo>
                    <a:pt x="8393202" y="890873"/>
                  </a:lnTo>
                  <a:lnTo>
                    <a:pt x="8432687" y="960180"/>
                  </a:lnTo>
                  <a:lnTo>
                    <a:pt x="8471938" y="1033179"/>
                  </a:lnTo>
                  <a:lnTo>
                    <a:pt x="8511059" y="1109703"/>
                  </a:lnTo>
                  <a:lnTo>
                    <a:pt x="8550131" y="1189521"/>
                  </a:lnTo>
                  <a:lnTo>
                    <a:pt x="8589206" y="1272328"/>
                  </a:lnTo>
                  <a:lnTo>
                    <a:pt x="8628320" y="1357757"/>
                  </a:lnTo>
                  <a:lnTo>
                    <a:pt x="8667487" y="1445375"/>
                  </a:lnTo>
                  <a:lnTo>
                    <a:pt x="8706709" y="1534701"/>
                  </a:lnTo>
                  <a:lnTo>
                    <a:pt x="8745975" y="1625206"/>
                  </a:lnTo>
                  <a:lnTo>
                    <a:pt x="8785265" y="1716334"/>
                  </a:lnTo>
                  <a:lnTo>
                    <a:pt x="8824557" y="1807512"/>
                  </a:lnTo>
                  <a:lnTo>
                    <a:pt x="8863828" y="1898164"/>
                  </a:lnTo>
                  <a:lnTo>
                    <a:pt x="8903058" y="1987731"/>
                  </a:lnTo>
                  <a:lnTo>
                    <a:pt x="8942235" y="2075678"/>
                  </a:lnTo>
                  <a:lnTo>
                    <a:pt x="8981358" y="2161515"/>
                  </a:lnTo>
                  <a:lnTo>
                    <a:pt x="9020438" y="2244800"/>
                  </a:lnTo>
                  <a:lnTo>
                    <a:pt x="9059507" y="2325155"/>
                  </a:lnTo>
                  <a:lnTo>
                    <a:pt x="9098615" y="2402263"/>
                  </a:lnTo>
                  <a:lnTo>
                    <a:pt x="9137836" y="2475881"/>
                  </a:lnTo>
                  <a:lnTo>
                    <a:pt x="9177273" y="2545831"/>
                  </a:lnTo>
                  <a:lnTo>
                    <a:pt x="9217054" y="2612004"/>
                  </a:lnTo>
                  <a:lnTo>
                    <a:pt x="9257346" y="2674357"/>
                  </a:lnTo>
                  <a:lnTo>
                    <a:pt x="9298353" y="2732903"/>
                  </a:lnTo>
                  <a:lnTo>
                    <a:pt x="9340323" y="2787709"/>
                  </a:lnTo>
                  <a:lnTo>
                    <a:pt x="9347647" y="2796751"/>
                  </a:lnTo>
                  <a:lnTo>
                    <a:pt x="9398350" y="2855149"/>
                  </a:lnTo>
                  <a:lnTo>
                    <a:pt x="9451382" y="2908592"/>
                  </a:lnTo>
                  <a:lnTo>
                    <a:pt x="9507380" y="2957250"/>
                  </a:lnTo>
                  <a:lnTo>
                    <a:pt x="9567043" y="3001445"/>
                  </a:lnTo>
                  <a:lnTo>
                    <a:pt x="9631100" y="3041576"/>
                  </a:lnTo>
                  <a:lnTo>
                    <a:pt x="9700267" y="3078051"/>
                  </a:lnTo>
                  <a:lnTo>
                    <a:pt x="9775204" y="3111261"/>
                  </a:lnTo>
                  <a:lnTo>
                    <a:pt x="9856460" y="3141551"/>
                  </a:lnTo>
                  <a:lnTo>
                    <a:pt x="9944385" y="3169212"/>
                  </a:lnTo>
                  <a:lnTo>
                    <a:pt x="10039040" y="3194472"/>
                  </a:lnTo>
                  <a:lnTo>
                    <a:pt x="10140065" y="3217494"/>
                  </a:lnTo>
                  <a:lnTo>
                    <a:pt x="10246554" y="3238373"/>
                  </a:lnTo>
                  <a:lnTo>
                    <a:pt x="10356932" y="3257146"/>
                  </a:lnTo>
                  <a:lnTo>
                    <a:pt x="10468886" y="3273802"/>
                  </a:lnTo>
                  <a:lnTo>
                    <a:pt x="10579388" y="3288300"/>
                  </a:lnTo>
                  <a:lnTo>
                    <a:pt x="10684860" y="3300598"/>
                  </a:lnTo>
                  <a:lnTo>
                    <a:pt x="10781500" y="3310683"/>
                  </a:lnTo>
                  <a:lnTo>
                    <a:pt x="10865752" y="3318599"/>
                  </a:lnTo>
                  <a:lnTo>
                    <a:pt x="10934840" y="3324475"/>
                  </a:lnTo>
                  <a:lnTo>
                    <a:pt x="10987244" y="3328528"/>
                  </a:lnTo>
                  <a:lnTo>
                    <a:pt x="11023011" y="3331051"/>
                  </a:lnTo>
                  <a:lnTo>
                    <a:pt x="11043835" y="3332396"/>
                  </a:lnTo>
                  <a:lnTo>
                    <a:pt x="11052940" y="3332936"/>
                  </a:lnTo>
                  <a:lnTo>
                    <a:pt x="11054891" y="3333043"/>
                  </a:lnTo>
                  <a:lnTo>
                    <a:pt x="12049831" y="3333043"/>
                  </a:lnTo>
                  <a:lnTo>
                    <a:pt x="12049831" y="3285877"/>
                  </a:lnTo>
                  <a:lnTo>
                    <a:pt x="11054891" y="3285877"/>
                  </a:lnTo>
                  <a:lnTo>
                    <a:pt x="11053831" y="3285820"/>
                  </a:lnTo>
                  <a:lnTo>
                    <a:pt x="11046824" y="3285412"/>
                  </a:lnTo>
                  <a:lnTo>
                    <a:pt x="11029036" y="3284286"/>
                  </a:lnTo>
                  <a:lnTo>
                    <a:pt x="10996918" y="3282066"/>
                  </a:lnTo>
                  <a:lnTo>
                    <a:pt x="10948409" y="3278395"/>
                  </a:lnTo>
                  <a:lnTo>
                    <a:pt x="10883081" y="3272961"/>
                  </a:lnTo>
                  <a:lnTo>
                    <a:pt x="10802113" y="3265528"/>
                  </a:lnTo>
                  <a:lnTo>
                    <a:pt x="10708030" y="3255950"/>
                  </a:lnTo>
                  <a:lnTo>
                    <a:pt x="10604255" y="3244162"/>
                  </a:lnTo>
                  <a:lnTo>
                    <a:pt x="10494579" y="3230167"/>
                  </a:lnTo>
                  <a:lnTo>
                    <a:pt x="10382667" y="3214004"/>
                  </a:lnTo>
                  <a:lnTo>
                    <a:pt x="10271694" y="3195716"/>
                  </a:lnTo>
                  <a:lnTo>
                    <a:pt x="10164144" y="3175323"/>
                  </a:lnTo>
                  <a:lnTo>
                    <a:pt x="10061758" y="3152801"/>
                  </a:lnTo>
                  <a:lnTo>
                    <a:pt x="9965588" y="3128068"/>
                  </a:lnTo>
                  <a:lnTo>
                    <a:pt x="9876105" y="3100977"/>
                  </a:lnTo>
                  <a:lnTo>
                    <a:pt x="9793336" y="3071316"/>
                  </a:lnTo>
                  <a:lnTo>
                    <a:pt x="9716987" y="3038808"/>
                  </a:lnTo>
                  <a:lnTo>
                    <a:pt x="9646547" y="3003117"/>
                  </a:lnTo>
                  <a:lnTo>
                    <a:pt x="9581376" y="2963864"/>
                  </a:lnTo>
                  <a:lnTo>
                    <a:pt x="9520765" y="2920641"/>
                  </a:lnTo>
                  <a:lnTo>
                    <a:pt x="9463987" y="2873044"/>
                  </a:lnTo>
                  <a:lnTo>
                    <a:pt x="9410332" y="2820724"/>
                  </a:lnTo>
                  <a:lnTo>
                    <a:pt x="9359145" y="2763470"/>
                  </a:lnTo>
                  <a:lnTo>
                    <a:pt x="9347647" y="2749586"/>
                  </a:lnTo>
                  <a:lnTo>
                    <a:pt x="9305483" y="2695411"/>
                  </a:lnTo>
                  <a:lnTo>
                    <a:pt x="9264330" y="2637513"/>
                  </a:lnTo>
                  <a:lnTo>
                    <a:pt x="9223931" y="2575817"/>
                  </a:lnTo>
                  <a:lnTo>
                    <a:pt x="9184074" y="2510298"/>
                  </a:lnTo>
                  <a:lnTo>
                    <a:pt x="9144589" y="2440990"/>
                  </a:lnTo>
                  <a:lnTo>
                    <a:pt x="9105339" y="2367992"/>
                  </a:lnTo>
                  <a:lnTo>
                    <a:pt x="9066217" y="2291467"/>
                  </a:lnTo>
                  <a:lnTo>
                    <a:pt x="9027146" y="2211650"/>
                  </a:lnTo>
                  <a:lnTo>
                    <a:pt x="8988070" y="2128842"/>
                  </a:lnTo>
                  <a:lnTo>
                    <a:pt x="8948956" y="2043414"/>
                  </a:lnTo>
                  <a:lnTo>
                    <a:pt x="8909789" y="1955795"/>
                  </a:lnTo>
                  <a:lnTo>
                    <a:pt x="8870567" y="1866470"/>
                  </a:lnTo>
                  <a:lnTo>
                    <a:pt x="8831302" y="1775964"/>
                  </a:lnTo>
                  <a:lnTo>
                    <a:pt x="8792012" y="1684836"/>
                  </a:lnTo>
                  <a:lnTo>
                    <a:pt x="8752720" y="1593659"/>
                  </a:lnTo>
                  <a:lnTo>
                    <a:pt x="8713448" y="1503006"/>
                  </a:lnTo>
                  <a:lnTo>
                    <a:pt x="8674218" y="1413440"/>
                  </a:lnTo>
                  <a:lnTo>
                    <a:pt x="8635041" y="1325492"/>
                  </a:lnTo>
                  <a:lnTo>
                    <a:pt x="8595919" y="1239656"/>
                  </a:lnTo>
                  <a:lnTo>
                    <a:pt x="8556838" y="1156370"/>
                  </a:lnTo>
                  <a:lnTo>
                    <a:pt x="8517770" y="1076016"/>
                  </a:lnTo>
                  <a:lnTo>
                    <a:pt x="8478662" y="998907"/>
                  </a:lnTo>
                  <a:lnTo>
                    <a:pt x="8439440" y="925290"/>
                  </a:lnTo>
                  <a:lnTo>
                    <a:pt x="8400004" y="855340"/>
                  </a:lnTo>
                  <a:lnTo>
                    <a:pt x="8360222" y="789166"/>
                  </a:lnTo>
                  <a:lnTo>
                    <a:pt x="8319930" y="726813"/>
                  </a:lnTo>
                  <a:lnTo>
                    <a:pt x="8278924" y="668268"/>
                  </a:lnTo>
                  <a:lnTo>
                    <a:pt x="8236954" y="613461"/>
                  </a:lnTo>
                  <a:lnTo>
                    <a:pt x="8229629" y="604419"/>
                  </a:lnTo>
                  <a:lnTo>
                    <a:pt x="8178926" y="546022"/>
                  </a:lnTo>
                  <a:lnTo>
                    <a:pt x="8125895" y="492578"/>
                  </a:lnTo>
                  <a:lnTo>
                    <a:pt x="8069897" y="443921"/>
                  </a:lnTo>
                  <a:lnTo>
                    <a:pt x="8010233" y="399725"/>
                  </a:lnTo>
                  <a:lnTo>
                    <a:pt x="7946176" y="359595"/>
                  </a:lnTo>
                  <a:lnTo>
                    <a:pt x="7877010" y="323119"/>
                  </a:lnTo>
                  <a:lnTo>
                    <a:pt x="7802072" y="289910"/>
                  </a:lnTo>
                  <a:lnTo>
                    <a:pt x="7720817" y="259620"/>
                  </a:lnTo>
                  <a:lnTo>
                    <a:pt x="7632891" y="231959"/>
                  </a:lnTo>
                  <a:lnTo>
                    <a:pt x="7538236" y="206698"/>
                  </a:lnTo>
                  <a:lnTo>
                    <a:pt x="7437211" y="183677"/>
                  </a:lnTo>
                  <a:lnTo>
                    <a:pt x="7330723" y="162798"/>
                  </a:lnTo>
                  <a:lnTo>
                    <a:pt x="7220345" y="144024"/>
                  </a:lnTo>
                  <a:lnTo>
                    <a:pt x="7108391" y="127368"/>
                  </a:lnTo>
                  <a:lnTo>
                    <a:pt x="6997888" y="112870"/>
                  </a:lnTo>
                  <a:lnTo>
                    <a:pt x="6892416" y="100572"/>
                  </a:lnTo>
                  <a:lnTo>
                    <a:pt x="6795776" y="90488"/>
                  </a:lnTo>
                  <a:lnTo>
                    <a:pt x="6711524" y="82572"/>
                  </a:lnTo>
                  <a:lnTo>
                    <a:pt x="6642436" y="76695"/>
                  </a:lnTo>
                  <a:lnTo>
                    <a:pt x="6590033" y="72643"/>
                  </a:lnTo>
                  <a:lnTo>
                    <a:pt x="6554266" y="70119"/>
                  </a:lnTo>
                  <a:lnTo>
                    <a:pt x="6533442" y="68775"/>
                  </a:lnTo>
                  <a:lnTo>
                    <a:pt x="6524337" y="68235"/>
                  </a:lnTo>
                  <a:lnTo>
                    <a:pt x="6522385" y="68128"/>
                  </a:lnTo>
                  <a:lnTo>
                    <a:pt x="5527445" y="68128"/>
                  </a:lnTo>
                  <a:lnTo>
                    <a:pt x="5526309" y="68126"/>
                  </a:lnTo>
                  <a:lnTo>
                    <a:pt x="5518810" y="68117"/>
                  </a:lnTo>
                  <a:lnTo>
                    <a:pt x="5499805" y="68092"/>
                  </a:lnTo>
                  <a:lnTo>
                    <a:pt x="5465580" y="68041"/>
                  </a:lnTo>
                  <a:lnTo>
                    <a:pt x="5414063" y="67958"/>
                  </a:lnTo>
                  <a:lnTo>
                    <a:pt x="5344987" y="67834"/>
                  </a:lnTo>
                  <a:lnTo>
                    <a:pt x="5259823" y="67666"/>
                  </a:lnTo>
                  <a:lnTo>
                    <a:pt x="5161463" y="67450"/>
                  </a:lnTo>
                  <a:lnTo>
                    <a:pt x="5053689" y="67185"/>
                  </a:lnTo>
                  <a:lnTo>
                    <a:pt x="4940579" y="66871"/>
                  </a:lnTo>
                  <a:lnTo>
                    <a:pt x="4825971" y="66509"/>
                  </a:lnTo>
                  <a:lnTo>
                    <a:pt x="4713101" y="66100"/>
                  </a:lnTo>
                  <a:lnTo>
                    <a:pt x="4604415" y="65644"/>
                  </a:lnTo>
                  <a:lnTo>
                    <a:pt x="4501552" y="65141"/>
                  </a:lnTo>
                  <a:lnTo>
                    <a:pt x="4405427" y="64588"/>
                  </a:lnTo>
                  <a:lnTo>
                    <a:pt x="4316367" y="63981"/>
                  </a:lnTo>
                  <a:lnTo>
                    <a:pt x="4234259" y="63314"/>
                  </a:lnTo>
                  <a:lnTo>
                    <a:pt x="4158684" y="62582"/>
                  </a:lnTo>
                  <a:lnTo>
                    <a:pt x="4089027" y="61775"/>
                  </a:lnTo>
                  <a:lnTo>
                    <a:pt x="4024563" y="60885"/>
                  </a:lnTo>
                  <a:lnTo>
                    <a:pt x="3964515" y="59903"/>
                  </a:lnTo>
                  <a:lnTo>
                    <a:pt x="3908108" y="58820"/>
                  </a:lnTo>
                  <a:lnTo>
                    <a:pt x="3854606" y="57629"/>
                  </a:lnTo>
                  <a:lnTo>
                    <a:pt x="3820202" y="56773"/>
                  </a:lnTo>
                  <a:lnTo>
                    <a:pt x="3758572" y="55059"/>
                  </a:lnTo>
                  <a:lnTo>
                    <a:pt x="3698865" y="53174"/>
                  </a:lnTo>
                  <a:lnTo>
                    <a:pt x="3640363" y="51113"/>
                  </a:lnTo>
                  <a:lnTo>
                    <a:pt x="3582541" y="48881"/>
                  </a:lnTo>
                  <a:lnTo>
                    <a:pt x="3525028" y="46487"/>
                  </a:lnTo>
                  <a:lnTo>
                    <a:pt x="3467581" y="43947"/>
                  </a:lnTo>
                  <a:lnTo>
                    <a:pt x="3410065" y="41284"/>
                  </a:lnTo>
                  <a:lnTo>
                    <a:pt x="3352433" y="38527"/>
                  </a:lnTo>
                  <a:lnTo>
                    <a:pt x="3294701" y="35710"/>
                  </a:lnTo>
                  <a:lnTo>
                    <a:pt x="3236928" y="32871"/>
                  </a:lnTo>
                  <a:lnTo>
                    <a:pt x="3179184" y="30048"/>
                  </a:lnTo>
                  <a:lnTo>
                    <a:pt x="3121534" y="27279"/>
                  </a:lnTo>
                  <a:lnTo>
                    <a:pt x="3064001" y="24599"/>
                  </a:lnTo>
                  <a:lnTo>
                    <a:pt x="3006549" y="22038"/>
                  </a:lnTo>
                  <a:lnTo>
                    <a:pt x="2949060" y="19619"/>
                  </a:lnTo>
                  <a:lnTo>
                    <a:pt x="2891309" y="17360"/>
                  </a:lnTo>
                  <a:lnTo>
                    <a:pt x="2832947" y="15272"/>
                  </a:lnTo>
                  <a:lnTo>
                    <a:pt x="2773475" y="13358"/>
                  </a:lnTo>
                  <a:lnTo>
                    <a:pt x="2712211" y="11617"/>
                  </a:lnTo>
                  <a:lnTo>
                    <a:pt x="2702183" y="11354"/>
                  </a:lnTo>
                  <a:lnTo>
                    <a:pt x="2650248" y="10090"/>
                  </a:lnTo>
                  <a:lnTo>
                    <a:pt x="2595857" y="8935"/>
                  </a:lnTo>
                  <a:lnTo>
                    <a:pt x="2538322" y="7886"/>
                  </a:lnTo>
                  <a:lnTo>
                    <a:pt x="2476891" y="6936"/>
                  </a:lnTo>
                  <a:lnTo>
                    <a:pt x="2410783" y="6075"/>
                  </a:lnTo>
                  <a:lnTo>
                    <a:pt x="2339233" y="5294"/>
                  </a:lnTo>
                  <a:lnTo>
                    <a:pt x="2261543" y="4584"/>
                  </a:lnTo>
                  <a:lnTo>
                    <a:pt x="2177155" y="3938"/>
                  </a:lnTo>
                  <a:lnTo>
                    <a:pt x="2085737" y="3350"/>
                  </a:lnTo>
                  <a:lnTo>
                    <a:pt x="1987306" y="2813"/>
                  </a:lnTo>
                  <a:lnTo>
                    <a:pt x="1882370" y="2326"/>
                  </a:lnTo>
                  <a:lnTo>
                    <a:pt x="1772071" y="1886"/>
                  </a:lnTo>
                  <a:lnTo>
                    <a:pt x="1658310" y="1493"/>
                  </a:lnTo>
                  <a:lnTo>
                    <a:pt x="1543806" y="1146"/>
                  </a:lnTo>
                  <a:lnTo>
                    <a:pt x="1432025" y="849"/>
                  </a:lnTo>
                  <a:lnTo>
                    <a:pt x="1326934" y="600"/>
                  </a:lnTo>
                  <a:lnTo>
                    <a:pt x="1232579" y="400"/>
                  </a:lnTo>
                  <a:lnTo>
                    <a:pt x="1152510" y="247"/>
                  </a:lnTo>
                  <a:lnTo>
                    <a:pt x="1089198" y="138"/>
                  </a:lnTo>
                  <a:lnTo>
                    <a:pt x="1043557" y="66"/>
                  </a:lnTo>
                  <a:lnTo>
                    <a:pt x="1014715" y="25"/>
                  </a:lnTo>
                  <a:lnTo>
                    <a:pt x="1000028" y="6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78" name="pl777"/>
            <p:cNvSpPr/>
            <p:nvPr/>
          </p:nvSpPr>
          <p:spPr>
            <a:xfrm>
              <a:off x="1199187" y="1404325"/>
              <a:ext cx="12049831" cy="3285877"/>
            </a:xfrm>
            <a:custGeom>
              <a:avLst/>
              <a:pathLst>
                <a:path w="12049831" h="3285877">
                  <a:moveTo>
                    <a:pt x="0" y="0"/>
                  </a:moveTo>
                  <a:lnTo>
                    <a:pt x="994940" y="0"/>
                  </a:lnTo>
                  <a:lnTo>
                    <a:pt x="996076" y="1"/>
                  </a:lnTo>
                  <a:lnTo>
                    <a:pt x="1003575" y="10"/>
                  </a:lnTo>
                  <a:lnTo>
                    <a:pt x="1022580" y="36"/>
                  </a:lnTo>
                  <a:lnTo>
                    <a:pt x="1056805" y="86"/>
                  </a:lnTo>
                  <a:lnTo>
                    <a:pt x="1108322" y="170"/>
                  </a:lnTo>
                  <a:lnTo>
                    <a:pt x="1177398" y="293"/>
                  </a:lnTo>
                  <a:lnTo>
                    <a:pt x="1262562" y="461"/>
                  </a:lnTo>
                  <a:lnTo>
                    <a:pt x="1360922" y="677"/>
                  </a:lnTo>
                  <a:lnTo>
                    <a:pt x="1468696" y="942"/>
                  </a:lnTo>
                  <a:lnTo>
                    <a:pt x="1581806" y="1256"/>
                  </a:lnTo>
                  <a:lnTo>
                    <a:pt x="1696414" y="1618"/>
                  </a:lnTo>
                  <a:lnTo>
                    <a:pt x="1809284" y="2027"/>
                  </a:lnTo>
                  <a:lnTo>
                    <a:pt x="1917970" y="2483"/>
                  </a:lnTo>
                  <a:lnTo>
                    <a:pt x="2020833" y="2986"/>
                  </a:lnTo>
                  <a:lnTo>
                    <a:pt x="2116958" y="3540"/>
                  </a:lnTo>
                  <a:lnTo>
                    <a:pt x="2206018" y="4147"/>
                  </a:lnTo>
                  <a:lnTo>
                    <a:pt x="2288126" y="4813"/>
                  </a:lnTo>
                  <a:lnTo>
                    <a:pt x="2363701" y="5546"/>
                  </a:lnTo>
                  <a:lnTo>
                    <a:pt x="2433358" y="6352"/>
                  </a:lnTo>
                  <a:lnTo>
                    <a:pt x="2497822" y="7242"/>
                  </a:lnTo>
                  <a:lnTo>
                    <a:pt x="2557870" y="8224"/>
                  </a:lnTo>
                  <a:lnTo>
                    <a:pt x="2614277" y="9307"/>
                  </a:lnTo>
                  <a:lnTo>
                    <a:pt x="2667779" y="10498"/>
                  </a:lnTo>
                  <a:lnTo>
                    <a:pt x="2702183" y="11354"/>
                  </a:lnTo>
                  <a:lnTo>
                    <a:pt x="2763813" y="13068"/>
                  </a:lnTo>
                  <a:lnTo>
                    <a:pt x="2823520" y="14954"/>
                  </a:lnTo>
                  <a:lnTo>
                    <a:pt x="2882022" y="17014"/>
                  </a:lnTo>
                  <a:lnTo>
                    <a:pt x="2939844" y="19246"/>
                  </a:lnTo>
                  <a:lnTo>
                    <a:pt x="2997357" y="21640"/>
                  </a:lnTo>
                  <a:lnTo>
                    <a:pt x="3054804" y="24181"/>
                  </a:lnTo>
                  <a:lnTo>
                    <a:pt x="3112320" y="26844"/>
                  </a:lnTo>
                  <a:lnTo>
                    <a:pt x="3169952" y="29601"/>
                  </a:lnTo>
                  <a:lnTo>
                    <a:pt x="3227684" y="32417"/>
                  </a:lnTo>
                  <a:lnTo>
                    <a:pt x="3285457" y="35256"/>
                  </a:lnTo>
                  <a:lnTo>
                    <a:pt x="3343201" y="38079"/>
                  </a:lnTo>
                  <a:lnTo>
                    <a:pt x="3400851" y="40848"/>
                  </a:lnTo>
                  <a:lnTo>
                    <a:pt x="3458384" y="43528"/>
                  </a:lnTo>
                  <a:lnTo>
                    <a:pt x="3515836" y="46090"/>
                  </a:lnTo>
                  <a:lnTo>
                    <a:pt x="3573325" y="48508"/>
                  </a:lnTo>
                  <a:lnTo>
                    <a:pt x="3631076" y="50767"/>
                  </a:lnTo>
                  <a:lnTo>
                    <a:pt x="3689438" y="52856"/>
                  </a:lnTo>
                  <a:lnTo>
                    <a:pt x="3748910" y="54769"/>
                  </a:lnTo>
                  <a:lnTo>
                    <a:pt x="3810174" y="56510"/>
                  </a:lnTo>
                  <a:lnTo>
                    <a:pt x="3820202" y="56773"/>
                  </a:lnTo>
                  <a:lnTo>
                    <a:pt x="3872137" y="58038"/>
                  </a:lnTo>
                  <a:lnTo>
                    <a:pt x="3926528" y="59192"/>
                  </a:lnTo>
                  <a:lnTo>
                    <a:pt x="3984063" y="60241"/>
                  </a:lnTo>
                  <a:lnTo>
                    <a:pt x="4045494" y="61191"/>
                  </a:lnTo>
                  <a:lnTo>
                    <a:pt x="4111602" y="62052"/>
                  </a:lnTo>
                  <a:lnTo>
                    <a:pt x="4183152" y="62833"/>
                  </a:lnTo>
                  <a:lnTo>
                    <a:pt x="4260842" y="63543"/>
                  </a:lnTo>
                  <a:lnTo>
                    <a:pt x="4345230" y="64189"/>
                  </a:lnTo>
                  <a:lnTo>
                    <a:pt x="4436648" y="64778"/>
                  </a:lnTo>
                  <a:lnTo>
                    <a:pt x="4535079" y="65314"/>
                  </a:lnTo>
                  <a:lnTo>
                    <a:pt x="4640015" y="65801"/>
                  </a:lnTo>
                  <a:lnTo>
                    <a:pt x="4750314" y="66241"/>
                  </a:lnTo>
                  <a:lnTo>
                    <a:pt x="4864075" y="66635"/>
                  </a:lnTo>
                  <a:lnTo>
                    <a:pt x="4978579" y="66981"/>
                  </a:lnTo>
                  <a:lnTo>
                    <a:pt x="5090360" y="67279"/>
                  </a:lnTo>
                  <a:lnTo>
                    <a:pt x="5195451" y="67528"/>
                  </a:lnTo>
                  <a:lnTo>
                    <a:pt x="5289806" y="67728"/>
                  </a:lnTo>
                  <a:lnTo>
                    <a:pt x="5369875" y="67880"/>
                  </a:lnTo>
                  <a:lnTo>
                    <a:pt x="5433187" y="67990"/>
                  </a:lnTo>
                  <a:lnTo>
                    <a:pt x="5478828" y="68061"/>
                  </a:lnTo>
                  <a:lnTo>
                    <a:pt x="5507670" y="68102"/>
                  </a:lnTo>
                  <a:lnTo>
                    <a:pt x="5522357" y="68122"/>
                  </a:lnTo>
                  <a:lnTo>
                    <a:pt x="5527102" y="68127"/>
                  </a:lnTo>
                  <a:lnTo>
                    <a:pt x="5527445" y="68128"/>
                  </a:lnTo>
                  <a:lnTo>
                    <a:pt x="6522385" y="68128"/>
                  </a:lnTo>
                  <a:lnTo>
                    <a:pt x="6523446" y="68185"/>
                  </a:lnTo>
                  <a:lnTo>
                    <a:pt x="6530452" y="68593"/>
                  </a:lnTo>
                  <a:lnTo>
                    <a:pt x="6548241" y="69719"/>
                  </a:lnTo>
                  <a:lnTo>
                    <a:pt x="6580359" y="71938"/>
                  </a:lnTo>
                  <a:lnTo>
                    <a:pt x="6628868" y="75610"/>
                  </a:lnTo>
                  <a:lnTo>
                    <a:pt x="6694195" y="81044"/>
                  </a:lnTo>
                  <a:lnTo>
                    <a:pt x="6775163" y="88476"/>
                  </a:lnTo>
                  <a:lnTo>
                    <a:pt x="6869247" y="98055"/>
                  </a:lnTo>
                  <a:lnTo>
                    <a:pt x="6973022" y="109843"/>
                  </a:lnTo>
                  <a:lnTo>
                    <a:pt x="7082697" y="123837"/>
                  </a:lnTo>
                  <a:lnTo>
                    <a:pt x="7194609" y="140001"/>
                  </a:lnTo>
                  <a:lnTo>
                    <a:pt x="7305582" y="158289"/>
                  </a:lnTo>
                  <a:lnTo>
                    <a:pt x="7413132" y="178682"/>
                  </a:lnTo>
                  <a:lnTo>
                    <a:pt x="7515518" y="201204"/>
                  </a:lnTo>
                  <a:lnTo>
                    <a:pt x="7611689" y="225937"/>
                  </a:lnTo>
                  <a:lnTo>
                    <a:pt x="7701172" y="253028"/>
                  </a:lnTo>
                  <a:lnTo>
                    <a:pt x="7783940" y="282689"/>
                  </a:lnTo>
                  <a:lnTo>
                    <a:pt x="7860290" y="315197"/>
                  </a:lnTo>
                  <a:lnTo>
                    <a:pt x="7930729" y="350887"/>
                  </a:lnTo>
                  <a:lnTo>
                    <a:pt x="7995900" y="390140"/>
                  </a:lnTo>
                  <a:lnTo>
                    <a:pt x="8056511" y="433364"/>
                  </a:lnTo>
                  <a:lnTo>
                    <a:pt x="8113289" y="480961"/>
                  </a:lnTo>
                  <a:lnTo>
                    <a:pt x="8166945" y="533281"/>
                  </a:lnTo>
                  <a:lnTo>
                    <a:pt x="8218132" y="590535"/>
                  </a:lnTo>
                  <a:lnTo>
                    <a:pt x="8229629" y="604419"/>
                  </a:lnTo>
                  <a:lnTo>
                    <a:pt x="8271794" y="658594"/>
                  </a:lnTo>
                  <a:lnTo>
                    <a:pt x="8312946" y="716492"/>
                  </a:lnTo>
                  <a:lnTo>
                    <a:pt x="8353345" y="778188"/>
                  </a:lnTo>
                  <a:lnTo>
                    <a:pt x="8393202" y="843707"/>
                  </a:lnTo>
                  <a:lnTo>
                    <a:pt x="8432687" y="913015"/>
                  </a:lnTo>
                  <a:lnTo>
                    <a:pt x="8471938" y="986013"/>
                  </a:lnTo>
                  <a:lnTo>
                    <a:pt x="8511059" y="1062538"/>
                  </a:lnTo>
                  <a:lnTo>
                    <a:pt x="8550131" y="1142355"/>
                  </a:lnTo>
                  <a:lnTo>
                    <a:pt x="8589206" y="1225163"/>
                  </a:lnTo>
                  <a:lnTo>
                    <a:pt x="8628320" y="1310591"/>
                  </a:lnTo>
                  <a:lnTo>
                    <a:pt x="8667487" y="1398210"/>
                  </a:lnTo>
                  <a:lnTo>
                    <a:pt x="8706709" y="1487535"/>
                  </a:lnTo>
                  <a:lnTo>
                    <a:pt x="8745975" y="1578040"/>
                  </a:lnTo>
                  <a:lnTo>
                    <a:pt x="8785265" y="1669168"/>
                  </a:lnTo>
                  <a:lnTo>
                    <a:pt x="8824557" y="1760346"/>
                  </a:lnTo>
                  <a:lnTo>
                    <a:pt x="8863828" y="1850999"/>
                  </a:lnTo>
                  <a:lnTo>
                    <a:pt x="8903058" y="1940565"/>
                  </a:lnTo>
                  <a:lnTo>
                    <a:pt x="8942235" y="2028513"/>
                  </a:lnTo>
                  <a:lnTo>
                    <a:pt x="8981358" y="2114349"/>
                  </a:lnTo>
                  <a:lnTo>
                    <a:pt x="9020438" y="2197635"/>
                  </a:lnTo>
                  <a:lnTo>
                    <a:pt x="9059507" y="2277989"/>
                  </a:lnTo>
                  <a:lnTo>
                    <a:pt x="9098615" y="2355098"/>
                  </a:lnTo>
                  <a:lnTo>
                    <a:pt x="9137836" y="2428715"/>
                  </a:lnTo>
                  <a:lnTo>
                    <a:pt x="9177273" y="2498665"/>
                  </a:lnTo>
                  <a:lnTo>
                    <a:pt x="9217054" y="2564839"/>
                  </a:lnTo>
                  <a:lnTo>
                    <a:pt x="9257346" y="2627191"/>
                  </a:lnTo>
                  <a:lnTo>
                    <a:pt x="9298353" y="2685737"/>
                  </a:lnTo>
                  <a:lnTo>
                    <a:pt x="9340323" y="2740544"/>
                  </a:lnTo>
                  <a:lnTo>
                    <a:pt x="9347647" y="2749586"/>
                  </a:lnTo>
                  <a:lnTo>
                    <a:pt x="9398350" y="2807983"/>
                  </a:lnTo>
                  <a:lnTo>
                    <a:pt x="9451382" y="2861427"/>
                  </a:lnTo>
                  <a:lnTo>
                    <a:pt x="9507380" y="2910084"/>
                  </a:lnTo>
                  <a:lnTo>
                    <a:pt x="9567043" y="2954280"/>
                  </a:lnTo>
                  <a:lnTo>
                    <a:pt x="9631100" y="2994410"/>
                  </a:lnTo>
                  <a:lnTo>
                    <a:pt x="9700267" y="3030886"/>
                  </a:lnTo>
                  <a:lnTo>
                    <a:pt x="9775204" y="3064095"/>
                  </a:lnTo>
                  <a:lnTo>
                    <a:pt x="9856460" y="3094385"/>
                  </a:lnTo>
                  <a:lnTo>
                    <a:pt x="9944385" y="3122046"/>
                  </a:lnTo>
                  <a:lnTo>
                    <a:pt x="10039040" y="3147307"/>
                  </a:lnTo>
                  <a:lnTo>
                    <a:pt x="10140065" y="3170328"/>
                  </a:lnTo>
                  <a:lnTo>
                    <a:pt x="10246554" y="3191207"/>
                  </a:lnTo>
                  <a:lnTo>
                    <a:pt x="10356932" y="3209981"/>
                  </a:lnTo>
                  <a:lnTo>
                    <a:pt x="10468886" y="3226636"/>
                  </a:lnTo>
                  <a:lnTo>
                    <a:pt x="10579388" y="3241135"/>
                  </a:lnTo>
                  <a:lnTo>
                    <a:pt x="10684860" y="3253433"/>
                  </a:lnTo>
                  <a:lnTo>
                    <a:pt x="10781500" y="3263517"/>
                  </a:lnTo>
                  <a:lnTo>
                    <a:pt x="10865752" y="3271433"/>
                  </a:lnTo>
                  <a:lnTo>
                    <a:pt x="10934840" y="3277310"/>
                  </a:lnTo>
                  <a:lnTo>
                    <a:pt x="10987244" y="3281362"/>
                  </a:lnTo>
                  <a:lnTo>
                    <a:pt x="11023011" y="3283886"/>
                  </a:lnTo>
                  <a:lnTo>
                    <a:pt x="11043835" y="3285230"/>
                  </a:lnTo>
                  <a:lnTo>
                    <a:pt x="11052940" y="3285770"/>
                  </a:lnTo>
                  <a:lnTo>
                    <a:pt x="11054878" y="3285876"/>
                  </a:lnTo>
                  <a:lnTo>
                    <a:pt x="11054891" y="3285877"/>
                  </a:lnTo>
                  <a:lnTo>
                    <a:pt x="12049831" y="3285877"/>
                  </a:lnTo>
                  <a:lnTo>
                    <a:pt x="12049831" y="32858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9" name="pl778"/>
            <p:cNvSpPr/>
            <p:nvPr/>
          </p:nvSpPr>
          <p:spPr>
            <a:xfrm>
              <a:off x="1199187" y="1357159"/>
              <a:ext cx="12049831" cy="3285877"/>
            </a:xfrm>
            <a:custGeom>
              <a:avLst/>
              <a:pathLst>
                <a:path w="12049831" h="3285877">
                  <a:moveTo>
                    <a:pt x="12049831" y="3285877"/>
                  </a:moveTo>
                  <a:lnTo>
                    <a:pt x="11054891" y="3285877"/>
                  </a:lnTo>
                  <a:lnTo>
                    <a:pt x="11053831" y="3285820"/>
                  </a:lnTo>
                  <a:lnTo>
                    <a:pt x="11046824" y="3285412"/>
                  </a:lnTo>
                  <a:lnTo>
                    <a:pt x="11029036" y="3284286"/>
                  </a:lnTo>
                  <a:lnTo>
                    <a:pt x="10996918" y="3282066"/>
                  </a:lnTo>
                  <a:lnTo>
                    <a:pt x="10948409" y="3278395"/>
                  </a:lnTo>
                  <a:lnTo>
                    <a:pt x="10883081" y="3272961"/>
                  </a:lnTo>
                  <a:lnTo>
                    <a:pt x="10802113" y="3265528"/>
                  </a:lnTo>
                  <a:lnTo>
                    <a:pt x="10708030" y="3255950"/>
                  </a:lnTo>
                  <a:lnTo>
                    <a:pt x="10604255" y="3244162"/>
                  </a:lnTo>
                  <a:lnTo>
                    <a:pt x="10494579" y="3230167"/>
                  </a:lnTo>
                  <a:lnTo>
                    <a:pt x="10382667" y="3214004"/>
                  </a:lnTo>
                  <a:lnTo>
                    <a:pt x="10271694" y="3195716"/>
                  </a:lnTo>
                  <a:lnTo>
                    <a:pt x="10164144" y="3175323"/>
                  </a:lnTo>
                  <a:lnTo>
                    <a:pt x="10061758" y="3152801"/>
                  </a:lnTo>
                  <a:lnTo>
                    <a:pt x="9965588" y="3128068"/>
                  </a:lnTo>
                  <a:lnTo>
                    <a:pt x="9876105" y="3100977"/>
                  </a:lnTo>
                  <a:lnTo>
                    <a:pt x="9793336" y="3071316"/>
                  </a:lnTo>
                  <a:lnTo>
                    <a:pt x="9716987" y="3038808"/>
                  </a:lnTo>
                  <a:lnTo>
                    <a:pt x="9646547" y="3003117"/>
                  </a:lnTo>
                  <a:lnTo>
                    <a:pt x="9581376" y="2963864"/>
                  </a:lnTo>
                  <a:lnTo>
                    <a:pt x="9520765" y="2920641"/>
                  </a:lnTo>
                  <a:lnTo>
                    <a:pt x="9463987" y="2873044"/>
                  </a:lnTo>
                  <a:lnTo>
                    <a:pt x="9410332" y="2820724"/>
                  </a:lnTo>
                  <a:lnTo>
                    <a:pt x="9359145" y="2763470"/>
                  </a:lnTo>
                  <a:lnTo>
                    <a:pt x="9347647" y="2749586"/>
                  </a:lnTo>
                  <a:lnTo>
                    <a:pt x="9305483" y="2695411"/>
                  </a:lnTo>
                  <a:lnTo>
                    <a:pt x="9264330" y="2637513"/>
                  </a:lnTo>
                  <a:lnTo>
                    <a:pt x="9223931" y="2575817"/>
                  </a:lnTo>
                  <a:lnTo>
                    <a:pt x="9184074" y="2510298"/>
                  </a:lnTo>
                  <a:lnTo>
                    <a:pt x="9144589" y="2440990"/>
                  </a:lnTo>
                  <a:lnTo>
                    <a:pt x="9105339" y="2367992"/>
                  </a:lnTo>
                  <a:lnTo>
                    <a:pt x="9066217" y="2291467"/>
                  </a:lnTo>
                  <a:lnTo>
                    <a:pt x="9027146" y="2211650"/>
                  </a:lnTo>
                  <a:lnTo>
                    <a:pt x="8988070" y="2128842"/>
                  </a:lnTo>
                  <a:lnTo>
                    <a:pt x="8948956" y="2043414"/>
                  </a:lnTo>
                  <a:lnTo>
                    <a:pt x="8909789" y="1955795"/>
                  </a:lnTo>
                  <a:lnTo>
                    <a:pt x="8870567" y="1866470"/>
                  </a:lnTo>
                  <a:lnTo>
                    <a:pt x="8831302" y="1775964"/>
                  </a:lnTo>
                  <a:lnTo>
                    <a:pt x="8792012" y="1684836"/>
                  </a:lnTo>
                  <a:lnTo>
                    <a:pt x="8752720" y="1593659"/>
                  </a:lnTo>
                  <a:lnTo>
                    <a:pt x="8713448" y="1503006"/>
                  </a:lnTo>
                  <a:lnTo>
                    <a:pt x="8674218" y="1413440"/>
                  </a:lnTo>
                  <a:lnTo>
                    <a:pt x="8635041" y="1325492"/>
                  </a:lnTo>
                  <a:lnTo>
                    <a:pt x="8595919" y="1239656"/>
                  </a:lnTo>
                  <a:lnTo>
                    <a:pt x="8556838" y="1156370"/>
                  </a:lnTo>
                  <a:lnTo>
                    <a:pt x="8517770" y="1076016"/>
                  </a:lnTo>
                  <a:lnTo>
                    <a:pt x="8478662" y="998907"/>
                  </a:lnTo>
                  <a:lnTo>
                    <a:pt x="8439440" y="925290"/>
                  </a:lnTo>
                  <a:lnTo>
                    <a:pt x="8400004" y="855340"/>
                  </a:lnTo>
                  <a:lnTo>
                    <a:pt x="8360222" y="789166"/>
                  </a:lnTo>
                  <a:lnTo>
                    <a:pt x="8319930" y="726813"/>
                  </a:lnTo>
                  <a:lnTo>
                    <a:pt x="8278924" y="668268"/>
                  </a:lnTo>
                  <a:lnTo>
                    <a:pt x="8236954" y="613461"/>
                  </a:lnTo>
                  <a:lnTo>
                    <a:pt x="8229629" y="604419"/>
                  </a:lnTo>
                  <a:lnTo>
                    <a:pt x="8178926" y="546022"/>
                  </a:lnTo>
                  <a:lnTo>
                    <a:pt x="8125895" y="492578"/>
                  </a:lnTo>
                  <a:lnTo>
                    <a:pt x="8069897" y="443921"/>
                  </a:lnTo>
                  <a:lnTo>
                    <a:pt x="8010233" y="399725"/>
                  </a:lnTo>
                  <a:lnTo>
                    <a:pt x="7946176" y="359595"/>
                  </a:lnTo>
                  <a:lnTo>
                    <a:pt x="7877010" y="323119"/>
                  </a:lnTo>
                  <a:lnTo>
                    <a:pt x="7802072" y="289910"/>
                  </a:lnTo>
                  <a:lnTo>
                    <a:pt x="7720817" y="259620"/>
                  </a:lnTo>
                  <a:lnTo>
                    <a:pt x="7632891" y="231959"/>
                  </a:lnTo>
                  <a:lnTo>
                    <a:pt x="7538236" y="206698"/>
                  </a:lnTo>
                  <a:lnTo>
                    <a:pt x="7437211" y="183677"/>
                  </a:lnTo>
                  <a:lnTo>
                    <a:pt x="7330723" y="162798"/>
                  </a:lnTo>
                  <a:lnTo>
                    <a:pt x="7220345" y="144024"/>
                  </a:lnTo>
                  <a:lnTo>
                    <a:pt x="7108391" y="127368"/>
                  </a:lnTo>
                  <a:lnTo>
                    <a:pt x="6997888" y="112870"/>
                  </a:lnTo>
                  <a:lnTo>
                    <a:pt x="6892416" y="100572"/>
                  </a:lnTo>
                  <a:lnTo>
                    <a:pt x="6795776" y="90488"/>
                  </a:lnTo>
                  <a:lnTo>
                    <a:pt x="6711524" y="82572"/>
                  </a:lnTo>
                  <a:lnTo>
                    <a:pt x="6642436" y="76695"/>
                  </a:lnTo>
                  <a:lnTo>
                    <a:pt x="6590033" y="72643"/>
                  </a:lnTo>
                  <a:lnTo>
                    <a:pt x="6554266" y="70119"/>
                  </a:lnTo>
                  <a:lnTo>
                    <a:pt x="6533442" y="68775"/>
                  </a:lnTo>
                  <a:lnTo>
                    <a:pt x="6524337" y="68235"/>
                  </a:lnTo>
                  <a:lnTo>
                    <a:pt x="6522399" y="68128"/>
                  </a:lnTo>
                  <a:lnTo>
                    <a:pt x="6522385" y="68128"/>
                  </a:lnTo>
                  <a:lnTo>
                    <a:pt x="5527445" y="68128"/>
                  </a:lnTo>
                  <a:lnTo>
                    <a:pt x="5526309" y="68126"/>
                  </a:lnTo>
                  <a:lnTo>
                    <a:pt x="5518810" y="68117"/>
                  </a:lnTo>
                  <a:lnTo>
                    <a:pt x="5499805" y="68092"/>
                  </a:lnTo>
                  <a:lnTo>
                    <a:pt x="5465580" y="68041"/>
                  </a:lnTo>
                  <a:lnTo>
                    <a:pt x="5414063" y="67958"/>
                  </a:lnTo>
                  <a:lnTo>
                    <a:pt x="5344987" y="67834"/>
                  </a:lnTo>
                  <a:lnTo>
                    <a:pt x="5259823" y="67666"/>
                  </a:lnTo>
                  <a:lnTo>
                    <a:pt x="5161463" y="67450"/>
                  </a:lnTo>
                  <a:lnTo>
                    <a:pt x="5053689" y="67185"/>
                  </a:lnTo>
                  <a:lnTo>
                    <a:pt x="4940579" y="66871"/>
                  </a:lnTo>
                  <a:lnTo>
                    <a:pt x="4825971" y="66509"/>
                  </a:lnTo>
                  <a:lnTo>
                    <a:pt x="4713101" y="66100"/>
                  </a:lnTo>
                  <a:lnTo>
                    <a:pt x="4604415" y="65644"/>
                  </a:lnTo>
                  <a:lnTo>
                    <a:pt x="4501552" y="65141"/>
                  </a:lnTo>
                  <a:lnTo>
                    <a:pt x="4405427" y="64588"/>
                  </a:lnTo>
                  <a:lnTo>
                    <a:pt x="4316367" y="63981"/>
                  </a:lnTo>
                  <a:lnTo>
                    <a:pt x="4234259" y="63314"/>
                  </a:lnTo>
                  <a:lnTo>
                    <a:pt x="4158684" y="62582"/>
                  </a:lnTo>
                  <a:lnTo>
                    <a:pt x="4089027" y="61775"/>
                  </a:lnTo>
                  <a:lnTo>
                    <a:pt x="4024563" y="60885"/>
                  </a:lnTo>
                  <a:lnTo>
                    <a:pt x="3964515" y="59903"/>
                  </a:lnTo>
                  <a:lnTo>
                    <a:pt x="3908108" y="58820"/>
                  </a:lnTo>
                  <a:lnTo>
                    <a:pt x="3854606" y="57629"/>
                  </a:lnTo>
                  <a:lnTo>
                    <a:pt x="3820202" y="56773"/>
                  </a:lnTo>
                  <a:lnTo>
                    <a:pt x="3758572" y="55059"/>
                  </a:lnTo>
                  <a:lnTo>
                    <a:pt x="3698865" y="53174"/>
                  </a:lnTo>
                  <a:lnTo>
                    <a:pt x="3640363" y="51113"/>
                  </a:lnTo>
                  <a:lnTo>
                    <a:pt x="3582541" y="48881"/>
                  </a:lnTo>
                  <a:lnTo>
                    <a:pt x="3525028" y="46487"/>
                  </a:lnTo>
                  <a:lnTo>
                    <a:pt x="3467581" y="43947"/>
                  </a:lnTo>
                  <a:lnTo>
                    <a:pt x="3410065" y="41284"/>
                  </a:lnTo>
                  <a:lnTo>
                    <a:pt x="3352433" y="38527"/>
                  </a:lnTo>
                  <a:lnTo>
                    <a:pt x="3294701" y="35710"/>
                  </a:lnTo>
                  <a:lnTo>
                    <a:pt x="3236928" y="32871"/>
                  </a:lnTo>
                  <a:lnTo>
                    <a:pt x="3179184" y="30048"/>
                  </a:lnTo>
                  <a:lnTo>
                    <a:pt x="3121534" y="27279"/>
                  </a:lnTo>
                  <a:lnTo>
                    <a:pt x="3064001" y="24599"/>
                  </a:lnTo>
                  <a:lnTo>
                    <a:pt x="3006549" y="22038"/>
                  </a:lnTo>
                  <a:lnTo>
                    <a:pt x="2949060" y="19619"/>
                  </a:lnTo>
                  <a:lnTo>
                    <a:pt x="2891309" y="17360"/>
                  </a:lnTo>
                  <a:lnTo>
                    <a:pt x="2832947" y="15272"/>
                  </a:lnTo>
                  <a:lnTo>
                    <a:pt x="2773475" y="13358"/>
                  </a:lnTo>
                  <a:lnTo>
                    <a:pt x="2712211" y="11617"/>
                  </a:lnTo>
                  <a:lnTo>
                    <a:pt x="2702183" y="11354"/>
                  </a:lnTo>
                  <a:lnTo>
                    <a:pt x="2650248" y="10090"/>
                  </a:lnTo>
                  <a:lnTo>
                    <a:pt x="2595857" y="8935"/>
                  </a:lnTo>
                  <a:lnTo>
                    <a:pt x="2538322" y="7886"/>
                  </a:lnTo>
                  <a:lnTo>
                    <a:pt x="2476891" y="6936"/>
                  </a:lnTo>
                  <a:lnTo>
                    <a:pt x="2410783" y="6075"/>
                  </a:lnTo>
                  <a:lnTo>
                    <a:pt x="2339233" y="5294"/>
                  </a:lnTo>
                  <a:lnTo>
                    <a:pt x="2261543" y="4584"/>
                  </a:lnTo>
                  <a:lnTo>
                    <a:pt x="2177155" y="3938"/>
                  </a:lnTo>
                  <a:lnTo>
                    <a:pt x="2085737" y="3350"/>
                  </a:lnTo>
                  <a:lnTo>
                    <a:pt x="1987306" y="2813"/>
                  </a:lnTo>
                  <a:lnTo>
                    <a:pt x="1882370" y="2326"/>
                  </a:lnTo>
                  <a:lnTo>
                    <a:pt x="1772071" y="1886"/>
                  </a:lnTo>
                  <a:lnTo>
                    <a:pt x="1658310" y="1493"/>
                  </a:lnTo>
                  <a:lnTo>
                    <a:pt x="1543806" y="1146"/>
                  </a:lnTo>
                  <a:lnTo>
                    <a:pt x="1432025" y="849"/>
                  </a:lnTo>
                  <a:lnTo>
                    <a:pt x="1326934" y="600"/>
                  </a:lnTo>
                  <a:lnTo>
                    <a:pt x="1232579" y="400"/>
                  </a:lnTo>
                  <a:lnTo>
                    <a:pt x="1152510" y="247"/>
                  </a:lnTo>
                  <a:lnTo>
                    <a:pt x="1089198" y="138"/>
                  </a:lnTo>
                  <a:lnTo>
                    <a:pt x="1043557" y="66"/>
                  </a:lnTo>
                  <a:lnTo>
                    <a:pt x="1014715" y="25"/>
                  </a:lnTo>
                  <a:lnTo>
                    <a:pt x="1000028" y="6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0" name="pg779"/>
            <p:cNvSpPr/>
            <p:nvPr/>
          </p:nvSpPr>
          <p:spPr>
            <a:xfrm>
              <a:off x="1199187" y="1404325"/>
              <a:ext cx="12049831" cy="3705128"/>
            </a:xfrm>
            <a:custGeom>
              <a:avLst/>
              <a:pathLst>
                <a:path w="12049831" h="3705128">
                  <a:moveTo>
                    <a:pt x="0" y="10481"/>
                  </a:moveTo>
                  <a:lnTo>
                    <a:pt x="994940" y="10481"/>
                  </a:lnTo>
                  <a:lnTo>
                    <a:pt x="996076" y="10483"/>
                  </a:lnTo>
                  <a:lnTo>
                    <a:pt x="1003575" y="10495"/>
                  </a:lnTo>
                  <a:lnTo>
                    <a:pt x="1022579" y="10531"/>
                  </a:lnTo>
                  <a:lnTo>
                    <a:pt x="1056803" y="10601"/>
                  </a:lnTo>
                  <a:lnTo>
                    <a:pt x="1108318" y="10716"/>
                  </a:lnTo>
                  <a:lnTo>
                    <a:pt x="1177393" y="10887"/>
                  </a:lnTo>
                  <a:lnTo>
                    <a:pt x="1262555" y="11120"/>
                  </a:lnTo>
                  <a:lnTo>
                    <a:pt x="1360914" y="11419"/>
                  </a:lnTo>
                  <a:lnTo>
                    <a:pt x="1468685" y="11786"/>
                  </a:lnTo>
                  <a:lnTo>
                    <a:pt x="1581794" y="12221"/>
                  </a:lnTo>
                  <a:lnTo>
                    <a:pt x="1696401" y="12722"/>
                  </a:lnTo>
                  <a:lnTo>
                    <a:pt x="1809270" y="13288"/>
                  </a:lnTo>
                  <a:lnTo>
                    <a:pt x="1917956" y="13919"/>
                  </a:lnTo>
                  <a:lnTo>
                    <a:pt x="2020819" y="14616"/>
                  </a:lnTo>
                  <a:lnTo>
                    <a:pt x="2116944" y="15382"/>
                  </a:lnTo>
                  <a:lnTo>
                    <a:pt x="2206004" y="16223"/>
                  </a:lnTo>
                  <a:lnTo>
                    <a:pt x="2288112" y="17146"/>
                  </a:lnTo>
                  <a:lnTo>
                    <a:pt x="2363688" y="18160"/>
                  </a:lnTo>
                  <a:lnTo>
                    <a:pt x="2433345" y="19277"/>
                  </a:lnTo>
                  <a:lnTo>
                    <a:pt x="2497810" y="20508"/>
                  </a:lnTo>
                  <a:lnTo>
                    <a:pt x="2557858" y="21868"/>
                  </a:lnTo>
                  <a:lnTo>
                    <a:pt x="2614265" y="23368"/>
                  </a:lnTo>
                  <a:lnTo>
                    <a:pt x="2667767" y="25017"/>
                  </a:lnTo>
                  <a:lnTo>
                    <a:pt x="2702183" y="26203"/>
                  </a:lnTo>
                  <a:lnTo>
                    <a:pt x="2763790" y="28574"/>
                  </a:lnTo>
                  <a:lnTo>
                    <a:pt x="2823476" y="31184"/>
                  </a:lnTo>
                  <a:lnTo>
                    <a:pt x="2881956" y="34036"/>
                  </a:lnTo>
                  <a:lnTo>
                    <a:pt x="2939757" y="37125"/>
                  </a:lnTo>
                  <a:lnTo>
                    <a:pt x="2997249" y="40439"/>
                  </a:lnTo>
                  <a:lnTo>
                    <a:pt x="3054674" y="43954"/>
                  </a:lnTo>
                  <a:lnTo>
                    <a:pt x="3112168" y="47640"/>
                  </a:lnTo>
                  <a:lnTo>
                    <a:pt x="3169778" y="51455"/>
                  </a:lnTo>
                  <a:lnTo>
                    <a:pt x="3227487" y="55354"/>
                  </a:lnTo>
                  <a:lnTo>
                    <a:pt x="3285239" y="59283"/>
                  </a:lnTo>
                  <a:lnTo>
                    <a:pt x="3342961" y="63190"/>
                  </a:lnTo>
                  <a:lnTo>
                    <a:pt x="3400590" y="67023"/>
                  </a:lnTo>
                  <a:lnTo>
                    <a:pt x="3458102" y="70733"/>
                  </a:lnTo>
                  <a:lnTo>
                    <a:pt x="3515532" y="74280"/>
                  </a:lnTo>
                  <a:lnTo>
                    <a:pt x="3572999" y="77629"/>
                  </a:lnTo>
                  <a:lnTo>
                    <a:pt x="3630726" y="80757"/>
                  </a:lnTo>
                  <a:lnTo>
                    <a:pt x="3689061" y="83648"/>
                  </a:lnTo>
                  <a:lnTo>
                    <a:pt x="3748501" y="86299"/>
                  </a:lnTo>
                  <a:lnTo>
                    <a:pt x="3809727" y="88710"/>
                  </a:lnTo>
                  <a:lnTo>
                    <a:pt x="3820202" y="89090"/>
                  </a:lnTo>
                  <a:lnTo>
                    <a:pt x="3872136" y="90841"/>
                  </a:lnTo>
                  <a:lnTo>
                    <a:pt x="3926527" y="92440"/>
                  </a:lnTo>
                  <a:lnTo>
                    <a:pt x="3984061" y="93892"/>
                  </a:lnTo>
                  <a:lnTo>
                    <a:pt x="4045491" y="95208"/>
                  </a:lnTo>
                  <a:lnTo>
                    <a:pt x="4111598" y="96400"/>
                  </a:lnTo>
                  <a:lnTo>
                    <a:pt x="4183148" y="97481"/>
                  </a:lnTo>
                  <a:lnTo>
                    <a:pt x="4260836" y="98464"/>
                  </a:lnTo>
                  <a:lnTo>
                    <a:pt x="4345223" y="99358"/>
                  </a:lnTo>
                  <a:lnTo>
                    <a:pt x="4436640" y="100174"/>
                  </a:lnTo>
                  <a:lnTo>
                    <a:pt x="4535068" y="100916"/>
                  </a:lnTo>
                  <a:lnTo>
                    <a:pt x="4640003" y="101591"/>
                  </a:lnTo>
                  <a:lnTo>
                    <a:pt x="4750301" y="102200"/>
                  </a:lnTo>
                  <a:lnTo>
                    <a:pt x="4864060" y="102745"/>
                  </a:lnTo>
                  <a:lnTo>
                    <a:pt x="4978563" y="103224"/>
                  </a:lnTo>
                  <a:lnTo>
                    <a:pt x="5090344" y="103637"/>
                  </a:lnTo>
                  <a:lnTo>
                    <a:pt x="5195434" y="103981"/>
                  </a:lnTo>
                  <a:lnTo>
                    <a:pt x="5289791" y="104258"/>
                  </a:lnTo>
                  <a:lnTo>
                    <a:pt x="5369862" y="104470"/>
                  </a:lnTo>
                  <a:lnTo>
                    <a:pt x="5433177" y="104621"/>
                  </a:lnTo>
                  <a:lnTo>
                    <a:pt x="5478820" y="104720"/>
                  </a:lnTo>
                  <a:lnTo>
                    <a:pt x="5507666" y="104777"/>
                  </a:lnTo>
                  <a:lnTo>
                    <a:pt x="5522355" y="104804"/>
                  </a:lnTo>
                  <a:lnTo>
                    <a:pt x="5527102" y="104812"/>
                  </a:lnTo>
                  <a:lnTo>
                    <a:pt x="5527445" y="104812"/>
                  </a:lnTo>
                  <a:lnTo>
                    <a:pt x="6522385" y="104812"/>
                  </a:lnTo>
                  <a:lnTo>
                    <a:pt x="6523428" y="104875"/>
                  </a:lnTo>
                  <a:lnTo>
                    <a:pt x="6530323" y="105324"/>
                  </a:lnTo>
                  <a:lnTo>
                    <a:pt x="6547833" y="106562"/>
                  </a:lnTo>
                  <a:lnTo>
                    <a:pt x="6579468" y="109004"/>
                  </a:lnTo>
                  <a:lnTo>
                    <a:pt x="6627285" y="113044"/>
                  </a:lnTo>
                  <a:lnTo>
                    <a:pt x="6691746" y="119026"/>
                  </a:lnTo>
                  <a:lnTo>
                    <a:pt x="6771736" y="127211"/>
                  </a:lnTo>
                  <a:lnTo>
                    <a:pt x="6864814" y="137767"/>
                  </a:lnTo>
                  <a:lnTo>
                    <a:pt x="6967639" y="150765"/>
                  </a:lnTo>
                  <a:lnTo>
                    <a:pt x="7076489" y="166207"/>
                  </a:lnTo>
                  <a:lnTo>
                    <a:pt x="7187741" y="184052"/>
                  </a:lnTo>
                  <a:lnTo>
                    <a:pt x="7298238" y="204250"/>
                  </a:lnTo>
                  <a:lnTo>
                    <a:pt x="7405490" y="226776"/>
                  </a:lnTo>
                  <a:lnTo>
                    <a:pt x="7507737" y="251655"/>
                  </a:lnTo>
                  <a:lnTo>
                    <a:pt x="7603896" y="278970"/>
                  </a:lnTo>
                  <a:lnTo>
                    <a:pt x="7693461" y="308877"/>
                  </a:lnTo>
                  <a:lnTo>
                    <a:pt x="7776374" y="341605"/>
                  </a:lnTo>
                  <a:lnTo>
                    <a:pt x="7852901" y="377450"/>
                  </a:lnTo>
                  <a:lnTo>
                    <a:pt x="7923526" y="416777"/>
                  </a:lnTo>
                  <a:lnTo>
                    <a:pt x="7988870" y="459999"/>
                  </a:lnTo>
                  <a:lnTo>
                    <a:pt x="8049624" y="507563"/>
                  </a:lnTo>
                  <a:lnTo>
                    <a:pt x="8106504" y="559916"/>
                  </a:lnTo>
                  <a:lnTo>
                    <a:pt x="8160212" y="617452"/>
                  </a:lnTo>
                  <a:lnTo>
                    <a:pt x="8211401" y="680432"/>
                  </a:lnTo>
                  <a:lnTo>
                    <a:pt x="8229629" y="704865"/>
                  </a:lnTo>
                  <a:lnTo>
                    <a:pt x="8269954" y="762715"/>
                  </a:lnTo>
                  <a:lnTo>
                    <a:pt x="8309344" y="824367"/>
                  </a:lnTo>
                  <a:lnTo>
                    <a:pt x="8348026" y="889898"/>
                  </a:lnTo>
                  <a:lnTo>
                    <a:pt x="8386190" y="959337"/>
                  </a:lnTo>
                  <a:lnTo>
                    <a:pt x="8423990" y="1032659"/>
                  </a:lnTo>
                  <a:lnTo>
                    <a:pt x="8461550" y="1109783"/>
                  </a:lnTo>
                  <a:lnTo>
                    <a:pt x="8498969" y="1190563"/>
                  </a:lnTo>
                  <a:lnTo>
                    <a:pt x="8536323" y="1274791"/>
                  </a:lnTo>
                  <a:lnTo>
                    <a:pt x="8573666" y="1362193"/>
                  </a:lnTo>
                  <a:lnTo>
                    <a:pt x="8611033" y="1452433"/>
                  </a:lnTo>
                  <a:lnTo>
                    <a:pt x="8648446" y="1545114"/>
                  </a:lnTo>
                  <a:lnTo>
                    <a:pt x="8685909" y="1639786"/>
                  </a:lnTo>
                  <a:lnTo>
                    <a:pt x="8723418" y="1735955"/>
                  </a:lnTo>
                  <a:lnTo>
                    <a:pt x="8760961" y="1833091"/>
                  </a:lnTo>
                  <a:lnTo>
                    <a:pt x="8798519" y="1930641"/>
                  </a:lnTo>
                  <a:lnTo>
                    <a:pt x="8836071" y="2028043"/>
                  </a:lnTo>
                  <a:lnTo>
                    <a:pt x="8873598" y="2124738"/>
                  </a:lnTo>
                  <a:lnTo>
                    <a:pt x="8911085" y="2220183"/>
                  </a:lnTo>
                  <a:lnTo>
                    <a:pt x="8948521" y="2313867"/>
                  </a:lnTo>
                  <a:lnTo>
                    <a:pt x="8985908" y="2405316"/>
                  </a:lnTo>
                  <a:lnTo>
                    <a:pt x="9023259" y="2494109"/>
                  </a:lnTo>
                  <a:lnTo>
                    <a:pt x="9060602" y="2579879"/>
                  </a:lnTo>
                  <a:lnTo>
                    <a:pt x="9097983" y="2662323"/>
                  </a:lnTo>
                  <a:lnTo>
                    <a:pt x="9135465" y="2741201"/>
                  </a:lnTo>
                  <a:lnTo>
                    <a:pt x="9173137" y="2816339"/>
                  </a:lnTo>
                  <a:lnTo>
                    <a:pt x="9211111" y="2887624"/>
                  </a:lnTo>
                  <a:lnTo>
                    <a:pt x="9249527" y="2955007"/>
                  </a:lnTo>
                  <a:lnTo>
                    <a:pt x="9288555" y="3018490"/>
                  </a:lnTo>
                  <a:lnTo>
                    <a:pt x="9328406" y="3078129"/>
                  </a:lnTo>
                  <a:lnTo>
                    <a:pt x="9347647" y="3105075"/>
                  </a:lnTo>
                  <a:lnTo>
                    <a:pt x="9398061" y="3170067"/>
                  </a:lnTo>
                  <a:lnTo>
                    <a:pt x="9450775" y="3229577"/>
                  </a:lnTo>
                  <a:lnTo>
                    <a:pt x="9506414" y="3283787"/>
                  </a:lnTo>
                  <a:lnTo>
                    <a:pt x="9565667" y="3333054"/>
                  </a:lnTo>
                  <a:lnTo>
                    <a:pt x="9629248" y="3377813"/>
                  </a:lnTo>
                  <a:lnTo>
                    <a:pt x="9697862" y="3418515"/>
                  </a:lnTo>
                  <a:lnTo>
                    <a:pt x="9772163" y="3455590"/>
                  </a:lnTo>
                  <a:lnTo>
                    <a:pt x="9852693" y="3489421"/>
                  </a:lnTo>
                  <a:lnTo>
                    <a:pt x="9939810" y="3520331"/>
                  </a:lnTo>
                  <a:lnTo>
                    <a:pt x="10033587" y="3548573"/>
                  </a:lnTo>
                  <a:lnTo>
                    <a:pt x="10133697" y="3574330"/>
                  </a:lnTo>
                  <a:lnTo>
                    <a:pt x="10239283" y="3597712"/>
                  </a:lnTo>
                  <a:lnTo>
                    <a:pt x="10348843" y="3618764"/>
                  </a:lnTo>
                  <a:lnTo>
                    <a:pt x="10460152" y="3637475"/>
                  </a:lnTo>
                  <a:lnTo>
                    <a:pt x="10570283" y="3653802"/>
                  </a:lnTo>
                  <a:lnTo>
                    <a:pt x="10675750" y="3667699"/>
                  </a:lnTo>
                  <a:lnTo>
                    <a:pt x="10772816" y="3679145"/>
                  </a:lnTo>
                  <a:lnTo>
                    <a:pt x="10857941" y="3688184"/>
                  </a:lnTo>
                  <a:lnTo>
                    <a:pt x="10928294" y="3694947"/>
                  </a:lnTo>
                  <a:lnTo>
                    <a:pt x="10982238" y="3699661"/>
                  </a:lnTo>
                  <a:lnTo>
                    <a:pt x="11019641" y="3702645"/>
                  </a:lnTo>
                  <a:lnTo>
                    <a:pt x="11041989" y="3704276"/>
                  </a:lnTo>
                  <a:lnTo>
                    <a:pt x="11052280" y="3704966"/>
                  </a:lnTo>
                  <a:lnTo>
                    <a:pt x="11054891" y="3705128"/>
                  </a:lnTo>
                  <a:lnTo>
                    <a:pt x="12049831" y="3705128"/>
                  </a:lnTo>
                  <a:lnTo>
                    <a:pt x="12049831" y="3694647"/>
                  </a:lnTo>
                  <a:lnTo>
                    <a:pt x="11054891" y="3694647"/>
                  </a:lnTo>
                  <a:lnTo>
                    <a:pt x="11053848" y="3694584"/>
                  </a:lnTo>
                  <a:lnTo>
                    <a:pt x="11046954" y="3694135"/>
                  </a:lnTo>
                  <a:lnTo>
                    <a:pt x="11029443" y="3692896"/>
                  </a:lnTo>
                  <a:lnTo>
                    <a:pt x="10997808" y="3690454"/>
                  </a:lnTo>
                  <a:lnTo>
                    <a:pt x="10949991" y="3686414"/>
                  </a:lnTo>
                  <a:lnTo>
                    <a:pt x="10885531" y="3680433"/>
                  </a:lnTo>
                  <a:lnTo>
                    <a:pt x="10805540" y="3672247"/>
                  </a:lnTo>
                  <a:lnTo>
                    <a:pt x="10712462" y="3661692"/>
                  </a:lnTo>
                  <a:lnTo>
                    <a:pt x="10609637" y="3648693"/>
                  </a:lnTo>
                  <a:lnTo>
                    <a:pt x="10500788" y="3633251"/>
                  </a:lnTo>
                  <a:lnTo>
                    <a:pt x="10389536" y="3615407"/>
                  </a:lnTo>
                  <a:lnTo>
                    <a:pt x="10279039" y="3595209"/>
                  </a:lnTo>
                  <a:lnTo>
                    <a:pt x="10171786" y="3572682"/>
                  </a:lnTo>
                  <a:lnTo>
                    <a:pt x="10069540" y="3547804"/>
                  </a:lnTo>
                  <a:lnTo>
                    <a:pt x="9973381" y="3520489"/>
                  </a:lnTo>
                  <a:lnTo>
                    <a:pt x="9883815" y="3490582"/>
                  </a:lnTo>
                  <a:lnTo>
                    <a:pt x="9800902" y="3457854"/>
                  </a:lnTo>
                  <a:lnTo>
                    <a:pt x="9724376" y="3422008"/>
                  </a:lnTo>
                  <a:lnTo>
                    <a:pt x="9653751" y="3382682"/>
                  </a:lnTo>
                  <a:lnTo>
                    <a:pt x="9588407" y="3339460"/>
                  </a:lnTo>
                  <a:lnTo>
                    <a:pt x="9527653" y="3291896"/>
                  </a:lnTo>
                  <a:lnTo>
                    <a:pt x="9470772" y="3239543"/>
                  </a:lnTo>
                  <a:lnTo>
                    <a:pt x="9417064" y="3182006"/>
                  </a:lnTo>
                  <a:lnTo>
                    <a:pt x="9365875" y="3119027"/>
                  </a:lnTo>
                  <a:lnTo>
                    <a:pt x="9347647" y="3094594"/>
                  </a:lnTo>
                  <a:lnTo>
                    <a:pt x="9307322" y="3036743"/>
                  </a:lnTo>
                  <a:lnTo>
                    <a:pt x="9267933" y="2975092"/>
                  </a:lnTo>
                  <a:lnTo>
                    <a:pt x="9229250" y="2909561"/>
                  </a:lnTo>
                  <a:lnTo>
                    <a:pt x="9191087" y="2840122"/>
                  </a:lnTo>
                  <a:lnTo>
                    <a:pt x="9153287" y="2766800"/>
                  </a:lnTo>
                  <a:lnTo>
                    <a:pt x="9115727" y="2689676"/>
                  </a:lnTo>
                  <a:lnTo>
                    <a:pt x="9078307" y="2608896"/>
                  </a:lnTo>
                  <a:lnTo>
                    <a:pt x="9040953" y="2524668"/>
                  </a:lnTo>
                  <a:lnTo>
                    <a:pt x="9003611" y="2437266"/>
                  </a:lnTo>
                  <a:lnTo>
                    <a:pt x="8966243" y="2347026"/>
                  </a:lnTo>
                  <a:lnTo>
                    <a:pt x="8928831" y="2254345"/>
                  </a:lnTo>
                  <a:lnTo>
                    <a:pt x="8891368" y="2159673"/>
                  </a:lnTo>
                  <a:lnTo>
                    <a:pt x="8853858" y="2063504"/>
                  </a:lnTo>
                  <a:lnTo>
                    <a:pt x="8816315" y="1966368"/>
                  </a:lnTo>
                  <a:lnTo>
                    <a:pt x="8778758" y="1868818"/>
                  </a:lnTo>
                  <a:lnTo>
                    <a:pt x="8741205" y="1771416"/>
                  </a:lnTo>
                  <a:lnTo>
                    <a:pt x="8703678" y="1674721"/>
                  </a:lnTo>
                  <a:lnTo>
                    <a:pt x="8666192" y="1579276"/>
                  </a:lnTo>
                  <a:lnTo>
                    <a:pt x="8628756" y="1485592"/>
                  </a:lnTo>
                  <a:lnTo>
                    <a:pt x="8591368" y="1394143"/>
                  </a:lnTo>
                  <a:lnTo>
                    <a:pt x="8554017" y="1305350"/>
                  </a:lnTo>
                  <a:lnTo>
                    <a:pt x="8516674" y="1219580"/>
                  </a:lnTo>
                  <a:lnTo>
                    <a:pt x="8479294" y="1137136"/>
                  </a:lnTo>
                  <a:lnTo>
                    <a:pt x="8441811" y="1058258"/>
                  </a:lnTo>
                  <a:lnTo>
                    <a:pt x="8404139" y="983120"/>
                  </a:lnTo>
                  <a:lnTo>
                    <a:pt x="8366165" y="911834"/>
                  </a:lnTo>
                  <a:lnTo>
                    <a:pt x="8327750" y="844452"/>
                  </a:lnTo>
                  <a:lnTo>
                    <a:pt x="8288721" y="780969"/>
                  </a:lnTo>
                  <a:lnTo>
                    <a:pt x="8248871" y="721330"/>
                  </a:lnTo>
                  <a:lnTo>
                    <a:pt x="8229629" y="694384"/>
                  </a:lnTo>
                  <a:lnTo>
                    <a:pt x="8179215" y="629392"/>
                  </a:lnTo>
                  <a:lnTo>
                    <a:pt x="8126501" y="569882"/>
                  </a:lnTo>
                  <a:lnTo>
                    <a:pt x="8070862" y="515672"/>
                  </a:lnTo>
                  <a:lnTo>
                    <a:pt x="8011609" y="466405"/>
                  </a:lnTo>
                  <a:lnTo>
                    <a:pt x="7948029" y="421646"/>
                  </a:lnTo>
                  <a:lnTo>
                    <a:pt x="7879414" y="380943"/>
                  </a:lnTo>
                  <a:lnTo>
                    <a:pt x="7805113" y="343868"/>
                  </a:lnTo>
                  <a:lnTo>
                    <a:pt x="7724583" y="310037"/>
                  </a:lnTo>
                  <a:lnTo>
                    <a:pt x="7637466" y="279128"/>
                  </a:lnTo>
                  <a:lnTo>
                    <a:pt x="7543689" y="250886"/>
                  </a:lnTo>
                  <a:lnTo>
                    <a:pt x="7443580" y="225128"/>
                  </a:lnTo>
                  <a:lnTo>
                    <a:pt x="7337993" y="201746"/>
                  </a:lnTo>
                  <a:lnTo>
                    <a:pt x="7228434" y="180695"/>
                  </a:lnTo>
                  <a:lnTo>
                    <a:pt x="7117124" y="161984"/>
                  </a:lnTo>
                  <a:lnTo>
                    <a:pt x="7006993" y="145656"/>
                  </a:lnTo>
                  <a:lnTo>
                    <a:pt x="6901526" y="131760"/>
                  </a:lnTo>
                  <a:lnTo>
                    <a:pt x="6804460" y="120314"/>
                  </a:lnTo>
                  <a:lnTo>
                    <a:pt x="6719336" y="111275"/>
                  </a:lnTo>
                  <a:lnTo>
                    <a:pt x="6648982" y="104512"/>
                  </a:lnTo>
                  <a:lnTo>
                    <a:pt x="6595039" y="99797"/>
                  </a:lnTo>
                  <a:lnTo>
                    <a:pt x="6557635" y="96814"/>
                  </a:lnTo>
                  <a:lnTo>
                    <a:pt x="6535288" y="95182"/>
                  </a:lnTo>
                  <a:lnTo>
                    <a:pt x="6524996" y="94492"/>
                  </a:lnTo>
                  <a:lnTo>
                    <a:pt x="6522385" y="94331"/>
                  </a:lnTo>
                  <a:lnTo>
                    <a:pt x="5527445" y="94331"/>
                  </a:lnTo>
                  <a:lnTo>
                    <a:pt x="5526309" y="94329"/>
                  </a:lnTo>
                  <a:lnTo>
                    <a:pt x="5518810" y="94316"/>
                  </a:lnTo>
                  <a:lnTo>
                    <a:pt x="5499806" y="94281"/>
                  </a:lnTo>
                  <a:lnTo>
                    <a:pt x="5465582" y="94211"/>
                  </a:lnTo>
                  <a:lnTo>
                    <a:pt x="5414067" y="94095"/>
                  </a:lnTo>
                  <a:lnTo>
                    <a:pt x="5344992" y="93925"/>
                  </a:lnTo>
                  <a:lnTo>
                    <a:pt x="5259830" y="93692"/>
                  </a:lnTo>
                  <a:lnTo>
                    <a:pt x="5161471" y="93393"/>
                  </a:lnTo>
                  <a:lnTo>
                    <a:pt x="5053700" y="93026"/>
                  </a:lnTo>
                  <a:lnTo>
                    <a:pt x="4940591" y="92591"/>
                  </a:lnTo>
                  <a:lnTo>
                    <a:pt x="4825984" y="92090"/>
                  </a:lnTo>
                  <a:lnTo>
                    <a:pt x="4713115" y="91523"/>
                  </a:lnTo>
                  <a:lnTo>
                    <a:pt x="4604429" y="90893"/>
                  </a:lnTo>
                  <a:lnTo>
                    <a:pt x="4501566" y="90196"/>
                  </a:lnTo>
                  <a:lnTo>
                    <a:pt x="4405441" y="89429"/>
                  </a:lnTo>
                  <a:lnTo>
                    <a:pt x="4316381" y="88589"/>
                  </a:lnTo>
                  <a:lnTo>
                    <a:pt x="4234273" y="87666"/>
                  </a:lnTo>
                  <a:lnTo>
                    <a:pt x="4158697" y="86652"/>
                  </a:lnTo>
                  <a:lnTo>
                    <a:pt x="4089040" y="85535"/>
                  </a:lnTo>
                  <a:lnTo>
                    <a:pt x="4024575" y="84303"/>
                  </a:lnTo>
                  <a:lnTo>
                    <a:pt x="3964527" y="82943"/>
                  </a:lnTo>
                  <a:lnTo>
                    <a:pt x="3908120" y="81444"/>
                  </a:lnTo>
                  <a:lnTo>
                    <a:pt x="3854618" y="79794"/>
                  </a:lnTo>
                  <a:lnTo>
                    <a:pt x="3820202" y="78609"/>
                  </a:lnTo>
                  <a:lnTo>
                    <a:pt x="3758595" y="76237"/>
                  </a:lnTo>
                  <a:lnTo>
                    <a:pt x="3698909" y="73627"/>
                  </a:lnTo>
                  <a:lnTo>
                    <a:pt x="3640429" y="70776"/>
                  </a:lnTo>
                  <a:lnTo>
                    <a:pt x="3582628" y="67686"/>
                  </a:lnTo>
                  <a:lnTo>
                    <a:pt x="3525136" y="64373"/>
                  </a:lnTo>
                  <a:lnTo>
                    <a:pt x="3467711" y="60857"/>
                  </a:lnTo>
                  <a:lnTo>
                    <a:pt x="3410217" y="57172"/>
                  </a:lnTo>
                  <a:lnTo>
                    <a:pt x="3352607" y="53356"/>
                  </a:lnTo>
                  <a:lnTo>
                    <a:pt x="3294898" y="49458"/>
                  </a:lnTo>
                  <a:lnTo>
                    <a:pt x="3237146" y="45529"/>
                  </a:lnTo>
                  <a:lnTo>
                    <a:pt x="3179424" y="41622"/>
                  </a:lnTo>
                  <a:lnTo>
                    <a:pt x="3121795" y="37789"/>
                  </a:lnTo>
                  <a:lnTo>
                    <a:pt x="3064283" y="34078"/>
                  </a:lnTo>
                  <a:lnTo>
                    <a:pt x="3006853" y="30532"/>
                  </a:lnTo>
                  <a:lnTo>
                    <a:pt x="2949386" y="27183"/>
                  </a:lnTo>
                  <a:lnTo>
                    <a:pt x="2891659" y="24055"/>
                  </a:lnTo>
                  <a:lnTo>
                    <a:pt x="2833324" y="21163"/>
                  </a:lnTo>
                  <a:lnTo>
                    <a:pt x="2773884" y="18513"/>
                  </a:lnTo>
                  <a:lnTo>
                    <a:pt x="2712658" y="16102"/>
                  </a:lnTo>
                  <a:lnTo>
                    <a:pt x="2702183" y="15721"/>
                  </a:lnTo>
                  <a:lnTo>
                    <a:pt x="2650249" y="13970"/>
                  </a:lnTo>
                  <a:lnTo>
                    <a:pt x="2595858" y="12372"/>
                  </a:lnTo>
                  <a:lnTo>
                    <a:pt x="2538324" y="10920"/>
                  </a:lnTo>
                  <a:lnTo>
                    <a:pt x="2476894" y="9604"/>
                  </a:lnTo>
                  <a:lnTo>
                    <a:pt x="2410786" y="8412"/>
                  </a:lnTo>
                  <a:lnTo>
                    <a:pt x="2339237" y="7330"/>
                  </a:lnTo>
                  <a:lnTo>
                    <a:pt x="2261549" y="6348"/>
                  </a:lnTo>
                  <a:lnTo>
                    <a:pt x="2177162" y="5453"/>
                  </a:lnTo>
                  <a:lnTo>
                    <a:pt x="2085745" y="4638"/>
                  </a:lnTo>
                  <a:lnTo>
                    <a:pt x="1987317" y="3896"/>
                  </a:lnTo>
                  <a:lnTo>
                    <a:pt x="1882382" y="3221"/>
                  </a:lnTo>
                  <a:lnTo>
                    <a:pt x="1772084" y="2611"/>
                  </a:lnTo>
                  <a:lnTo>
                    <a:pt x="1658325" y="2067"/>
                  </a:lnTo>
                  <a:lnTo>
                    <a:pt x="1543822" y="1588"/>
                  </a:lnTo>
                  <a:lnTo>
                    <a:pt x="1432041" y="1175"/>
                  </a:lnTo>
                  <a:lnTo>
                    <a:pt x="1326951" y="831"/>
                  </a:lnTo>
                  <a:lnTo>
                    <a:pt x="1232594" y="554"/>
                  </a:lnTo>
                  <a:lnTo>
                    <a:pt x="1152523" y="342"/>
                  </a:lnTo>
                  <a:lnTo>
                    <a:pt x="1089208" y="191"/>
                  </a:lnTo>
                  <a:lnTo>
                    <a:pt x="1043565" y="92"/>
                  </a:lnTo>
                  <a:lnTo>
                    <a:pt x="1014719" y="35"/>
                  </a:lnTo>
                  <a:lnTo>
                    <a:pt x="1000030" y="8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81" name="pl780"/>
            <p:cNvSpPr/>
            <p:nvPr/>
          </p:nvSpPr>
          <p:spPr>
            <a:xfrm>
              <a:off x="1199187" y="1414806"/>
              <a:ext cx="12049831" cy="3694647"/>
            </a:xfrm>
            <a:custGeom>
              <a:avLst/>
              <a:pathLst>
                <a:path w="12049831" h="3694647">
                  <a:moveTo>
                    <a:pt x="0" y="0"/>
                  </a:moveTo>
                  <a:lnTo>
                    <a:pt x="994940" y="0"/>
                  </a:lnTo>
                  <a:lnTo>
                    <a:pt x="996076" y="1"/>
                  </a:lnTo>
                  <a:lnTo>
                    <a:pt x="1003575" y="14"/>
                  </a:lnTo>
                  <a:lnTo>
                    <a:pt x="1022579" y="50"/>
                  </a:lnTo>
                  <a:lnTo>
                    <a:pt x="1056803" y="119"/>
                  </a:lnTo>
                  <a:lnTo>
                    <a:pt x="1108318" y="235"/>
                  </a:lnTo>
                  <a:lnTo>
                    <a:pt x="1177393" y="406"/>
                  </a:lnTo>
                  <a:lnTo>
                    <a:pt x="1262555" y="638"/>
                  </a:lnTo>
                  <a:lnTo>
                    <a:pt x="1360914" y="938"/>
                  </a:lnTo>
                  <a:lnTo>
                    <a:pt x="1468685" y="1305"/>
                  </a:lnTo>
                  <a:lnTo>
                    <a:pt x="1581794" y="1740"/>
                  </a:lnTo>
                  <a:lnTo>
                    <a:pt x="1696401" y="2241"/>
                  </a:lnTo>
                  <a:lnTo>
                    <a:pt x="1809270" y="2807"/>
                  </a:lnTo>
                  <a:lnTo>
                    <a:pt x="1917956" y="3438"/>
                  </a:lnTo>
                  <a:lnTo>
                    <a:pt x="2020819" y="4135"/>
                  </a:lnTo>
                  <a:lnTo>
                    <a:pt x="2116944" y="4901"/>
                  </a:lnTo>
                  <a:lnTo>
                    <a:pt x="2206004" y="5742"/>
                  </a:lnTo>
                  <a:lnTo>
                    <a:pt x="2288112" y="6664"/>
                  </a:lnTo>
                  <a:lnTo>
                    <a:pt x="2363688" y="7678"/>
                  </a:lnTo>
                  <a:lnTo>
                    <a:pt x="2433345" y="8795"/>
                  </a:lnTo>
                  <a:lnTo>
                    <a:pt x="2497810" y="10027"/>
                  </a:lnTo>
                  <a:lnTo>
                    <a:pt x="2557858" y="11387"/>
                  </a:lnTo>
                  <a:lnTo>
                    <a:pt x="2614265" y="12887"/>
                  </a:lnTo>
                  <a:lnTo>
                    <a:pt x="2667767" y="14536"/>
                  </a:lnTo>
                  <a:lnTo>
                    <a:pt x="2702183" y="15721"/>
                  </a:lnTo>
                  <a:lnTo>
                    <a:pt x="2763790" y="18093"/>
                  </a:lnTo>
                  <a:lnTo>
                    <a:pt x="2823476" y="20703"/>
                  </a:lnTo>
                  <a:lnTo>
                    <a:pt x="2881956" y="23555"/>
                  </a:lnTo>
                  <a:lnTo>
                    <a:pt x="2939757" y="26644"/>
                  </a:lnTo>
                  <a:lnTo>
                    <a:pt x="2997249" y="29957"/>
                  </a:lnTo>
                  <a:lnTo>
                    <a:pt x="3054674" y="33473"/>
                  </a:lnTo>
                  <a:lnTo>
                    <a:pt x="3112168" y="37159"/>
                  </a:lnTo>
                  <a:lnTo>
                    <a:pt x="3169778" y="40974"/>
                  </a:lnTo>
                  <a:lnTo>
                    <a:pt x="3227487" y="44872"/>
                  </a:lnTo>
                  <a:lnTo>
                    <a:pt x="3285239" y="48802"/>
                  </a:lnTo>
                  <a:lnTo>
                    <a:pt x="3342961" y="52709"/>
                  </a:lnTo>
                  <a:lnTo>
                    <a:pt x="3400590" y="56542"/>
                  </a:lnTo>
                  <a:lnTo>
                    <a:pt x="3458102" y="60252"/>
                  </a:lnTo>
                  <a:lnTo>
                    <a:pt x="3515532" y="63798"/>
                  </a:lnTo>
                  <a:lnTo>
                    <a:pt x="3572999" y="67147"/>
                  </a:lnTo>
                  <a:lnTo>
                    <a:pt x="3630726" y="70275"/>
                  </a:lnTo>
                  <a:lnTo>
                    <a:pt x="3689061" y="73167"/>
                  </a:lnTo>
                  <a:lnTo>
                    <a:pt x="3748501" y="75817"/>
                  </a:lnTo>
                  <a:lnTo>
                    <a:pt x="3809727" y="78229"/>
                  </a:lnTo>
                  <a:lnTo>
                    <a:pt x="3820202" y="78609"/>
                  </a:lnTo>
                  <a:lnTo>
                    <a:pt x="3872136" y="80360"/>
                  </a:lnTo>
                  <a:lnTo>
                    <a:pt x="3926527" y="81959"/>
                  </a:lnTo>
                  <a:lnTo>
                    <a:pt x="3984061" y="83411"/>
                  </a:lnTo>
                  <a:lnTo>
                    <a:pt x="4045491" y="84727"/>
                  </a:lnTo>
                  <a:lnTo>
                    <a:pt x="4111598" y="85919"/>
                  </a:lnTo>
                  <a:lnTo>
                    <a:pt x="4183148" y="87000"/>
                  </a:lnTo>
                  <a:lnTo>
                    <a:pt x="4260836" y="87983"/>
                  </a:lnTo>
                  <a:lnTo>
                    <a:pt x="4345223" y="88877"/>
                  </a:lnTo>
                  <a:lnTo>
                    <a:pt x="4436640" y="89692"/>
                  </a:lnTo>
                  <a:lnTo>
                    <a:pt x="4535068" y="90435"/>
                  </a:lnTo>
                  <a:lnTo>
                    <a:pt x="4640003" y="91110"/>
                  </a:lnTo>
                  <a:lnTo>
                    <a:pt x="4750301" y="91719"/>
                  </a:lnTo>
                  <a:lnTo>
                    <a:pt x="4864060" y="92264"/>
                  </a:lnTo>
                  <a:lnTo>
                    <a:pt x="4978563" y="92743"/>
                  </a:lnTo>
                  <a:lnTo>
                    <a:pt x="5090344" y="93155"/>
                  </a:lnTo>
                  <a:lnTo>
                    <a:pt x="5195434" y="93500"/>
                  </a:lnTo>
                  <a:lnTo>
                    <a:pt x="5289791" y="93777"/>
                  </a:lnTo>
                  <a:lnTo>
                    <a:pt x="5369862" y="93988"/>
                  </a:lnTo>
                  <a:lnTo>
                    <a:pt x="5433177" y="94140"/>
                  </a:lnTo>
                  <a:lnTo>
                    <a:pt x="5478820" y="94239"/>
                  </a:lnTo>
                  <a:lnTo>
                    <a:pt x="5507666" y="94296"/>
                  </a:lnTo>
                  <a:lnTo>
                    <a:pt x="5522355" y="94322"/>
                  </a:lnTo>
                  <a:lnTo>
                    <a:pt x="5527102" y="94330"/>
                  </a:lnTo>
                  <a:lnTo>
                    <a:pt x="5527445" y="94331"/>
                  </a:lnTo>
                  <a:lnTo>
                    <a:pt x="6522385" y="94331"/>
                  </a:lnTo>
                  <a:lnTo>
                    <a:pt x="6523428" y="94394"/>
                  </a:lnTo>
                  <a:lnTo>
                    <a:pt x="6530323" y="94842"/>
                  </a:lnTo>
                  <a:lnTo>
                    <a:pt x="6547833" y="96081"/>
                  </a:lnTo>
                  <a:lnTo>
                    <a:pt x="6579468" y="98523"/>
                  </a:lnTo>
                  <a:lnTo>
                    <a:pt x="6627285" y="102563"/>
                  </a:lnTo>
                  <a:lnTo>
                    <a:pt x="6691746" y="108545"/>
                  </a:lnTo>
                  <a:lnTo>
                    <a:pt x="6771736" y="116730"/>
                  </a:lnTo>
                  <a:lnTo>
                    <a:pt x="6864814" y="127285"/>
                  </a:lnTo>
                  <a:lnTo>
                    <a:pt x="6967639" y="140284"/>
                  </a:lnTo>
                  <a:lnTo>
                    <a:pt x="7076489" y="155726"/>
                  </a:lnTo>
                  <a:lnTo>
                    <a:pt x="7187741" y="173570"/>
                  </a:lnTo>
                  <a:lnTo>
                    <a:pt x="7298238" y="193768"/>
                  </a:lnTo>
                  <a:lnTo>
                    <a:pt x="7405490" y="216295"/>
                  </a:lnTo>
                  <a:lnTo>
                    <a:pt x="7507737" y="241174"/>
                  </a:lnTo>
                  <a:lnTo>
                    <a:pt x="7603896" y="268489"/>
                  </a:lnTo>
                  <a:lnTo>
                    <a:pt x="7693461" y="298396"/>
                  </a:lnTo>
                  <a:lnTo>
                    <a:pt x="7776374" y="331123"/>
                  </a:lnTo>
                  <a:lnTo>
                    <a:pt x="7852901" y="366969"/>
                  </a:lnTo>
                  <a:lnTo>
                    <a:pt x="7923526" y="406296"/>
                  </a:lnTo>
                  <a:lnTo>
                    <a:pt x="7988870" y="449517"/>
                  </a:lnTo>
                  <a:lnTo>
                    <a:pt x="8049624" y="497081"/>
                  </a:lnTo>
                  <a:lnTo>
                    <a:pt x="8106504" y="549434"/>
                  </a:lnTo>
                  <a:lnTo>
                    <a:pt x="8160212" y="606971"/>
                  </a:lnTo>
                  <a:lnTo>
                    <a:pt x="8211401" y="669951"/>
                  </a:lnTo>
                  <a:lnTo>
                    <a:pt x="8229629" y="694384"/>
                  </a:lnTo>
                  <a:lnTo>
                    <a:pt x="8269954" y="752234"/>
                  </a:lnTo>
                  <a:lnTo>
                    <a:pt x="8309344" y="813886"/>
                  </a:lnTo>
                  <a:lnTo>
                    <a:pt x="8348026" y="879417"/>
                  </a:lnTo>
                  <a:lnTo>
                    <a:pt x="8386190" y="948855"/>
                  </a:lnTo>
                  <a:lnTo>
                    <a:pt x="8423990" y="1022178"/>
                  </a:lnTo>
                  <a:lnTo>
                    <a:pt x="8461550" y="1099301"/>
                  </a:lnTo>
                  <a:lnTo>
                    <a:pt x="8498969" y="1180082"/>
                  </a:lnTo>
                  <a:lnTo>
                    <a:pt x="8536323" y="1264310"/>
                  </a:lnTo>
                  <a:lnTo>
                    <a:pt x="8573666" y="1351712"/>
                  </a:lnTo>
                  <a:lnTo>
                    <a:pt x="8611033" y="1441952"/>
                  </a:lnTo>
                  <a:lnTo>
                    <a:pt x="8648446" y="1534632"/>
                  </a:lnTo>
                  <a:lnTo>
                    <a:pt x="8685909" y="1629305"/>
                  </a:lnTo>
                  <a:lnTo>
                    <a:pt x="8723418" y="1725474"/>
                  </a:lnTo>
                  <a:lnTo>
                    <a:pt x="8760961" y="1822609"/>
                  </a:lnTo>
                  <a:lnTo>
                    <a:pt x="8798519" y="1920160"/>
                  </a:lnTo>
                  <a:lnTo>
                    <a:pt x="8836071" y="2017561"/>
                  </a:lnTo>
                  <a:lnTo>
                    <a:pt x="8873598" y="2114256"/>
                  </a:lnTo>
                  <a:lnTo>
                    <a:pt x="8911085" y="2209702"/>
                  </a:lnTo>
                  <a:lnTo>
                    <a:pt x="8948521" y="2303385"/>
                  </a:lnTo>
                  <a:lnTo>
                    <a:pt x="8985908" y="2394835"/>
                  </a:lnTo>
                  <a:lnTo>
                    <a:pt x="9023259" y="2483627"/>
                  </a:lnTo>
                  <a:lnTo>
                    <a:pt x="9060602" y="2569398"/>
                  </a:lnTo>
                  <a:lnTo>
                    <a:pt x="9097983" y="2651842"/>
                  </a:lnTo>
                  <a:lnTo>
                    <a:pt x="9135465" y="2730720"/>
                  </a:lnTo>
                  <a:lnTo>
                    <a:pt x="9173137" y="2805858"/>
                  </a:lnTo>
                  <a:lnTo>
                    <a:pt x="9211111" y="2877143"/>
                  </a:lnTo>
                  <a:lnTo>
                    <a:pt x="9249527" y="2944525"/>
                  </a:lnTo>
                  <a:lnTo>
                    <a:pt x="9288555" y="3008008"/>
                  </a:lnTo>
                  <a:lnTo>
                    <a:pt x="9328406" y="3067648"/>
                  </a:lnTo>
                  <a:lnTo>
                    <a:pt x="9347647" y="3094594"/>
                  </a:lnTo>
                  <a:lnTo>
                    <a:pt x="9398061" y="3159585"/>
                  </a:lnTo>
                  <a:lnTo>
                    <a:pt x="9450775" y="3219095"/>
                  </a:lnTo>
                  <a:lnTo>
                    <a:pt x="9506414" y="3273306"/>
                  </a:lnTo>
                  <a:lnTo>
                    <a:pt x="9565667" y="3322573"/>
                  </a:lnTo>
                  <a:lnTo>
                    <a:pt x="9629248" y="3367332"/>
                  </a:lnTo>
                  <a:lnTo>
                    <a:pt x="9697862" y="3408034"/>
                  </a:lnTo>
                  <a:lnTo>
                    <a:pt x="9772163" y="3445109"/>
                  </a:lnTo>
                  <a:lnTo>
                    <a:pt x="9852693" y="3478940"/>
                  </a:lnTo>
                  <a:lnTo>
                    <a:pt x="9939810" y="3509850"/>
                  </a:lnTo>
                  <a:lnTo>
                    <a:pt x="10033587" y="3538092"/>
                  </a:lnTo>
                  <a:lnTo>
                    <a:pt x="10133697" y="3563849"/>
                  </a:lnTo>
                  <a:lnTo>
                    <a:pt x="10239283" y="3587231"/>
                  </a:lnTo>
                  <a:lnTo>
                    <a:pt x="10348843" y="3608283"/>
                  </a:lnTo>
                  <a:lnTo>
                    <a:pt x="10460152" y="3626994"/>
                  </a:lnTo>
                  <a:lnTo>
                    <a:pt x="10570283" y="3643321"/>
                  </a:lnTo>
                  <a:lnTo>
                    <a:pt x="10675750" y="3657217"/>
                  </a:lnTo>
                  <a:lnTo>
                    <a:pt x="10772816" y="3668663"/>
                  </a:lnTo>
                  <a:lnTo>
                    <a:pt x="10857941" y="3677702"/>
                  </a:lnTo>
                  <a:lnTo>
                    <a:pt x="10928294" y="3684465"/>
                  </a:lnTo>
                  <a:lnTo>
                    <a:pt x="10982238" y="3689180"/>
                  </a:lnTo>
                  <a:lnTo>
                    <a:pt x="11019641" y="3692164"/>
                  </a:lnTo>
                  <a:lnTo>
                    <a:pt x="11041989" y="3693795"/>
                  </a:lnTo>
                  <a:lnTo>
                    <a:pt x="11052280" y="3694485"/>
                  </a:lnTo>
                  <a:lnTo>
                    <a:pt x="11054838" y="3694643"/>
                  </a:lnTo>
                  <a:lnTo>
                    <a:pt x="11054891" y="3694647"/>
                  </a:lnTo>
                  <a:lnTo>
                    <a:pt x="12049831" y="3694647"/>
                  </a:lnTo>
                  <a:lnTo>
                    <a:pt x="12049831" y="36946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2" name="pl781"/>
            <p:cNvSpPr/>
            <p:nvPr/>
          </p:nvSpPr>
          <p:spPr>
            <a:xfrm>
              <a:off x="1199187" y="1404325"/>
              <a:ext cx="12049831" cy="3694647"/>
            </a:xfrm>
            <a:custGeom>
              <a:avLst/>
              <a:pathLst>
                <a:path w="12049831" h="3694647">
                  <a:moveTo>
                    <a:pt x="12049831" y="3694647"/>
                  </a:moveTo>
                  <a:lnTo>
                    <a:pt x="11054891" y="3694647"/>
                  </a:lnTo>
                  <a:lnTo>
                    <a:pt x="11053848" y="3694584"/>
                  </a:lnTo>
                  <a:lnTo>
                    <a:pt x="11046954" y="3694135"/>
                  </a:lnTo>
                  <a:lnTo>
                    <a:pt x="11029443" y="3692896"/>
                  </a:lnTo>
                  <a:lnTo>
                    <a:pt x="10997808" y="3690454"/>
                  </a:lnTo>
                  <a:lnTo>
                    <a:pt x="10949991" y="3686414"/>
                  </a:lnTo>
                  <a:lnTo>
                    <a:pt x="10885531" y="3680433"/>
                  </a:lnTo>
                  <a:lnTo>
                    <a:pt x="10805540" y="3672247"/>
                  </a:lnTo>
                  <a:lnTo>
                    <a:pt x="10712462" y="3661692"/>
                  </a:lnTo>
                  <a:lnTo>
                    <a:pt x="10609637" y="3648693"/>
                  </a:lnTo>
                  <a:lnTo>
                    <a:pt x="10500788" y="3633251"/>
                  </a:lnTo>
                  <a:lnTo>
                    <a:pt x="10389536" y="3615407"/>
                  </a:lnTo>
                  <a:lnTo>
                    <a:pt x="10279039" y="3595209"/>
                  </a:lnTo>
                  <a:lnTo>
                    <a:pt x="10171786" y="3572682"/>
                  </a:lnTo>
                  <a:lnTo>
                    <a:pt x="10069540" y="3547804"/>
                  </a:lnTo>
                  <a:lnTo>
                    <a:pt x="9973381" y="3520489"/>
                  </a:lnTo>
                  <a:lnTo>
                    <a:pt x="9883815" y="3490582"/>
                  </a:lnTo>
                  <a:lnTo>
                    <a:pt x="9800902" y="3457854"/>
                  </a:lnTo>
                  <a:lnTo>
                    <a:pt x="9724376" y="3422008"/>
                  </a:lnTo>
                  <a:lnTo>
                    <a:pt x="9653751" y="3382682"/>
                  </a:lnTo>
                  <a:lnTo>
                    <a:pt x="9588407" y="3339460"/>
                  </a:lnTo>
                  <a:lnTo>
                    <a:pt x="9527653" y="3291896"/>
                  </a:lnTo>
                  <a:lnTo>
                    <a:pt x="9470772" y="3239543"/>
                  </a:lnTo>
                  <a:lnTo>
                    <a:pt x="9417064" y="3182006"/>
                  </a:lnTo>
                  <a:lnTo>
                    <a:pt x="9365875" y="3119027"/>
                  </a:lnTo>
                  <a:lnTo>
                    <a:pt x="9347647" y="3094594"/>
                  </a:lnTo>
                  <a:lnTo>
                    <a:pt x="9307322" y="3036743"/>
                  </a:lnTo>
                  <a:lnTo>
                    <a:pt x="9267933" y="2975092"/>
                  </a:lnTo>
                  <a:lnTo>
                    <a:pt x="9229250" y="2909561"/>
                  </a:lnTo>
                  <a:lnTo>
                    <a:pt x="9191087" y="2840122"/>
                  </a:lnTo>
                  <a:lnTo>
                    <a:pt x="9153287" y="2766800"/>
                  </a:lnTo>
                  <a:lnTo>
                    <a:pt x="9115727" y="2689676"/>
                  </a:lnTo>
                  <a:lnTo>
                    <a:pt x="9078307" y="2608896"/>
                  </a:lnTo>
                  <a:lnTo>
                    <a:pt x="9040953" y="2524668"/>
                  </a:lnTo>
                  <a:lnTo>
                    <a:pt x="9003611" y="2437266"/>
                  </a:lnTo>
                  <a:lnTo>
                    <a:pt x="8966243" y="2347026"/>
                  </a:lnTo>
                  <a:lnTo>
                    <a:pt x="8928831" y="2254345"/>
                  </a:lnTo>
                  <a:lnTo>
                    <a:pt x="8891368" y="2159673"/>
                  </a:lnTo>
                  <a:lnTo>
                    <a:pt x="8853858" y="2063504"/>
                  </a:lnTo>
                  <a:lnTo>
                    <a:pt x="8816315" y="1966368"/>
                  </a:lnTo>
                  <a:lnTo>
                    <a:pt x="8778758" y="1868818"/>
                  </a:lnTo>
                  <a:lnTo>
                    <a:pt x="8741205" y="1771416"/>
                  </a:lnTo>
                  <a:lnTo>
                    <a:pt x="8703678" y="1674721"/>
                  </a:lnTo>
                  <a:lnTo>
                    <a:pt x="8666192" y="1579276"/>
                  </a:lnTo>
                  <a:lnTo>
                    <a:pt x="8628756" y="1485592"/>
                  </a:lnTo>
                  <a:lnTo>
                    <a:pt x="8591368" y="1394143"/>
                  </a:lnTo>
                  <a:lnTo>
                    <a:pt x="8554017" y="1305350"/>
                  </a:lnTo>
                  <a:lnTo>
                    <a:pt x="8516674" y="1219580"/>
                  </a:lnTo>
                  <a:lnTo>
                    <a:pt x="8479294" y="1137136"/>
                  </a:lnTo>
                  <a:lnTo>
                    <a:pt x="8441811" y="1058258"/>
                  </a:lnTo>
                  <a:lnTo>
                    <a:pt x="8404139" y="983120"/>
                  </a:lnTo>
                  <a:lnTo>
                    <a:pt x="8366165" y="911834"/>
                  </a:lnTo>
                  <a:lnTo>
                    <a:pt x="8327750" y="844452"/>
                  </a:lnTo>
                  <a:lnTo>
                    <a:pt x="8288721" y="780969"/>
                  </a:lnTo>
                  <a:lnTo>
                    <a:pt x="8248871" y="721330"/>
                  </a:lnTo>
                  <a:lnTo>
                    <a:pt x="8229629" y="694384"/>
                  </a:lnTo>
                  <a:lnTo>
                    <a:pt x="8179215" y="629392"/>
                  </a:lnTo>
                  <a:lnTo>
                    <a:pt x="8126501" y="569882"/>
                  </a:lnTo>
                  <a:lnTo>
                    <a:pt x="8070862" y="515672"/>
                  </a:lnTo>
                  <a:lnTo>
                    <a:pt x="8011609" y="466405"/>
                  </a:lnTo>
                  <a:lnTo>
                    <a:pt x="7948029" y="421646"/>
                  </a:lnTo>
                  <a:lnTo>
                    <a:pt x="7879414" y="380943"/>
                  </a:lnTo>
                  <a:lnTo>
                    <a:pt x="7805113" y="343868"/>
                  </a:lnTo>
                  <a:lnTo>
                    <a:pt x="7724583" y="310037"/>
                  </a:lnTo>
                  <a:lnTo>
                    <a:pt x="7637466" y="279128"/>
                  </a:lnTo>
                  <a:lnTo>
                    <a:pt x="7543689" y="250886"/>
                  </a:lnTo>
                  <a:lnTo>
                    <a:pt x="7443580" y="225128"/>
                  </a:lnTo>
                  <a:lnTo>
                    <a:pt x="7337993" y="201746"/>
                  </a:lnTo>
                  <a:lnTo>
                    <a:pt x="7228434" y="180695"/>
                  </a:lnTo>
                  <a:lnTo>
                    <a:pt x="7117124" y="161984"/>
                  </a:lnTo>
                  <a:lnTo>
                    <a:pt x="7006993" y="145656"/>
                  </a:lnTo>
                  <a:lnTo>
                    <a:pt x="6901526" y="131760"/>
                  </a:lnTo>
                  <a:lnTo>
                    <a:pt x="6804460" y="120314"/>
                  </a:lnTo>
                  <a:lnTo>
                    <a:pt x="6719336" y="111275"/>
                  </a:lnTo>
                  <a:lnTo>
                    <a:pt x="6648982" y="104512"/>
                  </a:lnTo>
                  <a:lnTo>
                    <a:pt x="6595039" y="99797"/>
                  </a:lnTo>
                  <a:lnTo>
                    <a:pt x="6557635" y="96814"/>
                  </a:lnTo>
                  <a:lnTo>
                    <a:pt x="6535288" y="95182"/>
                  </a:lnTo>
                  <a:lnTo>
                    <a:pt x="6524996" y="94492"/>
                  </a:lnTo>
                  <a:lnTo>
                    <a:pt x="6522438" y="94334"/>
                  </a:lnTo>
                  <a:lnTo>
                    <a:pt x="6522385" y="94331"/>
                  </a:lnTo>
                  <a:lnTo>
                    <a:pt x="5527445" y="94331"/>
                  </a:lnTo>
                  <a:lnTo>
                    <a:pt x="5526309" y="94329"/>
                  </a:lnTo>
                  <a:lnTo>
                    <a:pt x="5518810" y="94316"/>
                  </a:lnTo>
                  <a:lnTo>
                    <a:pt x="5499806" y="94281"/>
                  </a:lnTo>
                  <a:lnTo>
                    <a:pt x="5465582" y="94211"/>
                  </a:lnTo>
                  <a:lnTo>
                    <a:pt x="5414067" y="94095"/>
                  </a:lnTo>
                  <a:lnTo>
                    <a:pt x="5344992" y="93925"/>
                  </a:lnTo>
                  <a:lnTo>
                    <a:pt x="5259830" y="93692"/>
                  </a:lnTo>
                  <a:lnTo>
                    <a:pt x="5161471" y="93393"/>
                  </a:lnTo>
                  <a:lnTo>
                    <a:pt x="5053700" y="93026"/>
                  </a:lnTo>
                  <a:lnTo>
                    <a:pt x="4940591" y="92591"/>
                  </a:lnTo>
                  <a:lnTo>
                    <a:pt x="4825984" y="92090"/>
                  </a:lnTo>
                  <a:lnTo>
                    <a:pt x="4713115" y="91523"/>
                  </a:lnTo>
                  <a:lnTo>
                    <a:pt x="4604429" y="90893"/>
                  </a:lnTo>
                  <a:lnTo>
                    <a:pt x="4501566" y="90196"/>
                  </a:lnTo>
                  <a:lnTo>
                    <a:pt x="4405441" y="89429"/>
                  </a:lnTo>
                  <a:lnTo>
                    <a:pt x="4316381" y="88589"/>
                  </a:lnTo>
                  <a:lnTo>
                    <a:pt x="4234273" y="87666"/>
                  </a:lnTo>
                  <a:lnTo>
                    <a:pt x="4158697" y="86652"/>
                  </a:lnTo>
                  <a:lnTo>
                    <a:pt x="4089040" y="85535"/>
                  </a:lnTo>
                  <a:lnTo>
                    <a:pt x="4024575" y="84303"/>
                  </a:lnTo>
                  <a:lnTo>
                    <a:pt x="3964527" y="82943"/>
                  </a:lnTo>
                  <a:lnTo>
                    <a:pt x="3908120" y="81444"/>
                  </a:lnTo>
                  <a:lnTo>
                    <a:pt x="3854618" y="79794"/>
                  </a:lnTo>
                  <a:lnTo>
                    <a:pt x="3820202" y="78609"/>
                  </a:lnTo>
                  <a:lnTo>
                    <a:pt x="3758595" y="76237"/>
                  </a:lnTo>
                  <a:lnTo>
                    <a:pt x="3698909" y="73627"/>
                  </a:lnTo>
                  <a:lnTo>
                    <a:pt x="3640429" y="70776"/>
                  </a:lnTo>
                  <a:lnTo>
                    <a:pt x="3582628" y="67686"/>
                  </a:lnTo>
                  <a:lnTo>
                    <a:pt x="3525136" y="64373"/>
                  </a:lnTo>
                  <a:lnTo>
                    <a:pt x="3467711" y="60857"/>
                  </a:lnTo>
                  <a:lnTo>
                    <a:pt x="3410217" y="57172"/>
                  </a:lnTo>
                  <a:lnTo>
                    <a:pt x="3352607" y="53356"/>
                  </a:lnTo>
                  <a:lnTo>
                    <a:pt x="3294898" y="49458"/>
                  </a:lnTo>
                  <a:lnTo>
                    <a:pt x="3237146" y="45529"/>
                  </a:lnTo>
                  <a:lnTo>
                    <a:pt x="3179424" y="41622"/>
                  </a:lnTo>
                  <a:lnTo>
                    <a:pt x="3121795" y="37789"/>
                  </a:lnTo>
                  <a:lnTo>
                    <a:pt x="3064283" y="34078"/>
                  </a:lnTo>
                  <a:lnTo>
                    <a:pt x="3006853" y="30532"/>
                  </a:lnTo>
                  <a:lnTo>
                    <a:pt x="2949386" y="27183"/>
                  </a:lnTo>
                  <a:lnTo>
                    <a:pt x="2891659" y="24055"/>
                  </a:lnTo>
                  <a:lnTo>
                    <a:pt x="2833324" y="21163"/>
                  </a:lnTo>
                  <a:lnTo>
                    <a:pt x="2773884" y="18513"/>
                  </a:lnTo>
                  <a:lnTo>
                    <a:pt x="2712658" y="16102"/>
                  </a:lnTo>
                  <a:lnTo>
                    <a:pt x="2702183" y="15721"/>
                  </a:lnTo>
                  <a:lnTo>
                    <a:pt x="2650249" y="13970"/>
                  </a:lnTo>
                  <a:lnTo>
                    <a:pt x="2595858" y="12372"/>
                  </a:lnTo>
                  <a:lnTo>
                    <a:pt x="2538324" y="10920"/>
                  </a:lnTo>
                  <a:lnTo>
                    <a:pt x="2476894" y="9604"/>
                  </a:lnTo>
                  <a:lnTo>
                    <a:pt x="2410786" y="8412"/>
                  </a:lnTo>
                  <a:lnTo>
                    <a:pt x="2339237" y="7330"/>
                  </a:lnTo>
                  <a:lnTo>
                    <a:pt x="2261549" y="6348"/>
                  </a:lnTo>
                  <a:lnTo>
                    <a:pt x="2177162" y="5453"/>
                  </a:lnTo>
                  <a:lnTo>
                    <a:pt x="2085745" y="4638"/>
                  </a:lnTo>
                  <a:lnTo>
                    <a:pt x="1987317" y="3896"/>
                  </a:lnTo>
                  <a:lnTo>
                    <a:pt x="1882382" y="3221"/>
                  </a:lnTo>
                  <a:lnTo>
                    <a:pt x="1772084" y="2611"/>
                  </a:lnTo>
                  <a:lnTo>
                    <a:pt x="1658325" y="2067"/>
                  </a:lnTo>
                  <a:lnTo>
                    <a:pt x="1543822" y="1588"/>
                  </a:lnTo>
                  <a:lnTo>
                    <a:pt x="1432041" y="1175"/>
                  </a:lnTo>
                  <a:lnTo>
                    <a:pt x="1326951" y="831"/>
                  </a:lnTo>
                  <a:lnTo>
                    <a:pt x="1232594" y="554"/>
                  </a:lnTo>
                  <a:lnTo>
                    <a:pt x="1152523" y="342"/>
                  </a:lnTo>
                  <a:lnTo>
                    <a:pt x="1089208" y="191"/>
                  </a:lnTo>
                  <a:lnTo>
                    <a:pt x="1043565" y="92"/>
                  </a:lnTo>
                  <a:lnTo>
                    <a:pt x="1014719" y="35"/>
                  </a:lnTo>
                  <a:lnTo>
                    <a:pt x="1000030" y="8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3" name="pg782"/>
            <p:cNvSpPr/>
            <p:nvPr/>
          </p:nvSpPr>
          <p:spPr>
            <a:xfrm>
              <a:off x="1199187" y="1414806"/>
              <a:ext cx="12049831" cy="4674645"/>
            </a:xfrm>
            <a:custGeom>
              <a:avLst/>
              <a:pathLst>
                <a:path w="12049831" h="4674645">
                  <a:moveTo>
                    <a:pt x="0" y="20962"/>
                  </a:moveTo>
                  <a:lnTo>
                    <a:pt x="994940" y="20962"/>
                  </a:lnTo>
                  <a:lnTo>
                    <a:pt x="996076" y="20964"/>
                  </a:lnTo>
                  <a:lnTo>
                    <a:pt x="1003575" y="20982"/>
                  </a:lnTo>
                  <a:lnTo>
                    <a:pt x="1022577" y="21029"/>
                  </a:lnTo>
                  <a:lnTo>
                    <a:pt x="1056800" y="21122"/>
                  </a:lnTo>
                  <a:lnTo>
                    <a:pt x="1108313" y="21276"/>
                  </a:lnTo>
                  <a:lnTo>
                    <a:pt x="1177386" y="21503"/>
                  </a:lnTo>
                  <a:lnTo>
                    <a:pt x="1262545" y="21814"/>
                  </a:lnTo>
                  <a:lnTo>
                    <a:pt x="1360900" y="22213"/>
                  </a:lnTo>
                  <a:lnTo>
                    <a:pt x="1468669" y="22702"/>
                  </a:lnTo>
                  <a:lnTo>
                    <a:pt x="1581776" y="23282"/>
                  </a:lnTo>
                  <a:lnTo>
                    <a:pt x="1696380" y="23950"/>
                  </a:lnTo>
                  <a:lnTo>
                    <a:pt x="1809248" y="24705"/>
                  </a:lnTo>
                  <a:lnTo>
                    <a:pt x="1917933" y="25546"/>
                  </a:lnTo>
                  <a:lnTo>
                    <a:pt x="2020796" y="26476"/>
                  </a:lnTo>
                  <a:lnTo>
                    <a:pt x="2116921" y="27497"/>
                  </a:lnTo>
                  <a:lnTo>
                    <a:pt x="2205981" y="28618"/>
                  </a:lnTo>
                  <a:lnTo>
                    <a:pt x="2288090" y="29848"/>
                  </a:lnTo>
                  <a:lnTo>
                    <a:pt x="2363666" y="31200"/>
                  </a:lnTo>
                  <a:lnTo>
                    <a:pt x="2433324" y="32689"/>
                  </a:lnTo>
                  <a:lnTo>
                    <a:pt x="2497789" y="34332"/>
                  </a:lnTo>
                  <a:lnTo>
                    <a:pt x="2557837" y="36145"/>
                  </a:lnTo>
                  <a:lnTo>
                    <a:pt x="2614245" y="38144"/>
                  </a:lnTo>
                  <a:lnTo>
                    <a:pt x="2667747" y="40343"/>
                  </a:lnTo>
                  <a:lnTo>
                    <a:pt x="2702183" y="41925"/>
                  </a:lnTo>
                  <a:lnTo>
                    <a:pt x="2763753" y="45085"/>
                  </a:lnTo>
                  <a:lnTo>
                    <a:pt x="2823403" y="48562"/>
                  </a:lnTo>
                  <a:lnTo>
                    <a:pt x="2881849" y="52362"/>
                  </a:lnTo>
                  <a:lnTo>
                    <a:pt x="2939616" y="56477"/>
                  </a:lnTo>
                  <a:lnTo>
                    <a:pt x="2997073" y="60892"/>
                  </a:lnTo>
                  <a:lnTo>
                    <a:pt x="3054463" y="65576"/>
                  </a:lnTo>
                  <a:lnTo>
                    <a:pt x="3111921" y="70486"/>
                  </a:lnTo>
                  <a:lnTo>
                    <a:pt x="3169495" y="75569"/>
                  </a:lnTo>
                  <a:lnTo>
                    <a:pt x="3227169" y="80764"/>
                  </a:lnTo>
                  <a:lnTo>
                    <a:pt x="3284886" y="86000"/>
                  </a:lnTo>
                  <a:lnTo>
                    <a:pt x="3342573" y="91206"/>
                  </a:lnTo>
                  <a:lnTo>
                    <a:pt x="3400167" y="96314"/>
                  </a:lnTo>
                  <a:lnTo>
                    <a:pt x="3457645" y="101260"/>
                  </a:lnTo>
                  <a:lnTo>
                    <a:pt x="3515040" y="105988"/>
                  </a:lnTo>
                  <a:lnTo>
                    <a:pt x="3572471" y="110453"/>
                  </a:lnTo>
                  <a:lnTo>
                    <a:pt x="3630158" y="114624"/>
                  </a:lnTo>
                  <a:lnTo>
                    <a:pt x="3688449" y="118480"/>
                  </a:lnTo>
                  <a:lnTo>
                    <a:pt x="3747837" y="122015"/>
                  </a:lnTo>
                  <a:lnTo>
                    <a:pt x="3809001" y="125232"/>
                  </a:lnTo>
                  <a:lnTo>
                    <a:pt x="3820202" y="125775"/>
                  </a:lnTo>
                  <a:lnTo>
                    <a:pt x="3872135" y="128109"/>
                  </a:lnTo>
                  <a:lnTo>
                    <a:pt x="3926525" y="130241"/>
                  </a:lnTo>
                  <a:lnTo>
                    <a:pt x="3984058" y="132177"/>
                  </a:lnTo>
                  <a:lnTo>
                    <a:pt x="4045487" y="133931"/>
                  </a:lnTo>
                  <a:lnTo>
                    <a:pt x="4111593" y="135521"/>
                  </a:lnTo>
                  <a:lnTo>
                    <a:pt x="4183140" y="136963"/>
                  </a:lnTo>
                  <a:lnTo>
                    <a:pt x="4260826" y="138273"/>
                  </a:lnTo>
                  <a:lnTo>
                    <a:pt x="4345211" y="139465"/>
                  </a:lnTo>
                  <a:lnTo>
                    <a:pt x="4436626" y="140552"/>
                  </a:lnTo>
                  <a:lnTo>
                    <a:pt x="4535051" y="141542"/>
                  </a:lnTo>
                  <a:lnTo>
                    <a:pt x="4639983" y="142442"/>
                  </a:lnTo>
                  <a:lnTo>
                    <a:pt x="4750278" y="143254"/>
                  </a:lnTo>
                  <a:lnTo>
                    <a:pt x="4864036" y="143981"/>
                  </a:lnTo>
                  <a:lnTo>
                    <a:pt x="4978537" y="144620"/>
                  </a:lnTo>
                  <a:lnTo>
                    <a:pt x="5090317" y="145170"/>
                  </a:lnTo>
                  <a:lnTo>
                    <a:pt x="5195408" y="145629"/>
                  </a:lnTo>
                  <a:lnTo>
                    <a:pt x="5289766" y="145998"/>
                  </a:lnTo>
                  <a:lnTo>
                    <a:pt x="5369840" y="146280"/>
                  </a:lnTo>
                  <a:lnTo>
                    <a:pt x="5433160" y="146482"/>
                  </a:lnTo>
                  <a:lnTo>
                    <a:pt x="5478808" y="146614"/>
                  </a:lnTo>
                  <a:lnTo>
                    <a:pt x="5507658" y="146690"/>
                  </a:lnTo>
                  <a:lnTo>
                    <a:pt x="5522352" y="146726"/>
                  </a:lnTo>
                  <a:lnTo>
                    <a:pt x="5527101" y="146737"/>
                  </a:lnTo>
                  <a:lnTo>
                    <a:pt x="5527445" y="146737"/>
                  </a:lnTo>
                  <a:lnTo>
                    <a:pt x="6522385" y="146737"/>
                  </a:lnTo>
                  <a:lnTo>
                    <a:pt x="6523382" y="146813"/>
                  </a:lnTo>
                  <a:lnTo>
                    <a:pt x="6529974" y="147351"/>
                  </a:lnTo>
                  <a:lnTo>
                    <a:pt x="6546737" y="148837"/>
                  </a:lnTo>
                  <a:lnTo>
                    <a:pt x="6577068" y="151767"/>
                  </a:lnTo>
                  <a:lnTo>
                    <a:pt x="6623014" y="156618"/>
                  </a:lnTo>
                  <a:lnTo>
                    <a:pt x="6685119" y="163807"/>
                  </a:lnTo>
                  <a:lnTo>
                    <a:pt x="6762444" y="173659"/>
                  </a:lnTo>
                  <a:lnTo>
                    <a:pt x="6852764" y="186384"/>
                  </a:lnTo>
                  <a:lnTo>
                    <a:pt x="6952963" y="202083"/>
                  </a:lnTo>
                  <a:lnTo>
                    <a:pt x="7059506" y="220766"/>
                  </a:lnTo>
                  <a:lnTo>
                    <a:pt x="7168895" y="242386"/>
                  </a:lnTo>
                  <a:lnTo>
                    <a:pt x="7278026" y="266886"/>
                  </a:lnTo>
                  <a:lnTo>
                    <a:pt x="7384402" y="294226"/>
                  </a:lnTo>
                  <a:lnTo>
                    <a:pt x="7486210" y="324423"/>
                  </a:lnTo>
                  <a:lnTo>
                    <a:pt x="7582289" y="357560"/>
                  </a:lnTo>
                  <a:lnTo>
                    <a:pt x="7672044" y="393807"/>
                  </a:lnTo>
                  <a:lnTo>
                    <a:pt x="7755329" y="433415"/>
                  </a:lnTo>
                  <a:lnTo>
                    <a:pt x="7832331" y="476722"/>
                  </a:lnTo>
                  <a:lnTo>
                    <a:pt x="7903465" y="524143"/>
                  </a:lnTo>
                  <a:lnTo>
                    <a:pt x="7969293" y="576161"/>
                  </a:lnTo>
                  <a:lnTo>
                    <a:pt x="8030461" y="633302"/>
                  </a:lnTo>
                  <a:lnTo>
                    <a:pt x="8087649" y="696111"/>
                  </a:lnTo>
                  <a:lnTo>
                    <a:pt x="8141535" y="765090"/>
                  </a:lnTo>
                  <a:lnTo>
                    <a:pt x="8192763" y="840620"/>
                  </a:lnTo>
                  <a:lnTo>
                    <a:pt x="8229629" y="901389"/>
                  </a:lnTo>
                  <a:lnTo>
                    <a:pt x="8266245" y="967174"/>
                  </a:lnTo>
                  <a:lnTo>
                    <a:pt x="8302073" y="1036883"/>
                  </a:lnTo>
                  <a:lnTo>
                    <a:pt x="8337288" y="1110594"/>
                  </a:lnTo>
                  <a:lnTo>
                    <a:pt x="8372036" y="1188346"/>
                  </a:lnTo>
                  <a:lnTo>
                    <a:pt x="8406440" y="1270132"/>
                  </a:lnTo>
                  <a:lnTo>
                    <a:pt x="8440603" y="1355899"/>
                  </a:lnTo>
                  <a:lnTo>
                    <a:pt x="8474608" y="1445541"/>
                  </a:lnTo>
                  <a:lnTo>
                    <a:pt x="8508521" y="1538900"/>
                  </a:lnTo>
                  <a:lnTo>
                    <a:pt x="8542393" y="1635760"/>
                  </a:lnTo>
                  <a:lnTo>
                    <a:pt x="8576262" y="1735852"/>
                  </a:lnTo>
                  <a:lnTo>
                    <a:pt x="8610154" y="1838854"/>
                  </a:lnTo>
                  <a:lnTo>
                    <a:pt x="8644082" y="1944392"/>
                  </a:lnTo>
                  <a:lnTo>
                    <a:pt x="8678052" y="2052049"/>
                  </a:lnTo>
                  <a:lnTo>
                    <a:pt x="8712061" y="2161364"/>
                  </a:lnTo>
                  <a:lnTo>
                    <a:pt x="8746102" y="2271849"/>
                  </a:lnTo>
                  <a:lnTo>
                    <a:pt x="8780161" y="2382992"/>
                  </a:lnTo>
                  <a:lnTo>
                    <a:pt x="8814224" y="2494265"/>
                  </a:lnTo>
                  <a:lnTo>
                    <a:pt x="8848276" y="2605143"/>
                  </a:lnTo>
                  <a:lnTo>
                    <a:pt x="8882303" y="2715103"/>
                  </a:lnTo>
                  <a:lnTo>
                    <a:pt x="8916293" y="2823645"/>
                  </a:lnTo>
                  <a:lnTo>
                    <a:pt x="8950241" y="2930292"/>
                  </a:lnTo>
                  <a:lnTo>
                    <a:pt x="8984150" y="3034607"/>
                  </a:lnTo>
                  <a:lnTo>
                    <a:pt x="9018027" y="3136191"/>
                  </a:lnTo>
                  <a:lnTo>
                    <a:pt x="9051894" y="3234696"/>
                  </a:lnTo>
                  <a:lnTo>
                    <a:pt x="9085781" y="3329828"/>
                  </a:lnTo>
                  <a:lnTo>
                    <a:pt x="9119733" y="3421343"/>
                  </a:lnTo>
                  <a:lnTo>
                    <a:pt x="9153808" y="3509055"/>
                  </a:lnTo>
                  <a:lnTo>
                    <a:pt x="9188081" y="3592832"/>
                  </a:lnTo>
                  <a:lnTo>
                    <a:pt x="9222644" y="3672596"/>
                  </a:lnTo>
                  <a:lnTo>
                    <a:pt x="9257609" y="3748316"/>
                  </a:lnTo>
                  <a:lnTo>
                    <a:pt x="9293112" y="3820009"/>
                  </a:lnTo>
                  <a:lnTo>
                    <a:pt x="9329312" y="3887735"/>
                  </a:lnTo>
                  <a:lnTo>
                    <a:pt x="9347647" y="3919994"/>
                  </a:lnTo>
                  <a:lnTo>
                    <a:pt x="9397270" y="4000525"/>
                  </a:lnTo>
                  <a:lnTo>
                    <a:pt x="9449114" y="4074371"/>
                  </a:lnTo>
                  <a:lnTo>
                    <a:pt x="9503773" y="4141744"/>
                  </a:lnTo>
                  <a:lnTo>
                    <a:pt x="9561905" y="4203067"/>
                  </a:lnTo>
                  <a:lnTo>
                    <a:pt x="9624189" y="4258860"/>
                  </a:lnTo>
                  <a:lnTo>
                    <a:pt x="9691302" y="4309665"/>
                  </a:lnTo>
                  <a:lnTo>
                    <a:pt x="9763874" y="4356001"/>
                  </a:lnTo>
                  <a:lnTo>
                    <a:pt x="9842435" y="4398335"/>
                  </a:lnTo>
                  <a:lnTo>
                    <a:pt x="9927353" y="4437063"/>
                  </a:lnTo>
                  <a:lnTo>
                    <a:pt x="10018740" y="4472501"/>
                  </a:lnTo>
                  <a:lnTo>
                    <a:pt x="10116346" y="4504881"/>
                  </a:lnTo>
                  <a:lnTo>
                    <a:pt x="10219445" y="4534349"/>
                  </a:lnTo>
                  <a:lnTo>
                    <a:pt x="10326718" y="4560971"/>
                  </a:lnTo>
                  <a:lnTo>
                    <a:pt x="10436177" y="4584747"/>
                  </a:lnTo>
                  <a:lnTo>
                    <a:pt x="10545158" y="4605629"/>
                  </a:lnTo>
                  <a:lnTo>
                    <a:pt x="10650434" y="4623558"/>
                  </a:lnTo>
                  <a:lnTo>
                    <a:pt x="10748457" y="4638500"/>
                  </a:lnTo>
                  <a:lnTo>
                    <a:pt x="10835753" y="4650484"/>
                  </a:lnTo>
                  <a:lnTo>
                    <a:pt x="10909388" y="4659637"/>
                  </a:lnTo>
                  <a:lnTo>
                    <a:pt x="10967433" y="4666199"/>
                  </a:lnTo>
                  <a:lnTo>
                    <a:pt x="11009311" y="4670521"/>
                  </a:lnTo>
                  <a:lnTo>
                    <a:pt x="11035956" y="4673039"/>
                  </a:lnTo>
                  <a:lnTo>
                    <a:pt x="11049773" y="4674238"/>
                  </a:lnTo>
                  <a:lnTo>
                    <a:pt x="11054471" y="4674614"/>
                  </a:lnTo>
                  <a:lnTo>
                    <a:pt x="11054891" y="4674645"/>
                  </a:lnTo>
                  <a:lnTo>
                    <a:pt x="12049831" y="4674645"/>
                  </a:lnTo>
                  <a:lnTo>
                    <a:pt x="12049831" y="4653683"/>
                  </a:lnTo>
                  <a:lnTo>
                    <a:pt x="11054891" y="4653683"/>
                  </a:lnTo>
                  <a:lnTo>
                    <a:pt x="11053895" y="4653607"/>
                  </a:lnTo>
                  <a:lnTo>
                    <a:pt x="11047303" y="4653069"/>
                  </a:lnTo>
                  <a:lnTo>
                    <a:pt x="11030540" y="4651583"/>
                  </a:lnTo>
                  <a:lnTo>
                    <a:pt x="11000208" y="4648653"/>
                  </a:lnTo>
                  <a:lnTo>
                    <a:pt x="10954263" y="4643802"/>
                  </a:lnTo>
                  <a:lnTo>
                    <a:pt x="10892157" y="4636613"/>
                  </a:lnTo>
                  <a:lnTo>
                    <a:pt x="10814833" y="4626761"/>
                  </a:lnTo>
                  <a:lnTo>
                    <a:pt x="10724513" y="4614036"/>
                  </a:lnTo>
                  <a:lnTo>
                    <a:pt x="10624313" y="4598337"/>
                  </a:lnTo>
                  <a:lnTo>
                    <a:pt x="10517771" y="4579654"/>
                  </a:lnTo>
                  <a:lnTo>
                    <a:pt x="10408382" y="4558033"/>
                  </a:lnTo>
                  <a:lnTo>
                    <a:pt x="10299251" y="4533534"/>
                  </a:lnTo>
                  <a:lnTo>
                    <a:pt x="10192874" y="4506194"/>
                  </a:lnTo>
                  <a:lnTo>
                    <a:pt x="10091067" y="4475997"/>
                  </a:lnTo>
                  <a:lnTo>
                    <a:pt x="9994988" y="4442860"/>
                  </a:lnTo>
                  <a:lnTo>
                    <a:pt x="9905233" y="4406613"/>
                  </a:lnTo>
                  <a:lnTo>
                    <a:pt x="9821947" y="4367005"/>
                  </a:lnTo>
                  <a:lnTo>
                    <a:pt x="9744945" y="4323698"/>
                  </a:lnTo>
                  <a:lnTo>
                    <a:pt x="9673811" y="4276277"/>
                  </a:lnTo>
                  <a:lnTo>
                    <a:pt x="9607983" y="4224259"/>
                  </a:lnTo>
                  <a:lnTo>
                    <a:pt x="9546816" y="4167117"/>
                  </a:lnTo>
                  <a:lnTo>
                    <a:pt x="9489627" y="4104309"/>
                  </a:lnTo>
                  <a:lnTo>
                    <a:pt x="9435741" y="4035330"/>
                  </a:lnTo>
                  <a:lnTo>
                    <a:pt x="9384513" y="3959799"/>
                  </a:lnTo>
                  <a:lnTo>
                    <a:pt x="9347647" y="3899031"/>
                  </a:lnTo>
                  <a:lnTo>
                    <a:pt x="9311031" y="3833246"/>
                  </a:lnTo>
                  <a:lnTo>
                    <a:pt x="9275203" y="3763537"/>
                  </a:lnTo>
                  <a:lnTo>
                    <a:pt x="9239989" y="3689826"/>
                  </a:lnTo>
                  <a:lnTo>
                    <a:pt x="9205241" y="3612074"/>
                  </a:lnTo>
                  <a:lnTo>
                    <a:pt x="9170836" y="3530288"/>
                  </a:lnTo>
                  <a:lnTo>
                    <a:pt x="9136673" y="3444521"/>
                  </a:lnTo>
                  <a:lnTo>
                    <a:pt x="9102668" y="3354878"/>
                  </a:lnTo>
                  <a:lnTo>
                    <a:pt x="9068755" y="3261520"/>
                  </a:lnTo>
                  <a:lnTo>
                    <a:pt x="9034883" y="3164660"/>
                  </a:lnTo>
                  <a:lnTo>
                    <a:pt x="9001014" y="3064568"/>
                  </a:lnTo>
                  <a:lnTo>
                    <a:pt x="8967123" y="2961566"/>
                  </a:lnTo>
                  <a:lnTo>
                    <a:pt x="8933195" y="2856027"/>
                  </a:lnTo>
                  <a:lnTo>
                    <a:pt x="8899225" y="2748371"/>
                  </a:lnTo>
                  <a:lnTo>
                    <a:pt x="8865215" y="2639056"/>
                  </a:lnTo>
                  <a:lnTo>
                    <a:pt x="8831175" y="2528570"/>
                  </a:lnTo>
                  <a:lnTo>
                    <a:pt x="8797115" y="2417428"/>
                  </a:lnTo>
                  <a:lnTo>
                    <a:pt x="8763052" y="2306154"/>
                  </a:lnTo>
                  <a:lnTo>
                    <a:pt x="8729000" y="2195277"/>
                  </a:lnTo>
                  <a:lnTo>
                    <a:pt x="8694974" y="2085316"/>
                  </a:lnTo>
                  <a:lnTo>
                    <a:pt x="8660984" y="1976775"/>
                  </a:lnTo>
                  <a:lnTo>
                    <a:pt x="8627035" y="1870127"/>
                  </a:lnTo>
                  <a:lnTo>
                    <a:pt x="8593127" y="1765813"/>
                  </a:lnTo>
                  <a:lnTo>
                    <a:pt x="8559249" y="1664229"/>
                  </a:lnTo>
                  <a:lnTo>
                    <a:pt x="8525382" y="1565723"/>
                  </a:lnTo>
                  <a:lnTo>
                    <a:pt x="8491495" y="1470592"/>
                  </a:lnTo>
                  <a:lnTo>
                    <a:pt x="8457543" y="1379077"/>
                  </a:lnTo>
                  <a:lnTo>
                    <a:pt x="8423468" y="1291365"/>
                  </a:lnTo>
                  <a:lnTo>
                    <a:pt x="8389196" y="1207587"/>
                  </a:lnTo>
                  <a:lnTo>
                    <a:pt x="8354633" y="1127824"/>
                  </a:lnTo>
                  <a:lnTo>
                    <a:pt x="8319667" y="1052104"/>
                  </a:lnTo>
                  <a:lnTo>
                    <a:pt x="8284164" y="980411"/>
                  </a:lnTo>
                  <a:lnTo>
                    <a:pt x="8247964" y="912684"/>
                  </a:lnTo>
                  <a:lnTo>
                    <a:pt x="8229629" y="880426"/>
                  </a:lnTo>
                  <a:lnTo>
                    <a:pt x="8180006" y="799895"/>
                  </a:lnTo>
                  <a:lnTo>
                    <a:pt x="8128163" y="726049"/>
                  </a:lnTo>
                  <a:lnTo>
                    <a:pt x="8073503" y="658675"/>
                  </a:lnTo>
                  <a:lnTo>
                    <a:pt x="8015372" y="597352"/>
                  </a:lnTo>
                  <a:lnTo>
                    <a:pt x="7953087" y="541560"/>
                  </a:lnTo>
                  <a:lnTo>
                    <a:pt x="7885974" y="490755"/>
                  </a:lnTo>
                  <a:lnTo>
                    <a:pt x="7813403" y="444419"/>
                  </a:lnTo>
                  <a:lnTo>
                    <a:pt x="7734841" y="402085"/>
                  </a:lnTo>
                  <a:lnTo>
                    <a:pt x="7649923" y="363357"/>
                  </a:lnTo>
                  <a:lnTo>
                    <a:pt x="7558537" y="327919"/>
                  </a:lnTo>
                  <a:lnTo>
                    <a:pt x="7460931" y="295538"/>
                  </a:lnTo>
                  <a:lnTo>
                    <a:pt x="7357832" y="266070"/>
                  </a:lnTo>
                  <a:lnTo>
                    <a:pt x="7250559" y="239448"/>
                  </a:lnTo>
                  <a:lnTo>
                    <a:pt x="7141100" y="215673"/>
                  </a:lnTo>
                  <a:lnTo>
                    <a:pt x="7032118" y="194791"/>
                  </a:lnTo>
                  <a:lnTo>
                    <a:pt x="6926843" y="176861"/>
                  </a:lnTo>
                  <a:lnTo>
                    <a:pt x="6828819" y="161919"/>
                  </a:lnTo>
                  <a:lnTo>
                    <a:pt x="6741524" y="149935"/>
                  </a:lnTo>
                  <a:lnTo>
                    <a:pt x="6667889" y="140783"/>
                  </a:lnTo>
                  <a:lnTo>
                    <a:pt x="6609844" y="134221"/>
                  </a:lnTo>
                  <a:lnTo>
                    <a:pt x="6567965" y="129899"/>
                  </a:lnTo>
                  <a:lnTo>
                    <a:pt x="6541320" y="127381"/>
                  </a:lnTo>
                  <a:lnTo>
                    <a:pt x="6527504" y="126182"/>
                  </a:lnTo>
                  <a:lnTo>
                    <a:pt x="6522806" y="125806"/>
                  </a:lnTo>
                  <a:lnTo>
                    <a:pt x="6522385" y="125775"/>
                  </a:lnTo>
                  <a:lnTo>
                    <a:pt x="5527445" y="125775"/>
                  </a:lnTo>
                  <a:lnTo>
                    <a:pt x="5526309" y="125772"/>
                  </a:lnTo>
                  <a:lnTo>
                    <a:pt x="5518810" y="125755"/>
                  </a:lnTo>
                  <a:lnTo>
                    <a:pt x="5499808" y="125708"/>
                  </a:lnTo>
                  <a:lnTo>
                    <a:pt x="5465585" y="125615"/>
                  </a:lnTo>
                  <a:lnTo>
                    <a:pt x="5414072" y="125461"/>
                  </a:lnTo>
                  <a:lnTo>
                    <a:pt x="5344999" y="125233"/>
                  </a:lnTo>
                  <a:lnTo>
                    <a:pt x="5259840" y="124923"/>
                  </a:lnTo>
                  <a:lnTo>
                    <a:pt x="5161485" y="124524"/>
                  </a:lnTo>
                  <a:lnTo>
                    <a:pt x="5053716" y="124034"/>
                  </a:lnTo>
                  <a:lnTo>
                    <a:pt x="4940609" y="123455"/>
                  </a:lnTo>
                  <a:lnTo>
                    <a:pt x="4826005" y="122786"/>
                  </a:lnTo>
                  <a:lnTo>
                    <a:pt x="4713137" y="122032"/>
                  </a:lnTo>
                  <a:lnTo>
                    <a:pt x="4604452" y="121190"/>
                  </a:lnTo>
                  <a:lnTo>
                    <a:pt x="4501589" y="120261"/>
                  </a:lnTo>
                  <a:lnTo>
                    <a:pt x="4405464" y="119240"/>
                  </a:lnTo>
                  <a:lnTo>
                    <a:pt x="4316404" y="118119"/>
                  </a:lnTo>
                  <a:lnTo>
                    <a:pt x="4234295" y="116889"/>
                  </a:lnTo>
                  <a:lnTo>
                    <a:pt x="4158719" y="115537"/>
                  </a:lnTo>
                  <a:lnTo>
                    <a:pt x="4089061" y="114048"/>
                  </a:lnTo>
                  <a:lnTo>
                    <a:pt x="4024596" y="112405"/>
                  </a:lnTo>
                  <a:lnTo>
                    <a:pt x="3964548" y="110592"/>
                  </a:lnTo>
                  <a:lnTo>
                    <a:pt x="3908140" y="108592"/>
                  </a:lnTo>
                  <a:lnTo>
                    <a:pt x="3854638" y="106394"/>
                  </a:lnTo>
                  <a:lnTo>
                    <a:pt x="3820202" y="104812"/>
                  </a:lnTo>
                  <a:lnTo>
                    <a:pt x="3758632" y="101652"/>
                  </a:lnTo>
                  <a:lnTo>
                    <a:pt x="3698982" y="98174"/>
                  </a:lnTo>
                  <a:lnTo>
                    <a:pt x="3640536" y="94375"/>
                  </a:lnTo>
                  <a:lnTo>
                    <a:pt x="3582769" y="90259"/>
                  </a:lnTo>
                  <a:lnTo>
                    <a:pt x="3525312" y="85845"/>
                  </a:lnTo>
                  <a:lnTo>
                    <a:pt x="3467922" y="81161"/>
                  </a:lnTo>
                  <a:lnTo>
                    <a:pt x="3410464" y="76251"/>
                  </a:lnTo>
                  <a:lnTo>
                    <a:pt x="3352890" y="71167"/>
                  </a:lnTo>
                  <a:lnTo>
                    <a:pt x="3295216" y="65973"/>
                  </a:lnTo>
                  <a:lnTo>
                    <a:pt x="3237499" y="60737"/>
                  </a:lnTo>
                  <a:lnTo>
                    <a:pt x="3179812" y="55530"/>
                  </a:lnTo>
                  <a:lnTo>
                    <a:pt x="3122218" y="50422"/>
                  </a:lnTo>
                  <a:lnTo>
                    <a:pt x="3064740" y="45477"/>
                  </a:lnTo>
                  <a:lnTo>
                    <a:pt x="3007345" y="40749"/>
                  </a:lnTo>
                  <a:lnTo>
                    <a:pt x="2949914" y="36284"/>
                  </a:lnTo>
                  <a:lnTo>
                    <a:pt x="2892227" y="32113"/>
                  </a:lnTo>
                  <a:lnTo>
                    <a:pt x="2833936" y="28256"/>
                  </a:lnTo>
                  <a:lnTo>
                    <a:pt x="2774548" y="24721"/>
                  </a:lnTo>
                  <a:lnTo>
                    <a:pt x="2713384" y="21505"/>
                  </a:lnTo>
                  <a:lnTo>
                    <a:pt x="2702183" y="20962"/>
                  </a:lnTo>
                  <a:lnTo>
                    <a:pt x="2650250" y="18628"/>
                  </a:lnTo>
                  <a:lnTo>
                    <a:pt x="2595860" y="16496"/>
                  </a:lnTo>
                  <a:lnTo>
                    <a:pt x="2538327" y="14560"/>
                  </a:lnTo>
                  <a:lnTo>
                    <a:pt x="2476898" y="12805"/>
                  </a:lnTo>
                  <a:lnTo>
                    <a:pt x="2410792" y="11216"/>
                  </a:lnTo>
                  <a:lnTo>
                    <a:pt x="2339245" y="9774"/>
                  </a:lnTo>
                  <a:lnTo>
                    <a:pt x="2261559" y="8464"/>
                  </a:lnTo>
                  <a:lnTo>
                    <a:pt x="2177174" y="7271"/>
                  </a:lnTo>
                  <a:lnTo>
                    <a:pt x="2085759" y="6184"/>
                  </a:lnTo>
                  <a:lnTo>
                    <a:pt x="1987334" y="5194"/>
                  </a:lnTo>
                  <a:lnTo>
                    <a:pt x="1882402" y="4295"/>
                  </a:lnTo>
                  <a:lnTo>
                    <a:pt x="1772106" y="3482"/>
                  </a:lnTo>
                  <a:lnTo>
                    <a:pt x="1658349" y="2756"/>
                  </a:lnTo>
                  <a:lnTo>
                    <a:pt x="1543848" y="2117"/>
                  </a:lnTo>
                  <a:lnTo>
                    <a:pt x="1432068" y="1567"/>
                  </a:lnTo>
                  <a:lnTo>
                    <a:pt x="1326977" y="1108"/>
                  </a:lnTo>
                  <a:lnTo>
                    <a:pt x="1232619" y="738"/>
                  </a:lnTo>
                  <a:lnTo>
                    <a:pt x="1152545" y="456"/>
                  </a:lnTo>
                  <a:lnTo>
                    <a:pt x="1089225" y="255"/>
                  </a:lnTo>
                  <a:lnTo>
                    <a:pt x="1043577" y="122"/>
                  </a:lnTo>
                  <a:lnTo>
                    <a:pt x="1014727" y="46"/>
                  </a:lnTo>
                  <a:lnTo>
                    <a:pt x="1000033" y="11"/>
                  </a:lnTo>
                  <a:lnTo>
                    <a:pt x="995284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84" name="pl783"/>
            <p:cNvSpPr/>
            <p:nvPr/>
          </p:nvSpPr>
          <p:spPr>
            <a:xfrm>
              <a:off x="1199187" y="1435769"/>
              <a:ext cx="12049831" cy="4653683"/>
            </a:xfrm>
            <a:custGeom>
              <a:avLst/>
              <a:pathLst>
                <a:path w="12049831" h="4653683">
                  <a:moveTo>
                    <a:pt x="0" y="0"/>
                  </a:moveTo>
                  <a:lnTo>
                    <a:pt x="994940" y="0"/>
                  </a:lnTo>
                  <a:lnTo>
                    <a:pt x="996076" y="2"/>
                  </a:lnTo>
                  <a:lnTo>
                    <a:pt x="1003575" y="19"/>
                  </a:lnTo>
                  <a:lnTo>
                    <a:pt x="1022577" y="66"/>
                  </a:lnTo>
                  <a:lnTo>
                    <a:pt x="1056800" y="159"/>
                  </a:lnTo>
                  <a:lnTo>
                    <a:pt x="1108313" y="313"/>
                  </a:lnTo>
                  <a:lnTo>
                    <a:pt x="1177386" y="541"/>
                  </a:lnTo>
                  <a:lnTo>
                    <a:pt x="1262545" y="851"/>
                  </a:lnTo>
                  <a:lnTo>
                    <a:pt x="1360900" y="1250"/>
                  </a:lnTo>
                  <a:lnTo>
                    <a:pt x="1468669" y="1740"/>
                  </a:lnTo>
                  <a:lnTo>
                    <a:pt x="1581776" y="2320"/>
                  </a:lnTo>
                  <a:lnTo>
                    <a:pt x="1696380" y="2988"/>
                  </a:lnTo>
                  <a:lnTo>
                    <a:pt x="1809248" y="3743"/>
                  </a:lnTo>
                  <a:lnTo>
                    <a:pt x="1917933" y="4584"/>
                  </a:lnTo>
                  <a:lnTo>
                    <a:pt x="2020796" y="5513"/>
                  </a:lnTo>
                  <a:lnTo>
                    <a:pt x="2116921" y="6534"/>
                  </a:lnTo>
                  <a:lnTo>
                    <a:pt x="2205981" y="7655"/>
                  </a:lnTo>
                  <a:lnTo>
                    <a:pt x="2288090" y="8886"/>
                  </a:lnTo>
                  <a:lnTo>
                    <a:pt x="2363666" y="10238"/>
                  </a:lnTo>
                  <a:lnTo>
                    <a:pt x="2433324" y="11727"/>
                  </a:lnTo>
                  <a:lnTo>
                    <a:pt x="2497789" y="13369"/>
                  </a:lnTo>
                  <a:lnTo>
                    <a:pt x="2557837" y="15182"/>
                  </a:lnTo>
                  <a:lnTo>
                    <a:pt x="2614245" y="17182"/>
                  </a:lnTo>
                  <a:lnTo>
                    <a:pt x="2667747" y="19381"/>
                  </a:lnTo>
                  <a:lnTo>
                    <a:pt x="2702183" y="20962"/>
                  </a:lnTo>
                  <a:lnTo>
                    <a:pt x="2763753" y="24122"/>
                  </a:lnTo>
                  <a:lnTo>
                    <a:pt x="2823403" y="27600"/>
                  </a:lnTo>
                  <a:lnTo>
                    <a:pt x="2881849" y="31399"/>
                  </a:lnTo>
                  <a:lnTo>
                    <a:pt x="2939616" y="35515"/>
                  </a:lnTo>
                  <a:lnTo>
                    <a:pt x="2997073" y="39929"/>
                  </a:lnTo>
                  <a:lnTo>
                    <a:pt x="3054463" y="44613"/>
                  </a:lnTo>
                  <a:lnTo>
                    <a:pt x="3111921" y="49523"/>
                  </a:lnTo>
                  <a:lnTo>
                    <a:pt x="3169495" y="54607"/>
                  </a:lnTo>
                  <a:lnTo>
                    <a:pt x="3227169" y="59801"/>
                  </a:lnTo>
                  <a:lnTo>
                    <a:pt x="3284886" y="65037"/>
                  </a:lnTo>
                  <a:lnTo>
                    <a:pt x="3342573" y="70244"/>
                  </a:lnTo>
                  <a:lnTo>
                    <a:pt x="3400167" y="75352"/>
                  </a:lnTo>
                  <a:lnTo>
                    <a:pt x="3457645" y="80297"/>
                  </a:lnTo>
                  <a:lnTo>
                    <a:pt x="3515040" y="85025"/>
                  </a:lnTo>
                  <a:lnTo>
                    <a:pt x="3572471" y="89490"/>
                  </a:lnTo>
                  <a:lnTo>
                    <a:pt x="3630158" y="93661"/>
                  </a:lnTo>
                  <a:lnTo>
                    <a:pt x="3688449" y="97518"/>
                  </a:lnTo>
                  <a:lnTo>
                    <a:pt x="3747837" y="101053"/>
                  </a:lnTo>
                  <a:lnTo>
                    <a:pt x="3809001" y="104269"/>
                  </a:lnTo>
                  <a:lnTo>
                    <a:pt x="3820202" y="104812"/>
                  </a:lnTo>
                  <a:lnTo>
                    <a:pt x="3872135" y="107147"/>
                  </a:lnTo>
                  <a:lnTo>
                    <a:pt x="3926525" y="109278"/>
                  </a:lnTo>
                  <a:lnTo>
                    <a:pt x="3984058" y="111215"/>
                  </a:lnTo>
                  <a:lnTo>
                    <a:pt x="4045487" y="112969"/>
                  </a:lnTo>
                  <a:lnTo>
                    <a:pt x="4111593" y="114558"/>
                  </a:lnTo>
                  <a:lnTo>
                    <a:pt x="4183140" y="116000"/>
                  </a:lnTo>
                  <a:lnTo>
                    <a:pt x="4260826" y="117310"/>
                  </a:lnTo>
                  <a:lnTo>
                    <a:pt x="4345211" y="118503"/>
                  </a:lnTo>
                  <a:lnTo>
                    <a:pt x="4436626" y="119590"/>
                  </a:lnTo>
                  <a:lnTo>
                    <a:pt x="4535051" y="120580"/>
                  </a:lnTo>
                  <a:lnTo>
                    <a:pt x="4639983" y="121479"/>
                  </a:lnTo>
                  <a:lnTo>
                    <a:pt x="4750278" y="122292"/>
                  </a:lnTo>
                  <a:lnTo>
                    <a:pt x="4864036" y="123018"/>
                  </a:lnTo>
                  <a:lnTo>
                    <a:pt x="4978537" y="123657"/>
                  </a:lnTo>
                  <a:lnTo>
                    <a:pt x="5090317" y="124207"/>
                  </a:lnTo>
                  <a:lnTo>
                    <a:pt x="5195408" y="124667"/>
                  </a:lnTo>
                  <a:lnTo>
                    <a:pt x="5289766" y="125036"/>
                  </a:lnTo>
                  <a:lnTo>
                    <a:pt x="5369840" y="125318"/>
                  </a:lnTo>
                  <a:lnTo>
                    <a:pt x="5433160" y="125520"/>
                  </a:lnTo>
                  <a:lnTo>
                    <a:pt x="5478808" y="125652"/>
                  </a:lnTo>
                  <a:lnTo>
                    <a:pt x="5507658" y="125728"/>
                  </a:lnTo>
                  <a:lnTo>
                    <a:pt x="5522352" y="125763"/>
                  </a:lnTo>
                  <a:lnTo>
                    <a:pt x="5527101" y="125774"/>
                  </a:lnTo>
                  <a:lnTo>
                    <a:pt x="5527445" y="125775"/>
                  </a:lnTo>
                  <a:lnTo>
                    <a:pt x="6522385" y="125775"/>
                  </a:lnTo>
                  <a:lnTo>
                    <a:pt x="6523382" y="125850"/>
                  </a:lnTo>
                  <a:lnTo>
                    <a:pt x="6529974" y="126388"/>
                  </a:lnTo>
                  <a:lnTo>
                    <a:pt x="6546737" y="127874"/>
                  </a:lnTo>
                  <a:lnTo>
                    <a:pt x="6577068" y="130805"/>
                  </a:lnTo>
                  <a:lnTo>
                    <a:pt x="6623014" y="135656"/>
                  </a:lnTo>
                  <a:lnTo>
                    <a:pt x="6685119" y="142845"/>
                  </a:lnTo>
                  <a:lnTo>
                    <a:pt x="6762444" y="152696"/>
                  </a:lnTo>
                  <a:lnTo>
                    <a:pt x="6852764" y="165422"/>
                  </a:lnTo>
                  <a:lnTo>
                    <a:pt x="6952963" y="181121"/>
                  </a:lnTo>
                  <a:lnTo>
                    <a:pt x="7059506" y="199803"/>
                  </a:lnTo>
                  <a:lnTo>
                    <a:pt x="7168895" y="221424"/>
                  </a:lnTo>
                  <a:lnTo>
                    <a:pt x="7278026" y="245923"/>
                  </a:lnTo>
                  <a:lnTo>
                    <a:pt x="7384402" y="273264"/>
                  </a:lnTo>
                  <a:lnTo>
                    <a:pt x="7486210" y="303460"/>
                  </a:lnTo>
                  <a:lnTo>
                    <a:pt x="7582289" y="336598"/>
                  </a:lnTo>
                  <a:lnTo>
                    <a:pt x="7672044" y="372844"/>
                  </a:lnTo>
                  <a:lnTo>
                    <a:pt x="7755329" y="412452"/>
                  </a:lnTo>
                  <a:lnTo>
                    <a:pt x="7832331" y="455759"/>
                  </a:lnTo>
                  <a:lnTo>
                    <a:pt x="7903465" y="503181"/>
                  </a:lnTo>
                  <a:lnTo>
                    <a:pt x="7969293" y="555198"/>
                  </a:lnTo>
                  <a:lnTo>
                    <a:pt x="8030461" y="612340"/>
                  </a:lnTo>
                  <a:lnTo>
                    <a:pt x="8087649" y="675148"/>
                  </a:lnTo>
                  <a:lnTo>
                    <a:pt x="8141535" y="744127"/>
                  </a:lnTo>
                  <a:lnTo>
                    <a:pt x="8192763" y="819658"/>
                  </a:lnTo>
                  <a:lnTo>
                    <a:pt x="8229629" y="880426"/>
                  </a:lnTo>
                  <a:lnTo>
                    <a:pt x="8266245" y="946212"/>
                  </a:lnTo>
                  <a:lnTo>
                    <a:pt x="8302073" y="1015921"/>
                  </a:lnTo>
                  <a:lnTo>
                    <a:pt x="8337288" y="1089632"/>
                  </a:lnTo>
                  <a:lnTo>
                    <a:pt x="8372036" y="1167383"/>
                  </a:lnTo>
                  <a:lnTo>
                    <a:pt x="8406440" y="1249170"/>
                  </a:lnTo>
                  <a:lnTo>
                    <a:pt x="8440603" y="1334937"/>
                  </a:lnTo>
                  <a:lnTo>
                    <a:pt x="8474608" y="1424579"/>
                  </a:lnTo>
                  <a:lnTo>
                    <a:pt x="8508521" y="1517937"/>
                  </a:lnTo>
                  <a:lnTo>
                    <a:pt x="8542393" y="1614797"/>
                  </a:lnTo>
                  <a:lnTo>
                    <a:pt x="8576262" y="1714889"/>
                  </a:lnTo>
                  <a:lnTo>
                    <a:pt x="8610154" y="1817891"/>
                  </a:lnTo>
                  <a:lnTo>
                    <a:pt x="8644082" y="1923430"/>
                  </a:lnTo>
                  <a:lnTo>
                    <a:pt x="8678052" y="2031086"/>
                  </a:lnTo>
                  <a:lnTo>
                    <a:pt x="8712061" y="2140402"/>
                  </a:lnTo>
                  <a:lnTo>
                    <a:pt x="8746102" y="2250887"/>
                  </a:lnTo>
                  <a:lnTo>
                    <a:pt x="8780161" y="2362029"/>
                  </a:lnTo>
                  <a:lnTo>
                    <a:pt x="8814224" y="2473303"/>
                  </a:lnTo>
                  <a:lnTo>
                    <a:pt x="8848276" y="2584180"/>
                  </a:lnTo>
                  <a:lnTo>
                    <a:pt x="8882303" y="2694141"/>
                  </a:lnTo>
                  <a:lnTo>
                    <a:pt x="8916293" y="2802682"/>
                  </a:lnTo>
                  <a:lnTo>
                    <a:pt x="8950241" y="2909330"/>
                  </a:lnTo>
                  <a:lnTo>
                    <a:pt x="8984150" y="3013644"/>
                  </a:lnTo>
                  <a:lnTo>
                    <a:pt x="9018027" y="3115228"/>
                  </a:lnTo>
                  <a:lnTo>
                    <a:pt x="9051894" y="3213734"/>
                  </a:lnTo>
                  <a:lnTo>
                    <a:pt x="9085781" y="3308865"/>
                  </a:lnTo>
                  <a:lnTo>
                    <a:pt x="9119733" y="3400380"/>
                  </a:lnTo>
                  <a:lnTo>
                    <a:pt x="9153808" y="3488092"/>
                  </a:lnTo>
                  <a:lnTo>
                    <a:pt x="9188081" y="3571870"/>
                  </a:lnTo>
                  <a:lnTo>
                    <a:pt x="9222644" y="3651633"/>
                  </a:lnTo>
                  <a:lnTo>
                    <a:pt x="9257609" y="3727353"/>
                  </a:lnTo>
                  <a:lnTo>
                    <a:pt x="9293112" y="3799047"/>
                  </a:lnTo>
                  <a:lnTo>
                    <a:pt x="9329312" y="3866773"/>
                  </a:lnTo>
                  <a:lnTo>
                    <a:pt x="9347647" y="3899031"/>
                  </a:lnTo>
                  <a:lnTo>
                    <a:pt x="9397270" y="3979563"/>
                  </a:lnTo>
                  <a:lnTo>
                    <a:pt x="9449114" y="4053409"/>
                  </a:lnTo>
                  <a:lnTo>
                    <a:pt x="9503773" y="4120782"/>
                  </a:lnTo>
                  <a:lnTo>
                    <a:pt x="9561905" y="4182105"/>
                  </a:lnTo>
                  <a:lnTo>
                    <a:pt x="9624189" y="4237897"/>
                  </a:lnTo>
                  <a:lnTo>
                    <a:pt x="9691302" y="4288702"/>
                  </a:lnTo>
                  <a:lnTo>
                    <a:pt x="9763874" y="4335038"/>
                  </a:lnTo>
                  <a:lnTo>
                    <a:pt x="9842435" y="4377372"/>
                  </a:lnTo>
                  <a:lnTo>
                    <a:pt x="9927353" y="4416100"/>
                  </a:lnTo>
                  <a:lnTo>
                    <a:pt x="10018740" y="4451539"/>
                  </a:lnTo>
                  <a:lnTo>
                    <a:pt x="10116346" y="4483919"/>
                  </a:lnTo>
                  <a:lnTo>
                    <a:pt x="10219445" y="4513387"/>
                  </a:lnTo>
                  <a:lnTo>
                    <a:pt x="10326718" y="4540009"/>
                  </a:lnTo>
                  <a:lnTo>
                    <a:pt x="10436177" y="4563784"/>
                  </a:lnTo>
                  <a:lnTo>
                    <a:pt x="10545158" y="4584666"/>
                  </a:lnTo>
                  <a:lnTo>
                    <a:pt x="10650434" y="4602596"/>
                  </a:lnTo>
                  <a:lnTo>
                    <a:pt x="10748457" y="4617538"/>
                  </a:lnTo>
                  <a:lnTo>
                    <a:pt x="10835753" y="4629522"/>
                  </a:lnTo>
                  <a:lnTo>
                    <a:pt x="10909388" y="4638674"/>
                  </a:lnTo>
                  <a:lnTo>
                    <a:pt x="10967433" y="4645236"/>
                  </a:lnTo>
                  <a:lnTo>
                    <a:pt x="11009311" y="4649558"/>
                  </a:lnTo>
                  <a:lnTo>
                    <a:pt x="11035956" y="4652076"/>
                  </a:lnTo>
                  <a:lnTo>
                    <a:pt x="11049773" y="4653275"/>
                  </a:lnTo>
                  <a:lnTo>
                    <a:pt x="11054471" y="4653651"/>
                  </a:lnTo>
                  <a:lnTo>
                    <a:pt x="11054891" y="4653683"/>
                  </a:lnTo>
                  <a:lnTo>
                    <a:pt x="12049831" y="4653683"/>
                  </a:lnTo>
                  <a:lnTo>
                    <a:pt x="12049831" y="46536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5" name="pl784"/>
            <p:cNvSpPr/>
            <p:nvPr/>
          </p:nvSpPr>
          <p:spPr>
            <a:xfrm>
              <a:off x="1199187" y="1414806"/>
              <a:ext cx="12049831" cy="4653683"/>
            </a:xfrm>
            <a:custGeom>
              <a:avLst/>
              <a:pathLst>
                <a:path w="12049831" h="4653683">
                  <a:moveTo>
                    <a:pt x="12049831" y="4653683"/>
                  </a:moveTo>
                  <a:lnTo>
                    <a:pt x="11054891" y="4653683"/>
                  </a:lnTo>
                  <a:lnTo>
                    <a:pt x="11053895" y="4653607"/>
                  </a:lnTo>
                  <a:lnTo>
                    <a:pt x="11047303" y="4653069"/>
                  </a:lnTo>
                  <a:lnTo>
                    <a:pt x="11030540" y="4651583"/>
                  </a:lnTo>
                  <a:lnTo>
                    <a:pt x="11000208" y="4648653"/>
                  </a:lnTo>
                  <a:lnTo>
                    <a:pt x="10954263" y="4643802"/>
                  </a:lnTo>
                  <a:lnTo>
                    <a:pt x="10892157" y="4636613"/>
                  </a:lnTo>
                  <a:lnTo>
                    <a:pt x="10814833" y="4626761"/>
                  </a:lnTo>
                  <a:lnTo>
                    <a:pt x="10724513" y="4614036"/>
                  </a:lnTo>
                  <a:lnTo>
                    <a:pt x="10624313" y="4598337"/>
                  </a:lnTo>
                  <a:lnTo>
                    <a:pt x="10517771" y="4579654"/>
                  </a:lnTo>
                  <a:lnTo>
                    <a:pt x="10408382" y="4558033"/>
                  </a:lnTo>
                  <a:lnTo>
                    <a:pt x="10299251" y="4533534"/>
                  </a:lnTo>
                  <a:lnTo>
                    <a:pt x="10192874" y="4506194"/>
                  </a:lnTo>
                  <a:lnTo>
                    <a:pt x="10091067" y="4475997"/>
                  </a:lnTo>
                  <a:lnTo>
                    <a:pt x="9994988" y="4442860"/>
                  </a:lnTo>
                  <a:lnTo>
                    <a:pt x="9905233" y="4406613"/>
                  </a:lnTo>
                  <a:lnTo>
                    <a:pt x="9821947" y="4367005"/>
                  </a:lnTo>
                  <a:lnTo>
                    <a:pt x="9744945" y="4323698"/>
                  </a:lnTo>
                  <a:lnTo>
                    <a:pt x="9673811" y="4276277"/>
                  </a:lnTo>
                  <a:lnTo>
                    <a:pt x="9607983" y="4224259"/>
                  </a:lnTo>
                  <a:lnTo>
                    <a:pt x="9546816" y="4167117"/>
                  </a:lnTo>
                  <a:lnTo>
                    <a:pt x="9489627" y="4104309"/>
                  </a:lnTo>
                  <a:lnTo>
                    <a:pt x="9435741" y="4035330"/>
                  </a:lnTo>
                  <a:lnTo>
                    <a:pt x="9384513" y="3959799"/>
                  </a:lnTo>
                  <a:lnTo>
                    <a:pt x="9347647" y="3899031"/>
                  </a:lnTo>
                  <a:lnTo>
                    <a:pt x="9311031" y="3833246"/>
                  </a:lnTo>
                  <a:lnTo>
                    <a:pt x="9275203" y="3763537"/>
                  </a:lnTo>
                  <a:lnTo>
                    <a:pt x="9239989" y="3689826"/>
                  </a:lnTo>
                  <a:lnTo>
                    <a:pt x="9205241" y="3612074"/>
                  </a:lnTo>
                  <a:lnTo>
                    <a:pt x="9170836" y="3530288"/>
                  </a:lnTo>
                  <a:lnTo>
                    <a:pt x="9136673" y="3444521"/>
                  </a:lnTo>
                  <a:lnTo>
                    <a:pt x="9102668" y="3354878"/>
                  </a:lnTo>
                  <a:lnTo>
                    <a:pt x="9068755" y="3261520"/>
                  </a:lnTo>
                  <a:lnTo>
                    <a:pt x="9034883" y="3164660"/>
                  </a:lnTo>
                  <a:lnTo>
                    <a:pt x="9001014" y="3064568"/>
                  </a:lnTo>
                  <a:lnTo>
                    <a:pt x="8967123" y="2961566"/>
                  </a:lnTo>
                  <a:lnTo>
                    <a:pt x="8933195" y="2856027"/>
                  </a:lnTo>
                  <a:lnTo>
                    <a:pt x="8899225" y="2748371"/>
                  </a:lnTo>
                  <a:lnTo>
                    <a:pt x="8865215" y="2639056"/>
                  </a:lnTo>
                  <a:lnTo>
                    <a:pt x="8831175" y="2528570"/>
                  </a:lnTo>
                  <a:lnTo>
                    <a:pt x="8797115" y="2417428"/>
                  </a:lnTo>
                  <a:lnTo>
                    <a:pt x="8763052" y="2306154"/>
                  </a:lnTo>
                  <a:lnTo>
                    <a:pt x="8729000" y="2195277"/>
                  </a:lnTo>
                  <a:lnTo>
                    <a:pt x="8694974" y="2085316"/>
                  </a:lnTo>
                  <a:lnTo>
                    <a:pt x="8660984" y="1976775"/>
                  </a:lnTo>
                  <a:lnTo>
                    <a:pt x="8627035" y="1870127"/>
                  </a:lnTo>
                  <a:lnTo>
                    <a:pt x="8593127" y="1765813"/>
                  </a:lnTo>
                  <a:lnTo>
                    <a:pt x="8559249" y="1664229"/>
                  </a:lnTo>
                  <a:lnTo>
                    <a:pt x="8525382" y="1565723"/>
                  </a:lnTo>
                  <a:lnTo>
                    <a:pt x="8491495" y="1470592"/>
                  </a:lnTo>
                  <a:lnTo>
                    <a:pt x="8457543" y="1379077"/>
                  </a:lnTo>
                  <a:lnTo>
                    <a:pt x="8423468" y="1291365"/>
                  </a:lnTo>
                  <a:lnTo>
                    <a:pt x="8389196" y="1207587"/>
                  </a:lnTo>
                  <a:lnTo>
                    <a:pt x="8354633" y="1127824"/>
                  </a:lnTo>
                  <a:lnTo>
                    <a:pt x="8319667" y="1052104"/>
                  </a:lnTo>
                  <a:lnTo>
                    <a:pt x="8284164" y="980411"/>
                  </a:lnTo>
                  <a:lnTo>
                    <a:pt x="8247964" y="912684"/>
                  </a:lnTo>
                  <a:lnTo>
                    <a:pt x="8229629" y="880426"/>
                  </a:lnTo>
                  <a:lnTo>
                    <a:pt x="8180006" y="799895"/>
                  </a:lnTo>
                  <a:lnTo>
                    <a:pt x="8128163" y="726049"/>
                  </a:lnTo>
                  <a:lnTo>
                    <a:pt x="8073503" y="658675"/>
                  </a:lnTo>
                  <a:lnTo>
                    <a:pt x="8015372" y="597352"/>
                  </a:lnTo>
                  <a:lnTo>
                    <a:pt x="7953087" y="541560"/>
                  </a:lnTo>
                  <a:lnTo>
                    <a:pt x="7885974" y="490755"/>
                  </a:lnTo>
                  <a:lnTo>
                    <a:pt x="7813403" y="444419"/>
                  </a:lnTo>
                  <a:lnTo>
                    <a:pt x="7734841" y="402085"/>
                  </a:lnTo>
                  <a:lnTo>
                    <a:pt x="7649923" y="363357"/>
                  </a:lnTo>
                  <a:lnTo>
                    <a:pt x="7558537" y="327919"/>
                  </a:lnTo>
                  <a:lnTo>
                    <a:pt x="7460931" y="295538"/>
                  </a:lnTo>
                  <a:lnTo>
                    <a:pt x="7357832" y="266070"/>
                  </a:lnTo>
                  <a:lnTo>
                    <a:pt x="7250559" y="239448"/>
                  </a:lnTo>
                  <a:lnTo>
                    <a:pt x="7141100" y="215673"/>
                  </a:lnTo>
                  <a:lnTo>
                    <a:pt x="7032118" y="194791"/>
                  </a:lnTo>
                  <a:lnTo>
                    <a:pt x="6926843" y="176861"/>
                  </a:lnTo>
                  <a:lnTo>
                    <a:pt x="6828819" y="161919"/>
                  </a:lnTo>
                  <a:lnTo>
                    <a:pt x="6741524" y="149935"/>
                  </a:lnTo>
                  <a:lnTo>
                    <a:pt x="6667889" y="140783"/>
                  </a:lnTo>
                  <a:lnTo>
                    <a:pt x="6609844" y="134221"/>
                  </a:lnTo>
                  <a:lnTo>
                    <a:pt x="6567965" y="129899"/>
                  </a:lnTo>
                  <a:lnTo>
                    <a:pt x="6541320" y="127381"/>
                  </a:lnTo>
                  <a:lnTo>
                    <a:pt x="6527504" y="126182"/>
                  </a:lnTo>
                  <a:lnTo>
                    <a:pt x="6522806" y="125806"/>
                  </a:lnTo>
                  <a:lnTo>
                    <a:pt x="6522385" y="125775"/>
                  </a:lnTo>
                  <a:lnTo>
                    <a:pt x="5527445" y="125775"/>
                  </a:lnTo>
                  <a:lnTo>
                    <a:pt x="5526309" y="125772"/>
                  </a:lnTo>
                  <a:lnTo>
                    <a:pt x="5518810" y="125755"/>
                  </a:lnTo>
                  <a:lnTo>
                    <a:pt x="5499808" y="125708"/>
                  </a:lnTo>
                  <a:lnTo>
                    <a:pt x="5465585" y="125615"/>
                  </a:lnTo>
                  <a:lnTo>
                    <a:pt x="5414072" y="125461"/>
                  </a:lnTo>
                  <a:lnTo>
                    <a:pt x="5344999" y="125233"/>
                  </a:lnTo>
                  <a:lnTo>
                    <a:pt x="5259840" y="124923"/>
                  </a:lnTo>
                  <a:lnTo>
                    <a:pt x="5161485" y="124524"/>
                  </a:lnTo>
                  <a:lnTo>
                    <a:pt x="5053716" y="124034"/>
                  </a:lnTo>
                  <a:lnTo>
                    <a:pt x="4940609" y="123455"/>
                  </a:lnTo>
                  <a:lnTo>
                    <a:pt x="4826005" y="122786"/>
                  </a:lnTo>
                  <a:lnTo>
                    <a:pt x="4713137" y="122032"/>
                  </a:lnTo>
                  <a:lnTo>
                    <a:pt x="4604452" y="121190"/>
                  </a:lnTo>
                  <a:lnTo>
                    <a:pt x="4501589" y="120261"/>
                  </a:lnTo>
                  <a:lnTo>
                    <a:pt x="4405464" y="119240"/>
                  </a:lnTo>
                  <a:lnTo>
                    <a:pt x="4316404" y="118119"/>
                  </a:lnTo>
                  <a:lnTo>
                    <a:pt x="4234295" y="116889"/>
                  </a:lnTo>
                  <a:lnTo>
                    <a:pt x="4158719" y="115537"/>
                  </a:lnTo>
                  <a:lnTo>
                    <a:pt x="4089061" y="114048"/>
                  </a:lnTo>
                  <a:lnTo>
                    <a:pt x="4024596" y="112405"/>
                  </a:lnTo>
                  <a:lnTo>
                    <a:pt x="3964548" y="110592"/>
                  </a:lnTo>
                  <a:lnTo>
                    <a:pt x="3908140" y="108592"/>
                  </a:lnTo>
                  <a:lnTo>
                    <a:pt x="3854638" y="106394"/>
                  </a:lnTo>
                  <a:lnTo>
                    <a:pt x="3820202" y="104812"/>
                  </a:lnTo>
                  <a:lnTo>
                    <a:pt x="3758632" y="101652"/>
                  </a:lnTo>
                  <a:lnTo>
                    <a:pt x="3698982" y="98174"/>
                  </a:lnTo>
                  <a:lnTo>
                    <a:pt x="3640536" y="94375"/>
                  </a:lnTo>
                  <a:lnTo>
                    <a:pt x="3582769" y="90259"/>
                  </a:lnTo>
                  <a:lnTo>
                    <a:pt x="3525312" y="85845"/>
                  </a:lnTo>
                  <a:lnTo>
                    <a:pt x="3467922" y="81161"/>
                  </a:lnTo>
                  <a:lnTo>
                    <a:pt x="3410464" y="76251"/>
                  </a:lnTo>
                  <a:lnTo>
                    <a:pt x="3352890" y="71167"/>
                  </a:lnTo>
                  <a:lnTo>
                    <a:pt x="3295216" y="65973"/>
                  </a:lnTo>
                  <a:lnTo>
                    <a:pt x="3237499" y="60737"/>
                  </a:lnTo>
                  <a:lnTo>
                    <a:pt x="3179812" y="55530"/>
                  </a:lnTo>
                  <a:lnTo>
                    <a:pt x="3122218" y="50422"/>
                  </a:lnTo>
                  <a:lnTo>
                    <a:pt x="3064740" y="45477"/>
                  </a:lnTo>
                  <a:lnTo>
                    <a:pt x="3007345" y="40749"/>
                  </a:lnTo>
                  <a:lnTo>
                    <a:pt x="2949914" y="36284"/>
                  </a:lnTo>
                  <a:lnTo>
                    <a:pt x="2892227" y="32113"/>
                  </a:lnTo>
                  <a:lnTo>
                    <a:pt x="2833936" y="28256"/>
                  </a:lnTo>
                  <a:lnTo>
                    <a:pt x="2774548" y="24721"/>
                  </a:lnTo>
                  <a:lnTo>
                    <a:pt x="2713384" y="21505"/>
                  </a:lnTo>
                  <a:lnTo>
                    <a:pt x="2702183" y="20962"/>
                  </a:lnTo>
                  <a:lnTo>
                    <a:pt x="2650250" y="18628"/>
                  </a:lnTo>
                  <a:lnTo>
                    <a:pt x="2595860" y="16496"/>
                  </a:lnTo>
                  <a:lnTo>
                    <a:pt x="2538327" y="14560"/>
                  </a:lnTo>
                  <a:lnTo>
                    <a:pt x="2476898" y="12805"/>
                  </a:lnTo>
                  <a:lnTo>
                    <a:pt x="2410792" y="11216"/>
                  </a:lnTo>
                  <a:lnTo>
                    <a:pt x="2339245" y="9774"/>
                  </a:lnTo>
                  <a:lnTo>
                    <a:pt x="2261559" y="8464"/>
                  </a:lnTo>
                  <a:lnTo>
                    <a:pt x="2177174" y="7271"/>
                  </a:lnTo>
                  <a:lnTo>
                    <a:pt x="2085759" y="6184"/>
                  </a:lnTo>
                  <a:lnTo>
                    <a:pt x="1987334" y="5194"/>
                  </a:lnTo>
                  <a:lnTo>
                    <a:pt x="1882402" y="4295"/>
                  </a:lnTo>
                  <a:lnTo>
                    <a:pt x="1772106" y="3482"/>
                  </a:lnTo>
                  <a:lnTo>
                    <a:pt x="1658349" y="2756"/>
                  </a:lnTo>
                  <a:lnTo>
                    <a:pt x="1543848" y="2117"/>
                  </a:lnTo>
                  <a:lnTo>
                    <a:pt x="1432068" y="1567"/>
                  </a:lnTo>
                  <a:lnTo>
                    <a:pt x="1326977" y="1108"/>
                  </a:lnTo>
                  <a:lnTo>
                    <a:pt x="1232619" y="738"/>
                  </a:lnTo>
                  <a:lnTo>
                    <a:pt x="1152545" y="456"/>
                  </a:lnTo>
                  <a:lnTo>
                    <a:pt x="1089225" y="255"/>
                  </a:lnTo>
                  <a:lnTo>
                    <a:pt x="1043577" y="122"/>
                  </a:lnTo>
                  <a:lnTo>
                    <a:pt x="1014727" y="46"/>
                  </a:lnTo>
                  <a:lnTo>
                    <a:pt x="1000033" y="11"/>
                  </a:lnTo>
                  <a:lnTo>
                    <a:pt x="995284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6" name="pg785"/>
            <p:cNvSpPr/>
            <p:nvPr/>
          </p:nvSpPr>
          <p:spPr>
            <a:xfrm>
              <a:off x="1199187" y="1435769"/>
              <a:ext cx="12049831" cy="4941917"/>
            </a:xfrm>
            <a:custGeom>
              <a:avLst/>
              <a:pathLst>
                <a:path w="12049831" h="4941917">
                  <a:moveTo>
                    <a:pt x="0" y="10481"/>
                  </a:moveTo>
                  <a:lnTo>
                    <a:pt x="994940" y="10481"/>
                  </a:lnTo>
                  <a:lnTo>
                    <a:pt x="996076" y="10483"/>
                  </a:lnTo>
                  <a:lnTo>
                    <a:pt x="1003575" y="10502"/>
                  </a:lnTo>
                  <a:lnTo>
                    <a:pt x="1022577" y="10553"/>
                  </a:lnTo>
                  <a:lnTo>
                    <a:pt x="1056799" y="10654"/>
                  </a:lnTo>
                  <a:lnTo>
                    <a:pt x="1108311" y="10821"/>
                  </a:lnTo>
                  <a:lnTo>
                    <a:pt x="1177383" y="11067"/>
                  </a:lnTo>
                  <a:lnTo>
                    <a:pt x="1262540" y="11403"/>
                  </a:lnTo>
                  <a:lnTo>
                    <a:pt x="1360894" y="11836"/>
                  </a:lnTo>
                  <a:lnTo>
                    <a:pt x="1468662" y="12366"/>
                  </a:lnTo>
                  <a:lnTo>
                    <a:pt x="1581768" y="12994"/>
                  </a:lnTo>
                  <a:lnTo>
                    <a:pt x="1696372" y="13718"/>
                  </a:lnTo>
                  <a:lnTo>
                    <a:pt x="1809240" y="14536"/>
                  </a:lnTo>
                  <a:lnTo>
                    <a:pt x="1917924" y="15447"/>
                  </a:lnTo>
                  <a:lnTo>
                    <a:pt x="2020786" y="16454"/>
                  </a:lnTo>
                  <a:lnTo>
                    <a:pt x="2116912" y="17560"/>
                  </a:lnTo>
                  <a:lnTo>
                    <a:pt x="2205972" y="18774"/>
                  </a:lnTo>
                  <a:lnTo>
                    <a:pt x="2288082" y="20107"/>
                  </a:lnTo>
                  <a:lnTo>
                    <a:pt x="2363658" y="21572"/>
                  </a:lnTo>
                  <a:lnTo>
                    <a:pt x="2433315" y="23185"/>
                  </a:lnTo>
                  <a:lnTo>
                    <a:pt x="2497781" y="24964"/>
                  </a:lnTo>
                  <a:lnTo>
                    <a:pt x="2557829" y="26928"/>
                  </a:lnTo>
                  <a:lnTo>
                    <a:pt x="2614237" y="29095"/>
                  </a:lnTo>
                  <a:lnTo>
                    <a:pt x="2667739" y="31477"/>
                  </a:lnTo>
                  <a:lnTo>
                    <a:pt x="2702183" y="33190"/>
                  </a:lnTo>
                  <a:lnTo>
                    <a:pt x="2763738" y="36613"/>
                  </a:lnTo>
                  <a:lnTo>
                    <a:pt x="2823375" y="40379"/>
                  </a:lnTo>
                  <a:lnTo>
                    <a:pt x="2881807" y="44494"/>
                  </a:lnTo>
                  <a:lnTo>
                    <a:pt x="2939560" y="48951"/>
                  </a:lnTo>
                  <a:lnTo>
                    <a:pt x="2997003" y="53732"/>
                  </a:lnTo>
                  <a:lnTo>
                    <a:pt x="3054379" y="58805"/>
                  </a:lnTo>
                  <a:lnTo>
                    <a:pt x="3111823" y="64122"/>
                  </a:lnTo>
                  <a:lnTo>
                    <a:pt x="3169383" y="69628"/>
                  </a:lnTo>
                  <a:lnTo>
                    <a:pt x="3227043" y="75253"/>
                  </a:lnTo>
                  <a:lnTo>
                    <a:pt x="3284746" y="80924"/>
                  </a:lnTo>
                  <a:lnTo>
                    <a:pt x="3342419" y="86564"/>
                  </a:lnTo>
                  <a:lnTo>
                    <a:pt x="3400000" y="92097"/>
                  </a:lnTo>
                  <a:lnTo>
                    <a:pt x="3457464" y="97454"/>
                  </a:lnTo>
                  <a:lnTo>
                    <a:pt x="3514845" y="102575"/>
                  </a:lnTo>
                  <a:lnTo>
                    <a:pt x="3572261" y="107412"/>
                  </a:lnTo>
                  <a:lnTo>
                    <a:pt x="3629933" y="111931"/>
                  </a:lnTo>
                  <a:lnTo>
                    <a:pt x="3688207" y="116109"/>
                  </a:lnTo>
                  <a:lnTo>
                    <a:pt x="3747575" y="119939"/>
                  </a:lnTo>
                  <a:lnTo>
                    <a:pt x="3808714" y="123424"/>
                  </a:lnTo>
                  <a:lnTo>
                    <a:pt x="3820202" y="124028"/>
                  </a:lnTo>
                  <a:lnTo>
                    <a:pt x="3872135" y="126557"/>
                  </a:lnTo>
                  <a:lnTo>
                    <a:pt x="3926525" y="128866"/>
                  </a:lnTo>
                  <a:lnTo>
                    <a:pt x="3984057" y="130964"/>
                  </a:lnTo>
                  <a:lnTo>
                    <a:pt x="4045485" y="132864"/>
                  </a:lnTo>
                  <a:lnTo>
                    <a:pt x="4111591" y="134586"/>
                  </a:lnTo>
                  <a:lnTo>
                    <a:pt x="4183137" y="136148"/>
                  </a:lnTo>
                  <a:lnTo>
                    <a:pt x="4260823" y="137567"/>
                  </a:lnTo>
                  <a:lnTo>
                    <a:pt x="4345207" y="138859"/>
                  </a:lnTo>
                  <a:lnTo>
                    <a:pt x="4436620" y="140037"/>
                  </a:lnTo>
                  <a:lnTo>
                    <a:pt x="4535045" y="141109"/>
                  </a:lnTo>
                  <a:lnTo>
                    <a:pt x="4639975" y="142084"/>
                  </a:lnTo>
                  <a:lnTo>
                    <a:pt x="4750270" y="142964"/>
                  </a:lnTo>
                  <a:lnTo>
                    <a:pt x="4864026" y="143751"/>
                  </a:lnTo>
                  <a:lnTo>
                    <a:pt x="4978526" y="144443"/>
                  </a:lnTo>
                  <a:lnTo>
                    <a:pt x="5090306" y="145039"/>
                  </a:lnTo>
                  <a:lnTo>
                    <a:pt x="5195397" y="145537"/>
                  </a:lnTo>
                  <a:lnTo>
                    <a:pt x="5289756" y="145937"/>
                  </a:lnTo>
                  <a:lnTo>
                    <a:pt x="5369832" y="146242"/>
                  </a:lnTo>
                  <a:lnTo>
                    <a:pt x="5433153" y="146461"/>
                  </a:lnTo>
                  <a:lnTo>
                    <a:pt x="5478803" y="146604"/>
                  </a:lnTo>
                  <a:lnTo>
                    <a:pt x="5507656" y="146687"/>
                  </a:lnTo>
                  <a:lnTo>
                    <a:pt x="5522351" y="146725"/>
                  </a:lnTo>
                  <a:lnTo>
                    <a:pt x="5527101" y="146736"/>
                  </a:lnTo>
                  <a:lnTo>
                    <a:pt x="5527445" y="146737"/>
                  </a:lnTo>
                  <a:lnTo>
                    <a:pt x="6522385" y="146737"/>
                  </a:lnTo>
                  <a:lnTo>
                    <a:pt x="6523260" y="146807"/>
                  </a:lnTo>
                  <a:lnTo>
                    <a:pt x="6529057" y="147306"/>
                  </a:lnTo>
                  <a:lnTo>
                    <a:pt x="6543847" y="148681"/>
                  </a:lnTo>
                  <a:lnTo>
                    <a:pt x="6570725" y="151394"/>
                  </a:lnTo>
                  <a:lnTo>
                    <a:pt x="6611673" y="155891"/>
                  </a:lnTo>
                  <a:lnTo>
                    <a:pt x="6667429" y="162574"/>
                  </a:lnTo>
                  <a:lnTo>
                    <a:pt x="6737470" y="171766"/>
                  </a:lnTo>
                  <a:lnTo>
                    <a:pt x="6820133" y="183694"/>
                  </a:lnTo>
                  <a:lnTo>
                    <a:pt x="6912896" y="198483"/>
                  </a:lnTo>
                  <a:lnTo>
                    <a:pt x="7012746" y="216168"/>
                  </a:lnTo>
                  <a:lnTo>
                    <a:pt x="7116559" y="236724"/>
                  </a:lnTo>
                  <a:lnTo>
                    <a:pt x="7221427" y="260097"/>
                  </a:lnTo>
                  <a:lnTo>
                    <a:pt x="7324884" y="286237"/>
                  </a:lnTo>
                  <a:lnTo>
                    <a:pt x="7425013" y="315129"/>
                  </a:lnTo>
                  <a:lnTo>
                    <a:pt x="7520473" y="346812"/>
                  </a:lnTo>
                  <a:lnTo>
                    <a:pt x="7610443" y="381392"/>
                  </a:lnTo>
                  <a:lnTo>
                    <a:pt x="7694544" y="419050"/>
                  </a:lnTo>
                  <a:lnTo>
                    <a:pt x="7772741" y="460045"/>
                  </a:lnTo>
                  <a:lnTo>
                    <a:pt x="7845256" y="504705"/>
                  </a:lnTo>
                  <a:lnTo>
                    <a:pt x="7912482" y="553430"/>
                  </a:lnTo>
                  <a:lnTo>
                    <a:pt x="7974927" y="606676"/>
                  </a:lnTo>
                  <a:lnTo>
                    <a:pt x="8033162" y="664934"/>
                  </a:lnTo>
                  <a:lnTo>
                    <a:pt x="8087783" y="728708"/>
                  </a:lnTo>
                  <a:lnTo>
                    <a:pt x="8139385" y="798464"/>
                  </a:lnTo>
                  <a:lnTo>
                    <a:pt x="8188531" y="874560"/>
                  </a:lnTo>
                  <a:lnTo>
                    <a:pt x="8229629" y="945934"/>
                  </a:lnTo>
                  <a:lnTo>
                    <a:pt x="8265338" y="1013806"/>
                  </a:lnTo>
                  <a:lnTo>
                    <a:pt x="8300293" y="1085625"/>
                  </a:lnTo>
                  <a:lnTo>
                    <a:pt x="8334658" y="1161470"/>
                  </a:lnTo>
                  <a:lnTo>
                    <a:pt x="8368569" y="1241381"/>
                  </a:lnTo>
                  <a:lnTo>
                    <a:pt x="8402144" y="1325356"/>
                  </a:lnTo>
                  <a:lnTo>
                    <a:pt x="8435477" y="1413347"/>
                  </a:lnTo>
                  <a:lnTo>
                    <a:pt x="8468650" y="1505259"/>
                  </a:lnTo>
                  <a:lnTo>
                    <a:pt x="8501725" y="1600944"/>
                  </a:lnTo>
                  <a:lnTo>
                    <a:pt x="8534753" y="1700202"/>
                  </a:lnTo>
                  <a:lnTo>
                    <a:pt x="8567771" y="1802780"/>
                  </a:lnTo>
                  <a:lnTo>
                    <a:pt x="8600806" y="1908373"/>
                  </a:lnTo>
                  <a:lnTo>
                    <a:pt x="8633872" y="2016627"/>
                  </a:lnTo>
                  <a:lnTo>
                    <a:pt x="8666977" y="2127146"/>
                  </a:lnTo>
                  <a:lnTo>
                    <a:pt x="8700122" y="2239488"/>
                  </a:lnTo>
                  <a:lnTo>
                    <a:pt x="8733300" y="2353185"/>
                  </a:lnTo>
                  <a:lnTo>
                    <a:pt x="8766500" y="2467738"/>
                  </a:lnTo>
                  <a:lnTo>
                    <a:pt x="8799710" y="2582638"/>
                  </a:lnTo>
                  <a:lnTo>
                    <a:pt x="8832915" y="2697364"/>
                  </a:lnTo>
                  <a:lnTo>
                    <a:pt x="8866101" y="2811402"/>
                  </a:lnTo>
                  <a:lnTo>
                    <a:pt x="8899257" y="2924250"/>
                  </a:lnTo>
                  <a:lnTo>
                    <a:pt x="8932376" y="3035427"/>
                  </a:lnTo>
                  <a:lnTo>
                    <a:pt x="8965455" y="3144482"/>
                  </a:lnTo>
                  <a:lnTo>
                    <a:pt x="8998499" y="3251004"/>
                  </a:lnTo>
                  <a:lnTo>
                    <a:pt x="9031520" y="3354623"/>
                  </a:lnTo>
                  <a:lnTo>
                    <a:pt x="9064541" y="3455017"/>
                  </a:lnTo>
                  <a:lnTo>
                    <a:pt x="9097596" y="3551918"/>
                  </a:lnTo>
                  <a:lnTo>
                    <a:pt x="9130730" y="3645106"/>
                  </a:lnTo>
                  <a:lnTo>
                    <a:pt x="9164002" y="3734418"/>
                  </a:lnTo>
                  <a:lnTo>
                    <a:pt x="9197486" y="3819739"/>
                  </a:lnTo>
                  <a:lnTo>
                    <a:pt x="9231273" y="3901006"/>
                  </a:lnTo>
                  <a:lnTo>
                    <a:pt x="9265473" y="3978204"/>
                  </a:lnTo>
                  <a:lnTo>
                    <a:pt x="9300214" y="4051357"/>
                  </a:lnTo>
                  <a:lnTo>
                    <a:pt x="9335652" y="4120534"/>
                  </a:lnTo>
                  <a:lnTo>
                    <a:pt x="9347647" y="4142721"/>
                  </a:lnTo>
                  <a:lnTo>
                    <a:pt x="9395076" y="4224454"/>
                  </a:lnTo>
                  <a:lnTo>
                    <a:pt x="9444514" y="4299703"/>
                  </a:lnTo>
                  <a:lnTo>
                    <a:pt x="9496479" y="4368650"/>
                  </a:lnTo>
                  <a:lnTo>
                    <a:pt x="9551541" y="4431673"/>
                  </a:lnTo>
                  <a:lnTo>
                    <a:pt x="9610295" y="4489244"/>
                  </a:lnTo>
                  <a:lnTo>
                    <a:pt x="9673336" y="4541868"/>
                  </a:lnTo>
                  <a:lnTo>
                    <a:pt x="9741229" y="4590035"/>
                  </a:lnTo>
                  <a:lnTo>
                    <a:pt x="9814470" y="4634193"/>
                  </a:lnTo>
                  <a:lnTo>
                    <a:pt x="9893435" y="4674732"/>
                  </a:lnTo>
                  <a:lnTo>
                    <a:pt x="9978315" y="4711973"/>
                  </a:lnTo>
                  <a:lnTo>
                    <a:pt x="10069035" y="4746164"/>
                  </a:lnTo>
                  <a:lnTo>
                    <a:pt x="10165165" y="4777476"/>
                  </a:lnTo>
                  <a:lnTo>
                    <a:pt x="10265820" y="4806006"/>
                  </a:lnTo>
                  <a:lnTo>
                    <a:pt x="10369583" y="4831785"/>
                  </a:lnTo>
                  <a:lnTo>
                    <a:pt x="10474465" y="4854791"/>
                  </a:lnTo>
                  <a:lnTo>
                    <a:pt x="10577931" y="4874973"/>
                  </a:lnTo>
                  <a:lnTo>
                    <a:pt x="10677030" y="4892278"/>
                  </a:lnTo>
                  <a:lnTo>
                    <a:pt x="10768632" y="4906688"/>
                  </a:lnTo>
                  <a:lnTo>
                    <a:pt x="10849767" y="4918247"/>
                  </a:lnTo>
                  <a:lnTo>
                    <a:pt x="10918005" y="4927095"/>
                  </a:lnTo>
                  <a:lnTo>
                    <a:pt x="10971821" y="4933471"/>
                  </a:lnTo>
                  <a:lnTo>
                    <a:pt x="11010852" y="4937710"/>
                  </a:lnTo>
                  <a:lnTo>
                    <a:pt x="11036004" y="4940221"/>
                  </a:lnTo>
                  <a:lnTo>
                    <a:pt x="11049415" y="4941455"/>
                  </a:lnTo>
                  <a:lnTo>
                    <a:pt x="11054314" y="4941872"/>
                  </a:lnTo>
                  <a:lnTo>
                    <a:pt x="11054891" y="4941917"/>
                  </a:lnTo>
                  <a:lnTo>
                    <a:pt x="12049831" y="4941917"/>
                  </a:lnTo>
                  <a:lnTo>
                    <a:pt x="12049831" y="4931436"/>
                  </a:lnTo>
                  <a:lnTo>
                    <a:pt x="11054891" y="4931436"/>
                  </a:lnTo>
                  <a:lnTo>
                    <a:pt x="11054017" y="4931366"/>
                  </a:lnTo>
                  <a:lnTo>
                    <a:pt x="11048220" y="4930868"/>
                  </a:lnTo>
                  <a:lnTo>
                    <a:pt x="11033429" y="4929493"/>
                  </a:lnTo>
                  <a:lnTo>
                    <a:pt x="11006551" y="4926780"/>
                  </a:lnTo>
                  <a:lnTo>
                    <a:pt x="10965604" y="4922282"/>
                  </a:lnTo>
                  <a:lnTo>
                    <a:pt x="10909847" y="4915600"/>
                  </a:lnTo>
                  <a:lnTo>
                    <a:pt x="10839807" y="4906407"/>
                  </a:lnTo>
                  <a:lnTo>
                    <a:pt x="10757143" y="4894479"/>
                  </a:lnTo>
                  <a:lnTo>
                    <a:pt x="10664380" y="4879690"/>
                  </a:lnTo>
                  <a:lnTo>
                    <a:pt x="10564530" y="4862005"/>
                  </a:lnTo>
                  <a:lnTo>
                    <a:pt x="10460717" y="4841449"/>
                  </a:lnTo>
                  <a:lnTo>
                    <a:pt x="10355849" y="4818077"/>
                  </a:lnTo>
                  <a:lnTo>
                    <a:pt x="10252393" y="4791937"/>
                  </a:lnTo>
                  <a:lnTo>
                    <a:pt x="10152263" y="4763045"/>
                  </a:lnTo>
                  <a:lnTo>
                    <a:pt x="10056804" y="4731362"/>
                  </a:lnTo>
                  <a:lnTo>
                    <a:pt x="9966834" y="4696782"/>
                  </a:lnTo>
                  <a:lnTo>
                    <a:pt x="9882733" y="4659123"/>
                  </a:lnTo>
                  <a:lnTo>
                    <a:pt x="9804535" y="4618129"/>
                  </a:lnTo>
                  <a:lnTo>
                    <a:pt x="9732021" y="4573468"/>
                  </a:lnTo>
                  <a:lnTo>
                    <a:pt x="9664795" y="4524743"/>
                  </a:lnTo>
                  <a:lnTo>
                    <a:pt x="9602350" y="4471498"/>
                  </a:lnTo>
                  <a:lnTo>
                    <a:pt x="9544115" y="4413239"/>
                  </a:lnTo>
                  <a:lnTo>
                    <a:pt x="9489493" y="4349465"/>
                  </a:lnTo>
                  <a:lnTo>
                    <a:pt x="9437891" y="4279709"/>
                  </a:lnTo>
                  <a:lnTo>
                    <a:pt x="9388745" y="4203613"/>
                  </a:lnTo>
                  <a:lnTo>
                    <a:pt x="9347647" y="4132239"/>
                  </a:lnTo>
                  <a:lnTo>
                    <a:pt x="9311939" y="4064367"/>
                  </a:lnTo>
                  <a:lnTo>
                    <a:pt x="9276983" y="3992548"/>
                  </a:lnTo>
                  <a:lnTo>
                    <a:pt x="9242619" y="3916704"/>
                  </a:lnTo>
                  <a:lnTo>
                    <a:pt x="9208707" y="3836793"/>
                  </a:lnTo>
                  <a:lnTo>
                    <a:pt x="9175133" y="3752818"/>
                  </a:lnTo>
                  <a:lnTo>
                    <a:pt x="9141799" y="3664826"/>
                  </a:lnTo>
                  <a:lnTo>
                    <a:pt x="9108627" y="3572914"/>
                  </a:lnTo>
                  <a:lnTo>
                    <a:pt x="9075551" y="3477229"/>
                  </a:lnTo>
                  <a:lnTo>
                    <a:pt x="9042523" y="3377972"/>
                  </a:lnTo>
                  <a:lnTo>
                    <a:pt x="9009505" y="3275394"/>
                  </a:lnTo>
                  <a:lnTo>
                    <a:pt x="8976471" y="3169801"/>
                  </a:lnTo>
                  <a:lnTo>
                    <a:pt x="8943405" y="3061546"/>
                  </a:lnTo>
                  <a:lnTo>
                    <a:pt x="8910299" y="2951028"/>
                  </a:lnTo>
                  <a:lnTo>
                    <a:pt x="8877155" y="2838685"/>
                  </a:lnTo>
                  <a:lnTo>
                    <a:pt x="8843977" y="2724989"/>
                  </a:lnTo>
                  <a:lnTo>
                    <a:pt x="8810777" y="2610435"/>
                  </a:lnTo>
                  <a:lnTo>
                    <a:pt x="8777567" y="2495536"/>
                  </a:lnTo>
                  <a:lnTo>
                    <a:pt x="8744362" y="2380809"/>
                  </a:lnTo>
                  <a:lnTo>
                    <a:pt x="8711176" y="2266771"/>
                  </a:lnTo>
                  <a:lnTo>
                    <a:pt x="8678019" y="2153924"/>
                  </a:lnTo>
                  <a:lnTo>
                    <a:pt x="8644900" y="2042747"/>
                  </a:lnTo>
                  <a:lnTo>
                    <a:pt x="8611821" y="1933691"/>
                  </a:lnTo>
                  <a:lnTo>
                    <a:pt x="8578778" y="1827170"/>
                  </a:lnTo>
                  <a:lnTo>
                    <a:pt x="8545756" y="1723551"/>
                  </a:lnTo>
                  <a:lnTo>
                    <a:pt x="8512735" y="1623156"/>
                  </a:lnTo>
                  <a:lnTo>
                    <a:pt x="8479681" y="1526256"/>
                  </a:lnTo>
                  <a:lnTo>
                    <a:pt x="8446547" y="1433067"/>
                  </a:lnTo>
                  <a:lnTo>
                    <a:pt x="8413275" y="1343756"/>
                  </a:lnTo>
                  <a:lnTo>
                    <a:pt x="8379791" y="1258435"/>
                  </a:lnTo>
                  <a:lnTo>
                    <a:pt x="8346003" y="1177167"/>
                  </a:lnTo>
                  <a:lnTo>
                    <a:pt x="8311804" y="1099970"/>
                  </a:lnTo>
                  <a:lnTo>
                    <a:pt x="8277062" y="1026816"/>
                  </a:lnTo>
                  <a:lnTo>
                    <a:pt x="8241624" y="957640"/>
                  </a:lnTo>
                  <a:lnTo>
                    <a:pt x="8229629" y="935453"/>
                  </a:lnTo>
                  <a:lnTo>
                    <a:pt x="8182201" y="853720"/>
                  </a:lnTo>
                  <a:lnTo>
                    <a:pt x="8132763" y="778470"/>
                  </a:lnTo>
                  <a:lnTo>
                    <a:pt x="8080797" y="709523"/>
                  </a:lnTo>
                  <a:lnTo>
                    <a:pt x="8025736" y="646501"/>
                  </a:lnTo>
                  <a:lnTo>
                    <a:pt x="7966982" y="588929"/>
                  </a:lnTo>
                  <a:lnTo>
                    <a:pt x="7903941" y="536305"/>
                  </a:lnTo>
                  <a:lnTo>
                    <a:pt x="7836048" y="488138"/>
                  </a:lnTo>
                  <a:lnTo>
                    <a:pt x="7762807" y="443980"/>
                  </a:lnTo>
                  <a:lnTo>
                    <a:pt x="7683842" y="403442"/>
                  </a:lnTo>
                  <a:lnTo>
                    <a:pt x="7598962" y="366200"/>
                  </a:lnTo>
                  <a:lnTo>
                    <a:pt x="7508241" y="332009"/>
                  </a:lnTo>
                  <a:lnTo>
                    <a:pt x="7412111" y="300697"/>
                  </a:lnTo>
                  <a:lnTo>
                    <a:pt x="7311456" y="272167"/>
                  </a:lnTo>
                  <a:lnTo>
                    <a:pt x="7207693" y="246388"/>
                  </a:lnTo>
                  <a:lnTo>
                    <a:pt x="7102812" y="223382"/>
                  </a:lnTo>
                  <a:lnTo>
                    <a:pt x="6999346" y="203201"/>
                  </a:lnTo>
                  <a:lnTo>
                    <a:pt x="6900247" y="185895"/>
                  </a:lnTo>
                  <a:lnTo>
                    <a:pt x="6808644" y="171486"/>
                  </a:lnTo>
                  <a:lnTo>
                    <a:pt x="6727510" y="159926"/>
                  </a:lnTo>
                  <a:lnTo>
                    <a:pt x="6659272" y="151078"/>
                  </a:lnTo>
                  <a:lnTo>
                    <a:pt x="6605456" y="144703"/>
                  </a:lnTo>
                  <a:lnTo>
                    <a:pt x="6566425" y="140464"/>
                  </a:lnTo>
                  <a:lnTo>
                    <a:pt x="6541272" y="137953"/>
                  </a:lnTo>
                  <a:lnTo>
                    <a:pt x="6527861" y="136719"/>
                  </a:lnTo>
                  <a:lnTo>
                    <a:pt x="6522962" y="136302"/>
                  </a:lnTo>
                  <a:lnTo>
                    <a:pt x="6522385" y="136256"/>
                  </a:lnTo>
                  <a:lnTo>
                    <a:pt x="5527445" y="136256"/>
                  </a:lnTo>
                  <a:lnTo>
                    <a:pt x="5526309" y="136253"/>
                  </a:lnTo>
                  <a:lnTo>
                    <a:pt x="5518810" y="136235"/>
                  </a:lnTo>
                  <a:lnTo>
                    <a:pt x="5499808" y="136184"/>
                  </a:lnTo>
                  <a:lnTo>
                    <a:pt x="5465586" y="136083"/>
                  </a:lnTo>
                  <a:lnTo>
                    <a:pt x="5414074" y="135916"/>
                  </a:lnTo>
                  <a:lnTo>
                    <a:pt x="5345002" y="135670"/>
                  </a:lnTo>
                  <a:lnTo>
                    <a:pt x="5259845" y="135333"/>
                  </a:lnTo>
                  <a:lnTo>
                    <a:pt x="5161491" y="134901"/>
                  </a:lnTo>
                  <a:lnTo>
                    <a:pt x="5053723" y="134371"/>
                  </a:lnTo>
                  <a:lnTo>
                    <a:pt x="4940617" y="133743"/>
                  </a:lnTo>
                  <a:lnTo>
                    <a:pt x="4826013" y="133019"/>
                  </a:lnTo>
                  <a:lnTo>
                    <a:pt x="4713145" y="132201"/>
                  </a:lnTo>
                  <a:lnTo>
                    <a:pt x="4604461" y="131290"/>
                  </a:lnTo>
                  <a:lnTo>
                    <a:pt x="4501599" y="130283"/>
                  </a:lnTo>
                  <a:lnTo>
                    <a:pt x="4405473" y="129177"/>
                  </a:lnTo>
                  <a:lnTo>
                    <a:pt x="4316413" y="127962"/>
                  </a:lnTo>
                  <a:lnTo>
                    <a:pt x="4234303" y="126630"/>
                  </a:lnTo>
                  <a:lnTo>
                    <a:pt x="4158727" y="125165"/>
                  </a:lnTo>
                  <a:lnTo>
                    <a:pt x="4089070" y="123552"/>
                  </a:lnTo>
                  <a:lnTo>
                    <a:pt x="4024604" y="121773"/>
                  </a:lnTo>
                  <a:lnTo>
                    <a:pt x="3964556" y="119808"/>
                  </a:lnTo>
                  <a:lnTo>
                    <a:pt x="3908148" y="117642"/>
                  </a:lnTo>
                  <a:lnTo>
                    <a:pt x="3854646" y="115260"/>
                  </a:lnTo>
                  <a:lnTo>
                    <a:pt x="3820202" y="113547"/>
                  </a:lnTo>
                  <a:lnTo>
                    <a:pt x="3758647" y="110124"/>
                  </a:lnTo>
                  <a:lnTo>
                    <a:pt x="3699010" y="106358"/>
                  </a:lnTo>
                  <a:lnTo>
                    <a:pt x="3640578" y="102243"/>
                  </a:lnTo>
                  <a:lnTo>
                    <a:pt x="3582825" y="97785"/>
                  </a:lnTo>
                  <a:lnTo>
                    <a:pt x="3525382" y="93004"/>
                  </a:lnTo>
                  <a:lnTo>
                    <a:pt x="3468006" y="87932"/>
                  </a:lnTo>
                  <a:lnTo>
                    <a:pt x="3410562" y="82614"/>
                  </a:lnTo>
                  <a:lnTo>
                    <a:pt x="3353002" y="77109"/>
                  </a:lnTo>
                  <a:lnTo>
                    <a:pt x="3295342" y="71483"/>
                  </a:lnTo>
                  <a:lnTo>
                    <a:pt x="3237639" y="65812"/>
                  </a:lnTo>
                  <a:lnTo>
                    <a:pt x="3179966" y="60173"/>
                  </a:lnTo>
                  <a:lnTo>
                    <a:pt x="3122385" y="54640"/>
                  </a:lnTo>
                  <a:lnTo>
                    <a:pt x="3064921" y="49283"/>
                  </a:lnTo>
                  <a:lnTo>
                    <a:pt x="3007540" y="44162"/>
                  </a:lnTo>
                  <a:lnTo>
                    <a:pt x="2950124" y="39325"/>
                  </a:lnTo>
                  <a:lnTo>
                    <a:pt x="2892452" y="34806"/>
                  </a:lnTo>
                  <a:lnTo>
                    <a:pt x="2834178" y="30628"/>
                  </a:lnTo>
                  <a:lnTo>
                    <a:pt x="2774810" y="26797"/>
                  </a:lnTo>
                  <a:lnTo>
                    <a:pt x="2713671" y="23312"/>
                  </a:lnTo>
                  <a:lnTo>
                    <a:pt x="2702183" y="22709"/>
                  </a:lnTo>
                  <a:lnTo>
                    <a:pt x="2650250" y="20180"/>
                  </a:lnTo>
                  <a:lnTo>
                    <a:pt x="2595860" y="17871"/>
                  </a:lnTo>
                  <a:lnTo>
                    <a:pt x="2538328" y="15773"/>
                  </a:lnTo>
                  <a:lnTo>
                    <a:pt x="2476900" y="13872"/>
                  </a:lnTo>
                  <a:lnTo>
                    <a:pt x="2410794" y="12150"/>
                  </a:lnTo>
                  <a:lnTo>
                    <a:pt x="2339248" y="10589"/>
                  </a:lnTo>
                  <a:lnTo>
                    <a:pt x="2261562" y="9169"/>
                  </a:lnTo>
                  <a:lnTo>
                    <a:pt x="2177178" y="7877"/>
                  </a:lnTo>
                  <a:lnTo>
                    <a:pt x="2085765" y="6700"/>
                  </a:lnTo>
                  <a:lnTo>
                    <a:pt x="1987340" y="5627"/>
                  </a:lnTo>
                  <a:lnTo>
                    <a:pt x="1882410" y="4653"/>
                  </a:lnTo>
                  <a:lnTo>
                    <a:pt x="1772115" y="3773"/>
                  </a:lnTo>
                  <a:lnTo>
                    <a:pt x="1658359" y="2986"/>
                  </a:lnTo>
                  <a:lnTo>
                    <a:pt x="1543859" y="2294"/>
                  </a:lnTo>
                  <a:lnTo>
                    <a:pt x="1432079" y="1698"/>
                  </a:lnTo>
                  <a:lnTo>
                    <a:pt x="1326988" y="1200"/>
                  </a:lnTo>
                  <a:lnTo>
                    <a:pt x="1232629" y="800"/>
                  </a:lnTo>
                  <a:lnTo>
                    <a:pt x="1152553" y="495"/>
                  </a:lnTo>
                  <a:lnTo>
                    <a:pt x="1089232" y="276"/>
                  </a:lnTo>
                  <a:lnTo>
                    <a:pt x="1043582" y="133"/>
                  </a:lnTo>
                  <a:lnTo>
                    <a:pt x="1014729" y="50"/>
                  </a:lnTo>
                  <a:lnTo>
                    <a:pt x="1000034" y="12"/>
                  </a:lnTo>
                  <a:lnTo>
                    <a:pt x="995284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87" name="pl786"/>
            <p:cNvSpPr/>
            <p:nvPr/>
          </p:nvSpPr>
          <p:spPr>
            <a:xfrm>
              <a:off x="1199187" y="1446250"/>
              <a:ext cx="12049831" cy="4931436"/>
            </a:xfrm>
            <a:custGeom>
              <a:avLst/>
              <a:pathLst>
                <a:path w="12049831" h="4931436">
                  <a:moveTo>
                    <a:pt x="0" y="0"/>
                  </a:moveTo>
                  <a:lnTo>
                    <a:pt x="994940" y="0"/>
                  </a:lnTo>
                  <a:lnTo>
                    <a:pt x="996076" y="2"/>
                  </a:lnTo>
                  <a:lnTo>
                    <a:pt x="1003575" y="21"/>
                  </a:lnTo>
                  <a:lnTo>
                    <a:pt x="1022577" y="72"/>
                  </a:lnTo>
                  <a:lnTo>
                    <a:pt x="1056799" y="173"/>
                  </a:lnTo>
                  <a:lnTo>
                    <a:pt x="1108311" y="340"/>
                  </a:lnTo>
                  <a:lnTo>
                    <a:pt x="1177383" y="586"/>
                  </a:lnTo>
                  <a:lnTo>
                    <a:pt x="1262540" y="922"/>
                  </a:lnTo>
                  <a:lnTo>
                    <a:pt x="1360894" y="1354"/>
                  </a:lnTo>
                  <a:lnTo>
                    <a:pt x="1468662" y="1885"/>
                  </a:lnTo>
                  <a:lnTo>
                    <a:pt x="1581768" y="2513"/>
                  </a:lnTo>
                  <a:lnTo>
                    <a:pt x="1696372" y="3237"/>
                  </a:lnTo>
                  <a:lnTo>
                    <a:pt x="1809240" y="4055"/>
                  </a:lnTo>
                  <a:lnTo>
                    <a:pt x="1917924" y="4966"/>
                  </a:lnTo>
                  <a:lnTo>
                    <a:pt x="2020786" y="5972"/>
                  </a:lnTo>
                  <a:lnTo>
                    <a:pt x="2116912" y="7079"/>
                  </a:lnTo>
                  <a:lnTo>
                    <a:pt x="2205972" y="8293"/>
                  </a:lnTo>
                  <a:lnTo>
                    <a:pt x="2288082" y="9626"/>
                  </a:lnTo>
                  <a:lnTo>
                    <a:pt x="2363658" y="11091"/>
                  </a:lnTo>
                  <a:lnTo>
                    <a:pt x="2433315" y="12704"/>
                  </a:lnTo>
                  <a:lnTo>
                    <a:pt x="2497781" y="14483"/>
                  </a:lnTo>
                  <a:lnTo>
                    <a:pt x="2557829" y="16447"/>
                  </a:lnTo>
                  <a:lnTo>
                    <a:pt x="2614237" y="18613"/>
                  </a:lnTo>
                  <a:lnTo>
                    <a:pt x="2667739" y="20995"/>
                  </a:lnTo>
                  <a:lnTo>
                    <a:pt x="2702183" y="22709"/>
                  </a:lnTo>
                  <a:lnTo>
                    <a:pt x="2763738" y="26132"/>
                  </a:lnTo>
                  <a:lnTo>
                    <a:pt x="2823375" y="29898"/>
                  </a:lnTo>
                  <a:lnTo>
                    <a:pt x="2881807" y="34013"/>
                  </a:lnTo>
                  <a:lnTo>
                    <a:pt x="2939560" y="38470"/>
                  </a:lnTo>
                  <a:lnTo>
                    <a:pt x="2997003" y="43251"/>
                  </a:lnTo>
                  <a:lnTo>
                    <a:pt x="3054379" y="48323"/>
                  </a:lnTo>
                  <a:lnTo>
                    <a:pt x="3111823" y="53641"/>
                  </a:lnTo>
                  <a:lnTo>
                    <a:pt x="3169383" y="59147"/>
                  </a:lnTo>
                  <a:lnTo>
                    <a:pt x="3227043" y="64772"/>
                  </a:lnTo>
                  <a:lnTo>
                    <a:pt x="3284746" y="70443"/>
                  </a:lnTo>
                  <a:lnTo>
                    <a:pt x="3342419" y="76083"/>
                  </a:lnTo>
                  <a:lnTo>
                    <a:pt x="3400000" y="81615"/>
                  </a:lnTo>
                  <a:lnTo>
                    <a:pt x="3457464" y="86972"/>
                  </a:lnTo>
                  <a:lnTo>
                    <a:pt x="3514845" y="92094"/>
                  </a:lnTo>
                  <a:lnTo>
                    <a:pt x="3572261" y="96931"/>
                  </a:lnTo>
                  <a:lnTo>
                    <a:pt x="3629933" y="101449"/>
                  </a:lnTo>
                  <a:lnTo>
                    <a:pt x="3688207" y="105628"/>
                  </a:lnTo>
                  <a:lnTo>
                    <a:pt x="3747575" y="109458"/>
                  </a:lnTo>
                  <a:lnTo>
                    <a:pt x="3808714" y="112943"/>
                  </a:lnTo>
                  <a:lnTo>
                    <a:pt x="3820202" y="113547"/>
                  </a:lnTo>
                  <a:lnTo>
                    <a:pt x="3872135" y="116076"/>
                  </a:lnTo>
                  <a:lnTo>
                    <a:pt x="3926525" y="118385"/>
                  </a:lnTo>
                  <a:lnTo>
                    <a:pt x="3984057" y="120482"/>
                  </a:lnTo>
                  <a:lnTo>
                    <a:pt x="4045485" y="122383"/>
                  </a:lnTo>
                  <a:lnTo>
                    <a:pt x="4111591" y="124105"/>
                  </a:lnTo>
                  <a:lnTo>
                    <a:pt x="4183137" y="125667"/>
                  </a:lnTo>
                  <a:lnTo>
                    <a:pt x="4260823" y="127086"/>
                  </a:lnTo>
                  <a:lnTo>
                    <a:pt x="4345207" y="128378"/>
                  </a:lnTo>
                  <a:lnTo>
                    <a:pt x="4436620" y="129556"/>
                  </a:lnTo>
                  <a:lnTo>
                    <a:pt x="4535045" y="130628"/>
                  </a:lnTo>
                  <a:lnTo>
                    <a:pt x="4639975" y="131603"/>
                  </a:lnTo>
                  <a:lnTo>
                    <a:pt x="4750270" y="132483"/>
                  </a:lnTo>
                  <a:lnTo>
                    <a:pt x="4864026" y="133270"/>
                  </a:lnTo>
                  <a:lnTo>
                    <a:pt x="4978526" y="133962"/>
                  </a:lnTo>
                  <a:lnTo>
                    <a:pt x="5090306" y="134558"/>
                  </a:lnTo>
                  <a:lnTo>
                    <a:pt x="5195397" y="135055"/>
                  </a:lnTo>
                  <a:lnTo>
                    <a:pt x="5289756" y="135455"/>
                  </a:lnTo>
                  <a:lnTo>
                    <a:pt x="5369832" y="135761"/>
                  </a:lnTo>
                  <a:lnTo>
                    <a:pt x="5433153" y="135980"/>
                  </a:lnTo>
                  <a:lnTo>
                    <a:pt x="5478803" y="136123"/>
                  </a:lnTo>
                  <a:lnTo>
                    <a:pt x="5507656" y="136205"/>
                  </a:lnTo>
                  <a:lnTo>
                    <a:pt x="5522351" y="136244"/>
                  </a:lnTo>
                  <a:lnTo>
                    <a:pt x="5527101" y="136255"/>
                  </a:lnTo>
                  <a:lnTo>
                    <a:pt x="5527445" y="136256"/>
                  </a:lnTo>
                  <a:lnTo>
                    <a:pt x="6522385" y="136256"/>
                  </a:lnTo>
                  <a:lnTo>
                    <a:pt x="6523260" y="136326"/>
                  </a:lnTo>
                  <a:lnTo>
                    <a:pt x="6529057" y="136824"/>
                  </a:lnTo>
                  <a:lnTo>
                    <a:pt x="6543847" y="138200"/>
                  </a:lnTo>
                  <a:lnTo>
                    <a:pt x="6570725" y="140912"/>
                  </a:lnTo>
                  <a:lnTo>
                    <a:pt x="6611673" y="145410"/>
                  </a:lnTo>
                  <a:lnTo>
                    <a:pt x="6667429" y="152093"/>
                  </a:lnTo>
                  <a:lnTo>
                    <a:pt x="6737470" y="161285"/>
                  </a:lnTo>
                  <a:lnTo>
                    <a:pt x="6820133" y="173213"/>
                  </a:lnTo>
                  <a:lnTo>
                    <a:pt x="6912896" y="188002"/>
                  </a:lnTo>
                  <a:lnTo>
                    <a:pt x="7012746" y="205687"/>
                  </a:lnTo>
                  <a:lnTo>
                    <a:pt x="7116559" y="226243"/>
                  </a:lnTo>
                  <a:lnTo>
                    <a:pt x="7221427" y="249615"/>
                  </a:lnTo>
                  <a:lnTo>
                    <a:pt x="7324884" y="275756"/>
                  </a:lnTo>
                  <a:lnTo>
                    <a:pt x="7425013" y="304648"/>
                  </a:lnTo>
                  <a:lnTo>
                    <a:pt x="7520473" y="336330"/>
                  </a:lnTo>
                  <a:lnTo>
                    <a:pt x="7610443" y="370911"/>
                  </a:lnTo>
                  <a:lnTo>
                    <a:pt x="7694544" y="408569"/>
                  </a:lnTo>
                  <a:lnTo>
                    <a:pt x="7772741" y="449563"/>
                  </a:lnTo>
                  <a:lnTo>
                    <a:pt x="7845256" y="494224"/>
                  </a:lnTo>
                  <a:lnTo>
                    <a:pt x="7912482" y="542949"/>
                  </a:lnTo>
                  <a:lnTo>
                    <a:pt x="7974927" y="596194"/>
                  </a:lnTo>
                  <a:lnTo>
                    <a:pt x="8033162" y="654453"/>
                  </a:lnTo>
                  <a:lnTo>
                    <a:pt x="8087783" y="718227"/>
                  </a:lnTo>
                  <a:lnTo>
                    <a:pt x="8139385" y="787983"/>
                  </a:lnTo>
                  <a:lnTo>
                    <a:pt x="8188531" y="864079"/>
                  </a:lnTo>
                  <a:lnTo>
                    <a:pt x="8229629" y="935453"/>
                  </a:lnTo>
                  <a:lnTo>
                    <a:pt x="8265338" y="1003325"/>
                  </a:lnTo>
                  <a:lnTo>
                    <a:pt x="8300293" y="1075144"/>
                  </a:lnTo>
                  <a:lnTo>
                    <a:pt x="8334658" y="1150989"/>
                  </a:lnTo>
                  <a:lnTo>
                    <a:pt x="8368569" y="1230899"/>
                  </a:lnTo>
                  <a:lnTo>
                    <a:pt x="8402144" y="1314874"/>
                  </a:lnTo>
                  <a:lnTo>
                    <a:pt x="8435477" y="1402866"/>
                  </a:lnTo>
                  <a:lnTo>
                    <a:pt x="8468650" y="1494778"/>
                  </a:lnTo>
                  <a:lnTo>
                    <a:pt x="8501725" y="1590463"/>
                  </a:lnTo>
                  <a:lnTo>
                    <a:pt x="8534753" y="1689721"/>
                  </a:lnTo>
                  <a:lnTo>
                    <a:pt x="8567771" y="1792298"/>
                  </a:lnTo>
                  <a:lnTo>
                    <a:pt x="8600806" y="1897891"/>
                  </a:lnTo>
                  <a:lnTo>
                    <a:pt x="8633872" y="2006146"/>
                  </a:lnTo>
                  <a:lnTo>
                    <a:pt x="8666977" y="2116664"/>
                  </a:lnTo>
                  <a:lnTo>
                    <a:pt x="8700122" y="2229007"/>
                  </a:lnTo>
                  <a:lnTo>
                    <a:pt x="8733300" y="2342703"/>
                  </a:lnTo>
                  <a:lnTo>
                    <a:pt x="8766500" y="2457257"/>
                  </a:lnTo>
                  <a:lnTo>
                    <a:pt x="8799710" y="2572156"/>
                  </a:lnTo>
                  <a:lnTo>
                    <a:pt x="8832915" y="2686883"/>
                  </a:lnTo>
                  <a:lnTo>
                    <a:pt x="8866101" y="2800921"/>
                  </a:lnTo>
                  <a:lnTo>
                    <a:pt x="8899257" y="2913769"/>
                  </a:lnTo>
                  <a:lnTo>
                    <a:pt x="8932376" y="3024945"/>
                  </a:lnTo>
                  <a:lnTo>
                    <a:pt x="8965455" y="3134001"/>
                  </a:lnTo>
                  <a:lnTo>
                    <a:pt x="8998499" y="3240523"/>
                  </a:lnTo>
                  <a:lnTo>
                    <a:pt x="9031520" y="3344141"/>
                  </a:lnTo>
                  <a:lnTo>
                    <a:pt x="9064541" y="3444536"/>
                  </a:lnTo>
                  <a:lnTo>
                    <a:pt x="9097596" y="3541437"/>
                  </a:lnTo>
                  <a:lnTo>
                    <a:pt x="9130730" y="3634625"/>
                  </a:lnTo>
                  <a:lnTo>
                    <a:pt x="9164002" y="3723936"/>
                  </a:lnTo>
                  <a:lnTo>
                    <a:pt x="9197486" y="3809258"/>
                  </a:lnTo>
                  <a:lnTo>
                    <a:pt x="9231273" y="3890525"/>
                  </a:lnTo>
                  <a:lnTo>
                    <a:pt x="9265473" y="3967722"/>
                  </a:lnTo>
                  <a:lnTo>
                    <a:pt x="9300214" y="4040876"/>
                  </a:lnTo>
                  <a:lnTo>
                    <a:pt x="9335652" y="4110053"/>
                  </a:lnTo>
                  <a:lnTo>
                    <a:pt x="9347647" y="4132239"/>
                  </a:lnTo>
                  <a:lnTo>
                    <a:pt x="9395076" y="4213973"/>
                  </a:lnTo>
                  <a:lnTo>
                    <a:pt x="9444514" y="4289222"/>
                  </a:lnTo>
                  <a:lnTo>
                    <a:pt x="9496479" y="4358169"/>
                  </a:lnTo>
                  <a:lnTo>
                    <a:pt x="9551541" y="4421191"/>
                  </a:lnTo>
                  <a:lnTo>
                    <a:pt x="9610295" y="4478763"/>
                  </a:lnTo>
                  <a:lnTo>
                    <a:pt x="9673336" y="4531387"/>
                  </a:lnTo>
                  <a:lnTo>
                    <a:pt x="9741229" y="4579554"/>
                  </a:lnTo>
                  <a:lnTo>
                    <a:pt x="9814470" y="4623712"/>
                  </a:lnTo>
                  <a:lnTo>
                    <a:pt x="9893435" y="4664251"/>
                  </a:lnTo>
                  <a:lnTo>
                    <a:pt x="9978315" y="4701492"/>
                  </a:lnTo>
                  <a:lnTo>
                    <a:pt x="10069035" y="4735683"/>
                  </a:lnTo>
                  <a:lnTo>
                    <a:pt x="10165165" y="4766995"/>
                  </a:lnTo>
                  <a:lnTo>
                    <a:pt x="10265820" y="4795525"/>
                  </a:lnTo>
                  <a:lnTo>
                    <a:pt x="10369583" y="4821304"/>
                  </a:lnTo>
                  <a:lnTo>
                    <a:pt x="10474465" y="4844310"/>
                  </a:lnTo>
                  <a:lnTo>
                    <a:pt x="10577931" y="4864492"/>
                  </a:lnTo>
                  <a:lnTo>
                    <a:pt x="10677030" y="4881797"/>
                  </a:lnTo>
                  <a:lnTo>
                    <a:pt x="10768632" y="4896206"/>
                  </a:lnTo>
                  <a:lnTo>
                    <a:pt x="10849767" y="4907766"/>
                  </a:lnTo>
                  <a:lnTo>
                    <a:pt x="10918005" y="4916614"/>
                  </a:lnTo>
                  <a:lnTo>
                    <a:pt x="10971821" y="4922990"/>
                  </a:lnTo>
                  <a:lnTo>
                    <a:pt x="11010852" y="4927228"/>
                  </a:lnTo>
                  <a:lnTo>
                    <a:pt x="11036004" y="4929740"/>
                  </a:lnTo>
                  <a:lnTo>
                    <a:pt x="11049415" y="4930973"/>
                  </a:lnTo>
                  <a:lnTo>
                    <a:pt x="11054314" y="4931390"/>
                  </a:lnTo>
                  <a:lnTo>
                    <a:pt x="11054891" y="4931436"/>
                  </a:lnTo>
                  <a:lnTo>
                    <a:pt x="12049831" y="4931436"/>
                  </a:lnTo>
                  <a:lnTo>
                    <a:pt x="12049831" y="49314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8" name="pl787"/>
            <p:cNvSpPr/>
            <p:nvPr/>
          </p:nvSpPr>
          <p:spPr>
            <a:xfrm>
              <a:off x="1199187" y="1435769"/>
              <a:ext cx="12049831" cy="4931436"/>
            </a:xfrm>
            <a:custGeom>
              <a:avLst/>
              <a:pathLst>
                <a:path w="12049831" h="4931436">
                  <a:moveTo>
                    <a:pt x="12049831" y="4931436"/>
                  </a:moveTo>
                  <a:lnTo>
                    <a:pt x="11054891" y="4931436"/>
                  </a:lnTo>
                  <a:lnTo>
                    <a:pt x="11054017" y="4931366"/>
                  </a:lnTo>
                  <a:lnTo>
                    <a:pt x="11048220" y="4930868"/>
                  </a:lnTo>
                  <a:lnTo>
                    <a:pt x="11033429" y="4929493"/>
                  </a:lnTo>
                  <a:lnTo>
                    <a:pt x="11006551" y="4926780"/>
                  </a:lnTo>
                  <a:lnTo>
                    <a:pt x="10965604" y="4922282"/>
                  </a:lnTo>
                  <a:lnTo>
                    <a:pt x="10909847" y="4915600"/>
                  </a:lnTo>
                  <a:lnTo>
                    <a:pt x="10839807" y="4906407"/>
                  </a:lnTo>
                  <a:lnTo>
                    <a:pt x="10757143" y="4894479"/>
                  </a:lnTo>
                  <a:lnTo>
                    <a:pt x="10664380" y="4879690"/>
                  </a:lnTo>
                  <a:lnTo>
                    <a:pt x="10564530" y="4862005"/>
                  </a:lnTo>
                  <a:lnTo>
                    <a:pt x="10460717" y="4841449"/>
                  </a:lnTo>
                  <a:lnTo>
                    <a:pt x="10355849" y="4818077"/>
                  </a:lnTo>
                  <a:lnTo>
                    <a:pt x="10252393" y="4791937"/>
                  </a:lnTo>
                  <a:lnTo>
                    <a:pt x="10152263" y="4763045"/>
                  </a:lnTo>
                  <a:lnTo>
                    <a:pt x="10056804" y="4731362"/>
                  </a:lnTo>
                  <a:lnTo>
                    <a:pt x="9966834" y="4696782"/>
                  </a:lnTo>
                  <a:lnTo>
                    <a:pt x="9882733" y="4659123"/>
                  </a:lnTo>
                  <a:lnTo>
                    <a:pt x="9804535" y="4618129"/>
                  </a:lnTo>
                  <a:lnTo>
                    <a:pt x="9732021" y="4573468"/>
                  </a:lnTo>
                  <a:lnTo>
                    <a:pt x="9664795" y="4524743"/>
                  </a:lnTo>
                  <a:lnTo>
                    <a:pt x="9602350" y="4471498"/>
                  </a:lnTo>
                  <a:lnTo>
                    <a:pt x="9544115" y="4413239"/>
                  </a:lnTo>
                  <a:lnTo>
                    <a:pt x="9489493" y="4349465"/>
                  </a:lnTo>
                  <a:lnTo>
                    <a:pt x="9437891" y="4279709"/>
                  </a:lnTo>
                  <a:lnTo>
                    <a:pt x="9388745" y="4203613"/>
                  </a:lnTo>
                  <a:lnTo>
                    <a:pt x="9347647" y="4132239"/>
                  </a:lnTo>
                  <a:lnTo>
                    <a:pt x="9311939" y="4064367"/>
                  </a:lnTo>
                  <a:lnTo>
                    <a:pt x="9276983" y="3992548"/>
                  </a:lnTo>
                  <a:lnTo>
                    <a:pt x="9242619" y="3916704"/>
                  </a:lnTo>
                  <a:lnTo>
                    <a:pt x="9208707" y="3836793"/>
                  </a:lnTo>
                  <a:lnTo>
                    <a:pt x="9175133" y="3752818"/>
                  </a:lnTo>
                  <a:lnTo>
                    <a:pt x="9141799" y="3664826"/>
                  </a:lnTo>
                  <a:lnTo>
                    <a:pt x="9108627" y="3572914"/>
                  </a:lnTo>
                  <a:lnTo>
                    <a:pt x="9075551" y="3477229"/>
                  </a:lnTo>
                  <a:lnTo>
                    <a:pt x="9042523" y="3377972"/>
                  </a:lnTo>
                  <a:lnTo>
                    <a:pt x="9009505" y="3275394"/>
                  </a:lnTo>
                  <a:lnTo>
                    <a:pt x="8976471" y="3169801"/>
                  </a:lnTo>
                  <a:lnTo>
                    <a:pt x="8943405" y="3061546"/>
                  </a:lnTo>
                  <a:lnTo>
                    <a:pt x="8910299" y="2951028"/>
                  </a:lnTo>
                  <a:lnTo>
                    <a:pt x="8877155" y="2838685"/>
                  </a:lnTo>
                  <a:lnTo>
                    <a:pt x="8843977" y="2724989"/>
                  </a:lnTo>
                  <a:lnTo>
                    <a:pt x="8810777" y="2610435"/>
                  </a:lnTo>
                  <a:lnTo>
                    <a:pt x="8777567" y="2495536"/>
                  </a:lnTo>
                  <a:lnTo>
                    <a:pt x="8744362" y="2380809"/>
                  </a:lnTo>
                  <a:lnTo>
                    <a:pt x="8711176" y="2266771"/>
                  </a:lnTo>
                  <a:lnTo>
                    <a:pt x="8678019" y="2153924"/>
                  </a:lnTo>
                  <a:lnTo>
                    <a:pt x="8644900" y="2042747"/>
                  </a:lnTo>
                  <a:lnTo>
                    <a:pt x="8611821" y="1933691"/>
                  </a:lnTo>
                  <a:lnTo>
                    <a:pt x="8578778" y="1827170"/>
                  </a:lnTo>
                  <a:lnTo>
                    <a:pt x="8545756" y="1723551"/>
                  </a:lnTo>
                  <a:lnTo>
                    <a:pt x="8512735" y="1623156"/>
                  </a:lnTo>
                  <a:lnTo>
                    <a:pt x="8479681" y="1526256"/>
                  </a:lnTo>
                  <a:lnTo>
                    <a:pt x="8446547" y="1433067"/>
                  </a:lnTo>
                  <a:lnTo>
                    <a:pt x="8413275" y="1343756"/>
                  </a:lnTo>
                  <a:lnTo>
                    <a:pt x="8379791" y="1258435"/>
                  </a:lnTo>
                  <a:lnTo>
                    <a:pt x="8346003" y="1177167"/>
                  </a:lnTo>
                  <a:lnTo>
                    <a:pt x="8311804" y="1099970"/>
                  </a:lnTo>
                  <a:lnTo>
                    <a:pt x="8277062" y="1026816"/>
                  </a:lnTo>
                  <a:lnTo>
                    <a:pt x="8241624" y="957640"/>
                  </a:lnTo>
                  <a:lnTo>
                    <a:pt x="8229629" y="935453"/>
                  </a:lnTo>
                  <a:lnTo>
                    <a:pt x="8182201" y="853720"/>
                  </a:lnTo>
                  <a:lnTo>
                    <a:pt x="8132763" y="778470"/>
                  </a:lnTo>
                  <a:lnTo>
                    <a:pt x="8080797" y="709523"/>
                  </a:lnTo>
                  <a:lnTo>
                    <a:pt x="8025736" y="646501"/>
                  </a:lnTo>
                  <a:lnTo>
                    <a:pt x="7966982" y="588929"/>
                  </a:lnTo>
                  <a:lnTo>
                    <a:pt x="7903941" y="536305"/>
                  </a:lnTo>
                  <a:lnTo>
                    <a:pt x="7836048" y="488138"/>
                  </a:lnTo>
                  <a:lnTo>
                    <a:pt x="7762807" y="443980"/>
                  </a:lnTo>
                  <a:lnTo>
                    <a:pt x="7683842" y="403442"/>
                  </a:lnTo>
                  <a:lnTo>
                    <a:pt x="7598962" y="366200"/>
                  </a:lnTo>
                  <a:lnTo>
                    <a:pt x="7508241" y="332009"/>
                  </a:lnTo>
                  <a:lnTo>
                    <a:pt x="7412111" y="300697"/>
                  </a:lnTo>
                  <a:lnTo>
                    <a:pt x="7311456" y="272167"/>
                  </a:lnTo>
                  <a:lnTo>
                    <a:pt x="7207693" y="246388"/>
                  </a:lnTo>
                  <a:lnTo>
                    <a:pt x="7102812" y="223382"/>
                  </a:lnTo>
                  <a:lnTo>
                    <a:pt x="6999346" y="203201"/>
                  </a:lnTo>
                  <a:lnTo>
                    <a:pt x="6900247" y="185895"/>
                  </a:lnTo>
                  <a:lnTo>
                    <a:pt x="6808644" y="171486"/>
                  </a:lnTo>
                  <a:lnTo>
                    <a:pt x="6727510" y="159926"/>
                  </a:lnTo>
                  <a:lnTo>
                    <a:pt x="6659272" y="151078"/>
                  </a:lnTo>
                  <a:lnTo>
                    <a:pt x="6605456" y="144703"/>
                  </a:lnTo>
                  <a:lnTo>
                    <a:pt x="6566425" y="140464"/>
                  </a:lnTo>
                  <a:lnTo>
                    <a:pt x="6541272" y="137953"/>
                  </a:lnTo>
                  <a:lnTo>
                    <a:pt x="6527861" y="136719"/>
                  </a:lnTo>
                  <a:lnTo>
                    <a:pt x="6522962" y="136302"/>
                  </a:lnTo>
                  <a:lnTo>
                    <a:pt x="6522385" y="136256"/>
                  </a:lnTo>
                  <a:lnTo>
                    <a:pt x="5527445" y="136256"/>
                  </a:lnTo>
                  <a:lnTo>
                    <a:pt x="5526309" y="136253"/>
                  </a:lnTo>
                  <a:lnTo>
                    <a:pt x="5518810" y="136235"/>
                  </a:lnTo>
                  <a:lnTo>
                    <a:pt x="5499808" y="136184"/>
                  </a:lnTo>
                  <a:lnTo>
                    <a:pt x="5465586" y="136083"/>
                  </a:lnTo>
                  <a:lnTo>
                    <a:pt x="5414074" y="135916"/>
                  </a:lnTo>
                  <a:lnTo>
                    <a:pt x="5345002" y="135670"/>
                  </a:lnTo>
                  <a:lnTo>
                    <a:pt x="5259845" y="135333"/>
                  </a:lnTo>
                  <a:lnTo>
                    <a:pt x="5161491" y="134901"/>
                  </a:lnTo>
                  <a:lnTo>
                    <a:pt x="5053723" y="134371"/>
                  </a:lnTo>
                  <a:lnTo>
                    <a:pt x="4940617" y="133743"/>
                  </a:lnTo>
                  <a:lnTo>
                    <a:pt x="4826013" y="133019"/>
                  </a:lnTo>
                  <a:lnTo>
                    <a:pt x="4713145" y="132201"/>
                  </a:lnTo>
                  <a:lnTo>
                    <a:pt x="4604461" y="131290"/>
                  </a:lnTo>
                  <a:lnTo>
                    <a:pt x="4501599" y="130283"/>
                  </a:lnTo>
                  <a:lnTo>
                    <a:pt x="4405473" y="129177"/>
                  </a:lnTo>
                  <a:lnTo>
                    <a:pt x="4316413" y="127962"/>
                  </a:lnTo>
                  <a:lnTo>
                    <a:pt x="4234303" y="126630"/>
                  </a:lnTo>
                  <a:lnTo>
                    <a:pt x="4158727" y="125165"/>
                  </a:lnTo>
                  <a:lnTo>
                    <a:pt x="4089070" y="123552"/>
                  </a:lnTo>
                  <a:lnTo>
                    <a:pt x="4024604" y="121773"/>
                  </a:lnTo>
                  <a:lnTo>
                    <a:pt x="3964556" y="119808"/>
                  </a:lnTo>
                  <a:lnTo>
                    <a:pt x="3908148" y="117642"/>
                  </a:lnTo>
                  <a:lnTo>
                    <a:pt x="3854646" y="115260"/>
                  </a:lnTo>
                  <a:lnTo>
                    <a:pt x="3820202" y="113547"/>
                  </a:lnTo>
                  <a:lnTo>
                    <a:pt x="3758647" y="110124"/>
                  </a:lnTo>
                  <a:lnTo>
                    <a:pt x="3699010" y="106358"/>
                  </a:lnTo>
                  <a:lnTo>
                    <a:pt x="3640578" y="102243"/>
                  </a:lnTo>
                  <a:lnTo>
                    <a:pt x="3582825" y="97785"/>
                  </a:lnTo>
                  <a:lnTo>
                    <a:pt x="3525382" y="93004"/>
                  </a:lnTo>
                  <a:lnTo>
                    <a:pt x="3468006" y="87932"/>
                  </a:lnTo>
                  <a:lnTo>
                    <a:pt x="3410562" y="82614"/>
                  </a:lnTo>
                  <a:lnTo>
                    <a:pt x="3353002" y="77109"/>
                  </a:lnTo>
                  <a:lnTo>
                    <a:pt x="3295342" y="71483"/>
                  </a:lnTo>
                  <a:lnTo>
                    <a:pt x="3237639" y="65812"/>
                  </a:lnTo>
                  <a:lnTo>
                    <a:pt x="3179966" y="60173"/>
                  </a:lnTo>
                  <a:lnTo>
                    <a:pt x="3122385" y="54640"/>
                  </a:lnTo>
                  <a:lnTo>
                    <a:pt x="3064921" y="49283"/>
                  </a:lnTo>
                  <a:lnTo>
                    <a:pt x="3007540" y="44162"/>
                  </a:lnTo>
                  <a:lnTo>
                    <a:pt x="2950124" y="39325"/>
                  </a:lnTo>
                  <a:lnTo>
                    <a:pt x="2892452" y="34806"/>
                  </a:lnTo>
                  <a:lnTo>
                    <a:pt x="2834178" y="30628"/>
                  </a:lnTo>
                  <a:lnTo>
                    <a:pt x="2774810" y="26797"/>
                  </a:lnTo>
                  <a:lnTo>
                    <a:pt x="2713671" y="23312"/>
                  </a:lnTo>
                  <a:lnTo>
                    <a:pt x="2702183" y="22709"/>
                  </a:lnTo>
                  <a:lnTo>
                    <a:pt x="2650250" y="20180"/>
                  </a:lnTo>
                  <a:lnTo>
                    <a:pt x="2595860" y="17871"/>
                  </a:lnTo>
                  <a:lnTo>
                    <a:pt x="2538328" y="15773"/>
                  </a:lnTo>
                  <a:lnTo>
                    <a:pt x="2476900" y="13872"/>
                  </a:lnTo>
                  <a:lnTo>
                    <a:pt x="2410794" y="12150"/>
                  </a:lnTo>
                  <a:lnTo>
                    <a:pt x="2339248" y="10589"/>
                  </a:lnTo>
                  <a:lnTo>
                    <a:pt x="2261562" y="9169"/>
                  </a:lnTo>
                  <a:lnTo>
                    <a:pt x="2177178" y="7877"/>
                  </a:lnTo>
                  <a:lnTo>
                    <a:pt x="2085765" y="6700"/>
                  </a:lnTo>
                  <a:lnTo>
                    <a:pt x="1987340" y="5627"/>
                  </a:lnTo>
                  <a:lnTo>
                    <a:pt x="1882410" y="4653"/>
                  </a:lnTo>
                  <a:lnTo>
                    <a:pt x="1772115" y="3773"/>
                  </a:lnTo>
                  <a:lnTo>
                    <a:pt x="1658359" y="2986"/>
                  </a:lnTo>
                  <a:lnTo>
                    <a:pt x="1543859" y="2294"/>
                  </a:lnTo>
                  <a:lnTo>
                    <a:pt x="1432079" y="1698"/>
                  </a:lnTo>
                  <a:lnTo>
                    <a:pt x="1326988" y="1200"/>
                  </a:lnTo>
                  <a:lnTo>
                    <a:pt x="1232629" y="800"/>
                  </a:lnTo>
                  <a:lnTo>
                    <a:pt x="1152553" y="495"/>
                  </a:lnTo>
                  <a:lnTo>
                    <a:pt x="1089232" y="276"/>
                  </a:lnTo>
                  <a:lnTo>
                    <a:pt x="1043582" y="133"/>
                  </a:lnTo>
                  <a:lnTo>
                    <a:pt x="1014729" y="50"/>
                  </a:lnTo>
                  <a:lnTo>
                    <a:pt x="1000034" y="12"/>
                  </a:lnTo>
                  <a:lnTo>
                    <a:pt x="995284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9" name="pg788"/>
            <p:cNvSpPr/>
            <p:nvPr/>
          </p:nvSpPr>
          <p:spPr>
            <a:xfrm>
              <a:off x="1199187" y="1262828"/>
              <a:ext cx="12049831" cy="660319"/>
            </a:xfrm>
            <a:custGeom>
              <a:avLst/>
              <a:pathLst>
                <a:path w="12049831" h="660319">
                  <a:moveTo>
                    <a:pt x="0" y="408769"/>
                  </a:moveTo>
                  <a:lnTo>
                    <a:pt x="994940" y="408769"/>
                  </a:lnTo>
                  <a:lnTo>
                    <a:pt x="996076" y="408774"/>
                  </a:lnTo>
                  <a:lnTo>
                    <a:pt x="1003572" y="408808"/>
                  </a:lnTo>
                  <a:lnTo>
                    <a:pt x="1022569" y="408902"/>
                  </a:lnTo>
                  <a:lnTo>
                    <a:pt x="1056781" y="409089"/>
                  </a:lnTo>
                  <a:lnTo>
                    <a:pt x="1108279" y="409397"/>
                  </a:lnTo>
                  <a:lnTo>
                    <a:pt x="1177333" y="409851"/>
                  </a:lnTo>
                  <a:lnTo>
                    <a:pt x="1262472" y="410472"/>
                  </a:lnTo>
                  <a:lnTo>
                    <a:pt x="1360806" y="411270"/>
                  </a:lnTo>
                  <a:lnTo>
                    <a:pt x="1468556" y="412249"/>
                  </a:lnTo>
                  <a:lnTo>
                    <a:pt x="1581646" y="413408"/>
                  </a:lnTo>
                  <a:lnTo>
                    <a:pt x="1696238" y="414744"/>
                  </a:lnTo>
                  <a:lnTo>
                    <a:pt x="1809098" y="416253"/>
                  </a:lnTo>
                  <a:lnTo>
                    <a:pt x="1917778" y="417935"/>
                  </a:lnTo>
                  <a:lnTo>
                    <a:pt x="2020638" y="419793"/>
                  </a:lnTo>
                  <a:lnTo>
                    <a:pt x="2116764" y="421835"/>
                  </a:lnTo>
                  <a:lnTo>
                    <a:pt x="2205827" y="424076"/>
                  </a:lnTo>
                  <a:lnTo>
                    <a:pt x="2287939" y="426536"/>
                  </a:lnTo>
                  <a:lnTo>
                    <a:pt x="2363519" y="429240"/>
                  </a:lnTo>
                  <a:lnTo>
                    <a:pt x="2433180" y="432217"/>
                  </a:lnTo>
                  <a:lnTo>
                    <a:pt x="2497649" y="435500"/>
                  </a:lnTo>
                  <a:lnTo>
                    <a:pt x="2557699" y="439125"/>
                  </a:lnTo>
                  <a:lnTo>
                    <a:pt x="2614108" y="443123"/>
                  </a:lnTo>
                  <a:lnTo>
                    <a:pt x="2667611" y="447519"/>
                  </a:lnTo>
                  <a:lnTo>
                    <a:pt x="2702183" y="450694"/>
                  </a:lnTo>
                  <a:lnTo>
                    <a:pt x="2763502" y="456987"/>
                  </a:lnTo>
                  <a:lnTo>
                    <a:pt x="2822914" y="463909"/>
                  </a:lnTo>
                  <a:lnTo>
                    <a:pt x="2881126" y="471470"/>
                  </a:lnTo>
                  <a:lnTo>
                    <a:pt x="2938660" y="479658"/>
                  </a:lnTo>
                  <a:lnTo>
                    <a:pt x="2995881" y="488440"/>
                  </a:lnTo>
                  <a:lnTo>
                    <a:pt x="3053033" y="497757"/>
                  </a:lnTo>
                  <a:lnTo>
                    <a:pt x="3110249" y="507526"/>
                  </a:lnTo>
                  <a:lnTo>
                    <a:pt x="3167581" y="517642"/>
                  </a:lnTo>
                  <a:lnTo>
                    <a:pt x="3225013" y="527981"/>
                  </a:lnTo>
                  <a:lnTo>
                    <a:pt x="3282490" y="538409"/>
                  </a:lnTo>
                  <a:lnTo>
                    <a:pt x="3339940" y="548785"/>
                  </a:lnTo>
                  <a:lnTo>
                    <a:pt x="3397301" y="558972"/>
                  </a:lnTo>
                  <a:lnTo>
                    <a:pt x="3454545" y="568841"/>
                  </a:lnTo>
                  <a:lnTo>
                    <a:pt x="3511704" y="578284"/>
                  </a:lnTo>
                  <a:lnTo>
                    <a:pt x="3568889" y="587211"/>
                  </a:lnTo>
                  <a:lnTo>
                    <a:pt x="3626312" y="595557"/>
                  </a:lnTo>
                  <a:lnTo>
                    <a:pt x="3684306" y="603282"/>
                  </a:lnTo>
                  <a:lnTo>
                    <a:pt x="3743348" y="610370"/>
                  </a:lnTo>
                  <a:lnTo>
                    <a:pt x="3804092" y="616824"/>
                  </a:lnTo>
                  <a:lnTo>
                    <a:pt x="3820202" y="618394"/>
                  </a:lnTo>
                  <a:lnTo>
                    <a:pt x="3872129" y="623063"/>
                  </a:lnTo>
                  <a:lnTo>
                    <a:pt x="3926513" y="627326"/>
                  </a:lnTo>
                  <a:lnTo>
                    <a:pt x="3984038" y="631198"/>
                  </a:lnTo>
                  <a:lnTo>
                    <a:pt x="4045458" y="634706"/>
                  </a:lnTo>
                  <a:lnTo>
                    <a:pt x="4111554" y="637885"/>
                  </a:lnTo>
                  <a:lnTo>
                    <a:pt x="4183090" y="640768"/>
                  </a:lnTo>
                  <a:lnTo>
                    <a:pt x="4260762" y="643389"/>
                  </a:lnTo>
                  <a:lnTo>
                    <a:pt x="4345132" y="645774"/>
                  </a:lnTo>
                  <a:lnTo>
                    <a:pt x="4436529" y="647947"/>
                  </a:lnTo>
                  <a:lnTo>
                    <a:pt x="4534936" y="649928"/>
                  </a:lnTo>
                  <a:lnTo>
                    <a:pt x="4639849" y="651727"/>
                  </a:lnTo>
                  <a:lnTo>
                    <a:pt x="4750126" y="653352"/>
                  </a:lnTo>
                  <a:lnTo>
                    <a:pt x="4863867" y="654804"/>
                  </a:lnTo>
                  <a:lnTo>
                    <a:pt x="4978357" y="656082"/>
                  </a:lnTo>
                  <a:lnTo>
                    <a:pt x="5090132" y="657183"/>
                  </a:lnTo>
                  <a:lnTo>
                    <a:pt x="5195226" y="658102"/>
                  </a:lnTo>
                  <a:lnTo>
                    <a:pt x="5289598" y="658840"/>
                  </a:lnTo>
                  <a:lnTo>
                    <a:pt x="5369694" y="659404"/>
                  </a:lnTo>
                  <a:lnTo>
                    <a:pt x="5433043" y="659808"/>
                  </a:lnTo>
                  <a:lnTo>
                    <a:pt x="5478724" y="660073"/>
                  </a:lnTo>
                  <a:lnTo>
                    <a:pt x="5507608" y="660226"/>
                  </a:lnTo>
                  <a:lnTo>
                    <a:pt x="5522330" y="660297"/>
                  </a:lnTo>
                  <a:lnTo>
                    <a:pt x="5527097" y="660318"/>
                  </a:lnTo>
                  <a:lnTo>
                    <a:pt x="5527445" y="660319"/>
                  </a:lnTo>
                  <a:lnTo>
                    <a:pt x="6522385" y="660319"/>
                  </a:lnTo>
                  <a:lnTo>
                    <a:pt x="6523519" y="660307"/>
                  </a:lnTo>
                  <a:lnTo>
                    <a:pt x="6530996" y="660218"/>
                  </a:lnTo>
                  <a:lnTo>
                    <a:pt x="6549946" y="659973"/>
                  </a:lnTo>
                  <a:lnTo>
                    <a:pt x="6584079" y="659489"/>
                  </a:lnTo>
                  <a:lnTo>
                    <a:pt x="6635463" y="658689"/>
                  </a:lnTo>
                  <a:lnTo>
                    <a:pt x="6704375" y="657508"/>
                  </a:lnTo>
                  <a:lnTo>
                    <a:pt x="6789356" y="655896"/>
                  </a:lnTo>
                  <a:lnTo>
                    <a:pt x="6887531" y="653823"/>
                  </a:lnTo>
                  <a:lnTo>
                    <a:pt x="6995133" y="651280"/>
                  </a:lnTo>
                  <a:lnTo>
                    <a:pt x="7108097" y="648267"/>
                  </a:lnTo>
                  <a:lnTo>
                    <a:pt x="7222592" y="644795"/>
                  </a:lnTo>
                  <a:lnTo>
                    <a:pt x="7335384" y="640873"/>
                  </a:lnTo>
                  <a:lnTo>
                    <a:pt x="7444025" y="636501"/>
                  </a:lnTo>
                  <a:lnTo>
                    <a:pt x="7546871" y="631673"/>
                  </a:lnTo>
                  <a:lnTo>
                    <a:pt x="7643001" y="626365"/>
                  </a:lnTo>
                  <a:lnTo>
                    <a:pt x="7732082" y="620541"/>
                  </a:lnTo>
                  <a:lnTo>
                    <a:pt x="7814220" y="614150"/>
                  </a:lnTo>
                  <a:lnTo>
                    <a:pt x="7889829" y="607126"/>
                  </a:lnTo>
                  <a:lnTo>
                    <a:pt x="7959520" y="599392"/>
                  </a:lnTo>
                  <a:lnTo>
                    <a:pt x="8024014" y="590863"/>
                  </a:lnTo>
                  <a:lnTo>
                    <a:pt x="8084084" y="581448"/>
                  </a:lnTo>
                  <a:lnTo>
                    <a:pt x="8140505" y="571064"/>
                  </a:lnTo>
                  <a:lnTo>
                    <a:pt x="8194011" y="559646"/>
                  </a:lnTo>
                  <a:lnTo>
                    <a:pt x="8229629" y="551140"/>
                  </a:lnTo>
                  <a:lnTo>
                    <a:pt x="8289170" y="535258"/>
                  </a:lnTo>
                  <a:lnTo>
                    <a:pt x="8346894" y="517834"/>
                  </a:lnTo>
                  <a:lnTo>
                    <a:pt x="8403455" y="498845"/>
                  </a:lnTo>
                  <a:lnTo>
                    <a:pt x="8459340" y="478311"/>
                  </a:lnTo>
                  <a:lnTo>
                    <a:pt x="8514897" y="456308"/>
                  </a:lnTo>
                  <a:lnTo>
                    <a:pt x="8570362" y="432967"/>
                  </a:lnTo>
                  <a:lnTo>
                    <a:pt x="8625873" y="408476"/>
                  </a:lnTo>
                  <a:lnTo>
                    <a:pt x="8681488" y="383078"/>
                  </a:lnTo>
                  <a:lnTo>
                    <a:pt x="8737206" y="357055"/>
                  </a:lnTo>
                  <a:lnTo>
                    <a:pt x="8792982" y="330726"/>
                  </a:lnTo>
                  <a:lnTo>
                    <a:pt x="8848753" y="304423"/>
                  </a:lnTo>
                  <a:lnTo>
                    <a:pt x="8904457" y="278478"/>
                  </a:lnTo>
                  <a:lnTo>
                    <a:pt x="8960055" y="253203"/>
                  </a:lnTo>
                  <a:lnTo>
                    <a:pt x="9015553" y="228877"/>
                  </a:lnTo>
                  <a:lnTo>
                    <a:pt x="9071021" y="205733"/>
                  </a:lnTo>
                  <a:lnTo>
                    <a:pt x="9126611" y="183952"/>
                  </a:lnTo>
                  <a:lnTo>
                    <a:pt x="9182575" y="163655"/>
                  </a:lnTo>
                  <a:lnTo>
                    <a:pt x="9239281" y="144909"/>
                  </a:lnTo>
                  <a:lnTo>
                    <a:pt x="9297240" y="127728"/>
                  </a:lnTo>
                  <a:lnTo>
                    <a:pt x="9347647" y="114420"/>
                  </a:lnTo>
                  <a:lnTo>
                    <a:pt x="9399529" y="102272"/>
                  </a:lnTo>
                  <a:lnTo>
                    <a:pt x="9453861" y="91179"/>
                  </a:lnTo>
                  <a:lnTo>
                    <a:pt x="9511329" y="81103"/>
                  </a:lnTo>
                  <a:lnTo>
                    <a:pt x="9572683" y="71971"/>
                  </a:lnTo>
                  <a:lnTo>
                    <a:pt x="9638701" y="63697"/>
                  </a:lnTo>
                  <a:lnTo>
                    <a:pt x="9710147" y="56191"/>
                  </a:lnTo>
                  <a:lnTo>
                    <a:pt x="9787716" y="49371"/>
                  </a:lnTo>
                  <a:lnTo>
                    <a:pt x="9871967" y="43161"/>
                  </a:lnTo>
                  <a:lnTo>
                    <a:pt x="9963232" y="37501"/>
                  </a:lnTo>
                  <a:lnTo>
                    <a:pt x="10061498" y="32345"/>
                  </a:lnTo>
                  <a:lnTo>
                    <a:pt x="10166264" y="27659"/>
                  </a:lnTo>
                  <a:lnTo>
                    <a:pt x="10276400" y="23427"/>
                  </a:lnTo>
                  <a:lnTo>
                    <a:pt x="10390018" y="19643"/>
                  </a:lnTo>
                  <a:lnTo>
                    <a:pt x="10504418" y="16312"/>
                  </a:lnTo>
                  <a:lnTo>
                    <a:pt x="10616154" y="13443"/>
                  </a:lnTo>
                  <a:lnTo>
                    <a:pt x="10721275" y="11046"/>
                  </a:lnTo>
                  <a:lnTo>
                    <a:pt x="10815745" y="9117"/>
                  </a:lnTo>
                  <a:lnTo>
                    <a:pt x="10896011" y="7642"/>
                  </a:lnTo>
                  <a:lnTo>
                    <a:pt x="10959586" y="6585"/>
                  </a:lnTo>
                  <a:lnTo>
                    <a:pt x="11005525" y="5891"/>
                  </a:lnTo>
                  <a:lnTo>
                    <a:pt x="11034664" y="5489"/>
                  </a:lnTo>
                  <a:lnTo>
                    <a:pt x="11049603" y="5301"/>
                  </a:lnTo>
                  <a:lnTo>
                    <a:pt x="11054511" y="524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8" y="12"/>
                  </a:lnTo>
                  <a:lnTo>
                    <a:pt x="11046281" y="101"/>
                  </a:lnTo>
                  <a:lnTo>
                    <a:pt x="11027330" y="346"/>
                  </a:lnTo>
                  <a:lnTo>
                    <a:pt x="10993198" y="830"/>
                  </a:lnTo>
                  <a:lnTo>
                    <a:pt x="10941814" y="1630"/>
                  </a:lnTo>
                  <a:lnTo>
                    <a:pt x="10872902" y="2811"/>
                  </a:lnTo>
                  <a:lnTo>
                    <a:pt x="10787921" y="4423"/>
                  </a:lnTo>
                  <a:lnTo>
                    <a:pt x="10689746" y="6495"/>
                  </a:lnTo>
                  <a:lnTo>
                    <a:pt x="10582144" y="9039"/>
                  </a:lnTo>
                  <a:lnTo>
                    <a:pt x="10469179" y="12052"/>
                  </a:lnTo>
                  <a:lnTo>
                    <a:pt x="10354685" y="15523"/>
                  </a:lnTo>
                  <a:lnTo>
                    <a:pt x="10241892" y="19446"/>
                  </a:lnTo>
                  <a:lnTo>
                    <a:pt x="10133251" y="23818"/>
                  </a:lnTo>
                  <a:lnTo>
                    <a:pt x="10030405" y="28646"/>
                  </a:lnTo>
                  <a:lnTo>
                    <a:pt x="9934275" y="33954"/>
                  </a:lnTo>
                  <a:lnTo>
                    <a:pt x="9845194" y="39778"/>
                  </a:lnTo>
                  <a:lnTo>
                    <a:pt x="9763056" y="46169"/>
                  </a:lnTo>
                  <a:lnTo>
                    <a:pt x="9687447" y="53193"/>
                  </a:lnTo>
                  <a:lnTo>
                    <a:pt x="9617757" y="60927"/>
                  </a:lnTo>
                  <a:lnTo>
                    <a:pt x="9553263" y="69456"/>
                  </a:lnTo>
                  <a:lnTo>
                    <a:pt x="9493193" y="78871"/>
                  </a:lnTo>
                  <a:lnTo>
                    <a:pt x="9436772" y="89255"/>
                  </a:lnTo>
                  <a:lnTo>
                    <a:pt x="9383265" y="100672"/>
                  </a:lnTo>
                  <a:lnTo>
                    <a:pt x="9347647" y="109179"/>
                  </a:lnTo>
                  <a:lnTo>
                    <a:pt x="9288106" y="125061"/>
                  </a:lnTo>
                  <a:lnTo>
                    <a:pt x="9230382" y="142485"/>
                  </a:lnTo>
                  <a:lnTo>
                    <a:pt x="9173821" y="161474"/>
                  </a:lnTo>
                  <a:lnTo>
                    <a:pt x="9117937" y="182008"/>
                  </a:lnTo>
                  <a:lnTo>
                    <a:pt x="9062379" y="204011"/>
                  </a:lnTo>
                  <a:lnTo>
                    <a:pt x="9006914" y="227352"/>
                  </a:lnTo>
                  <a:lnTo>
                    <a:pt x="8951404" y="251843"/>
                  </a:lnTo>
                  <a:lnTo>
                    <a:pt x="8895788" y="277241"/>
                  </a:lnTo>
                  <a:lnTo>
                    <a:pt x="8840071" y="303264"/>
                  </a:lnTo>
                  <a:lnTo>
                    <a:pt x="8784294" y="329593"/>
                  </a:lnTo>
                  <a:lnTo>
                    <a:pt x="8728523" y="355896"/>
                  </a:lnTo>
                  <a:lnTo>
                    <a:pt x="8672820" y="381841"/>
                  </a:lnTo>
                  <a:lnTo>
                    <a:pt x="8617222" y="407116"/>
                  </a:lnTo>
                  <a:lnTo>
                    <a:pt x="8561724" y="431442"/>
                  </a:lnTo>
                  <a:lnTo>
                    <a:pt x="8506256" y="454585"/>
                  </a:lnTo>
                  <a:lnTo>
                    <a:pt x="8450665" y="476367"/>
                  </a:lnTo>
                  <a:lnTo>
                    <a:pt x="8394702" y="496664"/>
                  </a:lnTo>
                  <a:lnTo>
                    <a:pt x="8337995" y="515410"/>
                  </a:lnTo>
                  <a:lnTo>
                    <a:pt x="8280036" y="532590"/>
                  </a:lnTo>
                  <a:lnTo>
                    <a:pt x="8229629" y="545899"/>
                  </a:lnTo>
                  <a:lnTo>
                    <a:pt x="8177748" y="558046"/>
                  </a:lnTo>
                  <a:lnTo>
                    <a:pt x="8123415" y="569140"/>
                  </a:lnTo>
                  <a:lnTo>
                    <a:pt x="8065948" y="579216"/>
                  </a:lnTo>
                  <a:lnTo>
                    <a:pt x="8004594" y="588348"/>
                  </a:lnTo>
                  <a:lnTo>
                    <a:pt x="7938575" y="596622"/>
                  </a:lnTo>
                  <a:lnTo>
                    <a:pt x="7867129" y="604128"/>
                  </a:lnTo>
                  <a:lnTo>
                    <a:pt x="7789561" y="610948"/>
                  </a:lnTo>
                  <a:lnTo>
                    <a:pt x="7705310" y="617158"/>
                  </a:lnTo>
                  <a:lnTo>
                    <a:pt x="7614044" y="622818"/>
                  </a:lnTo>
                  <a:lnTo>
                    <a:pt x="7515779" y="627974"/>
                  </a:lnTo>
                  <a:lnTo>
                    <a:pt x="7411013" y="632660"/>
                  </a:lnTo>
                  <a:lnTo>
                    <a:pt x="7300877" y="636892"/>
                  </a:lnTo>
                  <a:lnTo>
                    <a:pt x="7187259" y="640676"/>
                  </a:lnTo>
                  <a:lnTo>
                    <a:pt x="7072859" y="644007"/>
                  </a:lnTo>
                  <a:lnTo>
                    <a:pt x="6961122" y="646875"/>
                  </a:lnTo>
                  <a:lnTo>
                    <a:pt x="6856002" y="649273"/>
                  </a:lnTo>
                  <a:lnTo>
                    <a:pt x="6761531" y="651202"/>
                  </a:lnTo>
                  <a:lnTo>
                    <a:pt x="6681266" y="652677"/>
                  </a:lnTo>
                  <a:lnTo>
                    <a:pt x="6617691" y="653734"/>
                  </a:lnTo>
                  <a:lnTo>
                    <a:pt x="6571752" y="654428"/>
                  </a:lnTo>
                  <a:lnTo>
                    <a:pt x="6542612" y="654829"/>
                  </a:lnTo>
                  <a:lnTo>
                    <a:pt x="6527673" y="655018"/>
                  </a:lnTo>
                  <a:lnTo>
                    <a:pt x="6522765" y="655075"/>
                  </a:lnTo>
                  <a:lnTo>
                    <a:pt x="6522385" y="655079"/>
                  </a:lnTo>
                  <a:lnTo>
                    <a:pt x="5527445" y="655079"/>
                  </a:lnTo>
                  <a:lnTo>
                    <a:pt x="5526309" y="655074"/>
                  </a:lnTo>
                  <a:lnTo>
                    <a:pt x="5518813" y="655040"/>
                  </a:lnTo>
                  <a:lnTo>
                    <a:pt x="5499816" y="654945"/>
                  </a:lnTo>
                  <a:lnTo>
                    <a:pt x="5465604" y="654759"/>
                  </a:lnTo>
                  <a:lnTo>
                    <a:pt x="5414106" y="654451"/>
                  </a:lnTo>
                  <a:lnTo>
                    <a:pt x="5345052" y="653996"/>
                  </a:lnTo>
                  <a:lnTo>
                    <a:pt x="5259913" y="653376"/>
                  </a:lnTo>
                  <a:lnTo>
                    <a:pt x="5161579" y="652578"/>
                  </a:lnTo>
                  <a:lnTo>
                    <a:pt x="5053829" y="651599"/>
                  </a:lnTo>
                  <a:lnTo>
                    <a:pt x="4940739" y="650440"/>
                  </a:lnTo>
                  <a:lnTo>
                    <a:pt x="4826147" y="649104"/>
                  </a:lnTo>
                  <a:lnTo>
                    <a:pt x="4713287" y="647595"/>
                  </a:lnTo>
                  <a:lnTo>
                    <a:pt x="4604607" y="645913"/>
                  </a:lnTo>
                  <a:lnTo>
                    <a:pt x="4501747" y="644055"/>
                  </a:lnTo>
                  <a:lnTo>
                    <a:pt x="4405621" y="642012"/>
                  </a:lnTo>
                  <a:lnTo>
                    <a:pt x="4316558" y="639771"/>
                  </a:lnTo>
                  <a:lnTo>
                    <a:pt x="4234446" y="637312"/>
                  </a:lnTo>
                  <a:lnTo>
                    <a:pt x="4158866" y="634608"/>
                  </a:lnTo>
                  <a:lnTo>
                    <a:pt x="4089205" y="631631"/>
                  </a:lnTo>
                  <a:lnTo>
                    <a:pt x="4024736" y="628347"/>
                  </a:lnTo>
                  <a:lnTo>
                    <a:pt x="3964686" y="624723"/>
                  </a:lnTo>
                  <a:lnTo>
                    <a:pt x="3908277" y="620724"/>
                  </a:lnTo>
                  <a:lnTo>
                    <a:pt x="3854774" y="616328"/>
                  </a:lnTo>
                  <a:lnTo>
                    <a:pt x="3820202" y="613154"/>
                  </a:lnTo>
                  <a:lnTo>
                    <a:pt x="3758883" y="606861"/>
                  </a:lnTo>
                  <a:lnTo>
                    <a:pt x="3699471" y="599938"/>
                  </a:lnTo>
                  <a:lnTo>
                    <a:pt x="3641259" y="592378"/>
                  </a:lnTo>
                  <a:lnTo>
                    <a:pt x="3583725" y="584190"/>
                  </a:lnTo>
                  <a:lnTo>
                    <a:pt x="3526504" y="575408"/>
                  </a:lnTo>
                  <a:lnTo>
                    <a:pt x="3469352" y="566091"/>
                  </a:lnTo>
                  <a:lnTo>
                    <a:pt x="3412136" y="556322"/>
                  </a:lnTo>
                  <a:lnTo>
                    <a:pt x="3354804" y="546206"/>
                  </a:lnTo>
                  <a:lnTo>
                    <a:pt x="3297372" y="535866"/>
                  </a:lnTo>
                  <a:lnTo>
                    <a:pt x="3239895" y="525438"/>
                  </a:lnTo>
                  <a:lnTo>
                    <a:pt x="3182445" y="515062"/>
                  </a:lnTo>
                  <a:lnTo>
                    <a:pt x="3125084" y="504876"/>
                  </a:lnTo>
                  <a:lnTo>
                    <a:pt x="3067840" y="495006"/>
                  </a:lnTo>
                  <a:lnTo>
                    <a:pt x="3010681" y="485564"/>
                  </a:lnTo>
                  <a:lnTo>
                    <a:pt x="2953496" y="476637"/>
                  </a:lnTo>
                  <a:lnTo>
                    <a:pt x="2896073" y="468290"/>
                  </a:lnTo>
                  <a:lnTo>
                    <a:pt x="2838079" y="460565"/>
                  </a:lnTo>
                  <a:lnTo>
                    <a:pt x="2779037" y="453478"/>
                  </a:lnTo>
                  <a:lnTo>
                    <a:pt x="2718293" y="447024"/>
                  </a:lnTo>
                  <a:lnTo>
                    <a:pt x="2702183" y="445453"/>
                  </a:lnTo>
                  <a:lnTo>
                    <a:pt x="2650256" y="440785"/>
                  </a:lnTo>
                  <a:lnTo>
                    <a:pt x="2595872" y="436522"/>
                  </a:lnTo>
                  <a:lnTo>
                    <a:pt x="2538347" y="432650"/>
                  </a:lnTo>
                  <a:lnTo>
                    <a:pt x="2476927" y="429141"/>
                  </a:lnTo>
                  <a:lnTo>
                    <a:pt x="2410831" y="425963"/>
                  </a:lnTo>
                  <a:lnTo>
                    <a:pt x="2339295" y="423079"/>
                  </a:lnTo>
                  <a:lnTo>
                    <a:pt x="2261623" y="420459"/>
                  </a:lnTo>
                  <a:lnTo>
                    <a:pt x="2177253" y="418074"/>
                  </a:lnTo>
                  <a:lnTo>
                    <a:pt x="2085856" y="415900"/>
                  </a:lnTo>
                  <a:lnTo>
                    <a:pt x="1987449" y="413920"/>
                  </a:lnTo>
                  <a:lnTo>
                    <a:pt x="1882536" y="412121"/>
                  </a:lnTo>
                  <a:lnTo>
                    <a:pt x="1772259" y="410496"/>
                  </a:lnTo>
                  <a:lnTo>
                    <a:pt x="1658518" y="409044"/>
                  </a:lnTo>
                  <a:lnTo>
                    <a:pt x="1544028" y="407765"/>
                  </a:lnTo>
                  <a:lnTo>
                    <a:pt x="1432253" y="406665"/>
                  </a:lnTo>
                  <a:lnTo>
                    <a:pt x="1327159" y="405746"/>
                  </a:lnTo>
                  <a:lnTo>
                    <a:pt x="1232787" y="405008"/>
                  </a:lnTo>
                  <a:lnTo>
                    <a:pt x="1152691" y="404443"/>
                  </a:lnTo>
                  <a:lnTo>
                    <a:pt x="1089342" y="404039"/>
                  </a:lnTo>
                  <a:lnTo>
                    <a:pt x="1043661" y="403775"/>
                  </a:lnTo>
                  <a:lnTo>
                    <a:pt x="1014777" y="403622"/>
                  </a:lnTo>
                  <a:lnTo>
                    <a:pt x="1000055" y="403551"/>
                  </a:lnTo>
                  <a:lnTo>
                    <a:pt x="995288" y="403530"/>
                  </a:lnTo>
                  <a:lnTo>
                    <a:pt x="994940" y="403528"/>
                  </a:lnTo>
                  <a:lnTo>
                    <a:pt x="0" y="403528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90" name="pl789"/>
            <p:cNvSpPr/>
            <p:nvPr/>
          </p:nvSpPr>
          <p:spPr>
            <a:xfrm>
              <a:off x="1199187" y="1268068"/>
              <a:ext cx="12049831" cy="655079"/>
            </a:xfrm>
            <a:custGeom>
              <a:avLst/>
              <a:pathLst>
                <a:path w="12049831" h="655079">
                  <a:moveTo>
                    <a:pt x="0" y="403528"/>
                  </a:moveTo>
                  <a:lnTo>
                    <a:pt x="994940" y="403528"/>
                  </a:lnTo>
                  <a:lnTo>
                    <a:pt x="996076" y="403533"/>
                  </a:lnTo>
                  <a:lnTo>
                    <a:pt x="1003572" y="403567"/>
                  </a:lnTo>
                  <a:lnTo>
                    <a:pt x="1022569" y="403662"/>
                  </a:lnTo>
                  <a:lnTo>
                    <a:pt x="1056781" y="403848"/>
                  </a:lnTo>
                  <a:lnTo>
                    <a:pt x="1108279" y="404156"/>
                  </a:lnTo>
                  <a:lnTo>
                    <a:pt x="1177333" y="404611"/>
                  </a:lnTo>
                  <a:lnTo>
                    <a:pt x="1262472" y="405231"/>
                  </a:lnTo>
                  <a:lnTo>
                    <a:pt x="1360806" y="406029"/>
                  </a:lnTo>
                  <a:lnTo>
                    <a:pt x="1468556" y="407008"/>
                  </a:lnTo>
                  <a:lnTo>
                    <a:pt x="1581646" y="408167"/>
                  </a:lnTo>
                  <a:lnTo>
                    <a:pt x="1696238" y="409503"/>
                  </a:lnTo>
                  <a:lnTo>
                    <a:pt x="1809098" y="411012"/>
                  </a:lnTo>
                  <a:lnTo>
                    <a:pt x="1917778" y="412694"/>
                  </a:lnTo>
                  <a:lnTo>
                    <a:pt x="2020638" y="414552"/>
                  </a:lnTo>
                  <a:lnTo>
                    <a:pt x="2116764" y="416595"/>
                  </a:lnTo>
                  <a:lnTo>
                    <a:pt x="2205827" y="418836"/>
                  </a:lnTo>
                  <a:lnTo>
                    <a:pt x="2287939" y="421295"/>
                  </a:lnTo>
                  <a:lnTo>
                    <a:pt x="2363519" y="423999"/>
                  </a:lnTo>
                  <a:lnTo>
                    <a:pt x="2433180" y="426976"/>
                  </a:lnTo>
                  <a:lnTo>
                    <a:pt x="2497649" y="430260"/>
                  </a:lnTo>
                  <a:lnTo>
                    <a:pt x="2557699" y="433884"/>
                  </a:lnTo>
                  <a:lnTo>
                    <a:pt x="2614108" y="437883"/>
                  </a:lnTo>
                  <a:lnTo>
                    <a:pt x="2667611" y="442279"/>
                  </a:lnTo>
                  <a:lnTo>
                    <a:pt x="2702183" y="445453"/>
                  </a:lnTo>
                  <a:lnTo>
                    <a:pt x="2763502" y="451747"/>
                  </a:lnTo>
                  <a:lnTo>
                    <a:pt x="2822914" y="458669"/>
                  </a:lnTo>
                  <a:lnTo>
                    <a:pt x="2881126" y="466229"/>
                  </a:lnTo>
                  <a:lnTo>
                    <a:pt x="2938660" y="474417"/>
                  </a:lnTo>
                  <a:lnTo>
                    <a:pt x="2995881" y="483199"/>
                  </a:lnTo>
                  <a:lnTo>
                    <a:pt x="3053033" y="492516"/>
                  </a:lnTo>
                  <a:lnTo>
                    <a:pt x="3110249" y="502285"/>
                  </a:lnTo>
                  <a:lnTo>
                    <a:pt x="3167581" y="512401"/>
                  </a:lnTo>
                  <a:lnTo>
                    <a:pt x="3225013" y="522741"/>
                  </a:lnTo>
                  <a:lnTo>
                    <a:pt x="3282490" y="533169"/>
                  </a:lnTo>
                  <a:lnTo>
                    <a:pt x="3339940" y="543545"/>
                  </a:lnTo>
                  <a:lnTo>
                    <a:pt x="3397301" y="553731"/>
                  </a:lnTo>
                  <a:lnTo>
                    <a:pt x="3454545" y="563601"/>
                  </a:lnTo>
                  <a:lnTo>
                    <a:pt x="3511704" y="573044"/>
                  </a:lnTo>
                  <a:lnTo>
                    <a:pt x="3568889" y="581971"/>
                  </a:lnTo>
                  <a:lnTo>
                    <a:pt x="3626312" y="590317"/>
                  </a:lnTo>
                  <a:lnTo>
                    <a:pt x="3684306" y="598042"/>
                  </a:lnTo>
                  <a:lnTo>
                    <a:pt x="3743348" y="605129"/>
                  </a:lnTo>
                  <a:lnTo>
                    <a:pt x="3804092" y="611583"/>
                  </a:lnTo>
                  <a:lnTo>
                    <a:pt x="3820202" y="613154"/>
                  </a:lnTo>
                  <a:lnTo>
                    <a:pt x="3872129" y="617822"/>
                  </a:lnTo>
                  <a:lnTo>
                    <a:pt x="3926513" y="622085"/>
                  </a:lnTo>
                  <a:lnTo>
                    <a:pt x="3984038" y="625957"/>
                  </a:lnTo>
                  <a:lnTo>
                    <a:pt x="4045458" y="629466"/>
                  </a:lnTo>
                  <a:lnTo>
                    <a:pt x="4111554" y="632645"/>
                  </a:lnTo>
                  <a:lnTo>
                    <a:pt x="4183090" y="635528"/>
                  </a:lnTo>
                  <a:lnTo>
                    <a:pt x="4260762" y="638148"/>
                  </a:lnTo>
                  <a:lnTo>
                    <a:pt x="4345132" y="640533"/>
                  </a:lnTo>
                  <a:lnTo>
                    <a:pt x="4436529" y="642707"/>
                  </a:lnTo>
                  <a:lnTo>
                    <a:pt x="4534936" y="644687"/>
                  </a:lnTo>
                  <a:lnTo>
                    <a:pt x="4639849" y="646486"/>
                  </a:lnTo>
                  <a:lnTo>
                    <a:pt x="4750126" y="648111"/>
                  </a:lnTo>
                  <a:lnTo>
                    <a:pt x="4863867" y="649564"/>
                  </a:lnTo>
                  <a:lnTo>
                    <a:pt x="4978357" y="650842"/>
                  </a:lnTo>
                  <a:lnTo>
                    <a:pt x="5090132" y="651942"/>
                  </a:lnTo>
                  <a:lnTo>
                    <a:pt x="5195226" y="652861"/>
                  </a:lnTo>
                  <a:lnTo>
                    <a:pt x="5289598" y="653600"/>
                  </a:lnTo>
                  <a:lnTo>
                    <a:pt x="5369694" y="654164"/>
                  </a:lnTo>
                  <a:lnTo>
                    <a:pt x="5433043" y="654568"/>
                  </a:lnTo>
                  <a:lnTo>
                    <a:pt x="5478724" y="654832"/>
                  </a:lnTo>
                  <a:lnTo>
                    <a:pt x="5507608" y="654985"/>
                  </a:lnTo>
                  <a:lnTo>
                    <a:pt x="5522330" y="655056"/>
                  </a:lnTo>
                  <a:lnTo>
                    <a:pt x="5527097" y="655077"/>
                  </a:lnTo>
                  <a:lnTo>
                    <a:pt x="5527445" y="655079"/>
                  </a:lnTo>
                  <a:lnTo>
                    <a:pt x="6522385" y="655079"/>
                  </a:lnTo>
                  <a:lnTo>
                    <a:pt x="6523519" y="655066"/>
                  </a:lnTo>
                  <a:lnTo>
                    <a:pt x="6530996" y="654977"/>
                  </a:lnTo>
                  <a:lnTo>
                    <a:pt x="6549946" y="654732"/>
                  </a:lnTo>
                  <a:lnTo>
                    <a:pt x="6584079" y="654248"/>
                  </a:lnTo>
                  <a:lnTo>
                    <a:pt x="6635463" y="653449"/>
                  </a:lnTo>
                  <a:lnTo>
                    <a:pt x="6704375" y="652267"/>
                  </a:lnTo>
                  <a:lnTo>
                    <a:pt x="6789356" y="650655"/>
                  </a:lnTo>
                  <a:lnTo>
                    <a:pt x="6887531" y="648583"/>
                  </a:lnTo>
                  <a:lnTo>
                    <a:pt x="6995133" y="646039"/>
                  </a:lnTo>
                  <a:lnTo>
                    <a:pt x="7108097" y="643027"/>
                  </a:lnTo>
                  <a:lnTo>
                    <a:pt x="7222592" y="639555"/>
                  </a:lnTo>
                  <a:lnTo>
                    <a:pt x="7335384" y="635632"/>
                  </a:lnTo>
                  <a:lnTo>
                    <a:pt x="7444025" y="631261"/>
                  </a:lnTo>
                  <a:lnTo>
                    <a:pt x="7546871" y="626432"/>
                  </a:lnTo>
                  <a:lnTo>
                    <a:pt x="7643001" y="621124"/>
                  </a:lnTo>
                  <a:lnTo>
                    <a:pt x="7732082" y="615300"/>
                  </a:lnTo>
                  <a:lnTo>
                    <a:pt x="7814220" y="608909"/>
                  </a:lnTo>
                  <a:lnTo>
                    <a:pt x="7889829" y="601885"/>
                  </a:lnTo>
                  <a:lnTo>
                    <a:pt x="7959520" y="594152"/>
                  </a:lnTo>
                  <a:lnTo>
                    <a:pt x="8024014" y="585622"/>
                  </a:lnTo>
                  <a:lnTo>
                    <a:pt x="8084084" y="576207"/>
                  </a:lnTo>
                  <a:lnTo>
                    <a:pt x="8140505" y="565823"/>
                  </a:lnTo>
                  <a:lnTo>
                    <a:pt x="8194011" y="554406"/>
                  </a:lnTo>
                  <a:lnTo>
                    <a:pt x="8229629" y="545899"/>
                  </a:lnTo>
                  <a:lnTo>
                    <a:pt x="8289170" y="530017"/>
                  </a:lnTo>
                  <a:lnTo>
                    <a:pt x="8346894" y="512594"/>
                  </a:lnTo>
                  <a:lnTo>
                    <a:pt x="8403455" y="493604"/>
                  </a:lnTo>
                  <a:lnTo>
                    <a:pt x="8459340" y="473070"/>
                  </a:lnTo>
                  <a:lnTo>
                    <a:pt x="8514897" y="451067"/>
                  </a:lnTo>
                  <a:lnTo>
                    <a:pt x="8570362" y="427726"/>
                  </a:lnTo>
                  <a:lnTo>
                    <a:pt x="8625873" y="403236"/>
                  </a:lnTo>
                  <a:lnTo>
                    <a:pt x="8681488" y="377837"/>
                  </a:lnTo>
                  <a:lnTo>
                    <a:pt x="8737206" y="351815"/>
                  </a:lnTo>
                  <a:lnTo>
                    <a:pt x="8792982" y="325486"/>
                  </a:lnTo>
                  <a:lnTo>
                    <a:pt x="8848753" y="299183"/>
                  </a:lnTo>
                  <a:lnTo>
                    <a:pt x="8904457" y="273237"/>
                  </a:lnTo>
                  <a:lnTo>
                    <a:pt x="8960055" y="247962"/>
                  </a:lnTo>
                  <a:lnTo>
                    <a:pt x="9015553" y="223636"/>
                  </a:lnTo>
                  <a:lnTo>
                    <a:pt x="9071021" y="200493"/>
                  </a:lnTo>
                  <a:lnTo>
                    <a:pt x="9126611" y="178711"/>
                  </a:lnTo>
                  <a:lnTo>
                    <a:pt x="9182575" y="158414"/>
                  </a:lnTo>
                  <a:lnTo>
                    <a:pt x="9239281" y="139668"/>
                  </a:lnTo>
                  <a:lnTo>
                    <a:pt x="9297240" y="122488"/>
                  </a:lnTo>
                  <a:lnTo>
                    <a:pt x="9347647" y="109179"/>
                  </a:lnTo>
                  <a:lnTo>
                    <a:pt x="9399529" y="97032"/>
                  </a:lnTo>
                  <a:lnTo>
                    <a:pt x="9453861" y="85939"/>
                  </a:lnTo>
                  <a:lnTo>
                    <a:pt x="9511329" y="75862"/>
                  </a:lnTo>
                  <a:lnTo>
                    <a:pt x="9572683" y="66730"/>
                  </a:lnTo>
                  <a:lnTo>
                    <a:pt x="9638701" y="58456"/>
                  </a:lnTo>
                  <a:lnTo>
                    <a:pt x="9710147" y="50951"/>
                  </a:lnTo>
                  <a:lnTo>
                    <a:pt x="9787716" y="44130"/>
                  </a:lnTo>
                  <a:lnTo>
                    <a:pt x="9871967" y="37920"/>
                  </a:lnTo>
                  <a:lnTo>
                    <a:pt x="9963232" y="32261"/>
                  </a:lnTo>
                  <a:lnTo>
                    <a:pt x="10061498" y="27104"/>
                  </a:lnTo>
                  <a:lnTo>
                    <a:pt x="10166264" y="22419"/>
                  </a:lnTo>
                  <a:lnTo>
                    <a:pt x="10276400" y="18186"/>
                  </a:lnTo>
                  <a:lnTo>
                    <a:pt x="10390018" y="14402"/>
                  </a:lnTo>
                  <a:lnTo>
                    <a:pt x="10504418" y="11071"/>
                  </a:lnTo>
                  <a:lnTo>
                    <a:pt x="10616154" y="8203"/>
                  </a:lnTo>
                  <a:lnTo>
                    <a:pt x="10721275" y="5805"/>
                  </a:lnTo>
                  <a:lnTo>
                    <a:pt x="10815745" y="3877"/>
                  </a:lnTo>
                  <a:lnTo>
                    <a:pt x="10896011" y="2402"/>
                  </a:lnTo>
                  <a:lnTo>
                    <a:pt x="10959586" y="1345"/>
                  </a:lnTo>
                  <a:lnTo>
                    <a:pt x="11005525" y="650"/>
                  </a:lnTo>
                  <a:lnTo>
                    <a:pt x="11034664" y="249"/>
                  </a:lnTo>
                  <a:lnTo>
                    <a:pt x="11049603" y="60"/>
                  </a:lnTo>
                  <a:lnTo>
                    <a:pt x="11054511" y="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1" name="pl790"/>
            <p:cNvSpPr/>
            <p:nvPr/>
          </p:nvSpPr>
          <p:spPr>
            <a:xfrm>
              <a:off x="1199187" y="1262828"/>
              <a:ext cx="12049831" cy="655079"/>
            </a:xfrm>
            <a:custGeom>
              <a:avLst/>
              <a:pathLst>
                <a:path w="12049831" h="655079">
                  <a:moveTo>
                    <a:pt x="12049831" y="0"/>
                  </a:moveTo>
                  <a:lnTo>
                    <a:pt x="11054891" y="0"/>
                  </a:lnTo>
                  <a:lnTo>
                    <a:pt x="11053758" y="12"/>
                  </a:lnTo>
                  <a:lnTo>
                    <a:pt x="11046281" y="101"/>
                  </a:lnTo>
                  <a:lnTo>
                    <a:pt x="11027330" y="346"/>
                  </a:lnTo>
                  <a:lnTo>
                    <a:pt x="10993198" y="830"/>
                  </a:lnTo>
                  <a:lnTo>
                    <a:pt x="10941814" y="1630"/>
                  </a:lnTo>
                  <a:lnTo>
                    <a:pt x="10872902" y="2811"/>
                  </a:lnTo>
                  <a:lnTo>
                    <a:pt x="10787921" y="4423"/>
                  </a:lnTo>
                  <a:lnTo>
                    <a:pt x="10689746" y="6495"/>
                  </a:lnTo>
                  <a:lnTo>
                    <a:pt x="10582144" y="9039"/>
                  </a:lnTo>
                  <a:lnTo>
                    <a:pt x="10469179" y="12052"/>
                  </a:lnTo>
                  <a:lnTo>
                    <a:pt x="10354685" y="15523"/>
                  </a:lnTo>
                  <a:lnTo>
                    <a:pt x="10241892" y="19446"/>
                  </a:lnTo>
                  <a:lnTo>
                    <a:pt x="10133251" y="23818"/>
                  </a:lnTo>
                  <a:lnTo>
                    <a:pt x="10030405" y="28646"/>
                  </a:lnTo>
                  <a:lnTo>
                    <a:pt x="9934275" y="33954"/>
                  </a:lnTo>
                  <a:lnTo>
                    <a:pt x="9845194" y="39778"/>
                  </a:lnTo>
                  <a:lnTo>
                    <a:pt x="9763056" y="46169"/>
                  </a:lnTo>
                  <a:lnTo>
                    <a:pt x="9687447" y="53193"/>
                  </a:lnTo>
                  <a:lnTo>
                    <a:pt x="9617757" y="60927"/>
                  </a:lnTo>
                  <a:lnTo>
                    <a:pt x="9553263" y="69456"/>
                  </a:lnTo>
                  <a:lnTo>
                    <a:pt x="9493193" y="78871"/>
                  </a:lnTo>
                  <a:lnTo>
                    <a:pt x="9436772" y="89255"/>
                  </a:lnTo>
                  <a:lnTo>
                    <a:pt x="9383265" y="100672"/>
                  </a:lnTo>
                  <a:lnTo>
                    <a:pt x="9347647" y="109179"/>
                  </a:lnTo>
                  <a:lnTo>
                    <a:pt x="9288106" y="125061"/>
                  </a:lnTo>
                  <a:lnTo>
                    <a:pt x="9230382" y="142485"/>
                  </a:lnTo>
                  <a:lnTo>
                    <a:pt x="9173821" y="161474"/>
                  </a:lnTo>
                  <a:lnTo>
                    <a:pt x="9117937" y="182008"/>
                  </a:lnTo>
                  <a:lnTo>
                    <a:pt x="9062379" y="204011"/>
                  </a:lnTo>
                  <a:lnTo>
                    <a:pt x="9006914" y="227352"/>
                  </a:lnTo>
                  <a:lnTo>
                    <a:pt x="8951404" y="251843"/>
                  </a:lnTo>
                  <a:lnTo>
                    <a:pt x="8895788" y="277241"/>
                  </a:lnTo>
                  <a:lnTo>
                    <a:pt x="8840071" y="303264"/>
                  </a:lnTo>
                  <a:lnTo>
                    <a:pt x="8784294" y="329593"/>
                  </a:lnTo>
                  <a:lnTo>
                    <a:pt x="8728523" y="355896"/>
                  </a:lnTo>
                  <a:lnTo>
                    <a:pt x="8672820" y="381841"/>
                  </a:lnTo>
                  <a:lnTo>
                    <a:pt x="8617222" y="407116"/>
                  </a:lnTo>
                  <a:lnTo>
                    <a:pt x="8561724" y="431442"/>
                  </a:lnTo>
                  <a:lnTo>
                    <a:pt x="8506256" y="454585"/>
                  </a:lnTo>
                  <a:lnTo>
                    <a:pt x="8450665" y="476367"/>
                  </a:lnTo>
                  <a:lnTo>
                    <a:pt x="8394702" y="496664"/>
                  </a:lnTo>
                  <a:lnTo>
                    <a:pt x="8337995" y="515410"/>
                  </a:lnTo>
                  <a:lnTo>
                    <a:pt x="8280036" y="532590"/>
                  </a:lnTo>
                  <a:lnTo>
                    <a:pt x="8229629" y="545899"/>
                  </a:lnTo>
                  <a:lnTo>
                    <a:pt x="8177748" y="558046"/>
                  </a:lnTo>
                  <a:lnTo>
                    <a:pt x="8123415" y="569140"/>
                  </a:lnTo>
                  <a:lnTo>
                    <a:pt x="8065948" y="579216"/>
                  </a:lnTo>
                  <a:lnTo>
                    <a:pt x="8004594" y="588348"/>
                  </a:lnTo>
                  <a:lnTo>
                    <a:pt x="7938575" y="596622"/>
                  </a:lnTo>
                  <a:lnTo>
                    <a:pt x="7867129" y="604128"/>
                  </a:lnTo>
                  <a:lnTo>
                    <a:pt x="7789561" y="610948"/>
                  </a:lnTo>
                  <a:lnTo>
                    <a:pt x="7705310" y="617158"/>
                  </a:lnTo>
                  <a:lnTo>
                    <a:pt x="7614044" y="622818"/>
                  </a:lnTo>
                  <a:lnTo>
                    <a:pt x="7515779" y="627974"/>
                  </a:lnTo>
                  <a:lnTo>
                    <a:pt x="7411013" y="632660"/>
                  </a:lnTo>
                  <a:lnTo>
                    <a:pt x="7300877" y="636892"/>
                  </a:lnTo>
                  <a:lnTo>
                    <a:pt x="7187259" y="640676"/>
                  </a:lnTo>
                  <a:lnTo>
                    <a:pt x="7072859" y="644007"/>
                  </a:lnTo>
                  <a:lnTo>
                    <a:pt x="6961122" y="646875"/>
                  </a:lnTo>
                  <a:lnTo>
                    <a:pt x="6856002" y="649273"/>
                  </a:lnTo>
                  <a:lnTo>
                    <a:pt x="6761531" y="651202"/>
                  </a:lnTo>
                  <a:lnTo>
                    <a:pt x="6681266" y="652677"/>
                  </a:lnTo>
                  <a:lnTo>
                    <a:pt x="6617691" y="653734"/>
                  </a:lnTo>
                  <a:lnTo>
                    <a:pt x="6571752" y="654428"/>
                  </a:lnTo>
                  <a:lnTo>
                    <a:pt x="6542612" y="654829"/>
                  </a:lnTo>
                  <a:lnTo>
                    <a:pt x="6527673" y="655018"/>
                  </a:lnTo>
                  <a:lnTo>
                    <a:pt x="6522765" y="655075"/>
                  </a:lnTo>
                  <a:lnTo>
                    <a:pt x="6522385" y="655079"/>
                  </a:lnTo>
                  <a:lnTo>
                    <a:pt x="5527445" y="655079"/>
                  </a:lnTo>
                  <a:lnTo>
                    <a:pt x="5526309" y="655074"/>
                  </a:lnTo>
                  <a:lnTo>
                    <a:pt x="5518813" y="655040"/>
                  </a:lnTo>
                  <a:lnTo>
                    <a:pt x="5499816" y="654945"/>
                  </a:lnTo>
                  <a:lnTo>
                    <a:pt x="5465604" y="654759"/>
                  </a:lnTo>
                  <a:lnTo>
                    <a:pt x="5414106" y="654451"/>
                  </a:lnTo>
                  <a:lnTo>
                    <a:pt x="5345052" y="653996"/>
                  </a:lnTo>
                  <a:lnTo>
                    <a:pt x="5259913" y="653376"/>
                  </a:lnTo>
                  <a:lnTo>
                    <a:pt x="5161579" y="652578"/>
                  </a:lnTo>
                  <a:lnTo>
                    <a:pt x="5053829" y="651599"/>
                  </a:lnTo>
                  <a:lnTo>
                    <a:pt x="4940739" y="650440"/>
                  </a:lnTo>
                  <a:lnTo>
                    <a:pt x="4826147" y="649104"/>
                  </a:lnTo>
                  <a:lnTo>
                    <a:pt x="4713287" y="647595"/>
                  </a:lnTo>
                  <a:lnTo>
                    <a:pt x="4604607" y="645913"/>
                  </a:lnTo>
                  <a:lnTo>
                    <a:pt x="4501747" y="644055"/>
                  </a:lnTo>
                  <a:lnTo>
                    <a:pt x="4405621" y="642012"/>
                  </a:lnTo>
                  <a:lnTo>
                    <a:pt x="4316558" y="639771"/>
                  </a:lnTo>
                  <a:lnTo>
                    <a:pt x="4234446" y="637312"/>
                  </a:lnTo>
                  <a:lnTo>
                    <a:pt x="4158866" y="634608"/>
                  </a:lnTo>
                  <a:lnTo>
                    <a:pt x="4089205" y="631631"/>
                  </a:lnTo>
                  <a:lnTo>
                    <a:pt x="4024736" y="628347"/>
                  </a:lnTo>
                  <a:lnTo>
                    <a:pt x="3964686" y="624723"/>
                  </a:lnTo>
                  <a:lnTo>
                    <a:pt x="3908277" y="620724"/>
                  </a:lnTo>
                  <a:lnTo>
                    <a:pt x="3854774" y="616328"/>
                  </a:lnTo>
                  <a:lnTo>
                    <a:pt x="3820202" y="613154"/>
                  </a:lnTo>
                  <a:lnTo>
                    <a:pt x="3758883" y="606861"/>
                  </a:lnTo>
                  <a:lnTo>
                    <a:pt x="3699471" y="599938"/>
                  </a:lnTo>
                  <a:lnTo>
                    <a:pt x="3641259" y="592378"/>
                  </a:lnTo>
                  <a:lnTo>
                    <a:pt x="3583725" y="584190"/>
                  </a:lnTo>
                  <a:lnTo>
                    <a:pt x="3526504" y="575408"/>
                  </a:lnTo>
                  <a:lnTo>
                    <a:pt x="3469352" y="566091"/>
                  </a:lnTo>
                  <a:lnTo>
                    <a:pt x="3412136" y="556322"/>
                  </a:lnTo>
                  <a:lnTo>
                    <a:pt x="3354804" y="546206"/>
                  </a:lnTo>
                  <a:lnTo>
                    <a:pt x="3297372" y="535866"/>
                  </a:lnTo>
                  <a:lnTo>
                    <a:pt x="3239895" y="525438"/>
                  </a:lnTo>
                  <a:lnTo>
                    <a:pt x="3182445" y="515062"/>
                  </a:lnTo>
                  <a:lnTo>
                    <a:pt x="3125084" y="504876"/>
                  </a:lnTo>
                  <a:lnTo>
                    <a:pt x="3067840" y="495006"/>
                  </a:lnTo>
                  <a:lnTo>
                    <a:pt x="3010681" y="485564"/>
                  </a:lnTo>
                  <a:lnTo>
                    <a:pt x="2953496" y="476637"/>
                  </a:lnTo>
                  <a:lnTo>
                    <a:pt x="2896073" y="468290"/>
                  </a:lnTo>
                  <a:lnTo>
                    <a:pt x="2838079" y="460565"/>
                  </a:lnTo>
                  <a:lnTo>
                    <a:pt x="2779037" y="453478"/>
                  </a:lnTo>
                  <a:lnTo>
                    <a:pt x="2718293" y="447024"/>
                  </a:lnTo>
                  <a:lnTo>
                    <a:pt x="2702183" y="445453"/>
                  </a:lnTo>
                  <a:lnTo>
                    <a:pt x="2650256" y="440785"/>
                  </a:lnTo>
                  <a:lnTo>
                    <a:pt x="2595872" y="436522"/>
                  </a:lnTo>
                  <a:lnTo>
                    <a:pt x="2538347" y="432650"/>
                  </a:lnTo>
                  <a:lnTo>
                    <a:pt x="2476927" y="429141"/>
                  </a:lnTo>
                  <a:lnTo>
                    <a:pt x="2410831" y="425963"/>
                  </a:lnTo>
                  <a:lnTo>
                    <a:pt x="2339295" y="423079"/>
                  </a:lnTo>
                  <a:lnTo>
                    <a:pt x="2261623" y="420459"/>
                  </a:lnTo>
                  <a:lnTo>
                    <a:pt x="2177253" y="418074"/>
                  </a:lnTo>
                  <a:lnTo>
                    <a:pt x="2085856" y="415900"/>
                  </a:lnTo>
                  <a:lnTo>
                    <a:pt x="1987449" y="413920"/>
                  </a:lnTo>
                  <a:lnTo>
                    <a:pt x="1882536" y="412121"/>
                  </a:lnTo>
                  <a:lnTo>
                    <a:pt x="1772259" y="410496"/>
                  </a:lnTo>
                  <a:lnTo>
                    <a:pt x="1658518" y="409044"/>
                  </a:lnTo>
                  <a:lnTo>
                    <a:pt x="1544028" y="407765"/>
                  </a:lnTo>
                  <a:lnTo>
                    <a:pt x="1432253" y="406665"/>
                  </a:lnTo>
                  <a:lnTo>
                    <a:pt x="1327159" y="405746"/>
                  </a:lnTo>
                  <a:lnTo>
                    <a:pt x="1232787" y="405008"/>
                  </a:lnTo>
                  <a:lnTo>
                    <a:pt x="1152691" y="404443"/>
                  </a:lnTo>
                  <a:lnTo>
                    <a:pt x="1089342" y="404039"/>
                  </a:lnTo>
                  <a:lnTo>
                    <a:pt x="1043661" y="403775"/>
                  </a:lnTo>
                  <a:lnTo>
                    <a:pt x="1014777" y="403622"/>
                  </a:lnTo>
                  <a:lnTo>
                    <a:pt x="1000055" y="403551"/>
                  </a:lnTo>
                  <a:lnTo>
                    <a:pt x="995288" y="403530"/>
                  </a:lnTo>
                  <a:lnTo>
                    <a:pt x="994940" y="403528"/>
                  </a:lnTo>
                  <a:lnTo>
                    <a:pt x="0" y="403528"/>
                  </a:lnTo>
                  <a:lnTo>
                    <a:pt x="0" y="4035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2" name="pg791"/>
            <p:cNvSpPr/>
            <p:nvPr/>
          </p:nvSpPr>
          <p:spPr>
            <a:xfrm>
              <a:off x="1199187" y="1671597"/>
              <a:ext cx="12049831" cy="293475"/>
            </a:xfrm>
            <a:custGeom>
              <a:avLst/>
              <a:pathLst>
                <a:path w="12049831" h="293475">
                  <a:moveTo>
                    <a:pt x="0" y="10481"/>
                  </a:moveTo>
                  <a:lnTo>
                    <a:pt x="994940" y="10481"/>
                  </a:lnTo>
                  <a:lnTo>
                    <a:pt x="996076" y="10486"/>
                  </a:lnTo>
                  <a:lnTo>
                    <a:pt x="1003571" y="10525"/>
                  </a:lnTo>
                  <a:lnTo>
                    <a:pt x="1022565" y="10631"/>
                  </a:lnTo>
                  <a:lnTo>
                    <a:pt x="1056774" y="10840"/>
                  </a:lnTo>
                  <a:lnTo>
                    <a:pt x="1108267" y="11187"/>
                  </a:lnTo>
                  <a:lnTo>
                    <a:pt x="1177314" y="11698"/>
                  </a:lnTo>
                  <a:lnTo>
                    <a:pt x="1262446" y="12396"/>
                  </a:lnTo>
                  <a:lnTo>
                    <a:pt x="1360773" y="13294"/>
                  </a:lnTo>
                  <a:lnTo>
                    <a:pt x="1468516" y="14395"/>
                  </a:lnTo>
                  <a:lnTo>
                    <a:pt x="1581600" y="15699"/>
                  </a:lnTo>
                  <a:lnTo>
                    <a:pt x="1696188" y="17202"/>
                  </a:lnTo>
                  <a:lnTo>
                    <a:pt x="1809044" y="18900"/>
                  </a:lnTo>
                  <a:lnTo>
                    <a:pt x="1917722" y="20792"/>
                  </a:lnTo>
                  <a:lnTo>
                    <a:pt x="2020582" y="22882"/>
                  </a:lnTo>
                  <a:lnTo>
                    <a:pt x="2116708" y="25179"/>
                  </a:lnTo>
                  <a:lnTo>
                    <a:pt x="2205772" y="27700"/>
                  </a:lnTo>
                  <a:lnTo>
                    <a:pt x="2287885" y="30467"/>
                  </a:lnTo>
                  <a:lnTo>
                    <a:pt x="2363467" y="33508"/>
                  </a:lnTo>
                  <a:lnTo>
                    <a:pt x="2433129" y="36857"/>
                  </a:lnTo>
                  <a:lnTo>
                    <a:pt x="2497599" y="40550"/>
                  </a:lnTo>
                  <a:lnTo>
                    <a:pt x="2557651" y="44628"/>
                  </a:lnTo>
                  <a:lnTo>
                    <a:pt x="2614060" y="49125"/>
                  </a:lnTo>
                  <a:lnTo>
                    <a:pt x="2667563" y="54070"/>
                  </a:lnTo>
                  <a:lnTo>
                    <a:pt x="2702183" y="57646"/>
                  </a:lnTo>
                  <a:lnTo>
                    <a:pt x="2763414" y="64715"/>
                  </a:lnTo>
                  <a:lnTo>
                    <a:pt x="2822743" y="72490"/>
                  </a:lnTo>
                  <a:lnTo>
                    <a:pt x="2880874" y="80981"/>
                  </a:lnTo>
                  <a:lnTo>
                    <a:pt x="2938326" y="90175"/>
                  </a:lnTo>
                  <a:lnTo>
                    <a:pt x="2995465" y="100036"/>
                  </a:lnTo>
                  <a:lnTo>
                    <a:pt x="3052533" y="110498"/>
                  </a:lnTo>
                  <a:lnTo>
                    <a:pt x="3109666" y="121468"/>
                  </a:lnTo>
                  <a:lnTo>
                    <a:pt x="3166913" y="132828"/>
                  </a:lnTo>
                  <a:lnTo>
                    <a:pt x="3224260" y="144441"/>
                  </a:lnTo>
                  <a:lnTo>
                    <a:pt x="3281653" y="156155"/>
                  </a:lnTo>
                  <a:lnTo>
                    <a:pt x="3339020" y="167813"/>
                  </a:lnTo>
                  <a:lnTo>
                    <a:pt x="3396300" y="179261"/>
                  </a:lnTo>
                  <a:lnTo>
                    <a:pt x="3453463" y="190356"/>
                  </a:lnTo>
                  <a:lnTo>
                    <a:pt x="3510540" y="200974"/>
                  </a:lnTo>
                  <a:lnTo>
                    <a:pt x="3567639" y="211016"/>
                  </a:lnTo>
                  <a:lnTo>
                    <a:pt x="3624970" y="220407"/>
                  </a:lnTo>
                  <a:lnTo>
                    <a:pt x="3682860" y="229102"/>
                  </a:lnTo>
                  <a:lnTo>
                    <a:pt x="3741782" y="237082"/>
                  </a:lnTo>
                  <a:lnTo>
                    <a:pt x="3802382" y="244351"/>
                  </a:lnTo>
                  <a:lnTo>
                    <a:pt x="3820202" y="246309"/>
                  </a:lnTo>
                  <a:lnTo>
                    <a:pt x="3872127" y="251561"/>
                  </a:lnTo>
                  <a:lnTo>
                    <a:pt x="3926508" y="256357"/>
                  </a:lnTo>
                  <a:lnTo>
                    <a:pt x="3984031" y="260713"/>
                  </a:lnTo>
                  <a:lnTo>
                    <a:pt x="4045448" y="264660"/>
                  </a:lnTo>
                  <a:lnTo>
                    <a:pt x="4111540" y="268236"/>
                  </a:lnTo>
                  <a:lnTo>
                    <a:pt x="4183072" y="271480"/>
                  </a:lnTo>
                  <a:lnTo>
                    <a:pt x="4260740" y="274427"/>
                  </a:lnTo>
                  <a:lnTo>
                    <a:pt x="4345104" y="277110"/>
                  </a:lnTo>
                  <a:lnTo>
                    <a:pt x="4436495" y="279556"/>
                  </a:lnTo>
                  <a:lnTo>
                    <a:pt x="4534896" y="281783"/>
                  </a:lnTo>
                  <a:lnTo>
                    <a:pt x="4639801" y="283808"/>
                  </a:lnTo>
                  <a:lnTo>
                    <a:pt x="4750072" y="285636"/>
                  </a:lnTo>
                  <a:lnTo>
                    <a:pt x="4863808" y="287270"/>
                  </a:lnTo>
                  <a:lnTo>
                    <a:pt x="4978293" y="288708"/>
                  </a:lnTo>
                  <a:lnTo>
                    <a:pt x="5090066" y="289945"/>
                  </a:lnTo>
                  <a:lnTo>
                    <a:pt x="5195162" y="290979"/>
                  </a:lnTo>
                  <a:lnTo>
                    <a:pt x="5289538" y="291810"/>
                  </a:lnTo>
                  <a:lnTo>
                    <a:pt x="5369642" y="292445"/>
                  </a:lnTo>
                  <a:lnTo>
                    <a:pt x="5433001" y="292900"/>
                  </a:lnTo>
                  <a:lnTo>
                    <a:pt x="5478695" y="293198"/>
                  </a:lnTo>
                  <a:lnTo>
                    <a:pt x="5507590" y="293369"/>
                  </a:lnTo>
                  <a:lnTo>
                    <a:pt x="5522322" y="293450"/>
                  </a:lnTo>
                  <a:lnTo>
                    <a:pt x="5527096" y="293473"/>
                  </a:lnTo>
                  <a:lnTo>
                    <a:pt x="5527445" y="293475"/>
                  </a:lnTo>
                  <a:lnTo>
                    <a:pt x="6522385" y="293475"/>
                  </a:lnTo>
                  <a:lnTo>
                    <a:pt x="6523522" y="293475"/>
                  </a:lnTo>
                  <a:lnTo>
                    <a:pt x="6531021" y="293471"/>
                  </a:lnTo>
                  <a:lnTo>
                    <a:pt x="6550026" y="293461"/>
                  </a:lnTo>
                  <a:lnTo>
                    <a:pt x="6584252" y="293442"/>
                  </a:lnTo>
                  <a:lnTo>
                    <a:pt x="6635770" y="293410"/>
                  </a:lnTo>
                  <a:lnTo>
                    <a:pt x="6704848" y="293362"/>
                  </a:lnTo>
                  <a:lnTo>
                    <a:pt x="6790014" y="293298"/>
                  </a:lnTo>
                  <a:lnTo>
                    <a:pt x="6888376" y="293214"/>
                  </a:lnTo>
                  <a:lnTo>
                    <a:pt x="6996151" y="293112"/>
                  </a:lnTo>
                  <a:lnTo>
                    <a:pt x="7109263" y="292992"/>
                  </a:lnTo>
                  <a:lnTo>
                    <a:pt x="7223871" y="292852"/>
                  </a:lnTo>
                  <a:lnTo>
                    <a:pt x="7336742" y="292695"/>
                  </a:lnTo>
                  <a:lnTo>
                    <a:pt x="7445429" y="292520"/>
                  </a:lnTo>
                  <a:lnTo>
                    <a:pt x="7548292" y="292326"/>
                  </a:lnTo>
                  <a:lnTo>
                    <a:pt x="7644417" y="292113"/>
                  </a:lnTo>
                  <a:lnTo>
                    <a:pt x="7733476" y="291880"/>
                  </a:lnTo>
                  <a:lnTo>
                    <a:pt x="7815584" y="291624"/>
                  </a:lnTo>
                  <a:lnTo>
                    <a:pt x="7891159" y="291342"/>
                  </a:lnTo>
                  <a:lnTo>
                    <a:pt x="7960815" y="291032"/>
                  </a:lnTo>
                  <a:lnTo>
                    <a:pt x="8025280" y="290689"/>
                  </a:lnTo>
                  <a:lnTo>
                    <a:pt x="8085327" y="290312"/>
                  </a:lnTo>
                  <a:lnTo>
                    <a:pt x="8141734" y="289895"/>
                  </a:lnTo>
                  <a:lnTo>
                    <a:pt x="8195236" y="289437"/>
                  </a:lnTo>
                  <a:lnTo>
                    <a:pt x="8229629" y="289108"/>
                  </a:lnTo>
                  <a:lnTo>
                    <a:pt x="8291280" y="288448"/>
                  </a:lnTo>
                  <a:lnTo>
                    <a:pt x="8351007" y="287723"/>
                  </a:lnTo>
                  <a:lnTo>
                    <a:pt x="8409529" y="286930"/>
                  </a:lnTo>
                  <a:lnTo>
                    <a:pt x="8467370" y="286071"/>
                  </a:lnTo>
                  <a:lnTo>
                    <a:pt x="8524904" y="285150"/>
                  </a:lnTo>
                  <a:lnTo>
                    <a:pt x="8582371" y="284172"/>
                  </a:lnTo>
                  <a:lnTo>
                    <a:pt x="8639907" y="283148"/>
                  </a:lnTo>
                  <a:lnTo>
                    <a:pt x="8697560" y="282087"/>
                  </a:lnTo>
                  <a:lnTo>
                    <a:pt x="8755312" y="281003"/>
                  </a:lnTo>
                  <a:lnTo>
                    <a:pt x="8813106" y="279911"/>
                  </a:lnTo>
                  <a:lnTo>
                    <a:pt x="8870869" y="278825"/>
                  </a:lnTo>
                  <a:lnTo>
                    <a:pt x="8928540" y="277760"/>
                  </a:lnTo>
                  <a:lnTo>
                    <a:pt x="8986092" y="276729"/>
                  </a:lnTo>
                  <a:lnTo>
                    <a:pt x="9043564" y="275743"/>
                  </a:lnTo>
                  <a:lnTo>
                    <a:pt x="9101074" y="274813"/>
                  </a:lnTo>
                  <a:lnTo>
                    <a:pt x="9158848" y="273944"/>
                  </a:lnTo>
                  <a:lnTo>
                    <a:pt x="9217235" y="273141"/>
                  </a:lnTo>
                  <a:lnTo>
                    <a:pt x="9276737" y="272405"/>
                  </a:lnTo>
                  <a:lnTo>
                    <a:pt x="9338037" y="271736"/>
                  </a:lnTo>
                  <a:lnTo>
                    <a:pt x="9347647" y="271639"/>
                  </a:lnTo>
                  <a:lnTo>
                    <a:pt x="9399583" y="271153"/>
                  </a:lnTo>
                  <a:lnTo>
                    <a:pt x="9453975" y="270709"/>
                  </a:lnTo>
                  <a:lnTo>
                    <a:pt x="9511510" y="270305"/>
                  </a:lnTo>
                  <a:lnTo>
                    <a:pt x="9572942" y="269940"/>
                  </a:lnTo>
                  <a:lnTo>
                    <a:pt x="9639051" y="269609"/>
                  </a:lnTo>
                  <a:lnTo>
                    <a:pt x="9710602" y="269308"/>
                  </a:lnTo>
                  <a:lnTo>
                    <a:pt x="9788293" y="269035"/>
                  </a:lnTo>
                  <a:lnTo>
                    <a:pt x="9872682" y="268787"/>
                  </a:lnTo>
                  <a:lnTo>
                    <a:pt x="9964102" y="268560"/>
                  </a:lnTo>
                  <a:lnTo>
                    <a:pt x="10062534" y="268354"/>
                  </a:lnTo>
                  <a:lnTo>
                    <a:pt x="10167472" y="268167"/>
                  </a:lnTo>
                  <a:lnTo>
                    <a:pt x="10277773" y="267997"/>
                  </a:lnTo>
                  <a:lnTo>
                    <a:pt x="10391535" y="267846"/>
                  </a:lnTo>
                  <a:lnTo>
                    <a:pt x="10506040" y="267713"/>
                  </a:lnTo>
                  <a:lnTo>
                    <a:pt x="10617822" y="267598"/>
                  </a:lnTo>
                  <a:lnTo>
                    <a:pt x="10722911" y="267503"/>
                  </a:lnTo>
                  <a:lnTo>
                    <a:pt x="10817266" y="267426"/>
                  </a:lnTo>
                  <a:lnTo>
                    <a:pt x="10897333" y="267367"/>
                  </a:lnTo>
                  <a:lnTo>
                    <a:pt x="10960643" y="267325"/>
                  </a:lnTo>
                  <a:lnTo>
                    <a:pt x="11006280" y="267297"/>
                  </a:lnTo>
                  <a:lnTo>
                    <a:pt x="11035120" y="267282"/>
                  </a:lnTo>
                  <a:lnTo>
                    <a:pt x="11049805" y="267274"/>
                  </a:lnTo>
                  <a:lnTo>
                    <a:pt x="11054548" y="267272"/>
                  </a:lnTo>
                  <a:lnTo>
                    <a:pt x="11054891" y="267272"/>
                  </a:lnTo>
                  <a:lnTo>
                    <a:pt x="12049831" y="267272"/>
                  </a:lnTo>
                  <a:lnTo>
                    <a:pt x="12049831" y="256791"/>
                  </a:lnTo>
                  <a:lnTo>
                    <a:pt x="11054891" y="256791"/>
                  </a:lnTo>
                  <a:lnTo>
                    <a:pt x="11053755" y="256791"/>
                  </a:lnTo>
                  <a:lnTo>
                    <a:pt x="11046255" y="256795"/>
                  </a:lnTo>
                  <a:lnTo>
                    <a:pt x="11027250" y="256804"/>
                  </a:lnTo>
                  <a:lnTo>
                    <a:pt x="10993024" y="256824"/>
                  </a:lnTo>
                  <a:lnTo>
                    <a:pt x="10941506" y="256856"/>
                  </a:lnTo>
                  <a:lnTo>
                    <a:pt x="10872428" y="256903"/>
                  </a:lnTo>
                  <a:lnTo>
                    <a:pt x="10787263" y="256968"/>
                  </a:lnTo>
                  <a:lnTo>
                    <a:pt x="10688901" y="257051"/>
                  </a:lnTo>
                  <a:lnTo>
                    <a:pt x="10581126" y="257153"/>
                  </a:lnTo>
                  <a:lnTo>
                    <a:pt x="10468014" y="257274"/>
                  </a:lnTo>
                  <a:lnTo>
                    <a:pt x="10353405" y="257413"/>
                  </a:lnTo>
                  <a:lnTo>
                    <a:pt x="10240534" y="257570"/>
                  </a:lnTo>
                  <a:lnTo>
                    <a:pt x="10131848" y="257746"/>
                  </a:lnTo>
                  <a:lnTo>
                    <a:pt x="10028985" y="257939"/>
                  </a:lnTo>
                  <a:lnTo>
                    <a:pt x="9932860" y="258152"/>
                  </a:lnTo>
                  <a:lnTo>
                    <a:pt x="9843800" y="258386"/>
                  </a:lnTo>
                  <a:lnTo>
                    <a:pt x="9761692" y="258642"/>
                  </a:lnTo>
                  <a:lnTo>
                    <a:pt x="9686117" y="258924"/>
                  </a:lnTo>
                  <a:lnTo>
                    <a:pt x="9616461" y="259234"/>
                  </a:lnTo>
                  <a:lnTo>
                    <a:pt x="9551997" y="259576"/>
                  </a:lnTo>
                  <a:lnTo>
                    <a:pt x="9491949" y="259954"/>
                  </a:lnTo>
                  <a:lnTo>
                    <a:pt x="9435543" y="260371"/>
                  </a:lnTo>
                  <a:lnTo>
                    <a:pt x="9382040" y="260829"/>
                  </a:lnTo>
                  <a:lnTo>
                    <a:pt x="9347647" y="261158"/>
                  </a:lnTo>
                  <a:lnTo>
                    <a:pt x="9285997" y="261817"/>
                  </a:lnTo>
                  <a:lnTo>
                    <a:pt x="9226269" y="262543"/>
                  </a:lnTo>
                  <a:lnTo>
                    <a:pt x="9167748" y="263336"/>
                  </a:lnTo>
                  <a:lnTo>
                    <a:pt x="9109906" y="264194"/>
                  </a:lnTo>
                  <a:lnTo>
                    <a:pt x="9052373" y="265116"/>
                  </a:lnTo>
                  <a:lnTo>
                    <a:pt x="8994906" y="266093"/>
                  </a:lnTo>
                  <a:lnTo>
                    <a:pt x="8937370" y="267118"/>
                  </a:lnTo>
                  <a:lnTo>
                    <a:pt x="8879717" y="268179"/>
                  </a:lnTo>
                  <a:lnTo>
                    <a:pt x="8821965" y="269262"/>
                  </a:lnTo>
                  <a:lnTo>
                    <a:pt x="8764170" y="270355"/>
                  </a:lnTo>
                  <a:lnTo>
                    <a:pt x="8706407" y="271441"/>
                  </a:lnTo>
                  <a:lnTo>
                    <a:pt x="8648737" y="272506"/>
                  </a:lnTo>
                  <a:lnTo>
                    <a:pt x="8591184" y="273537"/>
                  </a:lnTo>
                  <a:lnTo>
                    <a:pt x="8533713" y="274522"/>
                  </a:lnTo>
                  <a:lnTo>
                    <a:pt x="8476202" y="275453"/>
                  </a:lnTo>
                  <a:lnTo>
                    <a:pt x="8418429" y="276321"/>
                  </a:lnTo>
                  <a:lnTo>
                    <a:pt x="8360041" y="277124"/>
                  </a:lnTo>
                  <a:lnTo>
                    <a:pt x="8300540" y="277860"/>
                  </a:lnTo>
                  <a:lnTo>
                    <a:pt x="8239240" y="278530"/>
                  </a:lnTo>
                  <a:lnTo>
                    <a:pt x="8229629" y="278627"/>
                  </a:lnTo>
                  <a:lnTo>
                    <a:pt x="8177694" y="279113"/>
                  </a:lnTo>
                  <a:lnTo>
                    <a:pt x="8123301" y="279557"/>
                  </a:lnTo>
                  <a:lnTo>
                    <a:pt x="8065766" y="279960"/>
                  </a:lnTo>
                  <a:lnTo>
                    <a:pt x="8004335" y="280326"/>
                  </a:lnTo>
                  <a:lnTo>
                    <a:pt x="7938226" y="280657"/>
                  </a:lnTo>
                  <a:lnTo>
                    <a:pt x="7866674" y="280957"/>
                  </a:lnTo>
                  <a:lnTo>
                    <a:pt x="7788984" y="281230"/>
                  </a:lnTo>
                  <a:lnTo>
                    <a:pt x="7704594" y="281479"/>
                  </a:lnTo>
                  <a:lnTo>
                    <a:pt x="7613174" y="281705"/>
                  </a:lnTo>
                  <a:lnTo>
                    <a:pt x="7514743" y="281912"/>
                  </a:lnTo>
                  <a:lnTo>
                    <a:pt x="7409805" y="282099"/>
                  </a:lnTo>
                  <a:lnTo>
                    <a:pt x="7299504" y="282268"/>
                  </a:lnTo>
                  <a:lnTo>
                    <a:pt x="7185741" y="282420"/>
                  </a:lnTo>
                  <a:lnTo>
                    <a:pt x="7071237" y="282553"/>
                  </a:lnTo>
                  <a:lnTo>
                    <a:pt x="6959455" y="282667"/>
                  </a:lnTo>
                  <a:lnTo>
                    <a:pt x="6854365" y="282763"/>
                  </a:lnTo>
                  <a:lnTo>
                    <a:pt x="6760011" y="282840"/>
                  </a:lnTo>
                  <a:lnTo>
                    <a:pt x="6679944" y="282899"/>
                  </a:lnTo>
                  <a:lnTo>
                    <a:pt x="6616634" y="282941"/>
                  </a:lnTo>
                  <a:lnTo>
                    <a:pt x="6570996" y="282968"/>
                  </a:lnTo>
                  <a:lnTo>
                    <a:pt x="6542156" y="282984"/>
                  </a:lnTo>
                  <a:lnTo>
                    <a:pt x="6527472" y="282991"/>
                  </a:lnTo>
                  <a:lnTo>
                    <a:pt x="6522728" y="282994"/>
                  </a:lnTo>
                  <a:lnTo>
                    <a:pt x="6522385" y="282994"/>
                  </a:lnTo>
                  <a:lnTo>
                    <a:pt x="5527445" y="282994"/>
                  </a:lnTo>
                  <a:lnTo>
                    <a:pt x="5526309" y="282988"/>
                  </a:lnTo>
                  <a:lnTo>
                    <a:pt x="5518814" y="282950"/>
                  </a:lnTo>
                  <a:lnTo>
                    <a:pt x="5499820" y="282844"/>
                  </a:lnTo>
                  <a:lnTo>
                    <a:pt x="5465611" y="282634"/>
                  </a:lnTo>
                  <a:lnTo>
                    <a:pt x="5414118" y="282288"/>
                  </a:lnTo>
                  <a:lnTo>
                    <a:pt x="5345071" y="281776"/>
                  </a:lnTo>
                  <a:lnTo>
                    <a:pt x="5259939" y="281078"/>
                  </a:lnTo>
                  <a:lnTo>
                    <a:pt x="5161612" y="280181"/>
                  </a:lnTo>
                  <a:lnTo>
                    <a:pt x="5053869" y="279080"/>
                  </a:lnTo>
                  <a:lnTo>
                    <a:pt x="4940785" y="277776"/>
                  </a:lnTo>
                  <a:lnTo>
                    <a:pt x="4826197" y="276273"/>
                  </a:lnTo>
                  <a:lnTo>
                    <a:pt x="4713341" y="274575"/>
                  </a:lnTo>
                  <a:lnTo>
                    <a:pt x="4604663" y="272683"/>
                  </a:lnTo>
                  <a:lnTo>
                    <a:pt x="4501803" y="270593"/>
                  </a:lnTo>
                  <a:lnTo>
                    <a:pt x="4405677" y="268296"/>
                  </a:lnTo>
                  <a:lnTo>
                    <a:pt x="4316613" y="265775"/>
                  </a:lnTo>
                  <a:lnTo>
                    <a:pt x="4234499" y="263008"/>
                  </a:lnTo>
                  <a:lnTo>
                    <a:pt x="4158918" y="259967"/>
                  </a:lnTo>
                  <a:lnTo>
                    <a:pt x="4089256" y="256618"/>
                  </a:lnTo>
                  <a:lnTo>
                    <a:pt x="4024786" y="252924"/>
                  </a:lnTo>
                  <a:lnTo>
                    <a:pt x="3964734" y="248847"/>
                  </a:lnTo>
                  <a:lnTo>
                    <a:pt x="3908325" y="244349"/>
                  </a:lnTo>
                  <a:lnTo>
                    <a:pt x="3854822" y="239404"/>
                  </a:lnTo>
                  <a:lnTo>
                    <a:pt x="3820202" y="235828"/>
                  </a:lnTo>
                  <a:lnTo>
                    <a:pt x="3758971" y="228759"/>
                  </a:lnTo>
                  <a:lnTo>
                    <a:pt x="3699642" y="220985"/>
                  </a:lnTo>
                  <a:lnTo>
                    <a:pt x="3641511" y="212494"/>
                  </a:lnTo>
                  <a:lnTo>
                    <a:pt x="3584059" y="203299"/>
                  </a:lnTo>
                  <a:lnTo>
                    <a:pt x="3526920" y="193438"/>
                  </a:lnTo>
                  <a:lnTo>
                    <a:pt x="3469852" y="182976"/>
                  </a:lnTo>
                  <a:lnTo>
                    <a:pt x="3412719" y="172006"/>
                  </a:lnTo>
                  <a:lnTo>
                    <a:pt x="3355472" y="160646"/>
                  </a:lnTo>
                  <a:lnTo>
                    <a:pt x="3298125" y="149033"/>
                  </a:lnTo>
                  <a:lnTo>
                    <a:pt x="3240732" y="137319"/>
                  </a:lnTo>
                  <a:lnTo>
                    <a:pt x="3183365" y="125661"/>
                  </a:lnTo>
                  <a:lnTo>
                    <a:pt x="3126085" y="114213"/>
                  </a:lnTo>
                  <a:lnTo>
                    <a:pt x="3068922" y="103118"/>
                  </a:lnTo>
                  <a:lnTo>
                    <a:pt x="3011845" y="92500"/>
                  </a:lnTo>
                  <a:lnTo>
                    <a:pt x="2954746" y="82459"/>
                  </a:lnTo>
                  <a:lnTo>
                    <a:pt x="2897415" y="73068"/>
                  </a:lnTo>
                  <a:lnTo>
                    <a:pt x="2839525" y="64373"/>
                  </a:lnTo>
                  <a:lnTo>
                    <a:pt x="2780603" y="56393"/>
                  </a:lnTo>
                  <a:lnTo>
                    <a:pt x="2720003" y="49124"/>
                  </a:lnTo>
                  <a:lnTo>
                    <a:pt x="2702183" y="47165"/>
                  </a:lnTo>
                  <a:lnTo>
                    <a:pt x="2650258" y="41913"/>
                  </a:lnTo>
                  <a:lnTo>
                    <a:pt x="2595877" y="37118"/>
                  </a:lnTo>
                  <a:lnTo>
                    <a:pt x="2538354" y="32762"/>
                  </a:lnTo>
                  <a:lnTo>
                    <a:pt x="2476937" y="28815"/>
                  </a:lnTo>
                  <a:lnTo>
                    <a:pt x="2410845" y="25239"/>
                  </a:lnTo>
                  <a:lnTo>
                    <a:pt x="2339313" y="21995"/>
                  </a:lnTo>
                  <a:lnTo>
                    <a:pt x="2261645" y="19048"/>
                  </a:lnTo>
                  <a:lnTo>
                    <a:pt x="2177281" y="16364"/>
                  </a:lnTo>
                  <a:lnTo>
                    <a:pt x="2085890" y="13919"/>
                  </a:lnTo>
                  <a:lnTo>
                    <a:pt x="1987489" y="11691"/>
                  </a:lnTo>
                  <a:lnTo>
                    <a:pt x="1882584" y="9667"/>
                  </a:lnTo>
                  <a:lnTo>
                    <a:pt x="1772313" y="7839"/>
                  </a:lnTo>
                  <a:lnTo>
                    <a:pt x="1658577" y="6205"/>
                  </a:lnTo>
                  <a:lnTo>
                    <a:pt x="1544092" y="4767"/>
                  </a:lnTo>
                  <a:lnTo>
                    <a:pt x="1432319" y="3529"/>
                  </a:lnTo>
                  <a:lnTo>
                    <a:pt x="1327223" y="2495"/>
                  </a:lnTo>
                  <a:lnTo>
                    <a:pt x="1232847" y="1664"/>
                  </a:lnTo>
                  <a:lnTo>
                    <a:pt x="1152743" y="1029"/>
                  </a:lnTo>
                  <a:lnTo>
                    <a:pt x="1089384" y="575"/>
                  </a:lnTo>
                  <a:lnTo>
                    <a:pt x="1043690" y="277"/>
                  </a:lnTo>
                  <a:lnTo>
                    <a:pt x="1014795" y="105"/>
                  </a:lnTo>
                  <a:lnTo>
                    <a:pt x="1000063" y="25"/>
                  </a:lnTo>
                  <a:lnTo>
                    <a:pt x="995289" y="1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93" name="pl792"/>
            <p:cNvSpPr/>
            <p:nvPr/>
          </p:nvSpPr>
          <p:spPr>
            <a:xfrm>
              <a:off x="1199187" y="1682079"/>
              <a:ext cx="12049831" cy="282994"/>
            </a:xfrm>
            <a:custGeom>
              <a:avLst/>
              <a:pathLst>
                <a:path w="12049831" h="282994">
                  <a:moveTo>
                    <a:pt x="0" y="0"/>
                  </a:moveTo>
                  <a:lnTo>
                    <a:pt x="994940" y="0"/>
                  </a:lnTo>
                  <a:lnTo>
                    <a:pt x="996076" y="5"/>
                  </a:lnTo>
                  <a:lnTo>
                    <a:pt x="1003571" y="43"/>
                  </a:lnTo>
                  <a:lnTo>
                    <a:pt x="1022565" y="150"/>
                  </a:lnTo>
                  <a:lnTo>
                    <a:pt x="1056774" y="359"/>
                  </a:lnTo>
                  <a:lnTo>
                    <a:pt x="1108267" y="705"/>
                  </a:lnTo>
                  <a:lnTo>
                    <a:pt x="1177314" y="1217"/>
                  </a:lnTo>
                  <a:lnTo>
                    <a:pt x="1262446" y="1915"/>
                  </a:lnTo>
                  <a:lnTo>
                    <a:pt x="1360773" y="2812"/>
                  </a:lnTo>
                  <a:lnTo>
                    <a:pt x="1468516" y="3914"/>
                  </a:lnTo>
                  <a:lnTo>
                    <a:pt x="1581600" y="5218"/>
                  </a:lnTo>
                  <a:lnTo>
                    <a:pt x="1696188" y="6720"/>
                  </a:lnTo>
                  <a:lnTo>
                    <a:pt x="1809044" y="8418"/>
                  </a:lnTo>
                  <a:lnTo>
                    <a:pt x="1917722" y="10310"/>
                  </a:lnTo>
                  <a:lnTo>
                    <a:pt x="2020582" y="12400"/>
                  </a:lnTo>
                  <a:lnTo>
                    <a:pt x="2116708" y="14698"/>
                  </a:lnTo>
                  <a:lnTo>
                    <a:pt x="2205772" y="17219"/>
                  </a:lnTo>
                  <a:lnTo>
                    <a:pt x="2287885" y="19986"/>
                  </a:lnTo>
                  <a:lnTo>
                    <a:pt x="2363467" y="23027"/>
                  </a:lnTo>
                  <a:lnTo>
                    <a:pt x="2433129" y="26375"/>
                  </a:lnTo>
                  <a:lnTo>
                    <a:pt x="2497599" y="30069"/>
                  </a:lnTo>
                  <a:lnTo>
                    <a:pt x="2557651" y="34147"/>
                  </a:lnTo>
                  <a:lnTo>
                    <a:pt x="2614060" y="38644"/>
                  </a:lnTo>
                  <a:lnTo>
                    <a:pt x="2667563" y="43589"/>
                  </a:lnTo>
                  <a:lnTo>
                    <a:pt x="2702183" y="47165"/>
                  </a:lnTo>
                  <a:lnTo>
                    <a:pt x="2763414" y="54234"/>
                  </a:lnTo>
                  <a:lnTo>
                    <a:pt x="2822743" y="62009"/>
                  </a:lnTo>
                  <a:lnTo>
                    <a:pt x="2880874" y="70499"/>
                  </a:lnTo>
                  <a:lnTo>
                    <a:pt x="2938326" y="79694"/>
                  </a:lnTo>
                  <a:lnTo>
                    <a:pt x="2995465" y="89555"/>
                  </a:lnTo>
                  <a:lnTo>
                    <a:pt x="3052533" y="100017"/>
                  </a:lnTo>
                  <a:lnTo>
                    <a:pt x="3109666" y="110987"/>
                  </a:lnTo>
                  <a:lnTo>
                    <a:pt x="3166913" y="122347"/>
                  </a:lnTo>
                  <a:lnTo>
                    <a:pt x="3224260" y="133960"/>
                  </a:lnTo>
                  <a:lnTo>
                    <a:pt x="3281653" y="145674"/>
                  </a:lnTo>
                  <a:lnTo>
                    <a:pt x="3339020" y="157332"/>
                  </a:lnTo>
                  <a:lnTo>
                    <a:pt x="3396300" y="168780"/>
                  </a:lnTo>
                  <a:lnTo>
                    <a:pt x="3453463" y="179875"/>
                  </a:lnTo>
                  <a:lnTo>
                    <a:pt x="3510540" y="190493"/>
                  </a:lnTo>
                  <a:lnTo>
                    <a:pt x="3567639" y="200534"/>
                  </a:lnTo>
                  <a:lnTo>
                    <a:pt x="3624970" y="209926"/>
                  </a:lnTo>
                  <a:lnTo>
                    <a:pt x="3682860" y="218621"/>
                  </a:lnTo>
                  <a:lnTo>
                    <a:pt x="3741782" y="226601"/>
                  </a:lnTo>
                  <a:lnTo>
                    <a:pt x="3802382" y="233870"/>
                  </a:lnTo>
                  <a:lnTo>
                    <a:pt x="3820202" y="235828"/>
                  </a:lnTo>
                  <a:lnTo>
                    <a:pt x="3872127" y="241080"/>
                  </a:lnTo>
                  <a:lnTo>
                    <a:pt x="3926508" y="245876"/>
                  </a:lnTo>
                  <a:lnTo>
                    <a:pt x="3984031" y="250231"/>
                  </a:lnTo>
                  <a:lnTo>
                    <a:pt x="4045448" y="254178"/>
                  </a:lnTo>
                  <a:lnTo>
                    <a:pt x="4111540" y="257755"/>
                  </a:lnTo>
                  <a:lnTo>
                    <a:pt x="4183072" y="260998"/>
                  </a:lnTo>
                  <a:lnTo>
                    <a:pt x="4260740" y="263946"/>
                  </a:lnTo>
                  <a:lnTo>
                    <a:pt x="4345104" y="266629"/>
                  </a:lnTo>
                  <a:lnTo>
                    <a:pt x="4436495" y="269074"/>
                  </a:lnTo>
                  <a:lnTo>
                    <a:pt x="4534896" y="271302"/>
                  </a:lnTo>
                  <a:lnTo>
                    <a:pt x="4639801" y="273326"/>
                  </a:lnTo>
                  <a:lnTo>
                    <a:pt x="4750072" y="275154"/>
                  </a:lnTo>
                  <a:lnTo>
                    <a:pt x="4863808" y="276788"/>
                  </a:lnTo>
                  <a:lnTo>
                    <a:pt x="4978293" y="278226"/>
                  </a:lnTo>
                  <a:lnTo>
                    <a:pt x="5090066" y="279464"/>
                  </a:lnTo>
                  <a:lnTo>
                    <a:pt x="5195162" y="280498"/>
                  </a:lnTo>
                  <a:lnTo>
                    <a:pt x="5289538" y="281329"/>
                  </a:lnTo>
                  <a:lnTo>
                    <a:pt x="5369642" y="281964"/>
                  </a:lnTo>
                  <a:lnTo>
                    <a:pt x="5433001" y="282419"/>
                  </a:lnTo>
                  <a:lnTo>
                    <a:pt x="5478695" y="282716"/>
                  </a:lnTo>
                  <a:lnTo>
                    <a:pt x="5507590" y="282888"/>
                  </a:lnTo>
                  <a:lnTo>
                    <a:pt x="5522322" y="282968"/>
                  </a:lnTo>
                  <a:lnTo>
                    <a:pt x="5527096" y="282992"/>
                  </a:lnTo>
                  <a:lnTo>
                    <a:pt x="5527445" y="282994"/>
                  </a:lnTo>
                  <a:lnTo>
                    <a:pt x="6522385" y="282994"/>
                  </a:lnTo>
                  <a:lnTo>
                    <a:pt x="6523522" y="282993"/>
                  </a:lnTo>
                  <a:lnTo>
                    <a:pt x="6531021" y="282990"/>
                  </a:lnTo>
                  <a:lnTo>
                    <a:pt x="6550026" y="282980"/>
                  </a:lnTo>
                  <a:lnTo>
                    <a:pt x="6584252" y="282960"/>
                  </a:lnTo>
                  <a:lnTo>
                    <a:pt x="6635770" y="282928"/>
                  </a:lnTo>
                  <a:lnTo>
                    <a:pt x="6704848" y="282881"/>
                  </a:lnTo>
                  <a:lnTo>
                    <a:pt x="6790014" y="282816"/>
                  </a:lnTo>
                  <a:lnTo>
                    <a:pt x="6888376" y="282733"/>
                  </a:lnTo>
                  <a:lnTo>
                    <a:pt x="6996151" y="282631"/>
                  </a:lnTo>
                  <a:lnTo>
                    <a:pt x="7109263" y="282510"/>
                  </a:lnTo>
                  <a:lnTo>
                    <a:pt x="7223871" y="282371"/>
                  </a:lnTo>
                  <a:lnTo>
                    <a:pt x="7336742" y="282214"/>
                  </a:lnTo>
                  <a:lnTo>
                    <a:pt x="7445429" y="282039"/>
                  </a:lnTo>
                  <a:lnTo>
                    <a:pt x="7548292" y="281845"/>
                  </a:lnTo>
                  <a:lnTo>
                    <a:pt x="7644417" y="281632"/>
                  </a:lnTo>
                  <a:lnTo>
                    <a:pt x="7733476" y="281399"/>
                  </a:lnTo>
                  <a:lnTo>
                    <a:pt x="7815584" y="281142"/>
                  </a:lnTo>
                  <a:lnTo>
                    <a:pt x="7891159" y="280861"/>
                  </a:lnTo>
                  <a:lnTo>
                    <a:pt x="7960815" y="280550"/>
                  </a:lnTo>
                  <a:lnTo>
                    <a:pt x="8025280" y="280208"/>
                  </a:lnTo>
                  <a:lnTo>
                    <a:pt x="8085327" y="279830"/>
                  </a:lnTo>
                  <a:lnTo>
                    <a:pt x="8141734" y="279414"/>
                  </a:lnTo>
                  <a:lnTo>
                    <a:pt x="8195236" y="278956"/>
                  </a:lnTo>
                  <a:lnTo>
                    <a:pt x="8229629" y="278627"/>
                  </a:lnTo>
                  <a:lnTo>
                    <a:pt x="8291280" y="277967"/>
                  </a:lnTo>
                  <a:lnTo>
                    <a:pt x="8351007" y="277242"/>
                  </a:lnTo>
                  <a:lnTo>
                    <a:pt x="8409529" y="276449"/>
                  </a:lnTo>
                  <a:lnTo>
                    <a:pt x="8467370" y="275590"/>
                  </a:lnTo>
                  <a:lnTo>
                    <a:pt x="8524904" y="274669"/>
                  </a:lnTo>
                  <a:lnTo>
                    <a:pt x="8582371" y="273691"/>
                  </a:lnTo>
                  <a:lnTo>
                    <a:pt x="8639907" y="272666"/>
                  </a:lnTo>
                  <a:lnTo>
                    <a:pt x="8697560" y="271606"/>
                  </a:lnTo>
                  <a:lnTo>
                    <a:pt x="8755312" y="270522"/>
                  </a:lnTo>
                  <a:lnTo>
                    <a:pt x="8813106" y="269430"/>
                  </a:lnTo>
                  <a:lnTo>
                    <a:pt x="8870869" y="268344"/>
                  </a:lnTo>
                  <a:lnTo>
                    <a:pt x="8928540" y="267278"/>
                  </a:lnTo>
                  <a:lnTo>
                    <a:pt x="8986092" y="266247"/>
                  </a:lnTo>
                  <a:lnTo>
                    <a:pt x="9043564" y="265262"/>
                  </a:lnTo>
                  <a:lnTo>
                    <a:pt x="9101074" y="264332"/>
                  </a:lnTo>
                  <a:lnTo>
                    <a:pt x="9158848" y="263463"/>
                  </a:lnTo>
                  <a:lnTo>
                    <a:pt x="9217235" y="262660"/>
                  </a:lnTo>
                  <a:lnTo>
                    <a:pt x="9276737" y="261924"/>
                  </a:lnTo>
                  <a:lnTo>
                    <a:pt x="9338037" y="261255"/>
                  </a:lnTo>
                  <a:lnTo>
                    <a:pt x="9347647" y="261158"/>
                  </a:lnTo>
                  <a:lnTo>
                    <a:pt x="9399583" y="260671"/>
                  </a:lnTo>
                  <a:lnTo>
                    <a:pt x="9453975" y="260227"/>
                  </a:lnTo>
                  <a:lnTo>
                    <a:pt x="9511510" y="259824"/>
                  </a:lnTo>
                  <a:lnTo>
                    <a:pt x="9572942" y="259458"/>
                  </a:lnTo>
                  <a:lnTo>
                    <a:pt x="9639051" y="259127"/>
                  </a:lnTo>
                  <a:lnTo>
                    <a:pt x="9710602" y="258827"/>
                  </a:lnTo>
                  <a:lnTo>
                    <a:pt x="9788293" y="258554"/>
                  </a:lnTo>
                  <a:lnTo>
                    <a:pt x="9872682" y="258305"/>
                  </a:lnTo>
                  <a:lnTo>
                    <a:pt x="9964102" y="258079"/>
                  </a:lnTo>
                  <a:lnTo>
                    <a:pt x="10062534" y="257873"/>
                  </a:lnTo>
                  <a:lnTo>
                    <a:pt x="10167472" y="257685"/>
                  </a:lnTo>
                  <a:lnTo>
                    <a:pt x="10277773" y="257516"/>
                  </a:lnTo>
                  <a:lnTo>
                    <a:pt x="10391535" y="257365"/>
                  </a:lnTo>
                  <a:lnTo>
                    <a:pt x="10506040" y="257232"/>
                  </a:lnTo>
                  <a:lnTo>
                    <a:pt x="10617822" y="257117"/>
                  </a:lnTo>
                  <a:lnTo>
                    <a:pt x="10722911" y="257021"/>
                  </a:lnTo>
                  <a:lnTo>
                    <a:pt x="10817266" y="256944"/>
                  </a:lnTo>
                  <a:lnTo>
                    <a:pt x="10897333" y="256886"/>
                  </a:lnTo>
                  <a:lnTo>
                    <a:pt x="10960643" y="256844"/>
                  </a:lnTo>
                  <a:lnTo>
                    <a:pt x="11006280" y="256816"/>
                  </a:lnTo>
                  <a:lnTo>
                    <a:pt x="11035120" y="256800"/>
                  </a:lnTo>
                  <a:lnTo>
                    <a:pt x="11049805" y="256793"/>
                  </a:lnTo>
                  <a:lnTo>
                    <a:pt x="11054548" y="256791"/>
                  </a:lnTo>
                  <a:lnTo>
                    <a:pt x="11054891" y="256791"/>
                  </a:lnTo>
                  <a:lnTo>
                    <a:pt x="12049831" y="256791"/>
                  </a:lnTo>
                  <a:lnTo>
                    <a:pt x="12049831" y="2567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4" name="pl793"/>
            <p:cNvSpPr/>
            <p:nvPr/>
          </p:nvSpPr>
          <p:spPr>
            <a:xfrm>
              <a:off x="1199187" y="1671597"/>
              <a:ext cx="12049831" cy="282994"/>
            </a:xfrm>
            <a:custGeom>
              <a:avLst/>
              <a:pathLst>
                <a:path w="12049831" h="282994">
                  <a:moveTo>
                    <a:pt x="12049831" y="256791"/>
                  </a:moveTo>
                  <a:lnTo>
                    <a:pt x="11054891" y="256791"/>
                  </a:lnTo>
                  <a:lnTo>
                    <a:pt x="11053755" y="256791"/>
                  </a:lnTo>
                  <a:lnTo>
                    <a:pt x="11046255" y="256795"/>
                  </a:lnTo>
                  <a:lnTo>
                    <a:pt x="11027250" y="256804"/>
                  </a:lnTo>
                  <a:lnTo>
                    <a:pt x="10993024" y="256824"/>
                  </a:lnTo>
                  <a:lnTo>
                    <a:pt x="10941506" y="256856"/>
                  </a:lnTo>
                  <a:lnTo>
                    <a:pt x="10872428" y="256903"/>
                  </a:lnTo>
                  <a:lnTo>
                    <a:pt x="10787263" y="256968"/>
                  </a:lnTo>
                  <a:lnTo>
                    <a:pt x="10688901" y="257051"/>
                  </a:lnTo>
                  <a:lnTo>
                    <a:pt x="10581126" y="257153"/>
                  </a:lnTo>
                  <a:lnTo>
                    <a:pt x="10468014" y="257274"/>
                  </a:lnTo>
                  <a:lnTo>
                    <a:pt x="10353405" y="257413"/>
                  </a:lnTo>
                  <a:lnTo>
                    <a:pt x="10240534" y="257570"/>
                  </a:lnTo>
                  <a:lnTo>
                    <a:pt x="10131848" y="257746"/>
                  </a:lnTo>
                  <a:lnTo>
                    <a:pt x="10028985" y="257939"/>
                  </a:lnTo>
                  <a:lnTo>
                    <a:pt x="9932860" y="258152"/>
                  </a:lnTo>
                  <a:lnTo>
                    <a:pt x="9843800" y="258386"/>
                  </a:lnTo>
                  <a:lnTo>
                    <a:pt x="9761692" y="258642"/>
                  </a:lnTo>
                  <a:lnTo>
                    <a:pt x="9686117" y="258924"/>
                  </a:lnTo>
                  <a:lnTo>
                    <a:pt x="9616461" y="259234"/>
                  </a:lnTo>
                  <a:lnTo>
                    <a:pt x="9551997" y="259576"/>
                  </a:lnTo>
                  <a:lnTo>
                    <a:pt x="9491949" y="259954"/>
                  </a:lnTo>
                  <a:lnTo>
                    <a:pt x="9435543" y="260371"/>
                  </a:lnTo>
                  <a:lnTo>
                    <a:pt x="9382040" y="260829"/>
                  </a:lnTo>
                  <a:lnTo>
                    <a:pt x="9347647" y="261158"/>
                  </a:lnTo>
                  <a:lnTo>
                    <a:pt x="9285997" y="261817"/>
                  </a:lnTo>
                  <a:lnTo>
                    <a:pt x="9226269" y="262543"/>
                  </a:lnTo>
                  <a:lnTo>
                    <a:pt x="9167748" y="263336"/>
                  </a:lnTo>
                  <a:lnTo>
                    <a:pt x="9109906" y="264194"/>
                  </a:lnTo>
                  <a:lnTo>
                    <a:pt x="9052373" y="265116"/>
                  </a:lnTo>
                  <a:lnTo>
                    <a:pt x="8994906" y="266093"/>
                  </a:lnTo>
                  <a:lnTo>
                    <a:pt x="8937370" y="267118"/>
                  </a:lnTo>
                  <a:lnTo>
                    <a:pt x="8879717" y="268179"/>
                  </a:lnTo>
                  <a:lnTo>
                    <a:pt x="8821965" y="269262"/>
                  </a:lnTo>
                  <a:lnTo>
                    <a:pt x="8764170" y="270355"/>
                  </a:lnTo>
                  <a:lnTo>
                    <a:pt x="8706407" y="271441"/>
                  </a:lnTo>
                  <a:lnTo>
                    <a:pt x="8648737" y="272506"/>
                  </a:lnTo>
                  <a:lnTo>
                    <a:pt x="8591184" y="273537"/>
                  </a:lnTo>
                  <a:lnTo>
                    <a:pt x="8533713" y="274522"/>
                  </a:lnTo>
                  <a:lnTo>
                    <a:pt x="8476202" y="275453"/>
                  </a:lnTo>
                  <a:lnTo>
                    <a:pt x="8418429" y="276321"/>
                  </a:lnTo>
                  <a:lnTo>
                    <a:pt x="8360041" y="277124"/>
                  </a:lnTo>
                  <a:lnTo>
                    <a:pt x="8300540" y="277860"/>
                  </a:lnTo>
                  <a:lnTo>
                    <a:pt x="8239240" y="278530"/>
                  </a:lnTo>
                  <a:lnTo>
                    <a:pt x="8229629" y="278627"/>
                  </a:lnTo>
                  <a:lnTo>
                    <a:pt x="8177694" y="279113"/>
                  </a:lnTo>
                  <a:lnTo>
                    <a:pt x="8123301" y="279557"/>
                  </a:lnTo>
                  <a:lnTo>
                    <a:pt x="8065766" y="279960"/>
                  </a:lnTo>
                  <a:lnTo>
                    <a:pt x="8004335" y="280326"/>
                  </a:lnTo>
                  <a:lnTo>
                    <a:pt x="7938226" y="280657"/>
                  </a:lnTo>
                  <a:lnTo>
                    <a:pt x="7866674" y="280957"/>
                  </a:lnTo>
                  <a:lnTo>
                    <a:pt x="7788984" y="281230"/>
                  </a:lnTo>
                  <a:lnTo>
                    <a:pt x="7704594" y="281479"/>
                  </a:lnTo>
                  <a:lnTo>
                    <a:pt x="7613174" y="281705"/>
                  </a:lnTo>
                  <a:lnTo>
                    <a:pt x="7514743" y="281912"/>
                  </a:lnTo>
                  <a:lnTo>
                    <a:pt x="7409805" y="282099"/>
                  </a:lnTo>
                  <a:lnTo>
                    <a:pt x="7299504" y="282268"/>
                  </a:lnTo>
                  <a:lnTo>
                    <a:pt x="7185741" y="282420"/>
                  </a:lnTo>
                  <a:lnTo>
                    <a:pt x="7071237" y="282553"/>
                  </a:lnTo>
                  <a:lnTo>
                    <a:pt x="6959455" y="282667"/>
                  </a:lnTo>
                  <a:lnTo>
                    <a:pt x="6854365" y="282763"/>
                  </a:lnTo>
                  <a:lnTo>
                    <a:pt x="6760011" y="282840"/>
                  </a:lnTo>
                  <a:lnTo>
                    <a:pt x="6679944" y="282899"/>
                  </a:lnTo>
                  <a:lnTo>
                    <a:pt x="6616634" y="282941"/>
                  </a:lnTo>
                  <a:lnTo>
                    <a:pt x="6570996" y="282968"/>
                  </a:lnTo>
                  <a:lnTo>
                    <a:pt x="6542156" y="282984"/>
                  </a:lnTo>
                  <a:lnTo>
                    <a:pt x="6527472" y="282991"/>
                  </a:lnTo>
                  <a:lnTo>
                    <a:pt x="6522728" y="282994"/>
                  </a:lnTo>
                  <a:lnTo>
                    <a:pt x="6522385" y="282994"/>
                  </a:lnTo>
                  <a:lnTo>
                    <a:pt x="5527445" y="282994"/>
                  </a:lnTo>
                  <a:lnTo>
                    <a:pt x="5526309" y="282988"/>
                  </a:lnTo>
                  <a:lnTo>
                    <a:pt x="5518814" y="282950"/>
                  </a:lnTo>
                  <a:lnTo>
                    <a:pt x="5499820" y="282844"/>
                  </a:lnTo>
                  <a:lnTo>
                    <a:pt x="5465611" y="282634"/>
                  </a:lnTo>
                  <a:lnTo>
                    <a:pt x="5414118" y="282288"/>
                  </a:lnTo>
                  <a:lnTo>
                    <a:pt x="5345071" y="281776"/>
                  </a:lnTo>
                  <a:lnTo>
                    <a:pt x="5259939" y="281078"/>
                  </a:lnTo>
                  <a:lnTo>
                    <a:pt x="5161612" y="280181"/>
                  </a:lnTo>
                  <a:lnTo>
                    <a:pt x="5053869" y="279080"/>
                  </a:lnTo>
                  <a:lnTo>
                    <a:pt x="4940785" y="277776"/>
                  </a:lnTo>
                  <a:lnTo>
                    <a:pt x="4826197" y="276273"/>
                  </a:lnTo>
                  <a:lnTo>
                    <a:pt x="4713341" y="274575"/>
                  </a:lnTo>
                  <a:lnTo>
                    <a:pt x="4604663" y="272683"/>
                  </a:lnTo>
                  <a:lnTo>
                    <a:pt x="4501803" y="270593"/>
                  </a:lnTo>
                  <a:lnTo>
                    <a:pt x="4405677" y="268296"/>
                  </a:lnTo>
                  <a:lnTo>
                    <a:pt x="4316613" y="265775"/>
                  </a:lnTo>
                  <a:lnTo>
                    <a:pt x="4234499" y="263008"/>
                  </a:lnTo>
                  <a:lnTo>
                    <a:pt x="4158918" y="259967"/>
                  </a:lnTo>
                  <a:lnTo>
                    <a:pt x="4089256" y="256618"/>
                  </a:lnTo>
                  <a:lnTo>
                    <a:pt x="4024786" y="252924"/>
                  </a:lnTo>
                  <a:lnTo>
                    <a:pt x="3964734" y="248847"/>
                  </a:lnTo>
                  <a:lnTo>
                    <a:pt x="3908325" y="244349"/>
                  </a:lnTo>
                  <a:lnTo>
                    <a:pt x="3854822" y="239404"/>
                  </a:lnTo>
                  <a:lnTo>
                    <a:pt x="3820202" y="235828"/>
                  </a:lnTo>
                  <a:lnTo>
                    <a:pt x="3758971" y="228759"/>
                  </a:lnTo>
                  <a:lnTo>
                    <a:pt x="3699642" y="220985"/>
                  </a:lnTo>
                  <a:lnTo>
                    <a:pt x="3641511" y="212494"/>
                  </a:lnTo>
                  <a:lnTo>
                    <a:pt x="3584059" y="203299"/>
                  </a:lnTo>
                  <a:lnTo>
                    <a:pt x="3526920" y="193438"/>
                  </a:lnTo>
                  <a:lnTo>
                    <a:pt x="3469852" y="182976"/>
                  </a:lnTo>
                  <a:lnTo>
                    <a:pt x="3412719" y="172006"/>
                  </a:lnTo>
                  <a:lnTo>
                    <a:pt x="3355472" y="160646"/>
                  </a:lnTo>
                  <a:lnTo>
                    <a:pt x="3298125" y="149033"/>
                  </a:lnTo>
                  <a:lnTo>
                    <a:pt x="3240732" y="137319"/>
                  </a:lnTo>
                  <a:lnTo>
                    <a:pt x="3183365" y="125661"/>
                  </a:lnTo>
                  <a:lnTo>
                    <a:pt x="3126085" y="114213"/>
                  </a:lnTo>
                  <a:lnTo>
                    <a:pt x="3068922" y="103118"/>
                  </a:lnTo>
                  <a:lnTo>
                    <a:pt x="3011845" y="92500"/>
                  </a:lnTo>
                  <a:lnTo>
                    <a:pt x="2954746" y="82459"/>
                  </a:lnTo>
                  <a:lnTo>
                    <a:pt x="2897415" y="73068"/>
                  </a:lnTo>
                  <a:lnTo>
                    <a:pt x="2839525" y="64373"/>
                  </a:lnTo>
                  <a:lnTo>
                    <a:pt x="2780603" y="56393"/>
                  </a:lnTo>
                  <a:lnTo>
                    <a:pt x="2720003" y="49124"/>
                  </a:lnTo>
                  <a:lnTo>
                    <a:pt x="2702183" y="47165"/>
                  </a:lnTo>
                  <a:lnTo>
                    <a:pt x="2650258" y="41913"/>
                  </a:lnTo>
                  <a:lnTo>
                    <a:pt x="2595877" y="37118"/>
                  </a:lnTo>
                  <a:lnTo>
                    <a:pt x="2538354" y="32762"/>
                  </a:lnTo>
                  <a:lnTo>
                    <a:pt x="2476937" y="28815"/>
                  </a:lnTo>
                  <a:lnTo>
                    <a:pt x="2410845" y="25239"/>
                  </a:lnTo>
                  <a:lnTo>
                    <a:pt x="2339313" y="21995"/>
                  </a:lnTo>
                  <a:lnTo>
                    <a:pt x="2261645" y="19048"/>
                  </a:lnTo>
                  <a:lnTo>
                    <a:pt x="2177281" y="16364"/>
                  </a:lnTo>
                  <a:lnTo>
                    <a:pt x="2085890" y="13919"/>
                  </a:lnTo>
                  <a:lnTo>
                    <a:pt x="1987489" y="11691"/>
                  </a:lnTo>
                  <a:lnTo>
                    <a:pt x="1882584" y="9667"/>
                  </a:lnTo>
                  <a:lnTo>
                    <a:pt x="1772313" y="7839"/>
                  </a:lnTo>
                  <a:lnTo>
                    <a:pt x="1658577" y="6205"/>
                  </a:lnTo>
                  <a:lnTo>
                    <a:pt x="1544092" y="4767"/>
                  </a:lnTo>
                  <a:lnTo>
                    <a:pt x="1432319" y="3529"/>
                  </a:lnTo>
                  <a:lnTo>
                    <a:pt x="1327223" y="2495"/>
                  </a:lnTo>
                  <a:lnTo>
                    <a:pt x="1232847" y="1664"/>
                  </a:lnTo>
                  <a:lnTo>
                    <a:pt x="1152743" y="1029"/>
                  </a:lnTo>
                  <a:lnTo>
                    <a:pt x="1089384" y="575"/>
                  </a:lnTo>
                  <a:lnTo>
                    <a:pt x="1043690" y="277"/>
                  </a:lnTo>
                  <a:lnTo>
                    <a:pt x="1014795" y="105"/>
                  </a:lnTo>
                  <a:lnTo>
                    <a:pt x="1000063" y="25"/>
                  </a:lnTo>
                  <a:lnTo>
                    <a:pt x="995289" y="1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5" name="pg794"/>
            <p:cNvSpPr/>
            <p:nvPr/>
          </p:nvSpPr>
          <p:spPr>
            <a:xfrm>
              <a:off x="1199187" y="1682079"/>
              <a:ext cx="12049831" cy="476897"/>
            </a:xfrm>
            <a:custGeom>
              <a:avLst/>
              <a:pathLst>
                <a:path w="12049831" h="476897">
                  <a:moveTo>
                    <a:pt x="0" y="5240"/>
                  </a:moveTo>
                  <a:lnTo>
                    <a:pt x="994940" y="5240"/>
                  </a:lnTo>
                  <a:lnTo>
                    <a:pt x="996076" y="5246"/>
                  </a:lnTo>
                  <a:lnTo>
                    <a:pt x="1003571" y="5285"/>
                  </a:lnTo>
                  <a:lnTo>
                    <a:pt x="1022565" y="5393"/>
                  </a:lnTo>
                  <a:lnTo>
                    <a:pt x="1056773" y="5607"/>
                  </a:lnTo>
                  <a:lnTo>
                    <a:pt x="1108265" y="5959"/>
                  </a:lnTo>
                  <a:lnTo>
                    <a:pt x="1177311" y="6480"/>
                  </a:lnTo>
                  <a:lnTo>
                    <a:pt x="1262441" y="7191"/>
                  </a:lnTo>
                  <a:lnTo>
                    <a:pt x="1360767" y="8105"/>
                  </a:lnTo>
                  <a:lnTo>
                    <a:pt x="1468509" y="9227"/>
                  </a:lnTo>
                  <a:lnTo>
                    <a:pt x="1581592" y="10555"/>
                  </a:lnTo>
                  <a:lnTo>
                    <a:pt x="1696179" y="12085"/>
                  </a:lnTo>
                  <a:lnTo>
                    <a:pt x="1809035" y="13815"/>
                  </a:lnTo>
                  <a:lnTo>
                    <a:pt x="1917713" y="15742"/>
                  </a:lnTo>
                  <a:lnTo>
                    <a:pt x="2020572" y="17870"/>
                  </a:lnTo>
                  <a:lnTo>
                    <a:pt x="2116698" y="20210"/>
                  </a:lnTo>
                  <a:lnTo>
                    <a:pt x="2205762" y="22778"/>
                  </a:lnTo>
                  <a:lnTo>
                    <a:pt x="2287876" y="25596"/>
                  </a:lnTo>
                  <a:lnTo>
                    <a:pt x="2363457" y="28693"/>
                  </a:lnTo>
                  <a:lnTo>
                    <a:pt x="2433120" y="32104"/>
                  </a:lnTo>
                  <a:lnTo>
                    <a:pt x="2497590" y="35866"/>
                  </a:lnTo>
                  <a:lnTo>
                    <a:pt x="2557642" y="40019"/>
                  </a:lnTo>
                  <a:lnTo>
                    <a:pt x="2614051" y="44600"/>
                  </a:lnTo>
                  <a:lnTo>
                    <a:pt x="2667554" y="49636"/>
                  </a:lnTo>
                  <a:lnTo>
                    <a:pt x="2702183" y="53279"/>
                  </a:lnTo>
                  <a:lnTo>
                    <a:pt x="2763398" y="60477"/>
                  </a:lnTo>
                  <a:lnTo>
                    <a:pt x="2822713" y="68393"/>
                  </a:lnTo>
                  <a:lnTo>
                    <a:pt x="2880829" y="77039"/>
                  </a:lnTo>
                  <a:lnTo>
                    <a:pt x="2938267" y="86401"/>
                  </a:lnTo>
                  <a:lnTo>
                    <a:pt x="2995392" y="96441"/>
                  </a:lnTo>
                  <a:lnTo>
                    <a:pt x="3052445" y="107093"/>
                  </a:lnTo>
                  <a:lnTo>
                    <a:pt x="3109562" y="118262"/>
                  </a:lnTo>
                  <a:lnTo>
                    <a:pt x="3166794" y="129829"/>
                  </a:lnTo>
                  <a:lnTo>
                    <a:pt x="3224126" y="141654"/>
                  </a:lnTo>
                  <a:lnTo>
                    <a:pt x="3281505" y="153582"/>
                  </a:lnTo>
                  <a:lnTo>
                    <a:pt x="3338857" y="165453"/>
                  </a:lnTo>
                  <a:lnTo>
                    <a:pt x="3396122" y="177110"/>
                  </a:lnTo>
                  <a:lnTo>
                    <a:pt x="3453271" y="188409"/>
                  </a:lnTo>
                  <a:lnTo>
                    <a:pt x="3510333" y="199223"/>
                  </a:lnTo>
                  <a:lnTo>
                    <a:pt x="3567417" y="209450"/>
                  </a:lnTo>
                  <a:lnTo>
                    <a:pt x="3624732" y="219016"/>
                  </a:lnTo>
                  <a:lnTo>
                    <a:pt x="3682604" y="227873"/>
                  </a:lnTo>
                  <a:lnTo>
                    <a:pt x="3741504" y="236001"/>
                  </a:lnTo>
                  <a:lnTo>
                    <a:pt x="3802079" y="243407"/>
                  </a:lnTo>
                  <a:lnTo>
                    <a:pt x="3820202" y="245436"/>
                  </a:lnTo>
                  <a:lnTo>
                    <a:pt x="3872127" y="250785"/>
                  </a:lnTo>
                  <a:lnTo>
                    <a:pt x="3926507" y="255669"/>
                  </a:lnTo>
                  <a:lnTo>
                    <a:pt x="3984029" y="260106"/>
                  </a:lnTo>
                  <a:lnTo>
                    <a:pt x="4045446" y="264126"/>
                  </a:lnTo>
                  <a:lnTo>
                    <a:pt x="4111538" y="267768"/>
                  </a:lnTo>
                  <a:lnTo>
                    <a:pt x="4183069" y="271072"/>
                  </a:lnTo>
                  <a:lnTo>
                    <a:pt x="4260736" y="274074"/>
                  </a:lnTo>
                  <a:lnTo>
                    <a:pt x="4345099" y="276807"/>
                  </a:lnTo>
                  <a:lnTo>
                    <a:pt x="4436489" y="279298"/>
                  </a:lnTo>
                  <a:lnTo>
                    <a:pt x="4534888" y="281567"/>
                  </a:lnTo>
                  <a:lnTo>
                    <a:pt x="4639793" y="283628"/>
                  </a:lnTo>
                  <a:lnTo>
                    <a:pt x="4750062" y="285490"/>
                  </a:lnTo>
                  <a:lnTo>
                    <a:pt x="4863797" y="287155"/>
                  </a:lnTo>
                  <a:lnTo>
                    <a:pt x="4978282" y="288619"/>
                  </a:lnTo>
                  <a:lnTo>
                    <a:pt x="5090055" y="289880"/>
                  </a:lnTo>
                  <a:lnTo>
                    <a:pt x="5195150" y="290933"/>
                  </a:lnTo>
                  <a:lnTo>
                    <a:pt x="5289527" y="291779"/>
                  </a:lnTo>
                  <a:lnTo>
                    <a:pt x="5369633" y="292426"/>
                  </a:lnTo>
                  <a:lnTo>
                    <a:pt x="5432994" y="292889"/>
                  </a:lnTo>
                  <a:lnTo>
                    <a:pt x="5478690" y="293192"/>
                  </a:lnTo>
                  <a:lnTo>
                    <a:pt x="5507587" y="293367"/>
                  </a:lnTo>
                  <a:lnTo>
                    <a:pt x="5522321" y="293449"/>
                  </a:lnTo>
                  <a:lnTo>
                    <a:pt x="5527095" y="293473"/>
                  </a:lnTo>
                  <a:lnTo>
                    <a:pt x="5527445" y="293475"/>
                  </a:lnTo>
                  <a:lnTo>
                    <a:pt x="6522385" y="293475"/>
                  </a:lnTo>
                  <a:lnTo>
                    <a:pt x="6523522" y="293479"/>
                  </a:lnTo>
                  <a:lnTo>
                    <a:pt x="6531019" y="293503"/>
                  </a:lnTo>
                  <a:lnTo>
                    <a:pt x="6550020" y="293572"/>
                  </a:lnTo>
                  <a:lnTo>
                    <a:pt x="6584239" y="293708"/>
                  </a:lnTo>
                  <a:lnTo>
                    <a:pt x="6635746" y="293933"/>
                  </a:lnTo>
                  <a:lnTo>
                    <a:pt x="6704812" y="294264"/>
                  </a:lnTo>
                  <a:lnTo>
                    <a:pt x="6789963" y="294717"/>
                  </a:lnTo>
                  <a:lnTo>
                    <a:pt x="6888310" y="295299"/>
                  </a:lnTo>
                  <a:lnTo>
                    <a:pt x="6996072" y="296013"/>
                  </a:lnTo>
                  <a:lnTo>
                    <a:pt x="7109173" y="296858"/>
                  </a:lnTo>
                  <a:lnTo>
                    <a:pt x="7223773" y="297832"/>
                  </a:lnTo>
                  <a:lnTo>
                    <a:pt x="7336638" y="298933"/>
                  </a:lnTo>
                  <a:lnTo>
                    <a:pt x="7445321" y="300160"/>
                  </a:lnTo>
                  <a:lnTo>
                    <a:pt x="7548182" y="301515"/>
                  </a:lnTo>
                  <a:lnTo>
                    <a:pt x="7644307" y="303004"/>
                  </a:lnTo>
                  <a:lnTo>
                    <a:pt x="7733369" y="304639"/>
                  </a:lnTo>
                  <a:lnTo>
                    <a:pt x="7815479" y="306432"/>
                  </a:lnTo>
                  <a:lnTo>
                    <a:pt x="7891057" y="308404"/>
                  </a:lnTo>
                  <a:lnTo>
                    <a:pt x="7960716" y="310575"/>
                  </a:lnTo>
                  <a:lnTo>
                    <a:pt x="8025182" y="312970"/>
                  </a:lnTo>
                  <a:lnTo>
                    <a:pt x="8085231" y="315614"/>
                  </a:lnTo>
                  <a:lnTo>
                    <a:pt x="8141639" y="318530"/>
                  </a:lnTo>
                  <a:lnTo>
                    <a:pt x="8195142" y="321736"/>
                  </a:lnTo>
                  <a:lnTo>
                    <a:pt x="8229629" y="324045"/>
                  </a:lnTo>
                  <a:lnTo>
                    <a:pt x="8291104" y="328647"/>
                  </a:lnTo>
                  <a:lnTo>
                    <a:pt x="8350664" y="333709"/>
                  </a:lnTo>
                  <a:lnTo>
                    <a:pt x="8409022" y="339239"/>
                  </a:lnTo>
                  <a:lnTo>
                    <a:pt x="8466700" y="345229"/>
                  </a:lnTo>
                  <a:lnTo>
                    <a:pt x="8524068" y="351654"/>
                  </a:lnTo>
                  <a:lnTo>
                    <a:pt x="8581368" y="358470"/>
                  </a:lnTo>
                  <a:lnTo>
                    <a:pt x="8638735" y="365617"/>
                  </a:lnTo>
                  <a:lnTo>
                    <a:pt x="8696217" y="373017"/>
                  </a:lnTo>
                  <a:lnTo>
                    <a:pt x="8753800" y="380578"/>
                  </a:lnTo>
                  <a:lnTo>
                    <a:pt x="8811426" y="388202"/>
                  </a:lnTo>
                  <a:lnTo>
                    <a:pt x="8869023" y="395784"/>
                  </a:lnTo>
                  <a:lnTo>
                    <a:pt x="8926529" y="403226"/>
                  </a:lnTo>
                  <a:lnTo>
                    <a:pt x="8983919" y="410432"/>
                  </a:lnTo>
                  <a:lnTo>
                    <a:pt x="9041225" y="417323"/>
                  </a:lnTo>
                  <a:lnTo>
                    <a:pt x="9098562" y="423834"/>
                  </a:lnTo>
                  <a:lnTo>
                    <a:pt x="9156150" y="429918"/>
                  </a:lnTo>
                  <a:lnTo>
                    <a:pt x="9214328" y="435545"/>
                  </a:lnTo>
                  <a:lnTo>
                    <a:pt x="9273585" y="440705"/>
                  </a:lnTo>
                  <a:lnTo>
                    <a:pt x="9334589" y="445402"/>
                  </a:lnTo>
                  <a:lnTo>
                    <a:pt x="9347647" y="446327"/>
                  </a:lnTo>
                  <a:lnTo>
                    <a:pt x="9399579" y="449731"/>
                  </a:lnTo>
                  <a:lnTo>
                    <a:pt x="9453966" y="452840"/>
                  </a:lnTo>
                  <a:lnTo>
                    <a:pt x="9511496" y="455663"/>
                  </a:lnTo>
                  <a:lnTo>
                    <a:pt x="9572922" y="458222"/>
                  </a:lnTo>
                  <a:lnTo>
                    <a:pt x="9639024" y="460540"/>
                  </a:lnTo>
                  <a:lnTo>
                    <a:pt x="9710567" y="462642"/>
                  </a:lnTo>
                  <a:lnTo>
                    <a:pt x="9788248" y="464553"/>
                  </a:lnTo>
                  <a:lnTo>
                    <a:pt x="9872627" y="466292"/>
                  </a:lnTo>
                  <a:lnTo>
                    <a:pt x="9964035" y="467877"/>
                  </a:lnTo>
                  <a:lnTo>
                    <a:pt x="10062454" y="469321"/>
                  </a:lnTo>
                  <a:lnTo>
                    <a:pt x="10167378" y="470633"/>
                  </a:lnTo>
                  <a:lnTo>
                    <a:pt x="10277667" y="471818"/>
                  </a:lnTo>
                  <a:lnTo>
                    <a:pt x="10391418" y="472877"/>
                  </a:lnTo>
                  <a:lnTo>
                    <a:pt x="10505915" y="473809"/>
                  </a:lnTo>
                  <a:lnTo>
                    <a:pt x="10617693" y="474611"/>
                  </a:lnTo>
                  <a:lnTo>
                    <a:pt x="10722785" y="475281"/>
                  </a:lnTo>
                  <a:lnTo>
                    <a:pt x="10817149" y="475819"/>
                  </a:lnTo>
                  <a:lnTo>
                    <a:pt x="10897231" y="476231"/>
                  </a:lnTo>
                  <a:lnTo>
                    <a:pt x="10960562" y="476525"/>
                  </a:lnTo>
                  <a:lnTo>
                    <a:pt x="11006222" y="476718"/>
                  </a:lnTo>
                  <a:lnTo>
                    <a:pt x="11035085" y="476829"/>
                  </a:lnTo>
                  <a:lnTo>
                    <a:pt x="11049790" y="476881"/>
                  </a:lnTo>
                  <a:lnTo>
                    <a:pt x="11054545" y="476896"/>
                  </a:lnTo>
                  <a:lnTo>
                    <a:pt x="11054891" y="476897"/>
                  </a:lnTo>
                  <a:lnTo>
                    <a:pt x="12049831" y="476897"/>
                  </a:lnTo>
                  <a:lnTo>
                    <a:pt x="12049831" y="471657"/>
                  </a:lnTo>
                  <a:lnTo>
                    <a:pt x="11054891" y="471657"/>
                  </a:lnTo>
                  <a:lnTo>
                    <a:pt x="11053755" y="471653"/>
                  </a:lnTo>
                  <a:lnTo>
                    <a:pt x="11046257" y="471628"/>
                  </a:lnTo>
                  <a:lnTo>
                    <a:pt x="11027257" y="471559"/>
                  </a:lnTo>
                  <a:lnTo>
                    <a:pt x="10993038" y="471423"/>
                  </a:lnTo>
                  <a:lnTo>
                    <a:pt x="10941530" y="471199"/>
                  </a:lnTo>
                  <a:lnTo>
                    <a:pt x="10872465" y="470867"/>
                  </a:lnTo>
                  <a:lnTo>
                    <a:pt x="10787314" y="470415"/>
                  </a:lnTo>
                  <a:lnTo>
                    <a:pt x="10688966" y="469833"/>
                  </a:lnTo>
                  <a:lnTo>
                    <a:pt x="10581204" y="469119"/>
                  </a:lnTo>
                  <a:lnTo>
                    <a:pt x="10468104" y="468273"/>
                  </a:lnTo>
                  <a:lnTo>
                    <a:pt x="10353504" y="467299"/>
                  </a:lnTo>
                  <a:lnTo>
                    <a:pt x="10240639" y="466198"/>
                  </a:lnTo>
                  <a:lnTo>
                    <a:pt x="10131956" y="464972"/>
                  </a:lnTo>
                  <a:lnTo>
                    <a:pt x="10029094" y="463617"/>
                  </a:lnTo>
                  <a:lnTo>
                    <a:pt x="9932969" y="462127"/>
                  </a:lnTo>
                  <a:lnTo>
                    <a:pt x="9843907" y="460493"/>
                  </a:lnTo>
                  <a:lnTo>
                    <a:pt x="9761797" y="458699"/>
                  </a:lnTo>
                  <a:lnTo>
                    <a:pt x="9686220" y="456727"/>
                  </a:lnTo>
                  <a:lnTo>
                    <a:pt x="9616561" y="454556"/>
                  </a:lnTo>
                  <a:lnTo>
                    <a:pt x="9552094" y="452161"/>
                  </a:lnTo>
                  <a:lnTo>
                    <a:pt x="9492045" y="449518"/>
                  </a:lnTo>
                  <a:lnTo>
                    <a:pt x="9435637" y="446602"/>
                  </a:lnTo>
                  <a:lnTo>
                    <a:pt x="9382135" y="443396"/>
                  </a:lnTo>
                  <a:lnTo>
                    <a:pt x="9347647" y="441086"/>
                  </a:lnTo>
                  <a:lnTo>
                    <a:pt x="9286173" y="436485"/>
                  </a:lnTo>
                  <a:lnTo>
                    <a:pt x="9226612" y="431423"/>
                  </a:lnTo>
                  <a:lnTo>
                    <a:pt x="9168255" y="425892"/>
                  </a:lnTo>
                  <a:lnTo>
                    <a:pt x="9110577" y="419902"/>
                  </a:lnTo>
                  <a:lnTo>
                    <a:pt x="9053208" y="413477"/>
                  </a:lnTo>
                  <a:lnTo>
                    <a:pt x="8995908" y="406661"/>
                  </a:lnTo>
                  <a:lnTo>
                    <a:pt x="8938542" y="399514"/>
                  </a:lnTo>
                  <a:lnTo>
                    <a:pt x="8881059" y="392115"/>
                  </a:lnTo>
                  <a:lnTo>
                    <a:pt x="8823477" y="384554"/>
                  </a:lnTo>
                  <a:lnTo>
                    <a:pt x="8765851" y="376930"/>
                  </a:lnTo>
                  <a:lnTo>
                    <a:pt x="8708253" y="369347"/>
                  </a:lnTo>
                  <a:lnTo>
                    <a:pt x="8650747" y="361906"/>
                  </a:lnTo>
                  <a:lnTo>
                    <a:pt x="8593358" y="354700"/>
                  </a:lnTo>
                  <a:lnTo>
                    <a:pt x="8536052" y="347809"/>
                  </a:lnTo>
                  <a:lnTo>
                    <a:pt x="8478714" y="341298"/>
                  </a:lnTo>
                  <a:lnTo>
                    <a:pt x="8421127" y="335214"/>
                  </a:lnTo>
                  <a:lnTo>
                    <a:pt x="8362949" y="329586"/>
                  </a:lnTo>
                  <a:lnTo>
                    <a:pt x="8303692" y="324426"/>
                  </a:lnTo>
                  <a:lnTo>
                    <a:pt x="8242687" y="319730"/>
                  </a:lnTo>
                  <a:lnTo>
                    <a:pt x="8229629" y="318805"/>
                  </a:lnTo>
                  <a:lnTo>
                    <a:pt x="8177698" y="315400"/>
                  </a:lnTo>
                  <a:lnTo>
                    <a:pt x="8123310" y="312292"/>
                  </a:lnTo>
                  <a:lnTo>
                    <a:pt x="8065780" y="309468"/>
                  </a:lnTo>
                  <a:lnTo>
                    <a:pt x="8004355" y="306910"/>
                  </a:lnTo>
                  <a:lnTo>
                    <a:pt x="7938253" y="304592"/>
                  </a:lnTo>
                  <a:lnTo>
                    <a:pt x="7866709" y="302489"/>
                  </a:lnTo>
                  <a:lnTo>
                    <a:pt x="7789028" y="300579"/>
                  </a:lnTo>
                  <a:lnTo>
                    <a:pt x="7704649" y="298840"/>
                  </a:lnTo>
                  <a:lnTo>
                    <a:pt x="7613241" y="297255"/>
                  </a:lnTo>
                  <a:lnTo>
                    <a:pt x="7514823" y="295811"/>
                  </a:lnTo>
                  <a:lnTo>
                    <a:pt x="7409898" y="294499"/>
                  </a:lnTo>
                  <a:lnTo>
                    <a:pt x="7299610" y="293314"/>
                  </a:lnTo>
                  <a:lnTo>
                    <a:pt x="7185858" y="292255"/>
                  </a:lnTo>
                  <a:lnTo>
                    <a:pt x="7071362" y="291323"/>
                  </a:lnTo>
                  <a:lnTo>
                    <a:pt x="6959583" y="290521"/>
                  </a:lnTo>
                  <a:lnTo>
                    <a:pt x="6854491" y="289851"/>
                  </a:lnTo>
                  <a:lnTo>
                    <a:pt x="6760128" y="289312"/>
                  </a:lnTo>
                  <a:lnTo>
                    <a:pt x="6680046" y="288901"/>
                  </a:lnTo>
                  <a:lnTo>
                    <a:pt x="6616715" y="288607"/>
                  </a:lnTo>
                  <a:lnTo>
                    <a:pt x="6571054" y="288414"/>
                  </a:lnTo>
                  <a:lnTo>
                    <a:pt x="6542191" y="288303"/>
                  </a:lnTo>
                  <a:lnTo>
                    <a:pt x="6527487" y="288251"/>
                  </a:lnTo>
                  <a:lnTo>
                    <a:pt x="6522731" y="288235"/>
                  </a:lnTo>
                  <a:lnTo>
                    <a:pt x="6522385" y="288234"/>
                  </a:lnTo>
                  <a:lnTo>
                    <a:pt x="5527445" y="288234"/>
                  </a:lnTo>
                  <a:lnTo>
                    <a:pt x="5526309" y="288229"/>
                  </a:lnTo>
                  <a:lnTo>
                    <a:pt x="5518814" y="288190"/>
                  </a:lnTo>
                  <a:lnTo>
                    <a:pt x="5499820" y="288081"/>
                  </a:lnTo>
                  <a:lnTo>
                    <a:pt x="5465612" y="287868"/>
                  </a:lnTo>
                  <a:lnTo>
                    <a:pt x="5414120" y="287515"/>
                  </a:lnTo>
                  <a:lnTo>
                    <a:pt x="5345074" y="286994"/>
                  </a:lnTo>
                  <a:lnTo>
                    <a:pt x="5259944" y="286283"/>
                  </a:lnTo>
                  <a:lnTo>
                    <a:pt x="5161618" y="285369"/>
                  </a:lnTo>
                  <a:lnTo>
                    <a:pt x="5053876" y="284248"/>
                  </a:lnTo>
                  <a:lnTo>
                    <a:pt x="4940793" y="282920"/>
                  </a:lnTo>
                  <a:lnTo>
                    <a:pt x="4826206" y="281389"/>
                  </a:lnTo>
                  <a:lnTo>
                    <a:pt x="4713350" y="279660"/>
                  </a:lnTo>
                  <a:lnTo>
                    <a:pt x="4604672" y="277733"/>
                  </a:lnTo>
                  <a:lnTo>
                    <a:pt x="4501813" y="275604"/>
                  </a:lnTo>
                  <a:lnTo>
                    <a:pt x="4405687" y="273264"/>
                  </a:lnTo>
                  <a:lnTo>
                    <a:pt x="4316623" y="270697"/>
                  </a:lnTo>
                  <a:lnTo>
                    <a:pt x="4234509" y="267879"/>
                  </a:lnTo>
                  <a:lnTo>
                    <a:pt x="4158928" y="264781"/>
                  </a:lnTo>
                  <a:lnTo>
                    <a:pt x="4089265" y="261371"/>
                  </a:lnTo>
                  <a:lnTo>
                    <a:pt x="4024795" y="257608"/>
                  </a:lnTo>
                  <a:lnTo>
                    <a:pt x="3964743" y="253456"/>
                  </a:lnTo>
                  <a:lnTo>
                    <a:pt x="3908334" y="248875"/>
                  </a:lnTo>
                  <a:lnTo>
                    <a:pt x="3854831" y="243839"/>
                  </a:lnTo>
                  <a:lnTo>
                    <a:pt x="3820202" y="240195"/>
                  </a:lnTo>
                  <a:lnTo>
                    <a:pt x="3758987" y="232997"/>
                  </a:lnTo>
                  <a:lnTo>
                    <a:pt x="3699672" y="225081"/>
                  </a:lnTo>
                  <a:lnTo>
                    <a:pt x="3641556" y="216436"/>
                  </a:lnTo>
                  <a:lnTo>
                    <a:pt x="3584118" y="207074"/>
                  </a:lnTo>
                  <a:lnTo>
                    <a:pt x="3526993" y="197034"/>
                  </a:lnTo>
                  <a:lnTo>
                    <a:pt x="3469940" y="186382"/>
                  </a:lnTo>
                  <a:lnTo>
                    <a:pt x="3412823" y="175212"/>
                  </a:lnTo>
                  <a:lnTo>
                    <a:pt x="3355591" y="163645"/>
                  </a:lnTo>
                  <a:lnTo>
                    <a:pt x="3298259" y="151821"/>
                  </a:lnTo>
                  <a:lnTo>
                    <a:pt x="3240880" y="139893"/>
                  </a:lnTo>
                  <a:lnTo>
                    <a:pt x="3183528" y="128022"/>
                  </a:lnTo>
                  <a:lnTo>
                    <a:pt x="3126263" y="116364"/>
                  </a:lnTo>
                  <a:lnTo>
                    <a:pt x="3069114" y="105065"/>
                  </a:lnTo>
                  <a:lnTo>
                    <a:pt x="3012052" y="94251"/>
                  </a:lnTo>
                  <a:lnTo>
                    <a:pt x="2954968" y="84024"/>
                  </a:lnTo>
                  <a:lnTo>
                    <a:pt x="2897653" y="74459"/>
                  </a:lnTo>
                  <a:lnTo>
                    <a:pt x="2839781" y="65602"/>
                  </a:lnTo>
                  <a:lnTo>
                    <a:pt x="2780881" y="57473"/>
                  </a:lnTo>
                  <a:lnTo>
                    <a:pt x="2720306" y="50068"/>
                  </a:lnTo>
                  <a:lnTo>
                    <a:pt x="2702183" y="48039"/>
                  </a:lnTo>
                  <a:lnTo>
                    <a:pt x="2650258" y="42690"/>
                  </a:lnTo>
                  <a:lnTo>
                    <a:pt x="2595878" y="37805"/>
                  </a:lnTo>
                  <a:lnTo>
                    <a:pt x="2538356" y="33369"/>
                  </a:lnTo>
                  <a:lnTo>
                    <a:pt x="2476939" y="29348"/>
                  </a:lnTo>
                  <a:lnTo>
                    <a:pt x="2410847" y="25706"/>
                  </a:lnTo>
                  <a:lnTo>
                    <a:pt x="2339316" y="22402"/>
                  </a:lnTo>
                  <a:lnTo>
                    <a:pt x="2261649" y="19400"/>
                  </a:lnTo>
                  <a:lnTo>
                    <a:pt x="2177286" y="16668"/>
                  </a:lnTo>
                  <a:lnTo>
                    <a:pt x="2085896" y="14177"/>
                  </a:lnTo>
                  <a:lnTo>
                    <a:pt x="1987497" y="11908"/>
                  </a:lnTo>
                  <a:lnTo>
                    <a:pt x="1882592" y="9846"/>
                  </a:lnTo>
                  <a:lnTo>
                    <a:pt x="1772323" y="7984"/>
                  </a:lnTo>
                  <a:lnTo>
                    <a:pt x="1658588" y="6320"/>
                  </a:lnTo>
                  <a:lnTo>
                    <a:pt x="1544103" y="4855"/>
                  </a:lnTo>
                  <a:lnTo>
                    <a:pt x="1432330" y="3595"/>
                  </a:lnTo>
                  <a:lnTo>
                    <a:pt x="1327234" y="2541"/>
                  </a:lnTo>
                  <a:lnTo>
                    <a:pt x="1232858" y="1695"/>
                  </a:lnTo>
                  <a:lnTo>
                    <a:pt x="1152752" y="1048"/>
                  </a:lnTo>
                  <a:lnTo>
                    <a:pt x="1089391" y="585"/>
                  </a:lnTo>
                  <a:lnTo>
                    <a:pt x="1043695" y="282"/>
                  </a:lnTo>
                  <a:lnTo>
                    <a:pt x="1014798" y="107"/>
                  </a:lnTo>
                  <a:lnTo>
                    <a:pt x="1000064" y="25"/>
                  </a:lnTo>
                  <a:lnTo>
                    <a:pt x="995290" y="1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96" name="pl795"/>
            <p:cNvSpPr/>
            <p:nvPr/>
          </p:nvSpPr>
          <p:spPr>
            <a:xfrm>
              <a:off x="1199187" y="1687319"/>
              <a:ext cx="12049831" cy="471657"/>
            </a:xfrm>
            <a:custGeom>
              <a:avLst/>
              <a:pathLst>
                <a:path w="12049831" h="471657">
                  <a:moveTo>
                    <a:pt x="0" y="0"/>
                  </a:moveTo>
                  <a:lnTo>
                    <a:pt x="994940" y="0"/>
                  </a:lnTo>
                  <a:lnTo>
                    <a:pt x="996076" y="5"/>
                  </a:lnTo>
                  <a:lnTo>
                    <a:pt x="1003571" y="44"/>
                  </a:lnTo>
                  <a:lnTo>
                    <a:pt x="1022565" y="152"/>
                  </a:lnTo>
                  <a:lnTo>
                    <a:pt x="1056773" y="366"/>
                  </a:lnTo>
                  <a:lnTo>
                    <a:pt x="1108265" y="719"/>
                  </a:lnTo>
                  <a:lnTo>
                    <a:pt x="1177311" y="1240"/>
                  </a:lnTo>
                  <a:lnTo>
                    <a:pt x="1262441" y="1951"/>
                  </a:lnTo>
                  <a:lnTo>
                    <a:pt x="1360767" y="2864"/>
                  </a:lnTo>
                  <a:lnTo>
                    <a:pt x="1468509" y="3986"/>
                  </a:lnTo>
                  <a:lnTo>
                    <a:pt x="1581592" y="5314"/>
                  </a:lnTo>
                  <a:lnTo>
                    <a:pt x="1696179" y="6845"/>
                  </a:lnTo>
                  <a:lnTo>
                    <a:pt x="1809035" y="8574"/>
                  </a:lnTo>
                  <a:lnTo>
                    <a:pt x="1917713" y="10501"/>
                  </a:lnTo>
                  <a:lnTo>
                    <a:pt x="2020572" y="12630"/>
                  </a:lnTo>
                  <a:lnTo>
                    <a:pt x="2116698" y="14970"/>
                  </a:lnTo>
                  <a:lnTo>
                    <a:pt x="2205762" y="17537"/>
                  </a:lnTo>
                  <a:lnTo>
                    <a:pt x="2287876" y="20355"/>
                  </a:lnTo>
                  <a:lnTo>
                    <a:pt x="2363457" y="23453"/>
                  </a:lnTo>
                  <a:lnTo>
                    <a:pt x="2433120" y="26863"/>
                  </a:lnTo>
                  <a:lnTo>
                    <a:pt x="2497590" y="30625"/>
                  </a:lnTo>
                  <a:lnTo>
                    <a:pt x="2557642" y="34778"/>
                  </a:lnTo>
                  <a:lnTo>
                    <a:pt x="2614051" y="39359"/>
                  </a:lnTo>
                  <a:lnTo>
                    <a:pt x="2667554" y="44395"/>
                  </a:lnTo>
                  <a:lnTo>
                    <a:pt x="2702183" y="48039"/>
                  </a:lnTo>
                  <a:lnTo>
                    <a:pt x="2763398" y="55237"/>
                  </a:lnTo>
                  <a:lnTo>
                    <a:pt x="2822713" y="63153"/>
                  </a:lnTo>
                  <a:lnTo>
                    <a:pt x="2880829" y="71798"/>
                  </a:lnTo>
                  <a:lnTo>
                    <a:pt x="2938267" y="81160"/>
                  </a:lnTo>
                  <a:lnTo>
                    <a:pt x="2995392" y="91200"/>
                  </a:lnTo>
                  <a:lnTo>
                    <a:pt x="3052445" y="101852"/>
                  </a:lnTo>
                  <a:lnTo>
                    <a:pt x="3109562" y="113021"/>
                  </a:lnTo>
                  <a:lnTo>
                    <a:pt x="3166794" y="124589"/>
                  </a:lnTo>
                  <a:lnTo>
                    <a:pt x="3224126" y="136413"/>
                  </a:lnTo>
                  <a:lnTo>
                    <a:pt x="3281505" y="148341"/>
                  </a:lnTo>
                  <a:lnTo>
                    <a:pt x="3338857" y="160212"/>
                  </a:lnTo>
                  <a:lnTo>
                    <a:pt x="3396122" y="171870"/>
                  </a:lnTo>
                  <a:lnTo>
                    <a:pt x="3453271" y="183169"/>
                  </a:lnTo>
                  <a:lnTo>
                    <a:pt x="3510333" y="193983"/>
                  </a:lnTo>
                  <a:lnTo>
                    <a:pt x="3567417" y="204210"/>
                  </a:lnTo>
                  <a:lnTo>
                    <a:pt x="3624732" y="213775"/>
                  </a:lnTo>
                  <a:lnTo>
                    <a:pt x="3682604" y="222632"/>
                  </a:lnTo>
                  <a:lnTo>
                    <a:pt x="3741504" y="230761"/>
                  </a:lnTo>
                  <a:lnTo>
                    <a:pt x="3802079" y="238166"/>
                  </a:lnTo>
                  <a:lnTo>
                    <a:pt x="3820202" y="240195"/>
                  </a:lnTo>
                  <a:lnTo>
                    <a:pt x="3872127" y="245544"/>
                  </a:lnTo>
                  <a:lnTo>
                    <a:pt x="3926507" y="250429"/>
                  </a:lnTo>
                  <a:lnTo>
                    <a:pt x="3984029" y="254865"/>
                  </a:lnTo>
                  <a:lnTo>
                    <a:pt x="4045446" y="258885"/>
                  </a:lnTo>
                  <a:lnTo>
                    <a:pt x="4111538" y="262528"/>
                  </a:lnTo>
                  <a:lnTo>
                    <a:pt x="4183069" y="265831"/>
                  </a:lnTo>
                  <a:lnTo>
                    <a:pt x="4260736" y="268833"/>
                  </a:lnTo>
                  <a:lnTo>
                    <a:pt x="4345099" y="271566"/>
                  </a:lnTo>
                  <a:lnTo>
                    <a:pt x="4436489" y="274057"/>
                  </a:lnTo>
                  <a:lnTo>
                    <a:pt x="4534888" y="276326"/>
                  </a:lnTo>
                  <a:lnTo>
                    <a:pt x="4639793" y="278388"/>
                  </a:lnTo>
                  <a:lnTo>
                    <a:pt x="4750062" y="280250"/>
                  </a:lnTo>
                  <a:lnTo>
                    <a:pt x="4863797" y="281914"/>
                  </a:lnTo>
                  <a:lnTo>
                    <a:pt x="4978282" y="283379"/>
                  </a:lnTo>
                  <a:lnTo>
                    <a:pt x="5090055" y="284639"/>
                  </a:lnTo>
                  <a:lnTo>
                    <a:pt x="5195150" y="285692"/>
                  </a:lnTo>
                  <a:lnTo>
                    <a:pt x="5289527" y="286539"/>
                  </a:lnTo>
                  <a:lnTo>
                    <a:pt x="5369633" y="287186"/>
                  </a:lnTo>
                  <a:lnTo>
                    <a:pt x="5432994" y="287648"/>
                  </a:lnTo>
                  <a:lnTo>
                    <a:pt x="5478690" y="287952"/>
                  </a:lnTo>
                  <a:lnTo>
                    <a:pt x="5507587" y="288127"/>
                  </a:lnTo>
                  <a:lnTo>
                    <a:pt x="5522321" y="288208"/>
                  </a:lnTo>
                  <a:lnTo>
                    <a:pt x="5527095" y="288233"/>
                  </a:lnTo>
                  <a:lnTo>
                    <a:pt x="5527445" y="288234"/>
                  </a:lnTo>
                  <a:lnTo>
                    <a:pt x="6522385" y="288234"/>
                  </a:lnTo>
                  <a:lnTo>
                    <a:pt x="6523522" y="288238"/>
                  </a:lnTo>
                  <a:lnTo>
                    <a:pt x="6531019" y="288263"/>
                  </a:lnTo>
                  <a:lnTo>
                    <a:pt x="6550020" y="288332"/>
                  </a:lnTo>
                  <a:lnTo>
                    <a:pt x="6584239" y="288468"/>
                  </a:lnTo>
                  <a:lnTo>
                    <a:pt x="6635746" y="288692"/>
                  </a:lnTo>
                  <a:lnTo>
                    <a:pt x="6704812" y="289024"/>
                  </a:lnTo>
                  <a:lnTo>
                    <a:pt x="6789963" y="289476"/>
                  </a:lnTo>
                  <a:lnTo>
                    <a:pt x="6888310" y="290058"/>
                  </a:lnTo>
                  <a:lnTo>
                    <a:pt x="6996072" y="290772"/>
                  </a:lnTo>
                  <a:lnTo>
                    <a:pt x="7109173" y="291617"/>
                  </a:lnTo>
                  <a:lnTo>
                    <a:pt x="7223773" y="292592"/>
                  </a:lnTo>
                  <a:lnTo>
                    <a:pt x="7336638" y="293693"/>
                  </a:lnTo>
                  <a:lnTo>
                    <a:pt x="7445321" y="294919"/>
                  </a:lnTo>
                  <a:lnTo>
                    <a:pt x="7548182" y="296274"/>
                  </a:lnTo>
                  <a:lnTo>
                    <a:pt x="7644307" y="297764"/>
                  </a:lnTo>
                  <a:lnTo>
                    <a:pt x="7733369" y="299398"/>
                  </a:lnTo>
                  <a:lnTo>
                    <a:pt x="7815479" y="301192"/>
                  </a:lnTo>
                  <a:lnTo>
                    <a:pt x="7891057" y="303163"/>
                  </a:lnTo>
                  <a:lnTo>
                    <a:pt x="7960716" y="305335"/>
                  </a:lnTo>
                  <a:lnTo>
                    <a:pt x="8025182" y="307730"/>
                  </a:lnTo>
                  <a:lnTo>
                    <a:pt x="8085231" y="310373"/>
                  </a:lnTo>
                  <a:lnTo>
                    <a:pt x="8141639" y="313289"/>
                  </a:lnTo>
                  <a:lnTo>
                    <a:pt x="8195142" y="316495"/>
                  </a:lnTo>
                  <a:lnTo>
                    <a:pt x="8229629" y="318805"/>
                  </a:lnTo>
                  <a:lnTo>
                    <a:pt x="8291104" y="323406"/>
                  </a:lnTo>
                  <a:lnTo>
                    <a:pt x="8350664" y="328468"/>
                  </a:lnTo>
                  <a:lnTo>
                    <a:pt x="8409022" y="333998"/>
                  </a:lnTo>
                  <a:lnTo>
                    <a:pt x="8466700" y="339989"/>
                  </a:lnTo>
                  <a:lnTo>
                    <a:pt x="8524068" y="346414"/>
                  </a:lnTo>
                  <a:lnTo>
                    <a:pt x="8581368" y="353230"/>
                  </a:lnTo>
                  <a:lnTo>
                    <a:pt x="8638735" y="360376"/>
                  </a:lnTo>
                  <a:lnTo>
                    <a:pt x="8696217" y="367776"/>
                  </a:lnTo>
                  <a:lnTo>
                    <a:pt x="8753800" y="375337"/>
                  </a:lnTo>
                  <a:lnTo>
                    <a:pt x="8811426" y="382961"/>
                  </a:lnTo>
                  <a:lnTo>
                    <a:pt x="8869023" y="390544"/>
                  </a:lnTo>
                  <a:lnTo>
                    <a:pt x="8926529" y="397985"/>
                  </a:lnTo>
                  <a:lnTo>
                    <a:pt x="8983919" y="405191"/>
                  </a:lnTo>
                  <a:lnTo>
                    <a:pt x="9041225" y="412082"/>
                  </a:lnTo>
                  <a:lnTo>
                    <a:pt x="9098562" y="418593"/>
                  </a:lnTo>
                  <a:lnTo>
                    <a:pt x="9156150" y="424677"/>
                  </a:lnTo>
                  <a:lnTo>
                    <a:pt x="9214328" y="430305"/>
                  </a:lnTo>
                  <a:lnTo>
                    <a:pt x="9273585" y="435465"/>
                  </a:lnTo>
                  <a:lnTo>
                    <a:pt x="9334589" y="440161"/>
                  </a:lnTo>
                  <a:lnTo>
                    <a:pt x="9347647" y="441086"/>
                  </a:lnTo>
                  <a:lnTo>
                    <a:pt x="9399579" y="444491"/>
                  </a:lnTo>
                  <a:lnTo>
                    <a:pt x="9453966" y="447599"/>
                  </a:lnTo>
                  <a:lnTo>
                    <a:pt x="9511496" y="450423"/>
                  </a:lnTo>
                  <a:lnTo>
                    <a:pt x="9572922" y="452981"/>
                  </a:lnTo>
                  <a:lnTo>
                    <a:pt x="9639024" y="455299"/>
                  </a:lnTo>
                  <a:lnTo>
                    <a:pt x="9710567" y="457402"/>
                  </a:lnTo>
                  <a:lnTo>
                    <a:pt x="9788248" y="459312"/>
                  </a:lnTo>
                  <a:lnTo>
                    <a:pt x="9872627" y="461051"/>
                  </a:lnTo>
                  <a:lnTo>
                    <a:pt x="9964035" y="462636"/>
                  </a:lnTo>
                  <a:lnTo>
                    <a:pt x="10062454" y="464080"/>
                  </a:lnTo>
                  <a:lnTo>
                    <a:pt x="10167378" y="465392"/>
                  </a:lnTo>
                  <a:lnTo>
                    <a:pt x="10277667" y="466577"/>
                  </a:lnTo>
                  <a:lnTo>
                    <a:pt x="10391418" y="467636"/>
                  </a:lnTo>
                  <a:lnTo>
                    <a:pt x="10505915" y="468568"/>
                  </a:lnTo>
                  <a:lnTo>
                    <a:pt x="10617693" y="469370"/>
                  </a:lnTo>
                  <a:lnTo>
                    <a:pt x="10722785" y="470040"/>
                  </a:lnTo>
                  <a:lnTo>
                    <a:pt x="10817149" y="470579"/>
                  </a:lnTo>
                  <a:lnTo>
                    <a:pt x="10897231" y="470990"/>
                  </a:lnTo>
                  <a:lnTo>
                    <a:pt x="10960562" y="471284"/>
                  </a:lnTo>
                  <a:lnTo>
                    <a:pt x="11006222" y="471477"/>
                  </a:lnTo>
                  <a:lnTo>
                    <a:pt x="11035085" y="471588"/>
                  </a:lnTo>
                  <a:lnTo>
                    <a:pt x="11049790" y="471640"/>
                  </a:lnTo>
                  <a:lnTo>
                    <a:pt x="11054545" y="471656"/>
                  </a:lnTo>
                  <a:lnTo>
                    <a:pt x="11054891" y="471657"/>
                  </a:lnTo>
                  <a:lnTo>
                    <a:pt x="12049831" y="471657"/>
                  </a:lnTo>
                  <a:lnTo>
                    <a:pt x="12049831" y="4716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7" name="pl796"/>
            <p:cNvSpPr/>
            <p:nvPr/>
          </p:nvSpPr>
          <p:spPr>
            <a:xfrm>
              <a:off x="1199187" y="1682079"/>
              <a:ext cx="12049831" cy="471657"/>
            </a:xfrm>
            <a:custGeom>
              <a:avLst/>
              <a:pathLst>
                <a:path w="12049831" h="471657">
                  <a:moveTo>
                    <a:pt x="12049831" y="471657"/>
                  </a:moveTo>
                  <a:lnTo>
                    <a:pt x="11054891" y="471657"/>
                  </a:lnTo>
                  <a:lnTo>
                    <a:pt x="11053755" y="471653"/>
                  </a:lnTo>
                  <a:lnTo>
                    <a:pt x="11046257" y="471628"/>
                  </a:lnTo>
                  <a:lnTo>
                    <a:pt x="11027257" y="471559"/>
                  </a:lnTo>
                  <a:lnTo>
                    <a:pt x="10993038" y="471423"/>
                  </a:lnTo>
                  <a:lnTo>
                    <a:pt x="10941530" y="471199"/>
                  </a:lnTo>
                  <a:lnTo>
                    <a:pt x="10872465" y="470867"/>
                  </a:lnTo>
                  <a:lnTo>
                    <a:pt x="10787314" y="470415"/>
                  </a:lnTo>
                  <a:lnTo>
                    <a:pt x="10688966" y="469833"/>
                  </a:lnTo>
                  <a:lnTo>
                    <a:pt x="10581204" y="469119"/>
                  </a:lnTo>
                  <a:lnTo>
                    <a:pt x="10468104" y="468273"/>
                  </a:lnTo>
                  <a:lnTo>
                    <a:pt x="10353504" y="467299"/>
                  </a:lnTo>
                  <a:lnTo>
                    <a:pt x="10240639" y="466198"/>
                  </a:lnTo>
                  <a:lnTo>
                    <a:pt x="10131956" y="464972"/>
                  </a:lnTo>
                  <a:lnTo>
                    <a:pt x="10029094" y="463617"/>
                  </a:lnTo>
                  <a:lnTo>
                    <a:pt x="9932969" y="462127"/>
                  </a:lnTo>
                  <a:lnTo>
                    <a:pt x="9843907" y="460493"/>
                  </a:lnTo>
                  <a:lnTo>
                    <a:pt x="9761797" y="458699"/>
                  </a:lnTo>
                  <a:lnTo>
                    <a:pt x="9686220" y="456727"/>
                  </a:lnTo>
                  <a:lnTo>
                    <a:pt x="9616561" y="454556"/>
                  </a:lnTo>
                  <a:lnTo>
                    <a:pt x="9552094" y="452161"/>
                  </a:lnTo>
                  <a:lnTo>
                    <a:pt x="9492045" y="449518"/>
                  </a:lnTo>
                  <a:lnTo>
                    <a:pt x="9435637" y="446602"/>
                  </a:lnTo>
                  <a:lnTo>
                    <a:pt x="9382135" y="443396"/>
                  </a:lnTo>
                  <a:lnTo>
                    <a:pt x="9347647" y="441086"/>
                  </a:lnTo>
                  <a:lnTo>
                    <a:pt x="9286173" y="436485"/>
                  </a:lnTo>
                  <a:lnTo>
                    <a:pt x="9226612" y="431423"/>
                  </a:lnTo>
                  <a:lnTo>
                    <a:pt x="9168255" y="425892"/>
                  </a:lnTo>
                  <a:lnTo>
                    <a:pt x="9110577" y="419902"/>
                  </a:lnTo>
                  <a:lnTo>
                    <a:pt x="9053208" y="413477"/>
                  </a:lnTo>
                  <a:lnTo>
                    <a:pt x="8995908" y="406661"/>
                  </a:lnTo>
                  <a:lnTo>
                    <a:pt x="8938542" y="399514"/>
                  </a:lnTo>
                  <a:lnTo>
                    <a:pt x="8881059" y="392115"/>
                  </a:lnTo>
                  <a:lnTo>
                    <a:pt x="8823477" y="384554"/>
                  </a:lnTo>
                  <a:lnTo>
                    <a:pt x="8765851" y="376930"/>
                  </a:lnTo>
                  <a:lnTo>
                    <a:pt x="8708253" y="369347"/>
                  </a:lnTo>
                  <a:lnTo>
                    <a:pt x="8650747" y="361906"/>
                  </a:lnTo>
                  <a:lnTo>
                    <a:pt x="8593358" y="354700"/>
                  </a:lnTo>
                  <a:lnTo>
                    <a:pt x="8536052" y="347809"/>
                  </a:lnTo>
                  <a:lnTo>
                    <a:pt x="8478714" y="341298"/>
                  </a:lnTo>
                  <a:lnTo>
                    <a:pt x="8421127" y="335214"/>
                  </a:lnTo>
                  <a:lnTo>
                    <a:pt x="8362949" y="329586"/>
                  </a:lnTo>
                  <a:lnTo>
                    <a:pt x="8303692" y="324426"/>
                  </a:lnTo>
                  <a:lnTo>
                    <a:pt x="8242687" y="319730"/>
                  </a:lnTo>
                  <a:lnTo>
                    <a:pt x="8229629" y="318805"/>
                  </a:lnTo>
                  <a:lnTo>
                    <a:pt x="8177698" y="315400"/>
                  </a:lnTo>
                  <a:lnTo>
                    <a:pt x="8123310" y="312292"/>
                  </a:lnTo>
                  <a:lnTo>
                    <a:pt x="8065780" y="309468"/>
                  </a:lnTo>
                  <a:lnTo>
                    <a:pt x="8004355" y="306910"/>
                  </a:lnTo>
                  <a:lnTo>
                    <a:pt x="7938253" y="304592"/>
                  </a:lnTo>
                  <a:lnTo>
                    <a:pt x="7866709" y="302489"/>
                  </a:lnTo>
                  <a:lnTo>
                    <a:pt x="7789028" y="300579"/>
                  </a:lnTo>
                  <a:lnTo>
                    <a:pt x="7704649" y="298840"/>
                  </a:lnTo>
                  <a:lnTo>
                    <a:pt x="7613241" y="297255"/>
                  </a:lnTo>
                  <a:lnTo>
                    <a:pt x="7514823" y="295811"/>
                  </a:lnTo>
                  <a:lnTo>
                    <a:pt x="7409898" y="294499"/>
                  </a:lnTo>
                  <a:lnTo>
                    <a:pt x="7299610" y="293314"/>
                  </a:lnTo>
                  <a:lnTo>
                    <a:pt x="7185858" y="292255"/>
                  </a:lnTo>
                  <a:lnTo>
                    <a:pt x="7071362" y="291323"/>
                  </a:lnTo>
                  <a:lnTo>
                    <a:pt x="6959583" y="290521"/>
                  </a:lnTo>
                  <a:lnTo>
                    <a:pt x="6854491" y="289851"/>
                  </a:lnTo>
                  <a:lnTo>
                    <a:pt x="6760128" y="289312"/>
                  </a:lnTo>
                  <a:lnTo>
                    <a:pt x="6680046" y="288901"/>
                  </a:lnTo>
                  <a:lnTo>
                    <a:pt x="6616715" y="288607"/>
                  </a:lnTo>
                  <a:lnTo>
                    <a:pt x="6571054" y="288414"/>
                  </a:lnTo>
                  <a:lnTo>
                    <a:pt x="6542191" y="288303"/>
                  </a:lnTo>
                  <a:lnTo>
                    <a:pt x="6527487" y="288251"/>
                  </a:lnTo>
                  <a:lnTo>
                    <a:pt x="6522731" y="288235"/>
                  </a:lnTo>
                  <a:lnTo>
                    <a:pt x="6522385" y="288234"/>
                  </a:lnTo>
                  <a:lnTo>
                    <a:pt x="5527445" y="288234"/>
                  </a:lnTo>
                  <a:lnTo>
                    <a:pt x="5526309" y="288229"/>
                  </a:lnTo>
                  <a:lnTo>
                    <a:pt x="5518814" y="288190"/>
                  </a:lnTo>
                  <a:lnTo>
                    <a:pt x="5499820" y="288081"/>
                  </a:lnTo>
                  <a:lnTo>
                    <a:pt x="5465612" y="287868"/>
                  </a:lnTo>
                  <a:lnTo>
                    <a:pt x="5414120" y="287515"/>
                  </a:lnTo>
                  <a:lnTo>
                    <a:pt x="5345074" y="286994"/>
                  </a:lnTo>
                  <a:lnTo>
                    <a:pt x="5259944" y="286283"/>
                  </a:lnTo>
                  <a:lnTo>
                    <a:pt x="5161618" y="285369"/>
                  </a:lnTo>
                  <a:lnTo>
                    <a:pt x="5053876" y="284248"/>
                  </a:lnTo>
                  <a:lnTo>
                    <a:pt x="4940793" y="282920"/>
                  </a:lnTo>
                  <a:lnTo>
                    <a:pt x="4826206" y="281389"/>
                  </a:lnTo>
                  <a:lnTo>
                    <a:pt x="4713350" y="279660"/>
                  </a:lnTo>
                  <a:lnTo>
                    <a:pt x="4604672" y="277733"/>
                  </a:lnTo>
                  <a:lnTo>
                    <a:pt x="4501813" y="275604"/>
                  </a:lnTo>
                  <a:lnTo>
                    <a:pt x="4405687" y="273264"/>
                  </a:lnTo>
                  <a:lnTo>
                    <a:pt x="4316623" y="270697"/>
                  </a:lnTo>
                  <a:lnTo>
                    <a:pt x="4234509" y="267879"/>
                  </a:lnTo>
                  <a:lnTo>
                    <a:pt x="4158928" y="264781"/>
                  </a:lnTo>
                  <a:lnTo>
                    <a:pt x="4089265" y="261371"/>
                  </a:lnTo>
                  <a:lnTo>
                    <a:pt x="4024795" y="257608"/>
                  </a:lnTo>
                  <a:lnTo>
                    <a:pt x="3964743" y="253456"/>
                  </a:lnTo>
                  <a:lnTo>
                    <a:pt x="3908334" y="248875"/>
                  </a:lnTo>
                  <a:lnTo>
                    <a:pt x="3854831" y="243839"/>
                  </a:lnTo>
                  <a:lnTo>
                    <a:pt x="3820202" y="240195"/>
                  </a:lnTo>
                  <a:lnTo>
                    <a:pt x="3758987" y="232997"/>
                  </a:lnTo>
                  <a:lnTo>
                    <a:pt x="3699672" y="225081"/>
                  </a:lnTo>
                  <a:lnTo>
                    <a:pt x="3641556" y="216436"/>
                  </a:lnTo>
                  <a:lnTo>
                    <a:pt x="3584118" y="207074"/>
                  </a:lnTo>
                  <a:lnTo>
                    <a:pt x="3526993" y="197034"/>
                  </a:lnTo>
                  <a:lnTo>
                    <a:pt x="3469940" y="186382"/>
                  </a:lnTo>
                  <a:lnTo>
                    <a:pt x="3412823" y="175212"/>
                  </a:lnTo>
                  <a:lnTo>
                    <a:pt x="3355591" y="163645"/>
                  </a:lnTo>
                  <a:lnTo>
                    <a:pt x="3298259" y="151821"/>
                  </a:lnTo>
                  <a:lnTo>
                    <a:pt x="3240880" y="139893"/>
                  </a:lnTo>
                  <a:lnTo>
                    <a:pt x="3183528" y="128022"/>
                  </a:lnTo>
                  <a:lnTo>
                    <a:pt x="3126263" y="116364"/>
                  </a:lnTo>
                  <a:lnTo>
                    <a:pt x="3069114" y="105065"/>
                  </a:lnTo>
                  <a:lnTo>
                    <a:pt x="3012052" y="94251"/>
                  </a:lnTo>
                  <a:lnTo>
                    <a:pt x="2954968" y="84024"/>
                  </a:lnTo>
                  <a:lnTo>
                    <a:pt x="2897653" y="74459"/>
                  </a:lnTo>
                  <a:lnTo>
                    <a:pt x="2839781" y="65602"/>
                  </a:lnTo>
                  <a:lnTo>
                    <a:pt x="2780881" y="57473"/>
                  </a:lnTo>
                  <a:lnTo>
                    <a:pt x="2720306" y="50068"/>
                  </a:lnTo>
                  <a:lnTo>
                    <a:pt x="2702183" y="48039"/>
                  </a:lnTo>
                  <a:lnTo>
                    <a:pt x="2650258" y="42690"/>
                  </a:lnTo>
                  <a:lnTo>
                    <a:pt x="2595878" y="37805"/>
                  </a:lnTo>
                  <a:lnTo>
                    <a:pt x="2538356" y="33369"/>
                  </a:lnTo>
                  <a:lnTo>
                    <a:pt x="2476939" y="29348"/>
                  </a:lnTo>
                  <a:lnTo>
                    <a:pt x="2410847" y="25706"/>
                  </a:lnTo>
                  <a:lnTo>
                    <a:pt x="2339316" y="22402"/>
                  </a:lnTo>
                  <a:lnTo>
                    <a:pt x="2261649" y="19400"/>
                  </a:lnTo>
                  <a:lnTo>
                    <a:pt x="2177286" y="16668"/>
                  </a:lnTo>
                  <a:lnTo>
                    <a:pt x="2085896" y="14177"/>
                  </a:lnTo>
                  <a:lnTo>
                    <a:pt x="1987497" y="11908"/>
                  </a:lnTo>
                  <a:lnTo>
                    <a:pt x="1882592" y="9846"/>
                  </a:lnTo>
                  <a:lnTo>
                    <a:pt x="1772323" y="7984"/>
                  </a:lnTo>
                  <a:lnTo>
                    <a:pt x="1658588" y="6320"/>
                  </a:lnTo>
                  <a:lnTo>
                    <a:pt x="1544103" y="4855"/>
                  </a:lnTo>
                  <a:lnTo>
                    <a:pt x="1432330" y="3595"/>
                  </a:lnTo>
                  <a:lnTo>
                    <a:pt x="1327234" y="2541"/>
                  </a:lnTo>
                  <a:lnTo>
                    <a:pt x="1232858" y="1695"/>
                  </a:lnTo>
                  <a:lnTo>
                    <a:pt x="1152752" y="1048"/>
                  </a:lnTo>
                  <a:lnTo>
                    <a:pt x="1089391" y="585"/>
                  </a:lnTo>
                  <a:lnTo>
                    <a:pt x="1043695" y="282"/>
                  </a:lnTo>
                  <a:lnTo>
                    <a:pt x="1014798" y="107"/>
                  </a:lnTo>
                  <a:lnTo>
                    <a:pt x="1000064" y="25"/>
                  </a:lnTo>
                  <a:lnTo>
                    <a:pt x="995290" y="1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8" name="pg797"/>
            <p:cNvSpPr/>
            <p:nvPr/>
          </p:nvSpPr>
          <p:spPr>
            <a:xfrm>
              <a:off x="1199187" y="1687319"/>
              <a:ext cx="12049831" cy="665560"/>
            </a:xfrm>
            <a:custGeom>
              <a:avLst/>
              <a:pathLst>
                <a:path w="12049831" h="665560">
                  <a:moveTo>
                    <a:pt x="0" y="5240"/>
                  </a:moveTo>
                  <a:lnTo>
                    <a:pt x="994940" y="5240"/>
                  </a:lnTo>
                  <a:lnTo>
                    <a:pt x="996075" y="5246"/>
                  </a:lnTo>
                  <a:lnTo>
                    <a:pt x="1003570" y="5286"/>
                  </a:lnTo>
                  <a:lnTo>
                    <a:pt x="1022564" y="5399"/>
                  </a:lnTo>
                  <a:lnTo>
                    <a:pt x="1056771" y="5620"/>
                  </a:lnTo>
                  <a:lnTo>
                    <a:pt x="1108261" y="5985"/>
                  </a:lnTo>
                  <a:lnTo>
                    <a:pt x="1177304" y="6525"/>
                  </a:lnTo>
                  <a:lnTo>
                    <a:pt x="1262432" y="7262"/>
                  </a:lnTo>
                  <a:lnTo>
                    <a:pt x="1360755" y="8209"/>
                  </a:lnTo>
                  <a:lnTo>
                    <a:pt x="1468494" y="9371"/>
                  </a:lnTo>
                  <a:lnTo>
                    <a:pt x="1581575" y="10748"/>
                  </a:lnTo>
                  <a:lnTo>
                    <a:pt x="1696160" y="12334"/>
                  </a:lnTo>
                  <a:lnTo>
                    <a:pt x="1809015" y="14126"/>
                  </a:lnTo>
                  <a:lnTo>
                    <a:pt x="1917692" y="16123"/>
                  </a:lnTo>
                  <a:lnTo>
                    <a:pt x="2020552" y="18329"/>
                  </a:lnTo>
                  <a:lnTo>
                    <a:pt x="2116678" y="20754"/>
                  </a:lnTo>
                  <a:lnTo>
                    <a:pt x="2205742" y="23415"/>
                  </a:lnTo>
                  <a:lnTo>
                    <a:pt x="2287856" y="26335"/>
                  </a:lnTo>
                  <a:lnTo>
                    <a:pt x="2363438" y="29545"/>
                  </a:lnTo>
                  <a:lnTo>
                    <a:pt x="2433101" y="33080"/>
                  </a:lnTo>
                  <a:lnTo>
                    <a:pt x="2497572" y="36979"/>
                  </a:lnTo>
                  <a:lnTo>
                    <a:pt x="2557624" y="41282"/>
                  </a:lnTo>
                  <a:lnTo>
                    <a:pt x="2614034" y="46029"/>
                  </a:lnTo>
                  <a:lnTo>
                    <a:pt x="2667537" y="51248"/>
                  </a:lnTo>
                  <a:lnTo>
                    <a:pt x="2702183" y="55026"/>
                  </a:lnTo>
                  <a:lnTo>
                    <a:pt x="2763366" y="62482"/>
                  </a:lnTo>
                  <a:lnTo>
                    <a:pt x="2822650" y="70681"/>
                  </a:lnTo>
                  <a:lnTo>
                    <a:pt x="2880737" y="79635"/>
                  </a:lnTo>
                  <a:lnTo>
                    <a:pt x="2938145" y="89331"/>
                  </a:lnTo>
                  <a:lnTo>
                    <a:pt x="2995240" y="99729"/>
                  </a:lnTo>
                  <a:lnTo>
                    <a:pt x="3052263" y="110760"/>
                  </a:lnTo>
                  <a:lnTo>
                    <a:pt x="3109350" y="122328"/>
                  </a:lnTo>
                  <a:lnTo>
                    <a:pt x="3166551" y="134308"/>
                  </a:lnTo>
                  <a:lnTo>
                    <a:pt x="3223853" y="146555"/>
                  </a:lnTo>
                  <a:lnTo>
                    <a:pt x="3281200" y="158910"/>
                  </a:lnTo>
                  <a:lnTo>
                    <a:pt x="3338523" y="171207"/>
                  </a:lnTo>
                  <a:lnTo>
                    <a:pt x="3395758" y="183284"/>
                  </a:lnTo>
                  <a:lnTo>
                    <a:pt x="3452877" y="194991"/>
                  </a:lnTo>
                  <a:lnTo>
                    <a:pt x="3509909" y="206196"/>
                  </a:lnTo>
                  <a:lnTo>
                    <a:pt x="3566963" y="216794"/>
                  </a:lnTo>
                  <a:lnTo>
                    <a:pt x="3624243" y="226708"/>
                  </a:lnTo>
                  <a:lnTo>
                    <a:pt x="3682078" y="235889"/>
                  </a:lnTo>
                  <a:lnTo>
                    <a:pt x="3740935" y="244316"/>
                  </a:lnTo>
                  <a:lnTo>
                    <a:pt x="3801457" y="251994"/>
                  </a:lnTo>
                  <a:lnTo>
                    <a:pt x="3820202" y="254170"/>
                  </a:lnTo>
                  <a:lnTo>
                    <a:pt x="3872126" y="259714"/>
                  </a:lnTo>
                  <a:lnTo>
                    <a:pt x="3926506" y="264776"/>
                  </a:lnTo>
                  <a:lnTo>
                    <a:pt x="3984027" y="269373"/>
                  </a:lnTo>
                  <a:lnTo>
                    <a:pt x="4045443" y="273540"/>
                  </a:lnTo>
                  <a:lnTo>
                    <a:pt x="4111533" y="277315"/>
                  </a:lnTo>
                  <a:lnTo>
                    <a:pt x="4183062" y="280738"/>
                  </a:lnTo>
                  <a:lnTo>
                    <a:pt x="4260727" y="283850"/>
                  </a:lnTo>
                  <a:lnTo>
                    <a:pt x="4345088" y="286682"/>
                  </a:lnTo>
                  <a:lnTo>
                    <a:pt x="4436476" y="289263"/>
                  </a:lnTo>
                  <a:lnTo>
                    <a:pt x="4534873" y="291615"/>
                  </a:lnTo>
                  <a:lnTo>
                    <a:pt x="4639776" y="293751"/>
                  </a:lnTo>
                  <a:lnTo>
                    <a:pt x="4750043" y="295681"/>
                  </a:lnTo>
                  <a:lnTo>
                    <a:pt x="4863775" y="297406"/>
                  </a:lnTo>
                  <a:lnTo>
                    <a:pt x="4978258" y="298924"/>
                  </a:lnTo>
                  <a:lnTo>
                    <a:pt x="5090031" y="300230"/>
                  </a:lnTo>
                  <a:lnTo>
                    <a:pt x="5195127" y="301322"/>
                  </a:lnTo>
                  <a:lnTo>
                    <a:pt x="5289505" y="302199"/>
                  </a:lnTo>
                  <a:lnTo>
                    <a:pt x="5369614" y="302869"/>
                  </a:lnTo>
                  <a:lnTo>
                    <a:pt x="5432979" y="303349"/>
                  </a:lnTo>
                  <a:lnTo>
                    <a:pt x="5478679" y="303663"/>
                  </a:lnTo>
                  <a:lnTo>
                    <a:pt x="5507581" y="303845"/>
                  </a:lnTo>
                  <a:lnTo>
                    <a:pt x="5522318" y="303929"/>
                  </a:lnTo>
                  <a:lnTo>
                    <a:pt x="5527095" y="303955"/>
                  </a:lnTo>
                  <a:lnTo>
                    <a:pt x="5527445" y="303956"/>
                  </a:lnTo>
                  <a:lnTo>
                    <a:pt x="6522385" y="303956"/>
                  </a:lnTo>
                  <a:lnTo>
                    <a:pt x="6523521" y="303963"/>
                  </a:lnTo>
                  <a:lnTo>
                    <a:pt x="6531014" y="304012"/>
                  </a:lnTo>
                  <a:lnTo>
                    <a:pt x="6550002" y="304148"/>
                  </a:lnTo>
                  <a:lnTo>
                    <a:pt x="6584199" y="304416"/>
                  </a:lnTo>
                  <a:lnTo>
                    <a:pt x="6635677" y="304858"/>
                  </a:lnTo>
                  <a:lnTo>
                    <a:pt x="6704704" y="305511"/>
                  </a:lnTo>
                  <a:lnTo>
                    <a:pt x="6789814" y="306403"/>
                  </a:lnTo>
                  <a:lnTo>
                    <a:pt x="6888119" y="307549"/>
                  </a:lnTo>
                  <a:lnTo>
                    <a:pt x="6995841" y="308956"/>
                  </a:lnTo>
                  <a:lnTo>
                    <a:pt x="7108908" y="310622"/>
                  </a:lnTo>
                  <a:lnTo>
                    <a:pt x="7223482" y="312541"/>
                  </a:lnTo>
                  <a:lnTo>
                    <a:pt x="7336329" y="314710"/>
                  </a:lnTo>
                  <a:lnTo>
                    <a:pt x="7445002" y="317127"/>
                  </a:lnTo>
                  <a:lnTo>
                    <a:pt x="7547860" y="319797"/>
                  </a:lnTo>
                  <a:lnTo>
                    <a:pt x="7643986" y="322732"/>
                  </a:lnTo>
                  <a:lnTo>
                    <a:pt x="7733053" y="325952"/>
                  </a:lnTo>
                  <a:lnTo>
                    <a:pt x="7815170" y="329486"/>
                  </a:lnTo>
                  <a:lnTo>
                    <a:pt x="7890755" y="333371"/>
                  </a:lnTo>
                  <a:lnTo>
                    <a:pt x="7960421" y="337649"/>
                  </a:lnTo>
                  <a:lnTo>
                    <a:pt x="8024895" y="342367"/>
                  </a:lnTo>
                  <a:lnTo>
                    <a:pt x="8084949" y="347575"/>
                  </a:lnTo>
                  <a:lnTo>
                    <a:pt x="8141360" y="353319"/>
                  </a:lnTo>
                  <a:lnTo>
                    <a:pt x="8194864" y="359635"/>
                  </a:lnTo>
                  <a:lnTo>
                    <a:pt x="8229629" y="364224"/>
                  </a:lnTo>
                  <a:lnTo>
                    <a:pt x="8290599" y="373215"/>
                  </a:lnTo>
                  <a:lnTo>
                    <a:pt x="8349681" y="383100"/>
                  </a:lnTo>
                  <a:lnTo>
                    <a:pt x="8407570" y="393893"/>
                  </a:lnTo>
                  <a:lnTo>
                    <a:pt x="8464780" y="405577"/>
                  </a:lnTo>
                  <a:lnTo>
                    <a:pt x="8521675" y="418107"/>
                  </a:lnTo>
                  <a:lnTo>
                    <a:pt x="8578495" y="431400"/>
                  </a:lnTo>
                  <a:lnTo>
                    <a:pt x="8635377" y="445340"/>
                  </a:lnTo>
                  <a:lnTo>
                    <a:pt x="8692372" y="459780"/>
                  </a:lnTo>
                  <a:lnTo>
                    <a:pt x="8749468" y="474546"/>
                  </a:lnTo>
                  <a:lnTo>
                    <a:pt x="8806612" y="489448"/>
                  </a:lnTo>
                  <a:lnTo>
                    <a:pt x="8863734" y="504287"/>
                  </a:lnTo>
                  <a:lnTo>
                    <a:pt x="8920770" y="518869"/>
                  </a:lnTo>
                  <a:lnTo>
                    <a:pt x="8977692" y="533013"/>
                  </a:lnTo>
                  <a:lnTo>
                    <a:pt x="9034525" y="546562"/>
                  </a:lnTo>
                  <a:lnTo>
                    <a:pt x="9091370" y="559386"/>
                  </a:lnTo>
                  <a:lnTo>
                    <a:pt x="9148428" y="571392"/>
                  </a:lnTo>
                  <a:lnTo>
                    <a:pt x="9206014" y="582518"/>
                  </a:lnTo>
                  <a:lnTo>
                    <a:pt x="9264582" y="592740"/>
                  </a:lnTo>
                  <a:lnTo>
                    <a:pt x="9324757" y="602060"/>
                  </a:lnTo>
                  <a:lnTo>
                    <a:pt x="9347647" y="605293"/>
                  </a:lnTo>
                  <a:lnTo>
                    <a:pt x="9399567" y="612003"/>
                  </a:lnTo>
                  <a:lnTo>
                    <a:pt x="9453941" y="618130"/>
                  </a:lnTo>
                  <a:lnTo>
                    <a:pt x="9511455" y="623695"/>
                  </a:lnTo>
                  <a:lnTo>
                    <a:pt x="9572863" y="628738"/>
                  </a:lnTo>
                  <a:lnTo>
                    <a:pt x="9638945" y="633307"/>
                  </a:lnTo>
                  <a:lnTo>
                    <a:pt x="9710464" y="637452"/>
                  </a:lnTo>
                  <a:lnTo>
                    <a:pt x="9788117" y="641218"/>
                  </a:lnTo>
                  <a:lnTo>
                    <a:pt x="9872465" y="644646"/>
                  </a:lnTo>
                  <a:lnTo>
                    <a:pt x="9963838" y="647771"/>
                  </a:lnTo>
                  <a:lnTo>
                    <a:pt x="10062219" y="650617"/>
                  </a:lnTo>
                  <a:lnTo>
                    <a:pt x="10167104" y="653204"/>
                  </a:lnTo>
                  <a:lnTo>
                    <a:pt x="10277355" y="655540"/>
                  </a:lnTo>
                  <a:lnTo>
                    <a:pt x="10391074" y="657628"/>
                  </a:lnTo>
                  <a:lnTo>
                    <a:pt x="10505547" y="659465"/>
                  </a:lnTo>
                  <a:lnTo>
                    <a:pt x="10617315" y="661047"/>
                  </a:lnTo>
                  <a:lnTo>
                    <a:pt x="10722414" y="662369"/>
                  </a:lnTo>
                  <a:lnTo>
                    <a:pt x="10816804" y="663431"/>
                  </a:lnTo>
                  <a:lnTo>
                    <a:pt x="10896931" y="664243"/>
                  </a:lnTo>
                  <a:lnTo>
                    <a:pt x="10960322" y="664824"/>
                  </a:lnTo>
                  <a:lnTo>
                    <a:pt x="11006051" y="665205"/>
                  </a:lnTo>
                  <a:lnTo>
                    <a:pt x="11034982" y="665425"/>
                  </a:lnTo>
                  <a:lnTo>
                    <a:pt x="11049744" y="665527"/>
                  </a:lnTo>
                  <a:lnTo>
                    <a:pt x="11054537" y="665558"/>
                  </a:lnTo>
                  <a:lnTo>
                    <a:pt x="11054891" y="665560"/>
                  </a:lnTo>
                  <a:lnTo>
                    <a:pt x="12049831" y="665560"/>
                  </a:lnTo>
                  <a:lnTo>
                    <a:pt x="12049831" y="660319"/>
                  </a:lnTo>
                  <a:lnTo>
                    <a:pt x="11054891" y="660319"/>
                  </a:lnTo>
                  <a:lnTo>
                    <a:pt x="11053756" y="660312"/>
                  </a:lnTo>
                  <a:lnTo>
                    <a:pt x="11046263" y="660263"/>
                  </a:lnTo>
                  <a:lnTo>
                    <a:pt x="11027275" y="660128"/>
                  </a:lnTo>
                  <a:lnTo>
                    <a:pt x="10993077" y="659860"/>
                  </a:lnTo>
                  <a:lnTo>
                    <a:pt x="10941600" y="659418"/>
                  </a:lnTo>
                  <a:lnTo>
                    <a:pt x="10872572" y="658764"/>
                  </a:lnTo>
                  <a:lnTo>
                    <a:pt x="10787463" y="657873"/>
                  </a:lnTo>
                  <a:lnTo>
                    <a:pt x="10689158" y="656726"/>
                  </a:lnTo>
                  <a:lnTo>
                    <a:pt x="10581435" y="655320"/>
                  </a:lnTo>
                  <a:lnTo>
                    <a:pt x="10468368" y="653654"/>
                  </a:lnTo>
                  <a:lnTo>
                    <a:pt x="10353794" y="651734"/>
                  </a:lnTo>
                  <a:lnTo>
                    <a:pt x="10240947" y="649565"/>
                  </a:lnTo>
                  <a:lnTo>
                    <a:pt x="10132275" y="647148"/>
                  </a:lnTo>
                  <a:lnTo>
                    <a:pt x="10029417" y="644479"/>
                  </a:lnTo>
                  <a:lnTo>
                    <a:pt x="9933290" y="641544"/>
                  </a:lnTo>
                  <a:lnTo>
                    <a:pt x="9844224" y="638324"/>
                  </a:lnTo>
                  <a:lnTo>
                    <a:pt x="9762107" y="634789"/>
                  </a:lnTo>
                  <a:lnTo>
                    <a:pt x="9686522" y="630905"/>
                  </a:lnTo>
                  <a:lnTo>
                    <a:pt x="9616855" y="626627"/>
                  </a:lnTo>
                  <a:lnTo>
                    <a:pt x="9552382" y="621909"/>
                  </a:lnTo>
                  <a:lnTo>
                    <a:pt x="9492327" y="616701"/>
                  </a:lnTo>
                  <a:lnTo>
                    <a:pt x="9435916" y="610956"/>
                  </a:lnTo>
                  <a:lnTo>
                    <a:pt x="9382413" y="604640"/>
                  </a:lnTo>
                  <a:lnTo>
                    <a:pt x="9347647" y="600052"/>
                  </a:lnTo>
                  <a:lnTo>
                    <a:pt x="9286677" y="591061"/>
                  </a:lnTo>
                  <a:lnTo>
                    <a:pt x="9227596" y="581176"/>
                  </a:lnTo>
                  <a:lnTo>
                    <a:pt x="9169707" y="570383"/>
                  </a:lnTo>
                  <a:lnTo>
                    <a:pt x="9112497" y="558698"/>
                  </a:lnTo>
                  <a:lnTo>
                    <a:pt x="9055602" y="546169"/>
                  </a:lnTo>
                  <a:lnTo>
                    <a:pt x="8998781" y="532876"/>
                  </a:lnTo>
                  <a:lnTo>
                    <a:pt x="8941899" y="518936"/>
                  </a:lnTo>
                  <a:lnTo>
                    <a:pt x="8884904" y="504496"/>
                  </a:lnTo>
                  <a:lnTo>
                    <a:pt x="8827808" y="489730"/>
                  </a:lnTo>
                  <a:lnTo>
                    <a:pt x="8770664" y="474828"/>
                  </a:lnTo>
                  <a:lnTo>
                    <a:pt x="8713543" y="459989"/>
                  </a:lnTo>
                  <a:lnTo>
                    <a:pt x="8656506" y="445406"/>
                  </a:lnTo>
                  <a:lnTo>
                    <a:pt x="8599584" y="431262"/>
                  </a:lnTo>
                  <a:lnTo>
                    <a:pt x="8542752" y="417714"/>
                  </a:lnTo>
                  <a:lnTo>
                    <a:pt x="8485906" y="404890"/>
                  </a:lnTo>
                  <a:lnTo>
                    <a:pt x="8428849" y="392884"/>
                  </a:lnTo>
                  <a:lnTo>
                    <a:pt x="8371263" y="381757"/>
                  </a:lnTo>
                  <a:lnTo>
                    <a:pt x="8312694" y="371536"/>
                  </a:lnTo>
                  <a:lnTo>
                    <a:pt x="8252520" y="362216"/>
                  </a:lnTo>
                  <a:lnTo>
                    <a:pt x="8229629" y="358983"/>
                  </a:lnTo>
                  <a:lnTo>
                    <a:pt x="8177710" y="352273"/>
                  </a:lnTo>
                  <a:lnTo>
                    <a:pt x="8123336" y="346146"/>
                  </a:lnTo>
                  <a:lnTo>
                    <a:pt x="8065821" y="340581"/>
                  </a:lnTo>
                  <a:lnTo>
                    <a:pt x="8004413" y="335537"/>
                  </a:lnTo>
                  <a:lnTo>
                    <a:pt x="7938332" y="330968"/>
                  </a:lnTo>
                  <a:lnTo>
                    <a:pt x="7866813" y="326824"/>
                  </a:lnTo>
                  <a:lnTo>
                    <a:pt x="7789159" y="323058"/>
                  </a:lnTo>
                  <a:lnTo>
                    <a:pt x="7704812" y="319629"/>
                  </a:lnTo>
                  <a:lnTo>
                    <a:pt x="7613439" y="316505"/>
                  </a:lnTo>
                  <a:lnTo>
                    <a:pt x="7515058" y="313658"/>
                  </a:lnTo>
                  <a:lnTo>
                    <a:pt x="7410172" y="311072"/>
                  </a:lnTo>
                  <a:lnTo>
                    <a:pt x="7299921" y="308736"/>
                  </a:lnTo>
                  <a:lnTo>
                    <a:pt x="7186203" y="306648"/>
                  </a:lnTo>
                  <a:lnTo>
                    <a:pt x="7071730" y="304810"/>
                  </a:lnTo>
                  <a:lnTo>
                    <a:pt x="6959962" y="303228"/>
                  </a:lnTo>
                  <a:lnTo>
                    <a:pt x="6854863" y="301907"/>
                  </a:lnTo>
                  <a:lnTo>
                    <a:pt x="6760473" y="300845"/>
                  </a:lnTo>
                  <a:lnTo>
                    <a:pt x="6680345" y="300033"/>
                  </a:lnTo>
                  <a:lnTo>
                    <a:pt x="6616955" y="299452"/>
                  </a:lnTo>
                  <a:lnTo>
                    <a:pt x="6571225" y="299071"/>
                  </a:lnTo>
                  <a:lnTo>
                    <a:pt x="6542294" y="298851"/>
                  </a:lnTo>
                  <a:lnTo>
                    <a:pt x="6527532" y="298748"/>
                  </a:lnTo>
                  <a:lnTo>
                    <a:pt x="6522739" y="298718"/>
                  </a:lnTo>
                  <a:lnTo>
                    <a:pt x="6522385" y="298716"/>
                  </a:lnTo>
                  <a:lnTo>
                    <a:pt x="5527445" y="298716"/>
                  </a:lnTo>
                  <a:lnTo>
                    <a:pt x="5526310" y="298710"/>
                  </a:lnTo>
                  <a:lnTo>
                    <a:pt x="5518815" y="298669"/>
                  </a:lnTo>
                  <a:lnTo>
                    <a:pt x="5499821" y="298557"/>
                  </a:lnTo>
                  <a:lnTo>
                    <a:pt x="5465614" y="298336"/>
                  </a:lnTo>
                  <a:lnTo>
                    <a:pt x="5414124" y="297971"/>
                  </a:lnTo>
                  <a:lnTo>
                    <a:pt x="5345081" y="297431"/>
                  </a:lnTo>
                  <a:lnTo>
                    <a:pt x="5259953" y="296694"/>
                  </a:lnTo>
                  <a:lnTo>
                    <a:pt x="5161630" y="295747"/>
                  </a:lnTo>
                  <a:lnTo>
                    <a:pt x="5053891" y="294584"/>
                  </a:lnTo>
                  <a:lnTo>
                    <a:pt x="4940810" y="293208"/>
                  </a:lnTo>
                  <a:lnTo>
                    <a:pt x="4826224" y="291622"/>
                  </a:lnTo>
                  <a:lnTo>
                    <a:pt x="4713370" y="289830"/>
                  </a:lnTo>
                  <a:lnTo>
                    <a:pt x="4604693" y="287833"/>
                  </a:lnTo>
                  <a:lnTo>
                    <a:pt x="4501833" y="285627"/>
                  </a:lnTo>
                  <a:lnTo>
                    <a:pt x="4405707" y="283202"/>
                  </a:lnTo>
                  <a:lnTo>
                    <a:pt x="4316643" y="280541"/>
                  </a:lnTo>
                  <a:lnTo>
                    <a:pt x="4234529" y="277620"/>
                  </a:lnTo>
                  <a:lnTo>
                    <a:pt x="4158947" y="274411"/>
                  </a:lnTo>
                  <a:lnTo>
                    <a:pt x="4089284" y="270876"/>
                  </a:lnTo>
                  <a:lnTo>
                    <a:pt x="4024813" y="266977"/>
                  </a:lnTo>
                  <a:lnTo>
                    <a:pt x="3964761" y="262674"/>
                  </a:lnTo>
                  <a:lnTo>
                    <a:pt x="3908351" y="257927"/>
                  </a:lnTo>
                  <a:lnTo>
                    <a:pt x="3854848" y="252707"/>
                  </a:lnTo>
                  <a:lnTo>
                    <a:pt x="3820202" y="248930"/>
                  </a:lnTo>
                  <a:lnTo>
                    <a:pt x="3759019" y="241474"/>
                  </a:lnTo>
                  <a:lnTo>
                    <a:pt x="3699735" y="233275"/>
                  </a:lnTo>
                  <a:lnTo>
                    <a:pt x="3641648" y="224321"/>
                  </a:lnTo>
                  <a:lnTo>
                    <a:pt x="3584240" y="214625"/>
                  </a:lnTo>
                  <a:lnTo>
                    <a:pt x="3527145" y="204227"/>
                  </a:lnTo>
                  <a:lnTo>
                    <a:pt x="3470122" y="193195"/>
                  </a:lnTo>
                  <a:lnTo>
                    <a:pt x="3413035" y="181628"/>
                  </a:lnTo>
                  <a:lnTo>
                    <a:pt x="3355834" y="169648"/>
                  </a:lnTo>
                  <a:lnTo>
                    <a:pt x="3298532" y="157400"/>
                  </a:lnTo>
                  <a:lnTo>
                    <a:pt x="3241185" y="145045"/>
                  </a:lnTo>
                  <a:lnTo>
                    <a:pt x="3183862" y="132748"/>
                  </a:lnTo>
                  <a:lnTo>
                    <a:pt x="3126627" y="120671"/>
                  </a:lnTo>
                  <a:lnTo>
                    <a:pt x="3069508" y="108965"/>
                  </a:lnTo>
                  <a:lnTo>
                    <a:pt x="3012476" y="97760"/>
                  </a:lnTo>
                  <a:lnTo>
                    <a:pt x="2955422" y="87161"/>
                  </a:lnTo>
                  <a:lnTo>
                    <a:pt x="2898142" y="77248"/>
                  </a:lnTo>
                  <a:lnTo>
                    <a:pt x="2840307" y="68067"/>
                  </a:lnTo>
                  <a:lnTo>
                    <a:pt x="2781450" y="59640"/>
                  </a:lnTo>
                  <a:lnTo>
                    <a:pt x="2720928" y="51962"/>
                  </a:lnTo>
                  <a:lnTo>
                    <a:pt x="2702183" y="49786"/>
                  </a:lnTo>
                  <a:lnTo>
                    <a:pt x="2650259" y="44242"/>
                  </a:lnTo>
                  <a:lnTo>
                    <a:pt x="2595879" y="39180"/>
                  </a:lnTo>
                  <a:lnTo>
                    <a:pt x="2538358" y="34582"/>
                  </a:lnTo>
                  <a:lnTo>
                    <a:pt x="2476942" y="30416"/>
                  </a:lnTo>
                  <a:lnTo>
                    <a:pt x="2410852" y="26641"/>
                  </a:lnTo>
                  <a:lnTo>
                    <a:pt x="2339323" y="23217"/>
                  </a:lnTo>
                  <a:lnTo>
                    <a:pt x="2261658" y="20106"/>
                  </a:lnTo>
                  <a:lnTo>
                    <a:pt x="2177296" y="17274"/>
                  </a:lnTo>
                  <a:lnTo>
                    <a:pt x="2085909" y="14693"/>
                  </a:lnTo>
                  <a:lnTo>
                    <a:pt x="1987512" y="12341"/>
                  </a:lnTo>
                  <a:lnTo>
                    <a:pt x="1882609" y="10205"/>
                  </a:lnTo>
                  <a:lnTo>
                    <a:pt x="1772342" y="8275"/>
                  </a:lnTo>
                  <a:lnTo>
                    <a:pt x="1658610" y="6550"/>
                  </a:lnTo>
                  <a:lnTo>
                    <a:pt x="1544127" y="5032"/>
                  </a:lnTo>
                  <a:lnTo>
                    <a:pt x="1432354" y="3726"/>
                  </a:lnTo>
                  <a:lnTo>
                    <a:pt x="1327258" y="2634"/>
                  </a:lnTo>
                  <a:lnTo>
                    <a:pt x="1232880" y="1757"/>
                  </a:lnTo>
                  <a:lnTo>
                    <a:pt x="1152771" y="1087"/>
                  </a:lnTo>
                  <a:lnTo>
                    <a:pt x="1089406" y="607"/>
                  </a:lnTo>
                  <a:lnTo>
                    <a:pt x="1043706" y="292"/>
                  </a:lnTo>
                  <a:lnTo>
                    <a:pt x="1014804" y="111"/>
                  </a:lnTo>
                  <a:lnTo>
                    <a:pt x="1000067" y="26"/>
                  </a:lnTo>
                  <a:lnTo>
                    <a:pt x="995290" y="1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799" name="pl798"/>
            <p:cNvSpPr/>
            <p:nvPr/>
          </p:nvSpPr>
          <p:spPr>
            <a:xfrm>
              <a:off x="1199187" y="1692560"/>
              <a:ext cx="12049831" cy="660319"/>
            </a:xfrm>
            <a:custGeom>
              <a:avLst/>
              <a:pathLst>
                <a:path w="12049831" h="660319">
                  <a:moveTo>
                    <a:pt x="0" y="0"/>
                  </a:moveTo>
                  <a:lnTo>
                    <a:pt x="994940" y="0"/>
                  </a:lnTo>
                  <a:lnTo>
                    <a:pt x="996075" y="5"/>
                  </a:lnTo>
                  <a:lnTo>
                    <a:pt x="1003570" y="46"/>
                  </a:lnTo>
                  <a:lnTo>
                    <a:pt x="1022564" y="158"/>
                  </a:lnTo>
                  <a:lnTo>
                    <a:pt x="1056771" y="379"/>
                  </a:lnTo>
                  <a:lnTo>
                    <a:pt x="1108261" y="745"/>
                  </a:lnTo>
                  <a:lnTo>
                    <a:pt x="1177304" y="1285"/>
                  </a:lnTo>
                  <a:lnTo>
                    <a:pt x="1262432" y="2021"/>
                  </a:lnTo>
                  <a:lnTo>
                    <a:pt x="1360755" y="2968"/>
                  </a:lnTo>
                  <a:lnTo>
                    <a:pt x="1468494" y="4131"/>
                  </a:lnTo>
                  <a:lnTo>
                    <a:pt x="1581575" y="5507"/>
                  </a:lnTo>
                  <a:lnTo>
                    <a:pt x="1696160" y="7093"/>
                  </a:lnTo>
                  <a:lnTo>
                    <a:pt x="1809015" y="8886"/>
                  </a:lnTo>
                  <a:lnTo>
                    <a:pt x="1917692" y="10883"/>
                  </a:lnTo>
                  <a:lnTo>
                    <a:pt x="2020552" y="13088"/>
                  </a:lnTo>
                  <a:lnTo>
                    <a:pt x="2116678" y="15513"/>
                  </a:lnTo>
                  <a:lnTo>
                    <a:pt x="2205742" y="18174"/>
                  </a:lnTo>
                  <a:lnTo>
                    <a:pt x="2287856" y="21095"/>
                  </a:lnTo>
                  <a:lnTo>
                    <a:pt x="2363438" y="24305"/>
                  </a:lnTo>
                  <a:lnTo>
                    <a:pt x="2433101" y="27839"/>
                  </a:lnTo>
                  <a:lnTo>
                    <a:pt x="2497572" y="31738"/>
                  </a:lnTo>
                  <a:lnTo>
                    <a:pt x="2557624" y="36042"/>
                  </a:lnTo>
                  <a:lnTo>
                    <a:pt x="2614034" y="40789"/>
                  </a:lnTo>
                  <a:lnTo>
                    <a:pt x="2667537" y="46008"/>
                  </a:lnTo>
                  <a:lnTo>
                    <a:pt x="2702183" y="49786"/>
                  </a:lnTo>
                  <a:lnTo>
                    <a:pt x="2763366" y="57241"/>
                  </a:lnTo>
                  <a:lnTo>
                    <a:pt x="2822650" y="65440"/>
                  </a:lnTo>
                  <a:lnTo>
                    <a:pt x="2880737" y="74394"/>
                  </a:lnTo>
                  <a:lnTo>
                    <a:pt x="2938145" y="84090"/>
                  </a:lnTo>
                  <a:lnTo>
                    <a:pt x="2995240" y="94488"/>
                  </a:lnTo>
                  <a:lnTo>
                    <a:pt x="3052263" y="105520"/>
                  </a:lnTo>
                  <a:lnTo>
                    <a:pt x="3109350" y="117088"/>
                  </a:lnTo>
                  <a:lnTo>
                    <a:pt x="3166551" y="129068"/>
                  </a:lnTo>
                  <a:lnTo>
                    <a:pt x="3223853" y="141315"/>
                  </a:lnTo>
                  <a:lnTo>
                    <a:pt x="3281200" y="153670"/>
                  </a:lnTo>
                  <a:lnTo>
                    <a:pt x="3338523" y="165967"/>
                  </a:lnTo>
                  <a:lnTo>
                    <a:pt x="3395758" y="178044"/>
                  </a:lnTo>
                  <a:lnTo>
                    <a:pt x="3452877" y="189750"/>
                  </a:lnTo>
                  <a:lnTo>
                    <a:pt x="3509909" y="200955"/>
                  </a:lnTo>
                  <a:lnTo>
                    <a:pt x="3566963" y="211554"/>
                  </a:lnTo>
                  <a:lnTo>
                    <a:pt x="3624243" y="221468"/>
                  </a:lnTo>
                  <a:lnTo>
                    <a:pt x="3682078" y="230648"/>
                  </a:lnTo>
                  <a:lnTo>
                    <a:pt x="3740935" y="239075"/>
                  </a:lnTo>
                  <a:lnTo>
                    <a:pt x="3801457" y="246753"/>
                  </a:lnTo>
                  <a:lnTo>
                    <a:pt x="3820202" y="248930"/>
                  </a:lnTo>
                  <a:lnTo>
                    <a:pt x="3872126" y="254473"/>
                  </a:lnTo>
                  <a:lnTo>
                    <a:pt x="3926506" y="259535"/>
                  </a:lnTo>
                  <a:lnTo>
                    <a:pt x="3984027" y="264133"/>
                  </a:lnTo>
                  <a:lnTo>
                    <a:pt x="4045443" y="268299"/>
                  </a:lnTo>
                  <a:lnTo>
                    <a:pt x="4111533" y="272074"/>
                  </a:lnTo>
                  <a:lnTo>
                    <a:pt x="4183062" y="275498"/>
                  </a:lnTo>
                  <a:lnTo>
                    <a:pt x="4260727" y="278609"/>
                  </a:lnTo>
                  <a:lnTo>
                    <a:pt x="4345088" y="281441"/>
                  </a:lnTo>
                  <a:lnTo>
                    <a:pt x="4436476" y="284022"/>
                  </a:lnTo>
                  <a:lnTo>
                    <a:pt x="4534873" y="286374"/>
                  </a:lnTo>
                  <a:lnTo>
                    <a:pt x="4639776" y="288511"/>
                  </a:lnTo>
                  <a:lnTo>
                    <a:pt x="4750043" y="290440"/>
                  </a:lnTo>
                  <a:lnTo>
                    <a:pt x="4863775" y="292165"/>
                  </a:lnTo>
                  <a:lnTo>
                    <a:pt x="4978258" y="293683"/>
                  </a:lnTo>
                  <a:lnTo>
                    <a:pt x="5090031" y="294989"/>
                  </a:lnTo>
                  <a:lnTo>
                    <a:pt x="5195127" y="296081"/>
                  </a:lnTo>
                  <a:lnTo>
                    <a:pt x="5289505" y="296958"/>
                  </a:lnTo>
                  <a:lnTo>
                    <a:pt x="5369614" y="297629"/>
                  </a:lnTo>
                  <a:lnTo>
                    <a:pt x="5432979" y="298108"/>
                  </a:lnTo>
                  <a:lnTo>
                    <a:pt x="5478679" y="298423"/>
                  </a:lnTo>
                  <a:lnTo>
                    <a:pt x="5507581" y="298604"/>
                  </a:lnTo>
                  <a:lnTo>
                    <a:pt x="5522318" y="298689"/>
                  </a:lnTo>
                  <a:lnTo>
                    <a:pt x="5527095" y="298714"/>
                  </a:lnTo>
                  <a:lnTo>
                    <a:pt x="5527445" y="298716"/>
                  </a:lnTo>
                  <a:lnTo>
                    <a:pt x="6522385" y="298716"/>
                  </a:lnTo>
                  <a:lnTo>
                    <a:pt x="6523521" y="298723"/>
                  </a:lnTo>
                  <a:lnTo>
                    <a:pt x="6531014" y="298772"/>
                  </a:lnTo>
                  <a:lnTo>
                    <a:pt x="6550002" y="298907"/>
                  </a:lnTo>
                  <a:lnTo>
                    <a:pt x="6584199" y="299175"/>
                  </a:lnTo>
                  <a:lnTo>
                    <a:pt x="6635677" y="299617"/>
                  </a:lnTo>
                  <a:lnTo>
                    <a:pt x="6704704" y="300271"/>
                  </a:lnTo>
                  <a:lnTo>
                    <a:pt x="6789814" y="301162"/>
                  </a:lnTo>
                  <a:lnTo>
                    <a:pt x="6888119" y="302309"/>
                  </a:lnTo>
                  <a:lnTo>
                    <a:pt x="6995841" y="303715"/>
                  </a:lnTo>
                  <a:lnTo>
                    <a:pt x="7108908" y="305381"/>
                  </a:lnTo>
                  <a:lnTo>
                    <a:pt x="7223482" y="307301"/>
                  </a:lnTo>
                  <a:lnTo>
                    <a:pt x="7336329" y="309470"/>
                  </a:lnTo>
                  <a:lnTo>
                    <a:pt x="7445002" y="311887"/>
                  </a:lnTo>
                  <a:lnTo>
                    <a:pt x="7547860" y="314556"/>
                  </a:lnTo>
                  <a:lnTo>
                    <a:pt x="7643986" y="317491"/>
                  </a:lnTo>
                  <a:lnTo>
                    <a:pt x="7733053" y="320711"/>
                  </a:lnTo>
                  <a:lnTo>
                    <a:pt x="7815170" y="324246"/>
                  </a:lnTo>
                  <a:lnTo>
                    <a:pt x="7890755" y="328130"/>
                  </a:lnTo>
                  <a:lnTo>
                    <a:pt x="7960421" y="332408"/>
                  </a:lnTo>
                  <a:lnTo>
                    <a:pt x="8024895" y="337126"/>
                  </a:lnTo>
                  <a:lnTo>
                    <a:pt x="8084949" y="342334"/>
                  </a:lnTo>
                  <a:lnTo>
                    <a:pt x="8141360" y="348079"/>
                  </a:lnTo>
                  <a:lnTo>
                    <a:pt x="8194864" y="354395"/>
                  </a:lnTo>
                  <a:lnTo>
                    <a:pt x="8229629" y="358983"/>
                  </a:lnTo>
                  <a:lnTo>
                    <a:pt x="8290599" y="367975"/>
                  </a:lnTo>
                  <a:lnTo>
                    <a:pt x="8349681" y="377860"/>
                  </a:lnTo>
                  <a:lnTo>
                    <a:pt x="8407570" y="388652"/>
                  </a:lnTo>
                  <a:lnTo>
                    <a:pt x="8464780" y="400337"/>
                  </a:lnTo>
                  <a:lnTo>
                    <a:pt x="8521675" y="412866"/>
                  </a:lnTo>
                  <a:lnTo>
                    <a:pt x="8578495" y="426159"/>
                  </a:lnTo>
                  <a:lnTo>
                    <a:pt x="8635377" y="440100"/>
                  </a:lnTo>
                  <a:lnTo>
                    <a:pt x="8692372" y="454539"/>
                  </a:lnTo>
                  <a:lnTo>
                    <a:pt x="8749468" y="469305"/>
                  </a:lnTo>
                  <a:lnTo>
                    <a:pt x="8806612" y="484207"/>
                  </a:lnTo>
                  <a:lnTo>
                    <a:pt x="8863734" y="499046"/>
                  </a:lnTo>
                  <a:lnTo>
                    <a:pt x="8920770" y="513629"/>
                  </a:lnTo>
                  <a:lnTo>
                    <a:pt x="8977692" y="527773"/>
                  </a:lnTo>
                  <a:lnTo>
                    <a:pt x="9034525" y="541321"/>
                  </a:lnTo>
                  <a:lnTo>
                    <a:pt x="9091370" y="554145"/>
                  </a:lnTo>
                  <a:lnTo>
                    <a:pt x="9148428" y="566151"/>
                  </a:lnTo>
                  <a:lnTo>
                    <a:pt x="9206014" y="577278"/>
                  </a:lnTo>
                  <a:lnTo>
                    <a:pt x="9264582" y="587499"/>
                  </a:lnTo>
                  <a:lnTo>
                    <a:pt x="9324757" y="596819"/>
                  </a:lnTo>
                  <a:lnTo>
                    <a:pt x="9347647" y="600052"/>
                  </a:lnTo>
                  <a:lnTo>
                    <a:pt x="9399567" y="606762"/>
                  </a:lnTo>
                  <a:lnTo>
                    <a:pt x="9453941" y="612889"/>
                  </a:lnTo>
                  <a:lnTo>
                    <a:pt x="9511455" y="618454"/>
                  </a:lnTo>
                  <a:lnTo>
                    <a:pt x="9572863" y="623498"/>
                  </a:lnTo>
                  <a:lnTo>
                    <a:pt x="9638945" y="628067"/>
                  </a:lnTo>
                  <a:lnTo>
                    <a:pt x="9710464" y="632211"/>
                  </a:lnTo>
                  <a:lnTo>
                    <a:pt x="9788117" y="635977"/>
                  </a:lnTo>
                  <a:lnTo>
                    <a:pt x="9872465" y="639406"/>
                  </a:lnTo>
                  <a:lnTo>
                    <a:pt x="9963838" y="642530"/>
                  </a:lnTo>
                  <a:lnTo>
                    <a:pt x="10062219" y="645377"/>
                  </a:lnTo>
                  <a:lnTo>
                    <a:pt x="10167104" y="647963"/>
                  </a:lnTo>
                  <a:lnTo>
                    <a:pt x="10277355" y="650299"/>
                  </a:lnTo>
                  <a:lnTo>
                    <a:pt x="10391074" y="652387"/>
                  </a:lnTo>
                  <a:lnTo>
                    <a:pt x="10505547" y="654225"/>
                  </a:lnTo>
                  <a:lnTo>
                    <a:pt x="10617315" y="655807"/>
                  </a:lnTo>
                  <a:lnTo>
                    <a:pt x="10722414" y="657128"/>
                  </a:lnTo>
                  <a:lnTo>
                    <a:pt x="10816804" y="658190"/>
                  </a:lnTo>
                  <a:lnTo>
                    <a:pt x="10896931" y="659002"/>
                  </a:lnTo>
                  <a:lnTo>
                    <a:pt x="10960322" y="659583"/>
                  </a:lnTo>
                  <a:lnTo>
                    <a:pt x="11006051" y="659964"/>
                  </a:lnTo>
                  <a:lnTo>
                    <a:pt x="11034982" y="660184"/>
                  </a:lnTo>
                  <a:lnTo>
                    <a:pt x="11049744" y="660287"/>
                  </a:lnTo>
                  <a:lnTo>
                    <a:pt x="11054537" y="660317"/>
                  </a:lnTo>
                  <a:lnTo>
                    <a:pt x="11054891" y="660319"/>
                  </a:lnTo>
                  <a:lnTo>
                    <a:pt x="12049831" y="660319"/>
                  </a:lnTo>
                  <a:lnTo>
                    <a:pt x="12049831" y="6603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0" name="pl799"/>
            <p:cNvSpPr/>
            <p:nvPr/>
          </p:nvSpPr>
          <p:spPr>
            <a:xfrm>
              <a:off x="1199187" y="1687319"/>
              <a:ext cx="12049831" cy="660319"/>
            </a:xfrm>
            <a:custGeom>
              <a:avLst/>
              <a:pathLst>
                <a:path w="12049831" h="660319">
                  <a:moveTo>
                    <a:pt x="12049831" y="660319"/>
                  </a:moveTo>
                  <a:lnTo>
                    <a:pt x="11054891" y="660319"/>
                  </a:lnTo>
                  <a:lnTo>
                    <a:pt x="11053756" y="660312"/>
                  </a:lnTo>
                  <a:lnTo>
                    <a:pt x="11046263" y="660263"/>
                  </a:lnTo>
                  <a:lnTo>
                    <a:pt x="11027275" y="660128"/>
                  </a:lnTo>
                  <a:lnTo>
                    <a:pt x="10993077" y="659860"/>
                  </a:lnTo>
                  <a:lnTo>
                    <a:pt x="10941600" y="659418"/>
                  </a:lnTo>
                  <a:lnTo>
                    <a:pt x="10872572" y="658764"/>
                  </a:lnTo>
                  <a:lnTo>
                    <a:pt x="10787463" y="657873"/>
                  </a:lnTo>
                  <a:lnTo>
                    <a:pt x="10689158" y="656726"/>
                  </a:lnTo>
                  <a:lnTo>
                    <a:pt x="10581435" y="655320"/>
                  </a:lnTo>
                  <a:lnTo>
                    <a:pt x="10468368" y="653654"/>
                  </a:lnTo>
                  <a:lnTo>
                    <a:pt x="10353794" y="651734"/>
                  </a:lnTo>
                  <a:lnTo>
                    <a:pt x="10240947" y="649565"/>
                  </a:lnTo>
                  <a:lnTo>
                    <a:pt x="10132275" y="647148"/>
                  </a:lnTo>
                  <a:lnTo>
                    <a:pt x="10029417" y="644479"/>
                  </a:lnTo>
                  <a:lnTo>
                    <a:pt x="9933290" y="641544"/>
                  </a:lnTo>
                  <a:lnTo>
                    <a:pt x="9844224" y="638324"/>
                  </a:lnTo>
                  <a:lnTo>
                    <a:pt x="9762107" y="634789"/>
                  </a:lnTo>
                  <a:lnTo>
                    <a:pt x="9686522" y="630905"/>
                  </a:lnTo>
                  <a:lnTo>
                    <a:pt x="9616855" y="626627"/>
                  </a:lnTo>
                  <a:lnTo>
                    <a:pt x="9552382" y="621909"/>
                  </a:lnTo>
                  <a:lnTo>
                    <a:pt x="9492327" y="616701"/>
                  </a:lnTo>
                  <a:lnTo>
                    <a:pt x="9435916" y="610956"/>
                  </a:lnTo>
                  <a:lnTo>
                    <a:pt x="9382413" y="604640"/>
                  </a:lnTo>
                  <a:lnTo>
                    <a:pt x="9347647" y="600052"/>
                  </a:lnTo>
                  <a:lnTo>
                    <a:pt x="9286677" y="591061"/>
                  </a:lnTo>
                  <a:lnTo>
                    <a:pt x="9227596" y="581176"/>
                  </a:lnTo>
                  <a:lnTo>
                    <a:pt x="9169707" y="570383"/>
                  </a:lnTo>
                  <a:lnTo>
                    <a:pt x="9112497" y="558698"/>
                  </a:lnTo>
                  <a:lnTo>
                    <a:pt x="9055602" y="546169"/>
                  </a:lnTo>
                  <a:lnTo>
                    <a:pt x="8998781" y="532876"/>
                  </a:lnTo>
                  <a:lnTo>
                    <a:pt x="8941899" y="518936"/>
                  </a:lnTo>
                  <a:lnTo>
                    <a:pt x="8884904" y="504496"/>
                  </a:lnTo>
                  <a:lnTo>
                    <a:pt x="8827808" y="489730"/>
                  </a:lnTo>
                  <a:lnTo>
                    <a:pt x="8770664" y="474828"/>
                  </a:lnTo>
                  <a:lnTo>
                    <a:pt x="8713543" y="459989"/>
                  </a:lnTo>
                  <a:lnTo>
                    <a:pt x="8656506" y="445406"/>
                  </a:lnTo>
                  <a:lnTo>
                    <a:pt x="8599584" y="431262"/>
                  </a:lnTo>
                  <a:lnTo>
                    <a:pt x="8542752" y="417714"/>
                  </a:lnTo>
                  <a:lnTo>
                    <a:pt x="8485906" y="404890"/>
                  </a:lnTo>
                  <a:lnTo>
                    <a:pt x="8428849" y="392884"/>
                  </a:lnTo>
                  <a:lnTo>
                    <a:pt x="8371263" y="381757"/>
                  </a:lnTo>
                  <a:lnTo>
                    <a:pt x="8312694" y="371536"/>
                  </a:lnTo>
                  <a:lnTo>
                    <a:pt x="8252520" y="362216"/>
                  </a:lnTo>
                  <a:lnTo>
                    <a:pt x="8229629" y="358983"/>
                  </a:lnTo>
                  <a:lnTo>
                    <a:pt x="8177710" y="352273"/>
                  </a:lnTo>
                  <a:lnTo>
                    <a:pt x="8123336" y="346146"/>
                  </a:lnTo>
                  <a:lnTo>
                    <a:pt x="8065821" y="340581"/>
                  </a:lnTo>
                  <a:lnTo>
                    <a:pt x="8004413" y="335537"/>
                  </a:lnTo>
                  <a:lnTo>
                    <a:pt x="7938332" y="330968"/>
                  </a:lnTo>
                  <a:lnTo>
                    <a:pt x="7866813" y="326824"/>
                  </a:lnTo>
                  <a:lnTo>
                    <a:pt x="7789159" y="323058"/>
                  </a:lnTo>
                  <a:lnTo>
                    <a:pt x="7704812" y="319629"/>
                  </a:lnTo>
                  <a:lnTo>
                    <a:pt x="7613439" y="316505"/>
                  </a:lnTo>
                  <a:lnTo>
                    <a:pt x="7515058" y="313658"/>
                  </a:lnTo>
                  <a:lnTo>
                    <a:pt x="7410172" y="311072"/>
                  </a:lnTo>
                  <a:lnTo>
                    <a:pt x="7299921" y="308736"/>
                  </a:lnTo>
                  <a:lnTo>
                    <a:pt x="7186203" y="306648"/>
                  </a:lnTo>
                  <a:lnTo>
                    <a:pt x="7071730" y="304810"/>
                  </a:lnTo>
                  <a:lnTo>
                    <a:pt x="6959962" y="303228"/>
                  </a:lnTo>
                  <a:lnTo>
                    <a:pt x="6854863" y="301907"/>
                  </a:lnTo>
                  <a:lnTo>
                    <a:pt x="6760473" y="300845"/>
                  </a:lnTo>
                  <a:lnTo>
                    <a:pt x="6680345" y="300033"/>
                  </a:lnTo>
                  <a:lnTo>
                    <a:pt x="6616955" y="299452"/>
                  </a:lnTo>
                  <a:lnTo>
                    <a:pt x="6571225" y="299071"/>
                  </a:lnTo>
                  <a:lnTo>
                    <a:pt x="6542294" y="298851"/>
                  </a:lnTo>
                  <a:lnTo>
                    <a:pt x="6527532" y="298748"/>
                  </a:lnTo>
                  <a:lnTo>
                    <a:pt x="6522739" y="298718"/>
                  </a:lnTo>
                  <a:lnTo>
                    <a:pt x="6522385" y="298716"/>
                  </a:lnTo>
                  <a:lnTo>
                    <a:pt x="5527445" y="298716"/>
                  </a:lnTo>
                  <a:lnTo>
                    <a:pt x="5526310" y="298710"/>
                  </a:lnTo>
                  <a:lnTo>
                    <a:pt x="5518815" y="298669"/>
                  </a:lnTo>
                  <a:lnTo>
                    <a:pt x="5499821" y="298557"/>
                  </a:lnTo>
                  <a:lnTo>
                    <a:pt x="5465614" y="298336"/>
                  </a:lnTo>
                  <a:lnTo>
                    <a:pt x="5414124" y="297971"/>
                  </a:lnTo>
                  <a:lnTo>
                    <a:pt x="5345081" y="297431"/>
                  </a:lnTo>
                  <a:lnTo>
                    <a:pt x="5259953" y="296694"/>
                  </a:lnTo>
                  <a:lnTo>
                    <a:pt x="5161630" y="295747"/>
                  </a:lnTo>
                  <a:lnTo>
                    <a:pt x="5053891" y="294584"/>
                  </a:lnTo>
                  <a:lnTo>
                    <a:pt x="4940810" y="293208"/>
                  </a:lnTo>
                  <a:lnTo>
                    <a:pt x="4826224" y="291622"/>
                  </a:lnTo>
                  <a:lnTo>
                    <a:pt x="4713370" y="289830"/>
                  </a:lnTo>
                  <a:lnTo>
                    <a:pt x="4604693" y="287833"/>
                  </a:lnTo>
                  <a:lnTo>
                    <a:pt x="4501833" y="285627"/>
                  </a:lnTo>
                  <a:lnTo>
                    <a:pt x="4405707" y="283202"/>
                  </a:lnTo>
                  <a:lnTo>
                    <a:pt x="4316643" y="280541"/>
                  </a:lnTo>
                  <a:lnTo>
                    <a:pt x="4234529" y="277620"/>
                  </a:lnTo>
                  <a:lnTo>
                    <a:pt x="4158947" y="274411"/>
                  </a:lnTo>
                  <a:lnTo>
                    <a:pt x="4089284" y="270876"/>
                  </a:lnTo>
                  <a:lnTo>
                    <a:pt x="4024813" y="266977"/>
                  </a:lnTo>
                  <a:lnTo>
                    <a:pt x="3964761" y="262674"/>
                  </a:lnTo>
                  <a:lnTo>
                    <a:pt x="3908351" y="257927"/>
                  </a:lnTo>
                  <a:lnTo>
                    <a:pt x="3854848" y="252707"/>
                  </a:lnTo>
                  <a:lnTo>
                    <a:pt x="3820202" y="248930"/>
                  </a:lnTo>
                  <a:lnTo>
                    <a:pt x="3759019" y="241474"/>
                  </a:lnTo>
                  <a:lnTo>
                    <a:pt x="3699735" y="233275"/>
                  </a:lnTo>
                  <a:lnTo>
                    <a:pt x="3641648" y="224321"/>
                  </a:lnTo>
                  <a:lnTo>
                    <a:pt x="3584240" y="214625"/>
                  </a:lnTo>
                  <a:lnTo>
                    <a:pt x="3527145" y="204227"/>
                  </a:lnTo>
                  <a:lnTo>
                    <a:pt x="3470122" y="193195"/>
                  </a:lnTo>
                  <a:lnTo>
                    <a:pt x="3413035" y="181628"/>
                  </a:lnTo>
                  <a:lnTo>
                    <a:pt x="3355834" y="169648"/>
                  </a:lnTo>
                  <a:lnTo>
                    <a:pt x="3298532" y="157400"/>
                  </a:lnTo>
                  <a:lnTo>
                    <a:pt x="3241185" y="145045"/>
                  </a:lnTo>
                  <a:lnTo>
                    <a:pt x="3183862" y="132748"/>
                  </a:lnTo>
                  <a:lnTo>
                    <a:pt x="3126627" y="120671"/>
                  </a:lnTo>
                  <a:lnTo>
                    <a:pt x="3069508" y="108965"/>
                  </a:lnTo>
                  <a:lnTo>
                    <a:pt x="3012476" y="97760"/>
                  </a:lnTo>
                  <a:lnTo>
                    <a:pt x="2955422" y="87161"/>
                  </a:lnTo>
                  <a:lnTo>
                    <a:pt x="2898142" y="77248"/>
                  </a:lnTo>
                  <a:lnTo>
                    <a:pt x="2840307" y="68067"/>
                  </a:lnTo>
                  <a:lnTo>
                    <a:pt x="2781450" y="59640"/>
                  </a:lnTo>
                  <a:lnTo>
                    <a:pt x="2720928" y="51962"/>
                  </a:lnTo>
                  <a:lnTo>
                    <a:pt x="2702183" y="49786"/>
                  </a:lnTo>
                  <a:lnTo>
                    <a:pt x="2650259" y="44242"/>
                  </a:lnTo>
                  <a:lnTo>
                    <a:pt x="2595879" y="39180"/>
                  </a:lnTo>
                  <a:lnTo>
                    <a:pt x="2538358" y="34582"/>
                  </a:lnTo>
                  <a:lnTo>
                    <a:pt x="2476942" y="30416"/>
                  </a:lnTo>
                  <a:lnTo>
                    <a:pt x="2410852" y="26641"/>
                  </a:lnTo>
                  <a:lnTo>
                    <a:pt x="2339323" y="23217"/>
                  </a:lnTo>
                  <a:lnTo>
                    <a:pt x="2261658" y="20106"/>
                  </a:lnTo>
                  <a:lnTo>
                    <a:pt x="2177296" y="17274"/>
                  </a:lnTo>
                  <a:lnTo>
                    <a:pt x="2085909" y="14693"/>
                  </a:lnTo>
                  <a:lnTo>
                    <a:pt x="1987512" y="12341"/>
                  </a:lnTo>
                  <a:lnTo>
                    <a:pt x="1882609" y="10205"/>
                  </a:lnTo>
                  <a:lnTo>
                    <a:pt x="1772342" y="8275"/>
                  </a:lnTo>
                  <a:lnTo>
                    <a:pt x="1658610" y="6550"/>
                  </a:lnTo>
                  <a:lnTo>
                    <a:pt x="1544127" y="5032"/>
                  </a:lnTo>
                  <a:lnTo>
                    <a:pt x="1432354" y="3726"/>
                  </a:lnTo>
                  <a:lnTo>
                    <a:pt x="1327258" y="2634"/>
                  </a:lnTo>
                  <a:lnTo>
                    <a:pt x="1232880" y="1757"/>
                  </a:lnTo>
                  <a:lnTo>
                    <a:pt x="1152771" y="1087"/>
                  </a:lnTo>
                  <a:lnTo>
                    <a:pt x="1089406" y="607"/>
                  </a:lnTo>
                  <a:lnTo>
                    <a:pt x="1043706" y="292"/>
                  </a:lnTo>
                  <a:lnTo>
                    <a:pt x="1014804" y="111"/>
                  </a:lnTo>
                  <a:lnTo>
                    <a:pt x="1000067" y="26"/>
                  </a:lnTo>
                  <a:lnTo>
                    <a:pt x="995290" y="1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1" name="pg800"/>
            <p:cNvSpPr/>
            <p:nvPr/>
          </p:nvSpPr>
          <p:spPr>
            <a:xfrm>
              <a:off x="1199187" y="1692560"/>
              <a:ext cx="12049831" cy="1818500"/>
            </a:xfrm>
            <a:custGeom>
              <a:avLst/>
              <a:pathLst>
                <a:path w="12049831" h="1818500">
                  <a:moveTo>
                    <a:pt x="0" y="5240"/>
                  </a:moveTo>
                  <a:lnTo>
                    <a:pt x="994940" y="5240"/>
                  </a:lnTo>
                  <a:lnTo>
                    <a:pt x="996075" y="5247"/>
                  </a:lnTo>
                  <a:lnTo>
                    <a:pt x="1003568" y="5297"/>
                  </a:lnTo>
                  <a:lnTo>
                    <a:pt x="1022555" y="5435"/>
                  </a:lnTo>
                  <a:lnTo>
                    <a:pt x="1056752" y="5706"/>
                  </a:lnTo>
                  <a:lnTo>
                    <a:pt x="1108228" y="6155"/>
                  </a:lnTo>
                  <a:lnTo>
                    <a:pt x="1177254" y="6818"/>
                  </a:lnTo>
                  <a:lnTo>
                    <a:pt x="1262362" y="7722"/>
                  </a:lnTo>
                  <a:lnTo>
                    <a:pt x="1360665" y="8885"/>
                  </a:lnTo>
                  <a:lnTo>
                    <a:pt x="1468386" y="10312"/>
                  </a:lnTo>
                  <a:lnTo>
                    <a:pt x="1581452" y="12002"/>
                  </a:lnTo>
                  <a:lnTo>
                    <a:pt x="1696025" y="13950"/>
                  </a:lnTo>
                  <a:lnTo>
                    <a:pt x="1808872" y="16150"/>
                  </a:lnTo>
                  <a:lnTo>
                    <a:pt x="1917544" y="18602"/>
                  </a:lnTo>
                  <a:lnTo>
                    <a:pt x="2020401" y="21310"/>
                  </a:lnTo>
                  <a:lnTo>
                    <a:pt x="2116528" y="24287"/>
                  </a:lnTo>
                  <a:lnTo>
                    <a:pt x="2205594" y="27554"/>
                  </a:lnTo>
                  <a:lnTo>
                    <a:pt x="2287712" y="31140"/>
                  </a:lnTo>
                  <a:lnTo>
                    <a:pt x="2363297" y="35080"/>
                  </a:lnTo>
                  <a:lnTo>
                    <a:pt x="2432964" y="39420"/>
                  </a:lnTo>
                  <a:lnTo>
                    <a:pt x="2497438" y="44206"/>
                  </a:lnTo>
                  <a:lnTo>
                    <a:pt x="2557492" y="49490"/>
                  </a:lnTo>
                  <a:lnTo>
                    <a:pt x="2613904" y="55317"/>
                  </a:lnTo>
                  <a:lnTo>
                    <a:pt x="2667407" y="61725"/>
                  </a:lnTo>
                  <a:lnTo>
                    <a:pt x="2702183" y="66381"/>
                  </a:lnTo>
                  <a:lnTo>
                    <a:pt x="2763134" y="75500"/>
                  </a:lnTo>
                  <a:lnTo>
                    <a:pt x="2822197" y="85524"/>
                  </a:lnTo>
                  <a:lnTo>
                    <a:pt x="2880068" y="96469"/>
                  </a:lnTo>
                  <a:lnTo>
                    <a:pt x="2937260" y="108318"/>
                  </a:lnTo>
                  <a:lnTo>
                    <a:pt x="2994137" y="121024"/>
                  </a:lnTo>
                  <a:lnTo>
                    <a:pt x="3050939" y="134504"/>
                  </a:lnTo>
                  <a:lnTo>
                    <a:pt x="3107802" y="148640"/>
                  </a:lnTo>
                  <a:lnTo>
                    <a:pt x="3164779" y="163284"/>
                  </a:lnTo>
                  <a:lnTo>
                    <a:pt x="3221856" y="178258"/>
                  </a:lnTo>
                  <a:lnTo>
                    <a:pt x="3278981" y="193371"/>
                  </a:lnTo>
                  <a:lnTo>
                    <a:pt x="3336085" y="208421"/>
                  </a:lnTo>
                  <a:lnTo>
                    <a:pt x="3393103" y="223211"/>
                  </a:lnTo>
                  <a:lnTo>
                    <a:pt x="3450007" y="237558"/>
                  </a:lnTo>
                  <a:lnTo>
                    <a:pt x="3506821" y="251301"/>
                  </a:lnTo>
                  <a:lnTo>
                    <a:pt x="3563648" y="264310"/>
                  </a:lnTo>
                  <a:lnTo>
                    <a:pt x="3620685" y="276490"/>
                  </a:lnTo>
                  <a:lnTo>
                    <a:pt x="3678249" y="287780"/>
                  </a:lnTo>
                  <a:lnTo>
                    <a:pt x="3736791" y="298151"/>
                  </a:lnTo>
                  <a:lnTo>
                    <a:pt x="3796934" y="307608"/>
                  </a:lnTo>
                  <a:lnTo>
                    <a:pt x="3820202" y="310944"/>
                  </a:lnTo>
                  <a:lnTo>
                    <a:pt x="3872120" y="317751"/>
                  </a:lnTo>
                  <a:lnTo>
                    <a:pt x="3926494" y="323967"/>
                  </a:lnTo>
                  <a:lnTo>
                    <a:pt x="3984008" y="329613"/>
                  </a:lnTo>
                  <a:lnTo>
                    <a:pt x="4045415" y="334729"/>
                  </a:lnTo>
                  <a:lnTo>
                    <a:pt x="4111496" y="339364"/>
                  </a:lnTo>
                  <a:lnTo>
                    <a:pt x="4183014" y="343569"/>
                  </a:lnTo>
                  <a:lnTo>
                    <a:pt x="4260666" y="347389"/>
                  </a:lnTo>
                  <a:lnTo>
                    <a:pt x="4345013" y="350867"/>
                  </a:lnTo>
                  <a:lnTo>
                    <a:pt x="4436384" y="354037"/>
                  </a:lnTo>
                  <a:lnTo>
                    <a:pt x="4534764" y="356925"/>
                  </a:lnTo>
                  <a:lnTo>
                    <a:pt x="4639648" y="359549"/>
                  </a:lnTo>
                  <a:lnTo>
                    <a:pt x="4749897" y="361919"/>
                  </a:lnTo>
                  <a:lnTo>
                    <a:pt x="4863614" y="364037"/>
                  </a:lnTo>
                  <a:lnTo>
                    <a:pt x="4978086" y="365901"/>
                  </a:lnTo>
                  <a:lnTo>
                    <a:pt x="5089854" y="367506"/>
                  </a:lnTo>
                  <a:lnTo>
                    <a:pt x="5194954" y="368847"/>
                  </a:lnTo>
                  <a:lnTo>
                    <a:pt x="5289344" y="369925"/>
                  </a:lnTo>
                  <a:lnTo>
                    <a:pt x="5369474" y="370748"/>
                  </a:lnTo>
                  <a:lnTo>
                    <a:pt x="5432867" y="371338"/>
                  </a:lnTo>
                  <a:lnTo>
                    <a:pt x="5478599" y="371724"/>
                  </a:lnTo>
                  <a:lnTo>
                    <a:pt x="5507532" y="371947"/>
                  </a:lnTo>
                  <a:lnTo>
                    <a:pt x="5522297" y="372051"/>
                  </a:lnTo>
                  <a:lnTo>
                    <a:pt x="5527091" y="372082"/>
                  </a:lnTo>
                  <a:lnTo>
                    <a:pt x="5527445" y="372085"/>
                  </a:lnTo>
                  <a:lnTo>
                    <a:pt x="6522385" y="372085"/>
                  </a:lnTo>
                  <a:lnTo>
                    <a:pt x="6523506" y="372112"/>
                  </a:lnTo>
                  <a:lnTo>
                    <a:pt x="6530899" y="372306"/>
                  </a:lnTo>
                  <a:lnTo>
                    <a:pt x="6549642" y="372841"/>
                  </a:lnTo>
                  <a:lnTo>
                    <a:pt x="6583416" y="373897"/>
                  </a:lnTo>
                  <a:lnTo>
                    <a:pt x="6634289" y="375642"/>
                  </a:lnTo>
                  <a:lnTo>
                    <a:pt x="6702567" y="378220"/>
                  </a:lnTo>
                  <a:lnTo>
                    <a:pt x="6786840" y="381741"/>
                  </a:lnTo>
                  <a:lnTo>
                    <a:pt x="6884298" y="386269"/>
                  </a:lnTo>
                  <a:lnTo>
                    <a:pt x="6991234" y="391829"/>
                  </a:lnTo>
                  <a:lnTo>
                    <a:pt x="7103631" y="398416"/>
                  </a:lnTo>
                  <a:lnTo>
                    <a:pt x="7217685" y="406011"/>
                  </a:lnTo>
                  <a:lnTo>
                    <a:pt x="7330172" y="414595"/>
                  </a:lnTo>
                  <a:lnTo>
                    <a:pt x="7438636" y="424160"/>
                  </a:lnTo>
                  <a:lnTo>
                    <a:pt x="7541413" y="434726"/>
                  </a:lnTo>
                  <a:lnTo>
                    <a:pt x="7637560" y="446338"/>
                  </a:lnTo>
                  <a:lnTo>
                    <a:pt x="7726719" y="459076"/>
                  </a:lnTo>
                  <a:lnTo>
                    <a:pt x="7808972" y="473048"/>
                  </a:lnTo>
                  <a:lnTo>
                    <a:pt x="7884713" y="488396"/>
                  </a:lnTo>
                  <a:lnTo>
                    <a:pt x="7954533" y="505286"/>
                  </a:lnTo>
                  <a:lnTo>
                    <a:pt x="8019143" y="523905"/>
                  </a:lnTo>
                  <a:lnTo>
                    <a:pt x="8079303" y="544449"/>
                  </a:lnTo>
                  <a:lnTo>
                    <a:pt x="8135779" y="567102"/>
                  </a:lnTo>
                  <a:lnTo>
                    <a:pt x="8189304" y="592009"/>
                  </a:lnTo>
                  <a:lnTo>
                    <a:pt x="8229629" y="613154"/>
                  </a:lnTo>
                  <a:lnTo>
                    <a:pt x="8283407" y="644623"/>
                  </a:lnTo>
                  <a:lnTo>
                    <a:pt x="8335650" y="678852"/>
                  </a:lnTo>
                  <a:lnTo>
                    <a:pt x="8386856" y="715891"/>
                  </a:lnTo>
                  <a:lnTo>
                    <a:pt x="8437411" y="755725"/>
                  </a:lnTo>
                  <a:lnTo>
                    <a:pt x="8487601" y="798262"/>
                  </a:lnTo>
                  <a:lnTo>
                    <a:pt x="8537634" y="843332"/>
                  </a:lnTo>
                  <a:lnTo>
                    <a:pt x="8587648" y="890677"/>
                  </a:lnTo>
                  <a:lnTo>
                    <a:pt x="8637721" y="939963"/>
                  </a:lnTo>
                  <a:lnTo>
                    <a:pt x="8687883" y="990777"/>
                  </a:lnTo>
                  <a:lnTo>
                    <a:pt x="8738127" y="1042648"/>
                  </a:lnTo>
                  <a:lnTo>
                    <a:pt x="8788417" y="1095061"/>
                  </a:lnTo>
                  <a:lnTo>
                    <a:pt x="8838708" y="1147476"/>
                  </a:lnTo>
                  <a:lnTo>
                    <a:pt x="8888951" y="1199354"/>
                  </a:lnTo>
                  <a:lnTo>
                    <a:pt x="8939114" y="1250180"/>
                  </a:lnTo>
                  <a:lnTo>
                    <a:pt x="8989188" y="1299481"/>
                  </a:lnTo>
                  <a:lnTo>
                    <a:pt x="9039202" y="1346845"/>
                  </a:lnTo>
                  <a:lnTo>
                    <a:pt x="9089235" y="1391936"/>
                  </a:lnTo>
                  <a:lnTo>
                    <a:pt x="9139423" y="1434497"/>
                  </a:lnTo>
                  <a:lnTo>
                    <a:pt x="9189973" y="1474355"/>
                  </a:lnTo>
                  <a:lnTo>
                    <a:pt x="9241172" y="1511419"/>
                  </a:lnTo>
                  <a:lnTo>
                    <a:pt x="9293404" y="1545672"/>
                  </a:lnTo>
                  <a:lnTo>
                    <a:pt x="9347166" y="1577165"/>
                  </a:lnTo>
                  <a:lnTo>
                    <a:pt x="9347647" y="1577430"/>
                  </a:lnTo>
                  <a:lnTo>
                    <a:pt x="9399322" y="1604152"/>
                  </a:lnTo>
                  <a:lnTo>
                    <a:pt x="9453426" y="1628563"/>
                  </a:lnTo>
                  <a:lnTo>
                    <a:pt x="9510634" y="1650746"/>
                  </a:lnTo>
                  <a:lnTo>
                    <a:pt x="9571690" y="1670858"/>
                  </a:lnTo>
                  <a:lnTo>
                    <a:pt x="9637362" y="1689087"/>
                  </a:lnTo>
                  <a:lnTo>
                    <a:pt x="9708404" y="1705629"/>
                  </a:lnTo>
                  <a:lnTo>
                    <a:pt x="9785507" y="1720666"/>
                  </a:lnTo>
                  <a:lnTo>
                    <a:pt x="9869228" y="1734361"/>
                  </a:lnTo>
                  <a:lnTo>
                    <a:pt x="9959903" y="1746847"/>
                  </a:lnTo>
                  <a:lnTo>
                    <a:pt x="10057531" y="1758227"/>
                  </a:lnTo>
                  <a:lnTo>
                    <a:pt x="10161639" y="1768574"/>
                  </a:lnTo>
                  <a:lnTo>
                    <a:pt x="10271140" y="1777927"/>
                  </a:lnTo>
                  <a:lnTo>
                    <a:pt x="10384201" y="1786298"/>
                  </a:lnTo>
                  <a:lnTo>
                    <a:pt x="10498194" y="1793677"/>
                  </a:lnTo>
                  <a:lnTo>
                    <a:pt x="10609748" y="1800044"/>
                  </a:lnTo>
                  <a:lnTo>
                    <a:pt x="10714974" y="1805381"/>
                  </a:lnTo>
                  <a:lnTo>
                    <a:pt x="10809875" y="1809687"/>
                  </a:lnTo>
                  <a:lnTo>
                    <a:pt x="10890889" y="1812998"/>
                  </a:lnTo>
                  <a:lnTo>
                    <a:pt x="10955470" y="1815386"/>
                  </a:lnTo>
                  <a:lnTo>
                    <a:pt x="11002562" y="1816968"/>
                  </a:lnTo>
                  <a:lnTo>
                    <a:pt x="11032854" y="1817897"/>
                  </a:lnTo>
                  <a:lnTo>
                    <a:pt x="11048782" y="1818343"/>
                  </a:lnTo>
                  <a:lnTo>
                    <a:pt x="11054345" y="1818486"/>
                  </a:lnTo>
                  <a:lnTo>
                    <a:pt x="11054891" y="1818500"/>
                  </a:lnTo>
                  <a:lnTo>
                    <a:pt x="12049831" y="1818500"/>
                  </a:lnTo>
                  <a:lnTo>
                    <a:pt x="12049831" y="1813259"/>
                  </a:lnTo>
                  <a:lnTo>
                    <a:pt x="11054891" y="1813259"/>
                  </a:lnTo>
                  <a:lnTo>
                    <a:pt x="11053771" y="1813232"/>
                  </a:lnTo>
                  <a:lnTo>
                    <a:pt x="11046378" y="1813038"/>
                  </a:lnTo>
                  <a:lnTo>
                    <a:pt x="11027635" y="1812502"/>
                  </a:lnTo>
                  <a:lnTo>
                    <a:pt x="10993861" y="1811447"/>
                  </a:lnTo>
                  <a:lnTo>
                    <a:pt x="10942988" y="1809702"/>
                  </a:lnTo>
                  <a:lnTo>
                    <a:pt x="10874710" y="1807123"/>
                  </a:lnTo>
                  <a:lnTo>
                    <a:pt x="10790436" y="1803602"/>
                  </a:lnTo>
                  <a:lnTo>
                    <a:pt x="10692978" y="1799075"/>
                  </a:lnTo>
                  <a:lnTo>
                    <a:pt x="10586043" y="1793514"/>
                  </a:lnTo>
                  <a:lnTo>
                    <a:pt x="10473646" y="1786927"/>
                  </a:lnTo>
                  <a:lnTo>
                    <a:pt x="10359592" y="1779332"/>
                  </a:lnTo>
                  <a:lnTo>
                    <a:pt x="10247104" y="1770749"/>
                  </a:lnTo>
                  <a:lnTo>
                    <a:pt x="10138641" y="1761183"/>
                  </a:lnTo>
                  <a:lnTo>
                    <a:pt x="10035863" y="1750617"/>
                  </a:lnTo>
                  <a:lnTo>
                    <a:pt x="9939716" y="1739005"/>
                  </a:lnTo>
                  <a:lnTo>
                    <a:pt x="9850557" y="1726268"/>
                  </a:lnTo>
                  <a:lnTo>
                    <a:pt x="9768304" y="1712295"/>
                  </a:lnTo>
                  <a:lnTo>
                    <a:pt x="9692564" y="1696948"/>
                  </a:lnTo>
                  <a:lnTo>
                    <a:pt x="9622743" y="1680057"/>
                  </a:lnTo>
                  <a:lnTo>
                    <a:pt x="9558134" y="1661438"/>
                  </a:lnTo>
                  <a:lnTo>
                    <a:pt x="9497974" y="1640894"/>
                  </a:lnTo>
                  <a:lnTo>
                    <a:pt x="9441497" y="1618241"/>
                  </a:lnTo>
                  <a:lnTo>
                    <a:pt x="9387973" y="1593334"/>
                  </a:lnTo>
                  <a:lnTo>
                    <a:pt x="9347647" y="1572190"/>
                  </a:lnTo>
                  <a:lnTo>
                    <a:pt x="9293869" y="1540720"/>
                  </a:lnTo>
                  <a:lnTo>
                    <a:pt x="9241627" y="1506492"/>
                  </a:lnTo>
                  <a:lnTo>
                    <a:pt x="9190420" y="1469453"/>
                  </a:lnTo>
                  <a:lnTo>
                    <a:pt x="9139866" y="1429619"/>
                  </a:lnTo>
                  <a:lnTo>
                    <a:pt x="9089676" y="1387081"/>
                  </a:lnTo>
                  <a:lnTo>
                    <a:pt x="9039642" y="1342012"/>
                  </a:lnTo>
                  <a:lnTo>
                    <a:pt x="8989628" y="1294666"/>
                  </a:lnTo>
                  <a:lnTo>
                    <a:pt x="8939555" y="1245381"/>
                  </a:lnTo>
                  <a:lnTo>
                    <a:pt x="8889393" y="1194566"/>
                  </a:lnTo>
                  <a:lnTo>
                    <a:pt x="8839150" y="1142695"/>
                  </a:lnTo>
                  <a:lnTo>
                    <a:pt x="8788860" y="1090282"/>
                  </a:lnTo>
                  <a:lnTo>
                    <a:pt x="8738569" y="1037867"/>
                  </a:lnTo>
                  <a:lnTo>
                    <a:pt x="8688325" y="985989"/>
                  </a:lnTo>
                  <a:lnTo>
                    <a:pt x="8638162" y="935163"/>
                  </a:lnTo>
                  <a:lnTo>
                    <a:pt x="8588088" y="885863"/>
                  </a:lnTo>
                  <a:lnTo>
                    <a:pt x="8538074" y="838498"/>
                  </a:lnTo>
                  <a:lnTo>
                    <a:pt x="8488042" y="793408"/>
                  </a:lnTo>
                  <a:lnTo>
                    <a:pt x="8437854" y="750847"/>
                  </a:lnTo>
                  <a:lnTo>
                    <a:pt x="8387304" y="710988"/>
                  </a:lnTo>
                  <a:lnTo>
                    <a:pt x="8336104" y="673925"/>
                  </a:lnTo>
                  <a:lnTo>
                    <a:pt x="8283873" y="639671"/>
                  </a:lnTo>
                  <a:lnTo>
                    <a:pt x="8230111" y="608178"/>
                  </a:lnTo>
                  <a:lnTo>
                    <a:pt x="8229629" y="607913"/>
                  </a:lnTo>
                  <a:lnTo>
                    <a:pt x="8177955" y="581192"/>
                  </a:lnTo>
                  <a:lnTo>
                    <a:pt x="8123851" y="556780"/>
                  </a:lnTo>
                  <a:lnTo>
                    <a:pt x="8066642" y="534597"/>
                  </a:lnTo>
                  <a:lnTo>
                    <a:pt x="8005587" y="514486"/>
                  </a:lnTo>
                  <a:lnTo>
                    <a:pt x="7939915" y="496256"/>
                  </a:lnTo>
                  <a:lnTo>
                    <a:pt x="7868872" y="479715"/>
                  </a:lnTo>
                  <a:lnTo>
                    <a:pt x="7791769" y="464677"/>
                  </a:lnTo>
                  <a:lnTo>
                    <a:pt x="7708049" y="450983"/>
                  </a:lnTo>
                  <a:lnTo>
                    <a:pt x="7617374" y="438497"/>
                  </a:lnTo>
                  <a:lnTo>
                    <a:pt x="7519746" y="427116"/>
                  </a:lnTo>
                  <a:lnTo>
                    <a:pt x="7415637" y="416769"/>
                  </a:lnTo>
                  <a:lnTo>
                    <a:pt x="7306137" y="407416"/>
                  </a:lnTo>
                  <a:lnTo>
                    <a:pt x="7193075" y="399046"/>
                  </a:lnTo>
                  <a:lnTo>
                    <a:pt x="7079082" y="391666"/>
                  </a:lnTo>
                  <a:lnTo>
                    <a:pt x="6967529" y="385299"/>
                  </a:lnTo>
                  <a:lnTo>
                    <a:pt x="6862303" y="379963"/>
                  </a:lnTo>
                  <a:lnTo>
                    <a:pt x="6767401" y="375656"/>
                  </a:lnTo>
                  <a:lnTo>
                    <a:pt x="6686387" y="372346"/>
                  </a:lnTo>
                  <a:lnTo>
                    <a:pt x="6621806" y="369958"/>
                  </a:lnTo>
                  <a:lnTo>
                    <a:pt x="6574715" y="368375"/>
                  </a:lnTo>
                  <a:lnTo>
                    <a:pt x="6544423" y="367447"/>
                  </a:lnTo>
                  <a:lnTo>
                    <a:pt x="6528494" y="367000"/>
                  </a:lnTo>
                  <a:lnTo>
                    <a:pt x="6522931" y="366857"/>
                  </a:lnTo>
                  <a:lnTo>
                    <a:pt x="6522385" y="366844"/>
                  </a:lnTo>
                  <a:lnTo>
                    <a:pt x="5527445" y="366844"/>
                  </a:lnTo>
                  <a:lnTo>
                    <a:pt x="5526310" y="366837"/>
                  </a:lnTo>
                  <a:lnTo>
                    <a:pt x="5518817" y="366787"/>
                  </a:lnTo>
                  <a:lnTo>
                    <a:pt x="5499830" y="366649"/>
                  </a:lnTo>
                  <a:lnTo>
                    <a:pt x="5465633" y="366378"/>
                  </a:lnTo>
                  <a:lnTo>
                    <a:pt x="5414157" y="365929"/>
                  </a:lnTo>
                  <a:lnTo>
                    <a:pt x="5345131" y="365266"/>
                  </a:lnTo>
                  <a:lnTo>
                    <a:pt x="5260023" y="364362"/>
                  </a:lnTo>
                  <a:lnTo>
                    <a:pt x="5161720" y="363199"/>
                  </a:lnTo>
                  <a:lnTo>
                    <a:pt x="5053999" y="361772"/>
                  </a:lnTo>
                  <a:lnTo>
                    <a:pt x="4940933" y="360082"/>
                  </a:lnTo>
                  <a:lnTo>
                    <a:pt x="4826360" y="358135"/>
                  </a:lnTo>
                  <a:lnTo>
                    <a:pt x="4713513" y="355934"/>
                  </a:lnTo>
                  <a:lnTo>
                    <a:pt x="4604841" y="353482"/>
                  </a:lnTo>
                  <a:lnTo>
                    <a:pt x="4501984" y="350774"/>
                  </a:lnTo>
                  <a:lnTo>
                    <a:pt x="4405857" y="347797"/>
                  </a:lnTo>
                  <a:lnTo>
                    <a:pt x="4316791" y="344530"/>
                  </a:lnTo>
                  <a:lnTo>
                    <a:pt x="4234673" y="340944"/>
                  </a:lnTo>
                  <a:lnTo>
                    <a:pt x="4159088" y="337004"/>
                  </a:lnTo>
                  <a:lnTo>
                    <a:pt x="4089421" y="332664"/>
                  </a:lnTo>
                  <a:lnTo>
                    <a:pt x="4024947" y="327878"/>
                  </a:lnTo>
                  <a:lnTo>
                    <a:pt x="3964893" y="322594"/>
                  </a:lnTo>
                  <a:lnTo>
                    <a:pt x="3908481" y="316767"/>
                  </a:lnTo>
                  <a:lnTo>
                    <a:pt x="3854978" y="310359"/>
                  </a:lnTo>
                  <a:lnTo>
                    <a:pt x="3820202" y="305703"/>
                  </a:lnTo>
                  <a:lnTo>
                    <a:pt x="3759251" y="296584"/>
                  </a:lnTo>
                  <a:lnTo>
                    <a:pt x="3700188" y="286560"/>
                  </a:lnTo>
                  <a:lnTo>
                    <a:pt x="3642317" y="275615"/>
                  </a:lnTo>
                  <a:lnTo>
                    <a:pt x="3585125" y="263766"/>
                  </a:lnTo>
                  <a:lnTo>
                    <a:pt x="3528248" y="251060"/>
                  </a:lnTo>
                  <a:lnTo>
                    <a:pt x="3471446" y="237580"/>
                  </a:lnTo>
                  <a:lnTo>
                    <a:pt x="3414583" y="223444"/>
                  </a:lnTo>
                  <a:lnTo>
                    <a:pt x="3357606" y="208800"/>
                  </a:lnTo>
                  <a:lnTo>
                    <a:pt x="3300529" y="193826"/>
                  </a:lnTo>
                  <a:lnTo>
                    <a:pt x="3243404" y="178713"/>
                  </a:lnTo>
                  <a:lnTo>
                    <a:pt x="3186300" y="163663"/>
                  </a:lnTo>
                  <a:lnTo>
                    <a:pt x="3129282" y="148873"/>
                  </a:lnTo>
                  <a:lnTo>
                    <a:pt x="3072378" y="134526"/>
                  </a:lnTo>
                  <a:lnTo>
                    <a:pt x="3015564" y="120783"/>
                  </a:lnTo>
                  <a:lnTo>
                    <a:pt x="2958737" y="107774"/>
                  </a:lnTo>
                  <a:lnTo>
                    <a:pt x="2901700" y="95594"/>
                  </a:lnTo>
                  <a:lnTo>
                    <a:pt x="2844136" y="84304"/>
                  </a:lnTo>
                  <a:lnTo>
                    <a:pt x="2785594" y="73933"/>
                  </a:lnTo>
                  <a:lnTo>
                    <a:pt x="2725451" y="64476"/>
                  </a:lnTo>
                  <a:lnTo>
                    <a:pt x="2702183" y="61140"/>
                  </a:lnTo>
                  <a:lnTo>
                    <a:pt x="2650265" y="54333"/>
                  </a:lnTo>
                  <a:lnTo>
                    <a:pt x="2595891" y="48117"/>
                  </a:lnTo>
                  <a:lnTo>
                    <a:pt x="2538377" y="42471"/>
                  </a:lnTo>
                  <a:lnTo>
                    <a:pt x="2476970" y="37355"/>
                  </a:lnTo>
                  <a:lnTo>
                    <a:pt x="2410889" y="32720"/>
                  </a:lnTo>
                  <a:lnTo>
                    <a:pt x="2339371" y="28515"/>
                  </a:lnTo>
                  <a:lnTo>
                    <a:pt x="2261719" y="24695"/>
                  </a:lnTo>
                  <a:lnTo>
                    <a:pt x="2177372" y="21217"/>
                  </a:lnTo>
                  <a:lnTo>
                    <a:pt x="2086001" y="18047"/>
                  </a:lnTo>
                  <a:lnTo>
                    <a:pt x="1987621" y="15159"/>
                  </a:lnTo>
                  <a:lnTo>
                    <a:pt x="1882737" y="12535"/>
                  </a:lnTo>
                  <a:lnTo>
                    <a:pt x="1772488" y="10165"/>
                  </a:lnTo>
                  <a:lnTo>
                    <a:pt x="1658771" y="8047"/>
                  </a:lnTo>
                  <a:lnTo>
                    <a:pt x="1544299" y="6183"/>
                  </a:lnTo>
                  <a:lnTo>
                    <a:pt x="1432531" y="4578"/>
                  </a:lnTo>
                  <a:lnTo>
                    <a:pt x="1327431" y="3237"/>
                  </a:lnTo>
                  <a:lnTo>
                    <a:pt x="1233041" y="2159"/>
                  </a:lnTo>
                  <a:lnTo>
                    <a:pt x="1152911" y="1336"/>
                  </a:lnTo>
                  <a:lnTo>
                    <a:pt x="1089518" y="746"/>
                  </a:lnTo>
                  <a:lnTo>
                    <a:pt x="1043786" y="360"/>
                  </a:lnTo>
                  <a:lnTo>
                    <a:pt x="1014853" y="137"/>
                  </a:lnTo>
                  <a:lnTo>
                    <a:pt x="1000088" y="33"/>
                  </a:lnTo>
                  <a:lnTo>
                    <a:pt x="995294" y="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02" name="pl801"/>
            <p:cNvSpPr/>
            <p:nvPr/>
          </p:nvSpPr>
          <p:spPr>
            <a:xfrm>
              <a:off x="1199187" y="1697800"/>
              <a:ext cx="12049831" cy="1813259"/>
            </a:xfrm>
            <a:custGeom>
              <a:avLst/>
              <a:pathLst>
                <a:path w="12049831" h="1813259">
                  <a:moveTo>
                    <a:pt x="0" y="0"/>
                  </a:moveTo>
                  <a:lnTo>
                    <a:pt x="994940" y="0"/>
                  </a:lnTo>
                  <a:lnTo>
                    <a:pt x="996075" y="7"/>
                  </a:lnTo>
                  <a:lnTo>
                    <a:pt x="1003568" y="56"/>
                  </a:lnTo>
                  <a:lnTo>
                    <a:pt x="1022555" y="194"/>
                  </a:lnTo>
                  <a:lnTo>
                    <a:pt x="1056752" y="466"/>
                  </a:lnTo>
                  <a:lnTo>
                    <a:pt x="1108228" y="914"/>
                  </a:lnTo>
                  <a:lnTo>
                    <a:pt x="1177254" y="1577"/>
                  </a:lnTo>
                  <a:lnTo>
                    <a:pt x="1262362" y="2482"/>
                  </a:lnTo>
                  <a:lnTo>
                    <a:pt x="1360665" y="3644"/>
                  </a:lnTo>
                  <a:lnTo>
                    <a:pt x="1468386" y="5072"/>
                  </a:lnTo>
                  <a:lnTo>
                    <a:pt x="1581452" y="6761"/>
                  </a:lnTo>
                  <a:lnTo>
                    <a:pt x="1696025" y="8709"/>
                  </a:lnTo>
                  <a:lnTo>
                    <a:pt x="1808872" y="10909"/>
                  </a:lnTo>
                  <a:lnTo>
                    <a:pt x="1917544" y="13361"/>
                  </a:lnTo>
                  <a:lnTo>
                    <a:pt x="2020401" y="16069"/>
                  </a:lnTo>
                  <a:lnTo>
                    <a:pt x="2116528" y="19047"/>
                  </a:lnTo>
                  <a:lnTo>
                    <a:pt x="2205594" y="22314"/>
                  </a:lnTo>
                  <a:lnTo>
                    <a:pt x="2287712" y="25899"/>
                  </a:lnTo>
                  <a:lnTo>
                    <a:pt x="2363297" y="29840"/>
                  </a:lnTo>
                  <a:lnTo>
                    <a:pt x="2432964" y="34179"/>
                  </a:lnTo>
                  <a:lnTo>
                    <a:pt x="2497438" y="38966"/>
                  </a:lnTo>
                  <a:lnTo>
                    <a:pt x="2557492" y="44249"/>
                  </a:lnTo>
                  <a:lnTo>
                    <a:pt x="2613904" y="50077"/>
                  </a:lnTo>
                  <a:lnTo>
                    <a:pt x="2667407" y="56484"/>
                  </a:lnTo>
                  <a:lnTo>
                    <a:pt x="2702183" y="61140"/>
                  </a:lnTo>
                  <a:lnTo>
                    <a:pt x="2763134" y="70259"/>
                  </a:lnTo>
                  <a:lnTo>
                    <a:pt x="2822197" y="80284"/>
                  </a:lnTo>
                  <a:lnTo>
                    <a:pt x="2880068" y="91228"/>
                  </a:lnTo>
                  <a:lnTo>
                    <a:pt x="2937260" y="103077"/>
                  </a:lnTo>
                  <a:lnTo>
                    <a:pt x="2994137" y="115783"/>
                  </a:lnTo>
                  <a:lnTo>
                    <a:pt x="3050939" y="129263"/>
                  </a:lnTo>
                  <a:lnTo>
                    <a:pt x="3107802" y="143400"/>
                  </a:lnTo>
                  <a:lnTo>
                    <a:pt x="3164779" y="158043"/>
                  </a:lnTo>
                  <a:lnTo>
                    <a:pt x="3221856" y="173018"/>
                  </a:lnTo>
                  <a:lnTo>
                    <a:pt x="3278981" y="188130"/>
                  </a:lnTo>
                  <a:lnTo>
                    <a:pt x="3336085" y="203180"/>
                  </a:lnTo>
                  <a:lnTo>
                    <a:pt x="3393103" y="217970"/>
                  </a:lnTo>
                  <a:lnTo>
                    <a:pt x="3450007" y="232317"/>
                  </a:lnTo>
                  <a:lnTo>
                    <a:pt x="3506821" y="246060"/>
                  </a:lnTo>
                  <a:lnTo>
                    <a:pt x="3563648" y="259070"/>
                  </a:lnTo>
                  <a:lnTo>
                    <a:pt x="3620685" y="271250"/>
                  </a:lnTo>
                  <a:lnTo>
                    <a:pt x="3678249" y="282539"/>
                  </a:lnTo>
                  <a:lnTo>
                    <a:pt x="3736791" y="292911"/>
                  </a:lnTo>
                  <a:lnTo>
                    <a:pt x="3796934" y="302368"/>
                  </a:lnTo>
                  <a:lnTo>
                    <a:pt x="3820202" y="305703"/>
                  </a:lnTo>
                  <a:lnTo>
                    <a:pt x="3872120" y="312510"/>
                  </a:lnTo>
                  <a:lnTo>
                    <a:pt x="3926494" y="318726"/>
                  </a:lnTo>
                  <a:lnTo>
                    <a:pt x="3984008" y="324372"/>
                  </a:lnTo>
                  <a:lnTo>
                    <a:pt x="4045415" y="329488"/>
                  </a:lnTo>
                  <a:lnTo>
                    <a:pt x="4111496" y="334124"/>
                  </a:lnTo>
                  <a:lnTo>
                    <a:pt x="4183014" y="338328"/>
                  </a:lnTo>
                  <a:lnTo>
                    <a:pt x="4260666" y="342149"/>
                  </a:lnTo>
                  <a:lnTo>
                    <a:pt x="4345013" y="345627"/>
                  </a:lnTo>
                  <a:lnTo>
                    <a:pt x="4436384" y="348797"/>
                  </a:lnTo>
                  <a:lnTo>
                    <a:pt x="4534764" y="351685"/>
                  </a:lnTo>
                  <a:lnTo>
                    <a:pt x="4639648" y="354308"/>
                  </a:lnTo>
                  <a:lnTo>
                    <a:pt x="4749897" y="356678"/>
                  </a:lnTo>
                  <a:lnTo>
                    <a:pt x="4863614" y="358797"/>
                  </a:lnTo>
                  <a:lnTo>
                    <a:pt x="4978086" y="360661"/>
                  </a:lnTo>
                  <a:lnTo>
                    <a:pt x="5089854" y="362266"/>
                  </a:lnTo>
                  <a:lnTo>
                    <a:pt x="5194954" y="363606"/>
                  </a:lnTo>
                  <a:lnTo>
                    <a:pt x="5289344" y="364684"/>
                  </a:lnTo>
                  <a:lnTo>
                    <a:pt x="5369474" y="365507"/>
                  </a:lnTo>
                  <a:lnTo>
                    <a:pt x="5432867" y="366097"/>
                  </a:lnTo>
                  <a:lnTo>
                    <a:pt x="5478599" y="366484"/>
                  </a:lnTo>
                  <a:lnTo>
                    <a:pt x="5507532" y="366707"/>
                  </a:lnTo>
                  <a:lnTo>
                    <a:pt x="5522297" y="366811"/>
                  </a:lnTo>
                  <a:lnTo>
                    <a:pt x="5527091" y="366842"/>
                  </a:lnTo>
                  <a:lnTo>
                    <a:pt x="5527445" y="366844"/>
                  </a:lnTo>
                  <a:lnTo>
                    <a:pt x="6522385" y="366844"/>
                  </a:lnTo>
                  <a:lnTo>
                    <a:pt x="6523506" y="366871"/>
                  </a:lnTo>
                  <a:lnTo>
                    <a:pt x="6530899" y="367065"/>
                  </a:lnTo>
                  <a:lnTo>
                    <a:pt x="6549642" y="367601"/>
                  </a:lnTo>
                  <a:lnTo>
                    <a:pt x="6583416" y="368656"/>
                  </a:lnTo>
                  <a:lnTo>
                    <a:pt x="6634289" y="370401"/>
                  </a:lnTo>
                  <a:lnTo>
                    <a:pt x="6702567" y="372980"/>
                  </a:lnTo>
                  <a:lnTo>
                    <a:pt x="6786840" y="376500"/>
                  </a:lnTo>
                  <a:lnTo>
                    <a:pt x="6884298" y="381028"/>
                  </a:lnTo>
                  <a:lnTo>
                    <a:pt x="6991234" y="386588"/>
                  </a:lnTo>
                  <a:lnTo>
                    <a:pt x="7103631" y="393176"/>
                  </a:lnTo>
                  <a:lnTo>
                    <a:pt x="7217685" y="400771"/>
                  </a:lnTo>
                  <a:lnTo>
                    <a:pt x="7330172" y="409354"/>
                  </a:lnTo>
                  <a:lnTo>
                    <a:pt x="7438636" y="418920"/>
                  </a:lnTo>
                  <a:lnTo>
                    <a:pt x="7541413" y="429485"/>
                  </a:lnTo>
                  <a:lnTo>
                    <a:pt x="7637560" y="441098"/>
                  </a:lnTo>
                  <a:lnTo>
                    <a:pt x="7726719" y="453835"/>
                  </a:lnTo>
                  <a:lnTo>
                    <a:pt x="7808972" y="467807"/>
                  </a:lnTo>
                  <a:lnTo>
                    <a:pt x="7884713" y="483155"/>
                  </a:lnTo>
                  <a:lnTo>
                    <a:pt x="7954533" y="500045"/>
                  </a:lnTo>
                  <a:lnTo>
                    <a:pt x="8019143" y="518665"/>
                  </a:lnTo>
                  <a:lnTo>
                    <a:pt x="8079303" y="539209"/>
                  </a:lnTo>
                  <a:lnTo>
                    <a:pt x="8135779" y="561862"/>
                  </a:lnTo>
                  <a:lnTo>
                    <a:pt x="8189304" y="586769"/>
                  </a:lnTo>
                  <a:lnTo>
                    <a:pt x="8229629" y="607913"/>
                  </a:lnTo>
                  <a:lnTo>
                    <a:pt x="8283407" y="639382"/>
                  </a:lnTo>
                  <a:lnTo>
                    <a:pt x="8335650" y="673611"/>
                  </a:lnTo>
                  <a:lnTo>
                    <a:pt x="8386856" y="710650"/>
                  </a:lnTo>
                  <a:lnTo>
                    <a:pt x="8437411" y="750484"/>
                  </a:lnTo>
                  <a:lnTo>
                    <a:pt x="8487601" y="793022"/>
                  </a:lnTo>
                  <a:lnTo>
                    <a:pt x="8537634" y="838091"/>
                  </a:lnTo>
                  <a:lnTo>
                    <a:pt x="8587648" y="885437"/>
                  </a:lnTo>
                  <a:lnTo>
                    <a:pt x="8637721" y="934722"/>
                  </a:lnTo>
                  <a:lnTo>
                    <a:pt x="8687883" y="985536"/>
                  </a:lnTo>
                  <a:lnTo>
                    <a:pt x="8738127" y="1037408"/>
                  </a:lnTo>
                  <a:lnTo>
                    <a:pt x="8788417" y="1089820"/>
                  </a:lnTo>
                  <a:lnTo>
                    <a:pt x="8838708" y="1142235"/>
                  </a:lnTo>
                  <a:lnTo>
                    <a:pt x="8888951" y="1194114"/>
                  </a:lnTo>
                  <a:lnTo>
                    <a:pt x="8939114" y="1244940"/>
                  </a:lnTo>
                  <a:lnTo>
                    <a:pt x="8989188" y="1294240"/>
                  </a:lnTo>
                  <a:lnTo>
                    <a:pt x="9039202" y="1341605"/>
                  </a:lnTo>
                  <a:lnTo>
                    <a:pt x="9089235" y="1386695"/>
                  </a:lnTo>
                  <a:lnTo>
                    <a:pt x="9139423" y="1429256"/>
                  </a:lnTo>
                  <a:lnTo>
                    <a:pt x="9189973" y="1469114"/>
                  </a:lnTo>
                  <a:lnTo>
                    <a:pt x="9241172" y="1506178"/>
                  </a:lnTo>
                  <a:lnTo>
                    <a:pt x="9293404" y="1540431"/>
                  </a:lnTo>
                  <a:lnTo>
                    <a:pt x="9347166" y="1571925"/>
                  </a:lnTo>
                  <a:lnTo>
                    <a:pt x="9347647" y="1572190"/>
                  </a:lnTo>
                  <a:lnTo>
                    <a:pt x="9399322" y="1598911"/>
                  </a:lnTo>
                  <a:lnTo>
                    <a:pt x="9453426" y="1623323"/>
                  </a:lnTo>
                  <a:lnTo>
                    <a:pt x="9510634" y="1645506"/>
                  </a:lnTo>
                  <a:lnTo>
                    <a:pt x="9571690" y="1665617"/>
                  </a:lnTo>
                  <a:lnTo>
                    <a:pt x="9637362" y="1683847"/>
                  </a:lnTo>
                  <a:lnTo>
                    <a:pt x="9708404" y="1700388"/>
                  </a:lnTo>
                  <a:lnTo>
                    <a:pt x="9785507" y="1715426"/>
                  </a:lnTo>
                  <a:lnTo>
                    <a:pt x="9869228" y="1729120"/>
                  </a:lnTo>
                  <a:lnTo>
                    <a:pt x="9959903" y="1741606"/>
                  </a:lnTo>
                  <a:lnTo>
                    <a:pt x="10057531" y="1752987"/>
                  </a:lnTo>
                  <a:lnTo>
                    <a:pt x="10161639" y="1763334"/>
                  </a:lnTo>
                  <a:lnTo>
                    <a:pt x="10271140" y="1772686"/>
                  </a:lnTo>
                  <a:lnTo>
                    <a:pt x="10384201" y="1781057"/>
                  </a:lnTo>
                  <a:lnTo>
                    <a:pt x="10498194" y="1788436"/>
                  </a:lnTo>
                  <a:lnTo>
                    <a:pt x="10609748" y="1794803"/>
                  </a:lnTo>
                  <a:lnTo>
                    <a:pt x="10714974" y="1800140"/>
                  </a:lnTo>
                  <a:lnTo>
                    <a:pt x="10809875" y="1804447"/>
                  </a:lnTo>
                  <a:lnTo>
                    <a:pt x="10890889" y="1807757"/>
                  </a:lnTo>
                  <a:lnTo>
                    <a:pt x="10955470" y="1810145"/>
                  </a:lnTo>
                  <a:lnTo>
                    <a:pt x="11002562" y="1811728"/>
                  </a:lnTo>
                  <a:lnTo>
                    <a:pt x="11032854" y="1812656"/>
                  </a:lnTo>
                  <a:lnTo>
                    <a:pt x="11048782" y="1813103"/>
                  </a:lnTo>
                  <a:lnTo>
                    <a:pt x="11054345" y="1813246"/>
                  </a:lnTo>
                  <a:lnTo>
                    <a:pt x="11054891" y="1813259"/>
                  </a:lnTo>
                  <a:lnTo>
                    <a:pt x="12049831" y="1813259"/>
                  </a:lnTo>
                  <a:lnTo>
                    <a:pt x="12049831" y="18132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3" name="pl802"/>
            <p:cNvSpPr/>
            <p:nvPr/>
          </p:nvSpPr>
          <p:spPr>
            <a:xfrm>
              <a:off x="1199187" y="1692560"/>
              <a:ext cx="12049831" cy="1813259"/>
            </a:xfrm>
            <a:custGeom>
              <a:avLst/>
              <a:pathLst>
                <a:path w="12049831" h="1813259">
                  <a:moveTo>
                    <a:pt x="12049831" y="1813259"/>
                  </a:moveTo>
                  <a:lnTo>
                    <a:pt x="11054891" y="1813259"/>
                  </a:lnTo>
                  <a:lnTo>
                    <a:pt x="11053771" y="1813232"/>
                  </a:lnTo>
                  <a:lnTo>
                    <a:pt x="11046378" y="1813038"/>
                  </a:lnTo>
                  <a:lnTo>
                    <a:pt x="11027635" y="1812502"/>
                  </a:lnTo>
                  <a:lnTo>
                    <a:pt x="10993861" y="1811447"/>
                  </a:lnTo>
                  <a:lnTo>
                    <a:pt x="10942988" y="1809702"/>
                  </a:lnTo>
                  <a:lnTo>
                    <a:pt x="10874710" y="1807123"/>
                  </a:lnTo>
                  <a:lnTo>
                    <a:pt x="10790436" y="1803602"/>
                  </a:lnTo>
                  <a:lnTo>
                    <a:pt x="10692978" y="1799075"/>
                  </a:lnTo>
                  <a:lnTo>
                    <a:pt x="10586043" y="1793514"/>
                  </a:lnTo>
                  <a:lnTo>
                    <a:pt x="10473646" y="1786927"/>
                  </a:lnTo>
                  <a:lnTo>
                    <a:pt x="10359592" y="1779332"/>
                  </a:lnTo>
                  <a:lnTo>
                    <a:pt x="10247104" y="1770749"/>
                  </a:lnTo>
                  <a:lnTo>
                    <a:pt x="10138641" y="1761183"/>
                  </a:lnTo>
                  <a:lnTo>
                    <a:pt x="10035863" y="1750617"/>
                  </a:lnTo>
                  <a:lnTo>
                    <a:pt x="9939716" y="1739005"/>
                  </a:lnTo>
                  <a:lnTo>
                    <a:pt x="9850557" y="1726268"/>
                  </a:lnTo>
                  <a:lnTo>
                    <a:pt x="9768304" y="1712295"/>
                  </a:lnTo>
                  <a:lnTo>
                    <a:pt x="9692564" y="1696948"/>
                  </a:lnTo>
                  <a:lnTo>
                    <a:pt x="9622743" y="1680057"/>
                  </a:lnTo>
                  <a:lnTo>
                    <a:pt x="9558134" y="1661438"/>
                  </a:lnTo>
                  <a:lnTo>
                    <a:pt x="9497974" y="1640894"/>
                  </a:lnTo>
                  <a:lnTo>
                    <a:pt x="9441497" y="1618241"/>
                  </a:lnTo>
                  <a:lnTo>
                    <a:pt x="9387973" y="1593334"/>
                  </a:lnTo>
                  <a:lnTo>
                    <a:pt x="9347647" y="1572190"/>
                  </a:lnTo>
                  <a:lnTo>
                    <a:pt x="9293869" y="1540720"/>
                  </a:lnTo>
                  <a:lnTo>
                    <a:pt x="9241627" y="1506492"/>
                  </a:lnTo>
                  <a:lnTo>
                    <a:pt x="9190420" y="1469453"/>
                  </a:lnTo>
                  <a:lnTo>
                    <a:pt x="9139866" y="1429619"/>
                  </a:lnTo>
                  <a:lnTo>
                    <a:pt x="9089676" y="1387081"/>
                  </a:lnTo>
                  <a:lnTo>
                    <a:pt x="9039642" y="1342012"/>
                  </a:lnTo>
                  <a:lnTo>
                    <a:pt x="8989628" y="1294666"/>
                  </a:lnTo>
                  <a:lnTo>
                    <a:pt x="8939555" y="1245381"/>
                  </a:lnTo>
                  <a:lnTo>
                    <a:pt x="8889393" y="1194566"/>
                  </a:lnTo>
                  <a:lnTo>
                    <a:pt x="8839150" y="1142695"/>
                  </a:lnTo>
                  <a:lnTo>
                    <a:pt x="8788860" y="1090282"/>
                  </a:lnTo>
                  <a:lnTo>
                    <a:pt x="8738569" y="1037867"/>
                  </a:lnTo>
                  <a:lnTo>
                    <a:pt x="8688325" y="985989"/>
                  </a:lnTo>
                  <a:lnTo>
                    <a:pt x="8638162" y="935163"/>
                  </a:lnTo>
                  <a:lnTo>
                    <a:pt x="8588088" y="885863"/>
                  </a:lnTo>
                  <a:lnTo>
                    <a:pt x="8538074" y="838498"/>
                  </a:lnTo>
                  <a:lnTo>
                    <a:pt x="8488042" y="793408"/>
                  </a:lnTo>
                  <a:lnTo>
                    <a:pt x="8437854" y="750847"/>
                  </a:lnTo>
                  <a:lnTo>
                    <a:pt x="8387304" y="710988"/>
                  </a:lnTo>
                  <a:lnTo>
                    <a:pt x="8336104" y="673925"/>
                  </a:lnTo>
                  <a:lnTo>
                    <a:pt x="8283873" y="639671"/>
                  </a:lnTo>
                  <a:lnTo>
                    <a:pt x="8230111" y="608178"/>
                  </a:lnTo>
                  <a:lnTo>
                    <a:pt x="8229629" y="607913"/>
                  </a:lnTo>
                  <a:lnTo>
                    <a:pt x="8177955" y="581192"/>
                  </a:lnTo>
                  <a:lnTo>
                    <a:pt x="8123851" y="556780"/>
                  </a:lnTo>
                  <a:lnTo>
                    <a:pt x="8066642" y="534597"/>
                  </a:lnTo>
                  <a:lnTo>
                    <a:pt x="8005587" y="514486"/>
                  </a:lnTo>
                  <a:lnTo>
                    <a:pt x="7939915" y="496256"/>
                  </a:lnTo>
                  <a:lnTo>
                    <a:pt x="7868872" y="479715"/>
                  </a:lnTo>
                  <a:lnTo>
                    <a:pt x="7791769" y="464677"/>
                  </a:lnTo>
                  <a:lnTo>
                    <a:pt x="7708049" y="450983"/>
                  </a:lnTo>
                  <a:lnTo>
                    <a:pt x="7617374" y="438497"/>
                  </a:lnTo>
                  <a:lnTo>
                    <a:pt x="7519746" y="427116"/>
                  </a:lnTo>
                  <a:lnTo>
                    <a:pt x="7415637" y="416769"/>
                  </a:lnTo>
                  <a:lnTo>
                    <a:pt x="7306137" y="407416"/>
                  </a:lnTo>
                  <a:lnTo>
                    <a:pt x="7193075" y="399046"/>
                  </a:lnTo>
                  <a:lnTo>
                    <a:pt x="7079082" y="391666"/>
                  </a:lnTo>
                  <a:lnTo>
                    <a:pt x="6967529" y="385299"/>
                  </a:lnTo>
                  <a:lnTo>
                    <a:pt x="6862303" y="379963"/>
                  </a:lnTo>
                  <a:lnTo>
                    <a:pt x="6767401" y="375656"/>
                  </a:lnTo>
                  <a:lnTo>
                    <a:pt x="6686387" y="372346"/>
                  </a:lnTo>
                  <a:lnTo>
                    <a:pt x="6621806" y="369958"/>
                  </a:lnTo>
                  <a:lnTo>
                    <a:pt x="6574715" y="368375"/>
                  </a:lnTo>
                  <a:lnTo>
                    <a:pt x="6544423" y="367447"/>
                  </a:lnTo>
                  <a:lnTo>
                    <a:pt x="6528494" y="367000"/>
                  </a:lnTo>
                  <a:lnTo>
                    <a:pt x="6522931" y="366857"/>
                  </a:lnTo>
                  <a:lnTo>
                    <a:pt x="6522385" y="366844"/>
                  </a:lnTo>
                  <a:lnTo>
                    <a:pt x="5527445" y="366844"/>
                  </a:lnTo>
                  <a:lnTo>
                    <a:pt x="5526310" y="366837"/>
                  </a:lnTo>
                  <a:lnTo>
                    <a:pt x="5518817" y="366787"/>
                  </a:lnTo>
                  <a:lnTo>
                    <a:pt x="5499830" y="366649"/>
                  </a:lnTo>
                  <a:lnTo>
                    <a:pt x="5465633" y="366378"/>
                  </a:lnTo>
                  <a:lnTo>
                    <a:pt x="5414157" y="365929"/>
                  </a:lnTo>
                  <a:lnTo>
                    <a:pt x="5345131" y="365266"/>
                  </a:lnTo>
                  <a:lnTo>
                    <a:pt x="5260023" y="364362"/>
                  </a:lnTo>
                  <a:lnTo>
                    <a:pt x="5161720" y="363199"/>
                  </a:lnTo>
                  <a:lnTo>
                    <a:pt x="5053999" y="361772"/>
                  </a:lnTo>
                  <a:lnTo>
                    <a:pt x="4940933" y="360082"/>
                  </a:lnTo>
                  <a:lnTo>
                    <a:pt x="4826360" y="358135"/>
                  </a:lnTo>
                  <a:lnTo>
                    <a:pt x="4713513" y="355934"/>
                  </a:lnTo>
                  <a:lnTo>
                    <a:pt x="4604841" y="353482"/>
                  </a:lnTo>
                  <a:lnTo>
                    <a:pt x="4501984" y="350774"/>
                  </a:lnTo>
                  <a:lnTo>
                    <a:pt x="4405857" y="347797"/>
                  </a:lnTo>
                  <a:lnTo>
                    <a:pt x="4316791" y="344530"/>
                  </a:lnTo>
                  <a:lnTo>
                    <a:pt x="4234673" y="340944"/>
                  </a:lnTo>
                  <a:lnTo>
                    <a:pt x="4159088" y="337004"/>
                  </a:lnTo>
                  <a:lnTo>
                    <a:pt x="4089421" y="332664"/>
                  </a:lnTo>
                  <a:lnTo>
                    <a:pt x="4024947" y="327878"/>
                  </a:lnTo>
                  <a:lnTo>
                    <a:pt x="3964893" y="322594"/>
                  </a:lnTo>
                  <a:lnTo>
                    <a:pt x="3908481" y="316767"/>
                  </a:lnTo>
                  <a:lnTo>
                    <a:pt x="3854978" y="310359"/>
                  </a:lnTo>
                  <a:lnTo>
                    <a:pt x="3820202" y="305703"/>
                  </a:lnTo>
                  <a:lnTo>
                    <a:pt x="3759251" y="296584"/>
                  </a:lnTo>
                  <a:lnTo>
                    <a:pt x="3700188" y="286560"/>
                  </a:lnTo>
                  <a:lnTo>
                    <a:pt x="3642317" y="275615"/>
                  </a:lnTo>
                  <a:lnTo>
                    <a:pt x="3585125" y="263766"/>
                  </a:lnTo>
                  <a:lnTo>
                    <a:pt x="3528248" y="251060"/>
                  </a:lnTo>
                  <a:lnTo>
                    <a:pt x="3471446" y="237580"/>
                  </a:lnTo>
                  <a:lnTo>
                    <a:pt x="3414583" y="223444"/>
                  </a:lnTo>
                  <a:lnTo>
                    <a:pt x="3357606" y="208800"/>
                  </a:lnTo>
                  <a:lnTo>
                    <a:pt x="3300529" y="193826"/>
                  </a:lnTo>
                  <a:lnTo>
                    <a:pt x="3243404" y="178713"/>
                  </a:lnTo>
                  <a:lnTo>
                    <a:pt x="3186300" y="163663"/>
                  </a:lnTo>
                  <a:lnTo>
                    <a:pt x="3129282" y="148873"/>
                  </a:lnTo>
                  <a:lnTo>
                    <a:pt x="3072378" y="134526"/>
                  </a:lnTo>
                  <a:lnTo>
                    <a:pt x="3015564" y="120783"/>
                  </a:lnTo>
                  <a:lnTo>
                    <a:pt x="2958737" y="107774"/>
                  </a:lnTo>
                  <a:lnTo>
                    <a:pt x="2901700" y="95594"/>
                  </a:lnTo>
                  <a:lnTo>
                    <a:pt x="2844136" y="84304"/>
                  </a:lnTo>
                  <a:lnTo>
                    <a:pt x="2785594" y="73933"/>
                  </a:lnTo>
                  <a:lnTo>
                    <a:pt x="2725451" y="64476"/>
                  </a:lnTo>
                  <a:lnTo>
                    <a:pt x="2702183" y="61140"/>
                  </a:lnTo>
                  <a:lnTo>
                    <a:pt x="2650265" y="54333"/>
                  </a:lnTo>
                  <a:lnTo>
                    <a:pt x="2595891" y="48117"/>
                  </a:lnTo>
                  <a:lnTo>
                    <a:pt x="2538377" y="42471"/>
                  </a:lnTo>
                  <a:lnTo>
                    <a:pt x="2476970" y="37355"/>
                  </a:lnTo>
                  <a:lnTo>
                    <a:pt x="2410889" y="32720"/>
                  </a:lnTo>
                  <a:lnTo>
                    <a:pt x="2339371" y="28515"/>
                  </a:lnTo>
                  <a:lnTo>
                    <a:pt x="2261719" y="24695"/>
                  </a:lnTo>
                  <a:lnTo>
                    <a:pt x="2177372" y="21217"/>
                  </a:lnTo>
                  <a:lnTo>
                    <a:pt x="2086001" y="18047"/>
                  </a:lnTo>
                  <a:lnTo>
                    <a:pt x="1987621" y="15159"/>
                  </a:lnTo>
                  <a:lnTo>
                    <a:pt x="1882737" y="12535"/>
                  </a:lnTo>
                  <a:lnTo>
                    <a:pt x="1772488" y="10165"/>
                  </a:lnTo>
                  <a:lnTo>
                    <a:pt x="1658771" y="8047"/>
                  </a:lnTo>
                  <a:lnTo>
                    <a:pt x="1544299" y="6183"/>
                  </a:lnTo>
                  <a:lnTo>
                    <a:pt x="1432531" y="4578"/>
                  </a:lnTo>
                  <a:lnTo>
                    <a:pt x="1327431" y="3237"/>
                  </a:lnTo>
                  <a:lnTo>
                    <a:pt x="1233041" y="2159"/>
                  </a:lnTo>
                  <a:lnTo>
                    <a:pt x="1152911" y="1336"/>
                  </a:lnTo>
                  <a:lnTo>
                    <a:pt x="1089518" y="746"/>
                  </a:lnTo>
                  <a:lnTo>
                    <a:pt x="1043786" y="360"/>
                  </a:lnTo>
                  <a:lnTo>
                    <a:pt x="1014853" y="137"/>
                  </a:lnTo>
                  <a:lnTo>
                    <a:pt x="1000088" y="33"/>
                  </a:lnTo>
                  <a:lnTo>
                    <a:pt x="995294" y="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4" name="pg803"/>
            <p:cNvSpPr/>
            <p:nvPr/>
          </p:nvSpPr>
          <p:spPr>
            <a:xfrm>
              <a:off x="1199187" y="1697800"/>
              <a:ext cx="12049831" cy="2085772"/>
            </a:xfrm>
            <a:custGeom>
              <a:avLst/>
              <a:pathLst>
                <a:path w="12049831" h="2085772">
                  <a:moveTo>
                    <a:pt x="0" y="5240"/>
                  </a:moveTo>
                  <a:lnTo>
                    <a:pt x="994940" y="5240"/>
                  </a:lnTo>
                  <a:lnTo>
                    <a:pt x="996075" y="5248"/>
                  </a:lnTo>
                  <a:lnTo>
                    <a:pt x="1003567" y="5300"/>
                  </a:lnTo>
                  <a:lnTo>
                    <a:pt x="1022552" y="5446"/>
                  </a:lnTo>
                  <a:lnTo>
                    <a:pt x="1056746" y="5733"/>
                  </a:lnTo>
                  <a:lnTo>
                    <a:pt x="1108217" y="6207"/>
                  </a:lnTo>
                  <a:lnTo>
                    <a:pt x="1177237" y="6908"/>
                  </a:lnTo>
                  <a:lnTo>
                    <a:pt x="1262338" y="7864"/>
                  </a:lnTo>
                  <a:lnTo>
                    <a:pt x="1360634" y="9093"/>
                  </a:lnTo>
                  <a:lnTo>
                    <a:pt x="1468349" y="10601"/>
                  </a:lnTo>
                  <a:lnTo>
                    <a:pt x="1581409" y="12388"/>
                  </a:lnTo>
                  <a:lnTo>
                    <a:pt x="1695978" y="14446"/>
                  </a:lnTo>
                  <a:lnTo>
                    <a:pt x="1808821" y="16772"/>
                  </a:lnTo>
                  <a:lnTo>
                    <a:pt x="1917492" y="19364"/>
                  </a:lnTo>
                  <a:lnTo>
                    <a:pt x="2020349" y="22227"/>
                  </a:lnTo>
                  <a:lnTo>
                    <a:pt x="2116476" y="25374"/>
                  </a:lnTo>
                  <a:lnTo>
                    <a:pt x="2205543" y="28827"/>
                  </a:lnTo>
                  <a:lnTo>
                    <a:pt x="2287661" y="32617"/>
                  </a:lnTo>
                  <a:lnTo>
                    <a:pt x="2363248" y="36783"/>
                  </a:lnTo>
                  <a:lnTo>
                    <a:pt x="2432916" y="41370"/>
                  </a:lnTo>
                  <a:lnTo>
                    <a:pt x="2497391" y="46429"/>
                  </a:lnTo>
                  <a:lnTo>
                    <a:pt x="2557446" y="52014"/>
                  </a:lnTo>
                  <a:lnTo>
                    <a:pt x="2613858" y="58174"/>
                  </a:lnTo>
                  <a:lnTo>
                    <a:pt x="2667362" y="64946"/>
                  </a:lnTo>
                  <a:lnTo>
                    <a:pt x="2702183" y="69875"/>
                  </a:lnTo>
                  <a:lnTo>
                    <a:pt x="2763054" y="79501"/>
                  </a:lnTo>
                  <a:lnTo>
                    <a:pt x="2822041" y="90082"/>
                  </a:lnTo>
                  <a:lnTo>
                    <a:pt x="2879837" y="101633"/>
                  </a:lnTo>
                  <a:lnTo>
                    <a:pt x="2936955" y="114139"/>
                  </a:lnTo>
                  <a:lnTo>
                    <a:pt x="2993757" y="127548"/>
                  </a:lnTo>
                  <a:lnTo>
                    <a:pt x="3050483" y="141773"/>
                  </a:lnTo>
                  <a:lnTo>
                    <a:pt x="3107270" y="156692"/>
                  </a:lnTo>
                  <a:lnTo>
                    <a:pt x="3164168" y="172147"/>
                  </a:lnTo>
                  <a:lnTo>
                    <a:pt x="3221169" y="187953"/>
                  </a:lnTo>
                  <a:lnTo>
                    <a:pt x="3278217" y="203908"/>
                  </a:lnTo>
                  <a:lnTo>
                    <a:pt x="3335245" y="219799"/>
                  </a:lnTo>
                  <a:lnTo>
                    <a:pt x="3392189" y="235419"/>
                  </a:lnTo>
                  <a:lnTo>
                    <a:pt x="3449018" y="250574"/>
                  </a:lnTo>
                  <a:lnTo>
                    <a:pt x="3505758" y="265096"/>
                  </a:lnTo>
                  <a:lnTo>
                    <a:pt x="3562506" y="278847"/>
                  </a:lnTo>
                  <a:lnTo>
                    <a:pt x="3619461" y="291725"/>
                  </a:lnTo>
                  <a:lnTo>
                    <a:pt x="3676931" y="303664"/>
                  </a:lnTo>
                  <a:lnTo>
                    <a:pt x="3735366" y="314636"/>
                  </a:lnTo>
                  <a:lnTo>
                    <a:pt x="3795380" y="324644"/>
                  </a:lnTo>
                  <a:lnTo>
                    <a:pt x="3820202" y="328413"/>
                  </a:lnTo>
                  <a:lnTo>
                    <a:pt x="3872118" y="335608"/>
                  </a:lnTo>
                  <a:lnTo>
                    <a:pt x="3926490" y="342179"/>
                  </a:lnTo>
                  <a:lnTo>
                    <a:pt x="3984001" y="348148"/>
                  </a:lnTo>
                  <a:lnTo>
                    <a:pt x="4045405" y="353556"/>
                  </a:lnTo>
                  <a:lnTo>
                    <a:pt x="4111483" y="358456"/>
                  </a:lnTo>
                  <a:lnTo>
                    <a:pt x="4182997" y="362901"/>
                  </a:lnTo>
                  <a:lnTo>
                    <a:pt x="4260645" y="366940"/>
                  </a:lnTo>
                  <a:lnTo>
                    <a:pt x="4344986" y="370617"/>
                  </a:lnTo>
                  <a:lnTo>
                    <a:pt x="4436352" y="373967"/>
                  </a:lnTo>
                  <a:lnTo>
                    <a:pt x="4534725" y="377020"/>
                  </a:lnTo>
                  <a:lnTo>
                    <a:pt x="4639603" y="379794"/>
                  </a:lnTo>
                  <a:lnTo>
                    <a:pt x="4749846" y="382299"/>
                  </a:lnTo>
                  <a:lnTo>
                    <a:pt x="4863558" y="384539"/>
                  </a:lnTo>
                  <a:lnTo>
                    <a:pt x="4978027" y="386510"/>
                  </a:lnTo>
                  <a:lnTo>
                    <a:pt x="5089792" y="388206"/>
                  </a:lnTo>
                  <a:lnTo>
                    <a:pt x="5194893" y="389624"/>
                  </a:lnTo>
                  <a:lnTo>
                    <a:pt x="5289288" y="390763"/>
                  </a:lnTo>
                  <a:lnTo>
                    <a:pt x="5369425" y="391634"/>
                  </a:lnTo>
                  <a:lnTo>
                    <a:pt x="5432828" y="392257"/>
                  </a:lnTo>
                  <a:lnTo>
                    <a:pt x="5478571" y="392666"/>
                  </a:lnTo>
                  <a:lnTo>
                    <a:pt x="5507516" y="392902"/>
                  </a:lnTo>
                  <a:lnTo>
                    <a:pt x="5522289" y="393012"/>
                  </a:lnTo>
                  <a:lnTo>
                    <a:pt x="5527090" y="393045"/>
                  </a:lnTo>
                  <a:lnTo>
                    <a:pt x="5527445" y="393047"/>
                  </a:lnTo>
                  <a:lnTo>
                    <a:pt x="6522385" y="393047"/>
                  </a:lnTo>
                  <a:lnTo>
                    <a:pt x="6523500" y="393079"/>
                  </a:lnTo>
                  <a:lnTo>
                    <a:pt x="6530855" y="393304"/>
                  </a:lnTo>
                  <a:lnTo>
                    <a:pt x="6549503" y="393928"/>
                  </a:lnTo>
                  <a:lnTo>
                    <a:pt x="6583113" y="395156"/>
                  </a:lnTo>
                  <a:lnTo>
                    <a:pt x="6633753" y="397187"/>
                  </a:lnTo>
                  <a:lnTo>
                    <a:pt x="6701741" y="400189"/>
                  </a:lnTo>
                  <a:lnTo>
                    <a:pt x="6785691" y="404289"/>
                  </a:lnTo>
                  <a:lnTo>
                    <a:pt x="6882819" y="409562"/>
                  </a:lnTo>
                  <a:lnTo>
                    <a:pt x="6989449" y="416039"/>
                  </a:lnTo>
                  <a:lnTo>
                    <a:pt x="7101585" y="423714"/>
                  </a:lnTo>
                  <a:lnTo>
                    <a:pt x="7215435" y="432564"/>
                  </a:lnTo>
                  <a:lnTo>
                    <a:pt x="7327780" y="442567"/>
                  </a:lnTo>
                  <a:lnTo>
                    <a:pt x="7436160" y="453716"/>
                  </a:lnTo>
                  <a:lnTo>
                    <a:pt x="7538905" y="466030"/>
                  </a:lnTo>
                  <a:lnTo>
                    <a:pt x="7635058" y="479562"/>
                  </a:lnTo>
                  <a:lnTo>
                    <a:pt x="7724252" y="494404"/>
                  </a:lnTo>
                  <a:lnTo>
                    <a:pt x="7806557" y="510681"/>
                  </a:lnTo>
                  <a:lnTo>
                    <a:pt x="7882358" y="528556"/>
                  </a:lnTo>
                  <a:lnTo>
                    <a:pt x="7952238" y="548224"/>
                  </a:lnTo>
                  <a:lnTo>
                    <a:pt x="8016901" y="569900"/>
                  </a:lnTo>
                  <a:lnTo>
                    <a:pt x="8077103" y="593812"/>
                  </a:lnTo>
                  <a:lnTo>
                    <a:pt x="8133606" y="620176"/>
                  </a:lnTo>
                  <a:lnTo>
                    <a:pt x="8187140" y="649164"/>
                  </a:lnTo>
                  <a:lnTo>
                    <a:pt x="8229629" y="675168"/>
                  </a:lnTo>
                  <a:lnTo>
                    <a:pt x="8281504" y="710617"/>
                  </a:lnTo>
                  <a:lnTo>
                    <a:pt x="8331935" y="749065"/>
                  </a:lnTo>
                  <a:lnTo>
                    <a:pt x="8381373" y="790568"/>
                  </a:lnTo>
                  <a:lnTo>
                    <a:pt x="8430172" y="835118"/>
                  </a:lnTo>
                  <a:lnTo>
                    <a:pt x="8478599" y="882628"/>
                  </a:lnTo>
                  <a:lnTo>
                    <a:pt x="8526851" y="932933"/>
                  </a:lnTo>
                  <a:lnTo>
                    <a:pt x="8575063" y="985782"/>
                  </a:lnTo>
                  <a:lnTo>
                    <a:pt x="8623317" y="1040841"/>
                  </a:lnTo>
                  <a:lnTo>
                    <a:pt x="8671650" y="1097700"/>
                  </a:lnTo>
                  <a:lnTo>
                    <a:pt x="8720063" y="1155881"/>
                  </a:lnTo>
                  <a:lnTo>
                    <a:pt x="8768534" y="1214856"/>
                  </a:lnTo>
                  <a:lnTo>
                    <a:pt x="8817023" y="1274068"/>
                  </a:lnTo>
                  <a:lnTo>
                    <a:pt x="8865487" y="1332947"/>
                  </a:lnTo>
                  <a:lnTo>
                    <a:pt x="8913888" y="1390938"/>
                  </a:lnTo>
                  <a:lnTo>
                    <a:pt x="8962206" y="1447521"/>
                  </a:lnTo>
                  <a:lnTo>
                    <a:pt x="9010449" y="1502230"/>
                  </a:lnTo>
                  <a:lnTo>
                    <a:pt x="9058661" y="1554666"/>
                  </a:lnTo>
                  <a:lnTo>
                    <a:pt x="9106932" y="1604509"/>
                  </a:lnTo>
                  <a:lnTo>
                    <a:pt x="9155407" y="1651523"/>
                  </a:lnTo>
                  <a:lnTo>
                    <a:pt x="9204294" y="1695556"/>
                  </a:lnTo>
                  <a:lnTo>
                    <a:pt x="9253874" y="1736536"/>
                  </a:lnTo>
                  <a:lnTo>
                    <a:pt x="9304516" y="1774466"/>
                  </a:lnTo>
                  <a:lnTo>
                    <a:pt x="9347647" y="1803651"/>
                  </a:lnTo>
                  <a:lnTo>
                    <a:pt x="9399227" y="1834869"/>
                  </a:lnTo>
                  <a:lnTo>
                    <a:pt x="9453226" y="1863393"/>
                  </a:lnTo>
                  <a:lnTo>
                    <a:pt x="9510316" y="1889319"/>
                  </a:lnTo>
                  <a:lnTo>
                    <a:pt x="9571235" y="1912827"/>
                  </a:lnTo>
                  <a:lnTo>
                    <a:pt x="9636749" y="1934139"/>
                  </a:lnTo>
                  <a:lnTo>
                    <a:pt x="9707607" y="1953481"/>
                  </a:lnTo>
                  <a:lnTo>
                    <a:pt x="9784497" y="1971067"/>
                  </a:lnTo>
                  <a:lnTo>
                    <a:pt x="9867975" y="1987085"/>
                  </a:lnTo>
                  <a:lnTo>
                    <a:pt x="9958379" y="2001691"/>
                  </a:lnTo>
                  <a:lnTo>
                    <a:pt x="10055716" y="2015007"/>
                  </a:lnTo>
                  <a:lnTo>
                    <a:pt x="10159523" y="2027117"/>
                  </a:lnTo>
                  <a:lnTo>
                    <a:pt x="10268731" y="2038066"/>
                  </a:lnTo>
                  <a:lnTo>
                    <a:pt x="10381536" y="2047871"/>
                  </a:lnTo>
                  <a:lnTo>
                    <a:pt x="10495339" y="2056519"/>
                  </a:lnTo>
                  <a:lnTo>
                    <a:pt x="10606804" y="2063988"/>
                  </a:lnTo>
                  <a:lnTo>
                    <a:pt x="10712072" y="2070256"/>
                  </a:lnTo>
                  <a:lnTo>
                    <a:pt x="10807164" y="2075323"/>
                  </a:lnTo>
                  <a:lnTo>
                    <a:pt x="10888515" y="2079225"/>
                  </a:lnTo>
                  <a:lnTo>
                    <a:pt x="10953551" y="2082049"/>
                  </a:lnTo>
                  <a:lnTo>
                    <a:pt x="11001169" y="2083928"/>
                  </a:lnTo>
                  <a:lnTo>
                    <a:pt x="11031991" y="2085037"/>
                  </a:lnTo>
                  <a:lnTo>
                    <a:pt x="11048380" y="2085576"/>
                  </a:lnTo>
                  <a:lnTo>
                    <a:pt x="11054256" y="2085754"/>
                  </a:lnTo>
                  <a:lnTo>
                    <a:pt x="11054891" y="2085772"/>
                  </a:lnTo>
                  <a:lnTo>
                    <a:pt x="12049831" y="2085772"/>
                  </a:lnTo>
                  <a:lnTo>
                    <a:pt x="12049831" y="2080531"/>
                  </a:lnTo>
                  <a:lnTo>
                    <a:pt x="11054891" y="2080531"/>
                  </a:lnTo>
                  <a:lnTo>
                    <a:pt x="11053777" y="2080500"/>
                  </a:lnTo>
                  <a:lnTo>
                    <a:pt x="11046422" y="2080274"/>
                  </a:lnTo>
                  <a:lnTo>
                    <a:pt x="11027773" y="2079651"/>
                  </a:lnTo>
                  <a:lnTo>
                    <a:pt x="10994163" y="2078422"/>
                  </a:lnTo>
                  <a:lnTo>
                    <a:pt x="10943523" y="2076391"/>
                  </a:lnTo>
                  <a:lnTo>
                    <a:pt x="10875536" y="2073389"/>
                  </a:lnTo>
                  <a:lnTo>
                    <a:pt x="10791586" y="2069289"/>
                  </a:lnTo>
                  <a:lnTo>
                    <a:pt x="10694457" y="2064016"/>
                  </a:lnTo>
                  <a:lnTo>
                    <a:pt x="10587827" y="2057539"/>
                  </a:lnTo>
                  <a:lnTo>
                    <a:pt x="10475692" y="2049864"/>
                  </a:lnTo>
                  <a:lnTo>
                    <a:pt x="10361842" y="2041014"/>
                  </a:lnTo>
                  <a:lnTo>
                    <a:pt x="10249496" y="2031011"/>
                  </a:lnTo>
                  <a:lnTo>
                    <a:pt x="10141116" y="2019862"/>
                  </a:lnTo>
                  <a:lnTo>
                    <a:pt x="10038372" y="2007548"/>
                  </a:lnTo>
                  <a:lnTo>
                    <a:pt x="9942218" y="1994016"/>
                  </a:lnTo>
                  <a:lnTo>
                    <a:pt x="9853025" y="1979175"/>
                  </a:lnTo>
                  <a:lnTo>
                    <a:pt x="9770719" y="1962898"/>
                  </a:lnTo>
                  <a:lnTo>
                    <a:pt x="9694919" y="1945022"/>
                  </a:lnTo>
                  <a:lnTo>
                    <a:pt x="9625038" y="1925354"/>
                  </a:lnTo>
                  <a:lnTo>
                    <a:pt x="9560375" y="1903678"/>
                  </a:lnTo>
                  <a:lnTo>
                    <a:pt x="9500174" y="1879766"/>
                  </a:lnTo>
                  <a:lnTo>
                    <a:pt x="9443671" y="1853402"/>
                  </a:lnTo>
                  <a:lnTo>
                    <a:pt x="9390137" y="1824415"/>
                  </a:lnTo>
                  <a:lnTo>
                    <a:pt x="9347647" y="1798410"/>
                  </a:lnTo>
                  <a:lnTo>
                    <a:pt x="9295772" y="1762961"/>
                  </a:lnTo>
                  <a:lnTo>
                    <a:pt x="9245342" y="1724513"/>
                  </a:lnTo>
                  <a:lnTo>
                    <a:pt x="9195903" y="1683010"/>
                  </a:lnTo>
                  <a:lnTo>
                    <a:pt x="9147105" y="1638460"/>
                  </a:lnTo>
                  <a:lnTo>
                    <a:pt x="9098677" y="1590950"/>
                  </a:lnTo>
                  <a:lnTo>
                    <a:pt x="9050425" y="1540645"/>
                  </a:lnTo>
                  <a:lnTo>
                    <a:pt x="9002213" y="1487796"/>
                  </a:lnTo>
                  <a:lnTo>
                    <a:pt x="8953959" y="1432737"/>
                  </a:lnTo>
                  <a:lnTo>
                    <a:pt x="8905627" y="1375878"/>
                  </a:lnTo>
                  <a:lnTo>
                    <a:pt x="8857213" y="1317697"/>
                  </a:lnTo>
                  <a:lnTo>
                    <a:pt x="8808742" y="1258722"/>
                  </a:lnTo>
                  <a:lnTo>
                    <a:pt x="8760253" y="1199510"/>
                  </a:lnTo>
                  <a:lnTo>
                    <a:pt x="8711789" y="1140632"/>
                  </a:lnTo>
                  <a:lnTo>
                    <a:pt x="8663388" y="1082640"/>
                  </a:lnTo>
                  <a:lnTo>
                    <a:pt x="8615070" y="1026057"/>
                  </a:lnTo>
                  <a:lnTo>
                    <a:pt x="8566828" y="971348"/>
                  </a:lnTo>
                  <a:lnTo>
                    <a:pt x="8518616" y="918912"/>
                  </a:lnTo>
                  <a:lnTo>
                    <a:pt x="8470345" y="869069"/>
                  </a:lnTo>
                  <a:lnTo>
                    <a:pt x="8421870" y="822055"/>
                  </a:lnTo>
                  <a:lnTo>
                    <a:pt x="8372983" y="778022"/>
                  </a:lnTo>
                  <a:lnTo>
                    <a:pt x="8323403" y="737042"/>
                  </a:lnTo>
                  <a:lnTo>
                    <a:pt x="8272761" y="699112"/>
                  </a:lnTo>
                  <a:lnTo>
                    <a:pt x="8229629" y="669927"/>
                  </a:lnTo>
                  <a:lnTo>
                    <a:pt x="8178050" y="638709"/>
                  </a:lnTo>
                  <a:lnTo>
                    <a:pt x="8124051" y="610185"/>
                  </a:lnTo>
                  <a:lnTo>
                    <a:pt x="8066961" y="584260"/>
                  </a:lnTo>
                  <a:lnTo>
                    <a:pt x="8006041" y="560751"/>
                  </a:lnTo>
                  <a:lnTo>
                    <a:pt x="7940528" y="539439"/>
                  </a:lnTo>
                  <a:lnTo>
                    <a:pt x="7869670" y="520097"/>
                  </a:lnTo>
                  <a:lnTo>
                    <a:pt x="7792780" y="502511"/>
                  </a:lnTo>
                  <a:lnTo>
                    <a:pt x="7709302" y="486493"/>
                  </a:lnTo>
                  <a:lnTo>
                    <a:pt x="7618897" y="471887"/>
                  </a:lnTo>
                  <a:lnTo>
                    <a:pt x="7521561" y="458571"/>
                  </a:lnTo>
                  <a:lnTo>
                    <a:pt x="7417753" y="446462"/>
                  </a:lnTo>
                  <a:lnTo>
                    <a:pt x="7308545" y="435512"/>
                  </a:lnTo>
                  <a:lnTo>
                    <a:pt x="7195741" y="425707"/>
                  </a:lnTo>
                  <a:lnTo>
                    <a:pt x="7081937" y="417059"/>
                  </a:lnTo>
                  <a:lnTo>
                    <a:pt x="6970473" y="409590"/>
                  </a:lnTo>
                  <a:lnTo>
                    <a:pt x="6865204" y="403322"/>
                  </a:lnTo>
                  <a:lnTo>
                    <a:pt x="6770113" y="398256"/>
                  </a:lnTo>
                  <a:lnTo>
                    <a:pt x="6688762" y="394353"/>
                  </a:lnTo>
                  <a:lnTo>
                    <a:pt x="6623725" y="391530"/>
                  </a:lnTo>
                  <a:lnTo>
                    <a:pt x="6576108" y="389651"/>
                  </a:lnTo>
                  <a:lnTo>
                    <a:pt x="6545285" y="388542"/>
                  </a:lnTo>
                  <a:lnTo>
                    <a:pt x="6528897" y="388002"/>
                  </a:lnTo>
                  <a:lnTo>
                    <a:pt x="6523021" y="387824"/>
                  </a:lnTo>
                  <a:lnTo>
                    <a:pt x="6522385" y="387806"/>
                  </a:lnTo>
                  <a:lnTo>
                    <a:pt x="5527445" y="387806"/>
                  </a:lnTo>
                  <a:lnTo>
                    <a:pt x="5526310" y="387799"/>
                  </a:lnTo>
                  <a:lnTo>
                    <a:pt x="5518818" y="387746"/>
                  </a:lnTo>
                  <a:lnTo>
                    <a:pt x="5499833" y="387601"/>
                  </a:lnTo>
                  <a:lnTo>
                    <a:pt x="5465639" y="387314"/>
                  </a:lnTo>
                  <a:lnTo>
                    <a:pt x="5414168" y="386839"/>
                  </a:lnTo>
                  <a:lnTo>
                    <a:pt x="5345148" y="386139"/>
                  </a:lnTo>
                  <a:lnTo>
                    <a:pt x="5260047" y="385183"/>
                  </a:lnTo>
                  <a:lnTo>
                    <a:pt x="5161751" y="383954"/>
                  </a:lnTo>
                  <a:lnTo>
                    <a:pt x="5054036" y="382445"/>
                  </a:lnTo>
                  <a:lnTo>
                    <a:pt x="4940976" y="380659"/>
                  </a:lnTo>
                  <a:lnTo>
                    <a:pt x="4826407" y="378600"/>
                  </a:lnTo>
                  <a:lnTo>
                    <a:pt x="4713564" y="376274"/>
                  </a:lnTo>
                  <a:lnTo>
                    <a:pt x="4604893" y="373683"/>
                  </a:lnTo>
                  <a:lnTo>
                    <a:pt x="4502036" y="370820"/>
                  </a:lnTo>
                  <a:lnTo>
                    <a:pt x="4405909" y="367673"/>
                  </a:lnTo>
                  <a:lnTo>
                    <a:pt x="4316842" y="364219"/>
                  </a:lnTo>
                  <a:lnTo>
                    <a:pt x="4234724" y="360429"/>
                  </a:lnTo>
                  <a:lnTo>
                    <a:pt x="4159137" y="356264"/>
                  </a:lnTo>
                  <a:lnTo>
                    <a:pt x="4089469" y="351677"/>
                  </a:lnTo>
                  <a:lnTo>
                    <a:pt x="4024994" y="346618"/>
                  </a:lnTo>
                  <a:lnTo>
                    <a:pt x="3964939" y="341033"/>
                  </a:lnTo>
                  <a:lnTo>
                    <a:pt x="3908527" y="334873"/>
                  </a:lnTo>
                  <a:lnTo>
                    <a:pt x="3855023" y="328100"/>
                  </a:lnTo>
                  <a:lnTo>
                    <a:pt x="3820202" y="323172"/>
                  </a:lnTo>
                  <a:lnTo>
                    <a:pt x="3759331" y="313546"/>
                  </a:lnTo>
                  <a:lnTo>
                    <a:pt x="3700344" y="302964"/>
                  </a:lnTo>
                  <a:lnTo>
                    <a:pt x="3642548" y="291413"/>
                  </a:lnTo>
                  <a:lnTo>
                    <a:pt x="3585430" y="278908"/>
                  </a:lnTo>
                  <a:lnTo>
                    <a:pt x="3528628" y="265499"/>
                  </a:lnTo>
                  <a:lnTo>
                    <a:pt x="3471902" y="251273"/>
                  </a:lnTo>
                  <a:lnTo>
                    <a:pt x="3415115" y="236355"/>
                  </a:lnTo>
                  <a:lnTo>
                    <a:pt x="3358217" y="220900"/>
                  </a:lnTo>
                  <a:lnTo>
                    <a:pt x="3301216" y="205094"/>
                  </a:lnTo>
                  <a:lnTo>
                    <a:pt x="3244168" y="189139"/>
                  </a:lnTo>
                  <a:lnTo>
                    <a:pt x="3187140" y="173248"/>
                  </a:lnTo>
                  <a:lnTo>
                    <a:pt x="3130196" y="157628"/>
                  </a:lnTo>
                  <a:lnTo>
                    <a:pt x="3073367" y="142472"/>
                  </a:lnTo>
                  <a:lnTo>
                    <a:pt x="3016627" y="127950"/>
                  </a:lnTo>
                  <a:lnTo>
                    <a:pt x="2959879" y="114200"/>
                  </a:lnTo>
                  <a:lnTo>
                    <a:pt x="2902924" y="101322"/>
                  </a:lnTo>
                  <a:lnTo>
                    <a:pt x="2845454" y="89382"/>
                  </a:lnTo>
                  <a:lnTo>
                    <a:pt x="2787019" y="78410"/>
                  </a:lnTo>
                  <a:lnTo>
                    <a:pt x="2727005" y="68402"/>
                  </a:lnTo>
                  <a:lnTo>
                    <a:pt x="2702183" y="64634"/>
                  </a:lnTo>
                  <a:lnTo>
                    <a:pt x="2650267" y="57438"/>
                  </a:lnTo>
                  <a:lnTo>
                    <a:pt x="2595895" y="50867"/>
                  </a:lnTo>
                  <a:lnTo>
                    <a:pt x="2538384" y="44899"/>
                  </a:lnTo>
                  <a:lnTo>
                    <a:pt x="2476980" y="39491"/>
                  </a:lnTo>
                  <a:lnTo>
                    <a:pt x="2410902" y="34590"/>
                  </a:lnTo>
                  <a:lnTo>
                    <a:pt x="2339388" y="30146"/>
                  </a:lnTo>
                  <a:lnTo>
                    <a:pt x="2261740" y="26107"/>
                  </a:lnTo>
                  <a:lnTo>
                    <a:pt x="2177399" y="22430"/>
                  </a:lnTo>
                  <a:lnTo>
                    <a:pt x="2086033" y="19079"/>
                  </a:lnTo>
                  <a:lnTo>
                    <a:pt x="1987660" y="16026"/>
                  </a:lnTo>
                  <a:lnTo>
                    <a:pt x="1882782" y="13252"/>
                  </a:lnTo>
                  <a:lnTo>
                    <a:pt x="1772539" y="10747"/>
                  </a:lnTo>
                  <a:lnTo>
                    <a:pt x="1658827" y="8508"/>
                  </a:lnTo>
                  <a:lnTo>
                    <a:pt x="1544358" y="6537"/>
                  </a:lnTo>
                  <a:lnTo>
                    <a:pt x="1432593" y="4840"/>
                  </a:lnTo>
                  <a:lnTo>
                    <a:pt x="1327492" y="3423"/>
                  </a:lnTo>
                  <a:lnTo>
                    <a:pt x="1233097" y="2284"/>
                  </a:lnTo>
                  <a:lnTo>
                    <a:pt x="1152960" y="1413"/>
                  </a:lnTo>
                  <a:lnTo>
                    <a:pt x="1089557" y="789"/>
                  </a:lnTo>
                  <a:lnTo>
                    <a:pt x="1043814" y="381"/>
                  </a:lnTo>
                  <a:lnTo>
                    <a:pt x="1014869" y="145"/>
                  </a:lnTo>
                  <a:lnTo>
                    <a:pt x="1000096" y="35"/>
                  </a:lnTo>
                  <a:lnTo>
                    <a:pt x="995295" y="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05" name="pl804"/>
            <p:cNvSpPr/>
            <p:nvPr/>
          </p:nvSpPr>
          <p:spPr>
            <a:xfrm>
              <a:off x="1199187" y="1703041"/>
              <a:ext cx="12049831" cy="2080531"/>
            </a:xfrm>
            <a:custGeom>
              <a:avLst/>
              <a:pathLst>
                <a:path w="12049831" h="2080531">
                  <a:moveTo>
                    <a:pt x="0" y="0"/>
                  </a:moveTo>
                  <a:lnTo>
                    <a:pt x="994940" y="0"/>
                  </a:lnTo>
                  <a:lnTo>
                    <a:pt x="996075" y="7"/>
                  </a:lnTo>
                  <a:lnTo>
                    <a:pt x="1003567" y="60"/>
                  </a:lnTo>
                  <a:lnTo>
                    <a:pt x="1022552" y="205"/>
                  </a:lnTo>
                  <a:lnTo>
                    <a:pt x="1056746" y="492"/>
                  </a:lnTo>
                  <a:lnTo>
                    <a:pt x="1108217" y="966"/>
                  </a:lnTo>
                  <a:lnTo>
                    <a:pt x="1177237" y="1667"/>
                  </a:lnTo>
                  <a:lnTo>
                    <a:pt x="1262338" y="2623"/>
                  </a:lnTo>
                  <a:lnTo>
                    <a:pt x="1360634" y="3852"/>
                  </a:lnTo>
                  <a:lnTo>
                    <a:pt x="1468349" y="5361"/>
                  </a:lnTo>
                  <a:lnTo>
                    <a:pt x="1581409" y="7147"/>
                  </a:lnTo>
                  <a:lnTo>
                    <a:pt x="1695978" y="9206"/>
                  </a:lnTo>
                  <a:lnTo>
                    <a:pt x="1808821" y="11531"/>
                  </a:lnTo>
                  <a:lnTo>
                    <a:pt x="1917492" y="14123"/>
                  </a:lnTo>
                  <a:lnTo>
                    <a:pt x="2020349" y="16986"/>
                  </a:lnTo>
                  <a:lnTo>
                    <a:pt x="2116476" y="20133"/>
                  </a:lnTo>
                  <a:lnTo>
                    <a:pt x="2205543" y="23587"/>
                  </a:lnTo>
                  <a:lnTo>
                    <a:pt x="2287661" y="27377"/>
                  </a:lnTo>
                  <a:lnTo>
                    <a:pt x="2363248" y="31542"/>
                  </a:lnTo>
                  <a:lnTo>
                    <a:pt x="2432916" y="36129"/>
                  </a:lnTo>
                  <a:lnTo>
                    <a:pt x="2497391" y="41188"/>
                  </a:lnTo>
                  <a:lnTo>
                    <a:pt x="2557446" y="46773"/>
                  </a:lnTo>
                  <a:lnTo>
                    <a:pt x="2613858" y="52933"/>
                  </a:lnTo>
                  <a:lnTo>
                    <a:pt x="2667362" y="59706"/>
                  </a:lnTo>
                  <a:lnTo>
                    <a:pt x="2702183" y="64634"/>
                  </a:lnTo>
                  <a:lnTo>
                    <a:pt x="2763054" y="74260"/>
                  </a:lnTo>
                  <a:lnTo>
                    <a:pt x="2822041" y="84842"/>
                  </a:lnTo>
                  <a:lnTo>
                    <a:pt x="2879837" y="96393"/>
                  </a:lnTo>
                  <a:lnTo>
                    <a:pt x="2936955" y="108898"/>
                  </a:lnTo>
                  <a:lnTo>
                    <a:pt x="2993757" y="122307"/>
                  </a:lnTo>
                  <a:lnTo>
                    <a:pt x="3050483" y="136533"/>
                  </a:lnTo>
                  <a:lnTo>
                    <a:pt x="3107270" y="151451"/>
                  </a:lnTo>
                  <a:lnTo>
                    <a:pt x="3164168" y="166906"/>
                  </a:lnTo>
                  <a:lnTo>
                    <a:pt x="3221169" y="182712"/>
                  </a:lnTo>
                  <a:lnTo>
                    <a:pt x="3278217" y="198667"/>
                  </a:lnTo>
                  <a:lnTo>
                    <a:pt x="3335245" y="214558"/>
                  </a:lnTo>
                  <a:lnTo>
                    <a:pt x="3392189" y="230178"/>
                  </a:lnTo>
                  <a:lnTo>
                    <a:pt x="3449018" y="245334"/>
                  </a:lnTo>
                  <a:lnTo>
                    <a:pt x="3505758" y="259856"/>
                  </a:lnTo>
                  <a:lnTo>
                    <a:pt x="3562506" y="273606"/>
                  </a:lnTo>
                  <a:lnTo>
                    <a:pt x="3619461" y="286484"/>
                  </a:lnTo>
                  <a:lnTo>
                    <a:pt x="3676931" y="298424"/>
                  </a:lnTo>
                  <a:lnTo>
                    <a:pt x="3735366" y="309396"/>
                  </a:lnTo>
                  <a:lnTo>
                    <a:pt x="3795380" y="319404"/>
                  </a:lnTo>
                  <a:lnTo>
                    <a:pt x="3820202" y="323172"/>
                  </a:lnTo>
                  <a:lnTo>
                    <a:pt x="3872118" y="330368"/>
                  </a:lnTo>
                  <a:lnTo>
                    <a:pt x="3926490" y="336939"/>
                  </a:lnTo>
                  <a:lnTo>
                    <a:pt x="3984001" y="342907"/>
                  </a:lnTo>
                  <a:lnTo>
                    <a:pt x="4045405" y="348315"/>
                  </a:lnTo>
                  <a:lnTo>
                    <a:pt x="4111483" y="353216"/>
                  </a:lnTo>
                  <a:lnTo>
                    <a:pt x="4182997" y="357660"/>
                  </a:lnTo>
                  <a:lnTo>
                    <a:pt x="4260645" y="361699"/>
                  </a:lnTo>
                  <a:lnTo>
                    <a:pt x="4344986" y="365376"/>
                  </a:lnTo>
                  <a:lnTo>
                    <a:pt x="4436352" y="368727"/>
                  </a:lnTo>
                  <a:lnTo>
                    <a:pt x="4534725" y="371780"/>
                  </a:lnTo>
                  <a:lnTo>
                    <a:pt x="4639603" y="374554"/>
                  </a:lnTo>
                  <a:lnTo>
                    <a:pt x="4749846" y="377059"/>
                  </a:lnTo>
                  <a:lnTo>
                    <a:pt x="4863558" y="379298"/>
                  </a:lnTo>
                  <a:lnTo>
                    <a:pt x="4978027" y="381269"/>
                  </a:lnTo>
                  <a:lnTo>
                    <a:pt x="5089792" y="382966"/>
                  </a:lnTo>
                  <a:lnTo>
                    <a:pt x="5194893" y="384383"/>
                  </a:lnTo>
                  <a:lnTo>
                    <a:pt x="5289288" y="385522"/>
                  </a:lnTo>
                  <a:lnTo>
                    <a:pt x="5369425" y="386393"/>
                  </a:lnTo>
                  <a:lnTo>
                    <a:pt x="5432828" y="387017"/>
                  </a:lnTo>
                  <a:lnTo>
                    <a:pt x="5478571" y="387425"/>
                  </a:lnTo>
                  <a:lnTo>
                    <a:pt x="5507516" y="387661"/>
                  </a:lnTo>
                  <a:lnTo>
                    <a:pt x="5522289" y="387771"/>
                  </a:lnTo>
                  <a:lnTo>
                    <a:pt x="5527090" y="387804"/>
                  </a:lnTo>
                  <a:lnTo>
                    <a:pt x="5527445" y="387806"/>
                  </a:lnTo>
                  <a:lnTo>
                    <a:pt x="6522385" y="387806"/>
                  </a:lnTo>
                  <a:lnTo>
                    <a:pt x="6523500" y="387838"/>
                  </a:lnTo>
                  <a:lnTo>
                    <a:pt x="6530855" y="388064"/>
                  </a:lnTo>
                  <a:lnTo>
                    <a:pt x="6549503" y="388687"/>
                  </a:lnTo>
                  <a:lnTo>
                    <a:pt x="6583113" y="389916"/>
                  </a:lnTo>
                  <a:lnTo>
                    <a:pt x="6633753" y="391947"/>
                  </a:lnTo>
                  <a:lnTo>
                    <a:pt x="6701741" y="394949"/>
                  </a:lnTo>
                  <a:lnTo>
                    <a:pt x="6785691" y="399048"/>
                  </a:lnTo>
                  <a:lnTo>
                    <a:pt x="6882819" y="404321"/>
                  </a:lnTo>
                  <a:lnTo>
                    <a:pt x="6989449" y="410798"/>
                  </a:lnTo>
                  <a:lnTo>
                    <a:pt x="7101585" y="418473"/>
                  </a:lnTo>
                  <a:lnTo>
                    <a:pt x="7215435" y="427324"/>
                  </a:lnTo>
                  <a:lnTo>
                    <a:pt x="7327780" y="437327"/>
                  </a:lnTo>
                  <a:lnTo>
                    <a:pt x="7436160" y="448475"/>
                  </a:lnTo>
                  <a:lnTo>
                    <a:pt x="7538905" y="460789"/>
                  </a:lnTo>
                  <a:lnTo>
                    <a:pt x="7635058" y="474322"/>
                  </a:lnTo>
                  <a:lnTo>
                    <a:pt x="7724252" y="489163"/>
                  </a:lnTo>
                  <a:lnTo>
                    <a:pt x="7806557" y="505440"/>
                  </a:lnTo>
                  <a:lnTo>
                    <a:pt x="7882358" y="523316"/>
                  </a:lnTo>
                  <a:lnTo>
                    <a:pt x="7952238" y="542983"/>
                  </a:lnTo>
                  <a:lnTo>
                    <a:pt x="8016901" y="564660"/>
                  </a:lnTo>
                  <a:lnTo>
                    <a:pt x="8077103" y="588572"/>
                  </a:lnTo>
                  <a:lnTo>
                    <a:pt x="8133606" y="614936"/>
                  </a:lnTo>
                  <a:lnTo>
                    <a:pt x="8187140" y="643923"/>
                  </a:lnTo>
                  <a:lnTo>
                    <a:pt x="8229629" y="669927"/>
                  </a:lnTo>
                  <a:lnTo>
                    <a:pt x="8281504" y="705377"/>
                  </a:lnTo>
                  <a:lnTo>
                    <a:pt x="8331935" y="743824"/>
                  </a:lnTo>
                  <a:lnTo>
                    <a:pt x="8381373" y="785328"/>
                  </a:lnTo>
                  <a:lnTo>
                    <a:pt x="8430172" y="829877"/>
                  </a:lnTo>
                  <a:lnTo>
                    <a:pt x="8478599" y="877388"/>
                  </a:lnTo>
                  <a:lnTo>
                    <a:pt x="8526851" y="927693"/>
                  </a:lnTo>
                  <a:lnTo>
                    <a:pt x="8575063" y="980541"/>
                  </a:lnTo>
                  <a:lnTo>
                    <a:pt x="8623317" y="1035601"/>
                  </a:lnTo>
                  <a:lnTo>
                    <a:pt x="8671650" y="1092459"/>
                  </a:lnTo>
                  <a:lnTo>
                    <a:pt x="8720063" y="1150640"/>
                  </a:lnTo>
                  <a:lnTo>
                    <a:pt x="8768534" y="1209616"/>
                  </a:lnTo>
                  <a:lnTo>
                    <a:pt x="8817023" y="1268827"/>
                  </a:lnTo>
                  <a:lnTo>
                    <a:pt x="8865487" y="1327706"/>
                  </a:lnTo>
                  <a:lnTo>
                    <a:pt x="8913888" y="1385697"/>
                  </a:lnTo>
                  <a:lnTo>
                    <a:pt x="8962206" y="1442281"/>
                  </a:lnTo>
                  <a:lnTo>
                    <a:pt x="9010449" y="1496990"/>
                  </a:lnTo>
                  <a:lnTo>
                    <a:pt x="9058661" y="1549425"/>
                  </a:lnTo>
                  <a:lnTo>
                    <a:pt x="9106932" y="1599268"/>
                  </a:lnTo>
                  <a:lnTo>
                    <a:pt x="9155407" y="1646282"/>
                  </a:lnTo>
                  <a:lnTo>
                    <a:pt x="9204294" y="1690316"/>
                  </a:lnTo>
                  <a:lnTo>
                    <a:pt x="9253874" y="1731296"/>
                  </a:lnTo>
                  <a:lnTo>
                    <a:pt x="9304516" y="1769226"/>
                  </a:lnTo>
                  <a:lnTo>
                    <a:pt x="9347647" y="1798410"/>
                  </a:lnTo>
                  <a:lnTo>
                    <a:pt x="9399227" y="1829629"/>
                  </a:lnTo>
                  <a:lnTo>
                    <a:pt x="9453226" y="1858153"/>
                  </a:lnTo>
                  <a:lnTo>
                    <a:pt x="9510316" y="1884078"/>
                  </a:lnTo>
                  <a:lnTo>
                    <a:pt x="9571235" y="1907587"/>
                  </a:lnTo>
                  <a:lnTo>
                    <a:pt x="9636749" y="1928899"/>
                  </a:lnTo>
                  <a:lnTo>
                    <a:pt x="9707607" y="1948241"/>
                  </a:lnTo>
                  <a:lnTo>
                    <a:pt x="9784497" y="1965827"/>
                  </a:lnTo>
                  <a:lnTo>
                    <a:pt x="9867975" y="1981844"/>
                  </a:lnTo>
                  <a:lnTo>
                    <a:pt x="9958379" y="1996451"/>
                  </a:lnTo>
                  <a:lnTo>
                    <a:pt x="10055716" y="2009767"/>
                  </a:lnTo>
                  <a:lnTo>
                    <a:pt x="10159523" y="2021876"/>
                  </a:lnTo>
                  <a:lnTo>
                    <a:pt x="10268731" y="2032826"/>
                  </a:lnTo>
                  <a:lnTo>
                    <a:pt x="10381536" y="2042630"/>
                  </a:lnTo>
                  <a:lnTo>
                    <a:pt x="10495339" y="2051279"/>
                  </a:lnTo>
                  <a:lnTo>
                    <a:pt x="10606804" y="2058748"/>
                  </a:lnTo>
                  <a:lnTo>
                    <a:pt x="10712072" y="2065015"/>
                  </a:lnTo>
                  <a:lnTo>
                    <a:pt x="10807164" y="2070082"/>
                  </a:lnTo>
                  <a:lnTo>
                    <a:pt x="10888515" y="2073985"/>
                  </a:lnTo>
                  <a:lnTo>
                    <a:pt x="10953551" y="2076808"/>
                  </a:lnTo>
                  <a:lnTo>
                    <a:pt x="11001169" y="2078687"/>
                  </a:lnTo>
                  <a:lnTo>
                    <a:pt x="11031991" y="2079796"/>
                  </a:lnTo>
                  <a:lnTo>
                    <a:pt x="11048380" y="2080336"/>
                  </a:lnTo>
                  <a:lnTo>
                    <a:pt x="11054256" y="2080513"/>
                  </a:lnTo>
                  <a:lnTo>
                    <a:pt x="11054891" y="2080531"/>
                  </a:lnTo>
                  <a:lnTo>
                    <a:pt x="12049831" y="2080531"/>
                  </a:lnTo>
                  <a:lnTo>
                    <a:pt x="12049831" y="20805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6" name="pl805"/>
            <p:cNvSpPr/>
            <p:nvPr/>
          </p:nvSpPr>
          <p:spPr>
            <a:xfrm>
              <a:off x="1199187" y="1697800"/>
              <a:ext cx="12049831" cy="2080531"/>
            </a:xfrm>
            <a:custGeom>
              <a:avLst/>
              <a:pathLst>
                <a:path w="12049831" h="2080531">
                  <a:moveTo>
                    <a:pt x="12049831" y="2080531"/>
                  </a:moveTo>
                  <a:lnTo>
                    <a:pt x="11054891" y="2080531"/>
                  </a:lnTo>
                  <a:lnTo>
                    <a:pt x="11053777" y="2080500"/>
                  </a:lnTo>
                  <a:lnTo>
                    <a:pt x="11046422" y="2080274"/>
                  </a:lnTo>
                  <a:lnTo>
                    <a:pt x="11027773" y="2079651"/>
                  </a:lnTo>
                  <a:lnTo>
                    <a:pt x="10994163" y="2078422"/>
                  </a:lnTo>
                  <a:lnTo>
                    <a:pt x="10943523" y="2076391"/>
                  </a:lnTo>
                  <a:lnTo>
                    <a:pt x="10875536" y="2073389"/>
                  </a:lnTo>
                  <a:lnTo>
                    <a:pt x="10791586" y="2069289"/>
                  </a:lnTo>
                  <a:lnTo>
                    <a:pt x="10694457" y="2064016"/>
                  </a:lnTo>
                  <a:lnTo>
                    <a:pt x="10587827" y="2057539"/>
                  </a:lnTo>
                  <a:lnTo>
                    <a:pt x="10475692" y="2049864"/>
                  </a:lnTo>
                  <a:lnTo>
                    <a:pt x="10361842" y="2041014"/>
                  </a:lnTo>
                  <a:lnTo>
                    <a:pt x="10249496" y="2031011"/>
                  </a:lnTo>
                  <a:lnTo>
                    <a:pt x="10141116" y="2019862"/>
                  </a:lnTo>
                  <a:lnTo>
                    <a:pt x="10038372" y="2007548"/>
                  </a:lnTo>
                  <a:lnTo>
                    <a:pt x="9942218" y="1994016"/>
                  </a:lnTo>
                  <a:lnTo>
                    <a:pt x="9853025" y="1979175"/>
                  </a:lnTo>
                  <a:lnTo>
                    <a:pt x="9770719" y="1962898"/>
                  </a:lnTo>
                  <a:lnTo>
                    <a:pt x="9694919" y="1945022"/>
                  </a:lnTo>
                  <a:lnTo>
                    <a:pt x="9625038" y="1925354"/>
                  </a:lnTo>
                  <a:lnTo>
                    <a:pt x="9560375" y="1903678"/>
                  </a:lnTo>
                  <a:lnTo>
                    <a:pt x="9500174" y="1879766"/>
                  </a:lnTo>
                  <a:lnTo>
                    <a:pt x="9443671" y="1853402"/>
                  </a:lnTo>
                  <a:lnTo>
                    <a:pt x="9390137" y="1824415"/>
                  </a:lnTo>
                  <a:lnTo>
                    <a:pt x="9347647" y="1798410"/>
                  </a:lnTo>
                  <a:lnTo>
                    <a:pt x="9295772" y="1762961"/>
                  </a:lnTo>
                  <a:lnTo>
                    <a:pt x="9245342" y="1724513"/>
                  </a:lnTo>
                  <a:lnTo>
                    <a:pt x="9195903" y="1683010"/>
                  </a:lnTo>
                  <a:lnTo>
                    <a:pt x="9147105" y="1638460"/>
                  </a:lnTo>
                  <a:lnTo>
                    <a:pt x="9098677" y="1590950"/>
                  </a:lnTo>
                  <a:lnTo>
                    <a:pt x="9050425" y="1540645"/>
                  </a:lnTo>
                  <a:lnTo>
                    <a:pt x="9002213" y="1487796"/>
                  </a:lnTo>
                  <a:lnTo>
                    <a:pt x="8953959" y="1432737"/>
                  </a:lnTo>
                  <a:lnTo>
                    <a:pt x="8905627" y="1375878"/>
                  </a:lnTo>
                  <a:lnTo>
                    <a:pt x="8857213" y="1317697"/>
                  </a:lnTo>
                  <a:lnTo>
                    <a:pt x="8808742" y="1258722"/>
                  </a:lnTo>
                  <a:lnTo>
                    <a:pt x="8760253" y="1199510"/>
                  </a:lnTo>
                  <a:lnTo>
                    <a:pt x="8711789" y="1140632"/>
                  </a:lnTo>
                  <a:lnTo>
                    <a:pt x="8663388" y="1082640"/>
                  </a:lnTo>
                  <a:lnTo>
                    <a:pt x="8615070" y="1026057"/>
                  </a:lnTo>
                  <a:lnTo>
                    <a:pt x="8566828" y="971348"/>
                  </a:lnTo>
                  <a:lnTo>
                    <a:pt x="8518616" y="918912"/>
                  </a:lnTo>
                  <a:lnTo>
                    <a:pt x="8470345" y="869069"/>
                  </a:lnTo>
                  <a:lnTo>
                    <a:pt x="8421870" y="822055"/>
                  </a:lnTo>
                  <a:lnTo>
                    <a:pt x="8372983" y="778022"/>
                  </a:lnTo>
                  <a:lnTo>
                    <a:pt x="8323403" y="737042"/>
                  </a:lnTo>
                  <a:lnTo>
                    <a:pt x="8272761" y="699112"/>
                  </a:lnTo>
                  <a:lnTo>
                    <a:pt x="8229629" y="669927"/>
                  </a:lnTo>
                  <a:lnTo>
                    <a:pt x="8178050" y="638709"/>
                  </a:lnTo>
                  <a:lnTo>
                    <a:pt x="8124051" y="610185"/>
                  </a:lnTo>
                  <a:lnTo>
                    <a:pt x="8066961" y="584260"/>
                  </a:lnTo>
                  <a:lnTo>
                    <a:pt x="8006041" y="560751"/>
                  </a:lnTo>
                  <a:lnTo>
                    <a:pt x="7940528" y="539439"/>
                  </a:lnTo>
                  <a:lnTo>
                    <a:pt x="7869670" y="520097"/>
                  </a:lnTo>
                  <a:lnTo>
                    <a:pt x="7792780" y="502511"/>
                  </a:lnTo>
                  <a:lnTo>
                    <a:pt x="7709302" y="486493"/>
                  </a:lnTo>
                  <a:lnTo>
                    <a:pt x="7618897" y="471887"/>
                  </a:lnTo>
                  <a:lnTo>
                    <a:pt x="7521561" y="458571"/>
                  </a:lnTo>
                  <a:lnTo>
                    <a:pt x="7417753" y="446462"/>
                  </a:lnTo>
                  <a:lnTo>
                    <a:pt x="7308545" y="435512"/>
                  </a:lnTo>
                  <a:lnTo>
                    <a:pt x="7195741" y="425707"/>
                  </a:lnTo>
                  <a:lnTo>
                    <a:pt x="7081937" y="417059"/>
                  </a:lnTo>
                  <a:lnTo>
                    <a:pt x="6970473" y="409590"/>
                  </a:lnTo>
                  <a:lnTo>
                    <a:pt x="6865204" y="403322"/>
                  </a:lnTo>
                  <a:lnTo>
                    <a:pt x="6770113" y="398256"/>
                  </a:lnTo>
                  <a:lnTo>
                    <a:pt x="6688762" y="394353"/>
                  </a:lnTo>
                  <a:lnTo>
                    <a:pt x="6623725" y="391530"/>
                  </a:lnTo>
                  <a:lnTo>
                    <a:pt x="6576108" y="389651"/>
                  </a:lnTo>
                  <a:lnTo>
                    <a:pt x="6545285" y="388542"/>
                  </a:lnTo>
                  <a:lnTo>
                    <a:pt x="6528897" y="388002"/>
                  </a:lnTo>
                  <a:lnTo>
                    <a:pt x="6523021" y="387824"/>
                  </a:lnTo>
                  <a:lnTo>
                    <a:pt x="6522385" y="387806"/>
                  </a:lnTo>
                  <a:lnTo>
                    <a:pt x="5527445" y="387806"/>
                  </a:lnTo>
                  <a:lnTo>
                    <a:pt x="5526310" y="387799"/>
                  </a:lnTo>
                  <a:lnTo>
                    <a:pt x="5518818" y="387746"/>
                  </a:lnTo>
                  <a:lnTo>
                    <a:pt x="5499833" y="387601"/>
                  </a:lnTo>
                  <a:lnTo>
                    <a:pt x="5465639" y="387314"/>
                  </a:lnTo>
                  <a:lnTo>
                    <a:pt x="5414168" y="386839"/>
                  </a:lnTo>
                  <a:lnTo>
                    <a:pt x="5345148" y="386139"/>
                  </a:lnTo>
                  <a:lnTo>
                    <a:pt x="5260047" y="385183"/>
                  </a:lnTo>
                  <a:lnTo>
                    <a:pt x="5161751" y="383954"/>
                  </a:lnTo>
                  <a:lnTo>
                    <a:pt x="5054036" y="382445"/>
                  </a:lnTo>
                  <a:lnTo>
                    <a:pt x="4940976" y="380659"/>
                  </a:lnTo>
                  <a:lnTo>
                    <a:pt x="4826407" y="378600"/>
                  </a:lnTo>
                  <a:lnTo>
                    <a:pt x="4713564" y="376274"/>
                  </a:lnTo>
                  <a:lnTo>
                    <a:pt x="4604893" y="373683"/>
                  </a:lnTo>
                  <a:lnTo>
                    <a:pt x="4502036" y="370820"/>
                  </a:lnTo>
                  <a:lnTo>
                    <a:pt x="4405909" y="367673"/>
                  </a:lnTo>
                  <a:lnTo>
                    <a:pt x="4316842" y="364219"/>
                  </a:lnTo>
                  <a:lnTo>
                    <a:pt x="4234724" y="360429"/>
                  </a:lnTo>
                  <a:lnTo>
                    <a:pt x="4159137" y="356264"/>
                  </a:lnTo>
                  <a:lnTo>
                    <a:pt x="4089469" y="351677"/>
                  </a:lnTo>
                  <a:lnTo>
                    <a:pt x="4024994" y="346618"/>
                  </a:lnTo>
                  <a:lnTo>
                    <a:pt x="3964939" y="341033"/>
                  </a:lnTo>
                  <a:lnTo>
                    <a:pt x="3908527" y="334873"/>
                  </a:lnTo>
                  <a:lnTo>
                    <a:pt x="3855023" y="328100"/>
                  </a:lnTo>
                  <a:lnTo>
                    <a:pt x="3820202" y="323172"/>
                  </a:lnTo>
                  <a:lnTo>
                    <a:pt x="3759331" y="313546"/>
                  </a:lnTo>
                  <a:lnTo>
                    <a:pt x="3700344" y="302964"/>
                  </a:lnTo>
                  <a:lnTo>
                    <a:pt x="3642548" y="291413"/>
                  </a:lnTo>
                  <a:lnTo>
                    <a:pt x="3585430" y="278908"/>
                  </a:lnTo>
                  <a:lnTo>
                    <a:pt x="3528628" y="265499"/>
                  </a:lnTo>
                  <a:lnTo>
                    <a:pt x="3471902" y="251273"/>
                  </a:lnTo>
                  <a:lnTo>
                    <a:pt x="3415115" y="236355"/>
                  </a:lnTo>
                  <a:lnTo>
                    <a:pt x="3358217" y="220900"/>
                  </a:lnTo>
                  <a:lnTo>
                    <a:pt x="3301216" y="205094"/>
                  </a:lnTo>
                  <a:lnTo>
                    <a:pt x="3244168" y="189139"/>
                  </a:lnTo>
                  <a:lnTo>
                    <a:pt x="3187140" y="173248"/>
                  </a:lnTo>
                  <a:lnTo>
                    <a:pt x="3130196" y="157628"/>
                  </a:lnTo>
                  <a:lnTo>
                    <a:pt x="3073367" y="142472"/>
                  </a:lnTo>
                  <a:lnTo>
                    <a:pt x="3016627" y="127950"/>
                  </a:lnTo>
                  <a:lnTo>
                    <a:pt x="2959879" y="114200"/>
                  </a:lnTo>
                  <a:lnTo>
                    <a:pt x="2902924" y="101322"/>
                  </a:lnTo>
                  <a:lnTo>
                    <a:pt x="2845454" y="89382"/>
                  </a:lnTo>
                  <a:lnTo>
                    <a:pt x="2787019" y="78410"/>
                  </a:lnTo>
                  <a:lnTo>
                    <a:pt x="2727005" y="68402"/>
                  </a:lnTo>
                  <a:lnTo>
                    <a:pt x="2702183" y="64634"/>
                  </a:lnTo>
                  <a:lnTo>
                    <a:pt x="2650267" y="57438"/>
                  </a:lnTo>
                  <a:lnTo>
                    <a:pt x="2595895" y="50867"/>
                  </a:lnTo>
                  <a:lnTo>
                    <a:pt x="2538384" y="44899"/>
                  </a:lnTo>
                  <a:lnTo>
                    <a:pt x="2476980" y="39491"/>
                  </a:lnTo>
                  <a:lnTo>
                    <a:pt x="2410902" y="34590"/>
                  </a:lnTo>
                  <a:lnTo>
                    <a:pt x="2339388" y="30146"/>
                  </a:lnTo>
                  <a:lnTo>
                    <a:pt x="2261740" y="26107"/>
                  </a:lnTo>
                  <a:lnTo>
                    <a:pt x="2177399" y="22430"/>
                  </a:lnTo>
                  <a:lnTo>
                    <a:pt x="2086033" y="19079"/>
                  </a:lnTo>
                  <a:lnTo>
                    <a:pt x="1987660" y="16026"/>
                  </a:lnTo>
                  <a:lnTo>
                    <a:pt x="1882782" y="13252"/>
                  </a:lnTo>
                  <a:lnTo>
                    <a:pt x="1772539" y="10747"/>
                  </a:lnTo>
                  <a:lnTo>
                    <a:pt x="1658827" y="8508"/>
                  </a:lnTo>
                  <a:lnTo>
                    <a:pt x="1544358" y="6537"/>
                  </a:lnTo>
                  <a:lnTo>
                    <a:pt x="1432593" y="4840"/>
                  </a:lnTo>
                  <a:lnTo>
                    <a:pt x="1327492" y="3423"/>
                  </a:lnTo>
                  <a:lnTo>
                    <a:pt x="1233097" y="2284"/>
                  </a:lnTo>
                  <a:lnTo>
                    <a:pt x="1152960" y="1413"/>
                  </a:lnTo>
                  <a:lnTo>
                    <a:pt x="1089557" y="789"/>
                  </a:lnTo>
                  <a:lnTo>
                    <a:pt x="1043814" y="381"/>
                  </a:lnTo>
                  <a:lnTo>
                    <a:pt x="1014869" y="145"/>
                  </a:lnTo>
                  <a:lnTo>
                    <a:pt x="1000096" y="35"/>
                  </a:lnTo>
                  <a:lnTo>
                    <a:pt x="995295" y="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7" name="pg806"/>
            <p:cNvSpPr/>
            <p:nvPr/>
          </p:nvSpPr>
          <p:spPr>
            <a:xfrm>
              <a:off x="1199187" y="1703041"/>
              <a:ext cx="12049831" cy="2394969"/>
            </a:xfrm>
            <a:custGeom>
              <a:avLst/>
              <a:pathLst>
                <a:path w="12049831" h="2394969">
                  <a:moveTo>
                    <a:pt x="0" y="5240"/>
                  </a:moveTo>
                  <a:lnTo>
                    <a:pt x="994940" y="5240"/>
                  </a:lnTo>
                  <a:lnTo>
                    <a:pt x="996075" y="5248"/>
                  </a:lnTo>
                  <a:lnTo>
                    <a:pt x="1003566" y="5304"/>
                  </a:lnTo>
                  <a:lnTo>
                    <a:pt x="1022548" y="5460"/>
                  </a:lnTo>
                  <a:lnTo>
                    <a:pt x="1056737" y="5766"/>
                  </a:lnTo>
                  <a:lnTo>
                    <a:pt x="1108202" y="6272"/>
                  </a:lnTo>
                  <a:lnTo>
                    <a:pt x="1177213" y="7020"/>
                  </a:lnTo>
                  <a:lnTo>
                    <a:pt x="1262305" y="8041"/>
                  </a:lnTo>
                  <a:lnTo>
                    <a:pt x="1360593" y="9353"/>
                  </a:lnTo>
                  <a:lnTo>
                    <a:pt x="1468299" y="10963"/>
                  </a:lnTo>
                  <a:lnTo>
                    <a:pt x="1581352" y="12870"/>
                  </a:lnTo>
                  <a:lnTo>
                    <a:pt x="1695915" y="15067"/>
                  </a:lnTo>
                  <a:lnTo>
                    <a:pt x="1808755" y="17550"/>
                  </a:lnTo>
                  <a:lnTo>
                    <a:pt x="1917423" y="20316"/>
                  </a:lnTo>
                  <a:lnTo>
                    <a:pt x="2020279" y="23372"/>
                  </a:lnTo>
                  <a:lnTo>
                    <a:pt x="2116406" y="26732"/>
                  </a:lnTo>
                  <a:lnTo>
                    <a:pt x="2205475" y="30418"/>
                  </a:lnTo>
                  <a:lnTo>
                    <a:pt x="2287595" y="34463"/>
                  </a:lnTo>
                  <a:lnTo>
                    <a:pt x="2363183" y="38910"/>
                  </a:lnTo>
                  <a:lnTo>
                    <a:pt x="2432853" y="43806"/>
                  </a:lnTo>
                  <a:lnTo>
                    <a:pt x="2497329" y="49206"/>
                  </a:lnTo>
                  <a:lnTo>
                    <a:pt x="2557385" y="55167"/>
                  </a:lnTo>
                  <a:lnTo>
                    <a:pt x="2613798" y="61743"/>
                  </a:lnTo>
                  <a:lnTo>
                    <a:pt x="2667302" y="68972"/>
                  </a:lnTo>
                  <a:lnTo>
                    <a:pt x="2702183" y="74242"/>
                  </a:lnTo>
                  <a:lnTo>
                    <a:pt x="2762948" y="84500"/>
                  </a:lnTo>
                  <a:lnTo>
                    <a:pt x="2821835" y="95773"/>
                  </a:lnTo>
                  <a:lnTo>
                    <a:pt x="2879534" y="108078"/>
                  </a:lnTo>
                  <a:lnTo>
                    <a:pt x="2936553" y="121399"/>
                  </a:lnTo>
                  <a:lnTo>
                    <a:pt x="2993256" y="135681"/>
                  </a:lnTo>
                  <a:lnTo>
                    <a:pt x="3049882" y="150833"/>
                  </a:lnTo>
                  <a:lnTo>
                    <a:pt x="3106567" y="166725"/>
                  </a:lnTo>
                  <a:lnTo>
                    <a:pt x="3163364" y="183188"/>
                  </a:lnTo>
                  <a:lnTo>
                    <a:pt x="3220263" y="200029"/>
                  </a:lnTo>
                  <a:lnTo>
                    <a:pt x="3277210" y="217030"/>
                  </a:lnTo>
                  <a:lnTo>
                    <a:pt x="3334138" y="233969"/>
                  </a:lnTo>
                  <a:lnTo>
                    <a:pt x="3390984" y="250623"/>
                  </a:lnTo>
                  <a:lnTo>
                    <a:pt x="3447716" y="266787"/>
                  </a:lnTo>
                  <a:lnTo>
                    <a:pt x="3504356" y="282280"/>
                  </a:lnTo>
                  <a:lnTo>
                    <a:pt x="3561002" y="296957"/>
                  </a:lnTo>
                  <a:lnTo>
                    <a:pt x="3617847" y="310707"/>
                  </a:lnTo>
                  <a:lnTo>
                    <a:pt x="3675195" y="323461"/>
                  </a:lnTo>
                  <a:lnTo>
                    <a:pt x="3733489" y="335185"/>
                  </a:lnTo>
                  <a:lnTo>
                    <a:pt x="3793333" y="345884"/>
                  </a:lnTo>
                  <a:lnTo>
                    <a:pt x="3820202" y="350249"/>
                  </a:lnTo>
                  <a:lnTo>
                    <a:pt x="3872116" y="357930"/>
                  </a:lnTo>
                  <a:lnTo>
                    <a:pt x="3926484" y="364945"/>
                  </a:lnTo>
                  <a:lnTo>
                    <a:pt x="3983992" y="371316"/>
                  </a:lnTo>
                  <a:lnTo>
                    <a:pt x="4045393" y="377090"/>
                  </a:lnTo>
                  <a:lnTo>
                    <a:pt x="4111466" y="382321"/>
                  </a:lnTo>
                  <a:lnTo>
                    <a:pt x="4182975" y="387066"/>
                  </a:lnTo>
                  <a:lnTo>
                    <a:pt x="4260617" y="391377"/>
                  </a:lnTo>
                  <a:lnTo>
                    <a:pt x="4344951" y="395303"/>
                  </a:lnTo>
                  <a:lnTo>
                    <a:pt x="4436309" y="398880"/>
                  </a:lnTo>
                  <a:lnTo>
                    <a:pt x="4534674" y="402139"/>
                  </a:lnTo>
                  <a:lnTo>
                    <a:pt x="4639544" y="405100"/>
                  </a:lnTo>
                  <a:lnTo>
                    <a:pt x="4749779" y="407775"/>
                  </a:lnTo>
                  <a:lnTo>
                    <a:pt x="4863484" y="410166"/>
                  </a:lnTo>
                  <a:lnTo>
                    <a:pt x="4977947" y="412270"/>
                  </a:lnTo>
                  <a:lnTo>
                    <a:pt x="5089711" y="414081"/>
                  </a:lnTo>
                  <a:lnTo>
                    <a:pt x="5194813" y="415595"/>
                  </a:lnTo>
                  <a:lnTo>
                    <a:pt x="5289214" y="416811"/>
                  </a:lnTo>
                  <a:lnTo>
                    <a:pt x="5369360" y="417741"/>
                  </a:lnTo>
                  <a:lnTo>
                    <a:pt x="5432776" y="418406"/>
                  </a:lnTo>
                  <a:lnTo>
                    <a:pt x="5478534" y="418843"/>
                  </a:lnTo>
                  <a:lnTo>
                    <a:pt x="5507493" y="419095"/>
                  </a:lnTo>
                  <a:lnTo>
                    <a:pt x="5522279" y="419213"/>
                  </a:lnTo>
                  <a:lnTo>
                    <a:pt x="5527088" y="419248"/>
                  </a:lnTo>
                  <a:lnTo>
                    <a:pt x="5527445" y="419250"/>
                  </a:lnTo>
                  <a:lnTo>
                    <a:pt x="6522385" y="419250"/>
                  </a:lnTo>
                  <a:lnTo>
                    <a:pt x="6523492" y="419287"/>
                  </a:lnTo>
                  <a:lnTo>
                    <a:pt x="6530796" y="419548"/>
                  </a:lnTo>
                  <a:lnTo>
                    <a:pt x="6549319" y="420271"/>
                  </a:lnTo>
                  <a:lnTo>
                    <a:pt x="6582712" y="421694"/>
                  </a:lnTo>
                  <a:lnTo>
                    <a:pt x="6633044" y="424048"/>
                  </a:lnTo>
                  <a:lnTo>
                    <a:pt x="6700646" y="427528"/>
                  </a:lnTo>
                  <a:lnTo>
                    <a:pt x="6784166" y="432280"/>
                  </a:lnTo>
                  <a:lnTo>
                    <a:pt x="6880858" y="438395"/>
                  </a:lnTo>
                  <a:lnTo>
                    <a:pt x="6987080" y="445908"/>
                  </a:lnTo>
                  <a:lnTo>
                    <a:pt x="7098867" y="454813"/>
                  </a:lnTo>
                  <a:lnTo>
                    <a:pt x="7212444" y="465085"/>
                  </a:lnTo>
                  <a:lnTo>
                    <a:pt x="7324599" y="476695"/>
                  </a:lnTo>
                  <a:lnTo>
                    <a:pt x="7432866" y="489637"/>
                  </a:lnTo>
                  <a:lnTo>
                    <a:pt x="7535565" y="503930"/>
                  </a:lnTo>
                  <a:lnTo>
                    <a:pt x="7631726" y="519637"/>
                  </a:lnTo>
                  <a:lnTo>
                    <a:pt x="7720965" y="536859"/>
                  </a:lnTo>
                  <a:lnTo>
                    <a:pt x="7803339" y="555742"/>
                  </a:lnTo>
                  <a:lnTo>
                    <a:pt x="7879219" y="576474"/>
                  </a:lnTo>
                  <a:lnTo>
                    <a:pt x="7949179" y="599277"/>
                  </a:lnTo>
                  <a:lnTo>
                    <a:pt x="8013914" y="624402"/>
                  </a:lnTo>
                  <a:lnTo>
                    <a:pt x="8074171" y="652111"/>
                  </a:lnTo>
                  <a:lnTo>
                    <a:pt x="8130711" y="682656"/>
                  </a:lnTo>
                  <a:lnTo>
                    <a:pt x="8184259" y="716241"/>
                  </a:lnTo>
                  <a:lnTo>
                    <a:pt x="8229629" y="748537"/>
                  </a:lnTo>
                  <a:lnTo>
                    <a:pt x="8279404" y="788143"/>
                  </a:lnTo>
                  <a:lnTo>
                    <a:pt x="8327831" y="830964"/>
                  </a:lnTo>
                  <a:lnTo>
                    <a:pt x="8375316" y="877062"/>
                  </a:lnTo>
                  <a:lnTo>
                    <a:pt x="8422179" y="926436"/>
                  </a:lnTo>
                  <a:lnTo>
                    <a:pt x="8468664" y="979008"/>
                  </a:lnTo>
                  <a:lnTo>
                    <a:pt x="8514957" y="1034624"/>
                  </a:lnTo>
                  <a:lnTo>
                    <a:pt x="8561187" y="1093045"/>
                  </a:lnTo>
                  <a:lnTo>
                    <a:pt x="8607439" y="1153951"/>
                  </a:lnTo>
                  <a:lnTo>
                    <a:pt x="8653756" y="1216943"/>
                  </a:lnTo>
                  <a:lnTo>
                    <a:pt x="8700151" y="1281550"/>
                  </a:lnTo>
                  <a:lnTo>
                    <a:pt x="8746610" y="1347249"/>
                  </a:lnTo>
                  <a:lnTo>
                    <a:pt x="8793102" y="1413475"/>
                  </a:lnTo>
                  <a:lnTo>
                    <a:pt x="8839591" y="1479644"/>
                  </a:lnTo>
                  <a:lnTo>
                    <a:pt x="8886040" y="1545176"/>
                  </a:lnTo>
                  <a:lnTo>
                    <a:pt x="8932420" y="1609513"/>
                  </a:lnTo>
                  <a:lnTo>
                    <a:pt x="8978723" y="1672138"/>
                  </a:lnTo>
                  <a:lnTo>
                    <a:pt x="9024966" y="1732596"/>
                  </a:lnTo>
                  <a:lnTo>
                    <a:pt x="9071200" y="1790501"/>
                  </a:lnTo>
                  <a:lnTo>
                    <a:pt x="9117518" y="1845548"/>
                  </a:lnTo>
                  <a:lnTo>
                    <a:pt x="9164060" y="1897516"/>
                  </a:lnTo>
                  <a:lnTo>
                    <a:pt x="9211021" y="1946264"/>
                  </a:lnTo>
                  <a:lnTo>
                    <a:pt x="9258660" y="1991731"/>
                  </a:lnTo>
                  <a:lnTo>
                    <a:pt x="9307311" y="2033928"/>
                  </a:lnTo>
                  <a:lnTo>
                    <a:pt x="9347647" y="2065683"/>
                  </a:lnTo>
                  <a:lnTo>
                    <a:pt x="9399101" y="2102037"/>
                  </a:lnTo>
                  <a:lnTo>
                    <a:pt x="9452961" y="2135261"/>
                  </a:lnTo>
                  <a:lnTo>
                    <a:pt x="9509893" y="2165465"/>
                  </a:lnTo>
                  <a:lnTo>
                    <a:pt x="9570632" y="2192861"/>
                  </a:lnTo>
                  <a:lnTo>
                    <a:pt x="9635934" y="2217703"/>
                  </a:lnTo>
                  <a:lnTo>
                    <a:pt x="9706548" y="2240253"/>
                  </a:lnTo>
                  <a:lnTo>
                    <a:pt x="9783156" y="2260760"/>
                  </a:lnTo>
                  <a:lnTo>
                    <a:pt x="9866312" y="2279442"/>
                  </a:lnTo>
                  <a:lnTo>
                    <a:pt x="9956358" y="2296481"/>
                  </a:lnTo>
                  <a:lnTo>
                    <a:pt x="10053308" y="2312019"/>
                  </a:lnTo>
                  <a:lnTo>
                    <a:pt x="10156715" y="2326153"/>
                  </a:lnTo>
                  <a:lnTo>
                    <a:pt x="10265534" y="2338940"/>
                  </a:lnTo>
                  <a:lnTo>
                    <a:pt x="10377996" y="2350396"/>
                  </a:lnTo>
                  <a:lnTo>
                    <a:pt x="10491543" y="2360510"/>
                  </a:lnTo>
                  <a:lnTo>
                    <a:pt x="10602885" y="2369255"/>
                  </a:lnTo>
                  <a:lnTo>
                    <a:pt x="10708204" y="2376605"/>
                  </a:lnTo>
                  <a:lnTo>
                    <a:pt x="10803542" y="2382560"/>
                  </a:lnTo>
                  <a:lnTo>
                    <a:pt x="10885332" y="2387159"/>
                  </a:lnTo>
                  <a:lnTo>
                    <a:pt x="10950970" y="2390499"/>
                  </a:lnTo>
                  <a:lnTo>
                    <a:pt x="10999284" y="2392734"/>
                  </a:lnTo>
                  <a:lnTo>
                    <a:pt x="11030813" y="2394064"/>
                  </a:lnTo>
                  <a:lnTo>
                    <a:pt x="11047819" y="2394720"/>
                  </a:lnTo>
                  <a:lnTo>
                    <a:pt x="11054122" y="2394944"/>
                  </a:lnTo>
                  <a:lnTo>
                    <a:pt x="11054891" y="2394969"/>
                  </a:lnTo>
                  <a:lnTo>
                    <a:pt x="12049831" y="2394969"/>
                  </a:lnTo>
                  <a:lnTo>
                    <a:pt x="12049831" y="2389729"/>
                  </a:lnTo>
                  <a:lnTo>
                    <a:pt x="11054891" y="2389729"/>
                  </a:lnTo>
                  <a:lnTo>
                    <a:pt x="11053785" y="2389692"/>
                  </a:lnTo>
                  <a:lnTo>
                    <a:pt x="11046480" y="2389430"/>
                  </a:lnTo>
                  <a:lnTo>
                    <a:pt x="11027957" y="2388708"/>
                  </a:lnTo>
                  <a:lnTo>
                    <a:pt x="10994564" y="2387284"/>
                  </a:lnTo>
                  <a:lnTo>
                    <a:pt x="10944233" y="2384931"/>
                  </a:lnTo>
                  <a:lnTo>
                    <a:pt x="10876630" y="2381451"/>
                  </a:lnTo>
                  <a:lnTo>
                    <a:pt x="10793110" y="2376699"/>
                  </a:lnTo>
                  <a:lnTo>
                    <a:pt x="10696419" y="2370584"/>
                  </a:lnTo>
                  <a:lnTo>
                    <a:pt x="10590197" y="2363071"/>
                  </a:lnTo>
                  <a:lnTo>
                    <a:pt x="10478410" y="2354165"/>
                  </a:lnTo>
                  <a:lnTo>
                    <a:pt x="10364832" y="2343894"/>
                  </a:lnTo>
                  <a:lnTo>
                    <a:pt x="10252677" y="2332283"/>
                  </a:lnTo>
                  <a:lnTo>
                    <a:pt x="10144410" y="2319342"/>
                  </a:lnTo>
                  <a:lnTo>
                    <a:pt x="10041711" y="2305049"/>
                  </a:lnTo>
                  <a:lnTo>
                    <a:pt x="9945550" y="2289342"/>
                  </a:lnTo>
                  <a:lnTo>
                    <a:pt x="9856312" y="2272120"/>
                  </a:lnTo>
                  <a:lnTo>
                    <a:pt x="9773938" y="2253237"/>
                  </a:lnTo>
                  <a:lnTo>
                    <a:pt x="9698058" y="2232505"/>
                  </a:lnTo>
                  <a:lnTo>
                    <a:pt x="9628097" y="2209702"/>
                  </a:lnTo>
                  <a:lnTo>
                    <a:pt x="9563363" y="2184577"/>
                  </a:lnTo>
                  <a:lnTo>
                    <a:pt x="9503105" y="2156868"/>
                  </a:lnTo>
                  <a:lnTo>
                    <a:pt x="9446566" y="2126323"/>
                  </a:lnTo>
                  <a:lnTo>
                    <a:pt x="9393018" y="2092738"/>
                  </a:lnTo>
                  <a:lnTo>
                    <a:pt x="9347647" y="2060442"/>
                  </a:lnTo>
                  <a:lnTo>
                    <a:pt x="9297873" y="2020836"/>
                  </a:lnTo>
                  <a:lnTo>
                    <a:pt x="9249445" y="1978015"/>
                  </a:lnTo>
                  <a:lnTo>
                    <a:pt x="9201960" y="1931916"/>
                  </a:lnTo>
                  <a:lnTo>
                    <a:pt x="9155098" y="1882543"/>
                  </a:lnTo>
                  <a:lnTo>
                    <a:pt x="9108612" y="1829971"/>
                  </a:lnTo>
                  <a:lnTo>
                    <a:pt x="9062320" y="1774355"/>
                  </a:lnTo>
                  <a:lnTo>
                    <a:pt x="9016089" y="1715934"/>
                  </a:lnTo>
                  <a:lnTo>
                    <a:pt x="8969837" y="1655028"/>
                  </a:lnTo>
                  <a:lnTo>
                    <a:pt x="8923520" y="1592036"/>
                  </a:lnTo>
                  <a:lnTo>
                    <a:pt x="8877126" y="1527429"/>
                  </a:lnTo>
                  <a:lnTo>
                    <a:pt x="8830667" y="1461730"/>
                  </a:lnTo>
                  <a:lnTo>
                    <a:pt x="8784174" y="1395504"/>
                  </a:lnTo>
                  <a:lnTo>
                    <a:pt x="8737685" y="1329335"/>
                  </a:lnTo>
                  <a:lnTo>
                    <a:pt x="8691237" y="1263803"/>
                  </a:lnTo>
                  <a:lnTo>
                    <a:pt x="8644857" y="1199466"/>
                  </a:lnTo>
                  <a:lnTo>
                    <a:pt x="8598554" y="1136841"/>
                  </a:lnTo>
                  <a:lnTo>
                    <a:pt x="8552311" y="1076383"/>
                  </a:lnTo>
                  <a:lnTo>
                    <a:pt x="8506076" y="1018478"/>
                  </a:lnTo>
                  <a:lnTo>
                    <a:pt x="8459758" y="963431"/>
                  </a:lnTo>
                  <a:lnTo>
                    <a:pt x="8413217" y="911463"/>
                  </a:lnTo>
                  <a:lnTo>
                    <a:pt x="8366256" y="862715"/>
                  </a:lnTo>
                  <a:lnTo>
                    <a:pt x="8318617" y="817248"/>
                  </a:lnTo>
                  <a:lnTo>
                    <a:pt x="8269965" y="775051"/>
                  </a:lnTo>
                  <a:lnTo>
                    <a:pt x="8229629" y="743296"/>
                  </a:lnTo>
                  <a:lnTo>
                    <a:pt x="8178176" y="706942"/>
                  </a:lnTo>
                  <a:lnTo>
                    <a:pt x="8124316" y="673718"/>
                  </a:lnTo>
                  <a:lnTo>
                    <a:pt x="8067383" y="643513"/>
                  </a:lnTo>
                  <a:lnTo>
                    <a:pt x="8006645" y="616118"/>
                  </a:lnTo>
                  <a:lnTo>
                    <a:pt x="7941342" y="591276"/>
                  </a:lnTo>
                  <a:lnTo>
                    <a:pt x="7870728" y="568726"/>
                  </a:lnTo>
                  <a:lnTo>
                    <a:pt x="7794121" y="548219"/>
                  </a:lnTo>
                  <a:lnTo>
                    <a:pt x="7710964" y="529537"/>
                  </a:lnTo>
                  <a:lnTo>
                    <a:pt x="7620918" y="512498"/>
                  </a:lnTo>
                  <a:lnTo>
                    <a:pt x="7523969" y="496960"/>
                  </a:lnTo>
                  <a:lnTo>
                    <a:pt x="7420561" y="482826"/>
                  </a:lnTo>
                  <a:lnTo>
                    <a:pt x="7311742" y="470039"/>
                  </a:lnTo>
                  <a:lnTo>
                    <a:pt x="7199281" y="458583"/>
                  </a:lnTo>
                  <a:lnTo>
                    <a:pt x="7085733" y="448469"/>
                  </a:lnTo>
                  <a:lnTo>
                    <a:pt x="6974391" y="439724"/>
                  </a:lnTo>
                  <a:lnTo>
                    <a:pt x="6869073" y="432374"/>
                  </a:lnTo>
                  <a:lnTo>
                    <a:pt x="6773735" y="426419"/>
                  </a:lnTo>
                  <a:lnTo>
                    <a:pt x="6691944" y="421820"/>
                  </a:lnTo>
                  <a:lnTo>
                    <a:pt x="6626307" y="418480"/>
                  </a:lnTo>
                  <a:lnTo>
                    <a:pt x="6577992" y="416245"/>
                  </a:lnTo>
                  <a:lnTo>
                    <a:pt x="6546463" y="414915"/>
                  </a:lnTo>
                  <a:lnTo>
                    <a:pt x="6529457" y="414258"/>
                  </a:lnTo>
                  <a:lnTo>
                    <a:pt x="6523154" y="414035"/>
                  </a:lnTo>
                  <a:lnTo>
                    <a:pt x="6522385" y="414010"/>
                  </a:lnTo>
                  <a:lnTo>
                    <a:pt x="5527445" y="414010"/>
                  </a:lnTo>
                  <a:lnTo>
                    <a:pt x="5526310" y="414002"/>
                  </a:lnTo>
                  <a:lnTo>
                    <a:pt x="5518819" y="413945"/>
                  </a:lnTo>
                  <a:lnTo>
                    <a:pt x="5499837" y="413790"/>
                  </a:lnTo>
                  <a:lnTo>
                    <a:pt x="5465648" y="413484"/>
                  </a:lnTo>
                  <a:lnTo>
                    <a:pt x="5414183" y="412977"/>
                  </a:lnTo>
                  <a:lnTo>
                    <a:pt x="5345172" y="412230"/>
                  </a:lnTo>
                  <a:lnTo>
                    <a:pt x="5260080" y="411209"/>
                  </a:lnTo>
                  <a:lnTo>
                    <a:pt x="5161792" y="409897"/>
                  </a:lnTo>
                  <a:lnTo>
                    <a:pt x="5054086" y="408287"/>
                  </a:lnTo>
                  <a:lnTo>
                    <a:pt x="4941033" y="406380"/>
                  </a:lnTo>
                  <a:lnTo>
                    <a:pt x="4826470" y="404183"/>
                  </a:lnTo>
                  <a:lnTo>
                    <a:pt x="4713630" y="401700"/>
                  </a:lnTo>
                  <a:lnTo>
                    <a:pt x="4604962" y="398933"/>
                  </a:lnTo>
                  <a:lnTo>
                    <a:pt x="4502106" y="395878"/>
                  </a:lnTo>
                  <a:lnTo>
                    <a:pt x="4405979" y="392518"/>
                  </a:lnTo>
                  <a:lnTo>
                    <a:pt x="4316910" y="388832"/>
                  </a:lnTo>
                  <a:lnTo>
                    <a:pt x="4234790" y="384786"/>
                  </a:lnTo>
                  <a:lnTo>
                    <a:pt x="4159202" y="380340"/>
                  </a:lnTo>
                  <a:lnTo>
                    <a:pt x="4089532" y="375444"/>
                  </a:lnTo>
                  <a:lnTo>
                    <a:pt x="4025056" y="370044"/>
                  </a:lnTo>
                  <a:lnTo>
                    <a:pt x="3965000" y="364082"/>
                  </a:lnTo>
                  <a:lnTo>
                    <a:pt x="3908587" y="357507"/>
                  </a:lnTo>
                  <a:lnTo>
                    <a:pt x="3855083" y="350278"/>
                  </a:lnTo>
                  <a:lnTo>
                    <a:pt x="3820202" y="345008"/>
                  </a:lnTo>
                  <a:lnTo>
                    <a:pt x="3759437" y="334750"/>
                  </a:lnTo>
                  <a:lnTo>
                    <a:pt x="3700550" y="323477"/>
                  </a:lnTo>
                  <a:lnTo>
                    <a:pt x="3642851" y="311171"/>
                  </a:lnTo>
                  <a:lnTo>
                    <a:pt x="3585832" y="297851"/>
                  </a:lnTo>
                  <a:lnTo>
                    <a:pt x="3529129" y="283568"/>
                  </a:lnTo>
                  <a:lnTo>
                    <a:pt x="3472503" y="268416"/>
                  </a:lnTo>
                  <a:lnTo>
                    <a:pt x="3415818" y="252525"/>
                  </a:lnTo>
                  <a:lnTo>
                    <a:pt x="3359021" y="236062"/>
                  </a:lnTo>
                  <a:lnTo>
                    <a:pt x="3302122" y="219221"/>
                  </a:lnTo>
                  <a:lnTo>
                    <a:pt x="3245175" y="202219"/>
                  </a:lnTo>
                  <a:lnTo>
                    <a:pt x="3188247" y="185281"/>
                  </a:lnTo>
                  <a:lnTo>
                    <a:pt x="3131401" y="168627"/>
                  </a:lnTo>
                  <a:lnTo>
                    <a:pt x="3074669" y="152463"/>
                  </a:lnTo>
                  <a:lnTo>
                    <a:pt x="3018029" y="136969"/>
                  </a:lnTo>
                  <a:lnTo>
                    <a:pt x="2961383" y="122293"/>
                  </a:lnTo>
                  <a:lnTo>
                    <a:pt x="2904538" y="108543"/>
                  </a:lnTo>
                  <a:lnTo>
                    <a:pt x="2847190" y="95789"/>
                  </a:lnTo>
                  <a:lnTo>
                    <a:pt x="2788896" y="84064"/>
                  </a:lnTo>
                  <a:lnTo>
                    <a:pt x="2729052" y="73366"/>
                  </a:lnTo>
                  <a:lnTo>
                    <a:pt x="2702183" y="69001"/>
                  </a:lnTo>
                  <a:lnTo>
                    <a:pt x="2650269" y="61319"/>
                  </a:lnTo>
                  <a:lnTo>
                    <a:pt x="2595901" y="54305"/>
                  </a:lnTo>
                  <a:lnTo>
                    <a:pt x="2538393" y="47934"/>
                  </a:lnTo>
                  <a:lnTo>
                    <a:pt x="2476992" y="42160"/>
                  </a:lnTo>
                  <a:lnTo>
                    <a:pt x="2410919" y="36929"/>
                  </a:lnTo>
                  <a:lnTo>
                    <a:pt x="2339410" y="32184"/>
                  </a:lnTo>
                  <a:lnTo>
                    <a:pt x="2261768" y="27872"/>
                  </a:lnTo>
                  <a:lnTo>
                    <a:pt x="2177434" y="23947"/>
                  </a:lnTo>
                  <a:lnTo>
                    <a:pt x="2086076" y="20370"/>
                  </a:lnTo>
                  <a:lnTo>
                    <a:pt x="1987711" y="17111"/>
                  </a:lnTo>
                  <a:lnTo>
                    <a:pt x="1882841" y="14149"/>
                  </a:lnTo>
                  <a:lnTo>
                    <a:pt x="1772606" y="11475"/>
                  </a:lnTo>
                  <a:lnTo>
                    <a:pt x="1658901" y="9084"/>
                  </a:lnTo>
                  <a:lnTo>
                    <a:pt x="1544438" y="6980"/>
                  </a:lnTo>
                  <a:lnTo>
                    <a:pt x="1432674" y="5169"/>
                  </a:lnTo>
                  <a:lnTo>
                    <a:pt x="1327572" y="3655"/>
                  </a:lnTo>
                  <a:lnTo>
                    <a:pt x="1233171" y="2439"/>
                  </a:lnTo>
                  <a:lnTo>
                    <a:pt x="1153025" y="1509"/>
                  </a:lnTo>
                  <a:lnTo>
                    <a:pt x="1089609" y="843"/>
                  </a:lnTo>
                  <a:lnTo>
                    <a:pt x="1043851" y="407"/>
                  </a:lnTo>
                  <a:lnTo>
                    <a:pt x="1014892" y="155"/>
                  </a:lnTo>
                  <a:lnTo>
                    <a:pt x="1000106" y="37"/>
                  </a:lnTo>
                  <a:lnTo>
                    <a:pt x="995297" y="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08" name="pl807"/>
            <p:cNvSpPr/>
            <p:nvPr/>
          </p:nvSpPr>
          <p:spPr>
            <a:xfrm>
              <a:off x="1199187" y="1708282"/>
              <a:ext cx="12049831" cy="2389729"/>
            </a:xfrm>
            <a:custGeom>
              <a:avLst/>
              <a:pathLst>
                <a:path w="12049831" h="2389729">
                  <a:moveTo>
                    <a:pt x="0" y="0"/>
                  </a:moveTo>
                  <a:lnTo>
                    <a:pt x="994940" y="0"/>
                  </a:lnTo>
                  <a:lnTo>
                    <a:pt x="996075" y="7"/>
                  </a:lnTo>
                  <a:lnTo>
                    <a:pt x="1003566" y="64"/>
                  </a:lnTo>
                  <a:lnTo>
                    <a:pt x="1022548" y="219"/>
                  </a:lnTo>
                  <a:lnTo>
                    <a:pt x="1056737" y="525"/>
                  </a:lnTo>
                  <a:lnTo>
                    <a:pt x="1108202" y="1032"/>
                  </a:lnTo>
                  <a:lnTo>
                    <a:pt x="1177213" y="1780"/>
                  </a:lnTo>
                  <a:lnTo>
                    <a:pt x="1262305" y="2800"/>
                  </a:lnTo>
                  <a:lnTo>
                    <a:pt x="1360593" y="4112"/>
                  </a:lnTo>
                  <a:lnTo>
                    <a:pt x="1468299" y="5722"/>
                  </a:lnTo>
                  <a:lnTo>
                    <a:pt x="1581352" y="7629"/>
                  </a:lnTo>
                  <a:lnTo>
                    <a:pt x="1695915" y="9826"/>
                  </a:lnTo>
                  <a:lnTo>
                    <a:pt x="1808755" y="12309"/>
                  </a:lnTo>
                  <a:lnTo>
                    <a:pt x="1917423" y="15076"/>
                  </a:lnTo>
                  <a:lnTo>
                    <a:pt x="2020279" y="18132"/>
                  </a:lnTo>
                  <a:lnTo>
                    <a:pt x="2116406" y="21491"/>
                  </a:lnTo>
                  <a:lnTo>
                    <a:pt x="2205475" y="25177"/>
                  </a:lnTo>
                  <a:lnTo>
                    <a:pt x="2287595" y="29223"/>
                  </a:lnTo>
                  <a:lnTo>
                    <a:pt x="2363183" y="33669"/>
                  </a:lnTo>
                  <a:lnTo>
                    <a:pt x="2432853" y="38565"/>
                  </a:lnTo>
                  <a:lnTo>
                    <a:pt x="2497329" y="43966"/>
                  </a:lnTo>
                  <a:lnTo>
                    <a:pt x="2557385" y="49927"/>
                  </a:lnTo>
                  <a:lnTo>
                    <a:pt x="2613798" y="56502"/>
                  </a:lnTo>
                  <a:lnTo>
                    <a:pt x="2667302" y="63731"/>
                  </a:lnTo>
                  <a:lnTo>
                    <a:pt x="2702183" y="69001"/>
                  </a:lnTo>
                  <a:lnTo>
                    <a:pt x="2762948" y="79259"/>
                  </a:lnTo>
                  <a:lnTo>
                    <a:pt x="2821835" y="90532"/>
                  </a:lnTo>
                  <a:lnTo>
                    <a:pt x="2879534" y="102838"/>
                  </a:lnTo>
                  <a:lnTo>
                    <a:pt x="2936553" y="116158"/>
                  </a:lnTo>
                  <a:lnTo>
                    <a:pt x="2993256" y="130441"/>
                  </a:lnTo>
                  <a:lnTo>
                    <a:pt x="3049882" y="145593"/>
                  </a:lnTo>
                  <a:lnTo>
                    <a:pt x="3106567" y="161484"/>
                  </a:lnTo>
                  <a:lnTo>
                    <a:pt x="3163364" y="177948"/>
                  </a:lnTo>
                  <a:lnTo>
                    <a:pt x="3220263" y="194788"/>
                  </a:lnTo>
                  <a:lnTo>
                    <a:pt x="3277210" y="211790"/>
                  </a:lnTo>
                  <a:lnTo>
                    <a:pt x="3334138" y="228728"/>
                  </a:lnTo>
                  <a:lnTo>
                    <a:pt x="3390984" y="245382"/>
                  </a:lnTo>
                  <a:lnTo>
                    <a:pt x="3447716" y="261546"/>
                  </a:lnTo>
                  <a:lnTo>
                    <a:pt x="3504356" y="277040"/>
                  </a:lnTo>
                  <a:lnTo>
                    <a:pt x="3561002" y="291716"/>
                  </a:lnTo>
                  <a:lnTo>
                    <a:pt x="3617847" y="305466"/>
                  </a:lnTo>
                  <a:lnTo>
                    <a:pt x="3675195" y="318220"/>
                  </a:lnTo>
                  <a:lnTo>
                    <a:pt x="3733489" y="329945"/>
                  </a:lnTo>
                  <a:lnTo>
                    <a:pt x="3793333" y="340643"/>
                  </a:lnTo>
                  <a:lnTo>
                    <a:pt x="3820202" y="345008"/>
                  </a:lnTo>
                  <a:lnTo>
                    <a:pt x="3872116" y="352690"/>
                  </a:lnTo>
                  <a:lnTo>
                    <a:pt x="3926484" y="359704"/>
                  </a:lnTo>
                  <a:lnTo>
                    <a:pt x="3983992" y="366075"/>
                  </a:lnTo>
                  <a:lnTo>
                    <a:pt x="4045393" y="371849"/>
                  </a:lnTo>
                  <a:lnTo>
                    <a:pt x="4111466" y="377080"/>
                  </a:lnTo>
                  <a:lnTo>
                    <a:pt x="4182975" y="381825"/>
                  </a:lnTo>
                  <a:lnTo>
                    <a:pt x="4260617" y="386137"/>
                  </a:lnTo>
                  <a:lnTo>
                    <a:pt x="4344951" y="390062"/>
                  </a:lnTo>
                  <a:lnTo>
                    <a:pt x="4436309" y="393639"/>
                  </a:lnTo>
                  <a:lnTo>
                    <a:pt x="4534674" y="396898"/>
                  </a:lnTo>
                  <a:lnTo>
                    <a:pt x="4639544" y="399860"/>
                  </a:lnTo>
                  <a:lnTo>
                    <a:pt x="4749779" y="402534"/>
                  </a:lnTo>
                  <a:lnTo>
                    <a:pt x="4863484" y="404925"/>
                  </a:lnTo>
                  <a:lnTo>
                    <a:pt x="4977947" y="407029"/>
                  </a:lnTo>
                  <a:lnTo>
                    <a:pt x="5089711" y="408840"/>
                  </a:lnTo>
                  <a:lnTo>
                    <a:pt x="5194813" y="410354"/>
                  </a:lnTo>
                  <a:lnTo>
                    <a:pt x="5289214" y="411570"/>
                  </a:lnTo>
                  <a:lnTo>
                    <a:pt x="5369360" y="412500"/>
                  </a:lnTo>
                  <a:lnTo>
                    <a:pt x="5432776" y="413166"/>
                  </a:lnTo>
                  <a:lnTo>
                    <a:pt x="5478534" y="413602"/>
                  </a:lnTo>
                  <a:lnTo>
                    <a:pt x="5507493" y="413854"/>
                  </a:lnTo>
                  <a:lnTo>
                    <a:pt x="5522279" y="413972"/>
                  </a:lnTo>
                  <a:lnTo>
                    <a:pt x="5527088" y="414007"/>
                  </a:lnTo>
                  <a:lnTo>
                    <a:pt x="5527445" y="414010"/>
                  </a:lnTo>
                  <a:lnTo>
                    <a:pt x="6522385" y="414010"/>
                  </a:lnTo>
                  <a:lnTo>
                    <a:pt x="6523492" y="414046"/>
                  </a:lnTo>
                  <a:lnTo>
                    <a:pt x="6530796" y="414308"/>
                  </a:lnTo>
                  <a:lnTo>
                    <a:pt x="6549319" y="415030"/>
                  </a:lnTo>
                  <a:lnTo>
                    <a:pt x="6582712" y="416454"/>
                  </a:lnTo>
                  <a:lnTo>
                    <a:pt x="6633044" y="418807"/>
                  </a:lnTo>
                  <a:lnTo>
                    <a:pt x="6700646" y="422287"/>
                  </a:lnTo>
                  <a:lnTo>
                    <a:pt x="6784166" y="427040"/>
                  </a:lnTo>
                  <a:lnTo>
                    <a:pt x="6880858" y="433155"/>
                  </a:lnTo>
                  <a:lnTo>
                    <a:pt x="6987080" y="440668"/>
                  </a:lnTo>
                  <a:lnTo>
                    <a:pt x="7098867" y="449573"/>
                  </a:lnTo>
                  <a:lnTo>
                    <a:pt x="7212444" y="459844"/>
                  </a:lnTo>
                  <a:lnTo>
                    <a:pt x="7324599" y="471455"/>
                  </a:lnTo>
                  <a:lnTo>
                    <a:pt x="7432866" y="484396"/>
                  </a:lnTo>
                  <a:lnTo>
                    <a:pt x="7535565" y="498690"/>
                  </a:lnTo>
                  <a:lnTo>
                    <a:pt x="7631726" y="514396"/>
                  </a:lnTo>
                  <a:lnTo>
                    <a:pt x="7720965" y="531618"/>
                  </a:lnTo>
                  <a:lnTo>
                    <a:pt x="7803339" y="550502"/>
                  </a:lnTo>
                  <a:lnTo>
                    <a:pt x="7879219" y="571234"/>
                  </a:lnTo>
                  <a:lnTo>
                    <a:pt x="7949179" y="594037"/>
                  </a:lnTo>
                  <a:lnTo>
                    <a:pt x="8013914" y="619161"/>
                  </a:lnTo>
                  <a:lnTo>
                    <a:pt x="8074171" y="646870"/>
                  </a:lnTo>
                  <a:lnTo>
                    <a:pt x="8130711" y="677416"/>
                  </a:lnTo>
                  <a:lnTo>
                    <a:pt x="8184259" y="711000"/>
                  </a:lnTo>
                  <a:lnTo>
                    <a:pt x="8229629" y="743296"/>
                  </a:lnTo>
                  <a:lnTo>
                    <a:pt x="8279404" y="782903"/>
                  </a:lnTo>
                  <a:lnTo>
                    <a:pt x="8327831" y="825723"/>
                  </a:lnTo>
                  <a:lnTo>
                    <a:pt x="8375316" y="871822"/>
                  </a:lnTo>
                  <a:lnTo>
                    <a:pt x="8422179" y="921195"/>
                  </a:lnTo>
                  <a:lnTo>
                    <a:pt x="8468664" y="973767"/>
                  </a:lnTo>
                  <a:lnTo>
                    <a:pt x="8514957" y="1029383"/>
                  </a:lnTo>
                  <a:lnTo>
                    <a:pt x="8561187" y="1087805"/>
                  </a:lnTo>
                  <a:lnTo>
                    <a:pt x="8607439" y="1148711"/>
                  </a:lnTo>
                  <a:lnTo>
                    <a:pt x="8653756" y="1211702"/>
                  </a:lnTo>
                  <a:lnTo>
                    <a:pt x="8700151" y="1276309"/>
                  </a:lnTo>
                  <a:lnTo>
                    <a:pt x="8746610" y="1342008"/>
                  </a:lnTo>
                  <a:lnTo>
                    <a:pt x="8793102" y="1408234"/>
                  </a:lnTo>
                  <a:lnTo>
                    <a:pt x="8839591" y="1474404"/>
                  </a:lnTo>
                  <a:lnTo>
                    <a:pt x="8886040" y="1539936"/>
                  </a:lnTo>
                  <a:lnTo>
                    <a:pt x="8932420" y="1604272"/>
                  </a:lnTo>
                  <a:lnTo>
                    <a:pt x="8978723" y="1666897"/>
                  </a:lnTo>
                  <a:lnTo>
                    <a:pt x="9024966" y="1727355"/>
                  </a:lnTo>
                  <a:lnTo>
                    <a:pt x="9071200" y="1785260"/>
                  </a:lnTo>
                  <a:lnTo>
                    <a:pt x="9117518" y="1840308"/>
                  </a:lnTo>
                  <a:lnTo>
                    <a:pt x="9164060" y="1892275"/>
                  </a:lnTo>
                  <a:lnTo>
                    <a:pt x="9211021" y="1941023"/>
                  </a:lnTo>
                  <a:lnTo>
                    <a:pt x="9258660" y="1986490"/>
                  </a:lnTo>
                  <a:lnTo>
                    <a:pt x="9307311" y="2028687"/>
                  </a:lnTo>
                  <a:lnTo>
                    <a:pt x="9347647" y="2060442"/>
                  </a:lnTo>
                  <a:lnTo>
                    <a:pt x="9399101" y="2096796"/>
                  </a:lnTo>
                  <a:lnTo>
                    <a:pt x="9452961" y="2130020"/>
                  </a:lnTo>
                  <a:lnTo>
                    <a:pt x="9509893" y="2160225"/>
                  </a:lnTo>
                  <a:lnTo>
                    <a:pt x="9570632" y="2187620"/>
                  </a:lnTo>
                  <a:lnTo>
                    <a:pt x="9635934" y="2212462"/>
                  </a:lnTo>
                  <a:lnTo>
                    <a:pt x="9706548" y="2235012"/>
                  </a:lnTo>
                  <a:lnTo>
                    <a:pt x="9783156" y="2255519"/>
                  </a:lnTo>
                  <a:lnTo>
                    <a:pt x="9866312" y="2274201"/>
                  </a:lnTo>
                  <a:lnTo>
                    <a:pt x="9956358" y="2291240"/>
                  </a:lnTo>
                  <a:lnTo>
                    <a:pt x="10053308" y="2306778"/>
                  </a:lnTo>
                  <a:lnTo>
                    <a:pt x="10156715" y="2320913"/>
                  </a:lnTo>
                  <a:lnTo>
                    <a:pt x="10265534" y="2333699"/>
                  </a:lnTo>
                  <a:lnTo>
                    <a:pt x="10377996" y="2345155"/>
                  </a:lnTo>
                  <a:lnTo>
                    <a:pt x="10491543" y="2355270"/>
                  </a:lnTo>
                  <a:lnTo>
                    <a:pt x="10602885" y="2364014"/>
                  </a:lnTo>
                  <a:lnTo>
                    <a:pt x="10708204" y="2371365"/>
                  </a:lnTo>
                  <a:lnTo>
                    <a:pt x="10803542" y="2377319"/>
                  </a:lnTo>
                  <a:lnTo>
                    <a:pt x="10885332" y="2381918"/>
                  </a:lnTo>
                  <a:lnTo>
                    <a:pt x="10950970" y="2385258"/>
                  </a:lnTo>
                  <a:lnTo>
                    <a:pt x="10999284" y="2387493"/>
                  </a:lnTo>
                  <a:lnTo>
                    <a:pt x="11030813" y="2388823"/>
                  </a:lnTo>
                  <a:lnTo>
                    <a:pt x="11047819" y="2389480"/>
                  </a:lnTo>
                  <a:lnTo>
                    <a:pt x="11054122" y="2389703"/>
                  </a:lnTo>
                  <a:lnTo>
                    <a:pt x="11054891" y="2389729"/>
                  </a:lnTo>
                  <a:lnTo>
                    <a:pt x="12049831" y="2389729"/>
                  </a:lnTo>
                  <a:lnTo>
                    <a:pt x="12049831" y="23897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9" name="pl808"/>
            <p:cNvSpPr/>
            <p:nvPr/>
          </p:nvSpPr>
          <p:spPr>
            <a:xfrm>
              <a:off x="1199187" y="1703041"/>
              <a:ext cx="12049831" cy="2389729"/>
            </a:xfrm>
            <a:custGeom>
              <a:avLst/>
              <a:pathLst>
                <a:path w="12049831" h="2389729">
                  <a:moveTo>
                    <a:pt x="12049831" y="2389729"/>
                  </a:moveTo>
                  <a:lnTo>
                    <a:pt x="11054891" y="2389729"/>
                  </a:lnTo>
                  <a:lnTo>
                    <a:pt x="11053785" y="2389692"/>
                  </a:lnTo>
                  <a:lnTo>
                    <a:pt x="11046480" y="2389430"/>
                  </a:lnTo>
                  <a:lnTo>
                    <a:pt x="11027957" y="2388708"/>
                  </a:lnTo>
                  <a:lnTo>
                    <a:pt x="10994564" y="2387284"/>
                  </a:lnTo>
                  <a:lnTo>
                    <a:pt x="10944233" y="2384931"/>
                  </a:lnTo>
                  <a:lnTo>
                    <a:pt x="10876630" y="2381451"/>
                  </a:lnTo>
                  <a:lnTo>
                    <a:pt x="10793110" y="2376699"/>
                  </a:lnTo>
                  <a:lnTo>
                    <a:pt x="10696419" y="2370584"/>
                  </a:lnTo>
                  <a:lnTo>
                    <a:pt x="10590197" y="2363071"/>
                  </a:lnTo>
                  <a:lnTo>
                    <a:pt x="10478410" y="2354165"/>
                  </a:lnTo>
                  <a:lnTo>
                    <a:pt x="10364832" y="2343894"/>
                  </a:lnTo>
                  <a:lnTo>
                    <a:pt x="10252677" y="2332283"/>
                  </a:lnTo>
                  <a:lnTo>
                    <a:pt x="10144410" y="2319342"/>
                  </a:lnTo>
                  <a:lnTo>
                    <a:pt x="10041711" y="2305049"/>
                  </a:lnTo>
                  <a:lnTo>
                    <a:pt x="9945550" y="2289342"/>
                  </a:lnTo>
                  <a:lnTo>
                    <a:pt x="9856312" y="2272120"/>
                  </a:lnTo>
                  <a:lnTo>
                    <a:pt x="9773938" y="2253237"/>
                  </a:lnTo>
                  <a:lnTo>
                    <a:pt x="9698058" y="2232505"/>
                  </a:lnTo>
                  <a:lnTo>
                    <a:pt x="9628097" y="2209702"/>
                  </a:lnTo>
                  <a:lnTo>
                    <a:pt x="9563363" y="2184577"/>
                  </a:lnTo>
                  <a:lnTo>
                    <a:pt x="9503105" y="2156868"/>
                  </a:lnTo>
                  <a:lnTo>
                    <a:pt x="9446566" y="2126323"/>
                  </a:lnTo>
                  <a:lnTo>
                    <a:pt x="9393018" y="2092738"/>
                  </a:lnTo>
                  <a:lnTo>
                    <a:pt x="9347647" y="2060442"/>
                  </a:lnTo>
                  <a:lnTo>
                    <a:pt x="9297873" y="2020836"/>
                  </a:lnTo>
                  <a:lnTo>
                    <a:pt x="9249445" y="1978015"/>
                  </a:lnTo>
                  <a:lnTo>
                    <a:pt x="9201960" y="1931916"/>
                  </a:lnTo>
                  <a:lnTo>
                    <a:pt x="9155098" y="1882543"/>
                  </a:lnTo>
                  <a:lnTo>
                    <a:pt x="9108612" y="1829971"/>
                  </a:lnTo>
                  <a:lnTo>
                    <a:pt x="9062320" y="1774355"/>
                  </a:lnTo>
                  <a:lnTo>
                    <a:pt x="9016089" y="1715934"/>
                  </a:lnTo>
                  <a:lnTo>
                    <a:pt x="8969837" y="1655028"/>
                  </a:lnTo>
                  <a:lnTo>
                    <a:pt x="8923520" y="1592036"/>
                  </a:lnTo>
                  <a:lnTo>
                    <a:pt x="8877126" y="1527429"/>
                  </a:lnTo>
                  <a:lnTo>
                    <a:pt x="8830667" y="1461730"/>
                  </a:lnTo>
                  <a:lnTo>
                    <a:pt x="8784174" y="1395504"/>
                  </a:lnTo>
                  <a:lnTo>
                    <a:pt x="8737685" y="1329335"/>
                  </a:lnTo>
                  <a:lnTo>
                    <a:pt x="8691237" y="1263803"/>
                  </a:lnTo>
                  <a:lnTo>
                    <a:pt x="8644857" y="1199466"/>
                  </a:lnTo>
                  <a:lnTo>
                    <a:pt x="8598554" y="1136841"/>
                  </a:lnTo>
                  <a:lnTo>
                    <a:pt x="8552311" y="1076383"/>
                  </a:lnTo>
                  <a:lnTo>
                    <a:pt x="8506076" y="1018478"/>
                  </a:lnTo>
                  <a:lnTo>
                    <a:pt x="8459758" y="963431"/>
                  </a:lnTo>
                  <a:lnTo>
                    <a:pt x="8413217" y="911463"/>
                  </a:lnTo>
                  <a:lnTo>
                    <a:pt x="8366256" y="862715"/>
                  </a:lnTo>
                  <a:lnTo>
                    <a:pt x="8318617" y="817248"/>
                  </a:lnTo>
                  <a:lnTo>
                    <a:pt x="8269965" y="775051"/>
                  </a:lnTo>
                  <a:lnTo>
                    <a:pt x="8229629" y="743296"/>
                  </a:lnTo>
                  <a:lnTo>
                    <a:pt x="8178176" y="706942"/>
                  </a:lnTo>
                  <a:lnTo>
                    <a:pt x="8124316" y="673718"/>
                  </a:lnTo>
                  <a:lnTo>
                    <a:pt x="8067383" y="643513"/>
                  </a:lnTo>
                  <a:lnTo>
                    <a:pt x="8006645" y="616118"/>
                  </a:lnTo>
                  <a:lnTo>
                    <a:pt x="7941342" y="591276"/>
                  </a:lnTo>
                  <a:lnTo>
                    <a:pt x="7870728" y="568726"/>
                  </a:lnTo>
                  <a:lnTo>
                    <a:pt x="7794121" y="548219"/>
                  </a:lnTo>
                  <a:lnTo>
                    <a:pt x="7710964" y="529537"/>
                  </a:lnTo>
                  <a:lnTo>
                    <a:pt x="7620918" y="512498"/>
                  </a:lnTo>
                  <a:lnTo>
                    <a:pt x="7523969" y="496960"/>
                  </a:lnTo>
                  <a:lnTo>
                    <a:pt x="7420561" y="482826"/>
                  </a:lnTo>
                  <a:lnTo>
                    <a:pt x="7311742" y="470039"/>
                  </a:lnTo>
                  <a:lnTo>
                    <a:pt x="7199281" y="458583"/>
                  </a:lnTo>
                  <a:lnTo>
                    <a:pt x="7085733" y="448469"/>
                  </a:lnTo>
                  <a:lnTo>
                    <a:pt x="6974391" y="439724"/>
                  </a:lnTo>
                  <a:lnTo>
                    <a:pt x="6869073" y="432374"/>
                  </a:lnTo>
                  <a:lnTo>
                    <a:pt x="6773735" y="426419"/>
                  </a:lnTo>
                  <a:lnTo>
                    <a:pt x="6691944" y="421820"/>
                  </a:lnTo>
                  <a:lnTo>
                    <a:pt x="6626307" y="418480"/>
                  </a:lnTo>
                  <a:lnTo>
                    <a:pt x="6577992" y="416245"/>
                  </a:lnTo>
                  <a:lnTo>
                    <a:pt x="6546463" y="414915"/>
                  </a:lnTo>
                  <a:lnTo>
                    <a:pt x="6529457" y="414258"/>
                  </a:lnTo>
                  <a:lnTo>
                    <a:pt x="6523154" y="414035"/>
                  </a:lnTo>
                  <a:lnTo>
                    <a:pt x="6522385" y="414010"/>
                  </a:lnTo>
                  <a:lnTo>
                    <a:pt x="5527445" y="414010"/>
                  </a:lnTo>
                  <a:lnTo>
                    <a:pt x="5526310" y="414002"/>
                  </a:lnTo>
                  <a:lnTo>
                    <a:pt x="5518819" y="413945"/>
                  </a:lnTo>
                  <a:lnTo>
                    <a:pt x="5499837" y="413790"/>
                  </a:lnTo>
                  <a:lnTo>
                    <a:pt x="5465648" y="413484"/>
                  </a:lnTo>
                  <a:lnTo>
                    <a:pt x="5414183" y="412977"/>
                  </a:lnTo>
                  <a:lnTo>
                    <a:pt x="5345172" y="412230"/>
                  </a:lnTo>
                  <a:lnTo>
                    <a:pt x="5260080" y="411209"/>
                  </a:lnTo>
                  <a:lnTo>
                    <a:pt x="5161792" y="409897"/>
                  </a:lnTo>
                  <a:lnTo>
                    <a:pt x="5054086" y="408287"/>
                  </a:lnTo>
                  <a:lnTo>
                    <a:pt x="4941033" y="406380"/>
                  </a:lnTo>
                  <a:lnTo>
                    <a:pt x="4826470" y="404183"/>
                  </a:lnTo>
                  <a:lnTo>
                    <a:pt x="4713630" y="401700"/>
                  </a:lnTo>
                  <a:lnTo>
                    <a:pt x="4604962" y="398933"/>
                  </a:lnTo>
                  <a:lnTo>
                    <a:pt x="4502106" y="395878"/>
                  </a:lnTo>
                  <a:lnTo>
                    <a:pt x="4405979" y="392518"/>
                  </a:lnTo>
                  <a:lnTo>
                    <a:pt x="4316910" y="388832"/>
                  </a:lnTo>
                  <a:lnTo>
                    <a:pt x="4234790" y="384786"/>
                  </a:lnTo>
                  <a:lnTo>
                    <a:pt x="4159202" y="380340"/>
                  </a:lnTo>
                  <a:lnTo>
                    <a:pt x="4089532" y="375444"/>
                  </a:lnTo>
                  <a:lnTo>
                    <a:pt x="4025056" y="370044"/>
                  </a:lnTo>
                  <a:lnTo>
                    <a:pt x="3965000" y="364082"/>
                  </a:lnTo>
                  <a:lnTo>
                    <a:pt x="3908587" y="357507"/>
                  </a:lnTo>
                  <a:lnTo>
                    <a:pt x="3855083" y="350278"/>
                  </a:lnTo>
                  <a:lnTo>
                    <a:pt x="3820202" y="345008"/>
                  </a:lnTo>
                  <a:lnTo>
                    <a:pt x="3759437" y="334750"/>
                  </a:lnTo>
                  <a:lnTo>
                    <a:pt x="3700550" y="323477"/>
                  </a:lnTo>
                  <a:lnTo>
                    <a:pt x="3642851" y="311171"/>
                  </a:lnTo>
                  <a:lnTo>
                    <a:pt x="3585832" y="297851"/>
                  </a:lnTo>
                  <a:lnTo>
                    <a:pt x="3529129" y="283568"/>
                  </a:lnTo>
                  <a:lnTo>
                    <a:pt x="3472503" y="268416"/>
                  </a:lnTo>
                  <a:lnTo>
                    <a:pt x="3415818" y="252525"/>
                  </a:lnTo>
                  <a:lnTo>
                    <a:pt x="3359021" y="236062"/>
                  </a:lnTo>
                  <a:lnTo>
                    <a:pt x="3302122" y="219221"/>
                  </a:lnTo>
                  <a:lnTo>
                    <a:pt x="3245175" y="202219"/>
                  </a:lnTo>
                  <a:lnTo>
                    <a:pt x="3188247" y="185281"/>
                  </a:lnTo>
                  <a:lnTo>
                    <a:pt x="3131401" y="168627"/>
                  </a:lnTo>
                  <a:lnTo>
                    <a:pt x="3074669" y="152463"/>
                  </a:lnTo>
                  <a:lnTo>
                    <a:pt x="3018029" y="136969"/>
                  </a:lnTo>
                  <a:lnTo>
                    <a:pt x="2961383" y="122293"/>
                  </a:lnTo>
                  <a:lnTo>
                    <a:pt x="2904538" y="108543"/>
                  </a:lnTo>
                  <a:lnTo>
                    <a:pt x="2847190" y="95789"/>
                  </a:lnTo>
                  <a:lnTo>
                    <a:pt x="2788896" y="84064"/>
                  </a:lnTo>
                  <a:lnTo>
                    <a:pt x="2729052" y="73366"/>
                  </a:lnTo>
                  <a:lnTo>
                    <a:pt x="2702183" y="69001"/>
                  </a:lnTo>
                  <a:lnTo>
                    <a:pt x="2650269" y="61319"/>
                  </a:lnTo>
                  <a:lnTo>
                    <a:pt x="2595901" y="54305"/>
                  </a:lnTo>
                  <a:lnTo>
                    <a:pt x="2538393" y="47934"/>
                  </a:lnTo>
                  <a:lnTo>
                    <a:pt x="2476992" y="42160"/>
                  </a:lnTo>
                  <a:lnTo>
                    <a:pt x="2410919" y="36929"/>
                  </a:lnTo>
                  <a:lnTo>
                    <a:pt x="2339410" y="32184"/>
                  </a:lnTo>
                  <a:lnTo>
                    <a:pt x="2261768" y="27872"/>
                  </a:lnTo>
                  <a:lnTo>
                    <a:pt x="2177434" y="23947"/>
                  </a:lnTo>
                  <a:lnTo>
                    <a:pt x="2086076" y="20370"/>
                  </a:lnTo>
                  <a:lnTo>
                    <a:pt x="1987711" y="17111"/>
                  </a:lnTo>
                  <a:lnTo>
                    <a:pt x="1882841" y="14149"/>
                  </a:lnTo>
                  <a:lnTo>
                    <a:pt x="1772606" y="11475"/>
                  </a:lnTo>
                  <a:lnTo>
                    <a:pt x="1658901" y="9084"/>
                  </a:lnTo>
                  <a:lnTo>
                    <a:pt x="1544438" y="6980"/>
                  </a:lnTo>
                  <a:lnTo>
                    <a:pt x="1432674" y="5169"/>
                  </a:lnTo>
                  <a:lnTo>
                    <a:pt x="1327572" y="3655"/>
                  </a:lnTo>
                  <a:lnTo>
                    <a:pt x="1233171" y="2439"/>
                  </a:lnTo>
                  <a:lnTo>
                    <a:pt x="1153025" y="1509"/>
                  </a:lnTo>
                  <a:lnTo>
                    <a:pt x="1089609" y="843"/>
                  </a:lnTo>
                  <a:lnTo>
                    <a:pt x="1043851" y="407"/>
                  </a:lnTo>
                  <a:lnTo>
                    <a:pt x="1014892" y="155"/>
                  </a:lnTo>
                  <a:lnTo>
                    <a:pt x="1000106" y="37"/>
                  </a:lnTo>
                  <a:lnTo>
                    <a:pt x="995297" y="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0" name="pg809"/>
            <p:cNvSpPr/>
            <p:nvPr/>
          </p:nvSpPr>
          <p:spPr>
            <a:xfrm>
              <a:off x="1199187" y="1708282"/>
              <a:ext cx="12049831" cy="3018605"/>
            </a:xfrm>
            <a:custGeom>
              <a:avLst/>
              <a:pathLst>
                <a:path w="12049831" h="3018605">
                  <a:moveTo>
                    <a:pt x="0" y="5240"/>
                  </a:moveTo>
                  <a:lnTo>
                    <a:pt x="994940" y="5240"/>
                  </a:lnTo>
                  <a:lnTo>
                    <a:pt x="996075" y="5248"/>
                  </a:lnTo>
                  <a:lnTo>
                    <a:pt x="1003565" y="5307"/>
                  </a:lnTo>
                  <a:lnTo>
                    <a:pt x="1022546" y="5468"/>
                  </a:lnTo>
                  <a:lnTo>
                    <a:pt x="1056732" y="5786"/>
                  </a:lnTo>
                  <a:lnTo>
                    <a:pt x="1108192" y="6311"/>
                  </a:lnTo>
                  <a:lnTo>
                    <a:pt x="1177199" y="7088"/>
                  </a:lnTo>
                  <a:lnTo>
                    <a:pt x="1262285" y="8147"/>
                  </a:lnTo>
                  <a:lnTo>
                    <a:pt x="1360566" y="9509"/>
                  </a:lnTo>
                  <a:lnTo>
                    <a:pt x="1468267" y="11180"/>
                  </a:lnTo>
                  <a:lnTo>
                    <a:pt x="1581316" y="13159"/>
                  </a:lnTo>
                  <a:lnTo>
                    <a:pt x="1695875" y="15439"/>
                  </a:lnTo>
                  <a:lnTo>
                    <a:pt x="1808713" y="18016"/>
                  </a:lnTo>
                  <a:lnTo>
                    <a:pt x="1917380" y="20888"/>
                  </a:lnTo>
                  <a:lnTo>
                    <a:pt x="2020235" y="24059"/>
                  </a:lnTo>
                  <a:lnTo>
                    <a:pt x="2116362" y="27546"/>
                  </a:lnTo>
                  <a:lnTo>
                    <a:pt x="2205431" y="31372"/>
                  </a:lnTo>
                  <a:lnTo>
                    <a:pt x="2287552" y="35571"/>
                  </a:lnTo>
                  <a:lnTo>
                    <a:pt x="2363142" y="40186"/>
                  </a:lnTo>
                  <a:lnTo>
                    <a:pt x="2432813" y="45267"/>
                  </a:lnTo>
                  <a:lnTo>
                    <a:pt x="2497290" y="50872"/>
                  </a:lnTo>
                  <a:lnTo>
                    <a:pt x="2557347" y="57059"/>
                  </a:lnTo>
                  <a:lnTo>
                    <a:pt x="2613760" y="63883"/>
                  </a:lnTo>
                  <a:lnTo>
                    <a:pt x="2667264" y="71386"/>
                  </a:lnTo>
                  <a:lnTo>
                    <a:pt x="2702183" y="76862"/>
                  </a:lnTo>
                  <a:lnTo>
                    <a:pt x="2762882" y="87497"/>
                  </a:lnTo>
                  <a:lnTo>
                    <a:pt x="2821706" y="99184"/>
                  </a:lnTo>
                  <a:lnTo>
                    <a:pt x="2879343" y="111940"/>
                  </a:lnTo>
                  <a:lnTo>
                    <a:pt x="2936301" y="125747"/>
                  </a:lnTo>
                  <a:lnTo>
                    <a:pt x="2992943" y="140550"/>
                  </a:lnTo>
                  <a:lnTo>
                    <a:pt x="3049506" y="156255"/>
                  </a:lnTo>
                  <a:lnTo>
                    <a:pt x="3106127" y="172726"/>
                  </a:lnTo>
                  <a:lnTo>
                    <a:pt x="3162860" y="189792"/>
                  </a:lnTo>
                  <a:lnTo>
                    <a:pt x="3219695" y="207250"/>
                  </a:lnTo>
                  <a:lnTo>
                    <a:pt x="3276579" y="224877"/>
                  </a:lnTo>
                  <a:lnTo>
                    <a:pt x="3333445" y="242442"/>
                  </a:lnTo>
                  <a:lnTo>
                    <a:pt x="3390229" y="259714"/>
                  </a:lnTo>
                  <a:lnTo>
                    <a:pt x="3446899" y="276482"/>
                  </a:lnTo>
                  <a:lnTo>
                    <a:pt x="3503477" y="292557"/>
                  </a:lnTo>
                  <a:lnTo>
                    <a:pt x="3560060" y="307789"/>
                  </a:lnTo>
                  <a:lnTo>
                    <a:pt x="3616835" y="322063"/>
                  </a:lnTo>
                  <a:lnTo>
                    <a:pt x="3674107" y="335305"/>
                  </a:lnTo>
                  <a:lnTo>
                    <a:pt x="3732313" y="347483"/>
                  </a:lnTo>
                  <a:lnTo>
                    <a:pt x="3792052" y="358596"/>
                  </a:lnTo>
                  <a:lnTo>
                    <a:pt x="3820202" y="363350"/>
                  </a:lnTo>
                  <a:lnTo>
                    <a:pt x="3872114" y="371323"/>
                  </a:lnTo>
                  <a:lnTo>
                    <a:pt x="3926480" y="378604"/>
                  </a:lnTo>
                  <a:lnTo>
                    <a:pt x="3983986" y="385217"/>
                  </a:lnTo>
                  <a:lnTo>
                    <a:pt x="4045385" y="391210"/>
                  </a:lnTo>
                  <a:lnTo>
                    <a:pt x="4111455" y="396640"/>
                  </a:lnTo>
                  <a:lnTo>
                    <a:pt x="4182961" y="401565"/>
                  </a:lnTo>
                  <a:lnTo>
                    <a:pt x="4260599" y="406040"/>
                  </a:lnTo>
                  <a:lnTo>
                    <a:pt x="4344929" y="410114"/>
                  </a:lnTo>
                  <a:lnTo>
                    <a:pt x="4436282" y="413827"/>
                  </a:lnTo>
                  <a:lnTo>
                    <a:pt x="4534642" y="417210"/>
                  </a:lnTo>
                  <a:lnTo>
                    <a:pt x="4639506" y="420284"/>
                  </a:lnTo>
                  <a:lnTo>
                    <a:pt x="4749736" y="423060"/>
                  </a:lnTo>
                  <a:lnTo>
                    <a:pt x="4863437" y="425542"/>
                  </a:lnTo>
                  <a:lnTo>
                    <a:pt x="4977897" y="427726"/>
                  </a:lnTo>
                  <a:lnTo>
                    <a:pt x="5089659" y="429606"/>
                  </a:lnTo>
                  <a:lnTo>
                    <a:pt x="5194762" y="431177"/>
                  </a:lnTo>
                  <a:lnTo>
                    <a:pt x="5289167" y="432440"/>
                  </a:lnTo>
                  <a:lnTo>
                    <a:pt x="5369319" y="433405"/>
                  </a:lnTo>
                  <a:lnTo>
                    <a:pt x="5432743" y="434096"/>
                  </a:lnTo>
                  <a:lnTo>
                    <a:pt x="5478511" y="434549"/>
                  </a:lnTo>
                  <a:lnTo>
                    <a:pt x="5507479" y="434811"/>
                  </a:lnTo>
                  <a:lnTo>
                    <a:pt x="5522273" y="434933"/>
                  </a:lnTo>
                  <a:lnTo>
                    <a:pt x="5527087" y="434970"/>
                  </a:lnTo>
                  <a:lnTo>
                    <a:pt x="5527445" y="434972"/>
                  </a:lnTo>
                  <a:lnTo>
                    <a:pt x="6522385" y="434972"/>
                  </a:lnTo>
                  <a:lnTo>
                    <a:pt x="6523471" y="435019"/>
                  </a:lnTo>
                  <a:lnTo>
                    <a:pt x="6530644" y="435355"/>
                  </a:lnTo>
                  <a:lnTo>
                    <a:pt x="6548843" y="436281"/>
                  </a:lnTo>
                  <a:lnTo>
                    <a:pt x="6581673" y="438108"/>
                  </a:lnTo>
                  <a:lnTo>
                    <a:pt x="6631201" y="441129"/>
                  </a:lnTo>
                  <a:lnTo>
                    <a:pt x="6697803" y="445596"/>
                  </a:lnTo>
                  <a:lnTo>
                    <a:pt x="6780202" y="451702"/>
                  </a:lnTo>
                  <a:lnTo>
                    <a:pt x="6875750" y="459564"/>
                  </a:lnTo>
                  <a:lnTo>
                    <a:pt x="6980903" y="469230"/>
                  </a:lnTo>
                  <a:lnTo>
                    <a:pt x="7091771" y="480695"/>
                  </a:lnTo>
                  <a:lnTo>
                    <a:pt x="7204627" y="493927"/>
                  </a:lnTo>
                  <a:lnTo>
                    <a:pt x="7316273" y="508890"/>
                  </a:lnTo>
                  <a:lnTo>
                    <a:pt x="7424236" y="525572"/>
                  </a:lnTo>
                  <a:lnTo>
                    <a:pt x="7526806" y="543995"/>
                  </a:lnTo>
                  <a:lnTo>
                    <a:pt x="7622978" y="564234"/>
                  </a:lnTo>
                  <a:lnTo>
                    <a:pt x="7712329" y="586415"/>
                  </a:lnTo>
                  <a:lnTo>
                    <a:pt x="7794880" y="610720"/>
                  </a:lnTo>
                  <a:lnTo>
                    <a:pt x="7870967" y="637384"/>
                  </a:lnTo>
                  <a:lnTo>
                    <a:pt x="7941137" y="666689"/>
                  </a:lnTo>
                  <a:lnTo>
                    <a:pt x="8006060" y="698951"/>
                  </a:lnTo>
                  <a:lnTo>
                    <a:pt x="8066469" y="734508"/>
                  </a:lnTo>
                  <a:lnTo>
                    <a:pt x="8123109" y="773687"/>
                  </a:lnTo>
                  <a:lnTo>
                    <a:pt x="8176698" y="816762"/>
                  </a:lnTo>
                  <a:lnTo>
                    <a:pt x="8227895" y="863876"/>
                  </a:lnTo>
                  <a:lnTo>
                    <a:pt x="8229629" y="865578"/>
                  </a:lnTo>
                  <a:lnTo>
                    <a:pt x="8275342" y="912927"/>
                  </a:lnTo>
                  <a:lnTo>
                    <a:pt x="8319891" y="963805"/>
                  </a:lnTo>
                  <a:lnTo>
                    <a:pt x="8363597" y="1018283"/>
                  </a:lnTo>
                  <a:lnTo>
                    <a:pt x="8406720" y="1076373"/>
                  </a:lnTo>
                  <a:lnTo>
                    <a:pt x="8449463" y="1138021"/>
                  </a:lnTo>
                  <a:lnTo>
                    <a:pt x="8491987" y="1203100"/>
                  </a:lnTo>
                  <a:lnTo>
                    <a:pt x="8534410" y="1271410"/>
                  </a:lnTo>
                  <a:lnTo>
                    <a:pt x="8576814" y="1342669"/>
                  </a:lnTo>
                  <a:lnTo>
                    <a:pt x="8619254" y="1416523"/>
                  </a:lnTo>
                  <a:lnTo>
                    <a:pt x="8661753" y="1492548"/>
                  </a:lnTo>
                  <a:lnTo>
                    <a:pt x="8704318" y="1570257"/>
                  </a:lnTo>
                  <a:lnTo>
                    <a:pt x="8746934" y="1649112"/>
                  </a:lnTo>
                  <a:lnTo>
                    <a:pt x="8789579" y="1728543"/>
                  </a:lnTo>
                  <a:lnTo>
                    <a:pt x="8832224" y="1807961"/>
                  </a:lnTo>
                  <a:lnTo>
                    <a:pt x="8874838" y="1886777"/>
                  </a:lnTo>
                  <a:lnTo>
                    <a:pt x="8917400" y="1964422"/>
                  </a:lnTo>
                  <a:lnTo>
                    <a:pt x="8959896" y="2040361"/>
                  </a:lnTo>
                  <a:lnTo>
                    <a:pt x="9002333" y="2114110"/>
                  </a:lnTo>
                  <a:lnTo>
                    <a:pt x="9044738" y="2185246"/>
                  </a:lnTo>
                  <a:lnTo>
                    <a:pt x="9087163" y="2253418"/>
                  </a:lnTo>
                  <a:lnTo>
                    <a:pt x="9129694" y="2318350"/>
                  </a:lnTo>
                  <a:lnTo>
                    <a:pt x="9172450" y="2379843"/>
                  </a:lnTo>
                  <a:lnTo>
                    <a:pt x="9215594" y="2437774"/>
                  </a:lnTo>
                  <a:lnTo>
                    <a:pt x="9259331" y="2492092"/>
                  </a:lnTo>
                  <a:lnTo>
                    <a:pt x="9303924" y="2542813"/>
                  </a:lnTo>
                  <a:lnTo>
                    <a:pt x="9347647" y="2587999"/>
                  </a:lnTo>
                  <a:lnTo>
                    <a:pt x="9398772" y="2635254"/>
                  </a:lnTo>
                  <a:lnTo>
                    <a:pt x="9452268" y="2678466"/>
                  </a:lnTo>
                  <a:lnTo>
                    <a:pt x="9508790" y="2717777"/>
                  </a:lnTo>
                  <a:lnTo>
                    <a:pt x="9569056" y="2753454"/>
                  </a:lnTo>
                  <a:lnTo>
                    <a:pt x="9633811" y="2785824"/>
                  </a:lnTo>
                  <a:lnTo>
                    <a:pt x="9703788" y="2815225"/>
                  </a:lnTo>
                  <a:lnTo>
                    <a:pt x="9779661" y="2841975"/>
                  </a:lnTo>
                  <a:lnTo>
                    <a:pt x="9861980" y="2866358"/>
                  </a:lnTo>
                  <a:lnTo>
                    <a:pt x="9951094" y="2888609"/>
                  </a:lnTo>
                  <a:lnTo>
                    <a:pt x="10047034" y="2908913"/>
                  </a:lnTo>
                  <a:lnTo>
                    <a:pt x="10149396" y="2927397"/>
                  </a:lnTo>
                  <a:lnTo>
                    <a:pt x="10257197" y="2944138"/>
                  </a:lnTo>
                  <a:lnTo>
                    <a:pt x="10368752" y="2959161"/>
                  </a:lnTo>
                  <a:lnTo>
                    <a:pt x="10481616" y="2972454"/>
                  </a:lnTo>
                  <a:lnTo>
                    <a:pt x="10592613" y="2983981"/>
                  </a:lnTo>
                  <a:lnTo>
                    <a:pt x="10698028" y="2993709"/>
                  </a:lnTo>
                  <a:lnTo>
                    <a:pt x="10793972" y="3001633"/>
                  </a:lnTo>
                  <a:lnTo>
                    <a:pt x="10876876" y="3007798"/>
                  </a:lnTo>
                  <a:lnTo>
                    <a:pt x="10944054" y="3012319"/>
                  </a:lnTo>
                  <a:lnTo>
                    <a:pt x="10994176" y="3015386"/>
                  </a:lnTo>
                  <a:lnTo>
                    <a:pt x="11027559" y="3017249"/>
                  </a:lnTo>
                  <a:lnTo>
                    <a:pt x="11046212" y="3018202"/>
                  </a:lnTo>
                  <a:lnTo>
                    <a:pt x="11053691" y="3018553"/>
                  </a:lnTo>
                  <a:lnTo>
                    <a:pt x="11054891" y="3018605"/>
                  </a:lnTo>
                  <a:lnTo>
                    <a:pt x="12049831" y="3018605"/>
                  </a:lnTo>
                  <a:lnTo>
                    <a:pt x="12049831" y="3013364"/>
                  </a:lnTo>
                  <a:lnTo>
                    <a:pt x="11054891" y="3013364"/>
                  </a:lnTo>
                  <a:lnTo>
                    <a:pt x="11053805" y="3013317"/>
                  </a:lnTo>
                  <a:lnTo>
                    <a:pt x="11046632" y="3012982"/>
                  </a:lnTo>
                  <a:lnTo>
                    <a:pt x="11028433" y="3012055"/>
                  </a:lnTo>
                  <a:lnTo>
                    <a:pt x="10995603" y="3010228"/>
                  </a:lnTo>
                  <a:lnTo>
                    <a:pt x="10946075" y="3007208"/>
                  </a:lnTo>
                  <a:lnTo>
                    <a:pt x="10879474" y="3002740"/>
                  </a:lnTo>
                  <a:lnTo>
                    <a:pt x="10797075" y="2996634"/>
                  </a:lnTo>
                  <a:lnTo>
                    <a:pt x="10701526" y="2988773"/>
                  </a:lnTo>
                  <a:lnTo>
                    <a:pt x="10596373" y="2979107"/>
                  </a:lnTo>
                  <a:lnTo>
                    <a:pt x="10485506" y="2967641"/>
                  </a:lnTo>
                  <a:lnTo>
                    <a:pt x="10372650" y="2954409"/>
                  </a:lnTo>
                  <a:lnTo>
                    <a:pt x="10261003" y="2939446"/>
                  </a:lnTo>
                  <a:lnTo>
                    <a:pt x="10153041" y="2922764"/>
                  </a:lnTo>
                  <a:lnTo>
                    <a:pt x="10050471" y="2904341"/>
                  </a:lnTo>
                  <a:lnTo>
                    <a:pt x="9954298" y="2884102"/>
                  </a:lnTo>
                  <a:lnTo>
                    <a:pt x="9864947" y="2861921"/>
                  </a:lnTo>
                  <a:lnTo>
                    <a:pt x="9782397" y="2837616"/>
                  </a:lnTo>
                  <a:lnTo>
                    <a:pt x="9706310" y="2810952"/>
                  </a:lnTo>
                  <a:lnTo>
                    <a:pt x="9636140" y="2781648"/>
                  </a:lnTo>
                  <a:lnTo>
                    <a:pt x="9571216" y="2749385"/>
                  </a:lnTo>
                  <a:lnTo>
                    <a:pt x="9510807" y="2713829"/>
                  </a:lnTo>
                  <a:lnTo>
                    <a:pt x="9454168" y="2674649"/>
                  </a:lnTo>
                  <a:lnTo>
                    <a:pt x="9400578" y="2631575"/>
                  </a:lnTo>
                  <a:lnTo>
                    <a:pt x="9349382" y="2584460"/>
                  </a:lnTo>
                  <a:lnTo>
                    <a:pt x="9347647" y="2582759"/>
                  </a:lnTo>
                  <a:lnTo>
                    <a:pt x="9301934" y="2535409"/>
                  </a:lnTo>
                  <a:lnTo>
                    <a:pt x="9257386" y="2484531"/>
                  </a:lnTo>
                  <a:lnTo>
                    <a:pt x="9213679" y="2430053"/>
                  </a:lnTo>
                  <a:lnTo>
                    <a:pt x="9170557" y="2371963"/>
                  </a:lnTo>
                  <a:lnTo>
                    <a:pt x="9127813" y="2310315"/>
                  </a:lnTo>
                  <a:lnTo>
                    <a:pt x="9085290" y="2245236"/>
                  </a:lnTo>
                  <a:lnTo>
                    <a:pt x="9042867" y="2176927"/>
                  </a:lnTo>
                  <a:lnTo>
                    <a:pt x="9000462" y="2105667"/>
                  </a:lnTo>
                  <a:lnTo>
                    <a:pt x="8958023" y="2031813"/>
                  </a:lnTo>
                  <a:lnTo>
                    <a:pt x="8915523" y="1955788"/>
                  </a:lnTo>
                  <a:lnTo>
                    <a:pt x="8872959" y="1878080"/>
                  </a:lnTo>
                  <a:lnTo>
                    <a:pt x="8830342" y="1799224"/>
                  </a:lnTo>
                  <a:lnTo>
                    <a:pt x="8787697" y="1719793"/>
                  </a:lnTo>
                  <a:lnTo>
                    <a:pt x="8745053" y="1640375"/>
                  </a:lnTo>
                  <a:lnTo>
                    <a:pt x="8702438" y="1561559"/>
                  </a:lnTo>
                  <a:lnTo>
                    <a:pt x="8659877" y="1483914"/>
                  </a:lnTo>
                  <a:lnTo>
                    <a:pt x="8617380" y="1407975"/>
                  </a:lnTo>
                  <a:lnTo>
                    <a:pt x="8574943" y="1334226"/>
                  </a:lnTo>
                  <a:lnTo>
                    <a:pt x="8532539" y="1263090"/>
                  </a:lnTo>
                  <a:lnTo>
                    <a:pt x="8490114" y="1194919"/>
                  </a:lnTo>
                  <a:lnTo>
                    <a:pt x="8447583" y="1129987"/>
                  </a:lnTo>
                  <a:lnTo>
                    <a:pt x="8404826" y="1068494"/>
                  </a:lnTo>
                  <a:lnTo>
                    <a:pt x="8361683" y="1010562"/>
                  </a:lnTo>
                  <a:lnTo>
                    <a:pt x="8317945" y="956244"/>
                  </a:lnTo>
                  <a:lnTo>
                    <a:pt x="8273352" y="905523"/>
                  </a:lnTo>
                  <a:lnTo>
                    <a:pt x="8229629" y="860337"/>
                  </a:lnTo>
                  <a:lnTo>
                    <a:pt x="8178505" y="813082"/>
                  </a:lnTo>
                  <a:lnTo>
                    <a:pt x="8125009" y="769870"/>
                  </a:lnTo>
                  <a:lnTo>
                    <a:pt x="8068486" y="730560"/>
                  </a:lnTo>
                  <a:lnTo>
                    <a:pt x="8008220" y="694883"/>
                  </a:lnTo>
                  <a:lnTo>
                    <a:pt x="7943465" y="662512"/>
                  </a:lnTo>
                  <a:lnTo>
                    <a:pt x="7873488" y="633111"/>
                  </a:lnTo>
                  <a:lnTo>
                    <a:pt x="7797616" y="606361"/>
                  </a:lnTo>
                  <a:lnTo>
                    <a:pt x="7715296" y="581978"/>
                  </a:lnTo>
                  <a:lnTo>
                    <a:pt x="7626183" y="559727"/>
                  </a:lnTo>
                  <a:lnTo>
                    <a:pt x="7530242" y="539424"/>
                  </a:lnTo>
                  <a:lnTo>
                    <a:pt x="7427880" y="520939"/>
                  </a:lnTo>
                  <a:lnTo>
                    <a:pt x="7320080" y="504198"/>
                  </a:lnTo>
                  <a:lnTo>
                    <a:pt x="7208524" y="489175"/>
                  </a:lnTo>
                  <a:lnTo>
                    <a:pt x="7095660" y="475883"/>
                  </a:lnTo>
                  <a:lnTo>
                    <a:pt x="6984664" y="464356"/>
                  </a:lnTo>
                  <a:lnTo>
                    <a:pt x="6879248" y="454627"/>
                  </a:lnTo>
                  <a:lnTo>
                    <a:pt x="6783305" y="446703"/>
                  </a:lnTo>
                  <a:lnTo>
                    <a:pt x="6700400" y="440538"/>
                  </a:lnTo>
                  <a:lnTo>
                    <a:pt x="6633222" y="436017"/>
                  </a:lnTo>
                  <a:lnTo>
                    <a:pt x="6583100" y="432950"/>
                  </a:lnTo>
                  <a:lnTo>
                    <a:pt x="6549718" y="431087"/>
                  </a:lnTo>
                  <a:lnTo>
                    <a:pt x="6531065" y="430134"/>
                  </a:lnTo>
                  <a:lnTo>
                    <a:pt x="6523586" y="429784"/>
                  </a:lnTo>
                  <a:lnTo>
                    <a:pt x="6522385" y="429731"/>
                  </a:lnTo>
                  <a:lnTo>
                    <a:pt x="5527445" y="429731"/>
                  </a:lnTo>
                  <a:lnTo>
                    <a:pt x="5526310" y="429723"/>
                  </a:lnTo>
                  <a:lnTo>
                    <a:pt x="5518820" y="429665"/>
                  </a:lnTo>
                  <a:lnTo>
                    <a:pt x="5499839" y="429504"/>
                  </a:lnTo>
                  <a:lnTo>
                    <a:pt x="5465653" y="429186"/>
                  </a:lnTo>
                  <a:lnTo>
                    <a:pt x="5414193" y="428660"/>
                  </a:lnTo>
                  <a:lnTo>
                    <a:pt x="5345186" y="427884"/>
                  </a:lnTo>
                  <a:lnTo>
                    <a:pt x="5260100" y="426825"/>
                  </a:lnTo>
                  <a:lnTo>
                    <a:pt x="5161819" y="425463"/>
                  </a:lnTo>
                  <a:lnTo>
                    <a:pt x="5054118" y="423792"/>
                  </a:lnTo>
                  <a:lnTo>
                    <a:pt x="4941069" y="421813"/>
                  </a:lnTo>
                  <a:lnTo>
                    <a:pt x="4826510" y="419532"/>
                  </a:lnTo>
                  <a:lnTo>
                    <a:pt x="4713672" y="416955"/>
                  </a:lnTo>
                  <a:lnTo>
                    <a:pt x="4605005" y="414084"/>
                  </a:lnTo>
                  <a:lnTo>
                    <a:pt x="4502150" y="410912"/>
                  </a:lnTo>
                  <a:lnTo>
                    <a:pt x="4406023" y="407426"/>
                  </a:lnTo>
                  <a:lnTo>
                    <a:pt x="4316954" y="403600"/>
                  </a:lnTo>
                  <a:lnTo>
                    <a:pt x="4234833" y="399401"/>
                  </a:lnTo>
                  <a:lnTo>
                    <a:pt x="4159243" y="394786"/>
                  </a:lnTo>
                  <a:lnTo>
                    <a:pt x="4089572" y="389704"/>
                  </a:lnTo>
                  <a:lnTo>
                    <a:pt x="4025095" y="384100"/>
                  </a:lnTo>
                  <a:lnTo>
                    <a:pt x="3965038" y="377912"/>
                  </a:lnTo>
                  <a:lnTo>
                    <a:pt x="3908625" y="371088"/>
                  </a:lnTo>
                  <a:lnTo>
                    <a:pt x="3855121" y="363585"/>
                  </a:lnTo>
                  <a:lnTo>
                    <a:pt x="3820202" y="358109"/>
                  </a:lnTo>
                  <a:lnTo>
                    <a:pt x="3759503" y="347475"/>
                  </a:lnTo>
                  <a:lnTo>
                    <a:pt x="3700679" y="335788"/>
                  </a:lnTo>
                  <a:lnTo>
                    <a:pt x="3643042" y="323032"/>
                  </a:lnTo>
                  <a:lnTo>
                    <a:pt x="3586084" y="309225"/>
                  </a:lnTo>
                  <a:lnTo>
                    <a:pt x="3529442" y="294422"/>
                  </a:lnTo>
                  <a:lnTo>
                    <a:pt x="3472879" y="278717"/>
                  </a:lnTo>
                  <a:lnTo>
                    <a:pt x="3416258" y="262245"/>
                  </a:lnTo>
                  <a:lnTo>
                    <a:pt x="3359525" y="245180"/>
                  </a:lnTo>
                  <a:lnTo>
                    <a:pt x="3302690" y="227722"/>
                  </a:lnTo>
                  <a:lnTo>
                    <a:pt x="3245806" y="210094"/>
                  </a:lnTo>
                  <a:lnTo>
                    <a:pt x="3188940" y="192530"/>
                  </a:lnTo>
                  <a:lnTo>
                    <a:pt x="3132156" y="175258"/>
                  </a:lnTo>
                  <a:lnTo>
                    <a:pt x="3075486" y="158490"/>
                  </a:lnTo>
                  <a:lnTo>
                    <a:pt x="3018908" y="142414"/>
                  </a:lnTo>
                  <a:lnTo>
                    <a:pt x="2962325" y="127183"/>
                  </a:lnTo>
                  <a:lnTo>
                    <a:pt x="2905550" y="112909"/>
                  </a:lnTo>
                  <a:lnTo>
                    <a:pt x="2848278" y="99666"/>
                  </a:lnTo>
                  <a:lnTo>
                    <a:pt x="2790072" y="87489"/>
                  </a:lnTo>
                  <a:lnTo>
                    <a:pt x="2730333" y="76375"/>
                  </a:lnTo>
                  <a:lnTo>
                    <a:pt x="2702183" y="71621"/>
                  </a:lnTo>
                  <a:lnTo>
                    <a:pt x="2650271" y="63648"/>
                  </a:lnTo>
                  <a:lnTo>
                    <a:pt x="2595905" y="56368"/>
                  </a:lnTo>
                  <a:lnTo>
                    <a:pt x="2538399" y="49754"/>
                  </a:lnTo>
                  <a:lnTo>
                    <a:pt x="2477000" y="43762"/>
                  </a:lnTo>
                  <a:lnTo>
                    <a:pt x="2410930" y="38332"/>
                  </a:lnTo>
                  <a:lnTo>
                    <a:pt x="2339424" y="33407"/>
                  </a:lnTo>
                  <a:lnTo>
                    <a:pt x="2261786" y="28932"/>
                  </a:lnTo>
                  <a:lnTo>
                    <a:pt x="2177456" y="24857"/>
                  </a:lnTo>
                  <a:lnTo>
                    <a:pt x="2086103" y="21144"/>
                  </a:lnTo>
                  <a:lnTo>
                    <a:pt x="1987743" y="17761"/>
                  </a:lnTo>
                  <a:lnTo>
                    <a:pt x="1882879" y="14688"/>
                  </a:lnTo>
                  <a:lnTo>
                    <a:pt x="1772649" y="11912"/>
                  </a:lnTo>
                  <a:lnTo>
                    <a:pt x="1658948" y="9430"/>
                  </a:lnTo>
                  <a:lnTo>
                    <a:pt x="1544488" y="7246"/>
                  </a:lnTo>
                  <a:lnTo>
                    <a:pt x="1432726" y="5366"/>
                  </a:lnTo>
                  <a:lnTo>
                    <a:pt x="1327623" y="3795"/>
                  </a:lnTo>
                  <a:lnTo>
                    <a:pt x="1233218" y="2532"/>
                  </a:lnTo>
                  <a:lnTo>
                    <a:pt x="1153066" y="1567"/>
                  </a:lnTo>
                  <a:lnTo>
                    <a:pt x="1089642" y="876"/>
                  </a:lnTo>
                  <a:lnTo>
                    <a:pt x="1043874" y="422"/>
                  </a:lnTo>
                  <a:lnTo>
                    <a:pt x="1014906" y="161"/>
                  </a:lnTo>
                  <a:lnTo>
                    <a:pt x="1000112" y="39"/>
                  </a:lnTo>
                  <a:lnTo>
                    <a:pt x="995298" y="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11" name="pl810"/>
            <p:cNvSpPr/>
            <p:nvPr/>
          </p:nvSpPr>
          <p:spPr>
            <a:xfrm>
              <a:off x="1199187" y="1713522"/>
              <a:ext cx="12049831" cy="3013364"/>
            </a:xfrm>
            <a:custGeom>
              <a:avLst/>
              <a:pathLst>
                <a:path w="12049831" h="3013364">
                  <a:moveTo>
                    <a:pt x="0" y="0"/>
                  </a:moveTo>
                  <a:lnTo>
                    <a:pt x="994940" y="0"/>
                  </a:lnTo>
                  <a:lnTo>
                    <a:pt x="996075" y="8"/>
                  </a:lnTo>
                  <a:lnTo>
                    <a:pt x="1003565" y="66"/>
                  </a:lnTo>
                  <a:lnTo>
                    <a:pt x="1022546" y="227"/>
                  </a:lnTo>
                  <a:lnTo>
                    <a:pt x="1056732" y="545"/>
                  </a:lnTo>
                  <a:lnTo>
                    <a:pt x="1108192" y="1071"/>
                  </a:lnTo>
                  <a:lnTo>
                    <a:pt x="1177199" y="1847"/>
                  </a:lnTo>
                  <a:lnTo>
                    <a:pt x="1262285" y="2906"/>
                  </a:lnTo>
                  <a:lnTo>
                    <a:pt x="1360566" y="4268"/>
                  </a:lnTo>
                  <a:lnTo>
                    <a:pt x="1468267" y="5939"/>
                  </a:lnTo>
                  <a:lnTo>
                    <a:pt x="1581316" y="7918"/>
                  </a:lnTo>
                  <a:lnTo>
                    <a:pt x="1695875" y="10199"/>
                  </a:lnTo>
                  <a:lnTo>
                    <a:pt x="1808713" y="12776"/>
                  </a:lnTo>
                  <a:lnTo>
                    <a:pt x="1917380" y="15647"/>
                  </a:lnTo>
                  <a:lnTo>
                    <a:pt x="2020235" y="18819"/>
                  </a:lnTo>
                  <a:lnTo>
                    <a:pt x="2116362" y="22305"/>
                  </a:lnTo>
                  <a:lnTo>
                    <a:pt x="2205431" y="26131"/>
                  </a:lnTo>
                  <a:lnTo>
                    <a:pt x="2287552" y="30330"/>
                  </a:lnTo>
                  <a:lnTo>
                    <a:pt x="2363142" y="34945"/>
                  </a:lnTo>
                  <a:lnTo>
                    <a:pt x="2432813" y="40027"/>
                  </a:lnTo>
                  <a:lnTo>
                    <a:pt x="2497290" y="45631"/>
                  </a:lnTo>
                  <a:lnTo>
                    <a:pt x="2557347" y="51819"/>
                  </a:lnTo>
                  <a:lnTo>
                    <a:pt x="2613760" y="58643"/>
                  </a:lnTo>
                  <a:lnTo>
                    <a:pt x="2667264" y="66146"/>
                  </a:lnTo>
                  <a:lnTo>
                    <a:pt x="2702183" y="71621"/>
                  </a:lnTo>
                  <a:lnTo>
                    <a:pt x="2762882" y="82256"/>
                  </a:lnTo>
                  <a:lnTo>
                    <a:pt x="2821706" y="93943"/>
                  </a:lnTo>
                  <a:lnTo>
                    <a:pt x="2879343" y="106699"/>
                  </a:lnTo>
                  <a:lnTo>
                    <a:pt x="2936301" y="120506"/>
                  </a:lnTo>
                  <a:lnTo>
                    <a:pt x="2992943" y="135309"/>
                  </a:lnTo>
                  <a:lnTo>
                    <a:pt x="3049506" y="151014"/>
                  </a:lnTo>
                  <a:lnTo>
                    <a:pt x="3106127" y="167486"/>
                  </a:lnTo>
                  <a:lnTo>
                    <a:pt x="3162860" y="184551"/>
                  </a:lnTo>
                  <a:lnTo>
                    <a:pt x="3219695" y="202009"/>
                  </a:lnTo>
                  <a:lnTo>
                    <a:pt x="3276579" y="219637"/>
                  </a:lnTo>
                  <a:lnTo>
                    <a:pt x="3333445" y="237201"/>
                  </a:lnTo>
                  <a:lnTo>
                    <a:pt x="3390229" y="254473"/>
                  </a:lnTo>
                  <a:lnTo>
                    <a:pt x="3446899" y="271241"/>
                  </a:lnTo>
                  <a:lnTo>
                    <a:pt x="3503477" y="287317"/>
                  </a:lnTo>
                  <a:lnTo>
                    <a:pt x="3560060" y="302548"/>
                  </a:lnTo>
                  <a:lnTo>
                    <a:pt x="3616835" y="316822"/>
                  </a:lnTo>
                  <a:lnTo>
                    <a:pt x="3674107" y="330065"/>
                  </a:lnTo>
                  <a:lnTo>
                    <a:pt x="3732313" y="342242"/>
                  </a:lnTo>
                  <a:lnTo>
                    <a:pt x="3792052" y="353356"/>
                  </a:lnTo>
                  <a:lnTo>
                    <a:pt x="3820202" y="358109"/>
                  </a:lnTo>
                  <a:lnTo>
                    <a:pt x="3872114" y="366083"/>
                  </a:lnTo>
                  <a:lnTo>
                    <a:pt x="3926480" y="373363"/>
                  </a:lnTo>
                  <a:lnTo>
                    <a:pt x="3983986" y="379977"/>
                  </a:lnTo>
                  <a:lnTo>
                    <a:pt x="4045385" y="385969"/>
                  </a:lnTo>
                  <a:lnTo>
                    <a:pt x="4111455" y="391399"/>
                  </a:lnTo>
                  <a:lnTo>
                    <a:pt x="4182961" y="396324"/>
                  </a:lnTo>
                  <a:lnTo>
                    <a:pt x="4260599" y="400799"/>
                  </a:lnTo>
                  <a:lnTo>
                    <a:pt x="4344929" y="404873"/>
                  </a:lnTo>
                  <a:lnTo>
                    <a:pt x="4436282" y="408587"/>
                  </a:lnTo>
                  <a:lnTo>
                    <a:pt x="4534642" y="411970"/>
                  </a:lnTo>
                  <a:lnTo>
                    <a:pt x="4639506" y="415043"/>
                  </a:lnTo>
                  <a:lnTo>
                    <a:pt x="4749736" y="417819"/>
                  </a:lnTo>
                  <a:lnTo>
                    <a:pt x="4863437" y="420301"/>
                  </a:lnTo>
                  <a:lnTo>
                    <a:pt x="4977897" y="422485"/>
                  </a:lnTo>
                  <a:lnTo>
                    <a:pt x="5089659" y="424365"/>
                  </a:lnTo>
                  <a:lnTo>
                    <a:pt x="5194762" y="425936"/>
                  </a:lnTo>
                  <a:lnTo>
                    <a:pt x="5289167" y="427199"/>
                  </a:lnTo>
                  <a:lnTo>
                    <a:pt x="5369319" y="428164"/>
                  </a:lnTo>
                  <a:lnTo>
                    <a:pt x="5432743" y="428855"/>
                  </a:lnTo>
                  <a:lnTo>
                    <a:pt x="5478511" y="429309"/>
                  </a:lnTo>
                  <a:lnTo>
                    <a:pt x="5507479" y="429570"/>
                  </a:lnTo>
                  <a:lnTo>
                    <a:pt x="5522273" y="429692"/>
                  </a:lnTo>
                  <a:lnTo>
                    <a:pt x="5527087" y="429729"/>
                  </a:lnTo>
                  <a:lnTo>
                    <a:pt x="5527445" y="429731"/>
                  </a:lnTo>
                  <a:lnTo>
                    <a:pt x="6522385" y="429731"/>
                  </a:lnTo>
                  <a:lnTo>
                    <a:pt x="6523471" y="429779"/>
                  </a:lnTo>
                  <a:lnTo>
                    <a:pt x="6530644" y="430114"/>
                  </a:lnTo>
                  <a:lnTo>
                    <a:pt x="6548843" y="431041"/>
                  </a:lnTo>
                  <a:lnTo>
                    <a:pt x="6581673" y="432867"/>
                  </a:lnTo>
                  <a:lnTo>
                    <a:pt x="6631201" y="435888"/>
                  </a:lnTo>
                  <a:lnTo>
                    <a:pt x="6697803" y="440356"/>
                  </a:lnTo>
                  <a:lnTo>
                    <a:pt x="6780202" y="446461"/>
                  </a:lnTo>
                  <a:lnTo>
                    <a:pt x="6875750" y="454323"/>
                  </a:lnTo>
                  <a:lnTo>
                    <a:pt x="6980903" y="463989"/>
                  </a:lnTo>
                  <a:lnTo>
                    <a:pt x="7091771" y="475454"/>
                  </a:lnTo>
                  <a:lnTo>
                    <a:pt x="7204627" y="488686"/>
                  </a:lnTo>
                  <a:lnTo>
                    <a:pt x="7316273" y="503650"/>
                  </a:lnTo>
                  <a:lnTo>
                    <a:pt x="7424236" y="520331"/>
                  </a:lnTo>
                  <a:lnTo>
                    <a:pt x="7526806" y="538755"/>
                  </a:lnTo>
                  <a:lnTo>
                    <a:pt x="7622978" y="558993"/>
                  </a:lnTo>
                  <a:lnTo>
                    <a:pt x="7712329" y="581174"/>
                  </a:lnTo>
                  <a:lnTo>
                    <a:pt x="7794880" y="605480"/>
                  </a:lnTo>
                  <a:lnTo>
                    <a:pt x="7870967" y="632144"/>
                  </a:lnTo>
                  <a:lnTo>
                    <a:pt x="7941137" y="661448"/>
                  </a:lnTo>
                  <a:lnTo>
                    <a:pt x="8006060" y="693710"/>
                  </a:lnTo>
                  <a:lnTo>
                    <a:pt x="8066469" y="729267"/>
                  </a:lnTo>
                  <a:lnTo>
                    <a:pt x="8123109" y="768447"/>
                  </a:lnTo>
                  <a:lnTo>
                    <a:pt x="8176698" y="811521"/>
                  </a:lnTo>
                  <a:lnTo>
                    <a:pt x="8227895" y="858636"/>
                  </a:lnTo>
                  <a:lnTo>
                    <a:pt x="8229629" y="860337"/>
                  </a:lnTo>
                  <a:lnTo>
                    <a:pt x="8275342" y="907686"/>
                  </a:lnTo>
                  <a:lnTo>
                    <a:pt x="8319891" y="958564"/>
                  </a:lnTo>
                  <a:lnTo>
                    <a:pt x="8363597" y="1013042"/>
                  </a:lnTo>
                  <a:lnTo>
                    <a:pt x="8406720" y="1071132"/>
                  </a:lnTo>
                  <a:lnTo>
                    <a:pt x="8449463" y="1132780"/>
                  </a:lnTo>
                  <a:lnTo>
                    <a:pt x="8491987" y="1197860"/>
                  </a:lnTo>
                  <a:lnTo>
                    <a:pt x="8534410" y="1266169"/>
                  </a:lnTo>
                  <a:lnTo>
                    <a:pt x="8576814" y="1337428"/>
                  </a:lnTo>
                  <a:lnTo>
                    <a:pt x="8619254" y="1411283"/>
                  </a:lnTo>
                  <a:lnTo>
                    <a:pt x="8661753" y="1487308"/>
                  </a:lnTo>
                  <a:lnTo>
                    <a:pt x="8704318" y="1565016"/>
                  </a:lnTo>
                  <a:lnTo>
                    <a:pt x="8746934" y="1643871"/>
                  </a:lnTo>
                  <a:lnTo>
                    <a:pt x="8789579" y="1723302"/>
                  </a:lnTo>
                  <a:lnTo>
                    <a:pt x="8832224" y="1802720"/>
                  </a:lnTo>
                  <a:lnTo>
                    <a:pt x="8874838" y="1881537"/>
                  </a:lnTo>
                  <a:lnTo>
                    <a:pt x="8917400" y="1959182"/>
                  </a:lnTo>
                  <a:lnTo>
                    <a:pt x="8959896" y="2035121"/>
                  </a:lnTo>
                  <a:lnTo>
                    <a:pt x="9002333" y="2108869"/>
                  </a:lnTo>
                  <a:lnTo>
                    <a:pt x="9044738" y="2180005"/>
                  </a:lnTo>
                  <a:lnTo>
                    <a:pt x="9087163" y="2248177"/>
                  </a:lnTo>
                  <a:lnTo>
                    <a:pt x="9129694" y="2313109"/>
                  </a:lnTo>
                  <a:lnTo>
                    <a:pt x="9172450" y="2374602"/>
                  </a:lnTo>
                  <a:lnTo>
                    <a:pt x="9215594" y="2432533"/>
                  </a:lnTo>
                  <a:lnTo>
                    <a:pt x="9259331" y="2486852"/>
                  </a:lnTo>
                  <a:lnTo>
                    <a:pt x="9303924" y="2537572"/>
                  </a:lnTo>
                  <a:lnTo>
                    <a:pt x="9347647" y="2582759"/>
                  </a:lnTo>
                  <a:lnTo>
                    <a:pt x="9398772" y="2630013"/>
                  </a:lnTo>
                  <a:lnTo>
                    <a:pt x="9452268" y="2673226"/>
                  </a:lnTo>
                  <a:lnTo>
                    <a:pt x="9508790" y="2712536"/>
                  </a:lnTo>
                  <a:lnTo>
                    <a:pt x="9569056" y="2748213"/>
                  </a:lnTo>
                  <a:lnTo>
                    <a:pt x="9633811" y="2780583"/>
                  </a:lnTo>
                  <a:lnTo>
                    <a:pt x="9703788" y="2809984"/>
                  </a:lnTo>
                  <a:lnTo>
                    <a:pt x="9779661" y="2836735"/>
                  </a:lnTo>
                  <a:lnTo>
                    <a:pt x="9861980" y="2861118"/>
                  </a:lnTo>
                  <a:lnTo>
                    <a:pt x="9951094" y="2883369"/>
                  </a:lnTo>
                  <a:lnTo>
                    <a:pt x="10047034" y="2903672"/>
                  </a:lnTo>
                  <a:lnTo>
                    <a:pt x="10149396" y="2922157"/>
                  </a:lnTo>
                  <a:lnTo>
                    <a:pt x="10257197" y="2938898"/>
                  </a:lnTo>
                  <a:lnTo>
                    <a:pt x="10368752" y="2953921"/>
                  </a:lnTo>
                  <a:lnTo>
                    <a:pt x="10481616" y="2967213"/>
                  </a:lnTo>
                  <a:lnTo>
                    <a:pt x="10592613" y="2978740"/>
                  </a:lnTo>
                  <a:lnTo>
                    <a:pt x="10698028" y="2988469"/>
                  </a:lnTo>
                  <a:lnTo>
                    <a:pt x="10793972" y="2996392"/>
                  </a:lnTo>
                  <a:lnTo>
                    <a:pt x="10876876" y="3002557"/>
                  </a:lnTo>
                  <a:lnTo>
                    <a:pt x="10944054" y="3007079"/>
                  </a:lnTo>
                  <a:lnTo>
                    <a:pt x="10994176" y="3010145"/>
                  </a:lnTo>
                  <a:lnTo>
                    <a:pt x="11027559" y="3012008"/>
                  </a:lnTo>
                  <a:lnTo>
                    <a:pt x="11046212" y="3012961"/>
                  </a:lnTo>
                  <a:lnTo>
                    <a:pt x="11053691" y="3013312"/>
                  </a:lnTo>
                  <a:lnTo>
                    <a:pt x="11054891" y="3013364"/>
                  </a:lnTo>
                  <a:lnTo>
                    <a:pt x="11054891" y="3013364"/>
                  </a:lnTo>
                  <a:lnTo>
                    <a:pt x="12049831" y="3013364"/>
                  </a:lnTo>
                  <a:lnTo>
                    <a:pt x="12049831" y="30133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2" name="pl811"/>
            <p:cNvSpPr/>
            <p:nvPr/>
          </p:nvSpPr>
          <p:spPr>
            <a:xfrm>
              <a:off x="1199187" y="1708282"/>
              <a:ext cx="12049831" cy="3013364"/>
            </a:xfrm>
            <a:custGeom>
              <a:avLst/>
              <a:pathLst>
                <a:path w="12049831" h="3013364">
                  <a:moveTo>
                    <a:pt x="12049831" y="3013364"/>
                  </a:moveTo>
                  <a:lnTo>
                    <a:pt x="11054891" y="3013364"/>
                  </a:lnTo>
                  <a:lnTo>
                    <a:pt x="11053805" y="3013317"/>
                  </a:lnTo>
                  <a:lnTo>
                    <a:pt x="11046632" y="3012982"/>
                  </a:lnTo>
                  <a:lnTo>
                    <a:pt x="11028433" y="3012055"/>
                  </a:lnTo>
                  <a:lnTo>
                    <a:pt x="10995603" y="3010228"/>
                  </a:lnTo>
                  <a:lnTo>
                    <a:pt x="10946075" y="3007208"/>
                  </a:lnTo>
                  <a:lnTo>
                    <a:pt x="10879474" y="3002740"/>
                  </a:lnTo>
                  <a:lnTo>
                    <a:pt x="10797075" y="2996634"/>
                  </a:lnTo>
                  <a:lnTo>
                    <a:pt x="10701526" y="2988773"/>
                  </a:lnTo>
                  <a:lnTo>
                    <a:pt x="10596373" y="2979107"/>
                  </a:lnTo>
                  <a:lnTo>
                    <a:pt x="10485506" y="2967641"/>
                  </a:lnTo>
                  <a:lnTo>
                    <a:pt x="10372650" y="2954409"/>
                  </a:lnTo>
                  <a:lnTo>
                    <a:pt x="10261003" y="2939446"/>
                  </a:lnTo>
                  <a:lnTo>
                    <a:pt x="10153041" y="2922764"/>
                  </a:lnTo>
                  <a:lnTo>
                    <a:pt x="10050471" y="2904341"/>
                  </a:lnTo>
                  <a:lnTo>
                    <a:pt x="9954298" y="2884102"/>
                  </a:lnTo>
                  <a:lnTo>
                    <a:pt x="9864947" y="2861921"/>
                  </a:lnTo>
                  <a:lnTo>
                    <a:pt x="9782397" y="2837616"/>
                  </a:lnTo>
                  <a:lnTo>
                    <a:pt x="9706310" y="2810952"/>
                  </a:lnTo>
                  <a:lnTo>
                    <a:pt x="9636140" y="2781648"/>
                  </a:lnTo>
                  <a:lnTo>
                    <a:pt x="9571216" y="2749385"/>
                  </a:lnTo>
                  <a:lnTo>
                    <a:pt x="9510807" y="2713829"/>
                  </a:lnTo>
                  <a:lnTo>
                    <a:pt x="9454168" y="2674649"/>
                  </a:lnTo>
                  <a:lnTo>
                    <a:pt x="9400578" y="2631575"/>
                  </a:lnTo>
                  <a:lnTo>
                    <a:pt x="9349382" y="2584460"/>
                  </a:lnTo>
                  <a:lnTo>
                    <a:pt x="9347647" y="2582759"/>
                  </a:lnTo>
                  <a:lnTo>
                    <a:pt x="9301934" y="2535409"/>
                  </a:lnTo>
                  <a:lnTo>
                    <a:pt x="9257386" y="2484531"/>
                  </a:lnTo>
                  <a:lnTo>
                    <a:pt x="9213679" y="2430053"/>
                  </a:lnTo>
                  <a:lnTo>
                    <a:pt x="9170557" y="2371963"/>
                  </a:lnTo>
                  <a:lnTo>
                    <a:pt x="9127813" y="2310315"/>
                  </a:lnTo>
                  <a:lnTo>
                    <a:pt x="9085290" y="2245236"/>
                  </a:lnTo>
                  <a:lnTo>
                    <a:pt x="9042867" y="2176927"/>
                  </a:lnTo>
                  <a:lnTo>
                    <a:pt x="9000462" y="2105667"/>
                  </a:lnTo>
                  <a:lnTo>
                    <a:pt x="8958023" y="2031813"/>
                  </a:lnTo>
                  <a:lnTo>
                    <a:pt x="8915523" y="1955788"/>
                  </a:lnTo>
                  <a:lnTo>
                    <a:pt x="8872959" y="1878080"/>
                  </a:lnTo>
                  <a:lnTo>
                    <a:pt x="8830342" y="1799224"/>
                  </a:lnTo>
                  <a:lnTo>
                    <a:pt x="8787697" y="1719793"/>
                  </a:lnTo>
                  <a:lnTo>
                    <a:pt x="8745053" y="1640375"/>
                  </a:lnTo>
                  <a:lnTo>
                    <a:pt x="8702438" y="1561559"/>
                  </a:lnTo>
                  <a:lnTo>
                    <a:pt x="8659877" y="1483914"/>
                  </a:lnTo>
                  <a:lnTo>
                    <a:pt x="8617380" y="1407975"/>
                  </a:lnTo>
                  <a:lnTo>
                    <a:pt x="8574943" y="1334226"/>
                  </a:lnTo>
                  <a:lnTo>
                    <a:pt x="8532539" y="1263090"/>
                  </a:lnTo>
                  <a:lnTo>
                    <a:pt x="8490114" y="1194919"/>
                  </a:lnTo>
                  <a:lnTo>
                    <a:pt x="8447583" y="1129987"/>
                  </a:lnTo>
                  <a:lnTo>
                    <a:pt x="8404826" y="1068494"/>
                  </a:lnTo>
                  <a:lnTo>
                    <a:pt x="8361683" y="1010562"/>
                  </a:lnTo>
                  <a:lnTo>
                    <a:pt x="8317945" y="956244"/>
                  </a:lnTo>
                  <a:lnTo>
                    <a:pt x="8273352" y="905523"/>
                  </a:lnTo>
                  <a:lnTo>
                    <a:pt x="8229629" y="860337"/>
                  </a:lnTo>
                  <a:lnTo>
                    <a:pt x="8178505" y="813082"/>
                  </a:lnTo>
                  <a:lnTo>
                    <a:pt x="8125009" y="769870"/>
                  </a:lnTo>
                  <a:lnTo>
                    <a:pt x="8068486" y="730560"/>
                  </a:lnTo>
                  <a:lnTo>
                    <a:pt x="8008220" y="694883"/>
                  </a:lnTo>
                  <a:lnTo>
                    <a:pt x="7943465" y="662512"/>
                  </a:lnTo>
                  <a:lnTo>
                    <a:pt x="7873488" y="633111"/>
                  </a:lnTo>
                  <a:lnTo>
                    <a:pt x="7797616" y="606361"/>
                  </a:lnTo>
                  <a:lnTo>
                    <a:pt x="7715296" y="581978"/>
                  </a:lnTo>
                  <a:lnTo>
                    <a:pt x="7626183" y="559727"/>
                  </a:lnTo>
                  <a:lnTo>
                    <a:pt x="7530242" y="539424"/>
                  </a:lnTo>
                  <a:lnTo>
                    <a:pt x="7427880" y="520939"/>
                  </a:lnTo>
                  <a:lnTo>
                    <a:pt x="7320080" y="504198"/>
                  </a:lnTo>
                  <a:lnTo>
                    <a:pt x="7208524" y="489175"/>
                  </a:lnTo>
                  <a:lnTo>
                    <a:pt x="7095660" y="475883"/>
                  </a:lnTo>
                  <a:lnTo>
                    <a:pt x="6984664" y="464356"/>
                  </a:lnTo>
                  <a:lnTo>
                    <a:pt x="6879248" y="454627"/>
                  </a:lnTo>
                  <a:lnTo>
                    <a:pt x="6783305" y="446703"/>
                  </a:lnTo>
                  <a:lnTo>
                    <a:pt x="6700400" y="440538"/>
                  </a:lnTo>
                  <a:lnTo>
                    <a:pt x="6633222" y="436017"/>
                  </a:lnTo>
                  <a:lnTo>
                    <a:pt x="6583100" y="432950"/>
                  </a:lnTo>
                  <a:lnTo>
                    <a:pt x="6549718" y="431087"/>
                  </a:lnTo>
                  <a:lnTo>
                    <a:pt x="6531065" y="430134"/>
                  </a:lnTo>
                  <a:lnTo>
                    <a:pt x="6523586" y="429784"/>
                  </a:lnTo>
                  <a:lnTo>
                    <a:pt x="6522386" y="429731"/>
                  </a:lnTo>
                  <a:lnTo>
                    <a:pt x="6522385" y="429731"/>
                  </a:lnTo>
                  <a:lnTo>
                    <a:pt x="5527445" y="429731"/>
                  </a:lnTo>
                  <a:lnTo>
                    <a:pt x="5526310" y="429723"/>
                  </a:lnTo>
                  <a:lnTo>
                    <a:pt x="5518820" y="429665"/>
                  </a:lnTo>
                  <a:lnTo>
                    <a:pt x="5499839" y="429504"/>
                  </a:lnTo>
                  <a:lnTo>
                    <a:pt x="5465653" y="429186"/>
                  </a:lnTo>
                  <a:lnTo>
                    <a:pt x="5414193" y="428660"/>
                  </a:lnTo>
                  <a:lnTo>
                    <a:pt x="5345186" y="427884"/>
                  </a:lnTo>
                  <a:lnTo>
                    <a:pt x="5260100" y="426825"/>
                  </a:lnTo>
                  <a:lnTo>
                    <a:pt x="5161819" y="425463"/>
                  </a:lnTo>
                  <a:lnTo>
                    <a:pt x="5054118" y="423792"/>
                  </a:lnTo>
                  <a:lnTo>
                    <a:pt x="4941069" y="421813"/>
                  </a:lnTo>
                  <a:lnTo>
                    <a:pt x="4826510" y="419532"/>
                  </a:lnTo>
                  <a:lnTo>
                    <a:pt x="4713672" y="416955"/>
                  </a:lnTo>
                  <a:lnTo>
                    <a:pt x="4605005" y="414084"/>
                  </a:lnTo>
                  <a:lnTo>
                    <a:pt x="4502150" y="410912"/>
                  </a:lnTo>
                  <a:lnTo>
                    <a:pt x="4406023" y="407426"/>
                  </a:lnTo>
                  <a:lnTo>
                    <a:pt x="4316954" y="403600"/>
                  </a:lnTo>
                  <a:lnTo>
                    <a:pt x="4234833" y="399401"/>
                  </a:lnTo>
                  <a:lnTo>
                    <a:pt x="4159243" y="394786"/>
                  </a:lnTo>
                  <a:lnTo>
                    <a:pt x="4089572" y="389704"/>
                  </a:lnTo>
                  <a:lnTo>
                    <a:pt x="4025095" y="384100"/>
                  </a:lnTo>
                  <a:lnTo>
                    <a:pt x="3965038" y="377912"/>
                  </a:lnTo>
                  <a:lnTo>
                    <a:pt x="3908625" y="371088"/>
                  </a:lnTo>
                  <a:lnTo>
                    <a:pt x="3855121" y="363585"/>
                  </a:lnTo>
                  <a:lnTo>
                    <a:pt x="3820202" y="358109"/>
                  </a:lnTo>
                  <a:lnTo>
                    <a:pt x="3759503" y="347475"/>
                  </a:lnTo>
                  <a:lnTo>
                    <a:pt x="3700679" y="335788"/>
                  </a:lnTo>
                  <a:lnTo>
                    <a:pt x="3643042" y="323032"/>
                  </a:lnTo>
                  <a:lnTo>
                    <a:pt x="3586084" y="309225"/>
                  </a:lnTo>
                  <a:lnTo>
                    <a:pt x="3529442" y="294422"/>
                  </a:lnTo>
                  <a:lnTo>
                    <a:pt x="3472879" y="278717"/>
                  </a:lnTo>
                  <a:lnTo>
                    <a:pt x="3416258" y="262245"/>
                  </a:lnTo>
                  <a:lnTo>
                    <a:pt x="3359525" y="245180"/>
                  </a:lnTo>
                  <a:lnTo>
                    <a:pt x="3302690" y="227722"/>
                  </a:lnTo>
                  <a:lnTo>
                    <a:pt x="3245806" y="210094"/>
                  </a:lnTo>
                  <a:lnTo>
                    <a:pt x="3188940" y="192530"/>
                  </a:lnTo>
                  <a:lnTo>
                    <a:pt x="3132156" y="175258"/>
                  </a:lnTo>
                  <a:lnTo>
                    <a:pt x="3075486" y="158490"/>
                  </a:lnTo>
                  <a:lnTo>
                    <a:pt x="3018908" y="142414"/>
                  </a:lnTo>
                  <a:lnTo>
                    <a:pt x="2962325" y="127183"/>
                  </a:lnTo>
                  <a:lnTo>
                    <a:pt x="2905550" y="112909"/>
                  </a:lnTo>
                  <a:lnTo>
                    <a:pt x="2848278" y="99666"/>
                  </a:lnTo>
                  <a:lnTo>
                    <a:pt x="2790072" y="87489"/>
                  </a:lnTo>
                  <a:lnTo>
                    <a:pt x="2730333" y="76375"/>
                  </a:lnTo>
                  <a:lnTo>
                    <a:pt x="2702183" y="71621"/>
                  </a:lnTo>
                  <a:lnTo>
                    <a:pt x="2650271" y="63648"/>
                  </a:lnTo>
                  <a:lnTo>
                    <a:pt x="2595905" y="56368"/>
                  </a:lnTo>
                  <a:lnTo>
                    <a:pt x="2538399" y="49754"/>
                  </a:lnTo>
                  <a:lnTo>
                    <a:pt x="2477000" y="43762"/>
                  </a:lnTo>
                  <a:lnTo>
                    <a:pt x="2410930" y="38332"/>
                  </a:lnTo>
                  <a:lnTo>
                    <a:pt x="2339424" y="33407"/>
                  </a:lnTo>
                  <a:lnTo>
                    <a:pt x="2261786" y="28932"/>
                  </a:lnTo>
                  <a:lnTo>
                    <a:pt x="2177456" y="24857"/>
                  </a:lnTo>
                  <a:lnTo>
                    <a:pt x="2086103" y="21144"/>
                  </a:lnTo>
                  <a:lnTo>
                    <a:pt x="1987743" y="17761"/>
                  </a:lnTo>
                  <a:lnTo>
                    <a:pt x="1882879" y="14688"/>
                  </a:lnTo>
                  <a:lnTo>
                    <a:pt x="1772649" y="11912"/>
                  </a:lnTo>
                  <a:lnTo>
                    <a:pt x="1658948" y="9430"/>
                  </a:lnTo>
                  <a:lnTo>
                    <a:pt x="1544488" y="7246"/>
                  </a:lnTo>
                  <a:lnTo>
                    <a:pt x="1432726" y="5366"/>
                  </a:lnTo>
                  <a:lnTo>
                    <a:pt x="1327623" y="3795"/>
                  </a:lnTo>
                  <a:lnTo>
                    <a:pt x="1233218" y="2532"/>
                  </a:lnTo>
                  <a:lnTo>
                    <a:pt x="1153066" y="1567"/>
                  </a:lnTo>
                  <a:lnTo>
                    <a:pt x="1089642" y="876"/>
                  </a:lnTo>
                  <a:lnTo>
                    <a:pt x="1043874" y="422"/>
                  </a:lnTo>
                  <a:lnTo>
                    <a:pt x="1014906" y="161"/>
                  </a:lnTo>
                  <a:lnTo>
                    <a:pt x="1000112" y="39"/>
                  </a:lnTo>
                  <a:lnTo>
                    <a:pt x="995298" y="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3" name="pg812"/>
            <p:cNvSpPr/>
            <p:nvPr/>
          </p:nvSpPr>
          <p:spPr>
            <a:xfrm>
              <a:off x="1199187" y="1713522"/>
              <a:ext cx="12049831" cy="3448337"/>
            </a:xfrm>
            <a:custGeom>
              <a:avLst/>
              <a:pathLst>
                <a:path w="12049831" h="3448337">
                  <a:moveTo>
                    <a:pt x="0" y="5240"/>
                  </a:moveTo>
                  <a:lnTo>
                    <a:pt x="994940" y="5240"/>
                  </a:lnTo>
                  <a:lnTo>
                    <a:pt x="996075" y="5249"/>
                  </a:lnTo>
                  <a:lnTo>
                    <a:pt x="1003564" y="5308"/>
                  </a:lnTo>
                  <a:lnTo>
                    <a:pt x="1022544" y="5474"/>
                  </a:lnTo>
                  <a:lnTo>
                    <a:pt x="1056728" y="5799"/>
                  </a:lnTo>
                  <a:lnTo>
                    <a:pt x="1108186" y="6337"/>
                  </a:lnTo>
                  <a:lnTo>
                    <a:pt x="1177189" y="7133"/>
                  </a:lnTo>
                  <a:lnTo>
                    <a:pt x="1262271" y="8218"/>
                  </a:lnTo>
                  <a:lnTo>
                    <a:pt x="1360548" y="9612"/>
                  </a:lnTo>
                  <a:lnTo>
                    <a:pt x="1468245" y="11324"/>
                  </a:lnTo>
                  <a:lnTo>
                    <a:pt x="1581291" y="13351"/>
                  </a:lnTo>
                  <a:lnTo>
                    <a:pt x="1695848" y="15688"/>
                  </a:lnTo>
                  <a:lnTo>
                    <a:pt x="1808684" y="18327"/>
                  </a:lnTo>
                  <a:lnTo>
                    <a:pt x="1917350" y="21268"/>
                  </a:lnTo>
                  <a:lnTo>
                    <a:pt x="2020205" y="24517"/>
                  </a:lnTo>
                  <a:lnTo>
                    <a:pt x="2116332" y="28089"/>
                  </a:lnTo>
                  <a:lnTo>
                    <a:pt x="2205402" y="32008"/>
                  </a:lnTo>
                  <a:lnTo>
                    <a:pt x="2287523" y="36309"/>
                  </a:lnTo>
                  <a:lnTo>
                    <a:pt x="2363113" y="41036"/>
                  </a:lnTo>
                  <a:lnTo>
                    <a:pt x="2432785" y="46241"/>
                  </a:lnTo>
                  <a:lnTo>
                    <a:pt x="2497263" y="51982"/>
                  </a:lnTo>
                  <a:lnTo>
                    <a:pt x="2557321" y="58320"/>
                  </a:lnTo>
                  <a:lnTo>
                    <a:pt x="2613734" y="65310"/>
                  </a:lnTo>
                  <a:lnTo>
                    <a:pt x="2667238" y="72996"/>
                  </a:lnTo>
                  <a:lnTo>
                    <a:pt x="2702183" y="78609"/>
                  </a:lnTo>
                  <a:lnTo>
                    <a:pt x="2762837" y="89495"/>
                  </a:lnTo>
                  <a:lnTo>
                    <a:pt x="2821618" y="101456"/>
                  </a:lnTo>
                  <a:lnTo>
                    <a:pt x="2879213" y="114511"/>
                  </a:lnTo>
                  <a:lnTo>
                    <a:pt x="2936129" y="128641"/>
                  </a:lnTo>
                  <a:lnTo>
                    <a:pt x="2992728" y="143791"/>
                  </a:lnTo>
                  <a:lnTo>
                    <a:pt x="3049248" y="159863"/>
                  </a:lnTo>
                  <a:lnTo>
                    <a:pt x="3105826" y="176720"/>
                  </a:lnTo>
                  <a:lnTo>
                    <a:pt x="3162515" y="194186"/>
                  </a:lnTo>
                  <a:lnTo>
                    <a:pt x="3219306" y="212054"/>
                  </a:lnTo>
                  <a:lnTo>
                    <a:pt x="3276147" y="230097"/>
                  </a:lnTo>
                  <a:lnTo>
                    <a:pt x="3332970" y="248078"/>
                  </a:lnTo>
                  <a:lnTo>
                    <a:pt x="3389712" y="265761"/>
                  </a:lnTo>
                  <a:lnTo>
                    <a:pt x="3446340" y="282931"/>
                  </a:lnTo>
                  <a:lnTo>
                    <a:pt x="3502876" y="299394"/>
                  </a:lnTo>
                  <a:lnTo>
                    <a:pt x="3559415" y="314996"/>
                  </a:lnTo>
                  <a:lnTo>
                    <a:pt x="3616144" y="329619"/>
                  </a:lnTo>
                  <a:lnTo>
                    <a:pt x="3673363" y="343187"/>
                  </a:lnTo>
                  <a:lnTo>
                    <a:pt x="3731509" y="355667"/>
                  </a:lnTo>
                  <a:lnTo>
                    <a:pt x="3791176" y="367058"/>
                  </a:lnTo>
                  <a:lnTo>
                    <a:pt x="3820202" y="372085"/>
                  </a:lnTo>
                  <a:lnTo>
                    <a:pt x="3872113" y="380252"/>
                  </a:lnTo>
                  <a:lnTo>
                    <a:pt x="3926478" y="387710"/>
                  </a:lnTo>
                  <a:lnTo>
                    <a:pt x="3983983" y="394484"/>
                  </a:lnTo>
                  <a:lnTo>
                    <a:pt x="4045379" y="400623"/>
                  </a:lnTo>
                  <a:lnTo>
                    <a:pt x="4111447" y="406185"/>
                  </a:lnTo>
                  <a:lnTo>
                    <a:pt x="4182951" y="411230"/>
                  </a:lnTo>
                  <a:lnTo>
                    <a:pt x="4260586" y="415815"/>
                  </a:lnTo>
                  <a:lnTo>
                    <a:pt x="4344914" y="419988"/>
                  </a:lnTo>
                  <a:lnTo>
                    <a:pt x="4436264" y="423792"/>
                  </a:lnTo>
                  <a:lnTo>
                    <a:pt x="4534620" y="427258"/>
                  </a:lnTo>
                  <a:lnTo>
                    <a:pt x="4639481" y="430406"/>
                  </a:lnTo>
                  <a:lnTo>
                    <a:pt x="4749707" y="433250"/>
                  </a:lnTo>
                  <a:lnTo>
                    <a:pt x="4863405" y="435792"/>
                  </a:lnTo>
                  <a:lnTo>
                    <a:pt x="4977862" y="438030"/>
                  </a:lnTo>
                  <a:lnTo>
                    <a:pt x="5089624" y="439956"/>
                  </a:lnTo>
                  <a:lnTo>
                    <a:pt x="5194727" y="441565"/>
                  </a:lnTo>
                  <a:lnTo>
                    <a:pt x="5289134" y="442859"/>
                  </a:lnTo>
                  <a:lnTo>
                    <a:pt x="5369291" y="443848"/>
                  </a:lnTo>
                  <a:lnTo>
                    <a:pt x="5432721" y="444556"/>
                  </a:lnTo>
                  <a:lnTo>
                    <a:pt x="5478494" y="445020"/>
                  </a:lnTo>
                  <a:lnTo>
                    <a:pt x="5507469" y="445288"/>
                  </a:lnTo>
                  <a:lnTo>
                    <a:pt x="5522269" y="445413"/>
                  </a:lnTo>
                  <a:lnTo>
                    <a:pt x="5527086" y="445451"/>
                  </a:lnTo>
                  <a:lnTo>
                    <a:pt x="5527445" y="445453"/>
                  </a:lnTo>
                  <a:lnTo>
                    <a:pt x="6522385" y="445453"/>
                  </a:lnTo>
                  <a:lnTo>
                    <a:pt x="6523455" y="445507"/>
                  </a:lnTo>
                  <a:lnTo>
                    <a:pt x="6530521" y="445891"/>
                  </a:lnTo>
                  <a:lnTo>
                    <a:pt x="6548456" y="446951"/>
                  </a:lnTo>
                  <a:lnTo>
                    <a:pt x="6580828" y="449041"/>
                  </a:lnTo>
                  <a:lnTo>
                    <a:pt x="6629702" y="452498"/>
                  </a:lnTo>
                  <a:lnTo>
                    <a:pt x="6695485" y="457612"/>
                  </a:lnTo>
                  <a:lnTo>
                    <a:pt x="6776966" y="464606"/>
                  </a:lnTo>
                  <a:lnTo>
                    <a:pt x="6871575" y="473615"/>
                  </a:lnTo>
                  <a:lnTo>
                    <a:pt x="6975845" y="484700"/>
                  </a:lnTo>
                  <a:lnTo>
                    <a:pt x="7085950" y="497855"/>
                  </a:lnTo>
                  <a:lnTo>
                    <a:pt x="7198203" y="513044"/>
                  </a:lnTo>
                  <a:lnTo>
                    <a:pt x="7309420" y="530228"/>
                  </a:lnTo>
                  <a:lnTo>
                    <a:pt x="7417121" y="549387"/>
                  </a:lnTo>
                  <a:lnTo>
                    <a:pt x="7519576" y="570546"/>
                  </a:lnTo>
                  <a:lnTo>
                    <a:pt x="7615750" y="593785"/>
                  </a:lnTo>
                  <a:lnTo>
                    <a:pt x="7705187" y="619244"/>
                  </a:lnTo>
                  <a:lnTo>
                    <a:pt x="7787878" y="647128"/>
                  </a:lnTo>
                  <a:lnTo>
                    <a:pt x="7864134" y="677698"/>
                  </a:lnTo>
                  <a:lnTo>
                    <a:pt x="7934476" y="711273"/>
                  </a:lnTo>
                  <a:lnTo>
                    <a:pt x="7999558" y="748213"/>
                  </a:lnTo>
                  <a:lnTo>
                    <a:pt x="8060095" y="788903"/>
                  </a:lnTo>
                  <a:lnTo>
                    <a:pt x="8116822" y="833721"/>
                  </a:lnTo>
                  <a:lnTo>
                    <a:pt x="8170453" y="882988"/>
                  </a:lnTo>
                  <a:lnTo>
                    <a:pt x="8221642" y="936895"/>
                  </a:lnTo>
                  <a:lnTo>
                    <a:pt x="8229629" y="945934"/>
                  </a:lnTo>
                  <a:lnTo>
                    <a:pt x="8272922" y="997910"/>
                  </a:lnTo>
                  <a:lnTo>
                    <a:pt x="8315155" y="1053554"/>
                  </a:lnTo>
                  <a:lnTo>
                    <a:pt x="8356606" y="1112941"/>
                  </a:lnTo>
                  <a:lnTo>
                    <a:pt x="8397501" y="1176091"/>
                  </a:lnTo>
                  <a:lnTo>
                    <a:pt x="8438022" y="1242962"/>
                  </a:lnTo>
                  <a:lnTo>
                    <a:pt x="8478311" y="1313449"/>
                  </a:lnTo>
                  <a:lnTo>
                    <a:pt x="8518479" y="1387375"/>
                  </a:lnTo>
                  <a:lnTo>
                    <a:pt x="8558608" y="1464491"/>
                  </a:lnTo>
                  <a:lnTo>
                    <a:pt x="8598750" y="1544477"/>
                  </a:lnTo>
                  <a:lnTo>
                    <a:pt x="8638938" y="1626945"/>
                  </a:lnTo>
                  <a:lnTo>
                    <a:pt x="8679184" y="1711445"/>
                  </a:lnTo>
                  <a:lnTo>
                    <a:pt x="8719485" y="1797474"/>
                  </a:lnTo>
                  <a:lnTo>
                    <a:pt x="8759827" y="1884488"/>
                  </a:lnTo>
                  <a:lnTo>
                    <a:pt x="8800186" y="1971918"/>
                  </a:lnTo>
                  <a:lnTo>
                    <a:pt x="8840538" y="2059182"/>
                  </a:lnTo>
                  <a:lnTo>
                    <a:pt x="8880859" y="2145701"/>
                  </a:lnTo>
                  <a:lnTo>
                    <a:pt x="8921130" y="2230919"/>
                  </a:lnTo>
                  <a:lnTo>
                    <a:pt x="8961342" y="2314314"/>
                  </a:lnTo>
                  <a:lnTo>
                    <a:pt x="9001501" y="2395413"/>
                  </a:lnTo>
                  <a:lnTo>
                    <a:pt x="9041630" y="2473800"/>
                  </a:lnTo>
                  <a:lnTo>
                    <a:pt x="9081773" y="2549125"/>
                  </a:lnTo>
                  <a:lnTo>
                    <a:pt x="9121999" y="2621109"/>
                  </a:lnTo>
                  <a:lnTo>
                    <a:pt x="9162405" y="2689544"/>
                  </a:lnTo>
                  <a:lnTo>
                    <a:pt x="9203120" y="2754295"/>
                  </a:lnTo>
                  <a:lnTo>
                    <a:pt x="9244308" y="2815292"/>
                  </a:lnTo>
                  <a:lnTo>
                    <a:pt x="9286176" y="2872531"/>
                  </a:lnTo>
                  <a:lnTo>
                    <a:pt x="9328978" y="2926064"/>
                  </a:lnTo>
                  <a:lnTo>
                    <a:pt x="9347647" y="2947856"/>
                  </a:lnTo>
                  <a:lnTo>
                    <a:pt x="9398501" y="3002506"/>
                  </a:lnTo>
                  <a:lnTo>
                    <a:pt x="9451700" y="3052507"/>
                  </a:lnTo>
                  <a:lnTo>
                    <a:pt x="9507885" y="3098016"/>
                  </a:lnTo>
                  <a:lnTo>
                    <a:pt x="9567765" y="3139340"/>
                  </a:lnTo>
                  <a:lnTo>
                    <a:pt x="9632072" y="3176853"/>
                  </a:lnTo>
                  <a:lnTo>
                    <a:pt x="9701528" y="3210940"/>
                  </a:lnTo>
                  <a:lnTo>
                    <a:pt x="9776800" y="3241968"/>
                  </a:lnTo>
                  <a:lnTo>
                    <a:pt x="9858436" y="3270262"/>
                  </a:lnTo>
                  <a:lnTo>
                    <a:pt x="9946787" y="3296093"/>
                  </a:lnTo>
                  <a:lnTo>
                    <a:pt x="10041902" y="3319676"/>
                  </a:lnTo>
                  <a:lnTo>
                    <a:pt x="10143407" y="3341160"/>
                  </a:lnTo>
                  <a:lnTo>
                    <a:pt x="10250367" y="3360635"/>
                  </a:lnTo>
                  <a:lnTo>
                    <a:pt x="10361169" y="3378134"/>
                  </a:lnTo>
                  <a:lnTo>
                    <a:pt x="10473454" y="3393645"/>
                  </a:lnTo>
                  <a:lnTo>
                    <a:pt x="10584140" y="3407128"/>
                  </a:lnTo>
                  <a:lnTo>
                    <a:pt x="10689601" y="3418544"/>
                  </a:lnTo>
                  <a:lnTo>
                    <a:pt x="10786001" y="3427883"/>
                  </a:lnTo>
                  <a:lnTo>
                    <a:pt x="10869780" y="3435192"/>
                  </a:lnTo>
                  <a:lnTo>
                    <a:pt x="10938191" y="3440593"/>
                  </a:lnTo>
                  <a:lnTo>
                    <a:pt x="10989781" y="3444297"/>
                  </a:lnTo>
                  <a:lnTo>
                    <a:pt x="11024692" y="3446583"/>
                  </a:lnTo>
                  <a:lnTo>
                    <a:pt x="11044730" y="3447784"/>
                  </a:lnTo>
                  <a:lnTo>
                    <a:pt x="11053236" y="3448252"/>
                  </a:lnTo>
                  <a:lnTo>
                    <a:pt x="11054891" y="3448337"/>
                  </a:lnTo>
                  <a:lnTo>
                    <a:pt x="12049831" y="3448337"/>
                  </a:lnTo>
                  <a:lnTo>
                    <a:pt x="12049831" y="3443096"/>
                  </a:lnTo>
                  <a:lnTo>
                    <a:pt x="11054891" y="3443096"/>
                  </a:lnTo>
                  <a:lnTo>
                    <a:pt x="11053822" y="3443042"/>
                  </a:lnTo>
                  <a:lnTo>
                    <a:pt x="11046756" y="3442658"/>
                  </a:lnTo>
                  <a:lnTo>
                    <a:pt x="11028821" y="3441598"/>
                  </a:lnTo>
                  <a:lnTo>
                    <a:pt x="10996448" y="3439508"/>
                  </a:lnTo>
                  <a:lnTo>
                    <a:pt x="10947575" y="3436052"/>
                  </a:lnTo>
                  <a:lnTo>
                    <a:pt x="10881792" y="3430937"/>
                  </a:lnTo>
                  <a:lnTo>
                    <a:pt x="10800311" y="3423944"/>
                  </a:lnTo>
                  <a:lnTo>
                    <a:pt x="10705702" y="3414934"/>
                  </a:lnTo>
                  <a:lnTo>
                    <a:pt x="10601432" y="3403850"/>
                  </a:lnTo>
                  <a:lnTo>
                    <a:pt x="10491327" y="3390695"/>
                  </a:lnTo>
                  <a:lnTo>
                    <a:pt x="10379073" y="3375505"/>
                  </a:lnTo>
                  <a:lnTo>
                    <a:pt x="10267856" y="3358322"/>
                  </a:lnTo>
                  <a:lnTo>
                    <a:pt x="10160155" y="3339163"/>
                  </a:lnTo>
                  <a:lnTo>
                    <a:pt x="10057701" y="3318004"/>
                  </a:lnTo>
                  <a:lnTo>
                    <a:pt x="9961527" y="3294765"/>
                  </a:lnTo>
                  <a:lnTo>
                    <a:pt x="9872090" y="3269305"/>
                  </a:lnTo>
                  <a:lnTo>
                    <a:pt x="9789399" y="3241422"/>
                  </a:lnTo>
                  <a:lnTo>
                    <a:pt x="9713143" y="3210851"/>
                  </a:lnTo>
                  <a:lnTo>
                    <a:pt x="9642800" y="3177276"/>
                  </a:lnTo>
                  <a:lnTo>
                    <a:pt x="9577718" y="3140336"/>
                  </a:lnTo>
                  <a:lnTo>
                    <a:pt x="9517181" y="3099646"/>
                  </a:lnTo>
                  <a:lnTo>
                    <a:pt x="9460454" y="3054829"/>
                  </a:lnTo>
                  <a:lnTo>
                    <a:pt x="9406824" y="3005561"/>
                  </a:lnTo>
                  <a:lnTo>
                    <a:pt x="9355635" y="2951655"/>
                  </a:lnTo>
                  <a:lnTo>
                    <a:pt x="9347647" y="2942616"/>
                  </a:lnTo>
                  <a:lnTo>
                    <a:pt x="9304355" y="2890639"/>
                  </a:lnTo>
                  <a:lnTo>
                    <a:pt x="9262121" y="2834995"/>
                  </a:lnTo>
                  <a:lnTo>
                    <a:pt x="9220670" y="2775608"/>
                  </a:lnTo>
                  <a:lnTo>
                    <a:pt x="9179775" y="2712459"/>
                  </a:lnTo>
                  <a:lnTo>
                    <a:pt x="9139255" y="2645587"/>
                  </a:lnTo>
                  <a:lnTo>
                    <a:pt x="9098966" y="2575100"/>
                  </a:lnTo>
                  <a:lnTo>
                    <a:pt x="9058797" y="2501174"/>
                  </a:lnTo>
                  <a:lnTo>
                    <a:pt x="9018669" y="2424058"/>
                  </a:lnTo>
                  <a:lnTo>
                    <a:pt x="8978527" y="2344073"/>
                  </a:lnTo>
                  <a:lnTo>
                    <a:pt x="8938339" y="2261605"/>
                  </a:lnTo>
                  <a:lnTo>
                    <a:pt x="8898092" y="2177105"/>
                  </a:lnTo>
                  <a:lnTo>
                    <a:pt x="8857791" y="2091076"/>
                  </a:lnTo>
                  <a:lnTo>
                    <a:pt x="8817450" y="2004061"/>
                  </a:lnTo>
                  <a:lnTo>
                    <a:pt x="8777091" y="1916631"/>
                  </a:lnTo>
                  <a:lnTo>
                    <a:pt x="8736738" y="1829368"/>
                  </a:lnTo>
                  <a:lnTo>
                    <a:pt x="8696418" y="1742849"/>
                  </a:lnTo>
                  <a:lnTo>
                    <a:pt x="8656147" y="1657631"/>
                  </a:lnTo>
                  <a:lnTo>
                    <a:pt x="8615935" y="1574235"/>
                  </a:lnTo>
                  <a:lnTo>
                    <a:pt x="8575775" y="1493136"/>
                  </a:lnTo>
                  <a:lnTo>
                    <a:pt x="8535646" y="1414749"/>
                  </a:lnTo>
                  <a:lnTo>
                    <a:pt x="8495503" y="1339424"/>
                  </a:lnTo>
                  <a:lnTo>
                    <a:pt x="8455277" y="1267440"/>
                  </a:lnTo>
                  <a:lnTo>
                    <a:pt x="8414871" y="1199005"/>
                  </a:lnTo>
                  <a:lnTo>
                    <a:pt x="8374157" y="1134255"/>
                  </a:lnTo>
                  <a:lnTo>
                    <a:pt x="8332968" y="1073257"/>
                  </a:lnTo>
                  <a:lnTo>
                    <a:pt x="8291100" y="1016018"/>
                  </a:lnTo>
                  <a:lnTo>
                    <a:pt x="8248299" y="962485"/>
                  </a:lnTo>
                  <a:lnTo>
                    <a:pt x="8229629" y="940693"/>
                  </a:lnTo>
                  <a:lnTo>
                    <a:pt x="8178775" y="886043"/>
                  </a:lnTo>
                  <a:lnTo>
                    <a:pt x="8125577" y="836042"/>
                  </a:lnTo>
                  <a:lnTo>
                    <a:pt x="8069391" y="790533"/>
                  </a:lnTo>
                  <a:lnTo>
                    <a:pt x="8009512" y="749209"/>
                  </a:lnTo>
                  <a:lnTo>
                    <a:pt x="7945205" y="711696"/>
                  </a:lnTo>
                  <a:lnTo>
                    <a:pt x="7875748" y="677609"/>
                  </a:lnTo>
                  <a:lnTo>
                    <a:pt x="7800476" y="646581"/>
                  </a:lnTo>
                  <a:lnTo>
                    <a:pt x="7718840" y="618288"/>
                  </a:lnTo>
                  <a:lnTo>
                    <a:pt x="7630489" y="592456"/>
                  </a:lnTo>
                  <a:lnTo>
                    <a:pt x="7535374" y="568874"/>
                  </a:lnTo>
                  <a:lnTo>
                    <a:pt x="7433870" y="547389"/>
                  </a:lnTo>
                  <a:lnTo>
                    <a:pt x="7326910" y="527914"/>
                  </a:lnTo>
                  <a:lnTo>
                    <a:pt x="7216107" y="510415"/>
                  </a:lnTo>
                  <a:lnTo>
                    <a:pt x="7103822" y="494905"/>
                  </a:lnTo>
                  <a:lnTo>
                    <a:pt x="6993136" y="481422"/>
                  </a:lnTo>
                  <a:lnTo>
                    <a:pt x="6887676" y="470005"/>
                  </a:lnTo>
                  <a:lnTo>
                    <a:pt x="6791276" y="460666"/>
                  </a:lnTo>
                  <a:lnTo>
                    <a:pt x="6707496" y="453358"/>
                  </a:lnTo>
                  <a:lnTo>
                    <a:pt x="6639085" y="447956"/>
                  </a:lnTo>
                  <a:lnTo>
                    <a:pt x="6587495" y="444253"/>
                  </a:lnTo>
                  <a:lnTo>
                    <a:pt x="6552585" y="441966"/>
                  </a:lnTo>
                  <a:lnTo>
                    <a:pt x="6532547" y="440765"/>
                  </a:lnTo>
                  <a:lnTo>
                    <a:pt x="6524040" y="440297"/>
                  </a:lnTo>
                  <a:lnTo>
                    <a:pt x="6522385" y="440213"/>
                  </a:lnTo>
                  <a:lnTo>
                    <a:pt x="5527445" y="440213"/>
                  </a:lnTo>
                  <a:lnTo>
                    <a:pt x="5526310" y="440204"/>
                  </a:lnTo>
                  <a:lnTo>
                    <a:pt x="5518821" y="440145"/>
                  </a:lnTo>
                  <a:lnTo>
                    <a:pt x="5499841" y="439979"/>
                  </a:lnTo>
                  <a:lnTo>
                    <a:pt x="5465657" y="439654"/>
                  </a:lnTo>
                  <a:lnTo>
                    <a:pt x="5414199" y="439116"/>
                  </a:lnTo>
                  <a:lnTo>
                    <a:pt x="5345196" y="438320"/>
                  </a:lnTo>
                  <a:lnTo>
                    <a:pt x="5260114" y="437235"/>
                  </a:lnTo>
                  <a:lnTo>
                    <a:pt x="5161837" y="435841"/>
                  </a:lnTo>
                  <a:lnTo>
                    <a:pt x="5054140" y="434129"/>
                  </a:lnTo>
                  <a:lnTo>
                    <a:pt x="4941094" y="432102"/>
                  </a:lnTo>
                  <a:lnTo>
                    <a:pt x="4826537" y="429765"/>
                  </a:lnTo>
                  <a:lnTo>
                    <a:pt x="4713701" y="427126"/>
                  </a:lnTo>
                  <a:lnTo>
                    <a:pt x="4605035" y="424185"/>
                  </a:lnTo>
                  <a:lnTo>
                    <a:pt x="4502180" y="420936"/>
                  </a:lnTo>
                  <a:lnTo>
                    <a:pt x="4406053" y="417364"/>
                  </a:lnTo>
                  <a:lnTo>
                    <a:pt x="4316983" y="413445"/>
                  </a:lnTo>
                  <a:lnTo>
                    <a:pt x="4234862" y="409144"/>
                  </a:lnTo>
                  <a:lnTo>
                    <a:pt x="4159272" y="404417"/>
                  </a:lnTo>
                  <a:lnTo>
                    <a:pt x="4089600" y="399212"/>
                  </a:lnTo>
                  <a:lnTo>
                    <a:pt x="4025122" y="393470"/>
                  </a:lnTo>
                  <a:lnTo>
                    <a:pt x="3965064" y="387133"/>
                  </a:lnTo>
                  <a:lnTo>
                    <a:pt x="3908651" y="380143"/>
                  </a:lnTo>
                  <a:lnTo>
                    <a:pt x="3855147" y="372457"/>
                  </a:lnTo>
                  <a:lnTo>
                    <a:pt x="3820202" y="366844"/>
                  </a:lnTo>
                  <a:lnTo>
                    <a:pt x="3759548" y="355958"/>
                  </a:lnTo>
                  <a:lnTo>
                    <a:pt x="3700767" y="343997"/>
                  </a:lnTo>
                  <a:lnTo>
                    <a:pt x="3643172" y="330942"/>
                  </a:lnTo>
                  <a:lnTo>
                    <a:pt x="3586256" y="316812"/>
                  </a:lnTo>
                  <a:lnTo>
                    <a:pt x="3529657" y="301662"/>
                  </a:lnTo>
                  <a:lnTo>
                    <a:pt x="3473137" y="285590"/>
                  </a:lnTo>
                  <a:lnTo>
                    <a:pt x="3416559" y="268733"/>
                  </a:lnTo>
                  <a:lnTo>
                    <a:pt x="3359870" y="251267"/>
                  </a:lnTo>
                  <a:lnTo>
                    <a:pt x="3303079" y="233399"/>
                  </a:lnTo>
                  <a:lnTo>
                    <a:pt x="3246238" y="215356"/>
                  </a:lnTo>
                  <a:lnTo>
                    <a:pt x="3189415" y="197375"/>
                  </a:lnTo>
                  <a:lnTo>
                    <a:pt x="3132673" y="179691"/>
                  </a:lnTo>
                  <a:lnTo>
                    <a:pt x="3076045" y="162522"/>
                  </a:lnTo>
                  <a:lnTo>
                    <a:pt x="3019509" y="146058"/>
                  </a:lnTo>
                  <a:lnTo>
                    <a:pt x="2962970" y="130457"/>
                  </a:lnTo>
                  <a:lnTo>
                    <a:pt x="2906241" y="115834"/>
                  </a:lnTo>
                  <a:lnTo>
                    <a:pt x="2849022" y="102265"/>
                  </a:lnTo>
                  <a:lnTo>
                    <a:pt x="2790876" y="89786"/>
                  </a:lnTo>
                  <a:lnTo>
                    <a:pt x="2731209" y="78395"/>
                  </a:lnTo>
                  <a:lnTo>
                    <a:pt x="2702183" y="73368"/>
                  </a:lnTo>
                  <a:lnTo>
                    <a:pt x="2650272" y="65201"/>
                  </a:lnTo>
                  <a:lnTo>
                    <a:pt x="2595907" y="57743"/>
                  </a:lnTo>
                  <a:lnTo>
                    <a:pt x="2538402" y="50968"/>
                  </a:lnTo>
                  <a:lnTo>
                    <a:pt x="2477006" y="44830"/>
                  </a:lnTo>
                  <a:lnTo>
                    <a:pt x="2410938" y="39268"/>
                  </a:lnTo>
                  <a:lnTo>
                    <a:pt x="2339434" y="34223"/>
                  </a:lnTo>
                  <a:lnTo>
                    <a:pt x="2261799" y="29638"/>
                  </a:lnTo>
                  <a:lnTo>
                    <a:pt x="2177471" y="25464"/>
                  </a:lnTo>
                  <a:lnTo>
                    <a:pt x="2086121" y="21661"/>
                  </a:lnTo>
                  <a:lnTo>
                    <a:pt x="1987765" y="18195"/>
                  </a:lnTo>
                  <a:lnTo>
                    <a:pt x="1882904" y="15047"/>
                  </a:lnTo>
                  <a:lnTo>
                    <a:pt x="1772678" y="12203"/>
                  </a:lnTo>
                  <a:lnTo>
                    <a:pt x="1658980" y="9661"/>
                  </a:lnTo>
                  <a:lnTo>
                    <a:pt x="1544523" y="7423"/>
                  </a:lnTo>
                  <a:lnTo>
                    <a:pt x="1432761" y="5497"/>
                  </a:lnTo>
                  <a:lnTo>
                    <a:pt x="1327658" y="3888"/>
                  </a:lnTo>
                  <a:lnTo>
                    <a:pt x="1233251" y="2594"/>
                  </a:lnTo>
                  <a:lnTo>
                    <a:pt x="1153094" y="1605"/>
                  </a:lnTo>
                  <a:lnTo>
                    <a:pt x="1089664" y="897"/>
                  </a:lnTo>
                  <a:lnTo>
                    <a:pt x="1043891" y="433"/>
                  </a:lnTo>
                  <a:lnTo>
                    <a:pt x="1014916" y="165"/>
                  </a:lnTo>
                  <a:lnTo>
                    <a:pt x="1000116" y="40"/>
                  </a:lnTo>
                  <a:lnTo>
                    <a:pt x="995299" y="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14" name="pl813"/>
            <p:cNvSpPr/>
            <p:nvPr/>
          </p:nvSpPr>
          <p:spPr>
            <a:xfrm>
              <a:off x="1199187" y="1718763"/>
              <a:ext cx="12049831" cy="3443096"/>
            </a:xfrm>
            <a:custGeom>
              <a:avLst/>
              <a:pathLst>
                <a:path w="12049831" h="3443096">
                  <a:moveTo>
                    <a:pt x="0" y="0"/>
                  </a:moveTo>
                  <a:lnTo>
                    <a:pt x="994940" y="0"/>
                  </a:lnTo>
                  <a:lnTo>
                    <a:pt x="996075" y="8"/>
                  </a:lnTo>
                  <a:lnTo>
                    <a:pt x="1003564" y="68"/>
                  </a:lnTo>
                  <a:lnTo>
                    <a:pt x="1022544" y="233"/>
                  </a:lnTo>
                  <a:lnTo>
                    <a:pt x="1056728" y="559"/>
                  </a:lnTo>
                  <a:lnTo>
                    <a:pt x="1108186" y="1097"/>
                  </a:lnTo>
                  <a:lnTo>
                    <a:pt x="1177189" y="1892"/>
                  </a:lnTo>
                  <a:lnTo>
                    <a:pt x="1262271" y="2977"/>
                  </a:lnTo>
                  <a:lnTo>
                    <a:pt x="1360548" y="4372"/>
                  </a:lnTo>
                  <a:lnTo>
                    <a:pt x="1468245" y="6084"/>
                  </a:lnTo>
                  <a:lnTo>
                    <a:pt x="1581291" y="8111"/>
                  </a:lnTo>
                  <a:lnTo>
                    <a:pt x="1695848" y="10447"/>
                  </a:lnTo>
                  <a:lnTo>
                    <a:pt x="1808684" y="13086"/>
                  </a:lnTo>
                  <a:lnTo>
                    <a:pt x="1917350" y="16028"/>
                  </a:lnTo>
                  <a:lnTo>
                    <a:pt x="2020205" y="19277"/>
                  </a:lnTo>
                  <a:lnTo>
                    <a:pt x="2116332" y="22848"/>
                  </a:lnTo>
                  <a:lnTo>
                    <a:pt x="2205402" y="26767"/>
                  </a:lnTo>
                  <a:lnTo>
                    <a:pt x="2287523" y="31068"/>
                  </a:lnTo>
                  <a:lnTo>
                    <a:pt x="2363113" y="35795"/>
                  </a:lnTo>
                  <a:lnTo>
                    <a:pt x="2432785" y="41001"/>
                  </a:lnTo>
                  <a:lnTo>
                    <a:pt x="2497263" y="46742"/>
                  </a:lnTo>
                  <a:lnTo>
                    <a:pt x="2557321" y="53079"/>
                  </a:lnTo>
                  <a:lnTo>
                    <a:pt x="2613734" y="60069"/>
                  </a:lnTo>
                  <a:lnTo>
                    <a:pt x="2667238" y="67755"/>
                  </a:lnTo>
                  <a:lnTo>
                    <a:pt x="2702183" y="73368"/>
                  </a:lnTo>
                  <a:lnTo>
                    <a:pt x="2762837" y="84254"/>
                  </a:lnTo>
                  <a:lnTo>
                    <a:pt x="2821618" y="96216"/>
                  </a:lnTo>
                  <a:lnTo>
                    <a:pt x="2879213" y="109270"/>
                  </a:lnTo>
                  <a:lnTo>
                    <a:pt x="2936129" y="123401"/>
                  </a:lnTo>
                  <a:lnTo>
                    <a:pt x="2992728" y="138550"/>
                  </a:lnTo>
                  <a:lnTo>
                    <a:pt x="3049248" y="154623"/>
                  </a:lnTo>
                  <a:lnTo>
                    <a:pt x="3105826" y="171479"/>
                  </a:lnTo>
                  <a:lnTo>
                    <a:pt x="3162515" y="188945"/>
                  </a:lnTo>
                  <a:lnTo>
                    <a:pt x="3219306" y="206813"/>
                  </a:lnTo>
                  <a:lnTo>
                    <a:pt x="3276147" y="224857"/>
                  </a:lnTo>
                  <a:lnTo>
                    <a:pt x="3332970" y="242837"/>
                  </a:lnTo>
                  <a:lnTo>
                    <a:pt x="3389712" y="260521"/>
                  </a:lnTo>
                  <a:lnTo>
                    <a:pt x="3446340" y="277690"/>
                  </a:lnTo>
                  <a:lnTo>
                    <a:pt x="3502876" y="294154"/>
                  </a:lnTo>
                  <a:lnTo>
                    <a:pt x="3559415" y="309755"/>
                  </a:lnTo>
                  <a:lnTo>
                    <a:pt x="3616144" y="324378"/>
                  </a:lnTo>
                  <a:lnTo>
                    <a:pt x="3673363" y="337947"/>
                  </a:lnTo>
                  <a:lnTo>
                    <a:pt x="3731509" y="350426"/>
                  </a:lnTo>
                  <a:lnTo>
                    <a:pt x="3791176" y="361818"/>
                  </a:lnTo>
                  <a:lnTo>
                    <a:pt x="3820202" y="366844"/>
                  </a:lnTo>
                  <a:lnTo>
                    <a:pt x="3872113" y="375011"/>
                  </a:lnTo>
                  <a:lnTo>
                    <a:pt x="3926478" y="382470"/>
                  </a:lnTo>
                  <a:lnTo>
                    <a:pt x="3983983" y="389244"/>
                  </a:lnTo>
                  <a:lnTo>
                    <a:pt x="4045379" y="395383"/>
                  </a:lnTo>
                  <a:lnTo>
                    <a:pt x="4111447" y="400945"/>
                  </a:lnTo>
                  <a:lnTo>
                    <a:pt x="4182951" y="405990"/>
                  </a:lnTo>
                  <a:lnTo>
                    <a:pt x="4260586" y="410574"/>
                  </a:lnTo>
                  <a:lnTo>
                    <a:pt x="4344914" y="414748"/>
                  </a:lnTo>
                  <a:lnTo>
                    <a:pt x="4436264" y="418551"/>
                  </a:lnTo>
                  <a:lnTo>
                    <a:pt x="4534620" y="422017"/>
                  </a:lnTo>
                  <a:lnTo>
                    <a:pt x="4639481" y="425166"/>
                  </a:lnTo>
                  <a:lnTo>
                    <a:pt x="4749707" y="428009"/>
                  </a:lnTo>
                  <a:lnTo>
                    <a:pt x="4863405" y="430552"/>
                  </a:lnTo>
                  <a:lnTo>
                    <a:pt x="4977862" y="432789"/>
                  </a:lnTo>
                  <a:lnTo>
                    <a:pt x="5089624" y="434715"/>
                  </a:lnTo>
                  <a:lnTo>
                    <a:pt x="5194727" y="436324"/>
                  </a:lnTo>
                  <a:lnTo>
                    <a:pt x="5289134" y="437618"/>
                  </a:lnTo>
                  <a:lnTo>
                    <a:pt x="5369291" y="438607"/>
                  </a:lnTo>
                  <a:lnTo>
                    <a:pt x="5432721" y="439315"/>
                  </a:lnTo>
                  <a:lnTo>
                    <a:pt x="5478494" y="439779"/>
                  </a:lnTo>
                  <a:lnTo>
                    <a:pt x="5507469" y="440047"/>
                  </a:lnTo>
                  <a:lnTo>
                    <a:pt x="5522269" y="440173"/>
                  </a:lnTo>
                  <a:lnTo>
                    <a:pt x="5527086" y="440210"/>
                  </a:lnTo>
                  <a:lnTo>
                    <a:pt x="5527445" y="440213"/>
                  </a:lnTo>
                  <a:lnTo>
                    <a:pt x="6522385" y="440213"/>
                  </a:lnTo>
                  <a:lnTo>
                    <a:pt x="6523455" y="440267"/>
                  </a:lnTo>
                  <a:lnTo>
                    <a:pt x="6530521" y="440650"/>
                  </a:lnTo>
                  <a:lnTo>
                    <a:pt x="6548456" y="441711"/>
                  </a:lnTo>
                  <a:lnTo>
                    <a:pt x="6580828" y="443801"/>
                  </a:lnTo>
                  <a:lnTo>
                    <a:pt x="6629702" y="447257"/>
                  </a:lnTo>
                  <a:lnTo>
                    <a:pt x="6695485" y="452372"/>
                  </a:lnTo>
                  <a:lnTo>
                    <a:pt x="6776966" y="459365"/>
                  </a:lnTo>
                  <a:lnTo>
                    <a:pt x="6871575" y="468375"/>
                  </a:lnTo>
                  <a:lnTo>
                    <a:pt x="6975845" y="479459"/>
                  </a:lnTo>
                  <a:lnTo>
                    <a:pt x="7085950" y="492614"/>
                  </a:lnTo>
                  <a:lnTo>
                    <a:pt x="7198203" y="507804"/>
                  </a:lnTo>
                  <a:lnTo>
                    <a:pt x="7309420" y="524987"/>
                  </a:lnTo>
                  <a:lnTo>
                    <a:pt x="7417121" y="544146"/>
                  </a:lnTo>
                  <a:lnTo>
                    <a:pt x="7519576" y="565305"/>
                  </a:lnTo>
                  <a:lnTo>
                    <a:pt x="7615750" y="588544"/>
                  </a:lnTo>
                  <a:lnTo>
                    <a:pt x="7705187" y="614004"/>
                  </a:lnTo>
                  <a:lnTo>
                    <a:pt x="7787878" y="641887"/>
                  </a:lnTo>
                  <a:lnTo>
                    <a:pt x="7864134" y="672458"/>
                  </a:lnTo>
                  <a:lnTo>
                    <a:pt x="7934476" y="706033"/>
                  </a:lnTo>
                  <a:lnTo>
                    <a:pt x="7999558" y="742973"/>
                  </a:lnTo>
                  <a:lnTo>
                    <a:pt x="8060095" y="783662"/>
                  </a:lnTo>
                  <a:lnTo>
                    <a:pt x="8116822" y="828480"/>
                  </a:lnTo>
                  <a:lnTo>
                    <a:pt x="8170453" y="877748"/>
                  </a:lnTo>
                  <a:lnTo>
                    <a:pt x="8221642" y="931654"/>
                  </a:lnTo>
                  <a:lnTo>
                    <a:pt x="8229629" y="940693"/>
                  </a:lnTo>
                  <a:lnTo>
                    <a:pt x="8272922" y="992670"/>
                  </a:lnTo>
                  <a:lnTo>
                    <a:pt x="8315155" y="1048314"/>
                  </a:lnTo>
                  <a:lnTo>
                    <a:pt x="8356606" y="1107701"/>
                  </a:lnTo>
                  <a:lnTo>
                    <a:pt x="8397501" y="1170850"/>
                  </a:lnTo>
                  <a:lnTo>
                    <a:pt x="8438022" y="1237722"/>
                  </a:lnTo>
                  <a:lnTo>
                    <a:pt x="8478311" y="1308209"/>
                  </a:lnTo>
                  <a:lnTo>
                    <a:pt x="8518479" y="1382135"/>
                  </a:lnTo>
                  <a:lnTo>
                    <a:pt x="8558608" y="1459250"/>
                  </a:lnTo>
                  <a:lnTo>
                    <a:pt x="8598750" y="1539236"/>
                  </a:lnTo>
                  <a:lnTo>
                    <a:pt x="8638938" y="1621704"/>
                  </a:lnTo>
                  <a:lnTo>
                    <a:pt x="8679184" y="1706204"/>
                  </a:lnTo>
                  <a:lnTo>
                    <a:pt x="8719485" y="1792233"/>
                  </a:lnTo>
                  <a:lnTo>
                    <a:pt x="8759827" y="1879248"/>
                  </a:lnTo>
                  <a:lnTo>
                    <a:pt x="8800186" y="1966678"/>
                  </a:lnTo>
                  <a:lnTo>
                    <a:pt x="8840538" y="2053941"/>
                  </a:lnTo>
                  <a:lnTo>
                    <a:pt x="8880859" y="2140460"/>
                  </a:lnTo>
                  <a:lnTo>
                    <a:pt x="8921130" y="2225678"/>
                  </a:lnTo>
                  <a:lnTo>
                    <a:pt x="8961342" y="2309074"/>
                  </a:lnTo>
                  <a:lnTo>
                    <a:pt x="9001501" y="2390173"/>
                  </a:lnTo>
                  <a:lnTo>
                    <a:pt x="9041630" y="2468560"/>
                  </a:lnTo>
                  <a:lnTo>
                    <a:pt x="9081773" y="2543885"/>
                  </a:lnTo>
                  <a:lnTo>
                    <a:pt x="9121999" y="2615868"/>
                  </a:lnTo>
                  <a:lnTo>
                    <a:pt x="9162405" y="2684304"/>
                  </a:lnTo>
                  <a:lnTo>
                    <a:pt x="9203120" y="2749054"/>
                  </a:lnTo>
                  <a:lnTo>
                    <a:pt x="9244308" y="2810051"/>
                  </a:lnTo>
                  <a:lnTo>
                    <a:pt x="9286176" y="2867290"/>
                  </a:lnTo>
                  <a:lnTo>
                    <a:pt x="9328978" y="2920823"/>
                  </a:lnTo>
                  <a:lnTo>
                    <a:pt x="9347647" y="2942616"/>
                  </a:lnTo>
                  <a:lnTo>
                    <a:pt x="9398501" y="2997266"/>
                  </a:lnTo>
                  <a:lnTo>
                    <a:pt x="9451700" y="3047266"/>
                  </a:lnTo>
                  <a:lnTo>
                    <a:pt x="9507885" y="3092775"/>
                  </a:lnTo>
                  <a:lnTo>
                    <a:pt x="9567765" y="3134100"/>
                  </a:lnTo>
                  <a:lnTo>
                    <a:pt x="9632072" y="3171612"/>
                  </a:lnTo>
                  <a:lnTo>
                    <a:pt x="9701528" y="3205700"/>
                  </a:lnTo>
                  <a:lnTo>
                    <a:pt x="9776800" y="3236728"/>
                  </a:lnTo>
                  <a:lnTo>
                    <a:pt x="9858436" y="3265021"/>
                  </a:lnTo>
                  <a:lnTo>
                    <a:pt x="9946787" y="3290852"/>
                  </a:lnTo>
                  <a:lnTo>
                    <a:pt x="10041902" y="3314435"/>
                  </a:lnTo>
                  <a:lnTo>
                    <a:pt x="10143407" y="3335919"/>
                  </a:lnTo>
                  <a:lnTo>
                    <a:pt x="10250367" y="3355395"/>
                  </a:lnTo>
                  <a:lnTo>
                    <a:pt x="10361169" y="3372894"/>
                  </a:lnTo>
                  <a:lnTo>
                    <a:pt x="10473454" y="3388404"/>
                  </a:lnTo>
                  <a:lnTo>
                    <a:pt x="10584140" y="3401887"/>
                  </a:lnTo>
                  <a:lnTo>
                    <a:pt x="10689601" y="3413304"/>
                  </a:lnTo>
                  <a:lnTo>
                    <a:pt x="10786001" y="3422643"/>
                  </a:lnTo>
                  <a:lnTo>
                    <a:pt x="10869780" y="3429951"/>
                  </a:lnTo>
                  <a:lnTo>
                    <a:pt x="10938191" y="3435353"/>
                  </a:lnTo>
                  <a:lnTo>
                    <a:pt x="10989781" y="3439056"/>
                  </a:lnTo>
                  <a:lnTo>
                    <a:pt x="11024692" y="3441343"/>
                  </a:lnTo>
                  <a:lnTo>
                    <a:pt x="11044730" y="3442544"/>
                  </a:lnTo>
                  <a:lnTo>
                    <a:pt x="11053236" y="3443012"/>
                  </a:lnTo>
                  <a:lnTo>
                    <a:pt x="11054886" y="3443096"/>
                  </a:lnTo>
                  <a:lnTo>
                    <a:pt x="11054891" y="3443096"/>
                  </a:lnTo>
                  <a:lnTo>
                    <a:pt x="12049831" y="3443096"/>
                  </a:lnTo>
                  <a:lnTo>
                    <a:pt x="12049831" y="34430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5" name="pl814"/>
            <p:cNvSpPr/>
            <p:nvPr/>
          </p:nvSpPr>
          <p:spPr>
            <a:xfrm>
              <a:off x="1199187" y="1713522"/>
              <a:ext cx="12049831" cy="3443096"/>
            </a:xfrm>
            <a:custGeom>
              <a:avLst/>
              <a:pathLst>
                <a:path w="12049831" h="3443096">
                  <a:moveTo>
                    <a:pt x="12049831" y="3443096"/>
                  </a:moveTo>
                  <a:lnTo>
                    <a:pt x="11054891" y="3443096"/>
                  </a:lnTo>
                  <a:lnTo>
                    <a:pt x="11053822" y="3443042"/>
                  </a:lnTo>
                  <a:lnTo>
                    <a:pt x="11046756" y="3442658"/>
                  </a:lnTo>
                  <a:lnTo>
                    <a:pt x="11028821" y="3441598"/>
                  </a:lnTo>
                  <a:lnTo>
                    <a:pt x="10996448" y="3439508"/>
                  </a:lnTo>
                  <a:lnTo>
                    <a:pt x="10947575" y="3436052"/>
                  </a:lnTo>
                  <a:lnTo>
                    <a:pt x="10881792" y="3430937"/>
                  </a:lnTo>
                  <a:lnTo>
                    <a:pt x="10800311" y="3423944"/>
                  </a:lnTo>
                  <a:lnTo>
                    <a:pt x="10705702" y="3414934"/>
                  </a:lnTo>
                  <a:lnTo>
                    <a:pt x="10601432" y="3403850"/>
                  </a:lnTo>
                  <a:lnTo>
                    <a:pt x="10491327" y="3390695"/>
                  </a:lnTo>
                  <a:lnTo>
                    <a:pt x="10379073" y="3375505"/>
                  </a:lnTo>
                  <a:lnTo>
                    <a:pt x="10267856" y="3358322"/>
                  </a:lnTo>
                  <a:lnTo>
                    <a:pt x="10160155" y="3339163"/>
                  </a:lnTo>
                  <a:lnTo>
                    <a:pt x="10057701" y="3318004"/>
                  </a:lnTo>
                  <a:lnTo>
                    <a:pt x="9961527" y="3294765"/>
                  </a:lnTo>
                  <a:lnTo>
                    <a:pt x="9872090" y="3269305"/>
                  </a:lnTo>
                  <a:lnTo>
                    <a:pt x="9789399" y="3241422"/>
                  </a:lnTo>
                  <a:lnTo>
                    <a:pt x="9713143" y="3210851"/>
                  </a:lnTo>
                  <a:lnTo>
                    <a:pt x="9642800" y="3177276"/>
                  </a:lnTo>
                  <a:lnTo>
                    <a:pt x="9577718" y="3140336"/>
                  </a:lnTo>
                  <a:lnTo>
                    <a:pt x="9517181" y="3099646"/>
                  </a:lnTo>
                  <a:lnTo>
                    <a:pt x="9460454" y="3054829"/>
                  </a:lnTo>
                  <a:lnTo>
                    <a:pt x="9406824" y="3005561"/>
                  </a:lnTo>
                  <a:lnTo>
                    <a:pt x="9355635" y="2951655"/>
                  </a:lnTo>
                  <a:lnTo>
                    <a:pt x="9347647" y="2942616"/>
                  </a:lnTo>
                  <a:lnTo>
                    <a:pt x="9304355" y="2890639"/>
                  </a:lnTo>
                  <a:lnTo>
                    <a:pt x="9262121" y="2834995"/>
                  </a:lnTo>
                  <a:lnTo>
                    <a:pt x="9220670" y="2775608"/>
                  </a:lnTo>
                  <a:lnTo>
                    <a:pt x="9179775" y="2712459"/>
                  </a:lnTo>
                  <a:lnTo>
                    <a:pt x="9139255" y="2645587"/>
                  </a:lnTo>
                  <a:lnTo>
                    <a:pt x="9098966" y="2575100"/>
                  </a:lnTo>
                  <a:lnTo>
                    <a:pt x="9058797" y="2501174"/>
                  </a:lnTo>
                  <a:lnTo>
                    <a:pt x="9018669" y="2424058"/>
                  </a:lnTo>
                  <a:lnTo>
                    <a:pt x="8978527" y="2344073"/>
                  </a:lnTo>
                  <a:lnTo>
                    <a:pt x="8938339" y="2261605"/>
                  </a:lnTo>
                  <a:lnTo>
                    <a:pt x="8898092" y="2177105"/>
                  </a:lnTo>
                  <a:lnTo>
                    <a:pt x="8857791" y="2091076"/>
                  </a:lnTo>
                  <a:lnTo>
                    <a:pt x="8817450" y="2004061"/>
                  </a:lnTo>
                  <a:lnTo>
                    <a:pt x="8777091" y="1916631"/>
                  </a:lnTo>
                  <a:lnTo>
                    <a:pt x="8736738" y="1829368"/>
                  </a:lnTo>
                  <a:lnTo>
                    <a:pt x="8696418" y="1742849"/>
                  </a:lnTo>
                  <a:lnTo>
                    <a:pt x="8656147" y="1657631"/>
                  </a:lnTo>
                  <a:lnTo>
                    <a:pt x="8615935" y="1574235"/>
                  </a:lnTo>
                  <a:lnTo>
                    <a:pt x="8575775" y="1493136"/>
                  </a:lnTo>
                  <a:lnTo>
                    <a:pt x="8535646" y="1414749"/>
                  </a:lnTo>
                  <a:lnTo>
                    <a:pt x="8495503" y="1339424"/>
                  </a:lnTo>
                  <a:lnTo>
                    <a:pt x="8455277" y="1267440"/>
                  </a:lnTo>
                  <a:lnTo>
                    <a:pt x="8414871" y="1199005"/>
                  </a:lnTo>
                  <a:lnTo>
                    <a:pt x="8374157" y="1134255"/>
                  </a:lnTo>
                  <a:lnTo>
                    <a:pt x="8332968" y="1073257"/>
                  </a:lnTo>
                  <a:lnTo>
                    <a:pt x="8291100" y="1016018"/>
                  </a:lnTo>
                  <a:lnTo>
                    <a:pt x="8248299" y="962485"/>
                  </a:lnTo>
                  <a:lnTo>
                    <a:pt x="8229629" y="940693"/>
                  </a:lnTo>
                  <a:lnTo>
                    <a:pt x="8178775" y="886043"/>
                  </a:lnTo>
                  <a:lnTo>
                    <a:pt x="8125577" y="836042"/>
                  </a:lnTo>
                  <a:lnTo>
                    <a:pt x="8069391" y="790533"/>
                  </a:lnTo>
                  <a:lnTo>
                    <a:pt x="8009512" y="749209"/>
                  </a:lnTo>
                  <a:lnTo>
                    <a:pt x="7945205" y="711696"/>
                  </a:lnTo>
                  <a:lnTo>
                    <a:pt x="7875748" y="677609"/>
                  </a:lnTo>
                  <a:lnTo>
                    <a:pt x="7800476" y="646581"/>
                  </a:lnTo>
                  <a:lnTo>
                    <a:pt x="7718840" y="618288"/>
                  </a:lnTo>
                  <a:lnTo>
                    <a:pt x="7630489" y="592456"/>
                  </a:lnTo>
                  <a:lnTo>
                    <a:pt x="7535374" y="568874"/>
                  </a:lnTo>
                  <a:lnTo>
                    <a:pt x="7433870" y="547389"/>
                  </a:lnTo>
                  <a:lnTo>
                    <a:pt x="7326910" y="527914"/>
                  </a:lnTo>
                  <a:lnTo>
                    <a:pt x="7216107" y="510415"/>
                  </a:lnTo>
                  <a:lnTo>
                    <a:pt x="7103822" y="494905"/>
                  </a:lnTo>
                  <a:lnTo>
                    <a:pt x="6993136" y="481422"/>
                  </a:lnTo>
                  <a:lnTo>
                    <a:pt x="6887676" y="470005"/>
                  </a:lnTo>
                  <a:lnTo>
                    <a:pt x="6791276" y="460666"/>
                  </a:lnTo>
                  <a:lnTo>
                    <a:pt x="6707496" y="453358"/>
                  </a:lnTo>
                  <a:lnTo>
                    <a:pt x="6639085" y="447956"/>
                  </a:lnTo>
                  <a:lnTo>
                    <a:pt x="6587495" y="444253"/>
                  </a:lnTo>
                  <a:lnTo>
                    <a:pt x="6552585" y="441966"/>
                  </a:lnTo>
                  <a:lnTo>
                    <a:pt x="6532547" y="440765"/>
                  </a:lnTo>
                  <a:lnTo>
                    <a:pt x="6524040" y="440297"/>
                  </a:lnTo>
                  <a:lnTo>
                    <a:pt x="6522390" y="440213"/>
                  </a:lnTo>
                  <a:lnTo>
                    <a:pt x="6522385" y="440213"/>
                  </a:lnTo>
                  <a:lnTo>
                    <a:pt x="5527445" y="440213"/>
                  </a:lnTo>
                  <a:lnTo>
                    <a:pt x="5526310" y="440204"/>
                  </a:lnTo>
                  <a:lnTo>
                    <a:pt x="5518821" y="440145"/>
                  </a:lnTo>
                  <a:lnTo>
                    <a:pt x="5499841" y="439979"/>
                  </a:lnTo>
                  <a:lnTo>
                    <a:pt x="5465657" y="439654"/>
                  </a:lnTo>
                  <a:lnTo>
                    <a:pt x="5414199" y="439116"/>
                  </a:lnTo>
                  <a:lnTo>
                    <a:pt x="5345196" y="438320"/>
                  </a:lnTo>
                  <a:lnTo>
                    <a:pt x="5260114" y="437235"/>
                  </a:lnTo>
                  <a:lnTo>
                    <a:pt x="5161837" y="435841"/>
                  </a:lnTo>
                  <a:lnTo>
                    <a:pt x="5054140" y="434129"/>
                  </a:lnTo>
                  <a:lnTo>
                    <a:pt x="4941094" y="432102"/>
                  </a:lnTo>
                  <a:lnTo>
                    <a:pt x="4826537" y="429765"/>
                  </a:lnTo>
                  <a:lnTo>
                    <a:pt x="4713701" y="427126"/>
                  </a:lnTo>
                  <a:lnTo>
                    <a:pt x="4605035" y="424185"/>
                  </a:lnTo>
                  <a:lnTo>
                    <a:pt x="4502180" y="420936"/>
                  </a:lnTo>
                  <a:lnTo>
                    <a:pt x="4406053" y="417364"/>
                  </a:lnTo>
                  <a:lnTo>
                    <a:pt x="4316983" y="413445"/>
                  </a:lnTo>
                  <a:lnTo>
                    <a:pt x="4234862" y="409144"/>
                  </a:lnTo>
                  <a:lnTo>
                    <a:pt x="4159272" y="404417"/>
                  </a:lnTo>
                  <a:lnTo>
                    <a:pt x="4089600" y="399212"/>
                  </a:lnTo>
                  <a:lnTo>
                    <a:pt x="4025122" y="393470"/>
                  </a:lnTo>
                  <a:lnTo>
                    <a:pt x="3965064" y="387133"/>
                  </a:lnTo>
                  <a:lnTo>
                    <a:pt x="3908651" y="380143"/>
                  </a:lnTo>
                  <a:lnTo>
                    <a:pt x="3855147" y="372457"/>
                  </a:lnTo>
                  <a:lnTo>
                    <a:pt x="3820202" y="366844"/>
                  </a:lnTo>
                  <a:lnTo>
                    <a:pt x="3759548" y="355958"/>
                  </a:lnTo>
                  <a:lnTo>
                    <a:pt x="3700767" y="343997"/>
                  </a:lnTo>
                  <a:lnTo>
                    <a:pt x="3643172" y="330942"/>
                  </a:lnTo>
                  <a:lnTo>
                    <a:pt x="3586256" y="316812"/>
                  </a:lnTo>
                  <a:lnTo>
                    <a:pt x="3529657" y="301662"/>
                  </a:lnTo>
                  <a:lnTo>
                    <a:pt x="3473137" y="285590"/>
                  </a:lnTo>
                  <a:lnTo>
                    <a:pt x="3416559" y="268733"/>
                  </a:lnTo>
                  <a:lnTo>
                    <a:pt x="3359870" y="251267"/>
                  </a:lnTo>
                  <a:lnTo>
                    <a:pt x="3303079" y="233399"/>
                  </a:lnTo>
                  <a:lnTo>
                    <a:pt x="3246238" y="215356"/>
                  </a:lnTo>
                  <a:lnTo>
                    <a:pt x="3189415" y="197375"/>
                  </a:lnTo>
                  <a:lnTo>
                    <a:pt x="3132673" y="179691"/>
                  </a:lnTo>
                  <a:lnTo>
                    <a:pt x="3076045" y="162522"/>
                  </a:lnTo>
                  <a:lnTo>
                    <a:pt x="3019509" y="146058"/>
                  </a:lnTo>
                  <a:lnTo>
                    <a:pt x="2962970" y="130457"/>
                  </a:lnTo>
                  <a:lnTo>
                    <a:pt x="2906241" y="115834"/>
                  </a:lnTo>
                  <a:lnTo>
                    <a:pt x="2849022" y="102265"/>
                  </a:lnTo>
                  <a:lnTo>
                    <a:pt x="2790876" y="89786"/>
                  </a:lnTo>
                  <a:lnTo>
                    <a:pt x="2731209" y="78395"/>
                  </a:lnTo>
                  <a:lnTo>
                    <a:pt x="2702183" y="73368"/>
                  </a:lnTo>
                  <a:lnTo>
                    <a:pt x="2650272" y="65201"/>
                  </a:lnTo>
                  <a:lnTo>
                    <a:pt x="2595907" y="57743"/>
                  </a:lnTo>
                  <a:lnTo>
                    <a:pt x="2538402" y="50968"/>
                  </a:lnTo>
                  <a:lnTo>
                    <a:pt x="2477006" y="44830"/>
                  </a:lnTo>
                  <a:lnTo>
                    <a:pt x="2410938" y="39268"/>
                  </a:lnTo>
                  <a:lnTo>
                    <a:pt x="2339434" y="34223"/>
                  </a:lnTo>
                  <a:lnTo>
                    <a:pt x="2261799" y="29638"/>
                  </a:lnTo>
                  <a:lnTo>
                    <a:pt x="2177471" y="25464"/>
                  </a:lnTo>
                  <a:lnTo>
                    <a:pt x="2086121" y="21661"/>
                  </a:lnTo>
                  <a:lnTo>
                    <a:pt x="1987765" y="18195"/>
                  </a:lnTo>
                  <a:lnTo>
                    <a:pt x="1882904" y="15047"/>
                  </a:lnTo>
                  <a:lnTo>
                    <a:pt x="1772678" y="12203"/>
                  </a:lnTo>
                  <a:lnTo>
                    <a:pt x="1658980" y="9661"/>
                  </a:lnTo>
                  <a:lnTo>
                    <a:pt x="1544523" y="7423"/>
                  </a:lnTo>
                  <a:lnTo>
                    <a:pt x="1432761" y="5497"/>
                  </a:lnTo>
                  <a:lnTo>
                    <a:pt x="1327658" y="3888"/>
                  </a:lnTo>
                  <a:lnTo>
                    <a:pt x="1233251" y="2594"/>
                  </a:lnTo>
                  <a:lnTo>
                    <a:pt x="1153094" y="1605"/>
                  </a:lnTo>
                  <a:lnTo>
                    <a:pt x="1089664" y="897"/>
                  </a:lnTo>
                  <a:lnTo>
                    <a:pt x="1043891" y="433"/>
                  </a:lnTo>
                  <a:lnTo>
                    <a:pt x="1014916" y="165"/>
                  </a:lnTo>
                  <a:lnTo>
                    <a:pt x="1000116" y="40"/>
                  </a:lnTo>
                  <a:lnTo>
                    <a:pt x="995299" y="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6" name="pg815"/>
            <p:cNvSpPr/>
            <p:nvPr/>
          </p:nvSpPr>
          <p:spPr>
            <a:xfrm>
              <a:off x="1199187" y="1718763"/>
              <a:ext cx="12049831" cy="4103416"/>
            </a:xfrm>
            <a:custGeom>
              <a:avLst/>
              <a:pathLst>
                <a:path w="12049831" h="4103416">
                  <a:moveTo>
                    <a:pt x="0" y="5240"/>
                  </a:moveTo>
                  <a:lnTo>
                    <a:pt x="994940" y="5240"/>
                  </a:lnTo>
                  <a:lnTo>
                    <a:pt x="996074" y="5249"/>
                  </a:lnTo>
                  <a:lnTo>
                    <a:pt x="1003562" y="5313"/>
                  </a:lnTo>
                  <a:lnTo>
                    <a:pt x="1022539" y="5490"/>
                  </a:lnTo>
                  <a:lnTo>
                    <a:pt x="1056717" y="5839"/>
                  </a:lnTo>
                  <a:lnTo>
                    <a:pt x="1108165" y="6416"/>
                  </a:lnTo>
                  <a:lnTo>
                    <a:pt x="1177157" y="7267"/>
                  </a:lnTo>
                  <a:lnTo>
                    <a:pt x="1262227" y="8430"/>
                  </a:lnTo>
                  <a:lnTo>
                    <a:pt x="1360492" y="9924"/>
                  </a:lnTo>
                  <a:lnTo>
                    <a:pt x="1468177" y="11758"/>
                  </a:lnTo>
                  <a:lnTo>
                    <a:pt x="1581213" y="13929"/>
                  </a:lnTo>
                  <a:lnTo>
                    <a:pt x="1695762" y="16432"/>
                  </a:lnTo>
                  <a:lnTo>
                    <a:pt x="1808593" y="19259"/>
                  </a:lnTo>
                  <a:lnTo>
                    <a:pt x="1917256" y="22410"/>
                  </a:lnTo>
                  <a:lnTo>
                    <a:pt x="2020110" y="25891"/>
                  </a:lnTo>
                  <a:lnTo>
                    <a:pt x="2116238" y="29717"/>
                  </a:lnTo>
                  <a:lnTo>
                    <a:pt x="2205308" y="33915"/>
                  </a:lnTo>
                  <a:lnTo>
                    <a:pt x="2287432" y="38522"/>
                  </a:lnTo>
                  <a:lnTo>
                    <a:pt x="2363024" y="43586"/>
                  </a:lnTo>
                  <a:lnTo>
                    <a:pt x="2432698" y="49162"/>
                  </a:lnTo>
                  <a:lnTo>
                    <a:pt x="2497178" y="55312"/>
                  </a:lnTo>
                  <a:lnTo>
                    <a:pt x="2557237" y="62101"/>
                  </a:lnTo>
                  <a:lnTo>
                    <a:pt x="2613651" y="69589"/>
                  </a:lnTo>
                  <a:lnTo>
                    <a:pt x="2667156" y="77822"/>
                  </a:lnTo>
                  <a:lnTo>
                    <a:pt x="2702183" y="83850"/>
                  </a:lnTo>
                  <a:lnTo>
                    <a:pt x="2762696" y="95484"/>
                  </a:lnTo>
                  <a:lnTo>
                    <a:pt x="2821342" y="108265"/>
                  </a:lnTo>
                  <a:lnTo>
                    <a:pt x="2878806" y="122212"/>
                  </a:lnTo>
                  <a:lnTo>
                    <a:pt x="2935591" y="137307"/>
                  </a:lnTo>
                  <a:lnTo>
                    <a:pt x="2992058" y="153489"/>
                  </a:lnTo>
                  <a:lnTo>
                    <a:pt x="3048444" y="170656"/>
                  </a:lnTo>
                  <a:lnTo>
                    <a:pt x="3104886" y="188663"/>
                  </a:lnTo>
                  <a:lnTo>
                    <a:pt x="3161439" y="207322"/>
                  </a:lnTo>
                  <a:lnTo>
                    <a:pt x="3218094" y="226415"/>
                  </a:lnTo>
                  <a:lnTo>
                    <a:pt x="3274800" y="245700"/>
                  </a:lnTo>
                  <a:lnTo>
                    <a:pt x="3331489" y="264924"/>
                  </a:lnTo>
                  <a:lnTo>
                    <a:pt x="3388099" y="283838"/>
                  </a:lnTo>
                  <a:lnTo>
                    <a:pt x="3444597" y="302209"/>
                  </a:lnTo>
                  <a:lnTo>
                    <a:pt x="3501001" y="319834"/>
                  </a:lnTo>
                  <a:lnTo>
                    <a:pt x="3557403" y="336544"/>
                  </a:lnTo>
                  <a:lnTo>
                    <a:pt x="3613985" y="352215"/>
                  </a:lnTo>
                  <a:lnTo>
                    <a:pt x="3671043" y="366763"/>
                  </a:lnTo>
                  <a:lnTo>
                    <a:pt x="3729002" y="380151"/>
                  </a:lnTo>
                  <a:lnTo>
                    <a:pt x="3788446" y="392377"/>
                  </a:lnTo>
                  <a:lnTo>
                    <a:pt x="3820202" y="398288"/>
                  </a:lnTo>
                  <a:lnTo>
                    <a:pt x="3872109" y="407038"/>
                  </a:lnTo>
                  <a:lnTo>
                    <a:pt x="3926470" y="415028"/>
                  </a:lnTo>
                  <a:lnTo>
                    <a:pt x="3983970" y="422286"/>
                  </a:lnTo>
                  <a:lnTo>
                    <a:pt x="4045362" y="428863"/>
                  </a:lnTo>
                  <a:lnTo>
                    <a:pt x="4111424" y="434822"/>
                  </a:lnTo>
                  <a:lnTo>
                    <a:pt x="4182920" y="440228"/>
                  </a:lnTo>
                  <a:lnTo>
                    <a:pt x="4260548" y="445139"/>
                  </a:lnTo>
                  <a:lnTo>
                    <a:pt x="4344866" y="449611"/>
                  </a:lnTo>
                  <a:lnTo>
                    <a:pt x="4436205" y="453686"/>
                  </a:lnTo>
                  <a:lnTo>
                    <a:pt x="4534551" y="457399"/>
                  </a:lnTo>
                  <a:lnTo>
                    <a:pt x="4639400" y="460773"/>
                  </a:lnTo>
                  <a:lnTo>
                    <a:pt x="4749615" y="463820"/>
                  </a:lnTo>
                  <a:lnTo>
                    <a:pt x="4863303" y="466544"/>
                  </a:lnTo>
                  <a:lnTo>
                    <a:pt x="4977754" y="468941"/>
                  </a:lnTo>
                  <a:lnTo>
                    <a:pt x="5089512" y="471005"/>
                  </a:lnTo>
                  <a:lnTo>
                    <a:pt x="5194618" y="472729"/>
                  </a:lnTo>
                  <a:lnTo>
                    <a:pt x="5289032" y="474116"/>
                  </a:lnTo>
                  <a:lnTo>
                    <a:pt x="5369202" y="475176"/>
                  </a:lnTo>
                  <a:lnTo>
                    <a:pt x="5432650" y="475935"/>
                  </a:lnTo>
                  <a:lnTo>
                    <a:pt x="5478444" y="476432"/>
                  </a:lnTo>
                  <a:lnTo>
                    <a:pt x="5507439" y="476720"/>
                  </a:lnTo>
                  <a:lnTo>
                    <a:pt x="5522255" y="476854"/>
                  </a:lnTo>
                  <a:lnTo>
                    <a:pt x="5527083" y="476894"/>
                  </a:lnTo>
                  <a:lnTo>
                    <a:pt x="5527445" y="476897"/>
                  </a:lnTo>
                  <a:lnTo>
                    <a:pt x="6522385" y="476897"/>
                  </a:lnTo>
                  <a:lnTo>
                    <a:pt x="6523427" y="476961"/>
                  </a:lnTo>
                  <a:lnTo>
                    <a:pt x="6530313" y="477412"/>
                  </a:lnTo>
                  <a:lnTo>
                    <a:pt x="6547804" y="478658"/>
                  </a:lnTo>
                  <a:lnTo>
                    <a:pt x="6579405" y="481115"/>
                  </a:lnTo>
                  <a:lnTo>
                    <a:pt x="6627172" y="485179"/>
                  </a:lnTo>
                  <a:lnTo>
                    <a:pt x="6691571" y="491197"/>
                  </a:lnTo>
                  <a:lnTo>
                    <a:pt x="6771492" y="499433"/>
                  </a:lnTo>
                  <a:lnTo>
                    <a:pt x="6864498" y="510053"/>
                  </a:lnTo>
                  <a:lnTo>
                    <a:pt x="6967255" y="523133"/>
                  </a:lnTo>
                  <a:lnTo>
                    <a:pt x="7076045" y="538672"/>
                  </a:lnTo>
                  <a:lnTo>
                    <a:pt x="7187249" y="556629"/>
                  </a:lnTo>
                  <a:lnTo>
                    <a:pt x="7297712" y="576955"/>
                  </a:lnTo>
                  <a:lnTo>
                    <a:pt x="7404943" y="599625"/>
                  </a:lnTo>
                  <a:lnTo>
                    <a:pt x="7507179" y="624661"/>
                  </a:lnTo>
                  <a:lnTo>
                    <a:pt x="7603337" y="652149"/>
                  </a:lnTo>
                  <a:lnTo>
                    <a:pt x="7692908" y="682245"/>
                  </a:lnTo>
                  <a:lnTo>
                    <a:pt x="7775831" y="715178"/>
                  </a:lnTo>
                  <a:lnTo>
                    <a:pt x="7852370" y="751247"/>
                  </a:lnTo>
                  <a:lnTo>
                    <a:pt x="7923008" y="790816"/>
                  </a:lnTo>
                  <a:lnTo>
                    <a:pt x="7988365" y="834303"/>
                  </a:lnTo>
                  <a:lnTo>
                    <a:pt x="8049129" y="882156"/>
                  </a:lnTo>
                  <a:lnTo>
                    <a:pt x="8106017" y="934825"/>
                  </a:lnTo>
                  <a:lnTo>
                    <a:pt x="8159729" y="992709"/>
                  </a:lnTo>
                  <a:lnTo>
                    <a:pt x="8210919" y="1056069"/>
                  </a:lnTo>
                  <a:lnTo>
                    <a:pt x="8229629" y="1081317"/>
                  </a:lnTo>
                  <a:lnTo>
                    <a:pt x="8269836" y="1139409"/>
                  </a:lnTo>
                  <a:lnTo>
                    <a:pt x="8309111" y="1201308"/>
                  </a:lnTo>
                  <a:lnTo>
                    <a:pt x="8347683" y="1267089"/>
                  </a:lnTo>
                  <a:lnTo>
                    <a:pt x="8385738" y="1336784"/>
                  </a:lnTo>
                  <a:lnTo>
                    <a:pt x="8423429" y="1410369"/>
                  </a:lnTo>
                  <a:lnTo>
                    <a:pt x="8460880" y="1487761"/>
                  </a:lnTo>
                  <a:lnTo>
                    <a:pt x="8498190" y="1568817"/>
                  </a:lnTo>
                  <a:lnTo>
                    <a:pt x="8535433" y="1653331"/>
                  </a:lnTo>
                  <a:lnTo>
                    <a:pt x="8572664" y="1741030"/>
                  </a:lnTo>
                  <a:lnTo>
                    <a:pt x="8609920" y="1831581"/>
                  </a:lnTo>
                  <a:lnTo>
                    <a:pt x="8647219" y="1924588"/>
                  </a:lnTo>
                  <a:lnTo>
                    <a:pt x="8684569" y="2019605"/>
                  </a:lnTo>
                  <a:lnTo>
                    <a:pt x="8721965" y="2116139"/>
                  </a:lnTo>
                  <a:lnTo>
                    <a:pt x="8759395" y="2213662"/>
                  </a:lnTo>
                  <a:lnTo>
                    <a:pt x="8796841" y="2311623"/>
                  </a:lnTo>
                  <a:lnTo>
                    <a:pt x="8834282" y="2409461"/>
                  </a:lnTo>
                  <a:lnTo>
                    <a:pt x="8871699" y="2506617"/>
                  </a:lnTo>
                  <a:lnTo>
                    <a:pt x="8909076" y="2602550"/>
                  </a:lnTo>
                  <a:lnTo>
                    <a:pt x="8946404" y="2696744"/>
                  </a:lnTo>
                  <a:lnTo>
                    <a:pt x="8983682" y="2788727"/>
                  </a:lnTo>
                  <a:lnTo>
                    <a:pt x="9020923" y="2878074"/>
                  </a:lnTo>
                  <a:lnTo>
                    <a:pt x="9058154" y="2964415"/>
                  </a:lnTo>
                  <a:lnTo>
                    <a:pt x="9095419" y="3047444"/>
                  </a:lnTo>
                  <a:lnTo>
                    <a:pt x="9132780" y="3126917"/>
                  </a:lnTo>
                  <a:lnTo>
                    <a:pt x="9170323" y="3202655"/>
                  </a:lnTo>
                  <a:lnTo>
                    <a:pt x="9208156" y="3274542"/>
                  </a:lnTo>
                  <a:lnTo>
                    <a:pt x="9246417" y="3342522"/>
                  </a:lnTo>
                  <a:lnTo>
                    <a:pt x="9285272" y="3406596"/>
                  </a:lnTo>
                  <a:lnTo>
                    <a:pt x="9324925" y="3466815"/>
                  </a:lnTo>
                  <a:lnTo>
                    <a:pt x="9347647" y="3498996"/>
                  </a:lnTo>
                  <a:lnTo>
                    <a:pt x="9398041" y="3564435"/>
                  </a:lnTo>
                  <a:lnTo>
                    <a:pt x="9450732" y="3624358"/>
                  </a:lnTo>
                  <a:lnTo>
                    <a:pt x="9506345" y="3678946"/>
                  </a:lnTo>
                  <a:lnTo>
                    <a:pt x="9565569" y="3728558"/>
                  </a:lnTo>
                  <a:lnTo>
                    <a:pt x="9629116" y="3773633"/>
                  </a:lnTo>
                  <a:lnTo>
                    <a:pt x="9697691" y="3814623"/>
                  </a:lnTo>
                  <a:lnTo>
                    <a:pt x="9771946" y="3851962"/>
                  </a:lnTo>
                  <a:lnTo>
                    <a:pt x="9852424" y="3886035"/>
                  </a:lnTo>
                  <a:lnTo>
                    <a:pt x="9939483" y="3917167"/>
                  </a:lnTo>
                  <a:lnTo>
                    <a:pt x="10033198" y="3945613"/>
                  </a:lnTo>
                  <a:lnTo>
                    <a:pt x="10133242" y="3971557"/>
                  </a:lnTo>
                  <a:lnTo>
                    <a:pt x="10238764" y="3995111"/>
                  </a:lnTo>
                  <a:lnTo>
                    <a:pt x="10348265" y="4016319"/>
                  </a:lnTo>
                  <a:lnTo>
                    <a:pt x="10459528" y="4035171"/>
                  </a:lnTo>
                  <a:lnTo>
                    <a:pt x="10569631" y="4051625"/>
                  </a:lnTo>
                  <a:lnTo>
                    <a:pt x="10675096" y="4065633"/>
                  </a:lnTo>
                  <a:lnTo>
                    <a:pt x="10772191" y="4077173"/>
                  </a:lnTo>
                  <a:lnTo>
                    <a:pt x="10857376" y="4086291"/>
                  </a:lnTo>
                  <a:lnTo>
                    <a:pt x="10927819" y="4093117"/>
                  </a:lnTo>
                  <a:lnTo>
                    <a:pt x="10981872" y="4097879"/>
                  </a:lnTo>
                  <a:lnTo>
                    <a:pt x="11019392" y="4100896"/>
                  </a:lnTo>
                  <a:lnTo>
                    <a:pt x="11041850" y="4102549"/>
                  </a:lnTo>
                  <a:lnTo>
                    <a:pt x="11052228" y="4103250"/>
                  </a:lnTo>
                  <a:lnTo>
                    <a:pt x="11054891" y="4103416"/>
                  </a:lnTo>
                  <a:lnTo>
                    <a:pt x="12049831" y="4103416"/>
                  </a:lnTo>
                  <a:lnTo>
                    <a:pt x="12049831" y="4098175"/>
                  </a:lnTo>
                  <a:lnTo>
                    <a:pt x="11054891" y="4098175"/>
                  </a:lnTo>
                  <a:lnTo>
                    <a:pt x="11053849" y="4098112"/>
                  </a:lnTo>
                  <a:lnTo>
                    <a:pt x="11046963" y="4097661"/>
                  </a:lnTo>
                  <a:lnTo>
                    <a:pt x="11029472" y="4096415"/>
                  </a:lnTo>
                  <a:lnTo>
                    <a:pt x="10997872" y="4093958"/>
                  </a:lnTo>
                  <a:lnTo>
                    <a:pt x="10950104" y="4089893"/>
                  </a:lnTo>
                  <a:lnTo>
                    <a:pt x="10885706" y="4083875"/>
                  </a:lnTo>
                  <a:lnTo>
                    <a:pt x="10805785" y="4075640"/>
                  </a:lnTo>
                  <a:lnTo>
                    <a:pt x="10712778" y="4065019"/>
                  </a:lnTo>
                  <a:lnTo>
                    <a:pt x="10610021" y="4051939"/>
                  </a:lnTo>
                  <a:lnTo>
                    <a:pt x="10501232" y="4036400"/>
                  </a:lnTo>
                  <a:lnTo>
                    <a:pt x="10390027" y="4018444"/>
                  </a:lnTo>
                  <a:lnTo>
                    <a:pt x="10279565" y="3998118"/>
                  </a:lnTo>
                  <a:lnTo>
                    <a:pt x="10172334" y="3975448"/>
                  </a:lnTo>
                  <a:lnTo>
                    <a:pt x="10070098" y="3950411"/>
                  </a:lnTo>
                  <a:lnTo>
                    <a:pt x="9973940" y="3922923"/>
                  </a:lnTo>
                  <a:lnTo>
                    <a:pt x="9884369" y="3892827"/>
                  </a:lnTo>
                  <a:lnTo>
                    <a:pt x="9801446" y="3859895"/>
                  </a:lnTo>
                  <a:lnTo>
                    <a:pt x="9724907" y="3823826"/>
                  </a:lnTo>
                  <a:lnTo>
                    <a:pt x="9654268" y="3784256"/>
                  </a:lnTo>
                  <a:lnTo>
                    <a:pt x="9588912" y="3740770"/>
                  </a:lnTo>
                  <a:lnTo>
                    <a:pt x="9528147" y="3692917"/>
                  </a:lnTo>
                  <a:lnTo>
                    <a:pt x="9471260" y="3640247"/>
                  </a:lnTo>
                  <a:lnTo>
                    <a:pt x="9417547" y="3582364"/>
                  </a:lnTo>
                  <a:lnTo>
                    <a:pt x="9366358" y="3519003"/>
                  </a:lnTo>
                  <a:lnTo>
                    <a:pt x="9347647" y="3493756"/>
                  </a:lnTo>
                  <a:lnTo>
                    <a:pt x="9307441" y="3435663"/>
                  </a:lnTo>
                  <a:lnTo>
                    <a:pt x="9268165" y="3373765"/>
                  </a:lnTo>
                  <a:lnTo>
                    <a:pt x="9229593" y="3307983"/>
                  </a:lnTo>
                  <a:lnTo>
                    <a:pt x="9191539" y="3238288"/>
                  </a:lnTo>
                  <a:lnTo>
                    <a:pt x="9153848" y="3164704"/>
                  </a:lnTo>
                  <a:lnTo>
                    <a:pt x="9116397" y="3087312"/>
                  </a:lnTo>
                  <a:lnTo>
                    <a:pt x="9079087" y="3006255"/>
                  </a:lnTo>
                  <a:lnTo>
                    <a:pt x="9041843" y="2921742"/>
                  </a:lnTo>
                  <a:lnTo>
                    <a:pt x="9004612" y="2834042"/>
                  </a:lnTo>
                  <a:lnTo>
                    <a:pt x="8967357" y="2743492"/>
                  </a:lnTo>
                  <a:lnTo>
                    <a:pt x="8930058" y="2650485"/>
                  </a:lnTo>
                  <a:lnTo>
                    <a:pt x="8892708" y="2555468"/>
                  </a:lnTo>
                  <a:lnTo>
                    <a:pt x="8855311" y="2458934"/>
                  </a:lnTo>
                  <a:lnTo>
                    <a:pt x="8817882" y="2361411"/>
                  </a:lnTo>
                  <a:lnTo>
                    <a:pt x="8780436" y="2263450"/>
                  </a:lnTo>
                  <a:lnTo>
                    <a:pt x="8742995" y="2165612"/>
                  </a:lnTo>
                  <a:lnTo>
                    <a:pt x="8705578" y="2068455"/>
                  </a:lnTo>
                  <a:lnTo>
                    <a:pt x="8668201" y="1972523"/>
                  </a:lnTo>
                  <a:lnTo>
                    <a:pt x="8630873" y="1878328"/>
                  </a:lnTo>
                  <a:lnTo>
                    <a:pt x="8593595" y="1786345"/>
                  </a:lnTo>
                  <a:lnTo>
                    <a:pt x="8556353" y="1696999"/>
                  </a:lnTo>
                  <a:lnTo>
                    <a:pt x="8519122" y="1610657"/>
                  </a:lnTo>
                  <a:lnTo>
                    <a:pt x="8481857" y="1527628"/>
                  </a:lnTo>
                  <a:lnTo>
                    <a:pt x="8444496" y="1448156"/>
                  </a:lnTo>
                  <a:lnTo>
                    <a:pt x="8406953" y="1372418"/>
                  </a:lnTo>
                  <a:lnTo>
                    <a:pt x="8369120" y="1300531"/>
                  </a:lnTo>
                  <a:lnTo>
                    <a:pt x="8330860" y="1232550"/>
                  </a:lnTo>
                  <a:lnTo>
                    <a:pt x="8292005" y="1168476"/>
                  </a:lnTo>
                  <a:lnTo>
                    <a:pt x="8252352" y="1108258"/>
                  </a:lnTo>
                  <a:lnTo>
                    <a:pt x="8229629" y="1076076"/>
                  </a:lnTo>
                  <a:lnTo>
                    <a:pt x="8179236" y="1010637"/>
                  </a:lnTo>
                  <a:lnTo>
                    <a:pt x="8126545" y="950715"/>
                  </a:lnTo>
                  <a:lnTo>
                    <a:pt x="8070931" y="896127"/>
                  </a:lnTo>
                  <a:lnTo>
                    <a:pt x="8011708" y="846514"/>
                  </a:lnTo>
                  <a:lnTo>
                    <a:pt x="7948161" y="801440"/>
                  </a:lnTo>
                  <a:lnTo>
                    <a:pt x="7879586" y="760449"/>
                  </a:lnTo>
                  <a:lnTo>
                    <a:pt x="7805331" y="723110"/>
                  </a:lnTo>
                  <a:lnTo>
                    <a:pt x="7724852" y="689037"/>
                  </a:lnTo>
                  <a:lnTo>
                    <a:pt x="7637793" y="657906"/>
                  </a:lnTo>
                  <a:lnTo>
                    <a:pt x="7544079" y="629460"/>
                  </a:lnTo>
                  <a:lnTo>
                    <a:pt x="7444034" y="603515"/>
                  </a:lnTo>
                  <a:lnTo>
                    <a:pt x="7338512" y="579961"/>
                  </a:lnTo>
                  <a:lnTo>
                    <a:pt x="7229012" y="558754"/>
                  </a:lnTo>
                  <a:lnTo>
                    <a:pt x="7117749" y="539901"/>
                  </a:lnTo>
                  <a:lnTo>
                    <a:pt x="7007646" y="523447"/>
                  </a:lnTo>
                  <a:lnTo>
                    <a:pt x="6902180" y="509440"/>
                  </a:lnTo>
                  <a:lnTo>
                    <a:pt x="6805085" y="497899"/>
                  </a:lnTo>
                  <a:lnTo>
                    <a:pt x="6719900" y="488781"/>
                  </a:lnTo>
                  <a:lnTo>
                    <a:pt x="6649458" y="481956"/>
                  </a:lnTo>
                  <a:lnTo>
                    <a:pt x="6595405" y="477193"/>
                  </a:lnTo>
                  <a:lnTo>
                    <a:pt x="6557884" y="474177"/>
                  </a:lnTo>
                  <a:lnTo>
                    <a:pt x="6535427" y="472524"/>
                  </a:lnTo>
                  <a:lnTo>
                    <a:pt x="6525048" y="471823"/>
                  </a:lnTo>
                  <a:lnTo>
                    <a:pt x="6522385" y="471657"/>
                  </a:lnTo>
                  <a:lnTo>
                    <a:pt x="5527445" y="471657"/>
                  </a:lnTo>
                  <a:lnTo>
                    <a:pt x="5526311" y="471648"/>
                  </a:lnTo>
                  <a:lnTo>
                    <a:pt x="5518822" y="471584"/>
                  </a:lnTo>
                  <a:lnTo>
                    <a:pt x="5499846" y="471407"/>
                  </a:lnTo>
                  <a:lnTo>
                    <a:pt x="5465668" y="471058"/>
                  </a:lnTo>
                  <a:lnTo>
                    <a:pt x="5414220" y="470481"/>
                  </a:lnTo>
                  <a:lnTo>
                    <a:pt x="5345228" y="469629"/>
                  </a:lnTo>
                  <a:lnTo>
                    <a:pt x="5260158" y="468467"/>
                  </a:lnTo>
                  <a:lnTo>
                    <a:pt x="5161893" y="466973"/>
                  </a:lnTo>
                  <a:lnTo>
                    <a:pt x="5054208" y="465139"/>
                  </a:lnTo>
                  <a:lnTo>
                    <a:pt x="4941172" y="462968"/>
                  </a:lnTo>
                  <a:lnTo>
                    <a:pt x="4826623" y="460465"/>
                  </a:lnTo>
                  <a:lnTo>
                    <a:pt x="4713792" y="457637"/>
                  </a:lnTo>
                  <a:lnTo>
                    <a:pt x="4605129" y="454486"/>
                  </a:lnTo>
                  <a:lnTo>
                    <a:pt x="4502275" y="451006"/>
                  </a:lnTo>
                  <a:lnTo>
                    <a:pt x="4406147" y="447180"/>
                  </a:lnTo>
                  <a:lnTo>
                    <a:pt x="4317077" y="442982"/>
                  </a:lnTo>
                  <a:lnTo>
                    <a:pt x="4234953" y="438374"/>
                  </a:lnTo>
                  <a:lnTo>
                    <a:pt x="4159361" y="433310"/>
                  </a:lnTo>
                  <a:lnTo>
                    <a:pt x="4089687" y="427734"/>
                  </a:lnTo>
                  <a:lnTo>
                    <a:pt x="4025207" y="421584"/>
                  </a:lnTo>
                  <a:lnTo>
                    <a:pt x="3965148" y="414796"/>
                  </a:lnTo>
                  <a:lnTo>
                    <a:pt x="3908734" y="407308"/>
                  </a:lnTo>
                  <a:lnTo>
                    <a:pt x="3855229" y="399075"/>
                  </a:lnTo>
                  <a:lnTo>
                    <a:pt x="3820202" y="393047"/>
                  </a:lnTo>
                  <a:lnTo>
                    <a:pt x="3759689" y="381413"/>
                  </a:lnTo>
                  <a:lnTo>
                    <a:pt x="3701043" y="368631"/>
                  </a:lnTo>
                  <a:lnTo>
                    <a:pt x="3643579" y="354684"/>
                  </a:lnTo>
                  <a:lnTo>
                    <a:pt x="3586794" y="339590"/>
                  </a:lnTo>
                  <a:lnTo>
                    <a:pt x="3530327" y="323408"/>
                  </a:lnTo>
                  <a:lnTo>
                    <a:pt x="3473941" y="306240"/>
                  </a:lnTo>
                  <a:lnTo>
                    <a:pt x="3417499" y="288234"/>
                  </a:lnTo>
                  <a:lnTo>
                    <a:pt x="3360946" y="269574"/>
                  </a:lnTo>
                  <a:lnTo>
                    <a:pt x="3304291" y="250481"/>
                  </a:lnTo>
                  <a:lnTo>
                    <a:pt x="3247585" y="231197"/>
                  </a:lnTo>
                  <a:lnTo>
                    <a:pt x="3190896" y="211973"/>
                  </a:lnTo>
                  <a:lnTo>
                    <a:pt x="3134286" y="193059"/>
                  </a:lnTo>
                  <a:lnTo>
                    <a:pt x="3077788" y="174687"/>
                  </a:lnTo>
                  <a:lnTo>
                    <a:pt x="3021384" y="157063"/>
                  </a:lnTo>
                  <a:lnTo>
                    <a:pt x="2964982" y="140352"/>
                  </a:lnTo>
                  <a:lnTo>
                    <a:pt x="2908400" y="124682"/>
                  </a:lnTo>
                  <a:lnTo>
                    <a:pt x="2851342" y="110134"/>
                  </a:lnTo>
                  <a:lnTo>
                    <a:pt x="2793383" y="96746"/>
                  </a:lnTo>
                  <a:lnTo>
                    <a:pt x="2733939" y="84519"/>
                  </a:lnTo>
                  <a:lnTo>
                    <a:pt x="2702183" y="78609"/>
                  </a:lnTo>
                  <a:lnTo>
                    <a:pt x="2650276" y="69859"/>
                  </a:lnTo>
                  <a:lnTo>
                    <a:pt x="2595915" y="61868"/>
                  </a:lnTo>
                  <a:lnTo>
                    <a:pt x="2538415" y="54610"/>
                  </a:lnTo>
                  <a:lnTo>
                    <a:pt x="2477023" y="48033"/>
                  </a:lnTo>
                  <a:lnTo>
                    <a:pt x="2410961" y="42074"/>
                  </a:lnTo>
                  <a:lnTo>
                    <a:pt x="2339465" y="36669"/>
                  </a:lnTo>
                  <a:lnTo>
                    <a:pt x="2261837" y="31757"/>
                  </a:lnTo>
                  <a:lnTo>
                    <a:pt x="2177519" y="27286"/>
                  </a:lnTo>
                  <a:lnTo>
                    <a:pt x="2086180" y="23210"/>
                  </a:lnTo>
                  <a:lnTo>
                    <a:pt x="1987834" y="19497"/>
                  </a:lnTo>
                  <a:lnTo>
                    <a:pt x="1882985" y="16124"/>
                  </a:lnTo>
                  <a:lnTo>
                    <a:pt x="1772770" y="13077"/>
                  </a:lnTo>
                  <a:lnTo>
                    <a:pt x="1659082" y="10353"/>
                  </a:lnTo>
                  <a:lnTo>
                    <a:pt x="1544631" y="7956"/>
                  </a:lnTo>
                  <a:lnTo>
                    <a:pt x="1432873" y="5892"/>
                  </a:lnTo>
                  <a:lnTo>
                    <a:pt x="1327767" y="4167"/>
                  </a:lnTo>
                  <a:lnTo>
                    <a:pt x="1233353" y="2781"/>
                  </a:lnTo>
                  <a:lnTo>
                    <a:pt x="1153183" y="1721"/>
                  </a:lnTo>
                  <a:lnTo>
                    <a:pt x="1089735" y="962"/>
                  </a:lnTo>
                  <a:lnTo>
                    <a:pt x="1043941" y="464"/>
                  </a:lnTo>
                  <a:lnTo>
                    <a:pt x="1014946" y="177"/>
                  </a:lnTo>
                  <a:lnTo>
                    <a:pt x="1000130" y="43"/>
                  </a:lnTo>
                  <a:lnTo>
                    <a:pt x="995302" y="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17" name="pl816"/>
            <p:cNvSpPr/>
            <p:nvPr/>
          </p:nvSpPr>
          <p:spPr>
            <a:xfrm>
              <a:off x="1199187" y="1724004"/>
              <a:ext cx="12049831" cy="4098175"/>
            </a:xfrm>
            <a:custGeom>
              <a:avLst/>
              <a:pathLst>
                <a:path w="12049831" h="4098175">
                  <a:moveTo>
                    <a:pt x="0" y="0"/>
                  </a:moveTo>
                  <a:lnTo>
                    <a:pt x="994940" y="0"/>
                  </a:lnTo>
                  <a:lnTo>
                    <a:pt x="996074" y="8"/>
                  </a:lnTo>
                  <a:lnTo>
                    <a:pt x="1003562" y="73"/>
                  </a:lnTo>
                  <a:lnTo>
                    <a:pt x="1022539" y="250"/>
                  </a:lnTo>
                  <a:lnTo>
                    <a:pt x="1056717" y="598"/>
                  </a:lnTo>
                  <a:lnTo>
                    <a:pt x="1108165" y="1175"/>
                  </a:lnTo>
                  <a:lnTo>
                    <a:pt x="1177157" y="2027"/>
                  </a:lnTo>
                  <a:lnTo>
                    <a:pt x="1262227" y="3189"/>
                  </a:lnTo>
                  <a:lnTo>
                    <a:pt x="1360492" y="4683"/>
                  </a:lnTo>
                  <a:lnTo>
                    <a:pt x="1468177" y="6517"/>
                  </a:lnTo>
                  <a:lnTo>
                    <a:pt x="1581213" y="8688"/>
                  </a:lnTo>
                  <a:lnTo>
                    <a:pt x="1695762" y="11191"/>
                  </a:lnTo>
                  <a:lnTo>
                    <a:pt x="1808593" y="14019"/>
                  </a:lnTo>
                  <a:lnTo>
                    <a:pt x="1917256" y="17170"/>
                  </a:lnTo>
                  <a:lnTo>
                    <a:pt x="2020110" y="20650"/>
                  </a:lnTo>
                  <a:lnTo>
                    <a:pt x="2116238" y="24476"/>
                  </a:lnTo>
                  <a:lnTo>
                    <a:pt x="2205308" y="28674"/>
                  </a:lnTo>
                  <a:lnTo>
                    <a:pt x="2287432" y="33282"/>
                  </a:lnTo>
                  <a:lnTo>
                    <a:pt x="2363024" y="38346"/>
                  </a:lnTo>
                  <a:lnTo>
                    <a:pt x="2432698" y="43922"/>
                  </a:lnTo>
                  <a:lnTo>
                    <a:pt x="2497178" y="50072"/>
                  </a:lnTo>
                  <a:lnTo>
                    <a:pt x="2557237" y="56861"/>
                  </a:lnTo>
                  <a:lnTo>
                    <a:pt x="2613651" y="64348"/>
                  </a:lnTo>
                  <a:lnTo>
                    <a:pt x="2667156" y="72581"/>
                  </a:lnTo>
                  <a:lnTo>
                    <a:pt x="2702183" y="78609"/>
                  </a:lnTo>
                  <a:lnTo>
                    <a:pt x="2762696" y="90243"/>
                  </a:lnTo>
                  <a:lnTo>
                    <a:pt x="2821342" y="103025"/>
                  </a:lnTo>
                  <a:lnTo>
                    <a:pt x="2878806" y="116972"/>
                  </a:lnTo>
                  <a:lnTo>
                    <a:pt x="2935591" y="132066"/>
                  </a:lnTo>
                  <a:lnTo>
                    <a:pt x="2992058" y="148248"/>
                  </a:lnTo>
                  <a:lnTo>
                    <a:pt x="3048444" y="165416"/>
                  </a:lnTo>
                  <a:lnTo>
                    <a:pt x="3104886" y="183422"/>
                  </a:lnTo>
                  <a:lnTo>
                    <a:pt x="3161439" y="202082"/>
                  </a:lnTo>
                  <a:lnTo>
                    <a:pt x="3218094" y="221175"/>
                  </a:lnTo>
                  <a:lnTo>
                    <a:pt x="3274800" y="240459"/>
                  </a:lnTo>
                  <a:lnTo>
                    <a:pt x="3331489" y="259683"/>
                  </a:lnTo>
                  <a:lnTo>
                    <a:pt x="3388099" y="278597"/>
                  </a:lnTo>
                  <a:lnTo>
                    <a:pt x="3444597" y="296969"/>
                  </a:lnTo>
                  <a:lnTo>
                    <a:pt x="3501001" y="314593"/>
                  </a:lnTo>
                  <a:lnTo>
                    <a:pt x="3557403" y="331304"/>
                  </a:lnTo>
                  <a:lnTo>
                    <a:pt x="3613985" y="346974"/>
                  </a:lnTo>
                  <a:lnTo>
                    <a:pt x="3671043" y="361523"/>
                  </a:lnTo>
                  <a:lnTo>
                    <a:pt x="3729002" y="374910"/>
                  </a:lnTo>
                  <a:lnTo>
                    <a:pt x="3788446" y="387137"/>
                  </a:lnTo>
                  <a:lnTo>
                    <a:pt x="3820202" y="393047"/>
                  </a:lnTo>
                  <a:lnTo>
                    <a:pt x="3872109" y="401797"/>
                  </a:lnTo>
                  <a:lnTo>
                    <a:pt x="3926470" y="409788"/>
                  </a:lnTo>
                  <a:lnTo>
                    <a:pt x="3983970" y="417046"/>
                  </a:lnTo>
                  <a:lnTo>
                    <a:pt x="4045362" y="423623"/>
                  </a:lnTo>
                  <a:lnTo>
                    <a:pt x="4111424" y="429582"/>
                  </a:lnTo>
                  <a:lnTo>
                    <a:pt x="4182920" y="434987"/>
                  </a:lnTo>
                  <a:lnTo>
                    <a:pt x="4260548" y="439899"/>
                  </a:lnTo>
                  <a:lnTo>
                    <a:pt x="4344866" y="444370"/>
                  </a:lnTo>
                  <a:lnTo>
                    <a:pt x="4436205" y="448446"/>
                  </a:lnTo>
                  <a:lnTo>
                    <a:pt x="4534551" y="452159"/>
                  </a:lnTo>
                  <a:lnTo>
                    <a:pt x="4639400" y="455532"/>
                  </a:lnTo>
                  <a:lnTo>
                    <a:pt x="4749615" y="458579"/>
                  </a:lnTo>
                  <a:lnTo>
                    <a:pt x="4863303" y="461303"/>
                  </a:lnTo>
                  <a:lnTo>
                    <a:pt x="4977754" y="463700"/>
                  </a:lnTo>
                  <a:lnTo>
                    <a:pt x="5089512" y="465764"/>
                  </a:lnTo>
                  <a:lnTo>
                    <a:pt x="5194618" y="467489"/>
                  </a:lnTo>
                  <a:lnTo>
                    <a:pt x="5289032" y="468875"/>
                  </a:lnTo>
                  <a:lnTo>
                    <a:pt x="5369202" y="469935"/>
                  </a:lnTo>
                  <a:lnTo>
                    <a:pt x="5432650" y="470694"/>
                  </a:lnTo>
                  <a:lnTo>
                    <a:pt x="5478444" y="471192"/>
                  </a:lnTo>
                  <a:lnTo>
                    <a:pt x="5507439" y="471479"/>
                  </a:lnTo>
                  <a:lnTo>
                    <a:pt x="5522255" y="471614"/>
                  </a:lnTo>
                  <a:lnTo>
                    <a:pt x="5527083" y="471654"/>
                  </a:lnTo>
                  <a:lnTo>
                    <a:pt x="5527445" y="471657"/>
                  </a:lnTo>
                  <a:lnTo>
                    <a:pt x="6522385" y="471657"/>
                  </a:lnTo>
                  <a:lnTo>
                    <a:pt x="6523427" y="471720"/>
                  </a:lnTo>
                  <a:lnTo>
                    <a:pt x="6530313" y="472171"/>
                  </a:lnTo>
                  <a:lnTo>
                    <a:pt x="6547804" y="473417"/>
                  </a:lnTo>
                  <a:lnTo>
                    <a:pt x="6579405" y="475874"/>
                  </a:lnTo>
                  <a:lnTo>
                    <a:pt x="6627172" y="479939"/>
                  </a:lnTo>
                  <a:lnTo>
                    <a:pt x="6691571" y="485957"/>
                  </a:lnTo>
                  <a:lnTo>
                    <a:pt x="6771492" y="494192"/>
                  </a:lnTo>
                  <a:lnTo>
                    <a:pt x="6864498" y="504813"/>
                  </a:lnTo>
                  <a:lnTo>
                    <a:pt x="6967255" y="517892"/>
                  </a:lnTo>
                  <a:lnTo>
                    <a:pt x="7076045" y="533431"/>
                  </a:lnTo>
                  <a:lnTo>
                    <a:pt x="7187249" y="551388"/>
                  </a:lnTo>
                  <a:lnTo>
                    <a:pt x="7297712" y="571714"/>
                  </a:lnTo>
                  <a:lnTo>
                    <a:pt x="7404943" y="594384"/>
                  </a:lnTo>
                  <a:lnTo>
                    <a:pt x="7507179" y="619421"/>
                  </a:lnTo>
                  <a:lnTo>
                    <a:pt x="7603337" y="646909"/>
                  </a:lnTo>
                  <a:lnTo>
                    <a:pt x="7692908" y="677005"/>
                  </a:lnTo>
                  <a:lnTo>
                    <a:pt x="7775831" y="709937"/>
                  </a:lnTo>
                  <a:lnTo>
                    <a:pt x="7852370" y="746006"/>
                  </a:lnTo>
                  <a:lnTo>
                    <a:pt x="7923008" y="785575"/>
                  </a:lnTo>
                  <a:lnTo>
                    <a:pt x="7988365" y="829062"/>
                  </a:lnTo>
                  <a:lnTo>
                    <a:pt x="8049129" y="876915"/>
                  </a:lnTo>
                  <a:lnTo>
                    <a:pt x="8106017" y="929585"/>
                  </a:lnTo>
                  <a:lnTo>
                    <a:pt x="8159729" y="987468"/>
                  </a:lnTo>
                  <a:lnTo>
                    <a:pt x="8210919" y="1050828"/>
                  </a:lnTo>
                  <a:lnTo>
                    <a:pt x="8229629" y="1076076"/>
                  </a:lnTo>
                  <a:lnTo>
                    <a:pt x="8269836" y="1134169"/>
                  </a:lnTo>
                  <a:lnTo>
                    <a:pt x="8309111" y="1196067"/>
                  </a:lnTo>
                  <a:lnTo>
                    <a:pt x="8347683" y="1261849"/>
                  </a:lnTo>
                  <a:lnTo>
                    <a:pt x="8385738" y="1331544"/>
                  </a:lnTo>
                  <a:lnTo>
                    <a:pt x="8423429" y="1405128"/>
                  </a:lnTo>
                  <a:lnTo>
                    <a:pt x="8460880" y="1482520"/>
                  </a:lnTo>
                  <a:lnTo>
                    <a:pt x="8498190" y="1563576"/>
                  </a:lnTo>
                  <a:lnTo>
                    <a:pt x="8535433" y="1648090"/>
                  </a:lnTo>
                  <a:lnTo>
                    <a:pt x="8572664" y="1735790"/>
                  </a:lnTo>
                  <a:lnTo>
                    <a:pt x="8609920" y="1826340"/>
                  </a:lnTo>
                  <a:lnTo>
                    <a:pt x="8647219" y="1919347"/>
                  </a:lnTo>
                  <a:lnTo>
                    <a:pt x="8684569" y="2014364"/>
                  </a:lnTo>
                  <a:lnTo>
                    <a:pt x="8721965" y="2110898"/>
                  </a:lnTo>
                  <a:lnTo>
                    <a:pt x="8759395" y="2208421"/>
                  </a:lnTo>
                  <a:lnTo>
                    <a:pt x="8796841" y="2306382"/>
                  </a:lnTo>
                  <a:lnTo>
                    <a:pt x="8834282" y="2404220"/>
                  </a:lnTo>
                  <a:lnTo>
                    <a:pt x="8871699" y="2501377"/>
                  </a:lnTo>
                  <a:lnTo>
                    <a:pt x="8909076" y="2597309"/>
                  </a:lnTo>
                  <a:lnTo>
                    <a:pt x="8946404" y="2691504"/>
                  </a:lnTo>
                  <a:lnTo>
                    <a:pt x="8983682" y="2783487"/>
                  </a:lnTo>
                  <a:lnTo>
                    <a:pt x="9020923" y="2872833"/>
                  </a:lnTo>
                  <a:lnTo>
                    <a:pt x="9058154" y="2959175"/>
                  </a:lnTo>
                  <a:lnTo>
                    <a:pt x="9095419" y="3042204"/>
                  </a:lnTo>
                  <a:lnTo>
                    <a:pt x="9132780" y="3121676"/>
                  </a:lnTo>
                  <a:lnTo>
                    <a:pt x="9170323" y="3197414"/>
                  </a:lnTo>
                  <a:lnTo>
                    <a:pt x="9208156" y="3269301"/>
                  </a:lnTo>
                  <a:lnTo>
                    <a:pt x="9246417" y="3337282"/>
                  </a:lnTo>
                  <a:lnTo>
                    <a:pt x="9285272" y="3401356"/>
                  </a:lnTo>
                  <a:lnTo>
                    <a:pt x="9324925" y="3461574"/>
                  </a:lnTo>
                  <a:lnTo>
                    <a:pt x="9347647" y="3493756"/>
                  </a:lnTo>
                  <a:lnTo>
                    <a:pt x="9398041" y="3559195"/>
                  </a:lnTo>
                  <a:lnTo>
                    <a:pt x="9450732" y="3619117"/>
                  </a:lnTo>
                  <a:lnTo>
                    <a:pt x="9506345" y="3673705"/>
                  </a:lnTo>
                  <a:lnTo>
                    <a:pt x="9565569" y="3723318"/>
                  </a:lnTo>
                  <a:lnTo>
                    <a:pt x="9629116" y="3768392"/>
                  </a:lnTo>
                  <a:lnTo>
                    <a:pt x="9697691" y="3809383"/>
                  </a:lnTo>
                  <a:lnTo>
                    <a:pt x="9771946" y="3846722"/>
                  </a:lnTo>
                  <a:lnTo>
                    <a:pt x="9852424" y="3880794"/>
                  </a:lnTo>
                  <a:lnTo>
                    <a:pt x="9939483" y="3911926"/>
                  </a:lnTo>
                  <a:lnTo>
                    <a:pt x="10033198" y="3940372"/>
                  </a:lnTo>
                  <a:lnTo>
                    <a:pt x="10133242" y="3966317"/>
                  </a:lnTo>
                  <a:lnTo>
                    <a:pt x="10238764" y="3989870"/>
                  </a:lnTo>
                  <a:lnTo>
                    <a:pt x="10348265" y="4011078"/>
                  </a:lnTo>
                  <a:lnTo>
                    <a:pt x="10459528" y="4029931"/>
                  </a:lnTo>
                  <a:lnTo>
                    <a:pt x="10569631" y="4046385"/>
                  </a:lnTo>
                  <a:lnTo>
                    <a:pt x="10675096" y="4060392"/>
                  </a:lnTo>
                  <a:lnTo>
                    <a:pt x="10772191" y="4071933"/>
                  </a:lnTo>
                  <a:lnTo>
                    <a:pt x="10857376" y="4081051"/>
                  </a:lnTo>
                  <a:lnTo>
                    <a:pt x="10927819" y="4087876"/>
                  </a:lnTo>
                  <a:lnTo>
                    <a:pt x="10981872" y="4092639"/>
                  </a:lnTo>
                  <a:lnTo>
                    <a:pt x="11019392" y="4095655"/>
                  </a:lnTo>
                  <a:lnTo>
                    <a:pt x="11041850" y="4097308"/>
                  </a:lnTo>
                  <a:lnTo>
                    <a:pt x="11052228" y="4098009"/>
                  </a:lnTo>
                  <a:lnTo>
                    <a:pt x="11054834" y="4098172"/>
                  </a:lnTo>
                  <a:lnTo>
                    <a:pt x="11054891" y="4098175"/>
                  </a:lnTo>
                  <a:lnTo>
                    <a:pt x="12049831" y="4098175"/>
                  </a:lnTo>
                  <a:lnTo>
                    <a:pt x="12049831" y="40981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8" name="pl817"/>
            <p:cNvSpPr/>
            <p:nvPr/>
          </p:nvSpPr>
          <p:spPr>
            <a:xfrm>
              <a:off x="1199187" y="1718763"/>
              <a:ext cx="12049831" cy="4098175"/>
            </a:xfrm>
            <a:custGeom>
              <a:avLst/>
              <a:pathLst>
                <a:path w="12049831" h="4098175">
                  <a:moveTo>
                    <a:pt x="12049831" y="4098175"/>
                  </a:moveTo>
                  <a:lnTo>
                    <a:pt x="11054891" y="4098175"/>
                  </a:lnTo>
                  <a:lnTo>
                    <a:pt x="11053849" y="4098112"/>
                  </a:lnTo>
                  <a:lnTo>
                    <a:pt x="11046963" y="4097661"/>
                  </a:lnTo>
                  <a:lnTo>
                    <a:pt x="11029472" y="4096415"/>
                  </a:lnTo>
                  <a:lnTo>
                    <a:pt x="10997872" y="4093958"/>
                  </a:lnTo>
                  <a:lnTo>
                    <a:pt x="10950104" y="4089893"/>
                  </a:lnTo>
                  <a:lnTo>
                    <a:pt x="10885706" y="4083875"/>
                  </a:lnTo>
                  <a:lnTo>
                    <a:pt x="10805785" y="4075640"/>
                  </a:lnTo>
                  <a:lnTo>
                    <a:pt x="10712778" y="4065019"/>
                  </a:lnTo>
                  <a:lnTo>
                    <a:pt x="10610021" y="4051939"/>
                  </a:lnTo>
                  <a:lnTo>
                    <a:pt x="10501232" y="4036400"/>
                  </a:lnTo>
                  <a:lnTo>
                    <a:pt x="10390027" y="4018444"/>
                  </a:lnTo>
                  <a:lnTo>
                    <a:pt x="10279565" y="3998118"/>
                  </a:lnTo>
                  <a:lnTo>
                    <a:pt x="10172334" y="3975448"/>
                  </a:lnTo>
                  <a:lnTo>
                    <a:pt x="10070098" y="3950411"/>
                  </a:lnTo>
                  <a:lnTo>
                    <a:pt x="9973940" y="3922923"/>
                  </a:lnTo>
                  <a:lnTo>
                    <a:pt x="9884369" y="3892827"/>
                  </a:lnTo>
                  <a:lnTo>
                    <a:pt x="9801446" y="3859895"/>
                  </a:lnTo>
                  <a:lnTo>
                    <a:pt x="9724907" y="3823826"/>
                  </a:lnTo>
                  <a:lnTo>
                    <a:pt x="9654268" y="3784256"/>
                  </a:lnTo>
                  <a:lnTo>
                    <a:pt x="9588912" y="3740770"/>
                  </a:lnTo>
                  <a:lnTo>
                    <a:pt x="9528147" y="3692917"/>
                  </a:lnTo>
                  <a:lnTo>
                    <a:pt x="9471260" y="3640247"/>
                  </a:lnTo>
                  <a:lnTo>
                    <a:pt x="9417547" y="3582364"/>
                  </a:lnTo>
                  <a:lnTo>
                    <a:pt x="9366358" y="3519003"/>
                  </a:lnTo>
                  <a:lnTo>
                    <a:pt x="9347647" y="3493756"/>
                  </a:lnTo>
                  <a:lnTo>
                    <a:pt x="9307441" y="3435663"/>
                  </a:lnTo>
                  <a:lnTo>
                    <a:pt x="9268165" y="3373765"/>
                  </a:lnTo>
                  <a:lnTo>
                    <a:pt x="9229593" y="3307983"/>
                  </a:lnTo>
                  <a:lnTo>
                    <a:pt x="9191539" y="3238288"/>
                  </a:lnTo>
                  <a:lnTo>
                    <a:pt x="9153848" y="3164704"/>
                  </a:lnTo>
                  <a:lnTo>
                    <a:pt x="9116397" y="3087312"/>
                  </a:lnTo>
                  <a:lnTo>
                    <a:pt x="9079087" y="3006255"/>
                  </a:lnTo>
                  <a:lnTo>
                    <a:pt x="9041843" y="2921742"/>
                  </a:lnTo>
                  <a:lnTo>
                    <a:pt x="9004612" y="2834042"/>
                  </a:lnTo>
                  <a:lnTo>
                    <a:pt x="8967357" y="2743492"/>
                  </a:lnTo>
                  <a:lnTo>
                    <a:pt x="8930058" y="2650485"/>
                  </a:lnTo>
                  <a:lnTo>
                    <a:pt x="8892708" y="2555468"/>
                  </a:lnTo>
                  <a:lnTo>
                    <a:pt x="8855311" y="2458934"/>
                  </a:lnTo>
                  <a:lnTo>
                    <a:pt x="8817882" y="2361411"/>
                  </a:lnTo>
                  <a:lnTo>
                    <a:pt x="8780436" y="2263450"/>
                  </a:lnTo>
                  <a:lnTo>
                    <a:pt x="8742995" y="2165612"/>
                  </a:lnTo>
                  <a:lnTo>
                    <a:pt x="8705578" y="2068455"/>
                  </a:lnTo>
                  <a:lnTo>
                    <a:pt x="8668201" y="1972523"/>
                  </a:lnTo>
                  <a:lnTo>
                    <a:pt x="8630873" y="1878328"/>
                  </a:lnTo>
                  <a:lnTo>
                    <a:pt x="8593595" y="1786345"/>
                  </a:lnTo>
                  <a:lnTo>
                    <a:pt x="8556353" y="1696999"/>
                  </a:lnTo>
                  <a:lnTo>
                    <a:pt x="8519122" y="1610657"/>
                  </a:lnTo>
                  <a:lnTo>
                    <a:pt x="8481857" y="1527628"/>
                  </a:lnTo>
                  <a:lnTo>
                    <a:pt x="8444496" y="1448156"/>
                  </a:lnTo>
                  <a:lnTo>
                    <a:pt x="8406953" y="1372418"/>
                  </a:lnTo>
                  <a:lnTo>
                    <a:pt x="8369120" y="1300531"/>
                  </a:lnTo>
                  <a:lnTo>
                    <a:pt x="8330860" y="1232550"/>
                  </a:lnTo>
                  <a:lnTo>
                    <a:pt x="8292005" y="1168476"/>
                  </a:lnTo>
                  <a:lnTo>
                    <a:pt x="8252352" y="1108258"/>
                  </a:lnTo>
                  <a:lnTo>
                    <a:pt x="8229629" y="1076076"/>
                  </a:lnTo>
                  <a:lnTo>
                    <a:pt x="8179236" y="1010637"/>
                  </a:lnTo>
                  <a:lnTo>
                    <a:pt x="8126545" y="950715"/>
                  </a:lnTo>
                  <a:lnTo>
                    <a:pt x="8070931" y="896127"/>
                  </a:lnTo>
                  <a:lnTo>
                    <a:pt x="8011708" y="846514"/>
                  </a:lnTo>
                  <a:lnTo>
                    <a:pt x="7948161" y="801440"/>
                  </a:lnTo>
                  <a:lnTo>
                    <a:pt x="7879586" y="760449"/>
                  </a:lnTo>
                  <a:lnTo>
                    <a:pt x="7805331" y="723110"/>
                  </a:lnTo>
                  <a:lnTo>
                    <a:pt x="7724852" y="689037"/>
                  </a:lnTo>
                  <a:lnTo>
                    <a:pt x="7637793" y="657906"/>
                  </a:lnTo>
                  <a:lnTo>
                    <a:pt x="7544079" y="629460"/>
                  </a:lnTo>
                  <a:lnTo>
                    <a:pt x="7444034" y="603515"/>
                  </a:lnTo>
                  <a:lnTo>
                    <a:pt x="7338512" y="579961"/>
                  </a:lnTo>
                  <a:lnTo>
                    <a:pt x="7229012" y="558754"/>
                  </a:lnTo>
                  <a:lnTo>
                    <a:pt x="7117749" y="539901"/>
                  </a:lnTo>
                  <a:lnTo>
                    <a:pt x="7007646" y="523447"/>
                  </a:lnTo>
                  <a:lnTo>
                    <a:pt x="6902180" y="509440"/>
                  </a:lnTo>
                  <a:lnTo>
                    <a:pt x="6805085" y="497899"/>
                  </a:lnTo>
                  <a:lnTo>
                    <a:pt x="6719900" y="488781"/>
                  </a:lnTo>
                  <a:lnTo>
                    <a:pt x="6649458" y="481956"/>
                  </a:lnTo>
                  <a:lnTo>
                    <a:pt x="6595405" y="477193"/>
                  </a:lnTo>
                  <a:lnTo>
                    <a:pt x="6557884" y="474177"/>
                  </a:lnTo>
                  <a:lnTo>
                    <a:pt x="6535427" y="472524"/>
                  </a:lnTo>
                  <a:lnTo>
                    <a:pt x="6525048" y="471823"/>
                  </a:lnTo>
                  <a:lnTo>
                    <a:pt x="6522443" y="471660"/>
                  </a:lnTo>
                  <a:lnTo>
                    <a:pt x="6522385" y="471657"/>
                  </a:lnTo>
                  <a:lnTo>
                    <a:pt x="5527445" y="471657"/>
                  </a:lnTo>
                  <a:lnTo>
                    <a:pt x="5526311" y="471648"/>
                  </a:lnTo>
                  <a:lnTo>
                    <a:pt x="5518822" y="471584"/>
                  </a:lnTo>
                  <a:lnTo>
                    <a:pt x="5499846" y="471407"/>
                  </a:lnTo>
                  <a:lnTo>
                    <a:pt x="5465668" y="471058"/>
                  </a:lnTo>
                  <a:lnTo>
                    <a:pt x="5414220" y="470481"/>
                  </a:lnTo>
                  <a:lnTo>
                    <a:pt x="5345228" y="469629"/>
                  </a:lnTo>
                  <a:lnTo>
                    <a:pt x="5260158" y="468467"/>
                  </a:lnTo>
                  <a:lnTo>
                    <a:pt x="5161893" y="466973"/>
                  </a:lnTo>
                  <a:lnTo>
                    <a:pt x="5054208" y="465139"/>
                  </a:lnTo>
                  <a:lnTo>
                    <a:pt x="4941172" y="462968"/>
                  </a:lnTo>
                  <a:lnTo>
                    <a:pt x="4826623" y="460465"/>
                  </a:lnTo>
                  <a:lnTo>
                    <a:pt x="4713792" y="457637"/>
                  </a:lnTo>
                  <a:lnTo>
                    <a:pt x="4605129" y="454486"/>
                  </a:lnTo>
                  <a:lnTo>
                    <a:pt x="4502275" y="451006"/>
                  </a:lnTo>
                  <a:lnTo>
                    <a:pt x="4406147" y="447180"/>
                  </a:lnTo>
                  <a:lnTo>
                    <a:pt x="4317077" y="442982"/>
                  </a:lnTo>
                  <a:lnTo>
                    <a:pt x="4234953" y="438374"/>
                  </a:lnTo>
                  <a:lnTo>
                    <a:pt x="4159361" y="433310"/>
                  </a:lnTo>
                  <a:lnTo>
                    <a:pt x="4089687" y="427734"/>
                  </a:lnTo>
                  <a:lnTo>
                    <a:pt x="4025207" y="421584"/>
                  </a:lnTo>
                  <a:lnTo>
                    <a:pt x="3965148" y="414796"/>
                  </a:lnTo>
                  <a:lnTo>
                    <a:pt x="3908734" y="407308"/>
                  </a:lnTo>
                  <a:lnTo>
                    <a:pt x="3855229" y="399075"/>
                  </a:lnTo>
                  <a:lnTo>
                    <a:pt x="3820202" y="393047"/>
                  </a:lnTo>
                  <a:lnTo>
                    <a:pt x="3759689" y="381413"/>
                  </a:lnTo>
                  <a:lnTo>
                    <a:pt x="3701043" y="368631"/>
                  </a:lnTo>
                  <a:lnTo>
                    <a:pt x="3643579" y="354684"/>
                  </a:lnTo>
                  <a:lnTo>
                    <a:pt x="3586794" y="339590"/>
                  </a:lnTo>
                  <a:lnTo>
                    <a:pt x="3530327" y="323408"/>
                  </a:lnTo>
                  <a:lnTo>
                    <a:pt x="3473941" y="306240"/>
                  </a:lnTo>
                  <a:lnTo>
                    <a:pt x="3417499" y="288234"/>
                  </a:lnTo>
                  <a:lnTo>
                    <a:pt x="3360946" y="269574"/>
                  </a:lnTo>
                  <a:lnTo>
                    <a:pt x="3304291" y="250481"/>
                  </a:lnTo>
                  <a:lnTo>
                    <a:pt x="3247585" y="231197"/>
                  </a:lnTo>
                  <a:lnTo>
                    <a:pt x="3190896" y="211973"/>
                  </a:lnTo>
                  <a:lnTo>
                    <a:pt x="3134286" y="193059"/>
                  </a:lnTo>
                  <a:lnTo>
                    <a:pt x="3077788" y="174687"/>
                  </a:lnTo>
                  <a:lnTo>
                    <a:pt x="3021384" y="157063"/>
                  </a:lnTo>
                  <a:lnTo>
                    <a:pt x="2964982" y="140352"/>
                  </a:lnTo>
                  <a:lnTo>
                    <a:pt x="2908400" y="124682"/>
                  </a:lnTo>
                  <a:lnTo>
                    <a:pt x="2851342" y="110134"/>
                  </a:lnTo>
                  <a:lnTo>
                    <a:pt x="2793383" y="96746"/>
                  </a:lnTo>
                  <a:lnTo>
                    <a:pt x="2733939" y="84519"/>
                  </a:lnTo>
                  <a:lnTo>
                    <a:pt x="2702183" y="78609"/>
                  </a:lnTo>
                  <a:lnTo>
                    <a:pt x="2650276" y="69859"/>
                  </a:lnTo>
                  <a:lnTo>
                    <a:pt x="2595915" y="61868"/>
                  </a:lnTo>
                  <a:lnTo>
                    <a:pt x="2538415" y="54610"/>
                  </a:lnTo>
                  <a:lnTo>
                    <a:pt x="2477023" y="48033"/>
                  </a:lnTo>
                  <a:lnTo>
                    <a:pt x="2410961" y="42074"/>
                  </a:lnTo>
                  <a:lnTo>
                    <a:pt x="2339465" y="36669"/>
                  </a:lnTo>
                  <a:lnTo>
                    <a:pt x="2261837" y="31757"/>
                  </a:lnTo>
                  <a:lnTo>
                    <a:pt x="2177519" y="27286"/>
                  </a:lnTo>
                  <a:lnTo>
                    <a:pt x="2086180" y="23210"/>
                  </a:lnTo>
                  <a:lnTo>
                    <a:pt x="1987834" y="19497"/>
                  </a:lnTo>
                  <a:lnTo>
                    <a:pt x="1882985" y="16124"/>
                  </a:lnTo>
                  <a:lnTo>
                    <a:pt x="1772770" y="13077"/>
                  </a:lnTo>
                  <a:lnTo>
                    <a:pt x="1659082" y="10353"/>
                  </a:lnTo>
                  <a:lnTo>
                    <a:pt x="1544631" y="7956"/>
                  </a:lnTo>
                  <a:lnTo>
                    <a:pt x="1432873" y="5892"/>
                  </a:lnTo>
                  <a:lnTo>
                    <a:pt x="1327767" y="4167"/>
                  </a:lnTo>
                  <a:lnTo>
                    <a:pt x="1233353" y="2781"/>
                  </a:lnTo>
                  <a:lnTo>
                    <a:pt x="1153183" y="1721"/>
                  </a:lnTo>
                  <a:lnTo>
                    <a:pt x="1089735" y="962"/>
                  </a:lnTo>
                  <a:lnTo>
                    <a:pt x="1043941" y="464"/>
                  </a:lnTo>
                  <a:lnTo>
                    <a:pt x="1014946" y="177"/>
                  </a:lnTo>
                  <a:lnTo>
                    <a:pt x="1000130" y="43"/>
                  </a:lnTo>
                  <a:lnTo>
                    <a:pt x="995302" y="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9" name="pg818"/>
            <p:cNvSpPr/>
            <p:nvPr/>
          </p:nvSpPr>
          <p:spPr>
            <a:xfrm>
              <a:off x="1199187" y="1592988"/>
              <a:ext cx="12049831" cy="1886628"/>
            </a:xfrm>
            <a:custGeom>
              <a:avLst/>
              <a:pathLst>
                <a:path w="12049831" h="1886628">
                  <a:moveTo>
                    <a:pt x="0" y="744170"/>
                  </a:moveTo>
                  <a:lnTo>
                    <a:pt x="994940" y="744170"/>
                  </a:lnTo>
                  <a:lnTo>
                    <a:pt x="996066" y="744191"/>
                  </a:lnTo>
                  <a:lnTo>
                    <a:pt x="1003499" y="744345"/>
                  </a:lnTo>
                  <a:lnTo>
                    <a:pt x="1022339" y="744771"/>
                  </a:lnTo>
                  <a:lnTo>
                    <a:pt x="1056281" y="745609"/>
                  </a:lnTo>
                  <a:lnTo>
                    <a:pt x="1107395" y="746995"/>
                  </a:lnTo>
                  <a:lnTo>
                    <a:pt x="1175971" y="749043"/>
                  </a:lnTo>
                  <a:lnTo>
                    <a:pt x="1260577" y="751838"/>
                  </a:lnTo>
                  <a:lnTo>
                    <a:pt x="1358373" y="755432"/>
                  </a:lnTo>
                  <a:lnTo>
                    <a:pt x="1465623" y="759845"/>
                  </a:lnTo>
                  <a:lnTo>
                    <a:pt x="1578287" y="765071"/>
                  </a:lnTo>
                  <a:lnTo>
                    <a:pt x="1692549" y="771097"/>
                  </a:lnTo>
                  <a:lnTo>
                    <a:pt x="1805181" y="777905"/>
                  </a:lnTo>
                  <a:lnTo>
                    <a:pt x="1913729" y="785493"/>
                  </a:lnTo>
                  <a:lnTo>
                    <a:pt x="2016539" y="793874"/>
                  </a:lnTo>
                  <a:lnTo>
                    <a:pt x="2112679" y="803086"/>
                  </a:lnTo>
                  <a:lnTo>
                    <a:pt x="2201801" y="813192"/>
                  </a:lnTo>
                  <a:lnTo>
                    <a:pt x="2284001" y="824279"/>
                  </a:lnTo>
                  <a:lnTo>
                    <a:pt x="2359679" y="836462"/>
                  </a:lnTo>
                  <a:lnTo>
                    <a:pt x="2429438" y="849871"/>
                  </a:lnTo>
                  <a:lnTo>
                    <a:pt x="2493993" y="864657"/>
                  </a:lnTo>
                  <a:lnTo>
                    <a:pt x="2554111" y="880975"/>
                  </a:lnTo>
                  <a:lnTo>
                    <a:pt x="2610561" y="898969"/>
                  </a:lnTo>
                  <a:lnTo>
                    <a:pt x="2664076" y="918754"/>
                  </a:lnTo>
                  <a:lnTo>
                    <a:pt x="2702183" y="934579"/>
                  </a:lnTo>
                  <a:lnTo>
                    <a:pt x="2758325" y="960597"/>
                  </a:lnTo>
                  <a:lnTo>
                    <a:pt x="2812817" y="988995"/>
                  </a:lnTo>
                  <a:lnTo>
                    <a:pt x="2866219" y="1019818"/>
                  </a:lnTo>
                  <a:lnTo>
                    <a:pt x="2918957" y="1053042"/>
                  </a:lnTo>
                  <a:lnTo>
                    <a:pt x="2971343" y="1088575"/>
                  </a:lnTo>
                  <a:lnTo>
                    <a:pt x="3023597" y="1126248"/>
                  </a:lnTo>
                  <a:lnTo>
                    <a:pt x="3075858" y="1165810"/>
                  </a:lnTo>
                  <a:lnTo>
                    <a:pt x="3128199" y="1206940"/>
                  </a:lnTo>
                  <a:lnTo>
                    <a:pt x="3180638" y="1249248"/>
                  </a:lnTo>
                  <a:lnTo>
                    <a:pt x="3233153" y="1292291"/>
                  </a:lnTo>
                  <a:lnTo>
                    <a:pt x="3285697" y="1335595"/>
                  </a:lnTo>
                  <a:lnTo>
                    <a:pt x="3338215" y="1378671"/>
                  </a:lnTo>
                  <a:lnTo>
                    <a:pt x="3390660" y="1421042"/>
                  </a:lnTo>
                  <a:lnTo>
                    <a:pt x="3443007" y="1462264"/>
                  </a:lnTo>
                  <a:lnTo>
                    <a:pt x="3495273" y="1501944"/>
                  </a:lnTo>
                  <a:lnTo>
                    <a:pt x="3547524" y="1539752"/>
                  </a:lnTo>
                  <a:lnTo>
                    <a:pt x="3599895" y="1575435"/>
                  </a:lnTo>
                  <a:lnTo>
                    <a:pt x="3652600" y="1608819"/>
                  </a:lnTo>
                  <a:lnTo>
                    <a:pt x="3705946" y="1639804"/>
                  </a:lnTo>
                  <a:lnTo>
                    <a:pt x="3760349" y="1668365"/>
                  </a:lnTo>
                  <a:lnTo>
                    <a:pt x="3816358" y="1694540"/>
                  </a:lnTo>
                  <a:lnTo>
                    <a:pt x="3820202" y="1696218"/>
                  </a:lnTo>
                  <a:lnTo>
                    <a:pt x="3871974" y="1717361"/>
                  </a:lnTo>
                  <a:lnTo>
                    <a:pt x="3926185" y="1736673"/>
                  </a:lnTo>
                  <a:lnTo>
                    <a:pt x="3983515" y="1754219"/>
                  </a:lnTo>
                  <a:lnTo>
                    <a:pt x="4044711" y="1770124"/>
                  </a:lnTo>
                  <a:lnTo>
                    <a:pt x="4110546" y="1784537"/>
                  </a:lnTo>
                  <a:lnTo>
                    <a:pt x="4181779" y="1797614"/>
                  </a:lnTo>
                  <a:lnTo>
                    <a:pt x="4259100" y="1809500"/>
                  </a:lnTo>
                  <a:lnTo>
                    <a:pt x="4343071" y="1820323"/>
                  </a:lnTo>
                  <a:lnTo>
                    <a:pt x="4434023" y="1830189"/>
                  </a:lnTo>
                  <a:lnTo>
                    <a:pt x="4531951" y="1839180"/>
                  </a:lnTo>
                  <a:lnTo>
                    <a:pt x="4636369" y="1847352"/>
                  </a:lnTo>
                  <a:lnTo>
                    <a:pt x="4746169" y="1854736"/>
                  </a:lnTo>
                  <a:lnTo>
                    <a:pt x="4859493" y="1861342"/>
                  </a:lnTo>
                  <a:lnTo>
                    <a:pt x="4973679" y="1867162"/>
                  </a:lnTo>
                  <a:lnTo>
                    <a:pt x="5085321" y="1872178"/>
                  </a:lnTo>
                  <a:lnTo>
                    <a:pt x="5190499" y="1876378"/>
                  </a:lnTo>
                  <a:lnTo>
                    <a:pt x="5285200" y="1879761"/>
                  </a:lnTo>
                  <a:lnTo>
                    <a:pt x="5365865" y="1882356"/>
                  </a:lnTo>
                  <a:lnTo>
                    <a:pt x="5429974" y="1884222"/>
                  </a:lnTo>
                  <a:lnTo>
                    <a:pt x="5476524" y="1885454"/>
                  </a:lnTo>
                  <a:lnTo>
                    <a:pt x="5506272" y="1886171"/>
                  </a:lnTo>
                  <a:lnTo>
                    <a:pt x="5521732" y="1886513"/>
                  </a:lnTo>
                  <a:lnTo>
                    <a:pt x="5526983" y="1886619"/>
                  </a:lnTo>
                  <a:lnTo>
                    <a:pt x="5527445" y="1886628"/>
                  </a:lnTo>
                  <a:lnTo>
                    <a:pt x="6522385" y="1886628"/>
                  </a:lnTo>
                  <a:lnTo>
                    <a:pt x="6523495" y="1886593"/>
                  </a:lnTo>
                  <a:lnTo>
                    <a:pt x="6530818" y="1886344"/>
                  </a:lnTo>
                  <a:lnTo>
                    <a:pt x="6549387" y="1885656"/>
                  </a:lnTo>
                  <a:lnTo>
                    <a:pt x="6582860" y="1884301"/>
                  </a:lnTo>
                  <a:lnTo>
                    <a:pt x="6633304" y="1882060"/>
                  </a:lnTo>
                  <a:lnTo>
                    <a:pt x="6701049" y="1878747"/>
                  </a:lnTo>
                  <a:lnTo>
                    <a:pt x="6784727" y="1874223"/>
                  </a:lnTo>
                  <a:lnTo>
                    <a:pt x="6881579" y="1868402"/>
                  </a:lnTo>
                  <a:lnTo>
                    <a:pt x="6987952" y="1861251"/>
                  </a:lnTo>
                  <a:lnTo>
                    <a:pt x="7099867" y="1852776"/>
                  </a:lnTo>
                  <a:lnTo>
                    <a:pt x="7213545" y="1843002"/>
                  </a:lnTo>
                  <a:lnTo>
                    <a:pt x="7325770" y="1831954"/>
                  </a:lnTo>
                  <a:lnTo>
                    <a:pt x="7434079" y="1819640"/>
                  </a:lnTo>
                  <a:lnTo>
                    <a:pt x="7536795" y="1806039"/>
                  </a:lnTo>
                  <a:lnTo>
                    <a:pt x="7632954" y="1791094"/>
                  </a:lnTo>
                  <a:lnTo>
                    <a:pt x="7722176" y="1774705"/>
                  </a:lnTo>
                  <a:lnTo>
                    <a:pt x="7804524" y="1756733"/>
                  </a:lnTo>
                  <a:lnTo>
                    <a:pt x="7880375" y="1736999"/>
                  </a:lnTo>
                  <a:lnTo>
                    <a:pt x="7950306" y="1715292"/>
                  </a:lnTo>
                  <a:lnTo>
                    <a:pt x="8015014" y="1691373"/>
                  </a:lnTo>
                  <a:lnTo>
                    <a:pt x="8075251" y="1664990"/>
                  </a:lnTo>
                  <a:lnTo>
                    <a:pt x="8131777" y="1635905"/>
                  </a:lnTo>
                  <a:lnTo>
                    <a:pt x="8185320" y="1603926"/>
                  </a:lnTo>
                  <a:lnTo>
                    <a:pt x="8229629" y="1573937"/>
                  </a:lnTo>
                  <a:lnTo>
                    <a:pt x="8280130" y="1535746"/>
                  </a:lnTo>
                  <a:lnTo>
                    <a:pt x="8329249" y="1494412"/>
                  </a:lnTo>
                  <a:lnTo>
                    <a:pt x="8377410" y="1449871"/>
                  </a:lnTo>
                  <a:lnTo>
                    <a:pt x="8424941" y="1402130"/>
                  </a:lnTo>
                  <a:lnTo>
                    <a:pt x="8472097" y="1351267"/>
                  </a:lnTo>
                  <a:lnTo>
                    <a:pt x="8519066" y="1297442"/>
                  </a:lnTo>
                  <a:lnTo>
                    <a:pt x="8565980" y="1240898"/>
                  </a:lnTo>
                  <a:lnTo>
                    <a:pt x="8612923" y="1181962"/>
                  </a:lnTo>
                  <a:lnTo>
                    <a:pt x="8659936" y="1121038"/>
                  </a:lnTo>
                  <a:lnTo>
                    <a:pt x="8707028" y="1058599"/>
                  </a:lnTo>
                  <a:lnTo>
                    <a:pt x="8754182" y="995173"/>
                  </a:lnTo>
                  <a:lnTo>
                    <a:pt x="8801366" y="931323"/>
                  </a:lnTo>
                  <a:lnTo>
                    <a:pt x="8848538" y="867631"/>
                  </a:lnTo>
                  <a:lnTo>
                    <a:pt x="8895662" y="804669"/>
                  </a:lnTo>
                  <a:lnTo>
                    <a:pt x="8942712" y="742985"/>
                  </a:lnTo>
                  <a:lnTo>
                    <a:pt x="8989684" y="683078"/>
                  </a:lnTo>
                  <a:lnTo>
                    <a:pt x="9036604" y="625387"/>
                  </a:lnTo>
                  <a:lnTo>
                    <a:pt x="9083534" y="570275"/>
                  </a:lnTo>
                  <a:lnTo>
                    <a:pt x="9130584" y="518023"/>
                  </a:lnTo>
                  <a:lnTo>
                    <a:pt x="9177915" y="468830"/>
                  </a:lnTo>
                  <a:lnTo>
                    <a:pt x="9225750" y="422810"/>
                  </a:lnTo>
                  <a:lnTo>
                    <a:pt x="9274381" y="380003"/>
                  </a:lnTo>
                  <a:lnTo>
                    <a:pt x="9324187" y="340376"/>
                  </a:lnTo>
                  <a:lnTo>
                    <a:pt x="9347647" y="323172"/>
                  </a:lnTo>
                  <a:lnTo>
                    <a:pt x="9399147" y="288621"/>
                  </a:lnTo>
                  <a:lnTo>
                    <a:pt x="9453058" y="257047"/>
                  </a:lnTo>
                  <a:lnTo>
                    <a:pt x="9510049" y="228346"/>
                  </a:lnTo>
                  <a:lnTo>
                    <a:pt x="9570854" y="202316"/>
                  </a:lnTo>
                  <a:lnTo>
                    <a:pt x="9636234" y="178714"/>
                  </a:lnTo>
                  <a:lnTo>
                    <a:pt x="9706938" y="157292"/>
                  </a:lnTo>
                  <a:lnTo>
                    <a:pt x="9783649" y="137812"/>
                  </a:lnTo>
                  <a:lnTo>
                    <a:pt x="9866924" y="120066"/>
                  </a:lnTo>
                  <a:lnTo>
                    <a:pt x="9957102" y="103883"/>
                  </a:lnTo>
                  <a:lnTo>
                    <a:pt x="10054194" y="89126"/>
                  </a:lnTo>
                  <a:lnTo>
                    <a:pt x="10157748" y="75705"/>
                  </a:lnTo>
                  <a:lnTo>
                    <a:pt x="10266711" y="63565"/>
                  </a:lnTo>
                  <a:lnTo>
                    <a:pt x="10379299" y="52690"/>
                  </a:lnTo>
                  <a:lnTo>
                    <a:pt x="10492941" y="43092"/>
                  </a:lnTo>
                  <a:lnTo>
                    <a:pt x="10604328" y="34798"/>
                  </a:lnTo>
                  <a:lnTo>
                    <a:pt x="10709629" y="27830"/>
                  </a:lnTo>
                  <a:lnTo>
                    <a:pt x="10804877" y="22190"/>
                  </a:lnTo>
                  <a:lnTo>
                    <a:pt x="10886507" y="17838"/>
                  </a:lnTo>
                  <a:lnTo>
                    <a:pt x="10951924" y="14682"/>
                  </a:lnTo>
                  <a:lnTo>
                    <a:pt x="10999982" y="12574"/>
                  </a:lnTo>
                  <a:lnTo>
                    <a:pt x="11031251" y="11324"/>
                  </a:lnTo>
                  <a:lnTo>
                    <a:pt x="11048029" y="10710"/>
                  </a:lnTo>
                  <a:lnTo>
                    <a:pt x="11054173" y="10503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2" y="34"/>
                  </a:lnTo>
                  <a:lnTo>
                    <a:pt x="11046459" y="283"/>
                  </a:lnTo>
                  <a:lnTo>
                    <a:pt x="11027890" y="971"/>
                  </a:lnTo>
                  <a:lnTo>
                    <a:pt x="10994417" y="2327"/>
                  </a:lnTo>
                  <a:lnTo>
                    <a:pt x="10943972" y="4568"/>
                  </a:lnTo>
                  <a:lnTo>
                    <a:pt x="10876228" y="7880"/>
                  </a:lnTo>
                  <a:lnTo>
                    <a:pt x="10792550" y="12405"/>
                  </a:lnTo>
                  <a:lnTo>
                    <a:pt x="10695697" y="18225"/>
                  </a:lnTo>
                  <a:lnTo>
                    <a:pt x="10589325" y="25376"/>
                  </a:lnTo>
                  <a:lnTo>
                    <a:pt x="10477410" y="33851"/>
                  </a:lnTo>
                  <a:lnTo>
                    <a:pt x="10363731" y="43625"/>
                  </a:lnTo>
                  <a:lnTo>
                    <a:pt x="10251506" y="54673"/>
                  </a:lnTo>
                  <a:lnTo>
                    <a:pt x="10143197" y="66987"/>
                  </a:lnTo>
                  <a:lnTo>
                    <a:pt x="10040481" y="80588"/>
                  </a:lnTo>
                  <a:lnTo>
                    <a:pt x="9944323" y="95534"/>
                  </a:lnTo>
                  <a:lnTo>
                    <a:pt x="9855101" y="111923"/>
                  </a:lnTo>
                  <a:lnTo>
                    <a:pt x="9772752" y="129895"/>
                  </a:lnTo>
                  <a:lnTo>
                    <a:pt x="9696901" y="149628"/>
                  </a:lnTo>
                  <a:lnTo>
                    <a:pt x="9626970" y="171335"/>
                  </a:lnTo>
                  <a:lnTo>
                    <a:pt x="9562262" y="195255"/>
                  </a:lnTo>
                  <a:lnTo>
                    <a:pt x="9502025" y="221637"/>
                  </a:lnTo>
                  <a:lnTo>
                    <a:pt x="9445499" y="250722"/>
                  </a:lnTo>
                  <a:lnTo>
                    <a:pt x="9391957" y="282701"/>
                  </a:lnTo>
                  <a:lnTo>
                    <a:pt x="9347647" y="312691"/>
                  </a:lnTo>
                  <a:lnTo>
                    <a:pt x="9297147" y="350881"/>
                  </a:lnTo>
                  <a:lnTo>
                    <a:pt x="9248027" y="392216"/>
                  </a:lnTo>
                  <a:lnTo>
                    <a:pt x="9199867" y="436756"/>
                  </a:lnTo>
                  <a:lnTo>
                    <a:pt x="9152336" y="484498"/>
                  </a:lnTo>
                  <a:lnTo>
                    <a:pt x="9105180" y="535360"/>
                  </a:lnTo>
                  <a:lnTo>
                    <a:pt x="9058211" y="589185"/>
                  </a:lnTo>
                  <a:lnTo>
                    <a:pt x="9011296" y="645729"/>
                  </a:lnTo>
                  <a:lnTo>
                    <a:pt x="8964354" y="704665"/>
                  </a:lnTo>
                  <a:lnTo>
                    <a:pt x="8917341" y="765589"/>
                  </a:lnTo>
                  <a:lnTo>
                    <a:pt x="8870249" y="828028"/>
                  </a:lnTo>
                  <a:lnTo>
                    <a:pt x="8823094" y="891454"/>
                  </a:lnTo>
                  <a:lnTo>
                    <a:pt x="8775911" y="955304"/>
                  </a:lnTo>
                  <a:lnTo>
                    <a:pt x="8728738" y="1018997"/>
                  </a:lnTo>
                  <a:lnTo>
                    <a:pt x="8681614" y="1081959"/>
                  </a:lnTo>
                  <a:lnTo>
                    <a:pt x="8634564" y="1143643"/>
                  </a:lnTo>
                  <a:lnTo>
                    <a:pt x="8587592" y="1203549"/>
                  </a:lnTo>
                  <a:lnTo>
                    <a:pt x="8540673" y="1261240"/>
                  </a:lnTo>
                  <a:lnTo>
                    <a:pt x="8493742" y="1316352"/>
                  </a:lnTo>
                  <a:lnTo>
                    <a:pt x="8446692" y="1368604"/>
                  </a:lnTo>
                  <a:lnTo>
                    <a:pt x="8399361" y="1417797"/>
                  </a:lnTo>
                  <a:lnTo>
                    <a:pt x="8351527" y="1463817"/>
                  </a:lnTo>
                  <a:lnTo>
                    <a:pt x="8302895" y="1506624"/>
                  </a:lnTo>
                  <a:lnTo>
                    <a:pt x="8253090" y="1546251"/>
                  </a:lnTo>
                  <a:lnTo>
                    <a:pt x="8229629" y="1563455"/>
                  </a:lnTo>
                  <a:lnTo>
                    <a:pt x="8178129" y="1598006"/>
                  </a:lnTo>
                  <a:lnTo>
                    <a:pt x="8124218" y="1629580"/>
                  </a:lnTo>
                  <a:lnTo>
                    <a:pt x="8067228" y="1658282"/>
                  </a:lnTo>
                  <a:lnTo>
                    <a:pt x="8006423" y="1684312"/>
                  </a:lnTo>
                  <a:lnTo>
                    <a:pt x="7941042" y="1707913"/>
                  </a:lnTo>
                  <a:lnTo>
                    <a:pt x="7870339" y="1729336"/>
                  </a:lnTo>
                  <a:lnTo>
                    <a:pt x="7793628" y="1748816"/>
                  </a:lnTo>
                  <a:lnTo>
                    <a:pt x="7710353" y="1766561"/>
                  </a:lnTo>
                  <a:lnTo>
                    <a:pt x="7620175" y="1782745"/>
                  </a:lnTo>
                  <a:lnTo>
                    <a:pt x="7523083" y="1797501"/>
                  </a:lnTo>
                  <a:lnTo>
                    <a:pt x="7419528" y="1810923"/>
                  </a:lnTo>
                  <a:lnTo>
                    <a:pt x="7310566" y="1823063"/>
                  </a:lnTo>
                  <a:lnTo>
                    <a:pt x="7197978" y="1833937"/>
                  </a:lnTo>
                  <a:lnTo>
                    <a:pt x="7084336" y="1843535"/>
                  </a:lnTo>
                  <a:lnTo>
                    <a:pt x="6972948" y="1851829"/>
                  </a:lnTo>
                  <a:lnTo>
                    <a:pt x="6867647" y="1858797"/>
                  </a:lnTo>
                  <a:lnTo>
                    <a:pt x="6772399" y="1864437"/>
                  </a:lnTo>
                  <a:lnTo>
                    <a:pt x="6690769" y="1868789"/>
                  </a:lnTo>
                  <a:lnTo>
                    <a:pt x="6625353" y="1871945"/>
                  </a:lnTo>
                  <a:lnTo>
                    <a:pt x="6577294" y="1874053"/>
                  </a:lnTo>
                  <a:lnTo>
                    <a:pt x="6546025" y="1875304"/>
                  </a:lnTo>
                  <a:lnTo>
                    <a:pt x="6529247" y="1875918"/>
                  </a:lnTo>
                  <a:lnTo>
                    <a:pt x="6523103" y="1876124"/>
                  </a:lnTo>
                  <a:lnTo>
                    <a:pt x="6522385" y="1876147"/>
                  </a:lnTo>
                  <a:lnTo>
                    <a:pt x="5527445" y="1876147"/>
                  </a:lnTo>
                  <a:lnTo>
                    <a:pt x="5526319" y="1876125"/>
                  </a:lnTo>
                  <a:lnTo>
                    <a:pt x="5518886" y="1875971"/>
                  </a:lnTo>
                  <a:lnTo>
                    <a:pt x="5500046" y="1875545"/>
                  </a:lnTo>
                  <a:lnTo>
                    <a:pt x="5466104" y="1874707"/>
                  </a:lnTo>
                  <a:lnTo>
                    <a:pt x="5414990" y="1873321"/>
                  </a:lnTo>
                  <a:lnTo>
                    <a:pt x="5346414" y="1871273"/>
                  </a:lnTo>
                  <a:lnTo>
                    <a:pt x="5261808" y="1868478"/>
                  </a:lnTo>
                  <a:lnTo>
                    <a:pt x="5164012" y="1864884"/>
                  </a:lnTo>
                  <a:lnTo>
                    <a:pt x="5056762" y="1860471"/>
                  </a:lnTo>
                  <a:lnTo>
                    <a:pt x="4944098" y="1855245"/>
                  </a:lnTo>
                  <a:lnTo>
                    <a:pt x="4829836" y="1849219"/>
                  </a:lnTo>
                  <a:lnTo>
                    <a:pt x="4717204" y="1842411"/>
                  </a:lnTo>
                  <a:lnTo>
                    <a:pt x="4608656" y="1834823"/>
                  </a:lnTo>
                  <a:lnTo>
                    <a:pt x="4505846" y="1826442"/>
                  </a:lnTo>
                  <a:lnTo>
                    <a:pt x="4409706" y="1817230"/>
                  </a:lnTo>
                  <a:lnTo>
                    <a:pt x="4320584" y="1807125"/>
                  </a:lnTo>
                  <a:lnTo>
                    <a:pt x="4238384" y="1796037"/>
                  </a:lnTo>
                  <a:lnTo>
                    <a:pt x="4162706" y="1783854"/>
                  </a:lnTo>
                  <a:lnTo>
                    <a:pt x="4092947" y="1770445"/>
                  </a:lnTo>
                  <a:lnTo>
                    <a:pt x="4028392" y="1755659"/>
                  </a:lnTo>
                  <a:lnTo>
                    <a:pt x="3968274" y="1739341"/>
                  </a:lnTo>
                  <a:lnTo>
                    <a:pt x="3911824" y="1721347"/>
                  </a:lnTo>
                  <a:lnTo>
                    <a:pt x="3858309" y="1701562"/>
                  </a:lnTo>
                  <a:lnTo>
                    <a:pt x="3820202" y="1685737"/>
                  </a:lnTo>
                  <a:lnTo>
                    <a:pt x="3764060" y="1659719"/>
                  </a:lnTo>
                  <a:lnTo>
                    <a:pt x="3709568" y="1631321"/>
                  </a:lnTo>
                  <a:lnTo>
                    <a:pt x="3656166" y="1600498"/>
                  </a:lnTo>
                  <a:lnTo>
                    <a:pt x="3603428" y="1567274"/>
                  </a:lnTo>
                  <a:lnTo>
                    <a:pt x="3551042" y="1531741"/>
                  </a:lnTo>
                  <a:lnTo>
                    <a:pt x="3498788" y="1494069"/>
                  </a:lnTo>
                  <a:lnTo>
                    <a:pt x="3446527" y="1454506"/>
                  </a:lnTo>
                  <a:lnTo>
                    <a:pt x="3394186" y="1413376"/>
                  </a:lnTo>
                  <a:lnTo>
                    <a:pt x="3341747" y="1371068"/>
                  </a:lnTo>
                  <a:lnTo>
                    <a:pt x="3289232" y="1328025"/>
                  </a:lnTo>
                  <a:lnTo>
                    <a:pt x="3236688" y="1284721"/>
                  </a:lnTo>
                  <a:lnTo>
                    <a:pt x="3184170" y="1241645"/>
                  </a:lnTo>
                  <a:lnTo>
                    <a:pt x="3131725" y="1199274"/>
                  </a:lnTo>
                  <a:lnTo>
                    <a:pt x="3079378" y="1158052"/>
                  </a:lnTo>
                  <a:lnTo>
                    <a:pt x="3027112" y="1118372"/>
                  </a:lnTo>
                  <a:lnTo>
                    <a:pt x="2974861" y="1080564"/>
                  </a:lnTo>
                  <a:lnTo>
                    <a:pt x="2922490" y="1044881"/>
                  </a:lnTo>
                  <a:lnTo>
                    <a:pt x="2869785" y="1011497"/>
                  </a:lnTo>
                  <a:lnTo>
                    <a:pt x="2816439" y="980512"/>
                  </a:lnTo>
                  <a:lnTo>
                    <a:pt x="2762036" y="951951"/>
                  </a:lnTo>
                  <a:lnTo>
                    <a:pt x="2706027" y="925776"/>
                  </a:lnTo>
                  <a:lnTo>
                    <a:pt x="2702183" y="924098"/>
                  </a:lnTo>
                  <a:lnTo>
                    <a:pt x="2650411" y="902955"/>
                  </a:lnTo>
                  <a:lnTo>
                    <a:pt x="2596200" y="883643"/>
                  </a:lnTo>
                  <a:lnTo>
                    <a:pt x="2538870" y="866097"/>
                  </a:lnTo>
                  <a:lnTo>
                    <a:pt x="2477674" y="850192"/>
                  </a:lnTo>
                  <a:lnTo>
                    <a:pt x="2411839" y="835779"/>
                  </a:lnTo>
                  <a:lnTo>
                    <a:pt x="2340606" y="822702"/>
                  </a:lnTo>
                  <a:lnTo>
                    <a:pt x="2263284" y="810816"/>
                  </a:lnTo>
                  <a:lnTo>
                    <a:pt x="2179314" y="799993"/>
                  </a:lnTo>
                  <a:lnTo>
                    <a:pt x="2088362" y="790127"/>
                  </a:lnTo>
                  <a:lnTo>
                    <a:pt x="1990434" y="781136"/>
                  </a:lnTo>
                  <a:lnTo>
                    <a:pt x="1886016" y="772964"/>
                  </a:lnTo>
                  <a:lnTo>
                    <a:pt x="1776216" y="765580"/>
                  </a:lnTo>
                  <a:lnTo>
                    <a:pt x="1662892" y="758974"/>
                  </a:lnTo>
                  <a:lnTo>
                    <a:pt x="1548706" y="753154"/>
                  </a:lnTo>
                  <a:lnTo>
                    <a:pt x="1437064" y="748138"/>
                  </a:lnTo>
                  <a:lnTo>
                    <a:pt x="1331886" y="743938"/>
                  </a:lnTo>
                  <a:lnTo>
                    <a:pt x="1237185" y="740555"/>
                  </a:lnTo>
                  <a:lnTo>
                    <a:pt x="1156520" y="737960"/>
                  </a:lnTo>
                  <a:lnTo>
                    <a:pt x="1092411" y="736094"/>
                  </a:lnTo>
                  <a:lnTo>
                    <a:pt x="1045861" y="734862"/>
                  </a:lnTo>
                  <a:lnTo>
                    <a:pt x="1016113" y="734145"/>
                  </a:lnTo>
                  <a:lnTo>
                    <a:pt x="1000653" y="733803"/>
                  </a:lnTo>
                  <a:lnTo>
                    <a:pt x="995402" y="733697"/>
                  </a:lnTo>
                  <a:lnTo>
                    <a:pt x="994940" y="733688"/>
                  </a:lnTo>
                  <a:lnTo>
                    <a:pt x="0" y="733688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20" name="pl819"/>
            <p:cNvSpPr/>
            <p:nvPr/>
          </p:nvSpPr>
          <p:spPr>
            <a:xfrm>
              <a:off x="1199187" y="1603469"/>
              <a:ext cx="12049831" cy="1876147"/>
            </a:xfrm>
            <a:custGeom>
              <a:avLst/>
              <a:pathLst>
                <a:path w="12049831" h="1876147">
                  <a:moveTo>
                    <a:pt x="0" y="733688"/>
                  </a:moveTo>
                  <a:lnTo>
                    <a:pt x="994940" y="733688"/>
                  </a:lnTo>
                  <a:lnTo>
                    <a:pt x="996066" y="733710"/>
                  </a:lnTo>
                  <a:lnTo>
                    <a:pt x="1003499" y="733864"/>
                  </a:lnTo>
                  <a:lnTo>
                    <a:pt x="1022339" y="734289"/>
                  </a:lnTo>
                  <a:lnTo>
                    <a:pt x="1056281" y="735128"/>
                  </a:lnTo>
                  <a:lnTo>
                    <a:pt x="1107395" y="736513"/>
                  </a:lnTo>
                  <a:lnTo>
                    <a:pt x="1175971" y="738561"/>
                  </a:lnTo>
                  <a:lnTo>
                    <a:pt x="1260577" y="741357"/>
                  </a:lnTo>
                  <a:lnTo>
                    <a:pt x="1358373" y="744951"/>
                  </a:lnTo>
                  <a:lnTo>
                    <a:pt x="1465623" y="749363"/>
                  </a:lnTo>
                  <a:lnTo>
                    <a:pt x="1578287" y="754590"/>
                  </a:lnTo>
                  <a:lnTo>
                    <a:pt x="1692549" y="760616"/>
                  </a:lnTo>
                  <a:lnTo>
                    <a:pt x="1805181" y="767424"/>
                  </a:lnTo>
                  <a:lnTo>
                    <a:pt x="1913729" y="775012"/>
                  </a:lnTo>
                  <a:lnTo>
                    <a:pt x="2016539" y="783393"/>
                  </a:lnTo>
                  <a:lnTo>
                    <a:pt x="2112679" y="792604"/>
                  </a:lnTo>
                  <a:lnTo>
                    <a:pt x="2201801" y="802710"/>
                  </a:lnTo>
                  <a:lnTo>
                    <a:pt x="2284001" y="813798"/>
                  </a:lnTo>
                  <a:lnTo>
                    <a:pt x="2359679" y="825980"/>
                  </a:lnTo>
                  <a:lnTo>
                    <a:pt x="2429438" y="839390"/>
                  </a:lnTo>
                  <a:lnTo>
                    <a:pt x="2493993" y="854176"/>
                  </a:lnTo>
                  <a:lnTo>
                    <a:pt x="2554111" y="870493"/>
                  </a:lnTo>
                  <a:lnTo>
                    <a:pt x="2610561" y="888488"/>
                  </a:lnTo>
                  <a:lnTo>
                    <a:pt x="2664076" y="908273"/>
                  </a:lnTo>
                  <a:lnTo>
                    <a:pt x="2702183" y="924098"/>
                  </a:lnTo>
                  <a:lnTo>
                    <a:pt x="2758325" y="950115"/>
                  </a:lnTo>
                  <a:lnTo>
                    <a:pt x="2812817" y="978514"/>
                  </a:lnTo>
                  <a:lnTo>
                    <a:pt x="2866219" y="1009336"/>
                  </a:lnTo>
                  <a:lnTo>
                    <a:pt x="2918957" y="1042561"/>
                  </a:lnTo>
                  <a:lnTo>
                    <a:pt x="2971343" y="1078094"/>
                  </a:lnTo>
                  <a:lnTo>
                    <a:pt x="3023597" y="1115766"/>
                  </a:lnTo>
                  <a:lnTo>
                    <a:pt x="3075858" y="1155329"/>
                  </a:lnTo>
                  <a:lnTo>
                    <a:pt x="3128199" y="1196459"/>
                  </a:lnTo>
                  <a:lnTo>
                    <a:pt x="3180638" y="1238767"/>
                  </a:lnTo>
                  <a:lnTo>
                    <a:pt x="3233153" y="1281810"/>
                  </a:lnTo>
                  <a:lnTo>
                    <a:pt x="3285697" y="1325114"/>
                  </a:lnTo>
                  <a:lnTo>
                    <a:pt x="3338215" y="1368190"/>
                  </a:lnTo>
                  <a:lnTo>
                    <a:pt x="3390660" y="1410561"/>
                  </a:lnTo>
                  <a:lnTo>
                    <a:pt x="3443007" y="1451783"/>
                  </a:lnTo>
                  <a:lnTo>
                    <a:pt x="3495273" y="1491462"/>
                  </a:lnTo>
                  <a:lnTo>
                    <a:pt x="3547524" y="1529270"/>
                  </a:lnTo>
                  <a:lnTo>
                    <a:pt x="3599895" y="1564954"/>
                  </a:lnTo>
                  <a:lnTo>
                    <a:pt x="3652600" y="1598337"/>
                  </a:lnTo>
                  <a:lnTo>
                    <a:pt x="3705946" y="1629323"/>
                  </a:lnTo>
                  <a:lnTo>
                    <a:pt x="3760349" y="1657884"/>
                  </a:lnTo>
                  <a:lnTo>
                    <a:pt x="3816358" y="1684059"/>
                  </a:lnTo>
                  <a:lnTo>
                    <a:pt x="3820202" y="1685737"/>
                  </a:lnTo>
                  <a:lnTo>
                    <a:pt x="3871974" y="1706880"/>
                  </a:lnTo>
                  <a:lnTo>
                    <a:pt x="3926185" y="1726192"/>
                  </a:lnTo>
                  <a:lnTo>
                    <a:pt x="3983515" y="1743738"/>
                  </a:lnTo>
                  <a:lnTo>
                    <a:pt x="4044711" y="1759643"/>
                  </a:lnTo>
                  <a:lnTo>
                    <a:pt x="4110546" y="1774056"/>
                  </a:lnTo>
                  <a:lnTo>
                    <a:pt x="4181779" y="1787133"/>
                  </a:lnTo>
                  <a:lnTo>
                    <a:pt x="4259100" y="1799019"/>
                  </a:lnTo>
                  <a:lnTo>
                    <a:pt x="4343071" y="1809841"/>
                  </a:lnTo>
                  <a:lnTo>
                    <a:pt x="4434023" y="1819707"/>
                  </a:lnTo>
                  <a:lnTo>
                    <a:pt x="4531951" y="1828698"/>
                  </a:lnTo>
                  <a:lnTo>
                    <a:pt x="4636369" y="1836871"/>
                  </a:lnTo>
                  <a:lnTo>
                    <a:pt x="4746169" y="1844255"/>
                  </a:lnTo>
                  <a:lnTo>
                    <a:pt x="4859493" y="1850861"/>
                  </a:lnTo>
                  <a:lnTo>
                    <a:pt x="4973679" y="1856681"/>
                  </a:lnTo>
                  <a:lnTo>
                    <a:pt x="5085321" y="1861697"/>
                  </a:lnTo>
                  <a:lnTo>
                    <a:pt x="5190499" y="1865897"/>
                  </a:lnTo>
                  <a:lnTo>
                    <a:pt x="5285200" y="1869280"/>
                  </a:lnTo>
                  <a:lnTo>
                    <a:pt x="5365865" y="1871875"/>
                  </a:lnTo>
                  <a:lnTo>
                    <a:pt x="5429974" y="1873741"/>
                  </a:lnTo>
                  <a:lnTo>
                    <a:pt x="5476524" y="1874972"/>
                  </a:lnTo>
                  <a:lnTo>
                    <a:pt x="5506272" y="1875690"/>
                  </a:lnTo>
                  <a:lnTo>
                    <a:pt x="5521732" y="1876031"/>
                  </a:lnTo>
                  <a:lnTo>
                    <a:pt x="5526983" y="1876138"/>
                  </a:lnTo>
                  <a:lnTo>
                    <a:pt x="5527445" y="1876147"/>
                  </a:lnTo>
                  <a:lnTo>
                    <a:pt x="6522385" y="1876147"/>
                  </a:lnTo>
                  <a:lnTo>
                    <a:pt x="6523495" y="1876112"/>
                  </a:lnTo>
                  <a:lnTo>
                    <a:pt x="6530818" y="1875863"/>
                  </a:lnTo>
                  <a:lnTo>
                    <a:pt x="6549387" y="1875175"/>
                  </a:lnTo>
                  <a:lnTo>
                    <a:pt x="6582860" y="1873819"/>
                  </a:lnTo>
                  <a:lnTo>
                    <a:pt x="6633304" y="1871578"/>
                  </a:lnTo>
                  <a:lnTo>
                    <a:pt x="6701049" y="1868266"/>
                  </a:lnTo>
                  <a:lnTo>
                    <a:pt x="6784727" y="1863741"/>
                  </a:lnTo>
                  <a:lnTo>
                    <a:pt x="6881579" y="1857921"/>
                  </a:lnTo>
                  <a:lnTo>
                    <a:pt x="6987952" y="1850770"/>
                  </a:lnTo>
                  <a:lnTo>
                    <a:pt x="7099867" y="1842295"/>
                  </a:lnTo>
                  <a:lnTo>
                    <a:pt x="7213545" y="1832521"/>
                  </a:lnTo>
                  <a:lnTo>
                    <a:pt x="7325770" y="1821473"/>
                  </a:lnTo>
                  <a:lnTo>
                    <a:pt x="7434079" y="1809159"/>
                  </a:lnTo>
                  <a:lnTo>
                    <a:pt x="7536795" y="1795558"/>
                  </a:lnTo>
                  <a:lnTo>
                    <a:pt x="7632954" y="1780612"/>
                  </a:lnTo>
                  <a:lnTo>
                    <a:pt x="7722176" y="1764223"/>
                  </a:lnTo>
                  <a:lnTo>
                    <a:pt x="7804524" y="1746251"/>
                  </a:lnTo>
                  <a:lnTo>
                    <a:pt x="7880375" y="1726518"/>
                  </a:lnTo>
                  <a:lnTo>
                    <a:pt x="7950306" y="1704811"/>
                  </a:lnTo>
                  <a:lnTo>
                    <a:pt x="8015014" y="1680891"/>
                  </a:lnTo>
                  <a:lnTo>
                    <a:pt x="8075251" y="1654509"/>
                  </a:lnTo>
                  <a:lnTo>
                    <a:pt x="8131777" y="1625424"/>
                  </a:lnTo>
                  <a:lnTo>
                    <a:pt x="8185320" y="1593445"/>
                  </a:lnTo>
                  <a:lnTo>
                    <a:pt x="8229629" y="1563455"/>
                  </a:lnTo>
                  <a:lnTo>
                    <a:pt x="8280130" y="1525265"/>
                  </a:lnTo>
                  <a:lnTo>
                    <a:pt x="8329249" y="1483930"/>
                  </a:lnTo>
                  <a:lnTo>
                    <a:pt x="8377410" y="1439390"/>
                  </a:lnTo>
                  <a:lnTo>
                    <a:pt x="8424941" y="1391648"/>
                  </a:lnTo>
                  <a:lnTo>
                    <a:pt x="8472097" y="1340786"/>
                  </a:lnTo>
                  <a:lnTo>
                    <a:pt x="8519066" y="1286961"/>
                  </a:lnTo>
                  <a:lnTo>
                    <a:pt x="8565980" y="1230417"/>
                  </a:lnTo>
                  <a:lnTo>
                    <a:pt x="8612923" y="1171481"/>
                  </a:lnTo>
                  <a:lnTo>
                    <a:pt x="8659936" y="1110557"/>
                  </a:lnTo>
                  <a:lnTo>
                    <a:pt x="8707028" y="1048118"/>
                  </a:lnTo>
                  <a:lnTo>
                    <a:pt x="8754182" y="984692"/>
                  </a:lnTo>
                  <a:lnTo>
                    <a:pt x="8801366" y="920842"/>
                  </a:lnTo>
                  <a:lnTo>
                    <a:pt x="8848538" y="857149"/>
                  </a:lnTo>
                  <a:lnTo>
                    <a:pt x="8895662" y="794187"/>
                  </a:lnTo>
                  <a:lnTo>
                    <a:pt x="8942712" y="732503"/>
                  </a:lnTo>
                  <a:lnTo>
                    <a:pt x="8989684" y="672597"/>
                  </a:lnTo>
                  <a:lnTo>
                    <a:pt x="9036604" y="614906"/>
                  </a:lnTo>
                  <a:lnTo>
                    <a:pt x="9083534" y="559794"/>
                  </a:lnTo>
                  <a:lnTo>
                    <a:pt x="9130584" y="507542"/>
                  </a:lnTo>
                  <a:lnTo>
                    <a:pt x="9177915" y="458349"/>
                  </a:lnTo>
                  <a:lnTo>
                    <a:pt x="9225750" y="412329"/>
                  </a:lnTo>
                  <a:lnTo>
                    <a:pt x="9274381" y="369522"/>
                  </a:lnTo>
                  <a:lnTo>
                    <a:pt x="9324187" y="329895"/>
                  </a:lnTo>
                  <a:lnTo>
                    <a:pt x="9347647" y="312691"/>
                  </a:lnTo>
                  <a:lnTo>
                    <a:pt x="9399147" y="278140"/>
                  </a:lnTo>
                  <a:lnTo>
                    <a:pt x="9453058" y="246566"/>
                  </a:lnTo>
                  <a:lnTo>
                    <a:pt x="9510049" y="217864"/>
                  </a:lnTo>
                  <a:lnTo>
                    <a:pt x="9570854" y="191834"/>
                  </a:lnTo>
                  <a:lnTo>
                    <a:pt x="9636234" y="168233"/>
                  </a:lnTo>
                  <a:lnTo>
                    <a:pt x="9706938" y="146810"/>
                  </a:lnTo>
                  <a:lnTo>
                    <a:pt x="9783649" y="127330"/>
                  </a:lnTo>
                  <a:lnTo>
                    <a:pt x="9866924" y="109585"/>
                  </a:lnTo>
                  <a:lnTo>
                    <a:pt x="9957102" y="93401"/>
                  </a:lnTo>
                  <a:lnTo>
                    <a:pt x="10054194" y="78645"/>
                  </a:lnTo>
                  <a:lnTo>
                    <a:pt x="10157748" y="65223"/>
                  </a:lnTo>
                  <a:lnTo>
                    <a:pt x="10266711" y="53083"/>
                  </a:lnTo>
                  <a:lnTo>
                    <a:pt x="10379299" y="42209"/>
                  </a:lnTo>
                  <a:lnTo>
                    <a:pt x="10492941" y="32611"/>
                  </a:lnTo>
                  <a:lnTo>
                    <a:pt x="10604328" y="24317"/>
                  </a:lnTo>
                  <a:lnTo>
                    <a:pt x="10709629" y="17349"/>
                  </a:lnTo>
                  <a:lnTo>
                    <a:pt x="10804877" y="11709"/>
                  </a:lnTo>
                  <a:lnTo>
                    <a:pt x="10886507" y="7357"/>
                  </a:lnTo>
                  <a:lnTo>
                    <a:pt x="10951924" y="4201"/>
                  </a:lnTo>
                  <a:lnTo>
                    <a:pt x="10999982" y="2093"/>
                  </a:lnTo>
                  <a:lnTo>
                    <a:pt x="11031251" y="842"/>
                  </a:lnTo>
                  <a:lnTo>
                    <a:pt x="11048029" y="228"/>
                  </a:lnTo>
                  <a:lnTo>
                    <a:pt x="11054173" y="2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1" name="pl820"/>
            <p:cNvSpPr/>
            <p:nvPr/>
          </p:nvSpPr>
          <p:spPr>
            <a:xfrm>
              <a:off x="1199187" y="1592988"/>
              <a:ext cx="12049831" cy="1876147"/>
            </a:xfrm>
            <a:custGeom>
              <a:avLst/>
              <a:pathLst>
                <a:path w="12049831" h="1876147">
                  <a:moveTo>
                    <a:pt x="12049831" y="0"/>
                  </a:moveTo>
                  <a:lnTo>
                    <a:pt x="11054891" y="0"/>
                  </a:lnTo>
                  <a:lnTo>
                    <a:pt x="11053782" y="34"/>
                  </a:lnTo>
                  <a:lnTo>
                    <a:pt x="11046459" y="283"/>
                  </a:lnTo>
                  <a:lnTo>
                    <a:pt x="11027890" y="971"/>
                  </a:lnTo>
                  <a:lnTo>
                    <a:pt x="10994417" y="2327"/>
                  </a:lnTo>
                  <a:lnTo>
                    <a:pt x="10943972" y="4568"/>
                  </a:lnTo>
                  <a:lnTo>
                    <a:pt x="10876228" y="7880"/>
                  </a:lnTo>
                  <a:lnTo>
                    <a:pt x="10792550" y="12405"/>
                  </a:lnTo>
                  <a:lnTo>
                    <a:pt x="10695697" y="18225"/>
                  </a:lnTo>
                  <a:lnTo>
                    <a:pt x="10589325" y="25376"/>
                  </a:lnTo>
                  <a:lnTo>
                    <a:pt x="10477410" y="33851"/>
                  </a:lnTo>
                  <a:lnTo>
                    <a:pt x="10363731" y="43625"/>
                  </a:lnTo>
                  <a:lnTo>
                    <a:pt x="10251506" y="54673"/>
                  </a:lnTo>
                  <a:lnTo>
                    <a:pt x="10143197" y="66987"/>
                  </a:lnTo>
                  <a:lnTo>
                    <a:pt x="10040481" y="80588"/>
                  </a:lnTo>
                  <a:lnTo>
                    <a:pt x="9944323" y="95534"/>
                  </a:lnTo>
                  <a:lnTo>
                    <a:pt x="9855101" y="111923"/>
                  </a:lnTo>
                  <a:lnTo>
                    <a:pt x="9772752" y="129895"/>
                  </a:lnTo>
                  <a:lnTo>
                    <a:pt x="9696901" y="149628"/>
                  </a:lnTo>
                  <a:lnTo>
                    <a:pt x="9626970" y="171335"/>
                  </a:lnTo>
                  <a:lnTo>
                    <a:pt x="9562262" y="195255"/>
                  </a:lnTo>
                  <a:lnTo>
                    <a:pt x="9502025" y="221637"/>
                  </a:lnTo>
                  <a:lnTo>
                    <a:pt x="9445499" y="250722"/>
                  </a:lnTo>
                  <a:lnTo>
                    <a:pt x="9391957" y="282701"/>
                  </a:lnTo>
                  <a:lnTo>
                    <a:pt x="9347647" y="312691"/>
                  </a:lnTo>
                  <a:lnTo>
                    <a:pt x="9297147" y="350881"/>
                  </a:lnTo>
                  <a:lnTo>
                    <a:pt x="9248027" y="392216"/>
                  </a:lnTo>
                  <a:lnTo>
                    <a:pt x="9199867" y="436756"/>
                  </a:lnTo>
                  <a:lnTo>
                    <a:pt x="9152336" y="484498"/>
                  </a:lnTo>
                  <a:lnTo>
                    <a:pt x="9105180" y="535360"/>
                  </a:lnTo>
                  <a:lnTo>
                    <a:pt x="9058211" y="589185"/>
                  </a:lnTo>
                  <a:lnTo>
                    <a:pt x="9011296" y="645729"/>
                  </a:lnTo>
                  <a:lnTo>
                    <a:pt x="8964354" y="704665"/>
                  </a:lnTo>
                  <a:lnTo>
                    <a:pt x="8917341" y="765589"/>
                  </a:lnTo>
                  <a:lnTo>
                    <a:pt x="8870249" y="828028"/>
                  </a:lnTo>
                  <a:lnTo>
                    <a:pt x="8823094" y="891454"/>
                  </a:lnTo>
                  <a:lnTo>
                    <a:pt x="8775911" y="955304"/>
                  </a:lnTo>
                  <a:lnTo>
                    <a:pt x="8728738" y="1018997"/>
                  </a:lnTo>
                  <a:lnTo>
                    <a:pt x="8681614" y="1081959"/>
                  </a:lnTo>
                  <a:lnTo>
                    <a:pt x="8634564" y="1143643"/>
                  </a:lnTo>
                  <a:lnTo>
                    <a:pt x="8587592" y="1203549"/>
                  </a:lnTo>
                  <a:lnTo>
                    <a:pt x="8540673" y="1261240"/>
                  </a:lnTo>
                  <a:lnTo>
                    <a:pt x="8493742" y="1316352"/>
                  </a:lnTo>
                  <a:lnTo>
                    <a:pt x="8446692" y="1368604"/>
                  </a:lnTo>
                  <a:lnTo>
                    <a:pt x="8399361" y="1417797"/>
                  </a:lnTo>
                  <a:lnTo>
                    <a:pt x="8351527" y="1463817"/>
                  </a:lnTo>
                  <a:lnTo>
                    <a:pt x="8302895" y="1506624"/>
                  </a:lnTo>
                  <a:lnTo>
                    <a:pt x="8253090" y="1546251"/>
                  </a:lnTo>
                  <a:lnTo>
                    <a:pt x="8229629" y="1563455"/>
                  </a:lnTo>
                  <a:lnTo>
                    <a:pt x="8178129" y="1598006"/>
                  </a:lnTo>
                  <a:lnTo>
                    <a:pt x="8124218" y="1629580"/>
                  </a:lnTo>
                  <a:lnTo>
                    <a:pt x="8067228" y="1658282"/>
                  </a:lnTo>
                  <a:lnTo>
                    <a:pt x="8006423" y="1684312"/>
                  </a:lnTo>
                  <a:lnTo>
                    <a:pt x="7941042" y="1707913"/>
                  </a:lnTo>
                  <a:lnTo>
                    <a:pt x="7870339" y="1729336"/>
                  </a:lnTo>
                  <a:lnTo>
                    <a:pt x="7793628" y="1748816"/>
                  </a:lnTo>
                  <a:lnTo>
                    <a:pt x="7710353" y="1766561"/>
                  </a:lnTo>
                  <a:lnTo>
                    <a:pt x="7620175" y="1782745"/>
                  </a:lnTo>
                  <a:lnTo>
                    <a:pt x="7523083" y="1797501"/>
                  </a:lnTo>
                  <a:lnTo>
                    <a:pt x="7419528" y="1810923"/>
                  </a:lnTo>
                  <a:lnTo>
                    <a:pt x="7310566" y="1823063"/>
                  </a:lnTo>
                  <a:lnTo>
                    <a:pt x="7197978" y="1833937"/>
                  </a:lnTo>
                  <a:lnTo>
                    <a:pt x="7084336" y="1843535"/>
                  </a:lnTo>
                  <a:lnTo>
                    <a:pt x="6972948" y="1851829"/>
                  </a:lnTo>
                  <a:lnTo>
                    <a:pt x="6867647" y="1858797"/>
                  </a:lnTo>
                  <a:lnTo>
                    <a:pt x="6772399" y="1864437"/>
                  </a:lnTo>
                  <a:lnTo>
                    <a:pt x="6690769" y="1868789"/>
                  </a:lnTo>
                  <a:lnTo>
                    <a:pt x="6625353" y="1871945"/>
                  </a:lnTo>
                  <a:lnTo>
                    <a:pt x="6577294" y="1874053"/>
                  </a:lnTo>
                  <a:lnTo>
                    <a:pt x="6546025" y="1875304"/>
                  </a:lnTo>
                  <a:lnTo>
                    <a:pt x="6529247" y="1875918"/>
                  </a:lnTo>
                  <a:lnTo>
                    <a:pt x="6523103" y="1876124"/>
                  </a:lnTo>
                  <a:lnTo>
                    <a:pt x="6522385" y="1876147"/>
                  </a:lnTo>
                  <a:lnTo>
                    <a:pt x="5527445" y="1876147"/>
                  </a:lnTo>
                  <a:lnTo>
                    <a:pt x="5526319" y="1876125"/>
                  </a:lnTo>
                  <a:lnTo>
                    <a:pt x="5518886" y="1875971"/>
                  </a:lnTo>
                  <a:lnTo>
                    <a:pt x="5500046" y="1875545"/>
                  </a:lnTo>
                  <a:lnTo>
                    <a:pt x="5466104" y="1874707"/>
                  </a:lnTo>
                  <a:lnTo>
                    <a:pt x="5414990" y="1873321"/>
                  </a:lnTo>
                  <a:lnTo>
                    <a:pt x="5346414" y="1871273"/>
                  </a:lnTo>
                  <a:lnTo>
                    <a:pt x="5261808" y="1868478"/>
                  </a:lnTo>
                  <a:lnTo>
                    <a:pt x="5164012" y="1864884"/>
                  </a:lnTo>
                  <a:lnTo>
                    <a:pt x="5056762" y="1860471"/>
                  </a:lnTo>
                  <a:lnTo>
                    <a:pt x="4944098" y="1855245"/>
                  </a:lnTo>
                  <a:lnTo>
                    <a:pt x="4829836" y="1849219"/>
                  </a:lnTo>
                  <a:lnTo>
                    <a:pt x="4717204" y="1842411"/>
                  </a:lnTo>
                  <a:lnTo>
                    <a:pt x="4608656" y="1834823"/>
                  </a:lnTo>
                  <a:lnTo>
                    <a:pt x="4505846" y="1826442"/>
                  </a:lnTo>
                  <a:lnTo>
                    <a:pt x="4409706" y="1817230"/>
                  </a:lnTo>
                  <a:lnTo>
                    <a:pt x="4320584" y="1807125"/>
                  </a:lnTo>
                  <a:lnTo>
                    <a:pt x="4238384" y="1796037"/>
                  </a:lnTo>
                  <a:lnTo>
                    <a:pt x="4162706" y="1783854"/>
                  </a:lnTo>
                  <a:lnTo>
                    <a:pt x="4092947" y="1770445"/>
                  </a:lnTo>
                  <a:lnTo>
                    <a:pt x="4028392" y="1755659"/>
                  </a:lnTo>
                  <a:lnTo>
                    <a:pt x="3968274" y="1739341"/>
                  </a:lnTo>
                  <a:lnTo>
                    <a:pt x="3911824" y="1721347"/>
                  </a:lnTo>
                  <a:lnTo>
                    <a:pt x="3858309" y="1701562"/>
                  </a:lnTo>
                  <a:lnTo>
                    <a:pt x="3820202" y="1685737"/>
                  </a:lnTo>
                  <a:lnTo>
                    <a:pt x="3764060" y="1659719"/>
                  </a:lnTo>
                  <a:lnTo>
                    <a:pt x="3709568" y="1631321"/>
                  </a:lnTo>
                  <a:lnTo>
                    <a:pt x="3656166" y="1600498"/>
                  </a:lnTo>
                  <a:lnTo>
                    <a:pt x="3603428" y="1567274"/>
                  </a:lnTo>
                  <a:lnTo>
                    <a:pt x="3551042" y="1531741"/>
                  </a:lnTo>
                  <a:lnTo>
                    <a:pt x="3498788" y="1494069"/>
                  </a:lnTo>
                  <a:lnTo>
                    <a:pt x="3446527" y="1454506"/>
                  </a:lnTo>
                  <a:lnTo>
                    <a:pt x="3394186" y="1413376"/>
                  </a:lnTo>
                  <a:lnTo>
                    <a:pt x="3341747" y="1371068"/>
                  </a:lnTo>
                  <a:lnTo>
                    <a:pt x="3289232" y="1328025"/>
                  </a:lnTo>
                  <a:lnTo>
                    <a:pt x="3236688" y="1284721"/>
                  </a:lnTo>
                  <a:lnTo>
                    <a:pt x="3184170" y="1241645"/>
                  </a:lnTo>
                  <a:lnTo>
                    <a:pt x="3131725" y="1199274"/>
                  </a:lnTo>
                  <a:lnTo>
                    <a:pt x="3079378" y="1158052"/>
                  </a:lnTo>
                  <a:lnTo>
                    <a:pt x="3027112" y="1118372"/>
                  </a:lnTo>
                  <a:lnTo>
                    <a:pt x="2974861" y="1080564"/>
                  </a:lnTo>
                  <a:lnTo>
                    <a:pt x="2922490" y="1044881"/>
                  </a:lnTo>
                  <a:lnTo>
                    <a:pt x="2869785" y="1011497"/>
                  </a:lnTo>
                  <a:lnTo>
                    <a:pt x="2816439" y="980512"/>
                  </a:lnTo>
                  <a:lnTo>
                    <a:pt x="2762036" y="951951"/>
                  </a:lnTo>
                  <a:lnTo>
                    <a:pt x="2706027" y="925776"/>
                  </a:lnTo>
                  <a:lnTo>
                    <a:pt x="2702183" y="924098"/>
                  </a:lnTo>
                  <a:lnTo>
                    <a:pt x="2650411" y="902955"/>
                  </a:lnTo>
                  <a:lnTo>
                    <a:pt x="2596200" y="883643"/>
                  </a:lnTo>
                  <a:lnTo>
                    <a:pt x="2538870" y="866097"/>
                  </a:lnTo>
                  <a:lnTo>
                    <a:pt x="2477674" y="850192"/>
                  </a:lnTo>
                  <a:lnTo>
                    <a:pt x="2411839" y="835779"/>
                  </a:lnTo>
                  <a:lnTo>
                    <a:pt x="2340606" y="822702"/>
                  </a:lnTo>
                  <a:lnTo>
                    <a:pt x="2263284" y="810816"/>
                  </a:lnTo>
                  <a:lnTo>
                    <a:pt x="2179314" y="799993"/>
                  </a:lnTo>
                  <a:lnTo>
                    <a:pt x="2088362" y="790127"/>
                  </a:lnTo>
                  <a:lnTo>
                    <a:pt x="1990434" y="781136"/>
                  </a:lnTo>
                  <a:lnTo>
                    <a:pt x="1886016" y="772964"/>
                  </a:lnTo>
                  <a:lnTo>
                    <a:pt x="1776216" y="765580"/>
                  </a:lnTo>
                  <a:lnTo>
                    <a:pt x="1662892" y="758974"/>
                  </a:lnTo>
                  <a:lnTo>
                    <a:pt x="1548706" y="753154"/>
                  </a:lnTo>
                  <a:lnTo>
                    <a:pt x="1437064" y="748138"/>
                  </a:lnTo>
                  <a:lnTo>
                    <a:pt x="1331886" y="743938"/>
                  </a:lnTo>
                  <a:lnTo>
                    <a:pt x="1237185" y="740555"/>
                  </a:lnTo>
                  <a:lnTo>
                    <a:pt x="1156520" y="737960"/>
                  </a:lnTo>
                  <a:lnTo>
                    <a:pt x="1092411" y="736094"/>
                  </a:lnTo>
                  <a:lnTo>
                    <a:pt x="1045861" y="734862"/>
                  </a:lnTo>
                  <a:lnTo>
                    <a:pt x="1016113" y="734145"/>
                  </a:lnTo>
                  <a:lnTo>
                    <a:pt x="1000653" y="733803"/>
                  </a:lnTo>
                  <a:lnTo>
                    <a:pt x="995402" y="733697"/>
                  </a:lnTo>
                  <a:lnTo>
                    <a:pt x="994940" y="733688"/>
                  </a:lnTo>
                  <a:lnTo>
                    <a:pt x="0" y="733688"/>
                  </a:lnTo>
                  <a:lnTo>
                    <a:pt x="0" y="7336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2" name="pg821"/>
            <p:cNvSpPr/>
            <p:nvPr/>
          </p:nvSpPr>
          <p:spPr>
            <a:xfrm>
              <a:off x="1199187" y="2206142"/>
              <a:ext cx="12049831" cy="1278714"/>
            </a:xfrm>
            <a:custGeom>
              <a:avLst/>
              <a:pathLst>
                <a:path w="12049831" h="1278714">
                  <a:moveTo>
                    <a:pt x="0" y="136256"/>
                  </a:moveTo>
                  <a:lnTo>
                    <a:pt x="994940" y="136256"/>
                  </a:lnTo>
                  <a:lnTo>
                    <a:pt x="996066" y="136278"/>
                  </a:lnTo>
                  <a:lnTo>
                    <a:pt x="1003499" y="136432"/>
                  </a:lnTo>
                  <a:lnTo>
                    <a:pt x="1022339" y="136857"/>
                  </a:lnTo>
                  <a:lnTo>
                    <a:pt x="1056281" y="137695"/>
                  </a:lnTo>
                  <a:lnTo>
                    <a:pt x="1107395" y="139081"/>
                  </a:lnTo>
                  <a:lnTo>
                    <a:pt x="1175971" y="141129"/>
                  </a:lnTo>
                  <a:lnTo>
                    <a:pt x="1260577" y="143924"/>
                  </a:lnTo>
                  <a:lnTo>
                    <a:pt x="1358373" y="147519"/>
                  </a:lnTo>
                  <a:lnTo>
                    <a:pt x="1465623" y="151931"/>
                  </a:lnTo>
                  <a:lnTo>
                    <a:pt x="1578287" y="157158"/>
                  </a:lnTo>
                  <a:lnTo>
                    <a:pt x="1692549" y="163183"/>
                  </a:lnTo>
                  <a:lnTo>
                    <a:pt x="1805181" y="169992"/>
                  </a:lnTo>
                  <a:lnTo>
                    <a:pt x="1913729" y="177579"/>
                  </a:lnTo>
                  <a:lnTo>
                    <a:pt x="2016539" y="185960"/>
                  </a:lnTo>
                  <a:lnTo>
                    <a:pt x="2112679" y="195172"/>
                  </a:lnTo>
                  <a:lnTo>
                    <a:pt x="2201801" y="205278"/>
                  </a:lnTo>
                  <a:lnTo>
                    <a:pt x="2284001" y="216366"/>
                  </a:lnTo>
                  <a:lnTo>
                    <a:pt x="2359679" y="228548"/>
                  </a:lnTo>
                  <a:lnTo>
                    <a:pt x="2429438" y="241958"/>
                  </a:lnTo>
                  <a:lnTo>
                    <a:pt x="2493993" y="256744"/>
                  </a:lnTo>
                  <a:lnTo>
                    <a:pt x="2554111" y="273061"/>
                  </a:lnTo>
                  <a:lnTo>
                    <a:pt x="2610561" y="291056"/>
                  </a:lnTo>
                  <a:lnTo>
                    <a:pt x="2664076" y="310841"/>
                  </a:lnTo>
                  <a:lnTo>
                    <a:pt x="2702183" y="326666"/>
                  </a:lnTo>
                  <a:lnTo>
                    <a:pt x="2758325" y="352683"/>
                  </a:lnTo>
                  <a:lnTo>
                    <a:pt x="2812817" y="381082"/>
                  </a:lnTo>
                  <a:lnTo>
                    <a:pt x="2866219" y="411904"/>
                  </a:lnTo>
                  <a:lnTo>
                    <a:pt x="2918957" y="445128"/>
                  </a:lnTo>
                  <a:lnTo>
                    <a:pt x="2971343" y="480662"/>
                  </a:lnTo>
                  <a:lnTo>
                    <a:pt x="3023597" y="518334"/>
                  </a:lnTo>
                  <a:lnTo>
                    <a:pt x="3075858" y="557897"/>
                  </a:lnTo>
                  <a:lnTo>
                    <a:pt x="3128199" y="599027"/>
                  </a:lnTo>
                  <a:lnTo>
                    <a:pt x="3180638" y="641334"/>
                  </a:lnTo>
                  <a:lnTo>
                    <a:pt x="3233153" y="684378"/>
                  </a:lnTo>
                  <a:lnTo>
                    <a:pt x="3285697" y="727681"/>
                  </a:lnTo>
                  <a:lnTo>
                    <a:pt x="3338215" y="770757"/>
                  </a:lnTo>
                  <a:lnTo>
                    <a:pt x="3390660" y="813129"/>
                  </a:lnTo>
                  <a:lnTo>
                    <a:pt x="3443007" y="854351"/>
                  </a:lnTo>
                  <a:lnTo>
                    <a:pt x="3495273" y="894030"/>
                  </a:lnTo>
                  <a:lnTo>
                    <a:pt x="3547524" y="931838"/>
                  </a:lnTo>
                  <a:lnTo>
                    <a:pt x="3599895" y="967522"/>
                  </a:lnTo>
                  <a:lnTo>
                    <a:pt x="3652600" y="1000905"/>
                  </a:lnTo>
                  <a:lnTo>
                    <a:pt x="3705946" y="1031890"/>
                  </a:lnTo>
                  <a:lnTo>
                    <a:pt x="3760349" y="1060452"/>
                  </a:lnTo>
                  <a:lnTo>
                    <a:pt x="3816358" y="1086627"/>
                  </a:lnTo>
                  <a:lnTo>
                    <a:pt x="3820202" y="1088305"/>
                  </a:lnTo>
                  <a:lnTo>
                    <a:pt x="3871974" y="1109448"/>
                  </a:lnTo>
                  <a:lnTo>
                    <a:pt x="3926185" y="1128760"/>
                  </a:lnTo>
                  <a:lnTo>
                    <a:pt x="3983515" y="1146306"/>
                  </a:lnTo>
                  <a:lnTo>
                    <a:pt x="4044711" y="1162210"/>
                  </a:lnTo>
                  <a:lnTo>
                    <a:pt x="4110546" y="1176624"/>
                  </a:lnTo>
                  <a:lnTo>
                    <a:pt x="4181779" y="1189701"/>
                  </a:lnTo>
                  <a:lnTo>
                    <a:pt x="4259100" y="1201586"/>
                  </a:lnTo>
                  <a:lnTo>
                    <a:pt x="4343071" y="1212409"/>
                  </a:lnTo>
                  <a:lnTo>
                    <a:pt x="4434023" y="1222275"/>
                  </a:lnTo>
                  <a:lnTo>
                    <a:pt x="4531951" y="1231266"/>
                  </a:lnTo>
                  <a:lnTo>
                    <a:pt x="4636369" y="1239438"/>
                  </a:lnTo>
                  <a:lnTo>
                    <a:pt x="4746169" y="1246823"/>
                  </a:lnTo>
                  <a:lnTo>
                    <a:pt x="4859493" y="1253429"/>
                  </a:lnTo>
                  <a:lnTo>
                    <a:pt x="4973679" y="1259248"/>
                  </a:lnTo>
                  <a:lnTo>
                    <a:pt x="5085321" y="1264265"/>
                  </a:lnTo>
                  <a:lnTo>
                    <a:pt x="5190499" y="1268464"/>
                  </a:lnTo>
                  <a:lnTo>
                    <a:pt x="5285200" y="1271848"/>
                  </a:lnTo>
                  <a:lnTo>
                    <a:pt x="5365865" y="1274442"/>
                  </a:lnTo>
                  <a:lnTo>
                    <a:pt x="5429974" y="1276309"/>
                  </a:lnTo>
                  <a:lnTo>
                    <a:pt x="5476524" y="1277540"/>
                  </a:lnTo>
                  <a:lnTo>
                    <a:pt x="5506272" y="1278258"/>
                  </a:lnTo>
                  <a:lnTo>
                    <a:pt x="5521732" y="1278599"/>
                  </a:lnTo>
                  <a:lnTo>
                    <a:pt x="5526983" y="1278705"/>
                  </a:lnTo>
                  <a:lnTo>
                    <a:pt x="5527445" y="1278714"/>
                  </a:lnTo>
                  <a:lnTo>
                    <a:pt x="6522385" y="1278714"/>
                  </a:lnTo>
                  <a:lnTo>
                    <a:pt x="6523509" y="1278690"/>
                  </a:lnTo>
                  <a:lnTo>
                    <a:pt x="6530926" y="1278519"/>
                  </a:lnTo>
                  <a:lnTo>
                    <a:pt x="6549727" y="1278046"/>
                  </a:lnTo>
                  <a:lnTo>
                    <a:pt x="6583601" y="1277113"/>
                  </a:lnTo>
                  <a:lnTo>
                    <a:pt x="6634618" y="1275572"/>
                  </a:lnTo>
                  <a:lnTo>
                    <a:pt x="6703074" y="1273294"/>
                  </a:lnTo>
                  <a:lnTo>
                    <a:pt x="6787546" y="1270185"/>
                  </a:lnTo>
                  <a:lnTo>
                    <a:pt x="6885205" y="1266187"/>
                  </a:lnTo>
                  <a:lnTo>
                    <a:pt x="6992328" y="1261277"/>
                  </a:lnTo>
                  <a:lnTo>
                    <a:pt x="7104885" y="1255462"/>
                  </a:lnTo>
                  <a:lnTo>
                    <a:pt x="7219063" y="1248757"/>
                  </a:lnTo>
                  <a:lnTo>
                    <a:pt x="7331637" y="1241181"/>
                  </a:lnTo>
                  <a:lnTo>
                    <a:pt x="7440151" y="1232738"/>
                  </a:lnTo>
                  <a:lnTo>
                    <a:pt x="7542948" y="1223412"/>
                  </a:lnTo>
                  <a:lnTo>
                    <a:pt x="7639091" y="1213161"/>
                  </a:lnTo>
                  <a:lnTo>
                    <a:pt x="7728228" y="1201917"/>
                  </a:lnTo>
                  <a:lnTo>
                    <a:pt x="7810449" y="1189581"/>
                  </a:lnTo>
                  <a:lnTo>
                    <a:pt x="7886153" y="1176029"/>
                  </a:lnTo>
                  <a:lnTo>
                    <a:pt x="7955937" y="1161112"/>
                  </a:lnTo>
                  <a:lnTo>
                    <a:pt x="8020514" y="1144666"/>
                  </a:lnTo>
                  <a:lnTo>
                    <a:pt x="8080648" y="1126519"/>
                  </a:lnTo>
                  <a:lnTo>
                    <a:pt x="8137109" y="1106506"/>
                  </a:lnTo>
                  <a:lnTo>
                    <a:pt x="8190628" y="1084503"/>
                  </a:lnTo>
                  <a:lnTo>
                    <a:pt x="8229629" y="1066469"/>
                  </a:lnTo>
                  <a:lnTo>
                    <a:pt x="8284757" y="1038023"/>
                  </a:lnTo>
                  <a:lnTo>
                    <a:pt x="8338285" y="1007021"/>
                  </a:lnTo>
                  <a:lnTo>
                    <a:pt x="8390747" y="973416"/>
                  </a:lnTo>
                  <a:lnTo>
                    <a:pt x="8442548" y="937227"/>
                  </a:lnTo>
                  <a:lnTo>
                    <a:pt x="8493992" y="898548"/>
                  </a:lnTo>
                  <a:lnTo>
                    <a:pt x="8545293" y="857551"/>
                  </a:lnTo>
                  <a:lnTo>
                    <a:pt x="8596590" y="814489"/>
                  </a:lnTo>
                  <a:lnTo>
                    <a:pt x="8647957" y="769695"/>
                  </a:lnTo>
                  <a:lnTo>
                    <a:pt x="8699420" y="723570"/>
                  </a:lnTo>
                  <a:lnTo>
                    <a:pt x="8750961" y="676574"/>
                  </a:lnTo>
                  <a:lnTo>
                    <a:pt x="8802540" y="629202"/>
                  </a:lnTo>
                  <a:lnTo>
                    <a:pt x="8854105" y="581970"/>
                  </a:lnTo>
                  <a:lnTo>
                    <a:pt x="8905607" y="535383"/>
                  </a:lnTo>
                  <a:lnTo>
                    <a:pt x="8957018" y="489922"/>
                  </a:lnTo>
                  <a:lnTo>
                    <a:pt x="9008342" y="446016"/>
                  </a:lnTo>
                  <a:lnTo>
                    <a:pt x="9059628" y="404031"/>
                  </a:lnTo>
                  <a:lnTo>
                    <a:pt x="9110984" y="364257"/>
                  </a:lnTo>
                  <a:lnTo>
                    <a:pt x="9162589" y="326904"/>
                  </a:lnTo>
                  <a:lnTo>
                    <a:pt x="9214702" y="292101"/>
                  </a:lnTo>
                  <a:lnTo>
                    <a:pt x="9267680" y="259901"/>
                  </a:lnTo>
                  <a:lnTo>
                    <a:pt x="9321995" y="230286"/>
                  </a:lnTo>
                  <a:lnTo>
                    <a:pt x="9347647" y="217486"/>
                  </a:lnTo>
                  <a:lnTo>
                    <a:pt x="9399380" y="193934"/>
                  </a:lnTo>
                  <a:lnTo>
                    <a:pt x="9453548" y="172422"/>
                  </a:lnTo>
                  <a:lnTo>
                    <a:pt x="9510829" y="152874"/>
                  </a:lnTo>
                  <a:lnTo>
                    <a:pt x="9571969" y="135155"/>
                  </a:lnTo>
                  <a:lnTo>
                    <a:pt x="9637738" y="119095"/>
                  </a:lnTo>
                  <a:lnTo>
                    <a:pt x="9708894" y="104524"/>
                  </a:lnTo>
                  <a:lnTo>
                    <a:pt x="9786127" y="91279"/>
                  </a:lnTo>
                  <a:lnTo>
                    <a:pt x="9869997" y="79217"/>
                  </a:lnTo>
                  <a:lnTo>
                    <a:pt x="9960837" y="68222"/>
                  </a:lnTo>
                  <a:lnTo>
                    <a:pt x="10058644" y="58201"/>
                  </a:lnTo>
                  <a:lnTo>
                    <a:pt x="10162937" y="49091"/>
                  </a:lnTo>
                  <a:lnTo>
                    <a:pt x="10272616" y="40858"/>
                  </a:lnTo>
                  <a:lnTo>
                    <a:pt x="10385835" y="33492"/>
                  </a:lnTo>
                  <a:lnTo>
                    <a:pt x="10499943" y="27001"/>
                  </a:lnTo>
                  <a:lnTo>
                    <a:pt x="10611549" y="21404"/>
                  </a:lnTo>
                  <a:lnTo>
                    <a:pt x="10716748" y="16716"/>
                  </a:lnTo>
                  <a:lnTo>
                    <a:pt x="10811530" y="12936"/>
                  </a:lnTo>
                  <a:lnTo>
                    <a:pt x="10892336" y="10035"/>
                  </a:lnTo>
                  <a:lnTo>
                    <a:pt x="10956636" y="7946"/>
                  </a:lnTo>
                  <a:lnTo>
                    <a:pt x="11003404" y="6565"/>
                  </a:lnTo>
                  <a:lnTo>
                    <a:pt x="11033372" y="5758"/>
                  </a:lnTo>
                  <a:lnTo>
                    <a:pt x="11049020" y="5372"/>
                  </a:lnTo>
                  <a:lnTo>
                    <a:pt x="11054396" y="525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7" y="24"/>
                  </a:lnTo>
                  <a:lnTo>
                    <a:pt x="11046350" y="195"/>
                  </a:lnTo>
                  <a:lnTo>
                    <a:pt x="11027549" y="668"/>
                  </a:lnTo>
                  <a:lnTo>
                    <a:pt x="10993675" y="1600"/>
                  </a:lnTo>
                  <a:lnTo>
                    <a:pt x="10942659" y="3142"/>
                  </a:lnTo>
                  <a:lnTo>
                    <a:pt x="10874203" y="5419"/>
                  </a:lnTo>
                  <a:lnTo>
                    <a:pt x="10789731" y="8529"/>
                  </a:lnTo>
                  <a:lnTo>
                    <a:pt x="10692071" y="12527"/>
                  </a:lnTo>
                  <a:lnTo>
                    <a:pt x="10584948" y="17436"/>
                  </a:lnTo>
                  <a:lnTo>
                    <a:pt x="10472391" y="23252"/>
                  </a:lnTo>
                  <a:lnTo>
                    <a:pt x="10358213" y="29956"/>
                  </a:lnTo>
                  <a:lnTo>
                    <a:pt x="10245639" y="37533"/>
                  </a:lnTo>
                  <a:lnTo>
                    <a:pt x="10137126" y="45976"/>
                  </a:lnTo>
                  <a:lnTo>
                    <a:pt x="10034328" y="55302"/>
                  </a:lnTo>
                  <a:lnTo>
                    <a:pt x="9938185" y="65552"/>
                  </a:lnTo>
                  <a:lnTo>
                    <a:pt x="9849048" y="76797"/>
                  </a:lnTo>
                  <a:lnTo>
                    <a:pt x="9766827" y="89133"/>
                  </a:lnTo>
                  <a:lnTo>
                    <a:pt x="9691124" y="102685"/>
                  </a:lnTo>
                  <a:lnTo>
                    <a:pt x="9621340" y="117602"/>
                  </a:lnTo>
                  <a:lnTo>
                    <a:pt x="9556763" y="134048"/>
                  </a:lnTo>
                  <a:lnTo>
                    <a:pt x="9496629" y="152195"/>
                  </a:lnTo>
                  <a:lnTo>
                    <a:pt x="9440168" y="172208"/>
                  </a:lnTo>
                  <a:lnTo>
                    <a:pt x="9386649" y="194211"/>
                  </a:lnTo>
                  <a:lnTo>
                    <a:pt x="9347647" y="212245"/>
                  </a:lnTo>
                  <a:lnTo>
                    <a:pt x="9292519" y="240691"/>
                  </a:lnTo>
                  <a:lnTo>
                    <a:pt x="9238991" y="271693"/>
                  </a:lnTo>
                  <a:lnTo>
                    <a:pt x="9186530" y="305298"/>
                  </a:lnTo>
                  <a:lnTo>
                    <a:pt x="9134729" y="341486"/>
                  </a:lnTo>
                  <a:lnTo>
                    <a:pt x="9083285" y="380166"/>
                  </a:lnTo>
                  <a:lnTo>
                    <a:pt x="9031984" y="421163"/>
                  </a:lnTo>
                  <a:lnTo>
                    <a:pt x="8980687" y="464225"/>
                  </a:lnTo>
                  <a:lnTo>
                    <a:pt x="8929319" y="509019"/>
                  </a:lnTo>
                  <a:lnTo>
                    <a:pt x="8877857" y="555143"/>
                  </a:lnTo>
                  <a:lnTo>
                    <a:pt x="8826315" y="602140"/>
                  </a:lnTo>
                  <a:lnTo>
                    <a:pt x="8774736" y="649511"/>
                  </a:lnTo>
                  <a:lnTo>
                    <a:pt x="8723172" y="696744"/>
                  </a:lnTo>
                  <a:lnTo>
                    <a:pt x="8671669" y="743330"/>
                  </a:lnTo>
                  <a:lnTo>
                    <a:pt x="8620258" y="788792"/>
                  </a:lnTo>
                  <a:lnTo>
                    <a:pt x="8568934" y="832698"/>
                  </a:lnTo>
                  <a:lnTo>
                    <a:pt x="8517649" y="874683"/>
                  </a:lnTo>
                  <a:lnTo>
                    <a:pt x="8466292" y="914457"/>
                  </a:lnTo>
                  <a:lnTo>
                    <a:pt x="8414688" y="951810"/>
                  </a:lnTo>
                  <a:lnTo>
                    <a:pt x="8362574" y="986613"/>
                  </a:lnTo>
                  <a:lnTo>
                    <a:pt x="8309596" y="1018813"/>
                  </a:lnTo>
                  <a:lnTo>
                    <a:pt x="8255281" y="1048427"/>
                  </a:lnTo>
                  <a:lnTo>
                    <a:pt x="8229629" y="1061228"/>
                  </a:lnTo>
                  <a:lnTo>
                    <a:pt x="8177896" y="1084779"/>
                  </a:lnTo>
                  <a:lnTo>
                    <a:pt x="8123729" y="1106292"/>
                  </a:lnTo>
                  <a:lnTo>
                    <a:pt x="8066447" y="1125839"/>
                  </a:lnTo>
                  <a:lnTo>
                    <a:pt x="8005308" y="1143559"/>
                  </a:lnTo>
                  <a:lnTo>
                    <a:pt x="7939539" y="1159619"/>
                  </a:lnTo>
                  <a:lnTo>
                    <a:pt x="7868383" y="1174190"/>
                  </a:lnTo>
                  <a:lnTo>
                    <a:pt x="7791149" y="1187435"/>
                  </a:lnTo>
                  <a:lnTo>
                    <a:pt x="7707280" y="1199496"/>
                  </a:lnTo>
                  <a:lnTo>
                    <a:pt x="7616440" y="1210492"/>
                  </a:lnTo>
                  <a:lnTo>
                    <a:pt x="7518633" y="1220513"/>
                  </a:lnTo>
                  <a:lnTo>
                    <a:pt x="7414339" y="1229623"/>
                  </a:lnTo>
                  <a:lnTo>
                    <a:pt x="7304660" y="1237855"/>
                  </a:lnTo>
                  <a:lnTo>
                    <a:pt x="7191442" y="1245221"/>
                  </a:lnTo>
                  <a:lnTo>
                    <a:pt x="7077334" y="1251712"/>
                  </a:lnTo>
                  <a:lnTo>
                    <a:pt x="6965727" y="1257310"/>
                  </a:lnTo>
                  <a:lnTo>
                    <a:pt x="6860529" y="1261998"/>
                  </a:lnTo>
                  <a:lnTo>
                    <a:pt x="6765746" y="1265778"/>
                  </a:lnTo>
                  <a:lnTo>
                    <a:pt x="6684940" y="1268679"/>
                  </a:lnTo>
                  <a:lnTo>
                    <a:pt x="6620641" y="1270768"/>
                  </a:lnTo>
                  <a:lnTo>
                    <a:pt x="6573872" y="1272149"/>
                  </a:lnTo>
                  <a:lnTo>
                    <a:pt x="6543904" y="1272956"/>
                  </a:lnTo>
                  <a:lnTo>
                    <a:pt x="6528256" y="1273341"/>
                  </a:lnTo>
                  <a:lnTo>
                    <a:pt x="6522881" y="1273463"/>
                  </a:lnTo>
                  <a:lnTo>
                    <a:pt x="6522385" y="1273474"/>
                  </a:lnTo>
                  <a:lnTo>
                    <a:pt x="5527445" y="1273474"/>
                  </a:lnTo>
                  <a:lnTo>
                    <a:pt x="5526319" y="1273452"/>
                  </a:lnTo>
                  <a:lnTo>
                    <a:pt x="5518886" y="1273298"/>
                  </a:lnTo>
                  <a:lnTo>
                    <a:pt x="5500046" y="1272873"/>
                  </a:lnTo>
                  <a:lnTo>
                    <a:pt x="5466104" y="1272034"/>
                  </a:lnTo>
                  <a:lnTo>
                    <a:pt x="5414990" y="1270648"/>
                  </a:lnTo>
                  <a:lnTo>
                    <a:pt x="5346414" y="1268601"/>
                  </a:lnTo>
                  <a:lnTo>
                    <a:pt x="5261808" y="1265805"/>
                  </a:lnTo>
                  <a:lnTo>
                    <a:pt x="5164012" y="1262211"/>
                  </a:lnTo>
                  <a:lnTo>
                    <a:pt x="5056762" y="1257798"/>
                  </a:lnTo>
                  <a:lnTo>
                    <a:pt x="4944098" y="1252572"/>
                  </a:lnTo>
                  <a:lnTo>
                    <a:pt x="4829836" y="1246546"/>
                  </a:lnTo>
                  <a:lnTo>
                    <a:pt x="4717204" y="1239738"/>
                  </a:lnTo>
                  <a:lnTo>
                    <a:pt x="4608656" y="1232150"/>
                  </a:lnTo>
                  <a:lnTo>
                    <a:pt x="4505846" y="1223769"/>
                  </a:lnTo>
                  <a:lnTo>
                    <a:pt x="4409706" y="1214557"/>
                  </a:lnTo>
                  <a:lnTo>
                    <a:pt x="4320584" y="1204452"/>
                  </a:lnTo>
                  <a:lnTo>
                    <a:pt x="4238384" y="1193364"/>
                  </a:lnTo>
                  <a:lnTo>
                    <a:pt x="4162706" y="1181181"/>
                  </a:lnTo>
                  <a:lnTo>
                    <a:pt x="4092947" y="1167772"/>
                  </a:lnTo>
                  <a:lnTo>
                    <a:pt x="4028392" y="1152986"/>
                  </a:lnTo>
                  <a:lnTo>
                    <a:pt x="3968274" y="1136669"/>
                  </a:lnTo>
                  <a:lnTo>
                    <a:pt x="3911824" y="1118674"/>
                  </a:lnTo>
                  <a:lnTo>
                    <a:pt x="3858309" y="1098889"/>
                  </a:lnTo>
                  <a:lnTo>
                    <a:pt x="3820202" y="1083064"/>
                  </a:lnTo>
                  <a:lnTo>
                    <a:pt x="3764060" y="1057046"/>
                  </a:lnTo>
                  <a:lnTo>
                    <a:pt x="3709568" y="1028648"/>
                  </a:lnTo>
                  <a:lnTo>
                    <a:pt x="3656166" y="997825"/>
                  </a:lnTo>
                  <a:lnTo>
                    <a:pt x="3603428" y="964601"/>
                  </a:lnTo>
                  <a:lnTo>
                    <a:pt x="3551042" y="929068"/>
                  </a:lnTo>
                  <a:lnTo>
                    <a:pt x="3498788" y="891396"/>
                  </a:lnTo>
                  <a:lnTo>
                    <a:pt x="3446527" y="851833"/>
                  </a:lnTo>
                  <a:lnTo>
                    <a:pt x="3394186" y="810703"/>
                  </a:lnTo>
                  <a:lnTo>
                    <a:pt x="3341747" y="768395"/>
                  </a:lnTo>
                  <a:lnTo>
                    <a:pt x="3289232" y="725352"/>
                  </a:lnTo>
                  <a:lnTo>
                    <a:pt x="3236688" y="682048"/>
                  </a:lnTo>
                  <a:lnTo>
                    <a:pt x="3184170" y="638972"/>
                  </a:lnTo>
                  <a:lnTo>
                    <a:pt x="3131725" y="596601"/>
                  </a:lnTo>
                  <a:lnTo>
                    <a:pt x="3079378" y="555379"/>
                  </a:lnTo>
                  <a:lnTo>
                    <a:pt x="3027112" y="515700"/>
                  </a:lnTo>
                  <a:lnTo>
                    <a:pt x="2974861" y="477891"/>
                  </a:lnTo>
                  <a:lnTo>
                    <a:pt x="2922490" y="442208"/>
                  </a:lnTo>
                  <a:lnTo>
                    <a:pt x="2869785" y="408825"/>
                  </a:lnTo>
                  <a:lnTo>
                    <a:pt x="2816439" y="377839"/>
                  </a:lnTo>
                  <a:lnTo>
                    <a:pt x="2762036" y="349278"/>
                  </a:lnTo>
                  <a:lnTo>
                    <a:pt x="2706027" y="323103"/>
                  </a:lnTo>
                  <a:lnTo>
                    <a:pt x="2702183" y="321425"/>
                  </a:lnTo>
                  <a:lnTo>
                    <a:pt x="2650411" y="300282"/>
                  </a:lnTo>
                  <a:lnTo>
                    <a:pt x="2596200" y="280970"/>
                  </a:lnTo>
                  <a:lnTo>
                    <a:pt x="2538870" y="263424"/>
                  </a:lnTo>
                  <a:lnTo>
                    <a:pt x="2477674" y="247519"/>
                  </a:lnTo>
                  <a:lnTo>
                    <a:pt x="2411839" y="233106"/>
                  </a:lnTo>
                  <a:lnTo>
                    <a:pt x="2340606" y="220029"/>
                  </a:lnTo>
                  <a:lnTo>
                    <a:pt x="2263284" y="208143"/>
                  </a:lnTo>
                  <a:lnTo>
                    <a:pt x="2179314" y="197320"/>
                  </a:lnTo>
                  <a:lnTo>
                    <a:pt x="2088362" y="187454"/>
                  </a:lnTo>
                  <a:lnTo>
                    <a:pt x="1990434" y="178463"/>
                  </a:lnTo>
                  <a:lnTo>
                    <a:pt x="1886016" y="170291"/>
                  </a:lnTo>
                  <a:lnTo>
                    <a:pt x="1776216" y="162907"/>
                  </a:lnTo>
                  <a:lnTo>
                    <a:pt x="1662892" y="156301"/>
                  </a:lnTo>
                  <a:lnTo>
                    <a:pt x="1548706" y="150481"/>
                  </a:lnTo>
                  <a:lnTo>
                    <a:pt x="1437064" y="145465"/>
                  </a:lnTo>
                  <a:lnTo>
                    <a:pt x="1331886" y="141265"/>
                  </a:lnTo>
                  <a:lnTo>
                    <a:pt x="1237185" y="137882"/>
                  </a:lnTo>
                  <a:lnTo>
                    <a:pt x="1156520" y="135287"/>
                  </a:lnTo>
                  <a:lnTo>
                    <a:pt x="1092411" y="133421"/>
                  </a:lnTo>
                  <a:lnTo>
                    <a:pt x="1045861" y="132189"/>
                  </a:lnTo>
                  <a:lnTo>
                    <a:pt x="1016113" y="131472"/>
                  </a:lnTo>
                  <a:lnTo>
                    <a:pt x="1000653" y="131131"/>
                  </a:lnTo>
                  <a:lnTo>
                    <a:pt x="995402" y="131024"/>
                  </a:lnTo>
                  <a:lnTo>
                    <a:pt x="994940" y="131015"/>
                  </a:lnTo>
                  <a:lnTo>
                    <a:pt x="0" y="131015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23" name="pl822"/>
            <p:cNvSpPr/>
            <p:nvPr/>
          </p:nvSpPr>
          <p:spPr>
            <a:xfrm>
              <a:off x="1199187" y="2211383"/>
              <a:ext cx="12049831" cy="1273474"/>
            </a:xfrm>
            <a:custGeom>
              <a:avLst/>
              <a:pathLst>
                <a:path w="12049831" h="1273474">
                  <a:moveTo>
                    <a:pt x="0" y="131015"/>
                  </a:moveTo>
                  <a:lnTo>
                    <a:pt x="994940" y="131015"/>
                  </a:lnTo>
                  <a:lnTo>
                    <a:pt x="996066" y="131037"/>
                  </a:lnTo>
                  <a:lnTo>
                    <a:pt x="1003499" y="131191"/>
                  </a:lnTo>
                  <a:lnTo>
                    <a:pt x="1022339" y="131616"/>
                  </a:lnTo>
                  <a:lnTo>
                    <a:pt x="1056281" y="132455"/>
                  </a:lnTo>
                  <a:lnTo>
                    <a:pt x="1107395" y="133841"/>
                  </a:lnTo>
                  <a:lnTo>
                    <a:pt x="1175971" y="135888"/>
                  </a:lnTo>
                  <a:lnTo>
                    <a:pt x="1260577" y="138684"/>
                  </a:lnTo>
                  <a:lnTo>
                    <a:pt x="1358373" y="142278"/>
                  </a:lnTo>
                  <a:lnTo>
                    <a:pt x="1465623" y="146690"/>
                  </a:lnTo>
                  <a:lnTo>
                    <a:pt x="1578287" y="151917"/>
                  </a:lnTo>
                  <a:lnTo>
                    <a:pt x="1692549" y="157943"/>
                  </a:lnTo>
                  <a:lnTo>
                    <a:pt x="1805181" y="164751"/>
                  </a:lnTo>
                  <a:lnTo>
                    <a:pt x="1913729" y="172339"/>
                  </a:lnTo>
                  <a:lnTo>
                    <a:pt x="2016539" y="180720"/>
                  </a:lnTo>
                  <a:lnTo>
                    <a:pt x="2112679" y="189932"/>
                  </a:lnTo>
                  <a:lnTo>
                    <a:pt x="2201801" y="200037"/>
                  </a:lnTo>
                  <a:lnTo>
                    <a:pt x="2284001" y="211125"/>
                  </a:lnTo>
                  <a:lnTo>
                    <a:pt x="2359679" y="223307"/>
                  </a:lnTo>
                  <a:lnTo>
                    <a:pt x="2429438" y="236717"/>
                  </a:lnTo>
                  <a:lnTo>
                    <a:pt x="2493993" y="251503"/>
                  </a:lnTo>
                  <a:lnTo>
                    <a:pt x="2554111" y="267820"/>
                  </a:lnTo>
                  <a:lnTo>
                    <a:pt x="2610561" y="285815"/>
                  </a:lnTo>
                  <a:lnTo>
                    <a:pt x="2664076" y="305600"/>
                  </a:lnTo>
                  <a:lnTo>
                    <a:pt x="2702183" y="321425"/>
                  </a:lnTo>
                  <a:lnTo>
                    <a:pt x="2758325" y="347442"/>
                  </a:lnTo>
                  <a:lnTo>
                    <a:pt x="2812817" y="375841"/>
                  </a:lnTo>
                  <a:lnTo>
                    <a:pt x="2866219" y="406663"/>
                  </a:lnTo>
                  <a:lnTo>
                    <a:pt x="2918957" y="439888"/>
                  </a:lnTo>
                  <a:lnTo>
                    <a:pt x="2971343" y="475421"/>
                  </a:lnTo>
                  <a:lnTo>
                    <a:pt x="3023597" y="513093"/>
                  </a:lnTo>
                  <a:lnTo>
                    <a:pt x="3075858" y="552656"/>
                  </a:lnTo>
                  <a:lnTo>
                    <a:pt x="3128199" y="593786"/>
                  </a:lnTo>
                  <a:lnTo>
                    <a:pt x="3180638" y="636094"/>
                  </a:lnTo>
                  <a:lnTo>
                    <a:pt x="3233153" y="679137"/>
                  </a:lnTo>
                  <a:lnTo>
                    <a:pt x="3285697" y="722441"/>
                  </a:lnTo>
                  <a:lnTo>
                    <a:pt x="3338215" y="765517"/>
                  </a:lnTo>
                  <a:lnTo>
                    <a:pt x="3390660" y="807888"/>
                  </a:lnTo>
                  <a:lnTo>
                    <a:pt x="3443007" y="849110"/>
                  </a:lnTo>
                  <a:lnTo>
                    <a:pt x="3495273" y="888789"/>
                  </a:lnTo>
                  <a:lnTo>
                    <a:pt x="3547524" y="926597"/>
                  </a:lnTo>
                  <a:lnTo>
                    <a:pt x="3599895" y="962281"/>
                  </a:lnTo>
                  <a:lnTo>
                    <a:pt x="3652600" y="995664"/>
                  </a:lnTo>
                  <a:lnTo>
                    <a:pt x="3705946" y="1026650"/>
                  </a:lnTo>
                  <a:lnTo>
                    <a:pt x="3760349" y="1055211"/>
                  </a:lnTo>
                  <a:lnTo>
                    <a:pt x="3816358" y="1081386"/>
                  </a:lnTo>
                  <a:lnTo>
                    <a:pt x="3820202" y="1083064"/>
                  </a:lnTo>
                  <a:lnTo>
                    <a:pt x="3871974" y="1104207"/>
                  </a:lnTo>
                  <a:lnTo>
                    <a:pt x="3926185" y="1123519"/>
                  </a:lnTo>
                  <a:lnTo>
                    <a:pt x="3983515" y="1141065"/>
                  </a:lnTo>
                  <a:lnTo>
                    <a:pt x="4044711" y="1156970"/>
                  </a:lnTo>
                  <a:lnTo>
                    <a:pt x="4110546" y="1171383"/>
                  </a:lnTo>
                  <a:lnTo>
                    <a:pt x="4181779" y="1184460"/>
                  </a:lnTo>
                  <a:lnTo>
                    <a:pt x="4259100" y="1196346"/>
                  </a:lnTo>
                  <a:lnTo>
                    <a:pt x="4343071" y="1207169"/>
                  </a:lnTo>
                  <a:lnTo>
                    <a:pt x="4434023" y="1217035"/>
                  </a:lnTo>
                  <a:lnTo>
                    <a:pt x="4531951" y="1226025"/>
                  </a:lnTo>
                  <a:lnTo>
                    <a:pt x="4636369" y="1234198"/>
                  </a:lnTo>
                  <a:lnTo>
                    <a:pt x="4746169" y="1241582"/>
                  </a:lnTo>
                  <a:lnTo>
                    <a:pt x="4859493" y="1248188"/>
                  </a:lnTo>
                  <a:lnTo>
                    <a:pt x="4973679" y="1254008"/>
                  </a:lnTo>
                  <a:lnTo>
                    <a:pt x="5085321" y="1259024"/>
                  </a:lnTo>
                  <a:lnTo>
                    <a:pt x="5190499" y="1263224"/>
                  </a:lnTo>
                  <a:lnTo>
                    <a:pt x="5285200" y="1266607"/>
                  </a:lnTo>
                  <a:lnTo>
                    <a:pt x="5365865" y="1269202"/>
                  </a:lnTo>
                  <a:lnTo>
                    <a:pt x="5429974" y="1271068"/>
                  </a:lnTo>
                  <a:lnTo>
                    <a:pt x="5476524" y="1272299"/>
                  </a:lnTo>
                  <a:lnTo>
                    <a:pt x="5506272" y="1273017"/>
                  </a:lnTo>
                  <a:lnTo>
                    <a:pt x="5521732" y="1273358"/>
                  </a:lnTo>
                  <a:lnTo>
                    <a:pt x="5526983" y="1273465"/>
                  </a:lnTo>
                  <a:lnTo>
                    <a:pt x="5527445" y="1273474"/>
                  </a:lnTo>
                  <a:lnTo>
                    <a:pt x="6522385" y="1273474"/>
                  </a:lnTo>
                  <a:lnTo>
                    <a:pt x="6523509" y="1273450"/>
                  </a:lnTo>
                  <a:lnTo>
                    <a:pt x="6530926" y="1273278"/>
                  </a:lnTo>
                  <a:lnTo>
                    <a:pt x="6549727" y="1272805"/>
                  </a:lnTo>
                  <a:lnTo>
                    <a:pt x="6583601" y="1271873"/>
                  </a:lnTo>
                  <a:lnTo>
                    <a:pt x="6634618" y="1270331"/>
                  </a:lnTo>
                  <a:lnTo>
                    <a:pt x="6703074" y="1268054"/>
                  </a:lnTo>
                  <a:lnTo>
                    <a:pt x="6787546" y="1264944"/>
                  </a:lnTo>
                  <a:lnTo>
                    <a:pt x="6885205" y="1260946"/>
                  </a:lnTo>
                  <a:lnTo>
                    <a:pt x="6992328" y="1256037"/>
                  </a:lnTo>
                  <a:lnTo>
                    <a:pt x="7104885" y="1250221"/>
                  </a:lnTo>
                  <a:lnTo>
                    <a:pt x="7219063" y="1243517"/>
                  </a:lnTo>
                  <a:lnTo>
                    <a:pt x="7331637" y="1235941"/>
                  </a:lnTo>
                  <a:lnTo>
                    <a:pt x="7440151" y="1227497"/>
                  </a:lnTo>
                  <a:lnTo>
                    <a:pt x="7542948" y="1218171"/>
                  </a:lnTo>
                  <a:lnTo>
                    <a:pt x="7639091" y="1207921"/>
                  </a:lnTo>
                  <a:lnTo>
                    <a:pt x="7728228" y="1196676"/>
                  </a:lnTo>
                  <a:lnTo>
                    <a:pt x="7810449" y="1184340"/>
                  </a:lnTo>
                  <a:lnTo>
                    <a:pt x="7886153" y="1170788"/>
                  </a:lnTo>
                  <a:lnTo>
                    <a:pt x="7955937" y="1155871"/>
                  </a:lnTo>
                  <a:lnTo>
                    <a:pt x="8020514" y="1139425"/>
                  </a:lnTo>
                  <a:lnTo>
                    <a:pt x="8080648" y="1121278"/>
                  </a:lnTo>
                  <a:lnTo>
                    <a:pt x="8137109" y="1101266"/>
                  </a:lnTo>
                  <a:lnTo>
                    <a:pt x="8190628" y="1079262"/>
                  </a:lnTo>
                  <a:lnTo>
                    <a:pt x="8229629" y="1061228"/>
                  </a:lnTo>
                  <a:lnTo>
                    <a:pt x="8284757" y="1032783"/>
                  </a:lnTo>
                  <a:lnTo>
                    <a:pt x="8338285" y="1001780"/>
                  </a:lnTo>
                  <a:lnTo>
                    <a:pt x="8390747" y="968175"/>
                  </a:lnTo>
                  <a:lnTo>
                    <a:pt x="8442548" y="931987"/>
                  </a:lnTo>
                  <a:lnTo>
                    <a:pt x="8493992" y="893307"/>
                  </a:lnTo>
                  <a:lnTo>
                    <a:pt x="8545293" y="852310"/>
                  </a:lnTo>
                  <a:lnTo>
                    <a:pt x="8596590" y="809249"/>
                  </a:lnTo>
                  <a:lnTo>
                    <a:pt x="8647957" y="764454"/>
                  </a:lnTo>
                  <a:lnTo>
                    <a:pt x="8699420" y="718330"/>
                  </a:lnTo>
                  <a:lnTo>
                    <a:pt x="8750961" y="671333"/>
                  </a:lnTo>
                  <a:lnTo>
                    <a:pt x="8802540" y="623962"/>
                  </a:lnTo>
                  <a:lnTo>
                    <a:pt x="8854105" y="576729"/>
                  </a:lnTo>
                  <a:lnTo>
                    <a:pt x="8905607" y="530143"/>
                  </a:lnTo>
                  <a:lnTo>
                    <a:pt x="8957018" y="484681"/>
                  </a:lnTo>
                  <a:lnTo>
                    <a:pt x="9008342" y="440775"/>
                  </a:lnTo>
                  <a:lnTo>
                    <a:pt x="9059628" y="398790"/>
                  </a:lnTo>
                  <a:lnTo>
                    <a:pt x="9110984" y="359016"/>
                  </a:lnTo>
                  <a:lnTo>
                    <a:pt x="9162589" y="321663"/>
                  </a:lnTo>
                  <a:lnTo>
                    <a:pt x="9214702" y="286860"/>
                  </a:lnTo>
                  <a:lnTo>
                    <a:pt x="9267680" y="254660"/>
                  </a:lnTo>
                  <a:lnTo>
                    <a:pt x="9321995" y="225046"/>
                  </a:lnTo>
                  <a:lnTo>
                    <a:pt x="9347647" y="212245"/>
                  </a:lnTo>
                  <a:lnTo>
                    <a:pt x="9399380" y="188694"/>
                  </a:lnTo>
                  <a:lnTo>
                    <a:pt x="9453548" y="167181"/>
                  </a:lnTo>
                  <a:lnTo>
                    <a:pt x="9510829" y="147634"/>
                  </a:lnTo>
                  <a:lnTo>
                    <a:pt x="9571969" y="129914"/>
                  </a:lnTo>
                  <a:lnTo>
                    <a:pt x="9637738" y="113854"/>
                  </a:lnTo>
                  <a:lnTo>
                    <a:pt x="9708894" y="99283"/>
                  </a:lnTo>
                  <a:lnTo>
                    <a:pt x="9786127" y="86038"/>
                  </a:lnTo>
                  <a:lnTo>
                    <a:pt x="9869997" y="73977"/>
                  </a:lnTo>
                  <a:lnTo>
                    <a:pt x="9960837" y="62981"/>
                  </a:lnTo>
                  <a:lnTo>
                    <a:pt x="10058644" y="52960"/>
                  </a:lnTo>
                  <a:lnTo>
                    <a:pt x="10162937" y="43851"/>
                  </a:lnTo>
                  <a:lnTo>
                    <a:pt x="10272616" y="35618"/>
                  </a:lnTo>
                  <a:lnTo>
                    <a:pt x="10385835" y="28252"/>
                  </a:lnTo>
                  <a:lnTo>
                    <a:pt x="10499943" y="21761"/>
                  </a:lnTo>
                  <a:lnTo>
                    <a:pt x="10611549" y="16163"/>
                  </a:lnTo>
                  <a:lnTo>
                    <a:pt x="10716748" y="11475"/>
                  </a:lnTo>
                  <a:lnTo>
                    <a:pt x="10811530" y="7695"/>
                  </a:lnTo>
                  <a:lnTo>
                    <a:pt x="10892336" y="4794"/>
                  </a:lnTo>
                  <a:lnTo>
                    <a:pt x="10956636" y="2705"/>
                  </a:lnTo>
                  <a:lnTo>
                    <a:pt x="11003404" y="1324"/>
                  </a:lnTo>
                  <a:lnTo>
                    <a:pt x="11033372" y="517"/>
                  </a:lnTo>
                  <a:lnTo>
                    <a:pt x="11049020" y="132"/>
                  </a:lnTo>
                  <a:lnTo>
                    <a:pt x="11054396" y="1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4" name="pl823"/>
            <p:cNvSpPr/>
            <p:nvPr/>
          </p:nvSpPr>
          <p:spPr>
            <a:xfrm>
              <a:off x="1199187" y="2206142"/>
              <a:ext cx="12049831" cy="1273474"/>
            </a:xfrm>
            <a:custGeom>
              <a:avLst/>
              <a:pathLst>
                <a:path w="12049831" h="1273474">
                  <a:moveTo>
                    <a:pt x="12049831" y="0"/>
                  </a:moveTo>
                  <a:lnTo>
                    <a:pt x="11054891" y="0"/>
                  </a:lnTo>
                  <a:lnTo>
                    <a:pt x="11053767" y="24"/>
                  </a:lnTo>
                  <a:lnTo>
                    <a:pt x="11046350" y="195"/>
                  </a:lnTo>
                  <a:lnTo>
                    <a:pt x="11027549" y="668"/>
                  </a:lnTo>
                  <a:lnTo>
                    <a:pt x="10993675" y="1600"/>
                  </a:lnTo>
                  <a:lnTo>
                    <a:pt x="10942659" y="3142"/>
                  </a:lnTo>
                  <a:lnTo>
                    <a:pt x="10874203" y="5419"/>
                  </a:lnTo>
                  <a:lnTo>
                    <a:pt x="10789731" y="8529"/>
                  </a:lnTo>
                  <a:lnTo>
                    <a:pt x="10692071" y="12527"/>
                  </a:lnTo>
                  <a:lnTo>
                    <a:pt x="10584948" y="17436"/>
                  </a:lnTo>
                  <a:lnTo>
                    <a:pt x="10472391" y="23252"/>
                  </a:lnTo>
                  <a:lnTo>
                    <a:pt x="10358213" y="29956"/>
                  </a:lnTo>
                  <a:lnTo>
                    <a:pt x="10245639" y="37533"/>
                  </a:lnTo>
                  <a:lnTo>
                    <a:pt x="10137126" y="45976"/>
                  </a:lnTo>
                  <a:lnTo>
                    <a:pt x="10034328" y="55302"/>
                  </a:lnTo>
                  <a:lnTo>
                    <a:pt x="9938185" y="65552"/>
                  </a:lnTo>
                  <a:lnTo>
                    <a:pt x="9849048" y="76797"/>
                  </a:lnTo>
                  <a:lnTo>
                    <a:pt x="9766827" y="89133"/>
                  </a:lnTo>
                  <a:lnTo>
                    <a:pt x="9691124" y="102685"/>
                  </a:lnTo>
                  <a:lnTo>
                    <a:pt x="9621340" y="117602"/>
                  </a:lnTo>
                  <a:lnTo>
                    <a:pt x="9556763" y="134048"/>
                  </a:lnTo>
                  <a:lnTo>
                    <a:pt x="9496629" y="152195"/>
                  </a:lnTo>
                  <a:lnTo>
                    <a:pt x="9440168" y="172208"/>
                  </a:lnTo>
                  <a:lnTo>
                    <a:pt x="9386649" y="194211"/>
                  </a:lnTo>
                  <a:lnTo>
                    <a:pt x="9347647" y="212245"/>
                  </a:lnTo>
                  <a:lnTo>
                    <a:pt x="9292519" y="240691"/>
                  </a:lnTo>
                  <a:lnTo>
                    <a:pt x="9238991" y="271693"/>
                  </a:lnTo>
                  <a:lnTo>
                    <a:pt x="9186530" y="305298"/>
                  </a:lnTo>
                  <a:lnTo>
                    <a:pt x="9134729" y="341486"/>
                  </a:lnTo>
                  <a:lnTo>
                    <a:pt x="9083285" y="380166"/>
                  </a:lnTo>
                  <a:lnTo>
                    <a:pt x="9031984" y="421163"/>
                  </a:lnTo>
                  <a:lnTo>
                    <a:pt x="8980687" y="464225"/>
                  </a:lnTo>
                  <a:lnTo>
                    <a:pt x="8929319" y="509019"/>
                  </a:lnTo>
                  <a:lnTo>
                    <a:pt x="8877857" y="555143"/>
                  </a:lnTo>
                  <a:lnTo>
                    <a:pt x="8826315" y="602140"/>
                  </a:lnTo>
                  <a:lnTo>
                    <a:pt x="8774736" y="649511"/>
                  </a:lnTo>
                  <a:lnTo>
                    <a:pt x="8723172" y="696744"/>
                  </a:lnTo>
                  <a:lnTo>
                    <a:pt x="8671669" y="743330"/>
                  </a:lnTo>
                  <a:lnTo>
                    <a:pt x="8620258" y="788792"/>
                  </a:lnTo>
                  <a:lnTo>
                    <a:pt x="8568934" y="832698"/>
                  </a:lnTo>
                  <a:lnTo>
                    <a:pt x="8517649" y="874683"/>
                  </a:lnTo>
                  <a:lnTo>
                    <a:pt x="8466292" y="914457"/>
                  </a:lnTo>
                  <a:lnTo>
                    <a:pt x="8414688" y="951810"/>
                  </a:lnTo>
                  <a:lnTo>
                    <a:pt x="8362574" y="986613"/>
                  </a:lnTo>
                  <a:lnTo>
                    <a:pt x="8309596" y="1018813"/>
                  </a:lnTo>
                  <a:lnTo>
                    <a:pt x="8255281" y="1048427"/>
                  </a:lnTo>
                  <a:lnTo>
                    <a:pt x="8229629" y="1061228"/>
                  </a:lnTo>
                  <a:lnTo>
                    <a:pt x="8177896" y="1084779"/>
                  </a:lnTo>
                  <a:lnTo>
                    <a:pt x="8123729" y="1106292"/>
                  </a:lnTo>
                  <a:lnTo>
                    <a:pt x="8066447" y="1125839"/>
                  </a:lnTo>
                  <a:lnTo>
                    <a:pt x="8005308" y="1143559"/>
                  </a:lnTo>
                  <a:lnTo>
                    <a:pt x="7939539" y="1159619"/>
                  </a:lnTo>
                  <a:lnTo>
                    <a:pt x="7868383" y="1174190"/>
                  </a:lnTo>
                  <a:lnTo>
                    <a:pt x="7791149" y="1187435"/>
                  </a:lnTo>
                  <a:lnTo>
                    <a:pt x="7707280" y="1199496"/>
                  </a:lnTo>
                  <a:lnTo>
                    <a:pt x="7616440" y="1210492"/>
                  </a:lnTo>
                  <a:lnTo>
                    <a:pt x="7518633" y="1220513"/>
                  </a:lnTo>
                  <a:lnTo>
                    <a:pt x="7414339" y="1229623"/>
                  </a:lnTo>
                  <a:lnTo>
                    <a:pt x="7304660" y="1237855"/>
                  </a:lnTo>
                  <a:lnTo>
                    <a:pt x="7191442" y="1245221"/>
                  </a:lnTo>
                  <a:lnTo>
                    <a:pt x="7077334" y="1251712"/>
                  </a:lnTo>
                  <a:lnTo>
                    <a:pt x="6965727" y="1257310"/>
                  </a:lnTo>
                  <a:lnTo>
                    <a:pt x="6860529" y="1261998"/>
                  </a:lnTo>
                  <a:lnTo>
                    <a:pt x="6765746" y="1265778"/>
                  </a:lnTo>
                  <a:lnTo>
                    <a:pt x="6684940" y="1268679"/>
                  </a:lnTo>
                  <a:lnTo>
                    <a:pt x="6620641" y="1270768"/>
                  </a:lnTo>
                  <a:lnTo>
                    <a:pt x="6573872" y="1272149"/>
                  </a:lnTo>
                  <a:lnTo>
                    <a:pt x="6543904" y="1272956"/>
                  </a:lnTo>
                  <a:lnTo>
                    <a:pt x="6528256" y="1273341"/>
                  </a:lnTo>
                  <a:lnTo>
                    <a:pt x="6522881" y="1273463"/>
                  </a:lnTo>
                  <a:lnTo>
                    <a:pt x="6522385" y="1273474"/>
                  </a:lnTo>
                  <a:lnTo>
                    <a:pt x="5527445" y="1273474"/>
                  </a:lnTo>
                  <a:lnTo>
                    <a:pt x="5526319" y="1273452"/>
                  </a:lnTo>
                  <a:lnTo>
                    <a:pt x="5518886" y="1273298"/>
                  </a:lnTo>
                  <a:lnTo>
                    <a:pt x="5500046" y="1272873"/>
                  </a:lnTo>
                  <a:lnTo>
                    <a:pt x="5466104" y="1272034"/>
                  </a:lnTo>
                  <a:lnTo>
                    <a:pt x="5414990" y="1270648"/>
                  </a:lnTo>
                  <a:lnTo>
                    <a:pt x="5346414" y="1268601"/>
                  </a:lnTo>
                  <a:lnTo>
                    <a:pt x="5261808" y="1265805"/>
                  </a:lnTo>
                  <a:lnTo>
                    <a:pt x="5164012" y="1262211"/>
                  </a:lnTo>
                  <a:lnTo>
                    <a:pt x="5056762" y="1257798"/>
                  </a:lnTo>
                  <a:lnTo>
                    <a:pt x="4944098" y="1252572"/>
                  </a:lnTo>
                  <a:lnTo>
                    <a:pt x="4829836" y="1246546"/>
                  </a:lnTo>
                  <a:lnTo>
                    <a:pt x="4717204" y="1239738"/>
                  </a:lnTo>
                  <a:lnTo>
                    <a:pt x="4608656" y="1232150"/>
                  </a:lnTo>
                  <a:lnTo>
                    <a:pt x="4505846" y="1223769"/>
                  </a:lnTo>
                  <a:lnTo>
                    <a:pt x="4409706" y="1214557"/>
                  </a:lnTo>
                  <a:lnTo>
                    <a:pt x="4320584" y="1204452"/>
                  </a:lnTo>
                  <a:lnTo>
                    <a:pt x="4238384" y="1193364"/>
                  </a:lnTo>
                  <a:lnTo>
                    <a:pt x="4162706" y="1181181"/>
                  </a:lnTo>
                  <a:lnTo>
                    <a:pt x="4092947" y="1167772"/>
                  </a:lnTo>
                  <a:lnTo>
                    <a:pt x="4028392" y="1152986"/>
                  </a:lnTo>
                  <a:lnTo>
                    <a:pt x="3968274" y="1136669"/>
                  </a:lnTo>
                  <a:lnTo>
                    <a:pt x="3911824" y="1118674"/>
                  </a:lnTo>
                  <a:lnTo>
                    <a:pt x="3858309" y="1098889"/>
                  </a:lnTo>
                  <a:lnTo>
                    <a:pt x="3820202" y="1083064"/>
                  </a:lnTo>
                  <a:lnTo>
                    <a:pt x="3764060" y="1057046"/>
                  </a:lnTo>
                  <a:lnTo>
                    <a:pt x="3709568" y="1028648"/>
                  </a:lnTo>
                  <a:lnTo>
                    <a:pt x="3656166" y="997825"/>
                  </a:lnTo>
                  <a:lnTo>
                    <a:pt x="3603428" y="964601"/>
                  </a:lnTo>
                  <a:lnTo>
                    <a:pt x="3551042" y="929068"/>
                  </a:lnTo>
                  <a:lnTo>
                    <a:pt x="3498788" y="891396"/>
                  </a:lnTo>
                  <a:lnTo>
                    <a:pt x="3446527" y="851833"/>
                  </a:lnTo>
                  <a:lnTo>
                    <a:pt x="3394186" y="810703"/>
                  </a:lnTo>
                  <a:lnTo>
                    <a:pt x="3341747" y="768395"/>
                  </a:lnTo>
                  <a:lnTo>
                    <a:pt x="3289232" y="725352"/>
                  </a:lnTo>
                  <a:lnTo>
                    <a:pt x="3236688" y="682048"/>
                  </a:lnTo>
                  <a:lnTo>
                    <a:pt x="3184170" y="638972"/>
                  </a:lnTo>
                  <a:lnTo>
                    <a:pt x="3131725" y="596601"/>
                  </a:lnTo>
                  <a:lnTo>
                    <a:pt x="3079378" y="555379"/>
                  </a:lnTo>
                  <a:lnTo>
                    <a:pt x="3027112" y="515700"/>
                  </a:lnTo>
                  <a:lnTo>
                    <a:pt x="2974861" y="477891"/>
                  </a:lnTo>
                  <a:lnTo>
                    <a:pt x="2922490" y="442208"/>
                  </a:lnTo>
                  <a:lnTo>
                    <a:pt x="2869785" y="408825"/>
                  </a:lnTo>
                  <a:lnTo>
                    <a:pt x="2816439" y="377839"/>
                  </a:lnTo>
                  <a:lnTo>
                    <a:pt x="2762036" y="349278"/>
                  </a:lnTo>
                  <a:lnTo>
                    <a:pt x="2706027" y="323103"/>
                  </a:lnTo>
                  <a:lnTo>
                    <a:pt x="2702183" y="321425"/>
                  </a:lnTo>
                  <a:lnTo>
                    <a:pt x="2650411" y="300282"/>
                  </a:lnTo>
                  <a:lnTo>
                    <a:pt x="2596200" y="280970"/>
                  </a:lnTo>
                  <a:lnTo>
                    <a:pt x="2538870" y="263424"/>
                  </a:lnTo>
                  <a:lnTo>
                    <a:pt x="2477674" y="247519"/>
                  </a:lnTo>
                  <a:lnTo>
                    <a:pt x="2411839" y="233106"/>
                  </a:lnTo>
                  <a:lnTo>
                    <a:pt x="2340606" y="220029"/>
                  </a:lnTo>
                  <a:lnTo>
                    <a:pt x="2263284" y="208143"/>
                  </a:lnTo>
                  <a:lnTo>
                    <a:pt x="2179314" y="197320"/>
                  </a:lnTo>
                  <a:lnTo>
                    <a:pt x="2088362" y="187454"/>
                  </a:lnTo>
                  <a:lnTo>
                    <a:pt x="1990434" y="178463"/>
                  </a:lnTo>
                  <a:lnTo>
                    <a:pt x="1886016" y="170291"/>
                  </a:lnTo>
                  <a:lnTo>
                    <a:pt x="1776216" y="162907"/>
                  </a:lnTo>
                  <a:lnTo>
                    <a:pt x="1662892" y="156301"/>
                  </a:lnTo>
                  <a:lnTo>
                    <a:pt x="1548706" y="150481"/>
                  </a:lnTo>
                  <a:lnTo>
                    <a:pt x="1437064" y="145465"/>
                  </a:lnTo>
                  <a:lnTo>
                    <a:pt x="1331886" y="141265"/>
                  </a:lnTo>
                  <a:lnTo>
                    <a:pt x="1237185" y="137882"/>
                  </a:lnTo>
                  <a:lnTo>
                    <a:pt x="1156520" y="135287"/>
                  </a:lnTo>
                  <a:lnTo>
                    <a:pt x="1092411" y="133421"/>
                  </a:lnTo>
                  <a:lnTo>
                    <a:pt x="1045861" y="132189"/>
                  </a:lnTo>
                  <a:lnTo>
                    <a:pt x="1016113" y="131472"/>
                  </a:lnTo>
                  <a:lnTo>
                    <a:pt x="1000653" y="131131"/>
                  </a:lnTo>
                  <a:lnTo>
                    <a:pt x="995402" y="131024"/>
                  </a:lnTo>
                  <a:lnTo>
                    <a:pt x="994940" y="131015"/>
                  </a:lnTo>
                  <a:lnTo>
                    <a:pt x="0" y="131015"/>
                  </a:lnTo>
                  <a:lnTo>
                    <a:pt x="0" y="1310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5" name="pg824"/>
            <p:cNvSpPr/>
            <p:nvPr/>
          </p:nvSpPr>
          <p:spPr>
            <a:xfrm>
              <a:off x="1199187" y="2342398"/>
              <a:ext cx="12049831" cy="1147698"/>
            </a:xfrm>
            <a:custGeom>
              <a:avLst/>
              <a:pathLst>
                <a:path w="12049831" h="1147698">
                  <a:moveTo>
                    <a:pt x="0" y="5240"/>
                  </a:moveTo>
                  <a:lnTo>
                    <a:pt x="994940" y="5240"/>
                  </a:lnTo>
                  <a:lnTo>
                    <a:pt x="996066" y="5262"/>
                  </a:lnTo>
                  <a:lnTo>
                    <a:pt x="1003499" y="5416"/>
                  </a:lnTo>
                  <a:lnTo>
                    <a:pt x="1022339" y="5841"/>
                  </a:lnTo>
                  <a:lnTo>
                    <a:pt x="1056281" y="6680"/>
                  </a:lnTo>
                  <a:lnTo>
                    <a:pt x="1107395" y="8065"/>
                  </a:lnTo>
                  <a:lnTo>
                    <a:pt x="1175971" y="10113"/>
                  </a:lnTo>
                  <a:lnTo>
                    <a:pt x="1260577" y="12908"/>
                  </a:lnTo>
                  <a:lnTo>
                    <a:pt x="1358373" y="16503"/>
                  </a:lnTo>
                  <a:lnTo>
                    <a:pt x="1465623" y="20915"/>
                  </a:lnTo>
                  <a:lnTo>
                    <a:pt x="1578287" y="26142"/>
                  </a:lnTo>
                  <a:lnTo>
                    <a:pt x="1692549" y="32167"/>
                  </a:lnTo>
                  <a:lnTo>
                    <a:pt x="1805181" y="38976"/>
                  </a:lnTo>
                  <a:lnTo>
                    <a:pt x="1913729" y="46563"/>
                  </a:lnTo>
                  <a:lnTo>
                    <a:pt x="2016539" y="54944"/>
                  </a:lnTo>
                  <a:lnTo>
                    <a:pt x="2112679" y="64156"/>
                  </a:lnTo>
                  <a:lnTo>
                    <a:pt x="2201801" y="74262"/>
                  </a:lnTo>
                  <a:lnTo>
                    <a:pt x="2284001" y="85350"/>
                  </a:lnTo>
                  <a:lnTo>
                    <a:pt x="2359679" y="97532"/>
                  </a:lnTo>
                  <a:lnTo>
                    <a:pt x="2429438" y="110942"/>
                  </a:lnTo>
                  <a:lnTo>
                    <a:pt x="2493993" y="125728"/>
                  </a:lnTo>
                  <a:lnTo>
                    <a:pt x="2554111" y="142045"/>
                  </a:lnTo>
                  <a:lnTo>
                    <a:pt x="2610561" y="160040"/>
                  </a:lnTo>
                  <a:lnTo>
                    <a:pt x="2664076" y="179825"/>
                  </a:lnTo>
                  <a:lnTo>
                    <a:pt x="2702183" y="195650"/>
                  </a:lnTo>
                  <a:lnTo>
                    <a:pt x="2758325" y="221667"/>
                  </a:lnTo>
                  <a:lnTo>
                    <a:pt x="2812817" y="250066"/>
                  </a:lnTo>
                  <a:lnTo>
                    <a:pt x="2866219" y="280888"/>
                  </a:lnTo>
                  <a:lnTo>
                    <a:pt x="2918957" y="314113"/>
                  </a:lnTo>
                  <a:lnTo>
                    <a:pt x="2971343" y="349646"/>
                  </a:lnTo>
                  <a:lnTo>
                    <a:pt x="3023597" y="387318"/>
                  </a:lnTo>
                  <a:lnTo>
                    <a:pt x="3075858" y="426881"/>
                  </a:lnTo>
                  <a:lnTo>
                    <a:pt x="3128199" y="468011"/>
                  </a:lnTo>
                  <a:lnTo>
                    <a:pt x="3180638" y="510318"/>
                  </a:lnTo>
                  <a:lnTo>
                    <a:pt x="3233153" y="553362"/>
                  </a:lnTo>
                  <a:lnTo>
                    <a:pt x="3285697" y="596665"/>
                  </a:lnTo>
                  <a:lnTo>
                    <a:pt x="3338215" y="639741"/>
                  </a:lnTo>
                  <a:lnTo>
                    <a:pt x="3390660" y="682113"/>
                  </a:lnTo>
                  <a:lnTo>
                    <a:pt x="3443007" y="723335"/>
                  </a:lnTo>
                  <a:lnTo>
                    <a:pt x="3495273" y="763014"/>
                  </a:lnTo>
                  <a:lnTo>
                    <a:pt x="3547524" y="800822"/>
                  </a:lnTo>
                  <a:lnTo>
                    <a:pt x="3599895" y="836506"/>
                  </a:lnTo>
                  <a:lnTo>
                    <a:pt x="3652600" y="869889"/>
                  </a:lnTo>
                  <a:lnTo>
                    <a:pt x="3705946" y="900875"/>
                  </a:lnTo>
                  <a:lnTo>
                    <a:pt x="3760349" y="929436"/>
                  </a:lnTo>
                  <a:lnTo>
                    <a:pt x="3816358" y="955611"/>
                  </a:lnTo>
                  <a:lnTo>
                    <a:pt x="3820202" y="957289"/>
                  </a:lnTo>
                  <a:lnTo>
                    <a:pt x="3871974" y="978432"/>
                  </a:lnTo>
                  <a:lnTo>
                    <a:pt x="3926185" y="997744"/>
                  </a:lnTo>
                  <a:lnTo>
                    <a:pt x="3983515" y="1015290"/>
                  </a:lnTo>
                  <a:lnTo>
                    <a:pt x="4044711" y="1031194"/>
                  </a:lnTo>
                  <a:lnTo>
                    <a:pt x="4110546" y="1045608"/>
                  </a:lnTo>
                  <a:lnTo>
                    <a:pt x="4181779" y="1058685"/>
                  </a:lnTo>
                  <a:lnTo>
                    <a:pt x="4259100" y="1070571"/>
                  </a:lnTo>
                  <a:lnTo>
                    <a:pt x="4343071" y="1081393"/>
                  </a:lnTo>
                  <a:lnTo>
                    <a:pt x="4434023" y="1091259"/>
                  </a:lnTo>
                  <a:lnTo>
                    <a:pt x="4531951" y="1100250"/>
                  </a:lnTo>
                  <a:lnTo>
                    <a:pt x="4636369" y="1108422"/>
                  </a:lnTo>
                  <a:lnTo>
                    <a:pt x="4746169" y="1115807"/>
                  </a:lnTo>
                  <a:lnTo>
                    <a:pt x="4859493" y="1122413"/>
                  </a:lnTo>
                  <a:lnTo>
                    <a:pt x="4973679" y="1128232"/>
                  </a:lnTo>
                  <a:lnTo>
                    <a:pt x="5085321" y="1133249"/>
                  </a:lnTo>
                  <a:lnTo>
                    <a:pt x="5190499" y="1137448"/>
                  </a:lnTo>
                  <a:lnTo>
                    <a:pt x="5285200" y="1140832"/>
                  </a:lnTo>
                  <a:lnTo>
                    <a:pt x="5365865" y="1143427"/>
                  </a:lnTo>
                  <a:lnTo>
                    <a:pt x="5429974" y="1145293"/>
                  </a:lnTo>
                  <a:lnTo>
                    <a:pt x="5476524" y="1146524"/>
                  </a:lnTo>
                  <a:lnTo>
                    <a:pt x="5506272" y="1147242"/>
                  </a:lnTo>
                  <a:lnTo>
                    <a:pt x="5521732" y="1147583"/>
                  </a:lnTo>
                  <a:lnTo>
                    <a:pt x="5526983" y="1147690"/>
                  </a:lnTo>
                  <a:lnTo>
                    <a:pt x="5527445" y="1147698"/>
                  </a:lnTo>
                  <a:lnTo>
                    <a:pt x="6522385" y="1147698"/>
                  </a:lnTo>
                  <a:lnTo>
                    <a:pt x="6523520" y="1147690"/>
                  </a:lnTo>
                  <a:lnTo>
                    <a:pt x="6531011" y="1147633"/>
                  </a:lnTo>
                  <a:lnTo>
                    <a:pt x="6549993" y="1147473"/>
                  </a:lnTo>
                  <a:lnTo>
                    <a:pt x="6584179" y="1147159"/>
                  </a:lnTo>
                  <a:lnTo>
                    <a:pt x="6635641" y="1146640"/>
                  </a:lnTo>
                  <a:lnTo>
                    <a:pt x="6704650" y="1145873"/>
                  </a:lnTo>
                  <a:lnTo>
                    <a:pt x="6789738" y="1144827"/>
                  </a:lnTo>
                  <a:lnTo>
                    <a:pt x="6888021" y="1143482"/>
                  </a:lnTo>
                  <a:lnTo>
                    <a:pt x="6995723" y="1141831"/>
                  </a:lnTo>
                  <a:lnTo>
                    <a:pt x="7108774" y="1139876"/>
                  </a:lnTo>
                  <a:lnTo>
                    <a:pt x="7223334" y="1137623"/>
                  </a:lnTo>
                  <a:lnTo>
                    <a:pt x="7336173" y="1135078"/>
                  </a:lnTo>
                  <a:lnTo>
                    <a:pt x="7444840" y="1132241"/>
                  </a:lnTo>
                  <a:lnTo>
                    <a:pt x="7547696" y="1129108"/>
                  </a:lnTo>
                  <a:lnTo>
                    <a:pt x="7643823" y="1125664"/>
                  </a:lnTo>
                  <a:lnTo>
                    <a:pt x="7732892" y="1121885"/>
                  </a:lnTo>
                  <a:lnTo>
                    <a:pt x="7815012" y="1117737"/>
                  </a:lnTo>
                  <a:lnTo>
                    <a:pt x="7890601" y="1113178"/>
                  </a:lnTo>
                  <a:lnTo>
                    <a:pt x="7960272" y="1108158"/>
                  </a:lnTo>
                  <a:lnTo>
                    <a:pt x="8024749" y="1102622"/>
                  </a:lnTo>
                  <a:lnTo>
                    <a:pt x="8084806" y="1096510"/>
                  </a:lnTo>
                  <a:lnTo>
                    <a:pt x="8141218" y="1089769"/>
                  </a:lnTo>
                  <a:lnTo>
                    <a:pt x="8194722" y="1082357"/>
                  </a:lnTo>
                  <a:lnTo>
                    <a:pt x="8229629" y="1076950"/>
                  </a:lnTo>
                  <a:lnTo>
                    <a:pt x="8290350" y="1066441"/>
                  </a:lnTo>
                  <a:lnTo>
                    <a:pt x="8349195" y="1054891"/>
                  </a:lnTo>
                  <a:lnTo>
                    <a:pt x="8406853" y="1042285"/>
                  </a:lnTo>
                  <a:lnTo>
                    <a:pt x="8463832" y="1028640"/>
                  </a:lnTo>
                  <a:lnTo>
                    <a:pt x="8520494" y="1014010"/>
                  </a:lnTo>
                  <a:lnTo>
                    <a:pt x="8577078" y="998489"/>
                  </a:lnTo>
                  <a:lnTo>
                    <a:pt x="8633721" y="982211"/>
                  </a:lnTo>
                  <a:lnTo>
                    <a:pt x="8690476" y="965346"/>
                  </a:lnTo>
                  <a:lnTo>
                    <a:pt x="8747332" y="948094"/>
                  </a:lnTo>
                  <a:lnTo>
                    <a:pt x="8804238" y="930675"/>
                  </a:lnTo>
                  <a:lnTo>
                    <a:pt x="8861124" y="913319"/>
                  </a:lnTo>
                  <a:lnTo>
                    <a:pt x="8917929" y="896252"/>
                  </a:lnTo>
                  <a:lnTo>
                    <a:pt x="8974620" y="879686"/>
                  </a:lnTo>
                  <a:lnTo>
                    <a:pt x="9031219" y="863804"/>
                  </a:lnTo>
                  <a:lnTo>
                    <a:pt x="9087823" y="848757"/>
                  </a:lnTo>
                  <a:lnTo>
                    <a:pt x="9144622" y="834658"/>
                  </a:lnTo>
                  <a:lnTo>
                    <a:pt x="9201919" y="821579"/>
                  </a:lnTo>
                  <a:lnTo>
                    <a:pt x="9260154" y="809552"/>
                  </a:lnTo>
                  <a:lnTo>
                    <a:pt x="9319929" y="798577"/>
                  </a:lnTo>
                  <a:lnTo>
                    <a:pt x="9347647" y="793956"/>
                  </a:lnTo>
                  <a:lnTo>
                    <a:pt x="9399560" y="786080"/>
                  </a:lnTo>
                  <a:lnTo>
                    <a:pt x="9453927" y="778888"/>
                  </a:lnTo>
                  <a:lnTo>
                    <a:pt x="9511434" y="772355"/>
                  </a:lnTo>
                  <a:lnTo>
                    <a:pt x="9572833" y="766435"/>
                  </a:lnTo>
                  <a:lnTo>
                    <a:pt x="9638904" y="761072"/>
                  </a:lnTo>
                  <a:lnTo>
                    <a:pt x="9710411" y="756207"/>
                  </a:lnTo>
                  <a:lnTo>
                    <a:pt x="9788051" y="751786"/>
                  </a:lnTo>
                  <a:lnTo>
                    <a:pt x="9872382" y="747762"/>
                  </a:lnTo>
                  <a:lnTo>
                    <a:pt x="9963737" y="744094"/>
                  </a:lnTo>
                  <a:lnTo>
                    <a:pt x="10062099" y="740752"/>
                  </a:lnTo>
                  <a:lnTo>
                    <a:pt x="10166965" y="737716"/>
                  </a:lnTo>
                  <a:lnTo>
                    <a:pt x="10277197" y="734974"/>
                  </a:lnTo>
                  <a:lnTo>
                    <a:pt x="10390899" y="732522"/>
                  </a:lnTo>
                  <a:lnTo>
                    <a:pt x="10505359" y="730365"/>
                  </a:lnTo>
                  <a:lnTo>
                    <a:pt x="10617122" y="728508"/>
                  </a:lnTo>
                  <a:lnTo>
                    <a:pt x="10722225" y="726956"/>
                  </a:lnTo>
                  <a:lnTo>
                    <a:pt x="10816628" y="725708"/>
                  </a:lnTo>
                  <a:lnTo>
                    <a:pt x="10896779" y="724755"/>
                  </a:lnTo>
                  <a:lnTo>
                    <a:pt x="10960200" y="724072"/>
                  </a:lnTo>
                  <a:lnTo>
                    <a:pt x="11005964" y="723625"/>
                  </a:lnTo>
                  <a:lnTo>
                    <a:pt x="11034930" y="723366"/>
                  </a:lnTo>
                  <a:lnTo>
                    <a:pt x="11049721" y="723246"/>
                  </a:lnTo>
                  <a:lnTo>
                    <a:pt x="11054533" y="723210"/>
                  </a:lnTo>
                  <a:lnTo>
                    <a:pt x="11054891" y="723207"/>
                  </a:lnTo>
                  <a:lnTo>
                    <a:pt x="12049831" y="723207"/>
                  </a:lnTo>
                  <a:lnTo>
                    <a:pt x="12049831" y="717966"/>
                  </a:lnTo>
                  <a:lnTo>
                    <a:pt x="11054891" y="717966"/>
                  </a:lnTo>
                  <a:lnTo>
                    <a:pt x="11053756" y="717974"/>
                  </a:lnTo>
                  <a:lnTo>
                    <a:pt x="11046266" y="718032"/>
                  </a:lnTo>
                  <a:lnTo>
                    <a:pt x="11027284" y="718191"/>
                  </a:lnTo>
                  <a:lnTo>
                    <a:pt x="10993097" y="718506"/>
                  </a:lnTo>
                  <a:lnTo>
                    <a:pt x="10941635" y="719025"/>
                  </a:lnTo>
                  <a:lnTo>
                    <a:pt x="10872627" y="719791"/>
                  </a:lnTo>
                  <a:lnTo>
                    <a:pt x="10787539" y="720838"/>
                  </a:lnTo>
                  <a:lnTo>
                    <a:pt x="10689255" y="722183"/>
                  </a:lnTo>
                  <a:lnTo>
                    <a:pt x="10581553" y="723834"/>
                  </a:lnTo>
                  <a:lnTo>
                    <a:pt x="10468503" y="725789"/>
                  </a:lnTo>
                  <a:lnTo>
                    <a:pt x="10353942" y="728042"/>
                  </a:lnTo>
                  <a:lnTo>
                    <a:pt x="10241104" y="730587"/>
                  </a:lnTo>
                  <a:lnTo>
                    <a:pt x="10132437" y="733423"/>
                  </a:lnTo>
                  <a:lnTo>
                    <a:pt x="10029581" y="736557"/>
                  </a:lnTo>
                  <a:lnTo>
                    <a:pt x="9933454" y="740001"/>
                  </a:lnTo>
                  <a:lnTo>
                    <a:pt x="9844385" y="743780"/>
                  </a:lnTo>
                  <a:lnTo>
                    <a:pt x="9762264" y="747928"/>
                  </a:lnTo>
                  <a:lnTo>
                    <a:pt x="9686675" y="752487"/>
                  </a:lnTo>
                  <a:lnTo>
                    <a:pt x="9617005" y="757506"/>
                  </a:lnTo>
                  <a:lnTo>
                    <a:pt x="9552528" y="763043"/>
                  </a:lnTo>
                  <a:lnTo>
                    <a:pt x="9492471" y="769155"/>
                  </a:lnTo>
                  <a:lnTo>
                    <a:pt x="9436058" y="775896"/>
                  </a:lnTo>
                  <a:lnTo>
                    <a:pt x="9382554" y="783308"/>
                  </a:lnTo>
                  <a:lnTo>
                    <a:pt x="9347647" y="788715"/>
                  </a:lnTo>
                  <a:lnTo>
                    <a:pt x="9286926" y="799224"/>
                  </a:lnTo>
                  <a:lnTo>
                    <a:pt x="9228081" y="810774"/>
                  </a:lnTo>
                  <a:lnTo>
                    <a:pt x="9170424" y="823379"/>
                  </a:lnTo>
                  <a:lnTo>
                    <a:pt x="9113445" y="837024"/>
                  </a:lnTo>
                  <a:lnTo>
                    <a:pt x="9056783" y="851654"/>
                  </a:lnTo>
                  <a:lnTo>
                    <a:pt x="9000198" y="867175"/>
                  </a:lnTo>
                  <a:lnTo>
                    <a:pt x="8943555" y="883453"/>
                  </a:lnTo>
                  <a:lnTo>
                    <a:pt x="8886801" y="900319"/>
                  </a:lnTo>
                  <a:lnTo>
                    <a:pt x="8829945" y="917571"/>
                  </a:lnTo>
                  <a:lnTo>
                    <a:pt x="8773039" y="934990"/>
                  </a:lnTo>
                  <a:lnTo>
                    <a:pt x="8716152" y="952346"/>
                  </a:lnTo>
                  <a:lnTo>
                    <a:pt x="8659348" y="969412"/>
                  </a:lnTo>
                  <a:lnTo>
                    <a:pt x="8602657" y="985979"/>
                  </a:lnTo>
                  <a:lnTo>
                    <a:pt x="8546057" y="1001861"/>
                  </a:lnTo>
                  <a:lnTo>
                    <a:pt x="8489453" y="1016907"/>
                  </a:lnTo>
                  <a:lnTo>
                    <a:pt x="8432655" y="1031007"/>
                  </a:lnTo>
                  <a:lnTo>
                    <a:pt x="8375357" y="1044086"/>
                  </a:lnTo>
                  <a:lnTo>
                    <a:pt x="8317122" y="1056113"/>
                  </a:lnTo>
                  <a:lnTo>
                    <a:pt x="8257347" y="1067088"/>
                  </a:lnTo>
                  <a:lnTo>
                    <a:pt x="8229629" y="1071709"/>
                  </a:lnTo>
                  <a:lnTo>
                    <a:pt x="8177716" y="1079585"/>
                  </a:lnTo>
                  <a:lnTo>
                    <a:pt x="8123349" y="1086777"/>
                  </a:lnTo>
                  <a:lnTo>
                    <a:pt x="8065842" y="1093310"/>
                  </a:lnTo>
                  <a:lnTo>
                    <a:pt x="8004443" y="1099229"/>
                  </a:lnTo>
                  <a:lnTo>
                    <a:pt x="7938372" y="1104593"/>
                  </a:lnTo>
                  <a:lnTo>
                    <a:pt x="7866865" y="1109458"/>
                  </a:lnTo>
                  <a:lnTo>
                    <a:pt x="7789226" y="1113879"/>
                  </a:lnTo>
                  <a:lnTo>
                    <a:pt x="7704894" y="1117903"/>
                  </a:lnTo>
                  <a:lnTo>
                    <a:pt x="7613539" y="1121571"/>
                  </a:lnTo>
                  <a:lnTo>
                    <a:pt x="7515178" y="1124913"/>
                  </a:lnTo>
                  <a:lnTo>
                    <a:pt x="7410312" y="1127949"/>
                  </a:lnTo>
                  <a:lnTo>
                    <a:pt x="7300080" y="1130691"/>
                  </a:lnTo>
                  <a:lnTo>
                    <a:pt x="7186378" y="1133143"/>
                  </a:lnTo>
                  <a:lnTo>
                    <a:pt x="7071917" y="1135300"/>
                  </a:lnTo>
                  <a:lnTo>
                    <a:pt x="6960154" y="1137157"/>
                  </a:lnTo>
                  <a:lnTo>
                    <a:pt x="6855051" y="1138709"/>
                  </a:lnTo>
                  <a:lnTo>
                    <a:pt x="6760648" y="1139956"/>
                  </a:lnTo>
                  <a:lnTo>
                    <a:pt x="6680498" y="1140910"/>
                  </a:lnTo>
                  <a:lnTo>
                    <a:pt x="6617077" y="1141592"/>
                  </a:lnTo>
                  <a:lnTo>
                    <a:pt x="6571312" y="1142040"/>
                  </a:lnTo>
                  <a:lnTo>
                    <a:pt x="6542347" y="1142298"/>
                  </a:lnTo>
                  <a:lnTo>
                    <a:pt x="6527556" y="1142419"/>
                  </a:lnTo>
                  <a:lnTo>
                    <a:pt x="6522744" y="1142455"/>
                  </a:lnTo>
                  <a:lnTo>
                    <a:pt x="6522385" y="1142458"/>
                  </a:lnTo>
                  <a:lnTo>
                    <a:pt x="5527445" y="1142458"/>
                  </a:lnTo>
                  <a:lnTo>
                    <a:pt x="5526319" y="1142436"/>
                  </a:lnTo>
                  <a:lnTo>
                    <a:pt x="5518886" y="1142282"/>
                  </a:lnTo>
                  <a:lnTo>
                    <a:pt x="5500046" y="1141857"/>
                  </a:lnTo>
                  <a:lnTo>
                    <a:pt x="5466104" y="1141018"/>
                  </a:lnTo>
                  <a:lnTo>
                    <a:pt x="5414990" y="1139633"/>
                  </a:lnTo>
                  <a:lnTo>
                    <a:pt x="5346414" y="1137585"/>
                  </a:lnTo>
                  <a:lnTo>
                    <a:pt x="5261808" y="1134789"/>
                  </a:lnTo>
                  <a:lnTo>
                    <a:pt x="5164012" y="1131195"/>
                  </a:lnTo>
                  <a:lnTo>
                    <a:pt x="5056762" y="1126783"/>
                  </a:lnTo>
                  <a:lnTo>
                    <a:pt x="4944098" y="1121556"/>
                  </a:lnTo>
                  <a:lnTo>
                    <a:pt x="4829836" y="1115530"/>
                  </a:lnTo>
                  <a:lnTo>
                    <a:pt x="4717204" y="1108722"/>
                  </a:lnTo>
                  <a:lnTo>
                    <a:pt x="4608656" y="1101134"/>
                  </a:lnTo>
                  <a:lnTo>
                    <a:pt x="4505846" y="1092753"/>
                  </a:lnTo>
                  <a:lnTo>
                    <a:pt x="4409706" y="1083542"/>
                  </a:lnTo>
                  <a:lnTo>
                    <a:pt x="4320584" y="1073436"/>
                  </a:lnTo>
                  <a:lnTo>
                    <a:pt x="4238384" y="1062348"/>
                  </a:lnTo>
                  <a:lnTo>
                    <a:pt x="4162706" y="1050166"/>
                  </a:lnTo>
                  <a:lnTo>
                    <a:pt x="4092947" y="1036756"/>
                  </a:lnTo>
                  <a:lnTo>
                    <a:pt x="4028392" y="1021970"/>
                  </a:lnTo>
                  <a:lnTo>
                    <a:pt x="3968274" y="1005653"/>
                  </a:lnTo>
                  <a:lnTo>
                    <a:pt x="3911824" y="987658"/>
                  </a:lnTo>
                  <a:lnTo>
                    <a:pt x="3858309" y="967873"/>
                  </a:lnTo>
                  <a:lnTo>
                    <a:pt x="3820202" y="952048"/>
                  </a:lnTo>
                  <a:lnTo>
                    <a:pt x="3764060" y="926031"/>
                  </a:lnTo>
                  <a:lnTo>
                    <a:pt x="3709568" y="897632"/>
                  </a:lnTo>
                  <a:lnTo>
                    <a:pt x="3656166" y="866810"/>
                  </a:lnTo>
                  <a:lnTo>
                    <a:pt x="3603428" y="833585"/>
                  </a:lnTo>
                  <a:lnTo>
                    <a:pt x="3551042" y="798052"/>
                  </a:lnTo>
                  <a:lnTo>
                    <a:pt x="3498788" y="760380"/>
                  </a:lnTo>
                  <a:lnTo>
                    <a:pt x="3446527" y="720817"/>
                  </a:lnTo>
                  <a:lnTo>
                    <a:pt x="3394186" y="679687"/>
                  </a:lnTo>
                  <a:lnTo>
                    <a:pt x="3341747" y="637379"/>
                  </a:lnTo>
                  <a:lnTo>
                    <a:pt x="3289232" y="594336"/>
                  </a:lnTo>
                  <a:lnTo>
                    <a:pt x="3236688" y="551032"/>
                  </a:lnTo>
                  <a:lnTo>
                    <a:pt x="3184170" y="507956"/>
                  </a:lnTo>
                  <a:lnTo>
                    <a:pt x="3131725" y="465585"/>
                  </a:lnTo>
                  <a:lnTo>
                    <a:pt x="3079378" y="424363"/>
                  </a:lnTo>
                  <a:lnTo>
                    <a:pt x="3027112" y="384684"/>
                  </a:lnTo>
                  <a:lnTo>
                    <a:pt x="2974861" y="346876"/>
                  </a:lnTo>
                  <a:lnTo>
                    <a:pt x="2922490" y="311192"/>
                  </a:lnTo>
                  <a:lnTo>
                    <a:pt x="2869785" y="277809"/>
                  </a:lnTo>
                  <a:lnTo>
                    <a:pt x="2816439" y="246823"/>
                  </a:lnTo>
                  <a:lnTo>
                    <a:pt x="2762036" y="218262"/>
                  </a:lnTo>
                  <a:lnTo>
                    <a:pt x="2706027" y="192087"/>
                  </a:lnTo>
                  <a:lnTo>
                    <a:pt x="2702183" y="190409"/>
                  </a:lnTo>
                  <a:lnTo>
                    <a:pt x="2650411" y="169266"/>
                  </a:lnTo>
                  <a:lnTo>
                    <a:pt x="2596200" y="149954"/>
                  </a:lnTo>
                  <a:lnTo>
                    <a:pt x="2538870" y="132408"/>
                  </a:lnTo>
                  <a:lnTo>
                    <a:pt x="2477674" y="116503"/>
                  </a:lnTo>
                  <a:lnTo>
                    <a:pt x="2411839" y="102090"/>
                  </a:lnTo>
                  <a:lnTo>
                    <a:pt x="2340606" y="89013"/>
                  </a:lnTo>
                  <a:lnTo>
                    <a:pt x="2263284" y="77127"/>
                  </a:lnTo>
                  <a:lnTo>
                    <a:pt x="2179314" y="66305"/>
                  </a:lnTo>
                  <a:lnTo>
                    <a:pt x="2088362" y="56439"/>
                  </a:lnTo>
                  <a:lnTo>
                    <a:pt x="1990434" y="47448"/>
                  </a:lnTo>
                  <a:lnTo>
                    <a:pt x="1886016" y="39275"/>
                  </a:lnTo>
                  <a:lnTo>
                    <a:pt x="1776216" y="31891"/>
                  </a:lnTo>
                  <a:lnTo>
                    <a:pt x="1662892" y="25285"/>
                  </a:lnTo>
                  <a:lnTo>
                    <a:pt x="1548706" y="19465"/>
                  </a:lnTo>
                  <a:lnTo>
                    <a:pt x="1437064" y="14449"/>
                  </a:lnTo>
                  <a:lnTo>
                    <a:pt x="1331886" y="10249"/>
                  </a:lnTo>
                  <a:lnTo>
                    <a:pt x="1237185" y="6866"/>
                  </a:lnTo>
                  <a:lnTo>
                    <a:pt x="1156520" y="4271"/>
                  </a:lnTo>
                  <a:lnTo>
                    <a:pt x="1092411" y="2405"/>
                  </a:lnTo>
                  <a:lnTo>
                    <a:pt x="1045861" y="1174"/>
                  </a:lnTo>
                  <a:lnTo>
                    <a:pt x="1016113" y="456"/>
                  </a:lnTo>
                  <a:lnTo>
                    <a:pt x="1000653" y="115"/>
                  </a:lnTo>
                  <a:lnTo>
                    <a:pt x="995402" y="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26" name="pl825"/>
            <p:cNvSpPr/>
            <p:nvPr/>
          </p:nvSpPr>
          <p:spPr>
            <a:xfrm>
              <a:off x="1199187" y="2347639"/>
              <a:ext cx="12049831" cy="1142458"/>
            </a:xfrm>
            <a:custGeom>
              <a:avLst/>
              <a:pathLst>
                <a:path w="12049831" h="1142458">
                  <a:moveTo>
                    <a:pt x="0" y="0"/>
                  </a:moveTo>
                  <a:lnTo>
                    <a:pt x="994940" y="0"/>
                  </a:lnTo>
                  <a:lnTo>
                    <a:pt x="996066" y="21"/>
                  </a:lnTo>
                  <a:lnTo>
                    <a:pt x="1003499" y="175"/>
                  </a:lnTo>
                  <a:lnTo>
                    <a:pt x="1022339" y="601"/>
                  </a:lnTo>
                  <a:lnTo>
                    <a:pt x="1056281" y="1439"/>
                  </a:lnTo>
                  <a:lnTo>
                    <a:pt x="1107395" y="2825"/>
                  </a:lnTo>
                  <a:lnTo>
                    <a:pt x="1175971" y="4873"/>
                  </a:lnTo>
                  <a:lnTo>
                    <a:pt x="1260577" y="7668"/>
                  </a:lnTo>
                  <a:lnTo>
                    <a:pt x="1358373" y="11262"/>
                  </a:lnTo>
                  <a:lnTo>
                    <a:pt x="1465623" y="15675"/>
                  </a:lnTo>
                  <a:lnTo>
                    <a:pt x="1578287" y="20901"/>
                  </a:lnTo>
                  <a:lnTo>
                    <a:pt x="1692549" y="26927"/>
                  </a:lnTo>
                  <a:lnTo>
                    <a:pt x="1805181" y="33735"/>
                  </a:lnTo>
                  <a:lnTo>
                    <a:pt x="1913729" y="41323"/>
                  </a:lnTo>
                  <a:lnTo>
                    <a:pt x="2016539" y="49704"/>
                  </a:lnTo>
                  <a:lnTo>
                    <a:pt x="2112679" y="58916"/>
                  </a:lnTo>
                  <a:lnTo>
                    <a:pt x="2201801" y="69021"/>
                  </a:lnTo>
                  <a:lnTo>
                    <a:pt x="2284001" y="80109"/>
                  </a:lnTo>
                  <a:lnTo>
                    <a:pt x="2359679" y="92292"/>
                  </a:lnTo>
                  <a:lnTo>
                    <a:pt x="2429438" y="105701"/>
                  </a:lnTo>
                  <a:lnTo>
                    <a:pt x="2493993" y="120487"/>
                  </a:lnTo>
                  <a:lnTo>
                    <a:pt x="2554111" y="136805"/>
                  </a:lnTo>
                  <a:lnTo>
                    <a:pt x="2610561" y="154799"/>
                  </a:lnTo>
                  <a:lnTo>
                    <a:pt x="2664076" y="174584"/>
                  </a:lnTo>
                  <a:lnTo>
                    <a:pt x="2702183" y="190409"/>
                  </a:lnTo>
                  <a:lnTo>
                    <a:pt x="2758325" y="216427"/>
                  </a:lnTo>
                  <a:lnTo>
                    <a:pt x="2812817" y="244825"/>
                  </a:lnTo>
                  <a:lnTo>
                    <a:pt x="2866219" y="275648"/>
                  </a:lnTo>
                  <a:lnTo>
                    <a:pt x="2918957" y="308872"/>
                  </a:lnTo>
                  <a:lnTo>
                    <a:pt x="2971343" y="344405"/>
                  </a:lnTo>
                  <a:lnTo>
                    <a:pt x="3023597" y="382077"/>
                  </a:lnTo>
                  <a:lnTo>
                    <a:pt x="3075858" y="421640"/>
                  </a:lnTo>
                  <a:lnTo>
                    <a:pt x="3128199" y="462770"/>
                  </a:lnTo>
                  <a:lnTo>
                    <a:pt x="3180638" y="505078"/>
                  </a:lnTo>
                  <a:lnTo>
                    <a:pt x="3233153" y="548121"/>
                  </a:lnTo>
                  <a:lnTo>
                    <a:pt x="3285697" y="591425"/>
                  </a:lnTo>
                  <a:lnTo>
                    <a:pt x="3338215" y="634501"/>
                  </a:lnTo>
                  <a:lnTo>
                    <a:pt x="3390660" y="676872"/>
                  </a:lnTo>
                  <a:lnTo>
                    <a:pt x="3443007" y="718094"/>
                  </a:lnTo>
                  <a:lnTo>
                    <a:pt x="3495273" y="757774"/>
                  </a:lnTo>
                  <a:lnTo>
                    <a:pt x="3547524" y="795582"/>
                  </a:lnTo>
                  <a:lnTo>
                    <a:pt x="3599895" y="831265"/>
                  </a:lnTo>
                  <a:lnTo>
                    <a:pt x="3652600" y="864649"/>
                  </a:lnTo>
                  <a:lnTo>
                    <a:pt x="3705946" y="895634"/>
                  </a:lnTo>
                  <a:lnTo>
                    <a:pt x="3760349" y="924195"/>
                  </a:lnTo>
                  <a:lnTo>
                    <a:pt x="3816358" y="950370"/>
                  </a:lnTo>
                  <a:lnTo>
                    <a:pt x="3820202" y="952048"/>
                  </a:lnTo>
                  <a:lnTo>
                    <a:pt x="3871974" y="973191"/>
                  </a:lnTo>
                  <a:lnTo>
                    <a:pt x="3926185" y="992503"/>
                  </a:lnTo>
                  <a:lnTo>
                    <a:pt x="3983515" y="1010049"/>
                  </a:lnTo>
                  <a:lnTo>
                    <a:pt x="4044711" y="1025954"/>
                  </a:lnTo>
                  <a:lnTo>
                    <a:pt x="4110546" y="1040367"/>
                  </a:lnTo>
                  <a:lnTo>
                    <a:pt x="4181779" y="1053444"/>
                  </a:lnTo>
                  <a:lnTo>
                    <a:pt x="4259100" y="1065330"/>
                  </a:lnTo>
                  <a:lnTo>
                    <a:pt x="4343071" y="1076153"/>
                  </a:lnTo>
                  <a:lnTo>
                    <a:pt x="4434023" y="1086019"/>
                  </a:lnTo>
                  <a:lnTo>
                    <a:pt x="4531951" y="1095010"/>
                  </a:lnTo>
                  <a:lnTo>
                    <a:pt x="4636369" y="1103182"/>
                  </a:lnTo>
                  <a:lnTo>
                    <a:pt x="4746169" y="1110566"/>
                  </a:lnTo>
                  <a:lnTo>
                    <a:pt x="4859493" y="1117172"/>
                  </a:lnTo>
                  <a:lnTo>
                    <a:pt x="4973679" y="1122992"/>
                  </a:lnTo>
                  <a:lnTo>
                    <a:pt x="5085321" y="1128008"/>
                  </a:lnTo>
                  <a:lnTo>
                    <a:pt x="5190499" y="1132208"/>
                  </a:lnTo>
                  <a:lnTo>
                    <a:pt x="5285200" y="1135591"/>
                  </a:lnTo>
                  <a:lnTo>
                    <a:pt x="5365865" y="1138186"/>
                  </a:lnTo>
                  <a:lnTo>
                    <a:pt x="5429974" y="1140052"/>
                  </a:lnTo>
                  <a:lnTo>
                    <a:pt x="5476524" y="1141284"/>
                  </a:lnTo>
                  <a:lnTo>
                    <a:pt x="5506272" y="1142001"/>
                  </a:lnTo>
                  <a:lnTo>
                    <a:pt x="5521732" y="1142343"/>
                  </a:lnTo>
                  <a:lnTo>
                    <a:pt x="5526983" y="1142449"/>
                  </a:lnTo>
                  <a:lnTo>
                    <a:pt x="5527445" y="1142458"/>
                  </a:lnTo>
                  <a:lnTo>
                    <a:pt x="6522385" y="1142458"/>
                  </a:lnTo>
                  <a:lnTo>
                    <a:pt x="6523520" y="1142450"/>
                  </a:lnTo>
                  <a:lnTo>
                    <a:pt x="6531011" y="1142392"/>
                  </a:lnTo>
                  <a:lnTo>
                    <a:pt x="6549993" y="1142233"/>
                  </a:lnTo>
                  <a:lnTo>
                    <a:pt x="6584179" y="1141919"/>
                  </a:lnTo>
                  <a:lnTo>
                    <a:pt x="6635641" y="1141400"/>
                  </a:lnTo>
                  <a:lnTo>
                    <a:pt x="6704650" y="1140633"/>
                  </a:lnTo>
                  <a:lnTo>
                    <a:pt x="6789738" y="1139586"/>
                  </a:lnTo>
                  <a:lnTo>
                    <a:pt x="6888021" y="1138241"/>
                  </a:lnTo>
                  <a:lnTo>
                    <a:pt x="6995723" y="1136590"/>
                  </a:lnTo>
                  <a:lnTo>
                    <a:pt x="7108774" y="1134636"/>
                  </a:lnTo>
                  <a:lnTo>
                    <a:pt x="7223334" y="1132383"/>
                  </a:lnTo>
                  <a:lnTo>
                    <a:pt x="7336173" y="1129837"/>
                  </a:lnTo>
                  <a:lnTo>
                    <a:pt x="7444840" y="1127001"/>
                  </a:lnTo>
                  <a:lnTo>
                    <a:pt x="7547696" y="1123868"/>
                  </a:lnTo>
                  <a:lnTo>
                    <a:pt x="7643823" y="1120423"/>
                  </a:lnTo>
                  <a:lnTo>
                    <a:pt x="7732892" y="1116644"/>
                  </a:lnTo>
                  <a:lnTo>
                    <a:pt x="7815012" y="1112496"/>
                  </a:lnTo>
                  <a:lnTo>
                    <a:pt x="7890601" y="1107938"/>
                  </a:lnTo>
                  <a:lnTo>
                    <a:pt x="7960272" y="1102918"/>
                  </a:lnTo>
                  <a:lnTo>
                    <a:pt x="8024749" y="1097381"/>
                  </a:lnTo>
                  <a:lnTo>
                    <a:pt x="8084806" y="1091269"/>
                  </a:lnTo>
                  <a:lnTo>
                    <a:pt x="8141218" y="1084528"/>
                  </a:lnTo>
                  <a:lnTo>
                    <a:pt x="8194722" y="1077116"/>
                  </a:lnTo>
                  <a:lnTo>
                    <a:pt x="8229629" y="1071709"/>
                  </a:lnTo>
                  <a:lnTo>
                    <a:pt x="8290350" y="1061200"/>
                  </a:lnTo>
                  <a:lnTo>
                    <a:pt x="8349195" y="1049651"/>
                  </a:lnTo>
                  <a:lnTo>
                    <a:pt x="8406853" y="1037045"/>
                  </a:lnTo>
                  <a:lnTo>
                    <a:pt x="8463832" y="1023400"/>
                  </a:lnTo>
                  <a:lnTo>
                    <a:pt x="8520494" y="1008770"/>
                  </a:lnTo>
                  <a:lnTo>
                    <a:pt x="8577078" y="993249"/>
                  </a:lnTo>
                  <a:lnTo>
                    <a:pt x="8633721" y="976971"/>
                  </a:lnTo>
                  <a:lnTo>
                    <a:pt x="8690476" y="960105"/>
                  </a:lnTo>
                  <a:lnTo>
                    <a:pt x="8747332" y="942853"/>
                  </a:lnTo>
                  <a:lnTo>
                    <a:pt x="8804238" y="925434"/>
                  </a:lnTo>
                  <a:lnTo>
                    <a:pt x="8861124" y="908078"/>
                  </a:lnTo>
                  <a:lnTo>
                    <a:pt x="8917929" y="891012"/>
                  </a:lnTo>
                  <a:lnTo>
                    <a:pt x="8974620" y="874445"/>
                  </a:lnTo>
                  <a:lnTo>
                    <a:pt x="9031219" y="858563"/>
                  </a:lnTo>
                  <a:lnTo>
                    <a:pt x="9087823" y="843517"/>
                  </a:lnTo>
                  <a:lnTo>
                    <a:pt x="9144622" y="829418"/>
                  </a:lnTo>
                  <a:lnTo>
                    <a:pt x="9201919" y="816338"/>
                  </a:lnTo>
                  <a:lnTo>
                    <a:pt x="9260154" y="804312"/>
                  </a:lnTo>
                  <a:lnTo>
                    <a:pt x="9319929" y="793336"/>
                  </a:lnTo>
                  <a:lnTo>
                    <a:pt x="9347647" y="788715"/>
                  </a:lnTo>
                  <a:lnTo>
                    <a:pt x="9399560" y="780839"/>
                  </a:lnTo>
                  <a:lnTo>
                    <a:pt x="9453927" y="773647"/>
                  </a:lnTo>
                  <a:lnTo>
                    <a:pt x="9511434" y="767114"/>
                  </a:lnTo>
                  <a:lnTo>
                    <a:pt x="9572833" y="761195"/>
                  </a:lnTo>
                  <a:lnTo>
                    <a:pt x="9638904" y="755831"/>
                  </a:lnTo>
                  <a:lnTo>
                    <a:pt x="9710411" y="750966"/>
                  </a:lnTo>
                  <a:lnTo>
                    <a:pt x="9788051" y="746545"/>
                  </a:lnTo>
                  <a:lnTo>
                    <a:pt x="9872382" y="742521"/>
                  </a:lnTo>
                  <a:lnTo>
                    <a:pt x="9963737" y="738853"/>
                  </a:lnTo>
                  <a:lnTo>
                    <a:pt x="10062099" y="735511"/>
                  </a:lnTo>
                  <a:lnTo>
                    <a:pt x="10166965" y="732475"/>
                  </a:lnTo>
                  <a:lnTo>
                    <a:pt x="10277197" y="729733"/>
                  </a:lnTo>
                  <a:lnTo>
                    <a:pt x="10390899" y="727282"/>
                  </a:lnTo>
                  <a:lnTo>
                    <a:pt x="10505359" y="725124"/>
                  </a:lnTo>
                  <a:lnTo>
                    <a:pt x="10617122" y="723267"/>
                  </a:lnTo>
                  <a:lnTo>
                    <a:pt x="10722225" y="721715"/>
                  </a:lnTo>
                  <a:lnTo>
                    <a:pt x="10816628" y="720468"/>
                  </a:lnTo>
                  <a:lnTo>
                    <a:pt x="10896779" y="719514"/>
                  </a:lnTo>
                  <a:lnTo>
                    <a:pt x="10960200" y="718832"/>
                  </a:lnTo>
                  <a:lnTo>
                    <a:pt x="11005964" y="718384"/>
                  </a:lnTo>
                  <a:lnTo>
                    <a:pt x="11034930" y="718126"/>
                  </a:lnTo>
                  <a:lnTo>
                    <a:pt x="11049721" y="718005"/>
                  </a:lnTo>
                  <a:lnTo>
                    <a:pt x="11054533" y="717969"/>
                  </a:lnTo>
                  <a:lnTo>
                    <a:pt x="11054891" y="717966"/>
                  </a:lnTo>
                  <a:lnTo>
                    <a:pt x="12049831" y="717966"/>
                  </a:lnTo>
                  <a:lnTo>
                    <a:pt x="12049831" y="7179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7" name="pl826"/>
            <p:cNvSpPr/>
            <p:nvPr/>
          </p:nvSpPr>
          <p:spPr>
            <a:xfrm>
              <a:off x="1199187" y="2342398"/>
              <a:ext cx="12049831" cy="1142458"/>
            </a:xfrm>
            <a:custGeom>
              <a:avLst/>
              <a:pathLst>
                <a:path w="12049831" h="1142458">
                  <a:moveTo>
                    <a:pt x="12049831" y="717966"/>
                  </a:moveTo>
                  <a:lnTo>
                    <a:pt x="11054891" y="717966"/>
                  </a:lnTo>
                  <a:lnTo>
                    <a:pt x="11053756" y="717974"/>
                  </a:lnTo>
                  <a:lnTo>
                    <a:pt x="11046266" y="718032"/>
                  </a:lnTo>
                  <a:lnTo>
                    <a:pt x="11027284" y="718191"/>
                  </a:lnTo>
                  <a:lnTo>
                    <a:pt x="10993097" y="718506"/>
                  </a:lnTo>
                  <a:lnTo>
                    <a:pt x="10941635" y="719025"/>
                  </a:lnTo>
                  <a:lnTo>
                    <a:pt x="10872627" y="719791"/>
                  </a:lnTo>
                  <a:lnTo>
                    <a:pt x="10787539" y="720838"/>
                  </a:lnTo>
                  <a:lnTo>
                    <a:pt x="10689255" y="722183"/>
                  </a:lnTo>
                  <a:lnTo>
                    <a:pt x="10581553" y="723834"/>
                  </a:lnTo>
                  <a:lnTo>
                    <a:pt x="10468503" y="725789"/>
                  </a:lnTo>
                  <a:lnTo>
                    <a:pt x="10353942" y="728042"/>
                  </a:lnTo>
                  <a:lnTo>
                    <a:pt x="10241104" y="730587"/>
                  </a:lnTo>
                  <a:lnTo>
                    <a:pt x="10132437" y="733423"/>
                  </a:lnTo>
                  <a:lnTo>
                    <a:pt x="10029581" y="736557"/>
                  </a:lnTo>
                  <a:lnTo>
                    <a:pt x="9933454" y="740001"/>
                  </a:lnTo>
                  <a:lnTo>
                    <a:pt x="9844385" y="743780"/>
                  </a:lnTo>
                  <a:lnTo>
                    <a:pt x="9762264" y="747928"/>
                  </a:lnTo>
                  <a:lnTo>
                    <a:pt x="9686675" y="752487"/>
                  </a:lnTo>
                  <a:lnTo>
                    <a:pt x="9617005" y="757506"/>
                  </a:lnTo>
                  <a:lnTo>
                    <a:pt x="9552528" y="763043"/>
                  </a:lnTo>
                  <a:lnTo>
                    <a:pt x="9492471" y="769155"/>
                  </a:lnTo>
                  <a:lnTo>
                    <a:pt x="9436058" y="775896"/>
                  </a:lnTo>
                  <a:lnTo>
                    <a:pt x="9382554" y="783308"/>
                  </a:lnTo>
                  <a:lnTo>
                    <a:pt x="9347647" y="788715"/>
                  </a:lnTo>
                  <a:lnTo>
                    <a:pt x="9286926" y="799224"/>
                  </a:lnTo>
                  <a:lnTo>
                    <a:pt x="9228081" y="810774"/>
                  </a:lnTo>
                  <a:lnTo>
                    <a:pt x="9170424" y="823379"/>
                  </a:lnTo>
                  <a:lnTo>
                    <a:pt x="9113445" y="837024"/>
                  </a:lnTo>
                  <a:lnTo>
                    <a:pt x="9056783" y="851654"/>
                  </a:lnTo>
                  <a:lnTo>
                    <a:pt x="9000198" y="867175"/>
                  </a:lnTo>
                  <a:lnTo>
                    <a:pt x="8943555" y="883453"/>
                  </a:lnTo>
                  <a:lnTo>
                    <a:pt x="8886801" y="900319"/>
                  </a:lnTo>
                  <a:lnTo>
                    <a:pt x="8829945" y="917571"/>
                  </a:lnTo>
                  <a:lnTo>
                    <a:pt x="8773039" y="934990"/>
                  </a:lnTo>
                  <a:lnTo>
                    <a:pt x="8716152" y="952346"/>
                  </a:lnTo>
                  <a:lnTo>
                    <a:pt x="8659348" y="969412"/>
                  </a:lnTo>
                  <a:lnTo>
                    <a:pt x="8602657" y="985979"/>
                  </a:lnTo>
                  <a:lnTo>
                    <a:pt x="8546057" y="1001861"/>
                  </a:lnTo>
                  <a:lnTo>
                    <a:pt x="8489453" y="1016907"/>
                  </a:lnTo>
                  <a:lnTo>
                    <a:pt x="8432655" y="1031007"/>
                  </a:lnTo>
                  <a:lnTo>
                    <a:pt x="8375357" y="1044086"/>
                  </a:lnTo>
                  <a:lnTo>
                    <a:pt x="8317122" y="1056113"/>
                  </a:lnTo>
                  <a:lnTo>
                    <a:pt x="8257347" y="1067088"/>
                  </a:lnTo>
                  <a:lnTo>
                    <a:pt x="8229629" y="1071709"/>
                  </a:lnTo>
                  <a:lnTo>
                    <a:pt x="8177716" y="1079585"/>
                  </a:lnTo>
                  <a:lnTo>
                    <a:pt x="8123349" y="1086777"/>
                  </a:lnTo>
                  <a:lnTo>
                    <a:pt x="8065842" y="1093310"/>
                  </a:lnTo>
                  <a:lnTo>
                    <a:pt x="8004443" y="1099229"/>
                  </a:lnTo>
                  <a:lnTo>
                    <a:pt x="7938372" y="1104593"/>
                  </a:lnTo>
                  <a:lnTo>
                    <a:pt x="7866865" y="1109458"/>
                  </a:lnTo>
                  <a:lnTo>
                    <a:pt x="7789226" y="1113879"/>
                  </a:lnTo>
                  <a:lnTo>
                    <a:pt x="7704894" y="1117903"/>
                  </a:lnTo>
                  <a:lnTo>
                    <a:pt x="7613539" y="1121571"/>
                  </a:lnTo>
                  <a:lnTo>
                    <a:pt x="7515178" y="1124913"/>
                  </a:lnTo>
                  <a:lnTo>
                    <a:pt x="7410312" y="1127949"/>
                  </a:lnTo>
                  <a:lnTo>
                    <a:pt x="7300080" y="1130691"/>
                  </a:lnTo>
                  <a:lnTo>
                    <a:pt x="7186378" y="1133143"/>
                  </a:lnTo>
                  <a:lnTo>
                    <a:pt x="7071917" y="1135300"/>
                  </a:lnTo>
                  <a:lnTo>
                    <a:pt x="6960154" y="1137157"/>
                  </a:lnTo>
                  <a:lnTo>
                    <a:pt x="6855051" y="1138709"/>
                  </a:lnTo>
                  <a:lnTo>
                    <a:pt x="6760648" y="1139956"/>
                  </a:lnTo>
                  <a:lnTo>
                    <a:pt x="6680498" y="1140910"/>
                  </a:lnTo>
                  <a:lnTo>
                    <a:pt x="6617077" y="1141592"/>
                  </a:lnTo>
                  <a:lnTo>
                    <a:pt x="6571312" y="1142040"/>
                  </a:lnTo>
                  <a:lnTo>
                    <a:pt x="6542347" y="1142298"/>
                  </a:lnTo>
                  <a:lnTo>
                    <a:pt x="6527556" y="1142419"/>
                  </a:lnTo>
                  <a:lnTo>
                    <a:pt x="6522744" y="1142455"/>
                  </a:lnTo>
                  <a:lnTo>
                    <a:pt x="6522385" y="1142458"/>
                  </a:lnTo>
                  <a:lnTo>
                    <a:pt x="5527445" y="1142458"/>
                  </a:lnTo>
                  <a:lnTo>
                    <a:pt x="5526319" y="1142436"/>
                  </a:lnTo>
                  <a:lnTo>
                    <a:pt x="5518886" y="1142282"/>
                  </a:lnTo>
                  <a:lnTo>
                    <a:pt x="5500046" y="1141857"/>
                  </a:lnTo>
                  <a:lnTo>
                    <a:pt x="5466104" y="1141018"/>
                  </a:lnTo>
                  <a:lnTo>
                    <a:pt x="5414990" y="1139633"/>
                  </a:lnTo>
                  <a:lnTo>
                    <a:pt x="5346414" y="1137585"/>
                  </a:lnTo>
                  <a:lnTo>
                    <a:pt x="5261808" y="1134789"/>
                  </a:lnTo>
                  <a:lnTo>
                    <a:pt x="5164012" y="1131195"/>
                  </a:lnTo>
                  <a:lnTo>
                    <a:pt x="5056762" y="1126783"/>
                  </a:lnTo>
                  <a:lnTo>
                    <a:pt x="4944098" y="1121556"/>
                  </a:lnTo>
                  <a:lnTo>
                    <a:pt x="4829836" y="1115530"/>
                  </a:lnTo>
                  <a:lnTo>
                    <a:pt x="4717204" y="1108722"/>
                  </a:lnTo>
                  <a:lnTo>
                    <a:pt x="4608656" y="1101134"/>
                  </a:lnTo>
                  <a:lnTo>
                    <a:pt x="4505846" y="1092753"/>
                  </a:lnTo>
                  <a:lnTo>
                    <a:pt x="4409706" y="1083542"/>
                  </a:lnTo>
                  <a:lnTo>
                    <a:pt x="4320584" y="1073436"/>
                  </a:lnTo>
                  <a:lnTo>
                    <a:pt x="4238384" y="1062348"/>
                  </a:lnTo>
                  <a:lnTo>
                    <a:pt x="4162706" y="1050166"/>
                  </a:lnTo>
                  <a:lnTo>
                    <a:pt x="4092947" y="1036756"/>
                  </a:lnTo>
                  <a:lnTo>
                    <a:pt x="4028392" y="1021970"/>
                  </a:lnTo>
                  <a:lnTo>
                    <a:pt x="3968274" y="1005653"/>
                  </a:lnTo>
                  <a:lnTo>
                    <a:pt x="3911824" y="987658"/>
                  </a:lnTo>
                  <a:lnTo>
                    <a:pt x="3858309" y="967873"/>
                  </a:lnTo>
                  <a:lnTo>
                    <a:pt x="3820202" y="952048"/>
                  </a:lnTo>
                  <a:lnTo>
                    <a:pt x="3764060" y="926031"/>
                  </a:lnTo>
                  <a:lnTo>
                    <a:pt x="3709568" y="897632"/>
                  </a:lnTo>
                  <a:lnTo>
                    <a:pt x="3656166" y="866810"/>
                  </a:lnTo>
                  <a:lnTo>
                    <a:pt x="3603428" y="833585"/>
                  </a:lnTo>
                  <a:lnTo>
                    <a:pt x="3551042" y="798052"/>
                  </a:lnTo>
                  <a:lnTo>
                    <a:pt x="3498788" y="760380"/>
                  </a:lnTo>
                  <a:lnTo>
                    <a:pt x="3446527" y="720817"/>
                  </a:lnTo>
                  <a:lnTo>
                    <a:pt x="3394186" y="679687"/>
                  </a:lnTo>
                  <a:lnTo>
                    <a:pt x="3341747" y="637379"/>
                  </a:lnTo>
                  <a:lnTo>
                    <a:pt x="3289232" y="594336"/>
                  </a:lnTo>
                  <a:lnTo>
                    <a:pt x="3236688" y="551032"/>
                  </a:lnTo>
                  <a:lnTo>
                    <a:pt x="3184170" y="507956"/>
                  </a:lnTo>
                  <a:lnTo>
                    <a:pt x="3131725" y="465585"/>
                  </a:lnTo>
                  <a:lnTo>
                    <a:pt x="3079378" y="424363"/>
                  </a:lnTo>
                  <a:lnTo>
                    <a:pt x="3027112" y="384684"/>
                  </a:lnTo>
                  <a:lnTo>
                    <a:pt x="2974861" y="346876"/>
                  </a:lnTo>
                  <a:lnTo>
                    <a:pt x="2922490" y="311192"/>
                  </a:lnTo>
                  <a:lnTo>
                    <a:pt x="2869785" y="277809"/>
                  </a:lnTo>
                  <a:lnTo>
                    <a:pt x="2816439" y="246823"/>
                  </a:lnTo>
                  <a:lnTo>
                    <a:pt x="2762036" y="218262"/>
                  </a:lnTo>
                  <a:lnTo>
                    <a:pt x="2706027" y="192087"/>
                  </a:lnTo>
                  <a:lnTo>
                    <a:pt x="2702183" y="190409"/>
                  </a:lnTo>
                  <a:lnTo>
                    <a:pt x="2650411" y="169266"/>
                  </a:lnTo>
                  <a:lnTo>
                    <a:pt x="2596200" y="149954"/>
                  </a:lnTo>
                  <a:lnTo>
                    <a:pt x="2538870" y="132408"/>
                  </a:lnTo>
                  <a:lnTo>
                    <a:pt x="2477674" y="116503"/>
                  </a:lnTo>
                  <a:lnTo>
                    <a:pt x="2411839" y="102090"/>
                  </a:lnTo>
                  <a:lnTo>
                    <a:pt x="2340606" y="89013"/>
                  </a:lnTo>
                  <a:lnTo>
                    <a:pt x="2263284" y="77127"/>
                  </a:lnTo>
                  <a:lnTo>
                    <a:pt x="2179314" y="66305"/>
                  </a:lnTo>
                  <a:lnTo>
                    <a:pt x="2088362" y="56439"/>
                  </a:lnTo>
                  <a:lnTo>
                    <a:pt x="1990434" y="47448"/>
                  </a:lnTo>
                  <a:lnTo>
                    <a:pt x="1886016" y="39275"/>
                  </a:lnTo>
                  <a:lnTo>
                    <a:pt x="1776216" y="31891"/>
                  </a:lnTo>
                  <a:lnTo>
                    <a:pt x="1662892" y="25285"/>
                  </a:lnTo>
                  <a:lnTo>
                    <a:pt x="1548706" y="19465"/>
                  </a:lnTo>
                  <a:lnTo>
                    <a:pt x="1437064" y="14449"/>
                  </a:lnTo>
                  <a:lnTo>
                    <a:pt x="1331886" y="10249"/>
                  </a:lnTo>
                  <a:lnTo>
                    <a:pt x="1237185" y="6866"/>
                  </a:lnTo>
                  <a:lnTo>
                    <a:pt x="1156520" y="4271"/>
                  </a:lnTo>
                  <a:lnTo>
                    <a:pt x="1092411" y="2405"/>
                  </a:lnTo>
                  <a:lnTo>
                    <a:pt x="1045861" y="1174"/>
                  </a:lnTo>
                  <a:lnTo>
                    <a:pt x="1016113" y="456"/>
                  </a:lnTo>
                  <a:lnTo>
                    <a:pt x="1000653" y="115"/>
                  </a:lnTo>
                  <a:lnTo>
                    <a:pt x="995402" y="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8" name="pg827"/>
            <p:cNvSpPr/>
            <p:nvPr/>
          </p:nvSpPr>
          <p:spPr>
            <a:xfrm>
              <a:off x="1199187" y="2347639"/>
              <a:ext cx="12049831" cy="1593152"/>
            </a:xfrm>
            <a:custGeom>
              <a:avLst/>
              <a:pathLst>
                <a:path w="12049831" h="1593152">
                  <a:moveTo>
                    <a:pt x="0" y="5240"/>
                  </a:moveTo>
                  <a:lnTo>
                    <a:pt x="994940" y="5240"/>
                  </a:lnTo>
                  <a:lnTo>
                    <a:pt x="996066" y="5262"/>
                  </a:lnTo>
                  <a:lnTo>
                    <a:pt x="1003497" y="5417"/>
                  </a:lnTo>
                  <a:lnTo>
                    <a:pt x="1022335" y="5847"/>
                  </a:lnTo>
                  <a:lnTo>
                    <a:pt x="1056272" y="6693"/>
                  </a:lnTo>
                  <a:lnTo>
                    <a:pt x="1107378" y="8091"/>
                  </a:lnTo>
                  <a:lnTo>
                    <a:pt x="1175945" y="10157"/>
                  </a:lnTo>
                  <a:lnTo>
                    <a:pt x="1260541" y="12978"/>
                  </a:lnTo>
                  <a:lnTo>
                    <a:pt x="1358326" y="16604"/>
                  </a:lnTo>
                  <a:lnTo>
                    <a:pt x="1465566" y="21057"/>
                  </a:lnTo>
                  <a:lnTo>
                    <a:pt x="1578223" y="26331"/>
                  </a:lnTo>
                  <a:lnTo>
                    <a:pt x="1692479" y="32410"/>
                  </a:lnTo>
                  <a:lnTo>
                    <a:pt x="1805106" y="39281"/>
                  </a:lnTo>
                  <a:lnTo>
                    <a:pt x="1913651" y="46937"/>
                  </a:lnTo>
                  <a:lnTo>
                    <a:pt x="2016460" y="55393"/>
                  </a:lnTo>
                  <a:lnTo>
                    <a:pt x="2112600" y="64689"/>
                  </a:lnTo>
                  <a:lnTo>
                    <a:pt x="2201724" y="74886"/>
                  </a:lnTo>
                  <a:lnTo>
                    <a:pt x="2283925" y="86074"/>
                  </a:lnTo>
                  <a:lnTo>
                    <a:pt x="2359605" y="98366"/>
                  </a:lnTo>
                  <a:lnTo>
                    <a:pt x="2429366" y="111896"/>
                  </a:lnTo>
                  <a:lnTo>
                    <a:pt x="2493923" y="126816"/>
                  </a:lnTo>
                  <a:lnTo>
                    <a:pt x="2554042" y="143280"/>
                  </a:lnTo>
                  <a:lnTo>
                    <a:pt x="2610492" y="161436"/>
                  </a:lnTo>
                  <a:lnTo>
                    <a:pt x="2664008" y="181399"/>
                  </a:lnTo>
                  <a:lnTo>
                    <a:pt x="2702183" y="197397"/>
                  </a:lnTo>
                  <a:lnTo>
                    <a:pt x="2758244" y="223613"/>
                  </a:lnTo>
                  <a:lnTo>
                    <a:pt x="2812660" y="252225"/>
                  </a:lnTo>
                  <a:lnTo>
                    <a:pt x="2865988" y="283276"/>
                  </a:lnTo>
                  <a:lnTo>
                    <a:pt x="2918651" y="316744"/>
                  </a:lnTo>
                  <a:lnTo>
                    <a:pt x="2970962" y="352537"/>
                  </a:lnTo>
                  <a:lnTo>
                    <a:pt x="3023141" y="390483"/>
                  </a:lnTo>
                  <a:lnTo>
                    <a:pt x="3075326" y="430334"/>
                  </a:lnTo>
                  <a:lnTo>
                    <a:pt x="3127589" y="471766"/>
                  </a:lnTo>
                  <a:lnTo>
                    <a:pt x="3179950" y="514387"/>
                  </a:lnTo>
                  <a:lnTo>
                    <a:pt x="3232388" y="557755"/>
                  </a:lnTo>
                  <a:lnTo>
                    <a:pt x="3284856" y="601392"/>
                  </a:lnTo>
                  <a:lnTo>
                    <a:pt x="3337298" y="644808"/>
                  </a:lnTo>
                  <a:lnTo>
                    <a:pt x="3389669" y="687523"/>
                  </a:lnTo>
                  <a:lnTo>
                    <a:pt x="3441942" y="729090"/>
                  </a:lnTo>
                  <a:lnTo>
                    <a:pt x="3494132" y="769111"/>
                  </a:lnTo>
                  <a:lnTo>
                    <a:pt x="3546306" y="807256"/>
                  </a:lnTo>
                  <a:lnTo>
                    <a:pt x="3598596" y="843268"/>
                  </a:lnTo>
                  <a:lnTo>
                    <a:pt x="3651213" y="876970"/>
                  </a:lnTo>
                  <a:lnTo>
                    <a:pt x="3704459" y="908260"/>
                  </a:lnTo>
                  <a:lnTo>
                    <a:pt x="3758745" y="937110"/>
                  </a:lnTo>
                  <a:lnTo>
                    <a:pt x="3814616" y="963557"/>
                  </a:lnTo>
                  <a:lnTo>
                    <a:pt x="3820202" y="966023"/>
                  </a:lnTo>
                  <a:lnTo>
                    <a:pt x="3871971" y="987359"/>
                  </a:lnTo>
                  <a:lnTo>
                    <a:pt x="3926179" y="1006848"/>
                  </a:lnTo>
                  <a:lnTo>
                    <a:pt x="3983505" y="1024554"/>
                  </a:lnTo>
                  <a:lnTo>
                    <a:pt x="4044697" y="1040603"/>
                  </a:lnTo>
                  <a:lnTo>
                    <a:pt x="4110527" y="1055149"/>
                  </a:lnTo>
                  <a:lnTo>
                    <a:pt x="4181753" y="1068345"/>
                  </a:lnTo>
                  <a:lnTo>
                    <a:pt x="4259069" y="1080340"/>
                  </a:lnTo>
                  <a:lnTo>
                    <a:pt x="4343031" y="1091262"/>
                  </a:lnTo>
                  <a:lnTo>
                    <a:pt x="4433975" y="1101218"/>
                  </a:lnTo>
                  <a:lnTo>
                    <a:pt x="4531894" y="1110291"/>
                  </a:lnTo>
                  <a:lnTo>
                    <a:pt x="4636302" y="1118538"/>
                  </a:lnTo>
                  <a:lnTo>
                    <a:pt x="4746093" y="1125991"/>
                  </a:lnTo>
                  <a:lnTo>
                    <a:pt x="4859409" y="1132658"/>
                  </a:lnTo>
                  <a:lnTo>
                    <a:pt x="4973589" y="1138531"/>
                  </a:lnTo>
                  <a:lnTo>
                    <a:pt x="5085228" y="1143594"/>
                  </a:lnTo>
                  <a:lnTo>
                    <a:pt x="5190408" y="1147832"/>
                  </a:lnTo>
                  <a:lnTo>
                    <a:pt x="5285116" y="1151247"/>
                  </a:lnTo>
                  <a:lnTo>
                    <a:pt x="5365791" y="1153866"/>
                  </a:lnTo>
                  <a:lnTo>
                    <a:pt x="5429914" y="1155750"/>
                  </a:lnTo>
                  <a:lnTo>
                    <a:pt x="5476481" y="1156994"/>
                  </a:lnTo>
                  <a:lnTo>
                    <a:pt x="5506246" y="1157718"/>
                  </a:lnTo>
                  <a:lnTo>
                    <a:pt x="5521720" y="1158063"/>
                  </a:lnTo>
                  <a:lnTo>
                    <a:pt x="5526980" y="1158171"/>
                  </a:lnTo>
                  <a:lnTo>
                    <a:pt x="5527445" y="1158180"/>
                  </a:lnTo>
                  <a:lnTo>
                    <a:pt x="6522385" y="1158180"/>
                  </a:lnTo>
                  <a:lnTo>
                    <a:pt x="6523520" y="1158188"/>
                  </a:lnTo>
                  <a:lnTo>
                    <a:pt x="6531010" y="1158247"/>
                  </a:lnTo>
                  <a:lnTo>
                    <a:pt x="6549991" y="1158410"/>
                  </a:lnTo>
                  <a:lnTo>
                    <a:pt x="6584176" y="1158732"/>
                  </a:lnTo>
                  <a:lnTo>
                    <a:pt x="6635635" y="1159264"/>
                  </a:lnTo>
                  <a:lnTo>
                    <a:pt x="6704640" y="1160050"/>
                  </a:lnTo>
                  <a:lnTo>
                    <a:pt x="6789724" y="1161122"/>
                  </a:lnTo>
                  <a:lnTo>
                    <a:pt x="6888003" y="1162500"/>
                  </a:lnTo>
                  <a:lnTo>
                    <a:pt x="6995702" y="1164191"/>
                  </a:lnTo>
                  <a:lnTo>
                    <a:pt x="7108749" y="1166194"/>
                  </a:lnTo>
                  <a:lnTo>
                    <a:pt x="7223307" y="1168503"/>
                  </a:lnTo>
                  <a:lnTo>
                    <a:pt x="7336144" y="1171111"/>
                  </a:lnTo>
                  <a:lnTo>
                    <a:pt x="7444810" y="1174017"/>
                  </a:lnTo>
                  <a:lnTo>
                    <a:pt x="7547666" y="1177228"/>
                  </a:lnTo>
                  <a:lnTo>
                    <a:pt x="7643793" y="1180757"/>
                  </a:lnTo>
                  <a:lnTo>
                    <a:pt x="7732862" y="1184629"/>
                  </a:lnTo>
                  <a:lnTo>
                    <a:pt x="7814984" y="1188879"/>
                  </a:lnTo>
                  <a:lnTo>
                    <a:pt x="7890573" y="1193550"/>
                  </a:lnTo>
                  <a:lnTo>
                    <a:pt x="7960245" y="1198694"/>
                  </a:lnTo>
                  <a:lnTo>
                    <a:pt x="8024722" y="1204367"/>
                  </a:lnTo>
                  <a:lnTo>
                    <a:pt x="8084780" y="1210629"/>
                  </a:lnTo>
                  <a:lnTo>
                    <a:pt x="8141193" y="1217536"/>
                  </a:lnTo>
                  <a:lnTo>
                    <a:pt x="8194697" y="1225131"/>
                  </a:lnTo>
                  <a:lnTo>
                    <a:pt x="8229629" y="1230675"/>
                  </a:lnTo>
                  <a:lnTo>
                    <a:pt x="8290305" y="1241435"/>
                  </a:lnTo>
                  <a:lnTo>
                    <a:pt x="8349108" y="1253260"/>
                  </a:lnTo>
                  <a:lnTo>
                    <a:pt x="8406724" y="1266165"/>
                  </a:lnTo>
                  <a:lnTo>
                    <a:pt x="8463661" y="1280134"/>
                  </a:lnTo>
                  <a:lnTo>
                    <a:pt x="8520281" y="1295110"/>
                  </a:lnTo>
                  <a:lnTo>
                    <a:pt x="8576823" y="1310999"/>
                  </a:lnTo>
                  <a:lnTo>
                    <a:pt x="8633423" y="1327663"/>
                  </a:lnTo>
                  <a:lnTo>
                    <a:pt x="8690134" y="1344929"/>
                  </a:lnTo>
                  <a:lnTo>
                    <a:pt x="8746947" y="1362593"/>
                  </a:lnTo>
                  <a:lnTo>
                    <a:pt x="8803810" y="1380428"/>
                  </a:lnTo>
                  <a:lnTo>
                    <a:pt x="8860654" y="1398200"/>
                  </a:lnTo>
                  <a:lnTo>
                    <a:pt x="8917417" y="1415679"/>
                  </a:lnTo>
                  <a:lnTo>
                    <a:pt x="8974067" y="1432647"/>
                  </a:lnTo>
                  <a:lnTo>
                    <a:pt x="9030624" y="1448917"/>
                  </a:lnTo>
                  <a:lnTo>
                    <a:pt x="9087185" y="1464333"/>
                  </a:lnTo>
                  <a:lnTo>
                    <a:pt x="9143937" y="1478782"/>
                  </a:lnTo>
                  <a:lnTo>
                    <a:pt x="9201183" y="1492187"/>
                  </a:lnTo>
                  <a:lnTo>
                    <a:pt x="9259358" y="1504516"/>
                  </a:lnTo>
                  <a:lnTo>
                    <a:pt x="9319062" y="1515768"/>
                  </a:lnTo>
                  <a:lnTo>
                    <a:pt x="9347647" y="1520657"/>
                  </a:lnTo>
                  <a:lnTo>
                    <a:pt x="9399559" y="1528727"/>
                  </a:lnTo>
                  <a:lnTo>
                    <a:pt x="9453925" y="1536097"/>
                  </a:lnTo>
                  <a:lnTo>
                    <a:pt x="9511430" y="1542790"/>
                  </a:lnTo>
                  <a:lnTo>
                    <a:pt x="9572828" y="1548856"/>
                  </a:lnTo>
                  <a:lnTo>
                    <a:pt x="9638897" y="1554352"/>
                  </a:lnTo>
                  <a:lnTo>
                    <a:pt x="9710402" y="1559337"/>
                  </a:lnTo>
                  <a:lnTo>
                    <a:pt x="9788038" y="1563867"/>
                  </a:lnTo>
                  <a:lnTo>
                    <a:pt x="9872367" y="1567991"/>
                  </a:lnTo>
                  <a:lnTo>
                    <a:pt x="9963719" y="1571749"/>
                  </a:lnTo>
                  <a:lnTo>
                    <a:pt x="10062077" y="1575173"/>
                  </a:lnTo>
                  <a:lnTo>
                    <a:pt x="10166939" y="1578285"/>
                  </a:lnTo>
                  <a:lnTo>
                    <a:pt x="10277168" y="1581094"/>
                  </a:lnTo>
                  <a:lnTo>
                    <a:pt x="10390867" y="1583606"/>
                  </a:lnTo>
                  <a:lnTo>
                    <a:pt x="10505325" y="1585817"/>
                  </a:lnTo>
                  <a:lnTo>
                    <a:pt x="10617087" y="1587720"/>
                  </a:lnTo>
                  <a:lnTo>
                    <a:pt x="10722191" y="1589310"/>
                  </a:lnTo>
                  <a:lnTo>
                    <a:pt x="10816596" y="1590589"/>
                  </a:lnTo>
                  <a:lnTo>
                    <a:pt x="10896751" y="1591566"/>
                  </a:lnTo>
                  <a:lnTo>
                    <a:pt x="10960178" y="1592265"/>
                  </a:lnTo>
                  <a:lnTo>
                    <a:pt x="11005948" y="1592724"/>
                  </a:lnTo>
                  <a:lnTo>
                    <a:pt x="11034920" y="1592989"/>
                  </a:lnTo>
                  <a:lnTo>
                    <a:pt x="11049717" y="1593113"/>
                  </a:lnTo>
                  <a:lnTo>
                    <a:pt x="11054532" y="1593150"/>
                  </a:lnTo>
                  <a:lnTo>
                    <a:pt x="11054891" y="1593152"/>
                  </a:lnTo>
                  <a:lnTo>
                    <a:pt x="12049831" y="1593152"/>
                  </a:lnTo>
                  <a:lnTo>
                    <a:pt x="12049831" y="1587912"/>
                  </a:lnTo>
                  <a:lnTo>
                    <a:pt x="11054891" y="1587912"/>
                  </a:lnTo>
                  <a:lnTo>
                    <a:pt x="11053756" y="1587903"/>
                  </a:lnTo>
                  <a:lnTo>
                    <a:pt x="11046266" y="1587844"/>
                  </a:lnTo>
                  <a:lnTo>
                    <a:pt x="11027286" y="1587681"/>
                  </a:lnTo>
                  <a:lnTo>
                    <a:pt x="10993101" y="1587359"/>
                  </a:lnTo>
                  <a:lnTo>
                    <a:pt x="10941642" y="1586827"/>
                  </a:lnTo>
                  <a:lnTo>
                    <a:pt x="10872637" y="1586042"/>
                  </a:lnTo>
                  <a:lnTo>
                    <a:pt x="10787553" y="1584970"/>
                  </a:lnTo>
                  <a:lnTo>
                    <a:pt x="10689273" y="1583591"/>
                  </a:lnTo>
                  <a:lnTo>
                    <a:pt x="10581574" y="1581900"/>
                  </a:lnTo>
                  <a:lnTo>
                    <a:pt x="10468527" y="1579897"/>
                  </a:lnTo>
                  <a:lnTo>
                    <a:pt x="10353969" y="1577588"/>
                  </a:lnTo>
                  <a:lnTo>
                    <a:pt x="10241132" y="1574980"/>
                  </a:lnTo>
                  <a:lnTo>
                    <a:pt x="10132466" y="1572074"/>
                  </a:lnTo>
                  <a:lnTo>
                    <a:pt x="10029611" y="1568863"/>
                  </a:lnTo>
                  <a:lnTo>
                    <a:pt x="9933483" y="1565334"/>
                  </a:lnTo>
                  <a:lnTo>
                    <a:pt x="9844414" y="1561462"/>
                  </a:lnTo>
                  <a:lnTo>
                    <a:pt x="9762293" y="1557212"/>
                  </a:lnTo>
                  <a:lnTo>
                    <a:pt x="9686703" y="1552541"/>
                  </a:lnTo>
                  <a:lnTo>
                    <a:pt x="9617032" y="1547398"/>
                  </a:lnTo>
                  <a:lnTo>
                    <a:pt x="9552554" y="1541724"/>
                  </a:lnTo>
                  <a:lnTo>
                    <a:pt x="9492497" y="1535462"/>
                  </a:lnTo>
                  <a:lnTo>
                    <a:pt x="9436084" y="1528555"/>
                  </a:lnTo>
                  <a:lnTo>
                    <a:pt x="9382580" y="1520961"/>
                  </a:lnTo>
                  <a:lnTo>
                    <a:pt x="9347647" y="1515416"/>
                  </a:lnTo>
                  <a:lnTo>
                    <a:pt x="9286971" y="1504656"/>
                  </a:lnTo>
                  <a:lnTo>
                    <a:pt x="9228169" y="1492831"/>
                  </a:lnTo>
                  <a:lnTo>
                    <a:pt x="9170553" y="1479926"/>
                  </a:lnTo>
                  <a:lnTo>
                    <a:pt x="9113615" y="1465958"/>
                  </a:lnTo>
                  <a:lnTo>
                    <a:pt x="9056995" y="1450981"/>
                  </a:lnTo>
                  <a:lnTo>
                    <a:pt x="9000453" y="1435092"/>
                  </a:lnTo>
                  <a:lnTo>
                    <a:pt x="8943853" y="1418428"/>
                  </a:lnTo>
                  <a:lnTo>
                    <a:pt x="8887142" y="1401162"/>
                  </a:lnTo>
                  <a:lnTo>
                    <a:pt x="8830329" y="1383499"/>
                  </a:lnTo>
                  <a:lnTo>
                    <a:pt x="8773466" y="1365663"/>
                  </a:lnTo>
                  <a:lnTo>
                    <a:pt x="8716622" y="1347891"/>
                  </a:lnTo>
                  <a:lnTo>
                    <a:pt x="8659859" y="1330413"/>
                  </a:lnTo>
                  <a:lnTo>
                    <a:pt x="8603210" y="1313444"/>
                  </a:lnTo>
                  <a:lnTo>
                    <a:pt x="8546652" y="1297174"/>
                  </a:lnTo>
                  <a:lnTo>
                    <a:pt x="8490092" y="1281758"/>
                  </a:lnTo>
                  <a:lnTo>
                    <a:pt x="8433339" y="1267310"/>
                  </a:lnTo>
                  <a:lnTo>
                    <a:pt x="8376094" y="1253904"/>
                  </a:lnTo>
                  <a:lnTo>
                    <a:pt x="8317918" y="1241576"/>
                  </a:lnTo>
                  <a:lnTo>
                    <a:pt x="8258214" y="1230323"/>
                  </a:lnTo>
                  <a:lnTo>
                    <a:pt x="8229629" y="1225434"/>
                  </a:lnTo>
                  <a:lnTo>
                    <a:pt x="8177717" y="1217364"/>
                  </a:lnTo>
                  <a:lnTo>
                    <a:pt x="8123351" y="1209995"/>
                  </a:lnTo>
                  <a:lnTo>
                    <a:pt x="8065846" y="1203301"/>
                  </a:lnTo>
                  <a:lnTo>
                    <a:pt x="8004449" y="1197235"/>
                  </a:lnTo>
                  <a:lnTo>
                    <a:pt x="7938380" y="1191739"/>
                  </a:lnTo>
                  <a:lnTo>
                    <a:pt x="7866875" y="1186754"/>
                  </a:lnTo>
                  <a:lnTo>
                    <a:pt x="7789238" y="1182224"/>
                  </a:lnTo>
                  <a:lnTo>
                    <a:pt x="7704909" y="1178100"/>
                  </a:lnTo>
                  <a:lnTo>
                    <a:pt x="7613558" y="1174342"/>
                  </a:lnTo>
                  <a:lnTo>
                    <a:pt x="7515199" y="1170918"/>
                  </a:lnTo>
                  <a:lnTo>
                    <a:pt x="7410337" y="1167807"/>
                  </a:lnTo>
                  <a:lnTo>
                    <a:pt x="7300109" y="1164997"/>
                  </a:lnTo>
                  <a:lnTo>
                    <a:pt x="7186410" y="1162485"/>
                  </a:lnTo>
                  <a:lnTo>
                    <a:pt x="7071951" y="1160274"/>
                  </a:lnTo>
                  <a:lnTo>
                    <a:pt x="6960189" y="1158371"/>
                  </a:lnTo>
                  <a:lnTo>
                    <a:pt x="6855086" y="1156781"/>
                  </a:lnTo>
                  <a:lnTo>
                    <a:pt x="6760680" y="1155503"/>
                  </a:lnTo>
                  <a:lnTo>
                    <a:pt x="6680526" y="1154526"/>
                  </a:lnTo>
                  <a:lnTo>
                    <a:pt x="6617099" y="1153826"/>
                  </a:lnTo>
                  <a:lnTo>
                    <a:pt x="6571328" y="1153367"/>
                  </a:lnTo>
                  <a:lnTo>
                    <a:pt x="6542356" y="1153102"/>
                  </a:lnTo>
                  <a:lnTo>
                    <a:pt x="6527560" y="1152979"/>
                  </a:lnTo>
                  <a:lnTo>
                    <a:pt x="6522744" y="1152942"/>
                  </a:lnTo>
                  <a:lnTo>
                    <a:pt x="6522385" y="1152939"/>
                  </a:lnTo>
                  <a:lnTo>
                    <a:pt x="5527445" y="1152939"/>
                  </a:lnTo>
                  <a:lnTo>
                    <a:pt x="5526319" y="1152917"/>
                  </a:lnTo>
                  <a:lnTo>
                    <a:pt x="5518888" y="1152762"/>
                  </a:lnTo>
                  <a:lnTo>
                    <a:pt x="5500050" y="1152333"/>
                  </a:lnTo>
                  <a:lnTo>
                    <a:pt x="5466113" y="1151487"/>
                  </a:lnTo>
                  <a:lnTo>
                    <a:pt x="5415007" y="1150088"/>
                  </a:lnTo>
                  <a:lnTo>
                    <a:pt x="5346440" y="1148022"/>
                  </a:lnTo>
                  <a:lnTo>
                    <a:pt x="5261844" y="1145202"/>
                  </a:lnTo>
                  <a:lnTo>
                    <a:pt x="5164059" y="1141575"/>
                  </a:lnTo>
                  <a:lnTo>
                    <a:pt x="5056819" y="1137123"/>
                  </a:lnTo>
                  <a:lnTo>
                    <a:pt x="4944162" y="1131849"/>
                  </a:lnTo>
                  <a:lnTo>
                    <a:pt x="4829906" y="1125769"/>
                  </a:lnTo>
                  <a:lnTo>
                    <a:pt x="4717279" y="1118899"/>
                  </a:lnTo>
                  <a:lnTo>
                    <a:pt x="4608734" y="1111242"/>
                  </a:lnTo>
                  <a:lnTo>
                    <a:pt x="4505925" y="1102786"/>
                  </a:lnTo>
                  <a:lnTo>
                    <a:pt x="4409785" y="1093491"/>
                  </a:lnTo>
                  <a:lnTo>
                    <a:pt x="4320661" y="1083293"/>
                  </a:lnTo>
                  <a:lnTo>
                    <a:pt x="4238460" y="1072105"/>
                  </a:lnTo>
                  <a:lnTo>
                    <a:pt x="4162780" y="1059813"/>
                  </a:lnTo>
                  <a:lnTo>
                    <a:pt x="4093019" y="1046283"/>
                  </a:lnTo>
                  <a:lnTo>
                    <a:pt x="4028462" y="1031363"/>
                  </a:lnTo>
                  <a:lnTo>
                    <a:pt x="3968343" y="1014899"/>
                  </a:lnTo>
                  <a:lnTo>
                    <a:pt x="3911893" y="996743"/>
                  </a:lnTo>
                  <a:lnTo>
                    <a:pt x="3858377" y="976780"/>
                  </a:lnTo>
                  <a:lnTo>
                    <a:pt x="3820202" y="960782"/>
                  </a:lnTo>
                  <a:lnTo>
                    <a:pt x="3764141" y="934566"/>
                  </a:lnTo>
                  <a:lnTo>
                    <a:pt x="3709725" y="905954"/>
                  </a:lnTo>
                  <a:lnTo>
                    <a:pt x="3656397" y="874903"/>
                  </a:lnTo>
                  <a:lnTo>
                    <a:pt x="3603734" y="841435"/>
                  </a:lnTo>
                  <a:lnTo>
                    <a:pt x="3551423" y="805643"/>
                  </a:lnTo>
                  <a:lnTo>
                    <a:pt x="3499244" y="767696"/>
                  </a:lnTo>
                  <a:lnTo>
                    <a:pt x="3447059" y="727845"/>
                  </a:lnTo>
                  <a:lnTo>
                    <a:pt x="3394796" y="686414"/>
                  </a:lnTo>
                  <a:lnTo>
                    <a:pt x="3342435" y="643792"/>
                  </a:lnTo>
                  <a:lnTo>
                    <a:pt x="3289997" y="600424"/>
                  </a:lnTo>
                  <a:lnTo>
                    <a:pt x="3237529" y="556787"/>
                  </a:lnTo>
                  <a:lnTo>
                    <a:pt x="3185086" y="513371"/>
                  </a:lnTo>
                  <a:lnTo>
                    <a:pt x="3132716" y="470656"/>
                  </a:lnTo>
                  <a:lnTo>
                    <a:pt x="3080443" y="429089"/>
                  </a:lnTo>
                  <a:lnTo>
                    <a:pt x="3028253" y="389068"/>
                  </a:lnTo>
                  <a:lnTo>
                    <a:pt x="2976079" y="350923"/>
                  </a:lnTo>
                  <a:lnTo>
                    <a:pt x="2923789" y="314911"/>
                  </a:lnTo>
                  <a:lnTo>
                    <a:pt x="2871172" y="281209"/>
                  </a:lnTo>
                  <a:lnTo>
                    <a:pt x="2817926" y="249919"/>
                  </a:lnTo>
                  <a:lnTo>
                    <a:pt x="2763640" y="221069"/>
                  </a:lnTo>
                  <a:lnTo>
                    <a:pt x="2707769" y="194622"/>
                  </a:lnTo>
                  <a:lnTo>
                    <a:pt x="2702183" y="192156"/>
                  </a:lnTo>
                  <a:lnTo>
                    <a:pt x="2650414" y="170820"/>
                  </a:lnTo>
                  <a:lnTo>
                    <a:pt x="2596206" y="151332"/>
                  </a:lnTo>
                  <a:lnTo>
                    <a:pt x="2538880" y="133626"/>
                  </a:lnTo>
                  <a:lnTo>
                    <a:pt x="2477688" y="117576"/>
                  </a:lnTo>
                  <a:lnTo>
                    <a:pt x="2411858" y="103031"/>
                  </a:lnTo>
                  <a:lnTo>
                    <a:pt x="2340632" y="89834"/>
                  </a:lnTo>
                  <a:lnTo>
                    <a:pt x="2263316" y="77839"/>
                  </a:lnTo>
                  <a:lnTo>
                    <a:pt x="2179354" y="66918"/>
                  </a:lnTo>
                  <a:lnTo>
                    <a:pt x="2088410" y="56961"/>
                  </a:lnTo>
                  <a:lnTo>
                    <a:pt x="1990491" y="47888"/>
                  </a:lnTo>
                  <a:lnTo>
                    <a:pt x="1886083" y="39641"/>
                  </a:lnTo>
                  <a:lnTo>
                    <a:pt x="1776292" y="32188"/>
                  </a:lnTo>
                  <a:lnTo>
                    <a:pt x="1662976" y="25522"/>
                  </a:lnTo>
                  <a:lnTo>
                    <a:pt x="1548796" y="19648"/>
                  </a:lnTo>
                  <a:lnTo>
                    <a:pt x="1437157" y="14585"/>
                  </a:lnTo>
                  <a:lnTo>
                    <a:pt x="1331977" y="10347"/>
                  </a:lnTo>
                  <a:lnTo>
                    <a:pt x="1237269" y="6932"/>
                  </a:lnTo>
                  <a:lnTo>
                    <a:pt x="1156594" y="4313"/>
                  </a:lnTo>
                  <a:lnTo>
                    <a:pt x="1092471" y="2429"/>
                  </a:lnTo>
                  <a:lnTo>
                    <a:pt x="1045904" y="1185"/>
                  </a:lnTo>
                  <a:lnTo>
                    <a:pt x="1016139" y="461"/>
                  </a:lnTo>
                  <a:lnTo>
                    <a:pt x="1000665" y="116"/>
                  </a:lnTo>
                  <a:lnTo>
                    <a:pt x="995405" y="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29" name="pl828"/>
            <p:cNvSpPr/>
            <p:nvPr/>
          </p:nvSpPr>
          <p:spPr>
            <a:xfrm>
              <a:off x="1199187" y="2352880"/>
              <a:ext cx="12049831" cy="1587912"/>
            </a:xfrm>
            <a:custGeom>
              <a:avLst/>
              <a:pathLst>
                <a:path w="12049831" h="1587912">
                  <a:moveTo>
                    <a:pt x="0" y="0"/>
                  </a:moveTo>
                  <a:lnTo>
                    <a:pt x="994940" y="0"/>
                  </a:lnTo>
                  <a:lnTo>
                    <a:pt x="996066" y="21"/>
                  </a:lnTo>
                  <a:lnTo>
                    <a:pt x="1003497" y="177"/>
                  </a:lnTo>
                  <a:lnTo>
                    <a:pt x="1022335" y="606"/>
                  </a:lnTo>
                  <a:lnTo>
                    <a:pt x="1056272" y="1452"/>
                  </a:lnTo>
                  <a:lnTo>
                    <a:pt x="1107378" y="2850"/>
                  </a:lnTo>
                  <a:lnTo>
                    <a:pt x="1175945" y="4916"/>
                  </a:lnTo>
                  <a:lnTo>
                    <a:pt x="1260541" y="7737"/>
                  </a:lnTo>
                  <a:lnTo>
                    <a:pt x="1358326" y="11364"/>
                  </a:lnTo>
                  <a:lnTo>
                    <a:pt x="1465566" y="15816"/>
                  </a:lnTo>
                  <a:lnTo>
                    <a:pt x="1578223" y="21090"/>
                  </a:lnTo>
                  <a:lnTo>
                    <a:pt x="1692479" y="27170"/>
                  </a:lnTo>
                  <a:lnTo>
                    <a:pt x="1805106" y="34040"/>
                  </a:lnTo>
                  <a:lnTo>
                    <a:pt x="1913651" y="41696"/>
                  </a:lnTo>
                  <a:lnTo>
                    <a:pt x="2016460" y="50153"/>
                  </a:lnTo>
                  <a:lnTo>
                    <a:pt x="2112600" y="59448"/>
                  </a:lnTo>
                  <a:lnTo>
                    <a:pt x="2201724" y="69645"/>
                  </a:lnTo>
                  <a:lnTo>
                    <a:pt x="2283925" y="80833"/>
                  </a:lnTo>
                  <a:lnTo>
                    <a:pt x="2359605" y="93125"/>
                  </a:lnTo>
                  <a:lnTo>
                    <a:pt x="2429366" y="106656"/>
                  </a:lnTo>
                  <a:lnTo>
                    <a:pt x="2493923" y="121575"/>
                  </a:lnTo>
                  <a:lnTo>
                    <a:pt x="2554042" y="138039"/>
                  </a:lnTo>
                  <a:lnTo>
                    <a:pt x="2610492" y="156196"/>
                  </a:lnTo>
                  <a:lnTo>
                    <a:pt x="2664008" y="176159"/>
                  </a:lnTo>
                  <a:lnTo>
                    <a:pt x="2702183" y="192156"/>
                  </a:lnTo>
                  <a:lnTo>
                    <a:pt x="2758244" y="218372"/>
                  </a:lnTo>
                  <a:lnTo>
                    <a:pt x="2812660" y="246984"/>
                  </a:lnTo>
                  <a:lnTo>
                    <a:pt x="2865988" y="278035"/>
                  </a:lnTo>
                  <a:lnTo>
                    <a:pt x="2918651" y="311504"/>
                  </a:lnTo>
                  <a:lnTo>
                    <a:pt x="2970962" y="347296"/>
                  </a:lnTo>
                  <a:lnTo>
                    <a:pt x="3023141" y="385242"/>
                  </a:lnTo>
                  <a:lnTo>
                    <a:pt x="3075326" y="425093"/>
                  </a:lnTo>
                  <a:lnTo>
                    <a:pt x="3127589" y="466525"/>
                  </a:lnTo>
                  <a:lnTo>
                    <a:pt x="3179950" y="509147"/>
                  </a:lnTo>
                  <a:lnTo>
                    <a:pt x="3232388" y="552515"/>
                  </a:lnTo>
                  <a:lnTo>
                    <a:pt x="3284856" y="596152"/>
                  </a:lnTo>
                  <a:lnTo>
                    <a:pt x="3337298" y="639567"/>
                  </a:lnTo>
                  <a:lnTo>
                    <a:pt x="3389669" y="682282"/>
                  </a:lnTo>
                  <a:lnTo>
                    <a:pt x="3441942" y="723849"/>
                  </a:lnTo>
                  <a:lnTo>
                    <a:pt x="3494132" y="763871"/>
                  </a:lnTo>
                  <a:lnTo>
                    <a:pt x="3546306" y="802016"/>
                  </a:lnTo>
                  <a:lnTo>
                    <a:pt x="3598596" y="838028"/>
                  </a:lnTo>
                  <a:lnTo>
                    <a:pt x="3651213" y="871729"/>
                  </a:lnTo>
                  <a:lnTo>
                    <a:pt x="3704459" y="903019"/>
                  </a:lnTo>
                  <a:lnTo>
                    <a:pt x="3758745" y="931869"/>
                  </a:lnTo>
                  <a:lnTo>
                    <a:pt x="3814616" y="958317"/>
                  </a:lnTo>
                  <a:lnTo>
                    <a:pt x="3820202" y="960782"/>
                  </a:lnTo>
                  <a:lnTo>
                    <a:pt x="3871971" y="982119"/>
                  </a:lnTo>
                  <a:lnTo>
                    <a:pt x="3926179" y="1001607"/>
                  </a:lnTo>
                  <a:lnTo>
                    <a:pt x="3983505" y="1019313"/>
                  </a:lnTo>
                  <a:lnTo>
                    <a:pt x="4044697" y="1035363"/>
                  </a:lnTo>
                  <a:lnTo>
                    <a:pt x="4110527" y="1049908"/>
                  </a:lnTo>
                  <a:lnTo>
                    <a:pt x="4181753" y="1063105"/>
                  </a:lnTo>
                  <a:lnTo>
                    <a:pt x="4259069" y="1075099"/>
                  </a:lnTo>
                  <a:lnTo>
                    <a:pt x="4343031" y="1086021"/>
                  </a:lnTo>
                  <a:lnTo>
                    <a:pt x="4433975" y="1095977"/>
                  </a:lnTo>
                  <a:lnTo>
                    <a:pt x="4531894" y="1105051"/>
                  </a:lnTo>
                  <a:lnTo>
                    <a:pt x="4636302" y="1113298"/>
                  </a:lnTo>
                  <a:lnTo>
                    <a:pt x="4746093" y="1120750"/>
                  </a:lnTo>
                  <a:lnTo>
                    <a:pt x="4859409" y="1127417"/>
                  </a:lnTo>
                  <a:lnTo>
                    <a:pt x="4973589" y="1133290"/>
                  </a:lnTo>
                  <a:lnTo>
                    <a:pt x="5085228" y="1138353"/>
                  </a:lnTo>
                  <a:lnTo>
                    <a:pt x="5190408" y="1142592"/>
                  </a:lnTo>
                  <a:lnTo>
                    <a:pt x="5285116" y="1146007"/>
                  </a:lnTo>
                  <a:lnTo>
                    <a:pt x="5365791" y="1148626"/>
                  </a:lnTo>
                  <a:lnTo>
                    <a:pt x="5429914" y="1150510"/>
                  </a:lnTo>
                  <a:lnTo>
                    <a:pt x="5476481" y="1151753"/>
                  </a:lnTo>
                  <a:lnTo>
                    <a:pt x="5506246" y="1152478"/>
                  </a:lnTo>
                  <a:lnTo>
                    <a:pt x="5521720" y="1152822"/>
                  </a:lnTo>
                  <a:lnTo>
                    <a:pt x="5526980" y="1152930"/>
                  </a:lnTo>
                  <a:lnTo>
                    <a:pt x="5527445" y="1152939"/>
                  </a:lnTo>
                  <a:lnTo>
                    <a:pt x="6522385" y="1152939"/>
                  </a:lnTo>
                  <a:lnTo>
                    <a:pt x="6523520" y="1152947"/>
                  </a:lnTo>
                  <a:lnTo>
                    <a:pt x="6531010" y="1153006"/>
                  </a:lnTo>
                  <a:lnTo>
                    <a:pt x="6549991" y="1153170"/>
                  </a:lnTo>
                  <a:lnTo>
                    <a:pt x="6584176" y="1153491"/>
                  </a:lnTo>
                  <a:lnTo>
                    <a:pt x="6635635" y="1154023"/>
                  </a:lnTo>
                  <a:lnTo>
                    <a:pt x="6704640" y="1154809"/>
                  </a:lnTo>
                  <a:lnTo>
                    <a:pt x="6789724" y="1155881"/>
                  </a:lnTo>
                  <a:lnTo>
                    <a:pt x="6888003" y="1157259"/>
                  </a:lnTo>
                  <a:lnTo>
                    <a:pt x="6995702" y="1158951"/>
                  </a:lnTo>
                  <a:lnTo>
                    <a:pt x="7108749" y="1160954"/>
                  </a:lnTo>
                  <a:lnTo>
                    <a:pt x="7223307" y="1163262"/>
                  </a:lnTo>
                  <a:lnTo>
                    <a:pt x="7336144" y="1165870"/>
                  </a:lnTo>
                  <a:lnTo>
                    <a:pt x="7444810" y="1168777"/>
                  </a:lnTo>
                  <a:lnTo>
                    <a:pt x="7547666" y="1171987"/>
                  </a:lnTo>
                  <a:lnTo>
                    <a:pt x="7643793" y="1175516"/>
                  </a:lnTo>
                  <a:lnTo>
                    <a:pt x="7732862" y="1179389"/>
                  </a:lnTo>
                  <a:lnTo>
                    <a:pt x="7814984" y="1183639"/>
                  </a:lnTo>
                  <a:lnTo>
                    <a:pt x="7890573" y="1188310"/>
                  </a:lnTo>
                  <a:lnTo>
                    <a:pt x="7960245" y="1193453"/>
                  </a:lnTo>
                  <a:lnTo>
                    <a:pt x="8024722" y="1199126"/>
                  </a:lnTo>
                  <a:lnTo>
                    <a:pt x="8084780" y="1205388"/>
                  </a:lnTo>
                  <a:lnTo>
                    <a:pt x="8141193" y="1212296"/>
                  </a:lnTo>
                  <a:lnTo>
                    <a:pt x="8194697" y="1219890"/>
                  </a:lnTo>
                  <a:lnTo>
                    <a:pt x="8229629" y="1225434"/>
                  </a:lnTo>
                  <a:lnTo>
                    <a:pt x="8290305" y="1236195"/>
                  </a:lnTo>
                  <a:lnTo>
                    <a:pt x="8349108" y="1248019"/>
                  </a:lnTo>
                  <a:lnTo>
                    <a:pt x="8406724" y="1260924"/>
                  </a:lnTo>
                  <a:lnTo>
                    <a:pt x="8463661" y="1274893"/>
                  </a:lnTo>
                  <a:lnTo>
                    <a:pt x="8520281" y="1289870"/>
                  </a:lnTo>
                  <a:lnTo>
                    <a:pt x="8576823" y="1305759"/>
                  </a:lnTo>
                  <a:lnTo>
                    <a:pt x="8633423" y="1322423"/>
                  </a:lnTo>
                  <a:lnTo>
                    <a:pt x="8690134" y="1339689"/>
                  </a:lnTo>
                  <a:lnTo>
                    <a:pt x="8746947" y="1357352"/>
                  </a:lnTo>
                  <a:lnTo>
                    <a:pt x="8803810" y="1375187"/>
                  </a:lnTo>
                  <a:lnTo>
                    <a:pt x="8860654" y="1392960"/>
                  </a:lnTo>
                  <a:lnTo>
                    <a:pt x="8917417" y="1410438"/>
                  </a:lnTo>
                  <a:lnTo>
                    <a:pt x="8974067" y="1427406"/>
                  </a:lnTo>
                  <a:lnTo>
                    <a:pt x="9030624" y="1443676"/>
                  </a:lnTo>
                  <a:lnTo>
                    <a:pt x="9087185" y="1459093"/>
                  </a:lnTo>
                  <a:lnTo>
                    <a:pt x="9143937" y="1473541"/>
                  </a:lnTo>
                  <a:lnTo>
                    <a:pt x="9201183" y="1486947"/>
                  </a:lnTo>
                  <a:lnTo>
                    <a:pt x="9259358" y="1499275"/>
                  </a:lnTo>
                  <a:lnTo>
                    <a:pt x="9319062" y="1510528"/>
                  </a:lnTo>
                  <a:lnTo>
                    <a:pt x="9347647" y="1515416"/>
                  </a:lnTo>
                  <a:lnTo>
                    <a:pt x="9399559" y="1523487"/>
                  </a:lnTo>
                  <a:lnTo>
                    <a:pt x="9453925" y="1530856"/>
                  </a:lnTo>
                  <a:lnTo>
                    <a:pt x="9511430" y="1537550"/>
                  </a:lnTo>
                  <a:lnTo>
                    <a:pt x="9572828" y="1543616"/>
                  </a:lnTo>
                  <a:lnTo>
                    <a:pt x="9638897" y="1549111"/>
                  </a:lnTo>
                  <a:lnTo>
                    <a:pt x="9710402" y="1554096"/>
                  </a:lnTo>
                  <a:lnTo>
                    <a:pt x="9788038" y="1558626"/>
                  </a:lnTo>
                  <a:lnTo>
                    <a:pt x="9872367" y="1562750"/>
                  </a:lnTo>
                  <a:lnTo>
                    <a:pt x="9963719" y="1566509"/>
                  </a:lnTo>
                  <a:lnTo>
                    <a:pt x="10062077" y="1569933"/>
                  </a:lnTo>
                  <a:lnTo>
                    <a:pt x="10166939" y="1573044"/>
                  </a:lnTo>
                  <a:lnTo>
                    <a:pt x="10277168" y="1575854"/>
                  </a:lnTo>
                  <a:lnTo>
                    <a:pt x="10390867" y="1578366"/>
                  </a:lnTo>
                  <a:lnTo>
                    <a:pt x="10505325" y="1580576"/>
                  </a:lnTo>
                  <a:lnTo>
                    <a:pt x="10617087" y="1582480"/>
                  </a:lnTo>
                  <a:lnTo>
                    <a:pt x="10722191" y="1584070"/>
                  </a:lnTo>
                  <a:lnTo>
                    <a:pt x="10816596" y="1585348"/>
                  </a:lnTo>
                  <a:lnTo>
                    <a:pt x="10896751" y="1586325"/>
                  </a:lnTo>
                  <a:lnTo>
                    <a:pt x="10960178" y="1587025"/>
                  </a:lnTo>
                  <a:lnTo>
                    <a:pt x="11005948" y="1587484"/>
                  </a:lnTo>
                  <a:lnTo>
                    <a:pt x="11034920" y="1587748"/>
                  </a:lnTo>
                  <a:lnTo>
                    <a:pt x="11049717" y="1587872"/>
                  </a:lnTo>
                  <a:lnTo>
                    <a:pt x="11054532" y="1587909"/>
                  </a:lnTo>
                  <a:lnTo>
                    <a:pt x="11054891" y="1587912"/>
                  </a:lnTo>
                  <a:lnTo>
                    <a:pt x="12049831" y="1587912"/>
                  </a:lnTo>
                  <a:lnTo>
                    <a:pt x="12049831" y="15879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0" name="pl829"/>
            <p:cNvSpPr/>
            <p:nvPr/>
          </p:nvSpPr>
          <p:spPr>
            <a:xfrm>
              <a:off x="1199187" y="2347639"/>
              <a:ext cx="12049831" cy="1587912"/>
            </a:xfrm>
            <a:custGeom>
              <a:avLst/>
              <a:pathLst>
                <a:path w="12049831" h="1587912">
                  <a:moveTo>
                    <a:pt x="12049831" y="1587912"/>
                  </a:moveTo>
                  <a:lnTo>
                    <a:pt x="11054891" y="1587912"/>
                  </a:lnTo>
                  <a:lnTo>
                    <a:pt x="11053756" y="1587903"/>
                  </a:lnTo>
                  <a:lnTo>
                    <a:pt x="11046266" y="1587844"/>
                  </a:lnTo>
                  <a:lnTo>
                    <a:pt x="11027286" y="1587681"/>
                  </a:lnTo>
                  <a:lnTo>
                    <a:pt x="10993101" y="1587359"/>
                  </a:lnTo>
                  <a:lnTo>
                    <a:pt x="10941642" y="1586827"/>
                  </a:lnTo>
                  <a:lnTo>
                    <a:pt x="10872637" y="1586042"/>
                  </a:lnTo>
                  <a:lnTo>
                    <a:pt x="10787553" y="1584970"/>
                  </a:lnTo>
                  <a:lnTo>
                    <a:pt x="10689273" y="1583591"/>
                  </a:lnTo>
                  <a:lnTo>
                    <a:pt x="10581574" y="1581900"/>
                  </a:lnTo>
                  <a:lnTo>
                    <a:pt x="10468527" y="1579897"/>
                  </a:lnTo>
                  <a:lnTo>
                    <a:pt x="10353969" y="1577588"/>
                  </a:lnTo>
                  <a:lnTo>
                    <a:pt x="10241132" y="1574980"/>
                  </a:lnTo>
                  <a:lnTo>
                    <a:pt x="10132466" y="1572074"/>
                  </a:lnTo>
                  <a:lnTo>
                    <a:pt x="10029611" y="1568863"/>
                  </a:lnTo>
                  <a:lnTo>
                    <a:pt x="9933483" y="1565334"/>
                  </a:lnTo>
                  <a:lnTo>
                    <a:pt x="9844414" y="1561462"/>
                  </a:lnTo>
                  <a:lnTo>
                    <a:pt x="9762293" y="1557212"/>
                  </a:lnTo>
                  <a:lnTo>
                    <a:pt x="9686703" y="1552541"/>
                  </a:lnTo>
                  <a:lnTo>
                    <a:pt x="9617032" y="1547398"/>
                  </a:lnTo>
                  <a:lnTo>
                    <a:pt x="9552554" y="1541724"/>
                  </a:lnTo>
                  <a:lnTo>
                    <a:pt x="9492497" y="1535462"/>
                  </a:lnTo>
                  <a:lnTo>
                    <a:pt x="9436084" y="1528555"/>
                  </a:lnTo>
                  <a:lnTo>
                    <a:pt x="9382580" y="1520961"/>
                  </a:lnTo>
                  <a:lnTo>
                    <a:pt x="9347647" y="1515416"/>
                  </a:lnTo>
                  <a:lnTo>
                    <a:pt x="9286971" y="1504656"/>
                  </a:lnTo>
                  <a:lnTo>
                    <a:pt x="9228169" y="1492831"/>
                  </a:lnTo>
                  <a:lnTo>
                    <a:pt x="9170553" y="1479926"/>
                  </a:lnTo>
                  <a:lnTo>
                    <a:pt x="9113615" y="1465958"/>
                  </a:lnTo>
                  <a:lnTo>
                    <a:pt x="9056995" y="1450981"/>
                  </a:lnTo>
                  <a:lnTo>
                    <a:pt x="9000453" y="1435092"/>
                  </a:lnTo>
                  <a:lnTo>
                    <a:pt x="8943853" y="1418428"/>
                  </a:lnTo>
                  <a:lnTo>
                    <a:pt x="8887142" y="1401162"/>
                  </a:lnTo>
                  <a:lnTo>
                    <a:pt x="8830329" y="1383499"/>
                  </a:lnTo>
                  <a:lnTo>
                    <a:pt x="8773466" y="1365663"/>
                  </a:lnTo>
                  <a:lnTo>
                    <a:pt x="8716622" y="1347891"/>
                  </a:lnTo>
                  <a:lnTo>
                    <a:pt x="8659859" y="1330413"/>
                  </a:lnTo>
                  <a:lnTo>
                    <a:pt x="8603210" y="1313444"/>
                  </a:lnTo>
                  <a:lnTo>
                    <a:pt x="8546652" y="1297174"/>
                  </a:lnTo>
                  <a:lnTo>
                    <a:pt x="8490092" y="1281758"/>
                  </a:lnTo>
                  <a:lnTo>
                    <a:pt x="8433339" y="1267310"/>
                  </a:lnTo>
                  <a:lnTo>
                    <a:pt x="8376094" y="1253904"/>
                  </a:lnTo>
                  <a:lnTo>
                    <a:pt x="8317918" y="1241576"/>
                  </a:lnTo>
                  <a:lnTo>
                    <a:pt x="8258214" y="1230323"/>
                  </a:lnTo>
                  <a:lnTo>
                    <a:pt x="8229629" y="1225434"/>
                  </a:lnTo>
                  <a:lnTo>
                    <a:pt x="8177717" y="1217364"/>
                  </a:lnTo>
                  <a:lnTo>
                    <a:pt x="8123351" y="1209995"/>
                  </a:lnTo>
                  <a:lnTo>
                    <a:pt x="8065846" y="1203301"/>
                  </a:lnTo>
                  <a:lnTo>
                    <a:pt x="8004449" y="1197235"/>
                  </a:lnTo>
                  <a:lnTo>
                    <a:pt x="7938380" y="1191739"/>
                  </a:lnTo>
                  <a:lnTo>
                    <a:pt x="7866875" y="1186754"/>
                  </a:lnTo>
                  <a:lnTo>
                    <a:pt x="7789238" y="1182224"/>
                  </a:lnTo>
                  <a:lnTo>
                    <a:pt x="7704909" y="1178100"/>
                  </a:lnTo>
                  <a:lnTo>
                    <a:pt x="7613558" y="1174342"/>
                  </a:lnTo>
                  <a:lnTo>
                    <a:pt x="7515199" y="1170918"/>
                  </a:lnTo>
                  <a:lnTo>
                    <a:pt x="7410337" y="1167807"/>
                  </a:lnTo>
                  <a:lnTo>
                    <a:pt x="7300109" y="1164997"/>
                  </a:lnTo>
                  <a:lnTo>
                    <a:pt x="7186410" y="1162485"/>
                  </a:lnTo>
                  <a:lnTo>
                    <a:pt x="7071951" y="1160274"/>
                  </a:lnTo>
                  <a:lnTo>
                    <a:pt x="6960189" y="1158371"/>
                  </a:lnTo>
                  <a:lnTo>
                    <a:pt x="6855086" y="1156781"/>
                  </a:lnTo>
                  <a:lnTo>
                    <a:pt x="6760680" y="1155503"/>
                  </a:lnTo>
                  <a:lnTo>
                    <a:pt x="6680526" y="1154526"/>
                  </a:lnTo>
                  <a:lnTo>
                    <a:pt x="6617099" y="1153826"/>
                  </a:lnTo>
                  <a:lnTo>
                    <a:pt x="6571328" y="1153367"/>
                  </a:lnTo>
                  <a:lnTo>
                    <a:pt x="6542356" y="1153102"/>
                  </a:lnTo>
                  <a:lnTo>
                    <a:pt x="6527560" y="1152979"/>
                  </a:lnTo>
                  <a:lnTo>
                    <a:pt x="6522744" y="1152942"/>
                  </a:lnTo>
                  <a:lnTo>
                    <a:pt x="6522385" y="1152939"/>
                  </a:lnTo>
                  <a:lnTo>
                    <a:pt x="5527445" y="1152939"/>
                  </a:lnTo>
                  <a:lnTo>
                    <a:pt x="5526319" y="1152917"/>
                  </a:lnTo>
                  <a:lnTo>
                    <a:pt x="5518888" y="1152762"/>
                  </a:lnTo>
                  <a:lnTo>
                    <a:pt x="5500050" y="1152333"/>
                  </a:lnTo>
                  <a:lnTo>
                    <a:pt x="5466113" y="1151487"/>
                  </a:lnTo>
                  <a:lnTo>
                    <a:pt x="5415007" y="1150088"/>
                  </a:lnTo>
                  <a:lnTo>
                    <a:pt x="5346440" y="1148022"/>
                  </a:lnTo>
                  <a:lnTo>
                    <a:pt x="5261844" y="1145202"/>
                  </a:lnTo>
                  <a:lnTo>
                    <a:pt x="5164059" y="1141575"/>
                  </a:lnTo>
                  <a:lnTo>
                    <a:pt x="5056819" y="1137123"/>
                  </a:lnTo>
                  <a:lnTo>
                    <a:pt x="4944162" y="1131849"/>
                  </a:lnTo>
                  <a:lnTo>
                    <a:pt x="4829906" y="1125769"/>
                  </a:lnTo>
                  <a:lnTo>
                    <a:pt x="4717279" y="1118899"/>
                  </a:lnTo>
                  <a:lnTo>
                    <a:pt x="4608734" y="1111242"/>
                  </a:lnTo>
                  <a:lnTo>
                    <a:pt x="4505925" y="1102786"/>
                  </a:lnTo>
                  <a:lnTo>
                    <a:pt x="4409785" y="1093491"/>
                  </a:lnTo>
                  <a:lnTo>
                    <a:pt x="4320661" y="1083293"/>
                  </a:lnTo>
                  <a:lnTo>
                    <a:pt x="4238460" y="1072105"/>
                  </a:lnTo>
                  <a:lnTo>
                    <a:pt x="4162780" y="1059813"/>
                  </a:lnTo>
                  <a:lnTo>
                    <a:pt x="4093019" y="1046283"/>
                  </a:lnTo>
                  <a:lnTo>
                    <a:pt x="4028462" y="1031363"/>
                  </a:lnTo>
                  <a:lnTo>
                    <a:pt x="3968343" y="1014899"/>
                  </a:lnTo>
                  <a:lnTo>
                    <a:pt x="3911893" y="996743"/>
                  </a:lnTo>
                  <a:lnTo>
                    <a:pt x="3858377" y="976780"/>
                  </a:lnTo>
                  <a:lnTo>
                    <a:pt x="3820202" y="960782"/>
                  </a:lnTo>
                  <a:lnTo>
                    <a:pt x="3764141" y="934566"/>
                  </a:lnTo>
                  <a:lnTo>
                    <a:pt x="3709725" y="905954"/>
                  </a:lnTo>
                  <a:lnTo>
                    <a:pt x="3656397" y="874903"/>
                  </a:lnTo>
                  <a:lnTo>
                    <a:pt x="3603734" y="841435"/>
                  </a:lnTo>
                  <a:lnTo>
                    <a:pt x="3551423" y="805643"/>
                  </a:lnTo>
                  <a:lnTo>
                    <a:pt x="3499244" y="767696"/>
                  </a:lnTo>
                  <a:lnTo>
                    <a:pt x="3447059" y="727845"/>
                  </a:lnTo>
                  <a:lnTo>
                    <a:pt x="3394796" y="686414"/>
                  </a:lnTo>
                  <a:lnTo>
                    <a:pt x="3342435" y="643792"/>
                  </a:lnTo>
                  <a:lnTo>
                    <a:pt x="3289997" y="600424"/>
                  </a:lnTo>
                  <a:lnTo>
                    <a:pt x="3237529" y="556787"/>
                  </a:lnTo>
                  <a:lnTo>
                    <a:pt x="3185086" y="513371"/>
                  </a:lnTo>
                  <a:lnTo>
                    <a:pt x="3132716" y="470656"/>
                  </a:lnTo>
                  <a:lnTo>
                    <a:pt x="3080443" y="429089"/>
                  </a:lnTo>
                  <a:lnTo>
                    <a:pt x="3028253" y="389068"/>
                  </a:lnTo>
                  <a:lnTo>
                    <a:pt x="2976079" y="350923"/>
                  </a:lnTo>
                  <a:lnTo>
                    <a:pt x="2923789" y="314911"/>
                  </a:lnTo>
                  <a:lnTo>
                    <a:pt x="2871172" y="281209"/>
                  </a:lnTo>
                  <a:lnTo>
                    <a:pt x="2817926" y="249919"/>
                  </a:lnTo>
                  <a:lnTo>
                    <a:pt x="2763640" y="221069"/>
                  </a:lnTo>
                  <a:lnTo>
                    <a:pt x="2707769" y="194622"/>
                  </a:lnTo>
                  <a:lnTo>
                    <a:pt x="2702183" y="192156"/>
                  </a:lnTo>
                  <a:lnTo>
                    <a:pt x="2650414" y="170820"/>
                  </a:lnTo>
                  <a:lnTo>
                    <a:pt x="2596206" y="151332"/>
                  </a:lnTo>
                  <a:lnTo>
                    <a:pt x="2538880" y="133626"/>
                  </a:lnTo>
                  <a:lnTo>
                    <a:pt x="2477688" y="117576"/>
                  </a:lnTo>
                  <a:lnTo>
                    <a:pt x="2411858" y="103031"/>
                  </a:lnTo>
                  <a:lnTo>
                    <a:pt x="2340632" y="89834"/>
                  </a:lnTo>
                  <a:lnTo>
                    <a:pt x="2263316" y="77839"/>
                  </a:lnTo>
                  <a:lnTo>
                    <a:pt x="2179354" y="66918"/>
                  </a:lnTo>
                  <a:lnTo>
                    <a:pt x="2088410" y="56961"/>
                  </a:lnTo>
                  <a:lnTo>
                    <a:pt x="1990491" y="47888"/>
                  </a:lnTo>
                  <a:lnTo>
                    <a:pt x="1886083" y="39641"/>
                  </a:lnTo>
                  <a:lnTo>
                    <a:pt x="1776292" y="32188"/>
                  </a:lnTo>
                  <a:lnTo>
                    <a:pt x="1662976" y="25522"/>
                  </a:lnTo>
                  <a:lnTo>
                    <a:pt x="1548796" y="19648"/>
                  </a:lnTo>
                  <a:lnTo>
                    <a:pt x="1437157" y="14585"/>
                  </a:lnTo>
                  <a:lnTo>
                    <a:pt x="1331977" y="10347"/>
                  </a:lnTo>
                  <a:lnTo>
                    <a:pt x="1237269" y="6932"/>
                  </a:lnTo>
                  <a:lnTo>
                    <a:pt x="1156594" y="4313"/>
                  </a:lnTo>
                  <a:lnTo>
                    <a:pt x="1092471" y="2429"/>
                  </a:lnTo>
                  <a:lnTo>
                    <a:pt x="1045904" y="1185"/>
                  </a:lnTo>
                  <a:lnTo>
                    <a:pt x="1016139" y="461"/>
                  </a:lnTo>
                  <a:lnTo>
                    <a:pt x="1000665" y="116"/>
                  </a:lnTo>
                  <a:lnTo>
                    <a:pt x="995405" y="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1" name="pg830"/>
            <p:cNvSpPr/>
            <p:nvPr/>
          </p:nvSpPr>
          <p:spPr>
            <a:xfrm>
              <a:off x="1199187" y="2352880"/>
              <a:ext cx="12049831" cy="1818500"/>
            </a:xfrm>
            <a:custGeom>
              <a:avLst/>
              <a:pathLst>
                <a:path w="12049831" h="1818500">
                  <a:moveTo>
                    <a:pt x="0" y="10481"/>
                  </a:moveTo>
                  <a:lnTo>
                    <a:pt x="994940" y="10481"/>
                  </a:lnTo>
                  <a:lnTo>
                    <a:pt x="996065" y="10503"/>
                  </a:lnTo>
                  <a:lnTo>
                    <a:pt x="1003495" y="10660"/>
                  </a:lnTo>
                  <a:lnTo>
                    <a:pt x="1022328" y="11095"/>
                  </a:lnTo>
                  <a:lnTo>
                    <a:pt x="1056257" y="11953"/>
                  </a:lnTo>
                  <a:lnTo>
                    <a:pt x="1107352" y="13370"/>
                  </a:lnTo>
                  <a:lnTo>
                    <a:pt x="1175905" y="15463"/>
                  </a:lnTo>
                  <a:lnTo>
                    <a:pt x="1260486" y="18322"/>
                  </a:lnTo>
                  <a:lnTo>
                    <a:pt x="1358255" y="21997"/>
                  </a:lnTo>
                  <a:lnTo>
                    <a:pt x="1465481" y="26509"/>
                  </a:lnTo>
                  <a:lnTo>
                    <a:pt x="1578125" y="31854"/>
                  </a:lnTo>
                  <a:lnTo>
                    <a:pt x="1692371" y="38015"/>
                  </a:lnTo>
                  <a:lnTo>
                    <a:pt x="1804992" y="44978"/>
                  </a:lnTo>
                  <a:lnTo>
                    <a:pt x="1913533" y="52737"/>
                  </a:lnTo>
                  <a:lnTo>
                    <a:pt x="2016341" y="61307"/>
                  </a:lnTo>
                  <a:lnTo>
                    <a:pt x="2112481" y="70727"/>
                  </a:lnTo>
                  <a:lnTo>
                    <a:pt x="2201606" y="81061"/>
                  </a:lnTo>
                  <a:lnTo>
                    <a:pt x="2283810" y="92399"/>
                  </a:lnTo>
                  <a:lnTo>
                    <a:pt x="2359493" y="104856"/>
                  </a:lnTo>
                  <a:lnTo>
                    <a:pt x="2429257" y="118568"/>
                  </a:lnTo>
                  <a:lnTo>
                    <a:pt x="2493816" y="133687"/>
                  </a:lnTo>
                  <a:lnTo>
                    <a:pt x="2553937" y="150371"/>
                  </a:lnTo>
                  <a:lnTo>
                    <a:pt x="2610389" y="168770"/>
                  </a:lnTo>
                  <a:lnTo>
                    <a:pt x="2663905" y="189000"/>
                  </a:lnTo>
                  <a:lnTo>
                    <a:pt x="2702183" y="205258"/>
                  </a:lnTo>
                  <a:lnTo>
                    <a:pt x="2758124" y="231770"/>
                  </a:lnTo>
                  <a:lnTo>
                    <a:pt x="2812424" y="260701"/>
                  </a:lnTo>
                  <a:lnTo>
                    <a:pt x="2865640" y="292093"/>
                  </a:lnTo>
                  <a:lnTo>
                    <a:pt x="2918191" y="325925"/>
                  </a:lnTo>
                  <a:lnTo>
                    <a:pt x="2970390" y="362103"/>
                  </a:lnTo>
                  <a:lnTo>
                    <a:pt x="3022455" y="400458"/>
                  </a:lnTo>
                  <a:lnTo>
                    <a:pt x="3074525" y="440739"/>
                  </a:lnTo>
                  <a:lnTo>
                    <a:pt x="3126672" y="482620"/>
                  </a:lnTo>
                  <a:lnTo>
                    <a:pt x="3178917" y="525710"/>
                  </a:lnTo>
                  <a:lnTo>
                    <a:pt x="3231238" y="569562"/>
                  </a:lnTo>
                  <a:lnTo>
                    <a:pt x="3283591" y="613697"/>
                  </a:lnTo>
                  <a:lnTo>
                    <a:pt x="3335920" y="657620"/>
                  </a:lnTo>
                  <a:lnTo>
                    <a:pt x="3388178" y="700848"/>
                  </a:lnTo>
                  <a:lnTo>
                    <a:pt x="3440340" y="742930"/>
                  </a:lnTo>
                  <a:lnTo>
                    <a:pt x="3492418" y="783463"/>
                  </a:lnTo>
                  <a:lnTo>
                    <a:pt x="3544476" y="822113"/>
                  </a:lnTo>
                  <a:lnTo>
                    <a:pt x="3596644" y="858618"/>
                  </a:lnTo>
                  <a:lnTo>
                    <a:pt x="3649128" y="892796"/>
                  </a:lnTo>
                  <a:lnTo>
                    <a:pt x="3702225" y="924543"/>
                  </a:lnTo>
                  <a:lnTo>
                    <a:pt x="3756338" y="953828"/>
                  </a:lnTo>
                  <a:lnTo>
                    <a:pt x="3812001" y="980685"/>
                  </a:lnTo>
                  <a:lnTo>
                    <a:pt x="3820202" y="984365"/>
                  </a:lnTo>
                  <a:lnTo>
                    <a:pt x="3871966" y="1005991"/>
                  </a:lnTo>
                  <a:lnTo>
                    <a:pt x="3926169" y="1025743"/>
                  </a:lnTo>
                  <a:lnTo>
                    <a:pt x="3983490" y="1043690"/>
                  </a:lnTo>
                  <a:lnTo>
                    <a:pt x="4044675" y="1059957"/>
                  </a:lnTo>
                  <a:lnTo>
                    <a:pt x="4110498" y="1074700"/>
                  </a:lnTo>
                  <a:lnTo>
                    <a:pt x="4181715" y="1088076"/>
                  </a:lnTo>
                  <a:lnTo>
                    <a:pt x="4259020" y="1100234"/>
                  </a:lnTo>
                  <a:lnTo>
                    <a:pt x="4342971" y="1111304"/>
                  </a:lnTo>
                  <a:lnTo>
                    <a:pt x="4433902" y="1121396"/>
                  </a:lnTo>
                  <a:lnTo>
                    <a:pt x="4531807" y="1130593"/>
                  </a:lnTo>
                  <a:lnTo>
                    <a:pt x="4636201" y="1138953"/>
                  </a:lnTo>
                  <a:lnTo>
                    <a:pt x="4745978" y="1146507"/>
                  </a:lnTo>
                  <a:lnTo>
                    <a:pt x="4859282" y="1153265"/>
                  </a:lnTo>
                  <a:lnTo>
                    <a:pt x="4973453" y="1159219"/>
                  </a:lnTo>
                  <a:lnTo>
                    <a:pt x="5085087" y="1164351"/>
                  </a:lnTo>
                  <a:lnTo>
                    <a:pt x="5190270" y="1168648"/>
                  </a:lnTo>
                  <a:lnTo>
                    <a:pt x="5284987" y="1172111"/>
                  </a:lnTo>
                  <a:lnTo>
                    <a:pt x="5365678" y="1174767"/>
                  </a:lnTo>
                  <a:lnTo>
                    <a:pt x="5429824" y="1176677"/>
                  </a:lnTo>
                  <a:lnTo>
                    <a:pt x="5476416" y="1177938"/>
                  </a:lnTo>
                  <a:lnTo>
                    <a:pt x="5506206" y="1178674"/>
                  </a:lnTo>
                  <a:lnTo>
                    <a:pt x="5521702" y="1179024"/>
                  </a:lnTo>
                  <a:lnTo>
                    <a:pt x="5526976" y="1179133"/>
                  </a:lnTo>
                  <a:lnTo>
                    <a:pt x="5527445" y="1179142"/>
                  </a:lnTo>
                  <a:lnTo>
                    <a:pt x="6522385" y="1179142"/>
                  </a:lnTo>
                  <a:lnTo>
                    <a:pt x="6523519" y="1179154"/>
                  </a:lnTo>
                  <a:lnTo>
                    <a:pt x="6530997" y="1179241"/>
                  </a:lnTo>
                  <a:lnTo>
                    <a:pt x="6549950" y="1179481"/>
                  </a:lnTo>
                  <a:lnTo>
                    <a:pt x="6584087" y="1179953"/>
                  </a:lnTo>
                  <a:lnTo>
                    <a:pt x="6635477" y="1180733"/>
                  </a:lnTo>
                  <a:lnTo>
                    <a:pt x="6704397" y="1181886"/>
                  </a:lnTo>
                  <a:lnTo>
                    <a:pt x="6789387" y="1183460"/>
                  </a:lnTo>
                  <a:lnTo>
                    <a:pt x="6887571" y="1185483"/>
                  </a:lnTo>
                  <a:lnTo>
                    <a:pt x="6995181" y="1187966"/>
                  </a:lnTo>
                  <a:lnTo>
                    <a:pt x="7108152" y="1190907"/>
                  </a:lnTo>
                  <a:lnTo>
                    <a:pt x="7222652" y="1194295"/>
                  </a:lnTo>
                  <a:lnTo>
                    <a:pt x="7335449" y="1198124"/>
                  </a:lnTo>
                  <a:lnTo>
                    <a:pt x="7444092" y="1202391"/>
                  </a:lnTo>
                  <a:lnTo>
                    <a:pt x="7546939" y="1207105"/>
                  </a:lnTo>
                  <a:lnTo>
                    <a:pt x="7643068" y="1212286"/>
                  </a:lnTo>
                  <a:lnTo>
                    <a:pt x="7732148" y="1217970"/>
                  </a:lnTo>
                  <a:lnTo>
                    <a:pt x="7814285" y="1224209"/>
                  </a:lnTo>
                  <a:lnTo>
                    <a:pt x="7889892" y="1231065"/>
                  </a:lnTo>
                  <a:lnTo>
                    <a:pt x="7959581" y="1238614"/>
                  </a:lnTo>
                  <a:lnTo>
                    <a:pt x="8024074" y="1246940"/>
                  </a:lnTo>
                  <a:lnTo>
                    <a:pt x="8084143" y="1256131"/>
                  </a:lnTo>
                  <a:lnTo>
                    <a:pt x="8140563" y="1266267"/>
                  </a:lnTo>
                  <a:lnTo>
                    <a:pt x="8194069" y="1277412"/>
                  </a:lnTo>
                  <a:lnTo>
                    <a:pt x="8229629" y="1285702"/>
                  </a:lnTo>
                  <a:lnTo>
                    <a:pt x="8289262" y="1301228"/>
                  </a:lnTo>
                  <a:lnTo>
                    <a:pt x="8347074" y="1318264"/>
                  </a:lnTo>
                  <a:lnTo>
                    <a:pt x="8403721" y="1336833"/>
                  </a:lnTo>
                  <a:lnTo>
                    <a:pt x="8459691" y="1356914"/>
                  </a:lnTo>
                  <a:lnTo>
                    <a:pt x="8515334" y="1378432"/>
                  </a:lnTo>
                  <a:lnTo>
                    <a:pt x="8570887" y="1401259"/>
                  </a:lnTo>
                  <a:lnTo>
                    <a:pt x="8626486" y="1425210"/>
                  </a:lnTo>
                  <a:lnTo>
                    <a:pt x="8682190" y="1450047"/>
                  </a:lnTo>
                  <a:lnTo>
                    <a:pt x="8737997" y="1475491"/>
                  </a:lnTo>
                  <a:lnTo>
                    <a:pt x="8793861" y="1501231"/>
                  </a:lnTo>
                  <a:lnTo>
                    <a:pt x="8849719" y="1526940"/>
                  </a:lnTo>
                  <a:lnTo>
                    <a:pt x="8905509" y="1552293"/>
                  </a:lnTo>
                  <a:lnTo>
                    <a:pt x="8961192" y="1576985"/>
                  </a:lnTo>
                  <a:lnTo>
                    <a:pt x="9016776" y="1600742"/>
                  </a:lnTo>
                  <a:lnTo>
                    <a:pt x="9072332" y="1623336"/>
                  </a:lnTo>
                  <a:lnTo>
                    <a:pt x="9128016" y="1644595"/>
                  </a:lnTo>
                  <a:lnTo>
                    <a:pt x="9184082" y="1664397"/>
                  </a:lnTo>
                  <a:lnTo>
                    <a:pt x="9240905" y="1682679"/>
                  </a:lnTo>
                  <a:lnTo>
                    <a:pt x="9299002" y="1699430"/>
                  </a:lnTo>
                  <a:lnTo>
                    <a:pt x="9347647" y="1711940"/>
                  </a:lnTo>
                  <a:lnTo>
                    <a:pt x="9399532" y="1723797"/>
                  </a:lnTo>
                  <a:lnTo>
                    <a:pt x="9453867" y="1734624"/>
                  </a:lnTo>
                  <a:lnTo>
                    <a:pt x="9511337" y="1744459"/>
                  </a:lnTo>
                  <a:lnTo>
                    <a:pt x="9572695" y="1753372"/>
                  </a:lnTo>
                  <a:lnTo>
                    <a:pt x="9638718" y="1761448"/>
                  </a:lnTo>
                  <a:lnTo>
                    <a:pt x="9710169" y="1768773"/>
                  </a:lnTo>
                  <a:lnTo>
                    <a:pt x="9787743" y="1775430"/>
                  </a:lnTo>
                  <a:lnTo>
                    <a:pt x="9872001" y="1781491"/>
                  </a:lnTo>
                  <a:lnTo>
                    <a:pt x="9963273" y="1787015"/>
                  </a:lnTo>
                  <a:lnTo>
                    <a:pt x="10061547" y="1792048"/>
                  </a:lnTo>
                  <a:lnTo>
                    <a:pt x="10166321" y="1796621"/>
                  </a:lnTo>
                  <a:lnTo>
                    <a:pt x="10276465" y="1800752"/>
                  </a:lnTo>
                  <a:lnTo>
                    <a:pt x="10390090" y="1804445"/>
                  </a:lnTo>
                  <a:lnTo>
                    <a:pt x="10504495" y="1807696"/>
                  </a:lnTo>
                  <a:lnTo>
                    <a:pt x="10616233" y="1810495"/>
                  </a:lnTo>
                  <a:lnTo>
                    <a:pt x="10721352" y="1812835"/>
                  </a:lnTo>
                  <a:lnTo>
                    <a:pt x="10815817" y="1814717"/>
                  </a:lnTo>
                  <a:lnTo>
                    <a:pt x="10896073" y="1816156"/>
                  </a:lnTo>
                  <a:lnTo>
                    <a:pt x="10959636" y="1817188"/>
                  </a:lnTo>
                  <a:lnTo>
                    <a:pt x="11005561" y="1817865"/>
                  </a:lnTo>
                  <a:lnTo>
                    <a:pt x="11034686" y="1818257"/>
                  </a:lnTo>
                  <a:lnTo>
                    <a:pt x="11049613" y="1818440"/>
                  </a:lnTo>
                  <a:lnTo>
                    <a:pt x="11054513" y="1818496"/>
                  </a:lnTo>
                  <a:lnTo>
                    <a:pt x="11054891" y="1818500"/>
                  </a:lnTo>
                  <a:lnTo>
                    <a:pt x="12049831" y="1818500"/>
                  </a:lnTo>
                  <a:lnTo>
                    <a:pt x="12049831" y="1808018"/>
                  </a:lnTo>
                  <a:lnTo>
                    <a:pt x="11054891" y="1808018"/>
                  </a:lnTo>
                  <a:lnTo>
                    <a:pt x="11053758" y="1808006"/>
                  </a:lnTo>
                  <a:lnTo>
                    <a:pt x="11046279" y="1807919"/>
                  </a:lnTo>
                  <a:lnTo>
                    <a:pt x="11027326" y="1807680"/>
                  </a:lnTo>
                  <a:lnTo>
                    <a:pt x="10993190" y="1807207"/>
                  </a:lnTo>
                  <a:lnTo>
                    <a:pt x="10941799" y="1806427"/>
                  </a:lnTo>
                  <a:lnTo>
                    <a:pt x="10872879" y="1805274"/>
                  </a:lnTo>
                  <a:lnTo>
                    <a:pt x="10787889" y="1803700"/>
                  </a:lnTo>
                  <a:lnTo>
                    <a:pt x="10689706" y="1801677"/>
                  </a:lnTo>
                  <a:lnTo>
                    <a:pt x="10582096" y="1799194"/>
                  </a:lnTo>
                  <a:lnTo>
                    <a:pt x="10469124" y="1796254"/>
                  </a:lnTo>
                  <a:lnTo>
                    <a:pt x="10354624" y="1792865"/>
                  </a:lnTo>
                  <a:lnTo>
                    <a:pt x="10241828" y="1789036"/>
                  </a:lnTo>
                  <a:lnTo>
                    <a:pt x="10133185" y="1784769"/>
                  </a:lnTo>
                  <a:lnTo>
                    <a:pt x="10030338" y="1780056"/>
                  </a:lnTo>
                  <a:lnTo>
                    <a:pt x="9934208" y="1774875"/>
                  </a:lnTo>
                  <a:lnTo>
                    <a:pt x="9845128" y="1769190"/>
                  </a:lnTo>
                  <a:lnTo>
                    <a:pt x="9762992" y="1762951"/>
                  </a:lnTo>
                  <a:lnTo>
                    <a:pt x="9687384" y="1756095"/>
                  </a:lnTo>
                  <a:lnTo>
                    <a:pt x="9617696" y="1748546"/>
                  </a:lnTo>
                  <a:lnTo>
                    <a:pt x="9553203" y="1740220"/>
                  </a:lnTo>
                  <a:lnTo>
                    <a:pt x="9493134" y="1731030"/>
                  </a:lnTo>
                  <a:lnTo>
                    <a:pt x="9436713" y="1720893"/>
                  </a:lnTo>
                  <a:lnTo>
                    <a:pt x="9383207" y="1709749"/>
                  </a:lnTo>
                  <a:lnTo>
                    <a:pt x="9347647" y="1701459"/>
                  </a:lnTo>
                  <a:lnTo>
                    <a:pt x="9288014" y="1685932"/>
                  </a:lnTo>
                  <a:lnTo>
                    <a:pt x="9230203" y="1668897"/>
                  </a:lnTo>
                  <a:lnTo>
                    <a:pt x="9173556" y="1650328"/>
                  </a:lnTo>
                  <a:lnTo>
                    <a:pt x="9117586" y="1630247"/>
                  </a:lnTo>
                  <a:lnTo>
                    <a:pt x="9061942" y="1608728"/>
                  </a:lnTo>
                  <a:lnTo>
                    <a:pt x="9006390" y="1585901"/>
                  </a:lnTo>
                  <a:lnTo>
                    <a:pt x="8950791" y="1561950"/>
                  </a:lnTo>
                  <a:lnTo>
                    <a:pt x="8895086" y="1537113"/>
                  </a:lnTo>
                  <a:lnTo>
                    <a:pt x="8839280" y="1511669"/>
                  </a:lnTo>
                  <a:lnTo>
                    <a:pt x="8783415" y="1485930"/>
                  </a:lnTo>
                  <a:lnTo>
                    <a:pt x="8727557" y="1460221"/>
                  </a:lnTo>
                  <a:lnTo>
                    <a:pt x="8671767" y="1434867"/>
                  </a:lnTo>
                  <a:lnTo>
                    <a:pt x="8616084" y="1410176"/>
                  </a:lnTo>
                  <a:lnTo>
                    <a:pt x="8560500" y="1386419"/>
                  </a:lnTo>
                  <a:lnTo>
                    <a:pt x="8504944" y="1363824"/>
                  </a:lnTo>
                  <a:lnTo>
                    <a:pt x="8449260" y="1342566"/>
                  </a:lnTo>
                  <a:lnTo>
                    <a:pt x="8393194" y="1322764"/>
                  </a:lnTo>
                  <a:lnTo>
                    <a:pt x="8336371" y="1304481"/>
                  </a:lnTo>
                  <a:lnTo>
                    <a:pt x="8278275" y="1287731"/>
                  </a:lnTo>
                  <a:lnTo>
                    <a:pt x="8229629" y="1275220"/>
                  </a:lnTo>
                  <a:lnTo>
                    <a:pt x="8177745" y="1263364"/>
                  </a:lnTo>
                  <a:lnTo>
                    <a:pt x="8123410" y="1252537"/>
                  </a:lnTo>
                  <a:lnTo>
                    <a:pt x="8065939" y="1242702"/>
                  </a:lnTo>
                  <a:lnTo>
                    <a:pt x="8004581" y="1233789"/>
                  </a:lnTo>
                  <a:lnTo>
                    <a:pt x="7938559" y="1225713"/>
                  </a:lnTo>
                  <a:lnTo>
                    <a:pt x="7867108" y="1218387"/>
                  </a:lnTo>
                  <a:lnTo>
                    <a:pt x="7789533" y="1211730"/>
                  </a:lnTo>
                  <a:lnTo>
                    <a:pt x="7705276" y="1205669"/>
                  </a:lnTo>
                  <a:lnTo>
                    <a:pt x="7614003" y="1200146"/>
                  </a:lnTo>
                  <a:lnTo>
                    <a:pt x="7515730" y="1195113"/>
                  </a:lnTo>
                  <a:lnTo>
                    <a:pt x="7410956" y="1190540"/>
                  </a:lnTo>
                  <a:lnTo>
                    <a:pt x="7300812" y="1186409"/>
                  </a:lnTo>
                  <a:lnTo>
                    <a:pt x="7187187" y="1182716"/>
                  </a:lnTo>
                  <a:lnTo>
                    <a:pt x="7072782" y="1179465"/>
                  </a:lnTo>
                  <a:lnTo>
                    <a:pt x="6961043" y="1176665"/>
                  </a:lnTo>
                  <a:lnTo>
                    <a:pt x="6855924" y="1174325"/>
                  </a:lnTo>
                  <a:lnTo>
                    <a:pt x="6761459" y="1172444"/>
                  </a:lnTo>
                  <a:lnTo>
                    <a:pt x="6681203" y="1171004"/>
                  </a:lnTo>
                  <a:lnTo>
                    <a:pt x="6617641" y="1169973"/>
                  </a:lnTo>
                  <a:lnTo>
                    <a:pt x="6571716" y="1169296"/>
                  </a:lnTo>
                  <a:lnTo>
                    <a:pt x="6542591" y="1168904"/>
                  </a:lnTo>
                  <a:lnTo>
                    <a:pt x="6527664" y="1168720"/>
                  </a:lnTo>
                  <a:lnTo>
                    <a:pt x="6522764" y="1168665"/>
                  </a:lnTo>
                  <a:lnTo>
                    <a:pt x="6522385" y="1168661"/>
                  </a:lnTo>
                  <a:lnTo>
                    <a:pt x="5527445" y="1168661"/>
                  </a:lnTo>
                  <a:lnTo>
                    <a:pt x="5526320" y="1168639"/>
                  </a:lnTo>
                  <a:lnTo>
                    <a:pt x="5518890" y="1168481"/>
                  </a:lnTo>
                  <a:lnTo>
                    <a:pt x="5500057" y="1168046"/>
                  </a:lnTo>
                  <a:lnTo>
                    <a:pt x="5466128" y="1167189"/>
                  </a:lnTo>
                  <a:lnTo>
                    <a:pt x="5415033" y="1165772"/>
                  </a:lnTo>
                  <a:lnTo>
                    <a:pt x="5346480" y="1163678"/>
                  </a:lnTo>
                  <a:lnTo>
                    <a:pt x="5261899" y="1160820"/>
                  </a:lnTo>
                  <a:lnTo>
                    <a:pt x="5164130" y="1157145"/>
                  </a:lnTo>
                  <a:lnTo>
                    <a:pt x="5056904" y="1152633"/>
                  </a:lnTo>
                  <a:lnTo>
                    <a:pt x="4944260" y="1147288"/>
                  </a:lnTo>
                  <a:lnTo>
                    <a:pt x="4830014" y="1141126"/>
                  </a:lnTo>
                  <a:lnTo>
                    <a:pt x="4717393" y="1134164"/>
                  </a:lnTo>
                  <a:lnTo>
                    <a:pt x="4608852" y="1126405"/>
                  </a:lnTo>
                  <a:lnTo>
                    <a:pt x="4506044" y="1117835"/>
                  </a:lnTo>
                  <a:lnTo>
                    <a:pt x="4409904" y="1108414"/>
                  </a:lnTo>
                  <a:lnTo>
                    <a:pt x="4320779" y="1098081"/>
                  </a:lnTo>
                  <a:lnTo>
                    <a:pt x="4238575" y="1086742"/>
                  </a:lnTo>
                  <a:lnTo>
                    <a:pt x="4162892" y="1074285"/>
                  </a:lnTo>
                  <a:lnTo>
                    <a:pt x="4093128" y="1060574"/>
                  </a:lnTo>
                  <a:lnTo>
                    <a:pt x="4028569" y="1045455"/>
                  </a:lnTo>
                  <a:lnTo>
                    <a:pt x="3968448" y="1028771"/>
                  </a:lnTo>
                  <a:lnTo>
                    <a:pt x="3911996" y="1010371"/>
                  </a:lnTo>
                  <a:lnTo>
                    <a:pt x="3858480" y="990141"/>
                  </a:lnTo>
                  <a:lnTo>
                    <a:pt x="3820202" y="973884"/>
                  </a:lnTo>
                  <a:lnTo>
                    <a:pt x="3764261" y="947371"/>
                  </a:lnTo>
                  <a:lnTo>
                    <a:pt x="3709961" y="918440"/>
                  </a:lnTo>
                  <a:lnTo>
                    <a:pt x="3656745" y="887049"/>
                  </a:lnTo>
                  <a:lnTo>
                    <a:pt x="3604194" y="853217"/>
                  </a:lnTo>
                  <a:lnTo>
                    <a:pt x="3551995" y="817038"/>
                  </a:lnTo>
                  <a:lnTo>
                    <a:pt x="3499930" y="778684"/>
                  </a:lnTo>
                  <a:lnTo>
                    <a:pt x="3447860" y="738403"/>
                  </a:lnTo>
                  <a:lnTo>
                    <a:pt x="3395713" y="696522"/>
                  </a:lnTo>
                  <a:lnTo>
                    <a:pt x="3343468" y="653432"/>
                  </a:lnTo>
                  <a:lnTo>
                    <a:pt x="3291147" y="609579"/>
                  </a:lnTo>
                  <a:lnTo>
                    <a:pt x="3238794" y="565445"/>
                  </a:lnTo>
                  <a:lnTo>
                    <a:pt x="3186465" y="521522"/>
                  </a:lnTo>
                  <a:lnTo>
                    <a:pt x="3134207" y="478293"/>
                  </a:lnTo>
                  <a:lnTo>
                    <a:pt x="3082045" y="436212"/>
                  </a:lnTo>
                  <a:lnTo>
                    <a:pt x="3029967" y="395678"/>
                  </a:lnTo>
                  <a:lnTo>
                    <a:pt x="2977909" y="357028"/>
                  </a:lnTo>
                  <a:lnTo>
                    <a:pt x="2925741" y="320524"/>
                  </a:lnTo>
                  <a:lnTo>
                    <a:pt x="2873257" y="286345"/>
                  </a:lnTo>
                  <a:lnTo>
                    <a:pt x="2820160" y="254599"/>
                  </a:lnTo>
                  <a:lnTo>
                    <a:pt x="2766047" y="225314"/>
                  </a:lnTo>
                  <a:lnTo>
                    <a:pt x="2710384" y="198457"/>
                  </a:lnTo>
                  <a:lnTo>
                    <a:pt x="2702183" y="194776"/>
                  </a:lnTo>
                  <a:lnTo>
                    <a:pt x="2650419" y="173151"/>
                  </a:lnTo>
                  <a:lnTo>
                    <a:pt x="2596216" y="153398"/>
                  </a:lnTo>
                  <a:lnTo>
                    <a:pt x="2538895" y="135452"/>
                  </a:lnTo>
                  <a:lnTo>
                    <a:pt x="2477710" y="119184"/>
                  </a:lnTo>
                  <a:lnTo>
                    <a:pt x="2411887" y="104442"/>
                  </a:lnTo>
                  <a:lnTo>
                    <a:pt x="2340670" y="91066"/>
                  </a:lnTo>
                  <a:lnTo>
                    <a:pt x="2263365" y="78908"/>
                  </a:lnTo>
                  <a:lnTo>
                    <a:pt x="2179414" y="67837"/>
                  </a:lnTo>
                  <a:lnTo>
                    <a:pt x="2088483" y="57745"/>
                  </a:lnTo>
                  <a:lnTo>
                    <a:pt x="1990578" y="48548"/>
                  </a:lnTo>
                  <a:lnTo>
                    <a:pt x="1886184" y="40189"/>
                  </a:lnTo>
                  <a:lnTo>
                    <a:pt x="1776407" y="32635"/>
                  </a:lnTo>
                  <a:lnTo>
                    <a:pt x="1663103" y="25877"/>
                  </a:lnTo>
                  <a:lnTo>
                    <a:pt x="1548932" y="19923"/>
                  </a:lnTo>
                  <a:lnTo>
                    <a:pt x="1437298" y="14790"/>
                  </a:lnTo>
                  <a:lnTo>
                    <a:pt x="1332115" y="10493"/>
                  </a:lnTo>
                  <a:lnTo>
                    <a:pt x="1237398" y="7031"/>
                  </a:lnTo>
                  <a:lnTo>
                    <a:pt x="1156707" y="4375"/>
                  </a:lnTo>
                  <a:lnTo>
                    <a:pt x="1092561" y="2464"/>
                  </a:lnTo>
                  <a:lnTo>
                    <a:pt x="1045969" y="1203"/>
                  </a:lnTo>
                  <a:lnTo>
                    <a:pt x="1016179" y="468"/>
                  </a:lnTo>
                  <a:lnTo>
                    <a:pt x="1000683" y="118"/>
                  </a:lnTo>
                  <a:lnTo>
                    <a:pt x="995409" y="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32" name="pl831"/>
            <p:cNvSpPr/>
            <p:nvPr/>
          </p:nvSpPr>
          <p:spPr>
            <a:xfrm>
              <a:off x="1199187" y="2363361"/>
              <a:ext cx="12049831" cy="1808018"/>
            </a:xfrm>
            <a:custGeom>
              <a:avLst/>
              <a:pathLst>
                <a:path w="12049831" h="1808018">
                  <a:moveTo>
                    <a:pt x="0" y="0"/>
                  </a:moveTo>
                  <a:lnTo>
                    <a:pt x="994940" y="0"/>
                  </a:lnTo>
                  <a:lnTo>
                    <a:pt x="996065" y="22"/>
                  </a:lnTo>
                  <a:lnTo>
                    <a:pt x="1003495" y="179"/>
                  </a:lnTo>
                  <a:lnTo>
                    <a:pt x="1022328" y="614"/>
                  </a:lnTo>
                  <a:lnTo>
                    <a:pt x="1056257" y="1471"/>
                  </a:lnTo>
                  <a:lnTo>
                    <a:pt x="1107352" y="2888"/>
                  </a:lnTo>
                  <a:lnTo>
                    <a:pt x="1175905" y="4982"/>
                  </a:lnTo>
                  <a:lnTo>
                    <a:pt x="1260486" y="7840"/>
                  </a:lnTo>
                  <a:lnTo>
                    <a:pt x="1358255" y="11516"/>
                  </a:lnTo>
                  <a:lnTo>
                    <a:pt x="1465481" y="16028"/>
                  </a:lnTo>
                  <a:lnTo>
                    <a:pt x="1578125" y="21373"/>
                  </a:lnTo>
                  <a:lnTo>
                    <a:pt x="1692371" y="27534"/>
                  </a:lnTo>
                  <a:lnTo>
                    <a:pt x="1804992" y="34496"/>
                  </a:lnTo>
                  <a:lnTo>
                    <a:pt x="1913533" y="42256"/>
                  </a:lnTo>
                  <a:lnTo>
                    <a:pt x="2016341" y="50826"/>
                  </a:lnTo>
                  <a:lnTo>
                    <a:pt x="2112481" y="60246"/>
                  </a:lnTo>
                  <a:lnTo>
                    <a:pt x="2201606" y="70580"/>
                  </a:lnTo>
                  <a:lnTo>
                    <a:pt x="2283810" y="81918"/>
                  </a:lnTo>
                  <a:lnTo>
                    <a:pt x="2359493" y="94375"/>
                  </a:lnTo>
                  <a:lnTo>
                    <a:pt x="2429257" y="108087"/>
                  </a:lnTo>
                  <a:lnTo>
                    <a:pt x="2493816" y="123206"/>
                  </a:lnTo>
                  <a:lnTo>
                    <a:pt x="2553937" y="139890"/>
                  </a:lnTo>
                  <a:lnTo>
                    <a:pt x="2610389" y="158289"/>
                  </a:lnTo>
                  <a:lnTo>
                    <a:pt x="2663905" y="178519"/>
                  </a:lnTo>
                  <a:lnTo>
                    <a:pt x="2702183" y="194776"/>
                  </a:lnTo>
                  <a:lnTo>
                    <a:pt x="2758124" y="221289"/>
                  </a:lnTo>
                  <a:lnTo>
                    <a:pt x="2812424" y="250220"/>
                  </a:lnTo>
                  <a:lnTo>
                    <a:pt x="2865640" y="281612"/>
                  </a:lnTo>
                  <a:lnTo>
                    <a:pt x="2918191" y="315444"/>
                  </a:lnTo>
                  <a:lnTo>
                    <a:pt x="2970390" y="351622"/>
                  </a:lnTo>
                  <a:lnTo>
                    <a:pt x="3022455" y="389977"/>
                  </a:lnTo>
                  <a:lnTo>
                    <a:pt x="3074525" y="430257"/>
                  </a:lnTo>
                  <a:lnTo>
                    <a:pt x="3126672" y="472139"/>
                  </a:lnTo>
                  <a:lnTo>
                    <a:pt x="3178917" y="515229"/>
                  </a:lnTo>
                  <a:lnTo>
                    <a:pt x="3231238" y="559081"/>
                  </a:lnTo>
                  <a:lnTo>
                    <a:pt x="3283591" y="603215"/>
                  </a:lnTo>
                  <a:lnTo>
                    <a:pt x="3335920" y="647139"/>
                  </a:lnTo>
                  <a:lnTo>
                    <a:pt x="3388178" y="690367"/>
                  </a:lnTo>
                  <a:lnTo>
                    <a:pt x="3440340" y="732449"/>
                  </a:lnTo>
                  <a:lnTo>
                    <a:pt x="3492418" y="772982"/>
                  </a:lnTo>
                  <a:lnTo>
                    <a:pt x="3544476" y="811632"/>
                  </a:lnTo>
                  <a:lnTo>
                    <a:pt x="3596644" y="848137"/>
                  </a:lnTo>
                  <a:lnTo>
                    <a:pt x="3649128" y="882315"/>
                  </a:lnTo>
                  <a:lnTo>
                    <a:pt x="3702225" y="914062"/>
                  </a:lnTo>
                  <a:lnTo>
                    <a:pt x="3756338" y="943347"/>
                  </a:lnTo>
                  <a:lnTo>
                    <a:pt x="3812001" y="970204"/>
                  </a:lnTo>
                  <a:lnTo>
                    <a:pt x="3820202" y="973884"/>
                  </a:lnTo>
                  <a:lnTo>
                    <a:pt x="3871966" y="995509"/>
                  </a:lnTo>
                  <a:lnTo>
                    <a:pt x="3926169" y="1015262"/>
                  </a:lnTo>
                  <a:lnTo>
                    <a:pt x="3983490" y="1033208"/>
                  </a:lnTo>
                  <a:lnTo>
                    <a:pt x="4044675" y="1049476"/>
                  </a:lnTo>
                  <a:lnTo>
                    <a:pt x="4110498" y="1064219"/>
                  </a:lnTo>
                  <a:lnTo>
                    <a:pt x="4181715" y="1077595"/>
                  </a:lnTo>
                  <a:lnTo>
                    <a:pt x="4259020" y="1089753"/>
                  </a:lnTo>
                  <a:lnTo>
                    <a:pt x="4342971" y="1100823"/>
                  </a:lnTo>
                  <a:lnTo>
                    <a:pt x="4433902" y="1110915"/>
                  </a:lnTo>
                  <a:lnTo>
                    <a:pt x="4531807" y="1120112"/>
                  </a:lnTo>
                  <a:lnTo>
                    <a:pt x="4636201" y="1128472"/>
                  </a:lnTo>
                  <a:lnTo>
                    <a:pt x="4745978" y="1136026"/>
                  </a:lnTo>
                  <a:lnTo>
                    <a:pt x="4859282" y="1142784"/>
                  </a:lnTo>
                  <a:lnTo>
                    <a:pt x="4973453" y="1148737"/>
                  </a:lnTo>
                  <a:lnTo>
                    <a:pt x="5085087" y="1153870"/>
                  </a:lnTo>
                  <a:lnTo>
                    <a:pt x="5190270" y="1158167"/>
                  </a:lnTo>
                  <a:lnTo>
                    <a:pt x="5284987" y="1161630"/>
                  </a:lnTo>
                  <a:lnTo>
                    <a:pt x="5365678" y="1164285"/>
                  </a:lnTo>
                  <a:lnTo>
                    <a:pt x="5429824" y="1166196"/>
                  </a:lnTo>
                  <a:lnTo>
                    <a:pt x="5476416" y="1167457"/>
                  </a:lnTo>
                  <a:lnTo>
                    <a:pt x="5506206" y="1168192"/>
                  </a:lnTo>
                  <a:lnTo>
                    <a:pt x="5521702" y="1168542"/>
                  </a:lnTo>
                  <a:lnTo>
                    <a:pt x="5526976" y="1168652"/>
                  </a:lnTo>
                  <a:lnTo>
                    <a:pt x="5527445" y="1168661"/>
                  </a:lnTo>
                  <a:lnTo>
                    <a:pt x="6522385" y="1168661"/>
                  </a:lnTo>
                  <a:lnTo>
                    <a:pt x="6523519" y="1168673"/>
                  </a:lnTo>
                  <a:lnTo>
                    <a:pt x="6530997" y="1168760"/>
                  </a:lnTo>
                  <a:lnTo>
                    <a:pt x="6549950" y="1168999"/>
                  </a:lnTo>
                  <a:lnTo>
                    <a:pt x="6584087" y="1169472"/>
                  </a:lnTo>
                  <a:lnTo>
                    <a:pt x="6635477" y="1170252"/>
                  </a:lnTo>
                  <a:lnTo>
                    <a:pt x="6704397" y="1171405"/>
                  </a:lnTo>
                  <a:lnTo>
                    <a:pt x="6789387" y="1172979"/>
                  </a:lnTo>
                  <a:lnTo>
                    <a:pt x="6887571" y="1175002"/>
                  </a:lnTo>
                  <a:lnTo>
                    <a:pt x="6995181" y="1177485"/>
                  </a:lnTo>
                  <a:lnTo>
                    <a:pt x="7108152" y="1180425"/>
                  </a:lnTo>
                  <a:lnTo>
                    <a:pt x="7222652" y="1183814"/>
                  </a:lnTo>
                  <a:lnTo>
                    <a:pt x="7335449" y="1187643"/>
                  </a:lnTo>
                  <a:lnTo>
                    <a:pt x="7444092" y="1191910"/>
                  </a:lnTo>
                  <a:lnTo>
                    <a:pt x="7546939" y="1196623"/>
                  </a:lnTo>
                  <a:lnTo>
                    <a:pt x="7643068" y="1201804"/>
                  </a:lnTo>
                  <a:lnTo>
                    <a:pt x="7732148" y="1207489"/>
                  </a:lnTo>
                  <a:lnTo>
                    <a:pt x="7814285" y="1213728"/>
                  </a:lnTo>
                  <a:lnTo>
                    <a:pt x="7889892" y="1220584"/>
                  </a:lnTo>
                  <a:lnTo>
                    <a:pt x="7959581" y="1228133"/>
                  </a:lnTo>
                  <a:lnTo>
                    <a:pt x="8024074" y="1236459"/>
                  </a:lnTo>
                  <a:lnTo>
                    <a:pt x="8084143" y="1245649"/>
                  </a:lnTo>
                  <a:lnTo>
                    <a:pt x="8140563" y="1255786"/>
                  </a:lnTo>
                  <a:lnTo>
                    <a:pt x="8194069" y="1266931"/>
                  </a:lnTo>
                  <a:lnTo>
                    <a:pt x="8229629" y="1275220"/>
                  </a:lnTo>
                  <a:lnTo>
                    <a:pt x="8289262" y="1290747"/>
                  </a:lnTo>
                  <a:lnTo>
                    <a:pt x="8347074" y="1307782"/>
                  </a:lnTo>
                  <a:lnTo>
                    <a:pt x="8403721" y="1326351"/>
                  </a:lnTo>
                  <a:lnTo>
                    <a:pt x="8459691" y="1346432"/>
                  </a:lnTo>
                  <a:lnTo>
                    <a:pt x="8515334" y="1367951"/>
                  </a:lnTo>
                  <a:lnTo>
                    <a:pt x="8570887" y="1390778"/>
                  </a:lnTo>
                  <a:lnTo>
                    <a:pt x="8626486" y="1414729"/>
                  </a:lnTo>
                  <a:lnTo>
                    <a:pt x="8682190" y="1439566"/>
                  </a:lnTo>
                  <a:lnTo>
                    <a:pt x="8737997" y="1465010"/>
                  </a:lnTo>
                  <a:lnTo>
                    <a:pt x="8793861" y="1490749"/>
                  </a:lnTo>
                  <a:lnTo>
                    <a:pt x="8849719" y="1516458"/>
                  </a:lnTo>
                  <a:lnTo>
                    <a:pt x="8905509" y="1541812"/>
                  </a:lnTo>
                  <a:lnTo>
                    <a:pt x="8961192" y="1566503"/>
                  </a:lnTo>
                  <a:lnTo>
                    <a:pt x="9016776" y="1590260"/>
                  </a:lnTo>
                  <a:lnTo>
                    <a:pt x="9072332" y="1612855"/>
                  </a:lnTo>
                  <a:lnTo>
                    <a:pt x="9128016" y="1634113"/>
                  </a:lnTo>
                  <a:lnTo>
                    <a:pt x="9184082" y="1653916"/>
                  </a:lnTo>
                  <a:lnTo>
                    <a:pt x="9240905" y="1672198"/>
                  </a:lnTo>
                  <a:lnTo>
                    <a:pt x="9299002" y="1688948"/>
                  </a:lnTo>
                  <a:lnTo>
                    <a:pt x="9347647" y="1701459"/>
                  </a:lnTo>
                  <a:lnTo>
                    <a:pt x="9399532" y="1713315"/>
                  </a:lnTo>
                  <a:lnTo>
                    <a:pt x="9453867" y="1724143"/>
                  </a:lnTo>
                  <a:lnTo>
                    <a:pt x="9511337" y="1733978"/>
                  </a:lnTo>
                  <a:lnTo>
                    <a:pt x="9572695" y="1742891"/>
                  </a:lnTo>
                  <a:lnTo>
                    <a:pt x="9638718" y="1750966"/>
                  </a:lnTo>
                  <a:lnTo>
                    <a:pt x="9710169" y="1758292"/>
                  </a:lnTo>
                  <a:lnTo>
                    <a:pt x="9787743" y="1764949"/>
                  </a:lnTo>
                  <a:lnTo>
                    <a:pt x="9872001" y="1771010"/>
                  </a:lnTo>
                  <a:lnTo>
                    <a:pt x="9963273" y="1776534"/>
                  </a:lnTo>
                  <a:lnTo>
                    <a:pt x="10061547" y="1781566"/>
                  </a:lnTo>
                  <a:lnTo>
                    <a:pt x="10166321" y="1786140"/>
                  </a:lnTo>
                  <a:lnTo>
                    <a:pt x="10276465" y="1790270"/>
                  </a:lnTo>
                  <a:lnTo>
                    <a:pt x="10390090" y="1793963"/>
                  </a:lnTo>
                  <a:lnTo>
                    <a:pt x="10504495" y="1797214"/>
                  </a:lnTo>
                  <a:lnTo>
                    <a:pt x="10616233" y="1800014"/>
                  </a:lnTo>
                  <a:lnTo>
                    <a:pt x="10721352" y="1802354"/>
                  </a:lnTo>
                  <a:lnTo>
                    <a:pt x="10815817" y="1804235"/>
                  </a:lnTo>
                  <a:lnTo>
                    <a:pt x="10896073" y="1805675"/>
                  </a:lnTo>
                  <a:lnTo>
                    <a:pt x="10959636" y="1806706"/>
                  </a:lnTo>
                  <a:lnTo>
                    <a:pt x="11005561" y="1807384"/>
                  </a:lnTo>
                  <a:lnTo>
                    <a:pt x="11034686" y="1807775"/>
                  </a:lnTo>
                  <a:lnTo>
                    <a:pt x="11049613" y="1807959"/>
                  </a:lnTo>
                  <a:lnTo>
                    <a:pt x="11054513" y="1808014"/>
                  </a:lnTo>
                  <a:lnTo>
                    <a:pt x="11054891" y="1808018"/>
                  </a:lnTo>
                  <a:lnTo>
                    <a:pt x="12049831" y="1808018"/>
                  </a:lnTo>
                  <a:lnTo>
                    <a:pt x="12049831" y="18080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3" name="pl832"/>
            <p:cNvSpPr/>
            <p:nvPr/>
          </p:nvSpPr>
          <p:spPr>
            <a:xfrm>
              <a:off x="1199187" y="2352880"/>
              <a:ext cx="12049831" cy="1808018"/>
            </a:xfrm>
            <a:custGeom>
              <a:avLst/>
              <a:pathLst>
                <a:path w="12049831" h="1808018">
                  <a:moveTo>
                    <a:pt x="12049831" y="1808018"/>
                  </a:moveTo>
                  <a:lnTo>
                    <a:pt x="11054891" y="1808018"/>
                  </a:lnTo>
                  <a:lnTo>
                    <a:pt x="11053758" y="1808006"/>
                  </a:lnTo>
                  <a:lnTo>
                    <a:pt x="11046279" y="1807919"/>
                  </a:lnTo>
                  <a:lnTo>
                    <a:pt x="11027326" y="1807680"/>
                  </a:lnTo>
                  <a:lnTo>
                    <a:pt x="10993190" y="1807207"/>
                  </a:lnTo>
                  <a:lnTo>
                    <a:pt x="10941799" y="1806427"/>
                  </a:lnTo>
                  <a:lnTo>
                    <a:pt x="10872879" y="1805274"/>
                  </a:lnTo>
                  <a:lnTo>
                    <a:pt x="10787889" y="1803700"/>
                  </a:lnTo>
                  <a:lnTo>
                    <a:pt x="10689706" y="1801677"/>
                  </a:lnTo>
                  <a:lnTo>
                    <a:pt x="10582096" y="1799194"/>
                  </a:lnTo>
                  <a:lnTo>
                    <a:pt x="10469124" y="1796254"/>
                  </a:lnTo>
                  <a:lnTo>
                    <a:pt x="10354624" y="1792865"/>
                  </a:lnTo>
                  <a:lnTo>
                    <a:pt x="10241828" y="1789036"/>
                  </a:lnTo>
                  <a:lnTo>
                    <a:pt x="10133185" y="1784769"/>
                  </a:lnTo>
                  <a:lnTo>
                    <a:pt x="10030338" y="1780056"/>
                  </a:lnTo>
                  <a:lnTo>
                    <a:pt x="9934208" y="1774875"/>
                  </a:lnTo>
                  <a:lnTo>
                    <a:pt x="9845128" y="1769190"/>
                  </a:lnTo>
                  <a:lnTo>
                    <a:pt x="9762992" y="1762951"/>
                  </a:lnTo>
                  <a:lnTo>
                    <a:pt x="9687384" y="1756095"/>
                  </a:lnTo>
                  <a:lnTo>
                    <a:pt x="9617696" y="1748546"/>
                  </a:lnTo>
                  <a:lnTo>
                    <a:pt x="9553203" y="1740220"/>
                  </a:lnTo>
                  <a:lnTo>
                    <a:pt x="9493134" y="1731030"/>
                  </a:lnTo>
                  <a:lnTo>
                    <a:pt x="9436713" y="1720893"/>
                  </a:lnTo>
                  <a:lnTo>
                    <a:pt x="9383207" y="1709749"/>
                  </a:lnTo>
                  <a:lnTo>
                    <a:pt x="9347647" y="1701459"/>
                  </a:lnTo>
                  <a:lnTo>
                    <a:pt x="9288014" y="1685932"/>
                  </a:lnTo>
                  <a:lnTo>
                    <a:pt x="9230203" y="1668897"/>
                  </a:lnTo>
                  <a:lnTo>
                    <a:pt x="9173556" y="1650328"/>
                  </a:lnTo>
                  <a:lnTo>
                    <a:pt x="9117586" y="1630247"/>
                  </a:lnTo>
                  <a:lnTo>
                    <a:pt x="9061942" y="1608728"/>
                  </a:lnTo>
                  <a:lnTo>
                    <a:pt x="9006390" y="1585901"/>
                  </a:lnTo>
                  <a:lnTo>
                    <a:pt x="8950791" y="1561950"/>
                  </a:lnTo>
                  <a:lnTo>
                    <a:pt x="8895086" y="1537113"/>
                  </a:lnTo>
                  <a:lnTo>
                    <a:pt x="8839280" y="1511669"/>
                  </a:lnTo>
                  <a:lnTo>
                    <a:pt x="8783415" y="1485930"/>
                  </a:lnTo>
                  <a:lnTo>
                    <a:pt x="8727557" y="1460221"/>
                  </a:lnTo>
                  <a:lnTo>
                    <a:pt x="8671767" y="1434867"/>
                  </a:lnTo>
                  <a:lnTo>
                    <a:pt x="8616084" y="1410176"/>
                  </a:lnTo>
                  <a:lnTo>
                    <a:pt x="8560500" y="1386419"/>
                  </a:lnTo>
                  <a:lnTo>
                    <a:pt x="8504944" y="1363824"/>
                  </a:lnTo>
                  <a:lnTo>
                    <a:pt x="8449260" y="1342566"/>
                  </a:lnTo>
                  <a:lnTo>
                    <a:pt x="8393194" y="1322764"/>
                  </a:lnTo>
                  <a:lnTo>
                    <a:pt x="8336371" y="1304481"/>
                  </a:lnTo>
                  <a:lnTo>
                    <a:pt x="8278275" y="1287731"/>
                  </a:lnTo>
                  <a:lnTo>
                    <a:pt x="8229629" y="1275220"/>
                  </a:lnTo>
                  <a:lnTo>
                    <a:pt x="8177745" y="1263364"/>
                  </a:lnTo>
                  <a:lnTo>
                    <a:pt x="8123410" y="1252537"/>
                  </a:lnTo>
                  <a:lnTo>
                    <a:pt x="8065939" y="1242702"/>
                  </a:lnTo>
                  <a:lnTo>
                    <a:pt x="8004581" y="1233789"/>
                  </a:lnTo>
                  <a:lnTo>
                    <a:pt x="7938559" y="1225713"/>
                  </a:lnTo>
                  <a:lnTo>
                    <a:pt x="7867108" y="1218387"/>
                  </a:lnTo>
                  <a:lnTo>
                    <a:pt x="7789533" y="1211730"/>
                  </a:lnTo>
                  <a:lnTo>
                    <a:pt x="7705276" y="1205669"/>
                  </a:lnTo>
                  <a:lnTo>
                    <a:pt x="7614003" y="1200146"/>
                  </a:lnTo>
                  <a:lnTo>
                    <a:pt x="7515730" y="1195113"/>
                  </a:lnTo>
                  <a:lnTo>
                    <a:pt x="7410956" y="1190540"/>
                  </a:lnTo>
                  <a:lnTo>
                    <a:pt x="7300812" y="1186409"/>
                  </a:lnTo>
                  <a:lnTo>
                    <a:pt x="7187187" y="1182716"/>
                  </a:lnTo>
                  <a:lnTo>
                    <a:pt x="7072782" y="1179465"/>
                  </a:lnTo>
                  <a:lnTo>
                    <a:pt x="6961043" y="1176665"/>
                  </a:lnTo>
                  <a:lnTo>
                    <a:pt x="6855924" y="1174325"/>
                  </a:lnTo>
                  <a:lnTo>
                    <a:pt x="6761459" y="1172444"/>
                  </a:lnTo>
                  <a:lnTo>
                    <a:pt x="6681203" y="1171004"/>
                  </a:lnTo>
                  <a:lnTo>
                    <a:pt x="6617641" y="1169973"/>
                  </a:lnTo>
                  <a:lnTo>
                    <a:pt x="6571716" y="1169296"/>
                  </a:lnTo>
                  <a:lnTo>
                    <a:pt x="6542591" y="1168904"/>
                  </a:lnTo>
                  <a:lnTo>
                    <a:pt x="6527664" y="1168720"/>
                  </a:lnTo>
                  <a:lnTo>
                    <a:pt x="6522764" y="1168665"/>
                  </a:lnTo>
                  <a:lnTo>
                    <a:pt x="6522385" y="1168661"/>
                  </a:lnTo>
                  <a:lnTo>
                    <a:pt x="5527445" y="1168661"/>
                  </a:lnTo>
                  <a:lnTo>
                    <a:pt x="5526320" y="1168639"/>
                  </a:lnTo>
                  <a:lnTo>
                    <a:pt x="5518890" y="1168481"/>
                  </a:lnTo>
                  <a:lnTo>
                    <a:pt x="5500057" y="1168046"/>
                  </a:lnTo>
                  <a:lnTo>
                    <a:pt x="5466128" y="1167189"/>
                  </a:lnTo>
                  <a:lnTo>
                    <a:pt x="5415033" y="1165772"/>
                  </a:lnTo>
                  <a:lnTo>
                    <a:pt x="5346480" y="1163678"/>
                  </a:lnTo>
                  <a:lnTo>
                    <a:pt x="5261899" y="1160820"/>
                  </a:lnTo>
                  <a:lnTo>
                    <a:pt x="5164130" y="1157145"/>
                  </a:lnTo>
                  <a:lnTo>
                    <a:pt x="5056904" y="1152633"/>
                  </a:lnTo>
                  <a:lnTo>
                    <a:pt x="4944260" y="1147288"/>
                  </a:lnTo>
                  <a:lnTo>
                    <a:pt x="4830014" y="1141126"/>
                  </a:lnTo>
                  <a:lnTo>
                    <a:pt x="4717393" y="1134164"/>
                  </a:lnTo>
                  <a:lnTo>
                    <a:pt x="4608852" y="1126405"/>
                  </a:lnTo>
                  <a:lnTo>
                    <a:pt x="4506044" y="1117835"/>
                  </a:lnTo>
                  <a:lnTo>
                    <a:pt x="4409904" y="1108414"/>
                  </a:lnTo>
                  <a:lnTo>
                    <a:pt x="4320779" y="1098081"/>
                  </a:lnTo>
                  <a:lnTo>
                    <a:pt x="4238575" y="1086742"/>
                  </a:lnTo>
                  <a:lnTo>
                    <a:pt x="4162892" y="1074285"/>
                  </a:lnTo>
                  <a:lnTo>
                    <a:pt x="4093128" y="1060574"/>
                  </a:lnTo>
                  <a:lnTo>
                    <a:pt x="4028569" y="1045455"/>
                  </a:lnTo>
                  <a:lnTo>
                    <a:pt x="3968448" y="1028771"/>
                  </a:lnTo>
                  <a:lnTo>
                    <a:pt x="3911996" y="1010371"/>
                  </a:lnTo>
                  <a:lnTo>
                    <a:pt x="3858480" y="990141"/>
                  </a:lnTo>
                  <a:lnTo>
                    <a:pt x="3820202" y="973884"/>
                  </a:lnTo>
                  <a:lnTo>
                    <a:pt x="3764261" y="947371"/>
                  </a:lnTo>
                  <a:lnTo>
                    <a:pt x="3709961" y="918440"/>
                  </a:lnTo>
                  <a:lnTo>
                    <a:pt x="3656745" y="887049"/>
                  </a:lnTo>
                  <a:lnTo>
                    <a:pt x="3604194" y="853217"/>
                  </a:lnTo>
                  <a:lnTo>
                    <a:pt x="3551995" y="817038"/>
                  </a:lnTo>
                  <a:lnTo>
                    <a:pt x="3499930" y="778684"/>
                  </a:lnTo>
                  <a:lnTo>
                    <a:pt x="3447860" y="738403"/>
                  </a:lnTo>
                  <a:lnTo>
                    <a:pt x="3395713" y="696522"/>
                  </a:lnTo>
                  <a:lnTo>
                    <a:pt x="3343468" y="653432"/>
                  </a:lnTo>
                  <a:lnTo>
                    <a:pt x="3291147" y="609579"/>
                  </a:lnTo>
                  <a:lnTo>
                    <a:pt x="3238794" y="565445"/>
                  </a:lnTo>
                  <a:lnTo>
                    <a:pt x="3186465" y="521522"/>
                  </a:lnTo>
                  <a:lnTo>
                    <a:pt x="3134207" y="478293"/>
                  </a:lnTo>
                  <a:lnTo>
                    <a:pt x="3082045" y="436212"/>
                  </a:lnTo>
                  <a:lnTo>
                    <a:pt x="3029967" y="395678"/>
                  </a:lnTo>
                  <a:lnTo>
                    <a:pt x="2977909" y="357028"/>
                  </a:lnTo>
                  <a:lnTo>
                    <a:pt x="2925741" y="320524"/>
                  </a:lnTo>
                  <a:lnTo>
                    <a:pt x="2873257" y="286345"/>
                  </a:lnTo>
                  <a:lnTo>
                    <a:pt x="2820160" y="254599"/>
                  </a:lnTo>
                  <a:lnTo>
                    <a:pt x="2766047" y="225314"/>
                  </a:lnTo>
                  <a:lnTo>
                    <a:pt x="2710384" y="198457"/>
                  </a:lnTo>
                  <a:lnTo>
                    <a:pt x="2702183" y="194776"/>
                  </a:lnTo>
                  <a:lnTo>
                    <a:pt x="2650419" y="173151"/>
                  </a:lnTo>
                  <a:lnTo>
                    <a:pt x="2596216" y="153398"/>
                  </a:lnTo>
                  <a:lnTo>
                    <a:pt x="2538895" y="135452"/>
                  </a:lnTo>
                  <a:lnTo>
                    <a:pt x="2477710" y="119184"/>
                  </a:lnTo>
                  <a:lnTo>
                    <a:pt x="2411887" y="104442"/>
                  </a:lnTo>
                  <a:lnTo>
                    <a:pt x="2340670" y="91066"/>
                  </a:lnTo>
                  <a:lnTo>
                    <a:pt x="2263365" y="78908"/>
                  </a:lnTo>
                  <a:lnTo>
                    <a:pt x="2179414" y="67837"/>
                  </a:lnTo>
                  <a:lnTo>
                    <a:pt x="2088483" y="57745"/>
                  </a:lnTo>
                  <a:lnTo>
                    <a:pt x="1990578" y="48548"/>
                  </a:lnTo>
                  <a:lnTo>
                    <a:pt x="1886184" y="40189"/>
                  </a:lnTo>
                  <a:lnTo>
                    <a:pt x="1776407" y="32635"/>
                  </a:lnTo>
                  <a:lnTo>
                    <a:pt x="1663103" y="25877"/>
                  </a:lnTo>
                  <a:lnTo>
                    <a:pt x="1548932" y="19923"/>
                  </a:lnTo>
                  <a:lnTo>
                    <a:pt x="1437298" y="14790"/>
                  </a:lnTo>
                  <a:lnTo>
                    <a:pt x="1332115" y="10493"/>
                  </a:lnTo>
                  <a:lnTo>
                    <a:pt x="1237398" y="7031"/>
                  </a:lnTo>
                  <a:lnTo>
                    <a:pt x="1156707" y="4375"/>
                  </a:lnTo>
                  <a:lnTo>
                    <a:pt x="1092561" y="2464"/>
                  </a:lnTo>
                  <a:lnTo>
                    <a:pt x="1045969" y="1203"/>
                  </a:lnTo>
                  <a:lnTo>
                    <a:pt x="1016179" y="468"/>
                  </a:lnTo>
                  <a:lnTo>
                    <a:pt x="1000683" y="118"/>
                  </a:lnTo>
                  <a:lnTo>
                    <a:pt x="995409" y="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4" name="pg833"/>
            <p:cNvSpPr/>
            <p:nvPr/>
          </p:nvSpPr>
          <p:spPr>
            <a:xfrm>
              <a:off x="1199187" y="2363361"/>
              <a:ext cx="12049831" cy="2127697"/>
            </a:xfrm>
            <a:custGeom>
              <a:avLst/>
              <a:pathLst>
                <a:path w="12049831" h="2127697">
                  <a:moveTo>
                    <a:pt x="0" y="5240"/>
                  </a:moveTo>
                  <a:lnTo>
                    <a:pt x="994940" y="5240"/>
                  </a:lnTo>
                  <a:lnTo>
                    <a:pt x="996065" y="5262"/>
                  </a:lnTo>
                  <a:lnTo>
                    <a:pt x="1003495" y="5420"/>
                  </a:lnTo>
                  <a:lnTo>
                    <a:pt x="1022326" y="5857"/>
                  </a:lnTo>
                  <a:lnTo>
                    <a:pt x="1056252" y="6718"/>
                  </a:lnTo>
                  <a:lnTo>
                    <a:pt x="1107344" y="8142"/>
                  </a:lnTo>
                  <a:lnTo>
                    <a:pt x="1175892" y="10245"/>
                  </a:lnTo>
                  <a:lnTo>
                    <a:pt x="1260467" y="13116"/>
                  </a:lnTo>
                  <a:lnTo>
                    <a:pt x="1358232" y="16807"/>
                  </a:lnTo>
                  <a:lnTo>
                    <a:pt x="1465452" y="21339"/>
                  </a:lnTo>
                  <a:lnTo>
                    <a:pt x="1578092" y="26707"/>
                  </a:lnTo>
                  <a:lnTo>
                    <a:pt x="1692335" y="32896"/>
                  </a:lnTo>
                  <a:lnTo>
                    <a:pt x="1804953" y="39889"/>
                  </a:lnTo>
                  <a:lnTo>
                    <a:pt x="1913493" y="47683"/>
                  </a:lnTo>
                  <a:lnTo>
                    <a:pt x="2016300" y="56291"/>
                  </a:lnTo>
                  <a:lnTo>
                    <a:pt x="2112441" y="65752"/>
                  </a:lnTo>
                  <a:lnTo>
                    <a:pt x="2201567" y="76132"/>
                  </a:lnTo>
                  <a:lnTo>
                    <a:pt x="2283771" y="87520"/>
                  </a:lnTo>
                  <a:lnTo>
                    <a:pt x="2359455" y="100032"/>
                  </a:lnTo>
                  <a:lnTo>
                    <a:pt x="2429220" y="113804"/>
                  </a:lnTo>
                  <a:lnTo>
                    <a:pt x="2493780" y="128990"/>
                  </a:lnTo>
                  <a:lnTo>
                    <a:pt x="2553901" y="145747"/>
                  </a:lnTo>
                  <a:lnTo>
                    <a:pt x="2610354" y="164227"/>
                  </a:lnTo>
                  <a:lnTo>
                    <a:pt x="2663870" y="184546"/>
                  </a:lnTo>
                  <a:lnTo>
                    <a:pt x="2702183" y="200890"/>
                  </a:lnTo>
                  <a:lnTo>
                    <a:pt x="2758083" y="227502"/>
                  </a:lnTo>
                  <a:lnTo>
                    <a:pt x="2812345" y="256538"/>
                  </a:lnTo>
                  <a:lnTo>
                    <a:pt x="2865523" y="288043"/>
                  </a:lnTo>
                  <a:lnTo>
                    <a:pt x="2918038" y="321996"/>
                  </a:lnTo>
                  <a:lnTo>
                    <a:pt x="2970199" y="358302"/>
                  </a:lnTo>
                  <a:lnTo>
                    <a:pt x="3022226" y="396792"/>
                  </a:lnTo>
                  <a:lnTo>
                    <a:pt x="3074257" y="437215"/>
                  </a:lnTo>
                  <a:lnTo>
                    <a:pt x="3126366" y="479246"/>
                  </a:lnTo>
                  <a:lnTo>
                    <a:pt x="3178572" y="522491"/>
                  </a:lnTo>
                  <a:lnTo>
                    <a:pt x="3230855" y="566504"/>
                  </a:lnTo>
                  <a:lnTo>
                    <a:pt x="3283169" y="610804"/>
                  </a:lnTo>
                  <a:lnTo>
                    <a:pt x="3335460" y="654895"/>
                  </a:lnTo>
                  <a:lnTo>
                    <a:pt x="3387681" y="698294"/>
                  </a:lnTo>
                  <a:lnTo>
                    <a:pt x="3439805" y="740547"/>
                  </a:lnTo>
                  <a:lnTo>
                    <a:pt x="3491845" y="781251"/>
                  </a:lnTo>
                  <a:lnTo>
                    <a:pt x="3543865" y="820069"/>
                  </a:lnTo>
                  <a:lnTo>
                    <a:pt x="3595992" y="856738"/>
                  </a:lnTo>
                  <a:lnTo>
                    <a:pt x="3648432" y="891075"/>
                  </a:lnTo>
                  <a:lnTo>
                    <a:pt x="3701479" y="922974"/>
                  </a:lnTo>
                  <a:lnTo>
                    <a:pt x="3755535" y="952404"/>
                  </a:lnTo>
                  <a:lnTo>
                    <a:pt x="3811129" y="979398"/>
                  </a:lnTo>
                  <a:lnTo>
                    <a:pt x="3820202" y="983492"/>
                  </a:lnTo>
                  <a:lnTo>
                    <a:pt x="3871965" y="1005214"/>
                  </a:lnTo>
                  <a:lnTo>
                    <a:pt x="3926166" y="1025054"/>
                  </a:lnTo>
                  <a:lnTo>
                    <a:pt x="3983485" y="1043081"/>
                  </a:lnTo>
                  <a:lnTo>
                    <a:pt x="4044668" y="1059421"/>
                  </a:lnTo>
                  <a:lnTo>
                    <a:pt x="4110488" y="1074230"/>
                  </a:lnTo>
                  <a:lnTo>
                    <a:pt x="4181702" y="1087666"/>
                  </a:lnTo>
                  <a:lnTo>
                    <a:pt x="4259004" y="1099878"/>
                  </a:lnTo>
                  <a:lnTo>
                    <a:pt x="4342951" y="1110998"/>
                  </a:lnTo>
                  <a:lnTo>
                    <a:pt x="4433877" y="1121135"/>
                  </a:lnTo>
                  <a:lnTo>
                    <a:pt x="4531777" y="1130373"/>
                  </a:lnTo>
                  <a:lnTo>
                    <a:pt x="4636167" y="1138770"/>
                  </a:lnTo>
                  <a:lnTo>
                    <a:pt x="4745939" y="1146358"/>
                  </a:lnTo>
                  <a:lnTo>
                    <a:pt x="4859239" y="1153147"/>
                  </a:lnTo>
                  <a:lnTo>
                    <a:pt x="4973407" y="1159127"/>
                  </a:lnTo>
                  <a:lnTo>
                    <a:pt x="5085040" y="1164283"/>
                  </a:lnTo>
                  <a:lnTo>
                    <a:pt x="5190224" y="1168599"/>
                  </a:lnTo>
                  <a:lnTo>
                    <a:pt x="5284944" y="1172078"/>
                  </a:lnTo>
                  <a:lnTo>
                    <a:pt x="5365641" y="1174746"/>
                  </a:lnTo>
                  <a:lnTo>
                    <a:pt x="5429794" y="1176665"/>
                  </a:lnTo>
                  <a:lnTo>
                    <a:pt x="5476394" y="1177932"/>
                  </a:lnTo>
                  <a:lnTo>
                    <a:pt x="5506193" y="1178671"/>
                  </a:lnTo>
                  <a:lnTo>
                    <a:pt x="5521696" y="1179023"/>
                  </a:lnTo>
                  <a:lnTo>
                    <a:pt x="5526975" y="1179133"/>
                  </a:lnTo>
                  <a:lnTo>
                    <a:pt x="5527445" y="1179142"/>
                  </a:lnTo>
                  <a:lnTo>
                    <a:pt x="6522385" y="1179142"/>
                  </a:lnTo>
                  <a:lnTo>
                    <a:pt x="6523515" y="1179160"/>
                  </a:lnTo>
                  <a:lnTo>
                    <a:pt x="6530968" y="1179288"/>
                  </a:lnTo>
                  <a:lnTo>
                    <a:pt x="6549859" y="1179643"/>
                  </a:lnTo>
                  <a:lnTo>
                    <a:pt x="6583889" y="1180341"/>
                  </a:lnTo>
                  <a:lnTo>
                    <a:pt x="6635128" y="1181495"/>
                  </a:lnTo>
                  <a:lnTo>
                    <a:pt x="6703859" y="1183200"/>
                  </a:lnTo>
                  <a:lnTo>
                    <a:pt x="6788638" y="1185527"/>
                  </a:lnTo>
                  <a:lnTo>
                    <a:pt x="6886609" y="1188519"/>
                  </a:lnTo>
                  <a:lnTo>
                    <a:pt x="6994021" y="1192191"/>
                  </a:lnTo>
                  <a:lnTo>
                    <a:pt x="7106824" y="1196541"/>
                  </a:lnTo>
                  <a:lnTo>
                    <a:pt x="7221194" y="1201555"/>
                  </a:lnTo>
                  <a:lnTo>
                    <a:pt x="7333900" y="1207221"/>
                  </a:lnTo>
                  <a:lnTo>
                    <a:pt x="7442491" y="1213534"/>
                  </a:lnTo>
                  <a:lnTo>
                    <a:pt x="7545318" y="1220508"/>
                  </a:lnTo>
                  <a:lnTo>
                    <a:pt x="7641453" y="1228174"/>
                  </a:lnTo>
                  <a:lnTo>
                    <a:pt x="7730556" y="1236584"/>
                  </a:lnTo>
                  <a:lnTo>
                    <a:pt x="7812728" y="1245812"/>
                  </a:lnTo>
                  <a:lnTo>
                    <a:pt x="7888374" y="1255953"/>
                  </a:lnTo>
                  <a:lnTo>
                    <a:pt x="7958101" y="1267116"/>
                  </a:lnTo>
                  <a:lnTo>
                    <a:pt x="8022628" y="1279427"/>
                  </a:lnTo>
                  <a:lnTo>
                    <a:pt x="8082724" y="1293014"/>
                  </a:lnTo>
                  <a:lnTo>
                    <a:pt x="8139160" y="1307999"/>
                  </a:lnTo>
                  <a:lnTo>
                    <a:pt x="8192672" y="1324474"/>
                  </a:lnTo>
                  <a:lnTo>
                    <a:pt x="8229629" y="1337235"/>
                  </a:lnTo>
                  <a:lnTo>
                    <a:pt x="8287219" y="1359430"/>
                  </a:lnTo>
                  <a:lnTo>
                    <a:pt x="8343089" y="1383709"/>
                  </a:lnTo>
                  <a:lnTo>
                    <a:pt x="8397838" y="1410107"/>
                  </a:lnTo>
                  <a:lnTo>
                    <a:pt x="8451916" y="1438601"/>
                  </a:lnTo>
                  <a:lnTo>
                    <a:pt x="8505652" y="1469102"/>
                  </a:lnTo>
                  <a:lnTo>
                    <a:pt x="8559272" y="1501448"/>
                  </a:lnTo>
                  <a:lnTo>
                    <a:pt x="8612916" y="1535407"/>
                  </a:lnTo>
                  <a:lnTo>
                    <a:pt x="8666651" y="1570678"/>
                  </a:lnTo>
                  <a:lnTo>
                    <a:pt x="8720487" y="1606900"/>
                  </a:lnTo>
                  <a:lnTo>
                    <a:pt x="8774393" y="1643669"/>
                  </a:lnTo>
                  <a:lnTo>
                    <a:pt x="8828314" y="1680554"/>
                  </a:lnTo>
                  <a:lnTo>
                    <a:pt x="8882193" y="1717117"/>
                  </a:lnTo>
                  <a:lnTo>
                    <a:pt x="8935983" y="1752939"/>
                  </a:lnTo>
                  <a:lnTo>
                    <a:pt x="8989671" y="1787632"/>
                  </a:lnTo>
                  <a:lnTo>
                    <a:pt x="9043291" y="1820864"/>
                  </a:lnTo>
                  <a:lnTo>
                    <a:pt x="9096943" y="1852364"/>
                  </a:lnTo>
                  <a:lnTo>
                    <a:pt x="9150806" y="1881934"/>
                  </a:lnTo>
                  <a:lnTo>
                    <a:pt x="9205153" y="1909447"/>
                  </a:lnTo>
                  <a:lnTo>
                    <a:pt x="9260366" y="1934845"/>
                  </a:lnTo>
                  <a:lnTo>
                    <a:pt x="9316962" y="1958133"/>
                  </a:lnTo>
                  <a:lnTo>
                    <a:pt x="9347647" y="1969604"/>
                  </a:lnTo>
                  <a:lnTo>
                    <a:pt x="9399470" y="1987175"/>
                  </a:lnTo>
                  <a:lnTo>
                    <a:pt x="9453737" y="2003223"/>
                  </a:lnTo>
                  <a:lnTo>
                    <a:pt x="9511131" y="2017801"/>
                  </a:lnTo>
                  <a:lnTo>
                    <a:pt x="9572400" y="2031015"/>
                  </a:lnTo>
                  <a:lnTo>
                    <a:pt x="9638319" y="2042988"/>
                  </a:lnTo>
                  <a:lnTo>
                    <a:pt x="9709650" y="2053851"/>
                  </a:lnTo>
                  <a:lnTo>
                    <a:pt x="9787086" y="2063723"/>
                  </a:lnTo>
                  <a:lnTo>
                    <a:pt x="9871186" y="2072711"/>
                  </a:lnTo>
                  <a:lnTo>
                    <a:pt x="9962282" y="2080904"/>
                  </a:lnTo>
                  <a:lnTo>
                    <a:pt x="10060366" y="2088370"/>
                  </a:lnTo>
                  <a:lnTo>
                    <a:pt x="10164945" y="2095155"/>
                  </a:lnTo>
                  <a:lnTo>
                    <a:pt x="10274900" y="2101285"/>
                  </a:lnTo>
                  <a:lnTo>
                    <a:pt x="10388360" y="2106767"/>
                  </a:lnTo>
                  <a:lnTo>
                    <a:pt x="10502645" y="2111595"/>
                  </a:lnTo>
                  <a:lnTo>
                    <a:pt x="10614331" y="2115755"/>
                  </a:lnTo>
                  <a:lnTo>
                    <a:pt x="10719483" y="2119235"/>
                  </a:lnTo>
                  <a:lnTo>
                    <a:pt x="10814079" y="2122036"/>
                  </a:lnTo>
                  <a:lnTo>
                    <a:pt x="10894560" y="2124182"/>
                  </a:lnTo>
                  <a:lnTo>
                    <a:pt x="10958423" y="2125723"/>
                  </a:lnTo>
                  <a:lnTo>
                    <a:pt x="11004691" y="2126737"/>
                  </a:lnTo>
                  <a:lnTo>
                    <a:pt x="11034158" y="2127326"/>
                  </a:lnTo>
                  <a:lnTo>
                    <a:pt x="11049377" y="2127605"/>
                  </a:lnTo>
                  <a:lnTo>
                    <a:pt x="11054468" y="2127690"/>
                  </a:lnTo>
                  <a:lnTo>
                    <a:pt x="11054891" y="2127697"/>
                  </a:lnTo>
                  <a:lnTo>
                    <a:pt x="12049831" y="2127697"/>
                  </a:lnTo>
                  <a:lnTo>
                    <a:pt x="12049831" y="2122456"/>
                  </a:lnTo>
                  <a:lnTo>
                    <a:pt x="11054891" y="2122456"/>
                  </a:lnTo>
                  <a:lnTo>
                    <a:pt x="11053762" y="2122438"/>
                  </a:lnTo>
                  <a:lnTo>
                    <a:pt x="11046308" y="2122310"/>
                  </a:lnTo>
                  <a:lnTo>
                    <a:pt x="11027417" y="2121956"/>
                  </a:lnTo>
                  <a:lnTo>
                    <a:pt x="10993387" y="2121258"/>
                  </a:lnTo>
                  <a:lnTo>
                    <a:pt x="10942149" y="2120104"/>
                  </a:lnTo>
                  <a:lnTo>
                    <a:pt x="10873418" y="2118399"/>
                  </a:lnTo>
                  <a:lnTo>
                    <a:pt x="10788639" y="2116072"/>
                  </a:lnTo>
                  <a:lnTo>
                    <a:pt x="10690668" y="2113080"/>
                  </a:lnTo>
                  <a:lnTo>
                    <a:pt x="10583256" y="2109407"/>
                  </a:lnTo>
                  <a:lnTo>
                    <a:pt x="10470452" y="2105057"/>
                  </a:lnTo>
                  <a:lnTo>
                    <a:pt x="10356083" y="2100043"/>
                  </a:lnTo>
                  <a:lnTo>
                    <a:pt x="10243377" y="2094378"/>
                  </a:lnTo>
                  <a:lnTo>
                    <a:pt x="10134786" y="2088064"/>
                  </a:lnTo>
                  <a:lnTo>
                    <a:pt x="10031959" y="2081090"/>
                  </a:lnTo>
                  <a:lnTo>
                    <a:pt x="9935823" y="2073425"/>
                  </a:lnTo>
                  <a:lnTo>
                    <a:pt x="9846720" y="2065015"/>
                  </a:lnTo>
                  <a:lnTo>
                    <a:pt x="9764549" y="2055786"/>
                  </a:lnTo>
                  <a:lnTo>
                    <a:pt x="9688902" y="2045646"/>
                  </a:lnTo>
                  <a:lnTo>
                    <a:pt x="9619175" y="2034482"/>
                  </a:lnTo>
                  <a:lnTo>
                    <a:pt x="9554648" y="2022171"/>
                  </a:lnTo>
                  <a:lnTo>
                    <a:pt x="9494553" y="2008584"/>
                  </a:lnTo>
                  <a:lnTo>
                    <a:pt x="9438116" y="1993600"/>
                  </a:lnTo>
                  <a:lnTo>
                    <a:pt x="9384605" y="1977124"/>
                  </a:lnTo>
                  <a:lnTo>
                    <a:pt x="9347647" y="1964364"/>
                  </a:lnTo>
                  <a:lnTo>
                    <a:pt x="9290057" y="1942169"/>
                  </a:lnTo>
                  <a:lnTo>
                    <a:pt x="9234187" y="1917890"/>
                  </a:lnTo>
                  <a:lnTo>
                    <a:pt x="9179439" y="1891492"/>
                  </a:lnTo>
                  <a:lnTo>
                    <a:pt x="9125361" y="1862997"/>
                  </a:lnTo>
                  <a:lnTo>
                    <a:pt x="9071625" y="1832496"/>
                  </a:lnTo>
                  <a:lnTo>
                    <a:pt x="9018005" y="1800150"/>
                  </a:lnTo>
                  <a:lnTo>
                    <a:pt x="8964361" y="1766191"/>
                  </a:lnTo>
                  <a:lnTo>
                    <a:pt x="8910626" y="1730921"/>
                  </a:lnTo>
                  <a:lnTo>
                    <a:pt x="8856790" y="1694699"/>
                  </a:lnTo>
                  <a:lnTo>
                    <a:pt x="8802884" y="1657930"/>
                  </a:lnTo>
                  <a:lnTo>
                    <a:pt x="8748962" y="1621045"/>
                  </a:lnTo>
                  <a:lnTo>
                    <a:pt x="8695083" y="1584481"/>
                  </a:lnTo>
                  <a:lnTo>
                    <a:pt x="8641294" y="1548660"/>
                  </a:lnTo>
                  <a:lnTo>
                    <a:pt x="8587606" y="1513966"/>
                  </a:lnTo>
                  <a:lnTo>
                    <a:pt x="8533986" y="1480735"/>
                  </a:lnTo>
                  <a:lnTo>
                    <a:pt x="8480333" y="1449234"/>
                  </a:lnTo>
                  <a:lnTo>
                    <a:pt x="8426470" y="1419664"/>
                  </a:lnTo>
                  <a:lnTo>
                    <a:pt x="8372124" y="1392151"/>
                  </a:lnTo>
                  <a:lnTo>
                    <a:pt x="8316911" y="1366754"/>
                  </a:lnTo>
                  <a:lnTo>
                    <a:pt x="8260314" y="1343465"/>
                  </a:lnTo>
                  <a:lnTo>
                    <a:pt x="8229629" y="1331994"/>
                  </a:lnTo>
                  <a:lnTo>
                    <a:pt x="8177807" y="1314423"/>
                  </a:lnTo>
                  <a:lnTo>
                    <a:pt x="8123539" y="1298376"/>
                  </a:lnTo>
                  <a:lnTo>
                    <a:pt x="8066146" y="1283797"/>
                  </a:lnTo>
                  <a:lnTo>
                    <a:pt x="8004877" y="1270584"/>
                  </a:lnTo>
                  <a:lnTo>
                    <a:pt x="7938957" y="1258610"/>
                  </a:lnTo>
                  <a:lnTo>
                    <a:pt x="7867626" y="1247748"/>
                  </a:lnTo>
                  <a:lnTo>
                    <a:pt x="7790191" y="1237876"/>
                  </a:lnTo>
                  <a:lnTo>
                    <a:pt x="7706091" y="1228887"/>
                  </a:lnTo>
                  <a:lnTo>
                    <a:pt x="7614994" y="1220694"/>
                  </a:lnTo>
                  <a:lnTo>
                    <a:pt x="7516911" y="1213228"/>
                  </a:lnTo>
                  <a:lnTo>
                    <a:pt x="7412332" y="1206444"/>
                  </a:lnTo>
                  <a:lnTo>
                    <a:pt x="7302377" y="1200314"/>
                  </a:lnTo>
                  <a:lnTo>
                    <a:pt x="7188917" y="1194831"/>
                  </a:lnTo>
                  <a:lnTo>
                    <a:pt x="7074632" y="1190003"/>
                  </a:lnTo>
                  <a:lnTo>
                    <a:pt x="6962946" y="1185844"/>
                  </a:lnTo>
                  <a:lnTo>
                    <a:pt x="6857793" y="1182364"/>
                  </a:lnTo>
                  <a:lnTo>
                    <a:pt x="6763198" y="1179562"/>
                  </a:lnTo>
                  <a:lnTo>
                    <a:pt x="6682717" y="1177417"/>
                  </a:lnTo>
                  <a:lnTo>
                    <a:pt x="6618854" y="1175876"/>
                  </a:lnTo>
                  <a:lnTo>
                    <a:pt x="6572586" y="1174861"/>
                  </a:lnTo>
                  <a:lnTo>
                    <a:pt x="6543118" y="1174272"/>
                  </a:lnTo>
                  <a:lnTo>
                    <a:pt x="6527900" y="1173994"/>
                  </a:lnTo>
                  <a:lnTo>
                    <a:pt x="6522809" y="1173908"/>
                  </a:lnTo>
                  <a:lnTo>
                    <a:pt x="6522385" y="1173902"/>
                  </a:lnTo>
                  <a:lnTo>
                    <a:pt x="5527445" y="1173902"/>
                  </a:lnTo>
                  <a:lnTo>
                    <a:pt x="5526320" y="1173879"/>
                  </a:lnTo>
                  <a:lnTo>
                    <a:pt x="5518890" y="1173721"/>
                  </a:lnTo>
                  <a:lnTo>
                    <a:pt x="5500059" y="1173284"/>
                  </a:lnTo>
                  <a:lnTo>
                    <a:pt x="5466133" y="1172423"/>
                  </a:lnTo>
                  <a:lnTo>
                    <a:pt x="5415041" y="1171000"/>
                  </a:lnTo>
                  <a:lnTo>
                    <a:pt x="5346493" y="1168897"/>
                  </a:lnTo>
                  <a:lnTo>
                    <a:pt x="5261918" y="1166026"/>
                  </a:lnTo>
                  <a:lnTo>
                    <a:pt x="5164153" y="1162335"/>
                  </a:lnTo>
                  <a:lnTo>
                    <a:pt x="5056933" y="1157803"/>
                  </a:lnTo>
                  <a:lnTo>
                    <a:pt x="4944293" y="1152434"/>
                  </a:lnTo>
                  <a:lnTo>
                    <a:pt x="4830050" y="1146246"/>
                  </a:lnTo>
                  <a:lnTo>
                    <a:pt x="4717432" y="1139252"/>
                  </a:lnTo>
                  <a:lnTo>
                    <a:pt x="4608892" y="1131459"/>
                  </a:lnTo>
                  <a:lnTo>
                    <a:pt x="4506085" y="1122851"/>
                  </a:lnTo>
                  <a:lnTo>
                    <a:pt x="4409944" y="1113389"/>
                  </a:lnTo>
                  <a:lnTo>
                    <a:pt x="4320818" y="1103010"/>
                  </a:lnTo>
                  <a:lnTo>
                    <a:pt x="4238614" y="1091622"/>
                  </a:lnTo>
                  <a:lnTo>
                    <a:pt x="4162930" y="1079110"/>
                  </a:lnTo>
                  <a:lnTo>
                    <a:pt x="4093165" y="1065337"/>
                  </a:lnTo>
                  <a:lnTo>
                    <a:pt x="4028605" y="1050152"/>
                  </a:lnTo>
                  <a:lnTo>
                    <a:pt x="3968484" y="1033395"/>
                  </a:lnTo>
                  <a:lnTo>
                    <a:pt x="3912031" y="1014914"/>
                  </a:lnTo>
                  <a:lnTo>
                    <a:pt x="3858515" y="994596"/>
                  </a:lnTo>
                  <a:lnTo>
                    <a:pt x="3820202" y="978251"/>
                  </a:lnTo>
                  <a:lnTo>
                    <a:pt x="3764302" y="951640"/>
                  </a:lnTo>
                  <a:lnTo>
                    <a:pt x="3710040" y="922603"/>
                  </a:lnTo>
                  <a:lnTo>
                    <a:pt x="3656862" y="891098"/>
                  </a:lnTo>
                  <a:lnTo>
                    <a:pt x="3604347" y="857146"/>
                  </a:lnTo>
                  <a:lnTo>
                    <a:pt x="3552186" y="820839"/>
                  </a:lnTo>
                  <a:lnTo>
                    <a:pt x="3500159" y="782350"/>
                  </a:lnTo>
                  <a:lnTo>
                    <a:pt x="3448128" y="741926"/>
                  </a:lnTo>
                  <a:lnTo>
                    <a:pt x="3396019" y="699896"/>
                  </a:lnTo>
                  <a:lnTo>
                    <a:pt x="3343813" y="656651"/>
                  </a:lnTo>
                  <a:lnTo>
                    <a:pt x="3291530" y="612638"/>
                  </a:lnTo>
                  <a:lnTo>
                    <a:pt x="3239216" y="568338"/>
                  </a:lnTo>
                  <a:lnTo>
                    <a:pt x="3186925" y="524246"/>
                  </a:lnTo>
                  <a:lnTo>
                    <a:pt x="3134704" y="480847"/>
                  </a:lnTo>
                  <a:lnTo>
                    <a:pt x="3082580" y="438594"/>
                  </a:lnTo>
                  <a:lnTo>
                    <a:pt x="3030540" y="397891"/>
                  </a:lnTo>
                  <a:lnTo>
                    <a:pt x="2978520" y="359073"/>
                  </a:lnTo>
                  <a:lnTo>
                    <a:pt x="2926393" y="322404"/>
                  </a:lnTo>
                  <a:lnTo>
                    <a:pt x="2873953" y="288067"/>
                  </a:lnTo>
                  <a:lnTo>
                    <a:pt x="2820906" y="256167"/>
                  </a:lnTo>
                  <a:lnTo>
                    <a:pt x="2766850" y="226738"/>
                  </a:lnTo>
                  <a:lnTo>
                    <a:pt x="2711256" y="199744"/>
                  </a:lnTo>
                  <a:lnTo>
                    <a:pt x="2702183" y="195650"/>
                  </a:lnTo>
                  <a:lnTo>
                    <a:pt x="2650420" y="173928"/>
                  </a:lnTo>
                  <a:lnTo>
                    <a:pt x="2596219" y="154087"/>
                  </a:lnTo>
                  <a:lnTo>
                    <a:pt x="2538900" y="136061"/>
                  </a:lnTo>
                  <a:lnTo>
                    <a:pt x="2477717" y="119721"/>
                  </a:lnTo>
                  <a:lnTo>
                    <a:pt x="2411897" y="104912"/>
                  </a:lnTo>
                  <a:lnTo>
                    <a:pt x="2340683" y="91476"/>
                  </a:lnTo>
                  <a:lnTo>
                    <a:pt x="2263381" y="79264"/>
                  </a:lnTo>
                  <a:lnTo>
                    <a:pt x="2179434" y="68144"/>
                  </a:lnTo>
                  <a:lnTo>
                    <a:pt x="2088508" y="58007"/>
                  </a:lnTo>
                  <a:lnTo>
                    <a:pt x="1990608" y="48769"/>
                  </a:lnTo>
                  <a:lnTo>
                    <a:pt x="1886218" y="40372"/>
                  </a:lnTo>
                  <a:lnTo>
                    <a:pt x="1776446" y="32783"/>
                  </a:lnTo>
                  <a:lnTo>
                    <a:pt x="1663146" y="25995"/>
                  </a:lnTo>
                  <a:lnTo>
                    <a:pt x="1548978" y="20015"/>
                  </a:lnTo>
                  <a:lnTo>
                    <a:pt x="1437345" y="14859"/>
                  </a:lnTo>
                  <a:lnTo>
                    <a:pt x="1332161" y="10542"/>
                  </a:lnTo>
                  <a:lnTo>
                    <a:pt x="1237441" y="7064"/>
                  </a:lnTo>
                  <a:lnTo>
                    <a:pt x="1156744" y="4396"/>
                  </a:lnTo>
                  <a:lnTo>
                    <a:pt x="1092591" y="2476"/>
                  </a:lnTo>
                  <a:lnTo>
                    <a:pt x="1045991" y="1209"/>
                  </a:lnTo>
                  <a:lnTo>
                    <a:pt x="1016192" y="470"/>
                  </a:lnTo>
                  <a:lnTo>
                    <a:pt x="1000689" y="119"/>
                  </a:lnTo>
                  <a:lnTo>
                    <a:pt x="995410" y="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35" name="pl834"/>
            <p:cNvSpPr/>
            <p:nvPr/>
          </p:nvSpPr>
          <p:spPr>
            <a:xfrm>
              <a:off x="1199187" y="2368602"/>
              <a:ext cx="12049831" cy="2122456"/>
            </a:xfrm>
            <a:custGeom>
              <a:avLst/>
              <a:pathLst>
                <a:path w="12049831" h="2122456">
                  <a:moveTo>
                    <a:pt x="0" y="0"/>
                  </a:moveTo>
                  <a:lnTo>
                    <a:pt x="994940" y="0"/>
                  </a:lnTo>
                  <a:lnTo>
                    <a:pt x="996065" y="22"/>
                  </a:lnTo>
                  <a:lnTo>
                    <a:pt x="1003495" y="180"/>
                  </a:lnTo>
                  <a:lnTo>
                    <a:pt x="1022326" y="617"/>
                  </a:lnTo>
                  <a:lnTo>
                    <a:pt x="1056252" y="1478"/>
                  </a:lnTo>
                  <a:lnTo>
                    <a:pt x="1107344" y="2901"/>
                  </a:lnTo>
                  <a:lnTo>
                    <a:pt x="1175892" y="5004"/>
                  </a:lnTo>
                  <a:lnTo>
                    <a:pt x="1260467" y="7875"/>
                  </a:lnTo>
                  <a:lnTo>
                    <a:pt x="1358232" y="11566"/>
                  </a:lnTo>
                  <a:lnTo>
                    <a:pt x="1465452" y="16098"/>
                  </a:lnTo>
                  <a:lnTo>
                    <a:pt x="1578092" y="21467"/>
                  </a:lnTo>
                  <a:lnTo>
                    <a:pt x="1692335" y="27655"/>
                  </a:lnTo>
                  <a:lnTo>
                    <a:pt x="1804953" y="34649"/>
                  </a:lnTo>
                  <a:lnTo>
                    <a:pt x="1913493" y="42442"/>
                  </a:lnTo>
                  <a:lnTo>
                    <a:pt x="2016300" y="51050"/>
                  </a:lnTo>
                  <a:lnTo>
                    <a:pt x="2112441" y="60512"/>
                  </a:lnTo>
                  <a:lnTo>
                    <a:pt x="2201567" y="70891"/>
                  </a:lnTo>
                  <a:lnTo>
                    <a:pt x="2283771" y="82279"/>
                  </a:lnTo>
                  <a:lnTo>
                    <a:pt x="2359455" y="94791"/>
                  </a:lnTo>
                  <a:lnTo>
                    <a:pt x="2429220" y="108564"/>
                  </a:lnTo>
                  <a:lnTo>
                    <a:pt x="2493780" y="123749"/>
                  </a:lnTo>
                  <a:lnTo>
                    <a:pt x="2553901" y="140506"/>
                  </a:lnTo>
                  <a:lnTo>
                    <a:pt x="2610354" y="158987"/>
                  </a:lnTo>
                  <a:lnTo>
                    <a:pt x="2663870" y="179306"/>
                  </a:lnTo>
                  <a:lnTo>
                    <a:pt x="2702183" y="195650"/>
                  </a:lnTo>
                  <a:lnTo>
                    <a:pt x="2758083" y="222261"/>
                  </a:lnTo>
                  <a:lnTo>
                    <a:pt x="2812345" y="251298"/>
                  </a:lnTo>
                  <a:lnTo>
                    <a:pt x="2865523" y="282803"/>
                  </a:lnTo>
                  <a:lnTo>
                    <a:pt x="2918038" y="316755"/>
                  </a:lnTo>
                  <a:lnTo>
                    <a:pt x="2970199" y="353062"/>
                  </a:lnTo>
                  <a:lnTo>
                    <a:pt x="3022226" y="391551"/>
                  </a:lnTo>
                  <a:lnTo>
                    <a:pt x="3074257" y="431975"/>
                  </a:lnTo>
                  <a:lnTo>
                    <a:pt x="3126366" y="474005"/>
                  </a:lnTo>
                  <a:lnTo>
                    <a:pt x="3178572" y="517250"/>
                  </a:lnTo>
                  <a:lnTo>
                    <a:pt x="3230855" y="561263"/>
                  </a:lnTo>
                  <a:lnTo>
                    <a:pt x="3283169" y="605563"/>
                  </a:lnTo>
                  <a:lnTo>
                    <a:pt x="3335460" y="649655"/>
                  </a:lnTo>
                  <a:lnTo>
                    <a:pt x="3387681" y="693054"/>
                  </a:lnTo>
                  <a:lnTo>
                    <a:pt x="3439805" y="735307"/>
                  </a:lnTo>
                  <a:lnTo>
                    <a:pt x="3491845" y="776010"/>
                  </a:lnTo>
                  <a:lnTo>
                    <a:pt x="3543865" y="814828"/>
                  </a:lnTo>
                  <a:lnTo>
                    <a:pt x="3595992" y="851497"/>
                  </a:lnTo>
                  <a:lnTo>
                    <a:pt x="3648432" y="885834"/>
                  </a:lnTo>
                  <a:lnTo>
                    <a:pt x="3701479" y="917734"/>
                  </a:lnTo>
                  <a:lnTo>
                    <a:pt x="3755535" y="947163"/>
                  </a:lnTo>
                  <a:lnTo>
                    <a:pt x="3811129" y="974157"/>
                  </a:lnTo>
                  <a:lnTo>
                    <a:pt x="3820202" y="978251"/>
                  </a:lnTo>
                  <a:lnTo>
                    <a:pt x="3871965" y="999973"/>
                  </a:lnTo>
                  <a:lnTo>
                    <a:pt x="3926166" y="1019814"/>
                  </a:lnTo>
                  <a:lnTo>
                    <a:pt x="3983485" y="1037840"/>
                  </a:lnTo>
                  <a:lnTo>
                    <a:pt x="4044668" y="1054180"/>
                  </a:lnTo>
                  <a:lnTo>
                    <a:pt x="4110488" y="1068989"/>
                  </a:lnTo>
                  <a:lnTo>
                    <a:pt x="4181702" y="1082425"/>
                  </a:lnTo>
                  <a:lnTo>
                    <a:pt x="4259004" y="1094637"/>
                  </a:lnTo>
                  <a:lnTo>
                    <a:pt x="4342951" y="1105757"/>
                  </a:lnTo>
                  <a:lnTo>
                    <a:pt x="4433877" y="1115894"/>
                  </a:lnTo>
                  <a:lnTo>
                    <a:pt x="4531777" y="1125132"/>
                  </a:lnTo>
                  <a:lnTo>
                    <a:pt x="4636167" y="1133529"/>
                  </a:lnTo>
                  <a:lnTo>
                    <a:pt x="4745939" y="1141118"/>
                  </a:lnTo>
                  <a:lnTo>
                    <a:pt x="4859239" y="1147906"/>
                  </a:lnTo>
                  <a:lnTo>
                    <a:pt x="4973407" y="1153886"/>
                  </a:lnTo>
                  <a:lnTo>
                    <a:pt x="5085040" y="1159042"/>
                  </a:lnTo>
                  <a:lnTo>
                    <a:pt x="5190224" y="1163359"/>
                  </a:lnTo>
                  <a:lnTo>
                    <a:pt x="5284944" y="1166837"/>
                  </a:lnTo>
                  <a:lnTo>
                    <a:pt x="5365641" y="1169505"/>
                  </a:lnTo>
                  <a:lnTo>
                    <a:pt x="5429794" y="1171425"/>
                  </a:lnTo>
                  <a:lnTo>
                    <a:pt x="5476394" y="1172692"/>
                  </a:lnTo>
                  <a:lnTo>
                    <a:pt x="5506193" y="1173431"/>
                  </a:lnTo>
                  <a:lnTo>
                    <a:pt x="5521696" y="1173782"/>
                  </a:lnTo>
                  <a:lnTo>
                    <a:pt x="5526975" y="1173892"/>
                  </a:lnTo>
                  <a:lnTo>
                    <a:pt x="5527445" y="1173902"/>
                  </a:lnTo>
                  <a:lnTo>
                    <a:pt x="6522385" y="1173902"/>
                  </a:lnTo>
                  <a:lnTo>
                    <a:pt x="6523515" y="1173920"/>
                  </a:lnTo>
                  <a:lnTo>
                    <a:pt x="6530968" y="1174048"/>
                  </a:lnTo>
                  <a:lnTo>
                    <a:pt x="6549859" y="1174402"/>
                  </a:lnTo>
                  <a:lnTo>
                    <a:pt x="6583889" y="1175100"/>
                  </a:lnTo>
                  <a:lnTo>
                    <a:pt x="6635128" y="1176254"/>
                  </a:lnTo>
                  <a:lnTo>
                    <a:pt x="6703859" y="1177959"/>
                  </a:lnTo>
                  <a:lnTo>
                    <a:pt x="6788638" y="1180286"/>
                  </a:lnTo>
                  <a:lnTo>
                    <a:pt x="6886609" y="1183278"/>
                  </a:lnTo>
                  <a:lnTo>
                    <a:pt x="6994021" y="1186951"/>
                  </a:lnTo>
                  <a:lnTo>
                    <a:pt x="7106824" y="1191301"/>
                  </a:lnTo>
                  <a:lnTo>
                    <a:pt x="7221194" y="1196315"/>
                  </a:lnTo>
                  <a:lnTo>
                    <a:pt x="7333900" y="1201980"/>
                  </a:lnTo>
                  <a:lnTo>
                    <a:pt x="7442491" y="1208294"/>
                  </a:lnTo>
                  <a:lnTo>
                    <a:pt x="7545318" y="1215268"/>
                  </a:lnTo>
                  <a:lnTo>
                    <a:pt x="7641453" y="1222933"/>
                  </a:lnTo>
                  <a:lnTo>
                    <a:pt x="7730556" y="1231343"/>
                  </a:lnTo>
                  <a:lnTo>
                    <a:pt x="7812728" y="1240572"/>
                  </a:lnTo>
                  <a:lnTo>
                    <a:pt x="7888374" y="1250712"/>
                  </a:lnTo>
                  <a:lnTo>
                    <a:pt x="7958101" y="1261876"/>
                  </a:lnTo>
                  <a:lnTo>
                    <a:pt x="8022628" y="1274186"/>
                  </a:lnTo>
                  <a:lnTo>
                    <a:pt x="8082724" y="1287773"/>
                  </a:lnTo>
                  <a:lnTo>
                    <a:pt x="8139160" y="1302758"/>
                  </a:lnTo>
                  <a:lnTo>
                    <a:pt x="8192672" y="1319233"/>
                  </a:lnTo>
                  <a:lnTo>
                    <a:pt x="8229629" y="1331994"/>
                  </a:lnTo>
                  <a:lnTo>
                    <a:pt x="8287219" y="1354189"/>
                  </a:lnTo>
                  <a:lnTo>
                    <a:pt x="8343089" y="1378468"/>
                  </a:lnTo>
                  <a:lnTo>
                    <a:pt x="8397838" y="1404866"/>
                  </a:lnTo>
                  <a:lnTo>
                    <a:pt x="8451916" y="1433361"/>
                  </a:lnTo>
                  <a:lnTo>
                    <a:pt x="8505652" y="1463862"/>
                  </a:lnTo>
                  <a:lnTo>
                    <a:pt x="8559272" y="1496208"/>
                  </a:lnTo>
                  <a:lnTo>
                    <a:pt x="8612916" y="1530166"/>
                  </a:lnTo>
                  <a:lnTo>
                    <a:pt x="8666651" y="1565437"/>
                  </a:lnTo>
                  <a:lnTo>
                    <a:pt x="8720487" y="1601659"/>
                  </a:lnTo>
                  <a:lnTo>
                    <a:pt x="8774393" y="1638428"/>
                  </a:lnTo>
                  <a:lnTo>
                    <a:pt x="8828314" y="1675313"/>
                  </a:lnTo>
                  <a:lnTo>
                    <a:pt x="8882193" y="1711877"/>
                  </a:lnTo>
                  <a:lnTo>
                    <a:pt x="8935983" y="1747698"/>
                  </a:lnTo>
                  <a:lnTo>
                    <a:pt x="8989671" y="1782391"/>
                  </a:lnTo>
                  <a:lnTo>
                    <a:pt x="9043291" y="1815623"/>
                  </a:lnTo>
                  <a:lnTo>
                    <a:pt x="9096943" y="1847124"/>
                  </a:lnTo>
                  <a:lnTo>
                    <a:pt x="9150806" y="1876694"/>
                  </a:lnTo>
                  <a:lnTo>
                    <a:pt x="9205153" y="1904206"/>
                  </a:lnTo>
                  <a:lnTo>
                    <a:pt x="9260366" y="1929604"/>
                  </a:lnTo>
                  <a:lnTo>
                    <a:pt x="9316962" y="1952893"/>
                  </a:lnTo>
                  <a:lnTo>
                    <a:pt x="9347647" y="1964364"/>
                  </a:lnTo>
                  <a:lnTo>
                    <a:pt x="9399470" y="1981935"/>
                  </a:lnTo>
                  <a:lnTo>
                    <a:pt x="9453737" y="1997982"/>
                  </a:lnTo>
                  <a:lnTo>
                    <a:pt x="9511131" y="2012561"/>
                  </a:lnTo>
                  <a:lnTo>
                    <a:pt x="9572400" y="2025774"/>
                  </a:lnTo>
                  <a:lnTo>
                    <a:pt x="9638319" y="2037748"/>
                  </a:lnTo>
                  <a:lnTo>
                    <a:pt x="9709650" y="2048610"/>
                  </a:lnTo>
                  <a:lnTo>
                    <a:pt x="9787086" y="2058482"/>
                  </a:lnTo>
                  <a:lnTo>
                    <a:pt x="9871186" y="2067470"/>
                  </a:lnTo>
                  <a:lnTo>
                    <a:pt x="9962282" y="2075664"/>
                  </a:lnTo>
                  <a:lnTo>
                    <a:pt x="10060366" y="2083129"/>
                  </a:lnTo>
                  <a:lnTo>
                    <a:pt x="10164945" y="2089914"/>
                  </a:lnTo>
                  <a:lnTo>
                    <a:pt x="10274900" y="2096044"/>
                  </a:lnTo>
                  <a:lnTo>
                    <a:pt x="10388360" y="2101527"/>
                  </a:lnTo>
                  <a:lnTo>
                    <a:pt x="10502645" y="2106354"/>
                  </a:lnTo>
                  <a:lnTo>
                    <a:pt x="10614331" y="2110514"/>
                  </a:lnTo>
                  <a:lnTo>
                    <a:pt x="10719483" y="2113994"/>
                  </a:lnTo>
                  <a:lnTo>
                    <a:pt x="10814079" y="2116795"/>
                  </a:lnTo>
                  <a:lnTo>
                    <a:pt x="10894560" y="2118941"/>
                  </a:lnTo>
                  <a:lnTo>
                    <a:pt x="10958423" y="2120482"/>
                  </a:lnTo>
                  <a:lnTo>
                    <a:pt x="11004691" y="2121497"/>
                  </a:lnTo>
                  <a:lnTo>
                    <a:pt x="11034158" y="2122086"/>
                  </a:lnTo>
                  <a:lnTo>
                    <a:pt x="11049377" y="2122364"/>
                  </a:lnTo>
                  <a:lnTo>
                    <a:pt x="11054468" y="2122450"/>
                  </a:lnTo>
                  <a:lnTo>
                    <a:pt x="11054891" y="2122456"/>
                  </a:lnTo>
                  <a:lnTo>
                    <a:pt x="12049831" y="2122456"/>
                  </a:lnTo>
                  <a:lnTo>
                    <a:pt x="12049831" y="21224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6" name="pl835"/>
            <p:cNvSpPr/>
            <p:nvPr/>
          </p:nvSpPr>
          <p:spPr>
            <a:xfrm>
              <a:off x="1199187" y="2363361"/>
              <a:ext cx="12049831" cy="2122456"/>
            </a:xfrm>
            <a:custGeom>
              <a:avLst/>
              <a:pathLst>
                <a:path w="12049831" h="2122456">
                  <a:moveTo>
                    <a:pt x="12049831" y="2122456"/>
                  </a:moveTo>
                  <a:lnTo>
                    <a:pt x="11054891" y="2122456"/>
                  </a:lnTo>
                  <a:lnTo>
                    <a:pt x="11053762" y="2122438"/>
                  </a:lnTo>
                  <a:lnTo>
                    <a:pt x="11046308" y="2122310"/>
                  </a:lnTo>
                  <a:lnTo>
                    <a:pt x="11027417" y="2121956"/>
                  </a:lnTo>
                  <a:lnTo>
                    <a:pt x="10993387" y="2121258"/>
                  </a:lnTo>
                  <a:lnTo>
                    <a:pt x="10942149" y="2120104"/>
                  </a:lnTo>
                  <a:lnTo>
                    <a:pt x="10873418" y="2118399"/>
                  </a:lnTo>
                  <a:lnTo>
                    <a:pt x="10788639" y="2116072"/>
                  </a:lnTo>
                  <a:lnTo>
                    <a:pt x="10690668" y="2113080"/>
                  </a:lnTo>
                  <a:lnTo>
                    <a:pt x="10583256" y="2109407"/>
                  </a:lnTo>
                  <a:lnTo>
                    <a:pt x="10470452" y="2105057"/>
                  </a:lnTo>
                  <a:lnTo>
                    <a:pt x="10356083" y="2100043"/>
                  </a:lnTo>
                  <a:lnTo>
                    <a:pt x="10243377" y="2094378"/>
                  </a:lnTo>
                  <a:lnTo>
                    <a:pt x="10134786" y="2088064"/>
                  </a:lnTo>
                  <a:lnTo>
                    <a:pt x="10031959" y="2081090"/>
                  </a:lnTo>
                  <a:lnTo>
                    <a:pt x="9935823" y="2073425"/>
                  </a:lnTo>
                  <a:lnTo>
                    <a:pt x="9846720" y="2065015"/>
                  </a:lnTo>
                  <a:lnTo>
                    <a:pt x="9764549" y="2055786"/>
                  </a:lnTo>
                  <a:lnTo>
                    <a:pt x="9688902" y="2045646"/>
                  </a:lnTo>
                  <a:lnTo>
                    <a:pt x="9619175" y="2034482"/>
                  </a:lnTo>
                  <a:lnTo>
                    <a:pt x="9554648" y="2022171"/>
                  </a:lnTo>
                  <a:lnTo>
                    <a:pt x="9494553" y="2008584"/>
                  </a:lnTo>
                  <a:lnTo>
                    <a:pt x="9438116" y="1993600"/>
                  </a:lnTo>
                  <a:lnTo>
                    <a:pt x="9384605" y="1977124"/>
                  </a:lnTo>
                  <a:lnTo>
                    <a:pt x="9347647" y="1964364"/>
                  </a:lnTo>
                  <a:lnTo>
                    <a:pt x="9290057" y="1942169"/>
                  </a:lnTo>
                  <a:lnTo>
                    <a:pt x="9234187" y="1917890"/>
                  </a:lnTo>
                  <a:lnTo>
                    <a:pt x="9179439" y="1891492"/>
                  </a:lnTo>
                  <a:lnTo>
                    <a:pt x="9125361" y="1862997"/>
                  </a:lnTo>
                  <a:lnTo>
                    <a:pt x="9071625" y="1832496"/>
                  </a:lnTo>
                  <a:lnTo>
                    <a:pt x="9018005" y="1800150"/>
                  </a:lnTo>
                  <a:lnTo>
                    <a:pt x="8964361" y="1766191"/>
                  </a:lnTo>
                  <a:lnTo>
                    <a:pt x="8910626" y="1730921"/>
                  </a:lnTo>
                  <a:lnTo>
                    <a:pt x="8856790" y="1694699"/>
                  </a:lnTo>
                  <a:lnTo>
                    <a:pt x="8802884" y="1657930"/>
                  </a:lnTo>
                  <a:lnTo>
                    <a:pt x="8748962" y="1621045"/>
                  </a:lnTo>
                  <a:lnTo>
                    <a:pt x="8695083" y="1584481"/>
                  </a:lnTo>
                  <a:lnTo>
                    <a:pt x="8641294" y="1548660"/>
                  </a:lnTo>
                  <a:lnTo>
                    <a:pt x="8587606" y="1513966"/>
                  </a:lnTo>
                  <a:lnTo>
                    <a:pt x="8533986" y="1480735"/>
                  </a:lnTo>
                  <a:lnTo>
                    <a:pt x="8480333" y="1449234"/>
                  </a:lnTo>
                  <a:lnTo>
                    <a:pt x="8426470" y="1419664"/>
                  </a:lnTo>
                  <a:lnTo>
                    <a:pt x="8372124" y="1392151"/>
                  </a:lnTo>
                  <a:lnTo>
                    <a:pt x="8316911" y="1366754"/>
                  </a:lnTo>
                  <a:lnTo>
                    <a:pt x="8260314" y="1343465"/>
                  </a:lnTo>
                  <a:lnTo>
                    <a:pt x="8229629" y="1331994"/>
                  </a:lnTo>
                  <a:lnTo>
                    <a:pt x="8177807" y="1314423"/>
                  </a:lnTo>
                  <a:lnTo>
                    <a:pt x="8123539" y="1298376"/>
                  </a:lnTo>
                  <a:lnTo>
                    <a:pt x="8066146" y="1283797"/>
                  </a:lnTo>
                  <a:lnTo>
                    <a:pt x="8004877" y="1270584"/>
                  </a:lnTo>
                  <a:lnTo>
                    <a:pt x="7938957" y="1258610"/>
                  </a:lnTo>
                  <a:lnTo>
                    <a:pt x="7867626" y="1247748"/>
                  </a:lnTo>
                  <a:lnTo>
                    <a:pt x="7790191" y="1237876"/>
                  </a:lnTo>
                  <a:lnTo>
                    <a:pt x="7706091" y="1228887"/>
                  </a:lnTo>
                  <a:lnTo>
                    <a:pt x="7614994" y="1220694"/>
                  </a:lnTo>
                  <a:lnTo>
                    <a:pt x="7516911" y="1213228"/>
                  </a:lnTo>
                  <a:lnTo>
                    <a:pt x="7412332" y="1206444"/>
                  </a:lnTo>
                  <a:lnTo>
                    <a:pt x="7302377" y="1200314"/>
                  </a:lnTo>
                  <a:lnTo>
                    <a:pt x="7188917" y="1194831"/>
                  </a:lnTo>
                  <a:lnTo>
                    <a:pt x="7074632" y="1190003"/>
                  </a:lnTo>
                  <a:lnTo>
                    <a:pt x="6962946" y="1185844"/>
                  </a:lnTo>
                  <a:lnTo>
                    <a:pt x="6857793" y="1182364"/>
                  </a:lnTo>
                  <a:lnTo>
                    <a:pt x="6763198" y="1179562"/>
                  </a:lnTo>
                  <a:lnTo>
                    <a:pt x="6682717" y="1177417"/>
                  </a:lnTo>
                  <a:lnTo>
                    <a:pt x="6618854" y="1175876"/>
                  </a:lnTo>
                  <a:lnTo>
                    <a:pt x="6572586" y="1174861"/>
                  </a:lnTo>
                  <a:lnTo>
                    <a:pt x="6543118" y="1174272"/>
                  </a:lnTo>
                  <a:lnTo>
                    <a:pt x="6527900" y="1173994"/>
                  </a:lnTo>
                  <a:lnTo>
                    <a:pt x="6522809" y="1173908"/>
                  </a:lnTo>
                  <a:lnTo>
                    <a:pt x="6522385" y="1173902"/>
                  </a:lnTo>
                  <a:lnTo>
                    <a:pt x="5527445" y="1173902"/>
                  </a:lnTo>
                  <a:lnTo>
                    <a:pt x="5526320" y="1173879"/>
                  </a:lnTo>
                  <a:lnTo>
                    <a:pt x="5518890" y="1173721"/>
                  </a:lnTo>
                  <a:lnTo>
                    <a:pt x="5500059" y="1173284"/>
                  </a:lnTo>
                  <a:lnTo>
                    <a:pt x="5466133" y="1172423"/>
                  </a:lnTo>
                  <a:lnTo>
                    <a:pt x="5415041" y="1171000"/>
                  </a:lnTo>
                  <a:lnTo>
                    <a:pt x="5346493" y="1168897"/>
                  </a:lnTo>
                  <a:lnTo>
                    <a:pt x="5261918" y="1166026"/>
                  </a:lnTo>
                  <a:lnTo>
                    <a:pt x="5164153" y="1162335"/>
                  </a:lnTo>
                  <a:lnTo>
                    <a:pt x="5056933" y="1157803"/>
                  </a:lnTo>
                  <a:lnTo>
                    <a:pt x="4944293" y="1152434"/>
                  </a:lnTo>
                  <a:lnTo>
                    <a:pt x="4830050" y="1146246"/>
                  </a:lnTo>
                  <a:lnTo>
                    <a:pt x="4717432" y="1139252"/>
                  </a:lnTo>
                  <a:lnTo>
                    <a:pt x="4608892" y="1131459"/>
                  </a:lnTo>
                  <a:lnTo>
                    <a:pt x="4506085" y="1122851"/>
                  </a:lnTo>
                  <a:lnTo>
                    <a:pt x="4409944" y="1113389"/>
                  </a:lnTo>
                  <a:lnTo>
                    <a:pt x="4320818" y="1103010"/>
                  </a:lnTo>
                  <a:lnTo>
                    <a:pt x="4238614" y="1091622"/>
                  </a:lnTo>
                  <a:lnTo>
                    <a:pt x="4162930" y="1079110"/>
                  </a:lnTo>
                  <a:lnTo>
                    <a:pt x="4093165" y="1065337"/>
                  </a:lnTo>
                  <a:lnTo>
                    <a:pt x="4028605" y="1050152"/>
                  </a:lnTo>
                  <a:lnTo>
                    <a:pt x="3968484" y="1033395"/>
                  </a:lnTo>
                  <a:lnTo>
                    <a:pt x="3912031" y="1014914"/>
                  </a:lnTo>
                  <a:lnTo>
                    <a:pt x="3858515" y="994596"/>
                  </a:lnTo>
                  <a:lnTo>
                    <a:pt x="3820202" y="978251"/>
                  </a:lnTo>
                  <a:lnTo>
                    <a:pt x="3764302" y="951640"/>
                  </a:lnTo>
                  <a:lnTo>
                    <a:pt x="3710040" y="922603"/>
                  </a:lnTo>
                  <a:lnTo>
                    <a:pt x="3656862" y="891098"/>
                  </a:lnTo>
                  <a:lnTo>
                    <a:pt x="3604347" y="857146"/>
                  </a:lnTo>
                  <a:lnTo>
                    <a:pt x="3552186" y="820839"/>
                  </a:lnTo>
                  <a:lnTo>
                    <a:pt x="3500159" y="782350"/>
                  </a:lnTo>
                  <a:lnTo>
                    <a:pt x="3448128" y="741926"/>
                  </a:lnTo>
                  <a:lnTo>
                    <a:pt x="3396019" y="699896"/>
                  </a:lnTo>
                  <a:lnTo>
                    <a:pt x="3343813" y="656651"/>
                  </a:lnTo>
                  <a:lnTo>
                    <a:pt x="3291530" y="612638"/>
                  </a:lnTo>
                  <a:lnTo>
                    <a:pt x="3239216" y="568338"/>
                  </a:lnTo>
                  <a:lnTo>
                    <a:pt x="3186925" y="524246"/>
                  </a:lnTo>
                  <a:lnTo>
                    <a:pt x="3134704" y="480847"/>
                  </a:lnTo>
                  <a:lnTo>
                    <a:pt x="3082580" y="438594"/>
                  </a:lnTo>
                  <a:lnTo>
                    <a:pt x="3030540" y="397891"/>
                  </a:lnTo>
                  <a:lnTo>
                    <a:pt x="2978520" y="359073"/>
                  </a:lnTo>
                  <a:lnTo>
                    <a:pt x="2926393" y="322404"/>
                  </a:lnTo>
                  <a:lnTo>
                    <a:pt x="2873953" y="288067"/>
                  </a:lnTo>
                  <a:lnTo>
                    <a:pt x="2820906" y="256167"/>
                  </a:lnTo>
                  <a:lnTo>
                    <a:pt x="2766850" y="226738"/>
                  </a:lnTo>
                  <a:lnTo>
                    <a:pt x="2711256" y="199744"/>
                  </a:lnTo>
                  <a:lnTo>
                    <a:pt x="2702183" y="195650"/>
                  </a:lnTo>
                  <a:lnTo>
                    <a:pt x="2650420" y="173928"/>
                  </a:lnTo>
                  <a:lnTo>
                    <a:pt x="2596219" y="154087"/>
                  </a:lnTo>
                  <a:lnTo>
                    <a:pt x="2538900" y="136061"/>
                  </a:lnTo>
                  <a:lnTo>
                    <a:pt x="2477717" y="119721"/>
                  </a:lnTo>
                  <a:lnTo>
                    <a:pt x="2411897" y="104912"/>
                  </a:lnTo>
                  <a:lnTo>
                    <a:pt x="2340683" y="91476"/>
                  </a:lnTo>
                  <a:lnTo>
                    <a:pt x="2263381" y="79264"/>
                  </a:lnTo>
                  <a:lnTo>
                    <a:pt x="2179434" y="68144"/>
                  </a:lnTo>
                  <a:lnTo>
                    <a:pt x="2088508" y="58007"/>
                  </a:lnTo>
                  <a:lnTo>
                    <a:pt x="1990608" y="48769"/>
                  </a:lnTo>
                  <a:lnTo>
                    <a:pt x="1886218" y="40372"/>
                  </a:lnTo>
                  <a:lnTo>
                    <a:pt x="1776446" y="32783"/>
                  </a:lnTo>
                  <a:lnTo>
                    <a:pt x="1663146" y="25995"/>
                  </a:lnTo>
                  <a:lnTo>
                    <a:pt x="1548978" y="20015"/>
                  </a:lnTo>
                  <a:lnTo>
                    <a:pt x="1437345" y="14859"/>
                  </a:lnTo>
                  <a:lnTo>
                    <a:pt x="1332161" y="10542"/>
                  </a:lnTo>
                  <a:lnTo>
                    <a:pt x="1237441" y="7064"/>
                  </a:lnTo>
                  <a:lnTo>
                    <a:pt x="1156744" y="4396"/>
                  </a:lnTo>
                  <a:lnTo>
                    <a:pt x="1092591" y="2476"/>
                  </a:lnTo>
                  <a:lnTo>
                    <a:pt x="1045991" y="1209"/>
                  </a:lnTo>
                  <a:lnTo>
                    <a:pt x="1016192" y="470"/>
                  </a:lnTo>
                  <a:lnTo>
                    <a:pt x="1000689" y="119"/>
                  </a:lnTo>
                  <a:lnTo>
                    <a:pt x="995410" y="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7" name="pg836"/>
            <p:cNvSpPr/>
            <p:nvPr/>
          </p:nvSpPr>
          <p:spPr>
            <a:xfrm>
              <a:off x="1199187" y="2368602"/>
              <a:ext cx="12049831" cy="2478819"/>
            </a:xfrm>
            <a:custGeom>
              <a:avLst/>
              <a:pathLst>
                <a:path w="12049831" h="2478819">
                  <a:moveTo>
                    <a:pt x="0" y="10481"/>
                  </a:moveTo>
                  <a:lnTo>
                    <a:pt x="994940" y="10481"/>
                  </a:lnTo>
                  <a:lnTo>
                    <a:pt x="996065" y="10503"/>
                  </a:lnTo>
                  <a:lnTo>
                    <a:pt x="1003493" y="10663"/>
                  </a:lnTo>
                  <a:lnTo>
                    <a:pt x="1022321" y="11103"/>
                  </a:lnTo>
                  <a:lnTo>
                    <a:pt x="1056243" y="11972"/>
                  </a:lnTo>
                  <a:lnTo>
                    <a:pt x="1107326" y="13408"/>
                  </a:lnTo>
                  <a:lnTo>
                    <a:pt x="1175865" y="15529"/>
                  </a:lnTo>
                  <a:lnTo>
                    <a:pt x="1260430" y="18425"/>
                  </a:lnTo>
                  <a:lnTo>
                    <a:pt x="1358184" y="22149"/>
                  </a:lnTo>
                  <a:lnTo>
                    <a:pt x="1465394" y="26721"/>
                  </a:lnTo>
                  <a:lnTo>
                    <a:pt x="1578026" y="32136"/>
                  </a:lnTo>
                  <a:lnTo>
                    <a:pt x="1692262" y="38379"/>
                  </a:lnTo>
                  <a:lnTo>
                    <a:pt x="1804876" y="45434"/>
                  </a:lnTo>
                  <a:lnTo>
                    <a:pt x="1913413" y="53296"/>
                  </a:lnTo>
                  <a:lnTo>
                    <a:pt x="2016219" y="61980"/>
                  </a:lnTo>
                  <a:lnTo>
                    <a:pt x="2112360" y="71525"/>
                  </a:lnTo>
                  <a:lnTo>
                    <a:pt x="2201487" y="81995"/>
                  </a:lnTo>
                  <a:lnTo>
                    <a:pt x="2283693" y="93483"/>
                  </a:lnTo>
                  <a:lnTo>
                    <a:pt x="2359379" y="106105"/>
                  </a:lnTo>
                  <a:lnTo>
                    <a:pt x="2429146" y="119998"/>
                  </a:lnTo>
                  <a:lnTo>
                    <a:pt x="2493708" y="135316"/>
                  </a:lnTo>
                  <a:lnTo>
                    <a:pt x="2553830" y="152221"/>
                  </a:lnTo>
                  <a:lnTo>
                    <a:pt x="2610284" y="170862"/>
                  </a:lnTo>
                  <a:lnTo>
                    <a:pt x="2663800" y="191359"/>
                  </a:lnTo>
                  <a:lnTo>
                    <a:pt x="2702183" y="207878"/>
                  </a:lnTo>
                  <a:lnTo>
                    <a:pt x="2758002" y="234686"/>
                  </a:lnTo>
                  <a:lnTo>
                    <a:pt x="2812188" y="263933"/>
                  </a:lnTo>
                  <a:lnTo>
                    <a:pt x="2865291" y="295663"/>
                  </a:lnTo>
                  <a:lnTo>
                    <a:pt x="2917731" y="329856"/>
                  </a:lnTo>
                  <a:lnTo>
                    <a:pt x="2969817" y="366418"/>
                  </a:lnTo>
                  <a:lnTo>
                    <a:pt x="3021767" y="405177"/>
                  </a:lnTo>
                  <a:lnTo>
                    <a:pt x="3073722" y="445884"/>
                  </a:lnTo>
                  <a:lnTo>
                    <a:pt x="3125753" y="488212"/>
                  </a:lnTo>
                  <a:lnTo>
                    <a:pt x="3177881" y="531767"/>
                  </a:lnTo>
                  <a:lnTo>
                    <a:pt x="3230086" y="576100"/>
                  </a:lnTo>
                  <a:lnTo>
                    <a:pt x="3282323" y="620729"/>
                  </a:lnTo>
                  <a:lnTo>
                    <a:pt x="3334539" y="665157"/>
                  </a:lnTo>
                  <a:lnTo>
                    <a:pt x="3386684" y="708896"/>
                  </a:lnTo>
                  <a:lnTo>
                    <a:pt x="3438734" y="751491"/>
                  </a:lnTo>
                  <a:lnTo>
                    <a:pt x="3490699" y="792535"/>
                  </a:lnTo>
                  <a:lnTo>
                    <a:pt x="3542642" y="831688"/>
                  </a:lnTo>
                  <a:lnTo>
                    <a:pt x="3594688" y="868685"/>
                  </a:lnTo>
                  <a:lnTo>
                    <a:pt x="3647039" y="903340"/>
                  </a:lnTo>
                  <a:lnTo>
                    <a:pt x="3699987" y="935544"/>
                  </a:lnTo>
                  <a:lnTo>
                    <a:pt x="3753927" y="965264"/>
                  </a:lnTo>
                  <a:lnTo>
                    <a:pt x="3809384" y="992532"/>
                  </a:lnTo>
                  <a:lnTo>
                    <a:pt x="3820202" y="997467"/>
                  </a:lnTo>
                  <a:lnTo>
                    <a:pt x="3871961" y="1019381"/>
                  </a:lnTo>
                  <a:lnTo>
                    <a:pt x="3926159" y="1039398"/>
                  </a:lnTo>
                  <a:lnTo>
                    <a:pt x="3983475" y="1057585"/>
                  </a:lnTo>
                  <a:lnTo>
                    <a:pt x="4044653" y="1074070"/>
                  </a:lnTo>
                  <a:lnTo>
                    <a:pt x="4110468" y="1089011"/>
                  </a:lnTo>
                  <a:lnTo>
                    <a:pt x="4181676" y="1102566"/>
                  </a:lnTo>
                  <a:lnTo>
                    <a:pt x="4258971" y="1114887"/>
                  </a:lnTo>
                  <a:lnTo>
                    <a:pt x="4342910" y="1126106"/>
                  </a:lnTo>
                  <a:lnTo>
                    <a:pt x="4433828" y="1136334"/>
                  </a:lnTo>
                  <a:lnTo>
                    <a:pt x="4531719" y="1145654"/>
                  </a:lnTo>
                  <a:lnTo>
                    <a:pt x="4636098" y="1154126"/>
                  </a:lnTo>
                  <a:lnTo>
                    <a:pt x="4745861" y="1161782"/>
                  </a:lnTo>
                  <a:lnTo>
                    <a:pt x="4859152" y="1168631"/>
                  </a:lnTo>
                  <a:lnTo>
                    <a:pt x="4973314" y="1174666"/>
                  </a:lnTo>
                  <a:lnTo>
                    <a:pt x="5084945" y="1179868"/>
                  </a:lnTo>
                  <a:lnTo>
                    <a:pt x="5190130" y="1184224"/>
                  </a:lnTo>
                  <a:lnTo>
                    <a:pt x="5284856" y="1187734"/>
                  </a:lnTo>
                  <a:lnTo>
                    <a:pt x="5365564" y="1190426"/>
                  </a:lnTo>
                  <a:lnTo>
                    <a:pt x="5429732" y="1192363"/>
                  </a:lnTo>
                  <a:lnTo>
                    <a:pt x="5476350" y="1193642"/>
                  </a:lnTo>
                  <a:lnTo>
                    <a:pt x="5506166" y="1194388"/>
                  </a:lnTo>
                  <a:lnTo>
                    <a:pt x="5521684" y="1194744"/>
                  </a:lnTo>
                  <a:lnTo>
                    <a:pt x="5526973" y="1194855"/>
                  </a:lnTo>
                  <a:lnTo>
                    <a:pt x="5527445" y="1194864"/>
                  </a:lnTo>
                  <a:lnTo>
                    <a:pt x="6522385" y="1194864"/>
                  </a:lnTo>
                  <a:lnTo>
                    <a:pt x="6523509" y="1194888"/>
                  </a:lnTo>
                  <a:lnTo>
                    <a:pt x="6530925" y="1195061"/>
                  </a:lnTo>
                  <a:lnTo>
                    <a:pt x="6549722" y="1195538"/>
                  </a:lnTo>
                  <a:lnTo>
                    <a:pt x="6583591" y="1196478"/>
                  </a:lnTo>
                  <a:lnTo>
                    <a:pt x="6634599" y="1198031"/>
                  </a:lnTo>
                  <a:lnTo>
                    <a:pt x="6703045" y="1200328"/>
                  </a:lnTo>
                  <a:lnTo>
                    <a:pt x="6787505" y="1203462"/>
                  </a:lnTo>
                  <a:lnTo>
                    <a:pt x="6885153" y="1207493"/>
                  </a:lnTo>
                  <a:lnTo>
                    <a:pt x="6992266" y="1212441"/>
                  </a:lnTo>
                  <a:lnTo>
                    <a:pt x="7104813" y="1218304"/>
                  </a:lnTo>
                  <a:lnTo>
                    <a:pt x="7218985" y="1225062"/>
                  </a:lnTo>
                  <a:lnTo>
                    <a:pt x="7331553" y="1232700"/>
                  </a:lnTo>
                  <a:lnTo>
                    <a:pt x="7440064" y="1241211"/>
                  </a:lnTo>
                  <a:lnTo>
                    <a:pt x="7542861" y="1250613"/>
                  </a:lnTo>
                  <a:lnTo>
                    <a:pt x="7639004" y="1260946"/>
                  </a:lnTo>
                  <a:lnTo>
                    <a:pt x="7728142" y="1272281"/>
                  </a:lnTo>
                  <a:lnTo>
                    <a:pt x="7810365" y="1284717"/>
                  </a:lnTo>
                  <a:lnTo>
                    <a:pt x="7886071" y="1298379"/>
                  </a:lnTo>
                  <a:lnTo>
                    <a:pt x="7955857" y="1313415"/>
                  </a:lnTo>
                  <a:lnTo>
                    <a:pt x="8020435" y="1329994"/>
                  </a:lnTo>
                  <a:lnTo>
                    <a:pt x="8080571" y="1348287"/>
                  </a:lnTo>
                  <a:lnTo>
                    <a:pt x="8137033" y="1368460"/>
                  </a:lnTo>
                  <a:lnTo>
                    <a:pt x="8190552" y="1390641"/>
                  </a:lnTo>
                  <a:lnTo>
                    <a:pt x="8229629" y="1408857"/>
                  </a:lnTo>
                  <a:lnTo>
                    <a:pt x="8284676" y="1437491"/>
                  </a:lnTo>
                  <a:lnTo>
                    <a:pt x="8338126" y="1468695"/>
                  </a:lnTo>
                  <a:lnTo>
                    <a:pt x="8390511" y="1502516"/>
                  </a:lnTo>
                  <a:lnTo>
                    <a:pt x="8442237" y="1538934"/>
                  </a:lnTo>
                  <a:lnTo>
                    <a:pt x="8493605" y="1577857"/>
                  </a:lnTo>
                  <a:lnTo>
                    <a:pt x="8544830" y="1619111"/>
                  </a:lnTo>
                  <a:lnTo>
                    <a:pt x="8596049" y="1662443"/>
                  </a:lnTo>
                  <a:lnTo>
                    <a:pt x="8647338" y="1707520"/>
                  </a:lnTo>
                  <a:lnTo>
                    <a:pt x="8698722" y="1753940"/>
                  </a:lnTo>
                  <a:lnTo>
                    <a:pt x="8750185" y="1801243"/>
                  </a:lnTo>
                  <a:lnTo>
                    <a:pt x="8801686" y="1848930"/>
                  </a:lnTo>
                  <a:lnTo>
                    <a:pt x="8853174" y="1896487"/>
                  </a:lnTo>
                  <a:lnTo>
                    <a:pt x="8904600" y="1943403"/>
                  </a:lnTo>
                  <a:lnTo>
                    <a:pt x="8955936" y="1989197"/>
                  </a:lnTo>
                  <a:lnTo>
                    <a:pt x="9007184" y="2033436"/>
                  </a:lnTo>
                  <a:lnTo>
                    <a:pt x="9058392" y="2075752"/>
                  </a:lnTo>
                  <a:lnTo>
                    <a:pt x="9109668" y="2115851"/>
                  </a:lnTo>
                  <a:lnTo>
                    <a:pt x="9161185" y="2153521"/>
                  </a:lnTo>
                  <a:lnTo>
                    <a:pt x="9213201" y="2188630"/>
                  </a:lnTo>
                  <a:lnTo>
                    <a:pt x="9266068" y="2221124"/>
                  </a:lnTo>
                  <a:lnTo>
                    <a:pt x="9320252" y="2251016"/>
                  </a:lnTo>
                  <a:lnTo>
                    <a:pt x="9347647" y="2264827"/>
                  </a:lnTo>
                  <a:lnTo>
                    <a:pt x="9399377" y="2288571"/>
                  </a:lnTo>
                  <a:lnTo>
                    <a:pt x="9453541" y="2310259"/>
                  </a:lnTo>
                  <a:lnTo>
                    <a:pt x="9510818" y="2329966"/>
                  </a:lnTo>
                  <a:lnTo>
                    <a:pt x="9571953" y="2347831"/>
                  </a:lnTo>
                  <a:lnTo>
                    <a:pt x="9637716" y="2364023"/>
                  </a:lnTo>
                  <a:lnTo>
                    <a:pt x="9708866" y="2378713"/>
                  </a:lnTo>
                  <a:lnTo>
                    <a:pt x="9786092" y="2392067"/>
                  </a:lnTo>
                  <a:lnTo>
                    <a:pt x="9869953" y="2404227"/>
                  </a:lnTo>
                  <a:lnTo>
                    <a:pt x="9960783" y="2415313"/>
                  </a:lnTo>
                  <a:lnTo>
                    <a:pt x="10058580" y="2425417"/>
                  </a:lnTo>
                  <a:lnTo>
                    <a:pt x="10162863" y="2434601"/>
                  </a:lnTo>
                  <a:lnTo>
                    <a:pt x="10272532" y="2442902"/>
                  </a:lnTo>
                  <a:lnTo>
                    <a:pt x="10385741" y="2450329"/>
                  </a:lnTo>
                  <a:lnTo>
                    <a:pt x="10499843" y="2456874"/>
                  </a:lnTo>
                  <a:lnTo>
                    <a:pt x="10611446" y="2462518"/>
                  </a:lnTo>
                  <a:lnTo>
                    <a:pt x="10716647" y="2467245"/>
                  </a:lnTo>
                  <a:lnTo>
                    <a:pt x="10811436" y="2471057"/>
                  </a:lnTo>
                  <a:lnTo>
                    <a:pt x="10892254" y="2473982"/>
                  </a:lnTo>
                  <a:lnTo>
                    <a:pt x="10956570" y="2476089"/>
                  </a:lnTo>
                  <a:lnTo>
                    <a:pt x="11003357" y="2477483"/>
                  </a:lnTo>
                  <a:lnTo>
                    <a:pt x="11033343" y="2478297"/>
                  </a:lnTo>
                  <a:lnTo>
                    <a:pt x="11049007" y="2478686"/>
                  </a:lnTo>
                  <a:lnTo>
                    <a:pt x="11054393" y="2478809"/>
                  </a:lnTo>
                  <a:lnTo>
                    <a:pt x="11054891" y="2478819"/>
                  </a:lnTo>
                  <a:lnTo>
                    <a:pt x="12049831" y="2478819"/>
                  </a:lnTo>
                  <a:lnTo>
                    <a:pt x="12049831" y="2468338"/>
                  </a:lnTo>
                  <a:lnTo>
                    <a:pt x="11054891" y="2468338"/>
                  </a:lnTo>
                  <a:lnTo>
                    <a:pt x="11053768" y="2468314"/>
                  </a:lnTo>
                  <a:lnTo>
                    <a:pt x="11046352" y="2468141"/>
                  </a:lnTo>
                  <a:lnTo>
                    <a:pt x="11027554" y="2467664"/>
                  </a:lnTo>
                  <a:lnTo>
                    <a:pt x="10993686" y="2466724"/>
                  </a:lnTo>
                  <a:lnTo>
                    <a:pt x="10942677" y="2465171"/>
                  </a:lnTo>
                  <a:lnTo>
                    <a:pt x="10874232" y="2462875"/>
                  </a:lnTo>
                  <a:lnTo>
                    <a:pt x="10789771" y="2459740"/>
                  </a:lnTo>
                  <a:lnTo>
                    <a:pt x="10692123" y="2455710"/>
                  </a:lnTo>
                  <a:lnTo>
                    <a:pt x="10585011" y="2450761"/>
                  </a:lnTo>
                  <a:lnTo>
                    <a:pt x="10472463" y="2444898"/>
                  </a:lnTo>
                  <a:lnTo>
                    <a:pt x="10358292" y="2438140"/>
                  </a:lnTo>
                  <a:lnTo>
                    <a:pt x="10245723" y="2430502"/>
                  </a:lnTo>
                  <a:lnTo>
                    <a:pt x="10137212" y="2421991"/>
                  </a:lnTo>
                  <a:lnTo>
                    <a:pt x="10034416" y="2412589"/>
                  </a:lnTo>
                  <a:lnTo>
                    <a:pt x="9938273" y="2402256"/>
                  </a:lnTo>
                  <a:lnTo>
                    <a:pt x="9849135" y="2390921"/>
                  </a:lnTo>
                  <a:lnTo>
                    <a:pt x="9766912" y="2378485"/>
                  </a:lnTo>
                  <a:lnTo>
                    <a:pt x="9691206" y="2364824"/>
                  </a:lnTo>
                  <a:lnTo>
                    <a:pt x="9621420" y="2349787"/>
                  </a:lnTo>
                  <a:lnTo>
                    <a:pt x="9556841" y="2333209"/>
                  </a:lnTo>
                  <a:lnTo>
                    <a:pt x="9496705" y="2314915"/>
                  </a:lnTo>
                  <a:lnTo>
                    <a:pt x="9440244" y="2294742"/>
                  </a:lnTo>
                  <a:lnTo>
                    <a:pt x="9386724" y="2272562"/>
                  </a:lnTo>
                  <a:lnTo>
                    <a:pt x="9347647" y="2254346"/>
                  </a:lnTo>
                  <a:lnTo>
                    <a:pt x="9292601" y="2225711"/>
                  </a:lnTo>
                  <a:lnTo>
                    <a:pt x="9239150" y="2194507"/>
                  </a:lnTo>
                  <a:lnTo>
                    <a:pt x="9186765" y="2160686"/>
                  </a:lnTo>
                  <a:lnTo>
                    <a:pt x="9135039" y="2124268"/>
                  </a:lnTo>
                  <a:lnTo>
                    <a:pt x="9083671" y="2085346"/>
                  </a:lnTo>
                  <a:lnTo>
                    <a:pt x="9032447" y="2044092"/>
                  </a:lnTo>
                  <a:lnTo>
                    <a:pt x="8981228" y="2000760"/>
                  </a:lnTo>
                  <a:lnTo>
                    <a:pt x="8929938" y="1955682"/>
                  </a:lnTo>
                  <a:lnTo>
                    <a:pt x="8878555" y="1909262"/>
                  </a:lnTo>
                  <a:lnTo>
                    <a:pt x="8827092" y="1861959"/>
                  </a:lnTo>
                  <a:lnTo>
                    <a:pt x="8775591" y="1814272"/>
                  </a:lnTo>
                  <a:lnTo>
                    <a:pt x="8724103" y="1766715"/>
                  </a:lnTo>
                  <a:lnTo>
                    <a:pt x="8672676" y="1719799"/>
                  </a:lnTo>
                  <a:lnTo>
                    <a:pt x="8621341" y="1674005"/>
                  </a:lnTo>
                  <a:lnTo>
                    <a:pt x="8570093" y="1629766"/>
                  </a:lnTo>
                  <a:lnTo>
                    <a:pt x="8518884" y="1587450"/>
                  </a:lnTo>
                  <a:lnTo>
                    <a:pt x="8467609" y="1547351"/>
                  </a:lnTo>
                  <a:lnTo>
                    <a:pt x="8416091" y="1509681"/>
                  </a:lnTo>
                  <a:lnTo>
                    <a:pt x="8364075" y="1474572"/>
                  </a:lnTo>
                  <a:lnTo>
                    <a:pt x="8311208" y="1442079"/>
                  </a:lnTo>
                  <a:lnTo>
                    <a:pt x="8257025" y="1412186"/>
                  </a:lnTo>
                  <a:lnTo>
                    <a:pt x="8229629" y="1398375"/>
                  </a:lnTo>
                  <a:lnTo>
                    <a:pt x="8177900" y="1374632"/>
                  </a:lnTo>
                  <a:lnTo>
                    <a:pt x="8123736" y="1352943"/>
                  </a:lnTo>
                  <a:lnTo>
                    <a:pt x="8066458" y="1333236"/>
                  </a:lnTo>
                  <a:lnTo>
                    <a:pt x="8005324" y="1315371"/>
                  </a:lnTo>
                  <a:lnTo>
                    <a:pt x="7939560" y="1299180"/>
                  </a:lnTo>
                  <a:lnTo>
                    <a:pt x="7868411" y="1284489"/>
                  </a:lnTo>
                  <a:lnTo>
                    <a:pt x="7791185" y="1271135"/>
                  </a:lnTo>
                  <a:lnTo>
                    <a:pt x="7707324" y="1258975"/>
                  </a:lnTo>
                  <a:lnTo>
                    <a:pt x="7616493" y="1247889"/>
                  </a:lnTo>
                  <a:lnTo>
                    <a:pt x="7518696" y="1237785"/>
                  </a:lnTo>
                  <a:lnTo>
                    <a:pt x="7414413" y="1228601"/>
                  </a:lnTo>
                  <a:lnTo>
                    <a:pt x="7304745" y="1220300"/>
                  </a:lnTo>
                  <a:lnTo>
                    <a:pt x="7191535" y="1212873"/>
                  </a:lnTo>
                  <a:lnTo>
                    <a:pt x="7077433" y="1206329"/>
                  </a:lnTo>
                  <a:lnTo>
                    <a:pt x="6965830" y="1200685"/>
                  </a:lnTo>
                  <a:lnTo>
                    <a:pt x="6860630" y="1195957"/>
                  </a:lnTo>
                  <a:lnTo>
                    <a:pt x="6765841" y="1192146"/>
                  </a:lnTo>
                  <a:lnTo>
                    <a:pt x="6685023" y="1189220"/>
                  </a:lnTo>
                  <a:lnTo>
                    <a:pt x="6620707" y="1187113"/>
                  </a:lnTo>
                  <a:lnTo>
                    <a:pt x="6573920" y="1185720"/>
                  </a:lnTo>
                  <a:lnTo>
                    <a:pt x="6543934" y="1184905"/>
                  </a:lnTo>
                  <a:lnTo>
                    <a:pt x="6528270" y="1184516"/>
                  </a:lnTo>
                  <a:lnTo>
                    <a:pt x="6522883" y="1184393"/>
                  </a:lnTo>
                  <a:lnTo>
                    <a:pt x="6522385" y="1184383"/>
                  </a:lnTo>
                  <a:lnTo>
                    <a:pt x="5527445" y="1184383"/>
                  </a:lnTo>
                  <a:lnTo>
                    <a:pt x="5526320" y="1184360"/>
                  </a:lnTo>
                  <a:lnTo>
                    <a:pt x="5518892" y="1184201"/>
                  </a:lnTo>
                  <a:lnTo>
                    <a:pt x="5500064" y="1183760"/>
                  </a:lnTo>
                  <a:lnTo>
                    <a:pt x="5466142" y="1182892"/>
                  </a:lnTo>
                  <a:lnTo>
                    <a:pt x="5415059" y="1181456"/>
                  </a:lnTo>
                  <a:lnTo>
                    <a:pt x="5346520" y="1179334"/>
                  </a:lnTo>
                  <a:lnTo>
                    <a:pt x="5261955" y="1176438"/>
                  </a:lnTo>
                  <a:lnTo>
                    <a:pt x="5164201" y="1172715"/>
                  </a:lnTo>
                  <a:lnTo>
                    <a:pt x="5056991" y="1168143"/>
                  </a:lnTo>
                  <a:lnTo>
                    <a:pt x="4944359" y="1162727"/>
                  </a:lnTo>
                  <a:lnTo>
                    <a:pt x="4830123" y="1156484"/>
                  </a:lnTo>
                  <a:lnTo>
                    <a:pt x="4717509" y="1149430"/>
                  </a:lnTo>
                  <a:lnTo>
                    <a:pt x="4608972" y="1141568"/>
                  </a:lnTo>
                  <a:lnTo>
                    <a:pt x="4506166" y="1132884"/>
                  </a:lnTo>
                  <a:lnTo>
                    <a:pt x="4410025" y="1123339"/>
                  </a:lnTo>
                  <a:lnTo>
                    <a:pt x="4320898" y="1112868"/>
                  </a:lnTo>
                  <a:lnTo>
                    <a:pt x="4238692" y="1101380"/>
                  </a:lnTo>
                  <a:lnTo>
                    <a:pt x="4163006" y="1088758"/>
                  </a:lnTo>
                  <a:lnTo>
                    <a:pt x="4093239" y="1074866"/>
                  </a:lnTo>
                  <a:lnTo>
                    <a:pt x="4028677" y="1059547"/>
                  </a:lnTo>
                  <a:lnTo>
                    <a:pt x="3968555" y="1042643"/>
                  </a:lnTo>
                  <a:lnTo>
                    <a:pt x="3912101" y="1024001"/>
                  </a:lnTo>
                  <a:lnTo>
                    <a:pt x="3858585" y="1003505"/>
                  </a:lnTo>
                  <a:lnTo>
                    <a:pt x="3820202" y="986986"/>
                  </a:lnTo>
                  <a:lnTo>
                    <a:pt x="3764383" y="960178"/>
                  </a:lnTo>
                  <a:lnTo>
                    <a:pt x="3710197" y="930931"/>
                  </a:lnTo>
                  <a:lnTo>
                    <a:pt x="3657094" y="899200"/>
                  </a:lnTo>
                  <a:lnTo>
                    <a:pt x="3604654" y="865007"/>
                  </a:lnTo>
                  <a:lnTo>
                    <a:pt x="3552568" y="828446"/>
                  </a:lnTo>
                  <a:lnTo>
                    <a:pt x="3500618" y="789686"/>
                  </a:lnTo>
                  <a:lnTo>
                    <a:pt x="3448663" y="748979"/>
                  </a:lnTo>
                  <a:lnTo>
                    <a:pt x="3396632" y="706651"/>
                  </a:lnTo>
                  <a:lnTo>
                    <a:pt x="3344504" y="663097"/>
                  </a:lnTo>
                  <a:lnTo>
                    <a:pt x="3292299" y="618763"/>
                  </a:lnTo>
                  <a:lnTo>
                    <a:pt x="3240062" y="574134"/>
                  </a:lnTo>
                  <a:lnTo>
                    <a:pt x="3187846" y="529707"/>
                  </a:lnTo>
                  <a:lnTo>
                    <a:pt x="3135701" y="485967"/>
                  </a:lnTo>
                  <a:lnTo>
                    <a:pt x="3083651" y="443373"/>
                  </a:lnTo>
                  <a:lnTo>
                    <a:pt x="3031686" y="402329"/>
                  </a:lnTo>
                  <a:lnTo>
                    <a:pt x="2979743" y="363176"/>
                  </a:lnTo>
                  <a:lnTo>
                    <a:pt x="2927697" y="326178"/>
                  </a:lnTo>
                  <a:lnTo>
                    <a:pt x="2875346" y="291524"/>
                  </a:lnTo>
                  <a:lnTo>
                    <a:pt x="2822398" y="259319"/>
                  </a:lnTo>
                  <a:lnTo>
                    <a:pt x="2768458" y="229599"/>
                  </a:lnTo>
                  <a:lnTo>
                    <a:pt x="2713001" y="202332"/>
                  </a:lnTo>
                  <a:lnTo>
                    <a:pt x="2702183" y="197397"/>
                  </a:lnTo>
                  <a:lnTo>
                    <a:pt x="2650424" y="175482"/>
                  </a:lnTo>
                  <a:lnTo>
                    <a:pt x="2596226" y="155465"/>
                  </a:lnTo>
                  <a:lnTo>
                    <a:pt x="2538910" y="137279"/>
                  </a:lnTo>
                  <a:lnTo>
                    <a:pt x="2477732" y="120793"/>
                  </a:lnTo>
                  <a:lnTo>
                    <a:pt x="2411917" y="105853"/>
                  </a:lnTo>
                  <a:lnTo>
                    <a:pt x="2340709" y="92297"/>
                  </a:lnTo>
                  <a:lnTo>
                    <a:pt x="2263414" y="79977"/>
                  </a:lnTo>
                  <a:lnTo>
                    <a:pt x="2179475" y="68757"/>
                  </a:lnTo>
                  <a:lnTo>
                    <a:pt x="2088557" y="58530"/>
                  </a:lnTo>
                  <a:lnTo>
                    <a:pt x="1990666" y="49209"/>
                  </a:lnTo>
                  <a:lnTo>
                    <a:pt x="1886287" y="40737"/>
                  </a:lnTo>
                  <a:lnTo>
                    <a:pt x="1776524" y="33081"/>
                  </a:lnTo>
                  <a:lnTo>
                    <a:pt x="1663233" y="26232"/>
                  </a:lnTo>
                  <a:lnTo>
                    <a:pt x="1549071" y="20198"/>
                  </a:lnTo>
                  <a:lnTo>
                    <a:pt x="1437440" y="14996"/>
                  </a:lnTo>
                  <a:lnTo>
                    <a:pt x="1332255" y="10640"/>
                  </a:lnTo>
                  <a:lnTo>
                    <a:pt x="1237529" y="7130"/>
                  </a:lnTo>
                  <a:lnTo>
                    <a:pt x="1156821" y="4438"/>
                  </a:lnTo>
                  <a:lnTo>
                    <a:pt x="1092653" y="2500"/>
                  </a:lnTo>
                  <a:lnTo>
                    <a:pt x="1046035" y="1221"/>
                  </a:lnTo>
                  <a:lnTo>
                    <a:pt x="1016219" y="475"/>
                  </a:lnTo>
                  <a:lnTo>
                    <a:pt x="1000701" y="120"/>
                  </a:lnTo>
                  <a:lnTo>
                    <a:pt x="995412" y="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38" name="pl837"/>
            <p:cNvSpPr/>
            <p:nvPr/>
          </p:nvSpPr>
          <p:spPr>
            <a:xfrm>
              <a:off x="1199187" y="2379083"/>
              <a:ext cx="12049831" cy="2468338"/>
            </a:xfrm>
            <a:custGeom>
              <a:avLst/>
              <a:pathLst>
                <a:path w="12049831" h="2468338">
                  <a:moveTo>
                    <a:pt x="0" y="0"/>
                  </a:moveTo>
                  <a:lnTo>
                    <a:pt x="994940" y="0"/>
                  </a:lnTo>
                  <a:lnTo>
                    <a:pt x="996065" y="22"/>
                  </a:lnTo>
                  <a:lnTo>
                    <a:pt x="1003493" y="181"/>
                  </a:lnTo>
                  <a:lnTo>
                    <a:pt x="1022321" y="622"/>
                  </a:lnTo>
                  <a:lnTo>
                    <a:pt x="1056243" y="1491"/>
                  </a:lnTo>
                  <a:lnTo>
                    <a:pt x="1107326" y="2926"/>
                  </a:lnTo>
                  <a:lnTo>
                    <a:pt x="1175865" y="5048"/>
                  </a:lnTo>
                  <a:lnTo>
                    <a:pt x="1260430" y="7944"/>
                  </a:lnTo>
                  <a:lnTo>
                    <a:pt x="1358184" y="11668"/>
                  </a:lnTo>
                  <a:lnTo>
                    <a:pt x="1465394" y="16240"/>
                  </a:lnTo>
                  <a:lnTo>
                    <a:pt x="1578026" y="21655"/>
                  </a:lnTo>
                  <a:lnTo>
                    <a:pt x="1692262" y="27898"/>
                  </a:lnTo>
                  <a:lnTo>
                    <a:pt x="1804876" y="34953"/>
                  </a:lnTo>
                  <a:lnTo>
                    <a:pt x="1913413" y="42815"/>
                  </a:lnTo>
                  <a:lnTo>
                    <a:pt x="2016219" y="51499"/>
                  </a:lnTo>
                  <a:lnTo>
                    <a:pt x="2112360" y="61043"/>
                  </a:lnTo>
                  <a:lnTo>
                    <a:pt x="2201487" y="71514"/>
                  </a:lnTo>
                  <a:lnTo>
                    <a:pt x="2283693" y="83002"/>
                  </a:lnTo>
                  <a:lnTo>
                    <a:pt x="2359379" y="95624"/>
                  </a:lnTo>
                  <a:lnTo>
                    <a:pt x="2429146" y="109517"/>
                  </a:lnTo>
                  <a:lnTo>
                    <a:pt x="2493708" y="124835"/>
                  </a:lnTo>
                  <a:lnTo>
                    <a:pt x="2553830" y="141739"/>
                  </a:lnTo>
                  <a:lnTo>
                    <a:pt x="2610284" y="160381"/>
                  </a:lnTo>
                  <a:lnTo>
                    <a:pt x="2663800" y="180878"/>
                  </a:lnTo>
                  <a:lnTo>
                    <a:pt x="2702183" y="197397"/>
                  </a:lnTo>
                  <a:lnTo>
                    <a:pt x="2758002" y="224204"/>
                  </a:lnTo>
                  <a:lnTo>
                    <a:pt x="2812188" y="253452"/>
                  </a:lnTo>
                  <a:lnTo>
                    <a:pt x="2865291" y="285182"/>
                  </a:lnTo>
                  <a:lnTo>
                    <a:pt x="2917731" y="319375"/>
                  </a:lnTo>
                  <a:lnTo>
                    <a:pt x="2969817" y="355937"/>
                  </a:lnTo>
                  <a:lnTo>
                    <a:pt x="3021767" y="394696"/>
                  </a:lnTo>
                  <a:lnTo>
                    <a:pt x="3073722" y="435403"/>
                  </a:lnTo>
                  <a:lnTo>
                    <a:pt x="3125753" y="477731"/>
                  </a:lnTo>
                  <a:lnTo>
                    <a:pt x="3177881" y="521286"/>
                  </a:lnTo>
                  <a:lnTo>
                    <a:pt x="3230086" y="565619"/>
                  </a:lnTo>
                  <a:lnTo>
                    <a:pt x="3282323" y="610248"/>
                  </a:lnTo>
                  <a:lnTo>
                    <a:pt x="3334539" y="654676"/>
                  </a:lnTo>
                  <a:lnTo>
                    <a:pt x="3386684" y="698415"/>
                  </a:lnTo>
                  <a:lnTo>
                    <a:pt x="3438734" y="741009"/>
                  </a:lnTo>
                  <a:lnTo>
                    <a:pt x="3490699" y="782053"/>
                  </a:lnTo>
                  <a:lnTo>
                    <a:pt x="3542642" y="821207"/>
                  </a:lnTo>
                  <a:lnTo>
                    <a:pt x="3594688" y="858204"/>
                  </a:lnTo>
                  <a:lnTo>
                    <a:pt x="3647039" y="892859"/>
                  </a:lnTo>
                  <a:lnTo>
                    <a:pt x="3699987" y="925063"/>
                  </a:lnTo>
                  <a:lnTo>
                    <a:pt x="3753927" y="954783"/>
                  </a:lnTo>
                  <a:lnTo>
                    <a:pt x="3809384" y="982050"/>
                  </a:lnTo>
                  <a:lnTo>
                    <a:pt x="3820202" y="986986"/>
                  </a:lnTo>
                  <a:lnTo>
                    <a:pt x="3871961" y="1008900"/>
                  </a:lnTo>
                  <a:lnTo>
                    <a:pt x="3926159" y="1028917"/>
                  </a:lnTo>
                  <a:lnTo>
                    <a:pt x="3983475" y="1047103"/>
                  </a:lnTo>
                  <a:lnTo>
                    <a:pt x="4044653" y="1063589"/>
                  </a:lnTo>
                  <a:lnTo>
                    <a:pt x="4110468" y="1078530"/>
                  </a:lnTo>
                  <a:lnTo>
                    <a:pt x="4181676" y="1092085"/>
                  </a:lnTo>
                  <a:lnTo>
                    <a:pt x="4258971" y="1104406"/>
                  </a:lnTo>
                  <a:lnTo>
                    <a:pt x="4342910" y="1115625"/>
                  </a:lnTo>
                  <a:lnTo>
                    <a:pt x="4433828" y="1125852"/>
                  </a:lnTo>
                  <a:lnTo>
                    <a:pt x="4531719" y="1135173"/>
                  </a:lnTo>
                  <a:lnTo>
                    <a:pt x="4636098" y="1143645"/>
                  </a:lnTo>
                  <a:lnTo>
                    <a:pt x="4745861" y="1151301"/>
                  </a:lnTo>
                  <a:lnTo>
                    <a:pt x="4859152" y="1158150"/>
                  </a:lnTo>
                  <a:lnTo>
                    <a:pt x="4973314" y="1164184"/>
                  </a:lnTo>
                  <a:lnTo>
                    <a:pt x="5084945" y="1169387"/>
                  </a:lnTo>
                  <a:lnTo>
                    <a:pt x="5190130" y="1173742"/>
                  </a:lnTo>
                  <a:lnTo>
                    <a:pt x="5284856" y="1177252"/>
                  </a:lnTo>
                  <a:lnTo>
                    <a:pt x="5365564" y="1179945"/>
                  </a:lnTo>
                  <a:lnTo>
                    <a:pt x="5429732" y="1181882"/>
                  </a:lnTo>
                  <a:lnTo>
                    <a:pt x="5476350" y="1183161"/>
                  </a:lnTo>
                  <a:lnTo>
                    <a:pt x="5506166" y="1183907"/>
                  </a:lnTo>
                  <a:lnTo>
                    <a:pt x="5521684" y="1184262"/>
                  </a:lnTo>
                  <a:lnTo>
                    <a:pt x="5526973" y="1184374"/>
                  </a:lnTo>
                  <a:lnTo>
                    <a:pt x="5527445" y="1184383"/>
                  </a:lnTo>
                  <a:lnTo>
                    <a:pt x="6522385" y="1184383"/>
                  </a:lnTo>
                  <a:lnTo>
                    <a:pt x="6523509" y="1184407"/>
                  </a:lnTo>
                  <a:lnTo>
                    <a:pt x="6530925" y="1184580"/>
                  </a:lnTo>
                  <a:lnTo>
                    <a:pt x="6549722" y="1185057"/>
                  </a:lnTo>
                  <a:lnTo>
                    <a:pt x="6583591" y="1185997"/>
                  </a:lnTo>
                  <a:lnTo>
                    <a:pt x="6634599" y="1187550"/>
                  </a:lnTo>
                  <a:lnTo>
                    <a:pt x="6703045" y="1189846"/>
                  </a:lnTo>
                  <a:lnTo>
                    <a:pt x="6787505" y="1192981"/>
                  </a:lnTo>
                  <a:lnTo>
                    <a:pt x="6885153" y="1197011"/>
                  </a:lnTo>
                  <a:lnTo>
                    <a:pt x="6992266" y="1201960"/>
                  </a:lnTo>
                  <a:lnTo>
                    <a:pt x="7104813" y="1207823"/>
                  </a:lnTo>
                  <a:lnTo>
                    <a:pt x="7218985" y="1214581"/>
                  </a:lnTo>
                  <a:lnTo>
                    <a:pt x="7331553" y="1222219"/>
                  </a:lnTo>
                  <a:lnTo>
                    <a:pt x="7440064" y="1230730"/>
                  </a:lnTo>
                  <a:lnTo>
                    <a:pt x="7542861" y="1240132"/>
                  </a:lnTo>
                  <a:lnTo>
                    <a:pt x="7639004" y="1250465"/>
                  </a:lnTo>
                  <a:lnTo>
                    <a:pt x="7728142" y="1261800"/>
                  </a:lnTo>
                  <a:lnTo>
                    <a:pt x="7810365" y="1274236"/>
                  </a:lnTo>
                  <a:lnTo>
                    <a:pt x="7886071" y="1287897"/>
                  </a:lnTo>
                  <a:lnTo>
                    <a:pt x="7955857" y="1302934"/>
                  </a:lnTo>
                  <a:lnTo>
                    <a:pt x="8020435" y="1319512"/>
                  </a:lnTo>
                  <a:lnTo>
                    <a:pt x="8080571" y="1337806"/>
                  </a:lnTo>
                  <a:lnTo>
                    <a:pt x="8137033" y="1357979"/>
                  </a:lnTo>
                  <a:lnTo>
                    <a:pt x="8190552" y="1380159"/>
                  </a:lnTo>
                  <a:lnTo>
                    <a:pt x="8229629" y="1398375"/>
                  </a:lnTo>
                  <a:lnTo>
                    <a:pt x="8284676" y="1427010"/>
                  </a:lnTo>
                  <a:lnTo>
                    <a:pt x="8338126" y="1458214"/>
                  </a:lnTo>
                  <a:lnTo>
                    <a:pt x="8390511" y="1492035"/>
                  </a:lnTo>
                  <a:lnTo>
                    <a:pt x="8442237" y="1528453"/>
                  </a:lnTo>
                  <a:lnTo>
                    <a:pt x="8493605" y="1567375"/>
                  </a:lnTo>
                  <a:lnTo>
                    <a:pt x="8544830" y="1608629"/>
                  </a:lnTo>
                  <a:lnTo>
                    <a:pt x="8596049" y="1651961"/>
                  </a:lnTo>
                  <a:lnTo>
                    <a:pt x="8647338" y="1697039"/>
                  </a:lnTo>
                  <a:lnTo>
                    <a:pt x="8698722" y="1743459"/>
                  </a:lnTo>
                  <a:lnTo>
                    <a:pt x="8750185" y="1790762"/>
                  </a:lnTo>
                  <a:lnTo>
                    <a:pt x="8801686" y="1838449"/>
                  </a:lnTo>
                  <a:lnTo>
                    <a:pt x="8853174" y="1886006"/>
                  </a:lnTo>
                  <a:lnTo>
                    <a:pt x="8904600" y="1932922"/>
                  </a:lnTo>
                  <a:lnTo>
                    <a:pt x="8955936" y="1978716"/>
                  </a:lnTo>
                  <a:lnTo>
                    <a:pt x="9007184" y="2022955"/>
                  </a:lnTo>
                  <a:lnTo>
                    <a:pt x="9058392" y="2065271"/>
                  </a:lnTo>
                  <a:lnTo>
                    <a:pt x="9109668" y="2105370"/>
                  </a:lnTo>
                  <a:lnTo>
                    <a:pt x="9161185" y="2143040"/>
                  </a:lnTo>
                  <a:lnTo>
                    <a:pt x="9213201" y="2178149"/>
                  </a:lnTo>
                  <a:lnTo>
                    <a:pt x="9266068" y="2210642"/>
                  </a:lnTo>
                  <a:lnTo>
                    <a:pt x="9320252" y="2240535"/>
                  </a:lnTo>
                  <a:lnTo>
                    <a:pt x="9347647" y="2254346"/>
                  </a:lnTo>
                  <a:lnTo>
                    <a:pt x="9399377" y="2278089"/>
                  </a:lnTo>
                  <a:lnTo>
                    <a:pt x="9453541" y="2299778"/>
                  </a:lnTo>
                  <a:lnTo>
                    <a:pt x="9510818" y="2319485"/>
                  </a:lnTo>
                  <a:lnTo>
                    <a:pt x="9571953" y="2337350"/>
                  </a:lnTo>
                  <a:lnTo>
                    <a:pt x="9637716" y="2353541"/>
                  </a:lnTo>
                  <a:lnTo>
                    <a:pt x="9708866" y="2368232"/>
                  </a:lnTo>
                  <a:lnTo>
                    <a:pt x="9786092" y="2381586"/>
                  </a:lnTo>
                  <a:lnTo>
                    <a:pt x="9869953" y="2393746"/>
                  </a:lnTo>
                  <a:lnTo>
                    <a:pt x="9960783" y="2404832"/>
                  </a:lnTo>
                  <a:lnTo>
                    <a:pt x="10058580" y="2414936"/>
                  </a:lnTo>
                  <a:lnTo>
                    <a:pt x="10162863" y="2424120"/>
                  </a:lnTo>
                  <a:lnTo>
                    <a:pt x="10272532" y="2432421"/>
                  </a:lnTo>
                  <a:lnTo>
                    <a:pt x="10385741" y="2439848"/>
                  </a:lnTo>
                  <a:lnTo>
                    <a:pt x="10499843" y="2446392"/>
                  </a:lnTo>
                  <a:lnTo>
                    <a:pt x="10611446" y="2452036"/>
                  </a:lnTo>
                  <a:lnTo>
                    <a:pt x="10716647" y="2456764"/>
                  </a:lnTo>
                  <a:lnTo>
                    <a:pt x="10811436" y="2460575"/>
                  </a:lnTo>
                  <a:lnTo>
                    <a:pt x="10892254" y="2463501"/>
                  </a:lnTo>
                  <a:lnTo>
                    <a:pt x="10956570" y="2465608"/>
                  </a:lnTo>
                  <a:lnTo>
                    <a:pt x="11003357" y="2467001"/>
                  </a:lnTo>
                  <a:lnTo>
                    <a:pt x="11033343" y="2467816"/>
                  </a:lnTo>
                  <a:lnTo>
                    <a:pt x="11049007" y="2468205"/>
                  </a:lnTo>
                  <a:lnTo>
                    <a:pt x="11054393" y="2468328"/>
                  </a:lnTo>
                  <a:lnTo>
                    <a:pt x="11054891" y="2468338"/>
                  </a:lnTo>
                  <a:lnTo>
                    <a:pt x="12049831" y="2468338"/>
                  </a:lnTo>
                  <a:lnTo>
                    <a:pt x="12049831" y="24683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9" name="pl838"/>
            <p:cNvSpPr/>
            <p:nvPr/>
          </p:nvSpPr>
          <p:spPr>
            <a:xfrm>
              <a:off x="1199187" y="2368602"/>
              <a:ext cx="12049831" cy="2468338"/>
            </a:xfrm>
            <a:custGeom>
              <a:avLst/>
              <a:pathLst>
                <a:path w="12049831" h="2468338">
                  <a:moveTo>
                    <a:pt x="12049831" y="2468338"/>
                  </a:moveTo>
                  <a:lnTo>
                    <a:pt x="11054891" y="2468338"/>
                  </a:lnTo>
                  <a:lnTo>
                    <a:pt x="11053768" y="2468314"/>
                  </a:lnTo>
                  <a:lnTo>
                    <a:pt x="11046352" y="2468141"/>
                  </a:lnTo>
                  <a:lnTo>
                    <a:pt x="11027554" y="2467664"/>
                  </a:lnTo>
                  <a:lnTo>
                    <a:pt x="10993686" y="2466724"/>
                  </a:lnTo>
                  <a:lnTo>
                    <a:pt x="10942677" y="2465171"/>
                  </a:lnTo>
                  <a:lnTo>
                    <a:pt x="10874232" y="2462875"/>
                  </a:lnTo>
                  <a:lnTo>
                    <a:pt x="10789771" y="2459740"/>
                  </a:lnTo>
                  <a:lnTo>
                    <a:pt x="10692123" y="2455710"/>
                  </a:lnTo>
                  <a:lnTo>
                    <a:pt x="10585011" y="2450761"/>
                  </a:lnTo>
                  <a:lnTo>
                    <a:pt x="10472463" y="2444898"/>
                  </a:lnTo>
                  <a:lnTo>
                    <a:pt x="10358292" y="2438140"/>
                  </a:lnTo>
                  <a:lnTo>
                    <a:pt x="10245723" y="2430502"/>
                  </a:lnTo>
                  <a:lnTo>
                    <a:pt x="10137212" y="2421991"/>
                  </a:lnTo>
                  <a:lnTo>
                    <a:pt x="10034416" y="2412589"/>
                  </a:lnTo>
                  <a:lnTo>
                    <a:pt x="9938273" y="2402256"/>
                  </a:lnTo>
                  <a:lnTo>
                    <a:pt x="9849135" y="2390921"/>
                  </a:lnTo>
                  <a:lnTo>
                    <a:pt x="9766912" y="2378485"/>
                  </a:lnTo>
                  <a:lnTo>
                    <a:pt x="9691206" y="2364824"/>
                  </a:lnTo>
                  <a:lnTo>
                    <a:pt x="9621420" y="2349787"/>
                  </a:lnTo>
                  <a:lnTo>
                    <a:pt x="9556841" y="2333209"/>
                  </a:lnTo>
                  <a:lnTo>
                    <a:pt x="9496705" y="2314915"/>
                  </a:lnTo>
                  <a:lnTo>
                    <a:pt x="9440244" y="2294742"/>
                  </a:lnTo>
                  <a:lnTo>
                    <a:pt x="9386724" y="2272562"/>
                  </a:lnTo>
                  <a:lnTo>
                    <a:pt x="9347647" y="2254346"/>
                  </a:lnTo>
                  <a:lnTo>
                    <a:pt x="9292601" y="2225711"/>
                  </a:lnTo>
                  <a:lnTo>
                    <a:pt x="9239150" y="2194507"/>
                  </a:lnTo>
                  <a:lnTo>
                    <a:pt x="9186765" y="2160686"/>
                  </a:lnTo>
                  <a:lnTo>
                    <a:pt x="9135039" y="2124268"/>
                  </a:lnTo>
                  <a:lnTo>
                    <a:pt x="9083671" y="2085346"/>
                  </a:lnTo>
                  <a:lnTo>
                    <a:pt x="9032447" y="2044092"/>
                  </a:lnTo>
                  <a:lnTo>
                    <a:pt x="8981228" y="2000760"/>
                  </a:lnTo>
                  <a:lnTo>
                    <a:pt x="8929938" y="1955682"/>
                  </a:lnTo>
                  <a:lnTo>
                    <a:pt x="8878555" y="1909262"/>
                  </a:lnTo>
                  <a:lnTo>
                    <a:pt x="8827092" y="1861959"/>
                  </a:lnTo>
                  <a:lnTo>
                    <a:pt x="8775591" y="1814272"/>
                  </a:lnTo>
                  <a:lnTo>
                    <a:pt x="8724103" y="1766715"/>
                  </a:lnTo>
                  <a:lnTo>
                    <a:pt x="8672676" y="1719799"/>
                  </a:lnTo>
                  <a:lnTo>
                    <a:pt x="8621341" y="1674005"/>
                  </a:lnTo>
                  <a:lnTo>
                    <a:pt x="8570093" y="1629766"/>
                  </a:lnTo>
                  <a:lnTo>
                    <a:pt x="8518884" y="1587450"/>
                  </a:lnTo>
                  <a:lnTo>
                    <a:pt x="8467609" y="1547351"/>
                  </a:lnTo>
                  <a:lnTo>
                    <a:pt x="8416091" y="1509681"/>
                  </a:lnTo>
                  <a:lnTo>
                    <a:pt x="8364075" y="1474572"/>
                  </a:lnTo>
                  <a:lnTo>
                    <a:pt x="8311208" y="1442079"/>
                  </a:lnTo>
                  <a:lnTo>
                    <a:pt x="8257025" y="1412186"/>
                  </a:lnTo>
                  <a:lnTo>
                    <a:pt x="8229629" y="1398375"/>
                  </a:lnTo>
                  <a:lnTo>
                    <a:pt x="8177900" y="1374632"/>
                  </a:lnTo>
                  <a:lnTo>
                    <a:pt x="8123736" y="1352943"/>
                  </a:lnTo>
                  <a:lnTo>
                    <a:pt x="8066458" y="1333236"/>
                  </a:lnTo>
                  <a:lnTo>
                    <a:pt x="8005324" y="1315371"/>
                  </a:lnTo>
                  <a:lnTo>
                    <a:pt x="7939560" y="1299180"/>
                  </a:lnTo>
                  <a:lnTo>
                    <a:pt x="7868411" y="1284489"/>
                  </a:lnTo>
                  <a:lnTo>
                    <a:pt x="7791185" y="1271135"/>
                  </a:lnTo>
                  <a:lnTo>
                    <a:pt x="7707324" y="1258975"/>
                  </a:lnTo>
                  <a:lnTo>
                    <a:pt x="7616493" y="1247889"/>
                  </a:lnTo>
                  <a:lnTo>
                    <a:pt x="7518696" y="1237785"/>
                  </a:lnTo>
                  <a:lnTo>
                    <a:pt x="7414413" y="1228601"/>
                  </a:lnTo>
                  <a:lnTo>
                    <a:pt x="7304745" y="1220300"/>
                  </a:lnTo>
                  <a:lnTo>
                    <a:pt x="7191535" y="1212873"/>
                  </a:lnTo>
                  <a:lnTo>
                    <a:pt x="7077433" y="1206329"/>
                  </a:lnTo>
                  <a:lnTo>
                    <a:pt x="6965830" y="1200685"/>
                  </a:lnTo>
                  <a:lnTo>
                    <a:pt x="6860630" y="1195957"/>
                  </a:lnTo>
                  <a:lnTo>
                    <a:pt x="6765841" y="1192146"/>
                  </a:lnTo>
                  <a:lnTo>
                    <a:pt x="6685023" y="1189220"/>
                  </a:lnTo>
                  <a:lnTo>
                    <a:pt x="6620707" y="1187113"/>
                  </a:lnTo>
                  <a:lnTo>
                    <a:pt x="6573920" y="1185720"/>
                  </a:lnTo>
                  <a:lnTo>
                    <a:pt x="6543934" y="1184905"/>
                  </a:lnTo>
                  <a:lnTo>
                    <a:pt x="6528270" y="1184516"/>
                  </a:lnTo>
                  <a:lnTo>
                    <a:pt x="6522883" y="1184393"/>
                  </a:lnTo>
                  <a:lnTo>
                    <a:pt x="6522385" y="1184383"/>
                  </a:lnTo>
                  <a:lnTo>
                    <a:pt x="5527445" y="1184383"/>
                  </a:lnTo>
                  <a:lnTo>
                    <a:pt x="5526320" y="1184360"/>
                  </a:lnTo>
                  <a:lnTo>
                    <a:pt x="5518892" y="1184201"/>
                  </a:lnTo>
                  <a:lnTo>
                    <a:pt x="5500064" y="1183760"/>
                  </a:lnTo>
                  <a:lnTo>
                    <a:pt x="5466142" y="1182892"/>
                  </a:lnTo>
                  <a:lnTo>
                    <a:pt x="5415059" y="1181456"/>
                  </a:lnTo>
                  <a:lnTo>
                    <a:pt x="5346520" y="1179334"/>
                  </a:lnTo>
                  <a:lnTo>
                    <a:pt x="5261955" y="1176438"/>
                  </a:lnTo>
                  <a:lnTo>
                    <a:pt x="5164201" y="1172715"/>
                  </a:lnTo>
                  <a:lnTo>
                    <a:pt x="5056991" y="1168143"/>
                  </a:lnTo>
                  <a:lnTo>
                    <a:pt x="4944359" y="1162727"/>
                  </a:lnTo>
                  <a:lnTo>
                    <a:pt x="4830123" y="1156484"/>
                  </a:lnTo>
                  <a:lnTo>
                    <a:pt x="4717509" y="1149430"/>
                  </a:lnTo>
                  <a:lnTo>
                    <a:pt x="4608972" y="1141568"/>
                  </a:lnTo>
                  <a:lnTo>
                    <a:pt x="4506166" y="1132884"/>
                  </a:lnTo>
                  <a:lnTo>
                    <a:pt x="4410025" y="1123339"/>
                  </a:lnTo>
                  <a:lnTo>
                    <a:pt x="4320898" y="1112868"/>
                  </a:lnTo>
                  <a:lnTo>
                    <a:pt x="4238692" y="1101380"/>
                  </a:lnTo>
                  <a:lnTo>
                    <a:pt x="4163006" y="1088758"/>
                  </a:lnTo>
                  <a:lnTo>
                    <a:pt x="4093239" y="1074866"/>
                  </a:lnTo>
                  <a:lnTo>
                    <a:pt x="4028677" y="1059547"/>
                  </a:lnTo>
                  <a:lnTo>
                    <a:pt x="3968555" y="1042643"/>
                  </a:lnTo>
                  <a:lnTo>
                    <a:pt x="3912101" y="1024001"/>
                  </a:lnTo>
                  <a:lnTo>
                    <a:pt x="3858585" y="1003505"/>
                  </a:lnTo>
                  <a:lnTo>
                    <a:pt x="3820202" y="986986"/>
                  </a:lnTo>
                  <a:lnTo>
                    <a:pt x="3764383" y="960178"/>
                  </a:lnTo>
                  <a:lnTo>
                    <a:pt x="3710197" y="930931"/>
                  </a:lnTo>
                  <a:lnTo>
                    <a:pt x="3657094" y="899200"/>
                  </a:lnTo>
                  <a:lnTo>
                    <a:pt x="3604654" y="865007"/>
                  </a:lnTo>
                  <a:lnTo>
                    <a:pt x="3552568" y="828446"/>
                  </a:lnTo>
                  <a:lnTo>
                    <a:pt x="3500618" y="789686"/>
                  </a:lnTo>
                  <a:lnTo>
                    <a:pt x="3448663" y="748979"/>
                  </a:lnTo>
                  <a:lnTo>
                    <a:pt x="3396632" y="706651"/>
                  </a:lnTo>
                  <a:lnTo>
                    <a:pt x="3344504" y="663097"/>
                  </a:lnTo>
                  <a:lnTo>
                    <a:pt x="3292299" y="618763"/>
                  </a:lnTo>
                  <a:lnTo>
                    <a:pt x="3240062" y="574134"/>
                  </a:lnTo>
                  <a:lnTo>
                    <a:pt x="3187846" y="529707"/>
                  </a:lnTo>
                  <a:lnTo>
                    <a:pt x="3135701" y="485967"/>
                  </a:lnTo>
                  <a:lnTo>
                    <a:pt x="3083651" y="443373"/>
                  </a:lnTo>
                  <a:lnTo>
                    <a:pt x="3031686" y="402329"/>
                  </a:lnTo>
                  <a:lnTo>
                    <a:pt x="2979743" y="363176"/>
                  </a:lnTo>
                  <a:lnTo>
                    <a:pt x="2927697" y="326178"/>
                  </a:lnTo>
                  <a:lnTo>
                    <a:pt x="2875346" y="291524"/>
                  </a:lnTo>
                  <a:lnTo>
                    <a:pt x="2822398" y="259319"/>
                  </a:lnTo>
                  <a:lnTo>
                    <a:pt x="2768458" y="229599"/>
                  </a:lnTo>
                  <a:lnTo>
                    <a:pt x="2713001" y="202332"/>
                  </a:lnTo>
                  <a:lnTo>
                    <a:pt x="2702183" y="197397"/>
                  </a:lnTo>
                  <a:lnTo>
                    <a:pt x="2650424" y="175482"/>
                  </a:lnTo>
                  <a:lnTo>
                    <a:pt x="2596226" y="155465"/>
                  </a:lnTo>
                  <a:lnTo>
                    <a:pt x="2538910" y="137279"/>
                  </a:lnTo>
                  <a:lnTo>
                    <a:pt x="2477732" y="120793"/>
                  </a:lnTo>
                  <a:lnTo>
                    <a:pt x="2411917" y="105853"/>
                  </a:lnTo>
                  <a:lnTo>
                    <a:pt x="2340709" y="92297"/>
                  </a:lnTo>
                  <a:lnTo>
                    <a:pt x="2263414" y="79977"/>
                  </a:lnTo>
                  <a:lnTo>
                    <a:pt x="2179475" y="68757"/>
                  </a:lnTo>
                  <a:lnTo>
                    <a:pt x="2088557" y="58530"/>
                  </a:lnTo>
                  <a:lnTo>
                    <a:pt x="1990666" y="49209"/>
                  </a:lnTo>
                  <a:lnTo>
                    <a:pt x="1886287" y="40737"/>
                  </a:lnTo>
                  <a:lnTo>
                    <a:pt x="1776524" y="33081"/>
                  </a:lnTo>
                  <a:lnTo>
                    <a:pt x="1663233" y="26232"/>
                  </a:lnTo>
                  <a:lnTo>
                    <a:pt x="1549071" y="20198"/>
                  </a:lnTo>
                  <a:lnTo>
                    <a:pt x="1437440" y="14996"/>
                  </a:lnTo>
                  <a:lnTo>
                    <a:pt x="1332255" y="10640"/>
                  </a:lnTo>
                  <a:lnTo>
                    <a:pt x="1237529" y="7130"/>
                  </a:lnTo>
                  <a:lnTo>
                    <a:pt x="1156821" y="4438"/>
                  </a:lnTo>
                  <a:lnTo>
                    <a:pt x="1092653" y="2500"/>
                  </a:lnTo>
                  <a:lnTo>
                    <a:pt x="1046035" y="1221"/>
                  </a:lnTo>
                  <a:lnTo>
                    <a:pt x="1016219" y="475"/>
                  </a:lnTo>
                  <a:lnTo>
                    <a:pt x="1000701" y="120"/>
                  </a:lnTo>
                  <a:lnTo>
                    <a:pt x="995412" y="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0" name="pg839"/>
            <p:cNvSpPr/>
            <p:nvPr/>
          </p:nvSpPr>
          <p:spPr>
            <a:xfrm>
              <a:off x="1199187" y="2379083"/>
              <a:ext cx="12049831" cy="2877108"/>
            </a:xfrm>
            <a:custGeom>
              <a:avLst/>
              <a:pathLst>
                <a:path w="12049831" h="2877108">
                  <a:moveTo>
                    <a:pt x="0" y="5240"/>
                  </a:moveTo>
                  <a:lnTo>
                    <a:pt x="994940" y="5240"/>
                  </a:lnTo>
                  <a:lnTo>
                    <a:pt x="996065" y="5263"/>
                  </a:lnTo>
                  <a:lnTo>
                    <a:pt x="1003492" y="5424"/>
                  </a:lnTo>
                  <a:lnTo>
                    <a:pt x="1022317" y="5868"/>
                  </a:lnTo>
                  <a:lnTo>
                    <a:pt x="1056233" y="6744"/>
                  </a:lnTo>
                  <a:lnTo>
                    <a:pt x="1107309" y="8192"/>
                  </a:lnTo>
                  <a:lnTo>
                    <a:pt x="1175838" y="10332"/>
                  </a:lnTo>
                  <a:lnTo>
                    <a:pt x="1260392" y="13254"/>
                  </a:lnTo>
                  <a:lnTo>
                    <a:pt x="1358135" y="17010"/>
                  </a:lnTo>
                  <a:lnTo>
                    <a:pt x="1465336" y="21621"/>
                  </a:lnTo>
                  <a:lnTo>
                    <a:pt x="1577959" y="27084"/>
                  </a:lnTo>
                  <a:lnTo>
                    <a:pt x="1692189" y="33381"/>
                  </a:lnTo>
                  <a:lnTo>
                    <a:pt x="1804798" y="40497"/>
                  </a:lnTo>
                  <a:lnTo>
                    <a:pt x="1913332" y="48428"/>
                  </a:lnTo>
                  <a:lnTo>
                    <a:pt x="2016138" y="57187"/>
                  </a:lnTo>
                  <a:lnTo>
                    <a:pt x="2112279" y="66815"/>
                  </a:lnTo>
                  <a:lnTo>
                    <a:pt x="2201407" y="77377"/>
                  </a:lnTo>
                  <a:lnTo>
                    <a:pt x="2283614" y="88965"/>
                  </a:lnTo>
                  <a:lnTo>
                    <a:pt x="2359303" y="101697"/>
                  </a:lnTo>
                  <a:lnTo>
                    <a:pt x="2429071" y="115710"/>
                  </a:lnTo>
                  <a:lnTo>
                    <a:pt x="2493635" y="131161"/>
                  </a:lnTo>
                  <a:lnTo>
                    <a:pt x="2553759" y="148212"/>
                  </a:lnTo>
                  <a:lnTo>
                    <a:pt x="2610213" y="167016"/>
                  </a:lnTo>
                  <a:lnTo>
                    <a:pt x="2663730" y="187690"/>
                  </a:lnTo>
                  <a:lnTo>
                    <a:pt x="2702183" y="204384"/>
                  </a:lnTo>
                  <a:lnTo>
                    <a:pt x="2757922" y="231387"/>
                  </a:lnTo>
                  <a:lnTo>
                    <a:pt x="2812030" y="260845"/>
                  </a:lnTo>
                  <a:lnTo>
                    <a:pt x="2865058" y="292799"/>
                  </a:lnTo>
                  <a:lnTo>
                    <a:pt x="2917423" y="327231"/>
                  </a:lnTo>
                  <a:lnTo>
                    <a:pt x="2969434" y="364047"/>
                  </a:lnTo>
                  <a:lnTo>
                    <a:pt x="3021308" y="403075"/>
                  </a:lnTo>
                  <a:lnTo>
                    <a:pt x="3073186" y="444064"/>
                  </a:lnTo>
                  <a:lnTo>
                    <a:pt x="3125139" y="486688"/>
                  </a:lnTo>
                  <a:lnTo>
                    <a:pt x="3177189" y="530551"/>
                  </a:lnTo>
                  <a:lnTo>
                    <a:pt x="3229317" y="575203"/>
                  </a:lnTo>
                  <a:lnTo>
                    <a:pt x="3281477" y="620159"/>
                  </a:lnTo>
                  <a:lnTo>
                    <a:pt x="3333616" y="664922"/>
                  </a:lnTo>
                  <a:lnTo>
                    <a:pt x="3385686" y="709000"/>
                  </a:lnTo>
                  <a:lnTo>
                    <a:pt x="3437661" y="751936"/>
                  </a:lnTo>
                  <a:lnTo>
                    <a:pt x="3489551" y="793319"/>
                  </a:lnTo>
                  <a:lnTo>
                    <a:pt x="3541416" y="832808"/>
                  </a:lnTo>
                  <a:lnTo>
                    <a:pt x="3593381" y="870132"/>
                  </a:lnTo>
                  <a:lnTo>
                    <a:pt x="3645644" y="905105"/>
                  </a:lnTo>
                  <a:lnTo>
                    <a:pt x="3698493" y="937615"/>
                  </a:lnTo>
                  <a:lnTo>
                    <a:pt x="3752319" y="967625"/>
                  </a:lnTo>
                  <a:lnTo>
                    <a:pt x="3807639" y="995167"/>
                  </a:lnTo>
                  <a:lnTo>
                    <a:pt x="3820202" y="1000961"/>
                  </a:lnTo>
                  <a:lnTo>
                    <a:pt x="3871958" y="1023068"/>
                  </a:lnTo>
                  <a:lnTo>
                    <a:pt x="3926153" y="1043261"/>
                  </a:lnTo>
                  <a:lnTo>
                    <a:pt x="3983464" y="1061607"/>
                  </a:lnTo>
                  <a:lnTo>
                    <a:pt x="4044638" y="1078238"/>
                  </a:lnTo>
                  <a:lnTo>
                    <a:pt x="4110448" y="1093310"/>
                  </a:lnTo>
                  <a:lnTo>
                    <a:pt x="4181650" y="1106985"/>
                  </a:lnTo>
                  <a:lnTo>
                    <a:pt x="4258938" y="1119415"/>
                  </a:lnTo>
                  <a:lnTo>
                    <a:pt x="4342869" y="1130733"/>
                  </a:lnTo>
                  <a:lnTo>
                    <a:pt x="4433778" y="1141051"/>
                  </a:lnTo>
                  <a:lnTo>
                    <a:pt x="4531659" y="1150454"/>
                  </a:lnTo>
                  <a:lnTo>
                    <a:pt x="4636029" y="1159001"/>
                  </a:lnTo>
                  <a:lnTo>
                    <a:pt x="4745782" y="1166725"/>
                  </a:lnTo>
                  <a:lnTo>
                    <a:pt x="4859065" y="1173635"/>
                  </a:lnTo>
                  <a:lnTo>
                    <a:pt x="4973221" y="1179723"/>
                  </a:lnTo>
                  <a:lnTo>
                    <a:pt x="5084849" y="1184972"/>
                  </a:lnTo>
                  <a:lnTo>
                    <a:pt x="5190036" y="1189366"/>
                  </a:lnTo>
                  <a:lnTo>
                    <a:pt x="5284768" y="1192908"/>
                  </a:lnTo>
                  <a:lnTo>
                    <a:pt x="5365488" y="1195625"/>
                  </a:lnTo>
                  <a:lnTo>
                    <a:pt x="5429671" y="1197580"/>
                  </a:lnTo>
                  <a:lnTo>
                    <a:pt x="5476305" y="1198871"/>
                  </a:lnTo>
                  <a:lnTo>
                    <a:pt x="5506139" y="1199624"/>
                  </a:lnTo>
                  <a:lnTo>
                    <a:pt x="5521672" y="1199983"/>
                  </a:lnTo>
                  <a:lnTo>
                    <a:pt x="5526970" y="1200095"/>
                  </a:lnTo>
                  <a:lnTo>
                    <a:pt x="5527445" y="1200105"/>
                  </a:lnTo>
                  <a:lnTo>
                    <a:pt x="6522385" y="1200105"/>
                  </a:lnTo>
                  <a:lnTo>
                    <a:pt x="6523500" y="1200136"/>
                  </a:lnTo>
                  <a:lnTo>
                    <a:pt x="6530858" y="1200360"/>
                  </a:lnTo>
                  <a:lnTo>
                    <a:pt x="6549513" y="1200978"/>
                  </a:lnTo>
                  <a:lnTo>
                    <a:pt x="6583134" y="1202195"/>
                  </a:lnTo>
                  <a:lnTo>
                    <a:pt x="6633790" y="1204208"/>
                  </a:lnTo>
                  <a:lnTo>
                    <a:pt x="6701797" y="1207183"/>
                  </a:lnTo>
                  <a:lnTo>
                    <a:pt x="6785769" y="1211246"/>
                  </a:lnTo>
                  <a:lnTo>
                    <a:pt x="6882920" y="1216472"/>
                  </a:lnTo>
                  <a:lnTo>
                    <a:pt x="6989571" y="1222891"/>
                  </a:lnTo>
                  <a:lnTo>
                    <a:pt x="7101724" y="1230497"/>
                  </a:lnTo>
                  <a:lnTo>
                    <a:pt x="7215588" y="1239267"/>
                  </a:lnTo>
                  <a:lnTo>
                    <a:pt x="7327943" y="1249180"/>
                  </a:lnTo>
                  <a:lnTo>
                    <a:pt x="7436329" y="1260229"/>
                  </a:lnTo>
                  <a:lnTo>
                    <a:pt x="7539076" y="1272432"/>
                  </a:lnTo>
                  <a:lnTo>
                    <a:pt x="7635229" y="1285842"/>
                  </a:lnTo>
                  <a:lnTo>
                    <a:pt x="7724420" y="1300550"/>
                  </a:lnTo>
                  <a:lnTo>
                    <a:pt x="7806722" y="1316681"/>
                  </a:lnTo>
                  <a:lnTo>
                    <a:pt x="7882519" y="1334397"/>
                  </a:lnTo>
                  <a:lnTo>
                    <a:pt x="7952395" y="1353888"/>
                  </a:lnTo>
                  <a:lnTo>
                    <a:pt x="8017054" y="1375371"/>
                  </a:lnTo>
                  <a:lnTo>
                    <a:pt x="8077253" y="1399069"/>
                  </a:lnTo>
                  <a:lnTo>
                    <a:pt x="8133754" y="1425198"/>
                  </a:lnTo>
                  <a:lnTo>
                    <a:pt x="8187288" y="1453927"/>
                  </a:lnTo>
                  <a:lnTo>
                    <a:pt x="8229629" y="1479605"/>
                  </a:lnTo>
                  <a:lnTo>
                    <a:pt x="8281624" y="1514811"/>
                  </a:lnTo>
                  <a:lnTo>
                    <a:pt x="8332169" y="1553002"/>
                  </a:lnTo>
                  <a:lnTo>
                    <a:pt x="8381719" y="1594234"/>
                  </a:lnTo>
                  <a:lnTo>
                    <a:pt x="8430628" y="1638498"/>
                  </a:lnTo>
                  <a:lnTo>
                    <a:pt x="8479166" y="1685708"/>
                  </a:lnTo>
                  <a:lnTo>
                    <a:pt x="8527530" y="1735697"/>
                  </a:lnTo>
                  <a:lnTo>
                    <a:pt x="8575856" y="1788214"/>
                  </a:lnTo>
                  <a:lnTo>
                    <a:pt x="8624224" y="1842925"/>
                  </a:lnTo>
                  <a:lnTo>
                    <a:pt x="8672671" y="1899418"/>
                  </a:lnTo>
                  <a:lnTo>
                    <a:pt x="8721200" y="1957217"/>
                  </a:lnTo>
                  <a:lnTo>
                    <a:pt x="8769786" y="2015795"/>
                  </a:lnTo>
                  <a:lnTo>
                    <a:pt x="8818389" y="2074592"/>
                  </a:lnTo>
                  <a:lnTo>
                    <a:pt x="8866965" y="2133043"/>
                  </a:lnTo>
                  <a:lnTo>
                    <a:pt x="8915477" y="2190594"/>
                  </a:lnTo>
                  <a:lnTo>
                    <a:pt x="8963905" y="2246727"/>
                  </a:lnTo>
                  <a:lnTo>
                    <a:pt x="9012259" y="2300979"/>
                  </a:lnTo>
                  <a:lnTo>
                    <a:pt x="9060584" y="2352955"/>
                  </a:lnTo>
                  <a:lnTo>
                    <a:pt x="9108974" y="2402340"/>
                  </a:lnTo>
                  <a:lnTo>
                    <a:pt x="9157576" y="2448901"/>
                  </a:lnTo>
                  <a:lnTo>
                    <a:pt x="9206602" y="2492489"/>
                  </a:lnTo>
                  <a:lnTo>
                    <a:pt x="9256341" y="2533038"/>
                  </a:lnTo>
                  <a:lnTo>
                    <a:pt x="9307167" y="2570552"/>
                  </a:lnTo>
                  <a:lnTo>
                    <a:pt x="9347647" y="2597607"/>
                  </a:lnTo>
                  <a:lnTo>
                    <a:pt x="9399233" y="2628539"/>
                  </a:lnTo>
                  <a:lnTo>
                    <a:pt x="9453240" y="2656801"/>
                  </a:lnTo>
                  <a:lnTo>
                    <a:pt x="9510338" y="2682488"/>
                  </a:lnTo>
                  <a:lnTo>
                    <a:pt x="9571266" y="2705780"/>
                  </a:lnTo>
                  <a:lnTo>
                    <a:pt x="9636790" y="2726896"/>
                  </a:lnTo>
                  <a:lnTo>
                    <a:pt x="9707661" y="2746059"/>
                  </a:lnTo>
                  <a:lnTo>
                    <a:pt x="9784566" y="2763483"/>
                  </a:lnTo>
                  <a:lnTo>
                    <a:pt x="9868060" y="2779352"/>
                  </a:lnTo>
                  <a:lnTo>
                    <a:pt x="9958483" y="2793823"/>
                  </a:lnTo>
                  <a:lnTo>
                    <a:pt x="10055839" y="2807016"/>
                  </a:lnTo>
                  <a:lnTo>
                    <a:pt x="10159668" y="2819013"/>
                  </a:lnTo>
                  <a:lnTo>
                    <a:pt x="10268896" y="2829860"/>
                  </a:lnTo>
                  <a:lnTo>
                    <a:pt x="10381718" y="2839573"/>
                  </a:lnTo>
                  <a:lnTo>
                    <a:pt x="10495534" y="2848141"/>
                  </a:lnTo>
                  <a:lnTo>
                    <a:pt x="10607005" y="2855539"/>
                  </a:lnTo>
                  <a:lnTo>
                    <a:pt x="10712270" y="2861747"/>
                  </a:lnTo>
                  <a:lnTo>
                    <a:pt x="10807349" y="2866765"/>
                  </a:lnTo>
                  <a:lnTo>
                    <a:pt x="10888677" y="2870629"/>
                  </a:lnTo>
                  <a:lnTo>
                    <a:pt x="10953683" y="2873424"/>
                  </a:lnTo>
                  <a:lnTo>
                    <a:pt x="11001265" y="2875284"/>
                  </a:lnTo>
                  <a:lnTo>
                    <a:pt x="11032051" y="2876381"/>
                  </a:lnTo>
                  <a:lnTo>
                    <a:pt x="11048408" y="2876915"/>
                  </a:lnTo>
                  <a:lnTo>
                    <a:pt x="11054262" y="2877090"/>
                  </a:lnTo>
                  <a:lnTo>
                    <a:pt x="11054891" y="2877108"/>
                  </a:lnTo>
                  <a:lnTo>
                    <a:pt x="12049831" y="2877108"/>
                  </a:lnTo>
                  <a:lnTo>
                    <a:pt x="12049831" y="2871867"/>
                  </a:lnTo>
                  <a:lnTo>
                    <a:pt x="11054891" y="2871867"/>
                  </a:lnTo>
                  <a:lnTo>
                    <a:pt x="11053777" y="2871836"/>
                  </a:lnTo>
                  <a:lnTo>
                    <a:pt x="11046419" y="2871612"/>
                  </a:lnTo>
                  <a:lnTo>
                    <a:pt x="11027764" y="2870994"/>
                  </a:lnTo>
                  <a:lnTo>
                    <a:pt x="10994143" y="2869776"/>
                  </a:lnTo>
                  <a:lnTo>
                    <a:pt x="10943487" y="2867764"/>
                  </a:lnTo>
                  <a:lnTo>
                    <a:pt x="10875480" y="2864788"/>
                  </a:lnTo>
                  <a:lnTo>
                    <a:pt x="10791508" y="2860726"/>
                  </a:lnTo>
                  <a:lnTo>
                    <a:pt x="10694356" y="2855500"/>
                  </a:lnTo>
                  <a:lnTo>
                    <a:pt x="10587706" y="2849081"/>
                  </a:lnTo>
                  <a:lnTo>
                    <a:pt x="10475552" y="2841475"/>
                  </a:lnTo>
                  <a:lnTo>
                    <a:pt x="10361688" y="2832704"/>
                  </a:lnTo>
                  <a:lnTo>
                    <a:pt x="10249333" y="2822791"/>
                  </a:lnTo>
                  <a:lnTo>
                    <a:pt x="10140947" y="2811743"/>
                  </a:lnTo>
                  <a:lnTo>
                    <a:pt x="10038201" y="2799540"/>
                  </a:lnTo>
                  <a:lnTo>
                    <a:pt x="9942047" y="2786129"/>
                  </a:lnTo>
                  <a:lnTo>
                    <a:pt x="9852856" y="2771422"/>
                  </a:lnTo>
                  <a:lnTo>
                    <a:pt x="9770554" y="2755291"/>
                  </a:lnTo>
                  <a:lnTo>
                    <a:pt x="9694758" y="2737575"/>
                  </a:lnTo>
                  <a:lnTo>
                    <a:pt x="9624881" y="2718084"/>
                  </a:lnTo>
                  <a:lnTo>
                    <a:pt x="9560222" y="2696601"/>
                  </a:lnTo>
                  <a:lnTo>
                    <a:pt x="9500024" y="2672902"/>
                  </a:lnTo>
                  <a:lnTo>
                    <a:pt x="9443522" y="2646773"/>
                  </a:lnTo>
                  <a:lnTo>
                    <a:pt x="9389989" y="2618044"/>
                  </a:lnTo>
                  <a:lnTo>
                    <a:pt x="9347647" y="2592366"/>
                  </a:lnTo>
                  <a:lnTo>
                    <a:pt x="9295652" y="2557161"/>
                  </a:lnTo>
                  <a:lnTo>
                    <a:pt x="9245108" y="2518970"/>
                  </a:lnTo>
                  <a:lnTo>
                    <a:pt x="9195558" y="2477738"/>
                  </a:lnTo>
                  <a:lnTo>
                    <a:pt x="9146649" y="2433474"/>
                  </a:lnTo>
                  <a:lnTo>
                    <a:pt x="9098111" y="2386264"/>
                  </a:lnTo>
                  <a:lnTo>
                    <a:pt x="9049746" y="2336275"/>
                  </a:lnTo>
                  <a:lnTo>
                    <a:pt x="9001421" y="2283758"/>
                  </a:lnTo>
                  <a:lnTo>
                    <a:pt x="8953053" y="2229047"/>
                  </a:lnTo>
                  <a:lnTo>
                    <a:pt x="8904605" y="2172554"/>
                  </a:lnTo>
                  <a:lnTo>
                    <a:pt x="8856076" y="2114754"/>
                  </a:lnTo>
                  <a:lnTo>
                    <a:pt x="8807491" y="2056177"/>
                  </a:lnTo>
                  <a:lnTo>
                    <a:pt x="8758888" y="1997379"/>
                  </a:lnTo>
                  <a:lnTo>
                    <a:pt x="8710312" y="1938929"/>
                  </a:lnTo>
                  <a:lnTo>
                    <a:pt x="8661800" y="1881378"/>
                  </a:lnTo>
                  <a:lnTo>
                    <a:pt x="8613371" y="1825245"/>
                  </a:lnTo>
                  <a:lnTo>
                    <a:pt x="8565017" y="1770993"/>
                  </a:lnTo>
                  <a:lnTo>
                    <a:pt x="8516692" y="1719016"/>
                  </a:lnTo>
                  <a:lnTo>
                    <a:pt x="8468303" y="1669632"/>
                  </a:lnTo>
                  <a:lnTo>
                    <a:pt x="8419701" y="1623071"/>
                  </a:lnTo>
                  <a:lnTo>
                    <a:pt x="8370674" y="1579482"/>
                  </a:lnTo>
                  <a:lnTo>
                    <a:pt x="8320936" y="1538934"/>
                  </a:lnTo>
                  <a:lnTo>
                    <a:pt x="8270110" y="1501420"/>
                  </a:lnTo>
                  <a:lnTo>
                    <a:pt x="8229629" y="1474365"/>
                  </a:lnTo>
                  <a:lnTo>
                    <a:pt x="8178043" y="1443433"/>
                  </a:lnTo>
                  <a:lnTo>
                    <a:pt x="8124037" y="1415171"/>
                  </a:lnTo>
                  <a:lnTo>
                    <a:pt x="8066939" y="1389484"/>
                  </a:lnTo>
                  <a:lnTo>
                    <a:pt x="8006010" y="1366192"/>
                  </a:lnTo>
                  <a:lnTo>
                    <a:pt x="7940486" y="1345076"/>
                  </a:lnTo>
                  <a:lnTo>
                    <a:pt x="7869615" y="1325912"/>
                  </a:lnTo>
                  <a:lnTo>
                    <a:pt x="7792711" y="1308489"/>
                  </a:lnTo>
                  <a:lnTo>
                    <a:pt x="7709216" y="1292620"/>
                  </a:lnTo>
                  <a:lnTo>
                    <a:pt x="7618793" y="1278148"/>
                  </a:lnTo>
                  <a:lnTo>
                    <a:pt x="7521437" y="1264956"/>
                  </a:lnTo>
                  <a:lnTo>
                    <a:pt x="7417609" y="1252959"/>
                  </a:lnTo>
                  <a:lnTo>
                    <a:pt x="7308381" y="1242111"/>
                  </a:lnTo>
                  <a:lnTo>
                    <a:pt x="7195559" y="1232399"/>
                  </a:lnTo>
                  <a:lnTo>
                    <a:pt x="7081743" y="1223831"/>
                  </a:lnTo>
                  <a:lnTo>
                    <a:pt x="6970272" y="1216433"/>
                  </a:lnTo>
                  <a:lnTo>
                    <a:pt x="6865006" y="1210225"/>
                  </a:lnTo>
                  <a:lnTo>
                    <a:pt x="6769927" y="1205207"/>
                  </a:lnTo>
                  <a:lnTo>
                    <a:pt x="6688599" y="1201343"/>
                  </a:lnTo>
                  <a:lnTo>
                    <a:pt x="6623594" y="1198547"/>
                  </a:lnTo>
                  <a:lnTo>
                    <a:pt x="6576012" y="1196688"/>
                  </a:lnTo>
                  <a:lnTo>
                    <a:pt x="6545226" y="1195590"/>
                  </a:lnTo>
                  <a:lnTo>
                    <a:pt x="6528869" y="1195057"/>
                  </a:lnTo>
                  <a:lnTo>
                    <a:pt x="6523014" y="1194882"/>
                  </a:lnTo>
                  <a:lnTo>
                    <a:pt x="6522385" y="1194864"/>
                  </a:lnTo>
                  <a:lnTo>
                    <a:pt x="5527445" y="1194864"/>
                  </a:lnTo>
                  <a:lnTo>
                    <a:pt x="5526320" y="1194841"/>
                  </a:lnTo>
                  <a:lnTo>
                    <a:pt x="5518893" y="1194681"/>
                  </a:lnTo>
                  <a:lnTo>
                    <a:pt x="5500068" y="1194236"/>
                  </a:lnTo>
                  <a:lnTo>
                    <a:pt x="5466152" y="1193360"/>
                  </a:lnTo>
                  <a:lnTo>
                    <a:pt x="5415076" y="1191912"/>
                  </a:lnTo>
                  <a:lnTo>
                    <a:pt x="5346547" y="1189772"/>
                  </a:lnTo>
                  <a:lnTo>
                    <a:pt x="5261993" y="1186851"/>
                  </a:lnTo>
                  <a:lnTo>
                    <a:pt x="5164250" y="1183095"/>
                  </a:lnTo>
                  <a:lnTo>
                    <a:pt x="5057049" y="1178483"/>
                  </a:lnTo>
                  <a:lnTo>
                    <a:pt x="4944426" y="1173020"/>
                  </a:lnTo>
                  <a:lnTo>
                    <a:pt x="4830196" y="1166723"/>
                  </a:lnTo>
                  <a:lnTo>
                    <a:pt x="4717587" y="1159607"/>
                  </a:lnTo>
                  <a:lnTo>
                    <a:pt x="4609053" y="1151676"/>
                  </a:lnTo>
                  <a:lnTo>
                    <a:pt x="4506247" y="1142917"/>
                  </a:lnTo>
                  <a:lnTo>
                    <a:pt x="4410106" y="1133289"/>
                  </a:lnTo>
                  <a:lnTo>
                    <a:pt x="4320978" y="1122727"/>
                  </a:lnTo>
                  <a:lnTo>
                    <a:pt x="4238771" y="1111139"/>
                  </a:lnTo>
                  <a:lnTo>
                    <a:pt x="4163082" y="1098408"/>
                  </a:lnTo>
                  <a:lnTo>
                    <a:pt x="4093313" y="1084394"/>
                  </a:lnTo>
                  <a:lnTo>
                    <a:pt x="4028750" y="1068943"/>
                  </a:lnTo>
                  <a:lnTo>
                    <a:pt x="3968626" y="1051892"/>
                  </a:lnTo>
                  <a:lnTo>
                    <a:pt x="3912172" y="1033089"/>
                  </a:lnTo>
                  <a:lnTo>
                    <a:pt x="3858655" y="1012414"/>
                  </a:lnTo>
                  <a:lnTo>
                    <a:pt x="3820202" y="995720"/>
                  </a:lnTo>
                  <a:lnTo>
                    <a:pt x="3764463" y="968717"/>
                  </a:lnTo>
                  <a:lnTo>
                    <a:pt x="3710355" y="939260"/>
                  </a:lnTo>
                  <a:lnTo>
                    <a:pt x="3657327" y="907305"/>
                  </a:lnTo>
                  <a:lnTo>
                    <a:pt x="3604962" y="872873"/>
                  </a:lnTo>
                  <a:lnTo>
                    <a:pt x="3552951" y="836057"/>
                  </a:lnTo>
                  <a:lnTo>
                    <a:pt x="3501077" y="797029"/>
                  </a:lnTo>
                  <a:lnTo>
                    <a:pt x="3449199" y="756040"/>
                  </a:lnTo>
                  <a:lnTo>
                    <a:pt x="3397246" y="713416"/>
                  </a:lnTo>
                  <a:lnTo>
                    <a:pt x="3345196" y="669554"/>
                  </a:lnTo>
                  <a:lnTo>
                    <a:pt x="3293068" y="624902"/>
                  </a:lnTo>
                  <a:lnTo>
                    <a:pt x="3240908" y="579945"/>
                  </a:lnTo>
                  <a:lnTo>
                    <a:pt x="3188769" y="535182"/>
                  </a:lnTo>
                  <a:lnTo>
                    <a:pt x="3136699" y="491104"/>
                  </a:lnTo>
                  <a:lnTo>
                    <a:pt x="3084724" y="448169"/>
                  </a:lnTo>
                  <a:lnTo>
                    <a:pt x="3032834" y="406785"/>
                  </a:lnTo>
                  <a:lnTo>
                    <a:pt x="2980969" y="367297"/>
                  </a:lnTo>
                  <a:lnTo>
                    <a:pt x="2929004" y="329972"/>
                  </a:lnTo>
                  <a:lnTo>
                    <a:pt x="2876741" y="294999"/>
                  </a:lnTo>
                  <a:lnTo>
                    <a:pt x="2823892" y="262490"/>
                  </a:lnTo>
                  <a:lnTo>
                    <a:pt x="2770066" y="232479"/>
                  </a:lnTo>
                  <a:lnTo>
                    <a:pt x="2714746" y="204937"/>
                  </a:lnTo>
                  <a:lnTo>
                    <a:pt x="2702183" y="199144"/>
                  </a:lnTo>
                  <a:lnTo>
                    <a:pt x="2650427" y="177036"/>
                  </a:lnTo>
                  <a:lnTo>
                    <a:pt x="2596232" y="156844"/>
                  </a:lnTo>
                  <a:lnTo>
                    <a:pt x="2538921" y="138497"/>
                  </a:lnTo>
                  <a:lnTo>
                    <a:pt x="2477747" y="121866"/>
                  </a:lnTo>
                  <a:lnTo>
                    <a:pt x="2411937" y="106794"/>
                  </a:lnTo>
                  <a:lnTo>
                    <a:pt x="2340735" y="93119"/>
                  </a:lnTo>
                  <a:lnTo>
                    <a:pt x="2263447" y="80689"/>
                  </a:lnTo>
                  <a:lnTo>
                    <a:pt x="2179516" y="69371"/>
                  </a:lnTo>
                  <a:lnTo>
                    <a:pt x="2088607" y="59053"/>
                  </a:lnTo>
                  <a:lnTo>
                    <a:pt x="1990726" y="49650"/>
                  </a:lnTo>
                  <a:lnTo>
                    <a:pt x="1886356" y="41103"/>
                  </a:lnTo>
                  <a:lnTo>
                    <a:pt x="1776603" y="33379"/>
                  </a:lnTo>
                  <a:lnTo>
                    <a:pt x="1663320" y="26469"/>
                  </a:lnTo>
                  <a:lnTo>
                    <a:pt x="1549164" y="20381"/>
                  </a:lnTo>
                  <a:lnTo>
                    <a:pt x="1437536" y="15133"/>
                  </a:lnTo>
                  <a:lnTo>
                    <a:pt x="1332349" y="10738"/>
                  </a:lnTo>
                  <a:lnTo>
                    <a:pt x="1237617" y="7196"/>
                  </a:lnTo>
                  <a:lnTo>
                    <a:pt x="1156897" y="4479"/>
                  </a:lnTo>
                  <a:lnTo>
                    <a:pt x="1092714" y="2524"/>
                  </a:lnTo>
                  <a:lnTo>
                    <a:pt x="1046080" y="1233"/>
                  </a:lnTo>
                  <a:lnTo>
                    <a:pt x="1016246" y="480"/>
                  </a:lnTo>
                  <a:lnTo>
                    <a:pt x="1000713" y="121"/>
                  </a:lnTo>
                  <a:lnTo>
                    <a:pt x="995415" y="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41" name="pl840"/>
            <p:cNvSpPr/>
            <p:nvPr/>
          </p:nvSpPr>
          <p:spPr>
            <a:xfrm>
              <a:off x="1199187" y="2384323"/>
              <a:ext cx="12049831" cy="2871867"/>
            </a:xfrm>
            <a:custGeom>
              <a:avLst/>
              <a:pathLst>
                <a:path w="12049831" h="2871867">
                  <a:moveTo>
                    <a:pt x="0" y="0"/>
                  </a:moveTo>
                  <a:lnTo>
                    <a:pt x="994940" y="0"/>
                  </a:lnTo>
                  <a:lnTo>
                    <a:pt x="996065" y="22"/>
                  </a:lnTo>
                  <a:lnTo>
                    <a:pt x="1003492" y="183"/>
                  </a:lnTo>
                  <a:lnTo>
                    <a:pt x="1022317" y="628"/>
                  </a:lnTo>
                  <a:lnTo>
                    <a:pt x="1056233" y="1504"/>
                  </a:lnTo>
                  <a:lnTo>
                    <a:pt x="1107309" y="2952"/>
                  </a:lnTo>
                  <a:lnTo>
                    <a:pt x="1175838" y="5092"/>
                  </a:lnTo>
                  <a:lnTo>
                    <a:pt x="1260392" y="8013"/>
                  </a:lnTo>
                  <a:lnTo>
                    <a:pt x="1358135" y="11769"/>
                  </a:lnTo>
                  <a:lnTo>
                    <a:pt x="1465336" y="16381"/>
                  </a:lnTo>
                  <a:lnTo>
                    <a:pt x="1577959" y="21843"/>
                  </a:lnTo>
                  <a:lnTo>
                    <a:pt x="1692189" y="28141"/>
                  </a:lnTo>
                  <a:lnTo>
                    <a:pt x="1804798" y="35257"/>
                  </a:lnTo>
                  <a:lnTo>
                    <a:pt x="1913332" y="43187"/>
                  </a:lnTo>
                  <a:lnTo>
                    <a:pt x="2016138" y="51947"/>
                  </a:lnTo>
                  <a:lnTo>
                    <a:pt x="2112279" y="61575"/>
                  </a:lnTo>
                  <a:lnTo>
                    <a:pt x="2201407" y="72137"/>
                  </a:lnTo>
                  <a:lnTo>
                    <a:pt x="2283614" y="83725"/>
                  </a:lnTo>
                  <a:lnTo>
                    <a:pt x="2359303" y="96456"/>
                  </a:lnTo>
                  <a:lnTo>
                    <a:pt x="2429071" y="110470"/>
                  </a:lnTo>
                  <a:lnTo>
                    <a:pt x="2493635" y="125921"/>
                  </a:lnTo>
                  <a:lnTo>
                    <a:pt x="2553759" y="142972"/>
                  </a:lnTo>
                  <a:lnTo>
                    <a:pt x="2610213" y="161775"/>
                  </a:lnTo>
                  <a:lnTo>
                    <a:pt x="2663730" y="182449"/>
                  </a:lnTo>
                  <a:lnTo>
                    <a:pt x="2702183" y="199144"/>
                  </a:lnTo>
                  <a:lnTo>
                    <a:pt x="2757922" y="226147"/>
                  </a:lnTo>
                  <a:lnTo>
                    <a:pt x="2812030" y="255604"/>
                  </a:lnTo>
                  <a:lnTo>
                    <a:pt x="2865058" y="287559"/>
                  </a:lnTo>
                  <a:lnTo>
                    <a:pt x="2917423" y="321991"/>
                  </a:lnTo>
                  <a:lnTo>
                    <a:pt x="2969434" y="358806"/>
                  </a:lnTo>
                  <a:lnTo>
                    <a:pt x="3021308" y="397834"/>
                  </a:lnTo>
                  <a:lnTo>
                    <a:pt x="3073186" y="438824"/>
                  </a:lnTo>
                  <a:lnTo>
                    <a:pt x="3125139" y="481447"/>
                  </a:lnTo>
                  <a:lnTo>
                    <a:pt x="3177189" y="525310"/>
                  </a:lnTo>
                  <a:lnTo>
                    <a:pt x="3229317" y="569962"/>
                  </a:lnTo>
                  <a:lnTo>
                    <a:pt x="3281477" y="614919"/>
                  </a:lnTo>
                  <a:lnTo>
                    <a:pt x="3333616" y="659681"/>
                  </a:lnTo>
                  <a:lnTo>
                    <a:pt x="3385686" y="703760"/>
                  </a:lnTo>
                  <a:lnTo>
                    <a:pt x="3437661" y="746695"/>
                  </a:lnTo>
                  <a:lnTo>
                    <a:pt x="3489551" y="788078"/>
                  </a:lnTo>
                  <a:lnTo>
                    <a:pt x="3541416" y="827567"/>
                  </a:lnTo>
                  <a:lnTo>
                    <a:pt x="3593381" y="864892"/>
                  </a:lnTo>
                  <a:lnTo>
                    <a:pt x="3645644" y="899864"/>
                  </a:lnTo>
                  <a:lnTo>
                    <a:pt x="3698493" y="932374"/>
                  </a:lnTo>
                  <a:lnTo>
                    <a:pt x="3752319" y="962384"/>
                  </a:lnTo>
                  <a:lnTo>
                    <a:pt x="3807639" y="989926"/>
                  </a:lnTo>
                  <a:lnTo>
                    <a:pt x="3820202" y="995720"/>
                  </a:lnTo>
                  <a:lnTo>
                    <a:pt x="3871958" y="1017827"/>
                  </a:lnTo>
                  <a:lnTo>
                    <a:pt x="3926153" y="1038020"/>
                  </a:lnTo>
                  <a:lnTo>
                    <a:pt x="3983464" y="1056367"/>
                  </a:lnTo>
                  <a:lnTo>
                    <a:pt x="4044638" y="1072998"/>
                  </a:lnTo>
                  <a:lnTo>
                    <a:pt x="4110448" y="1088070"/>
                  </a:lnTo>
                  <a:lnTo>
                    <a:pt x="4181650" y="1101745"/>
                  </a:lnTo>
                  <a:lnTo>
                    <a:pt x="4258938" y="1114174"/>
                  </a:lnTo>
                  <a:lnTo>
                    <a:pt x="4342869" y="1125493"/>
                  </a:lnTo>
                  <a:lnTo>
                    <a:pt x="4433778" y="1135811"/>
                  </a:lnTo>
                  <a:lnTo>
                    <a:pt x="4531659" y="1145214"/>
                  </a:lnTo>
                  <a:lnTo>
                    <a:pt x="4636029" y="1153761"/>
                  </a:lnTo>
                  <a:lnTo>
                    <a:pt x="4745782" y="1161484"/>
                  </a:lnTo>
                  <a:lnTo>
                    <a:pt x="4859065" y="1168394"/>
                  </a:lnTo>
                  <a:lnTo>
                    <a:pt x="4973221" y="1174482"/>
                  </a:lnTo>
                  <a:lnTo>
                    <a:pt x="5084849" y="1179731"/>
                  </a:lnTo>
                  <a:lnTo>
                    <a:pt x="5190036" y="1184126"/>
                  </a:lnTo>
                  <a:lnTo>
                    <a:pt x="5284768" y="1187667"/>
                  </a:lnTo>
                  <a:lnTo>
                    <a:pt x="5365488" y="1190384"/>
                  </a:lnTo>
                  <a:lnTo>
                    <a:pt x="5429671" y="1192339"/>
                  </a:lnTo>
                  <a:lnTo>
                    <a:pt x="5476305" y="1193630"/>
                  </a:lnTo>
                  <a:lnTo>
                    <a:pt x="5506139" y="1194384"/>
                  </a:lnTo>
                  <a:lnTo>
                    <a:pt x="5521672" y="1194742"/>
                  </a:lnTo>
                  <a:lnTo>
                    <a:pt x="5526970" y="1194855"/>
                  </a:lnTo>
                  <a:lnTo>
                    <a:pt x="5527445" y="1194864"/>
                  </a:lnTo>
                  <a:lnTo>
                    <a:pt x="6522385" y="1194864"/>
                  </a:lnTo>
                  <a:lnTo>
                    <a:pt x="6523500" y="1194895"/>
                  </a:lnTo>
                  <a:lnTo>
                    <a:pt x="6530858" y="1195119"/>
                  </a:lnTo>
                  <a:lnTo>
                    <a:pt x="6549513" y="1195737"/>
                  </a:lnTo>
                  <a:lnTo>
                    <a:pt x="6583134" y="1196955"/>
                  </a:lnTo>
                  <a:lnTo>
                    <a:pt x="6633790" y="1198967"/>
                  </a:lnTo>
                  <a:lnTo>
                    <a:pt x="6701797" y="1201943"/>
                  </a:lnTo>
                  <a:lnTo>
                    <a:pt x="6785769" y="1206006"/>
                  </a:lnTo>
                  <a:lnTo>
                    <a:pt x="6882920" y="1211231"/>
                  </a:lnTo>
                  <a:lnTo>
                    <a:pt x="6989571" y="1217650"/>
                  </a:lnTo>
                  <a:lnTo>
                    <a:pt x="7101724" y="1225256"/>
                  </a:lnTo>
                  <a:lnTo>
                    <a:pt x="7215588" y="1234027"/>
                  </a:lnTo>
                  <a:lnTo>
                    <a:pt x="7327943" y="1243940"/>
                  </a:lnTo>
                  <a:lnTo>
                    <a:pt x="7436329" y="1254988"/>
                  </a:lnTo>
                  <a:lnTo>
                    <a:pt x="7539076" y="1267191"/>
                  </a:lnTo>
                  <a:lnTo>
                    <a:pt x="7635229" y="1280602"/>
                  </a:lnTo>
                  <a:lnTo>
                    <a:pt x="7724420" y="1295309"/>
                  </a:lnTo>
                  <a:lnTo>
                    <a:pt x="7806722" y="1311440"/>
                  </a:lnTo>
                  <a:lnTo>
                    <a:pt x="7882519" y="1329156"/>
                  </a:lnTo>
                  <a:lnTo>
                    <a:pt x="7952395" y="1348648"/>
                  </a:lnTo>
                  <a:lnTo>
                    <a:pt x="8017054" y="1370130"/>
                  </a:lnTo>
                  <a:lnTo>
                    <a:pt x="8077253" y="1393829"/>
                  </a:lnTo>
                  <a:lnTo>
                    <a:pt x="8133754" y="1419958"/>
                  </a:lnTo>
                  <a:lnTo>
                    <a:pt x="8187288" y="1448687"/>
                  </a:lnTo>
                  <a:lnTo>
                    <a:pt x="8229629" y="1474365"/>
                  </a:lnTo>
                  <a:lnTo>
                    <a:pt x="8281624" y="1509570"/>
                  </a:lnTo>
                  <a:lnTo>
                    <a:pt x="8332169" y="1547761"/>
                  </a:lnTo>
                  <a:lnTo>
                    <a:pt x="8381719" y="1588993"/>
                  </a:lnTo>
                  <a:lnTo>
                    <a:pt x="8430628" y="1633257"/>
                  </a:lnTo>
                  <a:lnTo>
                    <a:pt x="8479166" y="1680467"/>
                  </a:lnTo>
                  <a:lnTo>
                    <a:pt x="8527530" y="1730456"/>
                  </a:lnTo>
                  <a:lnTo>
                    <a:pt x="8575856" y="1782973"/>
                  </a:lnTo>
                  <a:lnTo>
                    <a:pt x="8624224" y="1837684"/>
                  </a:lnTo>
                  <a:lnTo>
                    <a:pt x="8672671" y="1894178"/>
                  </a:lnTo>
                  <a:lnTo>
                    <a:pt x="8721200" y="1951977"/>
                  </a:lnTo>
                  <a:lnTo>
                    <a:pt x="8769786" y="2010554"/>
                  </a:lnTo>
                  <a:lnTo>
                    <a:pt x="8818389" y="2069352"/>
                  </a:lnTo>
                  <a:lnTo>
                    <a:pt x="8866965" y="2127802"/>
                  </a:lnTo>
                  <a:lnTo>
                    <a:pt x="8915477" y="2185353"/>
                  </a:lnTo>
                  <a:lnTo>
                    <a:pt x="8963905" y="2241486"/>
                  </a:lnTo>
                  <a:lnTo>
                    <a:pt x="9012259" y="2295738"/>
                  </a:lnTo>
                  <a:lnTo>
                    <a:pt x="9060584" y="2347715"/>
                  </a:lnTo>
                  <a:lnTo>
                    <a:pt x="9108974" y="2397099"/>
                  </a:lnTo>
                  <a:lnTo>
                    <a:pt x="9157576" y="2443660"/>
                  </a:lnTo>
                  <a:lnTo>
                    <a:pt x="9206602" y="2487249"/>
                  </a:lnTo>
                  <a:lnTo>
                    <a:pt x="9256341" y="2527797"/>
                  </a:lnTo>
                  <a:lnTo>
                    <a:pt x="9307167" y="2565312"/>
                  </a:lnTo>
                  <a:lnTo>
                    <a:pt x="9347647" y="2592366"/>
                  </a:lnTo>
                  <a:lnTo>
                    <a:pt x="9399233" y="2623298"/>
                  </a:lnTo>
                  <a:lnTo>
                    <a:pt x="9453240" y="2651561"/>
                  </a:lnTo>
                  <a:lnTo>
                    <a:pt x="9510338" y="2677247"/>
                  </a:lnTo>
                  <a:lnTo>
                    <a:pt x="9571266" y="2700539"/>
                  </a:lnTo>
                  <a:lnTo>
                    <a:pt x="9636790" y="2721655"/>
                  </a:lnTo>
                  <a:lnTo>
                    <a:pt x="9707661" y="2740819"/>
                  </a:lnTo>
                  <a:lnTo>
                    <a:pt x="9784566" y="2758242"/>
                  </a:lnTo>
                  <a:lnTo>
                    <a:pt x="9868060" y="2774112"/>
                  </a:lnTo>
                  <a:lnTo>
                    <a:pt x="9958483" y="2788583"/>
                  </a:lnTo>
                  <a:lnTo>
                    <a:pt x="10055839" y="2801775"/>
                  </a:lnTo>
                  <a:lnTo>
                    <a:pt x="10159668" y="2813772"/>
                  </a:lnTo>
                  <a:lnTo>
                    <a:pt x="10268896" y="2824620"/>
                  </a:lnTo>
                  <a:lnTo>
                    <a:pt x="10381718" y="2834333"/>
                  </a:lnTo>
                  <a:lnTo>
                    <a:pt x="10495534" y="2842900"/>
                  </a:lnTo>
                  <a:lnTo>
                    <a:pt x="10607005" y="2850298"/>
                  </a:lnTo>
                  <a:lnTo>
                    <a:pt x="10712270" y="2856506"/>
                  </a:lnTo>
                  <a:lnTo>
                    <a:pt x="10807349" y="2861524"/>
                  </a:lnTo>
                  <a:lnTo>
                    <a:pt x="10888677" y="2865388"/>
                  </a:lnTo>
                  <a:lnTo>
                    <a:pt x="10953683" y="2868184"/>
                  </a:lnTo>
                  <a:lnTo>
                    <a:pt x="11001265" y="2870043"/>
                  </a:lnTo>
                  <a:lnTo>
                    <a:pt x="11032051" y="2871141"/>
                  </a:lnTo>
                  <a:lnTo>
                    <a:pt x="11048408" y="2871674"/>
                  </a:lnTo>
                  <a:lnTo>
                    <a:pt x="11054262" y="2871849"/>
                  </a:lnTo>
                  <a:lnTo>
                    <a:pt x="11054891" y="2871867"/>
                  </a:lnTo>
                  <a:lnTo>
                    <a:pt x="12049831" y="2871867"/>
                  </a:lnTo>
                  <a:lnTo>
                    <a:pt x="12049831" y="28718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2" name="pl841"/>
            <p:cNvSpPr/>
            <p:nvPr/>
          </p:nvSpPr>
          <p:spPr>
            <a:xfrm>
              <a:off x="1199187" y="2379083"/>
              <a:ext cx="12049831" cy="2871867"/>
            </a:xfrm>
            <a:custGeom>
              <a:avLst/>
              <a:pathLst>
                <a:path w="12049831" h="2871867">
                  <a:moveTo>
                    <a:pt x="12049831" y="2871867"/>
                  </a:moveTo>
                  <a:lnTo>
                    <a:pt x="11054891" y="2871867"/>
                  </a:lnTo>
                  <a:lnTo>
                    <a:pt x="11053777" y="2871836"/>
                  </a:lnTo>
                  <a:lnTo>
                    <a:pt x="11046419" y="2871612"/>
                  </a:lnTo>
                  <a:lnTo>
                    <a:pt x="11027764" y="2870994"/>
                  </a:lnTo>
                  <a:lnTo>
                    <a:pt x="10994143" y="2869776"/>
                  </a:lnTo>
                  <a:lnTo>
                    <a:pt x="10943487" y="2867764"/>
                  </a:lnTo>
                  <a:lnTo>
                    <a:pt x="10875480" y="2864788"/>
                  </a:lnTo>
                  <a:lnTo>
                    <a:pt x="10791508" y="2860726"/>
                  </a:lnTo>
                  <a:lnTo>
                    <a:pt x="10694356" y="2855500"/>
                  </a:lnTo>
                  <a:lnTo>
                    <a:pt x="10587706" y="2849081"/>
                  </a:lnTo>
                  <a:lnTo>
                    <a:pt x="10475552" y="2841475"/>
                  </a:lnTo>
                  <a:lnTo>
                    <a:pt x="10361688" y="2832704"/>
                  </a:lnTo>
                  <a:lnTo>
                    <a:pt x="10249333" y="2822791"/>
                  </a:lnTo>
                  <a:lnTo>
                    <a:pt x="10140947" y="2811743"/>
                  </a:lnTo>
                  <a:lnTo>
                    <a:pt x="10038201" y="2799540"/>
                  </a:lnTo>
                  <a:lnTo>
                    <a:pt x="9942047" y="2786129"/>
                  </a:lnTo>
                  <a:lnTo>
                    <a:pt x="9852856" y="2771422"/>
                  </a:lnTo>
                  <a:lnTo>
                    <a:pt x="9770554" y="2755291"/>
                  </a:lnTo>
                  <a:lnTo>
                    <a:pt x="9694758" y="2737575"/>
                  </a:lnTo>
                  <a:lnTo>
                    <a:pt x="9624881" y="2718084"/>
                  </a:lnTo>
                  <a:lnTo>
                    <a:pt x="9560222" y="2696601"/>
                  </a:lnTo>
                  <a:lnTo>
                    <a:pt x="9500024" y="2672902"/>
                  </a:lnTo>
                  <a:lnTo>
                    <a:pt x="9443522" y="2646773"/>
                  </a:lnTo>
                  <a:lnTo>
                    <a:pt x="9389989" y="2618044"/>
                  </a:lnTo>
                  <a:lnTo>
                    <a:pt x="9347647" y="2592366"/>
                  </a:lnTo>
                  <a:lnTo>
                    <a:pt x="9295652" y="2557161"/>
                  </a:lnTo>
                  <a:lnTo>
                    <a:pt x="9245108" y="2518970"/>
                  </a:lnTo>
                  <a:lnTo>
                    <a:pt x="9195558" y="2477738"/>
                  </a:lnTo>
                  <a:lnTo>
                    <a:pt x="9146649" y="2433474"/>
                  </a:lnTo>
                  <a:lnTo>
                    <a:pt x="9098111" y="2386264"/>
                  </a:lnTo>
                  <a:lnTo>
                    <a:pt x="9049746" y="2336275"/>
                  </a:lnTo>
                  <a:lnTo>
                    <a:pt x="9001421" y="2283758"/>
                  </a:lnTo>
                  <a:lnTo>
                    <a:pt x="8953053" y="2229047"/>
                  </a:lnTo>
                  <a:lnTo>
                    <a:pt x="8904605" y="2172554"/>
                  </a:lnTo>
                  <a:lnTo>
                    <a:pt x="8856076" y="2114754"/>
                  </a:lnTo>
                  <a:lnTo>
                    <a:pt x="8807491" y="2056177"/>
                  </a:lnTo>
                  <a:lnTo>
                    <a:pt x="8758888" y="1997379"/>
                  </a:lnTo>
                  <a:lnTo>
                    <a:pt x="8710312" y="1938929"/>
                  </a:lnTo>
                  <a:lnTo>
                    <a:pt x="8661800" y="1881378"/>
                  </a:lnTo>
                  <a:lnTo>
                    <a:pt x="8613371" y="1825245"/>
                  </a:lnTo>
                  <a:lnTo>
                    <a:pt x="8565017" y="1770993"/>
                  </a:lnTo>
                  <a:lnTo>
                    <a:pt x="8516692" y="1719016"/>
                  </a:lnTo>
                  <a:lnTo>
                    <a:pt x="8468303" y="1669632"/>
                  </a:lnTo>
                  <a:lnTo>
                    <a:pt x="8419701" y="1623071"/>
                  </a:lnTo>
                  <a:lnTo>
                    <a:pt x="8370674" y="1579482"/>
                  </a:lnTo>
                  <a:lnTo>
                    <a:pt x="8320936" y="1538934"/>
                  </a:lnTo>
                  <a:lnTo>
                    <a:pt x="8270110" y="1501420"/>
                  </a:lnTo>
                  <a:lnTo>
                    <a:pt x="8229629" y="1474365"/>
                  </a:lnTo>
                  <a:lnTo>
                    <a:pt x="8178043" y="1443433"/>
                  </a:lnTo>
                  <a:lnTo>
                    <a:pt x="8124037" y="1415171"/>
                  </a:lnTo>
                  <a:lnTo>
                    <a:pt x="8066939" y="1389484"/>
                  </a:lnTo>
                  <a:lnTo>
                    <a:pt x="8006010" y="1366192"/>
                  </a:lnTo>
                  <a:lnTo>
                    <a:pt x="7940486" y="1345076"/>
                  </a:lnTo>
                  <a:lnTo>
                    <a:pt x="7869615" y="1325912"/>
                  </a:lnTo>
                  <a:lnTo>
                    <a:pt x="7792711" y="1308489"/>
                  </a:lnTo>
                  <a:lnTo>
                    <a:pt x="7709216" y="1292620"/>
                  </a:lnTo>
                  <a:lnTo>
                    <a:pt x="7618793" y="1278148"/>
                  </a:lnTo>
                  <a:lnTo>
                    <a:pt x="7521437" y="1264956"/>
                  </a:lnTo>
                  <a:lnTo>
                    <a:pt x="7417609" y="1252959"/>
                  </a:lnTo>
                  <a:lnTo>
                    <a:pt x="7308381" y="1242111"/>
                  </a:lnTo>
                  <a:lnTo>
                    <a:pt x="7195559" y="1232399"/>
                  </a:lnTo>
                  <a:lnTo>
                    <a:pt x="7081743" y="1223831"/>
                  </a:lnTo>
                  <a:lnTo>
                    <a:pt x="6970272" y="1216433"/>
                  </a:lnTo>
                  <a:lnTo>
                    <a:pt x="6865006" y="1210225"/>
                  </a:lnTo>
                  <a:lnTo>
                    <a:pt x="6769927" y="1205207"/>
                  </a:lnTo>
                  <a:lnTo>
                    <a:pt x="6688599" y="1201343"/>
                  </a:lnTo>
                  <a:lnTo>
                    <a:pt x="6623594" y="1198547"/>
                  </a:lnTo>
                  <a:lnTo>
                    <a:pt x="6576012" y="1196688"/>
                  </a:lnTo>
                  <a:lnTo>
                    <a:pt x="6545226" y="1195590"/>
                  </a:lnTo>
                  <a:lnTo>
                    <a:pt x="6528869" y="1195057"/>
                  </a:lnTo>
                  <a:lnTo>
                    <a:pt x="6523014" y="1194882"/>
                  </a:lnTo>
                  <a:lnTo>
                    <a:pt x="6522385" y="1194864"/>
                  </a:lnTo>
                  <a:lnTo>
                    <a:pt x="5527445" y="1194864"/>
                  </a:lnTo>
                  <a:lnTo>
                    <a:pt x="5526320" y="1194841"/>
                  </a:lnTo>
                  <a:lnTo>
                    <a:pt x="5518893" y="1194681"/>
                  </a:lnTo>
                  <a:lnTo>
                    <a:pt x="5500068" y="1194236"/>
                  </a:lnTo>
                  <a:lnTo>
                    <a:pt x="5466152" y="1193360"/>
                  </a:lnTo>
                  <a:lnTo>
                    <a:pt x="5415076" y="1191912"/>
                  </a:lnTo>
                  <a:lnTo>
                    <a:pt x="5346547" y="1189772"/>
                  </a:lnTo>
                  <a:lnTo>
                    <a:pt x="5261993" y="1186851"/>
                  </a:lnTo>
                  <a:lnTo>
                    <a:pt x="5164250" y="1183095"/>
                  </a:lnTo>
                  <a:lnTo>
                    <a:pt x="5057049" y="1178483"/>
                  </a:lnTo>
                  <a:lnTo>
                    <a:pt x="4944426" y="1173020"/>
                  </a:lnTo>
                  <a:lnTo>
                    <a:pt x="4830196" y="1166723"/>
                  </a:lnTo>
                  <a:lnTo>
                    <a:pt x="4717587" y="1159607"/>
                  </a:lnTo>
                  <a:lnTo>
                    <a:pt x="4609053" y="1151676"/>
                  </a:lnTo>
                  <a:lnTo>
                    <a:pt x="4506247" y="1142917"/>
                  </a:lnTo>
                  <a:lnTo>
                    <a:pt x="4410106" y="1133289"/>
                  </a:lnTo>
                  <a:lnTo>
                    <a:pt x="4320978" y="1122727"/>
                  </a:lnTo>
                  <a:lnTo>
                    <a:pt x="4238771" y="1111139"/>
                  </a:lnTo>
                  <a:lnTo>
                    <a:pt x="4163082" y="1098408"/>
                  </a:lnTo>
                  <a:lnTo>
                    <a:pt x="4093313" y="1084394"/>
                  </a:lnTo>
                  <a:lnTo>
                    <a:pt x="4028750" y="1068943"/>
                  </a:lnTo>
                  <a:lnTo>
                    <a:pt x="3968626" y="1051892"/>
                  </a:lnTo>
                  <a:lnTo>
                    <a:pt x="3912172" y="1033089"/>
                  </a:lnTo>
                  <a:lnTo>
                    <a:pt x="3858655" y="1012414"/>
                  </a:lnTo>
                  <a:lnTo>
                    <a:pt x="3820202" y="995720"/>
                  </a:lnTo>
                  <a:lnTo>
                    <a:pt x="3764463" y="968717"/>
                  </a:lnTo>
                  <a:lnTo>
                    <a:pt x="3710355" y="939260"/>
                  </a:lnTo>
                  <a:lnTo>
                    <a:pt x="3657327" y="907305"/>
                  </a:lnTo>
                  <a:lnTo>
                    <a:pt x="3604962" y="872873"/>
                  </a:lnTo>
                  <a:lnTo>
                    <a:pt x="3552951" y="836057"/>
                  </a:lnTo>
                  <a:lnTo>
                    <a:pt x="3501077" y="797029"/>
                  </a:lnTo>
                  <a:lnTo>
                    <a:pt x="3449199" y="756040"/>
                  </a:lnTo>
                  <a:lnTo>
                    <a:pt x="3397246" y="713416"/>
                  </a:lnTo>
                  <a:lnTo>
                    <a:pt x="3345196" y="669554"/>
                  </a:lnTo>
                  <a:lnTo>
                    <a:pt x="3293068" y="624902"/>
                  </a:lnTo>
                  <a:lnTo>
                    <a:pt x="3240908" y="579945"/>
                  </a:lnTo>
                  <a:lnTo>
                    <a:pt x="3188769" y="535182"/>
                  </a:lnTo>
                  <a:lnTo>
                    <a:pt x="3136699" y="491104"/>
                  </a:lnTo>
                  <a:lnTo>
                    <a:pt x="3084724" y="448169"/>
                  </a:lnTo>
                  <a:lnTo>
                    <a:pt x="3032834" y="406785"/>
                  </a:lnTo>
                  <a:lnTo>
                    <a:pt x="2980969" y="367297"/>
                  </a:lnTo>
                  <a:lnTo>
                    <a:pt x="2929004" y="329972"/>
                  </a:lnTo>
                  <a:lnTo>
                    <a:pt x="2876741" y="294999"/>
                  </a:lnTo>
                  <a:lnTo>
                    <a:pt x="2823892" y="262490"/>
                  </a:lnTo>
                  <a:lnTo>
                    <a:pt x="2770066" y="232479"/>
                  </a:lnTo>
                  <a:lnTo>
                    <a:pt x="2714746" y="204937"/>
                  </a:lnTo>
                  <a:lnTo>
                    <a:pt x="2702183" y="199144"/>
                  </a:lnTo>
                  <a:lnTo>
                    <a:pt x="2650427" y="177036"/>
                  </a:lnTo>
                  <a:lnTo>
                    <a:pt x="2596232" y="156844"/>
                  </a:lnTo>
                  <a:lnTo>
                    <a:pt x="2538921" y="138497"/>
                  </a:lnTo>
                  <a:lnTo>
                    <a:pt x="2477747" y="121866"/>
                  </a:lnTo>
                  <a:lnTo>
                    <a:pt x="2411937" y="106794"/>
                  </a:lnTo>
                  <a:lnTo>
                    <a:pt x="2340735" y="93119"/>
                  </a:lnTo>
                  <a:lnTo>
                    <a:pt x="2263447" y="80689"/>
                  </a:lnTo>
                  <a:lnTo>
                    <a:pt x="2179516" y="69371"/>
                  </a:lnTo>
                  <a:lnTo>
                    <a:pt x="2088607" y="59053"/>
                  </a:lnTo>
                  <a:lnTo>
                    <a:pt x="1990726" y="49650"/>
                  </a:lnTo>
                  <a:lnTo>
                    <a:pt x="1886356" y="41103"/>
                  </a:lnTo>
                  <a:lnTo>
                    <a:pt x="1776603" y="33379"/>
                  </a:lnTo>
                  <a:lnTo>
                    <a:pt x="1663320" y="26469"/>
                  </a:lnTo>
                  <a:lnTo>
                    <a:pt x="1549164" y="20381"/>
                  </a:lnTo>
                  <a:lnTo>
                    <a:pt x="1437536" y="15133"/>
                  </a:lnTo>
                  <a:lnTo>
                    <a:pt x="1332349" y="10738"/>
                  </a:lnTo>
                  <a:lnTo>
                    <a:pt x="1237617" y="7196"/>
                  </a:lnTo>
                  <a:lnTo>
                    <a:pt x="1156897" y="4479"/>
                  </a:lnTo>
                  <a:lnTo>
                    <a:pt x="1092714" y="2524"/>
                  </a:lnTo>
                  <a:lnTo>
                    <a:pt x="1046080" y="1233"/>
                  </a:lnTo>
                  <a:lnTo>
                    <a:pt x="1016246" y="480"/>
                  </a:lnTo>
                  <a:lnTo>
                    <a:pt x="1000713" y="121"/>
                  </a:lnTo>
                  <a:lnTo>
                    <a:pt x="995415" y="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3" name="pg842"/>
            <p:cNvSpPr/>
            <p:nvPr/>
          </p:nvSpPr>
          <p:spPr>
            <a:xfrm>
              <a:off x="1199187" y="2384323"/>
              <a:ext cx="12049831" cy="3217749"/>
            </a:xfrm>
            <a:custGeom>
              <a:avLst/>
              <a:pathLst>
                <a:path w="12049831" h="3217749">
                  <a:moveTo>
                    <a:pt x="0" y="20962"/>
                  </a:moveTo>
                  <a:lnTo>
                    <a:pt x="994940" y="20962"/>
                  </a:lnTo>
                  <a:lnTo>
                    <a:pt x="996065" y="20985"/>
                  </a:lnTo>
                  <a:lnTo>
                    <a:pt x="1003489" y="21148"/>
                  </a:lnTo>
                  <a:lnTo>
                    <a:pt x="1022310" y="21598"/>
                  </a:lnTo>
                  <a:lnTo>
                    <a:pt x="1056218" y="22486"/>
                  </a:lnTo>
                  <a:lnTo>
                    <a:pt x="1107282" y="23952"/>
                  </a:lnTo>
                  <a:lnTo>
                    <a:pt x="1175797" y="26120"/>
                  </a:lnTo>
                  <a:lnTo>
                    <a:pt x="1260335" y="29079"/>
                  </a:lnTo>
                  <a:lnTo>
                    <a:pt x="1358062" y="32883"/>
                  </a:lnTo>
                  <a:lnTo>
                    <a:pt x="1465247" y="37555"/>
                  </a:lnTo>
                  <a:lnTo>
                    <a:pt x="1577857" y="43088"/>
                  </a:lnTo>
                  <a:lnTo>
                    <a:pt x="1692077" y="49467"/>
                  </a:lnTo>
                  <a:lnTo>
                    <a:pt x="1804679" y="56675"/>
                  </a:lnTo>
                  <a:lnTo>
                    <a:pt x="1913210" y="64708"/>
                  </a:lnTo>
                  <a:lnTo>
                    <a:pt x="2016014" y="73581"/>
                  </a:lnTo>
                  <a:lnTo>
                    <a:pt x="2112155" y="83334"/>
                  </a:lnTo>
                  <a:lnTo>
                    <a:pt x="2201285" y="94032"/>
                  </a:lnTo>
                  <a:lnTo>
                    <a:pt x="2283495" y="105770"/>
                  </a:lnTo>
                  <a:lnTo>
                    <a:pt x="2359187" y="118666"/>
                  </a:lnTo>
                  <a:lnTo>
                    <a:pt x="2428958" y="132860"/>
                  </a:lnTo>
                  <a:lnTo>
                    <a:pt x="2493524" y="148511"/>
                  </a:lnTo>
                  <a:lnTo>
                    <a:pt x="2553650" y="165782"/>
                  </a:lnTo>
                  <a:lnTo>
                    <a:pt x="2610106" y="184827"/>
                  </a:lnTo>
                  <a:lnTo>
                    <a:pt x="2663623" y="205768"/>
                  </a:lnTo>
                  <a:lnTo>
                    <a:pt x="2702183" y="222726"/>
                  </a:lnTo>
                  <a:lnTo>
                    <a:pt x="2757800" y="250022"/>
                  </a:lnTo>
                  <a:lnTo>
                    <a:pt x="2811793" y="279792"/>
                  </a:lnTo>
                  <a:lnTo>
                    <a:pt x="2864708" y="312081"/>
                  </a:lnTo>
                  <a:lnTo>
                    <a:pt x="2916960" y="346870"/>
                  </a:lnTo>
                  <a:lnTo>
                    <a:pt x="2968858" y="384064"/>
                  </a:lnTo>
                  <a:lnTo>
                    <a:pt x="3020618" y="423492"/>
                  </a:lnTo>
                  <a:lnTo>
                    <a:pt x="3072380" y="464902"/>
                  </a:lnTo>
                  <a:lnTo>
                    <a:pt x="3124217" y="507966"/>
                  </a:lnTo>
                  <a:lnTo>
                    <a:pt x="3176149" y="552288"/>
                  </a:lnTo>
                  <a:lnTo>
                    <a:pt x="3228160" y="597416"/>
                  </a:lnTo>
                  <a:lnTo>
                    <a:pt x="3280205" y="642862"/>
                  </a:lnTo>
                  <a:lnTo>
                    <a:pt x="3332229" y="688124"/>
                  </a:lnTo>
                  <a:lnTo>
                    <a:pt x="3384186" y="732709"/>
                  </a:lnTo>
                  <a:lnTo>
                    <a:pt x="3436049" y="776154"/>
                  </a:lnTo>
                  <a:lnTo>
                    <a:pt x="3487826" y="818045"/>
                  </a:lnTo>
                  <a:lnTo>
                    <a:pt x="3539575" y="858035"/>
                  </a:lnTo>
                  <a:lnTo>
                    <a:pt x="3591418" y="895851"/>
                  </a:lnTo>
                  <a:lnTo>
                    <a:pt x="3643549" y="931300"/>
                  </a:lnTo>
                  <a:lnTo>
                    <a:pt x="3696250" y="964268"/>
                  </a:lnTo>
                  <a:lnTo>
                    <a:pt x="3749904" y="994715"/>
                  </a:lnTo>
                  <a:lnTo>
                    <a:pt x="3805021" y="1022669"/>
                  </a:lnTo>
                  <a:lnTo>
                    <a:pt x="3820202" y="1029784"/>
                  </a:lnTo>
                  <a:lnTo>
                    <a:pt x="3871954" y="1052180"/>
                  </a:lnTo>
                  <a:lnTo>
                    <a:pt x="3926143" y="1072637"/>
                  </a:lnTo>
                  <a:lnTo>
                    <a:pt x="3983449" y="1091224"/>
                  </a:lnTo>
                  <a:lnTo>
                    <a:pt x="4044616" y="1108073"/>
                  </a:lnTo>
                  <a:lnTo>
                    <a:pt x="4110417" y="1123343"/>
                  </a:lnTo>
                  <a:lnTo>
                    <a:pt x="4181611" y="1137197"/>
                  </a:lnTo>
                  <a:lnTo>
                    <a:pt x="4258888" y="1149790"/>
                  </a:lnTo>
                  <a:lnTo>
                    <a:pt x="4342807" y="1161257"/>
                  </a:lnTo>
                  <a:lnTo>
                    <a:pt x="4433703" y="1171710"/>
                  </a:lnTo>
                  <a:lnTo>
                    <a:pt x="4531569" y="1181237"/>
                  </a:lnTo>
                  <a:lnTo>
                    <a:pt x="4635924" y="1189896"/>
                  </a:lnTo>
                  <a:lnTo>
                    <a:pt x="4745663" y="1197722"/>
                  </a:lnTo>
                  <a:lnTo>
                    <a:pt x="4858933" y="1204723"/>
                  </a:lnTo>
                  <a:lnTo>
                    <a:pt x="4973080" y="1210891"/>
                  </a:lnTo>
                  <a:lnTo>
                    <a:pt x="5084704" y="1216210"/>
                  </a:lnTo>
                  <a:lnTo>
                    <a:pt x="5189893" y="1220663"/>
                  </a:lnTo>
                  <a:lnTo>
                    <a:pt x="5284635" y="1224252"/>
                  </a:lnTo>
                  <a:lnTo>
                    <a:pt x="5365371" y="1227006"/>
                  </a:lnTo>
                  <a:lnTo>
                    <a:pt x="5429577" y="1228988"/>
                  </a:lnTo>
                  <a:lnTo>
                    <a:pt x="5476238" y="1230297"/>
                  </a:lnTo>
                  <a:lnTo>
                    <a:pt x="5506097" y="1231061"/>
                  </a:lnTo>
                  <a:lnTo>
                    <a:pt x="5521653" y="1231425"/>
                  </a:lnTo>
                  <a:lnTo>
                    <a:pt x="5526966" y="1231539"/>
                  </a:lnTo>
                  <a:lnTo>
                    <a:pt x="5527445" y="1231549"/>
                  </a:lnTo>
                  <a:lnTo>
                    <a:pt x="6522385" y="1231549"/>
                  </a:lnTo>
                  <a:lnTo>
                    <a:pt x="6523491" y="1231585"/>
                  </a:lnTo>
                  <a:lnTo>
                    <a:pt x="6530794" y="1231848"/>
                  </a:lnTo>
                  <a:lnTo>
                    <a:pt x="6549312" y="1232574"/>
                  </a:lnTo>
                  <a:lnTo>
                    <a:pt x="6582697" y="1234005"/>
                  </a:lnTo>
                  <a:lnTo>
                    <a:pt x="6633015" y="1236370"/>
                  </a:lnTo>
                  <a:lnTo>
                    <a:pt x="6700603" y="1239867"/>
                  </a:lnTo>
                  <a:lnTo>
                    <a:pt x="6784106" y="1244644"/>
                  </a:lnTo>
                  <a:lnTo>
                    <a:pt x="6880780" y="1250790"/>
                  </a:lnTo>
                  <a:lnTo>
                    <a:pt x="6986986" y="1258341"/>
                  </a:lnTo>
                  <a:lnTo>
                    <a:pt x="7098759" y="1267291"/>
                  </a:lnTo>
                  <a:lnTo>
                    <a:pt x="7212325" y="1277615"/>
                  </a:lnTo>
                  <a:lnTo>
                    <a:pt x="7324472" y="1289284"/>
                  </a:lnTo>
                  <a:lnTo>
                    <a:pt x="7432735" y="1302292"/>
                  </a:lnTo>
                  <a:lnTo>
                    <a:pt x="7535432" y="1316658"/>
                  </a:lnTo>
                  <a:lnTo>
                    <a:pt x="7631594" y="1332444"/>
                  </a:lnTo>
                  <a:lnTo>
                    <a:pt x="7720834" y="1349753"/>
                  </a:lnTo>
                  <a:lnTo>
                    <a:pt x="7803211" y="1368732"/>
                  </a:lnTo>
                  <a:lnTo>
                    <a:pt x="7879094" y="1389569"/>
                  </a:lnTo>
                  <a:lnTo>
                    <a:pt x="7949058" y="1412487"/>
                  </a:lnTo>
                  <a:lnTo>
                    <a:pt x="8013795" y="1437738"/>
                  </a:lnTo>
                  <a:lnTo>
                    <a:pt x="8074055" y="1465586"/>
                  </a:lnTo>
                  <a:lnTo>
                    <a:pt x="8130596" y="1496284"/>
                  </a:lnTo>
                  <a:lnTo>
                    <a:pt x="8184144" y="1530037"/>
                  </a:lnTo>
                  <a:lnTo>
                    <a:pt x="8229629" y="1562582"/>
                  </a:lnTo>
                  <a:lnTo>
                    <a:pt x="8279328" y="1602335"/>
                  </a:lnTo>
                  <a:lnTo>
                    <a:pt x="8327684" y="1645309"/>
                  </a:lnTo>
                  <a:lnTo>
                    <a:pt x="8375099" y="1691568"/>
                  </a:lnTo>
                  <a:lnTo>
                    <a:pt x="8421892" y="1741109"/>
                  </a:lnTo>
                  <a:lnTo>
                    <a:pt x="8468307" y="1793857"/>
                  </a:lnTo>
                  <a:lnTo>
                    <a:pt x="8514530" y="1849657"/>
                  </a:lnTo>
                  <a:lnTo>
                    <a:pt x="8560689" y="1908271"/>
                  </a:lnTo>
                  <a:lnTo>
                    <a:pt x="8606869" y="1969379"/>
                  </a:lnTo>
                  <a:lnTo>
                    <a:pt x="8653114" y="2032583"/>
                  </a:lnTo>
                  <a:lnTo>
                    <a:pt x="8699436" y="2097413"/>
                  </a:lnTo>
                  <a:lnTo>
                    <a:pt x="8745822" y="2163345"/>
                  </a:lnTo>
                  <a:lnTo>
                    <a:pt x="8792243" y="2229816"/>
                  </a:lnTo>
                  <a:lnTo>
                    <a:pt x="8838661" y="2296241"/>
                  </a:lnTo>
                  <a:lnTo>
                    <a:pt x="8885039" y="2362038"/>
                  </a:lnTo>
                  <a:lnTo>
                    <a:pt x="8931349" y="2426649"/>
                  </a:lnTo>
                  <a:lnTo>
                    <a:pt x="8977583" y="2489556"/>
                  </a:lnTo>
                  <a:lnTo>
                    <a:pt x="9023755" y="2550301"/>
                  </a:lnTo>
                  <a:lnTo>
                    <a:pt x="9069918" y="2608498"/>
                  </a:lnTo>
                  <a:lnTo>
                    <a:pt x="9116161" y="2663837"/>
                  </a:lnTo>
                  <a:lnTo>
                    <a:pt x="9162621" y="2716095"/>
                  </a:lnTo>
                  <a:lnTo>
                    <a:pt x="9209493" y="2765129"/>
                  </a:lnTo>
                  <a:lnTo>
                    <a:pt x="9257031" y="2810877"/>
                  </a:lnTo>
                  <a:lnTo>
                    <a:pt x="9305567" y="2853345"/>
                  </a:lnTo>
                  <a:lnTo>
                    <a:pt x="9347647" y="2886715"/>
                  </a:lnTo>
                  <a:lnTo>
                    <a:pt x="9399096" y="2923259"/>
                  </a:lnTo>
                  <a:lnTo>
                    <a:pt x="9452950" y="2956657"/>
                  </a:lnTo>
                  <a:lnTo>
                    <a:pt x="9509877" y="2987019"/>
                  </a:lnTo>
                  <a:lnTo>
                    <a:pt x="9570608" y="3014558"/>
                  </a:lnTo>
                  <a:lnTo>
                    <a:pt x="9635902" y="3039531"/>
                  </a:lnTo>
                  <a:lnTo>
                    <a:pt x="9706506" y="3062199"/>
                  </a:lnTo>
                  <a:lnTo>
                    <a:pt x="9783102" y="3082814"/>
                  </a:lnTo>
                  <a:lnTo>
                    <a:pt x="9866246" y="3101595"/>
                  </a:lnTo>
                  <a:lnTo>
                    <a:pt x="9956278" y="3118724"/>
                  </a:lnTo>
                  <a:lnTo>
                    <a:pt x="10053212" y="3134344"/>
                  </a:lnTo>
                  <a:lnTo>
                    <a:pt x="10156603" y="3148554"/>
                  </a:lnTo>
                  <a:lnTo>
                    <a:pt x="10265407" y="3161408"/>
                  </a:lnTo>
                  <a:lnTo>
                    <a:pt x="10377855" y="3172926"/>
                  </a:lnTo>
                  <a:lnTo>
                    <a:pt x="10491392" y="3183094"/>
                  </a:lnTo>
                  <a:lnTo>
                    <a:pt x="10602730" y="3191887"/>
                  </a:lnTo>
                  <a:lnTo>
                    <a:pt x="10708050" y="3199277"/>
                  </a:lnTo>
                  <a:lnTo>
                    <a:pt x="10803397" y="3205265"/>
                  </a:lnTo>
                  <a:lnTo>
                    <a:pt x="10885205" y="3209890"/>
                  </a:lnTo>
                  <a:lnTo>
                    <a:pt x="10950866" y="3213250"/>
                  </a:lnTo>
                  <a:lnTo>
                    <a:pt x="10999208" y="3215498"/>
                  </a:lnTo>
                  <a:lnTo>
                    <a:pt x="11030766" y="3216837"/>
                  </a:lnTo>
                  <a:lnTo>
                    <a:pt x="11047797" y="3217498"/>
                  </a:lnTo>
                  <a:lnTo>
                    <a:pt x="11054117" y="3217723"/>
                  </a:lnTo>
                  <a:lnTo>
                    <a:pt x="11054891" y="3217749"/>
                  </a:lnTo>
                  <a:lnTo>
                    <a:pt x="12049831" y="3217749"/>
                  </a:lnTo>
                  <a:lnTo>
                    <a:pt x="12049831" y="3196786"/>
                  </a:lnTo>
                  <a:lnTo>
                    <a:pt x="11054891" y="3196786"/>
                  </a:lnTo>
                  <a:lnTo>
                    <a:pt x="11053785" y="3196749"/>
                  </a:lnTo>
                  <a:lnTo>
                    <a:pt x="11046483" y="3196487"/>
                  </a:lnTo>
                  <a:lnTo>
                    <a:pt x="11027964" y="3195761"/>
                  </a:lnTo>
                  <a:lnTo>
                    <a:pt x="10994580" y="3194330"/>
                  </a:lnTo>
                  <a:lnTo>
                    <a:pt x="10944261" y="3191964"/>
                  </a:lnTo>
                  <a:lnTo>
                    <a:pt x="10876674" y="3188467"/>
                  </a:lnTo>
                  <a:lnTo>
                    <a:pt x="10793171" y="3183691"/>
                  </a:lnTo>
                  <a:lnTo>
                    <a:pt x="10696496" y="3177545"/>
                  </a:lnTo>
                  <a:lnTo>
                    <a:pt x="10590291" y="3169994"/>
                  </a:lnTo>
                  <a:lnTo>
                    <a:pt x="10478518" y="3161044"/>
                  </a:lnTo>
                  <a:lnTo>
                    <a:pt x="10364951" y="3150720"/>
                  </a:lnTo>
                  <a:lnTo>
                    <a:pt x="10252804" y="3139050"/>
                  </a:lnTo>
                  <a:lnTo>
                    <a:pt x="10144541" y="3126043"/>
                  </a:lnTo>
                  <a:lnTo>
                    <a:pt x="10041844" y="3111677"/>
                  </a:lnTo>
                  <a:lnTo>
                    <a:pt x="9945683" y="3095891"/>
                  </a:lnTo>
                  <a:lnTo>
                    <a:pt x="9856443" y="3078582"/>
                  </a:lnTo>
                  <a:lnTo>
                    <a:pt x="9774066" y="3059602"/>
                  </a:lnTo>
                  <a:lnTo>
                    <a:pt x="9698183" y="3038766"/>
                  </a:lnTo>
                  <a:lnTo>
                    <a:pt x="9628219" y="3015848"/>
                  </a:lnTo>
                  <a:lnTo>
                    <a:pt x="9563482" y="2990597"/>
                  </a:lnTo>
                  <a:lnTo>
                    <a:pt x="9503222" y="2962749"/>
                  </a:lnTo>
                  <a:lnTo>
                    <a:pt x="9446681" y="2932050"/>
                  </a:lnTo>
                  <a:lnTo>
                    <a:pt x="9393132" y="2898298"/>
                  </a:lnTo>
                  <a:lnTo>
                    <a:pt x="9347647" y="2865753"/>
                  </a:lnTo>
                  <a:lnTo>
                    <a:pt x="9297948" y="2826000"/>
                  </a:lnTo>
                  <a:lnTo>
                    <a:pt x="9249593" y="2783026"/>
                  </a:lnTo>
                  <a:lnTo>
                    <a:pt x="9202178" y="2736767"/>
                  </a:lnTo>
                  <a:lnTo>
                    <a:pt x="9155385" y="2687226"/>
                  </a:lnTo>
                  <a:lnTo>
                    <a:pt x="9108969" y="2634478"/>
                  </a:lnTo>
                  <a:lnTo>
                    <a:pt x="9062747" y="2578678"/>
                  </a:lnTo>
                  <a:lnTo>
                    <a:pt x="9016588" y="2520064"/>
                  </a:lnTo>
                  <a:lnTo>
                    <a:pt x="8970408" y="2458956"/>
                  </a:lnTo>
                  <a:lnTo>
                    <a:pt x="8924163" y="2395752"/>
                  </a:lnTo>
                  <a:lnTo>
                    <a:pt x="8877841" y="2330922"/>
                  </a:lnTo>
                  <a:lnTo>
                    <a:pt x="8831454" y="2264989"/>
                  </a:lnTo>
                  <a:lnTo>
                    <a:pt x="8785033" y="2198519"/>
                  </a:lnTo>
                  <a:lnTo>
                    <a:pt x="8738616" y="2132094"/>
                  </a:lnTo>
                  <a:lnTo>
                    <a:pt x="8692238" y="2066297"/>
                  </a:lnTo>
                  <a:lnTo>
                    <a:pt x="8645927" y="2001686"/>
                  </a:lnTo>
                  <a:lnTo>
                    <a:pt x="8599694" y="1938779"/>
                  </a:lnTo>
                  <a:lnTo>
                    <a:pt x="8553521" y="1878034"/>
                  </a:lnTo>
                  <a:lnTo>
                    <a:pt x="8507359" y="1819837"/>
                  </a:lnTo>
                  <a:lnTo>
                    <a:pt x="8461116" y="1764498"/>
                  </a:lnTo>
                  <a:lnTo>
                    <a:pt x="8414655" y="1712240"/>
                  </a:lnTo>
                  <a:lnTo>
                    <a:pt x="8367783" y="1663205"/>
                  </a:lnTo>
                  <a:lnTo>
                    <a:pt x="8320245" y="1617458"/>
                  </a:lnTo>
                  <a:lnTo>
                    <a:pt x="8271710" y="1574990"/>
                  </a:lnTo>
                  <a:lnTo>
                    <a:pt x="8229629" y="1541619"/>
                  </a:lnTo>
                  <a:lnTo>
                    <a:pt x="8178181" y="1505076"/>
                  </a:lnTo>
                  <a:lnTo>
                    <a:pt x="8124326" y="1471678"/>
                  </a:lnTo>
                  <a:lnTo>
                    <a:pt x="8067400" y="1441316"/>
                  </a:lnTo>
                  <a:lnTo>
                    <a:pt x="8006669" y="1413776"/>
                  </a:lnTo>
                  <a:lnTo>
                    <a:pt x="7941374" y="1388804"/>
                  </a:lnTo>
                  <a:lnTo>
                    <a:pt x="7870771" y="1366135"/>
                  </a:lnTo>
                  <a:lnTo>
                    <a:pt x="7794174" y="1345521"/>
                  </a:lnTo>
                  <a:lnTo>
                    <a:pt x="7711030" y="1326740"/>
                  </a:lnTo>
                  <a:lnTo>
                    <a:pt x="7620999" y="1309611"/>
                  </a:lnTo>
                  <a:lnTo>
                    <a:pt x="7524065" y="1293991"/>
                  </a:lnTo>
                  <a:lnTo>
                    <a:pt x="7420673" y="1279781"/>
                  </a:lnTo>
                  <a:lnTo>
                    <a:pt x="7311869" y="1266927"/>
                  </a:lnTo>
                  <a:lnTo>
                    <a:pt x="7199422" y="1255409"/>
                  </a:lnTo>
                  <a:lnTo>
                    <a:pt x="7085884" y="1245240"/>
                  </a:lnTo>
                  <a:lnTo>
                    <a:pt x="6974547" y="1236448"/>
                  </a:lnTo>
                  <a:lnTo>
                    <a:pt x="6869227" y="1229058"/>
                  </a:lnTo>
                  <a:lnTo>
                    <a:pt x="6773879" y="1223070"/>
                  </a:lnTo>
                  <a:lnTo>
                    <a:pt x="6692071" y="1218445"/>
                  </a:lnTo>
                  <a:lnTo>
                    <a:pt x="6626410" y="1215085"/>
                  </a:lnTo>
                  <a:lnTo>
                    <a:pt x="6578068" y="1212837"/>
                  </a:lnTo>
                  <a:lnTo>
                    <a:pt x="6546511" y="1211498"/>
                  </a:lnTo>
                  <a:lnTo>
                    <a:pt x="6529480" y="1210837"/>
                  </a:lnTo>
                  <a:lnTo>
                    <a:pt x="6523160" y="1210612"/>
                  </a:lnTo>
                  <a:lnTo>
                    <a:pt x="6522385" y="1210586"/>
                  </a:lnTo>
                  <a:lnTo>
                    <a:pt x="5527445" y="1210586"/>
                  </a:lnTo>
                  <a:lnTo>
                    <a:pt x="5526320" y="1210563"/>
                  </a:lnTo>
                  <a:lnTo>
                    <a:pt x="5518896" y="1210400"/>
                  </a:lnTo>
                  <a:lnTo>
                    <a:pt x="5500075" y="1209950"/>
                  </a:lnTo>
                  <a:lnTo>
                    <a:pt x="5466167" y="1209062"/>
                  </a:lnTo>
                  <a:lnTo>
                    <a:pt x="5415103" y="1207596"/>
                  </a:lnTo>
                  <a:lnTo>
                    <a:pt x="5346588" y="1205428"/>
                  </a:lnTo>
                  <a:lnTo>
                    <a:pt x="5262050" y="1202469"/>
                  </a:lnTo>
                  <a:lnTo>
                    <a:pt x="5164323" y="1198665"/>
                  </a:lnTo>
                  <a:lnTo>
                    <a:pt x="5057138" y="1193993"/>
                  </a:lnTo>
                  <a:lnTo>
                    <a:pt x="4944528" y="1188460"/>
                  </a:lnTo>
                  <a:lnTo>
                    <a:pt x="4830308" y="1182081"/>
                  </a:lnTo>
                  <a:lnTo>
                    <a:pt x="4717706" y="1174873"/>
                  </a:lnTo>
                  <a:lnTo>
                    <a:pt x="4609175" y="1166840"/>
                  </a:lnTo>
                  <a:lnTo>
                    <a:pt x="4506371" y="1157967"/>
                  </a:lnTo>
                  <a:lnTo>
                    <a:pt x="4410230" y="1148214"/>
                  </a:lnTo>
                  <a:lnTo>
                    <a:pt x="4321100" y="1137516"/>
                  </a:lnTo>
                  <a:lnTo>
                    <a:pt x="4238890" y="1125778"/>
                  </a:lnTo>
                  <a:lnTo>
                    <a:pt x="4163198" y="1112882"/>
                  </a:lnTo>
                  <a:lnTo>
                    <a:pt x="4093427" y="1098688"/>
                  </a:lnTo>
                  <a:lnTo>
                    <a:pt x="4028861" y="1083037"/>
                  </a:lnTo>
                  <a:lnTo>
                    <a:pt x="3968735" y="1065766"/>
                  </a:lnTo>
                  <a:lnTo>
                    <a:pt x="3912279" y="1046721"/>
                  </a:lnTo>
                  <a:lnTo>
                    <a:pt x="3858762" y="1025780"/>
                  </a:lnTo>
                  <a:lnTo>
                    <a:pt x="3820202" y="1008822"/>
                  </a:lnTo>
                  <a:lnTo>
                    <a:pt x="3764585" y="981526"/>
                  </a:lnTo>
                  <a:lnTo>
                    <a:pt x="3710592" y="951756"/>
                  </a:lnTo>
                  <a:lnTo>
                    <a:pt x="3657677" y="919467"/>
                  </a:lnTo>
                  <a:lnTo>
                    <a:pt x="3605425" y="884678"/>
                  </a:lnTo>
                  <a:lnTo>
                    <a:pt x="3553527" y="847484"/>
                  </a:lnTo>
                  <a:lnTo>
                    <a:pt x="3501767" y="808056"/>
                  </a:lnTo>
                  <a:lnTo>
                    <a:pt x="3450005" y="766646"/>
                  </a:lnTo>
                  <a:lnTo>
                    <a:pt x="3398168" y="723582"/>
                  </a:lnTo>
                  <a:lnTo>
                    <a:pt x="3346235" y="679260"/>
                  </a:lnTo>
                  <a:lnTo>
                    <a:pt x="3294225" y="634132"/>
                  </a:lnTo>
                  <a:lnTo>
                    <a:pt x="3242180" y="588686"/>
                  </a:lnTo>
                  <a:lnTo>
                    <a:pt x="3190156" y="543424"/>
                  </a:lnTo>
                  <a:lnTo>
                    <a:pt x="3138199" y="498839"/>
                  </a:lnTo>
                  <a:lnTo>
                    <a:pt x="3086336" y="455394"/>
                  </a:lnTo>
                  <a:lnTo>
                    <a:pt x="3034559" y="413503"/>
                  </a:lnTo>
                  <a:lnTo>
                    <a:pt x="2982810" y="373513"/>
                  </a:lnTo>
                  <a:lnTo>
                    <a:pt x="2930967" y="335697"/>
                  </a:lnTo>
                  <a:lnTo>
                    <a:pt x="2878836" y="300248"/>
                  </a:lnTo>
                  <a:lnTo>
                    <a:pt x="2826135" y="267280"/>
                  </a:lnTo>
                  <a:lnTo>
                    <a:pt x="2772481" y="236833"/>
                  </a:lnTo>
                  <a:lnTo>
                    <a:pt x="2717364" y="208879"/>
                  </a:lnTo>
                  <a:lnTo>
                    <a:pt x="2702183" y="201764"/>
                  </a:lnTo>
                  <a:lnTo>
                    <a:pt x="2650431" y="179368"/>
                  </a:lnTo>
                  <a:lnTo>
                    <a:pt x="2596242" y="158911"/>
                  </a:lnTo>
                  <a:lnTo>
                    <a:pt x="2538936" y="140324"/>
                  </a:lnTo>
                  <a:lnTo>
                    <a:pt x="2477769" y="123475"/>
                  </a:lnTo>
                  <a:lnTo>
                    <a:pt x="2411968" y="108205"/>
                  </a:lnTo>
                  <a:lnTo>
                    <a:pt x="2340774" y="94351"/>
                  </a:lnTo>
                  <a:lnTo>
                    <a:pt x="2263497" y="81758"/>
                  </a:lnTo>
                  <a:lnTo>
                    <a:pt x="2179578" y="70291"/>
                  </a:lnTo>
                  <a:lnTo>
                    <a:pt x="2088682" y="59838"/>
                  </a:lnTo>
                  <a:lnTo>
                    <a:pt x="1990816" y="50311"/>
                  </a:lnTo>
                  <a:lnTo>
                    <a:pt x="1886461" y="41652"/>
                  </a:lnTo>
                  <a:lnTo>
                    <a:pt x="1776722" y="33826"/>
                  </a:lnTo>
                  <a:lnTo>
                    <a:pt x="1663452" y="26825"/>
                  </a:lnTo>
                  <a:lnTo>
                    <a:pt x="1549305" y="20657"/>
                  </a:lnTo>
                  <a:lnTo>
                    <a:pt x="1437681" y="15338"/>
                  </a:lnTo>
                  <a:lnTo>
                    <a:pt x="1332492" y="10885"/>
                  </a:lnTo>
                  <a:lnTo>
                    <a:pt x="1237750" y="7296"/>
                  </a:lnTo>
                  <a:lnTo>
                    <a:pt x="1157014" y="4542"/>
                  </a:lnTo>
                  <a:lnTo>
                    <a:pt x="1092808" y="2560"/>
                  </a:lnTo>
                  <a:lnTo>
                    <a:pt x="1046147" y="1251"/>
                  </a:lnTo>
                  <a:lnTo>
                    <a:pt x="1016288" y="487"/>
                  </a:lnTo>
                  <a:lnTo>
                    <a:pt x="1000732" y="123"/>
                  </a:lnTo>
                  <a:lnTo>
                    <a:pt x="995419" y="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44" name="pl843"/>
            <p:cNvSpPr/>
            <p:nvPr/>
          </p:nvSpPr>
          <p:spPr>
            <a:xfrm>
              <a:off x="1199187" y="2405286"/>
              <a:ext cx="12049831" cy="3196786"/>
            </a:xfrm>
            <a:custGeom>
              <a:avLst/>
              <a:pathLst>
                <a:path w="12049831" h="3196786">
                  <a:moveTo>
                    <a:pt x="0" y="0"/>
                  </a:moveTo>
                  <a:lnTo>
                    <a:pt x="994940" y="0"/>
                  </a:lnTo>
                  <a:lnTo>
                    <a:pt x="996065" y="22"/>
                  </a:lnTo>
                  <a:lnTo>
                    <a:pt x="1003489" y="185"/>
                  </a:lnTo>
                  <a:lnTo>
                    <a:pt x="1022310" y="636"/>
                  </a:lnTo>
                  <a:lnTo>
                    <a:pt x="1056218" y="1523"/>
                  </a:lnTo>
                  <a:lnTo>
                    <a:pt x="1107282" y="2990"/>
                  </a:lnTo>
                  <a:lnTo>
                    <a:pt x="1175797" y="5157"/>
                  </a:lnTo>
                  <a:lnTo>
                    <a:pt x="1260335" y="8116"/>
                  </a:lnTo>
                  <a:lnTo>
                    <a:pt x="1358062" y="11921"/>
                  </a:lnTo>
                  <a:lnTo>
                    <a:pt x="1465247" y="16592"/>
                  </a:lnTo>
                  <a:lnTo>
                    <a:pt x="1577857" y="22125"/>
                  </a:lnTo>
                  <a:lnTo>
                    <a:pt x="1692077" y="28504"/>
                  </a:lnTo>
                  <a:lnTo>
                    <a:pt x="1804679" y="35713"/>
                  </a:lnTo>
                  <a:lnTo>
                    <a:pt x="1913210" y="43746"/>
                  </a:lnTo>
                  <a:lnTo>
                    <a:pt x="2016014" y="52619"/>
                  </a:lnTo>
                  <a:lnTo>
                    <a:pt x="2112155" y="62371"/>
                  </a:lnTo>
                  <a:lnTo>
                    <a:pt x="2201285" y="73070"/>
                  </a:lnTo>
                  <a:lnTo>
                    <a:pt x="2283495" y="84808"/>
                  </a:lnTo>
                  <a:lnTo>
                    <a:pt x="2359187" y="97703"/>
                  </a:lnTo>
                  <a:lnTo>
                    <a:pt x="2428958" y="111898"/>
                  </a:lnTo>
                  <a:lnTo>
                    <a:pt x="2493524" y="127548"/>
                  </a:lnTo>
                  <a:lnTo>
                    <a:pt x="2553650" y="144819"/>
                  </a:lnTo>
                  <a:lnTo>
                    <a:pt x="2610106" y="163865"/>
                  </a:lnTo>
                  <a:lnTo>
                    <a:pt x="2663623" y="184805"/>
                  </a:lnTo>
                  <a:lnTo>
                    <a:pt x="2702183" y="201764"/>
                  </a:lnTo>
                  <a:lnTo>
                    <a:pt x="2757800" y="229059"/>
                  </a:lnTo>
                  <a:lnTo>
                    <a:pt x="2811793" y="258829"/>
                  </a:lnTo>
                  <a:lnTo>
                    <a:pt x="2864708" y="291119"/>
                  </a:lnTo>
                  <a:lnTo>
                    <a:pt x="2916960" y="325907"/>
                  </a:lnTo>
                  <a:lnTo>
                    <a:pt x="2968858" y="363101"/>
                  </a:lnTo>
                  <a:lnTo>
                    <a:pt x="3020618" y="402529"/>
                  </a:lnTo>
                  <a:lnTo>
                    <a:pt x="3072380" y="443940"/>
                  </a:lnTo>
                  <a:lnTo>
                    <a:pt x="3124217" y="487004"/>
                  </a:lnTo>
                  <a:lnTo>
                    <a:pt x="3176149" y="531326"/>
                  </a:lnTo>
                  <a:lnTo>
                    <a:pt x="3228160" y="576453"/>
                  </a:lnTo>
                  <a:lnTo>
                    <a:pt x="3280205" y="621899"/>
                  </a:lnTo>
                  <a:lnTo>
                    <a:pt x="3332229" y="667161"/>
                  </a:lnTo>
                  <a:lnTo>
                    <a:pt x="3384186" y="711746"/>
                  </a:lnTo>
                  <a:lnTo>
                    <a:pt x="3436049" y="755191"/>
                  </a:lnTo>
                  <a:lnTo>
                    <a:pt x="3487826" y="797082"/>
                  </a:lnTo>
                  <a:lnTo>
                    <a:pt x="3539575" y="837073"/>
                  </a:lnTo>
                  <a:lnTo>
                    <a:pt x="3591418" y="874889"/>
                  </a:lnTo>
                  <a:lnTo>
                    <a:pt x="3643549" y="910338"/>
                  </a:lnTo>
                  <a:lnTo>
                    <a:pt x="3696250" y="943305"/>
                  </a:lnTo>
                  <a:lnTo>
                    <a:pt x="3749904" y="973752"/>
                  </a:lnTo>
                  <a:lnTo>
                    <a:pt x="3805021" y="1001707"/>
                  </a:lnTo>
                  <a:lnTo>
                    <a:pt x="3820202" y="1008822"/>
                  </a:lnTo>
                  <a:lnTo>
                    <a:pt x="3871954" y="1031218"/>
                  </a:lnTo>
                  <a:lnTo>
                    <a:pt x="3926143" y="1051675"/>
                  </a:lnTo>
                  <a:lnTo>
                    <a:pt x="3983449" y="1070262"/>
                  </a:lnTo>
                  <a:lnTo>
                    <a:pt x="4044616" y="1087110"/>
                  </a:lnTo>
                  <a:lnTo>
                    <a:pt x="4110417" y="1102380"/>
                  </a:lnTo>
                  <a:lnTo>
                    <a:pt x="4181611" y="1116234"/>
                  </a:lnTo>
                  <a:lnTo>
                    <a:pt x="4258888" y="1128827"/>
                  </a:lnTo>
                  <a:lnTo>
                    <a:pt x="4342807" y="1140294"/>
                  </a:lnTo>
                  <a:lnTo>
                    <a:pt x="4433703" y="1150747"/>
                  </a:lnTo>
                  <a:lnTo>
                    <a:pt x="4531569" y="1160274"/>
                  </a:lnTo>
                  <a:lnTo>
                    <a:pt x="4635924" y="1168934"/>
                  </a:lnTo>
                  <a:lnTo>
                    <a:pt x="4745663" y="1176759"/>
                  </a:lnTo>
                  <a:lnTo>
                    <a:pt x="4858933" y="1183760"/>
                  </a:lnTo>
                  <a:lnTo>
                    <a:pt x="4973080" y="1189929"/>
                  </a:lnTo>
                  <a:lnTo>
                    <a:pt x="5084704" y="1195247"/>
                  </a:lnTo>
                  <a:lnTo>
                    <a:pt x="5189893" y="1199701"/>
                  </a:lnTo>
                  <a:lnTo>
                    <a:pt x="5284635" y="1203290"/>
                  </a:lnTo>
                  <a:lnTo>
                    <a:pt x="5365371" y="1206044"/>
                  </a:lnTo>
                  <a:lnTo>
                    <a:pt x="5429577" y="1208025"/>
                  </a:lnTo>
                  <a:lnTo>
                    <a:pt x="5476238" y="1209334"/>
                  </a:lnTo>
                  <a:lnTo>
                    <a:pt x="5506097" y="1210098"/>
                  </a:lnTo>
                  <a:lnTo>
                    <a:pt x="5521653" y="1210462"/>
                  </a:lnTo>
                  <a:lnTo>
                    <a:pt x="5526966" y="1210576"/>
                  </a:lnTo>
                  <a:lnTo>
                    <a:pt x="5527445" y="1210586"/>
                  </a:lnTo>
                  <a:lnTo>
                    <a:pt x="6522385" y="1210586"/>
                  </a:lnTo>
                  <a:lnTo>
                    <a:pt x="6523491" y="1210623"/>
                  </a:lnTo>
                  <a:lnTo>
                    <a:pt x="6530794" y="1210886"/>
                  </a:lnTo>
                  <a:lnTo>
                    <a:pt x="6549312" y="1211612"/>
                  </a:lnTo>
                  <a:lnTo>
                    <a:pt x="6582697" y="1213042"/>
                  </a:lnTo>
                  <a:lnTo>
                    <a:pt x="6633015" y="1215408"/>
                  </a:lnTo>
                  <a:lnTo>
                    <a:pt x="6700603" y="1218905"/>
                  </a:lnTo>
                  <a:lnTo>
                    <a:pt x="6784106" y="1223681"/>
                  </a:lnTo>
                  <a:lnTo>
                    <a:pt x="6880780" y="1229827"/>
                  </a:lnTo>
                  <a:lnTo>
                    <a:pt x="6986986" y="1237378"/>
                  </a:lnTo>
                  <a:lnTo>
                    <a:pt x="7098759" y="1246329"/>
                  </a:lnTo>
                  <a:lnTo>
                    <a:pt x="7212325" y="1256652"/>
                  </a:lnTo>
                  <a:lnTo>
                    <a:pt x="7324472" y="1268322"/>
                  </a:lnTo>
                  <a:lnTo>
                    <a:pt x="7432735" y="1281329"/>
                  </a:lnTo>
                  <a:lnTo>
                    <a:pt x="7535432" y="1295695"/>
                  </a:lnTo>
                  <a:lnTo>
                    <a:pt x="7631594" y="1311481"/>
                  </a:lnTo>
                  <a:lnTo>
                    <a:pt x="7720834" y="1328791"/>
                  </a:lnTo>
                  <a:lnTo>
                    <a:pt x="7803211" y="1347770"/>
                  </a:lnTo>
                  <a:lnTo>
                    <a:pt x="7879094" y="1368607"/>
                  </a:lnTo>
                  <a:lnTo>
                    <a:pt x="7949058" y="1391525"/>
                  </a:lnTo>
                  <a:lnTo>
                    <a:pt x="8013795" y="1416775"/>
                  </a:lnTo>
                  <a:lnTo>
                    <a:pt x="8074055" y="1444623"/>
                  </a:lnTo>
                  <a:lnTo>
                    <a:pt x="8130596" y="1475322"/>
                  </a:lnTo>
                  <a:lnTo>
                    <a:pt x="8184144" y="1509075"/>
                  </a:lnTo>
                  <a:lnTo>
                    <a:pt x="8229629" y="1541619"/>
                  </a:lnTo>
                  <a:lnTo>
                    <a:pt x="8279328" y="1581372"/>
                  </a:lnTo>
                  <a:lnTo>
                    <a:pt x="8327684" y="1624346"/>
                  </a:lnTo>
                  <a:lnTo>
                    <a:pt x="8375099" y="1670605"/>
                  </a:lnTo>
                  <a:lnTo>
                    <a:pt x="8421892" y="1720146"/>
                  </a:lnTo>
                  <a:lnTo>
                    <a:pt x="8468307" y="1772894"/>
                  </a:lnTo>
                  <a:lnTo>
                    <a:pt x="8514530" y="1828694"/>
                  </a:lnTo>
                  <a:lnTo>
                    <a:pt x="8560689" y="1887309"/>
                  </a:lnTo>
                  <a:lnTo>
                    <a:pt x="8606869" y="1948417"/>
                  </a:lnTo>
                  <a:lnTo>
                    <a:pt x="8653114" y="2011620"/>
                  </a:lnTo>
                  <a:lnTo>
                    <a:pt x="8699436" y="2076450"/>
                  </a:lnTo>
                  <a:lnTo>
                    <a:pt x="8745822" y="2142383"/>
                  </a:lnTo>
                  <a:lnTo>
                    <a:pt x="8792243" y="2208853"/>
                  </a:lnTo>
                  <a:lnTo>
                    <a:pt x="8838661" y="2275278"/>
                  </a:lnTo>
                  <a:lnTo>
                    <a:pt x="8885039" y="2341076"/>
                  </a:lnTo>
                  <a:lnTo>
                    <a:pt x="8931349" y="2405686"/>
                  </a:lnTo>
                  <a:lnTo>
                    <a:pt x="8977583" y="2468594"/>
                  </a:lnTo>
                  <a:lnTo>
                    <a:pt x="9023755" y="2529339"/>
                  </a:lnTo>
                  <a:lnTo>
                    <a:pt x="9069918" y="2587535"/>
                  </a:lnTo>
                  <a:lnTo>
                    <a:pt x="9116161" y="2642874"/>
                  </a:lnTo>
                  <a:lnTo>
                    <a:pt x="9162621" y="2695133"/>
                  </a:lnTo>
                  <a:lnTo>
                    <a:pt x="9209493" y="2744167"/>
                  </a:lnTo>
                  <a:lnTo>
                    <a:pt x="9257031" y="2789914"/>
                  </a:lnTo>
                  <a:lnTo>
                    <a:pt x="9305567" y="2832382"/>
                  </a:lnTo>
                  <a:lnTo>
                    <a:pt x="9347647" y="2865753"/>
                  </a:lnTo>
                  <a:lnTo>
                    <a:pt x="9399096" y="2902296"/>
                  </a:lnTo>
                  <a:lnTo>
                    <a:pt x="9452950" y="2935694"/>
                  </a:lnTo>
                  <a:lnTo>
                    <a:pt x="9509877" y="2966057"/>
                  </a:lnTo>
                  <a:lnTo>
                    <a:pt x="9570608" y="2993596"/>
                  </a:lnTo>
                  <a:lnTo>
                    <a:pt x="9635902" y="3018568"/>
                  </a:lnTo>
                  <a:lnTo>
                    <a:pt x="9706506" y="3041237"/>
                  </a:lnTo>
                  <a:lnTo>
                    <a:pt x="9783102" y="3061852"/>
                  </a:lnTo>
                  <a:lnTo>
                    <a:pt x="9866246" y="3080632"/>
                  </a:lnTo>
                  <a:lnTo>
                    <a:pt x="9956278" y="3097762"/>
                  </a:lnTo>
                  <a:lnTo>
                    <a:pt x="10053212" y="3113382"/>
                  </a:lnTo>
                  <a:lnTo>
                    <a:pt x="10156603" y="3127591"/>
                  </a:lnTo>
                  <a:lnTo>
                    <a:pt x="10265407" y="3140446"/>
                  </a:lnTo>
                  <a:lnTo>
                    <a:pt x="10377855" y="3151963"/>
                  </a:lnTo>
                  <a:lnTo>
                    <a:pt x="10491392" y="3162132"/>
                  </a:lnTo>
                  <a:lnTo>
                    <a:pt x="10602730" y="3170924"/>
                  </a:lnTo>
                  <a:lnTo>
                    <a:pt x="10708050" y="3178315"/>
                  </a:lnTo>
                  <a:lnTo>
                    <a:pt x="10803397" y="3184302"/>
                  </a:lnTo>
                  <a:lnTo>
                    <a:pt x="10885205" y="3188927"/>
                  </a:lnTo>
                  <a:lnTo>
                    <a:pt x="10950866" y="3192287"/>
                  </a:lnTo>
                  <a:lnTo>
                    <a:pt x="10999208" y="3194536"/>
                  </a:lnTo>
                  <a:lnTo>
                    <a:pt x="11030766" y="3195874"/>
                  </a:lnTo>
                  <a:lnTo>
                    <a:pt x="11047797" y="3196535"/>
                  </a:lnTo>
                  <a:lnTo>
                    <a:pt x="11054117" y="3196761"/>
                  </a:lnTo>
                  <a:lnTo>
                    <a:pt x="11054891" y="3196786"/>
                  </a:lnTo>
                  <a:lnTo>
                    <a:pt x="12049831" y="3196786"/>
                  </a:lnTo>
                  <a:lnTo>
                    <a:pt x="12049831" y="31967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5" name="pl844"/>
            <p:cNvSpPr/>
            <p:nvPr/>
          </p:nvSpPr>
          <p:spPr>
            <a:xfrm>
              <a:off x="1199187" y="2384323"/>
              <a:ext cx="12049831" cy="3196786"/>
            </a:xfrm>
            <a:custGeom>
              <a:avLst/>
              <a:pathLst>
                <a:path w="12049831" h="3196786">
                  <a:moveTo>
                    <a:pt x="12049831" y="3196786"/>
                  </a:moveTo>
                  <a:lnTo>
                    <a:pt x="11054891" y="3196786"/>
                  </a:lnTo>
                  <a:lnTo>
                    <a:pt x="11053785" y="3196749"/>
                  </a:lnTo>
                  <a:lnTo>
                    <a:pt x="11046483" y="3196487"/>
                  </a:lnTo>
                  <a:lnTo>
                    <a:pt x="11027964" y="3195761"/>
                  </a:lnTo>
                  <a:lnTo>
                    <a:pt x="10994580" y="3194330"/>
                  </a:lnTo>
                  <a:lnTo>
                    <a:pt x="10944261" y="3191964"/>
                  </a:lnTo>
                  <a:lnTo>
                    <a:pt x="10876674" y="3188467"/>
                  </a:lnTo>
                  <a:lnTo>
                    <a:pt x="10793171" y="3183691"/>
                  </a:lnTo>
                  <a:lnTo>
                    <a:pt x="10696496" y="3177545"/>
                  </a:lnTo>
                  <a:lnTo>
                    <a:pt x="10590291" y="3169994"/>
                  </a:lnTo>
                  <a:lnTo>
                    <a:pt x="10478518" y="3161044"/>
                  </a:lnTo>
                  <a:lnTo>
                    <a:pt x="10364951" y="3150720"/>
                  </a:lnTo>
                  <a:lnTo>
                    <a:pt x="10252804" y="3139050"/>
                  </a:lnTo>
                  <a:lnTo>
                    <a:pt x="10144541" y="3126043"/>
                  </a:lnTo>
                  <a:lnTo>
                    <a:pt x="10041844" y="3111677"/>
                  </a:lnTo>
                  <a:lnTo>
                    <a:pt x="9945683" y="3095891"/>
                  </a:lnTo>
                  <a:lnTo>
                    <a:pt x="9856443" y="3078582"/>
                  </a:lnTo>
                  <a:lnTo>
                    <a:pt x="9774066" y="3059602"/>
                  </a:lnTo>
                  <a:lnTo>
                    <a:pt x="9698183" y="3038766"/>
                  </a:lnTo>
                  <a:lnTo>
                    <a:pt x="9628219" y="3015848"/>
                  </a:lnTo>
                  <a:lnTo>
                    <a:pt x="9563482" y="2990597"/>
                  </a:lnTo>
                  <a:lnTo>
                    <a:pt x="9503222" y="2962749"/>
                  </a:lnTo>
                  <a:lnTo>
                    <a:pt x="9446681" y="2932050"/>
                  </a:lnTo>
                  <a:lnTo>
                    <a:pt x="9393132" y="2898298"/>
                  </a:lnTo>
                  <a:lnTo>
                    <a:pt x="9347647" y="2865753"/>
                  </a:lnTo>
                  <a:lnTo>
                    <a:pt x="9297948" y="2826000"/>
                  </a:lnTo>
                  <a:lnTo>
                    <a:pt x="9249593" y="2783026"/>
                  </a:lnTo>
                  <a:lnTo>
                    <a:pt x="9202178" y="2736767"/>
                  </a:lnTo>
                  <a:lnTo>
                    <a:pt x="9155385" y="2687226"/>
                  </a:lnTo>
                  <a:lnTo>
                    <a:pt x="9108969" y="2634478"/>
                  </a:lnTo>
                  <a:lnTo>
                    <a:pt x="9062747" y="2578678"/>
                  </a:lnTo>
                  <a:lnTo>
                    <a:pt x="9016588" y="2520064"/>
                  </a:lnTo>
                  <a:lnTo>
                    <a:pt x="8970408" y="2458956"/>
                  </a:lnTo>
                  <a:lnTo>
                    <a:pt x="8924163" y="2395752"/>
                  </a:lnTo>
                  <a:lnTo>
                    <a:pt x="8877841" y="2330922"/>
                  </a:lnTo>
                  <a:lnTo>
                    <a:pt x="8831454" y="2264989"/>
                  </a:lnTo>
                  <a:lnTo>
                    <a:pt x="8785033" y="2198519"/>
                  </a:lnTo>
                  <a:lnTo>
                    <a:pt x="8738616" y="2132094"/>
                  </a:lnTo>
                  <a:lnTo>
                    <a:pt x="8692238" y="2066297"/>
                  </a:lnTo>
                  <a:lnTo>
                    <a:pt x="8645927" y="2001686"/>
                  </a:lnTo>
                  <a:lnTo>
                    <a:pt x="8599694" y="1938779"/>
                  </a:lnTo>
                  <a:lnTo>
                    <a:pt x="8553521" y="1878034"/>
                  </a:lnTo>
                  <a:lnTo>
                    <a:pt x="8507359" y="1819837"/>
                  </a:lnTo>
                  <a:lnTo>
                    <a:pt x="8461116" y="1764498"/>
                  </a:lnTo>
                  <a:lnTo>
                    <a:pt x="8414655" y="1712240"/>
                  </a:lnTo>
                  <a:lnTo>
                    <a:pt x="8367783" y="1663205"/>
                  </a:lnTo>
                  <a:lnTo>
                    <a:pt x="8320245" y="1617458"/>
                  </a:lnTo>
                  <a:lnTo>
                    <a:pt x="8271710" y="1574990"/>
                  </a:lnTo>
                  <a:lnTo>
                    <a:pt x="8229629" y="1541619"/>
                  </a:lnTo>
                  <a:lnTo>
                    <a:pt x="8178181" y="1505076"/>
                  </a:lnTo>
                  <a:lnTo>
                    <a:pt x="8124326" y="1471678"/>
                  </a:lnTo>
                  <a:lnTo>
                    <a:pt x="8067400" y="1441316"/>
                  </a:lnTo>
                  <a:lnTo>
                    <a:pt x="8006669" y="1413776"/>
                  </a:lnTo>
                  <a:lnTo>
                    <a:pt x="7941374" y="1388804"/>
                  </a:lnTo>
                  <a:lnTo>
                    <a:pt x="7870771" y="1366135"/>
                  </a:lnTo>
                  <a:lnTo>
                    <a:pt x="7794174" y="1345521"/>
                  </a:lnTo>
                  <a:lnTo>
                    <a:pt x="7711030" y="1326740"/>
                  </a:lnTo>
                  <a:lnTo>
                    <a:pt x="7620999" y="1309611"/>
                  </a:lnTo>
                  <a:lnTo>
                    <a:pt x="7524065" y="1293991"/>
                  </a:lnTo>
                  <a:lnTo>
                    <a:pt x="7420673" y="1279781"/>
                  </a:lnTo>
                  <a:lnTo>
                    <a:pt x="7311869" y="1266927"/>
                  </a:lnTo>
                  <a:lnTo>
                    <a:pt x="7199422" y="1255409"/>
                  </a:lnTo>
                  <a:lnTo>
                    <a:pt x="7085884" y="1245240"/>
                  </a:lnTo>
                  <a:lnTo>
                    <a:pt x="6974547" y="1236448"/>
                  </a:lnTo>
                  <a:lnTo>
                    <a:pt x="6869227" y="1229058"/>
                  </a:lnTo>
                  <a:lnTo>
                    <a:pt x="6773879" y="1223070"/>
                  </a:lnTo>
                  <a:lnTo>
                    <a:pt x="6692071" y="1218445"/>
                  </a:lnTo>
                  <a:lnTo>
                    <a:pt x="6626410" y="1215085"/>
                  </a:lnTo>
                  <a:lnTo>
                    <a:pt x="6578068" y="1212837"/>
                  </a:lnTo>
                  <a:lnTo>
                    <a:pt x="6546511" y="1211498"/>
                  </a:lnTo>
                  <a:lnTo>
                    <a:pt x="6529480" y="1210837"/>
                  </a:lnTo>
                  <a:lnTo>
                    <a:pt x="6523160" y="1210612"/>
                  </a:lnTo>
                  <a:lnTo>
                    <a:pt x="6522385" y="1210586"/>
                  </a:lnTo>
                  <a:lnTo>
                    <a:pt x="5527445" y="1210586"/>
                  </a:lnTo>
                  <a:lnTo>
                    <a:pt x="5526320" y="1210563"/>
                  </a:lnTo>
                  <a:lnTo>
                    <a:pt x="5518896" y="1210400"/>
                  </a:lnTo>
                  <a:lnTo>
                    <a:pt x="5500075" y="1209950"/>
                  </a:lnTo>
                  <a:lnTo>
                    <a:pt x="5466167" y="1209062"/>
                  </a:lnTo>
                  <a:lnTo>
                    <a:pt x="5415103" y="1207596"/>
                  </a:lnTo>
                  <a:lnTo>
                    <a:pt x="5346588" y="1205428"/>
                  </a:lnTo>
                  <a:lnTo>
                    <a:pt x="5262050" y="1202469"/>
                  </a:lnTo>
                  <a:lnTo>
                    <a:pt x="5164323" y="1198665"/>
                  </a:lnTo>
                  <a:lnTo>
                    <a:pt x="5057138" y="1193993"/>
                  </a:lnTo>
                  <a:lnTo>
                    <a:pt x="4944528" y="1188460"/>
                  </a:lnTo>
                  <a:lnTo>
                    <a:pt x="4830308" y="1182081"/>
                  </a:lnTo>
                  <a:lnTo>
                    <a:pt x="4717706" y="1174873"/>
                  </a:lnTo>
                  <a:lnTo>
                    <a:pt x="4609175" y="1166840"/>
                  </a:lnTo>
                  <a:lnTo>
                    <a:pt x="4506371" y="1157967"/>
                  </a:lnTo>
                  <a:lnTo>
                    <a:pt x="4410230" y="1148214"/>
                  </a:lnTo>
                  <a:lnTo>
                    <a:pt x="4321100" y="1137516"/>
                  </a:lnTo>
                  <a:lnTo>
                    <a:pt x="4238890" y="1125778"/>
                  </a:lnTo>
                  <a:lnTo>
                    <a:pt x="4163198" y="1112882"/>
                  </a:lnTo>
                  <a:lnTo>
                    <a:pt x="4093427" y="1098688"/>
                  </a:lnTo>
                  <a:lnTo>
                    <a:pt x="4028861" y="1083037"/>
                  </a:lnTo>
                  <a:lnTo>
                    <a:pt x="3968735" y="1065766"/>
                  </a:lnTo>
                  <a:lnTo>
                    <a:pt x="3912279" y="1046721"/>
                  </a:lnTo>
                  <a:lnTo>
                    <a:pt x="3858762" y="1025780"/>
                  </a:lnTo>
                  <a:lnTo>
                    <a:pt x="3820202" y="1008822"/>
                  </a:lnTo>
                  <a:lnTo>
                    <a:pt x="3764585" y="981526"/>
                  </a:lnTo>
                  <a:lnTo>
                    <a:pt x="3710592" y="951756"/>
                  </a:lnTo>
                  <a:lnTo>
                    <a:pt x="3657677" y="919467"/>
                  </a:lnTo>
                  <a:lnTo>
                    <a:pt x="3605425" y="884678"/>
                  </a:lnTo>
                  <a:lnTo>
                    <a:pt x="3553527" y="847484"/>
                  </a:lnTo>
                  <a:lnTo>
                    <a:pt x="3501767" y="808056"/>
                  </a:lnTo>
                  <a:lnTo>
                    <a:pt x="3450005" y="766646"/>
                  </a:lnTo>
                  <a:lnTo>
                    <a:pt x="3398168" y="723582"/>
                  </a:lnTo>
                  <a:lnTo>
                    <a:pt x="3346235" y="679260"/>
                  </a:lnTo>
                  <a:lnTo>
                    <a:pt x="3294225" y="634132"/>
                  </a:lnTo>
                  <a:lnTo>
                    <a:pt x="3242180" y="588686"/>
                  </a:lnTo>
                  <a:lnTo>
                    <a:pt x="3190156" y="543424"/>
                  </a:lnTo>
                  <a:lnTo>
                    <a:pt x="3138199" y="498839"/>
                  </a:lnTo>
                  <a:lnTo>
                    <a:pt x="3086336" y="455394"/>
                  </a:lnTo>
                  <a:lnTo>
                    <a:pt x="3034559" y="413503"/>
                  </a:lnTo>
                  <a:lnTo>
                    <a:pt x="2982810" y="373513"/>
                  </a:lnTo>
                  <a:lnTo>
                    <a:pt x="2930967" y="335697"/>
                  </a:lnTo>
                  <a:lnTo>
                    <a:pt x="2878836" y="300248"/>
                  </a:lnTo>
                  <a:lnTo>
                    <a:pt x="2826135" y="267280"/>
                  </a:lnTo>
                  <a:lnTo>
                    <a:pt x="2772481" y="236833"/>
                  </a:lnTo>
                  <a:lnTo>
                    <a:pt x="2717364" y="208879"/>
                  </a:lnTo>
                  <a:lnTo>
                    <a:pt x="2702183" y="201764"/>
                  </a:lnTo>
                  <a:lnTo>
                    <a:pt x="2650431" y="179368"/>
                  </a:lnTo>
                  <a:lnTo>
                    <a:pt x="2596242" y="158911"/>
                  </a:lnTo>
                  <a:lnTo>
                    <a:pt x="2538936" y="140324"/>
                  </a:lnTo>
                  <a:lnTo>
                    <a:pt x="2477769" y="123475"/>
                  </a:lnTo>
                  <a:lnTo>
                    <a:pt x="2411968" y="108205"/>
                  </a:lnTo>
                  <a:lnTo>
                    <a:pt x="2340774" y="94351"/>
                  </a:lnTo>
                  <a:lnTo>
                    <a:pt x="2263497" y="81758"/>
                  </a:lnTo>
                  <a:lnTo>
                    <a:pt x="2179578" y="70291"/>
                  </a:lnTo>
                  <a:lnTo>
                    <a:pt x="2088682" y="59838"/>
                  </a:lnTo>
                  <a:lnTo>
                    <a:pt x="1990816" y="50311"/>
                  </a:lnTo>
                  <a:lnTo>
                    <a:pt x="1886461" y="41652"/>
                  </a:lnTo>
                  <a:lnTo>
                    <a:pt x="1776722" y="33826"/>
                  </a:lnTo>
                  <a:lnTo>
                    <a:pt x="1663452" y="26825"/>
                  </a:lnTo>
                  <a:lnTo>
                    <a:pt x="1549305" y="20657"/>
                  </a:lnTo>
                  <a:lnTo>
                    <a:pt x="1437681" y="15338"/>
                  </a:lnTo>
                  <a:lnTo>
                    <a:pt x="1332492" y="10885"/>
                  </a:lnTo>
                  <a:lnTo>
                    <a:pt x="1237750" y="7296"/>
                  </a:lnTo>
                  <a:lnTo>
                    <a:pt x="1157014" y="4542"/>
                  </a:lnTo>
                  <a:lnTo>
                    <a:pt x="1092808" y="2560"/>
                  </a:lnTo>
                  <a:lnTo>
                    <a:pt x="1046147" y="1251"/>
                  </a:lnTo>
                  <a:lnTo>
                    <a:pt x="1016288" y="487"/>
                  </a:lnTo>
                  <a:lnTo>
                    <a:pt x="1000732" y="123"/>
                  </a:lnTo>
                  <a:lnTo>
                    <a:pt x="995419" y="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6" name="pg845"/>
            <p:cNvSpPr/>
            <p:nvPr/>
          </p:nvSpPr>
          <p:spPr>
            <a:xfrm>
              <a:off x="1199187" y="2405286"/>
              <a:ext cx="12049831" cy="3526946"/>
            </a:xfrm>
            <a:custGeom>
              <a:avLst/>
              <a:pathLst>
                <a:path w="12049831" h="3526946">
                  <a:moveTo>
                    <a:pt x="0" y="5240"/>
                  </a:moveTo>
                  <a:lnTo>
                    <a:pt x="994940" y="5240"/>
                  </a:lnTo>
                  <a:lnTo>
                    <a:pt x="996064" y="5263"/>
                  </a:lnTo>
                  <a:lnTo>
                    <a:pt x="1003487" y="5428"/>
                  </a:lnTo>
                  <a:lnTo>
                    <a:pt x="1022303" y="5884"/>
                  </a:lnTo>
                  <a:lnTo>
                    <a:pt x="1056202" y="6783"/>
                  </a:lnTo>
                  <a:lnTo>
                    <a:pt x="1107255" y="8268"/>
                  </a:lnTo>
                  <a:lnTo>
                    <a:pt x="1175755" y="10464"/>
                  </a:lnTo>
                  <a:lnTo>
                    <a:pt x="1260278" y="13460"/>
                  </a:lnTo>
                  <a:lnTo>
                    <a:pt x="1357988" y="17313"/>
                  </a:lnTo>
                  <a:lnTo>
                    <a:pt x="1465158" y="22044"/>
                  </a:lnTo>
                  <a:lnTo>
                    <a:pt x="1577755" y="27648"/>
                  </a:lnTo>
                  <a:lnTo>
                    <a:pt x="1691964" y="34108"/>
                  </a:lnTo>
                  <a:lnTo>
                    <a:pt x="1804560" y="41409"/>
                  </a:lnTo>
                  <a:lnTo>
                    <a:pt x="1913086" y="49544"/>
                  </a:lnTo>
                  <a:lnTo>
                    <a:pt x="2015888" y="58531"/>
                  </a:lnTo>
                  <a:lnTo>
                    <a:pt x="2112030" y="68408"/>
                  </a:lnTo>
                  <a:lnTo>
                    <a:pt x="2201162" y="79243"/>
                  </a:lnTo>
                  <a:lnTo>
                    <a:pt x="2283375" y="91131"/>
                  </a:lnTo>
                  <a:lnTo>
                    <a:pt x="2359069" y="104191"/>
                  </a:lnTo>
                  <a:lnTo>
                    <a:pt x="2428844" y="118566"/>
                  </a:lnTo>
                  <a:lnTo>
                    <a:pt x="2493412" y="134416"/>
                  </a:lnTo>
                  <a:lnTo>
                    <a:pt x="2553540" y="151906"/>
                  </a:lnTo>
                  <a:lnTo>
                    <a:pt x="2609997" y="171193"/>
                  </a:lnTo>
                  <a:lnTo>
                    <a:pt x="2663515" y="192400"/>
                  </a:lnTo>
                  <a:lnTo>
                    <a:pt x="2702183" y="209625"/>
                  </a:lnTo>
                  <a:lnTo>
                    <a:pt x="2757678" y="237210"/>
                  </a:lnTo>
                  <a:lnTo>
                    <a:pt x="2811555" y="267291"/>
                  </a:lnTo>
                  <a:lnTo>
                    <a:pt x="2864357" y="299913"/>
                  </a:lnTo>
                  <a:lnTo>
                    <a:pt x="2916497" y="335056"/>
                  </a:lnTo>
                  <a:lnTo>
                    <a:pt x="2968282" y="372625"/>
                  </a:lnTo>
                  <a:lnTo>
                    <a:pt x="3019927" y="412450"/>
                  </a:lnTo>
                  <a:lnTo>
                    <a:pt x="3071573" y="454278"/>
                  </a:lnTo>
                  <a:lnTo>
                    <a:pt x="3123292" y="497780"/>
                  </a:lnTo>
                  <a:lnTo>
                    <a:pt x="3175108" y="542557"/>
                  </a:lnTo>
                  <a:lnTo>
                    <a:pt x="3227001" y="588157"/>
                  </a:lnTo>
                  <a:lnTo>
                    <a:pt x="3278930" y="634089"/>
                  </a:lnTo>
                  <a:lnTo>
                    <a:pt x="3330840" y="679848"/>
                  </a:lnTo>
                  <a:lnTo>
                    <a:pt x="3382684" y="724937"/>
                  </a:lnTo>
                  <a:lnTo>
                    <a:pt x="3434434" y="768889"/>
                  </a:lnTo>
                  <a:lnTo>
                    <a:pt x="3486097" y="811287"/>
                  </a:lnTo>
                  <a:lnTo>
                    <a:pt x="3537731" y="851778"/>
                  </a:lnTo>
                  <a:lnTo>
                    <a:pt x="3589452" y="890084"/>
                  </a:lnTo>
                  <a:lnTo>
                    <a:pt x="3641451" y="926010"/>
                  </a:lnTo>
                  <a:lnTo>
                    <a:pt x="3694004" y="959436"/>
                  </a:lnTo>
                  <a:lnTo>
                    <a:pt x="3747488" y="990320"/>
                  </a:lnTo>
                  <a:lnTo>
                    <a:pt x="3802402" y="1018688"/>
                  </a:lnTo>
                  <a:lnTo>
                    <a:pt x="3820202" y="1027164"/>
                  </a:lnTo>
                  <a:lnTo>
                    <a:pt x="3871949" y="1049849"/>
                  </a:lnTo>
                  <a:lnTo>
                    <a:pt x="3926133" y="1070570"/>
                  </a:lnTo>
                  <a:lnTo>
                    <a:pt x="3983433" y="1089397"/>
                  </a:lnTo>
                  <a:lnTo>
                    <a:pt x="4044593" y="1106463"/>
                  </a:lnTo>
                  <a:lnTo>
                    <a:pt x="4110387" y="1121931"/>
                  </a:lnTo>
                  <a:lnTo>
                    <a:pt x="4181571" y="1135964"/>
                  </a:lnTo>
                  <a:lnTo>
                    <a:pt x="4258837" y="1148720"/>
                  </a:lnTo>
                  <a:lnTo>
                    <a:pt x="4342744" y="1160336"/>
                  </a:lnTo>
                  <a:lnTo>
                    <a:pt x="4433626" y="1170925"/>
                  </a:lnTo>
                  <a:lnTo>
                    <a:pt x="4531478" y="1180575"/>
                  </a:lnTo>
                  <a:lnTo>
                    <a:pt x="4635818" y="1189347"/>
                  </a:lnTo>
                  <a:lnTo>
                    <a:pt x="4745542" y="1197274"/>
                  </a:lnTo>
                  <a:lnTo>
                    <a:pt x="4858800" y="1204367"/>
                  </a:lnTo>
                  <a:lnTo>
                    <a:pt x="4972937" y="1210616"/>
                  </a:lnTo>
                  <a:lnTo>
                    <a:pt x="5084556" y="1216004"/>
                  </a:lnTo>
                  <a:lnTo>
                    <a:pt x="5189748" y="1220516"/>
                  </a:lnTo>
                  <a:lnTo>
                    <a:pt x="5284500" y="1224153"/>
                  </a:lnTo>
                  <a:lnTo>
                    <a:pt x="5365253" y="1226943"/>
                  </a:lnTo>
                  <a:lnTo>
                    <a:pt x="5429482" y="1228952"/>
                  </a:lnTo>
                  <a:lnTo>
                    <a:pt x="5476169" y="1230279"/>
                  </a:lnTo>
                  <a:lnTo>
                    <a:pt x="5506056" y="1231053"/>
                  </a:lnTo>
                  <a:lnTo>
                    <a:pt x="5521634" y="1231423"/>
                  </a:lnTo>
                  <a:lnTo>
                    <a:pt x="5526962" y="1231539"/>
                  </a:lnTo>
                  <a:lnTo>
                    <a:pt x="5527445" y="1231549"/>
                  </a:lnTo>
                  <a:lnTo>
                    <a:pt x="6522385" y="1231549"/>
                  </a:lnTo>
                  <a:lnTo>
                    <a:pt x="6523482" y="1231591"/>
                  </a:lnTo>
                  <a:lnTo>
                    <a:pt x="6530720" y="1231892"/>
                  </a:lnTo>
                  <a:lnTo>
                    <a:pt x="6549082" y="1232723"/>
                  </a:lnTo>
                  <a:lnTo>
                    <a:pt x="6582195" y="1234361"/>
                  </a:lnTo>
                  <a:lnTo>
                    <a:pt x="6632127" y="1237071"/>
                  </a:lnTo>
                  <a:lnTo>
                    <a:pt x="6699231" y="1241077"/>
                  </a:lnTo>
                  <a:lnTo>
                    <a:pt x="6782194" y="1246550"/>
                  </a:lnTo>
                  <a:lnTo>
                    <a:pt x="6878319" y="1253595"/>
                  </a:lnTo>
                  <a:lnTo>
                    <a:pt x="6984011" y="1262253"/>
                  </a:lnTo>
                  <a:lnTo>
                    <a:pt x="7095342" y="1272520"/>
                  </a:lnTo>
                  <a:lnTo>
                    <a:pt x="7208563" y="1284365"/>
                  </a:lnTo>
                  <a:lnTo>
                    <a:pt x="7320468" y="1297757"/>
                  </a:lnTo>
                  <a:lnTo>
                    <a:pt x="7428585" y="1312685"/>
                  </a:lnTo>
                  <a:lnTo>
                    <a:pt x="7531222" y="1329173"/>
                  </a:lnTo>
                  <a:lnTo>
                    <a:pt x="7627390" y="1347288"/>
                  </a:lnTo>
                  <a:lnTo>
                    <a:pt x="7716685" y="1367146"/>
                  </a:lnTo>
                  <a:lnTo>
                    <a:pt x="7799148" y="1388913"/>
                  </a:lnTo>
                  <a:lnTo>
                    <a:pt x="7875131" y="1412802"/>
                  </a:lnTo>
                  <a:lnTo>
                    <a:pt x="7945195" y="1439066"/>
                  </a:lnTo>
                  <a:lnTo>
                    <a:pt x="8010023" y="1467993"/>
                  </a:lnTo>
                  <a:lnTo>
                    <a:pt x="8070355" y="1499885"/>
                  </a:lnTo>
                  <a:lnTo>
                    <a:pt x="8126943" y="1535035"/>
                  </a:lnTo>
                  <a:lnTo>
                    <a:pt x="8180511" y="1573680"/>
                  </a:lnTo>
                  <a:lnTo>
                    <a:pt x="8229629" y="1614115"/>
                  </a:lnTo>
                  <a:lnTo>
                    <a:pt x="8277186" y="1657969"/>
                  </a:lnTo>
                  <a:lnTo>
                    <a:pt x="8323496" y="1705224"/>
                  </a:lnTo>
                  <a:lnTo>
                    <a:pt x="8368918" y="1755948"/>
                  </a:lnTo>
                  <a:lnTo>
                    <a:pt x="8413738" y="1810145"/>
                  </a:lnTo>
                  <a:lnTo>
                    <a:pt x="8458178" y="1867752"/>
                  </a:lnTo>
                  <a:lnTo>
                    <a:pt x="8502409" y="1928627"/>
                  </a:lnTo>
                  <a:lnTo>
                    <a:pt x="8546556" y="1992552"/>
                  </a:lnTo>
                  <a:lnTo>
                    <a:pt x="8590703" y="2059226"/>
                  </a:lnTo>
                  <a:lnTo>
                    <a:pt x="8634899" y="2128271"/>
                  </a:lnTo>
                  <a:lnTo>
                    <a:pt x="8679165" y="2199238"/>
                  </a:lnTo>
                  <a:lnTo>
                    <a:pt x="8723497" y="2271620"/>
                  </a:lnTo>
                  <a:lnTo>
                    <a:pt x="8767875" y="2344861"/>
                  </a:lnTo>
                  <a:lnTo>
                    <a:pt x="8812268" y="2418378"/>
                  </a:lnTo>
                  <a:lnTo>
                    <a:pt x="8856644" y="2491581"/>
                  </a:lnTo>
                  <a:lnTo>
                    <a:pt x="8900972" y="2563887"/>
                  </a:lnTo>
                  <a:lnTo>
                    <a:pt x="8945233" y="2634746"/>
                  </a:lnTo>
                  <a:lnTo>
                    <a:pt x="8989425" y="2703650"/>
                  </a:lnTo>
                  <a:lnTo>
                    <a:pt x="9033570" y="2770157"/>
                  </a:lnTo>
                  <a:lnTo>
                    <a:pt x="9077720" y="2833893"/>
                  </a:lnTo>
                  <a:lnTo>
                    <a:pt x="9121961" y="2894564"/>
                  </a:lnTo>
                  <a:lnTo>
                    <a:pt x="9166419" y="2951954"/>
                  </a:lnTo>
                  <a:lnTo>
                    <a:pt x="9211270" y="3005928"/>
                  </a:lnTo>
                  <a:lnTo>
                    <a:pt x="9256741" y="3056426"/>
                  </a:lnTo>
                  <a:lnTo>
                    <a:pt x="9303120" y="3103459"/>
                  </a:lnTo>
                  <a:lnTo>
                    <a:pt x="9347647" y="3144380"/>
                  </a:lnTo>
                  <a:lnTo>
                    <a:pt x="9398937" y="3186490"/>
                  </a:lnTo>
                  <a:lnTo>
                    <a:pt x="9452617" y="3224987"/>
                  </a:lnTo>
                  <a:lnTo>
                    <a:pt x="9509345" y="3259996"/>
                  </a:lnTo>
                  <a:lnTo>
                    <a:pt x="9569849" y="3291759"/>
                  </a:lnTo>
                  <a:lnTo>
                    <a:pt x="9634880" y="3320569"/>
                  </a:lnTo>
                  <a:lnTo>
                    <a:pt x="9705177" y="3346730"/>
                  </a:lnTo>
                  <a:lnTo>
                    <a:pt x="9781419" y="3370526"/>
                  </a:lnTo>
                  <a:lnTo>
                    <a:pt x="9864159" y="3392209"/>
                  </a:lnTo>
                  <a:lnTo>
                    <a:pt x="9953741" y="3411992"/>
                  </a:lnTo>
                  <a:lnTo>
                    <a:pt x="10050189" y="3430038"/>
                  </a:lnTo>
                  <a:lnTo>
                    <a:pt x="10153078" y="3446460"/>
                  </a:lnTo>
                  <a:lnTo>
                    <a:pt x="10261392" y="3461324"/>
                  </a:lnTo>
                  <a:lnTo>
                    <a:pt x="10373405" y="3474652"/>
                  </a:lnTo>
                  <a:lnTo>
                    <a:pt x="10486616" y="3486433"/>
                  </a:lnTo>
                  <a:lnTo>
                    <a:pt x="10597791" y="3496633"/>
                  </a:lnTo>
                  <a:lnTo>
                    <a:pt x="10703163" y="3505224"/>
                  </a:lnTo>
                  <a:lnTo>
                    <a:pt x="10798809" y="3512203"/>
                  </a:lnTo>
                  <a:lnTo>
                    <a:pt x="10881159" y="3517613"/>
                  </a:lnTo>
                  <a:lnTo>
                    <a:pt x="10947567" y="3521561"/>
                  </a:lnTo>
                  <a:lnTo>
                    <a:pt x="10996781" y="3524221"/>
                  </a:lnTo>
                  <a:lnTo>
                    <a:pt x="11029229" y="3525820"/>
                  </a:lnTo>
                  <a:lnTo>
                    <a:pt x="11047048" y="3526624"/>
                  </a:lnTo>
                  <a:lnTo>
                    <a:pt x="11053924" y="3526909"/>
                  </a:lnTo>
                  <a:lnTo>
                    <a:pt x="11054891" y="3526946"/>
                  </a:lnTo>
                  <a:lnTo>
                    <a:pt x="12049831" y="3526946"/>
                  </a:lnTo>
                  <a:lnTo>
                    <a:pt x="12049831" y="3521706"/>
                  </a:lnTo>
                  <a:lnTo>
                    <a:pt x="11054891" y="3521706"/>
                  </a:lnTo>
                  <a:lnTo>
                    <a:pt x="11053795" y="3521663"/>
                  </a:lnTo>
                  <a:lnTo>
                    <a:pt x="11046556" y="3521362"/>
                  </a:lnTo>
                  <a:lnTo>
                    <a:pt x="11028194" y="3520531"/>
                  </a:lnTo>
                  <a:lnTo>
                    <a:pt x="10995081" y="3518893"/>
                  </a:lnTo>
                  <a:lnTo>
                    <a:pt x="10945150" y="3516184"/>
                  </a:lnTo>
                  <a:lnTo>
                    <a:pt x="10878045" y="3512177"/>
                  </a:lnTo>
                  <a:lnTo>
                    <a:pt x="10795082" y="3506704"/>
                  </a:lnTo>
                  <a:lnTo>
                    <a:pt x="10698958" y="3499659"/>
                  </a:lnTo>
                  <a:lnTo>
                    <a:pt x="10593266" y="3491001"/>
                  </a:lnTo>
                  <a:lnTo>
                    <a:pt x="10481934" y="3480734"/>
                  </a:lnTo>
                  <a:lnTo>
                    <a:pt x="10368713" y="3468889"/>
                  </a:lnTo>
                  <a:lnTo>
                    <a:pt x="10256809" y="3455497"/>
                  </a:lnTo>
                  <a:lnTo>
                    <a:pt x="10148691" y="3440569"/>
                  </a:lnTo>
                  <a:lnTo>
                    <a:pt x="10046054" y="3424081"/>
                  </a:lnTo>
                  <a:lnTo>
                    <a:pt x="9949886" y="3405966"/>
                  </a:lnTo>
                  <a:lnTo>
                    <a:pt x="9860591" y="3386108"/>
                  </a:lnTo>
                  <a:lnTo>
                    <a:pt x="9778129" y="3364341"/>
                  </a:lnTo>
                  <a:lnTo>
                    <a:pt x="9702146" y="3340453"/>
                  </a:lnTo>
                  <a:lnTo>
                    <a:pt x="9632081" y="3314188"/>
                  </a:lnTo>
                  <a:lnTo>
                    <a:pt x="9567254" y="3285261"/>
                  </a:lnTo>
                  <a:lnTo>
                    <a:pt x="9506921" y="3253369"/>
                  </a:lnTo>
                  <a:lnTo>
                    <a:pt x="9450333" y="3218220"/>
                  </a:lnTo>
                  <a:lnTo>
                    <a:pt x="9396766" y="3179574"/>
                  </a:lnTo>
                  <a:lnTo>
                    <a:pt x="9347647" y="3139139"/>
                  </a:lnTo>
                  <a:lnTo>
                    <a:pt x="9300091" y="3095285"/>
                  </a:lnTo>
                  <a:lnTo>
                    <a:pt x="9253781" y="3048030"/>
                  </a:lnTo>
                  <a:lnTo>
                    <a:pt x="9208358" y="2997306"/>
                  </a:lnTo>
                  <a:lnTo>
                    <a:pt x="9163539" y="2943109"/>
                  </a:lnTo>
                  <a:lnTo>
                    <a:pt x="9119099" y="2885503"/>
                  </a:lnTo>
                  <a:lnTo>
                    <a:pt x="9074867" y="2824627"/>
                  </a:lnTo>
                  <a:lnTo>
                    <a:pt x="9030720" y="2760702"/>
                  </a:lnTo>
                  <a:lnTo>
                    <a:pt x="8986573" y="2694028"/>
                  </a:lnTo>
                  <a:lnTo>
                    <a:pt x="8942377" y="2624983"/>
                  </a:lnTo>
                  <a:lnTo>
                    <a:pt x="8898112" y="2554016"/>
                  </a:lnTo>
                  <a:lnTo>
                    <a:pt x="8853780" y="2481635"/>
                  </a:lnTo>
                  <a:lnTo>
                    <a:pt x="8809402" y="2408394"/>
                  </a:lnTo>
                  <a:lnTo>
                    <a:pt x="8765008" y="2334876"/>
                  </a:lnTo>
                  <a:lnTo>
                    <a:pt x="8720632" y="2261673"/>
                  </a:lnTo>
                  <a:lnTo>
                    <a:pt x="8676304" y="2189367"/>
                  </a:lnTo>
                  <a:lnTo>
                    <a:pt x="8632043" y="2118509"/>
                  </a:lnTo>
                  <a:lnTo>
                    <a:pt x="8587851" y="2049604"/>
                  </a:lnTo>
                  <a:lnTo>
                    <a:pt x="8543706" y="1983097"/>
                  </a:lnTo>
                  <a:lnTo>
                    <a:pt x="8499557" y="1919361"/>
                  </a:lnTo>
                  <a:lnTo>
                    <a:pt x="8455316" y="1858690"/>
                  </a:lnTo>
                  <a:lnTo>
                    <a:pt x="8410857" y="1801301"/>
                  </a:lnTo>
                  <a:lnTo>
                    <a:pt x="8366006" y="1747327"/>
                  </a:lnTo>
                  <a:lnTo>
                    <a:pt x="8320536" y="1696828"/>
                  </a:lnTo>
                  <a:lnTo>
                    <a:pt x="8274157" y="1649795"/>
                  </a:lnTo>
                  <a:lnTo>
                    <a:pt x="8229629" y="1608874"/>
                  </a:lnTo>
                  <a:lnTo>
                    <a:pt x="8178339" y="1566764"/>
                  </a:lnTo>
                  <a:lnTo>
                    <a:pt x="8124660" y="1528267"/>
                  </a:lnTo>
                  <a:lnTo>
                    <a:pt x="8067931" y="1493258"/>
                  </a:lnTo>
                  <a:lnTo>
                    <a:pt x="8007428" y="1461495"/>
                  </a:lnTo>
                  <a:lnTo>
                    <a:pt x="7942397" y="1432685"/>
                  </a:lnTo>
                  <a:lnTo>
                    <a:pt x="7872100" y="1406524"/>
                  </a:lnTo>
                  <a:lnTo>
                    <a:pt x="7795858" y="1382729"/>
                  </a:lnTo>
                  <a:lnTo>
                    <a:pt x="7713118" y="1361045"/>
                  </a:lnTo>
                  <a:lnTo>
                    <a:pt x="7623535" y="1341262"/>
                  </a:lnTo>
                  <a:lnTo>
                    <a:pt x="7527087" y="1323217"/>
                  </a:lnTo>
                  <a:lnTo>
                    <a:pt x="7424199" y="1306795"/>
                  </a:lnTo>
                  <a:lnTo>
                    <a:pt x="7315885" y="1291930"/>
                  </a:lnTo>
                  <a:lnTo>
                    <a:pt x="7203872" y="1278602"/>
                  </a:lnTo>
                  <a:lnTo>
                    <a:pt x="7090660" y="1266822"/>
                  </a:lnTo>
                  <a:lnTo>
                    <a:pt x="6979486" y="1256621"/>
                  </a:lnTo>
                  <a:lnTo>
                    <a:pt x="6874113" y="1248030"/>
                  </a:lnTo>
                  <a:lnTo>
                    <a:pt x="6778468" y="1241051"/>
                  </a:lnTo>
                  <a:lnTo>
                    <a:pt x="6696117" y="1235642"/>
                  </a:lnTo>
                  <a:lnTo>
                    <a:pt x="6629710" y="1231693"/>
                  </a:lnTo>
                  <a:lnTo>
                    <a:pt x="6580495" y="1229033"/>
                  </a:lnTo>
                  <a:lnTo>
                    <a:pt x="6548047" y="1227434"/>
                  </a:lnTo>
                  <a:lnTo>
                    <a:pt x="6530229" y="1226630"/>
                  </a:lnTo>
                  <a:lnTo>
                    <a:pt x="6523353" y="1226345"/>
                  </a:lnTo>
                  <a:lnTo>
                    <a:pt x="6522385" y="1226308"/>
                  </a:lnTo>
                  <a:lnTo>
                    <a:pt x="5527445" y="1226308"/>
                  </a:lnTo>
                  <a:lnTo>
                    <a:pt x="5526321" y="1226285"/>
                  </a:lnTo>
                  <a:lnTo>
                    <a:pt x="5518898" y="1226120"/>
                  </a:lnTo>
                  <a:lnTo>
                    <a:pt x="5500082" y="1225664"/>
                  </a:lnTo>
                  <a:lnTo>
                    <a:pt x="5466183" y="1224765"/>
                  </a:lnTo>
                  <a:lnTo>
                    <a:pt x="5415130" y="1223280"/>
                  </a:lnTo>
                  <a:lnTo>
                    <a:pt x="5346630" y="1221084"/>
                  </a:lnTo>
                  <a:lnTo>
                    <a:pt x="5262107" y="1218088"/>
                  </a:lnTo>
                  <a:lnTo>
                    <a:pt x="5164397" y="1214235"/>
                  </a:lnTo>
                  <a:lnTo>
                    <a:pt x="5057227" y="1209504"/>
                  </a:lnTo>
                  <a:lnTo>
                    <a:pt x="4944630" y="1203900"/>
                  </a:lnTo>
                  <a:lnTo>
                    <a:pt x="4830421" y="1197440"/>
                  </a:lnTo>
                  <a:lnTo>
                    <a:pt x="4717825" y="1190139"/>
                  </a:lnTo>
                  <a:lnTo>
                    <a:pt x="4609299" y="1182004"/>
                  </a:lnTo>
                  <a:lnTo>
                    <a:pt x="4506497" y="1173017"/>
                  </a:lnTo>
                  <a:lnTo>
                    <a:pt x="4410355" y="1163140"/>
                  </a:lnTo>
                  <a:lnTo>
                    <a:pt x="4321223" y="1152305"/>
                  </a:lnTo>
                  <a:lnTo>
                    <a:pt x="4239010" y="1140417"/>
                  </a:lnTo>
                  <a:lnTo>
                    <a:pt x="4163316" y="1127357"/>
                  </a:lnTo>
                  <a:lnTo>
                    <a:pt x="4093541" y="1112982"/>
                  </a:lnTo>
                  <a:lnTo>
                    <a:pt x="4028973" y="1097132"/>
                  </a:lnTo>
                  <a:lnTo>
                    <a:pt x="3968845" y="1079642"/>
                  </a:lnTo>
                  <a:lnTo>
                    <a:pt x="3912388" y="1060355"/>
                  </a:lnTo>
                  <a:lnTo>
                    <a:pt x="3858870" y="1039148"/>
                  </a:lnTo>
                  <a:lnTo>
                    <a:pt x="3820202" y="1021923"/>
                  </a:lnTo>
                  <a:lnTo>
                    <a:pt x="3764707" y="994338"/>
                  </a:lnTo>
                  <a:lnTo>
                    <a:pt x="3710830" y="964257"/>
                  </a:lnTo>
                  <a:lnTo>
                    <a:pt x="3658028" y="931635"/>
                  </a:lnTo>
                  <a:lnTo>
                    <a:pt x="3605888" y="896492"/>
                  </a:lnTo>
                  <a:lnTo>
                    <a:pt x="3554103" y="858923"/>
                  </a:lnTo>
                  <a:lnTo>
                    <a:pt x="3502458" y="819098"/>
                  </a:lnTo>
                  <a:lnTo>
                    <a:pt x="3450812" y="777270"/>
                  </a:lnTo>
                  <a:lnTo>
                    <a:pt x="3399093" y="733768"/>
                  </a:lnTo>
                  <a:lnTo>
                    <a:pt x="3347277" y="688991"/>
                  </a:lnTo>
                  <a:lnTo>
                    <a:pt x="3295384" y="643391"/>
                  </a:lnTo>
                  <a:lnTo>
                    <a:pt x="3243455" y="597459"/>
                  </a:lnTo>
                  <a:lnTo>
                    <a:pt x="3191545" y="551700"/>
                  </a:lnTo>
                  <a:lnTo>
                    <a:pt x="3139701" y="506611"/>
                  </a:lnTo>
                  <a:lnTo>
                    <a:pt x="3087951" y="462659"/>
                  </a:lnTo>
                  <a:lnTo>
                    <a:pt x="3036288" y="420261"/>
                  </a:lnTo>
                  <a:lnTo>
                    <a:pt x="2984654" y="379770"/>
                  </a:lnTo>
                  <a:lnTo>
                    <a:pt x="2932933" y="341464"/>
                  </a:lnTo>
                  <a:lnTo>
                    <a:pt x="2880934" y="305538"/>
                  </a:lnTo>
                  <a:lnTo>
                    <a:pt x="2828381" y="272112"/>
                  </a:lnTo>
                  <a:lnTo>
                    <a:pt x="2774897" y="241228"/>
                  </a:lnTo>
                  <a:lnTo>
                    <a:pt x="2719983" y="212860"/>
                  </a:lnTo>
                  <a:lnTo>
                    <a:pt x="2702183" y="204384"/>
                  </a:lnTo>
                  <a:lnTo>
                    <a:pt x="2650436" y="181699"/>
                  </a:lnTo>
                  <a:lnTo>
                    <a:pt x="2596252" y="160978"/>
                  </a:lnTo>
                  <a:lnTo>
                    <a:pt x="2538952" y="142151"/>
                  </a:lnTo>
                  <a:lnTo>
                    <a:pt x="2477792" y="125085"/>
                  </a:lnTo>
                  <a:lnTo>
                    <a:pt x="2411998" y="109617"/>
                  </a:lnTo>
                  <a:lnTo>
                    <a:pt x="2340814" y="95584"/>
                  </a:lnTo>
                  <a:lnTo>
                    <a:pt x="2263548" y="82828"/>
                  </a:lnTo>
                  <a:lnTo>
                    <a:pt x="2179641" y="71212"/>
                  </a:lnTo>
                  <a:lnTo>
                    <a:pt x="2088759" y="60623"/>
                  </a:lnTo>
                  <a:lnTo>
                    <a:pt x="1990907" y="50973"/>
                  </a:lnTo>
                  <a:lnTo>
                    <a:pt x="1886567" y="42201"/>
                  </a:lnTo>
                  <a:lnTo>
                    <a:pt x="1776843" y="34274"/>
                  </a:lnTo>
                  <a:lnTo>
                    <a:pt x="1663585" y="27181"/>
                  </a:lnTo>
                  <a:lnTo>
                    <a:pt x="1549448" y="20932"/>
                  </a:lnTo>
                  <a:lnTo>
                    <a:pt x="1437829" y="15544"/>
                  </a:lnTo>
                  <a:lnTo>
                    <a:pt x="1332637" y="11032"/>
                  </a:lnTo>
                  <a:lnTo>
                    <a:pt x="1237885" y="7395"/>
                  </a:lnTo>
                  <a:lnTo>
                    <a:pt x="1157132" y="4605"/>
                  </a:lnTo>
                  <a:lnTo>
                    <a:pt x="1092903" y="2596"/>
                  </a:lnTo>
                  <a:lnTo>
                    <a:pt x="1046216" y="1269"/>
                  </a:lnTo>
                  <a:lnTo>
                    <a:pt x="1016329" y="495"/>
                  </a:lnTo>
                  <a:lnTo>
                    <a:pt x="1000751" y="125"/>
                  </a:lnTo>
                  <a:lnTo>
                    <a:pt x="995423" y="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47" name="pl846"/>
            <p:cNvSpPr/>
            <p:nvPr/>
          </p:nvSpPr>
          <p:spPr>
            <a:xfrm>
              <a:off x="1199187" y="2410527"/>
              <a:ext cx="12049831" cy="3521706"/>
            </a:xfrm>
            <a:custGeom>
              <a:avLst/>
              <a:pathLst>
                <a:path w="12049831" h="3521706">
                  <a:moveTo>
                    <a:pt x="0" y="0"/>
                  </a:moveTo>
                  <a:lnTo>
                    <a:pt x="994940" y="0"/>
                  </a:lnTo>
                  <a:lnTo>
                    <a:pt x="996064" y="23"/>
                  </a:lnTo>
                  <a:lnTo>
                    <a:pt x="1003487" y="188"/>
                  </a:lnTo>
                  <a:lnTo>
                    <a:pt x="1022303" y="644"/>
                  </a:lnTo>
                  <a:lnTo>
                    <a:pt x="1056202" y="1542"/>
                  </a:lnTo>
                  <a:lnTo>
                    <a:pt x="1107255" y="3028"/>
                  </a:lnTo>
                  <a:lnTo>
                    <a:pt x="1175755" y="5223"/>
                  </a:lnTo>
                  <a:lnTo>
                    <a:pt x="1260278" y="8219"/>
                  </a:lnTo>
                  <a:lnTo>
                    <a:pt x="1357988" y="12073"/>
                  </a:lnTo>
                  <a:lnTo>
                    <a:pt x="1465158" y="16803"/>
                  </a:lnTo>
                  <a:lnTo>
                    <a:pt x="1577755" y="22407"/>
                  </a:lnTo>
                  <a:lnTo>
                    <a:pt x="1691964" y="28868"/>
                  </a:lnTo>
                  <a:lnTo>
                    <a:pt x="1804560" y="36168"/>
                  </a:lnTo>
                  <a:lnTo>
                    <a:pt x="1913086" y="44304"/>
                  </a:lnTo>
                  <a:lnTo>
                    <a:pt x="2015888" y="53290"/>
                  </a:lnTo>
                  <a:lnTo>
                    <a:pt x="2112030" y="63167"/>
                  </a:lnTo>
                  <a:lnTo>
                    <a:pt x="2201162" y="74003"/>
                  </a:lnTo>
                  <a:lnTo>
                    <a:pt x="2283375" y="85890"/>
                  </a:lnTo>
                  <a:lnTo>
                    <a:pt x="2359069" y="98950"/>
                  </a:lnTo>
                  <a:lnTo>
                    <a:pt x="2428844" y="113325"/>
                  </a:lnTo>
                  <a:lnTo>
                    <a:pt x="2493412" y="129175"/>
                  </a:lnTo>
                  <a:lnTo>
                    <a:pt x="2553540" y="146665"/>
                  </a:lnTo>
                  <a:lnTo>
                    <a:pt x="2609997" y="165953"/>
                  </a:lnTo>
                  <a:lnTo>
                    <a:pt x="2663515" y="187159"/>
                  </a:lnTo>
                  <a:lnTo>
                    <a:pt x="2702183" y="204384"/>
                  </a:lnTo>
                  <a:lnTo>
                    <a:pt x="2757678" y="231970"/>
                  </a:lnTo>
                  <a:lnTo>
                    <a:pt x="2811555" y="262051"/>
                  </a:lnTo>
                  <a:lnTo>
                    <a:pt x="2864357" y="294673"/>
                  </a:lnTo>
                  <a:lnTo>
                    <a:pt x="2916497" y="329815"/>
                  </a:lnTo>
                  <a:lnTo>
                    <a:pt x="2968282" y="367384"/>
                  </a:lnTo>
                  <a:lnTo>
                    <a:pt x="3019927" y="407209"/>
                  </a:lnTo>
                  <a:lnTo>
                    <a:pt x="3071573" y="449037"/>
                  </a:lnTo>
                  <a:lnTo>
                    <a:pt x="3123292" y="492539"/>
                  </a:lnTo>
                  <a:lnTo>
                    <a:pt x="3175108" y="537317"/>
                  </a:lnTo>
                  <a:lnTo>
                    <a:pt x="3227001" y="582916"/>
                  </a:lnTo>
                  <a:lnTo>
                    <a:pt x="3278930" y="628848"/>
                  </a:lnTo>
                  <a:lnTo>
                    <a:pt x="3330840" y="674608"/>
                  </a:lnTo>
                  <a:lnTo>
                    <a:pt x="3382684" y="719697"/>
                  </a:lnTo>
                  <a:lnTo>
                    <a:pt x="3434434" y="763649"/>
                  </a:lnTo>
                  <a:lnTo>
                    <a:pt x="3486097" y="806046"/>
                  </a:lnTo>
                  <a:lnTo>
                    <a:pt x="3537731" y="846537"/>
                  </a:lnTo>
                  <a:lnTo>
                    <a:pt x="3589452" y="884844"/>
                  </a:lnTo>
                  <a:lnTo>
                    <a:pt x="3641451" y="920769"/>
                  </a:lnTo>
                  <a:lnTo>
                    <a:pt x="3694004" y="954195"/>
                  </a:lnTo>
                  <a:lnTo>
                    <a:pt x="3747488" y="985079"/>
                  </a:lnTo>
                  <a:lnTo>
                    <a:pt x="3802402" y="1013447"/>
                  </a:lnTo>
                  <a:lnTo>
                    <a:pt x="3820202" y="1021923"/>
                  </a:lnTo>
                  <a:lnTo>
                    <a:pt x="3871949" y="1044608"/>
                  </a:lnTo>
                  <a:lnTo>
                    <a:pt x="3926133" y="1065329"/>
                  </a:lnTo>
                  <a:lnTo>
                    <a:pt x="3983433" y="1084156"/>
                  </a:lnTo>
                  <a:lnTo>
                    <a:pt x="4044593" y="1101223"/>
                  </a:lnTo>
                  <a:lnTo>
                    <a:pt x="4110387" y="1116690"/>
                  </a:lnTo>
                  <a:lnTo>
                    <a:pt x="4181571" y="1130724"/>
                  </a:lnTo>
                  <a:lnTo>
                    <a:pt x="4258837" y="1143480"/>
                  </a:lnTo>
                  <a:lnTo>
                    <a:pt x="4342744" y="1155095"/>
                  </a:lnTo>
                  <a:lnTo>
                    <a:pt x="4433626" y="1165684"/>
                  </a:lnTo>
                  <a:lnTo>
                    <a:pt x="4531478" y="1175334"/>
                  </a:lnTo>
                  <a:lnTo>
                    <a:pt x="4635818" y="1184106"/>
                  </a:lnTo>
                  <a:lnTo>
                    <a:pt x="4745542" y="1192034"/>
                  </a:lnTo>
                  <a:lnTo>
                    <a:pt x="4858800" y="1199126"/>
                  </a:lnTo>
                  <a:lnTo>
                    <a:pt x="4972937" y="1205375"/>
                  </a:lnTo>
                  <a:lnTo>
                    <a:pt x="5084556" y="1210763"/>
                  </a:lnTo>
                  <a:lnTo>
                    <a:pt x="5189748" y="1215275"/>
                  </a:lnTo>
                  <a:lnTo>
                    <a:pt x="5284500" y="1218912"/>
                  </a:lnTo>
                  <a:lnTo>
                    <a:pt x="5365253" y="1221703"/>
                  </a:lnTo>
                  <a:lnTo>
                    <a:pt x="5429482" y="1223711"/>
                  </a:lnTo>
                  <a:lnTo>
                    <a:pt x="5476169" y="1225038"/>
                  </a:lnTo>
                  <a:lnTo>
                    <a:pt x="5506056" y="1225813"/>
                  </a:lnTo>
                  <a:lnTo>
                    <a:pt x="5521634" y="1226182"/>
                  </a:lnTo>
                  <a:lnTo>
                    <a:pt x="5526962" y="1226298"/>
                  </a:lnTo>
                  <a:lnTo>
                    <a:pt x="5527445" y="1226308"/>
                  </a:lnTo>
                  <a:lnTo>
                    <a:pt x="6522385" y="1226308"/>
                  </a:lnTo>
                  <a:lnTo>
                    <a:pt x="6523482" y="1226350"/>
                  </a:lnTo>
                  <a:lnTo>
                    <a:pt x="6530720" y="1226651"/>
                  </a:lnTo>
                  <a:lnTo>
                    <a:pt x="6549082" y="1227482"/>
                  </a:lnTo>
                  <a:lnTo>
                    <a:pt x="6582195" y="1229121"/>
                  </a:lnTo>
                  <a:lnTo>
                    <a:pt x="6632127" y="1231830"/>
                  </a:lnTo>
                  <a:lnTo>
                    <a:pt x="6699231" y="1235836"/>
                  </a:lnTo>
                  <a:lnTo>
                    <a:pt x="6782194" y="1241309"/>
                  </a:lnTo>
                  <a:lnTo>
                    <a:pt x="6878319" y="1248354"/>
                  </a:lnTo>
                  <a:lnTo>
                    <a:pt x="6984011" y="1257013"/>
                  </a:lnTo>
                  <a:lnTo>
                    <a:pt x="7095342" y="1267279"/>
                  </a:lnTo>
                  <a:lnTo>
                    <a:pt x="7208563" y="1279124"/>
                  </a:lnTo>
                  <a:lnTo>
                    <a:pt x="7320468" y="1292516"/>
                  </a:lnTo>
                  <a:lnTo>
                    <a:pt x="7428585" y="1307445"/>
                  </a:lnTo>
                  <a:lnTo>
                    <a:pt x="7531222" y="1323933"/>
                  </a:lnTo>
                  <a:lnTo>
                    <a:pt x="7627390" y="1342047"/>
                  </a:lnTo>
                  <a:lnTo>
                    <a:pt x="7716685" y="1361905"/>
                  </a:lnTo>
                  <a:lnTo>
                    <a:pt x="7799148" y="1383672"/>
                  </a:lnTo>
                  <a:lnTo>
                    <a:pt x="7875131" y="1407561"/>
                  </a:lnTo>
                  <a:lnTo>
                    <a:pt x="7945195" y="1433825"/>
                  </a:lnTo>
                  <a:lnTo>
                    <a:pt x="8010023" y="1462752"/>
                  </a:lnTo>
                  <a:lnTo>
                    <a:pt x="8070355" y="1494645"/>
                  </a:lnTo>
                  <a:lnTo>
                    <a:pt x="8126943" y="1529794"/>
                  </a:lnTo>
                  <a:lnTo>
                    <a:pt x="8180511" y="1568439"/>
                  </a:lnTo>
                  <a:lnTo>
                    <a:pt x="8229629" y="1608874"/>
                  </a:lnTo>
                  <a:lnTo>
                    <a:pt x="8277186" y="1652729"/>
                  </a:lnTo>
                  <a:lnTo>
                    <a:pt x="8323496" y="1699984"/>
                  </a:lnTo>
                  <a:lnTo>
                    <a:pt x="8368918" y="1750707"/>
                  </a:lnTo>
                  <a:lnTo>
                    <a:pt x="8413738" y="1804904"/>
                  </a:lnTo>
                  <a:lnTo>
                    <a:pt x="8458178" y="1862511"/>
                  </a:lnTo>
                  <a:lnTo>
                    <a:pt x="8502409" y="1923387"/>
                  </a:lnTo>
                  <a:lnTo>
                    <a:pt x="8546556" y="1987311"/>
                  </a:lnTo>
                  <a:lnTo>
                    <a:pt x="8590703" y="2053985"/>
                  </a:lnTo>
                  <a:lnTo>
                    <a:pt x="8634899" y="2123030"/>
                  </a:lnTo>
                  <a:lnTo>
                    <a:pt x="8679165" y="2193998"/>
                  </a:lnTo>
                  <a:lnTo>
                    <a:pt x="8723497" y="2266379"/>
                  </a:lnTo>
                  <a:lnTo>
                    <a:pt x="8767875" y="2339620"/>
                  </a:lnTo>
                  <a:lnTo>
                    <a:pt x="8812268" y="2413138"/>
                  </a:lnTo>
                  <a:lnTo>
                    <a:pt x="8856644" y="2486341"/>
                  </a:lnTo>
                  <a:lnTo>
                    <a:pt x="8900972" y="2558647"/>
                  </a:lnTo>
                  <a:lnTo>
                    <a:pt x="8945233" y="2629505"/>
                  </a:lnTo>
                  <a:lnTo>
                    <a:pt x="8989425" y="2698410"/>
                  </a:lnTo>
                  <a:lnTo>
                    <a:pt x="9033570" y="2764917"/>
                  </a:lnTo>
                  <a:lnTo>
                    <a:pt x="9077720" y="2828653"/>
                  </a:lnTo>
                  <a:lnTo>
                    <a:pt x="9121961" y="2889323"/>
                  </a:lnTo>
                  <a:lnTo>
                    <a:pt x="9166419" y="2946713"/>
                  </a:lnTo>
                  <a:lnTo>
                    <a:pt x="9211270" y="3000687"/>
                  </a:lnTo>
                  <a:lnTo>
                    <a:pt x="9256741" y="3051185"/>
                  </a:lnTo>
                  <a:lnTo>
                    <a:pt x="9303120" y="3098218"/>
                  </a:lnTo>
                  <a:lnTo>
                    <a:pt x="9347647" y="3139139"/>
                  </a:lnTo>
                  <a:lnTo>
                    <a:pt x="9398937" y="3181250"/>
                  </a:lnTo>
                  <a:lnTo>
                    <a:pt x="9452617" y="3219746"/>
                  </a:lnTo>
                  <a:lnTo>
                    <a:pt x="9509345" y="3254755"/>
                  </a:lnTo>
                  <a:lnTo>
                    <a:pt x="9569849" y="3286518"/>
                  </a:lnTo>
                  <a:lnTo>
                    <a:pt x="9634880" y="3315329"/>
                  </a:lnTo>
                  <a:lnTo>
                    <a:pt x="9705177" y="3341489"/>
                  </a:lnTo>
                  <a:lnTo>
                    <a:pt x="9781419" y="3365285"/>
                  </a:lnTo>
                  <a:lnTo>
                    <a:pt x="9864159" y="3386969"/>
                  </a:lnTo>
                  <a:lnTo>
                    <a:pt x="9953741" y="3406752"/>
                  </a:lnTo>
                  <a:lnTo>
                    <a:pt x="10050189" y="3424797"/>
                  </a:lnTo>
                  <a:lnTo>
                    <a:pt x="10153078" y="3441219"/>
                  </a:lnTo>
                  <a:lnTo>
                    <a:pt x="10261392" y="3456083"/>
                  </a:lnTo>
                  <a:lnTo>
                    <a:pt x="10373405" y="3469412"/>
                  </a:lnTo>
                  <a:lnTo>
                    <a:pt x="10486616" y="3481192"/>
                  </a:lnTo>
                  <a:lnTo>
                    <a:pt x="10597791" y="3491392"/>
                  </a:lnTo>
                  <a:lnTo>
                    <a:pt x="10703163" y="3499984"/>
                  </a:lnTo>
                  <a:lnTo>
                    <a:pt x="10798809" y="3506962"/>
                  </a:lnTo>
                  <a:lnTo>
                    <a:pt x="10881159" y="3512372"/>
                  </a:lnTo>
                  <a:lnTo>
                    <a:pt x="10947567" y="3516320"/>
                  </a:lnTo>
                  <a:lnTo>
                    <a:pt x="10996781" y="3518980"/>
                  </a:lnTo>
                  <a:lnTo>
                    <a:pt x="11029229" y="3520580"/>
                  </a:lnTo>
                  <a:lnTo>
                    <a:pt x="11047048" y="3521384"/>
                  </a:lnTo>
                  <a:lnTo>
                    <a:pt x="11053924" y="3521668"/>
                  </a:lnTo>
                  <a:lnTo>
                    <a:pt x="11054891" y="3521706"/>
                  </a:lnTo>
                  <a:lnTo>
                    <a:pt x="12049831" y="3521706"/>
                  </a:lnTo>
                  <a:lnTo>
                    <a:pt x="12049831" y="35217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8" name="pl847"/>
            <p:cNvSpPr/>
            <p:nvPr/>
          </p:nvSpPr>
          <p:spPr>
            <a:xfrm>
              <a:off x="1199187" y="2405286"/>
              <a:ext cx="12049831" cy="3521706"/>
            </a:xfrm>
            <a:custGeom>
              <a:avLst/>
              <a:pathLst>
                <a:path w="12049831" h="3521706">
                  <a:moveTo>
                    <a:pt x="12049831" y="3521706"/>
                  </a:moveTo>
                  <a:lnTo>
                    <a:pt x="11054891" y="3521706"/>
                  </a:lnTo>
                  <a:lnTo>
                    <a:pt x="11053795" y="3521663"/>
                  </a:lnTo>
                  <a:lnTo>
                    <a:pt x="11046556" y="3521362"/>
                  </a:lnTo>
                  <a:lnTo>
                    <a:pt x="11028194" y="3520531"/>
                  </a:lnTo>
                  <a:lnTo>
                    <a:pt x="10995081" y="3518893"/>
                  </a:lnTo>
                  <a:lnTo>
                    <a:pt x="10945150" y="3516184"/>
                  </a:lnTo>
                  <a:lnTo>
                    <a:pt x="10878045" y="3512177"/>
                  </a:lnTo>
                  <a:lnTo>
                    <a:pt x="10795082" y="3506704"/>
                  </a:lnTo>
                  <a:lnTo>
                    <a:pt x="10698958" y="3499659"/>
                  </a:lnTo>
                  <a:lnTo>
                    <a:pt x="10593266" y="3491001"/>
                  </a:lnTo>
                  <a:lnTo>
                    <a:pt x="10481934" y="3480734"/>
                  </a:lnTo>
                  <a:lnTo>
                    <a:pt x="10368713" y="3468889"/>
                  </a:lnTo>
                  <a:lnTo>
                    <a:pt x="10256809" y="3455497"/>
                  </a:lnTo>
                  <a:lnTo>
                    <a:pt x="10148691" y="3440569"/>
                  </a:lnTo>
                  <a:lnTo>
                    <a:pt x="10046054" y="3424081"/>
                  </a:lnTo>
                  <a:lnTo>
                    <a:pt x="9949886" y="3405966"/>
                  </a:lnTo>
                  <a:lnTo>
                    <a:pt x="9860591" y="3386108"/>
                  </a:lnTo>
                  <a:lnTo>
                    <a:pt x="9778129" y="3364341"/>
                  </a:lnTo>
                  <a:lnTo>
                    <a:pt x="9702146" y="3340453"/>
                  </a:lnTo>
                  <a:lnTo>
                    <a:pt x="9632081" y="3314188"/>
                  </a:lnTo>
                  <a:lnTo>
                    <a:pt x="9567254" y="3285261"/>
                  </a:lnTo>
                  <a:lnTo>
                    <a:pt x="9506921" y="3253369"/>
                  </a:lnTo>
                  <a:lnTo>
                    <a:pt x="9450333" y="3218220"/>
                  </a:lnTo>
                  <a:lnTo>
                    <a:pt x="9396766" y="3179574"/>
                  </a:lnTo>
                  <a:lnTo>
                    <a:pt x="9347647" y="3139139"/>
                  </a:lnTo>
                  <a:lnTo>
                    <a:pt x="9300091" y="3095285"/>
                  </a:lnTo>
                  <a:lnTo>
                    <a:pt x="9253781" y="3048030"/>
                  </a:lnTo>
                  <a:lnTo>
                    <a:pt x="9208358" y="2997306"/>
                  </a:lnTo>
                  <a:lnTo>
                    <a:pt x="9163539" y="2943109"/>
                  </a:lnTo>
                  <a:lnTo>
                    <a:pt x="9119099" y="2885503"/>
                  </a:lnTo>
                  <a:lnTo>
                    <a:pt x="9074867" y="2824627"/>
                  </a:lnTo>
                  <a:lnTo>
                    <a:pt x="9030720" y="2760702"/>
                  </a:lnTo>
                  <a:lnTo>
                    <a:pt x="8986573" y="2694028"/>
                  </a:lnTo>
                  <a:lnTo>
                    <a:pt x="8942377" y="2624983"/>
                  </a:lnTo>
                  <a:lnTo>
                    <a:pt x="8898112" y="2554016"/>
                  </a:lnTo>
                  <a:lnTo>
                    <a:pt x="8853780" y="2481635"/>
                  </a:lnTo>
                  <a:lnTo>
                    <a:pt x="8809402" y="2408394"/>
                  </a:lnTo>
                  <a:lnTo>
                    <a:pt x="8765008" y="2334876"/>
                  </a:lnTo>
                  <a:lnTo>
                    <a:pt x="8720632" y="2261673"/>
                  </a:lnTo>
                  <a:lnTo>
                    <a:pt x="8676304" y="2189367"/>
                  </a:lnTo>
                  <a:lnTo>
                    <a:pt x="8632043" y="2118509"/>
                  </a:lnTo>
                  <a:lnTo>
                    <a:pt x="8587851" y="2049604"/>
                  </a:lnTo>
                  <a:lnTo>
                    <a:pt x="8543706" y="1983097"/>
                  </a:lnTo>
                  <a:lnTo>
                    <a:pt x="8499557" y="1919361"/>
                  </a:lnTo>
                  <a:lnTo>
                    <a:pt x="8455316" y="1858690"/>
                  </a:lnTo>
                  <a:lnTo>
                    <a:pt x="8410857" y="1801301"/>
                  </a:lnTo>
                  <a:lnTo>
                    <a:pt x="8366006" y="1747327"/>
                  </a:lnTo>
                  <a:lnTo>
                    <a:pt x="8320536" y="1696828"/>
                  </a:lnTo>
                  <a:lnTo>
                    <a:pt x="8274157" y="1649795"/>
                  </a:lnTo>
                  <a:lnTo>
                    <a:pt x="8229629" y="1608874"/>
                  </a:lnTo>
                  <a:lnTo>
                    <a:pt x="8178339" y="1566764"/>
                  </a:lnTo>
                  <a:lnTo>
                    <a:pt x="8124660" y="1528267"/>
                  </a:lnTo>
                  <a:lnTo>
                    <a:pt x="8067931" y="1493258"/>
                  </a:lnTo>
                  <a:lnTo>
                    <a:pt x="8007428" y="1461495"/>
                  </a:lnTo>
                  <a:lnTo>
                    <a:pt x="7942397" y="1432685"/>
                  </a:lnTo>
                  <a:lnTo>
                    <a:pt x="7872100" y="1406524"/>
                  </a:lnTo>
                  <a:lnTo>
                    <a:pt x="7795858" y="1382729"/>
                  </a:lnTo>
                  <a:lnTo>
                    <a:pt x="7713118" y="1361045"/>
                  </a:lnTo>
                  <a:lnTo>
                    <a:pt x="7623535" y="1341262"/>
                  </a:lnTo>
                  <a:lnTo>
                    <a:pt x="7527087" y="1323217"/>
                  </a:lnTo>
                  <a:lnTo>
                    <a:pt x="7424199" y="1306795"/>
                  </a:lnTo>
                  <a:lnTo>
                    <a:pt x="7315885" y="1291930"/>
                  </a:lnTo>
                  <a:lnTo>
                    <a:pt x="7203872" y="1278602"/>
                  </a:lnTo>
                  <a:lnTo>
                    <a:pt x="7090660" y="1266822"/>
                  </a:lnTo>
                  <a:lnTo>
                    <a:pt x="6979486" y="1256621"/>
                  </a:lnTo>
                  <a:lnTo>
                    <a:pt x="6874113" y="1248030"/>
                  </a:lnTo>
                  <a:lnTo>
                    <a:pt x="6778468" y="1241051"/>
                  </a:lnTo>
                  <a:lnTo>
                    <a:pt x="6696117" y="1235642"/>
                  </a:lnTo>
                  <a:lnTo>
                    <a:pt x="6629710" y="1231693"/>
                  </a:lnTo>
                  <a:lnTo>
                    <a:pt x="6580495" y="1229033"/>
                  </a:lnTo>
                  <a:lnTo>
                    <a:pt x="6548047" y="1227434"/>
                  </a:lnTo>
                  <a:lnTo>
                    <a:pt x="6530229" y="1226630"/>
                  </a:lnTo>
                  <a:lnTo>
                    <a:pt x="6523353" y="1226345"/>
                  </a:lnTo>
                  <a:lnTo>
                    <a:pt x="6522385" y="1226308"/>
                  </a:lnTo>
                  <a:lnTo>
                    <a:pt x="5527445" y="1226308"/>
                  </a:lnTo>
                  <a:lnTo>
                    <a:pt x="5526321" y="1226285"/>
                  </a:lnTo>
                  <a:lnTo>
                    <a:pt x="5518898" y="1226120"/>
                  </a:lnTo>
                  <a:lnTo>
                    <a:pt x="5500082" y="1225664"/>
                  </a:lnTo>
                  <a:lnTo>
                    <a:pt x="5466183" y="1224765"/>
                  </a:lnTo>
                  <a:lnTo>
                    <a:pt x="5415130" y="1223280"/>
                  </a:lnTo>
                  <a:lnTo>
                    <a:pt x="5346630" y="1221084"/>
                  </a:lnTo>
                  <a:lnTo>
                    <a:pt x="5262107" y="1218088"/>
                  </a:lnTo>
                  <a:lnTo>
                    <a:pt x="5164397" y="1214235"/>
                  </a:lnTo>
                  <a:lnTo>
                    <a:pt x="5057227" y="1209504"/>
                  </a:lnTo>
                  <a:lnTo>
                    <a:pt x="4944630" y="1203900"/>
                  </a:lnTo>
                  <a:lnTo>
                    <a:pt x="4830421" y="1197440"/>
                  </a:lnTo>
                  <a:lnTo>
                    <a:pt x="4717825" y="1190139"/>
                  </a:lnTo>
                  <a:lnTo>
                    <a:pt x="4609299" y="1182004"/>
                  </a:lnTo>
                  <a:lnTo>
                    <a:pt x="4506497" y="1173017"/>
                  </a:lnTo>
                  <a:lnTo>
                    <a:pt x="4410355" y="1163140"/>
                  </a:lnTo>
                  <a:lnTo>
                    <a:pt x="4321223" y="1152305"/>
                  </a:lnTo>
                  <a:lnTo>
                    <a:pt x="4239010" y="1140417"/>
                  </a:lnTo>
                  <a:lnTo>
                    <a:pt x="4163316" y="1127357"/>
                  </a:lnTo>
                  <a:lnTo>
                    <a:pt x="4093541" y="1112982"/>
                  </a:lnTo>
                  <a:lnTo>
                    <a:pt x="4028973" y="1097132"/>
                  </a:lnTo>
                  <a:lnTo>
                    <a:pt x="3968845" y="1079642"/>
                  </a:lnTo>
                  <a:lnTo>
                    <a:pt x="3912388" y="1060355"/>
                  </a:lnTo>
                  <a:lnTo>
                    <a:pt x="3858870" y="1039148"/>
                  </a:lnTo>
                  <a:lnTo>
                    <a:pt x="3820202" y="1021923"/>
                  </a:lnTo>
                  <a:lnTo>
                    <a:pt x="3764707" y="994338"/>
                  </a:lnTo>
                  <a:lnTo>
                    <a:pt x="3710830" y="964257"/>
                  </a:lnTo>
                  <a:lnTo>
                    <a:pt x="3658028" y="931635"/>
                  </a:lnTo>
                  <a:lnTo>
                    <a:pt x="3605888" y="896492"/>
                  </a:lnTo>
                  <a:lnTo>
                    <a:pt x="3554103" y="858923"/>
                  </a:lnTo>
                  <a:lnTo>
                    <a:pt x="3502458" y="819098"/>
                  </a:lnTo>
                  <a:lnTo>
                    <a:pt x="3450812" y="777270"/>
                  </a:lnTo>
                  <a:lnTo>
                    <a:pt x="3399093" y="733768"/>
                  </a:lnTo>
                  <a:lnTo>
                    <a:pt x="3347277" y="688991"/>
                  </a:lnTo>
                  <a:lnTo>
                    <a:pt x="3295384" y="643391"/>
                  </a:lnTo>
                  <a:lnTo>
                    <a:pt x="3243455" y="597459"/>
                  </a:lnTo>
                  <a:lnTo>
                    <a:pt x="3191545" y="551700"/>
                  </a:lnTo>
                  <a:lnTo>
                    <a:pt x="3139701" y="506611"/>
                  </a:lnTo>
                  <a:lnTo>
                    <a:pt x="3087951" y="462659"/>
                  </a:lnTo>
                  <a:lnTo>
                    <a:pt x="3036288" y="420261"/>
                  </a:lnTo>
                  <a:lnTo>
                    <a:pt x="2984654" y="379770"/>
                  </a:lnTo>
                  <a:lnTo>
                    <a:pt x="2932933" y="341464"/>
                  </a:lnTo>
                  <a:lnTo>
                    <a:pt x="2880934" y="305538"/>
                  </a:lnTo>
                  <a:lnTo>
                    <a:pt x="2828381" y="272112"/>
                  </a:lnTo>
                  <a:lnTo>
                    <a:pt x="2774897" y="241228"/>
                  </a:lnTo>
                  <a:lnTo>
                    <a:pt x="2719983" y="212860"/>
                  </a:lnTo>
                  <a:lnTo>
                    <a:pt x="2702183" y="204384"/>
                  </a:lnTo>
                  <a:lnTo>
                    <a:pt x="2650436" y="181699"/>
                  </a:lnTo>
                  <a:lnTo>
                    <a:pt x="2596252" y="160978"/>
                  </a:lnTo>
                  <a:lnTo>
                    <a:pt x="2538952" y="142151"/>
                  </a:lnTo>
                  <a:lnTo>
                    <a:pt x="2477792" y="125085"/>
                  </a:lnTo>
                  <a:lnTo>
                    <a:pt x="2411998" y="109617"/>
                  </a:lnTo>
                  <a:lnTo>
                    <a:pt x="2340814" y="95584"/>
                  </a:lnTo>
                  <a:lnTo>
                    <a:pt x="2263548" y="82828"/>
                  </a:lnTo>
                  <a:lnTo>
                    <a:pt x="2179641" y="71212"/>
                  </a:lnTo>
                  <a:lnTo>
                    <a:pt x="2088759" y="60623"/>
                  </a:lnTo>
                  <a:lnTo>
                    <a:pt x="1990907" y="50973"/>
                  </a:lnTo>
                  <a:lnTo>
                    <a:pt x="1886567" y="42201"/>
                  </a:lnTo>
                  <a:lnTo>
                    <a:pt x="1776843" y="34274"/>
                  </a:lnTo>
                  <a:lnTo>
                    <a:pt x="1663585" y="27181"/>
                  </a:lnTo>
                  <a:lnTo>
                    <a:pt x="1549448" y="20932"/>
                  </a:lnTo>
                  <a:lnTo>
                    <a:pt x="1437829" y="15544"/>
                  </a:lnTo>
                  <a:lnTo>
                    <a:pt x="1332637" y="11032"/>
                  </a:lnTo>
                  <a:lnTo>
                    <a:pt x="1237885" y="7395"/>
                  </a:lnTo>
                  <a:lnTo>
                    <a:pt x="1157132" y="4605"/>
                  </a:lnTo>
                  <a:lnTo>
                    <a:pt x="1092903" y="2596"/>
                  </a:lnTo>
                  <a:lnTo>
                    <a:pt x="1046216" y="1269"/>
                  </a:lnTo>
                  <a:lnTo>
                    <a:pt x="1016329" y="495"/>
                  </a:lnTo>
                  <a:lnTo>
                    <a:pt x="1000751" y="125"/>
                  </a:lnTo>
                  <a:lnTo>
                    <a:pt x="995423" y="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9" name="pg848"/>
            <p:cNvSpPr/>
            <p:nvPr/>
          </p:nvSpPr>
          <p:spPr>
            <a:xfrm>
              <a:off x="1199187" y="2410527"/>
              <a:ext cx="12049831" cy="3809940"/>
            </a:xfrm>
            <a:custGeom>
              <a:avLst/>
              <a:pathLst>
                <a:path w="12049831" h="3809940">
                  <a:moveTo>
                    <a:pt x="0" y="5240"/>
                  </a:moveTo>
                  <a:lnTo>
                    <a:pt x="994940" y="5240"/>
                  </a:lnTo>
                  <a:lnTo>
                    <a:pt x="996064" y="5264"/>
                  </a:lnTo>
                  <a:lnTo>
                    <a:pt x="1003486" y="5430"/>
                  </a:lnTo>
                  <a:lnTo>
                    <a:pt x="1022298" y="5890"/>
                  </a:lnTo>
                  <a:lnTo>
                    <a:pt x="1056192" y="6796"/>
                  </a:lnTo>
                  <a:lnTo>
                    <a:pt x="1107237" y="8294"/>
                  </a:lnTo>
                  <a:lnTo>
                    <a:pt x="1175728" y="10507"/>
                  </a:lnTo>
                  <a:lnTo>
                    <a:pt x="1260239" y="13529"/>
                  </a:lnTo>
                  <a:lnTo>
                    <a:pt x="1357938" y="17414"/>
                  </a:lnTo>
                  <a:lnTo>
                    <a:pt x="1465098" y="22185"/>
                  </a:lnTo>
                  <a:lnTo>
                    <a:pt x="1577686" y="27836"/>
                  </a:lnTo>
                  <a:lnTo>
                    <a:pt x="1691888" y="34350"/>
                  </a:lnTo>
                  <a:lnTo>
                    <a:pt x="1804479" y="41712"/>
                  </a:lnTo>
                  <a:lnTo>
                    <a:pt x="1913003" y="49916"/>
                  </a:lnTo>
                  <a:lnTo>
                    <a:pt x="2015804" y="58978"/>
                  </a:lnTo>
                  <a:lnTo>
                    <a:pt x="2111946" y="68938"/>
                  </a:lnTo>
                  <a:lnTo>
                    <a:pt x="2201079" y="79865"/>
                  </a:lnTo>
                  <a:lnTo>
                    <a:pt x="2283293" y="91852"/>
                  </a:lnTo>
                  <a:lnTo>
                    <a:pt x="2358990" y="105021"/>
                  </a:lnTo>
                  <a:lnTo>
                    <a:pt x="2428766" y="119517"/>
                  </a:lnTo>
                  <a:lnTo>
                    <a:pt x="2493337" y="135499"/>
                  </a:lnTo>
                  <a:lnTo>
                    <a:pt x="2553466" y="153136"/>
                  </a:lnTo>
                  <a:lnTo>
                    <a:pt x="2609924" y="172584"/>
                  </a:lnTo>
                  <a:lnTo>
                    <a:pt x="2663442" y="193968"/>
                  </a:lnTo>
                  <a:lnTo>
                    <a:pt x="2702183" y="211372"/>
                  </a:lnTo>
                  <a:lnTo>
                    <a:pt x="2757597" y="239150"/>
                  </a:lnTo>
                  <a:lnTo>
                    <a:pt x="2811396" y="269437"/>
                  </a:lnTo>
                  <a:lnTo>
                    <a:pt x="2864123" y="302279"/>
                  </a:lnTo>
                  <a:lnTo>
                    <a:pt x="2916187" y="337656"/>
                  </a:lnTo>
                  <a:lnTo>
                    <a:pt x="2967897" y="375474"/>
                  </a:lnTo>
                  <a:lnTo>
                    <a:pt x="3019466" y="415562"/>
                  </a:lnTo>
                  <a:lnTo>
                    <a:pt x="3071034" y="457667"/>
                  </a:lnTo>
                  <a:lnTo>
                    <a:pt x="3122675" y="501458"/>
                  </a:lnTo>
                  <a:lnTo>
                    <a:pt x="3174413" y="546538"/>
                  </a:lnTo>
                  <a:lnTo>
                    <a:pt x="3226228" y="592450"/>
                  </a:lnTo>
                  <a:lnTo>
                    <a:pt x="3278079" y="638705"/>
                  </a:lnTo>
                  <a:lnTo>
                    <a:pt x="3329912" y="684793"/>
                  </a:lnTo>
                  <a:lnTo>
                    <a:pt x="3381680" y="730217"/>
                  </a:lnTo>
                  <a:lnTo>
                    <a:pt x="3433355" y="774506"/>
                  </a:lnTo>
                  <a:lnTo>
                    <a:pt x="3484943" y="817241"/>
                  </a:lnTo>
                  <a:lnTo>
                    <a:pt x="3536500" y="858064"/>
                  </a:lnTo>
                  <a:lnTo>
                    <a:pt x="3588140" y="896698"/>
                  </a:lnTo>
                  <a:lnTo>
                    <a:pt x="3640051" y="932940"/>
                  </a:lnTo>
                  <a:lnTo>
                    <a:pt x="3692506" y="966672"/>
                  </a:lnTo>
                  <a:lnTo>
                    <a:pt x="3745877" y="997848"/>
                  </a:lnTo>
                  <a:lnTo>
                    <a:pt x="3800657" y="1026492"/>
                  </a:lnTo>
                  <a:lnTo>
                    <a:pt x="3820202" y="1035898"/>
                  </a:lnTo>
                  <a:lnTo>
                    <a:pt x="3871946" y="1058776"/>
                  </a:lnTo>
                  <a:lnTo>
                    <a:pt x="3926126" y="1079673"/>
                  </a:lnTo>
                  <a:lnTo>
                    <a:pt x="3983422" y="1098660"/>
                  </a:lnTo>
                  <a:lnTo>
                    <a:pt x="4044578" y="1115872"/>
                  </a:lnTo>
                  <a:lnTo>
                    <a:pt x="4110366" y="1131471"/>
                  </a:lnTo>
                  <a:lnTo>
                    <a:pt x="4181544" y="1145624"/>
                  </a:lnTo>
                  <a:lnTo>
                    <a:pt x="4258803" y="1158488"/>
                  </a:lnTo>
                  <a:lnTo>
                    <a:pt x="4342702" y="1170203"/>
                  </a:lnTo>
                  <a:lnTo>
                    <a:pt x="4433575" y="1180882"/>
                  </a:lnTo>
                  <a:lnTo>
                    <a:pt x="4531417" y="1190615"/>
                  </a:lnTo>
                  <a:lnTo>
                    <a:pt x="4635747" y="1199462"/>
                  </a:lnTo>
                  <a:lnTo>
                    <a:pt x="4745461" y="1207457"/>
                  </a:lnTo>
                  <a:lnTo>
                    <a:pt x="4858710" y="1214610"/>
                  </a:lnTo>
                  <a:lnTo>
                    <a:pt x="4972841" y="1220913"/>
                  </a:lnTo>
                  <a:lnTo>
                    <a:pt x="5084457" y="1226348"/>
                  </a:lnTo>
                  <a:lnTo>
                    <a:pt x="5189650" y="1230899"/>
                  </a:lnTo>
                  <a:lnTo>
                    <a:pt x="5284409" y="1234567"/>
                  </a:lnTo>
                  <a:lnTo>
                    <a:pt x="5365174" y="1237382"/>
                  </a:lnTo>
                  <a:lnTo>
                    <a:pt x="5429418" y="1239409"/>
                  </a:lnTo>
                  <a:lnTo>
                    <a:pt x="5476123" y="1240748"/>
                  </a:lnTo>
                  <a:lnTo>
                    <a:pt x="5506027" y="1241530"/>
                  </a:lnTo>
                  <a:lnTo>
                    <a:pt x="5521621" y="1241903"/>
                  </a:lnTo>
                  <a:lnTo>
                    <a:pt x="5526960" y="1242020"/>
                  </a:lnTo>
                  <a:lnTo>
                    <a:pt x="5527445" y="1242030"/>
                  </a:lnTo>
                  <a:lnTo>
                    <a:pt x="6522385" y="1242030"/>
                  </a:lnTo>
                  <a:lnTo>
                    <a:pt x="6523472" y="1242077"/>
                  </a:lnTo>
                  <a:lnTo>
                    <a:pt x="6530649" y="1242410"/>
                  </a:lnTo>
                  <a:lnTo>
                    <a:pt x="6548857" y="1243332"/>
                  </a:lnTo>
                  <a:lnTo>
                    <a:pt x="6581703" y="1245148"/>
                  </a:lnTo>
                  <a:lnTo>
                    <a:pt x="6631254" y="1248152"/>
                  </a:lnTo>
                  <a:lnTo>
                    <a:pt x="6697884" y="1252595"/>
                  </a:lnTo>
                  <a:lnTo>
                    <a:pt x="6780315" y="1258667"/>
                  </a:lnTo>
                  <a:lnTo>
                    <a:pt x="6875897" y="1266484"/>
                  </a:lnTo>
                  <a:lnTo>
                    <a:pt x="6981081" y="1276096"/>
                  </a:lnTo>
                  <a:lnTo>
                    <a:pt x="7091975" y="1287497"/>
                  </a:lnTo>
                  <a:lnTo>
                    <a:pt x="7204852" y="1300654"/>
                  </a:lnTo>
                  <a:lnTo>
                    <a:pt x="7316513" y="1315533"/>
                  </a:lnTo>
                  <a:lnTo>
                    <a:pt x="7424484" y="1332119"/>
                  </a:lnTo>
                  <a:lnTo>
                    <a:pt x="7527059" y="1350438"/>
                  </a:lnTo>
                  <a:lnTo>
                    <a:pt x="7623231" y="1370562"/>
                  </a:lnTo>
                  <a:lnTo>
                    <a:pt x="7712579" y="1392618"/>
                  </a:lnTo>
                  <a:lnTo>
                    <a:pt x="7795124" y="1416787"/>
                  </a:lnTo>
                  <a:lnTo>
                    <a:pt x="7871205" y="1443301"/>
                  </a:lnTo>
                  <a:lnTo>
                    <a:pt x="7941369" y="1472442"/>
                  </a:lnTo>
                  <a:lnTo>
                    <a:pt x="8006287" y="1504524"/>
                  </a:lnTo>
                  <a:lnTo>
                    <a:pt x="8066692" y="1539884"/>
                  </a:lnTo>
                  <a:lnTo>
                    <a:pt x="8123328" y="1578847"/>
                  </a:lnTo>
                  <a:lnTo>
                    <a:pt x="8176916" y="1621683"/>
                  </a:lnTo>
                  <a:lnTo>
                    <a:pt x="8228113" y="1668537"/>
                  </a:lnTo>
                  <a:lnTo>
                    <a:pt x="8229629" y="1670015"/>
                  </a:lnTo>
                  <a:lnTo>
                    <a:pt x="8275439" y="1717181"/>
                  </a:lnTo>
                  <a:lnTo>
                    <a:pt x="8320080" y="1767869"/>
                  </a:lnTo>
                  <a:lnTo>
                    <a:pt x="8363876" y="1822151"/>
                  </a:lnTo>
                  <a:lnTo>
                    <a:pt x="8407088" y="1880039"/>
                  </a:lnTo>
                  <a:lnTo>
                    <a:pt x="8449920" y="1941477"/>
                  </a:lnTo>
                  <a:lnTo>
                    <a:pt x="8492534" y="2006338"/>
                  </a:lnTo>
                  <a:lnTo>
                    <a:pt x="8535047" y="2074420"/>
                  </a:lnTo>
                  <a:lnTo>
                    <a:pt x="8577543" y="2145442"/>
                  </a:lnTo>
                  <a:lnTo>
                    <a:pt x="8620074" y="2219048"/>
                  </a:lnTo>
                  <a:lnTo>
                    <a:pt x="8662666" y="2294812"/>
                  </a:lnTo>
                  <a:lnTo>
                    <a:pt x="8705323" y="2372245"/>
                  </a:lnTo>
                  <a:lnTo>
                    <a:pt x="8748032" y="2450809"/>
                  </a:lnTo>
                  <a:lnTo>
                    <a:pt x="8790769" y="2529933"/>
                  </a:lnTo>
                  <a:lnTo>
                    <a:pt x="8833504" y="2609028"/>
                  </a:lnTo>
                  <a:lnTo>
                    <a:pt x="8876209" y="2687505"/>
                  </a:lnTo>
                  <a:lnTo>
                    <a:pt x="8918860" y="2764795"/>
                  </a:lnTo>
                  <a:lnTo>
                    <a:pt x="8961445" y="2840364"/>
                  </a:lnTo>
                  <a:lnTo>
                    <a:pt x="9003972" y="2913731"/>
                  </a:lnTo>
                  <a:lnTo>
                    <a:pt x="9046466" y="2984475"/>
                  </a:lnTo>
                  <a:lnTo>
                    <a:pt x="9088985" y="3052247"/>
                  </a:lnTo>
                  <a:lnTo>
                    <a:pt x="9131614" y="3116775"/>
                  </a:lnTo>
                  <a:lnTo>
                    <a:pt x="9174477" y="3177864"/>
                  </a:lnTo>
                  <a:lnTo>
                    <a:pt x="9217736" y="3235393"/>
                  </a:lnTo>
                  <a:lnTo>
                    <a:pt x="9261604" y="3289315"/>
                  </a:lnTo>
                  <a:lnTo>
                    <a:pt x="9306346" y="3339648"/>
                  </a:lnTo>
                  <a:lnTo>
                    <a:pt x="9347647" y="3381955"/>
                  </a:lnTo>
                  <a:lnTo>
                    <a:pt x="9398781" y="3428930"/>
                  </a:lnTo>
                  <a:lnTo>
                    <a:pt x="9452288" y="3471887"/>
                  </a:lnTo>
                  <a:lnTo>
                    <a:pt x="9508822" y="3510963"/>
                  </a:lnTo>
                  <a:lnTo>
                    <a:pt x="9569102" y="3546427"/>
                  </a:lnTo>
                  <a:lnTo>
                    <a:pt x="9633872" y="3578604"/>
                  </a:lnTo>
                  <a:lnTo>
                    <a:pt x="9703867" y="3607829"/>
                  </a:lnTo>
                  <a:lnTo>
                    <a:pt x="9779761" y="3634418"/>
                  </a:lnTo>
                  <a:lnTo>
                    <a:pt x="9862105" y="3658654"/>
                  </a:lnTo>
                  <a:lnTo>
                    <a:pt x="9951245" y="3680771"/>
                  </a:lnTo>
                  <a:lnTo>
                    <a:pt x="10047214" y="3700951"/>
                  </a:lnTo>
                  <a:lnTo>
                    <a:pt x="10149607" y="3719323"/>
                  </a:lnTo>
                  <a:lnTo>
                    <a:pt x="10257436" y="3735962"/>
                  </a:lnTo>
                  <a:lnTo>
                    <a:pt x="10369018" y="3750892"/>
                  </a:lnTo>
                  <a:lnTo>
                    <a:pt x="10481902" y="3764101"/>
                  </a:lnTo>
                  <a:lnTo>
                    <a:pt x="10592909" y="3775556"/>
                  </a:lnTo>
                  <a:lnTo>
                    <a:pt x="10698323" y="3785222"/>
                  </a:lnTo>
                  <a:lnTo>
                    <a:pt x="10794249" y="3793093"/>
                  </a:lnTo>
                  <a:lnTo>
                    <a:pt x="10877123" y="3799217"/>
                  </a:lnTo>
                  <a:lnTo>
                    <a:pt x="10944257" y="3803706"/>
                  </a:lnTo>
                  <a:lnTo>
                    <a:pt x="10994327" y="3806750"/>
                  </a:lnTo>
                  <a:lnTo>
                    <a:pt x="11027656" y="3808598"/>
                  </a:lnTo>
                  <a:lnTo>
                    <a:pt x="11046261" y="3809542"/>
                  </a:lnTo>
                  <a:lnTo>
                    <a:pt x="11053705" y="3809889"/>
                  </a:lnTo>
                  <a:lnTo>
                    <a:pt x="11054891" y="3809940"/>
                  </a:lnTo>
                  <a:lnTo>
                    <a:pt x="12049831" y="3809940"/>
                  </a:lnTo>
                  <a:lnTo>
                    <a:pt x="12049831" y="3804700"/>
                  </a:lnTo>
                  <a:lnTo>
                    <a:pt x="11054891" y="3804700"/>
                  </a:lnTo>
                  <a:lnTo>
                    <a:pt x="11053805" y="3804653"/>
                  </a:lnTo>
                  <a:lnTo>
                    <a:pt x="11046628" y="3804319"/>
                  </a:lnTo>
                  <a:lnTo>
                    <a:pt x="11028420" y="3803398"/>
                  </a:lnTo>
                  <a:lnTo>
                    <a:pt x="10995573" y="3801581"/>
                  </a:lnTo>
                  <a:lnTo>
                    <a:pt x="10946022" y="3798578"/>
                  </a:lnTo>
                  <a:lnTo>
                    <a:pt x="10879392" y="3794135"/>
                  </a:lnTo>
                  <a:lnTo>
                    <a:pt x="10796961" y="3788063"/>
                  </a:lnTo>
                  <a:lnTo>
                    <a:pt x="10701380" y="3780245"/>
                  </a:lnTo>
                  <a:lnTo>
                    <a:pt x="10596196" y="3770634"/>
                  </a:lnTo>
                  <a:lnTo>
                    <a:pt x="10485302" y="3759233"/>
                  </a:lnTo>
                  <a:lnTo>
                    <a:pt x="10372425" y="3746076"/>
                  </a:lnTo>
                  <a:lnTo>
                    <a:pt x="10260763" y="3731197"/>
                  </a:lnTo>
                  <a:lnTo>
                    <a:pt x="10152792" y="3714610"/>
                  </a:lnTo>
                  <a:lnTo>
                    <a:pt x="10050218" y="3696291"/>
                  </a:lnTo>
                  <a:lnTo>
                    <a:pt x="9954045" y="3676167"/>
                  </a:lnTo>
                  <a:lnTo>
                    <a:pt x="9864698" y="3654112"/>
                  </a:lnTo>
                  <a:lnTo>
                    <a:pt x="9782152" y="3629943"/>
                  </a:lnTo>
                  <a:lnTo>
                    <a:pt x="9706071" y="3603429"/>
                  </a:lnTo>
                  <a:lnTo>
                    <a:pt x="9635907" y="3574288"/>
                  </a:lnTo>
                  <a:lnTo>
                    <a:pt x="9570989" y="3542205"/>
                  </a:lnTo>
                  <a:lnTo>
                    <a:pt x="9510585" y="3506846"/>
                  </a:lnTo>
                  <a:lnTo>
                    <a:pt x="9453948" y="3467883"/>
                  </a:lnTo>
                  <a:lnTo>
                    <a:pt x="9400360" y="3425046"/>
                  </a:lnTo>
                  <a:lnTo>
                    <a:pt x="9349163" y="3378193"/>
                  </a:lnTo>
                  <a:lnTo>
                    <a:pt x="9347647" y="3376715"/>
                  </a:lnTo>
                  <a:lnTo>
                    <a:pt x="9301838" y="3329549"/>
                  </a:lnTo>
                  <a:lnTo>
                    <a:pt x="9257196" y="3278860"/>
                  </a:lnTo>
                  <a:lnTo>
                    <a:pt x="9213400" y="3224578"/>
                  </a:lnTo>
                  <a:lnTo>
                    <a:pt x="9170189" y="3166691"/>
                  </a:lnTo>
                  <a:lnTo>
                    <a:pt x="9127356" y="3105253"/>
                  </a:lnTo>
                  <a:lnTo>
                    <a:pt x="9084743" y="3040392"/>
                  </a:lnTo>
                  <a:lnTo>
                    <a:pt x="9042230" y="2972309"/>
                  </a:lnTo>
                  <a:lnTo>
                    <a:pt x="8999734" y="2901287"/>
                  </a:lnTo>
                  <a:lnTo>
                    <a:pt x="8957203" y="2827681"/>
                  </a:lnTo>
                  <a:lnTo>
                    <a:pt x="8914611" y="2751918"/>
                  </a:lnTo>
                  <a:lnTo>
                    <a:pt x="8871954" y="2674485"/>
                  </a:lnTo>
                  <a:lnTo>
                    <a:pt x="8829245" y="2595920"/>
                  </a:lnTo>
                  <a:lnTo>
                    <a:pt x="8786508" y="2516796"/>
                  </a:lnTo>
                  <a:lnTo>
                    <a:pt x="8743772" y="2437701"/>
                  </a:lnTo>
                  <a:lnTo>
                    <a:pt x="8701067" y="2359224"/>
                  </a:lnTo>
                  <a:lnTo>
                    <a:pt x="8658417" y="2281935"/>
                  </a:lnTo>
                  <a:lnTo>
                    <a:pt x="8615831" y="2206365"/>
                  </a:lnTo>
                  <a:lnTo>
                    <a:pt x="8573305" y="2132999"/>
                  </a:lnTo>
                  <a:lnTo>
                    <a:pt x="8530810" y="2062255"/>
                  </a:lnTo>
                  <a:lnTo>
                    <a:pt x="8488291" y="1994483"/>
                  </a:lnTo>
                  <a:lnTo>
                    <a:pt x="8445662" y="1929955"/>
                  </a:lnTo>
                  <a:lnTo>
                    <a:pt x="8402800" y="1868866"/>
                  </a:lnTo>
                  <a:lnTo>
                    <a:pt x="8359540" y="1811337"/>
                  </a:lnTo>
                  <a:lnTo>
                    <a:pt x="8315672" y="1757415"/>
                  </a:lnTo>
                  <a:lnTo>
                    <a:pt x="8270930" y="1707082"/>
                  </a:lnTo>
                  <a:lnTo>
                    <a:pt x="8229629" y="1664774"/>
                  </a:lnTo>
                  <a:lnTo>
                    <a:pt x="8178495" y="1617799"/>
                  </a:lnTo>
                  <a:lnTo>
                    <a:pt x="8124989" y="1574843"/>
                  </a:lnTo>
                  <a:lnTo>
                    <a:pt x="8068455" y="1535766"/>
                  </a:lnTo>
                  <a:lnTo>
                    <a:pt x="8008175" y="1500302"/>
                  </a:lnTo>
                  <a:lnTo>
                    <a:pt x="7943404" y="1468126"/>
                  </a:lnTo>
                  <a:lnTo>
                    <a:pt x="7873409" y="1438901"/>
                  </a:lnTo>
                  <a:lnTo>
                    <a:pt x="7797515" y="1412311"/>
                  </a:lnTo>
                  <a:lnTo>
                    <a:pt x="7715172" y="1388076"/>
                  </a:lnTo>
                  <a:lnTo>
                    <a:pt x="7626032" y="1365959"/>
                  </a:lnTo>
                  <a:lnTo>
                    <a:pt x="7530062" y="1345779"/>
                  </a:lnTo>
                  <a:lnTo>
                    <a:pt x="7427670" y="1327407"/>
                  </a:lnTo>
                  <a:lnTo>
                    <a:pt x="7319840" y="1310768"/>
                  </a:lnTo>
                  <a:lnTo>
                    <a:pt x="7208258" y="1295838"/>
                  </a:lnTo>
                  <a:lnTo>
                    <a:pt x="7095374" y="1282628"/>
                  </a:lnTo>
                  <a:lnTo>
                    <a:pt x="6984367" y="1271174"/>
                  </a:lnTo>
                  <a:lnTo>
                    <a:pt x="6878954" y="1261508"/>
                  </a:lnTo>
                  <a:lnTo>
                    <a:pt x="6783027" y="1253636"/>
                  </a:lnTo>
                  <a:lnTo>
                    <a:pt x="6700154" y="1247513"/>
                  </a:lnTo>
                  <a:lnTo>
                    <a:pt x="6633020" y="1243023"/>
                  </a:lnTo>
                  <a:lnTo>
                    <a:pt x="6582950" y="1239980"/>
                  </a:lnTo>
                  <a:lnTo>
                    <a:pt x="6549620" y="1238131"/>
                  </a:lnTo>
                  <a:lnTo>
                    <a:pt x="6531015" y="1237187"/>
                  </a:lnTo>
                  <a:lnTo>
                    <a:pt x="6523572" y="1236840"/>
                  </a:lnTo>
                  <a:lnTo>
                    <a:pt x="6522385" y="1236789"/>
                  </a:lnTo>
                  <a:lnTo>
                    <a:pt x="5527445" y="1236789"/>
                  </a:lnTo>
                  <a:lnTo>
                    <a:pt x="5526321" y="1236766"/>
                  </a:lnTo>
                  <a:lnTo>
                    <a:pt x="5518899" y="1236599"/>
                  </a:lnTo>
                  <a:lnTo>
                    <a:pt x="5500087" y="1236140"/>
                  </a:lnTo>
                  <a:lnTo>
                    <a:pt x="5466193" y="1235233"/>
                  </a:lnTo>
                  <a:lnTo>
                    <a:pt x="5415148" y="1233736"/>
                  </a:lnTo>
                  <a:lnTo>
                    <a:pt x="5346657" y="1231522"/>
                  </a:lnTo>
                  <a:lnTo>
                    <a:pt x="5262146" y="1228500"/>
                  </a:lnTo>
                  <a:lnTo>
                    <a:pt x="5164447" y="1224615"/>
                  </a:lnTo>
                  <a:lnTo>
                    <a:pt x="5057287" y="1219845"/>
                  </a:lnTo>
                  <a:lnTo>
                    <a:pt x="4944699" y="1214193"/>
                  </a:lnTo>
                  <a:lnTo>
                    <a:pt x="4830497" y="1207679"/>
                  </a:lnTo>
                  <a:lnTo>
                    <a:pt x="4717906" y="1200317"/>
                  </a:lnTo>
                  <a:lnTo>
                    <a:pt x="4609382" y="1192113"/>
                  </a:lnTo>
                  <a:lnTo>
                    <a:pt x="4506581" y="1183051"/>
                  </a:lnTo>
                  <a:lnTo>
                    <a:pt x="4410439" y="1173091"/>
                  </a:lnTo>
                  <a:lnTo>
                    <a:pt x="4321306" y="1162165"/>
                  </a:lnTo>
                  <a:lnTo>
                    <a:pt x="4239092" y="1150177"/>
                  </a:lnTo>
                  <a:lnTo>
                    <a:pt x="4163395" y="1137008"/>
                  </a:lnTo>
                  <a:lnTo>
                    <a:pt x="4093619" y="1122512"/>
                  </a:lnTo>
                  <a:lnTo>
                    <a:pt x="4029048" y="1106530"/>
                  </a:lnTo>
                  <a:lnTo>
                    <a:pt x="3968919" y="1088894"/>
                  </a:lnTo>
                  <a:lnTo>
                    <a:pt x="3912461" y="1069445"/>
                  </a:lnTo>
                  <a:lnTo>
                    <a:pt x="3858943" y="1048061"/>
                  </a:lnTo>
                  <a:lnTo>
                    <a:pt x="3820202" y="1030658"/>
                  </a:lnTo>
                  <a:lnTo>
                    <a:pt x="3764788" y="1002880"/>
                  </a:lnTo>
                  <a:lnTo>
                    <a:pt x="3710989" y="972592"/>
                  </a:lnTo>
                  <a:lnTo>
                    <a:pt x="3658262" y="939750"/>
                  </a:lnTo>
                  <a:lnTo>
                    <a:pt x="3606198" y="904373"/>
                  </a:lnTo>
                  <a:lnTo>
                    <a:pt x="3554488" y="866555"/>
                  </a:lnTo>
                  <a:lnTo>
                    <a:pt x="3502919" y="826467"/>
                  </a:lnTo>
                  <a:lnTo>
                    <a:pt x="3451351" y="784363"/>
                  </a:lnTo>
                  <a:lnTo>
                    <a:pt x="3399710" y="740571"/>
                  </a:lnTo>
                  <a:lnTo>
                    <a:pt x="3347972" y="695492"/>
                  </a:lnTo>
                  <a:lnTo>
                    <a:pt x="3296157" y="649579"/>
                  </a:lnTo>
                  <a:lnTo>
                    <a:pt x="3244306" y="603325"/>
                  </a:lnTo>
                  <a:lnTo>
                    <a:pt x="3192473" y="557236"/>
                  </a:lnTo>
                  <a:lnTo>
                    <a:pt x="3140705" y="511812"/>
                  </a:lnTo>
                  <a:lnTo>
                    <a:pt x="3089030" y="467523"/>
                  </a:lnTo>
                  <a:lnTo>
                    <a:pt x="3037442" y="424789"/>
                  </a:lnTo>
                  <a:lnTo>
                    <a:pt x="2985885" y="383965"/>
                  </a:lnTo>
                  <a:lnTo>
                    <a:pt x="2934245" y="345332"/>
                  </a:lnTo>
                  <a:lnTo>
                    <a:pt x="2882334" y="309089"/>
                  </a:lnTo>
                  <a:lnTo>
                    <a:pt x="2829879" y="275357"/>
                  </a:lnTo>
                  <a:lnTo>
                    <a:pt x="2776508" y="244181"/>
                  </a:lnTo>
                  <a:lnTo>
                    <a:pt x="2721728" y="215537"/>
                  </a:lnTo>
                  <a:lnTo>
                    <a:pt x="2702183" y="206131"/>
                  </a:lnTo>
                  <a:lnTo>
                    <a:pt x="2650439" y="183253"/>
                  </a:lnTo>
                  <a:lnTo>
                    <a:pt x="2596259" y="162356"/>
                  </a:lnTo>
                  <a:lnTo>
                    <a:pt x="2538963" y="143369"/>
                  </a:lnTo>
                  <a:lnTo>
                    <a:pt x="2477807" y="126158"/>
                  </a:lnTo>
                  <a:lnTo>
                    <a:pt x="2412019" y="110559"/>
                  </a:lnTo>
                  <a:lnTo>
                    <a:pt x="2340841" y="96406"/>
                  </a:lnTo>
                  <a:lnTo>
                    <a:pt x="2263582" y="83541"/>
                  </a:lnTo>
                  <a:lnTo>
                    <a:pt x="2179683" y="71826"/>
                  </a:lnTo>
                  <a:lnTo>
                    <a:pt x="2088810" y="61147"/>
                  </a:lnTo>
                  <a:lnTo>
                    <a:pt x="1990968" y="51414"/>
                  </a:lnTo>
                  <a:lnTo>
                    <a:pt x="1886638" y="42567"/>
                  </a:lnTo>
                  <a:lnTo>
                    <a:pt x="1776924" y="34572"/>
                  </a:lnTo>
                  <a:lnTo>
                    <a:pt x="1663675" y="27419"/>
                  </a:lnTo>
                  <a:lnTo>
                    <a:pt x="1549544" y="21116"/>
                  </a:lnTo>
                  <a:lnTo>
                    <a:pt x="1437928" y="15682"/>
                  </a:lnTo>
                  <a:lnTo>
                    <a:pt x="1332735" y="11130"/>
                  </a:lnTo>
                  <a:lnTo>
                    <a:pt x="1237976" y="7462"/>
                  </a:lnTo>
                  <a:lnTo>
                    <a:pt x="1157211" y="4647"/>
                  </a:lnTo>
                  <a:lnTo>
                    <a:pt x="1092967" y="2620"/>
                  </a:lnTo>
                  <a:lnTo>
                    <a:pt x="1046262" y="1281"/>
                  </a:lnTo>
                  <a:lnTo>
                    <a:pt x="1016358" y="500"/>
                  </a:lnTo>
                  <a:lnTo>
                    <a:pt x="1000764" y="127"/>
                  </a:lnTo>
                  <a:lnTo>
                    <a:pt x="995425" y="9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50" name="pl849"/>
            <p:cNvSpPr/>
            <p:nvPr/>
          </p:nvSpPr>
          <p:spPr>
            <a:xfrm>
              <a:off x="1199187" y="2415767"/>
              <a:ext cx="12049831" cy="3804700"/>
            </a:xfrm>
            <a:custGeom>
              <a:avLst/>
              <a:pathLst>
                <a:path w="12049831" h="3804700">
                  <a:moveTo>
                    <a:pt x="0" y="0"/>
                  </a:moveTo>
                  <a:lnTo>
                    <a:pt x="994940" y="0"/>
                  </a:lnTo>
                  <a:lnTo>
                    <a:pt x="996064" y="23"/>
                  </a:lnTo>
                  <a:lnTo>
                    <a:pt x="1003486" y="189"/>
                  </a:lnTo>
                  <a:lnTo>
                    <a:pt x="1022298" y="649"/>
                  </a:lnTo>
                  <a:lnTo>
                    <a:pt x="1056192" y="1555"/>
                  </a:lnTo>
                  <a:lnTo>
                    <a:pt x="1107237" y="3053"/>
                  </a:lnTo>
                  <a:lnTo>
                    <a:pt x="1175728" y="5267"/>
                  </a:lnTo>
                  <a:lnTo>
                    <a:pt x="1260239" y="8288"/>
                  </a:lnTo>
                  <a:lnTo>
                    <a:pt x="1357938" y="12174"/>
                  </a:lnTo>
                  <a:lnTo>
                    <a:pt x="1465098" y="16944"/>
                  </a:lnTo>
                  <a:lnTo>
                    <a:pt x="1577686" y="22595"/>
                  </a:lnTo>
                  <a:lnTo>
                    <a:pt x="1691888" y="29110"/>
                  </a:lnTo>
                  <a:lnTo>
                    <a:pt x="1804479" y="36472"/>
                  </a:lnTo>
                  <a:lnTo>
                    <a:pt x="1913003" y="44676"/>
                  </a:lnTo>
                  <a:lnTo>
                    <a:pt x="2015804" y="53738"/>
                  </a:lnTo>
                  <a:lnTo>
                    <a:pt x="2111946" y="63698"/>
                  </a:lnTo>
                  <a:lnTo>
                    <a:pt x="2201079" y="74624"/>
                  </a:lnTo>
                  <a:lnTo>
                    <a:pt x="2283293" y="86611"/>
                  </a:lnTo>
                  <a:lnTo>
                    <a:pt x="2358990" y="99781"/>
                  </a:lnTo>
                  <a:lnTo>
                    <a:pt x="2428766" y="114276"/>
                  </a:lnTo>
                  <a:lnTo>
                    <a:pt x="2493337" y="130259"/>
                  </a:lnTo>
                  <a:lnTo>
                    <a:pt x="2553466" y="147895"/>
                  </a:lnTo>
                  <a:lnTo>
                    <a:pt x="2609924" y="167344"/>
                  </a:lnTo>
                  <a:lnTo>
                    <a:pt x="2663442" y="188728"/>
                  </a:lnTo>
                  <a:lnTo>
                    <a:pt x="2702183" y="206131"/>
                  </a:lnTo>
                  <a:lnTo>
                    <a:pt x="2757597" y="233909"/>
                  </a:lnTo>
                  <a:lnTo>
                    <a:pt x="2811396" y="264196"/>
                  </a:lnTo>
                  <a:lnTo>
                    <a:pt x="2864123" y="297038"/>
                  </a:lnTo>
                  <a:lnTo>
                    <a:pt x="2916187" y="332415"/>
                  </a:lnTo>
                  <a:lnTo>
                    <a:pt x="2967897" y="370234"/>
                  </a:lnTo>
                  <a:lnTo>
                    <a:pt x="3019466" y="410321"/>
                  </a:lnTo>
                  <a:lnTo>
                    <a:pt x="3071034" y="452426"/>
                  </a:lnTo>
                  <a:lnTo>
                    <a:pt x="3122675" y="496218"/>
                  </a:lnTo>
                  <a:lnTo>
                    <a:pt x="3174413" y="541297"/>
                  </a:lnTo>
                  <a:lnTo>
                    <a:pt x="3226228" y="587210"/>
                  </a:lnTo>
                  <a:lnTo>
                    <a:pt x="3278079" y="633464"/>
                  </a:lnTo>
                  <a:lnTo>
                    <a:pt x="3329912" y="679553"/>
                  </a:lnTo>
                  <a:lnTo>
                    <a:pt x="3381680" y="724977"/>
                  </a:lnTo>
                  <a:lnTo>
                    <a:pt x="3433355" y="769266"/>
                  </a:lnTo>
                  <a:lnTo>
                    <a:pt x="3484943" y="812000"/>
                  </a:lnTo>
                  <a:lnTo>
                    <a:pt x="3536500" y="852824"/>
                  </a:lnTo>
                  <a:lnTo>
                    <a:pt x="3588140" y="891457"/>
                  </a:lnTo>
                  <a:lnTo>
                    <a:pt x="3640051" y="927700"/>
                  </a:lnTo>
                  <a:lnTo>
                    <a:pt x="3692506" y="961432"/>
                  </a:lnTo>
                  <a:lnTo>
                    <a:pt x="3745877" y="992608"/>
                  </a:lnTo>
                  <a:lnTo>
                    <a:pt x="3800657" y="1021252"/>
                  </a:lnTo>
                  <a:lnTo>
                    <a:pt x="3820202" y="1030658"/>
                  </a:lnTo>
                  <a:lnTo>
                    <a:pt x="3871946" y="1053535"/>
                  </a:lnTo>
                  <a:lnTo>
                    <a:pt x="3926126" y="1074432"/>
                  </a:lnTo>
                  <a:lnTo>
                    <a:pt x="3983422" y="1093419"/>
                  </a:lnTo>
                  <a:lnTo>
                    <a:pt x="4044578" y="1110631"/>
                  </a:lnTo>
                  <a:lnTo>
                    <a:pt x="4110366" y="1126230"/>
                  </a:lnTo>
                  <a:lnTo>
                    <a:pt x="4181544" y="1140383"/>
                  </a:lnTo>
                  <a:lnTo>
                    <a:pt x="4258803" y="1153248"/>
                  </a:lnTo>
                  <a:lnTo>
                    <a:pt x="4342702" y="1164962"/>
                  </a:lnTo>
                  <a:lnTo>
                    <a:pt x="4433575" y="1175642"/>
                  </a:lnTo>
                  <a:lnTo>
                    <a:pt x="4531417" y="1185374"/>
                  </a:lnTo>
                  <a:lnTo>
                    <a:pt x="4635747" y="1194221"/>
                  </a:lnTo>
                  <a:lnTo>
                    <a:pt x="4745461" y="1202216"/>
                  </a:lnTo>
                  <a:lnTo>
                    <a:pt x="4858710" y="1209370"/>
                  </a:lnTo>
                  <a:lnTo>
                    <a:pt x="4972841" y="1215673"/>
                  </a:lnTo>
                  <a:lnTo>
                    <a:pt x="5084457" y="1221107"/>
                  </a:lnTo>
                  <a:lnTo>
                    <a:pt x="5189650" y="1225658"/>
                  </a:lnTo>
                  <a:lnTo>
                    <a:pt x="5284409" y="1229327"/>
                  </a:lnTo>
                  <a:lnTo>
                    <a:pt x="5365174" y="1232142"/>
                  </a:lnTo>
                  <a:lnTo>
                    <a:pt x="5429418" y="1234168"/>
                  </a:lnTo>
                  <a:lnTo>
                    <a:pt x="5476123" y="1235507"/>
                  </a:lnTo>
                  <a:lnTo>
                    <a:pt x="5506027" y="1236289"/>
                  </a:lnTo>
                  <a:lnTo>
                    <a:pt x="5521621" y="1236662"/>
                  </a:lnTo>
                  <a:lnTo>
                    <a:pt x="5526960" y="1236779"/>
                  </a:lnTo>
                  <a:lnTo>
                    <a:pt x="5527445" y="1236789"/>
                  </a:lnTo>
                  <a:lnTo>
                    <a:pt x="6522385" y="1236789"/>
                  </a:lnTo>
                  <a:lnTo>
                    <a:pt x="6523472" y="1236836"/>
                  </a:lnTo>
                  <a:lnTo>
                    <a:pt x="6530649" y="1237170"/>
                  </a:lnTo>
                  <a:lnTo>
                    <a:pt x="6548857" y="1238091"/>
                  </a:lnTo>
                  <a:lnTo>
                    <a:pt x="6581703" y="1239908"/>
                  </a:lnTo>
                  <a:lnTo>
                    <a:pt x="6631254" y="1242911"/>
                  </a:lnTo>
                  <a:lnTo>
                    <a:pt x="6697884" y="1247354"/>
                  </a:lnTo>
                  <a:lnTo>
                    <a:pt x="6780315" y="1253426"/>
                  </a:lnTo>
                  <a:lnTo>
                    <a:pt x="6875897" y="1261244"/>
                  </a:lnTo>
                  <a:lnTo>
                    <a:pt x="6981081" y="1270855"/>
                  </a:lnTo>
                  <a:lnTo>
                    <a:pt x="7091975" y="1282256"/>
                  </a:lnTo>
                  <a:lnTo>
                    <a:pt x="7204852" y="1295413"/>
                  </a:lnTo>
                  <a:lnTo>
                    <a:pt x="7316513" y="1310292"/>
                  </a:lnTo>
                  <a:lnTo>
                    <a:pt x="7424484" y="1326879"/>
                  </a:lnTo>
                  <a:lnTo>
                    <a:pt x="7527059" y="1345198"/>
                  </a:lnTo>
                  <a:lnTo>
                    <a:pt x="7623231" y="1365322"/>
                  </a:lnTo>
                  <a:lnTo>
                    <a:pt x="7712579" y="1387377"/>
                  </a:lnTo>
                  <a:lnTo>
                    <a:pt x="7795124" y="1411546"/>
                  </a:lnTo>
                  <a:lnTo>
                    <a:pt x="7871205" y="1438060"/>
                  </a:lnTo>
                  <a:lnTo>
                    <a:pt x="7941369" y="1467201"/>
                  </a:lnTo>
                  <a:lnTo>
                    <a:pt x="8006287" y="1499284"/>
                  </a:lnTo>
                  <a:lnTo>
                    <a:pt x="8066692" y="1534643"/>
                  </a:lnTo>
                  <a:lnTo>
                    <a:pt x="8123328" y="1573606"/>
                  </a:lnTo>
                  <a:lnTo>
                    <a:pt x="8176916" y="1616443"/>
                  </a:lnTo>
                  <a:lnTo>
                    <a:pt x="8228113" y="1663296"/>
                  </a:lnTo>
                  <a:lnTo>
                    <a:pt x="8229629" y="1664774"/>
                  </a:lnTo>
                  <a:lnTo>
                    <a:pt x="8275439" y="1711940"/>
                  </a:lnTo>
                  <a:lnTo>
                    <a:pt x="8320080" y="1762629"/>
                  </a:lnTo>
                  <a:lnTo>
                    <a:pt x="8363876" y="1816911"/>
                  </a:lnTo>
                  <a:lnTo>
                    <a:pt x="8407088" y="1874798"/>
                  </a:lnTo>
                  <a:lnTo>
                    <a:pt x="8449920" y="1936236"/>
                  </a:lnTo>
                  <a:lnTo>
                    <a:pt x="8492534" y="2001097"/>
                  </a:lnTo>
                  <a:lnTo>
                    <a:pt x="8535047" y="2069180"/>
                  </a:lnTo>
                  <a:lnTo>
                    <a:pt x="8577543" y="2140202"/>
                  </a:lnTo>
                  <a:lnTo>
                    <a:pt x="8620074" y="2213808"/>
                  </a:lnTo>
                  <a:lnTo>
                    <a:pt x="8662666" y="2289571"/>
                  </a:lnTo>
                  <a:lnTo>
                    <a:pt x="8705323" y="2367004"/>
                  </a:lnTo>
                  <a:lnTo>
                    <a:pt x="8748032" y="2445569"/>
                  </a:lnTo>
                  <a:lnTo>
                    <a:pt x="8790769" y="2524693"/>
                  </a:lnTo>
                  <a:lnTo>
                    <a:pt x="8833504" y="2603788"/>
                  </a:lnTo>
                  <a:lnTo>
                    <a:pt x="8876209" y="2682265"/>
                  </a:lnTo>
                  <a:lnTo>
                    <a:pt x="8918860" y="2759554"/>
                  </a:lnTo>
                  <a:lnTo>
                    <a:pt x="8961445" y="2835124"/>
                  </a:lnTo>
                  <a:lnTo>
                    <a:pt x="9003972" y="2908490"/>
                  </a:lnTo>
                  <a:lnTo>
                    <a:pt x="9046466" y="2979234"/>
                  </a:lnTo>
                  <a:lnTo>
                    <a:pt x="9088985" y="3047006"/>
                  </a:lnTo>
                  <a:lnTo>
                    <a:pt x="9131614" y="3111534"/>
                  </a:lnTo>
                  <a:lnTo>
                    <a:pt x="9174477" y="3172623"/>
                  </a:lnTo>
                  <a:lnTo>
                    <a:pt x="9217736" y="3230152"/>
                  </a:lnTo>
                  <a:lnTo>
                    <a:pt x="9261604" y="3284074"/>
                  </a:lnTo>
                  <a:lnTo>
                    <a:pt x="9306346" y="3334407"/>
                  </a:lnTo>
                  <a:lnTo>
                    <a:pt x="9347647" y="3376715"/>
                  </a:lnTo>
                  <a:lnTo>
                    <a:pt x="9398781" y="3423690"/>
                  </a:lnTo>
                  <a:lnTo>
                    <a:pt x="9452288" y="3466646"/>
                  </a:lnTo>
                  <a:lnTo>
                    <a:pt x="9508822" y="3505723"/>
                  </a:lnTo>
                  <a:lnTo>
                    <a:pt x="9569102" y="3541187"/>
                  </a:lnTo>
                  <a:lnTo>
                    <a:pt x="9633872" y="3573363"/>
                  </a:lnTo>
                  <a:lnTo>
                    <a:pt x="9703867" y="3602588"/>
                  </a:lnTo>
                  <a:lnTo>
                    <a:pt x="9779761" y="3629178"/>
                  </a:lnTo>
                  <a:lnTo>
                    <a:pt x="9862105" y="3653413"/>
                  </a:lnTo>
                  <a:lnTo>
                    <a:pt x="9951245" y="3675530"/>
                  </a:lnTo>
                  <a:lnTo>
                    <a:pt x="10047214" y="3695710"/>
                  </a:lnTo>
                  <a:lnTo>
                    <a:pt x="10149607" y="3714082"/>
                  </a:lnTo>
                  <a:lnTo>
                    <a:pt x="10257436" y="3730721"/>
                  </a:lnTo>
                  <a:lnTo>
                    <a:pt x="10369018" y="3745651"/>
                  </a:lnTo>
                  <a:lnTo>
                    <a:pt x="10481902" y="3758861"/>
                  </a:lnTo>
                  <a:lnTo>
                    <a:pt x="10592909" y="3770315"/>
                  </a:lnTo>
                  <a:lnTo>
                    <a:pt x="10698323" y="3779981"/>
                  </a:lnTo>
                  <a:lnTo>
                    <a:pt x="10794249" y="3787853"/>
                  </a:lnTo>
                  <a:lnTo>
                    <a:pt x="10877123" y="3793976"/>
                  </a:lnTo>
                  <a:lnTo>
                    <a:pt x="10944257" y="3798466"/>
                  </a:lnTo>
                  <a:lnTo>
                    <a:pt x="10994327" y="3801509"/>
                  </a:lnTo>
                  <a:lnTo>
                    <a:pt x="11027656" y="3803358"/>
                  </a:lnTo>
                  <a:lnTo>
                    <a:pt x="11046261" y="3804302"/>
                  </a:lnTo>
                  <a:lnTo>
                    <a:pt x="11053705" y="3804649"/>
                  </a:lnTo>
                  <a:lnTo>
                    <a:pt x="11054891" y="3804700"/>
                  </a:lnTo>
                  <a:lnTo>
                    <a:pt x="11054891" y="3804700"/>
                  </a:lnTo>
                  <a:lnTo>
                    <a:pt x="12049831" y="3804700"/>
                  </a:lnTo>
                  <a:lnTo>
                    <a:pt x="12049831" y="38047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1" name="pl850"/>
            <p:cNvSpPr/>
            <p:nvPr/>
          </p:nvSpPr>
          <p:spPr>
            <a:xfrm>
              <a:off x="1199187" y="2410527"/>
              <a:ext cx="12049831" cy="3804700"/>
            </a:xfrm>
            <a:custGeom>
              <a:avLst/>
              <a:pathLst>
                <a:path w="12049831" h="3804700">
                  <a:moveTo>
                    <a:pt x="12049831" y="3804700"/>
                  </a:moveTo>
                  <a:lnTo>
                    <a:pt x="11054891" y="3804700"/>
                  </a:lnTo>
                  <a:lnTo>
                    <a:pt x="11053805" y="3804653"/>
                  </a:lnTo>
                  <a:lnTo>
                    <a:pt x="11046628" y="3804319"/>
                  </a:lnTo>
                  <a:lnTo>
                    <a:pt x="11028420" y="3803398"/>
                  </a:lnTo>
                  <a:lnTo>
                    <a:pt x="10995573" y="3801581"/>
                  </a:lnTo>
                  <a:lnTo>
                    <a:pt x="10946022" y="3798578"/>
                  </a:lnTo>
                  <a:lnTo>
                    <a:pt x="10879392" y="3794135"/>
                  </a:lnTo>
                  <a:lnTo>
                    <a:pt x="10796961" y="3788063"/>
                  </a:lnTo>
                  <a:lnTo>
                    <a:pt x="10701380" y="3780245"/>
                  </a:lnTo>
                  <a:lnTo>
                    <a:pt x="10596196" y="3770634"/>
                  </a:lnTo>
                  <a:lnTo>
                    <a:pt x="10485302" y="3759233"/>
                  </a:lnTo>
                  <a:lnTo>
                    <a:pt x="10372425" y="3746076"/>
                  </a:lnTo>
                  <a:lnTo>
                    <a:pt x="10260763" y="3731197"/>
                  </a:lnTo>
                  <a:lnTo>
                    <a:pt x="10152792" y="3714610"/>
                  </a:lnTo>
                  <a:lnTo>
                    <a:pt x="10050218" y="3696291"/>
                  </a:lnTo>
                  <a:lnTo>
                    <a:pt x="9954045" y="3676167"/>
                  </a:lnTo>
                  <a:lnTo>
                    <a:pt x="9864698" y="3654112"/>
                  </a:lnTo>
                  <a:lnTo>
                    <a:pt x="9782152" y="3629943"/>
                  </a:lnTo>
                  <a:lnTo>
                    <a:pt x="9706071" y="3603429"/>
                  </a:lnTo>
                  <a:lnTo>
                    <a:pt x="9635907" y="3574288"/>
                  </a:lnTo>
                  <a:lnTo>
                    <a:pt x="9570989" y="3542205"/>
                  </a:lnTo>
                  <a:lnTo>
                    <a:pt x="9510585" y="3506846"/>
                  </a:lnTo>
                  <a:lnTo>
                    <a:pt x="9453948" y="3467883"/>
                  </a:lnTo>
                  <a:lnTo>
                    <a:pt x="9400360" y="3425046"/>
                  </a:lnTo>
                  <a:lnTo>
                    <a:pt x="9349163" y="3378193"/>
                  </a:lnTo>
                  <a:lnTo>
                    <a:pt x="9347647" y="3376715"/>
                  </a:lnTo>
                  <a:lnTo>
                    <a:pt x="9301838" y="3329549"/>
                  </a:lnTo>
                  <a:lnTo>
                    <a:pt x="9257196" y="3278860"/>
                  </a:lnTo>
                  <a:lnTo>
                    <a:pt x="9213400" y="3224578"/>
                  </a:lnTo>
                  <a:lnTo>
                    <a:pt x="9170189" y="3166691"/>
                  </a:lnTo>
                  <a:lnTo>
                    <a:pt x="9127356" y="3105253"/>
                  </a:lnTo>
                  <a:lnTo>
                    <a:pt x="9084743" y="3040392"/>
                  </a:lnTo>
                  <a:lnTo>
                    <a:pt x="9042230" y="2972309"/>
                  </a:lnTo>
                  <a:lnTo>
                    <a:pt x="8999734" y="2901287"/>
                  </a:lnTo>
                  <a:lnTo>
                    <a:pt x="8957203" y="2827681"/>
                  </a:lnTo>
                  <a:lnTo>
                    <a:pt x="8914611" y="2751918"/>
                  </a:lnTo>
                  <a:lnTo>
                    <a:pt x="8871954" y="2674485"/>
                  </a:lnTo>
                  <a:lnTo>
                    <a:pt x="8829245" y="2595920"/>
                  </a:lnTo>
                  <a:lnTo>
                    <a:pt x="8786508" y="2516796"/>
                  </a:lnTo>
                  <a:lnTo>
                    <a:pt x="8743772" y="2437701"/>
                  </a:lnTo>
                  <a:lnTo>
                    <a:pt x="8701067" y="2359224"/>
                  </a:lnTo>
                  <a:lnTo>
                    <a:pt x="8658417" y="2281935"/>
                  </a:lnTo>
                  <a:lnTo>
                    <a:pt x="8615831" y="2206365"/>
                  </a:lnTo>
                  <a:lnTo>
                    <a:pt x="8573305" y="2132999"/>
                  </a:lnTo>
                  <a:lnTo>
                    <a:pt x="8530810" y="2062255"/>
                  </a:lnTo>
                  <a:lnTo>
                    <a:pt x="8488291" y="1994483"/>
                  </a:lnTo>
                  <a:lnTo>
                    <a:pt x="8445662" y="1929955"/>
                  </a:lnTo>
                  <a:lnTo>
                    <a:pt x="8402800" y="1868866"/>
                  </a:lnTo>
                  <a:lnTo>
                    <a:pt x="8359540" y="1811337"/>
                  </a:lnTo>
                  <a:lnTo>
                    <a:pt x="8315672" y="1757415"/>
                  </a:lnTo>
                  <a:lnTo>
                    <a:pt x="8270930" y="1707082"/>
                  </a:lnTo>
                  <a:lnTo>
                    <a:pt x="8229629" y="1664774"/>
                  </a:lnTo>
                  <a:lnTo>
                    <a:pt x="8178495" y="1617799"/>
                  </a:lnTo>
                  <a:lnTo>
                    <a:pt x="8124989" y="1574843"/>
                  </a:lnTo>
                  <a:lnTo>
                    <a:pt x="8068455" y="1535766"/>
                  </a:lnTo>
                  <a:lnTo>
                    <a:pt x="8008175" y="1500302"/>
                  </a:lnTo>
                  <a:lnTo>
                    <a:pt x="7943404" y="1468126"/>
                  </a:lnTo>
                  <a:lnTo>
                    <a:pt x="7873409" y="1438901"/>
                  </a:lnTo>
                  <a:lnTo>
                    <a:pt x="7797515" y="1412311"/>
                  </a:lnTo>
                  <a:lnTo>
                    <a:pt x="7715172" y="1388076"/>
                  </a:lnTo>
                  <a:lnTo>
                    <a:pt x="7626032" y="1365959"/>
                  </a:lnTo>
                  <a:lnTo>
                    <a:pt x="7530062" y="1345779"/>
                  </a:lnTo>
                  <a:lnTo>
                    <a:pt x="7427670" y="1327407"/>
                  </a:lnTo>
                  <a:lnTo>
                    <a:pt x="7319840" y="1310768"/>
                  </a:lnTo>
                  <a:lnTo>
                    <a:pt x="7208258" y="1295838"/>
                  </a:lnTo>
                  <a:lnTo>
                    <a:pt x="7095374" y="1282628"/>
                  </a:lnTo>
                  <a:lnTo>
                    <a:pt x="6984367" y="1271174"/>
                  </a:lnTo>
                  <a:lnTo>
                    <a:pt x="6878954" y="1261508"/>
                  </a:lnTo>
                  <a:lnTo>
                    <a:pt x="6783027" y="1253636"/>
                  </a:lnTo>
                  <a:lnTo>
                    <a:pt x="6700154" y="1247513"/>
                  </a:lnTo>
                  <a:lnTo>
                    <a:pt x="6633020" y="1243023"/>
                  </a:lnTo>
                  <a:lnTo>
                    <a:pt x="6582950" y="1239980"/>
                  </a:lnTo>
                  <a:lnTo>
                    <a:pt x="6549620" y="1238131"/>
                  </a:lnTo>
                  <a:lnTo>
                    <a:pt x="6531015" y="1237187"/>
                  </a:lnTo>
                  <a:lnTo>
                    <a:pt x="6523572" y="1236840"/>
                  </a:lnTo>
                  <a:lnTo>
                    <a:pt x="6522386" y="1236789"/>
                  </a:lnTo>
                  <a:lnTo>
                    <a:pt x="6522385" y="1236789"/>
                  </a:lnTo>
                  <a:lnTo>
                    <a:pt x="5527445" y="1236789"/>
                  </a:lnTo>
                  <a:lnTo>
                    <a:pt x="5526321" y="1236766"/>
                  </a:lnTo>
                  <a:lnTo>
                    <a:pt x="5518899" y="1236599"/>
                  </a:lnTo>
                  <a:lnTo>
                    <a:pt x="5500087" y="1236140"/>
                  </a:lnTo>
                  <a:lnTo>
                    <a:pt x="5466193" y="1235233"/>
                  </a:lnTo>
                  <a:lnTo>
                    <a:pt x="5415148" y="1233736"/>
                  </a:lnTo>
                  <a:lnTo>
                    <a:pt x="5346657" y="1231522"/>
                  </a:lnTo>
                  <a:lnTo>
                    <a:pt x="5262146" y="1228500"/>
                  </a:lnTo>
                  <a:lnTo>
                    <a:pt x="5164447" y="1224615"/>
                  </a:lnTo>
                  <a:lnTo>
                    <a:pt x="5057287" y="1219845"/>
                  </a:lnTo>
                  <a:lnTo>
                    <a:pt x="4944699" y="1214193"/>
                  </a:lnTo>
                  <a:lnTo>
                    <a:pt x="4830497" y="1207679"/>
                  </a:lnTo>
                  <a:lnTo>
                    <a:pt x="4717906" y="1200317"/>
                  </a:lnTo>
                  <a:lnTo>
                    <a:pt x="4609382" y="1192113"/>
                  </a:lnTo>
                  <a:lnTo>
                    <a:pt x="4506581" y="1183051"/>
                  </a:lnTo>
                  <a:lnTo>
                    <a:pt x="4410439" y="1173091"/>
                  </a:lnTo>
                  <a:lnTo>
                    <a:pt x="4321306" y="1162165"/>
                  </a:lnTo>
                  <a:lnTo>
                    <a:pt x="4239092" y="1150177"/>
                  </a:lnTo>
                  <a:lnTo>
                    <a:pt x="4163395" y="1137008"/>
                  </a:lnTo>
                  <a:lnTo>
                    <a:pt x="4093619" y="1122512"/>
                  </a:lnTo>
                  <a:lnTo>
                    <a:pt x="4029048" y="1106530"/>
                  </a:lnTo>
                  <a:lnTo>
                    <a:pt x="3968919" y="1088894"/>
                  </a:lnTo>
                  <a:lnTo>
                    <a:pt x="3912461" y="1069445"/>
                  </a:lnTo>
                  <a:lnTo>
                    <a:pt x="3858943" y="1048061"/>
                  </a:lnTo>
                  <a:lnTo>
                    <a:pt x="3820202" y="1030658"/>
                  </a:lnTo>
                  <a:lnTo>
                    <a:pt x="3764788" y="1002880"/>
                  </a:lnTo>
                  <a:lnTo>
                    <a:pt x="3710989" y="972592"/>
                  </a:lnTo>
                  <a:lnTo>
                    <a:pt x="3658262" y="939750"/>
                  </a:lnTo>
                  <a:lnTo>
                    <a:pt x="3606198" y="904373"/>
                  </a:lnTo>
                  <a:lnTo>
                    <a:pt x="3554488" y="866555"/>
                  </a:lnTo>
                  <a:lnTo>
                    <a:pt x="3502919" y="826467"/>
                  </a:lnTo>
                  <a:lnTo>
                    <a:pt x="3451351" y="784363"/>
                  </a:lnTo>
                  <a:lnTo>
                    <a:pt x="3399710" y="740571"/>
                  </a:lnTo>
                  <a:lnTo>
                    <a:pt x="3347972" y="695492"/>
                  </a:lnTo>
                  <a:lnTo>
                    <a:pt x="3296157" y="649579"/>
                  </a:lnTo>
                  <a:lnTo>
                    <a:pt x="3244306" y="603325"/>
                  </a:lnTo>
                  <a:lnTo>
                    <a:pt x="3192473" y="557236"/>
                  </a:lnTo>
                  <a:lnTo>
                    <a:pt x="3140705" y="511812"/>
                  </a:lnTo>
                  <a:lnTo>
                    <a:pt x="3089030" y="467523"/>
                  </a:lnTo>
                  <a:lnTo>
                    <a:pt x="3037442" y="424789"/>
                  </a:lnTo>
                  <a:lnTo>
                    <a:pt x="2985885" y="383965"/>
                  </a:lnTo>
                  <a:lnTo>
                    <a:pt x="2934245" y="345332"/>
                  </a:lnTo>
                  <a:lnTo>
                    <a:pt x="2882334" y="309089"/>
                  </a:lnTo>
                  <a:lnTo>
                    <a:pt x="2829879" y="275357"/>
                  </a:lnTo>
                  <a:lnTo>
                    <a:pt x="2776508" y="244181"/>
                  </a:lnTo>
                  <a:lnTo>
                    <a:pt x="2721728" y="215537"/>
                  </a:lnTo>
                  <a:lnTo>
                    <a:pt x="2702183" y="206131"/>
                  </a:lnTo>
                  <a:lnTo>
                    <a:pt x="2650439" y="183253"/>
                  </a:lnTo>
                  <a:lnTo>
                    <a:pt x="2596259" y="162356"/>
                  </a:lnTo>
                  <a:lnTo>
                    <a:pt x="2538963" y="143369"/>
                  </a:lnTo>
                  <a:lnTo>
                    <a:pt x="2477807" y="126158"/>
                  </a:lnTo>
                  <a:lnTo>
                    <a:pt x="2412019" y="110559"/>
                  </a:lnTo>
                  <a:lnTo>
                    <a:pt x="2340841" y="96406"/>
                  </a:lnTo>
                  <a:lnTo>
                    <a:pt x="2263582" y="83541"/>
                  </a:lnTo>
                  <a:lnTo>
                    <a:pt x="2179683" y="71826"/>
                  </a:lnTo>
                  <a:lnTo>
                    <a:pt x="2088810" y="61147"/>
                  </a:lnTo>
                  <a:lnTo>
                    <a:pt x="1990968" y="51414"/>
                  </a:lnTo>
                  <a:lnTo>
                    <a:pt x="1886638" y="42567"/>
                  </a:lnTo>
                  <a:lnTo>
                    <a:pt x="1776924" y="34572"/>
                  </a:lnTo>
                  <a:lnTo>
                    <a:pt x="1663675" y="27419"/>
                  </a:lnTo>
                  <a:lnTo>
                    <a:pt x="1549544" y="21116"/>
                  </a:lnTo>
                  <a:lnTo>
                    <a:pt x="1437928" y="15682"/>
                  </a:lnTo>
                  <a:lnTo>
                    <a:pt x="1332735" y="11130"/>
                  </a:lnTo>
                  <a:lnTo>
                    <a:pt x="1237976" y="7462"/>
                  </a:lnTo>
                  <a:lnTo>
                    <a:pt x="1157211" y="4647"/>
                  </a:lnTo>
                  <a:lnTo>
                    <a:pt x="1092967" y="2620"/>
                  </a:lnTo>
                  <a:lnTo>
                    <a:pt x="1046262" y="1281"/>
                  </a:lnTo>
                  <a:lnTo>
                    <a:pt x="1016358" y="500"/>
                  </a:lnTo>
                  <a:lnTo>
                    <a:pt x="1000764" y="127"/>
                  </a:lnTo>
                  <a:lnTo>
                    <a:pt x="995425" y="9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2" name="pg851"/>
            <p:cNvSpPr/>
            <p:nvPr/>
          </p:nvSpPr>
          <p:spPr>
            <a:xfrm>
              <a:off x="1199187" y="3201862"/>
              <a:ext cx="12049831" cy="2363525"/>
            </a:xfrm>
            <a:custGeom>
              <a:avLst/>
              <a:pathLst>
                <a:path w="12049831" h="2363525">
                  <a:moveTo>
                    <a:pt x="0" y="985239"/>
                  </a:moveTo>
                  <a:lnTo>
                    <a:pt x="994940" y="985239"/>
                  </a:lnTo>
                  <a:lnTo>
                    <a:pt x="996069" y="985220"/>
                  </a:lnTo>
                  <a:lnTo>
                    <a:pt x="1003520" y="985088"/>
                  </a:lnTo>
                  <a:lnTo>
                    <a:pt x="1022404" y="984725"/>
                  </a:lnTo>
                  <a:lnTo>
                    <a:pt x="1056423" y="984007"/>
                  </a:lnTo>
                  <a:lnTo>
                    <a:pt x="1107646" y="982822"/>
                  </a:lnTo>
                  <a:lnTo>
                    <a:pt x="1176358" y="981071"/>
                  </a:lnTo>
                  <a:lnTo>
                    <a:pt x="1261116" y="978680"/>
                  </a:lnTo>
                  <a:lnTo>
                    <a:pt x="1359064" y="975606"/>
                  </a:lnTo>
                  <a:lnTo>
                    <a:pt x="1466456" y="971834"/>
                  </a:lnTo>
                  <a:lnTo>
                    <a:pt x="1579242" y="967365"/>
                  </a:lnTo>
                  <a:lnTo>
                    <a:pt x="1693599" y="962214"/>
                  </a:lnTo>
                  <a:lnTo>
                    <a:pt x="1806296" y="956393"/>
                  </a:lnTo>
                  <a:lnTo>
                    <a:pt x="1914881" y="949907"/>
                  </a:lnTo>
                  <a:lnTo>
                    <a:pt x="2017706" y="942743"/>
                  </a:lnTo>
                  <a:lnTo>
                    <a:pt x="2113842" y="934867"/>
                  </a:lnTo>
                  <a:lnTo>
                    <a:pt x="2202948" y="926227"/>
                  </a:lnTo>
                  <a:lnTo>
                    <a:pt x="2285122" y="916747"/>
                  </a:lnTo>
                  <a:lnTo>
                    <a:pt x="2360773" y="906330"/>
                  </a:lnTo>
                  <a:lnTo>
                    <a:pt x="2430504" y="894862"/>
                  </a:lnTo>
                  <a:lnTo>
                    <a:pt x="2495034" y="882215"/>
                  </a:lnTo>
                  <a:lnTo>
                    <a:pt x="2555133" y="868258"/>
                  </a:lnTo>
                  <a:lnTo>
                    <a:pt x="2611571" y="852865"/>
                  </a:lnTo>
                  <a:lnTo>
                    <a:pt x="2665083" y="835941"/>
                  </a:lnTo>
                  <a:lnTo>
                    <a:pt x="2702183" y="822779"/>
                  </a:lnTo>
                  <a:lnTo>
                    <a:pt x="2759583" y="800051"/>
                  </a:lnTo>
                  <a:lnTo>
                    <a:pt x="2815272" y="775197"/>
                  </a:lnTo>
                  <a:lnTo>
                    <a:pt x="2869843" y="748178"/>
                  </a:lnTo>
                  <a:lnTo>
                    <a:pt x="2923745" y="719020"/>
                  </a:lnTo>
                  <a:lnTo>
                    <a:pt x="2977303" y="687812"/>
                  </a:lnTo>
                  <a:lnTo>
                    <a:pt x="3030744" y="654718"/>
                  </a:lnTo>
                  <a:lnTo>
                    <a:pt x="3084205" y="619971"/>
                  </a:lnTo>
                  <a:lnTo>
                    <a:pt x="3137757" y="583878"/>
                  </a:lnTo>
                  <a:lnTo>
                    <a:pt x="3191409" y="546803"/>
                  </a:lnTo>
                  <a:lnTo>
                    <a:pt x="3245132" y="509156"/>
                  </a:lnTo>
                  <a:lnTo>
                    <a:pt x="3298873" y="471376"/>
                  </a:lnTo>
                  <a:lnTo>
                    <a:pt x="3352573" y="433908"/>
                  </a:lnTo>
                  <a:lnTo>
                    <a:pt x="3406186" y="397180"/>
                  </a:lnTo>
                  <a:lnTo>
                    <a:pt x="3459697" y="361588"/>
                  </a:lnTo>
                  <a:lnTo>
                    <a:pt x="3513139" y="327473"/>
                  </a:lnTo>
                  <a:lnTo>
                    <a:pt x="3566605" y="295114"/>
                  </a:lnTo>
                  <a:lnTo>
                    <a:pt x="3620269" y="264715"/>
                  </a:lnTo>
                  <a:lnTo>
                    <a:pt x="3674395" y="236411"/>
                  </a:lnTo>
                  <a:lnTo>
                    <a:pt x="3729354" y="210264"/>
                  </a:lnTo>
                  <a:lnTo>
                    <a:pt x="3785651" y="186272"/>
                  </a:lnTo>
                  <a:lnTo>
                    <a:pt x="3820202" y="172940"/>
                  </a:lnTo>
                  <a:lnTo>
                    <a:pt x="3872018" y="154886"/>
                  </a:lnTo>
                  <a:lnTo>
                    <a:pt x="3926278" y="138397"/>
                  </a:lnTo>
                  <a:lnTo>
                    <a:pt x="3983664" y="123417"/>
                  </a:lnTo>
                  <a:lnTo>
                    <a:pt x="4044924" y="109840"/>
                  </a:lnTo>
                  <a:lnTo>
                    <a:pt x="4110833" y="97537"/>
                  </a:lnTo>
                  <a:lnTo>
                    <a:pt x="4182151" y="86375"/>
                  </a:lnTo>
                  <a:lnTo>
                    <a:pt x="4259573" y="76230"/>
                  </a:lnTo>
                  <a:lnTo>
                    <a:pt x="4343657" y="66994"/>
                  </a:lnTo>
                  <a:lnTo>
                    <a:pt x="4434735" y="58575"/>
                  </a:lnTo>
                  <a:lnTo>
                    <a:pt x="4532799" y="50903"/>
                  </a:lnTo>
                  <a:lnTo>
                    <a:pt x="4637358" y="43930"/>
                  </a:lnTo>
                  <a:lnTo>
                    <a:pt x="4747294" y="37631"/>
                  </a:lnTo>
                  <a:lnTo>
                    <a:pt x="4860737" y="31997"/>
                  </a:lnTo>
                  <a:lnTo>
                    <a:pt x="4975010" y="27035"/>
                  </a:lnTo>
                  <a:lnTo>
                    <a:pt x="5086690" y="22760"/>
                  </a:lnTo>
                  <a:lnTo>
                    <a:pt x="5191846" y="19183"/>
                  </a:lnTo>
                  <a:lnTo>
                    <a:pt x="5286455" y="16303"/>
                  </a:lnTo>
                  <a:lnTo>
                    <a:pt x="5366958" y="14097"/>
                  </a:lnTo>
                  <a:lnTo>
                    <a:pt x="5430852" y="12513"/>
                  </a:lnTo>
                  <a:lnTo>
                    <a:pt x="5477156" y="11469"/>
                  </a:lnTo>
                  <a:lnTo>
                    <a:pt x="5506658" y="10863"/>
                  </a:lnTo>
                  <a:lnTo>
                    <a:pt x="5521907" y="10576"/>
                  </a:lnTo>
                  <a:lnTo>
                    <a:pt x="5527017" y="10488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480" y="10524"/>
                  </a:lnTo>
                  <a:lnTo>
                    <a:pt x="6530706" y="10832"/>
                  </a:lnTo>
                  <a:lnTo>
                    <a:pt x="6549036" y="11682"/>
                  </a:lnTo>
                  <a:lnTo>
                    <a:pt x="6582095" y="13359"/>
                  </a:lnTo>
                  <a:lnTo>
                    <a:pt x="6631949" y="16131"/>
                  </a:lnTo>
                  <a:lnTo>
                    <a:pt x="6698957" y="20231"/>
                  </a:lnTo>
                  <a:lnTo>
                    <a:pt x="6781812" y="25832"/>
                  </a:lnTo>
                  <a:lnTo>
                    <a:pt x="6877826" y="33042"/>
                  </a:lnTo>
                  <a:lnTo>
                    <a:pt x="6983414" y="41904"/>
                  </a:lnTo>
                  <a:lnTo>
                    <a:pt x="7094657" y="52412"/>
                  </a:lnTo>
                  <a:lnTo>
                    <a:pt x="7207809" y="64537"/>
                  </a:lnTo>
                  <a:lnTo>
                    <a:pt x="7319664" y="78246"/>
                  </a:lnTo>
                  <a:lnTo>
                    <a:pt x="7427752" y="93528"/>
                  </a:lnTo>
                  <a:lnTo>
                    <a:pt x="7530376" y="110407"/>
                  </a:lnTo>
                  <a:lnTo>
                    <a:pt x="7626545" y="128950"/>
                  </a:lnTo>
                  <a:lnTo>
                    <a:pt x="7715851" y="149277"/>
                  </a:lnTo>
                  <a:lnTo>
                    <a:pt x="7798331" y="171556"/>
                  </a:lnTo>
                  <a:lnTo>
                    <a:pt x="7874334" y="196006"/>
                  </a:lnTo>
                  <a:lnTo>
                    <a:pt x="7944418" y="222885"/>
                  </a:lnTo>
                  <a:lnTo>
                    <a:pt x="8009264" y="252486"/>
                  </a:lnTo>
                  <a:lnTo>
                    <a:pt x="8069611" y="285119"/>
                  </a:lnTo>
                  <a:lnTo>
                    <a:pt x="8126209" y="321084"/>
                  </a:lnTo>
                  <a:lnTo>
                    <a:pt x="8179781" y="360626"/>
                  </a:lnTo>
                  <a:lnTo>
                    <a:pt x="8229629" y="402655"/>
                  </a:lnTo>
                  <a:lnTo>
                    <a:pt x="8276805" y="447232"/>
                  </a:lnTo>
                  <a:lnTo>
                    <a:pt x="8322752" y="495237"/>
                  </a:lnTo>
                  <a:lnTo>
                    <a:pt x="8367820" y="546740"/>
                  </a:lnTo>
                  <a:lnTo>
                    <a:pt x="8412289" y="601748"/>
                  </a:lnTo>
                  <a:lnTo>
                    <a:pt x="8456378" y="660197"/>
                  </a:lnTo>
                  <a:lnTo>
                    <a:pt x="8500256" y="721950"/>
                  </a:lnTo>
                  <a:lnTo>
                    <a:pt x="8544047" y="786792"/>
                  </a:lnTo>
                  <a:lnTo>
                    <a:pt x="8587833" y="854425"/>
                  </a:lnTo>
                  <a:lnTo>
                    <a:pt x="8631666" y="924477"/>
                  </a:lnTo>
                  <a:lnTo>
                    <a:pt x="8675567" y="996503"/>
                  </a:lnTo>
                  <a:lnTo>
                    <a:pt x="8719534" y="1069999"/>
                  </a:lnTo>
                  <a:lnTo>
                    <a:pt x="8763548" y="1144413"/>
                  </a:lnTo>
                  <a:lnTo>
                    <a:pt x="8807581" y="1219164"/>
                  </a:lnTo>
                  <a:lnTo>
                    <a:pt x="8851600" y="1293660"/>
                  </a:lnTo>
                  <a:lnTo>
                    <a:pt x="8895575" y="1367318"/>
                  </a:lnTo>
                  <a:lnTo>
                    <a:pt x="8939485" y="1439581"/>
                  </a:lnTo>
                  <a:lnTo>
                    <a:pt x="8983327" y="1509937"/>
                  </a:lnTo>
                  <a:lnTo>
                    <a:pt x="9027118" y="1577932"/>
                  </a:lnTo>
                  <a:lnTo>
                    <a:pt x="9070903" y="1643183"/>
                  </a:lnTo>
                  <a:lnTo>
                    <a:pt x="9114763" y="1705382"/>
                  </a:lnTo>
                  <a:lnTo>
                    <a:pt x="9158814" y="1764303"/>
                  </a:lnTo>
                  <a:lnTo>
                    <a:pt x="9203218" y="1819796"/>
                  </a:lnTo>
                  <a:lnTo>
                    <a:pt x="9248187" y="1871789"/>
                  </a:lnTo>
                  <a:lnTo>
                    <a:pt x="9293992" y="1920280"/>
                  </a:lnTo>
                  <a:lnTo>
                    <a:pt x="9340972" y="1965330"/>
                  </a:lnTo>
                  <a:lnTo>
                    <a:pt x="9347647" y="1971351"/>
                  </a:lnTo>
                  <a:lnTo>
                    <a:pt x="9398906" y="2014494"/>
                  </a:lnTo>
                  <a:lnTo>
                    <a:pt x="9452550" y="2053937"/>
                  </a:lnTo>
                  <a:lnTo>
                    <a:pt x="9509239" y="2089809"/>
                  </a:lnTo>
                  <a:lnTo>
                    <a:pt x="9569697" y="2122356"/>
                  </a:lnTo>
                  <a:lnTo>
                    <a:pt x="9634675" y="2151880"/>
                  </a:lnTo>
                  <a:lnTo>
                    <a:pt x="9704910" y="2178690"/>
                  </a:lnTo>
                  <a:lnTo>
                    <a:pt x="9781081" y="2203077"/>
                  </a:lnTo>
                  <a:lnTo>
                    <a:pt x="9863741" y="2225302"/>
                  </a:lnTo>
                  <a:lnTo>
                    <a:pt x="9953233" y="2245579"/>
                  </a:lnTo>
                  <a:lnTo>
                    <a:pt x="10049584" y="2264076"/>
                  </a:lnTo>
                  <a:lnTo>
                    <a:pt x="10152371" y="2280910"/>
                  </a:lnTo>
                  <a:lnTo>
                    <a:pt x="10260587" y="2296150"/>
                  </a:lnTo>
                  <a:lnTo>
                    <a:pt x="10372513" y="2309817"/>
                  </a:lnTo>
                  <a:lnTo>
                    <a:pt x="10485657" y="2321898"/>
                  </a:lnTo>
                  <a:lnTo>
                    <a:pt x="10596799" y="2332363"/>
                  </a:lnTo>
                  <a:lnTo>
                    <a:pt x="10702181" y="2341180"/>
                  </a:lnTo>
                  <a:lnTo>
                    <a:pt x="10797884" y="2348346"/>
                  </a:lnTo>
                  <a:lnTo>
                    <a:pt x="10880342" y="2353905"/>
                  </a:lnTo>
                  <a:lnTo>
                    <a:pt x="10946898" y="2357966"/>
                  </a:lnTo>
                  <a:lnTo>
                    <a:pt x="10996287" y="2360706"/>
                  </a:lnTo>
                  <a:lnTo>
                    <a:pt x="11028914" y="2362356"/>
                  </a:lnTo>
                  <a:lnTo>
                    <a:pt x="11046892" y="2363188"/>
                  </a:lnTo>
                  <a:lnTo>
                    <a:pt x="11053882" y="2363486"/>
                  </a:lnTo>
                  <a:lnTo>
                    <a:pt x="11054891" y="2363525"/>
                  </a:lnTo>
                  <a:lnTo>
                    <a:pt x="12049831" y="2363525"/>
                  </a:lnTo>
                  <a:lnTo>
                    <a:pt x="12049831" y="2353044"/>
                  </a:lnTo>
                  <a:lnTo>
                    <a:pt x="11054891" y="2353044"/>
                  </a:lnTo>
                  <a:lnTo>
                    <a:pt x="11053797" y="2353001"/>
                  </a:lnTo>
                  <a:lnTo>
                    <a:pt x="11046571" y="2352693"/>
                  </a:lnTo>
                  <a:lnTo>
                    <a:pt x="11028240" y="2351843"/>
                  </a:lnTo>
                  <a:lnTo>
                    <a:pt x="10995182" y="2350166"/>
                  </a:lnTo>
                  <a:lnTo>
                    <a:pt x="10945328" y="2347394"/>
                  </a:lnTo>
                  <a:lnTo>
                    <a:pt x="10878319" y="2343294"/>
                  </a:lnTo>
                  <a:lnTo>
                    <a:pt x="10795465" y="2337693"/>
                  </a:lnTo>
                  <a:lnTo>
                    <a:pt x="10699451" y="2330483"/>
                  </a:lnTo>
                  <a:lnTo>
                    <a:pt x="10593862" y="2321621"/>
                  </a:lnTo>
                  <a:lnTo>
                    <a:pt x="10482619" y="2311113"/>
                  </a:lnTo>
                  <a:lnTo>
                    <a:pt x="10369468" y="2298988"/>
                  </a:lnTo>
                  <a:lnTo>
                    <a:pt x="10257613" y="2285279"/>
                  </a:lnTo>
                  <a:lnTo>
                    <a:pt x="10149525" y="2269997"/>
                  </a:lnTo>
                  <a:lnTo>
                    <a:pt x="10046900" y="2253118"/>
                  </a:lnTo>
                  <a:lnTo>
                    <a:pt x="9950731" y="2234575"/>
                  </a:lnTo>
                  <a:lnTo>
                    <a:pt x="9861425" y="2214248"/>
                  </a:lnTo>
                  <a:lnTo>
                    <a:pt x="9778946" y="2191969"/>
                  </a:lnTo>
                  <a:lnTo>
                    <a:pt x="9702943" y="2167519"/>
                  </a:lnTo>
                  <a:lnTo>
                    <a:pt x="9632858" y="2140640"/>
                  </a:lnTo>
                  <a:lnTo>
                    <a:pt x="9568012" y="2111039"/>
                  </a:lnTo>
                  <a:lnTo>
                    <a:pt x="9507665" y="2078406"/>
                  </a:lnTo>
                  <a:lnTo>
                    <a:pt x="9451068" y="2042441"/>
                  </a:lnTo>
                  <a:lnTo>
                    <a:pt x="9397496" y="2002899"/>
                  </a:lnTo>
                  <a:lnTo>
                    <a:pt x="9347647" y="1960870"/>
                  </a:lnTo>
                  <a:lnTo>
                    <a:pt x="9300471" y="1916293"/>
                  </a:lnTo>
                  <a:lnTo>
                    <a:pt x="9254525" y="1868287"/>
                  </a:lnTo>
                  <a:lnTo>
                    <a:pt x="9209457" y="1816785"/>
                  </a:lnTo>
                  <a:lnTo>
                    <a:pt x="9164988" y="1761777"/>
                  </a:lnTo>
                  <a:lnTo>
                    <a:pt x="9120898" y="1703328"/>
                  </a:lnTo>
                  <a:lnTo>
                    <a:pt x="9077020" y="1641575"/>
                  </a:lnTo>
                  <a:lnTo>
                    <a:pt x="9033230" y="1576733"/>
                  </a:lnTo>
                  <a:lnTo>
                    <a:pt x="8989443" y="1509100"/>
                  </a:lnTo>
                  <a:lnTo>
                    <a:pt x="8945610" y="1439048"/>
                  </a:lnTo>
                  <a:lnTo>
                    <a:pt x="8901710" y="1367022"/>
                  </a:lnTo>
                  <a:lnTo>
                    <a:pt x="8857743" y="1293526"/>
                  </a:lnTo>
                  <a:lnTo>
                    <a:pt x="8813729" y="1219112"/>
                  </a:lnTo>
                  <a:lnTo>
                    <a:pt x="8769695" y="1144361"/>
                  </a:lnTo>
                  <a:lnTo>
                    <a:pt x="8725676" y="1069865"/>
                  </a:lnTo>
                  <a:lnTo>
                    <a:pt x="8681701" y="996207"/>
                  </a:lnTo>
                  <a:lnTo>
                    <a:pt x="8637791" y="923944"/>
                  </a:lnTo>
                  <a:lnTo>
                    <a:pt x="8593950" y="853588"/>
                  </a:lnTo>
                  <a:lnTo>
                    <a:pt x="8550159" y="785593"/>
                  </a:lnTo>
                  <a:lnTo>
                    <a:pt x="8506373" y="720342"/>
                  </a:lnTo>
                  <a:lnTo>
                    <a:pt x="8462514" y="658143"/>
                  </a:lnTo>
                  <a:lnTo>
                    <a:pt x="8418463" y="599222"/>
                  </a:lnTo>
                  <a:lnTo>
                    <a:pt x="8374059" y="543729"/>
                  </a:lnTo>
                  <a:lnTo>
                    <a:pt x="8329090" y="491736"/>
                  </a:lnTo>
                  <a:lnTo>
                    <a:pt x="8283285" y="443245"/>
                  </a:lnTo>
                  <a:lnTo>
                    <a:pt x="8236305" y="398195"/>
                  </a:lnTo>
                  <a:lnTo>
                    <a:pt x="8229629" y="392174"/>
                  </a:lnTo>
                  <a:lnTo>
                    <a:pt x="8178371" y="349031"/>
                  </a:lnTo>
                  <a:lnTo>
                    <a:pt x="8124727" y="309588"/>
                  </a:lnTo>
                  <a:lnTo>
                    <a:pt x="8068038" y="273716"/>
                  </a:lnTo>
                  <a:lnTo>
                    <a:pt x="8007580" y="241169"/>
                  </a:lnTo>
                  <a:lnTo>
                    <a:pt x="7942602" y="211645"/>
                  </a:lnTo>
                  <a:lnTo>
                    <a:pt x="7872366" y="184835"/>
                  </a:lnTo>
                  <a:lnTo>
                    <a:pt x="7796195" y="160448"/>
                  </a:lnTo>
                  <a:lnTo>
                    <a:pt x="7713536" y="138223"/>
                  </a:lnTo>
                  <a:lnTo>
                    <a:pt x="7624043" y="117946"/>
                  </a:lnTo>
                  <a:lnTo>
                    <a:pt x="7527693" y="99449"/>
                  </a:lnTo>
                  <a:lnTo>
                    <a:pt x="7424905" y="82615"/>
                  </a:lnTo>
                  <a:lnTo>
                    <a:pt x="7316690" y="67375"/>
                  </a:lnTo>
                  <a:lnTo>
                    <a:pt x="7204764" y="53708"/>
                  </a:lnTo>
                  <a:lnTo>
                    <a:pt x="7091619" y="41627"/>
                  </a:lnTo>
                  <a:lnTo>
                    <a:pt x="6980478" y="31162"/>
                  </a:lnTo>
                  <a:lnTo>
                    <a:pt x="6875096" y="22345"/>
                  </a:lnTo>
                  <a:lnTo>
                    <a:pt x="6779392" y="15179"/>
                  </a:lnTo>
                  <a:lnTo>
                    <a:pt x="6696935" y="9620"/>
                  </a:lnTo>
                  <a:lnTo>
                    <a:pt x="6630379" y="5559"/>
                  </a:lnTo>
                  <a:lnTo>
                    <a:pt x="6580990" y="2819"/>
                  </a:lnTo>
                  <a:lnTo>
                    <a:pt x="6548362" y="1169"/>
                  </a:lnTo>
                  <a:lnTo>
                    <a:pt x="6530385" y="337"/>
                  </a:lnTo>
                  <a:lnTo>
                    <a:pt x="6523395" y="3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6" y="18"/>
                  </a:lnTo>
                  <a:lnTo>
                    <a:pt x="5518865" y="150"/>
                  </a:lnTo>
                  <a:lnTo>
                    <a:pt x="5499981" y="514"/>
                  </a:lnTo>
                  <a:lnTo>
                    <a:pt x="5465962" y="1231"/>
                  </a:lnTo>
                  <a:lnTo>
                    <a:pt x="5414739" y="2416"/>
                  </a:lnTo>
                  <a:lnTo>
                    <a:pt x="5346027" y="4168"/>
                  </a:lnTo>
                  <a:lnTo>
                    <a:pt x="5261269" y="6558"/>
                  </a:lnTo>
                  <a:lnTo>
                    <a:pt x="5163321" y="9632"/>
                  </a:lnTo>
                  <a:lnTo>
                    <a:pt x="5055929" y="13405"/>
                  </a:lnTo>
                  <a:lnTo>
                    <a:pt x="4943143" y="17874"/>
                  </a:lnTo>
                  <a:lnTo>
                    <a:pt x="4828786" y="23025"/>
                  </a:lnTo>
                  <a:lnTo>
                    <a:pt x="4716089" y="28845"/>
                  </a:lnTo>
                  <a:lnTo>
                    <a:pt x="4607504" y="35331"/>
                  </a:lnTo>
                  <a:lnTo>
                    <a:pt x="4504679" y="42496"/>
                  </a:lnTo>
                  <a:lnTo>
                    <a:pt x="4408543" y="50371"/>
                  </a:lnTo>
                  <a:lnTo>
                    <a:pt x="4319437" y="59011"/>
                  </a:lnTo>
                  <a:lnTo>
                    <a:pt x="4237263" y="68491"/>
                  </a:lnTo>
                  <a:lnTo>
                    <a:pt x="4161612" y="78909"/>
                  </a:lnTo>
                  <a:lnTo>
                    <a:pt x="4091881" y="90377"/>
                  </a:lnTo>
                  <a:lnTo>
                    <a:pt x="4027351" y="103023"/>
                  </a:lnTo>
                  <a:lnTo>
                    <a:pt x="3967252" y="116980"/>
                  </a:lnTo>
                  <a:lnTo>
                    <a:pt x="3910814" y="132373"/>
                  </a:lnTo>
                  <a:lnTo>
                    <a:pt x="3857302" y="149298"/>
                  </a:lnTo>
                  <a:lnTo>
                    <a:pt x="3820202" y="162459"/>
                  </a:lnTo>
                  <a:lnTo>
                    <a:pt x="3762802" y="185187"/>
                  </a:lnTo>
                  <a:lnTo>
                    <a:pt x="3707113" y="210042"/>
                  </a:lnTo>
                  <a:lnTo>
                    <a:pt x="3652542" y="237060"/>
                  </a:lnTo>
                  <a:lnTo>
                    <a:pt x="3598640" y="266218"/>
                  </a:lnTo>
                  <a:lnTo>
                    <a:pt x="3545082" y="297426"/>
                  </a:lnTo>
                  <a:lnTo>
                    <a:pt x="3491641" y="330521"/>
                  </a:lnTo>
                  <a:lnTo>
                    <a:pt x="3438180" y="365267"/>
                  </a:lnTo>
                  <a:lnTo>
                    <a:pt x="3384628" y="401360"/>
                  </a:lnTo>
                  <a:lnTo>
                    <a:pt x="3330976" y="438436"/>
                  </a:lnTo>
                  <a:lnTo>
                    <a:pt x="3277253" y="476082"/>
                  </a:lnTo>
                  <a:lnTo>
                    <a:pt x="3223512" y="513862"/>
                  </a:lnTo>
                  <a:lnTo>
                    <a:pt x="3169812" y="551330"/>
                  </a:lnTo>
                  <a:lnTo>
                    <a:pt x="3116199" y="588058"/>
                  </a:lnTo>
                  <a:lnTo>
                    <a:pt x="3062688" y="623650"/>
                  </a:lnTo>
                  <a:lnTo>
                    <a:pt x="3009246" y="657765"/>
                  </a:lnTo>
                  <a:lnTo>
                    <a:pt x="2955780" y="690125"/>
                  </a:lnTo>
                  <a:lnTo>
                    <a:pt x="2902116" y="720523"/>
                  </a:lnTo>
                  <a:lnTo>
                    <a:pt x="2847990" y="748827"/>
                  </a:lnTo>
                  <a:lnTo>
                    <a:pt x="2793031" y="774974"/>
                  </a:lnTo>
                  <a:lnTo>
                    <a:pt x="2736734" y="798966"/>
                  </a:lnTo>
                  <a:lnTo>
                    <a:pt x="2702183" y="812298"/>
                  </a:lnTo>
                  <a:lnTo>
                    <a:pt x="2650367" y="830352"/>
                  </a:lnTo>
                  <a:lnTo>
                    <a:pt x="2596107" y="846841"/>
                  </a:lnTo>
                  <a:lnTo>
                    <a:pt x="2538721" y="861821"/>
                  </a:lnTo>
                  <a:lnTo>
                    <a:pt x="2477461" y="875398"/>
                  </a:lnTo>
                  <a:lnTo>
                    <a:pt x="2411552" y="887702"/>
                  </a:lnTo>
                  <a:lnTo>
                    <a:pt x="2340234" y="898863"/>
                  </a:lnTo>
                  <a:lnTo>
                    <a:pt x="2262812" y="909008"/>
                  </a:lnTo>
                  <a:lnTo>
                    <a:pt x="2178728" y="918244"/>
                  </a:lnTo>
                  <a:lnTo>
                    <a:pt x="2087650" y="926664"/>
                  </a:lnTo>
                  <a:lnTo>
                    <a:pt x="1989586" y="934335"/>
                  </a:lnTo>
                  <a:lnTo>
                    <a:pt x="1885027" y="941308"/>
                  </a:lnTo>
                  <a:lnTo>
                    <a:pt x="1775091" y="947607"/>
                  </a:lnTo>
                  <a:lnTo>
                    <a:pt x="1661648" y="953241"/>
                  </a:lnTo>
                  <a:lnTo>
                    <a:pt x="1547375" y="958203"/>
                  </a:lnTo>
                  <a:lnTo>
                    <a:pt x="1435695" y="962478"/>
                  </a:lnTo>
                  <a:lnTo>
                    <a:pt x="1330539" y="966055"/>
                  </a:lnTo>
                  <a:lnTo>
                    <a:pt x="1235930" y="968935"/>
                  </a:lnTo>
                  <a:lnTo>
                    <a:pt x="1155426" y="971141"/>
                  </a:lnTo>
                  <a:lnTo>
                    <a:pt x="1091533" y="972726"/>
                  </a:lnTo>
                  <a:lnTo>
                    <a:pt x="1045229" y="973769"/>
                  </a:lnTo>
                  <a:lnTo>
                    <a:pt x="1015727" y="974376"/>
                  </a:lnTo>
                  <a:lnTo>
                    <a:pt x="1000478" y="974662"/>
                  </a:lnTo>
                  <a:lnTo>
                    <a:pt x="995368" y="974751"/>
                  </a:lnTo>
                  <a:lnTo>
                    <a:pt x="994940" y="974757"/>
                  </a:lnTo>
                  <a:lnTo>
                    <a:pt x="0" y="974757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53" name="pl852"/>
            <p:cNvSpPr/>
            <p:nvPr/>
          </p:nvSpPr>
          <p:spPr>
            <a:xfrm>
              <a:off x="1199187" y="3212344"/>
              <a:ext cx="12049831" cy="2353044"/>
            </a:xfrm>
            <a:custGeom>
              <a:avLst/>
              <a:pathLst>
                <a:path w="12049831" h="2353044">
                  <a:moveTo>
                    <a:pt x="0" y="974757"/>
                  </a:moveTo>
                  <a:lnTo>
                    <a:pt x="994940" y="974757"/>
                  </a:lnTo>
                  <a:lnTo>
                    <a:pt x="996069" y="974739"/>
                  </a:lnTo>
                  <a:lnTo>
                    <a:pt x="1003520" y="974607"/>
                  </a:lnTo>
                  <a:lnTo>
                    <a:pt x="1022404" y="974243"/>
                  </a:lnTo>
                  <a:lnTo>
                    <a:pt x="1056423" y="973526"/>
                  </a:lnTo>
                  <a:lnTo>
                    <a:pt x="1107646" y="972341"/>
                  </a:lnTo>
                  <a:lnTo>
                    <a:pt x="1176358" y="970589"/>
                  </a:lnTo>
                  <a:lnTo>
                    <a:pt x="1261116" y="968199"/>
                  </a:lnTo>
                  <a:lnTo>
                    <a:pt x="1359064" y="965125"/>
                  </a:lnTo>
                  <a:lnTo>
                    <a:pt x="1466456" y="961352"/>
                  </a:lnTo>
                  <a:lnTo>
                    <a:pt x="1579242" y="956883"/>
                  </a:lnTo>
                  <a:lnTo>
                    <a:pt x="1693599" y="951732"/>
                  </a:lnTo>
                  <a:lnTo>
                    <a:pt x="1806296" y="945912"/>
                  </a:lnTo>
                  <a:lnTo>
                    <a:pt x="1914881" y="939426"/>
                  </a:lnTo>
                  <a:lnTo>
                    <a:pt x="2017706" y="932261"/>
                  </a:lnTo>
                  <a:lnTo>
                    <a:pt x="2113842" y="924386"/>
                  </a:lnTo>
                  <a:lnTo>
                    <a:pt x="2202948" y="915746"/>
                  </a:lnTo>
                  <a:lnTo>
                    <a:pt x="2285122" y="906266"/>
                  </a:lnTo>
                  <a:lnTo>
                    <a:pt x="2360773" y="895848"/>
                  </a:lnTo>
                  <a:lnTo>
                    <a:pt x="2430504" y="884380"/>
                  </a:lnTo>
                  <a:lnTo>
                    <a:pt x="2495034" y="871734"/>
                  </a:lnTo>
                  <a:lnTo>
                    <a:pt x="2555133" y="857777"/>
                  </a:lnTo>
                  <a:lnTo>
                    <a:pt x="2611571" y="842384"/>
                  </a:lnTo>
                  <a:lnTo>
                    <a:pt x="2665083" y="825459"/>
                  </a:lnTo>
                  <a:lnTo>
                    <a:pt x="2702183" y="812298"/>
                  </a:lnTo>
                  <a:lnTo>
                    <a:pt x="2759583" y="789570"/>
                  </a:lnTo>
                  <a:lnTo>
                    <a:pt x="2815272" y="764715"/>
                  </a:lnTo>
                  <a:lnTo>
                    <a:pt x="2869843" y="737697"/>
                  </a:lnTo>
                  <a:lnTo>
                    <a:pt x="2923745" y="708539"/>
                  </a:lnTo>
                  <a:lnTo>
                    <a:pt x="2977303" y="677331"/>
                  </a:lnTo>
                  <a:lnTo>
                    <a:pt x="3030744" y="644236"/>
                  </a:lnTo>
                  <a:lnTo>
                    <a:pt x="3084205" y="609490"/>
                  </a:lnTo>
                  <a:lnTo>
                    <a:pt x="3137757" y="573397"/>
                  </a:lnTo>
                  <a:lnTo>
                    <a:pt x="3191409" y="536321"/>
                  </a:lnTo>
                  <a:lnTo>
                    <a:pt x="3245132" y="498675"/>
                  </a:lnTo>
                  <a:lnTo>
                    <a:pt x="3298873" y="460895"/>
                  </a:lnTo>
                  <a:lnTo>
                    <a:pt x="3352573" y="423427"/>
                  </a:lnTo>
                  <a:lnTo>
                    <a:pt x="3406186" y="386699"/>
                  </a:lnTo>
                  <a:lnTo>
                    <a:pt x="3459697" y="351107"/>
                  </a:lnTo>
                  <a:lnTo>
                    <a:pt x="3513139" y="316992"/>
                  </a:lnTo>
                  <a:lnTo>
                    <a:pt x="3566605" y="284632"/>
                  </a:lnTo>
                  <a:lnTo>
                    <a:pt x="3620269" y="254234"/>
                  </a:lnTo>
                  <a:lnTo>
                    <a:pt x="3674395" y="225930"/>
                  </a:lnTo>
                  <a:lnTo>
                    <a:pt x="3729354" y="199783"/>
                  </a:lnTo>
                  <a:lnTo>
                    <a:pt x="3785651" y="175791"/>
                  </a:lnTo>
                  <a:lnTo>
                    <a:pt x="3820202" y="162459"/>
                  </a:lnTo>
                  <a:lnTo>
                    <a:pt x="3872018" y="144405"/>
                  </a:lnTo>
                  <a:lnTo>
                    <a:pt x="3926278" y="127916"/>
                  </a:lnTo>
                  <a:lnTo>
                    <a:pt x="3983664" y="112936"/>
                  </a:lnTo>
                  <a:lnTo>
                    <a:pt x="4044924" y="99359"/>
                  </a:lnTo>
                  <a:lnTo>
                    <a:pt x="4110833" y="87055"/>
                  </a:lnTo>
                  <a:lnTo>
                    <a:pt x="4182151" y="75893"/>
                  </a:lnTo>
                  <a:lnTo>
                    <a:pt x="4259573" y="65749"/>
                  </a:lnTo>
                  <a:lnTo>
                    <a:pt x="4343657" y="56513"/>
                  </a:lnTo>
                  <a:lnTo>
                    <a:pt x="4434735" y="48093"/>
                  </a:lnTo>
                  <a:lnTo>
                    <a:pt x="4532799" y="40421"/>
                  </a:lnTo>
                  <a:lnTo>
                    <a:pt x="4637358" y="33449"/>
                  </a:lnTo>
                  <a:lnTo>
                    <a:pt x="4747294" y="27150"/>
                  </a:lnTo>
                  <a:lnTo>
                    <a:pt x="4860737" y="21516"/>
                  </a:lnTo>
                  <a:lnTo>
                    <a:pt x="4975010" y="16554"/>
                  </a:lnTo>
                  <a:lnTo>
                    <a:pt x="5086690" y="12279"/>
                  </a:lnTo>
                  <a:lnTo>
                    <a:pt x="5191846" y="8702"/>
                  </a:lnTo>
                  <a:lnTo>
                    <a:pt x="5286455" y="5822"/>
                  </a:lnTo>
                  <a:lnTo>
                    <a:pt x="5366958" y="3616"/>
                  </a:lnTo>
                  <a:lnTo>
                    <a:pt x="5430852" y="2031"/>
                  </a:lnTo>
                  <a:lnTo>
                    <a:pt x="5477156" y="988"/>
                  </a:lnTo>
                  <a:lnTo>
                    <a:pt x="5506658" y="381"/>
                  </a:lnTo>
                  <a:lnTo>
                    <a:pt x="5521907" y="95"/>
                  </a:lnTo>
                  <a:lnTo>
                    <a:pt x="5527017" y="6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0" y="43"/>
                  </a:lnTo>
                  <a:lnTo>
                    <a:pt x="6530706" y="351"/>
                  </a:lnTo>
                  <a:lnTo>
                    <a:pt x="6549036" y="1201"/>
                  </a:lnTo>
                  <a:lnTo>
                    <a:pt x="6582095" y="2878"/>
                  </a:lnTo>
                  <a:lnTo>
                    <a:pt x="6631949" y="5650"/>
                  </a:lnTo>
                  <a:lnTo>
                    <a:pt x="6698957" y="9749"/>
                  </a:lnTo>
                  <a:lnTo>
                    <a:pt x="6781812" y="15350"/>
                  </a:lnTo>
                  <a:lnTo>
                    <a:pt x="6877826" y="22560"/>
                  </a:lnTo>
                  <a:lnTo>
                    <a:pt x="6983414" y="31422"/>
                  </a:lnTo>
                  <a:lnTo>
                    <a:pt x="7094657" y="41931"/>
                  </a:lnTo>
                  <a:lnTo>
                    <a:pt x="7207809" y="54056"/>
                  </a:lnTo>
                  <a:lnTo>
                    <a:pt x="7319664" y="67765"/>
                  </a:lnTo>
                  <a:lnTo>
                    <a:pt x="7427752" y="83047"/>
                  </a:lnTo>
                  <a:lnTo>
                    <a:pt x="7530376" y="99925"/>
                  </a:lnTo>
                  <a:lnTo>
                    <a:pt x="7626545" y="118469"/>
                  </a:lnTo>
                  <a:lnTo>
                    <a:pt x="7715851" y="138796"/>
                  </a:lnTo>
                  <a:lnTo>
                    <a:pt x="7798331" y="161075"/>
                  </a:lnTo>
                  <a:lnTo>
                    <a:pt x="7874334" y="185524"/>
                  </a:lnTo>
                  <a:lnTo>
                    <a:pt x="7944418" y="212403"/>
                  </a:lnTo>
                  <a:lnTo>
                    <a:pt x="8009264" y="242005"/>
                  </a:lnTo>
                  <a:lnTo>
                    <a:pt x="8069611" y="274638"/>
                  </a:lnTo>
                  <a:lnTo>
                    <a:pt x="8126209" y="310603"/>
                  </a:lnTo>
                  <a:lnTo>
                    <a:pt x="8179781" y="350145"/>
                  </a:lnTo>
                  <a:lnTo>
                    <a:pt x="8229629" y="392174"/>
                  </a:lnTo>
                  <a:lnTo>
                    <a:pt x="8276805" y="436751"/>
                  </a:lnTo>
                  <a:lnTo>
                    <a:pt x="8322752" y="484756"/>
                  </a:lnTo>
                  <a:lnTo>
                    <a:pt x="8367820" y="536259"/>
                  </a:lnTo>
                  <a:lnTo>
                    <a:pt x="8412289" y="591266"/>
                  </a:lnTo>
                  <a:lnTo>
                    <a:pt x="8456378" y="649716"/>
                  </a:lnTo>
                  <a:lnTo>
                    <a:pt x="8500256" y="711469"/>
                  </a:lnTo>
                  <a:lnTo>
                    <a:pt x="8544047" y="776311"/>
                  </a:lnTo>
                  <a:lnTo>
                    <a:pt x="8587833" y="843944"/>
                  </a:lnTo>
                  <a:lnTo>
                    <a:pt x="8631666" y="913996"/>
                  </a:lnTo>
                  <a:lnTo>
                    <a:pt x="8675567" y="986022"/>
                  </a:lnTo>
                  <a:lnTo>
                    <a:pt x="8719534" y="1059517"/>
                  </a:lnTo>
                  <a:lnTo>
                    <a:pt x="8763548" y="1133931"/>
                  </a:lnTo>
                  <a:lnTo>
                    <a:pt x="8807581" y="1208683"/>
                  </a:lnTo>
                  <a:lnTo>
                    <a:pt x="8851600" y="1283179"/>
                  </a:lnTo>
                  <a:lnTo>
                    <a:pt x="8895575" y="1356837"/>
                  </a:lnTo>
                  <a:lnTo>
                    <a:pt x="8939485" y="1429100"/>
                  </a:lnTo>
                  <a:lnTo>
                    <a:pt x="8983327" y="1499455"/>
                  </a:lnTo>
                  <a:lnTo>
                    <a:pt x="9027118" y="1567451"/>
                  </a:lnTo>
                  <a:lnTo>
                    <a:pt x="9070903" y="1632701"/>
                  </a:lnTo>
                  <a:lnTo>
                    <a:pt x="9114763" y="1694901"/>
                  </a:lnTo>
                  <a:lnTo>
                    <a:pt x="9158814" y="1753821"/>
                  </a:lnTo>
                  <a:lnTo>
                    <a:pt x="9203218" y="1809315"/>
                  </a:lnTo>
                  <a:lnTo>
                    <a:pt x="9248187" y="1861308"/>
                  </a:lnTo>
                  <a:lnTo>
                    <a:pt x="9293992" y="1909799"/>
                  </a:lnTo>
                  <a:lnTo>
                    <a:pt x="9340972" y="1954848"/>
                  </a:lnTo>
                  <a:lnTo>
                    <a:pt x="9347647" y="1960870"/>
                  </a:lnTo>
                  <a:lnTo>
                    <a:pt x="9398906" y="2004013"/>
                  </a:lnTo>
                  <a:lnTo>
                    <a:pt x="9452550" y="2043456"/>
                  </a:lnTo>
                  <a:lnTo>
                    <a:pt x="9509239" y="2079327"/>
                  </a:lnTo>
                  <a:lnTo>
                    <a:pt x="9569697" y="2111875"/>
                  </a:lnTo>
                  <a:lnTo>
                    <a:pt x="9634675" y="2141399"/>
                  </a:lnTo>
                  <a:lnTo>
                    <a:pt x="9704910" y="2168209"/>
                  </a:lnTo>
                  <a:lnTo>
                    <a:pt x="9781081" y="2192596"/>
                  </a:lnTo>
                  <a:lnTo>
                    <a:pt x="9863741" y="2214820"/>
                  </a:lnTo>
                  <a:lnTo>
                    <a:pt x="9953233" y="2235097"/>
                  </a:lnTo>
                  <a:lnTo>
                    <a:pt x="10049584" y="2253595"/>
                  </a:lnTo>
                  <a:lnTo>
                    <a:pt x="10152371" y="2270429"/>
                  </a:lnTo>
                  <a:lnTo>
                    <a:pt x="10260587" y="2285669"/>
                  </a:lnTo>
                  <a:lnTo>
                    <a:pt x="10372513" y="2299335"/>
                  </a:lnTo>
                  <a:lnTo>
                    <a:pt x="10485657" y="2311417"/>
                  </a:lnTo>
                  <a:lnTo>
                    <a:pt x="10596799" y="2321882"/>
                  </a:lnTo>
                  <a:lnTo>
                    <a:pt x="10702181" y="2330699"/>
                  </a:lnTo>
                  <a:lnTo>
                    <a:pt x="10797884" y="2337865"/>
                  </a:lnTo>
                  <a:lnTo>
                    <a:pt x="10880342" y="2343424"/>
                  </a:lnTo>
                  <a:lnTo>
                    <a:pt x="10946898" y="2347485"/>
                  </a:lnTo>
                  <a:lnTo>
                    <a:pt x="10996287" y="2350224"/>
                  </a:lnTo>
                  <a:lnTo>
                    <a:pt x="11028914" y="2351875"/>
                  </a:lnTo>
                  <a:lnTo>
                    <a:pt x="11046892" y="2352707"/>
                  </a:lnTo>
                  <a:lnTo>
                    <a:pt x="11053882" y="2353004"/>
                  </a:lnTo>
                  <a:lnTo>
                    <a:pt x="11054891" y="2353044"/>
                  </a:lnTo>
                  <a:lnTo>
                    <a:pt x="12049831" y="2353044"/>
                  </a:lnTo>
                  <a:lnTo>
                    <a:pt x="12049831" y="23530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4" name="pl853"/>
            <p:cNvSpPr/>
            <p:nvPr/>
          </p:nvSpPr>
          <p:spPr>
            <a:xfrm>
              <a:off x="1199187" y="3201862"/>
              <a:ext cx="12049831" cy="2353044"/>
            </a:xfrm>
            <a:custGeom>
              <a:avLst/>
              <a:pathLst>
                <a:path w="12049831" h="2353044">
                  <a:moveTo>
                    <a:pt x="12049831" y="2353044"/>
                  </a:moveTo>
                  <a:lnTo>
                    <a:pt x="11054891" y="2353044"/>
                  </a:lnTo>
                  <a:lnTo>
                    <a:pt x="11053797" y="2353001"/>
                  </a:lnTo>
                  <a:lnTo>
                    <a:pt x="11046571" y="2352693"/>
                  </a:lnTo>
                  <a:lnTo>
                    <a:pt x="11028240" y="2351843"/>
                  </a:lnTo>
                  <a:lnTo>
                    <a:pt x="10995182" y="2350166"/>
                  </a:lnTo>
                  <a:lnTo>
                    <a:pt x="10945328" y="2347394"/>
                  </a:lnTo>
                  <a:lnTo>
                    <a:pt x="10878319" y="2343294"/>
                  </a:lnTo>
                  <a:lnTo>
                    <a:pt x="10795465" y="2337693"/>
                  </a:lnTo>
                  <a:lnTo>
                    <a:pt x="10699451" y="2330483"/>
                  </a:lnTo>
                  <a:lnTo>
                    <a:pt x="10593862" y="2321621"/>
                  </a:lnTo>
                  <a:lnTo>
                    <a:pt x="10482619" y="2311113"/>
                  </a:lnTo>
                  <a:lnTo>
                    <a:pt x="10369468" y="2298988"/>
                  </a:lnTo>
                  <a:lnTo>
                    <a:pt x="10257613" y="2285279"/>
                  </a:lnTo>
                  <a:lnTo>
                    <a:pt x="10149525" y="2269997"/>
                  </a:lnTo>
                  <a:lnTo>
                    <a:pt x="10046900" y="2253118"/>
                  </a:lnTo>
                  <a:lnTo>
                    <a:pt x="9950731" y="2234575"/>
                  </a:lnTo>
                  <a:lnTo>
                    <a:pt x="9861425" y="2214248"/>
                  </a:lnTo>
                  <a:lnTo>
                    <a:pt x="9778946" y="2191969"/>
                  </a:lnTo>
                  <a:lnTo>
                    <a:pt x="9702943" y="2167519"/>
                  </a:lnTo>
                  <a:lnTo>
                    <a:pt x="9632858" y="2140640"/>
                  </a:lnTo>
                  <a:lnTo>
                    <a:pt x="9568012" y="2111039"/>
                  </a:lnTo>
                  <a:lnTo>
                    <a:pt x="9507665" y="2078406"/>
                  </a:lnTo>
                  <a:lnTo>
                    <a:pt x="9451068" y="2042441"/>
                  </a:lnTo>
                  <a:lnTo>
                    <a:pt x="9397496" y="2002899"/>
                  </a:lnTo>
                  <a:lnTo>
                    <a:pt x="9347647" y="1960870"/>
                  </a:lnTo>
                  <a:lnTo>
                    <a:pt x="9300471" y="1916293"/>
                  </a:lnTo>
                  <a:lnTo>
                    <a:pt x="9254525" y="1868287"/>
                  </a:lnTo>
                  <a:lnTo>
                    <a:pt x="9209457" y="1816785"/>
                  </a:lnTo>
                  <a:lnTo>
                    <a:pt x="9164988" y="1761777"/>
                  </a:lnTo>
                  <a:lnTo>
                    <a:pt x="9120898" y="1703328"/>
                  </a:lnTo>
                  <a:lnTo>
                    <a:pt x="9077020" y="1641575"/>
                  </a:lnTo>
                  <a:lnTo>
                    <a:pt x="9033230" y="1576733"/>
                  </a:lnTo>
                  <a:lnTo>
                    <a:pt x="8989443" y="1509100"/>
                  </a:lnTo>
                  <a:lnTo>
                    <a:pt x="8945610" y="1439048"/>
                  </a:lnTo>
                  <a:lnTo>
                    <a:pt x="8901710" y="1367022"/>
                  </a:lnTo>
                  <a:lnTo>
                    <a:pt x="8857743" y="1293526"/>
                  </a:lnTo>
                  <a:lnTo>
                    <a:pt x="8813729" y="1219112"/>
                  </a:lnTo>
                  <a:lnTo>
                    <a:pt x="8769695" y="1144361"/>
                  </a:lnTo>
                  <a:lnTo>
                    <a:pt x="8725676" y="1069865"/>
                  </a:lnTo>
                  <a:lnTo>
                    <a:pt x="8681701" y="996207"/>
                  </a:lnTo>
                  <a:lnTo>
                    <a:pt x="8637791" y="923944"/>
                  </a:lnTo>
                  <a:lnTo>
                    <a:pt x="8593950" y="853588"/>
                  </a:lnTo>
                  <a:lnTo>
                    <a:pt x="8550159" y="785593"/>
                  </a:lnTo>
                  <a:lnTo>
                    <a:pt x="8506373" y="720342"/>
                  </a:lnTo>
                  <a:lnTo>
                    <a:pt x="8462514" y="658143"/>
                  </a:lnTo>
                  <a:lnTo>
                    <a:pt x="8418463" y="599222"/>
                  </a:lnTo>
                  <a:lnTo>
                    <a:pt x="8374059" y="543729"/>
                  </a:lnTo>
                  <a:lnTo>
                    <a:pt x="8329090" y="491736"/>
                  </a:lnTo>
                  <a:lnTo>
                    <a:pt x="8283285" y="443245"/>
                  </a:lnTo>
                  <a:lnTo>
                    <a:pt x="8236305" y="398195"/>
                  </a:lnTo>
                  <a:lnTo>
                    <a:pt x="8229629" y="392174"/>
                  </a:lnTo>
                  <a:lnTo>
                    <a:pt x="8178371" y="349031"/>
                  </a:lnTo>
                  <a:lnTo>
                    <a:pt x="8124727" y="309588"/>
                  </a:lnTo>
                  <a:lnTo>
                    <a:pt x="8068038" y="273716"/>
                  </a:lnTo>
                  <a:lnTo>
                    <a:pt x="8007580" y="241169"/>
                  </a:lnTo>
                  <a:lnTo>
                    <a:pt x="7942602" y="211645"/>
                  </a:lnTo>
                  <a:lnTo>
                    <a:pt x="7872366" y="184835"/>
                  </a:lnTo>
                  <a:lnTo>
                    <a:pt x="7796195" y="160448"/>
                  </a:lnTo>
                  <a:lnTo>
                    <a:pt x="7713536" y="138223"/>
                  </a:lnTo>
                  <a:lnTo>
                    <a:pt x="7624043" y="117946"/>
                  </a:lnTo>
                  <a:lnTo>
                    <a:pt x="7527693" y="99449"/>
                  </a:lnTo>
                  <a:lnTo>
                    <a:pt x="7424905" y="82615"/>
                  </a:lnTo>
                  <a:lnTo>
                    <a:pt x="7316690" y="67375"/>
                  </a:lnTo>
                  <a:lnTo>
                    <a:pt x="7204764" y="53708"/>
                  </a:lnTo>
                  <a:lnTo>
                    <a:pt x="7091619" y="41627"/>
                  </a:lnTo>
                  <a:lnTo>
                    <a:pt x="6980478" y="31162"/>
                  </a:lnTo>
                  <a:lnTo>
                    <a:pt x="6875096" y="22345"/>
                  </a:lnTo>
                  <a:lnTo>
                    <a:pt x="6779392" y="15179"/>
                  </a:lnTo>
                  <a:lnTo>
                    <a:pt x="6696935" y="9620"/>
                  </a:lnTo>
                  <a:lnTo>
                    <a:pt x="6630379" y="5559"/>
                  </a:lnTo>
                  <a:lnTo>
                    <a:pt x="6580990" y="2819"/>
                  </a:lnTo>
                  <a:lnTo>
                    <a:pt x="6548362" y="1169"/>
                  </a:lnTo>
                  <a:lnTo>
                    <a:pt x="6530385" y="337"/>
                  </a:lnTo>
                  <a:lnTo>
                    <a:pt x="6523395" y="3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6" y="18"/>
                  </a:lnTo>
                  <a:lnTo>
                    <a:pt x="5518865" y="150"/>
                  </a:lnTo>
                  <a:lnTo>
                    <a:pt x="5499981" y="514"/>
                  </a:lnTo>
                  <a:lnTo>
                    <a:pt x="5465962" y="1231"/>
                  </a:lnTo>
                  <a:lnTo>
                    <a:pt x="5414739" y="2416"/>
                  </a:lnTo>
                  <a:lnTo>
                    <a:pt x="5346027" y="4168"/>
                  </a:lnTo>
                  <a:lnTo>
                    <a:pt x="5261269" y="6558"/>
                  </a:lnTo>
                  <a:lnTo>
                    <a:pt x="5163321" y="9632"/>
                  </a:lnTo>
                  <a:lnTo>
                    <a:pt x="5055929" y="13405"/>
                  </a:lnTo>
                  <a:lnTo>
                    <a:pt x="4943143" y="17874"/>
                  </a:lnTo>
                  <a:lnTo>
                    <a:pt x="4828786" y="23025"/>
                  </a:lnTo>
                  <a:lnTo>
                    <a:pt x="4716089" y="28845"/>
                  </a:lnTo>
                  <a:lnTo>
                    <a:pt x="4607504" y="35331"/>
                  </a:lnTo>
                  <a:lnTo>
                    <a:pt x="4504679" y="42496"/>
                  </a:lnTo>
                  <a:lnTo>
                    <a:pt x="4408543" y="50371"/>
                  </a:lnTo>
                  <a:lnTo>
                    <a:pt x="4319437" y="59011"/>
                  </a:lnTo>
                  <a:lnTo>
                    <a:pt x="4237263" y="68491"/>
                  </a:lnTo>
                  <a:lnTo>
                    <a:pt x="4161612" y="78909"/>
                  </a:lnTo>
                  <a:lnTo>
                    <a:pt x="4091881" y="90377"/>
                  </a:lnTo>
                  <a:lnTo>
                    <a:pt x="4027351" y="103023"/>
                  </a:lnTo>
                  <a:lnTo>
                    <a:pt x="3967252" y="116980"/>
                  </a:lnTo>
                  <a:lnTo>
                    <a:pt x="3910814" y="132373"/>
                  </a:lnTo>
                  <a:lnTo>
                    <a:pt x="3857302" y="149298"/>
                  </a:lnTo>
                  <a:lnTo>
                    <a:pt x="3820202" y="162459"/>
                  </a:lnTo>
                  <a:lnTo>
                    <a:pt x="3762802" y="185187"/>
                  </a:lnTo>
                  <a:lnTo>
                    <a:pt x="3707113" y="210042"/>
                  </a:lnTo>
                  <a:lnTo>
                    <a:pt x="3652542" y="237060"/>
                  </a:lnTo>
                  <a:lnTo>
                    <a:pt x="3598640" y="266218"/>
                  </a:lnTo>
                  <a:lnTo>
                    <a:pt x="3545082" y="297426"/>
                  </a:lnTo>
                  <a:lnTo>
                    <a:pt x="3491641" y="330521"/>
                  </a:lnTo>
                  <a:lnTo>
                    <a:pt x="3438180" y="365267"/>
                  </a:lnTo>
                  <a:lnTo>
                    <a:pt x="3384628" y="401360"/>
                  </a:lnTo>
                  <a:lnTo>
                    <a:pt x="3330976" y="438436"/>
                  </a:lnTo>
                  <a:lnTo>
                    <a:pt x="3277253" y="476082"/>
                  </a:lnTo>
                  <a:lnTo>
                    <a:pt x="3223512" y="513862"/>
                  </a:lnTo>
                  <a:lnTo>
                    <a:pt x="3169812" y="551330"/>
                  </a:lnTo>
                  <a:lnTo>
                    <a:pt x="3116199" y="588058"/>
                  </a:lnTo>
                  <a:lnTo>
                    <a:pt x="3062688" y="623650"/>
                  </a:lnTo>
                  <a:lnTo>
                    <a:pt x="3009246" y="657765"/>
                  </a:lnTo>
                  <a:lnTo>
                    <a:pt x="2955780" y="690125"/>
                  </a:lnTo>
                  <a:lnTo>
                    <a:pt x="2902116" y="720523"/>
                  </a:lnTo>
                  <a:lnTo>
                    <a:pt x="2847990" y="748827"/>
                  </a:lnTo>
                  <a:lnTo>
                    <a:pt x="2793031" y="774974"/>
                  </a:lnTo>
                  <a:lnTo>
                    <a:pt x="2736734" y="798966"/>
                  </a:lnTo>
                  <a:lnTo>
                    <a:pt x="2702183" y="812298"/>
                  </a:lnTo>
                  <a:lnTo>
                    <a:pt x="2650367" y="830352"/>
                  </a:lnTo>
                  <a:lnTo>
                    <a:pt x="2596107" y="846841"/>
                  </a:lnTo>
                  <a:lnTo>
                    <a:pt x="2538721" y="861821"/>
                  </a:lnTo>
                  <a:lnTo>
                    <a:pt x="2477461" y="875398"/>
                  </a:lnTo>
                  <a:lnTo>
                    <a:pt x="2411552" y="887702"/>
                  </a:lnTo>
                  <a:lnTo>
                    <a:pt x="2340234" y="898863"/>
                  </a:lnTo>
                  <a:lnTo>
                    <a:pt x="2262812" y="909008"/>
                  </a:lnTo>
                  <a:lnTo>
                    <a:pt x="2178728" y="918244"/>
                  </a:lnTo>
                  <a:lnTo>
                    <a:pt x="2087650" y="926664"/>
                  </a:lnTo>
                  <a:lnTo>
                    <a:pt x="1989586" y="934335"/>
                  </a:lnTo>
                  <a:lnTo>
                    <a:pt x="1885027" y="941308"/>
                  </a:lnTo>
                  <a:lnTo>
                    <a:pt x="1775091" y="947607"/>
                  </a:lnTo>
                  <a:lnTo>
                    <a:pt x="1661648" y="953241"/>
                  </a:lnTo>
                  <a:lnTo>
                    <a:pt x="1547375" y="958203"/>
                  </a:lnTo>
                  <a:lnTo>
                    <a:pt x="1435695" y="962478"/>
                  </a:lnTo>
                  <a:lnTo>
                    <a:pt x="1330539" y="966055"/>
                  </a:lnTo>
                  <a:lnTo>
                    <a:pt x="1235930" y="968935"/>
                  </a:lnTo>
                  <a:lnTo>
                    <a:pt x="1155426" y="971141"/>
                  </a:lnTo>
                  <a:lnTo>
                    <a:pt x="1091533" y="972726"/>
                  </a:lnTo>
                  <a:lnTo>
                    <a:pt x="1045229" y="973769"/>
                  </a:lnTo>
                  <a:lnTo>
                    <a:pt x="1015727" y="974376"/>
                  </a:lnTo>
                  <a:lnTo>
                    <a:pt x="1000478" y="974662"/>
                  </a:lnTo>
                  <a:lnTo>
                    <a:pt x="995368" y="974751"/>
                  </a:lnTo>
                  <a:lnTo>
                    <a:pt x="994940" y="974757"/>
                  </a:lnTo>
                  <a:lnTo>
                    <a:pt x="0" y="974757"/>
                  </a:lnTo>
                  <a:lnTo>
                    <a:pt x="0" y="9747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5" name="pg854"/>
            <p:cNvSpPr/>
            <p:nvPr/>
          </p:nvSpPr>
          <p:spPr>
            <a:xfrm>
              <a:off x="1199187" y="3243787"/>
              <a:ext cx="12049831" cy="2955717"/>
            </a:xfrm>
            <a:custGeom>
              <a:avLst/>
              <a:pathLst>
                <a:path w="12049831" h="2955717">
                  <a:moveTo>
                    <a:pt x="0" y="953795"/>
                  </a:moveTo>
                  <a:lnTo>
                    <a:pt x="994940" y="953795"/>
                  </a:lnTo>
                  <a:lnTo>
                    <a:pt x="996069" y="953777"/>
                  </a:lnTo>
                  <a:lnTo>
                    <a:pt x="1003523" y="953649"/>
                  </a:lnTo>
                  <a:lnTo>
                    <a:pt x="1022415" y="953297"/>
                  </a:lnTo>
                  <a:lnTo>
                    <a:pt x="1056447" y="952603"/>
                  </a:lnTo>
                  <a:lnTo>
                    <a:pt x="1107689" y="951455"/>
                  </a:lnTo>
                  <a:lnTo>
                    <a:pt x="1176424" y="949760"/>
                  </a:lnTo>
                  <a:lnTo>
                    <a:pt x="1261207" y="947445"/>
                  </a:lnTo>
                  <a:lnTo>
                    <a:pt x="1359182" y="944470"/>
                  </a:lnTo>
                  <a:lnTo>
                    <a:pt x="1466598" y="940817"/>
                  </a:lnTo>
                  <a:lnTo>
                    <a:pt x="1579405" y="936491"/>
                  </a:lnTo>
                  <a:lnTo>
                    <a:pt x="1693777" y="931504"/>
                  </a:lnTo>
                  <a:lnTo>
                    <a:pt x="1806485" y="925870"/>
                  </a:lnTo>
                  <a:lnTo>
                    <a:pt x="1915077" y="919591"/>
                  </a:lnTo>
                  <a:lnTo>
                    <a:pt x="2017905" y="912655"/>
                  </a:lnTo>
                  <a:lnTo>
                    <a:pt x="2114040" y="905031"/>
                  </a:lnTo>
                  <a:lnTo>
                    <a:pt x="2203143" y="896667"/>
                  </a:lnTo>
                  <a:lnTo>
                    <a:pt x="2285313" y="887489"/>
                  </a:lnTo>
                  <a:lnTo>
                    <a:pt x="2360959" y="877404"/>
                  </a:lnTo>
                  <a:lnTo>
                    <a:pt x="2430686" y="866302"/>
                  </a:lnTo>
                  <a:lnTo>
                    <a:pt x="2495212" y="854058"/>
                  </a:lnTo>
                  <a:lnTo>
                    <a:pt x="2555307" y="840545"/>
                  </a:lnTo>
                  <a:lnTo>
                    <a:pt x="2611743" y="825642"/>
                  </a:lnTo>
                  <a:lnTo>
                    <a:pt x="2665254" y="809257"/>
                  </a:lnTo>
                  <a:lnTo>
                    <a:pt x="2702183" y="796576"/>
                  </a:lnTo>
                  <a:lnTo>
                    <a:pt x="2759811" y="774488"/>
                  </a:lnTo>
                  <a:lnTo>
                    <a:pt x="2815717" y="750325"/>
                  </a:lnTo>
                  <a:lnTo>
                    <a:pt x="2870501" y="724051"/>
                  </a:lnTo>
                  <a:lnTo>
                    <a:pt x="2924614" y="695691"/>
                  </a:lnTo>
                  <a:lnTo>
                    <a:pt x="2978385" y="665332"/>
                  </a:lnTo>
                  <a:lnTo>
                    <a:pt x="3032041" y="633137"/>
                  </a:lnTo>
                  <a:lnTo>
                    <a:pt x="3085721" y="599337"/>
                  </a:lnTo>
                  <a:lnTo>
                    <a:pt x="3139493" y="564232"/>
                  </a:lnTo>
                  <a:lnTo>
                    <a:pt x="3193365" y="528182"/>
                  </a:lnTo>
                  <a:lnTo>
                    <a:pt x="3247307" y="491589"/>
                  </a:lnTo>
                  <a:lnTo>
                    <a:pt x="3301265" y="454884"/>
                  </a:lnTo>
                  <a:lnTo>
                    <a:pt x="3355179" y="418503"/>
                  </a:lnTo>
                  <a:lnTo>
                    <a:pt x="3409004" y="382863"/>
                  </a:lnTo>
                  <a:lnTo>
                    <a:pt x="3462727" y="348350"/>
                  </a:lnTo>
                  <a:lnTo>
                    <a:pt x="3516383" y="315296"/>
                  </a:lnTo>
                  <a:lnTo>
                    <a:pt x="3570072" y="283967"/>
                  </a:lnTo>
                  <a:lnTo>
                    <a:pt x="3623975" y="254563"/>
                  </a:lnTo>
                  <a:lnTo>
                    <a:pt x="3678366" y="227208"/>
                  </a:lnTo>
                  <a:lnTo>
                    <a:pt x="3733629" y="201960"/>
                  </a:lnTo>
                  <a:lnTo>
                    <a:pt x="3790286" y="178812"/>
                  </a:lnTo>
                  <a:lnTo>
                    <a:pt x="3820202" y="167700"/>
                  </a:lnTo>
                  <a:lnTo>
                    <a:pt x="3872025" y="150226"/>
                  </a:lnTo>
                  <a:lnTo>
                    <a:pt x="3926294" y="134266"/>
                  </a:lnTo>
                  <a:lnTo>
                    <a:pt x="3983689" y="119768"/>
                  </a:lnTo>
                  <a:lnTo>
                    <a:pt x="4044960" y="106628"/>
                  </a:lnTo>
                  <a:lnTo>
                    <a:pt x="4110882" y="94720"/>
                  </a:lnTo>
                  <a:lnTo>
                    <a:pt x="4182215" y="83918"/>
                  </a:lnTo>
                  <a:lnTo>
                    <a:pt x="4259653" y="74100"/>
                  </a:lnTo>
                  <a:lnTo>
                    <a:pt x="4343756" y="65161"/>
                  </a:lnTo>
                  <a:lnTo>
                    <a:pt x="4434857" y="57013"/>
                  </a:lnTo>
                  <a:lnTo>
                    <a:pt x="4532944" y="49589"/>
                  </a:lnTo>
                  <a:lnTo>
                    <a:pt x="4637527" y="42841"/>
                  </a:lnTo>
                  <a:lnTo>
                    <a:pt x="4747485" y="36745"/>
                  </a:lnTo>
                  <a:lnTo>
                    <a:pt x="4860949" y="31293"/>
                  </a:lnTo>
                  <a:lnTo>
                    <a:pt x="4975236" y="26492"/>
                  </a:lnTo>
                  <a:lnTo>
                    <a:pt x="5086923" y="22356"/>
                  </a:lnTo>
                  <a:lnTo>
                    <a:pt x="5192075" y="18895"/>
                  </a:lnTo>
                  <a:lnTo>
                    <a:pt x="5286668" y="16109"/>
                  </a:lnTo>
                  <a:lnTo>
                    <a:pt x="5367144" y="13976"/>
                  </a:lnTo>
                  <a:lnTo>
                    <a:pt x="5431001" y="12444"/>
                  </a:lnTo>
                  <a:lnTo>
                    <a:pt x="5477263" y="11435"/>
                  </a:lnTo>
                  <a:lnTo>
                    <a:pt x="5506723" y="10849"/>
                  </a:lnTo>
                  <a:lnTo>
                    <a:pt x="5521936" y="10572"/>
                  </a:lnTo>
                  <a:lnTo>
                    <a:pt x="5527023" y="10487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457" y="10534"/>
                  </a:lnTo>
                  <a:lnTo>
                    <a:pt x="6530539" y="10911"/>
                  </a:lnTo>
                  <a:lnTo>
                    <a:pt x="6548512" y="11953"/>
                  </a:lnTo>
                  <a:lnTo>
                    <a:pt x="6580950" y="14008"/>
                  </a:lnTo>
                  <a:lnTo>
                    <a:pt x="6629918" y="17406"/>
                  </a:lnTo>
                  <a:lnTo>
                    <a:pt x="6695820" y="22433"/>
                  </a:lnTo>
                  <a:lnTo>
                    <a:pt x="6777433" y="29307"/>
                  </a:lnTo>
                  <a:lnTo>
                    <a:pt x="6872178" y="38162"/>
                  </a:lnTo>
                  <a:lnTo>
                    <a:pt x="6976576" y="49054"/>
                  </a:lnTo>
                  <a:lnTo>
                    <a:pt x="7086792" y="61981"/>
                  </a:lnTo>
                  <a:lnTo>
                    <a:pt x="7199133" y="76906"/>
                  </a:lnTo>
                  <a:lnTo>
                    <a:pt x="7310414" y="93789"/>
                  </a:lnTo>
                  <a:lnTo>
                    <a:pt x="7418153" y="112612"/>
                  </a:lnTo>
                  <a:lnTo>
                    <a:pt x="7520625" y="133401"/>
                  </a:lnTo>
                  <a:lnTo>
                    <a:pt x="7616799" y="156234"/>
                  </a:lnTo>
                  <a:lnTo>
                    <a:pt x="7706224" y="181251"/>
                  </a:lnTo>
                  <a:lnTo>
                    <a:pt x="7788895" y="208650"/>
                  </a:lnTo>
                  <a:lnTo>
                    <a:pt x="7865126" y="238694"/>
                  </a:lnTo>
                  <a:lnTo>
                    <a:pt x="7935444" y="271692"/>
                  </a:lnTo>
                  <a:lnTo>
                    <a:pt x="8000503" y="308002"/>
                  </a:lnTo>
                  <a:lnTo>
                    <a:pt x="8061021" y="348000"/>
                  </a:lnTo>
                  <a:lnTo>
                    <a:pt x="8117735" y="392059"/>
                  </a:lnTo>
                  <a:lnTo>
                    <a:pt x="8171359" y="440494"/>
                  </a:lnTo>
                  <a:lnTo>
                    <a:pt x="8222549" y="493486"/>
                  </a:lnTo>
                  <a:lnTo>
                    <a:pt x="8229629" y="501353"/>
                  </a:lnTo>
                  <a:lnTo>
                    <a:pt x="8273237" y="552722"/>
                  </a:lnTo>
                  <a:lnTo>
                    <a:pt x="8315772" y="607741"/>
                  </a:lnTo>
                  <a:lnTo>
                    <a:pt x="8357517" y="666486"/>
                  </a:lnTo>
                  <a:lnTo>
                    <a:pt x="8398702" y="728976"/>
                  </a:lnTo>
                  <a:lnTo>
                    <a:pt x="8439512" y="795169"/>
                  </a:lnTo>
                  <a:lnTo>
                    <a:pt x="8480092" y="864955"/>
                  </a:lnTo>
                  <a:lnTo>
                    <a:pt x="8520553" y="938154"/>
                  </a:lnTo>
                  <a:lnTo>
                    <a:pt x="8560977" y="1014513"/>
                  </a:lnTo>
                  <a:lnTo>
                    <a:pt x="8601418" y="1093708"/>
                  </a:lnTo>
                  <a:lnTo>
                    <a:pt x="8641906" y="1175345"/>
                  </a:lnTo>
                  <a:lnTo>
                    <a:pt x="8682454" y="1258970"/>
                  </a:lnTo>
                  <a:lnTo>
                    <a:pt x="8723057" y="1344074"/>
                  </a:lnTo>
                  <a:lnTo>
                    <a:pt x="8763699" y="1430109"/>
                  </a:lnTo>
                  <a:lnTo>
                    <a:pt x="8804356" y="1516503"/>
                  </a:lnTo>
                  <a:lnTo>
                    <a:pt x="8845004" y="1602671"/>
                  </a:lnTo>
                  <a:lnTo>
                    <a:pt x="8885617" y="1688035"/>
                  </a:lnTo>
                  <a:lnTo>
                    <a:pt x="8926178" y="1772041"/>
                  </a:lnTo>
                  <a:lnTo>
                    <a:pt x="8966680" y="1854171"/>
                  </a:lnTo>
                  <a:lnTo>
                    <a:pt x="9007129" y="1933957"/>
                  </a:lnTo>
                  <a:lnTo>
                    <a:pt x="9047553" y="2010991"/>
                  </a:lnTo>
                  <a:lnTo>
                    <a:pt x="9088000" y="2084931"/>
                  </a:lnTo>
                  <a:lnTo>
                    <a:pt x="9128545" y="2155510"/>
                  </a:lnTo>
                  <a:lnTo>
                    <a:pt x="9169291" y="2222529"/>
                  </a:lnTo>
                  <a:lnTo>
                    <a:pt x="9210376" y="2285865"/>
                  </a:lnTo>
                  <a:lnTo>
                    <a:pt x="9251975" y="2345460"/>
                  </a:lnTo>
                  <a:lnTo>
                    <a:pt x="9294308" y="2401320"/>
                  </a:lnTo>
                  <a:lnTo>
                    <a:pt x="9337645" y="2453507"/>
                  </a:lnTo>
                  <a:lnTo>
                    <a:pt x="9347647" y="2464844"/>
                  </a:lnTo>
                  <a:lnTo>
                    <a:pt x="9398540" y="2518484"/>
                  </a:lnTo>
                  <a:lnTo>
                    <a:pt x="9451782" y="2567557"/>
                  </a:lnTo>
                  <a:lnTo>
                    <a:pt x="9508016" y="2612218"/>
                  </a:lnTo>
                  <a:lnTo>
                    <a:pt x="9567952" y="2652769"/>
                  </a:lnTo>
                  <a:lnTo>
                    <a:pt x="9632323" y="2689577"/>
                  </a:lnTo>
                  <a:lnTo>
                    <a:pt x="9701855" y="2723022"/>
                  </a:lnTo>
                  <a:lnTo>
                    <a:pt x="9777214" y="2753464"/>
                  </a:lnTo>
                  <a:lnTo>
                    <a:pt x="9858949" y="2781220"/>
                  </a:lnTo>
                  <a:lnTo>
                    <a:pt x="9947410" y="2806560"/>
                  </a:lnTo>
                  <a:lnTo>
                    <a:pt x="10042644" y="2829692"/>
                  </a:lnTo>
                  <a:lnTo>
                    <a:pt x="10144273" y="2850764"/>
                  </a:lnTo>
                  <a:lnTo>
                    <a:pt x="10251355" y="2869863"/>
                  </a:lnTo>
                  <a:lnTo>
                    <a:pt x="10362267" y="2887021"/>
                  </a:lnTo>
                  <a:lnTo>
                    <a:pt x="10474636" y="2902225"/>
                  </a:lnTo>
                  <a:lnTo>
                    <a:pt x="10585369" y="2915437"/>
                  </a:lnTo>
                  <a:lnTo>
                    <a:pt x="10690825" y="2926619"/>
                  </a:lnTo>
                  <a:lnTo>
                    <a:pt x="10787161" y="2935761"/>
                  </a:lnTo>
                  <a:lnTo>
                    <a:pt x="10870816" y="2942908"/>
                  </a:lnTo>
                  <a:lnTo>
                    <a:pt x="10939050" y="2948186"/>
                  </a:lnTo>
                  <a:lnTo>
                    <a:pt x="10990429" y="2951798"/>
                  </a:lnTo>
                  <a:lnTo>
                    <a:pt x="11025118" y="2954023"/>
                  </a:lnTo>
                  <a:lnTo>
                    <a:pt x="11044954" y="2955188"/>
                  </a:lnTo>
                  <a:lnTo>
                    <a:pt x="11053308" y="2955638"/>
                  </a:lnTo>
                  <a:lnTo>
                    <a:pt x="11054891" y="2955717"/>
                  </a:lnTo>
                  <a:lnTo>
                    <a:pt x="12049831" y="2955717"/>
                  </a:lnTo>
                  <a:lnTo>
                    <a:pt x="12049831" y="2945236"/>
                  </a:lnTo>
                  <a:lnTo>
                    <a:pt x="11054891" y="2945236"/>
                  </a:lnTo>
                  <a:lnTo>
                    <a:pt x="11053819" y="2945183"/>
                  </a:lnTo>
                  <a:lnTo>
                    <a:pt x="11046738" y="2944806"/>
                  </a:lnTo>
                  <a:lnTo>
                    <a:pt x="11028765" y="2943763"/>
                  </a:lnTo>
                  <a:lnTo>
                    <a:pt x="10996326" y="2941709"/>
                  </a:lnTo>
                  <a:lnTo>
                    <a:pt x="10947359" y="2938311"/>
                  </a:lnTo>
                  <a:lnTo>
                    <a:pt x="10881457" y="2933284"/>
                  </a:lnTo>
                  <a:lnTo>
                    <a:pt x="10799843" y="2926410"/>
                  </a:lnTo>
                  <a:lnTo>
                    <a:pt x="10705098" y="2917555"/>
                  </a:lnTo>
                  <a:lnTo>
                    <a:pt x="10600700" y="2906662"/>
                  </a:lnTo>
                  <a:lnTo>
                    <a:pt x="10490484" y="2893735"/>
                  </a:lnTo>
                  <a:lnTo>
                    <a:pt x="10378143" y="2878811"/>
                  </a:lnTo>
                  <a:lnTo>
                    <a:pt x="10266863" y="2861928"/>
                  </a:lnTo>
                  <a:lnTo>
                    <a:pt x="10159124" y="2843104"/>
                  </a:lnTo>
                  <a:lnTo>
                    <a:pt x="10056652" y="2822315"/>
                  </a:lnTo>
                  <a:lnTo>
                    <a:pt x="9960478" y="2799482"/>
                  </a:lnTo>
                  <a:lnTo>
                    <a:pt x="9871053" y="2774466"/>
                  </a:lnTo>
                  <a:lnTo>
                    <a:pt x="9788382" y="2747066"/>
                  </a:lnTo>
                  <a:lnTo>
                    <a:pt x="9712150" y="2717023"/>
                  </a:lnTo>
                  <a:lnTo>
                    <a:pt x="9641833" y="2684024"/>
                  </a:lnTo>
                  <a:lnTo>
                    <a:pt x="9576774" y="2647715"/>
                  </a:lnTo>
                  <a:lnTo>
                    <a:pt x="9516256" y="2607716"/>
                  </a:lnTo>
                  <a:lnTo>
                    <a:pt x="9459541" y="2563657"/>
                  </a:lnTo>
                  <a:lnTo>
                    <a:pt x="9405918" y="2515223"/>
                  </a:lnTo>
                  <a:lnTo>
                    <a:pt x="9354728" y="2462230"/>
                  </a:lnTo>
                  <a:lnTo>
                    <a:pt x="9347647" y="2454363"/>
                  </a:lnTo>
                  <a:lnTo>
                    <a:pt x="9304039" y="2402995"/>
                  </a:lnTo>
                  <a:lnTo>
                    <a:pt x="9261504" y="2347976"/>
                  </a:lnTo>
                  <a:lnTo>
                    <a:pt x="9219759" y="2289230"/>
                  </a:lnTo>
                  <a:lnTo>
                    <a:pt x="9178574" y="2226740"/>
                  </a:lnTo>
                  <a:lnTo>
                    <a:pt x="9137765" y="2160548"/>
                  </a:lnTo>
                  <a:lnTo>
                    <a:pt x="9097185" y="2090762"/>
                  </a:lnTo>
                  <a:lnTo>
                    <a:pt x="9056724" y="2017563"/>
                  </a:lnTo>
                  <a:lnTo>
                    <a:pt x="9016300" y="1941204"/>
                  </a:lnTo>
                  <a:lnTo>
                    <a:pt x="8975859" y="1862009"/>
                  </a:lnTo>
                  <a:lnTo>
                    <a:pt x="8935370" y="1780371"/>
                  </a:lnTo>
                  <a:lnTo>
                    <a:pt x="8894823" y="1696747"/>
                  </a:lnTo>
                  <a:lnTo>
                    <a:pt x="8854220" y="1611643"/>
                  </a:lnTo>
                  <a:lnTo>
                    <a:pt x="8813578" y="1525607"/>
                  </a:lnTo>
                  <a:lnTo>
                    <a:pt x="8772920" y="1439214"/>
                  </a:lnTo>
                  <a:lnTo>
                    <a:pt x="8732273" y="1353046"/>
                  </a:lnTo>
                  <a:lnTo>
                    <a:pt x="8691659" y="1267682"/>
                  </a:lnTo>
                  <a:lnTo>
                    <a:pt x="8651098" y="1183675"/>
                  </a:lnTo>
                  <a:lnTo>
                    <a:pt x="8610597" y="1101545"/>
                  </a:lnTo>
                  <a:lnTo>
                    <a:pt x="8570147" y="1021760"/>
                  </a:lnTo>
                  <a:lnTo>
                    <a:pt x="8529723" y="944726"/>
                  </a:lnTo>
                  <a:lnTo>
                    <a:pt x="8489276" y="870785"/>
                  </a:lnTo>
                  <a:lnTo>
                    <a:pt x="8448732" y="800207"/>
                  </a:lnTo>
                  <a:lnTo>
                    <a:pt x="8407986" y="733187"/>
                  </a:lnTo>
                  <a:lnTo>
                    <a:pt x="8366901" y="669851"/>
                  </a:lnTo>
                  <a:lnTo>
                    <a:pt x="8325301" y="610256"/>
                  </a:lnTo>
                  <a:lnTo>
                    <a:pt x="8282968" y="554396"/>
                  </a:lnTo>
                  <a:lnTo>
                    <a:pt x="8239632" y="502209"/>
                  </a:lnTo>
                  <a:lnTo>
                    <a:pt x="8229629" y="490872"/>
                  </a:lnTo>
                  <a:lnTo>
                    <a:pt x="8178736" y="437232"/>
                  </a:lnTo>
                  <a:lnTo>
                    <a:pt x="8125495" y="388160"/>
                  </a:lnTo>
                  <a:lnTo>
                    <a:pt x="8069260" y="343499"/>
                  </a:lnTo>
                  <a:lnTo>
                    <a:pt x="8009325" y="302948"/>
                  </a:lnTo>
                  <a:lnTo>
                    <a:pt x="7944953" y="266139"/>
                  </a:lnTo>
                  <a:lnTo>
                    <a:pt x="7875421" y="232694"/>
                  </a:lnTo>
                  <a:lnTo>
                    <a:pt x="7800063" y="202253"/>
                  </a:lnTo>
                  <a:lnTo>
                    <a:pt x="7718328" y="174496"/>
                  </a:lnTo>
                  <a:lnTo>
                    <a:pt x="7629867" y="149156"/>
                  </a:lnTo>
                  <a:lnTo>
                    <a:pt x="7534632" y="126024"/>
                  </a:lnTo>
                  <a:lnTo>
                    <a:pt x="7433004" y="104952"/>
                  </a:lnTo>
                  <a:lnTo>
                    <a:pt x="7325922" y="85853"/>
                  </a:lnTo>
                  <a:lnTo>
                    <a:pt x="7215010" y="68696"/>
                  </a:lnTo>
                  <a:lnTo>
                    <a:pt x="7102640" y="53492"/>
                  </a:lnTo>
                  <a:lnTo>
                    <a:pt x="6991908" y="40279"/>
                  </a:lnTo>
                  <a:lnTo>
                    <a:pt x="6886452" y="29097"/>
                  </a:lnTo>
                  <a:lnTo>
                    <a:pt x="6790115" y="19956"/>
                  </a:lnTo>
                  <a:lnTo>
                    <a:pt x="6706461" y="12808"/>
                  </a:lnTo>
                  <a:lnTo>
                    <a:pt x="6638226" y="7531"/>
                  </a:lnTo>
                  <a:lnTo>
                    <a:pt x="6586848" y="3919"/>
                  </a:lnTo>
                  <a:lnTo>
                    <a:pt x="6552158" y="1693"/>
                  </a:lnTo>
                  <a:lnTo>
                    <a:pt x="6532323" y="529"/>
                  </a:lnTo>
                  <a:lnTo>
                    <a:pt x="6523968" y="7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6" y="17"/>
                  </a:lnTo>
                  <a:lnTo>
                    <a:pt x="5518862" y="145"/>
                  </a:lnTo>
                  <a:lnTo>
                    <a:pt x="5499970" y="497"/>
                  </a:lnTo>
                  <a:lnTo>
                    <a:pt x="5465938" y="1192"/>
                  </a:lnTo>
                  <a:lnTo>
                    <a:pt x="5414696" y="2339"/>
                  </a:lnTo>
                  <a:lnTo>
                    <a:pt x="5345961" y="4035"/>
                  </a:lnTo>
                  <a:lnTo>
                    <a:pt x="5261178" y="6349"/>
                  </a:lnTo>
                  <a:lnTo>
                    <a:pt x="5163203" y="9325"/>
                  </a:lnTo>
                  <a:lnTo>
                    <a:pt x="5055787" y="12977"/>
                  </a:lnTo>
                  <a:lnTo>
                    <a:pt x="4942980" y="17304"/>
                  </a:lnTo>
                  <a:lnTo>
                    <a:pt x="4828608" y="22290"/>
                  </a:lnTo>
                  <a:lnTo>
                    <a:pt x="4715900" y="27925"/>
                  </a:lnTo>
                  <a:lnTo>
                    <a:pt x="4607308" y="34204"/>
                  </a:lnTo>
                  <a:lnTo>
                    <a:pt x="4504480" y="41139"/>
                  </a:lnTo>
                  <a:lnTo>
                    <a:pt x="4408345" y="48763"/>
                  </a:lnTo>
                  <a:lnTo>
                    <a:pt x="4319242" y="57127"/>
                  </a:lnTo>
                  <a:lnTo>
                    <a:pt x="4237072" y="66305"/>
                  </a:lnTo>
                  <a:lnTo>
                    <a:pt x="4161426" y="76390"/>
                  </a:lnTo>
                  <a:lnTo>
                    <a:pt x="4091699" y="87493"/>
                  </a:lnTo>
                  <a:lnTo>
                    <a:pt x="4027173" y="99736"/>
                  </a:lnTo>
                  <a:lnTo>
                    <a:pt x="3967078" y="113249"/>
                  </a:lnTo>
                  <a:lnTo>
                    <a:pt x="3910642" y="128152"/>
                  </a:lnTo>
                  <a:lnTo>
                    <a:pt x="3857131" y="144538"/>
                  </a:lnTo>
                  <a:lnTo>
                    <a:pt x="3820202" y="157219"/>
                  </a:lnTo>
                  <a:lnTo>
                    <a:pt x="3762574" y="179306"/>
                  </a:lnTo>
                  <a:lnTo>
                    <a:pt x="3706668" y="203469"/>
                  </a:lnTo>
                  <a:lnTo>
                    <a:pt x="3651884" y="229743"/>
                  </a:lnTo>
                  <a:lnTo>
                    <a:pt x="3597771" y="258104"/>
                  </a:lnTo>
                  <a:lnTo>
                    <a:pt x="3544000" y="288462"/>
                  </a:lnTo>
                  <a:lnTo>
                    <a:pt x="3490344" y="320657"/>
                  </a:lnTo>
                  <a:lnTo>
                    <a:pt x="3436664" y="354458"/>
                  </a:lnTo>
                  <a:lnTo>
                    <a:pt x="3382892" y="389562"/>
                  </a:lnTo>
                  <a:lnTo>
                    <a:pt x="3329020" y="425613"/>
                  </a:lnTo>
                  <a:lnTo>
                    <a:pt x="3275078" y="462205"/>
                  </a:lnTo>
                  <a:lnTo>
                    <a:pt x="3221120" y="498910"/>
                  </a:lnTo>
                  <a:lnTo>
                    <a:pt x="3167206" y="535292"/>
                  </a:lnTo>
                  <a:lnTo>
                    <a:pt x="3113381" y="570931"/>
                  </a:lnTo>
                  <a:lnTo>
                    <a:pt x="3059658" y="605444"/>
                  </a:lnTo>
                  <a:lnTo>
                    <a:pt x="3006002" y="638499"/>
                  </a:lnTo>
                  <a:lnTo>
                    <a:pt x="2952313" y="669827"/>
                  </a:lnTo>
                  <a:lnTo>
                    <a:pt x="2898410" y="699232"/>
                  </a:lnTo>
                  <a:lnTo>
                    <a:pt x="2844019" y="726586"/>
                  </a:lnTo>
                  <a:lnTo>
                    <a:pt x="2788756" y="751834"/>
                  </a:lnTo>
                  <a:lnTo>
                    <a:pt x="2732099" y="774982"/>
                  </a:lnTo>
                  <a:lnTo>
                    <a:pt x="2702183" y="786095"/>
                  </a:lnTo>
                  <a:lnTo>
                    <a:pt x="2650360" y="803569"/>
                  </a:lnTo>
                  <a:lnTo>
                    <a:pt x="2596091" y="819528"/>
                  </a:lnTo>
                  <a:lnTo>
                    <a:pt x="2538696" y="834026"/>
                  </a:lnTo>
                  <a:lnTo>
                    <a:pt x="2477425" y="847167"/>
                  </a:lnTo>
                  <a:lnTo>
                    <a:pt x="2411503" y="859074"/>
                  </a:lnTo>
                  <a:lnTo>
                    <a:pt x="2340170" y="869877"/>
                  </a:lnTo>
                  <a:lnTo>
                    <a:pt x="2262732" y="879694"/>
                  </a:lnTo>
                  <a:lnTo>
                    <a:pt x="2178629" y="888633"/>
                  </a:lnTo>
                  <a:lnTo>
                    <a:pt x="2087528" y="896781"/>
                  </a:lnTo>
                  <a:lnTo>
                    <a:pt x="1989441" y="904206"/>
                  </a:lnTo>
                  <a:lnTo>
                    <a:pt x="1884858" y="910953"/>
                  </a:lnTo>
                  <a:lnTo>
                    <a:pt x="1774900" y="917049"/>
                  </a:lnTo>
                  <a:lnTo>
                    <a:pt x="1661436" y="922501"/>
                  </a:lnTo>
                  <a:lnTo>
                    <a:pt x="1547149" y="927302"/>
                  </a:lnTo>
                  <a:lnTo>
                    <a:pt x="1435462" y="931439"/>
                  </a:lnTo>
                  <a:lnTo>
                    <a:pt x="1330310" y="934899"/>
                  </a:lnTo>
                  <a:lnTo>
                    <a:pt x="1235717" y="937685"/>
                  </a:lnTo>
                  <a:lnTo>
                    <a:pt x="1155241" y="939819"/>
                  </a:lnTo>
                  <a:lnTo>
                    <a:pt x="1091384" y="941351"/>
                  </a:lnTo>
                  <a:lnTo>
                    <a:pt x="1045122" y="942360"/>
                  </a:lnTo>
                  <a:lnTo>
                    <a:pt x="1015662" y="942945"/>
                  </a:lnTo>
                  <a:lnTo>
                    <a:pt x="1000449" y="943222"/>
                  </a:lnTo>
                  <a:lnTo>
                    <a:pt x="995362" y="943307"/>
                  </a:lnTo>
                  <a:lnTo>
                    <a:pt x="994940" y="943314"/>
                  </a:lnTo>
                  <a:lnTo>
                    <a:pt x="0" y="943314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56" name="pl855"/>
            <p:cNvSpPr/>
            <p:nvPr/>
          </p:nvSpPr>
          <p:spPr>
            <a:xfrm>
              <a:off x="1199187" y="3254269"/>
              <a:ext cx="12049831" cy="2945236"/>
            </a:xfrm>
            <a:custGeom>
              <a:avLst/>
              <a:pathLst>
                <a:path w="12049831" h="2945236">
                  <a:moveTo>
                    <a:pt x="0" y="943314"/>
                  </a:moveTo>
                  <a:lnTo>
                    <a:pt x="994940" y="943314"/>
                  </a:lnTo>
                  <a:lnTo>
                    <a:pt x="996069" y="943296"/>
                  </a:lnTo>
                  <a:lnTo>
                    <a:pt x="1003523" y="943168"/>
                  </a:lnTo>
                  <a:lnTo>
                    <a:pt x="1022415" y="942816"/>
                  </a:lnTo>
                  <a:lnTo>
                    <a:pt x="1056447" y="942122"/>
                  </a:lnTo>
                  <a:lnTo>
                    <a:pt x="1107689" y="940974"/>
                  </a:lnTo>
                  <a:lnTo>
                    <a:pt x="1176424" y="939278"/>
                  </a:lnTo>
                  <a:lnTo>
                    <a:pt x="1261207" y="936964"/>
                  </a:lnTo>
                  <a:lnTo>
                    <a:pt x="1359182" y="933988"/>
                  </a:lnTo>
                  <a:lnTo>
                    <a:pt x="1466598" y="930336"/>
                  </a:lnTo>
                  <a:lnTo>
                    <a:pt x="1579405" y="926010"/>
                  </a:lnTo>
                  <a:lnTo>
                    <a:pt x="1693777" y="921023"/>
                  </a:lnTo>
                  <a:lnTo>
                    <a:pt x="1806485" y="915388"/>
                  </a:lnTo>
                  <a:lnTo>
                    <a:pt x="1915077" y="909109"/>
                  </a:lnTo>
                  <a:lnTo>
                    <a:pt x="2017905" y="902174"/>
                  </a:lnTo>
                  <a:lnTo>
                    <a:pt x="2114040" y="894550"/>
                  </a:lnTo>
                  <a:lnTo>
                    <a:pt x="2203143" y="886186"/>
                  </a:lnTo>
                  <a:lnTo>
                    <a:pt x="2285313" y="877008"/>
                  </a:lnTo>
                  <a:lnTo>
                    <a:pt x="2360959" y="866923"/>
                  </a:lnTo>
                  <a:lnTo>
                    <a:pt x="2430686" y="855820"/>
                  </a:lnTo>
                  <a:lnTo>
                    <a:pt x="2495212" y="843577"/>
                  </a:lnTo>
                  <a:lnTo>
                    <a:pt x="2555307" y="830064"/>
                  </a:lnTo>
                  <a:lnTo>
                    <a:pt x="2611743" y="815161"/>
                  </a:lnTo>
                  <a:lnTo>
                    <a:pt x="2665254" y="798775"/>
                  </a:lnTo>
                  <a:lnTo>
                    <a:pt x="2702183" y="786095"/>
                  </a:lnTo>
                  <a:lnTo>
                    <a:pt x="2759811" y="764007"/>
                  </a:lnTo>
                  <a:lnTo>
                    <a:pt x="2815717" y="739844"/>
                  </a:lnTo>
                  <a:lnTo>
                    <a:pt x="2870501" y="713570"/>
                  </a:lnTo>
                  <a:lnTo>
                    <a:pt x="2924614" y="685209"/>
                  </a:lnTo>
                  <a:lnTo>
                    <a:pt x="2978385" y="654851"/>
                  </a:lnTo>
                  <a:lnTo>
                    <a:pt x="3032041" y="622656"/>
                  </a:lnTo>
                  <a:lnTo>
                    <a:pt x="3085721" y="588856"/>
                  </a:lnTo>
                  <a:lnTo>
                    <a:pt x="3139493" y="553751"/>
                  </a:lnTo>
                  <a:lnTo>
                    <a:pt x="3193365" y="517701"/>
                  </a:lnTo>
                  <a:lnTo>
                    <a:pt x="3247307" y="481108"/>
                  </a:lnTo>
                  <a:lnTo>
                    <a:pt x="3301265" y="444403"/>
                  </a:lnTo>
                  <a:lnTo>
                    <a:pt x="3355179" y="408021"/>
                  </a:lnTo>
                  <a:lnTo>
                    <a:pt x="3409004" y="372382"/>
                  </a:lnTo>
                  <a:lnTo>
                    <a:pt x="3462727" y="337869"/>
                  </a:lnTo>
                  <a:lnTo>
                    <a:pt x="3516383" y="304814"/>
                  </a:lnTo>
                  <a:lnTo>
                    <a:pt x="3570072" y="273486"/>
                  </a:lnTo>
                  <a:lnTo>
                    <a:pt x="3623975" y="244082"/>
                  </a:lnTo>
                  <a:lnTo>
                    <a:pt x="3678366" y="216727"/>
                  </a:lnTo>
                  <a:lnTo>
                    <a:pt x="3733629" y="191479"/>
                  </a:lnTo>
                  <a:lnTo>
                    <a:pt x="3790286" y="168331"/>
                  </a:lnTo>
                  <a:lnTo>
                    <a:pt x="3820202" y="157219"/>
                  </a:lnTo>
                  <a:lnTo>
                    <a:pt x="3872025" y="139744"/>
                  </a:lnTo>
                  <a:lnTo>
                    <a:pt x="3926294" y="123785"/>
                  </a:lnTo>
                  <a:lnTo>
                    <a:pt x="3983689" y="109287"/>
                  </a:lnTo>
                  <a:lnTo>
                    <a:pt x="4044960" y="96146"/>
                  </a:lnTo>
                  <a:lnTo>
                    <a:pt x="4110882" y="84239"/>
                  </a:lnTo>
                  <a:lnTo>
                    <a:pt x="4182215" y="73436"/>
                  </a:lnTo>
                  <a:lnTo>
                    <a:pt x="4259653" y="63619"/>
                  </a:lnTo>
                  <a:lnTo>
                    <a:pt x="4343756" y="54680"/>
                  </a:lnTo>
                  <a:lnTo>
                    <a:pt x="4434857" y="46532"/>
                  </a:lnTo>
                  <a:lnTo>
                    <a:pt x="4532944" y="39107"/>
                  </a:lnTo>
                  <a:lnTo>
                    <a:pt x="4637527" y="32360"/>
                  </a:lnTo>
                  <a:lnTo>
                    <a:pt x="4747485" y="26264"/>
                  </a:lnTo>
                  <a:lnTo>
                    <a:pt x="4860949" y="20812"/>
                  </a:lnTo>
                  <a:lnTo>
                    <a:pt x="4975236" y="16011"/>
                  </a:lnTo>
                  <a:lnTo>
                    <a:pt x="5086923" y="11874"/>
                  </a:lnTo>
                  <a:lnTo>
                    <a:pt x="5192075" y="8414"/>
                  </a:lnTo>
                  <a:lnTo>
                    <a:pt x="5286668" y="5628"/>
                  </a:lnTo>
                  <a:lnTo>
                    <a:pt x="5367144" y="3494"/>
                  </a:lnTo>
                  <a:lnTo>
                    <a:pt x="5431001" y="1962"/>
                  </a:lnTo>
                  <a:lnTo>
                    <a:pt x="5477263" y="954"/>
                  </a:lnTo>
                  <a:lnTo>
                    <a:pt x="5506723" y="368"/>
                  </a:lnTo>
                  <a:lnTo>
                    <a:pt x="5521936" y="91"/>
                  </a:lnTo>
                  <a:lnTo>
                    <a:pt x="5527023" y="6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57" y="52"/>
                  </a:lnTo>
                  <a:lnTo>
                    <a:pt x="6530539" y="430"/>
                  </a:lnTo>
                  <a:lnTo>
                    <a:pt x="6548512" y="1472"/>
                  </a:lnTo>
                  <a:lnTo>
                    <a:pt x="6580950" y="3527"/>
                  </a:lnTo>
                  <a:lnTo>
                    <a:pt x="6629918" y="6924"/>
                  </a:lnTo>
                  <a:lnTo>
                    <a:pt x="6695820" y="11952"/>
                  </a:lnTo>
                  <a:lnTo>
                    <a:pt x="6777433" y="18825"/>
                  </a:lnTo>
                  <a:lnTo>
                    <a:pt x="6872178" y="27680"/>
                  </a:lnTo>
                  <a:lnTo>
                    <a:pt x="6976576" y="38573"/>
                  </a:lnTo>
                  <a:lnTo>
                    <a:pt x="7086792" y="51500"/>
                  </a:lnTo>
                  <a:lnTo>
                    <a:pt x="7199133" y="66425"/>
                  </a:lnTo>
                  <a:lnTo>
                    <a:pt x="7310414" y="83308"/>
                  </a:lnTo>
                  <a:lnTo>
                    <a:pt x="7418153" y="102131"/>
                  </a:lnTo>
                  <a:lnTo>
                    <a:pt x="7520625" y="122920"/>
                  </a:lnTo>
                  <a:lnTo>
                    <a:pt x="7616799" y="145753"/>
                  </a:lnTo>
                  <a:lnTo>
                    <a:pt x="7706224" y="170769"/>
                  </a:lnTo>
                  <a:lnTo>
                    <a:pt x="7788895" y="198169"/>
                  </a:lnTo>
                  <a:lnTo>
                    <a:pt x="7865126" y="228212"/>
                  </a:lnTo>
                  <a:lnTo>
                    <a:pt x="7935444" y="261211"/>
                  </a:lnTo>
                  <a:lnTo>
                    <a:pt x="8000503" y="297521"/>
                  </a:lnTo>
                  <a:lnTo>
                    <a:pt x="8061021" y="337519"/>
                  </a:lnTo>
                  <a:lnTo>
                    <a:pt x="8117735" y="381578"/>
                  </a:lnTo>
                  <a:lnTo>
                    <a:pt x="8171359" y="430013"/>
                  </a:lnTo>
                  <a:lnTo>
                    <a:pt x="8222549" y="483005"/>
                  </a:lnTo>
                  <a:lnTo>
                    <a:pt x="8229629" y="490872"/>
                  </a:lnTo>
                  <a:lnTo>
                    <a:pt x="8273237" y="542240"/>
                  </a:lnTo>
                  <a:lnTo>
                    <a:pt x="8315772" y="597260"/>
                  </a:lnTo>
                  <a:lnTo>
                    <a:pt x="8357517" y="656005"/>
                  </a:lnTo>
                  <a:lnTo>
                    <a:pt x="8398702" y="718495"/>
                  </a:lnTo>
                  <a:lnTo>
                    <a:pt x="8439512" y="784688"/>
                  </a:lnTo>
                  <a:lnTo>
                    <a:pt x="8480092" y="854473"/>
                  </a:lnTo>
                  <a:lnTo>
                    <a:pt x="8520553" y="927672"/>
                  </a:lnTo>
                  <a:lnTo>
                    <a:pt x="8560977" y="1004032"/>
                  </a:lnTo>
                  <a:lnTo>
                    <a:pt x="8601418" y="1083227"/>
                  </a:lnTo>
                  <a:lnTo>
                    <a:pt x="8641906" y="1164864"/>
                  </a:lnTo>
                  <a:lnTo>
                    <a:pt x="8682454" y="1248489"/>
                  </a:lnTo>
                  <a:lnTo>
                    <a:pt x="8723057" y="1333592"/>
                  </a:lnTo>
                  <a:lnTo>
                    <a:pt x="8763699" y="1419628"/>
                  </a:lnTo>
                  <a:lnTo>
                    <a:pt x="8804356" y="1506022"/>
                  </a:lnTo>
                  <a:lnTo>
                    <a:pt x="8845004" y="1592189"/>
                  </a:lnTo>
                  <a:lnTo>
                    <a:pt x="8885617" y="1677554"/>
                  </a:lnTo>
                  <a:lnTo>
                    <a:pt x="8926178" y="1761560"/>
                  </a:lnTo>
                  <a:lnTo>
                    <a:pt x="8966680" y="1843690"/>
                  </a:lnTo>
                  <a:lnTo>
                    <a:pt x="9007129" y="1923476"/>
                  </a:lnTo>
                  <a:lnTo>
                    <a:pt x="9047553" y="2000509"/>
                  </a:lnTo>
                  <a:lnTo>
                    <a:pt x="9088000" y="2074450"/>
                  </a:lnTo>
                  <a:lnTo>
                    <a:pt x="9128545" y="2145028"/>
                  </a:lnTo>
                  <a:lnTo>
                    <a:pt x="9169291" y="2212048"/>
                  </a:lnTo>
                  <a:lnTo>
                    <a:pt x="9210376" y="2275384"/>
                  </a:lnTo>
                  <a:lnTo>
                    <a:pt x="9251975" y="2334979"/>
                  </a:lnTo>
                  <a:lnTo>
                    <a:pt x="9294308" y="2390839"/>
                  </a:lnTo>
                  <a:lnTo>
                    <a:pt x="9337645" y="2443026"/>
                  </a:lnTo>
                  <a:lnTo>
                    <a:pt x="9347647" y="2454363"/>
                  </a:lnTo>
                  <a:lnTo>
                    <a:pt x="9398540" y="2508003"/>
                  </a:lnTo>
                  <a:lnTo>
                    <a:pt x="9451782" y="2557076"/>
                  </a:lnTo>
                  <a:lnTo>
                    <a:pt x="9508016" y="2601737"/>
                  </a:lnTo>
                  <a:lnTo>
                    <a:pt x="9567952" y="2642288"/>
                  </a:lnTo>
                  <a:lnTo>
                    <a:pt x="9632323" y="2679096"/>
                  </a:lnTo>
                  <a:lnTo>
                    <a:pt x="9701855" y="2712541"/>
                  </a:lnTo>
                  <a:lnTo>
                    <a:pt x="9777214" y="2742982"/>
                  </a:lnTo>
                  <a:lnTo>
                    <a:pt x="9858949" y="2770739"/>
                  </a:lnTo>
                  <a:lnTo>
                    <a:pt x="9947410" y="2796079"/>
                  </a:lnTo>
                  <a:lnTo>
                    <a:pt x="10042644" y="2819211"/>
                  </a:lnTo>
                  <a:lnTo>
                    <a:pt x="10144273" y="2840283"/>
                  </a:lnTo>
                  <a:lnTo>
                    <a:pt x="10251355" y="2859382"/>
                  </a:lnTo>
                  <a:lnTo>
                    <a:pt x="10362267" y="2876540"/>
                  </a:lnTo>
                  <a:lnTo>
                    <a:pt x="10474636" y="2891744"/>
                  </a:lnTo>
                  <a:lnTo>
                    <a:pt x="10585369" y="2904956"/>
                  </a:lnTo>
                  <a:lnTo>
                    <a:pt x="10690825" y="2916138"/>
                  </a:lnTo>
                  <a:lnTo>
                    <a:pt x="10787161" y="2925279"/>
                  </a:lnTo>
                  <a:lnTo>
                    <a:pt x="10870816" y="2932427"/>
                  </a:lnTo>
                  <a:lnTo>
                    <a:pt x="10939050" y="2937704"/>
                  </a:lnTo>
                  <a:lnTo>
                    <a:pt x="10990429" y="2941317"/>
                  </a:lnTo>
                  <a:lnTo>
                    <a:pt x="11025118" y="2943542"/>
                  </a:lnTo>
                  <a:lnTo>
                    <a:pt x="11044954" y="2944707"/>
                  </a:lnTo>
                  <a:lnTo>
                    <a:pt x="11053308" y="2945157"/>
                  </a:lnTo>
                  <a:lnTo>
                    <a:pt x="11054888" y="2945236"/>
                  </a:lnTo>
                  <a:lnTo>
                    <a:pt x="11054891" y="2945236"/>
                  </a:lnTo>
                  <a:lnTo>
                    <a:pt x="12049831" y="2945236"/>
                  </a:lnTo>
                  <a:lnTo>
                    <a:pt x="12049831" y="29452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7" name="pl856"/>
            <p:cNvSpPr/>
            <p:nvPr/>
          </p:nvSpPr>
          <p:spPr>
            <a:xfrm>
              <a:off x="1199187" y="3243787"/>
              <a:ext cx="12049831" cy="2945236"/>
            </a:xfrm>
            <a:custGeom>
              <a:avLst/>
              <a:pathLst>
                <a:path w="12049831" h="2945236">
                  <a:moveTo>
                    <a:pt x="12049831" y="2945236"/>
                  </a:moveTo>
                  <a:lnTo>
                    <a:pt x="11054891" y="2945236"/>
                  </a:lnTo>
                  <a:lnTo>
                    <a:pt x="11053819" y="2945183"/>
                  </a:lnTo>
                  <a:lnTo>
                    <a:pt x="11046738" y="2944806"/>
                  </a:lnTo>
                  <a:lnTo>
                    <a:pt x="11028765" y="2943763"/>
                  </a:lnTo>
                  <a:lnTo>
                    <a:pt x="10996326" y="2941709"/>
                  </a:lnTo>
                  <a:lnTo>
                    <a:pt x="10947359" y="2938311"/>
                  </a:lnTo>
                  <a:lnTo>
                    <a:pt x="10881457" y="2933284"/>
                  </a:lnTo>
                  <a:lnTo>
                    <a:pt x="10799843" y="2926410"/>
                  </a:lnTo>
                  <a:lnTo>
                    <a:pt x="10705098" y="2917555"/>
                  </a:lnTo>
                  <a:lnTo>
                    <a:pt x="10600700" y="2906662"/>
                  </a:lnTo>
                  <a:lnTo>
                    <a:pt x="10490484" y="2893735"/>
                  </a:lnTo>
                  <a:lnTo>
                    <a:pt x="10378143" y="2878811"/>
                  </a:lnTo>
                  <a:lnTo>
                    <a:pt x="10266863" y="2861928"/>
                  </a:lnTo>
                  <a:lnTo>
                    <a:pt x="10159124" y="2843104"/>
                  </a:lnTo>
                  <a:lnTo>
                    <a:pt x="10056652" y="2822315"/>
                  </a:lnTo>
                  <a:lnTo>
                    <a:pt x="9960478" y="2799482"/>
                  </a:lnTo>
                  <a:lnTo>
                    <a:pt x="9871053" y="2774466"/>
                  </a:lnTo>
                  <a:lnTo>
                    <a:pt x="9788382" y="2747066"/>
                  </a:lnTo>
                  <a:lnTo>
                    <a:pt x="9712150" y="2717023"/>
                  </a:lnTo>
                  <a:lnTo>
                    <a:pt x="9641833" y="2684024"/>
                  </a:lnTo>
                  <a:lnTo>
                    <a:pt x="9576774" y="2647715"/>
                  </a:lnTo>
                  <a:lnTo>
                    <a:pt x="9516256" y="2607716"/>
                  </a:lnTo>
                  <a:lnTo>
                    <a:pt x="9459541" y="2563657"/>
                  </a:lnTo>
                  <a:lnTo>
                    <a:pt x="9405918" y="2515223"/>
                  </a:lnTo>
                  <a:lnTo>
                    <a:pt x="9354728" y="2462230"/>
                  </a:lnTo>
                  <a:lnTo>
                    <a:pt x="9347647" y="2454363"/>
                  </a:lnTo>
                  <a:lnTo>
                    <a:pt x="9304039" y="2402995"/>
                  </a:lnTo>
                  <a:lnTo>
                    <a:pt x="9261504" y="2347976"/>
                  </a:lnTo>
                  <a:lnTo>
                    <a:pt x="9219759" y="2289230"/>
                  </a:lnTo>
                  <a:lnTo>
                    <a:pt x="9178574" y="2226740"/>
                  </a:lnTo>
                  <a:lnTo>
                    <a:pt x="9137765" y="2160548"/>
                  </a:lnTo>
                  <a:lnTo>
                    <a:pt x="9097185" y="2090762"/>
                  </a:lnTo>
                  <a:lnTo>
                    <a:pt x="9056724" y="2017563"/>
                  </a:lnTo>
                  <a:lnTo>
                    <a:pt x="9016300" y="1941204"/>
                  </a:lnTo>
                  <a:lnTo>
                    <a:pt x="8975859" y="1862009"/>
                  </a:lnTo>
                  <a:lnTo>
                    <a:pt x="8935370" y="1780371"/>
                  </a:lnTo>
                  <a:lnTo>
                    <a:pt x="8894823" y="1696747"/>
                  </a:lnTo>
                  <a:lnTo>
                    <a:pt x="8854220" y="1611643"/>
                  </a:lnTo>
                  <a:lnTo>
                    <a:pt x="8813578" y="1525607"/>
                  </a:lnTo>
                  <a:lnTo>
                    <a:pt x="8772920" y="1439214"/>
                  </a:lnTo>
                  <a:lnTo>
                    <a:pt x="8732273" y="1353046"/>
                  </a:lnTo>
                  <a:lnTo>
                    <a:pt x="8691659" y="1267682"/>
                  </a:lnTo>
                  <a:lnTo>
                    <a:pt x="8651098" y="1183675"/>
                  </a:lnTo>
                  <a:lnTo>
                    <a:pt x="8610597" y="1101545"/>
                  </a:lnTo>
                  <a:lnTo>
                    <a:pt x="8570147" y="1021760"/>
                  </a:lnTo>
                  <a:lnTo>
                    <a:pt x="8529723" y="944726"/>
                  </a:lnTo>
                  <a:lnTo>
                    <a:pt x="8489276" y="870785"/>
                  </a:lnTo>
                  <a:lnTo>
                    <a:pt x="8448732" y="800207"/>
                  </a:lnTo>
                  <a:lnTo>
                    <a:pt x="8407986" y="733187"/>
                  </a:lnTo>
                  <a:lnTo>
                    <a:pt x="8366901" y="669851"/>
                  </a:lnTo>
                  <a:lnTo>
                    <a:pt x="8325301" y="610256"/>
                  </a:lnTo>
                  <a:lnTo>
                    <a:pt x="8282968" y="554396"/>
                  </a:lnTo>
                  <a:lnTo>
                    <a:pt x="8239632" y="502209"/>
                  </a:lnTo>
                  <a:lnTo>
                    <a:pt x="8229629" y="490872"/>
                  </a:lnTo>
                  <a:lnTo>
                    <a:pt x="8178736" y="437232"/>
                  </a:lnTo>
                  <a:lnTo>
                    <a:pt x="8125495" y="388160"/>
                  </a:lnTo>
                  <a:lnTo>
                    <a:pt x="8069260" y="343499"/>
                  </a:lnTo>
                  <a:lnTo>
                    <a:pt x="8009325" y="302948"/>
                  </a:lnTo>
                  <a:lnTo>
                    <a:pt x="7944953" y="266139"/>
                  </a:lnTo>
                  <a:lnTo>
                    <a:pt x="7875421" y="232694"/>
                  </a:lnTo>
                  <a:lnTo>
                    <a:pt x="7800063" y="202253"/>
                  </a:lnTo>
                  <a:lnTo>
                    <a:pt x="7718328" y="174496"/>
                  </a:lnTo>
                  <a:lnTo>
                    <a:pt x="7629867" y="149156"/>
                  </a:lnTo>
                  <a:lnTo>
                    <a:pt x="7534632" y="126024"/>
                  </a:lnTo>
                  <a:lnTo>
                    <a:pt x="7433004" y="104952"/>
                  </a:lnTo>
                  <a:lnTo>
                    <a:pt x="7325922" y="85853"/>
                  </a:lnTo>
                  <a:lnTo>
                    <a:pt x="7215010" y="68696"/>
                  </a:lnTo>
                  <a:lnTo>
                    <a:pt x="7102640" y="53492"/>
                  </a:lnTo>
                  <a:lnTo>
                    <a:pt x="6991908" y="40279"/>
                  </a:lnTo>
                  <a:lnTo>
                    <a:pt x="6886452" y="29097"/>
                  </a:lnTo>
                  <a:lnTo>
                    <a:pt x="6790115" y="19956"/>
                  </a:lnTo>
                  <a:lnTo>
                    <a:pt x="6706461" y="12808"/>
                  </a:lnTo>
                  <a:lnTo>
                    <a:pt x="6638226" y="7531"/>
                  </a:lnTo>
                  <a:lnTo>
                    <a:pt x="6586848" y="3919"/>
                  </a:lnTo>
                  <a:lnTo>
                    <a:pt x="6552158" y="1693"/>
                  </a:lnTo>
                  <a:lnTo>
                    <a:pt x="6532323" y="529"/>
                  </a:lnTo>
                  <a:lnTo>
                    <a:pt x="6523968" y="78"/>
                  </a:lnTo>
                  <a:lnTo>
                    <a:pt x="6522389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6" y="17"/>
                  </a:lnTo>
                  <a:lnTo>
                    <a:pt x="5518862" y="145"/>
                  </a:lnTo>
                  <a:lnTo>
                    <a:pt x="5499970" y="497"/>
                  </a:lnTo>
                  <a:lnTo>
                    <a:pt x="5465938" y="1192"/>
                  </a:lnTo>
                  <a:lnTo>
                    <a:pt x="5414696" y="2339"/>
                  </a:lnTo>
                  <a:lnTo>
                    <a:pt x="5345961" y="4035"/>
                  </a:lnTo>
                  <a:lnTo>
                    <a:pt x="5261178" y="6349"/>
                  </a:lnTo>
                  <a:lnTo>
                    <a:pt x="5163203" y="9325"/>
                  </a:lnTo>
                  <a:lnTo>
                    <a:pt x="5055787" y="12977"/>
                  </a:lnTo>
                  <a:lnTo>
                    <a:pt x="4942980" y="17304"/>
                  </a:lnTo>
                  <a:lnTo>
                    <a:pt x="4828608" y="22290"/>
                  </a:lnTo>
                  <a:lnTo>
                    <a:pt x="4715900" y="27925"/>
                  </a:lnTo>
                  <a:lnTo>
                    <a:pt x="4607308" y="34204"/>
                  </a:lnTo>
                  <a:lnTo>
                    <a:pt x="4504480" y="41139"/>
                  </a:lnTo>
                  <a:lnTo>
                    <a:pt x="4408345" y="48763"/>
                  </a:lnTo>
                  <a:lnTo>
                    <a:pt x="4319242" y="57127"/>
                  </a:lnTo>
                  <a:lnTo>
                    <a:pt x="4237072" y="66305"/>
                  </a:lnTo>
                  <a:lnTo>
                    <a:pt x="4161426" y="76390"/>
                  </a:lnTo>
                  <a:lnTo>
                    <a:pt x="4091699" y="87493"/>
                  </a:lnTo>
                  <a:lnTo>
                    <a:pt x="4027173" y="99736"/>
                  </a:lnTo>
                  <a:lnTo>
                    <a:pt x="3967078" y="113249"/>
                  </a:lnTo>
                  <a:lnTo>
                    <a:pt x="3910642" y="128152"/>
                  </a:lnTo>
                  <a:lnTo>
                    <a:pt x="3857131" y="144538"/>
                  </a:lnTo>
                  <a:lnTo>
                    <a:pt x="3820202" y="157219"/>
                  </a:lnTo>
                  <a:lnTo>
                    <a:pt x="3762574" y="179306"/>
                  </a:lnTo>
                  <a:lnTo>
                    <a:pt x="3706668" y="203469"/>
                  </a:lnTo>
                  <a:lnTo>
                    <a:pt x="3651884" y="229743"/>
                  </a:lnTo>
                  <a:lnTo>
                    <a:pt x="3597771" y="258104"/>
                  </a:lnTo>
                  <a:lnTo>
                    <a:pt x="3544000" y="288462"/>
                  </a:lnTo>
                  <a:lnTo>
                    <a:pt x="3490344" y="320657"/>
                  </a:lnTo>
                  <a:lnTo>
                    <a:pt x="3436664" y="354458"/>
                  </a:lnTo>
                  <a:lnTo>
                    <a:pt x="3382892" y="389562"/>
                  </a:lnTo>
                  <a:lnTo>
                    <a:pt x="3329020" y="425613"/>
                  </a:lnTo>
                  <a:lnTo>
                    <a:pt x="3275078" y="462205"/>
                  </a:lnTo>
                  <a:lnTo>
                    <a:pt x="3221120" y="498910"/>
                  </a:lnTo>
                  <a:lnTo>
                    <a:pt x="3167206" y="535292"/>
                  </a:lnTo>
                  <a:lnTo>
                    <a:pt x="3113381" y="570931"/>
                  </a:lnTo>
                  <a:lnTo>
                    <a:pt x="3059658" y="605444"/>
                  </a:lnTo>
                  <a:lnTo>
                    <a:pt x="3006002" y="638499"/>
                  </a:lnTo>
                  <a:lnTo>
                    <a:pt x="2952313" y="669827"/>
                  </a:lnTo>
                  <a:lnTo>
                    <a:pt x="2898410" y="699232"/>
                  </a:lnTo>
                  <a:lnTo>
                    <a:pt x="2844019" y="726586"/>
                  </a:lnTo>
                  <a:lnTo>
                    <a:pt x="2788756" y="751834"/>
                  </a:lnTo>
                  <a:lnTo>
                    <a:pt x="2732099" y="774982"/>
                  </a:lnTo>
                  <a:lnTo>
                    <a:pt x="2702183" y="786095"/>
                  </a:lnTo>
                  <a:lnTo>
                    <a:pt x="2650360" y="803569"/>
                  </a:lnTo>
                  <a:lnTo>
                    <a:pt x="2596091" y="819528"/>
                  </a:lnTo>
                  <a:lnTo>
                    <a:pt x="2538696" y="834026"/>
                  </a:lnTo>
                  <a:lnTo>
                    <a:pt x="2477425" y="847167"/>
                  </a:lnTo>
                  <a:lnTo>
                    <a:pt x="2411503" y="859074"/>
                  </a:lnTo>
                  <a:lnTo>
                    <a:pt x="2340170" y="869877"/>
                  </a:lnTo>
                  <a:lnTo>
                    <a:pt x="2262732" y="879694"/>
                  </a:lnTo>
                  <a:lnTo>
                    <a:pt x="2178629" y="888633"/>
                  </a:lnTo>
                  <a:lnTo>
                    <a:pt x="2087528" y="896781"/>
                  </a:lnTo>
                  <a:lnTo>
                    <a:pt x="1989441" y="904206"/>
                  </a:lnTo>
                  <a:lnTo>
                    <a:pt x="1884858" y="910953"/>
                  </a:lnTo>
                  <a:lnTo>
                    <a:pt x="1774900" y="917049"/>
                  </a:lnTo>
                  <a:lnTo>
                    <a:pt x="1661436" y="922501"/>
                  </a:lnTo>
                  <a:lnTo>
                    <a:pt x="1547149" y="927302"/>
                  </a:lnTo>
                  <a:lnTo>
                    <a:pt x="1435462" y="931439"/>
                  </a:lnTo>
                  <a:lnTo>
                    <a:pt x="1330310" y="934899"/>
                  </a:lnTo>
                  <a:lnTo>
                    <a:pt x="1235717" y="937685"/>
                  </a:lnTo>
                  <a:lnTo>
                    <a:pt x="1155241" y="939819"/>
                  </a:lnTo>
                  <a:lnTo>
                    <a:pt x="1091384" y="941351"/>
                  </a:lnTo>
                  <a:lnTo>
                    <a:pt x="1045122" y="942360"/>
                  </a:lnTo>
                  <a:lnTo>
                    <a:pt x="1015662" y="942945"/>
                  </a:lnTo>
                  <a:lnTo>
                    <a:pt x="1000449" y="943222"/>
                  </a:lnTo>
                  <a:lnTo>
                    <a:pt x="995362" y="943307"/>
                  </a:lnTo>
                  <a:lnTo>
                    <a:pt x="994940" y="943314"/>
                  </a:lnTo>
                  <a:lnTo>
                    <a:pt x="0" y="943314"/>
                  </a:lnTo>
                  <a:lnTo>
                    <a:pt x="0" y="9433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8" name="pg857"/>
            <p:cNvSpPr/>
            <p:nvPr/>
          </p:nvSpPr>
          <p:spPr>
            <a:xfrm>
              <a:off x="1199187" y="3259509"/>
              <a:ext cx="12049831" cy="3202027"/>
            </a:xfrm>
            <a:custGeom>
              <a:avLst/>
              <a:pathLst>
                <a:path w="12049831" h="3202027">
                  <a:moveTo>
                    <a:pt x="0" y="943314"/>
                  </a:moveTo>
                  <a:lnTo>
                    <a:pt x="994940" y="943314"/>
                  </a:lnTo>
                  <a:lnTo>
                    <a:pt x="996069" y="943296"/>
                  </a:lnTo>
                  <a:lnTo>
                    <a:pt x="1003524" y="943169"/>
                  </a:lnTo>
                  <a:lnTo>
                    <a:pt x="1022417" y="942819"/>
                  </a:lnTo>
                  <a:lnTo>
                    <a:pt x="1056451" y="942128"/>
                  </a:lnTo>
                  <a:lnTo>
                    <a:pt x="1107696" y="940987"/>
                  </a:lnTo>
                  <a:lnTo>
                    <a:pt x="1176435" y="939300"/>
                  </a:lnTo>
                  <a:lnTo>
                    <a:pt x="1261222" y="936999"/>
                  </a:lnTo>
                  <a:lnTo>
                    <a:pt x="1359201" y="934040"/>
                  </a:lnTo>
                  <a:lnTo>
                    <a:pt x="1466622" y="930407"/>
                  </a:lnTo>
                  <a:lnTo>
                    <a:pt x="1579432" y="926105"/>
                  </a:lnTo>
                  <a:lnTo>
                    <a:pt x="1693807" y="921145"/>
                  </a:lnTo>
                  <a:lnTo>
                    <a:pt x="1806516" y="915542"/>
                  </a:lnTo>
                  <a:lnTo>
                    <a:pt x="1915109" y="909297"/>
                  </a:lnTo>
                  <a:lnTo>
                    <a:pt x="2017937" y="902400"/>
                  </a:lnTo>
                  <a:lnTo>
                    <a:pt x="2114072" y="894818"/>
                  </a:lnTo>
                  <a:lnTo>
                    <a:pt x="2203175" y="886500"/>
                  </a:lnTo>
                  <a:lnTo>
                    <a:pt x="2285344" y="877373"/>
                  </a:lnTo>
                  <a:lnTo>
                    <a:pt x="2360989" y="867343"/>
                  </a:lnTo>
                  <a:lnTo>
                    <a:pt x="2430715" y="856301"/>
                  </a:lnTo>
                  <a:lnTo>
                    <a:pt x="2495241" y="844125"/>
                  </a:lnTo>
                  <a:lnTo>
                    <a:pt x="2555335" y="830686"/>
                  </a:lnTo>
                  <a:lnTo>
                    <a:pt x="2611771" y="815865"/>
                  </a:lnTo>
                  <a:lnTo>
                    <a:pt x="2665282" y="799569"/>
                  </a:lnTo>
                  <a:lnTo>
                    <a:pt x="2702183" y="786968"/>
                  </a:lnTo>
                  <a:lnTo>
                    <a:pt x="2759849" y="764988"/>
                  </a:lnTo>
                  <a:lnTo>
                    <a:pt x="2815791" y="740941"/>
                  </a:lnTo>
                  <a:lnTo>
                    <a:pt x="2870610" y="714792"/>
                  </a:lnTo>
                  <a:lnTo>
                    <a:pt x="2924758" y="686565"/>
                  </a:lnTo>
                  <a:lnTo>
                    <a:pt x="2978564" y="656350"/>
                  </a:lnTo>
                  <a:lnTo>
                    <a:pt x="3032256" y="624306"/>
                  </a:lnTo>
                  <a:lnTo>
                    <a:pt x="3085972" y="590665"/>
                  </a:lnTo>
                  <a:lnTo>
                    <a:pt x="3139780" y="555726"/>
                  </a:lnTo>
                  <a:lnTo>
                    <a:pt x="3193689" y="519848"/>
                  </a:lnTo>
                  <a:lnTo>
                    <a:pt x="3247667" y="483432"/>
                  </a:lnTo>
                  <a:lnTo>
                    <a:pt x="3301661" y="446908"/>
                  </a:lnTo>
                  <a:lnTo>
                    <a:pt x="3355611" y="410708"/>
                  </a:lnTo>
                  <a:lnTo>
                    <a:pt x="3409471" y="375251"/>
                  </a:lnTo>
                  <a:lnTo>
                    <a:pt x="3463228" y="340918"/>
                  </a:lnTo>
                  <a:lnTo>
                    <a:pt x="3516920" y="308041"/>
                  </a:lnTo>
                  <a:lnTo>
                    <a:pt x="3570646" y="276885"/>
                  </a:lnTo>
                  <a:lnTo>
                    <a:pt x="3624589" y="247646"/>
                  </a:lnTo>
                  <a:lnTo>
                    <a:pt x="3679023" y="220450"/>
                  </a:lnTo>
                  <a:lnTo>
                    <a:pt x="3734337" y="195351"/>
                  </a:lnTo>
                  <a:lnTo>
                    <a:pt x="3791054" y="172343"/>
                  </a:lnTo>
                  <a:lnTo>
                    <a:pt x="3820202" y="161586"/>
                  </a:lnTo>
                  <a:lnTo>
                    <a:pt x="3872027" y="144208"/>
                  </a:lnTo>
                  <a:lnTo>
                    <a:pt x="3926297" y="128337"/>
                  </a:lnTo>
                  <a:lnTo>
                    <a:pt x="3983693" y="113920"/>
                  </a:lnTo>
                  <a:lnTo>
                    <a:pt x="4044966" y="100852"/>
                  </a:lnTo>
                  <a:lnTo>
                    <a:pt x="4110890" y="89010"/>
                  </a:lnTo>
                  <a:lnTo>
                    <a:pt x="4182225" y="78268"/>
                  </a:lnTo>
                  <a:lnTo>
                    <a:pt x="4259666" y="68504"/>
                  </a:lnTo>
                  <a:lnTo>
                    <a:pt x="4343773" y="59615"/>
                  </a:lnTo>
                  <a:lnTo>
                    <a:pt x="4434876" y="51512"/>
                  </a:lnTo>
                  <a:lnTo>
                    <a:pt x="4532968" y="44129"/>
                  </a:lnTo>
                  <a:lnTo>
                    <a:pt x="4637554" y="37419"/>
                  </a:lnTo>
                  <a:lnTo>
                    <a:pt x="4747517" y="31357"/>
                  </a:lnTo>
                  <a:lnTo>
                    <a:pt x="4860984" y="25936"/>
                  </a:lnTo>
                  <a:lnTo>
                    <a:pt x="4975273" y="21161"/>
                  </a:lnTo>
                  <a:lnTo>
                    <a:pt x="5086961" y="17048"/>
                  </a:lnTo>
                  <a:lnTo>
                    <a:pt x="5192113" y="13607"/>
                  </a:lnTo>
                  <a:lnTo>
                    <a:pt x="5286703" y="10837"/>
                  </a:lnTo>
                  <a:lnTo>
                    <a:pt x="5367175" y="8715"/>
                  </a:lnTo>
                  <a:lnTo>
                    <a:pt x="5431026" y="7191"/>
                  </a:lnTo>
                  <a:lnTo>
                    <a:pt x="5477280" y="6189"/>
                  </a:lnTo>
                  <a:lnTo>
                    <a:pt x="5506734" y="5606"/>
                  </a:lnTo>
                  <a:lnTo>
                    <a:pt x="5521941" y="5331"/>
                  </a:lnTo>
                  <a:lnTo>
                    <a:pt x="5527024" y="524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7" y="5297"/>
                  </a:lnTo>
                  <a:lnTo>
                    <a:pt x="6530459" y="5702"/>
                  </a:lnTo>
                  <a:lnTo>
                    <a:pt x="6548262" y="6822"/>
                  </a:lnTo>
                  <a:lnTo>
                    <a:pt x="6580406" y="9029"/>
                  </a:lnTo>
                  <a:lnTo>
                    <a:pt x="6628951" y="12680"/>
                  </a:lnTo>
                  <a:lnTo>
                    <a:pt x="6694324" y="18084"/>
                  </a:lnTo>
                  <a:lnTo>
                    <a:pt x="6775343" y="25474"/>
                  </a:lnTo>
                  <a:lnTo>
                    <a:pt x="6869479" y="34997"/>
                  </a:lnTo>
                  <a:lnTo>
                    <a:pt x="6973303" y="46717"/>
                  </a:lnTo>
                  <a:lnTo>
                    <a:pt x="7083022" y="60631"/>
                  </a:lnTo>
                  <a:lnTo>
                    <a:pt x="7194968" y="76700"/>
                  </a:lnTo>
                  <a:lnTo>
                    <a:pt x="7305966" y="94881"/>
                  </a:lnTo>
                  <a:lnTo>
                    <a:pt x="7413531" y="115155"/>
                  </a:lnTo>
                  <a:lnTo>
                    <a:pt x="7515924" y="137545"/>
                  </a:lnTo>
                  <a:lnTo>
                    <a:pt x="7612095" y="162134"/>
                  </a:lnTo>
                  <a:lnTo>
                    <a:pt x="7701574" y="189067"/>
                  </a:lnTo>
                  <a:lnTo>
                    <a:pt x="7784335" y="218556"/>
                  </a:lnTo>
                  <a:lnTo>
                    <a:pt x="7860675" y="250878"/>
                  </a:lnTo>
                  <a:lnTo>
                    <a:pt x="7931105" y="286364"/>
                  </a:lnTo>
                  <a:lnTo>
                    <a:pt x="7996267" y="325394"/>
                  </a:lnTo>
                  <a:lnTo>
                    <a:pt x="8056870" y="368373"/>
                  </a:lnTo>
                  <a:lnTo>
                    <a:pt x="8113643" y="415703"/>
                  </a:lnTo>
                  <a:lnTo>
                    <a:pt x="8167296" y="467728"/>
                  </a:lnTo>
                  <a:lnTo>
                    <a:pt x="8218483" y="524660"/>
                  </a:lnTo>
                  <a:lnTo>
                    <a:pt x="8229629" y="538038"/>
                  </a:lnTo>
                  <a:lnTo>
                    <a:pt x="8271901" y="592003"/>
                  </a:lnTo>
                  <a:lnTo>
                    <a:pt x="8313156" y="649685"/>
                  </a:lnTo>
                  <a:lnTo>
                    <a:pt x="8353655" y="711162"/>
                  </a:lnTo>
                  <a:lnTo>
                    <a:pt x="8393610" y="776456"/>
                  </a:lnTo>
                  <a:lnTo>
                    <a:pt x="8433193" y="845532"/>
                  </a:lnTo>
                  <a:lnTo>
                    <a:pt x="8472542" y="918292"/>
                  </a:lnTo>
                  <a:lnTo>
                    <a:pt x="8511762" y="994570"/>
                  </a:lnTo>
                  <a:lnTo>
                    <a:pt x="8550934" y="1074132"/>
                  </a:lnTo>
                  <a:lnTo>
                    <a:pt x="8590110" y="1156672"/>
                  </a:lnTo>
                  <a:lnTo>
                    <a:pt x="8629326" y="1241821"/>
                  </a:lnTo>
                  <a:lnTo>
                    <a:pt x="8668595" y="1329144"/>
                  </a:lnTo>
                  <a:lnTo>
                    <a:pt x="8707919" y="1418158"/>
                  </a:lnTo>
                  <a:lnTo>
                    <a:pt x="8747287" y="1508334"/>
                  </a:lnTo>
                  <a:lnTo>
                    <a:pt x="8786678" y="1599112"/>
                  </a:lnTo>
                  <a:lnTo>
                    <a:pt x="8826071" y="1689919"/>
                  </a:lnTo>
                  <a:lnTo>
                    <a:pt x="8865442" y="1780180"/>
                  </a:lnTo>
                  <a:lnTo>
                    <a:pt x="8904771" y="1869333"/>
                  </a:lnTo>
                  <a:lnTo>
                    <a:pt x="8944046" y="1956848"/>
                  </a:lnTo>
                  <a:lnTo>
                    <a:pt x="8983266" y="2042233"/>
                  </a:lnTo>
                  <a:lnTo>
                    <a:pt x="9022446" y="2125051"/>
                  </a:lnTo>
                  <a:lnTo>
                    <a:pt x="9061616" y="2204923"/>
                  </a:lnTo>
                  <a:lnTo>
                    <a:pt x="9100828" y="2281540"/>
                  </a:lnTo>
                  <a:lnTo>
                    <a:pt x="9140160" y="2354659"/>
                  </a:lnTo>
                  <a:lnTo>
                    <a:pt x="9179714" y="2424107"/>
                  </a:lnTo>
                  <a:lnTo>
                    <a:pt x="9219625" y="2489780"/>
                  </a:lnTo>
                  <a:lnTo>
                    <a:pt x="9260061" y="2551636"/>
                  </a:lnTo>
                  <a:lnTo>
                    <a:pt x="9301230" y="2609693"/>
                  </a:lnTo>
                  <a:lnTo>
                    <a:pt x="9343387" y="2664023"/>
                  </a:lnTo>
                  <a:lnTo>
                    <a:pt x="9347647" y="2669229"/>
                  </a:lnTo>
                  <a:lnTo>
                    <a:pt x="9398365" y="2727262"/>
                  </a:lnTo>
                  <a:lnTo>
                    <a:pt x="9451414" y="2780371"/>
                  </a:lnTo>
                  <a:lnTo>
                    <a:pt x="9507430" y="2828722"/>
                  </a:lnTo>
                  <a:lnTo>
                    <a:pt x="9567116" y="2872639"/>
                  </a:lnTo>
                  <a:lnTo>
                    <a:pt x="9631197" y="2912514"/>
                  </a:lnTo>
                  <a:lnTo>
                    <a:pt x="9700393" y="2948757"/>
                  </a:lnTo>
                  <a:lnTo>
                    <a:pt x="9775364" y="2981754"/>
                  </a:lnTo>
                  <a:lnTo>
                    <a:pt x="9856657" y="3011849"/>
                  </a:lnTo>
                  <a:lnTo>
                    <a:pt x="9944625" y="3039332"/>
                  </a:lnTo>
                  <a:lnTo>
                    <a:pt x="10039326" y="3064429"/>
                  </a:lnTo>
                  <a:lnTo>
                    <a:pt x="10140399" y="3087301"/>
                  </a:lnTo>
                  <a:lnTo>
                    <a:pt x="10246935" y="3108043"/>
                  </a:lnTo>
                  <a:lnTo>
                    <a:pt x="10357355" y="3126692"/>
                  </a:lnTo>
                  <a:lnTo>
                    <a:pt x="10469343" y="3143236"/>
                  </a:lnTo>
                  <a:lnTo>
                    <a:pt x="10579863" y="3157634"/>
                  </a:lnTo>
                  <a:lnTo>
                    <a:pt x="10685335" y="3169846"/>
                  </a:lnTo>
                  <a:lnTo>
                    <a:pt x="10781951" y="3179857"/>
                  </a:lnTo>
                  <a:lnTo>
                    <a:pt x="10866157" y="3187713"/>
                  </a:lnTo>
                  <a:lnTo>
                    <a:pt x="10935177" y="3193542"/>
                  </a:lnTo>
                  <a:lnTo>
                    <a:pt x="10987500" y="3197560"/>
                  </a:lnTo>
                  <a:lnTo>
                    <a:pt x="11023181" y="3200060"/>
                  </a:lnTo>
                  <a:lnTo>
                    <a:pt x="11043926" y="3201390"/>
                  </a:lnTo>
                  <a:lnTo>
                    <a:pt x="11052971" y="3201922"/>
                  </a:lnTo>
                  <a:lnTo>
                    <a:pt x="11054891" y="3202027"/>
                  </a:lnTo>
                  <a:lnTo>
                    <a:pt x="12049831" y="3202027"/>
                  </a:lnTo>
                  <a:lnTo>
                    <a:pt x="12049831" y="3196786"/>
                  </a:lnTo>
                  <a:lnTo>
                    <a:pt x="11054891" y="3196786"/>
                  </a:lnTo>
                  <a:lnTo>
                    <a:pt x="11053830" y="3196729"/>
                  </a:lnTo>
                  <a:lnTo>
                    <a:pt x="11046817" y="3196324"/>
                  </a:lnTo>
                  <a:lnTo>
                    <a:pt x="11029014" y="3195204"/>
                  </a:lnTo>
                  <a:lnTo>
                    <a:pt x="10996871" y="3192997"/>
                  </a:lnTo>
                  <a:lnTo>
                    <a:pt x="10948326" y="3189346"/>
                  </a:lnTo>
                  <a:lnTo>
                    <a:pt x="10882952" y="3183943"/>
                  </a:lnTo>
                  <a:lnTo>
                    <a:pt x="10801933" y="3176553"/>
                  </a:lnTo>
                  <a:lnTo>
                    <a:pt x="10707797" y="3167029"/>
                  </a:lnTo>
                  <a:lnTo>
                    <a:pt x="10603973" y="3155310"/>
                  </a:lnTo>
                  <a:lnTo>
                    <a:pt x="10494254" y="3141396"/>
                  </a:lnTo>
                  <a:lnTo>
                    <a:pt x="10382308" y="3125327"/>
                  </a:lnTo>
                  <a:lnTo>
                    <a:pt x="10271311" y="3107145"/>
                  </a:lnTo>
                  <a:lnTo>
                    <a:pt x="10163745" y="3086871"/>
                  </a:lnTo>
                  <a:lnTo>
                    <a:pt x="10061352" y="3064481"/>
                  </a:lnTo>
                  <a:lnTo>
                    <a:pt x="9965181" y="3039893"/>
                  </a:lnTo>
                  <a:lnTo>
                    <a:pt x="9875703" y="3012960"/>
                  </a:lnTo>
                  <a:lnTo>
                    <a:pt x="9792942" y="2983470"/>
                  </a:lnTo>
                  <a:lnTo>
                    <a:pt x="9716602" y="2951149"/>
                  </a:lnTo>
                  <a:lnTo>
                    <a:pt x="9646172" y="2915663"/>
                  </a:lnTo>
                  <a:lnTo>
                    <a:pt x="9581010" y="2876633"/>
                  </a:lnTo>
                  <a:lnTo>
                    <a:pt x="9520407" y="2833653"/>
                  </a:lnTo>
                  <a:lnTo>
                    <a:pt x="9463633" y="2786324"/>
                  </a:lnTo>
                  <a:lnTo>
                    <a:pt x="9409981" y="2734298"/>
                  </a:lnTo>
                  <a:lnTo>
                    <a:pt x="9358793" y="2677366"/>
                  </a:lnTo>
                  <a:lnTo>
                    <a:pt x="9347647" y="2663988"/>
                  </a:lnTo>
                  <a:lnTo>
                    <a:pt x="9305376" y="2610024"/>
                  </a:lnTo>
                  <a:lnTo>
                    <a:pt x="9264121" y="2552341"/>
                  </a:lnTo>
                  <a:lnTo>
                    <a:pt x="9223622" y="2490865"/>
                  </a:lnTo>
                  <a:lnTo>
                    <a:pt x="9183667" y="2425571"/>
                  </a:lnTo>
                  <a:lnTo>
                    <a:pt x="9144084" y="2356495"/>
                  </a:lnTo>
                  <a:lnTo>
                    <a:pt x="9104735" y="2283735"/>
                  </a:lnTo>
                  <a:lnTo>
                    <a:pt x="9065514" y="2207456"/>
                  </a:lnTo>
                  <a:lnTo>
                    <a:pt x="9026343" y="2127895"/>
                  </a:lnTo>
                  <a:lnTo>
                    <a:pt x="8987166" y="2045354"/>
                  </a:lnTo>
                  <a:lnTo>
                    <a:pt x="8947951" y="1960206"/>
                  </a:lnTo>
                  <a:lnTo>
                    <a:pt x="8908681" y="1872882"/>
                  </a:lnTo>
                  <a:lnTo>
                    <a:pt x="8869357" y="1783868"/>
                  </a:lnTo>
                  <a:lnTo>
                    <a:pt x="8829990" y="1693693"/>
                  </a:lnTo>
                  <a:lnTo>
                    <a:pt x="8790598" y="1602914"/>
                  </a:lnTo>
                  <a:lnTo>
                    <a:pt x="8751205" y="1512107"/>
                  </a:lnTo>
                  <a:lnTo>
                    <a:pt x="8711835" y="1421847"/>
                  </a:lnTo>
                  <a:lnTo>
                    <a:pt x="8672506" y="1332693"/>
                  </a:lnTo>
                  <a:lnTo>
                    <a:pt x="8633230" y="1245178"/>
                  </a:lnTo>
                  <a:lnTo>
                    <a:pt x="8594010" y="1159793"/>
                  </a:lnTo>
                  <a:lnTo>
                    <a:pt x="8554831" y="1076976"/>
                  </a:lnTo>
                  <a:lnTo>
                    <a:pt x="8515661" y="997103"/>
                  </a:lnTo>
                  <a:lnTo>
                    <a:pt x="8476448" y="920486"/>
                  </a:lnTo>
                  <a:lnTo>
                    <a:pt x="8437117" y="847368"/>
                  </a:lnTo>
                  <a:lnTo>
                    <a:pt x="8397562" y="777919"/>
                  </a:lnTo>
                  <a:lnTo>
                    <a:pt x="8357651" y="712247"/>
                  </a:lnTo>
                  <a:lnTo>
                    <a:pt x="8317215" y="650391"/>
                  </a:lnTo>
                  <a:lnTo>
                    <a:pt x="8276046" y="592333"/>
                  </a:lnTo>
                  <a:lnTo>
                    <a:pt x="8233889" y="538003"/>
                  </a:lnTo>
                  <a:lnTo>
                    <a:pt x="8229629" y="532797"/>
                  </a:lnTo>
                  <a:lnTo>
                    <a:pt x="8178911" y="474764"/>
                  </a:lnTo>
                  <a:lnTo>
                    <a:pt x="8125863" y="421655"/>
                  </a:lnTo>
                  <a:lnTo>
                    <a:pt x="8069846" y="373304"/>
                  </a:lnTo>
                  <a:lnTo>
                    <a:pt x="8010161" y="329388"/>
                  </a:lnTo>
                  <a:lnTo>
                    <a:pt x="7946079" y="289512"/>
                  </a:lnTo>
                  <a:lnTo>
                    <a:pt x="7876884" y="253269"/>
                  </a:lnTo>
                  <a:lnTo>
                    <a:pt x="7801913" y="220272"/>
                  </a:lnTo>
                  <a:lnTo>
                    <a:pt x="7720620" y="190177"/>
                  </a:lnTo>
                  <a:lnTo>
                    <a:pt x="7632651" y="162694"/>
                  </a:lnTo>
                  <a:lnTo>
                    <a:pt x="7537951" y="137597"/>
                  </a:lnTo>
                  <a:lnTo>
                    <a:pt x="7436878" y="114726"/>
                  </a:lnTo>
                  <a:lnTo>
                    <a:pt x="7330342" y="93984"/>
                  </a:lnTo>
                  <a:lnTo>
                    <a:pt x="7219921" y="75335"/>
                  </a:lnTo>
                  <a:lnTo>
                    <a:pt x="7107934" y="58791"/>
                  </a:lnTo>
                  <a:lnTo>
                    <a:pt x="6997413" y="44392"/>
                  </a:lnTo>
                  <a:lnTo>
                    <a:pt x="6891942" y="32181"/>
                  </a:lnTo>
                  <a:lnTo>
                    <a:pt x="6795325" y="22170"/>
                  </a:lnTo>
                  <a:lnTo>
                    <a:pt x="6711120" y="14313"/>
                  </a:lnTo>
                  <a:lnTo>
                    <a:pt x="6642099" y="8484"/>
                  </a:lnTo>
                  <a:lnTo>
                    <a:pt x="6589776" y="4467"/>
                  </a:lnTo>
                  <a:lnTo>
                    <a:pt x="6554095" y="1967"/>
                  </a:lnTo>
                  <a:lnTo>
                    <a:pt x="6533350" y="637"/>
                  </a:lnTo>
                  <a:lnTo>
                    <a:pt x="6524306" y="10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6" y="17"/>
                  </a:lnTo>
                  <a:lnTo>
                    <a:pt x="5518861" y="144"/>
                  </a:lnTo>
                  <a:lnTo>
                    <a:pt x="5499968" y="495"/>
                  </a:lnTo>
                  <a:lnTo>
                    <a:pt x="5465934" y="1185"/>
                  </a:lnTo>
                  <a:lnTo>
                    <a:pt x="5414689" y="2326"/>
                  </a:lnTo>
                  <a:lnTo>
                    <a:pt x="5345950" y="4013"/>
                  </a:lnTo>
                  <a:lnTo>
                    <a:pt x="5261163" y="6314"/>
                  </a:lnTo>
                  <a:lnTo>
                    <a:pt x="5163184" y="9274"/>
                  </a:lnTo>
                  <a:lnTo>
                    <a:pt x="5055763" y="12906"/>
                  </a:lnTo>
                  <a:lnTo>
                    <a:pt x="4942953" y="17209"/>
                  </a:lnTo>
                  <a:lnTo>
                    <a:pt x="4828578" y="22168"/>
                  </a:lnTo>
                  <a:lnTo>
                    <a:pt x="4715869" y="27771"/>
                  </a:lnTo>
                  <a:lnTo>
                    <a:pt x="4607276" y="34016"/>
                  </a:lnTo>
                  <a:lnTo>
                    <a:pt x="4504448" y="40913"/>
                  </a:lnTo>
                  <a:lnTo>
                    <a:pt x="4408313" y="48495"/>
                  </a:lnTo>
                  <a:lnTo>
                    <a:pt x="4319210" y="56813"/>
                  </a:lnTo>
                  <a:lnTo>
                    <a:pt x="4237041" y="65941"/>
                  </a:lnTo>
                  <a:lnTo>
                    <a:pt x="4161396" y="75970"/>
                  </a:lnTo>
                  <a:lnTo>
                    <a:pt x="4091670" y="87012"/>
                  </a:lnTo>
                  <a:lnTo>
                    <a:pt x="4027144" y="99188"/>
                  </a:lnTo>
                  <a:lnTo>
                    <a:pt x="3967050" y="112627"/>
                  </a:lnTo>
                  <a:lnTo>
                    <a:pt x="3910614" y="127448"/>
                  </a:lnTo>
                  <a:lnTo>
                    <a:pt x="3857103" y="143744"/>
                  </a:lnTo>
                  <a:lnTo>
                    <a:pt x="3820202" y="156345"/>
                  </a:lnTo>
                  <a:lnTo>
                    <a:pt x="3762536" y="178326"/>
                  </a:lnTo>
                  <a:lnTo>
                    <a:pt x="3706594" y="202372"/>
                  </a:lnTo>
                  <a:lnTo>
                    <a:pt x="3651775" y="228521"/>
                  </a:lnTo>
                  <a:lnTo>
                    <a:pt x="3597627" y="256748"/>
                  </a:lnTo>
                  <a:lnTo>
                    <a:pt x="3543821" y="286963"/>
                  </a:lnTo>
                  <a:lnTo>
                    <a:pt x="3490129" y="319008"/>
                  </a:lnTo>
                  <a:lnTo>
                    <a:pt x="3436413" y="352649"/>
                  </a:lnTo>
                  <a:lnTo>
                    <a:pt x="3382605" y="387587"/>
                  </a:lnTo>
                  <a:lnTo>
                    <a:pt x="3328696" y="423465"/>
                  </a:lnTo>
                  <a:lnTo>
                    <a:pt x="3274718" y="459881"/>
                  </a:lnTo>
                  <a:lnTo>
                    <a:pt x="3220724" y="496405"/>
                  </a:lnTo>
                  <a:lnTo>
                    <a:pt x="3166774" y="532605"/>
                  </a:lnTo>
                  <a:lnTo>
                    <a:pt x="3112914" y="568062"/>
                  </a:lnTo>
                  <a:lnTo>
                    <a:pt x="3059157" y="602395"/>
                  </a:lnTo>
                  <a:lnTo>
                    <a:pt x="3005465" y="635272"/>
                  </a:lnTo>
                  <a:lnTo>
                    <a:pt x="2951739" y="666428"/>
                  </a:lnTo>
                  <a:lnTo>
                    <a:pt x="2897796" y="695667"/>
                  </a:lnTo>
                  <a:lnTo>
                    <a:pt x="2843362" y="722863"/>
                  </a:lnTo>
                  <a:lnTo>
                    <a:pt x="2788048" y="747962"/>
                  </a:lnTo>
                  <a:lnTo>
                    <a:pt x="2731331" y="770970"/>
                  </a:lnTo>
                  <a:lnTo>
                    <a:pt x="2702183" y="781727"/>
                  </a:lnTo>
                  <a:lnTo>
                    <a:pt x="2650358" y="799105"/>
                  </a:lnTo>
                  <a:lnTo>
                    <a:pt x="2596088" y="814976"/>
                  </a:lnTo>
                  <a:lnTo>
                    <a:pt x="2538692" y="829394"/>
                  </a:lnTo>
                  <a:lnTo>
                    <a:pt x="2477419" y="842461"/>
                  </a:lnTo>
                  <a:lnTo>
                    <a:pt x="2411495" y="854303"/>
                  </a:lnTo>
                  <a:lnTo>
                    <a:pt x="2340160" y="865045"/>
                  </a:lnTo>
                  <a:lnTo>
                    <a:pt x="2262719" y="874809"/>
                  </a:lnTo>
                  <a:lnTo>
                    <a:pt x="2178612" y="883698"/>
                  </a:lnTo>
                  <a:lnTo>
                    <a:pt x="2087509" y="891801"/>
                  </a:lnTo>
                  <a:lnTo>
                    <a:pt x="1989417" y="899184"/>
                  </a:lnTo>
                  <a:lnTo>
                    <a:pt x="1884831" y="905894"/>
                  </a:lnTo>
                  <a:lnTo>
                    <a:pt x="1774868" y="911956"/>
                  </a:lnTo>
                  <a:lnTo>
                    <a:pt x="1661401" y="917378"/>
                  </a:lnTo>
                  <a:lnTo>
                    <a:pt x="1547112" y="922152"/>
                  </a:lnTo>
                  <a:lnTo>
                    <a:pt x="1435424" y="926265"/>
                  </a:lnTo>
                  <a:lnTo>
                    <a:pt x="1330272" y="929707"/>
                  </a:lnTo>
                  <a:lnTo>
                    <a:pt x="1235682" y="932477"/>
                  </a:lnTo>
                  <a:lnTo>
                    <a:pt x="1155210" y="934598"/>
                  </a:lnTo>
                  <a:lnTo>
                    <a:pt x="1091359" y="936122"/>
                  </a:lnTo>
                  <a:lnTo>
                    <a:pt x="1045105" y="937125"/>
                  </a:lnTo>
                  <a:lnTo>
                    <a:pt x="1015651" y="937707"/>
                  </a:lnTo>
                  <a:lnTo>
                    <a:pt x="1000444" y="937982"/>
                  </a:lnTo>
                  <a:lnTo>
                    <a:pt x="995361" y="938066"/>
                  </a:lnTo>
                  <a:lnTo>
                    <a:pt x="994940" y="938073"/>
                  </a:lnTo>
                  <a:lnTo>
                    <a:pt x="0" y="938073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59" name="pl858"/>
            <p:cNvSpPr/>
            <p:nvPr/>
          </p:nvSpPr>
          <p:spPr>
            <a:xfrm>
              <a:off x="1199187" y="3264750"/>
              <a:ext cx="12049831" cy="3196786"/>
            </a:xfrm>
            <a:custGeom>
              <a:avLst/>
              <a:pathLst>
                <a:path w="12049831" h="3196786">
                  <a:moveTo>
                    <a:pt x="0" y="938073"/>
                  </a:moveTo>
                  <a:lnTo>
                    <a:pt x="994940" y="938073"/>
                  </a:lnTo>
                  <a:lnTo>
                    <a:pt x="996069" y="938055"/>
                  </a:lnTo>
                  <a:lnTo>
                    <a:pt x="1003524" y="937928"/>
                  </a:lnTo>
                  <a:lnTo>
                    <a:pt x="1022417" y="937578"/>
                  </a:lnTo>
                  <a:lnTo>
                    <a:pt x="1056451" y="936887"/>
                  </a:lnTo>
                  <a:lnTo>
                    <a:pt x="1107696" y="935746"/>
                  </a:lnTo>
                  <a:lnTo>
                    <a:pt x="1176435" y="934060"/>
                  </a:lnTo>
                  <a:lnTo>
                    <a:pt x="1261222" y="931758"/>
                  </a:lnTo>
                  <a:lnTo>
                    <a:pt x="1359201" y="928799"/>
                  </a:lnTo>
                  <a:lnTo>
                    <a:pt x="1466622" y="925166"/>
                  </a:lnTo>
                  <a:lnTo>
                    <a:pt x="1579432" y="920864"/>
                  </a:lnTo>
                  <a:lnTo>
                    <a:pt x="1693807" y="915905"/>
                  </a:lnTo>
                  <a:lnTo>
                    <a:pt x="1806516" y="910301"/>
                  </a:lnTo>
                  <a:lnTo>
                    <a:pt x="1915109" y="904057"/>
                  </a:lnTo>
                  <a:lnTo>
                    <a:pt x="2017937" y="897159"/>
                  </a:lnTo>
                  <a:lnTo>
                    <a:pt x="2114072" y="889578"/>
                  </a:lnTo>
                  <a:lnTo>
                    <a:pt x="2203175" y="881259"/>
                  </a:lnTo>
                  <a:lnTo>
                    <a:pt x="2285344" y="872132"/>
                  </a:lnTo>
                  <a:lnTo>
                    <a:pt x="2360989" y="862102"/>
                  </a:lnTo>
                  <a:lnTo>
                    <a:pt x="2430715" y="851061"/>
                  </a:lnTo>
                  <a:lnTo>
                    <a:pt x="2495241" y="838884"/>
                  </a:lnTo>
                  <a:lnTo>
                    <a:pt x="2555335" y="825446"/>
                  </a:lnTo>
                  <a:lnTo>
                    <a:pt x="2611771" y="810624"/>
                  </a:lnTo>
                  <a:lnTo>
                    <a:pt x="2665282" y="794329"/>
                  </a:lnTo>
                  <a:lnTo>
                    <a:pt x="2702183" y="781727"/>
                  </a:lnTo>
                  <a:lnTo>
                    <a:pt x="2759849" y="759747"/>
                  </a:lnTo>
                  <a:lnTo>
                    <a:pt x="2815791" y="735700"/>
                  </a:lnTo>
                  <a:lnTo>
                    <a:pt x="2870610" y="709552"/>
                  </a:lnTo>
                  <a:lnTo>
                    <a:pt x="2924758" y="681325"/>
                  </a:lnTo>
                  <a:lnTo>
                    <a:pt x="2978564" y="651109"/>
                  </a:lnTo>
                  <a:lnTo>
                    <a:pt x="3032256" y="619065"/>
                  </a:lnTo>
                  <a:lnTo>
                    <a:pt x="3085972" y="585424"/>
                  </a:lnTo>
                  <a:lnTo>
                    <a:pt x="3139780" y="550485"/>
                  </a:lnTo>
                  <a:lnTo>
                    <a:pt x="3193689" y="514607"/>
                  </a:lnTo>
                  <a:lnTo>
                    <a:pt x="3247667" y="478192"/>
                  </a:lnTo>
                  <a:lnTo>
                    <a:pt x="3301661" y="441667"/>
                  </a:lnTo>
                  <a:lnTo>
                    <a:pt x="3355611" y="405467"/>
                  </a:lnTo>
                  <a:lnTo>
                    <a:pt x="3409471" y="370010"/>
                  </a:lnTo>
                  <a:lnTo>
                    <a:pt x="3463228" y="335678"/>
                  </a:lnTo>
                  <a:lnTo>
                    <a:pt x="3516920" y="302800"/>
                  </a:lnTo>
                  <a:lnTo>
                    <a:pt x="3570646" y="271644"/>
                  </a:lnTo>
                  <a:lnTo>
                    <a:pt x="3624589" y="242406"/>
                  </a:lnTo>
                  <a:lnTo>
                    <a:pt x="3679023" y="215209"/>
                  </a:lnTo>
                  <a:lnTo>
                    <a:pt x="3734337" y="190110"/>
                  </a:lnTo>
                  <a:lnTo>
                    <a:pt x="3791054" y="167102"/>
                  </a:lnTo>
                  <a:lnTo>
                    <a:pt x="3820202" y="156345"/>
                  </a:lnTo>
                  <a:lnTo>
                    <a:pt x="3872027" y="138968"/>
                  </a:lnTo>
                  <a:lnTo>
                    <a:pt x="3926297" y="123097"/>
                  </a:lnTo>
                  <a:lnTo>
                    <a:pt x="3983693" y="108679"/>
                  </a:lnTo>
                  <a:lnTo>
                    <a:pt x="4044966" y="95611"/>
                  </a:lnTo>
                  <a:lnTo>
                    <a:pt x="4110890" y="83770"/>
                  </a:lnTo>
                  <a:lnTo>
                    <a:pt x="4182225" y="73027"/>
                  </a:lnTo>
                  <a:lnTo>
                    <a:pt x="4259666" y="63264"/>
                  </a:lnTo>
                  <a:lnTo>
                    <a:pt x="4343773" y="54375"/>
                  </a:lnTo>
                  <a:lnTo>
                    <a:pt x="4434876" y="46272"/>
                  </a:lnTo>
                  <a:lnTo>
                    <a:pt x="4532968" y="38889"/>
                  </a:lnTo>
                  <a:lnTo>
                    <a:pt x="4637554" y="32179"/>
                  </a:lnTo>
                  <a:lnTo>
                    <a:pt x="4747517" y="26117"/>
                  </a:lnTo>
                  <a:lnTo>
                    <a:pt x="4860984" y="20695"/>
                  </a:lnTo>
                  <a:lnTo>
                    <a:pt x="4975273" y="15921"/>
                  </a:lnTo>
                  <a:lnTo>
                    <a:pt x="5086961" y="11807"/>
                  </a:lnTo>
                  <a:lnTo>
                    <a:pt x="5192113" y="8366"/>
                  </a:lnTo>
                  <a:lnTo>
                    <a:pt x="5286703" y="5596"/>
                  </a:lnTo>
                  <a:lnTo>
                    <a:pt x="5367175" y="3474"/>
                  </a:lnTo>
                  <a:lnTo>
                    <a:pt x="5431026" y="1951"/>
                  </a:lnTo>
                  <a:lnTo>
                    <a:pt x="5477280" y="948"/>
                  </a:lnTo>
                  <a:lnTo>
                    <a:pt x="5506734" y="366"/>
                  </a:lnTo>
                  <a:lnTo>
                    <a:pt x="5521941" y="91"/>
                  </a:lnTo>
                  <a:lnTo>
                    <a:pt x="5527024" y="6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7" y="56"/>
                  </a:lnTo>
                  <a:lnTo>
                    <a:pt x="6530459" y="462"/>
                  </a:lnTo>
                  <a:lnTo>
                    <a:pt x="6548262" y="1581"/>
                  </a:lnTo>
                  <a:lnTo>
                    <a:pt x="6580406" y="3789"/>
                  </a:lnTo>
                  <a:lnTo>
                    <a:pt x="6628951" y="7440"/>
                  </a:lnTo>
                  <a:lnTo>
                    <a:pt x="6694324" y="12843"/>
                  </a:lnTo>
                  <a:lnTo>
                    <a:pt x="6775343" y="20233"/>
                  </a:lnTo>
                  <a:lnTo>
                    <a:pt x="6869479" y="29756"/>
                  </a:lnTo>
                  <a:lnTo>
                    <a:pt x="6973303" y="41476"/>
                  </a:lnTo>
                  <a:lnTo>
                    <a:pt x="7083022" y="55390"/>
                  </a:lnTo>
                  <a:lnTo>
                    <a:pt x="7194968" y="71459"/>
                  </a:lnTo>
                  <a:lnTo>
                    <a:pt x="7305966" y="89641"/>
                  </a:lnTo>
                  <a:lnTo>
                    <a:pt x="7413531" y="109914"/>
                  </a:lnTo>
                  <a:lnTo>
                    <a:pt x="7515924" y="132305"/>
                  </a:lnTo>
                  <a:lnTo>
                    <a:pt x="7612095" y="156893"/>
                  </a:lnTo>
                  <a:lnTo>
                    <a:pt x="7701574" y="183826"/>
                  </a:lnTo>
                  <a:lnTo>
                    <a:pt x="7784335" y="213316"/>
                  </a:lnTo>
                  <a:lnTo>
                    <a:pt x="7860675" y="245637"/>
                  </a:lnTo>
                  <a:lnTo>
                    <a:pt x="7931105" y="281123"/>
                  </a:lnTo>
                  <a:lnTo>
                    <a:pt x="7996267" y="320153"/>
                  </a:lnTo>
                  <a:lnTo>
                    <a:pt x="8056870" y="363132"/>
                  </a:lnTo>
                  <a:lnTo>
                    <a:pt x="8113643" y="410462"/>
                  </a:lnTo>
                  <a:lnTo>
                    <a:pt x="8167296" y="462487"/>
                  </a:lnTo>
                  <a:lnTo>
                    <a:pt x="8218483" y="519420"/>
                  </a:lnTo>
                  <a:lnTo>
                    <a:pt x="8229629" y="532797"/>
                  </a:lnTo>
                  <a:lnTo>
                    <a:pt x="8271901" y="586762"/>
                  </a:lnTo>
                  <a:lnTo>
                    <a:pt x="8313156" y="644445"/>
                  </a:lnTo>
                  <a:lnTo>
                    <a:pt x="8353655" y="705921"/>
                  </a:lnTo>
                  <a:lnTo>
                    <a:pt x="8393610" y="771215"/>
                  </a:lnTo>
                  <a:lnTo>
                    <a:pt x="8433193" y="840291"/>
                  </a:lnTo>
                  <a:lnTo>
                    <a:pt x="8472542" y="913051"/>
                  </a:lnTo>
                  <a:lnTo>
                    <a:pt x="8511762" y="989329"/>
                  </a:lnTo>
                  <a:lnTo>
                    <a:pt x="8550934" y="1068891"/>
                  </a:lnTo>
                  <a:lnTo>
                    <a:pt x="8590110" y="1151432"/>
                  </a:lnTo>
                  <a:lnTo>
                    <a:pt x="8629326" y="1236580"/>
                  </a:lnTo>
                  <a:lnTo>
                    <a:pt x="8668595" y="1323904"/>
                  </a:lnTo>
                  <a:lnTo>
                    <a:pt x="8707919" y="1412918"/>
                  </a:lnTo>
                  <a:lnTo>
                    <a:pt x="8747287" y="1503093"/>
                  </a:lnTo>
                  <a:lnTo>
                    <a:pt x="8786678" y="1593871"/>
                  </a:lnTo>
                  <a:lnTo>
                    <a:pt x="8826071" y="1684678"/>
                  </a:lnTo>
                  <a:lnTo>
                    <a:pt x="8865442" y="1774939"/>
                  </a:lnTo>
                  <a:lnTo>
                    <a:pt x="8904771" y="1864093"/>
                  </a:lnTo>
                  <a:lnTo>
                    <a:pt x="8944046" y="1951607"/>
                  </a:lnTo>
                  <a:lnTo>
                    <a:pt x="8983266" y="2036992"/>
                  </a:lnTo>
                  <a:lnTo>
                    <a:pt x="9022446" y="2119810"/>
                  </a:lnTo>
                  <a:lnTo>
                    <a:pt x="9061616" y="2199683"/>
                  </a:lnTo>
                  <a:lnTo>
                    <a:pt x="9100828" y="2276300"/>
                  </a:lnTo>
                  <a:lnTo>
                    <a:pt x="9140160" y="2349418"/>
                  </a:lnTo>
                  <a:lnTo>
                    <a:pt x="9179714" y="2418866"/>
                  </a:lnTo>
                  <a:lnTo>
                    <a:pt x="9219625" y="2484539"/>
                  </a:lnTo>
                  <a:lnTo>
                    <a:pt x="9260061" y="2546395"/>
                  </a:lnTo>
                  <a:lnTo>
                    <a:pt x="9301230" y="2604453"/>
                  </a:lnTo>
                  <a:lnTo>
                    <a:pt x="9343387" y="2658783"/>
                  </a:lnTo>
                  <a:lnTo>
                    <a:pt x="9347647" y="2663988"/>
                  </a:lnTo>
                  <a:lnTo>
                    <a:pt x="9398365" y="2722022"/>
                  </a:lnTo>
                  <a:lnTo>
                    <a:pt x="9451414" y="2775131"/>
                  </a:lnTo>
                  <a:lnTo>
                    <a:pt x="9507430" y="2823482"/>
                  </a:lnTo>
                  <a:lnTo>
                    <a:pt x="9567116" y="2867398"/>
                  </a:lnTo>
                  <a:lnTo>
                    <a:pt x="9631197" y="2907274"/>
                  </a:lnTo>
                  <a:lnTo>
                    <a:pt x="9700393" y="2943516"/>
                  </a:lnTo>
                  <a:lnTo>
                    <a:pt x="9775364" y="2976513"/>
                  </a:lnTo>
                  <a:lnTo>
                    <a:pt x="9856657" y="3006609"/>
                  </a:lnTo>
                  <a:lnTo>
                    <a:pt x="9944625" y="3034092"/>
                  </a:lnTo>
                  <a:lnTo>
                    <a:pt x="10039326" y="3059188"/>
                  </a:lnTo>
                  <a:lnTo>
                    <a:pt x="10140399" y="3082060"/>
                  </a:lnTo>
                  <a:lnTo>
                    <a:pt x="10246935" y="3102802"/>
                  </a:lnTo>
                  <a:lnTo>
                    <a:pt x="10357355" y="3121451"/>
                  </a:lnTo>
                  <a:lnTo>
                    <a:pt x="10469343" y="3137995"/>
                  </a:lnTo>
                  <a:lnTo>
                    <a:pt x="10579863" y="3152394"/>
                  </a:lnTo>
                  <a:lnTo>
                    <a:pt x="10685335" y="3164605"/>
                  </a:lnTo>
                  <a:lnTo>
                    <a:pt x="10781951" y="3174616"/>
                  </a:lnTo>
                  <a:lnTo>
                    <a:pt x="10866157" y="3182472"/>
                  </a:lnTo>
                  <a:lnTo>
                    <a:pt x="10935177" y="3188302"/>
                  </a:lnTo>
                  <a:lnTo>
                    <a:pt x="10987500" y="3192319"/>
                  </a:lnTo>
                  <a:lnTo>
                    <a:pt x="11023181" y="3194819"/>
                  </a:lnTo>
                  <a:lnTo>
                    <a:pt x="11043926" y="3196149"/>
                  </a:lnTo>
                  <a:lnTo>
                    <a:pt x="11052971" y="3196682"/>
                  </a:lnTo>
                  <a:lnTo>
                    <a:pt x="11054879" y="3196786"/>
                  </a:lnTo>
                  <a:lnTo>
                    <a:pt x="11054891" y="3196786"/>
                  </a:lnTo>
                  <a:lnTo>
                    <a:pt x="12049831" y="3196786"/>
                  </a:lnTo>
                  <a:lnTo>
                    <a:pt x="12049831" y="31967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0" name="pl859"/>
            <p:cNvSpPr/>
            <p:nvPr/>
          </p:nvSpPr>
          <p:spPr>
            <a:xfrm>
              <a:off x="1199187" y="3259509"/>
              <a:ext cx="12049831" cy="3196786"/>
            </a:xfrm>
            <a:custGeom>
              <a:avLst/>
              <a:pathLst>
                <a:path w="12049831" h="3196786">
                  <a:moveTo>
                    <a:pt x="12049831" y="3196786"/>
                  </a:moveTo>
                  <a:lnTo>
                    <a:pt x="11054891" y="3196786"/>
                  </a:lnTo>
                  <a:lnTo>
                    <a:pt x="11053830" y="3196729"/>
                  </a:lnTo>
                  <a:lnTo>
                    <a:pt x="11046817" y="3196324"/>
                  </a:lnTo>
                  <a:lnTo>
                    <a:pt x="11029014" y="3195204"/>
                  </a:lnTo>
                  <a:lnTo>
                    <a:pt x="10996871" y="3192997"/>
                  </a:lnTo>
                  <a:lnTo>
                    <a:pt x="10948326" y="3189346"/>
                  </a:lnTo>
                  <a:lnTo>
                    <a:pt x="10882952" y="3183943"/>
                  </a:lnTo>
                  <a:lnTo>
                    <a:pt x="10801933" y="3176553"/>
                  </a:lnTo>
                  <a:lnTo>
                    <a:pt x="10707797" y="3167029"/>
                  </a:lnTo>
                  <a:lnTo>
                    <a:pt x="10603973" y="3155310"/>
                  </a:lnTo>
                  <a:lnTo>
                    <a:pt x="10494254" y="3141396"/>
                  </a:lnTo>
                  <a:lnTo>
                    <a:pt x="10382308" y="3125327"/>
                  </a:lnTo>
                  <a:lnTo>
                    <a:pt x="10271311" y="3107145"/>
                  </a:lnTo>
                  <a:lnTo>
                    <a:pt x="10163745" y="3086871"/>
                  </a:lnTo>
                  <a:lnTo>
                    <a:pt x="10061352" y="3064481"/>
                  </a:lnTo>
                  <a:lnTo>
                    <a:pt x="9965181" y="3039893"/>
                  </a:lnTo>
                  <a:lnTo>
                    <a:pt x="9875703" y="3012960"/>
                  </a:lnTo>
                  <a:lnTo>
                    <a:pt x="9792942" y="2983470"/>
                  </a:lnTo>
                  <a:lnTo>
                    <a:pt x="9716602" y="2951149"/>
                  </a:lnTo>
                  <a:lnTo>
                    <a:pt x="9646172" y="2915663"/>
                  </a:lnTo>
                  <a:lnTo>
                    <a:pt x="9581010" y="2876633"/>
                  </a:lnTo>
                  <a:lnTo>
                    <a:pt x="9520407" y="2833653"/>
                  </a:lnTo>
                  <a:lnTo>
                    <a:pt x="9463633" y="2786324"/>
                  </a:lnTo>
                  <a:lnTo>
                    <a:pt x="9409981" y="2734298"/>
                  </a:lnTo>
                  <a:lnTo>
                    <a:pt x="9358793" y="2677366"/>
                  </a:lnTo>
                  <a:lnTo>
                    <a:pt x="9347647" y="2663988"/>
                  </a:lnTo>
                  <a:lnTo>
                    <a:pt x="9305376" y="2610024"/>
                  </a:lnTo>
                  <a:lnTo>
                    <a:pt x="9264121" y="2552341"/>
                  </a:lnTo>
                  <a:lnTo>
                    <a:pt x="9223622" y="2490865"/>
                  </a:lnTo>
                  <a:lnTo>
                    <a:pt x="9183667" y="2425571"/>
                  </a:lnTo>
                  <a:lnTo>
                    <a:pt x="9144084" y="2356495"/>
                  </a:lnTo>
                  <a:lnTo>
                    <a:pt x="9104735" y="2283735"/>
                  </a:lnTo>
                  <a:lnTo>
                    <a:pt x="9065514" y="2207456"/>
                  </a:lnTo>
                  <a:lnTo>
                    <a:pt x="9026343" y="2127895"/>
                  </a:lnTo>
                  <a:lnTo>
                    <a:pt x="8987166" y="2045354"/>
                  </a:lnTo>
                  <a:lnTo>
                    <a:pt x="8947951" y="1960206"/>
                  </a:lnTo>
                  <a:lnTo>
                    <a:pt x="8908681" y="1872882"/>
                  </a:lnTo>
                  <a:lnTo>
                    <a:pt x="8869357" y="1783868"/>
                  </a:lnTo>
                  <a:lnTo>
                    <a:pt x="8829990" y="1693693"/>
                  </a:lnTo>
                  <a:lnTo>
                    <a:pt x="8790598" y="1602914"/>
                  </a:lnTo>
                  <a:lnTo>
                    <a:pt x="8751205" y="1512107"/>
                  </a:lnTo>
                  <a:lnTo>
                    <a:pt x="8711835" y="1421847"/>
                  </a:lnTo>
                  <a:lnTo>
                    <a:pt x="8672506" y="1332693"/>
                  </a:lnTo>
                  <a:lnTo>
                    <a:pt x="8633230" y="1245178"/>
                  </a:lnTo>
                  <a:lnTo>
                    <a:pt x="8594010" y="1159793"/>
                  </a:lnTo>
                  <a:lnTo>
                    <a:pt x="8554831" y="1076976"/>
                  </a:lnTo>
                  <a:lnTo>
                    <a:pt x="8515661" y="997103"/>
                  </a:lnTo>
                  <a:lnTo>
                    <a:pt x="8476448" y="920486"/>
                  </a:lnTo>
                  <a:lnTo>
                    <a:pt x="8437117" y="847368"/>
                  </a:lnTo>
                  <a:lnTo>
                    <a:pt x="8397562" y="777919"/>
                  </a:lnTo>
                  <a:lnTo>
                    <a:pt x="8357651" y="712247"/>
                  </a:lnTo>
                  <a:lnTo>
                    <a:pt x="8317215" y="650391"/>
                  </a:lnTo>
                  <a:lnTo>
                    <a:pt x="8276046" y="592333"/>
                  </a:lnTo>
                  <a:lnTo>
                    <a:pt x="8233889" y="538003"/>
                  </a:lnTo>
                  <a:lnTo>
                    <a:pt x="8229629" y="532797"/>
                  </a:lnTo>
                  <a:lnTo>
                    <a:pt x="8178911" y="474764"/>
                  </a:lnTo>
                  <a:lnTo>
                    <a:pt x="8125863" y="421655"/>
                  </a:lnTo>
                  <a:lnTo>
                    <a:pt x="8069846" y="373304"/>
                  </a:lnTo>
                  <a:lnTo>
                    <a:pt x="8010161" y="329388"/>
                  </a:lnTo>
                  <a:lnTo>
                    <a:pt x="7946079" y="289512"/>
                  </a:lnTo>
                  <a:lnTo>
                    <a:pt x="7876884" y="253269"/>
                  </a:lnTo>
                  <a:lnTo>
                    <a:pt x="7801913" y="220272"/>
                  </a:lnTo>
                  <a:lnTo>
                    <a:pt x="7720620" y="190177"/>
                  </a:lnTo>
                  <a:lnTo>
                    <a:pt x="7632651" y="162694"/>
                  </a:lnTo>
                  <a:lnTo>
                    <a:pt x="7537951" y="137597"/>
                  </a:lnTo>
                  <a:lnTo>
                    <a:pt x="7436878" y="114726"/>
                  </a:lnTo>
                  <a:lnTo>
                    <a:pt x="7330342" y="93984"/>
                  </a:lnTo>
                  <a:lnTo>
                    <a:pt x="7219921" y="75335"/>
                  </a:lnTo>
                  <a:lnTo>
                    <a:pt x="7107934" y="58791"/>
                  </a:lnTo>
                  <a:lnTo>
                    <a:pt x="6997413" y="44392"/>
                  </a:lnTo>
                  <a:lnTo>
                    <a:pt x="6891942" y="32181"/>
                  </a:lnTo>
                  <a:lnTo>
                    <a:pt x="6795325" y="22170"/>
                  </a:lnTo>
                  <a:lnTo>
                    <a:pt x="6711120" y="14313"/>
                  </a:lnTo>
                  <a:lnTo>
                    <a:pt x="6642099" y="8484"/>
                  </a:lnTo>
                  <a:lnTo>
                    <a:pt x="6589776" y="4467"/>
                  </a:lnTo>
                  <a:lnTo>
                    <a:pt x="6554095" y="1967"/>
                  </a:lnTo>
                  <a:lnTo>
                    <a:pt x="6533350" y="637"/>
                  </a:lnTo>
                  <a:lnTo>
                    <a:pt x="6524306" y="104"/>
                  </a:lnTo>
                  <a:lnTo>
                    <a:pt x="6522398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6" y="17"/>
                  </a:lnTo>
                  <a:lnTo>
                    <a:pt x="5518861" y="144"/>
                  </a:lnTo>
                  <a:lnTo>
                    <a:pt x="5499968" y="495"/>
                  </a:lnTo>
                  <a:lnTo>
                    <a:pt x="5465934" y="1185"/>
                  </a:lnTo>
                  <a:lnTo>
                    <a:pt x="5414689" y="2326"/>
                  </a:lnTo>
                  <a:lnTo>
                    <a:pt x="5345950" y="4013"/>
                  </a:lnTo>
                  <a:lnTo>
                    <a:pt x="5261163" y="6314"/>
                  </a:lnTo>
                  <a:lnTo>
                    <a:pt x="5163184" y="9274"/>
                  </a:lnTo>
                  <a:lnTo>
                    <a:pt x="5055763" y="12906"/>
                  </a:lnTo>
                  <a:lnTo>
                    <a:pt x="4942953" y="17209"/>
                  </a:lnTo>
                  <a:lnTo>
                    <a:pt x="4828578" y="22168"/>
                  </a:lnTo>
                  <a:lnTo>
                    <a:pt x="4715869" y="27771"/>
                  </a:lnTo>
                  <a:lnTo>
                    <a:pt x="4607276" y="34016"/>
                  </a:lnTo>
                  <a:lnTo>
                    <a:pt x="4504448" y="40913"/>
                  </a:lnTo>
                  <a:lnTo>
                    <a:pt x="4408313" y="48495"/>
                  </a:lnTo>
                  <a:lnTo>
                    <a:pt x="4319210" y="56813"/>
                  </a:lnTo>
                  <a:lnTo>
                    <a:pt x="4237041" y="65941"/>
                  </a:lnTo>
                  <a:lnTo>
                    <a:pt x="4161396" y="75970"/>
                  </a:lnTo>
                  <a:lnTo>
                    <a:pt x="4091670" y="87012"/>
                  </a:lnTo>
                  <a:lnTo>
                    <a:pt x="4027144" y="99188"/>
                  </a:lnTo>
                  <a:lnTo>
                    <a:pt x="3967050" y="112627"/>
                  </a:lnTo>
                  <a:lnTo>
                    <a:pt x="3910614" y="127448"/>
                  </a:lnTo>
                  <a:lnTo>
                    <a:pt x="3857103" y="143744"/>
                  </a:lnTo>
                  <a:lnTo>
                    <a:pt x="3820202" y="156345"/>
                  </a:lnTo>
                  <a:lnTo>
                    <a:pt x="3762536" y="178326"/>
                  </a:lnTo>
                  <a:lnTo>
                    <a:pt x="3706594" y="202372"/>
                  </a:lnTo>
                  <a:lnTo>
                    <a:pt x="3651775" y="228521"/>
                  </a:lnTo>
                  <a:lnTo>
                    <a:pt x="3597627" y="256748"/>
                  </a:lnTo>
                  <a:lnTo>
                    <a:pt x="3543821" y="286963"/>
                  </a:lnTo>
                  <a:lnTo>
                    <a:pt x="3490129" y="319008"/>
                  </a:lnTo>
                  <a:lnTo>
                    <a:pt x="3436413" y="352649"/>
                  </a:lnTo>
                  <a:lnTo>
                    <a:pt x="3382605" y="387587"/>
                  </a:lnTo>
                  <a:lnTo>
                    <a:pt x="3328696" y="423465"/>
                  </a:lnTo>
                  <a:lnTo>
                    <a:pt x="3274718" y="459881"/>
                  </a:lnTo>
                  <a:lnTo>
                    <a:pt x="3220724" y="496405"/>
                  </a:lnTo>
                  <a:lnTo>
                    <a:pt x="3166774" y="532605"/>
                  </a:lnTo>
                  <a:lnTo>
                    <a:pt x="3112914" y="568062"/>
                  </a:lnTo>
                  <a:lnTo>
                    <a:pt x="3059157" y="602395"/>
                  </a:lnTo>
                  <a:lnTo>
                    <a:pt x="3005465" y="635272"/>
                  </a:lnTo>
                  <a:lnTo>
                    <a:pt x="2951739" y="666428"/>
                  </a:lnTo>
                  <a:lnTo>
                    <a:pt x="2897796" y="695667"/>
                  </a:lnTo>
                  <a:lnTo>
                    <a:pt x="2843362" y="722863"/>
                  </a:lnTo>
                  <a:lnTo>
                    <a:pt x="2788048" y="747962"/>
                  </a:lnTo>
                  <a:lnTo>
                    <a:pt x="2731331" y="770970"/>
                  </a:lnTo>
                  <a:lnTo>
                    <a:pt x="2702183" y="781727"/>
                  </a:lnTo>
                  <a:lnTo>
                    <a:pt x="2650358" y="799105"/>
                  </a:lnTo>
                  <a:lnTo>
                    <a:pt x="2596088" y="814976"/>
                  </a:lnTo>
                  <a:lnTo>
                    <a:pt x="2538692" y="829394"/>
                  </a:lnTo>
                  <a:lnTo>
                    <a:pt x="2477419" y="842461"/>
                  </a:lnTo>
                  <a:lnTo>
                    <a:pt x="2411495" y="854303"/>
                  </a:lnTo>
                  <a:lnTo>
                    <a:pt x="2340160" y="865045"/>
                  </a:lnTo>
                  <a:lnTo>
                    <a:pt x="2262719" y="874809"/>
                  </a:lnTo>
                  <a:lnTo>
                    <a:pt x="2178612" y="883698"/>
                  </a:lnTo>
                  <a:lnTo>
                    <a:pt x="2087509" y="891801"/>
                  </a:lnTo>
                  <a:lnTo>
                    <a:pt x="1989417" y="899184"/>
                  </a:lnTo>
                  <a:lnTo>
                    <a:pt x="1884831" y="905894"/>
                  </a:lnTo>
                  <a:lnTo>
                    <a:pt x="1774868" y="911956"/>
                  </a:lnTo>
                  <a:lnTo>
                    <a:pt x="1661401" y="917378"/>
                  </a:lnTo>
                  <a:lnTo>
                    <a:pt x="1547112" y="922152"/>
                  </a:lnTo>
                  <a:lnTo>
                    <a:pt x="1435424" y="926265"/>
                  </a:lnTo>
                  <a:lnTo>
                    <a:pt x="1330272" y="929707"/>
                  </a:lnTo>
                  <a:lnTo>
                    <a:pt x="1235682" y="932477"/>
                  </a:lnTo>
                  <a:lnTo>
                    <a:pt x="1155210" y="934598"/>
                  </a:lnTo>
                  <a:lnTo>
                    <a:pt x="1091359" y="936122"/>
                  </a:lnTo>
                  <a:lnTo>
                    <a:pt x="1045105" y="937125"/>
                  </a:lnTo>
                  <a:lnTo>
                    <a:pt x="1015651" y="937707"/>
                  </a:lnTo>
                  <a:lnTo>
                    <a:pt x="1000444" y="937982"/>
                  </a:lnTo>
                  <a:lnTo>
                    <a:pt x="995361" y="938066"/>
                  </a:lnTo>
                  <a:lnTo>
                    <a:pt x="994940" y="938073"/>
                  </a:lnTo>
                  <a:lnTo>
                    <a:pt x="0" y="938073"/>
                  </a:lnTo>
                  <a:lnTo>
                    <a:pt x="0" y="9380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1" name="pg860"/>
            <p:cNvSpPr/>
            <p:nvPr/>
          </p:nvSpPr>
          <p:spPr>
            <a:xfrm>
              <a:off x="1199187" y="2536302"/>
              <a:ext cx="12049831" cy="3673684"/>
            </a:xfrm>
            <a:custGeom>
              <a:avLst/>
              <a:pathLst>
                <a:path w="12049831" h="3673684">
                  <a:moveTo>
                    <a:pt x="0" y="2122456"/>
                  </a:moveTo>
                  <a:lnTo>
                    <a:pt x="994940" y="2122456"/>
                  </a:lnTo>
                  <a:lnTo>
                    <a:pt x="996057" y="2122485"/>
                  </a:lnTo>
                  <a:lnTo>
                    <a:pt x="1003435" y="2122693"/>
                  </a:lnTo>
                  <a:lnTo>
                    <a:pt x="1022140" y="2123266"/>
                  </a:lnTo>
                  <a:lnTo>
                    <a:pt x="1055846" y="2124396"/>
                  </a:lnTo>
                  <a:lnTo>
                    <a:pt x="1106625" y="2126263"/>
                  </a:lnTo>
                  <a:lnTo>
                    <a:pt x="1174784" y="2129022"/>
                  </a:lnTo>
                  <a:lnTo>
                    <a:pt x="1258926" y="2132791"/>
                  </a:lnTo>
                  <a:lnTo>
                    <a:pt x="1356250" y="2137637"/>
                  </a:lnTo>
                  <a:lnTo>
                    <a:pt x="1463061" y="2143589"/>
                  </a:lnTo>
                  <a:lnTo>
                    <a:pt x="1575351" y="2150641"/>
                  </a:lnTo>
                  <a:lnTo>
                    <a:pt x="1689322" y="2158772"/>
                  </a:lnTo>
                  <a:lnTo>
                    <a:pt x="1801752" y="2167961"/>
                  </a:lnTo>
                  <a:lnTo>
                    <a:pt x="1910182" y="2178203"/>
                  </a:lnTo>
                  <a:lnTo>
                    <a:pt x="2012946" y="2189515"/>
                  </a:lnTo>
                  <a:lnTo>
                    <a:pt x="2109096" y="2201948"/>
                  </a:lnTo>
                  <a:lnTo>
                    <a:pt x="2198269" y="2215584"/>
                  </a:lnTo>
                  <a:lnTo>
                    <a:pt x="2280543" y="2230541"/>
                  </a:lnTo>
                  <a:lnTo>
                    <a:pt x="2356308" y="2246968"/>
                  </a:lnTo>
                  <a:lnTo>
                    <a:pt x="2426153" y="2265046"/>
                  </a:lnTo>
                  <a:lnTo>
                    <a:pt x="2490784" y="2284972"/>
                  </a:lnTo>
                  <a:lnTo>
                    <a:pt x="2550961" y="2306955"/>
                  </a:lnTo>
                  <a:lnTo>
                    <a:pt x="2607448" y="2331195"/>
                  </a:lnTo>
                  <a:lnTo>
                    <a:pt x="2660977" y="2357847"/>
                  </a:lnTo>
                  <a:lnTo>
                    <a:pt x="2702183" y="2380994"/>
                  </a:lnTo>
                  <a:lnTo>
                    <a:pt x="2755146" y="2414202"/>
                  </a:lnTo>
                  <a:lnTo>
                    <a:pt x="2806612" y="2450277"/>
                  </a:lnTo>
                  <a:lnTo>
                    <a:pt x="2857061" y="2489274"/>
                  </a:lnTo>
                  <a:lnTo>
                    <a:pt x="2906863" y="2531179"/>
                  </a:lnTo>
                  <a:lnTo>
                    <a:pt x="2956297" y="2575904"/>
                  </a:lnTo>
                  <a:lnTo>
                    <a:pt x="3005567" y="2623277"/>
                  </a:lnTo>
                  <a:lnTo>
                    <a:pt x="3054808" y="2673046"/>
                  </a:lnTo>
                  <a:lnTo>
                    <a:pt x="3104101" y="2724873"/>
                  </a:lnTo>
                  <a:lnTo>
                    <a:pt x="3153478" y="2778347"/>
                  </a:lnTo>
                  <a:lnTo>
                    <a:pt x="3202938" y="2832991"/>
                  </a:lnTo>
                  <a:lnTo>
                    <a:pt x="3252449" y="2888282"/>
                  </a:lnTo>
                  <a:lnTo>
                    <a:pt x="3301968" y="2943671"/>
                  </a:lnTo>
                  <a:lnTo>
                    <a:pt x="3351450" y="2998605"/>
                  </a:lnTo>
                  <a:lnTo>
                    <a:pt x="3400859" y="3052549"/>
                  </a:lnTo>
                  <a:lnTo>
                    <a:pt x="3450180" y="3105008"/>
                  </a:lnTo>
                  <a:lnTo>
                    <a:pt x="3499433" y="3155547"/>
                  </a:lnTo>
                  <a:lnTo>
                    <a:pt x="3548679" y="3203800"/>
                  </a:lnTo>
                  <a:lnTo>
                    <a:pt x="3598036" y="3249483"/>
                  </a:lnTo>
                  <a:lnTo>
                    <a:pt x="3647680" y="3292398"/>
                  </a:lnTo>
                  <a:lnTo>
                    <a:pt x="3697863" y="3332427"/>
                  </a:lnTo>
                  <a:lnTo>
                    <a:pt x="3748922" y="3369531"/>
                  </a:lnTo>
                  <a:lnTo>
                    <a:pt x="3801293" y="3403742"/>
                  </a:lnTo>
                  <a:lnTo>
                    <a:pt x="3820202" y="3415146"/>
                  </a:lnTo>
                  <a:lnTo>
                    <a:pt x="3871837" y="3443784"/>
                  </a:lnTo>
                  <a:lnTo>
                    <a:pt x="3925898" y="3469948"/>
                  </a:lnTo>
                  <a:lnTo>
                    <a:pt x="3983059" y="3493725"/>
                  </a:lnTo>
                  <a:lnTo>
                    <a:pt x="4044059" y="3515283"/>
                  </a:lnTo>
                  <a:lnTo>
                    <a:pt x="4109666" y="3534826"/>
                  </a:lnTo>
                  <a:lnTo>
                    <a:pt x="4180634" y="3552560"/>
                  </a:lnTo>
                  <a:lnTo>
                    <a:pt x="4257650" y="3568682"/>
                  </a:lnTo>
                  <a:lnTo>
                    <a:pt x="4341271" y="3583366"/>
                  </a:lnTo>
                  <a:lnTo>
                    <a:pt x="4431836" y="3596755"/>
                  </a:lnTo>
                  <a:lnTo>
                    <a:pt x="4529345" y="3608959"/>
                  </a:lnTo>
                  <a:lnTo>
                    <a:pt x="4633331" y="3620056"/>
                  </a:lnTo>
                  <a:lnTo>
                    <a:pt x="4742712" y="3630088"/>
                  </a:lnTo>
                  <a:lnTo>
                    <a:pt x="4855669" y="3639068"/>
                  </a:lnTo>
                  <a:lnTo>
                    <a:pt x="4969585" y="3646987"/>
                  </a:lnTo>
                  <a:lnTo>
                    <a:pt x="5081103" y="3653822"/>
                  </a:lnTo>
                  <a:lnTo>
                    <a:pt x="5186347" y="3659554"/>
                  </a:lnTo>
                  <a:lnTo>
                    <a:pt x="5281326" y="3664182"/>
                  </a:lnTo>
                  <a:lnTo>
                    <a:pt x="5362478" y="3667743"/>
                  </a:lnTo>
                  <a:lnTo>
                    <a:pt x="5427245" y="3670315"/>
                  </a:lnTo>
                  <a:lnTo>
                    <a:pt x="5474551" y="3672022"/>
                  </a:lnTo>
                  <a:lnTo>
                    <a:pt x="5505059" y="3673026"/>
                  </a:lnTo>
                  <a:lnTo>
                    <a:pt x="5521174" y="3673512"/>
                  </a:lnTo>
                  <a:lnTo>
                    <a:pt x="5526864" y="3673669"/>
                  </a:lnTo>
                  <a:lnTo>
                    <a:pt x="5527445" y="3673684"/>
                  </a:lnTo>
                  <a:lnTo>
                    <a:pt x="6522385" y="3673684"/>
                  </a:lnTo>
                  <a:lnTo>
                    <a:pt x="6523425" y="3673620"/>
                  </a:lnTo>
                  <a:lnTo>
                    <a:pt x="6530298" y="3673165"/>
                  </a:lnTo>
                  <a:lnTo>
                    <a:pt x="6547758" y="3671906"/>
                  </a:lnTo>
                  <a:lnTo>
                    <a:pt x="6579303" y="3669426"/>
                  </a:lnTo>
                  <a:lnTo>
                    <a:pt x="6626991" y="3665322"/>
                  </a:lnTo>
                  <a:lnTo>
                    <a:pt x="6691290" y="3659246"/>
                  </a:lnTo>
                  <a:lnTo>
                    <a:pt x="6771098" y="3650931"/>
                  </a:lnTo>
                  <a:lnTo>
                    <a:pt x="6863989" y="3640206"/>
                  </a:lnTo>
                  <a:lnTo>
                    <a:pt x="6966636" y="3626998"/>
                  </a:lnTo>
                  <a:lnTo>
                    <a:pt x="7075330" y="3611305"/>
                  </a:lnTo>
                  <a:lnTo>
                    <a:pt x="7186458" y="3593168"/>
                  </a:lnTo>
                  <a:lnTo>
                    <a:pt x="7296865" y="3572638"/>
                  </a:lnTo>
                  <a:lnTo>
                    <a:pt x="7404060" y="3549740"/>
                  </a:lnTo>
                  <a:lnTo>
                    <a:pt x="7506280" y="3524452"/>
                  </a:lnTo>
                  <a:lnTo>
                    <a:pt x="7602435" y="3496688"/>
                  </a:lnTo>
                  <a:lnTo>
                    <a:pt x="7692015" y="3466291"/>
                  </a:lnTo>
                  <a:lnTo>
                    <a:pt x="7774955" y="3433031"/>
                  </a:lnTo>
                  <a:lnTo>
                    <a:pt x="7851514" y="3396607"/>
                  </a:lnTo>
                  <a:lnTo>
                    <a:pt x="7922174" y="3356651"/>
                  </a:lnTo>
                  <a:lnTo>
                    <a:pt x="7987550" y="3312743"/>
                  </a:lnTo>
                  <a:lnTo>
                    <a:pt x="8048332" y="3264429"/>
                  </a:lnTo>
                  <a:lnTo>
                    <a:pt x="8105232" y="3211256"/>
                  </a:lnTo>
                  <a:lnTo>
                    <a:pt x="8158951" y="3152820"/>
                  </a:lnTo>
                  <a:lnTo>
                    <a:pt x="8210141" y="3088854"/>
                  </a:lnTo>
                  <a:lnTo>
                    <a:pt x="8229629" y="3062277"/>
                  </a:lnTo>
                  <a:lnTo>
                    <a:pt x="8269648" y="3003800"/>
                  </a:lnTo>
                  <a:lnTo>
                    <a:pt x="8308743" y="2941510"/>
                  </a:lnTo>
                  <a:lnTo>
                    <a:pt x="8347139" y="2875329"/>
                  </a:lnTo>
                  <a:lnTo>
                    <a:pt x="8385021" y="2805227"/>
                  </a:lnTo>
                  <a:lnTo>
                    <a:pt x="8422540" y="2731227"/>
                  </a:lnTo>
                  <a:lnTo>
                    <a:pt x="8459819" y="2653409"/>
                  </a:lnTo>
                  <a:lnTo>
                    <a:pt x="8496955" y="2571915"/>
                  </a:lnTo>
                  <a:lnTo>
                    <a:pt x="8534023" y="2486948"/>
                  </a:lnTo>
                  <a:lnTo>
                    <a:pt x="8571078" y="2398777"/>
                  </a:lnTo>
                  <a:lnTo>
                    <a:pt x="8608156" y="2307734"/>
                  </a:lnTo>
                  <a:lnTo>
                    <a:pt x="8645276" y="2214209"/>
                  </a:lnTo>
                  <a:lnTo>
                    <a:pt x="8682446" y="2118647"/>
                  </a:lnTo>
                  <a:lnTo>
                    <a:pt x="8719663" y="2021535"/>
                  </a:lnTo>
                  <a:lnTo>
                    <a:pt x="8756914" y="1923398"/>
                  </a:lnTo>
                  <a:lnTo>
                    <a:pt x="8794182" y="1824785"/>
                  </a:lnTo>
                  <a:lnTo>
                    <a:pt x="8831447" y="1726256"/>
                  </a:lnTo>
                  <a:lnTo>
                    <a:pt x="8868689" y="1628368"/>
                  </a:lnTo>
                  <a:lnTo>
                    <a:pt x="8905893" y="1531664"/>
                  </a:lnTo>
                  <a:lnTo>
                    <a:pt x="8943049" y="1436658"/>
                  </a:lnTo>
                  <a:lnTo>
                    <a:pt x="8980155" y="1343827"/>
                  </a:lnTo>
                  <a:lnTo>
                    <a:pt x="9017223" y="1253601"/>
                  </a:lnTo>
                  <a:lnTo>
                    <a:pt x="9054277" y="1166351"/>
                  </a:lnTo>
                  <a:lnTo>
                    <a:pt x="9091359" y="1082392"/>
                  </a:lnTo>
                  <a:lnTo>
                    <a:pt x="9128529" y="1001973"/>
                  </a:lnTo>
                  <a:lnTo>
                    <a:pt x="9165868" y="925278"/>
                  </a:lnTo>
                  <a:lnTo>
                    <a:pt x="9203481" y="852433"/>
                  </a:lnTo>
                  <a:lnTo>
                    <a:pt x="9241498" y="783497"/>
                  </a:lnTo>
                  <a:lnTo>
                    <a:pt x="9280081" y="718479"/>
                  </a:lnTo>
                  <a:lnTo>
                    <a:pt x="9319426" y="657334"/>
                  </a:lnTo>
                  <a:lnTo>
                    <a:pt x="9347647" y="616647"/>
                  </a:lnTo>
                  <a:lnTo>
                    <a:pt x="9398007" y="550493"/>
                  </a:lnTo>
                  <a:lnTo>
                    <a:pt x="9450662" y="489911"/>
                  </a:lnTo>
                  <a:lnTo>
                    <a:pt x="9506234" y="434720"/>
                  </a:lnTo>
                  <a:lnTo>
                    <a:pt x="9565410" y="384555"/>
                  </a:lnTo>
                  <a:lnTo>
                    <a:pt x="9628902" y="338976"/>
                  </a:lnTo>
                  <a:lnTo>
                    <a:pt x="9697414" y="297525"/>
                  </a:lnTo>
                  <a:lnTo>
                    <a:pt x="9771596" y="259764"/>
                  </a:lnTo>
                  <a:lnTo>
                    <a:pt x="9851991" y="225304"/>
                  </a:lnTo>
                  <a:lnTo>
                    <a:pt x="9938958" y="193818"/>
                  </a:lnTo>
                  <a:lnTo>
                    <a:pt x="10032571" y="165045"/>
                  </a:lnTo>
                  <a:lnTo>
                    <a:pt x="10132510" y="138801"/>
                  </a:lnTo>
                  <a:lnTo>
                    <a:pt x="10237928" y="114973"/>
                  </a:lnTo>
                  <a:lnTo>
                    <a:pt x="10347334" y="93514"/>
                  </a:lnTo>
                  <a:lnTo>
                    <a:pt x="10458521" y="74435"/>
                  </a:lnTo>
                  <a:lnTo>
                    <a:pt x="10568580" y="57779"/>
                  </a:lnTo>
                  <a:lnTo>
                    <a:pt x="10674042" y="43594"/>
                  </a:lnTo>
                  <a:lnTo>
                    <a:pt x="10771183" y="31901"/>
                  </a:lnTo>
                  <a:lnTo>
                    <a:pt x="10856465" y="22657"/>
                  </a:lnTo>
                  <a:lnTo>
                    <a:pt x="10927051" y="15730"/>
                  </a:lnTo>
                  <a:lnTo>
                    <a:pt x="10981280" y="10891"/>
                  </a:lnTo>
                  <a:lnTo>
                    <a:pt x="11018989" y="7821"/>
                  </a:lnTo>
                  <a:lnTo>
                    <a:pt x="11041624" y="6134"/>
                  </a:lnTo>
                  <a:lnTo>
                    <a:pt x="11052143" y="541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51" y="63"/>
                  </a:lnTo>
                  <a:lnTo>
                    <a:pt x="11046978" y="519"/>
                  </a:lnTo>
                  <a:lnTo>
                    <a:pt x="11029519" y="1777"/>
                  </a:lnTo>
                  <a:lnTo>
                    <a:pt x="10997974" y="4257"/>
                  </a:lnTo>
                  <a:lnTo>
                    <a:pt x="10950285" y="8361"/>
                  </a:lnTo>
                  <a:lnTo>
                    <a:pt x="10885987" y="14437"/>
                  </a:lnTo>
                  <a:lnTo>
                    <a:pt x="10806178" y="22753"/>
                  </a:lnTo>
                  <a:lnTo>
                    <a:pt x="10713288" y="33477"/>
                  </a:lnTo>
                  <a:lnTo>
                    <a:pt x="10610640" y="46686"/>
                  </a:lnTo>
                  <a:lnTo>
                    <a:pt x="10501946" y="62379"/>
                  </a:lnTo>
                  <a:lnTo>
                    <a:pt x="10390819" y="80515"/>
                  </a:lnTo>
                  <a:lnTo>
                    <a:pt x="10280412" y="101045"/>
                  </a:lnTo>
                  <a:lnTo>
                    <a:pt x="10173216" y="123943"/>
                  </a:lnTo>
                  <a:lnTo>
                    <a:pt x="10070997" y="149232"/>
                  </a:lnTo>
                  <a:lnTo>
                    <a:pt x="9974841" y="176996"/>
                  </a:lnTo>
                  <a:lnTo>
                    <a:pt x="9885261" y="207392"/>
                  </a:lnTo>
                  <a:lnTo>
                    <a:pt x="9802322" y="240652"/>
                  </a:lnTo>
                  <a:lnTo>
                    <a:pt x="9725762" y="277077"/>
                  </a:lnTo>
                  <a:lnTo>
                    <a:pt x="9655102" y="317033"/>
                  </a:lnTo>
                  <a:lnTo>
                    <a:pt x="9589726" y="360941"/>
                  </a:lnTo>
                  <a:lnTo>
                    <a:pt x="9528945" y="409254"/>
                  </a:lnTo>
                  <a:lnTo>
                    <a:pt x="9472045" y="462428"/>
                  </a:lnTo>
                  <a:lnTo>
                    <a:pt x="9418326" y="520863"/>
                  </a:lnTo>
                  <a:lnTo>
                    <a:pt x="9367136" y="584830"/>
                  </a:lnTo>
                  <a:lnTo>
                    <a:pt x="9347647" y="611407"/>
                  </a:lnTo>
                  <a:lnTo>
                    <a:pt x="9307629" y="669884"/>
                  </a:lnTo>
                  <a:lnTo>
                    <a:pt x="9268533" y="732174"/>
                  </a:lnTo>
                  <a:lnTo>
                    <a:pt x="9230137" y="798354"/>
                  </a:lnTo>
                  <a:lnTo>
                    <a:pt x="9192255" y="868456"/>
                  </a:lnTo>
                  <a:lnTo>
                    <a:pt x="9154737" y="942456"/>
                  </a:lnTo>
                  <a:lnTo>
                    <a:pt x="9117458" y="1020274"/>
                  </a:lnTo>
                  <a:lnTo>
                    <a:pt x="9080321" y="1101769"/>
                  </a:lnTo>
                  <a:lnTo>
                    <a:pt x="9043253" y="1186736"/>
                  </a:lnTo>
                  <a:lnTo>
                    <a:pt x="9006198" y="1274906"/>
                  </a:lnTo>
                  <a:lnTo>
                    <a:pt x="8969121" y="1365949"/>
                  </a:lnTo>
                  <a:lnTo>
                    <a:pt x="8932001" y="1459474"/>
                  </a:lnTo>
                  <a:lnTo>
                    <a:pt x="8894830" y="1555037"/>
                  </a:lnTo>
                  <a:lnTo>
                    <a:pt x="8857614" y="1652149"/>
                  </a:lnTo>
                  <a:lnTo>
                    <a:pt x="8820362" y="1750285"/>
                  </a:lnTo>
                  <a:lnTo>
                    <a:pt x="8783094" y="1848898"/>
                  </a:lnTo>
                  <a:lnTo>
                    <a:pt x="8745829" y="1947427"/>
                  </a:lnTo>
                  <a:lnTo>
                    <a:pt x="8708587" y="2045315"/>
                  </a:lnTo>
                  <a:lnTo>
                    <a:pt x="8671383" y="2142020"/>
                  </a:lnTo>
                  <a:lnTo>
                    <a:pt x="8634228" y="2237026"/>
                  </a:lnTo>
                  <a:lnTo>
                    <a:pt x="8597121" y="2329856"/>
                  </a:lnTo>
                  <a:lnTo>
                    <a:pt x="8560054" y="2420083"/>
                  </a:lnTo>
                  <a:lnTo>
                    <a:pt x="8522999" y="2507332"/>
                  </a:lnTo>
                  <a:lnTo>
                    <a:pt x="8485917" y="2591291"/>
                  </a:lnTo>
                  <a:lnTo>
                    <a:pt x="8448747" y="2671711"/>
                  </a:lnTo>
                  <a:lnTo>
                    <a:pt x="8411408" y="2748405"/>
                  </a:lnTo>
                  <a:lnTo>
                    <a:pt x="8373796" y="2821251"/>
                  </a:lnTo>
                  <a:lnTo>
                    <a:pt x="8335778" y="2890186"/>
                  </a:lnTo>
                  <a:lnTo>
                    <a:pt x="8297195" y="2955204"/>
                  </a:lnTo>
                  <a:lnTo>
                    <a:pt x="8257850" y="3016349"/>
                  </a:lnTo>
                  <a:lnTo>
                    <a:pt x="8229629" y="3057036"/>
                  </a:lnTo>
                  <a:lnTo>
                    <a:pt x="8179269" y="3123191"/>
                  </a:lnTo>
                  <a:lnTo>
                    <a:pt x="8126615" y="3183772"/>
                  </a:lnTo>
                  <a:lnTo>
                    <a:pt x="8071042" y="3238964"/>
                  </a:lnTo>
                  <a:lnTo>
                    <a:pt x="8011866" y="3289128"/>
                  </a:lnTo>
                  <a:lnTo>
                    <a:pt x="7948374" y="3334707"/>
                  </a:lnTo>
                  <a:lnTo>
                    <a:pt x="7879863" y="3376159"/>
                  </a:lnTo>
                  <a:lnTo>
                    <a:pt x="7805680" y="3413919"/>
                  </a:lnTo>
                  <a:lnTo>
                    <a:pt x="7725285" y="3448379"/>
                  </a:lnTo>
                  <a:lnTo>
                    <a:pt x="7638319" y="3479866"/>
                  </a:lnTo>
                  <a:lnTo>
                    <a:pt x="7544705" y="3508638"/>
                  </a:lnTo>
                  <a:lnTo>
                    <a:pt x="7444766" y="3534882"/>
                  </a:lnTo>
                  <a:lnTo>
                    <a:pt x="7339349" y="3558711"/>
                  </a:lnTo>
                  <a:lnTo>
                    <a:pt x="7229943" y="3580169"/>
                  </a:lnTo>
                  <a:lnTo>
                    <a:pt x="7118756" y="3599248"/>
                  </a:lnTo>
                  <a:lnTo>
                    <a:pt x="7008697" y="3615904"/>
                  </a:lnTo>
                  <a:lnTo>
                    <a:pt x="6903235" y="3630089"/>
                  </a:lnTo>
                  <a:lnTo>
                    <a:pt x="6806094" y="3641783"/>
                  </a:lnTo>
                  <a:lnTo>
                    <a:pt x="6720811" y="3651027"/>
                  </a:lnTo>
                  <a:lnTo>
                    <a:pt x="6650225" y="3657954"/>
                  </a:lnTo>
                  <a:lnTo>
                    <a:pt x="6595997" y="3662792"/>
                  </a:lnTo>
                  <a:lnTo>
                    <a:pt x="6558288" y="3665863"/>
                  </a:lnTo>
                  <a:lnTo>
                    <a:pt x="6535653" y="3667550"/>
                  </a:lnTo>
                  <a:lnTo>
                    <a:pt x="6525134" y="3668270"/>
                  </a:lnTo>
                  <a:lnTo>
                    <a:pt x="6522385" y="3668443"/>
                  </a:lnTo>
                  <a:lnTo>
                    <a:pt x="5527445" y="3668443"/>
                  </a:lnTo>
                  <a:lnTo>
                    <a:pt x="5526328" y="3668414"/>
                  </a:lnTo>
                  <a:lnTo>
                    <a:pt x="5518950" y="3668207"/>
                  </a:lnTo>
                  <a:lnTo>
                    <a:pt x="5500245" y="3667634"/>
                  </a:lnTo>
                  <a:lnTo>
                    <a:pt x="5466539" y="3666504"/>
                  </a:lnTo>
                  <a:lnTo>
                    <a:pt x="5415760" y="3664637"/>
                  </a:lnTo>
                  <a:lnTo>
                    <a:pt x="5347601" y="3661877"/>
                  </a:lnTo>
                  <a:lnTo>
                    <a:pt x="5263459" y="3658109"/>
                  </a:lnTo>
                  <a:lnTo>
                    <a:pt x="5166135" y="3653263"/>
                  </a:lnTo>
                  <a:lnTo>
                    <a:pt x="5059324" y="3647311"/>
                  </a:lnTo>
                  <a:lnTo>
                    <a:pt x="4947034" y="3640259"/>
                  </a:lnTo>
                  <a:lnTo>
                    <a:pt x="4833062" y="3632128"/>
                  </a:lnTo>
                  <a:lnTo>
                    <a:pt x="4720633" y="3622938"/>
                  </a:lnTo>
                  <a:lnTo>
                    <a:pt x="4612203" y="3612697"/>
                  </a:lnTo>
                  <a:lnTo>
                    <a:pt x="4509439" y="3601384"/>
                  </a:lnTo>
                  <a:lnTo>
                    <a:pt x="4413289" y="3588952"/>
                  </a:lnTo>
                  <a:lnTo>
                    <a:pt x="4324116" y="3575316"/>
                  </a:lnTo>
                  <a:lnTo>
                    <a:pt x="4241842" y="3560359"/>
                  </a:lnTo>
                  <a:lnTo>
                    <a:pt x="4166077" y="3543931"/>
                  </a:lnTo>
                  <a:lnTo>
                    <a:pt x="4096232" y="3525854"/>
                  </a:lnTo>
                  <a:lnTo>
                    <a:pt x="4031601" y="3505928"/>
                  </a:lnTo>
                  <a:lnTo>
                    <a:pt x="3971424" y="3483944"/>
                  </a:lnTo>
                  <a:lnTo>
                    <a:pt x="3914937" y="3459704"/>
                  </a:lnTo>
                  <a:lnTo>
                    <a:pt x="3861408" y="3433053"/>
                  </a:lnTo>
                  <a:lnTo>
                    <a:pt x="3820202" y="3409905"/>
                  </a:lnTo>
                  <a:lnTo>
                    <a:pt x="3767239" y="3376698"/>
                  </a:lnTo>
                  <a:lnTo>
                    <a:pt x="3715773" y="3340623"/>
                  </a:lnTo>
                  <a:lnTo>
                    <a:pt x="3665324" y="3301626"/>
                  </a:lnTo>
                  <a:lnTo>
                    <a:pt x="3615522" y="3259721"/>
                  </a:lnTo>
                  <a:lnTo>
                    <a:pt x="3566088" y="3214996"/>
                  </a:lnTo>
                  <a:lnTo>
                    <a:pt x="3516818" y="3167622"/>
                  </a:lnTo>
                  <a:lnTo>
                    <a:pt x="3467577" y="3117853"/>
                  </a:lnTo>
                  <a:lnTo>
                    <a:pt x="3418284" y="3066026"/>
                  </a:lnTo>
                  <a:lnTo>
                    <a:pt x="3368907" y="3012553"/>
                  </a:lnTo>
                  <a:lnTo>
                    <a:pt x="3319447" y="2957909"/>
                  </a:lnTo>
                  <a:lnTo>
                    <a:pt x="3269936" y="2902618"/>
                  </a:lnTo>
                  <a:lnTo>
                    <a:pt x="3220417" y="2847228"/>
                  </a:lnTo>
                  <a:lnTo>
                    <a:pt x="3170935" y="2792294"/>
                  </a:lnTo>
                  <a:lnTo>
                    <a:pt x="3121526" y="2738350"/>
                  </a:lnTo>
                  <a:lnTo>
                    <a:pt x="3072205" y="2685891"/>
                  </a:lnTo>
                  <a:lnTo>
                    <a:pt x="3022952" y="2635353"/>
                  </a:lnTo>
                  <a:lnTo>
                    <a:pt x="2973706" y="2587100"/>
                  </a:lnTo>
                  <a:lnTo>
                    <a:pt x="2924349" y="2541416"/>
                  </a:lnTo>
                  <a:lnTo>
                    <a:pt x="2874705" y="2498501"/>
                  </a:lnTo>
                  <a:lnTo>
                    <a:pt x="2824522" y="2458472"/>
                  </a:lnTo>
                  <a:lnTo>
                    <a:pt x="2773463" y="2421368"/>
                  </a:lnTo>
                  <a:lnTo>
                    <a:pt x="2721092" y="2387158"/>
                  </a:lnTo>
                  <a:lnTo>
                    <a:pt x="2702183" y="2375754"/>
                  </a:lnTo>
                  <a:lnTo>
                    <a:pt x="2650548" y="2347116"/>
                  </a:lnTo>
                  <a:lnTo>
                    <a:pt x="2596487" y="2320952"/>
                  </a:lnTo>
                  <a:lnTo>
                    <a:pt x="2539326" y="2297175"/>
                  </a:lnTo>
                  <a:lnTo>
                    <a:pt x="2478326" y="2275616"/>
                  </a:lnTo>
                  <a:lnTo>
                    <a:pt x="2412719" y="2256074"/>
                  </a:lnTo>
                  <a:lnTo>
                    <a:pt x="2341751" y="2238340"/>
                  </a:lnTo>
                  <a:lnTo>
                    <a:pt x="2264735" y="2222217"/>
                  </a:lnTo>
                  <a:lnTo>
                    <a:pt x="2181114" y="2207534"/>
                  </a:lnTo>
                  <a:lnTo>
                    <a:pt x="2090549" y="2194145"/>
                  </a:lnTo>
                  <a:lnTo>
                    <a:pt x="1993040" y="2181941"/>
                  </a:lnTo>
                  <a:lnTo>
                    <a:pt x="1889054" y="2170844"/>
                  </a:lnTo>
                  <a:lnTo>
                    <a:pt x="1779673" y="2160812"/>
                  </a:lnTo>
                  <a:lnTo>
                    <a:pt x="1666716" y="2151831"/>
                  </a:lnTo>
                  <a:lnTo>
                    <a:pt x="1552800" y="2143913"/>
                  </a:lnTo>
                  <a:lnTo>
                    <a:pt x="1441282" y="2137078"/>
                  </a:lnTo>
                  <a:lnTo>
                    <a:pt x="1336038" y="2131346"/>
                  </a:lnTo>
                  <a:lnTo>
                    <a:pt x="1241059" y="2126717"/>
                  </a:lnTo>
                  <a:lnTo>
                    <a:pt x="1159907" y="2123156"/>
                  </a:lnTo>
                  <a:lnTo>
                    <a:pt x="1095140" y="2120585"/>
                  </a:lnTo>
                  <a:lnTo>
                    <a:pt x="1047834" y="2118877"/>
                  </a:lnTo>
                  <a:lnTo>
                    <a:pt x="1017326" y="2117873"/>
                  </a:lnTo>
                  <a:lnTo>
                    <a:pt x="1001211" y="2117388"/>
                  </a:lnTo>
                  <a:lnTo>
                    <a:pt x="995521" y="2117231"/>
                  </a:lnTo>
                  <a:lnTo>
                    <a:pt x="994940" y="2117216"/>
                  </a:lnTo>
                  <a:lnTo>
                    <a:pt x="0" y="2117216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62" name="pl861"/>
            <p:cNvSpPr/>
            <p:nvPr/>
          </p:nvSpPr>
          <p:spPr>
            <a:xfrm>
              <a:off x="1199187" y="2541543"/>
              <a:ext cx="12049831" cy="3668443"/>
            </a:xfrm>
            <a:custGeom>
              <a:avLst/>
              <a:pathLst>
                <a:path w="12049831" h="3668443">
                  <a:moveTo>
                    <a:pt x="0" y="2117216"/>
                  </a:moveTo>
                  <a:lnTo>
                    <a:pt x="994940" y="2117216"/>
                  </a:lnTo>
                  <a:lnTo>
                    <a:pt x="996057" y="2117245"/>
                  </a:lnTo>
                  <a:lnTo>
                    <a:pt x="1003435" y="2117452"/>
                  </a:lnTo>
                  <a:lnTo>
                    <a:pt x="1022140" y="2118025"/>
                  </a:lnTo>
                  <a:lnTo>
                    <a:pt x="1055846" y="2119155"/>
                  </a:lnTo>
                  <a:lnTo>
                    <a:pt x="1106625" y="2121022"/>
                  </a:lnTo>
                  <a:lnTo>
                    <a:pt x="1174784" y="2123782"/>
                  </a:lnTo>
                  <a:lnTo>
                    <a:pt x="1258926" y="2127550"/>
                  </a:lnTo>
                  <a:lnTo>
                    <a:pt x="1356250" y="2132396"/>
                  </a:lnTo>
                  <a:lnTo>
                    <a:pt x="1463061" y="2138348"/>
                  </a:lnTo>
                  <a:lnTo>
                    <a:pt x="1575351" y="2145400"/>
                  </a:lnTo>
                  <a:lnTo>
                    <a:pt x="1689322" y="2153531"/>
                  </a:lnTo>
                  <a:lnTo>
                    <a:pt x="1801752" y="2162721"/>
                  </a:lnTo>
                  <a:lnTo>
                    <a:pt x="1910182" y="2172962"/>
                  </a:lnTo>
                  <a:lnTo>
                    <a:pt x="2012946" y="2184275"/>
                  </a:lnTo>
                  <a:lnTo>
                    <a:pt x="2109096" y="2196707"/>
                  </a:lnTo>
                  <a:lnTo>
                    <a:pt x="2198269" y="2210343"/>
                  </a:lnTo>
                  <a:lnTo>
                    <a:pt x="2280543" y="2225300"/>
                  </a:lnTo>
                  <a:lnTo>
                    <a:pt x="2356308" y="2241728"/>
                  </a:lnTo>
                  <a:lnTo>
                    <a:pt x="2426153" y="2259805"/>
                  </a:lnTo>
                  <a:lnTo>
                    <a:pt x="2490784" y="2279731"/>
                  </a:lnTo>
                  <a:lnTo>
                    <a:pt x="2550961" y="2301715"/>
                  </a:lnTo>
                  <a:lnTo>
                    <a:pt x="2607448" y="2325955"/>
                  </a:lnTo>
                  <a:lnTo>
                    <a:pt x="2660977" y="2352606"/>
                  </a:lnTo>
                  <a:lnTo>
                    <a:pt x="2702183" y="2375754"/>
                  </a:lnTo>
                  <a:lnTo>
                    <a:pt x="2755146" y="2408961"/>
                  </a:lnTo>
                  <a:lnTo>
                    <a:pt x="2806612" y="2445036"/>
                  </a:lnTo>
                  <a:lnTo>
                    <a:pt x="2857061" y="2484033"/>
                  </a:lnTo>
                  <a:lnTo>
                    <a:pt x="2906863" y="2525938"/>
                  </a:lnTo>
                  <a:lnTo>
                    <a:pt x="2956297" y="2570663"/>
                  </a:lnTo>
                  <a:lnTo>
                    <a:pt x="3005567" y="2618037"/>
                  </a:lnTo>
                  <a:lnTo>
                    <a:pt x="3054808" y="2667806"/>
                  </a:lnTo>
                  <a:lnTo>
                    <a:pt x="3104101" y="2719633"/>
                  </a:lnTo>
                  <a:lnTo>
                    <a:pt x="3153478" y="2773106"/>
                  </a:lnTo>
                  <a:lnTo>
                    <a:pt x="3202938" y="2827750"/>
                  </a:lnTo>
                  <a:lnTo>
                    <a:pt x="3252449" y="2883041"/>
                  </a:lnTo>
                  <a:lnTo>
                    <a:pt x="3301968" y="2938431"/>
                  </a:lnTo>
                  <a:lnTo>
                    <a:pt x="3351450" y="2993365"/>
                  </a:lnTo>
                  <a:lnTo>
                    <a:pt x="3400859" y="3047309"/>
                  </a:lnTo>
                  <a:lnTo>
                    <a:pt x="3450180" y="3099768"/>
                  </a:lnTo>
                  <a:lnTo>
                    <a:pt x="3499433" y="3150306"/>
                  </a:lnTo>
                  <a:lnTo>
                    <a:pt x="3548679" y="3198559"/>
                  </a:lnTo>
                  <a:lnTo>
                    <a:pt x="3598036" y="3244243"/>
                  </a:lnTo>
                  <a:lnTo>
                    <a:pt x="3647680" y="3287158"/>
                  </a:lnTo>
                  <a:lnTo>
                    <a:pt x="3697863" y="3327187"/>
                  </a:lnTo>
                  <a:lnTo>
                    <a:pt x="3748922" y="3364291"/>
                  </a:lnTo>
                  <a:lnTo>
                    <a:pt x="3801293" y="3398501"/>
                  </a:lnTo>
                  <a:lnTo>
                    <a:pt x="3820202" y="3409905"/>
                  </a:lnTo>
                  <a:lnTo>
                    <a:pt x="3871837" y="3438543"/>
                  </a:lnTo>
                  <a:lnTo>
                    <a:pt x="3925898" y="3464707"/>
                  </a:lnTo>
                  <a:lnTo>
                    <a:pt x="3983059" y="3488484"/>
                  </a:lnTo>
                  <a:lnTo>
                    <a:pt x="4044059" y="3510043"/>
                  </a:lnTo>
                  <a:lnTo>
                    <a:pt x="4109666" y="3529585"/>
                  </a:lnTo>
                  <a:lnTo>
                    <a:pt x="4180634" y="3547319"/>
                  </a:lnTo>
                  <a:lnTo>
                    <a:pt x="4257650" y="3563442"/>
                  </a:lnTo>
                  <a:lnTo>
                    <a:pt x="4341271" y="3578125"/>
                  </a:lnTo>
                  <a:lnTo>
                    <a:pt x="4431836" y="3591514"/>
                  </a:lnTo>
                  <a:lnTo>
                    <a:pt x="4529345" y="3603718"/>
                  </a:lnTo>
                  <a:lnTo>
                    <a:pt x="4633331" y="3614815"/>
                  </a:lnTo>
                  <a:lnTo>
                    <a:pt x="4742712" y="3624847"/>
                  </a:lnTo>
                  <a:lnTo>
                    <a:pt x="4855669" y="3633828"/>
                  </a:lnTo>
                  <a:lnTo>
                    <a:pt x="4969585" y="3641747"/>
                  </a:lnTo>
                  <a:lnTo>
                    <a:pt x="5081103" y="3648581"/>
                  </a:lnTo>
                  <a:lnTo>
                    <a:pt x="5186347" y="3654313"/>
                  </a:lnTo>
                  <a:lnTo>
                    <a:pt x="5281326" y="3658942"/>
                  </a:lnTo>
                  <a:lnTo>
                    <a:pt x="5362478" y="3662503"/>
                  </a:lnTo>
                  <a:lnTo>
                    <a:pt x="5427245" y="3665074"/>
                  </a:lnTo>
                  <a:lnTo>
                    <a:pt x="5474551" y="3666782"/>
                  </a:lnTo>
                  <a:lnTo>
                    <a:pt x="5505059" y="3667786"/>
                  </a:lnTo>
                  <a:lnTo>
                    <a:pt x="5521174" y="3668271"/>
                  </a:lnTo>
                  <a:lnTo>
                    <a:pt x="5526864" y="3668428"/>
                  </a:lnTo>
                  <a:lnTo>
                    <a:pt x="5527445" y="3668443"/>
                  </a:lnTo>
                  <a:lnTo>
                    <a:pt x="6522385" y="3668443"/>
                  </a:lnTo>
                  <a:lnTo>
                    <a:pt x="6523425" y="3668379"/>
                  </a:lnTo>
                  <a:lnTo>
                    <a:pt x="6530298" y="3667924"/>
                  </a:lnTo>
                  <a:lnTo>
                    <a:pt x="6547758" y="3666666"/>
                  </a:lnTo>
                  <a:lnTo>
                    <a:pt x="6579303" y="3664186"/>
                  </a:lnTo>
                  <a:lnTo>
                    <a:pt x="6626991" y="3660082"/>
                  </a:lnTo>
                  <a:lnTo>
                    <a:pt x="6691290" y="3654006"/>
                  </a:lnTo>
                  <a:lnTo>
                    <a:pt x="6771098" y="3645690"/>
                  </a:lnTo>
                  <a:lnTo>
                    <a:pt x="6863989" y="3634966"/>
                  </a:lnTo>
                  <a:lnTo>
                    <a:pt x="6966636" y="3621757"/>
                  </a:lnTo>
                  <a:lnTo>
                    <a:pt x="7075330" y="3606064"/>
                  </a:lnTo>
                  <a:lnTo>
                    <a:pt x="7186458" y="3587928"/>
                  </a:lnTo>
                  <a:lnTo>
                    <a:pt x="7296865" y="3567398"/>
                  </a:lnTo>
                  <a:lnTo>
                    <a:pt x="7404060" y="3544500"/>
                  </a:lnTo>
                  <a:lnTo>
                    <a:pt x="7506280" y="3519211"/>
                  </a:lnTo>
                  <a:lnTo>
                    <a:pt x="7602435" y="3491447"/>
                  </a:lnTo>
                  <a:lnTo>
                    <a:pt x="7692015" y="3461050"/>
                  </a:lnTo>
                  <a:lnTo>
                    <a:pt x="7774955" y="3427791"/>
                  </a:lnTo>
                  <a:lnTo>
                    <a:pt x="7851514" y="3391366"/>
                  </a:lnTo>
                  <a:lnTo>
                    <a:pt x="7922174" y="3351410"/>
                  </a:lnTo>
                  <a:lnTo>
                    <a:pt x="7987550" y="3307502"/>
                  </a:lnTo>
                  <a:lnTo>
                    <a:pt x="8048332" y="3259189"/>
                  </a:lnTo>
                  <a:lnTo>
                    <a:pt x="8105232" y="3206015"/>
                  </a:lnTo>
                  <a:lnTo>
                    <a:pt x="8158951" y="3147579"/>
                  </a:lnTo>
                  <a:lnTo>
                    <a:pt x="8210141" y="3083613"/>
                  </a:lnTo>
                  <a:lnTo>
                    <a:pt x="8229629" y="3057036"/>
                  </a:lnTo>
                  <a:lnTo>
                    <a:pt x="8269648" y="2998559"/>
                  </a:lnTo>
                  <a:lnTo>
                    <a:pt x="8308743" y="2936269"/>
                  </a:lnTo>
                  <a:lnTo>
                    <a:pt x="8347139" y="2870089"/>
                  </a:lnTo>
                  <a:lnTo>
                    <a:pt x="8385021" y="2799987"/>
                  </a:lnTo>
                  <a:lnTo>
                    <a:pt x="8422540" y="2725987"/>
                  </a:lnTo>
                  <a:lnTo>
                    <a:pt x="8459819" y="2648169"/>
                  </a:lnTo>
                  <a:lnTo>
                    <a:pt x="8496955" y="2566674"/>
                  </a:lnTo>
                  <a:lnTo>
                    <a:pt x="8534023" y="2481707"/>
                  </a:lnTo>
                  <a:lnTo>
                    <a:pt x="8571078" y="2393536"/>
                  </a:lnTo>
                  <a:lnTo>
                    <a:pt x="8608156" y="2302494"/>
                  </a:lnTo>
                  <a:lnTo>
                    <a:pt x="8645276" y="2208969"/>
                  </a:lnTo>
                  <a:lnTo>
                    <a:pt x="8682446" y="2113406"/>
                  </a:lnTo>
                  <a:lnTo>
                    <a:pt x="8719663" y="2016294"/>
                  </a:lnTo>
                  <a:lnTo>
                    <a:pt x="8756914" y="1918158"/>
                  </a:lnTo>
                  <a:lnTo>
                    <a:pt x="8794182" y="1819545"/>
                  </a:lnTo>
                  <a:lnTo>
                    <a:pt x="8831447" y="1721016"/>
                  </a:lnTo>
                  <a:lnTo>
                    <a:pt x="8868689" y="1623127"/>
                  </a:lnTo>
                  <a:lnTo>
                    <a:pt x="8905893" y="1526423"/>
                  </a:lnTo>
                  <a:lnTo>
                    <a:pt x="8943049" y="1431417"/>
                  </a:lnTo>
                  <a:lnTo>
                    <a:pt x="8980155" y="1338587"/>
                  </a:lnTo>
                  <a:lnTo>
                    <a:pt x="9017223" y="1248360"/>
                  </a:lnTo>
                  <a:lnTo>
                    <a:pt x="9054277" y="1161111"/>
                  </a:lnTo>
                  <a:lnTo>
                    <a:pt x="9091359" y="1077151"/>
                  </a:lnTo>
                  <a:lnTo>
                    <a:pt x="9128529" y="996732"/>
                  </a:lnTo>
                  <a:lnTo>
                    <a:pt x="9165868" y="920038"/>
                  </a:lnTo>
                  <a:lnTo>
                    <a:pt x="9203481" y="847192"/>
                  </a:lnTo>
                  <a:lnTo>
                    <a:pt x="9241498" y="778257"/>
                  </a:lnTo>
                  <a:lnTo>
                    <a:pt x="9280081" y="713239"/>
                  </a:lnTo>
                  <a:lnTo>
                    <a:pt x="9319426" y="652093"/>
                  </a:lnTo>
                  <a:lnTo>
                    <a:pt x="9347647" y="611407"/>
                  </a:lnTo>
                  <a:lnTo>
                    <a:pt x="9398007" y="545252"/>
                  </a:lnTo>
                  <a:lnTo>
                    <a:pt x="9450662" y="484671"/>
                  </a:lnTo>
                  <a:lnTo>
                    <a:pt x="9506234" y="429479"/>
                  </a:lnTo>
                  <a:lnTo>
                    <a:pt x="9565410" y="379314"/>
                  </a:lnTo>
                  <a:lnTo>
                    <a:pt x="9628902" y="333736"/>
                  </a:lnTo>
                  <a:lnTo>
                    <a:pt x="9697414" y="292284"/>
                  </a:lnTo>
                  <a:lnTo>
                    <a:pt x="9771596" y="254523"/>
                  </a:lnTo>
                  <a:lnTo>
                    <a:pt x="9851991" y="220064"/>
                  </a:lnTo>
                  <a:lnTo>
                    <a:pt x="9938958" y="188577"/>
                  </a:lnTo>
                  <a:lnTo>
                    <a:pt x="10032571" y="159805"/>
                  </a:lnTo>
                  <a:lnTo>
                    <a:pt x="10132510" y="133561"/>
                  </a:lnTo>
                  <a:lnTo>
                    <a:pt x="10237928" y="109732"/>
                  </a:lnTo>
                  <a:lnTo>
                    <a:pt x="10347334" y="88274"/>
                  </a:lnTo>
                  <a:lnTo>
                    <a:pt x="10458521" y="69195"/>
                  </a:lnTo>
                  <a:lnTo>
                    <a:pt x="10568580" y="52538"/>
                  </a:lnTo>
                  <a:lnTo>
                    <a:pt x="10674042" y="38354"/>
                  </a:lnTo>
                  <a:lnTo>
                    <a:pt x="10771183" y="26660"/>
                  </a:lnTo>
                  <a:lnTo>
                    <a:pt x="10856465" y="17416"/>
                  </a:lnTo>
                  <a:lnTo>
                    <a:pt x="10927051" y="10489"/>
                  </a:lnTo>
                  <a:lnTo>
                    <a:pt x="10981280" y="5651"/>
                  </a:lnTo>
                  <a:lnTo>
                    <a:pt x="11018989" y="2580"/>
                  </a:lnTo>
                  <a:lnTo>
                    <a:pt x="11041624" y="893"/>
                  </a:lnTo>
                  <a:lnTo>
                    <a:pt x="11052143" y="173"/>
                  </a:lnTo>
                  <a:lnTo>
                    <a:pt x="11054827" y="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3" name="pl862"/>
            <p:cNvSpPr/>
            <p:nvPr/>
          </p:nvSpPr>
          <p:spPr>
            <a:xfrm>
              <a:off x="1199187" y="2536302"/>
              <a:ext cx="12049831" cy="3668443"/>
            </a:xfrm>
            <a:custGeom>
              <a:avLst/>
              <a:pathLst>
                <a:path w="12049831" h="3668443">
                  <a:moveTo>
                    <a:pt x="12049831" y="0"/>
                  </a:moveTo>
                  <a:lnTo>
                    <a:pt x="11054891" y="0"/>
                  </a:lnTo>
                  <a:lnTo>
                    <a:pt x="11053851" y="63"/>
                  </a:lnTo>
                  <a:lnTo>
                    <a:pt x="11046978" y="519"/>
                  </a:lnTo>
                  <a:lnTo>
                    <a:pt x="11029519" y="1777"/>
                  </a:lnTo>
                  <a:lnTo>
                    <a:pt x="10997974" y="4257"/>
                  </a:lnTo>
                  <a:lnTo>
                    <a:pt x="10950285" y="8361"/>
                  </a:lnTo>
                  <a:lnTo>
                    <a:pt x="10885987" y="14437"/>
                  </a:lnTo>
                  <a:lnTo>
                    <a:pt x="10806178" y="22753"/>
                  </a:lnTo>
                  <a:lnTo>
                    <a:pt x="10713288" y="33477"/>
                  </a:lnTo>
                  <a:lnTo>
                    <a:pt x="10610640" y="46686"/>
                  </a:lnTo>
                  <a:lnTo>
                    <a:pt x="10501946" y="62379"/>
                  </a:lnTo>
                  <a:lnTo>
                    <a:pt x="10390819" y="80515"/>
                  </a:lnTo>
                  <a:lnTo>
                    <a:pt x="10280412" y="101045"/>
                  </a:lnTo>
                  <a:lnTo>
                    <a:pt x="10173216" y="123943"/>
                  </a:lnTo>
                  <a:lnTo>
                    <a:pt x="10070997" y="149232"/>
                  </a:lnTo>
                  <a:lnTo>
                    <a:pt x="9974841" y="176996"/>
                  </a:lnTo>
                  <a:lnTo>
                    <a:pt x="9885261" y="207392"/>
                  </a:lnTo>
                  <a:lnTo>
                    <a:pt x="9802322" y="240652"/>
                  </a:lnTo>
                  <a:lnTo>
                    <a:pt x="9725762" y="277077"/>
                  </a:lnTo>
                  <a:lnTo>
                    <a:pt x="9655102" y="317033"/>
                  </a:lnTo>
                  <a:lnTo>
                    <a:pt x="9589726" y="360941"/>
                  </a:lnTo>
                  <a:lnTo>
                    <a:pt x="9528945" y="409254"/>
                  </a:lnTo>
                  <a:lnTo>
                    <a:pt x="9472045" y="462428"/>
                  </a:lnTo>
                  <a:lnTo>
                    <a:pt x="9418326" y="520863"/>
                  </a:lnTo>
                  <a:lnTo>
                    <a:pt x="9367136" y="584830"/>
                  </a:lnTo>
                  <a:lnTo>
                    <a:pt x="9347647" y="611407"/>
                  </a:lnTo>
                  <a:lnTo>
                    <a:pt x="9307629" y="669884"/>
                  </a:lnTo>
                  <a:lnTo>
                    <a:pt x="9268533" y="732174"/>
                  </a:lnTo>
                  <a:lnTo>
                    <a:pt x="9230137" y="798354"/>
                  </a:lnTo>
                  <a:lnTo>
                    <a:pt x="9192255" y="868456"/>
                  </a:lnTo>
                  <a:lnTo>
                    <a:pt x="9154737" y="942456"/>
                  </a:lnTo>
                  <a:lnTo>
                    <a:pt x="9117458" y="1020274"/>
                  </a:lnTo>
                  <a:lnTo>
                    <a:pt x="9080321" y="1101769"/>
                  </a:lnTo>
                  <a:lnTo>
                    <a:pt x="9043253" y="1186736"/>
                  </a:lnTo>
                  <a:lnTo>
                    <a:pt x="9006198" y="1274906"/>
                  </a:lnTo>
                  <a:lnTo>
                    <a:pt x="8969121" y="1365949"/>
                  </a:lnTo>
                  <a:lnTo>
                    <a:pt x="8932001" y="1459474"/>
                  </a:lnTo>
                  <a:lnTo>
                    <a:pt x="8894830" y="1555037"/>
                  </a:lnTo>
                  <a:lnTo>
                    <a:pt x="8857614" y="1652149"/>
                  </a:lnTo>
                  <a:lnTo>
                    <a:pt x="8820362" y="1750285"/>
                  </a:lnTo>
                  <a:lnTo>
                    <a:pt x="8783094" y="1848898"/>
                  </a:lnTo>
                  <a:lnTo>
                    <a:pt x="8745829" y="1947427"/>
                  </a:lnTo>
                  <a:lnTo>
                    <a:pt x="8708587" y="2045315"/>
                  </a:lnTo>
                  <a:lnTo>
                    <a:pt x="8671383" y="2142020"/>
                  </a:lnTo>
                  <a:lnTo>
                    <a:pt x="8634228" y="2237026"/>
                  </a:lnTo>
                  <a:lnTo>
                    <a:pt x="8597121" y="2329856"/>
                  </a:lnTo>
                  <a:lnTo>
                    <a:pt x="8560054" y="2420083"/>
                  </a:lnTo>
                  <a:lnTo>
                    <a:pt x="8522999" y="2507332"/>
                  </a:lnTo>
                  <a:lnTo>
                    <a:pt x="8485917" y="2591291"/>
                  </a:lnTo>
                  <a:lnTo>
                    <a:pt x="8448747" y="2671711"/>
                  </a:lnTo>
                  <a:lnTo>
                    <a:pt x="8411408" y="2748405"/>
                  </a:lnTo>
                  <a:lnTo>
                    <a:pt x="8373796" y="2821251"/>
                  </a:lnTo>
                  <a:lnTo>
                    <a:pt x="8335778" y="2890186"/>
                  </a:lnTo>
                  <a:lnTo>
                    <a:pt x="8297195" y="2955204"/>
                  </a:lnTo>
                  <a:lnTo>
                    <a:pt x="8257850" y="3016349"/>
                  </a:lnTo>
                  <a:lnTo>
                    <a:pt x="8229629" y="3057036"/>
                  </a:lnTo>
                  <a:lnTo>
                    <a:pt x="8179269" y="3123191"/>
                  </a:lnTo>
                  <a:lnTo>
                    <a:pt x="8126615" y="3183772"/>
                  </a:lnTo>
                  <a:lnTo>
                    <a:pt x="8071042" y="3238964"/>
                  </a:lnTo>
                  <a:lnTo>
                    <a:pt x="8011866" y="3289128"/>
                  </a:lnTo>
                  <a:lnTo>
                    <a:pt x="7948374" y="3334707"/>
                  </a:lnTo>
                  <a:lnTo>
                    <a:pt x="7879863" y="3376159"/>
                  </a:lnTo>
                  <a:lnTo>
                    <a:pt x="7805680" y="3413919"/>
                  </a:lnTo>
                  <a:lnTo>
                    <a:pt x="7725285" y="3448379"/>
                  </a:lnTo>
                  <a:lnTo>
                    <a:pt x="7638319" y="3479866"/>
                  </a:lnTo>
                  <a:lnTo>
                    <a:pt x="7544705" y="3508638"/>
                  </a:lnTo>
                  <a:lnTo>
                    <a:pt x="7444766" y="3534882"/>
                  </a:lnTo>
                  <a:lnTo>
                    <a:pt x="7339349" y="3558711"/>
                  </a:lnTo>
                  <a:lnTo>
                    <a:pt x="7229943" y="3580169"/>
                  </a:lnTo>
                  <a:lnTo>
                    <a:pt x="7118756" y="3599248"/>
                  </a:lnTo>
                  <a:lnTo>
                    <a:pt x="7008697" y="3615904"/>
                  </a:lnTo>
                  <a:lnTo>
                    <a:pt x="6903235" y="3630089"/>
                  </a:lnTo>
                  <a:lnTo>
                    <a:pt x="6806094" y="3641783"/>
                  </a:lnTo>
                  <a:lnTo>
                    <a:pt x="6720811" y="3651027"/>
                  </a:lnTo>
                  <a:lnTo>
                    <a:pt x="6650225" y="3657954"/>
                  </a:lnTo>
                  <a:lnTo>
                    <a:pt x="6595997" y="3662792"/>
                  </a:lnTo>
                  <a:lnTo>
                    <a:pt x="6558288" y="3665863"/>
                  </a:lnTo>
                  <a:lnTo>
                    <a:pt x="6535653" y="3667550"/>
                  </a:lnTo>
                  <a:lnTo>
                    <a:pt x="6525134" y="3668270"/>
                  </a:lnTo>
                  <a:lnTo>
                    <a:pt x="6522450" y="3668440"/>
                  </a:lnTo>
                  <a:lnTo>
                    <a:pt x="6522385" y="3668443"/>
                  </a:lnTo>
                  <a:lnTo>
                    <a:pt x="5527445" y="3668443"/>
                  </a:lnTo>
                  <a:lnTo>
                    <a:pt x="5526328" y="3668414"/>
                  </a:lnTo>
                  <a:lnTo>
                    <a:pt x="5518950" y="3668207"/>
                  </a:lnTo>
                  <a:lnTo>
                    <a:pt x="5500245" y="3667634"/>
                  </a:lnTo>
                  <a:lnTo>
                    <a:pt x="5466539" y="3666504"/>
                  </a:lnTo>
                  <a:lnTo>
                    <a:pt x="5415760" y="3664637"/>
                  </a:lnTo>
                  <a:lnTo>
                    <a:pt x="5347601" y="3661877"/>
                  </a:lnTo>
                  <a:lnTo>
                    <a:pt x="5263459" y="3658109"/>
                  </a:lnTo>
                  <a:lnTo>
                    <a:pt x="5166135" y="3653263"/>
                  </a:lnTo>
                  <a:lnTo>
                    <a:pt x="5059324" y="3647311"/>
                  </a:lnTo>
                  <a:lnTo>
                    <a:pt x="4947034" y="3640259"/>
                  </a:lnTo>
                  <a:lnTo>
                    <a:pt x="4833062" y="3632128"/>
                  </a:lnTo>
                  <a:lnTo>
                    <a:pt x="4720633" y="3622938"/>
                  </a:lnTo>
                  <a:lnTo>
                    <a:pt x="4612203" y="3612697"/>
                  </a:lnTo>
                  <a:lnTo>
                    <a:pt x="4509439" y="3601384"/>
                  </a:lnTo>
                  <a:lnTo>
                    <a:pt x="4413289" y="3588952"/>
                  </a:lnTo>
                  <a:lnTo>
                    <a:pt x="4324116" y="3575316"/>
                  </a:lnTo>
                  <a:lnTo>
                    <a:pt x="4241842" y="3560359"/>
                  </a:lnTo>
                  <a:lnTo>
                    <a:pt x="4166077" y="3543931"/>
                  </a:lnTo>
                  <a:lnTo>
                    <a:pt x="4096232" y="3525854"/>
                  </a:lnTo>
                  <a:lnTo>
                    <a:pt x="4031601" y="3505928"/>
                  </a:lnTo>
                  <a:lnTo>
                    <a:pt x="3971424" y="3483944"/>
                  </a:lnTo>
                  <a:lnTo>
                    <a:pt x="3914937" y="3459704"/>
                  </a:lnTo>
                  <a:lnTo>
                    <a:pt x="3861408" y="3433053"/>
                  </a:lnTo>
                  <a:lnTo>
                    <a:pt x="3820202" y="3409905"/>
                  </a:lnTo>
                  <a:lnTo>
                    <a:pt x="3767239" y="3376698"/>
                  </a:lnTo>
                  <a:lnTo>
                    <a:pt x="3715773" y="3340623"/>
                  </a:lnTo>
                  <a:lnTo>
                    <a:pt x="3665324" y="3301626"/>
                  </a:lnTo>
                  <a:lnTo>
                    <a:pt x="3615522" y="3259721"/>
                  </a:lnTo>
                  <a:lnTo>
                    <a:pt x="3566088" y="3214996"/>
                  </a:lnTo>
                  <a:lnTo>
                    <a:pt x="3516818" y="3167622"/>
                  </a:lnTo>
                  <a:lnTo>
                    <a:pt x="3467577" y="3117853"/>
                  </a:lnTo>
                  <a:lnTo>
                    <a:pt x="3418284" y="3066026"/>
                  </a:lnTo>
                  <a:lnTo>
                    <a:pt x="3368907" y="3012553"/>
                  </a:lnTo>
                  <a:lnTo>
                    <a:pt x="3319447" y="2957909"/>
                  </a:lnTo>
                  <a:lnTo>
                    <a:pt x="3269936" y="2902618"/>
                  </a:lnTo>
                  <a:lnTo>
                    <a:pt x="3220417" y="2847228"/>
                  </a:lnTo>
                  <a:lnTo>
                    <a:pt x="3170935" y="2792294"/>
                  </a:lnTo>
                  <a:lnTo>
                    <a:pt x="3121526" y="2738350"/>
                  </a:lnTo>
                  <a:lnTo>
                    <a:pt x="3072205" y="2685891"/>
                  </a:lnTo>
                  <a:lnTo>
                    <a:pt x="3022952" y="2635353"/>
                  </a:lnTo>
                  <a:lnTo>
                    <a:pt x="2973706" y="2587100"/>
                  </a:lnTo>
                  <a:lnTo>
                    <a:pt x="2924349" y="2541416"/>
                  </a:lnTo>
                  <a:lnTo>
                    <a:pt x="2874705" y="2498501"/>
                  </a:lnTo>
                  <a:lnTo>
                    <a:pt x="2824522" y="2458472"/>
                  </a:lnTo>
                  <a:lnTo>
                    <a:pt x="2773463" y="2421368"/>
                  </a:lnTo>
                  <a:lnTo>
                    <a:pt x="2721092" y="2387158"/>
                  </a:lnTo>
                  <a:lnTo>
                    <a:pt x="2702183" y="2375754"/>
                  </a:lnTo>
                  <a:lnTo>
                    <a:pt x="2650548" y="2347116"/>
                  </a:lnTo>
                  <a:lnTo>
                    <a:pt x="2596487" y="2320952"/>
                  </a:lnTo>
                  <a:lnTo>
                    <a:pt x="2539326" y="2297175"/>
                  </a:lnTo>
                  <a:lnTo>
                    <a:pt x="2478326" y="2275616"/>
                  </a:lnTo>
                  <a:lnTo>
                    <a:pt x="2412719" y="2256074"/>
                  </a:lnTo>
                  <a:lnTo>
                    <a:pt x="2341751" y="2238340"/>
                  </a:lnTo>
                  <a:lnTo>
                    <a:pt x="2264735" y="2222217"/>
                  </a:lnTo>
                  <a:lnTo>
                    <a:pt x="2181114" y="2207534"/>
                  </a:lnTo>
                  <a:lnTo>
                    <a:pt x="2090549" y="2194145"/>
                  </a:lnTo>
                  <a:lnTo>
                    <a:pt x="1993040" y="2181941"/>
                  </a:lnTo>
                  <a:lnTo>
                    <a:pt x="1889054" y="2170844"/>
                  </a:lnTo>
                  <a:lnTo>
                    <a:pt x="1779673" y="2160812"/>
                  </a:lnTo>
                  <a:lnTo>
                    <a:pt x="1666716" y="2151831"/>
                  </a:lnTo>
                  <a:lnTo>
                    <a:pt x="1552800" y="2143913"/>
                  </a:lnTo>
                  <a:lnTo>
                    <a:pt x="1441282" y="2137078"/>
                  </a:lnTo>
                  <a:lnTo>
                    <a:pt x="1336038" y="2131346"/>
                  </a:lnTo>
                  <a:lnTo>
                    <a:pt x="1241059" y="2126717"/>
                  </a:lnTo>
                  <a:lnTo>
                    <a:pt x="1159907" y="2123156"/>
                  </a:lnTo>
                  <a:lnTo>
                    <a:pt x="1095140" y="2120585"/>
                  </a:lnTo>
                  <a:lnTo>
                    <a:pt x="1047834" y="2118877"/>
                  </a:lnTo>
                  <a:lnTo>
                    <a:pt x="1017326" y="2117873"/>
                  </a:lnTo>
                  <a:lnTo>
                    <a:pt x="1001211" y="2117388"/>
                  </a:lnTo>
                  <a:lnTo>
                    <a:pt x="995521" y="2117231"/>
                  </a:lnTo>
                  <a:lnTo>
                    <a:pt x="994940" y="2117216"/>
                  </a:lnTo>
                  <a:lnTo>
                    <a:pt x="0" y="2117216"/>
                  </a:lnTo>
                  <a:lnTo>
                    <a:pt x="0" y="21172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4" name="pg863"/>
            <p:cNvSpPr/>
            <p:nvPr/>
          </p:nvSpPr>
          <p:spPr>
            <a:xfrm>
              <a:off x="1199187" y="2305714"/>
              <a:ext cx="12049831" cy="4208229"/>
            </a:xfrm>
            <a:custGeom>
              <a:avLst/>
              <a:pathLst>
                <a:path w="12049831" h="4208229">
                  <a:moveTo>
                    <a:pt x="0" y="2384488"/>
                  </a:moveTo>
                  <a:lnTo>
                    <a:pt x="994940" y="2384488"/>
                  </a:lnTo>
                  <a:lnTo>
                    <a:pt x="996050" y="2384522"/>
                  </a:lnTo>
                  <a:lnTo>
                    <a:pt x="1003383" y="2384764"/>
                  </a:lnTo>
                  <a:lnTo>
                    <a:pt x="1021976" y="2385434"/>
                  </a:lnTo>
                  <a:lnTo>
                    <a:pt x="1055489" y="2386753"/>
                  </a:lnTo>
                  <a:lnTo>
                    <a:pt x="1105991" y="2388934"/>
                  </a:lnTo>
                  <a:lnTo>
                    <a:pt x="1173807" y="2392159"/>
                  </a:lnTo>
                  <a:lnTo>
                    <a:pt x="1257566" y="2396562"/>
                  </a:lnTo>
                  <a:lnTo>
                    <a:pt x="1354500" y="2402227"/>
                  </a:lnTo>
                  <a:lnTo>
                    <a:pt x="1460948" y="2409186"/>
                  </a:lnTo>
                  <a:lnTo>
                    <a:pt x="1572929" y="2417434"/>
                  </a:lnTo>
                  <a:lnTo>
                    <a:pt x="1686658" y="2426945"/>
                  </a:lnTo>
                  <a:lnTo>
                    <a:pt x="1798918" y="2437696"/>
                  </a:lnTo>
                  <a:lnTo>
                    <a:pt x="1907248" y="2449678"/>
                  </a:lnTo>
                  <a:lnTo>
                    <a:pt x="2009973" y="2462912"/>
                  </a:lnTo>
                  <a:lnTo>
                    <a:pt x="2106130" y="2477456"/>
                  </a:lnTo>
                  <a:lnTo>
                    <a:pt x="2195344" y="2493404"/>
                  </a:lnTo>
                  <a:lnTo>
                    <a:pt x="2277680" y="2510894"/>
                  </a:lnTo>
                  <a:lnTo>
                    <a:pt x="2353516" y="2530099"/>
                  </a:lnTo>
                  <a:lnTo>
                    <a:pt x="2423432" y="2551226"/>
                  </a:lnTo>
                  <a:lnTo>
                    <a:pt x="2488126" y="2574508"/>
                  </a:lnTo>
                  <a:lnTo>
                    <a:pt x="2548353" y="2600188"/>
                  </a:lnTo>
                  <a:lnTo>
                    <a:pt x="2604872" y="2628499"/>
                  </a:lnTo>
                  <a:lnTo>
                    <a:pt x="2658412" y="2659628"/>
                  </a:lnTo>
                  <a:lnTo>
                    <a:pt x="2702183" y="2688445"/>
                  </a:lnTo>
                  <a:lnTo>
                    <a:pt x="2753072" y="2725870"/>
                  </a:lnTo>
                  <a:lnTo>
                    <a:pt x="2802562" y="2766400"/>
                  </a:lnTo>
                  <a:lnTo>
                    <a:pt x="2851083" y="2810096"/>
                  </a:lnTo>
                  <a:lnTo>
                    <a:pt x="2898972" y="2856951"/>
                  </a:lnTo>
                  <a:lnTo>
                    <a:pt x="2946487" y="2906884"/>
                  </a:lnTo>
                  <a:lnTo>
                    <a:pt x="2993818" y="2959733"/>
                  </a:lnTo>
                  <a:lnTo>
                    <a:pt x="3041098" y="3015253"/>
                  </a:lnTo>
                  <a:lnTo>
                    <a:pt x="3088410" y="3073116"/>
                  </a:lnTo>
                  <a:lnTo>
                    <a:pt x="3135796" y="3132913"/>
                  </a:lnTo>
                  <a:lnTo>
                    <a:pt x="3183261" y="3194172"/>
                  </a:lnTo>
                  <a:lnTo>
                    <a:pt x="3230787" y="3256362"/>
                  </a:lnTo>
                  <a:lnTo>
                    <a:pt x="3278339" y="3318922"/>
                  </a:lnTo>
                  <a:lnTo>
                    <a:pt x="3325876" y="3381273"/>
                  </a:lnTo>
                  <a:lnTo>
                    <a:pt x="3373361" y="3442846"/>
                  </a:lnTo>
                  <a:lnTo>
                    <a:pt x="3420770" y="3503102"/>
                  </a:lnTo>
                  <a:lnTo>
                    <a:pt x="3468100" y="3561548"/>
                  </a:lnTo>
                  <a:lnTo>
                    <a:pt x="3515383" y="3617757"/>
                  </a:lnTo>
                  <a:lnTo>
                    <a:pt x="3562688" y="3671380"/>
                  </a:lnTo>
                  <a:lnTo>
                    <a:pt x="3610135" y="3722146"/>
                  </a:lnTo>
                  <a:lnTo>
                    <a:pt x="3657897" y="3769871"/>
                  </a:lnTo>
                  <a:lnTo>
                    <a:pt x="3706212" y="3814451"/>
                  </a:lnTo>
                  <a:lnTo>
                    <a:pt x="3755392" y="3855861"/>
                  </a:lnTo>
                  <a:lnTo>
                    <a:pt x="3805841" y="3894142"/>
                  </a:lnTo>
                  <a:lnTo>
                    <a:pt x="3820202" y="3904272"/>
                  </a:lnTo>
                  <a:lnTo>
                    <a:pt x="3871725" y="3937872"/>
                  </a:lnTo>
                  <a:lnTo>
                    <a:pt x="3925662" y="3968576"/>
                  </a:lnTo>
                  <a:lnTo>
                    <a:pt x="3982682" y="3996485"/>
                  </a:lnTo>
                  <a:lnTo>
                    <a:pt x="4043521" y="4021795"/>
                  </a:lnTo>
                  <a:lnTo>
                    <a:pt x="4108940" y="4044743"/>
                  </a:lnTo>
                  <a:lnTo>
                    <a:pt x="4179689" y="4065572"/>
                  </a:lnTo>
                  <a:lnTo>
                    <a:pt x="4256453" y="4084511"/>
                  </a:lnTo>
                  <a:lnTo>
                    <a:pt x="4339788" y="4101763"/>
                  </a:lnTo>
                  <a:lnTo>
                    <a:pt x="4430033" y="4117496"/>
                  </a:lnTo>
                  <a:lnTo>
                    <a:pt x="4527197" y="4131841"/>
                  </a:lnTo>
                  <a:lnTo>
                    <a:pt x="4630827" y="4144888"/>
                  </a:lnTo>
                  <a:lnTo>
                    <a:pt x="4739862" y="4156688"/>
                  </a:lnTo>
                  <a:lnTo>
                    <a:pt x="4852514" y="4167256"/>
                  </a:lnTo>
                  <a:lnTo>
                    <a:pt x="4966204" y="4176582"/>
                  </a:lnTo>
                  <a:lnTo>
                    <a:pt x="5077614" y="4184641"/>
                  </a:lnTo>
                  <a:lnTo>
                    <a:pt x="5182906" y="4191408"/>
                  </a:lnTo>
                  <a:lnTo>
                    <a:pt x="5278108" y="4196883"/>
                  </a:lnTo>
                  <a:lnTo>
                    <a:pt x="5359656" y="4201106"/>
                  </a:lnTo>
                  <a:lnTo>
                    <a:pt x="5424960" y="4204166"/>
                  </a:lnTo>
                  <a:lnTo>
                    <a:pt x="5472889" y="4206208"/>
                  </a:lnTo>
                  <a:lnTo>
                    <a:pt x="5504026" y="4207417"/>
                  </a:lnTo>
                  <a:lnTo>
                    <a:pt x="5520688" y="4208010"/>
                  </a:lnTo>
                  <a:lnTo>
                    <a:pt x="5526753" y="4208208"/>
                  </a:lnTo>
                  <a:lnTo>
                    <a:pt x="5527445" y="4208229"/>
                  </a:lnTo>
                  <a:lnTo>
                    <a:pt x="6522385" y="4208229"/>
                  </a:lnTo>
                  <a:lnTo>
                    <a:pt x="6523399" y="4208157"/>
                  </a:lnTo>
                  <a:lnTo>
                    <a:pt x="6530101" y="4207649"/>
                  </a:lnTo>
                  <a:lnTo>
                    <a:pt x="6547136" y="4206245"/>
                  </a:lnTo>
                  <a:lnTo>
                    <a:pt x="6577942" y="4203478"/>
                  </a:lnTo>
                  <a:lnTo>
                    <a:pt x="6624571" y="4198897"/>
                  </a:lnTo>
                  <a:lnTo>
                    <a:pt x="6687537" y="4192112"/>
                  </a:lnTo>
                  <a:lnTo>
                    <a:pt x="6765838" y="4182817"/>
                  </a:lnTo>
                  <a:lnTo>
                    <a:pt x="6857171" y="4170819"/>
                  </a:lnTo>
                  <a:lnTo>
                    <a:pt x="6958339" y="4156027"/>
                  </a:lnTo>
                  <a:lnTo>
                    <a:pt x="7065735" y="4138435"/>
                  </a:lnTo>
                  <a:lnTo>
                    <a:pt x="7175817" y="4118087"/>
                  </a:lnTo>
                  <a:lnTo>
                    <a:pt x="7285460" y="4095040"/>
                  </a:lnTo>
                  <a:lnTo>
                    <a:pt x="7392169" y="4069326"/>
                  </a:lnTo>
                  <a:lnTo>
                    <a:pt x="7494147" y="4040926"/>
                  </a:lnTo>
                  <a:lnTo>
                    <a:pt x="7590264" y="4009756"/>
                  </a:lnTo>
                  <a:lnTo>
                    <a:pt x="7679956" y="3975649"/>
                  </a:lnTo>
                  <a:lnTo>
                    <a:pt x="7763109" y="3938360"/>
                  </a:lnTo>
                  <a:lnTo>
                    <a:pt x="7839938" y="3897563"/>
                  </a:lnTo>
                  <a:lnTo>
                    <a:pt x="7910885" y="3852859"/>
                  </a:lnTo>
                  <a:lnTo>
                    <a:pt x="7976534" y="3803787"/>
                  </a:lnTo>
                  <a:lnTo>
                    <a:pt x="8037546" y="3749845"/>
                  </a:lnTo>
                  <a:lnTo>
                    <a:pt x="8094617" y="3690523"/>
                  </a:lnTo>
                  <a:lnTo>
                    <a:pt x="8148432" y="3625354"/>
                  </a:lnTo>
                  <a:lnTo>
                    <a:pt x="8199640" y="3554000"/>
                  </a:lnTo>
                  <a:lnTo>
                    <a:pt x="8229629" y="3507731"/>
                  </a:lnTo>
                  <a:lnTo>
                    <a:pt x="8267438" y="3444591"/>
                  </a:lnTo>
                  <a:lnTo>
                    <a:pt x="8304412" y="3377563"/>
                  </a:lnTo>
                  <a:lnTo>
                    <a:pt x="8340743" y="3306567"/>
                  </a:lnTo>
                  <a:lnTo>
                    <a:pt x="8376590" y="3231568"/>
                  </a:lnTo>
                  <a:lnTo>
                    <a:pt x="8412086" y="3152577"/>
                  </a:lnTo>
                  <a:lnTo>
                    <a:pt x="8447340" y="3069658"/>
                  </a:lnTo>
                  <a:lnTo>
                    <a:pt x="8482440" y="2982927"/>
                  </a:lnTo>
                  <a:lnTo>
                    <a:pt x="8517457" y="2892561"/>
                  </a:lnTo>
                  <a:lnTo>
                    <a:pt x="8552441" y="2798791"/>
                  </a:lnTo>
                  <a:lnTo>
                    <a:pt x="8587432" y="2701910"/>
                  </a:lnTo>
                  <a:lnTo>
                    <a:pt x="8622453" y="2602264"/>
                  </a:lnTo>
                  <a:lnTo>
                    <a:pt x="8657515" y="2500251"/>
                  </a:lnTo>
                  <a:lnTo>
                    <a:pt x="8692623" y="2396316"/>
                  </a:lnTo>
                  <a:lnTo>
                    <a:pt x="8727769" y="2290942"/>
                  </a:lnTo>
                  <a:lnTo>
                    <a:pt x="8762943" y="2184642"/>
                  </a:lnTo>
                  <a:lnTo>
                    <a:pt x="8798129" y="2077948"/>
                  </a:lnTo>
                  <a:lnTo>
                    <a:pt x="8833311" y="1971400"/>
                  </a:lnTo>
                  <a:lnTo>
                    <a:pt x="8868472" y="1865534"/>
                  </a:lnTo>
                  <a:lnTo>
                    <a:pt x="8903598" y="1760875"/>
                  </a:lnTo>
                  <a:lnTo>
                    <a:pt x="8938681" y="1657919"/>
                  </a:lnTo>
                  <a:lnTo>
                    <a:pt x="8973720" y="1557130"/>
                  </a:lnTo>
                  <a:lnTo>
                    <a:pt x="9008723" y="1458929"/>
                  </a:lnTo>
                  <a:lnTo>
                    <a:pt x="9043706" y="1363687"/>
                  </a:lnTo>
                  <a:lnTo>
                    <a:pt x="9078703" y="1271721"/>
                  </a:lnTo>
                  <a:lnTo>
                    <a:pt x="9113757" y="1183291"/>
                  </a:lnTo>
                  <a:lnTo>
                    <a:pt x="9148930" y="1098598"/>
                  </a:lnTo>
                  <a:lnTo>
                    <a:pt x="9184302" y="1017787"/>
                  </a:lnTo>
                  <a:lnTo>
                    <a:pt x="9219973" y="940945"/>
                  </a:lnTo>
                  <a:lnTo>
                    <a:pt x="9256062" y="868107"/>
                  </a:lnTo>
                  <a:lnTo>
                    <a:pt x="9292719" y="799259"/>
                  </a:lnTo>
                  <a:lnTo>
                    <a:pt x="9330117" y="734341"/>
                  </a:lnTo>
                  <a:lnTo>
                    <a:pt x="9347647" y="705738"/>
                  </a:lnTo>
                  <a:lnTo>
                    <a:pt x="9397561" y="630575"/>
                  </a:lnTo>
                  <a:lnTo>
                    <a:pt x="9449723" y="561688"/>
                  </a:lnTo>
                  <a:lnTo>
                    <a:pt x="9504742" y="498875"/>
                  </a:lnTo>
                  <a:lnTo>
                    <a:pt x="9563284" y="441734"/>
                  </a:lnTo>
                  <a:lnTo>
                    <a:pt x="9626043" y="389774"/>
                  </a:lnTo>
                  <a:lnTo>
                    <a:pt x="9693706" y="342483"/>
                  </a:lnTo>
                  <a:lnTo>
                    <a:pt x="9766909" y="299372"/>
                  </a:lnTo>
                  <a:lnTo>
                    <a:pt x="9846191" y="260003"/>
                  </a:lnTo>
                  <a:lnTo>
                    <a:pt x="9931913" y="224003"/>
                  </a:lnTo>
                  <a:lnTo>
                    <a:pt x="10024174" y="191079"/>
                  </a:lnTo>
                  <a:lnTo>
                    <a:pt x="10122699" y="161017"/>
                  </a:lnTo>
                  <a:lnTo>
                    <a:pt x="10226713" y="133683"/>
                  </a:lnTo>
                  <a:lnTo>
                    <a:pt x="10334833" y="109020"/>
                  </a:lnTo>
                  <a:lnTo>
                    <a:pt x="10444985" y="87031"/>
                  </a:lnTo>
                  <a:lnTo>
                    <a:pt x="10554411" y="67764"/>
                  </a:lnTo>
                  <a:lnTo>
                    <a:pt x="10659786" y="51272"/>
                  </a:lnTo>
                  <a:lnTo>
                    <a:pt x="10757494" y="37587"/>
                  </a:lnTo>
                  <a:lnTo>
                    <a:pt x="10844030" y="26671"/>
                  </a:lnTo>
                  <a:lnTo>
                    <a:pt x="10916493" y="18396"/>
                  </a:lnTo>
                  <a:lnTo>
                    <a:pt x="10973054" y="12522"/>
                  </a:lnTo>
                  <a:lnTo>
                    <a:pt x="11013293" y="8707"/>
                  </a:lnTo>
                  <a:lnTo>
                    <a:pt x="11038342" y="6533"/>
                  </a:lnTo>
                  <a:lnTo>
                    <a:pt x="11050821" y="5538"/>
                  </a:lnTo>
                  <a:lnTo>
                    <a:pt x="11054661" y="525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78" y="71"/>
                  </a:lnTo>
                  <a:lnTo>
                    <a:pt x="11047176" y="579"/>
                  </a:lnTo>
                  <a:lnTo>
                    <a:pt x="11030141" y="1983"/>
                  </a:lnTo>
                  <a:lnTo>
                    <a:pt x="10999334" y="4750"/>
                  </a:lnTo>
                  <a:lnTo>
                    <a:pt x="10952706" y="9331"/>
                  </a:lnTo>
                  <a:lnTo>
                    <a:pt x="10889739" y="16117"/>
                  </a:lnTo>
                  <a:lnTo>
                    <a:pt x="10811438" y="25411"/>
                  </a:lnTo>
                  <a:lnTo>
                    <a:pt x="10720105" y="37409"/>
                  </a:lnTo>
                  <a:lnTo>
                    <a:pt x="10618938" y="52201"/>
                  </a:lnTo>
                  <a:lnTo>
                    <a:pt x="10511542" y="69794"/>
                  </a:lnTo>
                  <a:lnTo>
                    <a:pt x="10401460" y="90141"/>
                  </a:lnTo>
                  <a:lnTo>
                    <a:pt x="10291816" y="113188"/>
                  </a:lnTo>
                  <a:lnTo>
                    <a:pt x="10185107" y="138903"/>
                  </a:lnTo>
                  <a:lnTo>
                    <a:pt x="10083129" y="167302"/>
                  </a:lnTo>
                  <a:lnTo>
                    <a:pt x="9987013" y="198472"/>
                  </a:lnTo>
                  <a:lnTo>
                    <a:pt x="9897321" y="232579"/>
                  </a:lnTo>
                  <a:lnTo>
                    <a:pt x="9814168" y="269868"/>
                  </a:lnTo>
                  <a:lnTo>
                    <a:pt x="9737338" y="310665"/>
                  </a:lnTo>
                  <a:lnTo>
                    <a:pt x="9666391" y="355369"/>
                  </a:lnTo>
                  <a:lnTo>
                    <a:pt x="9600743" y="404441"/>
                  </a:lnTo>
                  <a:lnTo>
                    <a:pt x="9539730" y="458383"/>
                  </a:lnTo>
                  <a:lnTo>
                    <a:pt x="9482660" y="517705"/>
                  </a:lnTo>
                  <a:lnTo>
                    <a:pt x="9428844" y="582874"/>
                  </a:lnTo>
                  <a:lnTo>
                    <a:pt x="9377637" y="654228"/>
                  </a:lnTo>
                  <a:lnTo>
                    <a:pt x="9347647" y="700498"/>
                  </a:lnTo>
                  <a:lnTo>
                    <a:pt x="9309838" y="763637"/>
                  </a:lnTo>
                  <a:lnTo>
                    <a:pt x="9272864" y="830666"/>
                  </a:lnTo>
                  <a:lnTo>
                    <a:pt x="9236533" y="901661"/>
                  </a:lnTo>
                  <a:lnTo>
                    <a:pt x="9200686" y="976660"/>
                  </a:lnTo>
                  <a:lnTo>
                    <a:pt x="9165191" y="1055651"/>
                  </a:lnTo>
                  <a:lnTo>
                    <a:pt x="9129937" y="1138571"/>
                  </a:lnTo>
                  <a:lnTo>
                    <a:pt x="9094836" y="1225301"/>
                  </a:lnTo>
                  <a:lnTo>
                    <a:pt x="9059820" y="1315668"/>
                  </a:lnTo>
                  <a:lnTo>
                    <a:pt x="9024835" y="1409437"/>
                  </a:lnTo>
                  <a:lnTo>
                    <a:pt x="8989844" y="1506318"/>
                  </a:lnTo>
                  <a:lnTo>
                    <a:pt x="8954824" y="1605965"/>
                  </a:lnTo>
                  <a:lnTo>
                    <a:pt x="8919761" y="1707977"/>
                  </a:lnTo>
                  <a:lnTo>
                    <a:pt x="8884654" y="1811912"/>
                  </a:lnTo>
                  <a:lnTo>
                    <a:pt x="8849508" y="1917286"/>
                  </a:lnTo>
                  <a:lnTo>
                    <a:pt x="8814334" y="2023586"/>
                  </a:lnTo>
                  <a:lnTo>
                    <a:pt x="8779147" y="2130280"/>
                  </a:lnTo>
                  <a:lnTo>
                    <a:pt x="8743966" y="2236829"/>
                  </a:lnTo>
                  <a:lnTo>
                    <a:pt x="8708805" y="2342694"/>
                  </a:lnTo>
                  <a:lnTo>
                    <a:pt x="8673679" y="2447353"/>
                  </a:lnTo>
                  <a:lnTo>
                    <a:pt x="8638595" y="2550309"/>
                  </a:lnTo>
                  <a:lnTo>
                    <a:pt x="8603556" y="2651098"/>
                  </a:lnTo>
                  <a:lnTo>
                    <a:pt x="8568554" y="2749299"/>
                  </a:lnTo>
                  <a:lnTo>
                    <a:pt x="8533570" y="2844541"/>
                  </a:lnTo>
                  <a:lnTo>
                    <a:pt x="8498574" y="2936507"/>
                  </a:lnTo>
                  <a:lnTo>
                    <a:pt x="8463520" y="3024938"/>
                  </a:lnTo>
                  <a:lnTo>
                    <a:pt x="8428346" y="3109630"/>
                  </a:lnTo>
                  <a:lnTo>
                    <a:pt x="8392974" y="3190441"/>
                  </a:lnTo>
                  <a:lnTo>
                    <a:pt x="8357304" y="3267283"/>
                  </a:lnTo>
                  <a:lnTo>
                    <a:pt x="8321214" y="3340121"/>
                  </a:lnTo>
                  <a:lnTo>
                    <a:pt x="8284558" y="3408969"/>
                  </a:lnTo>
                  <a:lnTo>
                    <a:pt x="8247159" y="3473888"/>
                  </a:lnTo>
                  <a:lnTo>
                    <a:pt x="8229629" y="3502490"/>
                  </a:lnTo>
                  <a:lnTo>
                    <a:pt x="8179716" y="3577653"/>
                  </a:lnTo>
                  <a:lnTo>
                    <a:pt x="8127553" y="3646540"/>
                  </a:lnTo>
                  <a:lnTo>
                    <a:pt x="8072534" y="3709353"/>
                  </a:lnTo>
                  <a:lnTo>
                    <a:pt x="8013992" y="3766494"/>
                  </a:lnTo>
                  <a:lnTo>
                    <a:pt x="7951233" y="3818454"/>
                  </a:lnTo>
                  <a:lnTo>
                    <a:pt x="7883571" y="3865745"/>
                  </a:lnTo>
                  <a:lnTo>
                    <a:pt x="7810367" y="3908856"/>
                  </a:lnTo>
                  <a:lnTo>
                    <a:pt x="7731086" y="3948226"/>
                  </a:lnTo>
                  <a:lnTo>
                    <a:pt x="7645364" y="3984225"/>
                  </a:lnTo>
                  <a:lnTo>
                    <a:pt x="7553102" y="4017149"/>
                  </a:lnTo>
                  <a:lnTo>
                    <a:pt x="7454578" y="4047211"/>
                  </a:lnTo>
                  <a:lnTo>
                    <a:pt x="7350563" y="4074545"/>
                  </a:lnTo>
                  <a:lnTo>
                    <a:pt x="7242444" y="4099209"/>
                  </a:lnTo>
                  <a:lnTo>
                    <a:pt x="7132292" y="4121197"/>
                  </a:lnTo>
                  <a:lnTo>
                    <a:pt x="7022866" y="4140465"/>
                  </a:lnTo>
                  <a:lnTo>
                    <a:pt x="6917490" y="4156956"/>
                  </a:lnTo>
                  <a:lnTo>
                    <a:pt x="6819783" y="4170641"/>
                  </a:lnTo>
                  <a:lnTo>
                    <a:pt x="6733247" y="4181557"/>
                  </a:lnTo>
                  <a:lnTo>
                    <a:pt x="6660783" y="4189832"/>
                  </a:lnTo>
                  <a:lnTo>
                    <a:pt x="6604223" y="4195707"/>
                  </a:lnTo>
                  <a:lnTo>
                    <a:pt x="6563983" y="4199521"/>
                  </a:lnTo>
                  <a:lnTo>
                    <a:pt x="6538934" y="4201695"/>
                  </a:lnTo>
                  <a:lnTo>
                    <a:pt x="6526456" y="4202690"/>
                  </a:lnTo>
                  <a:lnTo>
                    <a:pt x="6522615" y="4202972"/>
                  </a:lnTo>
                  <a:lnTo>
                    <a:pt x="6522385" y="4202988"/>
                  </a:lnTo>
                  <a:lnTo>
                    <a:pt x="5527445" y="4202988"/>
                  </a:lnTo>
                  <a:lnTo>
                    <a:pt x="5526335" y="4202954"/>
                  </a:lnTo>
                  <a:lnTo>
                    <a:pt x="5519002" y="4202712"/>
                  </a:lnTo>
                  <a:lnTo>
                    <a:pt x="5500409" y="4202042"/>
                  </a:lnTo>
                  <a:lnTo>
                    <a:pt x="5466896" y="4200723"/>
                  </a:lnTo>
                  <a:lnTo>
                    <a:pt x="5416394" y="4198542"/>
                  </a:lnTo>
                  <a:lnTo>
                    <a:pt x="5348578" y="4195317"/>
                  </a:lnTo>
                  <a:lnTo>
                    <a:pt x="5264819" y="4190914"/>
                  </a:lnTo>
                  <a:lnTo>
                    <a:pt x="5167885" y="4185249"/>
                  </a:lnTo>
                  <a:lnTo>
                    <a:pt x="5061437" y="4178290"/>
                  </a:lnTo>
                  <a:lnTo>
                    <a:pt x="4949456" y="4170043"/>
                  </a:lnTo>
                  <a:lnTo>
                    <a:pt x="4835727" y="4160531"/>
                  </a:lnTo>
                  <a:lnTo>
                    <a:pt x="4723467" y="4149781"/>
                  </a:lnTo>
                  <a:lnTo>
                    <a:pt x="4615137" y="4137798"/>
                  </a:lnTo>
                  <a:lnTo>
                    <a:pt x="4512412" y="4124564"/>
                  </a:lnTo>
                  <a:lnTo>
                    <a:pt x="4416255" y="4110020"/>
                  </a:lnTo>
                  <a:lnTo>
                    <a:pt x="4327041" y="4094072"/>
                  </a:lnTo>
                  <a:lnTo>
                    <a:pt x="4244705" y="4076582"/>
                  </a:lnTo>
                  <a:lnTo>
                    <a:pt x="4168869" y="4057377"/>
                  </a:lnTo>
                  <a:lnTo>
                    <a:pt x="4098953" y="4036250"/>
                  </a:lnTo>
                  <a:lnTo>
                    <a:pt x="4034259" y="4012969"/>
                  </a:lnTo>
                  <a:lnTo>
                    <a:pt x="3974032" y="3987288"/>
                  </a:lnTo>
                  <a:lnTo>
                    <a:pt x="3917513" y="3958977"/>
                  </a:lnTo>
                  <a:lnTo>
                    <a:pt x="3863973" y="3927848"/>
                  </a:lnTo>
                  <a:lnTo>
                    <a:pt x="3820202" y="3899031"/>
                  </a:lnTo>
                  <a:lnTo>
                    <a:pt x="3769313" y="3861606"/>
                  </a:lnTo>
                  <a:lnTo>
                    <a:pt x="3719823" y="3821076"/>
                  </a:lnTo>
                  <a:lnTo>
                    <a:pt x="3671302" y="3777380"/>
                  </a:lnTo>
                  <a:lnTo>
                    <a:pt x="3623413" y="3730525"/>
                  </a:lnTo>
                  <a:lnTo>
                    <a:pt x="3575898" y="3680592"/>
                  </a:lnTo>
                  <a:lnTo>
                    <a:pt x="3528567" y="3627743"/>
                  </a:lnTo>
                  <a:lnTo>
                    <a:pt x="3481287" y="3572223"/>
                  </a:lnTo>
                  <a:lnTo>
                    <a:pt x="3433975" y="3514360"/>
                  </a:lnTo>
                  <a:lnTo>
                    <a:pt x="3386589" y="3454563"/>
                  </a:lnTo>
                  <a:lnTo>
                    <a:pt x="3339124" y="3393304"/>
                  </a:lnTo>
                  <a:lnTo>
                    <a:pt x="3291598" y="3331114"/>
                  </a:lnTo>
                  <a:lnTo>
                    <a:pt x="3244046" y="3268554"/>
                  </a:lnTo>
                  <a:lnTo>
                    <a:pt x="3196508" y="3206203"/>
                  </a:lnTo>
                  <a:lnTo>
                    <a:pt x="3149024" y="3144630"/>
                  </a:lnTo>
                  <a:lnTo>
                    <a:pt x="3101615" y="3084374"/>
                  </a:lnTo>
                  <a:lnTo>
                    <a:pt x="3054285" y="3025928"/>
                  </a:lnTo>
                  <a:lnTo>
                    <a:pt x="3007002" y="2969719"/>
                  </a:lnTo>
                  <a:lnTo>
                    <a:pt x="2959697" y="2916096"/>
                  </a:lnTo>
                  <a:lnTo>
                    <a:pt x="2912250" y="2865330"/>
                  </a:lnTo>
                  <a:lnTo>
                    <a:pt x="2864488" y="2817605"/>
                  </a:lnTo>
                  <a:lnTo>
                    <a:pt x="2816173" y="2773025"/>
                  </a:lnTo>
                  <a:lnTo>
                    <a:pt x="2766993" y="2731615"/>
                  </a:lnTo>
                  <a:lnTo>
                    <a:pt x="2716544" y="2693334"/>
                  </a:lnTo>
                  <a:lnTo>
                    <a:pt x="2702183" y="2683204"/>
                  </a:lnTo>
                  <a:lnTo>
                    <a:pt x="2650660" y="2649604"/>
                  </a:lnTo>
                  <a:lnTo>
                    <a:pt x="2596723" y="2618900"/>
                  </a:lnTo>
                  <a:lnTo>
                    <a:pt x="2539703" y="2590991"/>
                  </a:lnTo>
                  <a:lnTo>
                    <a:pt x="2478864" y="2565681"/>
                  </a:lnTo>
                  <a:lnTo>
                    <a:pt x="2413445" y="2542733"/>
                  </a:lnTo>
                  <a:lnTo>
                    <a:pt x="2342696" y="2521904"/>
                  </a:lnTo>
                  <a:lnTo>
                    <a:pt x="2265932" y="2502965"/>
                  </a:lnTo>
                  <a:lnTo>
                    <a:pt x="2182597" y="2485713"/>
                  </a:lnTo>
                  <a:lnTo>
                    <a:pt x="2092352" y="2469980"/>
                  </a:lnTo>
                  <a:lnTo>
                    <a:pt x="1995188" y="2455635"/>
                  </a:lnTo>
                  <a:lnTo>
                    <a:pt x="1891558" y="2442588"/>
                  </a:lnTo>
                  <a:lnTo>
                    <a:pt x="1782523" y="2430788"/>
                  </a:lnTo>
                  <a:lnTo>
                    <a:pt x="1669871" y="2420220"/>
                  </a:lnTo>
                  <a:lnTo>
                    <a:pt x="1556181" y="2410894"/>
                  </a:lnTo>
                  <a:lnTo>
                    <a:pt x="1444771" y="2402836"/>
                  </a:lnTo>
                  <a:lnTo>
                    <a:pt x="1339479" y="2396068"/>
                  </a:lnTo>
                  <a:lnTo>
                    <a:pt x="1244277" y="2390593"/>
                  </a:lnTo>
                  <a:lnTo>
                    <a:pt x="1162729" y="2386370"/>
                  </a:lnTo>
                  <a:lnTo>
                    <a:pt x="1097425" y="2383310"/>
                  </a:lnTo>
                  <a:lnTo>
                    <a:pt x="1049496" y="2381268"/>
                  </a:lnTo>
                  <a:lnTo>
                    <a:pt x="1018359" y="2380059"/>
                  </a:lnTo>
                  <a:lnTo>
                    <a:pt x="1001697" y="2379466"/>
                  </a:lnTo>
                  <a:lnTo>
                    <a:pt x="995632" y="2379268"/>
                  </a:lnTo>
                  <a:lnTo>
                    <a:pt x="994940" y="2379247"/>
                  </a:lnTo>
                  <a:lnTo>
                    <a:pt x="0" y="2379247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65" name="pl864"/>
            <p:cNvSpPr/>
            <p:nvPr/>
          </p:nvSpPr>
          <p:spPr>
            <a:xfrm>
              <a:off x="1199187" y="2310955"/>
              <a:ext cx="12049831" cy="4202988"/>
            </a:xfrm>
            <a:custGeom>
              <a:avLst/>
              <a:pathLst>
                <a:path w="12049831" h="4202988">
                  <a:moveTo>
                    <a:pt x="0" y="2379247"/>
                  </a:moveTo>
                  <a:lnTo>
                    <a:pt x="994940" y="2379247"/>
                  </a:lnTo>
                  <a:lnTo>
                    <a:pt x="996050" y="2379281"/>
                  </a:lnTo>
                  <a:lnTo>
                    <a:pt x="1003383" y="2379524"/>
                  </a:lnTo>
                  <a:lnTo>
                    <a:pt x="1021976" y="2380193"/>
                  </a:lnTo>
                  <a:lnTo>
                    <a:pt x="1055489" y="2381513"/>
                  </a:lnTo>
                  <a:lnTo>
                    <a:pt x="1105991" y="2383694"/>
                  </a:lnTo>
                  <a:lnTo>
                    <a:pt x="1173807" y="2386918"/>
                  </a:lnTo>
                  <a:lnTo>
                    <a:pt x="1257566" y="2391322"/>
                  </a:lnTo>
                  <a:lnTo>
                    <a:pt x="1354500" y="2396987"/>
                  </a:lnTo>
                  <a:lnTo>
                    <a:pt x="1460948" y="2403946"/>
                  </a:lnTo>
                  <a:lnTo>
                    <a:pt x="1572929" y="2412193"/>
                  </a:lnTo>
                  <a:lnTo>
                    <a:pt x="1686658" y="2421704"/>
                  </a:lnTo>
                  <a:lnTo>
                    <a:pt x="1798918" y="2432455"/>
                  </a:lnTo>
                  <a:lnTo>
                    <a:pt x="1907248" y="2444437"/>
                  </a:lnTo>
                  <a:lnTo>
                    <a:pt x="2009973" y="2457672"/>
                  </a:lnTo>
                  <a:lnTo>
                    <a:pt x="2106130" y="2472215"/>
                  </a:lnTo>
                  <a:lnTo>
                    <a:pt x="2195344" y="2488164"/>
                  </a:lnTo>
                  <a:lnTo>
                    <a:pt x="2277680" y="2505653"/>
                  </a:lnTo>
                  <a:lnTo>
                    <a:pt x="2353516" y="2524858"/>
                  </a:lnTo>
                  <a:lnTo>
                    <a:pt x="2423432" y="2545985"/>
                  </a:lnTo>
                  <a:lnTo>
                    <a:pt x="2488126" y="2569267"/>
                  </a:lnTo>
                  <a:lnTo>
                    <a:pt x="2548353" y="2594947"/>
                  </a:lnTo>
                  <a:lnTo>
                    <a:pt x="2604872" y="2623259"/>
                  </a:lnTo>
                  <a:lnTo>
                    <a:pt x="2658412" y="2654387"/>
                  </a:lnTo>
                  <a:lnTo>
                    <a:pt x="2702183" y="2683204"/>
                  </a:lnTo>
                  <a:lnTo>
                    <a:pt x="2753072" y="2720629"/>
                  </a:lnTo>
                  <a:lnTo>
                    <a:pt x="2802562" y="2761160"/>
                  </a:lnTo>
                  <a:lnTo>
                    <a:pt x="2851083" y="2804855"/>
                  </a:lnTo>
                  <a:lnTo>
                    <a:pt x="2898972" y="2851710"/>
                  </a:lnTo>
                  <a:lnTo>
                    <a:pt x="2946487" y="2901643"/>
                  </a:lnTo>
                  <a:lnTo>
                    <a:pt x="2993818" y="2954493"/>
                  </a:lnTo>
                  <a:lnTo>
                    <a:pt x="3041098" y="3010013"/>
                  </a:lnTo>
                  <a:lnTo>
                    <a:pt x="3088410" y="3067875"/>
                  </a:lnTo>
                  <a:lnTo>
                    <a:pt x="3135796" y="3127673"/>
                  </a:lnTo>
                  <a:lnTo>
                    <a:pt x="3183261" y="3188931"/>
                  </a:lnTo>
                  <a:lnTo>
                    <a:pt x="3230787" y="3251122"/>
                  </a:lnTo>
                  <a:lnTo>
                    <a:pt x="3278339" y="3313681"/>
                  </a:lnTo>
                  <a:lnTo>
                    <a:pt x="3325876" y="3376032"/>
                  </a:lnTo>
                  <a:lnTo>
                    <a:pt x="3373361" y="3437606"/>
                  </a:lnTo>
                  <a:lnTo>
                    <a:pt x="3420770" y="3497861"/>
                  </a:lnTo>
                  <a:lnTo>
                    <a:pt x="3468100" y="3556307"/>
                  </a:lnTo>
                  <a:lnTo>
                    <a:pt x="3515383" y="3612517"/>
                  </a:lnTo>
                  <a:lnTo>
                    <a:pt x="3562688" y="3666139"/>
                  </a:lnTo>
                  <a:lnTo>
                    <a:pt x="3610135" y="3716905"/>
                  </a:lnTo>
                  <a:lnTo>
                    <a:pt x="3657897" y="3764630"/>
                  </a:lnTo>
                  <a:lnTo>
                    <a:pt x="3706212" y="3809210"/>
                  </a:lnTo>
                  <a:lnTo>
                    <a:pt x="3755392" y="3850620"/>
                  </a:lnTo>
                  <a:lnTo>
                    <a:pt x="3805841" y="3888902"/>
                  </a:lnTo>
                  <a:lnTo>
                    <a:pt x="3820202" y="3899031"/>
                  </a:lnTo>
                  <a:lnTo>
                    <a:pt x="3871725" y="3932631"/>
                  </a:lnTo>
                  <a:lnTo>
                    <a:pt x="3925662" y="3963335"/>
                  </a:lnTo>
                  <a:lnTo>
                    <a:pt x="3982682" y="3991244"/>
                  </a:lnTo>
                  <a:lnTo>
                    <a:pt x="4043521" y="4016555"/>
                  </a:lnTo>
                  <a:lnTo>
                    <a:pt x="4108940" y="4039503"/>
                  </a:lnTo>
                  <a:lnTo>
                    <a:pt x="4179689" y="4060331"/>
                  </a:lnTo>
                  <a:lnTo>
                    <a:pt x="4256453" y="4079270"/>
                  </a:lnTo>
                  <a:lnTo>
                    <a:pt x="4339788" y="4096522"/>
                  </a:lnTo>
                  <a:lnTo>
                    <a:pt x="4430033" y="4112256"/>
                  </a:lnTo>
                  <a:lnTo>
                    <a:pt x="4527197" y="4126600"/>
                  </a:lnTo>
                  <a:lnTo>
                    <a:pt x="4630827" y="4139647"/>
                  </a:lnTo>
                  <a:lnTo>
                    <a:pt x="4739862" y="4151447"/>
                  </a:lnTo>
                  <a:lnTo>
                    <a:pt x="4852514" y="4162016"/>
                  </a:lnTo>
                  <a:lnTo>
                    <a:pt x="4966204" y="4171342"/>
                  </a:lnTo>
                  <a:lnTo>
                    <a:pt x="5077614" y="4179400"/>
                  </a:lnTo>
                  <a:lnTo>
                    <a:pt x="5182906" y="4186167"/>
                  </a:lnTo>
                  <a:lnTo>
                    <a:pt x="5278108" y="4191643"/>
                  </a:lnTo>
                  <a:lnTo>
                    <a:pt x="5359656" y="4195865"/>
                  </a:lnTo>
                  <a:lnTo>
                    <a:pt x="5424960" y="4198926"/>
                  </a:lnTo>
                  <a:lnTo>
                    <a:pt x="5472889" y="4200967"/>
                  </a:lnTo>
                  <a:lnTo>
                    <a:pt x="5504026" y="4202177"/>
                  </a:lnTo>
                  <a:lnTo>
                    <a:pt x="5520688" y="4202769"/>
                  </a:lnTo>
                  <a:lnTo>
                    <a:pt x="5526753" y="4202967"/>
                  </a:lnTo>
                  <a:lnTo>
                    <a:pt x="5527445" y="4202988"/>
                  </a:lnTo>
                  <a:lnTo>
                    <a:pt x="6522385" y="4202988"/>
                  </a:lnTo>
                  <a:lnTo>
                    <a:pt x="6523399" y="4202917"/>
                  </a:lnTo>
                  <a:lnTo>
                    <a:pt x="6530101" y="4202408"/>
                  </a:lnTo>
                  <a:lnTo>
                    <a:pt x="6547136" y="4201005"/>
                  </a:lnTo>
                  <a:lnTo>
                    <a:pt x="6577942" y="4198237"/>
                  </a:lnTo>
                  <a:lnTo>
                    <a:pt x="6624571" y="4193657"/>
                  </a:lnTo>
                  <a:lnTo>
                    <a:pt x="6687537" y="4186871"/>
                  </a:lnTo>
                  <a:lnTo>
                    <a:pt x="6765838" y="4177577"/>
                  </a:lnTo>
                  <a:lnTo>
                    <a:pt x="6857171" y="4165578"/>
                  </a:lnTo>
                  <a:lnTo>
                    <a:pt x="6958339" y="4150786"/>
                  </a:lnTo>
                  <a:lnTo>
                    <a:pt x="7065735" y="4133194"/>
                  </a:lnTo>
                  <a:lnTo>
                    <a:pt x="7175817" y="4112846"/>
                  </a:lnTo>
                  <a:lnTo>
                    <a:pt x="7285460" y="4089799"/>
                  </a:lnTo>
                  <a:lnTo>
                    <a:pt x="7392169" y="4064085"/>
                  </a:lnTo>
                  <a:lnTo>
                    <a:pt x="7494147" y="4035686"/>
                  </a:lnTo>
                  <a:lnTo>
                    <a:pt x="7590264" y="4004515"/>
                  </a:lnTo>
                  <a:lnTo>
                    <a:pt x="7679956" y="3970408"/>
                  </a:lnTo>
                  <a:lnTo>
                    <a:pt x="7763109" y="3933120"/>
                  </a:lnTo>
                  <a:lnTo>
                    <a:pt x="7839938" y="3892323"/>
                  </a:lnTo>
                  <a:lnTo>
                    <a:pt x="7910885" y="3847618"/>
                  </a:lnTo>
                  <a:lnTo>
                    <a:pt x="7976534" y="3798547"/>
                  </a:lnTo>
                  <a:lnTo>
                    <a:pt x="8037546" y="3744605"/>
                  </a:lnTo>
                  <a:lnTo>
                    <a:pt x="8094617" y="3685282"/>
                  </a:lnTo>
                  <a:lnTo>
                    <a:pt x="8148432" y="3620113"/>
                  </a:lnTo>
                  <a:lnTo>
                    <a:pt x="8199640" y="3548759"/>
                  </a:lnTo>
                  <a:lnTo>
                    <a:pt x="8229629" y="3502490"/>
                  </a:lnTo>
                  <a:lnTo>
                    <a:pt x="8267438" y="3439350"/>
                  </a:lnTo>
                  <a:lnTo>
                    <a:pt x="8304412" y="3372322"/>
                  </a:lnTo>
                  <a:lnTo>
                    <a:pt x="8340743" y="3301326"/>
                  </a:lnTo>
                  <a:lnTo>
                    <a:pt x="8376590" y="3226327"/>
                  </a:lnTo>
                  <a:lnTo>
                    <a:pt x="8412086" y="3147336"/>
                  </a:lnTo>
                  <a:lnTo>
                    <a:pt x="8447340" y="3064417"/>
                  </a:lnTo>
                  <a:lnTo>
                    <a:pt x="8482440" y="2977687"/>
                  </a:lnTo>
                  <a:lnTo>
                    <a:pt x="8517457" y="2887320"/>
                  </a:lnTo>
                  <a:lnTo>
                    <a:pt x="8552441" y="2793551"/>
                  </a:lnTo>
                  <a:lnTo>
                    <a:pt x="8587432" y="2696669"/>
                  </a:lnTo>
                  <a:lnTo>
                    <a:pt x="8622453" y="2597023"/>
                  </a:lnTo>
                  <a:lnTo>
                    <a:pt x="8657515" y="2495010"/>
                  </a:lnTo>
                  <a:lnTo>
                    <a:pt x="8692623" y="2391075"/>
                  </a:lnTo>
                  <a:lnTo>
                    <a:pt x="8727769" y="2285702"/>
                  </a:lnTo>
                  <a:lnTo>
                    <a:pt x="8762943" y="2179402"/>
                  </a:lnTo>
                  <a:lnTo>
                    <a:pt x="8798129" y="2072707"/>
                  </a:lnTo>
                  <a:lnTo>
                    <a:pt x="8833311" y="1966159"/>
                  </a:lnTo>
                  <a:lnTo>
                    <a:pt x="8868472" y="1860294"/>
                  </a:lnTo>
                  <a:lnTo>
                    <a:pt x="8903598" y="1755634"/>
                  </a:lnTo>
                  <a:lnTo>
                    <a:pt x="8938681" y="1652678"/>
                  </a:lnTo>
                  <a:lnTo>
                    <a:pt x="8973720" y="1551890"/>
                  </a:lnTo>
                  <a:lnTo>
                    <a:pt x="9008723" y="1453689"/>
                  </a:lnTo>
                  <a:lnTo>
                    <a:pt x="9043706" y="1358446"/>
                  </a:lnTo>
                  <a:lnTo>
                    <a:pt x="9078703" y="1266480"/>
                  </a:lnTo>
                  <a:lnTo>
                    <a:pt x="9113757" y="1178050"/>
                  </a:lnTo>
                  <a:lnTo>
                    <a:pt x="9148930" y="1093357"/>
                  </a:lnTo>
                  <a:lnTo>
                    <a:pt x="9184302" y="1012546"/>
                  </a:lnTo>
                  <a:lnTo>
                    <a:pt x="9219973" y="935704"/>
                  </a:lnTo>
                  <a:lnTo>
                    <a:pt x="9256062" y="862867"/>
                  </a:lnTo>
                  <a:lnTo>
                    <a:pt x="9292719" y="794018"/>
                  </a:lnTo>
                  <a:lnTo>
                    <a:pt x="9330117" y="729100"/>
                  </a:lnTo>
                  <a:lnTo>
                    <a:pt x="9347647" y="700498"/>
                  </a:lnTo>
                  <a:lnTo>
                    <a:pt x="9397561" y="625334"/>
                  </a:lnTo>
                  <a:lnTo>
                    <a:pt x="9449723" y="556447"/>
                  </a:lnTo>
                  <a:lnTo>
                    <a:pt x="9504742" y="493634"/>
                  </a:lnTo>
                  <a:lnTo>
                    <a:pt x="9563284" y="436493"/>
                  </a:lnTo>
                  <a:lnTo>
                    <a:pt x="9626043" y="384534"/>
                  </a:lnTo>
                  <a:lnTo>
                    <a:pt x="9693706" y="337243"/>
                  </a:lnTo>
                  <a:lnTo>
                    <a:pt x="9766909" y="294132"/>
                  </a:lnTo>
                  <a:lnTo>
                    <a:pt x="9846191" y="254762"/>
                  </a:lnTo>
                  <a:lnTo>
                    <a:pt x="9931913" y="218763"/>
                  </a:lnTo>
                  <a:lnTo>
                    <a:pt x="10024174" y="185839"/>
                  </a:lnTo>
                  <a:lnTo>
                    <a:pt x="10122699" y="155776"/>
                  </a:lnTo>
                  <a:lnTo>
                    <a:pt x="10226713" y="128443"/>
                  </a:lnTo>
                  <a:lnTo>
                    <a:pt x="10334833" y="103779"/>
                  </a:lnTo>
                  <a:lnTo>
                    <a:pt x="10444985" y="81791"/>
                  </a:lnTo>
                  <a:lnTo>
                    <a:pt x="10554411" y="62523"/>
                  </a:lnTo>
                  <a:lnTo>
                    <a:pt x="10659786" y="46032"/>
                  </a:lnTo>
                  <a:lnTo>
                    <a:pt x="10757494" y="32346"/>
                  </a:lnTo>
                  <a:lnTo>
                    <a:pt x="10844030" y="21431"/>
                  </a:lnTo>
                  <a:lnTo>
                    <a:pt x="10916493" y="13155"/>
                  </a:lnTo>
                  <a:lnTo>
                    <a:pt x="10973054" y="7281"/>
                  </a:lnTo>
                  <a:lnTo>
                    <a:pt x="11013293" y="3466"/>
                  </a:lnTo>
                  <a:lnTo>
                    <a:pt x="11038342" y="1292"/>
                  </a:lnTo>
                  <a:lnTo>
                    <a:pt x="11050821" y="298"/>
                  </a:lnTo>
                  <a:lnTo>
                    <a:pt x="11054661" y="1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6" name="pl865"/>
            <p:cNvSpPr/>
            <p:nvPr/>
          </p:nvSpPr>
          <p:spPr>
            <a:xfrm>
              <a:off x="1199187" y="2305714"/>
              <a:ext cx="12049831" cy="4202988"/>
            </a:xfrm>
            <a:custGeom>
              <a:avLst/>
              <a:pathLst>
                <a:path w="12049831" h="4202988">
                  <a:moveTo>
                    <a:pt x="12049831" y="0"/>
                  </a:moveTo>
                  <a:lnTo>
                    <a:pt x="11054891" y="0"/>
                  </a:lnTo>
                  <a:lnTo>
                    <a:pt x="11053878" y="71"/>
                  </a:lnTo>
                  <a:lnTo>
                    <a:pt x="11047176" y="579"/>
                  </a:lnTo>
                  <a:lnTo>
                    <a:pt x="11030141" y="1983"/>
                  </a:lnTo>
                  <a:lnTo>
                    <a:pt x="10999334" y="4750"/>
                  </a:lnTo>
                  <a:lnTo>
                    <a:pt x="10952706" y="9331"/>
                  </a:lnTo>
                  <a:lnTo>
                    <a:pt x="10889739" y="16117"/>
                  </a:lnTo>
                  <a:lnTo>
                    <a:pt x="10811438" y="25411"/>
                  </a:lnTo>
                  <a:lnTo>
                    <a:pt x="10720105" y="37409"/>
                  </a:lnTo>
                  <a:lnTo>
                    <a:pt x="10618938" y="52201"/>
                  </a:lnTo>
                  <a:lnTo>
                    <a:pt x="10511542" y="69794"/>
                  </a:lnTo>
                  <a:lnTo>
                    <a:pt x="10401460" y="90141"/>
                  </a:lnTo>
                  <a:lnTo>
                    <a:pt x="10291816" y="113188"/>
                  </a:lnTo>
                  <a:lnTo>
                    <a:pt x="10185107" y="138903"/>
                  </a:lnTo>
                  <a:lnTo>
                    <a:pt x="10083129" y="167302"/>
                  </a:lnTo>
                  <a:lnTo>
                    <a:pt x="9987013" y="198472"/>
                  </a:lnTo>
                  <a:lnTo>
                    <a:pt x="9897321" y="232579"/>
                  </a:lnTo>
                  <a:lnTo>
                    <a:pt x="9814168" y="269868"/>
                  </a:lnTo>
                  <a:lnTo>
                    <a:pt x="9737338" y="310665"/>
                  </a:lnTo>
                  <a:lnTo>
                    <a:pt x="9666391" y="355369"/>
                  </a:lnTo>
                  <a:lnTo>
                    <a:pt x="9600743" y="404441"/>
                  </a:lnTo>
                  <a:lnTo>
                    <a:pt x="9539730" y="458383"/>
                  </a:lnTo>
                  <a:lnTo>
                    <a:pt x="9482660" y="517705"/>
                  </a:lnTo>
                  <a:lnTo>
                    <a:pt x="9428844" y="582874"/>
                  </a:lnTo>
                  <a:lnTo>
                    <a:pt x="9377637" y="654228"/>
                  </a:lnTo>
                  <a:lnTo>
                    <a:pt x="9347647" y="700498"/>
                  </a:lnTo>
                  <a:lnTo>
                    <a:pt x="9309838" y="763637"/>
                  </a:lnTo>
                  <a:lnTo>
                    <a:pt x="9272864" y="830666"/>
                  </a:lnTo>
                  <a:lnTo>
                    <a:pt x="9236533" y="901661"/>
                  </a:lnTo>
                  <a:lnTo>
                    <a:pt x="9200686" y="976660"/>
                  </a:lnTo>
                  <a:lnTo>
                    <a:pt x="9165191" y="1055651"/>
                  </a:lnTo>
                  <a:lnTo>
                    <a:pt x="9129937" y="1138571"/>
                  </a:lnTo>
                  <a:lnTo>
                    <a:pt x="9094836" y="1225301"/>
                  </a:lnTo>
                  <a:lnTo>
                    <a:pt x="9059820" y="1315668"/>
                  </a:lnTo>
                  <a:lnTo>
                    <a:pt x="9024835" y="1409437"/>
                  </a:lnTo>
                  <a:lnTo>
                    <a:pt x="8989844" y="1506318"/>
                  </a:lnTo>
                  <a:lnTo>
                    <a:pt x="8954824" y="1605965"/>
                  </a:lnTo>
                  <a:lnTo>
                    <a:pt x="8919761" y="1707977"/>
                  </a:lnTo>
                  <a:lnTo>
                    <a:pt x="8884654" y="1811912"/>
                  </a:lnTo>
                  <a:lnTo>
                    <a:pt x="8849508" y="1917286"/>
                  </a:lnTo>
                  <a:lnTo>
                    <a:pt x="8814334" y="2023586"/>
                  </a:lnTo>
                  <a:lnTo>
                    <a:pt x="8779147" y="2130280"/>
                  </a:lnTo>
                  <a:lnTo>
                    <a:pt x="8743966" y="2236829"/>
                  </a:lnTo>
                  <a:lnTo>
                    <a:pt x="8708805" y="2342694"/>
                  </a:lnTo>
                  <a:lnTo>
                    <a:pt x="8673679" y="2447353"/>
                  </a:lnTo>
                  <a:lnTo>
                    <a:pt x="8638595" y="2550309"/>
                  </a:lnTo>
                  <a:lnTo>
                    <a:pt x="8603556" y="2651098"/>
                  </a:lnTo>
                  <a:lnTo>
                    <a:pt x="8568554" y="2749299"/>
                  </a:lnTo>
                  <a:lnTo>
                    <a:pt x="8533570" y="2844541"/>
                  </a:lnTo>
                  <a:lnTo>
                    <a:pt x="8498574" y="2936507"/>
                  </a:lnTo>
                  <a:lnTo>
                    <a:pt x="8463520" y="3024938"/>
                  </a:lnTo>
                  <a:lnTo>
                    <a:pt x="8428346" y="3109630"/>
                  </a:lnTo>
                  <a:lnTo>
                    <a:pt x="8392974" y="3190441"/>
                  </a:lnTo>
                  <a:lnTo>
                    <a:pt x="8357304" y="3267283"/>
                  </a:lnTo>
                  <a:lnTo>
                    <a:pt x="8321214" y="3340121"/>
                  </a:lnTo>
                  <a:lnTo>
                    <a:pt x="8284558" y="3408969"/>
                  </a:lnTo>
                  <a:lnTo>
                    <a:pt x="8247159" y="3473888"/>
                  </a:lnTo>
                  <a:lnTo>
                    <a:pt x="8229629" y="3502490"/>
                  </a:lnTo>
                  <a:lnTo>
                    <a:pt x="8179716" y="3577653"/>
                  </a:lnTo>
                  <a:lnTo>
                    <a:pt x="8127553" y="3646540"/>
                  </a:lnTo>
                  <a:lnTo>
                    <a:pt x="8072534" y="3709353"/>
                  </a:lnTo>
                  <a:lnTo>
                    <a:pt x="8013992" y="3766494"/>
                  </a:lnTo>
                  <a:lnTo>
                    <a:pt x="7951233" y="3818454"/>
                  </a:lnTo>
                  <a:lnTo>
                    <a:pt x="7883571" y="3865745"/>
                  </a:lnTo>
                  <a:lnTo>
                    <a:pt x="7810367" y="3908856"/>
                  </a:lnTo>
                  <a:lnTo>
                    <a:pt x="7731086" y="3948226"/>
                  </a:lnTo>
                  <a:lnTo>
                    <a:pt x="7645364" y="3984225"/>
                  </a:lnTo>
                  <a:lnTo>
                    <a:pt x="7553102" y="4017149"/>
                  </a:lnTo>
                  <a:lnTo>
                    <a:pt x="7454578" y="4047211"/>
                  </a:lnTo>
                  <a:lnTo>
                    <a:pt x="7350563" y="4074545"/>
                  </a:lnTo>
                  <a:lnTo>
                    <a:pt x="7242444" y="4099209"/>
                  </a:lnTo>
                  <a:lnTo>
                    <a:pt x="7132292" y="4121197"/>
                  </a:lnTo>
                  <a:lnTo>
                    <a:pt x="7022866" y="4140465"/>
                  </a:lnTo>
                  <a:lnTo>
                    <a:pt x="6917490" y="4156956"/>
                  </a:lnTo>
                  <a:lnTo>
                    <a:pt x="6819783" y="4170641"/>
                  </a:lnTo>
                  <a:lnTo>
                    <a:pt x="6733247" y="4181557"/>
                  </a:lnTo>
                  <a:lnTo>
                    <a:pt x="6660783" y="4189832"/>
                  </a:lnTo>
                  <a:lnTo>
                    <a:pt x="6604223" y="4195707"/>
                  </a:lnTo>
                  <a:lnTo>
                    <a:pt x="6563983" y="4199521"/>
                  </a:lnTo>
                  <a:lnTo>
                    <a:pt x="6538934" y="4201695"/>
                  </a:lnTo>
                  <a:lnTo>
                    <a:pt x="6526456" y="4202690"/>
                  </a:lnTo>
                  <a:lnTo>
                    <a:pt x="6522615" y="4202972"/>
                  </a:lnTo>
                  <a:lnTo>
                    <a:pt x="6522385" y="4202988"/>
                  </a:lnTo>
                  <a:lnTo>
                    <a:pt x="5527445" y="4202988"/>
                  </a:lnTo>
                  <a:lnTo>
                    <a:pt x="5526335" y="4202954"/>
                  </a:lnTo>
                  <a:lnTo>
                    <a:pt x="5519002" y="4202712"/>
                  </a:lnTo>
                  <a:lnTo>
                    <a:pt x="5500409" y="4202042"/>
                  </a:lnTo>
                  <a:lnTo>
                    <a:pt x="5466896" y="4200723"/>
                  </a:lnTo>
                  <a:lnTo>
                    <a:pt x="5416394" y="4198542"/>
                  </a:lnTo>
                  <a:lnTo>
                    <a:pt x="5348578" y="4195317"/>
                  </a:lnTo>
                  <a:lnTo>
                    <a:pt x="5264819" y="4190914"/>
                  </a:lnTo>
                  <a:lnTo>
                    <a:pt x="5167885" y="4185249"/>
                  </a:lnTo>
                  <a:lnTo>
                    <a:pt x="5061437" y="4178290"/>
                  </a:lnTo>
                  <a:lnTo>
                    <a:pt x="4949456" y="4170043"/>
                  </a:lnTo>
                  <a:lnTo>
                    <a:pt x="4835727" y="4160531"/>
                  </a:lnTo>
                  <a:lnTo>
                    <a:pt x="4723467" y="4149781"/>
                  </a:lnTo>
                  <a:lnTo>
                    <a:pt x="4615137" y="4137798"/>
                  </a:lnTo>
                  <a:lnTo>
                    <a:pt x="4512412" y="4124564"/>
                  </a:lnTo>
                  <a:lnTo>
                    <a:pt x="4416255" y="4110020"/>
                  </a:lnTo>
                  <a:lnTo>
                    <a:pt x="4327041" y="4094072"/>
                  </a:lnTo>
                  <a:lnTo>
                    <a:pt x="4244705" y="4076582"/>
                  </a:lnTo>
                  <a:lnTo>
                    <a:pt x="4168869" y="4057377"/>
                  </a:lnTo>
                  <a:lnTo>
                    <a:pt x="4098953" y="4036250"/>
                  </a:lnTo>
                  <a:lnTo>
                    <a:pt x="4034259" y="4012969"/>
                  </a:lnTo>
                  <a:lnTo>
                    <a:pt x="3974032" y="3987288"/>
                  </a:lnTo>
                  <a:lnTo>
                    <a:pt x="3917513" y="3958977"/>
                  </a:lnTo>
                  <a:lnTo>
                    <a:pt x="3863973" y="3927848"/>
                  </a:lnTo>
                  <a:lnTo>
                    <a:pt x="3820202" y="3899031"/>
                  </a:lnTo>
                  <a:lnTo>
                    <a:pt x="3769313" y="3861606"/>
                  </a:lnTo>
                  <a:lnTo>
                    <a:pt x="3719823" y="3821076"/>
                  </a:lnTo>
                  <a:lnTo>
                    <a:pt x="3671302" y="3777380"/>
                  </a:lnTo>
                  <a:lnTo>
                    <a:pt x="3623413" y="3730525"/>
                  </a:lnTo>
                  <a:lnTo>
                    <a:pt x="3575898" y="3680592"/>
                  </a:lnTo>
                  <a:lnTo>
                    <a:pt x="3528567" y="3627743"/>
                  </a:lnTo>
                  <a:lnTo>
                    <a:pt x="3481287" y="3572223"/>
                  </a:lnTo>
                  <a:lnTo>
                    <a:pt x="3433975" y="3514360"/>
                  </a:lnTo>
                  <a:lnTo>
                    <a:pt x="3386589" y="3454563"/>
                  </a:lnTo>
                  <a:lnTo>
                    <a:pt x="3339124" y="3393304"/>
                  </a:lnTo>
                  <a:lnTo>
                    <a:pt x="3291598" y="3331114"/>
                  </a:lnTo>
                  <a:lnTo>
                    <a:pt x="3244046" y="3268554"/>
                  </a:lnTo>
                  <a:lnTo>
                    <a:pt x="3196508" y="3206203"/>
                  </a:lnTo>
                  <a:lnTo>
                    <a:pt x="3149024" y="3144630"/>
                  </a:lnTo>
                  <a:lnTo>
                    <a:pt x="3101615" y="3084374"/>
                  </a:lnTo>
                  <a:lnTo>
                    <a:pt x="3054285" y="3025928"/>
                  </a:lnTo>
                  <a:lnTo>
                    <a:pt x="3007002" y="2969719"/>
                  </a:lnTo>
                  <a:lnTo>
                    <a:pt x="2959697" y="2916096"/>
                  </a:lnTo>
                  <a:lnTo>
                    <a:pt x="2912250" y="2865330"/>
                  </a:lnTo>
                  <a:lnTo>
                    <a:pt x="2864488" y="2817605"/>
                  </a:lnTo>
                  <a:lnTo>
                    <a:pt x="2816173" y="2773025"/>
                  </a:lnTo>
                  <a:lnTo>
                    <a:pt x="2766993" y="2731615"/>
                  </a:lnTo>
                  <a:lnTo>
                    <a:pt x="2716544" y="2693334"/>
                  </a:lnTo>
                  <a:lnTo>
                    <a:pt x="2702183" y="2683204"/>
                  </a:lnTo>
                  <a:lnTo>
                    <a:pt x="2650660" y="2649604"/>
                  </a:lnTo>
                  <a:lnTo>
                    <a:pt x="2596723" y="2618900"/>
                  </a:lnTo>
                  <a:lnTo>
                    <a:pt x="2539703" y="2590991"/>
                  </a:lnTo>
                  <a:lnTo>
                    <a:pt x="2478864" y="2565681"/>
                  </a:lnTo>
                  <a:lnTo>
                    <a:pt x="2413445" y="2542733"/>
                  </a:lnTo>
                  <a:lnTo>
                    <a:pt x="2342696" y="2521904"/>
                  </a:lnTo>
                  <a:lnTo>
                    <a:pt x="2265932" y="2502965"/>
                  </a:lnTo>
                  <a:lnTo>
                    <a:pt x="2182597" y="2485713"/>
                  </a:lnTo>
                  <a:lnTo>
                    <a:pt x="2092352" y="2469980"/>
                  </a:lnTo>
                  <a:lnTo>
                    <a:pt x="1995188" y="2455635"/>
                  </a:lnTo>
                  <a:lnTo>
                    <a:pt x="1891558" y="2442588"/>
                  </a:lnTo>
                  <a:lnTo>
                    <a:pt x="1782523" y="2430788"/>
                  </a:lnTo>
                  <a:lnTo>
                    <a:pt x="1669871" y="2420220"/>
                  </a:lnTo>
                  <a:lnTo>
                    <a:pt x="1556181" y="2410894"/>
                  </a:lnTo>
                  <a:lnTo>
                    <a:pt x="1444771" y="2402836"/>
                  </a:lnTo>
                  <a:lnTo>
                    <a:pt x="1339479" y="2396068"/>
                  </a:lnTo>
                  <a:lnTo>
                    <a:pt x="1244277" y="2390593"/>
                  </a:lnTo>
                  <a:lnTo>
                    <a:pt x="1162729" y="2386370"/>
                  </a:lnTo>
                  <a:lnTo>
                    <a:pt x="1097425" y="2383310"/>
                  </a:lnTo>
                  <a:lnTo>
                    <a:pt x="1049496" y="2381268"/>
                  </a:lnTo>
                  <a:lnTo>
                    <a:pt x="1018359" y="2380059"/>
                  </a:lnTo>
                  <a:lnTo>
                    <a:pt x="1001697" y="2379466"/>
                  </a:lnTo>
                  <a:lnTo>
                    <a:pt x="995632" y="2379268"/>
                  </a:lnTo>
                  <a:lnTo>
                    <a:pt x="994940" y="2379247"/>
                  </a:lnTo>
                  <a:lnTo>
                    <a:pt x="0" y="2379247"/>
                  </a:lnTo>
                  <a:lnTo>
                    <a:pt x="0" y="23792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7" name="pg866"/>
            <p:cNvSpPr/>
            <p:nvPr/>
          </p:nvSpPr>
          <p:spPr>
            <a:xfrm>
              <a:off x="1199187" y="4381005"/>
              <a:ext cx="12049831" cy="2143419"/>
            </a:xfrm>
            <a:custGeom>
              <a:avLst/>
              <a:pathLst>
                <a:path w="12049831" h="2143419">
                  <a:moveTo>
                    <a:pt x="0" y="314438"/>
                  </a:moveTo>
                  <a:lnTo>
                    <a:pt x="994940" y="314438"/>
                  </a:lnTo>
                  <a:lnTo>
                    <a:pt x="996050" y="314472"/>
                  </a:lnTo>
                  <a:lnTo>
                    <a:pt x="1003382" y="314715"/>
                  </a:lnTo>
                  <a:lnTo>
                    <a:pt x="1021972" y="315386"/>
                  </a:lnTo>
                  <a:lnTo>
                    <a:pt x="1055481" y="316709"/>
                  </a:lnTo>
                  <a:lnTo>
                    <a:pt x="1105978" y="318896"/>
                  </a:lnTo>
                  <a:lnTo>
                    <a:pt x="1173787" y="322129"/>
                  </a:lnTo>
                  <a:lnTo>
                    <a:pt x="1257537" y="326545"/>
                  </a:lnTo>
                  <a:lnTo>
                    <a:pt x="1354464" y="332226"/>
                  </a:lnTo>
                  <a:lnTo>
                    <a:pt x="1460904" y="339204"/>
                  </a:lnTo>
                  <a:lnTo>
                    <a:pt x="1572878" y="347474"/>
                  </a:lnTo>
                  <a:lnTo>
                    <a:pt x="1686602" y="357011"/>
                  </a:lnTo>
                  <a:lnTo>
                    <a:pt x="1798860" y="367792"/>
                  </a:lnTo>
                  <a:lnTo>
                    <a:pt x="1907188" y="379807"/>
                  </a:lnTo>
                  <a:lnTo>
                    <a:pt x="2009911" y="393079"/>
                  </a:lnTo>
                  <a:lnTo>
                    <a:pt x="2106069" y="407662"/>
                  </a:lnTo>
                  <a:lnTo>
                    <a:pt x="2195283" y="423655"/>
                  </a:lnTo>
                  <a:lnTo>
                    <a:pt x="2277620" y="441193"/>
                  </a:lnTo>
                  <a:lnTo>
                    <a:pt x="2353458" y="460451"/>
                  </a:lnTo>
                  <a:lnTo>
                    <a:pt x="2423375" y="481636"/>
                  </a:lnTo>
                  <a:lnTo>
                    <a:pt x="2488071" y="504981"/>
                  </a:lnTo>
                  <a:lnTo>
                    <a:pt x="2548299" y="530732"/>
                  </a:lnTo>
                  <a:lnTo>
                    <a:pt x="2604819" y="559121"/>
                  </a:lnTo>
                  <a:lnTo>
                    <a:pt x="2658359" y="590335"/>
                  </a:lnTo>
                  <a:lnTo>
                    <a:pt x="2702183" y="619268"/>
                  </a:lnTo>
                  <a:lnTo>
                    <a:pt x="2753033" y="656770"/>
                  </a:lnTo>
                  <a:lnTo>
                    <a:pt x="2802486" y="697381"/>
                  </a:lnTo>
                  <a:lnTo>
                    <a:pt x="2850971" y="741163"/>
                  </a:lnTo>
                  <a:lnTo>
                    <a:pt x="2898824" y="788107"/>
                  </a:lnTo>
                  <a:lnTo>
                    <a:pt x="2946302" y="838134"/>
                  </a:lnTo>
                  <a:lnTo>
                    <a:pt x="2993597" y="891082"/>
                  </a:lnTo>
                  <a:lnTo>
                    <a:pt x="3040840" y="946706"/>
                  </a:lnTo>
                  <a:lnTo>
                    <a:pt x="3088115" y="1004676"/>
                  </a:lnTo>
                  <a:lnTo>
                    <a:pt x="3135463" y="1064588"/>
                  </a:lnTo>
                  <a:lnTo>
                    <a:pt x="3182891" y="1125966"/>
                  </a:lnTo>
                  <a:lnTo>
                    <a:pt x="3230380" y="1188281"/>
                  </a:lnTo>
                  <a:lnTo>
                    <a:pt x="3277895" y="1250971"/>
                  </a:lnTo>
                  <a:lnTo>
                    <a:pt x="3325396" y="1313457"/>
                  </a:lnTo>
                  <a:lnTo>
                    <a:pt x="3372844" y="1375171"/>
                  </a:lnTo>
                  <a:lnTo>
                    <a:pt x="3420217" y="1435570"/>
                  </a:lnTo>
                  <a:lnTo>
                    <a:pt x="3467511" y="1494163"/>
                  </a:lnTo>
                  <a:lnTo>
                    <a:pt x="3514757" y="1550521"/>
                  </a:lnTo>
                  <a:lnTo>
                    <a:pt x="3562025" y="1604293"/>
                  </a:lnTo>
                  <a:lnTo>
                    <a:pt x="3609432" y="1655208"/>
                  </a:lnTo>
                  <a:lnTo>
                    <a:pt x="3657150" y="1703080"/>
                  </a:lnTo>
                  <a:lnTo>
                    <a:pt x="3705416" y="1747805"/>
                  </a:lnTo>
                  <a:lnTo>
                    <a:pt x="3754541" y="1789354"/>
                  </a:lnTo>
                  <a:lnTo>
                    <a:pt x="3804925" y="1827770"/>
                  </a:lnTo>
                  <a:lnTo>
                    <a:pt x="3820202" y="1838589"/>
                  </a:lnTo>
                  <a:lnTo>
                    <a:pt x="3871723" y="1872284"/>
                  </a:lnTo>
                  <a:lnTo>
                    <a:pt x="3925657" y="1903075"/>
                  </a:lnTo>
                  <a:lnTo>
                    <a:pt x="3982674" y="1931063"/>
                  </a:lnTo>
                  <a:lnTo>
                    <a:pt x="4043509" y="1956446"/>
                  </a:lnTo>
                  <a:lnTo>
                    <a:pt x="4108925" y="1979459"/>
                  </a:lnTo>
                  <a:lnTo>
                    <a:pt x="4179670" y="2000347"/>
                  </a:lnTo>
                  <a:lnTo>
                    <a:pt x="4256429" y="2019340"/>
                  </a:lnTo>
                  <a:lnTo>
                    <a:pt x="4339758" y="2036641"/>
                  </a:lnTo>
                  <a:lnTo>
                    <a:pt x="4429996" y="2052420"/>
                  </a:lnTo>
                  <a:lnTo>
                    <a:pt x="4527153" y="2066806"/>
                  </a:lnTo>
                  <a:lnTo>
                    <a:pt x="4630775" y="2079890"/>
                  </a:lnTo>
                  <a:lnTo>
                    <a:pt x="4739803" y="2091724"/>
                  </a:lnTo>
                  <a:lnTo>
                    <a:pt x="4852448" y="2102323"/>
                  </a:lnTo>
                  <a:lnTo>
                    <a:pt x="4966134" y="2111676"/>
                  </a:lnTo>
                  <a:lnTo>
                    <a:pt x="5077542" y="2119758"/>
                  </a:lnTo>
                  <a:lnTo>
                    <a:pt x="5182834" y="2126545"/>
                  </a:lnTo>
                  <a:lnTo>
                    <a:pt x="5278041" y="2132037"/>
                  </a:lnTo>
                  <a:lnTo>
                    <a:pt x="5359597" y="2136273"/>
                  </a:lnTo>
                  <a:lnTo>
                    <a:pt x="5424913" y="2139343"/>
                  </a:lnTo>
                  <a:lnTo>
                    <a:pt x="5472854" y="2141391"/>
                  </a:lnTo>
                  <a:lnTo>
                    <a:pt x="5504004" y="2142604"/>
                  </a:lnTo>
                  <a:lnTo>
                    <a:pt x="5520678" y="2143199"/>
                  </a:lnTo>
                  <a:lnTo>
                    <a:pt x="5526750" y="2143398"/>
                  </a:lnTo>
                  <a:lnTo>
                    <a:pt x="5527445" y="2143419"/>
                  </a:lnTo>
                  <a:lnTo>
                    <a:pt x="6522385" y="2143419"/>
                  </a:lnTo>
                  <a:lnTo>
                    <a:pt x="6523487" y="2143379"/>
                  </a:lnTo>
                  <a:lnTo>
                    <a:pt x="6530759" y="2143098"/>
                  </a:lnTo>
                  <a:lnTo>
                    <a:pt x="6549203" y="2142320"/>
                  </a:lnTo>
                  <a:lnTo>
                    <a:pt x="6582458" y="2140786"/>
                  </a:lnTo>
                  <a:lnTo>
                    <a:pt x="6632592" y="2138250"/>
                  </a:lnTo>
                  <a:lnTo>
                    <a:pt x="6699950" y="2134501"/>
                  </a:lnTo>
                  <a:lnTo>
                    <a:pt x="6783196" y="2129380"/>
                  </a:lnTo>
                  <a:lnTo>
                    <a:pt x="6879609" y="2122790"/>
                  </a:lnTo>
                  <a:lnTo>
                    <a:pt x="6985571" y="2114691"/>
                  </a:lnTo>
                  <a:lnTo>
                    <a:pt x="7097134" y="2105090"/>
                  </a:lnTo>
                  <a:lnTo>
                    <a:pt x="7210537" y="2094015"/>
                  </a:lnTo>
                  <a:lnTo>
                    <a:pt x="7322569" y="2081494"/>
                  </a:lnTo>
                  <a:lnTo>
                    <a:pt x="7430764" y="2067537"/>
                  </a:lnTo>
                  <a:lnTo>
                    <a:pt x="7533432" y="2052123"/>
                  </a:lnTo>
                  <a:lnTo>
                    <a:pt x="7629597" y="2035186"/>
                  </a:lnTo>
                  <a:lnTo>
                    <a:pt x="7718864" y="2016617"/>
                  </a:lnTo>
                  <a:lnTo>
                    <a:pt x="7801281" y="1996259"/>
                  </a:lnTo>
                  <a:lnTo>
                    <a:pt x="7877212" y="1973913"/>
                  </a:lnTo>
                  <a:lnTo>
                    <a:pt x="7947224" y="1949340"/>
                  </a:lnTo>
                  <a:lnTo>
                    <a:pt x="8012004" y="1922270"/>
                  </a:lnTo>
                  <a:lnTo>
                    <a:pt x="8072298" y="1892420"/>
                  </a:lnTo>
                  <a:lnTo>
                    <a:pt x="8128861" y="1859518"/>
                  </a:lnTo>
                  <a:lnTo>
                    <a:pt x="8182418" y="1823343"/>
                  </a:lnTo>
                  <a:lnTo>
                    <a:pt x="8229629" y="1787056"/>
                  </a:lnTo>
                  <a:lnTo>
                    <a:pt x="8278254" y="1745237"/>
                  </a:lnTo>
                  <a:lnTo>
                    <a:pt x="8325585" y="1700102"/>
                  </a:lnTo>
                  <a:lnTo>
                    <a:pt x="8372001" y="1651586"/>
                  </a:lnTo>
                  <a:lnTo>
                    <a:pt x="8417805" y="1599687"/>
                  </a:lnTo>
                  <a:lnTo>
                    <a:pt x="8463230" y="1544476"/>
                  </a:lnTo>
                  <a:lnTo>
                    <a:pt x="8508453" y="1486099"/>
                  </a:lnTo>
                  <a:lnTo>
                    <a:pt x="8553603" y="1424787"/>
                  </a:lnTo>
                  <a:lnTo>
                    <a:pt x="8598762" y="1360850"/>
                  </a:lnTo>
                  <a:lnTo>
                    <a:pt x="8643979" y="1294678"/>
                  </a:lnTo>
                  <a:lnTo>
                    <a:pt x="8689270" y="1226730"/>
                  </a:lnTo>
                  <a:lnTo>
                    <a:pt x="8734627" y="1157524"/>
                  </a:lnTo>
                  <a:lnTo>
                    <a:pt x="8780024" y="1087621"/>
                  </a:lnTo>
                  <a:lnTo>
                    <a:pt x="8825429" y="1017606"/>
                  </a:lnTo>
                  <a:lnTo>
                    <a:pt x="8870804" y="948068"/>
                  </a:lnTo>
                  <a:lnTo>
                    <a:pt x="8916122" y="879579"/>
                  </a:lnTo>
                  <a:lnTo>
                    <a:pt x="8961367" y="812675"/>
                  </a:lnTo>
                  <a:lnTo>
                    <a:pt x="9006544" y="747841"/>
                  </a:lnTo>
                  <a:lnTo>
                    <a:pt x="9051690" y="685492"/>
                  </a:lnTo>
                  <a:lnTo>
                    <a:pt x="9096873" y="625970"/>
                  </a:lnTo>
                  <a:lnTo>
                    <a:pt x="9142204" y="569536"/>
                  </a:lnTo>
                  <a:lnTo>
                    <a:pt x="9187839" y="516368"/>
                  </a:lnTo>
                  <a:lnTo>
                    <a:pt x="9233991" y="466565"/>
                  </a:lnTo>
                  <a:lnTo>
                    <a:pt x="9280935" y="420152"/>
                  </a:lnTo>
                  <a:lnTo>
                    <a:pt x="9329018" y="377086"/>
                  </a:lnTo>
                  <a:lnTo>
                    <a:pt x="9347647" y="361603"/>
                  </a:lnTo>
                  <a:lnTo>
                    <a:pt x="9399021" y="322318"/>
                  </a:lnTo>
                  <a:lnTo>
                    <a:pt x="9452792" y="286409"/>
                  </a:lnTo>
                  <a:lnTo>
                    <a:pt x="9509624" y="253758"/>
                  </a:lnTo>
                  <a:lnTo>
                    <a:pt x="9570247" y="224140"/>
                  </a:lnTo>
                  <a:lnTo>
                    <a:pt x="9635416" y="197279"/>
                  </a:lnTo>
                  <a:lnTo>
                    <a:pt x="9705874" y="172892"/>
                  </a:lnTo>
                  <a:lnTo>
                    <a:pt x="9782302" y="150712"/>
                  </a:lnTo>
                  <a:lnTo>
                    <a:pt x="9865253" y="130504"/>
                  </a:lnTo>
                  <a:lnTo>
                    <a:pt x="9955071" y="112069"/>
                  </a:lnTo>
                  <a:lnTo>
                    <a:pt x="10051774" y="95257"/>
                  </a:lnTo>
                  <a:lnTo>
                    <a:pt x="10154927" y="79960"/>
                  </a:lnTo>
                  <a:lnTo>
                    <a:pt x="10263498" y="66118"/>
                  </a:lnTo>
                  <a:lnTo>
                    <a:pt x="10375739" y="53711"/>
                  </a:lnTo>
                  <a:lnTo>
                    <a:pt x="10489122" y="42752"/>
                  </a:lnTo>
                  <a:lnTo>
                    <a:pt x="10600383" y="33269"/>
                  </a:lnTo>
                  <a:lnTo>
                    <a:pt x="10705730" y="25291"/>
                  </a:lnTo>
                  <a:lnTo>
                    <a:pt x="10801220" y="18819"/>
                  </a:lnTo>
                  <a:lnTo>
                    <a:pt x="10883288" y="13811"/>
                  </a:lnTo>
                  <a:lnTo>
                    <a:pt x="10949305" y="10165"/>
                  </a:lnTo>
                  <a:lnTo>
                    <a:pt x="10998062" y="7718"/>
                  </a:lnTo>
                  <a:lnTo>
                    <a:pt x="11030043" y="6253"/>
                  </a:lnTo>
                  <a:lnTo>
                    <a:pt x="11047447" y="5524"/>
                  </a:lnTo>
                  <a:lnTo>
                    <a:pt x="11054029" y="527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0" y="39"/>
                  </a:lnTo>
                  <a:lnTo>
                    <a:pt x="11046518" y="321"/>
                  </a:lnTo>
                  <a:lnTo>
                    <a:pt x="11028074" y="1099"/>
                  </a:lnTo>
                  <a:lnTo>
                    <a:pt x="10994819" y="2632"/>
                  </a:lnTo>
                  <a:lnTo>
                    <a:pt x="10944684" y="5168"/>
                  </a:lnTo>
                  <a:lnTo>
                    <a:pt x="10877326" y="8917"/>
                  </a:lnTo>
                  <a:lnTo>
                    <a:pt x="10794080" y="14038"/>
                  </a:lnTo>
                  <a:lnTo>
                    <a:pt x="10697667" y="20629"/>
                  </a:lnTo>
                  <a:lnTo>
                    <a:pt x="10591706" y="28727"/>
                  </a:lnTo>
                  <a:lnTo>
                    <a:pt x="10480142" y="38328"/>
                  </a:lnTo>
                  <a:lnTo>
                    <a:pt x="10366739" y="49404"/>
                  </a:lnTo>
                  <a:lnTo>
                    <a:pt x="10254707" y="61925"/>
                  </a:lnTo>
                  <a:lnTo>
                    <a:pt x="10146513" y="75881"/>
                  </a:lnTo>
                  <a:lnTo>
                    <a:pt x="10043844" y="91296"/>
                  </a:lnTo>
                  <a:lnTo>
                    <a:pt x="9947679" y="108233"/>
                  </a:lnTo>
                  <a:lnTo>
                    <a:pt x="9858413" y="126802"/>
                  </a:lnTo>
                  <a:lnTo>
                    <a:pt x="9775995" y="147159"/>
                  </a:lnTo>
                  <a:lnTo>
                    <a:pt x="9700064" y="169505"/>
                  </a:lnTo>
                  <a:lnTo>
                    <a:pt x="9630053" y="194079"/>
                  </a:lnTo>
                  <a:lnTo>
                    <a:pt x="9565273" y="221149"/>
                  </a:lnTo>
                  <a:lnTo>
                    <a:pt x="9504979" y="250998"/>
                  </a:lnTo>
                  <a:lnTo>
                    <a:pt x="9448416" y="283900"/>
                  </a:lnTo>
                  <a:lnTo>
                    <a:pt x="9394858" y="320075"/>
                  </a:lnTo>
                  <a:lnTo>
                    <a:pt x="9347647" y="356363"/>
                  </a:lnTo>
                  <a:lnTo>
                    <a:pt x="9299022" y="398182"/>
                  </a:lnTo>
                  <a:lnTo>
                    <a:pt x="9251692" y="443317"/>
                  </a:lnTo>
                  <a:lnTo>
                    <a:pt x="9205275" y="491832"/>
                  </a:lnTo>
                  <a:lnTo>
                    <a:pt x="9159472" y="543731"/>
                  </a:lnTo>
                  <a:lnTo>
                    <a:pt x="9114047" y="598943"/>
                  </a:lnTo>
                  <a:lnTo>
                    <a:pt x="9068824" y="657319"/>
                  </a:lnTo>
                  <a:lnTo>
                    <a:pt x="9023674" y="718631"/>
                  </a:lnTo>
                  <a:lnTo>
                    <a:pt x="8978514" y="782568"/>
                  </a:lnTo>
                  <a:lnTo>
                    <a:pt x="8933297" y="848740"/>
                  </a:lnTo>
                  <a:lnTo>
                    <a:pt x="8888006" y="916689"/>
                  </a:lnTo>
                  <a:lnTo>
                    <a:pt x="8842650" y="985894"/>
                  </a:lnTo>
                  <a:lnTo>
                    <a:pt x="8797252" y="1055797"/>
                  </a:lnTo>
                  <a:lnTo>
                    <a:pt x="8751848" y="1125812"/>
                  </a:lnTo>
                  <a:lnTo>
                    <a:pt x="8706472" y="1195350"/>
                  </a:lnTo>
                  <a:lnTo>
                    <a:pt x="8661154" y="1263839"/>
                  </a:lnTo>
                  <a:lnTo>
                    <a:pt x="8615910" y="1330743"/>
                  </a:lnTo>
                  <a:lnTo>
                    <a:pt x="8570732" y="1395578"/>
                  </a:lnTo>
                  <a:lnTo>
                    <a:pt x="8525586" y="1457927"/>
                  </a:lnTo>
                  <a:lnTo>
                    <a:pt x="8480403" y="1517448"/>
                  </a:lnTo>
                  <a:lnTo>
                    <a:pt x="8435073" y="1573883"/>
                  </a:lnTo>
                  <a:lnTo>
                    <a:pt x="8389437" y="1627051"/>
                  </a:lnTo>
                  <a:lnTo>
                    <a:pt x="8343285" y="1676854"/>
                  </a:lnTo>
                  <a:lnTo>
                    <a:pt x="8296342" y="1723267"/>
                  </a:lnTo>
                  <a:lnTo>
                    <a:pt x="8248258" y="1766332"/>
                  </a:lnTo>
                  <a:lnTo>
                    <a:pt x="8229629" y="1781815"/>
                  </a:lnTo>
                  <a:lnTo>
                    <a:pt x="8178256" y="1821101"/>
                  </a:lnTo>
                  <a:lnTo>
                    <a:pt x="8124485" y="1857010"/>
                  </a:lnTo>
                  <a:lnTo>
                    <a:pt x="8067652" y="1889660"/>
                  </a:lnTo>
                  <a:lnTo>
                    <a:pt x="8007030" y="1919278"/>
                  </a:lnTo>
                  <a:lnTo>
                    <a:pt x="7941861" y="1946140"/>
                  </a:lnTo>
                  <a:lnTo>
                    <a:pt x="7871403" y="1970526"/>
                  </a:lnTo>
                  <a:lnTo>
                    <a:pt x="7794975" y="1992706"/>
                  </a:lnTo>
                  <a:lnTo>
                    <a:pt x="7712023" y="2012915"/>
                  </a:lnTo>
                  <a:lnTo>
                    <a:pt x="7622205" y="2031349"/>
                  </a:lnTo>
                  <a:lnTo>
                    <a:pt x="7525502" y="2048162"/>
                  </a:lnTo>
                  <a:lnTo>
                    <a:pt x="7422350" y="2063458"/>
                  </a:lnTo>
                  <a:lnTo>
                    <a:pt x="7313779" y="2077300"/>
                  </a:lnTo>
                  <a:lnTo>
                    <a:pt x="7201537" y="2089707"/>
                  </a:lnTo>
                  <a:lnTo>
                    <a:pt x="7088154" y="2100667"/>
                  </a:lnTo>
                  <a:lnTo>
                    <a:pt x="6976893" y="2110149"/>
                  </a:lnTo>
                  <a:lnTo>
                    <a:pt x="6871547" y="2118128"/>
                  </a:lnTo>
                  <a:lnTo>
                    <a:pt x="6776056" y="2124599"/>
                  </a:lnTo>
                  <a:lnTo>
                    <a:pt x="6693989" y="2129607"/>
                  </a:lnTo>
                  <a:lnTo>
                    <a:pt x="6627972" y="2133253"/>
                  </a:lnTo>
                  <a:lnTo>
                    <a:pt x="6579214" y="2135701"/>
                  </a:lnTo>
                  <a:lnTo>
                    <a:pt x="6547234" y="2137165"/>
                  </a:lnTo>
                  <a:lnTo>
                    <a:pt x="6529830" y="2137894"/>
                  </a:lnTo>
                  <a:lnTo>
                    <a:pt x="6523248" y="2138147"/>
                  </a:lnTo>
                  <a:lnTo>
                    <a:pt x="6522385" y="2138178"/>
                  </a:lnTo>
                  <a:lnTo>
                    <a:pt x="5527445" y="2138178"/>
                  </a:lnTo>
                  <a:lnTo>
                    <a:pt x="5526335" y="2138144"/>
                  </a:lnTo>
                  <a:lnTo>
                    <a:pt x="5519003" y="2137901"/>
                  </a:lnTo>
                  <a:lnTo>
                    <a:pt x="5500413" y="2137230"/>
                  </a:lnTo>
                  <a:lnTo>
                    <a:pt x="5466904" y="2135907"/>
                  </a:lnTo>
                  <a:lnTo>
                    <a:pt x="5416407" y="2133720"/>
                  </a:lnTo>
                  <a:lnTo>
                    <a:pt x="5348598" y="2130486"/>
                  </a:lnTo>
                  <a:lnTo>
                    <a:pt x="5264848" y="2126071"/>
                  </a:lnTo>
                  <a:lnTo>
                    <a:pt x="5167921" y="2120390"/>
                  </a:lnTo>
                  <a:lnTo>
                    <a:pt x="5061481" y="2113412"/>
                  </a:lnTo>
                  <a:lnTo>
                    <a:pt x="4949507" y="2105142"/>
                  </a:lnTo>
                  <a:lnTo>
                    <a:pt x="4835783" y="2095604"/>
                  </a:lnTo>
                  <a:lnTo>
                    <a:pt x="4723525" y="2084824"/>
                  </a:lnTo>
                  <a:lnTo>
                    <a:pt x="4615197" y="2072808"/>
                  </a:lnTo>
                  <a:lnTo>
                    <a:pt x="4512474" y="2059537"/>
                  </a:lnTo>
                  <a:lnTo>
                    <a:pt x="4416316" y="2044954"/>
                  </a:lnTo>
                  <a:lnTo>
                    <a:pt x="4327102" y="2028961"/>
                  </a:lnTo>
                  <a:lnTo>
                    <a:pt x="4244765" y="2011423"/>
                  </a:lnTo>
                  <a:lnTo>
                    <a:pt x="4168927" y="1992165"/>
                  </a:lnTo>
                  <a:lnTo>
                    <a:pt x="4099010" y="1970980"/>
                  </a:lnTo>
                  <a:lnTo>
                    <a:pt x="4034314" y="1947634"/>
                  </a:lnTo>
                  <a:lnTo>
                    <a:pt x="3974086" y="1921884"/>
                  </a:lnTo>
                  <a:lnTo>
                    <a:pt x="3917566" y="1893495"/>
                  </a:lnTo>
                  <a:lnTo>
                    <a:pt x="3864026" y="1862281"/>
                  </a:lnTo>
                  <a:lnTo>
                    <a:pt x="3820202" y="1833348"/>
                  </a:lnTo>
                  <a:lnTo>
                    <a:pt x="3769352" y="1795846"/>
                  </a:lnTo>
                  <a:lnTo>
                    <a:pt x="3719899" y="1755234"/>
                  </a:lnTo>
                  <a:lnTo>
                    <a:pt x="3671414" y="1711453"/>
                  </a:lnTo>
                  <a:lnTo>
                    <a:pt x="3623561" y="1664509"/>
                  </a:lnTo>
                  <a:lnTo>
                    <a:pt x="3576083" y="1614482"/>
                  </a:lnTo>
                  <a:lnTo>
                    <a:pt x="3528788" y="1561534"/>
                  </a:lnTo>
                  <a:lnTo>
                    <a:pt x="3481545" y="1505910"/>
                  </a:lnTo>
                  <a:lnTo>
                    <a:pt x="3434270" y="1447939"/>
                  </a:lnTo>
                  <a:lnTo>
                    <a:pt x="3386922" y="1388028"/>
                  </a:lnTo>
                  <a:lnTo>
                    <a:pt x="3339494" y="1326650"/>
                  </a:lnTo>
                  <a:lnTo>
                    <a:pt x="3292005" y="1264335"/>
                  </a:lnTo>
                  <a:lnTo>
                    <a:pt x="3244490" y="1201645"/>
                  </a:lnTo>
                  <a:lnTo>
                    <a:pt x="3196989" y="1139158"/>
                  </a:lnTo>
                  <a:lnTo>
                    <a:pt x="3149541" y="1077445"/>
                  </a:lnTo>
                  <a:lnTo>
                    <a:pt x="3102168" y="1017046"/>
                  </a:lnTo>
                  <a:lnTo>
                    <a:pt x="3054874" y="958453"/>
                  </a:lnTo>
                  <a:lnTo>
                    <a:pt x="3007628" y="902094"/>
                  </a:lnTo>
                  <a:lnTo>
                    <a:pt x="2960360" y="848322"/>
                  </a:lnTo>
                  <a:lnTo>
                    <a:pt x="2912953" y="797407"/>
                  </a:lnTo>
                  <a:lnTo>
                    <a:pt x="2865235" y="749535"/>
                  </a:lnTo>
                  <a:lnTo>
                    <a:pt x="2816969" y="704811"/>
                  </a:lnTo>
                  <a:lnTo>
                    <a:pt x="2767844" y="663262"/>
                  </a:lnTo>
                  <a:lnTo>
                    <a:pt x="2717460" y="624846"/>
                  </a:lnTo>
                  <a:lnTo>
                    <a:pt x="2702183" y="614027"/>
                  </a:lnTo>
                  <a:lnTo>
                    <a:pt x="2650662" y="580332"/>
                  </a:lnTo>
                  <a:lnTo>
                    <a:pt x="2596728" y="549541"/>
                  </a:lnTo>
                  <a:lnTo>
                    <a:pt x="2539711" y="521553"/>
                  </a:lnTo>
                  <a:lnTo>
                    <a:pt x="2478875" y="496170"/>
                  </a:lnTo>
                  <a:lnTo>
                    <a:pt x="2413460" y="473157"/>
                  </a:lnTo>
                  <a:lnTo>
                    <a:pt x="2342715" y="452269"/>
                  </a:lnTo>
                  <a:lnTo>
                    <a:pt x="2265956" y="433276"/>
                  </a:lnTo>
                  <a:lnTo>
                    <a:pt x="2182627" y="415974"/>
                  </a:lnTo>
                  <a:lnTo>
                    <a:pt x="2092389" y="400196"/>
                  </a:lnTo>
                  <a:lnTo>
                    <a:pt x="1995232" y="385810"/>
                  </a:lnTo>
                  <a:lnTo>
                    <a:pt x="1891610" y="372726"/>
                  </a:lnTo>
                  <a:lnTo>
                    <a:pt x="1782582" y="360892"/>
                  </a:lnTo>
                  <a:lnTo>
                    <a:pt x="1669937" y="350293"/>
                  </a:lnTo>
                  <a:lnTo>
                    <a:pt x="1556251" y="340940"/>
                  </a:lnTo>
                  <a:lnTo>
                    <a:pt x="1444843" y="332858"/>
                  </a:lnTo>
                  <a:lnTo>
                    <a:pt x="1339551" y="326071"/>
                  </a:lnTo>
                  <a:lnTo>
                    <a:pt x="1244344" y="320579"/>
                  </a:lnTo>
                  <a:lnTo>
                    <a:pt x="1162788" y="316343"/>
                  </a:lnTo>
                  <a:lnTo>
                    <a:pt x="1097472" y="313273"/>
                  </a:lnTo>
                  <a:lnTo>
                    <a:pt x="1049531" y="311225"/>
                  </a:lnTo>
                  <a:lnTo>
                    <a:pt x="1018381" y="310011"/>
                  </a:lnTo>
                  <a:lnTo>
                    <a:pt x="1001707" y="309417"/>
                  </a:lnTo>
                  <a:lnTo>
                    <a:pt x="995635" y="309218"/>
                  </a:lnTo>
                  <a:lnTo>
                    <a:pt x="994940" y="309197"/>
                  </a:lnTo>
                  <a:lnTo>
                    <a:pt x="0" y="309197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68" name="pl867"/>
            <p:cNvSpPr/>
            <p:nvPr/>
          </p:nvSpPr>
          <p:spPr>
            <a:xfrm>
              <a:off x="1199187" y="4386246"/>
              <a:ext cx="12049831" cy="2138178"/>
            </a:xfrm>
            <a:custGeom>
              <a:avLst/>
              <a:pathLst>
                <a:path w="12049831" h="2138178">
                  <a:moveTo>
                    <a:pt x="0" y="309197"/>
                  </a:moveTo>
                  <a:lnTo>
                    <a:pt x="994940" y="309197"/>
                  </a:lnTo>
                  <a:lnTo>
                    <a:pt x="996050" y="309231"/>
                  </a:lnTo>
                  <a:lnTo>
                    <a:pt x="1003382" y="309474"/>
                  </a:lnTo>
                  <a:lnTo>
                    <a:pt x="1021972" y="310145"/>
                  </a:lnTo>
                  <a:lnTo>
                    <a:pt x="1055481" y="311468"/>
                  </a:lnTo>
                  <a:lnTo>
                    <a:pt x="1105978" y="313656"/>
                  </a:lnTo>
                  <a:lnTo>
                    <a:pt x="1173787" y="316889"/>
                  </a:lnTo>
                  <a:lnTo>
                    <a:pt x="1257537" y="321304"/>
                  </a:lnTo>
                  <a:lnTo>
                    <a:pt x="1354464" y="326985"/>
                  </a:lnTo>
                  <a:lnTo>
                    <a:pt x="1460904" y="333963"/>
                  </a:lnTo>
                  <a:lnTo>
                    <a:pt x="1572878" y="342233"/>
                  </a:lnTo>
                  <a:lnTo>
                    <a:pt x="1686602" y="351771"/>
                  </a:lnTo>
                  <a:lnTo>
                    <a:pt x="1798860" y="362551"/>
                  </a:lnTo>
                  <a:lnTo>
                    <a:pt x="1907188" y="374567"/>
                  </a:lnTo>
                  <a:lnTo>
                    <a:pt x="2009911" y="387838"/>
                  </a:lnTo>
                  <a:lnTo>
                    <a:pt x="2106069" y="402422"/>
                  </a:lnTo>
                  <a:lnTo>
                    <a:pt x="2195283" y="418414"/>
                  </a:lnTo>
                  <a:lnTo>
                    <a:pt x="2277620" y="435952"/>
                  </a:lnTo>
                  <a:lnTo>
                    <a:pt x="2353458" y="455210"/>
                  </a:lnTo>
                  <a:lnTo>
                    <a:pt x="2423375" y="476395"/>
                  </a:lnTo>
                  <a:lnTo>
                    <a:pt x="2488071" y="499741"/>
                  </a:lnTo>
                  <a:lnTo>
                    <a:pt x="2548299" y="525491"/>
                  </a:lnTo>
                  <a:lnTo>
                    <a:pt x="2604819" y="553880"/>
                  </a:lnTo>
                  <a:lnTo>
                    <a:pt x="2658359" y="585094"/>
                  </a:lnTo>
                  <a:lnTo>
                    <a:pt x="2702183" y="614027"/>
                  </a:lnTo>
                  <a:lnTo>
                    <a:pt x="2753033" y="651529"/>
                  </a:lnTo>
                  <a:lnTo>
                    <a:pt x="2802486" y="692141"/>
                  </a:lnTo>
                  <a:lnTo>
                    <a:pt x="2850971" y="735922"/>
                  </a:lnTo>
                  <a:lnTo>
                    <a:pt x="2898824" y="782866"/>
                  </a:lnTo>
                  <a:lnTo>
                    <a:pt x="2946302" y="832893"/>
                  </a:lnTo>
                  <a:lnTo>
                    <a:pt x="2993597" y="885841"/>
                  </a:lnTo>
                  <a:lnTo>
                    <a:pt x="3040840" y="941465"/>
                  </a:lnTo>
                  <a:lnTo>
                    <a:pt x="3088115" y="999436"/>
                  </a:lnTo>
                  <a:lnTo>
                    <a:pt x="3135463" y="1059347"/>
                  </a:lnTo>
                  <a:lnTo>
                    <a:pt x="3182891" y="1120725"/>
                  </a:lnTo>
                  <a:lnTo>
                    <a:pt x="3230380" y="1183040"/>
                  </a:lnTo>
                  <a:lnTo>
                    <a:pt x="3277895" y="1245730"/>
                  </a:lnTo>
                  <a:lnTo>
                    <a:pt x="3325396" y="1308217"/>
                  </a:lnTo>
                  <a:lnTo>
                    <a:pt x="3372844" y="1369930"/>
                  </a:lnTo>
                  <a:lnTo>
                    <a:pt x="3420217" y="1430329"/>
                  </a:lnTo>
                  <a:lnTo>
                    <a:pt x="3467511" y="1488922"/>
                  </a:lnTo>
                  <a:lnTo>
                    <a:pt x="3514757" y="1545281"/>
                  </a:lnTo>
                  <a:lnTo>
                    <a:pt x="3562025" y="1599053"/>
                  </a:lnTo>
                  <a:lnTo>
                    <a:pt x="3609432" y="1649968"/>
                  </a:lnTo>
                  <a:lnTo>
                    <a:pt x="3657150" y="1697840"/>
                  </a:lnTo>
                  <a:lnTo>
                    <a:pt x="3705416" y="1742564"/>
                  </a:lnTo>
                  <a:lnTo>
                    <a:pt x="3754541" y="1784114"/>
                  </a:lnTo>
                  <a:lnTo>
                    <a:pt x="3804925" y="1822529"/>
                  </a:lnTo>
                  <a:lnTo>
                    <a:pt x="3820202" y="1833348"/>
                  </a:lnTo>
                  <a:lnTo>
                    <a:pt x="3871723" y="1867043"/>
                  </a:lnTo>
                  <a:lnTo>
                    <a:pt x="3925657" y="1897834"/>
                  </a:lnTo>
                  <a:lnTo>
                    <a:pt x="3982674" y="1925823"/>
                  </a:lnTo>
                  <a:lnTo>
                    <a:pt x="4043509" y="1951205"/>
                  </a:lnTo>
                  <a:lnTo>
                    <a:pt x="4108925" y="1974218"/>
                  </a:lnTo>
                  <a:lnTo>
                    <a:pt x="4179670" y="1995106"/>
                  </a:lnTo>
                  <a:lnTo>
                    <a:pt x="4256429" y="2014099"/>
                  </a:lnTo>
                  <a:lnTo>
                    <a:pt x="4339758" y="2031401"/>
                  </a:lnTo>
                  <a:lnTo>
                    <a:pt x="4429996" y="2047179"/>
                  </a:lnTo>
                  <a:lnTo>
                    <a:pt x="4527153" y="2061565"/>
                  </a:lnTo>
                  <a:lnTo>
                    <a:pt x="4630775" y="2074649"/>
                  </a:lnTo>
                  <a:lnTo>
                    <a:pt x="4739803" y="2086483"/>
                  </a:lnTo>
                  <a:lnTo>
                    <a:pt x="4852448" y="2097082"/>
                  </a:lnTo>
                  <a:lnTo>
                    <a:pt x="4966134" y="2106436"/>
                  </a:lnTo>
                  <a:lnTo>
                    <a:pt x="5077542" y="2114517"/>
                  </a:lnTo>
                  <a:lnTo>
                    <a:pt x="5182834" y="2121305"/>
                  </a:lnTo>
                  <a:lnTo>
                    <a:pt x="5278041" y="2126796"/>
                  </a:lnTo>
                  <a:lnTo>
                    <a:pt x="5359597" y="2131032"/>
                  </a:lnTo>
                  <a:lnTo>
                    <a:pt x="5424913" y="2134102"/>
                  </a:lnTo>
                  <a:lnTo>
                    <a:pt x="5472854" y="2136150"/>
                  </a:lnTo>
                  <a:lnTo>
                    <a:pt x="5504004" y="2137364"/>
                  </a:lnTo>
                  <a:lnTo>
                    <a:pt x="5520678" y="2137958"/>
                  </a:lnTo>
                  <a:lnTo>
                    <a:pt x="5526750" y="2138157"/>
                  </a:lnTo>
                  <a:lnTo>
                    <a:pt x="5527445" y="2138178"/>
                  </a:lnTo>
                  <a:lnTo>
                    <a:pt x="6522385" y="2138178"/>
                  </a:lnTo>
                  <a:lnTo>
                    <a:pt x="6523487" y="2138139"/>
                  </a:lnTo>
                  <a:lnTo>
                    <a:pt x="6530759" y="2137857"/>
                  </a:lnTo>
                  <a:lnTo>
                    <a:pt x="6549203" y="2137079"/>
                  </a:lnTo>
                  <a:lnTo>
                    <a:pt x="6582458" y="2135545"/>
                  </a:lnTo>
                  <a:lnTo>
                    <a:pt x="6632592" y="2133010"/>
                  </a:lnTo>
                  <a:lnTo>
                    <a:pt x="6699950" y="2129261"/>
                  </a:lnTo>
                  <a:lnTo>
                    <a:pt x="6783196" y="2124140"/>
                  </a:lnTo>
                  <a:lnTo>
                    <a:pt x="6879609" y="2117549"/>
                  </a:lnTo>
                  <a:lnTo>
                    <a:pt x="6985571" y="2109450"/>
                  </a:lnTo>
                  <a:lnTo>
                    <a:pt x="7097134" y="2099849"/>
                  </a:lnTo>
                  <a:lnTo>
                    <a:pt x="7210537" y="2088774"/>
                  </a:lnTo>
                  <a:lnTo>
                    <a:pt x="7322569" y="2076253"/>
                  </a:lnTo>
                  <a:lnTo>
                    <a:pt x="7430764" y="2062296"/>
                  </a:lnTo>
                  <a:lnTo>
                    <a:pt x="7533432" y="2046882"/>
                  </a:lnTo>
                  <a:lnTo>
                    <a:pt x="7629597" y="2029945"/>
                  </a:lnTo>
                  <a:lnTo>
                    <a:pt x="7718864" y="2011376"/>
                  </a:lnTo>
                  <a:lnTo>
                    <a:pt x="7801281" y="1991018"/>
                  </a:lnTo>
                  <a:lnTo>
                    <a:pt x="7877212" y="1968672"/>
                  </a:lnTo>
                  <a:lnTo>
                    <a:pt x="7947224" y="1944099"/>
                  </a:lnTo>
                  <a:lnTo>
                    <a:pt x="8012004" y="1917029"/>
                  </a:lnTo>
                  <a:lnTo>
                    <a:pt x="8072298" y="1887179"/>
                  </a:lnTo>
                  <a:lnTo>
                    <a:pt x="8128861" y="1854277"/>
                  </a:lnTo>
                  <a:lnTo>
                    <a:pt x="8182418" y="1818103"/>
                  </a:lnTo>
                  <a:lnTo>
                    <a:pt x="8229629" y="1781815"/>
                  </a:lnTo>
                  <a:lnTo>
                    <a:pt x="8278254" y="1739996"/>
                  </a:lnTo>
                  <a:lnTo>
                    <a:pt x="8325585" y="1694861"/>
                  </a:lnTo>
                  <a:lnTo>
                    <a:pt x="8372001" y="1646345"/>
                  </a:lnTo>
                  <a:lnTo>
                    <a:pt x="8417805" y="1594447"/>
                  </a:lnTo>
                  <a:lnTo>
                    <a:pt x="8463230" y="1539235"/>
                  </a:lnTo>
                  <a:lnTo>
                    <a:pt x="8508453" y="1480858"/>
                  </a:lnTo>
                  <a:lnTo>
                    <a:pt x="8553603" y="1419546"/>
                  </a:lnTo>
                  <a:lnTo>
                    <a:pt x="8598762" y="1355610"/>
                  </a:lnTo>
                  <a:lnTo>
                    <a:pt x="8643979" y="1289437"/>
                  </a:lnTo>
                  <a:lnTo>
                    <a:pt x="8689270" y="1221489"/>
                  </a:lnTo>
                  <a:lnTo>
                    <a:pt x="8734627" y="1152283"/>
                  </a:lnTo>
                  <a:lnTo>
                    <a:pt x="8780024" y="1082380"/>
                  </a:lnTo>
                  <a:lnTo>
                    <a:pt x="8825429" y="1012365"/>
                  </a:lnTo>
                  <a:lnTo>
                    <a:pt x="8870804" y="942827"/>
                  </a:lnTo>
                  <a:lnTo>
                    <a:pt x="8916122" y="874338"/>
                  </a:lnTo>
                  <a:lnTo>
                    <a:pt x="8961367" y="807435"/>
                  </a:lnTo>
                  <a:lnTo>
                    <a:pt x="9006544" y="742600"/>
                  </a:lnTo>
                  <a:lnTo>
                    <a:pt x="9051690" y="680251"/>
                  </a:lnTo>
                  <a:lnTo>
                    <a:pt x="9096873" y="620729"/>
                  </a:lnTo>
                  <a:lnTo>
                    <a:pt x="9142204" y="564295"/>
                  </a:lnTo>
                  <a:lnTo>
                    <a:pt x="9187839" y="511127"/>
                  </a:lnTo>
                  <a:lnTo>
                    <a:pt x="9233991" y="461324"/>
                  </a:lnTo>
                  <a:lnTo>
                    <a:pt x="9280935" y="414911"/>
                  </a:lnTo>
                  <a:lnTo>
                    <a:pt x="9329018" y="371845"/>
                  </a:lnTo>
                  <a:lnTo>
                    <a:pt x="9347647" y="356363"/>
                  </a:lnTo>
                  <a:lnTo>
                    <a:pt x="9399021" y="317077"/>
                  </a:lnTo>
                  <a:lnTo>
                    <a:pt x="9452792" y="281168"/>
                  </a:lnTo>
                  <a:lnTo>
                    <a:pt x="9509624" y="248518"/>
                  </a:lnTo>
                  <a:lnTo>
                    <a:pt x="9570247" y="218899"/>
                  </a:lnTo>
                  <a:lnTo>
                    <a:pt x="9635416" y="192038"/>
                  </a:lnTo>
                  <a:lnTo>
                    <a:pt x="9705874" y="167651"/>
                  </a:lnTo>
                  <a:lnTo>
                    <a:pt x="9782302" y="145472"/>
                  </a:lnTo>
                  <a:lnTo>
                    <a:pt x="9865253" y="125263"/>
                  </a:lnTo>
                  <a:lnTo>
                    <a:pt x="9955071" y="106829"/>
                  </a:lnTo>
                  <a:lnTo>
                    <a:pt x="10051774" y="90016"/>
                  </a:lnTo>
                  <a:lnTo>
                    <a:pt x="10154927" y="74719"/>
                  </a:lnTo>
                  <a:lnTo>
                    <a:pt x="10263498" y="60877"/>
                  </a:lnTo>
                  <a:lnTo>
                    <a:pt x="10375739" y="48470"/>
                  </a:lnTo>
                  <a:lnTo>
                    <a:pt x="10489122" y="37511"/>
                  </a:lnTo>
                  <a:lnTo>
                    <a:pt x="10600383" y="28028"/>
                  </a:lnTo>
                  <a:lnTo>
                    <a:pt x="10705730" y="20050"/>
                  </a:lnTo>
                  <a:lnTo>
                    <a:pt x="10801220" y="13578"/>
                  </a:lnTo>
                  <a:lnTo>
                    <a:pt x="10883288" y="8570"/>
                  </a:lnTo>
                  <a:lnTo>
                    <a:pt x="10949305" y="4925"/>
                  </a:lnTo>
                  <a:lnTo>
                    <a:pt x="10998062" y="2477"/>
                  </a:lnTo>
                  <a:lnTo>
                    <a:pt x="11030043" y="1013"/>
                  </a:lnTo>
                  <a:lnTo>
                    <a:pt x="11047447" y="284"/>
                  </a:lnTo>
                  <a:lnTo>
                    <a:pt x="11054029" y="3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9" name="pl868"/>
            <p:cNvSpPr/>
            <p:nvPr/>
          </p:nvSpPr>
          <p:spPr>
            <a:xfrm>
              <a:off x="1199187" y="4381005"/>
              <a:ext cx="12049831" cy="2138178"/>
            </a:xfrm>
            <a:custGeom>
              <a:avLst/>
              <a:pathLst>
                <a:path w="12049831" h="2138178">
                  <a:moveTo>
                    <a:pt x="12049831" y="0"/>
                  </a:moveTo>
                  <a:lnTo>
                    <a:pt x="11054891" y="0"/>
                  </a:lnTo>
                  <a:lnTo>
                    <a:pt x="11053790" y="39"/>
                  </a:lnTo>
                  <a:lnTo>
                    <a:pt x="11046518" y="321"/>
                  </a:lnTo>
                  <a:lnTo>
                    <a:pt x="11028074" y="1099"/>
                  </a:lnTo>
                  <a:lnTo>
                    <a:pt x="10994819" y="2632"/>
                  </a:lnTo>
                  <a:lnTo>
                    <a:pt x="10944684" y="5168"/>
                  </a:lnTo>
                  <a:lnTo>
                    <a:pt x="10877326" y="8917"/>
                  </a:lnTo>
                  <a:lnTo>
                    <a:pt x="10794080" y="14038"/>
                  </a:lnTo>
                  <a:lnTo>
                    <a:pt x="10697667" y="20629"/>
                  </a:lnTo>
                  <a:lnTo>
                    <a:pt x="10591706" y="28727"/>
                  </a:lnTo>
                  <a:lnTo>
                    <a:pt x="10480142" y="38328"/>
                  </a:lnTo>
                  <a:lnTo>
                    <a:pt x="10366739" y="49404"/>
                  </a:lnTo>
                  <a:lnTo>
                    <a:pt x="10254707" y="61925"/>
                  </a:lnTo>
                  <a:lnTo>
                    <a:pt x="10146513" y="75881"/>
                  </a:lnTo>
                  <a:lnTo>
                    <a:pt x="10043844" y="91296"/>
                  </a:lnTo>
                  <a:lnTo>
                    <a:pt x="9947679" y="108233"/>
                  </a:lnTo>
                  <a:lnTo>
                    <a:pt x="9858413" y="126802"/>
                  </a:lnTo>
                  <a:lnTo>
                    <a:pt x="9775995" y="147159"/>
                  </a:lnTo>
                  <a:lnTo>
                    <a:pt x="9700064" y="169505"/>
                  </a:lnTo>
                  <a:lnTo>
                    <a:pt x="9630053" y="194079"/>
                  </a:lnTo>
                  <a:lnTo>
                    <a:pt x="9565273" y="221149"/>
                  </a:lnTo>
                  <a:lnTo>
                    <a:pt x="9504979" y="250998"/>
                  </a:lnTo>
                  <a:lnTo>
                    <a:pt x="9448416" y="283900"/>
                  </a:lnTo>
                  <a:lnTo>
                    <a:pt x="9394858" y="320075"/>
                  </a:lnTo>
                  <a:lnTo>
                    <a:pt x="9347647" y="356363"/>
                  </a:lnTo>
                  <a:lnTo>
                    <a:pt x="9299022" y="398182"/>
                  </a:lnTo>
                  <a:lnTo>
                    <a:pt x="9251692" y="443317"/>
                  </a:lnTo>
                  <a:lnTo>
                    <a:pt x="9205275" y="491832"/>
                  </a:lnTo>
                  <a:lnTo>
                    <a:pt x="9159472" y="543731"/>
                  </a:lnTo>
                  <a:lnTo>
                    <a:pt x="9114047" y="598943"/>
                  </a:lnTo>
                  <a:lnTo>
                    <a:pt x="9068824" y="657319"/>
                  </a:lnTo>
                  <a:lnTo>
                    <a:pt x="9023674" y="718631"/>
                  </a:lnTo>
                  <a:lnTo>
                    <a:pt x="8978514" y="782568"/>
                  </a:lnTo>
                  <a:lnTo>
                    <a:pt x="8933297" y="848740"/>
                  </a:lnTo>
                  <a:lnTo>
                    <a:pt x="8888006" y="916689"/>
                  </a:lnTo>
                  <a:lnTo>
                    <a:pt x="8842650" y="985894"/>
                  </a:lnTo>
                  <a:lnTo>
                    <a:pt x="8797252" y="1055797"/>
                  </a:lnTo>
                  <a:lnTo>
                    <a:pt x="8751848" y="1125812"/>
                  </a:lnTo>
                  <a:lnTo>
                    <a:pt x="8706472" y="1195350"/>
                  </a:lnTo>
                  <a:lnTo>
                    <a:pt x="8661154" y="1263839"/>
                  </a:lnTo>
                  <a:lnTo>
                    <a:pt x="8615910" y="1330743"/>
                  </a:lnTo>
                  <a:lnTo>
                    <a:pt x="8570732" y="1395578"/>
                  </a:lnTo>
                  <a:lnTo>
                    <a:pt x="8525586" y="1457927"/>
                  </a:lnTo>
                  <a:lnTo>
                    <a:pt x="8480403" y="1517448"/>
                  </a:lnTo>
                  <a:lnTo>
                    <a:pt x="8435073" y="1573883"/>
                  </a:lnTo>
                  <a:lnTo>
                    <a:pt x="8389437" y="1627051"/>
                  </a:lnTo>
                  <a:lnTo>
                    <a:pt x="8343285" y="1676854"/>
                  </a:lnTo>
                  <a:lnTo>
                    <a:pt x="8296342" y="1723267"/>
                  </a:lnTo>
                  <a:lnTo>
                    <a:pt x="8248258" y="1766332"/>
                  </a:lnTo>
                  <a:lnTo>
                    <a:pt x="8229629" y="1781815"/>
                  </a:lnTo>
                  <a:lnTo>
                    <a:pt x="8178256" y="1821101"/>
                  </a:lnTo>
                  <a:lnTo>
                    <a:pt x="8124485" y="1857010"/>
                  </a:lnTo>
                  <a:lnTo>
                    <a:pt x="8067652" y="1889660"/>
                  </a:lnTo>
                  <a:lnTo>
                    <a:pt x="8007030" y="1919278"/>
                  </a:lnTo>
                  <a:lnTo>
                    <a:pt x="7941861" y="1946140"/>
                  </a:lnTo>
                  <a:lnTo>
                    <a:pt x="7871403" y="1970526"/>
                  </a:lnTo>
                  <a:lnTo>
                    <a:pt x="7794975" y="1992706"/>
                  </a:lnTo>
                  <a:lnTo>
                    <a:pt x="7712023" y="2012915"/>
                  </a:lnTo>
                  <a:lnTo>
                    <a:pt x="7622205" y="2031349"/>
                  </a:lnTo>
                  <a:lnTo>
                    <a:pt x="7525502" y="2048162"/>
                  </a:lnTo>
                  <a:lnTo>
                    <a:pt x="7422350" y="2063458"/>
                  </a:lnTo>
                  <a:lnTo>
                    <a:pt x="7313779" y="2077300"/>
                  </a:lnTo>
                  <a:lnTo>
                    <a:pt x="7201537" y="2089707"/>
                  </a:lnTo>
                  <a:lnTo>
                    <a:pt x="7088154" y="2100667"/>
                  </a:lnTo>
                  <a:lnTo>
                    <a:pt x="6976893" y="2110149"/>
                  </a:lnTo>
                  <a:lnTo>
                    <a:pt x="6871547" y="2118128"/>
                  </a:lnTo>
                  <a:lnTo>
                    <a:pt x="6776056" y="2124599"/>
                  </a:lnTo>
                  <a:lnTo>
                    <a:pt x="6693989" y="2129607"/>
                  </a:lnTo>
                  <a:lnTo>
                    <a:pt x="6627972" y="2133253"/>
                  </a:lnTo>
                  <a:lnTo>
                    <a:pt x="6579214" y="2135701"/>
                  </a:lnTo>
                  <a:lnTo>
                    <a:pt x="6547234" y="2137165"/>
                  </a:lnTo>
                  <a:lnTo>
                    <a:pt x="6529830" y="2137894"/>
                  </a:lnTo>
                  <a:lnTo>
                    <a:pt x="6523248" y="2138147"/>
                  </a:lnTo>
                  <a:lnTo>
                    <a:pt x="6522385" y="2138178"/>
                  </a:lnTo>
                  <a:lnTo>
                    <a:pt x="5527445" y="2138178"/>
                  </a:lnTo>
                  <a:lnTo>
                    <a:pt x="5526335" y="2138144"/>
                  </a:lnTo>
                  <a:lnTo>
                    <a:pt x="5519003" y="2137901"/>
                  </a:lnTo>
                  <a:lnTo>
                    <a:pt x="5500413" y="2137230"/>
                  </a:lnTo>
                  <a:lnTo>
                    <a:pt x="5466904" y="2135907"/>
                  </a:lnTo>
                  <a:lnTo>
                    <a:pt x="5416407" y="2133720"/>
                  </a:lnTo>
                  <a:lnTo>
                    <a:pt x="5348598" y="2130486"/>
                  </a:lnTo>
                  <a:lnTo>
                    <a:pt x="5264848" y="2126071"/>
                  </a:lnTo>
                  <a:lnTo>
                    <a:pt x="5167921" y="2120390"/>
                  </a:lnTo>
                  <a:lnTo>
                    <a:pt x="5061481" y="2113412"/>
                  </a:lnTo>
                  <a:lnTo>
                    <a:pt x="4949507" y="2105142"/>
                  </a:lnTo>
                  <a:lnTo>
                    <a:pt x="4835783" y="2095604"/>
                  </a:lnTo>
                  <a:lnTo>
                    <a:pt x="4723525" y="2084824"/>
                  </a:lnTo>
                  <a:lnTo>
                    <a:pt x="4615197" y="2072808"/>
                  </a:lnTo>
                  <a:lnTo>
                    <a:pt x="4512474" y="2059537"/>
                  </a:lnTo>
                  <a:lnTo>
                    <a:pt x="4416316" y="2044954"/>
                  </a:lnTo>
                  <a:lnTo>
                    <a:pt x="4327102" y="2028961"/>
                  </a:lnTo>
                  <a:lnTo>
                    <a:pt x="4244765" y="2011423"/>
                  </a:lnTo>
                  <a:lnTo>
                    <a:pt x="4168927" y="1992165"/>
                  </a:lnTo>
                  <a:lnTo>
                    <a:pt x="4099010" y="1970980"/>
                  </a:lnTo>
                  <a:lnTo>
                    <a:pt x="4034314" y="1947634"/>
                  </a:lnTo>
                  <a:lnTo>
                    <a:pt x="3974086" y="1921884"/>
                  </a:lnTo>
                  <a:lnTo>
                    <a:pt x="3917566" y="1893495"/>
                  </a:lnTo>
                  <a:lnTo>
                    <a:pt x="3864026" y="1862281"/>
                  </a:lnTo>
                  <a:lnTo>
                    <a:pt x="3820202" y="1833348"/>
                  </a:lnTo>
                  <a:lnTo>
                    <a:pt x="3769352" y="1795846"/>
                  </a:lnTo>
                  <a:lnTo>
                    <a:pt x="3719899" y="1755234"/>
                  </a:lnTo>
                  <a:lnTo>
                    <a:pt x="3671414" y="1711453"/>
                  </a:lnTo>
                  <a:lnTo>
                    <a:pt x="3623561" y="1664509"/>
                  </a:lnTo>
                  <a:lnTo>
                    <a:pt x="3576083" y="1614482"/>
                  </a:lnTo>
                  <a:lnTo>
                    <a:pt x="3528788" y="1561534"/>
                  </a:lnTo>
                  <a:lnTo>
                    <a:pt x="3481545" y="1505910"/>
                  </a:lnTo>
                  <a:lnTo>
                    <a:pt x="3434270" y="1447939"/>
                  </a:lnTo>
                  <a:lnTo>
                    <a:pt x="3386922" y="1388028"/>
                  </a:lnTo>
                  <a:lnTo>
                    <a:pt x="3339494" y="1326650"/>
                  </a:lnTo>
                  <a:lnTo>
                    <a:pt x="3292005" y="1264335"/>
                  </a:lnTo>
                  <a:lnTo>
                    <a:pt x="3244490" y="1201645"/>
                  </a:lnTo>
                  <a:lnTo>
                    <a:pt x="3196989" y="1139158"/>
                  </a:lnTo>
                  <a:lnTo>
                    <a:pt x="3149541" y="1077445"/>
                  </a:lnTo>
                  <a:lnTo>
                    <a:pt x="3102168" y="1017046"/>
                  </a:lnTo>
                  <a:lnTo>
                    <a:pt x="3054874" y="958453"/>
                  </a:lnTo>
                  <a:lnTo>
                    <a:pt x="3007628" y="902094"/>
                  </a:lnTo>
                  <a:lnTo>
                    <a:pt x="2960360" y="848322"/>
                  </a:lnTo>
                  <a:lnTo>
                    <a:pt x="2912953" y="797407"/>
                  </a:lnTo>
                  <a:lnTo>
                    <a:pt x="2865235" y="749535"/>
                  </a:lnTo>
                  <a:lnTo>
                    <a:pt x="2816969" y="704811"/>
                  </a:lnTo>
                  <a:lnTo>
                    <a:pt x="2767844" y="663262"/>
                  </a:lnTo>
                  <a:lnTo>
                    <a:pt x="2717460" y="624846"/>
                  </a:lnTo>
                  <a:lnTo>
                    <a:pt x="2702183" y="614027"/>
                  </a:lnTo>
                  <a:lnTo>
                    <a:pt x="2650662" y="580332"/>
                  </a:lnTo>
                  <a:lnTo>
                    <a:pt x="2596728" y="549541"/>
                  </a:lnTo>
                  <a:lnTo>
                    <a:pt x="2539711" y="521553"/>
                  </a:lnTo>
                  <a:lnTo>
                    <a:pt x="2478875" y="496170"/>
                  </a:lnTo>
                  <a:lnTo>
                    <a:pt x="2413460" y="473157"/>
                  </a:lnTo>
                  <a:lnTo>
                    <a:pt x="2342715" y="452269"/>
                  </a:lnTo>
                  <a:lnTo>
                    <a:pt x="2265956" y="433276"/>
                  </a:lnTo>
                  <a:lnTo>
                    <a:pt x="2182627" y="415974"/>
                  </a:lnTo>
                  <a:lnTo>
                    <a:pt x="2092389" y="400196"/>
                  </a:lnTo>
                  <a:lnTo>
                    <a:pt x="1995232" y="385810"/>
                  </a:lnTo>
                  <a:lnTo>
                    <a:pt x="1891610" y="372726"/>
                  </a:lnTo>
                  <a:lnTo>
                    <a:pt x="1782582" y="360892"/>
                  </a:lnTo>
                  <a:lnTo>
                    <a:pt x="1669937" y="350293"/>
                  </a:lnTo>
                  <a:lnTo>
                    <a:pt x="1556251" y="340940"/>
                  </a:lnTo>
                  <a:lnTo>
                    <a:pt x="1444843" y="332858"/>
                  </a:lnTo>
                  <a:lnTo>
                    <a:pt x="1339551" y="326071"/>
                  </a:lnTo>
                  <a:lnTo>
                    <a:pt x="1244344" y="320579"/>
                  </a:lnTo>
                  <a:lnTo>
                    <a:pt x="1162788" y="316343"/>
                  </a:lnTo>
                  <a:lnTo>
                    <a:pt x="1097472" y="313273"/>
                  </a:lnTo>
                  <a:lnTo>
                    <a:pt x="1049531" y="311225"/>
                  </a:lnTo>
                  <a:lnTo>
                    <a:pt x="1018381" y="310011"/>
                  </a:lnTo>
                  <a:lnTo>
                    <a:pt x="1001707" y="309417"/>
                  </a:lnTo>
                  <a:lnTo>
                    <a:pt x="995635" y="309218"/>
                  </a:lnTo>
                  <a:lnTo>
                    <a:pt x="994940" y="309197"/>
                  </a:lnTo>
                  <a:lnTo>
                    <a:pt x="0" y="309197"/>
                  </a:lnTo>
                  <a:lnTo>
                    <a:pt x="0" y="3091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0" name="pg869"/>
            <p:cNvSpPr/>
            <p:nvPr/>
          </p:nvSpPr>
          <p:spPr>
            <a:xfrm>
              <a:off x="1199187" y="1472453"/>
              <a:ext cx="12049831" cy="4795180"/>
            </a:xfrm>
            <a:custGeom>
              <a:avLst/>
              <a:pathLst>
                <a:path w="12049831" h="4795180">
                  <a:moveTo>
                    <a:pt x="0" y="3191546"/>
                  </a:moveTo>
                  <a:lnTo>
                    <a:pt x="994940" y="3191546"/>
                  </a:lnTo>
                  <a:lnTo>
                    <a:pt x="996056" y="3191576"/>
                  </a:lnTo>
                  <a:lnTo>
                    <a:pt x="1003426" y="3191790"/>
                  </a:lnTo>
                  <a:lnTo>
                    <a:pt x="1022110" y="3192382"/>
                  </a:lnTo>
                  <a:lnTo>
                    <a:pt x="1055782" y="3193548"/>
                  </a:lnTo>
                  <a:lnTo>
                    <a:pt x="1106510" y="3195476"/>
                  </a:lnTo>
                  <a:lnTo>
                    <a:pt x="1174607" y="3198326"/>
                  </a:lnTo>
                  <a:lnTo>
                    <a:pt x="1258680" y="3202217"/>
                  </a:lnTo>
                  <a:lnTo>
                    <a:pt x="1355934" y="3207222"/>
                  </a:lnTo>
                  <a:lnTo>
                    <a:pt x="1462679" y="3213369"/>
                  </a:lnTo>
                  <a:lnTo>
                    <a:pt x="1574914" y="3220652"/>
                  </a:lnTo>
                  <a:lnTo>
                    <a:pt x="1688841" y="3229050"/>
                  </a:lnTo>
                  <a:lnTo>
                    <a:pt x="1801241" y="3238542"/>
                  </a:lnTo>
                  <a:lnTo>
                    <a:pt x="1909652" y="3249120"/>
                  </a:lnTo>
                  <a:lnTo>
                    <a:pt x="2012409" y="3260804"/>
                  </a:lnTo>
                  <a:lnTo>
                    <a:pt x="2108561" y="3273645"/>
                  </a:lnTo>
                  <a:lnTo>
                    <a:pt x="2197741" y="3287728"/>
                  </a:lnTo>
                  <a:lnTo>
                    <a:pt x="2280027" y="3303176"/>
                  </a:lnTo>
                  <a:lnTo>
                    <a:pt x="2355805" y="3320141"/>
                  </a:lnTo>
                  <a:lnTo>
                    <a:pt x="2425663" y="3338809"/>
                  </a:lnTo>
                  <a:lnTo>
                    <a:pt x="2490305" y="3359385"/>
                  </a:lnTo>
                  <a:lnTo>
                    <a:pt x="2550491" y="3382085"/>
                  </a:lnTo>
                  <a:lnTo>
                    <a:pt x="2606984" y="3407114"/>
                  </a:lnTo>
                  <a:lnTo>
                    <a:pt x="2660514" y="3434634"/>
                  </a:lnTo>
                  <a:lnTo>
                    <a:pt x="2702183" y="3458818"/>
                  </a:lnTo>
                  <a:lnTo>
                    <a:pt x="2754741" y="3492869"/>
                  </a:lnTo>
                  <a:lnTo>
                    <a:pt x="2805822" y="3529839"/>
                  </a:lnTo>
                  <a:lnTo>
                    <a:pt x="2855894" y="3569782"/>
                  </a:lnTo>
                  <a:lnTo>
                    <a:pt x="2905323" y="3612686"/>
                  </a:lnTo>
                  <a:lnTo>
                    <a:pt x="2954382" y="3658464"/>
                  </a:lnTo>
                  <a:lnTo>
                    <a:pt x="3003272" y="3706947"/>
                  </a:lnTo>
                  <a:lnTo>
                    <a:pt x="3052130" y="3757881"/>
                  </a:lnTo>
                  <a:lnTo>
                    <a:pt x="3101035" y="3810931"/>
                  </a:lnTo>
                  <a:lnTo>
                    <a:pt x="3150024" y="3865685"/>
                  </a:lnTo>
                  <a:lnTo>
                    <a:pt x="3199094" y="3921666"/>
                  </a:lnTo>
                  <a:lnTo>
                    <a:pt x="3248218" y="3978348"/>
                  </a:lnTo>
                  <a:lnTo>
                    <a:pt x="3297354" y="4035179"/>
                  </a:lnTo>
                  <a:lnTo>
                    <a:pt x="3346457" y="4091598"/>
                  </a:lnTo>
                  <a:lnTo>
                    <a:pt x="3395490" y="4147062"/>
                  </a:lnTo>
                  <a:lnTo>
                    <a:pt x="3444438" y="4201068"/>
                  </a:lnTo>
                  <a:lnTo>
                    <a:pt x="3493314" y="4253167"/>
                  </a:lnTo>
                  <a:lnTo>
                    <a:pt x="3542174" y="4302981"/>
                  </a:lnTo>
                  <a:lnTo>
                    <a:pt x="3591123" y="4350214"/>
                  </a:lnTo>
                  <a:lnTo>
                    <a:pt x="3640327" y="4394651"/>
                  </a:lnTo>
                  <a:lnTo>
                    <a:pt x="3690020" y="4436164"/>
                  </a:lnTo>
                  <a:lnTo>
                    <a:pt x="3740517" y="4474701"/>
                  </a:lnTo>
                  <a:lnTo>
                    <a:pt x="3792229" y="4510283"/>
                  </a:lnTo>
                  <a:lnTo>
                    <a:pt x="3820202" y="4527907"/>
                  </a:lnTo>
                  <a:lnTo>
                    <a:pt x="3871817" y="4557502"/>
                  </a:lnTo>
                  <a:lnTo>
                    <a:pt x="3925856" y="4584540"/>
                  </a:lnTo>
                  <a:lnTo>
                    <a:pt x="3982991" y="4609114"/>
                  </a:lnTo>
                  <a:lnTo>
                    <a:pt x="4043962" y="4631395"/>
                  </a:lnTo>
                  <a:lnTo>
                    <a:pt x="4109535" y="4651593"/>
                  </a:lnTo>
                  <a:lnTo>
                    <a:pt x="4180463" y="4669923"/>
                  </a:lnTo>
                  <a:lnTo>
                    <a:pt x="4257434" y="4686588"/>
                  </a:lnTo>
                  <a:lnTo>
                    <a:pt x="4341004" y="4701766"/>
                  </a:lnTo>
                  <a:lnTo>
                    <a:pt x="4431510" y="4715606"/>
                  </a:lnTo>
                  <a:lnTo>
                    <a:pt x="4528957" y="4728222"/>
                  </a:lnTo>
                  <a:lnTo>
                    <a:pt x="4632879" y="4739693"/>
                  </a:lnTo>
                  <a:lnTo>
                    <a:pt x="4742198" y="4750065"/>
                  </a:lnTo>
                  <a:lnTo>
                    <a:pt x="4855100" y="4759351"/>
                  </a:lnTo>
                  <a:lnTo>
                    <a:pt x="4968975" y="4767540"/>
                  </a:lnTo>
                  <a:lnTo>
                    <a:pt x="5080474" y="4774609"/>
                  </a:lnTo>
                  <a:lnTo>
                    <a:pt x="5185726" y="4780539"/>
                  </a:lnTo>
                  <a:lnTo>
                    <a:pt x="5280747" y="4785330"/>
                  </a:lnTo>
                  <a:lnTo>
                    <a:pt x="5361970" y="4789016"/>
                  </a:lnTo>
                  <a:lnTo>
                    <a:pt x="5426835" y="4791681"/>
                  </a:lnTo>
                  <a:lnTo>
                    <a:pt x="5474253" y="4793451"/>
                  </a:lnTo>
                  <a:lnTo>
                    <a:pt x="5504875" y="4794494"/>
                  </a:lnTo>
                  <a:lnTo>
                    <a:pt x="5521088" y="4794999"/>
                  </a:lnTo>
                  <a:lnTo>
                    <a:pt x="5526845" y="4795164"/>
                  </a:lnTo>
                  <a:lnTo>
                    <a:pt x="5527445" y="4795180"/>
                  </a:lnTo>
                  <a:lnTo>
                    <a:pt x="6522385" y="4795180"/>
                  </a:lnTo>
                  <a:lnTo>
                    <a:pt x="6523260" y="4795110"/>
                  </a:lnTo>
                  <a:lnTo>
                    <a:pt x="6529059" y="4794612"/>
                  </a:lnTo>
                  <a:lnTo>
                    <a:pt x="6543853" y="4793238"/>
                  </a:lnTo>
                  <a:lnTo>
                    <a:pt x="6570738" y="4790527"/>
                  </a:lnTo>
                  <a:lnTo>
                    <a:pt x="6611695" y="4786033"/>
                  </a:lnTo>
                  <a:lnTo>
                    <a:pt x="6667465" y="4779356"/>
                  </a:lnTo>
                  <a:lnTo>
                    <a:pt x="6737521" y="4770171"/>
                  </a:lnTo>
                  <a:lnTo>
                    <a:pt x="6820200" y="4758253"/>
                  </a:lnTo>
                  <a:lnTo>
                    <a:pt x="6912979" y="4743477"/>
                  </a:lnTo>
                  <a:lnTo>
                    <a:pt x="7012843" y="4725807"/>
                  </a:lnTo>
                  <a:lnTo>
                    <a:pt x="7116668" y="4705268"/>
                  </a:lnTo>
                  <a:lnTo>
                    <a:pt x="7221546" y="4681916"/>
                  </a:lnTo>
                  <a:lnTo>
                    <a:pt x="7325009" y="4655799"/>
                  </a:lnTo>
                  <a:lnTo>
                    <a:pt x="7425143" y="4626932"/>
                  </a:lnTo>
                  <a:lnTo>
                    <a:pt x="7520604" y="4595277"/>
                  </a:lnTo>
                  <a:lnTo>
                    <a:pt x="7610574" y="4560727"/>
                  </a:lnTo>
                  <a:lnTo>
                    <a:pt x="7694674" y="4523101"/>
                  </a:lnTo>
                  <a:lnTo>
                    <a:pt x="7772869" y="4482142"/>
                  </a:lnTo>
                  <a:lnTo>
                    <a:pt x="7845381" y="4437520"/>
                  </a:lnTo>
                  <a:lnTo>
                    <a:pt x="7912604" y="4388835"/>
                  </a:lnTo>
                  <a:lnTo>
                    <a:pt x="7975046" y="4335634"/>
                  </a:lnTo>
                  <a:lnTo>
                    <a:pt x="8033279" y="4277423"/>
                  </a:lnTo>
                  <a:lnTo>
                    <a:pt x="8087899" y="4213700"/>
                  </a:lnTo>
                  <a:lnTo>
                    <a:pt x="8139499" y="4144000"/>
                  </a:lnTo>
                  <a:lnTo>
                    <a:pt x="8188645" y="4067965"/>
                  </a:lnTo>
                  <a:lnTo>
                    <a:pt x="8229629" y="3996856"/>
                  </a:lnTo>
                  <a:lnTo>
                    <a:pt x="8265355" y="3929024"/>
                  </a:lnTo>
                  <a:lnTo>
                    <a:pt x="8300327" y="3857246"/>
                  </a:lnTo>
                  <a:lnTo>
                    <a:pt x="8334708" y="3781442"/>
                  </a:lnTo>
                  <a:lnTo>
                    <a:pt x="8368635" y="3701573"/>
                  </a:lnTo>
                  <a:lnTo>
                    <a:pt x="8402225" y="3617640"/>
                  </a:lnTo>
                  <a:lnTo>
                    <a:pt x="8435574" y="3529691"/>
                  </a:lnTo>
                  <a:lnTo>
                    <a:pt x="8468763" y="3437823"/>
                  </a:lnTo>
                  <a:lnTo>
                    <a:pt x="8501854" y="3342182"/>
                  </a:lnTo>
                  <a:lnTo>
                    <a:pt x="8534898" y="3242971"/>
                  </a:lnTo>
                  <a:lnTo>
                    <a:pt x="8567932" y="3140440"/>
                  </a:lnTo>
                  <a:lnTo>
                    <a:pt x="8600983" y="3034897"/>
                  </a:lnTo>
                  <a:lnTo>
                    <a:pt x="8634065" y="2926694"/>
                  </a:lnTo>
                  <a:lnTo>
                    <a:pt x="8667187" y="2816230"/>
                  </a:lnTo>
                  <a:lnTo>
                    <a:pt x="8700348" y="2703945"/>
                  </a:lnTo>
                  <a:lnTo>
                    <a:pt x="8733542" y="2590310"/>
                  </a:lnTo>
                  <a:lnTo>
                    <a:pt x="8766759" y="2475821"/>
                  </a:lnTo>
                  <a:lnTo>
                    <a:pt x="8799985" y="2360991"/>
                  </a:lnTo>
                  <a:lnTo>
                    <a:pt x="8833206" y="2246338"/>
                  </a:lnTo>
                  <a:lnTo>
                    <a:pt x="8866408" y="2132377"/>
                  </a:lnTo>
                  <a:lnTo>
                    <a:pt x="8899580" y="2019612"/>
                  </a:lnTo>
                  <a:lnTo>
                    <a:pt x="8932715" y="1908521"/>
                  </a:lnTo>
                  <a:lnTo>
                    <a:pt x="8965810" y="1799556"/>
                  </a:lnTo>
                  <a:lnTo>
                    <a:pt x="8998869" y="1693129"/>
                  </a:lnTo>
                  <a:lnTo>
                    <a:pt x="9031906" y="1589608"/>
                  </a:lnTo>
                  <a:lnTo>
                    <a:pt x="9064944" y="1489315"/>
                  </a:lnTo>
                  <a:lnTo>
                    <a:pt x="9098015" y="1392518"/>
                  </a:lnTo>
                  <a:lnTo>
                    <a:pt x="9131166" y="1299435"/>
                  </a:lnTo>
                  <a:lnTo>
                    <a:pt x="9164457" y="1210231"/>
                  </a:lnTo>
                  <a:lnTo>
                    <a:pt x="9197961" y="1125017"/>
                  </a:lnTo>
                  <a:lnTo>
                    <a:pt x="9231770" y="1043857"/>
                  </a:lnTo>
                  <a:lnTo>
                    <a:pt x="9265993" y="966767"/>
                  </a:lnTo>
                  <a:lnTo>
                    <a:pt x="9300761" y="893719"/>
                  </a:lnTo>
                  <a:lnTo>
                    <a:pt x="9336228" y="824647"/>
                  </a:lnTo>
                  <a:lnTo>
                    <a:pt x="9347647" y="803563"/>
                  </a:lnTo>
                  <a:lnTo>
                    <a:pt x="9395080" y="721912"/>
                  </a:lnTo>
                  <a:lnTo>
                    <a:pt x="9444523" y="646739"/>
                  </a:lnTo>
                  <a:lnTo>
                    <a:pt x="9496494" y="577862"/>
                  </a:lnTo>
                  <a:lnTo>
                    <a:pt x="9551562" y="514905"/>
                  </a:lnTo>
                  <a:lnTo>
                    <a:pt x="9610323" y="457393"/>
                  </a:lnTo>
                  <a:lnTo>
                    <a:pt x="9673373" y="404824"/>
                  </a:lnTo>
                  <a:lnTo>
                    <a:pt x="9741276" y="356707"/>
                  </a:lnTo>
                  <a:lnTo>
                    <a:pt x="9814527" y="312596"/>
                  </a:lnTo>
                  <a:lnTo>
                    <a:pt x="9893504" y="272101"/>
                  </a:lnTo>
                  <a:lnTo>
                    <a:pt x="9978398" y="234899"/>
                  </a:lnTo>
                  <a:lnTo>
                    <a:pt x="10069133" y="200745"/>
                  </a:lnTo>
                  <a:lnTo>
                    <a:pt x="10165277" y="169468"/>
                  </a:lnTo>
                  <a:lnTo>
                    <a:pt x="10265946" y="140969"/>
                  </a:lnTo>
                  <a:lnTo>
                    <a:pt x="10369722" y="115220"/>
                  </a:lnTo>
                  <a:lnTo>
                    <a:pt x="10474613" y="92241"/>
                  </a:lnTo>
                  <a:lnTo>
                    <a:pt x="10578084" y="72083"/>
                  </a:lnTo>
                  <a:lnTo>
                    <a:pt x="10677183" y="54800"/>
                  </a:lnTo>
                  <a:lnTo>
                    <a:pt x="10768780" y="40409"/>
                  </a:lnTo>
                  <a:lnTo>
                    <a:pt x="10849902" y="28866"/>
                  </a:lnTo>
                  <a:lnTo>
                    <a:pt x="10918121" y="20032"/>
                  </a:lnTo>
                  <a:lnTo>
                    <a:pt x="10971913" y="13667"/>
                  </a:lnTo>
                  <a:lnTo>
                    <a:pt x="11010918" y="9436"/>
                  </a:lnTo>
                  <a:lnTo>
                    <a:pt x="11036045" y="6931"/>
                  </a:lnTo>
                  <a:lnTo>
                    <a:pt x="11049435" y="5701"/>
                  </a:lnTo>
                  <a:lnTo>
                    <a:pt x="11054319" y="528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4017" y="70"/>
                  </a:lnTo>
                  <a:lnTo>
                    <a:pt x="11048218" y="567"/>
                  </a:lnTo>
                  <a:lnTo>
                    <a:pt x="11033424" y="1941"/>
                  </a:lnTo>
                  <a:lnTo>
                    <a:pt x="11006539" y="4652"/>
                  </a:lnTo>
                  <a:lnTo>
                    <a:pt x="10965581" y="9146"/>
                  </a:lnTo>
                  <a:lnTo>
                    <a:pt x="10909811" y="15823"/>
                  </a:lnTo>
                  <a:lnTo>
                    <a:pt x="10839756" y="25008"/>
                  </a:lnTo>
                  <a:lnTo>
                    <a:pt x="10757077" y="36926"/>
                  </a:lnTo>
                  <a:lnTo>
                    <a:pt x="10664298" y="51703"/>
                  </a:lnTo>
                  <a:lnTo>
                    <a:pt x="10564434" y="69373"/>
                  </a:lnTo>
                  <a:lnTo>
                    <a:pt x="10460609" y="89911"/>
                  </a:lnTo>
                  <a:lnTo>
                    <a:pt x="10355731" y="113263"/>
                  </a:lnTo>
                  <a:lnTo>
                    <a:pt x="10252268" y="139380"/>
                  </a:lnTo>
                  <a:lnTo>
                    <a:pt x="10152134" y="168247"/>
                  </a:lnTo>
                  <a:lnTo>
                    <a:pt x="10056672" y="199902"/>
                  </a:lnTo>
                  <a:lnTo>
                    <a:pt x="9966702" y="234452"/>
                  </a:lnTo>
                  <a:lnTo>
                    <a:pt x="9882603" y="272078"/>
                  </a:lnTo>
                  <a:lnTo>
                    <a:pt x="9804407" y="313037"/>
                  </a:lnTo>
                  <a:lnTo>
                    <a:pt x="9731896" y="357660"/>
                  </a:lnTo>
                  <a:lnTo>
                    <a:pt x="9664672" y="406344"/>
                  </a:lnTo>
                  <a:lnTo>
                    <a:pt x="9602230" y="459546"/>
                  </a:lnTo>
                  <a:lnTo>
                    <a:pt x="9543998" y="517756"/>
                  </a:lnTo>
                  <a:lnTo>
                    <a:pt x="9489378" y="581479"/>
                  </a:lnTo>
                  <a:lnTo>
                    <a:pt x="9437777" y="651179"/>
                  </a:lnTo>
                  <a:lnTo>
                    <a:pt x="9388632" y="727214"/>
                  </a:lnTo>
                  <a:lnTo>
                    <a:pt x="9347647" y="798323"/>
                  </a:lnTo>
                  <a:lnTo>
                    <a:pt x="9311921" y="866155"/>
                  </a:lnTo>
                  <a:lnTo>
                    <a:pt x="9276950" y="937933"/>
                  </a:lnTo>
                  <a:lnTo>
                    <a:pt x="9242569" y="1013737"/>
                  </a:lnTo>
                  <a:lnTo>
                    <a:pt x="9208642" y="1093606"/>
                  </a:lnTo>
                  <a:lnTo>
                    <a:pt x="9175052" y="1177539"/>
                  </a:lnTo>
                  <a:lnTo>
                    <a:pt x="9141702" y="1265488"/>
                  </a:lnTo>
                  <a:lnTo>
                    <a:pt x="9108514" y="1357356"/>
                  </a:lnTo>
                  <a:lnTo>
                    <a:pt x="9075423" y="1452997"/>
                  </a:lnTo>
                  <a:lnTo>
                    <a:pt x="9042378" y="1552209"/>
                  </a:lnTo>
                  <a:lnTo>
                    <a:pt x="9009344" y="1654739"/>
                  </a:lnTo>
                  <a:lnTo>
                    <a:pt x="8976294" y="1760282"/>
                  </a:lnTo>
                  <a:lnTo>
                    <a:pt x="8943211" y="1868485"/>
                  </a:lnTo>
                  <a:lnTo>
                    <a:pt x="8910089" y="1978949"/>
                  </a:lnTo>
                  <a:lnTo>
                    <a:pt x="8876928" y="2091234"/>
                  </a:lnTo>
                  <a:lnTo>
                    <a:pt x="8843734" y="2204869"/>
                  </a:lnTo>
                  <a:lnTo>
                    <a:pt x="8810518" y="2319358"/>
                  </a:lnTo>
                  <a:lnTo>
                    <a:pt x="8777292" y="2434188"/>
                  </a:lnTo>
                  <a:lnTo>
                    <a:pt x="8744071" y="2548842"/>
                  </a:lnTo>
                  <a:lnTo>
                    <a:pt x="8710868" y="2662802"/>
                  </a:lnTo>
                  <a:lnTo>
                    <a:pt x="8677696" y="2775568"/>
                  </a:lnTo>
                  <a:lnTo>
                    <a:pt x="8644562" y="2886658"/>
                  </a:lnTo>
                  <a:lnTo>
                    <a:pt x="8611467" y="2995623"/>
                  </a:lnTo>
                  <a:lnTo>
                    <a:pt x="8578408" y="3102050"/>
                  </a:lnTo>
                  <a:lnTo>
                    <a:pt x="8545370" y="3205571"/>
                  </a:lnTo>
                  <a:lnTo>
                    <a:pt x="8512333" y="3305865"/>
                  </a:lnTo>
                  <a:lnTo>
                    <a:pt x="8479261" y="3402661"/>
                  </a:lnTo>
                  <a:lnTo>
                    <a:pt x="8446110" y="3495744"/>
                  </a:lnTo>
                  <a:lnTo>
                    <a:pt x="8412820" y="3584949"/>
                  </a:lnTo>
                  <a:lnTo>
                    <a:pt x="8379315" y="3670162"/>
                  </a:lnTo>
                  <a:lnTo>
                    <a:pt x="8345507" y="3751322"/>
                  </a:lnTo>
                  <a:lnTo>
                    <a:pt x="8311283" y="3828412"/>
                  </a:lnTo>
                  <a:lnTo>
                    <a:pt x="8276516" y="3901460"/>
                  </a:lnTo>
                  <a:lnTo>
                    <a:pt x="8241048" y="3970532"/>
                  </a:lnTo>
                  <a:lnTo>
                    <a:pt x="8229629" y="3991616"/>
                  </a:lnTo>
                  <a:lnTo>
                    <a:pt x="8182196" y="4073267"/>
                  </a:lnTo>
                  <a:lnTo>
                    <a:pt x="8132753" y="4148440"/>
                  </a:lnTo>
                  <a:lnTo>
                    <a:pt x="8080782" y="4217317"/>
                  </a:lnTo>
                  <a:lnTo>
                    <a:pt x="8025714" y="4280275"/>
                  </a:lnTo>
                  <a:lnTo>
                    <a:pt x="7966953" y="4337786"/>
                  </a:lnTo>
                  <a:lnTo>
                    <a:pt x="7903904" y="4390356"/>
                  </a:lnTo>
                  <a:lnTo>
                    <a:pt x="7836001" y="4438472"/>
                  </a:lnTo>
                  <a:lnTo>
                    <a:pt x="7762749" y="4482583"/>
                  </a:lnTo>
                  <a:lnTo>
                    <a:pt x="7683772" y="4523079"/>
                  </a:lnTo>
                  <a:lnTo>
                    <a:pt x="7598879" y="4560280"/>
                  </a:lnTo>
                  <a:lnTo>
                    <a:pt x="7508144" y="4594434"/>
                  </a:lnTo>
                  <a:lnTo>
                    <a:pt x="7412000" y="4625712"/>
                  </a:lnTo>
                  <a:lnTo>
                    <a:pt x="7311331" y="4654210"/>
                  </a:lnTo>
                  <a:lnTo>
                    <a:pt x="7207555" y="4679959"/>
                  </a:lnTo>
                  <a:lnTo>
                    <a:pt x="7102663" y="4702938"/>
                  </a:lnTo>
                  <a:lnTo>
                    <a:pt x="6999192" y="4723096"/>
                  </a:lnTo>
                  <a:lnTo>
                    <a:pt x="6900093" y="4740380"/>
                  </a:lnTo>
                  <a:lnTo>
                    <a:pt x="6808497" y="4754770"/>
                  </a:lnTo>
                  <a:lnTo>
                    <a:pt x="6727375" y="4766313"/>
                  </a:lnTo>
                  <a:lnTo>
                    <a:pt x="6659156" y="4775147"/>
                  </a:lnTo>
                  <a:lnTo>
                    <a:pt x="6605364" y="4781512"/>
                  </a:lnTo>
                  <a:lnTo>
                    <a:pt x="6566359" y="4785743"/>
                  </a:lnTo>
                  <a:lnTo>
                    <a:pt x="6541231" y="4788248"/>
                  </a:lnTo>
                  <a:lnTo>
                    <a:pt x="6527842" y="4789479"/>
                  </a:lnTo>
                  <a:lnTo>
                    <a:pt x="6522958" y="4789894"/>
                  </a:lnTo>
                  <a:lnTo>
                    <a:pt x="6522385" y="4789939"/>
                  </a:lnTo>
                  <a:lnTo>
                    <a:pt x="5527445" y="4789939"/>
                  </a:lnTo>
                  <a:lnTo>
                    <a:pt x="5526329" y="4789909"/>
                  </a:lnTo>
                  <a:lnTo>
                    <a:pt x="5518959" y="4789695"/>
                  </a:lnTo>
                  <a:lnTo>
                    <a:pt x="5500275" y="4789103"/>
                  </a:lnTo>
                  <a:lnTo>
                    <a:pt x="5466603" y="4787937"/>
                  </a:lnTo>
                  <a:lnTo>
                    <a:pt x="5415875" y="4786009"/>
                  </a:lnTo>
                  <a:lnTo>
                    <a:pt x="5347777" y="4783159"/>
                  </a:lnTo>
                  <a:lnTo>
                    <a:pt x="5263705" y="4779268"/>
                  </a:lnTo>
                  <a:lnTo>
                    <a:pt x="5166451" y="4774263"/>
                  </a:lnTo>
                  <a:lnTo>
                    <a:pt x="5059706" y="4768116"/>
                  </a:lnTo>
                  <a:lnTo>
                    <a:pt x="4947471" y="4760833"/>
                  </a:lnTo>
                  <a:lnTo>
                    <a:pt x="4833544" y="4752435"/>
                  </a:lnTo>
                  <a:lnTo>
                    <a:pt x="4721144" y="4742943"/>
                  </a:lnTo>
                  <a:lnTo>
                    <a:pt x="4612733" y="4732365"/>
                  </a:lnTo>
                  <a:lnTo>
                    <a:pt x="4509976" y="4720681"/>
                  </a:lnTo>
                  <a:lnTo>
                    <a:pt x="4413824" y="4707840"/>
                  </a:lnTo>
                  <a:lnTo>
                    <a:pt x="4324644" y="4693756"/>
                  </a:lnTo>
                  <a:lnTo>
                    <a:pt x="4242358" y="4678309"/>
                  </a:lnTo>
                  <a:lnTo>
                    <a:pt x="4166580" y="4661344"/>
                  </a:lnTo>
                  <a:lnTo>
                    <a:pt x="4096722" y="4642676"/>
                  </a:lnTo>
                  <a:lnTo>
                    <a:pt x="4032080" y="4622100"/>
                  </a:lnTo>
                  <a:lnTo>
                    <a:pt x="3971894" y="4599399"/>
                  </a:lnTo>
                  <a:lnTo>
                    <a:pt x="3915401" y="4574371"/>
                  </a:lnTo>
                  <a:lnTo>
                    <a:pt x="3861871" y="4546851"/>
                  </a:lnTo>
                  <a:lnTo>
                    <a:pt x="3820202" y="4522667"/>
                  </a:lnTo>
                  <a:lnTo>
                    <a:pt x="3767644" y="4488615"/>
                  </a:lnTo>
                  <a:lnTo>
                    <a:pt x="3716563" y="4451646"/>
                  </a:lnTo>
                  <a:lnTo>
                    <a:pt x="3666491" y="4411703"/>
                  </a:lnTo>
                  <a:lnTo>
                    <a:pt x="3617062" y="4368799"/>
                  </a:lnTo>
                  <a:lnTo>
                    <a:pt x="3568003" y="4323021"/>
                  </a:lnTo>
                  <a:lnTo>
                    <a:pt x="3519113" y="4274538"/>
                  </a:lnTo>
                  <a:lnTo>
                    <a:pt x="3470255" y="4223604"/>
                  </a:lnTo>
                  <a:lnTo>
                    <a:pt x="3421350" y="4170553"/>
                  </a:lnTo>
                  <a:lnTo>
                    <a:pt x="3372361" y="4115800"/>
                  </a:lnTo>
                  <a:lnTo>
                    <a:pt x="3323291" y="4059819"/>
                  </a:lnTo>
                  <a:lnTo>
                    <a:pt x="3274167" y="4003136"/>
                  </a:lnTo>
                  <a:lnTo>
                    <a:pt x="3225031" y="3946306"/>
                  </a:lnTo>
                  <a:lnTo>
                    <a:pt x="3175928" y="3889887"/>
                  </a:lnTo>
                  <a:lnTo>
                    <a:pt x="3126895" y="3834422"/>
                  </a:lnTo>
                  <a:lnTo>
                    <a:pt x="3077947" y="3780417"/>
                  </a:lnTo>
                  <a:lnTo>
                    <a:pt x="3029071" y="3728318"/>
                  </a:lnTo>
                  <a:lnTo>
                    <a:pt x="2980211" y="3678504"/>
                  </a:lnTo>
                  <a:lnTo>
                    <a:pt x="2931262" y="3631271"/>
                  </a:lnTo>
                  <a:lnTo>
                    <a:pt x="2882058" y="3586833"/>
                  </a:lnTo>
                  <a:lnTo>
                    <a:pt x="2832365" y="3545320"/>
                  </a:lnTo>
                  <a:lnTo>
                    <a:pt x="2781868" y="3506784"/>
                  </a:lnTo>
                  <a:lnTo>
                    <a:pt x="2730156" y="3471202"/>
                  </a:lnTo>
                  <a:lnTo>
                    <a:pt x="2702183" y="3453577"/>
                  </a:lnTo>
                  <a:lnTo>
                    <a:pt x="2650568" y="3423983"/>
                  </a:lnTo>
                  <a:lnTo>
                    <a:pt x="2596529" y="3396944"/>
                  </a:lnTo>
                  <a:lnTo>
                    <a:pt x="2539394" y="3372371"/>
                  </a:lnTo>
                  <a:lnTo>
                    <a:pt x="2478423" y="3350090"/>
                  </a:lnTo>
                  <a:lnTo>
                    <a:pt x="2412850" y="3329891"/>
                  </a:lnTo>
                  <a:lnTo>
                    <a:pt x="2341922" y="3311561"/>
                  </a:lnTo>
                  <a:lnTo>
                    <a:pt x="2264951" y="3294897"/>
                  </a:lnTo>
                  <a:lnTo>
                    <a:pt x="2181381" y="3279719"/>
                  </a:lnTo>
                  <a:lnTo>
                    <a:pt x="2090875" y="3265879"/>
                  </a:lnTo>
                  <a:lnTo>
                    <a:pt x="1993428" y="3253263"/>
                  </a:lnTo>
                  <a:lnTo>
                    <a:pt x="1889506" y="3241791"/>
                  </a:lnTo>
                  <a:lnTo>
                    <a:pt x="1780187" y="3231419"/>
                  </a:lnTo>
                  <a:lnTo>
                    <a:pt x="1667285" y="3222134"/>
                  </a:lnTo>
                  <a:lnTo>
                    <a:pt x="1553410" y="3213945"/>
                  </a:lnTo>
                  <a:lnTo>
                    <a:pt x="1441911" y="3206876"/>
                  </a:lnTo>
                  <a:lnTo>
                    <a:pt x="1336659" y="3200946"/>
                  </a:lnTo>
                  <a:lnTo>
                    <a:pt x="1241638" y="3196155"/>
                  </a:lnTo>
                  <a:lnTo>
                    <a:pt x="1160415" y="3192468"/>
                  </a:lnTo>
                  <a:lnTo>
                    <a:pt x="1095550" y="3189804"/>
                  </a:lnTo>
                  <a:lnTo>
                    <a:pt x="1048132" y="3188033"/>
                  </a:lnTo>
                  <a:lnTo>
                    <a:pt x="1017510" y="3186991"/>
                  </a:lnTo>
                  <a:lnTo>
                    <a:pt x="1001297" y="3186486"/>
                  </a:lnTo>
                  <a:lnTo>
                    <a:pt x="995540" y="3186321"/>
                  </a:lnTo>
                  <a:lnTo>
                    <a:pt x="994940" y="3186305"/>
                  </a:lnTo>
                  <a:lnTo>
                    <a:pt x="0" y="3186305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71" name="pl870"/>
            <p:cNvSpPr/>
            <p:nvPr/>
          </p:nvSpPr>
          <p:spPr>
            <a:xfrm>
              <a:off x="1199187" y="1477694"/>
              <a:ext cx="12049831" cy="4789939"/>
            </a:xfrm>
            <a:custGeom>
              <a:avLst/>
              <a:pathLst>
                <a:path w="12049831" h="4789939">
                  <a:moveTo>
                    <a:pt x="0" y="3186305"/>
                  </a:moveTo>
                  <a:lnTo>
                    <a:pt x="994940" y="3186305"/>
                  </a:lnTo>
                  <a:lnTo>
                    <a:pt x="996056" y="3186335"/>
                  </a:lnTo>
                  <a:lnTo>
                    <a:pt x="1003426" y="3186549"/>
                  </a:lnTo>
                  <a:lnTo>
                    <a:pt x="1022110" y="3187141"/>
                  </a:lnTo>
                  <a:lnTo>
                    <a:pt x="1055782" y="3188308"/>
                  </a:lnTo>
                  <a:lnTo>
                    <a:pt x="1106510" y="3190235"/>
                  </a:lnTo>
                  <a:lnTo>
                    <a:pt x="1174607" y="3193085"/>
                  </a:lnTo>
                  <a:lnTo>
                    <a:pt x="1258680" y="3196976"/>
                  </a:lnTo>
                  <a:lnTo>
                    <a:pt x="1355934" y="3201981"/>
                  </a:lnTo>
                  <a:lnTo>
                    <a:pt x="1462679" y="3208128"/>
                  </a:lnTo>
                  <a:lnTo>
                    <a:pt x="1574914" y="3215411"/>
                  </a:lnTo>
                  <a:lnTo>
                    <a:pt x="1688841" y="3223809"/>
                  </a:lnTo>
                  <a:lnTo>
                    <a:pt x="1801241" y="3233301"/>
                  </a:lnTo>
                  <a:lnTo>
                    <a:pt x="1909652" y="3243879"/>
                  </a:lnTo>
                  <a:lnTo>
                    <a:pt x="2012409" y="3255564"/>
                  </a:lnTo>
                  <a:lnTo>
                    <a:pt x="2108561" y="3268404"/>
                  </a:lnTo>
                  <a:lnTo>
                    <a:pt x="2197741" y="3282488"/>
                  </a:lnTo>
                  <a:lnTo>
                    <a:pt x="2280027" y="3297935"/>
                  </a:lnTo>
                  <a:lnTo>
                    <a:pt x="2355805" y="3314900"/>
                  </a:lnTo>
                  <a:lnTo>
                    <a:pt x="2425663" y="3333568"/>
                  </a:lnTo>
                  <a:lnTo>
                    <a:pt x="2490305" y="3354145"/>
                  </a:lnTo>
                  <a:lnTo>
                    <a:pt x="2550491" y="3376845"/>
                  </a:lnTo>
                  <a:lnTo>
                    <a:pt x="2606984" y="3401874"/>
                  </a:lnTo>
                  <a:lnTo>
                    <a:pt x="2660514" y="3429393"/>
                  </a:lnTo>
                  <a:lnTo>
                    <a:pt x="2702183" y="3453577"/>
                  </a:lnTo>
                  <a:lnTo>
                    <a:pt x="2754741" y="3487629"/>
                  </a:lnTo>
                  <a:lnTo>
                    <a:pt x="2805822" y="3524598"/>
                  </a:lnTo>
                  <a:lnTo>
                    <a:pt x="2855894" y="3564541"/>
                  </a:lnTo>
                  <a:lnTo>
                    <a:pt x="2905323" y="3607445"/>
                  </a:lnTo>
                  <a:lnTo>
                    <a:pt x="2954382" y="3653223"/>
                  </a:lnTo>
                  <a:lnTo>
                    <a:pt x="3003272" y="3701706"/>
                  </a:lnTo>
                  <a:lnTo>
                    <a:pt x="3052130" y="3752640"/>
                  </a:lnTo>
                  <a:lnTo>
                    <a:pt x="3101035" y="3805691"/>
                  </a:lnTo>
                  <a:lnTo>
                    <a:pt x="3150024" y="3860444"/>
                  </a:lnTo>
                  <a:lnTo>
                    <a:pt x="3199094" y="3916425"/>
                  </a:lnTo>
                  <a:lnTo>
                    <a:pt x="3248218" y="3973108"/>
                  </a:lnTo>
                  <a:lnTo>
                    <a:pt x="3297354" y="4029938"/>
                  </a:lnTo>
                  <a:lnTo>
                    <a:pt x="3346457" y="4086357"/>
                  </a:lnTo>
                  <a:lnTo>
                    <a:pt x="3395490" y="4141822"/>
                  </a:lnTo>
                  <a:lnTo>
                    <a:pt x="3444438" y="4195827"/>
                  </a:lnTo>
                  <a:lnTo>
                    <a:pt x="3493314" y="4247926"/>
                  </a:lnTo>
                  <a:lnTo>
                    <a:pt x="3542174" y="4297740"/>
                  </a:lnTo>
                  <a:lnTo>
                    <a:pt x="3591123" y="4344973"/>
                  </a:lnTo>
                  <a:lnTo>
                    <a:pt x="3640327" y="4389411"/>
                  </a:lnTo>
                  <a:lnTo>
                    <a:pt x="3690020" y="4430924"/>
                  </a:lnTo>
                  <a:lnTo>
                    <a:pt x="3740517" y="4469461"/>
                  </a:lnTo>
                  <a:lnTo>
                    <a:pt x="3792229" y="4505042"/>
                  </a:lnTo>
                  <a:lnTo>
                    <a:pt x="3820202" y="4522667"/>
                  </a:lnTo>
                  <a:lnTo>
                    <a:pt x="3871817" y="4552261"/>
                  </a:lnTo>
                  <a:lnTo>
                    <a:pt x="3925856" y="4579300"/>
                  </a:lnTo>
                  <a:lnTo>
                    <a:pt x="3982991" y="4603873"/>
                  </a:lnTo>
                  <a:lnTo>
                    <a:pt x="4043962" y="4626155"/>
                  </a:lnTo>
                  <a:lnTo>
                    <a:pt x="4109535" y="4646353"/>
                  </a:lnTo>
                  <a:lnTo>
                    <a:pt x="4180463" y="4664683"/>
                  </a:lnTo>
                  <a:lnTo>
                    <a:pt x="4257434" y="4681347"/>
                  </a:lnTo>
                  <a:lnTo>
                    <a:pt x="4341004" y="4696525"/>
                  </a:lnTo>
                  <a:lnTo>
                    <a:pt x="4431510" y="4710365"/>
                  </a:lnTo>
                  <a:lnTo>
                    <a:pt x="4528957" y="4722981"/>
                  </a:lnTo>
                  <a:lnTo>
                    <a:pt x="4632879" y="4734453"/>
                  </a:lnTo>
                  <a:lnTo>
                    <a:pt x="4742198" y="4744825"/>
                  </a:lnTo>
                  <a:lnTo>
                    <a:pt x="4855100" y="4754110"/>
                  </a:lnTo>
                  <a:lnTo>
                    <a:pt x="4968975" y="4762299"/>
                  </a:lnTo>
                  <a:lnTo>
                    <a:pt x="5080474" y="4769369"/>
                  </a:lnTo>
                  <a:lnTo>
                    <a:pt x="5185726" y="4775298"/>
                  </a:lnTo>
                  <a:lnTo>
                    <a:pt x="5280747" y="4780089"/>
                  </a:lnTo>
                  <a:lnTo>
                    <a:pt x="5361970" y="4783776"/>
                  </a:lnTo>
                  <a:lnTo>
                    <a:pt x="5426835" y="4786440"/>
                  </a:lnTo>
                  <a:lnTo>
                    <a:pt x="5474253" y="4788211"/>
                  </a:lnTo>
                  <a:lnTo>
                    <a:pt x="5504875" y="4789253"/>
                  </a:lnTo>
                  <a:lnTo>
                    <a:pt x="5521088" y="4789758"/>
                  </a:lnTo>
                  <a:lnTo>
                    <a:pt x="5526845" y="4789923"/>
                  </a:lnTo>
                  <a:lnTo>
                    <a:pt x="5527445" y="4789939"/>
                  </a:lnTo>
                  <a:lnTo>
                    <a:pt x="6522385" y="4789939"/>
                  </a:lnTo>
                  <a:lnTo>
                    <a:pt x="6523260" y="4789869"/>
                  </a:lnTo>
                  <a:lnTo>
                    <a:pt x="6529059" y="4789371"/>
                  </a:lnTo>
                  <a:lnTo>
                    <a:pt x="6543853" y="4787997"/>
                  </a:lnTo>
                  <a:lnTo>
                    <a:pt x="6570738" y="4785287"/>
                  </a:lnTo>
                  <a:lnTo>
                    <a:pt x="6611695" y="4780793"/>
                  </a:lnTo>
                  <a:lnTo>
                    <a:pt x="6667465" y="4774115"/>
                  </a:lnTo>
                  <a:lnTo>
                    <a:pt x="6737521" y="4764930"/>
                  </a:lnTo>
                  <a:lnTo>
                    <a:pt x="6820200" y="4753012"/>
                  </a:lnTo>
                  <a:lnTo>
                    <a:pt x="6912979" y="4738236"/>
                  </a:lnTo>
                  <a:lnTo>
                    <a:pt x="7012843" y="4720566"/>
                  </a:lnTo>
                  <a:lnTo>
                    <a:pt x="7116668" y="4700028"/>
                  </a:lnTo>
                  <a:lnTo>
                    <a:pt x="7221546" y="4676675"/>
                  </a:lnTo>
                  <a:lnTo>
                    <a:pt x="7325009" y="4650558"/>
                  </a:lnTo>
                  <a:lnTo>
                    <a:pt x="7425143" y="4621692"/>
                  </a:lnTo>
                  <a:lnTo>
                    <a:pt x="7520604" y="4590036"/>
                  </a:lnTo>
                  <a:lnTo>
                    <a:pt x="7610574" y="4555486"/>
                  </a:lnTo>
                  <a:lnTo>
                    <a:pt x="7694674" y="4517860"/>
                  </a:lnTo>
                  <a:lnTo>
                    <a:pt x="7772869" y="4476902"/>
                  </a:lnTo>
                  <a:lnTo>
                    <a:pt x="7845381" y="4432279"/>
                  </a:lnTo>
                  <a:lnTo>
                    <a:pt x="7912604" y="4383594"/>
                  </a:lnTo>
                  <a:lnTo>
                    <a:pt x="7975046" y="4330393"/>
                  </a:lnTo>
                  <a:lnTo>
                    <a:pt x="8033279" y="4272182"/>
                  </a:lnTo>
                  <a:lnTo>
                    <a:pt x="8087899" y="4208459"/>
                  </a:lnTo>
                  <a:lnTo>
                    <a:pt x="8139499" y="4138759"/>
                  </a:lnTo>
                  <a:lnTo>
                    <a:pt x="8188645" y="4062724"/>
                  </a:lnTo>
                  <a:lnTo>
                    <a:pt x="8229629" y="3991616"/>
                  </a:lnTo>
                  <a:lnTo>
                    <a:pt x="8265355" y="3923784"/>
                  </a:lnTo>
                  <a:lnTo>
                    <a:pt x="8300327" y="3852005"/>
                  </a:lnTo>
                  <a:lnTo>
                    <a:pt x="8334708" y="3776202"/>
                  </a:lnTo>
                  <a:lnTo>
                    <a:pt x="8368635" y="3696333"/>
                  </a:lnTo>
                  <a:lnTo>
                    <a:pt x="8402225" y="3612400"/>
                  </a:lnTo>
                  <a:lnTo>
                    <a:pt x="8435574" y="3524451"/>
                  </a:lnTo>
                  <a:lnTo>
                    <a:pt x="8468763" y="3432582"/>
                  </a:lnTo>
                  <a:lnTo>
                    <a:pt x="8501854" y="3336942"/>
                  </a:lnTo>
                  <a:lnTo>
                    <a:pt x="8534898" y="3237730"/>
                  </a:lnTo>
                  <a:lnTo>
                    <a:pt x="8567932" y="3135200"/>
                  </a:lnTo>
                  <a:lnTo>
                    <a:pt x="8600983" y="3029656"/>
                  </a:lnTo>
                  <a:lnTo>
                    <a:pt x="8634065" y="2921453"/>
                  </a:lnTo>
                  <a:lnTo>
                    <a:pt x="8667187" y="2810990"/>
                  </a:lnTo>
                  <a:lnTo>
                    <a:pt x="8700348" y="2698705"/>
                  </a:lnTo>
                  <a:lnTo>
                    <a:pt x="8733542" y="2585069"/>
                  </a:lnTo>
                  <a:lnTo>
                    <a:pt x="8766759" y="2470580"/>
                  </a:lnTo>
                  <a:lnTo>
                    <a:pt x="8799985" y="2355750"/>
                  </a:lnTo>
                  <a:lnTo>
                    <a:pt x="8833206" y="2241097"/>
                  </a:lnTo>
                  <a:lnTo>
                    <a:pt x="8866408" y="2127136"/>
                  </a:lnTo>
                  <a:lnTo>
                    <a:pt x="8899580" y="2014371"/>
                  </a:lnTo>
                  <a:lnTo>
                    <a:pt x="8932715" y="1903281"/>
                  </a:lnTo>
                  <a:lnTo>
                    <a:pt x="8965810" y="1794316"/>
                  </a:lnTo>
                  <a:lnTo>
                    <a:pt x="8998869" y="1687889"/>
                  </a:lnTo>
                  <a:lnTo>
                    <a:pt x="9031906" y="1584368"/>
                  </a:lnTo>
                  <a:lnTo>
                    <a:pt x="9064944" y="1484074"/>
                  </a:lnTo>
                  <a:lnTo>
                    <a:pt x="9098015" y="1387277"/>
                  </a:lnTo>
                  <a:lnTo>
                    <a:pt x="9131166" y="1294194"/>
                  </a:lnTo>
                  <a:lnTo>
                    <a:pt x="9164457" y="1204990"/>
                  </a:lnTo>
                  <a:lnTo>
                    <a:pt x="9197961" y="1119776"/>
                  </a:lnTo>
                  <a:lnTo>
                    <a:pt x="9231770" y="1038617"/>
                  </a:lnTo>
                  <a:lnTo>
                    <a:pt x="9265993" y="961527"/>
                  </a:lnTo>
                  <a:lnTo>
                    <a:pt x="9300761" y="888479"/>
                  </a:lnTo>
                  <a:lnTo>
                    <a:pt x="9336228" y="819406"/>
                  </a:lnTo>
                  <a:lnTo>
                    <a:pt x="9347647" y="798323"/>
                  </a:lnTo>
                  <a:lnTo>
                    <a:pt x="9395080" y="716672"/>
                  </a:lnTo>
                  <a:lnTo>
                    <a:pt x="9444523" y="641498"/>
                  </a:lnTo>
                  <a:lnTo>
                    <a:pt x="9496494" y="572621"/>
                  </a:lnTo>
                  <a:lnTo>
                    <a:pt x="9551562" y="509664"/>
                  </a:lnTo>
                  <a:lnTo>
                    <a:pt x="9610323" y="452152"/>
                  </a:lnTo>
                  <a:lnTo>
                    <a:pt x="9673373" y="399583"/>
                  </a:lnTo>
                  <a:lnTo>
                    <a:pt x="9741276" y="351467"/>
                  </a:lnTo>
                  <a:lnTo>
                    <a:pt x="9814527" y="307356"/>
                  </a:lnTo>
                  <a:lnTo>
                    <a:pt x="9893504" y="266860"/>
                  </a:lnTo>
                  <a:lnTo>
                    <a:pt x="9978398" y="229659"/>
                  </a:lnTo>
                  <a:lnTo>
                    <a:pt x="10069133" y="195505"/>
                  </a:lnTo>
                  <a:lnTo>
                    <a:pt x="10165277" y="164227"/>
                  </a:lnTo>
                  <a:lnTo>
                    <a:pt x="10265946" y="135729"/>
                  </a:lnTo>
                  <a:lnTo>
                    <a:pt x="10369722" y="109979"/>
                  </a:lnTo>
                  <a:lnTo>
                    <a:pt x="10474613" y="87000"/>
                  </a:lnTo>
                  <a:lnTo>
                    <a:pt x="10578084" y="66843"/>
                  </a:lnTo>
                  <a:lnTo>
                    <a:pt x="10677183" y="49559"/>
                  </a:lnTo>
                  <a:lnTo>
                    <a:pt x="10768780" y="35169"/>
                  </a:lnTo>
                  <a:lnTo>
                    <a:pt x="10849902" y="23625"/>
                  </a:lnTo>
                  <a:lnTo>
                    <a:pt x="10918121" y="14791"/>
                  </a:lnTo>
                  <a:lnTo>
                    <a:pt x="10971913" y="8427"/>
                  </a:lnTo>
                  <a:lnTo>
                    <a:pt x="11010918" y="4196"/>
                  </a:lnTo>
                  <a:lnTo>
                    <a:pt x="11036045" y="1690"/>
                  </a:lnTo>
                  <a:lnTo>
                    <a:pt x="11049435" y="460"/>
                  </a:lnTo>
                  <a:lnTo>
                    <a:pt x="11054319" y="4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2" name="pl871"/>
            <p:cNvSpPr/>
            <p:nvPr/>
          </p:nvSpPr>
          <p:spPr>
            <a:xfrm>
              <a:off x="1199187" y="1472453"/>
              <a:ext cx="12049831" cy="4789939"/>
            </a:xfrm>
            <a:custGeom>
              <a:avLst/>
              <a:pathLst>
                <a:path w="12049831" h="4789939">
                  <a:moveTo>
                    <a:pt x="12049831" y="0"/>
                  </a:moveTo>
                  <a:lnTo>
                    <a:pt x="11054891" y="0"/>
                  </a:lnTo>
                  <a:lnTo>
                    <a:pt x="11054017" y="70"/>
                  </a:lnTo>
                  <a:lnTo>
                    <a:pt x="11048218" y="567"/>
                  </a:lnTo>
                  <a:lnTo>
                    <a:pt x="11033424" y="1941"/>
                  </a:lnTo>
                  <a:lnTo>
                    <a:pt x="11006539" y="4652"/>
                  </a:lnTo>
                  <a:lnTo>
                    <a:pt x="10965581" y="9146"/>
                  </a:lnTo>
                  <a:lnTo>
                    <a:pt x="10909811" y="15823"/>
                  </a:lnTo>
                  <a:lnTo>
                    <a:pt x="10839756" y="25008"/>
                  </a:lnTo>
                  <a:lnTo>
                    <a:pt x="10757077" y="36926"/>
                  </a:lnTo>
                  <a:lnTo>
                    <a:pt x="10664298" y="51703"/>
                  </a:lnTo>
                  <a:lnTo>
                    <a:pt x="10564434" y="69373"/>
                  </a:lnTo>
                  <a:lnTo>
                    <a:pt x="10460609" y="89911"/>
                  </a:lnTo>
                  <a:lnTo>
                    <a:pt x="10355731" y="113263"/>
                  </a:lnTo>
                  <a:lnTo>
                    <a:pt x="10252268" y="139380"/>
                  </a:lnTo>
                  <a:lnTo>
                    <a:pt x="10152134" y="168247"/>
                  </a:lnTo>
                  <a:lnTo>
                    <a:pt x="10056672" y="199902"/>
                  </a:lnTo>
                  <a:lnTo>
                    <a:pt x="9966702" y="234452"/>
                  </a:lnTo>
                  <a:lnTo>
                    <a:pt x="9882603" y="272078"/>
                  </a:lnTo>
                  <a:lnTo>
                    <a:pt x="9804407" y="313037"/>
                  </a:lnTo>
                  <a:lnTo>
                    <a:pt x="9731896" y="357660"/>
                  </a:lnTo>
                  <a:lnTo>
                    <a:pt x="9664672" y="406344"/>
                  </a:lnTo>
                  <a:lnTo>
                    <a:pt x="9602230" y="459546"/>
                  </a:lnTo>
                  <a:lnTo>
                    <a:pt x="9543998" y="517756"/>
                  </a:lnTo>
                  <a:lnTo>
                    <a:pt x="9489378" y="581479"/>
                  </a:lnTo>
                  <a:lnTo>
                    <a:pt x="9437777" y="651179"/>
                  </a:lnTo>
                  <a:lnTo>
                    <a:pt x="9388632" y="727214"/>
                  </a:lnTo>
                  <a:lnTo>
                    <a:pt x="9347647" y="798323"/>
                  </a:lnTo>
                  <a:lnTo>
                    <a:pt x="9311921" y="866155"/>
                  </a:lnTo>
                  <a:lnTo>
                    <a:pt x="9276950" y="937933"/>
                  </a:lnTo>
                  <a:lnTo>
                    <a:pt x="9242569" y="1013737"/>
                  </a:lnTo>
                  <a:lnTo>
                    <a:pt x="9208642" y="1093606"/>
                  </a:lnTo>
                  <a:lnTo>
                    <a:pt x="9175052" y="1177539"/>
                  </a:lnTo>
                  <a:lnTo>
                    <a:pt x="9141702" y="1265488"/>
                  </a:lnTo>
                  <a:lnTo>
                    <a:pt x="9108514" y="1357356"/>
                  </a:lnTo>
                  <a:lnTo>
                    <a:pt x="9075423" y="1452997"/>
                  </a:lnTo>
                  <a:lnTo>
                    <a:pt x="9042378" y="1552209"/>
                  </a:lnTo>
                  <a:lnTo>
                    <a:pt x="9009344" y="1654739"/>
                  </a:lnTo>
                  <a:lnTo>
                    <a:pt x="8976294" y="1760282"/>
                  </a:lnTo>
                  <a:lnTo>
                    <a:pt x="8943211" y="1868485"/>
                  </a:lnTo>
                  <a:lnTo>
                    <a:pt x="8910089" y="1978949"/>
                  </a:lnTo>
                  <a:lnTo>
                    <a:pt x="8876928" y="2091234"/>
                  </a:lnTo>
                  <a:lnTo>
                    <a:pt x="8843734" y="2204869"/>
                  </a:lnTo>
                  <a:lnTo>
                    <a:pt x="8810518" y="2319358"/>
                  </a:lnTo>
                  <a:lnTo>
                    <a:pt x="8777292" y="2434188"/>
                  </a:lnTo>
                  <a:lnTo>
                    <a:pt x="8744071" y="2548842"/>
                  </a:lnTo>
                  <a:lnTo>
                    <a:pt x="8710868" y="2662802"/>
                  </a:lnTo>
                  <a:lnTo>
                    <a:pt x="8677696" y="2775568"/>
                  </a:lnTo>
                  <a:lnTo>
                    <a:pt x="8644562" y="2886658"/>
                  </a:lnTo>
                  <a:lnTo>
                    <a:pt x="8611467" y="2995623"/>
                  </a:lnTo>
                  <a:lnTo>
                    <a:pt x="8578408" y="3102050"/>
                  </a:lnTo>
                  <a:lnTo>
                    <a:pt x="8545370" y="3205571"/>
                  </a:lnTo>
                  <a:lnTo>
                    <a:pt x="8512333" y="3305865"/>
                  </a:lnTo>
                  <a:lnTo>
                    <a:pt x="8479261" y="3402661"/>
                  </a:lnTo>
                  <a:lnTo>
                    <a:pt x="8446110" y="3495744"/>
                  </a:lnTo>
                  <a:lnTo>
                    <a:pt x="8412820" y="3584949"/>
                  </a:lnTo>
                  <a:lnTo>
                    <a:pt x="8379315" y="3670162"/>
                  </a:lnTo>
                  <a:lnTo>
                    <a:pt x="8345507" y="3751322"/>
                  </a:lnTo>
                  <a:lnTo>
                    <a:pt x="8311283" y="3828412"/>
                  </a:lnTo>
                  <a:lnTo>
                    <a:pt x="8276516" y="3901460"/>
                  </a:lnTo>
                  <a:lnTo>
                    <a:pt x="8241048" y="3970532"/>
                  </a:lnTo>
                  <a:lnTo>
                    <a:pt x="8229629" y="3991616"/>
                  </a:lnTo>
                  <a:lnTo>
                    <a:pt x="8182196" y="4073267"/>
                  </a:lnTo>
                  <a:lnTo>
                    <a:pt x="8132753" y="4148440"/>
                  </a:lnTo>
                  <a:lnTo>
                    <a:pt x="8080782" y="4217317"/>
                  </a:lnTo>
                  <a:lnTo>
                    <a:pt x="8025714" y="4280275"/>
                  </a:lnTo>
                  <a:lnTo>
                    <a:pt x="7966953" y="4337786"/>
                  </a:lnTo>
                  <a:lnTo>
                    <a:pt x="7903904" y="4390356"/>
                  </a:lnTo>
                  <a:lnTo>
                    <a:pt x="7836001" y="4438472"/>
                  </a:lnTo>
                  <a:lnTo>
                    <a:pt x="7762749" y="4482583"/>
                  </a:lnTo>
                  <a:lnTo>
                    <a:pt x="7683772" y="4523079"/>
                  </a:lnTo>
                  <a:lnTo>
                    <a:pt x="7598879" y="4560280"/>
                  </a:lnTo>
                  <a:lnTo>
                    <a:pt x="7508144" y="4594434"/>
                  </a:lnTo>
                  <a:lnTo>
                    <a:pt x="7412000" y="4625712"/>
                  </a:lnTo>
                  <a:lnTo>
                    <a:pt x="7311331" y="4654210"/>
                  </a:lnTo>
                  <a:lnTo>
                    <a:pt x="7207555" y="4679959"/>
                  </a:lnTo>
                  <a:lnTo>
                    <a:pt x="7102663" y="4702938"/>
                  </a:lnTo>
                  <a:lnTo>
                    <a:pt x="6999192" y="4723096"/>
                  </a:lnTo>
                  <a:lnTo>
                    <a:pt x="6900093" y="4740380"/>
                  </a:lnTo>
                  <a:lnTo>
                    <a:pt x="6808497" y="4754770"/>
                  </a:lnTo>
                  <a:lnTo>
                    <a:pt x="6727375" y="4766313"/>
                  </a:lnTo>
                  <a:lnTo>
                    <a:pt x="6659156" y="4775147"/>
                  </a:lnTo>
                  <a:lnTo>
                    <a:pt x="6605364" y="4781512"/>
                  </a:lnTo>
                  <a:lnTo>
                    <a:pt x="6566359" y="4785743"/>
                  </a:lnTo>
                  <a:lnTo>
                    <a:pt x="6541231" y="4788248"/>
                  </a:lnTo>
                  <a:lnTo>
                    <a:pt x="6527842" y="4789479"/>
                  </a:lnTo>
                  <a:lnTo>
                    <a:pt x="6522958" y="4789894"/>
                  </a:lnTo>
                  <a:lnTo>
                    <a:pt x="6522385" y="4789939"/>
                  </a:lnTo>
                  <a:lnTo>
                    <a:pt x="5527445" y="4789939"/>
                  </a:lnTo>
                  <a:lnTo>
                    <a:pt x="5526329" y="4789909"/>
                  </a:lnTo>
                  <a:lnTo>
                    <a:pt x="5518959" y="4789695"/>
                  </a:lnTo>
                  <a:lnTo>
                    <a:pt x="5500275" y="4789103"/>
                  </a:lnTo>
                  <a:lnTo>
                    <a:pt x="5466603" y="4787937"/>
                  </a:lnTo>
                  <a:lnTo>
                    <a:pt x="5415875" y="4786009"/>
                  </a:lnTo>
                  <a:lnTo>
                    <a:pt x="5347777" y="4783159"/>
                  </a:lnTo>
                  <a:lnTo>
                    <a:pt x="5263705" y="4779268"/>
                  </a:lnTo>
                  <a:lnTo>
                    <a:pt x="5166451" y="4774263"/>
                  </a:lnTo>
                  <a:lnTo>
                    <a:pt x="5059706" y="4768116"/>
                  </a:lnTo>
                  <a:lnTo>
                    <a:pt x="4947471" y="4760833"/>
                  </a:lnTo>
                  <a:lnTo>
                    <a:pt x="4833544" y="4752435"/>
                  </a:lnTo>
                  <a:lnTo>
                    <a:pt x="4721144" y="4742943"/>
                  </a:lnTo>
                  <a:lnTo>
                    <a:pt x="4612733" y="4732365"/>
                  </a:lnTo>
                  <a:lnTo>
                    <a:pt x="4509976" y="4720681"/>
                  </a:lnTo>
                  <a:lnTo>
                    <a:pt x="4413824" y="4707840"/>
                  </a:lnTo>
                  <a:lnTo>
                    <a:pt x="4324644" y="4693756"/>
                  </a:lnTo>
                  <a:lnTo>
                    <a:pt x="4242358" y="4678309"/>
                  </a:lnTo>
                  <a:lnTo>
                    <a:pt x="4166580" y="4661344"/>
                  </a:lnTo>
                  <a:lnTo>
                    <a:pt x="4096722" y="4642676"/>
                  </a:lnTo>
                  <a:lnTo>
                    <a:pt x="4032080" y="4622100"/>
                  </a:lnTo>
                  <a:lnTo>
                    <a:pt x="3971894" y="4599399"/>
                  </a:lnTo>
                  <a:lnTo>
                    <a:pt x="3915401" y="4574371"/>
                  </a:lnTo>
                  <a:lnTo>
                    <a:pt x="3861871" y="4546851"/>
                  </a:lnTo>
                  <a:lnTo>
                    <a:pt x="3820202" y="4522667"/>
                  </a:lnTo>
                  <a:lnTo>
                    <a:pt x="3767644" y="4488615"/>
                  </a:lnTo>
                  <a:lnTo>
                    <a:pt x="3716563" y="4451646"/>
                  </a:lnTo>
                  <a:lnTo>
                    <a:pt x="3666491" y="4411703"/>
                  </a:lnTo>
                  <a:lnTo>
                    <a:pt x="3617062" y="4368799"/>
                  </a:lnTo>
                  <a:lnTo>
                    <a:pt x="3568003" y="4323021"/>
                  </a:lnTo>
                  <a:lnTo>
                    <a:pt x="3519113" y="4274538"/>
                  </a:lnTo>
                  <a:lnTo>
                    <a:pt x="3470255" y="4223604"/>
                  </a:lnTo>
                  <a:lnTo>
                    <a:pt x="3421350" y="4170553"/>
                  </a:lnTo>
                  <a:lnTo>
                    <a:pt x="3372361" y="4115800"/>
                  </a:lnTo>
                  <a:lnTo>
                    <a:pt x="3323291" y="4059819"/>
                  </a:lnTo>
                  <a:lnTo>
                    <a:pt x="3274167" y="4003136"/>
                  </a:lnTo>
                  <a:lnTo>
                    <a:pt x="3225031" y="3946306"/>
                  </a:lnTo>
                  <a:lnTo>
                    <a:pt x="3175928" y="3889887"/>
                  </a:lnTo>
                  <a:lnTo>
                    <a:pt x="3126895" y="3834422"/>
                  </a:lnTo>
                  <a:lnTo>
                    <a:pt x="3077947" y="3780417"/>
                  </a:lnTo>
                  <a:lnTo>
                    <a:pt x="3029071" y="3728318"/>
                  </a:lnTo>
                  <a:lnTo>
                    <a:pt x="2980211" y="3678504"/>
                  </a:lnTo>
                  <a:lnTo>
                    <a:pt x="2931262" y="3631271"/>
                  </a:lnTo>
                  <a:lnTo>
                    <a:pt x="2882058" y="3586833"/>
                  </a:lnTo>
                  <a:lnTo>
                    <a:pt x="2832365" y="3545320"/>
                  </a:lnTo>
                  <a:lnTo>
                    <a:pt x="2781868" y="3506784"/>
                  </a:lnTo>
                  <a:lnTo>
                    <a:pt x="2730156" y="3471202"/>
                  </a:lnTo>
                  <a:lnTo>
                    <a:pt x="2702183" y="3453577"/>
                  </a:lnTo>
                  <a:lnTo>
                    <a:pt x="2650568" y="3423983"/>
                  </a:lnTo>
                  <a:lnTo>
                    <a:pt x="2596529" y="3396944"/>
                  </a:lnTo>
                  <a:lnTo>
                    <a:pt x="2539394" y="3372371"/>
                  </a:lnTo>
                  <a:lnTo>
                    <a:pt x="2478423" y="3350090"/>
                  </a:lnTo>
                  <a:lnTo>
                    <a:pt x="2412850" y="3329891"/>
                  </a:lnTo>
                  <a:lnTo>
                    <a:pt x="2341922" y="3311561"/>
                  </a:lnTo>
                  <a:lnTo>
                    <a:pt x="2264951" y="3294897"/>
                  </a:lnTo>
                  <a:lnTo>
                    <a:pt x="2181381" y="3279719"/>
                  </a:lnTo>
                  <a:lnTo>
                    <a:pt x="2090875" y="3265879"/>
                  </a:lnTo>
                  <a:lnTo>
                    <a:pt x="1993428" y="3253263"/>
                  </a:lnTo>
                  <a:lnTo>
                    <a:pt x="1889506" y="3241791"/>
                  </a:lnTo>
                  <a:lnTo>
                    <a:pt x="1780187" y="3231419"/>
                  </a:lnTo>
                  <a:lnTo>
                    <a:pt x="1667285" y="3222134"/>
                  </a:lnTo>
                  <a:lnTo>
                    <a:pt x="1553410" y="3213945"/>
                  </a:lnTo>
                  <a:lnTo>
                    <a:pt x="1441911" y="3206876"/>
                  </a:lnTo>
                  <a:lnTo>
                    <a:pt x="1336659" y="3200946"/>
                  </a:lnTo>
                  <a:lnTo>
                    <a:pt x="1241638" y="3196155"/>
                  </a:lnTo>
                  <a:lnTo>
                    <a:pt x="1160415" y="3192468"/>
                  </a:lnTo>
                  <a:lnTo>
                    <a:pt x="1095550" y="3189804"/>
                  </a:lnTo>
                  <a:lnTo>
                    <a:pt x="1048132" y="3188033"/>
                  </a:lnTo>
                  <a:lnTo>
                    <a:pt x="1017510" y="3186991"/>
                  </a:lnTo>
                  <a:lnTo>
                    <a:pt x="1001297" y="3186486"/>
                  </a:lnTo>
                  <a:lnTo>
                    <a:pt x="995540" y="3186321"/>
                  </a:lnTo>
                  <a:lnTo>
                    <a:pt x="994940" y="3186305"/>
                  </a:lnTo>
                  <a:lnTo>
                    <a:pt x="0" y="3186305"/>
                  </a:lnTo>
                  <a:lnTo>
                    <a:pt x="0" y="31863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3" name="pg872"/>
            <p:cNvSpPr/>
            <p:nvPr/>
          </p:nvSpPr>
          <p:spPr>
            <a:xfrm>
              <a:off x="1199187" y="2300473"/>
              <a:ext cx="12049831" cy="3998603"/>
            </a:xfrm>
            <a:custGeom>
              <a:avLst/>
              <a:pathLst>
                <a:path w="12049831" h="3998603">
                  <a:moveTo>
                    <a:pt x="0" y="2368766"/>
                  </a:moveTo>
                  <a:lnTo>
                    <a:pt x="994940" y="2368766"/>
                  </a:lnTo>
                  <a:lnTo>
                    <a:pt x="996055" y="2368797"/>
                  </a:lnTo>
                  <a:lnTo>
                    <a:pt x="1003421" y="2369014"/>
                  </a:lnTo>
                  <a:lnTo>
                    <a:pt x="1022095" y="2369615"/>
                  </a:lnTo>
                  <a:lnTo>
                    <a:pt x="1055749" y="2370800"/>
                  </a:lnTo>
                  <a:lnTo>
                    <a:pt x="1106452" y="2372758"/>
                  </a:lnTo>
                  <a:lnTo>
                    <a:pt x="1174517" y="2375653"/>
                  </a:lnTo>
                  <a:lnTo>
                    <a:pt x="1258554" y="2379606"/>
                  </a:lnTo>
                  <a:lnTo>
                    <a:pt x="1355772" y="2384690"/>
                  </a:lnTo>
                  <a:lnTo>
                    <a:pt x="1462484" y="2390933"/>
                  </a:lnTo>
                  <a:lnTo>
                    <a:pt x="1574690" y="2398332"/>
                  </a:lnTo>
                  <a:lnTo>
                    <a:pt x="1688595" y="2406864"/>
                  </a:lnTo>
                  <a:lnTo>
                    <a:pt x="1800979" y="2416506"/>
                  </a:lnTo>
                  <a:lnTo>
                    <a:pt x="1909381" y="2427252"/>
                  </a:lnTo>
                  <a:lnTo>
                    <a:pt x="2012135" y="2439122"/>
                  </a:lnTo>
                  <a:lnTo>
                    <a:pt x="2108287" y="2452167"/>
                  </a:lnTo>
                  <a:lnTo>
                    <a:pt x="2197471" y="2466473"/>
                  </a:lnTo>
                  <a:lnTo>
                    <a:pt x="2279762" y="2482165"/>
                  </a:lnTo>
                  <a:lnTo>
                    <a:pt x="2355547" y="2499399"/>
                  </a:lnTo>
                  <a:lnTo>
                    <a:pt x="2425411" y="2518361"/>
                  </a:lnTo>
                  <a:lnTo>
                    <a:pt x="2490060" y="2539262"/>
                  </a:lnTo>
                  <a:lnTo>
                    <a:pt x="2550250" y="2562319"/>
                  </a:lnTo>
                  <a:lnTo>
                    <a:pt x="2606746" y="2587741"/>
                  </a:lnTo>
                  <a:lnTo>
                    <a:pt x="2660277" y="2615694"/>
                  </a:lnTo>
                  <a:lnTo>
                    <a:pt x="2702183" y="2640406"/>
                  </a:lnTo>
                  <a:lnTo>
                    <a:pt x="2754540" y="2674873"/>
                  </a:lnTo>
                  <a:lnTo>
                    <a:pt x="2805428" y="2712283"/>
                  </a:lnTo>
                  <a:lnTo>
                    <a:pt x="2855313" y="2752691"/>
                  </a:lnTo>
                  <a:lnTo>
                    <a:pt x="2904556" y="2796086"/>
                  </a:lnTo>
                  <a:lnTo>
                    <a:pt x="2953428" y="2842381"/>
                  </a:lnTo>
                  <a:lnTo>
                    <a:pt x="3002130" y="2891407"/>
                  </a:lnTo>
                  <a:lnTo>
                    <a:pt x="3050797" y="2942913"/>
                  </a:lnTo>
                  <a:lnTo>
                    <a:pt x="3099510" y="2996563"/>
                  </a:lnTo>
                  <a:lnTo>
                    <a:pt x="3148305" y="3051946"/>
                  </a:lnTo>
                  <a:lnTo>
                    <a:pt x="3197181" y="3108583"/>
                  </a:lnTo>
                  <a:lnTo>
                    <a:pt x="3246112" y="3165949"/>
                  </a:lnTo>
                  <a:lnTo>
                    <a:pt x="3295057" y="3223489"/>
                  </a:lnTo>
                  <a:lnTo>
                    <a:pt x="3343971" y="3280640"/>
                  </a:lnTo>
                  <a:lnTo>
                    <a:pt x="3392818" y="3336855"/>
                  </a:lnTo>
                  <a:lnTo>
                    <a:pt x="3441580" y="3391626"/>
                  </a:lnTo>
                  <a:lnTo>
                    <a:pt x="3490268" y="3444498"/>
                  </a:lnTo>
                  <a:lnTo>
                    <a:pt x="3538936" y="3495087"/>
                  </a:lnTo>
                  <a:lnTo>
                    <a:pt x="3587684" y="3543091"/>
                  </a:lnTo>
                  <a:lnTo>
                    <a:pt x="3636671" y="3588288"/>
                  </a:lnTo>
                  <a:lnTo>
                    <a:pt x="3686124" y="3630543"/>
                  </a:lnTo>
                  <a:lnTo>
                    <a:pt x="3736346" y="3669797"/>
                  </a:lnTo>
                  <a:lnTo>
                    <a:pt x="3787737" y="3706068"/>
                  </a:lnTo>
                  <a:lnTo>
                    <a:pt x="3820202" y="3726964"/>
                  </a:lnTo>
                  <a:lnTo>
                    <a:pt x="3871807" y="3757036"/>
                  </a:lnTo>
                  <a:lnTo>
                    <a:pt x="3925834" y="3784512"/>
                  </a:lnTo>
                  <a:lnTo>
                    <a:pt x="3982956" y="3809483"/>
                  </a:lnTo>
                  <a:lnTo>
                    <a:pt x="4043912" y="3832126"/>
                  </a:lnTo>
                  <a:lnTo>
                    <a:pt x="4109468" y="3852651"/>
                  </a:lnTo>
                  <a:lnTo>
                    <a:pt x="4180376" y="3871279"/>
                  </a:lnTo>
                  <a:lnTo>
                    <a:pt x="4257323" y="3888215"/>
                  </a:lnTo>
                  <a:lnTo>
                    <a:pt x="4340866" y="3903640"/>
                  </a:lnTo>
                  <a:lnTo>
                    <a:pt x="4431344" y="3917705"/>
                  </a:lnTo>
                  <a:lnTo>
                    <a:pt x="4528759" y="3930527"/>
                  </a:lnTo>
                  <a:lnTo>
                    <a:pt x="4632647" y="3942186"/>
                  </a:lnTo>
                  <a:lnTo>
                    <a:pt x="4741934" y="3952728"/>
                  </a:lnTo>
                  <a:lnTo>
                    <a:pt x="4854808" y="3962166"/>
                  </a:lnTo>
                  <a:lnTo>
                    <a:pt x="4968662" y="3970490"/>
                  </a:lnTo>
                  <a:lnTo>
                    <a:pt x="5080151" y="3977677"/>
                  </a:lnTo>
                  <a:lnTo>
                    <a:pt x="5185409" y="3983706"/>
                  </a:lnTo>
                  <a:lnTo>
                    <a:pt x="5280450" y="3988578"/>
                  </a:lnTo>
                  <a:lnTo>
                    <a:pt x="5361710" y="3992328"/>
                  </a:lnTo>
                  <a:lnTo>
                    <a:pt x="5426624" y="3995039"/>
                  </a:lnTo>
                  <a:lnTo>
                    <a:pt x="5474100" y="3996841"/>
                  </a:lnTo>
                  <a:lnTo>
                    <a:pt x="5504780" y="3997903"/>
                  </a:lnTo>
                  <a:lnTo>
                    <a:pt x="5521044" y="3998418"/>
                  </a:lnTo>
                  <a:lnTo>
                    <a:pt x="5526835" y="3998587"/>
                  </a:lnTo>
                  <a:lnTo>
                    <a:pt x="5527445" y="3998603"/>
                  </a:lnTo>
                  <a:lnTo>
                    <a:pt x="6522385" y="3998603"/>
                  </a:lnTo>
                  <a:lnTo>
                    <a:pt x="6523409" y="3998535"/>
                  </a:lnTo>
                  <a:lnTo>
                    <a:pt x="6530180" y="3998047"/>
                  </a:lnTo>
                  <a:lnTo>
                    <a:pt x="6547385" y="3996699"/>
                  </a:lnTo>
                  <a:lnTo>
                    <a:pt x="6578488" y="3994041"/>
                  </a:lnTo>
                  <a:lnTo>
                    <a:pt x="6625542" y="3989643"/>
                  </a:lnTo>
                  <a:lnTo>
                    <a:pt x="6689045" y="3983128"/>
                  </a:lnTo>
                  <a:lnTo>
                    <a:pt x="6767953" y="3974209"/>
                  </a:lnTo>
                  <a:lnTo>
                    <a:pt x="6859914" y="3962699"/>
                  </a:lnTo>
                  <a:lnTo>
                    <a:pt x="6961679" y="3948514"/>
                  </a:lnTo>
                  <a:lnTo>
                    <a:pt x="7069600" y="3931651"/>
                  </a:lnTo>
                  <a:lnTo>
                    <a:pt x="7180107" y="3912154"/>
                  </a:lnTo>
                  <a:lnTo>
                    <a:pt x="7290061" y="3890075"/>
                  </a:lnTo>
                  <a:lnTo>
                    <a:pt x="7396970" y="3865444"/>
                  </a:lnTo>
                  <a:lnTo>
                    <a:pt x="7499048" y="3838243"/>
                  </a:lnTo>
                  <a:lnTo>
                    <a:pt x="7595183" y="3808383"/>
                  </a:lnTo>
                  <a:lnTo>
                    <a:pt x="7684832" y="3775703"/>
                  </a:lnTo>
                  <a:lnTo>
                    <a:pt x="7767901" y="3739963"/>
                  </a:lnTo>
                  <a:lnTo>
                    <a:pt x="7844622" y="3700845"/>
                  </a:lnTo>
                  <a:lnTo>
                    <a:pt x="7915453" y="3657962"/>
                  </a:lnTo>
                  <a:lnTo>
                    <a:pt x="7980991" y="3610868"/>
                  </a:lnTo>
                  <a:lnTo>
                    <a:pt x="8041910" y="3559080"/>
                  </a:lnTo>
                  <a:lnTo>
                    <a:pt x="8098910" y="3502107"/>
                  </a:lnTo>
                  <a:lnTo>
                    <a:pt x="8152684" y="3439510"/>
                  </a:lnTo>
                  <a:lnTo>
                    <a:pt x="8203883" y="3370978"/>
                  </a:lnTo>
                  <a:lnTo>
                    <a:pt x="8229629" y="3333043"/>
                  </a:lnTo>
                  <a:lnTo>
                    <a:pt x="8268265" y="3271682"/>
                  </a:lnTo>
                  <a:lnTo>
                    <a:pt x="8306034" y="3206459"/>
                  </a:lnTo>
                  <a:lnTo>
                    <a:pt x="8343139" y="3137295"/>
                  </a:lnTo>
                  <a:lnTo>
                    <a:pt x="8379747" y="3064157"/>
                  </a:lnTo>
                  <a:lnTo>
                    <a:pt x="8416000" y="2987059"/>
                  </a:lnTo>
                  <a:lnTo>
                    <a:pt x="8452012" y="2906073"/>
                  </a:lnTo>
                  <a:lnTo>
                    <a:pt x="8487874" y="2821323"/>
                  </a:lnTo>
                  <a:lnTo>
                    <a:pt x="8523657" y="2732996"/>
                  </a:lnTo>
                  <a:lnTo>
                    <a:pt x="8559416" y="2641338"/>
                  </a:lnTo>
                  <a:lnTo>
                    <a:pt x="8595186" y="2546655"/>
                  </a:lnTo>
                  <a:lnTo>
                    <a:pt x="8630992" y="2449312"/>
                  </a:lnTo>
                  <a:lnTo>
                    <a:pt x="8666843" y="2349723"/>
                  </a:lnTo>
                  <a:lnTo>
                    <a:pt x="8702740" y="2248350"/>
                  </a:lnTo>
                  <a:lnTo>
                    <a:pt x="8738674" y="2145693"/>
                  </a:lnTo>
                  <a:lnTo>
                    <a:pt x="8774633" y="2042278"/>
                  </a:lnTo>
                  <a:lnTo>
                    <a:pt x="8810599" y="1938650"/>
                  </a:lnTo>
                  <a:lnTo>
                    <a:pt x="8846554" y="1835357"/>
                  </a:lnTo>
                  <a:lnTo>
                    <a:pt x="8882481" y="1732940"/>
                  </a:lnTo>
                  <a:lnTo>
                    <a:pt x="8918369" y="1631920"/>
                  </a:lnTo>
                  <a:lnTo>
                    <a:pt x="8954209" y="1532789"/>
                  </a:lnTo>
                  <a:lnTo>
                    <a:pt x="8990006" y="1436000"/>
                  </a:lnTo>
                  <a:lnTo>
                    <a:pt x="9025771" y="1341957"/>
                  </a:lnTo>
                  <a:lnTo>
                    <a:pt x="9061532" y="1251012"/>
                  </a:lnTo>
                  <a:lnTo>
                    <a:pt x="9097327" y="1163457"/>
                  </a:lnTo>
                  <a:lnTo>
                    <a:pt x="9133215" y="1079526"/>
                  </a:lnTo>
                  <a:lnTo>
                    <a:pt x="9169271" y="999391"/>
                  </a:lnTo>
                  <a:lnTo>
                    <a:pt x="9205592" y="923165"/>
                  </a:lnTo>
                  <a:lnTo>
                    <a:pt x="9242298" y="850906"/>
                  </a:lnTo>
                  <a:lnTo>
                    <a:pt x="9279534" y="782619"/>
                  </a:lnTo>
                  <a:lnTo>
                    <a:pt x="9317476" y="718258"/>
                  </a:lnTo>
                  <a:lnTo>
                    <a:pt x="9347647" y="670801"/>
                  </a:lnTo>
                  <a:lnTo>
                    <a:pt x="9397741" y="599144"/>
                  </a:lnTo>
                  <a:lnTo>
                    <a:pt x="9450102" y="533493"/>
                  </a:lnTo>
                  <a:lnTo>
                    <a:pt x="9505343" y="473651"/>
                  </a:lnTo>
                  <a:lnTo>
                    <a:pt x="9564141" y="419233"/>
                  </a:lnTo>
                  <a:lnTo>
                    <a:pt x="9627195" y="369764"/>
                  </a:lnTo>
                  <a:lnTo>
                    <a:pt x="9695199" y="324755"/>
                  </a:lnTo>
                  <a:lnTo>
                    <a:pt x="9768796" y="283735"/>
                  </a:lnTo>
                  <a:lnTo>
                    <a:pt x="9848525" y="246287"/>
                  </a:lnTo>
                  <a:lnTo>
                    <a:pt x="9934747" y="212054"/>
                  </a:lnTo>
                  <a:lnTo>
                    <a:pt x="10027553" y="180756"/>
                  </a:lnTo>
                  <a:lnTo>
                    <a:pt x="10126647" y="152190"/>
                  </a:lnTo>
                  <a:lnTo>
                    <a:pt x="10231228" y="126232"/>
                  </a:lnTo>
                  <a:lnTo>
                    <a:pt x="10339869" y="102828"/>
                  </a:lnTo>
                  <a:lnTo>
                    <a:pt x="10450443" y="81985"/>
                  </a:lnTo>
                  <a:lnTo>
                    <a:pt x="10560131" y="63748"/>
                  </a:lnTo>
                  <a:lnTo>
                    <a:pt x="10665551" y="48170"/>
                  </a:lnTo>
                  <a:lnTo>
                    <a:pt x="10763042" y="35277"/>
                  </a:lnTo>
                  <a:lnTo>
                    <a:pt x="10849085" y="25029"/>
                  </a:lnTo>
                  <a:lnTo>
                    <a:pt x="10920803" y="17297"/>
                  </a:lnTo>
                  <a:lnTo>
                    <a:pt x="10976430" y="11842"/>
                  </a:lnTo>
                  <a:lnTo>
                    <a:pt x="11015651" y="8332"/>
                  </a:lnTo>
                  <a:lnTo>
                    <a:pt x="11039720" y="6360"/>
                  </a:lnTo>
                  <a:lnTo>
                    <a:pt x="11051394" y="5482"/>
                  </a:lnTo>
                  <a:lnTo>
                    <a:pt x="11054744" y="5250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67" y="68"/>
                  </a:lnTo>
                  <a:lnTo>
                    <a:pt x="11047097" y="556"/>
                  </a:lnTo>
                  <a:lnTo>
                    <a:pt x="11029891" y="1904"/>
                  </a:lnTo>
                  <a:lnTo>
                    <a:pt x="10998788" y="4562"/>
                  </a:lnTo>
                  <a:lnTo>
                    <a:pt x="10951734" y="8960"/>
                  </a:lnTo>
                  <a:lnTo>
                    <a:pt x="10888232" y="15474"/>
                  </a:lnTo>
                  <a:lnTo>
                    <a:pt x="10809324" y="24394"/>
                  </a:lnTo>
                  <a:lnTo>
                    <a:pt x="10717363" y="35904"/>
                  </a:lnTo>
                  <a:lnTo>
                    <a:pt x="10615598" y="50089"/>
                  </a:lnTo>
                  <a:lnTo>
                    <a:pt x="10507676" y="66952"/>
                  </a:lnTo>
                  <a:lnTo>
                    <a:pt x="10397170" y="86449"/>
                  </a:lnTo>
                  <a:lnTo>
                    <a:pt x="10287215" y="108528"/>
                  </a:lnTo>
                  <a:lnTo>
                    <a:pt x="10180307" y="133158"/>
                  </a:lnTo>
                  <a:lnTo>
                    <a:pt x="10078228" y="160360"/>
                  </a:lnTo>
                  <a:lnTo>
                    <a:pt x="9982093" y="190220"/>
                  </a:lnTo>
                  <a:lnTo>
                    <a:pt x="9892444" y="222900"/>
                  </a:lnTo>
                  <a:lnTo>
                    <a:pt x="9809376" y="258640"/>
                  </a:lnTo>
                  <a:lnTo>
                    <a:pt x="9732655" y="297758"/>
                  </a:lnTo>
                  <a:lnTo>
                    <a:pt x="9661823" y="340641"/>
                  </a:lnTo>
                  <a:lnTo>
                    <a:pt x="9596285" y="387735"/>
                  </a:lnTo>
                  <a:lnTo>
                    <a:pt x="9535367" y="439523"/>
                  </a:lnTo>
                  <a:lnTo>
                    <a:pt x="9478367" y="496495"/>
                  </a:lnTo>
                  <a:lnTo>
                    <a:pt x="9424592" y="559093"/>
                  </a:lnTo>
                  <a:lnTo>
                    <a:pt x="9373393" y="627625"/>
                  </a:lnTo>
                  <a:lnTo>
                    <a:pt x="9347647" y="665560"/>
                  </a:lnTo>
                  <a:lnTo>
                    <a:pt x="9309011" y="726921"/>
                  </a:lnTo>
                  <a:lnTo>
                    <a:pt x="9271242" y="792144"/>
                  </a:lnTo>
                  <a:lnTo>
                    <a:pt x="9234138" y="861308"/>
                  </a:lnTo>
                  <a:lnTo>
                    <a:pt x="9197529" y="934446"/>
                  </a:lnTo>
                  <a:lnTo>
                    <a:pt x="9161276" y="1011544"/>
                  </a:lnTo>
                  <a:lnTo>
                    <a:pt x="9125265" y="1092530"/>
                  </a:lnTo>
                  <a:lnTo>
                    <a:pt x="9089403" y="1177280"/>
                  </a:lnTo>
                  <a:lnTo>
                    <a:pt x="9053619" y="1265607"/>
                  </a:lnTo>
                  <a:lnTo>
                    <a:pt x="9017861" y="1357265"/>
                  </a:lnTo>
                  <a:lnTo>
                    <a:pt x="8982090" y="1451947"/>
                  </a:lnTo>
                  <a:lnTo>
                    <a:pt x="8946285" y="1549291"/>
                  </a:lnTo>
                  <a:lnTo>
                    <a:pt x="8910434" y="1648880"/>
                  </a:lnTo>
                  <a:lnTo>
                    <a:pt x="8874537" y="1750253"/>
                  </a:lnTo>
                  <a:lnTo>
                    <a:pt x="8838602" y="1852910"/>
                  </a:lnTo>
                  <a:lnTo>
                    <a:pt x="8802643" y="1956324"/>
                  </a:lnTo>
                  <a:lnTo>
                    <a:pt x="8766677" y="2059952"/>
                  </a:lnTo>
                  <a:lnTo>
                    <a:pt x="8730722" y="2163246"/>
                  </a:lnTo>
                  <a:lnTo>
                    <a:pt x="8694795" y="2265663"/>
                  </a:lnTo>
                  <a:lnTo>
                    <a:pt x="8658908" y="2366683"/>
                  </a:lnTo>
                  <a:lnTo>
                    <a:pt x="8623067" y="2465814"/>
                  </a:lnTo>
                  <a:lnTo>
                    <a:pt x="8587271" y="2562603"/>
                  </a:lnTo>
                  <a:lnTo>
                    <a:pt x="8551505" y="2656646"/>
                  </a:lnTo>
                  <a:lnTo>
                    <a:pt x="8515745" y="2747591"/>
                  </a:lnTo>
                  <a:lnTo>
                    <a:pt x="8479949" y="2835146"/>
                  </a:lnTo>
                  <a:lnTo>
                    <a:pt x="8444061" y="2919077"/>
                  </a:lnTo>
                  <a:lnTo>
                    <a:pt x="8408005" y="2999212"/>
                  </a:lnTo>
                  <a:lnTo>
                    <a:pt x="8371684" y="3075438"/>
                  </a:lnTo>
                  <a:lnTo>
                    <a:pt x="8334979" y="3147696"/>
                  </a:lnTo>
                  <a:lnTo>
                    <a:pt x="8297743" y="3215984"/>
                  </a:lnTo>
                  <a:lnTo>
                    <a:pt x="8259801" y="3280345"/>
                  </a:lnTo>
                  <a:lnTo>
                    <a:pt x="8229629" y="3327802"/>
                  </a:lnTo>
                  <a:lnTo>
                    <a:pt x="8179536" y="3399458"/>
                  </a:lnTo>
                  <a:lnTo>
                    <a:pt x="8127175" y="3465110"/>
                  </a:lnTo>
                  <a:lnTo>
                    <a:pt x="8071933" y="3524952"/>
                  </a:lnTo>
                  <a:lnTo>
                    <a:pt x="8013136" y="3579370"/>
                  </a:lnTo>
                  <a:lnTo>
                    <a:pt x="7950082" y="3628838"/>
                  </a:lnTo>
                  <a:lnTo>
                    <a:pt x="7882078" y="3673848"/>
                  </a:lnTo>
                  <a:lnTo>
                    <a:pt x="7808481" y="3714867"/>
                  </a:lnTo>
                  <a:lnTo>
                    <a:pt x="7728751" y="3752316"/>
                  </a:lnTo>
                  <a:lnTo>
                    <a:pt x="7642529" y="3786549"/>
                  </a:lnTo>
                  <a:lnTo>
                    <a:pt x="7549724" y="3817847"/>
                  </a:lnTo>
                  <a:lnTo>
                    <a:pt x="7450629" y="3846413"/>
                  </a:lnTo>
                  <a:lnTo>
                    <a:pt x="7346048" y="3872371"/>
                  </a:lnTo>
                  <a:lnTo>
                    <a:pt x="7237408" y="3895775"/>
                  </a:lnTo>
                  <a:lnTo>
                    <a:pt x="7126834" y="3916618"/>
                  </a:lnTo>
                  <a:lnTo>
                    <a:pt x="7017146" y="3934855"/>
                  </a:lnTo>
                  <a:lnTo>
                    <a:pt x="6911726" y="3950433"/>
                  </a:lnTo>
                  <a:lnTo>
                    <a:pt x="6814234" y="3963326"/>
                  </a:lnTo>
                  <a:lnTo>
                    <a:pt x="6728191" y="3973574"/>
                  </a:lnTo>
                  <a:lnTo>
                    <a:pt x="6656474" y="3981306"/>
                  </a:lnTo>
                  <a:lnTo>
                    <a:pt x="6600846" y="3986761"/>
                  </a:lnTo>
                  <a:lnTo>
                    <a:pt x="6561626" y="3990270"/>
                  </a:lnTo>
                  <a:lnTo>
                    <a:pt x="6537556" y="3992242"/>
                  </a:lnTo>
                  <a:lnTo>
                    <a:pt x="6525882" y="3993121"/>
                  </a:lnTo>
                  <a:lnTo>
                    <a:pt x="6522532" y="3993353"/>
                  </a:lnTo>
                  <a:lnTo>
                    <a:pt x="6522385" y="3993363"/>
                  </a:lnTo>
                  <a:lnTo>
                    <a:pt x="5527445" y="3993363"/>
                  </a:lnTo>
                  <a:lnTo>
                    <a:pt x="5526330" y="3993332"/>
                  </a:lnTo>
                  <a:lnTo>
                    <a:pt x="5518964" y="3993115"/>
                  </a:lnTo>
                  <a:lnTo>
                    <a:pt x="5500290" y="3992513"/>
                  </a:lnTo>
                  <a:lnTo>
                    <a:pt x="5466636" y="3991329"/>
                  </a:lnTo>
                  <a:lnTo>
                    <a:pt x="5415933" y="3989370"/>
                  </a:lnTo>
                  <a:lnTo>
                    <a:pt x="5347868" y="3986476"/>
                  </a:lnTo>
                  <a:lnTo>
                    <a:pt x="5263831" y="3982523"/>
                  </a:lnTo>
                  <a:lnTo>
                    <a:pt x="5166613" y="3977439"/>
                  </a:lnTo>
                  <a:lnTo>
                    <a:pt x="5059901" y="3971195"/>
                  </a:lnTo>
                  <a:lnTo>
                    <a:pt x="4947695" y="3963797"/>
                  </a:lnTo>
                  <a:lnTo>
                    <a:pt x="4833790" y="3955265"/>
                  </a:lnTo>
                  <a:lnTo>
                    <a:pt x="4721406" y="3945623"/>
                  </a:lnTo>
                  <a:lnTo>
                    <a:pt x="4613004" y="3934876"/>
                  </a:lnTo>
                  <a:lnTo>
                    <a:pt x="4510250" y="3923007"/>
                  </a:lnTo>
                  <a:lnTo>
                    <a:pt x="4414098" y="3909962"/>
                  </a:lnTo>
                  <a:lnTo>
                    <a:pt x="4324914" y="3895656"/>
                  </a:lnTo>
                  <a:lnTo>
                    <a:pt x="4242623" y="3879964"/>
                  </a:lnTo>
                  <a:lnTo>
                    <a:pt x="4166838" y="3862730"/>
                  </a:lnTo>
                  <a:lnTo>
                    <a:pt x="4096974" y="3843768"/>
                  </a:lnTo>
                  <a:lnTo>
                    <a:pt x="4032325" y="3822867"/>
                  </a:lnTo>
                  <a:lnTo>
                    <a:pt x="3972135" y="3799810"/>
                  </a:lnTo>
                  <a:lnTo>
                    <a:pt x="3915639" y="3774387"/>
                  </a:lnTo>
                  <a:lnTo>
                    <a:pt x="3862108" y="3746435"/>
                  </a:lnTo>
                  <a:lnTo>
                    <a:pt x="3820202" y="3721723"/>
                  </a:lnTo>
                  <a:lnTo>
                    <a:pt x="3767845" y="3687256"/>
                  </a:lnTo>
                  <a:lnTo>
                    <a:pt x="3716957" y="3649846"/>
                  </a:lnTo>
                  <a:lnTo>
                    <a:pt x="3667072" y="3609438"/>
                  </a:lnTo>
                  <a:lnTo>
                    <a:pt x="3617829" y="3566043"/>
                  </a:lnTo>
                  <a:lnTo>
                    <a:pt x="3568957" y="3519748"/>
                  </a:lnTo>
                  <a:lnTo>
                    <a:pt x="3520255" y="3470721"/>
                  </a:lnTo>
                  <a:lnTo>
                    <a:pt x="3471588" y="3419215"/>
                  </a:lnTo>
                  <a:lnTo>
                    <a:pt x="3422875" y="3365565"/>
                  </a:lnTo>
                  <a:lnTo>
                    <a:pt x="3374080" y="3310183"/>
                  </a:lnTo>
                  <a:lnTo>
                    <a:pt x="3325204" y="3253546"/>
                  </a:lnTo>
                  <a:lnTo>
                    <a:pt x="3276273" y="3196180"/>
                  </a:lnTo>
                  <a:lnTo>
                    <a:pt x="3227328" y="3138640"/>
                  </a:lnTo>
                  <a:lnTo>
                    <a:pt x="3178414" y="3081489"/>
                  </a:lnTo>
                  <a:lnTo>
                    <a:pt x="3129567" y="3025274"/>
                  </a:lnTo>
                  <a:lnTo>
                    <a:pt x="3080805" y="2970503"/>
                  </a:lnTo>
                  <a:lnTo>
                    <a:pt x="3032117" y="2917631"/>
                  </a:lnTo>
                  <a:lnTo>
                    <a:pt x="2983449" y="2867042"/>
                  </a:lnTo>
                  <a:lnTo>
                    <a:pt x="2934701" y="2819038"/>
                  </a:lnTo>
                  <a:lnTo>
                    <a:pt x="2885714" y="2773841"/>
                  </a:lnTo>
                  <a:lnTo>
                    <a:pt x="2836261" y="2731586"/>
                  </a:lnTo>
                  <a:lnTo>
                    <a:pt x="2786039" y="2692331"/>
                  </a:lnTo>
                  <a:lnTo>
                    <a:pt x="2734648" y="2656061"/>
                  </a:lnTo>
                  <a:lnTo>
                    <a:pt x="2702183" y="2635165"/>
                  </a:lnTo>
                  <a:lnTo>
                    <a:pt x="2650578" y="2605093"/>
                  </a:lnTo>
                  <a:lnTo>
                    <a:pt x="2596551" y="2577617"/>
                  </a:lnTo>
                  <a:lnTo>
                    <a:pt x="2539429" y="2552646"/>
                  </a:lnTo>
                  <a:lnTo>
                    <a:pt x="2478473" y="2530003"/>
                  </a:lnTo>
                  <a:lnTo>
                    <a:pt x="2412917" y="2509477"/>
                  </a:lnTo>
                  <a:lnTo>
                    <a:pt x="2342009" y="2490849"/>
                  </a:lnTo>
                  <a:lnTo>
                    <a:pt x="2265062" y="2473914"/>
                  </a:lnTo>
                  <a:lnTo>
                    <a:pt x="2181519" y="2458489"/>
                  </a:lnTo>
                  <a:lnTo>
                    <a:pt x="2091041" y="2444424"/>
                  </a:lnTo>
                  <a:lnTo>
                    <a:pt x="1993626" y="2431602"/>
                  </a:lnTo>
                  <a:lnTo>
                    <a:pt x="1889738" y="2419942"/>
                  </a:lnTo>
                  <a:lnTo>
                    <a:pt x="1780451" y="2409401"/>
                  </a:lnTo>
                  <a:lnTo>
                    <a:pt x="1667577" y="2399962"/>
                  </a:lnTo>
                  <a:lnTo>
                    <a:pt x="1553722" y="2391638"/>
                  </a:lnTo>
                  <a:lnTo>
                    <a:pt x="1442234" y="2384452"/>
                  </a:lnTo>
                  <a:lnTo>
                    <a:pt x="1336976" y="2378423"/>
                  </a:lnTo>
                  <a:lnTo>
                    <a:pt x="1241935" y="2373551"/>
                  </a:lnTo>
                  <a:lnTo>
                    <a:pt x="1160675" y="2369801"/>
                  </a:lnTo>
                  <a:lnTo>
                    <a:pt x="1095761" y="2367090"/>
                  </a:lnTo>
                  <a:lnTo>
                    <a:pt x="1048285" y="2365288"/>
                  </a:lnTo>
                  <a:lnTo>
                    <a:pt x="1017605" y="2364226"/>
                  </a:lnTo>
                  <a:lnTo>
                    <a:pt x="1001341" y="2363710"/>
                  </a:lnTo>
                  <a:lnTo>
                    <a:pt x="995550" y="2363542"/>
                  </a:lnTo>
                  <a:lnTo>
                    <a:pt x="994940" y="2363525"/>
                  </a:lnTo>
                  <a:lnTo>
                    <a:pt x="0" y="2363525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74" name="pl873"/>
            <p:cNvSpPr/>
            <p:nvPr/>
          </p:nvSpPr>
          <p:spPr>
            <a:xfrm>
              <a:off x="1199187" y="2305714"/>
              <a:ext cx="12049831" cy="3993363"/>
            </a:xfrm>
            <a:custGeom>
              <a:avLst/>
              <a:pathLst>
                <a:path w="12049831" h="3993363">
                  <a:moveTo>
                    <a:pt x="0" y="2363525"/>
                  </a:moveTo>
                  <a:lnTo>
                    <a:pt x="994940" y="2363525"/>
                  </a:lnTo>
                  <a:lnTo>
                    <a:pt x="996055" y="2363556"/>
                  </a:lnTo>
                  <a:lnTo>
                    <a:pt x="1003421" y="2363774"/>
                  </a:lnTo>
                  <a:lnTo>
                    <a:pt x="1022095" y="2364375"/>
                  </a:lnTo>
                  <a:lnTo>
                    <a:pt x="1055749" y="2365559"/>
                  </a:lnTo>
                  <a:lnTo>
                    <a:pt x="1106452" y="2367518"/>
                  </a:lnTo>
                  <a:lnTo>
                    <a:pt x="1174517" y="2370412"/>
                  </a:lnTo>
                  <a:lnTo>
                    <a:pt x="1258554" y="2374365"/>
                  </a:lnTo>
                  <a:lnTo>
                    <a:pt x="1355772" y="2379449"/>
                  </a:lnTo>
                  <a:lnTo>
                    <a:pt x="1462484" y="2385693"/>
                  </a:lnTo>
                  <a:lnTo>
                    <a:pt x="1574690" y="2393092"/>
                  </a:lnTo>
                  <a:lnTo>
                    <a:pt x="1688595" y="2401623"/>
                  </a:lnTo>
                  <a:lnTo>
                    <a:pt x="1800979" y="2411265"/>
                  </a:lnTo>
                  <a:lnTo>
                    <a:pt x="1909381" y="2422012"/>
                  </a:lnTo>
                  <a:lnTo>
                    <a:pt x="2012135" y="2433881"/>
                  </a:lnTo>
                  <a:lnTo>
                    <a:pt x="2108287" y="2446926"/>
                  </a:lnTo>
                  <a:lnTo>
                    <a:pt x="2197471" y="2461233"/>
                  </a:lnTo>
                  <a:lnTo>
                    <a:pt x="2279762" y="2476924"/>
                  </a:lnTo>
                  <a:lnTo>
                    <a:pt x="2355547" y="2494158"/>
                  </a:lnTo>
                  <a:lnTo>
                    <a:pt x="2425411" y="2513121"/>
                  </a:lnTo>
                  <a:lnTo>
                    <a:pt x="2490060" y="2534021"/>
                  </a:lnTo>
                  <a:lnTo>
                    <a:pt x="2550250" y="2557078"/>
                  </a:lnTo>
                  <a:lnTo>
                    <a:pt x="2606746" y="2582501"/>
                  </a:lnTo>
                  <a:lnTo>
                    <a:pt x="2660277" y="2610453"/>
                  </a:lnTo>
                  <a:lnTo>
                    <a:pt x="2702183" y="2635165"/>
                  </a:lnTo>
                  <a:lnTo>
                    <a:pt x="2754540" y="2669632"/>
                  </a:lnTo>
                  <a:lnTo>
                    <a:pt x="2805428" y="2707042"/>
                  </a:lnTo>
                  <a:lnTo>
                    <a:pt x="2855313" y="2747450"/>
                  </a:lnTo>
                  <a:lnTo>
                    <a:pt x="2904556" y="2790845"/>
                  </a:lnTo>
                  <a:lnTo>
                    <a:pt x="2953428" y="2837140"/>
                  </a:lnTo>
                  <a:lnTo>
                    <a:pt x="3002130" y="2886167"/>
                  </a:lnTo>
                  <a:lnTo>
                    <a:pt x="3050797" y="2937673"/>
                  </a:lnTo>
                  <a:lnTo>
                    <a:pt x="3099510" y="2991323"/>
                  </a:lnTo>
                  <a:lnTo>
                    <a:pt x="3148305" y="3046705"/>
                  </a:lnTo>
                  <a:lnTo>
                    <a:pt x="3197181" y="3103342"/>
                  </a:lnTo>
                  <a:lnTo>
                    <a:pt x="3246112" y="3160708"/>
                  </a:lnTo>
                  <a:lnTo>
                    <a:pt x="3295057" y="3218248"/>
                  </a:lnTo>
                  <a:lnTo>
                    <a:pt x="3343971" y="3275399"/>
                  </a:lnTo>
                  <a:lnTo>
                    <a:pt x="3392818" y="3331614"/>
                  </a:lnTo>
                  <a:lnTo>
                    <a:pt x="3441580" y="3386385"/>
                  </a:lnTo>
                  <a:lnTo>
                    <a:pt x="3490268" y="3439257"/>
                  </a:lnTo>
                  <a:lnTo>
                    <a:pt x="3538936" y="3489847"/>
                  </a:lnTo>
                  <a:lnTo>
                    <a:pt x="3587684" y="3537850"/>
                  </a:lnTo>
                  <a:lnTo>
                    <a:pt x="3636671" y="3583047"/>
                  </a:lnTo>
                  <a:lnTo>
                    <a:pt x="3686124" y="3625302"/>
                  </a:lnTo>
                  <a:lnTo>
                    <a:pt x="3736346" y="3664557"/>
                  </a:lnTo>
                  <a:lnTo>
                    <a:pt x="3787737" y="3700827"/>
                  </a:lnTo>
                  <a:lnTo>
                    <a:pt x="3820202" y="3721723"/>
                  </a:lnTo>
                  <a:lnTo>
                    <a:pt x="3871807" y="3751795"/>
                  </a:lnTo>
                  <a:lnTo>
                    <a:pt x="3925834" y="3779271"/>
                  </a:lnTo>
                  <a:lnTo>
                    <a:pt x="3982956" y="3804243"/>
                  </a:lnTo>
                  <a:lnTo>
                    <a:pt x="4043912" y="3826885"/>
                  </a:lnTo>
                  <a:lnTo>
                    <a:pt x="4109468" y="3847411"/>
                  </a:lnTo>
                  <a:lnTo>
                    <a:pt x="4180376" y="3866039"/>
                  </a:lnTo>
                  <a:lnTo>
                    <a:pt x="4257323" y="3882974"/>
                  </a:lnTo>
                  <a:lnTo>
                    <a:pt x="4340866" y="3898399"/>
                  </a:lnTo>
                  <a:lnTo>
                    <a:pt x="4431344" y="3912465"/>
                  </a:lnTo>
                  <a:lnTo>
                    <a:pt x="4528759" y="3925287"/>
                  </a:lnTo>
                  <a:lnTo>
                    <a:pt x="4632647" y="3936946"/>
                  </a:lnTo>
                  <a:lnTo>
                    <a:pt x="4741934" y="3947488"/>
                  </a:lnTo>
                  <a:lnTo>
                    <a:pt x="4854808" y="3956926"/>
                  </a:lnTo>
                  <a:lnTo>
                    <a:pt x="4968662" y="3965250"/>
                  </a:lnTo>
                  <a:lnTo>
                    <a:pt x="5080151" y="3972436"/>
                  </a:lnTo>
                  <a:lnTo>
                    <a:pt x="5185409" y="3978466"/>
                  </a:lnTo>
                  <a:lnTo>
                    <a:pt x="5280450" y="3983337"/>
                  </a:lnTo>
                  <a:lnTo>
                    <a:pt x="5361710" y="3987087"/>
                  </a:lnTo>
                  <a:lnTo>
                    <a:pt x="5426624" y="3989798"/>
                  </a:lnTo>
                  <a:lnTo>
                    <a:pt x="5474100" y="3991600"/>
                  </a:lnTo>
                  <a:lnTo>
                    <a:pt x="5504780" y="3992663"/>
                  </a:lnTo>
                  <a:lnTo>
                    <a:pt x="5521044" y="3993178"/>
                  </a:lnTo>
                  <a:lnTo>
                    <a:pt x="5526835" y="3993346"/>
                  </a:lnTo>
                  <a:lnTo>
                    <a:pt x="5527445" y="3993363"/>
                  </a:lnTo>
                  <a:lnTo>
                    <a:pt x="6522385" y="3993363"/>
                  </a:lnTo>
                  <a:lnTo>
                    <a:pt x="6523409" y="3993294"/>
                  </a:lnTo>
                  <a:lnTo>
                    <a:pt x="6530180" y="3992806"/>
                  </a:lnTo>
                  <a:lnTo>
                    <a:pt x="6547385" y="3991458"/>
                  </a:lnTo>
                  <a:lnTo>
                    <a:pt x="6578488" y="3988800"/>
                  </a:lnTo>
                  <a:lnTo>
                    <a:pt x="6625542" y="3984402"/>
                  </a:lnTo>
                  <a:lnTo>
                    <a:pt x="6689045" y="3977888"/>
                  </a:lnTo>
                  <a:lnTo>
                    <a:pt x="6767953" y="3968968"/>
                  </a:lnTo>
                  <a:lnTo>
                    <a:pt x="6859914" y="3957458"/>
                  </a:lnTo>
                  <a:lnTo>
                    <a:pt x="6961679" y="3943273"/>
                  </a:lnTo>
                  <a:lnTo>
                    <a:pt x="7069600" y="3926411"/>
                  </a:lnTo>
                  <a:lnTo>
                    <a:pt x="7180107" y="3906913"/>
                  </a:lnTo>
                  <a:lnTo>
                    <a:pt x="7290061" y="3884834"/>
                  </a:lnTo>
                  <a:lnTo>
                    <a:pt x="7396970" y="3860204"/>
                  </a:lnTo>
                  <a:lnTo>
                    <a:pt x="7499048" y="3833002"/>
                  </a:lnTo>
                  <a:lnTo>
                    <a:pt x="7595183" y="3803142"/>
                  </a:lnTo>
                  <a:lnTo>
                    <a:pt x="7684832" y="3770463"/>
                  </a:lnTo>
                  <a:lnTo>
                    <a:pt x="7767901" y="3734722"/>
                  </a:lnTo>
                  <a:lnTo>
                    <a:pt x="7844622" y="3695604"/>
                  </a:lnTo>
                  <a:lnTo>
                    <a:pt x="7915453" y="3652721"/>
                  </a:lnTo>
                  <a:lnTo>
                    <a:pt x="7980991" y="3605627"/>
                  </a:lnTo>
                  <a:lnTo>
                    <a:pt x="8041910" y="3553839"/>
                  </a:lnTo>
                  <a:lnTo>
                    <a:pt x="8098910" y="3496867"/>
                  </a:lnTo>
                  <a:lnTo>
                    <a:pt x="8152684" y="3434270"/>
                  </a:lnTo>
                  <a:lnTo>
                    <a:pt x="8203883" y="3365737"/>
                  </a:lnTo>
                  <a:lnTo>
                    <a:pt x="8229629" y="3327802"/>
                  </a:lnTo>
                  <a:lnTo>
                    <a:pt x="8268265" y="3266441"/>
                  </a:lnTo>
                  <a:lnTo>
                    <a:pt x="8306034" y="3201218"/>
                  </a:lnTo>
                  <a:lnTo>
                    <a:pt x="8343139" y="3132054"/>
                  </a:lnTo>
                  <a:lnTo>
                    <a:pt x="8379747" y="3058916"/>
                  </a:lnTo>
                  <a:lnTo>
                    <a:pt x="8416000" y="2981819"/>
                  </a:lnTo>
                  <a:lnTo>
                    <a:pt x="8452012" y="2900832"/>
                  </a:lnTo>
                  <a:lnTo>
                    <a:pt x="8487874" y="2816082"/>
                  </a:lnTo>
                  <a:lnTo>
                    <a:pt x="8523657" y="2727755"/>
                  </a:lnTo>
                  <a:lnTo>
                    <a:pt x="8559416" y="2636097"/>
                  </a:lnTo>
                  <a:lnTo>
                    <a:pt x="8595186" y="2541415"/>
                  </a:lnTo>
                  <a:lnTo>
                    <a:pt x="8630992" y="2444071"/>
                  </a:lnTo>
                  <a:lnTo>
                    <a:pt x="8666843" y="2344482"/>
                  </a:lnTo>
                  <a:lnTo>
                    <a:pt x="8702740" y="2243109"/>
                  </a:lnTo>
                  <a:lnTo>
                    <a:pt x="8738674" y="2140452"/>
                  </a:lnTo>
                  <a:lnTo>
                    <a:pt x="8774633" y="2037038"/>
                  </a:lnTo>
                  <a:lnTo>
                    <a:pt x="8810599" y="1933410"/>
                  </a:lnTo>
                  <a:lnTo>
                    <a:pt x="8846554" y="1830117"/>
                  </a:lnTo>
                  <a:lnTo>
                    <a:pt x="8882481" y="1727699"/>
                  </a:lnTo>
                  <a:lnTo>
                    <a:pt x="8918369" y="1626679"/>
                  </a:lnTo>
                  <a:lnTo>
                    <a:pt x="8954209" y="1527548"/>
                  </a:lnTo>
                  <a:lnTo>
                    <a:pt x="8990006" y="1430759"/>
                  </a:lnTo>
                  <a:lnTo>
                    <a:pt x="9025771" y="1336717"/>
                  </a:lnTo>
                  <a:lnTo>
                    <a:pt x="9061532" y="1245771"/>
                  </a:lnTo>
                  <a:lnTo>
                    <a:pt x="9097327" y="1158216"/>
                  </a:lnTo>
                  <a:lnTo>
                    <a:pt x="9133215" y="1074285"/>
                  </a:lnTo>
                  <a:lnTo>
                    <a:pt x="9169271" y="994150"/>
                  </a:lnTo>
                  <a:lnTo>
                    <a:pt x="9205592" y="917924"/>
                  </a:lnTo>
                  <a:lnTo>
                    <a:pt x="9242298" y="845666"/>
                  </a:lnTo>
                  <a:lnTo>
                    <a:pt x="9279534" y="777378"/>
                  </a:lnTo>
                  <a:lnTo>
                    <a:pt x="9317476" y="713018"/>
                  </a:lnTo>
                  <a:lnTo>
                    <a:pt x="9347647" y="665560"/>
                  </a:lnTo>
                  <a:lnTo>
                    <a:pt x="9397741" y="593904"/>
                  </a:lnTo>
                  <a:lnTo>
                    <a:pt x="9450102" y="528253"/>
                  </a:lnTo>
                  <a:lnTo>
                    <a:pt x="9505343" y="468411"/>
                  </a:lnTo>
                  <a:lnTo>
                    <a:pt x="9564141" y="413992"/>
                  </a:lnTo>
                  <a:lnTo>
                    <a:pt x="9627195" y="364524"/>
                  </a:lnTo>
                  <a:lnTo>
                    <a:pt x="9695199" y="319514"/>
                  </a:lnTo>
                  <a:lnTo>
                    <a:pt x="9768796" y="278495"/>
                  </a:lnTo>
                  <a:lnTo>
                    <a:pt x="9848525" y="241046"/>
                  </a:lnTo>
                  <a:lnTo>
                    <a:pt x="9934747" y="206813"/>
                  </a:lnTo>
                  <a:lnTo>
                    <a:pt x="10027553" y="175515"/>
                  </a:lnTo>
                  <a:lnTo>
                    <a:pt x="10126647" y="146949"/>
                  </a:lnTo>
                  <a:lnTo>
                    <a:pt x="10231228" y="120991"/>
                  </a:lnTo>
                  <a:lnTo>
                    <a:pt x="10339869" y="97587"/>
                  </a:lnTo>
                  <a:lnTo>
                    <a:pt x="10450443" y="76744"/>
                  </a:lnTo>
                  <a:lnTo>
                    <a:pt x="10560131" y="58507"/>
                  </a:lnTo>
                  <a:lnTo>
                    <a:pt x="10665551" y="42929"/>
                  </a:lnTo>
                  <a:lnTo>
                    <a:pt x="10763042" y="30036"/>
                  </a:lnTo>
                  <a:lnTo>
                    <a:pt x="10849085" y="19789"/>
                  </a:lnTo>
                  <a:lnTo>
                    <a:pt x="10920803" y="12056"/>
                  </a:lnTo>
                  <a:lnTo>
                    <a:pt x="10976430" y="6602"/>
                  </a:lnTo>
                  <a:lnTo>
                    <a:pt x="11015651" y="3092"/>
                  </a:lnTo>
                  <a:lnTo>
                    <a:pt x="11039720" y="1120"/>
                  </a:lnTo>
                  <a:lnTo>
                    <a:pt x="11051394" y="242"/>
                  </a:lnTo>
                  <a:lnTo>
                    <a:pt x="11054744" y="9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5" name="pl874"/>
            <p:cNvSpPr/>
            <p:nvPr/>
          </p:nvSpPr>
          <p:spPr>
            <a:xfrm>
              <a:off x="1199187" y="2300473"/>
              <a:ext cx="12049831" cy="3993363"/>
            </a:xfrm>
            <a:custGeom>
              <a:avLst/>
              <a:pathLst>
                <a:path w="12049831" h="3993363">
                  <a:moveTo>
                    <a:pt x="12049831" y="0"/>
                  </a:moveTo>
                  <a:lnTo>
                    <a:pt x="11054891" y="0"/>
                  </a:lnTo>
                  <a:lnTo>
                    <a:pt x="11053867" y="68"/>
                  </a:lnTo>
                  <a:lnTo>
                    <a:pt x="11047097" y="556"/>
                  </a:lnTo>
                  <a:lnTo>
                    <a:pt x="11029891" y="1904"/>
                  </a:lnTo>
                  <a:lnTo>
                    <a:pt x="10998788" y="4562"/>
                  </a:lnTo>
                  <a:lnTo>
                    <a:pt x="10951734" y="8960"/>
                  </a:lnTo>
                  <a:lnTo>
                    <a:pt x="10888232" y="15474"/>
                  </a:lnTo>
                  <a:lnTo>
                    <a:pt x="10809324" y="24394"/>
                  </a:lnTo>
                  <a:lnTo>
                    <a:pt x="10717363" y="35904"/>
                  </a:lnTo>
                  <a:lnTo>
                    <a:pt x="10615598" y="50089"/>
                  </a:lnTo>
                  <a:lnTo>
                    <a:pt x="10507676" y="66952"/>
                  </a:lnTo>
                  <a:lnTo>
                    <a:pt x="10397170" y="86449"/>
                  </a:lnTo>
                  <a:lnTo>
                    <a:pt x="10287215" y="108528"/>
                  </a:lnTo>
                  <a:lnTo>
                    <a:pt x="10180307" y="133158"/>
                  </a:lnTo>
                  <a:lnTo>
                    <a:pt x="10078228" y="160360"/>
                  </a:lnTo>
                  <a:lnTo>
                    <a:pt x="9982093" y="190220"/>
                  </a:lnTo>
                  <a:lnTo>
                    <a:pt x="9892444" y="222900"/>
                  </a:lnTo>
                  <a:lnTo>
                    <a:pt x="9809376" y="258640"/>
                  </a:lnTo>
                  <a:lnTo>
                    <a:pt x="9732655" y="297758"/>
                  </a:lnTo>
                  <a:lnTo>
                    <a:pt x="9661823" y="340641"/>
                  </a:lnTo>
                  <a:lnTo>
                    <a:pt x="9596285" y="387735"/>
                  </a:lnTo>
                  <a:lnTo>
                    <a:pt x="9535367" y="439523"/>
                  </a:lnTo>
                  <a:lnTo>
                    <a:pt x="9478367" y="496495"/>
                  </a:lnTo>
                  <a:lnTo>
                    <a:pt x="9424592" y="559093"/>
                  </a:lnTo>
                  <a:lnTo>
                    <a:pt x="9373393" y="627625"/>
                  </a:lnTo>
                  <a:lnTo>
                    <a:pt x="9347647" y="665560"/>
                  </a:lnTo>
                  <a:lnTo>
                    <a:pt x="9309011" y="726921"/>
                  </a:lnTo>
                  <a:lnTo>
                    <a:pt x="9271242" y="792144"/>
                  </a:lnTo>
                  <a:lnTo>
                    <a:pt x="9234138" y="861308"/>
                  </a:lnTo>
                  <a:lnTo>
                    <a:pt x="9197529" y="934446"/>
                  </a:lnTo>
                  <a:lnTo>
                    <a:pt x="9161276" y="1011544"/>
                  </a:lnTo>
                  <a:lnTo>
                    <a:pt x="9125265" y="1092530"/>
                  </a:lnTo>
                  <a:lnTo>
                    <a:pt x="9089403" y="1177280"/>
                  </a:lnTo>
                  <a:lnTo>
                    <a:pt x="9053619" y="1265607"/>
                  </a:lnTo>
                  <a:lnTo>
                    <a:pt x="9017861" y="1357265"/>
                  </a:lnTo>
                  <a:lnTo>
                    <a:pt x="8982090" y="1451947"/>
                  </a:lnTo>
                  <a:lnTo>
                    <a:pt x="8946285" y="1549291"/>
                  </a:lnTo>
                  <a:lnTo>
                    <a:pt x="8910434" y="1648880"/>
                  </a:lnTo>
                  <a:lnTo>
                    <a:pt x="8874537" y="1750253"/>
                  </a:lnTo>
                  <a:lnTo>
                    <a:pt x="8838602" y="1852910"/>
                  </a:lnTo>
                  <a:lnTo>
                    <a:pt x="8802643" y="1956324"/>
                  </a:lnTo>
                  <a:lnTo>
                    <a:pt x="8766677" y="2059952"/>
                  </a:lnTo>
                  <a:lnTo>
                    <a:pt x="8730722" y="2163246"/>
                  </a:lnTo>
                  <a:lnTo>
                    <a:pt x="8694795" y="2265663"/>
                  </a:lnTo>
                  <a:lnTo>
                    <a:pt x="8658908" y="2366683"/>
                  </a:lnTo>
                  <a:lnTo>
                    <a:pt x="8623067" y="2465814"/>
                  </a:lnTo>
                  <a:lnTo>
                    <a:pt x="8587271" y="2562603"/>
                  </a:lnTo>
                  <a:lnTo>
                    <a:pt x="8551505" y="2656646"/>
                  </a:lnTo>
                  <a:lnTo>
                    <a:pt x="8515745" y="2747591"/>
                  </a:lnTo>
                  <a:lnTo>
                    <a:pt x="8479949" y="2835146"/>
                  </a:lnTo>
                  <a:lnTo>
                    <a:pt x="8444061" y="2919077"/>
                  </a:lnTo>
                  <a:lnTo>
                    <a:pt x="8408005" y="2999212"/>
                  </a:lnTo>
                  <a:lnTo>
                    <a:pt x="8371684" y="3075438"/>
                  </a:lnTo>
                  <a:lnTo>
                    <a:pt x="8334979" y="3147696"/>
                  </a:lnTo>
                  <a:lnTo>
                    <a:pt x="8297743" y="3215984"/>
                  </a:lnTo>
                  <a:lnTo>
                    <a:pt x="8259801" y="3280345"/>
                  </a:lnTo>
                  <a:lnTo>
                    <a:pt x="8229629" y="3327802"/>
                  </a:lnTo>
                  <a:lnTo>
                    <a:pt x="8179536" y="3399458"/>
                  </a:lnTo>
                  <a:lnTo>
                    <a:pt x="8127175" y="3465110"/>
                  </a:lnTo>
                  <a:lnTo>
                    <a:pt x="8071933" y="3524952"/>
                  </a:lnTo>
                  <a:lnTo>
                    <a:pt x="8013136" y="3579370"/>
                  </a:lnTo>
                  <a:lnTo>
                    <a:pt x="7950082" y="3628838"/>
                  </a:lnTo>
                  <a:lnTo>
                    <a:pt x="7882078" y="3673848"/>
                  </a:lnTo>
                  <a:lnTo>
                    <a:pt x="7808481" y="3714867"/>
                  </a:lnTo>
                  <a:lnTo>
                    <a:pt x="7728751" y="3752316"/>
                  </a:lnTo>
                  <a:lnTo>
                    <a:pt x="7642529" y="3786549"/>
                  </a:lnTo>
                  <a:lnTo>
                    <a:pt x="7549724" y="3817847"/>
                  </a:lnTo>
                  <a:lnTo>
                    <a:pt x="7450629" y="3846413"/>
                  </a:lnTo>
                  <a:lnTo>
                    <a:pt x="7346048" y="3872371"/>
                  </a:lnTo>
                  <a:lnTo>
                    <a:pt x="7237408" y="3895775"/>
                  </a:lnTo>
                  <a:lnTo>
                    <a:pt x="7126834" y="3916618"/>
                  </a:lnTo>
                  <a:lnTo>
                    <a:pt x="7017146" y="3934855"/>
                  </a:lnTo>
                  <a:lnTo>
                    <a:pt x="6911726" y="3950433"/>
                  </a:lnTo>
                  <a:lnTo>
                    <a:pt x="6814234" y="3963326"/>
                  </a:lnTo>
                  <a:lnTo>
                    <a:pt x="6728191" y="3973574"/>
                  </a:lnTo>
                  <a:lnTo>
                    <a:pt x="6656474" y="3981306"/>
                  </a:lnTo>
                  <a:lnTo>
                    <a:pt x="6600846" y="3986761"/>
                  </a:lnTo>
                  <a:lnTo>
                    <a:pt x="6561626" y="3990270"/>
                  </a:lnTo>
                  <a:lnTo>
                    <a:pt x="6537556" y="3992242"/>
                  </a:lnTo>
                  <a:lnTo>
                    <a:pt x="6525882" y="3993121"/>
                  </a:lnTo>
                  <a:lnTo>
                    <a:pt x="6522532" y="3993353"/>
                  </a:lnTo>
                  <a:lnTo>
                    <a:pt x="6522385" y="3993363"/>
                  </a:lnTo>
                  <a:lnTo>
                    <a:pt x="5527445" y="3993363"/>
                  </a:lnTo>
                  <a:lnTo>
                    <a:pt x="5526330" y="3993332"/>
                  </a:lnTo>
                  <a:lnTo>
                    <a:pt x="5518964" y="3993115"/>
                  </a:lnTo>
                  <a:lnTo>
                    <a:pt x="5500290" y="3992513"/>
                  </a:lnTo>
                  <a:lnTo>
                    <a:pt x="5466636" y="3991329"/>
                  </a:lnTo>
                  <a:lnTo>
                    <a:pt x="5415933" y="3989370"/>
                  </a:lnTo>
                  <a:lnTo>
                    <a:pt x="5347868" y="3986476"/>
                  </a:lnTo>
                  <a:lnTo>
                    <a:pt x="5263831" y="3982523"/>
                  </a:lnTo>
                  <a:lnTo>
                    <a:pt x="5166613" y="3977439"/>
                  </a:lnTo>
                  <a:lnTo>
                    <a:pt x="5059901" y="3971195"/>
                  </a:lnTo>
                  <a:lnTo>
                    <a:pt x="4947695" y="3963797"/>
                  </a:lnTo>
                  <a:lnTo>
                    <a:pt x="4833790" y="3955265"/>
                  </a:lnTo>
                  <a:lnTo>
                    <a:pt x="4721406" y="3945623"/>
                  </a:lnTo>
                  <a:lnTo>
                    <a:pt x="4613004" y="3934876"/>
                  </a:lnTo>
                  <a:lnTo>
                    <a:pt x="4510250" y="3923007"/>
                  </a:lnTo>
                  <a:lnTo>
                    <a:pt x="4414098" y="3909962"/>
                  </a:lnTo>
                  <a:lnTo>
                    <a:pt x="4324914" y="3895656"/>
                  </a:lnTo>
                  <a:lnTo>
                    <a:pt x="4242623" y="3879964"/>
                  </a:lnTo>
                  <a:lnTo>
                    <a:pt x="4166838" y="3862730"/>
                  </a:lnTo>
                  <a:lnTo>
                    <a:pt x="4096974" y="3843768"/>
                  </a:lnTo>
                  <a:lnTo>
                    <a:pt x="4032325" y="3822867"/>
                  </a:lnTo>
                  <a:lnTo>
                    <a:pt x="3972135" y="3799810"/>
                  </a:lnTo>
                  <a:lnTo>
                    <a:pt x="3915639" y="3774387"/>
                  </a:lnTo>
                  <a:lnTo>
                    <a:pt x="3862108" y="3746435"/>
                  </a:lnTo>
                  <a:lnTo>
                    <a:pt x="3820202" y="3721723"/>
                  </a:lnTo>
                  <a:lnTo>
                    <a:pt x="3767845" y="3687256"/>
                  </a:lnTo>
                  <a:lnTo>
                    <a:pt x="3716957" y="3649846"/>
                  </a:lnTo>
                  <a:lnTo>
                    <a:pt x="3667072" y="3609438"/>
                  </a:lnTo>
                  <a:lnTo>
                    <a:pt x="3617829" y="3566043"/>
                  </a:lnTo>
                  <a:lnTo>
                    <a:pt x="3568957" y="3519748"/>
                  </a:lnTo>
                  <a:lnTo>
                    <a:pt x="3520255" y="3470721"/>
                  </a:lnTo>
                  <a:lnTo>
                    <a:pt x="3471588" y="3419215"/>
                  </a:lnTo>
                  <a:lnTo>
                    <a:pt x="3422875" y="3365565"/>
                  </a:lnTo>
                  <a:lnTo>
                    <a:pt x="3374080" y="3310183"/>
                  </a:lnTo>
                  <a:lnTo>
                    <a:pt x="3325204" y="3253546"/>
                  </a:lnTo>
                  <a:lnTo>
                    <a:pt x="3276273" y="3196180"/>
                  </a:lnTo>
                  <a:lnTo>
                    <a:pt x="3227328" y="3138640"/>
                  </a:lnTo>
                  <a:lnTo>
                    <a:pt x="3178414" y="3081489"/>
                  </a:lnTo>
                  <a:lnTo>
                    <a:pt x="3129567" y="3025274"/>
                  </a:lnTo>
                  <a:lnTo>
                    <a:pt x="3080805" y="2970503"/>
                  </a:lnTo>
                  <a:lnTo>
                    <a:pt x="3032117" y="2917631"/>
                  </a:lnTo>
                  <a:lnTo>
                    <a:pt x="2983449" y="2867042"/>
                  </a:lnTo>
                  <a:lnTo>
                    <a:pt x="2934701" y="2819038"/>
                  </a:lnTo>
                  <a:lnTo>
                    <a:pt x="2885714" y="2773841"/>
                  </a:lnTo>
                  <a:lnTo>
                    <a:pt x="2836261" y="2731586"/>
                  </a:lnTo>
                  <a:lnTo>
                    <a:pt x="2786039" y="2692331"/>
                  </a:lnTo>
                  <a:lnTo>
                    <a:pt x="2734648" y="2656061"/>
                  </a:lnTo>
                  <a:lnTo>
                    <a:pt x="2702183" y="2635165"/>
                  </a:lnTo>
                  <a:lnTo>
                    <a:pt x="2650578" y="2605093"/>
                  </a:lnTo>
                  <a:lnTo>
                    <a:pt x="2596551" y="2577617"/>
                  </a:lnTo>
                  <a:lnTo>
                    <a:pt x="2539429" y="2552646"/>
                  </a:lnTo>
                  <a:lnTo>
                    <a:pt x="2478473" y="2530003"/>
                  </a:lnTo>
                  <a:lnTo>
                    <a:pt x="2412917" y="2509477"/>
                  </a:lnTo>
                  <a:lnTo>
                    <a:pt x="2342009" y="2490849"/>
                  </a:lnTo>
                  <a:lnTo>
                    <a:pt x="2265062" y="2473914"/>
                  </a:lnTo>
                  <a:lnTo>
                    <a:pt x="2181519" y="2458489"/>
                  </a:lnTo>
                  <a:lnTo>
                    <a:pt x="2091041" y="2444424"/>
                  </a:lnTo>
                  <a:lnTo>
                    <a:pt x="1993626" y="2431602"/>
                  </a:lnTo>
                  <a:lnTo>
                    <a:pt x="1889738" y="2419942"/>
                  </a:lnTo>
                  <a:lnTo>
                    <a:pt x="1780451" y="2409401"/>
                  </a:lnTo>
                  <a:lnTo>
                    <a:pt x="1667577" y="2399962"/>
                  </a:lnTo>
                  <a:lnTo>
                    <a:pt x="1553722" y="2391638"/>
                  </a:lnTo>
                  <a:lnTo>
                    <a:pt x="1442234" y="2384452"/>
                  </a:lnTo>
                  <a:lnTo>
                    <a:pt x="1336976" y="2378423"/>
                  </a:lnTo>
                  <a:lnTo>
                    <a:pt x="1241935" y="2373551"/>
                  </a:lnTo>
                  <a:lnTo>
                    <a:pt x="1160675" y="2369801"/>
                  </a:lnTo>
                  <a:lnTo>
                    <a:pt x="1095761" y="2367090"/>
                  </a:lnTo>
                  <a:lnTo>
                    <a:pt x="1048285" y="2365288"/>
                  </a:lnTo>
                  <a:lnTo>
                    <a:pt x="1017605" y="2364226"/>
                  </a:lnTo>
                  <a:lnTo>
                    <a:pt x="1001341" y="2363710"/>
                  </a:lnTo>
                  <a:lnTo>
                    <a:pt x="995550" y="2363542"/>
                  </a:lnTo>
                  <a:lnTo>
                    <a:pt x="994940" y="2363525"/>
                  </a:lnTo>
                  <a:lnTo>
                    <a:pt x="0" y="2363525"/>
                  </a:lnTo>
                  <a:lnTo>
                    <a:pt x="0" y="23635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6" name="pg875"/>
            <p:cNvSpPr/>
            <p:nvPr/>
          </p:nvSpPr>
          <p:spPr>
            <a:xfrm>
              <a:off x="1199187" y="4669240"/>
              <a:ext cx="12049831" cy="1650799"/>
            </a:xfrm>
            <a:custGeom>
              <a:avLst/>
              <a:pathLst>
                <a:path w="12049831" h="1650799">
                  <a:moveTo>
                    <a:pt x="0" y="10481"/>
                  </a:moveTo>
                  <a:lnTo>
                    <a:pt x="994940" y="10481"/>
                  </a:lnTo>
                  <a:lnTo>
                    <a:pt x="996055" y="10512"/>
                  </a:lnTo>
                  <a:lnTo>
                    <a:pt x="1003419" y="10730"/>
                  </a:lnTo>
                  <a:lnTo>
                    <a:pt x="1022089" y="11335"/>
                  </a:lnTo>
                  <a:lnTo>
                    <a:pt x="1055735" y="12527"/>
                  </a:lnTo>
                  <a:lnTo>
                    <a:pt x="1106428" y="14498"/>
                  </a:lnTo>
                  <a:lnTo>
                    <a:pt x="1174481" y="17410"/>
                  </a:lnTo>
                  <a:lnTo>
                    <a:pt x="1258503" y="21387"/>
                  </a:lnTo>
                  <a:lnTo>
                    <a:pt x="1355706" y="26503"/>
                  </a:lnTo>
                  <a:lnTo>
                    <a:pt x="1462405" y="32786"/>
                  </a:lnTo>
                  <a:lnTo>
                    <a:pt x="1574599" y="40231"/>
                  </a:lnTo>
                  <a:lnTo>
                    <a:pt x="1688496" y="48815"/>
                  </a:lnTo>
                  <a:lnTo>
                    <a:pt x="1800873" y="58518"/>
                  </a:lnTo>
                  <a:lnTo>
                    <a:pt x="1909272" y="69331"/>
                  </a:lnTo>
                  <a:lnTo>
                    <a:pt x="2012024" y="81275"/>
                  </a:lnTo>
                  <a:lnTo>
                    <a:pt x="2108176" y="94401"/>
                  </a:lnTo>
                  <a:lnTo>
                    <a:pt x="2197362" y="108797"/>
                  </a:lnTo>
                  <a:lnTo>
                    <a:pt x="2279656" y="124586"/>
                  </a:lnTo>
                  <a:lnTo>
                    <a:pt x="2355443" y="141927"/>
                  </a:lnTo>
                  <a:lnTo>
                    <a:pt x="2425310" y="161008"/>
                  </a:lnTo>
                  <a:lnTo>
                    <a:pt x="2489960" y="182038"/>
                  </a:lnTo>
                  <a:lnTo>
                    <a:pt x="2550153" y="205238"/>
                  </a:lnTo>
                  <a:lnTo>
                    <a:pt x="2606650" y="230817"/>
                  </a:lnTo>
                  <a:lnTo>
                    <a:pt x="2660182" y="258942"/>
                  </a:lnTo>
                  <a:lnTo>
                    <a:pt x="2702183" y="283867"/>
                  </a:lnTo>
                  <a:lnTo>
                    <a:pt x="2754459" y="318500"/>
                  </a:lnTo>
                  <a:lnTo>
                    <a:pt x="2805271" y="356084"/>
                  </a:lnTo>
                  <a:lnTo>
                    <a:pt x="2855082" y="396677"/>
                  </a:lnTo>
                  <a:lnTo>
                    <a:pt x="2904250" y="440266"/>
                  </a:lnTo>
                  <a:lnTo>
                    <a:pt x="2953048" y="486766"/>
                  </a:lnTo>
                  <a:lnTo>
                    <a:pt x="3001674" y="536009"/>
                  </a:lnTo>
                  <a:lnTo>
                    <a:pt x="3050265" y="587742"/>
                  </a:lnTo>
                  <a:lnTo>
                    <a:pt x="3098901" y="641630"/>
                  </a:lnTo>
                  <a:lnTo>
                    <a:pt x="3147619" y="697261"/>
                  </a:lnTo>
                  <a:lnTo>
                    <a:pt x="3196417" y="754158"/>
                  </a:lnTo>
                  <a:lnTo>
                    <a:pt x="3245272" y="811796"/>
                  </a:lnTo>
                  <a:lnTo>
                    <a:pt x="3294140" y="869617"/>
                  </a:lnTo>
                  <a:lnTo>
                    <a:pt x="3342979" y="927059"/>
                  </a:lnTo>
                  <a:lnTo>
                    <a:pt x="3391752" y="983573"/>
                  </a:lnTo>
                  <a:lnTo>
                    <a:pt x="3440439" y="1038648"/>
                  </a:lnTo>
                  <a:lnTo>
                    <a:pt x="3489053" y="1091828"/>
                  </a:lnTo>
                  <a:lnTo>
                    <a:pt x="3537645" y="1142727"/>
                  </a:lnTo>
                  <a:lnTo>
                    <a:pt x="3586312" y="1191038"/>
                  </a:lnTo>
                  <a:lnTo>
                    <a:pt x="3635213" y="1236539"/>
                  </a:lnTo>
                  <a:lnTo>
                    <a:pt x="3684570" y="1279090"/>
                  </a:lnTo>
                  <a:lnTo>
                    <a:pt x="3734684" y="1318632"/>
                  </a:lnTo>
                  <a:lnTo>
                    <a:pt x="3785948" y="1355178"/>
                  </a:lnTo>
                  <a:lnTo>
                    <a:pt x="3820202" y="1377413"/>
                  </a:lnTo>
                  <a:lnTo>
                    <a:pt x="3871803" y="1407676"/>
                  </a:lnTo>
                  <a:lnTo>
                    <a:pt x="3925825" y="1435327"/>
                  </a:lnTo>
                  <a:lnTo>
                    <a:pt x="3982942" y="1460457"/>
                  </a:lnTo>
                  <a:lnTo>
                    <a:pt x="4043892" y="1483244"/>
                  </a:lnTo>
                  <a:lnTo>
                    <a:pt x="4109441" y="1503901"/>
                  </a:lnTo>
                  <a:lnTo>
                    <a:pt x="4180340" y="1522648"/>
                  </a:lnTo>
                  <a:lnTo>
                    <a:pt x="4257278" y="1539692"/>
                  </a:lnTo>
                  <a:lnTo>
                    <a:pt x="4340811" y="1555216"/>
                  </a:lnTo>
                  <a:lnTo>
                    <a:pt x="4431276" y="1569371"/>
                  </a:lnTo>
                  <a:lnTo>
                    <a:pt x="4528678" y="1582275"/>
                  </a:lnTo>
                  <a:lnTo>
                    <a:pt x="4632554" y="1594010"/>
                  </a:lnTo>
                  <a:lnTo>
                    <a:pt x="4741828" y="1604620"/>
                  </a:lnTo>
                  <a:lnTo>
                    <a:pt x="4854690" y="1614119"/>
                  </a:lnTo>
                  <a:lnTo>
                    <a:pt x="4968536" y="1622497"/>
                  </a:lnTo>
                  <a:lnTo>
                    <a:pt x="5080021" y="1629731"/>
                  </a:lnTo>
                  <a:lnTo>
                    <a:pt x="5185280" y="1635799"/>
                  </a:lnTo>
                  <a:lnTo>
                    <a:pt x="5280330" y="1640703"/>
                  </a:lnTo>
                  <a:lnTo>
                    <a:pt x="5361605" y="1644479"/>
                  </a:lnTo>
                  <a:lnTo>
                    <a:pt x="5426539" y="1647209"/>
                  </a:lnTo>
                  <a:lnTo>
                    <a:pt x="5474039" y="1649023"/>
                  </a:lnTo>
                  <a:lnTo>
                    <a:pt x="5504742" y="1650093"/>
                  </a:lnTo>
                  <a:lnTo>
                    <a:pt x="5521026" y="1650612"/>
                  </a:lnTo>
                  <a:lnTo>
                    <a:pt x="5526831" y="1650783"/>
                  </a:lnTo>
                  <a:lnTo>
                    <a:pt x="5527445" y="1650799"/>
                  </a:lnTo>
                  <a:lnTo>
                    <a:pt x="6522385" y="1650799"/>
                  </a:lnTo>
                  <a:lnTo>
                    <a:pt x="6523510" y="1650776"/>
                  </a:lnTo>
                  <a:lnTo>
                    <a:pt x="6530931" y="1650609"/>
                  </a:lnTo>
                  <a:lnTo>
                    <a:pt x="6549742" y="1650147"/>
                  </a:lnTo>
                  <a:lnTo>
                    <a:pt x="6583633" y="1649237"/>
                  </a:lnTo>
                  <a:lnTo>
                    <a:pt x="6634674" y="1647733"/>
                  </a:lnTo>
                  <a:lnTo>
                    <a:pt x="6703159" y="1645510"/>
                  </a:lnTo>
                  <a:lnTo>
                    <a:pt x="6787665" y="1642476"/>
                  </a:lnTo>
                  <a:lnTo>
                    <a:pt x="6885358" y="1638575"/>
                  </a:lnTo>
                  <a:lnTo>
                    <a:pt x="6992513" y="1633784"/>
                  </a:lnTo>
                  <a:lnTo>
                    <a:pt x="7105097" y="1628110"/>
                  </a:lnTo>
                  <a:lnTo>
                    <a:pt x="7219296" y="1621568"/>
                  </a:lnTo>
                  <a:lnTo>
                    <a:pt x="7331884" y="1614176"/>
                  </a:lnTo>
                  <a:lnTo>
                    <a:pt x="7440406" y="1605937"/>
                  </a:lnTo>
                  <a:lnTo>
                    <a:pt x="7543207" y="1596838"/>
                  </a:lnTo>
                  <a:lnTo>
                    <a:pt x="7639349" y="1586836"/>
                  </a:lnTo>
                  <a:lnTo>
                    <a:pt x="7728482" y="1575864"/>
                  </a:lnTo>
                  <a:lnTo>
                    <a:pt x="7810698" y="1563827"/>
                  </a:lnTo>
                  <a:lnTo>
                    <a:pt x="7886396" y="1550603"/>
                  </a:lnTo>
                  <a:lnTo>
                    <a:pt x="7956173" y="1536047"/>
                  </a:lnTo>
                  <a:lnTo>
                    <a:pt x="8020745" y="1519998"/>
                  </a:lnTo>
                  <a:lnTo>
                    <a:pt x="8080875" y="1502289"/>
                  </a:lnTo>
                  <a:lnTo>
                    <a:pt x="8137333" y="1482760"/>
                  </a:lnTo>
                  <a:lnTo>
                    <a:pt x="8190851" y="1461287"/>
                  </a:lnTo>
                  <a:lnTo>
                    <a:pt x="8229629" y="1443794"/>
                  </a:lnTo>
                  <a:lnTo>
                    <a:pt x="8285002" y="1415920"/>
                  </a:lnTo>
                  <a:lnTo>
                    <a:pt x="8338763" y="1385530"/>
                  </a:lnTo>
                  <a:lnTo>
                    <a:pt x="8391451" y="1352578"/>
                  </a:lnTo>
                  <a:lnTo>
                    <a:pt x="8443478" y="1317085"/>
                  </a:lnTo>
                  <a:lnTo>
                    <a:pt x="8495150" y="1279142"/>
                  </a:lnTo>
                  <a:lnTo>
                    <a:pt x="8546680" y="1238924"/>
                  </a:lnTo>
                  <a:lnTo>
                    <a:pt x="8598210" y="1196681"/>
                  </a:lnTo>
                  <a:lnTo>
                    <a:pt x="8649813" y="1152745"/>
                  </a:lnTo>
                  <a:lnTo>
                    <a:pt x="8701510" y="1107516"/>
                  </a:lnTo>
                  <a:lnTo>
                    <a:pt x="8753287" y="1061447"/>
                  </a:lnTo>
                  <a:lnTo>
                    <a:pt x="8805099" y="1015032"/>
                  </a:lnTo>
                  <a:lnTo>
                    <a:pt x="8856894" y="968779"/>
                  </a:lnTo>
                  <a:lnTo>
                    <a:pt x="8908624" y="923188"/>
                  </a:lnTo>
                  <a:lnTo>
                    <a:pt x="8960261" y="878731"/>
                  </a:lnTo>
                  <a:lnTo>
                    <a:pt x="9011812" y="835829"/>
                  </a:lnTo>
                  <a:lnTo>
                    <a:pt x="9063330" y="794839"/>
                  </a:lnTo>
                  <a:lnTo>
                    <a:pt x="9114929" y="756042"/>
                  </a:lnTo>
                  <a:lnTo>
                    <a:pt x="9166796" y="719641"/>
                  </a:lnTo>
                  <a:lnTo>
                    <a:pt x="9219202" y="685756"/>
                  </a:lnTo>
                  <a:lnTo>
                    <a:pt x="9272517" y="654434"/>
                  </a:lnTo>
                  <a:lnTo>
                    <a:pt x="9327230" y="625651"/>
                  </a:lnTo>
                  <a:lnTo>
                    <a:pt x="9347647" y="615774"/>
                  </a:lnTo>
                  <a:lnTo>
                    <a:pt x="9399390" y="592800"/>
                  </a:lnTo>
                  <a:lnTo>
                    <a:pt x="9453569" y="571815"/>
                  </a:lnTo>
                  <a:lnTo>
                    <a:pt x="9510862" y="552748"/>
                  </a:lnTo>
                  <a:lnTo>
                    <a:pt x="9572016" y="535464"/>
                  </a:lnTo>
                  <a:lnTo>
                    <a:pt x="9637801" y="519799"/>
                  </a:lnTo>
                  <a:lnTo>
                    <a:pt x="9708976" y="505586"/>
                  </a:lnTo>
                  <a:lnTo>
                    <a:pt x="9786232" y="492667"/>
                  </a:lnTo>
                  <a:lnTo>
                    <a:pt x="9870126" y="480903"/>
                  </a:lnTo>
                  <a:lnTo>
                    <a:pt x="9960995" y="470178"/>
                  </a:lnTo>
                  <a:lnTo>
                    <a:pt x="10058832" y="460404"/>
                  </a:lnTo>
                  <a:lnTo>
                    <a:pt x="10163156" y="451520"/>
                  </a:lnTo>
                  <a:lnTo>
                    <a:pt x="10272865" y="443491"/>
                  </a:lnTo>
                  <a:lnTo>
                    <a:pt x="10386110" y="436307"/>
                  </a:lnTo>
                  <a:lnTo>
                    <a:pt x="10500238" y="429978"/>
                  </a:lnTo>
                  <a:lnTo>
                    <a:pt x="10611853" y="424520"/>
                  </a:lnTo>
                  <a:lnTo>
                    <a:pt x="10717047" y="419949"/>
                  </a:lnTo>
                  <a:lnTo>
                    <a:pt x="10811809" y="416265"/>
                  </a:lnTo>
                  <a:lnTo>
                    <a:pt x="10892580" y="413437"/>
                  </a:lnTo>
                  <a:lnTo>
                    <a:pt x="10956832" y="411402"/>
                  </a:lnTo>
                  <a:lnTo>
                    <a:pt x="11003546" y="410057"/>
                  </a:lnTo>
                  <a:lnTo>
                    <a:pt x="11033459" y="409272"/>
                  </a:lnTo>
                  <a:lnTo>
                    <a:pt x="11049060" y="408897"/>
                  </a:lnTo>
                  <a:lnTo>
                    <a:pt x="11054404" y="408779"/>
                  </a:lnTo>
                  <a:lnTo>
                    <a:pt x="11054891" y="408769"/>
                  </a:lnTo>
                  <a:lnTo>
                    <a:pt x="12049831" y="408769"/>
                  </a:lnTo>
                  <a:lnTo>
                    <a:pt x="12049831" y="398288"/>
                  </a:lnTo>
                  <a:lnTo>
                    <a:pt x="11054891" y="398288"/>
                  </a:lnTo>
                  <a:lnTo>
                    <a:pt x="11053767" y="398311"/>
                  </a:lnTo>
                  <a:lnTo>
                    <a:pt x="11046346" y="398478"/>
                  </a:lnTo>
                  <a:lnTo>
                    <a:pt x="11027535" y="398940"/>
                  </a:lnTo>
                  <a:lnTo>
                    <a:pt x="10993644" y="399850"/>
                  </a:lnTo>
                  <a:lnTo>
                    <a:pt x="10942603" y="401354"/>
                  </a:lnTo>
                  <a:lnTo>
                    <a:pt x="10874117" y="403577"/>
                  </a:lnTo>
                  <a:lnTo>
                    <a:pt x="10789612" y="406611"/>
                  </a:lnTo>
                  <a:lnTo>
                    <a:pt x="10691918" y="410512"/>
                  </a:lnTo>
                  <a:lnTo>
                    <a:pt x="10584764" y="415303"/>
                  </a:lnTo>
                  <a:lnTo>
                    <a:pt x="10472180" y="420977"/>
                  </a:lnTo>
                  <a:lnTo>
                    <a:pt x="10357981" y="427519"/>
                  </a:lnTo>
                  <a:lnTo>
                    <a:pt x="10245392" y="434911"/>
                  </a:lnTo>
                  <a:lnTo>
                    <a:pt x="10136870" y="443150"/>
                  </a:lnTo>
                  <a:lnTo>
                    <a:pt x="10034070" y="452249"/>
                  </a:lnTo>
                  <a:lnTo>
                    <a:pt x="9937927" y="462251"/>
                  </a:lnTo>
                  <a:lnTo>
                    <a:pt x="9848794" y="473223"/>
                  </a:lnTo>
                  <a:lnTo>
                    <a:pt x="9766578" y="485260"/>
                  </a:lnTo>
                  <a:lnTo>
                    <a:pt x="9690881" y="498484"/>
                  </a:lnTo>
                  <a:lnTo>
                    <a:pt x="9621103" y="513040"/>
                  </a:lnTo>
                  <a:lnTo>
                    <a:pt x="9556532" y="529089"/>
                  </a:lnTo>
                  <a:lnTo>
                    <a:pt x="9496402" y="546798"/>
                  </a:lnTo>
                  <a:lnTo>
                    <a:pt x="9439944" y="566327"/>
                  </a:lnTo>
                  <a:lnTo>
                    <a:pt x="9386425" y="587800"/>
                  </a:lnTo>
                  <a:lnTo>
                    <a:pt x="9347647" y="605293"/>
                  </a:lnTo>
                  <a:lnTo>
                    <a:pt x="9292275" y="633166"/>
                  </a:lnTo>
                  <a:lnTo>
                    <a:pt x="9238514" y="663557"/>
                  </a:lnTo>
                  <a:lnTo>
                    <a:pt x="9185825" y="696508"/>
                  </a:lnTo>
                  <a:lnTo>
                    <a:pt x="9133798" y="732002"/>
                  </a:lnTo>
                  <a:lnTo>
                    <a:pt x="9082127" y="769944"/>
                  </a:lnTo>
                  <a:lnTo>
                    <a:pt x="9030596" y="810163"/>
                  </a:lnTo>
                  <a:lnTo>
                    <a:pt x="8979067" y="852406"/>
                  </a:lnTo>
                  <a:lnTo>
                    <a:pt x="8927464" y="896342"/>
                  </a:lnTo>
                  <a:lnTo>
                    <a:pt x="8875766" y="941571"/>
                  </a:lnTo>
                  <a:lnTo>
                    <a:pt x="8823990" y="987640"/>
                  </a:lnTo>
                  <a:lnTo>
                    <a:pt x="8772178" y="1034055"/>
                  </a:lnTo>
                  <a:lnTo>
                    <a:pt x="8720382" y="1080308"/>
                  </a:lnTo>
                  <a:lnTo>
                    <a:pt x="8668652" y="1125899"/>
                  </a:lnTo>
                  <a:lnTo>
                    <a:pt x="8617015" y="1170356"/>
                  </a:lnTo>
                  <a:lnTo>
                    <a:pt x="8565465" y="1213258"/>
                  </a:lnTo>
                  <a:lnTo>
                    <a:pt x="8513947" y="1254248"/>
                  </a:lnTo>
                  <a:lnTo>
                    <a:pt x="8462347" y="1293045"/>
                  </a:lnTo>
                  <a:lnTo>
                    <a:pt x="8410480" y="1329446"/>
                  </a:lnTo>
                  <a:lnTo>
                    <a:pt x="8358075" y="1363331"/>
                  </a:lnTo>
                  <a:lnTo>
                    <a:pt x="8304760" y="1394653"/>
                  </a:lnTo>
                  <a:lnTo>
                    <a:pt x="8250047" y="1423435"/>
                  </a:lnTo>
                  <a:lnTo>
                    <a:pt x="8229629" y="1433313"/>
                  </a:lnTo>
                  <a:lnTo>
                    <a:pt x="8177887" y="1456287"/>
                  </a:lnTo>
                  <a:lnTo>
                    <a:pt x="8123708" y="1477272"/>
                  </a:lnTo>
                  <a:lnTo>
                    <a:pt x="8066414" y="1496339"/>
                  </a:lnTo>
                  <a:lnTo>
                    <a:pt x="8005261" y="1513623"/>
                  </a:lnTo>
                  <a:lnTo>
                    <a:pt x="7939475" y="1529288"/>
                  </a:lnTo>
                  <a:lnTo>
                    <a:pt x="7868300" y="1543501"/>
                  </a:lnTo>
                  <a:lnTo>
                    <a:pt x="7791045" y="1556420"/>
                  </a:lnTo>
                  <a:lnTo>
                    <a:pt x="7707150" y="1568184"/>
                  </a:lnTo>
                  <a:lnTo>
                    <a:pt x="7616282" y="1578909"/>
                  </a:lnTo>
                  <a:lnTo>
                    <a:pt x="7518445" y="1588682"/>
                  </a:lnTo>
                  <a:lnTo>
                    <a:pt x="7414120" y="1597567"/>
                  </a:lnTo>
                  <a:lnTo>
                    <a:pt x="7304411" y="1605596"/>
                  </a:lnTo>
                  <a:lnTo>
                    <a:pt x="7191166" y="1612780"/>
                  </a:lnTo>
                  <a:lnTo>
                    <a:pt x="7077039" y="1619109"/>
                  </a:lnTo>
                  <a:lnTo>
                    <a:pt x="6965423" y="1624567"/>
                  </a:lnTo>
                  <a:lnTo>
                    <a:pt x="6860230" y="1629138"/>
                  </a:lnTo>
                  <a:lnTo>
                    <a:pt x="6765468" y="1632822"/>
                  </a:lnTo>
                  <a:lnTo>
                    <a:pt x="6684697" y="1635650"/>
                  </a:lnTo>
                  <a:lnTo>
                    <a:pt x="6620445" y="1637685"/>
                  </a:lnTo>
                  <a:lnTo>
                    <a:pt x="6573731" y="1639030"/>
                  </a:lnTo>
                  <a:lnTo>
                    <a:pt x="6543818" y="1639815"/>
                  </a:lnTo>
                  <a:lnTo>
                    <a:pt x="6528216" y="1640190"/>
                  </a:lnTo>
                  <a:lnTo>
                    <a:pt x="6522872" y="1640308"/>
                  </a:lnTo>
                  <a:lnTo>
                    <a:pt x="6522385" y="1640318"/>
                  </a:lnTo>
                  <a:lnTo>
                    <a:pt x="5527445" y="1640318"/>
                  </a:lnTo>
                  <a:lnTo>
                    <a:pt x="5526330" y="1640287"/>
                  </a:lnTo>
                  <a:lnTo>
                    <a:pt x="5518966" y="1640068"/>
                  </a:lnTo>
                  <a:lnTo>
                    <a:pt x="5500296" y="1639463"/>
                  </a:lnTo>
                  <a:lnTo>
                    <a:pt x="5466650" y="1638271"/>
                  </a:lnTo>
                  <a:lnTo>
                    <a:pt x="5415957" y="1636301"/>
                  </a:lnTo>
                  <a:lnTo>
                    <a:pt x="5347904" y="1633388"/>
                  </a:lnTo>
                  <a:lnTo>
                    <a:pt x="5263882" y="1629411"/>
                  </a:lnTo>
                  <a:lnTo>
                    <a:pt x="5166679" y="1624296"/>
                  </a:lnTo>
                  <a:lnTo>
                    <a:pt x="5059980" y="1618013"/>
                  </a:lnTo>
                  <a:lnTo>
                    <a:pt x="4947786" y="1610568"/>
                  </a:lnTo>
                  <a:lnTo>
                    <a:pt x="4833889" y="1601983"/>
                  </a:lnTo>
                  <a:lnTo>
                    <a:pt x="4721512" y="1592281"/>
                  </a:lnTo>
                  <a:lnTo>
                    <a:pt x="4613113" y="1581467"/>
                  </a:lnTo>
                  <a:lnTo>
                    <a:pt x="4510361" y="1569524"/>
                  </a:lnTo>
                  <a:lnTo>
                    <a:pt x="4414209" y="1556398"/>
                  </a:lnTo>
                  <a:lnTo>
                    <a:pt x="4325023" y="1542002"/>
                  </a:lnTo>
                  <a:lnTo>
                    <a:pt x="4242729" y="1526212"/>
                  </a:lnTo>
                  <a:lnTo>
                    <a:pt x="4166942" y="1508871"/>
                  </a:lnTo>
                  <a:lnTo>
                    <a:pt x="4097075" y="1489791"/>
                  </a:lnTo>
                  <a:lnTo>
                    <a:pt x="4032425" y="1468761"/>
                  </a:lnTo>
                  <a:lnTo>
                    <a:pt x="3972232" y="1445561"/>
                  </a:lnTo>
                  <a:lnTo>
                    <a:pt x="3915735" y="1419981"/>
                  </a:lnTo>
                  <a:lnTo>
                    <a:pt x="3862203" y="1391856"/>
                  </a:lnTo>
                  <a:lnTo>
                    <a:pt x="3820202" y="1366932"/>
                  </a:lnTo>
                  <a:lnTo>
                    <a:pt x="3767926" y="1332299"/>
                  </a:lnTo>
                  <a:lnTo>
                    <a:pt x="3717114" y="1294714"/>
                  </a:lnTo>
                  <a:lnTo>
                    <a:pt x="3667303" y="1254122"/>
                  </a:lnTo>
                  <a:lnTo>
                    <a:pt x="3618135" y="1210532"/>
                  </a:lnTo>
                  <a:lnTo>
                    <a:pt x="3569337" y="1164032"/>
                  </a:lnTo>
                  <a:lnTo>
                    <a:pt x="3520711" y="1114790"/>
                  </a:lnTo>
                  <a:lnTo>
                    <a:pt x="3472120" y="1063057"/>
                  </a:lnTo>
                  <a:lnTo>
                    <a:pt x="3423484" y="1009169"/>
                  </a:lnTo>
                  <a:lnTo>
                    <a:pt x="3374766" y="953538"/>
                  </a:lnTo>
                  <a:lnTo>
                    <a:pt x="3325968" y="896640"/>
                  </a:lnTo>
                  <a:lnTo>
                    <a:pt x="3277113" y="839003"/>
                  </a:lnTo>
                  <a:lnTo>
                    <a:pt x="3228245" y="781182"/>
                  </a:lnTo>
                  <a:lnTo>
                    <a:pt x="3179406" y="723740"/>
                  </a:lnTo>
                  <a:lnTo>
                    <a:pt x="3130633" y="667226"/>
                  </a:lnTo>
                  <a:lnTo>
                    <a:pt x="3081946" y="612151"/>
                  </a:lnTo>
                  <a:lnTo>
                    <a:pt x="3033332" y="558971"/>
                  </a:lnTo>
                  <a:lnTo>
                    <a:pt x="2984740" y="508072"/>
                  </a:lnTo>
                  <a:lnTo>
                    <a:pt x="2936073" y="459761"/>
                  </a:lnTo>
                  <a:lnTo>
                    <a:pt x="2887172" y="414260"/>
                  </a:lnTo>
                  <a:lnTo>
                    <a:pt x="2837815" y="371709"/>
                  </a:lnTo>
                  <a:lnTo>
                    <a:pt x="2787701" y="332167"/>
                  </a:lnTo>
                  <a:lnTo>
                    <a:pt x="2736437" y="295621"/>
                  </a:lnTo>
                  <a:lnTo>
                    <a:pt x="2702183" y="273386"/>
                  </a:lnTo>
                  <a:lnTo>
                    <a:pt x="2650582" y="243123"/>
                  </a:lnTo>
                  <a:lnTo>
                    <a:pt x="2596560" y="215472"/>
                  </a:lnTo>
                  <a:lnTo>
                    <a:pt x="2539443" y="190342"/>
                  </a:lnTo>
                  <a:lnTo>
                    <a:pt x="2478493" y="167555"/>
                  </a:lnTo>
                  <a:lnTo>
                    <a:pt x="2412944" y="146898"/>
                  </a:lnTo>
                  <a:lnTo>
                    <a:pt x="2342044" y="128151"/>
                  </a:lnTo>
                  <a:lnTo>
                    <a:pt x="2265107" y="111107"/>
                  </a:lnTo>
                  <a:lnTo>
                    <a:pt x="2181574" y="95583"/>
                  </a:lnTo>
                  <a:lnTo>
                    <a:pt x="2091109" y="81428"/>
                  </a:lnTo>
                  <a:lnTo>
                    <a:pt x="1993707" y="68523"/>
                  </a:lnTo>
                  <a:lnTo>
                    <a:pt x="1889831" y="56789"/>
                  </a:lnTo>
                  <a:lnTo>
                    <a:pt x="1780557" y="46179"/>
                  </a:lnTo>
                  <a:lnTo>
                    <a:pt x="1667695" y="36680"/>
                  </a:lnTo>
                  <a:lnTo>
                    <a:pt x="1553849" y="28302"/>
                  </a:lnTo>
                  <a:lnTo>
                    <a:pt x="1442364" y="21068"/>
                  </a:lnTo>
                  <a:lnTo>
                    <a:pt x="1337105" y="14999"/>
                  </a:lnTo>
                  <a:lnTo>
                    <a:pt x="1242055" y="10095"/>
                  </a:lnTo>
                  <a:lnTo>
                    <a:pt x="1160780" y="6320"/>
                  </a:lnTo>
                  <a:lnTo>
                    <a:pt x="1095846" y="3590"/>
                  </a:lnTo>
                  <a:lnTo>
                    <a:pt x="1048346" y="1775"/>
                  </a:lnTo>
                  <a:lnTo>
                    <a:pt x="1017643" y="705"/>
                  </a:lnTo>
                  <a:lnTo>
                    <a:pt x="1001359" y="186"/>
                  </a:lnTo>
                  <a:lnTo>
                    <a:pt x="995554" y="1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77" name="pl876"/>
            <p:cNvSpPr/>
            <p:nvPr/>
          </p:nvSpPr>
          <p:spPr>
            <a:xfrm>
              <a:off x="1199187" y="4679721"/>
              <a:ext cx="12049831" cy="1640318"/>
            </a:xfrm>
            <a:custGeom>
              <a:avLst/>
              <a:pathLst>
                <a:path w="12049831" h="1640318">
                  <a:moveTo>
                    <a:pt x="0" y="0"/>
                  </a:moveTo>
                  <a:lnTo>
                    <a:pt x="994940" y="0"/>
                  </a:lnTo>
                  <a:lnTo>
                    <a:pt x="996055" y="30"/>
                  </a:lnTo>
                  <a:lnTo>
                    <a:pt x="1003419" y="249"/>
                  </a:lnTo>
                  <a:lnTo>
                    <a:pt x="1022089" y="854"/>
                  </a:lnTo>
                  <a:lnTo>
                    <a:pt x="1055735" y="2046"/>
                  </a:lnTo>
                  <a:lnTo>
                    <a:pt x="1106428" y="4017"/>
                  </a:lnTo>
                  <a:lnTo>
                    <a:pt x="1174481" y="6929"/>
                  </a:lnTo>
                  <a:lnTo>
                    <a:pt x="1258503" y="10906"/>
                  </a:lnTo>
                  <a:lnTo>
                    <a:pt x="1355706" y="16022"/>
                  </a:lnTo>
                  <a:lnTo>
                    <a:pt x="1462405" y="22304"/>
                  </a:lnTo>
                  <a:lnTo>
                    <a:pt x="1574599" y="29749"/>
                  </a:lnTo>
                  <a:lnTo>
                    <a:pt x="1688496" y="38334"/>
                  </a:lnTo>
                  <a:lnTo>
                    <a:pt x="1800873" y="48037"/>
                  </a:lnTo>
                  <a:lnTo>
                    <a:pt x="1909272" y="58850"/>
                  </a:lnTo>
                  <a:lnTo>
                    <a:pt x="2012024" y="70794"/>
                  </a:lnTo>
                  <a:lnTo>
                    <a:pt x="2108176" y="83920"/>
                  </a:lnTo>
                  <a:lnTo>
                    <a:pt x="2197362" y="98316"/>
                  </a:lnTo>
                  <a:lnTo>
                    <a:pt x="2279656" y="114105"/>
                  </a:lnTo>
                  <a:lnTo>
                    <a:pt x="2355443" y="131446"/>
                  </a:lnTo>
                  <a:lnTo>
                    <a:pt x="2425310" y="150526"/>
                  </a:lnTo>
                  <a:lnTo>
                    <a:pt x="2489960" y="171556"/>
                  </a:lnTo>
                  <a:lnTo>
                    <a:pt x="2550153" y="194756"/>
                  </a:lnTo>
                  <a:lnTo>
                    <a:pt x="2606650" y="220336"/>
                  </a:lnTo>
                  <a:lnTo>
                    <a:pt x="2660182" y="248461"/>
                  </a:lnTo>
                  <a:lnTo>
                    <a:pt x="2702183" y="273386"/>
                  </a:lnTo>
                  <a:lnTo>
                    <a:pt x="2754459" y="308018"/>
                  </a:lnTo>
                  <a:lnTo>
                    <a:pt x="2805271" y="345603"/>
                  </a:lnTo>
                  <a:lnTo>
                    <a:pt x="2855082" y="386196"/>
                  </a:lnTo>
                  <a:lnTo>
                    <a:pt x="2904250" y="429785"/>
                  </a:lnTo>
                  <a:lnTo>
                    <a:pt x="2953048" y="476285"/>
                  </a:lnTo>
                  <a:lnTo>
                    <a:pt x="3001674" y="525528"/>
                  </a:lnTo>
                  <a:lnTo>
                    <a:pt x="3050265" y="577260"/>
                  </a:lnTo>
                  <a:lnTo>
                    <a:pt x="3098901" y="631148"/>
                  </a:lnTo>
                  <a:lnTo>
                    <a:pt x="3147619" y="686780"/>
                  </a:lnTo>
                  <a:lnTo>
                    <a:pt x="3196417" y="743677"/>
                  </a:lnTo>
                  <a:lnTo>
                    <a:pt x="3245272" y="801315"/>
                  </a:lnTo>
                  <a:lnTo>
                    <a:pt x="3294140" y="859136"/>
                  </a:lnTo>
                  <a:lnTo>
                    <a:pt x="3342979" y="916578"/>
                  </a:lnTo>
                  <a:lnTo>
                    <a:pt x="3391752" y="973092"/>
                  </a:lnTo>
                  <a:lnTo>
                    <a:pt x="3440439" y="1028167"/>
                  </a:lnTo>
                  <a:lnTo>
                    <a:pt x="3489053" y="1081347"/>
                  </a:lnTo>
                  <a:lnTo>
                    <a:pt x="3537645" y="1132245"/>
                  </a:lnTo>
                  <a:lnTo>
                    <a:pt x="3586312" y="1180557"/>
                  </a:lnTo>
                  <a:lnTo>
                    <a:pt x="3635213" y="1226057"/>
                  </a:lnTo>
                  <a:lnTo>
                    <a:pt x="3684570" y="1268608"/>
                  </a:lnTo>
                  <a:lnTo>
                    <a:pt x="3734684" y="1308150"/>
                  </a:lnTo>
                  <a:lnTo>
                    <a:pt x="3785948" y="1344697"/>
                  </a:lnTo>
                  <a:lnTo>
                    <a:pt x="3820202" y="1366932"/>
                  </a:lnTo>
                  <a:lnTo>
                    <a:pt x="3871803" y="1397195"/>
                  </a:lnTo>
                  <a:lnTo>
                    <a:pt x="3925825" y="1424846"/>
                  </a:lnTo>
                  <a:lnTo>
                    <a:pt x="3982942" y="1449976"/>
                  </a:lnTo>
                  <a:lnTo>
                    <a:pt x="4043892" y="1472763"/>
                  </a:lnTo>
                  <a:lnTo>
                    <a:pt x="4109441" y="1493420"/>
                  </a:lnTo>
                  <a:lnTo>
                    <a:pt x="4180340" y="1512167"/>
                  </a:lnTo>
                  <a:lnTo>
                    <a:pt x="4257278" y="1529211"/>
                  </a:lnTo>
                  <a:lnTo>
                    <a:pt x="4340811" y="1544734"/>
                  </a:lnTo>
                  <a:lnTo>
                    <a:pt x="4431276" y="1558890"/>
                  </a:lnTo>
                  <a:lnTo>
                    <a:pt x="4528678" y="1571794"/>
                  </a:lnTo>
                  <a:lnTo>
                    <a:pt x="4632554" y="1583528"/>
                  </a:lnTo>
                  <a:lnTo>
                    <a:pt x="4741828" y="1594138"/>
                  </a:lnTo>
                  <a:lnTo>
                    <a:pt x="4854690" y="1603637"/>
                  </a:lnTo>
                  <a:lnTo>
                    <a:pt x="4968536" y="1612016"/>
                  </a:lnTo>
                  <a:lnTo>
                    <a:pt x="5080021" y="1619249"/>
                  </a:lnTo>
                  <a:lnTo>
                    <a:pt x="5185280" y="1625318"/>
                  </a:lnTo>
                  <a:lnTo>
                    <a:pt x="5280330" y="1630222"/>
                  </a:lnTo>
                  <a:lnTo>
                    <a:pt x="5361605" y="1633998"/>
                  </a:lnTo>
                  <a:lnTo>
                    <a:pt x="5426539" y="1636727"/>
                  </a:lnTo>
                  <a:lnTo>
                    <a:pt x="5474039" y="1638542"/>
                  </a:lnTo>
                  <a:lnTo>
                    <a:pt x="5504742" y="1639612"/>
                  </a:lnTo>
                  <a:lnTo>
                    <a:pt x="5521026" y="1640131"/>
                  </a:lnTo>
                  <a:lnTo>
                    <a:pt x="5526831" y="1640301"/>
                  </a:lnTo>
                  <a:lnTo>
                    <a:pt x="5527445" y="1640318"/>
                  </a:lnTo>
                  <a:lnTo>
                    <a:pt x="6522385" y="1640318"/>
                  </a:lnTo>
                  <a:lnTo>
                    <a:pt x="6523510" y="1640295"/>
                  </a:lnTo>
                  <a:lnTo>
                    <a:pt x="6530931" y="1640127"/>
                  </a:lnTo>
                  <a:lnTo>
                    <a:pt x="6549742" y="1639666"/>
                  </a:lnTo>
                  <a:lnTo>
                    <a:pt x="6583633" y="1638756"/>
                  </a:lnTo>
                  <a:lnTo>
                    <a:pt x="6634674" y="1637252"/>
                  </a:lnTo>
                  <a:lnTo>
                    <a:pt x="6703159" y="1635029"/>
                  </a:lnTo>
                  <a:lnTo>
                    <a:pt x="6787665" y="1631995"/>
                  </a:lnTo>
                  <a:lnTo>
                    <a:pt x="6885358" y="1628093"/>
                  </a:lnTo>
                  <a:lnTo>
                    <a:pt x="6992513" y="1623303"/>
                  </a:lnTo>
                  <a:lnTo>
                    <a:pt x="7105097" y="1617628"/>
                  </a:lnTo>
                  <a:lnTo>
                    <a:pt x="7219296" y="1611087"/>
                  </a:lnTo>
                  <a:lnTo>
                    <a:pt x="7331884" y="1603694"/>
                  </a:lnTo>
                  <a:lnTo>
                    <a:pt x="7440406" y="1595456"/>
                  </a:lnTo>
                  <a:lnTo>
                    <a:pt x="7543207" y="1586356"/>
                  </a:lnTo>
                  <a:lnTo>
                    <a:pt x="7639349" y="1576355"/>
                  </a:lnTo>
                  <a:lnTo>
                    <a:pt x="7728482" y="1565383"/>
                  </a:lnTo>
                  <a:lnTo>
                    <a:pt x="7810698" y="1553346"/>
                  </a:lnTo>
                  <a:lnTo>
                    <a:pt x="7886396" y="1540121"/>
                  </a:lnTo>
                  <a:lnTo>
                    <a:pt x="7956173" y="1525566"/>
                  </a:lnTo>
                  <a:lnTo>
                    <a:pt x="8020745" y="1509517"/>
                  </a:lnTo>
                  <a:lnTo>
                    <a:pt x="8080875" y="1491808"/>
                  </a:lnTo>
                  <a:lnTo>
                    <a:pt x="8137333" y="1472278"/>
                  </a:lnTo>
                  <a:lnTo>
                    <a:pt x="8190851" y="1450806"/>
                  </a:lnTo>
                  <a:lnTo>
                    <a:pt x="8229629" y="1433313"/>
                  </a:lnTo>
                  <a:lnTo>
                    <a:pt x="8285002" y="1405439"/>
                  </a:lnTo>
                  <a:lnTo>
                    <a:pt x="8338763" y="1375049"/>
                  </a:lnTo>
                  <a:lnTo>
                    <a:pt x="8391451" y="1342097"/>
                  </a:lnTo>
                  <a:lnTo>
                    <a:pt x="8443478" y="1306603"/>
                  </a:lnTo>
                  <a:lnTo>
                    <a:pt x="8495150" y="1268661"/>
                  </a:lnTo>
                  <a:lnTo>
                    <a:pt x="8546680" y="1228442"/>
                  </a:lnTo>
                  <a:lnTo>
                    <a:pt x="8598210" y="1186200"/>
                  </a:lnTo>
                  <a:lnTo>
                    <a:pt x="8649813" y="1142264"/>
                  </a:lnTo>
                  <a:lnTo>
                    <a:pt x="8701510" y="1097034"/>
                  </a:lnTo>
                  <a:lnTo>
                    <a:pt x="8753287" y="1050966"/>
                  </a:lnTo>
                  <a:lnTo>
                    <a:pt x="8805099" y="1004551"/>
                  </a:lnTo>
                  <a:lnTo>
                    <a:pt x="8856894" y="958298"/>
                  </a:lnTo>
                  <a:lnTo>
                    <a:pt x="8908624" y="912707"/>
                  </a:lnTo>
                  <a:lnTo>
                    <a:pt x="8960261" y="868250"/>
                  </a:lnTo>
                  <a:lnTo>
                    <a:pt x="9011812" y="825347"/>
                  </a:lnTo>
                  <a:lnTo>
                    <a:pt x="9063330" y="784357"/>
                  </a:lnTo>
                  <a:lnTo>
                    <a:pt x="9114929" y="745561"/>
                  </a:lnTo>
                  <a:lnTo>
                    <a:pt x="9166796" y="709159"/>
                  </a:lnTo>
                  <a:lnTo>
                    <a:pt x="9219202" y="675275"/>
                  </a:lnTo>
                  <a:lnTo>
                    <a:pt x="9272517" y="643952"/>
                  </a:lnTo>
                  <a:lnTo>
                    <a:pt x="9327230" y="615170"/>
                  </a:lnTo>
                  <a:lnTo>
                    <a:pt x="9347647" y="605293"/>
                  </a:lnTo>
                  <a:lnTo>
                    <a:pt x="9399390" y="582319"/>
                  </a:lnTo>
                  <a:lnTo>
                    <a:pt x="9453569" y="561334"/>
                  </a:lnTo>
                  <a:lnTo>
                    <a:pt x="9510862" y="542267"/>
                  </a:lnTo>
                  <a:lnTo>
                    <a:pt x="9572016" y="524982"/>
                  </a:lnTo>
                  <a:lnTo>
                    <a:pt x="9637801" y="509318"/>
                  </a:lnTo>
                  <a:lnTo>
                    <a:pt x="9708976" y="495105"/>
                  </a:lnTo>
                  <a:lnTo>
                    <a:pt x="9786232" y="482186"/>
                  </a:lnTo>
                  <a:lnTo>
                    <a:pt x="9870126" y="470422"/>
                  </a:lnTo>
                  <a:lnTo>
                    <a:pt x="9960995" y="459697"/>
                  </a:lnTo>
                  <a:lnTo>
                    <a:pt x="10058832" y="449923"/>
                  </a:lnTo>
                  <a:lnTo>
                    <a:pt x="10163156" y="441039"/>
                  </a:lnTo>
                  <a:lnTo>
                    <a:pt x="10272865" y="433010"/>
                  </a:lnTo>
                  <a:lnTo>
                    <a:pt x="10386110" y="425826"/>
                  </a:lnTo>
                  <a:lnTo>
                    <a:pt x="10500238" y="419496"/>
                  </a:lnTo>
                  <a:lnTo>
                    <a:pt x="10611853" y="414038"/>
                  </a:lnTo>
                  <a:lnTo>
                    <a:pt x="10717047" y="409468"/>
                  </a:lnTo>
                  <a:lnTo>
                    <a:pt x="10811809" y="405783"/>
                  </a:lnTo>
                  <a:lnTo>
                    <a:pt x="10892580" y="402956"/>
                  </a:lnTo>
                  <a:lnTo>
                    <a:pt x="10956832" y="400921"/>
                  </a:lnTo>
                  <a:lnTo>
                    <a:pt x="11003546" y="399576"/>
                  </a:lnTo>
                  <a:lnTo>
                    <a:pt x="11033459" y="398790"/>
                  </a:lnTo>
                  <a:lnTo>
                    <a:pt x="11049060" y="398416"/>
                  </a:lnTo>
                  <a:lnTo>
                    <a:pt x="11054404" y="398298"/>
                  </a:lnTo>
                  <a:lnTo>
                    <a:pt x="11054891" y="398288"/>
                  </a:lnTo>
                  <a:lnTo>
                    <a:pt x="12049831" y="398288"/>
                  </a:lnTo>
                  <a:lnTo>
                    <a:pt x="12049831" y="3982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8" name="pl877"/>
            <p:cNvSpPr/>
            <p:nvPr/>
          </p:nvSpPr>
          <p:spPr>
            <a:xfrm>
              <a:off x="1199187" y="4669240"/>
              <a:ext cx="12049831" cy="1640318"/>
            </a:xfrm>
            <a:custGeom>
              <a:avLst/>
              <a:pathLst>
                <a:path w="12049831" h="1640318">
                  <a:moveTo>
                    <a:pt x="12049831" y="398288"/>
                  </a:moveTo>
                  <a:lnTo>
                    <a:pt x="11054891" y="398288"/>
                  </a:lnTo>
                  <a:lnTo>
                    <a:pt x="11053767" y="398311"/>
                  </a:lnTo>
                  <a:lnTo>
                    <a:pt x="11046346" y="398478"/>
                  </a:lnTo>
                  <a:lnTo>
                    <a:pt x="11027535" y="398940"/>
                  </a:lnTo>
                  <a:lnTo>
                    <a:pt x="10993644" y="399850"/>
                  </a:lnTo>
                  <a:lnTo>
                    <a:pt x="10942603" y="401354"/>
                  </a:lnTo>
                  <a:lnTo>
                    <a:pt x="10874117" y="403577"/>
                  </a:lnTo>
                  <a:lnTo>
                    <a:pt x="10789612" y="406611"/>
                  </a:lnTo>
                  <a:lnTo>
                    <a:pt x="10691918" y="410512"/>
                  </a:lnTo>
                  <a:lnTo>
                    <a:pt x="10584764" y="415303"/>
                  </a:lnTo>
                  <a:lnTo>
                    <a:pt x="10472180" y="420977"/>
                  </a:lnTo>
                  <a:lnTo>
                    <a:pt x="10357981" y="427519"/>
                  </a:lnTo>
                  <a:lnTo>
                    <a:pt x="10245392" y="434911"/>
                  </a:lnTo>
                  <a:lnTo>
                    <a:pt x="10136870" y="443150"/>
                  </a:lnTo>
                  <a:lnTo>
                    <a:pt x="10034070" y="452249"/>
                  </a:lnTo>
                  <a:lnTo>
                    <a:pt x="9937927" y="462251"/>
                  </a:lnTo>
                  <a:lnTo>
                    <a:pt x="9848794" y="473223"/>
                  </a:lnTo>
                  <a:lnTo>
                    <a:pt x="9766578" y="485260"/>
                  </a:lnTo>
                  <a:lnTo>
                    <a:pt x="9690881" y="498484"/>
                  </a:lnTo>
                  <a:lnTo>
                    <a:pt x="9621103" y="513040"/>
                  </a:lnTo>
                  <a:lnTo>
                    <a:pt x="9556532" y="529089"/>
                  </a:lnTo>
                  <a:lnTo>
                    <a:pt x="9496402" y="546798"/>
                  </a:lnTo>
                  <a:lnTo>
                    <a:pt x="9439944" y="566327"/>
                  </a:lnTo>
                  <a:lnTo>
                    <a:pt x="9386425" y="587800"/>
                  </a:lnTo>
                  <a:lnTo>
                    <a:pt x="9347647" y="605293"/>
                  </a:lnTo>
                  <a:lnTo>
                    <a:pt x="9292275" y="633166"/>
                  </a:lnTo>
                  <a:lnTo>
                    <a:pt x="9238514" y="663557"/>
                  </a:lnTo>
                  <a:lnTo>
                    <a:pt x="9185825" y="696508"/>
                  </a:lnTo>
                  <a:lnTo>
                    <a:pt x="9133798" y="732002"/>
                  </a:lnTo>
                  <a:lnTo>
                    <a:pt x="9082127" y="769944"/>
                  </a:lnTo>
                  <a:lnTo>
                    <a:pt x="9030596" y="810163"/>
                  </a:lnTo>
                  <a:lnTo>
                    <a:pt x="8979067" y="852406"/>
                  </a:lnTo>
                  <a:lnTo>
                    <a:pt x="8927464" y="896342"/>
                  </a:lnTo>
                  <a:lnTo>
                    <a:pt x="8875766" y="941571"/>
                  </a:lnTo>
                  <a:lnTo>
                    <a:pt x="8823990" y="987640"/>
                  </a:lnTo>
                  <a:lnTo>
                    <a:pt x="8772178" y="1034055"/>
                  </a:lnTo>
                  <a:lnTo>
                    <a:pt x="8720382" y="1080308"/>
                  </a:lnTo>
                  <a:lnTo>
                    <a:pt x="8668652" y="1125899"/>
                  </a:lnTo>
                  <a:lnTo>
                    <a:pt x="8617015" y="1170356"/>
                  </a:lnTo>
                  <a:lnTo>
                    <a:pt x="8565465" y="1213258"/>
                  </a:lnTo>
                  <a:lnTo>
                    <a:pt x="8513947" y="1254248"/>
                  </a:lnTo>
                  <a:lnTo>
                    <a:pt x="8462347" y="1293045"/>
                  </a:lnTo>
                  <a:lnTo>
                    <a:pt x="8410480" y="1329446"/>
                  </a:lnTo>
                  <a:lnTo>
                    <a:pt x="8358075" y="1363331"/>
                  </a:lnTo>
                  <a:lnTo>
                    <a:pt x="8304760" y="1394653"/>
                  </a:lnTo>
                  <a:lnTo>
                    <a:pt x="8250047" y="1423435"/>
                  </a:lnTo>
                  <a:lnTo>
                    <a:pt x="8229629" y="1433313"/>
                  </a:lnTo>
                  <a:lnTo>
                    <a:pt x="8177887" y="1456287"/>
                  </a:lnTo>
                  <a:lnTo>
                    <a:pt x="8123708" y="1477272"/>
                  </a:lnTo>
                  <a:lnTo>
                    <a:pt x="8066414" y="1496339"/>
                  </a:lnTo>
                  <a:lnTo>
                    <a:pt x="8005261" y="1513623"/>
                  </a:lnTo>
                  <a:lnTo>
                    <a:pt x="7939475" y="1529288"/>
                  </a:lnTo>
                  <a:lnTo>
                    <a:pt x="7868300" y="1543501"/>
                  </a:lnTo>
                  <a:lnTo>
                    <a:pt x="7791045" y="1556420"/>
                  </a:lnTo>
                  <a:lnTo>
                    <a:pt x="7707150" y="1568184"/>
                  </a:lnTo>
                  <a:lnTo>
                    <a:pt x="7616282" y="1578909"/>
                  </a:lnTo>
                  <a:lnTo>
                    <a:pt x="7518445" y="1588682"/>
                  </a:lnTo>
                  <a:lnTo>
                    <a:pt x="7414120" y="1597567"/>
                  </a:lnTo>
                  <a:lnTo>
                    <a:pt x="7304411" y="1605596"/>
                  </a:lnTo>
                  <a:lnTo>
                    <a:pt x="7191166" y="1612780"/>
                  </a:lnTo>
                  <a:lnTo>
                    <a:pt x="7077039" y="1619109"/>
                  </a:lnTo>
                  <a:lnTo>
                    <a:pt x="6965423" y="1624567"/>
                  </a:lnTo>
                  <a:lnTo>
                    <a:pt x="6860230" y="1629138"/>
                  </a:lnTo>
                  <a:lnTo>
                    <a:pt x="6765468" y="1632822"/>
                  </a:lnTo>
                  <a:lnTo>
                    <a:pt x="6684697" y="1635650"/>
                  </a:lnTo>
                  <a:lnTo>
                    <a:pt x="6620445" y="1637685"/>
                  </a:lnTo>
                  <a:lnTo>
                    <a:pt x="6573731" y="1639030"/>
                  </a:lnTo>
                  <a:lnTo>
                    <a:pt x="6543818" y="1639815"/>
                  </a:lnTo>
                  <a:lnTo>
                    <a:pt x="6528216" y="1640190"/>
                  </a:lnTo>
                  <a:lnTo>
                    <a:pt x="6522872" y="1640308"/>
                  </a:lnTo>
                  <a:lnTo>
                    <a:pt x="6522385" y="1640318"/>
                  </a:lnTo>
                  <a:lnTo>
                    <a:pt x="5527445" y="1640318"/>
                  </a:lnTo>
                  <a:lnTo>
                    <a:pt x="5526330" y="1640287"/>
                  </a:lnTo>
                  <a:lnTo>
                    <a:pt x="5518966" y="1640068"/>
                  </a:lnTo>
                  <a:lnTo>
                    <a:pt x="5500296" y="1639463"/>
                  </a:lnTo>
                  <a:lnTo>
                    <a:pt x="5466650" y="1638271"/>
                  </a:lnTo>
                  <a:lnTo>
                    <a:pt x="5415957" y="1636301"/>
                  </a:lnTo>
                  <a:lnTo>
                    <a:pt x="5347904" y="1633388"/>
                  </a:lnTo>
                  <a:lnTo>
                    <a:pt x="5263882" y="1629411"/>
                  </a:lnTo>
                  <a:lnTo>
                    <a:pt x="5166679" y="1624296"/>
                  </a:lnTo>
                  <a:lnTo>
                    <a:pt x="5059980" y="1618013"/>
                  </a:lnTo>
                  <a:lnTo>
                    <a:pt x="4947786" y="1610568"/>
                  </a:lnTo>
                  <a:lnTo>
                    <a:pt x="4833889" y="1601983"/>
                  </a:lnTo>
                  <a:lnTo>
                    <a:pt x="4721512" y="1592281"/>
                  </a:lnTo>
                  <a:lnTo>
                    <a:pt x="4613113" y="1581467"/>
                  </a:lnTo>
                  <a:lnTo>
                    <a:pt x="4510361" y="1569524"/>
                  </a:lnTo>
                  <a:lnTo>
                    <a:pt x="4414209" y="1556398"/>
                  </a:lnTo>
                  <a:lnTo>
                    <a:pt x="4325023" y="1542002"/>
                  </a:lnTo>
                  <a:lnTo>
                    <a:pt x="4242729" y="1526212"/>
                  </a:lnTo>
                  <a:lnTo>
                    <a:pt x="4166942" y="1508871"/>
                  </a:lnTo>
                  <a:lnTo>
                    <a:pt x="4097075" y="1489791"/>
                  </a:lnTo>
                  <a:lnTo>
                    <a:pt x="4032425" y="1468761"/>
                  </a:lnTo>
                  <a:lnTo>
                    <a:pt x="3972232" y="1445561"/>
                  </a:lnTo>
                  <a:lnTo>
                    <a:pt x="3915735" y="1419981"/>
                  </a:lnTo>
                  <a:lnTo>
                    <a:pt x="3862203" y="1391856"/>
                  </a:lnTo>
                  <a:lnTo>
                    <a:pt x="3820202" y="1366932"/>
                  </a:lnTo>
                  <a:lnTo>
                    <a:pt x="3767926" y="1332299"/>
                  </a:lnTo>
                  <a:lnTo>
                    <a:pt x="3717114" y="1294714"/>
                  </a:lnTo>
                  <a:lnTo>
                    <a:pt x="3667303" y="1254122"/>
                  </a:lnTo>
                  <a:lnTo>
                    <a:pt x="3618135" y="1210532"/>
                  </a:lnTo>
                  <a:lnTo>
                    <a:pt x="3569337" y="1164032"/>
                  </a:lnTo>
                  <a:lnTo>
                    <a:pt x="3520711" y="1114790"/>
                  </a:lnTo>
                  <a:lnTo>
                    <a:pt x="3472120" y="1063057"/>
                  </a:lnTo>
                  <a:lnTo>
                    <a:pt x="3423484" y="1009169"/>
                  </a:lnTo>
                  <a:lnTo>
                    <a:pt x="3374766" y="953538"/>
                  </a:lnTo>
                  <a:lnTo>
                    <a:pt x="3325968" y="896640"/>
                  </a:lnTo>
                  <a:lnTo>
                    <a:pt x="3277113" y="839003"/>
                  </a:lnTo>
                  <a:lnTo>
                    <a:pt x="3228245" y="781182"/>
                  </a:lnTo>
                  <a:lnTo>
                    <a:pt x="3179406" y="723740"/>
                  </a:lnTo>
                  <a:lnTo>
                    <a:pt x="3130633" y="667226"/>
                  </a:lnTo>
                  <a:lnTo>
                    <a:pt x="3081946" y="612151"/>
                  </a:lnTo>
                  <a:lnTo>
                    <a:pt x="3033332" y="558971"/>
                  </a:lnTo>
                  <a:lnTo>
                    <a:pt x="2984740" y="508072"/>
                  </a:lnTo>
                  <a:lnTo>
                    <a:pt x="2936073" y="459761"/>
                  </a:lnTo>
                  <a:lnTo>
                    <a:pt x="2887172" y="414260"/>
                  </a:lnTo>
                  <a:lnTo>
                    <a:pt x="2837815" y="371709"/>
                  </a:lnTo>
                  <a:lnTo>
                    <a:pt x="2787701" y="332167"/>
                  </a:lnTo>
                  <a:lnTo>
                    <a:pt x="2736437" y="295621"/>
                  </a:lnTo>
                  <a:lnTo>
                    <a:pt x="2702183" y="273386"/>
                  </a:lnTo>
                  <a:lnTo>
                    <a:pt x="2650582" y="243123"/>
                  </a:lnTo>
                  <a:lnTo>
                    <a:pt x="2596560" y="215472"/>
                  </a:lnTo>
                  <a:lnTo>
                    <a:pt x="2539443" y="190342"/>
                  </a:lnTo>
                  <a:lnTo>
                    <a:pt x="2478493" y="167555"/>
                  </a:lnTo>
                  <a:lnTo>
                    <a:pt x="2412944" y="146898"/>
                  </a:lnTo>
                  <a:lnTo>
                    <a:pt x="2342044" y="128151"/>
                  </a:lnTo>
                  <a:lnTo>
                    <a:pt x="2265107" y="111107"/>
                  </a:lnTo>
                  <a:lnTo>
                    <a:pt x="2181574" y="95583"/>
                  </a:lnTo>
                  <a:lnTo>
                    <a:pt x="2091109" y="81428"/>
                  </a:lnTo>
                  <a:lnTo>
                    <a:pt x="1993707" y="68523"/>
                  </a:lnTo>
                  <a:lnTo>
                    <a:pt x="1889831" y="56789"/>
                  </a:lnTo>
                  <a:lnTo>
                    <a:pt x="1780557" y="46179"/>
                  </a:lnTo>
                  <a:lnTo>
                    <a:pt x="1667695" y="36680"/>
                  </a:lnTo>
                  <a:lnTo>
                    <a:pt x="1553849" y="28302"/>
                  </a:lnTo>
                  <a:lnTo>
                    <a:pt x="1442364" y="21068"/>
                  </a:lnTo>
                  <a:lnTo>
                    <a:pt x="1337105" y="14999"/>
                  </a:lnTo>
                  <a:lnTo>
                    <a:pt x="1242055" y="10095"/>
                  </a:lnTo>
                  <a:lnTo>
                    <a:pt x="1160780" y="6320"/>
                  </a:lnTo>
                  <a:lnTo>
                    <a:pt x="1095846" y="3590"/>
                  </a:lnTo>
                  <a:lnTo>
                    <a:pt x="1048346" y="1775"/>
                  </a:lnTo>
                  <a:lnTo>
                    <a:pt x="1017643" y="705"/>
                  </a:lnTo>
                  <a:lnTo>
                    <a:pt x="1001359" y="186"/>
                  </a:lnTo>
                  <a:lnTo>
                    <a:pt x="995554" y="1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9" name="pg878"/>
            <p:cNvSpPr/>
            <p:nvPr/>
          </p:nvSpPr>
          <p:spPr>
            <a:xfrm>
              <a:off x="1199187" y="1970313"/>
              <a:ext cx="12049831" cy="2185344"/>
            </a:xfrm>
            <a:custGeom>
              <a:avLst/>
              <a:pathLst>
                <a:path w="12049831" h="2185344">
                  <a:moveTo>
                    <a:pt x="0" y="2185344"/>
                  </a:moveTo>
                  <a:lnTo>
                    <a:pt x="994940" y="2185344"/>
                  </a:lnTo>
                  <a:lnTo>
                    <a:pt x="996062" y="2185318"/>
                  </a:lnTo>
                  <a:lnTo>
                    <a:pt x="1003468" y="2185137"/>
                  </a:lnTo>
                  <a:lnTo>
                    <a:pt x="1022244" y="2184635"/>
                  </a:lnTo>
                  <a:lnTo>
                    <a:pt x="1056074" y="2183647"/>
                  </a:lnTo>
                  <a:lnTo>
                    <a:pt x="1107028" y="2182013"/>
                  </a:lnTo>
                  <a:lnTo>
                    <a:pt x="1175405" y="2179598"/>
                  </a:lnTo>
                  <a:lnTo>
                    <a:pt x="1259790" y="2176301"/>
                  </a:lnTo>
                  <a:lnTo>
                    <a:pt x="1357361" y="2172061"/>
                  </a:lnTo>
                  <a:lnTo>
                    <a:pt x="1464401" y="2166856"/>
                  </a:lnTo>
                  <a:lnTo>
                    <a:pt x="1576888" y="2160688"/>
                  </a:lnTo>
                  <a:lnTo>
                    <a:pt x="1691012" y="2153578"/>
                  </a:lnTo>
                  <a:lnTo>
                    <a:pt x="1803548" y="2145543"/>
                  </a:lnTo>
                  <a:lnTo>
                    <a:pt x="1912039" y="2136589"/>
                  </a:lnTo>
                  <a:lnTo>
                    <a:pt x="2014828" y="2126698"/>
                  </a:lnTo>
                  <a:lnTo>
                    <a:pt x="2110973" y="2115827"/>
                  </a:lnTo>
                  <a:lnTo>
                    <a:pt x="2200119" y="2103903"/>
                  </a:lnTo>
                  <a:lnTo>
                    <a:pt x="2282355" y="2090821"/>
                  </a:lnTo>
                  <a:lnTo>
                    <a:pt x="2358074" y="2076451"/>
                  </a:lnTo>
                  <a:lnTo>
                    <a:pt x="2427875" y="2060635"/>
                  </a:lnTo>
                  <a:lnTo>
                    <a:pt x="2492466" y="2043199"/>
                  </a:lnTo>
                  <a:lnTo>
                    <a:pt x="2552611" y="2023959"/>
                  </a:lnTo>
                  <a:lnTo>
                    <a:pt x="2609079" y="2002743"/>
                  </a:lnTo>
                  <a:lnTo>
                    <a:pt x="2662600" y="1979416"/>
                  </a:lnTo>
                  <a:lnTo>
                    <a:pt x="2702183" y="1959997"/>
                  </a:lnTo>
                  <a:lnTo>
                    <a:pt x="2756698" y="1930152"/>
                  </a:lnTo>
                  <a:lnTo>
                    <a:pt x="2809642" y="1897655"/>
                  </a:lnTo>
                  <a:lnTo>
                    <a:pt x="2861534" y="1862456"/>
                  </a:lnTo>
                  <a:lnTo>
                    <a:pt x="2912768" y="1824574"/>
                  </a:lnTo>
                  <a:lnTo>
                    <a:pt x="2963643" y="1784101"/>
                  </a:lnTo>
                  <a:lnTo>
                    <a:pt x="3014367" y="1741209"/>
                  </a:lnTo>
                  <a:lnTo>
                    <a:pt x="3065081" y="1696155"/>
                  </a:lnTo>
                  <a:lnTo>
                    <a:pt x="3115860" y="1649272"/>
                  </a:lnTo>
                  <a:lnTo>
                    <a:pt x="3166732" y="1600967"/>
                  </a:lnTo>
                  <a:lnTo>
                    <a:pt x="3217683" y="1551708"/>
                  </a:lnTo>
                  <a:lnTo>
                    <a:pt x="3268677" y="1501999"/>
                  </a:lnTo>
                  <a:lnTo>
                    <a:pt x="3319664" y="1452368"/>
                  </a:lnTo>
                  <a:lnTo>
                    <a:pt x="3370595" y="1403337"/>
                  </a:lnTo>
                  <a:lnTo>
                    <a:pt x="3421439" y="1355404"/>
                  </a:lnTo>
                  <a:lnTo>
                    <a:pt x="3472194" y="1309019"/>
                  </a:lnTo>
                  <a:lnTo>
                    <a:pt x="3522901" y="1264568"/>
                  </a:lnTo>
                  <a:lnTo>
                    <a:pt x="3573652" y="1222363"/>
                  </a:lnTo>
                  <a:lnTo>
                    <a:pt x="3624607" y="1182637"/>
                  </a:lnTo>
                  <a:lnTo>
                    <a:pt x="3675999" y="1145536"/>
                  </a:lnTo>
                  <a:lnTo>
                    <a:pt x="3728153" y="1111132"/>
                  </a:lnTo>
                  <a:lnTo>
                    <a:pt x="3781499" y="1079421"/>
                  </a:lnTo>
                  <a:lnTo>
                    <a:pt x="3820202" y="1058608"/>
                  </a:lnTo>
                  <a:lnTo>
                    <a:pt x="3871909" y="1033614"/>
                  </a:lnTo>
                  <a:lnTo>
                    <a:pt x="3926048" y="1010783"/>
                  </a:lnTo>
                  <a:lnTo>
                    <a:pt x="3983298" y="990037"/>
                  </a:lnTo>
                  <a:lnTo>
                    <a:pt x="4044400" y="971229"/>
                  </a:lnTo>
                  <a:lnTo>
                    <a:pt x="4110127" y="954183"/>
                  </a:lnTo>
                  <a:lnTo>
                    <a:pt x="4181233" y="938715"/>
                  </a:lnTo>
                  <a:lnTo>
                    <a:pt x="4258409" y="924655"/>
                  </a:lnTo>
                  <a:lnTo>
                    <a:pt x="4342213" y="911851"/>
                  </a:lnTo>
                  <a:lnTo>
                    <a:pt x="4432980" y="900178"/>
                  </a:lnTo>
                  <a:lnTo>
                    <a:pt x="4530709" y="889539"/>
                  </a:lnTo>
                  <a:lnTo>
                    <a:pt x="4634921" y="879867"/>
                  </a:lnTo>
                  <a:lnTo>
                    <a:pt x="4744521" y="871125"/>
                  </a:lnTo>
                  <a:lnTo>
                    <a:pt x="4857671" y="863303"/>
                  </a:lnTo>
                  <a:lnTo>
                    <a:pt x="4971729" y="856408"/>
                  </a:lnTo>
                  <a:lnTo>
                    <a:pt x="5083312" y="850462"/>
                  </a:lnTo>
                  <a:lnTo>
                    <a:pt x="5188523" y="845479"/>
                  </a:lnTo>
                  <a:lnTo>
                    <a:pt x="5283358" y="841460"/>
                  </a:lnTo>
                  <a:lnTo>
                    <a:pt x="5364255" y="838374"/>
                  </a:lnTo>
                  <a:lnTo>
                    <a:pt x="5428679" y="836150"/>
                  </a:lnTo>
                  <a:lnTo>
                    <a:pt x="5475589" y="834678"/>
                  </a:lnTo>
                  <a:lnTo>
                    <a:pt x="5505700" y="833816"/>
                  </a:lnTo>
                  <a:lnTo>
                    <a:pt x="5521471" y="833403"/>
                  </a:lnTo>
                  <a:lnTo>
                    <a:pt x="5526928" y="833272"/>
                  </a:lnTo>
                  <a:lnTo>
                    <a:pt x="5527445" y="833260"/>
                  </a:lnTo>
                  <a:lnTo>
                    <a:pt x="6522385" y="833260"/>
                  </a:lnTo>
                  <a:lnTo>
                    <a:pt x="6523516" y="833245"/>
                  </a:lnTo>
                  <a:lnTo>
                    <a:pt x="6530981" y="833132"/>
                  </a:lnTo>
                  <a:lnTo>
                    <a:pt x="6549899" y="832823"/>
                  </a:lnTo>
                  <a:lnTo>
                    <a:pt x="6583975" y="832212"/>
                  </a:lnTo>
                  <a:lnTo>
                    <a:pt x="6635280" y="831204"/>
                  </a:lnTo>
                  <a:lnTo>
                    <a:pt x="6704093" y="829713"/>
                  </a:lnTo>
                  <a:lnTo>
                    <a:pt x="6788964" y="827679"/>
                  </a:lnTo>
                  <a:lnTo>
                    <a:pt x="6887027" y="825064"/>
                  </a:lnTo>
                  <a:lnTo>
                    <a:pt x="6994526" y="821853"/>
                  </a:lnTo>
                  <a:lnTo>
                    <a:pt x="7107402" y="818051"/>
                  </a:lnTo>
                  <a:lnTo>
                    <a:pt x="7221829" y="813669"/>
                  </a:lnTo>
                  <a:lnTo>
                    <a:pt x="7334574" y="808718"/>
                  </a:lnTo>
                  <a:lnTo>
                    <a:pt x="7443188" y="803200"/>
                  </a:lnTo>
                  <a:lnTo>
                    <a:pt x="7546024" y="797105"/>
                  </a:lnTo>
                  <a:lnTo>
                    <a:pt x="7642157" y="790406"/>
                  </a:lnTo>
                  <a:lnTo>
                    <a:pt x="7731250" y="783055"/>
                  </a:lnTo>
                  <a:lnTo>
                    <a:pt x="7813406" y="774989"/>
                  </a:lnTo>
                  <a:lnTo>
                    <a:pt x="7889036" y="766126"/>
                  </a:lnTo>
                  <a:lnTo>
                    <a:pt x="7958746" y="756367"/>
                  </a:lnTo>
                  <a:lnTo>
                    <a:pt x="8023258" y="745604"/>
                  </a:lnTo>
                  <a:lnTo>
                    <a:pt x="8083342" y="733726"/>
                  </a:lnTo>
                  <a:lnTo>
                    <a:pt x="8139771" y="720625"/>
                  </a:lnTo>
                  <a:lnTo>
                    <a:pt x="8193280" y="706221"/>
                  </a:lnTo>
                  <a:lnTo>
                    <a:pt x="8229629" y="695257"/>
                  </a:lnTo>
                  <a:lnTo>
                    <a:pt x="8288066" y="675579"/>
                  </a:lnTo>
                  <a:lnTo>
                    <a:pt x="8344742" y="654026"/>
                  </a:lnTo>
                  <a:lnTo>
                    <a:pt x="8400277" y="630567"/>
                  </a:lnTo>
                  <a:lnTo>
                    <a:pt x="8455139" y="605226"/>
                  </a:lnTo>
                  <a:lnTo>
                    <a:pt x="8509666" y="578087"/>
                  </a:lnTo>
                  <a:lnTo>
                    <a:pt x="8564086" y="549303"/>
                  </a:lnTo>
                  <a:lnTo>
                    <a:pt x="8618540" y="519090"/>
                  </a:lnTo>
                  <a:lnTo>
                    <a:pt x="8673091" y="487730"/>
                  </a:lnTo>
                  <a:lnTo>
                    <a:pt x="8727744" y="455556"/>
                  </a:lnTo>
                  <a:lnTo>
                    <a:pt x="8782462" y="422941"/>
                  </a:lnTo>
                  <a:lnTo>
                    <a:pt x="8837188" y="390281"/>
                  </a:lnTo>
                  <a:lnTo>
                    <a:pt x="8891860" y="357973"/>
                  </a:lnTo>
                  <a:lnTo>
                    <a:pt x="8946435" y="326398"/>
                  </a:lnTo>
                  <a:lnTo>
                    <a:pt x="9000908" y="295900"/>
                  </a:lnTo>
                  <a:lnTo>
                    <a:pt x="9055327" y="266772"/>
                  </a:lnTo>
                  <a:lnTo>
                    <a:pt x="9109812" y="239247"/>
                  </a:lnTo>
                  <a:lnTo>
                    <a:pt x="9164573" y="213490"/>
                  </a:lnTo>
                  <a:lnTo>
                    <a:pt x="9219921" y="189602"/>
                  </a:lnTo>
                  <a:lnTo>
                    <a:pt x="9276291" y="167620"/>
                  </a:lnTo>
                  <a:lnTo>
                    <a:pt x="9334267" y="147524"/>
                  </a:lnTo>
                  <a:lnTo>
                    <a:pt x="9347647" y="143243"/>
                  </a:lnTo>
                  <a:lnTo>
                    <a:pt x="9399497" y="127898"/>
                  </a:lnTo>
                  <a:lnTo>
                    <a:pt x="9453794" y="113884"/>
                  </a:lnTo>
                  <a:lnTo>
                    <a:pt x="9511221" y="101153"/>
                  </a:lnTo>
                  <a:lnTo>
                    <a:pt x="9572528" y="89615"/>
                  </a:lnTo>
                  <a:lnTo>
                    <a:pt x="9638493" y="79160"/>
                  </a:lnTo>
                  <a:lnTo>
                    <a:pt x="9709876" y="69675"/>
                  </a:lnTo>
                  <a:lnTo>
                    <a:pt x="9787372" y="61056"/>
                  </a:lnTo>
                  <a:lnTo>
                    <a:pt x="9871541" y="53208"/>
                  </a:lnTo>
                  <a:lnTo>
                    <a:pt x="9962714" y="46056"/>
                  </a:lnTo>
                  <a:lnTo>
                    <a:pt x="10060880" y="39538"/>
                  </a:lnTo>
                  <a:lnTo>
                    <a:pt x="10165544" y="33616"/>
                  </a:lnTo>
                  <a:lnTo>
                    <a:pt x="10275581" y="28265"/>
                  </a:lnTo>
                  <a:lnTo>
                    <a:pt x="10389113" y="23481"/>
                  </a:lnTo>
                  <a:lnTo>
                    <a:pt x="10503450" y="19268"/>
                  </a:lnTo>
                  <a:lnTo>
                    <a:pt x="10615159" y="15639"/>
                  </a:lnTo>
                  <a:lnTo>
                    <a:pt x="10720298" y="12605"/>
                  </a:lnTo>
                  <a:lnTo>
                    <a:pt x="10814836" y="10163"/>
                  </a:lnTo>
                  <a:lnTo>
                    <a:pt x="10895220" y="8294"/>
                  </a:lnTo>
                  <a:lnTo>
                    <a:pt x="10958952" y="6953"/>
                  </a:lnTo>
                  <a:lnTo>
                    <a:pt x="11005071" y="6071"/>
                  </a:lnTo>
                  <a:lnTo>
                    <a:pt x="11034389" y="5560"/>
                  </a:lnTo>
                  <a:lnTo>
                    <a:pt x="11049481" y="5319"/>
                  </a:lnTo>
                  <a:lnTo>
                    <a:pt x="11054488" y="524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0" y="15"/>
                  </a:lnTo>
                  <a:lnTo>
                    <a:pt x="11046296" y="127"/>
                  </a:lnTo>
                  <a:lnTo>
                    <a:pt x="11027378" y="437"/>
                  </a:lnTo>
                  <a:lnTo>
                    <a:pt x="10993301" y="1047"/>
                  </a:lnTo>
                  <a:lnTo>
                    <a:pt x="10941997" y="2056"/>
                  </a:lnTo>
                  <a:lnTo>
                    <a:pt x="10873183" y="3547"/>
                  </a:lnTo>
                  <a:lnTo>
                    <a:pt x="10788313" y="5581"/>
                  </a:lnTo>
                  <a:lnTo>
                    <a:pt x="10690249" y="8196"/>
                  </a:lnTo>
                  <a:lnTo>
                    <a:pt x="10582751" y="11406"/>
                  </a:lnTo>
                  <a:lnTo>
                    <a:pt x="10469874" y="15208"/>
                  </a:lnTo>
                  <a:lnTo>
                    <a:pt x="10355448" y="19591"/>
                  </a:lnTo>
                  <a:lnTo>
                    <a:pt x="10242702" y="24542"/>
                  </a:lnTo>
                  <a:lnTo>
                    <a:pt x="10134088" y="30060"/>
                  </a:lnTo>
                  <a:lnTo>
                    <a:pt x="10031253" y="36154"/>
                  </a:lnTo>
                  <a:lnTo>
                    <a:pt x="9935120" y="42854"/>
                  </a:lnTo>
                  <a:lnTo>
                    <a:pt x="9846027" y="50204"/>
                  </a:lnTo>
                  <a:lnTo>
                    <a:pt x="9763870" y="58270"/>
                  </a:lnTo>
                  <a:lnTo>
                    <a:pt x="9688241" y="67134"/>
                  </a:lnTo>
                  <a:lnTo>
                    <a:pt x="9618531" y="76893"/>
                  </a:lnTo>
                  <a:lnTo>
                    <a:pt x="9554019" y="87655"/>
                  </a:lnTo>
                  <a:lnTo>
                    <a:pt x="9493934" y="99534"/>
                  </a:lnTo>
                  <a:lnTo>
                    <a:pt x="9437505" y="112635"/>
                  </a:lnTo>
                  <a:lnTo>
                    <a:pt x="9383996" y="127039"/>
                  </a:lnTo>
                  <a:lnTo>
                    <a:pt x="9347647" y="138003"/>
                  </a:lnTo>
                  <a:lnTo>
                    <a:pt x="9289210" y="157681"/>
                  </a:lnTo>
                  <a:lnTo>
                    <a:pt x="9232535" y="179234"/>
                  </a:lnTo>
                  <a:lnTo>
                    <a:pt x="9176999" y="202693"/>
                  </a:lnTo>
                  <a:lnTo>
                    <a:pt x="9122137" y="228034"/>
                  </a:lnTo>
                  <a:lnTo>
                    <a:pt x="9067611" y="255173"/>
                  </a:lnTo>
                  <a:lnTo>
                    <a:pt x="9013190" y="283957"/>
                  </a:lnTo>
                  <a:lnTo>
                    <a:pt x="8958737" y="314170"/>
                  </a:lnTo>
                  <a:lnTo>
                    <a:pt x="8904186" y="345530"/>
                  </a:lnTo>
                  <a:lnTo>
                    <a:pt x="8849533" y="377704"/>
                  </a:lnTo>
                  <a:lnTo>
                    <a:pt x="8794814" y="410319"/>
                  </a:lnTo>
                  <a:lnTo>
                    <a:pt x="8740088" y="442979"/>
                  </a:lnTo>
                  <a:lnTo>
                    <a:pt x="8685416" y="475287"/>
                  </a:lnTo>
                  <a:lnTo>
                    <a:pt x="8630841" y="506861"/>
                  </a:lnTo>
                  <a:lnTo>
                    <a:pt x="8576369" y="537359"/>
                  </a:lnTo>
                  <a:lnTo>
                    <a:pt x="8521950" y="566488"/>
                  </a:lnTo>
                  <a:lnTo>
                    <a:pt x="8467464" y="594013"/>
                  </a:lnTo>
                  <a:lnTo>
                    <a:pt x="8412703" y="619770"/>
                  </a:lnTo>
                  <a:lnTo>
                    <a:pt x="8357355" y="643658"/>
                  </a:lnTo>
                  <a:lnTo>
                    <a:pt x="8300985" y="665640"/>
                  </a:lnTo>
                  <a:lnTo>
                    <a:pt x="8243010" y="685736"/>
                  </a:lnTo>
                  <a:lnTo>
                    <a:pt x="8229629" y="690016"/>
                  </a:lnTo>
                  <a:lnTo>
                    <a:pt x="8177780" y="705362"/>
                  </a:lnTo>
                  <a:lnTo>
                    <a:pt x="8123483" y="719376"/>
                  </a:lnTo>
                  <a:lnTo>
                    <a:pt x="8066056" y="732107"/>
                  </a:lnTo>
                  <a:lnTo>
                    <a:pt x="8004748" y="743645"/>
                  </a:lnTo>
                  <a:lnTo>
                    <a:pt x="7938784" y="754100"/>
                  </a:lnTo>
                  <a:lnTo>
                    <a:pt x="7867401" y="763585"/>
                  </a:lnTo>
                  <a:lnTo>
                    <a:pt x="7789905" y="772204"/>
                  </a:lnTo>
                  <a:lnTo>
                    <a:pt x="7705736" y="780051"/>
                  </a:lnTo>
                  <a:lnTo>
                    <a:pt x="7614563" y="787204"/>
                  </a:lnTo>
                  <a:lnTo>
                    <a:pt x="7516397" y="793722"/>
                  </a:lnTo>
                  <a:lnTo>
                    <a:pt x="7411733" y="799644"/>
                  </a:lnTo>
                  <a:lnTo>
                    <a:pt x="7301695" y="804995"/>
                  </a:lnTo>
                  <a:lnTo>
                    <a:pt x="7188163" y="809779"/>
                  </a:lnTo>
                  <a:lnTo>
                    <a:pt x="7073826" y="813992"/>
                  </a:lnTo>
                  <a:lnTo>
                    <a:pt x="6962117" y="817620"/>
                  </a:lnTo>
                  <a:lnTo>
                    <a:pt x="6856979" y="820655"/>
                  </a:lnTo>
                  <a:lnTo>
                    <a:pt x="6762440" y="823097"/>
                  </a:lnTo>
                  <a:lnTo>
                    <a:pt x="6682057" y="824966"/>
                  </a:lnTo>
                  <a:lnTo>
                    <a:pt x="6618325" y="826307"/>
                  </a:lnTo>
                  <a:lnTo>
                    <a:pt x="6572206" y="827189"/>
                  </a:lnTo>
                  <a:lnTo>
                    <a:pt x="6542888" y="827700"/>
                  </a:lnTo>
                  <a:lnTo>
                    <a:pt x="6527796" y="827941"/>
                  </a:lnTo>
                  <a:lnTo>
                    <a:pt x="6522789" y="828014"/>
                  </a:lnTo>
                  <a:lnTo>
                    <a:pt x="6522385" y="828020"/>
                  </a:lnTo>
                  <a:lnTo>
                    <a:pt x="5527445" y="828020"/>
                  </a:lnTo>
                  <a:lnTo>
                    <a:pt x="5526323" y="828045"/>
                  </a:lnTo>
                  <a:lnTo>
                    <a:pt x="5518917" y="828227"/>
                  </a:lnTo>
                  <a:lnTo>
                    <a:pt x="5500141" y="828728"/>
                  </a:lnTo>
                  <a:lnTo>
                    <a:pt x="5466311" y="829717"/>
                  </a:lnTo>
                  <a:lnTo>
                    <a:pt x="5415357" y="831351"/>
                  </a:lnTo>
                  <a:lnTo>
                    <a:pt x="5346980" y="833766"/>
                  </a:lnTo>
                  <a:lnTo>
                    <a:pt x="5262595" y="837063"/>
                  </a:lnTo>
                  <a:lnTo>
                    <a:pt x="5165024" y="841302"/>
                  </a:lnTo>
                  <a:lnTo>
                    <a:pt x="5057984" y="846508"/>
                  </a:lnTo>
                  <a:lnTo>
                    <a:pt x="4945497" y="852675"/>
                  </a:lnTo>
                  <a:lnTo>
                    <a:pt x="4831373" y="859785"/>
                  </a:lnTo>
                  <a:lnTo>
                    <a:pt x="4718837" y="867820"/>
                  </a:lnTo>
                  <a:lnTo>
                    <a:pt x="4610346" y="876775"/>
                  </a:lnTo>
                  <a:lnTo>
                    <a:pt x="4507557" y="886666"/>
                  </a:lnTo>
                  <a:lnTo>
                    <a:pt x="4411412" y="897536"/>
                  </a:lnTo>
                  <a:lnTo>
                    <a:pt x="4322266" y="909461"/>
                  </a:lnTo>
                  <a:lnTo>
                    <a:pt x="4240030" y="922542"/>
                  </a:lnTo>
                  <a:lnTo>
                    <a:pt x="4164310" y="936913"/>
                  </a:lnTo>
                  <a:lnTo>
                    <a:pt x="4094510" y="952729"/>
                  </a:lnTo>
                  <a:lnTo>
                    <a:pt x="4029919" y="970165"/>
                  </a:lnTo>
                  <a:lnTo>
                    <a:pt x="3969774" y="989405"/>
                  </a:lnTo>
                  <a:lnTo>
                    <a:pt x="3913306" y="1010621"/>
                  </a:lnTo>
                  <a:lnTo>
                    <a:pt x="3859785" y="1033948"/>
                  </a:lnTo>
                  <a:lnTo>
                    <a:pt x="3820202" y="1053367"/>
                  </a:lnTo>
                  <a:lnTo>
                    <a:pt x="3765687" y="1083212"/>
                  </a:lnTo>
                  <a:lnTo>
                    <a:pt x="3712743" y="1115709"/>
                  </a:lnTo>
                  <a:lnTo>
                    <a:pt x="3660851" y="1150908"/>
                  </a:lnTo>
                  <a:lnTo>
                    <a:pt x="3609617" y="1188790"/>
                  </a:lnTo>
                  <a:lnTo>
                    <a:pt x="3558742" y="1229263"/>
                  </a:lnTo>
                  <a:lnTo>
                    <a:pt x="3508018" y="1272154"/>
                  </a:lnTo>
                  <a:lnTo>
                    <a:pt x="3457304" y="1317209"/>
                  </a:lnTo>
                  <a:lnTo>
                    <a:pt x="3406525" y="1364092"/>
                  </a:lnTo>
                  <a:lnTo>
                    <a:pt x="3355653" y="1412396"/>
                  </a:lnTo>
                  <a:lnTo>
                    <a:pt x="3304702" y="1461656"/>
                  </a:lnTo>
                  <a:lnTo>
                    <a:pt x="3253708" y="1511365"/>
                  </a:lnTo>
                  <a:lnTo>
                    <a:pt x="3202721" y="1560996"/>
                  </a:lnTo>
                  <a:lnTo>
                    <a:pt x="3151790" y="1610026"/>
                  </a:lnTo>
                  <a:lnTo>
                    <a:pt x="3100946" y="1657959"/>
                  </a:lnTo>
                  <a:lnTo>
                    <a:pt x="3050191" y="1704345"/>
                  </a:lnTo>
                  <a:lnTo>
                    <a:pt x="2999484" y="1748796"/>
                  </a:lnTo>
                  <a:lnTo>
                    <a:pt x="2948733" y="1791000"/>
                  </a:lnTo>
                  <a:lnTo>
                    <a:pt x="2897778" y="1830727"/>
                  </a:lnTo>
                  <a:lnTo>
                    <a:pt x="2846386" y="1867828"/>
                  </a:lnTo>
                  <a:lnTo>
                    <a:pt x="2794232" y="1902232"/>
                  </a:lnTo>
                  <a:lnTo>
                    <a:pt x="2740886" y="1933943"/>
                  </a:lnTo>
                  <a:lnTo>
                    <a:pt x="2702183" y="1954756"/>
                  </a:lnTo>
                  <a:lnTo>
                    <a:pt x="2650476" y="1979750"/>
                  </a:lnTo>
                  <a:lnTo>
                    <a:pt x="2596337" y="2002581"/>
                  </a:lnTo>
                  <a:lnTo>
                    <a:pt x="2539087" y="2023327"/>
                  </a:lnTo>
                  <a:lnTo>
                    <a:pt x="2477985" y="2042135"/>
                  </a:lnTo>
                  <a:lnTo>
                    <a:pt x="2412258" y="2059181"/>
                  </a:lnTo>
                  <a:lnTo>
                    <a:pt x="2341152" y="2074648"/>
                  </a:lnTo>
                  <a:lnTo>
                    <a:pt x="2263976" y="2088708"/>
                  </a:lnTo>
                  <a:lnTo>
                    <a:pt x="2180172" y="2101512"/>
                  </a:lnTo>
                  <a:lnTo>
                    <a:pt x="2089405" y="2113185"/>
                  </a:lnTo>
                  <a:lnTo>
                    <a:pt x="1991676" y="2123825"/>
                  </a:lnTo>
                  <a:lnTo>
                    <a:pt x="1887464" y="2133496"/>
                  </a:lnTo>
                  <a:lnTo>
                    <a:pt x="1777864" y="2142238"/>
                  </a:lnTo>
                  <a:lnTo>
                    <a:pt x="1664714" y="2150061"/>
                  </a:lnTo>
                  <a:lnTo>
                    <a:pt x="1550656" y="2156955"/>
                  </a:lnTo>
                  <a:lnTo>
                    <a:pt x="1439073" y="2162902"/>
                  </a:lnTo>
                  <a:lnTo>
                    <a:pt x="1333862" y="2167884"/>
                  </a:lnTo>
                  <a:lnTo>
                    <a:pt x="1239027" y="2171903"/>
                  </a:lnTo>
                  <a:lnTo>
                    <a:pt x="1158130" y="2174990"/>
                  </a:lnTo>
                  <a:lnTo>
                    <a:pt x="1093706" y="2177214"/>
                  </a:lnTo>
                  <a:lnTo>
                    <a:pt x="1046796" y="2178686"/>
                  </a:lnTo>
                  <a:lnTo>
                    <a:pt x="1016685" y="2179548"/>
                  </a:lnTo>
                  <a:lnTo>
                    <a:pt x="1000914" y="2179960"/>
                  </a:lnTo>
                  <a:lnTo>
                    <a:pt x="995457" y="2180092"/>
                  </a:lnTo>
                  <a:lnTo>
                    <a:pt x="994940" y="2180103"/>
                  </a:lnTo>
                  <a:lnTo>
                    <a:pt x="0" y="2180103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80" name="pl879"/>
            <p:cNvSpPr/>
            <p:nvPr/>
          </p:nvSpPr>
          <p:spPr>
            <a:xfrm>
              <a:off x="1199187" y="1975554"/>
              <a:ext cx="12049831" cy="2180103"/>
            </a:xfrm>
            <a:custGeom>
              <a:avLst/>
              <a:pathLst>
                <a:path w="12049831" h="2180103">
                  <a:moveTo>
                    <a:pt x="0" y="2180103"/>
                  </a:moveTo>
                  <a:lnTo>
                    <a:pt x="994940" y="2180103"/>
                  </a:lnTo>
                  <a:lnTo>
                    <a:pt x="996062" y="2180078"/>
                  </a:lnTo>
                  <a:lnTo>
                    <a:pt x="1003468" y="2179896"/>
                  </a:lnTo>
                  <a:lnTo>
                    <a:pt x="1022244" y="2179395"/>
                  </a:lnTo>
                  <a:lnTo>
                    <a:pt x="1056074" y="2178406"/>
                  </a:lnTo>
                  <a:lnTo>
                    <a:pt x="1107028" y="2176772"/>
                  </a:lnTo>
                  <a:lnTo>
                    <a:pt x="1175405" y="2174357"/>
                  </a:lnTo>
                  <a:lnTo>
                    <a:pt x="1259790" y="2171060"/>
                  </a:lnTo>
                  <a:lnTo>
                    <a:pt x="1357361" y="2166821"/>
                  </a:lnTo>
                  <a:lnTo>
                    <a:pt x="1464401" y="2161615"/>
                  </a:lnTo>
                  <a:lnTo>
                    <a:pt x="1576888" y="2155448"/>
                  </a:lnTo>
                  <a:lnTo>
                    <a:pt x="1691012" y="2148338"/>
                  </a:lnTo>
                  <a:lnTo>
                    <a:pt x="1803548" y="2140303"/>
                  </a:lnTo>
                  <a:lnTo>
                    <a:pt x="1912039" y="2131348"/>
                  </a:lnTo>
                  <a:lnTo>
                    <a:pt x="2014828" y="2121457"/>
                  </a:lnTo>
                  <a:lnTo>
                    <a:pt x="2110973" y="2110587"/>
                  </a:lnTo>
                  <a:lnTo>
                    <a:pt x="2200119" y="2098662"/>
                  </a:lnTo>
                  <a:lnTo>
                    <a:pt x="2282355" y="2085581"/>
                  </a:lnTo>
                  <a:lnTo>
                    <a:pt x="2358074" y="2071210"/>
                  </a:lnTo>
                  <a:lnTo>
                    <a:pt x="2427875" y="2055394"/>
                  </a:lnTo>
                  <a:lnTo>
                    <a:pt x="2492466" y="2037958"/>
                  </a:lnTo>
                  <a:lnTo>
                    <a:pt x="2552611" y="2018718"/>
                  </a:lnTo>
                  <a:lnTo>
                    <a:pt x="2609079" y="1997502"/>
                  </a:lnTo>
                  <a:lnTo>
                    <a:pt x="2662600" y="1974175"/>
                  </a:lnTo>
                  <a:lnTo>
                    <a:pt x="2702183" y="1954756"/>
                  </a:lnTo>
                  <a:lnTo>
                    <a:pt x="2756698" y="1924911"/>
                  </a:lnTo>
                  <a:lnTo>
                    <a:pt x="2809642" y="1892414"/>
                  </a:lnTo>
                  <a:lnTo>
                    <a:pt x="2861534" y="1857215"/>
                  </a:lnTo>
                  <a:lnTo>
                    <a:pt x="2912768" y="1819333"/>
                  </a:lnTo>
                  <a:lnTo>
                    <a:pt x="2963643" y="1778860"/>
                  </a:lnTo>
                  <a:lnTo>
                    <a:pt x="3014367" y="1735969"/>
                  </a:lnTo>
                  <a:lnTo>
                    <a:pt x="3065081" y="1690914"/>
                  </a:lnTo>
                  <a:lnTo>
                    <a:pt x="3115860" y="1644031"/>
                  </a:lnTo>
                  <a:lnTo>
                    <a:pt x="3166732" y="1595727"/>
                  </a:lnTo>
                  <a:lnTo>
                    <a:pt x="3217683" y="1546467"/>
                  </a:lnTo>
                  <a:lnTo>
                    <a:pt x="3268677" y="1496758"/>
                  </a:lnTo>
                  <a:lnTo>
                    <a:pt x="3319664" y="1447127"/>
                  </a:lnTo>
                  <a:lnTo>
                    <a:pt x="3370595" y="1398097"/>
                  </a:lnTo>
                  <a:lnTo>
                    <a:pt x="3421439" y="1350164"/>
                  </a:lnTo>
                  <a:lnTo>
                    <a:pt x="3472194" y="1303778"/>
                  </a:lnTo>
                  <a:lnTo>
                    <a:pt x="3522901" y="1259327"/>
                  </a:lnTo>
                  <a:lnTo>
                    <a:pt x="3573652" y="1217123"/>
                  </a:lnTo>
                  <a:lnTo>
                    <a:pt x="3624607" y="1177396"/>
                  </a:lnTo>
                  <a:lnTo>
                    <a:pt x="3675999" y="1140295"/>
                  </a:lnTo>
                  <a:lnTo>
                    <a:pt x="3728153" y="1105891"/>
                  </a:lnTo>
                  <a:lnTo>
                    <a:pt x="3781499" y="1074180"/>
                  </a:lnTo>
                  <a:lnTo>
                    <a:pt x="3820202" y="1053367"/>
                  </a:lnTo>
                  <a:lnTo>
                    <a:pt x="3871909" y="1028373"/>
                  </a:lnTo>
                  <a:lnTo>
                    <a:pt x="3926048" y="1005542"/>
                  </a:lnTo>
                  <a:lnTo>
                    <a:pt x="3983298" y="984796"/>
                  </a:lnTo>
                  <a:lnTo>
                    <a:pt x="4044400" y="965988"/>
                  </a:lnTo>
                  <a:lnTo>
                    <a:pt x="4110127" y="948942"/>
                  </a:lnTo>
                  <a:lnTo>
                    <a:pt x="4181233" y="933475"/>
                  </a:lnTo>
                  <a:lnTo>
                    <a:pt x="4258409" y="919415"/>
                  </a:lnTo>
                  <a:lnTo>
                    <a:pt x="4342213" y="906611"/>
                  </a:lnTo>
                  <a:lnTo>
                    <a:pt x="4432980" y="894938"/>
                  </a:lnTo>
                  <a:lnTo>
                    <a:pt x="4530709" y="884298"/>
                  </a:lnTo>
                  <a:lnTo>
                    <a:pt x="4634921" y="874627"/>
                  </a:lnTo>
                  <a:lnTo>
                    <a:pt x="4744521" y="865885"/>
                  </a:lnTo>
                  <a:lnTo>
                    <a:pt x="4857671" y="858062"/>
                  </a:lnTo>
                  <a:lnTo>
                    <a:pt x="4971729" y="851168"/>
                  </a:lnTo>
                  <a:lnTo>
                    <a:pt x="5083312" y="845221"/>
                  </a:lnTo>
                  <a:lnTo>
                    <a:pt x="5188523" y="840239"/>
                  </a:lnTo>
                  <a:lnTo>
                    <a:pt x="5283358" y="836220"/>
                  </a:lnTo>
                  <a:lnTo>
                    <a:pt x="5364255" y="833133"/>
                  </a:lnTo>
                  <a:lnTo>
                    <a:pt x="5428679" y="830909"/>
                  </a:lnTo>
                  <a:lnTo>
                    <a:pt x="5475589" y="829437"/>
                  </a:lnTo>
                  <a:lnTo>
                    <a:pt x="5505700" y="828575"/>
                  </a:lnTo>
                  <a:lnTo>
                    <a:pt x="5521471" y="828163"/>
                  </a:lnTo>
                  <a:lnTo>
                    <a:pt x="5526928" y="828031"/>
                  </a:lnTo>
                  <a:lnTo>
                    <a:pt x="5527445" y="828020"/>
                  </a:lnTo>
                  <a:lnTo>
                    <a:pt x="6522385" y="828020"/>
                  </a:lnTo>
                  <a:lnTo>
                    <a:pt x="6523516" y="828004"/>
                  </a:lnTo>
                  <a:lnTo>
                    <a:pt x="6530981" y="827892"/>
                  </a:lnTo>
                  <a:lnTo>
                    <a:pt x="6549899" y="827582"/>
                  </a:lnTo>
                  <a:lnTo>
                    <a:pt x="6583975" y="826972"/>
                  </a:lnTo>
                  <a:lnTo>
                    <a:pt x="6635280" y="825963"/>
                  </a:lnTo>
                  <a:lnTo>
                    <a:pt x="6704093" y="824473"/>
                  </a:lnTo>
                  <a:lnTo>
                    <a:pt x="6788964" y="822438"/>
                  </a:lnTo>
                  <a:lnTo>
                    <a:pt x="6887027" y="819823"/>
                  </a:lnTo>
                  <a:lnTo>
                    <a:pt x="6994526" y="816613"/>
                  </a:lnTo>
                  <a:lnTo>
                    <a:pt x="7107402" y="812811"/>
                  </a:lnTo>
                  <a:lnTo>
                    <a:pt x="7221829" y="808429"/>
                  </a:lnTo>
                  <a:lnTo>
                    <a:pt x="7334574" y="803477"/>
                  </a:lnTo>
                  <a:lnTo>
                    <a:pt x="7443188" y="797960"/>
                  </a:lnTo>
                  <a:lnTo>
                    <a:pt x="7546024" y="791865"/>
                  </a:lnTo>
                  <a:lnTo>
                    <a:pt x="7642157" y="785165"/>
                  </a:lnTo>
                  <a:lnTo>
                    <a:pt x="7731250" y="777815"/>
                  </a:lnTo>
                  <a:lnTo>
                    <a:pt x="7813406" y="769749"/>
                  </a:lnTo>
                  <a:lnTo>
                    <a:pt x="7889036" y="760885"/>
                  </a:lnTo>
                  <a:lnTo>
                    <a:pt x="7958746" y="751126"/>
                  </a:lnTo>
                  <a:lnTo>
                    <a:pt x="8023258" y="740364"/>
                  </a:lnTo>
                  <a:lnTo>
                    <a:pt x="8083342" y="728485"/>
                  </a:lnTo>
                  <a:lnTo>
                    <a:pt x="8139771" y="715384"/>
                  </a:lnTo>
                  <a:lnTo>
                    <a:pt x="8193280" y="700980"/>
                  </a:lnTo>
                  <a:lnTo>
                    <a:pt x="8229629" y="690016"/>
                  </a:lnTo>
                  <a:lnTo>
                    <a:pt x="8288066" y="670338"/>
                  </a:lnTo>
                  <a:lnTo>
                    <a:pt x="8344742" y="648785"/>
                  </a:lnTo>
                  <a:lnTo>
                    <a:pt x="8400277" y="625326"/>
                  </a:lnTo>
                  <a:lnTo>
                    <a:pt x="8455139" y="599985"/>
                  </a:lnTo>
                  <a:lnTo>
                    <a:pt x="8509666" y="572846"/>
                  </a:lnTo>
                  <a:lnTo>
                    <a:pt x="8564086" y="544062"/>
                  </a:lnTo>
                  <a:lnTo>
                    <a:pt x="8618540" y="513849"/>
                  </a:lnTo>
                  <a:lnTo>
                    <a:pt x="8673091" y="482489"/>
                  </a:lnTo>
                  <a:lnTo>
                    <a:pt x="8727744" y="450315"/>
                  </a:lnTo>
                  <a:lnTo>
                    <a:pt x="8782462" y="417700"/>
                  </a:lnTo>
                  <a:lnTo>
                    <a:pt x="8837188" y="385040"/>
                  </a:lnTo>
                  <a:lnTo>
                    <a:pt x="8891860" y="352733"/>
                  </a:lnTo>
                  <a:lnTo>
                    <a:pt x="8946435" y="321158"/>
                  </a:lnTo>
                  <a:lnTo>
                    <a:pt x="9000908" y="290660"/>
                  </a:lnTo>
                  <a:lnTo>
                    <a:pt x="9055327" y="261532"/>
                  </a:lnTo>
                  <a:lnTo>
                    <a:pt x="9109812" y="234006"/>
                  </a:lnTo>
                  <a:lnTo>
                    <a:pt x="9164573" y="208249"/>
                  </a:lnTo>
                  <a:lnTo>
                    <a:pt x="9219921" y="184361"/>
                  </a:lnTo>
                  <a:lnTo>
                    <a:pt x="9276291" y="162379"/>
                  </a:lnTo>
                  <a:lnTo>
                    <a:pt x="9334267" y="142283"/>
                  </a:lnTo>
                  <a:lnTo>
                    <a:pt x="9347647" y="138003"/>
                  </a:lnTo>
                  <a:lnTo>
                    <a:pt x="9399497" y="122657"/>
                  </a:lnTo>
                  <a:lnTo>
                    <a:pt x="9453794" y="108643"/>
                  </a:lnTo>
                  <a:lnTo>
                    <a:pt x="9511221" y="95912"/>
                  </a:lnTo>
                  <a:lnTo>
                    <a:pt x="9572528" y="84374"/>
                  </a:lnTo>
                  <a:lnTo>
                    <a:pt x="9638493" y="73919"/>
                  </a:lnTo>
                  <a:lnTo>
                    <a:pt x="9709876" y="64435"/>
                  </a:lnTo>
                  <a:lnTo>
                    <a:pt x="9787372" y="55815"/>
                  </a:lnTo>
                  <a:lnTo>
                    <a:pt x="9871541" y="47968"/>
                  </a:lnTo>
                  <a:lnTo>
                    <a:pt x="9962714" y="40815"/>
                  </a:lnTo>
                  <a:lnTo>
                    <a:pt x="10060880" y="34298"/>
                  </a:lnTo>
                  <a:lnTo>
                    <a:pt x="10165544" y="28375"/>
                  </a:lnTo>
                  <a:lnTo>
                    <a:pt x="10275581" y="23025"/>
                  </a:lnTo>
                  <a:lnTo>
                    <a:pt x="10389113" y="18240"/>
                  </a:lnTo>
                  <a:lnTo>
                    <a:pt x="10503450" y="14027"/>
                  </a:lnTo>
                  <a:lnTo>
                    <a:pt x="10615159" y="10399"/>
                  </a:lnTo>
                  <a:lnTo>
                    <a:pt x="10720298" y="7364"/>
                  </a:lnTo>
                  <a:lnTo>
                    <a:pt x="10814836" y="4923"/>
                  </a:lnTo>
                  <a:lnTo>
                    <a:pt x="10895220" y="3053"/>
                  </a:lnTo>
                  <a:lnTo>
                    <a:pt x="10958952" y="1712"/>
                  </a:lnTo>
                  <a:lnTo>
                    <a:pt x="11005071" y="830"/>
                  </a:lnTo>
                  <a:lnTo>
                    <a:pt x="11034389" y="319"/>
                  </a:lnTo>
                  <a:lnTo>
                    <a:pt x="11049481" y="78"/>
                  </a:lnTo>
                  <a:lnTo>
                    <a:pt x="11054488" y="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1" name="pl880"/>
            <p:cNvSpPr/>
            <p:nvPr/>
          </p:nvSpPr>
          <p:spPr>
            <a:xfrm>
              <a:off x="1199187" y="1970313"/>
              <a:ext cx="12049831" cy="2180103"/>
            </a:xfrm>
            <a:custGeom>
              <a:avLst/>
              <a:pathLst>
                <a:path w="12049831" h="2180103">
                  <a:moveTo>
                    <a:pt x="12049831" y="0"/>
                  </a:moveTo>
                  <a:lnTo>
                    <a:pt x="11054891" y="0"/>
                  </a:lnTo>
                  <a:lnTo>
                    <a:pt x="11053760" y="15"/>
                  </a:lnTo>
                  <a:lnTo>
                    <a:pt x="11046296" y="127"/>
                  </a:lnTo>
                  <a:lnTo>
                    <a:pt x="11027378" y="437"/>
                  </a:lnTo>
                  <a:lnTo>
                    <a:pt x="10993301" y="1047"/>
                  </a:lnTo>
                  <a:lnTo>
                    <a:pt x="10941997" y="2056"/>
                  </a:lnTo>
                  <a:lnTo>
                    <a:pt x="10873183" y="3547"/>
                  </a:lnTo>
                  <a:lnTo>
                    <a:pt x="10788313" y="5581"/>
                  </a:lnTo>
                  <a:lnTo>
                    <a:pt x="10690249" y="8196"/>
                  </a:lnTo>
                  <a:lnTo>
                    <a:pt x="10582751" y="11406"/>
                  </a:lnTo>
                  <a:lnTo>
                    <a:pt x="10469874" y="15208"/>
                  </a:lnTo>
                  <a:lnTo>
                    <a:pt x="10355448" y="19591"/>
                  </a:lnTo>
                  <a:lnTo>
                    <a:pt x="10242702" y="24542"/>
                  </a:lnTo>
                  <a:lnTo>
                    <a:pt x="10134088" y="30060"/>
                  </a:lnTo>
                  <a:lnTo>
                    <a:pt x="10031253" y="36154"/>
                  </a:lnTo>
                  <a:lnTo>
                    <a:pt x="9935120" y="42854"/>
                  </a:lnTo>
                  <a:lnTo>
                    <a:pt x="9846027" y="50204"/>
                  </a:lnTo>
                  <a:lnTo>
                    <a:pt x="9763870" y="58270"/>
                  </a:lnTo>
                  <a:lnTo>
                    <a:pt x="9688241" y="67134"/>
                  </a:lnTo>
                  <a:lnTo>
                    <a:pt x="9618531" y="76893"/>
                  </a:lnTo>
                  <a:lnTo>
                    <a:pt x="9554019" y="87655"/>
                  </a:lnTo>
                  <a:lnTo>
                    <a:pt x="9493934" y="99534"/>
                  </a:lnTo>
                  <a:lnTo>
                    <a:pt x="9437505" y="112635"/>
                  </a:lnTo>
                  <a:lnTo>
                    <a:pt x="9383996" y="127039"/>
                  </a:lnTo>
                  <a:lnTo>
                    <a:pt x="9347647" y="138003"/>
                  </a:lnTo>
                  <a:lnTo>
                    <a:pt x="9289210" y="157681"/>
                  </a:lnTo>
                  <a:lnTo>
                    <a:pt x="9232535" y="179234"/>
                  </a:lnTo>
                  <a:lnTo>
                    <a:pt x="9176999" y="202693"/>
                  </a:lnTo>
                  <a:lnTo>
                    <a:pt x="9122137" y="228034"/>
                  </a:lnTo>
                  <a:lnTo>
                    <a:pt x="9067611" y="255173"/>
                  </a:lnTo>
                  <a:lnTo>
                    <a:pt x="9013190" y="283957"/>
                  </a:lnTo>
                  <a:lnTo>
                    <a:pt x="8958737" y="314170"/>
                  </a:lnTo>
                  <a:lnTo>
                    <a:pt x="8904186" y="345530"/>
                  </a:lnTo>
                  <a:lnTo>
                    <a:pt x="8849533" y="377704"/>
                  </a:lnTo>
                  <a:lnTo>
                    <a:pt x="8794814" y="410319"/>
                  </a:lnTo>
                  <a:lnTo>
                    <a:pt x="8740088" y="442979"/>
                  </a:lnTo>
                  <a:lnTo>
                    <a:pt x="8685416" y="475287"/>
                  </a:lnTo>
                  <a:lnTo>
                    <a:pt x="8630841" y="506861"/>
                  </a:lnTo>
                  <a:lnTo>
                    <a:pt x="8576369" y="537359"/>
                  </a:lnTo>
                  <a:lnTo>
                    <a:pt x="8521950" y="566488"/>
                  </a:lnTo>
                  <a:lnTo>
                    <a:pt x="8467464" y="594013"/>
                  </a:lnTo>
                  <a:lnTo>
                    <a:pt x="8412703" y="619770"/>
                  </a:lnTo>
                  <a:lnTo>
                    <a:pt x="8357355" y="643658"/>
                  </a:lnTo>
                  <a:lnTo>
                    <a:pt x="8300985" y="665640"/>
                  </a:lnTo>
                  <a:lnTo>
                    <a:pt x="8243010" y="685736"/>
                  </a:lnTo>
                  <a:lnTo>
                    <a:pt x="8229629" y="690016"/>
                  </a:lnTo>
                  <a:lnTo>
                    <a:pt x="8177780" y="705362"/>
                  </a:lnTo>
                  <a:lnTo>
                    <a:pt x="8123483" y="719376"/>
                  </a:lnTo>
                  <a:lnTo>
                    <a:pt x="8066056" y="732107"/>
                  </a:lnTo>
                  <a:lnTo>
                    <a:pt x="8004748" y="743645"/>
                  </a:lnTo>
                  <a:lnTo>
                    <a:pt x="7938784" y="754100"/>
                  </a:lnTo>
                  <a:lnTo>
                    <a:pt x="7867401" y="763585"/>
                  </a:lnTo>
                  <a:lnTo>
                    <a:pt x="7789905" y="772204"/>
                  </a:lnTo>
                  <a:lnTo>
                    <a:pt x="7705736" y="780051"/>
                  </a:lnTo>
                  <a:lnTo>
                    <a:pt x="7614563" y="787204"/>
                  </a:lnTo>
                  <a:lnTo>
                    <a:pt x="7516397" y="793722"/>
                  </a:lnTo>
                  <a:lnTo>
                    <a:pt x="7411733" y="799644"/>
                  </a:lnTo>
                  <a:lnTo>
                    <a:pt x="7301695" y="804995"/>
                  </a:lnTo>
                  <a:lnTo>
                    <a:pt x="7188163" y="809779"/>
                  </a:lnTo>
                  <a:lnTo>
                    <a:pt x="7073826" y="813992"/>
                  </a:lnTo>
                  <a:lnTo>
                    <a:pt x="6962117" y="817620"/>
                  </a:lnTo>
                  <a:lnTo>
                    <a:pt x="6856979" y="820655"/>
                  </a:lnTo>
                  <a:lnTo>
                    <a:pt x="6762440" y="823097"/>
                  </a:lnTo>
                  <a:lnTo>
                    <a:pt x="6682057" y="824966"/>
                  </a:lnTo>
                  <a:lnTo>
                    <a:pt x="6618325" y="826307"/>
                  </a:lnTo>
                  <a:lnTo>
                    <a:pt x="6572206" y="827189"/>
                  </a:lnTo>
                  <a:lnTo>
                    <a:pt x="6542888" y="827700"/>
                  </a:lnTo>
                  <a:lnTo>
                    <a:pt x="6527796" y="827941"/>
                  </a:lnTo>
                  <a:lnTo>
                    <a:pt x="6522789" y="828014"/>
                  </a:lnTo>
                  <a:lnTo>
                    <a:pt x="6522385" y="828020"/>
                  </a:lnTo>
                  <a:lnTo>
                    <a:pt x="5527445" y="828020"/>
                  </a:lnTo>
                  <a:lnTo>
                    <a:pt x="5526323" y="828045"/>
                  </a:lnTo>
                  <a:lnTo>
                    <a:pt x="5518917" y="828227"/>
                  </a:lnTo>
                  <a:lnTo>
                    <a:pt x="5500141" y="828728"/>
                  </a:lnTo>
                  <a:lnTo>
                    <a:pt x="5466311" y="829717"/>
                  </a:lnTo>
                  <a:lnTo>
                    <a:pt x="5415357" y="831351"/>
                  </a:lnTo>
                  <a:lnTo>
                    <a:pt x="5346980" y="833766"/>
                  </a:lnTo>
                  <a:lnTo>
                    <a:pt x="5262595" y="837063"/>
                  </a:lnTo>
                  <a:lnTo>
                    <a:pt x="5165024" y="841302"/>
                  </a:lnTo>
                  <a:lnTo>
                    <a:pt x="5057984" y="846508"/>
                  </a:lnTo>
                  <a:lnTo>
                    <a:pt x="4945497" y="852675"/>
                  </a:lnTo>
                  <a:lnTo>
                    <a:pt x="4831373" y="859785"/>
                  </a:lnTo>
                  <a:lnTo>
                    <a:pt x="4718837" y="867820"/>
                  </a:lnTo>
                  <a:lnTo>
                    <a:pt x="4610346" y="876775"/>
                  </a:lnTo>
                  <a:lnTo>
                    <a:pt x="4507557" y="886666"/>
                  </a:lnTo>
                  <a:lnTo>
                    <a:pt x="4411412" y="897536"/>
                  </a:lnTo>
                  <a:lnTo>
                    <a:pt x="4322266" y="909461"/>
                  </a:lnTo>
                  <a:lnTo>
                    <a:pt x="4240030" y="922542"/>
                  </a:lnTo>
                  <a:lnTo>
                    <a:pt x="4164310" y="936913"/>
                  </a:lnTo>
                  <a:lnTo>
                    <a:pt x="4094510" y="952729"/>
                  </a:lnTo>
                  <a:lnTo>
                    <a:pt x="4029919" y="970165"/>
                  </a:lnTo>
                  <a:lnTo>
                    <a:pt x="3969774" y="989405"/>
                  </a:lnTo>
                  <a:lnTo>
                    <a:pt x="3913306" y="1010621"/>
                  </a:lnTo>
                  <a:lnTo>
                    <a:pt x="3859785" y="1033948"/>
                  </a:lnTo>
                  <a:lnTo>
                    <a:pt x="3820202" y="1053367"/>
                  </a:lnTo>
                  <a:lnTo>
                    <a:pt x="3765687" y="1083212"/>
                  </a:lnTo>
                  <a:lnTo>
                    <a:pt x="3712743" y="1115709"/>
                  </a:lnTo>
                  <a:lnTo>
                    <a:pt x="3660851" y="1150908"/>
                  </a:lnTo>
                  <a:lnTo>
                    <a:pt x="3609617" y="1188790"/>
                  </a:lnTo>
                  <a:lnTo>
                    <a:pt x="3558742" y="1229263"/>
                  </a:lnTo>
                  <a:lnTo>
                    <a:pt x="3508018" y="1272154"/>
                  </a:lnTo>
                  <a:lnTo>
                    <a:pt x="3457304" y="1317209"/>
                  </a:lnTo>
                  <a:lnTo>
                    <a:pt x="3406525" y="1364092"/>
                  </a:lnTo>
                  <a:lnTo>
                    <a:pt x="3355653" y="1412396"/>
                  </a:lnTo>
                  <a:lnTo>
                    <a:pt x="3304702" y="1461656"/>
                  </a:lnTo>
                  <a:lnTo>
                    <a:pt x="3253708" y="1511365"/>
                  </a:lnTo>
                  <a:lnTo>
                    <a:pt x="3202721" y="1560996"/>
                  </a:lnTo>
                  <a:lnTo>
                    <a:pt x="3151790" y="1610026"/>
                  </a:lnTo>
                  <a:lnTo>
                    <a:pt x="3100946" y="1657959"/>
                  </a:lnTo>
                  <a:lnTo>
                    <a:pt x="3050191" y="1704345"/>
                  </a:lnTo>
                  <a:lnTo>
                    <a:pt x="2999484" y="1748796"/>
                  </a:lnTo>
                  <a:lnTo>
                    <a:pt x="2948733" y="1791000"/>
                  </a:lnTo>
                  <a:lnTo>
                    <a:pt x="2897778" y="1830727"/>
                  </a:lnTo>
                  <a:lnTo>
                    <a:pt x="2846386" y="1867828"/>
                  </a:lnTo>
                  <a:lnTo>
                    <a:pt x="2794232" y="1902232"/>
                  </a:lnTo>
                  <a:lnTo>
                    <a:pt x="2740886" y="1933943"/>
                  </a:lnTo>
                  <a:lnTo>
                    <a:pt x="2702183" y="1954756"/>
                  </a:lnTo>
                  <a:lnTo>
                    <a:pt x="2650476" y="1979750"/>
                  </a:lnTo>
                  <a:lnTo>
                    <a:pt x="2596337" y="2002581"/>
                  </a:lnTo>
                  <a:lnTo>
                    <a:pt x="2539087" y="2023327"/>
                  </a:lnTo>
                  <a:lnTo>
                    <a:pt x="2477985" y="2042135"/>
                  </a:lnTo>
                  <a:lnTo>
                    <a:pt x="2412258" y="2059181"/>
                  </a:lnTo>
                  <a:lnTo>
                    <a:pt x="2341152" y="2074648"/>
                  </a:lnTo>
                  <a:lnTo>
                    <a:pt x="2263976" y="2088708"/>
                  </a:lnTo>
                  <a:lnTo>
                    <a:pt x="2180172" y="2101512"/>
                  </a:lnTo>
                  <a:lnTo>
                    <a:pt x="2089405" y="2113185"/>
                  </a:lnTo>
                  <a:lnTo>
                    <a:pt x="1991676" y="2123825"/>
                  </a:lnTo>
                  <a:lnTo>
                    <a:pt x="1887464" y="2133496"/>
                  </a:lnTo>
                  <a:lnTo>
                    <a:pt x="1777864" y="2142238"/>
                  </a:lnTo>
                  <a:lnTo>
                    <a:pt x="1664714" y="2150061"/>
                  </a:lnTo>
                  <a:lnTo>
                    <a:pt x="1550656" y="2156955"/>
                  </a:lnTo>
                  <a:lnTo>
                    <a:pt x="1439073" y="2162902"/>
                  </a:lnTo>
                  <a:lnTo>
                    <a:pt x="1333862" y="2167884"/>
                  </a:lnTo>
                  <a:lnTo>
                    <a:pt x="1239027" y="2171903"/>
                  </a:lnTo>
                  <a:lnTo>
                    <a:pt x="1158130" y="2174990"/>
                  </a:lnTo>
                  <a:lnTo>
                    <a:pt x="1093706" y="2177214"/>
                  </a:lnTo>
                  <a:lnTo>
                    <a:pt x="1046796" y="2178686"/>
                  </a:lnTo>
                  <a:lnTo>
                    <a:pt x="1016685" y="2179548"/>
                  </a:lnTo>
                  <a:lnTo>
                    <a:pt x="1000914" y="2179960"/>
                  </a:lnTo>
                  <a:lnTo>
                    <a:pt x="995457" y="2180092"/>
                  </a:lnTo>
                  <a:lnTo>
                    <a:pt x="994940" y="2180103"/>
                  </a:lnTo>
                  <a:lnTo>
                    <a:pt x="0" y="2180103"/>
                  </a:lnTo>
                  <a:lnTo>
                    <a:pt x="0" y="21801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2" name="pg881"/>
            <p:cNvSpPr/>
            <p:nvPr/>
          </p:nvSpPr>
          <p:spPr>
            <a:xfrm>
              <a:off x="1199187" y="2966034"/>
              <a:ext cx="12049831" cy="2573151"/>
            </a:xfrm>
            <a:custGeom>
              <a:avLst/>
              <a:pathLst>
                <a:path w="12049831" h="2573151">
                  <a:moveTo>
                    <a:pt x="0" y="1194864"/>
                  </a:moveTo>
                  <a:lnTo>
                    <a:pt x="994940" y="1194864"/>
                  </a:lnTo>
                  <a:lnTo>
                    <a:pt x="996065" y="1194842"/>
                  </a:lnTo>
                  <a:lnTo>
                    <a:pt x="1003492" y="1194681"/>
                  </a:lnTo>
                  <a:lnTo>
                    <a:pt x="1022319" y="1194239"/>
                  </a:lnTo>
                  <a:lnTo>
                    <a:pt x="1056238" y="1193366"/>
                  </a:lnTo>
                  <a:lnTo>
                    <a:pt x="1107317" y="1191925"/>
                  </a:lnTo>
                  <a:lnTo>
                    <a:pt x="1175852" y="1189794"/>
                  </a:lnTo>
                  <a:lnTo>
                    <a:pt x="1260411" y="1186885"/>
                  </a:lnTo>
                  <a:lnTo>
                    <a:pt x="1358159" y="1183145"/>
                  </a:lnTo>
                  <a:lnTo>
                    <a:pt x="1465365" y="1178554"/>
                  </a:lnTo>
                  <a:lnTo>
                    <a:pt x="1577992" y="1173114"/>
                  </a:lnTo>
                  <a:lnTo>
                    <a:pt x="1692225" y="1166844"/>
                  </a:lnTo>
                  <a:lnTo>
                    <a:pt x="1804837" y="1159759"/>
                  </a:lnTo>
                  <a:lnTo>
                    <a:pt x="1913373" y="1151863"/>
                  </a:lnTo>
                  <a:lnTo>
                    <a:pt x="2016179" y="1143141"/>
                  </a:lnTo>
                  <a:lnTo>
                    <a:pt x="2112319" y="1133555"/>
                  </a:lnTo>
                  <a:lnTo>
                    <a:pt x="2201447" y="1123038"/>
                  </a:lnTo>
                  <a:lnTo>
                    <a:pt x="2283654" y="1111500"/>
                  </a:lnTo>
                  <a:lnTo>
                    <a:pt x="2359341" y="1098824"/>
                  </a:lnTo>
                  <a:lnTo>
                    <a:pt x="2429109" y="1084870"/>
                  </a:lnTo>
                  <a:lnTo>
                    <a:pt x="2493671" y="1069486"/>
                  </a:lnTo>
                  <a:lnTo>
                    <a:pt x="2553795" y="1052508"/>
                  </a:lnTo>
                  <a:lnTo>
                    <a:pt x="2610248" y="1033785"/>
                  </a:lnTo>
                  <a:lnTo>
                    <a:pt x="2663765" y="1013200"/>
                  </a:lnTo>
                  <a:lnTo>
                    <a:pt x="2702183" y="996593"/>
                  </a:lnTo>
                  <a:lnTo>
                    <a:pt x="2757962" y="969688"/>
                  </a:lnTo>
                  <a:lnTo>
                    <a:pt x="2812109" y="940336"/>
                  </a:lnTo>
                  <a:lnTo>
                    <a:pt x="2865174" y="908493"/>
                  </a:lnTo>
                  <a:lnTo>
                    <a:pt x="2917577" y="874180"/>
                  </a:lnTo>
                  <a:lnTo>
                    <a:pt x="2969625" y="837492"/>
                  </a:lnTo>
                  <a:lnTo>
                    <a:pt x="3021538" y="798598"/>
                  </a:lnTo>
                  <a:lnTo>
                    <a:pt x="3073454" y="757749"/>
                  </a:lnTo>
                  <a:lnTo>
                    <a:pt x="3125446" y="715273"/>
                  </a:lnTo>
                  <a:lnTo>
                    <a:pt x="3177535" y="671564"/>
                  </a:lnTo>
                  <a:lnTo>
                    <a:pt x="3229701" y="627072"/>
                  </a:lnTo>
                  <a:lnTo>
                    <a:pt x="3281900" y="582279"/>
                  </a:lnTo>
                  <a:lnTo>
                    <a:pt x="3334077" y="537683"/>
                  </a:lnTo>
                  <a:lnTo>
                    <a:pt x="3386185" y="493774"/>
                  </a:lnTo>
                  <a:lnTo>
                    <a:pt x="3438197" y="451009"/>
                  </a:lnTo>
                  <a:lnTo>
                    <a:pt x="3490125" y="409795"/>
                  </a:lnTo>
                  <a:lnTo>
                    <a:pt x="3542029" y="370474"/>
                  </a:lnTo>
                  <a:lnTo>
                    <a:pt x="3594035" y="333313"/>
                  </a:lnTo>
                  <a:lnTo>
                    <a:pt x="3646342" y="298500"/>
                  </a:lnTo>
                  <a:lnTo>
                    <a:pt x="3699240" y="266143"/>
                  </a:lnTo>
                  <a:lnTo>
                    <a:pt x="3753123" y="236278"/>
                  </a:lnTo>
                  <a:lnTo>
                    <a:pt x="3808512" y="208873"/>
                  </a:lnTo>
                  <a:lnTo>
                    <a:pt x="3820202" y="203511"/>
                  </a:lnTo>
                  <a:lnTo>
                    <a:pt x="3871960" y="181500"/>
                  </a:lnTo>
                  <a:lnTo>
                    <a:pt x="3926156" y="161395"/>
                  </a:lnTo>
                  <a:lnTo>
                    <a:pt x="3983470" y="143128"/>
                  </a:lnTo>
                  <a:lnTo>
                    <a:pt x="4044646" y="126570"/>
                  </a:lnTo>
                  <a:lnTo>
                    <a:pt x="4110458" y="111564"/>
                  </a:lnTo>
                  <a:lnTo>
                    <a:pt x="4181663" y="97949"/>
                  </a:lnTo>
                  <a:lnTo>
                    <a:pt x="4258955" y="85573"/>
                  </a:lnTo>
                  <a:lnTo>
                    <a:pt x="4342890" y="74305"/>
                  </a:lnTo>
                  <a:lnTo>
                    <a:pt x="4433803" y="64032"/>
                  </a:lnTo>
                  <a:lnTo>
                    <a:pt x="4531689" y="54670"/>
                  </a:lnTo>
                  <a:lnTo>
                    <a:pt x="4636064" y="46161"/>
                  </a:lnTo>
                  <a:lnTo>
                    <a:pt x="4745822" y="38471"/>
                  </a:lnTo>
                  <a:lnTo>
                    <a:pt x="4859109" y="31591"/>
                  </a:lnTo>
                  <a:lnTo>
                    <a:pt x="4973268" y="25530"/>
                  </a:lnTo>
                  <a:lnTo>
                    <a:pt x="5084897" y="20305"/>
                  </a:lnTo>
                  <a:lnTo>
                    <a:pt x="5190083" y="15930"/>
                  </a:lnTo>
                  <a:lnTo>
                    <a:pt x="5284812" y="12404"/>
                  </a:lnTo>
                  <a:lnTo>
                    <a:pt x="5365526" y="9699"/>
                  </a:lnTo>
                  <a:lnTo>
                    <a:pt x="5429702" y="7753"/>
                  </a:lnTo>
                  <a:lnTo>
                    <a:pt x="5476328" y="6468"/>
                  </a:lnTo>
                  <a:lnTo>
                    <a:pt x="5506152" y="5718"/>
                  </a:lnTo>
                  <a:lnTo>
                    <a:pt x="5521678" y="5361"/>
                  </a:lnTo>
                  <a:lnTo>
                    <a:pt x="5526971" y="524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72" y="5287"/>
                  </a:lnTo>
                  <a:lnTo>
                    <a:pt x="6530649" y="5621"/>
                  </a:lnTo>
                  <a:lnTo>
                    <a:pt x="6548857" y="6542"/>
                  </a:lnTo>
                  <a:lnTo>
                    <a:pt x="6581703" y="8359"/>
                  </a:lnTo>
                  <a:lnTo>
                    <a:pt x="6631254" y="11362"/>
                  </a:lnTo>
                  <a:lnTo>
                    <a:pt x="6697884" y="15805"/>
                  </a:lnTo>
                  <a:lnTo>
                    <a:pt x="6780315" y="21877"/>
                  </a:lnTo>
                  <a:lnTo>
                    <a:pt x="6875897" y="29695"/>
                  </a:lnTo>
                  <a:lnTo>
                    <a:pt x="6981081" y="39306"/>
                  </a:lnTo>
                  <a:lnTo>
                    <a:pt x="7091975" y="50707"/>
                  </a:lnTo>
                  <a:lnTo>
                    <a:pt x="7204852" y="63864"/>
                  </a:lnTo>
                  <a:lnTo>
                    <a:pt x="7316513" y="78743"/>
                  </a:lnTo>
                  <a:lnTo>
                    <a:pt x="7424484" y="95330"/>
                  </a:lnTo>
                  <a:lnTo>
                    <a:pt x="7527059" y="113649"/>
                  </a:lnTo>
                  <a:lnTo>
                    <a:pt x="7623231" y="133773"/>
                  </a:lnTo>
                  <a:lnTo>
                    <a:pt x="7712579" y="155828"/>
                  </a:lnTo>
                  <a:lnTo>
                    <a:pt x="7795124" y="179997"/>
                  </a:lnTo>
                  <a:lnTo>
                    <a:pt x="7871205" y="206511"/>
                  </a:lnTo>
                  <a:lnTo>
                    <a:pt x="7941369" y="235652"/>
                  </a:lnTo>
                  <a:lnTo>
                    <a:pt x="8006287" y="267735"/>
                  </a:lnTo>
                  <a:lnTo>
                    <a:pt x="8066692" y="303094"/>
                  </a:lnTo>
                  <a:lnTo>
                    <a:pt x="8123328" y="342057"/>
                  </a:lnTo>
                  <a:lnTo>
                    <a:pt x="8176916" y="384894"/>
                  </a:lnTo>
                  <a:lnTo>
                    <a:pt x="8228113" y="431747"/>
                  </a:lnTo>
                  <a:lnTo>
                    <a:pt x="8229629" y="433225"/>
                  </a:lnTo>
                  <a:lnTo>
                    <a:pt x="8275439" y="480391"/>
                  </a:lnTo>
                  <a:lnTo>
                    <a:pt x="8320080" y="531080"/>
                  </a:lnTo>
                  <a:lnTo>
                    <a:pt x="8363876" y="585362"/>
                  </a:lnTo>
                  <a:lnTo>
                    <a:pt x="8407088" y="643249"/>
                  </a:lnTo>
                  <a:lnTo>
                    <a:pt x="8449920" y="704687"/>
                  </a:lnTo>
                  <a:lnTo>
                    <a:pt x="8492534" y="769548"/>
                  </a:lnTo>
                  <a:lnTo>
                    <a:pt x="8535047" y="837631"/>
                  </a:lnTo>
                  <a:lnTo>
                    <a:pt x="8577543" y="908653"/>
                  </a:lnTo>
                  <a:lnTo>
                    <a:pt x="8620074" y="982259"/>
                  </a:lnTo>
                  <a:lnTo>
                    <a:pt x="8662666" y="1058022"/>
                  </a:lnTo>
                  <a:lnTo>
                    <a:pt x="8705323" y="1135455"/>
                  </a:lnTo>
                  <a:lnTo>
                    <a:pt x="8748032" y="1214020"/>
                  </a:lnTo>
                  <a:lnTo>
                    <a:pt x="8790769" y="1293144"/>
                  </a:lnTo>
                  <a:lnTo>
                    <a:pt x="8833504" y="1372239"/>
                  </a:lnTo>
                  <a:lnTo>
                    <a:pt x="8876209" y="1450716"/>
                  </a:lnTo>
                  <a:lnTo>
                    <a:pt x="8918860" y="1528005"/>
                  </a:lnTo>
                  <a:lnTo>
                    <a:pt x="8961445" y="1603575"/>
                  </a:lnTo>
                  <a:lnTo>
                    <a:pt x="9003972" y="1676941"/>
                  </a:lnTo>
                  <a:lnTo>
                    <a:pt x="9046466" y="1747685"/>
                  </a:lnTo>
                  <a:lnTo>
                    <a:pt x="9088985" y="1815457"/>
                  </a:lnTo>
                  <a:lnTo>
                    <a:pt x="9131614" y="1879985"/>
                  </a:lnTo>
                  <a:lnTo>
                    <a:pt x="9174477" y="1941074"/>
                  </a:lnTo>
                  <a:lnTo>
                    <a:pt x="9217736" y="1998603"/>
                  </a:lnTo>
                  <a:lnTo>
                    <a:pt x="9261604" y="2052525"/>
                  </a:lnTo>
                  <a:lnTo>
                    <a:pt x="9306346" y="2102858"/>
                  </a:lnTo>
                  <a:lnTo>
                    <a:pt x="9347647" y="2145166"/>
                  </a:lnTo>
                  <a:lnTo>
                    <a:pt x="9398781" y="2192141"/>
                  </a:lnTo>
                  <a:lnTo>
                    <a:pt x="9452288" y="2235097"/>
                  </a:lnTo>
                  <a:lnTo>
                    <a:pt x="9508822" y="2274174"/>
                  </a:lnTo>
                  <a:lnTo>
                    <a:pt x="9569102" y="2309638"/>
                  </a:lnTo>
                  <a:lnTo>
                    <a:pt x="9633872" y="2341814"/>
                  </a:lnTo>
                  <a:lnTo>
                    <a:pt x="9703867" y="2371039"/>
                  </a:lnTo>
                  <a:lnTo>
                    <a:pt x="9779761" y="2397629"/>
                  </a:lnTo>
                  <a:lnTo>
                    <a:pt x="9862105" y="2421864"/>
                  </a:lnTo>
                  <a:lnTo>
                    <a:pt x="9951245" y="2443981"/>
                  </a:lnTo>
                  <a:lnTo>
                    <a:pt x="10047214" y="2464161"/>
                  </a:lnTo>
                  <a:lnTo>
                    <a:pt x="10149607" y="2482533"/>
                  </a:lnTo>
                  <a:lnTo>
                    <a:pt x="10257436" y="2499172"/>
                  </a:lnTo>
                  <a:lnTo>
                    <a:pt x="10369018" y="2514102"/>
                  </a:lnTo>
                  <a:lnTo>
                    <a:pt x="10481902" y="2527312"/>
                  </a:lnTo>
                  <a:lnTo>
                    <a:pt x="10592909" y="2538766"/>
                  </a:lnTo>
                  <a:lnTo>
                    <a:pt x="10698323" y="2548432"/>
                  </a:lnTo>
                  <a:lnTo>
                    <a:pt x="10794249" y="2556304"/>
                  </a:lnTo>
                  <a:lnTo>
                    <a:pt x="10877123" y="2562427"/>
                  </a:lnTo>
                  <a:lnTo>
                    <a:pt x="10944257" y="2566917"/>
                  </a:lnTo>
                  <a:lnTo>
                    <a:pt x="10994327" y="2569960"/>
                  </a:lnTo>
                  <a:lnTo>
                    <a:pt x="11027656" y="2571809"/>
                  </a:lnTo>
                  <a:lnTo>
                    <a:pt x="11046261" y="2572753"/>
                  </a:lnTo>
                  <a:lnTo>
                    <a:pt x="11053705" y="2573100"/>
                  </a:lnTo>
                  <a:lnTo>
                    <a:pt x="11054891" y="2573151"/>
                  </a:lnTo>
                  <a:lnTo>
                    <a:pt x="12049831" y="2573151"/>
                  </a:lnTo>
                  <a:lnTo>
                    <a:pt x="12049831" y="2567910"/>
                  </a:lnTo>
                  <a:lnTo>
                    <a:pt x="11054891" y="2567910"/>
                  </a:lnTo>
                  <a:lnTo>
                    <a:pt x="11053805" y="2567863"/>
                  </a:lnTo>
                  <a:lnTo>
                    <a:pt x="11046628" y="2567530"/>
                  </a:lnTo>
                  <a:lnTo>
                    <a:pt x="11028420" y="2566608"/>
                  </a:lnTo>
                  <a:lnTo>
                    <a:pt x="10995573" y="2564792"/>
                  </a:lnTo>
                  <a:lnTo>
                    <a:pt x="10946022" y="2561788"/>
                  </a:lnTo>
                  <a:lnTo>
                    <a:pt x="10879392" y="2557345"/>
                  </a:lnTo>
                  <a:lnTo>
                    <a:pt x="10796961" y="2551273"/>
                  </a:lnTo>
                  <a:lnTo>
                    <a:pt x="10701380" y="2543456"/>
                  </a:lnTo>
                  <a:lnTo>
                    <a:pt x="10596196" y="2533844"/>
                  </a:lnTo>
                  <a:lnTo>
                    <a:pt x="10485302" y="2522443"/>
                  </a:lnTo>
                  <a:lnTo>
                    <a:pt x="10372425" y="2509286"/>
                  </a:lnTo>
                  <a:lnTo>
                    <a:pt x="10260763" y="2494407"/>
                  </a:lnTo>
                  <a:lnTo>
                    <a:pt x="10152792" y="2477821"/>
                  </a:lnTo>
                  <a:lnTo>
                    <a:pt x="10050218" y="2459502"/>
                  </a:lnTo>
                  <a:lnTo>
                    <a:pt x="9954045" y="2439378"/>
                  </a:lnTo>
                  <a:lnTo>
                    <a:pt x="9864698" y="2417322"/>
                  </a:lnTo>
                  <a:lnTo>
                    <a:pt x="9782152" y="2393153"/>
                  </a:lnTo>
                  <a:lnTo>
                    <a:pt x="9706071" y="2366639"/>
                  </a:lnTo>
                  <a:lnTo>
                    <a:pt x="9635907" y="2337498"/>
                  </a:lnTo>
                  <a:lnTo>
                    <a:pt x="9570989" y="2305416"/>
                  </a:lnTo>
                  <a:lnTo>
                    <a:pt x="9510585" y="2270056"/>
                  </a:lnTo>
                  <a:lnTo>
                    <a:pt x="9453948" y="2231093"/>
                  </a:lnTo>
                  <a:lnTo>
                    <a:pt x="9400360" y="2188257"/>
                  </a:lnTo>
                  <a:lnTo>
                    <a:pt x="9349163" y="2141403"/>
                  </a:lnTo>
                  <a:lnTo>
                    <a:pt x="9347647" y="2139925"/>
                  </a:lnTo>
                  <a:lnTo>
                    <a:pt x="9301838" y="2092759"/>
                  </a:lnTo>
                  <a:lnTo>
                    <a:pt x="9257196" y="2042071"/>
                  </a:lnTo>
                  <a:lnTo>
                    <a:pt x="9213400" y="1987789"/>
                  </a:lnTo>
                  <a:lnTo>
                    <a:pt x="9170189" y="1929901"/>
                  </a:lnTo>
                  <a:lnTo>
                    <a:pt x="9127356" y="1868463"/>
                  </a:lnTo>
                  <a:lnTo>
                    <a:pt x="9084743" y="1803602"/>
                  </a:lnTo>
                  <a:lnTo>
                    <a:pt x="9042230" y="1735520"/>
                  </a:lnTo>
                  <a:lnTo>
                    <a:pt x="8999734" y="1664498"/>
                  </a:lnTo>
                  <a:lnTo>
                    <a:pt x="8957203" y="1590892"/>
                  </a:lnTo>
                  <a:lnTo>
                    <a:pt x="8914611" y="1515128"/>
                  </a:lnTo>
                  <a:lnTo>
                    <a:pt x="8871954" y="1437695"/>
                  </a:lnTo>
                  <a:lnTo>
                    <a:pt x="8829245" y="1359131"/>
                  </a:lnTo>
                  <a:lnTo>
                    <a:pt x="8786508" y="1280007"/>
                  </a:lnTo>
                  <a:lnTo>
                    <a:pt x="8743772" y="1200912"/>
                  </a:lnTo>
                  <a:lnTo>
                    <a:pt x="8701067" y="1122435"/>
                  </a:lnTo>
                  <a:lnTo>
                    <a:pt x="8658417" y="1045145"/>
                  </a:lnTo>
                  <a:lnTo>
                    <a:pt x="8615831" y="969576"/>
                  </a:lnTo>
                  <a:lnTo>
                    <a:pt x="8573305" y="896209"/>
                  </a:lnTo>
                  <a:lnTo>
                    <a:pt x="8530810" y="825465"/>
                  </a:lnTo>
                  <a:lnTo>
                    <a:pt x="8488291" y="757693"/>
                  </a:lnTo>
                  <a:lnTo>
                    <a:pt x="8445662" y="693165"/>
                  </a:lnTo>
                  <a:lnTo>
                    <a:pt x="8402800" y="632076"/>
                  </a:lnTo>
                  <a:lnTo>
                    <a:pt x="8359540" y="574547"/>
                  </a:lnTo>
                  <a:lnTo>
                    <a:pt x="8315672" y="520625"/>
                  </a:lnTo>
                  <a:lnTo>
                    <a:pt x="8270930" y="470292"/>
                  </a:lnTo>
                  <a:lnTo>
                    <a:pt x="8229629" y="427985"/>
                  </a:lnTo>
                  <a:lnTo>
                    <a:pt x="8178495" y="381010"/>
                  </a:lnTo>
                  <a:lnTo>
                    <a:pt x="8124989" y="338053"/>
                  </a:lnTo>
                  <a:lnTo>
                    <a:pt x="8068455" y="298977"/>
                  </a:lnTo>
                  <a:lnTo>
                    <a:pt x="8008175" y="263513"/>
                  </a:lnTo>
                  <a:lnTo>
                    <a:pt x="7943404" y="231336"/>
                  </a:lnTo>
                  <a:lnTo>
                    <a:pt x="7873409" y="202111"/>
                  </a:lnTo>
                  <a:lnTo>
                    <a:pt x="7797515" y="175522"/>
                  </a:lnTo>
                  <a:lnTo>
                    <a:pt x="7715172" y="151286"/>
                  </a:lnTo>
                  <a:lnTo>
                    <a:pt x="7626032" y="129169"/>
                  </a:lnTo>
                  <a:lnTo>
                    <a:pt x="7530062" y="108989"/>
                  </a:lnTo>
                  <a:lnTo>
                    <a:pt x="7427670" y="90617"/>
                  </a:lnTo>
                  <a:lnTo>
                    <a:pt x="7319840" y="73978"/>
                  </a:lnTo>
                  <a:lnTo>
                    <a:pt x="7208258" y="59048"/>
                  </a:lnTo>
                  <a:lnTo>
                    <a:pt x="7095374" y="45839"/>
                  </a:lnTo>
                  <a:lnTo>
                    <a:pt x="6984367" y="34384"/>
                  </a:lnTo>
                  <a:lnTo>
                    <a:pt x="6878954" y="24718"/>
                  </a:lnTo>
                  <a:lnTo>
                    <a:pt x="6783027" y="16847"/>
                  </a:lnTo>
                  <a:lnTo>
                    <a:pt x="6700154" y="10723"/>
                  </a:lnTo>
                  <a:lnTo>
                    <a:pt x="6633020" y="6234"/>
                  </a:lnTo>
                  <a:lnTo>
                    <a:pt x="6582950" y="3190"/>
                  </a:lnTo>
                  <a:lnTo>
                    <a:pt x="6549620" y="1342"/>
                  </a:lnTo>
                  <a:lnTo>
                    <a:pt x="6531015" y="398"/>
                  </a:lnTo>
                  <a:lnTo>
                    <a:pt x="6523572" y="5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0" y="22"/>
                  </a:lnTo>
                  <a:lnTo>
                    <a:pt x="5518893" y="182"/>
                  </a:lnTo>
                  <a:lnTo>
                    <a:pt x="5500066" y="625"/>
                  </a:lnTo>
                  <a:lnTo>
                    <a:pt x="5466147" y="1497"/>
                  </a:lnTo>
                  <a:lnTo>
                    <a:pt x="5415068" y="2939"/>
                  </a:lnTo>
                  <a:lnTo>
                    <a:pt x="5346533" y="5070"/>
                  </a:lnTo>
                  <a:lnTo>
                    <a:pt x="5261974" y="7978"/>
                  </a:lnTo>
                  <a:lnTo>
                    <a:pt x="5164226" y="11718"/>
                  </a:lnTo>
                  <a:lnTo>
                    <a:pt x="5057020" y="16310"/>
                  </a:lnTo>
                  <a:lnTo>
                    <a:pt x="4944393" y="21749"/>
                  </a:lnTo>
                  <a:lnTo>
                    <a:pt x="4830160" y="28019"/>
                  </a:lnTo>
                  <a:lnTo>
                    <a:pt x="4717548" y="35105"/>
                  </a:lnTo>
                  <a:lnTo>
                    <a:pt x="4609012" y="43001"/>
                  </a:lnTo>
                  <a:lnTo>
                    <a:pt x="4506206" y="51723"/>
                  </a:lnTo>
                  <a:lnTo>
                    <a:pt x="4410066" y="61309"/>
                  </a:lnTo>
                  <a:lnTo>
                    <a:pt x="4320938" y="71825"/>
                  </a:lnTo>
                  <a:lnTo>
                    <a:pt x="4238731" y="83363"/>
                  </a:lnTo>
                  <a:lnTo>
                    <a:pt x="4163044" y="96040"/>
                  </a:lnTo>
                  <a:lnTo>
                    <a:pt x="4093276" y="109993"/>
                  </a:lnTo>
                  <a:lnTo>
                    <a:pt x="4028714" y="125378"/>
                  </a:lnTo>
                  <a:lnTo>
                    <a:pt x="3968590" y="142356"/>
                  </a:lnTo>
                  <a:lnTo>
                    <a:pt x="3912137" y="161078"/>
                  </a:lnTo>
                  <a:lnTo>
                    <a:pt x="3858620" y="181664"/>
                  </a:lnTo>
                  <a:lnTo>
                    <a:pt x="3820202" y="198270"/>
                  </a:lnTo>
                  <a:lnTo>
                    <a:pt x="3764423" y="225176"/>
                  </a:lnTo>
                  <a:lnTo>
                    <a:pt x="3710276" y="254528"/>
                  </a:lnTo>
                  <a:lnTo>
                    <a:pt x="3657211" y="286371"/>
                  </a:lnTo>
                  <a:lnTo>
                    <a:pt x="3604808" y="320683"/>
                  </a:lnTo>
                  <a:lnTo>
                    <a:pt x="3552760" y="357372"/>
                  </a:lnTo>
                  <a:lnTo>
                    <a:pt x="3500847" y="396266"/>
                  </a:lnTo>
                  <a:lnTo>
                    <a:pt x="3448931" y="437114"/>
                  </a:lnTo>
                  <a:lnTo>
                    <a:pt x="3396939" y="479590"/>
                  </a:lnTo>
                  <a:lnTo>
                    <a:pt x="3344850" y="523299"/>
                  </a:lnTo>
                  <a:lnTo>
                    <a:pt x="3292684" y="567792"/>
                  </a:lnTo>
                  <a:lnTo>
                    <a:pt x="3240485" y="612585"/>
                  </a:lnTo>
                  <a:lnTo>
                    <a:pt x="3188308" y="657180"/>
                  </a:lnTo>
                  <a:lnTo>
                    <a:pt x="3136200" y="701089"/>
                  </a:lnTo>
                  <a:lnTo>
                    <a:pt x="3084188" y="743854"/>
                  </a:lnTo>
                  <a:lnTo>
                    <a:pt x="3032260" y="785068"/>
                  </a:lnTo>
                  <a:lnTo>
                    <a:pt x="2980356" y="824389"/>
                  </a:lnTo>
                  <a:lnTo>
                    <a:pt x="2928350" y="861550"/>
                  </a:lnTo>
                  <a:lnTo>
                    <a:pt x="2876043" y="896364"/>
                  </a:lnTo>
                  <a:lnTo>
                    <a:pt x="2823145" y="928721"/>
                  </a:lnTo>
                  <a:lnTo>
                    <a:pt x="2769262" y="958586"/>
                  </a:lnTo>
                  <a:lnTo>
                    <a:pt x="2713873" y="985991"/>
                  </a:lnTo>
                  <a:lnTo>
                    <a:pt x="2702183" y="991353"/>
                  </a:lnTo>
                  <a:lnTo>
                    <a:pt x="2650425" y="1013364"/>
                  </a:lnTo>
                  <a:lnTo>
                    <a:pt x="2596229" y="1033468"/>
                  </a:lnTo>
                  <a:lnTo>
                    <a:pt x="2538915" y="1051735"/>
                  </a:lnTo>
                  <a:lnTo>
                    <a:pt x="2477739" y="1068293"/>
                  </a:lnTo>
                  <a:lnTo>
                    <a:pt x="2411927" y="1083300"/>
                  </a:lnTo>
                  <a:lnTo>
                    <a:pt x="2340722" y="1096915"/>
                  </a:lnTo>
                  <a:lnTo>
                    <a:pt x="2263430" y="1109290"/>
                  </a:lnTo>
                  <a:lnTo>
                    <a:pt x="2179495" y="1120559"/>
                  </a:lnTo>
                  <a:lnTo>
                    <a:pt x="2088582" y="1130832"/>
                  </a:lnTo>
                  <a:lnTo>
                    <a:pt x="1990696" y="1140193"/>
                  </a:lnTo>
                  <a:lnTo>
                    <a:pt x="1886321" y="1148703"/>
                  </a:lnTo>
                  <a:lnTo>
                    <a:pt x="1776563" y="1156393"/>
                  </a:lnTo>
                  <a:lnTo>
                    <a:pt x="1663276" y="1163272"/>
                  </a:lnTo>
                  <a:lnTo>
                    <a:pt x="1549117" y="1169333"/>
                  </a:lnTo>
                  <a:lnTo>
                    <a:pt x="1437488" y="1174559"/>
                  </a:lnTo>
                  <a:lnTo>
                    <a:pt x="1332302" y="1178934"/>
                  </a:lnTo>
                  <a:lnTo>
                    <a:pt x="1237573" y="1182460"/>
                  </a:lnTo>
                  <a:lnTo>
                    <a:pt x="1156859" y="1185165"/>
                  </a:lnTo>
                  <a:lnTo>
                    <a:pt x="1092683" y="1187111"/>
                  </a:lnTo>
                  <a:lnTo>
                    <a:pt x="1046057" y="1188396"/>
                  </a:lnTo>
                  <a:lnTo>
                    <a:pt x="1016233" y="1189145"/>
                  </a:lnTo>
                  <a:lnTo>
                    <a:pt x="1000707" y="1189502"/>
                  </a:lnTo>
                  <a:lnTo>
                    <a:pt x="995414" y="1189614"/>
                  </a:lnTo>
                  <a:lnTo>
                    <a:pt x="994940" y="1189623"/>
                  </a:lnTo>
                  <a:lnTo>
                    <a:pt x="0" y="1189623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83" name="pl882"/>
            <p:cNvSpPr/>
            <p:nvPr/>
          </p:nvSpPr>
          <p:spPr>
            <a:xfrm>
              <a:off x="1199187" y="2971275"/>
              <a:ext cx="12049831" cy="2567910"/>
            </a:xfrm>
            <a:custGeom>
              <a:avLst/>
              <a:pathLst>
                <a:path w="12049831" h="2567910">
                  <a:moveTo>
                    <a:pt x="0" y="1189623"/>
                  </a:moveTo>
                  <a:lnTo>
                    <a:pt x="994940" y="1189623"/>
                  </a:lnTo>
                  <a:lnTo>
                    <a:pt x="996065" y="1189601"/>
                  </a:lnTo>
                  <a:lnTo>
                    <a:pt x="1003492" y="1189441"/>
                  </a:lnTo>
                  <a:lnTo>
                    <a:pt x="1022319" y="1188998"/>
                  </a:lnTo>
                  <a:lnTo>
                    <a:pt x="1056238" y="1188126"/>
                  </a:lnTo>
                  <a:lnTo>
                    <a:pt x="1107317" y="1186684"/>
                  </a:lnTo>
                  <a:lnTo>
                    <a:pt x="1175852" y="1184553"/>
                  </a:lnTo>
                  <a:lnTo>
                    <a:pt x="1260411" y="1181645"/>
                  </a:lnTo>
                  <a:lnTo>
                    <a:pt x="1358159" y="1177905"/>
                  </a:lnTo>
                  <a:lnTo>
                    <a:pt x="1465365" y="1173313"/>
                  </a:lnTo>
                  <a:lnTo>
                    <a:pt x="1577992" y="1167874"/>
                  </a:lnTo>
                  <a:lnTo>
                    <a:pt x="1692225" y="1161603"/>
                  </a:lnTo>
                  <a:lnTo>
                    <a:pt x="1804837" y="1154518"/>
                  </a:lnTo>
                  <a:lnTo>
                    <a:pt x="1913373" y="1146622"/>
                  </a:lnTo>
                  <a:lnTo>
                    <a:pt x="2016179" y="1137900"/>
                  </a:lnTo>
                  <a:lnTo>
                    <a:pt x="2112319" y="1128314"/>
                  </a:lnTo>
                  <a:lnTo>
                    <a:pt x="2201447" y="1117798"/>
                  </a:lnTo>
                  <a:lnTo>
                    <a:pt x="2283654" y="1106259"/>
                  </a:lnTo>
                  <a:lnTo>
                    <a:pt x="2359341" y="1093583"/>
                  </a:lnTo>
                  <a:lnTo>
                    <a:pt x="2429109" y="1079630"/>
                  </a:lnTo>
                  <a:lnTo>
                    <a:pt x="2493671" y="1064245"/>
                  </a:lnTo>
                  <a:lnTo>
                    <a:pt x="2553795" y="1047267"/>
                  </a:lnTo>
                  <a:lnTo>
                    <a:pt x="2610248" y="1028545"/>
                  </a:lnTo>
                  <a:lnTo>
                    <a:pt x="2663765" y="1007959"/>
                  </a:lnTo>
                  <a:lnTo>
                    <a:pt x="2702183" y="991353"/>
                  </a:lnTo>
                  <a:lnTo>
                    <a:pt x="2757962" y="964447"/>
                  </a:lnTo>
                  <a:lnTo>
                    <a:pt x="2812109" y="935095"/>
                  </a:lnTo>
                  <a:lnTo>
                    <a:pt x="2865174" y="903252"/>
                  </a:lnTo>
                  <a:lnTo>
                    <a:pt x="2917577" y="868940"/>
                  </a:lnTo>
                  <a:lnTo>
                    <a:pt x="2969625" y="832251"/>
                  </a:lnTo>
                  <a:lnTo>
                    <a:pt x="3021538" y="793357"/>
                  </a:lnTo>
                  <a:lnTo>
                    <a:pt x="3073454" y="752508"/>
                  </a:lnTo>
                  <a:lnTo>
                    <a:pt x="3125446" y="710032"/>
                  </a:lnTo>
                  <a:lnTo>
                    <a:pt x="3177535" y="666324"/>
                  </a:lnTo>
                  <a:lnTo>
                    <a:pt x="3229701" y="621831"/>
                  </a:lnTo>
                  <a:lnTo>
                    <a:pt x="3281900" y="577038"/>
                  </a:lnTo>
                  <a:lnTo>
                    <a:pt x="3334077" y="532443"/>
                  </a:lnTo>
                  <a:lnTo>
                    <a:pt x="3386185" y="488534"/>
                  </a:lnTo>
                  <a:lnTo>
                    <a:pt x="3438197" y="445769"/>
                  </a:lnTo>
                  <a:lnTo>
                    <a:pt x="3490125" y="404555"/>
                  </a:lnTo>
                  <a:lnTo>
                    <a:pt x="3542029" y="365234"/>
                  </a:lnTo>
                  <a:lnTo>
                    <a:pt x="3594035" y="328073"/>
                  </a:lnTo>
                  <a:lnTo>
                    <a:pt x="3646342" y="293259"/>
                  </a:lnTo>
                  <a:lnTo>
                    <a:pt x="3699240" y="260902"/>
                  </a:lnTo>
                  <a:lnTo>
                    <a:pt x="3753123" y="231037"/>
                  </a:lnTo>
                  <a:lnTo>
                    <a:pt x="3808512" y="203632"/>
                  </a:lnTo>
                  <a:lnTo>
                    <a:pt x="3820202" y="198270"/>
                  </a:lnTo>
                  <a:lnTo>
                    <a:pt x="3871960" y="176259"/>
                  </a:lnTo>
                  <a:lnTo>
                    <a:pt x="3926156" y="156154"/>
                  </a:lnTo>
                  <a:lnTo>
                    <a:pt x="3983470" y="137888"/>
                  </a:lnTo>
                  <a:lnTo>
                    <a:pt x="4044646" y="121330"/>
                  </a:lnTo>
                  <a:lnTo>
                    <a:pt x="4110458" y="106323"/>
                  </a:lnTo>
                  <a:lnTo>
                    <a:pt x="4181663" y="92708"/>
                  </a:lnTo>
                  <a:lnTo>
                    <a:pt x="4258955" y="80333"/>
                  </a:lnTo>
                  <a:lnTo>
                    <a:pt x="4342890" y="69064"/>
                  </a:lnTo>
                  <a:lnTo>
                    <a:pt x="4433803" y="58791"/>
                  </a:lnTo>
                  <a:lnTo>
                    <a:pt x="4531689" y="49430"/>
                  </a:lnTo>
                  <a:lnTo>
                    <a:pt x="4636064" y="40920"/>
                  </a:lnTo>
                  <a:lnTo>
                    <a:pt x="4745822" y="33230"/>
                  </a:lnTo>
                  <a:lnTo>
                    <a:pt x="4859109" y="26351"/>
                  </a:lnTo>
                  <a:lnTo>
                    <a:pt x="4973268" y="20290"/>
                  </a:lnTo>
                  <a:lnTo>
                    <a:pt x="5084897" y="15064"/>
                  </a:lnTo>
                  <a:lnTo>
                    <a:pt x="5190083" y="10689"/>
                  </a:lnTo>
                  <a:lnTo>
                    <a:pt x="5284812" y="7163"/>
                  </a:lnTo>
                  <a:lnTo>
                    <a:pt x="5365526" y="4458"/>
                  </a:lnTo>
                  <a:lnTo>
                    <a:pt x="5429702" y="2512"/>
                  </a:lnTo>
                  <a:lnTo>
                    <a:pt x="5476328" y="1227"/>
                  </a:lnTo>
                  <a:lnTo>
                    <a:pt x="5506152" y="478"/>
                  </a:lnTo>
                  <a:lnTo>
                    <a:pt x="5521678" y="121"/>
                  </a:lnTo>
                  <a:lnTo>
                    <a:pt x="5526971" y="9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72" y="46"/>
                  </a:lnTo>
                  <a:lnTo>
                    <a:pt x="6530649" y="380"/>
                  </a:lnTo>
                  <a:lnTo>
                    <a:pt x="6548857" y="1301"/>
                  </a:lnTo>
                  <a:lnTo>
                    <a:pt x="6581703" y="3118"/>
                  </a:lnTo>
                  <a:lnTo>
                    <a:pt x="6631254" y="6122"/>
                  </a:lnTo>
                  <a:lnTo>
                    <a:pt x="6697884" y="10565"/>
                  </a:lnTo>
                  <a:lnTo>
                    <a:pt x="6780315" y="16636"/>
                  </a:lnTo>
                  <a:lnTo>
                    <a:pt x="6875897" y="24454"/>
                  </a:lnTo>
                  <a:lnTo>
                    <a:pt x="6981081" y="34066"/>
                  </a:lnTo>
                  <a:lnTo>
                    <a:pt x="7091975" y="45466"/>
                  </a:lnTo>
                  <a:lnTo>
                    <a:pt x="7204852" y="58624"/>
                  </a:lnTo>
                  <a:lnTo>
                    <a:pt x="7316513" y="73502"/>
                  </a:lnTo>
                  <a:lnTo>
                    <a:pt x="7424484" y="90089"/>
                  </a:lnTo>
                  <a:lnTo>
                    <a:pt x="7527059" y="108408"/>
                  </a:lnTo>
                  <a:lnTo>
                    <a:pt x="7623231" y="128532"/>
                  </a:lnTo>
                  <a:lnTo>
                    <a:pt x="7712579" y="150588"/>
                  </a:lnTo>
                  <a:lnTo>
                    <a:pt x="7795124" y="174756"/>
                  </a:lnTo>
                  <a:lnTo>
                    <a:pt x="7871205" y="201271"/>
                  </a:lnTo>
                  <a:lnTo>
                    <a:pt x="7941369" y="230411"/>
                  </a:lnTo>
                  <a:lnTo>
                    <a:pt x="8006287" y="262494"/>
                  </a:lnTo>
                  <a:lnTo>
                    <a:pt x="8066692" y="297854"/>
                  </a:lnTo>
                  <a:lnTo>
                    <a:pt x="8123328" y="336817"/>
                  </a:lnTo>
                  <a:lnTo>
                    <a:pt x="8176916" y="379653"/>
                  </a:lnTo>
                  <a:lnTo>
                    <a:pt x="8228113" y="426506"/>
                  </a:lnTo>
                  <a:lnTo>
                    <a:pt x="8229629" y="427985"/>
                  </a:lnTo>
                  <a:lnTo>
                    <a:pt x="8275439" y="475151"/>
                  </a:lnTo>
                  <a:lnTo>
                    <a:pt x="8320080" y="525839"/>
                  </a:lnTo>
                  <a:lnTo>
                    <a:pt x="8363876" y="580121"/>
                  </a:lnTo>
                  <a:lnTo>
                    <a:pt x="8407088" y="638008"/>
                  </a:lnTo>
                  <a:lnTo>
                    <a:pt x="8449920" y="699446"/>
                  </a:lnTo>
                  <a:lnTo>
                    <a:pt x="8492534" y="764308"/>
                  </a:lnTo>
                  <a:lnTo>
                    <a:pt x="8535047" y="832390"/>
                  </a:lnTo>
                  <a:lnTo>
                    <a:pt x="8577543" y="903412"/>
                  </a:lnTo>
                  <a:lnTo>
                    <a:pt x="8620074" y="977018"/>
                  </a:lnTo>
                  <a:lnTo>
                    <a:pt x="8662666" y="1052782"/>
                  </a:lnTo>
                  <a:lnTo>
                    <a:pt x="8705323" y="1130214"/>
                  </a:lnTo>
                  <a:lnTo>
                    <a:pt x="8748032" y="1208779"/>
                  </a:lnTo>
                  <a:lnTo>
                    <a:pt x="8790769" y="1287903"/>
                  </a:lnTo>
                  <a:lnTo>
                    <a:pt x="8833504" y="1366998"/>
                  </a:lnTo>
                  <a:lnTo>
                    <a:pt x="8876209" y="1445475"/>
                  </a:lnTo>
                  <a:lnTo>
                    <a:pt x="8918860" y="1522765"/>
                  </a:lnTo>
                  <a:lnTo>
                    <a:pt x="8961445" y="1598334"/>
                  </a:lnTo>
                  <a:lnTo>
                    <a:pt x="9003972" y="1671701"/>
                  </a:lnTo>
                  <a:lnTo>
                    <a:pt x="9046466" y="1742444"/>
                  </a:lnTo>
                  <a:lnTo>
                    <a:pt x="9088985" y="1810217"/>
                  </a:lnTo>
                  <a:lnTo>
                    <a:pt x="9131614" y="1874745"/>
                  </a:lnTo>
                  <a:lnTo>
                    <a:pt x="9174477" y="1935833"/>
                  </a:lnTo>
                  <a:lnTo>
                    <a:pt x="9217736" y="1993363"/>
                  </a:lnTo>
                  <a:lnTo>
                    <a:pt x="9261604" y="2047285"/>
                  </a:lnTo>
                  <a:lnTo>
                    <a:pt x="9306346" y="2097618"/>
                  </a:lnTo>
                  <a:lnTo>
                    <a:pt x="9347647" y="2139925"/>
                  </a:lnTo>
                  <a:lnTo>
                    <a:pt x="9398781" y="2186900"/>
                  </a:lnTo>
                  <a:lnTo>
                    <a:pt x="9452288" y="2229857"/>
                  </a:lnTo>
                  <a:lnTo>
                    <a:pt x="9508822" y="2268933"/>
                  </a:lnTo>
                  <a:lnTo>
                    <a:pt x="9569102" y="2304397"/>
                  </a:lnTo>
                  <a:lnTo>
                    <a:pt x="9633872" y="2336574"/>
                  </a:lnTo>
                  <a:lnTo>
                    <a:pt x="9703867" y="2365798"/>
                  </a:lnTo>
                  <a:lnTo>
                    <a:pt x="9779761" y="2392388"/>
                  </a:lnTo>
                  <a:lnTo>
                    <a:pt x="9862105" y="2416624"/>
                  </a:lnTo>
                  <a:lnTo>
                    <a:pt x="9951245" y="2438740"/>
                  </a:lnTo>
                  <a:lnTo>
                    <a:pt x="10047214" y="2458921"/>
                  </a:lnTo>
                  <a:lnTo>
                    <a:pt x="10149607" y="2477293"/>
                  </a:lnTo>
                  <a:lnTo>
                    <a:pt x="10257436" y="2493931"/>
                  </a:lnTo>
                  <a:lnTo>
                    <a:pt x="10369018" y="2508862"/>
                  </a:lnTo>
                  <a:lnTo>
                    <a:pt x="10481902" y="2522071"/>
                  </a:lnTo>
                  <a:lnTo>
                    <a:pt x="10592909" y="2533526"/>
                  </a:lnTo>
                  <a:lnTo>
                    <a:pt x="10698323" y="2543192"/>
                  </a:lnTo>
                  <a:lnTo>
                    <a:pt x="10794249" y="2551063"/>
                  </a:lnTo>
                  <a:lnTo>
                    <a:pt x="10877123" y="2557186"/>
                  </a:lnTo>
                  <a:lnTo>
                    <a:pt x="10944257" y="2561676"/>
                  </a:lnTo>
                  <a:lnTo>
                    <a:pt x="10994327" y="2564720"/>
                  </a:lnTo>
                  <a:lnTo>
                    <a:pt x="11027656" y="2566568"/>
                  </a:lnTo>
                  <a:lnTo>
                    <a:pt x="11046261" y="2567512"/>
                  </a:lnTo>
                  <a:lnTo>
                    <a:pt x="11053705" y="2567859"/>
                  </a:lnTo>
                  <a:lnTo>
                    <a:pt x="11054891" y="2567910"/>
                  </a:lnTo>
                  <a:lnTo>
                    <a:pt x="11054891" y="2567910"/>
                  </a:lnTo>
                  <a:lnTo>
                    <a:pt x="12049831" y="2567910"/>
                  </a:lnTo>
                  <a:lnTo>
                    <a:pt x="12049831" y="25679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4" name="pl883"/>
            <p:cNvSpPr/>
            <p:nvPr/>
          </p:nvSpPr>
          <p:spPr>
            <a:xfrm>
              <a:off x="1199187" y="2966034"/>
              <a:ext cx="12049831" cy="2567910"/>
            </a:xfrm>
            <a:custGeom>
              <a:avLst/>
              <a:pathLst>
                <a:path w="12049831" h="2567910">
                  <a:moveTo>
                    <a:pt x="12049831" y="2567910"/>
                  </a:moveTo>
                  <a:lnTo>
                    <a:pt x="11054891" y="2567910"/>
                  </a:lnTo>
                  <a:lnTo>
                    <a:pt x="11053805" y="2567863"/>
                  </a:lnTo>
                  <a:lnTo>
                    <a:pt x="11046628" y="2567530"/>
                  </a:lnTo>
                  <a:lnTo>
                    <a:pt x="11028420" y="2566608"/>
                  </a:lnTo>
                  <a:lnTo>
                    <a:pt x="10995573" y="2564792"/>
                  </a:lnTo>
                  <a:lnTo>
                    <a:pt x="10946022" y="2561788"/>
                  </a:lnTo>
                  <a:lnTo>
                    <a:pt x="10879392" y="2557345"/>
                  </a:lnTo>
                  <a:lnTo>
                    <a:pt x="10796961" y="2551273"/>
                  </a:lnTo>
                  <a:lnTo>
                    <a:pt x="10701380" y="2543456"/>
                  </a:lnTo>
                  <a:lnTo>
                    <a:pt x="10596196" y="2533844"/>
                  </a:lnTo>
                  <a:lnTo>
                    <a:pt x="10485302" y="2522443"/>
                  </a:lnTo>
                  <a:lnTo>
                    <a:pt x="10372425" y="2509286"/>
                  </a:lnTo>
                  <a:lnTo>
                    <a:pt x="10260763" y="2494407"/>
                  </a:lnTo>
                  <a:lnTo>
                    <a:pt x="10152792" y="2477821"/>
                  </a:lnTo>
                  <a:lnTo>
                    <a:pt x="10050218" y="2459502"/>
                  </a:lnTo>
                  <a:lnTo>
                    <a:pt x="9954045" y="2439378"/>
                  </a:lnTo>
                  <a:lnTo>
                    <a:pt x="9864698" y="2417322"/>
                  </a:lnTo>
                  <a:lnTo>
                    <a:pt x="9782152" y="2393153"/>
                  </a:lnTo>
                  <a:lnTo>
                    <a:pt x="9706071" y="2366639"/>
                  </a:lnTo>
                  <a:lnTo>
                    <a:pt x="9635907" y="2337498"/>
                  </a:lnTo>
                  <a:lnTo>
                    <a:pt x="9570989" y="2305416"/>
                  </a:lnTo>
                  <a:lnTo>
                    <a:pt x="9510585" y="2270056"/>
                  </a:lnTo>
                  <a:lnTo>
                    <a:pt x="9453948" y="2231093"/>
                  </a:lnTo>
                  <a:lnTo>
                    <a:pt x="9400360" y="2188257"/>
                  </a:lnTo>
                  <a:lnTo>
                    <a:pt x="9349163" y="2141403"/>
                  </a:lnTo>
                  <a:lnTo>
                    <a:pt x="9347647" y="2139925"/>
                  </a:lnTo>
                  <a:lnTo>
                    <a:pt x="9301838" y="2092759"/>
                  </a:lnTo>
                  <a:lnTo>
                    <a:pt x="9257196" y="2042071"/>
                  </a:lnTo>
                  <a:lnTo>
                    <a:pt x="9213400" y="1987789"/>
                  </a:lnTo>
                  <a:lnTo>
                    <a:pt x="9170189" y="1929901"/>
                  </a:lnTo>
                  <a:lnTo>
                    <a:pt x="9127356" y="1868463"/>
                  </a:lnTo>
                  <a:lnTo>
                    <a:pt x="9084743" y="1803602"/>
                  </a:lnTo>
                  <a:lnTo>
                    <a:pt x="9042230" y="1735520"/>
                  </a:lnTo>
                  <a:lnTo>
                    <a:pt x="8999734" y="1664498"/>
                  </a:lnTo>
                  <a:lnTo>
                    <a:pt x="8957203" y="1590892"/>
                  </a:lnTo>
                  <a:lnTo>
                    <a:pt x="8914611" y="1515128"/>
                  </a:lnTo>
                  <a:lnTo>
                    <a:pt x="8871954" y="1437695"/>
                  </a:lnTo>
                  <a:lnTo>
                    <a:pt x="8829245" y="1359131"/>
                  </a:lnTo>
                  <a:lnTo>
                    <a:pt x="8786508" y="1280007"/>
                  </a:lnTo>
                  <a:lnTo>
                    <a:pt x="8743772" y="1200912"/>
                  </a:lnTo>
                  <a:lnTo>
                    <a:pt x="8701067" y="1122435"/>
                  </a:lnTo>
                  <a:lnTo>
                    <a:pt x="8658417" y="1045145"/>
                  </a:lnTo>
                  <a:lnTo>
                    <a:pt x="8615831" y="969576"/>
                  </a:lnTo>
                  <a:lnTo>
                    <a:pt x="8573305" y="896209"/>
                  </a:lnTo>
                  <a:lnTo>
                    <a:pt x="8530810" y="825465"/>
                  </a:lnTo>
                  <a:lnTo>
                    <a:pt x="8488291" y="757693"/>
                  </a:lnTo>
                  <a:lnTo>
                    <a:pt x="8445662" y="693165"/>
                  </a:lnTo>
                  <a:lnTo>
                    <a:pt x="8402800" y="632076"/>
                  </a:lnTo>
                  <a:lnTo>
                    <a:pt x="8359540" y="574547"/>
                  </a:lnTo>
                  <a:lnTo>
                    <a:pt x="8315672" y="520625"/>
                  </a:lnTo>
                  <a:lnTo>
                    <a:pt x="8270930" y="470292"/>
                  </a:lnTo>
                  <a:lnTo>
                    <a:pt x="8229629" y="427985"/>
                  </a:lnTo>
                  <a:lnTo>
                    <a:pt x="8178495" y="381010"/>
                  </a:lnTo>
                  <a:lnTo>
                    <a:pt x="8124989" y="338053"/>
                  </a:lnTo>
                  <a:lnTo>
                    <a:pt x="8068455" y="298977"/>
                  </a:lnTo>
                  <a:lnTo>
                    <a:pt x="8008175" y="263513"/>
                  </a:lnTo>
                  <a:lnTo>
                    <a:pt x="7943404" y="231336"/>
                  </a:lnTo>
                  <a:lnTo>
                    <a:pt x="7873409" y="202111"/>
                  </a:lnTo>
                  <a:lnTo>
                    <a:pt x="7797515" y="175522"/>
                  </a:lnTo>
                  <a:lnTo>
                    <a:pt x="7715172" y="151286"/>
                  </a:lnTo>
                  <a:lnTo>
                    <a:pt x="7626032" y="129169"/>
                  </a:lnTo>
                  <a:lnTo>
                    <a:pt x="7530062" y="108989"/>
                  </a:lnTo>
                  <a:lnTo>
                    <a:pt x="7427670" y="90617"/>
                  </a:lnTo>
                  <a:lnTo>
                    <a:pt x="7319840" y="73978"/>
                  </a:lnTo>
                  <a:lnTo>
                    <a:pt x="7208258" y="59048"/>
                  </a:lnTo>
                  <a:lnTo>
                    <a:pt x="7095374" y="45839"/>
                  </a:lnTo>
                  <a:lnTo>
                    <a:pt x="6984367" y="34384"/>
                  </a:lnTo>
                  <a:lnTo>
                    <a:pt x="6878954" y="24718"/>
                  </a:lnTo>
                  <a:lnTo>
                    <a:pt x="6783027" y="16847"/>
                  </a:lnTo>
                  <a:lnTo>
                    <a:pt x="6700154" y="10723"/>
                  </a:lnTo>
                  <a:lnTo>
                    <a:pt x="6633020" y="6234"/>
                  </a:lnTo>
                  <a:lnTo>
                    <a:pt x="6582950" y="3190"/>
                  </a:lnTo>
                  <a:lnTo>
                    <a:pt x="6549620" y="1342"/>
                  </a:lnTo>
                  <a:lnTo>
                    <a:pt x="6531015" y="398"/>
                  </a:lnTo>
                  <a:lnTo>
                    <a:pt x="6523572" y="51"/>
                  </a:lnTo>
                  <a:lnTo>
                    <a:pt x="652238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0" y="22"/>
                  </a:lnTo>
                  <a:lnTo>
                    <a:pt x="5518893" y="182"/>
                  </a:lnTo>
                  <a:lnTo>
                    <a:pt x="5500066" y="625"/>
                  </a:lnTo>
                  <a:lnTo>
                    <a:pt x="5466147" y="1497"/>
                  </a:lnTo>
                  <a:lnTo>
                    <a:pt x="5415068" y="2939"/>
                  </a:lnTo>
                  <a:lnTo>
                    <a:pt x="5346533" y="5070"/>
                  </a:lnTo>
                  <a:lnTo>
                    <a:pt x="5261974" y="7978"/>
                  </a:lnTo>
                  <a:lnTo>
                    <a:pt x="5164226" y="11718"/>
                  </a:lnTo>
                  <a:lnTo>
                    <a:pt x="5057020" y="16310"/>
                  </a:lnTo>
                  <a:lnTo>
                    <a:pt x="4944393" y="21749"/>
                  </a:lnTo>
                  <a:lnTo>
                    <a:pt x="4830160" y="28019"/>
                  </a:lnTo>
                  <a:lnTo>
                    <a:pt x="4717548" y="35105"/>
                  </a:lnTo>
                  <a:lnTo>
                    <a:pt x="4609012" y="43001"/>
                  </a:lnTo>
                  <a:lnTo>
                    <a:pt x="4506206" y="51723"/>
                  </a:lnTo>
                  <a:lnTo>
                    <a:pt x="4410066" y="61309"/>
                  </a:lnTo>
                  <a:lnTo>
                    <a:pt x="4320938" y="71825"/>
                  </a:lnTo>
                  <a:lnTo>
                    <a:pt x="4238731" y="83363"/>
                  </a:lnTo>
                  <a:lnTo>
                    <a:pt x="4163044" y="96040"/>
                  </a:lnTo>
                  <a:lnTo>
                    <a:pt x="4093276" y="109993"/>
                  </a:lnTo>
                  <a:lnTo>
                    <a:pt x="4028714" y="125378"/>
                  </a:lnTo>
                  <a:lnTo>
                    <a:pt x="3968590" y="142356"/>
                  </a:lnTo>
                  <a:lnTo>
                    <a:pt x="3912137" y="161078"/>
                  </a:lnTo>
                  <a:lnTo>
                    <a:pt x="3858620" y="181664"/>
                  </a:lnTo>
                  <a:lnTo>
                    <a:pt x="3820202" y="198270"/>
                  </a:lnTo>
                  <a:lnTo>
                    <a:pt x="3764423" y="225176"/>
                  </a:lnTo>
                  <a:lnTo>
                    <a:pt x="3710276" y="254528"/>
                  </a:lnTo>
                  <a:lnTo>
                    <a:pt x="3657211" y="286371"/>
                  </a:lnTo>
                  <a:lnTo>
                    <a:pt x="3604808" y="320683"/>
                  </a:lnTo>
                  <a:lnTo>
                    <a:pt x="3552760" y="357372"/>
                  </a:lnTo>
                  <a:lnTo>
                    <a:pt x="3500847" y="396266"/>
                  </a:lnTo>
                  <a:lnTo>
                    <a:pt x="3448931" y="437114"/>
                  </a:lnTo>
                  <a:lnTo>
                    <a:pt x="3396939" y="479590"/>
                  </a:lnTo>
                  <a:lnTo>
                    <a:pt x="3344850" y="523299"/>
                  </a:lnTo>
                  <a:lnTo>
                    <a:pt x="3292684" y="567792"/>
                  </a:lnTo>
                  <a:lnTo>
                    <a:pt x="3240485" y="612585"/>
                  </a:lnTo>
                  <a:lnTo>
                    <a:pt x="3188308" y="657180"/>
                  </a:lnTo>
                  <a:lnTo>
                    <a:pt x="3136200" y="701089"/>
                  </a:lnTo>
                  <a:lnTo>
                    <a:pt x="3084188" y="743854"/>
                  </a:lnTo>
                  <a:lnTo>
                    <a:pt x="3032260" y="785068"/>
                  </a:lnTo>
                  <a:lnTo>
                    <a:pt x="2980356" y="824389"/>
                  </a:lnTo>
                  <a:lnTo>
                    <a:pt x="2928350" y="861550"/>
                  </a:lnTo>
                  <a:lnTo>
                    <a:pt x="2876043" y="896364"/>
                  </a:lnTo>
                  <a:lnTo>
                    <a:pt x="2823145" y="928721"/>
                  </a:lnTo>
                  <a:lnTo>
                    <a:pt x="2769262" y="958586"/>
                  </a:lnTo>
                  <a:lnTo>
                    <a:pt x="2713873" y="985991"/>
                  </a:lnTo>
                  <a:lnTo>
                    <a:pt x="2702183" y="991353"/>
                  </a:lnTo>
                  <a:lnTo>
                    <a:pt x="2650425" y="1013364"/>
                  </a:lnTo>
                  <a:lnTo>
                    <a:pt x="2596229" y="1033468"/>
                  </a:lnTo>
                  <a:lnTo>
                    <a:pt x="2538915" y="1051735"/>
                  </a:lnTo>
                  <a:lnTo>
                    <a:pt x="2477739" y="1068293"/>
                  </a:lnTo>
                  <a:lnTo>
                    <a:pt x="2411927" y="1083300"/>
                  </a:lnTo>
                  <a:lnTo>
                    <a:pt x="2340722" y="1096915"/>
                  </a:lnTo>
                  <a:lnTo>
                    <a:pt x="2263430" y="1109290"/>
                  </a:lnTo>
                  <a:lnTo>
                    <a:pt x="2179495" y="1120559"/>
                  </a:lnTo>
                  <a:lnTo>
                    <a:pt x="2088582" y="1130832"/>
                  </a:lnTo>
                  <a:lnTo>
                    <a:pt x="1990696" y="1140193"/>
                  </a:lnTo>
                  <a:lnTo>
                    <a:pt x="1886321" y="1148703"/>
                  </a:lnTo>
                  <a:lnTo>
                    <a:pt x="1776563" y="1156393"/>
                  </a:lnTo>
                  <a:lnTo>
                    <a:pt x="1663276" y="1163272"/>
                  </a:lnTo>
                  <a:lnTo>
                    <a:pt x="1549117" y="1169333"/>
                  </a:lnTo>
                  <a:lnTo>
                    <a:pt x="1437488" y="1174559"/>
                  </a:lnTo>
                  <a:lnTo>
                    <a:pt x="1332302" y="1178934"/>
                  </a:lnTo>
                  <a:lnTo>
                    <a:pt x="1237573" y="1182460"/>
                  </a:lnTo>
                  <a:lnTo>
                    <a:pt x="1156859" y="1185165"/>
                  </a:lnTo>
                  <a:lnTo>
                    <a:pt x="1092683" y="1187111"/>
                  </a:lnTo>
                  <a:lnTo>
                    <a:pt x="1046057" y="1188396"/>
                  </a:lnTo>
                  <a:lnTo>
                    <a:pt x="1016233" y="1189145"/>
                  </a:lnTo>
                  <a:lnTo>
                    <a:pt x="1000707" y="1189502"/>
                  </a:lnTo>
                  <a:lnTo>
                    <a:pt x="995414" y="1189614"/>
                  </a:lnTo>
                  <a:lnTo>
                    <a:pt x="994940" y="1189623"/>
                  </a:lnTo>
                  <a:lnTo>
                    <a:pt x="0" y="1189623"/>
                  </a:lnTo>
                  <a:lnTo>
                    <a:pt x="0" y="11896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5" name="pg884"/>
            <p:cNvSpPr/>
            <p:nvPr/>
          </p:nvSpPr>
          <p:spPr>
            <a:xfrm>
              <a:off x="1199187" y="2986996"/>
              <a:ext cx="12049831" cy="2882348"/>
            </a:xfrm>
            <a:custGeom>
              <a:avLst/>
              <a:pathLst>
                <a:path w="12049831" h="2882348">
                  <a:moveTo>
                    <a:pt x="0" y="1179142"/>
                  </a:moveTo>
                  <a:lnTo>
                    <a:pt x="994940" y="1179142"/>
                  </a:lnTo>
                  <a:lnTo>
                    <a:pt x="996065" y="1179120"/>
                  </a:lnTo>
                  <a:lnTo>
                    <a:pt x="1003495" y="1178962"/>
                  </a:lnTo>
                  <a:lnTo>
                    <a:pt x="1022326" y="1178525"/>
                  </a:lnTo>
                  <a:lnTo>
                    <a:pt x="1056252" y="1177664"/>
                  </a:lnTo>
                  <a:lnTo>
                    <a:pt x="1107344" y="1176241"/>
                  </a:lnTo>
                  <a:lnTo>
                    <a:pt x="1175892" y="1174138"/>
                  </a:lnTo>
                  <a:lnTo>
                    <a:pt x="1260467" y="1171267"/>
                  </a:lnTo>
                  <a:lnTo>
                    <a:pt x="1358232" y="1167575"/>
                  </a:lnTo>
                  <a:lnTo>
                    <a:pt x="1465452" y="1163043"/>
                  </a:lnTo>
                  <a:lnTo>
                    <a:pt x="1578092" y="1157675"/>
                  </a:lnTo>
                  <a:lnTo>
                    <a:pt x="1692335" y="1151486"/>
                  </a:lnTo>
                  <a:lnTo>
                    <a:pt x="1804953" y="1144493"/>
                  </a:lnTo>
                  <a:lnTo>
                    <a:pt x="1913493" y="1136700"/>
                  </a:lnTo>
                  <a:lnTo>
                    <a:pt x="2016300" y="1128092"/>
                  </a:lnTo>
                  <a:lnTo>
                    <a:pt x="2112441" y="1118630"/>
                  </a:lnTo>
                  <a:lnTo>
                    <a:pt x="2201567" y="1108250"/>
                  </a:lnTo>
                  <a:lnTo>
                    <a:pt x="2283771" y="1096862"/>
                  </a:lnTo>
                  <a:lnTo>
                    <a:pt x="2359455" y="1084350"/>
                  </a:lnTo>
                  <a:lnTo>
                    <a:pt x="2429220" y="1070578"/>
                  </a:lnTo>
                  <a:lnTo>
                    <a:pt x="2493780" y="1055393"/>
                  </a:lnTo>
                  <a:lnTo>
                    <a:pt x="2553901" y="1038635"/>
                  </a:lnTo>
                  <a:lnTo>
                    <a:pt x="2610354" y="1020155"/>
                  </a:lnTo>
                  <a:lnTo>
                    <a:pt x="2663870" y="999836"/>
                  </a:lnTo>
                  <a:lnTo>
                    <a:pt x="2702183" y="983492"/>
                  </a:lnTo>
                  <a:lnTo>
                    <a:pt x="2758083" y="956881"/>
                  </a:lnTo>
                  <a:lnTo>
                    <a:pt x="2812345" y="927844"/>
                  </a:lnTo>
                  <a:lnTo>
                    <a:pt x="2865523" y="896339"/>
                  </a:lnTo>
                  <a:lnTo>
                    <a:pt x="2918038" y="862387"/>
                  </a:lnTo>
                  <a:lnTo>
                    <a:pt x="2970199" y="826080"/>
                  </a:lnTo>
                  <a:lnTo>
                    <a:pt x="3022226" y="787590"/>
                  </a:lnTo>
                  <a:lnTo>
                    <a:pt x="3074257" y="747167"/>
                  </a:lnTo>
                  <a:lnTo>
                    <a:pt x="3126366" y="705136"/>
                  </a:lnTo>
                  <a:lnTo>
                    <a:pt x="3178572" y="661891"/>
                  </a:lnTo>
                  <a:lnTo>
                    <a:pt x="3230855" y="617878"/>
                  </a:lnTo>
                  <a:lnTo>
                    <a:pt x="3283169" y="573579"/>
                  </a:lnTo>
                  <a:lnTo>
                    <a:pt x="3335460" y="529487"/>
                  </a:lnTo>
                  <a:lnTo>
                    <a:pt x="3387681" y="486088"/>
                  </a:lnTo>
                  <a:lnTo>
                    <a:pt x="3439805" y="443835"/>
                  </a:lnTo>
                  <a:lnTo>
                    <a:pt x="3491845" y="403131"/>
                  </a:lnTo>
                  <a:lnTo>
                    <a:pt x="3543865" y="364314"/>
                  </a:lnTo>
                  <a:lnTo>
                    <a:pt x="3595992" y="327644"/>
                  </a:lnTo>
                  <a:lnTo>
                    <a:pt x="3648432" y="293308"/>
                  </a:lnTo>
                  <a:lnTo>
                    <a:pt x="3701479" y="261408"/>
                  </a:lnTo>
                  <a:lnTo>
                    <a:pt x="3755535" y="231978"/>
                  </a:lnTo>
                  <a:lnTo>
                    <a:pt x="3811129" y="204985"/>
                  </a:lnTo>
                  <a:lnTo>
                    <a:pt x="3820202" y="200890"/>
                  </a:lnTo>
                  <a:lnTo>
                    <a:pt x="3871965" y="179169"/>
                  </a:lnTo>
                  <a:lnTo>
                    <a:pt x="3926166" y="159328"/>
                  </a:lnTo>
                  <a:lnTo>
                    <a:pt x="3983485" y="141302"/>
                  </a:lnTo>
                  <a:lnTo>
                    <a:pt x="4044668" y="124961"/>
                  </a:lnTo>
                  <a:lnTo>
                    <a:pt x="4110488" y="110153"/>
                  </a:lnTo>
                  <a:lnTo>
                    <a:pt x="4181702" y="96717"/>
                  </a:lnTo>
                  <a:lnTo>
                    <a:pt x="4259004" y="84505"/>
                  </a:lnTo>
                  <a:lnTo>
                    <a:pt x="4342951" y="73385"/>
                  </a:lnTo>
                  <a:lnTo>
                    <a:pt x="4433877" y="63247"/>
                  </a:lnTo>
                  <a:lnTo>
                    <a:pt x="4531777" y="54009"/>
                  </a:lnTo>
                  <a:lnTo>
                    <a:pt x="4636167" y="45612"/>
                  </a:lnTo>
                  <a:lnTo>
                    <a:pt x="4745939" y="38024"/>
                  </a:lnTo>
                  <a:lnTo>
                    <a:pt x="4859239" y="31236"/>
                  </a:lnTo>
                  <a:lnTo>
                    <a:pt x="4973407" y="25255"/>
                  </a:lnTo>
                  <a:lnTo>
                    <a:pt x="5085040" y="20099"/>
                  </a:lnTo>
                  <a:lnTo>
                    <a:pt x="5190224" y="15783"/>
                  </a:lnTo>
                  <a:lnTo>
                    <a:pt x="5284944" y="12305"/>
                  </a:lnTo>
                  <a:lnTo>
                    <a:pt x="5365641" y="9636"/>
                  </a:lnTo>
                  <a:lnTo>
                    <a:pt x="5429794" y="7717"/>
                  </a:lnTo>
                  <a:lnTo>
                    <a:pt x="5476394" y="6450"/>
                  </a:lnTo>
                  <a:lnTo>
                    <a:pt x="5506193" y="5711"/>
                  </a:lnTo>
                  <a:lnTo>
                    <a:pt x="5521696" y="5359"/>
                  </a:lnTo>
                  <a:lnTo>
                    <a:pt x="5526975" y="524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60" y="5292"/>
                  </a:lnTo>
                  <a:lnTo>
                    <a:pt x="6530559" y="5662"/>
                  </a:lnTo>
                  <a:lnTo>
                    <a:pt x="6548577" y="6682"/>
                  </a:lnTo>
                  <a:lnTo>
                    <a:pt x="6581092" y="8695"/>
                  </a:lnTo>
                  <a:lnTo>
                    <a:pt x="6630170" y="12023"/>
                  </a:lnTo>
                  <a:lnTo>
                    <a:pt x="6696209" y="16946"/>
                  </a:lnTo>
                  <a:lnTo>
                    <a:pt x="6777976" y="23678"/>
                  </a:lnTo>
                  <a:lnTo>
                    <a:pt x="6872880" y="32348"/>
                  </a:lnTo>
                  <a:lnTo>
                    <a:pt x="6977426" y="43013"/>
                  </a:lnTo>
                  <a:lnTo>
                    <a:pt x="7087771" y="55668"/>
                  </a:lnTo>
                  <a:lnTo>
                    <a:pt x="7200214" y="70279"/>
                  </a:lnTo>
                  <a:lnTo>
                    <a:pt x="7311567" y="86804"/>
                  </a:lnTo>
                  <a:lnTo>
                    <a:pt x="7419350" y="105229"/>
                  </a:lnTo>
                  <a:lnTo>
                    <a:pt x="7521842" y="125578"/>
                  </a:lnTo>
                  <a:lnTo>
                    <a:pt x="7618016" y="147929"/>
                  </a:lnTo>
                  <a:lnTo>
                    <a:pt x="7707427" y="172418"/>
                  </a:lnTo>
                  <a:lnTo>
                    <a:pt x="7790075" y="199243"/>
                  </a:lnTo>
                  <a:lnTo>
                    <a:pt x="7866278" y="228658"/>
                  </a:lnTo>
                  <a:lnTo>
                    <a:pt x="7936566" y="260972"/>
                  </a:lnTo>
                  <a:lnTo>
                    <a:pt x="8001598" y="296531"/>
                  </a:lnTo>
                  <a:lnTo>
                    <a:pt x="8062095" y="335706"/>
                  </a:lnTo>
                  <a:lnTo>
                    <a:pt x="8118794" y="378862"/>
                  </a:lnTo>
                  <a:lnTo>
                    <a:pt x="8172411" y="426304"/>
                  </a:lnTo>
                  <a:lnTo>
                    <a:pt x="8223602" y="478208"/>
                  </a:lnTo>
                  <a:lnTo>
                    <a:pt x="8229629" y="484758"/>
                  </a:lnTo>
                  <a:lnTo>
                    <a:pt x="8273617" y="535397"/>
                  </a:lnTo>
                  <a:lnTo>
                    <a:pt x="8316515" y="589666"/>
                  </a:lnTo>
                  <a:lnTo>
                    <a:pt x="8358614" y="647640"/>
                  </a:lnTo>
                  <a:lnTo>
                    <a:pt x="8400148" y="709337"/>
                  </a:lnTo>
                  <a:lnTo>
                    <a:pt x="8441306" y="774712"/>
                  </a:lnTo>
                  <a:lnTo>
                    <a:pt x="8482236" y="843653"/>
                  </a:lnTo>
                  <a:lnTo>
                    <a:pt x="8523050" y="915975"/>
                  </a:lnTo>
                  <a:lnTo>
                    <a:pt x="8563831" y="991422"/>
                  </a:lnTo>
                  <a:lnTo>
                    <a:pt x="8604631" y="1069662"/>
                  </a:lnTo>
                  <a:lnTo>
                    <a:pt x="8645482" y="1150297"/>
                  </a:lnTo>
                  <a:lnTo>
                    <a:pt x="8686393" y="1232864"/>
                  </a:lnTo>
                  <a:lnTo>
                    <a:pt x="8727359" y="1316851"/>
                  </a:lnTo>
                  <a:lnTo>
                    <a:pt x="8768362" y="1401705"/>
                  </a:lnTo>
                  <a:lnTo>
                    <a:pt x="8809379" y="1486848"/>
                  </a:lnTo>
                  <a:lnTo>
                    <a:pt x="8850382" y="1571695"/>
                  </a:lnTo>
                  <a:lnTo>
                    <a:pt x="8891347" y="1655669"/>
                  </a:lnTo>
                  <a:lnTo>
                    <a:pt x="8932258" y="1738217"/>
                  </a:lnTo>
                  <a:lnTo>
                    <a:pt x="8973108" y="1818827"/>
                  </a:lnTo>
                  <a:lnTo>
                    <a:pt x="9013908" y="1897038"/>
                  </a:lnTo>
                  <a:lnTo>
                    <a:pt x="9054688" y="1972451"/>
                  </a:lnTo>
                  <a:lnTo>
                    <a:pt x="9095504" y="2044736"/>
                  </a:lnTo>
                  <a:lnTo>
                    <a:pt x="9136435" y="2113638"/>
                  </a:lnTo>
                  <a:lnTo>
                    <a:pt x="9177597" y="2178971"/>
                  </a:lnTo>
                  <a:lnTo>
                    <a:pt x="9219136" y="2240626"/>
                  </a:lnTo>
                  <a:lnTo>
                    <a:pt x="9261243" y="2298558"/>
                  </a:lnTo>
                  <a:lnTo>
                    <a:pt x="9304152" y="2352786"/>
                  </a:lnTo>
                  <a:lnTo>
                    <a:pt x="9347647" y="2402830"/>
                  </a:lnTo>
                  <a:lnTo>
                    <a:pt x="9398586" y="2455273"/>
                  </a:lnTo>
                  <a:lnTo>
                    <a:pt x="9451877" y="2503247"/>
                  </a:lnTo>
                  <a:lnTo>
                    <a:pt x="9508168" y="2546904"/>
                  </a:lnTo>
                  <a:lnTo>
                    <a:pt x="9568169" y="2586540"/>
                  </a:lnTo>
                  <a:lnTo>
                    <a:pt x="9632616" y="2622514"/>
                  </a:lnTo>
                  <a:lnTo>
                    <a:pt x="9702235" y="2655200"/>
                  </a:lnTo>
                  <a:lnTo>
                    <a:pt x="9777695" y="2684947"/>
                  </a:lnTo>
                  <a:lnTo>
                    <a:pt x="9859544" y="2712069"/>
                  </a:lnTo>
                  <a:lnTo>
                    <a:pt x="9948133" y="2736828"/>
                  </a:lnTo>
                  <a:lnTo>
                    <a:pt x="10043507" y="2759427"/>
                  </a:lnTo>
                  <a:lnTo>
                    <a:pt x="10145279" y="2780012"/>
                  </a:lnTo>
                  <a:lnTo>
                    <a:pt x="10252503" y="2798666"/>
                  </a:lnTo>
                  <a:lnTo>
                    <a:pt x="10363542" y="2815421"/>
                  </a:lnTo>
                  <a:lnTo>
                    <a:pt x="10476009" y="2830264"/>
                  </a:lnTo>
                  <a:lnTo>
                    <a:pt x="10586795" y="2843156"/>
                  </a:lnTo>
                  <a:lnTo>
                    <a:pt x="10692245" y="2854062"/>
                  </a:lnTo>
                  <a:lnTo>
                    <a:pt x="10788506" y="2862971"/>
                  </a:lnTo>
                  <a:lnTo>
                    <a:pt x="10872016" y="2869931"/>
                  </a:lnTo>
                  <a:lnTo>
                    <a:pt x="10940044" y="2875062"/>
                  </a:lnTo>
                  <a:lnTo>
                    <a:pt x="10991176" y="2878569"/>
                  </a:lnTo>
                  <a:lnTo>
                    <a:pt x="11025608" y="2880723"/>
                  </a:lnTo>
                  <a:lnTo>
                    <a:pt x="11045210" y="2881845"/>
                  </a:lnTo>
                  <a:lnTo>
                    <a:pt x="11053389" y="2882275"/>
                  </a:lnTo>
                  <a:lnTo>
                    <a:pt x="11054891" y="2882348"/>
                  </a:lnTo>
                  <a:lnTo>
                    <a:pt x="12049831" y="2882348"/>
                  </a:lnTo>
                  <a:lnTo>
                    <a:pt x="12049831" y="2877108"/>
                  </a:lnTo>
                  <a:lnTo>
                    <a:pt x="11054891" y="2877108"/>
                  </a:lnTo>
                  <a:lnTo>
                    <a:pt x="11053816" y="2877056"/>
                  </a:lnTo>
                  <a:lnTo>
                    <a:pt x="11046717" y="2876686"/>
                  </a:lnTo>
                  <a:lnTo>
                    <a:pt x="11028700" y="2875665"/>
                  </a:lnTo>
                  <a:lnTo>
                    <a:pt x="10996184" y="2873653"/>
                  </a:lnTo>
                  <a:lnTo>
                    <a:pt x="10947107" y="2870325"/>
                  </a:lnTo>
                  <a:lnTo>
                    <a:pt x="10881068" y="2865401"/>
                  </a:lnTo>
                  <a:lnTo>
                    <a:pt x="10799300" y="2858670"/>
                  </a:lnTo>
                  <a:lnTo>
                    <a:pt x="10704397" y="2850000"/>
                  </a:lnTo>
                  <a:lnTo>
                    <a:pt x="10599850" y="2839335"/>
                  </a:lnTo>
                  <a:lnTo>
                    <a:pt x="10489505" y="2826679"/>
                  </a:lnTo>
                  <a:lnTo>
                    <a:pt x="10377063" y="2812069"/>
                  </a:lnTo>
                  <a:lnTo>
                    <a:pt x="10265710" y="2795543"/>
                  </a:lnTo>
                  <a:lnTo>
                    <a:pt x="10157926" y="2777118"/>
                  </a:lnTo>
                  <a:lnTo>
                    <a:pt x="10055434" y="2756769"/>
                  </a:lnTo>
                  <a:lnTo>
                    <a:pt x="9959260" y="2734419"/>
                  </a:lnTo>
                  <a:lnTo>
                    <a:pt x="9869849" y="2709930"/>
                  </a:lnTo>
                  <a:lnTo>
                    <a:pt x="9787202" y="2683105"/>
                  </a:lnTo>
                  <a:lnTo>
                    <a:pt x="9710999" y="2653689"/>
                  </a:lnTo>
                  <a:lnTo>
                    <a:pt x="9640710" y="2621376"/>
                  </a:lnTo>
                  <a:lnTo>
                    <a:pt x="9575678" y="2585817"/>
                  </a:lnTo>
                  <a:lnTo>
                    <a:pt x="9515182" y="2546641"/>
                  </a:lnTo>
                  <a:lnTo>
                    <a:pt x="9458482" y="2503486"/>
                  </a:lnTo>
                  <a:lnTo>
                    <a:pt x="9404866" y="2456044"/>
                  </a:lnTo>
                  <a:lnTo>
                    <a:pt x="9353675" y="2404140"/>
                  </a:lnTo>
                  <a:lnTo>
                    <a:pt x="9347647" y="2397590"/>
                  </a:lnTo>
                  <a:lnTo>
                    <a:pt x="9303660" y="2346951"/>
                  </a:lnTo>
                  <a:lnTo>
                    <a:pt x="9260762" y="2292682"/>
                  </a:lnTo>
                  <a:lnTo>
                    <a:pt x="9218663" y="2234708"/>
                  </a:lnTo>
                  <a:lnTo>
                    <a:pt x="9177129" y="2173011"/>
                  </a:lnTo>
                  <a:lnTo>
                    <a:pt x="9135971" y="2107636"/>
                  </a:lnTo>
                  <a:lnTo>
                    <a:pt x="9095041" y="2038695"/>
                  </a:lnTo>
                  <a:lnTo>
                    <a:pt x="9054226" y="1966372"/>
                  </a:lnTo>
                  <a:lnTo>
                    <a:pt x="9013446" y="1890926"/>
                  </a:lnTo>
                  <a:lnTo>
                    <a:pt x="8972645" y="1812685"/>
                  </a:lnTo>
                  <a:lnTo>
                    <a:pt x="8931795" y="1732051"/>
                  </a:lnTo>
                  <a:lnTo>
                    <a:pt x="8890884" y="1649483"/>
                  </a:lnTo>
                  <a:lnTo>
                    <a:pt x="8849918" y="1565497"/>
                  </a:lnTo>
                  <a:lnTo>
                    <a:pt x="8808914" y="1480643"/>
                  </a:lnTo>
                  <a:lnTo>
                    <a:pt x="8767898" y="1395500"/>
                  </a:lnTo>
                  <a:lnTo>
                    <a:pt x="8726894" y="1310653"/>
                  </a:lnTo>
                  <a:lnTo>
                    <a:pt x="8685929" y="1226679"/>
                  </a:lnTo>
                  <a:lnTo>
                    <a:pt x="8645019" y="1144131"/>
                  </a:lnTo>
                  <a:lnTo>
                    <a:pt x="8604169" y="1063521"/>
                  </a:lnTo>
                  <a:lnTo>
                    <a:pt x="8563369" y="985310"/>
                  </a:lnTo>
                  <a:lnTo>
                    <a:pt x="8522588" y="909897"/>
                  </a:lnTo>
                  <a:lnTo>
                    <a:pt x="8481773" y="837612"/>
                  </a:lnTo>
                  <a:lnTo>
                    <a:pt x="8440841" y="768710"/>
                  </a:lnTo>
                  <a:lnTo>
                    <a:pt x="8399680" y="703376"/>
                  </a:lnTo>
                  <a:lnTo>
                    <a:pt x="8358140" y="641721"/>
                  </a:lnTo>
                  <a:lnTo>
                    <a:pt x="8316034" y="583790"/>
                  </a:lnTo>
                  <a:lnTo>
                    <a:pt x="8273125" y="529562"/>
                  </a:lnTo>
                  <a:lnTo>
                    <a:pt x="8229629" y="479518"/>
                  </a:lnTo>
                  <a:lnTo>
                    <a:pt x="8178691" y="427075"/>
                  </a:lnTo>
                  <a:lnTo>
                    <a:pt x="8125399" y="379101"/>
                  </a:lnTo>
                  <a:lnTo>
                    <a:pt x="8069108" y="335444"/>
                  </a:lnTo>
                  <a:lnTo>
                    <a:pt x="8009108" y="295808"/>
                  </a:lnTo>
                  <a:lnTo>
                    <a:pt x="7944661" y="259833"/>
                  </a:lnTo>
                  <a:lnTo>
                    <a:pt x="7875042" y="227148"/>
                  </a:lnTo>
                  <a:lnTo>
                    <a:pt x="7799582" y="197401"/>
                  </a:lnTo>
                  <a:lnTo>
                    <a:pt x="7717732" y="170279"/>
                  </a:lnTo>
                  <a:lnTo>
                    <a:pt x="7629143" y="145520"/>
                  </a:lnTo>
                  <a:lnTo>
                    <a:pt x="7533770" y="122921"/>
                  </a:lnTo>
                  <a:lnTo>
                    <a:pt x="7431997" y="102336"/>
                  </a:lnTo>
                  <a:lnTo>
                    <a:pt x="7324774" y="83681"/>
                  </a:lnTo>
                  <a:lnTo>
                    <a:pt x="7213735" y="66927"/>
                  </a:lnTo>
                  <a:lnTo>
                    <a:pt x="7101267" y="52084"/>
                  </a:lnTo>
                  <a:lnTo>
                    <a:pt x="6990481" y="39191"/>
                  </a:lnTo>
                  <a:lnTo>
                    <a:pt x="6885031" y="28286"/>
                  </a:lnTo>
                  <a:lnTo>
                    <a:pt x="6788770" y="19376"/>
                  </a:lnTo>
                  <a:lnTo>
                    <a:pt x="6705261" y="12417"/>
                  </a:lnTo>
                  <a:lnTo>
                    <a:pt x="6637233" y="7285"/>
                  </a:lnTo>
                  <a:lnTo>
                    <a:pt x="6586100" y="3779"/>
                  </a:lnTo>
                  <a:lnTo>
                    <a:pt x="6551668" y="1625"/>
                  </a:lnTo>
                  <a:lnTo>
                    <a:pt x="6532067" y="503"/>
                  </a:lnTo>
                  <a:lnTo>
                    <a:pt x="6523888" y="7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0" y="22"/>
                  </a:lnTo>
                  <a:lnTo>
                    <a:pt x="5518890" y="180"/>
                  </a:lnTo>
                  <a:lnTo>
                    <a:pt x="5500059" y="617"/>
                  </a:lnTo>
                  <a:lnTo>
                    <a:pt x="5466133" y="1478"/>
                  </a:lnTo>
                  <a:lnTo>
                    <a:pt x="5415041" y="2901"/>
                  </a:lnTo>
                  <a:lnTo>
                    <a:pt x="5346493" y="5004"/>
                  </a:lnTo>
                  <a:lnTo>
                    <a:pt x="5261918" y="7875"/>
                  </a:lnTo>
                  <a:lnTo>
                    <a:pt x="5164153" y="11566"/>
                  </a:lnTo>
                  <a:lnTo>
                    <a:pt x="5056933" y="16098"/>
                  </a:lnTo>
                  <a:lnTo>
                    <a:pt x="4944293" y="21467"/>
                  </a:lnTo>
                  <a:lnTo>
                    <a:pt x="4830050" y="27655"/>
                  </a:lnTo>
                  <a:lnTo>
                    <a:pt x="4717432" y="34649"/>
                  </a:lnTo>
                  <a:lnTo>
                    <a:pt x="4608892" y="42442"/>
                  </a:lnTo>
                  <a:lnTo>
                    <a:pt x="4506085" y="51050"/>
                  </a:lnTo>
                  <a:lnTo>
                    <a:pt x="4409944" y="60512"/>
                  </a:lnTo>
                  <a:lnTo>
                    <a:pt x="4320818" y="70891"/>
                  </a:lnTo>
                  <a:lnTo>
                    <a:pt x="4238614" y="82279"/>
                  </a:lnTo>
                  <a:lnTo>
                    <a:pt x="4162930" y="94791"/>
                  </a:lnTo>
                  <a:lnTo>
                    <a:pt x="4093165" y="108564"/>
                  </a:lnTo>
                  <a:lnTo>
                    <a:pt x="4028605" y="123749"/>
                  </a:lnTo>
                  <a:lnTo>
                    <a:pt x="3968484" y="140506"/>
                  </a:lnTo>
                  <a:lnTo>
                    <a:pt x="3912031" y="158987"/>
                  </a:lnTo>
                  <a:lnTo>
                    <a:pt x="3858515" y="179306"/>
                  </a:lnTo>
                  <a:lnTo>
                    <a:pt x="3820202" y="195650"/>
                  </a:lnTo>
                  <a:lnTo>
                    <a:pt x="3764302" y="222261"/>
                  </a:lnTo>
                  <a:lnTo>
                    <a:pt x="3710040" y="251298"/>
                  </a:lnTo>
                  <a:lnTo>
                    <a:pt x="3656862" y="282803"/>
                  </a:lnTo>
                  <a:lnTo>
                    <a:pt x="3604347" y="316755"/>
                  </a:lnTo>
                  <a:lnTo>
                    <a:pt x="3552186" y="353062"/>
                  </a:lnTo>
                  <a:lnTo>
                    <a:pt x="3500159" y="391551"/>
                  </a:lnTo>
                  <a:lnTo>
                    <a:pt x="3448128" y="431975"/>
                  </a:lnTo>
                  <a:lnTo>
                    <a:pt x="3396019" y="474005"/>
                  </a:lnTo>
                  <a:lnTo>
                    <a:pt x="3343813" y="517250"/>
                  </a:lnTo>
                  <a:lnTo>
                    <a:pt x="3291530" y="561263"/>
                  </a:lnTo>
                  <a:lnTo>
                    <a:pt x="3239216" y="605563"/>
                  </a:lnTo>
                  <a:lnTo>
                    <a:pt x="3186925" y="649655"/>
                  </a:lnTo>
                  <a:lnTo>
                    <a:pt x="3134704" y="693054"/>
                  </a:lnTo>
                  <a:lnTo>
                    <a:pt x="3082580" y="735307"/>
                  </a:lnTo>
                  <a:lnTo>
                    <a:pt x="3030540" y="776010"/>
                  </a:lnTo>
                  <a:lnTo>
                    <a:pt x="2978520" y="814828"/>
                  </a:lnTo>
                  <a:lnTo>
                    <a:pt x="2926393" y="851497"/>
                  </a:lnTo>
                  <a:lnTo>
                    <a:pt x="2873953" y="885834"/>
                  </a:lnTo>
                  <a:lnTo>
                    <a:pt x="2820906" y="917734"/>
                  </a:lnTo>
                  <a:lnTo>
                    <a:pt x="2766850" y="947163"/>
                  </a:lnTo>
                  <a:lnTo>
                    <a:pt x="2711256" y="974157"/>
                  </a:lnTo>
                  <a:lnTo>
                    <a:pt x="2702183" y="978251"/>
                  </a:lnTo>
                  <a:lnTo>
                    <a:pt x="2650420" y="999973"/>
                  </a:lnTo>
                  <a:lnTo>
                    <a:pt x="2596219" y="1019814"/>
                  </a:lnTo>
                  <a:lnTo>
                    <a:pt x="2538900" y="1037840"/>
                  </a:lnTo>
                  <a:lnTo>
                    <a:pt x="2477717" y="1054180"/>
                  </a:lnTo>
                  <a:lnTo>
                    <a:pt x="2411897" y="1068989"/>
                  </a:lnTo>
                  <a:lnTo>
                    <a:pt x="2340683" y="1082425"/>
                  </a:lnTo>
                  <a:lnTo>
                    <a:pt x="2263381" y="1094637"/>
                  </a:lnTo>
                  <a:lnTo>
                    <a:pt x="2179434" y="1105757"/>
                  </a:lnTo>
                  <a:lnTo>
                    <a:pt x="2088508" y="1115894"/>
                  </a:lnTo>
                  <a:lnTo>
                    <a:pt x="1990608" y="1125132"/>
                  </a:lnTo>
                  <a:lnTo>
                    <a:pt x="1886218" y="1133529"/>
                  </a:lnTo>
                  <a:lnTo>
                    <a:pt x="1776446" y="1141118"/>
                  </a:lnTo>
                  <a:lnTo>
                    <a:pt x="1663146" y="1147906"/>
                  </a:lnTo>
                  <a:lnTo>
                    <a:pt x="1548978" y="1153886"/>
                  </a:lnTo>
                  <a:lnTo>
                    <a:pt x="1437345" y="1159042"/>
                  </a:lnTo>
                  <a:lnTo>
                    <a:pt x="1332161" y="1163359"/>
                  </a:lnTo>
                  <a:lnTo>
                    <a:pt x="1237441" y="1166837"/>
                  </a:lnTo>
                  <a:lnTo>
                    <a:pt x="1156744" y="1169505"/>
                  </a:lnTo>
                  <a:lnTo>
                    <a:pt x="1092591" y="1171425"/>
                  </a:lnTo>
                  <a:lnTo>
                    <a:pt x="1045991" y="1172692"/>
                  </a:lnTo>
                  <a:lnTo>
                    <a:pt x="1016192" y="1173431"/>
                  </a:lnTo>
                  <a:lnTo>
                    <a:pt x="1000689" y="1173782"/>
                  </a:lnTo>
                  <a:lnTo>
                    <a:pt x="995410" y="1173892"/>
                  </a:lnTo>
                  <a:lnTo>
                    <a:pt x="994940" y="1173902"/>
                  </a:lnTo>
                  <a:lnTo>
                    <a:pt x="0" y="1173902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86" name="pl885"/>
            <p:cNvSpPr/>
            <p:nvPr/>
          </p:nvSpPr>
          <p:spPr>
            <a:xfrm>
              <a:off x="1199187" y="2992237"/>
              <a:ext cx="12049831" cy="2877108"/>
            </a:xfrm>
            <a:custGeom>
              <a:avLst/>
              <a:pathLst>
                <a:path w="12049831" h="2877108">
                  <a:moveTo>
                    <a:pt x="0" y="1173902"/>
                  </a:moveTo>
                  <a:lnTo>
                    <a:pt x="994940" y="1173902"/>
                  </a:lnTo>
                  <a:lnTo>
                    <a:pt x="996065" y="1173879"/>
                  </a:lnTo>
                  <a:lnTo>
                    <a:pt x="1003495" y="1173721"/>
                  </a:lnTo>
                  <a:lnTo>
                    <a:pt x="1022326" y="1173284"/>
                  </a:lnTo>
                  <a:lnTo>
                    <a:pt x="1056252" y="1172423"/>
                  </a:lnTo>
                  <a:lnTo>
                    <a:pt x="1107344" y="1171000"/>
                  </a:lnTo>
                  <a:lnTo>
                    <a:pt x="1175892" y="1168897"/>
                  </a:lnTo>
                  <a:lnTo>
                    <a:pt x="1260467" y="1166026"/>
                  </a:lnTo>
                  <a:lnTo>
                    <a:pt x="1358232" y="1162335"/>
                  </a:lnTo>
                  <a:lnTo>
                    <a:pt x="1465452" y="1157803"/>
                  </a:lnTo>
                  <a:lnTo>
                    <a:pt x="1578092" y="1152434"/>
                  </a:lnTo>
                  <a:lnTo>
                    <a:pt x="1692335" y="1146246"/>
                  </a:lnTo>
                  <a:lnTo>
                    <a:pt x="1804953" y="1139252"/>
                  </a:lnTo>
                  <a:lnTo>
                    <a:pt x="1913493" y="1131459"/>
                  </a:lnTo>
                  <a:lnTo>
                    <a:pt x="2016300" y="1122851"/>
                  </a:lnTo>
                  <a:lnTo>
                    <a:pt x="2112441" y="1113389"/>
                  </a:lnTo>
                  <a:lnTo>
                    <a:pt x="2201567" y="1103010"/>
                  </a:lnTo>
                  <a:lnTo>
                    <a:pt x="2283771" y="1091622"/>
                  </a:lnTo>
                  <a:lnTo>
                    <a:pt x="2359455" y="1079110"/>
                  </a:lnTo>
                  <a:lnTo>
                    <a:pt x="2429220" y="1065337"/>
                  </a:lnTo>
                  <a:lnTo>
                    <a:pt x="2493780" y="1050152"/>
                  </a:lnTo>
                  <a:lnTo>
                    <a:pt x="2553901" y="1033395"/>
                  </a:lnTo>
                  <a:lnTo>
                    <a:pt x="2610354" y="1014914"/>
                  </a:lnTo>
                  <a:lnTo>
                    <a:pt x="2663870" y="994596"/>
                  </a:lnTo>
                  <a:lnTo>
                    <a:pt x="2702183" y="978251"/>
                  </a:lnTo>
                  <a:lnTo>
                    <a:pt x="2758083" y="951640"/>
                  </a:lnTo>
                  <a:lnTo>
                    <a:pt x="2812345" y="922603"/>
                  </a:lnTo>
                  <a:lnTo>
                    <a:pt x="2865523" y="891098"/>
                  </a:lnTo>
                  <a:lnTo>
                    <a:pt x="2918038" y="857146"/>
                  </a:lnTo>
                  <a:lnTo>
                    <a:pt x="2970199" y="820839"/>
                  </a:lnTo>
                  <a:lnTo>
                    <a:pt x="3022226" y="782350"/>
                  </a:lnTo>
                  <a:lnTo>
                    <a:pt x="3074257" y="741926"/>
                  </a:lnTo>
                  <a:lnTo>
                    <a:pt x="3126366" y="699896"/>
                  </a:lnTo>
                  <a:lnTo>
                    <a:pt x="3178572" y="656651"/>
                  </a:lnTo>
                  <a:lnTo>
                    <a:pt x="3230855" y="612638"/>
                  </a:lnTo>
                  <a:lnTo>
                    <a:pt x="3283169" y="568338"/>
                  </a:lnTo>
                  <a:lnTo>
                    <a:pt x="3335460" y="524246"/>
                  </a:lnTo>
                  <a:lnTo>
                    <a:pt x="3387681" y="480847"/>
                  </a:lnTo>
                  <a:lnTo>
                    <a:pt x="3439805" y="438594"/>
                  </a:lnTo>
                  <a:lnTo>
                    <a:pt x="3491845" y="397891"/>
                  </a:lnTo>
                  <a:lnTo>
                    <a:pt x="3543865" y="359073"/>
                  </a:lnTo>
                  <a:lnTo>
                    <a:pt x="3595992" y="322404"/>
                  </a:lnTo>
                  <a:lnTo>
                    <a:pt x="3648432" y="288067"/>
                  </a:lnTo>
                  <a:lnTo>
                    <a:pt x="3701479" y="256167"/>
                  </a:lnTo>
                  <a:lnTo>
                    <a:pt x="3755535" y="226738"/>
                  </a:lnTo>
                  <a:lnTo>
                    <a:pt x="3811129" y="199744"/>
                  </a:lnTo>
                  <a:lnTo>
                    <a:pt x="3820202" y="195650"/>
                  </a:lnTo>
                  <a:lnTo>
                    <a:pt x="3871965" y="173928"/>
                  </a:lnTo>
                  <a:lnTo>
                    <a:pt x="3926166" y="154087"/>
                  </a:lnTo>
                  <a:lnTo>
                    <a:pt x="3983485" y="136061"/>
                  </a:lnTo>
                  <a:lnTo>
                    <a:pt x="4044668" y="119721"/>
                  </a:lnTo>
                  <a:lnTo>
                    <a:pt x="4110488" y="104912"/>
                  </a:lnTo>
                  <a:lnTo>
                    <a:pt x="4181702" y="91476"/>
                  </a:lnTo>
                  <a:lnTo>
                    <a:pt x="4259004" y="79264"/>
                  </a:lnTo>
                  <a:lnTo>
                    <a:pt x="4342951" y="68144"/>
                  </a:lnTo>
                  <a:lnTo>
                    <a:pt x="4433877" y="58007"/>
                  </a:lnTo>
                  <a:lnTo>
                    <a:pt x="4531777" y="48769"/>
                  </a:lnTo>
                  <a:lnTo>
                    <a:pt x="4636167" y="40372"/>
                  </a:lnTo>
                  <a:lnTo>
                    <a:pt x="4745939" y="32783"/>
                  </a:lnTo>
                  <a:lnTo>
                    <a:pt x="4859239" y="25995"/>
                  </a:lnTo>
                  <a:lnTo>
                    <a:pt x="4973407" y="20015"/>
                  </a:lnTo>
                  <a:lnTo>
                    <a:pt x="5085040" y="14859"/>
                  </a:lnTo>
                  <a:lnTo>
                    <a:pt x="5190224" y="10542"/>
                  </a:lnTo>
                  <a:lnTo>
                    <a:pt x="5284944" y="7064"/>
                  </a:lnTo>
                  <a:lnTo>
                    <a:pt x="5365641" y="4396"/>
                  </a:lnTo>
                  <a:lnTo>
                    <a:pt x="5429794" y="2476"/>
                  </a:lnTo>
                  <a:lnTo>
                    <a:pt x="5476394" y="1209"/>
                  </a:lnTo>
                  <a:lnTo>
                    <a:pt x="5506193" y="470"/>
                  </a:lnTo>
                  <a:lnTo>
                    <a:pt x="5521696" y="119"/>
                  </a:lnTo>
                  <a:lnTo>
                    <a:pt x="5526975" y="9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60" y="51"/>
                  </a:lnTo>
                  <a:lnTo>
                    <a:pt x="6530559" y="421"/>
                  </a:lnTo>
                  <a:lnTo>
                    <a:pt x="6548577" y="1442"/>
                  </a:lnTo>
                  <a:lnTo>
                    <a:pt x="6581092" y="3454"/>
                  </a:lnTo>
                  <a:lnTo>
                    <a:pt x="6630170" y="6782"/>
                  </a:lnTo>
                  <a:lnTo>
                    <a:pt x="6696209" y="11706"/>
                  </a:lnTo>
                  <a:lnTo>
                    <a:pt x="6777976" y="18437"/>
                  </a:lnTo>
                  <a:lnTo>
                    <a:pt x="6872880" y="27108"/>
                  </a:lnTo>
                  <a:lnTo>
                    <a:pt x="6977426" y="37772"/>
                  </a:lnTo>
                  <a:lnTo>
                    <a:pt x="7087771" y="50428"/>
                  </a:lnTo>
                  <a:lnTo>
                    <a:pt x="7200214" y="65038"/>
                  </a:lnTo>
                  <a:lnTo>
                    <a:pt x="7311567" y="81564"/>
                  </a:lnTo>
                  <a:lnTo>
                    <a:pt x="7419350" y="99989"/>
                  </a:lnTo>
                  <a:lnTo>
                    <a:pt x="7521842" y="120338"/>
                  </a:lnTo>
                  <a:lnTo>
                    <a:pt x="7618016" y="142688"/>
                  </a:lnTo>
                  <a:lnTo>
                    <a:pt x="7707427" y="167177"/>
                  </a:lnTo>
                  <a:lnTo>
                    <a:pt x="7790075" y="194002"/>
                  </a:lnTo>
                  <a:lnTo>
                    <a:pt x="7866278" y="223418"/>
                  </a:lnTo>
                  <a:lnTo>
                    <a:pt x="7936566" y="255731"/>
                  </a:lnTo>
                  <a:lnTo>
                    <a:pt x="8001598" y="291290"/>
                  </a:lnTo>
                  <a:lnTo>
                    <a:pt x="8062095" y="330466"/>
                  </a:lnTo>
                  <a:lnTo>
                    <a:pt x="8118794" y="373621"/>
                  </a:lnTo>
                  <a:lnTo>
                    <a:pt x="8172411" y="421063"/>
                  </a:lnTo>
                  <a:lnTo>
                    <a:pt x="8223602" y="472967"/>
                  </a:lnTo>
                  <a:lnTo>
                    <a:pt x="8229629" y="479518"/>
                  </a:lnTo>
                  <a:lnTo>
                    <a:pt x="8273617" y="530156"/>
                  </a:lnTo>
                  <a:lnTo>
                    <a:pt x="8316515" y="584425"/>
                  </a:lnTo>
                  <a:lnTo>
                    <a:pt x="8358614" y="642399"/>
                  </a:lnTo>
                  <a:lnTo>
                    <a:pt x="8400148" y="704096"/>
                  </a:lnTo>
                  <a:lnTo>
                    <a:pt x="8441306" y="769471"/>
                  </a:lnTo>
                  <a:lnTo>
                    <a:pt x="8482236" y="838412"/>
                  </a:lnTo>
                  <a:lnTo>
                    <a:pt x="8523050" y="910735"/>
                  </a:lnTo>
                  <a:lnTo>
                    <a:pt x="8563831" y="986181"/>
                  </a:lnTo>
                  <a:lnTo>
                    <a:pt x="8604631" y="1064422"/>
                  </a:lnTo>
                  <a:lnTo>
                    <a:pt x="8645482" y="1145056"/>
                  </a:lnTo>
                  <a:lnTo>
                    <a:pt x="8686393" y="1227624"/>
                  </a:lnTo>
                  <a:lnTo>
                    <a:pt x="8727359" y="1311611"/>
                  </a:lnTo>
                  <a:lnTo>
                    <a:pt x="8768362" y="1396464"/>
                  </a:lnTo>
                  <a:lnTo>
                    <a:pt x="8809379" y="1481607"/>
                  </a:lnTo>
                  <a:lnTo>
                    <a:pt x="8850382" y="1566454"/>
                  </a:lnTo>
                  <a:lnTo>
                    <a:pt x="8891347" y="1650428"/>
                  </a:lnTo>
                  <a:lnTo>
                    <a:pt x="8932258" y="1732976"/>
                  </a:lnTo>
                  <a:lnTo>
                    <a:pt x="8973108" y="1813586"/>
                  </a:lnTo>
                  <a:lnTo>
                    <a:pt x="9013908" y="1891797"/>
                  </a:lnTo>
                  <a:lnTo>
                    <a:pt x="9054688" y="1967210"/>
                  </a:lnTo>
                  <a:lnTo>
                    <a:pt x="9095504" y="2039496"/>
                  </a:lnTo>
                  <a:lnTo>
                    <a:pt x="9136435" y="2108397"/>
                  </a:lnTo>
                  <a:lnTo>
                    <a:pt x="9177597" y="2173731"/>
                  </a:lnTo>
                  <a:lnTo>
                    <a:pt x="9219136" y="2235386"/>
                  </a:lnTo>
                  <a:lnTo>
                    <a:pt x="9261243" y="2293318"/>
                  </a:lnTo>
                  <a:lnTo>
                    <a:pt x="9304152" y="2347545"/>
                  </a:lnTo>
                  <a:lnTo>
                    <a:pt x="9347647" y="2397590"/>
                  </a:lnTo>
                  <a:lnTo>
                    <a:pt x="9398586" y="2450032"/>
                  </a:lnTo>
                  <a:lnTo>
                    <a:pt x="9451877" y="2498006"/>
                  </a:lnTo>
                  <a:lnTo>
                    <a:pt x="9508168" y="2541663"/>
                  </a:lnTo>
                  <a:lnTo>
                    <a:pt x="9568169" y="2581299"/>
                  </a:lnTo>
                  <a:lnTo>
                    <a:pt x="9632616" y="2617274"/>
                  </a:lnTo>
                  <a:lnTo>
                    <a:pt x="9702235" y="2649959"/>
                  </a:lnTo>
                  <a:lnTo>
                    <a:pt x="9777695" y="2679706"/>
                  </a:lnTo>
                  <a:lnTo>
                    <a:pt x="9859544" y="2706828"/>
                  </a:lnTo>
                  <a:lnTo>
                    <a:pt x="9948133" y="2731587"/>
                  </a:lnTo>
                  <a:lnTo>
                    <a:pt x="10043507" y="2754187"/>
                  </a:lnTo>
                  <a:lnTo>
                    <a:pt x="10145279" y="2774771"/>
                  </a:lnTo>
                  <a:lnTo>
                    <a:pt x="10252503" y="2793426"/>
                  </a:lnTo>
                  <a:lnTo>
                    <a:pt x="10363542" y="2810180"/>
                  </a:lnTo>
                  <a:lnTo>
                    <a:pt x="10476009" y="2825023"/>
                  </a:lnTo>
                  <a:lnTo>
                    <a:pt x="10586795" y="2837916"/>
                  </a:lnTo>
                  <a:lnTo>
                    <a:pt x="10692245" y="2848821"/>
                  </a:lnTo>
                  <a:lnTo>
                    <a:pt x="10788506" y="2857731"/>
                  </a:lnTo>
                  <a:lnTo>
                    <a:pt x="10872016" y="2864690"/>
                  </a:lnTo>
                  <a:lnTo>
                    <a:pt x="10940044" y="2869822"/>
                  </a:lnTo>
                  <a:lnTo>
                    <a:pt x="10991176" y="2873328"/>
                  </a:lnTo>
                  <a:lnTo>
                    <a:pt x="11025608" y="2875482"/>
                  </a:lnTo>
                  <a:lnTo>
                    <a:pt x="11045210" y="2876604"/>
                  </a:lnTo>
                  <a:lnTo>
                    <a:pt x="11053389" y="2877034"/>
                  </a:lnTo>
                  <a:lnTo>
                    <a:pt x="11054889" y="2877108"/>
                  </a:lnTo>
                  <a:lnTo>
                    <a:pt x="11054891" y="2877108"/>
                  </a:lnTo>
                  <a:lnTo>
                    <a:pt x="12049831" y="2877108"/>
                  </a:lnTo>
                  <a:lnTo>
                    <a:pt x="12049831" y="28771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7" name="pl886"/>
            <p:cNvSpPr/>
            <p:nvPr/>
          </p:nvSpPr>
          <p:spPr>
            <a:xfrm>
              <a:off x="1199187" y="2986996"/>
              <a:ext cx="12049831" cy="2877108"/>
            </a:xfrm>
            <a:custGeom>
              <a:avLst/>
              <a:pathLst>
                <a:path w="12049831" h="2877108">
                  <a:moveTo>
                    <a:pt x="12049831" y="2877108"/>
                  </a:moveTo>
                  <a:lnTo>
                    <a:pt x="11054891" y="2877108"/>
                  </a:lnTo>
                  <a:lnTo>
                    <a:pt x="11053816" y="2877056"/>
                  </a:lnTo>
                  <a:lnTo>
                    <a:pt x="11046717" y="2876686"/>
                  </a:lnTo>
                  <a:lnTo>
                    <a:pt x="11028700" y="2875665"/>
                  </a:lnTo>
                  <a:lnTo>
                    <a:pt x="10996184" y="2873653"/>
                  </a:lnTo>
                  <a:lnTo>
                    <a:pt x="10947107" y="2870325"/>
                  </a:lnTo>
                  <a:lnTo>
                    <a:pt x="10881068" y="2865401"/>
                  </a:lnTo>
                  <a:lnTo>
                    <a:pt x="10799300" y="2858670"/>
                  </a:lnTo>
                  <a:lnTo>
                    <a:pt x="10704397" y="2850000"/>
                  </a:lnTo>
                  <a:lnTo>
                    <a:pt x="10599850" y="2839335"/>
                  </a:lnTo>
                  <a:lnTo>
                    <a:pt x="10489505" y="2826679"/>
                  </a:lnTo>
                  <a:lnTo>
                    <a:pt x="10377063" y="2812069"/>
                  </a:lnTo>
                  <a:lnTo>
                    <a:pt x="10265710" y="2795543"/>
                  </a:lnTo>
                  <a:lnTo>
                    <a:pt x="10157926" y="2777118"/>
                  </a:lnTo>
                  <a:lnTo>
                    <a:pt x="10055434" y="2756769"/>
                  </a:lnTo>
                  <a:lnTo>
                    <a:pt x="9959260" y="2734419"/>
                  </a:lnTo>
                  <a:lnTo>
                    <a:pt x="9869849" y="2709930"/>
                  </a:lnTo>
                  <a:lnTo>
                    <a:pt x="9787202" y="2683105"/>
                  </a:lnTo>
                  <a:lnTo>
                    <a:pt x="9710999" y="2653689"/>
                  </a:lnTo>
                  <a:lnTo>
                    <a:pt x="9640710" y="2621376"/>
                  </a:lnTo>
                  <a:lnTo>
                    <a:pt x="9575678" y="2585817"/>
                  </a:lnTo>
                  <a:lnTo>
                    <a:pt x="9515182" y="2546641"/>
                  </a:lnTo>
                  <a:lnTo>
                    <a:pt x="9458482" y="2503486"/>
                  </a:lnTo>
                  <a:lnTo>
                    <a:pt x="9404866" y="2456044"/>
                  </a:lnTo>
                  <a:lnTo>
                    <a:pt x="9353675" y="2404140"/>
                  </a:lnTo>
                  <a:lnTo>
                    <a:pt x="9347647" y="2397590"/>
                  </a:lnTo>
                  <a:lnTo>
                    <a:pt x="9303660" y="2346951"/>
                  </a:lnTo>
                  <a:lnTo>
                    <a:pt x="9260762" y="2292682"/>
                  </a:lnTo>
                  <a:lnTo>
                    <a:pt x="9218663" y="2234708"/>
                  </a:lnTo>
                  <a:lnTo>
                    <a:pt x="9177129" y="2173011"/>
                  </a:lnTo>
                  <a:lnTo>
                    <a:pt x="9135971" y="2107636"/>
                  </a:lnTo>
                  <a:lnTo>
                    <a:pt x="9095041" y="2038695"/>
                  </a:lnTo>
                  <a:lnTo>
                    <a:pt x="9054226" y="1966372"/>
                  </a:lnTo>
                  <a:lnTo>
                    <a:pt x="9013446" y="1890926"/>
                  </a:lnTo>
                  <a:lnTo>
                    <a:pt x="8972645" y="1812685"/>
                  </a:lnTo>
                  <a:lnTo>
                    <a:pt x="8931795" y="1732051"/>
                  </a:lnTo>
                  <a:lnTo>
                    <a:pt x="8890884" y="1649483"/>
                  </a:lnTo>
                  <a:lnTo>
                    <a:pt x="8849918" y="1565497"/>
                  </a:lnTo>
                  <a:lnTo>
                    <a:pt x="8808914" y="1480643"/>
                  </a:lnTo>
                  <a:lnTo>
                    <a:pt x="8767898" y="1395500"/>
                  </a:lnTo>
                  <a:lnTo>
                    <a:pt x="8726894" y="1310653"/>
                  </a:lnTo>
                  <a:lnTo>
                    <a:pt x="8685929" y="1226679"/>
                  </a:lnTo>
                  <a:lnTo>
                    <a:pt x="8645019" y="1144131"/>
                  </a:lnTo>
                  <a:lnTo>
                    <a:pt x="8604169" y="1063521"/>
                  </a:lnTo>
                  <a:lnTo>
                    <a:pt x="8563369" y="985310"/>
                  </a:lnTo>
                  <a:lnTo>
                    <a:pt x="8522588" y="909897"/>
                  </a:lnTo>
                  <a:lnTo>
                    <a:pt x="8481773" y="837612"/>
                  </a:lnTo>
                  <a:lnTo>
                    <a:pt x="8440841" y="768710"/>
                  </a:lnTo>
                  <a:lnTo>
                    <a:pt x="8399680" y="703376"/>
                  </a:lnTo>
                  <a:lnTo>
                    <a:pt x="8358140" y="641721"/>
                  </a:lnTo>
                  <a:lnTo>
                    <a:pt x="8316034" y="583790"/>
                  </a:lnTo>
                  <a:lnTo>
                    <a:pt x="8273125" y="529562"/>
                  </a:lnTo>
                  <a:lnTo>
                    <a:pt x="8229629" y="479518"/>
                  </a:lnTo>
                  <a:lnTo>
                    <a:pt x="8178691" y="427075"/>
                  </a:lnTo>
                  <a:lnTo>
                    <a:pt x="8125399" y="379101"/>
                  </a:lnTo>
                  <a:lnTo>
                    <a:pt x="8069108" y="335444"/>
                  </a:lnTo>
                  <a:lnTo>
                    <a:pt x="8009108" y="295808"/>
                  </a:lnTo>
                  <a:lnTo>
                    <a:pt x="7944661" y="259833"/>
                  </a:lnTo>
                  <a:lnTo>
                    <a:pt x="7875042" y="227148"/>
                  </a:lnTo>
                  <a:lnTo>
                    <a:pt x="7799582" y="197401"/>
                  </a:lnTo>
                  <a:lnTo>
                    <a:pt x="7717732" y="170279"/>
                  </a:lnTo>
                  <a:lnTo>
                    <a:pt x="7629143" y="145520"/>
                  </a:lnTo>
                  <a:lnTo>
                    <a:pt x="7533770" y="122921"/>
                  </a:lnTo>
                  <a:lnTo>
                    <a:pt x="7431997" y="102336"/>
                  </a:lnTo>
                  <a:lnTo>
                    <a:pt x="7324774" y="83681"/>
                  </a:lnTo>
                  <a:lnTo>
                    <a:pt x="7213735" y="66927"/>
                  </a:lnTo>
                  <a:lnTo>
                    <a:pt x="7101267" y="52084"/>
                  </a:lnTo>
                  <a:lnTo>
                    <a:pt x="6990481" y="39191"/>
                  </a:lnTo>
                  <a:lnTo>
                    <a:pt x="6885031" y="28286"/>
                  </a:lnTo>
                  <a:lnTo>
                    <a:pt x="6788770" y="19376"/>
                  </a:lnTo>
                  <a:lnTo>
                    <a:pt x="6705261" y="12417"/>
                  </a:lnTo>
                  <a:lnTo>
                    <a:pt x="6637233" y="7285"/>
                  </a:lnTo>
                  <a:lnTo>
                    <a:pt x="6586100" y="3779"/>
                  </a:lnTo>
                  <a:lnTo>
                    <a:pt x="6551668" y="1625"/>
                  </a:lnTo>
                  <a:lnTo>
                    <a:pt x="6532067" y="503"/>
                  </a:lnTo>
                  <a:lnTo>
                    <a:pt x="6523888" y="73"/>
                  </a:lnTo>
                  <a:lnTo>
                    <a:pt x="6522387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0" y="22"/>
                  </a:lnTo>
                  <a:lnTo>
                    <a:pt x="5518890" y="180"/>
                  </a:lnTo>
                  <a:lnTo>
                    <a:pt x="5500059" y="617"/>
                  </a:lnTo>
                  <a:lnTo>
                    <a:pt x="5466133" y="1478"/>
                  </a:lnTo>
                  <a:lnTo>
                    <a:pt x="5415041" y="2901"/>
                  </a:lnTo>
                  <a:lnTo>
                    <a:pt x="5346493" y="5004"/>
                  </a:lnTo>
                  <a:lnTo>
                    <a:pt x="5261918" y="7875"/>
                  </a:lnTo>
                  <a:lnTo>
                    <a:pt x="5164153" y="11566"/>
                  </a:lnTo>
                  <a:lnTo>
                    <a:pt x="5056933" y="16098"/>
                  </a:lnTo>
                  <a:lnTo>
                    <a:pt x="4944293" y="21467"/>
                  </a:lnTo>
                  <a:lnTo>
                    <a:pt x="4830050" y="27655"/>
                  </a:lnTo>
                  <a:lnTo>
                    <a:pt x="4717432" y="34649"/>
                  </a:lnTo>
                  <a:lnTo>
                    <a:pt x="4608892" y="42442"/>
                  </a:lnTo>
                  <a:lnTo>
                    <a:pt x="4506085" y="51050"/>
                  </a:lnTo>
                  <a:lnTo>
                    <a:pt x="4409944" y="60512"/>
                  </a:lnTo>
                  <a:lnTo>
                    <a:pt x="4320818" y="70891"/>
                  </a:lnTo>
                  <a:lnTo>
                    <a:pt x="4238614" y="82279"/>
                  </a:lnTo>
                  <a:lnTo>
                    <a:pt x="4162930" y="94791"/>
                  </a:lnTo>
                  <a:lnTo>
                    <a:pt x="4093165" y="108564"/>
                  </a:lnTo>
                  <a:lnTo>
                    <a:pt x="4028605" y="123749"/>
                  </a:lnTo>
                  <a:lnTo>
                    <a:pt x="3968484" y="140506"/>
                  </a:lnTo>
                  <a:lnTo>
                    <a:pt x="3912031" y="158987"/>
                  </a:lnTo>
                  <a:lnTo>
                    <a:pt x="3858515" y="179306"/>
                  </a:lnTo>
                  <a:lnTo>
                    <a:pt x="3820202" y="195650"/>
                  </a:lnTo>
                  <a:lnTo>
                    <a:pt x="3764302" y="222261"/>
                  </a:lnTo>
                  <a:lnTo>
                    <a:pt x="3710040" y="251298"/>
                  </a:lnTo>
                  <a:lnTo>
                    <a:pt x="3656862" y="282803"/>
                  </a:lnTo>
                  <a:lnTo>
                    <a:pt x="3604347" y="316755"/>
                  </a:lnTo>
                  <a:lnTo>
                    <a:pt x="3552186" y="353062"/>
                  </a:lnTo>
                  <a:lnTo>
                    <a:pt x="3500159" y="391551"/>
                  </a:lnTo>
                  <a:lnTo>
                    <a:pt x="3448128" y="431975"/>
                  </a:lnTo>
                  <a:lnTo>
                    <a:pt x="3396019" y="474005"/>
                  </a:lnTo>
                  <a:lnTo>
                    <a:pt x="3343813" y="517250"/>
                  </a:lnTo>
                  <a:lnTo>
                    <a:pt x="3291530" y="561263"/>
                  </a:lnTo>
                  <a:lnTo>
                    <a:pt x="3239216" y="605563"/>
                  </a:lnTo>
                  <a:lnTo>
                    <a:pt x="3186925" y="649655"/>
                  </a:lnTo>
                  <a:lnTo>
                    <a:pt x="3134704" y="693054"/>
                  </a:lnTo>
                  <a:lnTo>
                    <a:pt x="3082580" y="735307"/>
                  </a:lnTo>
                  <a:lnTo>
                    <a:pt x="3030540" y="776010"/>
                  </a:lnTo>
                  <a:lnTo>
                    <a:pt x="2978520" y="814828"/>
                  </a:lnTo>
                  <a:lnTo>
                    <a:pt x="2926393" y="851497"/>
                  </a:lnTo>
                  <a:lnTo>
                    <a:pt x="2873953" y="885834"/>
                  </a:lnTo>
                  <a:lnTo>
                    <a:pt x="2820906" y="917734"/>
                  </a:lnTo>
                  <a:lnTo>
                    <a:pt x="2766850" y="947163"/>
                  </a:lnTo>
                  <a:lnTo>
                    <a:pt x="2711256" y="974157"/>
                  </a:lnTo>
                  <a:lnTo>
                    <a:pt x="2702183" y="978251"/>
                  </a:lnTo>
                  <a:lnTo>
                    <a:pt x="2650420" y="999973"/>
                  </a:lnTo>
                  <a:lnTo>
                    <a:pt x="2596219" y="1019814"/>
                  </a:lnTo>
                  <a:lnTo>
                    <a:pt x="2538900" y="1037840"/>
                  </a:lnTo>
                  <a:lnTo>
                    <a:pt x="2477717" y="1054180"/>
                  </a:lnTo>
                  <a:lnTo>
                    <a:pt x="2411897" y="1068989"/>
                  </a:lnTo>
                  <a:lnTo>
                    <a:pt x="2340683" y="1082425"/>
                  </a:lnTo>
                  <a:lnTo>
                    <a:pt x="2263381" y="1094637"/>
                  </a:lnTo>
                  <a:lnTo>
                    <a:pt x="2179434" y="1105757"/>
                  </a:lnTo>
                  <a:lnTo>
                    <a:pt x="2088508" y="1115894"/>
                  </a:lnTo>
                  <a:lnTo>
                    <a:pt x="1990608" y="1125132"/>
                  </a:lnTo>
                  <a:lnTo>
                    <a:pt x="1886218" y="1133529"/>
                  </a:lnTo>
                  <a:lnTo>
                    <a:pt x="1776446" y="1141118"/>
                  </a:lnTo>
                  <a:lnTo>
                    <a:pt x="1663146" y="1147906"/>
                  </a:lnTo>
                  <a:lnTo>
                    <a:pt x="1548978" y="1153886"/>
                  </a:lnTo>
                  <a:lnTo>
                    <a:pt x="1437345" y="1159042"/>
                  </a:lnTo>
                  <a:lnTo>
                    <a:pt x="1332161" y="1163359"/>
                  </a:lnTo>
                  <a:lnTo>
                    <a:pt x="1237441" y="1166837"/>
                  </a:lnTo>
                  <a:lnTo>
                    <a:pt x="1156744" y="1169505"/>
                  </a:lnTo>
                  <a:lnTo>
                    <a:pt x="1092591" y="1171425"/>
                  </a:lnTo>
                  <a:lnTo>
                    <a:pt x="1045991" y="1172692"/>
                  </a:lnTo>
                  <a:lnTo>
                    <a:pt x="1016192" y="1173431"/>
                  </a:lnTo>
                  <a:lnTo>
                    <a:pt x="1000689" y="1173782"/>
                  </a:lnTo>
                  <a:lnTo>
                    <a:pt x="995410" y="1173892"/>
                  </a:lnTo>
                  <a:lnTo>
                    <a:pt x="994940" y="1173902"/>
                  </a:lnTo>
                  <a:lnTo>
                    <a:pt x="0" y="1173902"/>
                  </a:lnTo>
                  <a:lnTo>
                    <a:pt x="0" y="11739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8" name="pg887"/>
            <p:cNvSpPr/>
            <p:nvPr/>
          </p:nvSpPr>
          <p:spPr>
            <a:xfrm>
              <a:off x="1199187" y="3002718"/>
              <a:ext cx="12049831" cy="3165342"/>
            </a:xfrm>
            <a:custGeom>
              <a:avLst/>
              <a:pathLst>
                <a:path w="12049831" h="3165342">
                  <a:moveTo>
                    <a:pt x="0" y="1168661"/>
                  </a:moveTo>
                  <a:lnTo>
                    <a:pt x="994940" y="1168661"/>
                  </a:lnTo>
                  <a:lnTo>
                    <a:pt x="996065" y="1168639"/>
                  </a:lnTo>
                  <a:lnTo>
                    <a:pt x="1003496" y="1168482"/>
                  </a:lnTo>
                  <a:lnTo>
                    <a:pt x="1022330" y="1168049"/>
                  </a:lnTo>
                  <a:lnTo>
                    <a:pt x="1056262" y="1167196"/>
                  </a:lnTo>
                  <a:lnTo>
                    <a:pt x="1107361" y="1165785"/>
                  </a:lnTo>
                  <a:lnTo>
                    <a:pt x="1175918" y="1163700"/>
                  </a:lnTo>
                  <a:lnTo>
                    <a:pt x="1260504" y="1160854"/>
                  </a:lnTo>
                  <a:lnTo>
                    <a:pt x="1358279" y="1157195"/>
                  </a:lnTo>
                  <a:lnTo>
                    <a:pt x="1465509" y="1152703"/>
                  </a:lnTo>
                  <a:lnTo>
                    <a:pt x="1578158" y="1147382"/>
                  </a:lnTo>
                  <a:lnTo>
                    <a:pt x="1692407" y="1141248"/>
                  </a:lnTo>
                  <a:lnTo>
                    <a:pt x="1805030" y="1134316"/>
                  </a:lnTo>
                  <a:lnTo>
                    <a:pt x="1913572" y="1126591"/>
                  </a:lnTo>
                  <a:lnTo>
                    <a:pt x="2016381" y="1118059"/>
                  </a:lnTo>
                  <a:lnTo>
                    <a:pt x="2112521" y="1108680"/>
                  </a:lnTo>
                  <a:lnTo>
                    <a:pt x="2201646" y="1098392"/>
                  </a:lnTo>
                  <a:lnTo>
                    <a:pt x="2283848" y="1087104"/>
                  </a:lnTo>
                  <a:lnTo>
                    <a:pt x="2359531" y="1074702"/>
                  </a:lnTo>
                  <a:lnTo>
                    <a:pt x="2429294" y="1061050"/>
                  </a:lnTo>
                  <a:lnTo>
                    <a:pt x="2493852" y="1045998"/>
                  </a:lnTo>
                  <a:lnTo>
                    <a:pt x="2553972" y="1029387"/>
                  </a:lnTo>
                  <a:lnTo>
                    <a:pt x="2610423" y="1011069"/>
                  </a:lnTo>
                  <a:lnTo>
                    <a:pt x="2663940" y="990928"/>
                  </a:lnTo>
                  <a:lnTo>
                    <a:pt x="2702183" y="974757"/>
                  </a:lnTo>
                  <a:lnTo>
                    <a:pt x="2758164" y="948343"/>
                  </a:lnTo>
                  <a:lnTo>
                    <a:pt x="2812503" y="919519"/>
                  </a:lnTo>
                  <a:lnTo>
                    <a:pt x="2865756" y="888240"/>
                  </a:lnTo>
                  <a:lnTo>
                    <a:pt x="2918345" y="854529"/>
                  </a:lnTo>
                  <a:lnTo>
                    <a:pt x="2970581" y="818479"/>
                  </a:lnTo>
                  <a:lnTo>
                    <a:pt x="3022684" y="780260"/>
                  </a:lnTo>
                  <a:lnTo>
                    <a:pt x="3074792" y="740122"/>
                  </a:lnTo>
                  <a:lnTo>
                    <a:pt x="3126978" y="698390"/>
                  </a:lnTo>
                  <a:lnTo>
                    <a:pt x="3179262" y="655456"/>
                  </a:lnTo>
                  <a:lnTo>
                    <a:pt x="3231622" y="611765"/>
                  </a:lnTo>
                  <a:lnTo>
                    <a:pt x="3284013" y="567796"/>
                  </a:lnTo>
                  <a:lnTo>
                    <a:pt x="3336380" y="524042"/>
                  </a:lnTo>
                  <a:lnTo>
                    <a:pt x="3388675" y="480984"/>
                  </a:lnTo>
                  <a:lnTo>
                    <a:pt x="3440874" y="439074"/>
                  </a:lnTo>
                  <a:lnTo>
                    <a:pt x="3492990" y="398711"/>
                  </a:lnTo>
                  <a:lnTo>
                    <a:pt x="3545087" y="360229"/>
                  </a:lnTo>
                  <a:lnTo>
                    <a:pt x="3597295" y="323889"/>
                  </a:lnTo>
                  <a:lnTo>
                    <a:pt x="3649823" y="289869"/>
                  </a:lnTo>
                  <a:lnTo>
                    <a:pt x="3702970" y="258275"/>
                  </a:lnTo>
                  <a:lnTo>
                    <a:pt x="3757141" y="229135"/>
                  </a:lnTo>
                  <a:lnTo>
                    <a:pt x="3812873" y="202415"/>
                  </a:lnTo>
                  <a:lnTo>
                    <a:pt x="3820202" y="199144"/>
                  </a:lnTo>
                  <a:lnTo>
                    <a:pt x="3871968" y="177615"/>
                  </a:lnTo>
                  <a:lnTo>
                    <a:pt x="3926172" y="157950"/>
                  </a:lnTo>
                  <a:lnTo>
                    <a:pt x="3983495" y="140084"/>
                  </a:lnTo>
                  <a:lnTo>
                    <a:pt x="4044683" y="123889"/>
                  </a:lnTo>
                  <a:lnTo>
                    <a:pt x="4110507" y="109212"/>
                  </a:lnTo>
                  <a:lnTo>
                    <a:pt x="4181728" y="95896"/>
                  </a:lnTo>
                  <a:lnTo>
                    <a:pt x="4259036" y="83792"/>
                  </a:lnTo>
                  <a:lnTo>
                    <a:pt x="4342991" y="72771"/>
                  </a:lnTo>
                  <a:lnTo>
                    <a:pt x="4433926" y="62725"/>
                  </a:lnTo>
                  <a:lnTo>
                    <a:pt x="4531836" y="53569"/>
                  </a:lnTo>
                  <a:lnTo>
                    <a:pt x="4636235" y="45247"/>
                  </a:lnTo>
                  <a:lnTo>
                    <a:pt x="4746016" y="37726"/>
                  </a:lnTo>
                  <a:lnTo>
                    <a:pt x="4859324" y="30999"/>
                  </a:lnTo>
                  <a:lnTo>
                    <a:pt x="4973498" y="25072"/>
                  </a:lnTo>
                  <a:lnTo>
                    <a:pt x="5085134" y="19963"/>
                  </a:lnTo>
                  <a:lnTo>
                    <a:pt x="5190316" y="15685"/>
                  </a:lnTo>
                  <a:lnTo>
                    <a:pt x="5285030" y="12238"/>
                  </a:lnTo>
                  <a:lnTo>
                    <a:pt x="5365716" y="9595"/>
                  </a:lnTo>
                  <a:lnTo>
                    <a:pt x="5429854" y="7693"/>
                  </a:lnTo>
                  <a:lnTo>
                    <a:pt x="5476438" y="6438"/>
                  </a:lnTo>
                  <a:lnTo>
                    <a:pt x="5506220" y="5706"/>
                  </a:lnTo>
                  <a:lnTo>
                    <a:pt x="5521708" y="5358"/>
                  </a:lnTo>
                  <a:lnTo>
                    <a:pt x="5526978" y="524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8" y="5297"/>
                  </a:lnTo>
                  <a:lnTo>
                    <a:pt x="6530471" y="5698"/>
                  </a:lnTo>
                  <a:lnTo>
                    <a:pt x="6548300" y="6806"/>
                  </a:lnTo>
                  <a:lnTo>
                    <a:pt x="6580487" y="8992"/>
                  </a:lnTo>
                  <a:lnTo>
                    <a:pt x="6629096" y="12606"/>
                  </a:lnTo>
                  <a:lnTo>
                    <a:pt x="6694548" y="17955"/>
                  </a:lnTo>
                  <a:lnTo>
                    <a:pt x="6775656" y="25271"/>
                  </a:lnTo>
                  <a:lnTo>
                    <a:pt x="6869883" y="34698"/>
                  </a:lnTo>
                  <a:lnTo>
                    <a:pt x="6973794" y="46299"/>
                  </a:lnTo>
                  <a:lnTo>
                    <a:pt x="7083587" y="60070"/>
                  </a:lnTo>
                  <a:lnTo>
                    <a:pt x="7195593" y="75974"/>
                  </a:lnTo>
                  <a:lnTo>
                    <a:pt x="7306633" y="93968"/>
                  </a:lnTo>
                  <a:lnTo>
                    <a:pt x="7414224" y="114033"/>
                  </a:lnTo>
                  <a:lnTo>
                    <a:pt x="7516629" y="136192"/>
                  </a:lnTo>
                  <a:lnTo>
                    <a:pt x="7612801" y="160527"/>
                  </a:lnTo>
                  <a:lnTo>
                    <a:pt x="7702272" y="187183"/>
                  </a:lnTo>
                  <a:lnTo>
                    <a:pt x="7785019" y="216371"/>
                  </a:lnTo>
                  <a:lnTo>
                    <a:pt x="7861343" y="248364"/>
                  </a:lnTo>
                  <a:lnTo>
                    <a:pt x="7931756" y="283492"/>
                  </a:lnTo>
                  <a:lnTo>
                    <a:pt x="7996903" y="322130"/>
                  </a:lnTo>
                  <a:lnTo>
                    <a:pt x="8057493" y="364681"/>
                  </a:lnTo>
                  <a:lnTo>
                    <a:pt x="8114257" y="411540"/>
                  </a:lnTo>
                  <a:lnTo>
                    <a:pt x="8167906" y="463049"/>
                  </a:lnTo>
                  <a:lnTo>
                    <a:pt x="8219093" y="519414"/>
                  </a:lnTo>
                  <a:lnTo>
                    <a:pt x="8229629" y="531924"/>
                  </a:lnTo>
                  <a:lnTo>
                    <a:pt x="8272089" y="585519"/>
                  </a:lnTo>
                  <a:lnTo>
                    <a:pt x="8313525" y="642823"/>
                  </a:lnTo>
                  <a:lnTo>
                    <a:pt x="8354200" y="703912"/>
                  </a:lnTo>
                  <a:lnTo>
                    <a:pt x="8394329" y="768808"/>
                  </a:lnTo>
                  <a:lnTo>
                    <a:pt x="8434085" y="837476"/>
                  </a:lnTo>
                  <a:lnTo>
                    <a:pt x="8473608" y="909816"/>
                  </a:lnTo>
                  <a:lnTo>
                    <a:pt x="8513003" y="985660"/>
                  </a:lnTo>
                  <a:lnTo>
                    <a:pt x="8552351" y="1064770"/>
                  </a:lnTo>
                  <a:lnTo>
                    <a:pt x="8591706" y="1146839"/>
                  </a:lnTo>
                  <a:lnTo>
                    <a:pt x="8631101" y="1231493"/>
                  </a:lnTo>
                  <a:lnTo>
                    <a:pt x="8670551" y="1318296"/>
                  </a:lnTo>
                  <a:lnTo>
                    <a:pt x="8710056" y="1406760"/>
                  </a:lnTo>
                  <a:lnTo>
                    <a:pt x="8749603" y="1496352"/>
                  </a:lnTo>
                  <a:lnTo>
                    <a:pt x="8789174" y="1586513"/>
                  </a:lnTo>
                  <a:lnTo>
                    <a:pt x="8828744" y="1676665"/>
                  </a:lnTo>
                  <a:lnTo>
                    <a:pt x="8868291" y="1766235"/>
                  </a:lnTo>
                  <a:lnTo>
                    <a:pt x="8907794" y="1854660"/>
                  </a:lnTo>
                  <a:lnTo>
                    <a:pt x="8947242" y="1941411"/>
                  </a:lnTo>
                  <a:lnTo>
                    <a:pt x="8986636" y="2026001"/>
                  </a:lnTo>
                  <a:lnTo>
                    <a:pt x="9025990" y="2107994"/>
                  </a:lnTo>
                  <a:lnTo>
                    <a:pt x="9065338" y="2187020"/>
                  </a:lnTo>
                  <a:lnTo>
                    <a:pt x="9104736" y="2262771"/>
                  </a:lnTo>
                  <a:lnTo>
                    <a:pt x="9144264" y="2335014"/>
                  </a:lnTo>
                  <a:lnTo>
                    <a:pt x="9184028" y="2403581"/>
                  </a:lnTo>
                  <a:lnTo>
                    <a:pt x="9224169" y="2468374"/>
                  </a:lnTo>
                  <a:lnTo>
                    <a:pt x="9264862" y="2529360"/>
                  </a:lnTo>
                  <a:lnTo>
                    <a:pt x="9306322" y="2586562"/>
                  </a:lnTo>
                  <a:lnTo>
                    <a:pt x="9347647" y="2638659"/>
                  </a:lnTo>
                  <a:lnTo>
                    <a:pt x="9398391" y="2696054"/>
                  </a:lnTo>
                  <a:lnTo>
                    <a:pt x="9451469" y="2748576"/>
                  </a:lnTo>
                  <a:lnTo>
                    <a:pt x="9507518" y="2796391"/>
                  </a:lnTo>
                  <a:lnTo>
                    <a:pt x="9567241" y="2839818"/>
                  </a:lnTo>
                  <a:lnTo>
                    <a:pt x="9631366" y="2879247"/>
                  </a:lnTo>
                  <a:lnTo>
                    <a:pt x="9700612" y="2915083"/>
                  </a:lnTo>
                  <a:lnTo>
                    <a:pt x="9775641" y="2947708"/>
                  </a:lnTo>
                  <a:lnTo>
                    <a:pt x="9857000" y="2977463"/>
                  </a:lnTo>
                  <a:lnTo>
                    <a:pt x="9945042" y="3004633"/>
                  </a:lnTo>
                  <a:lnTo>
                    <a:pt x="10039823" y="3029444"/>
                  </a:lnTo>
                  <a:lnTo>
                    <a:pt x="10140979" y="3052053"/>
                  </a:lnTo>
                  <a:lnTo>
                    <a:pt x="10247597" y="3072555"/>
                  </a:lnTo>
                  <a:lnTo>
                    <a:pt x="10358091" y="3090986"/>
                  </a:lnTo>
                  <a:lnTo>
                    <a:pt x="10470136" y="3107334"/>
                  </a:lnTo>
                  <a:lnTo>
                    <a:pt x="10580689" y="3121559"/>
                  </a:lnTo>
                  <a:lnTo>
                    <a:pt x="10686159" y="3133620"/>
                  </a:lnTo>
                  <a:lnTo>
                    <a:pt x="10782735" y="3143502"/>
                  </a:lnTo>
                  <a:lnTo>
                    <a:pt x="10866859" y="3151254"/>
                  </a:lnTo>
                  <a:lnTo>
                    <a:pt x="10935762" y="3157002"/>
                  </a:lnTo>
                  <a:lnTo>
                    <a:pt x="10987944" y="3160959"/>
                  </a:lnTo>
                  <a:lnTo>
                    <a:pt x="11023476" y="3163417"/>
                  </a:lnTo>
                  <a:lnTo>
                    <a:pt x="11044085" y="3164722"/>
                  </a:lnTo>
                  <a:lnTo>
                    <a:pt x="11053024" y="3165242"/>
                  </a:lnTo>
                  <a:lnTo>
                    <a:pt x="11054891" y="3165342"/>
                  </a:lnTo>
                  <a:lnTo>
                    <a:pt x="12049831" y="3165342"/>
                  </a:lnTo>
                  <a:lnTo>
                    <a:pt x="12049831" y="3160102"/>
                  </a:lnTo>
                  <a:lnTo>
                    <a:pt x="11054891" y="3160102"/>
                  </a:lnTo>
                  <a:lnTo>
                    <a:pt x="11053828" y="3160045"/>
                  </a:lnTo>
                  <a:lnTo>
                    <a:pt x="11046805" y="3159644"/>
                  </a:lnTo>
                  <a:lnTo>
                    <a:pt x="11028977" y="3158536"/>
                  </a:lnTo>
                  <a:lnTo>
                    <a:pt x="10996789" y="3156350"/>
                  </a:lnTo>
                  <a:lnTo>
                    <a:pt x="10948181" y="3152736"/>
                  </a:lnTo>
                  <a:lnTo>
                    <a:pt x="10882729" y="3147387"/>
                  </a:lnTo>
                  <a:lnTo>
                    <a:pt x="10801620" y="3140071"/>
                  </a:lnTo>
                  <a:lnTo>
                    <a:pt x="10707393" y="3130644"/>
                  </a:lnTo>
                  <a:lnTo>
                    <a:pt x="10603483" y="3119043"/>
                  </a:lnTo>
                  <a:lnTo>
                    <a:pt x="10493689" y="3105272"/>
                  </a:lnTo>
                  <a:lnTo>
                    <a:pt x="10381684" y="3089368"/>
                  </a:lnTo>
                  <a:lnTo>
                    <a:pt x="10270644" y="3071374"/>
                  </a:lnTo>
                  <a:lnTo>
                    <a:pt x="10163052" y="3051309"/>
                  </a:lnTo>
                  <a:lnTo>
                    <a:pt x="10060647" y="3029150"/>
                  </a:lnTo>
                  <a:lnTo>
                    <a:pt x="9964475" y="3004815"/>
                  </a:lnTo>
                  <a:lnTo>
                    <a:pt x="9875005" y="2978159"/>
                  </a:lnTo>
                  <a:lnTo>
                    <a:pt x="9792257" y="2948971"/>
                  </a:lnTo>
                  <a:lnTo>
                    <a:pt x="9715933" y="2916978"/>
                  </a:lnTo>
                  <a:lnTo>
                    <a:pt x="9645520" y="2881850"/>
                  </a:lnTo>
                  <a:lnTo>
                    <a:pt x="9580374" y="2843212"/>
                  </a:lnTo>
                  <a:lnTo>
                    <a:pt x="9519783" y="2800661"/>
                  </a:lnTo>
                  <a:lnTo>
                    <a:pt x="9463019" y="2753802"/>
                  </a:lnTo>
                  <a:lnTo>
                    <a:pt x="9409371" y="2702293"/>
                  </a:lnTo>
                  <a:lnTo>
                    <a:pt x="9358183" y="2645928"/>
                  </a:lnTo>
                  <a:lnTo>
                    <a:pt x="9347647" y="2633418"/>
                  </a:lnTo>
                  <a:lnTo>
                    <a:pt x="9305187" y="2579823"/>
                  </a:lnTo>
                  <a:lnTo>
                    <a:pt x="9263751" y="2522519"/>
                  </a:lnTo>
                  <a:lnTo>
                    <a:pt x="9223076" y="2461430"/>
                  </a:lnTo>
                  <a:lnTo>
                    <a:pt x="9182948" y="2396534"/>
                  </a:lnTo>
                  <a:lnTo>
                    <a:pt x="9143191" y="2327866"/>
                  </a:lnTo>
                  <a:lnTo>
                    <a:pt x="9103669" y="2255526"/>
                  </a:lnTo>
                  <a:lnTo>
                    <a:pt x="9064273" y="2179682"/>
                  </a:lnTo>
                  <a:lnTo>
                    <a:pt x="9024925" y="2100572"/>
                  </a:lnTo>
                  <a:lnTo>
                    <a:pt x="8985570" y="2018503"/>
                  </a:lnTo>
                  <a:lnTo>
                    <a:pt x="8946175" y="1933849"/>
                  </a:lnTo>
                  <a:lnTo>
                    <a:pt x="8906725" y="1847046"/>
                  </a:lnTo>
                  <a:lnTo>
                    <a:pt x="8867221" y="1758582"/>
                  </a:lnTo>
                  <a:lnTo>
                    <a:pt x="8827673" y="1668990"/>
                  </a:lnTo>
                  <a:lnTo>
                    <a:pt x="8788103" y="1578829"/>
                  </a:lnTo>
                  <a:lnTo>
                    <a:pt x="8748532" y="1488677"/>
                  </a:lnTo>
                  <a:lnTo>
                    <a:pt x="8708986" y="1399107"/>
                  </a:lnTo>
                  <a:lnTo>
                    <a:pt x="8669483" y="1310682"/>
                  </a:lnTo>
                  <a:lnTo>
                    <a:pt x="8630034" y="1223931"/>
                  </a:lnTo>
                  <a:lnTo>
                    <a:pt x="8590641" y="1139341"/>
                  </a:lnTo>
                  <a:lnTo>
                    <a:pt x="8551287" y="1057348"/>
                  </a:lnTo>
                  <a:lnTo>
                    <a:pt x="8511938" y="978322"/>
                  </a:lnTo>
                  <a:lnTo>
                    <a:pt x="8472540" y="902571"/>
                  </a:lnTo>
                  <a:lnTo>
                    <a:pt x="8433013" y="830328"/>
                  </a:lnTo>
                  <a:lnTo>
                    <a:pt x="8393248" y="761761"/>
                  </a:lnTo>
                  <a:lnTo>
                    <a:pt x="8353107" y="696968"/>
                  </a:lnTo>
                  <a:lnTo>
                    <a:pt x="8312415" y="635982"/>
                  </a:lnTo>
                  <a:lnTo>
                    <a:pt x="8270955" y="578780"/>
                  </a:lnTo>
                  <a:lnTo>
                    <a:pt x="8229629" y="526683"/>
                  </a:lnTo>
                  <a:lnTo>
                    <a:pt x="8178885" y="469288"/>
                  </a:lnTo>
                  <a:lnTo>
                    <a:pt x="8125808" y="416766"/>
                  </a:lnTo>
                  <a:lnTo>
                    <a:pt x="8069759" y="368951"/>
                  </a:lnTo>
                  <a:lnTo>
                    <a:pt x="8010036" y="325524"/>
                  </a:lnTo>
                  <a:lnTo>
                    <a:pt x="7945910" y="286095"/>
                  </a:lnTo>
                  <a:lnTo>
                    <a:pt x="7876665" y="250259"/>
                  </a:lnTo>
                  <a:lnTo>
                    <a:pt x="7801636" y="217634"/>
                  </a:lnTo>
                  <a:lnTo>
                    <a:pt x="7720276" y="187879"/>
                  </a:lnTo>
                  <a:lnTo>
                    <a:pt x="7632234" y="160709"/>
                  </a:lnTo>
                  <a:lnTo>
                    <a:pt x="7537454" y="135898"/>
                  </a:lnTo>
                  <a:lnTo>
                    <a:pt x="7436298" y="113289"/>
                  </a:lnTo>
                  <a:lnTo>
                    <a:pt x="7329680" y="92787"/>
                  </a:lnTo>
                  <a:lnTo>
                    <a:pt x="7219185" y="74356"/>
                  </a:lnTo>
                  <a:lnTo>
                    <a:pt x="7107140" y="58008"/>
                  </a:lnTo>
                  <a:lnTo>
                    <a:pt x="6996587" y="43783"/>
                  </a:lnTo>
                  <a:lnTo>
                    <a:pt x="6891117" y="31722"/>
                  </a:lnTo>
                  <a:lnTo>
                    <a:pt x="6794542" y="21840"/>
                  </a:lnTo>
                  <a:lnTo>
                    <a:pt x="6710418" y="14088"/>
                  </a:lnTo>
                  <a:lnTo>
                    <a:pt x="6641514" y="8340"/>
                  </a:lnTo>
                  <a:lnTo>
                    <a:pt x="6589333" y="4383"/>
                  </a:lnTo>
                  <a:lnTo>
                    <a:pt x="6553800" y="1925"/>
                  </a:lnTo>
                  <a:lnTo>
                    <a:pt x="6533192" y="620"/>
                  </a:lnTo>
                  <a:lnTo>
                    <a:pt x="6524252" y="10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0" y="22"/>
                  </a:lnTo>
                  <a:lnTo>
                    <a:pt x="5518889" y="178"/>
                  </a:lnTo>
                  <a:lnTo>
                    <a:pt x="5500055" y="611"/>
                  </a:lnTo>
                  <a:lnTo>
                    <a:pt x="5466123" y="1465"/>
                  </a:lnTo>
                  <a:lnTo>
                    <a:pt x="5415024" y="2876"/>
                  </a:lnTo>
                  <a:lnTo>
                    <a:pt x="5346466" y="4960"/>
                  </a:lnTo>
                  <a:lnTo>
                    <a:pt x="5261881" y="7806"/>
                  </a:lnTo>
                  <a:lnTo>
                    <a:pt x="5164106" y="11465"/>
                  </a:lnTo>
                  <a:lnTo>
                    <a:pt x="5056876" y="15957"/>
                  </a:lnTo>
                  <a:lnTo>
                    <a:pt x="4944227" y="21278"/>
                  </a:lnTo>
                  <a:lnTo>
                    <a:pt x="4829978" y="27413"/>
                  </a:lnTo>
                  <a:lnTo>
                    <a:pt x="4717355" y="34344"/>
                  </a:lnTo>
                  <a:lnTo>
                    <a:pt x="4608813" y="42069"/>
                  </a:lnTo>
                  <a:lnTo>
                    <a:pt x="4506004" y="50602"/>
                  </a:lnTo>
                  <a:lnTo>
                    <a:pt x="4409864" y="59980"/>
                  </a:lnTo>
                  <a:lnTo>
                    <a:pt x="4320739" y="70268"/>
                  </a:lnTo>
                  <a:lnTo>
                    <a:pt x="4238537" y="81556"/>
                  </a:lnTo>
                  <a:lnTo>
                    <a:pt x="4162854" y="93958"/>
                  </a:lnTo>
                  <a:lnTo>
                    <a:pt x="4093091" y="107610"/>
                  </a:lnTo>
                  <a:lnTo>
                    <a:pt x="4028533" y="122662"/>
                  </a:lnTo>
                  <a:lnTo>
                    <a:pt x="3968413" y="139273"/>
                  </a:lnTo>
                  <a:lnTo>
                    <a:pt x="3911962" y="157591"/>
                  </a:lnTo>
                  <a:lnTo>
                    <a:pt x="3858445" y="177733"/>
                  </a:lnTo>
                  <a:lnTo>
                    <a:pt x="3820202" y="193903"/>
                  </a:lnTo>
                  <a:lnTo>
                    <a:pt x="3764221" y="220317"/>
                  </a:lnTo>
                  <a:lnTo>
                    <a:pt x="3709882" y="249142"/>
                  </a:lnTo>
                  <a:lnTo>
                    <a:pt x="3656629" y="280420"/>
                  </a:lnTo>
                  <a:lnTo>
                    <a:pt x="3604040" y="314131"/>
                  </a:lnTo>
                  <a:lnTo>
                    <a:pt x="3551804" y="350181"/>
                  </a:lnTo>
                  <a:lnTo>
                    <a:pt x="3499701" y="388400"/>
                  </a:lnTo>
                  <a:lnTo>
                    <a:pt x="3447593" y="428538"/>
                  </a:lnTo>
                  <a:lnTo>
                    <a:pt x="3395407" y="470270"/>
                  </a:lnTo>
                  <a:lnTo>
                    <a:pt x="3343123" y="513204"/>
                  </a:lnTo>
                  <a:lnTo>
                    <a:pt x="3290763" y="556895"/>
                  </a:lnTo>
                  <a:lnTo>
                    <a:pt x="3238372" y="600864"/>
                  </a:lnTo>
                  <a:lnTo>
                    <a:pt x="3186005" y="644619"/>
                  </a:lnTo>
                  <a:lnTo>
                    <a:pt x="3133710" y="687676"/>
                  </a:lnTo>
                  <a:lnTo>
                    <a:pt x="3081511" y="729586"/>
                  </a:lnTo>
                  <a:lnTo>
                    <a:pt x="3029395" y="769949"/>
                  </a:lnTo>
                  <a:lnTo>
                    <a:pt x="2977298" y="808431"/>
                  </a:lnTo>
                  <a:lnTo>
                    <a:pt x="2925090" y="844772"/>
                  </a:lnTo>
                  <a:lnTo>
                    <a:pt x="2872562" y="878791"/>
                  </a:lnTo>
                  <a:lnTo>
                    <a:pt x="2819415" y="910386"/>
                  </a:lnTo>
                  <a:lnTo>
                    <a:pt x="2765244" y="939525"/>
                  </a:lnTo>
                  <a:lnTo>
                    <a:pt x="2709512" y="966246"/>
                  </a:lnTo>
                  <a:lnTo>
                    <a:pt x="2702183" y="969517"/>
                  </a:lnTo>
                  <a:lnTo>
                    <a:pt x="2650417" y="991046"/>
                  </a:lnTo>
                  <a:lnTo>
                    <a:pt x="2596213" y="1010710"/>
                  </a:lnTo>
                  <a:lnTo>
                    <a:pt x="2538890" y="1028577"/>
                  </a:lnTo>
                  <a:lnTo>
                    <a:pt x="2477702" y="1044772"/>
                  </a:lnTo>
                  <a:lnTo>
                    <a:pt x="2411878" y="1059449"/>
                  </a:lnTo>
                  <a:lnTo>
                    <a:pt x="2340657" y="1072765"/>
                  </a:lnTo>
                  <a:lnTo>
                    <a:pt x="2263349" y="1084868"/>
                  </a:lnTo>
                  <a:lnTo>
                    <a:pt x="2179394" y="1095889"/>
                  </a:lnTo>
                  <a:lnTo>
                    <a:pt x="2088459" y="1105936"/>
                  </a:lnTo>
                  <a:lnTo>
                    <a:pt x="1990549" y="1115092"/>
                  </a:lnTo>
                  <a:lnTo>
                    <a:pt x="1886150" y="1123414"/>
                  </a:lnTo>
                  <a:lnTo>
                    <a:pt x="1776369" y="1130934"/>
                  </a:lnTo>
                  <a:lnTo>
                    <a:pt x="1663061" y="1137661"/>
                  </a:lnTo>
                  <a:lnTo>
                    <a:pt x="1548887" y="1143588"/>
                  </a:lnTo>
                  <a:lnTo>
                    <a:pt x="1437251" y="1148698"/>
                  </a:lnTo>
                  <a:lnTo>
                    <a:pt x="1332069" y="1152975"/>
                  </a:lnTo>
                  <a:lnTo>
                    <a:pt x="1237355" y="1156422"/>
                  </a:lnTo>
                  <a:lnTo>
                    <a:pt x="1156669" y="1159066"/>
                  </a:lnTo>
                  <a:lnTo>
                    <a:pt x="1092531" y="1160967"/>
                  </a:lnTo>
                  <a:lnTo>
                    <a:pt x="1045947" y="1162222"/>
                  </a:lnTo>
                  <a:lnTo>
                    <a:pt x="1016165" y="1162954"/>
                  </a:lnTo>
                  <a:lnTo>
                    <a:pt x="1000677" y="1163302"/>
                  </a:lnTo>
                  <a:lnTo>
                    <a:pt x="995407" y="1163411"/>
                  </a:lnTo>
                  <a:lnTo>
                    <a:pt x="994940" y="1163420"/>
                  </a:lnTo>
                  <a:lnTo>
                    <a:pt x="0" y="116342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89" name="pl888"/>
            <p:cNvSpPr/>
            <p:nvPr/>
          </p:nvSpPr>
          <p:spPr>
            <a:xfrm>
              <a:off x="1199187" y="3007959"/>
              <a:ext cx="12049831" cy="3160102"/>
            </a:xfrm>
            <a:custGeom>
              <a:avLst/>
              <a:pathLst>
                <a:path w="12049831" h="3160102">
                  <a:moveTo>
                    <a:pt x="0" y="1163420"/>
                  </a:moveTo>
                  <a:lnTo>
                    <a:pt x="994940" y="1163420"/>
                  </a:lnTo>
                  <a:lnTo>
                    <a:pt x="996065" y="1163398"/>
                  </a:lnTo>
                  <a:lnTo>
                    <a:pt x="1003496" y="1163241"/>
                  </a:lnTo>
                  <a:lnTo>
                    <a:pt x="1022330" y="1162808"/>
                  </a:lnTo>
                  <a:lnTo>
                    <a:pt x="1056262" y="1161955"/>
                  </a:lnTo>
                  <a:lnTo>
                    <a:pt x="1107361" y="1160544"/>
                  </a:lnTo>
                  <a:lnTo>
                    <a:pt x="1175918" y="1158460"/>
                  </a:lnTo>
                  <a:lnTo>
                    <a:pt x="1260504" y="1155614"/>
                  </a:lnTo>
                  <a:lnTo>
                    <a:pt x="1358279" y="1151955"/>
                  </a:lnTo>
                  <a:lnTo>
                    <a:pt x="1465509" y="1147463"/>
                  </a:lnTo>
                  <a:lnTo>
                    <a:pt x="1578158" y="1142141"/>
                  </a:lnTo>
                  <a:lnTo>
                    <a:pt x="1692407" y="1136007"/>
                  </a:lnTo>
                  <a:lnTo>
                    <a:pt x="1805030" y="1129075"/>
                  </a:lnTo>
                  <a:lnTo>
                    <a:pt x="1913572" y="1121351"/>
                  </a:lnTo>
                  <a:lnTo>
                    <a:pt x="2016381" y="1112818"/>
                  </a:lnTo>
                  <a:lnTo>
                    <a:pt x="2112521" y="1103440"/>
                  </a:lnTo>
                  <a:lnTo>
                    <a:pt x="2201646" y="1093151"/>
                  </a:lnTo>
                  <a:lnTo>
                    <a:pt x="2283848" y="1081863"/>
                  </a:lnTo>
                  <a:lnTo>
                    <a:pt x="2359531" y="1069461"/>
                  </a:lnTo>
                  <a:lnTo>
                    <a:pt x="2429294" y="1055810"/>
                  </a:lnTo>
                  <a:lnTo>
                    <a:pt x="2493852" y="1040758"/>
                  </a:lnTo>
                  <a:lnTo>
                    <a:pt x="2553972" y="1024147"/>
                  </a:lnTo>
                  <a:lnTo>
                    <a:pt x="2610423" y="1005828"/>
                  </a:lnTo>
                  <a:lnTo>
                    <a:pt x="2663940" y="985687"/>
                  </a:lnTo>
                  <a:lnTo>
                    <a:pt x="2702183" y="969517"/>
                  </a:lnTo>
                  <a:lnTo>
                    <a:pt x="2758164" y="943103"/>
                  </a:lnTo>
                  <a:lnTo>
                    <a:pt x="2812503" y="914278"/>
                  </a:lnTo>
                  <a:lnTo>
                    <a:pt x="2865756" y="882999"/>
                  </a:lnTo>
                  <a:lnTo>
                    <a:pt x="2918345" y="849288"/>
                  </a:lnTo>
                  <a:lnTo>
                    <a:pt x="2970581" y="813238"/>
                  </a:lnTo>
                  <a:lnTo>
                    <a:pt x="3022684" y="775020"/>
                  </a:lnTo>
                  <a:lnTo>
                    <a:pt x="3074792" y="734882"/>
                  </a:lnTo>
                  <a:lnTo>
                    <a:pt x="3126978" y="693150"/>
                  </a:lnTo>
                  <a:lnTo>
                    <a:pt x="3179262" y="650216"/>
                  </a:lnTo>
                  <a:lnTo>
                    <a:pt x="3231622" y="606524"/>
                  </a:lnTo>
                  <a:lnTo>
                    <a:pt x="3284013" y="562555"/>
                  </a:lnTo>
                  <a:lnTo>
                    <a:pt x="3336380" y="518801"/>
                  </a:lnTo>
                  <a:lnTo>
                    <a:pt x="3388675" y="475743"/>
                  </a:lnTo>
                  <a:lnTo>
                    <a:pt x="3440874" y="433833"/>
                  </a:lnTo>
                  <a:lnTo>
                    <a:pt x="3492990" y="393470"/>
                  </a:lnTo>
                  <a:lnTo>
                    <a:pt x="3545087" y="354989"/>
                  </a:lnTo>
                  <a:lnTo>
                    <a:pt x="3597295" y="318648"/>
                  </a:lnTo>
                  <a:lnTo>
                    <a:pt x="3649823" y="284629"/>
                  </a:lnTo>
                  <a:lnTo>
                    <a:pt x="3702970" y="253034"/>
                  </a:lnTo>
                  <a:lnTo>
                    <a:pt x="3757141" y="223894"/>
                  </a:lnTo>
                  <a:lnTo>
                    <a:pt x="3812873" y="197174"/>
                  </a:lnTo>
                  <a:lnTo>
                    <a:pt x="3820202" y="193903"/>
                  </a:lnTo>
                  <a:lnTo>
                    <a:pt x="3871968" y="172374"/>
                  </a:lnTo>
                  <a:lnTo>
                    <a:pt x="3926172" y="152709"/>
                  </a:lnTo>
                  <a:lnTo>
                    <a:pt x="3983495" y="134843"/>
                  </a:lnTo>
                  <a:lnTo>
                    <a:pt x="4044683" y="118648"/>
                  </a:lnTo>
                  <a:lnTo>
                    <a:pt x="4110507" y="103971"/>
                  </a:lnTo>
                  <a:lnTo>
                    <a:pt x="4181728" y="90655"/>
                  </a:lnTo>
                  <a:lnTo>
                    <a:pt x="4259036" y="78552"/>
                  </a:lnTo>
                  <a:lnTo>
                    <a:pt x="4342991" y="67531"/>
                  </a:lnTo>
                  <a:lnTo>
                    <a:pt x="4433926" y="57484"/>
                  </a:lnTo>
                  <a:lnTo>
                    <a:pt x="4531836" y="48328"/>
                  </a:lnTo>
                  <a:lnTo>
                    <a:pt x="4636235" y="40006"/>
                  </a:lnTo>
                  <a:lnTo>
                    <a:pt x="4746016" y="32486"/>
                  </a:lnTo>
                  <a:lnTo>
                    <a:pt x="4859324" y="25758"/>
                  </a:lnTo>
                  <a:lnTo>
                    <a:pt x="4973498" y="19831"/>
                  </a:lnTo>
                  <a:lnTo>
                    <a:pt x="5085134" y="14722"/>
                  </a:lnTo>
                  <a:lnTo>
                    <a:pt x="5190316" y="10445"/>
                  </a:lnTo>
                  <a:lnTo>
                    <a:pt x="5285030" y="6998"/>
                  </a:lnTo>
                  <a:lnTo>
                    <a:pt x="5365716" y="4354"/>
                  </a:lnTo>
                  <a:lnTo>
                    <a:pt x="5429854" y="2453"/>
                  </a:lnTo>
                  <a:lnTo>
                    <a:pt x="5476438" y="1197"/>
                  </a:lnTo>
                  <a:lnTo>
                    <a:pt x="5506220" y="466"/>
                  </a:lnTo>
                  <a:lnTo>
                    <a:pt x="5521708" y="117"/>
                  </a:lnTo>
                  <a:lnTo>
                    <a:pt x="5526978" y="8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8" y="56"/>
                  </a:lnTo>
                  <a:lnTo>
                    <a:pt x="6530471" y="457"/>
                  </a:lnTo>
                  <a:lnTo>
                    <a:pt x="6548300" y="1566"/>
                  </a:lnTo>
                  <a:lnTo>
                    <a:pt x="6580487" y="3751"/>
                  </a:lnTo>
                  <a:lnTo>
                    <a:pt x="6629096" y="7366"/>
                  </a:lnTo>
                  <a:lnTo>
                    <a:pt x="6694548" y="12715"/>
                  </a:lnTo>
                  <a:lnTo>
                    <a:pt x="6775656" y="20030"/>
                  </a:lnTo>
                  <a:lnTo>
                    <a:pt x="6869883" y="29457"/>
                  </a:lnTo>
                  <a:lnTo>
                    <a:pt x="6973794" y="41058"/>
                  </a:lnTo>
                  <a:lnTo>
                    <a:pt x="7083587" y="54830"/>
                  </a:lnTo>
                  <a:lnTo>
                    <a:pt x="7195593" y="70734"/>
                  </a:lnTo>
                  <a:lnTo>
                    <a:pt x="7306633" y="88728"/>
                  </a:lnTo>
                  <a:lnTo>
                    <a:pt x="7414224" y="108792"/>
                  </a:lnTo>
                  <a:lnTo>
                    <a:pt x="7516629" y="130951"/>
                  </a:lnTo>
                  <a:lnTo>
                    <a:pt x="7612801" y="155286"/>
                  </a:lnTo>
                  <a:lnTo>
                    <a:pt x="7702272" y="181943"/>
                  </a:lnTo>
                  <a:lnTo>
                    <a:pt x="7785019" y="211131"/>
                  </a:lnTo>
                  <a:lnTo>
                    <a:pt x="7861343" y="243124"/>
                  </a:lnTo>
                  <a:lnTo>
                    <a:pt x="7931756" y="278252"/>
                  </a:lnTo>
                  <a:lnTo>
                    <a:pt x="7996903" y="316890"/>
                  </a:lnTo>
                  <a:lnTo>
                    <a:pt x="8057493" y="359440"/>
                  </a:lnTo>
                  <a:lnTo>
                    <a:pt x="8114257" y="406299"/>
                  </a:lnTo>
                  <a:lnTo>
                    <a:pt x="8167906" y="457808"/>
                  </a:lnTo>
                  <a:lnTo>
                    <a:pt x="8219093" y="514174"/>
                  </a:lnTo>
                  <a:lnTo>
                    <a:pt x="8229629" y="526683"/>
                  </a:lnTo>
                  <a:lnTo>
                    <a:pt x="8272089" y="580278"/>
                  </a:lnTo>
                  <a:lnTo>
                    <a:pt x="8313525" y="637582"/>
                  </a:lnTo>
                  <a:lnTo>
                    <a:pt x="8354200" y="698671"/>
                  </a:lnTo>
                  <a:lnTo>
                    <a:pt x="8394329" y="763568"/>
                  </a:lnTo>
                  <a:lnTo>
                    <a:pt x="8434085" y="832236"/>
                  </a:lnTo>
                  <a:lnTo>
                    <a:pt x="8473608" y="904575"/>
                  </a:lnTo>
                  <a:lnTo>
                    <a:pt x="8513003" y="980419"/>
                  </a:lnTo>
                  <a:lnTo>
                    <a:pt x="8552351" y="1059529"/>
                  </a:lnTo>
                  <a:lnTo>
                    <a:pt x="8591706" y="1141598"/>
                  </a:lnTo>
                  <a:lnTo>
                    <a:pt x="8631101" y="1226252"/>
                  </a:lnTo>
                  <a:lnTo>
                    <a:pt x="8670551" y="1313055"/>
                  </a:lnTo>
                  <a:lnTo>
                    <a:pt x="8710056" y="1401519"/>
                  </a:lnTo>
                  <a:lnTo>
                    <a:pt x="8749603" y="1491111"/>
                  </a:lnTo>
                  <a:lnTo>
                    <a:pt x="8789174" y="1581272"/>
                  </a:lnTo>
                  <a:lnTo>
                    <a:pt x="8828744" y="1671425"/>
                  </a:lnTo>
                  <a:lnTo>
                    <a:pt x="8868291" y="1760994"/>
                  </a:lnTo>
                  <a:lnTo>
                    <a:pt x="8907794" y="1849419"/>
                  </a:lnTo>
                  <a:lnTo>
                    <a:pt x="8947242" y="1936171"/>
                  </a:lnTo>
                  <a:lnTo>
                    <a:pt x="8986636" y="2020760"/>
                  </a:lnTo>
                  <a:lnTo>
                    <a:pt x="9025990" y="2102754"/>
                  </a:lnTo>
                  <a:lnTo>
                    <a:pt x="9065338" y="2181779"/>
                  </a:lnTo>
                  <a:lnTo>
                    <a:pt x="9104736" y="2257531"/>
                  </a:lnTo>
                  <a:lnTo>
                    <a:pt x="9144264" y="2329773"/>
                  </a:lnTo>
                  <a:lnTo>
                    <a:pt x="9184028" y="2398340"/>
                  </a:lnTo>
                  <a:lnTo>
                    <a:pt x="9224169" y="2463133"/>
                  </a:lnTo>
                  <a:lnTo>
                    <a:pt x="9264862" y="2524119"/>
                  </a:lnTo>
                  <a:lnTo>
                    <a:pt x="9306322" y="2581322"/>
                  </a:lnTo>
                  <a:lnTo>
                    <a:pt x="9347647" y="2633418"/>
                  </a:lnTo>
                  <a:lnTo>
                    <a:pt x="9398391" y="2690813"/>
                  </a:lnTo>
                  <a:lnTo>
                    <a:pt x="9451469" y="2743336"/>
                  </a:lnTo>
                  <a:lnTo>
                    <a:pt x="9507518" y="2791150"/>
                  </a:lnTo>
                  <a:lnTo>
                    <a:pt x="9567241" y="2834577"/>
                  </a:lnTo>
                  <a:lnTo>
                    <a:pt x="9631366" y="2874007"/>
                  </a:lnTo>
                  <a:lnTo>
                    <a:pt x="9700612" y="2909842"/>
                  </a:lnTo>
                  <a:lnTo>
                    <a:pt x="9775641" y="2942467"/>
                  </a:lnTo>
                  <a:lnTo>
                    <a:pt x="9857000" y="2972222"/>
                  </a:lnTo>
                  <a:lnTo>
                    <a:pt x="9945042" y="2999393"/>
                  </a:lnTo>
                  <a:lnTo>
                    <a:pt x="10039823" y="3024203"/>
                  </a:lnTo>
                  <a:lnTo>
                    <a:pt x="10140979" y="3046812"/>
                  </a:lnTo>
                  <a:lnTo>
                    <a:pt x="10247597" y="3067315"/>
                  </a:lnTo>
                  <a:lnTo>
                    <a:pt x="10358091" y="3085746"/>
                  </a:lnTo>
                  <a:lnTo>
                    <a:pt x="10470136" y="3102094"/>
                  </a:lnTo>
                  <a:lnTo>
                    <a:pt x="10580689" y="3116319"/>
                  </a:lnTo>
                  <a:lnTo>
                    <a:pt x="10686159" y="3128379"/>
                  </a:lnTo>
                  <a:lnTo>
                    <a:pt x="10782735" y="3138262"/>
                  </a:lnTo>
                  <a:lnTo>
                    <a:pt x="10866859" y="3146014"/>
                  </a:lnTo>
                  <a:lnTo>
                    <a:pt x="10935762" y="3151761"/>
                  </a:lnTo>
                  <a:lnTo>
                    <a:pt x="10987944" y="3155718"/>
                  </a:lnTo>
                  <a:lnTo>
                    <a:pt x="11023476" y="3158177"/>
                  </a:lnTo>
                  <a:lnTo>
                    <a:pt x="11044085" y="3159482"/>
                  </a:lnTo>
                  <a:lnTo>
                    <a:pt x="11053024" y="3160001"/>
                  </a:lnTo>
                  <a:lnTo>
                    <a:pt x="11054881" y="3160101"/>
                  </a:lnTo>
                  <a:lnTo>
                    <a:pt x="11054891" y="3160102"/>
                  </a:lnTo>
                  <a:lnTo>
                    <a:pt x="12049831" y="3160102"/>
                  </a:lnTo>
                  <a:lnTo>
                    <a:pt x="12049831" y="31601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0" name="pl889"/>
            <p:cNvSpPr/>
            <p:nvPr/>
          </p:nvSpPr>
          <p:spPr>
            <a:xfrm>
              <a:off x="1199187" y="3002718"/>
              <a:ext cx="12049831" cy="3160102"/>
            </a:xfrm>
            <a:custGeom>
              <a:avLst/>
              <a:pathLst>
                <a:path w="12049831" h="3160102">
                  <a:moveTo>
                    <a:pt x="12049831" y="3160102"/>
                  </a:moveTo>
                  <a:lnTo>
                    <a:pt x="11054891" y="3160102"/>
                  </a:lnTo>
                  <a:lnTo>
                    <a:pt x="11053828" y="3160045"/>
                  </a:lnTo>
                  <a:lnTo>
                    <a:pt x="11046805" y="3159644"/>
                  </a:lnTo>
                  <a:lnTo>
                    <a:pt x="11028977" y="3158536"/>
                  </a:lnTo>
                  <a:lnTo>
                    <a:pt x="10996789" y="3156350"/>
                  </a:lnTo>
                  <a:lnTo>
                    <a:pt x="10948181" y="3152736"/>
                  </a:lnTo>
                  <a:lnTo>
                    <a:pt x="10882729" y="3147387"/>
                  </a:lnTo>
                  <a:lnTo>
                    <a:pt x="10801620" y="3140071"/>
                  </a:lnTo>
                  <a:lnTo>
                    <a:pt x="10707393" y="3130644"/>
                  </a:lnTo>
                  <a:lnTo>
                    <a:pt x="10603483" y="3119043"/>
                  </a:lnTo>
                  <a:lnTo>
                    <a:pt x="10493689" y="3105272"/>
                  </a:lnTo>
                  <a:lnTo>
                    <a:pt x="10381684" y="3089368"/>
                  </a:lnTo>
                  <a:lnTo>
                    <a:pt x="10270644" y="3071374"/>
                  </a:lnTo>
                  <a:lnTo>
                    <a:pt x="10163052" y="3051309"/>
                  </a:lnTo>
                  <a:lnTo>
                    <a:pt x="10060647" y="3029150"/>
                  </a:lnTo>
                  <a:lnTo>
                    <a:pt x="9964475" y="3004815"/>
                  </a:lnTo>
                  <a:lnTo>
                    <a:pt x="9875005" y="2978159"/>
                  </a:lnTo>
                  <a:lnTo>
                    <a:pt x="9792257" y="2948971"/>
                  </a:lnTo>
                  <a:lnTo>
                    <a:pt x="9715933" y="2916978"/>
                  </a:lnTo>
                  <a:lnTo>
                    <a:pt x="9645520" y="2881850"/>
                  </a:lnTo>
                  <a:lnTo>
                    <a:pt x="9580374" y="2843212"/>
                  </a:lnTo>
                  <a:lnTo>
                    <a:pt x="9519783" y="2800661"/>
                  </a:lnTo>
                  <a:lnTo>
                    <a:pt x="9463019" y="2753802"/>
                  </a:lnTo>
                  <a:lnTo>
                    <a:pt x="9409371" y="2702293"/>
                  </a:lnTo>
                  <a:lnTo>
                    <a:pt x="9358183" y="2645928"/>
                  </a:lnTo>
                  <a:lnTo>
                    <a:pt x="9347647" y="2633418"/>
                  </a:lnTo>
                  <a:lnTo>
                    <a:pt x="9305187" y="2579823"/>
                  </a:lnTo>
                  <a:lnTo>
                    <a:pt x="9263751" y="2522519"/>
                  </a:lnTo>
                  <a:lnTo>
                    <a:pt x="9223076" y="2461430"/>
                  </a:lnTo>
                  <a:lnTo>
                    <a:pt x="9182948" y="2396534"/>
                  </a:lnTo>
                  <a:lnTo>
                    <a:pt x="9143191" y="2327866"/>
                  </a:lnTo>
                  <a:lnTo>
                    <a:pt x="9103669" y="2255526"/>
                  </a:lnTo>
                  <a:lnTo>
                    <a:pt x="9064273" y="2179682"/>
                  </a:lnTo>
                  <a:lnTo>
                    <a:pt x="9024925" y="2100572"/>
                  </a:lnTo>
                  <a:lnTo>
                    <a:pt x="8985570" y="2018503"/>
                  </a:lnTo>
                  <a:lnTo>
                    <a:pt x="8946175" y="1933849"/>
                  </a:lnTo>
                  <a:lnTo>
                    <a:pt x="8906725" y="1847046"/>
                  </a:lnTo>
                  <a:lnTo>
                    <a:pt x="8867221" y="1758582"/>
                  </a:lnTo>
                  <a:lnTo>
                    <a:pt x="8827673" y="1668990"/>
                  </a:lnTo>
                  <a:lnTo>
                    <a:pt x="8788103" y="1578829"/>
                  </a:lnTo>
                  <a:lnTo>
                    <a:pt x="8748532" y="1488677"/>
                  </a:lnTo>
                  <a:lnTo>
                    <a:pt x="8708986" y="1399107"/>
                  </a:lnTo>
                  <a:lnTo>
                    <a:pt x="8669483" y="1310682"/>
                  </a:lnTo>
                  <a:lnTo>
                    <a:pt x="8630034" y="1223931"/>
                  </a:lnTo>
                  <a:lnTo>
                    <a:pt x="8590641" y="1139341"/>
                  </a:lnTo>
                  <a:lnTo>
                    <a:pt x="8551287" y="1057348"/>
                  </a:lnTo>
                  <a:lnTo>
                    <a:pt x="8511938" y="978322"/>
                  </a:lnTo>
                  <a:lnTo>
                    <a:pt x="8472540" y="902571"/>
                  </a:lnTo>
                  <a:lnTo>
                    <a:pt x="8433013" y="830328"/>
                  </a:lnTo>
                  <a:lnTo>
                    <a:pt x="8393248" y="761761"/>
                  </a:lnTo>
                  <a:lnTo>
                    <a:pt x="8353107" y="696968"/>
                  </a:lnTo>
                  <a:lnTo>
                    <a:pt x="8312415" y="635982"/>
                  </a:lnTo>
                  <a:lnTo>
                    <a:pt x="8270955" y="578780"/>
                  </a:lnTo>
                  <a:lnTo>
                    <a:pt x="8229629" y="526683"/>
                  </a:lnTo>
                  <a:lnTo>
                    <a:pt x="8178885" y="469288"/>
                  </a:lnTo>
                  <a:lnTo>
                    <a:pt x="8125808" y="416766"/>
                  </a:lnTo>
                  <a:lnTo>
                    <a:pt x="8069759" y="368951"/>
                  </a:lnTo>
                  <a:lnTo>
                    <a:pt x="8010036" y="325524"/>
                  </a:lnTo>
                  <a:lnTo>
                    <a:pt x="7945910" y="286095"/>
                  </a:lnTo>
                  <a:lnTo>
                    <a:pt x="7876665" y="250259"/>
                  </a:lnTo>
                  <a:lnTo>
                    <a:pt x="7801636" y="217634"/>
                  </a:lnTo>
                  <a:lnTo>
                    <a:pt x="7720276" y="187879"/>
                  </a:lnTo>
                  <a:lnTo>
                    <a:pt x="7632234" y="160709"/>
                  </a:lnTo>
                  <a:lnTo>
                    <a:pt x="7537454" y="135898"/>
                  </a:lnTo>
                  <a:lnTo>
                    <a:pt x="7436298" y="113289"/>
                  </a:lnTo>
                  <a:lnTo>
                    <a:pt x="7329680" y="92787"/>
                  </a:lnTo>
                  <a:lnTo>
                    <a:pt x="7219185" y="74356"/>
                  </a:lnTo>
                  <a:lnTo>
                    <a:pt x="7107140" y="58008"/>
                  </a:lnTo>
                  <a:lnTo>
                    <a:pt x="6996587" y="43783"/>
                  </a:lnTo>
                  <a:lnTo>
                    <a:pt x="6891117" y="31722"/>
                  </a:lnTo>
                  <a:lnTo>
                    <a:pt x="6794542" y="21840"/>
                  </a:lnTo>
                  <a:lnTo>
                    <a:pt x="6710418" y="14088"/>
                  </a:lnTo>
                  <a:lnTo>
                    <a:pt x="6641514" y="8340"/>
                  </a:lnTo>
                  <a:lnTo>
                    <a:pt x="6589333" y="4383"/>
                  </a:lnTo>
                  <a:lnTo>
                    <a:pt x="6553800" y="1925"/>
                  </a:lnTo>
                  <a:lnTo>
                    <a:pt x="6533192" y="620"/>
                  </a:lnTo>
                  <a:lnTo>
                    <a:pt x="6524252" y="100"/>
                  </a:lnTo>
                  <a:lnTo>
                    <a:pt x="652239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0" y="22"/>
                  </a:lnTo>
                  <a:lnTo>
                    <a:pt x="5518889" y="178"/>
                  </a:lnTo>
                  <a:lnTo>
                    <a:pt x="5500055" y="611"/>
                  </a:lnTo>
                  <a:lnTo>
                    <a:pt x="5466123" y="1465"/>
                  </a:lnTo>
                  <a:lnTo>
                    <a:pt x="5415024" y="2876"/>
                  </a:lnTo>
                  <a:lnTo>
                    <a:pt x="5346466" y="4960"/>
                  </a:lnTo>
                  <a:lnTo>
                    <a:pt x="5261881" y="7806"/>
                  </a:lnTo>
                  <a:lnTo>
                    <a:pt x="5164106" y="11465"/>
                  </a:lnTo>
                  <a:lnTo>
                    <a:pt x="5056876" y="15957"/>
                  </a:lnTo>
                  <a:lnTo>
                    <a:pt x="4944227" y="21278"/>
                  </a:lnTo>
                  <a:lnTo>
                    <a:pt x="4829978" y="27413"/>
                  </a:lnTo>
                  <a:lnTo>
                    <a:pt x="4717355" y="34344"/>
                  </a:lnTo>
                  <a:lnTo>
                    <a:pt x="4608813" y="42069"/>
                  </a:lnTo>
                  <a:lnTo>
                    <a:pt x="4506004" y="50602"/>
                  </a:lnTo>
                  <a:lnTo>
                    <a:pt x="4409864" y="59980"/>
                  </a:lnTo>
                  <a:lnTo>
                    <a:pt x="4320739" y="70268"/>
                  </a:lnTo>
                  <a:lnTo>
                    <a:pt x="4238537" y="81556"/>
                  </a:lnTo>
                  <a:lnTo>
                    <a:pt x="4162854" y="93958"/>
                  </a:lnTo>
                  <a:lnTo>
                    <a:pt x="4093091" y="107610"/>
                  </a:lnTo>
                  <a:lnTo>
                    <a:pt x="4028533" y="122662"/>
                  </a:lnTo>
                  <a:lnTo>
                    <a:pt x="3968413" y="139273"/>
                  </a:lnTo>
                  <a:lnTo>
                    <a:pt x="3911962" y="157591"/>
                  </a:lnTo>
                  <a:lnTo>
                    <a:pt x="3858445" y="177733"/>
                  </a:lnTo>
                  <a:lnTo>
                    <a:pt x="3820202" y="193903"/>
                  </a:lnTo>
                  <a:lnTo>
                    <a:pt x="3764221" y="220317"/>
                  </a:lnTo>
                  <a:lnTo>
                    <a:pt x="3709882" y="249142"/>
                  </a:lnTo>
                  <a:lnTo>
                    <a:pt x="3656629" y="280420"/>
                  </a:lnTo>
                  <a:lnTo>
                    <a:pt x="3604040" y="314131"/>
                  </a:lnTo>
                  <a:lnTo>
                    <a:pt x="3551804" y="350181"/>
                  </a:lnTo>
                  <a:lnTo>
                    <a:pt x="3499701" y="388400"/>
                  </a:lnTo>
                  <a:lnTo>
                    <a:pt x="3447593" y="428538"/>
                  </a:lnTo>
                  <a:lnTo>
                    <a:pt x="3395407" y="470270"/>
                  </a:lnTo>
                  <a:lnTo>
                    <a:pt x="3343123" y="513204"/>
                  </a:lnTo>
                  <a:lnTo>
                    <a:pt x="3290763" y="556895"/>
                  </a:lnTo>
                  <a:lnTo>
                    <a:pt x="3238372" y="600864"/>
                  </a:lnTo>
                  <a:lnTo>
                    <a:pt x="3186005" y="644619"/>
                  </a:lnTo>
                  <a:lnTo>
                    <a:pt x="3133710" y="687676"/>
                  </a:lnTo>
                  <a:lnTo>
                    <a:pt x="3081511" y="729586"/>
                  </a:lnTo>
                  <a:lnTo>
                    <a:pt x="3029395" y="769949"/>
                  </a:lnTo>
                  <a:lnTo>
                    <a:pt x="2977298" y="808431"/>
                  </a:lnTo>
                  <a:lnTo>
                    <a:pt x="2925090" y="844772"/>
                  </a:lnTo>
                  <a:lnTo>
                    <a:pt x="2872562" y="878791"/>
                  </a:lnTo>
                  <a:lnTo>
                    <a:pt x="2819415" y="910386"/>
                  </a:lnTo>
                  <a:lnTo>
                    <a:pt x="2765244" y="939525"/>
                  </a:lnTo>
                  <a:lnTo>
                    <a:pt x="2709512" y="966246"/>
                  </a:lnTo>
                  <a:lnTo>
                    <a:pt x="2702183" y="969517"/>
                  </a:lnTo>
                  <a:lnTo>
                    <a:pt x="2650417" y="991046"/>
                  </a:lnTo>
                  <a:lnTo>
                    <a:pt x="2596213" y="1010710"/>
                  </a:lnTo>
                  <a:lnTo>
                    <a:pt x="2538890" y="1028577"/>
                  </a:lnTo>
                  <a:lnTo>
                    <a:pt x="2477702" y="1044772"/>
                  </a:lnTo>
                  <a:lnTo>
                    <a:pt x="2411878" y="1059449"/>
                  </a:lnTo>
                  <a:lnTo>
                    <a:pt x="2340657" y="1072765"/>
                  </a:lnTo>
                  <a:lnTo>
                    <a:pt x="2263349" y="1084868"/>
                  </a:lnTo>
                  <a:lnTo>
                    <a:pt x="2179394" y="1095889"/>
                  </a:lnTo>
                  <a:lnTo>
                    <a:pt x="2088459" y="1105936"/>
                  </a:lnTo>
                  <a:lnTo>
                    <a:pt x="1990549" y="1115092"/>
                  </a:lnTo>
                  <a:lnTo>
                    <a:pt x="1886150" y="1123414"/>
                  </a:lnTo>
                  <a:lnTo>
                    <a:pt x="1776369" y="1130934"/>
                  </a:lnTo>
                  <a:lnTo>
                    <a:pt x="1663061" y="1137661"/>
                  </a:lnTo>
                  <a:lnTo>
                    <a:pt x="1548887" y="1143588"/>
                  </a:lnTo>
                  <a:lnTo>
                    <a:pt x="1437251" y="1148698"/>
                  </a:lnTo>
                  <a:lnTo>
                    <a:pt x="1332069" y="1152975"/>
                  </a:lnTo>
                  <a:lnTo>
                    <a:pt x="1237355" y="1156422"/>
                  </a:lnTo>
                  <a:lnTo>
                    <a:pt x="1156669" y="1159066"/>
                  </a:lnTo>
                  <a:lnTo>
                    <a:pt x="1092531" y="1160967"/>
                  </a:lnTo>
                  <a:lnTo>
                    <a:pt x="1045947" y="1162222"/>
                  </a:lnTo>
                  <a:lnTo>
                    <a:pt x="1016165" y="1162954"/>
                  </a:lnTo>
                  <a:lnTo>
                    <a:pt x="1000677" y="1163302"/>
                  </a:lnTo>
                  <a:lnTo>
                    <a:pt x="995407" y="1163411"/>
                  </a:lnTo>
                  <a:lnTo>
                    <a:pt x="994940" y="1163420"/>
                  </a:lnTo>
                  <a:lnTo>
                    <a:pt x="0" y="1163420"/>
                  </a:lnTo>
                  <a:lnTo>
                    <a:pt x="0" y="11634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1" name="pg890"/>
            <p:cNvSpPr/>
            <p:nvPr/>
          </p:nvSpPr>
          <p:spPr>
            <a:xfrm>
              <a:off x="1199187" y="3034162"/>
              <a:ext cx="12049831" cy="3526946"/>
            </a:xfrm>
            <a:custGeom>
              <a:avLst/>
              <a:pathLst>
                <a:path w="12049831" h="3526946">
                  <a:moveTo>
                    <a:pt x="0" y="1142458"/>
                  </a:moveTo>
                  <a:lnTo>
                    <a:pt x="994940" y="1142458"/>
                  </a:lnTo>
                  <a:lnTo>
                    <a:pt x="996066" y="1142436"/>
                  </a:lnTo>
                  <a:lnTo>
                    <a:pt x="1003499" y="1142283"/>
                  </a:lnTo>
                  <a:lnTo>
                    <a:pt x="1022341" y="1141859"/>
                  </a:lnTo>
                  <a:lnTo>
                    <a:pt x="1056286" y="1141025"/>
                  </a:lnTo>
                  <a:lnTo>
                    <a:pt x="1107403" y="1139645"/>
                  </a:lnTo>
                  <a:lnTo>
                    <a:pt x="1175984" y="1137607"/>
                  </a:lnTo>
                  <a:lnTo>
                    <a:pt x="1260596" y="1134824"/>
                  </a:lnTo>
                  <a:lnTo>
                    <a:pt x="1358396" y="1131246"/>
                  </a:lnTo>
                  <a:lnTo>
                    <a:pt x="1465651" y="1126853"/>
                  </a:lnTo>
                  <a:lnTo>
                    <a:pt x="1578319" y="1121650"/>
                  </a:lnTo>
                  <a:lnTo>
                    <a:pt x="1692585" y="1115652"/>
                  </a:lnTo>
                  <a:lnTo>
                    <a:pt x="1805219" y="1108874"/>
                  </a:lnTo>
                  <a:lnTo>
                    <a:pt x="1913768" y="1101321"/>
                  </a:lnTo>
                  <a:lnTo>
                    <a:pt x="2016578" y="1092978"/>
                  </a:lnTo>
                  <a:lnTo>
                    <a:pt x="2112718" y="1083808"/>
                  </a:lnTo>
                  <a:lnTo>
                    <a:pt x="2201840" y="1073748"/>
                  </a:lnTo>
                  <a:lnTo>
                    <a:pt x="2284038" y="1062710"/>
                  </a:lnTo>
                  <a:lnTo>
                    <a:pt x="2359716" y="1050583"/>
                  </a:lnTo>
                  <a:lnTo>
                    <a:pt x="2429474" y="1037233"/>
                  </a:lnTo>
                  <a:lnTo>
                    <a:pt x="2494028" y="1022514"/>
                  </a:lnTo>
                  <a:lnTo>
                    <a:pt x="2554145" y="1006270"/>
                  </a:lnTo>
                  <a:lnTo>
                    <a:pt x="2610595" y="988357"/>
                  </a:lnTo>
                  <a:lnTo>
                    <a:pt x="2664110" y="968660"/>
                  </a:lnTo>
                  <a:lnTo>
                    <a:pt x="2702183" y="952921"/>
                  </a:lnTo>
                  <a:lnTo>
                    <a:pt x="2758365" y="927004"/>
                  </a:lnTo>
                  <a:lnTo>
                    <a:pt x="2812895" y="898712"/>
                  </a:lnTo>
                  <a:lnTo>
                    <a:pt x="2866335" y="868005"/>
                  </a:lnTo>
                  <a:lnTo>
                    <a:pt x="2919109" y="834903"/>
                  </a:lnTo>
                  <a:lnTo>
                    <a:pt x="2971533" y="799499"/>
                  </a:lnTo>
                  <a:lnTo>
                    <a:pt x="3023825" y="761965"/>
                  </a:lnTo>
                  <a:lnTo>
                    <a:pt x="3076124" y="722547"/>
                  </a:lnTo>
                  <a:lnTo>
                    <a:pt x="3128504" y="681568"/>
                  </a:lnTo>
                  <a:lnTo>
                    <a:pt x="3180981" y="639418"/>
                  </a:lnTo>
                  <a:lnTo>
                    <a:pt x="3233534" y="596537"/>
                  </a:lnTo>
                  <a:lnTo>
                    <a:pt x="3286117" y="553401"/>
                  </a:lnTo>
                  <a:lnTo>
                    <a:pt x="3338673" y="510495"/>
                  </a:lnTo>
                  <a:lnTo>
                    <a:pt x="3391155" y="468296"/>
                  </a:lnTo>
                  <a:lnTo>
                    <a:pt x="3443540" y="427247"/>
                  </a:lnTo>
                  <a:lnTo>
                    <a:pt x="3495842" y="387739"/>
                  </a:lnTo>
                  <a:lnTo>
                    <a:pt x="3548131" y="350100"/>
                  </a:lnTo>
                  <a:lnTo>
                    <a:pt x="3600543" y="314581"/>
                  </a:lnTo>
                  <a:lnTo>
                    <a:pt x="3653293" y="281356"/>
                  </a:lnTo>
                  <a:lnTo>
                    <a:pt x="3706689" y="250523"/>
                  </a:lnTo>
                  <a:lnTo>
                    <a:pt x="3761150" y="222106"/>
                  </a:lnTo>
                  <a:lnTo>
                    <a:pt x="3817229" y="196067"/>
                  </a:lnTo>
                  <a:lnTo>
                    <a:pt x="3820202" y="194776"/>
                  </a:lnTo>
                  <a:lnTo>
                    <a:pt x="3871975" y="173729"/>
                  </a:lnTo>
                  <a:lnTo>
                    <a:pt x="3926188" y="154506"/>
                  </a:lnTo>
                  <a:lnTo>
                    <a:pt x="3983520" y="137040"/>
                  </a:lnTo>
                  <a:lnTo>
                    <a:pt x="4044719" y="121208"/>
                  </a:lnTo>
                  <a:lnTo>
                    <a:pt x="4110556" y="106860"/>
                  </a:lnTo>
                  <a:lnTo>
                    <a:pt x="4181791" y="93843"/>
                  </a:lnTo>
                  <a:lnTo>
                    <a:pt x="4259116" y="82012"/>
                  </a:lnTo>
                  <a:lnTo>
                    <a:pt x="4343090" y="71239"/>
                  </a:lnTo>
                  <a:lnTo>
                    <a:pt x="4434047" y="61418"/>
                  </a:lnTo>
                  <a:lnTo>
                    <a:pt x="4531980" y="52468"/>
                  </a:lnTo>
                  <a:lnTo>
                    <a:pt x="4636403" y="44334"/>
                  </a:lnTo>
                  <a:lnTo>
                    <a:pt x="4746207" y="36983"/>
                  </a:lnTo>
                  <a:lnTo>
                    <a:pt x="4859535" y="30407"/>
                  </a:lnTo>
                  <a:lnTo>
                    <a:pt x="4973724" y="24615"/>
                  </a:lnTo>
                  <a:lnTo>
                    <a:pt x="5085367" y="19621"/>
                  </a:lnTo>
                  <a:lnTo>
                    <a:pt x="5190545" y="15441"/>
                  </a:lnTo>
                  <a:lnTo>
                    <a:pt x="5285243" y="12074"/>
                  </a:lnTo>
                  <a:lnTo>
                    <a:pt x="5365902" y="9491"/>
                  </a:lnTo>
                  <a:lnTo>
                    <a:pt x="5430003" y="7634"/>
                  </a:lnTo>
                  <a:lnTo>
                    <a:pt x="5476545" y="6408"/>
                  </a:lnTo>
                  <a:lnTo>
                    <a:pt x="5506285" y="5694"/>
                  </a:lnTo>
                  <a:lnTo>
                    <a:pt x="5521738" y="5355"/>
                  </a:lnTo>
                  <a:lnTo>
                    <a:pt x="5526984" y="524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32" y="5302"/>
                  </a:lnTo>
                  <a:lnTo>
                    <a:pt x="6530350" y="5742"/>
                  </a:lnTo>
                  <a:lnTo>
                    <a:pt x="6547920" y="6958"/>
                  </a:lnTo>
                  <a:lnTo>
                    <a:pt x="6579657" y="9356"/>
                  </a:lnTo>
                  <a:lnTo>
                    <a:pt x="6627620" y="13322"/>
                  </a:lnTo>
                  <a:lnTo>
                    <a:pt x="6692264" y="19193"/>
                  </a:lnTo>
                  <a:lnTo>
                    <a:pt x="6772462" y="27226"/>
                  </a:lnTo>
                  <a:lnTo>
                    <a:pt x="6865754" y="37585"/>
                  </a:lnTo>
                  <a:lnTo>
                    <a:pt x="6968781" y="50339"/>
                  </a:lnTo>
                  <a:lnTo>
                    <a:pt x="7077806" y="65489"/>
                  </a:lnTo>
                  <a:lnTo>
                    <a:pt x="7189199" y="82994"/>
                  </a:lnTo>
                  <a:lnTo>
                    <a:pt x="7299798" y="102805"/>
                  </a:lnTo>
                  <a:lnTo>
                    <a:pt x="7407115" y="124901"/>
                  </a:lnTo>
                  <a:lnTo>
                    <a:pt x="7509392" y="149302"/>
                  </a:lnTo>
                  <a:lnTo>
                    <a:pt x="7605554" y="176095"/>
                  </a:lnTo>
                  <a:lnTo>
                    <a:pt x="7695103" y="205433"/>
                  </a:lnTo>
                  <a:lnTo>
                    <a:pt x="7777985" y="237541"/>
                  </a:lnTo>
                  <a:lnTo>
                    <a:pt x="7854474" y="272713"/>
                  </a:lnTo>
                  <a:lnTo>
                    <a:pt x="7925060" y="311306"/>
                  </a:lnTo>
                  <a:lnTo>
                    <a:pt x="7990367" y="353728"/>
                  </a:lnTo>
                  <a:lnTo>
                    <a:pt x="8051090" y="400419"/>
                  </a:lnTo>
                  <a:lnTo>
                    <a:pt x="8107949" y="451815"/>
                  </a:lnTo>
                  <a:lnTo>
                    <a:pt x="8161645" y="508303"/>
                  </a:lnTo>
                  <a:lnTo>
                    <a:pt x="8212833" y="570131"/>
                  </a:lnTo>
                  <a:lnTo>
                    <a:pt x="8229629" y="592191"/>
                  </a:lnTo>
                  <a:lnTo>
                    <a:pt x="8270315" y="649309"/>
                  </a:lnTo>
                  <a:lnTo>
                    <a:pt x="8310052" y="710214"/>
                  </a:lnTo>
                  <a:lnTo>
                    <a:pt x="8349071" y="774983"/>
                  </a:lnTo>
                  <a:lnTo>
                    <a:pt x="8387568" y="843644"/>
                  </a:lnTo>
                  <a:lnTo>
                    <a:pt x="8425698" y="916172"/>
                  </a:lnTo>
                  <a:lnTo>
                    <a:pt x="8463590" y="992480"/>
                  </a:lnTo>
                  <a:lnTo>
                    <a:pt x="8501343" y="1072420"/>
                  </a:lnTo>
                  <a:lnTo>
                    <a:pt x="8539034" y="1155779"/>
                  </a:lnTo>
                  <a:lnTo>
                    <a:pt x="8576716" y="1242277"/>
                  </a:lnTo>
                  <a:lnTo>
                    <a:pt x="8614427" y="1331572"/>
                  </a:lnTo>
                  <a:lnTo>
                    <a:pt x="8652183" y="1423258"/>
                  </a:lnTo>
                  <a:lnTo>
                    <a:pt x="8689992" y="1516881"/>
                  </a:lnTo>
                  <a:lnTo>
                    <a:pt x="8727846" y="1611939"/>
                  </a:lnTo>
                  <a:lnTo>
                    <a:pt x="8765732" y="1707895"/>
                  </a:lnTo>
                  <a:lnTo>
                    <a:pt x="8803631" y="1804194"/>
                  </a:lnTo>
                  <a:lnTo>
                    <a:pt x="8841522" y="1900268"/>
                  </a:lnTo>
                  <a:lnTo>
                    <a:pt x="8879384" y="1995558"/>
                  </a:lnTo>
                  <a:lnTo>
                    <a:pt x="8917203" y="2089524"/>
                  </a:lnTo>
                  <a:lnTo>
                    <a:pt x="8954971" y="2181654"/>
                  </a:lnTo>
                  <a:lnTo>
                    <a:pt x="8992689" y="2271483"/>
                  </a:lnTo>
                  <a:lnTo>
                    <a:pt x="9030375" y="2358595"/>
                  </a:lnTo>
                  <a:lnTo>
                    <a:pt x="9068060" y="2442635"/>
                  </a:lnTo>
                  <a:lnTo>
                    <a:pt x="9105795" y="2523309"/>
                  </a:lnTo>
                  <a:lnTo>
                    <a:pt x="9143651" y="2600390"/>
                  </a:lnTo>
                  <a:lnTo>
                    <a:pt x="9181722" y="2673716"/>
                  </a:lnTo>
                  <a:lnTo>
                    <a:pt x="9220130" y="2743189"/>
                  </a:lnTo>
                  <a:lnTo>
                    <a:pt x="9259025" y="2808770"/>
                  </a:lnTo>
                  <a:lnTo>
                    <a:pt x="9298594" y="2870477"/>
                  </a:lnTo>
                  <a:lnTo>
                    <a:pt x="9339060" y="2928377"/>
                  </a:lnTo>
                  <a:lnTo>
                    <a:pt x="9347647" y="2939995"/>
                  </a:lnTo>
                  <a:lnTo>
                    <a:pt x="9398123" y="3003640"/>
                  </a:lnTo>
                  <a:lnTo>
                    <a:pt x="9450904" y="3061911"/>
                  </a:lnTo>
                  <a:lnTo>
                    <a:pt x="9506619" y="3114985"/>
                  </a:lnTo>
                  <a:lnTo>
                    <a:pt x="9565959" y="3163215"/>
                  </a:lnTo>
                  <a:lnTo>
                    <a:pt x="9629641" y="3207026"/>
                  </a:lnTo>
                  <a:lnTo>
                    <a:pt x="9698372" y="3246863"/>
                  </a:lnTo>
                  <a:lnTo>
                    <a:pt x="9772808" y="3283146"/>
                  </a:lnTo>
                  <a:lnTo>
                    <a:pt x="9853492" y="3316251"/>
                  </a:lnTo>
                  <a:lnTo>
                    <a:pt x="9940780" y="3346494"/>
                  </a:lnTo>
                  <a:lnTo>
                    <a:pt x="10034743" y="3374124"/>
                  </a:lnTo>
                  <a:lnTo>
                    <a:pt x="10135047" y="3399319"/>
                  </a:lnTo>
                  <a:lnTo>
                    <a:pt x="10240825" y="3422186"/>
                  </a:lnTo>
                  <a:lnTo>
                    <a:pt x="10350559" y="3442769"/>
                  </a:lnTo>
                  <a:lnTo>
                    <a:pt x="10462007" y="3461056"/>
                  </a:lnTo>
                  <a:lnTo>
                    <a:pt x="10572219" y="3477005"/>
                  </a:lnTo>
                  <a:lnTo>
                    <a:pt x="10677690" y="3490570"/>
                  </a:lnTo>
                  <a:lnTo>
                    <a:pt x="10774669" y="3501732"/>
                  </a:lnTo>
                  <a:lnTo>
                    <a:pt x="10859612" y="3510537"/>
                  </a:lnTo>
                  <a:lnTo>
                    <a:pt x="10929700" y="3517113"/>
                  </a:lnTo>
                  <a:lnTo>
                    <a:pt x="10983318" y="3521687"/>
                  </a:lnTo>
                  <a:lnTo>
                    <a:pt x="11020374" y="3524572"/>
                  </a:lnTo>
                  <a:lnTo>
                    <a:pt x="11042396" y="3526141"/>
                  </a:lnTo>
                  <a:lnTo>
                    <a:pt x="11052431" y="3526798"/>
                  </a:lnTo>
                  <a:lnTo>
                    <a:pt x="11054891" y="3526946"/>
                  </a:lnTo>
                  <a:lnTo>
                    <a:pt x="12049831" y="3526946"/>
                  </a:lnTo>
                  <a:lnTo>
                    <a:pt x="12049831" y="3521706"/>
                  </a:lnTo>
                  <a:lnTo>
                    <a:pt x="11054891" y="3521706"/>
                  </a:lnTo>
                  <a:lnTo>
                    <a:pt x="11053844" y="3521644"/>
                  </a:lnTo>
                  <a:lnTo>
                    <a:pt x="11046927" y="3521204"/>
                  </a:lnTo>
                  <a:lnTo>
                    <a:pt x="11029357" y="3519988"/>
                  </a:lnTo>
                  <a:lnTo>
                    <a:pt x="10997620" y="3517590"/>
                  </a:lnTo>
                  <a:lnTo>
                    <a:pt x="10949656" y="3513624"/>
                  </a:lnTo>
                  <a:lnTo>
                    <a:pt x="10885012" y="3507753"/>
                  </a:lnTo>
                  <a:lnTo>
                    <a:pt x="10804814" y="3499719"/>
                  </a:lnTo>
                  <a:lnTo>
                    <a:pt x="10711523" y="3489361"/>
                  </a:lnTo>
                  <a:lnTo>
                    <a:pt x="10608496" y="3476607"/>
                  </a:lnTo>
                  <a:lnTo>
                    <a:pt x="10499470" y="3461457"/>
                  </a:lnTo>
                  <a:lnTo>
                    <a:pt x="10388078" y="3443952"/>
                  </a:lnTo>
                  <a:lnTo>
                    <a:pt x="10277478" y="3424140"/>
                  </a:lnTo>
                  <a:lnTo>
                    <a:pt x="10170162" y="3402045"/>
                  </a:lnTo>
                  <a:lnTo>
                    <a:pt x="10067885" y="3377643"/>
                  </a:lnTo>
                  <a:lnTo>
                    <a:pt x="9971722" y="3350851"/>
                  </a:lnTo>
                  <a:lnTo>
                    <a:pt x="9882174" y="3321513"/>
                  </a:lnTo>
                  <a:lnTo>
                    <a:pt x="9799291" y="3289405"/>
                  </a:lnTo>
                  <a:lnTo>
                    <a:pt x="9722802" y="3254233"/>
                  </a:lnTo>
                  <a:lnTo>
                    <a:pt x="9652216" y="3215640"/>
                  </a:lnTo>
                  <a:lnTo>
                    <a:pt x="9586910" y="3173218"/>
                  </a:lnTo>
                  <a:lnTo>
                    <a:pt x="9526186" y="3126527"/>
                  </a:lnTo>
                  <a:lnTo>
                    <a:pt x="9469328" y="3075131"/>
                  </a:lnTo>
                  <a:lnTo>
                    <a:pt x="9415631" y="3018643"/>
                  </a:lnTo>
                  <a:lnTo>
                    <a:pt x="9364443" y="2956814"/>
                  </a:lnTo>
                  <a:lnTo>
                    <a:pt x="9347647" y="2934755"/>
                  </a:lnTo>
                  <a:lnTo>
                    <a:pt x="9306961" y="2877637"/>
                  </a:lnTo>
                  <a:lnTo>
                    <a:pt x="9267225" y="2816732"/>
                  </a:lnTo>
                  <a:lnTo>
                    <a:pt x="9228205" y="2751963"/>
                  </a:lnTo>
                  <a:lnTo>
                    <a:pt x="9189709" y="2683302"/>
                  </a:lnTo>
                  <a:lnTo>
                    <a:pt x="9151578" y="2610774"/>
                  </a:lnTo>
                  <a:lnTo>
                    <a:pt x="9113686" y="2534466"/>
                  </a:lnTo>
                  <a:lnTo>
                    <a:pt x="9075933" y="2454525"/>
                  </a:lnTo>
                  <a:lnTo>
                    <a:pt x="9038243" y="2371166"/>
                  </a:lnTo>
                  <a:lnTo>
                    <a:pt x="9000560" y="2284668"/>
                  </a:lnTo>
                  <a:lnTo>
                    <a:pt x="8962850" y="2195374"/>
                  </a:lnTo>
                  <a:lnTo>
                    <a:pt x="8925093" y="2103687"/>
                  </a:lnTo>
                  <a:lnTo>
                    <a:pt x="8887285" y="2010064"/>
                  </a:lnTo>
                  <a:lnTo>
                    <a:pt x="8849431" y="1915007"/>
                  </a:lnTo>
                  <a:lnTo>
                    <a:pt x="8811544" y="1819050"/>
                  </a:lnTo>
                  <a:lnTo>
                    <a:pt x="8773645" y="1722752"/>
                  </a:lnTo>
                  <a:lnTo>
                    <a:pt x="8735755" y="1626678"/>
                  </a:lnTo>
                  <a:lnTo>
                    <a:pt x="8697892" y="1531387"/>
                  </a:lnTo>
                  <a:lnTo>
                    <a:pt x="8660073" y="1437422"/>
                  </a:lnTo>
                  <a:lnTo>
                    <a:pt x="8622306" y="1345292"/>
                  </a:lnTo>
                  <a:lnTo>
                    <a:pt x="8584587" y="1255463"/>
                  </a:lnTo>
                  <a:lnTo>
                    <a:pt x="8546901" y="1168351"/>
                  </a:lnTo>
                  <a:lnTo>
                    <a:pt x="8509216" y="1084311"/>
                  </a:lnTo>
                  <a:lnTo>
                    <a:pt x="8471481" y="1003637"/>
                  </a:lnTo>
                  <a:lnTo>
                    <a:pt x="8433626" y="926556"/>
                  </a:lnTo>
                  <a:lnTo>
                    <a:pt x="8395555" y="853230"/>
                  </a:lnTo>
                  <a:lnTo>
                    <a:pt x="8357147" y="783757"/>
                  </a:lnTo>
                  <a:lnTo>
                    <a:pt x="8318251" y="718176"/>
                  </a:lnTo>
                  <a:lnTo>
                    <a:pt x="8278682" y="656469"/>
                  </a:lnTo>
                  <a:lnTo>
                    <a:pt x="8238216" y="598569"/>
                  </a:lnTo>
                  <a:lnTo>
                    <a:pt x="8229629" y="586951"/>
                  </a:lnTo>
                  <a:lnTo>
                    <a:pt x="8179154" y="523306"/>
                  </a:lnTo>
                  <a:lnTo>
                    <a:pt x="8126373" y="465035"/>
                  </a:lnTo>
                  <a:lnTo>
                    <a:pt x="8070657" y="411960"/>
                  </a:lnTo>
                  <a:lnTo>
                    <a:pt x="8011317" y="363731"/>
                  </a:lnTo>
                  <a:lnTo>
                    <a:pt x="7947636" y="319919"/>
                  </a:lnTo>
                  <a:lnTo>
                    <a:pt x="7878904" y="280083"/>
                  </a:lnTo>
                  <a:lnTo>
                    <a:pt x="7804469" y="243800"/>
                  </a:lnTo>
                  <a:lnTo>
                    <a:pt x="7723785" y="210695"/>
                  </a:lnTo>
                  <a:lnTo>
                    <a:pt x="7636497" y="180452"/>
                  </a:lnTo>
                  <a:lnTo>
                    <a:pt x="7542533" y="152822"/>
                  </a:lnTo>
                  <a:lnTo>
                    <a:pt x="7442229" y="127627"/>
                  </a:lnTo>
                  <a:lnTo>
                    <a:pt x="7336451" y="104759"/>
                  </a:lnTo>
                  <a:lnTo>
                    <a:pt x="7226717" y="84177"/>
                  </a:lnTo>
                  <a:lnTo>
                    <a:pt x="7115269" y="65890"/>
                  </a:lnTo>
                  <a:lnTo>
                    <a:pt x="7005057" y="49940"/>
                  </a:lnTo>
                  <a:lnTo>
                    <a:pt x="6899587" y="36376"/>
                  </a:lnTo>
                  <a:lnTo>
                    <a:pt x="6802607" y="25213"/>
                  </a:lnTo>
                  <a:lnTo>
                    <a:pt x="6717665" y="16409"/>
                  </a:lnTo>
                  <a:lnTo>
                    <a:pt x="6647577" y="9833"/>
                  </a:lnTo>
                  <a:lnTo>
                    <a:pt x="6593959" y="5259"/>
                  </a:lnTo>
                  <a:lnTo>
                    <a:pt x="6556902" y="2374"/>
                  </a:lnTo>
                  <a:lnTo>
                    <a:pt x="6534881" y="805"/>
                  </a:lnTo>
                  <a:lnTo>
                    <a:pt x="6524846" y="14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9" y="21"/>
                  </a:lnTo>
                  <a:lnTo>
                    <a:pt x="5518886" y="174"/>
                  </a:lnTo>
                  <a:lnTo>
                    <a:pt x="5500044" y="598"/>
                  </a:lnTo>
                  <a:lnTo>
                    <a:pt x="5466099" y="1433"/>
                  </a:lnTo>
                  <a:lnTo>
                    <a:pt x="5414982" y="2812"/>
                  </a:lnTo>
                  <a:lnTo>
                    <a:pt x="5346401" y="4851"/>
                  </a:lnTo>
                  <a:lnTo>
                    <a:pt x="5261789" y="7633"/>
                  </a:lnTo>
                  <a:lnTo>
                    <a:pt x="5163989" y="11211"/>
                  </a:lnTo>
                  <a:lnTo>
                    <a:pt x="5056734" y="15604"/>
                  </a:lnTo>
                  <a:lnTo>
                    <a:pt x="4944066" y="20807"/>
                  </a:lnTo>
                  <a:lnTo>
                    <a:pt x="4829800" y="26805"/>
                  </a:lnTo>
                  <a:lnTo>
                    <a:pt x="4717166" y="33583"/>
                  </a:lnTo>
                  <a:lnTo>
                    <a:pt x="4608617" y="41136"/>
                  </a:lnTo>
                  <a:lnTo>
                    <a:pt x="4505807" y="49479"/>
                  </a:lnTo>
                  <a:lnTo>
                    <a:pt x="4409667" y="58649"/>
                  </a:lnTo>
                  <a:lnTo>
                    <a:pt x="4320545" y="68710"/>
                  </a:lnTo>
                  <a:lnTo>
                    <a:pt x="4238347" y="79747"/>
                  </a:lnTo>
                  <a:lnTo>
                    <a:pt x="4162669" y="91875"/>
                  </a:lnTo>
                  <a:lnTo>
                    <a:pt x="4092911" y="105224"/>
                  </a:lnTo>
                  <a:lnTo>
                    <a:pt x="4028357" y="119943"/>
                  </a:lnTo>
                  <a:lnTo>
                    <a:pt x="3968240" y="136187"/>
                  </a:lnTo>
                  <a:lnTo>
                    <a:pt x="3911790" y="154101"/>
                  </a:lnTo>
                  <a:lnTo>
                    <a:pt x="3858275" y="173797"/>
                  </a:lnTo>
                  <a:lnTo>
                    <a:pt x="3820202" y="189536"/>
                  </a:lnTo>
                  <a:lnTo>
                    <a:pt x="3764020" y="215453"/>
                  </a:lnTo>
                  <a:lnTo>
                    <a:pt x="3709490" y="243745"/>
                  </a:lnTo>
                  <a:lnTo>
                    <a:pt x="3656050" y="274453"/>
                  </a:lnTo>
                  <a:lnTo>
                    <a:pt x="3603276" y="307555"/>
                  </a:lnTo>
                  <a:lnTo>
                    <a:pt x="3550852" y="342958"/>
                  </a:lnTo>
                  <a:lnTo>
                    <a:pt x="3498560" y="380493"/>
                  </a:lnTo>
                  <a:lnTo>
                    <a:pt x="3446261" y="419911"/>
                  </a:lnTo>
                  <a:lnTo>
                    <a:pt x="3393881" y="460889"/>
                  </a:lnTo>
                  <a:lnTo>
                    <a:pt x="3341404" y="503039"/>
                  </a:lnTo>
                  <a:lnTo>
                    <a:pt x="3288851" y="545920"/>
                  </a:lnTo>
                  <a:lnTo>
                    <a:pt x="3236268" y="589056"/>
                  </a:lnTo>
                  <a:lnTo>
                    <a:pt x="3183712" y="631962"/>
                  </a:lnTo>
                  <a:lnTo>
                    <a:pt x="3131230" y="674161"/>
                  </a:lnTo>
                  <a:lnTo>
                    <a:pt x="3078845" y="715211"/>
                  </a:lnTo>
                  <a:lnTo>
                    <a:pt x="3026543" y="754718"/>
                  </a:lnTo>
                  <a:lnTo>
                    <a:pt x="2974254" y="792358"/>
                  </a:lnTo>
                  <a:lnTo>
                    <a:pt x="2921842" y="827877"/>
                  </a:lnTo>
                  <a:lnTo>
                    <a:pt x="2869092" y="861101"/>
                  </a:lnTo>
                  <a:lnTo>
                    <a:pt x="2815696" y="891935"/>
                  </a:lnTo>
                  <a:lnTo>
                    <a:pt x="2761235" y="920351"/>
                  </a:lnTo>
                  <a:lnTo>
                    <a:pt x="2705156" y="946390"/>
                  </a:lnTo>
                  <a:lnTo>
                    <a:pt x="2702183" y="947681"/>
                  </a:lnTo>
                  <a:lnTo>
                    <a:pt x="2650410" y="968728"/>
                  </a:lnTo>
                  <a:lnTo>
                    <a:pt x="2596197" y="987952"/>
                  </a:lnTo>
                  <a:lnTo>
                    <a:pt x="2538865" y="1005417"/>
                  </a:lnTo>
                  <a:lnTo>
                    <a:pt x="2477666" y="1021249"/>
                  </a:lnTo>
                  <a:lnTo>
                    <a:pt x="2411829" y="1035597"/>
                  </a:lnTo>
                  <a:lnTo>
                    <a:pt x="2340594" y="1048614"/>
                  </a:lnTo>
                  <a:lnTo>
                    <a:pt x="2263269" y="1060445"/>
                  </a:lnTo>
                  <a:lnTo>
                    <a:pt x="2179295" y="1071219"/>
                  </a:lnTo>
                  <a:lnTo>
                    <a:pt x="2088338" y="1081039"/>
                  </a:lnTo>
                  <a:lnTo>
                    <a:pt x="1990405" y="1089989"/>
                  </a:lnTo>
                  <a:lnTo>
                    <a:pt x="1885982" y="1098124"/>
                  </a:lnTo>
                  <a:lnTo>
                    <a:pt x="1776178" y="1105474"/>
                  </a:lnTo>
                  <a:lnTo>
                    <a:pt x="1662850" y="1112050"/>
                  </a:lnTo>
                  <a:lnTo>
                    <a:pt x="1548661" y="1117843"/>
                  </a:lnTo>
                  <a:lnTo>
                    <a:pt x="1437018" y="1122836"/>
                  </a:lnTo>
                  <a:lnTo>
                    <a:pt x="1331840" y="1127016"/>
                  </a:lnTo>
                  <a:lnTo>
                    <a:pt x="1237142" y="1130384"/>
                  </a:lnTo>
                  <a:lnTo>
                    <a:pt x="1156483" y="1132966"/>
                  </a:lnTo>
                  <a:lnTo>
                    <a:pt x="1092382" y="1134823"/>
                  </a:lnTo>
                  <a:lnTo>
                    <a:pt x="1045840" y="1136049"/>
                  </a:lnTo>
                  <a:lnTo>
                    <a:pt x="1016100" y="1136763"/>
                  </a:lnTo>
                  <a:lnTo>
                    <a:pt x="1000647" y="1137103"/>
                  </a:lnTo>
                  <a:lnTo>
                    <a:pt x="995401" y="1137208"/>
                  </a:lnTo>
                  <a:lnTo>
                    <a:pt x="994940" y="1137217"/>
                  </a:lnTo>
                  <a:lnTo>
                    <a:pt x="0" y="1137217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92" name="pl891"/>
            <p:cNvSpPr/>
            <p:nvPr/>
          </p:nvSpPr>
          <p:spPr>
            <a:xfrm>
              <a:off x="1199187" y="3039403"/>
              <a:ext cx="12049831" cy="3521706"/>
            </a:xfrm>
            <a:custGeom>
              <a:avLst/>
              <a:pathLst>
                <a:path w="12049831" h="3521706">
                  <a:moveTo>
                    <a:pt x="0" y="1137217"/>
                  </a:moveTo>
                  <a:lnTo>
                    <a:pt x="994940" y="1137217"/>
                  </a:lnTo>
                  <a:lnTo>
                    <a:pt x="996066" y="1137196"/>
                  </a:lnTo>
                  <a:lnTo>
                    <a:pt x="1003499" y="1137042"/>
                  </a:lnTo>
                  <a:lnTo>
                    <a:pt x="1022341" y="1136619"/>
                  </a:lnTo>
                  <a:lnTo>
                    <a:pt x="1056286" y="1135784"/>
                  </a:lnTo>
                  <a:lnTo>
                    <a:pt x="1107403" y="1134405"/>
                  </a:lnTo>
                  <a:lnTo>
                    <a:pt x="1175984" y="1132366"/>
                  </a:lnTo>
                  <a:lnTo>
                    <a:pt x="1260596" y="1129583"/>
                  </a:lnTo>
                  <a:lnTo>
                    <a:pt x="1358396" y="1126005"/>
                  </a:lnTo>
                  <a:lnTo>
                    <a:pt x="1465651" y="1121613"/>
                  </a:lnTo>
                  <a:lnTo>
                    <a:pt x="1578319" y="1116409"/>
                  </a:lnTo>
                  <a:lnTo>
                    <a:pt x="1692585" y="1110411"/>
                  </a:lnTo>
                  <a:lnTo>
                    <a:pt x="1805219" y="1103634"/>
                  </a:lnTo>
                  <a:lnTo>
                    <a:pt x="1913768" y="1096080"/>
                  </a:lnTo>
                  <a:lnTo>
                    <a:pt x="2016578" y="1087737"/>
                  </a:lnTo>
                  <a:lnTo>
                    <a:pt x="2112718" y="1078567"/>
                  </a:lnTo>
                  <a:lnTo>
                    <a:pt x="2201840" y="1068507"/>
                  </a:lnTo>
                  <a:lnTo>
                    <a:pt x="2284038" y="1057469"/>
                  </a:lnTo>
                  <a:lnTo>
                    <a:pt x="2359716" y="1045342"/>
                  </a:lnTo>
                  <a:lnTo>
                    <a:pt x="2429474" y="1031993"/>
                  </a:lnTo>
                  <a:lnTo>
                    <a:pt x="2494028" y="1017273"/>
                  </a:lnTo>
                  <a:lnTo>
                    <a:pt x="2554145" y="1001030"/>
                  </a:lnTo>
                  <a:lnTo>
                    <a:pt x="2610595" y="983116"/>
                  </a:lnTo>
                  <a:lnTo>
                    <a:pt x="2664110" y="963420"/>
                  </a:lnTo>
                  <a:lnTo>
                    <a:pt x="2702183" y="947681"/>
                  </a:lnTo>
                  <a:lnTo>
                    <a:pt x="2758365" y="921763"/>
                  </a:lnTo>
                  <a:lnTo>
                    <a:pt x="2812895" y="893472"/>
                  </a:lnTo>
                  <a:lnTo>
                    <a:pt x="2866335" y="862764"/>
                  </a:lnTo>
                  <a:lnTo>
                    <a:pt x="2919109" y="829662"/>
                  </a:lnTo>
                  <a:lnTo>
                    <a:pt x="2971533" y="794259"/>
                  </a:lnTo>
                  <a:lnTo>
                    <a:pt x="3023825" y="756724"/>
                  </a:lnTo>
                  <a:lnTo>
                    <a:pt x="3076124" y="717306"/>
                  </a:lnTo>
                  <a:lnTo>
                    <a:pt x="3128504" y="676327"/>
                  </a:lnTo>
                  <a:lnTo>
                    <a:pt x="3180981" y="634177"/>
                  </a:lnTo>
                  <a:lnTo>
                    <a:pt x="3233534" y="591297"/>
                  </a:lnTo>
                  <a:lnTo>
                    <a:pt x="3286117" y="548161"/>
                  </a:lnTo>
                  <a:lnTo>
                    <a:pt x="3338673" y="505255"/>
                  </a:lnTo>
                  <a:lnTo>
                    <a:pt x="3391155" y="463056"/>
                  </a:lnTo>
                  <a:lnTo>
                    <a:pt x="3443540" y="422006"/>
                  </a:lnTo>
                  <a:lnTo>
                    <a:pt x="3495842" y="382498"/>
                  </a:lnTo>
                  <a:lnTo>
                    <a:pt x="3548131" y="344859"/>
                  </a:lnTo>
                  <a:lnTo>
                    <a:pt x="3600543" y="309340"/>
                  </a:lnTo>
                  <a:lnTo>
                    <a:pt x="3653293" y="276115"/>
                  </a:lnTo>
                  <a:lnTo>
                    <a:pt x="3706689" y="245282"/>
                  </a:lnTo>
                  <a:lnTo>
                    <a:pt x="3761150" y="216865"/>
                  </a:lnTo>
                  <a:lnTo>
                    <a:pt x="3817229" y="190826"/>
                  </a:lnTo>
                  <a:lnTo>
                    <a:pt x="3820202" y="189536"/>
                  </a:lnTo>
                  <a:lnTo>
                    <a:pt x="3871975" y="168489"/>
                  </a:lnTo>
                  <a:lnTo>
                    <a:pt x="3926188" y="149265"/>
                  </a:lnTo>
                  <a:lnTo>
                    <a:pt x="3983520" y="131799"/>
                  </a:lnTo>
                  <a:lnTo>
                    <a:pt x="4044719" y="115967"/>
                  </a:lnTo>
                  <a:lnTo>
                    <a:pt x="4110556" y="101620"/>
                  </a:lnTo>
                  <a:lnTo>
                    <a:pt x="4181791" y="88603"/>
                  </a:lnTo>
                  <a:lnTo>
                    <a:pt x="4259116" y="76771"/>
                  </a:lnTo>
                  <a:lnTo>
                    <a:pt x="4343090" y="65998"/>
                  </a:lnTo>
                  <a:lnTo>
                    <a:pt x="4434047" y="56177"/>
                  </a:lnTo>
                  <a:lnTo>
                    <a:pt x="4531980" y="47228"/>
                  </a:lnTo>
                  <a:lnTo>
                    <a:pt x="4636403" y="39093"/>
                  </a:lnTo>
                  <a:lnTo>
                    <a:pt x="4746207" y="31742"/>
                  </a:lnTo>
                  <a:lnTo>
                    <a:pt x="4859535" y="25167"/>
                  </a:lnTo>
                  <a:lnTo>
                    <a:pt x="4973724" y="19374"/>
                  </a:lnTo>
                  <a:lnTo>
                    <a:pt x="5085367" y="14381"/>
                  </a:lnTo>
                  <a:lnTo>
                    <a:pt x="5190545" y="10201"/>
                  </a:lnTo>
                  <a:lnTo>
                    <a:pt x="5285243" y="6833"/>
                  </a:lnTo>
                  <a:lnTo>
                    <a:pt x="5365902" y="4251"/>
                  </a:lnTo>
                  <a:lnTo>
                    <a:pt x="5430003" y="2393"/>
                  </a:lnTo>
                  <a:lnTo>
                    <a:pt x="5476545" y="1168"/>
                  </a:lnTo>
                  <a:lnTo>
                    <a:pt x="5506285" y="454"/>
                  </a:lnTo>
                  <a:lnTo>
                    <a:pt x="5521738" y="114"/>
                  </a:lnTo>
                  <a:lnTo>
                    <a:pt x="5526984" y="8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32" y="61"/>
                  </a:lnTo>
                  <a:lnTo>
                    <a:pt x="6530350" y="502"/>
                  </a:lnTo>
                  <a:lnTo>
                    <a:pt x="6547920" y="1718"/>
                  </a:lnTo>
                  <a:lnTo>
                    <a:pt x="6579657" y="4115"/>
                  </a:lnTo>
                  <a:lnTo>
                    <a:pt x="6627620" y="8081"/>
                  </a:lnTo>
                  <a:lnTo>
                    <a:pt x="6692264" y="13952"/>
                  </a:lnTo>
                  <a:lnTo>
                    <a:pt x="6772462" y="21986"/>
                  </a:lnTo>
                  <a:lnTo>
                    <a:pt x="6865754" y="32344"/>
                  </a:lnTo>
                  <a:lnTo>
                    <a:pt x="6968781" y="45099"/>
                  </a:lnTo>
                  <a:lnTo>
                    <a:pt x="7077806" y="60248"/>
                  </a:lnTo>
                  <a:lnTo>
                    <a:pt x="7189199" y="77753"/>
                  </a:lnTo>
                  <a:lnTo>
                    <a:pt x="7299798" y="97565"/>
                  </a:lnTo>
                  <a:lnTo>
                    <a:pt x="7407115" y="119660"/>
                  </a:lnTo>
                  <a:lnTo>
                    <a:pt x="7509392" y="144062"/>
                  </a:lnTo>
                  <a:lnTo>
                    <a:pt x="7605554" y="170854"/>
                  </a:lnTo>
                  <a:lnTo>
                    <a:pt x="7695103" y="200192"/>
                  </a:lnTo>
                  <a:lnTo>
                    <a:pt x="7777985" y="232300"/>
                  </a:lnTo>
                  <a:lnTo>
                    <a:pt x="7854474" y="267472"/>
                  </a:lnTo>
                  <a:lnTo>
                    <a:pt x="7925060" y="306065"/>
                  </a:lnTo>
                  <a:lnTo>
                    <a:pt x="7990367" y="348488"/>
                  </a:lnTo>
                  <a:lnTo>
                    <a:pt x="8051090" y="395178"/>
                  </a:lnTo>
                  <a:lnTo>
                    <a:pt x="8107949" y="446575"/>
                  </a:lnTo>
                  <a:lnTo>
                    <a:pt x="8161645" y="503062"/>
                  </a:lnTo>
                  <a:lnTo>
                    <a:pt x="8212833" y="564891"/>
                  </a:lnTo>
                  <a:lnTo>
                    <a:pt x="8229629" y="586951"/>
                  </a:lnTo>
                  <a:lnTo>
                    <a:pt x="8270315" y="644068"/>
                  </a:lnTo>
                  <a:lnTo>
                    <a:pt x="8310052" y="704973"/>
                  </a:lnTo>
                  <a:lnTo>
                    <a:pt x="8349071" y="769742"/>
                  </a:lnTo>
                  <a:lnTo>
                    <a:pt x="8387568" y="838404"/>
                  </a:lnTo>
                  <a:lnTo>
                    <a:pt x="8425698" y="910931"/>
                  </a:lnTo>
                  <a:lnTo>
                    <a:pt x="8463590" y="987239"/>
                  </a:lnTo>
                  <a:lnTo>
                    <a:pt x="8501343" y="1067180"/>
                  </a:lnTo>
                  <a:lnTo>
                    <a:pt x="8539034" y="1150539"/>
                  </a:lnTo>
                  <a:lnTo>
                    <a:pt x="8576716" y="1237037"/>
                  </a:lnTo>
                  <a:lnTo>
                    <a:pt x="8614427" y="1326331"/>
                  </a:lnTo>
                  <a:lnTo>
                    <a:pt x="8652183" y="1418018"/>
                  </a:lnTo>
                  <a:lnTo>
                    <a:pt x="8689992" y="1511641"/>
                  </a:lnTo>
                  <a:lnTo>
                    <a:pt x="8727846" y="1606698"/>
                  </a:lnTo>
                  <a:lnTo>
                    <a:pt x="8765732" y="1702655"/>
                  </a:lnTo>
                  <a:lnTo>
                    <a:pt x="8803631" y="1798953"/>
                  </a:lnTo>
                  <a:lnTo>
                    <a:pt x="8841522" y="1895027"/>
                  </a:lnTo>
                  <a:lnTo>
                    <a:pt x="8879384" y="1990318"/>
                  </a:lnTo>
                  <a:lnTo>
                    <a:pt x="8917203" y="2084283"/>
                  </a:lnTo>
                  <a:lnTo>
                    <a:pt x="8954971" y="2176413"/>
                  </a:lnTo>
                  <a:lnTo>
                    <a:pt x="8992689" y="2266242"/>
                  </a:lnTo>
                  <a:lnTo>
                    <a:pt x="9030375" y="2353355"/>
                  </a:lnTo>
                  <a:lnTo>
                    <a:pt x="9068060" y="2437394"/>
                  </a:lnTo>
                  <a:lnTo>
                    <a:pt x="9105795" y="2518068"/>
                  </a:lnTo>
                  <a:lnTo>
                    <a:pt x="9143651" y="2595149"/>
                  </a:lnTo>
                  <a:lnTo>
                    <a:pt x="9181722" y="2668475"/>
                  </a:lnTo>
                  <a:lnTo>
                    <a:pt x="9220130" y="2737948"/>
                  </a:lnTo>
                  <a:lnTo>
                    <a:pt x="9259025" y="2803529"/>
                  </a:lnTo>
                  <a:lnTo>
                    <a:pt x="9298594" y="2865236"/>
                  </a:lnTo>
                  <a:lnTo>
                    <a:pt x="9339060" y="2923136"/>
                  </a:lnTo>
                  <a:lnTo>
                    <a:pt x="9347647" y="2934755"/>
                  </a:lnTo>
                  <a:lnTo>
                    <a:pt x="9398123" y="2998399"/>
                  </a:lnTo>
                  <a:lnTo>
                    <a:pt x="9450904" y="3056670"/>
                  </a:lnTo>
                  <a:lnTo>
                    <a:pt x="9506619" y="3109745"/>
                  </a:lnTo>
                  <a:lnTo>
                    <a:pt x="9565959" y="3157974"/>
                  </a:lnTo>
                  <a:lnTo>
                    <a:pt x="9629641" y="3201786"/>
                  </a:lnTo>
                  <a:lnTo>
                    <a:pt x="9698372" y="3241622"/>
                  </a:lnTo>
                  <a:lnTo>
                    <a:pt x="9772808" y="3277905"/>
                  </a:lnTo>
                  <a:lnTo>
                    <a:pt x="9853492" y="3311010"/>
                  </a:lnTo>
                  <a:lnTo>
                    <a:pt x="9940780" y="3341253"/>
                  </a:lnTo>
                  <a:lnTo>
                    <a:pt x="10034743" y="3368883"/>
                  </a:lnTo>
                  <a:lnTo>
                    <a:pt x="10135047" y="3394078"/>
                  </a:lnTo>
                  <a:lnTo>
                    <a:pt x="10240825" y="3416946"/>
                  </a:lnTo>
                  <a:lnTo>
                    <a:pt x="10350559" y="3437528"/>
                  </a:lnTo>
                  <a:lnTo>
                    <a:pt x="10462007" y="3455815"/>
                  </a:lnTo>
                  <a:lnTo>
                    <a:pt x="10572219" y="3471765"/>
                  </a:lnTo>
                  <a:lnTo>
                    <a:pt x="10677690" y="3485329"/>
                  </a:lnTo>
                  <a:lnTo>
                    <a:pt x="10774669" y="3496492"/>
                  </a:lnTo>
                  <a:lnTo>
                    <a:pt x="10859612" y="3505296"/>
                  </a:lnTo>
                  <a:lnTo>
                    <a:pt x="10929700" y="3511872"/>
                  </a:lnTo>
                  <a:lnTo>
                    <a:pt x="10983318" y="3516446"/>
                  </a:lnTo>
                  <a:lnTo>
                    <a:pt x="11020374" y="3519331"/>
                  </a:lnTo>
                  <a:lnTo>
                    <a:pt x="11042396" y="3520900"/>
                  </a:lnTo>
                  <a:lnTo>
                    <a:pt x="11052431" y="3521557"/>
                  </a:lnTo>
                  <a:lnTo>
                    <a:pt x="11054850" y="3521703"/>
                  </a:lnTo>
                  <a:lnTo>
                    <a:pt x="11054891" y="3521706"/>
                  </a:lnTo>
                  <a:lnTo>
                    <a:pt x="12049831" y="3521706"/>
                  </a:lnTo>
                  <a:lnTo>
                    <a:pt x="12049831" y="35217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3" name="pl892"/>
            <p:cNvSpPr/>
            <p:nvPr/>
          </p:nvSpPr>
          <p:spPr>
            <a:xfrm>
              <a:off x="1199187" y="3034162"/>
              <a:ext cx="12049831" cy="3521706"/>
            </a:xfrm>
            <a:custGeom>
              <a:avLst/>
              <a:pathLst>
                <a:path w="12049831" h="3521706">
                  <a:moveTo>
                    <a:pt x="12049831" y="3521706"/>
                  </a:moveTo>
                  <a:lnTo>
                    <a:pt x="11054891" y="3521706"/>
                  </a:lnTo>
                  <a:lnTo>
                    <a:pt x="11053844" y="3521644"/>
                  </a:lnTo>
                  <a:lnTo>
                    <a:pt x="11046927" y="3521204"/>
                  </a:lnTo>
                  <a:lnTo>
                    <a:pt x="11029357" y="3519988"/>
                  </a:lnTo>
                  <a:lnTo>
                    <a:pt x="10997620" y="3517590"/>
                  </a:lnTo>
                  <a:lnTo>
                    <a:pt x="10949656" y="3513624"/>
                  </a:lnTo>
                  <a:lnTo>
                    <a:pt x="10885012" y="3507753"/>
                  </a:lnTo>
                  <a:lnTo>
                    <a:pt x="10804814" y="3499719"/>
                  </a:lnTo>
                  <a:lnTo>
                    <a:pt x="10711523" y="3489361"/>
                  </a:lnTo>
                  <a:lnTo>
                    <a:pt x="10608496" y="3476607"/>
                  </a:lnTo>
                  <a:lnTo>
                    <a:pt x="10499470" y="3461457"/>
                  </a:lnTo>
                  <a:lnTo>
                    <a:pt x="10388078" y="3443952"/>
                  </a:lnTo>
                  <a:lnTo>
                    <a:pt x="10277478" y="3424140"/>
                  </a:lnTo>
                  <a:lnTo>
                    <a:pt x="10170162" y="3402045"/>
                  </a:lnTo>
                  <a:lnTo>
                    <a:pt x="10067885" y="3377643"/>
                  </a:lnTo>
                  <a:lnTo>
                    <a:pt x="9971722" y="3350851"/>
                  </a:lnTo>
                  <a:lnTo>
                    <a:pt x="9882174" y="3321513"/>
                  </a:lnTo>
                  <a:lnTo>
                    <a:pt x="9799291" y="3289405"/>
                  </a:lnTo>
                  <a:lnTo>
                    <a:pt x="9722802" y="3254233"/>
                  </a:lnTo>
                  <a:lnTo>
                    <a:pt x="9652216" y="3215640"/>
                  </a:lnTo>
                  <a:lnTo>
                    <a:pt x="9586910" y="3173218"/>
                  </a:lnTo>
                  <a:lnTo>
                    <a:pt x="9526186" y="3126527"/>
                  </a:lnTo>
                  <a:lnTo>
                    <a:pt x="9469328" y="3075131"/>
                  </a:lnTo>
                  <a:lnTo>
                    <a:pt x="9415631" y="3018643"/>
                  </a:lnTo>
                  <a:lnTo>
                    <a:pt x="9364443" y="2956814"/>
                  </a:lnTo>
                  <a:lnTo>
                    <a:pt x="9347647" y="2934755"/>
                  </a:lnTo>
                  <a:lnTo>
                    <a:pt x="9306961" y="2877637"/>
                  </a:lnTo>
                  <a:lnTo>
                    <a:pt x="9267225" y="2816732"/>
                  </a:lnTo>
                  <a:lnTo>
                    <a:pt x="9228205" y="2751963"/>
                  </a:lnTo>
                  <a:lnTo>
                    <a:pt x="9189709" y="2683302"/>
                  </a:lnTo>
                  <a:lnTo>
                    <a:pt x="9151578" y="2610774"/>
                  </a:lnTo>
                  <a:lnTo>
                    <a:pt x="9113686" y="2534466"/>
                  </a:lnTo>
                  <a:lnTo>
                    <a:pt x="9075933" y="2454525"/>
                  </a:lnTo>
                  <a:lnTo>
                    <a:pt x="9038243" y="2371166"/>
                  </a:lnTo>
                  <a:lnTo>
                    <a:pt x="9000560" y="2284668"/>
                  </a:lnTo>
                  <a:lnTo>
                    <a:pt x="8962850" y="2195374"/>
                  </a:lnTo>
                  <a:lnTo>
                    <a:pt x="8925093" y="2103687"/>
                  </a:lnTo>
                  <a:lnTo>
                    <a:pt x="8887285" y="2010064"/>
                  </a:lnTo>
                  <a:lnTo>
                    <a:pt x="8849431" y="1915007"/>
                  </a:lnTo>
                  <a:lnTo>
                    <a:pt x="8811544" y="1819050"/>
                  </a:lnTo>
                  <a:lnTo>
                    <a:pt x="8773645" y="1722752"/>
                  </a:lnTo>
                  <a:lnTo>
                    <a:pt x="8735755" y="1626678"/>
                  </a:lnTo>
                  <a:lnTo>
                    <a:pt x="8697892" y="1531387"/>
                  </a:lnTo>
                  <a:lnTo>
                    <a:pt x="8660073" y="1437422"/>
                  </a:lnTo>
                  <a:lnTo>
                    <a:pt x="8622306" y="1345292"/>
                  </a:lnTo>
                  <a:lnTo>
                    <a:pt x="8584587" y="1255463"/>
                  </a:lnTo>
                  <a:lnTo>
                    <a:pt x="8546901" y="1168351"/>
                  </a:lnTo>
                  <a:lnTo>
                    <a:pt x="8509216" y="1084311"/>
                  </a:lnTo>
                  <a:lnTo>
                    <a:pt x="8471481" y="1003637"/>
                  </a:lnTo>
                  <a:lnTo>
                    <a:pt x="8433626" y="926556"/>
                  </a:lnTo>
                  <a:lnTo>
                    <a:pt x="8395555" y="853230"/>
                  </a:lnTo>
                  <a:lnTo>
                    <a:pt x="8357147" y="783757"/>
                  </a:lnTo>
                  <a:lnTo>
                    <a:pt x="8318251" y="718176"/>
                  </a:lnTo>
                  <a:lnTo>
                    <a:pt x="8278682" y="656469"/>
                  </a:lnTo>
                  <a:lnTo>
                    <a:pt x="8238216" y="598569"/>
                  </a:lnTo>
                  <a:lnTo>
                    <a:pt x="8229629" y="586951"/>
                  </a:lnTo>
                  <a:lnTo>
                    <a:pt x="8179154" y="523306"/>
                  </a:lnTo>
                  <a:lnTo>
                    <a:pt x="8126373" y="465035"/>
                  </a:lnTo>
                  <a:lnTo>
                    <a:pt x="8070657" y="411960"/>
                  </a:lnTo>
                  <a:lnTo>
                    <a:pt x="8011317" y="363731"/>
                  </a:lnTo>
                  <a:lnTo>
                    <a:pt x="7947636" y="319919"/>
                  </a:lnTo>
                  <a:lnTo>
                    <a:pt x="7878904" y="280083"/>
                  </a:lnTo>
                  <a:lnTo>
                    <a:pt x="7804469" y="243800"/>
                  </a:lnTo>
                  <a:lnTo>
                    <a:pt x="7723785" y="210695"/>
                  </a:lnTo>
                  <a:lnTo>
                    <a:pt x="7636497" y="180452"/>
                  </a:lnTo>
                  <a:lnTo>
                    <a:pt x="7542533" y="152822"/>
                  </a:lnTo>
                  <a:lnTo>
                    <a:pt x="7442229" y="127627"/>
                  </a:lnTo>
                  <a:lnTo>
                    <a:pt x="7336451" y="104759"/>
                  </a:lnTo>
                  <a:lnTo>
                    <a:pt x="7226717" y="84177"/>
                  </a:lnTo>
                  <a:lnTo>
                    <a:pt x="7115269" y="65890"/>
                  </a:lnTo>
                  <a:lnTo>
                    <a:pt x="7005057" y="49940"/>
                  </a:lnTo>
                  <a:lnTo>
                    <a:pt x="6899587" y="36376"/>
                  </a:lnTo>
                  <a:lnTo>
                    <a:pt x="6802607" y="25213"/>
                  </a:lnTo>
                  <a:lnTo>
                    <a:pt x="6717665" y="16409"/>
                  </a:lnTo>
                  <a:lnTo>
                    <a:pt x="6647577" y="9833"/>
                  </a:lnTo>
                  <a:lnTo>
                    <a:pt x="6593959" y="5259"/>
                  </a:lnTo>
                  <a:lnTo>
                    <a:pt x="6556902" y="2374"/>
                  </a:lnTo>
                  <a:lnTo>
                    <a:pt x="6534881" y="805"/>
                  </a:lnTo>
                  <a:lnTo>
                    <a:pt x="6524846" y="148"/>
                  </a:lnTo>
                  <a:lnTo>
                    <a:pt x="6522427" y="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9" y="21"/>
                  </a:lnTo>
                  <a:lnTo>
                    <a:pt x="5518886" y="174"/>
                  </a:lnTo>
                  <a:lnTo>
                    <a:pt x="5500044" y="598"/>
                  </a:lnTo>
                  <a:lnTo>
                    <a:pt x="5466099" y="1433"/>
                  </a:lnTo>
                  <a:lnTo>
                    <a:pt x="5414982" y="2812"/>
                  </a:lnTo>
                  <a:lnTo>
                    <a:pt x="5346401" y="4851"/>
                  </a:lnTo>
                  <a:lnTo>
                    <a:pt x="5261789" y="7633"/>
                  </a:lnTo>
                  <a:lnTo>
                    <a:pt x="5163989" y="11211"/>
                  </a:lnTo>
                  <a:lnTo>
                    <a:pt x="5056734" y="15604"/>
                  </a:lnTo>
                  <a:lnTo>
                    <a:pt x="4944066" y="20807"/>
                  </a:lnTo>
                  <a:lnTo>
                    <a:pt x="4829800" y="26805"/>
                  </a:lnTo>
                  <a:lnTo>
                    <a:pt x="4717166" y="33583"/>
                  </a:lnTo>
                  <a:lnTo>
                    <a:pt x="4608617" y="41136"/>
                  </a:lnTo>
                  <a:lnTo>
                    <a:pt x="4505807" y="49479"/>
                  </a:lnTo>
                  <a:lnTo>
                    <a:pt x="4409667" y="58649"/>
                  </a:lnTo>
                  <a:lnTo>
                    <a:pt x="4320545" y="68710"/>
                  </a:lnTo>
                  <a:lnTo>
                    <a:pt x="4238347" y="79747"/>
                  </a:lnTo>
                  <a:lnTo>
                    <a:pt x="4162669" y="91875"/>
                  </a:lnTo>
                  <a:lnTo>
                    <a:pt x="4092911" y="105224"/>
                  </a:lnTo>
                  <a:lnTo>
                    <a:pt x="4028357" y="119943"/>
                  </a:lnTo>
                  <a:lnTo>
                    <a:pt x="3968240" y="136187"/>
                  </a:lnTo>
                  <a:lnTo>
                    <a:pt x="3911790" y="154101"/>
                  </a:lnTo>
                  <a:lnTo>
                    <a:pt x="3858275" y="173797"/>
                  </a:lnTo>
                  <a:lnTo>
                    <a:pt x="3820202" y="189536"/>
                  </a:lnTo>
                  <a:lnTo>
                    <a:pt x="3764020" y="215453"/>
                  </a:lnTo>
                  <a:lnTo>
                    <a:pt x="3709490" y="243745"/>
                  </a:lnTo>
                  <a:lnTo>
                    <a:pt x="3656050" y="274453"/>
                  </a:lnTo>
                  <a:lnTo>
                    <a:pt x="3603276" y="307555"/>
                  </a:lnTo>
                  <a:lnTo>
                    <a:pt x="3550852" y="342958"/>
                  </a:lnTo>
                  <a:lnTo>
                    <a:pt x="3498560" y="380493"/>
                  </a:lnTo>
                  <a:lnTo>
                    <a:pt x="3446261" y="419911"/>
                  </a:lnTo>
                  <a:lnTo>
                    <a:pt x="3393881" y="460889"/>
                  </a:lnTo>
                  <a:lnTo>
                    <a:pt x="3341404" y="503039"/>
                  </a:lnTo>
                  <a:lnTo>
                    <a:pt x="3288851" y="545920"/>
                  </a:lnTo>
                  <a:lnTo>
                    <a:pt x="3236268" y="589056"/>
                  </a:lnTo>
                  <a:lnTo>
                    <a:pt x="3183712" y="631962"/>
                  </a:lnTo>
                  <a:lnTo>
                    <a:pt x="3131230" y="674161"/>
                  </a:lnTo>
                  <a:lnTo>
                    <a:pt x="3078845" y="715211"/>
                  </a:lnTo>
                  <a:lnTo>
                    <a:pt x="3026543" y="754718"/>
                  </a:lnTo>
                  <a:lnTo>
                    <a:pt x="2974254" y="792358"/>
                  </a:lnTo>
                  <a:lnTo>
                    <a:pt x="2921842" y="827877"/>
                  </a:lnTo>
                  <a:lnTo>
                    <a:pt x="2869092" y="861101"/>
                  </a:lnTo>
                  <a:lnTo>
                    <a:pt x="2815696" y="891935"/>
                  </a:lnTo>
                  <a:lnTo>
                    <a:pt x="2761235" y="920351"/>
                  </a:lnTo>
                  <a:lnTo>
                    <a:pt x="2705156" y="946390"/>
                  </a:lnTo>
                  <a:lnTo>
                    <a:pt x="2702183" y="947681"/>
                  </a:lnTo>
                  <a:lnTo>
                    <a:pt x="2650410" y="968728"/>
                  </a:lnTo>
                  <a:lnTo>
                    <a:pt x="2596197" y="987952"/>
                  </a:lnTo>
                  <a:lnTo>
                    <a:pt x="2538865" y="1005417"/>
                  </a:lnTo>
                  <a:lnTo>
                    <a:pt x="2477666" y="1021249"/>
                  </a:lnTo>
                  <a:lnTo>
                    <a:pt x="2411829" y="1035597"/>
                  </a:lnTo>
                  <a:lnTo>
                    <a:pt x="2340594" y="1048614"/>
                  </a:lnTo>
                  <a:lnTo>
                    <a:pt x="2263269" y="1060445"/>
                  </a:lnTo>
                  <a:lnTo>
                    <a:pt x="2179295" y="1071219"/>
                  </a:lnTo>
                  <a:lnTo>
                    <a:pt x="2088338" y="1081039"/>
                  </a:lnTo>
                  <a:lnTo>
                    <a:pt x="1990405" y="1089989"/>
                  </a:lnTo>
                  <a:lnTo>
                    <a:pt x="1885982" y="1098124"/>
                  </a:lnTo>
                  <a:lnTo>
                    <a:pt x="1776178" y="1105474"/>
                  </a:lnTo>
                  <a:lnTo>
                    <a:pt x="1662850" y="1112050"/>
                  </a:lnTo>
                  <a:lnTo>
                    <a:pt x="1548661" y="1117843"/>
                  </a:lnTo>
                  <a:lnTo>
                    <a:pt x="1437018" y="1122836"/>
                  </a:lnTo>
                  <a:lnTo>
                    <a:pt x="1331840" y="1127016"/>
                  </a:lnTo>
                  <a:lnTo>
                    <a:pt x="1237142" y="1130384"/>
                  </a:lnTo>
                  <a:lnTo>
                    <a:pt x="1156483" y="1132966"/>
                  </a:lnTo>
                  <a:lnTo>
                    <a:pt x="1092382" y="1134823"/>
                  </a:lnTo>
                  <a:lnTo>
                    <a:pt x="1045840" y="1136049"/>
                  </a:lnTo>
                  <a:lnTo>
                    <a:pt x="1016100" y="1136763"/>
                  </a:lnTo>
                  <a:lnTo>
                    <a:pt x="1000647" y="1137103"/>
                  </a:lnTo>
                  <a:lnTo>
                    <a:pt x="995401" y="1137208"/>
                  </a:lnTo>
                  <a:lnTo>
                    <a:pt x="994940" y="1137217"/>
                  </a:lnTo>
                  <a:lnTo>
                    <a:pt x="0" y="1137217"/>
                  </a:lnTo>
                  <a:lnTo>
                    <a:pt x="0" y="11372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4" name="pg893"/>
            <p:cNvSpPr/>
            <p:nvPr/>
          </p:nvSpPr>
          <p:spPr>
            <a:xfrm>
              <a:off x="1199187" y="2221864"/>
              <a:ext cx="12049831" cy="2091013"/>
            </a:xfrm>
            <a:custGeom>
              <a:avLst/>
              <a:pathLst>
                <a:path w="12049831" h="2091013">
                  <a:moveTo>
                    <a:pt x="0" y="2091013"/>
                  </a:moveTo>
                  <a:lnTo>
                    <a:pt x="994940" y="2091013"/>
                  </a:lnTo>
                  <a:lnTo>
                    <a:pt x="996076" y="2091009"/>
                  </a:lnTo>
                  <a:lnTo>
                    <a:pt x="1003573" y="2090982"/>
                  </a:lnTo>
                  <a:lnTo>
                    <a:pt x="1022573" y="2090907"/>
                  </a:lnTo>
                  <a:lnTo>
                    <a:pt x="1056791" y="2090759"/>
                  </a:lnTo>
                  <a:lnTo>
                    <a:pt x="1108296" y="2090516"/>
                  </a:lnTo>
                  <a:lnTo>
                    <a:pt x="1177359" y="2090155"/>
                  </a:lnTo>
                  <a:lnTo>
                    <a:pt x="1262508" y="2089664"/>
                  </a:lnTo>
                  <a:lnTo>
                    <a:pt x="1360853" y="2089033"/>
                  </a:lnTo>
                  <a:lnTo>
                    <a:pt x="1468612" y="2088257"/>
                  </a:lnTo>
                  <a:lnTo>
                    <a:pt x="1581711" y="2087340"/>
                  </a:lnTo>
                  <a:lnTo>
                    <a:pt x="1696309" y="2086282"/>
                  </a:lnTo>
                  <a:lnTo>
                    <a:pt x="1809173" y="2085087"/>
                  </a:lnTo>
                  <a:lnTo>
                    <a:pt x="1917855" y="2083755"/>
                  </a:lnTo>
                  <a:lnTo>
                    <a:pt x="2020716" y="2082284"/>
                  </a:lnTo>
                  <a:lnTo>
                    <a:pt x="2116842" y="2080667"/>
                  </a:lnTo>
                  <a:lnTo>
                    <a:pt x="2205904" y="2078892"/>
                  </a:lnTo>
                  <a:lnTo>
                    <a:pt x="2288014" y="2076945"/>
                  </a:lnTo>
                  <a:lnTo>
                    <a:pt x="2363592" y="2074804"/>
                  </a:lnTo>
                  <a:lnTo>
                    <a:pt x="2433252" y="2072447"/>
                  </a:lnTo>
                  <a:lnTo>
                    <a:pt x="2497719" y="2069847"/>
                  </a:lnTo>
                  <a:lnTo>
                    <a:pt x="2557768" y="2066977"/>
                  </a:lnTo>
                  <a:lnTo>
                    <a:pt x="2614176" y="2063811"/>
                  </a:lnTo>
                  <a:lnTo>
                    <a:pt x="2667679" y="2060330"/>
                  </a:lnTo>
                  <a:lnTo>
                    <a:pt x="2702183" y="2057822"/>
                  </a:lnTo>
                  <a:lnTo>
                    <a:pt x="2763626" y="2052829"/>
                  </a:lnTo>
                  <a:lnTo>
                    <a:pt x="2823156" y="2047336"/>
                  </a:lnTo>
                  <a:lnTo>
                    <a:pt x="2881484" y="2041336"/>
                  </a:lnTo>
                  <a:lnTo>
                    <a:pt x="2939133" y="2034836"/>
                  </a:lnTo>
                  <a:lnTo>
                    <a:pt x="2996471" y="2027866"/>
                  </a:lnTo>
                  <a:lnTo>
                    <a:pt x="3053741" y="2020470"/>
                  </a:lnTo>
                  <a:lnTo>
                    <a:pt x="3111077" y="2012716"/>
                  </a:lnTo>
                  <a:lnTo>
                    <a:pt x="3168529" y="2004687"/>
                  </a:lnTo>
                  <a:lnTo>
                    <a:pt x="3226080" y="1996483"/>
                  </a:lnTo>
                  <a:lnTo>
                    <a:pt x="3283676" y="1988210"/>
                  </a:lnTo>
                  <a:lnTo>
                    <a:pt x="3341243" y="1979981"/>
                  </a:lnTo>
                  <a:lnTo>
                    <a:pt x="3398720" y="1971905"/>
                  </a:lnTo>
                  <a:lnTo>
                    <a:pt x="3456080" y="1964083"/>
                  </a:lnTo>
                  <a:lnTo>
                    <a:pt x="3513356" y="1956603"/>
                  </a:lnTo>
                  <a:lnTo>
                    <a:pt x="3570662" y="1949534"/>
                  </a:lnTo>
                  <a:lnTo>
                    <a:pt x="3628216" y="1942928"/>
                  </a:lnTo>
                  <a:lnTo>
                    <a:pt x="3686356" y="1936817"/>
                  </a:lnTo>
                  <a:lnTo>
                    <a:pt x="3745569" y="1931213"/>
                  </a:lnTo>
                  <a:lnTo>
                    <a:pt x="3806520" y="1926112"/>
                  </a:lnTo>
                  <a:lnTo>
                    <a:pt x="3820202" y="1925059"/>
                  </a:lnTo>
                  <a:lnTo>
                    <a:pt x="3872132" y="1921363"/>
                  </a:lnTo>
                  <a:lnTo>
                    <a:pt x="3926519" y="1917988"/>
                  </a:lnTo>
                  <a:lnTo>
                    <a:pt x="3984048" y="1914923"/>
                  </a:lnTo>
                  <a:lnTo>
                    <a:pt x="4045473" y="1912145"/>
                  </a:lnTo>
                  <a:lnTo>
                    <a:pt x="4111573" y="1909628"/>
                  </a:lnTo>
                  <a:lnTo>
                    <a:pt x="4183115" y="1907345"/>
                  </a:lnTo>
                  <a:lnTo>
                    <a:pt x="4260794" y="1905271"/>
                  </a:lnTo>
                  <a:lnTo>
                    <a:pt x="4345171" y="1903383"/>
                  </a:lnTo>
                  <a:lnTo>
                    <a:pt x="4436577" y="1901662"/>
                  </a:lnTo>
                  <a:lnTo>
                    <a:pt x="4534994" y="1900094"/>
                  </a:lnTo>
                  <a:lnTo>
                    <a:pt x="4639916" y="1898670"/>
                  </a:lnTo>
                  <a:lnTo>
                    <a:pt x="4750202" y="1897384"/>
                  </a:lnTo>
                  <a:lnTo>
                    <a:pt x="4863951" y="1896234"/>
                  </a:lnTo>
                  <a:lnTo>
                    <a:pt x="4978446" y="1895222"/>
                  </a:lnTo>
                  <a:lnTo>
                    <a:pt x="5090224" y="1894351"/>
                  </a:lnTo>
                  <a:lnTo>
                    <a:pt x="5195317" y="1893624"/>
                  </a:lnTo>
                  <a:lnTo>
                    <a:pt x="5289682" y="1893039"/>
                  </a:lnTo>
                  <a:lnTo>
                    <a:pt x="5369767" y="1892592"/>
                  </a:lnTo>
                  <a:lnTo>
                    <a:pt x="5433101" y="1892273"/>
                  </a:lnTo>
                  <a:lnTo>
                    <a:pt x="5478766" y="1892063"/>
                  </a:lnTo>
                  <a:lnTo>
                    <a:pt x="5507633" y="1891943"/>
                  </a:lnTo>
                  <a:lnTo>
                    <a:pt x="5522341" y="1891886"/>
                  </a:lnTo>
                  <a:lnTo>
                    <a:pt x="5527099" y="1891870"/>
                  </a:lnTo>
                  <a:lnTo>
                    <a:pt x="5527445" y="1891868"/>
                  </a:lnTo>
                  <a:lnTo>
                    <a:pt x="6522385" y="1891868"/>
                  </a:lnTo>
                  <a:lnTo>
                    <a:pt x="6523494" y="1891833"/>
                  </a:lnTo>
                  <a:lnTo>
                    <a:pt x="6530815" y="1891583"/>
                  </a:lnTo>
                  <a:lnTo>
                    <a:pt x="6549380" y="1890892"/>
                  </a:lnTo>
                  <a:lnTo>
                    <a:pt x="6582845" y="1889529"/>
                  </a:lnTo>
                  <a:lnTo>
                    <a:pt x="6633278" y="1887276"/>
                  </a:lnTo>
                  <a:lnTo>
                    <a:pt x="6701007" y="1883946"/>
                  </a:lnTo>
                  <a:lnTo>
                    <a:pt x="6784669" y="1879397"/>
                  </a:lnTo>
                  <a:lnTo>
                    <a:pt x="6881505" y="1873545"/>
                  </a:lnTo>
                  <a:lnTo>
                    <a:pt x="6987862" y="1866357"/>
                  </a:lnTo>
                  <a:lnTo>
                    <a:pt x="7099764" y="1857836"/>
                  </a:lnTo>
                  <a:lnTo>
                    <a:pt x="7213432" y="1848010"/>
                  </a:lnTo>
                  <a:lnTo>
                    <a:pt x="7325650" y="1836902"/>
                  </a:lnTo>
                  <a:lnTo>
                    <a:pt x="7433954" y="1824522"/>
                  </a:lnTo>
                  <a:lnTo>
                    <a:pt x="7536668" y="1810848"/>
                  </a:lnTo>
                  <a:lnTo>
                    <a:pt x="7632827" y="1795822"/>
                  </a:lnTo>
                  <a:lnTo>
                    <a:pt x="7722051" y="1779345"/>
                  </a:lnTo>
                  <a:lnTo>
                    <a:pt x="7804402" y="1761277"/>
                  </a:lnTo>
                  <a:lnTo>
                    <a:pt x="7880256" y="1741438"/>
                  </a:lnTo>
                  <a:lnTo>
                    <a:pt x="7950190" y="1719615"/>
                  </a:lnTo>
                  <a:lnTo>
                    <a:pt x="8014901" y="1695568"/>
                  </a:lnTo>
                  <a:lnTo>
                    <a:pt x="8075140" y="1669046"/>
                  </a:lnTo>
                  <a:lnTo>
                    <a:pt x="8131667" y="1639807"/>
                  </a:lnTo>
                  <a:lnTo>
                    <a:pt x="8185211" y="1607658"/>
                  </a:lnTo>
                  <a:lnTo>
                    <a:pt x="8229629" y="1577430"/>
                  </a:lnTo>
                  <a:lnTo>
                    <a:pt x="8280053" y="1539089"/>
                  </a:lnTo>
                  <a:lnTo>
                    <a:pt x="8329099" y="1497595"/>
                  </a:lnTo>
                  <a:lnTo>
                    <a:pt x="8377187" y="1452888"/>
                  </a:lnTo>
                  <a:lnTo>
                    <a:pt x="8424647" y="1404971"/>
                  </a:lnTo>
                  <a:lnTo>
                    <a:pt x="8471732" y="1353925"/>
                  </a:lnTo>
                  <a:lnTo>
                    <a:pt x="8518629" y="1299908"/>
                  </a:lnTo>
                  <a:lnTo>
                    <a:pt x="8565471" y="1243163"/>
                  </a:lnTo>
                  <a:lnTo>
                    <a:pt x="8612340" y="1184015"/>
                  </a:lnTo>
                  <a:lnTo>
                    <a:pt x="8659279" y="1122869"/>
                  </a:lnTo>
                  <a:lnTo>
                    <a:pt x="8706297" y="1060197"/>
                  </a:lnTo>
                  <a:lnTo>
                    <a:pt x="8753377" y="996527"/>
                  </a:lnTo>
                  <a:lnTo>
                    <a:pt x="8800487" y="932423"/>
                  </a:lnTo>
                  <a:lnTo>
                    <a:pt x="8847587" y="868465"/>
                  </a:lnTo>
                  <a:lnTo>
                    <a:pt x="8894640" y="805228"/>
                  </a:lnTo>
                  <a:lnTo>
                    <a:pt x="8941618" y="743261"/>
                  </a:lnTo>
                  <a:lnTo>
                    <a:pt x="8988519" y="683065"/>
                  </a:lnTo>
                  <a:lnTo>
                    <a:pt x="9035367" y="625080"/>
                  </a:lnTo>
                  <a:lnTo>
                    <a:pt x="9082223" y="569671"/>
                  </a:lnTo>
                  <a:lnTo>
                    <a:pt x="9129195" y="517123"/>
                  </a:lnTo>
                  <a:lnTo>
                    <a:pt x="9176441" y="467637"/>
                  </a:lnTo>
                  <a:lnTo>
                    <a:pt x="9224181" y="421329"/>
                  </a:lnTo>
                  <a:lnTo>
                    <a:pt x="9272705" y="378242"/>
                  </a:lnTo>
                  <a:lnTo>
                    <a:pt x="9322385" y="338346"/>
                  </a:lnTo>
                  <a:lnTo>
                    <a:pt x="9347647" y="319678"/>
                  </a:lnTo>
                  <a:lnTo>
                    <a:pt x="9399143" y="284937"/>
                  </a:lnTo>
                  <a:lnTo>
                    <a:pt x="9453048" y="253190"/>
                  </a:lnTo>
                  <a:lnTo>
                    <a:pt x="9510033" y="224330"/>
                  </a:lnTo>
                  <a:lnTo>
                    <a:pt x="9570831" y="198156"/>
                  </a:lnTo>
                  <a:lnTo>
                    <a:pt x="9636203" y="174424"/>
                  </a:lnTo>
                  <a:lnTo>
                    <a:pt x="9706897" y="152882"/>
                  </a:lnTo>
                  <a:lnTo>
                    <a:pt x="9783598" y="133294"/>
                  </a:lnTo>
                  <a:lnTo>
                    <a:pt x="9866861" y="115450"/>
                  </a:lnTo>
                  <a:lnTo>
                    <a:pt x="9957025" y="99177"/>
                  </a:lnTo>
                  <a:lnTo>
                    <a:pt x="10054102" y="84338"/>
                  </a:lnTo>
                  <a:lnTo>
                    <a:pt x="10157642" y="70841"/>
                  </a:lnTo>
                  <a:lnTo>
                    <a:pt x="10266589" y="58633"/>
                  </a:lnTo>
                  <a:lnTo>
                    <a:pt x="10379164" y="47697"/>
                  </a:lnTo>
                  <a:lnTo>
                    <a:pt x="10492797" y="38045"/>
                  </a:lnTo>
                  <a:lnTo>
                    <a:pt x="10604180" y="29704"/>
                  </a:lnTo>
                  <a:lnTo>
                    <a:pt x="10709482" y="22696"/>
                  </a:lnTo>
                  <a:lnTo>
                    <a:pt x="10804740" y="17023"/>
                  </a:lnTo>
                  <a:lnTo>
                    <a:pt x="10886386" y="12645"/>
                  </a:lnTo>
                  <a:lnTo>
                    <a:pt x="10951826" y="9469"/>
                  </a:lnTo>
                  <a:lnTo>
                    <a:pt x="10999911" y="7348"/>
                  </a:lnTo>
                  <a:lnTo>
                    <a:pt x="11031206" y="6089"/>
                  </a:lnTo>
                  <a:lnTo>
                    <a:pt x="11048008" y="5471"/>
                  </a:lnTo>
                  <a:lnTo>
                    <a:pt x="11054168" y="526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2" y="35"/>
                  </a:lnTo>
                  <a:lnTo>
                    <a:pt x="11046461" y="285"/>
                  </a:lnTo>
                  <a:lnTo>
                    <a:pt x="11027896" y="976"/>
                  </a:lnTo>
                  <a:lnTo>
                    <a:pt x="10994432" y="2339"/>
                  </a:lnTo>
                  <a:lnTo>
                    <a:pt x="10943999" y="4592"/>
                  </a:lnTo>
                  <a:lnTo>
                    <a:pt x="10876269" y="7922"/>
                  </a:lnTo>
                  <a:lnTo>
                    <a:pt x="10792608" y="12471"/>
                  </a:lnTo>
                  <a:lnTo>
                    <a:pt x="10695771" y="18323"/>
                  </a:lnTo>
                  <a:lnTo>
                    <a:pt x="10589415" y="25511"/>
                  </a:lnTo>
                  <a:lnTo>
                    <a:pt x="10477513" y="34032"/>
                  </a:lnTo>
                  <a:lnTo>
                    <a:pt x="10363845" y="43858"/>
                  </a:lnTo>
                  <a:lnTo>
                    <a:pt x="10251627" y="54966"/>
                  </a:lnTo>
                  <a:lnTo>
                    <a:pt x="10143322" y="67346"/>
                  </a:lnTo>
                  <a:lnTo>
                    <a:pt x="10040608" y="81020"/>
                  </a:lnTo>
                  <a:lnTo>
                    <a:pt x="9944449" y="96046"/>
                  </a:lnTo>
                  <a:lnTo>
                    <a:pt x="9855226" y="112523"/>
                  </a:lnTo>
                  <a:lnTo>
                    <a:pt x="9772874" y="130591"/>
                  </a:lnTo>
                  <a:lnTo>
                    <a:pt x="9697020" y="150430"/>
                  </a:lnTo>
                  <a:lnTo>
                    <a:pt x="9627086" y="172253"/>
                  </a:lnTo>
                  <a:lnTo>
                    <a:pt x="9562375" y="196299"/>
                  </a:lnTo>
                  <a:lnTo>
                    <a:pt x="9502136" y="222822"/>
                  </a:lnTo>
                  <a:lnTo>
                    <a:pt x="9445609" y="252061"/>
                  </a:lnTo>
                  <a:lnTo>
                    <a:pt x="9392066" y="284210"/>
                  </a:lnTo>
                  <a:lnTo>
                    <a:pt x="9347647" y="314438"/>
                  </a:lnTo>
                  <a:lnTo>
                    <a:pt x="9297224" y="352779"/>
                  </a:lnTo>
                  <a:lnTo>
                    <a:pt x="9248178" y="394273"/>
                  </a:lnTo>
                  <a:lnTo>
                    <a:pt x="9200089" y="438980"/>
                  </a:lnTo>
                  <a:lnTo>
                    <a:pt x="9152629" y="486897"/>
                  </a:lnTo>
                  <a:lnTo>
                    <a:pt x="9105544" y="537943"/>
                  </a:lnTo>
                  <a:lnTo>
                    <a:pt x="9058647" y="591960"/>
                  </a:lnTo>
                  <a:lnTo>
                    <a:pt x="9011806" y="648705"/>
                  </a:lnTo>
                  <a:lnTo>
                    <a:pt x="8964937" y="707853"/>
                  </a:lnTo>
                  <a:lnTo>
                    <a:pt x="8917998" y="768999"/>
                  </a:lnTo>
                  <a:lnTo>
                    <a:pt x="8870980" y="831671"/>
                  </a:lnTo>
                  <a:lnTo>
                    <a:pt x="8823899" y="895341"/>
                  </a:lnTo>
                  <a:lnTo>
                    <a:pt x="8776789" y="959445"/>
                  </a:lnTo>
                  <a:lnTo>
                    <a:pt x="8729689" y="1023403"/>
                  </a:lnTo>
                  <a:lnTo>
                    <a:pt x="8682637" y="1086640"/>
                  </a:lnTo>
                  <a:lnTo>
                    <a:pt x="8635658" y="1148607"/>
                  </a:lnTo>
                  <a:lnTo>
                    <a:pt x="8588757" y="1208803"/>
                  </a:lnTo>
                  <a:lnTo>
                    <a:pt x="8541910" y="1266788"/>
                  </a:lnTo>
                  <a:lnTo>
                    <a:pt x="8495053" y="1322197"/>
                  </a:lnTo>
                  <a:lnTo>
                    <a:pt x="8448082" y="1374744"/>
                  </a:lnTo>
                  <a:lnTo>
                    <a:pt x="8400836" y="1424231"/>
                  </a:lnTo>
                  <a:lnTo>
                    <a:pt x="8353095" y="1470538"/>
                  </a:lnTo>
                  <a:lnTo>
                    <a:pt x="8304571" y="1513626"/>
                  </a:lnTo>
                  <a:lnTo>
                    <a:pt x="8254892" y="1553522"/>
                  </a:lnTo>
                  <a:lnTo>
                    <a:pt x="8229629" y="1572190"/>
                  </a:lnTo>
                  <a:lnTo>
                    <a:pt x="8178134" y="1606931"/>
                  </a:lnTo>
                  <a:lnTo>
                    <a:pt x="8124228" y="1638678"/>
                  </a:lnTo>
                  <a:lnTo>
                    <a:pt x="8067244" y="1667538"/>
                  </a:lnTo>
                  <a:lnTo>
                    <a:pt x="8006446" y="1693712"/>
                  </a:lnTo>
                  <a:lnTo>
                    <a:pt x="7941073" y="1717444"/>
                  </a:lnTo>
                  <a:lnTo>
                    <a:pt x="7870379" y="1738986"/>
                  </a:lnTo>
                  <a:lnTo>
                    <a:pt x="7793678" y="1758574"/>
                  </a:lnTo>
                  <a:lnTo>
                    <a:pt x="7710416" y="1776417"/>
                  </a:lnTo>
                  <a:lnTo>
                    <a:pt x="7620251" y="1792691"/>
                  </a:lnTo>
                  <a:lnTo>
                    <a:pt x="7523174" y="1807530"/>
                  </a:lnTo>
                  <a:lnTo>
                    <a:pt x="7419635" y="1821027"/>
                  </a:lnTo>
                  <a:lnTo>
                    <a:pt x="7310687" y="1833235"/>
                  </a:lnTo>
                  <a:lnTo>
                    <a:pt x="7198112" y="1844170"/>
                  </a:lnTo>
                  <a:lnTo>
                    <a:pt x="7084480" y="1853822"/>
                  </a:lnTo>
                  <a:lnTo>
                    <a:pt x="6973097" y="1862164"/>
                  </a:lnTo>
                  <a:lnTo>
                    <a:pt x="6867794" y="1869172"/>
                  </a:lnTo>
                  <a:lnTo>
                    <a:pt x="6772537" y="1874845"/>
                  </a:lnTo>
                  <a:lnTo>
                    <a:pt x="6690890" y="1879223"/>
                  </a:lnTo>
                  <a:lnTo>
                    <a:pt x="6625451" y="1882399"/>
                  </a:lnTo>
                  <a:lnTo>
                    <a:pt x="6577366" y="1884519"/>
                  </a:lnTo>
                  <a:lnTo>
                    <a:pt x="6546070" y="1885778"/>
                  </a:lnTo>
                  <a:lnTo>
                    <a:pt x="6529269" y="1886397"/>
                  </a:lnTo>
                  <a:lnTo>
                    <a:pt x="6523108" y="1886605"/>
                  </a:lnTo>
                  <a:lnTo>
                    <a:pt x="6522385" y="1886628"/>
                  </a:lnTo>
                  <a:lnTo>
                    <a:pt x="5527445" y="1886628"/>
                  </a:lnTo>
                  <a:lnTo>
                    <a:pt x="5526309" y="1886632"/>
                  </a:lnTo>
                  <a:lnTo>
                    <a:pt x="5518812" y="1886659"/>
                  </a:lnTo>
                  <a:lnTo>
                    <a:pt x="5499812" y="1886733"/>
                  </a:lnTo>
                  <a:lnTo>
                    <a:pt x="5465594" y="1886881"/>
                  </a:lnTo>
                  <a:lnTo>
                    <a:pt x="5414089" y="1887125"/>
                  </a:lnTo>
                  <a:lnTo>
                    <a:pt x="5345026" y="1887485"/>
                  </a:lnTo>
                  <a:lnTo>
                    <a:pt x="5259877" y="1887976"/>
                  </a:lnTo>
                  <a:lnTo>
                    <a:pt x="5161532" y="1888608"/>
                  </a:lnTo>
                  <a:lnTo>
                    <a:pt x="5053773" y="1889383"/>
                  </a:lnTo>
                  <a:lnTo>
                    <a:pt x="4940674" y="1890301"/>
                  </a:lnTo>
                  <a:lnTo>
                    <a:pt x="4826076" y="1891359"/>
                  </a:lnTo>
                  <a:lnTo>
                    <a:pt x="4713212" y="1892554"/>
                  </a:lnTo>
                  <a:lnTo>
                    <a:pt x="4604530" y="1893885"/>
                  </a:lnTo>
                  <a:lnTo>
                    <a:pt x="4501669" y="1895356"/>
                  </a:lnTo>
                  <a:lnTo>
                    <a:pt x="4405543" y="1896973"/>
                  </a:lnTo>
                  <a:lnTo>
                    <a:pt x="4316481" y="1898748"/>
                  </a:lnTo>
                  <a:lnTo>
                    <a:pt x="4234371" y="1900695"/>
                  </a:lnTo>
                  <a:lnTo>
                    <a:pt x="4158793" y="1902836"/>
                  </a:lnTo>
                  <a:lnTo>
                    <a:pt x="4089133" y="1905193"/>
                  </a:lnTo>
                  <a:lnTo>
                    <a:pt x="4024666" y="1907793"/>
                  </a:lnTo>
                  <a:lnTo>
                    <a:pt x="3964617" y="1910663"/>
                  </a:lnTo>
                  <a:lnTo>
                    <a:pt x="3908209" y="1913829"/>
                  </a:lnTo>
                  <a:lnTo>
                    <a:pt x="3854706" y="1917310"/>
                  </a:lnTo>
                  <a:lnTo>
                    <a:pt x="3820202" y="1919818"/>
                  </a:lnTo>
                  <a:lnTo>
                    <a:pt x="3758759" y="1924811"/>
                  </a:lnTo>
                  <a:lnTo>
                    <a:pt x="3699229" y="1930304"/>
                  </a:lnTo>
                  <a:lnTo>
                    <a:pt x="3640901" y="1936305"/>
                  </a:lnTo>
                  <a:lnTo>
                    <a:pt x="3583252" y="1942804"/>
                  </a:lnTo>
                  <a:lnTo>
                    <a:pt x="3525914" y="1949775"/>
                  </a:lnTo>
                  <a:lnTo>
                    <a:pt x="3468644" y="1957170"/>
                  </a:lnTo>
                  <a:lnTo>
                    <a:pt x="3411308" y="1964924"/>
                  </a:lnTo>
                  <a:lnTo>
                    <a:pt x="3353856" y="1972953"/>
                  </a:lnTo>
                  <a:lnTo>
                    <a:pt x="3296305" y="1981157"/>
                  </a:lnTo>
                  <a:lnTo>
                    <a:pt x="3238709" y="1989430"/>
                  </a:lnTo>
                  <a:lnTo>
                    <a:pt x="3181142" y="1997659"/>
                  </a:lnTo>
                  <a:lnTo>
                    <a:pt x="3123665" y="2005735"/>
                  </a:lnTo>
                  <a:lnTo>
                    <a:pt x="3066305" y="2013557"/>
                  </a:lnTo>
                  <a:lnTo>
                    <a:pt x="3009029" y="2021038"/>
                  </a:lnTo>
                  <a:lnTo>
                    <a:pt x="2951723" y="2028106"/>
                  </a:lnTo>
                  <a:lnTo>
                    <a:pt x="2894169" y="2034712"/>
                  </a:lnTo>
                  <a:lnTo>
                    <a:pt x="2836029" y="2040823"/>
                  </a:lnTo>
                  <a:lnTo>
                    <a:pt x="2776816" y="2046427"/>
                  </a:lnTo>
                  <a:lnTo>
                    <a:pt x="2715865" y="2051528"/>
                  </a:lnTo>
                  <a:lnTo>
                    <a:pt x="2702183" y="2052581"/>
                  </a:lnTo>
                  <a:lnTo>
                    <a:pt x="2650253" y="2056277"/>
                  </a:lnTo>
                  <a:lnTo>
                    <a:pt x="2595866" y="2059652"/>
                  </a:lnTo>
                  <a:lnTo>
                    <a:pt x="2538337" y="2062718"/>
                  </a:lnTo>
                  <a:lnTo>
                    <a:pt x="2476912" y="2065495"/>
                  </a:lnTo>
                  <a:lnTo>
                    <a:pt x="2410812" y="2068012"/>
                  </a:lnTo>
                  <a:lnTo>
                    <a:pt x="2339270" y="2070295"/>
                  </a:lnTo>
                  <a:lnTo>
                    <a:pt x="2261591" y="2072369"/>
                  </a:lnTo>
                  <a:lnTo>
                    <a:pt x="2177214" y="2074257"/>
                  </a:lnTo>
                  <a:lnTo>
                    <a:pt x="2085808" y="2075978"/>
                  </a:lnTo>
                  <a:lnTo>
                    <a:pt x="1987391" y="2077546"/>
                  </a:lnTo>
                  <a:lnTo>
                    <a:pt x="1882469" y="2078970"/>
                  </a:lnTo>
                  <a:lnTo>
                    <a:pt x="1772183" y="2080257"/>
                  </a:lnTo>
                  <a:lnTo>
                    <a:pt x="1658434" y="2081406"/>
                  </a:lnTo>
                  <a:lnTo>
                    <a:pt x="1543939" y="2082418"/>
                  </a:lnTo>
                  <a:lnTo>
                    <a:pt x="1432161" y="2083289"/>
                  </a:lnTo>
                  <a:lnTo>
                    <a:pt x="1327068" y="2084017"/>
                  </a:lnTo>
                  <a:lnTo>
                    <a:pt x="1232703" y="2084601"/>
                  </a:lnTo>
                  <a:lnTo>
                    <a:pt x="1152618" y="2085048"/>
                  </a:lnTo>
                  <a:lnTo>
                    <a:pt x="1089284" y="2085368"/>
                  </a:lnTo>
                  <a:lnTo>
                    <a:pt x="1043619" y="2085577"/>
                  </a:lnTo>
                  <a:lnTo>
                    <a:pt x="1014752" y="2085698"/>
                  </a:lnTo>
                  <a:lnTo>
                    <a:pt x="1000044" y="2085754"/>
                  </a:lnTo>
                  <a:lnTo>
                    <a:pt x="995286" y="2085771"/>
                  </a:lnTo>
                  <a:lnTo>
                    <a:pt x="994940" y="2085772"/>
                  </a:lnTo>
                  <a:lnTo>
                    <a:pt x="0" y="2085772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95" name="pl894"/>
            <p:cNvSpPr/>
            <p:nvPr/>
          </p:nvSpPr>
          <p:spPr>
            <a:xfrm>
              <a:off x="1199187" y="2227104"/>
              <a:ext cx="12049831" cy="2085772"/>
            </a:xfrm>
            <a:custGeom>
              <a:avLst/>
              <a:pathLst>
                <a:path w="12049831" h="2085772">
                  <a:moveTo>
                    <a:pt x="0" y="2085772"/>
                  </a:moveTo>
                  <a:lnTo>
                    <a:pt x="994940" y="2085772"/>
                  </a:lnTo>
                  <a:lnTo>
                    <a:pt x="996076" y="2085768"/>
                  </a:lnTo>
                  <a:lnTo>
                    <a:pt x="1003573" y="2085741"/>
                  </a:lnTo>
                  <a:lnTo>
                    <a:pt x="1022573" y="2085666"/>
                  </a:lnTo>
                  <a:lnTo>
                    <a:pt x="1056791" y="2085519"/>
                  </a:lnTo>
                  <a:lnTo>
                    <a:pt x="1108296" y="2085275"/>
                  </a:lnTo>
                  <a:lnTo>
                    <a:pt x="1177359" y="2084915"/>
                  </a:lnTo>
                  <a:lnTo>
                    <a:pt x="1262508" y="2084423"/>
                  </a:lnTo>
                  <a:lnTo>
                    <a:pt x="1360853" y="2083792"/>
                  </a:lnTo>
                  <a:lnTo>
                    <a:pt x="1468612" y="2083017"/>
                  </a:lnTo>
                  <a:lnTo>
                    <a:pt x="1581711" y="2082099"/>
                  </a:lnTo>
                  <a:lnTo>
                    <a:pt x="1696309" y="2081041"/>
                  </a:lnTo>
                  <a:lnTo>
                    <a:pt x="1809173" y="2079846"/>
                  </a:lnTo>
                  <a:lnTo>
                    <a:pt x="1917855" y="2078514"/>
                  </a:lnTo>
                  <a:lnTo>
                    <a:pt x="2020716" y="2077043"/>
                  </a:lnTo>
                  <a:lnTo>
                    <a:pt x="2116842" y="2075426"/>
                  </a:lnTo>
                  <a:lnTo>
                    <a:pt x="2205904" y="2073652"/>
                  </a:lnTo>
                  <a:lnTo>
                    <a:pt x="2288014" y="2071704"/>
                  </a:lnTo>
                  <a:lnTo>
                    <a:pt x="2363592" y="2069564"/>
                  </a:lnTo>
                  <a:lnTo>
                    <a:pt x="2433252" y="2067207"/>
                  </a:lnTo>
                  <a:lnTo>
                    <a:pt x="2497719" y="2064607"/>
                  </a:lnTo>
                  <a:lnTo>
                    <a:pt x="2557768" y="2061736"/>
                  </a:lnTo>
                  <a:lnTo>
                    <a:pt x="2614176" y="2058571"/>
                  </a:lnTo>
                  <a:lnTo>
                    <a:pt x="2667679" y="2055090"/>
                  </a:lnTo>
                  <a:lnTo>
                    <a:pt x="2702183" y="2052581"/>
                  </a:lnTo>
                  <a:lnTo>
                    <a:pt x="2763626" y="2047588"/>
                  </a:lnTo>
                  <a:lnTo>
                    <a:pt x="2823156" y="2042095"/>
                  </a:lnTo>
                  <a:lnTo>
                    <a:pt x="2881484" y="2036095"/>
                  </a:lnTo>
                  <a:lnTo>
                    <a:pt x="2939133" y="2029596"/>
                  </a:lnTo>
                  <a:lnTo>
                    <a:pt x="2996471" y="2022625"/>
                  </a:lnTo>
                  <a:lnTo>
                    <a:pt x="3053741" y="2015229"/>
                  </a:lnTo>
                  <a:lnTo>
                    <a:pt x="3111077" y="2007475"/>
                  </a:lnTo>
                  <a:lnTo>
                    <a:pt x="3168529" y="1999447"/>
                  </a:lnTo>
                  <a:lnTo>
                    <a:pt x="3226080" y="1991242"/>
                  </a:lnTo>
                  <a:lnTo>
                    <a:pt x="3283676" y="1982970"/>
                  </a:lnTo>
                  <a:lnTo>
                    <a:pt x="3341243" y="1974741"/>
                  </a:lnTo>
                  <a:lnTo>
                    <a:pt x="3398720" y="1966665"/>
                  </a:lnTo>
                  <a:lnTo>
                    <a:pt x="3456080" y="1958843"/>
                  </a:lnTo>
                  <a:lnTo>
                    <a:pt x="3513356" y="1951362"/>
                  </a:lnTo>
                  <a:lnTo>
                    <a:pt x="3570662" y="1944293"/>
                  </a:lnTo>
                  <a:lnTo>
                    <a:pt x="3628216" y="1937688"/>
                  </a:lnTo>
                  <a:lnTo>
                    <a:pt x="3686356" y="1931577"/>
                  </a:lnTo>
                  <a:lnTo>
                    <a:pt x="3745569" y="1925973"/>
                  </a:lnTo>
                  <a:lnTo>
                    <a:pt x="3806520" y="1920871"/>
                  </a:lnTo>
                  <a:lnTo>
                    <a:pt x="3820202" y="1919818"/>
                  </a:lnTo>
                  <a:lnTo>
                    <a:pt x="3872132" y="1916122"/>
                  </a:lnTo>
                  <a:lnTo>
                    <a:pt x="3926519" y="1912747"/>
                  </a:lnTo>
                  <a:lnTo>
                    <a:pt x="3984048" y="1909682"/>
                  </a:lnTo>
                  <a:lnTo>
                    <a:pt x="4045473" y="1906904"/>
                  </a:lnTo>
                  <a:lnTo>
                    <a:pt x="4111573" y="1904388"/>
                  </a:lnTo>
                  <a:lnTo>
                    <a:pt x="4183115" y="1902105"/>
                  </a:lnTo>
                  <a:lnTo>
                    <a:pt x="4260794" y="1900031"/>
                  </a:lnTo>
                  <a:lnTo>
                    <a:pt x="4345171" y="1898142"/>
                  </a:lnTo>
                  <a:lnTo>
                    <a:pt x="4436577" y="1896421"/>
                  </a:lnTo>
                  <a:lnTo>
                    <a:pt x="4534994" y="1894854"/>
                  </a:lnTo>
                  <a:lnTo>
                    <a:pt x="4639916" y="1893429"/>
                  </a:lnTo>
                  <a:lnTo>
                    <a:pt x="4750202" y="1892143"/>
                  </a:lnTo>
                  <a:lnTo>
                    <a:pt x="4863951" y="1890993"/>
                  </a:lnTo>
                  <a:lnTo>
                    <a:pt x="4978446" y="1889981"/>
                  </a:lnTo>
                  <a:lnTo>
                    <a:pt x="5090224" y="1889110"/>
                  </a:lnTo>
                  <a:lnTo>
                    <a:pt x="5195317" y="1888383"/>
                  </a:lnTo>
                  <a:lnTo>
                    <a:pt x="5289682" y="1887798"/>
                  </a:lnTo>
                  <a:lnTo>
                    <a:pt x="5369767" y="1887352"/>
                  </a:lnTo>
                  <a:lnTo>
                    <a:pt x="5433101" y="1887032"/>
                  </a:lnTo>
                  <a:lnTo>
                    <a:pt x="5478766" y="1886823"/>
                  </a:lnTo>
                  <a:lnTo>
                    <a:pt x="5507633" y="1886702"/>
                  </a:lnTo>
                  <a:lnTo>
                    <a:pt x="5522341" y="1886646"/>
                  </a:lnTo>
                  <a:lnTo>
                    <a:pt x="5527099" y="1886629"/>
                  </a:lnTo>
                  <a:lnTo>
                    <a:pt x="5527445" y="1886628"/>
                  </a:lnTo>
                  <a:lnTo>
                    <a:pt x="6522385" y="1886628"/>
                  </a:lnTo>
                  <a:lnTo>
                    <a:pt x="6523494" y="1886593"/>
                  </a:lnTo>
                  <a:lnTo>
                    <a:pt x="6530815" y="1886342"/>
                  </a:lnTo>
                  <a:lnTo>
                    <a:pt x="6549380" y="1885651"/>
                  </a:lnTo>
                  <a:lnTo>
                    <a:pt x="6582845" y="1884288"/>
                  </a:lnTo>
                  <a:lnTo>
                    <a:pt x="6633278" y="1882035"/>
                  </a:lnTo>
                  <a:lnTo>
                    <a:pt x="6701007" y="1878705"/>
                  </a:lnTo>
                  <a:lnTo>
                    <a:pt x="6784669" y="1874157"/>
                  </a:lnTo>
                  <a:lnTo>
                    <a:pt x="6881505" y="1868305"/>
                  </a:lnTo>
                  <a:lnTo>
                    <a:pt x="6987862" y="1861116"/>
                  </a:lnTo>
                  <a:lnTo>
                    <a:pt x="7099764" y="1852596"/>
                  </a:lnTo>
                  <a:lnTo>
                    <a:pt x="7213432" y="1842769"/>
                  </a:lnTo>
                  <a:lnTo>
                    <a:pt x="7325650" y="1831661"/>
                  </a:lnTo>
                  <a:lnTo>
                    <a:pt x="7433954" y="1819281"/>
                  </a:lnTo>
                  <a:lnTo>
                    <a:pt x="7536668" y="1805607"/>
                  </a:lnTo>
                  <a:lnTo>
                    <a:pt x="7632827" y="1790581"/>
                  </a:lnTo>
                  <a:lnTo>
                    <a:pt x="7722051" y="1774104"/>
                  </a:lnTo>
                  <a:lnTo>
                    <a:pt x="7804402" y="1756036"/>
                  </a:lnTo>
                  <a:lnTo>
                    <a:pt x="7880256" y="1736197"/>
                  </a:lnTo>
                  <a:lnTo>
                    <a:pt x="7950190" y="1714375"/>
                  </a:lnTo>
                  <a:lnTo>
                    <a:pt x="8014901" y="1690328"/>
                  </a:lnTo>
                  <a:lnTo>
                    <a:pt x="8075140" y="1663805"/>
                  </a:lnTo>
                  <a:lnTo>
                    <a:pt x="8131667" y="1634566"/>
                  </a:lnTo>
                  <a:lnTo>
                    <a:pt x="8185211" y="1602417"/>
                  </a:lnTo>
                  <a:lnTo>
                    <a:pt x="8229629" y="1572190"/>
                  </a:lnTo>
                  <a:lnTo>
                    <a:pt x="8280053" y="1533848"/>
                  </a:lnTo>
                  <a:lnTo>
                    <a:pt x="8329099" y="1492354"/>
                  </a:lnTo>
                  <a:lnTo>
                    <a:pt x="8377187" y="1447647"/>
                  </a:lnTo>
                  <a:lnTo>
                    <a:pt x="8424647" y="1399731"/>
                  </a:lnTo>
                  <a:lnTo>
                    <a:pt x="8471732" y="1348684"/>
                  </a:lnTo>
                  <a:lnTo>
                    <a:pt x="8518629" y="1294667"/>
                  </a:lnTo>
                  <a:lnTo>
                    <a:pt x="8565471" y="1237922"/>
                  </a:lnTo>
                  <a:lnTo>
                    <a:pt x="8612340" y="1178774"/>
                  </a:lnTo>
                  <a:lnTo>
                    <a:pt x="8659279" y="1117628"/>
                  </a:lnTo>
                  <a:lnTo>
                    <a:pt x="8706297" y="1054956"/>
                  </a:lnTo>
                  <a:lnTo>
                    <a:pt x="8753377" y="991286"/>
                  </a:lnTo>
                  <a:lnTo>
                    <a:pt x="8800487" y="927182"/>
                  </a:lnTo>
                  <a:lnTo>
                    <a:pt x="8847587" y="863224"/>
                  </a:lnTo>
                  <a:lnTo>
                    <a:pt x="8894640" y="799987"/>
                  </a:lnTo>
                  <a:lnTo>
                    <a:pt x="8941618" y="738020"/>
                  </a:lnTo>
                  <a:lnTo>
                    <a:pt x="8988519" y="677824"/>
                  </a:lnTo>
                  <a:lnTo>
                    <a:pt x="9035367" y="619839"/>
                  </a:lnTo>
                  <a:lnTo>
                    <a:pt x="9082223" y="564431"/>
                  </a:lnTo>
                  <a:lnTo>
                    <a:pt x="9129195" y="511883"/>
                  </a:lnTo>
                  <a:lnTo>
                    <a:pt x="9176441" y="462396"/>
                  </a:lnTo>
                  <a:lnTo>
                    <a:pt x="9224181" y="416089"/>
                  </a:lnTo>
                  <a:lnTo>
                    <a:pt x="9272705" y="373002"/>
                  </a:lnTo>
                  <a:lnTo>
                    <a:pt x="9322385" y="333105"/>
                  </a:lnTo>
                  <a:lnTo>
                    <a:pt x="9347647" y="314438"/>
                  </a:lnTo>
                  <a:lnTo>
                    <a:pt x="9399143" y="279697"/>
                  </a:lnTo>
                  <a:lnTo>
                    <a:pt x="9453048" y="247949"/>
                  </a:lnTo>
                  <a:lnTo>
                    <a:pt x="9510033" y="219089"/>
                  </a:lnTo>
                  <a:lnTo>
                    <a:pt x="9570831" y="192915"/>
                  </a:lnTo>
                  <a:lnTo>
                    <a:pt x="9636203" y="169183"/>
                  </a:lnTo>
                  <a:lnTo>
                    <a:pt x="9706897" y="147642"/>
                  </a:lnTo>
                  <a:lnTo>
                    <a:pt x="9783598" y="128054"/>
                  </a:lnTo>
                  <a:lnTo>
                    <a:pt x="9866861" y="110210"/>
                  </a:lnTo>
                  <a:lnTo>
                    <a:pt x="9957025" y="93936"/>
                  </a:lnTo>
                  <a:lnTo>
                    <a:pt x="10054102" y="79097"/>
                  </a:lnTo>
                  <a:lnTo>
                    <a:pt x="10157642" y="65601"/>
                  </a:lnTo>
                  <a:lnTo>
                    <a:pt x="10266589" y="53393"/>
                  </a:lnTo>
                  <a:lnTo>
                    <a:pt x="10379164" y="42457"/>
                  </a:lnTo>
                  <a:lnTo>
                    <a:pt x="10492797" y="32805"/>
                  </a:lnTo>
                  <a:lnTo>
                    <a:pt x="10604180" y="24463"/>
                  </a:lnTo>
                  <a:lnTo>
                    <a:pt x="10709482" y="17455"/>
                  </a:lnTo>
                  <a:lnTo>
                    <a:pt x="10804740" y="11782"/>
                  </a:lnTo>
                  <a:lnTo>
                    <a:pt x="10886386" y="7404"/>
                  </a:lnTo>
                  <a:lnTo>
                    <a:pt x="10951826" y="4229"/>
                  </a:lnTo>
                  <a:lnTo>
                    <a:pt x="10999911" y="2108"/>
                  </a:lnTo>
                  <a:lnTo>
                    <a:pt x="11031206" y="849"/>
                  </a:lnTo>
                  <a:lnTo>
                    <a:pt x="11048008" y="230"/>
                  </a:lnTo>
                  <a:lnTo>
                    <a:pt x="11054168" y="2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6" name="pl895"/>
            <p:cNvSpPr/>
            <p:nvPr/>
          </p:nvSpPr>
          <p:spPr>
            <a:xfrm>
              <a:off x="1199187" y="2221864"/>
              <a:ext cx="12049831" cy="2085772"/>
            </a:xfrm>
            <a:custGeom>
              <a:avLst/>
              <a:pathLst>
                <a:path w="12049831" h="2085772">
                  <a:moveTo>
                    <a:pt x="12049831" y="0"/>
                  </a:moveTo>
                  <a:lnTo>
                    <a:pt x="11054891" y="0"/>
                  </a:lnTo>
                  <a:lnTo>
                    <a:pt x="11053782" y="35"/>
                  </a:lnTo>
                  <a:lnTo>
                    <a:pt x="11046461" y="285"/>
                  </a:lnTo>
                  <a:lnTo>
                    <a:pt x="11027896" y="976"/>
                  </a:lnTo>
                  <a:lnTo>
                    <a:pt x="10994432" y="2339"/>
                  </a:lnTo>
                  <a:lnTo>
                    <a:pt x="10943999" y="4592"/>
                  </a:lnTo>
                  <a:lnTo>
                    <a:pt x="10876269" y="7922"/>
                  </a:lnTo>
                  <a:lnTo>
                    <a:pt x="10792608" y="12471"/>
                  </a:lnTo>
                  <a:lnTo>
                    <a:pt x="10695771" y="18323"/>
                  </a:lnTo>
                  <a:lnTo>
                    <a:pt x="10589415" y="25511"/>
                  </a:lnTo>
                  <a:lnTo>
                    <a:pt x="10477513" y="34032"/>
                  </a:lnTo>
                  <a:lnTo>
                    <a:pt x="10363845" y="43858"/>
                  </a:lnTo>
                  <a:lnTo>
                    <a:pt x="10251627" y="54966"/>
                  </a:lnTo>
                  <a:lnTo>
                    <a:pt x="10143322" y="67346"/>
                  </a:lnTo>
                  <a:lnTo>
                    <a:pt x="10040608" y="81020"/>
                  </a:lnTo>
                  <a:lnTo>
                    <a:pt x="9944449" y="96046"/>
                  </a:lnTo>
                  <a:lnTo>
                    <a:pt x="9855226" y="112523"/>
                  </a:lnTo>
                  <a:lnTo>
                    <a:pt x="9772874" y="130591"/>
                  </a:lnTo>
                  <a:lnTo>
                    <a:pt x="9697020" y="150430"/>
                  </a:lnTo>
                  <a:lnTo>
                    <a:pt x="9627086" y="172253"/>
                  </a:lnTo>
                  <a:lnTo>
                    <a:pt x="9562375" y="196299"/>
                  </a:lnTo>
                  <a:lnTo>
                    <a:pt x="9502136" y="222822"/>
                  </a:lnTo>
                  <a:lnTo>
                    <a:pt x="9445609" y="252061"/>
                  </a:lnTo>
                  <a:lnTo>
                    <a:pt x="9392066" y="284210"/>
                  </a:lnTo>
                  <a:lnTo>
                    <a:pt x="9347647" y="314438"/>
                  </a:lnTo>
                  <a:lnTo>
                    <a:pt x="9297224" y="352779"/>
                  </a:lnTo>
                  <a:lnTo>
                    <a:pt x="9248178" y="394273"/>
                  </a:lnTo>
                  <a:lnTo>
                    <a:pt x="9200089" y="438980"/>
                  </a:lnTo>
                  <a:lnTo>
                    <a:pt x="9152629" y="486897"/>
                  </a:lnTo>
                  <a:lnTo>
                    <a:pt x="9105544" y="537943"/>
                  </a:lnTo>
                  <a:lnTo>
                    <a:pt x="9058647" y="591960"/>
                  </a:lnTo>
                  <a:lnTo>
                    <a:pt x="9011806" y="648705"/>
                  </a:lnTo>
                  <a:lnTo>
                    <a:pt x="8964937" y="707853"/>
                  </a:lnTo>
                  <a:lnTo>
                    <a:pt x="8917998" y="768999"/>
                  </a:lnTo>
                  <a:lnTo>
                    <a:pt x="8870980" y="831671"/>
                  </a:lnTo>
                  <a:lnTo>
                    <a:pt x="8823899" y="895341"/>
                  </a:lnTo>
                  <a:lnTo>
                    <a:pt x="8776789" y="959445"/>
                  </a:lnTo>
                  <a:lnTo>
                    <a:pt x="8729689" y="1023403"/>
                  </a:lnTo>
                  <a:lnTo>
                    <a:pt x="8682637" y="1086640"/>
                  </a:lnTo>
                  <a:lnTo>
                    <a:pt x="8635658" y="1148607"/>
                  </a:lnTo>
                  <a:lnTo>
                    <a:pt x="8588757" y="1208803"/>
                  </a:lnTo>
                  <a:lnTo>
                    <a:pt x="8541910" y="1266788"/>
                  </a:lnTo>
                  <a:lnTo>
                    <a:pt x="8495053" y="1322197"/>
                  </a:lnTo>
                  <a:lnTo>
                    <a:pt x="8448082" y="1374744"/>
                  </a:lnTo>
                  <a:lnTo>
                    <a:pt x="8400836" y="1424231"/>
                  </a:lnTo>
                  <a:lnTo>
                    <a:pt x="8353095" y="1470538"/>
                  </a:lnTo>
                  <a:lnTo>
                    <a:pt x="8304571" y="1513626"/>
                  </a:lnTo>
                  <a:lnTo>
                    <a:pt x="8254892" y="1553522"/>
                  </a:lnTo>
                  <a:lnTo>
                    <a:pt x="8229629" y="1572190"/>
                  </a:lnTo>
                  <a:lnTo>
                    <a:pt x="8178134" y="1606931"/>
                  </a:lnTo>
                  <a:lnTo>
                    <a:pt x="8124228" y="1638678"/>
                  </a:lnTo>
                  <a:lnTo>
                    <a:pt x="8067244" y="1667538"/>
                  </a:lnTo>
                  <a:lnTo>
                    <a:pt x="8006446" y="1693712"/>
                  </a:lnTo>
                  <a:lnTo>
                    <a:pt x="7941073" y="1717444"/>
                  </a:lnTo>
                  <a:lnTo>
                    <a:pt x="7870379" y="1738986"/>
                  </a:lnTo>
                  <a:lnTo>
                    <a:pt x="7793678" y="1758574"/>
                  </a:lnTo>
                  <a:lnTo>
                    <a:pt x="7710416" y="1776417"/>
                  </a:lnTo>
                  <a:lnTo>
                    <a:pt x="7620251" y="1792691"/>
                  </a:lnTo>
                  <a:lnTo>
                    <a:pt x="7523174" y="1807530"/>
                  </a:lnTo>
                  <a:lnTo>
                    <a:pt x="7419635" y="1821027"/>
                  </a:lnTo>
                  <a:lnTo>
                    <a:pt x="7310687" y="1833235"/>
                  </a:lnTo>
                  <a:lnTo>
                    <a:pt x="7198112" y="1844170"/>
                  </a:lnTo>
                  <a:lnTo>
                    <a:pt x="7084480" y="1853822"/>
                  </a:lnTo>
                  <a:lnTo>
                    <a:pt x="6973097" y="1862164"/>
                  </a:lnTo>
                  <a:lnTo>
                    <a:pt x="6867794" y="1869172"/>
                  </a:lnTo>
                  <a:lnTo>
                    <a:pt x="6772537" y="1874845"/>
                  </a:lnTo>
                  <a:lnTo>
                    <a:pt x="6690890" y="1879223"/>
                  </a:lnTo>
                  <a:lnTo>
                    <a:pt x="6625451" y="1882399"/>
                  </a:lnTo>
                  <a:lnTo>
                    <a:pt x="6577366" y="1884519"/>
                  </a:lnTo>
                  <a:lnTo>
                    <a:pt x="6546070" y="1885778"/>
                  </a:lnTo>
                  <a:lnTo>
                    <a:pt x="6529269" y="1886397"/>
                  </a:lnTo>
                  <a:lnTo>
                    <a:pt x="6523108" y="1886605"/>
                  </a:lnTo>
                  <a:lnTo>
                    <a:pt x="6522385" y="1886628"/>
                  </a:lnTo>
                  <a:lnTo>
                    <a:pt x="5527445" y="1886628"/>
                  </a:lnTo>
                  <a:lnTo>
                    <a:pt x="5526309" y="1886632"/>
                  </a:lnTo>
                  <a:lnTo>
                    <a:pt x="5518812" y="1886659"/>
                  </a:lnTo>
                  <a:lnTo>
                    <a:pt x="5499812" y="1886733"/>
                  </a:lnTo>
                  <a:lnTo>
                    <a:pt x="5465594" y="1886881"/>
                  </a:lnTo>
                  <a:lnTo>
                    <a:pt x="5414089" y="1887125"/>
                  </a:lnTo>
                  <a:lnTo>
                    <a:pt x="5345026" y="1887485"/>
                  </a:lnTo>
                  <a:lnTo>
                    <a:pt x="5259877" y="1887976"/>
                  </a:lnTo>
                  <a:lnTo>
                    <a:pt x="5161532" y="1888608"/>
                  </a:lnTo>
                  <a:lnTo>
                    <a:pt x="5053773" y="1889383"/>
                  </a:lnTo>
                  <a:lnTo>
                    <a:pt x="4940674" y="1890301"/>
                  </a:lnTo>
                  <a:lnTo>
                    <a:pt x="4826076" y="1891359"/>
                  </a:lnTo>
                  <a:lnTo>
                    <a:pt x="4713212" y="1892554"/>
                  </a:lnTo>
                  <a:lnTo>
                    <a:pt x="4604530" y="1893885"/>
                  </a:lnTo>
                  <a:lnTo>
                    <a:pt x="4501669" y="1895356"/>
                  </a:lnTo>
                  <a:lnTo>
                    <a:pt x="4405543" y="1896973"/>
                  </a:lnTo>
                  <a:lnTo>
                    <a:pt x="4316481" y="1898748"/>
                  </a:lnTo>
                  <a:lnTo>
                    <a:pt x="4234371" y="1900695"/>
                  </a:lnTo>
                  <a:lnTo>
                    <a:pt x="4158793" y="1902836"/>
                  </a:lnTo>
                  <a:lnTo>
                    <a:pt x="4089133" y="1905193"/>
                  </a:lnTo>
                  <a:lnTo>
                    <a:pt x="4024666" y="1907793"/>
                  </a:lnTo>
                  <a:lnTo>
                    <a:pt x="3964617" y="1910663"/>
                  </a:lnTo>
                  <a:lnTo>
                    <a:pt x="3908209" y="1913829"/>
                  </a:lnTo>
                  <a:lnTo>
                    <a:pt x="3854706" y="1917310"/>
                  </a:lnTo>
                  <a:lnTo>
                    <a:pt x="3820202" y="1919818"/>
                  </a:lnTo>
                  <a:lnTo>
                    <a:pt x="3758759" y="1924811"/>
                  </a:lnTo>
                  <a:lnTo>
                    <a:pt x="3699229" y="1930304"/>
                  </a:lnTo>
                  <a:lnTo>
                    <a:pt x="3640901" y="1936305"/>
                  </a:lnTo>
                  <a:lnTo>
                    <a:pt x="3583252" y="1942804"/>
                  </a:lnTo>
                  <a:lnTo>
                    <a:pt x="3525914" y="1949775"/>
                  </a:lnTo>
                  <a:lnTo>
                    <a:pt x="3468644" y="1957170"/>
                  </a:lnTo>
                  <a:lnTo>
                    <a:pt x="3411308" y="1964924"/>
                  </a:lnTo>
                  <a:lnTo>
                    <a:pt x="3353856" y="1972953"/>
                  </a:lnTo>
                  <a:lnTo>
                    <a:pt x="3296305" y="1981157"/>
                  </a:lnTo>
                  <a:lnTo>
                    <a:pt x="3238709" y="1989430"/>
                  </a:lnTo>
                  <a:lnTo>
                    <a:pt x="3181142" y="1997659"/>
                  </a:lnTo>
                  <a:lnTo>
                    <a:pt x="3123665" y="2005735"/>
                  </a:lnTo>
                  <a:lnTo>
                    <a:pt x="3066305" y="2013557"/>
                  </a:lnTo>
                  <a:lnTo>
                    <a:pt x="3009029" y="2021038"/>
                  </a:lnTo>
                  <a:lnTo>
                    <a:pt x="2951723" y="2028106"/>
                  </a:lnTo>
                  <a:lnTo>
                    <a:pt x="2894169" y="2034712"/>
                  </a:lnTo>
                  <a:lnTo>
                    <a:pt x="2836029" y="2040823"/>
                  </a:lnTo>
                  <a:lnTo>
                    <a:pt x="2776816" y="2046427"/>
                  </a:lnTo>
                  <a:lnTo>
                    <a:pt x="2715865" y="2051528"/>
                  </a:lnTo>
                  <a:lnTo>
                    <a:pt x="2702183" y="2052581"/>
                  </a:lnTo>
                  <a:lnTo>
                    <a:pt x="2650253" y="2056277"/>
                  </a:lnTo>
                  <a:lnTo>
                    <a:pt x="2595866" y="2059652"/>
                  </a:lnTo>
                  <a:lnTo>
                    <a:pt x="2538337" y="2062718"/>
                  </a:lnTo>
                  <a:lnTo>
                    <a:pt x="2476912" y="2065495"/>
                  </a:lnTo>
                  <a:lnTo>
                    <a:pt x="2410812" y="2068012"/>
                  </a:lnTo>
                  <a:lnTo>
                    <a:pt x="2339270" y="2070295"/>
                  </a:lnTo>
                  <a:lnTo>
                    <a:pt x="2261591" y="2072369"/>
                  </a:lnTo>
                  <a:lnTo>
                    <a:pt x="2177214" y="2074257"/>
                  </a:lnTo>
                  <a:lnTo>
                    <a:pt x="2085808" y="2075978"/>
                  </a:lnTo>
                  <a:lnTo>
                    <a:pt x="1987391" y="2077546"/>
                  </a:lnTo>
                  <a:lnTo>
                    <a:pt x="1882469" y="2078970"/>
                  </a:lnTo>
                  <a:lnTo>
                    <a:pt x="1772183" y="2080257"/>
                  </a:lnTo>
                  <a:lnTo>
                    <a:pt x="1658434" y="2081406"/>
                  </a:lnTo>
                  <a:lnTo>
                    <a:pt x="1543939" y="2082418"/>
                  </a:lnTo>
                  <a:lnTo>
                    <a:pt x="1432161" y="2083289"/>
                  </a:lnTo>
                  <a:lnTo>
                    <a:pt x="1327068" y="2084017"/>
                  </a:lnTo>
                  <a:lnTo>
                    <a:pt x="1232703" y="2084601"/>
                  </a:lnTo>
                  <a:lnTo>
                    <a:pt x="1152618" y="2085048"/>
                  </a:lnTo>
                  <a:lnTo>
                    <a:pt x="1089284" y="2085368"/>
                  </a:lnTo>
                  <a:lnTo>
                    <a:pt x="1043619" y="2085577"/>
                  </a:lnTo>
                  <a:lnTo>
                    <a:pt x="1014752" y="2085698"/>
                  </a:lnTo>
                  <a:lnTo>
                    <a:pt x="1000044" y="2085754"/>
                  </a:lnTo>
                  <a:lnTo>
                    <a:pt x="995286" y="2085771"/>
                  </a:lnTo>
                  <a:lnTo>
                    <a:pt x="994940" y="2085772"/>
                  </a:lnTo>
                  <a:lnTo>
                    <a:pt x="0" y="2085772"/>
                  </a:lnTo>
                  <a:lnTo>
                    <a:pt x="0" y="20857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7" name="pg896"/>
            <p:cNvSpPr/>
            <p:nvPr/>
          </p:nvSpPr>
          <p:spPr>
            <a:xfrm>
              <a:off x="1199187" y="3081328"/>
              <a:ext cx="12049831" cy="1236789"/>
            </a:xfrm>
            <a:custGeom>
              <a:avLst/>
              <a:pathLst>
                <a:path w="12049831" h="1236789">
                  <a:moveTo>
                    <a:pt x="0" y="1236789"/>
                  </a:moveTo>
                  <a:lnTo>
                    <a:pt x="994940" y="1236789"/>
                  </a:lnTo>
                  <a:lnTo>
                    <a:pt x="996076" y="1236786"/>
                  </a:lnTo>
                  <a:lnTo>
                    <a:pt x="1003574" y="1236761"/>
                  </a:lnTo>
                  <a:lnTo>
                    <a:pt x="1022574" y="1236692"/>
                  </a:lnTo>
                  <a:lnTo>
                    <a:pt x="1056793" y="1236556"/>
                  </a:lnTo>
                  <a:lnTo>
                    <a:pt x="1108301" y="1236331"/>
                  </a:lnTo>
                  <a:lnTo>
                    <a:pt x="1177366" y="1236000"/>
                  </a:lnTo>
                  <a:lnTo>
                    <a:pt x="1262517" y="1235547"/>
                  </a:lnTo>
                  <a:lnTo>
                    <a:pt x="1360865" y="1234965"/>
                  </a:lnTo>
                  <a:lnTo>
                    <a:pt x="1468626" y="1234251"/>
                  </a:lnTo>
                  <a:lnTo>
                    <a:pt x="1581727" y="1233406"/>
                  </a:lnTo>
                  <a:lnTo>
                    <a:pt x="1696327" y="1232432"/>
                  </a:lnTo>
                  <a:lnTo>
                    <a:pt x="1809192" y="1231331"/>
                  </a:lnTo>
                  <a:lnTo>
                    <a:pt x="1917875" y="1230104"/>
                  </a:lnTo>
                  <a:lnTo>
                    <a:pt x="2020736" y="1228749"/>
                  </a:lnTo>
                  <a:lnTo>
                    <a:pt x="2116862" y="1227260"/>
                  </a:lnTo>
                  <a:lnTo>
                    <a:pt x="2205923" y="1225626"/>
                  </a:lnTo>
                  <a:lnTo>
                    <a:pt x="2288034" y="1223832"/>
                  </a:lnTo>
                  <a:lnTo>
                    <a:pt x="2363611" y="1221860"/>
                  </a:lnTo>
                  <a:lnTo>
                    <a:pt x="2433270" y="1219689"/>
                  </a:lnTo>
                  <a:lnTo>
                    <a:pt x="2497736" y="1217294"/>
                  </a:lnTo>
                  <a:lnTo>
                    <a:pt x="2557786" y="1214650"/>
                  </a:lnTo>
                  <a:lnTo>
                    <a:pt x="2614193" y="1211734"/>
                  </a:lnTo>
                  <a:lnTo>
                    <a:pt x="2667696" y="1208528"/>
                  </a:lnTo>
                  <a:lnTo>
                    <a:pt x="2702183" y="1206219"/>
                  </a:lnTo>
                  <a:lnTo>
                    <a:pt x="2763658" y="1201618"/>
                  </a:lnTo>
                  <a:lnTo>
                    <a:pt x="2823218" y="1196555"/>
                  </a:lnTo>
                  <a:lnTo>
                    <a:pt x="2881576" y="1191025"/>
                  </a:lnTo>
                  <a:lnTo>
                    <a:pt x="2939254" y="1185035"/>
                  </a:lnTo>
                  <a:lnTo>
                    <a:pt x="2996622" y="1178610"/>
                  </a:lnTo>
                  <a:lnTo>
                    <a:pt x="3053922" y="1171794"/>
                  </a:lnTo>
                  <a:lnTo>
                    <a:pt x="3111289" y="1164647"/>
                  </a:lnTo>
                  <a:lnTo>
                    <a:pt x="3168771" y="1157248"/>
                  </a:lnTo>
                  <a:lnTo>
                    <a:pt x="3226354" y="1149686"/>
                  </a:lnTo>
                  <a:lnTo>
                    <a:pt x="3283980" y="1142063"/>
                  </a:lnTo>
                  <a:lnTo>
                    <a:pt x="3341577" y="1134480"/>
                  </a:lnTo>
                  <a:lnTo>
                    <a:pt x="3399084" y="1127039"/>
                  </a:lnTo>
                  <a:lnTo>
                    <a:pt x="3456473" y="1119832"/>
                  </a:lnTo>
                  <a:lnTo>
                    <a:pt x="3513779" y="1112941"/>
                  </a:lnTo>
                  <a:lnTo>
                    <a:pt x="3571117" y="1106430"/>
                  </a:lnTo>
                  <a:lnTo>
                    <a:pt x="3628704" y="1100346"/>
                  </a:lnTo>
                  <a:lnTo>
                    <a:pt x="3686882" y="1094719"/>
                  </a:lnTo>
                  <a:lnTo>
                    <a:pt x="3746139" y="1089559"/>
                  </a:lnTo>
                  <a:lnTo>
                    <a:pt x="3807143" y="1084862"/>
                  </a:lnTo>
                  <a:lnTo>
                    <a:pt x="3820202" y="1083937"/>
                  </a:lnTo>
                  <a:lnTo>
                    <a:pt x="3872133" y="1080533"/>
                  </a:lnTo>
                  <a:lnTo>
                    <a:pt x="3926521" y="1077424"/>
                  </a:lnTo>
                  <a:lnTo>
                    <a:pt x="3984050" y="1074601"/>
                  </a:lnTo>
                  <a:lnTo>
                    <a:pt x="4045476" y="1072042"/>
                  </a:lnTo>
                  <a:lnTo>
                    <a:pt x="4111578" y="1069724"/>
                  </a:lnTo>
                  <a:lnTo>
                    <a:pt x="4183121" y="1067622"/>
                  </a:lnTo>
                  <a:lnTo>
                    <a:pt x="4260802" y="1065711"/>
                  </a:lnTo>
                  <a:lnTo>
                    <a:pt x="4345182" y="1063972"/>
                  </a:lnTo>
                  <a:lnTo>
                    <a:pt x="4436589" y="1062387"/>
                  </a:lnTo>
                  <a:lnTo>
                    <a:pt x="4535008" y="1060943"/>
                  </a:lnTo>
                  <a:lnTo>
                    <a:pt x="4639933" y="1059631"/>
                  </a:lnTo>
                  <a:lnTo>
                    <a:pt x="4750221" y="1058447"/>
                  </a:lnTo>
                  <a:lnTo>
                    <a:pt x="4863973" y="1057388"/>
                  </a:lnTo>
                  <a:lnTo>
                    <a:pt x="4978469" y="1056456"/>
                  </a:lnTo>
                  <a:lnTo>
                    <a:pt x="5090247" y="1055653"/>
                  </a:lnTo>
                  <a:lnTo>
                    <a:pt x="5195340" y="1054983"/>
                  </a:lnTo>
                  <a:lnTo>
                    <a:pt x="5289703" y="1054445"/>
                  </a:lnTo>
                  <a:lnTo>
                    <a:pt x="5369785" y="1054034"/>
                  </a:lnTo>
                  <a:lnTo>
                    <a:pt x="5433116" y="1053739"/>
                  </a:lnTo>
                  <a:lnTo>
                    <a:pt x="5478777" y="1053546"/>
                  </a:lnTo>
                  <a:lnTo>
                    <a:pt x="5507640" y="1053435"/>
                  </a:lnTo>
                  <a:lnTo>
                    <a:pt x="5522344" y="1053383"/>
                  </a:lnTo>
                  <a:lnTo>
                    <a:pt x="5527100" y="1053368"/>
                  </a:lnTo>
                  <a:lnTo>
                    <a:pt x="5527445" y="1053367"/>
                  </a:lnTo>
                  <a:lnTo>
                    <a:pt x="6522385" y="1053367"/>
                  </a:lnTo>
                  <a:lnTo>
                    <a:pt x="6523513" y="1053347"/>
                  </a:lnTo>
                  <a:lnTo>
                    <a:pt x="6530957" y="1053206"/>
                  </a:lnTo>
                  <a:lnTo>
                    <a:pt x="6549823" y="1052815"/>
                  </a:lnTo>
                  <a:lnTo>
                    <a:pt x="6583810" y="1052044"/>
                  </a:lnTo>
                  <a:lnTo>
                    <a:pt x="6634987" y="1050771"/>
                  </a:lnTo>
                  <a:lnTo>
                    <a:pt x="6703642" y="1048890"/>
                  </a:lnTo>
                  <a:lnTo>
                    <a:pt x="6788336" y="1046322"/>
                  </a:lnTo>
                  <a:lnTo>
                    <a:pt x="6886221" y="1043020"/>
                  </a:lnTo>
                  <a:lnTo>
                    <a:pt x="6993553" y="1038967"/>
                  </a:lnTo>
                  <a:lnTo>
                    <a:pt x="7106288" y="1034166"/>
                  </a:lnTo>
                  <a:lnTo>
                    <a:pt x="7220605" y="1028631"/>
                  </a:lnTo>
                  <a:lnTo>
                    <a:pt x="7333275" y="1022378"/>
                  </a:lnTo>
                  <a:lnTo>
                    <a:pt x="7441845" y="1015409"/>
                  </a:lnTo>
                  <a:lnTo>
                    <a:pt x="7544664" y="1007712"/>
                  </a:lnTo>
                  <a:lnTo>
                    <a:pt x="7640801" y="999251"/>
                  </a:lnTo>
                  <a:lnTo>
                    <a:pt x="7729914" y="989968"/>
                  </a:lnTo>
                  <a:lnTo>
                    <a:pt x="7812099" y="979783"/>
                  </a:lnTo>
                  <a:lnTo>
                    <a:pt x="7887761" y="968593"/>
                  </a:lnTo>
                  <a:lnTo>
                    <a:pt x="7957504" y="956273"/>
                  </a:lnTo>
                  <a:lnTo>
                    <a:pt x="8022045" y="942689"/>
                  </a:lnTo>
                  <a:lnTo>
                    <a:pt x="8082151" y="927697"/>
                  </a:lnTo>
                  <a:lnTo>
                    <a:pt x="8138594" y="911163"/>
                  </a:lnTo>
                  <a:lnTo>
                    <a:pt x="8192107" y="892985"/>
                  </a:lnTo>
                  <a:lnTo>
                    <a:pt x="8229629" y="878679"/>
                  </a:lnTo>
                  <a:lnTo>
                    <a:pt x="8286486" y="854487"/>
                  </a:lnTo>
                  <a:lnTo>
                    <a:pt x="8341658" y="828052"/>
                  </a:lnTo>
                  <a:lnTo>
                    <a:pt x="8395725" y="799335"/>
                  </a:lnTo>
                  <a:lnTo>
                    <a:pt x="8449124" y="768359"/>
                  </a:lnTo>
                  <a:lnTo>
                    <a:pt x="8502176" y="735217"/>
                  </a:lnTo>
                  <a:lnTo>
                    <a:pt x="8555103" y="700074"/>
                  </a:lnTo>
                  <a:lnTo>
                    <a:pt x="8608047" y="663173"/>
                  </a:lnTo>
                  <a:lnTo>
                    <a:pt x="8661075" y="624828"/>
                  </a:lnTo>
                  <a:lnTo>
                    <a:pt x="8714203" y="585415"/>
                  </a:lnTo>
                  <a:lnTo>
                    <a:pt x="8767405" y="545360"/>
                  </a:lnTo>
                  <a:lnTo>
                    <a:pt x="8820630" y="505120"/>
                  </a:lnTo>
                  <a:lnTo>
                    <a:pt x="8873820" y="465159"/>
                  </a:lnTo>
                  <a:lnTo>
                    <a:pt x="8926929" y="425929"/>
                  </a:lnTo>
                  <a:lnTo>
                    <a:pt x="8979938" y="387847"/>
                  </a:lnTo>
                  <a:lnTo>
                    <a:pt x="9032870" y="351278"/>
                  </a:lnTo>
                  <a:lnTo>
                    <a:pt x="9085809" y="316523"/>
                  </a:lnTo>
                  <a:lnTo>
                    <a:pt x="9138910" y="283807"/>
                  </a:lnTo>
                  <a:lnTo>
                    <a:pt x="9192415" y="253283"/>
                  </a:lnTo>
                  <a:lnTo>
                    <a:pt x="9246666" y="225028"/>
                  </a:lnTo>
                  <a:lnTo>
                    <a:pt x="9302127" y="199052"/>
                  </a:lnTo>
                  <a:lnTo>
                    <a:pt x="9347647" y="179928"/>
                  </a:lnTo>
                  <a:lnTo>
                    <a:pt x="9399445" y="160521"/>
                  </a:lnTo>
                  <a:lnTo>
                    <a:pt x="9453685" y="142796"/>
                  </a:lnTo>
                  <a:lnTo>
                    <a:pt x="9511048" y="126693"/>
                  </a:lnTo>
                  <a:lnTo>
                    <a:pt x="9572281" y="112097"/>
                  </a:lnTo>
                  <a:lnTo>
                    <a:pt x="9638159" y="98871"/>
                  </a:lnTo>
                  <a:lnTo>
                    <a:pt x="9709441" y="86871"/>
                  </a:lnTo>
                  <a:lnTo>
                    <a:pt x="9786821" y="75964"/>
                  </a:lnTo>
                  <a:lnTo>
                    <a:pt x="9870857" y="66034"/>
                  </a:lnTo>
                  <a:lnTo>
                    <a:pt x="9961883" y="56981"/>
                  </a:lnTo>
                  <a:lnTo>
                    <a:pt x="10059890" y="48732"/>
                  </a:lnTo>
                  <a:lnTo>
                    <a:pt x="10164390" y="41235"/>
                  </a:lnTo>
                  <a:lnTo>
                    <a:pt x="10274269" y="34461"/>
                  </a:lnTo>
                  <a:lnTo>
                    <a:pt x="10387662" y="28402"/>
                  </a:lnTo>
                  <a:lnTo>
                    <a:pt x="10501899" y="23065"/>
                  </a:lnTo>
                  <a:lnTo>
                    <a:pt x="10613563" y="18466"/>
                  </a:lnTo>
                  <a:lnTo>
                    <a:pt x="10718728" y="14617"/>
                  </a:lnTo>
                  <a:lnTo>
                    <a:pt x="10813376" y="11517"/>
                  </a:lnTo>
                  <a:lnTo>
                    <a:pt x="10893947" y="9141"/>
                  </a:lnTo>
                  <a:lnTo>
                    <a:pt x="10957931" y="7434"/>
                  </a:lnTo>
                  <a:lnTo>
                    <a:pt x="11004337" y="6309"/>
                  </a:lnTo>
                  <a:lnTo>
                    <a:pt x="11033943" y="5654"/>
                  </a:lnTo>
                  <a:lnTo>
                    <a:pt x="11049280" y="5344"/>
                  </a:lnTo>
                  <a:lnTo>
                    <a:pt x="11054449" y="524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3" y="19"/>
                  </a:lnTo>
                  <a:lnTo>
                    <a:pt x="11046320" y="161"/>
                  </a:lnTo>
                  <a:lnTo>
                    <a:pt x="11027454" y="552"/>
                  </a:lnTo>
                  <a:lnTo>
                    <a:pt x="10993467" y="1322"/>
                  </a:lnTo>
                  <a:lnTo>
                    <a:pt x="10942290" y="2595"/>
                  </a:lnTo>
                  <a:lnTo>
                    <a:pt x="10873635" y="4477"/>
                  </a:lnTo>
                  <a:lnTo>
                    <a:pt x="10788940" y="7045"/>
                  </a:lnTo>
                  <a:lnTo>
                    <a:pt x="10691056" y="10346"/>
                  </a:lnTo>
                  <a:lnTo>
                    <a:pt x="10583723" y="14400"/>
                  </a:lnTo>
                  <a:lnTo>
                    <a:pt x="10470988" y="19201"/>
                  </a:lnTo>
                  <a:lnTo>
                    <a:pt x="10356671" y="24735"/>
                  </a:lnTo>
                  <a:lnTo>
                    <a:pt x="10244002" y="30988"/>
                  </a:lnTo>
                  <a:lnTo>
                    <a:pt x="10135432" y="37957"/>
                  </a:lnTo>
                  <a:lnTo>
                    <a:pt x="10032613" y="45655"/>
                  </a:lnTo>
                  <a:lnTo>
                    <a:pt x="9936475" y="54116"/>
                  </a:lnTo>
                  <a:lnTo>
                    <a:pt x="9847363" y="63398"/>
                  </a:lnTo>
                  <a:lnTo>
                    <a:pt x="9765178" y="73583"/>
                  </a:lnTo>
                  <a:lnTo>
                    <a:pt x="9689515" y="84774"/>
                  </a:lnTo>
                  <a:lnTo>
                    <a:pt x="9619772" y="97093"/>
                  </a:lnTo>
                  <a:lnTo>
                    <a:pt x="9555232" y="110678"/>
                  </a:lnTo>
                  <a:lnTo>
                    <a:pt x="9495126" y="125669"/>
                  </a:lnTo>
                  <a:lnTo>
                    <a:pt x="9438683" y="142203"/>
                  </a:lnTo>
                  <a:lnTo>
                    <a:pt x="9385169" y="160382"/>
                  </a:lnTo>
                  <a:lnTo>
                    <a:pt x="9347647" y="174687"/>
                  </a:lnTo>
                  <a:lnTo>
                    <a:pt x="9290791" y="198880"/>
                  </a:lnTo>
                  <a:lnTo>
                    <a:pt x="9235619" y="225315"/>
                  </a:lnTo>
                  <a:lnTo>
                    <a:pt x="9181552" y="254032"/>
                  </a:lnTo>
                  <a:lnTo>
                    <a:pt x="9128153" y="285007"/>
                  </a:lnTo>
                  <a:lnTo>
                    <a:pt x="9075101" y="318149"/>
                  </a:lnTo>
                  <a:lnTo>
                    <a:pt x="9022173" y="353292"/>
                  </a:lnTo>
                  <a:lnTo>
                    <a:pt x="8969230" y="390193"/>
                  </a:lnTo>
                  <a:lnTo>
                    <a:pt x="8916201" y="428539"/>
                  </a:lnTo>
                  <a:lnTo>
                    <a:pt x="8863073" y="467952"/>
                  </a:lnTo>
                  <a:lnTo>
                    <a:pt x="8809871" y="508006"/>
                  </a:lnTo>
                  <a:lnTo>
                    <a:pt x="8756647" y="548246"/>
                  </a:lnTo>
                  <a:lnTo>
                    <a:pt x="8703457" y="588207"/>
                  </a:lnTo>
                  <a:lnTo>
                    <a:pt x="8650348" y="627437"/>
                  </a:lnTo>
                  <a:lnTo>
                    <a:pt x="8597339" y="665519"/>
                  </a:lnTo>
                  <a:lnTo>
                    <a:pt x="8544407" y="702088"/>
                  </a:lnTo>
                  <a:lnTo>
                    <a:pt x="8491467" y="736844"/>
                  </a:lnTo>
                  <a:lnTo>
                    <a:pt x="8438366" y="769559"/>
                  </a:lnTo>
                  <a:lnTo>
                    <a:pt x="8384861" y="800083"/>
                  </a:lnTo>
                  <a:lnTo>
                    <a:pt x="8330611" y="828338"/>
                  </a:lnTo>
                  <a:lnTo>
                    <a:pt x="8275150" y="854315"/>
                  </a:lnTo>
                  <a:lnTo>
                    <a:pt x="8229629" y="873439"/>
                  </a:lnTo>
                  <a:lnTo>
                    <a:pt x="8177831" y="892845"/>
                  </a:lnTo>
                  <a:lnTo>
                    <a:pt x="8123592" y="910570"/>
                  </a:lnTo>
                  <a:lnTo>
                    <a:pt x="8066229" y="926673"/>
                  </a:lnTo>
                  <a:lnTo>
                    <a:pt x="8004996" y="941269"/>
                  </a:lnTo>
                  <a:lnTo>
                    <a:pt x="7939118" y="954496"/>
                  </a:lnTo>
                  <a:lnTo>
                    <a:pt x="7867835" y="966496"/>
                  </a:lnTo>
                  <a:lnTo>
                    <a:pt x="7790456" y="977402"/>
                  </a:lnTo>
                  <a:lnTo>
                    <a:pt x="7706419" y="987333"/>
                  </a:lnTo>
                  <a:lnTo>
                    <a:pt x="7615394" y="996385"/>
                  </a:lnTo>
                  <a:lnTo>
                    <a:pt x="7517386" y="1004634"/>
                  </a:lnTo>
                  <a:lnTo>
                    <a:pt x="7412886" y="1012131"/>
                  </a:lnTo>
                  <a:lnTo>
                    <a:pt x="7303008" y="1018906"/>
                  </a:lnTo>
                  <a:lnTo>
                    <a:pt x="7189614" y="1024965"/>
                  </a:lnTo>
                  <a:lnTo>
                    <a:pt x="7075378" y="1030302"/>
                  </a:lnTo>
                  <a:lnTo>
                    <a:pt x="6963714" y="1034901"/>
                  </a:lnTo>
                  <a:lnTo>
                    <a:pt x="6858548" y="1038750"/>
                  </a:lnTo>
                  <a:lnTo>
                    <a:pt x="6763901" y="1041849"/>
                  </a:lnTo>
                  <a:lnTo>
                    <a:pt x="6683330" y="1044225"/>
                  </a:lnTo>
                  <a:lnTo>
                    <a:pt x="6619346" y="1045932"/>
                  </a:lnTo>
                  <a:lnTo>
                    <a:pt x="6572939" y="1047058"/>
                  </a:lnTo>
                  <a:lnTo>
                    <a:pt x="6543334" y="1047712"/>
                  </a:lnTo>
                  <a:lnTo>
                    <a:pt x="6527997" y="1048023"/>
                  </a:lnTo>
                  <a:lnTo>
                    <a:pt x="6522828" y="1048119"/>
                  </a:lnTo>
                  <a:lnTo>
                    <a:pt x="6522385" y="1048126"/>
                  </a:lnTo>
                  <a:lnTo>
                    <a:pt x="5527445" y="1048126"/>
                  </a:lnTo>
                  <a:lnTo>
                    <a:pt x="5526309" y="1048130"/>
                  </a:lnTo>
                  <a:lnTo>
                    <a:pt x="5518811" y="1048155"/>
                  </a:lnTo>
                  <a:lnTo>
                    <a:pt x="5499811" y="1048224"/>
                  </a:lnTo>
                  <a:lnTo>
                    <a:pt x="5465592" y="1048360"/>
                  </a:lnTo>
                  <a:lnTo>
                    <a:pt x="5414084" y="1048584"/>
                  </a:lnTo>
                  <a:lnTo>
                    <a:pt x="5345019" y="1048916"/>
                  </a:lnTo>
                  <a:lnTo>
                    <a:pt x="5259868" y="1049368"/>
                  </a:lnTo>
                  <a:lnTo>
                    <a:pt x="5161520" y="1049950"/>
                  </a:lnTo>
                  <a:lnTo>
                    <a:pt x="5053759" y="1050664"/>
                  </a:lnTo>
                  <a:lnTo>
                    <a:pt x="4940658" y="1051509"/>
                  </a:lnTo>
                  <a:lnTo>
                    <a:pt x="4826058" y="1052484"/>
                  </a:lnTo>
                  <a:lnTo>
                    <a:pt x="4713193" y="1053585"/>
                  </a:lnTo>
                  <a:lnTo>
                    <a:pt x="4604510" y="1054811"/>
                  </a:lnTo>
                  <a:lnTo>
                    <a:pt x="4501649" y="1056166"/>
                  </a:lnTo>
                  <a:lnTo>
                    <a:pt x="4405523" y="1057656"/>
                  </a:lnTo>
                  <a:lnTo>
                    <a:pt x="4316462" y="1059290"/>
                  </a:lnTo>
                  <a:lnTo>
                    <a:pt x="4234351" y="1061084"/>
                  </a:lnTo>
                  <a:lnTo>
                    <a:pt x="4158774" y="1063055"/>
                  </a:lnTo>
                  <a:lnTo>
                    <a:pt x="4089115" y="1065227"/>
                  </a:lnTo>
                  <a:lnTo>
                    <a:pt x="4024649" y="1067621"/>
                  </a:lnTo>
                  <a:lnTo>
                    <a:pt x="3964599" y="1070265"/>
                  </a:lnTo>
                  <a:lnTo>
                    <a:pt x="3908192" y="1073181"/>
                  </a:lnTo>
                  <a:lnTo>
                    <a:pt x="3854689" y="1076387"/>
                  </a:lnTo>
                  <a:lnTo>
                    <a:pt x="3820202" y="1078697"/>
                  </a:lnTo>
                  <a:lnTo>
                    <a:pt x="3758727" y="1083298"/>
                  </a:lnTo>
                  <a:lnTo>
                    <a:pt x="3699167" y="1088360"/>
                  </a:lnTo>
                  <a:lnTo>
                    <a:pt x="3640809" y="1093890"/>
                  </a:lnTo>
                  <a:lnTo>
                    <a:pt x="3583131" y="1099881"/>
                  </a:lnTo>
                  <a:lnTo>
                    <a:pt x="3525763" y="1106305"/>
                  </a:lnTo>
                  <a:lnTo>
                    <a:pt x="3468463" y="1113122"/>
                  </a:lnTo>
                  <a:lnTo>
                    <a:pt x="3411096" y="1120268"/>
                  </a:lnTo>
                  <a:lnTo>
                    <a:pt x="3353614" y="1127668"/>
                  </a:lnTo>
                  <a:lnTo>
                    <a:pt x="3296031" y="1135229"/>
                  </a:lnTo>
                  <a:lnTo>
                    <a:pt x="3238405" y="1142853"/>
                  </a:lnTo>
                  <a:lnTo>
                    <a:pt x="3180808" y="1150436"/>
                  </a:lnTo>
                  <a:lnTo>
                    <a:pt x="3123301" y="1157877"/>
                  </a:lnTo>
                  <a:lnTo>
                    <a:pt x="3065912" y="1165083"/>
                  </a:lnTo>
                  <a:lnTo>
                    <a:pt x="3008606" y="1171974"/>
                  </a:lnTo>
                  <a:lnTo>
                    <a:pt x="2951268" y="1178485"/>
                  </a:lnTo>
                  <a:lnTo>
                    <a:pt x="2893681" y="1184569"/>
                  </a:lnTo>
                  <a:lnTo>
                    <a:pt x="2835503" y="1190197"/>
                  </a:lnTo>
                  <a:lnTo>
                    <a:pt x="2776246" y="1195357"/>
                  </a:lnTo>
                  <a:lnTo>
                    <a:pt x="2715242" y="1200053"/>
                  </a:lnTo>
                  <a:lnTo>
                    <a:pt x="2702183" y="1200978"/>
                  </a:lnTo>
                  <a:lnTo>
                    <a:pt x="2650252" y="1204383"/>
                  </a:lnTo>
                  <a:lnTo>
                    <a:pt x="2595864" y="1207491"/>
                  </a:lnTo>
                  <a:lnTo>
                    <a:pt x="2538335" y="1210315"/>
                  </a:lnTo>
                  <a:lnTo>
                    <a:pt x="2476909" y="1212873"/>
                  </a:lnTo>
                  <a:lnTo>
                    <a:pt x="2410807" y="1215191"/>
                  </a:lnTo>
                  <a:lnTo>
                    <a:pt x="2339264" y="1217293"/>
                  </a:lnTo>
                  <a:lnTo>
                    <a:pt x="2261583" y="1219204"/>
                  </a:lnTo>
                  <a:lnTo>
                    <a:pt x="2177203" y="1220943"/>
                  </a:lnTo>
                  <a:lnTo>
                    <a:pt x="2085796" y="1222528"/>
                  </a:lnTo>
                  <a:lnTo>
                    <a:pt x="1987377" y="1223972"/>
                  </a:lnTo>
                  <a:lnTo>
                    <a:pt x="1882452" y="1225284"/>
                  </a:lnTo>
                  <a:lnTo>
                    <a:pt x="1772164" y="1226469"/>
                  </a:lnTo>
                  <a:lnTo>
                    <a:pt x="1658412" y="1227528"/>
                  </a:lnTo>
                  <a:lnTo>
                    <a:pt x="1543916" y="1228460"/>
                  </a:lnTo>
                  <a:lnTo>
                    <a:pt x="1432138" y="1229262"/>
                  </a:lnTo>
                  <a:lnTo>
                    <a:pt x="1327045" y="1229932"/>
                  </a:lnTo>
                  <a:lnTo>
                    <a:pt x="1232682" y="1230470"/>
                  </a:lnTo>
                  <a:lnTo>
                    <a:pt x="1152600" y="1230882"/>
                  </a:lnTo>
                  <a:lnTo>
                    <a:pt x="1089269" y="1231176"/>
                  </a:lnTo>
                  <a:lnTo>
                    <a:pt x="1043608" y="1231369"/>
                  </a:lnTo>
                  <a:lnTo>
                    <a:pt x="1014745" y="1231480"/>
                  </a:lnTo>
                  <a:lnTo>
                    <a:pt x="1000041" y="1231532"/>
                  </a:lnTo>
                  <a:lnTo>
                    <a:pt x="995285" y="1231547"/>
                  </a:lnTo>
                  <a:lnTo>
                    <a:pt x="994940" y="1231549"/>
                  </a:lnTo>
                  <a:lnTo>
                    <a:pt x="0" y="1231549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898" name="pl897"/>
            <p:cNvSpPr/>
            <p:nvPr/>
          </p:nvSpPr>
          <p:spPr>
            <a:xfrm>
              <a:off x="1199187" y="3086568"/>
              <a:ext cx="12049831" cy="1231549"/>
            </a:xfrm>
            <a:custGeom>
              <a:avLst/>
              <a:pathLst>
                <a:path w="12049831" h="1231549">
                  <a:moveTo>
                    <a:pt x="0" y="1231549"/>
                  </a:moveTo>
                  <a:lnTo>
                    <a:pt x="994940" y="1231549"/>
                  </a:lnTo>
                  <a:lnTo>
                    <a:pt x="996076" y="1231545"/>
                  </a:lnTo>
                  <a:lnTo>
                    <a:pt x="1003574" y="1231520"/>
                  </a:lnTo>
                  <a:lnTo>
                    <a:pt x="1022574" y="1231451"/>
                  </a:lnTo>
                  <a:lnTo>
                    <a:pt x="1056793" y="1231315"/>
                  </a:lnTo>
                  <a:lnTo>
                    <a:pt x="1108301" y="1231091"/>
                  </a:lnTo>
                  <a:lnTo>
                    <a:pt x="1177366" y="1230759"/>
                  </a:lnTo>
                  <a:lnTo>
                    <a:pt x="1262517" y="1230307"/>
                  </a:lnTo>
                  <a:lnTo>
                    <a:pt x="1360865" y="1229725"/>
                  </a:lnTo>
                  <a:lnTo>
                    <a:pt x="1468626" y="1229011"/>
                  </a:lnTo>
                  <a:lnTo>
                    <a:pt x="1581727" y="1228165"/>
                  </a:lnTo>
                  <a:lnTo>
                    <a:pt x="1696327" y="1227191"/>
                  </a:lnTo>
                  <a:lnTo>
                    <a:pt x="1809192" y="1226090"/>
                  </a:lnTo>
                  <a:lnTo>
                    <a:pt x="1917875" y="1224864"/>
                  </a:lnTo>
                  <a:lnTo>
                    <a:pt x="2020736" y="1223509"/>
                  </a:lnTo>
                  <a:lnTo>
                    <a:pt x="2116862" y="1222019"/>
                  </a:lnTo>
                  <a:lnTo>
                    <a:pt x="2205923" y="1220385"/>
                  </a:lnTo>
                  <a:lnTo>
                    <a:pt x="2288034" y="1218591"/>
                  </a:lnTo>
                  <a:lnTo>
                    <a:pt x="2363611" y="1216619"/>
                  </a:lnTo>
                  <a:lnTo>
                    <a:pt x="2433270" y="1214448"/>
                  </a:lnTo>
                  <a:lnTo>
                    <a:pt x="2497736" y="1212053"/>
                  </a:lnTo>
                  <a:lnTo>
                    <a:pt x="2557786" y="1209410"/>
                  </a:lnTo>
                  <a:lnTo>
                    <a:pt x="2614193" y="1206494"/>
                  </a:lnTo>
                  <a:lnTo>
                    <a:pt x="2667696" y="1203288"/>
                  </a:lnTo>
                  <a:lnTo>
                    <a:pt x="2702183" y="1200978"/>
                  </a:lnTo>
                  <a:lnTo>
                    <a:pt x="2763658" y="1196377"/>
                  </a:lnTo>
                  <a:lnTo>
                    <a:pt x="2823218" y="1191315"/>
                  </a:lnTo>
                  <a:lnTo>
                    <a:pt x="2881576" y="1185784"/>
                  </a:lnTo>
                  <a:lnTo>
                    <a:pt x="2939254" y="1179794"/>
                  </a:lnTo>
                  <a:lnTo>
                    <a:pt x="2996622" y="1173369"/>
                  </a:lnTo>
                  <a:lnTo>
                    <a:pt x="3053922" y="1166553"/>
                  </a:lnTo>
                  <a:lnTo>
                    <a:pt x="3111289" y="1159406"/>
                  </a:lnTo>
                  <a:lnTo>
                    <a:pt x="3168771" y="1152007"/>
                  </a:lnTo>
                  <a:lnTo>
                    <a:pt x="3226354" y="1144446"/>
                  </a:lnTo>
                  <a:lnTo>
                    <a:pt x="3283980" y="1136822"/>
                  </a:lnTo>
                  <a:lnTo>
                    <a:pt x="3341577" y="1129239"/>
                  </a:lnTo>
                  <a:lnTo>
                    <a:pt x="3399084" y="1121798"/>
                  </a:lnTo>
                  <a:lnTo>
                    <a:pt x="3456473" y="1114592"/>
                  </a:lnTo>
                  <a:lnTo>
                    <a:pt x="3513779" y="1107700"/>
                  </a:lnTo>
                  <a:lnTo>
                    <a:pt x="3571117" y="1101190"/>
                  </a:lnTo>
                  <a:lnTo>
                    <a:pt x="3628704" y="1095106"/>
                  </a:lnTo>
                  <a:lnTo>
                    <a:pt x="3686882" y="1089478"/>
                  </a:lnTo>
                  <a:lnTo>
                    <a:pt x="3746139" y="1084318"/>
                  </a:lnTo>
                  <a:lnTo>
                    <a:pt x="3807143" y="1079622"/>
                  </a:lnTo>
                  <a:lnTo>
                    <a:pt x="3820202" y="1078697"/>
                  </a:lnTo>
                  <a:lnTo>
                    <a:pt x="3872133" y="1075292"/>
                  </a:lnTo>
                  <a:lnTo>
                    <a:pt x="3926521" y="1072184"/>
                  </a:lnTo>
                  <a:lnTo>
                    <a:pt x="3984050" y="1069360"/>
                  </a:lnTo>
                  <a:lnTo>
                    <a:pt x="4045476" y="1066802"/>
                  </a:lnTo>
                  <a:lnTo>
                    <a:pt x="4111578" y="1064484"/>
                  </a:lnTo>
                  <a:lnTo>
                    <a:pt x="4183121" y="1062381"/>
                  </a:lnTo>
                  <a:lnTo>
                    <a:pt x="4260802" y="1060471"/>
                  </a:lnTo>
                  <a:lnTo>
                    <a:pt x="4345182" y="1058732"/>
                  </a:lnTo>
                  <a:lnTo>
                    <a:pt x="4436589" y="1057147"/>
                  </a:lnTo>
                  <a:lnTo>
                    <a:pt x="4535008" y="1055703"/>
                  </a:lnTo>
                  <a:lnTo>
                    <a:pt x="4639933" y="1054391"/>
                  </a:lnTo>
                  <a:lnTo>
                    <a:pt x="4750221" y="1053206"/>
                  </a:lnTo>
                  <a:lnTo>
                    <a:pt x="4863973" y="1052147"/>
                  </a:lnTo>
                  <a:lnTo>
                    <a:pt x="4978469" y="1051215"/>
                  </a:lnTo>
                  <a:lnTo>
                    <a:pt x="5090247" y="1050413"/>
                  </a:lnTo>
                  <a:lnTo>
                    <a:pt x="5195340" y="1049743"/>
                  </a:lnTo>
                  <a:lnTo>
                    <a:pt x="5289703" y="1049204"/>
                  </a:lnTo>
                  <a:lnTo>
                    <a:pt x="5369785" y="1048793"/>
                  </a:lnTo>
                  <a:lnTo>
                    <a:pt x="5433116" y="1048499"/>
                  </a:lnTo>
                  <a:lnTo>
                    <a:pt x="5478777" y="1048306"/>
                  </a:lnTo>
                  <a:lnTo>
                    <a:pt x="5507640" y="1048195"/>
                  </a:lnTo>
                  <a:lnTo>
                    <a:pt x="5522344" y="1048143"/>
                  </a:lnTo>
                  <a:lnTo>
                    <a:pt x="5527100" y="1048127"/>
                  </a:lnTo>
                  <a:lnTo>
                    <a:pt x="5527445" y="1048126"/>
                  </a:lnTo>
                  <a:lnTo>
                    <a:pt x="6522385" y="1048126"/>
                  </a:lnTo>
                  <a:lnTo>
                    <a:pt x="6523513" y="1048106"/>
                  </a:lnTo>
                  <a:lnTo>
                    <a:pt x="6530957" y="1047965"/>
                  </a:lnTo>
                  <a:lnTo>
                    <a:pt x="6549823" y="1047574"/>
                  </a:lnTo>
                  <a:lnTo>
                    <a:pt x="6583810" y="1046804"/>
                  </a:lnTo>
                  <a:lnTo>
                    <a:pt x="6634987" y="1045531"/>
                  </a:lnTo>
                  <a:lnTo>
                    <a:pt x="6703642" y="1043649"/>
                  </a:lnTo>
                  <a:lnTo>
                    <a:pt x="6788336" y="1041081"/>
                  </a:lnTo>
                  <a:lnTo>
                    <a:pt x="6886221" y="1037779"/>
                  </a:lnTo>
                  <a:lnTo>
                    <a:pt x="6993553" y="1033726"/>
                  </a:lnTo>
                  <a:lnTo>
                    <a:pt x="7106288" y="1028925"/>
                  </a:lnTo>
                  <a:lnTo>
                    <a:pt x="7220605" y="1023391"/>
                  </a:lnTo>
                  <a:lnTo>
                    <a:pt x="7333275" y="1017137"/>
                  </a:lnTo>
                  <a:lnTo>
                    <a:pt x="7441845" y="1010169"/>
                  </a:lnTo>
                  <a:lnTo>
                    <a:pt x="7544664" y="1002471"/>
                  </a:lnTo>
                  <a:lnTo>
                    <a:pt x="7640801" y="994010"/>
                  </a:lnTo>
                  <a:lnTo>
                    <a:pt x="7729914" y="984728"/>
                  </a:lnTo>
                  <a:lnTo>
                    <a:pt x="7812099" y="974543"/>
                  </a:lnTo>
                  <a:lnTo>
                    <a:pt x="7887761" y="963352"/>
                  </a:lnTo>
                  <a:lnTo>
                    <a:pt x="7957504" y="951033"/>
                  </a:lnTo>
                  <a:lnTo>
                    <a:pt x="8022045" y="937448"/>
                  </a:lnTo>
                  <a:lnTo>
                    <a:pt x="8082151" y="922456"/>
                  </a:lnTo>
                  <a:lnTo>
                    <a:pt x="8138594" y="905923"/>
                  </a:lnTo>
                  <a:lnTo>
                    <a:pt x="8192107" y="887744"/>
                  </a:lnTo>
                  <a:lnTo>
                    <a:pt x="8229629" y="873439"/>
                  </a:lnTo>
                  <a:lnTo>
                    <a:pt x="8286486" y="849246"/>
                  </a:lnTo>
                  <a:lnTo>
                    <a:pt x="8341658" y="822811"/>
                  </a:lnTo>
                  <a:lnTo>
                    <a:pt x="8395725" y="794094"/>
                  </a:lnTo>
                  <a:lnTo>
                    <a:pt x="8449124" y="763119"/>
                  </a:lnTo>
                  <a:lnTo>
                    <a:pt x="8502176" y="729976"/>
                  </a:lnTo>
                  <a:lnTo>
                    <a:pt x="8555103" y="694834"/>
                  </a:lnTo>
                  <a:lnTo>
                    <a:pt x="8608047" y="657932"/>
                  </a:lnTo>
                  <a:lnTo>
                    <a:pt x="8661075" y="619587"/>
                  </a:lnTo>
                  <a:lnTo>
                    <a:pt x="8714203" y="580174"/>
                  </a:lnTo>
                  <a:lnTo>
                    <a:pt x="8767405" y="540120"/>
                  </a:lnTo>
                  <a:lnTo>
                    <a:pt x="8820630" y="499879"/>
                  </a:lnTo>
                  <a:lnTo>
                    <a:pt x="8873820" y="459919"/>
                  </a:lnTo>
                  <a:lnTo>
                    <a:pt x="8926929" y="420689"/>
                  </a:lnTo>
                  <a:lnTo>
                    <a:pt x="8979938" y="382606"/>
                  </a:lnTo>
                  <a:lnTo>
                    <a:pt x="9032870" y="346038"/>
                  </a:lnTo>
                  <a:lnTo>
                    <a:pt x="9085809" y="311282"/>
                  </a:lnTo>
                  <a:lnTo>
                    <a:pt x="9138910" y="278567"/>
                  </a:lnTo>
                  <a:lnTo>
                    <a:pt x="9192415" y="248043"/>
                  </a:lnTo>
                  <a:lnTo>
                    <a:pt x="9246666" y="219788"/>
                  </a:lnTo>
                  <a:lnTo>
                    <a:pt x="9302127" y="193811"/>
                  </a:lnTo>
                  <a:lnTo>
                    <a:pt x="9347647" y="174687"/>
                  </a:lnTo>
                  <a:lnTo>
                    <a:pt x="9399445" y="155281"/>
                  </a:lnTo>
                  <a:lnTo>
                    <a:pt x="9453685" y="137556"/>
                  </a:lnTo>
                  <a:lnTo>
                    <a:pt x="9511048" y="121453"/>
                  </a:lnTo>
                  <a:lnTo>
                    <a:pt x="9572281" y="106857"/>
                  </a:lnTo>
                  <a:lnTo>
                    <a:pt x="9638159" y="93630"/>
                  </a:lnTo>
                  <a:lnTo>
                    <a:pt x="9709441" y="81630"/>
                  </a:lnTo>
                  <a:lnTo>
                    <a:pt x="9786821" y="70724"/>
                  </a:lnTo>
                  <a:lnTo>
                    <a:pt x="9870857" y="60793"/>
                  </a:lnTo>
                  <a:lnTo>
                    <a:pt x="9961883" y="51741"/>
                  </a:lnTo>
                  <a:lnTo>
                    <a:pt x="10059890" y="43492"/>
                  </a:lnTo>
                  <a:lnTo>
                    <a:pt x="10164390" y="35994"/>
                  </a:lnTo>
                  <a:lnTo>
                    <a:pt x="10274269" y="29220"/>
                  </a:lnTo>
                  <a:lnTo>
                    <a:pt x="10387662" y="23161"/>
                  </a:lnTo>
                  <a:lnTo>
                    <a:pt x="10501899" y="17824"/>
                  </a:lnTo>
                  <a:lnTo>
                    <a:pt x="10613563" y="13225"/>
                  </a:lnTo>
                  <a:lnTo>
                    <a:pt x="10718728" y="9376"/>
                  </a:lnTo>
                  <a:lnTo>
                    <a:pt x="10813376" y="6276"/>
                  </a:lnTo>
                  <a:lnTo>
                    <a:pt x="10893947" y="3901"/>
                  </a:lnTo>
                  <a:lnTo>
                    <a:pt x="10957931" y="2193"/>
                  </a:lnTo>
                  <a:lnTo>
                    <a:pt x="11004337" y="1068"/>
                  </a:lnTo>
                  <a:lnTo>
                    <a:pt x="11033943" y="414"/>
                  </a:lnTo>
                  <a:lnTo>
                    <a:pt x="11049280" y="103"/>
                  </a:lnTo>
                  <a:lnTo>
                    <a:pt x="11054449" y="7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9" name="pl898"/>
            <p:cNvSpPr/>
            <p:nvPr/>
          </p:nvSpPr>
          <p:spPr>
            <a:xfrm>
              <a:off x="1199187" y="3081328"/>
              <a:ext cx="12049831" cy="1231549"/>
            </a:xfrm>
            <a:custGeom>
              <a:avLst/>
              <a:pathLst>
                <a:path w="12049831" h="1231549">
                  <a:moveTo>
                    <a:pt x="12049831" y="0"/>
                  </a:moveTo>
                  <a:lnTo>
                    <a:pt x="11054891" y="0"/>
                  </a:lnTo>
                  <a:lnTo>
                    <a:pt x="11053763" y="19"/>
                  </a:lnTo>
                  <a:lnTo>
                    <a:pt x="11046320" y="161"/>
                  </a:lnTo>
                  <a:lnTo>
                    <a:pt x="11027454" y="552"/>
                  </a:lnTo>
                  <a:lnTo>
                    <a:pt x="10993467" y="1322"/>
                  </a:lnTo>
                  <a:lnTo>
                    <a:pt x="10942290" y="2595"/>
                  </a:lnTo>
                  <a:lnTo>
                    <a:pt x="10873635" y="4477"/>
                  </a:lnTo>
                  <a:lnTo>
                    <a:pt x="10788940" y="7045"/>
                  </a:lnTo>
                  <a:lnTo>
                    <a:pt x="10691056" y="10346"/>
                  </a:lnTo>
                  <a:lnTo>
                    <a:pt x="10583723" y="14400"/>
                  </a:lnTo>
                  <a:lnTo>
                    <a:pt x="10470988" y="19201"/>
                  </a:lnTo>
                  <a:lnTo>
                    <a:pt x="10356671" y="24735"/>
                  </a:lnTo>
                  <a:lnTo>
                    <a:pt x="10244002" y="30988"/>
                  </a:lnTo>
                  <a:lnTo>
                    <a:pt x="10135432" y="37957"/>
                  </a:lnTo>
                  <a:lnTo>
                    <a:pt x="10032613" y="45655"/>
                  </a:lnTo>
                  <a:lnTo>
                    <a:pt x="9936475" y="54116"/>
                  </a:lnTo>
                  <a:lnTo>
                    <a:pt x="9847363" y="63398"/>
                  </a:lnTo>
                  <a:lnTo>
                    <a:pt x="9765178" y="73583"/>
                  </a:lnTo>
                  <a:lnTo>
                    <a:pt x="9689515" y="84774"/>
                  </a:lnTo>
                  <a:lnTo>
                    <a:pt x="9619772" y="97093"/>
                  </a:lnTo>
                  <a:lnTo>
                    <a:pt x="9555232" y="110678"/>
                  </a:lnTo>
                  <a:lnTo>
                    <a:pt x="9495126" y="125669"/>
                  </a:lnTo>
                  <a:lnTo>
                    <a:pt x="9438683" y="142203"/>
                  </a:lnTo>
                  <a:lnTo>
                    <a:pt x="9385169" y="160382"/>
                  </a:lnTo>
                  <a:lnTo>
                    <a:pt x="9347647" y="174687"/>
                  </a:lnTo>
                  <a:lnTo>
                    <a:pt x="9290791" y="198880"/>
                  </a:lnTo>
                  <a:lnTo>
                    <a:pt x="9235619" y="225315"/>
                  </a:lnTo>
                  <a:lnTo>
                    <a:pt x="9181552" y="254032"/>
                  </a:lnTo>
                  <a:lnTo>
                    <a:pt x="9128153" y="285007"/>
                  </a:lnTo>
                  <a:lnTo>
                    <a:pt x="9075101" y="318149"/>
                  </a:lnTo>
                  <a:lnTo>
                    <a:pt x="9022173" y="353292"/>
                  </a:lnTo>
                  <a:lnTo>
                    <a:pt x="8969230" y="390193"/>
                  </a:lnTo>
                  <a:lnTo>
                    <a:pt x="8916201" y="428539"/>
                  </a:lnTo>
                  <a:lnTo>
                    <a:pt x="8863073" y="467952"/>
                  </a:lnTo>
                  <a:lnTo>
                    <a:pt x="8809871" y="508006"/>
                  </a:lnTo>
                  <a:lnTo>
                    <a:pt x="8756647" y="548246"/>
                  </a:lnTo>
                  <a:lnTo>
                    <a:pt x="8703457" y="588207"/>
                  </a:lnTo>
                  <a:lnTo>
                    <a:pt x="8650348" y="627437"/>
                  </a:lnTo>
                  <a:lnTo>
                    <a:pt x="8597339" y="665519"/>
                  </a:lnTo>
                  <a:lnTo>
                    <a:pt x="8544407" y="702088"/>
                  </a:lnTo>
                  <a:lnTo>
                    <a:pt x="8491467" y="736844"/>
                  </a:lnTo>
                  <a:lnTo>
                    <a:pt x="8438366" y="769559"/>
                  </a:lnTo>
                  <a:lnTo>
                    <a:pt x="8384861" y="800083"/>
                  </a:lnTo>
                  <a:lnTo>
                    <a:pt x="8330611" y="828338"/>
                  </a:lnTo>
                  <a:lnTo>
                    <a:pt x="8275150" y="854315"/>
                  </a:lnTo>
                  <a:lnTo>
                    <a:pt x="8229629" y="873439"/>
                  </a:lnTo>
                  <a:lnTo>
                    <a:pt x="8177831" y="892845"/>
                  </a:lnTo>
                  <a:lnTo>
                    <a:pt x="8123592" y="910570"/>
                  </a:lnTo>
                  <a:lnTo>
                    <a:pt x="8066229" y="926673"/>
                  </a:lnTo>
                  <a:lnTo>
                    <a:pt x="8004996" y="941269"/>
                  </a:lnTo>
                  <a:lnTo>
                    <a:pt x="7939118" y="954496"/>
                  </a:lnTo>
                  <a:lnTo>
                    <a:pt x="7867835" y="966496"/>
                  </a:lnTo>
                  <a:lnTo>
                    <a:pt x="7790456" y="977402"/>
                  </a:lnTo>
                  <a:lnTo>
                    <a:pt x="7706419" y="987333"/>
                  </a:lnTo>
                  <a:lnTo>
                    <a:pt x="7615394" y="996385"/>
                  </a:lnTo>
                  <a:lnTo>
                    <a:pt x="7517386" y="1004634"/>
                  </a:lnTo>
                  <a:lnTo>
                    <a:pt x="7412886" y="1012131"/>
                  </a:lnTo>
                  <a:lnTo>
                    <a:pt x="7303008" y="1018906"/>
                  </a:lnTo>
                  <a:lnTo>
                    <a:pt x="7189614" y="1024965"/>
                  </a:lnTo>
                  <a:lnTo>
                    <a:pt x="7075378" y="1030302"/>
                  </a:lnTo>
                  <a:lnTo>
                    <a:pt x="6963714" y="1034901"/>
                  </a:lnTo>
                  <a:lnTo>
                    <a:pt x="6858548" y="1038750"/>
                  </a:lnTo>
                  <a:lnTo>
                    <a:pt x="6763901" y="1041849"/>
                  </a:lnTo>
                  <a:lnTo>
                    <a:pt x="6683330" y="1044225"/>
                  </a:lnTo>
                  <a:lnTo>
                    <a:pt x="6619346" y="1045932"/>
                  </a:lnTo>
                  <a:lnTo>
                    <a:pt x="6572939" y="1047058"/>
                  </a:lnTo>
                  <a:lnTo>
                    <a:pt x="6543334" y="1047712"/>
                  </a:lnTo>
                  <a:lnTo>
                    <a:pt x="6527997" y="1048023"/>
                  </a:lnTo>
                  <a:lnTo>
                    <a:pt x="6522828" y="1048119"/>
                  </a:lnTo>
                  <a:lnTo>
                    <a:pt x="6522385" y="1048126"/>
                  </a:lnTo>
                  <a:lnTo>
                    <a:pt x="5527445" y="1048126"/>
                  </a:lnTo>
                  <a:lnTo>
                    <a:pt x="5526309" y="1048130"/>
                  </a:lnTo>
                  <a:lnTo>
                    <a:pt x="5518811" y="1048155"/>
                  </a:lnTo>
                  <a:lnTo>
                    <a:pt x="5499811" y="1048224"/>
                  </a:lnTo>
                  <a:lnTo>
                    <a:pt x="5465592" y="1048360"/>
                  </a:lnTo>
                  <a:lnTo>
                    <a:pt x="5414084" y="1048584"/>
                  </a:lnTo>
                  <a:lnTo>
                    <a:pt x="5345019" y="1048916"/>
                  </a:lnTo>
                  <a:lnTo>
                    <a:pt x="5259868" y="1049368"/>
                  </a:lnTo>
                  <a:lnTo>
                    <a:pt x="5161520" y="1049950"/>
                  </a:lnTo>
                  <a:lnTo>
                    <a:pt x="5053759" y="1050664"/>
                  </a:lnTo>
                  <a:lnTo>
                    <a:pt x="4940658" y="1051509"/>
                  </a:lnTo>
                  <a:lnTo>
                    <a:pt x="4826058" y="1052484"/>
                  </a:lnTo>
                  <a:lnTo>
                    <a:pt x="4713193" y="1053585"/>
                  </a:lnTo>
                  <a:lnTo>
                    <a:pt x="4604510" y="1054811"/>
                  </a:lnTo>
                  <a:lnTo>
                    <a:pt x="4501649" y="1056166"/>
                  </a:lnTo>
                  <a:lnTo>
                    <a:pt x="4405523" y="1057656"/>
                  </a:lnTo>
                  <a:lnTo>
                    <a:pt x="4316462" y="1059290"/>
                  </a:lnTo>
                  <a:lnTo>
                    <a:pt x="4234351" y="1061084"/>
                  </a:lnTo>
                  <a:lnTo>
                    <a:pt x="4158774" y="1063055"/>
                  </a:lnTo>
                  <a:lnTo>
                    <a:pt x="4089115" y="1065227"/>
                  </a:lnTo>
                  <a:lnTo>
                    <a:pt x="4024649" y="1067621"/>
                  </a:lnTo>
                  <a:lnTo>
                    <a:pt x="3964599" y="1070265"/>
                  </a:lnTo>
                  <a:lnTo>
                    <a:pt x="3908192" y="1073181"/>
                  </a:lnTo>
                  <a:lnTo>
                    <a:pt x="3854689" y="1076387"/>
                  </a:lnTo>
                  <a:lnTo>
                    <a:pt x="3820202" y="1078697"/>
                  </a:lnTo>
                  <a:lnTo>
                    <a:pt x="3758727" y="1083298"/>
                  </a:lnTo>
                  <a:lnTo>
                    <a:pt x="3699167" y="1088360"/>
                  </a:lnTo>
                  <a:lnTo>
                    <a:pt x="3640809" y="1093890"/>
                  </a:lnTo>
                  <a:lnTo>
                    <a:pt x="3583131" y="1099881"/>
                  </a:lnTo>
                  <a:lnTo>
                    <a:pt x="3525763" y="1106305"/>
                  </a:lnTo>
                  <a:lnTo>
                    <a:pt x="3468463" y="1113122"/>
                  </a:lnTo>
                  <a:lnTo>
                    <a:pt x="3411096" y="1120268"/>
                  </a:lnTo>
                  <a:lnTo>
                    <a:pt x="3353614" y="1127668"/>
                  </a:lnTo>
                  <a:lnTo>
                    <a:pt x="3296031" y="1135229"/>
                  </a:lnTo>
                  <a:lnTo>
                    <a:pt x="3238405" y="1142853"/>
                  </a:lnTo>
                  <a:lnTo>
                    <a:pt x="3180808" y="1150436"/>
                  </a:lnTo>
                  <a:lnTo>
                    <a:pt x="3123301" y="1157877"/>
                  </a:lnTo>
                  <a:lnTo>
                    <a:pt x="3065912" y="1165083"/>
                  </a:lnTo>
                  <a:lnTo>
                    <a:pt x="3008606" y="1171974"/>
                  </a:lnTo>
                  <a:lnTo>
                    <a:pt x="2951268" y="1178485"/>
                  </a:lnTo>
                  <a:lnTo>
                    <a:pt x="2893681" y="1184569"/>
                  </a:lnTo>
                  <a:lnTo>
                    <a:pt x="2835503" y="1190197"/>
                  </a:lnTo>
                  <a:lnTo>
                    <a:pt x="2776246" y="1195357"/>
                  </a:lnTo>
                  <a:lnTo>
                    <a:pt x="2715242" y="1200053"/>
                  </a:lnTo>
                  <a:lnTo>
                    <a:pt x="2702183" y="1200978"/>
                  </a:lnTo>
                  <a:lnTo>
                    <a:pt x="2650252" y="1204383"/>
                  </a:lnTo>
                  <a:lnTo>
                    <a:pt x="2595864" y="1207491"/>
                  </a:lnTo>
                  <a:lnTo>
                    <a:pt x="2538335" y="1210315"/>
                  </a:lnTo>
                  <a:lnTo>
                    <a:pt x="2476909" y="1212873"/>
                  </a:lnTo>
                  <a:lnTo>
                    <a:pt x="2410807" y="1215191"/>
                  </a:lnTo>
                  <a:lnTo>
                    <a:pt x="2339264" y="1217293"/>
                  </a:lnTo>
                  <a:lnTo>
                    <a:pt x="2261583" y="1219204"/>
                  </a:lnTo>
                  <a:lnTo>
                    <a:pt x="2177203" y="1220943"/>
                  </a:lnTo>
                  <a:lnTo>
                    <a:pt x="2085796" y="1222528"/>
                  </a:lnTo>
                  <a:lnTo>
                    <a:pt x="1987377" y="1223972"/>
                  </a:lnTo>
                  <a:lnTo>
                    <a:pt x="1882452" y="1225284"/>
                  </a:lnTo>
                  <a:lnTo>
                    <a:pt x="1772164" y="1226469"/>
                  </a:lnTo>
                  <a:lnTo>
                    <a:pt x="1658412" y="1227528"/>
                  </a:lnTo>
                  <a:lnTo>
                    <a:pt x="1543916" y="1228460"/>
                  </a:lnTo>
                  <a:lnTo>
                    <a:pt x="1432138" y="1229262"/>
                  </a:lnTo>
                  <a:lnTo>
                    <a:pt x="1327045" y="1229932"/>
                  </a:lnTo>
                  <a:lnTo>
                    <a:pt x="1232682" y="1230470"/>
                  </a:lnTo>
                  <a:lnTo>
                    <a:pt x="1152600" y="1230882"/>
                  </a:lnTo>
                  <a:lnTo>
                    <a:pt x="1089269" y="1231176"/>
                  </a:lnTo>
                  <a:lnTo>
                    <a:pt x="1043608" y="1231369"/>
                  </a:lnTo>
                  <a:lnTo>
                    <a:pt x="1014745" y="1231480"/>
                  </a:lnTo>
                  <a:lnTo>
                    <a:pt x="1000041" y="1231532"/>
                  </a:lnTo>
                  <a:lnTo>
                    <a:pt x="995285" y="1231547"/>
                  </a:lnTo>
                  <a:lnTo>
                    <a:pt x="994940" y="1231549"/>
                  </a:lnTo>
                  <a:lnTo>
                    <a:pt x="0" y="1231549"/>
                  </a:lnTo>
                  <a:lnTo>
                    <a:pt x="0" y="12315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0" name="pg899"/>
            <p:cNvSpPr/>
            <p:nvPr/>
          </p:nvSpPr>
          <p:spPr>
            <a:xfrm>
              <a:off x="1199187" y="4171380"/>
              <a:ext cx="12049831" cy="738929"/>
            </a:xfrm>
            <a:custGeom>
              <a:avLst/>
              <a:pathLst>
                <a:path w="12049831" h="738929">
                  <a:moveTo>
                    <a:pt x="0" y="151978"/>
                  </a:moveTo>
                  <a:lnTo>
                    <a:pt x="994940" y="151978"/>
                  </a:lnTo>
                  <a:lnTo>
                    <a:pt x="996076" y="151975"/>
                  </a:lnTo>
                  <a:lnTo>
                    <a:pt x="1003574" y="151955"/>
                  </a:lnTo>
                  <a:lnTo>
                    <a:pt x="1022576" y="151900"/>
                  </a:lnTo>
                  <a:lnTo>
                    <a:pt x="1056798" y="151791"/>
                  </a:lnTo>
                  <a:lnTo>
                    <a:pt x="1108309" y="151612"/>
                  </a:lnTo>
                  <a:lnTo>
                    <a:pt x="1177379" y="151346"/>
                  </a:lnTo>
                  <a:lnTo>
                    <a:pt x="1262536" y="150984"/>
                  </a:lnTo>
                  <a:lnTo>
                    <a:pt x="1360889" y="150519"/>
                  </a:lnTo>
                  <a:lnTo>
                    <a:pt x="1468655" y="149948"/>
                  </a:lnTo>
                  <a:lnTo>
                    <a:pt x="1581760" y="149271"/>
                  </a:lnTo>
                  <a:lnTo>
                    <a:pt x="1696363" y="148492"/>
                  </a:lnTo>
                  <a:lnTo>
                    <a:pt x="1809230" y="147611"/>
                  </a:lnTo>
                  <a:lnTo>
                    <a:pt x="1917914" y="146630"/>
                  </a:lnTo>
                  <a:lnTo>
                    <a:pt x="2020777" y="145546"/>
                  </a:lnTo>
                  <a:lnTo>
                    <a:pt x="2116902" y="144354"/>
                  </a:lnTo>
                  <a:lnTo>
                    <a:pt x="2205963" y="143046"/>
                  </a:lnTo>
                  <a:lnTo>
                    <a:pt x="2288072" y="141611"/>
                  </a:lnTo>
                  <a:lnTo>
                    <a:pt x="2363649" y="140034"/>
                  </a:lnTo>
                  <a:lnTo>
                    <a:pt x="2433306" y="138297"/>
                  </a:lnTo>
                  <a:lnTo>
                    <a:pt x="2497772" y="136381"/>
                  </a:lnTo>
                  <a:lnTo>
                    <a:pt x="2557821" y="134265"/>
                  </a:lnTo>
                  <a:lnTo>
                    <a:pt x="2614228" y="131932"/>
                  </a:lnTo>
                  <a:lnTo>
                    <a:pt x="2667731" y="129367"/>
                  </a:lnTo>
                  <a:lnTo>
                    <a:pt x="2702183" y="127522"/>
                  </a:lnTo>
                  <a:lnTo>
                    <a:pt x="2763722" y="123836"/>
                  </a:lnTo>
                  <a:lnTo>
                    <a:pt x="2823344" y="119782"/>
                  </a:lnTo>
                  <a:lnTo>
                    <a:pt x="2881762" y="115352"/>
                  </a:lnTo>
                  <a:lnTo>
                    <a:pt x="2939499" y="110553"/>
                  </a:lnTo>
                  <a:lnTo>
                    <a:pt x="2996928" y="105406"/>
                  </a:lnTo>
                  <a:lnTo>
                    <a:pt x="3054289" y="99946"/>
                  </a:lnTo>
                  <a:lnTo>
                    <a:pt x="3111718" y="94221"/>
                  </a:lnTo>
                  <a:lnTo>
                    <a:pt x="3169262" y="88293"/>
                  </a:lnTo>
                  <a:lnTo>
                    <a:pt x="3226907" y="82237"/>
                  </a:lnTo>
                  <a:lnTo>
                    <a:pt x="3284595" y="76132"/>
                  </a:lnTo>
                  <a:lnTo>
                    <a:pt x="3342253" y="70060"/>
                  </a:lnTo>
                  <a:lnTo>
                    <a:pt x="3399819" y="64102"/>
                  </a:lnTo>
                  <a:lnTo>
                    <a:pt x="3457268" y="58334"/>
                  </a:lnTo>
                  <a:lnTo>
                    <a:pt x="3514635" y="52819"/>
                  </a:lnTo>
                  <a:lnTo>
                    <a:pt x="3572035" y="47610"/>
                  </a:lnTo>
                  <a:lnTo>
                    <a:pt x="3629691" y="42744"/>
                  </a:lnTo>
                  <a:lnTo>
                    <a:pt x="3687945" y="38243"/>
                  </a:lnTo>
                  <a:lnTo>
                    <a:pt x="3747291" y="34118"/>
                  </a:lnTo>
                  <a:lnTo>
                    <a:pt x="3808404" y="30364"/>
                  </a:lnTo>
                  <a:lnTo>
                    <a:pt x="3820202" y="29696"/>
                  </a:lnTo>
                  <a:lnTo>
                    <a:pt x="3872135" y="26973"/>
                  </a:lnTo>
                  <a:lnTo>
                    <a:pt x="3926524" y="24486"/>
                  </a:lnTo>
                  <a:lnTo>
                    <a:pt x="3984056" y="22227"/>
                  </a:lnTo>
                  <a:lnTo>
                    <a:pt x="4045484" y="20180"/>
                  </a:lnTo>
                  <a:lnTo>
                    <a:pt x="4111588" y="18326"/>
                  </a:lnTo>
                  <a:lnTo>
                    <a:pt x="4183134" y="16644"/>
                  </a:lnTo>
                  <a:lnTo>
                    <a:pt x="4260819" y="15115"/>
                  </a:lnTo>
                  <a:lnTo>
                    <a:pt x="4345202" y="13724"/>
                  </a:lnTo>
                  <a:lnTo>
                    <a:pt x="4436614" y="12456"/>
                  </a:lnTo>
                  <a:lnTo>
                    <a:pt x="4535038" y="11301"/>
                  </a:lnTo>
                  <a:lnTo>
                    <a:pt x="4639967" y="10251"/>
                  </a:lnTo>
                  <a:lnTo>
                    <a:pt x="4750260" y="9304"/>
                  </a:lnTo>
                  <a:lnTo>
                    <a:pt x="4864016" y="8456"/>
                  </a:lnTo>
                  <a:lnTo>
                    <a:pt x="4978515" y="7711"/>
                  </a:lnTo>
                  <a:lnTo>
                    <a:pt x="5090295" y="7069"/>
                  </a:lnTo>
                  <a:lnTo>
                    <a:pt x="5195386" y="6533"/>
                  </a:lnTo>
                  <a:lnTo>
                    <a:pt x="5289746" y="6102"/>
                  </a:lnTo>
                  <a:lnTo>
                    <a:pt x="5369823" y="5773"/>
                  </a:lnTo>
                  <a:lnTo>
                    <a:pt x="5433146" y="5538"/>
                  </a:lnTo>
                  <a:lnTo>
                    <a:pt x="5478798" y="5384"/>
                  </a:lnTo>
                  <a:lnTo>
                    <a:pt x="5507652" y="5295"/>
                  </a:lnTo>
                  <a:lnTo>
                    <a:pt x="5522349" y="5253"/>
                  </a:lnTo>
                  <a:lnTo>
                    <a:pt x="5527101" y="524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8" y="5254"/>
                  </a:lnTo>
                  <a:lnTo>
                    <a:pt x="6530990" y="5354"/>
                  </a:lnTo>
                  <a:lnTo>
                    <a:pt x="6549926" y="5628"/>
                  </a:lnTo>
                  <a:lnTo>
                    <a:pt x="6584035" y="6170"/>
                  </a:lnTo>
                  <a:lnTo>
                    <a:pt x="6635385" y="7064"/>
                  </a:lnTo>
                  <a:lnTo>
                    <a:pt x="6704255" y="8386"/>
                  </a:lnTo>
                  <a:lnTo>
                    <a:pt x="6789189" y="10191"/>
                  </a:lnTo>
                  <a:lnTo>
                    <a:pt x="6887316" y="12510"/>
                  </a:lnTo>
                  <a:lnTo>
                    <a:pt x="6994874" y="15357"/>
                  </a:lnTo>
                  <a:lnTo>
                    <a:pt x="7107801" y="18729"/>
                  </a:lnTo>
                  <a:lnTo>
                    <a:pt x="7222267" y="22615"/>
                  </a:lnTo>
                  <a:lnTo>
                    <a:pt x="7335039" y="27006"/>
                  </a:lnTo>
                  <a:lnTo>
                    <a:pt x="7443669" y="31899"/>
                  </a:lnTo>
                  <a:lnTo>
                    <a:pt x="7546510" y="37304"/>
                  </a:lnTo>
                  <a:lnTo>
                    <a:pt x="7642642" y="43245"/>
                  </a:lnTo>
                  <a:lnTo>
                    <a:pt x="7731728" y="49764"/>
                  </a:lnTo>
                  <a:lnTo>
                    <a:pt x="7813874" y="56917"/>
                  </a:lnTo>
                  <a:lnTo>
                    <a:pt x="7889491" y="64778"/>
                  </a:lnTo>
                  <a:lnTo>
                    <a:pt x="7959190" y="73434"/>
                  </a:lnTo>
                  <a:lnTo>
                    <a:pt x="8023692" y="82980"/>
                  </a:lnTo>
                  <a:lnTo>
                    <a:pt x="8083768" y="93516"/>
                  </a:lnTo>
                  <a:lnTo>
                    <a:pt x="8140192" y="105137"/>
                  </a:lnTo>
                  <a:lnTo>
                    <a:pt x="8193700" y="117914"/>
                  </a:lnTo>
                  <a:lnTo>
                    <a:pt x="8229629" y="127522"/>
                  </a:lnTo>
                  <a:lnTo>
                    <a:pt x="8288688" y="145156"/>
                  </a:lnTo>
                  <a:lnTo>
                    <a:pt x="8345953" y="164487"/>
                  </a:lnTo>
                  <a:lnTo>
                    <a:pt x="8402066" y="185545"/>
                  </a:lnTo>
                  <a:lnTo>
                    <a:pt x="8457503" y="208304"/>
                  </a:lnTo>
                  <a:lnTo>
                    <a:pt x="8512609" y="232686"/>
                  </a:lnTo>
                  <a:lnTo>
                    <a:pt x="8567618" y="258549"/>
                  </a:lnTo>
                  <a:lnTo>
                    <a:pt x="8622666" y="285690"/>
                  </a:lnTo>
                  <a:lnTo>
                    <a:pt x="8677816" y="313849"/>
                  </a:lnTo>
                  <a:lnTo>
                    <a:pt x="8733068" y="342717"/>
                  </a:lnTo>
                  <a:lnTo>
                    <a:pt x="8788382" y="371949"/>
                  </a:lnTo>
                  <a:lnTo>
                    <a:pt x="8843696" y="401182"/>
                  </a:lnTo>
                  <a:lnTo>
                    <a:pt x="8898949" y="430055"/>
                  </a:lnTo>
                  <a:lnTo>
                    <a:pt x="8954099" y="458222"/>
                  </a:lnTo>
                  <a:lnTo>
                    <a:pt x="9009149" y="485373"/>
                  </a:lnTo>
                  <a:lnTo>
                    <a:pt x="9064157" y="511249"/>
                  </a:lnTo>
                  <a:lnTo>
                    <a:pt x="9119261" y="535646"/>
                  </a:lnTo>
                  <a:lnTo>
                    <a:pt x="9174694" y="558421"/>
                  </a:lnTo>
                  <a:lnTo>
                    <a:pt x="9230799" y="579494"/>
                  </a:lnTo>
                  <a:lnTo>
                    <a:pt x="9288051" y="598842"/>
                  </a:lnTo>
                  <a:lnTo>
                    <a:pt x="9347089" y="616491"/>
                  </a:lnTo>
                  <a:lnTo>
                    <a:pt x="9347647" y="616647"/>
                  </a:lnTo>
                  <a:lnTo>
                    <a:pt x="9399515" y="630249"/>
                  </a:lnTo>
                  <a:lnTo>
                    <a:pt x="9453833" y="642671"/>
                  </a:lnTo>
                  <a:lnTo>
                    <a:pt x="9511283" y="653954"/>
                  </a:lnTo>
                  <a:lnTo>
                    <a:pt x="9572617" y="664180"/>
                  </a:lnTo>
                  <a:lnTo>
                    <a:pt x="9638612" y="673446"/>
                  </a:lnTo>
                  <a:lnTo>
                    <a:pt x="9710031" y="681851"/>
                  </a:lnTo>
                  <a:lnTo>
                    <a:pt x="9787569" y="689490"/>
                  </a:lnTo>
                  <a:lnTo>
                    <a:pt x="9871785" y="696444"/>
                  </a:lnTo>
                  <a:lnTo>
                    <a:pt x="9963011" y="702782"/>
                  </a:lnTo>
                  <a:lnTo>
                    <a:pt x="10061234" y="708557"/>
                  </a:lnTo>
                  <a:lnTo>
                    <a:pt x="10165957" y="713805"/>
                  </a:lnTo>
                  <a:lnTo>
                    <a:pt x="10276051" y="718546"/>
                  </a:lnTo>
                  <a:lnTo>
                    <a:pt x="10389632" y="722784"/>
                  </a:lnTo>
                  <a:lnTo>
                    <a:pt x="10504006" y="726516"/>
                  </a:lnTo>
                  <a:lnTo>
                    <a:pt x="10615730" y="729730"/>
                  </a:lnTo>
                  <a:lnTo>
                    <a:pt x="10720859" y="732417"/>
                  </a:lnTo>
                  <a:lnTo>
                    <a:pt x="10815358" y="734578"/>
                  </a:lnTo>
                  <a:lnTo>
                    <a:pt x="10895674" y="736232"/>
                  </a:lnTo>
                  <a:lnTo>
                    <a:pt x="10959316" y="737418"/>
                  </a:lnTo>
                  <a:lnTo>
                    <a:pt x="11005332" y="738197"/>
                  </a:lnTo>
                  <a:lnTo>
                    <a:pt x="11034547" y="738648"/>
                  </a:lnTo>
                  <a:lnTo>
                    <a:pt x="11049551" y="738860"/>
                  </a:lnTo>
                  <a:lnTo>
                    <a:pt x="11054501" y="738924"/>
                  </a:lnTo>
                  <a:lnTo>
                    <a:pt x="11054891" y="738929"/>
                  </a:lnTo>
                  <a:lnTo>
                    <a:pt x="12049831" y="738929"/>
                  </a:lnTo>
                  <a:lnTo>
                    <a:pt x="12049831" y="733688"/>
                  </a:lnTo>
                  <a:lnTo>
                    <a:pt x="11054891" y="733688"/>
                  </a:lnTo>
                  <a:lnTo>
                    <a:pt x="11053759" y="733674"/>
                  </a:lnTo>
                  <a:lnTo>
                    <a:pt x="11046287" y="733575"/>
                  </a:lnTo>
                  <a:lnTo>
                    <a:pt x="11027350" y="733300"/>
                  </a:lnTo>
                  <a:lnTo>
                    <a:pt x="10993242" y="732759"/>
                  </a:lnTo>
                  <a:lnTo>
                    <a:pt x="10941892" y="731864"/>
                  </a:lnTo>
                  <a:lnTo>
                    <a:pt x="10873022" y="730542"/>
                  </a:lnTo>
                  <a:lnTo>
                    <a:pt x="10788088" y="728738"/>
                  </a:lnTo>
                  <a:lnTo>
                    <a:pt x="10689960" y="726418"/>
                  </a:lnTo>
                  <a:lnTo>
                    <a:pt x="10582402" y="723571"/>
                  </a:lnTo>
                  <a:lnTo>
                    <a:pt x="10469475" y="720199"/>
                  </a:lnTo>
                  <a:lnTo>
                    <a:pt x="10355010" y="716313"/>
                  </a:lnTo>
                  <a:lnTo>
                    <a:pt x="10242237" y="711922"/>
                  </a:lnTo>
                  <a:lnTo>
                    <a:pt x="10133608" y="707029"/>
                  </a:lnTo>
                  <a:lnTo>
                    <a:pt x="10030766" y="701625"/>
                  </a:lnTo>
                  <a:lnTo>
                    <a:pt x="9934635" y="695684"/>
                  </a:lnTo>
                  <a:lnTo>
                    <a:pt x="9845549" y="689165"/>
                  </a:lnTo>
                  <a:lnTo>
                    <a:pt x="9763403" y="682011"/>
                  </a:lnTo>
                  <a:lnTo>
                    <a:pt x="9687785" y="674150"/>
                  </a:lnTo>
                  <a:lnTo>
                    <a:pt x="9618086" y="665495"/>
                  </a:lnTo>
                  <a:lnTo>
                    <a:pt x="9553585" y="655949"/>
                  </a:lnTo>
                  <a:lnTo>
                    <a:pt x="9493509" y="645412"/>
                  </a:lnTo>
                  <a:lnTo>
                    <a:pt x="9437084" y="633791"/>
                  </a:lnTo>
                  <a:lnTo>
                    <a:pt x="9383577" y="621014"/>
                  </a:lnTo>
                  <a:lnTo>
                    <a:pt x="9347647" y="611407"/>
                  </a:lnTo>
                  <a:lnTo>
                    <a:pt x="9288589" y="593773"/>
                  </a:lnTo>
                  <a:lnTo>
                    <a:pt x="9231324" y="574441"/>
                  </a:lnTo>
                  <a:lnTo>
                    <a:pt x="9175211" y="553384"/>
                  </a:lnTo>
                  <a:lnTo>
                    <a:pt x="9119773" y="530624"/>
                  </a:lnTo>
                  <a:lnTo>
                    <a:pt x="9064667" y="506242"/>
                  </a:lnTo>
                  <a:lnTo>
                    <a:pt x="9009659" y="480379"/>
                  </a:lnTo>
                  <a:lnTo>
                    <a:pt x="8954611" y="453238"/>
                  </a:lnTo>
                  <a:lnTo>
                    <a:pt x="8899461" y="425079"/>
                  </a:lnTo>
                  <a:lnTo>
                    <a:pt x="8844209" y="396212"/>
                  </a:lnTo>
                  <a:lnTo>
                    <a:pt x="8788895" y="366980"/>
                  </a:lnTo>
                  <a:lnTo>
                    <a:pt x="8733581" y="337746"/>
                  </a:lnTo>
                  <a:lnTo>
                    <a:pt x="8678328" y="308873"/>
                  </a:lnTo>
                  <a:lnTo>
                    <a:pt x="8623177" y="280707"/>
                  </a:lnTo>
                  <a:lnTo>
                    <a:pt x="8568128" y="253555"/>
                  </a:lnTo>
                  <a:lnTo>
                    <a:pt x="8513120" y="227679"/>
                  </a:lnTo>
                  <a:lnTo>
                    <a:pt x="8458015" y="203283"/>
                  </a:lnTo>
                  <a:lnTo>
                    <a:pt x="8402582" y="180507"/>
                  </a:lnTo>
                  <a:lnTo>
                    <a:pt x="8346478" y="159434"/>
                  </a:lnTo>
                  <a:lnTo>
                    <a:pt x="8289226" y="140086"/>
                  </a:lnTo>
                  <a:lnTo>
                    <a:pt x="8230188" y="122437"/>
                  </a:lnTo>
                  <a:lnTo>
                    <a:pt x="8229629" y="122281"/>
                  </a:lnTo>
                  <a:lnTo>
                    <a:pt x="8177761" y="108679"/>
                  </a:lnTo>
                  <a:lnTo>
                    <a:pt x="8123444" y="96258"/>
                  </a:lnTo>
                  <a:lnTo>
                    <a:pt x="8065994" y="84974"/>
                  </a:lnTo>
                  <a:lnTo>
                    <a:pt x="8004660" y="74748"/>
                  </a:lnTo>
                  <a:lnTo>
                    <a:pt x="7938664" y="65482"/>
                  </a:lnTo>
                  <a:lnTo>
                    <a:pt x="7867245" y="57077"/>
                  </a:lnTo>
                  <a:lnTo>
                    <a:pt x="7789707" y="49439"/>
                  </a:lnTo>
                  <a:lnTo>
                    <a:pt x="7705491" y="42485"/>
                  </a:lnTo>
                  <a:lnTo>
                    <a:pt x="7614265" y="36146"/>
                  </a:lnTo>
                  <a:lnTo>
                    <a:pt x="7516042" y="30371"/>
                  </a:lnTo>
                  <a:lnTo>
                    <a:pt x="7411319" y="25123"/>
                  </a:lnTo>
                  <a:lnTo>
                    <a:pt x="7301226" y="20383"/>
                  </a:lnTo>
                  <a:lnTo>
                    <a:pt x="7187644" y="16144"/>
                  </a:lnTo>
                  <a:lnTo>
                    <a:pt x="7073271" y="12412"/>
                  </a:lnTo>
                  <a:lnTo>
                    <a:pt x="6961546" y="9199"/>
                  </a:lnTo>
                  <a:lnTo>
                    <a:pt x="6856418" y="6512"/>
                  </a:lnTo>
                  <a:lnTo>
                    <a:pt x="6761918" y="4350"/>
                  </a:lnTo>
                  <a:lnTo>
                    <a:pt x="6681603" y="2697"/>
                  </a:lnTo>
                  <a:lnTo>
                    <a:pt x="6617961" y="1511"/>
                  </a:lnTo>
                  <a:lnTo>
                    <a:pt x="6571945" y="732"/>
                  </a:lnTo>
                  <a:lnTo>
                    <a:pt x="6542729" y="280"/>
                  </a:lnTo>
                  <a:lnTo>
                    <a:pt x="6527725" y="68"/>
                  </a:lnTo>
                  <a:lnTo>
                    <a:pt x="6522775" y="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2"/>
                  </a:lnTo>
                  <a:lnTo>
                    <a:pt x="5518811" y="22"/>
                  </a:lnTo>
                  <a:lnTo>
                    <a:pt x="5499809" y="77"/>
                  </a:lnTo>
                  <a:lnTo>
                    <a:pt x="5465587" y="186"/>
                  </a:lnTo>
                  <a:lnTo>
                    <a:pt x="5414076" y="366"/>
                  </a:lnTo>
                  <a:lnTo>
                    <a:pt x="5345006" y="631"/>
                  </a:lnTo>
                  <a:lnTo>
                    <a:pt x="5259849" y="993"/>
                  </a:lnTo>
                  <a:lnTo>
                    <a:pt x="5161496" y="1459"/>
                  </a:lnTo>
                  <a:lnTo>
                    <a:pt x="5053730" y="2030"/>
                  </a:lnTo>
                  <a:lnTo>
                    <a:pt x="4940625" y="2706"/>
                  </a:lnTo>
                  <a:lnTo>
                    <a:pt x="4826022" y="3486"/>
                  </a:lnTo>
                  <a:lnTo>
                    <a:pt x="4713155" y="4366"/>
                  </a:lnTo>
                  <a:lnTo>
                    <a:pt x="4604471" y="5348"/>
                  </a:lnTo>
                  <a:lnTo>
                    <a:pt x="4501608" y="6432"/>
                  </a:lnTo>
                  <a:lnTo>
                    <a:pt x="4405483" y="7623"/>
                  </a:lnTo>
                  <a:lnTo>
                    <a:pt x="4316422" y="8931"/>
                  </a:lnTo>
                  <a:lnTo>
                    <a:pt x="4234313" y="10366"/>
                  </a:lnTo>
                  <a:lnTo>
                    <a:pt x="4158736" y="11944"/>
                  </a:lnTo>
                  <a:lnTo>
                    <a:pt x="4089079" y="13681"/>
                  </a:lnTo>
                  <a:lnTo>
                    <a:pt x="4024613" y="15597"/>
                  </a:lnTo>
                  <a:lnTo>
                    <a:pt x="3964564" y="17712"/>
                  </a:lnTo>
                  <a:lnTo>
                    <a:pt x="3908157" y="20045"/>
                  </a:lnTo>
                  <a:lnTo>
                    <a:pt x="3854654" y="22610"/>
                  </a:lnTo>
                  <a:lnTo>
                    <a:pt x="3820202" y="24456"/>
                  </a:lnTo>
                  <a:lnTo>
                    <a:pt x="3758663" y="28141"/>
                  </a:lnTo>
                  <a:lnTo>
                    <a:pt x="3699041" y="32196"/>
                  </a:lnTo>
                  <a:lnTo>
                    <a:pt x="3640623" y="36626"/>
                  </a:lnTo>
                  <a:lnTo>
                    <a:pt x="3582886" y="41424"/>
                  </a:lnTo>
                  <a:lnTo>
                    <a:pt x="3525457" y="46571"/>
                  </a:lnTo>
                  <a:lnTo>
                    <a:pt x="3468096" y="52032"/>
                  </a:lnTo>
                  <a:lnTo>
                    <a:pt x="3410667" y="57757"/>
                  </a:lnTo>
                  <a:lnTo>
                    <a:pt x="3353122" y="63684"/>
                  </a:lnTo>
                  <a:lnTo>
                    <a:pt x="3295478" y="69740"/>
                  </a:lnTo>
                  <a:lnTo>
                    <a:pt x="3237790" y="75846"/>
                  </a:lnTo>
                  <a:lnTo>
                    <a:pt x="3180132" y="81918"/>
                  </a:lnTo>
                  <a:lnTo>
                    <a:pt x="3122566" y="87875"/>
                  </a:lnTo>
                  <a:lnTo>
                    <a:pt x="3065117" y="93643"/>
                  </a:lnTo>
                  <a:lnTo>
                    <a:pt x="3007750" y="99158"/>
                  </a:lnTo>
                  <a:lnTo>
                    <a:pt x="2950350" y="104367"/>
                  </a:lnTo>
                  <a:lnTo>
                    <a:pt x="2892694" y="109234"/>
                  </a:lnTo>
                  <a:lnTo>
                    <a:pt x="2834440" y="113734"/>
                  </a:lnTo>
                  <a:lnTo>
                    <a:pt x="2775094" y="117859"/>
                  </a:lnTo>
                  <a:lnTo>
                    <a:pt x="2713981" y="121613"/>
                  </a:lnTo>
                  <a:lnTo>
                    <a:pt x="2702183" y="122281"/>
                  </a:lnTo>
                  <a:lnTo>
                    <a:pt x="2650250" y="125005"/>
                  </a:lnTo>
                  <a:lnTo>
                    <a:pt x="2595861" y="127491"/>
                  </a:lnTo>
                  <a:lnTo>
                    <a:pt x="2538329" y="129750"/>
                  </a:lnTo>
                  <a:lnTo>
                    <a:pt x="2476901" y="131797"/>
                  </a:lnTo>
                  <a:lnTo>
                    <a:pt x="2410797" y="133652"/>
                  </a:lnTo>
                  <a:lnTo>
                    <a:pt x="2339251" y="135334"/>
                  </a:lnTo>
                  <a:lnTo>
                    <a:pt x="2261566" y="136862"/>
                  </a:lnTo>
                  <a:lnTo>
                    <a:pt x="2177183" y="138253"/>
                  </a:lnTo>
                  <a:lnTo>
                    <a:pt x="2085771" y="139521"/>
                  </a:lnTo>
                  <a:lnTo>
                    <a:pt x="1987347" y="140676"/>
                  </a:lnTo>
                  <a:lnTo>
                    <a:pt x="1882418" y="141726"/>
                  </a:lnTo>
                  <a:lnTo>
                    <a:pt x="1772125" y="142674"/>
                  </a:lnTo>
                  <a:lnTo>
                    <a:pt x="1658369" y="143521"/>
                  </a:lnTo>
                  <a:lnTo>
                    <a:pt x="1543870" y="144267"/>
                  </a:lnTo>
                  <a:lnTo>
                    <a:pt x="1432090" y="144908"/>
                  </a:lnTo>
                  <a:lnTo>
                    <a:pt x="1326999" y="145444"/>
                  </a:lnTo>
                  <a:lnTo>
                    <a:pt x="1232639" y="145875"/>
                  </a:lnTo>
                  <a:lnTo>
                    <a:pt x="1152562" y="146204"/>
                  </a:lnTo>
                  <a:lnTo>
                    <a:pt x="1089239" y="146440"/>
                  </a:lnTo>
                  <a:lnTo>
                    <a:pt x="1043587" y="146594"/>
                  </a:lnTo>
                  <a:lnTo>
                    <a:pt x="1014733" y="146683"/>
                  </a:lnTo>
                  <a:lnTo>
                    <a:pt x="1000036" y="146724"/>
                  </a:lnTo>
                  <a:lnTo>
                    <a:pt x="995284" y="146736"/>
                  </a:lnTo>
                  <a:lnTo>
                    <a:pt x="994940" y="146737"/>
                  </a:lnTo>
                  <a:lnTo>
                    <a:pt x="0" y="146737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01" name="pl900"/>
            <p:cNvSpPr/>
            <p:nvPr/>
          </p:nvSpPr>
          <p:spPr>
            <a:xfrm>
              <a:off x="1199187" y="4176620"/>
              <a:ext cx="12049831" cy="733688"/>
            </a:xfrm>
            <a:custGeom>
              <a:avLst/>
              <a:pathLst>
                <a:path w="12049831" h="733688">
                  <a:moveTo>
                    <a:pt x="0" y="146737"/>
                  </a:moveTo>
                  <a:lnTo>
                    <a:pt x="994940" y="146737"/>
                  </a:lnTo>
                  <a:lnTo>
                    <a:pt x="996076" y="146734"/>
                  </a:lnTo>
                  <a:lnTo>
                    <a:pt x="1003574" y="146714"/>
                  </a:lnTo>
                  <a:lnTo>
                    <a:pt x="1022576" y="146659"/>
                  </a:lnTo>
                  <a:lnTo>
                    <a:pt x="1056798" y="146551"/>
                  </a:lnTo>
                  <a:lnTo>
                    <a:pt x="1108309" y="146371"/>
                  </a:lnTo>
                  <a:lnTo>
                    <a:pt x="1177379" y="146106"/>
                  </a:lnTo>
                  <a:lnTo>
                    <a:pt x="1262536" y="145744"/>
                  </a:lnTo>
                  <a:lnTo>
                    <a:pt x="1360889" y="145278"/>
                  </a:lnTo>
                  <a:lnTo>
                    <a:pt x="1468655" y="144707"/>
                  </a:lnTo>
                  <a:lnTo>
                    <a:pt x="1581760" y="144031"/>
                  </a:lnTo>
                  <a:lnTo>
                    <a:pt x="1696363" y="143251"/>
                  </a:lnTo>
                  <a:lnTo>
                    <a:pt x="1809230" y="142370"/>
                  </a:lnTo>
                  <a:lnTo>
                    <a:pt x="1917914" y="141389"/>
                  </a:lnTo>
                  <a:lnTo>
                    <a:pt x="2020777" y="140305"/>
                  </a:lnTo>
                  <a:lnTo>
                    <a:pt x="2116902" y="139113"/>
                  </a:lnTo>
                  <a:lnTo>
                    <a:pt x="2205963" y="137806"/>
                  </a:lnTo>
                  <a:lnTo>
                    <a:pt x="2288072" y="136371"/>
                  </a:lnTo>
                  <a:lnTo>
                    <a:pt x="2363649" y="134793"/>
                  </a:lnTo>
                  <a:lnTo>
                    <a:pt x="2433306" y="133056"/>
                  </a:lnTo>
                  <a:lnTo>
                    <a:pt x="2497772" y="131140"/>
                  </a:lnTo>
                  <a:lnTo>
                    <a:pt x="2557821" y="129025"/>
                  </a:lnTo>
                  <a:lnTo>
                    <a:pt x="2614228" y="126692"/>
                  </a:lnTo>
                  <a:lnTo>
                    <a:pt x="2667731" y="124127"/>
                  </a:lnTo>
                  <a:lnTo>
                    <a:pt x="2702183" y="122281"/>
                  </a:lnTo>
                  <a:lnTo>
                    <a:pt x="2763722" y="118596"/>
                  </a:lnTo>
                  <a:lnTo>
                    <a:pt x="2823344" y="114541"/>
                  </a:lnTo>
                  <a:lnTo>
                    <a:pt x="2881762" y="110111"/>
                  </a:lnTo>
                  <a:lnTo>
                    <a:pt x="2939499" y="105313"/>
                  </a:lnTo>
                  <a:lnTo>
                    <a:pt x="2996928" y="100166"/>
                  </a:lnTo>
                  <a:lnTo>
                    <a:pt x="3054289" y="94705"/>
                  </a:lnTo>
                  <a:lnTo>
                    <a:pt x="3111718" y="88980"/>
                  </a:lnTo>
                  <a:lnTo>
                    <a:pt x="3169262" y="83053"/>
                  </a:lnTo>
                  <a:lnTo>
                    <a:pt x="3226907" y="76996"/>
                  </a:lnTo>
                  <a:lnTo>
                    <a:pt x="3284595" y="70891"/>
                  </a:lnTo>
                  <a:lnTo>
                    <a:pt x="3342253" y="64819"/>
                  </a:lnTo>
                  <a:lnTo>
                    <a:pt x="3399819" y="58862"/>
                  </a:lnTo>
                  <a:lnTo>
                    <a:pt x="3457268" y="53093"/>
                  </a:lnTo>
                  <a:lnTo>
                    <a:pt x="3514635" y="47579"/>
                  </a:lnTo>
                  <a:lnTo>
                    <a:pt x="3572035" y="42369"/>
                  </a:lnTo>
                  <a:lnTo>
                    <a:pt x="3629691" y="37503"/>
                  </a:lnTo>
                  <a:lnTo>
                    <a:pt x="3687945" y="33003"/>
                  </a:lnTo>
                  <a:lnTo>
                    <a:pt x="3747291" y="28877"/>
                  </a:lnTo>
                  <a:lnTo>
                    <a:pt x="3808404" y="25123"/>
                  </a:lnTo>
                  <a:lnTo>
                    <a:pt x="3820202" y="24456"/>
                  </a:lnTo>
                  <a:lnTo>
                    <a:pt x="3872135" y="21732"/>
                  </a:lnTo>
                  <a:lnTo>
                    <a:pt x="3926524" y="19245"/>
                  </a:lnTo>
                  <a:lnTo>
                    <a:pt x="3984056" y="16987"/>
                  </a:lnTo>
                  <a:lnTo>
                    <a:pt x="4045484" y="14940"/>
                  </a:lnTo>
                  <a:lnTo>
                    <a:pt x="4111588" y="13085"/>
                  </a:lnTo>
                  <a:lnTo>
                    <a:pt x="4183134" y="11403"/>
                  </a:lnTo>
                  <a:lnTo>
                    <a:pt x="4260819" y="9875"/>
                  </a:lnTo>
                  <a:lnTo>
                    <a:pt x="4345202" y="8483"/>
                  </a:lnTo>
                  <a:lnTo>
                    <a:pt x="4436614" y="7215"/>
                  </a:lnTo>
                  <a:lnTo>
                    <a:pt x="4535038" y="6060"/>
                  </a:lnTo>
                  <a:lnTo>
                    <a:pt x="4639967" y="5011"/>
                  </a:lnTo>
                  <a:lnTo>
                    <a:pt x="4750260" y="4063"/>
                  </a:lnTo>
                  <a:lnTo>
                    <a:pt x="4864016" y="3216"/>
                  </a:lnTo>
                  <a:lnTo>
                    <a:pt x="4978515" y="2470"/>
                  </a:lnTo>
                  <a:lnTo>
                    <a:pt x="5090295" y="1828"/>
                  </a:lnTo>
                  <a:lnTo>
                    <a:pt x="5195386" y="1292"/>
                  </a:lnTo>
                  <a:lnTo>
                    <a:pt x="5289746" y="862"/>
                  </a:lnTo>
                  <a:lnTo>
                    <a:pt x="5369823" y="533"/>
                  </a:lnTo>
                  <a:lnTo>
                    <a:pt x="5433146" y="297"/>
                  </a:lnTo>
                  <a:lnTo>
                    <a:pt x="5478798" y="143"/>
                  </a:lnTo>
                  <a:lnTo>
                    <a:pt x="5507652" y="54"/>
                  </a:lnTo>
                  <a:lnTo>
                    <a:pt x="5522349" y="13"/>
                  </a:lnTo>
                  <a:lnTo>
                    <a:pt x="5527101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8" y="13"/>
                  </a:lnTo>
                  <a:lnTo>
                    <a:pt x="6530990" y="113"/>
                  </a:lnTo>
                  <a:lnTo>
                    <a:pt x="6549926" y="388"/>
                  </a:lnTo>
                  <a:lnTo>
                    <a:pt x="6584035" y="929"/>
                  </a:lnTo>
                  <a:lnTo>
                    <a:pt x="6635385" y="1824"/>
                  </a:lnTo>
                  <a:lnTo>
                    <a:pt x="6704255" y="3146"/>
                  </a:lnTo>
                  <a:lnTo>
                    <a:pt x="6789189" y="4950"/>
                  </a:lnTo>
                  <a:lnTo>
                    <a:pt x="6887316" y="7270"/>
                  </a:lnTo>
                  <a:lnTo>
                    <a:pt x="6994874" y="10117"/>
                  </a:lnTo>
                  <a:lnTo>
                    <a:pt x="7107801" y="13488"/>
                  </a:lnTo>
                  <a:lnTo>
                    <a:pt x="7222267" y="17375"/>
                  </a:lnTo>
                  <a:lnTo>
                    <a:pt x="7335039" y="21765"/>
                  </a:lnTo>
                  <a:lnTo>
                    <a:pt x="7443669" y="26658"/>
                  </a:lnTo>
                  <a:lnTo>
                    <a:pt x="7546510" y="32063"/>
                  </a:lnTo>
                  <a:lnTo>
                    <a:pt x="7642642" y="38004"/>
                  </a:lnTo>
                  <a:lnTo>
                    <a:pt x="7731728" y="44523"/>
                  </a:lnTo>
                  <a:lnTo>
                    <a:pt x="7813874" y="51676"/>
                  </a:lnTo>
                  <a:lnTo>
                    <a:pt x="7889491" y="59538"/>
                  </a:lnTo>
                  <a:lnTo>
                    <a:pt x="7959190" y="68193"/>
                  </a:lnTo>
                  <a:lnTo>
                    <a:pt x="8023692" y="77739"/>
                  </a:lnTo>
                  <a:lnTo>
                    <a:pt x="8083768" y="88276"/>
                  </a:lnTo>
                  <a:lnTo>
                    <a:pt x="8140192" y="99897"/>
                  </a:lnTo>
                  <a:lnTo>
                    <a:pt x="8193700" y="112674"/>
                  </a:lnTo>
                  <a:lnTo>
                    <a:pt x="8229629" y="122281"/>
                  </a:lnTo>
                  <a:lnTo>
                    <a:pt x="8288688" y="139915"/>
                  </a:lnTo>
                  <a:lnTo>
                    <a:pt x="8345953" y="159247"/>
                  </a:lnTo>
                  <a:lnTo>
                    <a:pt x="8402066" y="180304"/>
                  </a:lnTo>
                  <a:lnTo>
                    <a:pt x="8457503" y="203064"/>
                  </a:lnTo>
                  <a:lnTo>
                    <a:pt x="8512609" y="227446"/>
                  </a:lnTo>
                  <a:lnTo>
                    <a:pt x="8567618" y="253309"/>
                  </a:lnTo>
                  <a:lnTo>
                    <a:pt x="8622666" y="280450"/>
                  </a:lnTo>
                  <a:lnTo>
                    <a:pt x="8677816" y="308608"/>
                  </a:lnTo>
                  <a:lnTo>
                    <a:pt x="8733068" y="337476"/>
                  </a:lnTo>
                  <a:lnTo>
                    <a:pt x="8788382" y="366708"/>
                  </a:lnTo>
                  <a:lnTo>
                    <a:pt x="8843696" y="395942"/>
                  </a:lnTo>
                  <a:lnTo>
                    <a:pt x="8898949" y="424814"/>
                  </a:lnTo>
                  <a:lnTo>
                    <a:pt x="8954099" y="452981"/>
                  </a:lnTo>
                  <a:lnTo>
                    <a:pt x="9009149" y="480133"/>
                  </a:lnTo>
                  <a:lnTo>
                    <a:pt x="9064157" y="506009"/>
                  </a:lnTo>
                  <a:lnTo>
                    <a:pt x="9119261" y="530405"/>
                  </a:lnTo>
                  <a:lnTo>
                    <a:pt x="9174694" y="553180"/>
                  </a:lnTo>
                  <a:lnTo>
                    <a:pt x="9230799" y="574254"/>
                  </a:lnTo>
                  <a:lnTo>
                    <a:pt x="9288051" y="593601"/>
                  </a:lnTo>
                  <a:lnTo>
                    <a:pt x="9347089" y="611251"/>
                  </a:lnTo>
                  <a:lnTo>
                    <a:pt x="9347647" y="611407"/>
                  </a:lnTo>
                  <a:lnTo>
                    <a:pt x="9399515" y="625009"/>
                  </a:lnTo>
                  <a:lnTo>
                    <a:pt x="9453833" y="637430"/>
                  </a:lnTo>
                  <a:lnTo>
                    <a:pt x="9511283" y="648714"/>
                  </a:lnTo>
                  <a:lnTo>
                    <a:pt x="9572617" y="658940"/>
                  </a:lnTo>
                  <a:lnTo>
                    <a:pt x="9638612" y="668205"/>
                  </a:lnTo>
                  <a:lnTo>
                    <a:pt x="9710031" y="676611"/>
                  </a:lnTo>
                  <a:lnTo>
                    <a:pt x="9787569" y="684249"/>
                  </a:lnTo>
                  <a:lnTo>
                    <a:pt x="9871785" y="691203"/>
                  </a:lnTo>
                  <a:lnTo>
                    <a:pt x="9963011" y="697542"/>
                  </a:lnTo>
                  <a:lnTo>
                    <a:pt x="10061234" y="703317"/>
                  </a:lnTo>
                  <a:lnTo>
                    <a:pt x="10165957" y="708565"/>
                  </a:lnTo>
                  <a:lnTo>
                    <a:pt x="10276051" y="713305"/>
                  </a:lnTo>
                  <a:lnTo>
                    <a:pt x="10389632" y="717544"/>
                  </a:lnTo>
                  <a:lnTo>
                    <a:pt x="10504006" y="721275"/>
                  </a:lnTo>
                  <a:lnTo>
                    <a:pt x="10615730" y="724489"/>
                  </a:lnTo>
                  <a:lnTo>
                    <a:pt x="10720859" y="727176"/>
                  </a:lnTo>
                  <a:lnTo>
                    <a:pt x="10815358" y="729337"/>
                  </a:lnTo>
                  <a:lnTo>
                    <a:pt x="10895674" y="730991"/>
                  </a:lnTo>
                  <a:lnTo>
                    <a:pt x="10959316" y="732177"/>
                  </a:lnTo>
                  <a:lnTo>
                    <a:pt x="11005332" y="732956"/>
                  </a:lnTo>
                  <a:lnTo>
                    <a:pt x="11034547" y="733407"/>
                  </a:lnTo>
                  <a:lnTo>
                    <a:pt x="11049551" y="733619"/>
                  </a:lnTo>
                  <a:lnTo>
                    <a:pt x="11054501" y="733684"/>
                  </a:lnTo>
                  <a:lnTo>
                    <a:pt x="11054891" y="733688"/>
                  </a:lnTo>
                  <a:lnTo>
                    <a:pt x="12049831" y="733688"/>
                  </a:lnTo>
                  <a:lnTo>
                    <a:pt x="12049831" y="7336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2" name="pl901"/>
            <p:cNvSpPr/>
            <p:nvPr/>
          </p:nvSpPr>
          <p:spPr>
            <a:xfrm>
              <a:off x="1199187" y="4171380"/>
              <a:ext cx="12049831" cy="733688"/>
            </a:xfrm>
            <a:custGeom>
              <a:avLst/>
              <a:pathLst>
                <a:path w="12049831" h="733688">
                  <a:moveTo>
                    <a:pt x="12049831" y="733688"/>
                  </a:moveTo>
                  <a:lnTo>
                    <a:pt x="11054891" y="733688"/>
                  </a:lnTo>
                  <a:lnTo>
                    <a:pt x="11053759" y="733674"/>
                  </a:lnTo>
                  <a:lnTo>
                    <a:pt x="11046287" y="733575"/>
                  </a:lnTo>
                  <a:lnTo>
                    <a:pt x="11027350" y="733300"/>
                  </a:lnTo>
                  <a:lnTo>
                    <a:pt x="10993242" y="732759"/>
                  </a:lnTo>
                  <a:lnTo>
                    <a:pt x="10941892" y="731864"/>
                  </a:lnTo>
                  <a:lnTo>
                    <a:pt x="10873022" y="730542"/>
                  </a:lnTo>
                  <a:lnTo>
                    <a:pt x="10788088" y="728738"/>
                  </a:lnTo>
                  <a:lnTo>
                    <a:pt x="10689960" y="726418"/>
                  </a:lnTo>
                  <a:lnTo>
                    <a:pt x="10582402" y="723571"/>
                  </a:lnTo>
                  <a:lnTo>
                    <a:pt x="10469475" y="720199"/>
                  </a:lnTo>
                  <a:lnTo>
                    <a:pt x="10355010" y="716313"/>
                  </a:lnTo>
                  <a:lnTo>
                    <a:pt x="10242237" y="711922"/>
                  </a:lnTo>
                  <a:lnTo>
                    <a:pt x="10133608" y="707029"/>
                  </a:lnTo>
                  <a:lnTo>
                    <a:pt x="10030766" y="701625"/>
                  </a:lnTo>
                  <a:lnTo>
                    <a:pt x="9934635" y="695684"/>
                  </a:lnTo>
                  <a:lnTo>
                    <a:pt x="9845549" y="689165"/>
                  </a:lnTo>
                  <a:lnTo>
                    <a:pt x="9763403" y="682011"/>
                  </a:lnTo>
                  <a:lnTo>
                    <a:pt x="9687785" y="674150"/>
                  </a:lnTo>
                  <a:lnTo>
                    <a:pt x="9618086" y="665495"/>
                  </a:lnTo>
                  <a:lnTo>
                    <a:pt x="9553585" y="655949"/>
                  </a:lnTo>
                  <a:lnTo>
                    <a:pt x="9493509" y="645412"/>
                  </a:lnTo>
                  <a:lnTo>
                    <a:pt x="9437084" y="633791"/>
                  </a:lnTo>
                  <a:lnTo>
                    <a:pt x="9383577" y="621014"/>
                  </a:lnTo>
                  <a:lnTo>
                    <a:pt x="9347647" y="611407"/>
                  </a:lnTo>
                  <a:lnTo>
                    <a:pt x="9288589" y="593773"/>
                  </a:lnTo>
                  <a:lnTo>
                    <a:pt x="9231324" y="574441"/>
                  </a:lnTo>
                  <a:lnTo>
                    <a:pt x="9175211" y="553384"/>
                  </a:lnTo>
                  <a:lnTo>
                    <a:pt x="9119773" y="530624"/>
                  </a:lnTo>
                  <a:lnTo>
                    <a:pt x="9064667" y="506242"/>
                  </a:lnTo>
                  <a:lnTo>
                    <a:pt x="9009659" y="480379"/>
                  </a:lnTo>
                  <a:lnTo>
                    <a:pt x="8954611" y="453238"/>
                  </a:lnTo>
                  <a:lnTo>
                    <a:pt x="8899461" y="425079"/>
                  </a:lnTo>
                  <a:lnTo>
                    <a:pt x="8844209" y="396212"/>
                  </a:lnTo>
                  <a:lnTo>
                    <a:pt x="8788895" y="366980"/>
                  </a:lnTo>
                  <a:lnTo>
                    <a:pt x="8733581" y="337746"/>
                  </a:lnTo>
                  <a:lnTo>
                    <a:pt x="8678328" y="308873"/>
                  </a:lnTo>
                  <a:lnTo>
                    <a:pt x="8623177" y="280707"/>
                  </a:lnTo>
                  <a:lnTo>
                    <a:pt x="8568128" y="253555"/>
                  </a:lnTo>
                  <a:lnTo>
                    <a:pt x="8513120" y="227679"/>
                  </a:lnTo>
                  <a:lnTo>
                    <a:pt x="8458015" y="203283"/>
                  </a:lnTo>
                  <a:lnTo>
                    <a:pt x="8402582" y="180507"/>
                  </a:lnTo>
                  <a:lnTo>
                    <a:pt x="8346478" y="159434"/>
                  </a:lnTo>
                  <a:lnTo>
                    <a:pt x="8289226" y="140086"/>
                  </a:lnTo>
                  <a:lnTo>
                    <a:pt x="8230188" y="122437"/>
                  </a:lnTo>
                  <a:lnTo>
                    <a:pt x="8229629" y="122281"/>
                  </a:lnTo>
                  <a:lnTo>
                    <a:pt x="8177761" y="108679"/>
                  </a:lnTo>
                  <a:lnTo>
                    <a:pt x="8123444" y="96258"/>
                  </a:lnTo>
                  <a:lnTo>
                    <a:pt x="8065994" y="84974"/>
                  </a:lnTo>
                  <a:lnTo>
                    <a:pt x="8004660" y="74748"/>
                  </a:lnTo>
                  <a:lnTo>
                    <a:pt x="7938664" y="65482"/>
                  </a:lnTo>
                  <a:lnTo>
                    <a:pt x="7867245" y="57077"/>
                  </a:lnTo>
                  <a:lnTo>
                    <a:pt x="7789707" y="49439"/>
                  </a:lnTo>
                  <a:lnTo>
                    <a:pt x="7705491" y="42485"/>
                  </a:lnTo>
                  <a:lnTo>
                    <a:pt x="7614265" y="36146"/>
                  </a:lnTo>
                  <a:lnTo>
                    <a:pt x="7516042" y="30371"/>
                  </a:lnTo>
                  <a:lnTo>
                    <a:pt x="7411319" y="25123"/>
                  </a:lnTo>
                  <a:lnTo>
                    <a:pt x="7301226" y="20383"/>
                  </a:lnTo>
                  <a:lnTo>
                    <a:pt x="7187644" y="16144"/>
                  </a:lnTo>
                  <a:lnTo>
                    <a:pt x="7073271" y="12412"/>
                  </a:lnTo>
                  <a:lnTo>
                    <a:pt x="6961546" y="9199"/>
                  </a:lnTo>
                  <a:lnTo>
                    <a:pt x="6856418" y="6512"/>
                  </a:lnTo>
                  <a:lnTo>
                    <a:pt x="6761918" y="4350"/>
                  </a:lnTo>
                  <a:lnTo>
                    <a:pt x="6681603" y="2697"/>
                  </a:lnTo>
                  <a:lnTo>
                    <a:pt x="6617961" y="1511"/>
                  </a:lnTo>
                  <a:lnTo>
                    <a:pt x="6571945" y="732"/>
                  </a:lnTo>
                  <a:lnTo>
                    <a:pt x="6542729" y="280"/>
                  </a:lnTo>
                  <a:lnTo>
                    <a:pt x="6527725" y="68"/>
                  </a:lnTo>
                  <a:lnTo>
                    <a:pt x="6522775" y="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2"/>
                  </a:lnTo>
                  <a:lnTo>
                    <a:pt x="5518811" y="22"/>
                  </a:lnTo>
                  <a:lnTo>
                    <a:pt x="5499809" y="77"/>
                  </a:lnTo>
                  <a:lnTo>
                    <a:pt x="5465587" y="186"/>
                  </a:lnTo>
                  <a:lnTo>
                    <a:pt x="5414076" y="366"/>
                  </a:lnTo>
                  <a:lnTo>
                    <a:pt x="5345006" y="631"/>
                  </a:lnTo>
                  <a:lnTo>
                    <a:pt x="5259849" y="993"/>
                  </a:lnTo>
                  <a:lnTo>
                    <a:pt x="5161496" y="1459"/>
                  </a:lnTo>
                  <a:lnTo>
                    <a:pt x="5053730" y="2030"/>
                  </a:lnTo>
                  <a:lnTo>
                    <a:pt x="4940625" y="2706"/>
                  </a:lnTo>
                  <a:lnTo>
                    <a:pt x="4826022" y="3486"/>
                  </a:lnTo>
                  <a:lnTo>
                    <a:pt x="4713155" y="4366"/>
                  </a:lnTo>
                  <a:lnTo>
                    <a:pt x="4604471" y="5348"/>
                  </a:lnTo>
                  <a:lnTo>
                    <a:pt x="4501608" y="6432"/>
                  </a:lnTo>
                  <a:lnTo>
                    <a:pt x="4405483" y="7623"/>
                  </a:lnTo>
                  <a:lnTo>
                    <a:pt x="4316422" y="8931"/>
                  </a:lnTo>
                  <a:lnTo>
                    <a:pt x="4234313" y="10366"/>
                  </a:lnTo>
                  <a:lnTo>
                    <a:pt x="4158736" y="11944"/>
                  </a:lnTo>
                  <a:lnTo>
                    <a:pt x="4089079" y="13681"/>
                  </a:lnTo>
                  <a:lnTo>
                    <a:pt x="4024613" y="15597"/>
                  </a:lnTo>
                  <a:lnTo>
                    <a:pt x="3964564" y="17712"/>
                  </a:lnTo>
                  <a:lnTo>
                    <a:pt x="3908157" y="20045"/>
                  </a:lnTo>
                  <a:lnTo>
                    <a:pt x="3854654" y="22610"/>
                  </a:lnTo>
                  <a:lnTo>
                    <a:pt x="3820202" y="24456"/>
                  </a:lnTo>
                  <a:lnTo>
                    <a:pt x="3758663" y="28141"/>
                  </a:lnTo>
                  <a:lnTo>
                    <a:pt x="3699041" y="32196"/>
                  </a:lnTo>
                  <a:lnTo>
                    <a:pt x="3640623" y="36626"/>
                  </a:lnTo>
                  <a:lnTo>
                    <a:pt x="3582886" y="41424"/>
                  </a:lnTo>
                  <a:lnTo>
                    <a:pt x="3525457" y="46571"/>
                  </a:lnTo>
                  <a:lnTo>
                    <a:pt x="3468096" y="52032"/>
                  </a:lnTo>
                  <a:lnTo>
                    <a:pt x="3410667" y="57757"/>
                  </a:lnTo>
                  <a:lnTo>
                    <a:pt x="3353122" y="63684"/>
                  </a:lnTo>
                  <a:lnTo>
                    <a:pt x="3295478" y="69740"/>
                  </a:lnTo>
                  <a:lnTo>
                    <a:pt x="3237790" y="75846"/>
                  </a:lnTo>
                  <a:lnTo>
                    <a:pt x="3180132" y="81918"/>
                  </a:lnTo>
                  <a:lnTo>
                    <a:pt x="3122566" y="87875"/>
                  </a:lnTo>
                  <a:lnTo>
                    <a:pt x="3065117" y="93643"/>
                  </a:lnTo>
                  <a:lnTo>
                    <a:pt x="3007750" y="99158"/>
                  </a:lnTo>
                  <a:lnTo>
                    <a:pt x="2950350" y="104367"/>
                  </a:lnTo>
                  <a:lnTo>
                    <a:pt x="2892694" y="109234"/>
                  </a:lnTo>
                  <a:lnTo>
                    <a:pt x="2834440" y="113734"/>
                  </a:lnTo>
                  <a:lnTo>
                    <a:pt x="2775094" y="117859"/>
                  </a:lnTo>
                  <a:lnTo>
                    <a:pt x="2713981" y="121613"/>
                  </a:lnTo>
                  <a:lnTo>
                    <a:pt x="2702183" y="122281"/>
                  </a:lnTo>
                  <a:lnTo>
                    <a:pt x="2650250" y="125005"/>
                  </a:lnTo>
                  <a:lnTo>
                    <a:pt x="2595861" y="127491"/>
                  </a:lnTo>
                  <a:lnTo>
                    <a:pt x="2538329" y="129750"/>
                  </a:lnTo>
                  <a:lnTo>
                    <a:pt x="2476901" y="131797"/>
                  </a:lnTo>
                  <a:lnTo>
                    <a:pt x="2410797" y="133652"/>
                  </a:lnTo>
                  <a:lnTo>
                    <a:pt x="2339251" y="135334"/>
                  </a:lnTo>
                  <a:lnTo>
                    <a:pt x="2261566" y="136862"/>
                  </a:lnTo>
                  <a:lnTo>
                    <a:pt x="2177183" y="138253"/>
                  </a:lnTo>
                  <a:lnTo>
                    <a:pt x="2085771" y="139521"/>
                  </a:lnTo>
                  <a:lnTo>
                    <a:pt x="1987347" y="140676"/>
                  </a:lnTo>
                  <a:lnTo>
                    <a:pt x="1882418" y="141726"/>
                  </a:lnTo>
                  <a:lnTo>
                    <a:pt x="1772125" y="142674"/>
                  </a:lnTo>
                  <a:lnTo>
                    <a:pt x="1658369" y="143521"/>
                  </a:lnTo>
                  <a:lnTo>
                    <a:pt x="1543870" y="144267"/>
                  </a:lnTo>
                  <a:lnTo>
                    <a:pt x="1432090" y="144908"/>
                  </a:lnTo>
                  <a:lnTo>
                    <a:pt x="1326999" y="145444"/>
                  </a:lnTo>
                  <a:lnTo>
                    <a:pt x="1232639" y="145875"/>
                  </a:lnTo>
                  <a:lnTo>
                    <a:pt x="1152562" y="146204"/>
                  </a:lnTo>
                  <a:lnTo>
                    <a:pt x="1089239" y="146440"/>
                  </a:lnTo>
                  <a:lnTo>
                    <a:pt x="1043587" y="146594"/>
                  </a:lnTo>
                  <a:lnTo>
                    <a:pt x="1014733" y="146683"/>
                  </a:lnTo>
                  <a:lnTo>
                    <a:pt x="1000036" y="146724"/>
                  </a:lnTo>
                  <a:lnTo>
                    <a:pt x="995284" y="146736"/>
                  </a:lnTo>
                  <a:lnTo>
                    <a:pt x="994940" y="146737"/>
                  </a:lnTo>
                  <a:lnTo>
                    <a:pt x="0" y="146737"/>
                  </a:lnTo>
                  <a:lnTo>
                    <a:pt x="0" y="1467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3" name="pg902"/>
            <p:cNvSpPr/>
            <p:nvPr/>
          </p:nvSpPr>
          <p:spPr>
            <a:xfrm>
              <a:off x="1199187" y="4192342"/>
              <a:ext cx="12049831" cy="2384488"/>
            </a:xfrm>
            <a:custGeom>
              <a:avLst/>
              <a:pathLst>
                <a:path w="12049831" h="2384488">
                  <a:moveTo>
                    <a:pt x="0" y="136256"/>
                  </a:moveTo>
                  <a:lnTo>
                    <a:pt x="994940" y="136256"/>
                  </a:lnTo>
                  <a:lnTo>
                    <a:pt x="996076" y="136253"/>
                  </a:lnTo>
                  <a:lnTo>
                    <a:pt x="1003575" y="136236"/>
                  </a:lnTo>
                  <a:lnTo>
                    <a:pt x="1022577" y="136186"/>
                  </a:lnTo>
                  <a:lnTo>
                    <a:pt x="1056800" y="136089"/>
                  </a:lnTo>
                  <a:lnTo>
                    <a:pt x="1108313" y="135929"/>
                  </a:lnTo>
                  <a:lnTo>
                    <a:pt x="1177384" y="135692"/>
                  </a:lnTo>
                  <a:lnTo>
                    <a:pt x="1262543" y="135369"/>
                  </a:lnTo>
                  <a:lnTo>
                    <a:pt x="1360897" y="134953"/>
                  </a:lnTo>
                  <a:lnTo>
                    <a:pt x="1468666" y="134443"/>
                  </a:lnTo>
                  <a:lnTo>
                    <a:pt x="1581772" y="133839"/>
                  </a:lnTo>
                  <a:lnTo>
                    <a:pt x="1696376" y="133143"/>
                  </a:lnTo>
                  <a:lnTo>
                    <a:pt x="1809244" y="132357"/>
                  </a:lnTo>
                  <a:lnTo>
                    <a:pt x="1917929" y="131481"/>
                  </a:lnTo>
                  <a:lnTo>
                    <a:pt x="2020791" y="130513"/>
                  </a:lnTo>
                  <a:lnTo>
                    <a:pt x="2116916" y="129449"/>
                  </a:lnTo>
                  <a:lnTo>
                    <a:pt x="2205977" y="128281"/>
                  </a:lnTo>
                  <a:lnTo>
                    <a:pt x="2288086" y="127000"/>
                  </a:lnTo>
                  <a:lnTo>
                    <a:pt x="2363662" y="125591"/>
                  </a:lnTo>
                  <a:lnTo>
                    <a:pt x="2433320" y="124040"/>
                  </a:lnTo>
                  <a:lnTo>
                    <a:pt x="2497785" y="122329"/>
                  </a:lnTo>
                  <a:lnTo>
                    <a:pt x="2557833" y="120441"/>
                  </a:lnTo>
                  <a:lnTo>
                    <a:pt x="2614241" y="118358"/>
                  </a:lnTo>
                  <a:lnTo>
                    <a:pt x="2667743" y="116067"/>
                  </a:lnTo>
                  <a:lnTo>
                    <a:pt x="2702183" y="114420"/>
                  </a:lnTo>
                  <a:lnTo>
                    <a:pt x="2763745" y="111128"/>
                  </a:lnTo>
                  <a:lnTo>
                    <a:pt x="2823389" y="107507"/>
                  </a:lnTo>
                  <a:lnTo>
                    <a:pt x="2881829" y="103549"/>
                  </a:lnTo>
                  <a:lnTo>
                    <a:pt x="2939588" y="99263"/>
                  </a:lnTo>
                  <a:lnTo>
                    <a:pt x="2997039" y="94665"/>
                  </a:lnTo>
                  <a:lnTo>
                    <a:pt x="3054422" y="89787"/>
                  </a:lnTo>
                  <a:lnTo>
                    <a:pt x="3111873" y="84673"/>
                  </a:lnTo>
                  <a:lnTo>
                    <a:pt x="3169440" y="79378"/>
                  </a:lnTo>
                  <a:lnTo>
                    <a:pt x="3227107" y="73969"/>
                  </a:lnTo>
                  <a:lnTo>
                    <a:pt x="3284817" y="68515"/>
                  </a:lnTo>
                  <a:lnTo>
                    <a:pt x="3342497" y="63092"/>
                  </a:lnTo>
                  <a:lnTo>
                    <a:pt x="3400085" y="57771"/>
                  </a:lnTo>
                  <a:lnTo>
                    <a:pt x="3457556" y="52620"/>
                  </a:lnTo>
                  <a:lnTo>
                    <a:pt x="3514944" y="47696"/>
                  </a:lnTo>
                  <a:lnTo>
                    <a:pt x="3572368" y="43044"/>
                  </a:lnTo>
                  <a:lnTo>
                    <a:pt x="3630048" y="38700"/>
                  </a:lnTo>
                  <a:lnTo>
                    <a:pt x="3688330" y="34682"/>
                  </a:lnTo>
                  <a:lnTo>
                    <a:pt x="3747709" y="31000"/>
                  </a:lnTo>
                  <a:lnTo>
                    <a:pt x="3808860" y="27649"/>
                  </a:lnTo>
                  <a:lnTo>
                    <a:pt x="3820202" y="27076"/>
                  </a:lnTo>
                  <a:lnTo>
                    <a:pt x="3872135" y="24644"/>
                  </a:lnTo>
                  <a:lnTo>
                    <a:pt x="3926525" y="22424"/>
                  </a:lnTo>
                  <a:lnTo>
                    <a:pt x="3984057" y="20407"/>
                  </a:lnTo>
                  <a:lnTo>
                    <a:pt x="4045486" y="18579"/>
                  </a:lnTo>
                  <a:lnTo>
                    <a:pt x="4111592" y="16924"/>
                  </a:lnTo>
                  <a:lnTo>
                    <a:pt x="4183139" y="15422"/>
                  </a:lnTo>
                  <a:lnTo>
                    <a:pt x="4260825" y="14057"/>
                  </a:lnTo>
                  <a:lnTo>
                    <a:pt x="4345209" y="12815"/>
                  </a:lnTo>
                  <a:lnTo>
                    <a:pt x="4436623" y="11683"/>
                  </a:lnTo>
                  <a:lnTo>
                    <a:pt x="4535048" y="10651"/>
                  </a:lnTo>
                  <a:lnTo>
                    <a:pt x="4639979" y="9714"/>
                  </a:lnTo>
                  <a:lnTo>
                    <a:pt x="4750274" y="8868"/>
                  </a:lnTo>
                  <a:lnTo>
                    <a:pt x="4864031" y="8112"/>
                  </a:lnTo>
                  <a:lnTo>
                    <a:pt x="4978532" y="7446"/>
                  </a:lnTo>
                  <a:lnTo>
                    <a:pt x="5090312" y="6873"/>
                  </a:lnTo>
                  <a:lnTo>
                    <a:pt x="5195403" y="6394"/>
                  </a:lnTo>
                  <a:lnTo>
                    <a:pt x="5289761" y="6010"/>
                  </a:lnTo>
                  <a:lnTo>
                    <a:pt x="5369836" y="5716"/>
                  </a:lnTo>
                  <a:lnTo>
                    <a:pt x="5433156" y="5506"/>
                  </a:lnTo>
                  <a:lnTo>
                    <a:pt x="5478806" y="5368"/>
                  </a:lnTo>
                  <a:lnTo>
                    <a:pt x="5507657" y="5289"/>
                  </a:lnTo>
                  <a:lnTo>
                    <a:pt x="5522352" y="5252"/>
                  </a:lnTo>
                  <a:lnTo>
                    <a:pt x="5527101" y="524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79" y="5284"/>
                  </a:lnTo>
                  <a:lnTo>
                    <a:pt x="6530699" y="5595"/>
                  </a:lnTo>
                  <a:lnTo>
                    <a:pt x="6549015" y="6454"/>
                  </a:lnTo>
                  <a:lnTo>
                    <a:pt x="6582049" y="8148"/>
                  </a:lnTo>
                  <a:lnTo>
                    <a:pt x="6631867" y="10949"/>
                  </a:lnTo>
                  <a:lnTo>
                    <a:pt x="6698830" y="15090"/>
                  </a:lnTo>
                  <a:lnTo>
                    <a:pt x="6781635" y="20749"/>
                  </a:lnTo>
                  <a:lnTo>
                    <a:pt x="6877598" y="28034"/>
                  </a:lnTo>
                  <a:lnTo>
                    <a:pt x="6983139" y="36988"/>
                  </a:lnTo>
                  <a:lnTo>
                    <a:pt x="7094341" y="47606"/>
                  </a:lnTo>
                  <a:lnTo>
                    <a:pt x="7207460" y="59858"/>
                  </a:lnTo>
                  <a:lnTo>
                    <a:pt x="7319292" y="73711"/>
                  </a:lnTo>
                  <a:lnTo>
                    <a:pt x="7427367" y="89153"/>
                  </a:lnTo>
                  <a:lnTo>
                    <a:pt x="7529985" y="106209"/>
                  </a:lnTo>
                  <a:lnTo>
                    <a:pt x="7626155" y="124946"/>
                  </a:lnTo>
                  <a:lnTo>
                    <a:pt x="7715466" y="145485"/>
                  </a:lnTo>
                  <a:lnTo>
                    <a:pt x="7797953" y="167997"/>
                  </a:lnTo>
                  <a:lnTo>
                    <a:pt x="7873965" y="192700"/>
                  </a:lnTo>
                  <a:lnTo>
                    <a:pt x="7944059" y="219857"/>
                  </a:lnTo>
                  <a:lnTo>
                    <a:pt x="8008914" y="249764"/>
                  </a:lnTo>
                  <a:lnTo>
                    <a:pt x="8069267" y="282733"/>
                  </a:lnTo>
                  <a:lnTo>
                    <a:pt x="8125870" y="319067"/>
                  </a:lnTo>
                  <a:lnTo>
                    <a:pt x="8179443" y="359015"/>
                  </a:lnTo>
                  <a:lnTo>
                    <a:pt x="8229629" y="401781"/>
                  </a:lnTo>
                  <a:lnTo>
                    <a:pt x="8276634" y="446683"/>
                  </a:lnTo>
                  <a:lnTo>
                    <a:pt x="8322417" y="495025"/>
                  </a:lnTo>
                  <a:lnTo>
                    <a:pt x="8367326" y="546877"/>
                  </a:lnTo>
                  <a:lnTo>
                    <a:pt x="8411637" y="602247"/>
                  </a:lnTo>
                  <a:lnTo>
                    <a:pt x="8455569" y="661073"/>
                  </a:lnTo>
                  <a:lnTo>
                    <a:pt x="8499289" y="723220"/>
                  </a:lnTo>
                  <a:lnTo>
                    <a:pt x="8542920" y="788471"/>
                  </a:lnTo>
                  <a:lnTo>
                    <a:pt x="8586544" y="856533"/>
                  </a:lnTo>
                  <a:lnTo>
                    <a:pt x="8630214" y="927035"/>
                  </a:lnTo>
                  <a:lnTo>
                    <a:pt x="8673950" y="999534"/>
                  </a:lnTo>
                  <a:lnTo>
                    <a:pt x="8717753" y="1073527"/>
                  </a:lnTo>
                  <a:lnTo>
                    <a:pt x="8761604" y="1148466"/>
                  </a:lnTo>
                  <a:lnTo>
                    <a:pt x="8805475" y="1223769"/>
                  </a:lnTo>
                  <a:lnTo>
                    <a:pt x="8849334" y="1298845"/>
                  </a:lnTo>
                  <a:lnTo>
                    <a:pt x="8893150" y="1373109"/>
                  </a:lnTo>
                  <a:lnTo>
                    <a:pt x="8936903" y="1446002"/>
                  </a:lnTo>
                  <a:lnTo>
                    <a:pt x="8980587" y="1517010"/>
                  </a:lnTo>
                  <a:lnTo>
                    <a:pt x="9024219" y="1585675"/>
                  </a:lnTo>
                  <a:lnTo>
                    <a:pt x="9067841" y="1651609"/>
                  </a:lnTo>
                  <a:lnTo>
                    <a:pt x="9111531" y="1714499"/>
                  </a:lnTo>
                  <a:lnTo>
                    <a:pt x="9155401" y="1774112"/>
                  </a:lnTo>
                  <a:lnTo>
                    <a:pt x="9199606" y="1830293"/>
                  </a:lnTo>
                  <a:lnTo>
                    <a:pt x="9244354" y="1882965"/>
                  </a:lnTo>
                  <a:lnTo>
                    <a:pt x="9289906" y="1932119"/>
                  </a:lnTo>
                  <a:lnTo>
                    <a:pt x="9336591" y="1977811"/>
                  </a:lnTo>
                  <a:lnTo>
                    <a:pt x="9347647" y="1987947"/>
                  </a:lnTo>
                  <a:lnTo>
                    <a:pt x="9398891" y="2031558"/>
                  </a:lnTo>
                  <a:lnTo>
                    <a:pt x="9452519" y="2071431"/>
                  </a:lnTo>
                  <a:lnTo>
                    <a:pt x="9509190" y="2107694"/>
                  </a:lnTo>
                  <a:lnTo>
                    <a:pt x="9569627" y="2140598"/>
                  </a:lnTo>
                  <a:lnTo>
                    <a:pt x="9634580" y="2170446"/>
                  </a:lnTo>
                  <a:lnTo>
                    <a:pt x="9704787" y="2197551"/>
                  </a:lnTo>
                  <a:lnTo>
                    <a:pt x="9780925" y="2222207"/>
                  </a:lnTo>
                  <a:lnTo>
                    <a:pt x="9863548" y="2244677"/>
                  </a:lnTo>
                  <a:lnTo>
                    <a:pt x="9952998" y="2265178"/>
                  </a:lnTo>
                  <a:lnTo>
                    <a:pt x="10049304" y="2283881"/>
                  </a:lnTo>
                  <a:lnTo>
                    <a:pt x="10152045" y="2300903"/>
                  </a:lnTo>
                  <a:lnTo>
                    <a:pt x="10260215" y="2316313"/>
                  </a:lnTo>
                  <a:lnTo>
                    <a:pt x="10372101" y="2330134"/>
                  </a:lnTo>
                  <a:lnTo>
                    <a:pt x="10485215" y="2342353"/>
                  </a:lnTo>
                  <a:lnTo>
                    <a:pt x="10596341" y="2352938"/>
                  </a:lnTo>
                  <a:lnTo>
                    <a:pt x="10701727" y="2361858"/>
                  </a:lnTo>
                  <a:lnTo>
                    <a:pt x="10797457" y="2369109"/>
                  </a:lnTo>
                  <a:lnTo>
                    <a:pt x="10879964" y="2374736"/>
                  </a:lnTo>
                  <a:lnTo>
                    <a:pt x="10946588" y="2378849"/>
                  </a:lnTo>
                  <a:lnTo>
                    <a:pt x="10996058" y="2381624"/>
                  </a:lnTo>
                  <a:lnTo>
                    <a:pt x="11028768" y="2383299"/>
                  </a:lnTo>
                  <a:lnTo>
                    <a:pt x="11046819" y="2384144"/>
                  </a:lnTo>
                  <a:lnTo>
                    <a:pt x="11053862" y="2384447"/>
                  </a:lnTo>
                  <a:lnTo>
                    <a:pt x="11054891" y="2384488"/>
                  </a:lnTo>
                  <a:lnTo>
                    <a:pt x="12049831" y="2384488"/>
                  </a:lnTo>
                  <a:lnTo>
                    <a:pt x="12049831" y="2379247"/>
                  </a:lnTo>
                  <a:lnTo>
                    <a:pt x="11054891" y="2379247"/>
                  </a:lnTo>
                  <a:lnTo>
                    <a:pt x="11053798" y="2379204"/>
                  </a:lnTo>
                  <a:lnTo>
                    <a:pt x="11046578" y="2378893"/>
                  </a:lnTo>
                  <a:lnTo>
                    <a:pt x="11028261" y="2378033"/>
                  </a:lnTo>
                  <a:lnTo>
                    <a:pt x="10995228" y="2376339"/>
                  </a:lnTo>
                  <a:lnTo>
                    <a:pt x="10945410" y="2373539"/>
                  </a:lnTo>
                  <a:lnTo>
                    <a:pt x="10878446" y="2369397"/>
                  </a:lnTo>
                  <a:lnTo>
                    <a:pt x="10795641" y="2363738"/>
                  </a:lnTo>
                  <a:lnTo>
                    <a:pt x="10699678" y="2356453"/>
                  </a:lnTo>
                  <a:lnTo>
                    <a:pt x="10594138" y="2347499"/>
                  </a:lnTo>
                  <a:lnTo>
                    <a:pt x="10482936" y="2336881"/>
                  </a:lnTo>
                  <a:lnTo>
                    <a:pt x="10369816" y="2324629"/>
                  </a:lnTo>
                  <a:lnTo>
                    <a:pt x="10257984" y="2310776"/>
                  </a:lnTo>
                  <a:lnTo>
                    <a:pt x="10149910" y="2295334"/>
                  </a:lnTo>
                  <a:lnTo>
                    <a:pt x="10047291" y="2278279"/>
                  </a:lnTo>
                  <a:lnTo>
                    <a:pt x="9951121" y="2259541"/>
                  </a:lnTo>
                  <a:lnTo>
                    <a:pt x="9861810" y="2239002"/>
                  </a:lnTo>
                  <a:lnTo>
                    <a:pt x="9779323" y="2216490"/>
                  </a:lnTo>
                  <a:lnTo>
                    <a:pt x="9703311" y="2191787"/>
                  </a:lnTo>
                  <a:lnTo>
                    <a:pt x="9633217" y="2164630"/>
                  </a:lnTo>
                  <a:lnTo>
                    <a:pt x="9568362" y="2134723"/>
                  </a:lnTo>
                  <a:lnTo>
                    <a:pt x="9508009" y="2101754"/>
                  </a:lnTo>
                  <a:lnTo>
                    <a:pt x="9451407" y="2065420"/>
                  </a:lnTo>
                  <a:lnTo>
                    <a:pt x="9397833" y="2025473"/>
                  </a:lnTo>
                  <a:lnTo>
                    <a:pt x="9347647" y="1982706"/>
                  </a:lnTo>
                  <a:lnTo>
                    <a:pt x="9300643" y="1937805"/>
                  </a:lnTo>
                  <a:lnTo>
                    <a:pt x="9254859" y="1889462"/>
                  </a:lnTo>
                  <a:lnTo>
                    <a:pt x="9209951" y="1837610"/>
                  </a:lnTo>
                  <a:lnTo>
                    <a:pt x="9165639" y="1782240"/>
                  </a:lnTo>
                  <a:lnTo>
                    <a:pt x="9121707" y="1723414"/>
                  </a:lnTo>
                  <a:lnTo>
                    <a:pt x="9077987" y="1661268"/>
                  </a:lnTo>
                  <a:lnTo>
                    <a:pt x="9034357" y="1596017"/>
                  </a:lnTo>
                  <a:lnTo>
                    <a:pt x="8990732" y="1527955"/>
                  </a:lnTo>
                  <a:lnTo>
                    <a:pt x="8947063" y="1457453"/>
                  </a:lnTo>
                  <a:lnTo>
                    <a:pt x="8903326" y="1384954"/>
                  </a:lnTo>
                  <a:lnTo>
                    <a:pt x="8859523" y="1310960"/>
                  </a:lnTo>
                  <a:lnTo>
                    <a:pt x="8815672" y="1236021"/>
                  </a:lnTo>
                  <a:lnTo>
                    <a:pt x="8771801" y="1160718"/>
                  </a:lnTo>
                  <a:lnTo>
                    <a:pt x="8727943" y="1085642"/>
                  </a:lnTo>
                  <a:lnTo>
                    <a:pt x="8684127" y="1011378"/>
                  </a:lnTo>
                  <a:lnTo>
                    <a:pt x="8640374" y="938485"/>
                  </a:lnTo>
                  <a:lnTo>
                    <a:pt x="8596690" y="867477"/>
                  </a:lnTo>
                  <a:lnTo>
                    <a:pt x="8553058" y="798812"/>
                  </a:lnTo>
                  <a:lnTo>
                    <a:pt x="8509435" y="732878"/>
                  </a:lnTo>
                  <a:lnTo>
                    <a:pt x="8465745" y="669989"/>
                  </a:lnTo>
                  <a:lnTo>
                    <a:pt x="8421876" y="610376"/>
                  </a:lnTo>
                  <a:lnTo>
                    <a:pt x="8377670" y="554194"/>
                  </a:lnTo>
                  <a:lnTo>
                    <a:pt x="8332923" y="501523"/>
                  </a:lnTo>
                  <a:lnTo>
                    <a:pt x="8287371" y="452368"/>
                  </a:lnTo>
                  <a:lnTo>
                    <a:pt x="8240685" y="406676"/>
                  </a:lnTo>
                  <a:lnTo>
                    <a:pt x="8229629" y="396541"/>
                  </a:lnTo>
                  <a:lnTo>
                    <a:pt x="8178386" y="352929"/>
                  </a:lnTo>
                  <a:lnTo>
                    <a:pt x="8124758" y="313057"/>
                  </a:lnTo>
                  <a:lnTo>
                    <a:pt x="8068087" y="276794"/>
                  </a:lnTo>
                  <a:lnTo>
                    <a:pt x="8007650" y="243889"/>
                  </a:lnTo>
                  <a:lnTo>
                    <a:pt x="7942697" y="214041"/>
                  </a:lnTo>
                  <a:lnTo>
                    <a:pt x="7872489" y="186937"/>
                  </a:lnTo>
                  <a:lnTo>
                    <a:pt x="7796351" y="162280"/>
                  </a:lnTo>
                  <a:lnTo>
                    <a:pt x="7713729" y="139811"/>
                  </a:lnTo>
                  <a:lnTo>
                    <a:pt x="7624278" y="119309"/>
                  </a:lnTo>
                  <a:lnTo>
                    <a:pt x="7527972" y="100607"/>
                  </a:lnTo>
                  <a:lnTo>
                    <a:pt x="7425231" y="83585"/>
                  </a:lnTo>
                  <a:lnTo>
                    <a:pt x="7317061" y="68175"/>
                  </a:lnTo>
                  <a:lnTo>
                    <a:pt x="7205176" y="54354"/>
                  </a:lnTo>
                  <a:lnTo>
                    <a:pt x="7092062" y="42135"/>
                  </a:lnTo>
                  <a:lnTo>
                    <a:pt x="6980936" y="31550"/>
                  </a:lnTo>
                  <a:lnTo>
                    <a:pt x="6875550" y="22630"/>
                  </a:lnTo>
                  <a:lnTo>
                    <a:pt x="6779820" y="15378"/>
                  </a:lnTo>
                  <a:lnTo>
                    <a:pt x="6697313" y="9751"/>
                  </a:lnTo>
                  <a:lnTo>
                    <a:pt x="6630688" y="5639"/>
                  </a:lnTo>
                  <a:lnTo>
                    <a:pt x="6581219" y="2863"/>
                  </a:lnTo>
                  <a:lnTo>
                    <a:pt x="6548509" y="1189"/>
                  </a:lnTo>
                  <a:lnTo>
                    <a:pt x="6530458" y="344"/>
                  </a:lnTo>
                  <a:lnTo>
                    <a:pt x="6523415" y="4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2"/>
                  </a:lnTo>
                  <a:lnTo>
                    <a:pt x="5518810" y="20"/>
                  </a:lnTo>
                  <a:lnTo>
                    <a:pt x="5499808" y="69"/>
                  </a:lnTo>
                  <a:lnTo>
                    <a:pt x="5465585" y="166"/>
                  </a:lnTo>
                  <a:lnTo>
                    <a:pt x="5414072" y="326"/>
                  </a:lnTo>
                  <a:lnTo>
                    <a:pt x="5345001" y="563"/>
                  </a:lnTo>
                  <a:lnTo>
                    <a:pt x="5259842" y="887"/>
                  </a:lnTo>
                  <a:lnTo>
                    <a:pt x="5161488" y="1302"/>
                  </a:lnTo>
                  <a:lnTo>
                    <a:pt x="5053719" y="1812"/>
                  </a:lnTo>
                  <a:lnTo>
                    <a:pt x="4940613" y="2416"/>
                  </a:lnTo>
                  <a:lnTo>
                    <a:pt x="4826009" y="3112"/>
                  </a:lnTo>
                  <a:lnTo>
                    <a:pt x="4713141" y="3899"/>
                  </a:lnTo>
                  <a:lnTo>
                    <a:pt x="4604456" y="4775"/>
                  </a:lnTo>
                  <a:lnTo>
                    <a:pt x="4501594" y="5743"/>
                  </a:lnTo>
                  <a:lnTo>
                    <a:pt x="4405469" y="6807"/>
                  </a:lnTo>
                  <a:lnTo>
                    <a:pt x="4316408" y="7974"/>
                  </a:lnTo>
                  <a:lnTo>
                    <a:pt x="4234299" y="9256"/>
                  </a:lnTo>
                  <a:lnTo>
                    <a:pt x="4158723" y="10664"/>
                  </a:lnTo>
                  <a:lnTo>
                    <a:pt x="4089065" y="12215"/>
                  </a:lnTo>
                  <a:lnTo>
                    <a:pt x="4024600" y="13926"/>
                  </a:lnTo>
                  <a:lnTo>
                    <a:pt x="3964552" y="15815"/>
                  </a:lnTo>
                  <a:lnTo>
                    <a:pt x="3908144" y="17898"/>
                  </a:lnTo>
                  <a:lnTo>
                    <a:pt x="3854642" y="20188"/>
                  </a:lnTo>
                  <a:lnTo>
                    <a:pt x="3820202" y="21835"/>
                  </a:lnTo>
                  <a:lnTo>
                    <a:pt x="3758639" y="25127"/>
                  </a:lnTo>
                  <a:lnTo>
                    <a:pt x="3698996" y="28749"/>
                  </a:lnTo>
                  <a:lnTo>
                    <a:pt x="3640556" y="32706"/>
                  </a:lnTo>
                  <a:lnTo>
                    <a:pt x="3582797" y="36993"/>
                  </a:lnTo>
                  <a:lnTo>
                    <a:pt x="3525346" y="41590"/>
                  </a:lnTo>
                  <a:lnTo>
                    <a:pt x="3467963" y="46468"/>
                  </a:lnTo>
                  <a:lnTo>
                    <a:pt x="3410512" y="51583"/>
                  </a:lnTo>
                  <a:lnTo>
                    <a:pt x="3352945" y="56877"/>
                  </a:lnTo>
                  <a:lnTo>
                    <a:pt x="3295278" y="62287"/>
                  </a:lnTo>
                  <a:lnTo>
                    <a:pt x="3237568" y="67740"/>
                  </a:lnTo>
                  <a:lnTo>
                    <a:pt x="3179888" y="73164"/>
                  </a:lnTo>
                  <a:lnTo>
                    <a:pt x="3122300" y="78484"/>
                  </a:lnTo>
                  <a:lnTo>
                    <a:pt x="3064829" y="83635"/>
                  </a:lnTo>
                  <a:lnTo>
                    <a:pt x="3007441" y="88560"/>
                  </a:lnTo>
                  <a:lnTo>
                    <a:pt x="2950017" y="93211"/>
                  </a:lnTo>
                  <a:lnTo>
                    <a:pt x="2892337" y="97556"/>
                  </a:lnTo>
                  <a:lnTo>
                    <a:pt x="2834055" y="101573"/>
                  </a:lnTo>
                  <a:lnTo>
                    <a:pt x="2774676" y="105256"/>
                  </a:lnTo>
                  <a:lnTo>
                    <a:pt x="2713525" y="108607"/>
                  </a:lnTo>
                  <a:lnTo>
                    <a:pt x="2702183" y="109179"/>
                  </a:lnTo>
                  <a:lnTo>
                    <a:pt x="2650250" y="111611"/>
                  </a:lnTo>
                  <a:lnTo>
                    <a:pt x="2595860" y="113832"/>
                  </a:lnTo>
                  <a:lnTo>
                    <a:pt x="2538328" y="115848"/>
                  </a:lnTo>
                  <a:lnTo>
                    <a:pt x="2476899" y="117676"/>
                  </a:lnTo>
                  <a:lnTo>
                    <a:pt x="2410793" y="119332"/>
                  </a:lnTo>
                  <a:lnTo>
                    <a:pt x="2339246" y="120834"/>
                  </a:lnTo>
                  <a:lnTo>
                    <a:pt x="2261560" y="122198"/>
                  </a:lnTo>
                  <a:lnTo>
                    <a:pt x="2177176" y="123440"/>
                  </a:lnTo>
                  <a:lnTo>
                    <a:pt x="2085762" y="124573"/>
                  </a:lnTo>
                  <a:lnTo>
                    <a:pt x="1987337" y="125604"/>
                  </a:lnTo>
                  <a:lnTo>
                    <a:pt x="1882406" y="126541"/>
                  </a:lnTo>
                  <a:lnTo>
                    <a:pt x="1772111" y="127387"/>
                  </a:lnTo>
                  <a:lnTo>
                    <a:pt x="1658354" y="128144"/>
                  </a:lnTo>
                  <a:lnTo>
                    <a:pt x="1543853" y="128810"/>
                  </a:lnTo>
                  <a:lnTo>
                    <a:pt x="1432073" y="129382"/>
                  </a:lnTo>
                  <a:lnTo>
                    <a:pt x="1326982" y="129861"/>
                  </a:lnTo>
                  <a:lnTo>
                    <a:pt x="1232624" y="130246"/>
                  </a:lnTo>
                  <a:lnTo>
                    <a:pt x="1152549" y="130539"/>
                  </a:lnTo>
                  <a:lnTo>
                    <a:pt x="1089229" y="130750"/>
                  </a:lnTo>
                  <a:lnTo>
                    <a:pt x="1043579" y="130887"/>
                  </a:lnTo>
                  <a:lnTo>
                    <a:pt x="1014728" y="130967"/>
                  </a:lnTo>
                  <a:lnTo>
                    <a:pt x="1000033" y="131004"/>
                  </a:lnTo>
                  <a:lnTo>
                    <a:pt x="995284" y="131015"/>
                  </a:lnTo>
                  <a:lnTo>
                    <a:pt x="994940" y="131015"/>
                  </a:lnTo>
                  <a:lnTo>
                    <a:pt x="0" y="131015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04" name="pl903"/>
            <p:cNvSpPr/>
            <p:nvPr/>
          </p:nvSpPr>
          <p:spPr>
            <a:xfrm>
              <a:off x="1199187" y="4197583"/>
              <a:ext cx="12049831" cy="2379247"/>
            </a:xfrm>
            <a:custGeom>
              <a:avLst/>
              <a:pathLst>
                <a:path w="12049831" h="2379247">
                  <a:moveTo>
                    <a:pt x="0" y="131015"/>
                  </a:moveTo>
                  <a:lnTo>
                    <a:pt x="994940" y="131015"/>
                  </a:lnTo>
                  <a:lnTo>
                    <a:pt x="996076" y="131013"/>
                  </a:lnTo>
                  <a:lnTo>
                    <a:pt x="1003575" y="130995"/>
                  </a:lnTo>
                  <a:lnTo>
                    <a:pt x="1022577" y="130946"/>
                  </a:lnTo>
                  <a:lnTo>
                    <a:pt x="1056800" y="130849"/>
                  </a:lnTo>
                  <a:lnTo>
                    <a:pt x="1108313" y="130688"/>
                  </a:lnTo>
                  <a:lnTo>
                    <a:pt x="1177384" y="130451"/>
                  </a:lnTo>
                  <a:lnTo>
                    <a:pt x="1262543" y="130128"/>
                  </a:lnTo>
                  <a:lnTo>
                    <a:pt x="1360897" y="129713"/>
                  </a:lnTo>
                  <a:lnTo>
                    <a:pt x="1468666" y="129203"/>
                  </a:lnTo>
                  <a:lnTo>
                    <a:pt x="1581772" y="128599"/>
                  </a:lnTo>
                  <a:lnTo>
                    <a:pt x="1696376" y="127903"/>
                  </a:lnTo>
                  <a:lnTo>
                    <a:pt x="1809244" y="127116"/>
                  </a:lnTo>
                  <a:lnTo>
                    <a:pt x="1917929" y="126240"/>
                  </a:lnTo>
                  <a:lnTo>
                    <a:pt x="2020791" y="125272"/>
                  </a:lnTo>
                  <a:lnTo>
                    <a:pt x="2116916" y="124208"/>
                  </a:lnTo>
                  <a:lnTo>
                    <a:pt x="2205977" y="123041"/>
                  </a:lnTo>
                  <a:lnTo>
                    <a:pt x="2288086" y="121759"/>
                  </a:lnTo>
                  <a:lnTo>
                    <a:pt x="2363662" y="120351"/>
                  </a:lnTo>
                  <a:lnTo>
                    <a:pt x="2433320" y="118800"/>
                  </a:lnTo>
                  <a:lnTo>
                    <a:pt x="2497785" y="117089"/>
                  </a:lnTo>
                  <a:lnTo>
                    <a:pt x="2557833" y="115200"/>
                  </a:lnTo>
                  <a:lnTo>
                    <a:pt x="2614241" y="113117"/>
                  </a:lnTo>
                  <a:lnTo>
                    <a:pt x="2667743" y="110827"/>
                  </a:lnTo>
                  <a:lnTo>
                    <a:pt x="2702183" y="109179"/>
                  </a:lnTo>
                  <a:lnTo>
                    <a:pt x="2763745" y="105888"/>
                  </a:lnTo>
                  <a:lnTo>
                    <a:pt x="2823389" y="102266"/>
                  </a:lnTo>
                  <a:lnTo>
                    <a:pt x="2881829" y="98309"/>
                  </a:lnTo>
                  <a:lnTo>
                    <a:pt x="2939588" y="94022"/>
                  </a:lnTo>
                  <a:lnTo>
                    <a:pt x="2997039" y="89424"/>
                  </a:lnTo>
                  <a:lnTo>
                    <a:pt x="3054422" y="84546"/>
                  </a:lnTo>
                  <a:lnTo>
                    <a:pt x="3111873" y="79432"/>
                  </a:lnTo>
                  <a:lnTo>
                    <a:pt x="3169440" y="74138"/>
                  </a:lnTo>
                  <a:lnTo>
                    <a:pt x="3227107" y="68728"/>
                  </a:lnTo>
                  <a:lnTo>
                    <a:pt x="3284817" y="63274"/>
                  </a:lnTo>
                  <a:lnTo>
                    <a:pt x="3342497" y="57851"/>
                  </a:lnTo>
                  <a:lnTo>
                    <a:pt x="3400085" y="52531"/>
                  </a:lnTo>
                  <a:lnTo>
                    <a:pt x="3457556" y="47379"/>
                  </a:lnTo>
                  <a:lnTo>
                    <a:pt x="3514944" y="42455"/>
                  </a:lnTo>
                  <a:lnTo>
                    <a:pt x="3572368" y="37804"/>
                  </a:lnTo>
                  <a:lnTo>
                    <a:pt x="3630048" y="33459"/>
                  </a:lnTo>
                  <a:lnTo>
                    <a:pt x="3688330" y="29441"/>
                  </a:lnTo>
                  <a:lnTo>
                    <a:pt x="3747709" y="25759"/>
                  </a:lnTo>
                  <a:lnTo>
                    <a:pt x="3808860" y="22408"/>
                  </a:lnTo>
                  <a:lnTo>
                    <a:pt x="3820202" y="21835"/>
                  </a:lnTo>
                  <a:lnTo>
                    <a:pt x="3872135" y="19404"/>
                  </a:lnTo>
                  <a:lnTo>
                    <a:pt x="3926525" y="17183"/>
                  </a:lnTo>
                  <a:lnTo>
                    <a:pt x="3984057" y="15166"/>
                  </a:lnTo>
                  <a:lnTo>
                    <a:pt x="4045486" y="13339"/>
                  </a:lnTo>
                  <a:lnTo>
                    <a:pt x="4111592" y="11683"/>
                  </a:lnTo>
                  <a:lnTo>
                    <a:pt x="4183139" y="10181"/>
                  </a:lnTo>
                  <a:lnTo>
                    <a:pt x="4260825" y="8817"/>
                  </a:lnTo>
                  <a:lnTo>
                    <a:pt x="4345209" y="7574"/>
                  </a:lnTo>
                  <a:lnTo>
                    <a:pt x="4436623" y="6442"/>
                  </a:lnTo>
                  <a:lnTo>
                    <a:pt x="4535048" y="5411"/>
                  </a:lnTo>
                  <a:lnTo>
                    <a:pt x="4639979" y="4474"/>
                  </a:lnTo>
                  <a:lnTo>
                    <a:pt x="4750274" y="3627"/>
                  </a:lnTo>
                  <a:lnTo>
                    <a:pt x="4864031" y="2871"/>
                  </a:lnTo>
                  <a:lnTo>
                    <a:pt x="4978532" y="2205"/>
                  </a:lnTo>
                  <a:lnTo>
                    <a:pt x="5090312" y="1632"/>
                  </a:lnTo>
                  <a:lnTo>
                    <a:pt x="5195403" y="1154"/>
                  </a:lnTo>
                  <a:lnTo>
                    <a:pt x="5289761" y="769"/>
                  </a:lnTo>
                  <a:lnTo>
                    <a:pt x="5369836" y="476"/>
                  </a:lnTo>
                  <a:lnTo>
                    <a:pt x="5433156" y="265"/>
                  </a:lnTo>
                  <a:lnTo>
                    <a:pt x="5478806" y="128"/>
                  </a:lnTo>
                  <a:lnTo>
                    <a:pt x="5507657" y="48"/>
                  </a:lnTo>
                  <a:lnTo>
                    <a:pt x="5522352" y="11"/>
                  </a:lnTo>
                  <a:lnTo>
                    <a:pt x="5527101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79" y="43"/>
                  </a:lnTo>
                  <a:lnTo>
                    <a:pt x="6530699" y="354"/>
                  </a:lnTo>
                  <a:lnTo>
                    <a:pt x="6549015" y="1214"/>
                  </a:lnTo>
                  <a:lnTo>
                    <a:pt x="6582049" y="2907"/>
                  </a:lnTo>
                  <a:lnTo>
                    <a:pt x="6631867" y="5708"/>
                  </a:lnTo>
                  <a:lnTo>
                    <a:pt x="6698830" y="9850"/>
                  </a:lnTo>
                  <a:lnTo>
                    <a:pt x="6781635" y="15509"/>
                  </a:lnTo>
                  <a:lnTo>
                    <a:pt x="6877598" y="22793"/>
                  </a:lnTo>
                  <a:lnTo>
                    <a:pt x="6983139" y="31748"/>
                  </a:lnTo>
                  <a:lnTo>
                    <a:pt x="7094341" y="42366"/>
                  </a:lnTo>
                  <a:lnTo>
                    <a:pt x="7207460" y="54618"/>
                  </a:lnTo>
                  <a:lnTo>
                    <a:pt x="7319292" y="68470"/>
                  </a:lnTo>
                  <a:lnTo>
                    <a:pt x="7427367" y="83913"/>
                  </a:lnTo>
                  <a:lnTo>
                    <a:pt x="7529985" y="100968"/>
                  </a:lnTo>
                  <a:lnTo>
                    <a:pt x="7626155" y="119705"/>
                  </a:lnTo>
                  <a:lnTo>
                    <a:pt x="7715466" y="140245"/>
                  </a:lnTo>
                  <a:lnTo>
                    <a:pt x="7797953" y="162756"/>
                  </a:lnTo>
                  <a:lnTo>
                    <a:pt x="7873965" y="187460"/>
                  </a:lnTo>
                  <a:lnTo>
                    <a:pt x="7944059" y="214617"/>
                  </a:lnTo>
                  <a:lnTo>
                    <a:pt x="8008914" y="244523"/>
                  </a:lnTo>
                  <a:lnTo>
                    <a:pt x="8069267" y="277493"/>
                  </a:lnTo>
                  <a:lnTo>
                    <a:pt x="8125870" y="313827"/>
                  </a:lnTo>
                  <a:lnTo>
                    <a:pt x="8179443" y="353774"/>
                  </a:lnTo>
                  <a:lnTo>
                    <a:pt x="8229629" y="396541"/>
                  </a:lnTo>
                  <a:lnTo>
                    <a:pt x="8276634" y="441442"/>
                  </a:lnTo>
                  <a:lnTo>
                    <a:pt x="8322417" y="489784"/>
                  </a:lnTo>
                  <a:lnTo>
                    <a:pt x="8367326" y="541637"/>
                  </a:lnTo>
                  <a:lnTo>
                    <a:pt x="8411637" y="597007"/>
                  </a:lnTo>
                  <a:lnTo>
                    <a:pt x="8455569" y="655833"/>
                  </a:lnTo>
                  <a:lnTo>
                    <a:pt x="8499289" y="717979"/>
                  </a:lnTo>
                  <a:lnTo>
                    <a:pt x="8542920" y="783230"/>
                  </a:lnTo>
                  <a:lnTo>
                    <a:pt x="8586544" y="851292"/>
                  </a:lnTo>
                  <a:lnTo>
                    <a:pt x="8630214" y="921794"/>
                  </a:lnTo>
                  <a:lnTo>
                    <a:pt x="8673950" y="994293"/>
                  </a:lnTo>
                  <a:lnTo>
                    <a:pt x="8717753" y="1068287"/>
                  </a:lnTo>
                  <a:lnTo>
                    <a:pt x="8761604" y="1143225"/>
                  </a:lnTo>
                  <a:lnTo>
                    <a:pt x="8805475" y="1218529"/>
                  </a:lnTo>
                  <a:lnTo>
                    <a:pt x="8849334" y="1293605"/>
                  </a:lnTo>
                  <a:lnTo>
                    <a:pt x="8893150" y="1367868"/>
                  </a:lnTo>
                  <a:lnTo>
                    <a:pt x="8936903" y="1440762"/>
                  </a:lnTo>
                  <a:lnTo>
                    <a:pt x="8980587" y="1511770"/>
                  </a:lnTo>
                  <a:lnTo>
                    <a:pt x="9024219" y="1580435"/>
                  </a:lnTo>
                  <a:lnTo>
                    <a:pt x="9067841" y="1646368"/>
                  </a:lnTo>
                  <a:lnTo>
                    <a:pt x="9111531" y="1709258"/>
                  </a:lnTo>
                  <a:lnTo>
                    <a:pt x="9155401" y="1768871"/>
                  </a:lnTo>
                  <a:lnTo>
                    <a:pt x="9199606" y="1825053"/>
                  </a:lnTo>
                  <a:lnTo>
                    <a:pt x="9244354" y="1877724"/>
                  </a:lnTo>
                  <a:lnTo>
                    <a:pt x="9289906" y="1926878"/>
                  </a:lnTo>
                  <a:lnTo>
                    <a:pt x="9336591" y="1972570"/>
                  </a:lnTo>
                  <a:lnTo>
                    <a:pt x="9347647" y="1982706"/>
                  </a:lnTo>
                  <a:lnTo>
                    <a:pt x="9398891" y="2026318"/>
                  </a:lnTo>
                  <a:lnTo>
                    <a:pt x="9452519" y="2066190"/>
                  </a:lnTo>
                  <a:lnTo>
                    <a:pt x="9509190" y="2102453"/>
                  </a:lnTo>
                  <a:lnTo>
                    <a:pt x="9569627" y="2135357"/>
                  </a:lnTo>
                  <a:lnTo>
                    <a:pt x="9634580" y="2165205"/>
                  </a:lnTo>
                  <a:lnTo>
                    <a:pt x="9704787" y="2192310"/>
                  </a:lnTo>
                  <a:lnTo>
                    <a:pt x="9780925" y="2216966"/>
                  </a:lnTo>
                  <a:lnTo>
                    <a:pt x="9863548" y="2239436"/>
                  </a:lnTo>
                  <a:lnTo>
                    <a:pt x="9952998" y="2259938"/>
                  </a:lnTo>
                  <a:lnTo>
                    <a:pt x="10049304" y="2278640"/>
                  </a:lnTo>
                  <a:lnTo>
                    <a:pt x="10152045" y="2295662"/>
                  </a:lnTo>
                  <a:lnTo>
                    <a:pt x="10260215" y="2311072"/>
                  </a:lnTo>
                  <a:lnTo>
                    <a:pt x="10372101" y="2324893"/>
                  </a:lnTo>
                  <a:lnTo>
                    <a:pt x="10485215" y="2337112"/>
                  </a:lnTo>
                  <a:lnTo>
                    <a:pt x="10596341" y="2347697"/>
                  </a:lnTo>
                  <a:lnTo>
                    <a:pt x="10701727" y="2356617"/>
                  </a:lnTo>
                  <a:lnTo>
                    <a:pt x="10797457" y="2363868"/>
                  </a:lnTo>
                  <a:lnTo>
                    <a:pt x="10879964" y="2369495"/>
                  </a:lnTo>
                  <a:lnTo>
                    <a:pt x="10946588" y="2373608"/>
                  </a:lnTo>
                  <a:lnTo>
                    <a:pt x="10996058" y="2376384"/>
                  </a:lnTo>
                  <a:lnTo>
                    <a:pt x="11028768" y="2378058"/>
                  </a:lnTo>
                  <a:lnTo>
                    <a:pt x="11046819" y="2378903"/>
                  </a:lnTo>
                  <a:lnTo>
                    <a:pt x="11053862" y="2379206"/>
                  </a:lnTo>
                  <a:lnTo>
                    <a:pt x="11054891" y="2379247"/>
                  </a:lnTo>
                  <a:lnTo>
                    <a:pt x="12049831" y="2379247"/>
                  </a:lnTo>
                  <a:lnTo>
                    <a:pt x="12049831" y="23792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5" name="pl904"/>
            <p:cNvSpPr/>
            <p:nvPr/>
          </p:nvSpPr>
          <p:spPr>
            <a:xfrm>
              <a:off x="1199187" y="4192342"/>
              <a:ext cx="12049831" cy="2379247"/>
            </a:xfrm>
            <a:custGeom>
              <a:avLst/>
              <a:pathLst>
                <a:path w="12049831" h="2379247">
                  <a:moveTo>
                    <a:pt x="12049831" y="2379247"/>
                  </a:moveTo>
                  <a:lnTo>
                    <a:pt x="11054891" y="2379247"/>
                  </a:lnTo>
                  <a:lnTo>
                    <a:pt x="11053798" y="2379204"/>
                  </a:lnTo>
                  <a:lnTo>
                    <a:pt x="11046578" y="2378893"/>
                  </a:lnTo>
                  <a:lnTo>
                    <a:pt x="11028261" y="2378033"/>
                  </a:lnTo>
                  <a:lnTo>
                    <a:pt x="10995228" y="2376339"/>
                  </a:lnTo>
                  <a:lnTo>
                    <a:pt x="10945410" y="2373539"/>
                  </a:lnTo>
                  <a:lnTo>
                    <a:pt x="10878446" y="2369397"/>
                  </a:lnTo>
                  <a:lnTo>
                    <a:pt x="10795641" y="2363738"/>
                  </a:lnTo>
                  <a:lnTo>
                    <a:pt x="10699678" y="2356453"/>
                  </a:lnTo>
                  <a:lnTo>
                    <a:pt x="10594138" y="2347499"/>
                  </a:lnTo>
                  <a:lnTo>
                    <a:pt x="10482936" y="2336881"/>
                  </a:lnTo>
                  <a:lnTo>
                    <a:pt x="10369816" y="2324629"/>
                  </a:lnTo>
                  <a:lnTo>
                    <a:pt x="10257984" y="2310776"/>
                  </a:lnTo>
                  <a:lnTo>
                    <a:pt x="10149910" y="2295334"/>
                  </a:lnTo>
                  <a:lnTo>
                    <a:pt x="10047291" y="2278279"/>
                  </a:lnTo>
                  <a:lnTo>
                    <a:pt x="9951121" y="2259541"/>
                  </a:lnTo>
                  <a:lnTo>
                    <a:pt x="9861810" y="2239002"/>
                  </a:lnTo>
                  <a:lnTo>
                    <a:pt x="9779323" y="2216490"/>
                  </a:lnTo>
                  <a:lnTo>
                    <a:pt x="9703311" y="2191787"/>
                  </a:lnTo>
                  <a:lnTo>
                    <a:pt x="9633217" y="2164630"/>
                  </a:lnTo>
                  <a:lnTo>
                    <a:pt x="9568362" y="2134723"/>
                  </a:lnTo>
                  <a:lnTo>
                    <a:pt x="9508009" y="2101754"/>
                  </a:lnTo>
                  <a:lnTo>
                    <a:pt x="9451407" y="2065420"/>
                  </a:lnTo>
                  <a:lnTo>
                    <a:pt x="9397833" y="2025473"/>
                  </a:lnTo>
                  <a:lnTo>
                    <a:pt x="9347647" y="1982706"/>
                  </a:lnTo>
                  <a:lnTo>
                    <a:pt x="9300643" y="1937805"/>
                  </a:lnTo>
                  <a:lnTo>
                    <a:pt x="9254859" y="1889462"/>
                  </a:lnTo>
                  <a:lnTo>
                    <a:pt x="9209951" y="1837610"/>
                  </a:lnTo>
                  <a:lnTo>
                    <a:pt x="9165639" y="1782240"/>
                  </a:lnTo>
                  <a:lnTo>
                    <a:pt x="9121707" y="1723414"/>
                  </a:lnTo>
                  <a:lnTo>
                    <a:pt x="9077987" y="1661268"/>
                  </a:lnTo>
                  <a:lnTo>
                    <a:pt x="9034357" y="1596017"/>
                  </a:lnTo>
                  <a:lnTo>
                    <a:pt x="8990732" y="1527955"/>
                  </a:lnTo>
                  <a:lnTo>
                    <a:pt x="8947063" y="1457453"/>
                  </a:lnTo>
                  <a:lnTo>
                    <a:pt x="8903326" y="1384954"/>
                  </a:lnTo>
                  <a:lnTo>
                    <a:pt x="8859523" y="1310960"/>
                  </a:lnTo>
                  <a:lnTo>
                    <a:pt x="8815672" y="1236021"/>
                  </a:lnTo>
                  <a:lnTo>
                    <a:pt x="8771801" y="1160718"/>
                  </a:lnTo>
                  <a:lnTo>
                    <a:pt x="8727943" y="1085642"/>
                  </a:lnTo>
                  <a:lnTo>
                    <a:pt x="8684127" y="1011378"/>
                  </a:lnTo>
                  <a:lnTo>
                    <a:pt x="8640374" y="938485"/>
                  </a:lnTo>
                  <a:lnTo>
                    <a:pt x="8596690" y="867477"/>
                  </a:lnTo>
                  <a:lnTo>
                    <a:pt x="8553058" y="798812"/>
                  </a:lnTo>
                  <a:lnTo>
                    <a:pt x="8509435" y="732878"/>
                  </a:lnTo>
                  <a:lnTo>
                    <a:pt x="8465745" y="669989"/>
                  </a:lnTo>
                  <a:lnTo>
                    <a:pt x="8421876" y="610376"/>
                  </a:lnTo>
                  <a:lnTo>
                    <a:pt x="8377670" y="554194"/>
                  </a:lnTo>
                  <a:lnTo>
                    <a:pt x="8332923" y="501523"/>
                  </a:lnTo>
                  <a:lnTo>
                    <a:pt x="8287371" y="452368"/>
                  </a:lnTo>
                  <a:lnTo>
                    <a:pt x="8240685" y="406676"/>
                  </a:lnTo>
                  <a:lnTo>
                    <a:pt x="8229629" y="396541"/>
                  </a:lnTo>
                  <a:lnTo>
                    <a:pt x="8178386" y="352929"/>
                  </a:lnTo>
                  <a:lnTo>
                    <a:pt x="8124758" y="313057"/>
                  </a:lnTo>
                  <a:lnTo>
                    <a:pt x="8068087" y="276794"/>
                  </a:lnTo>
                  <a:lnTo>
                    <a:pt x="8007650" y="243889"/>
                  </a:lnTo>
                  <a:lnTo>
                    <a:pt x="7942697" y="214041"/>
                  </a:lnTo>
                  <a:lnTo>
                    <a:pt x="7872489" y="186937"/>
                  </a:lnTo>
                  <a:lnTo>
                    <a:pt x="7796351" y="162280"/>
                  </a:lnTo>
                  <a:lnTo>
                    <a:pt x="7713729" y="139811"/>
                  </a:lnTo>
                  <a:lnTo>
                    <a:pt x="7624278" y="119309"/>
                  </a:lnTo>
                  <a:lnTo>
                    <a:pt x="7527972" y="100607"/>
                  </a:lnTo>
                  <a:lnTo>
                    <a:pt x="7425231" y="83585"/>
                  </a:lnTo>
                  <a:lnTo>
                    <a:pt x="7317061" y="68175"/>
                  </a:lnTo>
                  <a:lnTo>
                    <a:pt x="7205176" y="54354"/>
                  </a:lnTo>
                  <a:lnTo>
                    <a:pt x="7092062" y="42135"/>
                  </a:lnTo>
                  <a:lnTo>
                    <a:pt x="6980936" y="31550"/>
                  </a:lnTo>
                  <a:lnTo>
                    <a:pt x="6875550" y="22630"/>
                  </a:lnTo>
                  <a:lnTo>
                    <a:pt x="6779820" y="15378"/>
                  </a:lnTo>
                  <a:lnTo>
                    <a:pt x="6697313" y="9751"/>
                  </a:lnTo>
                  <a:lnTo>
                    <a:pt x="6630688" y="5639"/>
                  </a:lnTo>
                  <a:lnTo>
                    <a:pt x="6581219" y="2863"/>
                  </a:lnTo>
                  <a:lnTo>
                    <a:pt x="6548509" y="1189"/>
                  </a:lnTo>
                  <a:lnTo>
                    <a:pt x="6530458" y="344"/>
                  </a:lnTo>
                  <a:lnTo>
                    <a:pt x="6523415" y="4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2"/>
                  </a:lnTo>
                  <a:lnTo>
                    <a:pt x="5518810" y="20"/>
                  </a:lnTo>
                  <a:lnTo>
                    <a:pt x="5499808" y="69"/>
                  </a:lnTo>
                  <a:lnTo>
                    <a:pt x="5465585" y="166"/>
                  </a:lnTo>
                  <a:lnTo>
                    <a:pt x="5414072" y="326"/>
                  </a:lnTo>
                  <a:lnTo>
                    <a:pt x="5345001" y="563"/>
                  </a:lnTo>
                  <a:lnTo>
                    <a:pt x="5259842" y="887"/>
                  </a:lnTo>
                  <a:lnTo>
                    <a:pt x="5161488" y="1302"/>
                  </a:lnTo>
                  <a:lnTo>
                    <a:pt x="5053719" y="1812"/>
                  </a:lnTo>
                  <a:lnTo>
                    <a:pt x="4940613" y="2416"/>
                  </a:lnTo>
                  <a:lnTo>
                    <a:pt x="4826009" y="3112"/>
                  </a:lnTo>
                  <a:lnTo>
                    <a:pt x="4713141" y="3899"/>
                  </a:lnTo>
                  <a:lnTo>
                    <a:pt x="4604456" y="4775"/>
                  </a:lnTo>
                  <a:lnTo>
                    <a:pt x="4501594" y="5743"/>
                  </a:lnTo>
                  <a:lnTo>
                    <a:pt x="4405469" y="6807"/>
                  </a:lnTo>
                  <a:lnTo>
                    <a:pt x="4316408" y="7974"/>
                  </a:lnTo>
                  <a:lnTo>
                    <a:pt x="4234299" y="9256"/>
                  </a:lnTo>
                  <a:lnTo>
                    <a:pt x="4158723" y="10664"/>
                  </a:lnTo>
                  <a:lnTo>
                    <a:pt x="4089065" y="12215"/>
                  </a:lnTo>
                  <a:lnTo>
                    <a:pt x="4024600" y="13926"/>
                  </a:lnTo>
                  <a:lnTo>
                    <a:pt x="3964552" y="15815"/>
                  </a:lnTo>
                  <a:lnTo>
                    <a:pt x="3908144" y="17898"/>
                  </a:lnTo>
                  <a:lnTo>
                    <a:pt x="3854642" y="20188"/>
                  </a:lnTo>
                  <a:lnTo>
                    <a:pt x="3820202" y="21835"/>
                  </a:lnTo>
                  <a:lnTo>
                    <a:pt x="3758639" y="25127"/>
                  </a:lnTo>
                  <a:lnTo>
                    <a:pt x="3698996" y="28749"/>
                  </a:lnTo>
                  <a:lnTo>
                    <a:pt x="3640556" y="32706"/>
                  </a:lnTo>
                  <a:lnTo>
                    <a:pt x="3582797" y="36993"/>
                  </a:lnTo>
                  <a:lnTo>
                    <a:pt x="3525346" y="41590"/>
                  </a:lnTo>
                  <a:lnTo>
                    <a:pt x="3467963" y="46468"/>
                  </a:lnTo>
                  <a:lnTo>
                    <a:pt x="3410512" y="51583"/>
                  </a:lnTo>
                  <a:lnTo>
                    <a:pt x="3352945" y="56877"/>
                  </a:lnTo>
                  <a:lnTo>
                    <a:pt x="3295278" y="62287"/>
                  </a:lnTo>
                  <a:lnTo>
                    <a:pt x="3237568" y="67740"/>
                  </a:lnTo>
                  <a:lnTo>
                    <a:pt x="3179888" y="73164"/>
                  </a:lnTo>
                  <a:lnTo>
                    <a:pt x="3122300" y="78484"/>
                  </a:lnTo>
                  <a:lnTo>
                    <a:pt x="3064829" y="83635"/>
                  </a:lnTo>
                  <a:lnTo>
                    <a:pt x="3007441" y="88560"/>
                  </a:lnTo>
                  <a:lnTo>
                    <a:pt x="2950017" y="93211"/>
                  </a:lnTo>
                  <a:lnTo>
                    <a:pt x="2892337" y="97556"/>
                  </a:lnTo>
                  <a:lnTo>
                    <a:pt x="2834055" y="101573"/>
                  </a:lnTo>
                  <a:lnTo>
                    <a:pt x="2774676" y="105256"/>
                  </a:lnTo>
                  <a:lnTo>
                    <a:pt x="2713525" y="108607"/>
                  </a:lnTo>
                  <a:lnTo>
                    <a:pt x="2702183" y="109179"/>
                  </a:lnTo>
                  <a:lnTo>
                    <a:pt x="2650250" y="111611"/>
                  </a:lnTo>
                  <a:lnTo>
                    <a:pt x="2595860" y="113832"/>
                  </a:lnTo>
                  <a:lnTo>
                    <a:pt x="2538328" y="115848"/>
                  </a:lnTo>
                  <a:lnTo>
                    <a:pt x="2476899" y="117676"/>
                  </a:lnTo>
                  <a:lnTo>
                    <a:pt x="2410793" y="119332"/>
                  </a:lnTo>
                  <a:lnTo>
                    <a:pt x="2339246" y="120834"/>
                  </a:lnTo>
                  <a:lnTo>
                    <a:pt x="2261560" y="122198"/>
                  </a:lnTo>
                  <a:lnTo>
                    <a:pt x="2177176" y="123440"/>
                  </a:lnTo>
                  <a:lnTo>
                    <a:pt x="2085762" y="124573"/>
                  </a:lnTo>
                  <a:lnTo>
                    <a:pt x="1987337" y="125604"/>
                  </a:lnTo>
                  <a:lnTo>
                    <a:pt x="1882406" y="126541"/>
                  </a:lnTo>
                  <a:lnTo>
                    <a:pt x="1772111" y="127387"/>
                  </a:lnTo>
                  <a:lnTo>
                    <a:pt x="1658354" y="128144"/>
                  </a:lnTo>
                  <a:lnTo>
                    <a:pt x="1543853" y="128810"/>
                  </a:lnTo>
                  <a:lnTo>
                    <a:pt x="1432073" y="129382"/>
                  </a:lnTo>
                  <a:lnTo>
                    <a:pt x="1326982" y="129861"/>
                  </a:lnTo>
                  <a:lnTo>
                    <a:pt x="1232624" y="130246"/>
                  </a:lnTo>
                  <a:lnTo>
                    <a:pt x="1152549" y="130539"/>
                  </a:lnTo>
                  <a:lnTo>
                    <a:pt x="1089229" y="130750"/>
                  </a:lnTo>
                  <a:lnTo>
                    <a:pt x="1043579" y="130887"/>
                  </a:lnTo>
                  <a:lnTo>
                    <a:pt x="1014728" y="130967"/>
                  </a:lnTo>
                  <a:lnTo>
                    <a:pt x="1000033" y="131004"/>
                  </a:lnTo>
                  <a:lnTo>
                    <a:pt x="995284" y="131015"/>
                  </a:lnTo>
                  <a:lnTo>
                    <a:pt x="994940" y="131015"/>
                  </a:lnTo>
                  <a:lnTo>
                    <a:pt x="0" y="131015"/>
                  </a:lnTo>
                  <a:lnTo>
                    <a:pt x="0" y="1310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6" name="pg905"/>
            <p:cNvSpPr/>
            <p:nvPr/>
          </p:nvSpPr>
          <p:spPr>
            <a:xfrm>
              <a:off x="1199187" y="4438652"/>
              <a:ext cx="12049831" cy="508341"/>
            </a:xfrm>
            <a:custGeom>
              <a:avLst/>
              <a:pathLst>
                <a:path w="12049831" h="508341">
                  <a:moveTo>
                    <a:pt x="0" y="5240"/>
                  </a:moveTo>
                  <a:lnTo>
                    <a:pt x="994940" y="5240"/>
                  </a:lnTo>
                  <a:lnTo>
                    <a:pt x="996075" y="5247"/>
                  </a:lnTo>
                  <a:lnTo>
                    <a:pt x="1003567" y="5299"/>
                  </a:lnTo>
                  <a:lnTo>
                    <a:pt x="1022554" y="5440"/>
                  </a:lnTo>
                  <a:lnTo>
                    <a:pt x="1056749" y="5720"/>
                  </a:lnTo>
                  <a:lnTo>
                    <a:pt x="1108223" y="6181"/>
                  </a:lnTo>
                  <a:lnTo>
                    <a:pt x="1177246" y="6863"/>
                  </a:lnTo>
                  <a:lnTo>
                    <a:pt x="1262350" y="7793"/>
                  </a:lnTo>
                  <a:lnTo>
                    <a:pt x="1360650" y="8989"/>
                  </a:lnTo>
                  <a:lnTo>
                    <a:pt x="1468368" y="10457"/>
                  </a:lnTo>
                  <a:lnTo>
                    <a:pt x="1581431" y="12195"/>
                  </a:lnTo>
                  <a:lnTo>
                    <a:pt x="1696002" y="14198"/>
                  </a:lnTo>
                  <a:lnTo>
                    <a:pt x="1808847" y="16461"/>
                  </a:lnTo>
                  <a:lnTo>
                    <a:pt x="1917518" y="18983"/>
                  </a:lnTo>
                  <a:lnTo>
                    <a:pt x="2020375" y="21768"/>
                  </a:lnTo>
                  <a:lnTo>
                    <a:pt x="2116502" y="24831"/>
                  </a:lnTo>
                  <a:lnTo>
                    <a:pt x="2205569" y="28191"/>
                  </a:lnTo>
                  <a:lnTo>
                    <a:pt x="2287687" y="31879"/>
                  </a:lnTo>
                  <a:lnTo>
                    <a:pt x="2363273" y="35932"/>
                  </a:lnTo>
                  <a:lnTo>
                    <a:pt x="2432941" y="40395"/>
                  </a:lnTo>
                  <a:lnTo>
                    <a:pt x="2497415" y="45318"/>
                  </a:lnTo>
                  <a:lnTo>
                    <a:pt x="2557470" y="50752"/>
                  </a:lnTo>
                  <a:lnTo>
                    <a:pt x="2613881" y="56746"/>
                  </a:lnTo>
                  <a:lnTo>
                    <a:pt x="2667385" y="63336"/>
                  </a:lnTo>
                  <a:lnTo>
                    <a:pt x="2702183" y="68128"/>
                  </a:lnTo>
                  <a:lnTo>
                    <a:pt x="2763094" y="77501"/>
                  </a:lnTo>
                  <a:lnTo>
                    <a:pt x="2822120" y="87804"/>
                  </a:lnTo>
                  <a:lnTo>
                    <a:pt x="2879954" y="99052"/>
                  </a:lnTo>
                  <a:lnTo>
                    <a:pt x="2937109" y="111230"/>
                  </a:lnTo>
                  <a:lnTo>
                    <a:pt x="2993949" y="124288"/>
                  </a:lnTo>
                  <a:lnTo>
                    <a:pt x="3050714" y="138141"/>
                  </a:lnTo>
                  <a:lnTo>
                    <a:pt x="3107539" y="152669"/>
                  </a:lnTo>
                  <a:lnTo>
                    <a:pt x="3164477" y="167718"/>
                  </a:lnTo>
                  <a:lnTo>
                    <a:pt x="3221517" y="183109"/>
                  </a:lnTo>
                  <a:lnTo>
                    <a:pt x="3278604" y="198643"/>
                  </a:lnTo>
                  <a:lnTo>
                    <a:pt x="3335670" y="214114"/>
                  </a:lnTo>
                  <a:lnTo>
                    <a:pt x="3392652" y="229320"/>
                  </a:lnTo>
                  <a:lnTo>
                    <a:pt x="3449519" y="244071"/>
                  </a:lnTo>
                  <a:lnTo>
                    <a:pt x="3506296" y="258204"/>
                  </a:lnTo>
                  <a:lnTo>
                    <a:pt x="3563084" y="271584"/>
                  </a:lnTo>
                  <a:lnTo>
                    <a:pt x="3620080" y="284113"/>
                  </a:lnTo>
                  <a:lnTo>
                    <a:pt x="3677598" y="295727"/>
                  </a:lnTo>
                  <a:lnTo>
                    <a:pt x="3736087" y="306399"/>
                  </a:lnTo>
                  <a:lnTo>
                    <a:pt x="3796166" y="316131"/>
                  </a:lnTo>
                  <a:lnTo>
                    <a:pt x="3820202" y="319678"/>
                  </a:lnTo>
                  <a:lnTo>
                    <a:pt x="3872119" y="326680"/>
                  </a:lnTo>
                  <a:lnTo>
                    <a:pt x="3926492" y="333073"/>
                  </a:lnTo>
                  <a:lnTo>
                    <a:pt x="3984004" y="338880"/>
                  </a:lnTo>
                  <a:lnTo>
                    <a:pt x="4045410" y="344142"/>
                  </a:lnTo>
                  <a:lnTo>
                    <a:pt x="4111489" y="348910"/>
                  </a:lnTo>
                  <a:lnTo>
                    <a:pt x="4183006" y="353235"/>
                  </a:lnTo>
                  <a:lnTo>
                    <a:pt x="4260656" y="357165"/>
                  </a:lnTo>
                  <a:lnTo>
                    <a:pt x="4345000" y="360742"/>
                  </a:lnTo>
                  <a:lnTo>
                    <a:pt x="4436368" y="364002"/>
                  </a:lnTo>
                  <a:lnTo>
                    <a:pt x="4534745" y="366973"/>
                  </a:lnTo>
                  <a:lnTo>
                    <a:pt x="4639626" y="369672"/>
                  </a:lnTo>
                  <a:lnTo>
                    <a:pt x="4749872" y="372109"/>
                  </a:lnTo>
                  <a:lnTo>
                    <a:pt x="4863587" y="374288"/>
                  </a:lnTo>
                  <a:lnTo>
                    <a:pt x="4978057" y="376206"/>
                  </a:lnTo>
                  <a:lnTo>
                    <a:pt x="5089824" y="377856"/>
                  </a:lnTo>
                  <a:lnTo>
                    <a:pt x="5194924" y="379235"/>
                  </a:lnTo>
                  <a:lnTo>
                    <a:pt x="5289317" y="380344"/>
                  </a:lnTo>
                  <a:lnTo>
                    <a:pt x="5369450" y="381191"/>
                  </a:lnTo>
                  <a:lnTo>
                    <a:pt x="5432848" y="381797"/>
                  </a:lnTo>
                  <a:lnTo>
                    <a:pt x="5478585" y="382195"/>
                  </a:lnTo>
                  <a:lnTo>
                    <a:pt x="5507524" y="382425"/>
                  </a:lnTo>
                  <a:lnTo>
                    <a:pt x="5522293" y="382532"/>
                  </a:lnTo>
                  <a:lnTo>
                    <a:pt x="5527090" y="382564"/>
                  </a:lnTo>
                  <a:lnTo>
                    <a:pt x="5527445" y="382566"/>
                  </a:lnTo>
                  <a:lnTo>
                    <a:pt x="6522385" y="382566"/>
                  </a:lnTo>
                  <a:lnTo>
                    <a:pt x="6523522" y="382568"/>
                  </a:lnTo>
                  <a:lnTo>
                    <a:pt x="6531021" y="382585"/>
                  </a:lnTo>
                  <a:lnTo>
                    <a:pt x="6550023" y="382633"/>
                  </a:lnTo>
                  <a:lnTo>
                    <a:pt x="6584246" y="382726"/>
                  </a:lnTo>
                  <a:lnTo>
                    <a:pt x="6635759" y="382880"/>
                  </a:lnTo>
                  <a:lnTo>
                    <a:pt x="6704831" y="383107"/>
                  </a:lnTo>
                  <a:lnTo>
                    <a:pt x="6789990" y="383418"/>
                  </a:lnTo>
                  <a:lnTo>
                    <a:pt x="6888346" y="383817"/>
                  </a:lnTo>
                  <a:lnTo>
                    <a:pt x="6996115" y="384306"/>
                  </a:lnTo>
                  <a:lnTo>
                    <a:pt x="7109221" y="384886"/>
                  </a:lnTo>
                  <a:lnTo>
                    <a:pt x="7223826" y="385554"/>
                  </a:lnTo>
                  <a:lnTo>
                    <a:pt x="7336694" y="386309"/>
                  </a:lnTo>
                  <a:lnTo>
                    <a:pt x="7445379" y="387150"/>
                  </a:lnTo>
                  <a:lnTo>
                    <a:pt x="7548241" y="388079"/>
                  </a:lnTo>
                  <a:lnTo>
                    <a:pt x="7644366" y="389101"/>
                  </a:lnTo>
                  <a:lnTo>
                    <a:pt x="7733427" y="390222"/>
                  </a:lnTo>
                  <a:lnTo>
                    <a:pt x="7815536" y="391452"/>
                  </a:lnTo>
                  <a:lnTo>
                    <a:pt x="7891112" y="392804"/>
                  </a:lnTo>
                  <a:lnTo>
                    <a:pt x="7960770" y="394293"/>
                  </a:lnTo>
                  <a:lnTo>
                    <a:pt x="8025235" y="395935"/>
                  </a:lnTo>
                  <a:lnTo>
                    <a:pt x="8085283" y="397748"/>
                  </a:lnTo>
                  <a:lnTo>
                    <a:pt x="8141690" y="399748"/>
                  </a:lnTo>
                  <a:lnTo>
                    <a:pt x="8195193" y="401947"/>
                  </a:lnTo>
                  <a:lnTo>
                    <a:pt x="8229629" y="403528"/>
                  </a:lnTo>
                  <a:lnTo>
                    <a:pt x="8291198" y="406689"/>
                  </a:lnTo>
                  <a:lnTo>
                    <a:pt x="8350849" y="410166"/>
                  </a:lnTo>
                  <a:lnTo>
                    <a:pt x="8409295" y="413966"/>
                  </a:lnTo>
                  <a:lnTo>
                    <a:pt x="8467061" y="418081"/>
                  </a:lnTo>
                  <a:lnTo>
                    <a:pt x="8524519" y="422496"/>
                  </a:lnTo>
                  <a:lnTo>
                    <a:pt x="8581909" y="427179"/>
                  </a:lnTo>
                  <a:lnTo>
                    <a:pt x="8639367" y="432090"/>
                  </a:lnTo>
                  <a:lnTo>
                    <a:pt x="8696941" y="437173"/>
                  </a:lnTo>
                  <a:lnTo>
                    <a:pt x="8754615" y="442367"/>
                  </a:lnTo>
                  <a:lnTo>
                    <a:pt x="8812332" y="447603"/>
                  </a:lnTo>
                  <a:lnTo>
                    <a:pt x="8870018" y="452810"/>
                  </a:lnTo>
                  <a:lnTo>
                    <a:pt x="8927613" y="457918"/>
                  </a:lnTo>
                  <a:lnTo>
                    <a:pt x="8985090" y="462864"/>
                  </a:lnTo>
                  <a:lnTo>
                    <a:pt x="9042486" y="467591"/>
                  </a:lnTo>
                  <a:lnTo>
                    <a:pt x="9099916" y="472057"/>
                  </a:lnTo>
                  <a:lnTo>
                    <a:pt x="9157604" y="476227"/>
                  </a:lnTo>
                  <a:lnTo>
                    <a:pt x="9215895" y="480084"/>
                  </a:lnTo>
                  <a:lnTo>
                    <a:pt x="9275283" y="483619"/>
                  </a:lnTo>
                  <a:lnTo>
                    <a:pt x="9336447" y="486836"/>
                  </a:lnTo>
                  <a:lnTo>
                    <a:pt x="9347647" y="487378"/>
                  </a:lnTo>
                  <a:lnTo>
                    <a:pt x="9399581" y="489713"/>
                  </a:lnTo>
                  <a:lnTo>
                    <a:pt x="9453971" y="491845"/>
                  </a:lnTo>
                  <a:lnTo>
                    <a:pt x="9511504" y="493781"/>
                  </a:lnTo>
                  <a:lnTo>
                    <a:pt x="9572933" y="495535"/>
                  </a:lnTo>
                  <a:lnTo>
                    <a:pt x="9639039" y="497125"/>
                  </a:lnTo>
                  <a:lnTo>
                    <a:pt x="9710586" y="498566"/>
                  </a:lnTo>
                  <a:lnTo>
                    <a:pt x="9788272" y="499877"/>
                  </a:lnTo>
                  <a:lnTo>
                    <a:pt x="9872657" y="501069"/>
                  </a:lnTo>
                  <a:lnTo>
                    <a:pt x="9964071" y="502156"/>
                  </a:lnTo>
                  <a:lnTo>
                    <a:pt x="10062497" y="503146"/>
                  </a:lnTo>
                  <a:lnTo>
                    <a:pt x="10167429" y="504046"/>
                  </a:lnTo>
                  <a:lnTo>
                    <a:pt x="10277724" y="504858"/>
                  </a:lnTo>
                  <a:lnTo>
                    <a:pt x="10391482" y="505584"/>
                  </a:lnTo>
                  <a:lnTo>
                    <a:pt x="10505983" y="506223"/>
                  </a:lnTo>
                  <a:lnTo>
                    <a:pt x="10617763" y="506773"/>
                  </a:lnTo>
                  <a:lnTo>
                    <a:pt x="10722854" y="507233"/>
                  </a:lnTo>
                  <a:lnTo>
                    <a:pt x="10817212" y="507602"/>
                  </a:lnTo>
                  <a:lnTo>
                    <a:pt x="10897286" y="507884"/>
                  </a:lnTo>
                  <a:lnTo>
                    <a:pt x="10960605" y="508086"/>
                  </a:lnTo>
                  <a:lnTo>
                    <a:pt x="11006254" y="508218"/>
                  </a:lnTo>
                  <a:lnTo>
                    <a:pt x="11035104" y="508294"/>
                  </a:lnTo>
                  <a:lnTo>
                    <a:pt x="11049798" y="508330"/>
                  </a:lnTo>
                  <a:lnTo>
                    <a:pt x="11054547" y="508340"/>
                  </a:lnTo>
                  <a:lnTo>
                    <a:pt x="11054891" y="508341"/>
                  </a:lnTo>
                  <a:lnTo>
                    <a:pt x="12049831" y="508341"/>
                  </a:lnTo>
                  <a:lnTo>
                    <a:pt x="12049831" y="503100"/>
                  </a:lnTo>
                  <a:lnTo>
                    <a:pt x="11054891" y="503100"/>
                  </a:lnTo>
                  <a:lnTo>
                    <a:pt x="11053755" y="503098"/>
                  </a:lnTo>
                  <a:lnTo>
                    <a:pt x="11046256" y="503081"/>
                  </a:lnTo>
                  <a:lnTo>
                    <a:pt x="11027253" y="503034"/>
                  </a:lnTo>
                  <a:lnTo>
                    <a:pt x="10993030" y="502940"/>
                  </a:lnTo>
                  <a:lnTo>
                    <a:pt x="10941517" y="502786"/>
                  </a:lnTo>
                  <a:lnTo>
                    <a:pt x="10872445" y="502559"/>
                  </a:lnTo>
                  <a:lnTo>
                    <a:pt x="10787286" y="502249"/>
                  </a:lnTo>
                  <a:lnTo>
                    <a:pt x="10688931" y="501850"/>
                  </a:lnTo>
                  <a:lnTo>
                    <a:pt x="10581162" y="501360"/>
                  </a:lnTo>
                  <a:lnTo>
                    <a:pt x="10468055" y="500780"/>
                  </a:lnTo>
                  <a:lnTo>
                    <a:pt x="10353451" y="500112"/>
                  </a:lnTo>
                  <a:lnTo>
                    <a:pt x="10240582" y="499357"/>
                  </a:lnTo>
                  <a:lnTo>
                    <a:pt x="10131898" y="498516"/>
                  </a:lnTo>
                  <a:lnTo>
                    <a:pt x="10029035" y="497587"/>
                  </a:lnTo>
                  <a:lnTo>
                    <a:pt x="9932910" y="496565"/>
                  </a:lnTo>
                  <a:lnTo>
                    <a:pt x="9843849" y="495445"/>
                  </a:lnTo>
                  <a:lnTo>
                    <a:pt x="9761740" y="494214"/>
                  </a:lnTo>
                  <a:lnTo>
                    <a:pt x="9686164" y="492862"/>
                  </a:lnTo>
                  <a:lnTo>
                    <a:pt x="9616507" y="491373"/>
                  </a:lnTo>
                  <a:lnTo>
                    <a:pt x="9552042" y="489731"/>
                  </a:lnTo>
                  <a:lnTo>
                    <a:pt x="9491993" y="487918"/>
                  </a:lnTo>
                  <a:lnTo>
                    <a:pt x="9435586" y="485918"/>
                  </a:lnTo>
                  <a:lnTo>
                    <a:pt x="9382084" y="483719"/>
                  </a:lnTo>
                  <a:lnTo>
                    <a:pt x="9347647" y="482138"/>
                  </a:lnTo>
                  <a:lnTo>
                    <a:pt x="9286078" y="478977"/>
                  </a:lnTo>
                  <a:lnTo>
                    <a:pt x="9226427" y="475500"/>
                  </a:lnTo>
                  <a:lnTo>
                    <a:pt x="9167981" y="471701"/>
                  </a:lnTo>
                  <a:lnTo>
                    <a:pt x="9110215" y="467585"/>
                  </a:lnTo>
                  <a:lnTo>
                    <a:pt x="9052758" y="463170"/>
                  </a:lnTo>
                  <a:lnTo>
                    <a:pt x="8995368" y="458487"/>
                  </a:lnTo>
                  <a:lnTo>
                    <a:pt x="8937910" y="453577"/>
                  </a:lnTo>
                  <a:lnTo>
                    <a:pt x="8880336" y="448493"/>
                  </a:lnTo>
                  <a:lnTo>
                    <a:pt x="8822662" y="443299"/>
                  </a:lnTo>
                  <a:lnTo>
                    <a:pt x="8764945" y="438063"/>
                  </a:lnTo>
                  <a:lnTo>
                    <a:pt x="8707258" y="432856"/>
                  </a:lnTo>
                  <a:lnTo>
                    <a:pt x="8649663" y="427748"/>
                  </a:lnTo>
                  <a:lnTo>
                    <a:pt x="8592186" y="422802"/>
                  </a:lnTo>
                  <a:lnTo>
                    <a:pt x="8534791" y="418075"/>
                  </a:lnTo>
                  <a:lnTo>
                    <a:pt x="8477360" y="413610"/>
                  </a:lnTo>
                  <a:lnTo>
                    <a:pt x="8419673" y="409439"/>
                  </a:lnTo>
                  <a:lnTo>
                    <a:pt x="8361382" y="405582"/>
                  </a:lnTo>
                  <a:lnTo>
                    <a:pt x="8301993" y="402047"/>
                  </a:lnTo>
                  <a:lnTo>
                    <a:pt x="8240830" y="398831"/>
                  </a:lnTo>
                  <a:lnTo>
                    <a:pt x="8229629" y="398288"/>
                  </a:lnTo>
                  <a:lnTo>
                    <a:pt x="8177695" y="395953"/>
                  </a:lnTo>
                  <a:lnTo>
                    <a:pt x="8123305" y="393821"/>
                  </a:lnTo>
                  <a:lnTo>
                    <a:pt x="8065773" y="391885"/>
                  </a:lnTo>
                  <a:lnTo>
                    <a:pt x="8004344" y="390131"/>
                  </a:lnTo>
                  <a:lnTo>
                    <a:pt x="7938238" y="388541"/>
                  </a:lnTo>
                  <a:lnTo>
                    <a:pt x="7866690" y="387100"/>
                  </a:lnTo>
                  <a:lnTo>
                    <a:pt x="7789004" y="385790"/>
                  </a:lnTo>
                  <a:lnTo>
                    <a:pt x="7704619" y="384597"/>
                  </a:lnTo>
                  <a:lnTo>
                    <a:pt x="7613205" y="383510"/>
                  </a:lnTo>
                  <a:lnTo>
                    <a:pt x="7514779" y="382520"/>
                  </a:lnTo>
                  <a:lnTo>
                    <a:pt x="7409848" y="381620"/>
                  </a:lnTo>
                  <a:lnTo>
                    <a:pt x="7299552" y="380808"/>
                  </a:lnTo>
                  <a:lnTo>
                    <a:pt x="7185795" y="380082"/>
                  </a:lnTo>
                  <a:lnTo>
                    <a:pt x="7071294" y="379443"/>
                  </a:lnTo>
                  <a:lnTo>
                    <a:pt x="6959514" y="378893"/>
                  </a:lnTo>
                  <a:lnTo>
                    <a:pt x="6854423" y="378433"/>
                  </a:lnTo>
                  <a:lnTo>
                    <a:pt x="6760065" y="378064"/>
                  </a:lnTo>
                  <a:lnTo>
                    <a:pt x="6679991" y="377782"/>
                  </a:lnTo>
                  <a:lnTo>
                    <a:pt x="6616671" y="377580"/>
                  </a:lnTo>
                  <a:lnTo>
                    <a:pt x="6571023" y="377448"/>
                  </a:lnTo>
                  <a:lnTo>
                    <a:pt x="6542172" y="377372"/>
                  </a:lnTo>
                  <a:lnTo>
                    <a:pt x="6527479" y="377336"/>
                  </a:lnTo>
                  <a:lnTo>
                    <a:pt x="6522730" y="377326"/>
                  </a:lnTo>
                  <a:lnTo>
                    <a:pt x="6522385" y="377325"/>
                  </a:lnTo>
                  <a:lnTo>
                    <a:pt x="5527445" y="377325"/>
                  </a:lnTo>
                  <a:lnTo>
                    <a:pt x="5526310" y="377318"/>
                  </a:lnTo>
                  <a:lnTo>
                    <a:pt x="5518818" y="377267"/>
                  </a:lnTo>
                  <a:lnTo>
                    <a:pt x="5499831" y="377125"/>
                  </a:lnTo>
                  <a:lnTo>
                    <a:pt x="5465636" y="376846"/>
                  </a:lnTo>
                  <a:lnTo>
                    <a:pt x="5414162" y="376384"/>
                  </a:lnTo>
                  <a:lnTo>
                    <a:pt x="5345139" y="375703"/>
                  </a:lnTo>
                  <a:lnTo>
                    <a:pt x="5260035" y="374772"/>
                  </a:lnTo>
                  <a:lnTo>
                    <a:pt x="5161735" y="373576"/>
                  </a:lnTo>
                  <a:lnTo>
                    <a:pt x="5054017" y="372108"/>
                  </a:lnTo>
                  <a:lnTo>
                    <a:pt x="4940954" y="370370"/>
                  </a:lnTo>
                  <a:lnTo>
                    <a:pt x="4826383" y="368367"/>
                  </a:lnTo>
                  <a:lnTo>
                    <a:pt x="4713538" y="366104"/>
                  </a:lnTo>
                  <a:lnTo>
                    <a:pt x="4604867" y="363583"/>
                  </a:lnTo>
                  <a:lnTo>
                    <a:pt x="4502010" y="360797"/>
                  </a:lnTo>
                  <a:lnTo>
                    <a:pt x="4405883" y="357735"/>
                  </a:lnTo>
                  <a:lnTo>
                    <a:pt x="4316816" y="354375"/>
                  </a:lnTo>
                  <a:lnTo>
                    <a:pt x="4234698" y="350687"/>
                  </a:lnTo>
                  <a:lnTo>
                    <a:pt x="4159112" y="346634"/>
                  </a:lnTo>
                  <a:lnTo>
                    <a:pt x="4089444" y="342171"/>
                  </a:lnTo>
                  <a:lnTo>
                    <a:pt x="4024970" y="337248"/>
                  </a:lnTo>
                  <a:lnTo>
                    <a:pt x="3964915" y="331813"/>
                  </a:lnTo>
                  <a:lnTo>
                    <a:pt x="3908504" y="325820"/>
                  </a:lnTo>
                  <a:lnTo>
                    <a:pt x="3855000" y="319230"/>
                  </a:lnTo>
                  <a:lnTo>
                    <a:pt x="3820202" y="314438"/>
                  </a:lnTo>
                  <a:lnTo>
                    <a:pt x="3759291" y="305065"/>
                  </a:lnTo>
                  <a:lnTo>
                    <a:pt x="3700265" y="294761"/>
                  </a:lnTo>
                  <a:lnTo>
                    <a:pt x="3642431" y="283513"/>
                  </a:lnTo>
                  <a:lnTo>
                    <a:pt x="3585276" y="271336"/>
                  </a:lnTo>
                  <a:lnTo>
                    <a:pt x="3528436" y="258278"/>
                  </a:lnTo>
                  <a:lnTo>
                    <a:pt x="3471671" y="244424"/>
                  </a:lnTo>
                  <a:lnTo>
                    <a:pt x="3414846" y="229896"/>
                  </a:lnTo>
                  <a:lnTo>
                    <a:pt x="3357908" y="214847"/>
                  </a:lnTo>
                  <a:lnTo>
                    <a:pt x="3300868" y="199456"/>
                  </a:lnTo>
                  <a:lnTo>
                    <a:pt x="3243781" y="183922"/>
                  </a:lnTo>
                  <a:lnTo>
                    <a:pt x="3186715" y="168451"/>
                  </a:lnTo>
                  <a:lnTo>
                    <a:pt x="3129733" y="153246"/>
                  </a:lnTo>
                  <a:lnTo>
                    <a:pt x="3072866" y="138494"/>
                  </a:lnTo>
                  <a:lnTo>
                    <a:pt x="3016089" y="124362"/>
                  </a:lnTo>
                  <a:lnTo>
                    <a:pt x="2959301" y="110981"/>
                  </a:lnTo>
                  <a:lnTo>
                    <a:pt x="2902305" y="98453"/>
                  </a:lnTo>
                  <a:lnTo>
                    <a:pt x="2844787" y="86838"/>
                  </a:lnTo>
                  <a:lnTo>
                    <a:pt x="2786298" y="76167"/>
                  </a:lnTo>
                  <a:lnTo>
                    <a:pt x="2726219" y="66434"/>
                  </a:lnTo>
                  <a:lnTo>
                    <a:pt x="2702183" y="62887"/>
                  </a:lnTo>
                  <a:lnTo>
                    <a:pt x="2650266" y="55886"/>
                  </a:lnTo>
                  <a:lnTo>
                    <a:pt x="2595893" y="49492"/>
                  </a:lnTo>
                  <a:lnTo>
                    <a:pt x="2538381" y="43685"/>
                  </a:lnTo>
                  <a:lnTo>
                    <a:pt x="2476975" y="38423"/>
                  </a:lnTo>
                  <a:lnTo>
                    <a:pt x="2410896" y="33655"/>
                  </a:lnTo>
                  <a:lnTo>
                    <a:pt x="2339379" y="29331"/>
                  </a:lnTo>
                  <a:lnTo>
                    <a:pt x="2261729" y="25401"/>
                  </a:lnTo>
                  <a:lnTo>
                    <a:pt x="2177385" y="21823"/>
                  </a:lnTo>
                  <a:lnTo>
                    <a:pt x="2086017" y="18563"/>
                  </a:lnTo>
                  <a:lnTo>
                    <a:pt x="1987640" y="15593"/>
                  </a:lnTo>
                  <a:lnTo>
                    <a:pt x="1882759" y="12894"/>
                  </a:lnTo>
                  <a:lnTo>
                    <a:pt x="1772513" y="10456"/>
                  </a:lnTo>
                  <a:lnTo>
                    <a:pt x="1658798" y="8277"/>
                  </a:lnTo>
                  <a:lnTo>
                    <a:pt x="1544328" y="6360"/>
                  </a:lnTo>
                  <a:lnTo>
                    <a:pt x="1432561" y="4709"/>
                  </a:lnTo>
                  <a:lnTo>
                    <a:pt x="1327461" y="3330"/>
                  </a:lnTo>
                  <a:lnTo>
                    <a:pt x="1233068" y="2221"/>
                  </a:lnTo>
                  <a:lnTo>
                    <a:pt x="1152935" y="1374"/>
                  </a:lnTo>
                  <a:lnTo>
                    <a:pt x="1089537" y="768"/>
                  </a:lnTo>
                  <a:lnTo>
                    <a:pt x="1043800" y="370"/>
                  </a:lnTo>
                  <a:lnTo>
                    <a:pt x="1014861" y="141"/>
                  </a:lnTo>
                  <a:lnTo>
                    <a:pt x="1000092" y="34"/>
                  </a:lnTo>
                  <a:lnTo>
                    <a:pt x="995295" y="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07" name="pl906"/>
            <p:cNvSpPr/>
            <p:nvPr/>
          </p:nvSpPr>
          <p:spPr>
            <a:xfrm>
              <a:off x="1199187" y="4443893"/>
              <a:ext cx="12049831" cy="503100"/>
            </a:xfrm>
            <a:custGeom>
              <a:avLst/>
              <a:pathLst>
                <a:path w="12049831" h="503100">
                  <a:moveTo>
                    <a:pt x="0" y="0"/>
                  </a:moveTo>
                  <a:lnTo>
                    <a:pt x="994940" y="0"/>
                  </a:lnTo>
                  <a:lnTo>
                    <a:pt x="996075" y="7"/>
                  </a:lnTo>
                  <a:lnTo>
                    <a:pt x="1003567" y="58"/>
                  </a:lnTo>
                  <a:lnTo>
                    <a:pt x="1022554" y="200"/>
                  </a:lnTo>
                  <a:lnTo>
                    <a:pt x="1056749" y="479"/>
                  </a:lnTo>
                  <a:lnTo>
                    <a:pt x="1108223" y="940"/>
                  </a:lnTo>
                  <a:lnTo>
                    <a:pt x="1177246" y="1622"/>
                  </a:lnTo>
                  <a:lnTo>
                    <a:pt x="1262350" y="2553"/>
                  </a:lnTo>
                  <a:lnTo>
                    <a:pt x="1360650" y="3748"/>
                  </a:lnTo>
                  <a:lnTo>
                    <a:pt x="1468368" y="5216"/>
                  </a:lnTo>
                  <a:lnTo>
                    <a:pt x="1581431" y="6954"/>
                  </a:lnTo>
                  <a:lnTo>
                    <a:pt x="1696002" y="8957"/>
                  </a:lnTo>
                  <a:lnTo>
                    <a:pt x="1808847" y="11220"/>
                  </a:lnTo>
                  <a:lnTo>
                    <a:pt x="1917518" y="13742"/>
                  </a:lnTo>
                  <a:lnTo>
                    <a:pt x="2020375" y="16528"/>
                  </a:lnTo>
                  <a:lnTo>
                    <a:pt x="2116502" y="19590"/>
                  </a:lnTo>
                  <a:lnTo>
                    <a:pt x="2205569" y="22950"/>
                  </a:lnTo>
                  <a:lnTo>
                    <a:pt x="2287687" y="26638"/>
                  </a:lnTo>
                  <a:lnTo>
                    <a:pt x="2363273" y="30691"/>
                  </a:lnTo>
                  <a:lnTo>
                    <a:pt x="2432941" y="35154"/>
                  </a:lnTo>
                  <a:lnTo>
                    <a:pt x="2497415" y="40077"/>
                  </a:lnTo>
                  <a:lnTo>
                    <a:pt x="2557470" y="45511"/>
                  </a:lnTo>
                  <a:lnTo>
                    <a:pt x="2613881" y="51505"/>
                  </a:lnTo>
                  <a:lnTo>
                    <a:pt x="2667385" y="58095"/>
                  </a:lnTo>
                  <a:lnTo>
                    <a:pt x="2702183" y="62887"/>
                  </a:lnTo>
                  <a:lnTo>
                    <a:pt x="2763094" y="72260"/>
                  </a:lnTo>
                  <a:lnTo>
                    <a:pt x="2822120" y="82563"/>
                  </a:lnTo>
                  <a:lnTo>
                    <a:pt x="2879954" y="93811"/>
                  </a:lnTo>
                  <a:lnTo>
                    <a:pt x="2937109" y="105989"/>
                  </a:lnTo>
                  <a:lnTo>
                    <a:pt x="2993949" y="119047"/>
                  </a:lnTo>
                  <a:lnTo>
                    <a:pt x="3050714" y="132900"/>
                  </a:lnTo>
                  <a:lnTo>
                    <a:pt x="3107539" y="147428"/>
                  </a:lnTo>
                  <a:lnTo>
                    <a:pt x="3164477" y="162478"/>
                  </a:lnTo>
                  <a:lnTo>
                    <a:pt x="3221517" y="177869"/>
                  </a:lnTo>
                  <a:lnTo>
                    <a:pt x="3278604" y="193403"/>
                  </a:lnTo>
                  <a:lnTo>
                    <a:pt x="3335670" y="208874"/>
                  </a:lnTo>
                  <a:lnTo>
                    <a:pt x="3392652" y="224079"/>
                  </a:lnTo>
                  <a:lnTo>
                    <a:pt x="3449519" y="238830"/>
                  </a:lnTo>
                  <a:lnTo>
                    <a:pt x="3506296" y="252963"/>
                  </a:lnTo>
                  <a:lnTo>
                    <a:pt x="3563084" y="266343"/>
                  </a:lnTo>
                  <a:lnTo>
                    <a:pt x="3620080" y="278872"/>
                  </a:lnTo>
                  <a:lnTo>
                    <a:pt x="3677598" y="290486"/>
                  </a:lnTo>
                  <a:lnTo>
                    <a:pt x="3736087" y="301158"/>
                  </a:lnTo>
                  <a:lnTo>
                    <a:pt x="3796166" y="310890"/>
                  </a:lnTo>
                  <a:lnTo>
                    <a:pt x="3820202" y="314438"/>
                  </a:lnTo>
                  <a:lnTo>
                    <a:pt x="3872119" y="321439"/>
                  </a:lnTo>
                  <a:lnTo>
                    <a:pt x="3926492" y="327832"/>
                  </a:lnTo>
                  <a:lnTo>
                    <a:pt x="3984004" y="333640"/>
                  </a:lnTo>
                  <a:lnTo>
                    <a:pt x="4045410" y="338902"/>
                  </a:lnTo>
                  <a:lnTo>
                    <a:pt x="4111489" y="343670"/>
                  </a:lnTo>
                  <a:lnTo>
                    <a:pt x="4183006" y="347994"/>
                  </a:lnTo>
                  <a:lnTo>
                    <a:pt x="4260656" y="351924"/>
                  </a:lnTo>
                  <a:lnTo>
                    <a:pt x="4345000" y="355501"/>
                  </a:lnTo>
                  <a:lnTo>
                    <a:pt x="4436368" y="358762"/>
                  </a:lnTo>
                  <a:lnTo>
                    <a:pt x="4534745" y="361732"/>
                  </a:lnTo>
                  <a:lnTo>
                    <a:pt x="4639626" y="364431"/>
                  </a:lnTo>
                  <a:lnTo>
                    <a:pt x="4749872" y="366868"/>
                  </a:lnTo>
                  <a:lnTo>
                    <a:pt x="4863587" y="369047"/>
                  </a:lnTo>
                  <a:lnTo>
                    <a:pt x="4978057" y="370965"/>
                  </a:lnTo>
                  <a:lnTo>
                    <a:pt x="5089824" y="372616"/>
                  </a:lnTo>
                  <a:lnTo>
                    <a:pt x="5194924" y="373995"/>
                  </a:lnTo>
                  <a:lnTo>
                    <a:pt x="5289317" y="375103"/>
                  </a:lnTo>
                  <a:lnTo>
                    <a:pt x="5369450" y="375950"/>
                  </a:lnTo>
                  <a:lnTo>
                    <a:pt x="5432848" y="376557"/>
                  </a:lnTo>
                  <a:lnTo>
                    <a:pt x="5478585" y="376954"/>
                  </a:lnTo>
                  <a:lnTo>
                    <a:pt x="5507524" y="377184"/>
                  </a:lnTo>
                  <a:lnTo>
                    <a:pt x="5522293" y="377291"/>
                  </a:lnTo>
                  <a:lnTo>
                    <a:pt x="5527090" y="377323"/>
                  </a:lnTo>
                  <a:lnTo>
                    <a:pt x="5527445" y="377325"/>
                  </a:lnTo>
                  <a:lnTo>
                    <a:pt x="6522385" y="377325"/>
                  </a:lnTo>
                  <a:lnTo>
                    <a:pt x="6523522" y="377328"/>
                  </a:lnTo>
                  <a:lnTo>
                    <a:pt x="6531021" y="377345"/>
                  </a:lnTo>
                  <a:lnTo>
                    <a:pt x="6550023" y="377392"/>
                  </a:lnTo>
                  <a:lnTo>
                    <a:pt x="6584246" y="377485"/>
                  </a:lnTo>
                  <a:lnTo>
                    <a:pt x="6635759" y="377639"/>
                  </a:lnTo>
                  <a:lnTo>
                    <a:pt x="6704831" y="377867"/>
                  </a:lnTo>
                  <a:lnTo>
                    <a:pt x="6789990" y="378177"/>
                  </a:lnTo>
                  <a:lnTo>
                    <a:pt x="6888346" y="378576"/>
                  </a:lnTo>
                  <a:lnTo>
                    <a:pt x="6996115" y="379065"/>
                  </a:lnTo>
                  <a:lnTo>
                    <a:pt x="7109221" y="379645"/>
                  </a:lnTo>
                  <a:lnTo>
                    <a:pt x="7223826" y="380313"/>
                  </a:lnTo>
                  <a:lnTo>
                    <a:pt x="7336694" y="381068"/>
                  </a:lnTo>
                  <a:lnTo>
                    <a:pt x="7445379" y="381910"/>
                  </a:lnTo>
                  <a:lnTo>
                    <a:pt x="7548241" y="382839"/>
                  </a:lnTo>
                  <a:lnTo>
                    <a:pt x="7644366" y="383860"/>
                  </a:lnTo>
                  <a:lnTo>
                    <a:pt x="7733427" y="384981"/>
                  </a:lnTo>
                  <a:lnTo>
                    <a:pt x="7815536" y="386211"/>
                  </a:lnTo>
                  <a:lnTo>
                    <a:pt x="7891112" y="387563"/>
                  </a:lnTo>
                  <a:lnTo>
                    <a:pt x="7960770" y="389052"/>
                  </a:lnTo>
                  <a:lnTo>
                    <a:pt x="8025235" y="390695"/>
                  </a:lnTo>
                  <a:lnTo>
                    <a:pt x="8085283" y="392508"/>
                  </a:lnTo>
                  <a:lnTo>
                    <a:pt x="8141690" y="394508"/>
                  </a:lnTo>
                  <a:lnTo>
                    <a:pt x="8195193" y="396706"/>
                  </a:lnTo>
                  <a:lnTo>
                    <a:pt x="8229629" y="398288"/>
                  </a:lnTo>
                  <a:lnTo>
                    <a:pt x="8291198" y="401448"/>
                  </a:lnTo>
                  <a:lnTo>
                    <a:pt x="8350849" y="404926"/>
                  </a:lnTo>
                  <a:lnTo>
                    <a:pt x="8409295" y="408725"/>
                  </a:lnTo>
                  <a:lnTo>
                    <a:pt x="8467061" y="412841"/>
                  </a:lnTo>
                  <a:lnTo>
                    <a:pt x="8524519" y="417255"/>
                  </a:lnTo>
                  <a:lnTo>
                    <a:pt x="8581909" y="421939"/>
                  </a:lnTo>
                  <a:lnTo>
                    <a:pt x="8639367" y="426849"/>
                  </a:lnTo>
                  <a:lnTo>
                    <a:pt x="8696941" y="431933"/>
                  </a:lnTo>
                  <a:lnTo>
                    <a:pt x="8754615" y="437127"/>
                  </a:lnTo>
                  <a:lnTo>
                    <a:pt x="8812332" y="442363"/>
                  </a:lnTo>
                  <a:lnTo>
                    <a:pt x="8870018" y="447569"/>
                  </a:lnTo>
                  <a:lnTo>
                    <a:pt x="8927613" y="452678"/>
                  </a:lnTo>
                  <a:lnTo>
                    <a:pt x="8985090" y="457623"/>
                  </a:lnTo>
                  <a:lnTo>
                    <a:pt x="9042486" y="462351"/>
                  </a:lnTo>
                  <a:lnTo>
                    <a:pt x="9099916" y="466816"/>
                  </a:lnTo>
                  <a:lnTo>
                    <a:pt x="9157604" y="470987"/>
                  </a:lnTo>
                  <a:lnTo>
                    <a:pt x="9215895" y="474844"/>
                  </a:lnTo>
                  <a:lnTo>
                    <a:pt x="9275283" y="478379"/>
                  </a:lnTo>
                  <a:lnTo>
                    <a:pt x="9336447" y="481595"/>
                  </a:lnTo>
                  <a:lnTo>
                    <a:pt x="9347647" y="482138"/>
                  </a:lnTo>
                  <a:lnTo>
                    <a:pt x="9399581" y="484472"/>
                  </a:lnTo>
                  <a:lnTo>
                    <a:pt x="9453971" y="486604"/>
                  </a:lnTo>
                  <a:lnTo>
                    <a:pt x="9511504" y="488540"/>
                  </a:lnTo>
                  <a:lnTo>
                    <a:pt x="9572933" y="490295"/>
                  </a:lnTo>
                  <a:lnTo>
                    <a:pt x="9639039" y="491884"/>
                  </a:lnTo>
                  <a:lnTo>
                    <a:pt x="9710586" y="493326"/>
                  </a:lnTo>
                  <a:lnTo>
                    <a:pt x="9788272" y="494636"/>
                  </a:lnTo>
                  <a:lnTo>
                    <a:pt x="9872657" y="495829"/>
                  </a:lnTo>
                  <a:lnTo>
                    <a:pt x="9964071" y="496915"/>
                  </a:lnTo>
                  <a:lnTo>
                    <a:pt x="10062497" y="497906"/>
                  </a:lnTo>
                  <a:lnTo>
                    <a:pt x="10167429" y="498805"/>
                  </a:lnTo>
                  <a:lnTo>
                    <a:pt x="10277724" y="499618"/>
                  </a:lnTo>
                  <a:lnTo>
                    <a:pt x="10391482" y="500344"/>
                  </a:lnTo>
                  <a:lnTo>
                    <a:pt x="10505983" y="500983"/>
                  </a:lnTo>
                  <a:lnTo>
                    <a:pt x="10617763" y="501533"/>
                  </a:lnTo>
                  <a:lnTo>
                    <a:pt x="10722854" y="501992"/>
                  </a:lnTo>
                  <a:lnTo>
                    <a:pt x="10817212" y="502361"/>
                  </a:lnTo>
                  <a:lnTo>
                    <a:pt x="10897286" y="502643"/>
                  </a:lnTo>
                  <a:lnTo>
                    <a:pt x="10960605" y="502845"/>
                  </a:lnTo>
                  <a:lnTo>
                    <a:pt x="11006254" y="502977"/>
                  </a:lnTo>
                  <a:lnTo>
                    <a:pt x="11035104" y="503054"/>
                  </a:lnTo>
                  <a:lnTo>
                    <a:pt x="11049798" y="503089"/>
                  </a:lnTo>
                  <a:lnTo>
                    <a:pt x="11054547" y="503100"/>
                  </a:lnTo>
                  <a:lnTo>
                    <a:pt x="11054891" y="503100"/>
                  </a:lnTo>
                  <a:lnTo>
                    <a:pt x="12049831" y="503100"/>
                  </a:lnTo>
                  <a:lnTo>
                    <a:pt x="12049831" y="5031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8" name="pl907"/>
            <p:cNvSpPr/>
            <p:nvPr/>
          </p:nvSpPr>
          <p:spPr>
            <a:xfrm>
              <a:off x="1199187" y="4438652"/>
              <a:ext cx="12049831" cy="503100"/>
            </a:xfrm>
            <a:custGeom>
              <a:avLst/>
              <a:pathLst>
                <a:path w="12049831" h="503100">
                  <a:moveTo>
                    <a:pt x="12049831" y="503100"/>
                  </a:moveTo>
                  <a:lnTo>
                    <a:pt x="11054891" y="503100"/>
                  </a:lnTo>
                  <a:lnTo>
                    <a:pt x="11053755" y="503098"/>
                  </a:lnTo>
                  <a:lnTo>
                    <a:pt x="11046256" y="503081"/>
                  </a:lnTo>
                  <a:lnTo>
                    <a:pt x="11027253" y="503034"/>
                  </a:lnTo>
                  <a:lnTo>
                    <a:pt x="10993030" y="502940"/>
                  </a:lnTo>
                  <a:lnTo>
                    <a:pt x="10941517" y="502786"/>
                  </a:lnTo>
                  <a:lnTo>
                    <a:pt x="10872445" y="502559"/>
                  </a:lnTo>
                  <a:lnTo>
                    <a:pt x="10787286" y="502249"/>
                  </a:lnTo>
                  <a:lnTo>
                    <a:pt x="10688931" y="501850"/>
                  </a:lnTo>
                  <a:lnTo>
                    <a:pt x="10581162" y="501360"/>
                  </a:lnTo>
                  <a:lnTo>
                    <a:pt x="10468055" y="500780"/>
                  </a:lnTo>
                  <a:lnTo>
                    <a:pt x="10353451" y="500112"/>
                  </a:lnTo>
                  <a:lnTo>
                    <a:pt x="10240582" y="499357"/>
                  </a:lnTo>
                  <a:lnTo>
                    <a:pt x="10131898" y="498516"/>
                  </a:lnTo>
                  <a:lnTo>
                    <a:pt x="10029035" y="497587"/>
                  </a:lnTo>
                  <a:lnTo>
                    <a:pt x="9932910" y="496565"/>
                  </a:lnTo>
                  <a:lnTo>
                    <a:pt x="9843849" y="495445"/>
                  </a:lnTo>
                  <a:lnTo>
                    <a:pt x="9761740" y="494214"/>
                  </a:lnTo>
                  <a:lnTo>
                    <a:pt x="9686164" y="492862"/>
                  </a:lnTo>
                  <a:lnTo>
                    <a:pt x="9616507" y="491373"/>
                  </a:lnTo>
                  <a:lnTo>
                    <a:pt x="9552042" y="489731"/>
                  </a:lnTo>
                  <a:lnTo>
                    <a:pt x="9491993" y="487918"/>
                  </a:lnTo>
                  <a:lnTo>
                    <a:pt x="9435586" y="485918"/>
                  </a:lnTo>
                  <a:lnTo>
                    <a:pt x="9382084" y="483719"/>
                  </a:lnTo>
                  <a:lnTo>
                    <a:pt x="9347647" y="482138"/>
                  </a:lnTo>
                  <a:lnTo>
                    <a:pt x="9286078" y="478977"/>
                  </a:lnTo>
                  <a:lnTo>
                    <a:pt x="9226427" y="475500"/>
                  </a:lnTo>
                  <a:lnTo>
                    <a:pt x="9167981" y="471701"/>
                  </a:lnTo>
                  <a:lnTo>
                    <a:pt x="9110215" y="467585"/>
                  </a:lnTo>
                  <a:lnTo>
                    <a:pt x="9052758" y="463170"/>
                  </a:lnTo>
                  <a:lnTo>
                    <a:pt x="8995368" y="458487"/>
                  </a:lnTo>
                  <a:lnTo>
                    <a:pt x="8937910" y="453577"/>
                  </a:lnTo>
                  <a:lnTo>
                    <a:pt x="8880336" y="448493"/>
                  </a:lnTo>
                  <a:lnTo>
                    <a:pt x="8822662" y="443299"/>
                  </a:lnTo>
                  <a:lnTo>
                    <a:pt x="8764945" y="438063"/>
                  </a:lnTo>
                  <a:lnTo>
                    <a:pt x="8707258" y="432856"/>
                  </a:lnTo>
                  <a:lnTo>
                    <a:pt x="8649663" y="427748"/>
                  </a:lnTo>
                  <a:lnTo>
                    <a:pt x="8592186" y="422802"/>
                  </a:lnTo>
                  <a:lnTo>
                    <a:pt x="8534791" y="418075"/>
                  </a:lnTo>
                  <a:lnTo>
                    <a:pt x="8477360" y="413610"/>
                  </a:lnTo>
                  <a:lnTo>
                    <a:pt x="8419673" y="409439"/>
                  </a:lnTo>
                  <a:lnTo>
                    <a:pt x="8361382" y="405582"/>
                  </a:lnTo>
                  <a:lnTo>
                    <a:pt x="8301993" y="402047"/>
                  </a:lnTo>
                  <a:lnTo>
                    <a:pt x="8240830" y="398831"/>
                  </a:lnTo>
                  <a:lnTo>
                    <a:pt x="8229629" y="398288"/>
                  </a:lnTo>
                  <a:lnTo>
                    <a:pt x="8177695" y="395953"/>
                  </a:lnTo>
                  <a:lnTo>
                    <a:pt x="8123305" y="393821"/>
                  </a:lnTo>
                  <a:lnTo>
                    <a:pt x="8065773" y="391885"/>
                  </a:lnTo>
                  <a:lnTo>
                    <a:pt x="8004344" y="390131"/>
                  </a:lnTo>
                  <a:lnTo>
                    <a:pt x="7938238" y="388541"/>
                  </a:lnTo>
                  <a:lnTo>
                    <a:pt x="7866690" y="387100"/>
                  </a:lnTo>
                  <a:lnTo>
                    <a:pt x="7789004" y="385790"/>
                  </a:lnTo>
                  <a:lnTo>
                    <a:pt x="7704619" y="384597"/>
                  </a:lnTo>
                  <a:lnTo>
                    <a:pt x="7613205" y="383510"/>
                  </a:lnTo>
                  <a:lnTo>
                    <a:pt x="7514779" y="382520"/>
                  </a:lnTo>
                  <a:lnTo>
                    <a:pt x="7409848" y="381620"/>
                  </a:lnTo>
                  <a:lnTo>
                    <a:pt x="7299552" y="380808"/>
                  </a:lnTo>
                  <a:lnTo>
                    <a:pt x="7185795" y="380082"/>
                  </a:lnTo>
                  <a:lnTo>
                    <a:pt x="7071294" y="379443"/>
                  </a:lnTo>
                  <a:lnTo>
                    <a:pt x="6959514" y="378893"/>
                  </a:lnTo>
                  <a:lnTo>
                    <a:pt x="6854423" y="378433"/>
                  </a:lnTo>
                  <a:lnTo>
                    <a:pt x="6760065" y="378064"/>
                  </a:lnTo>
                  <a:lnTo>
                    <a:pt x="6679991" y="377782"/>
                  </a:lnTo>
                  <a:lnTo>
                    <a:pt x="6616671" y="377580"/>
                  </a:lnTo>
                  <a:lnTo>
                    <a:pt x="6571023" y="377448"/>
                  </a:lnTo>
                  <a:lnTo>
                    <a:pt x="6542172" y="377372"/>
                  </a:lnTo>
                  <a:lnTo>
                    <a:pt x="6527479" y="377336"/>
                  </a:lnTo>
                  <a:lnTo>
                    <a:pt x="6522730" y="377326"/>
                  </a:lnTo>
                  <a:lnTo>
                    <a:pt x="6522385" y="377325"/>
                  </a:lnTo>
                  <a:lnTo>
                    <a:pt x="5527445" y="377325"/>
                  </a:lnTo>
                  <a:lnTo>
                    <a:pt x="5526310" y="377318"/>
                  </a:lnTo>
                  <a:lnTo>
                    <a:pt x="5518818" y="377267"/>
                  </a:lnTo>
                  <a:lnTo>
                    <a:pt x="5499831" y="377125"/>
                  </a:lnTo>
                  <a:lnTo>
                    <a:pt x="5465636" y="376846"/>
                  </a:lnTo>
                  <a:lnTo>
                    <a:pt x="5414162" y="376384"/>
                  </a:lnTo>
                  <a:lnTo>
                    <a:pt x="5345139" y="375703"/>
                  </a:lnTo>
                  <a:lnTo>
                    <a:pt x="5260035" y="374772"/>
                  </a:lnTo>
                  <a:lnTo>
                    <a:pt x="5161735" y="373576"/>
                  </a:lnTo>
                  <a:lnTo>
                    <a:pt x="5054017" y="372108"/>
                  </a:lnTo>
                  <a:lnTo>
                    <a:pt x="4940954" y="370370"/>
                  </a:lnTo>
                  <a:lnTo>
                    <a:pt x="4826383" y="368367"/>
                  </a:lnTo>
                  <a:lnTo>
                    <a:pt x="4713538" y="366104"/>
                  </a:lnTo>
                  <a:lnTo>
                    <a:pt x="4604867" y="363583"/>
                  </a:lnTo>
                  <a:lnTo>
                    <a:pt x="4502010" y="360797"/>
                  </a:lnTo>
                  <a:lnTo>
                    <a:pt x="4405883" y="357735"/>
                  </a:lnTo>
                  <a:lnTo>
                    <a:pt x="4316816" y="354375"/>
                  </a:lnTo>
                  <a:lnTo>
                    <a:pt x="4234698" y="350687"/>
                  </a:lnTo>
                  <a:lnTo>
                    <a:pt x="4159112" y="346634"/>
                  </a:lnTo>
                  <a:lnTo>
                    <a:pt x="4089444" y="342171"/>
                  </a:lnTo>
                  <a:lnTo>
                    <a:pt x="4024970" y="337248"/>
                  </a:lnTo>
                  <a:lnTo>
                    <a:pt x="3964915" y="331813"/>
                  </a:lnTo>
                  <a:lnTo>
                    <a:pt x="3908504" y="325820"/>
                  </a:lnTo>
                  <a:lnTo>
                    <a:pt x="3855000" y="319230"/>
                  </a:lnTo>
                  <a:lnTo>
                    <a:pt x="3820202" y="314438"/>
                  </a:lnTo>
                  <a:lnTo>
                    <a:pt x="3759291" y="305065"/>
                  </a:lnTo>
                  <a:lnTo>
                    <a:pt x="3700265" y="294761"/>
                  </a:lnTo>
                  <a:lnTo>
                    <a:pt x="3642431" y="283513"/>
                  </a:lnTo>
                  <a:lnTo>
                    <a:pt x="3585276" y="271336"/>
                  </a:lnTo>
                  <a:lnTo>
                    <a:pt x="3528436" y="258278"/>
                  </a:lnTo>
                  <a:lnTo>
                    <a:pt x="3471671" y="244424"/>
                  </a:lnTo>
                  <a:lnTo>
                    <a:pt x="3414846" y="229896"/>
                  </a:lnTo>
                  <a:lnTo>
                    <a:pt x="3357908" y="214847"/>
                  </a:lnTo>
                  <a:lnTo>
                    <a:pt x="3300868" y="199456"/>
                  </a:lnTo>
                  <a:lnTo>
                    <a:pt x="3243781" y="183922"/>
                  </a:lnTo>
                  <a:lnTo>
                    <a:pt x="3186715" y="168451"/>
                  </a:lnTo>
                  <a:lnTo>
                    <a:pt x="3129733" y="153246"/>
                  </a:lnTo>
                  <a:lnTo>
                    <a:pt x="3072866" y="138494"/>
                  </a:lnTo>
                  <a:lnTo>
                    <a:pt x="3016089" y="124362"/>
                  </a:lnTo>
                  <a:lnTo>
                    <a:pt x="2959301" y="110981"/>
                  </a:lnTo>
                  <a:lnTo>
                    <a:pt x="2902305" y="98453"/>
                  </a:lnTo>
                  <a:lnTo>
                    <a:pt x="2844787" y="86838"/>
                  </a:lnTo>
                  <a:lnTo>
                    <a:pt x="2786298" y="76167"/>
                  </a:lnTo>
                  <a:lnTo>
                    <a:pt x="2726219" y="66434"/>
                  </a:lnTo>
                  <a:lnTo>
                    <a:pt x="2702183" y="62887"/>
                  </a:lnTo>
                  <a:lnTo>
                    <a:pt x="2650266" y="55886"/>
                  </a:lnTo>
                  <a:lnTo>
                    <a:pt x="2595893" y="49492"/>
                  </a:lnTo>
                  <a:lnTo>
                    <a:pt x="2538381" y="43685"/>
                  </a:lnTo>
                  <a:lnTo>
                    <a:pt x="2476975" y="38423"/>
                  </a:lnTo>
                  <a:lnTo>
                    <a:pt x="2410896" y="33655"/>
                  </a:lnTo>
                  <a:lnTo>
                    <a:pt x="2339379" y="29331"/>
                  </a:lnTo>
                  <a:lnTo>
                    <a:pt x="2261729" y="25401"/>
                  </a:lnTo>
                  <a:lnTo>
                    <a:pt x="2177385" y="21823"/>
                  </a:lnTo>
                  <a:lnTo>
                    <a:pt x="2086017" y="18563"/>
                  </a:lnTo>
                  <a:lnTo>
                    <a:pt x="1987640" y="15593"/>
                  </a:lnTo>
                  <a:lnTo>
                    <a:pt x="1882759" y="12894"/>
                  </a:lnTo>
                  <a:lnTo>
                    <a:pt x="1772513" y="10456"/>
                  </a:lnTo>
                  <a:lnTo>
                    <a:pt x="1658798" y="8277"/>
                  </a:lnTo>
                  <a:lnTo>
                    <a:pt x="1544328" y="6360"/>
                  </a:lnTo>
                  <a:lnTo>
                    <a:pt x="1432561" y="4709"/>
                  </a:lnTo>
                  <a:lnTo>
                    <a:pt x="1327461" y="3330"/>
                  </a:lnTo>
                  <a:lnTo>
                    <a:pt x="1233068" y="2221"/>
                  </a:lnTo>
                  <a:lnTo>
                    <a:pt x="1152935" y="1374"/>
                  </a:lnTo>
                  <a:lnTo>
                    <a:pt x="1089537" y="768"/>
                  </a:lnTo>
                  <a:lnTo>
                    <a:pt x="1043800" y="370"/>
                  </a:lnTo>
                  <a:lnTo>
                    <a:pt x="1014861" y="141"/>
                  </a:lnTo>
                  <a:lnTo>
                    <a:pt x="1000092" y="34"/>
                  </a:lnTo>
                  <a:lnTo>
                    <a:pt x="995295" y="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9" name="pg908"/>
            <p:cNvSpPr/>
            <p:nvPr/>
          </p:nvSpPr>
          <p:spPr>
            <a:xfrm>
              <a:off x="1199187" y="4443893"/>
              <a:ext cx="12049831" cy="1236789"/>
            </a:xfrm>
            <a:custGeom>
              <a:avLst/>
              <a:pathLst>
                <a:path w="12049831" h="1236789">
                  <a:moveTo>
                    <a:pt x="0" y="5240"/>
                  </a:moveTo>
                  <a:lnTo>
                    <a:pt x="994940" y="5240"/>
                  </a:lnTo>
                  <a:lnTo>
                    <a:pt x="996075" y="5248"/>
                  </a:lnTo>
                  <a:lnTo>
                    <a:pt x="1003566" y="5302"/>
                  </a:lnTo>
                  <a:lnTo>
                    <a:pt x="1022551" y="5451"/>
                  </a:lnTo>
                  <a:lnTo>
                    <a:pt x="1056742" y="5746"/>
                  </a:lnTo>
                  <a:lnTo>
                    <a:pt x="1108211" y="6233"/>
                  </a:lnTo>
                  <a:lnTo>
                    <a:pt x="1177228" y="6953"/>
                  </a:lnTo>
                  <a:lnTo>
                    <a:pt x="1262325" y="7935"/>
                  </a:lnTo>
                  <a:lnTo>
                    <a:pt x="1360618" y="9197"/>
                  </a:lnTo>
                  <a:lnTo>
                    <a:pt x="1468329" y="10746"/>
                  </a:lnTo>
                  <a:lnTo>
                    <a:pt x="1581386" y="12580"/>
                  </a:lnTo>
                  <a:lnTo>
                    <a:pt x="1695953" y="14695"/>
                  </a:lnTo>
                  <a:lnTo>
                    <a:pt x="1808795" y="17083"/>
                  </a:lnTo>
                  <a:lnTo>
                    <a:pt x="1917465" y="19745"/>
                  </a:lnTo>
                  <a:lnTo>
                    <a:pt x="2020322" y="22685"/>
                  </a:lnTo>
                  <a:lnTo>
                    <a:pt x="2116448" y="25917"/>
                  </a:lnTo>
                  <a:lnTo>
                    <a:pt x="2205516" y="29463"/>
                  </a:lnTo>
                  <a:lnTo>
                    <a:pt x="2287635" y="33356"/>
                  </a:lnTo>
                  <a:lnTo>
                    <a:pt x="2363223" y="37634"/>
                  </a:lnTo>
                  <a:lnTo>
                    <a:pt x="2432891" y="42344"/>
                  </a:lnTo>
                  <a:lnTo>
                    <a:pt x="2497367" y="47540"/>
                  </a:lnTo>
                  <a:lnTo>
                    <a:pt x="2557423" y="53275"/>
                  </a:lnTo>
                  <a:lnTo>
                    <a:pt x="2613835" y="59601"/>
                  </a:lnTo>
                  <a:lnTo>
                    <a:pt x="2667338" y="66557"/>
                  </a:lnTo>
                  <a:lnTo>
                    <a:pt x="2702183" y="71621"/>
                  </a:lnTo>
                  <a:lnTo>
                    <a:pt x="2763012" y="81501"/>
                  </a:lnTo>
                  <a:lnTo>
                    <a:pt x="2821960" y="92360"/>
                  </a:lnTo>
                  <a:lnTo>
                    <a:pt x="2879718" y="104213"/>
                  </a:lnTo>
                  <a:lnTo>
                    <a:pt x="2936797" y="117045"/>
                  </a:lnTo>
                  <a:lnTo>
                    <a:pt x="2993560" y="130804"/>
                  </a:lnTo>
                  <a:lnTo>
                    <a:pt x="3050247" y="145401"/>
                  </a:lnTo>
                  <a:lnTo>
                    <a:pt x="3106993" y="160709"/>
                  </a:lnTo>
                  <a:lnTo>
                    <a:pt x="3163852" y="176568"/>
                  </a:lnTo>
                  <a:lnTo>
                    <a:pt x="3220812" y="192789"/>
                  </a:lnTo>
                  <a:lnTo>
                    <a:pt x="3277821" y="209163"/>
                  </a:lnTo>
                  <a:lnTo>
                    <a:pt x="3334810" y="225474"/>
                  </a:lnTo>
                  <a:lnTo>
                    <a:pt x="3391715" y="241508"/>
                  </a:lnTo>
                  <a:lnTo>
                    <a:pt x="3448506" y="257067"/>
                  </a:lnTo>
                  <a:lnTo>
                    <a:pt x="3505206" y="271978"/>
                  </a:lnTo>
                  <a:lnTo>
                    <a:pt x="3561915" y="286099"/>
                  </a:lnTo>
                  <a:lnTo>
                    <a:pt x="3618826" y="299326"/>
                  </a:lnTo>
                  <a:lnTo>
                    <a:pt x="3676248" y="311591"/>
                  </a:lnTo>
                  <a:lnTo>
                    <a:pt x="3734627" y="322864"/>
                  </a:lnTo>
                  <a:lnTo>
                    <a:pt x="3794575" y="333148"/>
                  </a:lnTo>
                  <a:lnTo>
                    <a:pt x="3820202" y="337147"/>
                  </a:lnTo>
                  <a:lnTo>
                    <a:pt x="3872117" y="344537"/>
                  </a:lnTo>
                  <a:lnTo>
                    <a:pt x="3926487" y="351286"/>
                  </a:lnTo>
                  <a:lnTo>
                    <a:pt x="3983997" y="357415"/>
                  </a:lnTo>
                  <a:lnTo>
                    <a:pt x="4045400" y="362970"/>
                  </a:lnTo>
                  <a:lnTo>
                    <a:pt x="4111476" y="368002"/>
                  </a:lnTo>
                  <a:lnTo>
                    <a:pt x="4182988" y="372567"/>
                  </a:lnTo>
                  <a:lnTo>
                    <a:pt x="4260634" y="376715"/>
                  </a:lnTo>
                  <a:lnTo>
                    <a:pt x="4344972" y="380491"/>
                  </a:lnTo>
                  <a:lnTo>
                    <a:pt x="4436335" y="383933"/>
                  </a:lnTo>
                  <a:lnTo>
                    <a:pt x="4534705" y="387068"/>
                  </a:lnTo>
                  <a:lnTo>
                    <a:pt x="4639580" y="389917"/>
                  </a:lnTo>
                  <a:lnTo>
                    <a:pt x="4749820" y="392490"/>
                  </a:lnTo>
                  <a:lnTo>
                    <a:pt x="4863529" y="394790"/>
                  </a:lnTo>
                  <a:lnTo>
                    <a:pt x="4977995" y="396814"/>
                  </a:lnTo>
                  <a:lnTo>
                    <a:pt x="5089760" y="398556"/>
                  </a:lnTo>
                  <a:lnTo>
                    <a:pt x="5194862" y="400012"/>
                  </a:lnTo>
                  <a:lnTo>
                    <a:pt x="5289259" y="401182"/>
                  </a:lnTo>
                  <a:lnTo>
                    <a:pt x="5369399" y="402077"/>
                  </a:lnTo>
                  <a:lnTo>
                    <a:pt x="5432807" y="402717"/>
                  </a:lnTo>
                  <a:lnTo>
                    <a:pt x="5478556" y="403137"/>
                  </a:lnTo>
                  <a:lnTo>
                    <a:pt x="5507507" y="403379"/>
                  </a:lnTo>
                  <a:lnTo>
                    <a:pt x="5522285" y="403492"/>
                  </a:lnTo>
                  <a:lnTo>
                    <a:pt x="5527089" y="403526"/>
                  </a:lnTo>
                  <a:lnTo>
                    <a:pt x="5527445" y="403528"/>
                  </a:lnTo>
                  <a:lnTo>
                    <a:pt x="6522385" y="403528"/>
                  </a:lnTo>
                  <a:lnTo>
                    <a:pt x="6523516" y="403544"/>
                  </a:lnTo>
                  <a:lnTo>
                    <a:pt x="6530980" y="403657"/>
                  </a:lnTo>
                  <a:lnTo>
                    <a:pt x="6549897" y="403969"/>
                  </a:lnTo>
                  <a:lnTo>
                    <a:pt x="6583972" y="404583"/>
                  </a:lnTo>
                  <a:lnTo>
                    <a:pt x="6635274" y="405598"/>
                  </a:lnTo>
                  <a:lnTo>
                    <a:pt x="6704084" y="407098"/>
                  </a:lnTo>
                  <a:lnTo>
                    <a:pt x="6788951" y="409145"/>
                  </a:lnTo>
                  <a:lnTo>
                    <a:pt x="6887010" y="411776"/>
                  </a:lnTo>
                  <a:lnTo>
                    <a:pt x="6994505" y="415007"/>
                  </a:lnTo>
                  <a:lnTo>
                    <a:pt x="7107379" y="418833"/>
                  </a:lnTo>
                  <a:lnTo>
                    <a:pt x="7221803" y="423242"/>
                  </a:lnTo>
                  <a:lnTo>
                    <a:pt x="7334547" y="428225"/>
                  </a:lnTo>
                  <a:lnTo>
                    <a:pt x="7443160" y="433777"/>
                  </a:lnTo>
                  <a:lnTo>
                    <a:pt x="7545995" y="439910"/>
                  </a:lnTo>
                  <a:lnTo>
                    <a:pt x="7642128" y="446652"/>
                  </a:lnTo>
                  <a:lnTo>
                    <a:pt x="7731222" y="454048"/>
                  </a:lnTo>
                  <a:lnTo>
                    <a:pt x="7813378" y="462165"/>
                  </a:lnTo>
                  <a:lnTo>
                    <a:pt x="7889009" y="471085"/>
                  </a:lnTo>
                  <a:lnTo>
                    <a:pt x="7958720" y="480905"/>
                  </a:lnTo>
                  <a:lnTo>
                    <a:pt x="8023232" y="491734"/>
                  </a:lnTo>
                  <a:lnTo>
                    <a:pt x="8083317" y="503687"/>
                  </a:lnTo>
                  <a:lnTo>
                    <a:pt x="8139746" y="516870"/>
                  </a:lnTo>
                  <a:lnTo>
                    <a:pt x="8193256" y="531365"/>
                  </a:lnTo>
                  <a:lnTo>
                    <a:pt x="8229629" y="542405"/>
                  </a:lnTo>
                  <a:lnTo>
                    <a:pt x="8288031" y="562195"/>
                  </a:lnTo>
                  <a:lnTo>
                    <a:pt x="8344672" y="583869"/>
                  </a:lnTo>
                  <a:lnTo>
                    <a:pt x="8400174" y="607459"/>
                  </a:lnTo>
                  <a:lnTo>
                    <a:pt x="8455004" y="632941"/>
                  </a:lnTo>
                  <a:lnTo>
                    <a:pt x="8509497" y="660229"/>
                  </a:lnTo>
                  <a:lnTo>
                    <a:pt x="8563883" y="689173"/>
                  </a:lnTo>
                  <a:lnTo>
                    <a:pt x="8618303" y="719552"/>
                  </a:lnTo>
                  <a:lnTo>
                    <a:pt x="8672819" y="751087"/>
                  </a:lnTo>
                  <a:lnTo>
                    <a:pt x="8727438" y="783441"/>
                  </a:lnTo>
                  <a:lnTo>
                    <a:pt x="8782122" y="816240"/>
                  </a:lnTo>
                  <a:lnTo>
                    <a:pt x="8836814" y="849088"/>
                  </a:lnTo>
                  <a:lnTo>
                    <a:pt x="8891453" y="881583"/>
                  </a:lnTo>
                  <a:lnTo>
                    <a:pt x="8945995" y="913345"/>
                  </a:lnTo>
                  <a:lnTo>
                    <a:pt x="9000434" y="944028"/>
                  </a:lnTo>
                  <a:lnTo>
                    <a:pt x="9054819" y="973336"/>
                  </a:lnTo>
                  <a:lnTo>
                    <a:pt x="9109270" y="1001035"/>
                  </a:lnTo>
                  <a:lnTo>
                    <a:pt x="9163993" y="1026957"/>
                  </a:lnTo>
                  <a:lnTo>
                    <a:pt x="9219298" y="1051002"/>
                  </a:lnTo>
                  <a:lnTo>
                    <a:pt x="9275618" y="1073132"/>
                  </a:lnTo>
                  <a:lnTo>
                    <a:pt x="9333534" y="1093365"/>
                  </a:lnTo>
                  <a:lnTo>
                    <a:pt x="9347647" y="1097912"/>
                  </a:lnTo>
                  <a:lnTo>
                    <a:pt x="9399496" y="1113355"/>
                  </a:lnTo>
                  <a:lnTo>
                    <a:pt x="9453791" y="1127458"/>
                  </a:lnTo>
                  <a:lnTo>
                    <a:pt x="9511217" y="1140269"/>
                  </a:lnTo>
                  <a:lnTo>
                    <a:pt x="9572523" y="1151880"/>
                  </a:lnTo>
                  <a:lnTo>
                    <a:pt x="9638486" y="1162401"/>
                  </a:lnTo>
                  <a:lnTo>
                    <a:pt x="9709867" y="1171945"/>
                  </a:lnTo>
                  <a:lnTo>
                    <a:pt x="9787360" y="1180619"/>
                  </a:lnTo>
                  <a:lnTo>
                    <a:pt x="9871526" y="1188516"/>
                  </a:lnTo>
                  <a:lnTo>
                    <a:pt x="9962696" y="1195714"/>
                  </a:lnTo>
                  <a:lnTo>
                    <a:pt x="10060859" y="1202273"/>
                  </a:lnTo>
                  <a:lnTo>
                    <a:pt x="10165520" y="1208233"/>
                  </a:lnTo>
                  <a:lnTo>
                    <a:pt x="10275553" y="1213617"/>
                  </a:lnTo>
                  <a:lnTo>
                    <a:pt x="10389082" y="1218432"/>
                  </a:lnTo>
                  <a:lnTo>
                    <a:pt x="10503418" y="1222671"/>
                  </a:lnTo>
                  <a:lnTo>
                    <a:pt x="10615126" y="1226323"/>
                  </a:lnTo>
                  <a:lnTo>
                    <a:pt x="10720264" y="1229377"/>
                  </a:lnTo>
                  <a:lnTo>
                    <a:pt x="10814806" y="1231834"/>
                  </a:lnTo>
                  <a:lnTo>
                    <a:pt x="10895193" y="1233715"/>
                  </a:lnTo>
                  <a:lnTo>
                    <a:pt x="10958930" y="1235065"/>
                  </a:lnTo>
                  <a:lnTo>
                    <a:pt x="11005055" y="1235953"/>
                  </a:lnTo>
                  <a:lnTo>
                    <a:pt x="11034380" y="1236467"/>
                  </a:lnTo>
                  <a:lnTo>
                    <a:pt x="11049476" y="1236710"/>
                  </a:lnTo>
                  <a:lnTo>
                    <a:pt x="11054487" y="1236784"/>
                  </a:lnTo>
                  <a:lnTo>
                    <a:pt x="11054891" y="1236789"/>
                  </a:lnTo>
                  <a:lnTo>
                    <a:pt x="12049831" y="1236789"/>
                  </a:lnTo>
                  <a:lnTo>
                    <a:pt x="12049831" y="1231549"/>
                  </a:lnTo>
                  <a:lnTo>
                    <a:pt x="11054891" y="1231549"/>
                  </a:lnTo>
                  <a:lnTo>
                    <a:pt x="11053760" y="1231533"/>
                  </a:lnTo>
                  <a:lnTo>
                    <a:pt x="11046296" y="1231420"/>
                  </a:lnTo>
                  <a:lnTo>
                    <a:pt x="11027379" y="1231108"/>
                  </a:lnTo>
                  <a:lnTo>
                    <a:pt x="10993305" y="1230494"/>
                  </a:lnTo>
                  <a:lnTo>
                    <a:pt x="10942003" y="1229479"/>
                  </a:lnTo>
                  <a:lnTo>
                    <a:pt x="10873193" y="1227979"/>
                  </a:lnTo>
                  <a:lnTo>
                    <a:pt x="10788326" y="1225932"/>
                  </a:lnTo>
                  <a:lnTo>
                    <a:pt x="10690266" y="1223300"/>
                  </a:lnTo>
                  <a:lnTo>
                    <a:pt x="10582771" y="1220070"/>
                  </a:lnTo>
                  <a:lnTo>
                    <a:pt x="10469898" y="1216244"/>
                  </a:lnTo>
                  <a:lnTo>
                    <a:pt x="10355473" y="1211835"/>
                  </a:lnTo>
                  <a:lnTo>
                    <a:pt x="10242730" y="1206852"/>
                  </a:lnTo>
                  <a:lnTo>
                    <a:pt x="10134117" y="1201300"/>
                  </a:lnTo>
                  <a:lnTo>
                    <a:pt x="10031282" y="1195167"/>
                  </a:lnTo>
                  <a:lnTo>
                    <a:pt x="9935148" y="1188425"/>
                  </a:lnTo>
                  <a:lnTo>
                    <a:pt x="9846055" y="1181028"/>
                  </a:lnTo>
                  <a:lnTo>
                    <a:pt x="9763898" y="1172912"/>
                  </a:lnTo>
                  <a:lnTo>
                    <a:pt x="9688268" y="1163992"/>
                  </a:lnTo>
                  <a:lnTo>
                    <a:pt x="9618557" y="1154172"/>
                  </a:lnTo>
                  <a:lnTo>
                    <a:pt x="9554044" y="1143343"/>
                  </a:lnTo>
                  <a:lnTo>
                    <a:pt x="9493960" y="1131390"/>
                  </a:lnTo>
                  <a:lnTo>
                    <a:pt x="9437530" y="1118207"/>
                  </a:lnTo>
                  <a:lnTo>
                    <a:pt x="9384021" y="1103712"/>
                  </a:lnTo>
                  <a:lnTo>
                    <a:pt x="9347647" y="1092672"/>
                  </a:lnTo>
                  <a:lnTo>
                    <a:pt x="9289246" y="1072882"/>
                  </a:lnTo>
                  <a:lnTo>
                    <a:pt x="9232604" y="1051208"/>
                  </a:lnTo>
                  <a:lnTo>
                    <a:pt x="9177102" y="1027618"/>
                  </a:lnTo>
                  <a:lnTo>
                    <a:pt x="9122273" y="1002136"/>
                  </a:lnTo>
                  <a:lnTo>
                    <a:pt x="9067780" y="974848"/>
                  </a:lnTo>
                  <a:lnTo>
                    <a:pt x="9013393" y="945904"/>
                  </a:lnTo>
                  <a:lnTo>
                    <a:pt x="8958974" y="915525"/>
                  </a:lnTo>
                  <a:lnTo>
                    <a:pt x="8904457" y="883990"/>
                  </a:lnTo>
                  <a:lnTo>
                    <a:pt x="8849839" y="851636"/>
                  </a:lnTo>
                  <a:lnTo>
                    <a:pt x="8795154" y="818836"/>
                  </a:lnTo>
                  <a:lnTo>
                    <a:pt x="8740462" y="785989"/>
                  </a:lnTo>
                  <a:lnTo>
                    <a:pt x="8685824" y="753493"/>
                  </a:lnTo>
                  <a:lnTo>
                    <a:pt x="8631282" y="721731"/>
                  </a:lnTo>
                  <a:lnTo>
                    <a:pt x="8576842" y="691049"/>
                  </a:lnTo>
                  <a:lnTo>
                    <a:pt x="8522457" y="661741"/>
                  </a:lnTo>
                  <a:lnTo>
                    <a:pt x="8468007" y="634042"/>
                  </a:lnTo>
                  <a:lnTo>
                    <a:pt x="8413284" y="608120"/>
                  </a:lnTo>
                  <a:lnTo>
                    <a:pt x="8357979" y="584075"/>
                  </a:lnTo>
                  <a:lnTo>
                    <a:pt x="8301659" y="561945"/>
                  </a:lnTo>
                  <a:lnTo>
                    <a:pt x="8243743" y="541712"/>
                  </a:lnTo>
                  <a:lnTo>
                    <a:pt x="8229629" y="537164"/>
                  </a:lnTo>
                  <a:lnTo>
                    <a:pt x="8177781" y="521722"/>
                  </a:lnTo>
                  <a:lnTo>
                    <a:pt x="8123485" y="507619"/>
                  </a:lnTo>
                  <a:lnTo>
                    <a:pt x="8066059" y="494808"/>
                  </a:lnTo>
                  <a:lnTo>
                    <a:pt x="8004753" y="483197"/>
                  </a:lnTo>
                  <a:lnTo>
                    <a:pt x="7938791" y="472676"/>
                  </a:lnTo>
                  <a:lnTo>
                    <a:pt x="7867410" y="463132"/>
                  </a:lnTo>
                  <a:lnTo>
                    <a:pt x="7789916" y="454458"/>
                  </a:lnTo>
                  <a:lnTo>
                    <a:pt x="7705750" y="446561"/>
                  </a:lnTo>
                  <a:lnTo>
                    <a:pt x="7614580" y="439363"/>
                  </a:lnTo>
                  <a:lnTo>
                    <a:pt x="7516417" y="432804"/>
                  </a:lnTo>
                  <a:lnTo>
                    <a:pt x="7411757" y="426844"/>
                  </a:lnTo>
                  <a:lnTo>
                    <a:pt x="7301723" y="421460"/>
                  </a:lnTo>
                  <a:lnTo>
                    <a:pt x="7188194" y="416645"/>
                  </a:lnTo>
                  <a:lnTo>
                    <a:pt x="7073859" y="412406"/>
                  </a:lnTo>
                  <a:lnTo>
                    <a:pt x="6962151" y="408754"/>
                  </a:lnTo>
                  <a:lnTo>
                    <a:pt x="6857012" y="405700"/>
                  </a:lnTo>
                  <a:lnTo>
                    <a:pt x="6762471" y="403243"/>
                  </a:lnTo>
                  <a:lnTo>
                    <a:pt x="6682084" y="401362"/>
                  </a:lnTo>
                  <a:lnTo>
                    <a:pt x="6618346" y="400012"/>
                  </a:lnTo>
                  <a:lnTo>
                    <a:pt x="6572221" y="399124"/>
                  </a:lnTo>
                  <a:lnTo>
                    <a:pt x="6542897" y="398610"/>
                  </a:lnTo>
                  <a:lnTo>
                    <a:pt x="6527800" y="398367"/>
                  </a:lnTo>
                  <a:lnTo>
                    <a:pt x="6522789" y="398293"/>
                  </a:lnTo>
                  <a:lnTo>
                    <a:pt x="6522385" y="398288"/>
                  </a:lnTo>
                  <a:lnTo>
                    <a:pt x="5527445" y="398288"/>
                  </a:lnTo>
                  <a:lnTo>
                    <a:pt x="5526310" y="398280"/>
                  </a:lnTo>
                  <a:lnTo>
                    <a:pt x="5518819" y="398226"/>
                  </a:lnTo>
                  <a:lnTo>
                    <a:pt x="5499834" y="398076"/>
                  </a:lnTo>
                  <a:lnTo>
                    <a:pt x="5465643" y="397782"/>
                  </a:lnTo>
                  <a:lnTo>
                    <a:pt x="5414174" y="397295"/>
                  </a:lnTo>
                  <a:lnTo>
                    <a:pt x="5345157" y="396575"/>
                  </a:lnTo>
                  <a:lnTo>
                    <a:pt x="5260060" y="395593"/>
                  </a:lnTo>
                  <a:lnTo>
                    <a:pt x="5161767" y="394331"/>
                  </a:lnTo>
                  <a:lnTo>
                    <a:pt x="5054056" y="392782"/>
                  </a:lnTo>
                  <a:lnTo>
                    <a:pt x="4940999" y="390947"/>
                  </a:lnTo>
                  <a:lnTo>
                    <a:pt x="4826432" y="388833"/>
                  </a:lnTo>
                  <a:lnTo>
                    <a:pt x="4713590" y="386445"/>
                  </a:lnTo>
                  <a:lnTo>
                    <a:pt x="4604920" y="383783"/>
                  </a:lnTo>
                  <a:lnTo>
                    <a:pt x="4502063" y="380843"/>
                  </a:lnTo>
                  <a:lnTo>
                    <a:pt x="4405937" y="377611"/>
                  </a:lnTo>
                  <a:lnTo>
                    <a:pt x="4316869" y="374064"/>
                  </a:lnTo>
                  <a:lnTo>
                    <a:pt x="4234750" y="370172"/>
                  </a:lnTo>
                  <a:lnTo>
                    <a:pt x="4159162" y="365894"/>
                  </a:lnTo>
                  <a:lnTo>
                    <a:pt x="4089494" y="361184"/>
                  </a:lnTo>
                  <a:lnTo>
                    <a:pt x="4025018" y="355988"/>
                  </a:lnTo>
                  <a:lnTo>
                    <a:pt x="3964962" y="350252"/>
                  </a:lnTo>
                  <a:lnTo>
                    <a:pt x="3908550" y="343926"/>
                  </a:lnTo>
                  <a:lnTo>
                    <a:pt x="3855047" y="336971"/>
                  </a:lnTo>
                  <a:lnTo>
                    <a:pt x="3820202" y="331906"/>
                  </a:lnTo>
                  <a:lnTo>
                    <a:pt x="3759373" y="322027"/>
                  </a:lnTo>
                  <a:lnTo>
                    <a:pt x="3700425" y="311168"/>
                  </a:lnTo>
                  <a:lnTo>
                    <a:pt x="3642667" y="299315"/>
                  </a:lnTo>
                  <a:lnTo>
                    <a:pt x="3585588" y="286483"/>
                  </a:lnTo>
                  <a:lnTo>
                    <a:pt x="3528825" y="272724"/>
                  </a:lnTo>
                  <a:lnTo>
                    <a:pt x="3472138" y="258127"/>
                  </a:lnTo>
                  <a:lnTo>
                    <a:pt x="3415392" y="242818"/>
                  </a:lnTo>
                  <a:lnTo>
                    <a:pt x="3358533" y="226959"/>
                  </a:lnTo>
                  <a:lnTo>
                    <a:pt x="3301573" y="210739"/>
                  </a:lnTo>
                  <a:lnTo>
                    <a:pt x="3244564" y="194365"/>
                  </a:lnTo>
                  <a:lnTo>
                    <a:pt x="3187575" y="178054"/>
                  </a:lnTo>
                  <a:lnTo>
                    <a:pt x="3130670" y="162020"/>
                  </a:lnTo>
                  <a:lnTo>
                    <a:pt x="3073879" y="146461"/>
                  </a:lnTo>
                  <a:lnTo>
                    <a:pt x="3017179" y="131550"/>
                  </a:lnTo>
                  <a:lnTo>
                    <a:pt x="2960470" y="117429"/>
                  </a:lnTo>
                  <a:lnTo>
                    <a:pt x="2903559" y="104202"/>
                  </a:lnTo>
                  <a:lnTo>
                    <a:pt x="2846137" y="91937"/>
                  </a:lnTo>
                  <a:lnTo>
                    <a:pt x="2787758" y="80664"/>
                  </a:lnTo>
                  <a:lnTo>
                    <a:pt x="2727810" y="70380"/>
                  </a:lnTo>
                  <a:lnTo>
                    <a:pt x="2702183" y="66381"/>
                  </a:lnTo>
                  <a:lnTo>
                    <a:pt x="2650268" y="58991"/>
                  </a:lnTo>
                  <a:lnTo>
                    <a:pt x="2595898" y="52242"/>
                  </a:lnTo>
                  <a:lnTo>
                    <a:pt x="2538388" y="46113"/>
                  </a:lnTo>
                  <a:lnTo>
                    <a:pt x="2476984" y="40558"/>
                  </a:lnTo>
                  <a:lnTo>
                    <a:pt x="2410909" y="35526"/>
                  </a:lnTo>
                  <a:lnTo>
                    <a:pt x="2339397" y="30961"/>
                  </a:lnTo>
                  <a:lnTo>
                    <a:pt x="2261751" y="26813"/>
                  </a:lnTo>
                  <a:lnTo>
                    <a:pt x="2177413" y="23037"/>
                  </a:lnTo>
                  <a:lnTo>
                    <a:pt x="2086050" y="19595"/>
                  </a:lnTo>
                  <a:lnTo>
                    <a:pt x="1987680" y="16460"/>
                  </a:lnTo>
                  <a:lnTo>
                    <a:pt x="1882805" y="13611"/>
                  </a:lnTo>
                  <a:lnTo>
                    <a:pt x="1772565" y="11038"/>
                  </a:lnTo>
                  <a:lnTo>
                    <a:pt x="1658856" y="8738"/>
                  </a:lnTo>
                  <a:lnTo>
                    <a:pt x="1544390" y="6714"/>
                  </a:lnTo>
                  <a:lnTo>
                    <a:pt x="1432625" y="4972"/>
                  </a:lnTo>
                  <a:lnTo>
                    <a:pt x="1327523" y="3516"/>
                  </a:lnTo>
                  <a:lnTo>
                    <a:pt x="1233126" y="2346"/>
                  </a:lnTo>
                  <a:lnTo>
                    <a:pt x="1152986" y="1451"/>
                  </a:lnTo>
                  <a:lnTo>
                    <a:pt x="1089578" y="811"/>
                  </a:lnTo>
                  <a:lnTo>
                    <a:pt x="1043829" y="391"/>
                  </a:lnTo>
                  <a:lnTo>
                    <a:pt x="1014878" y="149"/>
                  </a:lnTo>
                  <a:lnTo>
                    <a:pt x="1000100" y="36"/>
                  </a:lnTo>
                  <a:lnTo>
                    <a:pt x="995296" y="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10" name="pl909"/>
            <p:cNvSpPr/>
            <p:nvPr/>
          </p:nvSpPr>
          <p:spPr>
            <a:xfrm>
              <a:off x="1199187" y="4449133"/>
              <a:ext cx="12049831" cy="1231549"/>
            </a:xfrm>
            <a:custGeom>
              <a:avLst/>
              <a:pathLst>
                <a:path w="12049831" h="1231549">
                  <a:moveTo>
                    <a:pt x="0" y="0"/>
                  </a:moveTo>
                  <a:lnTo>
                    <a:pt x="994940" y="0"/>
                  </a:lnTo>
                  <a:lnTo>
                    <a:pt x="996075" y="7"/>
                  </a:lnTo>
                  <a:lnTo>
                    <a:pt x="1003566" y="61"/>
                  </a:lnTo>
                  <a:lnTo>
                    <a:pt x="1022551" y="211"/>
                  </a:lnTo>
                  <a:lnTo>
                    <a:pt x="1056742" y="505"/>
                  </a:lnTo>
                  <a:lnTo>
                    <a:pt x="1108211" y="993"/>
                  </a:lnTo>
                  <a:lnTo>
                    <a:pt x="1177228" y="1712"/>
                  </a:lnTo>
                  <a:lnTo>
                    <a:pt x="1262325" y="2694"/>
                  </a:lnTo>
                  <a:lnTo>
                    <a:pt x="1360618" y="3956"/>
                  </a:lnTo>
                  <a:lnTo>
                    <a:pt x="1468329" y="5505"/>
                  </a:lnTo>
                  <a:lnTo>
                    <a:pt x="1581386" y="7340"/>
                  </a:lnTo>
                  <a:lnTo>
                    <a:pt x="1695953" y="9454"/>
                  </a:lnTo>
                  <a:lnTo>
                    <a:pt x="1808795" y="11843"/>
                  </a:lnTo>
                  <a:lnTo>
                    <a:pt x="1917465" y="14504"/>
                  </a:lnTo>
                  <a:lnTo>
                    <a:pt x="2020322" y="17444"/>
                  </a:lnTo>
                  <a:lnTo>
                    <a:pt x="2116448" y="20676"/>
                  </a:lnTo>
                  <a:lnTo>
                    <a:pt x="2205516" y="24223"/>
                  </a:lnTo>
                  <a:lnTo>
                    <a:pt x="2287635" y="28115"/>
                  </a:lnTo>
                  <a:lnTo>
                    <a:pt x="2363223" y="32393"/>
                  </a:lnTo>
                  <a:lnTo>
                    <a:pt x="2432891" y="37104"/>
                  </a:lnTo>
                  <a:lnTo>
                    <a:pt x="2497367" y="42299"/>
                  </a:lnTo>
                  <a:lnTo>
                    <a:pt x="2557423" y="48035"/>
                  </a:lnTo>
                  <a:lnTo>
                    <a:pt x="2613835" y="54361"/>
                  </a:lnTo>
                  <a:lnTo>
                    <a:pt x="2667338" y="61316"/>
                  </a:lnTo>
                  <a:lnTo>
                    <a:pt x="2702183" y="66381"/>
                  </a:lnTo>
                  <a:lnTo>
                    <a:pt x="2763012" y="76260"/>
                  </a:lnTo>
                  <a:lnTo>
                    <a:pt x="2821960" y="87119"/>
                  </a:lnTo>
                  <a:lnTo>
                    <a:pt x="2879718" y="98972"/>
                  </a:lnTo>
                  <a:lnTo>
                    <a:pt x="2936797" y="111804"/>
                  </a:lnTo>
                  <a:lnTo>
                    <a:pt x="2993560" y="125563"/>
                  </a:lnTo>
                  <a:lnTo>
                    <a:pt x="3050247" y="140160"/>
                  </a:lnTo>
                  <a:lnTo>
                    <a:pt x="3106993" y="155469"/>
                  </a:lnTo>
                  <a:lnTo>
                    <a:pt x="3163852" y="171328"/>
                  </a:lnTo>
                  <a:lnTo>
                    <a:pt x="3220812" y="187549"/>
                  </a:lnTo>
                  <a:lnTo>
                    <a:pt x="3277821" y="203923"/>
                  </a:lnTo>
                  <a:lnTo>
                    <a:pt x="3334810" y="220233"/>
                  </a:lnTo>
                  <a:lnTo>
                    <a:pt x="3391715" y="236267"/>
                  </a:lnTo>
                  <a:lnTo>
                    <a:pt x="3448506" y="251826"/>
                  </a:lnTo>
                  <a:lnTo>
                    <a:pt x="3505206" y="266737"/>
                  </a:lnTo>
                  <a:lnTo>
                    <a:pt x="3561915" y="280858"/>
                  </a:lnTo>
                  <a:lnTo>
                    <a:pt x="3618826" y="294085"/>
                  </a:lnTo>
                  <a:lnTo>
                    <a:pt x="3676248" y="306350"/>
                  </a:lnTo>
                  <a:lnTo>
                    <a:pt x="3734627" y="317623"/>
                  </a:lnTo>
                  <a:lnTo>
                    <a:pt x="3794575" y="327907"/>
                  </a:lnTo>
                  <a:lnTo>
                    <a:pt x="3820202" y="331906"/>
                  </a:lnTo>
                  <a:lnTo>
                    <a:pt x="3872117" y="339297"/>
                  </a:lnTo>
                  <a:lnTo>
                    <a:pt x="3926487" y="346045"/>
                  </a:lnTo>
                  <a:lnTo>
                    <a:pt x="3983997" y="352174"/>
                  </a:lnTo>
                  <a:lnTo>
                    <a:pt x="4045400" y="357729"/>
                  </a:lnTo>
                  <a:lnTo>
                    <a:pt x="4111476" y="362761"/>
                  </a:lnTo>
                  <a:lnTo>
                    <a:pt x="4182988" y="367326"/>
                  </a:lnTo>
                  <a:lnTo>
                    <a:pt x="4260634" y="371474"/>
                  </a:lnTo>
                  <a:lnTo>
                    <a:pt x="4344972" y="375250"/>
                  </a:lnTo>
                  <a:lnTo>
                    <a:pt x="4436335" y="378692"/>
                  </a:lnTo>
                  <a:lnTo>
                    <a:pt x="4534705" y="381827"/>
                  </a:lnTo>
                  <a:lnTo>
                    <a:pt x="4639580" y="384676"/>
                  </a:lnTo>
                  <a:lnTo>
                    <a:pt x="4749820" y="387249"/>
                  </a:lnTo>
                  <a:lnTo>
                    <a:pt x="4863529" y="389549"/>
                  </a:lnTo>
                  <a:lnTo>
                    <a:pt x="4977995" y="391573"/>
                  </a:lnTo>
                  <a:lnTo>
                    <a:pt x="5089760" y="393316"/>
                  </a:lnTo>
                  <a:lnTo>
                    <a:pt x="5194862" y="394771"/>
                  </a:lnTo>
                  <a:lnTo>
                    <a:pt x="5289259" y="395942"/>
                  </a:lnTo>
                  <a:lnTo>
                    <a:pt x="5369399" y="396836"/>
                  </a:lnTo>
                  <a:lnTo>
                    <a:pt x="5432807" y="397476"/>
                  </a:lnTo>
                  <a:lnTo>
                    <a:pt x="5478556" y="397896"/>
                  </a:lnTo>
                  <a:lnTo>
                    <a:pt x="5507507" y="398138"/>
                  </a:lnTo>
                  <a:lnTo>
                    <a:pt x="5522285" y="398252"/>
                  </a:lnTo>
                  <a:lnTo>
                    <a:pt x="5527089" y="398285"/>
                  </a:lnTo>
                  <a:lnTo>
                    <a:pt x="5527445" y="398288"/>
                  </a:lnTo>
                  <a:lnTo>
                    <a:pt x="6522385" y="398288"/>
                  </a:lnTo>
                  <a:lnTo>
                    <a:pt x="6523516" y="398304"/>
                  </a:lnTo>
                  <a:lnTo>
                    <a:pt x="6530980" y="398416"/>
                  </a:lnTo>
                  <a:lnTo>
                    <a:pt x="6549897" y="398728"/>
                  </a:lnTo>
                  <a:lnTo>
                    <a:pt x="6583972" y="399342"/>
                  </a:lnTo>
                  <a:lnTo>
                    <a:pt x="6635274" y="400357"/>
                  </a:lnTo>
                  <a:lnTo>
                    <a:pt x="6704084" y="401857"/>
                  </a:lnTo>
                  <a:lnTo>
                    <a:pt x="6788951" y="403904"/>
                  </a:lnTo>
                  <a:lnTo>
                    <a:pt x="6887010" y="406536"/>
                  </a:lnTo>
                  <a:lnTo>
                    <a:pt x="6994505" y="409766"/>
                  </a:lnTo>
                  <a:lnTo>
                    <a:pt x="7107379" y="413592"/>
                  </a:lnTo>
                  <a:lnTo>
                    <a:pt x="7221803" y="418002"/>
                  </a:lnTo>
                  <a:lnTo>
                    <a:pt x="7334547" y="422984"/>
                  </a:lnTo>
                  <a:lnTo>
                    <a:pt x="7443160" y="428536"/>
                  </a:lnTo>
                  <a:lnTo>
                    <a:pt x="7545995" y="434669"/>
                  </a:lnTo>
                  <a:lnTo>
                    <a:pt x="7642128" y="441411"/>
                  </a:lnTo>
                  <a:lnTo>
                    <a:pt x="7731222" y="448808"/>
                  </a:lnTo>
                  <a:lnTo>
                    <a:pt x="7813378" y="456924"/>
                  </a:lnTo>
                  <a:lnTo>
                    <a:pt x="7889009" y="465844"/>
                  </a:lnTo>
                  <a:lnTo>
                    <a:pt x="7958720" y="475664"/>
                  </a:lnTo>
                  <a:lnTo>
                    <a:pt x="8023232" y="486494"/>
                  </a:lnTo>
                  <a:lnTo>
                    <a:pt x="8083317" y="498447"/>
                  </a:lnTo>
                  <a:lnTo>
                    <a:pt x="8139746" y="511630"/>
                  </a:lnTo>
                  <a:lnTo>
                    <a:pt x="8193256" y="526124"/>
                  </a:lnTo>
                  <a:lnTo>
                    <a:pt x="8229629" y="537164"/>
                  </a:lnTo>
                  <a:lnTo>
                    <a:pt x="8288031" y="556954"/>
                  </a:lnTo>
                  <a:lnTo>
                    <a:pt x="8344672" y="578629"/>
                  </a:lnTo>
                  <a:lnTo>
                    <a:pt x="8400174" y="602218"/>
                  </a:lnTo>
                  <a:lnTo>
                    <a:pt x="8455004" y="627700"/>
                  </a:lnTo>
                  <a:lnTo>
                    <a:pt x="8509497" y="654989"/>
                  </a:lnTo>
                  <a:lnTo>
                    <a:pt x="8563883" y="683932"/>
                  </a:lnTo>
                  <a:lnTo>
                    <a:pt x="8618303" y="714311"/>
                  </a:lnTo>
                  <a:lnTo>
                    <a:pt x="8672819" y="745846"/>
                  </a:lnTo>
                  <a:lnTo>
                    <a:pt x="8727438" y="778200"/>
                  </a:lnTo>
                  <a:lnTo>
                    <a:pt x="8782122" y="811000"/>
                  </a:lnTo>
                  <a:lnTo>
                    <a:pt x="8836814" y="843847"/>
                  </a:lnTo>
                  <a:lnTo>
                    <a:pt x="8891453" y="876343"/>
                  </a:lnTo>
                  <a:lnTo>
                    <a:pt x="8945995" y="908105"/>
                  </a:lnTo>
                  <a:lnTo>
                    <a:pt x="9000434" y="938787"/>
                  </a:lnTo>
                  <a:lnTo>
                    <a:pt x="9054819" y="968095"/>
                  </a:lnTo>
                  <a:lnTo>
                    <a:pt x="9109270" y="995794"/>
                  </a:lnTo>
                  <a:lnTo>
                    <a:pt x="9163993" y="1021717"/>
                  </a:lnTo>
                  <a:lnTo>
                    <a:pt x="9219298" y="1045761"/>
                  </a:lnTo>
                  <a:lnTo>
                    <a:pt x="9275618" y="1067891"/>
                  </a:lnTo>
                  <a:lnTo>
                    <a:pt x="9333534" y="1088124"/>
                  </a:lnTo>
                  <a:lnTo>
                    <a:pt x="9347647" y="1092672"/>
                  </a:lnTo>
                  <a:lnTo>
                    <a:pt x="9399496" y="1108114"/>
                  </a:lnTo>
                  <a:lnTo>
                    <a:pt x="9453791" y="1122217"/>
                  </a:lnTo>
                  <a:lnTo>
                    <a:pt x="9511217" y="1135028"/>
                  </a:lnTo>
                  <a:lnTo>
                    <a:pt x="9572523" y="1146639"/>
                  </a:lnTo>
                  <a:lnTo>
                    <a:pt x="9638486" y="1157160"/>
                  </a:lnTo>
                  <a:lnTo>
                    <a:pt x="9709867" y="1166704"/>
                  </a:lnTo>
                  <a:lnTo>
                    <a:pt x="9787360" y="1175378"/>
                  </a:lnTo>
                  <a:lnTo>
                    <a:pt x="9871526" y="1183275"/>
                  </a:lnTo>
                  <a:lnTo>
                    <a:pt x="9962696" y="1190473"/>
                  </a:lnTo>
                  <a:lnTo>
                    <a:pt x="10060859" y="1197032"/>
                  </a:lnTo>
                  <a:lnTo>
                    <a:pt x="10165520" y="1202992"/>
                  </a:lnTo>
                  <a:lnTo>
                    <a:pt x="10275553" y="1208376"/>
                  </a:lnTo>
                  <a:lnTo>
                    <a:pt x="10389082" y="1213191"/>
                  </a:lnTo>
                  <a:lnTo>
                    <a:pt x="10503418" y="1217431"/>
                  </a:lnTo>
                  <a:lnTo>
                    <a:pt x="10615126" y="1221082"/>
                  </a:lnTo>
                  <a:lnTo>
                    <a:pt x="10720264" y="1224136"/>
                  </a:lnTo>
                  <a:lnTo>
                    <a:pt x="10814806" y="1226594"/>
                  </a:lnTo>
                  <a:lnTo>
                    <a:pt x="10895193" y="1228475"/>
                  </a:lnTo>
                  <a:lnTo>
                    <a:pt x="10958930" y="1229824"/>
                  </a:lnTo>
                  <a:lnTo>
                    <a:pt x="11005055" y="1230712"/>
                  </a:lnTo>
                  <a:lnTo>
                    <a:pt x="11034380" y="1231227"/>
                  </a:lnTo>
                  <a:lnTo>
                    <a:pt x="11049476" y="1231469"/>
                  </a:lnTo>
                  <a:lnTo>
                    <a:pt x="11054487" y="1231543"/>
                  </a:lnTo>
                  <a:lnTo>
                    <a:pt x="11054891" y="1231549"/>
                  </a:lnTo>
                  <a:lnTo>
                    <a:pt x="12049831" y="1231549"/>
                  </a:lnTo>
                  <a:lnTo>
                    <a:pt x="12049831" y="12315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1" name="pl910"/>
            <p:cNvSpPr/>
            <p:nvPr/>
          </p:nvSpPr>
          <p:spPr>
            <a:xfrm>
              <a:off x="1199187" y="4443893"/>
              <a:ext cx="12049831" cy="1231549"/>
            </a:xfrm>
            <a:custGeom>
              <a:avLst/>
              <a:pathLst>
                <a:path w="12049831" h="1231549">
                  <a:moveTo>
                    <a:pt x="12049831" y="1231549"/>
                  </a:moveTo>
                  <a:lnTo>
                    <a:pt x="11054891" y="1231549"/>
                  </a:lnTo>
                  <a:lnTo>
                    <a:pt x="11053760" y="1231533"/>
                  </a:lnTo>
                  <a:lnTo>
                    <a:pt x="11046296" y="1231420"/>
                  </a:lnTo>
                  <a:lnTo>
                    <a:pt x="11027379" y="1231108"/>
                  </a:lnTo>
                  <a:lnTo>
                    <a:pt x="10993305" y="1230494"/>
                  </a:lnTo>
                  <a:lnTo>
                    <a:pt x="10942003" y="1229479"/>
                  </a:lnTo>
                  <a:lnTo>
                    <a:pt x="10873193" y="1227979"/>
                  </a:lnTo>
                  <a:lnTo>
                    <a:pt x="10788326" y="1225932"/>
                  </a:lnTo>
                  <a:lnTo>
                    <a:pt x="10690266" y="1223300"/>
                  </a:lnTo>
                  <a:lnTo>
                    <a:pt x="10582771" y="1220070"/>
                  </a:lnTo>
                  <a:lnTo>
                    <a:pt x="10469898" y="1216244"/>
                  </a:lnTo>
                  <a:lnTo>
                    <a:pt x="10355473" y="1211835"/>
                  </a:lnTo>
                  <a:lnTo>
                    <a:pt x="10242730" y="1206852"/>
                  </a:lnTo>
                  <a:lnTo>
                    <a:pt x="10134117" y="1201300"/>
                  </a:lnTo>
                  <a:lnTo>
                    <a:pt x="10031282" y="1195167"/>
                  </a:lnTo>
                  <a:lnTo>
                    <a:pt x="9935148" y="1188425"/>
                  </a:lnTo>
                  <a:lnTo>
                    <a:pt x="9846055" y="1181028"/>
                  </a:lnTo>
                  <a:lnTo>
                    <a:pt x="9763898" y="1172912"/>
                  </a:lnTo>
                  <a:lnTo>
                    <a:pt x="9688268" y="1163992"/>
                  </a:lnTo>
                  <a:lnTo>
                    <a:pt x="9618557" y="1154172"/>
                  </a:lnTo>
                  <a:lnTo>
                    <a:pt x="9554044" y="1143343"/>
                  </a:lnTo>
                  <a:lnTo>
                    <a:pt x="9493960" y="1131390"/>
                  </a:lnTo>
                  <a:lnTo>
                    <a:pt x="9437530" y="1118207"/>
                  </a:lnTo>
                  <a:lnTo>
                    <a:pt x="9384021" y="1103712"/>
                  </a:lnTo>
                  <a:lnTo>
                    <a:pt x="9347647" y="1092672"/>
                  </a:lnTo>
                  <a:lnTo>
                    <a:pt x="9289246" y="1072882"/>
                  </a:lnTo>
                  <a:lnTo>
                    <a:pt x="9232604" y="1051208"/>
                  </a:lnTo>
                  <a:lnTo>
                    <a:pt x="9177102" y="1027618"/>
                  </a:lnTo>
                  <a:lnTo>
                    <a:pt x="9122273" y="1002136"/>
                  </a:lnTo>
                  <a:lnTo>
                    <a:pt x="9067780" y="974848"/>
                  </a:lnTo>
                  <a:lnTo>
                    <a:pt x="9013393" y="945904"/>
                  </a:lnTo>
                  <a:lnTo>
                    <a:pt x="8958974" y="915525"/>
                  </a:lnTo>
                  <a:lnTo>
                    <a:pt x="8904457" y="883990"/>
                  </a:lnTo>
                  <a:lnTo>
                    <a:pt x="8849839" y="851636"/>
                  </a:lnTo>
                  <a:lnTo>
                    <a:pt x="8795154" y="818836"/>
                  </a:lnTo>
                  <a:lnTo>
                    <a:pt x="8740462" y="785989"/>
                  </a:lnTo>
                  <a:lnTo>
                    <a:pt x="8685824" y="753493"/>
                  </a:lnTo>
                  <a:lnTo>
                    <a:pt x="8631282" y="721731"/>
                  </a:lnTo>
                  <a:lnTo>
                    <a:pt x="8576842" y="691049"/>
                  </a:lnTo>
                  <a:lnTo>
                    <a:pt x="8522457" y="661741"/>
                  </a:lnTo>
                  <a:lnTo>
                    <a:pt x="8468007" y="634042"/>
                  </a:lnTo>
                  <a:lnTo>
                    <a:pt x="8413284" y="608120"/>
                  </a:lnTo>
                  <a:lnTo>
                    <a:pt x="8357979" y="584075"/>
                  </a:lnTo>
                  <a:lnTo>
                    <a:pt x="8301659" y="561945"/>
                  </a:lnTo>
                  <a:lnTo>
                    <a:pt x="8243743" y="541712"/>
                  </a:lnTo>
                  <a:lnTo>
                    <a:pt x="8229629" y="537164"/>
                  </a:lnTo>
                  <a:lnTo>
                    <a:pt x="8177781" y="521722"/>
                  </a:lnTo>
                  <a:lnTo>
                    <a:pt x="8123485" y="507619"/>
                  </a:lnTo>
                  <a:lnTo>
                    <a:pt x="8066059" y="494808"/>
                  </a:lnTo>
                  <a:lnTo>
                    <a:pt x="8004753" y="483197"/>
                  </a:lnTo>
                  <a:lnTo>
                    <a:pt x="7938791" y="472676"/>
                  </a:lnTo>
                  <a:lnTo>
                    <a:pt x="7867410" y="463132"/>
                  </a:lnTo>
                  <a:lnTo>
                    <a:pt x="7789916" y="454458"/>
                  </a:lnTo>
                  <a:lnTo>
                    <a:pt x="7705750" y="446561"/>
                  </a:lnTo>
                  <a:lnTo>
                    <a:pt x="7614580" y="439363"/>
                  </a:lnTo>
                  <a:lnTo>
                    <a:pt x="7516417" y="432804"/>
                  </a:lnTo>
                  <a:lnTo>
                    <a:pt x="7411757" y="426844"/>
                  </a:lnTo>
                  <a:lnTo>
                    <a:pt x="7301723" y="421460"/>
                  </a:lnTo>
                  <a:lnTo>
                    <a:pt x="7188194" y="416645"/>
                  </a:lnTo>
                  <a:lnTo>
                    <a:pt x="7073859" y="412406"/>
                  </a:lnTo>
                  <a:lnTo>
                    <a:pt x="6962151" y="408754"/>
                  </a:lnTo>
                  <a:lnTo>
                    <a:pt x="6857012" y="405700"/>
                  </a:lnTo>
                  <a:lnTo>
                    <a:pt x="6762471" y="403243"/>
                  </a:lnTo>
                  <a:lnTo>
                    <a:pt x="6682084" y="401362"/>
                  </a:lnTo>
                  <a:lnTo>
                    <a:pt x="6618346" y="400012"/>
                  </a:lnTo>
                  <a:lnTo>
                    <a:pt x="6572221" y="399124"/>
                  </a:lnTo>
                  <a:lnTo>
                    <a:pt x="6542897" y="398610"/>
                  </a:lnTo>
                  <a:lnTo>
                    <a:pt x="6527800" y="398367"/>
                  </a:lnTo>
                  <a:lnTo>
                    <a:pt x="6522789" y="398293"/>
                  </a:lnTo>
                  <a:lnTo>
                    <a:pt x="6522385" y="398288"/>
                  </a:lnTo>
                  <a:lnTo>
                    <a:pt x="5527445" y="398288"/>
                  </a:lnTo>
                  <a:lnTo>
                    <a:pt x="5526310" y="398280"/>
                  </a:lnTo>
                  <a:lnTo>
                    <a:pt x="5518819" y="398226"/>
                  </a:lnTo>
                  <a:lnTo>
                    <a:pt x="5499834" y="398076"/>
                  </a:lnTo>
                  <a:lnTo>
                    <a:pt x="5465643" y="397782"/>
                  </a:lnTo>
                  <a:lnTo>
                    <a:pt x="5414174" y="397295"/>
                  </a:lnTo>
                  <a:lnTo>
                    <a:pt x="5345157" y="396575"/>
                  </a:lnTo>
                  <a:lnTo>
                    <a:pt x="5260060" y="395593"/>
                  </a:lnTo>
                  <a:lnTo>
                    <a:pt x="5161767" y="394331"/>
                  </a:lnTo>
                  <a:lnTo>
                    <a:pt x="5054056" y="392782"/>
                  </a:lnTo>
                  <a:lnTo>
                    <a:pt x="4940999" y="390947"/>
                  </a:lnTo>
                  <a:lnTo>
                    <a:pt x="4826432" y="388833"/>
                  </a:lnTo>
                  <a:lnTo>
                    <a:pt x="4713590" y="386445"/>
                  </a:lnTo>
                  <a:lnTo>
                    <a:pt x="4604920" y="383783"/>
                  </a:lnTo>
                  <a:lnTo>
                    <a:pt x="4502063" y="380843"/>
                  </a:lnTo>
                  <a:lnTo>
                    <a:pt x="4405937" y="377611"/>
                  </a:lnTo>
                  <a:lnTo>
                    <a:pt x="4316869" y="374064"/>
                  </a:lnTo>
                  <a:lnTo>
                    <a:pt x="4234750" y="370172"/>
                  </a:lnTo>
                  <a:lnTo>
                    <a:pt x="4159162" y="365894"/>
                  </a:lnTo>
                  <a:lnTo>
                    <a:pt x="4089494" y="361184"/>
                  </a:lnTo>
                  <a:lnTo>
                    <a:pt x="4025018" y="355988"/>
                  </a:lnTo>
                  <a:lnTo>
                    <a:pt x="3964962" y="350252"/>
                  </a:lnTo>
                  <a:lnTo>
                    <a:pt x="3908550" y="343926"/>
                  </a:lnTo>
                  <a:lnTo>
                    <a:pt x="3855047" y="336971"/>
                  </a:lnTo>
                  <a:lnTo>
                    <a:pt x="3820202" y="331906"/>
                  </a:lnTo>
                  <a:lnTo>
                    <a:pt x="3759373" y="322027"/>
                  </a:lnTo>
                  <a:lnTo>
                    <a:pt x="3700425" y="311168"/>
                  </a:lnTo>
                  <a:lnTo>
                    <a:pt x="3642667" y="299315"/>
                  </a:lnTo>
                  <a:lnTo>
                    <a:pt x="3585588" y="286483"/>
                  </a:lnTo>
                  <a:lnTo>
                    <a:pt x="3528825" y="272724"/>
                  </a:lnTo>
                  <a:lnTo>
                    <a:pt x="3472138" y="258127"/>
                  </a:lnTo>
                  <a:lnTo>
                    <a:pt x="3415392" y="242818"/>
                  </a:lnTo>
                  <a:lnTo>
                    <a:pt x="3358533" y="226959"/>
                  </a:lnTo>
                  <a:lnTo>
                    <a:pt x="3301573" y="210739"/>
                  </a:lnTo>
                  <a:lnTo>
                    <a:pt x="3244564" y="194365"/>
                  </a:lnTo>
                  <a:lnTo>
                    <a:pt x="3187575" y="178054"/>
                  </a:lnTo>
                  <a:lnTo>
                    <a:pt x="3130670" y="162020"/>
                  </a:lnTo>
                  <a:lnTo>
                    <a:pt x="3073879" y="146461"/>
                  </a:lnTo>
                  <a:lnTo>
                    <a:pt x="3017179" y="131550"/>
                  </a:lnTo>
                  <a:lnTo>
                    <a:pt x="2960470" y="117429"/>
                  </a:lnTo>
                  <a:lnTo>
                    <a:pt x="2903559" y="104202"/>
                  </a:lnTo>
                  <a:lnTo>
                    <a:pt x="2846137" y="91937"/>
                  </a:lnTo>
                  <a:lnTo>
                    <a:pt x="2787758" y="80664"/>
                  </a:lnTo>
                  <a:lnTo>
                    <a:pt x="2727810" y="70380"/>
                  </a:lnTo>
                  <a:lnTo>
                    <a:pt x="2702183" y="66381"/>
                  </a:lnTo>
                  <a:lnTo>
                    <a:pt x="2650268" y="58991"/>
                  </a:lnTo>
                  <a:lnTo>
                    <a:pt x="2595898" y="52242"/>
                  </a:lnTo>
                  <a:lnTo>
                    <a:pt x="2538388" y="46113"/>
                  </a:lnTo>
                  <a:lnTo>
                    <a:pt x="2476984" y="40558"/>
                  </a:lnTo>
                  <a:lnTo>
                    <a:pt x="2410909" y="35526"/>
                  </a:lnTo>
                  <a:lnTo>
                    <a:pt x="2339397" y="30961"/>
                  </a:lnTo>
                  <a:lnTo>
                    <a:pt x="2261751" y="26813"/>
                  </a:lnTo>
                  <a:lnTo>
                    <a:pt x="2177413" y="23037"/>
                  </a:lnTo>
                  <a:lnTo>
                    <a:pt x="2086050" y="19595"/>
                  </a:lnTo>
                  <a:lnTo>
                    <a:pt x="1987680" y="16460"/>
                  </a:lnTo>
                  <a:lnTo>
                    <a:pt x="1882805" y="13611"/>
                  </a:lnTo>
                  <a:lnTo>
                    <a:pt x="1772565" y="11038"/>
                  </a:lnTo>
                  <a:lnTo>
                    <a:pt x="1658856" y="8738"/>
                  </a:lnTo>
                  <a:lnTo>
                    <a:pt x="1544390" y="6714"/>
                  </a:lnTo>
                  <a:lnTo>
                    <a:pt x="1432625" y="4972"/>
                  </a:lnTo>
                  <a:lnTo>
                    <a:pt x="1327523" y="3516"/>
                  </a:lnTo>
                  <a:lnTo>
                    <a:pt x="1233126" y="2346"/>
                  </a:lnTo>
                  <a:lnTo>
                    <a:pt x="1152986" y="1451"/>
                  </a:lnTo>
                  <a:lnTo>
                    <a:pt x="1089578" y="811"/>
                  </a:lnTo>
                  <a:lnTo>
                    <a:pt x="1043829" y="391"/>
                  </a:lnTo>
                  <a:lnTo>
                    <a:pt x="1014878" y="149"/>
                  </a:lnTo>
                  <a:lnTo>
                    <a:pt x="1000100" y="36"/>
                  </a:lnTo>
                  <a:lnTo>
                    <a:pt x="995296" y="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2" name="pg911"/>
            <p:cNvSpPr/>
            <p:nvPr/>
          </p:nvSpPr>
          <p:spPr>
            <a:xfrm>
              <a:off x="1199187" y="4449133"/>
              <a:ext cx="12049831" cy="1551227"/>
            </a:xfrm>
            <a:custGeom>
              <a:avLst/>
              <a:pathLst>
                <a:path w="12049831" h="1551227">
                  <a:moveTo>
                    <a:pt x="0" y="10481"/>
                  </a:moveTo>
                  <a:lnTo>
                    <a:pt x="994940" y="10481"/>
                  </a:lnTo>
                  <a:lnTo>
                    <a:pt x="996075" y="10488"/>
                  </a:lnTo>
                  <a:lnTo>
                    <a:pt x="1003566" y="10542"/>
                  </a:lnTo>
                  <a:lnTo>
                    <a:pt x="1022551" y="10692"/>
                  </a:lnTo>
                  <a:lnTo>
                    <a:pt x="1056742" y="10987"/>
                  </a:lnTo>
                  <a:lnTo>
                    <a:pt x="1108211" y="11474"/>
                  </a:lnTo>
                  <a:lnTo>
                    <a:pt x="1177228" y="12193"/>
                  </a:lnTo>
                  <a:lnTo>
                    <a:pt x="1262325" y="13175"/>
                  </a:lnTo>
                  <a:lnTo>
                    <a:pt x="1360618" y="14438"/>
                  </a:lnTo>
                  <a:lnTo>
                    <a:pt x="1468329" y="15987"/>
                  </a:lnTo>
                  <a:lnTo>
                    <a:pt x="1581386" y="17821"/>
                  </a:lnTo>
                  <a:lnTo>
                    <a:pt x="1695953" y="19935"/>
                  </a:lnTo>
                  <a:lnTo>
                    <a:pt x="1808795" y="22324"/>
                  </a:lnTo>
                  <a:lnTo>
                    <a:pt x="1917465" y="24985"/>
                  </a:lnTo>
                  <a:lnTo>
                    <a:pt x="2020322" y="27926"/>
                  </a:lnTo>
                  <a:lnTo>
                    <a:pt x="2116448" y="31158"/>
                  </a:lnTo>
                  <a:lnTo>
                    <a:pt x="2205516" y="34704"/>
                  </a:lnTo>
                  <a:lnTo>
                    <a:pt x="2287635" y="38596"/>
                  </a:lnTo>
                  <a:lnTo>
                    <a:pt x="2363223" y="42874"/>
                  </a:lnTo>
                  <a:lnTo>
                    <a:pt x="2432891" y="47585"/>
                  </a:lnTo>
                  <a:lnTo>
                    <a:pt x="2497367" y="52781"/>
                  </a:lnTo>
                  <a:lnTo>
                    <a:pt x="2557423" y="58516"/>
                  </a:lnTo>
                  <a:lnTo>
                    <a:pt x="2613835" y="64842"/>
                  </a:lnTo>
                  <a:lnTo>
                    <a:pt x="2667338" y="71797"/>
                  </a:lnTo>
                  <a:lnTo>
                    <a:pt x="2702183" y="76862"/>
                  </a:lnTo>
                  <a:lnTo>
                    <a:pt x="2763012" y="86741"/>
                  </a:lnTo>
                  <a:lnTo>
                    <a:pt x="2821960" y="97600"/>
                  </a:lnTo>
                  <a:lnTo>
                    <a:pt x="2879718" y="109454"/>
                  </a:lnTo>
                  <a:lnTo>
                    <a:pt x="2936797" y="122286"/>
                  </a:lnTo>
                  <a:lnTo>
                    <a:pt x="2993560" y="136045"/>
                  </a:lnTo>
                  <a:lnTo>
                    <a:pt x="3050247" y="150642"/>
                  </a:lnTo>
                  <a:lnTo>
                    <a:pt x="3106993" y="165950"/>
                  </a:lnTo>
                  <a:lnTo>
                    <a:pt x="3163852" y="181809"/>
                  </a:lnTo>
                  <a:lnTo>
                    <a:pt x="3220812" y="198030"/>
                  </a:lnTo>
                  <a:lnTo>
                    <a:pt x="3277821" y="214404"/>
                  </a:lnTo>
                  <a:lnTo>
                    <a:pt x="3334810" y="230714"/>
                  </a:lnTo>
                  <a:lnTo>
                    <a:pt x="3391715" y="246749"/>
                  </a:lnTo>
                  <a:lnTo>
                    <a:pt x="3448506" y="262308"/>
                  </a:lnTo>
                  <a:lnTo>
                    <a:pt x="3505206" y="277219"/>
                  </a:lnTo>
                  <a:lnTo>
                    <a:pt x="3561915" y="291340"/>
                  </a:lnTo>
                  <a:lnTo>
                    <a:pt x="3618826" y="304566"/>
                  </a:lnTo>
                  <a:lnTo>
                    <a:pt x="3676248" y="316831"/>
                  </a:lnTo>
                  <a:lnTo>
                    <a:pt x="3734627" y="328104"/>
                  </a:lnTo>
                  <a:lnTo>
                    <a:pt x="3794575" y="338388"/>
                  </a:lnTo>
                  <a:lnTo>
                    <a:pt x="3820202" y="342388"/>
                  </a:lnTo>
                  <a:lnTo>
                    <a:pt x="3872117" y="349778"/>
                  </a:lnTo>
                  <a:lnTo>
                    <a:pt x="3926487" y="356526"/>
                  </a:lnTo>
                  <a:lnTo>
                    <a:pt x="3983997" y="362656"/>
                  </a:lnTo>
                  <a:lnTo>
                    <a:pt x="4045400" y="368210"/>
                  </a:lnTo>
                  <a:lnTo>
                    <a:pt x="4111476" y="373243"/>
                  </a:lnTo>
                  <a:lnTo>
                    <a:pt x="4182988" y="377807"/>
                  </a:lnTo>
                  <a:lnTo>
                    <a:pt x="4260634" y="381955"/>
                  </a:lnTo>
                  <a:lnTo>
                    <a:pt x="4344972" y="385732"/>
                  </a:lnTo>
                  <a:lnTo>
                    <a:pt x="4436335" y="389173"/>
                  </a:lnTo>
                  <a:lnTo>
                    <a:pt x="4534705" y="392309"/>
                  </a:lnTo>
                  <a:lnTo>
                    <a:pt x="4639580" y="395157"/>
                  </a:lnTo>
                  <a:lnTo>
                    <a:pt x="4749820" y="397730"/>
                  </a:lnTo>
                  <a:lnTo>
                    <a:pt x="4863529" y="400030"/>
                  </a:lnTo>
                  <a:lnTo>
                    <a:pt x="4977995" y="402054"/>
                  </a:lnTo>
                  <a:lnTo>
                    <a:pt x="5089760" y="403797"/>
                  </a:lnTo>
                  <a:lnTo>
                    <a:pt x="5194862" y="405253"/>
                  </a:lnTo>
                  <a:lnTo>
                    <a:pt x="5289259" y="406423"/>
                  </a:lnTo>
                  <a:lnTo>
                    <a:pt x="5369399" y="407317"/>
                  </a:lnTo>
                  <a:lnTo>
                    <a:pt x="5432807" y="407958"/>
                  </a:lnTo>
                  <a:lnTo>
                    <a:pt x="5478556" y="408377"/>
                  </a:lnTo>
                  <a:lnTo>
                    <a:pt x="5507507" y="408620"/>
                  </a:lnTo>
                  <a:lnTo>
                    <a:pt x="5522285" y="408733"/>
                  </a:lnTo>
                  <a:lnTo>
                    <a:pt x="5527089" y="408767"/>
                  </a:lnTo>
                  <a:lnTo>
                    <a:pt x="5527445" y="408769"/>
                  </a:lnTo>
                  <a:lnTo>
                    <a:pt x="6522385" y="408769"/>
                  </a:lnTo>
                  <a:lnTo>
                    <a:pt x="6523512" y="408791"/>
                  </a:lnTo>
                  <a:lnTo>
                    <a:pt x="6530945" y="408945"/>
                  </a:lnTo>
                  <a:lnTo>
                    <a:pt x="6549785" y="409370"/>
                  </a:lnTo>
                  <a:lnTo>
                    <a:pt x="6583727" y="410208"/>
                  </a:lnTo>
                  <a:lnTo>
                    <a:pt x="6634841" y="411594"/>
                  </a:lnTo>
                  <a:lnTo>
                    <a:pt x="6703417" y="413642"/>
                  </a:lnTo>
                  <a:lnTo>
                    <a:pt x="6788023" y="416437"/>
                  </a:lnTo>
                  <a:lnTo>
                    <a:pt x="6885819" y="420031"/>
                  </a:lnTo>
                  <a:lnTo>
                    <a:pt x="6993068" y="424444"/>
                  </a:lnTo>
                  <a:lnTo>
                    <a:pt x="7105733" y="429671"/>
                  </a:lnTo>
                  <a:lnTo>
                    <a:pt x="7219995" y="435696"/>
                  </a:lnTo>
                  <a:lnTo>
                    <a:pt x="7332627" y="442505"/>
                  </a:lnTo>
                  <a:lnTo>
                    <a:pt x="7441175" y="450092"/>
                  </a:lnTo>
                  <a:lnTo>
                    <a:pt x="7543985" y="458473"/>
                  </a:lnTo>
                  <a:lnTo>
                    <a:pt x="7640125" y="467685"/>
                  </a:lnTo>
                  <a:lnTo>
                    <a:pt x="7729247" y="477791"/>
                  </a:lnTo>
                  <a:lnTo>
                    <a:pt x="7811446" y="488879"/>
                  </a:lnTo>
                  <a:lnTo>
                    <a:pt x="7887125" y="501061"/>
                  </a:lnTo>
                  <a:lnTo>
                    <a:pt x="7956884" y="514471"/>
                  </a:lnTo>
                  <a:lnTo>
                    <a:pt x="8021439" y="529257"/>
                  </a:lnTo>
                  <a:lnTo>
                    <a:pt x="8081556" y="545574"/>
                  </a:lnTo>
                  <a:lnTo>
                    <a:pt x="8138006" y="563569"/>
                  </a:lnTo>
                  <a:lnTo>
                    <a:pt x="8191522" y="583354"/>
                  </a:lnTo>
                  <a:lnTo>
                    <a:pt x="8229629" y="599179"/>
                  </a:lnTo>
                  <a:lnTo>
                    <a:pt x="8285770" y="625196"/>
                  </a:lnTo>
                  <a:lnTo>
                    <a:pt x="8340262" y="653595"/>
                  </a:lnTo>
                  <a:lnTo>
                    <a:pt x="8393665" y="684417"/>
                  </a:lnTo>
                  <a:lnTo>
                    <a:pt x="8446402" y="717641"/>
                  </a:lnTo>
                  <a:lnTo>
                    <a:pt x="8498789" y="753175"/>
                  </a:lnTo>
                  <a:lnTo>
                    <a:pt x="8551043" y="790847"/>
                  </a:lnTo>
                  <a:lnTo>
                    <a:pt x="8603304" y="830410"/>
                  </a:lnTo>
                  <a:lnTo>
                    <a:pt x="8655645" y="871540"/>
                  </a:lnTo>
                  <a:lnTo>
                    <a:pt x="8708084" y="913847"/>
                  </a:lnTo>
                  <a:lnTo>
                    <a:pt x="8760598" y="956891"/>
                  </a:lnTo>
                  <a:lnTo>
                    <a:pt x="8813143" y="1000194"/>
                  </a:lnTo>
                  <a:lnTo>
                    <a:pt x="8865661" y="1043270"/>
                  </a:lnTo>
                  <a:lnTo>
                    <a:pt x="8918106" y="1085642"/>
                  </a:lnTo>
                  <a:lnTo>
                    <a:pt x="8970453" y="1126864"/>
                  </a:lnTo>
                  <a:lnTo>
                    <a:pt x="9022718" y="1166543"/>
                  </a:lnTo>
                  <a:lnTo>
                    <a:pt x="9074969" y="1204351"/>
                  </a:lnTo>
                  <a:lnTo>
                    <a:pt x="9127341" y="1240035"/>
                  </a:lnTo>
                  <a:lnTo>
                    <a:pt x="9180046" y="1273418"/>
                  </a:lnTo>
                  <a:lnTo>
                    <a:pt x="9233392" y="1304403"/>
                  </a:lnTo>
                  <a:lnTo>
                    <a:pt x="9287794" y="1332965"/>
                  </a:lnTo>
                  <a:lnTo>
                    <a:pt x="9343804" y="1359140"/>
                  </a:lnTo>
                  <a:lnTo>
                    <a:pt x="9347647" y="1360817"/>
                  </a:lnTo>
                  <a:lnTo>
                    <a:pt x="9399419" y="1381961"/>
                  </a:lnTo>
                  <a:lnTo>
                    <a:pt x="9453631" y="1401273"/>
                  </a:lnTo>
                  <a:lnTo>
                    <a:pt x="9510961" y="1418819"/>
                  </a:lnTo>
                  <a:lnTo>
                    <a:pt x="9572157" y="1434723"/>
                  </a:lnTo>
                  <a:lnTo>
                    <a:pt x="9637992" y="1449137"/>
                  </a:lnTo>
                  <a:lnTo>
                    <a:pt x="9709224" y="1462214"/>
                  </a:lnTo>
                  <a:lnTo>
                    <a:pt x="9786546" y="1474099"/>
                  </a:lnTo>
                  <a:lnTo>
                    <a:pt x="9870516" y="1484922"/>
                  </a:lnTo>
                  <a:lnTo>
                    <a:pt x="9961469" y="1494788"/>
                  </a:lnTo>
                  <a:lnTo>
                    <a:pt x="10059397" y="1503779"/>
                  </a:lnTo>
                  <a:lnTo>
                    <a:pt x="10163815" y="1511951"/>
                  </a:lnTo>
                  <a:lnTo>
                    <a:pt x="10273615" y="1519336"/>
                  </a:lnTo>
                  <a:lnTo>
                    <a:pt x="10386939" y="1525942"/>
                  </a:lnTo>
                  <a:lnTo>
                    <a:pt x="10501125" y="1531761"/>
                  </a:lnTo>
                  <a:lnTo>
                    <a:pt x="10612766" y="1536778"/>
                  </a:lnTo>
                  <a:lnTo>
                    <a:pt x="10717945" y="1540977"/>
                  </a:lnTo>
                  <a:lnTo>
                    <a:pt x="10812646" y="1544361"/>
                  </a:lnTo>
                  <a:lnTo>
                    <a:pt x="10893311" y="1546955"/>
                  </a:lnTo>
                  <a:lnTo>
                    <a:pt x="10957420" y="1548822"/>
                  </a:lnTo>
                  <a:lnTo>
                    <a:pt x="11003969" y="1550053"/>
                  </a:lnTo>
                  <a:lnTo>
                    <a:pt x="11033718" y="1550771"/>
                  </a:lnTo>
                  <a:lnTo>
                    <a:pt x="11049178" y="1551112"/>
                  </a:lnTo>
                  <a:lnTo>
                    <a:pt x="11054428" y="1551218"/>
                  </a:lnTo>
                  <a:lnTo>
                    <a:pt x="11054891" y="1551227"/>
                  </a:lnTo>
                  <a:lnTo>
                    <a:pt x="12049831" y="1551227"/>
                  </a:lnTo>
                  <a:lnTo>
                    <a:pt x="12049831" y="1540746"/>
                  </a:lnTo>
                  <a:lnTo>
                    <a:pt x="11054891" y="1540746"/>
                  </a:lnTo>
                  <a:lnTo>
                    <a:pt x="11053765" y="1540724"/>
                  </a:lnTo>
                  <a:lnTo>
                    <a:pt x="11046332" y="1540570"/>
                  </a:lnTo>
                  <a:lnTo>
                    <a:pt x="11027492" y="1540145"/>
                  </a:lnTo>
                  <a:lnTo>
                    <a:pt x="10993549" y="1539306"/>
                  </a:lnTo>
                  <a:lnTo>
                    <a:pt x="10942436" y="1537921"/>
                  </a:lnTo>
                  <a:lnTo>
                    <a:pt x="10873860" y="1535873"/>
                  </a:lnTo>
                  <a:lnTo>
                    <a:pt x="10789253" y="1533078"/>
                  </a:lnTo>
                  <a:lnTo>
                    <a:pt x="10691458" y="1529483"/>
                  </a:lnTo>
                  <a:lnTo>
                    <a:pt x="10584208" y="1525071"/>
                  </a:lnTo>
                  <a:lnTo>
                    <a:pt x="10471543" y="1519844"/>
                  </a:lnTo>
                  <a:lnTo>
                    <a:pt x="10357281" y="1513819"/>
                  </a:lnTo>
                  <a:lnTo>
                    <a:pt x="10244650" y="1507010"/>
                  </a:lnTo>
                  <a:lnTo>
                    <a:pt x="10136102" y="1499423"/>
                  </a:lnTo>
                  <a:lnTo>
                    <a:pt x="10033291" y="1491042"/>
                  </a:lnTo>
                  <a:lnTo>
                    <a:pt x="9937152" y="1481830"/>
                  </a:lnTo>
                  <a:lnTo>
                    <a:pt x="9848029" y="1471724"/>
                  </a:lnTo>
                  <a:lnTo>
                    <a:pt x="9765830" y="1460636"/>
                  </a:lnTo>
                  <a:lnTo>
                    <a:pt x="9690151" y="1448454"/>
                  </a:lnTo>
                  <a:lnTo>
                    <a:pt x="9620392" y="1435044"/>
                  </a:lnTo>
                  <a:lnTo>
                    <a:pt x="9555837" y="1420258"/>
                  </a:lnTo>
                  <a:lnTo>
                    <a:pt x="9495720" y="1403941"/>
                  </a:lnTo>
                  <a:lnTo>
                    <a:pt x="9439270" y="1385946"/>
                  </a:lnTo>
                  <a:lnTo>
                    <a:pt x="9385754" y="1366161"/>
                  </a:lnTo>
                  <a:lnTo>
                    <a:pt x="9347647" y="1350336"/>
                  </a:lnTo>
                  <a:lnTo>
                    <a:pt x="9291506" y="1324319"/>
                  </a:lnTo>
                  <a:lnTo>
                    <a:pt x="9237014" y="1295920"/>
                  </a:lnTo>
                  <a:lnTo>
                    <a:pt x="9183612" y="1265098"/>
                  </a:lnTo>
                  <a:lnTo>
                    <a:pt x="9130874" y="1231873"/>
                  </a:lnTo>
                  <a:lnTo>
                    <a:pt x="9078488" y="1196340"/>
                  </a:lnTo>
                  <a:lnTo>
                    <a:pt x="9026234" y="1158668"/>
                  </a:lnTo>
                  <a:lnTo>
                    <a:pt x="8973972" y="1119105"/>
                  </a:lnTo>
                  <a:lnTo>
                    <a:pt x="8921632" y="1077975"/>
                  </a:lnTo>
                  <a:lnTo>
                    <a:pt x="8869193" y="1035668"/>
                  </a:lnTo>
                  <a:lnTo>
                    <a:pt x="8816678" y="992624"/>
                  </a:lnTo>
                  <a:lnTo>
                    <a:pt x="8764134" y="949321"/>
                  </a:lnTo>
                  <a:lnTo>
                    <a:pt x="8711616" y="906245"/>
                  </a:lnTo>
                  <a:lnTo>
                    <a:pt x="8659171" y="863873"/>
                  </a:lnTo>
                  <a:lnTo>
                    <a:pt x="8606823" y="822651"/>
                  </a:lnTo>
                  <a:lnTo>
                    <a:pt x="8554558" y="782972"/>
                  </a:lnTo>
                  <a:lnTo>
                    <a:pt x="8502307" y="745164"/>
                  </a:lnTo>
                  <a:lnTo>
                    <a:pt x="8449936" y="709480"/>
                  </a:lnTo>
                  <a:lnTo>
                    <a:pt x="8397231" y="676097"/>
                  </a:lnTo>
                  <a:lnTo>
                    <a:pt x="8343885" y="645111"/>
                  </a:lnTo>
                  <a:lnTo>
                    <a:pt x="8289482" y="616550"/>
                  </a:lnTo>
                  <a:lnTo>
                    <a:pt x="8233473" y="590375"/>
                  </a:lnTo>
                  <a:lnTo>
                    <a:pt x="8229629" y="588697"/>
                  </a:lnTo>
                  <a:lnTo>
                    <a:pt x="8177857" y="567554"/>
                  </a:lnTo>
                  <a:lnTo>
                    <a:pt x="8123646" y="548242"/>
                  </a:lnTo>
                  <a:lnTo>
                    <a:pt x="8066315" y="530696"/>
                  </a:lnTo>
                  <a:lnTo>
                    <a:pt x="8005119" y="514792"/>
                  </a:lnTo>
                  <a:lnTo>
                    <a:pt x="7939284" y="500378"/>
                  </a:lnTo>
                  <a:lnTo>
                    <a:pt x="7868052" y="487301"/>
                  </a:lnTo>
                  <a:lnTo>
                    <a:pt x="7790730" y="475415"/>
                  </a:lnTo>
                  <a:lnTo>
                    <a:pt x="7706760" y="464593"/>
                  </a:lnTo>
                  <a:lnTo>
                    <a:pt x="7615808" y="454727"/>
                  </a:lnTo>
                  <a:lnTo>
                    <a:pt x="7517880" y="445736"/>
                  </a:lnTo>
                  <a:lnTo>
                    <a:pt x="7413461" y="437564"/>
                  </a:lnTo>
                  <a:lnTo>
                    <a:pt x="7303662" y="430179"/>
                  </a:lnTo>
                  <a:lnTo>
                    <a:pt x="7190338" y="423573"/>
                  </a:lnTo>
                  <a:lnTo>
                    <a:pt x="7076152" y="417754"/>
                  </a:lnTo>
                  <a:lnTo>
                    <a:pt x="6964510" y="412737"/>
                  </a:lnTo>
                  <a:lnTo>
                    <a:pt x="6859331" y="408538"/>
                  </a:lnTo>
                  <a:lnTo>
                    <a:pt x="6764630" y="405154"/>
                  </a:lnTo>
                  <a:lnTo>
                    <a:pt x="6683966" y="402559"/>
                  </a:lnTo>
                  <a:lnTo>
                    <a:pt x="6619857" y="400693"/>
                  </a:lnTo>
                  <a:lnTo>
                    <a:pt x="6573307" y="399462"/>
                  </a:lnTo>
                  <a:lnTo>
                    <a:pt x="6543558" y="398744"/>
                  </a:lnTo>
                  <a:lnTo>
                    <a:pt x="6528098" y="398403"/>
                  </a:lnTo>
                  <a:lnTo>
                    <a:pt x="6522848" y="398296"/>
                  </a:lnTo>
                  <a:lnTo>
                    <a:pt x="6522385" y="398288"/>
                  </a:lnTo>
                  <a:lnTo>
                    <a:pt x="5527445" y="398288"/>
                  </a:lnTo>
                  <a:lnTo>
                    <a:pt x="5526310" y="398280"/>
                  </a:lnTo>
                  <a:lnTo>
                    <a:pt x="5518819" y="398226"/>
                  </a:lnTo>
                  <a:lnTo>
                    <a:pt x="5499834" y="398076"/>
                  </a:lnTo>
                  <a:lnTo>
                    <a:pt x="5465643" y="397782"/>
                  </a:lnTo>
                  <a:lnTo>
                    <a:pt x="5414174" y="397295"/>
                  </a:lnTo>
                  <a:lnTo>
                    <a:pt x="5345157" y="396575"/>
                  </a:lnTo>
                  <a:lnTo>
                    <a:pt x="5260060" y="395593"/>
                  </a:lnTo>
                  <a:lnTo>
                    <a:pt x="5161767" y="394331"/>
                  </a:lnTo>
                  <a:lnTo>
                    <a:pt x="5054056" y="392782"/>
                  </a:lnTo>
                  <a:lnTo>
                    <a:pt x="4940999" y="390947"/>
                  </a:lnTo>
                  <a:lnTo>
                    <a:pt x="4826432" y="388833"/>
                  </a:lnTo>
                  <a:lnTo>
                    <a:pt x="4713590" y="386445"/>
                  </a:lnTo>
                  <a:lnTo>
                    <a:pt x="4604920" y="383783"/>
                  </a:lnTo>
                  <a:lnTo>
                    <a:pt x="4502063" y="380843"/>
                  </a:lnTo>
                  <a:lnTo>
                    <a:pt x="4405937" y="377611"/>
                  </a:lnTo>
                  <a:lnTo>
                    <a:pt x="4316869" y="374064"/>
                  </a:lnTo>
                  <a:lnTo>
                    <a:pt x="4234750" y="370172"/>
                  </a:lnTo>
                  <a:lnTo>
                    <a:pt x="4159162" y="365894"/>
                  </a:lnTo>
                  <a:lnTo>
                    <a:pt x="4089494" y="361184"/>
                  </a:lnTo>
                  <a:lnTo>
                    <a:pt x="4025018" y="355988"/>
                  </a:lnTo>
                  <a:lnTo>
                    <a:pt x="3964962" y="350252"/>
                  </a:lnTo>
                  <a:lnTo>
                    <a:pt x="3908550" y="343926"/>
                  </a:lnTo>
                  <a:lnTo>
                    <a:pt x="3855047" y="336971"/>
                  </a:lnTo>
                  <a:lnTo>
                    <a:pt x="3820202" y="331906"/>
                  </a:lnTo>
                  <a:lnTo>
                    <a:pt x="3759373" y="322027"/>
                  </a:lnTo>
                  <a:lnTo>
                    <a:pt x="3700425" y="311168"/>
                  </a:lnTo>
                  <a:lnTo>
                    <a:pt x="3642667" y="299315"/>
                  </a:lnTo>
                  <a:lnTo>
                    <a:pt x="3585588" y="286483"/>
                  </a:lnTo>
                  <a:lnTo>
                    <a:pt x="3528825" y="272724"/>
                  </a:lnTo>
                  <a:lnTo>
                    <a:pt x="3472138" y="258127"/>
                  </a:lnTo>
                  <a:lnTo>
                    <a:pt x="3415392" y="242818"/>
                  </a:lnTo>
                  <a:lnTo>
                    <a:pt x="3358533" y="226959"/>
                  </a:lnTo>
                  <a:lnTo>
                    <a:pt x="3301573" y="210739"/>
                  </a:lnTo>
                  <a:lnTo>
                    <a:pt x="3244564" y="194365"/>
                  </a:lnTo>
                  <a:lnTo>
                    <a:pt x="3187575" y="178054"/>
                  </a:lnTo>
                  <a:lnTo>
                    <a:pt x="3130670" y="162020"/>
                  </a:lnTo>
                  <a:lnTo>
                    <a:pt x="3073879" y="146461"/>
                  </a:lnTo>
                  <a:lnTo>
                    <a:pt x="3017179" y="131550"/>
                  </a:lnTo>
                  <a:lnTo>
                    <a:pt x="2960470" y="117429"/>
                  </a:lnTo>
                  <a:lnTo>
                    <a:pt x="2903559" y="104202"/>
                  </a:lnTo>
                  <a:lnTo>
                    <a:pt x="2846137" y="91937"/>
                  </a:lnTo>
                  <a:lnTo>
                    <a:pt x="2787758" y="80664"/>
                  </a:lnTo>
                  <a:lnTo>
                    <a:pt x="2727810" y="70380"/>
                  </a:lnTo>
                  <a:lnTo>
                    <a:pt x="2702183" y="66381"/>
                  </a:lnTo>
                  <a:lnTo>
                    <a:pt x="2650268" y="58991"/>
                  </a:lnTo>
                  <a:lnTo>
                    <a:pt x="2595898" y="52242"/>
                  </a:lnTo>
                  <a:lnTo>
                    <a:pt x="2538388" y="46113"/>
                  </a:lnTo>
                  <a:lnTo>
                    <a:pt x="2476984" y="40558"/>
                  </a:lnTo>
                  <a:lnTo>
                    <a:pt x="2410909" y="35526"/>
                  </a:lnTo>
                  <a:lnTo>
                    <a:pt x="2339397" y="30961"/>
                  </a:lnTo>
                  <a:lnTo>
                    <a:pt x="2261751" y="26813"/>
                  </a:lnTo>
                  <a:lnTo>
                    <a:pt x="2177413" y="23037"/>
                  </a:lnTo>
                  <a:lnTo>
                    <a:pt x="2086050" y="19595"/>
                  </a:lnTo>
                  <a:lnTo>
                    <a:pt x="1987680" y="16460"/>
                  </a:lnTo>
                  <a:lnTo>
                    <a:pt x="1882805" y="13611"/>
                  </a:lnTo>
                  <a:lnTo>
                    <a:pt x="1772565" y="11038"/>
                  </a:lnTo>
                  <a:lnTo>
                    <a:pt x="1658856" y="8738"/>
                  </a:lnTo>
                  <a:lnTo>
                    <a:pt x="1544390" y="6714"/>
                  </a:lnTo>
                  <a:lnTo>
                    <a:pt x="1432625" y="4972"/>
                  </a:lnTo>
                  <a:lnTo>
                    <a:pt x="1327523" y="3516"/>
                  </a:lnTo>
                  <a:lnTo>
                    <a:pt x="1233126" y="2346"/>
                  </a:lnTo>
                  <a:lnTo>
                    <a:pt x="1152986" y="1451"/>
                  </a:lnTo>
                  <a:lnTo>
                    <a:pt x="1089578" y="811"/>
                  </a:lnTo>
                  <a:lnTo>
                    <a:pt x="1043829" y="391"/>
                  </a:lnTo>
                  <a:lnTo>
                    <a:pt x="1014878" y="149"/>
                  </a:lnTo>
                  <a:lnTo>
                    <a:pt x="1000100" y="36"/>
                  </a:lnTo>
                  <a:lnTo>
                    <a:pt x="995296" y="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13" name="pl912"/>
            <p:cNvSpPr/>
            <p:nvPr/>
          </p:nvSpPr>
          <p:spPr>
            <a:xfrm>
              <a:off x="1199187" y="4459615"/>
              <a:ext cx="12049831" cy="1540746"/>
            </a:xfrm>
            <a:custGeom>
              <a:avLst/>
              <a:pathLst>
                <a:path w="12049831" h="1540746">
                  <a:moveTo>
                    <a:pt x="0" y="0"/>
                  </a:moveTo>
                  <a:lnTo>
                    <a:pt x="994940" y="0"/>
                  </a:lnTo>
                  <a:lnTo>
                    <a:pt x="996075" y="7"/>
                  </a:lnTo>
                  <a:lnTo>
                    <a:pt x="1003566" y="61"/>
                  </a:lnTo>
                  <a:lnTo>
                    <a:pt x="1022551" y="211"/>
                  </a:lnTo>
                  <a:lnTo>
                    <a:pt x="1056742" y="505"/>
                  </a:lnTo>
                  <a:lnTo>
                    <a:pt x="1108211" y="993"/>
                  </a:lnTo>
                  <a:lnTo>
                    <a:pt x="1177228" y="1712"/>
                  </a:lnTo>
                  <a:lnTo>
                    <a:pt x="1262325" y="2694"/>
                  </a:lnTo>
                  <a:lnTo>
                    <a:pt x="1360618" y="3956"/>
                  </a:lnTo>
                  <a:lnTo>
                    <a:pt x="1468329" y="5505"/>
                  </a:lnTo>
                  <a:lnTo>
                    <a:pt x="1581386" y="7340"/>
                  </a:lnTo>
                  <a:lnTo>
                    <a:pt x="1695953" y="9454"/>
                  </a:lnTo>
                  <a:lnTo>
                    <a:pt x="1808795" y="11843"/>
                  </a:lnTo>
                  <a:lnTo>
                    <a:pt x="1917465" y="14504"/>
                  </a:lnTo>
                  <a:lnTo>
                    <a:pt x="2020322" y="17444"/>
                  </a:lnTo>
                  <a:lnTo>
                    <a:pt x="2116448" y="20676"/>
                  </a:lnTo>
                  <a:lnTo>
                    <a:pt x="2205516" y="24223"/>
                  </a:lnTo>
                  <a:lnTo>
                    <a:pt x="2287635" y="28115"/>
                  </a:lnTo>
                  <a:lnTo>
                    <a:pt x="2363223" y="32393"/>
                  </a:lnTo>
                  <a:lnTo>
                    <a:pt x="2432891" y="37104"/>
                  </a:lnTo>
                  <a:lnTo>
                    <a:pt x="2497367" y="42299"/>
                  </a:lnTo>
                  <a:lnTo>
                    <a:pt x="2557423" y="48035"/>
                  </a:lnTo>
                  <a:lnTo>
                    <a:pt x="2613835" y="54361"/>
                  </a:lnTo>
                  <a:lnTo>
                    <a:pt x="2667338" y="61316"/>
                  </a:lnTo>
                  <a:lnTo>
                    <a:pt x="2702183" y="66381"/>
                  </a:lnTo>
                  <a:lnTo>
                    <a:pt x="2763012" y="76260"/>
                  </a:lnTo>
                  <a:lnTo>
                    <a:pt x="2821960" y="87119"/>
                  </a:lnTo>
                  <a:lnTo>
                    <a:pt x="2879718" y="98972"/>
                  </a:lnTo>
                  <a:lnTo>
                    <a:pt x="2936797" y="111804"/>
                  </a:lnTo>
                  <a:lnTo>
                    <a:pt x="2993560" y="125563"/>
                  </a:lnTo>
                  <a:lnTo>
                    <a:pt x="3050247" y="140160"/>
                  </a:lnTo>
                  <a:lnTo>
                    <a:pt x="3106993" y="155469"/>
                  </a:lnTo>
                  <a:lnTo>
                    <a:pt x="3163852" y="171328"/>
                  </a:lnTo>
                  <a:lnTo>
                    <a:pt x="3220812" y="187549"/>
                  </a:lnTo>
                  <a:lnTo>
                    <a:pt x="3277821" y="203923"/>
                  </a:lnTo>
                  <a:lnTo>
                    <a:pt x="3334810" y="220233"/>
                  </a:lnTo>
                  <a:lnTo>
                    <a:pt x="3391715" y="236267"/>
                  </a:lnTo>
                  <a:lnTo>
                    <a:pt x="3448506" y="251826"/>
                  </a:lnTo>
                  <a:lnTo>
                    <a:pt x="3505206" y="266737"/>
                  </a:lnTo>
                  <a:lnTo>
                    <a:pt x="3561915" y="280858"/>
                  </a:lnTo>
                  <a:lnTo>
                    <a:pt x="3618826" y="294085"/>
                  </a:lnTo>
                  <a:lnTo>
                    <a:pt x="3676248" y="306350"/>
                  </a:lnTo>
                  <a:lnTo>
                    <a:pt x="3734627" y="317623"/>
                  </a:lnTo>
                  <a:lnTo>
                    <a:pt x="3794575" y="327907"/>
                  </a:lnTo>
                  <a:lnTo>
                    <a:pt x="3820202" y="331906"/>
                  </a:lnTo>
                  <a:lnTo>
                    <a:pt x="3872117" y="339297"/>
                  </a:lnTo>
                  <a:lnTo>
                    <a:pt x="3926487" y="346045"/>
                  </a:lnTo>
                  <a:lnTo>
                    <a:pt x="3983997" y="352174"/>
                  </a:lnTo>
                  <a:lnTo>
                    <a:pt x="4045400" y="357729"/>
                  </a:lnTo>
                  <a:lnTo>
                    <a:pt x="4111476" y="362761"/>
                  </a:lnTo>
                  <a:lnTo>
                    <a:pt x="4182988" y="367326"/>
                  </a:lnTo>
                  <a:lnTo>
                    <a:pt x="4260634" y="371474"/>
                  </a:lnTo>
                  <a:lnTo>
                    <a:pt x="4344972" y="375250"/>
                  </a:lnTo>
                  <a:lnTo>
                    <a:pt x="4436335" y="378692"/>
                  </a:lnTo>
                  <a:lnTo>
                    <a:pt x="4534705" y="381827"/>
                  </a:lnTo>
                  <a:lnTo>
                    <a:pt x="4639580" y="384676"/>
                  </a:lnTo>
                  <a:lnTo>
                    <a:pt x="4749820" y="387249"/>
                  </a:lnTo>
                  <a:lnTo>
                    <a:pt x="4863529" y="389549"/>
                  </a:lnTo>
                  <a:lnTo>
                    <a:pt x="4977995" y="391573"/>
                  </a:lnTo>
                  <a:lnTo>
                    <a:pt x="5089760" y="393316"/>
                  </a:lnTo>
                  <a:lnTo>
                    <a:pt x="5194862" y="394771"/>
                  </a:lnTo>
                  <a:lnTo>
                    <a:pt x="5289259" y="395942"/>
                  </a:lnTo>
                  <a:lnTo>
                    <a:pt x="5369399" y="396836"/>
                  </a:lnTo>
                  <a:lnTo>
                    <a:pt x="5432807" y="397476"/>
                  </a:lnTo>
                  <a:lnTo>
                    <a:pt x="5478556" y="397896"/>
                  </a:lnTo>
                  <a:lnTo>
                    <a:pt x="5507507" y="398138"/>
                  </a:lnTo>
                  <a:lnTo>
                    <a:pt x="5522285" y="398252"/>
                  </a:lnTo>
                  <a:lnTo>
                    <a:pt x="5527089" y="398285"/>
                  </a:lnTo>
                  <a:lnTo>
                    <a:pt x="5527445" y="398288"/>
                  </a:lnTo>
                  <a:lnTo>
                    <a:pt x="6522385" y="398288"/>
                  </a:lnTo>
                  <a:lnTo>
                    <a:pt x="6523512" y="398309"/>
                  </a:lnTo>
                  <a:lnTo>
                    <a:pt x="6530945" y="398463"/>
                  </a:lnTo>
                  <a:lnTo>
                    <a:pt x="6549785" y="398889"/>
                  </a:lnTo>
                  <a:lnTo>
                    <a:pt x="6583727" y="399727"/>
                  </a:lnTo>
                  <a:lnTo>
                    <a:pt x="6634841" y="401113"/>
                  </a:lnTo>
                  <a:lnTo>
                    <a:pt x="6703417" y="403161"/>
                  </a:lnTo>
                  <a:lnTo>
                    <a:pt x="6788023" y="405956"/>
                  </a:lnTo>
                  <a:lnTo>
                    <a:pt x="6885819" y="409550"/>
                  </a:lnTo>
                  <a:lnTo>
                    <a:pt x="6993068" y="413963"/>
                  </a:lnTo>
                  <a:lnTo>
                    <a:pt x="7105733" y="419190"/>
                  </a:lnTo>
                  <a:lnTo>
                    <a:pt x="7219995" y="425215"/>
                  </a:lnTo>
                  <a:lnTo>
                    <a:pt x="7332627" y="432024"/>
                  </a:lnTo>
                  <a:lnTo>
                    <a:pt x="7441175" y="439611"/>
                  </a:lnTo>
                  <a:lnTo>
                    <a:pt x="7543985" y="447992"/>
                  </a:lnTo>
                  <a:lnTo>
                    <a:pt x="7640125" y="457204"/>
                  </a:lnTo>
                  <a:lnTo>
                    <a:pt x="7729247" y="467310"/>
                  </a:lnTo>
                  <a:lnTo>
                    <a:pt x="7811446" y="478398"/>
                  </a:lnTo>
                  <a:lnTo>
                    <a:pt x="7887125" y="490580"/>
                  </a:lnTo>
                  <a:lnTo>
                    <a:pt x="7956884" y="503990"/>
                  </a:lnTo>
                  <a:lnTo>
                    <a:pt x="8021439" y="518776"/>
                  </a:lnTo>
                  <a:lnTo>
                    <a:pt x="8081556" y="535093"/>
                  </a:lnTo>
                  <a:lnTo>
                    <a:pt x="8138006" y="553087"/>
                  </a:lnTo>
                  <a:lnTo>
                    <a:pt x="8191522" y="572872"/>
                  </a:lnTo>
                  <a:lnTo>
                    <a:pt x="8229629" y="588697"/>
                  </a:lnTo>
                  <a:lnTo>
                    <a:pt x="8285770" y="614715"/>
                  </a:lnTo>
                  <a:lnTo>
                    <a:pt x="8340262" y="643113"/>
                  </a:lnTo>
                  <a:lnTo>
                    <a:pt x="8393665" y="673936"/>
                  </a:lnTo>
                  <a:lnTo>
                    <a:pt x="8446402" y="707160"/>
                  </a:lnTo>
                  <a:lnTo>
                    <a:pt x="8498789" y="742693"/>
                  </a:lnTo>
                  <a:lnTo>
                    <a:pt x="8551043" y="780366"/>
                  </a:lnTo>
                  <a:lnTo>
                    <a:pt x="8603304" y="819928"/>
                  </a:lnTo>
                  <a:lnTo>
                    <a:pt x="8655645" y="861058"/>
                  </a:lnTo>
                  <a:lnTo>
                    <a:pt x="8708084" y="903366"/>
                  </a:lnTo>
                  <a:lnTo>
                    <a:pt x="8760598" y="946409"/>
                  </a:lnTo>
                  <a:lnTo>
                    <a:pt x="8813143" y="989713"/>
                  </a:lnTo>
                  <a:lnTo>
                    <a:pt x="8865661" y="1032789"/>
                  </a:lnTo>
                  <a:lnTo>
                    <a:pt x="8918106" y="1075160"/>
                  </a:lnTo>
                  <a:lnTo>
                    <a:pt x="8970453" y="1116383"/>
                  </a:lnTo>
                  <a:lnTo>
                    <a:pt x="9022718" y="1156062"/>
                  </a:lnTo>
                  <a:lnTo>
                    <a:pt x="9074969" y="1193870"/>
                  </a:lnTo>
                  <a:lnTo>
                    <a:pt x="9127341" y="1229553"/>
                  </a:lnTo>
                  <a:lnTo>
                    <a:pt x="9180046" y="1262937"/>
                  </a:lnTo>
                  <a:lnTo>
                    <a:pt x="9233392" y="1293922"/>
                  </a:lnTo>
                  <a:lnTo>
                    <a:pt x="9287794" y="1322483"/>
                  </a:lnTo>
                  <a:lnTo>
                    <a:pt x="9343804" y="1348658"/>
                  </a:lnTo>
                  <a:lnTo>
                    <a:pt x="9347647" y="1350336"/>
                  </a:lnTo>
                  <a:lnTo>
                    <a:pt x="9399419" y="1371480"/>
                  </a:lnTo>
                  <a:lnTo>
                    <a:pt x="9453631" y="1390792"/>
                  </a:lnTo>
                  <a:lnTo>
                    <a:pt x="9510961" y="1408338"/>
                  </a:lnTo>
                  <a:lnTo>
                    <a:pt x="9572157" y="1424242"/>
                  </a:lnTo>
                  <a:lnTo>
                    <a:pt x="9637992" y="1438655"/>
                  </a:lnTo>
                  <a:lnTo>
                    <a:pt x="9709224" y="1451732"/>
                  </a:lnTo>
                  <a:lnTo>
                    <a:pt x="9786546" y="1463618"/>
                  </a:lnTo>
                  <a:lnTo>
                    <a:pt x="9870516" y="1474441"/>
                  </a:lnTo>
                  <a:lnTo>
                    <a:pt x="9961469" y="1484307"/>
                  </a:lnTo>
                  <a:lnTo>
                    <a:pt x="10059397" y="1493298"/>
                  </a:lnTo>
                  <a:lnTo>
                    <a:pt x="10163815" y="1501470"/>
                  </a:lnTo>
                  <a:lnTo>
                    <a:pt x="10273615" y="1508854"/>
                  </a:lnTo>
                  <a:lnTo>
                    <a:pt x="10386939" y="1515460"/>
                  </a:lnTo>
                  <a:lnTo>
                    <a:pt x="10501125" y="1521280"/>
                  </a:lnTo>
                  <a:lnTo>
                    <a:pt x="10612766" y="1526296"/>
                  </a:lnTo>
                  <a:lnTo>
                    <a:pt x="10717945" y="1530496"/>
                  </a:lnTo>
                  <a:lnTo>
                    <a:pt x="10812646" y="1533879"/>
                  </a:lnTo>
                  <a:lnTo>
                    <a:pt x="10893311" y="1536474"/>
                  </a:lnTo>
                  <a:lnTo>
                    <a:pt x="10957420" y="1538340"/>
                  </a:lnTo>
                  <a:lnTo>
                    <a:pt x="11003969" y="1539572"/>
                  </a:lnTo>
                  <a:lnTo>
                    <a:pt x="11033718" y="1540290"/>
                  </a:lnTo>
                  <a:lnTo>
                    <a:pt x="11049178" y="1540631"/>
                  </a:lnTo>
                  <a:lnTo>
                    <a:pt x="11054428" y="1540737"/>
                  </a:lnTo>
                  <a:lnTo>
                    <a:pt x="11054891" y="1540746"/>
                  </a:lnTo>
                  <a:lnTo>
                    <a:pt x="12049831" y="1540746"/>
                  </a:lnTo>
                  <a:lnTo>
                    <a:pt x="12049831" y="15407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4" name="pl913"/>
            <p:cNvSpPr/>
            <p:nvPr/>
          </p:nvSpPr>
          <p:spPr>
            <a:xfrm>
              <a:off x="1199187" y="4449133"/>
              <a:ext cx="12049831" cy="1540746"/>
            </a:xfrm>
            <a:custGeom>
              <a:avLst/>
              <a:pathLst>
                <a:path w="12049831" h="1540746">
                  <a:moveTo>
                    <a:pt x="12049831" y="1540746"/>
                  </a:moveTo>
                  <a:lnTo>
                    <a:pt x="11054891" y="1540746"/>
                  </a:lnTo>
                  <a:lnTo>
                    <a:pt x="11053765" y="1540724"/>
                  </a:lnTo>
                  <a:lnTo>
                    <a:pt x="11046332" y="1540570"/>
                  </a:lnTo>
                  <a:lnTo>
                    <a:pt x="11027492" y="1540145"/>
                  </a:lnTo>
                  <a:lnTo>
                    <a:pt x="10993549" y="1539306"/>
                  </a:lnTo>
                  <a:lnTo>
                    <a:pt x="10942436" y="1537921"/>
                  </a:lnTo>
                  <a:lnTo>
                    <a:pt x="10873860" y="1535873"/>
                  </a:lnTo>
                  <a:lnTo>
                    <a:pt x="10789253" y="1533078"/>
                  </a:lnTo>
                  <a:lnTo>
                    <a:pt x="10691458" y="1529483"/>
                  </a:lnTo>
                  <a:lnTo>
                    <a:pt x="10584208" y="1525071"/>
                  </a:lnTo>
                  <a:lnTo>
                    <a:pt x="10471543" y="1519844"/>
                  </a:lnTo>
                  <a:lnTo>
                    <a:pt x="10357281" y="1513819"/>
                  </a:lnTo>
                  <a:lnTo>
                    <a:pt x="10244650" y="1507010"/>
                  </a:lnTo>
                  <a:lnTo>
                    <a:pt x="10136102" y="1499423"/>
                  </a:lnTo>
                  <a:lnTo>
                    <a:pt x="10033291" y="1491042"/>
                  </a:lnTo>
                  <a:lnTo>
                    <a:pt x="9937152" y="1481830"/>
                  </a:lnTo>
                  <a:lnTo>
                    <a:pt x="9848029" y="1471724"/>
                  </a:lnTo>
                  <a:lnTo>
                    <a:pt x="9765830" y="1460636"/>
                  </a:lnTo>
                  <a:lnTo>
                    <a:pt x="9690151" y="1448454"/>
                  </a:lnTo>
                  <a:lnTo>
                    <a:pt x="9620392" y="1435044"/>
                  </a:lnTo>
                  <a:lnTo>
                    <a:pt x="9555837" y="1420258"/>
                  </a:lnTo>
                  <a:lnTo>
                    <a:pt x="9495720" y="1403941"/>
                  </a:lnTo>
                  <a:lnTo>
                    <a:pt x="9439270" y="1385946"/>
                  </a:lnTo>
                  <a:lnTo>
                    <a:pt x="9385754" y="1366161"/>
                  </a:lnTo>
                  <a:lnTo>
                    <a:pt x="9347647" y="1350336"/>
                  </a:lnTo>
                  <a:lnTo>
                    <a:pt x="9291506" y="1324319"/>
                  </a:lnTo>
                  <a:lnTo>
                    <a:pt x="9237014" y="1295920"/>
                  </a:lnTo>
                  <a:lnTo>
                    <a:pt x="9183612" y="1265098"/>
                  </a:lnTo>
                  <a:lnTo>
                    <a:pt x="9130874" y="1231873"/>
                  </a:lnTo>
                  <a:lnTo>
                    <a:pt x="9078488" y="1196340"/>
                  </a:lnTo>
                  <a:lnTo>
                    <a:pt x="9026234" y="1158668"/>
                  </a:lnTo>
                  <a:lnTo>
                    <a:pt x="8973972" y="1119105"/>
                  </a:lnTo>
                  <a:lnTo>
                    <a:pt x="8921632" y="1077975"/>
                  </a:lnTo>
                  <a:lnTo>
                    <a:pt x="8869193" y="1035668"/>
                  </a:lnTo>
                  <a:lnTo>
                    <a:pt x="8816678" y="992624"/>
                  </a:lnTo>
                  <a:lnTo>
                    <a:pt x="8764134" y="949321"/>
                  </a:lnTo>
                  <a:lnTo>
                    <a:pt x="8711616" y="906245"/>
                  </a:lnTo>
                  <a:lnTo>
                    <a:pt x="8659171" y="863873"/>
                  </a:lnTo>
                  <a:lnTo>
                    <a:pt x="8606823" y="822651"/>
                  </a:lnTo>
                  <a:lnTo>
                    <a:pt x="8554558" y="782972"/>
                  </a:lnTo>
                  <a:lnTo>
                    <a:pt x="8502307" y="745164"/>
                  </a:lnTo>
                  <a:lnTo>
                    <a:pt x="8449936" y="709480"/>
                  </a:lnTo>
                  <a:lnTo>
                    <a:pt x="8397231" y="676097"/>
                  </a:lnTo>
                  <a:lnTo>
                    <a:pt x="8343885" y="645111"/>
                  </a:lnTo>
                  <a:lnTo>
                    <a:pt x="8289482" y="616550"/>
                  </a:lnTo>
                  <a:lnTo>
                    <a:pt x="8233473" y="590375"/>
                  </a:lnTo>
                  <a:lnTo>
                    <a:pt x="8229629" y="588697"/>
                  </a:lnTo>
                  <a:lnTo>
                    <a:pt x="8177857" y="567554"/>
                  </a:lnTo>
                  <a:lnTo>
                    <a:pt x="8123646" y="548242"/>
                  </a:lnTo>
                  <a:lnTo>
                    <a:pt x="8066315" y="530696"/>
                  </a:lnTo>
                  <a:lnTo>
                    <a:pt x="8005119" y="514792"/>
                  </a:lnTo>
                  <a:lnTo>
                    <a:pt x="7939284" y="500378"/>
                  </a:lnTo>
                  <a:lnTo>
                    <a:pt x="7868052" y="487301"/>
                  </a:lnTo>
                  <a:lnTo>
                    <a:pt x="7790730" y="475415"/>
                  </a:lnTo>
                  <a:lnTo>
                    <a:pt x="7706760" y="464593"/>
                  </a:lnTo>
                  <a:lnTo>
                    <a:pt x="7615808" y="454727"/>
                  </a:lnTo>
                  <a:lnTo>
                    <a:pt x="7517880" y="445736"/>
                  </a:lnTo>
                  <a:lnTo>
                    <a:pt x="7413461" y="437564"/>
                  </a:lnTo>
                  <a:lnTo>
                    <a:pt x="7303662" y="430179"/>
                  </a:lnTo>
                  <a:lnTo>
                    <a:pt x="7190338" y="423573"/>
                  </a:lnTo>
                  <a:lnTo>
                    <a:pt x="7076152" y="417754"/>
                  </a:lnTo>
                  <a:lnTo>
                    <a:pt x="6964510" y="412737"/>
                  </a:lnTo>
                  <a:lnTo>
                    <a:pt x="6859331" y="408538"/>
                  </a:lnTo>
                  <a:lnTo>
                    <a:pt x="6764630" y="405154"/>
                  </a:lnTo>
                  <a:lnTo>
                    <a:pt x="6683966" y="402559"/>
                  </a:lnTo>
                  <a:lnTo>
                    <a:pt x="6619857" y="400693"/>
                  </a:lnTo>
                  <a:lnTo>
                    <a:pt x="6573307" y="399462"/>
                  </a:lnTo>
                  <a:lnTo>
                    <a:pt x="6543558" y="398744"/>
                  </a:lnTo>
                  <a:lnTo>
                    <a:pt x="6528098" y="398403"/>
                  </a:lnTo>
                  <a:lnTo>
                    <a:pt x="6522848" y="398296"/>
                  </a:lnTo>
                  <a:lnTo>
                    <a:pt x="6522385" y="398288"/>
                  </a:lnTo>
                  <a:lnTo>
                    <a:pt x="5527445" y="398288"/>
                  </a:lnTo>
                  <a:lnTo>
                    <a:pt x="5526310" y="398280"/>
                  </a:lnTo>
                  <a:lnTo>
                    <a:pt x="5518819" y="398226"/>
                  </a:lnTo>
                  <a:lnTo>
                    <a:pt x="5499834" y="398076"/>
                  </a:lnTo>
                  <a:lnTo>
                    <a:pt x="5465643" y="397782"/>
                  </a:lnTo>
                  <a:lnTo>
                    <a:pt x="5414174" y="397295"/>
                  </a:lnTo>
                  <a:lnTo>
                    <a:pt x="5345157" y="396575"/>
                  </a:lnTo>
                  <a:lnTo>
                    <a:pt x="5260060" y="395593"/>
                  </a:lnTo>
                  <a:lnTo>
                    <a:pt x="5161767" y="394331"/>
                  </a:lnTo>
                  <a:lnTo>
                    <a:pt x="5054056" y="392782"/>
                  </a:lnTo>
                  <a:lnTo>
                    <a:pt x="4940999" y="390947"/>
                  </a:lnTo>
                  <a:lnTo>
                    <a:pt x="4826432" y="388833"/>
                  </a:lnTo>
                  <a:lnTo>
                    <a:pt x="4713590" y="386445"/>
                  </a:lnTo>
                  <a:lnTo>
                    <a:pt x="4604920" y="383783"/>
                  </a:lnTo>
                  <a:lnTo>
                    <a:pt x="4502063" y="380843"/>
                  </a:lnTo>
                  <a:lnTo>
                    <a:pt x="4405937" y="377611"/>
                  </a:lnTo>
                  <a:lnTo>
                    <a:pt x="4316869" y="374064"/>
                  </a:lnTo>
                  <a:lnTo>
                    <a:pt x="4234750" y="370172"/>
                  </a:lnTo>
                  <a:lnTo>
                    <a:pt x="4159162" y="365894"/>
                  </a:lnTo>
                  <a:lnTo>
                    <a:pt x="4089494" y="361184"/>
                  </a:lnTo>
                  <a:lnTo>
                    <a:pt x="4025018" y="355988"/>
                  </a:lnTo>
                  <a:lnTo>
                    <a:pt x="3964962" y="350252"/>
                  </a:lnTo>
                  <a:lnTo>
                    <a:pt x="3908550" y="343926"/>
                  </a:lnTo>
                  <a:lnTo>
                    <a:pt x="3855047" y="336971"/>
                  </a:lnTo>
                  <a:lnTo>
                    <a:pt x="3820202" y="331906"/>
                  </a:lnTo>
                  <a:lnTo>
                    <a:pt x="3759373" y="322027"/>
                  </a:lnTo>
                  <a:lnTo>
                    <a:pt x="3700425" y="311168"/>
                  </a:lnTo>
                  <a:lnTo>
                    <a:pt x="3642667" y="299315"/>
                  </a:lnTo>
                  <a:lnTo>
                    <a:pt x="3585588" y="286483"/>
                  </a:lnTo>
                  <a:lnTo>
                    <a:pt x="3528825" y="272724"/>
                  </a:lnTo>
                  <a:lnTo>
                    <a:pt x="3472138" y="258127"/>
                  </a:lnTo>
                  <a:lnTo>
                    <a:pt x="3415392" y="242818"/>
                  </a:lnTo>
                  <a:lnTo>
                    <a:pt x="3358533" y="226959"/>
                  </a:lnTo>
                  <a:lnTo>
                    <a:pt x="3301573" y="210739"/>
                  </a:lnTo>
                  <a:lnTo>
                    <a:pt x="3244564" y="194365"/>
                  </a:lnTo>
                  <a:lnTo>
                    <a:pt x="3187575" y="178054"/>
                  </a:lnTo>
                  <a:lnTo>
                    <a:pt x="3130670" y="162020"/>
                  </a:lnTo>
                  <a:lnTo>
                    <a:pt x="3073879" y="146461"/>
                  </a:lnTo>
                  <a:lnTo>
                    <a:pt x="3017179" y="131550"/>
                  </a:lnTo>
                  <a:lnTo>
                    <a:pt x="2960470" y="117429"/>
                  </a:lnTo>
                  <a:lnTo>
                    <a:pt x="2903559" y="104202"/>
                  </a:lnTo>
                  <a:lnTo>
                    <a:pt x="2846137" y="91937"/>
                  </a:lnTo>
                  <a:lnTo>
                    <a:pt x="2787758" y="80664"/>
                  </a:lnTo>
                  <a:lnTo>
                    <a:pt x="2727810" y="70380"/>
                  </a:lnTo>
                  <a:lnTo>
                    <a:pt x="2702183" y="66381"/>
                  </a:lnTo>
                  <a:lnTo>
                    <a:pt x="2650268" y="58991"/>
                  </a:lnTo>
                  <a:lnTo>
                    <a:pt x="2595898" y="52242"/>
                  </a:lnTo>
                  <a:lnTo>
                    <a:pt x="2538388" y="46113"/>
                  </a:lnTo>
                  <a:lnTo>
                    <a:pt x="2476984" y="40558"/>
                  </a:lnTo>
                  <a:lnTo>
                    <a:pt x="2410909" y="35526"/>
                  </a:lnTo>
                  <a:lnTo>
                    <a:pt x="2339397" y="30961"/>
                  </a:lnTo>
                  <a:lnTo>
                    <a:pt x="2261751" y="26813"/>
                  </a:lnTo>
                  <a:lnTo>
                    <a:pt x="2177413" y="23037"/>
                  </a:lnTo>
                  <a:lnTo>
                    <a:pt x="2086050" y="19595"/>
                  </a:lnTo>
                  <a:lnTo>
                    <a:pt x="1987680" y="16460"/>
                  </a:lnTo>
                  <a:lnTo>
                    <a:pt x="1882805" y="13611"/>
                  </a:lnTo>
                  <a:lnTo>
                    <a:pt x="1772565" y="11038"/>
                  </a:lnTo>
                  <a:lnTo>
                    <a:pt x="1658856" y="8738"/>
                  </a:lnTo>
                  <a:lnTo>
                    <a:pt x="1544390" y="6714"/>
                  </a:lnTo>
                  <a:lnTo>
                    <a:pt x="1432625" y="4972"/>
                  </a:lnTo>
                  <a:lnTo>
                    <a:pt x="1327523" y="3516"/>
                  </a:lnTo>
                  <a:lnTo>
                    <a:pt x="1233126" y="2346"/>
                  </a:lnTo>
                  <a:lnTo>
                    <a:pt x="1152986" y="1451"/>
                  </a:lnTo>
                  <a:lnTo>
                    <a:pt x="1089578" y="811"/>
                  </a:lnTo>
                  <a:lnTo>
                    <a:pt x="1043829" y="391"/>
                  </a:lnTo>
                  <a:lnTo>
                    <a:pt x="1014878" y="149"/>
                  </a:lnTo>
                  <a:lnTo>
                    <a:pt x="1000100" y="36"/>
                  </a:lnTo>
                  <a:lnTo>
                    <a:pt x="995296" y="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5" name="pg914"/>
            <p:cNvSpPr/>
            <p:nvPr/>
          </p:nvSpPr>
          <p:spPr>
            <a:xfrm>
              <a:off x="1199187" y="4459615"/>
              <a:ext cx="12049831" cy="2028125"/>
            </a:xfrm>
            <a:custGeom>
              <a:avLst/>
              <a:pathLst>
                <a:path w="12049831" h="2028125">
                  <a:moveTo>
                    <a:pt x="0" y="5240"/>
                  </a:moveTo>
                  <a:lnTo>
                    <a:pt x="994940" y="5240"/>
                  </a:lnTo>
                  <a:lnTo>
                    <a:pt x="996075" y="5248"/>
                  </a:lnTo>
                  <a:lnTo>
                    <a:pt x="1003564" y="5308"/>
                  </a:lnTo>
                  <a:lnTo>
                    <a:pt x="1022545" y="5471"/>
                  </a:lnTo>
                  <a:lnTo>
                    <a:pt x="1056730" y="5793"/>
                  </a:lnTo>
                  <a:lnTo>
                    <a:pt x="1108189" y="6324"/>
                  </a:lnTo>
                  <a:lnTo>
                    <a:pt x="1177194" y="7110"/>
                  </a:lnTo>
                  <a:lnTo>
                    <a:pt x="1262278" y="8182"/>
                  </a:lnTo>
                  <a:lnTo>
                    <a:pt x="1360557" y="9560"/>
                  </a:lnTo>
                  <a:lnTo>
                    <a:pt x="1468256" y="11252"/>
                  </a:lnTo>
                  <a:lnTo>
                    <a:pt x="1581303" y="13255"/>
                  </a:lnTo>
                  <a:lnTo>
                    <a:pt x="1695862" y="15563"/>
                  </a:lnTo>
                  <a:lnTo>
                    <a:pt x="1808698" y="18172"/>
                  </a:lnTo>
                  <a:lnTo>
                    <a:pt x="1917365" y="21078"/>
                  </a:lnTo>
                  <a:lnTo>
                    <a:pt x="2020220" y="24288"/>
                  </a:lnTo>
                  <a:lnTo>
                    <a:pt x="2116347" y="27817"/>
                  </a:lnTo>
                  <a:lnTo>
                    <a:pt x="2205417" y="31690"/>
                  </a:lnTo>
                  <a:lnTo>
                    <a:pt x="2287538" y="35940"/>
                  </a:lnTo>
                  <a:lnTo>
                    <a:pt x="2363128" y="40611"/>
                  </a:lnTo>
                  <a:lnTo>
                    <a:pt x="2432799" y="45754"/>
                  </a:lnTo>
                  <a:lnTo>
                    <a:pt x="2497276" y="51427"/>
                  </a:lnTo>
                  <a:lnTo>
                    <a:pt x="2557334" y="57690"/>
                  </a:lnTo>
                  <a:lnTo>
                    <a:pt x="2613747" y="64597"/>
                  </a:lnTo>
                  <a:lnTo>
                    <a:pt x="2667251" y="72191"/>
                  </a:lnTo>
                  <a:lnTo>
                    <a:pt x="2702183" y="77736"/>
                  </a:lnTo>
                  <a:lnTo>
                    <a:pt x="2762860" y="88496"/>
                  </a:lnTo>
                  <a:lnTo>
                    <a:pt x="2821662" y="100320"/>
                  </a:lnTo>
                  <a:lnTo>
                    <a:pt x="2879278" y="113225"/>
                  </a:lnTo>
                  <a:lnTo>
                    <a:pt x="2936216" y="127194"/>
                  </a:lnTo>
                  <a:lnTo>
                    <a:pt x="2992836" y="142171"/>
                  </a:lnTo>
                  <a:lnTo>
                    <a:pt x="3049377" y="158060"/>
                  </a:lnTo>
                  <a:lnTo>
                    <a:pt x="3105977" y="174724"/>
                  </a:lnTo>
                  <a:lnTo>
                    <a:pt x="3162689" y="191990"/>
                  </a:lnTo>
                  <a:lnTo>
                    <a:pt x="3219501" y="209653"/>
                  </a:lnTo>
                  <a:lnTo>
                    <a:pt x="3276364" y="227488"/>
                  </a:lnTo>
                  <a:lnTo>
                    <a:pt x="3333209" y="245261"/>
                  </a:lnTo>
                  <a:lnTo>
                    <a:pt x="3389971" y="262739"/>
                  </a:lnTo>
                  <a:lnTo>
                    <a:pt x="3446621" y="279708"/>
                  </a:lnTo>
                  <a:lnTo>
                    <a:pt x="3503178" y="295977"/>
                  </a:lnTo>
                  <a:lnTo>
                    <a:pt x="3559739" y="311394"/>
                  </a:lnTo>
                  <a:lnTo>
                    <a:pt x="3616491" y="325842"/>
                  </a:lnTo>
                  <a:lnTo>
                    <a:pt x="3673737" y="339248"/>
                  </a:lnTo>
                  <a:lnTo>
                    <a:pt x="3731913" y="351576"/>
                  </a:lnTo>
                  <a:lnTo>
                    <a:pt x="3791616" y="362829"/>
                  </a:lnTo>
                  <a:lnTo>
                    <a:pt x="3820202" y="367717"/>
                  </a:lnTo>
                  <a:lnTo>
                    <a:pt x="3872113" y="375788"/>
                  </a:lnTo>
                  <a:lnTo>
                    <a:pt x="3926479" y="383157"/>
                  </a:lnTo>
                  <a:lnTo>
                    <a:pt x="3983985" y="389851"/>
                  </a:lnTo>
                  <a:lnTo>
                    <a:pt x="4045382" y="395917"/>
                  </a:lnTo>
                  <a:lnTo>
                    <a:pt x="4111451" y="401412"/>
                  </a:lnTo>
                  <a:lnTo>
                    <a:pt x="4182956" y="406397"/>
                  </a:lnTo>
                  <a:lnTo>
                    <a:pt x="4260593" y="410927"/>
                  </a:lnTo>
                  <a:lnTo>
                    <a:pt x="4344921" y="415051"/>
                  </a:lnTo>
                  <a:lnTo>
                    <a:pt x="4436273" y="418810"/>
                  </a:lnTo>
                  <a:lnTo>
                    <a:pt x="4534631" y="422234"/>
                  </a:lnTo>
                  <a:lnTo>
                    <a:pt x="4639493" y="425345"/>
                  </a:lnTo>
                  <a:lnTo>
                    <a:pt x="4749722" y="428155"/>
                  </a:lnTo>
                  <a:lnTo>
                    <a:pt x="4863421" y="430667"/>
                  </a:lnTo>
                  <a:lnTo>
                    <a:pt x="4977880" y="432878"/>
                  </a:lnTo>
                  <a:lnTo>
                    <a:pt x="5089641" y="434781"/>
                  </a:lnTo>
                  <a:lnTo>
                    <a:pt x="5194745" y="436371"/>
                  </a:lnTo>
                  <a:lnTo>
                    <a:pt x="5289150" y="437649"/>
                  </a:lnTo>
                  <a:lnTo>
                    <a:pt x="5369305" y="438626"/>
                  </a:lnTo>
                  <a:lnTo>
                    <a:pt x="5432732" y="439326"/>
                  </a:lnTo>
                  <a:lnTo>
                    <a:pt x="5478503" y="439785"/>
                  </a:lnTo>
                  <a:lnTo>
                    <a:pt x="5507474" y="440049"/>
                  </a:lnTo>
                  <a:lnTo>
                    <a:pt x="5522271" y="440173"/>
                  </a:lnTo>
                  <a:lnTo>
                    <a:pt x="5527086" y="440210"/>
                  </a:lnTo>
                  <a:lnTo>
                    <a:pt x="5527445" y="440213"/>
                  </a:lnTo>
                  <a:lnTo>
                    <a:pt x="6522385" y="440213"/>
                  </a:lnTo>
                  <a:lnTo>
                    <a:pt x="6523502" y="440243"/>
                  </a:lnTo>
                  <a:lnTo>
                    <a:pt x="6530874" y="440455"/>
                  </a:lnTo>
                  <a:lnTo>
                    <a:pt x="6549565" y="441041"/>
                  </a:lnTo>
                  <a:lnTo>
                    <a:pt x="6583247" y="442196"/>
                  </a:lnTo>
                  <a:lnTo>
                    <a:pt x="6633991" y="444106"/>
                  </a:lnTo>
                  <a:lnTo>
                    <a:pt x="6702107" y="446929"/>
                  </a:lnTo>
                  <a:lnTo>
                    <a:pt x="6786200" y="450783"/>
                  </a:lnTo>
                  <a:lnTo>
                    <a:pt x="6883475" y="455740"/>
                  </a:lnTo>
                  <a:lnTo>
                    <a:pt x="6990241" y="461829"/>
                  </a:lnTo>
                  <a:lnTo>
                    <a:pt x="7102492" y="469043"/>
                  </a:lnTo>
                  <a:lnTo>
                    <a:pt x="7216433" y="477361"/>
                  </a:lnTo>
                  <a:lnTo>
                    <a:pt x="7328841" y="486762"/>
                  </a:lnTo>
                  <a:lnTo>
                    <a:pt x="7437259" y="497239"/>
                  </a:lnTo>
                  <a:lnTo>
                    <a:pt x="7540018" y="508812"/>
                  </a:lnTo>
                  <a:lnTo>
                    <a:pt x="7636169" y="521530"/>
                  </a:lnTo>
                  <a:lnTo>
                    <a:pt x="7725347" y="535480"/>
                  </a:lnTo>
                  <a:lnTo>
                    <a:pt x="7807629" y="550780"/>
                  </a:lnTo>
                  <a:lnTo>
                    <a:pt x="7883403" y="567584"/>
                  </a:lnTo>
                  <a:lnTo>
                    <a:pt x="7953257" y="586075"/>
                  </a:lnTo>
                  <a:lnTo>
                    <a:pt x="8017896" y="606457"/>
                  </a:lnTo>
                  <a:lnTo>
                    <a:pt x="8078079" y="628942"/>
                  </a:lnTo>
                  <a:lnTo>
                    <a:pt x="8134570" y="653735"/>
                  </a:lnTo>
                  <a:lnTo>
                    <a:pt x="8188100" y="680994"/>
                  </a:lnTo>
                  <a:lnTo>
                    <a:pt x="8229629" y="704865"/>
                  </a:lnTo>
                  <a:lnTo>
                    <a:pt x="8282308" y="738665"/>
                  </a:lnTo>
                  <a:lnTo>
                    <a:pt x="8333504" y="775368"/>
                  </a:lnTo>
                  <a:lnTo>
                    <a:pt x="8383690" y="815029"/>
                  </a:lnTo>
                  <a:lnTo>
                    <a:pt x="8433230" y="857636"/>
                  </a:lnTo>
                  <a:lnTo>
                    <a:pt x="8482401" y="903101"/>
                  </a:lnTo>
                  <a:lnTo>
                    <a:pt x="8531405" y="951254"/>
                  </a:lnTo>
                  <a:lnTo>
                    <a:pt x="8580377" y="1001842"/>
                  </a:lnTo>
                  <a:lnTo>
                    <a:pt x="8629399" y="1054528"/>
                  </a:lnTo>
                  <a:lnTo>
                    <a:pt x="8678504" y="1108901"/>
                  </a:lnTo>
                  <a:lnTo>
                    <a:pt x="8727690" y="1164484"/>
                  </a:lnTo>
                  <a:lnTo>
                    <a:pt x="8776930" y="1220753"/>
                  </a:lnTo>
                  <a:lnTo>
                    <a:pt x="8826181" y="1277154"/>
                  </a:lnTo>
                  <a:lnTo>
                    <a:pt x="8875398" y="1333131"/>
                  </a:lnTo>
                  <a:lnTo>
                    <a:pt x="8924543" y="1388142"/>
                  </a:lnTo>
                  <a:lnTo>
                    <a:pt x="8973603" y="1441686"/>
                  </a:lnTo>
                  <a:lnTo>
                    <a:pt x="9022591" y="1493318"/>
                  </a:lnTo>
                  <a:lnTo>
                    <a:pt x="9071567" y="1542666"/>
                  </a:lnTo>
                  <a:lnTo>
                    <a:pt x="9120638" y="1589435"/>
                  </a:lnTo>
                  <a:lnTo>
                    <a:pt x="9169973" y="1633416"/>
                  </a:lnTo>
                  <a:lnTo>
                    <a:pt x="9219812" y="1674484"/>
                  </a:lnTo>
                  <a:lnTo>
                    <a:pt x="9270476" y="1712590"/>
                  </a:lnTo>
                  <a:lnTo>
                    <a:pt x="9322383" y="1747760"/>
                  </a:lnTo>
                  <a:lnTo>
                    <a:pt x="9347647" y="1763473"/>
                  </a:lnTo>
                  <a:lnTo>
                    <a:pt x="9399269" y="1792780"/>
                  </a:lnTo>
                  <a:lnTo>
                    <a:pt x="9453314" y="1819557"/>
                  </a:lnTo>
                  <a:lnTo>
                    <a:pt x="9510457" y="1843891"/>
                  </a:lnTo>
                  <a:lnTo>
                    <a:pt x="9571437" y="1865956"/>
                  </a:lnTo>
                  <a:lnTo>
                    <a:pt x="9637021" y="1885957"/>
                  </a:lnTo>
                  <a:lnTo>
                    <a:pt x="9707960" y="1904109"/>
                  </a:lnTo>
                  <a:lnTo>
                    <a:pt x="9784945" y="1920611"/>
                  </a:lnTo>
                  <a:lnTo>
                    <a:pt x="9868531" y="1935640"/>
                  </a:lnTo>
                  <a:lnTo>
                    <a:pt x="9959055" y="1949345"/>
                  </a:lnTo>
                  <a:lnTo>
                    <a:pt x="10056521" y="1961837"/>
                  </a:lnTo>
                  <a:lnTo>
                    <a:pt x="10160462" y="1973197"/>
                  </a:lnTo>
                  <a:lnTo>
                    <a:pt x="10269799" y="1983466"/>
                  </a:lnTo>
                  <a:lnTo>
                    <a:pt x="10382718" y="1992661"/>
                  </a:lnTo>
                  <a:lnTo>
                    <a:pt x="10496606" y="2000768"/>
                  </a:lnTo>
                  <a:lnTo>
                    <a:pt x="10608110" y="2007767"/>
                  </a:lnTo>
                  <a:lnTo>
                    <a:pt x="10713360" y="2013638"/>
                  </a:lnTo>
                  <a:lnTo>
                    <a:pt x="10808368" y="2018380"/>
                  </a:lnTo>
                  <a:lnTo>
                    <a:pt x="10889570" y="2022029"/>
                  </a:lnTo>
                  <a:lnTo>
                    <a:pt x="10954405" y="2024665"/>
                  </a:lnTo>
                  <a:lnTo>
                    <a:pt x="11001789" y="2026417"/>
                  </a:lnTo>
                  <a:lnTo>
                    <a:pt x="11032377" y="2027448"/>
                  </a:lnTo>
                  <a:lnTo>
                    <a:pt x="11048560" y="2027947"/>
                  </a:lnTo>
                  <a:lnTo>
                    <a:pt x="11054297" y="2028109"/>
                  </a:lnTo>
                  <a:lnTo>
                    <a:pt x="11054891" y="2028125"/>
                  </a:lnTo>
                  <a:lnTo>
                    <a:pt x="12049831" y="2028125"/>
                  </a:lnTo>
                  <a:lnTo>
                    <a:pt x="12049831" y="2022884"/>
                  </a:lnTo>
                  <a:lnTo>
                    <a:pt x="11054891" y="2022884"/>
                  </a:lnTo>
                  <a:lnTo>
                    <a:pt x="11053774" y="2022854"/>
                  </a:lnTo>
                  <a:lnTo>
                    <a:pt x="11046402" y="2022642"/>
                  </a:lnTo>
                  <a:lnTo>
                    <a:pt x="11027712" y="2022056"/>
                  </a:lnTo>
                  <a:lnTo>
                    <a:pt x="10994029" y="2020901"/>
                  </a:lnTo>
                  <a:lnTo>
                    <a:pt x="10943286" y="2018991"/>
                  </a:lnTo>
                  <a:lnTo>
                    <a:pt x="10875170" y="2016168"/>
                  </a:lnTo>
                  <a:lnTo>
                    <a:pt x="10791076" y="2012314"/>
                  </a:lnTo>
                  <a:lnTo>
                    <a:pt x="10693801" y="2007357"/>
                  </a:lnTo>
                  <a:lnTo>
                    <a:pt x="10587036" y="2001268"/>
                  </a:lnTo>
                  <a:lnTo>
                    <a:pt x="10474784" y="1994054"/>
                  </a:lnTo>
                  <a:lnTo>
                    <a:pt x="10360843" y="1985736"/>
                  </a:lnTo>
                  <a:lnTo>
                    <a:pt x="10248435" y="1976335"/>
                  </a:lnTo>
                  <a:lnTo>
                    <a:pt x="10140018" y="1965858"/>
                  </a:lnTo>
                  <a:lnTo>
                    <a:pt x="10037259" y="1954285"/>
                  </a:lnTo>
                  <a:lnTo>
                    <a:pt x="9941108" y="1941567"/>
                  </a:lnTo>
                  <a:lnTo>
                    <a:pt x="9851930" y="1927617"/>
                  </a:lnTo>
                  <a:lnTo>
                    <a:pt x="9769647" y="1912317"/>
                  </a:lnTo>
                  <a:lnTo>
                    <a:pt x="9693873" y="1895513"/>
                  </a:lnTo>
                  <a:lnTo>
                    <a:pt x="9624019" y="1877022"/>
                  </a:lnTo>
                  <a:lnTo>
                    <a:pt x="9559380" y="1856640"/>
                  </a:lnTo>
                  <a:lnTo>
                    <a:pt x="9499197" y="1834155"/>
                  </a:lnTo>
                  <a:lnTo>
                    <a:pt x="9442706" y="1809362"/>
                  </a:lnTo>
                  <a:lnTo>
                    <a:pt x="9389176" y="1782103"/>
                  </a:lnTo>
                  <a:lnTo>
                    <a:pt x="9347647" y="1758232"/>
                  </a:lnTo>
                  <a:lnTo>
                    <a:pt x="9294968" y="1724432"/>
                  </a:lnTo>
                  <a:lnTo>
                    <a:pt x="9243772" y="1687729"/>
                  </a:lnTo>
                  <a:lnTo>
                    <a:pt x="9193587" y="1648068"/>
                  </a:lnTo>
                  <a:lnTo>
                    <a:pt x="9144047" y="1605461"/>
                  </a:lnTo>
                  <a:lnTo>
                    <a:pt x="9094875" y="1559996"/>
                  </a:lnTo>
                  <a:lnTo>
                    <a:pt x="9045872" y="1511843"/>
                  </a:lnTo>
                  <a:lnTo>
                    <a:pt x="8996899" y="1461255"/>
                  </a:lnTo>
                  <a:lnTo>
                    <a:pt x="8947878" y="1408569"/>
                  </a:lnTo>
                  <a:lnTo>
                    <a:pt x="8898773" y="1354196"/>
                  </a:lnTo>
                  <a:lnTo>
                    <a:pt x="8849586" y="1298613"/>
                  </a:lnTo>
                  <a:lnTo>
                    <a:pt x="8800346" y="1242344"/>
                  </a:lnTo>
                  <a:lnTo>
                    <a:pt x="8751095" y="1185943"/>
                  </a:lnTo>
                  <a:lnTo>
                    <a:pt x="8701879" y="1129966"/>
                  </a:lnTo>
                  <a:lnTo>
                    <a:pt x="8652733" y="1074955"/>
                  </a:lnTo>
                  <a:lnTo>
                    <a:pt x="8603674" y="1021411"/>
                  </a:lnTo>
                  <a:lnTo>
                    <a:pt x="8554685" y="969779"/>
                  </a:lnTo>
                  <a:lnTo>
                    <a:pt x="8505710" y="920431"/>
                  </a:lnTo>
                  <a:lnTo>
                    <a:pt x="8456639" y="873662"/>
                  </a:lnTo>
                  <a:lnTo>
                    <a:pt x="8407303" y="829681"/>
                  </a:lnTo>
                  <a:lnTo>
                    <a:pt x="8357465" y="788613"/>
                  </a:lnTo>
                  <a:lnTo>
                    <a:pt x="8306801" y="750507"/>
                  </a:lnTo>
                  <a:lnTo>
                    <a:pt x="8254894" y="715337"/>
                  </a:lnTo>
                  <a:lnTo>
                    <a:pt x="8229629" y="699624"/>
                  </a:lnTo>
                  <a:lnTo>
                    <a:pt x="8178007" y="670317"/>
                  </a:lnTo>
                  <a:lnTo>
                    <a:pt x="8123962" y="643540"/>
                  </a:lnTo>
                  <a:lnTo>
                    <a:pt x="8066819" y="619206"/>
                  </a:lnTo>
                  <a:lnTo>
                    <a:pt x="8005840" y="597141"/>
                  </a:lnTo>
                  <a:lnTo>
                    <a:pt x="7940256" y="577140"/>
                  </a:lnTo>
                  <a:lnTo>
                    <a:pt x="7869316" y="558988"/>
                  </a:lnTo>
                  <a:lnTo>
                    <a:pt x="7792332" y="542486"/>
                  </a:lnTo>
                  <a:lnTo>
                    <a:pt x="7708746" y="527457"/>
                  </a:lnTo>
                  <a:lnTo>
                    <a:pt x="7618222" y="513752"/>
                  </a:lnTo>
                  <a:lnTo>
                    <a:pt x="7520756" y="501260"/>
                  </a:lnTo>
                  <a:lnTo>
                    <a:pt x="7416815" y="489901"/>
                  </a:lnTo>
                  <a:lnTo>
                    <a:pt x="7307477" y="479631"/>
                  </a:lnTo>
                  <a:lnTo>
                    <a:pt x="7194558" y="470437"/>
                  </a:lnTo>
                  <a:lnTo>
                    <a:pt x="7080671" y="462329"/>
                  </a:lnTo>
                  <a:lnTo>
                    <a:pt x="6969166" y="455330"/>
                  </a:lnTo>
                  <a:lnTo>
                    <a:pt x="6863916" y="449459"/>
                  </a:lnTo>
                  <a:lnTo>
                    <a:pt x="6768908" y="444717"/>
                  </a:lnTo>
                  <a:lnTo>
                    <a:pt x="6687706" y="441068"/>
                  </a:lnTo>
                  <a:lnTo>
                    <a:pt x="6622872" y="438432"/>
                  </a:lnTo>
                  <a:lnTo>
                    <a:pt x="6575487" y="436680"/>
                  </a:lnTo>
                  <a:lnTo>
                    <a:pt x="6544900" y="435649"/>
                  </a:lnTo>
                  <a:lnTo>
                    <a:pt x="6528716" y="435150"/>
                  </a:lnTo>
                  <a:lnTo>
                    <a:pt x="6522980" y="434988"/>
                  </a:lnTo>
                  <a:lnTo>
                    <a:pt x="6522385" y="434972"/>
                  </a:lnTo>
                  <a:lnTo>
                    <a:pt x="5527445" y="434972"/>
                  </a:lnTo>
                  <a:lnTo>
                    <a:pt x="5526310" y="434964"/>
                  </a:lnTo>
                  <a:lnTo>
                    <a:pt x="5518821" y="434905"/>
                  </a:lnTo>
                  <a:lnTo>
                    <a:pt x="5499840" y="434741"/>
                  </a:lnTo>
                  <a:lnTo>
                    <a:pt x="5465655" y="434420"/>
                  </a:lnTo>
                  <a:lnTo>
                    <a:pt x="5414196" y="433888"/>
                  </a:lnTo>
                  <a:lnTo>
                    <a:pt x="5345191" y="433102"/>
                  </a:lnTo>
                  <a:lnTo>
                    <a:pt x="5260107" y="432030"/>
                  </a:lnTo>
                  <a:lnTo>
                    <a:pt x="5161828" y="430652"/>
                  </a:lnTo>
                  <a:lnTo>
                    <a:pt x="5054129" y="428960"/>
                  </a:lnTo>
                  <a:lnTo>
                    <a:pt x="4941082" y="426957"/>
                  </a:lnTo>
                  <a:lnTo>
                    <a:pt x="4826523" y="424649"/>
                  </a:lnTo>
                  <a:lnTo>
                    <a:pt x="4713687" y="422041"/>
                  </a:lnTo>
                  <a:lnTo>
                    <a:pt x="4605020" y="419134"/>
                  </a:lnTo>
                  <a:lnTo>
                    <a:pt x="4502165" y="415924"/>
                  </a:lnTo>
                  <a:lnTo>
                    <a:pt x="4406038" y="412395"/>
                  </a:lnTo>
                  <a:lnTo>
                    <a:pt x="4316968" y="408522"/>
                  </a:lnTo>
                  <a:lnTo>
                    <a:pt x="4234847" y="404272"/>
                  </a:lnTo>
                  <a:lnTo>
                    <a:pt x="4159257" y="399601"/>
                  </a:lnTo>
                  <a:lnTo>
                    <a:pt x="4089586" y="394458"/>
                  </a:lnTo>
                  <a:lnTo>
                    <a:pt x="4025109" y="388785"/>
                  </a:lnTo>
                  <a:lnTo>
                    <a:pt x="3965051" y="382523"/>
                  </a:lnTo>
                  <a:lnTo>
                    <a:pt x="3908638" y="375616"/>
                  </a:lnTo>
                  <a:lnTo>
                    <a:pt x="3855134" y="368021"/>
                  </a:lnTo>
                  <a:lnTo>
                    <a:pt x="3820202" y="362477"/>
                  </a:lnTo>
                  <a:lnTo>
                    <a:pt x="3759525" y="351716"/>
                  </a:lnTo>
                  <a:lnTo>
                    <a:pt x="3700723" y="339892"/>
                  </a:lnTo>
                  <a:lnTo>
                    <a:pt x="3643107" y="326987"/>
                  </a:lnTo>
                  <a:lnTo>
                    <a:pt x="3586169" y="313018"/>
                  </a:lnTo>
                  <a:lnTo>
                    <a:pt x="3529549" y="298041"/>
                  </a:lnTo>
                  <a:lnTo>
                    <a:pt x="3473008" y="282153"/>
                  </a:lnTo>
                  <a:lnTo>
                    <a:pt x="3416408" y="265488"/>
                  </a:lnTo>
                  <a:lnTo>
                    <a:pt x="3359696" y="248222"/>
                  </a:lnTo>
                  <a:lnTo>
                    <a:pt x="3302884" y="230559"/>
                  </a:lnTo>
                  <a:lnTo>
                    <a:pt x="3246021" y="212724"/>
                  </a:lnTo>
                  <a:lnTo>
                    <a:pt x="3189176" y="194951"/>
                  </a:lnTo>
                  <a:lnTo>
                    <a:pt x="3132413" y="177473"/>
                  </a:lnTo>
                  <a:lnTo>
                    <a:pt x="3075764" y="160505"/>
                  </a:lnTo>
                  <a:lnTo>
                    <a:pt x="3019207" y="144235"/>
                  </a:lnTo>
                  <a:lnTo>
                    <a:pt x="2962646" y="128818"/>
                  </a:lnTo>
                  <a:lnTo>
                    <a:pt x="2905894" y="114370"/>
                  </a:lnTo>
                  <a:lnTo>
                    <a:pt x="2848648" y="100964"/>
                  </a:lnTo>
                  <a:lnTo>
                    <a:pt x="2790472" y="88636"/>
                  </a:lnTo>
                  <a:lnTo>
                    <a:pt x="2730769" y="77384"/>
                  </a:lnTo>
                  <a:lnTo>
                    <a:pt x="2702183" y="72495"/>
                  </a:lnTo>
                  <a:lnTo>
                    <a:pt x="2650272" y="64425"/>
                  </a:lnTo>
                  <a:lnTo>
                    <a:pt x="2595906" y="57055"/>
                  </a:lnTo>
                  <a:lnTo>
                    <a:pt x="2538400" y="50361"/>
                  </a:lnTo>
                  <a:lnTo>
                    <a:pt x="2477003" y="44296"/>
                  </a:lnTo>
                  <a:lnTo>
                    <a:pt x="2410934" y="38800"/>
                  </a:lnTo>
                  <a:lnTo>
                    <a:pt x="2339429" y="33815"/>
                  </a:lnTo>
                  <a:lnTo>
                    <a:pt x="2261792" y="29285"/>
                  </a:lnTo>
                  <a:lnTo>
                    <a:pt x="2177464" y="25161"/>
                  </a:lnTo>
                  <a:lnTo>
                    <a:pt x="2086112" y="21403"/>
                  </a:lnTo>
                  <a:lnTo>
                    <a:pt x="1987754" y="17978"/>
                  </a:lnTo>
                  <a:lnTo>
                    <a:pt x="1882892" y="14867"/>
                  </a:lnTo>
                  <a:lnTo>
                    <a:pt x="1772663" y="12057"/>
                  </a:lnTo>
                  <a:lnTo>
                    <a:pt x="1658964" y="9545"/>
                  </a:lnTo>
                  <a:lnTo>
                    <a:pt x="1544505" y="7335"/>
                  </a:lnTo>
                  <a:lnTo>
                    <a:pt x="1432744" y="5432"/>
                  </a:lnTo>
                  <a:lnTo>
                    <a:pt x="1327640" y="3841"/>
                  </a:lnTo>
                  <a:lnTo>
                    <a:pt x="1233235" y="2563"/>
                  </a:lnTo>
                  <a:lnTo>
                    <a:pt x="1153080" y="1586"/>
                  </a:lnTo>
                  <a:lnTo>
                    <a:pt x="1089653" y="886"/>
                  </a:lnTo>
                  <a:lnTo>
                    <a:pt x="1043882" y="428"/>
                  </a:lnTo>
                  <a:lnTo>
                    <a:pt x="1014911" y="163"/>
                  </a:lnTo>
                  <a:lnTo>
                    <a:pt x="1000114" y="39"/>
                  </a:lnTo>
                  <a:lnTo>
                    <a:pt x="995299" y="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16" name="pl915"/>
            <p:cNvSpPr/>
            <p:nvPr/>
          </p:nvSpPr>
          <p:spPr>
            <a:xfrm>
              <a:off x="1199187" y="4464855"/>
              <a:ext cx="12049831" cy="2022884"/>
            </a:xfrm>
            <a:custGeom>
              <a:avLst/>
              <a:pathLst>
                <a:path w="12049831" h="2022884">
                  <a:moveTo>
                    <a:pt x="0" y="0"/>
                  </a:moveTo>
                  <a:lnTo>
                    <a:pt x="994940" y="0"/>
                  </a:lnTo>
                  <a:lnTo>
                    <a:pt x="996075" y="8"/>
                  </a:lnTo>
                  <a:lnTo>
                    <a:pt x="1003564" y="67"/>
                  </a:lnTo>
                  <a:lnTo>
                    <a:pt x="1022545" y="230"/>
                  </a:lnTo>
                  <a:lnTo>
                    <a:pt x="1056730" y="552"/>
                  </a:lnTo>
                  <a:lnTo>
                    <a:pt x="1108189" y="1084"/>
                  </a:lnTo>
                  <a:lnTo>
                    <a:pt x="1177194" y="1869"/>
                  </a:lnTo>
                  <a:lnTo>
                    <a:pt x="1262278" y="2942"/>
                  </a:lnTo>
                  <a:lnTo>
                    <a:pt x="1360557" y="4320"/>
                  </a:lnTo>
                  <a:lnTo>
                    <a:pt x="1468256" y="6011"/>
                  </a:lnTo>
                  <a:lnTo>
                    <a:pt x="1581303" y="8014"/>
                  </a:lnTo>
                  <a:lnTo>
                    <a:pt x="1695862" y="10323"/>
                  </a:lnTo>
                  <a:lnTo>
                    <a:pt x="1808698" y="12931"/>
                  </a:lnTo>
                  <a:lnTo>
                    <a:pt x="1917365" y="15837"/>
                  </a:lnTo>
                  <a:lnTo>
                    <a:pt x="2020220" y="19048"/>
                  </a:lnTo>
                  <a:lnTo>
                    <a:pt x="2116347" y="22577"/>
                  </a:lnTo>
                  <a:lnTo>
                    <a:pt x="2205417" y="26449"/>
                  </a:lnTo>
                  <a:lnTo>
                    <a:pt x="2287538" y="30699"/>
                  </a:lnTo>
                  <a:lnTo>
                    <a:pt x="2363128" y="35370"/>
                  </a:lnTo>
                  <a:lnTo>
                    <a:pt x="2432799" y="40514"/>
                  </a:lnTo>
                  <a:lnTo>
                    <a:pt x="2497276" y="46187"/>
                  </a:lnTo>
                  <a:lnTo>
                    <a:pt x="2557334" y="52449"/>
                  </a:lnTo>
                  <a:lnTo>
                    <a:pt x="2613747" y="59356"/>
                  </a:lnTo>
                  <a:lnTo>
                    <a:pt x="2667251" y="66950"/>
                  </a:lnTo>
                  <a:lnTo>
                    <a:pt x="2702183" y="72495"/>
                  </a:lnTo>
                  <a:lnTo>
                    <a:pt x="2762860" y="83255"/>
                  </a:lnTo>
                  <a:lnTo>
                    <a:pt x="2821662" y="95080"/>
                  </a:lnTo>
                  <a:lnTo>
                    <a:pt x="2879278" y="107985"/>
                  </a:lnTo>
                  <a:lnTo>
                    <a:pt x="2936216" y="121954"/>
                  </a:lnTo>
                  <a:lnTo>
                    <a:pt x="2992836" y="136930"/>
                  </a:lnTo>
                  <a:lnTo>
                    <a:pt x="3049377" y="152819"/>
                  </a:lnTo>
                  <a:lnTo>
                    <a:pt x="3105977" y="169483"/>
                  </a:lnTo>
                  <a:lnTo>
                    <a:pt x="3162689" y="186749"/>
                  </a:lnTo>
                  <a:lnTo>
                    <a:pt x="3219501" y="204413"/>
                  </a:lnTo>
                  <a:lnTo>
                    <a:pt x="3276364" y="222248"/>
                  </a:lnTo>
                  <a:lnTo>
                    <a:pt x="3333209" y="240020"/>
                  </a:lnTo>
                  <a:lnTo>
                    <a:pt x="3389971" y="257498"/>
                  </a:lnTo>
                  <a:lnTo>
                    <a:pt x="3446621" y="274467"/>
                  </a:lnTo>
                  <a:lnTo>
                    <a:pt x="3503178" y="290737"/>
                  </a:lnTo>
                  <a:lnTo>
                    <a:pt x="3559739" y="306153"/>
                  </a:lnTo>
                  <a:lnTo>
                    <a:pt x="3616491" y="320602"/>
                  </a:lnTo>
                  <a:lnTo>
                    <a:pt x="3673737" y="334007"/>
                  </a:lnTo>
                  <a:lnTo>
                    <a:pt x="3731913" y="346336"/>
                  </a:lnTo>
                  <a:lnTo>
                    <a:pt x="3791616" y="357588"/>
                  </a:lnTo>
                  <a:lnTo>
                    <a:pt x="3820202" y="362477"/>
                  </a:lnTo>
                  <a:lnTo>
                    <a:pt x="3872113" y="370547"/>
                  </a:lnTo>
                  <a:lnTo>
                    <a:pt x="3926479" y="377917"/>
                  </a:lnTo>
                  <a:lnTo>
                    <a:pt x="3983985" y="384610"/>
                  </a:lnTo>
                  <a:lnTo>
                    <a:pt x="4045382" y="390676"/>
                  </a:lnTo>
                  <a:lnTo>
                    <a:pt x="4111451" y="396172"/>
                  </a:lnTo>
                  <a:lnTo>
                    <a:pt x="4182956" y="401157"/>
                  </a:lnTo>
                  <a:lnTo>
                    <a:pt x="4260593" y="405687"/>
                  </a:lnTo>
                  <a:lnTo>
                    <a:pt x="4344921" y="409811"/>
                  </a:lnTo>
                  <a:lnTo>
                    <a:pt x="4436273" y="413569"/>
                  </a:lnTo>
                  <a:lnTo>
                    <a:pt x="4534631" y="416993"/>
                  </a:lnTo>
                  <a:lnTo>
                    <a:pt x="4639493" y="420104"/>
                  </a:lnTo>
                  <a:lnTo>
                    <a:pt x="4749722" y="422914"/>
                  </a:lnTo>
                  <a:lnTo>
                    <a:pt x="4863421" y="425426"/>
                  </a:lnTo>
                  <a:lnTo>
                    <a:pt x="4977880" y="427637"/>
                  </a:lnTo>
                  <a:lnTo>
                    <a:pt x="5089641" y="429540"/>
                  </a:lnTo>
                  <a:lnTo>
                    <a:pt x="5194745" y="431130"/>
                  </a:lnTo>
                  <a:lnTo>
                    <a:pt x="5289150" y="432409"/>
                  </a:lnTo>
                  <a:lnTo>
                    <a:pt x="5369305" y="433386"/>
                  </a:lnTo>
                  <a:lnTo>
                    <a:pt x="5432732" y="434085"/>
                  </a:lnTo>
                  <a:lnTo>
                    <a:pt x="5478503" y="434544"/>
                  </a:lnTo>
                  <a:lnTo>
                    <a:pt x="5507474" y="434809"/>
                  </a:lnTo>
                  <a:lnTo>
                    <a:pt x="5522271" y="434933"/>
                  </a:lnTo>
                  <a:lnTo>
                    <a:pt x="5527086" y="434970"/>
                  </a:lnTo>
                  <a:lnTo>
                    <a:pt x="5527445" y="434972"/>
                  </a:lnTo>
                  <a:lnTo>
                    <a:pt x="6522385" y="434972"/>
                  </a:lnTo>
                  <a:lnTo>
                    <a:pt x="6523502" y="435002"/>
                  </a:lnTo>
                  <a:lnTo>
                    <a:pt x="6530874" y="435214"/>
                  </a:lnTo>
                  <a:lnTo>
                    <a:pt x="6549565" y="435800"/>
                  </a:lnTo>
                  <a:lnTo>
                    <a:pt x="6583247" y="436956"/>
                  </a:lnTo>
                  <a:lnTo>
                    <a:pt x="6633991" y="438865"/>
                  </a:lnTo>
                  <a:lnTo>
                    <a:pt x="6702107" y="441688"/>
                  </a:lnTo>
                  <a:lnTo>
                    <a:pt x="6786200" y="445542"/>
                  </a:lnTo>
                  <a:lnTo>
                    <a:pt x="6883475" y="450500"/>
                  </a:lnTo>
                  <a:lnTo>
                    <a:pt x="6990241" y="456588"/>
                  </a:lnTo>
                  <a:lnTo>
                    <a:pt x="7102492" y="463802"/>
                  </a:lnTo>
                  <a:lnTo>
                    <a:pt x="7216433" y="472120"/>
                  </a:lnTo>
                  <a:lnTo>
                    <a:pt x="7328841" y="481521"/>
                  </a:lnTo>
                  <a:lnTo>
                    <a:pt x="7437259" y="491999"/>
                  </a:lnTo>
                  <a:lnTo>
                    <a:pt x="7540018" y="503571"/>
                  </a:lnTo>
                  <a:lnTo>
                    <a:pt x="7636169" y="516290"/>
                  </a:lnTo>
                  <a:lnTo>
                    <a:pt x="7725347" y="530239"/>
                  </a:lnTo>
                  <a:lnTo>
                    <a:pt x="7807629" y="545539"/>
                  </a:lnTo>
                  <a:lnTo>
                    <a:pt x="7883403" y="562344"/>
                  </a:lnTo>
                  <a:lnTo>
                    <a:pt x="7953257" y="580835"/>
                  </a:lnTo>
                  <a:lnTo>
                    <a:pt x="8017896" y="601216"/>
                  </a:lnTo>
                  <a:lnTo>
                    <a:pt x="8078079" y="623702"/>
                  </a:lnTo>
                  <a:lnTo>
                    <a:pt x="8134570" y="648494"/>
                  </a:lnTo>
                  <a:lnTo>
                    <a:pt x="8188100" y="675754"/>
                  </a:lnTo>
                  <a:lnTo>
                    <a:pt x="8229629" y="699624"/>
                  </a:lnTo>
                  <a:lnTo>
                    <a:pt x="8282308" y="733424"/>
                  </a:lnTo>
                  <a:lnTo>
                    <a:pt x="8333504" y="770127"/>
                  </a:lnTo>
                  <a:lnTo>
                    <a:pt x="8383690" y="809789"/>
                  </a:lnTo>
                  <a:lnTo>
                    <a:pt x="8433230" y="852396"/>
                  </a:lnTo>
                  <a:lnTo>
                    <a:pt x="8482401" y="897860"/>
                  </a:lnTo>
                  <a:lnTo>
                    <a:pt x="8531405" y="946013"/>
                  </a:lnTo>
                  <a:lnTo>
                    <a:pt x="8580377" y="996601"/>
                  </a:lnTo>
                  <a:lnTo>
                    <a:pt x="8629399" y="1049288"/>
                  </a:lnTo>
                  <a:lnTo>
                    <a:pt x="8678504" y="1103661"/>
                  </a:lnTo>
                  <a:lnTo>
                    <a:pt x="8727690" y="1159244"/>
                  </a:lnTo>
                  <a:lnTo>
                    <a:pt x="8776930" y="1215512"/>
                  </a:lnTo>
                  <a:lnTo>
                    <a:pt x="8826181" y="1271914"/>
                  </a:lnTo>
                  <a:lnTo>
                    <a:pt x="8875398" y="1327890"/>
                  </a:lnTo>
                  <a:lnTo>
                    <a:pt x="8924543" y="1382901"/>
                  </a:lnTo>
                  <a:lnTo>
                    <a:pt x="8973603" y="1436445"/>
                  </a:lnTo>
                  <a:lnTo>
                    <a:pt x="9022591" y="1488078"/>
                  </a:lnTo>
                  <a:lnTo>
                    <a:pt x="9071567" y="1537425"/>
                  </a:lnTo>
                  <a:lnTo>
                    <a:pt x="9120638" y="1584194"/>
                  </a:lnTo>
                  <a:lnTo>
                    <a:pt x="9169973" y="1628175"/>
                  </a:lnTo>
                  <a:lnTo>
                    <a:pt x="9219812" y="1669243"/>
                  </a:lnTo>
                  <a:lnTo>
                    <a:pt x="9270476" y="1707350"/>
                  </a:lnTo>
                  <a:lnTo>
                    <a:pt x="9322383" y="1742519"/>
                  </a:lnTo>
                  <a:lnTo>
                    <a:pt x="9347647" y="1758232"/>
                  </a:lnTo>
                  <a:lnTo>
                    <a:pt x="9399269" y="1787540"/>
                  </a:lnTo>
                  <a:lnTo>
                    <a:pt x="9453314" y="1814316"/>
                  </a:lnTo>
                  <a:lnTo>
                    <a:pt x="9510457" y="1838651"/>
                  </a:lnTo>
                  <a:lnTo>
                    <a:pt x="9571437" y="1860715"/>
                  </a:lnTo>
                  <a:lnTo>
                    <a:pt x="9637021" y="1880717"/>
                  </a:lnTo>
                  <a:lnTo>
                    <a:pt x="9707960" y="1898868"/>
                  </a:lnTo>
                  <a:lnTo>
                    <a:pt x="9784945" y="1915370"/>
                  </a:lnTo>
                  <a:lnTo>
                    <a:pt x="9868531" y="1930400"/>
                  </a:lnTo>
                  <a:lnTo>
                    <a:pt x="9959055" y="1944104"/>
                  </a:lnTo>
                  <a:lnTo>
                    <a:pt x="10056521" y="1956597"/>
                  </a:lnTo>
                  <a:lnTo>
                    <a:pt x="10160462" y="1967956"/>
                  </a:lnTo>
                  <a:lnTo>
                    <a:pt x="10269799" y="1978226"/>
                  </a:lnTo>
                  <a:lnTo>
                    <a:pt x="10382718" y="1987420"/>
                  </a:lnTo>
                  <a:lnTo>
                    <a:pt x="10496606" y="1995528"/>
                  </a:lnTo>
                  <a:lnTo>
                    <a:pt x="10608110" y="2002527"/>
                  </a:lnTo>
                  <a:lnTo>
                    <a:pt x="10713360" y="2008397"/>
                  </a:lnTo>
                  <a:lnTo>
                    <a:pt x="10808368" y="2013139"/>
                  </a:lnTo>
                  <a:lnTo>
                    <a:pt x="10889570" y="2016788"/>
                  </a:lnTo>
                  <a:lnTo>
                    <a:pt x="10954405" y="2019425"/>
                  </a:lnTo>
                  <a:lnTo>
                    <a:pt x="11001789" y="2021176"/>
                  </a:lnTo>
                  <a:lnTo>
                    <a:pt x="11032377" y="2022207"/>
                  </a:lnTo>
                  <a:lnTo>
                    <a:pt x="11048560" y="2022706"/>
                  </a:lnTo>
                  <a:lnTo>
                    <a:pt x="11054297" y="2022869"/>
                  </a:lnTo>
                  <a:lnTo>
                    <a:pt x="11054891" y="2022884"/>
                  </a:lnTo>
                  <a:lnTo>
                    <a:pt x="12049831" y="2022884"/>
                  </a:lnTo>
                  <a:lnTo>
                    <a:pt x="12049831" y="20228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7" name="pl916"/>
            <p:cNvSpPr/>
            <p:nvPr/>
          </p:nvSpPr>
          <p:spPr>
            <a:xfrm>
              <a:off x="1199187" y="4459615"/>
              <a:ext cx="12049831" cy="2022884"/>
            </a:xfrm>
            <a:custGeom>
              <a:avLst/>
              <a:pathLst>
                <a:path w="12049831" h="2022884">
                  <a:moveTo>
                    <a:pt x="12049831" y="2022884"/>
                  </a:moveTo>
                  <a:lnTo>
                    <a:pt x="11054891" y="2022884"/>
                  </a:lnTo>
                  <a:lnTo>
                    <a:pt x="11053774" y="2022854"/>
                  </a:lnTo>
                  <a:lnTo>
                    <a:pt x="11046402" y="2022642"/>
                  </a:lnTo>
                  <a:lnTo>
                    <a:pt x="11027712" y="2022056"/>
                  </a:lnTo>
                  <a:lnTo>
                    <a:pt x="10994029" y="2020901"/>
                  </a:lnTo>
                  <a:lnTo>
                    <a:pt x="10943286" y="2018991"/>
                  </a:lnTo>
                  <a:lnTo>
                    <a:pt x="10875170" y="2016168"/>
                  </a:lnTo>
                  <a:lnTo>
                    <a:pt x="10791076" y="2012314"/>
                  </a:lnTo>
                  <a:lnTo>
                    <a:pt x="10693801" y="2007357"/>
                  </a:lnTo>
                  <a:lnTo>
                    <a:pt x="10587036" y="2001268"/>
                  </a:lnTo>
                  <a:lnTo>
                    <a:pt x="10474784" y="1994054"/>
                  </a:lnTo>
                  <a:lnTo>
                    <a:pt x="10360843" y="1985736"/>
                  </a:lnTo>
                  <a:lnTo>
                    <a:pt x="10248435" y="1976335"/>
                  </a:lnTo>
                  <a:lnTo>
                    <a:pt x="10140018" y="1965858"/>
                  </a:lnTo>
                  <a:lnTo>
                    <a:pt x="10037259" y="1954285"/>
                  </a:lnTo>
                  <a:lnTo>
                    <a:pt x="9941108" y="1941567"/>
                  </a:lnTo>
                  <a:lnTo>
                    <a:pt x="9851930" y="1927617"/>
                  </a:lnTo>
                  <a:lnTo>
                    <a:pt x="9769647" y="1912317"/>
                  </a:lnTo>
                  <a:lnTo>
                    <a:pt x="9693873" y="1895513"/>
                  </a:lnTo>
                  <a:lnTo>
                    <a:pt x="9624019" y="1877022"/>
                  </a:lnTo>
                  <a:lnTo>
                    <a:pt x="9559380" y="1856640"/>
                  </a:lnTo>
                  <a:lnTo>
                    <a:pt x="9499197" y="1834155"/>
                  </a:lnTo>
                  <a:lnTo>
                    <a:pt x="9442706" y="1809362"/>
                  </a:lnTo>
                  <a:lnTo>
                    <a:pt x="9389176" y="1782103"/>
                  </a:lnTo>
                  <a:lnTo>
                    <a:pt x="9347647" y="1758232"/>
                  </a:lnTo>
                  <a:lnTo>
                    <a:pt x="9294968" y="1724432"/>
                  </a:lnTo>
                  <a:lnTo>
                    <a:pt x="9243772" y="1687729"/>
                  </a:lnTo>
                  <a:lnTo>
                    <a:pt x="9193587" y="1648068"/>
                  </a:lnTo>
                  <a:lnTo>
                    <a:pt x="9144047" y="1605461"/>
                  </a:lnTo>
                  <a:lnTo>
                    <a:pt x="9094875" y="1559996"/>
                  </a:lnTo>
                  <a:lnTo>
                    <a:pt x="9045872" y="1511843"/>
                  </a:lnTo>
                  <a:lnTo>
                    <a:pt x="8996899" y="1461255"/>
                  </a:lnTo>
                  <a:lnTo>
                    <a:pt x="8947878" y="1408569"/>
                  </a:lnTo>
                  <a:lnTo>
                    <a:pt x="8898773" y="1354196"/>
                  </a:lnTo>
                  <a:lnTo>
                    <a:pt x="8849586" y="1298613"/>
                  </a:lnTo>
                  <a:lnTo>
                    <a:pt x="8800346" y="1242344"/>
                  </a:lnTo>
                  <a:lnTo>
                    <a:pt x="8751095" y="1185943"/>
                  </a:lnTo>
                  <a:lnTo>
                    <a:pt x="8701879" y="1129966"/>
                  </a:lnTo>
                  <a:lnTo>
                    <a:pt x="8652733" y="1074955"/>
                  </a:lnTo>
                  <a:lnTo>
                    <a:pt x="8603674" y="1021411"/>
                  </a:lnTo>
                  <a:lnTo>
                    <a:pt x="8554685" y="969779"/>
                  </a:lnTo>
                  <a:lnTo>
                    <a:pt x="8505710" y="920431"/>
                  </a:lnTo>
                  <a:lnTo>
                    <a:pt x="8456639" y="873662"/>
                  </a:lnTo>
                  <a:lnTo>
                    <a:pt x="8407303" y="829681"/>
                  </a:lnTo>
                  <a:lnTo>
                    <a:pt x="8357465" y="788613"/>
                  </a:lnTo>
                  <a:lnTo>
                    <a:pt x="8306801" y="750507"/>
                  </a:lnTo>
                  <a:lnTo>
                    <a:pt x="8254894" y="715337"/>
                  </a:lnTo>
                  <a:lnTo>
                    <a:pt x="8229629" y="699624"/>
                  </a:lnTo>
                  <a:lnTo>
                    <a:pt x="8178007" y="670317"/>
                  </a:lnTo>
                  <a:lnTo>
                    <a:pt x="8123962" y="643540"/>
                  </a:lnTo>
                  <a:lnTo>
                    <a:pt x="8066819" y="619206"/>
                  </a:lnTo>
                  <a:lnTo>
                    <a:pt x="8005840" y="597141"/>
                  </a:lnTo>
                  <a:lnTo>
                    <a:pt x="7940256" y="577140"/>
                  </a:lnTo>
                  <a:lnTo>
                    <a:pt x="7869316" y="558988"/>
                  </a:lnTo>
                  <a:lnTo>
                    <a:pt x="7792332" y="542486"/>
                  </a:lnTo>
                  <a:lnTo>
                    <a:pt x="7708746" y="527457"/>
                  </a:lnTo>
                  <a:lnTo>
                    <a:pt x="7618222" y="513752"/>
                  </a:lnTo>
                  <a:lnTo>
                    <a:pt x="7520756" y="501260"/>
                  </a:lnTo>
                  <a:lnTo>
                    <a:pt x="7416815" y="489901"/>
                  </a:lnTo>
                  <a:lnTo>
                    <a:pt x="7307477" y="479631"/>
                  </a:lnTo>
                  <a:lnTo>
                    <a:pt x="7194558" y="470437"/>
                  </a:lnTo>
                  <a:lnTo>
                    <a:pt x="7080671" y="462329"/>
                  </a:lnTo>
                  <a:lnTo>
                    <a:pt x="6969166" y="455330"/>
                  </a:lnTo>
                  <a:lnTo>
                    <a:pt x="6863916" y="449459"/>
                  </a:lnTo>
                  <a:lnTo>
                    <a:pt x="6768908" y="444717"/>
                  </a:lnTo>
                  <a:lnTo>
                    <a:pt x="6687706" y="441068"/>
                  </a:lnTo>
                  <a:lnTo>
                    <a:pt x="6622872" y="438432"/>
                  </a:lnTo>
                  <a:lnTo>
                    <a:pt x="6575487" y="436680"/>
                  </a:lnTo>
                  <a:lnTo>
                    <a:pt x="6544900" y="435649"/>
                  </a:lnTo>
                  <a:lnTo>
                    <a:pt x="6528716" y="435150"/>
                  </a:lnTo>
                  <a:lnTo>
                    <a:pt x="6522980" y="434988"/>
                  </a:lnTo>
                  <a:lnTo>
                    <a:pt x="6522385" y="434972"/>
                  </a:lnTo>
                  <a:lnTo>
                    <a:pt x="5527445" y="434972"/>
                  </a:lnTo>
                  <a:lnTo>
                    <a:pt x="5526310" y="434964"/>
                  </a:lnTo>
                  <a:lnTo>
                    <a:pt x="5518821" y="434905"/>
                  </a:lnTo>
                  <a:lnTo>
                    <a:pt x="5499840" y="434741"/>
                  </a:lnTo>
                  <a:lnTo>
                    <a:pt x="5465655" y="434420"/>
                  </a:lnTo>
                  <a:lnTo>
                    <a:pt x="5414196" y="433888"/>
                  </a:lnTo>
                  <a:lnTo>
                    <a:pt x="5345191" y="433102"/>
                  </a:lnTo>
                  <a:lnTo>
                    <a:pt x="5260107" y="432030"/>
                  </a:lnTo>
                  <a:lnTo>
                    <a:pt x="5161828" y="430652"/>
                  </a:lnTo>
                  <a:lnTo>
                    <a:pt x="5054129" y="428960"/>
                  </a:lnTo>
                  <a:lnTo>
                    <a:pt x="4941082" y="426957"/>
                  </a:lnTo>
                  <a:lnTo>
                    <a:pt x="4826523" y="424649"/>
                  </a:lnTo>
                  <a:lnTo>
                    <a:pt x="4713687" y="422041"/>
                  </a:lnTo>
                  <a:lnTo>
                    <a:pt x="4605020" y="419134"/>
                  </a:lnTo>
                  <a:lnTo>
                    <a:pt x="4502165" y="415924"/>
                  </a:lnTo>
                  <a:lnTo>
                    <a:pt x="4406038" y="412395"/>
                  </a:lnTo>
                  <a:lnTo>
                    <a:pt x="4316968" y="408522"/>
                  </a:lnTo>
                  <a:lnTo>
                    <a:pt x="4234847" y="404272"/>
                  </a:lnTo>
                  <a:lnTo>
                    <a:pt x="4159257" y="399601"/>
                  </a:lnTo>
                  <a:lnTo>
                    <a:pt x="4089586" y="394458"/>
                  </a:lnTo>
                  <a:lnTo>
                    <a:pt x="4025109" y="388785"/>
                  </a:lnTo>
                  <a:lnTo>
                    <a:pt x="3965051" y="382523"/>
                  </a:lnTo>
                  <a:lnTo>
                    <a:pt x="3908638" y="375616"/>
                  </a:lnTo>
                  <a:lnTo>
                    <a:pt x="3855134" y="368021"/>
                  </a:lnTo>
                  <a:lnTo>
                    <a:pt x="3820202" y="362477"/>
                  </a:lnTo>
                  <a:lnTo>
                    <a:pt x="3759525" y="351716"/>
                  </a:lnTo>
                  <a:lnTo>
                    <a:pt x="3700723" y="339892"/>
                  </a:lnTo>
                  <a:lnTo>
                    <a:pt x="3643107" y="326987"/>
                  </a:lnTo>
                  <a:lnTo>
                    <a:pt x="3586169" y="313018"/>
                  </a:lnTo>
                  <a:lnTo>
                    <a:pt x="3529549" y="298041"/>
                  </a:lnTo>
                  <a:lnTo>
                    <a:pt x="3473008" y="282153"/>
                  </a:lnTo>
                  <a:lnTo>
                    <a:pt x="3416408" y="265488"/>
                  </a:lnTo>
                  <a:lnTo>
                    <a:pt x="3359696" y="248222"/>
                  </a:lnTo>
                  <a:lnTo>
                    <a:pt x="3302884" y="230559"/>
                  </a:lnTo>
                  <a:lnTo>
                    <a:pt x="3246021" y="212724"/>
                  </a:lnTo>
                  <a:lnTo>
                    <a:pt x="3189176" y="194951"/>
                  </a:lnTo>
                  <a:lnTo>
                    <a:pt x="3132413" y="177473"/>
                  </a:lnTo>
                  <a:lnTo>
                    <a:pt x="3075764" y="160505"/>
                  </a:lnTo>
                  <a:lnTo>
                    <a:pt x="3019207" y="144235"/>
                  </a:lnTo>
                  <a:lnTo>
                    <a:pt x="2962646" y="128818"/>
                  </a:lnTo>
                  <a:lnTo>
                    <a:pt x="2905894" y="114370"/>
                  </a:lnTo>
                  <a:lnTo>
                    <a:pt x="2848648" y="100964"/>
                  </a:lnTo>
                  <a:lnTo>
                    <a:pt x="2790472" y="88636"/>
                  </a:lnTo>
                  <a:lnTo>
                    <a:pt x="2730769" y="77384"/>
                  </a:lnTo>
                  <a:lnTo>
                    <a:pt x="2702183" y="72495"/>
                  </a:lnTo>
                  <a:lnTo>
                    <a:pt x="2650272" y="64425"/>
                  </a:lnTo>
                  <a:lnTo>
                    <a:pt x="2595906" y="57055"/>
                  </a:lnTo>
                  <a:lnTo>
                    <a:pt x="2538400" y="50361"/>
                  </a:lnTo>
                  <a:lnTo>
                    <a:pt x="2477003" y="44296"/>
                  </a:lnTo>
                  <a:lnTo>
                    <a:pt x="2410934" y="38800"/>
                  </a:lnTo>
                  <a:lnTo>
                    <a:pt x="2339429" y="33815"/>
                  </a:lnTo>
                  <a:lnTo>
                    <a:pt x="2261792" y="29285"/>
                  </a:lnTo>
                  <a:lnTo>
                    <a:pt x="2177464" y="25161"/>
                  </a:lnTo>
                  <a:lnTo>
                    <a:pt x="2086112" y="21403"/>
                  </a:lnTo>
                  <a:lnTo>
                    <a:pt x="1987754" y="17978"/>
                  </a:lnTo>
                  <a:lnTo>
                    <a:pt x="1882892" y="14867"/>
                  </a:lnTo>
                  <a:lnTo>
                    <a:pt x="1772663" y="12057"/>
                  </a:lnTo>
                  <a:lnTo>
                    <a:pt x="1658964" y="9545"/>
                  </a:lnTo>
                  <a:lnTo>
                    <a:pt x="1544505" y="7335"/>
                  </a:lnTo>
                  <a:lnTo>
                    <a:pt x="1432744" y="5432"/>
                  </a:lnTo>
                  <a:lnTo>
                    <a:pt x="1327640" y="3841"/>
                  </a:lnTo>
                  <a:lnTo>
                    <a:pt x="1233235" y="2563"/>
                  </a:lnTo>
                  <a:lnTo>
                    <a:pt x="1153080" y="1586"/>
                  </a:lnTo>
                  <a:lnTo>
                    <a:pt x="1089653" y="886"/>
                  </a:lnTo>
                  <a:lnTo>
                    <a:pt x="1043882" y="428"/>
                  </a:lnTo>
                  <a:lnTo>
                    <a:pt x="1014911" y="163"/>
                  </a:lnTo>
                  <a:lnTo>
                    <a:pt x="1000114" y="39"/>
                  </a:lnTo>
                  <a:lnTo>
                    <a:pt x="995299" y="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8" name="pg917"/>
            <p:cNvSpPr/>
            <p:nvPr/>
          </p:nvSpPr>
          <p:spPr>
            <a:xfrm>
              <a:off x="1199187" y="1802613"/>
              <a:ext cx="12049831" cy="3154861"/>
            </a:xfrm>
            <a:custGeom>
              <a:avLst/>
              <a:pathLst>
                <a:path w="12049831" h="3154861">
                  <a:moveTo>
                    <a:pt x="0" y="2693685"/>
                  </a:moveTo>
                  <a:lnTo>
                    <a:pt x="994940" y="2693685"/>
                  </a:lnTo>
                  <a:lnTo>
                    <a:pt x="996074" y="2693694"/>
                  </a:lnTo>
                  <a:lnTo>
                    <a:pt x="1003563" y="2693757"/>
                  </a:lnTo>
                  <a:lnTo>
                    <a:pt x="1022541" y="2693930"/>
                  </a:lnTo>
                  <a:lnTo>
                    <a:pt x="1056720" y="2694271"/>
                  </a:lnTo>
                  <a:lnTo>
                    <a:pt x="1108172" y="2694835"/>
                  </a:lnTo>
                  <a:lnTo>
                    <a:pt x="1177168" y="2695668"/>
                  </a:lnTo>
                  <a:lnTo>
                    <a:pt x="1262242" y="2696804"/>
                  </a:lnTo>
                  <a:lnTo>
                    <a:pt x="1360511" y="2698265"/>
                  </a:lnTo>
                  <a:lnTo>
                    <a:pt x="1468201" y="2700058"/>
                  </a:lnTo>
                  <a:lnTo>
                    <a:pt x="1581239" y="2702182"/>
                  </a:lnTo>
                  <a:lnTo>
                    <a:pt x="1695792" y="2704629"/>
                  </a:lnTo>
                  <a:lnTo>
                    <a:pt x="1808624" y="2707394"/>
                  </a:lnTo>
                  <a:lnTo>
                    <a:pt x="1917288" y="2710475"/>
                  </a:lnTo>
                  <a:lnTo>
                    <a:pt x="2020142" y="2713878"/>
                  </a:lnTo>
                  <a:lnTo>
                    <a:pt x="2116270" y="2717620"/>
                  </a:lnTo>
                  <a:lnTo>
                    <a:pt x="2205340" y="2721725"/>
                  </a:lnTo>
                  <a:lnTo>
                    <a:pt x="2287463" y="2726230"/>
                  </a:lnTo>
                  <a:lnTo>
                    <a:pt x="2363055" y="2731182"/>
                  </a:lnTo>
                  <a:lnTo>
                    <a:pt x="2432728" y="2736634"/>
                  </a:lnTo>
                  <a:lnTo>
                    <a:pt x="2497207" y="2742648"/>
                  </a:lnTo>
                  <a:lnTo>
                    <a:pt x="2557266" y="2749286"/>
                  </a:lnTo>
                  <a:lnTo>
                    <a:pt x="2613679" y="2756608"/>
                  </a:lnTo>
                  <a:lnTo>
                    <a:pt x="2667184" y="2764659"/>
                  </a:lnTo>
                  <a:lnTo>
                    <a:pt x="2702183" y="2770548"/>
                  </a:lnTo>
                  <a:lnTo>
                    <a:pt x="2762744" y="2781933"/>
                  </a:lnTo>
                  <a:lnTo>
                    <a:pt x="2821436" y="2794442"/>
                  </a:lnTo>
                  <a:lnTo>
                    <a:pt x="2878944" y="2808093"/>
                  </a:lnTo>
                  <a:lnTo>
                    <a:pt x="2935774" y="2822867"/>
                  </a:lnTo>
                  <a:lnTo>
                    <a:pt x="2992285" y="2838706"/>
                  </a:lnTo>
                  <a:lnTo>
                    <a:pt x="3048717" y="2855509"/>
                  </a:lnTo>
                  <a:lnTo>
                    <a:pt x="3105205" y="2873134"/>
                  </a:lnTo>
                  <a:lnTo>
                    <a:pt x="3161805" y="2891396"/>
                  </a:lnTo>
                  <a:lnTo>
                    <a:pt x="3218506" y="2910082"/>
                  </a:lnTo>
                  <a:lnTo>
                    <a:pt x="3275258" y="2928954"/>
                  </a:lnTo>
                  <a:lnTo>
                    <a:pt x="3331992" y="2947764"/>
                  </a:lnTo>
                  <a:lnTo>
                    <a:pt x="3388647" y="2966269"/>
                  </a:lnTo>
                  <a:lnTo>
                    <a:pt x="3445189" y="2984240"/>
                  </a:lnTo>
                  <a:lnTo>
                    <a:pt x="3501638" y="3001478"/>
                  </a:lnTo>
                  <a:lnTo>
                    <a:pt x="3558086" y="3017819"/>
                  </a:lnTo>
                  <a:lnTo>
                    <a:pt x="3614718" y="3033140"/>
                  </a:lnTo>
                  <a:lnTo>
                    <a:pt x="3671831" y="3047362"/>
                  </a:lnTo>
                  <a:lnTo>
                    <a:pt x="3729853" y="3060447"/>
                  </a:lnTo>
                  <a:lnTo>
                    <a:pt x="3789373" y="3072394"/>
                  </a:lnTo>
                  <a:lnTo>
                    <a:pt x="3820202" y="3077999"/>
                  </a:lnTo>
                  <a:lnTo>
                    <a:pt x="3872110" y="3086555"/>
                  </a:lnTo>
                  <a:lnTo>
                    <a:pt x="3926473" y="3094368"/>
                  </a:lnTo>
                  <a:lnTo>
                    <a:pt x="3983975" y="3101464"/>
                  </a:lnTo>
                  <a:lnTo>
                    <a:pt x="4045368" y="3107895"/>
                  </a:lnTo>
                  <a:lnTo>
                    <a:pt x="4111432" y="3113722"/>
                  </a:lnTo>
                  <a:lnTo>
                    <a:pt x="4182931" y="3119007"/>
                  </a:lnTo>
                  <a:lnTo>
                    <a:pt x="4260561" y="3123810"/>
                  </a:lnTo>
                  <a:lnTo>
                    <a:pt x="4344882" y="3128182"/>
                  </a:lnTo>
                  <a:lnTo>
                    <a:pt x="4436225" y="3132167"/>
                  </a:lnTo>
                  <a:lnTo>
                    <a:pt x="4534575" y="3135797"/>
                  </a:lnTo>
                  <a:lnTo>
                    <a:pt x="4639427" y="3139096"/>
                  </a:lnTo>
                  <a:lnTo>
                    <a:pt x="4749647" y="3142075"/>
                  </a:lnTo>
                  <a:lnTo>
                    <a:pt x="4863338" y="3144738"/>
                  </a:lnTo>
                  <a:lnTo>
                    <a:pt x="4977791" y="3147082"/>
                  </a:lnTo>
                  <a:lnTo>
                    <a:pt x="5089550" y="3149100"/>
                  </a:lnTo>
                  <a:lnTo>
                    <a:pt x="5194655" y="3150787"/>
                  </a:lnTo>
                  <a:lnTo>
                    <a:pt x="5289067" y="3152142"/>
                  </a:lnTo>
                  <a:lnTo>
                    <a:pt x="5369233" y="3153178"/>
                  </a:lnTo>
                  <a:lnTo>
                    <a:pt x="5432674" y="3153920"/>
                  </a:lnTo>
                  <a:lnTo>
                    <a:pt x="5478461" y="3154407"/>
                  </a:lnTo>
                  <a:lnTo>
                    <a:pt x="5507449" y="3154688"/>
                  </a:lnTo>
                  <a:lnTo>
                    <a:pt x="5522260" y="3154819"/>
                  </a:lnTo>
                  <a:lnTo>
                    <a:pt x="5527084" y="3154858"/>
                  </a:lnTo>
                  <a:lnTo>
                    <a:pt x="5527445" y="3154861"/>
                  </a:lnTo>
                  <a:lnTo>
                    <a:pt x="6522385" y="3154861"/>
                  </a:lnTo>
                  <a:lnTo>
                    <a:pt x="6523450" y="3154805"/>
                  </a:lnTo>
                  <a:lnTo>
                    <a:pt x="6530483" y="3154408"/>
                  </a:lnTo>
                  <a:lnTo>
                    <a:pt x="6548337" y="3153311"/>
                  </a:lnTo>
                  <a:lnTo>
                    <a:pt x="6580568" y="3151148"/>
                  </a:lnTo>
                  <a:lnTo>
                    <a:pt x="6629239" y="3147570"/>
                  </a:lnTo>
                  <a:lnTo>
                    <a:pt x="6694770" y="3142275"/>
                  </a:lnTo>
                  <a:lnTo>
                    <a:pt x="6775966" y="3135034"/>
                  </a:lnTo>
                  <a:lnTo>
                    <a:pt x="6870284" y="3125703"/>
                  </a:lnTo>
                  <a:lnTo>
                    <a:pt x="6974279" y="3114223"/>
                  </a:lnTo>
                  <a:lnTo>
                    <a:pt x="7084147" y="3100594"/>
                  </a:lnTo>
                  <a:lnTo>
                    <a:pt x="7196211" y="3084856"/>
                  </a:lnTo>
                  <a:lnTo>
                    <a:pt x="7307294" y="3067050"/>
                  </a:lnTo>
                  <a:lnTo>
                    <a:pt x="7414911" y="3047195"/>
                  </a:lnTo>
                  <a:lnTo>
                    <a:pt x="7517328" y="3025268"/>
                  </a:lnTo>
                  <a:lnTo>
                    <a:pt x="7613500" y="3001187"/>
                  </a:lnTo>
                  <a:lnTo>
                    <a:pt x="7702963" y="2974809"/>
                  </a:lnTo>
                  <a:lnTo>
                    <a:pt x="7785697" y="2945923"/>
                  </a:lnTo>
                  <a:lnTo>
                    <a:pt x="7862005" y="2914260"/>
                  </a:lnTo>
                  <a:lnTo>
                    <a:pt x="7932402" y="2879492"/>
                  </a:lnTo>
                  <a:lnTo>
                    <a:pt x="7997533" y="2841247"/>
                  </a:lnTo>
                  <a:lnTo>
                    <a:pt x="8058110" y="2799128"/>
                  </a:lnTo>
                  <a:lnTo>
                    <a:pt x="8114866" y="2752741"/>
                  </a:lnTo>
                  <a:lnTo>
                    <a:pt x="8168510" y="2701751"/>
                  </a:lnTo>
                  <a:lnTo>
                    <a:pt x="8219697" y="2645955"/>
                  </a:lnTo>
                  <a:lnTo>
                    <a:pt x="8229629" y="2634292"/>
                  </a:lnTo>
                  <a:lnTo>
                    <a:pt x="8272280" y="2581069"/>
                  </a:lnTo>
                  <a:lnTo>
                    <a:pt x="8313899" y="2524147"/>
                  </a:lnTo>
                  <a:lnTo>
                    <a:pt x="8354752" y="2463449"/>
                  </a:lnTo>
                  <a:lnTo>
                    <a:pt x="8395056" y="2398954"/>
                  </a:lnTo>
                  <a:lnTo>
                    <a:pt x="8434987" y="2330698"/>
                  </a:lnTo>
                  <a:lnTo>
                    <a:pt x="8474685" y="2258783"/>
                  </a:lnTo>
                  <a:lnTo>
                    <a:pt x="8514258" y="2183379"/>
                  </a:lnTo>
                  <a:lnTo>
                    <a:pt x="8553785" y="2104725"/>
                  </a:lnTo>
                  <a:lnTo>
                    <a:pt x="8593320" y="2023133"/>
                  </a:lnTo>
                  <a:lnTo>
                    <a:pt x="8632897" y="1938979"/>
                  </a:lnTo>
                  <a:lnTo>
                    <a:pt x="8672529" y="1852703"/>
                  </a:lnTo>
                  <a:lnTo>
                    <a:pt x="8712216" y="1764796"/>
                  </a:lnTo>
                  <a:lnTo>
                    <a:pt x="8751945" y="1675794"/>
                  </a:lnTo>
                  <a:lnTo>
                    <a:pt x="8791697" y="1586258"/>
                  </a:lnTo>
                  <a:lnTo>
                    <a:pt x="8831446" y="1496767"/>
                  </a:lnTo>
                  <a:lnTo>
                    <a:pt x="8871170" y="1407897"/>
                  </a:lnTo>
                  <a:lnTo>
                    <a:pt x="8910850" y="1320207"/>
                  </a:lnTo>
                  <a:lnTo>
                    <a:pt x="8950473" y="1234226"/>
                  </a:lnTo>
                  <a:lnTo>
                    <a:pt x="8990042" y="1150440"/>
                  </a:lnTo>
                  <a:lnTo>
                    <a:pt x="9029573" y="1069277"/>
                  </a:lnTo>
                  <a:lnTo>
                    <a:pt x="9069103" y="991105"/>
                  </a:lnTo>
                  <a:lnTo>
                    <a:pt x="9108689" y="916224"/>
                  </a:lnTo>
                  <a:lnTo>
                    <a:pt x="9148415" y="844862"/>
                  </a:lnTo>
                  <a:lnTo>
                    <a:pt x="9188394" y="777180"/>
                  </a:lnTo>
                  <a:lnTo>
                    <a:pt x="9228770" y="713268"/>
                  </a:lnTo>
                  <a:lnTo>
                    <a:pt x="9269726" y="653155"/>
                  </a:lnTo>
                  <a:lnTo>
                    <a:pt x="9311485" y="596808"/>
                  </a:lnTo>
                  <a:lnTo>
                    <a:pt x="9347647" y="552013"/>
                  </a:lnTo>
                  <a:lnTo>
                    <a:pt x="9398417" y="495257"/>
                  </a:lnTo>
                  <a:lnTo>
                    <a:pt x="9451523" y="443322"/>
                  </a:lnTo>
                  <a:lnTo>
                    <a:pt x="9507605" y="396044"/>
                  </a:lnTo>
                  <a:lnTo>
                    <a:pt x="9567365" y="353107"/>
                  </a:lnTo>
                  <a:lnTo>
                    <a:pt x="9631533" y="314124"/>
                  </a:lnTo>
                  <a:lnTo>
                    <a:pt x="9700829" y="278696"/>
                  </a:lnTo>
                  <a:lnTo>
                    <a:pt x="9775915" y="246443"/>
                  </a:lnTo>
                  <a:lnTo>
                    <a:pt x="9857340" y="217029"/>
                  </a:lnTo>
                  <a:lnTo>
                    <a:pt x="9945455" y="190171"/>
                  </a:lnTo>
                  <a:lnTo>
                    <a:pt x="10040315" y="165647"/>
                  </a:lnTo>
                  <a:lnTo>
                    <a:pt x="10141554" y="143300"/>
                  </a:lnTo>
                  <a:lnTo>
                    <a:pt x="10248253" y="123038"/>
                  </a:lnTo>
                  <a:lnTo>
                    <a:pt x="10358820" y="104824"/>
                  </a:lnTo>
                  <a:lnTo>
                    <a:pt x="10470922" y="88672"/>
                  </a:lnTo>
                  <a:lnTo>
                    <a:pt x="10581507" y="74620"/>
                  </a:lnTo>
                  <a:lnTo>
                    <a:pt x="10686975" y="62711"/>
                  </a:lnTo>
                  <a:lnTo>
                    <a:pt x="10783510" y="52956"/>
                  </a:lnTo>
                  <a:lnTo>
                    <a:pt x="10867553" y="45308"/>
                  </a:lnTo>
                  <a:lnTo>
                    <a:pt x="10936340" y="39642"/>
                  </a:lnTo>
                  <a:lnTo>
                    <a:pt x="10988382" y="35745"/>
                  </a:lnTo>
                  <a:lnTo>
                    <a:pt x="11023767" y="33327"/>
                  </a:lnTo>
                  <a:lnTo>
                    <a:pt x="11044240" y="32047"/>
                  </a:lnTo>
                  <a:lnTo>
                    <a:pt x="11053076" y="31540"/>
                  </a:lnTo>
                  <a:lnTo>
                    <a:pt x="11054891" y="31443"/>
                  </a:lnTo>
                  <a:lnTo>
                    <a:pt x="12049831" y="31443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7" y="55"/>
                  </a:lnTo>
                  <a:lnTo>
                    <a:pt x="11046794" y="453"/>
                  </a:lnTo>
                  <a:lnTo>
                    <a:pt x="11028940" y="1550"/>
                  </a:lnTo>
                  <a:lnTo>
                    <a:pt x="10996709" y="3713"/>
                  </a:lnTo>
                  <a:lnTo>
                    <a:pt x="10948038" y="7291"/>
                  </a:lnTo>
                  <a:lnTo>
                    <a:pt x="10882507" y="12586"/>
                  </a:lnTo>
                  <a:lnTo>
                    <a:pt x="10801310" y="19827"/>
                  </a:lnTo>
                  <a:lnTo>
                    <a:pt x="10706993" y="29157"/>
                  </a:lnTo>
                  <a:lnTo>
                    <a:pt x="10602997" y="40638"/>
                  </a:lnTo>
                  <a:lnTo>
                    <a:pt x="10493130" y="54267"/>
                  </a:lnTo>
                  <a:lnTo>
                    <a:pt x="10381065" y="70005"/>
                  </a:lnTo>
                  <a:lnTo>
                    <a:pt x="10269983" y="87811"/>
                  </a:lnTo>
                  <a:lnTo>
                    <a:pt x="10162365" y="107665"/>
                  </a:lnTo>
                  <a:lnTo>
                    <a:pt x="10059948" y="129592"/>
                  </a:lnTo>
                  <a:lnTo>
                    <a:pt x="9963776" y="153673"/>
                  </a:lnTo>
                  <a:lnTo>
                    <a:pt x="9874313" y="180052"/>
                  </a:lnTo>
                  <a:lnTo>
                    <a:pt x="9791579" y="208938"/>
                  </a:lnTo>
                  <a:lnTo>
                    <a:pt x="9715271" y="240601"/>
                  </a:lnTo>
                  <a:lnTo>
                    <a:pt x="9644875" y="275369"/>
                  </a:lnTo>
                  <a:lnTo>
                    <a:pt x="9579744" y="313613"/>
                  </a:lnTo>
                  <a:lnTo>
                    <a:pt x="9519166" y="355733"/>
                  </a:lnTo>
                  <a:lnTo>
                    <a:pt x="9462411" y="402119"/>
                  </a:lnTo>
                  <a:lnTo>
                    <a:pt x="9408767" y="453109"/>
                  </a:lnTo>
                  <a:lnTo>
                    <a:pt x="9357579" y="508906"/>
                  </a:lnTo>
                  <a:lnTo>
                    <a:pt x="9347647" y="520569"/>
                  </a:lnTo>
                  <a:lnTo>
                    <a:pt x="9304996" y="573792"/>
                  </a:lnTo>
                  <a:lnTo>
                    <a:pt x="9263378" y="630714"/>
                  </a:lnTo>
                  <a:lnTo>
                    <a:pt x="9222525" y="691412"/>
                  </a:lnTo>
                  <a:lnTo>
                    <a:pt x="9182221" y="755907"/>
                  </a:lnTo>
                  <a:lnTo>
                    <a:pt x="9142289" y="824163"/>
                  </a:lnTo>
                  <a:lnTo>
                    <a:pt x="9102591" y="896078"/>
                  </a:lnTo>
                  <a:lnTo>
                    <a:pt x="9063018" y="971482"/>
                  </a:lnTo>
                  <a:lnTo>
                    <a:pt x="9023492" y="1050135"/>
                  </a:lnTo>
                  <a:lnTo>
                    <a:pt x="8983957" y="1131728"/>
                  </a:lnTo>
                  <a:lnTo>
                    <a:pt x="8944380" y="1215881"/>
                  </a:lnTo>
                  <a:lnTo>
                    <a:pt x="8904748" y="1302158"/>
                  </a:lnTo>
                  <a:lnTo>
                    <a:pt x="8865061" y="1390064"/>
                  </a:lnTo>
                  <a:lnTo>
                    <a:pt x="8825331" y="1479067"/>
                  </a:lnTo>
                  <a:lnTo>
                    <a:pt x="8785580" y="1568603"/>
                  </a:lnTo>
                  <a:lnTo>
                    <a:pt x="8745830" y="1658094"/>
                  </a:lnTo>
                  <a:lnTo>
                    <a:pt x="8706106" y="1746964"/>
                  </a:lnTo>
                  <a:lnTo>
                    <a:pt x="8666427" y="1834654"/>
                  </a:lnTo>
                  <a:lnTo>
                    <a:pt x="8626803" y="1920634"/>
                  </a:lnTo>
                  <a:lnTo>
                    <a:pt x="8587234" y="2004421"/>
                  </a:lnTo>
                  <a:lnTo>
                    <a:pt x="8547703" y="2085584"/>
                  </a:lnTo>
                  <a:lnTo>
                    <a:pt x="8508174" y="2163756"/>
                  </a:lnTo>
                  <a:lnTo>
                    <a:pt x="8468588" y="2238637"/>
                  </a:lnTo>
                  <a:lnTo>
                    <a:pt x="8428861" y="2309998"/>
                  </a:lnTo>
                  <a:lnTo>
                    <a:pt x="8388882" y="2377681"/>
                  </a:lnTo>
                  <a:lnTo>
                    <a:pt x="8348506" y="2441592"/>
                  </a:lnTo>
                  <a:lnTo>
                    <a:pt x="8307551" y="2501706"/>
                  </a:lnTo>
                  <a:lnTo>
                    <a:pt x="8265792" y="2558053"/>
                  </a:lnTo>
                  <a:lnTo>
                    <a:pt x="8229629" y="2602848"/>
                  </a:lnTo>
                  <a:lnTo>
                    <a:pt x="8178859" y="2659604"/>
                  </a:lnTo>
                  <a:lnTo>
                    <a:pt x="8125753" y="2711539"/>
                  </a:lnTo>
                  <a:lnTo>
                    <a:pt x="8069672" y="2758817"/>
                  </a:lnTo>
                  <a:lnTo>
                    <a:pt x="8009912" y="2801754"/>
                  </a:lnTo>
                  <a:lnTo>
                    <a:pt x="7945743" y="2840737"/>
                  </a:lnTo>
                  <a:lnTo>
                    <a:pt x="7876448" y="2876165"/>
                  </a:lnTo>
                  <a:lnTo>
                    <a:pt x="7801361" y="2908417"/>
                  </a:lnTo>
                  <a:lnTo>
                    <a:pt x="7719936" y="2937831"/>
                  </a:lnTo>
                  <a:lnTo>
                    <a:pt x="7631821" y="2964690"/>
                  </a:lnTo>
                  <a:lnTo>
                    <a:pt x="7536961" y="2989214"/>
                  </a:lnTo>
                  <a:lnTo>
                    <a:pt x="7435723" y="3011561"/>
                  </a:lnTo>
                  <a:lnTo>
                    <a:pt x="7329024" y="3031823"/>
                  </a:lnTo>
                  <a:lnTo>
                    <a:pt x="7218456" y="3050037"/>
                  </a:lnTo>
                  <a:lnTo>
                    <a:pt x="7106354" y="3066189"/>
                  </a:lnTo>
                  <a:lnTo>
                    <a:pt x="6995769" y="3080240"/>
                  </a:lnTo>
                  <a:lnTo>
                    <a:pt x="6890301" y="3092150"/>
                  </a:lnTo>
                  <a:lnTo>
                    <a:pt x="6793766" y="3101905"/>
                  </a:lnTo>
                  <a:lnTo>
                    <a:pt x="6709724" y="3109553"/>
                  </a:lnTo>
                  <a:lnTo>
                    <a:pt x="6640936" y="3115219"/>
                  </a:lnTo>
                  <a:lnTo>
                    <a:pt x="6588895" y="3119116"/>
                  </a:lnTo>
                  <a:lnTo>
                    <a:pt x="6553509" y="3121534"/>
                  </a:lnTo>
                  <a:lnTo>
                    <a:pt x="6533037" y="3122814"/>
                  </a:lnTo>
                  <a:lnTo>
                    <a:pt x="6524201" y="3123321"/>
                  </a:lnTo>
                  <a:lnTo>
                    <a:pt x="6522385" y="3123417"/>
                  </a:lnTo>
                  <a:lnTo>
                    <a:pt x="5527445" y="3123417"/>
                  </a:lnTo>
                  <a:lnTo>
                    <a:pt x="5526311" y="3123409"/>
                  </a:lnTo>
                  <a:lnTo>
                    <a:pt x="5518822" y="3123346"/>
                  </a:lnTo>
                  <a:lnTo>
                    <a:pt x="5499844" y="3123173"/>
                  </a:lnTo>
                  <a:lnTo>
                    <a:pt x="5465665" y="3122832"/>
                  </a:lnTo>
                  <a:lnTo>
                    <a:pt x="5414213" y="3122268"/>
                  </a:lnTo>
                  <a:lnTo>
                    <a:pt x="5345217" y="3121435"/>
                  </a:lnTo>
                  <a:lnTo>
                    <a:pt x="5260143" y="3120299"/>
                  </a:lnTo>
                  <a:lnTo>
                    <a:pt x="5161874" y="3118838"/>
                  </a:lnTo>
                  <a:lnTo>
                    <a:pt x="5054184" y="3117044"/>
                  </a:lnTo>
                  <a:lnTo>
                    <a:pt x="4941146" y="3114921"/>
                  </a:lnTo>
                  <a:lnTo>
                    <a:pt x="4826593" y="3112474"/>
                  </a:lnTo>
                  <a:lnTo>
                    <a:pt x="4713761" y="3109709"/>
                  </a:lnTo>
                  <a:lnTo>
                    <a:pt x="4605097" y="3106628"/>
                  </a:lnTo>
                  <a:lnTo>
                    <a:pt x="4502243" y="3103225"/>
                  </a:lnTo>
                  <a:lnTo>
                    <a:pt x="4406115" y="3099483"/>
                  </a:lnTo>
                  <a:lnTo>
                    <a:pt x="4317045" y="3095378"/>
                  </a:lnTo>
                  <a:lnTo>
                    <a:pt x="4234922" y="3090873"/>
                  </a:lnTo>
                  <a:lnTo>
                    <a:pt x="4159330" y="3085921"/>
                  </a:lnTo>
                  <a:lnTo>
                    <a:pt x="4089657" y="3080469"/>
                  </a:lnTo>
                  <a:lnTo>
                    <a:pt x="4025178" y="3074455"/>
                  </a:lnTo>
                  <a:lnTo>
                    <a:pt x="3965119" y="3067817"/>
                  </a:lnTo>
                  <a:lnTo>
                    <a:pt x="3908706" y="3060495"/>
                  </a:lnTo>
                  <a:lnTo>
                    <a:pt x="3855201" y="3052444"/>
                  </a:lnTo>
                  <a:lnTo>
                    <a:pt x="3820202" y="3046555"/>
                  </a:lnTo>
                  <a:lnTo>
                    <a:pt x="3759641" y="3035170"/>
                  </a:lnTo>
                  <a:lnTo>
                    <a:pt x="3700949" y="3022661"/>
                  </a:lnTo>
                  <a:lnTo>
                    <a:pt x="3643441" y="3009010"/>
                  </a:lnTo>
                  <a:lnTo>
                    <a:pt x="3586611" y="2994236"/>
                  </a:lnTo>
                  <a:lnTo>
                    <a:pt x="3530100" y="2978397"/>
                  </a:lnTo>
                  <a:lnTo>
                    <a:pt x="3473668" y="2961594"/>
                  </a:lnTo>
                  <a:lnTo>
                    <a:pt x="3417179" y="2943969"/>
                  </a:lnTo>
                  <a:lnTo>
                    <a:pt x="3360580" y="2925707"/>
                  </a:lnTo>
                  <a:lnTo>
                    <a:pt x="3303879" y="2907021"/>
                  </a:lnTo>
                  <a:lnTo>
                    <a:pt x="3247127" y="2888149"/>
                  </a:lnTo>
                  <a:lnTo>
                    <a:pt x="3190393" y="2869339"/>
                  </a:lnTo>
                  <a:lnTo>
                    <a:pt x="3133738" y="2850834"/>
                  </a:lnTo>
                  <a:lnTo>
                    <a:pt x="3077196" y="2832863"/>
                  </a:lnTo>
                  <a:lnTo>
                    <a:pt x="3020747" y="2815625"/>
                  </a:lnTo>
                  <a:lnTo>
                    <a:pt x="2964299" y="2799284"/>
                  </a:lnTo>
                  <a:lnTo>
                    <a:pt x="2907667" y="2783963"/>
                  </a:lnTo>
                  <a:lnTo>
                    <a:pt x="2850554" y="2769741"/>
                  </a:lnTo>
                  <a:lnTo>
                    <a:pt x="2792532" y="2756656"/>
                  </a:lnTo>
                  <a:lnTo>
                    <a:pt x="2733012" y="2744709"/>
                  </a:lnTo>
                  <a:lnTo>
                    <a:pt x="2702183" y="2739104"/>
                  </a:lnTo>
                  <a:lnTo>
                    <a:pt x="2650275" y="2730548"/>
                  </a:lnTo>
                  <a:lnTo>
                    <a:pt x="2595912" y="2722735"/>
                  </a:lnTo>
                  <a:lnTo>
                    <a:pt x="2538410" y="2715639"/>
                  </a:lnTo>
                  <a:lnTo>
                    <a:pt x="2477017" y="2709208"/>
                  </a:lnTo>
                  <a:lnTo>
                    <a:pt x="2410953" y="2703381"/>
                  </a:lnTo>
                  <a:lnTo>
                    <a:pt x="2339454" y="2698096"/>
                  </a:lnTo>
                  <a:lnTo>
                    <a:pt x="2261824" y="2693293"/>
                  </a:lnTo>
                  <a:lnTo>
                    <a:pt x="2177503" y="2688921"/>
                  </a:lnTo>
                  <a:lnTo>
                    <a:pt x="2086160" y="2684936"/>
                  </a:lnTo>
                  <a:lnTo>
                    <a:pt x="1987810" y="2681306"/>
                  </a:lnTo>
                  <a:lnTo>
                    <a:pt x="1882958" y="2678007"/>
                  </a:lnTo>
                  <a:lnTo>
                    <a:pt x="1772738" y="2675028"/>
                  </a:lnTo>
                  <a:lnTo>
                    <a:pt x="1659047" y="2672364"/>
                  </a:lnTo>
                  <a:lnTo>
                    <a:pt x="1544594" y="2670020"/>
                  </a:lnTo>
                  <a:lnTo>
                    <a:pt x="1432835" y="2668002"/>
                  </a:lnTo>
                  <a:lnTo>
                    <a:pt x="1327730" y="2666316"/>
                  </a:lnTo>
                  <a:lnTo>
                    <a:pt x="1233318" y="2664961"/>
                  </a:lnTo>
                  <a:lnTo>
                    <a:pt x="1153152" y="2663925"/>
                  </a:lnTo>
                  <a:lnTo>
                    <a:pt x="1089711" y="2663183"/>
                  </a:lnTo>
                  <a:lnTo>
                    <a:pt x="1043924" y="2662696"/>
                  </a:lnTo>
                  <a:lnTo>
                    <a:pt x="1014936" y="2662415"/>
                  </a:lnTo>
                  <a:lnTo>
                    <a:pt x="1000125" y="2662284"/>
                  </a:lnTo>
                  <a:lnTo>
                    <a:pt x="995301" y="2662244"/>
                  </a:lnTo>
                  <a:lnTo>
                    <a:pt x="994940" y="2662242"/>
                  </a:lnTo>
                  <a:lnTo>
                    <a:pt x="0" y="2662242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19" name="pl918"/>
            <p:cNvSpPr/>
            <p:nvPr/>
          </p:nvSpPr>
          <p:spPr>
            <a:xfrm>
              <a:off x="1199187" y="1834057"/>
              <a:ext cx="12049831" cy="3123417"/>
            </a:xfrm>
            <a:custGeom>
              <a:avLst/>
              <a:pathLst>
                <a:path w="12049831" h="3123417">
                  <a:moveTo>
                    <a:pt x="0" y="2662242"/>
                  </a:moveTo>
                  <a:lnTo>
                    <a:pt x="994940" y="2662242"/>
                  </a:lnTo>
                  <a:lnTo>
                    <a:pt x="996074" y="2662250"/>
                  </a:lnTo>
                  <a:lnTo>
                    <a:pt x="1003563" y="2662313"/>
                  </a:lnTo>
                  <a:lnTo>
                    <a:pt x="1022541" y="2662486"/>
                  </a:lnTo>
                  <a:lnTo>
                    <a:pt x="1056720" y="2662827"/>
                  </a:lnTo>
                  <a:lnTo>
                    <a:pt x="1108172" y="2663391"/>
                  </a:lnTo>
                  <a:lnTo>
                    <a:pt x="1177168" y="2664224"/>
                  </a:lnTo>
                  <a:lnTo>
                    <a:pt x="1262242" y="2665360"/>
                  </a:lnTo>
                  <a:lnTo>
                    <a:pt x="1360511" y="2666821"/>
                  </a:lnTo>
                  <a:lnTo>
                    <a:pt x="1468201" y="2668615"/>
                  </a:lnTo>
                  <a:lnTo>
                    <a:pt x="1581239" y="2670738"/>
                  </a:lnTo>
                  <a:lnTo>
                    <a:pt x="1695792" y="2673185"/>
                  </a:lnTo>
                  <a:lnTo>
                    <a:pt x="1808624" y="2675950"/>
                  </a:lnTo>
                  <a:lnTo>
                    <a:pt x="1917288" y="2679031"/>
                  </a:lnTo>
                  <a:lnTo>
                    <a:pt x="2020142" y="2682434"/>
                  </a:lnTo>
                  <a:lnTo>
                    <a:pt x="2116270" y="2686176"/>
                  </a:lnTo>
                  <a:lnTo>
                    <a:pt x="2205340" y="2690281"/>
                  </a:lnTo>
                  <a:lnTo>
                    <a:pt x="2287463" y="2694786"/>
                  </a:lnTo>
                  <a:lnTo>
                    <a:pt x="2363055" y="2699738"/>
                  </a:lnTo>
                  <a:lnTo>
                    <a:pt x="2432728" y="2705190"/>
                  </a:lnTo>
                  <a:lnTo>
                    <a:pt x="2497207" y="2711204"/>
                  </a:lnTo>
                  <a:lnTo>
                    <a:pt x="2557266" y="2717843"/>
                  </a:lnTo>
                  <a:lnTo>
                    <a:pt x="2613679" y="2725164"/>
                  </a:lnTo>
                  <a:lnTo>
                    <a:pt x="2667184" y="2733215"/>
                  </a:lnTo>
                  <a:lnTo>
                    <a:pt x="2702183" y="2739104"/>
                  </a:lnTo>
                  <a:lnTo>
                    <a:pt x="2762744" y="2750489"/>
                  </a:lnTo>
                  <a:lnTo>
                    <a:pt x="2821436" y="2762998"/>
                  </a:lnTo>
                  <a:lnTo>
                    <a:pt x="2878944" y="2776649"/>
                  </a:lnTo>
                  <a:lnTo>
                    <a:pt x="2935774" y="2791423"/>
                  </a:lnTo>
                  <a:lnTo>
                    <a:pt x="2992285" y="2807262"/>
                  </a:lnTo>
                  <a:lnTo>
                    <a:pt x="3048717" y="2824065"/>
                  </a:lnTo>
                  <a:lnTo>
                    <a:pt x="3105205" y="2841690"/>
                  </a:lnTo>
                  <a:lnTo>
                    <a:pt x="3161805" y="2859952"/>
                  </a:lnTo>
                  <a:lnTo>
                    <a:pt x="3218506" y="2878638"/>
                  </a:lnTo>
                  <a:lnTo>
                    <a:pt x="3275258" y="2897510"/>
                  </a:lnTo>
                  <a:lnTo>
                    <a:pt x="3331992" y="2916320"/>
                  </a:lnTo>
                  <a:lnTo>
                    <a:pt x="3388647" y="2934825"/>
                  </a:lnTo>
                  <a:lnTo>
                    <a:pt x="3445189" y="2952796"/>
                  </a:lnTo>
                  <a:lnTo>
                    <a:pt x="3501638" y="2970034"/>
                  </a:lnTo>
                  <a:lnTo>
                    <a:pt x="3558086" y="2986375"/>
                  </a:lnTo>
                  <a:lnTo>
                    <a:pt x="3614718" y="3001696"/>
                  </a:lnTo>
                  <a:lnTo>
                    <a:pt x="3671831" y="3015918"/>
                  </a:lnTo>
                  <a:lnTo>
                    <a:pt x="3729853" y="3029003"/>
                  </a:lnTo>
                  <a:lnTo>
                    <a:pt x="3789373" y="3040951"/>
                  </a:lnTo>
                  <a:lnTo>
                    <a:pt x="3820202" y="3046555"/>
                  </a:lnTo>
                  <a:lnTo>
                    <a:pt x="3872110" y="3055111"/>
                  </a:lnTo>
                  <a:lnTo>
                    <a:pt x="3926473" y="3062924"/>
                  </a:lnTo>
                  <a:lnTo>
                    <a:pt x="3983975" y="3070020"/>
                  </a:lnTo>
                  <a:lnTo>
                    <a:pt x="4045368" y="3076452"/>
                  </a:lnTo>
                  <a:lnTo>
                    <a:pt x="4111432" y="3082278"/>
                  </a:lnTo>
                  <a:lnTo>
                    <a:pt x="4182931" y="3087563"/>
                  </a:lnTo>
                  <a:lnTo>
                    <a:pt x="4260561" y="3092366"/>
                  </a:lnTo>
                  <a:lnTo>
                    <a:pt x="4344882" y="3096738"/>
                  </a:lnTo>
                  <a:lnTo>
                    <a:pt x="4436225" y="3100723"/>
                  </a:lnTo>
                  <a:lnTo>
                    <a:pt x="4534575" y="3104354"/>
                  </a:lnTo>
                  <a:lnTo>
                    <a:pt x="4639427" y="3107652"/>
                  </a:lnTo>
                  <a:lnTo>
                    <a:pt x="4749647" y="3110631"/>
                  </a:lnTo>
                  <a:lnTo>
                    <a:pt x="4863338" y="3113295"/>
                  </a:lnTo>
                  <a:lnTo>
                    <a:pt x="4977791" y="3115639"/>
                  </a:lnTo>
                  <a:lnTo>
                    <a:pt x="5089550" y="3117657"/>
                  </a:lnTo>
                  <a:lnTo>
                    <a:pt x="5194655" y="3119343"/>
                  </a:lnTo>
                  <a:lnTo>
                    <a:pt x="5289067" y="3120698"/>
                  </a:lnTo>
                  <a:lnTo>
                    <a:pt x="5369233" y="3121734"/>
                  </a:lnTo>
                  <a:lnTo>
                    <a:pt x="5432674" y="3122476"/>
                  </a:lnTo>
                  <a:lnTo>
                    <a:pt x="5478461" y="3122963"/>
                  </a:lnTo>
                  <a:lnTo>
                    <a:pt x="5507449" y="3123244"/>
                  </a:lnTo>
                  <a:lnTo>
                    <a:pt x="5522260" y="3123375"/>
                  </a:lnTo>
                  <a:lnTo>
                    <a:pt x="5527084" y="3123415"/>
                  </a:lnTo>
                  <a:lnTo>
                    <a:pt x="5527445" y="3123417"/>
                  </a:lnTo>
                  <a:lnTo>
                    <a:pt x="6522385" y="3123417"/>
                  </a:lnTo>
                  <a:lnTo>
                    <a:pt x="6523450" y="3123362"/>
                  </a:lnTo>
                  <a:lnTo>
                    <a:pt x="6530483" y="3122964"/>
                  </a:lnTo>
                  <a:lnTo>
                    <a:pt x="6548337" y="3121867"/>
                  </a:lnTo>
                  <a:lnTo>
                    <a:pt x="6580568" y="3119704"/>
                  </a:lnTo>
                  <a:lnTo>
                    <a:pt x="6629239" y="3116126"/>
                  </a:lnTo>
                  <a:lnTo>
                    <a:pt x="6694770" y="3110831"/>
                  </a:lnTo>
                  <a:lnTo>
                    <a:pt x="6775966" y="3103590"/>
                  </a:lnTo>
                  <a:lnTo>
                    <a:pt x="6870284" y="3094260"/>
                  </a:lnTo>
                  <a:lnTo>
                    <a:pt x="6974279" y="3082779"/>
                  </a:lnTo>
                  <a:lnTo>
                    <a:pt x="7084147" y="3069150"/>
                  </a:lnTo>
                  <a:lnTo>
                    <a:pt x="7196211" y="3053412"/>
                  </a:lnTo>
                  <a:lnTo>
                    <a:pt x="7307294" y="3035606"/>
                  </a:lnTo>
                  <a:lnTo>
                    <a:pt x="7414911" y="3015752"/>
                  </a:lnTo>
                  <a:lnTo>
                    <a:pt x="7517328" y="2993825"/>
                  </a:lnTo>
                  <a:lnTo>
                    <a:pt x="7613500" y="2969744"/>
                  </a:lnTo>
                  <a:lnTo>
                    <a:pt x="7702963" y="2943365"/>
                  </a:lnTo>
                  <a:lnTo>
                    <a:pt x="7785697" y="2914479"/>
                  </a:lnTo>
                  <a:lnTo>
                    <a:pt x="7862005" y="2882816"/>
                  </a:lnTo>
                  <a:lnTo>
                    <a:pt x="7932402" y="2848048"/>
                  </a:lnTo>
                  <a:lnTo>
                    <a:pt x="7997533" y="2809803"/>
                  </a:lnTo>
                  <a:lnTo>
                    <a:pt x="8058110" y="2767684"/>
                  </a:lnTo>
                  <a:lnTo>
                    <a:pt x="8114866" y="2721298"/>
                  </a:lnTo>
                  <a:lnTo>
                    <a:pt x="8168510" y="2670307"/>
                  </a:lnTo>
                  <a:lnTo>
                    <a:pt x="8219697" y="2614511"/>
                  </a:lnTo>
                  <a:lnTo>
                    <a:pt x="8229629" y="2602848"/>
                  </a:lnTo>
                  <a:lnTo>
                    <a:pt x="8272280" y="2549625"/>
                  </a:lnTo>
                  <a:lnTo>
                    <a:pt x="8313899" y="2492703"/>
                  </a:lnTo>
                  <a:lnTo>
                    <a:pt x="8354752" y="2432005"/>
                  </a:lnTo>
                  <a:lnTo>
                    <a:pt x="8395056" y="2367510"/>
                  </a:lnTo>
                  <a:lnTo>
                    <a:pt x="8434987" y="2299254"/>
                  </a:lnTo>
                  <a:lnTo>
                    <a:pt x="8474685" y="2227339"/>
                  </a:lnTo>
                  <a:lnTo>
                    <a:pt x="8514258" y="2151935"/>
                  </a:lnTo>
                  <a:lnTo>
                    <a:pt x="8553785" y="2073282"/>
                  </a:lnTo>
                  <a:lnTo>
                    <a:pt x="8593320" y="1991689"/>
                  </a:lnTo>
                  <a:lnTo>
                    <a:pt x="8632897" y="1907536"/>
                  </a:lnTo>
                  <a:lnTo>
                    <a:pt x="8672529" y="1821259"/>
                  </a:lnTo>
                  <a:lnTo>
                    <a:pt x="8712216" y="1733352"/>
                  </a:lnTo>
                  <a:lnTo>
                    <a:pt x="8751945" y="1644350"/>
                  </a:lnTo>
                  <a:lnTo>
                    <a:pt x="8791697" y="1554814"/>
                  </a:lnTo>
                  <a:lnTo>
                    <a:pt x="8831446" y="1465323"/>
                  </a:lnTo>
                  <a:lnTo>
                    <a:pt x="8871170" y="1376453"/>
                  </a:lnTo>
                  <a:lnTo>
                    <a:pt x="8910850" y="1288763"/>
                  </a:lnTo>
                  <a:lnTo>
                    <a:pt x="8950473" y="1202783"/>
                  </a:lnTo>
                  <a:lnTo>
                    <a:pt x="8990042" y="1118996"/>
                  </a:lnTo>
                  <a:lnTo>
                    <a:pt x="9029573" y="1037833"/>
                  </a:lnTo>
                  <a:lnTo>
                    <a:pt x="9069103" y="959661"/>
                  </a:lnTo>
                  <a:lnTo>
                    <a:pt x="9108689" y="884780"/>
                  </a:lnTo>
                  <a:lnTo>
                    <a:pt x="9148415" y="813419"/>
                  </a:lnTo>
                  <a:lnTo>
                    <a:pt x="9188394" y="745736"/>
                  </a:lnTo>
                  <a:lnTo>
                    <a:pt x="9228770" y="681825"/>
                  </a:lnTo>
                  <a:lnTo>
                    <a:pt x="9269726" y="621711"/>
                  </a:lnTo>
                  <a:lnTo>
                    <a:pt x="9311485" y="565364"/>
                  </a:lnTo>
                  <a:lnTo>
                    <a:pt x="9347647" y="520569"/>
                  </a:lnTo>
                  <a:lnTo>
                    <a:pt x="9398417" y="463813"/>
                  </a:lnTo>
                  <a:lnTo>
                    <a:pt x="9451523" y="411878"/>
                  </a:lnTo>
                  <a:lnTo>
                    <a:pt x="9507605" y="364600"/>
                  </a:lnTo>
                  <a:lnTo>
                    <a:pt x="9567365" y="321663"/>
                  </a:lnTo>
                  <a:lnTo>
                    <a:pt x="9631533" y="282680"/>
                  </a:lnTo>
                  <a:lnTo>
                    <a:pt x="9700829" y="247252"/>
                  </a:lnTo>
                  <a:lnTo>
                    <a:pt x="9775915" y="215000"/>
                  </a:lnTo>
                  <a:lnTo>
                    <a:pt x="9857340" y="185586"/>
                  </a:lnTo>
                  <a:lnTo>
                    <a:pt x="9945455" y="158727"/>
                  </a:lnTo>
                  <a:lnTo>
                    <a:pt x="10040315" y="134203"/>
                  </a:lnTo>
                  <a:lnTo>
                    <a:pt x="10141554" y="111856"/>
                  </a:lnTo>
                  <a:lnTo>
                    <a:pt x="10248253" y="91594"/>
                  </a:lnTo>
                  <a:lnTo>
                    <a:pt x="10358820" y="73380"/>
                  </a:lnTo>
                  <a:lnTo>
                    <a:pt x="10470922" y="57228"/>
                  </a:lnTo>
                  <a:lnTo>
                    <a:pt x="10581507" y="43177"/>
                  </a:lnTo>
                  <a:lnTo>
                    <a:pt x="10686975" y="31267"/>
                  </a:lnTo>
                  <a:lnTo>
                    <a:pt x="10783510" y="21512"/>
                  </a:lnTo>
                  <a:lnTo>
                    <a:pt x="10867553" y="13864"/>
                  </a:lnTo>
                  <a:lnTo>
                    <a:pt x="10936340" y="8198"/>
                  </a:lnTo>
                  <a:lnTo>
                    <a:pt x="10988382" y="4301"/>
                  </a:lnTo>
                  <a:lnTo>
                    <a:pt x="11023767" y="1883"/>
                  </a:lnTo>
                  <a:lnTo>
                    <a:pt x="11044240" y="603"/>
                  </a:lnTo>
                  <a:lnTo>
                    <a:pt x="11053076" y="96"/>
                  </a:lnTo>
                  <a:lnTo>
                    <a:pt x="11054882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0" name="pl919"/>
            <p:cNvSpPr/>
            <p:nvPr/>
          </p:nvSpPr>
          <p:spPr>
            <a:xfrm>
              <a:off x="1199187" y="1802613"/>
              <a:ext cx="12049831" cy="3123417"/>
            </a:xfrm>
            <a:custGeom>
              <a:avLst/>
              <a:pathLst>
                <a:path w="12049831" h="3123417">
                  <a:moveTo>
                    <a:pt x="12049831" y="0"/>
                  </a:moveTo>
                  <a:lnTo>
                    <a:pt x="11054891" y="0"/>
                  </a:lnTo>
                  <a:lnTo>
                    <a:pt x="11053827" y="55"/>
                  </a:lnTo>
                  <a:lnTo>
                    <a:pt x="11046794" y="453"/>
                  </a:lnTo>
                  <a:lnTo>
                    <a:pt x="11028940" y="1550"/>
                  </a:lnTo>
                  <a:lnTo>
                    <a:pt x="10996709" y="3713"/>
                  </a:lnTo>
                  <a:lnTo>
                    <a:pt x="10948038" y="7291"/>
                  </a:lnTo>
                  <a:lnTo>
                    <a:pt x="10882507" y="12586"/>
                  </a:lnTo>
                  <a:lnTo>
                    <a:pt x="10801310" y="19827"/>
                  </a:lnTo>
                  <a:lnTo>
                    <a:pt x="10706993" y="29157"/>
                  </a:lnTo>
                  <a:lnTo>
                    <a:pt x="10602997" y="40638"/>
                  </a:lnTo>
                  <a:lnTo>
                    <a:pt x="10493130" y="54267"/>
                  </a:lnTo>
                  <a:lnTo>
                    <a:pt x="10381065" y="70005"/>
                  </a:lnTo>
                  <a:lnTo>
                    <a:pt x="10269983" y="87811"/>
                  </a:lnTo>
                  <a:lnTo>
                    <a:pt x="10162365" y="107665"/>
                  </a:lnTo>
                  <a:lnTo>
                    <a:pt x="10059948" y="129592"/>
                  </a:lnTo>
                  <a:lnTo>
                    <a:pt x="9963776" y="153673"/>
                  </a:lnTo>
                  <a:lnTo>
                    <a:pt x="9874313" y="180052"/>
                  </a:lnTo>
                  <a:lnTo>
                    <a:pt x="9791579" y="208938"/>
                  </a:lnTo>
                  <a:lnTo>
                    <a:pt x="9715271" y="240601"/>
                  </a:lnTo>
                  <a:lnTo>
                    <a:pt x="9644875" y="275369"/>
                  </a:lnTo>
                  <a:lnTo>
                    <a:pt x="9579744" y="313613"/>
                  </a:lnTo>
                  <a:lnTo>
                    <a:pt x="9519166" y="355733"/>
                  </a:lnTo>
                  <a:lnTo>
                    <a:pt x="9462411" y="402119"/>
                  </a:lnTo>
                  <a:lnTo>
                    <a:pt x="9408767" y="453109"/>
                  </a:lnTo>
                  <a:lnTo>
                    <a:pt x="9357579" y="508906"/>
                  </a:lnTo>
                  <a:lnTo>
                    <a:pt x="9347647" y="520569"/>
                  </a:lnTo>
                  <a:lnTo>
                    <a:pt x="9304996" y="573792"/>
                  </a:lnTo>
                  <a:lnTo>
                    <a:pt x="9263378" y="630714"/>
                  </a:lnTo>
                  <a:lnTo>
                    <a:pt x="9222525" y="691412"/>
                  </a:lnTo>
                  <a:lnTo>
                    <a:pt x="9182221" y="755907"/>
                  </a:lnTo>
                  <a:lnTo>
                    <a:pt x="9142289" y="824163"/>
                  </a:lnTo>
                  <a:lnTo>
                    <a:pt x="9102591" y="896078"/>
                  </a:lnTo>
                  <a:lnTo>
                    <a:pt x="9063018" y="971482"/>
                  </a:lnTo>
                  <a:lnTo>
                    <a:pt x="9023492" y="1050135"/>
                  </a:lnTo>
                  <a:lnTo>
                    <a:pt x="8983957" y="1131728"/>
                  </a:lnTo>
                  <a:lnTo>
                    <a:pt x="8944380" y="1215881"/>
                  </a:lnTo>
                  <a:lnTo>
                    <a:pt x="8904748" y="1302158"/>
                  </a:lnTo>
                  <a:lnTo>
                    <a:pt x="8865061" y="1390064"/>
                  </a:lnTo>
                  <a:lnTo>
                    <a:pt x="8825331" y="1479067"/>
                  </a:lnTo>
                  <a:lnTo>
                    <a:pt x="8785580" y="1568603"/>
                  </a:lnTo>
                  <a:lnTo>
                    <a:pt x="8745830" y="1658094"/>
                  </a:lnTo>
                  <a:lnTo>
                    <a:pt x="8706106" y="1746964"/>
                  </a:lnTo>
                  <a:lnTo>
                    <a:pt x="8666427" y="1834654"/>
                  </a:lnTo>
                  <a:lnTo>
                    <a:pt x="8626803" y="1920634"/>
                  </a:lnTo>
                  <a:lnTo>
                    <a:pt x="8587234" y="2004421"/>
                  </a:lnTo>
                  <a:lnTo>
                    <a:pt x="8547703" y="2085584"/>
                  </a:lnTo>
                  <a:lnTo>
                    <a:pt x="8508174" y="2163756"/>
                  </a:lnTo>
                  <a:lnTo>
                    <a:pt x="8468588" y="2238637"/>
                  </a:lnTo>
                  <a:lnTo>
                    <a:pt x="8428861" y="2309998"/>
                  </a:lnTo>
                  <a:lnTo>
                    <a:pt x="8388882" y="2377681"/>
                  </a:lnTo>
                  <a:lnTo>
                    <a:pt x="8348506" y="2441592"/>
                  </a:lnTo>
                  <a:lnTo>
                    <a:pt x="8307551" y="2501706"/>
                  </a:lnTo>
                  <a:lnTo>
                    <a:pt x="8265792" y="2558053"/>
                  </a:lnTo>
                  <a:lnTo>
                    <a:pt x="8229629" y="2602848"/>
                  </a:lnTo>
                  <a:lnTo>
                    <a:pt x="8178859" y="2659604"/>
                  </a:lnTo>
                  <a:lnTo>
                    <a:pt x="8125753" y="2711539"/>
                  </a:lnTo>
                  <a:lnTo>
                    <a:pt x="8069672" y="2758817"/>
                  </a:lnTo>
                  <a:lnTo>
                    <a:pt x="8009912" y="2801754"/>
                  </a:lnTo>
                  <a:lnTo>
                    <a:pt x="7945743" y="2840737"/>
                  </a:lnTo>
                  <a:lnTo>
                    <a:pt x="7876448" y="2876165"/>
                  </a:lnTo>
                  <a:lnTo>
                    <a:pt x="7801361" y="2908417"/>
                  </a:lnTo>
                  <a:lnTo>
                    <a:pt x="7719936" y="2937831"/>
                  </a:lnTo>
                  <a:lnTo>
                    <a:pt x="7631821" y="2964690"/>
                  </a:lnTo>
                  <a:lnTo>
                    <a:pt x="7536961" y="2989214"/>
                  </a:lnTo>
                  <a:lnTo>
                    <a:pt x="7435723" y="3011561"/>
                  </a:lnTo>
                  <a:lnTo>
                    <a:pt x="7329024" y="3031823"/>
                  </a:lnTo>
                  <a:lnTo>
                    <a:pt x="7218456" y="3050037"/>
                  </a:lnTo>
                  <a:lnTo>
                    <a:pt x="7106354" y="3066189"/>
                  </a:lnTo>
                  <a:lnTo>
                    <a:pt x="6995769" y="3080240"/>
                  </a:lnTo>
                  <a:lnTo>
                    <a:pt x="6890301" y="3092150"/>
                  </a:lnTo>
                  <a:lnTo>
                    <a:pt x="6793766" y="3101905"/>
                  </a:lnTo>
                  <a:lnTo>
                    <a:pt x="6709724" y="3109553"/>
                  </a:lnTo>
                  <a:lnTo>
                    <a:pt x="6640936" y="3115219"/>
                  </a:lnTo>
                  <a:lnTo>
                    <a:pt x="6588895" y="3119116"/>
                  </a:lnTo>
                  <a:lnTo>
                    <a:pt x="6553509" y="3121534"/>
                  </a:lnTo>
                  <a:lnTo>
                    <a:pt x="6533037" y="3122814"/>
                  </a:lnTo>
                  <a:lnTo>
                    <a:pt x="6524201" y="3123321"/>
                  </a:lnTo>
                  <a:lnTo>
                    <a:pt x="6522394" y="3123417"/>
                  </a:lnTo>
                  <a:lnTo>
                    <a:pt x="6522385" y="3123417"/>
                  </a:lnTo>
                  <a:lnTo>
                    <a:pt x="5527445" y="3123417"/>
                  </a:lnTo>
                  <a:lnTo>
                    <a:pt x="5526311" y="3123409"/>
                  </a:lnTo>
                  <a:lnTo>
                    <a:pt x="5518822" y="3123346"/>
                  </a:lnTo>
                  <a:lnTo>
                    <a:pt x="5499844" y="3123173"/>
                  </a:lnTo>
                  <a:lnTo>
                    <a:pt x="5465665" y="3122832"/>
                  </a:lnTo>
                  <a:lnTo>
                    <a:pt x="5414213" y="3122268"/>
                  </a:lnTo>
                  <a:lnTo>
                    <a:pt x="5345217" y="3121435"/>
                  </a:lnTo>
                  <a:lnTo>
                    <a:pt x="5260143" y="3120299"/>
                  </a:lnTo>
                  <a:lnTo>
                    <a:pt x="5161874" y="3118838"/>
                  </a:lnTo>
                  <a:lnTo>
                    <a:pt x="5054184" y="3117044"/>
                  </a:lnTo>
                  <a:lnTo>
                    <a:pt x="4941146" y="3114921"/>
                  </a:lnTo>
                  <a:lnTo>
                    <a:pt x="4826593" y="3112474"/>
                  </a:lnTo>
                  <a:lnTo>
                    <a:pt x="4713761" y="3109709"/>
                  </a:lnTo>
                  <a:lnTo>
                    <a:pt x="4605097" y="3106628"/>
                  </a:lnTo>
                  <a:lnTo>
                    <a:pt x="4502243" y="3103225"/>
                  </a:lnTo>
                  <a:lnTo>
                    <a:pt x="4406115" y="3099483"/>
                  </a:lnTo>
                  <a:lnTo>
                    <a:pt x="4317045" y="3095378"/>
                  </a:lnTo>
                  <a:lnTo>
                    <a:pt x="4234922" y="3090873"/>
                  </a:lnTo>
                  <a:lnTo>
                    <a:pt x="4159330" y="3085921"/>
                  </a:lnTo>
                  <a:lnTo>
                    <a:pt x="4089657" y="3080469"/>
                  </a:lnTo>
                  <a:lnTo>
                    <a:pt x="4025178" y="3074455"/>
                  </a:lnTo>
                  <a:lnTo>
                    <a:pt x="3965119" y="3067817"/>
                  </a:lnTo>
                  <a:lnTo>
                    <a:pt x="3908706" y="3060495"/>
                  </a:lnTo>
                  <a:lnTo>
                    <a:pt x="3855201" y="3052444"/>
                  </a:lnTo>
                  <a:lnTo>
                    <a:pt x="3820202" y="3046555"/>
                  </a:lnTo>
                  <a:lnTo>
                    <a:pt x="3759641" y="3035170"/>
                  </a:lnTo>
                  <a:lnTo>
                    <a:pt x="3700949" y="3022661"/>
                  </a:lnTo>
                  <a:lnTo>
                    <a:pt x="3643441" y="3009010"/>
                  </a:lnTo>
                  <a:lnTo>
                    <a:pt x="3586611" y="2994236"/>
                  </a:lnTo>
                  <a:lnTo>
                    <a:pt x="3530100" y="2978397"/>
                  </a:lnTo>
                  <a:lnTo>
                    <a:pt x="3473668" y="2961594"/>
                  </a:lnTo>
                  <a:lnTo>
                    <a:pt x="3417179" y="2943969"/>
                  </a:lnTo>
                  <a:lnTo>
                    <a:pt x="3360580" y="2925707"/>
                  </a:lnTo>
                  <a:lnTo>
                    <a:pt x="3303879" y="2907021"/>
                  </a:lnTo>
                  <a:lnTo>
                    <a:pt x="3247127" y="2888149"/>
                  </a:lnTo>
                  <a:lnTo>
                    <a:pt x="3190393" y="2869339"/>
                  </a:lnTo>
                  <a:lnTo>
                    <a:pt x="3133738" y="2850834"/>
                  </a:lnTo>
                  <a:lnTo>
                    <a:pt x="3077196" y="2832863"/>
                  </a:lnTo>
                  <a:lnTo>
                    <a:pt x="3020747" y="2815625"/>
                  </a:lnTo>
                  <a:lnTo>
                    <a:pt x="2964299" y="2799284"/>
                  </a:lnTo>
                  <a:lnTo>
                    <a:pt x="2907667" y="2783963"/>
                  </a:lnTo>
                  <a:lnTo>
                    <a:pt x="2850554" y="2769741"/>
                  </a:lnTo>
                  <a:lnTo>
                    <a:pt x="2792532" y="2756656"/>
                  </a:lnTo>
                  <a:lnTo>
                    <a:pt x="2733012" y="2744709"/>
                  </a:lnTo>
                  <a:lnTo>
                    <a:pt x="2702183" y="2739104"/>
                  </a:lnTo>
                  <a:lnTo>
                    <a:pt x="2650275" y="2730548"/>
                  </a:lnTo>
                  <a:lnTo>
                    <a:pt x="2595912" y="2722735"/>
                  </a:lnTo>
                  <a:lnTo>
                    <a:pt x="2538410" y="2715639"/>
                  </a:lnTo>
                  <a:lnTo>
                    <a:pt x="2477017" y="2709208"/>
                  </a:lnTo>
                  <a:lnTo>
                    <a:pt x="2410953" y="2703381"/>
                  </a:lnTo>
                  <a:lnTo>
                    <a:pt x="2339454" y="2698096"/>
                  </a:lnTo>
                  <a:lnTo>
                    <a:pt x="2261824" y="2693293"/>
                  </a:lnTo>
                  <a:lnTo>
                    <a:pt x="2177503" y="2688921"/>
                  </a:lnTo>
                  <a:lnTo>
                    <a:pt x="2086160" y="2684936"/>
                  </a:lnTo>
                  <a:lnTo>
                    <a:pt x="1987810" y="2681306"/>
                  </a:lnTo>
                  <a:lnTo>
                    <a:pt x="1882958" y="2678007"/>
                  </a:lnTo>
                  <a:lnTo>
                    <a:pt x="1772738" y="2675028"/>
                  </a:lnTo>
                  <a:lnTo>
                    <a:pt x="1659047" y="2672364"/>
                  </a:lnTo>
                  <a:lnTo>
                    <a:pt x="1544594" y="2670020"/>
                  </a:lnTo>
                  <a:lnTo>
                    <a:pt x="1432835" y="2668002"/>
                  </a:lnTo>
                  <a:lnTo>
                    <a:pt x="1327730" y="2666316"/>
                  </a:lnTo>
                  <a:lnTo>
                    <a:pt x="1233318" y="2664961"/>
                  </a:lnTo>
                  <a:lnTo>
                    <a:pt x="1153152" y="2663925"/>
                  </a:lnTo>
                  <a:lnTo>
                    <a:pt x="1089711" y="2663183"/>
                  </a:lnTo>
                  <a:lnTo>
                    <a:pt x="1043924" y="2662696"/>
                  </a:lnTo>
                  <a:lnTo>
                    <a:pt x="1014936" y="2662415"/>
                  </a:lnTo>
                  <a:lnTo>
                    <a:pt x="1000125" y="2662284"/>
                  </a:lnTo>
                  <a:lnTo>
                    <a:pt x="995301" y="2662244"/>
                  </a:lnTo>
                  <a:lnTo>
                    <a:pt x="994940" y="2662242"/>
                  </a:lnTo>
                  <a:lnTo>
                    <a:pt x="0" y="2662242"/>
                  </a:lnTo>
                  <a:lnTo>
                    <a:pt x="0" y="26622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1" name="pg920"/>
            <p:cNvSpPr/>
            <p:nvPr/>
          </p:nvSpPr>
          <p:spPr>
            <a:xfrm>
              <a:off x="1199187" y="3123253"/>
              <a:ext cx="12049831" cy="1865665"/>
            </a:xfrm>
            <a:custGeom>
              <a:avLst/>
              <a:pathLst>
                <a:path w="12049831" h="1865665">
                  <a:moveTo>
                    <a:pt x="0" y="1378286"/>
                  </a:moveTo>
                  <a:lnTo>
                    <a:pt x="994940" y="1378286"/>
                  </a:lnTo>
                  <a:lnTo>
                    <a:pt x="996074" y="1378296"/>
                  </a:lnTo>
                  <a:lnTo>
                    <a:pt x="1003562" y="1378362"/>
                  </a:lnTo>
                  <a:lnTo>
                    <a:pt x="1022536" y="1378545"/>
                  </a:lnTo>
                  <a:lnTo>
                    <a:pt x="1056710" y="1378905"/>
                  </a:lnTo>
                  <a:lnTo>
                    <a:pt x="1108154" y="1379501"/>
                  </a:lnTo>
                  <a:lnTo>
                    <a:pt x="1177140" y="1380381"/>
                  </a:lnTo>
                  <a:lnTo>
                    <a:pt x="1262204" y="1381582"/>
                  </a:lnTo>
                  <a:lnTo>
                    <a:pt x="1360462" y="1383126"/>
                  </a:lnTo>
                  <a:lnTo>
                    <a:pt x="1468141" y="1385020"/>
                  </a:lnTo>
                  <a:lnTo>
                    <a:pt x="1581172" y="1387264"/>
                  </a:lnTo>
                  <a:lnTo>
                    <a:pt x="1695717" y="1389850"/>
                  </a:lnTo>
                  <a:lnTo>
                    <a:pt x="1808545" y="1392771"/>
                  </a:lnTo>
                  <a:lnTo>
                    <a:pt x="1917206" y="1396027"/>
                  </a:lnTo>
                  <a:lnTo>
                    <a:pt x="2020060" y="1399623"/>
                  </a:lnTo>
                  <a:lnTo>
                    <a:pt x="2116188" y="1403577"/>
                  </a:lnTo>
                  <a:lnTo>
                    <a:pt x="2205259" y="1407914"/>
                  </a:lnTo>
                  <a:lnTo>
                    <a:pt x="2287384" y="1412675"/>
                  </a:lnTo>
                  <a:lnTo>
                    <a:pt x="2362978" y="1417907"/>
                  </a:lnTo>
                  <a:lnTo>
                    <a:pt x="2432653" y="1423668"/>
                  </a:lnTo>
                  <a:lnTo>
                    <a:pt x="2497133" y="1430023"/>
                  </a:lnTo>
                  <a:lnTo>
                    <a:pt x="2557194" y="1437037"/>
                  </a:lnTo>
                  <a:lnTo>
                    <a:pt x="2613608" y="1444774"/>
                  </a:lnTo>
                  <a:lnTo>
                    <a:pt x="2667113" y="1453280"/>
                  </a:lnTo>
                  <a:lnTo>
                    <a:pt x="2702183" y="1459516"/>
                  </a:lnTo>
                  <a:lnTo>
                    <a:pt x="2762622" y="1471522"/>
                  </a:lnTo>
                  <a:lnTo>
                    <a:pt x="2821199" y="1484711"/>
                  </a:lnTo>
                  <a:lnTo>
                    <a:pt x="2878594" y="1499102"/>
                  </a:lnTo>
                  <a:lnTo>
                    <a:pt x="2935311" y="1514675"/>
                  </a:lnTo>
                  <a:lnTo>
                    <a:pt x="2991709" y="1531370"/>
                  </a:lnTo>
                  <a:lnTo>
                    <a:pt x="3048025" y="1549081"/>
                  </a:lnTo>
                  <a:lnTo>
                    <a:pt x="3104397" y="1567659"/>
                  </a:lnTo>
                  <a:lnTo>
                    <a:pt x="3160879" y="1586911"/>
                  </a:lnTo>
                  <a:lnTo>
                    <a:pt x="3217462" y="1606612"/>
                  </a:lnTo>
                  <a:lnTo>
                    <a:pt x="3274098" y="1626514"/>
                  </a:lnTo>
                  <a:lnTo>
                    <a:pt x="3330718" y="1646357"/>
                  </a:lnTo>
                  <a:lnTo>
                    <a:pt x="3387259" y="1665884"/>
                  </a:lnTo>
                  <a:lnTo>
                    <a:pt x="3443688" y="1684854"/>
                  </a:lnTo>
                  <a:lnTo>
                    <a:pt x="3500024" y="1703059"/>
                  </a:lnTo>
                  <a:lnTo>
                    <a:pt x="3556354" y="1720323"/>
                  </a:lnTo>
                  <a:lnTo>
                    <a:pt x="3612861" y="1736517"/>
                  </a:lnTo>
                  <a:lnTo>
                    <a:pt x="3669835" y="1751556"/>
                  </a:lnTo>
                  <a:lnTo>
                    <a:pt x="3727696" y="1765399"/>
                  </a:lnTo>
                  <a:lnTo>
                    <a:pt x="3787025" y="1778045"/>
                  </a:lnTo>
                  <a:lnTo>
                    <a:pt x="3820202" y="1784435"/>
                  </a:lnTo>
                  <a:lnTo>
                    <a:pt x="3872107" y="1793477"/>
                  </a:lnTo>
                  <a:lnTo>
                    <a:pt x="3926466" y="1801734"/>
                  </a:lnTo>
                  <a:lnTo>
                    <a:pt x="3983964" y="1809233"/>
                  </a:lnTo>
                  <a:lnTo>
                    <a:pt x="4045353" y="1816029"/>
                  </a:lnTo>
                  <a:lnTo>
                    <a:pt x="4111412" y="1822187"/>
                  </a:lnTo>
                  <a:lnTo>
                    <a:pt x="4182904" y="1827772"/>
                  </a:lnTo>
                  <a:lnTo>
                    <a:pt x="4260528" y="1832848"/>
                  </a:lnTo>
                  <a:lnTo>
                    <a:pt x="4344841" y="1837468"/>
                  </a:lnTo>
                  <a:lnTo>
                    <a:pt x="4436175" y="1841679"/>
                  </a:lnTo>
                  <a:lnTo>
                    <a:pt x="4534514" y="1845516"/>
                  </a:lnTo>
                  <a:lnTo>
                    <a:pt x="4639357" y="1849002"/>
                  </a:lnTo>
                  <a:lnTo>
                    <a:pt x="4749567" y="1852151"/>
                  </a:lnTo>
                  <a:lnTo>
                    <a:pt x="4863250" y="1854965"/>
                  </a:lnTo>
                  <a:lnTo>
                    <a:pt x="4977697" y="1857443"/>
                  </a:lnTo>
                  <a:lnTo>
                    <a:pt x="5089453" y="1859575"/>
                  </a:lnTo>
                  <a:lnTo>
                    <a:pt x="5194560" y="1861358"/>
                  </a:lnTo>
                  <a:lnTo>
                    <a:pt x="5288979" y="1862790"/>
                  </a:lnTo>
                  <a:lnTo>
                    <a:pt x="5369156" y="1863886"/>
                  </a:lnTo>
                  <a:lnTo>
                    <a:pt x="5432613" y="1864670"/>
                  </a:lnTo>
                  <a:lnTo>
                    <a:pt x="5478417" y="1865185"/>
                  </a:lnTo>
                  <a:lnTo>
                    <a:pt x="5507423" y="1865482"/>
                  </a:lnTo>
                  <a:lnTo>
                    <a:pt x="5522248" y="1865621"/>
                  </a:lnTo>
                  <a:lnTo>
                    <a:pt x="5527082" y="1865662"/>
                  </a:lnTo>
                  <a:lnTo>
                    <a:pt x="5527445" y="1865665"/>
                  </a:lnTo>
                  <a:lnTo>
                    <a:pt x="6522385" y="1865665"/>
                  </a:lnTo>
                  <a:lnTo>
                    <a:pt x="6523495" y="1865631"/>
                  </a:lnTo>
                  <a:lnTo>
                    <a:pt x="6530821" y="1865384"/>
                  </a:lnTo>
                  <a:lnTo>
                    <a:pt x="6549397" y="1864701"/>
                  </a:lnTo>
                  <a:lnTo>
                    <a:pt x="6582882" y="1863357"/>
                  </a:lnTo>
                  <a:lnTo>
                    <a:pt x="6633345" y="1861134"/>
                  </a:lnTo>
                  <a:lnTo>
                    <a:pt x="6701110" y="1857847"/>
                  </a:lnTo>
                  <a:lnTo>
                    <a:pt x="6784813" y="1853359"/>
                  </a:lnTo>
                  <a:lnTo>
                    <a:pt x="6881690" y="1847585"/>
                  </a:lnTo>
                  <a:lnTo>
                    <a:pt x="6988085" y="1840492"/>
                  </a:lnTo>
                  <a:lnTo>
                    <a:pt x="7100020" y="1832085"/>
                  </a:lnTo>
                  <a:lnTo>
                    <a:pt x="7213714" y="1822390"/>
                  </a:lnTo>
                  <a:lnTo>
                    <a:pt x="7325950" y="1811431"/>
                  </a:lnTo>
                  <a:lnTo>
                    <a:pt x="7434265" y="1799216"/>
                  </a:lnTo>
                  <a:lnTo>
                    <a:pt x="7536984" y="1785725"/>
                  </a:lnTo>
                  <a:lnTo>
                    <a:pt x="7633142" y="1770900"/>
                  </a:lnTo>
                  <a:lnTo>
                    <a:pt x="7722361" y="1754643"/>
                  </a:lnTo>
                  <a:lnTo>
                    <a:pt x="7804706" y="1736816"/>
                  </a:lnTo>
                  <a:lnTo>
                    <a:pt x="7880553" y="1717241"/>
                  </a:lnTo>
                  <a:lnTo>
                    <a:pt x="7950479" y="1695707"/>
                  </a:lnTo>
                  <a:lnTo>
                    <a:pt x="8015183" y="1671979"/>
                  </a:lnTo>
                  <a:lnTo>
                    <a:pt x="8075417" y="1645807"/>
                  </a:lnTo>
                  <a:lnTo>
                    <a:pt x="8131941" y="1616954"/>
                  </a:lnTo>
                  <a:lnTo>
                    <a:pt x="8185483" y="1585229"/>
                  </a:lnTo>
                  <a:lnTo>
                    <a:pt x="8229629" y="1555594"/>
                  </a:lnTo>
                  <a:lnTo>
                    <a:pt x="8280246" y="1517632"/>
                  </a:lnTo>
                  <a:lnTo>
                    <a:pt x="8329476" y="1476537"/>
                  </a:lnTo>
                  <a:lnTo>
                    <a:pt x="8377744" y="1432248"/>
                  </a:lnTo>
                  <a:lnTo>
                    <a:pt x="8425382" y="1384771"/>
                  </a:lnTo>
                  <a:lnTo>
                    <a:pt x="8472646" y="1334184"/>
                  </a:lnTo>
                  <a:lnTo>
                    <a:pt x="8519723" y="1280650"/>
                  </a:lnTo>
                  <a:lnTo>
                    <a:pt x="8566746" y="1224411"/>
                  </a:lnTo>
                  <a:lnTo>
                    <a:pt x="8613799" y="1165794"/>
                  </a:lnTo>
                  <a:lnTo>
                    <a:pt x="8660924" y="1105205"/>
                  </a:lnTo>
                  <a:lnTo>
                    <a:pt x="8708127" y="1043117"/>
                  </a:lnTo>
                  <a:lnTo>
                    <a:pt x="8755393" y="980059"/>
                  </a:lnTo>
                  <a:lnTo>
                    <a:pt x="8802686" y="916593"/>
                  </a:lnTo>
                  <a:lnTo>
                    <a:pt x="8849968" y="853300"/>
                  </a:lnTo>
                  <a:lnTo>
                    <a:pt x="8897200" y="790752"/>
                  </a:lnTo>
                  <a:lnTo>
                    <a:pt x="8944357" y="729494"/>
                  </a:lnTo>
                  <a:lnTo>
                    <a:pt x="8991436" y="670024"/>
                  </a:lnTo>
                  <a:lnTo>
                    <a:pt x="9038464" y="612776"/>
                  </a:lnTo>
                  <a:lnTo>
                    <a:pt x="9085507" y="558109"/>
                  </a:lnTo>
                  <a:lnTo>
                    <a:pt x="9132675" y="506302"/>
                  </a:lnTo>
                  <a:lnTo>
                    <a:pt x="9180134" y="457549"/>
                  </a:lnTo>
                  <a:lnTo>
                    <a:pt x="9228111" y="411961"/>
                  </a:lnTo>
                  <a:lnTo>
                    <a:pt x="9276905" y="369573"/>
                  </a:lnTo>
                  <a:lnTo>
                    <a:pt x="9326901" y="330350"/>
                  </a:lnTo>
                  <a:lnTo>
                    <a:pt x="9347647" y="315311"/>
                  </a:lnTo>
                  <a:lnTo>
                    <a:pt x="9399154" y="281045"/>
                  </a:lnTo>
                  <a:lnTo>
                    <a:pt x="9453073" y="249732"/>
                  </a:lnTo>
                  <a:lnTo>
                    <a:pt x="9510073" y="221268"/>
                  </a:lnTo>
                  <a:lnTo>
                    <a:pt x="9570888" y="195454"/>
                  </a:lnTo>
                  <a:lnTo>
                    <a:pt x="9636280" y="172049"/>
                  </a:lnTo>
                  <a:lnTo>
                    <a:pt x="9706997" y="150804"/>
                  </a:lnTo>
                  <a:lnTo>
                    <a:pt x="9783725" y="131487"/>
                  </a:lnTo>
                  <a:lnTo>
                    <a:pt x="9867018" y="113889"/>
                  </a:lnTo>
                  <a:lnTo>
                    <a:pt x="9957216" y="97841"/>
                  </a:lnTo>
                  <a:lnTo>
                    <a:pt x="10054330" y="83208"/>
                  </a:lnTo>
                  <a:lnTo>
                    <a:pt x="10157907" y="69898"/>
                  </a:lnTo>
                  <a:lnTo>
                    <a:pt x="10266891" y="57861"/>
                  </a:lnTo>
                  <a:lnTo>
                    <a:pt x="10379499" y="47078"/>
                  </a:lnTo>
                  <a:lnTo>
                    <a:pt x="10493155" y="37562"/>
                  </a:lnTo>
                  <a:lnTo>
                    <a:pt x="10604550" y="29338"/>
                  </a:lnTo>
                  <a:lnTo>
                    <a:pt x="10709848" y="22431"/>
                  </a:lnTo>
                  <a:lnTo>
                    <a:pt x="10805082" y="16840"/>
                  </a:lnTo>
                  <a:lnTo>
                    <a:pt x="10886687" y="12527"/>
                  </a:lnTo>
                  <a:lnTo>
                    <a:pt x="10952070" y="9399"/>
                  </a:lnTo>
                  <a:lnTo>
                    <a:pt x="11000089" y="7312"/>
                  </a:lnTo>
                  <a:lnTo>
                    <a:pt x="11031318" y="6073"/>
                  </a:lnTo>
                  <a:lnTo>
                    <a:pt x="11048061" y="5466"/>
                  </a:lnTo>
                  <a:lnTo>
                    <a:pt x="11054181" y="526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1" y="34"/>
                  </a:lnTo>
                  <a:lnTo>
                    <a:pt x="11046456" y="281"/>
                  </a:lnTo>
                  <a:lnTo>
                    <a:pt x="11027879" y="963"/>
                  </a:lnTo>
                  <a:lnTo>
                    <a:pt x="10994394" y="2308"/>
                  </a:lnTo>
                  <a:lnTo>
                    <a:pt x="10943932" y="4531"/>
                  </a:lnTo>
                  <a:lnTo>
                    <a:pt x="10876166" y="7817"/>
                  </a:lnTo>
                  <a:lnTo>
                    <a:pt x="10792464" y="12306"/>
                  </a:lnTo>
                  <a:lnTo>
                    <a:pt x="10695586" y="18080"/>
                  </a:lnTo>
                  <a:lnTo>
                    <a:pt x="10589191" y="25173"/>
                  </a:lnTo>
                  <a:lnTo>
                    <a:pt x="10477256" y="33579"/>
                  </a:lnTo>
                  <a:lnTo>
                    <a:pt x="10363562" y="43275"/>
                  </a:lnTo>
                  <a:lnTo>
                    <a:pt x="10251326" y="54234"/>
                  </a:lnTo>
                  <a:lnTo>
                    <a:pt x="10143011" y="66448"/>
                  </a:lnTo>
                  <a:lnTo>
                    <a:pt x="10040293" y="79939"/>
                  </a:lnTo>
                  <a:lnTo>
                    <a:pt x="9944134" y="94765"/>
                  </a:lnTo>
                  <a:lnTo>
                    <a:pt x="9854915" y="111022"/>
                  </a:lnTo>
                  <a:lnTo>
                    <a:pt x="9772570" y="128849"/>
                  </a:lnTo>
                  <a:lnTo>
                    <a:pt x="9696724" y="148424"/>
                  </a:lnTo>
                  <a:lnTo>
                    <a:pt x="9626797" y="169957"/>
                  </a:lnTo>
                  <a:lnTo>
                    <a:pt x="9562093" y="193686"/>
                  </a:lnTo>
                  <a:lnTo>
                    <a:pt x="9501859" y="219858"/>
                  </a:lnTo>
                  <a:lnTo>
                    <a:pt x="9445336" y="248711"/>
                  </a:lnTo>
                  <a:lnTo>
                    <a:pt x="9391794" y="280435"/>
                  </a:lnTo>
                  <a:lnTo>
                    <a:pt x="9347647" y="310070"/>
                  </a:lnTo>
                  <a:lnTo>
                    <a:pt x="9297031" y="348032"/>
                  </a:lnTo>
                  <a:lnTo>
                    <a:pt x="9247801" y="389128"/>
                  </a:lnTo>
                  <a:lnTo>
                    <a:pt x="9199532" y="433417"/>
                  </a:lnTo>
                  <a:lnTo>
                    <a:pt x="9151894" y="480894"/>
                  </a:lnTo>
                  <a:lnTo>
                    <a:pt x="9104631" y="531480"/>
                  </a:lnTo>
                  <a:lnTo>
                    <a:pt x="9057554" y="585015"/>
                  </a:lnTo>
                  <a:lnTo>
                    <a:pt x="9010530" y="641254"/>
                  </a:lnTo>
                  <a:lnTo>
                    <a:pt x="8963477" y="699871"/>
                  </a:lnTo>
                  <a:lnTo>
                    <a:pt x="8916353" y="760460"/>
                  </a:lnTo>
                  <a:lnTo>
                    <a:pt x="8869149" y="822547"/>
                  </a:lnTo>
                  <a:lnTo>
                    <a:pt x="8821884" y="885606"/>
                  </a:lnTo>
                  <a:lnTo>
                    <a:pt x="8774590" y="949071"/>
                  </a:lnTo>
                  <a:lnTo>
                    <a:pt x="8727308" y="1012364"/>
                  </a:lnTo>
                  <a:lnTo>
                    <a:pt x="8680077" y="1074912"/>
                  </a:lnTo>
                  <a:lnTo>
                    <a:pt x="8632919" y="1136170"/>
                  </a:lnTo>
                  <a:lnTo>
                    <a:pt x="8585840" y="1195641"/>
                  </a:lnTo>
                  <a:lnTo>
                    <a:pt x="8538812" y="1252889"/>
                  </a:lnTo>
                  <a:lnTo>
                    <a:pt x="8491770" y="1307556"/>
                  </a:lnTo>
                  <a:lnTo>
                    <a:pt x="8444602" y="1359363"/>
                  </a:lnTo>
                  <a:lnTo>
                    <a:pt x="8397143" y="1408116"/>
                  </a:lnTo>
                  <a:lnTo>
                    <a:pt x="8349165" y="1453704"/>
                  </a:lnTo>
                  <a:lnTo>
                    <a:pt x="8300371" y="1496092"/>
                  </a:lnTo>
                  <a:lnTo>
                    <a:pt x="8250375" y="1535315"/>
                  </a:lnTo>
                  <a:lnTo>
                    <a:pt x="8229629" y="1550354"/>
                  </a:lnTo>
                  <a:lnTo>
                    <a:pt x="8178122" y="1584619"/>
                  </a:lnTo>
                  <a:lnTo>
                    <a:pt x="8124203" y="1615932"/>
                  </a:lnTo>
                  <a:lnTo>
                    <a:pt x="8067204" y="1644396"/>
                  </a:lnTo>
                  <a:lnTo>
                    <a:pt x="8006389" y="1670211"/>
                  </a:lnTo>
                  <a:lnTo>
                    <a:pt x="7940996" y="1693616"/>
                  </a:lnTo>
                  <a:lnTo>
                    <a:pt x="7870279" y="1714861"/>
                  </a:lnTo>
                  <a:lnTo>
                    <a:pt x="7793552" y="1734178"/>
                  </a:lnTo>
                  <a:lnTo>
                    <a:pt x="7710259" y="1751775"/>
                  </a:lnTo>
                  <a:lnTo>
                    <a:pt x="7620061" y="1767824"/>
                  </a:lnTo>
                  <a:lnTo>
                    <a:pt x="7522947" y="1782457"/>
                  </a:lnTo>
                  <a:lnTo>
                    <a:pt x="7419370" y="1795766"/>
                  </a:lnTo>
                  <a:lnTo>
                    <a:pt x="7310385" y="1807804"/>
                  </a:lnTo>
                  <a:lnTo>
                    <a:pt x="7197778" y="1818587"/>
                  </a:lnTo>
                  <a:lnTo>
                    <a:pt x="7084121" y="1828103"/>
                  </a:lnTo>
                  <a:lnTo>
                    <a:pt x="6972727" y="1836327"/>
                  </a:lnTo>
                  <a:lnTo>
                    <a:pt x="6867429" y="1843234"/>
                  </a:lnTo>
                  <a:lnTo>
                    <a:pt x="6772194" y="1848825"/>
                  </a:lnTo>
                  <a:lnTo>
                    <a:pt x="6690589" y="1853138"/>
                  </a:lnTo>
                  <a:lnTo>
                    <a:pt x="6625206" y="1856265"/>
                  </a:lnTo>
                  <a:lnTo>
                    <a:pt x="6577187" y="1858353"/>
                  </a:lnTo>
                  <a:lnTo>
                    <a:pt x="6545959" y="1859591"/>
                  </a:lnTo>
                  <a:lnTo>
                    <a:pt x="6529215" y="1860199"/>
                  </a:lnTo>
                  <a:lnTo>
                    <a:pt x="6523095" y="1860403"/>
                  </a:lnTo>
                  <a:lnTo>
                    <a:pt x="6522385" y="1860425"/>
                  </a:lnTo>
                  <a:lnTo>
                    <a:pt x="5527445" y="1860425"/>
                  </a:lnTo>
                  <a:lnTo>
                    <a:pt x="5526311" y="1860415"/>
                  </a:lnTo>
                  <a:lnTo>
                    <a:pt x="5518823" y="1860349"/>
                  </a:lnTo>
                  <a:lnTo>
                    <a:pt x="5499849" y="1860166"/>
                  </a:lnTo>
                  <a:lnTo>
                    <a:pt x="5465675" y="1859806"/>
                  </a:lnTo>
                  <a:lnTo>
                    <a:pt x="5414231" y="1859210"/>
                  </a:lnTo>
                  <a:lnTo>
                    <a:pt x="5345245" y="1858330"/>
                  </a:lnTo>
                  <a:lnTo>
                    <a:pt x="5260181" y="1857129"/>
                  </a:lnTo>
                  <a:lnTo>
                    <a:pt x="5161923" y="1855585"/>
                  </a:lnTo>
                  <a:lnTo>
                    <a:pt x="5054244" y="1853691"/>
                  </a:lnTo>
                  <a:lnTo>
                    <a:pt x="4941213" y="1851447"/>
                  </a:lnTo>
                  <a:lnTo>
                    <a:pt x="4826668" y="1848861"/>
                  </a:lnTo>
                  <a:lnTo>
                    <a:pt x="4713840" y="1845939"/>
                  </a:lnTo>
                  <a:lnTo>
                    <a:pt x="4605179" y="1842684"/>
                  </a:lnTo>
                  <a:lnTo>
                    <a:pt x="4502325" y="1839088"/>
                  </a:lnTo>
                  <a:lnTo>
                    <a:pt x="4406197" y="1835134"/>
                  </a:lnTo>
                  <a:lnTo>
                    <a:pt x="4317126" y="1830797"/>
                  </a:lnTo>
                  <a:lnTo>
                    <a:pt x="4235001" y="1826036"/>
                  </a:lnTo>
                  <a:lnTo>
                    <a:pt x="4159407" y="1820804"/>
                  </a:lnTo>
                  <a:lnTo>
                    <a:pt x="4089732" y="1815043"/>
                  </a:lnTo>
                  <a:lnTo>
                    <a:pt x="4025252" y="1808688"/>
                  </a:lnTo>
                  <a:lnTo>
                    <a:pt x="3965191" y="1801674"/>
                  </a:lnTo>
                  <a:lnTo>
                    <a:pt x="3908777" y="1793937"/>
                  </a:lnTo>
                  <a:lnTo>
                    <a:pt x="3855272" y="1785431"/>
                  </a:lnTo>
                  <a:lnTo>
                    <a:pt x="3820202" y="1779195"/>
                  </a:lnTo>
                  <a:lnTo>
                    <a:pt x="3759763" y="1767188"/>
                  </a:lnTo>
                  <a:lnTo>
                    <a:pt x="3701186" y="1753999"/>
                  </a:lnTo>
                  <a:lnTo>
                    <a:pt x="3643791" y="1739609"/>
                  </a:lnTo>
                  <a:lnTo>
                    <a:pt x="3587074" y="1724036"/>
                  </a:lnTo>
                  <a:lnTo>
                    <a:pt x="3530676" y="1707341"/>
                  </a:lnTo>
                  <a:lnTo>
                    <a:pt x="3474360" y="1689630"/>
                  </a:lnTo>
                  <a:lnTo>
                    <a:pt x="3417988" y="1671052"/>
                  </a:lnTo>
                  <a:lnTo>
                    <a:pt x="3361506" y="1651800"/>
                  </a:lnTo>
                  <a:lnTo>
                    <a:pt x="3304923" y="1632098"/>
                  </a:lnTo>
                  <a:lnTo>
                    <a:pt x="3248287" y="1612196"/>
                  </a:lnTo>
                  <a:lnTo>
                    <a:pt x="3191667" y="1592354"/>
                  </a:lnTo>
                  <a:lnTo>
                    <a:pt x="3135126" y="1572827"/>
                  </a:lnTo>
                  <a:lnTo>
                    <a:pt x="3078697" y="1553856"/>
                  </a:lnTo>
                  <a:lnTo>
                    <a:pt x="3022361" y="1535652"/>
                  </a:lnTo>
                  <a:lnTo>
                    <a:pt x="2966031" y="1518388"/>
                  </a:lnTo>
                  <a:lnTo>
                    <a:pt x="2909524" y="1502194"/>
                  </a:lnTo>
                  <a:lnTo>
                    <a:pt x="2852550" y="1487155"/>
                  </a:lnTo>
                  <a:lnTo>
                    <a:pt x="2794689" y="1473312"/>
                  </a:lnTo>
                  <a:lnTo>
                    <a:pt x="2735360" y="1460666"/>
                  </a:lnTo>
                  <a:lnTo>
                    <a:pt x="2702183" y="1454275"/>
                  </a:lnTo>
                  <a:lnTo>
                    <a:pt x="2650278" y="1445234"/>
                  </a:lnTo>
                  <a:lnTo>
                    <a:pt x="2595919" y="1436977"/>
                  </a:lnTo>
                  <a:lnTo>
                    <a:pt x="2538421" y="1429478"/>
                  </a:lnTo>
                  <a:lnTo>
                    <a:pt x="2477032" y="1422682"/>
                  </a:lnTo>
                  <a:lnTo>
                    <a:pt x="2410973" y="1416524"/>
                  </a:lnTo>
                  <a:lnTo>
                    <a:pt x="2339481" y="1410939"/>
                  </a:lnTo>
                  <a:lnTo>
                    <a:pt x="2261857" y="1405863"/>
                  </a:lnTo>
                  <a:lnTo>
                    <a:pt x="2177544" y="1401243"/>
                  </a:lnTo>
                  <a:lnTo>
                    <a:pt x="2086210" y="1397032"/>
                  </a:lnTo>
                  <a:lnTo>
                    <a:pt x="1987871" y="1393195"/>
                  </a:lnTo>
                  <a:lnTo>
                    <a:pt x="1883028" y="1389709"/>
                  </a:lnTo>
                  <a:lnTo>
                    <a:pt x="1772818" y="1386560"/>
                  </a:lnTo>
                  <a:lnTo>
                    <a:pt x="1659135" y="1383746"/>
                  </a:lnTo>
                  <a:lnTo>
                    <a:pt x="1544688" y="1381268"/>
                  </a:lnTo>
                  <a:lnTo>
                    <a:pt x="1432932" y="1379136"/>
                  </a:lnTo>
                  <a:lnTo>
                    <a:pt x="1327825" y="1377353"/>
                  </a:lnTo>
                  <a:lnTo>
                    <a:pt x="1233406" y="1375921"/>
                  </a:lnTo>
                  <a:lnTo>
                    <a:pt x="1153229" y="1374825"/>
                  </a:lnTo>
                  <a:lnTo>
                    <a:pt x="1089772" y="1374041"/>
                  </a:lnTo>
                  <a:lnTo>
                    <a:pt x="1043968" y="1373526"/>
                  </a:lnTo>
                  <a:lnTo>
                    <a:pt x="1014962" y="1373229"/>
                  </a:lnTo>
                  <a:lnTo>
                    <a:pt x="1000137" y="1373090"/>
                  </a:lnTo>
                  <a:lnTo>
                    <a:pt x="995303" y="1373049"/>
                  </a:lnTo>
                  <a:lnTo>
                    <a:pt x="994940" y="1373046"/>
                  </a:lnTo>
                  <a:lnTo>
                    <a:pt x="0" y="1373046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22" name="pl921"/>
            <p:cNvSpPr/>
            <p:nvPr/>
          </p:nvSpPr>
          <p:spPr>
            <a:xfrm>
              <a:off x="1199187" y="3128494"/>
              <a:ext cx="12049831" cy="1860425"/>
            </a:xfrm>
            <a:custGeom>
              <a:avLst/>
              <a:pathLst>
                <a:path w="12049831" h="1860425">
                  <a:moveTo>
                    <a:pt x="0" y="1373046"/>
                  </a:moveTo>
                  <a:lnTo>
                    <a:pt x="994940" y="1373046"/>
                  </a:lnTo>
                  <a:lnTo>
                    <a:pt x="996074" y="1373055"/>
                  </a:lnTo>
                  <a:lnTo>
                    <a:pt x="1003562" y="1373121"/>
                  </a:lnTo>
                  <a:lnTo>
                    <a:pt x="1022536" y="1373304"/>
                  </a:lnTo>
                  <a:lnTo>
                    <a:pt x="1056710" y="1373664"/>
                  </a:lnTo>
                  <a:lnTo>
                    <a:pt x="1108154" y="1374260"/>
                  </a:lnTo>
                  <a:lnTo>
                    <a:pt x="1177140" y="1375140"/>
                  </a:lnTo>
                  <a:lnTo>
                    <a:pt x="1262204" y="1376341"/>
                  </a:lnTo>
                  <a:lnTo>
                    <a:pt x="1360462" y="1377885"/>
                  </a:lnTo>
                  <a:lnTo>
                    <a:pt x="1468141" y="1379780"/>
                  </a:lnTo>
                  <a:lnTo>
                    <a:pt x="1581172" y="1382023"/>
                  </a:lnTo>
                  <a:lnTo>
                    <a:pt x="1695717" y="1384609"/>
                  </a:lnTo>
                  <a:lnTo>
                    <a:pt x="1808545" y="1387531"/>
                  </a:lnTo>
                  <a:lnTo>
                    <a:pt x="1917206" y="1390786"/>
                  </a:lnTo>
                  <a:lnTo>
                    <a:pt x="2020060" y="1394383"/>
                  </a:lnTo>
                  <a:lnTo>
                    <a:pt x="2116188" y="1398336"/>
                  </a:lnTo>
                  <a:lnTo>
                    <a:pt x="2205259" y="1402674"/>
                  </a:lnTo>
                  <a:lnTo>
                    <a:pt x="2287384" y="1407434"/>
                  </a:lnTo>
                  <a:lnTo>
                    <a:pt x="2362978" y="1412666"/>
                  </a:lnTo>
                  <a:lnTo>
                    <a:pt x="2432653" y="1418428"/>
                  </a:lnTo>
                  <a:lnTo>
                    <a:pt x="2497133" y="1424782"/>
                  </a:lnTo>
                  <a:lnTo>
                    <a:pt x="2557194" y="1431797"/>
                  </a:lnTo>
                  <a:lnTo>
                    <a:pt x="2613608" y="1439533"/>
                  </a:lnTo>
                  <a:lnTo>
                    <a:pt x="2667113" y="1448039"/>
                  </a:lnTo>
                  <a:lnTo>
                    <a:pt x="2702183" y="1454275"/>
                  </a:lnTo>
                  <a:lnTo>
                    <a:pt x="2762622" y="1466282"/>
                  </a:lnTo>
                  <a:lnTo>
                    <a:pt x="2821199" y="1479471"/>
                  </a:lnTo>
                  <a:lnTo>
                    <a:pt x="2878594" y="1493861"/>
                  </a:lnTo>
                  <a:lnTo>
                    <a:pt x="2935311" y="1509434"/>
                  </a:lnTo>
                  <a:lnTo>
                    <a:pt x="2991709" y="1526129"/>
                  </a:lnTo>
                  <a:lnTo>
                    <a:pt x="3048025" y="1543841"/>
                  </a:lnTo>
                  <a:lnTo>
                    <a:pt x="3104397" y="1562418"/>
                  </a:lnTo>
                  <a:lnTo>
                    <a:pt x="3160879" y="1581670"/>
                  </a:lnTo>
                  <a:lnTo>
                    <a:pt x="3217462" y="1601372"/>
                  </a:lnTo>
                  <a:lnTo>
                    <a:pt x="3274098" y="1621274"/>
                  </a:lnTo>
                  <a:lnTo>
                    <a:pt x="3330718" y="1641116"/>
                  </a:lnTo>
                  <a:lnTo>
                    <a:pt x="3387259" y="1660643"/>
                  </a:lnTo>
                  <a:lnTo>
                    <a:pt x="3443688" y="1679614"/>
                  </a:lnTo>
                  <a:lnTo>
                    <a:pt x="3500024" y="1697818"/>
                  </a:lnTo>
                  <a:lnTo>
                    <a:pt x="3556354" y="1715082"/>
                  </a:lnTo>
                  <a:lnTo>
                    <a:pt x="3612861" y="1731276"/>
                  </a:lnTo>
                  <a:lnTo>
                    <a:pt x="3669835" y="1746315"/>
                  </a:lnTo>
                  <a:lnTo>
                    <a:pt x="3727696" y="1760158"/>
                  </a:lnTo>
                  <a:lnTo>
                    <a:pt x="3787025" y="1772804"/>
                  </a:lnTo>
                  <a:lnTo>
                    <a:pt x="3820202" y="1779195"/>
                  </a:lnTo>
                  <a:lnTo>
                    <a:pt x="3872107" y="1788236"/>
                  </a:lnTo>
                  <a:lnTo>
                    <a:pt x="3926466" y="1796493"/>
                  </a:lnTo>
                  <a:lnTo>
                    <a:pt x="3983964" y="1803992"/>
                  </a:lnTo>
                  <a:lnTo>
                    <a:pt x="4045353" y="1810789"/>
                  </a:lnTo>
                  <a:lnTo>
                    <a:pt x="4111412" y="1816946"/>
                  </a:lnTo>
                  <a:lnTo>
                    <a:pt x="4182904" y="1822531"/>
                  </a:lnTo>
                  <a:lnTo>
                    <a:pt x="4260528" y="1827607"/>
                  </a:lnTo>
                  <a:lnTo>
                    <a:pt x="4344841" y="1832228"/>
                  </a:lnTo>
                  <a:lnTo>
                    <a:pt x="4436175" y="1836439"/>
                  </a:lnTo>
                  <a:lnTo>
                    <a:pt x="4534514" y="1840275"/>
                  </a:lnTo>
                  <a:lnTo>
                    <a:pt x="4639357" y="1843761"/>
                  </a:lnTo>
                  <a:lnTo>
                    <a:pt x="4749567" y="1846910"/>
                  </a:lnTo>
                  <a:lnTo>
                    <a:pt x="4863250" y="1849725"/>
                  </a:lnTo>
                  <a:lnTo>
                    <a:pt x="4977697" y="1852202"/>
                  </a:lnTo>
                  <a:lnTo>
                    <a:pt x="5089453" y="1854335"/>
                  </a:lnTo>
                  <a:lnTo>
                    <a:pt x="5194560" y="1856117"/>
                  </a:lnTo>
                  <a:lnTo>
                    <a:pt x="5288979" y="1857550"/>
                  </a:lnTo>
                  <a:lnTo>
                    <a:pt x="5369156" y="1858645"/>
                  </a:lnTo>
                  <a:lnTo>
                    <a:pt x="5432613" y="1859429"/>
                  </a:lnTo>
                  <a:lnTo>
                    <a:pt x="5478417" y="1859944"/>
                  </a:lnTo>
                  <a:lnTo>
                    <a:pt x="5507423" y="1860241"/>
                  </a:lnTo>
                  <a:lnTo>
                    <a:pt x="5522248" y="1860380"/>
                  </a:lnTo>
                  <a:lnTo>
                    <a:pt x="5527082" y="1860422"/>
                  </a:lnTo>
                  <a:lnTo>
                    <a:pt x="5527445" y="1860425"/>
                  </a:lnTo>
                  <a:lnTo>
                    <a:pt x="6522385" y="1860425"/>
                  </a:lnTo>
                  <a:lnTo>
                    <a:pt x="6523495" y="1860390"/>
                  </a:lnTo>
                  <a:lnTo>
                    <a:pt x="6530821" y="1860143"/>
                  </a:lnTo>
                  <a:lnTo>
                    <a:pt x="6549397" y="1859461"/>
                  </a:lnTo>
                  <a:lnTo>
                    <a:pt x="6582882" y="1858116"/>
                  </a:lnTo>
                  <a:lnTo>
                    <a:pt x="6633345" y="1855893"/>
                  </a:lnTo>
                  <a:lnTo>
                    <a:pt x="6701110" y="1852607"/>
                  </a:lnTo>
                  <a:lnTo>
                    <a:pt x="6784813" y="1848119"/>
                  </a:lnTo>
                  <a:lnTo>
                    <a:pt x="6881690" y="1842344"/>
                  </a:lnTo>
                  <a:lnTo>
                    <a:pt x="6988085" y="1835251"/>
                  </a:lnTo>
                  <a:lnTo>
                    <a:pt x="7100020" y="1826845"/>
                  </a:lnTo>
                  <a:lnTo>
                    <a:pt x="7213714" y="1817149"/>
                  </a:lnTo>
                  <a:lnTo>
                    <a:pt x="7325950" y="1806190"/>
                  </a:lnTo>
                  <a:lnTo>
                    <a:pt x="7434265" y="1793976"/>
                  </a:lnTo>
                  <a:lnTo>
                    <a:pt x="7536984" y="1780485"/>
                  </a:lnTo>
                  <a:lnTo>
                    <a:pt x="7633142" y="1765660"/>
                  </a:lnTo>
                  <a:lnTo>
                    <a:pt x="7722361" y="1749402"/>
                  </a:lnTo>
                  <a:lnTo>
                    <a:pt x="7804706" y="1731575"/>
                  </a:lnTo>
                  <a:lnTo>
                    <a:pt x="7880553" y="1712000"/>
                  </a:lnTo>
                  <a:lnTo>
                    <a:pt x="7950479" y="1690467"/>
                  </a:lnTo>
                  <a:lnTo>
                    <a:pt x="8015183" y="1666738"/>
                  </a:lnTo>
                  <a:lnTo>
                    <a:pt x="8075417" y="1640566"/>
                  </a:lnTo>
                  <a:lnTo>
                    <a:pt x="8131941" y="1611713"/>
                  </a:lnTo>
                  <a:lnTo>
                    <a:pt x="8185483" y="1579989"/>
                  </a:lnTo>
                  <a:lnTo>
                    <a:pt x="8229629" y="1550354"/>
                  </a:lnTo>
                  <a:lnTo>
                    <a:pt x="8280246" y="1512392"/>
                  </a:lnTo>
                  <a:lnTo>
                    <a:pt x="8329476" y="1471297"/>
                  </a:lnTo>
                  <a:lnTo>
                    <a:pt x="8377744" y="1427008"/>
                  </a:lnTo>
                  <a:lnTo>
                    <a:pt x="8425382" y="1379530"/>
                  </a:lnTo>
                  <a:lnTo>
                    <a:pt x="8472646" y="1328944"/>
                  </a:lnTo>
                  <a:lnTo>
                    <a:pt x="8519723" y="1275409"/>
                  </a:lnTo>
                  <a:lnTo>
                    <a:pt x="8566746" y="1219170"/>
                  </a:lnTo>
                  <a:lnTo>
                    <a:pt x="8613799" y="1160553"/>
                  </a:lnTo>
                  <a:lnTo>
                    <a:pt x="8660924" y="1099964"/>
                  </a:lnTo>
                  <a:lnTo>
                    <a:pt x="8708127" y="1037877"/>
                  </a:lnTo>
                  <a:lnTo>
                    <a:pt x="8755393" y="974818"/>
                  </a:lnTo>
                  <a:lnTo>
                    <a:pt x="8802686" y="911353"/>
                  </a:lnTo>
                  <a:lnTo>
                    <a:pt x="8849968" y="848060"/>
                  </a:lnTo>
                  <a:lnTo>
                    <a:pt x="8897200" y="785512"/>
                  </a:lnTo>
                  <a:lnTo>
                    <a:pt x="8944357" y="724254"/>
                  </a:lnTo>
                  <a:lnTo>
                    <a:pt x="8991436" y="664783"/>
                  </a:lnTo>
                  <a:lnTo>
                    <a:pt x="9038464" y="607535"/>
                  </a:lnTo>
                  <a:lnTo>
                    <a:pt x="9085507" y="552869"/>
                  </a:lnTo>
                  <a:lnTo>
                    <a:pt x="9132675" y="501061"/>
                  </a:lnTo>
                  <a:lnTo>
                    <a:pt x="9180134" y="452308"/>
                  </a:lnTo>
                  <a:lnTo>
                    <a:pt x="9228111" y="406720"/>
                  </a:lnTo>
                  <a:lnTo>
                    <a:pt x="9276905" y="364332"/>
                  </a:lnTo>
                  <a:lnTo>
                    <a:pt x="9326901" y="325109"/>
                  </a:lnTo>
                  <a:lnTo>
                    <a:pt x="9347647" y="310070"/>
                  </a:lnTo>
                  <a:lnTo>
                    <a:pt x="9399154" y="275805"/>
                  </a:lnTo>
                  <a:lnTo>
                    <a:pt x="9453073" y="244492"/>
                  </a:lnTo>
                  <a:lnTo>
                    <a:pt x="9510073" y="216028"/>
                  </a:lnTo>
                  <a:lnTo>
                    <a:pt x="9570888" y="190214"/>
                  </a:lnTo>
                  <a:lnTo>
                    <a:pt x="9636280" y="166808"/>
                  </a:lnTo>
                  <a:lnTo>
                    <a:pt x="9706997" y="145564"/>
                  </a:lnTo>
                  <a:lnTo>
                    <a:pt x="9783725" y="126246"/>
                  </a:lnTo>
                  <a:lnTo>
                    <a:pt x="9867018" y="108649"/>
                  </a:lnTo>
                  <a:lnTo>
                    <a:pt x="9957216" y="92600"/>
                  </a:lnTo>
                  <a:lnTo>
                    <a:pt x="10054330" y="77967"/>
                  </a:lnTo>
                  <a:lnTo>
                    <a:pt x="10157907" y="64658"/>
                  </a:lnTo>
                  <a:lnTo>
                    <a:pt x="10266891" y="52620"/>
                  </a:lnTo>
                  <a:lnTo>
                    <a:pt x="10379499" y="41837"/>
                  </a:lnTo>
                  <a:lnTo>
                    <a:pt x="10493155" y="32321"/>
                  </a:lnTo>
                  <a:lnTo>
                    <a:pt x="10604550" y="24097"/>
                  </a:lnTo>
                  <a:lnTo>
                    <a:pt x="10709848" y="17190"/>
                  </a:lnTo>
                  <a:lnTo>
                    <a:pt x="10805082" y="11599"/>
                  </a:lnTo>
                  <a:lnTo>
                    <a:pt x="10886687" y="7286"/>
                  </a:lnTo>
                  <a:lnTo>
                    <a:pt x="10952070" y="4159"/>
                  </a:lnTo>
                  <a:lnTo>
                    <a:pt x="11000089" y="2071"/>
                  </a:lnTo>
                  <a:lnTo>
                    <a:pt x="11031318" y="833"/>
                  </a:lnTo>
                  <a:lnTo>
                    <a:pt x="11048061" y="225"/>
                  </a:lnTo>
                  <a:lnTo>
                    <a:pt x="11054181" y="2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3" name="pl922"/>
            <p:cNvSpPr/>
            <p:nvPr/>
          </p:nvSpPr>
          <p:spPr>
            <a:xfrm>
              <a:off x="1199187" y="3123253"/>
              <a:ext cx="12049831" cy="1860425"/>
            </a:xfrm>
            <a:custGeom>
              <a:avLst/>
              <a:pathLst>
                <a:path w="12049831" h="1860425">
                  <a:moveTo>
                    <a:pt x="12049831" y="0"/>
                  </a:moveTo>
                  <a:lnTo>
                    <a:pt x="11054891" y="0"/>
                  </a:lnTo>
                  <a:lnTo>
                    <a:pt x="11053781" y="34"/>
                  </a:lnTo>
                  <a:lnTo>
                    <a:pt x="11046456" y="281"/>
                  </a:lnTo>
                  <a:lnTo>
                    <a:pt x="11027879" y="963"/>
                  </a:lnTo>
                  <a:lnTo>
                    <a:pt x="10994394" y="2308"/>
                  </a:lnTo>
                  <a:lnTo>
                    <a:pt x="10943932" y="4531"/>
                  </a:lnTo>
                  <a:lnTo>
                    <a:pt x="10876166" y="7817"/>
                  </a:lnTo>
                  <a:lnTo>
                    <a:pt x="10792464" y="12306"/>
                  </a:lnTo>
                  <a:lnTo>
                    <a:pt x="10695586" y="18080"/>
                  </a:lnTo>
                  <a:lnTo>
                    <a:pt x="10589191" y="25173"/>
                  </a:lnTo>
                  <a:lnTo>
                    <a:pt x="10477256" y="33579"/>
                  </a:lnTo>
                  <a:lnTo>
                    <a:pt x="10363562" y="43275"/>
                  </a:lnTo>
                  <a:lnTo>
                    <a:pt x="10251326" y="54234"/>
                  </a:lnTo>
                  <a:lnTo>
                    <a:pt x="10143011" y="66448"/>
                  </a:lnTo>
                  <a:lnTo>
                    <a:pt x="10040293" y="79939"/>
                  </a:lnTo>
                  <a:lnTo>
                    <a:pt x="9944134" y="94765"/>
                  </a:lnTo>
                  <a:lnTo>
                    <a:pt x="9854915" y="111022"/>
                  </a:lnTo>
                  <a:lnTo>
                    <a:pt x="9772570" y="128849"/>
                  </a:lnTo>
                  <a:lnTo>
                    <a:pt x="9696724" y="148424"/>
                  </a:lnTo>
                  <a:lnTo>
                    <a:pt x="9626797" y="169957"/>
                  </a:lnTo>
                  <a:lnTo>
                    <a:pt x="9562093" y="193686"/>
                  </a:lnTo>
                  <a:lnTo>
                    <a:pt x="9501859" y="219858"/>
                  </a:lnTo>
                  <a:lnTo>
                    <a:pt x="9445336" y="248711"/>
                  </a:lnTo>
                  <a:lnTo>
                    <a:pt x="9391794" y="280435"/>
                  </a:lnTo>
                  <a:lnTo>
                    <a:pt x="9347647" y="310070"/>
                  </a:lnTo>
                  <a:lnTo>
                    <a:pt x="9297031" y="348032"/>
                  </a:lnTo>
                  <a:lnTo>
                    <a:pt x="9247801" y="389128"/>
                  </a:lnTo>
                  <a:lnTo>
                    <a:pt x="9199532" y="433417"/>
                  </a:lnTo>
                  <a:lnTo>
                    <a:pt x="9151894" y="480894"/>
                  </a:lnTo>
                  <a:lnTo>
                    <a:pt x="9104631" y="531480"/>
                  </a:lnTo>
                  <a:lnTo>
                    <a:pt x="9057554" y="585015"/>
                  </a:lnTo>
                  <a:lnTo>
                    <a:pt x="9010530" y="641254"/>
                  </a:lnTo>
                  <a:lnTo>
                    <a:pt x="8963477" y="699871"/>
                  </a:lnTo>
                  <a:lnTo>
                    <a:pt x="8916353" y="760460"/>
                  </a:lnTo>
                  <a:lnTo>
                    <a:pt x="8869149" y="822547"/>
                  </a:lnTo>
                  <a:lnTo>
                    <a:pt x="8821884" y="885606"/>
                  </a:lnTo>
                  <a:lnTo>
                    <a:pt x="8774590" y="949071"/>
                  </a:lnTo>
                  <a:lnTo>
                    <a:pt x="8727308" y="1012364"/>
                  </a:lnTo>
                  <a:lnTo>
                    <a:pt x="8680077" y="1074912"/>
                  </a:lnTo>
                  <a:lnTo>
                    <a:pt x="8632919" y="1136170"/>
                  </a:lnTo>
                  <a:lnTo>
                    <a:pt x="8585840" y="1195641"/>
                  </a:lnTo>
                  <a:lnTo>
                    <a:pt x="8538812" y="1252889"/>
                  </a:lnTo>
                  <a:lnTo>
                    <a:pt x="8491770" y="1307556"/>
                  </a:lnTo>
                  <a:lnTo>
                    <a:pt x="8444602" y="1359363"/>
                  </a:lnTo>
                  <a:lnTo>
                    <a:pt x="8397143" y="1408116"/>
                  </a:lnTo>
                  <a:lnTo>
                    <a:pt x="8349165" y="1453704"/>
                  </a:lnTo>
                  <a:lnTo>
                    <a:pt x="8300371" y="1496092"/>
                  </a:lnTo>
                  <a:lnTo>
                    <a:pt x="8250375" y="1535315"/>
                  </a:lnTo>
                  <a:lnTo>
                    <a:pt x="8229629" y="1550354"/>
                  </a:lnTo>
                  <a:lnTo>
                    <a:pt x="8178122" y="1584619"/>
                  </a:lnTo>
                  <a:lnTo>
                    <a:pt x="8124203" y="1615932"/>
                  </a:lnTo>
                  <a:lnTo>
                    <a:pt x="8067204" y="1644396"/>
                  </a:lnTo>
                  <a:lnTo>
                    <a:pt x="8006389" y="1670211"/>
                  </a:lnTo>
                  <a:lnTo>
                    <a:pt x="7940996" y="1693616"/>
                  </a:lnTo>
                  <a:lnTo>
                    <a:pt x="7870279" y="1714861"/>
                  </a:lnTo>
                  <a:lnTo>
                    <a:pt x="7793552" y="1734178"/>
                  </a:lnTo>
                  <a:lnTo>
                    <a:pt x="7710259" y="1751775"/>
                  </a:lnTo>
                  <a:lnTo>
                    <a:pt x="7620061" y="1767824"/>
                  </a:lnTo>
                  <a:lnTo>
                    <a:pt x="7522947" y="1782457"/>
                  </a:lnTo>
                  <a:lnTo>
                    <a:pt x="7419370" y="1795766"/>
                  </a:lnTo>
                  <a:lnTo>
                    <a:pt x="7310385" y="1807804"/>
                  </a:lnTo>
                  <a:lnTo>
                    <a:pt x="7197778" y="1818587"/>
                  </a:lnTo>
                  <a:lnTo>
                    <a:pt x="7084121" y="1828103"/>
                  </a:lnTo>
                  <a:lnTo>
                    <a:pt x="6972727" y="1836327"/>
                  </a:lnTo>
                  <a:lnTo>
                    <a:pt x="6867429" y="1843234"/>
                  </a:lnTo>
                  <a:lnTo>
                    <a:pt x="6772194" y="1848825"/>
                  </a:lnTo>
                  <a:lnTo>
                    <a:pt x="6690589" y="1853138"/>
                  </a:lnTo>
                  <a:lnTo>
                    <a:pt x="6625206" y="1856265"/>
                  </a:lnTo>
                  <a:lnTo>
                    <a:pt x="6577187" y="1858353"/>
                  </a:lnTo>
                  <a:lnTo>
                    <a:pt x="6545959" y="1859591"/>
                  </a:lnTo>
                  <a:lnTo>
                    <a:pt x="6529215" y="1860199"/>
                  </a:lnTo>
                  <a:lnTo>
                    <a:pt x="6523095" y="1860403"/>
                  </a:lnTo>
                  <a:lnTo>
                    <a:pt x="6522385" y="1860425"/>
                  </a:lnTo>
                  <a:lnTo>
                    <a:pt x="5527445" y="1860425"/>
                  </a:lnTo>
                  <a:lnTo>
                    <a:pt x="5526311" y="1860415"/>
                  </a:lnTo>
                  <a:lnTo>
                    <a:pt x="5518823" y="1860349"/>
                  </a:lnTo>
                  <a:lnTo>
                    <a:pt x="5499849" y="1860166"/>
                  </a:lnTo>
                  <a:lnTo>
                    <a:pt x="5465675" y="1859806"/>
                  </a:lnTo>
                  <a:lnTo>
                    <a:pt x="5414231" y="1859210"/>
                  </a:lnTo>
                  <a:lnTo>
                    <a:pt x="5345245" y="1858330"/>
                  </a:lnTo>
                  <a:lnTo>
                    <a:pt x="5260181" y="1857129"/>
                  </a:lnTo>
                  <a:lnTo>
                    <a:pt x="5161923" y="1855585"/>
                  </a:lnTo>
                  <a:lnTo>
                    <a:pt x="5054244" y="1853691"/>
                  </a:lnTo>
                  <a:lnTo>
                    <a:pt x="4941213" y="1851447"/>
                  </a:lnTo>
                  <a:lnTo>
                    <a:pt x="4826668" y="1848861"/>
                  </a:lnTo>
                  <a:lnTo>
                    <a:pt x="4713840" y="1845939"/>
                  </a:lnTo>
                  <a:lnTo>
                    <a:pt x="4605179" y="1842684"/>
                  </a:lnTo>
                  <a:lnTo>
                    <a:pt x="4502325" y="1839088"/>
                  </a:lnTo>
                  <a:lnTo>
                    <a:pt x="4406197" y="1835134"/>
                  </a:lnTo>
                  <a:lnTo>
                    <a:pt x="4317126" y="1830797"/>
                  </a:lnTo>
                  <a:lnTo>
                    <a:pt x="4235001" y="1826036"/>
                  </a:lnTo>
                  <a:lnTo>
                    <a:pt x="4159407" y="1820804"/>
                  </a:lnTo>
                  <a:lnTo>
                    <a:pt x="4089732" y="1815043"/>
                  </a:lnTo>
                  <a:lnTo>
                    <a:pt x="4025252" y="1808688"/>
                  </a:lnTo>
                  <a:lnTo>
                    <a:pt x="3965191" y="1801674"/>
                  </a:lnTo>
                  <a:lnTo>
                    <a:pt x="3908777" y="1793937"/>
                  </a:lnTo>
                  <a:lnTo>
                    <a:pt x="3855272" y="1785431"/>
                  </a:lnTo>
                  <a:lnTo>
                    <a:pt x="3820202" y="1779195"/>
                  </a:lnTo>
                  <a:lnTo>
                    <a:pt x="3759763" y="1767188"/>
                  </a:lnTo>
                  <a:lnTo>
                    <a:pt x="3701186" y="1753999"/>
                  </a:lnTo>
                  <a:lnTo>
                    <a:pt x="3643791" y="1739609"/>
                  </a:lnTo>
                  <a:lnTo>
                    <a:pt x="3587074" y="1724036"/>
                  </a:lnTo>
                  <a:lnTo>
                    <a:pt x="3530676" y="1707341"/>
                  </a:lnTo>
                  <a:lnTo>
                    <a:pt x="3474360" y="1689630"/>
                  </a:lnTo>
                  <a:lnTo>
                    <a:pt x="3417988" y="1671052"/>
                  </a:lnTo>
                  <a:lnTo>
                    <a:pt x="3361506" y="1651800"/>
                  </a:lnTo>
                  <a:lnTo>
                    <a:pt x="3304923" y="1632098"/>
                  </a:lnTo>
                  <a:lnTo>
                    <a:pt x="3248287" y="1612196"/>
                  </a:lnTo>
                  <a:lnTo>
                    <a:pt x="3191667" y="1592354"/>
                  </a:lnTo>
                  <a:lnTo>
                    <a:pt x="3135126" y="1572827"/>
                  </a:lnTo>
                  <a:lnTo>
                    <a:pt x="3078697" y="1553856"/>
                  </a:lnTo>
                  <a:lnTo>
                    <a:pt x="3022361" y="1535652"/>
                  </a:lnTo>
                  <a:lnTo>
                    <a:pt x="2966031" y="1518388"/>
                  </a:lnTo>
                  <a:lnTo>
                    <a:pt x="2909524" y="1502194"/>
                  </a:lnTo>
                  <a:lnTo>
                    <a:pt x="2852550" y="1487155"/>
                  </a:lnTo>
                  <a:lnTo>
                    <a:pt x="2794689" y="1473312"/>
                  </a:lnTo>
                  <a:lnTo>
                    <a:pt x="2735360" y="1460666"/>
                  </a:lnTo>
                  <a:lnTo>
                    <a:pt x="2702183" y="1454275"/>
                  </a:lnTo>
                  <a:lnTo>
                    <a:pt x="2650278" y="1445234"/>
                  </a:lnTo>
                  <a:lnTo>
                    <a:pt x="2595919" y="1436977"/>
                  </a:lnTo>
                  <a:lnTo>
                    <a:pt x="2538421" y="1429478"/>
                  </a:lnTo>
                  <a:lnTo>
                    <a:pt x="2477032" y="1422682"/>
                  </a:lnTo>
                  <a:lnTo>
                    <a:pt x="2410973" y="1416524"/>
                  </a:lnTo>
                  <a:lnTo>
                    <a:pt x="2339481" y="1410939"/>
                  </a:lnTo>
                  <a:lnTo>
                    <a:pt x="2261857" y="1405863"/>
                  </a:lnTo>
                  <a:lnTo>
                    <a:pt x="2177544" y="1401243"/>
                  </a:lnTo>
                  <a:lnTo>
                    <a:pt x="2086210" y="1397032"/>
                  </a:lnTo>
                  <a:lnTo>
                    <a:pt x="1987871" y="1393195"/>
                  </a:lnTo>
                  <a:lnTo>
                    <a:pt x="1883028" y="1389709"/>
                  </a:lnTo>
                  <a:lnTo>
                    <a:pt x="1772818" y="1386560"/>
                  </a:lnTo>
                  <a:lnTo>
                    <a:pt x="1659135" y="1383746"/>
                  </a:lnTo>
                  <a:lnTo>
                    <a:pt x="1544688" y="1381268"/>
                  </a:lnTo>
                  <a:lnTo>
                    <a:pt x="1432932" y="1379136"/>
                  </a:lnTo>
                  <a:lnTo>
                    <a:pt x="1327825" y="1377353"/>
                  </a:lnTo>
                  <a:lnTo>
                    <a:pt x="1233406" y="1375921"/>
                  </a:lnTo>
                  <a:lnTo>
                    <a:pt x="1153229" y="1374825"/>
                  </a:lnTo>
                  <a:lnTo>
                    <a:pt x="1089772" y="1374041"/>
                  </a:lnTo>
                  <a:lnTo>
                    <a:pt x="1043968" y="1373526"/>
                  </a:lnTo>
                  <a:lnTo>
                    <a:pt x="1014962" y="1373229"/>
                  </a:lnTo>
                  <a:lnTo>
                    <a:pt x="1000137" y="1373090"/>
                  </a:lnTo>
                  <a:lnTo>
                    <a:pt x="995303" y="1373049"/>
                  </a:lnTo>
                  <a:lnTo>
                    <a:pt x="994940" y="1373046"/>
                  </a:lnTo>
                  <a:lnTo>
                    <a:pt x="0" y="1373046"/>
                  </a:lnTo>
                  <a:lnTo>
                    <a:pt x="0" y="13730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4" name="pg923"/>
            <p:cNvSpPr/>
            <p:nvPr/>
          </p:nvSpPr>
          <p:spPr>
            <a:xfrm>
              <a:off x="1199187" y="4501540"/>
              <a:ext cx="12049831" cy="534544"/>
            </a:xfrm>
            <a:custGeom>
              <a:avLst/>
              <a:pathLst>
                <a:path w="12049831" h="534544">
                  <a:moveTo>
                    <a:pt x="0" y="10481"/>
                  </a:moveTo>
                  <a:lnTo>
                    <a:pt x="994940" y="10481"/>
                  </a:lnTo>
                  <a:lnTo>
                    <a:pt x="996074" y="10491"/>
                  </a:lnTo>
                  <a:lnTo>
                    <a:pt x="1003559" y="10562"/>
                  </a:lnTo>
                  <a:lnTo>
                    <a:pt x="1022529" y="10759"/>
                  </a:lnTo>
                  <a:lnTo>
                    <a:pt x="1056695" y="11146"/>
                  </a:lnTo>
                  <a:lnTo>
                    <a:pt x="1108128" y="11786"/>
                  </a:lnTo>
                  <a:lnTo>
                    <a:pt x="1177099" y="12732"/>
                  </a:lnTo>
                  <a:lnTo>
                    <a:pt x="1262147" y="14023"/>
                  </a:lnTo>
                  <a:lnTo>
                    <a:pt x="1360389" y="15683"/>
                  </a:lnTo>
                  <a:lnTo>
                    <a:pt x="1468053" y="17720"/>
                  </a:lnTo>
                  <a:lnTo>
                    <a:pt x="1581071" y="20132"/>
                  </a:lnTo>
                  <a:lnTo>
                    <a:pt x="1695607" y="22912"/>
                  </a:lnTo>
                  <a:lnTo>
                    <a:pt x="1808428" y="26053"/>
                  </a:lnTo>
                  <a:lnTo>
                    <a:pt x="1917085" y="29553"/>
                  </a:lnTo>
                  <a:lnTo>
                    <a:pt x="2019937" y="33419"/>
                  </a:lnTo>
                  <a:lnTo>
                    <a:pt x="2116065" y="37669"/>
                  </a:lnTo>
                  <a:lnTo>
                    <a:pt x="2205139" y="42332"/>
                  </a:lnTo>
                  <a:lnTo>
                    <a:pt x="2287266" y="47450"/>
                  </a:lnTo>
                  <a:lnTo>
                    <a:pt x="2362863" y="53074"/>
                  </a:lnTo>
                  <a:lnTo>
                    <a:pt x="2432541" y="59268"/>
                  </a:lnTo>
                  <a:lnTo>
                    <a:pt x="2497024" y="66099"/>
                  </a:lnTo>
                  <a:lnTo>
                    <a:pt x="2557086" y="73639"/>
                  </a:lnTo>
                  <a:lnTo>
                    <a:pt x="2613502" y="81956"/>
                  </a:lnTo>
                  <a:lnTo>
                    <a:pt x="2667007" y="91100"/>
                  </a:lnTo>
                  <a:lnTo>
                    <a:pt x="2702183" y="97825"/>
                  </a:lnTo>
                  <a:lnTo>
                    <a:pt x="2762443" y="110694"/>
                  </a:lnTo>
                  <a:lnTo>
                    <a:pt x="2820849" y="124827"/>
                  </a:lnTo>
                  <a:lnTo>
                    <a:pt x="2878078" y="140244"/>
                  </a:lnTo>
                  <a:lnTo>
                    <a:pt x="2934629" y="156926"/>
                  </a:lnTo>
                  <a:lnTo>
                    <a:pt x="2990859" y="174808"/>
                  </a:lnTo>
                  <a:lnTo>
                    <a:pt x="3047005" y="193778"/>
                  </a:lnTo>
                  <a:lnTo>
                    <a:pt x="3103205" y="213677"/>
                  </a:lnTo>
                  <a:lnTo>
                    <a:pt x="3159513" y="234302"/>
                  </a:lnTo>
                  <a:lnTo>
                    <a:pt x="3215924" y="255413"/>
                  </a:lnTo>
                  <a:lnTo>
                    <a:pt x="3272388" y="276746"/>
                  </a:lnTo>
                  <a:lnTo>
                    <a:pt x="3328839" y="298024"/>
                  </a:lnTo>
                  <a:lnTo>
                    <a:pt x="3385213" y="318974"/>
                  </a:lnTo>
                  <a:lnTo>
                    <a:pt x="3441476" y="339338"/>
                  </a:lnTo>
                  <a:lnTo>
                    <a:pt x="3497644" y="358890"/>
                  </a:lnTo>
                  <a:lnTo>
                    <a:pt x="3553802" y="377445"/>
                  </a:lnTo>
                  <a:lnTo>
                    <a:pt x="3610124" y="394862"/>
                  </a:lnTo>
                  <a:lnTo>
                    <a:pt x="3666894" y="411047"/>
                  </a:lnTo>
                  <a:lnTo>
                    <a:pt x="3724521" y="425955"/>
                  </a:lnTo>
                  <a:lnTo>
                    <a:pt x="3783570" y="439583"/>
                  </a:lnTo>
                  <a:lnTo>
                    <a:pt x="3820202" y="447200"/>
                  </a:lnTo>
                  <a:lnTo>
                    <a:pt x="3872103" y="456922"/>
                  </a:lnTo>
                  <a:lnTo>
                    <a:pt x="3926457" y="465799"/>
                  </a:lnTo>
                  <a:lnTo>
                    <a:pt x="3983948" y="473862"/>
                  </a:lnTo>
                  <a:lnTo>
                    <a:pt x="4045330" y="481170"/>
                  </a:lnTo>
                  <a:lnTo>
                    <a:pt x="4111381" y="487790"/>
                  </a:lnTo>
                  <a:lnTo>
                    <a:pt x="4182865" y="493796"/>
                  </a:lnTo>
                  <a:lnTo>
                    <a:pt x="4260478" y="499253"/>
                  </a:lnTo>
                  <a:lnTo>
                    <a:pt x="4344779" y="504221"/>
                  </a:lnTo>
                  <a:lnTo>
                    <a:pt x="4436100" y="508749"/>
                  </a:lnTo>
                  <a:lnTo>
                    <a:pt x="4534425" y="512875"/>
                  </a:lnTo>
                  <a:lnTo>
                    <a:pt x="4639253" y="516623"/>
                  </a:lnTo>
                  <a:lnTo>
                    <a:pt x="4749448" y="520009"/>
                  </a:lnTo>
                  <a:lnTo>
                    <a:pt x="4863118" y="523036"/>
                  </a:lnTo>
                  <a:lnTo>
                    <a:pt x="4977556" y="525700"/>
                  </a:lnTo>
                  <a:lnTo>
                    <a:pt x="5089309" y="527993"/>
                  </a:lnTo>
                  <a:lnTo>
                    <a:pt x="5194419" y="529910"/>
                  </a:lnTo>
                  <a:lnTo>
                    <a:pt x="5288847" y="531451"/>
                  </a:lnTo>
                  <a:lnTo>
                    <a:pt x="5369041" y="532629"/>
                  </a:lnTo>
                  <a:lnTo>
                    <a:pt x="5432521" y="533473"/>
                  </a:lnTo>
                  <a:lnTo>
                    <a:pt x="5478352" y="534027"/>
                  </a:lnTo>
                  <a:lnTo>
                    <a:pt x="5507383" y="534346"/>
                  </a:lnTo>
                  <a:lnTo>
                    <a:pt x="5522231" y="534496"/>
                  </a:lnTo>
                  <a:lnTo>
                    <a:pt x="5527079" y="534541"/>
                  </a:lnTo>
                  <a:lnTo>
                    <a:pt x="5527445" y="534544"/>
                  </a:lnTo>
                  <a:lnTo>
                    <a:pt x="6522385" y="534544"/>
                  </a:lnTo>
                  <a:lnTo>
                    <a:pt x="6523522" y="534543"/>
                  </a:lnTo>
                  <a:lnTo>
                    <a:pt x="6531021" y="534532"/>
                  </a:lnTo>
                  <a:lnTo>
                    <a:pt x="6550025" y="534502"/>
                  </a:lnTo>
                  <a:lnTo>
                    <a:pt x="6584250" y="534444"/>
                  </a:lnTo>
                  <a:lnTo>
                    <a:pt x="6635766" y="534348"/>
                  </a:lnTo>
                  <a:lnTo>
                    <a:pt x="6704842" y="534206"/>
                  </a:lnTo>
                  <a:lnTo>
                    <a:pt x="6790005" y="534012"/>
                  </a:lnTo>
                  <a:lnTo>
                    <a:pt x="6888365" y="533762"/>
                  </a:lnTo>
                  <a:lnTo>
                    <a:pt x="6996138" y="533456"/>
                  </a:lnTo>
                  <a:lnTo>
                    <a:pt x="7109248" y="533094"/>
                  </a:lnTo>
                  <a:lnTo>
                    <a:pt x="7223855" y="532676"/>
                  </a:lnTo>
                  <a:lnTo>
                    <a:pt x="7336725" y="532205"/>
                  </a:lnTo>
                  <a:lnTo>
                    <a:pt x="7445411" y="531679"/>
                  </a:lnTo>
                  <a:lnTo>
                    <a:pt x="7548273" y="531098"/>
                  </a:lnTo>
                  <a:lnTo>
                    <a:pt x="7644398" y="530460"/>
                  </a:lnTo>
                  <a:lnTo>
                    <a:pt x="7733459" y="529759"/>
                  </a:lnTo>
                  <a:lnTo>
                    <a:pt x="7815567" y="528990"/>
                  </a:lnTo>
                  <a:lnTo>
                    <a:pt x="7891142" y="528145"/>
                  </a:lnTo>
                  <a:lnTo>
                    <a:pt x="7960799" y="527214"/>
                  </a:lnTo>
                  <a:lnTo>
                    <a:pt x="8025263" y="526188"/>
                  </a:lnTo>
                  <a:lnTo>
                    <a:pt x="8085311" y="525054"/>
                  </a:lnTo>
                  <a:lnTo>
                    <a:pt x="8141718" y="523805"/>
                  </a:lnTo>
                  <a:lnTo>
                    <a:pt x="8195220" y="522430"/>
                  </a:lnTo>
                  <a:lnTo>
                    <a:pt x="8229629" y="521443"/>
                  </a:lnTo>
                  <a:lnTo>
                    <a:pt x="8291250" y="519466"/>
                  </a:lnTo>
                  <a:lnTo>
                    <a:pt x="8350950" y="517290"/>
                  </a:lnTo>
                  <a:lnTo>
                    <a:pt x="8409444" y="514913"/>
                  </a:lnTo>
                  <a:lnTo>
                    <a:pt x="8467258" y="512338"/>
                  </a:lnTo>
                  <a:lnTo>
                    <a:pt x="8524764" y="509576"/>
                  </a:lnTo>
                  <a:lnTo>
                    <a:pt x="8582203" y="506645"/>
                  </a:lnTo>
                  <a:lnTo>
                    <a:pt x="8639710" y="503573"/>
                  </a:lnTo>
                  <a:lnTo>
                    <a:pt x="8697334" y="500393"/>
                  </a:lnTo>
                  <a:lnTo>
                    <a:pt x="8755058" y="497143"/>
                  </a:lnTo>
                  <a:lnTo>
                    <a:pt x="8812824" y="493868"/>
                  </a:lnTo>
                  <a:lnTo>
                    <a:pt x="8870560" y="490611"/>
                  </a:lnTo>
                  <a:lnTo>
                    <a:pt x="8928203" y="487417"/>
                  </a:lnTo>
                  <a:lnTo>
                    <a:pt x="8985728" y="484324"/>
                  </a:lnTo>
                  <a:lnTo>
                    <a:pt x="9043172" y="481369"/>
                  </a:lnTo>
                  <a:lnTo>
                    <a:pt x="9100653" y="478578"/>
                  </a:lnTo>
                  <a:lnTo>
                    <a:pt x="9158395" y="475971"/>
                  </a:lnTo>
                  <a:lnTo>
                    <a:pt x="9216747" y="473562"/>
                  </a:lnTo>
                  <a:lnTo>
                    <a:pt x="9276208" y="471353"/>
                  </a:lnTo>
                  <a:lnTo>
                    <a:pt x="9337458" y="469345"/>
                  </a:lnTo>
                  <a:lnTo>
                    <a:pt x="9347647" y="469036"/>
                  </a:lnTo>
                  <a:lnTo>
                    <a:pt x="9399582" y="467577"/>
                  </a:lnTo>
                  <a:lnTo>
                    <a:pt x="9453974" y="466245"/>
                  </a:lnTo>
                  <a:lnTo>
                    <a:pt x="9511508" y="465035"/>
                  </a:lnTo>
                  <a:lnTo>
                    <a:pt x="9572939" y="463938"/>
                  </a:lnTo>
                  <a:lnTo>
                    <a:pt x="9639046" y="462945"/>
                  </a:lnTo>
                  <a:lnTo>
                    <a:pt x="9710596" y="462044"/>
                  </a:lnTo>
                  <a:lnTo>
                    <a:pt x="9788285" y="461225"/>
                  </a:lnTo>
                  <a:lnTo>
                    <a:pt x="9872673" y="460479"/>
                  </a:lnTo>
                  <a:lnTo>
                    <a:pt x="9964091" y="459800"/>
                  </a:lnTo>
                  <a:lnTo>
                    <a:pt x="10062521" y="459181"/>
                  </a:lnTo>
                  <a:lnTo>
                    <a:pt x="10167456" y="458619"/>
                  </a:lnTo>
                  <a:lnTo>
                    <a:pt x="10277755" y="458111"/>
                  </a:lnTo>
                  <a:lnTo>
                    <a:pt x="10391516" y="457657"/>
                  </a:lnTo>
                  <a:lnTo>
                    <a:pt x="10506019" y="457258"/>
                  </a:lnTo>
                  <a:lnTo>
                    <a:pt x="10617800" y="456914"/>
                  </a:lnTo>
                  <a:lnTo>
                    <a:pt x="10722890" y="456627"/>
                  </a:lnTo>
                  <a:lnTo>
                    <a:pt x="10817246" y="456396"/>
                  </a:lnTo>
                  <a:lnTo>
                    <a:pt x="10897316" y="456220"/>
                  </a:lnTo>
                  <a:lnTo>
                    <a:pt x="10960629" y="456094"/>
                  </a:lnTo>
                  <a:lnTo>
                    <a:pt x="11006271" y="456011"/>
                  </a:lnTo>
                  <a:lnTo>
                    <a:pt x="11035114" y="455964"/>
                  </a:lnTo>
                  <a:lnTo>
                    <a:pt x="11049802" y="455942"/>
                  </a:lnTo>
                  <a:lnTo>
                    <a:pt x="11054548" y="455935"/>
                  </a:lnTo>
                  <a:lnTo>
                    <a:pt x="11054891" y="455935"/>
                  </a:lnTo>
                  <a:lnTo>
                    <a:pt x="12049831" y="455935"/>
                  </a:lnTo>
                  <a:lnTo>
                    <a:pt x="12049831" y="445453"/>
                  </a:lnTo>
                  <a:lnTo>
                    <a:pt x="11054891" y="445453"/>
                  </a:lnTo>
                  <a:lnTo>
                    <a:pt x="11053755" y="445455"/>
                  </a:lnTo>
                  <a:lnTo>
                    <a:pt x="11046255" y="445466"/>
                  </a:lnTo>
                  <a:lnTo>
                    <a:pt x="11027251" y="445495"/>
                  </a:lnTo>
                  <a:lnTo>
                    <a:pt x="10993026" y="445553"/>
                  </a:lnTo>
                  <a:lnTo>
                    <a:pt x="10941510" y="445650"/>
                  </a:lnTo>
                  <a:lnTo>
                    <a:pt x="10872434" y="445792"/>
                  </a:lnTo>
                  <a:lnTo>
                    <a:pt x="10787271" y="445986"/>
                  </a:lnTo>
                  <a:lnTo>
                    <a:pt x="10688912" y="446235"/>
                  </a:lnTo>
                  <a:lnTo>
                    <a:pt x="10581139" y="446541"/>
                  </a:lnTo>
                  <a:lnTo>
                    <a:pt x="10468029" y="446904"/>
                  </a:lnTo>
                  <a:lnTo>
                    <a:pt x="10353422" y="447321"/>
                  </a:lnTo>
                  <a:lnTo>
                    <a:pt x="10240552" y="447793"/>
                  </a:lnTo>
                  <a:lnTo>
                    <a:pt x="10131866" y="448319"/>
                  </a:lnTo>
                  <a:lnTo>
                    <a:pt x="10029003" y="448900"/>
                  </a:lnTo>
                  <a:lnTo>
                    <a:pt x="9932878" y="449538"/>
                  </a:lnTo>
                  <a:lnTo>
                    <a:pt x="9843818" y="450239"/>
                  </a:lnTo>
                  <a:lnTo>
                    <a:pt x="9761710" y="451008"/>
                  </a:lnTo>
                  <a:lnTo>
                    <a:pt x="9686134" y="451853"/>
                  </a:lnTo>
                  <a:lnTo>
                    <a:pt x="9616478" y="452783"/>
                  </a:lnTo>
                  <a:lnTo>
                    <a:pt x="9552013" y="453810"/>
                  </a:lnTo>
                  <a:lnTo>
                    <a:pt x="9491965" y="454943"/>
                  </a:lnTo>
                  <a:lnTo>
                    <a:pt x="9435558" y="456193"/>
                  </a:lnTo>
                  <a:lnTo>
                    <a:pt x="9382056" y="457567"/>
                  </a:lnTo>
                  <a:lnTo>
                    <a:pt x="9347647" y="458555"/>
                  </a:lnTo>
                  <a:lnTo>
                    <a:pt x="9286026" y="460532"/>
                  </a:lnTo>
                  <a:lnTo>
                    <a:pt x="9226327" y="462708"/>
                  </a:lnTo>
                  <a:lnTo>
                    <a:pt x="9167833" y="465085"/>
                  </a:lnTo>
                  <a:lnTo>
                    <a:pt x="9110019" y="467660"/>
                  </a:lnTo>
                  <a:lnTo>
                    <a:pt x="9052513" y="470422"/>
                  </a:lnTo>
                  <a:lnTo>
                    <a:pt x="8995074" y="473352"/>
                  </a:lnTo>
                  <a:lnTo>
                    <a:pt x="8937566" y="476425"/>
                  </a:lnTo>
                  <a:lnTo>
                    <a:pt x="8879942" y="479605"/>
                  </a:lnTo>
                  <a:lnTo>
                    <a:pt x="8822218" y="482854"/>
                  </a:lnTo>
                  <a:lnTo>
                    <a:pt x="8764452" y="486130"/>
                  </a:lnTo>
                  <a:lnTo>
                    <a:pt x="8706717" y="489386"/>
                  </a:lnTo>
                  <a:lnTo>
                    <a:pt x="8649074" y="492581"/>
                  </a:lnTo>
                  <a:lnTo>
                    <a:pt x="8591549" y="495673"/>
                  </a:lnTo>
                  <a:lnTo>
                    <a:pt x="8534105" y="498629"/>
                  </a:lnTo>
                  <a:lnTo>
                    <a:pt x="8476624" y="501420"/>
                  </a:lnTo>
                  <a:lnTo>
                    <a:pt x="8418881" y="504026"/>
                  </a:lnTo>
                  <a:lnTo>
                    <a:pt x="8360529" y="506436"/>
                  </a:lnTo>
                  <a:lnTo>
                    <a:pt x="8301069" y="508644"/>
                  </a:lnTo>
                  <a:lnTo>
                    <a:pt x="8239818" y="510653"/>
                  </a:lnTo>
                  <a:lnTo>
                    <a:pt x="8229629" y="510961"/>
                  </a:lnTo>
                  <a:lnTo>
                    <a:pt x="8177694" y="512420"/>
                  </a:lnTo>
                  <a:lnTo>
                    <a:pt x="8123303" y="513753"/>
                  </a:lnTo>
                  <a:lnTo>
                    <a:pt x="8065769" y="514963"/>
                  </a:lnTo>
                  <a:lnTo>
                    <a:pt x="8004338" y="516059"/>
                  </a:lnTo>
                  <a:lnTo>
                    <a:pt x="7938230" y="517053"/>
                  </a:lnTo>
                  <a:lnTo>
                    <a:pt x="7866680" y="517954"/>
                  </a:lnTo>
                  <a:lnTo>
                    <a:pt x="7788991" y="518773"/>
                  </a:lnTo>
                  <a:lnTo>
                    <a:pt x="7704603" y="519518"/>
                  </a:lnTo>
                  <a:lnTo>
                    <a:pt x="7613186" y="520197"/>
                  </a:lnTo>
                  <a:lnTo>
                    <a:pt x="7514756" y="520816"/>
                  </a:lnTo>
                  <a:lnTo>
                    <a:pt x="7409821" y="521379"/>
                  </a:lnTo>
                  <a:lnTo>
                    <a:pt x="7299521" y="521886"/>
                  </a:lnTo>
                  <a:lnTo>
                    <a:pt x="7185761" y="522340"/>
                  </a:lnTo>
                  <a:lnTo>
                    <a:pt x="7071257" y="522740"/>
                  </a:lnTo>
                  <a:lnTo>
                    <a:pt x="6959476" y="523083"/>
                  </a:lnTo>
                  <a:lnTo>
                    <a:pt x="6854386" y="523370"/>
                  </a:lnTo>
                  <a:lnTo>
                    <a:pt x="6760030" y="523601"/>
                  </a:lnTo>
                  <a:lnTo>
                    <a:pt x="6679961" y="523777"/>
                  </a:lnTo>
                  <a:lnTo>
                    <a:pt x="6616647" y="523903"/>
                  </a:lnTo>
                  <a:lnTo>
                    <a:pt x="6571006" y="523986"/>
                  </a:lnTo>
                  <a:lnTo>
                    <a:pt x="6542162" y="524034"/>
                  </a:lnTo>
                  <a:lnTo>
                    <a:pt x="6527474" y="524056"/>
                  </a:lnTo>
                  <a:lnTo>
                    <a:pt x="6522729" y="524062"/>
                  </a:lnTo>
                  <a:lnTo>
                    <a:pt x="6522385" y="524063"/>
                  </a:lnTo>
                  <a:lnTo>
                    <a:pt x="5527445" y="524063"/>
                  </a:lnTo>
                  <a:lnTo>
                    <a:pt x="5526311" y="524053"/>
                  </a:lnTo>
                  <a:lnTo>
                    <a:pt x="5518826" y="523982"/>
                  </a:lnTo>
                  <a:lnTo>
                    <a:pt x="5499856" y="523785"/>
                  </a:lnTo>
                  <a:lnTo>
                    <a:pt x="5465690" y="523398"/>
                  </a:lnTo>
                  <a:lnTo>
                    <a:pt x="5414257" y="522757"/>
                  </a:lnTo>
                  <a:lnTo>
                    <a:pt x="5345286" y="521811"/>
                  </a:lnTo>
                  <a:lnTo>
                    <a:pt x="5260238" y="520520"/>
                  </a:lnTo>
                  <a:lnTo>
                    <a:pt x="5161996" y="518861"/>
                  </a:lnTo>
                  <a:lnTo>
                    <a:pt x="5054332" y="516824"/>
                  </a:lnTo>
                  <a:lnTo>
                    <a:pt x="4941314" y="514412"/>
                  </a:lnTo>
                  <a:lnTo>
                    <a:pt x="4826778" y="511632"/>
                  </a:lnTo>
                  <a:lnTo>
                    <a:pt x="4713957" y="508491"/>
                  </a:lnTo>
                  <a:lnTo>
                    <a:pt x="4605300" y="504991"/>
                  </a:lnTo>
                  <a:lnTo>
                    <a:pt x="4502448" y="501125"/>
                  </a:lnTo>
                  <a:lnTo>
                    <a:pt x="4406320" y="496875"/>
                  </a:lnTo>
                  <a:lnTo>
                    <a:pt x="4317246" y="492212"/>
                  </a:lnTo>
                  <a:lnTo>
                    <a:pt x="4235119" y="487094"/>
                  </a:lnTo>
                  <a:lnTo>
                    <a:pt x="4159522" y="481469"/>
                  </a:lnTo>
                  <a:lnTo>
                    <a:pt x="4089844" y="475276"/>
                  </a:lnTo>
                  <a:lnTo>
                    <a:pt x="4025361" y="468445"/>
                  </a:lnTo>
                  <a:lnTo>
                    <a:pt x="3965299" y="460905"/>
                  </a:lnTo>
                  <a:lnTo>
                    <a:pt x="3908883" y="452588"/>
                  </a:lnTo>
                  <a:lnTo>
                    <a:pt x="3855378" y="443444"/>
                  </a:lnTo>
                  <a:lnTo>
                    <a:pt x="3820202" y="436719"/>
                  </a:lnTo>
                  <a:lnTo>
                    <a:pt x="3759942" y="423850"/>
                  </a:lnTo>
                  <a:lnTo>
                    <a:pt x="3701536" y="409717"/>
                  </a:lnTo>
                  <a:lnTo>
                    <a:pt x="3644307" y="394300"/>
                  </a:lnTo>
                  <a:lnTo>
                    <a:pt x="3587756" y="377618"/>
                  </a:lnTo>
                  <a:lnTo>
                    <a:pt x="3531526" y="359736"/>
                  </a:lnTo>
                  <a:lnTo>
                    <a:pt x="3475380" y="340766"/>
                  </a:lnTo>
                  <a:lnTo>
                    <a:pt x="3419180" y="320867"/>
                  </a:lnTo>
                  <a:lnTo>
                    <a:pt x="3362872" y="300242"/>
                  </a:lnTo>
                  <a:lnTo>
                    <a:pt x="3306461" y="279130"/>
                  </a:lnTo>
                  <a:lnTo>
                    <a:pt x="3249997" y="257797"/>
                  </a:lnTo>
                  <a:lnTo>
                    <a:pt x="3193546" y="236519"/>
                  </a:lnTo>
                  <a:lnTo>
                    <a:pt x="3137172" y="215570"/>
                  </a:lnTo>
                  <a:lnTo>
                    <a:pt x="3080909" y="195206"/>
                  </a:lnTo>
                  <a:lnTo>
                    <a:pt x="3024741" y="175653"/>
                  </a:lnTo>
                  <a:lnTo>
                    <a:pt x="2968583" y="157098"/>
                  </a:lnTo>
                  <a:lnTo>
                    <a:pt x="2912261" y="139682"/>
                  </a:lnTo>
                  <a:lnTo>
                    <a:pt x="2855491" y="123496"/>
                  </a:lnTo>
                  <a:lnTo>
                    <a:pt x="2797864" y="108588"/>
                  </a:lnTo>
                  <a:lnTo>
                    <a:pt x="2738815" y="94961"/>
                  </a:lnTo>
                  <a:lnTo>
                    <a:pt x="2702183" y="87343"/>
                  </a:lnTo>
                  <a:lnTo>
                    <a:pt x="2650282" y="77622"/>
                  </a:lnTo>
                  <a:lnTo>
                    <a:pt x="2595928" y="68745"/>
                  </a:lnTo>
                  <a:lnTo>
                    <a:pt x="2538437" y="60681"/>
                  </a:lnTo>
                  <a:lnTo>
                    <a:pt x="2477055" y="53374"/>
                  </a:lnTo>
                  <a:lnTo>
                    <a:pt x="2411004" y="46753"/>
                  </a:lnTo>
                  <a:lnTo>
                    <a:pt x="2339520" y="40748"/>
                  </a:lnTo>
                  <a:lnTo>
                    <a:pt x="2261907" y="35290"/>
                  </a:lnTo>
                  <a:lnTo>
                    <a:pt x="2177606" y="30322"/>
                  </a:lnTo>
                  <a:lnTo>
                    <a:pt x="2086285" y="25794"/>
                  </a:lnTo>
                  <a:lnTo>
                    <a:pt x="1987960" y="21669"/>
                  </a:lnTo>
                  <a:lnTo>
                    <a:pt x="1883132" y="17920"/>
                  </a:lnTo>
                  <a:lnTo>
                    <a:pt x="1772937" y="14535"/>
                  </a:lnTo>
                  <a:lnTo>
                    <a:pt x="1659267" y="11508"/>
                  </a:lnTo>
                  <a:lnTo>
                    <a:pt x="1544829" y="8844"/>
                  </a:lnTo>
                  <a:lnTo>
                    <a:pt x="1433076" y="6551"/>
                  </a:lnTo>
                  <a:lnTo>
                    <a:pt x="1327966" y="4634"/>
                  </a:lnTo>
                  <a:lnTo>
                    <a:pt x="1233538" y="3093"/>
                  </a:lnTo>
                  <a:lnTo>
                    <a:pt x="1153344" y="1915"/>
                  </a:lnTo>
                  <a:lnTo>
                    <a:pt x="1089864" y="1071"/>
                  </a:lnTo>
                  <a:lnTo>
                    <a:pt x="1044033" y="517"/>
                  </a:lnTo>
                  <a:lnTo>
                    <a:pt x="1015002" y="197"/>
                  </a:lnTo>
                  <a:lnTo>
                    <a:pt x="1000154" y="48"/>
                  </a:lnTo>
                  <a:lnTo>
                    <a:pt x="995306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25" name="pl924"/>
            <p:cNvSpPr/>
            <p:nvPr/>
          </p:nvSpPr>
          <p:spPr>
            <a:xfrm>
              <a:off x="1199187" y="4512021"/>
              <a:ext cx="12049831" cy="524063"/>
            </a:xfrm>
            <a:custGeom>
              <a:avLst/>
              <a:pathLst>
                <a:path w="12049831" h="524063">
                  <a:moveTo>
                    <a:pt x="0" y="0"/>
                  </a:moveTo>
                  <a:lnTo>
                    <a:pt x="994940" y="0"/>
                  </a:lnTo>
                  <a:lnTo>
                    <a:pt x="996074" y="9"/>
                  </a:lnTo>
                  <a:lnTo>
                    <a:pt x="1003559" y="81"/>
                  </a:lnTo>
                  <a:lnTo>
                    <a:pt x="1022529" y="277"/>
                  </a:lnTo>
                  <a:lnTo>
                    <a:pt x="1056695" y="665"/>
                  </a:lnTo>
                  <a:lnTo>
                    <a:pt x="1108128" y="1305"/>
                  </a:lnTo>
                  <a:lnTo>
                    <a:pt x="1177099" y="2251"/>
                  </a:lnTo>
                  <a:lnTo>
                    <a:pt x="1262147" y="3542"/>
                  </a:lnTo>
                  <a:lnTo>
                    <a:pt x="1360389" y="5202"/>
                  </a:lnTo>
                  <a:lnTo>
                    <a:pt x="1468053" y="7239"/>
                  </a:lnTo>
                  <a:lnTo>
                    <a:pt x="1581071" y="9651"/>
                  </a:lnTo>
                  <a:lnTo>
                    <a:pt x="1695607" y="12431"/>
                  </a:lnTo>
                  <a:lnTo>
                    <a:pt x="1808428" y="15571"/>
                  </a:lnTo>
                  <a:lnTo>
                    <a:pt x="1917085" y="19071"/>
                  </a:lnTo>
                  <a:lnTo>
                    <a:pt x="2019937" y="22938"/>
                  </a:lnTo>
                  <a:lnTo>
                    <a:pt x="2116065" y="27188"/>
                  </a:lnTo>
                  <a:lnTo>
                    <a:pt x="2205139" y="31851"/>
                  </a:lnTo>
                  <a:lnTo>
                    <a:pt x="2287266" y="36969"/>
                  </a:lnTo>
                  <a:lnTo>
                    <a:pt x="2362863" y="42593"/>
                  </a:lnTo>
                  <a:lnTo>
                    <a:pt x="2432541" y="48787"/>
                  </a:lnTo>
                  <a:lnTo>
                    <a:pt x="2497024" y="55618"/>
                  </a:lnTo>
                  <a:lnTo>
                    <a:pt x="2557086" y="63158"/>
                  </a:lnTo>
                  <a:lnTo>
                    <a:pt x="2613502" y="71474"/>
                  </a:lnTo>
                  <a:lnTo>
                    <a:pt x="2667007" y="80619"/>
                  </a:lnTo>
                  <a:lnTo>
                    <a:pt x="2702183" y="87343"/>
                  </a:lnTo>
                  <a:lnTo>
                    <a:pt x="2762443" y="100213"/>
                  </a:lnTo>
                  <a:lnTo>
                    <a:pt x="2820849" y="114346"/>
                  </a:lnTo>
                  <a:lnTo>
                    <a:pt x="2878078" y="129763"/>
                  </a:lnTo>
                  <a:lnTo>
                    <a:pt x="2934629" y="146444"/>
                  </a:lnTo>
                  <a:lnTo>
                    <a:pt x="2990859" y="164326"/>
                  </a:lnTo>
                  <a:lnTo>
                    <a:pt x="3047005" y="183296"/>
                  </a:lnTo>
                  <a:lnTo>
                    <a:pt x="3103205" y="203195"/>
                  </a:lnTo>
                  <a:lnTo>
                    <a:pt x="3159513" y="223820"/>
                  </a:lnTo>
                  <a:lnTo>
                    <a:pt x="3215924" y="244932"/>
                  </a:lnTo>
                  <a:lnTo>
                    <a:pt x="3272388" y="266265"/>
                  </a:lnTo>
                  <a:lnTo>
                    <a:pt x="3328839" y="287543"/>
                  </a:lnTo>
                  <a:lnTo>
                    <a:pt x="3385213" y="308492"/>
                  </a:lnTo>
                  <a:lnTo>
                    <a:pt x="3441476" y="328856"/>
                  </a:lnTo>
                  <a:lnTo>
                    <a:pt x="3497644" y="348409"/>
                  </a:lnTo>
                  <a:lnTo>
                    <a:pt x="3553802" y="366964"/>
                  </a:lnTo>
                  <a:lnTo>
                    <a:pt x="3610124" y="384381"/>
                  </a:lnTo>
                  <a:lnTo>
                    <a:pt x="3666894" y="400566"/>
                  </a:lnTo>
                  <a:lnTo>
                    <a:pt x="3724521" y="415474"/>
                  </a:lnTo>
                  <a:lnTo>
                    <a:pt x="3783570" y="429102"/>
                  </a:lnTo>
                  <a:lnTo>
                    <a:pt x="3820202" y="436719"/>
                  </a:lnTo>
                  <a:lnTo>
                    <a:pt x="3872103" y="446440"/>
                  </a:lnTo>
                  <a:lnTo>
                    <a:pt x="3926457" y="455318"/>
                  </a:lnTo>
                  <a:lnTo>
                    <a:pt x="3983948" y="463381"/>
                  </a:lnTo>
                  <a:lnTo>
                    <a:pt x="4045330" y="470688"/>
                  </a:lnTo>
                  <a:lnTo>
                    <a:pt x="4111381" y="477309"/>
                  </a:lnTo>
                  <a:lnTo>
                    <a:pt x="4182865" y="483315"/>
                  </a:lnTo>
                  <a:lnTo>
                    <a:pt x="4260478" y="488772"/>
                  </a:lnTo>
                  <a:lnTo>
                    <a:pt x="4344779" y="493740"/>
                  </a:lnTo>
                  <a:lnTo>
                    <a:pt x="4436100" y="498268"/>
                  </a:lnTo>
                  <a:lnTo>
                    <a:pt x="4534425" y="502394"/>
                  </a:lnTo>
                  <a:lnTo>
                    <a:pt x="4639253" y="506142"/>
                  </a:lnTo>
                  <a:lnTo>
                    <a:pt x="4749448" y="509528"/>
                  </a:lnTo>
                  <a:lnTo>
                    <a:pt x="4863118" y="512554"/>
                  </a:lnTo>
                  <a:lnTo>
                    <a:pt x="4977556" y="515218"/>
                  </a:lnTo>
                  <a:lnTo>
                    <a:pt x="5089309" y="517512"/>
                  </a:lnTo>
                  <a:lnTo>
                    <a:pt x="5194419" y="519429"/>
                  </a:lnTo>
                  <a:lnTo>
                    <a:pt x="5288847" y="520970"/>
                  </a:lnTo>
                  <a:lnTo>
                    <a:pt x="5369041" y="522148"/>
                  </a:lnTo>
                  <a:lnTo>
                    <a:pt x="5432521" y="522992"/>
                  </a:lnTo>
                  <a:lnTo>
                    <a:pt x="5478352" y="523545"/>
                  </a:lnTo>
                  <a:lnTo>
                    <a:pt x="5507383" y="523865"/>
                  </a:lnTo>
                  <a:lnTo>
                    <a:pt x="5522231" y="524015"/>
                  </a:lnTo>
                  <a:lnTo>
                    <a:pt x="5527079" y="524060"/>
                  </a:lnTo>
                  <a:lnTo>
                    <a:pt x="5527445" y="524063"/>
                  </a:lnTo>
                  <a:lnTo>
                    <a:pt x="6522385" y="524063"/>
                  </a:lnTo>
                  <a:lnTo>
                    <a:pt x="6523522" y="524061"/>
                  </a:lnTo>
                  <a:lnTo>
                    <a:pt x="6531021" y="524051"/>
                  </a:lnTo>
                  <a:lnTo>
                    <a:pt x="6550025" y="524021"/>
                  </a:lnTo>
                  <a:lnTo>
                    <a:pt x="6584250" y="523963"/>
                  </a:lnTo>
                  <a:lnTo>
                    <a:pt x="6635766" y="523867"/>
                  </a:lnTo>
                  <a:lnTo>
                    <a:pt x="6704842" y="523725"/>
                  </a:lnTo>
                  <a:lnTo>
                    <a:pt x="6790005" y="523531"/>
                  </a:lnTo>
                  <a:lnTo>
                    <a:pt x="6888365" y="523281"/>
                  </a:lnTo>
                  <a:lnTo>
                    <a:pt x="6996138" y="522975"/>
                  </a:lnTo>
                  <a:lnTo>
                    <a:pt x="7109248" y="522613"/>
                  </a:lnTo>
                  <a:lnTo>
                    <a:pt x="7223855" y="522195"/>
                  </a:lnTo>
                  <a:lnTo>
                    <a:pt x="7336725" y="521723"/>
                  </a:lnTo>
                  <a:lnTo>
                    <a:pt x="7445411" y="521198"/>
                  </a:lnTo>
                  <a:lnTo>
                    <a:pt x="7548273" y="520617"/>
                  </a:lnTo>
                  <a:lnTo>
                    <a:pt x="7644398" y="519978"/>
                  </a:lnTo>
                  <a:lnTo>
                    <a:pt x="7733459" y="519278"/>
                  </a:lnTo>
                  <a:lnTo>
                    <a:pt x="7815567" y="518509"/>
                  </a:lnTo>
                  <a:lnTo>
                    <a:pt x="7891142" y="517664"/>
                  </a:lnTo>
                  <a:lnTo>
                    <a:pt x="7960799" y="516733"/>
                  </a:lnTo>
                  <a:lnTo>
                    <a:pt x="8025263" y="515706"/>
                  </a:lnTo>
                  <a:lnTo>
                    <a:pt x="8085311" y="514573"/>
                  </a:lnTo>
                  <a:lnTo>
                    <a:pt x="8141718" y="513323"/>
                  </a:lnTo>
                  <a:lnTo>
                    <a:pt x="8195220" y="511949"/>
                  </a:lnTo>
                  <a:lnTo>
                    <a:pt x="8229629" y="510961"/>
                  </a:lnTo>
                  <a:lnTo>
                    <a:pt x="8291250" y="508984"/>
                  </a:lnTo>
                  <a:lnTo>
                    <a:pt x="8350950" y="506809"/>
                  </a:lnTo>
                  <a:lnTo>
                    <a:pt x="8409444" y="504432"/>
                  </a:lnTo>
                  <a:lnTo>
                    <a:pt x="8467258" y="501857"/>
                  </a:lnTo>
                  <a:lnTo>
                    <a:pt x="8524764" y="499095"/>
                  </a:lnTo>
                  <a:lnTo>
                    <a:pt x="8582203" y="496164"/>
                  </a:lnTo>
                  <a:lnTo>
                    <a:pt x="8639710" y="493092"/>
                  </a:lnTo>
                  <a:lnTo>
                    <a:pt x="8697334" y="489911"/>
                  </a:lnTo>
                  <a:lnTo>
                    <a:pt x="8755058" y="486662"/>
                  </a:lnTo>
                  <a:lnTo>
                    <a:pt x="8812824" y="483387"/>
                  </a:lnTo>
                  <a:lnTo>
                    <a:pt x="8870560" y="480130"/>
                  </a:lnTo>
                  <a:lnTo>
                    <a:pt x="8928203" y="476935"/>
                  </a:lnTo>
                  <a:lnTo>
                    <a:pt x="8985728" y="473843"/>
                  </a:lnTo>
                  <a:lnTo>
                    <a:pt x="9043172" y="470888"/>
                  </a:lnTo>
                  <a:lnTo>
                    <a:pt x="9100653" y="468097"/>
                  </a:lnTo>
                  <a:lnTo>
                    <a:pt x="9158395" y="465490"/>
                  </a:lnTo>
                  <a:lnTo>
                    <a:pt x="9216747" y="463080"/>
                  </a:lnTo>
                  <a:lnTo>
                    <a:pt x="9276208" y="460872"/>
                  </a:lnTo>
                  <a:lnTo>
                    <a:pt x="9337458" y="458863"/>
                  </a:lnTo>
                  <a:lnTo>
                    <a:pt x="9347647" y="458555"/>
                  </a:lnTo>
                  <a:lnTo>
                    <a:pt x="9399582" y="457096"/>
                  </a:lnTo>
                  <a:lnTo>
                    <a:pt x="9453974" y="455764"/>
                  </a:lnTo>
                  <a:lnTo>
                    <a:pt x="9511508" y="454553"/>
                  </a:lnTo>
                  <a:lnTo>
                    <a:pt x="9572939" y="453457"/>
                  </a:lnTo>
                  <a:lnTo>
                    <a:pt x="9639046" y="452463"/>
                  </a:lnTo>
                  <a:lnTo>
                    <a:pt x="9710596" y="451562"/>
                  </a:lnTo>
                  <a:lnTo>
                    <a:pt x="9788285" y="450744"/>
                  </a:lnTo>
                  <a:lnTo>
                    <a:pt x="9872673" y="449998"/>
                  </a:lnTo>
                  <a:lnTo>
                    <a:pt x="9964091" y="449319"/>
                  </a:lnTo>
                  <a:lnTo>
                    <a:pt x="10062521" y="448700"/>
                  </a:lnTo>
                  <a:lnTo>
                    <a:pt x="10167456" y="448138"/>
                  </a:lnTo>
                  <a:lnTo>
                    <a:pt x="10277755" y="447630"/>
                  </a:lnTo>
                  <a:lnTo>
                    <a:pt x="10391516" y="447176"/>
                  </a:lnTo>
                  <a:lnTo>
                    <a:pt x="10506019" y="446777"/>
                  </a:lnTo>
                  <a:lnTo>
                    <a:pt x="10617800" y="446433"/>
                  </a:lnTo>
                  <a:lnTo>
                    <a:pt x="10722890" y="446146"/>
                  </a:lnTo>
                  <a:lnTo>
                    <a:pt x="10817246" y="445915"/>
                  </a:lnTo>
                  <a:lnTo>
                    <a:pt x="10897316" y="445739"/>
                  </a:lnTo>
                  <a:lnTo>
                    <a:pt x="10960629" y="445613"/>
                  </a:lnTo>
                  <a:lnTo>
                    <a:pt x="11006271" y="445530"/>
                  </a:lnTo>
                  <a:lnTo>
                    <a:pt x="11035114" y="445483"/>
                  </a:lnTo>
                  <a:lnTo>
                    <a:pt x="11049802" y="445460"/>
                  </a:lnTo>
                  <a:lnTo>
                    <a:pt x="11054548" y="445454"/>
                  </a:lnTo>
                  <a:lnTo>
                    <a:pt x="11054891" y="445453"/>
                  </a:lnTo>
                  <a:lnTo>
                    <a:pt x="12049831" y="445453"/>
                  </a:lnTo>
                  <a:lnTo>
                    <a:pt x="12049831" y="4454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6" name="pl925"/>
            <p:cNvSpPr/>
            <p:nvPr/>
          </p:nvSpPr>
          <p:spPr>
            <a:xfrm>
              <a:off x="1199187" y="4501540"/>
              <a:ext cx="12049831" cy="524063"/>
            </a:xfrm>
            <a:custGeom>
              <a:avLst/>
              <a:pathLst>
                <a:path w="12049831" h="524063">
                  <a:moveTo>
                    <a:pt x="12049831" y="445453"/>
                  </a:moveTo>
                  <a:lnTo>
                    <a:pt x="11054891" y="445453"/>
                  </a:lnTo>
                  <a:lnTo>
                    <a:pt x="11053755" y="445455"/>
                  </a:lnTo>
                  <a:lnTo>
                    <a:pt x="11046255" y="445466"/>
                  </a:lnTo>
                  <a:lnTo>
                    <a:pt x="11027251" y="445495"/>
                  </a:lnTo>
                  <a:lnTo>
                    <a:pt x="10993026" y="445553"/>
                  </a:lnTo>
                  <a:lnTo>
                    <a:pt x="10941510" y="445650"/>
                  </a:lnTo>
                  <a:lnTo>
                    <a:pt x="10872434" y="445792"/>
                  </a:lnTo>
                  <a:lnTo>
                    <a:pt x="10787271" y="445986"/>
                  </a:lnTo>
                  <a:lnTo>
                    <a:pt x="10688912" y="446235"/>
                  </a:lnTo>
                  <a:lnTo>
                    <a:pt x="10581139" y="446541"/>
                  </a:lnTo>
                  <a:lnTo>
                    <a:pt x="10468029" y="446904"/>
                  </a:lnTo>
                  <a:lnTo>
                    <a:pt x="10353422" y="447321"/>
                  </a:lnTo>
                  <a:lnTo>
                    <a:pt x="10240552" y="447793"/>
                  </a:lnTo>
                  <a:lnTo>
                    <a:pt x="10131866" y="448319"/>
                  </a:lnTo>
                  <a:lnTo>
                    <a:pt x="10029003" y="448900"/>
                  </a:lnTo>
                  <a:lnTo>
                    <a:pt x="9932878" y="449538"/>
                  </a:lnTo>
                  <a:lnTo>
                    <a:pt x="9843818" y="450239"/>
                  </a:lnTo>
                  <a:lnTo>
                    <a:pt x="9761710" y="451008"/>
                  </a:lnTo>
                  <a:lnTo>
                    <a:pt x="9686134" y="451853"/>
                  </a:lnTo>
                  <a:lnTo>
                    <a:pt x="9616478" y="452783"/>
                  </a:lnTo>
                  <a:lnTo>
                    <a:pt x="9552013" y="453810"/>
                  </a:lnTo>
                  <a:lnTo>
                    <a:pt x="9491965" y="454943"/>
                  </a:lnTo>
                  <a:lnTo>
                    <a:pt x="9435558" y="456193"/>
                  </a:lnTo>
                  <a:lnTo>
                    <a:pt x="9382056" y="457567"/>
                  </a:lnTo>
                  <a:lnTo>
                    <a:pt x="9347647" y="458555"/>
                  </a:lnTo>
                  <a:lnTo>
                    <a:pt x="9286026" y="460532"/>
                  </a:lnTo>
                  <a:lnTo>
                    <a:pt x="9226327" y="462708"/>
                  </a:lnTo>
                  <a:lnTo>
                    <a:pt x="9167833" y="465085"/>
                  </a:lnTo>
                  <a:lnTo>
                    <a:pt x="9110019" y="467660"/>
                  </a:lnTo>
                  <a:lnTo>
                    <a:pt x="9052513" y="470422"/>
                  </a:lnTo>
                  <a:lnTo>
                    <a:pt x="8995074" y="473352"/>
                  </a:lnTo>
                  <a:lnTo>
                    <a:pt x="8937566" y="476425"/>
                  </a:lnTo>
                  <a:lnTo>
                    <a:pt x="8879942" y="479605"/>
                  </a:lnTo>
                  <a:lnTo>
                    <a:pt x="8822218" y="482854"/>
                  </a:lnTo>
                  <a:lnTo>
                    <a:pt x="8764452" y="486130"/>
                  </a:lnTo>
                  <a:lnTo>
                    <a:pt x="8706717" y="489386"/>
                  </a:lnTo>
                  <a:lnTo>
                    <a:pt x="8649074" y="492581"/>
                  </a:lnTo>
                  <a:lnTo>
                    <a:pt x="8591549" y="495673"/>
                  </a:lnTo>
                  <a:lnTo>
                    <a:pt x="8534105" y="498629"/>
                  </a:lnTo>
                  <a:lnTo>
                    <a:pt x="8476624" y="501420"/>
                  </a:lnTo>
                  <a:lnTo>
                    <a:pt x="8418881" y="504026"/>
                  </a:lnTo>
                  <a:lnTo>
                    <a:pt x="8360529" y="506436"/>
                  </a:lnTo>
                  <a:lnTo>
                    <a:pt x="8301069" y="508644"/>
                  </a:lnTo>
                  <a:lnTo>
                    <a:pt x="8239818" y="510653"/>
                  </a:lnTo>
                  <a:lnTo>
                    <a:pt x="8229629" y="510961"/>
                  </a:lnTo>
                  <a:lnTo>
                    <a:pt x="8177694" y="512420"/>
                  </a:lnTo>
                  <a:lnTo>
                    <a:pt x="8123303" y="513753"/>
                  </a:lnTo>
                  <a:lnTo>
                    <a:pt x="8065769" y="514963"/>
                  </a:lnTo>
                  <a:lnTo>
                    <a:pt x="8004338" y="516059"/>
                  </a:lnTo>
                  <a:lnTo>
                    <a:pt x="7938230" y="517053"/>
                  </a:lnTo>
                  <a:lnTo>
                    <a:pt x="7866680" y="517954"/>
                  </a:lnTo>
                  <a:lnTo>
                    <a:pt x="7788991" y="518773"/>
                  </a:lnTo>
                  <a:lnTo>
                    <a:pt x="7704603" y="519518"/>
                  </a:lnTo>
                  <a:lnTo>
                    <a:pt x="7613186" y="520197"/>
                  </a:lnTo>
                  <a:lnTo>
                    <a:pt x="7514756" y="520816"/>
                  </a:lnTo>
                  <a:lnTo>
                    <a:pt x="7409821" y="521379"/>
                  </a:lnTo>
                  <a:lnTo>
                    <a:pt x="7299521" y="521886"/>
                  </a:lnTo>
                  <a:lnTo>
                    <a:pt x="7185761" y="522340"/>
                  </a:lnTo>
                  <a:lnTo>
                    <a:pt x="7071257" y="522740"/>
                  </a:lnTo>
                  <a:lnTo>
                    <a:pt x="6959476" y="523083"/>
                  </a:lnTo>
                  <a:lnTo>
                    <a:pt x="6854386" y="523370"/>
                  </a:lnTo>
                  <a:lnTo>
                    <a:pt x="6760030" y="523601"/>
                  </a:lnTo>
                  <a:lnTo>
                    <a:pt x="6679961" y="523777"/>
                  </a:lnTo>
                  <a:lnTo>
                    <a:pt x="6616647" y="523903"/>
                  </a:lnTo>
                  <a:lnTo>
                    <a:pt x="6571006" y="523986"/>
                  </a:lnTo>
                  <a:lnTo>
                    <a:pt x="6542162" y="524034"/>
                  </a:lnTo>
                  <a:lnTo>
                    <a:pt x="6527474" y="524056"/>
                  </a:lnTo>
                  <a:lnTo>
                    <a:pt x="6522729" y="524062"/>
                  </a:lnTo>
                  <a:lnTo>
                    <a:pt x="6522385" y="524063"/>
                  </a:lnTo>
                  <a:lnTo>
                    <a:pt x="5527445" y="524063"/>
                  </a:lnTo>
                  <a:lnTo>
                    <a:pt x="5526311" y="524053"/>
                  </a:lnTo>
                  <a:lnTo>
                    <a:pt x="5518826" y="523982"/>
                  </a:lnTo>
                  <a:lnTo>
                    <a:pt x="5499856" y="523785"/>
                  </a:lnTo>
                  <a:lnTo>
                    <a:pt x="5465690" y="523398"/>
                  </a:lnTo>
                  <a:lnTo>
                    <a:pt x="5414257" y="522757"/>
                  </a:lnTo>
                  <a:lnTo>
                    <a:pt x="5345286" y="521811"/>
                  </a:lnTo>
                  <a:lnTo>
                    <a:pt x="5260238" y="520520"/>
                  </a:lnTo>
                  <a:lnTo>
                    <a:pt x="5161996" y="518861"/>
                  </a:lnTo>
                  <a:lnTo>
                    <a:pt x="5054332" y="516824"/>
                  </a:lnTo>
                  <a:lnTo>
                    <a:pt x="4941314" y="514412"/>
                  </a:lnTo>
                  <a:lnTo>
                    <a:pt x="4826778" y="511632"/>
                  </a:lnTo>
                  <a:lnTo>
                    <a:pt x="4713957" y="508491"/>
                  </a:lnTo>
                  <a:lnTo>
                    <a:pt x="4605300" y="504991"/>
                  </a:lnTo>
                  <a:lnTo>
                    <a:pt x="4502448" y="501125"/>
                  </a:lnTo>
                  <a:lnTo>
                    <a:pt x="4406320" y="496875"/>
                  </a:lnTo>
                  <a:lnTo>
                    <a:pt x="4317246" y="492212"/>
                  </a:lnTo>
                  <a:lnTo>
                    <a:pt x="4235119" y="487094"/>
                  </a:lnTo>
                  <a:lnTo>
                    <a:pt x="4159522" y="481469"/>
                  </a:lnTo>
                  <a:lnTo>
                    <a:pt x="4089844" y="475276"/>
                  </a:lnTo>
                  <a:lnTo>
                    <a:pt x="4025361" y="468445"/>
                  </a:lnTo>
                  <a:lnTo>
                    <a:pt x="3965299" y="460905"/>
                  </a:lnTo>
                  <a:lnTo>
                    <a:pt x="3908883" y="452588"/>
                  </a:lnTo>
                  <a:lnTo>
                    <a:pt x="3855378" y="443444"/>
                  </a:lnTo>
                  <a:lnTo>
                    <a:pt x="3820202" y="436719"/>
                  </a:lnTo>
                  <a:lnTo>
                    <a:pt x="3759942" y="423850"/>
                  </a:lnTo>
                  <a:lnTo>
                    <a:pt x="3701536" y="409717"/>
                  </a:lnTo>
                  <a:lnTo>
                    <a:pt x="3644307" y="394300"/>
                  </a:lnTo>
                  <a:lnTo>
                    <a:pt x="3587756" y="377618"/>
                  </a:lnTo>
                  <a:lnTo>
                    <a:pt x="3531526" y="359736"/>
                  </a:lnTo>
                  <a:lnTo>
                    <a:pt x="3475380" y="340766"/>
                  </a:lnTo>
                  <a:lnTo>
                    <a:pt x="3419180" y="320867"/>
                  </a:lnTo>
                  <a:lnTo>
                    <a:pt x="3362872" y="300242"/>
                  </a:lnTo>
                  <a:lnTo>
                    <a:pt x="3306461" y="279130"/>
                  </a:lnTo>
                  <a:lnTo>
                    <a:pt x="3249997" y="257797"/>
                  </a:lnTo>
                  <a:lnTo>
                    <a:pt x="3193546" y="236519"/>
                  </a:lnTo>
                  <a:lnTo>
                    <a:pt x="3137172" y="215570"/>
                  </a:lnTo>
                  <a:lnTo>
                    <a:pt x="3080909" y="195206"/>
                  </a:lnTo>
                  <a:lnTo>
                    <a:pt x="3024741" y="175653"/>
                  </a:lnTo>
                  <a:lnTo>
                    <a:pt x="2968583" y="157098"/>
                  </a:lnTo>
                  <a:lnTo>
                    <a:pt x="2912261" y="139682"/>
                  </a:lnTo>
                  <a:lnTo>
                    <a:pt x="2855491" y="123496"/>
                  </a:lnTo>
                  <a:lnTo>
                    <a:pt x="2797864" y="108588"/>
                  </a:lnTo>
                  <a:lnTo>
                    <a:pt x="2738815" y="94961"/>
                  </a:lnTo>
                  <a:lnTo>
                    <a:pt x="2702183" y="87343"/>
                  </a:lnTo>
                  <a:lnTo>
                    <a:pt x="2650282" y="77622"/>
                  </a:lnTo>
                  <a:lnTo>
                    <a:pt x="2595928" y="68745"/>
                  </a:lnTo>
                  <a:lnTo>
                    <a:pt x="2538437" y="60681"/>
                  </a:lnTo>
                  <a:lnTo>
                    <a:pt x="2477055" y="53374"/>
                  </a:lnTo>
                  <a:lnTo>
                    <a:pt x="2411004" y="46753"/>
                  </a:lnTo>
                  <a:lnTo>
                    <a:pt x="2339520" y="40748"/>
                  </a:lnTo>
                  <a:lnTo>
                    <a:pt x="2261907" y="35290"/>
                  </a:lnTo>
                  <a:lnTo>
                    <a:pt x="2177606" y="30322"/>
                  </a:lnTo>
                  <a:lnTo>
                    <a:pt x="2086285" y="25794"/>
                  </a:lnTo>
                  <a:lnTo>
                    <a:pt x="1987960" y="21669"/>
                  </a:lnTo>
                  <a:lnTo>
                    <a:pt x="1883132" y="17920"/>
                  </a:lnTo>
                  <a:lnTo>
                    <a:pt x="1772937" y="14535"/>
                  </a:lnTo>
                  <a:lnTo>
                    <a:pt x="1659267" y="11508"/>
                  </a:lnTo>
                  <a:lnTo>
                    <a:pt x="1544829" y="8844"/>
                  </a:lnTo>
                  <a:lnTo>
                    <a:pt x="1433076" y="6551"/>
                  </a:lnTo>
                  <a:lnTo>
                    <a:pt x="1327966" y="4634"/>
                  </a:lnTo>
                  <a:lnTo>
                    <a:pt x="1233538" y="3093"/>
                  </a:lnTo>
                  <a:lnTo>
                    <a:pt x="1153344" y="1915"/>
                  </a:lnTo>
                  <a:lnTo>
                    <a:pt x="1089864" y="1071"/>
                  </a:lnTo>
                  <a:lnTo>
                    <a:pt x="1044033" y="517"/>
                  </a:lnTo>
                  <a:lnTo>
                    <a:pt x="1015002" y="197"/>
                  </a:lnTo>
                  <a:lnTo>
                    <a:pt x="1000154" y="48"/>
                  </a:lnTo>
                  <a:lnTo>
                    <a:pt x="995306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7" name="pg926"/>
            <p:cNvSpPr/>
            <p:nvPr/>
          </p:nvSpPr>
          <p:spPr>
            <a:xfrm>
              <a:off x="1199187" y="4512021"/>
              <a:ext cx="12049831" cy="1493580"/>
            </a:xfrm>
            <a:custGeom>
              <a:avLst/>
              <a:pathLst>
                <a:path w="12049831" h="1493580">
                  <a:moveTo>
                    <a:pt x="0" y="5240"/>
                  </a:moveTo>
                  <a:lnTo>
                    <a:pt x="994940" y="5240"/>
                  </a:lnTo>
                  <a:lnTo>
                    <a:pt x="996074" y="5250"/>
                  </a:lnTo>
                  <a:lnTo>
                    <a:pt x="1003559" y="5323"/>
                  </a:lnTo>
                  <a:lnTo>
                    <a:pt x="1022527" y="5523"/>
                  </a:lnTo>
                  <a:lnTo>
                    <a:pt x="1056691" y="5919"/>
                  </a:lnTo>
                  <a:lnTo>
                    <a:pt x="1108120" y="6572"/>
                  </a:lnTo>
                  <a:lnTo>
                    <a:pt x="1177087" y="7537"/>
                  </a:lnTo>
                  <a:lnTo>
                    <a:pt x="1262130" y="8853"/>
                  </a:lnTo>
                  <a:lnTo>
                    <a:pt x="1360367" y="10546"/>
                  </a:lnTo>
                  <a:lnTo>
                    <a:pt x="1468027" y="12623"/>
                  </a:lnTo>
                  <a:lnTo>
                    <a:pt x="1581041" y="15084"/>
                  </a:lnTo>
                  <a:lnTo>
                    <a:pt x="1695574" y="17919"/>
                  </a:lnTo>
                  <a:lnTo>
                    <a:pt x="1808392" y="21122"/>
                  </a:lnTo>
                  <a:lnTo>
                    <a:pt x="1917049" y="24692"/>
                  </a:lnTo>
                  <a:lnTo>
                    <a:pt x="2019900" y="28635"/>
                  </a:lnTo>
                  <a:lnTo>
                    <a:pt x="2116029" y="32970"/>
                  </a:lnTo>
                  <a:lnTo>
                    <a:pt x="2205102" y="37726"/>
                  </a:lnTo>
                  <a:lnTo>
                    <a:pt x="2287231" y="42946"/>
                  </a:lnTo>
                  <a:lnTo>
                    <a:pt x="2362828" y="48683"/>
                  </a:lnTo>
                  <a:lnTo>
                    <a:pt x="2432507" y="55000"/>
                  </a:lnTo>
                  <a:lnTo>
                    <a:pt x="2496991" y="61967"/>
                  </a:lnTo>
                  <a:lnTo>
                    <a:pt x="2557054" y="69657"/>
                  </a:lnTo>
                  <a:lnTo>
                    <a:pt x="2613470" y="78139"/>
                  </a:lnTo>
                  <a:lnTo>
                    <a:pt x="2666975" y="87466"/>
                  </a:lnTo>
                  <a:lnTo>
                    <a:pt x="2702183" y="94331"/>
                  </a:lnTo>
                  <a:lnTo>
                    <a:pt x="2762390" y="107445"/>
                  </a:lnTo>
                  <a:lnTo>
                    <a:pt x="2820746" y="121846"/>
                  </a:lnTo>
                  <a:lnTo>
                    <a:pt x="2877925" y="137555"/>
                  </a:lnTo>
                  <a:lnTo>
                    <a:pt x="2934427" y="154551"/>
                  </a:lnTo>
                  <a:lnTo>
                    <a:pt x="2990607" y="172769"/>
                  </a:lnTo>
                  <a:lnTo>
                    <a:pt x="3046703" y="192096"/>
                  </a:lnTo>
                  <a:lnTo>
                    <a:pt x="3102852" y="212370"/>
                  </a:lnTo>
                  <a:lnTo>
                    <a:pt x="3159109" y="233385"/>
                  </a:lnTo>
                  <a:lnTo>
                    <a:pt x="3215468" y="254896"/>
                  </a:lnTo>
                  <a:lnTo>
                    <a:pt x="3271882" y="276636"/>
                  </a:lnTo>
                  <a:lnTo>
                    <a:pt x="3328282" y="298322"/>
                  </a:lnTo>
                  <a:lnTo>
                    <a:pt x="3384607" y="319676"/>
                  </a:lnTo>
                  <a:lnTo>
                    <a:pt x="3440821" y="340436"/>
                  </a:lnTo>
                  <a:lnTo>
                    <a:pt x="3496939" y="360374"/>
                  </a:lnTo>
                  <a:lnTo>
                    <a:pt x="3553046" y="379297"/>
                  </a:lnTo>
                  <a:lnTo>
                    <a:pt x="3609314" y="397063"/>
                  </a:lnTo>
                  <a:lnTo>
                    <a:pt x="3666023" y="413576"/>
                  </a:lnTo>
                  <a:lnTo>
                    <a:pt x="3723581" y="428789"/>
                  </a:lnTo>
                  <a:lnTo>
                    <a:pt x="3782548" y="442698"/>
                  </a:lnTo>
                  <a:lnTo>
                    <a:pt x="3820202" y="450694"/>
                  </a:lnTo>
                  <a:lnTo>
                    <a:pt x="3872101" y="460610"/>
                  </a:lnTo>
                  <a:lnTo>
                    <a:pt x="3926454" y="469664"/>
                  </a:lnTo>
                  <a:lnTo>
                    <a:pt x="3983944" y="477889"/>
                  </a:lnTo>
                  <a:lnTo>
                    <a:pt x="4045324" y="485342"/>
                  </a:lnTo>
                  <a:lnTo>
                    <a:pt x="4111372" y="492095"/>
                  </a:lnTo>
                  <a:lnTo>
                    <a:pt x="4182853" y="498221"/>
                  </a:lnTo>
                  <a:lnTo>
                    <a:pt x="4260463" y="503787"/>
                  </a:lnTo>
                  <a:lnTo>
                    <a:pt x="4344760" y="508855"/>
                  </a:lnTo>
                  <a:lnTo>
                    <a:pt x="4436077" y="513473"/>
                  </a:lnTo>
                  <a:lnTo>
                    <a:pt x="4534398" y="517681"/>
                  </a:lnTo>
                  <a:lnTo>
                    <a:pt x="4639221" y="521504"/>
                  </a:lnTo>
                  <a:lnTo>
                    <a:pt x="4749413" y="524958"/>
                  </a:lnTo>
                  <a:lnTo>
                    <a:pt x="4863079" y="528045"/>
                  </a:lnTo>
                  <a:lnTo>
                    <a:pt x="4977514" y="530762"/>
                  </a:lnTo>
                  <a:lnTo>
                    <a:pt x="5089266" y="533102"/>
                  </a:lnTo>
                  <a:lnTo>
                    <a:pt x="5194376" y="535057"/>
                  </a:lnTo>
                  <a:lnTo>
                    <a:pt x="5288808" y="536629"/>
                  </a:lnTo>
                  <a:lnTo>
                    <a:pt x="5369007" y="537831"/>
                  </a:lnTo>
                  <a:lnTo>
                    <a:pt x="5432494" y="538692"/>
                  </a:lnTo>
                  <a:lnTo>
                    <a:pt x="5478332" y="539257"/>
                  </a:lnTo>
                  <a:lnTo>
                    <a:pt x="5507371" y="539583"/>
                  </a:lnTo>
                  <a:lnTo>
                    <a:pt x="5522225" y="539736"/>
                  </a:lnTo>
                  <a:lnTo>
                    <a:pt x="5527078" y="539782"/>
                  </a:lnTo>
                  <a:lnTo>
                    <a:pt x="5527445" y="539785"/>
                  </a:lnTo>
                  <a:lnTo>
                    <a:pt x="6522385" y="539785"/>
                  </a:lnTo>
                  <a:lnTo>
                    <a:pt x="6523515" y="539803"/>
                  </a:lnTo>
                  <a:lnTo>
                    <a:pt x="6530968" y="539932"/>
                  </a:lnTo>
                  <a:lnTo>
                    <a:pt x="6549858" y="540288"/>
                  </a:lnTo>
                  <a:lnTo>
                    <a:pt x="6583885" y="540990"/>
                  </a:lnTo>
                  <a:lnTo>
                    <a:pt x="6635121" y="542150"/>
                  </a:lnTo>
                  <a:lnTo>
                    <a:pt x="6703848" y="543864"/>
                  </a:lnTo>
                  <a:lnTo>
                    <a:pt x="6788623" y="546204"/>
                  </a:lnTo>
                  <a:lnTo>
                    <a:pt x="6886589" y="549212"/>
                  </a:lnTo>
                  <a:lnTo>
                    <a:pt x="6993997" y="552905"/>
                  </a:lnTo>
                  <a:lnTo>
                    <a:pt x="7106797" y="557279"/>
                  </a:lnTo>
                  <a:lnTo>
                    <a:pt x="7221164" y="562320"/>
                  </a:lnTo>
                  <a:lnTo>
                    <a:pt x="7333868" y="568017"/>
                  </a:lnTo>
                  <a:lnTo>
                    <a:pt x="7442458" y="574365"/>
                  </a:lnTo>
                  <a:lnTo>
                    <a:pt x="7545285" y="581377"/>
                  </a:lnTo>
                  <a:lnTo>
                    <a:pt x="7641420" y="589084"/>
                  </a:lnTo>
                  <a:lnTo>
                    <a:pt x="7730524" y="597541"/>
                  </a:lnTo>
                  <a:lnTo>
                    <a:pt x="7812696" y="606819"/>
                  </a:lnTo>
                  <a:lnTo>
                    <a:pt x="7888343" y="617015"/>
                  </a:lnTo>
                  <a:lnTo>
                    <a:pt x="7958071" y="628240"/>
                  </a:lnTo>
                  <a:lnTo>
                    <a:pt x="8022599" y="640618"/>
                  </a:lnTo>
                  <a:lnTo>
                    <a:pt x="8082695" y="654279"/>
                  </a:lnTo>
                  <a:lnTo>
                    <a:pt x="8139132" y="669345"/>
                  </a:lnTo>
                  <a:lnTo>
                    <a:pt x="8192643" y="685910"/>
                  </a:lnTo>
                  <a:lnTo>
                    <a:pt x="8229629" y="698751"/>
                  </a:lnTo>
                  <a:lnTo>
                    <a:pt x="8287181" y="721053"/>
                  </a:lnTo>
                  <a:lnTo>
                    <a:pt x="8343015" y="745447"/>
                  </a:lnTo>
                  <a:lnTo>
                    <a:pt x="8397729" y="771970"/>
                  </a:lnTo>
                  <a:lnTo>
                    <a:pt x="8451771" y="800598"/>
                  </a:lnTo>
                  <a:lnTo>
                    <a:pt x="8505472" y="831241"/>
                  </a:lnTo>
                  <a:lnTo>
                    <a:pt x="8559056" y="863737"/>
                  </a:lnTo>
                  <a:lnTo>
                    <a:pt x="8612664" y="897855"/>
                  </a:lnTo>
                  <a:lnTo>
                    <a:pt x="8666362" y="933290"/>
                  </a:lnTo>
                  <a:lnTo>
                    <a:pt x="8720162" y="969684"/>
                  </a:lnTo>
                  <a:lnTo>
                    <a:pt x="8774031" y="1006629"/>
                  </a:lnTo>
                  <a:lnTo>
                    <a:pt x="8827917" y="1043694"/>
                  </a:lnTo>
                  <a:lnTo>
                    <a:pt x="8881760" y="1080439"/>
                  </a:lnTo>
                  <a:lnTo>
                    <a:pt x="8935515" y="1116442"/>
                  </a:lnTo>
                  <a:lnTo>
                    <a:pt x="8989167" y="1151315"/>
                  </a:lnTo>
                  <a:lnTo>
                    <a:pt x="9042752" y="1184724"/>
                  </a:lnTo>
                  <a:lnTo>
                    <a:pt x="9096367" y="1216397"/>
                  </a:lnTo>
                  <a:lnTo>
                    <a:pt x="9150191" y="1246132"/>
                  </a:lnTo>
                  <a:lnTo>
                    <a:pt x="9204493" y="1273803"/>
                  </a:lnTo>
                  <a:lnTo>
                    <a:pt x="9259655" y="1299351"/>
                  </a:lnTo>
                  <a:lnTo>
                    <a:pt x="9316192" y="1322780"/>
                  </a:lnTo>
                  <a:lnTo>
                    <a:pt x="9347647" y="1334614"/>
                  </a:lnTo>
                  <a:lnTo>
                    <a:pt x="9399469" y="1352282"/>
                  </a:lnTo>
                  <a:lnTo>
                    <a:pt x="9453735" y="1368418"/>
                  </a:lnTo>
                  <a:lnTo>
                    <a:pt x="9511127" y="1383076"/>
                  </a:lnTo>
                  <a:lnTo>
                    <a:pt x="9572394" y="1396363"/>
                  </a:lnTo>
                  <a:lnTo>
                    <a:pt x="9638311" y="1408402"/>
                  </a:lnTo>
                  <a:lnTo>
                    <a:pt x="9709640" y="1419324"/>
                  </a:lnTo>
                  <a:lnTo>
                    <a:pt x="9787073" y="1429251"/>
                  </a:lnTo>
                  <a:lnTo>
                    <a:pt x="9871169" y="1438289"/>
                  </a:lnTo>
                  <a:lnTo>
                    <a:pt x="9962262" y="1446527"/>
                  </a:lnTo>
                  <a:lnTo>
                    <a:pt x="10060342" y="1454034"/>
                  </a:lnTo>
                  <a:lnTo>
                    <a:pt x="10164917" y="1460857"/>
                  </a:lnTo>
                  <a:lnTo>
                    <a:pt x="10274868" y="1467021"/>
                  </a:lnTo>
                  <a:lnTo>
                    <a:pt x="10388325" y="1472533"/>
                  </a:lnTo>
                  <a:lnTo>
                    <a:pt x="10502607" y="1477388"/>
                  </a:lnTo>
                  <a:lnTo>
                    <a:pt x="10614292" y="1481571"/>
                  </a:lnTo>
                  <a:lnTo>
                    <a:pt x="10719445" y="1485070"/>
                  </a:lnTo>
                  <a:lnTo>
                    <a:pt x="10814043" y="1487887"/>
                  </a:lnTo>
                  <a:lnTo>
                    <a:pt x="10894529" y="1490045"/>
                  </a:lnTo>
                  <a:lnTo>
                    <a:pt x="10958398" y="1491594"/>
                  </a:lnTo>
                  <a:lnTo>
                    <a:pt x="11004673" y="1492615"/>
                  </a:lnTo>
                  <a:lnTo>
                    <a:pt x="11034147" y="1493207"/>
                  </a:lnTo>
                  <a:lnTo>
                    <a:pt x="11049372" y="1493487"/>
                  </a:lnTo>
                  <a:lnTo>
                    <a:pt x="11054467" y="1493574"/>
                  </a:lnTo>
                  <a:lnTo>
                    <a:pt x="11054891" y="1493580"/>
                  </a:lnTo>
                  <a:lnTo>
                    <a:pt x="12049831" y="1493580"/>
                  </a:lnTo>
                  <a:lnTo>
                    <a:pt x="12049831" y="1488340"/>
                  </a:lnTo>
                  <a:lnTo>
                    <a:pt x="11054891" y="1488340"/>
                  </a:lnTo>
                  <a:lnTo>
                    <a:pt x="11053762" y="1488321"/>
                  </a:lnTo>
                  <a:lnTo>
                    <a:pt x="11046309" y="1488193"/>
                  </a:lnTo>
                  <a:lnTo>
                    <a:pt x="11027419" y="1487836"/>
                  </a:lnTo>
                  <a:lnTo>
                    <a:pt x="10993391" y="1487134"/>
                  </a:lnTo>
                  <a:lnTo>
                    <a:pt x="10942156" y="1485974"/>
                  </a:lnTo>
                  <a:lnTo>
                    <a:pt x="10873429" y="1484260"/>
                  </a:lnTo>
                  <a:lnTo>
                    <a:pt x="10788654" y="1481920"/>
                  </a:lnTo>
                  <a:lnTo>
                    <a:pt x="10690687" y="1478912"/>
                  </a:lnTo>
                  <a:lnTo>
                    <a:pt x="10583279" y="1475219"/>
                  </a:lnTo>
                  <a:lnTo>
                    <a:pt x="10470479" y="1470845"/>
                  </a:lnTo>
                  <a:lnTo>
                    <a:pt x="10356112" y="1465804"/>
                  </a:lnTo>
                  <a:lnTo>
                    <a:pt x="10243408" y="1460108"/>
                  </a:lnTo>
                  <a:lnTo>
                    <a:pt x="10134818" y="1453759"/>
                  </a:lnTo>
                  <a:lnTo>
                    <a:pt x="10031992" y="1446747"/>
                  </a:lnTo>
                  <a:lnTo>
                    <a:pt x="9935856" y="1439040"/>
                  </a:lnTo>
                  <a:lnTo>
                    <a:pt x="9846752" y="1430584"/>
                  </a:lnTo>
                  <a:lnTo>
                    <a:pt x="9764580" y="1421305"/>
                  </a:lnTo>
                  <a:lnTo>
                    <a:pt x="9688933" y="1411109"/>
                  </a:lnTo>
                  <a:lnTo>
                    <a:pt x="9619205" y="1399885"/>
                  </a:lnTo>
                  <a:lnTo>
                    <a:pt x="9554678" y="1387507"/>
                  </a:lnTo>
                  <a:lnTo>
                    <a:pt x="9494581" y="1373846"/>
                  </a:lnTo>
                  <a:lnTo>
                    <a:pt x="9438145" y="1358779"/>
                  </a:lnTo>
                  <a:lnTo>
                    <a:pt x="9384633" y="1342214"/>
                  </a:lnTo>
                  <a:lnTo>
                    <a:pt x="9347647" y="1329374"/>
                  </a:lnTo>
                  <a:lnTo>
                    <a:pt x="9290095" y="1307072"/>
                  </a:lnTo>
                  <a:lnTo>
                    <a:pt x="9234261" y="1282677"/>
                  </a:lnTo>
                  <a:lnTo>
                    <a:pt x="9179548" y="1256154"/>
                  </a:lnTo>
                  <a:lnTo>
                    <a:pt x="9125505" y="1227526"/>
                  </a:lnTo>
                  <a:lnTo>
                    <a:pt x="9071805" y="1196884"/>
                  </a:lnTo>
                  <a:lnTo>
                    <a:pt x="9018220" y="1164387"/>
                  </a:lnTo>
                  <a:lnTo>
                    <a:pt x="8964613" y="1130270"/>
                  </a:lnTo>
                  <a:lnTo>
                    <a:pt x="8910914" y="1094834"/>
                  </a:lnTo>
                  <a:lnTo>
                    <a:pt x="8857115" y="1058441"/>
                  </a:lnTo>
                  <a:lnTo>
                    <a:pt x="8803245" y="1021495"/>
                  </a:lnTo>
                  <a:lnTo>
                    <a:pt x="8749360" y="984431"/>
                  </a:lnTo>
                  <a:lnTo>
                    <a:pt x="8695517" y="947685"/>
                  </a:lnTo>
                  <a:lnTo>
                    <a:pt x="8641762" y="911682"/>
                  </a:lnTo>
                  <a:lnTo>
                    <a:pt x="8588109" y="876809"/>
                  </a:lnTo>
                  <a:lnTo>
                    <a:pt x="8534525" y="843400"/>
                  </a:lnTo>
                  <a:lnTo>
                    <a:pt x="8480909" y="811728"/>
                  </a:lnTo>
                  <a:lnTo>
                    <a:pt x="8427086" y="781992"/>
                  </a:lnTo>
                  <a:lnTo>
                    <a:pt x="8372784" y="754321"/>
                  </a:lnTo>
                  <a:lnTo>
                    <a:pt x="8317621" y="728774"/>
                  </a:lnTo>
                  <a:lnTo>
                    <a:pt x="8261085" y="705345"/>
                  </a:lnTo>
                  <a:lnTo>
                    <a:pt x="8229629" y="693510"/>
                  </a:lnTo>
                  <a:lnTo>
                    <a:pt x="8177808" y="675842"/>
                  </a:lnTo>
                  <a:lnTo>
                    <a:pt x="8123542" y="659707"/>
                  </a:lnTo>
                  <a:lnTo>
                    <a:pt x="8066150" y="645048"/>
                  </a:lnTo>
                  <a:lnTo>
                    <a:pt x="8004883" y="631762"/>
                  </a:lnTo>
                  <a:lnTo>
                    <a:pt x="7938965" y="619722"/>
                  </a:lnTo>
                  <a:lnTo>
                    <a:pt x="7867637" y="608800"/>
                  </a:lnTo>
                  <a:lnTo>
                    <a:pt x="7790204" y="598873"/>
                  </a:lnTo>
                  <a:lnTo>
                    <a:pt x="7706107" y="589835"/>
                  </a:lnTo>
                  <a:lnTo>
                    <a:pt x="7615014" y="581597"/>
                  </a:lnTo>
                  <a:lnTo>
                    <a:pt x="7516934" y="574090"/>
                  </a:lnTo>
                  <a:lnTo>
                    <a:pt x="7412360" y="567268"/>
                  </a:lnTo>
                  <a:lnTo>
                    <a:pt x="7302408" y="561104"/>
                  </a:lnTo>
                  <a:lnTo>
                    <a:pt x="7188952" y="555591"/>
                  </a:lnTo>
                  <a:lnTo>
                    <a:pt x="7074669" y="550737"/>
                  </a:lnTo>
                  <a:lnTo>
                    <a:pt x="6962984" y="546554"/>
                  </a:lnTo>
                  <a:lnTo>
                    <a:pt x="6857831" y="543054"/>
                  </a:lnTo>
                  <a:lnTo>
                    <a:pt x="6763233" y="540237"/>
                  </a:lnTo>
                  <a:lnTo>
                    <a:pt x="6682748" y="538080"/>
                  </a:lnTo>
                  <a:lnTo>
                    <a:pt x="6618878" y="536530"/>
                  </a:lnTo>
                  <a:lnTo>
                    <a:pt x="6572603" y="535510"/>
                  </a:lnTo>
                  <a:lnTo>
                    <a:pt x="6543129" y="534917"/>
                  </a:lnTo>
                  <a:lnTo>
                    <a:pt x="6527904" y="534637"/>
                  </a:lnTo>
                  <a:lnTo>
                    <a:pt x="6522810" y="534551"/>
                  </a:lnTo>
                  <a:lnTo>
                    <a:pt x="6522385" y="534544"/>
                  </a:lnTo>
                  <a:lnTo>
                    <a:pt x="5527445" y="534544"/>
                  </a:lnTo>
                  <a:lnTo>
                    <a:pt x="5526311" y="534534"/>
                  </a:lnTo>
                  <a:lnTo>
                    <a:pt x="5518826" y="534461"/>
                  </a:lnTo>
                  <a:lnTo>
                    <a:pt x="5499858" y="534261"/>
                  </a:lnTo>
                  <a:lnTo>
                    <a:pt x="5465694" y="533866"/>
                  </a:lnTo>
                  <a:lnTo>
                    <a:pt x="5414265" y="533213"/>
                  </a:lnTo>
                  <a:lnTo>
                    <a:pt x="5345298" y="532248"/>
                  </a:lnTo>
                  <a:lnTo>
                    <a:pt x="5260255" y="530931"/>
                  </a:lnTo>
                  <a:lnTo>
                    <a:pt x="5162018" y="529238"/>
                  </a:lnTo>
                  <a:lnTo>
                    <a:pt x="5054358" y="527161"/>
                  </a:lnTo>
                  <a:lnTo>
                    <a:pt x="4941344" y="524701"/>
                  </a:lnTo>
                  <a:lnTo>
                    <a:pt x="4826811" y="521865"/>
                  </a:lnTo>
                  <a:lnTo>
                    <a:pt x="4713993" y="518662"/>
                  </a:lnTo>
                  <a:lnTo>
                    <a:pt x="4605336" y="515092"/>
                  </a:lnTo>
                  <a:lnTo>
                    <a:pt x="4502485" y="511149"/>
                  </a:lnTo>
                  <a:lnTo>
                    <a:pt x="4406356" y="506814"/>
                  </a:lnTo>
                  <a:lnTo>
                    <a:pt x="4317283" y="502058"/>
                  </a:lnTo>
                  <a:lnTo>
                    <a:pt x="4235154" y="496838"/>
                  </a:lnTo>
                  <a:lnTo>
                    <a:pt x="4159557" y="491101"/>
                  </a:lnTo>
                  <a:lnTo>
                    <a:pt x="4089878" y="484785"/>
                  </a:lnTo>
                  <a:lnTo>
                    <a:pt x="4025394" y="477818"/>
                  </a:lnTo>
                  <a:lnTo>
                    <a:pt x="3965331" y="470127"/>
                  </a:lnTo>
                  <a:lnTo>
                    <a:pt x="3908915" y="461645"/>
                  </a:lnTo>
                  <a:lnTo>
                    <a:pt x="3855410" y="452319"/>
                  </a:lnTo>
                  <a:lnTo>
                    <a:pt x="3820202" y="445453"/>
                  </a:lnTo>
                  <a:lnTo>
                    <a:pt x="3759995" y="432339"/>
                  </a:lnTo>
                  <a:lnTo>
                    <a:pt x="3701639" y="417938"/>
                  </a:lnTo>
                  <a:lnTo>
                    <a:pt x="3644460" y="402230"/>
                  </a:lnTo>
                  <a:lnTo>
                    <a:pt x="3587958" y="385234"/>
                  </a:lnTo>
                  <a:lnTo>
                    <a:pt x="3531778" y="367015"/>
                  </a:lnTo>
                  <a:lnTo>
                    <a:pt x="3475682" y="347688"/>
                  </a:lnTo>
                  <a:lnTo>
                    <a:pt x="3419533" y="327414"/>
                  </a:lnTo>
                  <a:lnTo>
                    <a:pt x="3363276" y="306400"/>
                  </a:lnTo>
                  <a:lnTo>
                    <a:pt x="3306917" y="284888"/>
                  </a:lnTo>
                  <a:lnTo>
                    <a:pt x="3250503" y="263148"/>
                  </a:lnTo>
                  <a:lnTo>
                    <a:pt x="3194103" y="241462"/>
                  </a:lnTo>
                  <a:lnTo>
                    <a:pt x="3137778" y="220109"/>
                  </a:lnTo>
                  <a:lnTo>
                    <a:pt x="3081564" y="199348"/>
                  </a:lnTo>
                  <a:lnTo>
                    <a:pt x="3025446" y="179411"/>
                  </a:lnTo>
                  <a:lnTo>
                    <a:pt x="2969339" y="160487"/>
                  </a:lnTo>
                  <a:lnTo>
                    <a:pt x="2913071" y="142721"/>
                  </a:lnTo>
                  <a:lnTo>
                    <a:pt x="2856362" y="126208"/>
                  </a:lnTo>
                  <a:lnTo>
                    <a:pt x="2798804" y="110995"/>
                  </a:lnTo>
                  <a:lnTo>
                    <a:pt x="2739837" y="97086"/>
                  </a:lnTo>
                  <a:lnTo>
                    <a:pt x="2702183" y="89090"/>
                  </a:lnTo>
                  <a:lnTo>
                    <a:pt x="2650284" y="79175"/>
                  </a:lnTo>
                  <a:lnTo>
                    <a:pt x="2595931" y="70120"/>
                  </a:lnTo>
                  <a:lnTo>
                    <a:pt x="2538441" y="61895"/>
                  </a:lnTo>
                  <a:lnTo>
                    <a:pt x="2477061" y="54442"/>
                  </a:lnTo>
                  <a:lnTo>
                    <a:pt x="2411013" y="47689"/>
                  </a:lnTo>
                  <a:lnTo>
                    <a:pt x="2339532" y="41564"/>
                  </a:lnTo>
                  <a:lnTo>
                    <a:pt x="2261922" y="35997"/>
                  </a:lnTo>
                  <a:lnTo>
                    <a:pt x="2177625" y="30930"/>
                  </a:lnTo>
                  <a:lnTo>
                    <a:pt x="2086308" y="26311"/>
                  </a:lnTo>
                  <a:lnTo>
                    <a:pt x="1987987" y="22103"/>
                  </a:lnTo>
                  <a:lnTo>
                    <a:pt x="1883164" y="18280"/>
                  </a:lnTo>
                  <a:lnTo>
                    <a:pt x="1772972" y="14827"/>
                  </a:lnTo>
                  <a:lnTo>
                    <a:pt x="1659306" y="11739"/>
                  </a:lnTo>
                  <a:lnTo>
                    <a:pt x="1544871" y="9022"/>
                  </a:lnTo>
                  <a:lnTo>
                    <a:pt x="1433119" y="6682"/>
                  </a:lnTo>
                  <a:lnTo>
                    <a:pt x="1328009" y="4727"/>
                  </a:lnTo>
                  <a:lnTo>
                    <a:pt x="1233577" y="3155"/>
                  </a:lnTo>
                  <a:lnTo>
                    <a:pt x="1153378" y="1953"/>
                  </a:lnTo>
                  <a:lnTo>
                    <a:pt x="1089891" y="1093"/>
                  </a:lnTo>
                  <a:lnTo>
                    <a:pt x="1044053" y="528"/>
                  </a:lnTo>
                  <a:lnTo>
                    <a:pt x="1015014" y="201"/>
                  </a:lnTo>
                  <a:lnTo>
                    <a:pt x="1000160" y="49"/>
                  </a:lnTo>
                  <a:lnTo>
                    <a:pt x="995307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28" name="pl927"/>
            <p:cNvSpPr/>
            <p:nvPr/>
          </p:nvSpPr>
          <p:spPr>
            <a:xfrm>
              <a:off x="1199187" y="4517262"/>
              <a:ext cx="12049831" cy="1488340"/>
            </a:xfrm>
            <a:custGeom>
              <a:avLst/>
              <a:pathLst>
                <a:path w="12049831" h="1488340">
                  <a:moveTo>
                    <a:pt x="0" y="0"/>
                  </a:moveTo>
                  <a:lnTo>
                    <a:pt x="994940" y="0"/>
                  </a:lnTo>
                  <a:lnTo>
                    <a:pt x="996074" y="10"/>
                  </a:lnTo>
                  <a:lnTo>
                    <a:pt x="1003559" y="82"/>
                  </a:lnTo>
                  <a:lnTo>
                    <a:pt x="1022527" y="283"/>
                  </a:lnTo>
                  <a:lnTo>
                    <a:pt x="1056691" y="678"/>
                  </a:lnTo>
                  <a:lnTo>
                    <a:pt x="1108120" y="1331"/>
                  </a:lnTo>
                  <a:lnTo>
                    <a:pt x="1177087" y="2296"/>
                  </a:lnTo>
                  <a:lnTo>
                    <a:pt x="1262130" y="3613"/>
                  </a:lnTo>
                  <a:lnTo>
                    <a:pt x="1360367" y="5305"/>
                  </a:lnTo>
                  <a:lnTo>
                    <a:pt x="1468027" y="7383"/>
                  </a:lnTo>
                  <a:lnTo>
                    <a:pt x="1581041" y="9843"/>
                  </a:lnTo>
                  <a:lnTo>
                    <a:pt x="1695574" y="12678"/>
                  </a:lnTo>
                  <a:lnTo>
                    <a:pt x="1808392" y="15882"/>
                  </a:lnTo>
                  <a:lnTo>
                    <a:pt x="1917049" y="19452"/>
                  </a:lnTo>
                  <a:lnTo>
                    <a:pt x="2019900" y="23395"/>
                  </a:lnTo>
                  <a:lnTo>
                    <a:pt x="2116029" y="27729"/>
                  </a:lnTo>
                  <a:lnTo>
                    <a:pt x="2205102" y="32486"/>
                  </a:lnTo>
                  <a:lnTo>
                    <a:pt x="2287231" y="37706"/>
                  </a:lnTo>
                  <a:lnTo>
                    <a:pt x="2362828" y="43442"/>
                  </a:lnTo>
                  <a:lnTo>
                    <a:pt x="2432507" y="49759"/>
                  </a:lnTo>
                  <a:lnTo>
                    <a:pt x="2496991" y="56726"/>
                  </a:lnTo>
                  <a:lnTo>
                    <a:pt x="2557054" y="64417"/>
                  </a:lnTo>
                  <a:lnTo>
                    <a:pt x="2613470" y="72899"/>
                  </a:lnTo>
                  <a:lnTo>
                    <a:pt x="2666975" y="82225"/>
                  </a:lnTo>
                  <a:lnTo>
                    <a:pt x="2702183" y="89090"/>
                  </a:lnTo>
                  <a:lnTo>
                    <a:pt x="2762390" y="102204"/>
                  </a:lnTo>
                  <a:lnTo>
                    <a:pt x="2820746" y="116606"/>
                  </a:lnTo>
                  <a:lnTo>
                    <a:pt x="2877925" y="132314"/>
                  </a:lnTo>
                  <a:lnTo>
                    <a:pt x="2934427" y="149310"/>
                  </a:lnTo>
                  <a:lnTo>
                    <a:pt x="2990607" y="167528"/>
                  </a:lnTo>
                  <a:lnTo>
                    <a:pt x="3046703" y="186855"/>
                  </a:lnTo>
                  <a:lnTo>
                    <a:pt x="3102852" y="207129"/>
                  </a:lnTo>
                  <a:lnTo>
                    <a:pt x="3159109" y="228144"/>
                  </a:lnTo>
                  <a:lnTo>
                    <a:pt x="3215468" y="249656"/>
                  </a:lnTo>
                  <a:lnTo>
                    <a:pt x="3271882" y="271395"/>
                  </a:lnTo>
                  <a:lnTo>
                    <a:pt x="3328282" y="293081"/>
                  </a:lnTo>
                  <a:lnTo>
                    <a:pt x="3384607" y="314435"/>
                  </a:lnTo>
                  <a:lnTo>
                    <a:pt x="3440821" y="335196"/>
                  </a:lnTo>
                  <a:lnTo>
                    <a:pt x="3496939" y="355133"/>
                  </a:lnTo>
                  <a:lnTo>
                    <a:pt x="3553046" y="374056"/>
                  </a:lnTo>
                  <a:lnTo>
                    <a:pt x="3609314" y="391822"/>
                  </a:lnTo>
                  <a:lnTo>
                    <a:pt x="3666023" y="408335"/>
                  </a:lnTo>
                  <a:lnTo>
                    <a:pt x="3723581" y="423549"/>
                  </a:lnTo>
                  <a:lnTo>
                    <a:pt x="3782548" y="437458"/>
                  </a:lnTo>
                  <a:lnTo>
                    <a:pt x="3820202" y="445453"/>
                  </a:lnTo>
                  <a:lnTo>
                    <a:pt x="3872101" y="455369"/>
                  </a:lnTo>
                  <a:lnTo>
                    <a:pt x="3926454" y="464424"/>
                  </a:lnTo>
                  <a:lnTo>
                    <a:pt x="3983944" y="472648"/>
                  </a:lnTo>
                  <a:lnTo>
                    <a:pt x="4045324" y="480101"/>
                  </a:lnTo>
                  <a:lnTo>
                    <a:pt x="4111372" y="486854"/>
                  </a:lnTo>
                  <a:lnTo>
                    <a:pt x="4182853" y="492980"/>
                  </a:lnTo>
                  <a:lnTo>
                    <a:pt x="4260463" y="498546"/>
                  </a:lnTo>
                  <a:lnTo>
                    <a:pt x="4344760" y="503614"/>
                  </a:lnTo>
                  <a:lnTo>
                    <a:pt x="4436077" y="508233"/>
                  </a:lnTo>
                  <a:lnTo>
                    <a:pt x="4534398" y="512440"/>
                  </a:lnTo>
                  <a:lnTo>
                    <a:pt x="4639221" y="516264"/>
                  </a:lnTo>
                  <a:lnTo>
                    <a:pt x="4749413" y="519717"/>
                  </a:lnTo>
                  <a:lnTo>
                    <a:pt x="4863079" y="522804"/>
                  </a:lnTo>
                  <a:lnTo>
                    <a:pt x="4977514" y="525522"/>
                  </a:lnTo>
                  <a:lnTo>
                    <a:pt x="5089266" y="527861"/>
                  </a:lnTo>
                  <a:lnTo>
                    <a:pt x="5194376" y="529817"/>
                  </a:lnTo>
                  <a:lnTo>
                    <a:pt x="5288808" y="531388"/>
                  </a:lnTo>
                  <a:lnTo>
                    <a:pt x="5369007" y="532590"/>
                  </a:lnTo>
                  <a:lnTo>
                    <a:pt x="5432494" y="533451"/>
                  </a:lnTo>
                  <a:lnTo>
                    <a:pt x="5478332" y="534016"/>
                  </a:lnTo>
                  <a:lnTo>
                    <a:pt x="5507371" y="534342"/>
                  </a:lnTo>
                  <a:lnTo>
                    <a:pt x="5522225" y="534495"/>
                  </a:lnTo>
                  <a:lnTo>
                    <a:pt x="5527078" y="534541"/>
                  </a:lnTo>
                  <a:lnTo>
                    <a:pt x="5527445" y="534544"/>
                  </a:lnTo>
                  <a:lnTo>
                    <a:pt x="6522385" y="534544"/>
                  </a:lnTo>
                  <a:lnTo>
                    <a:pt x="6523515" y="534562"/>
                  </a:lnTo>
                  <a:lnTo>
                    <a:pt x="6530968" y="534691"/>
                  </a:lnTo>
                  <a:lnTo>
                    <a:pt x="6549858" y="535047"/>
                  </a:lnTo>
                  <a:lnTo>
                    <a:pt x="6583885" y="535749"/>
                  </a:lnTo>
                  <a:lnTo>
                    <a:pt x="6635121" y="536909"/>
                  </a:lnTo>
                  <a:lnTo>
                    <a:pt x="6703848" y="538624"/>
                  </a:lnTo>
                  <a:lnTo>
                    <a:pt x="6788623" y="540964"/>
                  </a:lnTo>
                  <a:lnTo>
                    <a:pt x="6886589" y="543972"/>
                  </a:lnTo>
                  <a:lnTo>
                    <a:pt x="6993997" y="547665"/>
                  </a:lnTo>
                  <a:lnTo>
                    <a:pt x="7106797" y="552038"/>
                  </a:lnTo>
                  <a:lnTo>
                    <a:pt x="7221164" y="557080"/>
                  </a:lnTo>
                  <a:lnTo>
                    <a:pt x="7333868" y="562776"/>
                  </a:lnTo>
                  <a:lnTo>
                    <a:pt x="7442458" y="569124"/>
                  </a:lnTo>
                  <a:lnTo>
                    <a:pt x="7545285" y="576136"/>
                  </a:lnTo>
                  <a:lnTo>
                    <a:pt x="7641420" y="583844"/>
                  </a:lnTo>
                  <a:lnTo>
                    <a:pt x="7730524" y="592300"/>
                  </a:lnTo>
                  <a:lnTo>
                    <a:pt x="7812696" y="601579"/>
                  </a:lnTo>
                  <a:lnTo>
                    <a:pt x="7888343" y="611775"/>
                  </a:lnTo>
                  <a:lnTo>
                    <a:pt x="7958071" y="622999"/>
                  </a:lnTo>
                  <a:lnTo>
                    <a:pt x="8022599" y="635377"/>
                  </a:lnTo>
                  <a:lnTo>
                    <a:pt x="8082695" y="649038"/>
                  </a:lnTo>
                  <a:lnTo>
                    <a:pt x="8139132" y="664104"/>
                  </a:lnTo>
                  <a:lnTo>
                    <a:pt x="8192643" y="680670"/>
                  </a:lnTo>
                  <a:lnTo>
                    <a:pt x="8229629" y="693510"/>
                  </a:lnTo>
                  <a:lnTo>
                    <a:pt x="8287181" y="715812"/>
                  </a:lnTo>
                  <a:lnTo>
                    <a:pt x="8343015" y="740207"/>
                  </a:lnTo>
                  <a:lnTo>
                    <a:pt x="8397729" y="766729"/>
                  </a:lnTo>
                  <a:lnTo>
                    <a:pt x="8451771" y="795357"/>
                  </a:lnTo>
                  <a:lnTo>
                    <a:pt x="8505472" y="826000"/>
                  </a:lnTo>
                  <a:lnTo>
                    <a:pt x="8559056" y="858497"/>
                  </a:lnTo>
                  <a:lnTo>
                    <a:pt x="8612664" y="892614"/>
                  </a:lnTo>
                  <a:lnTo>
                    <a:pt x="8666362" y="928050"/>
                  </a:lnTo>
                  <a:lnTo>
                    <a:pt x="8720162" y="964443"/>
                  </a:lnTo>
                  <a:lnTo>
                    <a:pt x="8774031" y="1001389"/>
                  </a:lnTo>
                  <a:lnTo>
                    <a:pt x="8827917" y="1038453"/>
                  </a:lnTo>
                  <a:lnTo>
                    <a:pt x="8881760" y="1075198"/>
                  </a:lnTo>
                  <a:lnTo>
                    <a:pt x="8935515" y="1111201"/>
                  </a:lnTo>
                  <a:lnTo>
                    <a:pt x="8989167" y="1146075"/>
                  </a:lnTo>
                  <a:lnTo>
                    <a:pt x="9042752" y="1179483"/>
                  </a:lnTo>
                  <a:lnTo>
                    <a:pt x="9096367" y="1211156"/>
                  </a:lnTo>
                  <a:lnTo>
                    <a:pt x="9150191" y="1240892"/>
                  </a:lnTo>
                  <a:lnTo>
                    <a:pt x="9204493" y="1268563"/>
                  </a:lnTo>
                  <a:lnTo>
                    <a:pt x="9259655" y="1294110"/>
                  </a:lnTo>
                  <a:lnTo>
                    <a:pt x="9316192" y="1317539"/>
                  </a:lnTo>
                  <a:lnTo>
                    <a:pt x="9347647" y="1329374"/>
                  </a:lnTo>
                  <a:lnTo>
                    <a:pt x="9399469" y="1347041"/>
                  </a:lnTo>
                  <a:lnTo>
                    <a:pt x="9453735" y="1363177"/>
                  </a:lnTo>
                  <a:lnTo>
                    <a:pt x="9511127" y="1377836"/>
                  </a:lnTo>
                  <a:lnTo>
                    <a:pt x="9572394" y="1391122"/>
                  </a:lnTo>
                  <a:lnTo>
                    <a:pt x="9638311" y="1403161"/>
                  </a:lnTo>
                  <a:lnTo>
                    <a:pt x="9709640" y="1414084"/>
                  </a:lnTo>
                  <a:lnTo>
                    <a:pt x="9787073" y="1424010"/>
                  </a:lnTo>
                  <a:lnTo>
                    <a:pt x="9871169" y="1433048"/>
                  </a:lnTo>
                  <a:lnTo>
                    <a:pt x="9962262" y="1441287"/>
                  </a:lnTo>
                  <a:lnTo>
                    <a:pt x="10060342" y="1448794"/>
                  </a:lnTo>
                  <a:lnTo>
                    <a:pt x="10164917" y="1455616"/>
                  </a:lnTo>
                  <a:lnTo>
                    <a:pt x="10274868" y="1461780"/>
                  </a:lnTo>
                  <a:lnTo>
                    <a:pt x="10388325" y="1467293"/>
                  </a:lnTo>
                  <a:lnTo>
                    <a:pt x="10502607" y="1472147"/>
                  </a:lnTo>
                  <a:lnTo>
                    <a:pt x="10614292" y="1476330"/>
                  </a:lnTo>
                  <a:lnTo>
                    <a:pt x="10719445" y="1479829"/>
                  </a:lnTo>
                  <a:lnTo>
                    <a:pt x="10814043" y="1482646"/>
                  </a:lnTo>
                  <a:lnTo>
                    <a:pt x="10894529" y="1484804"/>
                  </a:lnTo>
                  <a:lnTo>
                    <a:pt x="10958398" y="1486354"/>
                  </a:lnTo>
                  <a:lnTo>
                    <a:pt x="11004673" y="1487374"/>
                  </a:lnTo>
                  <a:lnTo>
                    <a:pt x="11034147" y="1487967"/>
                  </a:lnTo>
                  <a:lnTo>
                    <a:pt x="11049372" y="1488247"/>
                  </a:lnTo>
                  <a:lnTo>
                    <a:pt x="11054467" y="1488333"/>
                  </a:lnTo>
                  <a:lnTo>
                    <a:pt x="11054891" y="1488340"/>
                  </a:lnTo>
                  <a:lnTo>
                    <a:pt x="12049831" y="1488340"/>
                  </a:lnTo>
                  <a:lnTo>
                    <a:pt x="12049831" y="14883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9" name="pl928"/>
            <p:cNvSpPr/>
            <p:nvPr/>
          </p:nvSpPr>
          <p:spPr>
            <a:xfrm>
              <a:off x="1199187" y="4512021"/>
              <a:ext cx="12049831" cy="1488340"/>
            </a:xfrm>
            <a:custGeom>
              <a:avLst/>
              <a:pathLst>
                <a:path w="12049831" h="1488340">
                  <a:moveTo>
                    <a:pt x="12049831" y="1488340"/>
                  </a:moveTo>
                  <a:lnTo>
                    <a:pt x="11054891" y="1488340"/>
                  </a:lnTo>
                  <a:lnTo>
                    <a:pt x="11053762" y="1488321"/>
                  </a:lnTo>
                  <a:lnTo>
                    <a:pt x="11046309" y="1488193"/>
                  </a:lnTo>
                  <a:lnTo>
                    <a:pt x="11027419" y="1487836"/>
                  </a:lnTo>
                  <a:lnTo>
                    <a:pt x="10993391" y="1487134"/>
                  </a:lnTo>
                  <a:lnTo>
                    <a:pt x="10942156" y="1485974"/>
                  </a:lnTo>
                  <a:lnTo>
                    <a:pt x="10873429" y="1484260"/>
                  </a:lnTo>
                  <a:lnTo>
                    <a:pt x="10788654" y="1481920"/>
                  </a:lnTo>
                  <a:lnTo>
                    <a:pt x="10690687" y="1478912"/>
                  </a:lnTo>
                  <a:lnTo>
                    <a:pt x="10583279" y="1475219"/>
                  </a:lnTo>
                  <a:lnTo>
                    <a:pt x="10470479" y="1470845"/>
                  </a:lnTo>
                  <a:lnTo>
                    <a:pt x="10356112" y="1465804"/>
                  </a:lnTo>
                  <a:lnTo>
                    <a:pt x="10243408" y="1460108"/>
                  </a:lnTo>
                  <a:lnTo>
                    <a:pt x="10134818" y="1453759"/>
                  </a:lnTo>
                  <a:lnTo>
                    <a:pt x="10031992" y="1446747"/>
                  </a:lnTo>
                  <a:lnTo>
                    <a:pt x="9935856" y="1439040"/>
                  </a:lnTo>
                  <a:lnTo>
                    <a:pt x="9846752" y="1430584"/>
                  </a:lnTo>
                  <a:lnTo>
                    <a:pt x="9764580" y="1421305"/>
                  </a:lnTo>
                  <a:lnTo>
                    <a:pt x="9688933" y="1411109"/>
                  </a:lnTo>
                  <a:lnTo>
                    <a:pt x="9619205" y="1399885"/>
                  </a:lnTo>
                  <a:lnTo>
                    <a:pt x="9554678" y="1387507"/>
                  </a:lnTo>
                  <a:lnTo>
                    <a:pt x="9494581" y="1373846"/>
                  </a:lnTo>
                  <a:lnTo>
                    <a:pt x="9438145" y="1358779"/>
                  </a:lnTo>
                  <a:lnTo>
                    <a:pt x="9384633" y="1342214"/>
                  </a:lnTo>
                  <a:lnTo>
                    <a:pt x="9347647" y="1329374"/>
                  </a:lnTo>
                  <a:lnTo>
                    <a:pt x="9290095" y="1307072"/>
                  </a:lnTo>
                  <a:lnTo>
                    <a:pt x="9234261" y="1282677"/>
                  </a:lnTo>
                  <a:lnTo>
                    <a:pt x="9179548" y="1256154"/>
                  </a:lnTo>
                  <a:lnTo>
                    <a:pt x="9125505" y="1227526"/>
                  </a:lnTo>
                  <a:lnTo>
                    <a:pt x="9071805" y="1196884"/>
                  </a:lnTo>
                  <a:lnTo>
                    <a:pt x="9018220" y="1164387"/>
                  </a:lnTo>
                  <a:lnTo>
                    <a:pt x="8964613" y="1130270"/>
                  </a:lnTo>
                  <a:lnTo>
                    <a:pt x="8910914" y="1094834"/>
                  </a:lnTo>
                  <a:lnTo>
                    <a:pt x="8857115" y="1058441"/>
                  </a:lnTo>
                  <a:lnTo>
                    <a:pt x="8803245" y="1021495"/>
                  </a:lnTo>
                  <a:lnTo>
                    <a:pt x="8749360" y="984431"/>
                  </a:lnTo>
                  <a:lnTo>
                    <a:pt x="8695517" y="947685"/>
                  </a:lnTo>
                  <a:lnTo>
                    <a:pt x="8641762" y="911682"/>
                  </a:lnTo>
                  <a:lnTo>
                    <a:pt x="8588109" y="876809"/>
                  </a:lnTo>
                  <a:lnTo>
                    <a:pt x="8534525" y="843400"/>
                  </a:lnTo>
                  <a:lnTo>
                    <a:pt x="8480909" y="811728"/>
                  </a:lnTo>
                  <a:lnTo>
                    <a:pt x="8427086" y="781992"/>
                  </a:lnTo>
                  <a:lnTo>
                    <a:pt x="8372784" y="754321"/>
                  </a:lnTo>
                  <a:lnTo>
                    <a:pt x="8317621" y="728774"/>
                  </a:lnTo>
                  <a:lnTo>
                    <a:pt x="8261085" y="705345"/>
                  </a:lnTo>
                  <a:lnTo>
                    <a:pt x="8229629" y="693510"/>
                  </a:lnTo>
                  <a:lnTo>
                    <a:pt x="8177808" y="675842"/>
                  </a:lnTo>
                  <a:lnTo>
                    <a:pt x="8123542" y="659707"/>
                  </a:lnTo>
                  <a:lnTo>
                    <a:pt x="8066150" y="645048"/>
                  </a:lnTo>
                  <a:lnTo>
                    <a:pt x="8004883" y="631762"/>
                  </a:lnTo>
                  <a:lnTo>
                    <a:pt x="7938965" y="619722"/>
                  </a:lnTo>
                  <a:lnTo>
                    <a:pt x="7867637" y="608800"/>
                  </a:lnTo>
                  <a:lnTo>
                    <a:pt x="7790204" y="598873"/>
                  </a:lnTo>
                  <a:lnTo>
                    <a:pt x="7706107" y="589835"/>
                  </a:lnTo>
                  <a:lnTo>
                    <a:pt x="7615014" y="581597"/>
                  </a:lnTo>
                  <a:lnTo>
                    <a:pt x="7516934" y="574090"/>
                  </a:lnTo>
                  <a:lnTo>
                    <a:pt x="7412360" y="567268"/>
                  </a:lnTo>
                  <a:lnTo>
                    <a:pt x="7302408" y="561104"/>
                  </a:lnTo>
                  <a:lnTo>
                    <a:pt x="7188952" y="555591"/>
                  </a:lnTo>
                  <a:lnTo>
                    <a:pt x="7074669" y="550737"/>
                  </a:lnTo>
                  <a:lnTo>
                    <a:pt x="6962984" y="546554"/>
                  </a:lnTo>
                  <a:lnTo>
                    <a:pt x="6857831" y="543054"/>
                  </a:lnTo>
                  <a:lnTo>
                    <a:pt x="6763233" y="540237"/>
                  </a:lnTo>
                  <a:lnTo>
                    <a:pt x="6682748" y="538080"/>
                  </a:lnTo>
                  <a:lnTo>
                    <a:pt x="6618878" y="536530"/>
                  </a:lnTo>
                  <a:lnTo>
                    <a:pt x="6572603" y="535510"/>
                  </a:lnTo>
                  <a:lnTo>
                    <a:pt x="6543129" y="534917"/>
                  </a:lnTo>
                  <a:lnTo>
                    <a:pt x="6527904" y="534637"/>
                  </a:lnTo>
                  <a:lnTo>
                    <a:pt x="6522810" y="534551"/>
                  </a:lnTo>
                  <a:lnTo>
                    <a:pt x="6522385" y="534544"/>
                  </a:lnTo>
                  <a:lnTo>
                    <a:pt x="5527445" y="534544"/>
                  </a:lnTo>
                  <a:lnTo>
                    <a:pt x="5526311" y="534534"/>
                  </a:lnTo>
                  <a:lnTo>
                    <a:pt x="5518826" y="534461"/>
                  </a:lnTo>
                  <a:lnTo>
                    <a:pt x="5499858" y="534261"/>
                  </a:lnTo>
                  <a:lnTo>
                    <a:pt x="5465694" y="533866"/>
                  </a:lnTo>
                  <a:lnTo>
                    <a:pt x="5414265" y="533213"/>
                  </a:lnTo>
                  <a:lnTo>
                    <a:pt x="5345298" y="532248"/>
                  </a:lnTo>
                  <a:lnTo>
                    <a:pt x="5260255" y="530931"/>
                  </a:lnTo>
                  <a:lnTo>
                    <a:pt x="5162018" y="529238"/>
                  </a:lnTo>
                  <a:lnTo>
                    <a:pt x="5054358" y="527161"/>
                  </a:lnTo>
                  <a:lnTo>
                    <a:pt x="4941344" y="524701"/>
                  </a:lnTo>
                  <a:lnTo>
                    <a:pt x="4826811" y="521865"/>
                  </a:lnTo>
                  <a:lnTo>
                    <a:pt x="4713993" y="518662"/>
                  </a:lnTo>
                  <a:lnTo>
                    <a:pt x="4605336" y="515092"/>
                  </a:lnTo>
                  <a:lnTo>
                    <a:pt x="4502485" y="511149"/>
                  </a:lnTo>
                  <a:lnTo>
                    <a:pt x="4406356" y="506814"/>
                  </a:lnTo>
                  <a:lnTo>
                    <a:pt x="4317283" y="502058"/>
                  </a:lnTo>
                  <a:lnTo>
                    <a:pt x="4235154" y="496838"/>
                  </a:lnTo>
                  <a:lnTo>
                    <a:pt x="4159557" y="491101"/>
                  </a:lnTo>
                  <a:lnTo>
                    <a:pt x="4089878" y="484785"/>
                  </a:lnTo>
                  <a:lnTo>
                    <a:pt x="4025394" y="477818"/>
                  </a:lnTo>
                  <a:lnTo>
                    <a:pt x="3965331" y="470127"/>
                  </a:lnTo>
                  <a:lnTo>
                    <a:pt x="3908915" y="461645"/>
                  </a:lnTo>
                  <a:lnTo>
                    <a:pt x="3855410" y="452319"/>
                  </a:lnTo>
                  <a:lnTo>
                    <a:pt x="3820202" y="445453"/>
                  </a:lnTo>
                  <a:lnTo>
                    <a:pt x="3759995" y="432339"/>
                  </a:lnTo>
                  <a:lnTo>
                    <a:pt x="3701639" y="417938"/>
                  </a:lnTo>
                  <a:lnTo>
                    <a:pt x="3644460" y="402230"/>
                  </a:lnTo>
                  <a:lnTo>
                    <a:pt x="3587958" y="385234"/>
                  </a:lnTo>
                  <a:lnTo>
                    <a:pt x="3531778" y="367015"/>
                  </a:lnTo>
                  <a:lnTo>
                    <a:pt x="3475682" y="347688"/>
                  </a:lnTo>
                  <a:lnTo>
                    <a:pt x="3419533" y="327414"/>
                  </a:lnTo>
                  <a:lnTo>
                    <a:pt x="3363276" y="306400"/>
                  </a:lnTo>
                  <a:lnTo>
                    <a:pt x="3306917" y="284888"/>
                  </a:lnTo>
                  <a:lnTo>
                    <a:pt x="3250503" y="263148"/>
                  </a:lnTo>
                  <a:lnTo>
                    <a:pt x="3194103" y="241462"/>
                  </a:lnTo>
                  <a:lnTo>
                    <a:pt x="3137778" y="220109"/>
                  </a:lnTo>
                  <a:lnTo>
                    <a:pt x="3081564" y="199348"/>
                  </a:lnTo>
                  <a:lnTo>
                    <a:pt x="3025446" y="179411"/>
                  </a:lnTo>
                  <a:lnTo>
                    <a:pt x="2969339" y="160487"/>
                  </a:lnTo>
                  <a:lnTo>
                    <a:pt x="2913071" y="142721"/>
                  </a:lnTo>
                  <a:lnTo>
                    <a:pt x="2856362" y="126208"/>
                  </a:lnTo>
                  <a:lnTo>
                    <a:pt x="2798804" y="110995"/>
                  </a:lnTo>
                  <a:lnTo>
                    <a:pt x="2739837" y="97086"/>
                  </a:lnTo>
                  <a:lnTo>
                    <a:pt x="2702183" y="89090"/>
                  </a:lnTo>
                  <a:lnTo>
                    <a:pt x="2650284" y="79175"/>
                  </a:lnTo>
                  <a:lnTo>
                    <a:pt x="2595931" y="70120"/>
                  </a:lnTo>
                  <a:lnTo>
                    <a:pt x="2538441" y="61895"/>
                  </a:lnTo>
                  <a:lnTo>
                    <a:pt x="2477061" y="54442"/>
                  </a:lnTo>
                  <a:lnTo>
                    <a:pt x="2411013" y="47689"/>
                  </a:lnTo>
                  <a:lnTo>
                    <a:pt x="2339532" y="41564"/>
                  </a:lnTo>
                  <a:lnTo>
                    <a:pt x="2261922" y="35997"/>
                  </a:lnTo>
                  <a:lnTo>
                    <a:pt x="2177625" y="30930"/>
                  </a:lnTo>
                  <a:lnTo>
                    <a:pt x="2086308" y="26311"/>
                  </a:lnTo>
                  <a:lnTo>
                    <a:pt x="1987987" y="22103"/>
                  </a:lnTo>
                  <a:lnTo>
                    <a:pt x="1883164" y="18280"/>
                  </a:lnTo>
                  <a:lnTo>
                    <a:pt x="1772972" y="14827"/>
                  </a:lnTo>
                  <a:lnTo>
                    <a:pt x="1659306" y="11739"/>
                  </a:lnTo>
                  <a:lnTo>
                    <a:pt x="1544871" y="9022"/>
                  </a:lnTo>
                  <a:lnTo>
                    <a:pt x="1433119" y="6682"/>
                  </a:lnTo>
                  <a:lnTo>
                    <a:pt x="1328009" y="4727"/>
                  </a:lnTo>
                  <a:lnTo>
                    <a:pt x="1233577" y="3155"/>
                  </a:lnTo>
                  <a:lnTo>
                    <a:pt x="1153378" y="1953"/>
                  </a:lnTo>
                  <a:lnTo>
                    <a:pt x="1089891" y="1093"/>
                  </a:lnTo>
                  <a:lnTo>
                    <a:pt x="1044053" y="528"/>
                  </a:lnTo>
                  <a:lnTo>
                    <a:pt x="1015014" y="201"/>
                  </a:lnTo>
                  <a:lnTo>
                    <a:pt x="1000160" y="49"/>
                  </a:lnTo>
                  <a:lnTo>
                    <a:pt x="995307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0" name="pg929"/>
            <p:cNvSpPr/>
            <p:nvPr/>
          </p:nvSpPr>
          <p:spPr>
            <a:xfrm>
              <a:off x="1199187" y="4370524"/>
              <a:ext cx="12049831" cy="2064809"/>
            </a:xfrm>
            <a:custGeom>
              <a:avLst/>
              <a:pathLst>
                <a:path w="12049831" h="2064809">
                  <a:moveTo>
                    <a:pt x="0" y="314438"/>
                  </a:moveTo>
                  <a:lnTo>
                    <a:pt x="994940" y="314438"/>
                  </a:lnTo>
                  <a:lnTo>
                    <a:pt x="996052" y="314470"/>
                  </a:lnTo>
                  <a:lnTo>
                    <a:pt x="1003398" y="314703"/>
                  </a:lnTo>
                  <a:lnTo>
                    <a:pt x="1022022" y="315347"/>
                  </a:lnTo>
                  <a:lnTo>
                    <a:pt x="1055590" y="316616"/>
                  </a:lnTo>
                  <a:lnTo>
                    <a:pt x="1106171" y="318713"/>
                  </a:lnTo>
                  <a:lnTo>
                    <a:pt x="1174084" y="321813"/>
                  </a:lnTo>
                  <a:lnTo>
                    <a:pt x="1257952" y="326047"/>
                  </a:lnTo>
                  <a:lnTo>
                    <a:pt x="1354997" y="331493"/>
                  </a:lnTo>
                  <a:lnTo>
                    <a:pt x="1461548" y="338182"/>
                  </a:lnTo>
                  <a:lnTo>
                    <a:pt x="1573617" y="346109"/>
                  </a:lnTo>
                  <a:lnTo>
                    <a:pt x="1687415" y="355251"/>
                  </a:lnTo>
                  <a:lnTo>
                    <a:pt x="1799723" y="365584"/>
                  </a:lnTo>
                  <a:lnTo>
                    <a:pt x="1908082" y="377100"/>
                  </a:lnTo>
                  <a:lnTo>
                    <a:pt x="2010818" y="389820"/>
                  </a:lnTo>
                  <a:lnTo>
                    <a:pt x="2106973" y="403798"/>
                  </a:lnTo>
                  <a:lnTo>
                    <a:pt x="2196175" y="419128"/>
                  </a:lnTo>
                  <a:lnTo>
                    <a:pt x="2278494" y="435940"/>
                  </a:lnTo>
                  <a:lnTo>
                    <a:pt x="2354310" y="454402"/>
                  </a:lnTo>
                  <a:lnTo>
                    <a:pt x="2424206" y="474713"/>
                  </a:lnTo>
                  <a:lnTo>
                    <a:pt x="2488882" y="497097"/>
                  </a:lnTo>
                  <a:lnTo>
                    <a:pt x="2549094" y="521789"/>
                  </a:lnTo>
                  <a:lnTo>
                    <a:pt x="2605604" y="549013"/>
                  </a:lnTo>
                  <a:lnTo>
                    <a:pt x="2659141" y="578945"/>
                  </a:lnTo>
                  <a:lnTo>
                    <a:pt x="2702183" y="606166"/>
                  </a:lnTo>
                  <a:lnTo>
                    <a:pt x="2753622" y="642496"/>
                  </a:lnTo>
                  <a:lnTo>
                    <a:pt x="2803636" y="681873"/>
                  </a:lnTo>
                  <a:lnTo>
                    <a:pt x="2852668" y="724356"/>
                  </a:lnTo>
                  <a:lnTo>
                    <a:pt x="2901064" y="769936"/>
                  </a:lnTo>
                  <a:lnTo>
                    <a:pt x="2949087" y="818530"/>
                  </a:lnTo>
                  <a:lnTo>
                    <a:pt x="2996931" y="869974"/>
                  </a:lnTo>
                  <a:lnTo>
                    <a:pt x="3044730" y="924018"/>
                  </a:lnTo>
                  <a:lnTo>
                    <a:pt x="3092567" y="980332"/>
                  </a:lnTo>
                  <a:lnTo>
                    <a:pt x="3140480" y="1038506"/>
                  </a:lnTo>
                  <a:lnTo>
                    <a:pt x="3188474" y="1098064"/>
                  </a:lnTo>
                  <a:lnTo>
                    <a:pt x="3236527" y="1158477"/>
                  </a:lnTo>
                  <a:lnTo>
                    <a:pt x="3284601" y="1219184"/>
                  </a:lnTo>
                  <a:lnTo>
                    <a:pt x="3332655" y="1279611"/>
                  </a:lnTo>
                  <a:lnTo>
                    <a:pt x="3380651" y="1339198"/>
                  </a:lnTo>
                  <a:lnTo>
                    <a:pt x="3428566" y="1397415"/>
                  </a:lnTo>
                  <a:lnTo>
                    <a:pt x="3476404" y="1453783"/>
                  </a:lnTo>
                  <a:lnTo>
                    <a:pt x="3524203" y="1507892"/>
                  </a:lnTo>
                  <a:lnTo>
                    <a:pt x="3572045" y="1559407"/>
                  </a:lnTo>
                  <a:lnTo>
                    <a:pt x="3620061" y="1608078"/>
                  </a:lnTo>
                  <a:lnTo>
                    <a:pt x="3668444" y="1653738"/>
                  </a:lnTo>
                  <a:lnTo>
                    <a:pt x="3717456" y="1696302"/>
                  </a:lnTo>
                  <a:lnTo>
                    <a:pt x="3767439" y="1735760"/>
                  </a:lnTo>
                  <a:lnTo>
                    <a:pt x="3818834" y="1772168"/>
                  </a:lnTo>
                  <a:lnTo>
                    <a:pt x="3820202" y="1773081"/>
                  </a:lnTo>
                  <a:lnTo>
                    <a:pt x="3871757" y="1805348"/>
                  </a:lnTo>
                  <a:lnTo>
                    <a:pt x="3925729" y="1834832"/>
                  </a:lnTo>
                  <a:lnTo>
                    <a:pt x="3982789" y="1861630"/>
                  </a:lnTo>
                  <a:lnTo>
                    <a:pt x="4043673" y="1885932"/>
                  </a:lnTo>
                  <a:lnTo>
                    <a:pt x="4109146" y="1907964"/>
                  </a:lnTo>
                  <a:lnTo>
                    <a:pt x="4179958" y="1927961"/>
                  </a:lnTo>
                  <a:lnTo>
                    <a:pt x="4256793" y="1946142"/>
                  </a:lnTo>
                  <a:lnTo>
                    <a:pt x="4340209" y="1962703"/>
                  </a:lnTo>
                  <a:lnTo>
                    <a:pt x="4430545" y="1977806"/>
                  </a:lnTo>
                  <a:lnTo>
                    <a:pt x="4527807" y="1991574"/>
                  </a:lnTo>
                  <a:lnTo>
                    <a:pt x="4631538" y="2004096"/>
                  </a:lnTo>
                  <a:lnTo>
                    <a:pt x="4740671" y="2015420"/>
                  </a:lnTo>
                  <a:lnTo>
                    <a:pt x="4853410" y="2025560"/>
                  </a:lnTo>
                  <a:lnTo>
                    <a:pt x="4967164" y="2034507"/>
                  </a:lnTo>
                  <a:lnTo>
                    <a:pt x="5078606" y="2042235"/>
                  </a:lnTo>
                  <a:lnTo>
                    <a:pt x="5183884" y="2048722"/>
                  </a:lnTo>
                  <a:lnTo>
                    <a:pt x="5279024" y="2053968"/>
                  </a:lnTo>
                  <a:lnTo>
                    <a:pt x="5360460" y="2058011"/>
                  </a:lnTo>
                  <a:lnTo>
                    <a:pt x="5425612" y="2060938"/>
                  </a:lnTo>
                  <a:lnTo>
                    <a:pt x="5473364" y="2062888"/>
                  </a:lnTo>
                  <a:lnTo>
                    <a:pt x="5504322" y="2064041"/>
                  </a:lnTo>
                  <a:lnTo>
                    <a:pt x="5520829" y="2064604"/>
                  </a:lnTo>
                  <a:lnTo>
                    <a:pt x="5526786" y="2064790"/>
                  </a:lnTo>
                  <a:lnTo>
                    <a:pt x="5527445" y="2064809"/>
                  </a:lnTo>
                  <a:lnTo>
                    <a:pt x="6522385" y="2064809"/>
                  </a:lnTo>
                  <a:lnTo>
                    <a:pt x="6523489" y="2064771"/>
                  </a:lnTo>
                  <a:lnTo>
                    <a:pt x="6530777" y="2064499"/>
                  </a:lnTo>
                  <a:lnTo>
                    <a:pt x="6549260" y="2063748"/>
                  </a:lnTo>
                  <a:lnTo>
                    <a:pt x="6582583" y="2062267"/>
                  </a:lnTo>
                  <a:lnTo>
                    <a:pt x="6632815" y="2059820"/>
                  </a:lnTo>
                  <a:lnTo>
                    <a:pt x="6700293" y="2056200"/>
                  </a:lnTo>
                  <a:lnTo>
                    <a:pt x="6783674" y="2051257"/>
                  </a:lnTo>
                  <a:lnTo>
                    <a:pt x="6880224" y="2044896"/>
                  </a:lnTo>
                  <a:lnTo>
                    <a:pt x="6986314" y="2037080"/>
                  </a:lnTo>
                  <a:lnTo>
                    <a:pt x="7097988" y="2027814"/>
                  </a:lnTo>
                  <a:lnTo>
                    <a:pt x="7211477" y="2017127"/>
                  </a:lnTo>
                  <a:lnTo>
                    <a:pt x="7323570" y="2005045"/>
                  </a:lnTo>
                  <a:lnTo>
                    <a:pt x="7431800" y="1991579"/>
                  </a:lnTo>
                  <a:lnTo>
                    <a:pt x="7534484" y="1976705"/>
                  </a:lnTo>
                  <a:lnTo>
                    <a:pt x="7630647" y="1960362"/>
                  </a:lnTo>
                  <a:lnTo>
                    <a:pt x="7719900" y="1942443"/>
                  </a:lnTo>
                  <a:lnTo>
                    <a:pt x="7802296" y="1922796"/>
                  </a:lnTo>
                  <a:lnTo>
                    <a:pt x="7878202" y="1901229"/>
                  </a:lnTo>
                  <a:lnTo>
                    <a:pt x="7948188" y="1877509"/>
                  </a:lnTo>
                  <a:lnTo>
                    <a:pt x="8012945" y="1851377"/>
                  </a:lnTo>
                  <a:lnTo>
                    <a:pt x="8073222" y="1822560"/>
                  </a:lnTo>
                  <a:lnTo>
                    <a:pt x="8129773" y="1790794"/>
                  </a:lnTo>
                  <a:lnTo>
                    <a:pt x="8183326" y="1755868"/>
                  </a:lnTo>
                  <a:lnTo>
                    <a:pt x="8229629" y="1721548"/>
                  </a:lnTo>
                  <a:lnTo>
                    <a:pt x="8278805" y="1680785"/>
                  </a:lnTo>
                  <a:lnTo>
                    <a:pt x="8326661" y="1636753"/>
                  </a:lnTo>
                  <a:lnTo>
                    <a:pt x="8373589" y="1589389"/>
                  </a:lnTo>
                  <a:lnTo>
                    <a:pt x="8419900" y="1538692"/>
                  </a:lnTo>
                  <a:lnTo>
                    <a:pt x="8465833" y="1484735"/>
                  </a:lnTo>
                  <a:lnTo>
                    <a:pt x="8511568" y="1427670"/>
                  </a:lnTo>
                  <a:lnTo>
                    <a:pt x="8557235" y="1367731"/>
                  </a:lnTo>
                  <a:lnTo>
                    <a:pt x="8602918" y="1305234"/>
                  </a:lnTo>
                  <a:lnTo>
                    <a:pt x="8648661" y="1240572"/>
                  </a:lnTo>
                  <a:lnTo>
                    <a:pt x="8694481" y="1174211"/>
                  </a:lnTo>
                  <a:lnTo>
                    <a:pt x="8740365" y="1106672"/>
                  </a:lnTo>
                  <a:lnTo>
                    <a:pt x="8786288" y="1038519"/>
                  </a:lnTo>
                  <a:lnTo>
                    <a:pt x="8832212" y="970335"/>
                  </a:lnTo>
                  <a:lnTo>
                    <a:pt x="8878102" y="902706"/>
                  </a:lnTo>
                  <a:lnTo>
                    <a:pt x="8923929" y="836200"/>
                  </a:lnTo>
                  <a:lnTo>
                    <a:pt x="8969680" y="771342"/>
                  </a:lnTo>
                  <a:lnTo>
                    <a:pt x="9015367" y="708604"/>
                  </a:lnTo>
                  <a:lnTo>
                    <a:pt x="9061033" y="648387"/>
                  </a:lnTo>
                  <a:lnTo>
                    <a:pt x="9106756" y="591016"/>
                  </a:lnTo>
                  <a:lnTo>
                    <a:pt x="9152661" y="536733"/>
                  </a:lnTo>
                  <a:lnTo>
                    <a:pt x="9198923" y="485698"/>
                  </a:lnTo>
                  <a:lnTo>
                    <a:pt x="9245775" y="437991"/>
                  </a:lnTo>
                  <a:lnTo>
                    <a:pt x="9293520" y="393620"/>
                  </a:lnTo>
                  <a:lnTo>
                    <a:pt x="9342540" y="352527"/>
                  </a:lnTo>
                  <a:lnTo>
                    <a:pt x="9347647" y="348502"/>
                  </a:lnTo>
                  <a:lnTo>
                    <a:pt x="9399060" y="310633"/>
                  </a:lnTo>
                  <a:lnTo>
                    <a:pt x="9452875" y="276022"/>
                  </a:lnTo>
                  <a:lnTo>
                    <a:pt x="9509757" y="244554"/>
                  </a:lnTo>
                  <a:lnTo>
                    <a:pt x="9570436" y="216010"/>
                  </a:lnTo>
                  <a:lnTo>
                    <a:pt x="9635671" y="190126"/>
                  </a:lnTo>
                  <a:lnTo>
                    <a:pt x="9706206" y="166627"/>
                  </a:lnTo>
                  <a:lnTo>
                    <a:pt x="9782722" y="145256"/>
                  </a:lnTo>
                  <a:lnTo>
                    <a:pt x="9865775" y="125786"/>
                  </a:lnTo>
                  <a:lnTo>
                    <a:pt x="9955705" y="108027"/>
                  </a:lnTo>
                  <a:lnTo>
                    <a:pt x="10052530" y="91831"/>
                  </a:lnTo>
                  <a:lnTo>
                    <a:pt x="10155808" y="77096"/>
                  </a:lnTo>
                  <a:lnTo>
                    <a:pt x="10264501" y="63765"/>
                  </a:lnTo>
                  <a:lnTo>
                    <a:pt x="10376851" y="51819"/>
                  </a:lnTo>
                  <a:lnTo>
                    <a:pt x="10490316" y="41268"/>
                  </a:lnTo>
                  <a:lnTo>
                    <a:pt x="10601617" y="32143"/>
                  </a:lnTo>
                  <a:lnTo>
                    <a:pt x="10706950" y="24470"/>
                  </a:lnTo>
                  <a:lnTo>
                    <a:pt x="10802365" y="18249"/>
                  </a:lnTo>
                  <a:lnTo>
                    <a:pt x="10884297" y="13440"/>
                  </a:lnTo>
                  <a:lnTo>
                    <a:pt x="10950127" y="9943"/>
                  </a:lnTo>
                  <a:lnTo>
                    <a:pt x="10998666" y="7599"/>
                  </a:lnTo>
                  <a:lnTo>
                    <a:pt x="11030424" y="6200"/>
                  </a:lnTo>
                  <a:lnTo>
                    <a:pt x="11047632" y="5507"/>
                  </a:lnTo>
                  <a:lnTo>
                    <a:pt x="11054076" y="526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7" y="38"/>
                  </a:lnTo>
                  <a:lnTo>
                    <a:pt x="11046499" y="310"/>
                  </a:lnTo>
                  <a:lnTo>
                    <a:pt x="11028016" y="1061"/>
                  </a:lnTo>
                  <a:lnTo>
                    <a:pt x="10994693" y="2541"/>
                  </a:lnTo>
                  <a:lnTo>
                    <a:pt x="10944462" y="4989"/>
                  </a:lnTo>
                  <a:lnTo>
                    <a:pt x="10876983" y="8608"/>
                  </a:lnTo>
                  <a:lnTo>
                    <a:pt x="10793602" y="13552"/>
                  </a:lnTo>
                  <a:lnTo>
                    <a:pt x="10697052" y="19913"/>
                  </a:lnTo>
                  <a:lnTo>
                    <a:pt x="10590962" y="27729"/>
                  </a:lnTo>
                  <a:lnTo>
                    <a:pt x="10479289" y="36994"/>
                  </a:lnTo>
                  <a:lnTo>
                    <a:pt x="10365799" y="47682"/>
                  </a:lnTo>
                  <a:lnTo>
                    <a:pt x="10253707" y="59764"/>
                  </a:lnTo>
                  <a:lnTo>
                    <a:pt x="10145477" y="73230"/>
                  </a:lnTo>
                  <a:lnTo>
                    <a:pt x="10042793" y="88104"/>
                  </a:lnTo>
                  <a:lnTo>
                    <a:pt x="9946630" y="104447"/>
                  </a:lnTo>
                  <a:lnTo>
                    <a:pt x="9857377" y="122366"/>
                  </a:lnTo>
                  <a:lnTo>
                    <a:pt x="9774981" y="142013"/>
                  </a:lnTo>
                  <a:lnTo>
                    <a:pt x="9699075" y="163580"/>
                  </a:lnTo>
                  <a:lnTo>
                    <a:pt x="9629089" y="187300"/>
                  </a:lnTo>
                  <a:lnTo>
                    <a:pt x="9564331" y="213432"/>
                  </a:lnTo>
                  <a:lnTo>
                    <a:pt x="9504055" y="242249"/>
                  </a:lnTo>
                  <a:lnTo>
                    <a:pt x="9447504" y="274015"/>
                  </a:lnTo>
                  <a:lnTo>
                    <a:pt x="9393951" y="308941"/>
                  </a:lnTo>
                  <a:lnTo>
                    <a:pt x="9347647" y="343261"/>
                  </a:lnTo>
                  <a:lnTo>
                    <a:pt x="9298472" y="384024"/>
                  </a:lnTo>
                  <a:lnTo>
                    <a:pt x="9250616" y="428056"/>
                  </a:lnTo>
                  <a:lnTo>
                    <a:pt x="9203687" y="475420"/>
                  </a:lnTo>
                  <a:lnTo>
                    <a:pt x="9157377" y="526117"/>
                  </a:lnTo>
                  <a:lnTo>
                    <a:pt x="9111444" y="580074"/>
                  </a:lnTo>
                  <a:lnTo>
                    <a:pt x="9065708" y="637138"/>
                  </a:lnTo>
                  <a:lnTo>
                    <a:pt x="9020041" y="697078"/>
                  </a:lnTo>
                  <a:lnTo>
                    <a:pt x="8974359" y="759575"/>
                  </a:lnTo>
                  <a:lnTo>
                    <a:pt x="8928615" y="824236"/>
                  </a:lnTo>
                  <a:lnTo>
                    <a:pt x="8882796" y="890598"/>
                  </a:lnTo>
                  <a:lnTo>
                    <a:pt x="8836911" y="958136"/>
                  </a:lnTo>
                  <a:lnTo>
                    <a:pt x="8790989" y="1026290"/>
                  </a:lnTo>
                  <a:lnTo>
                    <a:pt x="8745065" y="1094474"/>
                  </a:lnTo>
                  <a:lnTo>
                    <a:pt x="8699175" y="1162102"/>
                  </a:lnTo>
                  <a:lnTo>
                    <a:pt x="8653348" y="1228609"/>
                  </a:lnTo>
                  <a:lnTo>
                    <a:pt x="8607596" y="1293467"/>
                  </a:lnTo>
                  <a:lnTo>
                    <a:pt x="8561909" y="1356205"/>
                  </a:lnTo>
                  <a:lnTo>
                    <a:pt x="8516244" y="1416422"/>
                  </a:lnTo>
                  <a:lnTo>
                    <a:pt x="8470521" y="1473793"/>
                  </a:lnTo>
                  <a:lnTo>
                    <a:pt x="8424615" y="1528076"/>
                  </a:lnTo>
                  <a:lnTo>
                    <a:pt x="8378353" y="1579111"/>
                  </a:lnTo>
                  <a:lnTo>
                    <a:pt x="8331501" y="1626818"/>
                  </a:lnTo>
                  <a:lnTo>
                    <a:pt x="8283757" y="1671189"/>
                  </a:lnTo>
                  <a:lnTo>
                    <a:pt x="8234737" y="1712282"/>
                  </a:lnTo>
                  <a:lnTo>
                    <a:pt x="8229629" y="1716307"/>
                  </a:lnTo>
                  <a:lnTo>
                    <a:pt x="8178216" y="1754176"/>
                  </a:lnTo>
                  <a:lnTo>
                    <a:pt x="8124402" y="1788787"/>
                  </a:lnTo>
                  <a:lnTo>
                    <a:pt x="8067520" y="1820255"/>
                  </a:lnTo>
                  <a:lnTo>
                    <a:pt x="8006840" y="1848799"/>
                  </a:lnTo>
                  <a:lnTo>
                    <a:pt x="7941605" y="1874683"/>
                  </a:lnTo>
                  <a:lnTo>
                    <a:pt x="7871071" y="1898182"/>
                  </a:lnTo>
                  <a:lnTo>
                    <a:pt x="7794554" y="1919552"/>
                  </a:lnTo>
                  <a:lnTo>
                    <a:pt x="7711502" y="1939023"/>
                  </a:lnTo>
                  <a:lnTo>
                    <a:pt x="7621571" y="1956782"/>
                  </a:lnTo>
                  <a:lnTo>
                    <a:pt x="7524747" y="1972978"/>
                  </a:lnTo>
                  <a:lnTo>
                    <a:pt x="7421469" y="1987712"/>
                  </a:lnTo>
                  <a:lnTo>
                    <a:pt x="7312775" y="2001044"/>
                  </a:lnTo>
                  <a:lnTo>
                    <a:pt x="7200425" y="2012990"/>
                  </a:lnTo>
                  <a:lnTo>
                    <a:pt x="7086961" y="2023540"/>
                  </a:lnTo>
                  <a:lnTo>
                    <a:pt x="6975660" y="2032665"/>
                  </a:lnTo>
                  <a:lnTo>
                    <a:pt x="6870327" y="2040339"/>
                  </a:lnTo>
                  <a:lnTo>
                    <a:pt x="6774911" y="2046560"/>
                  </a:lnTo>
                  <a:lnTo>
                    <a:pt x="6692980" y="2051369"/>
                  </a:lnTo>
                  <a:lnTo>
                    <a:pt x="6627149" y="2054866"/>
                  </a:lnTo>
                  <a:lnTo>
                    <a:pt x="6578610" y="2057210"/>
                  </a:lnTo>
                  <a:lnTo>
                    <a:pt x="6546852" y="2058609"/>
                  </a:lnTo>
                  <a:lnTo>
                    <a:pt x="6529645" y="2059302"/>
                  </a:lnTo>
                  <a:lnTo>
                    <a:pt x="6523201" y="2059541"/>
                  </a:lnTo>
                  <a:lnTo>
                    <a:pt x="6522385" y="2059569"/>
                  </a:lnTo>
                  <a:lnTo>
                    <a:pt x="5527445" y="2059569"/>
                  </a:lnTo>
                  <a:lnTo>
                    <a:pt x="5526333" y="2059536"/>
                  </a:lnTo>
                  <a:lnTo>
                    <a:pt x="5518987" y="2059303"/>
                  </a:lnTo>
                  <a:lnTo>
                    <a:pt x="5500363" y="2058659"/>
                  </a:lnTo>
                  <a:lnTo>
                    <a:pt x="5466795" y="2057391"/>
                  </a:lnTo>
                  <a:lnTo>
                    <a:pt x="5416214" y="2055293"/>
                  </a:lnTo>
                  <a:lnTo>
                    <a:pt x="5348301" y="2052193"/>
                  </a:lnTo>
                  <a:lnTo>
                    <a:pt x="5264433" y="2047960"/>
                  </a:lnTo>
                  <a:lnTo>
                    <a:pt x="5167388" y="2042514"/>
                  </a:lnTo>
                  <a:lnTo>
                    <a:pt x="5060837" y="2035824"/>
                  </a:lnTo>
                  <a:lnTo>
                    <a:pt x="4948768" y="2027897"/>
                  </a:lnTo>
                  <a:lnTo>
                    <a:pt x="4834970" y="2018755"/>
                  </a:lnTo>
                  <a:lnTo>
                    <a:pt x="4722662" y="2008422"/>
                  </a:lnTo>
                  <a:lnTo>
                    <a:pt x="4614303" y="1996906"/>
                  </a:lnTo>
                  <a:lnTo>
                    <a:pt x="4511567" y="1984186"/>
                  </a:lnTo>
                  <a:lnTo>
                    <a:pt x="4415412" y="1970208"/>
                  </a:lnTo>
                  <a:lnTo>
                    <a:pt x="4326210" y="1954879"/>
                  </a:lnTo>
                  <a:lnTo>
                    <a:pt x="4243891" y="1938067"/>
                  </a:lnTo>
                  <a:lnTo>
                    <a:pt x="4168075" y="1919605"/>
                  </a:lnTo>
                  <a:lnTo>
                    <a:pt x="4098179" y="1899293"/>
                  </a:lnTo>
                  <a:lnTo>
                    <a:pt x="4033503" y="1876909"/>
                  </a:lnTo>
                  <a:lnTo>
                    <a:pt x="3973291" y="1852217"/>
                  </a:lnTo>
                  <a:lnTo>
                    <a:pt x="3916781" y="1824994"/>
                  </a:lnTo>
                  <a:lnTo>
                    <a:pt x="3863244" y="1795061"/>
                  </a:lnTo>
                  <a:lnTo>
                    <a:pt x="3820202" y="1767840"/>
                  </a:lnTo>
                  <a:lnTo>
                    <a:pt x="3768763" y="1731510"/>
                  </a:lnTo>
                  <a:lnTo>
                    <a:pt x="3718749" y="1692133"/>
                  </a:lnTo>
                  <a:lnTo>
                    <a:pt x="3669717" y="1649650"/>
                  </a:lnTo>
                  <a:lnTo>
                    <a:pt x="3621321" y="1604070"/>
                  </a:lnTo>
                  <a:lnTo>
                    <a:pt x="3573298" y="1555476"/>
                  </a:lnTo>
                  <a:lnTo>
                    <a:pt x="3525454" y="1504033"/>
                  </a:lnTo>
                  <a:lnTo>
                    <a:pt x="3477655" y="1449988"/>
                  </a:lnTo>
                  <a:lnTo>
                    <a:pt x="3429818" y="1393674"/>
                  </a:lnTo>
                  <a:lnTo>
                    <a:pt x="3381905" y="1335500"/>
                  </a:lnTo>
                  <a:lnTo>
                    <a:pt x="3333911" y="1275942"/>
                  </a:lnTo>
                  <a:lnTo>
                    <a:pt x="3285858" y="1215529"/>
                  </a:lnTo>
                  <a:lnTo>
                    <a:pt x="3237784" y="1154823"/>
                  </a:lnTo>
                  <a:lnTo>
                    <a:pt x="3189730" y="1094395"/>
                  </a:lnTo>
                  <a:lnTo>
                    <a:pt x="3141734" y="1034808"/>
                  </a:lnTo>
                  <a:lnTo>
                    <a:pt x="3093819" y="976592"/>
                  </a:lnTo>
                  <a:lnTo>
                    <a:pt x="3045981" y="920223"/>
                  </a:lnTo>
                  <a:lnTo>
                    <a:pt x="2998182" y="866115"/>
                  </a:lnTo>
                  <a:lnTo>
                    <a:pt x="2950340" y="814599"/>
                  </a:lnTo>
                  <a:lnTo>
                    <a:pt x="2902324" y="765928"/>
                  </a:lnTo>
                  <a:lnTo>
                    <a:pt x="2853941" y="720268"/>
                  </a:lnTo>
                  <a:lnTo>
                    <a:pt x="2804929" y="677704"/>
                  </a:lnTo>
                  <a:lnTo>
                    <a:pt x="2754946" y="638246"/>
                  </a:lnTo>
                  <a:lnTo>
                    <a:pt x="2703551" y="601838"/>
                  </a:lnTo>
                  <a:lnTo>
                    <a:pt x="2702183" y="600926"/>
                  </a:lnTo>
                  <a:lnTo>
                    <a:pt x="2650628" y="568658"/>
                  </a:lnTo>
                  <a:lnTo>
                    <a:pt x="2596656" y="539175"/>
                  </a:lnTo>
                  <a:lnTo>
                    <a:pt x="2539596" y="512376"/>
                  </a:lnTo>
                  <a:lnTo>
                    <a:pt x="2478712" y="488074"/>
                  </a:lnTo>
                  <a:lnTo>
                    <a:pt x="2413239" y="466042"/>
                  </a:lnTo>
                  <a:lnTo>
                    <a:pt x="2342427" y="446045"/>
                  </a:lnTo>
                  <a:lnTo>
                    <a:pt x="2265592" y="427864"/>
                  </a:lnTo>
                  <a:lnTo>
                    <a:pt x="2182176" y="411303"/>
                  </a:lnTo>
                  <a:lnTo>
                    <a:pt x="2091840" y="396201"/>
                  </a:lnTo>
                  <a:lnTo>
                    <a:pt x="1994578" y="382432"/>
                  </a:lnTo>
                  <a:lnTo>
                    <a:pt x="1890847" y="369910"/>
                  </a:lnTo>
                  <a:lnTo>
                    <a:pt x="1781714" y="358586"/>
                  </a:lnTo>
                  <a:lnTo>
                    <a:pt x="1668975" y="348446"/>
                  </a:lnTo>
                  <a:lnTo>
                    <a:pt x="1555221" y="339499"/>
                  </a:lnTo>
                  <a:lnTo>
                    <a:pt x="1443779" y="331771"/>
                  </a:lnTo>
                  <a:lnTo>
                    <a:pt x="1338501" y="325284"/>
                  </a:lnTo>
                  <a:lnTo>
                    <a:pt x="1243361" y="320038"/>
                  </a:lnTo>
                  <a:lnTo>
                    <a:pt x="1161925" y="315995"/>
                  </a:lnTo>
                  <a:lnTo>
                    <a:pt x="1096773" y="313068"/>
                  </a:lnTo>
                  <a:lnTo>
                    <a:pt x="1049021" y="311118"/>
                  </a:lnTo>
                  <a:lnTo>
                    <a:pt x="1018063" y="309965"/>
                  </a:lnTo>
                  <a:lnTo>
                    <a:pt x="1001556" y="309403"/>
                  </a:lnTo>
                  <a:lnTo>
                    <a:pt x="995599" y="309216"/>
                  </a:lnTo>
                  <a:lnTo>
                    <a:pt x="994940" y="309197"/>
                  </a:lnTo>
                  <a:lnTo>
                    <a:pt x="0" y="309197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31" name="pl930"/>
            <p:cNvSpPr/>
            <p:nvPr/>
          </p:nvSpPr>
          <p:spPr>
            <a:xfrm>
              <a:off x="1199187" y="4375764"/>
              <a:ext cx="12049831" cy="2059569"/>
            </a:xfrm>
            <a:custGeom>
              <a:avLst/>
              <a:pathLst>
                <a:path w="12049831" h="2059569">
                  <a:moveTo>
                    <a:pt x="0" y="309197"/>
                  </a:moveTo>
                  <a:lnTo>
                    <a:pt x="994940" y="309197"/>
                  </a:lnTo>
                  <a:lnTo>
                    <a:pt x="996052" y="309230"/>
                  </a:lnTo>
                  <a:lnTo>
                    <a:pt x="1003398" y="309463"/>
                  </a:lnTo>
                  <a:lnTo>
                    <a:pt x="1022022" y="310106"/>
                  </a:lnTo>
                  <a:lnTo>
                    <a:pt x="1055590" y="311375"/>
                  </a:lnTo>
                  <a:lnTo>
                    <a:pt x="1106171" y="313472"/>
                  </a:lnTo>
                  <a:lnTo>
                    <a:pt x="1174084" y="316572"/>
                  </a:lnTo>
                  <a:lnTo>
                    <a:pt x="1257952" y="320806"/>
                  </a:lnTo>
                  <a:lnTo>
                    <a:pt x="1354997" y="326252"/>
                  </a:lnTo>
                  <a:lnTo>
                    <a:pt x="1461548" y="332941"/>
                  </a:lnTo>
                  <a:lnTo>
                    <a:pt x="1573617" y="340869"/>
                  </a:lnTo>
                  <a:lnTo>
                    <a:pt x="1687415" y="350011"/>
                  </a:lnTo>
                  <a:lnTo>
                    <a:pt x="1799723" y="360343"/>
                  </a:lnTo>
                  <a:lnTo>
                    <a:pt x="1908082" y="371859"/>
                  </a:lnTo>
                  <a:lnTo>
                    <a:pt x="2010818" y="384579"/>
                  </a:lnTo>
                  <a:lnTo>
                    <a:pt x="2106973" y="398558"/>
                  </a:lnTo>
                  <a:lnTo>
                    <a:pt x="2196175" y="413887"/>
                  </a:lnTo>
                  <a:lnTo>
                    <a:pt x="2278494" y="430699"/>
                  </a:lnTo>
                  <a:lnTo>
                    <a:pt x="2354310" y="449161"/>
                  </a:lnTo>
                  <a:lnTo>
                    <a:pt x="2424206" y="469472"/>
                  </a:lnTo>
                  <a:lnTo>
                    <a:pt x="2488882" y="491857"/>
                  </a:lnTo>
                  <a:lnTo>
                    <a:pt x="2549094" y="516549"/>
                  </a:lnTo>
                  <a:lnTo>
                    <a:pt x="2605604" y="543772"/>
                  </a:lnTo>
                  <a:lnTo>
                    <a:pt x="2659141" y="573704"/>
                  </a:lnTo>
                  <a:lnTo>
                    <a:pt x="2702183" y="600926"/>
                  </a:lnTo>
                  <a:lnTo>
                    <a:pt x="2753622" y="637256"/>
                  </a:lnTo>
                  <a:lnTo>
                    <a:pt x="2803636" y="676633"/>
                  </a:lnTo>
                  <a:lnTo>
                    <a:pt x="2852668" y="719115"/>
                  </a:lnTo>
                  <a:lnTo>
                    <a:pt x="2901064" y="764695"/>
                  </a:lnTo>
                  <a:lnTo>
                    <a:pt x="2949087" y="813289"/>
                  </a:lnTo>
                  <a:lnTo>
                    <a:pt x="2996931" y="864733"/>
                  </a:lnTo>
                  <a:lnTo>
                    <a:pt x="3044730" y="918778"/>
                  </a:lnTo>
                  <a:lnTo>
                    <a:pt x="3092567" y="975092"/>
                  </a:lnTo>
                  <a:lnTo>
                    <a:pt x="3140480" y="1033266"/>
                  </a:lnTo>
                  <a:lnTo>
                    <a:pt x="3188474" y="1092823"/>
                  </a:lnTo>
                  <a:lnTo>
                    <a:pt x="3236527" y="1153236"/>
                  </a:lnTo>
                  <a:lnTo>
                    <a:pt x="3284601" y="1213943"/>
                  </a:lnTo>
                  <a:lnTo>
                    <a:pt x="3332655" y="1274371"/>
                  </a:lnTo>
                  <a:lnTo>
                    <a:pt x="3380651" y="1333958"/>
                  </a:lnTo>
                  <a:lnTo>
                    <a:pt x="3428566" y="1392174"/>
                  </a:lnTo>
                  <a:lnTo>
                    <a:pt x="3476404" y="1448542"/>
                  </a:lnTo>
                  <a:lnTo>
                    <a:pt x="3524203" y="1502651"/>
                  </a:lnTo>
                  <a:lnTo>
                    <a:pt x="3572045" y="1554166"/>
                  </a:lnTo>
                  <a:lnTo>
                    <a:pt x="3620061" y="1602837"/>
                  </a:lnTo>
                  <a:lnTo>
                    <a:pt x="3668444" y="1648497"/>
                  </a:lnTo>
                  <a:lnTo>
                    <a:pt x="3717456" y="1691062"/>
                  </a:lnTo>
                  <a:lnTo>
                    <a:pt x="3767439" y="1730519"/>
                  </a:lnTo>
                  <a:lnTo>
                    <a:pt x="3818834" y="1766928"/>
                  </a:lnTo>
                  <a:lnTo>
                    <a:pt x="3820202" y="1767840"/>
                  </a:lnTo>
                  <a:lnTo>
                    <a:pt x="3871757" y="1800107"/>
                  </a:lnTo>
                  <a:lnTo>
                    <a:pt x="3925729" y="1829591"/>
                  </a:lnTo>
                  <a:lnTo>
                    <a:pt x="3982789" y="1856390"/>
                  </a:lnTo>
                  <a:lnTo>
                    <a:pt x="4043673" y="1880692"/>
                  </a:lnTo>
                  <a:lnTo>
                    <a:pt x="4109146" y="1902724"/>
                  </a:lnTo>
                  <a:lnTo>
                    <a:pt x="4179958" y="1922720"/>
                  </a:lnTo>
                  <a:lnTo>
                    <a:pt x="4256793" y="1940902"/>
                  </a:lnTo>
                  <a:lnTo>
                    <a:pt x="4340209" y="1957463"/>
                  </a:lnTo>
                  <a:lnTo>
                    <a:pt x="4430545" y="1972565"/>
                  </a:lnTo>
                  <a:lnTo>
                    <a:pt x="4527807" y="1986334"/>
                  </a:lnTo>
                  <a:lnTo>
                    <a:pt x="4631538" y="1998856"/>
                  </a:lnTo>
                  <a:lnTo>
                    <a:pt x="4740671" y="2010179"/>
                  </a:lnTo>
                  <a:lnTo>
                    <a:pt x="4853410" y="2020320"/>
                  </a:lnTo>
                  <a:lnTo>
                    <a:pt x="4967164" y="2029266"/>
                  </a:lnTo>
                  <a:lnTo>
                    <a:pt x="5078606" y="2036994"/>
                  </a:lnTo>
                  <a:lnTo>
                    <a:pt x="5183884" y="2043481"/>
                  </a:lnTo>
                  <a:lnTo>
                    <a:pt x="5279024" y="2048727"/>
                  </a:lnTo>
                  <a:lnTo>
                    <a:pt x="5360460" y="2052770"/>
                  </a:lnTo>
                  <a:lnTo>
                    <a:pt x="5425612" y="2055698"/>
                  </a:lnTo>
                  <a:lnTo>
                    <a:pt x="5473364" y="2057648"/>
                  </a:lnTo>
                  <a:lnTo>
                    <a:pt x="5504322" y="2058801"/>
                  </a:lnTo>
                  <a:lnTo>
                    <a:pt x="5520829" y="2059363"/>
                  </a:lnTo>
                  <a:lnTo>
                    <a:pt x="5526786" y="2059550"/>
                  </a:lnTo>
                  <a:lnTo>
                    <a:pt x="5527445" y="2059569"/>
                  </a:lnTo>
                  <a:lnTo>
                    <a:pt x="6522385" y="2059569"/>
                  </a:lnTo>
                  <a:lnTo>
                    <a:pt x="6523489" y="2059531"/>
                  </a:lnTo>
                  <a:lnTo>
                    <a:pt x="6530777" y="2059259"/>
                  </a:lnTo>
                  <a:lnTo>
                    <a:pt x="6549260" y="2058507"/>
                  </a:lnTo>
                  <a:lnTo>
                    <a:pt x="6582583" y="2057027"/>
                  </a:lnTo>
                  <a:lnTo>
                    <a:pt x="6632815" y="2054579"/>
                  </a:lnTo>
                  <a:lnTo>
                    <a:pt x="6700293" y="2050960"/>
                  </a:lnTo>
                  <a:lnTo>
                    <a:pt x="6783674" y="2046016"/>
                  </a:lnTo>
                  <a:lnTo>
                    <a:pt x="6880224" y="2039655"/>
                  </a:lnTo>
                  <a:lnTo>
                    <a:pt x="6986314" y="2031839"/>
                  </a:lnTo>
                  <a:lnTo>
                    <a:pt x="7097988" y="2022574"/>
                  </a:lnTo>
                  <a:lnTo>
                    <a:pt x="7211477" y="2011886"/>
                  </a:lnTo>
                  <a:lnTo>
                    <a:pt x="7323570" y="1999805"/>
                  </a:lnTo>
                  <a:lnTo>
                    <a:pt x="7431800" y="1986338"/>
                  </a:lnTo>
                  <a:lnTo>
                    <a:pt x="7534484" y="1971464"/>
                  </a:lnTo>
                  <a:lnTo>
                    <a:pt x="7630647" y="1955121"/>
                  </a:lnTo>
                  <a:lnTo>
                    <a:pt x="7719900" y="1937202"/>
                  </a:lnTo>
                  <a:lnTo>
                    <a:pt x="7802296" y="1917556"/>
                  </a:lnTo>
                  <a:lnTo>
                    <a:pt x="7878202" y="1895988"/>
                  </a:lnTo>
                  <a:lnTo>
                    <a:pt x="7948188" y="1872268"/>
                  </a:lnTo>
                  <a:lnTo>
                    <a:pt x="8012945" y="1846137"/>
                  </a:lnTo>
                  <a:lnTo>
                    <a:pt x="8073222" y="1817319"/>
                  </a:lnTo>
                  <a:lnTo>
                    <a:pt x="8129773" y="1785553"/>
                  </a:lnTo>
                  <a:lnTo>
                    <a:pt x="8183326" y="1750627"/>
                  </a:lnTo>
                  <a:lnTo>
                    <a:pt x="8229629" y="1716307"/>
                  </a:lnTo>
                  <a:lnTo>
                    <a:pt x="8278805" y="1675544"/>
                  </a:lnTo>
                  <a:lnTo>
                    <a:pt x="8326661" y="1631512"/>
                  </a:lnTo>
                  <a:lnTo>
                    <a:pt x="8373589" y="1584148"/>
                  </a:lnTo>
                  <a:lnTo>
                    <a:pt x="8419900" y="1533451"/>
                  </a:lnTo>
                  <a:lnTo>
                    <a:pt x="8465833" y="1479494"/>
                  </a:lnTo>
                  <a:lnTo>
                    <a:pt x="8511568" y="1422430"/>
                  </a:lnTo>
                  <a:lnTo>
                    <a:pt x="8557235" y="1362491"/>
                  </a:lnTo>
                  <a:lnTo>
                    <a:pt x="8602918" y="1299993"/>
                  </a:lnTo>
                  <a:lnTo>
                    <a:pt x="8648661" y="1235332"/>
                  </a:lnTo>
                  <a:lnTo>
                    <a:pt x="8694481" y="1168971"/>
                  </a:lnTo>
                  <a:lnTo>
                    <a:pt x="8740365" y="1101432"/>
                  </a:lnTo>
                  <a:lnTo>
                    <a:pt x="8786288" y="1033278"/>
                  </a:lnTo>
                  <a:lnTo>
                    <a:pt x="8832212" y="965094"/>
                  </a:lnTo>
                  <a:lnTo>
                    <a:pt x="8878102" y="897466"/>
                  </a:lnTo>
                  <a:lnTo>
                    <a:pt x="8923929" y="830959"/>
                  </a:lnTo>
                  <a:lnTo>
                    <a:pt x="8969680" y="766101"/>
                  </a:lnTo>
                  <a:lnTo>
                    <a:pt x="9015367" y="703363"/>
                  </a:lnTo>
                  <a:lnTo>
                    <a:pt x="9061033" y="643146"/>
                  </a:lnTo>
                  <a:lnTo>
                    <a:pt x="9106756" y="585775"/>
                  </a:lnTo>
                  <a:lnTo>
                    <a:pt x="9152661" y="531492"/>
                  </a:lnTo>
                  <a:lnTo>
                    <a:pt x="9198923" y="480457"/>
                  </a:lnTo>
                  <a:lnTo>
                    <a:pt x="9245775" y="432750"/>
                  </a:lnTo>
                  <a:lnTo>
                    <a:pt x="9293520" y="388379"/>
                  </a:lnTo>
                  <a:lnTo>
                    <a:pt x="9342540" y="347286"/>
                  </a:lnTo>
                  <a:lnTo>
                    <a:pt x="9347647" y="343261"/>
                  </a:lnTo>
                  <a:lnTo>
                    <a:pt x="9399060" y="305392"/>
                  </a:lnTo>
                  <a:lnTo>
                    <a:pt x="9452875" y="270781"/>
                  </a:lnTo>
                  <a:lnTo>
                    <a:pt x="9509757" y="239313"/>
                  </a:lnTo>
                  <a:lnTo>
                    <a:pt x="9570436" y="210770"/>
                  </a:lnTo>
                  <a:lnTo>
                    <a:pt x="9635671" y="184885"/>
                  </a:lnTo>
                  <a:lnTo>
                    <a:pt x="9706206" y="161386"/>
                  </a:lnTo>
                  <a:lnTo>
                    <a:pt x="9782722" y="140016"/>
                  </a:lnTo>
                  <a:lnTo>
                    <a:pt x="9865775" y="120546"/>
                  </a:lnTo>
                  <a:lnTo>
                    <a:pt x="9955705" y="102786"/>
                  </a:lnTo>
                  <a:lnTo>
                    <a:pt x="10052530" y="86590"/>
                  </a:lnTo>
                  <a:lnTo>
                    <a:pt x="10155808" y="71856"/>
                  </a:lnTo>
                  <a:lnTo>
                    <a:pt x="10264501" y="58525"/>
                  </a:lnTo>
                  <a:lnTo>
                    <a:pt x="10376851" y="46578"/>
                  </a:lnTo>
                  <a:lnTo>
                    <a:pt x="10490316" y="36028"/>
                  </a:lnTo>
                  <a:lnTo>
                    <a:pt x="10601617" y="26903"/>
                  </a:lnTo>
                  <a:lnTo>
                    <a:pt x="10706950" y="19229"/>
                  </a:lnTo>
                  <a:lnTo>
                    <a:pt x="10802365" y="13008"/>
                  </a:lnTo>
                  <a:lnTo>
                    <a:pt x="10884297" y="8199"/>
                  </a:lnTo>
                  <a:lnTo>
                    <a:pt x="10950127" y="4702"/>
                  </a:lnTo>
                  <a:lnTo>
                    <a:pt x="10998666" y="2358"/>
                  </a:lnTo>
                  <a:lnTo>
                    <a:pt x="11030424" y="959"/>
                  </a:lnTo>
                  <a:lnTo>
                    <a:pt x="11047632" y="266"/>
                  </a:lnTo>
                  <a:lnTo>
                    <a:pt x="11054076" y="2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2" name="pl931"/>
            <p:cNvSpPr/>
            <p:nvPr/>
          </p:nvSpPr>
          <p:spPr>
            <a:xfrm>
              <a:off x="1199187" y="4370524"/>
              <a:ext cx="12049831" cy="2059569"/>
            </a:xfrm>
            <a:custGeom>
              <a:avLst/>
              <a:pathLst>
                <a:path w="12049831" h="2059569">
                  <a:moveTo>
                    <a:pt x="12049831" y="0"/>
                  </a:moveTo>
                  <a:lnTo>
                    <a:pt x="11054891" y="0"/>
                  </a:lnTo>
                  <a:lnTo>
                    <a:pt x="11053787" y="38"/>
                  </a:lnTo>
                  <a:lnTo>
                    <a:pt x="11046499" y="310"/>
                  </a:lnTo>
                  <a:lnTo>
                    <a:pt x="11028016" y="1061"/>
                  </a:lnTo>
                  <a:lnTo>
                    <a:pt x="10994693" y="2541"/>
                  </a:lnTo>
                  <a:lnTo>
                    <a:pt x="10944462" y="4989"/>
                  </a:lnTo>
                  <a:lnTo>
                    <a:pt x="10876983" y="8608"/>
                  </a:lnTo>
                  <a:lnTo>
                    <a:pt x="10793602" y="13552"/>
                  </a:lnTo>
                  <a:lnTo>
                    <a:pt x="10697052" y="19913"/>
                  </a:lnTo>
                  <a:lnTo>
                    <a:pt x="10590962" y="27729"/>
                  </a:lnTo>
                  <a:lnTo>
                    <a:pt x="10479289" y="36994"/>
                  </a:lnTo>
                  <a:lnTo>
                    <a:pt x="10365799" y="47682"/>
                  </a:lnTo>
                  <a:lnTo>
                    <a:pt x="10253707" y="59764"/>
                  </a:lnTo>
                  <a:lnTo>
                    <a:pt x="10145477" y="73230"/>
                  </a:lnTo>
                  <a:lnTo>
                    <a:pt x="10042793" y="88104"/>
                  </a:lnTo>
                  <a:lnTo>
                    <a:pt x="9946630" y="104447"/>
                  </a:lnTo>
                  <a:lnTo>
                    <a:pt x="9857377" y="122366"/>
                  </a:lnTo>
                  <a:lnTo>
                    <a:pt x="9774981" y="142013"/>
                  </a:lnTo>
                  <a:lnTo>
                    <a:pt x="9699075" y="163580"/>
                  </a:lnTo>
                  <a:lnTo>
                    <a:pt x="9629089" y="187300"/>
                  </a:lnTo>
                  <a:lnTo>
                    <a:pt x="9564331" y="213432"/>
                  </a:lnTo>
                  <a:lnTo>
                    <a:pt x="9504055" y="242249"/>
                  </a:lnTo>
                  <a:lnTo>
                    <a:pt x="9447504" y="274015"/>
                  </a:lnTo>
                  <a:lnTo>
                    <a:pt x="9393951" y="308941"/>
                  </a:lnTo>
                  <a:lnTo>
                    <a:pt x="9347647" y="343261"/>
                  </a:lnTo>
                  <a:lnTo>
                    <a:pt x="9298472" y="384024"/>
                  </a:lnTo>
                  <a:lnTo>
                    <a:pt x="9250616" y="428056"/>
                  </a:lnTo>
                  <a:lnTo>
                    <a:pt x="9203687" y="475420"/>
                  </a:lnTo>
                  <a:lnTo>
                    <a:pt x="9157377" y="526117"/>
                  </a:lnTo>
                  <a:lnTo>
                    <a:pt x="9111444" y="580074"/>
                  </a:lnTo>
                  <a:lnTo>
                    <a:pt x="9065708" y="637138"/>
                  </a:lnTo>
                  <a:lnTo>
                    <a:pt x="9020041" y="697078"/>
                  </a:lnTo>
                  <a:lnTo>
                    <a:pt x="8974359" y="759575"/>
                  </a:lnTo>
                  <a:lnTo>
                    <a:pt x="8928615" y="824236"/>
                  </a:lnTo>
                  <a:lnTo>
                    <a:pt x="8882796" y="890598"/>
                  </a:lnTo>
                  <a:lnTo>
                    <a:pt x="8836911" y="958136"/>
                  </a:lnTo>
                  <a:lnTo>
                    <a:pt x="8790989" y="1026290"/>
                  </a:lnTo>
                  <a:lnTo>
                    <a:pt x="8745065" y="1094474"/>
                  </a:lnTo>
                  <a:lnTo>
                    <a:pt x="8699175" y="1162102"/>
                  </a:lnTo>
                  <a:lnTo>
                    <a:pt x="8653348" y="1228609"/>
                  </a:lnTo>
                  <a:lnTo>
                    <a:pt x="8607596" y="1293467"/>
                  </a:lnTo>
                  <a:lnTo>
                    <a:pt x="8561909" y="1356205"/>
                  </a:lnTo>
                  <a:lnTo>
                    <a:pt x="8516244" y="1416422"/>
                  </a:lnTo>
                  <a:lnTo>
                    <a:pt x="8470521" y="1473793"/>
                  </a:lnTo>
                  <a:lnTo>
                    <a:pt x="8424615" y="1528076"/>
                  </a:lnTo>
                  <a:lnTo>
                    <a:pt x="8378353" y="1579111"/>
                  </a:lnTo>
                  <a:lnTo>
                    <a:pt x="8331501" y="1626818"/>
                  </a:lnTo>
                  <a:lnTo>
                    <a:pt x="8283757" y="1671189"/>
                  </a:lnTo>
                  <a:lnTo>
                    <a:pt x="8234737" y="1712282"/>
                  </a:lnTo>
                  <a:lnTo>
                    <a:pt x="8229629" y="1716307"/>
                  </a:lnTo>
                  <a:lnTo>
                    <a:pt x="8178216" y="1754176"/>
                  </a:lnTo>
                  <a:lnTo>
                    <a:pt x="8124402" y="1788787"/>
                  </a:lnTo>
                  <a:lnTo>
                    <a:pt x="8067520" y="1820255"/>
                  </a:lnTo>
                  <a:lnTo>
                    <a:pt x="8006840" y="1848799"/>
                  </a:lnTo>
                  <a:lnTo>
                    <a:pt x="7941605" y="1874683"/>
                  </a:lnTo>
                  <a:lnTo>
                    <a:pt x="7871071" y="1898182"/>
                  </a:lnTo>
                  <a:lnTo>
                    <a:pt x="7794554" y="1919552"/>
                  </a:lnTo>
                  <a:lnTo>
                    <a:pt x="7711502" y="1939023"/>
                  </a:lnTo>
                  <a:lnTo>
                    <a:pt x="7621571" y="1956782"/>
                  </a:lnTo>
                  <a:lnTo>
                    <a:pt x="7524747" y="1972978"/>
                  </a:lnTo>
                  <a:lnTo>
                    <a:pt x="7421469" y="1987712"/>
                  </a:lnTo>
                  <a:lnTo>
                    <a:pt x="7312775" y="2001044"/>
                  </a:lnTo>
                  <a:lnTo>
                    <a:pt x="7200425" y="2012990"/>
                  </a:lnTo>
                  <a:lnTo>
                    <a:pt x="7086961" y="2023540"/>
                  </a:lnTo>
                  <a:lnTo>
                    <a:pt x="6975660" y="2032665"/>
                  </a:lnTo>
                  <a:lnTo>
                    <a:pt x="6870327" y="2040339"/>
                  </a:lnTo>
                  <a:lnTo>
                    <a:pt x="6774911" y="2046560"/>
                  </a:lnTo>
                  <a:lnTo>
                    <a:pt x="6692980" y="2051369"/>
                  </a:lnTo>
                  <a:lnTo>
                    <a:pt x="6627149" y="2054866"/>
                  </a:lnTo>
                  <a:lnTo>
                    <a:pt x="6578610" y="2057210"/>
                  </a:lnTo>
                  <a:lnTo>
                    <a:pt x="6546852" y="2058609"/>
                  </a:lnTo>
                  <a:lnTo>
                    <a:pt x="6529645" y="2059302"/>
                  </a:lnTo>
                  <a:lnTo>
                    <a:pt x="6523201" y="2059541"/>
                  </a:lnTo>
                  <a:lnTo>
                    <a:pt x="6522385" y="2059569"/>
                  </a:lnTo>
                  <a:lnTo>
                    <a:pt x="5527445" y="2059569"/>
                  </a:lnTo>
                  <a:lnTo>
                    <a:pt x="5526333" y="2059536"/>
                  </a:lnTo>
                  <a:lnTo>
                    <a:pt x="5518987" y="2059303"/>
                  </a:lnTo>
                  <a:lnTo>
                    <a:pt x="5500363" y="2058659"/>
                  </a:lnTo>
                  <a:lnTo>
                    <a:pt x="5466795" y="2057391"/>
                  </a:lnTo>
                  <a:lnTo>
                    <a:pt x="5416214" y="2055293"/>
                  </a:lnTo>
                  <a:lnTo>
                    <a:pt x="5348301" y="2052193"/>
                  </a:lnTo>
                  <a:lnTo>
                    <a:pt x="5264433" y="2047960"/>
                  </a:lnTo>
                  <a:lnTo>
                    <a:pt x="5167388" y="2042514"/>
                  </a:lnTo>
                  <a:lnTo>
                    <a:pt x="5060837" y="2035824"/>
                  </a:lnTo>
                  <a:lnTo>
                    <a:pt x="4948768" y="2027897"/>
                  </a:lnTo>
                  <a:lnTo>
                    <a:pt x="4834970" y="2018755"/>
                  </a:lnTo>
                  <a:lnTo>
                    <a:pt x="4722662" y="2008422"/>
                  </a:lnTo>
                  <a:lnTo>
                    <a:pt x="4614303" y="1996906"/>
                  </a:lnTo>
                  <a:lnTo>
                    <a:pt x="4511567" y="1984186"/>
                  </a:lnTo>
                  <a:lnTo>
                    <a:pt x="4415412" y="1970208"/>
                  </a:lnTo>
                  <a:lnTo>
                    <a:pt x="4326210" y="1954879"/>
                  </a:lnTo>
                  <a:lnTo>
                    <a:pt x="4243891" y="1938067"/>
                  </a:lnTo>
                  <a:lnTo>
                    <a:pt x="4168075" y="1919605"/>
                  </a:lnTo>
                  <a:lnTo>
                    <a:pt x="4098179" y="1899293"/>
                  </a:lnTo>
                  <a:lnTo>
                    <a:pt x="4033503" y="1876909"/>
                  </a:lnTo>
                  <a:lnTo>
                    <a:pt x="3973291" y="1852217"/>
                  </a:lnTo>
                  <a:lnTo>
                    <a:pt x="3916781" y="1824994"/>
                  </a:lnTo>
                  <a:lnTo>
                    <a:pt x="3863244" y="1795061"/>
                  </a:lnTo>
                  <a:lnTo>
                    <a:pt x="3820202" y="1767840"/>
                  </a:lnTo>
                  <a:lnTo>
                    <a:pt x="3768763" y="1731510"/>
                  </a:lnTo>
                  <a:lnTo>
                    <a:pt x="3718749" y="1692133"/>
                  </a:lnTo>
                  <a:lnTo>
                    <a:pt x="3669717" y="1649650"/>
                  </a:lnTo>
                  <a:lnTo>
                    <a:pt x="3621321" y="1604070"/>
                  </a:lnTo>
                  <a:lnTo>
                    <a:pt x="3573298" y="1555476"/>
                  </a:lnTo>
                  <a:lnTo>
                    <a:pt x="3525454" y="1504033"/>
                  </a:lnTo>
                  <a:lnTo>
                    <a:pt x="3477655" y="1449988"/>
                  </a:lnTo>
                  <a:lnTo>
                    <a:pt x="3429818" y="1393674"/>
                  </a:lnTo>
                  <a:lnTo>
                    <a:pt x="3381905" y="1335500"/>
                  </a:lnTo>
                  <a:lnTo>
                    <a:pt x="3333911" y="1275942"/>
                  </a:lnTo>
                  <a:lnTo>
                    <a:pt x="3285858" y="1215529"/>
                  </a:lnTo>
                  <a:lnTo>
                    <a:pt x="3237784" y="1154823"/>
                  </a:lnTo>
                  <a:lnTo>
                    <a:pt x="3189730" y="1094395"/>
                  </a:lnTo>
                  <a:lnTo>
                    <a:pt x="3141734" y="1034808"/>
                  </a:lnTo>
                  <a:lnTo>
                    <a:pt x="3093819" y="976592"/>
                  </a:lnTo>
                  <a:lnTo>
                    <a:pt x="3045981" y="920223"/>
                  </a:lnTo>
                  <a:lnTo>
                    <a:pt x="2998182" y="866115"/>
                  </a:lnTo>
                  <a:lnTo>
                    <a:pt x="2950340" y="814599"/>
                  </a:lnTo>
                  <a:lnTo>
                    <a:pt x="2902324" y="765928"/>
                  </a:lnTo>
                  <a:lnTo>
                    <a:pt x="2853941" y="720268"/>
                  </a:lnTo>
                  <a:lnTo>
                    <a:pt x="2804929" y="677704"/>
                  </a:lnTo>
                  <a:lnTo>
                    <a:pt x="2754946" y="638246"/>
                  </a:lnTo>
                  <a:lnTo>
                    <a:pt x="2703551" y="601838"/>
                  </a:lnTo>
                  <a:lnTo>
                    <a:pt x="2702183" y="600926"/>
                  </a:lnTo>
                  <a:lnTo>
                    <a:pt x="2650628" y="568658"/>
                  </a:lnTo>
                  <a:lnTo>
                    <a:pt x="2596656" y="539175"/>
                  </a:lnTo>
                  <a:lnTo>
                    <a:pt x="2539596" y="512376"/>
                  </a:lnTo>
                  <a:lnTo>
                    <a:pt x="2478712" y="488074"/>
                  </a:lnTo>
                  <a:lnTo>
                    <a:pt x="2413239" y="466042"/>
                  </a:lnTo>
                  <a:lnTo>
                    <a:pt x="2342427" y="446045"/>
                  </a:lnTo>
                  <a:lnTo>
                    <a:pt x="2265592" y="427864"/>
                  </a:lnTo>
                  <a:lnTo>
                    <a:pt x="2182176" y="411303"/>
                  </a:lnTo>
                  <a:lnTo>
                    <a:pt x="2091840" y="396201"/>
                  </a:lnTo>
                  <a:lnTo>
                    <a:pt x="1994578" y="382432"/>
                  </a:lnTo>
                  <a:lnTo>
                    <a:pt x="1890847" y="369910"/>
                  </a:lnTo>
                  <a:lnTo>
                    <a:pt x="1781714" y="358586"/>
                  </a:lnTo>
                  <a:lnTo>
                    <a:pt x="1668975" y="348446"/>
                  </a:lnTo>
                  <a:lnTo>
                    <a:pt x="1555221" y="339499"/>
                  </a:lnTo>
                  <a:lnTo>
                    <a:pt x="1443779" y="331771"/>
                  </a:lnTo>
                  <a:lnTo>
                    <a:pt x="1338501" y="325284"/>
                  </a:lnTo>
                  <a:lnTo>
                    <a:pt x="1243361" y="320038"/>
                  </a:lnTo>
                  <a:lnTo>
                    <a:pt x="1161925" y="315995"/>
                  </a:lnTo>
                  <a:lnTo>
                    <a:pt x="1096773" y="313068"/>
                  </a:lnTo>
                  <a:lnTo>
                    <a:pt x="1049021" y="311118"/>
                  </a:lnTo>
                  <a:lnTo>
                    <a:pt x="1018063" y="309965"/>
                  </a:lnTo>
                  <a:lnTo>
                    <a:pt x="1001556" y="309403"/>
                  </a:lnTo>
                  <a:lnTo>
                    <a:pt x="995599" y="309216"/>
                  </a:lnTo>
                  <a:lnTo>
                    <a:pt x="994940" y="309197"/>
                  </a:lnTo>
                  <a:lnTo>
                    <a:pt x="0" y="309197"/>
                  </a:lnTo>
                  <a:lnTo>
                    <a:pt x="0" y="3091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3" name="pg932"/>
            <p:cNvSpPr/>
            <p:nvPr/>
          </p:nvSpPr>
          <p:spPr>
            <a:xfrm>
              <a:off x="1199187" y="2955553"/>
              <a:ext cx="12049831" cy="3170583"/>
            </a:xfrm>
            <a:custGeom>
              <a:avLst/>
              <a:pathLst>
                <a:path w="12049831" h="3170583">
                  <a:moveTo>
                    <a:pt x="0" y="1697965"/>
                  </a:moveTo>
                  <a:lnTo>
                    <a:pt x="994940" y="1697965"/>
                  </a:lnTo>
                  <a:lnTo>
                    <a:pt x="996059" y="1697993"/>
                  </a:lnTo>
                  <a:lnTo>
                    <a:pt x="1003449" y="1698190"/>
                  </a:lnTo>
                  <a:lnTo>
                    <a:pt x="1022182" y="1698735"/>
                  </a:lnTo>
                  <a:lnTo>
                    <a:pt x="1055940" y="1699809"/>
                  </a:lnTo>
                  <a:lnTo>
                    <a:pt x="1106790" y="1701585"/>
                  </a:lnTo>
                  <a:lnTo>
                    <a:pt x="1175039" y="1704209"/>
                  </a:lnTo>
                  <a:lnTo>
                    <a:pt x="1259280" y="1707791"/>
                  </a:lnTo>
                  <a:lnTo>
                    <a:pt x="1356705" y="1712399"/>
                  </a:lnTo>
                  <a:lnTo>
                    <a:pt x="1463611" y="1718057"/>
                  </a:lnTo>
                  <a:lnTo>
                    <a:pt x="1575982" y="1724761"/>
                  </a:lnTo>
                  <a:lnTo>
                    <a:pt x="1690016" y="1732490"/>
                  </a:lnTo>
                  <a:lnTo>
                    <a:pt x="1802489" y="1741225"/>
                  </a:lnTo>
                  <a:lnTo>
                    <a:pt x="1910944" y="1750960"/>
                  </a:lnTo>
                  <a:lnTo>
                    <a:pt x="2013718" y="1761713"/>
                  </a:lnTo>
                  <a:lnTo>
                    <a:pt x="2109866" y="1773531"/>
                  </a:lnTo>
                  <a:lnTo>
                    <a:pt x="2199028" y="1786493"/>
                  </a:lnTo>
                  <a:lnTo>
                    <a:pt x="2281287" y="1800712"/>
                  </a:lnTo>
                  <a:lnTo>
                    <a:pt x="2357033" y="1816331"/>
                  </a:lnTo>
                  <a:lnTo>
                    <a:pt x="2426860" y="1833518"/>
                  </a:lnTo>
                  <a:lnTo>
                    <a:pt x="2491475" y="1852465"/>
                  </a:lnTo>
                  <a:lnTo>
                    <a:pt x="2551638" y="1873370"/>
                  </a:lnTo>
                  <a:lnTo>
                    <a:pt x="2608118" y="1896420"/>
                  </a:lnTo>
                  <a:lnTo>
                    <a:pt x="2661643" y="1921765"/>
                  </a:lnTo>
                  <a:lnTo>
                    <a:pt x="2702183" y="1943401"/>
                  </a:lnTo>
                  <a:lnTo>
                    <a:pt x="2755757" y="1975312"/>
                  </a:lnTo>
                  <a:lnTo>
                    <a:pt x="2807805" y="2010009"/>
                  </a:lnTo>
                  <a:lnTo>
                    <a:pt x="2858822" y="2047546"/>
                  </a:lnTo>
                  <a:lnTo>
                    <a:pt x="2909187" y="2087907"/>
                  </a:lnTo>
                  <a:lnTo>
                    <a:pt x="2959188" y="2131002"/>
                  </a:lnTo>
                  <a:lnTo>
                    <a:pt x="3009030" y="2176659"/>
                  </a:lnTo>
                  <a:lnTo>
                    <a:pt x="3058850" y="2224622"/>
                  </a:lnTo>
                  <a:lnTo>
                    <a:pt x="3108727" y="2274555"/>
                  </a:lnTo>
                  <a:lnTo>
                    <a:pt x="3158693" y="2326047"/>
                  </a:lnTo>
                  <a:lnTo>
                    <a:pt x="3208740" y="2378624"/>
                  </a:lnTo>
                  <a:lnTo>
                    <a:pt x="3258835" y="2431768"/>
                  </a:lnTo>
                  <a:lnTo>
                    <a:pt x="3308932" y="2484939"/>
                  </a:lnTo>
                  <a:lnTo>
                    <a:pt x="3358985" y="2537592"/>
                  </a:lnTo>
                  <a:lnTo>
                    <a:pt x="3408959" y="2589206"/>
                  </a:lnTo>
                  <a:lnTo>
                    <a:pt x="3458844" y="2639305"/>
                  </a:lnTo>
                  <a:lnTo>
                    <a:pt x="3508667" y="2687469"/>
                  </a:lnTo>
                  <a:lnTo>
                    <a:pt x="3558502" y="2733355"/>
                  </a:lnTo>
                  <a:lnTo>
                    <a:pt x="3608480" y="2776699"/>
                  </a:lnTo>
                  <a:lnTo>
                    <a:pt x="3658801" y="2817323"/>
                  </a:lnTo>
                  <a:lnTo>
                    <a:pt x="3709741" y="2855127"/>
                  </a:lnTo>
                  <a:lnTo>
                    <a:pt x="3761673" y="2890091"/>
                  </a:lnTo>
                  <a:lnTo>
                    <a:pt x="3815079" y="2922260"/>
                  </a:lnTo>
                  <a:lnTo>
                    <a:pt x="3820202" y="2925147"/>
                  </a:lnTo>
                  <a:lnTo>
                    <a:pt x="3871867" y="2952348"/>
                  </a:lnTo>
                  <a:lnTo>
                    <a:pt x="3925960" y="2977197"/>
                  </a:lnTo>
                  <a:lnTo>
                    <a:pt x="3983157" y="2999779"/>
                  </a:lnTo>
                  <a:lnTo>
                    <a:pt x="4044199" y="3020253"/>
                  </a:lnTo>
                  <a:lnTo>
                    <a:pt x="4109855" y="3038811"/>
                  </a:lnTo>
                  <a:lnTo>
                    <a:pt x="4180879" y="3055651"/>
                  </a:lnTo>
                  <a:lnTo>
                    <a:pt x="4257961" y="3070959"/>
                  </a:lnTo>
                  <a:lnTo>
                    <a:pt x="4341658" y="3084901"/>
                  </a:lnTo>
                  <a:lnTo>
                    <a:pt x="4432305" y="3097613"/>
                  </a:lnTo>
                  <a:lnTo>
                    <a:pt x="4529905" y="3109199"/>
                  </a:lnTo>
                  <a:lnTo>
                    <a:pt x="4633983" y="3119734"/>
                  </a:lnTo>
                  <a:lnTo>
                    <a:pt x="4743455" y="3129256"/>
                  </a:lnTo>
                  <a:lnTo>
                    <a:pt x="4856491" y="3137780"/>
                  </a:lnTo>
                  <a:lnTo>
                    <a:pt x="4970465" y="3145293"/>
                  </a:lnTo>
                  <a:lnTo>
                    <a:pt x="5082010" y="3151777"/>
                  </a:lnTo>
                  <a:lnTo>
                    <a:pt x="5187240" y="3157212"/>
                  </a:lnTo>
                  <a:lnTo>
                    <a:pt x="5282161" y="3161600"/>
                  </a:lnTo>
                  <a:lnTo>
                    <a:pt x="5363209" y="3164972"/>
                  </a:lnTo>
                  <a:lnTo>
                    <a:pt x="5427835" y="3167406"/>
                  </a:lnTo>
                  <a:lnTo>
                    <a:pt x="5474979" y="3169020"/>
                  </a:lnTo>
                  <a:lnTo>
                    <a:pt x="5505323" y="3169967"/>
                  </a:lnTo>
                  <a:lnTo>
                    <a:pt x="5521297" y="3170423"/>
                  </a:lnTo>
                  <a:lnTo>
                    <a:pt x="5526891" y="3170570"/>
                  </a:lnTo>
                  <a:lnTo>
                    <a:pt x="5527445" y="3170583"/>
                  </a:lnTo>
                  <a:lnTo>
                    <a:pt x="6522385" y="3170583"/>
                  </a:lnTo>
                  <a:lnTo>
                    <a:pt x="6523448" y="3170527"/>
                  </a:lnTo>
                  <a:lnTo>
                    <a:pt x="6530469" y="3170125"/>
                  </a:lnTo>
                  <a:lnTo>
                    <a:pt x="6548294" y="3169015"/>
                  </a:lnTo>
                  <a:lnTo>
                    <a:pt x="6580475" y="3166826"/>
                  </a:lnTo>
                  <a:lnTo>
                    <a:pt x="6629075" y="3163206"/>
                  </a:lnTo>
                  <a:lnTo>
                    <a:pt x="6694516" y="3157849"/>
                  </a:lnTo>
                  <a:lnTo>
                    <a:pt x="6775612" y="3150523"/>
                  </a:lnTo>
                  <a:lnTo>
                    <a:pt x="6869826" y="3141082"/>
                  </a:lnTo>
                  <a:lnTo>
                    <a:pt x="6973724" y="3129465"/>
                  </a:lnTo>
                  <a:lnTo>
                    <a:pt x="7083507" y="3115673"/>
                  </a:lnTo>
                  <a:lnTo>
                    <a:pt x="7195504" y="3099745"/>
                  </a:lnTo>
                  <a:lnTo>
                    <a:pt x="7306538" y="3081724"/>
                  </a:lnTo>
                  <a:lnTo>
                    <a:pt x="7414126" y="3061630"/>
                  </a:lnTo>
                  <a:lnTo>
                    <a:pt x="7516529" y="3039438"/>
                  </a:lnTo>
                  <a:lnTo>
                    <a:pt x="7612701" y="3015066"/>
                  </a:lnTo>
                  <a:lnTo>
                    <a:pt x="7702173" y="2988370"/>
                  </a:lnTo>
                  <a:lnTo>
                    <a:pt x="7784922" y="2959139"/>
                  </a:lnTo>
                  <a:lnTo>
                    <a:pt x="7861248" y="2927099"/>
                  </a:lnTo>
                  <a:lnTo>
                    <a:pt x="7931664" y="2891920"/>
                  </a:lnTo>
                  <a:lnTo>
                    <a:pt x="7996812" y="2853226"/>
                  </a:lnTo>
                  <a:lnTo>
                    <a:pt x="8057405" y="2810614"/>
                  </a:lnTo>
                  <a:lnTo>
                    <a:pt x="8114170" y="2763688"/>
                  </a:lnTo>
                  <a:lnTo>
                    <a:pt x="8167819" y="2712105"/>
                  </a:lnTo>
                  <a:lnTo>
                    <a:pt x="8219006" y="2655658"/>
                  </a:lnTo>
                  <a:lnTo>
                    <a:pt x="8229629" y="2643026"/>
                  </a:lnTo>
                  <a:lnTo>
                    <a:pt x="8272062" y="2589378"/>
                  </a:lnTo>
                  <a:lnTo>
                    <a:pt x="8313472" y="2532019"/>
                  </a:lnTo>
                  <a:lnTo>
                    <a:pt x="8354122" y="2470875"/>
                  </a:lnTo>
                  <a:lnTo>
                    <a:pt x="8394226" y="2405922"/>
                  </a:lnTo>
                  <a:lnTo>
                    <a:pt x="8433957" y="2337195"/>
                  </a:lnTo>
                  <a:lnTo>
                    <a:pt x="8473455" y="2264795"/>
                  </a:lnTo>
                  <a:lnTo>
                    <a:pt x="8512825" y="2188889"/>
                  </a:lnTo>
                  <a:lnTo>
                    <a:pt x="8552148" y="2109714"/>
                  </a:lnTo>
                  <a:lnTo>
                    <a:pt x="8591477" y="2027577"/>
                  </a:lnTo>
                  <a:lnTo>
                    <a:pt x="8630846" y="1942853"/>
                  </a:lnTo>
                  <a:lnTo>
                    <a:pt x="8670270" y="1855975"/>
                  </a:lnTo>
                  <a:lnTo>
                    <a:pt x="8709749" y="1767432"/>
                  </a:lnTo>
                  <a:lnTo>
                    <a:pt x="8749271" y="1677756"/>
                  </a:lnTo>
                  <a:lnTo>
                    <a:pt x="8788816" y="1587507"/>
                  </a:lnTo>
                  <a:lnTo>
                    <a:pt x="8828360" y="1497260"/>
                  </a:lnTo>
                  <a:lnTo>
                    <a:pt x="8867882" y="1407591"/>
                  </a:lnTo>
                  <a:lnTo>
                    <a:pt x="8907360" y="1319062"/>
                  </a:lnTo>
                  <a:lnTo>
                    <a:pt x="8946783" y="1232201"/>
                  </a:lnTo>
                  <a:lnTo>
                    <a:pt x="8986152" y="1147497"/>
                  </a:lnTo>
                  <a:lnTo>
                    <a:pt x="9025481" y="1065385"/>
                  </a:lnTo>
                  <a:lnTo>
                    <a:pt x="9064804" y="986239"/>
                  </a:lnTo>
                  <a:lnTo>
                    <a:pt x="9104175" y="910363"/>
                  </a:lnTo>
                  <a:lnTo>
                    <a:pt x="9143674" y="837995"/>
                  </a:lnTo>
                  <a:lnTo>
                    <a:pt x="9183409" y="769302"/>
                  </a:lnTo>
                  <a:lnTo>
                    <a:pt x="9223517" y="704383"/>
                  </a:lnTo>
                  <a:lnTo>
                    <a:pt x="9264172" y="643273"/>
                  </a:lnTo>
                  <a:lnTo>
                    <a:pt x="9305590" y="585948"/>
                  </a:lnTo>
                  <a:lnTo>
                    <a:pt x="9347647" y="532797"/>
                  </a:lnTo>
                  <a:lnTo>
                    <a:pt x="9398388" y="475311"/>
                  </a:lnTo>
                  <a:lnTo>
                    <a:pt x="9451461" y="422705"/>
                  </a:lnTo>
                  <a:lnTo>
                    <a:pt x="9507505" y="374813"/>
                  </a:lnTo>
                  <a:lnTo>
                    <a:pt x="9567223" y="331317"/>
                  </a:lnTo>
                  <a:lnTo>
                    <a:pt x="9631342" y="291823"/>
                  </a:lnTo>
                  <a:lnTo>
                    <a:pt x="9700581" y="255930"/>
                  </a:lnTo>
                  <a:lnTo>
                    <a:pt x="9775601" y="223252"/>
                  </a:lnTo>
                  <a:lnTo>
                    <a:pt x="9856951" y="193448"/>
                  </a:lnTo>
                  <a:lnTo>
                    <a:pt x="9944983" y="166233"/>
                  </a:lnTo>
                  <a:lnTo>
                    <a:pt x="10039752" y="141381"/>
                  </a:lnTo>
                  <a:lnTo>
                    <a:pt x="10140896" y="118735"/>
                  </a:lnTo>
                  <a:lnTo>
                    <a:pt x="10247502" y="98198"/>
                  </a:lnTo>
                  <a:lnTo>
                    <a:pt x="10357986" y="79736"/>
                  </a:lnTo>
                  <a:lnTo>
                    <a:pt x="10470023" y="63360"/>
                  </a:lnTo>
                  <a:lnTo>
                    <a:pt x="10580572" y="49110"/>
                  </a:lnTo>
                  <a:lnTo>
                    <a:pt x="10686042" y="37028"/>
                  </a:lnTo>
                  <a:lnTo>
                    <a:pt x="10782623" y="27127"/>
                  </a:lnTo>
                  <a:lnTo>
                    <a:pt x="10866759" y="19360"/>
                  </a:lnTo>
                  <a:lnTo>
                    <a:pt x="10935679" y="13601"/>
                  </a:lnTo>
                  <a:lnTo>
                    <a:pt x="10987881" y="9636"/>
                  </a:lnTo>
                  <a:lnTo>
                    <a:pt x="11023435" y="7171"/>
                  </a:lnTo>
                  <a:lnTo>
                    <a:pt x="11044062" y="5863"/>
                  </a:lnTo>
                  <a:lnTo>
                    <a:pt x="11053016" y="534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8" y="56"/>
                  </a:lnTo>
                  <a:lnTo>
                    <a:pt x="11046807" y="458"/>
                  </a:lnTo>
                  <a:lnTo>
                    <a:pt x="11028982" y="1568"/>
                  </a:lnTo>
                  <a:lnTo>
                    <a:pt x="10996801" y="3756"/>
                  </a:lnTo>
                  <a:lnTo>
                    <a:pt x="10948202" y="7376"/>
                  </a:lnTo>
                  <a:lnTo>
                    <a:pt x="10882761" y="12733"/>
                  </a:lnTo>
                  <a:lnTo>
                    <a:pt x="10801665" y="20059"/>
                  </a:lnTo>
                  <a:lnTo>
                    <a:pt x="10707451" y="29500"/>
                  </a:lnTo>
                  <a:lnTo>
                    <a:pt x="10603553" y="41118"/>
                  </a:lnTo>
                  <a:lnTo>
                    <a:pt x="10493770" y="54910"/>
                  </a:lnTo>
                  <a:lnTo>
                    <a:pt x="10381773" y="70837"/>
                  </a:lnTo>
                  <a:lnTo>
                    <a:pt x="10270739" y="88858"/>
                  </a:lnTo>
                  <a:lnTo>
                    <a:pt x="10163151" y="108953"/>
                  </a:lnTo>
                  <a:lnTo>
                    <a:pt x="10060747" y="131145"/>
                  </a:lnTo>
                  <a:lnTo>
                    <a:pt x="9964576" y="155516"/>
                  </a:lnTo>
                  <a:lnTo>
                    <a:pt x="9875104" y="182212"/>
                  </a:lnTo>
                  <a:lnTo>
                    <a:pt x="9792354" y="211443"/>
                  </a:lnTo>
                  <a:lnTo>
                    <a:pt x="9716029" y="243483"/>
                  </a:lnTo>
                  <a:lnTo>
                    <a:pt x="9645613" y="278662"/>
                  </a:lnTo>
                  <a:lnTo>
                    <a:pt x="9580464" y="317357"/>
                  </a:lnTo>
                  <a:lnTo>
                    <a:pt x="9519872" y="359968"/>
                  </a:lnTo>
                  <a:lnTo>
                    <a:pt x="9463107" y="406895"/>
                  </a:lnTo>
                  <a:lnTo>
                    <a:pt x="9409458" y="458478"/>
                  </a:lnTo>
                  <a:lnTo>
                    <a:pt x="9358270" y="514924"/>
                  </a:lnTo>
                  <a:lnTo>
                    <a:pt x="9347647" y="527557"/>
                  </a:lnTo>
                  <a:lnTo>
                    <a:pt x="9305214" y="581205"/>
                  </a:lnTo>
                  <a:lnTo>
                    <a:pt x="9263804" y="638563"/>
                  </a:lnTo>
                  <a:lnTo>
                    <a:pt x="9223155" y="699708"/>
                  </a:lnTo>
                  <a:lnTo>
                    <a:pt x="9183051" y="764661"/>
                  </a:lnTo>
                  <a:lnTo>
                    <a:pt x="9143319" y="833388"/>
                  </a:lnTo>
                  <a:lnTo>
                    <a:pt x="9103822" y="905788"/>
                  </a:lnTo>
                  <a:lnTo>
                    <a:pt x="9064451" y="981694"/>
                  </a:lnTo>
                  <a:lnTo>
                    <a:pt x="9025129" y="1060868"/>
                  </a:lnTo>
                  <a:lnTo>
                    <a:pt x="8985799" y="1143005"/>
                  </a:lnTo>
                  <a:lnTo>
                    <a:pt x="8946430" y="1227730"/>
                  </a:lnTo>
                  <a:lnTo>
                    <a:pt x="8907006" y="1314608"/>
                  </a:lnTo>
                  <a:lnTo>
                    <a:pt x="8867527" y="1403151"/>
                  </a:lnTo>
                  <a:lnTo>
                    <a:pt x="8828006" y="1492827"/>
                  </a:lnTo>
                  <a:lnTo>
                    <a:pt x="8788461" y="1583076"/>
                  </a:lnTo>
                  <a:lnTo>
                    <a:pt x="8748916" y="1673323"/>
                  </a:lnTo>
                  <a:lnTo>
                    <a:pt x="8709395" y="1762991"/>
                  </a:lnTo>
                  <a:lnTo>
                    <a:pt x="8669917" y="1851521"/>
                  </a:lnTo>
                  <a:lnTo>
                    <a:pt x="8630493" y="1938382"/>
                  </a:lnTo>
                  <a:lnTo>
                    <a:pt x="8591124" y="2023086"/>
                  </a:lnTo>
                  <a:lnTo>
                    <a:pt x="8551795" y="2105197"/>
                  </a:lnTo>
                  <a:lnTo>
                    <a:pt x="8512473" y="2184344"/>
                  </a:lnTo>
                  <a:lnTo>
                    <a:pt x="8473101" y="2260220"/>
                  </a:lnTo>
                  <a:lnTo>
                    <a:pt x="8433602" y="2332587"/>
                  </a:lnTo>
                  <a:lnTo>
                    <a:pt x="8393868" y="2401280"/>
                  </a:lnTo>
                  <a:lnTo>
                    <a:pt x="8353760" y="2466200"/>
                  </a:lnTo>
                  <a:lnTo>
                    <a:pt x="8313105" y="2527310"/>
                  </a:lnTo>
                  <a:lnTo>
                    <a:pt x="8271687" y="2584635"/>
                  </a:lnTo>
                  <a:lnTo>
                    <a:pt x="8229629" y="2637785"/>
                  </a:lnTo>
                  <a:lnTo>
                    <a:pt x="8178889" y="2695272"/>
                  </a:lnTo>
                  <a:lnTo>
                    <a:pt x="8125816" y="2747878"/>
                  </a:lnTo>
                  <a:lnTo>
                    <a:pt x="8069771" y="2795769"/>
                  </a:lnTo>
                  <a:lnTo>
                    <a:pt x="8010054" y="2839266"/>
                  </a:lnTo>
                  <a:lnTo>
                    <a:pt x="7945934" y="2878759"/>
                  </a:lnTo>
                  <a:lnTo>
                    <a:pt x="7876696" y="2914653"/>
                  </a:lnTo>
                  <a:lnTo>
                    <a:pt x="7801675" y="2947331"/>
                  </a:lnTo>
                  <a:lnTo>
                    <a:pt x="7720325" y="2977135"/>
                  </a:lnTo>
                  <a:lnTo>
                    <a:pt x="7632294" y="3004350"/>
                  </a:lnTo>
                  <a:lnTo>
                    <a:pt x="7537525" y="3029201"/>
                  </a:lnTo>
                  <a:lnTo>
                    <a:pt x="7436380" y="3051848"/>
                  </a:lnTo>
                  <a:lnTo>
                    <a:pt x="7329774" y="3072384"/>
                  </a:lnTo>
                  <a:lnTo>
                    <a:pt x="7219290" y="3090847"/>
                  </a:lnTo>
                  <a:lnTo>
                    <a:pt x="7107253" y="3107223"/>
                  </a:lnTo>
                  <a:lnTo>
                    <a:pt x="6996705" y="3121472"/>
                  </a:lnTo>
                  <a:lnTo>
                    <a:pt x="6891235" y="3133554"/>
                  </a:lnTo>
                  <a:lnTo>
                    <a:pt x="6794653" y="3143455"/>
                  </a:lnTo>
                  <a:lnTo>
                    <a:pt x="6710518" y="3151222"/>
                  </a:lnTo>
                  <a:lnTo>
                    <a:pt x="6641597" y="3156981"/>
                  </a:lnTo>
                  <a:lnTo>
                    <a:pt x="6589396" y="3160947"/>
                  </a:lnTo>
                  <a:lnTo>
                    <a:pt x="6553842" y="3163411"/>
                  </a:lnTo>
                  <a:lnTo>
                    <a:pt x="6533214" y="3164720"/>
                  </a:lnTo>
                  <a:lnTo>
                    <a:pt x="6524260" y="3165242"/>
                  </a:lnTo>
                  <a:lnTo>
                    <a:pt x="6522385" y="3165342"/>
                  </a:lnTo>
                  <a:lnTo>
                    <a:pt x="5527445" y="3165342"/>
                  </a:lnTo>
                  <a:lnTo>
                    <a:pt x="5526326" y="3165315"/>
                  </a:lnTo>
                  <a:lnTo>
                    <a:pt x="5518936" y="3165118"/>
                  </a:lnTo>
                  <a:lnTo>
                    <a:pt x="5500203" y="3164573"/>
                  </a:lnTo>
                  <a:lnTo>
                    <a:pt x="5466445" y="3163498"/>
                  </a:lnTo>
                  <a:lnTo>
                    <a:pt x="5415595" y="3161723"/>
                  </a:lnTo>
                  <a:lnTo>
                    <a:pt x="5347346" y="3159099"/>
                  </a:lnTo>
                  <a:lnTo>
                    <a:pt x="5263105" y="3155516"/>
                  </a:lnTo>
                  <a:lnTo>
                    <a:pt x="5165680" y="3150908"/>
                  </a:lnTo>
                  <a:lnTo>
                    <a:pt x="5058774" y="3145250"/>
                  </a:lnTo>
                  <a:lnTo>
                    <a:pt x="4946403" y="3138547"/>
                  </a:lnTo>
                  <a:lnTo>
                    <a:pt x="4832369" y="3130817"/>
                  </a:lnTo>
                  <a:lnTo>
                    <a:pt x="4719896" y="3122082"/>
                  </a:lnTo>
                  <a:lnTo>
                    <a:pt x="4611441" y="3112347"/>
                  </a:lnTo>
                  <a:lnTo>
                    <a:pt x="4508667" y="3101594"/>
                  </a:lnTo>
                  <a:lnTo>
                    <a:pt x="4412519" y="3089777"/>
                  </a:lnTo>
                  <a:lnTo>
                    <a:pt x="4323357" y="3076814"/>
                  </a:lnTo>
                  <a:lnTo>
                    <a:pt x="4241098" y="3062595"/>
                  </a:lnTo>
                  <a:lnTo>
                    <a:pt x="4165352" y="3046977"/>
                  </a:lnTo>
                  <a:lnTo>
                    <a:pt x="4095525" y="3029789"/>
                  </a:lnTo>
                  <a:lnTo>
                    <a:pt x="4030910" y="3010842"/>
                  </a:lnTo>
                  <a:lnTo>
                    <a:pt x="3970747" y="2989938"/>
                  </a:lnTo>
                  <a:lnTo>
                    <a:pt x="3914267" y="2966887"/>
                  </a:lnTo>
                  <a:lnTo>
                    <a:pt x="3860742" y="2941543"/>
                  </a:lnTo>
                  <a:lnTo>
                    <a:pt x="3820202" y="2919906"/>
                  </a:lnTo>
                  <a:lnTo>
                    <a:pt x="3766628" y="2887996"/>
                  </a:lnTo>
                  <a:lnTo>
                    <a:pt x="3714580" y="2853298"/>
                  </a:lnTo>
                  <a:lnTo>
                    <a:pt x="3663563" y="2815761"/>
                  </a:lnTo>
                  <a:lnTo>
                    <a:pt x="3613198" y="2775400"/>
                  </a:lnTo>
                  <a:lnTo>
                    <a:pt x="3563197" y="2732305"/>
                  </a:lnTo>
                  <a:lnTo>
                    <a:pt x="3513355" y="2686649"/>
                  </a:lnTo>
                  <a:lnTo>
                    <a:pt x="3463535" y="2638685"/>
                  </a:lnTo>
                  <a:lnTo>
                    <a:pt x="3413658" y="2588752"/>
                  </a:lnTo>
                  <a:lnTo>
                    <a:pt x="3363692" y="2537261"/>
                  </a:lnTo>
                  <a:lnTo>
                    <a:pt x="3313645" y="2484684"/>
                  </a:lnTo>
                  <a:lnTo>
                    <a:pt x="3263550" y="2431539"/>
                  </a:lnTo>
                  <a:lnTo>
                    <a:pt x="3213453" y="2378369"/>
                  </a:lnTo>
                  <a:lnTo>
                    <a:pt x="3163400" y="2325716"/>
                  </a:lnTo>
                  <a:lnTo>
                    <a:pt x="3113426" y="2274101"/>
                  </a:lnTo>
                  <a:lnTo>
                    <a:pt x="3063541" y="2224003"/>
                  </a:lnTo>
                  <a:lnTo>
                    <a:pt x="3013718" y="2175838"/>
                  </a:lnTo>
                  <a:lnTo>
                    <a:pt x="2963883" y="2129952"/>
                  </a:lnTo>
                  <a:lnTo>
                    <a:pt x="2913905" y="2086608"/>
                  </a:lnTo>
                  <a:lnTo>
                    <a:pt x="2863584" y="2045985"/>
                  </a:lnTo>
                  <a:lnTo>
                    <a:pt x="2812644" y="2008180"/>
                  </a:lnTo>
                  <a:lnTo>
                    <a:pt x="2760712" y="1973216"/>
                  </a:lnTo>
                  <a:lnTo>
                    <a:pt x="2707306" y="1941048"/>
                  </a:lnTo>
                  <a:lnTo>
                    <a:pt x="2702183" y="1938161"/>
                  </a:lnTo>
                  <a:lnTo>
                    <a:pt x="2650518" y="1910960"/>
                  </a:lnTo>
                  <a:lnTo>
                    <a:pt x="2596425" y="1886110"/>
                  </a:lnTo>
                  <a:lnTo>
                    <a:pt x="2539228" y="1863528"/>
                  </a:lnTo>
                  <a:lnTo>
                    <a:pt x="2478186" y="1843055"/>
                  </a:lnTo>
                  <a:lnTo>
                    <a:pt x="2412530" y="1824497"/>
                  </a:lnTo>
                  <a:lnTo>
                    <a:pt x="2341506" y="1807657"/>
                  </a:lnTo>
                  <a:lnTo>
                    <a:pt x="2264424" y="1792348"/>
                  </a:lnTo>
                  <a:lnTo>
                    <a:pt x="2180727" y="1778406"/>
                  </a:lnTo>
                  <a:lnTo>
                    <a:pt x="2090080" y="1765695"/>
                  </a:lnTo>
                  <a:lnTo>
                    <a:pt x="1992480" y="1754108"/>
                  </a:lnTo>
                  <a:lnTo>
                    <a:pt x="1888402" y="1743574"/>
                  </a:lnTo>
                  <a:lnTo>
                    <a:pt x="1778930" y="1734051"/>
                  </a:lnTo>
                  <a:lnTo>
                    <a:pt x="1665894" y="1725528"/>
                  </a:lnTo>
                  <a:lnTo>
                    <a:pt x="1551920" y="1718014"/>
                  </a:lnTo>
                  <a:lnTo>
                    <a:pt x="1440375" y="1711530"/>
                  </a:lnTo>
                  <a:lnTo>
                    <a:pt x="1335145" y="1706095"/>
                  </a:lnTo>
                  <a:lnTo>
                    <a:pt x="1240224" y="1701708"/>
                  </a:lnTo>
                  <a:lnTo>
                    <a:pt x="1159176" y="1698335"/>
                  </a:lnTo>
                  <a:lnTo>
                    <a:pt x="1094550" y="1695901"/>
                  </a:lnTo>
                  <a:lnTo>
                    <a:pt x="1047406" y="1694288"/>
                  </a:lnTo>
                  <a:lnTo>
                    <a:pt x="1017062" y="1693341"/>
                  </a:lnTo>
                  <a:lnTo>
                    <a:pt x="1001088" y="1692885"/>
                  </a:lnTo>
                  <a:lnTo>
                    <a:pt x="995494" y="1692738"/>
                  </a:lnTo>
                  <a:lnTo>
                    <a:pt x="994940" y="1692724"/>
                  </a:lnTo>
                  <a:lnTo>
                    <a:pt x="0" y="1692724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34" name="pl933"/>
            <p:cNvSpPr/>
            <p:nvPr/>
          </p:nvSpPr>
          <p:spPr>
            <a:xfrm>
              <a:off x="1199187" y="2960793"/>
              <a:ext cx="12049831" cy="3165342"/>
            </a:xfrm>
            <a:custGeom>
              <a:avLst/>
              <a:pathLst>
                <a:path w="12049831" h="3165342">
                  <a:moveTo>
                    <a:pt x="0" y="1692724"/>
                  </a:moveTo>
                  <a:lnTo>
                    <a:pt x="994940" y="1692724"/>
                  </a:lnTo>
                  <a:lnTo>
                    <a:pt x="996059" y="1692752"/>
                  </a:lnTo>
                  <a:lnTo>
                    <a:pt x="1003449" y="1692949"/>
                  </a:lnTo>
                  <a:lnTo>
                    <a:pt x="1022182" y="1693494"/>
                  </a:lnTo>
                  <a:lnTo>
                    <a:pt x="1055940" y="1694568"/>
                  </a:lnTo>
                  <a:lnTo>
                    <a:pt x="1106790" y="1696344"/>
                  </a:lnTo>
                  <a:lnTo>
                    <a:pt x="1175039" y="1698968"/>
                  </a:lnTo>
                  <a:lnTo>
                    <a:pt x="1259280" y="1702551"/>
                  </a:lnTo>
                  <a:lnTo>
                    <a:pt x="1356705" y="1707158"/>
                  </a:lnTo>
                  <a:lnTo>
                    <a:pt x="1463611" y="1712816"/>
                  </a:lnTo>
                  <a:lnTo>
                    <a:pt x="1575982" y="1719520"/>
                  </a:lnTo>
                  <a:lnTo>
                    <a:pt x="1690016" y="1727250"/>
                  </a:lnTo>
                  <a:lnTo>
                    <a:pt x="1802489" y="1735985"/>
                  </a:lnTo>
                  <a:lnTo>
                    <a:pt x="1910944" y="1745720"/>
                  </a:lnTo>
                  <a:lnTo>
                    <a:pt x="2013718" y="1756472"/>
                  </a:lnTo>
                  <a:lnTo>
                    <a:pt x="2109866" y="1768290"/>
                  </a:lnTo>
                  <a:lnTo>
                    <a:pt x="2199028" y="1781253"/>
                  </a:lnTo>
                  <a:lnTo>
                    <a:pt x="2281287" y="1795472"/>
                  </a:lnTo>
                  <a:lnTo>
                    <a:pt x="2357033" y="1811090"/>
                  </a:lnTo>
                  <a:lnTo>
                    <a:pt x="2426860" y="1828278"/>
                  </a:lnTo>
                  <a:lnTo>
                    <a:pt x="2491475" y="1847225"/>
                  </a:lnTo>
                  <a:lnTo>
                    <a:pt x="2551638" y="1868129"/>
                  </a:lnTo>
                  <a:lnTo>
                    <a:pt x="2608118" y="1891180"/>
                  </a:lnTo>
                  <a:lnTo>
                    <a:pt x="2661643" y="1916524"/>
                  </a:lnTo>
                  <a:lnTo>
                    <a:pt x="2702183" y="1938161"/>
                  </a:lnTo>
                  <a:lnTo>
                    <a:pt x="2755757" y="1970071"/>
                  </a:lnTo>
                  <a:lnTo>
                    <a:pt x="2807805" y="2004769"/>
                  </a:lnTo>
                  <a:lnTo>
                    <a:pt x="2858822" y="2042306"/>
                  </a:lnTo>
                  <a:lnTo>
                    <a:pt x="2909187" y="2082667"/>
                  </a:lnTo>
                  <a:lnTo>
                    <a:pt x="2959188" y="2125761"/>
                  </a:lnTo>
                  <a:lnTo>
                    <a:pt x="3009030" y="2171418"/>
                  </a:lnTo>
                  <a:lnTo>
                    <a:pt x="3058850" y="2219381"/>
                  </a:lnTo>
                  <a:lnTo>
                    <a:pt x="3108727" y="2269314"/>
                  </a:lnTo>
                  <a:lnTo>
                    <a:pt x="3158693" y="2320806"/>
                  </a:lnTo>
                  <a:lnTo>
                    <a:pt x="3208740" y="2373383"/>
                  </a:lnTo>
                  <a:lnTo>
                    <a:pt x="3258835" y="2426528"/>
                  </a:lnTo>
                  <a:lnTo>
                    <a:pt x="3308932" y="2479698"/>
                  </a:lnTo>
                  <a:lnTo>
                    <a:pt x="3358985" y="2532351"/>
                  </a:lnTo>
                  <a:lnTo>
                    <a:pt x="3408959" y="2583966"/>
                  </a:lnTo>
                  <a:lnTo>
                    <a:pt x="3458844" y="2634064"/>
                  </a:lnTo>
                  <a:lnTo>
                    <a:pt x="3508667" y="2682228"/>
                  </a:lnTo>
                  <a:lnTo>
                    <a:pt x="3558502" y="2728114"/>
                  </a:lnTo>
                  <a:lnTo>
                    <a:pt x="3608480" y="2771459"/>
                  </a:lnTo>
                  <a:lnTo>
                    <a:pt x="3658801" y="2812082"/>
                  </a:lnTo>
                  <a:lnTo>
                    <a:pt x="3709741" y="2849887"/>
                  </a:lnTo>
                  <a:lnTo>
                    <a:pt x="3761673" y="2884850"/>
                  </a:lnTo>
                  <a:lnTo>
                    <a:pt x="3815079" y="2917019"/>
                  </a:lnTo>
                  <a:lnTo>
                    <a:pt x="3820202" y="2919906"/>
                  </a:lnTo>
                  <a:lnTo>
                    <a:pt x="3871867" y="2947107"/>
                  </a:lnTo>
                  <a:lnTo>
                    <a:pt x="3925960" y="2971957"/>
                  </a:lnTo>
                  <a:lnTo>
                    <a:pt x="3983157" y="2994539"/>
                  </a:lnTo>
                  <a:lnTo>
                    <a:pt x="4044199" y="3015012"/>
                  </a:lnTo>
                  <a:lnTo>
                    <a:pt x="4109855" y="3033570"/>
                  </a:lnTo>
                  <a:lnTo>
                    <a:pt x="4180879" y="3050410"/>
                  </a:lnTo>
                  <a:lnTo>
                    <a:pt x="4257961" y="3065719"/>
                  </a:lnTo>
                  <a:lnTo>
                    <a:pt x="4341658" y="3079660"/>
                  </a:lnTo>
                  <a:lnTo>
                    <a:pt x="4432305" y="3092372"/>
                  </a:lnTo>
                  <a:lnTo>
                    <a:pt x="4529905" y="3103959"/>
                  </a:lnTo>
                  <a:lnTo>
                    <a:pt x="4633983" y="3114493"/>
                  </a:lnTo>
                  <a:lnTo>
                    <a:pt x="4743455" y="3124016"/>
                  </a:lnTo>
                  <a:lnTo>
                    <a:pt x="4856491" y="3132539"/>
                  </a:lnTo>
                  <a:lnTo>
                    <a:pt x="4970465" y="3140053"/>
                  </a:lnTo>
                  <a:lnTo>
                    <a:pt x="5082010" y="3146537"/>
                  </a:lnTo>
                  <a:lnTo>
                    <a:pt x="5187240" y="3151972"/>
                  </a:lnTo>
                  <a:lnTo>
                    <a:pt x="5282161" y="3156359"/>
                  </a:lnTo>
                  <a:lnTo>
                    <a:pt x="5363209" y="3159732"/>
                  </a:lnTo>
                  <a:lnTo>
                    <a:pt x="5427835" y="3162165"/>
                  </a:lnTo>
                  <a:lnTo>
                    <a:pt x="5474979" y="3163779"/>
                  </a:lnTo>
                  <a:lnTo>
                    <a:pt x="5505323" y="3164726"/>
                  </a:lnTo>
                  <a:lnTo>
                    <a:pt x="5521297" y="3165182"/>
                  </a:lnTo>
                  <a:lnTo>
                    <a:pt x="5526891" y="3165329"/>
                  </a:lnTo>
                  <a:lnTo>
                    <a:pt x="5527445" y="3165342"/>
                  </a:lnTo>
                  <a:lnTo>
                    <a:pt x="6522385" y="3165342"/>
                  </a:lnTo>
                  <a:lnTo>
                    <a:pt x="6523448" y="3165286"/>
                  </a:lnTo>
                  <a:lnTo>
                    <a:pt x="6530469" y="3164884"/>
                  </a:lnTo>
                  <a:lnTo>
                    <a:pt x="6548294" y="3163774"/>
                  </a:lnTo>
                  <a:lnTo>
                    <a:pt x="6580475" y="3161586"/>
                  </a:lnTo>
                  <a:lnTo>
                    <a:pt x="6629075" y="3157966"/>
                  </a:lnTo>
                  <a:lnTo>
                    <a:pt x="6694516" y="3152609"/>
                  </a:lnTo>
                  <a:lnTo>
                    <a:pt x="6775612" y="3145283"/>
                  </a:lnTo>
                  <a:lnTo>
                    <a:pt x="6869826" y="3135842"/>
                  </a:lnTo>
                  <a:lnTo>
                    <a:pt x="6973724" y="3124224"/>
                  </a:lnTo>
                  <a:lnTo>
                    <a:pt x="7083507" y="3110432"/>
                  </a:lnTo>
                  <a:lnTo>
                    <a:pt x="7195504" y="3094505"/>
                  </a:lnTo>
                  <a:lnTo>
                    <a:pt x="7306538" y="3076484"/>
                  </a:lnTo>
                  <a:lnTo>
                    <a:pt x="7414126" y="3056389"/>
                  </a:lnTo>
                  <a:lnTo>
                    <a:pt x="7516529" y="3034197"/>
                  </a:lnTo>
                  <a:lnTo>
                    <a:pt x="7612701" y="3009826"/>
                  </a:lnTo>
                  <a:lnTo>
                    <a:pt x="7702173" y="2983130"/>
                  </a:lnTo>
                  <a:lnTo>
                    <a:pt x="7784922" y="2953899"/>
                  </a:lnTo>
                  <a:lnTo>
                    <a:pt x="7861248" y="2921859"/>
                  </a:lnTo>
                  <a:lnTo>
                    <a:pt x="7931664" y="2886680"/>
                  </a:lnTo>
                  <a:lnTo>
                    <a:pt x="7996812" y="2847985"/>
                  </a:lnTo>
                  <a:lnTo>
                    <a:pt x="8057405" y="2805374"/>
                  </a:lnTo>
                  <a:lnTo>
                    <a:pt x="8114170" y="2758447"/>
                  </a:lnTo>
                  <a:lnTo>
                    <a:pt x="8167819" y="2706864"/>
                  </a:lnTo>
                  <a:lnTo>
                    <a:pt x="8219006" y="2650418"/>
                  </a:lnTo>
                  <a:lnTo>
                    <a:pt x="8229629" y="2637785"/>
                  </a:lnTo>
                  <a:lnTo>
                    <a:pt x="8272062" y="2584137"/>
                  </a:lnTo>
                  <a:lnTo>
                    <a:pt x="8313472" y="2526779"/>
                  </a:lnTo>
                  <a:lnTo>
                    <a:pt x="8354122" y="2465634"/>
                  </a:lnTo>
                  <a:lnTo>
                    <a:pt x="8394226" y="2400681"/>
                  </a:lnTo>
                  <a:lnTo>
                    <a:pt x="8433957" y="2331954"/>
                  </a:lnTo>
                  <a:lnTo>
                    <a:pt x="8473455" y="2259554"/>
                  </a:lnTo>
                  <a:lnTo>
                    <a:pt x="8512825" y="2183648"/>
                  </a:lnTo>
                  <a:lnTo>
                    <a:pt x="8552148" y="2104474"/>
                  </a:lnTo>
                  <a:lnTo>
                    <a:pt x="8591477" y="2022337"/>
                  </a:lnTo>
                  <a:lnTo>
                    <a:pt x="8630846" y="1937612"/>
                  </a:lnTo>
                  <a:lnTo>
                    <a:pt x="8670270" y="1850734"/>
                  </a:lnTo>
                  <a:lnTo>
                    <a:pt x="8709749" y="1762191"/>
                  </a:lnTo>
                  <a:lnTo>
                    <a:pt x="8749271" y="1672515"/>
                  </a:lnTo>
                  <a:lnTo>
                    <a:pt x="8788816" y="1582266"/>
                  </a:lnTo>
                  <a:lnTo>
                    <a:pt x="8828360" y="1492019"/>
                  </a:lnTo>
                  <a:lnTo>
                    <a:pt x="8867882" y="1402351"/>
                  </a:lnTo>
                  <a:lnTo>
                    <a:pt x="8907360" y="1313821"/>
                  </a:lnTo>
                  <a:lnTo>
                    <a:pt x="8946783" y="1226960"/>
                  </a:lnTo>
                  <a:lnTo>
                    <a:pt x="8986152" y="1142256"/>
                  </a:lnTo>
                  <a:lnTo>
                    <a:pt x="9025481" y="1060145"/>
                  </a:lnTo>
                  <a:lnTo>
                    <a:pt x="9064804" y="980998"/>
                  </a:lnTo>
                  <a:lnTo>
                    <a:pt x="9104175" y="905122"/>
                  </a:lnTo>
                  <a:lnTo>
                    <a:pt x="9143674" y="832755"/>
                  </a:lnTo>
                  <a:lnTo>
                    <a:pt x="9183409" y="764062"/>
                  </a:lnTo>
                  <a:lnTo>
                    <a:pt x="9223517" y="699142"/>
                  </a:lnTo>
                  <a:lnTo>
                    <a:pt x="9264172" y="638032"/>
                  </a:lnTo>
                  <a:lnTo>
                    <a:pt x="9305590" y="580707"/>
                  </a:lnTo>
                  <a:lnTo>
                    <a:pt x="9347647" y="527557"/>
                  </a:lnTo>
                  <a:lnTo>
                    <a:pt x="9398388" y="470070"/>
                  </a:lnTo>
                  <a:lnTo>
                    <a:pt x="9451461" y="417464"/>
                  </a:lnTo>
                  <a:lnTo>
                    <a:pt x="9507505" y="369573"/>
                  </a:lnTo>
                  <a:lnTo>
                    <a:pt x="9567223" y="326076"/>
                  </a:lnTo>
                  <a:lnTo>
                    <a:pt x="9631342" y="286583"/>
                  </a:lnTo>
                  <a:lnTo>
                    <a:pt x="9700581" y="250689"/>
                  </a:lnTo>
                  <a:lnTo>
                    <a:pt x="9775601" y="218011"/>
                  </a:lnTo>
                  <a:lnTo>
                    <a:pt x="9856951" y="188207"/>
                  </a:lnTo>
                  <a:lnTo>
                    <a:pt x="9944983" y="160992"/>
                  </a:lnTo>
                  <a:lnTo>
                    <a:pt x="10039752" y="136141"/>
                  </a:lnTo>
                  <a:lnTo>
                    <a:pt x="10140896" y="113494"/>
                  </a:lnTo>
                  <a:lnTo>
                    <a:pt x="10247502" y="92958"/>
                  </a:lnTo>
                  <a:lnTo>
                    <a:pt x="10357986" y="74495"/>
                  </a:lnTo>
                  <a:lnTo>
                    <a:pt x="10470023" y="58119"/>
                  </a:lnTo>
                  <a:lnTo>
                    <a:pt x="10580572" y="43870"/>
                  </a:lnTo>
                  <a:lnTo>
                    <a:pt x="10686042" y="31788"/>
                  </a:lnTo>
                  <a:lnTo>
                    <a:pt x="10782623" y="21887"/>
                  </a:lnTo>
                  <a:lnTo>
                    <a:pt x="10866759" y="14120"/>
                  </a:lnTo>
                  <a:lnTo>
                    <a:pt x="10935679" y="8361"/>
                  </a:lnTo>
                  <a:lnTo>
                    <a:pt x="10987881" y="4395"/>
                  </a:lnTo>
                  <a:lnTo>
                    <a:pt x="11023435" y="1931"/>
                  </a:lnTo>
                  <a:lnTo>
                    <a:pt x="11044062" y="622"/>
                  </a:lnTo>
                  <a:lnTo>
                    <a:pt x="11053016" y="100"/>
                  </a:lnTo>
                  <a:lnTo>
                    <a:pt x="11054880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5" name="pl934"/>
            <p:cNvSpPr/>
            <p:nvPr/>
          </p:nvSpPr>
          <p:spPr>
            <a:xfrm>
              <a:off x="1199187" y="2955553"/>
              <a:ext cx="12049831" cy="3165342"/>
            </a:xfrm>
            <a:custGeom>
              <a:avLst/>
              <a:pathLst>
                <a:path w="12049831" h="3165342">
                  <a:moveTo>
                    <a:pt x="12049831" y="0"/>
                  </a:moveTo>
                  <a:lnTo>
                    <a:pt x="11054891" y="0"/>
                  </a:lnTo>
                  <a:lnTo>
                    <a:pt x="11053828" y="56"/>
                  </a:lnTo>
                  <a:lnTo>
                    <a:pt x="11046807" y="458"/>
                  </a:lnTo>
                  <a:lnTo>
                    <a:pt x="11028982" y="1568"/>
                  </a:lnTo>
                  <a:lnTo>
                    <a:pt x="10996801" y="3756"/>
                  </a:lnTo>
                  <a:lnTo>
                    <a:pt x="10948202" y="7376"/>
                  </a:lnTo>
                  <a:lnTo>
                    <a:pt x="10882761" y="12733"/>
                  </a:lnTo>
                  <a:lnTo>
                    <a:pt x="10801665" y="20059"/>
                  </a:lnTo>
                  <a:lnTo>
                    <a:pt x="10707451" y="29500"/>
                  </a:lnTo>
                  <a:lnTo>
                    <a:pt x="10603553" y="41118"/>
                  </a:lnTo>
                  <a:lnTo>
                    <a:pt x="10493770" y="54910"/>
                  </a:lnTo>
                  <a:lnTo>
                    <a:pt x="10381773" y="70837"/>
                  </a:lnTo>
                  <a:lnTo>
                    <a:pt x="10270739" y="88858"/>
                  </a:lnTo>
                  <a:lnTo>
                    <a:pt x="10163151" y="108953"/>
                  </a:lnTo>
                  <a:lnTo>
                    <a:pt x="10060747" y="131145"/>
                  </a:lnTo>
                  <a:lnTo>
                    <a:pt x="9964576" y="155516"/>
                  </a:lnTo>
                  <a:lnTo>
                    <a:pt x="9875104" y="182212"/>
                  </a:lnTo>
                  <a:lnTo>
                    <a:pt x="9792354" y="211443"/>
                  </a:lnTo>
                  <a:lnTo>
                    <a:pt x="9716029" y="243483"/>
                  </a:lnTo>
                  <a:lnTo>
                    <a:pt x="9645613" y="278662"/>
                  </a:lnTo>
                  <a:lnTo>
                    <a:pt x="9580464" y="317357"/>
                  </a:lnTo>
                  <a:lnTo>
                    <a:pt x="9519872" y="359968"/>
                  </a:lnTo>
                  <a:lnTo>
                    <a:pt x="9463107" y="406895"/>
                  </a:lnTo>
                  <a:lnTo>
                    <a:pt x="9409458" y="458478"/>
                  </a:lnTo>
                  <a:lnTo>
                    <a:pt x="9358270" y="514924"/>
                  </a:lnTo>
                  <a:lnTo>
                    <a:pt x="9347647" y="527557"/>
                  </a:lnTo>
                  <a:lnTo>
                    <a:pt x="9305214" y="581205"/>
                  </a:lnTo>
                  <a:lnTo>
                    <a:pt x="9263804" y="638563"/>
                  </a:lnTo>
                  <a:lnTo>
                    <a:pt x="9223155" y="699708"/>
                  </a:lnTo>
                  <a:lnTo>
                    <a:pt x="9183051" y="764661"/>
                  </a:lnTo>
                  <a:lnTo>
                    <a:pt x="9143319" y="833388"/>
                  </a:lnTo>
                  <a:lnTo>
                    <a:pt x="9103822" y="905788"/>
                  </a:lnTo>
                  <a:lnTo>
                    <a:pt x="9064451" y="981694"/>
                  </a:lnTo>
                  <a:lnTo>
                    <a:pt x="9025129" y="1060868"/>
                  </a:lnTo>
                  <a:lnTo>
                    <a:pt x="8985799" y="1143005"/>
                  </a:lnTo>
                  <a:lnTo>
                    <a:pt x="8946430" y="1227730"/>
                  </a:lnTo>
                  <a:lnTo>
                    <a:pt x="8907006" y="1314608"/>
                  </a:lnTo>
                  <a:lnTo>
                    <a:pt x="8867527" y="1403151"/>
                  </a:lnTo>
                  <a:lnTo>
                    <a:pt x="8828006" y="1492827"/>
                  </a:lnTo>
                  <a:lnTo>
                    <a:pt x="8788461" y="1583076"/>
                  </a:lnTo>
                  <a:lnTo>
                    <a:pt x="8748916" y="1673323"/>
                  </a:lnTo>
                  <a:lnTo>
                    <a:pt x="8709395" y="1762991"/>
                  </a:lnTo>
                  <a:lnTo>
                    <a:pt x="8669917" y="1851521"/>
                  </a:lnTo>
                  <a:lnTo>
                    <a:pt x="8630493" y="1938382"/>
                  </a:lnTo>
                  <a:lnTo>
                    <a:pt x="8591124" y="2023086"/>
                  </a:lnTo>
                  <a:lnTo>
                    <a:pt x="8551795" y="2105197"/>
                  </a:lnTo>
                  <a:lnTo>
                    <a:pt x="8512473" y="2184344"/>
                  </a:lnTo>
                  <a:lnTo>
                    <a:pt x="8473101" y="2260220"/>
                  </a:lnTo>
                  <a:lnTo>
                    <a:pt x="8433602" y="2332587"/>
                  </a:lnTo>
                  <a:lnTo>
                    <a:pt x="8393868" y="2401280"/>
                  </a:lnTo>
                  <a:lnTo>
                    <a:pt x="8353760" y="2466200"/>
                  </a:lnTo>
                  <a:lnTo>
                    <a:pt x="8313105" y="2527310"/>
                  </a:lnTo>
                  <a:lnTo>
                    <a:pt x="8271687" y="2584635"/>
                  </a:lnTo>
                  <a:lnTo>
                    <a:pt x="8229629" y="2637785"/>
                  </a:lnTo>
                  <a:lnTo>
                    <a:pt x="8178889" y="2695272"/>
                  </a:lnTo>
                  <a:lnTo>
                    <a:pt x="8125816" y="2747878"/>
                  </a:lnTo>
                  <a:lnTo>
                    <a:pt x="8069771" y="2795769"/>
                  </a:lnTo>
                  <a:lnTo>
                    <a:pt x="8010054" y="2839266"/>
                  </a:lnTo>
                  <a:lnTo>
                    <a:pt x="7945934" y="2878759"/>
                  </a:lnTo>
                  <a:lnTo>
                    <a:pt x="7876696" y="2914653"/>
                  </a:lnTo>
                  <a:lnTo>
                    <a:pt x="7801675" y="2947331"/>
                  </a:lnTo>
                  <a:lnTo>
                    <a:pt x="7720325" y="2977135"/>
                  </a:lnTo>
                  <a:lnTo>
                    <a:pt x="7632294" y="3004350"/>
                  </a:lnTo>
                  <a:lnTo>
                    <a:pt x="7537525" y="3029201"/>
                  </a:lnTo>
                  <a:lnTo>
                    <a:pt x="7436380" y="3051848"/>
                  </a:lnTo>
                  <a:lnTo>
                    <a:pt x="7329774" y="3072384"/>
                  </a:lnTo>
                  <a:lnTo>
                    <a:pt x="7219290" y="3090847"/>
                  </a:lnTo>
                  <a:lnTo>
                    <a:pt x="7107253" y="3107223"/>
                  </a:lnTo>
                  <a:lnTo>
                    <a:pt x="6996705" y="3121472"/>
                  </a:lnTo>
                  <a:lnTo>
                    <a:pt x="6891235" y="3133554"/>
                  </a:lnTo>
                  <a:lnTo>
                    <a:pt x="6794653" y="3143455"/>
                  </a:lnTo>
                  <a:lnTo>
                    <a:pt x="6710518" y="3151222"/>
                  </a:lnTo>
                  <a:lnTo>
                    <a:pt x="6641597" y="3156981"/>
                  </a:lnTo>
                  <a:lnTo>
                    <a:pt x="6589396" y="3160947"/>
                  </a:lnTo>
                  <a:lnTo>
                    <a:pt x="6553842" y="3163411"/>
                  </a:lnTo>
                  <a:lnTo>
                    <a:pt x="6533214" y="3164720"/>
                  </a:lnTo>
                  <a:lnTo>
                    <a:pt x="6524260" y="3165242"/>
                  </a:lnTo>
                  <a:lnTo>
                    <a:pt x="6522396" y="3165342"/>
                  </a:lnTo>
                  <a:lnTo>
                    <a:pt x="6522385" y="3165342"/>
                  </a:lnTo>
                  <a:lnTo>
                    <a:pt x="5527445" y="3165342"/>
                  </a:lnTo>
                  <a:lnTo>
                    <a:pt x="5526326" y="3165315"/>
                  </a:lnTo>
                  <a:lnTo>
                    <a:pt x="5518936" y="3165118"/>
                  </a:lnTo>
                  <a:lnTo>
                    <a:pt x="5500203" y="3164573"/>
                  </a:lnTo>
                  <a:lnTo>
                    <a:pt x="5466445" y="3163498"/>
                  </a:lnTo>
                  <a:lnTo>
                    <a:pt x="5415595" y="3161723"/>
                  </a:lnTo>
                  <a:lnTo>
                    <a:pt x="5347346" y="3159099"/>
                  </a:lnTo>
                  <a:lnTo>
                    <a:pt x="5263105" y="3155516"/>
                  </a:lnTo>
                  <a:lnTo>
                    <a:pt x="5165680" y="3150908"/>
                  </a:lnTo>
                  <a:lnTo>
                    <a:pt x="5058774" y="3145250"/>
                  </a:lnTo>
                  <a:lnTo>
                    <a:pt x="4946403" y="3138547"/>
                  </a:lnTo>
                  <a:lnTo>
                    <a:pt x="4832369" y="3130817"/>
                  </a:lnTo>
                  <a:lnTo>
                    <a:pt x="4719896" y="3122082"/>
                  </a:lnTo>
                  <a:lnTo>
                    <a:pt x="4611441" y="3112347"/>
                  </a:lnTo>
                  <a:lnTo>
                    <a:pt x="4508667" y="3101594"/>
                  </a:lnTo>
                  <a:lnTo>
                    <a:pt x="4412519" y="3089777"/>
                  </a:lnTo>
                  <a:lnTo>
                    <a:pt x="4323357" y="3076814"/>
                  </a:lnTo>
                  <a:lnTo>
                    <a:pt x="4241098" y="3062595"/>
                  </a:lnTo>
                  <a:lnTo>
                    <a:pt x="4165352" y="3046977"/>
                  </a:lnTo>
                  <a:lnTo>
                    <a:pt x="4095525" y="3029789"/>
                  </a:lnTo>
                  <a:lnTo>
                    <a:pt x="4030910" y="3010842"/>
                  </a:lnTo>
                  <a:lnTo>
                    <a:pt x="3970747" y="2989938"/>
                  </a:lnTo>
                  <a:lnTo>
                    <a:pt x="3914267" y="2966887"/>
                  </a:lnTo>
                  <a:lnTo>
                    <a:pt x="3860742" y="2941543"/>
                  </a:lnTo>
                  <a:lnTo>
                    <a:pt x="3820202" y="2919906"/>
                  </a:lnTo>
                  <a:lnTo>
                    <a:pt x="3766628" y="2887996"/>
                  </a:lnTo>
                  <a:lnTo>
                    <a:pt x="3714580" y="2853298"/>
                  </a:lnTo>
                  <a:lnTo>
                    <a:pt x="3663563" y="2815761"/>
                  </a:lnTo>
                  <a:lnTo>
                    <a:pt x="3613198" y="2775400"/>
                  </a:lnTo>
                  <a:lnTo>
                    <a:pt x="3563197" y="2732305"/>
                  </a:lnTo>
                  <a:lnTo>
                    <a:pt x="3513355" y="2686649"/>
                  </a:lnTo>
                  <a:lnTo>
                    <a:pt x="3463535" y="2638685"/>
                  </a:lnTo>
                  <a:lnTo>
                    <a:pt x="3413658" y="2588752"/>
                  </a:lnTo>
                  <a:lnTo>
                    <a:pt x="3363692" y="2537261"/>
                  </a:lnTo>
                  <a:lnTo>
                    <a:pt x="3313645" y="2484684"/>
                  </a:lnTo>
                  <a:lnTo>
                    <a:pt x="3263550" y="2431539"/>
                  </a:lnTo>
                  <a:lnTo>
                    <a:pt x="3213453" y="2378369"/>
                  </a:lnTo>
                  <a:lnTo>
                    <a:pt x="3163400" y="2325716"/>
                  </a:lnTo>
                  <a:lnTo>
                    <a:pt x="3113426" y="2274101"/>
                  </a:lnTo>
                  <a:lnTo>
                    <a:pt x="3063541" y="2224003"/>
                  </a:lnTo>
                  <a:lnTo>
                    <a:pt x="3013718" y="2175838"/>
                  </a:lnTo>
                  <a:lnTo>
                    <a:pt x="2963883" y="2129952"/>
                  </a:lnTo>
                  <a:lnTo>
                    <a:pt x="2913905" y="2086608"/>
                  </a:lnTo>
                  <a:lnTo>
                    <a:pt x="2863584" y="2045985"/>
                  </a:lnTo>
                  <a:lnTo>
                    <a:pt x="2812644" y="2008180"/>
                  </a:lnTo>
                  <a:lnTo>
                    <a:pt x="2760712" y="1973216"/>
                  </a:lnTo>
                  <a:lnTo>
                    <a:pt x="2707306" y="1941048"/>
                  </a:lnTo>
                  <a:lnTo>
                    <a:pt x="2702183" y="1938161"/>
                  </a:lnTo>
                  <a:lnTo>
                    <a:pt x="2650518" y="1910960"/>
                  </a:lnTo>
                  <a:lnTo>
                    <a:pt x="2596425" y="1886110"/>
                  </a:lnTo>
                  <a:lnTo>
                    <a:pt x="2539228" y="1863528"/>
                  </a:lnTo>
                  <a:lnTo>
                    <a:pt x="2478186" y="1843055"/>
                  </a:lnTo>
                  <a:lnTo>
                    <a:pt x="2412530" y="1824497"/>
                  </a:lnTo>
                  <a:lnTo>
                    <a:pt x="2341506" y="1807657"/>
                  </a:lnTo>
                  <a:lnTo>
                    <a:pt x="2264424" y="1792348"/>
                  </a:lnTo>
                  <a:lnTo>
                    <a:pt x="2180727" y="1778406"/>
                  </a:lnTo>
                  <a:lnTo>
                    <a:pt x="2090080" y="1765695"/>
                  </a:lnTo>
                  <a:lnTo>
                    <a:pt x="1992480" y="1754108"/>
                  </a:lnTo>
                  <a:lnTo>
                    <a:pt x="1888402" y="1743574"/>
                  </a:lnTo>
                  <a:lnTo>
                    <a:pt x="1778930" y="1734051"/>
                  </a:lnTo>
                  <a:lnTo>
                    <a:pt x="1665894" y="1725528"/>
                  </a:lnTo>
                  <a:lnTo>
                    <a:pt x="1551920" y="1718014"/>
                  </a:lnTo>
                  <a:lnTo>
                    <a:pt x="1440375" y="1711530"/>
                  </a:lnTo>
                  <a:lnTo>
                    <a:pt x="1335145" y="1706095"/>
                  </a:lnTo>
                  <a:lnTo>
                    <a:pt x="1240224" y="1701708"/>
                  </a:lnTo>
                  <a:lnTo>
                    <a:pt x="1159176" y="1698335"/>
                  </a:lnTo>
                  <a:lnTo>
                    <a:pt x="1094550" y="1695901"/>
                  </a:lnTo>
                  <a:lnTo>
                    <a:pt x="1047406" y="1694288"/>
                  </a:lnTo>
                  <a:lnTo>
                    <a:pt x="1017062" y="1693341"/>
                  </a:lnTo>
                  <a:lnTo>
                    <a:pt x="1001088" y="1692885"/>
                  </a:lnTo>
                  <a:lnTo>
                    <a:pt x="995494" y="1692738"/>
                  </a:lnTo>
                  <a:lnTo>
                    <a:pt x="994940" y="1692724"/>
                  </a:lnTo>
                  <a:lnTo>
                    <a:pt x="0" y="1692724"/>
                  </a:lnTo>
                  <a:lnTo>
                    <a:pt x="0" y="16927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6" name="pg935"/>
            <p:cNvSpPr/>
            <p:nvPr/>
          </p:nvSpPr>
          <p:spPr>
            <a:xfrm>
              <a:off x="1199187" y="3049884"/>
              <a:ext cx="12049831" cy="1158180"/>
            </a:xfrm>
            <a:custGeom>
              <a:avLst/>
              <a:pathLst>
                <a:path w="12049831" h="1158180">
                  <a:moveTo>
                    <a:pt x="0" y="1158180"/>
                  </a:moveTo>
                  <a:lnTo>
                    <a:pt x="994940" y="1158180"/>
                  </a:lnTo>
                  <a:lnTo>
                    <a:pt x="996070" y="1158163"/>
                  </a:lnTo>
                  <a:lnTo>
                    <a:pt x="1003529" y="1158042"/>
                  </a:lnTo>
                  <a:lnTo>
                    <a:pt x="1022433" y="1157709"/>
                  </a:lnTo>
                  <a:lnTo>
                    <a:pt x="1056486" y="1157053"/>
                  </a:lnTo>
                  <a:lnTo>
                    <a:pt x="1107757" y="1155968"/>
                  </a:lnTo>
                  <a:lnTo>
                    <a:pt x="1176529" y="1154366"/>
                  </a:lnTo>
                  <a:lnTo>
                    <a:pt x="1261353" y="1152179"/>
                  </a:lnTo>
                  <a:lnTo>
                    <a:pt x="1359370" y="1149367"/>
                  </a:lnTo>
                  <a:lnTo>
                    <a:pt x="1466825" y="1145915"/>
                  </a:lnTo>
                  <a:lnTo>
                    <a:pt x="1579665" y="1141827"/>
                  </a:lnTo>
                  <a:lnTo>
                    <a:pt x="1694062" y="1137115"/>
                  </a:lnTo>
                  <a:lnTo>
                    <a:pt x="1806788" y="1131791"/>
                  </a:lnTo>
                  <a:lnTo>
                    <a:pt x="1915390" y="1125857"/>
                  </a:lnTo>
                  <a:lnTo>
                    <a:pt x="2018221" y="1119303"/>
                  </a:lnTo>
                  <a:lnTo>
                    <a:pt x="2114356" y="1112099"/>
                  </a:lnTo>
                  <a:lnTo>
                    <a:pt x="2203454" y="1104196"/>
                  </a:lnTo>
                  <a:lnTo>
                    <a:pt x="2285618" y="1095523"/>
                  </a:lnTo>
                  <a:lnTo>
                    <a:pt x="2361256" y="1085992"/>
                  </a:lnTo>
                  <a:lnTo>
                    <a:pt x="2430975" y="1075500"/>
                  </a:lnTo>
                  <a:lnTo>
                    <a:pt x="2495494" y="1063929"/>
                  </a:lnTo>
                  <a:lnTo>
                    <a:pt x="2555584" y="1051158"/>
                  </a:lnTo>
                  <a:lnTo>
                    <a:pt x="2612017" y="1037073"/>
                  </a:lnTo>
                  <a:lnTo>
                    <a:pt x="2665527" y="1021587"/>
                  </a:lnTo>
                  <a:lnTo>
                    <a:pt x="2702183" y="1009695"/>
                  </a:lnTo>
                  <a:lnTo>
                    <a:pt x="2760185" y="988690"/>
                  </a:lnTo>
                  <a:lnTo>
                    <a:pt x="2816447" y="965699"/>
                  </a:lnTo>
                  <a:lnTo>
                    <a:pt x="2871578" y="940688"/>
                  </a:lnTo>
                  <a:lnTo>
                    <a:pt x="2926037" y="913681"/>
                  </a:lnTo>
                  <a:lnTo>
                    <a:pt x="2980156" y="884766"/>
                  </a:lnTo>
                  <a:lnTo>
                    <a:pt x="3034165" y="854099"/>
                  </a:lnTo>
                  <a:lnTo>
                    <a:pt x="3088203" y="821907"/>
                  </a:lnTo>
                  <a:lnTo>
                    <a:pt x="3142334" y="788481"/>
                  </a:lnTo>
                  <a:lnTo>
                    <a:pt x="3196567" y="754170"/>
                  </a:lnTo>
                  <a:lnTo>
                    <a:pt x="3250868" y="719363"/>
                  </a:lnTo>
                  <a:lnTo>
                    <a:pt x="3305181" y="684477"/>
                  </a:lnTo>
                  <a:lnTo>
                    <a:pt x="3359445" y="649930"/>
                  </a:lnTo>
                  <a:lnTo>
                    <a:pt x="3413617" y="616124"/>
                  </a:lnTo>
                  <a:lnTo>
                    <a:pt x="3467685" y="583425"/>
                  </a:lnTo>
                  <a:lnTo>
                    <a:pt x="3521693" y="552148"/>
                  </a:lnTo>
                  <a:lnTo>
                    <a:pt x="3575749" y="522544"/>
                  </a:lnTo>
                  <a:lnTo>
                    <a:pt x="3630046" y="494798"/>
                  </a:lnTo>
                  <a:lnTo>
                    <a:pt x="3684875" y="469022"/>
                  </a:lnTo>
                  <a:lnTo>
                    <a:pt x="3740644" y="445264"/>
                  </a:lnTo>
                  <a:lnTo>
                    <a:pt x="3797901" y="423512"/>
                  </a:lnTo>
                  <a:lnTo>
                    <a:pt x="3820202" y="415756"/>
                  </a:lnTo>
                  <a:lnTo>
                    <a:pt x="3872037" y="399249"/>
                  </a:lnTo>
                  <a:lnTo>
                    <a:pt x="3926319" y="384174"/>
                  </a:lnTo>
                  <a:lnTo>
                    <a:pt x="3983730" y="370479"/>
                  </a:lnTo>
                  <a:lnTo>
                    <a:pt x="4045018" y="358067"/>
                  </a:lnTo>
                  <a:lnTo>
                    <a:pt x="4110959" y="346819"/>
                  </a:lnTo>
                  <a:lnTo>
                    <a:pt x="4182316" y="336616"/>
                  </a:lnTo>
                  <a:lnTo>
                    <a:pt x="4259782" y="327343"/>
                  </a:lnTo>
                  <a:lnTo>
                    <a:pt x="4343915" y="318900"/>
                  </a:lnTo>
                  <a:lnTo>
                    <a:pt x="4435050" y="311204"/>
                  </a:lnTo>
                  <a:lnTo>
                    <a:pt x="4533175" y="304192"/>
                  </a:lnTo>
                  <a:lnTo>
                    <a:pt x="4637796" y="297819"/>
                  </a:lnTo>
                  <a:lnTo>
                    <a:pt x="4747791" y="292062"/>
                  </a:lnTo>
                  <a:lnTo>
                    <a:pt x="4861287" y="286914"/>
                  </a:lnTo>
                  <a:lnTo>
                    <a:pt x="4975598" y="282380"/>
                  </a:lnTo>
                  <a:lnTo>
                    <a:pt x="5087295" y="278475"/>
                  </a:lnTo>
                  <a:lnTo>
                    <a:pt x="5192441" y="275208"/>
                  </a:lnTo>
                  <a:lnTo>
                    <a:pt x="5287008" y="272579"/>
                  </a:lnTo>
                  <a:lnTo>
                    <a:pt x="5367441" y="270566"/>
                  </a:lnTo>
                  <a:lnTo>
                    <a:pt x="5431239" y="269120"/>
                  </a:lnTo>
                  <a:lnTo>
                    <a:pt x="5477433" y="268170"/>
                  </a:lnTo>
                  <a:lnTo>
                    <a:pt x="5506827" y="267618"/>
                  </a:lnTo>
                  <a:lnTo>
                    <a:pt x="5521983" y="267358"/>
                  </a:lnTo>
                  <a:lnTo>
                    <a:pt x="5527032" y="267278"/>
                  </a:lnTo>
                  <a:lnTo>
                    <a:pt x="5527445" y="267272"/>
                  </a:lnTo>
                  <a:lnTo>
                    <a:pt x="6522385" y="267272"/>
                  </a:lnTo>
                  <a:lnTo>
                    <a:pt x="6523521" y="267267"/>
                  </a:lnTo>
                  <a:lnTo>
                    <a:pt x="6531017" y="267231"/>
                  </a:lnTo>
                  <a:lnTo>
                    <a:pt x="6550013" y="267133"/>
                  </a:lnTo>
                  <a:lnTo>
                    <a:pt x="6584225" y="266939"/>
                  </a:lnTo>
                  <a:lnTo>
                    <a:pt x="6635721" y="266618"/>
                  </a:lnTo>
                  <a:lnTo>
                    <a:pt x="6704773" y="266144"/>
                  </a:lnTo>
                  <a:lnTo>
                    <a:pt x="6789909" y="265498"/>
                  </a:lnTo>
                  <a:lnTo>
                    <a:pt x="6888241" y="264667"/>
                  </a:lnTo>
                  <a:lnTo>
                    <a:pt x="6995989" y="263647"/>
                  </a:lnTo>
                  <a:lnTo>
                    <a:pt x="7109077" y="262440"/>
                  </a:lnTo>
                  <a:lnTo>
                    <a:pt x="7223668" y="261048"/>
                  </a:lnTo>
                  <a:lnTo>
                    <a:pt x="7336526" y="259476"/>
                  </a:lnTo>
                  <a:lnTo>
                    <a:pt x="7445206" y="257724"/>
                  </a:lnTo>
                  <a:lnTo>
                    <a:pt x="7548066" y="255789"/>
                  </a:lnTo>
                  <a:lnTo>
                    <a:pt x="7644192" y="253661"/>
                  </a:lnTo>
                  <a:lnTo>
                    <a:pt x="7733255" y="251327"/>
                  </a:lnTo>
                  <a:lnTo>
                    <a:pt x="7815368" y="248765"/>
                  </a:lnTo>
                  <a:lnTo>
                    <a:pt x="7890948" y="245949"/>
                  </a:lnTo>
                  <a:lnTo>
                    <a:pt x="7960609" y="242848"/>
                  </a:lnTo>
                  <a:lnTo>
                    <a:pt x="8025078" y="239428"/>
                  </a:lnTo>
                  <a:lnTo>
                    <a:pt x="8085130" y="235652"/>
                  </a:lnTo>
                  <a:lnTo>
                    <a:pt x="8141539" y="231487"/>
                  </a:lnTo>
                  <a:lnTo>
                    <a:pt x="8195041" y="226908"/>
                  </a:lnTo>
                  <a:lnTo>
                    <a:pt x="8229629" y="223600"/>
                  </a:lnTo>
                  <a:lnTo>
                    <a:pt x="8290919" y="217048"/>
                  </a:lnTo>
                  <a:lnTo>
                    <a:pt x="8350305" y="209841"/>
                  </a:lnTo>
                  <a:lnTo>
                    <a:pt x="8408491" y="201970"/>
                  </a:lnTo>
                  <a:lnTo>
                    <a:pt x="8465998" y="193446"/>
                  </a:lnTo>
                  <a:lnTo>
                    <a:pt x="8523194" y="184303"/>
                  </a:lnTo>
                  <a:lnTo>
                    <a:pt x="8580318" y="174604"/>
                  </a:lnTo>
                  <a:lnTo>
                    <a:pt x="8637508" y="164434"/>
                  </a:lnTo>
                  <a:lnTo>
                    <a:pt x="8694812" y="153903"/>
                  </a:lnTo>
                  <a:lnTo>
                    <a:pt x="8752217" y="143138"/>
                  </a:lnTo>
                  <a:lnTo>
                    <a:pt x="8809667" y="132280"/>
                  </a:lnTo>
                  <a:lnTo>
                    <a:pt x="8867090" y="121477"/>
                  </a:lnTo>
                  <a:lnTo>
                    <a:pt x="8924425" y="110870"/>
                  </a:lnTo>
                  <a:lnTo>
                    <a:pt x="8981644" y="100591"/>
                  </a:lnTo>
                  <a:lnTo>
                    <a:pt x="9038776" y="90756"/>
                  </a:lnTo>
                  <a:lnTo>
                    <a:pt x="9095934" y="81458"/>
                  </a:lnTo>
                  <a:lnTo>
                    <a:pt x="9153327" y="72763"/>
                  </a:lnTo>
                  <a:lnTo>
                    <a:pt x="9211287" y="64715"/>
                  </a:lnTo>
                  <a:lnTo>
                    <a:pt x="9270291" y="57330"/>
                  </a:lnTo>
                  <a:lnTo>
                    <a:pt x="9330989" y="50605"/>
                  </a:lnTo>
                  <a:lnTo>
                    <a:pt x="9347647" y="48912"/>
                  </a:lnTo>
                  <a:lnTo>
                    <a:pt x="9399574" y="44049"/>
                  </a:lnTo>
                  <a:lnTo>
                    <a:pt x="9453957" y="39609"/>
                  </a:lnTo>
                  <a:lnTo>
                    <a:pt x="9511481" y="35575"/>
                  </a:lnTo>
                  <a:lnTo>
                    <a:pt x="9572901" y="31921"/>
                  </a:lnTo>
                  <a:lnTo>
                    <a:pt x="9638995" y="28609"/>
                  </a:lnTo>
                  <a:lnTo>
                    <a:pt x="9710530" y="25606"/>
                  </a:lnTo>
                  <a:lnTo>
                    <a:pt x="9788201" y="22877"/>
                  </a:lnTo>
                  <a:lnTo>
                    <a:pt x="9872569" y="20392"/>
                  </a:lnTo>
                  <a:lnTo>
                    <a:pt x="9963964" y="18128"/>
                  </a:lnTo>
                  <a:lnTo>
                    <a:pt x="10062369" y="16065"/>
                  </a:lnTo>
                  <a:lnTo>
                    <a:pt x="10167279" y="14191"/>
                  </a:lnTo>
                  <a:lnTo>
                    <a:pt x="10277555" y="12498"/>
                  </a:lnTo>
                  <a:lnTo>
                    <a:pt x="10391294" y="10985"/>
                  </a:lnTo>
                  <a:lnTo>
                    <a:pt x="10505782" y="9654"/>
                  </a:lnTo>
                  <a:lnTo>
                    <a:pt x="10617557" y="8508"/>
                  </a:lnTo>
                  <a:lnTo>
                    <a:pt x="10722651" y="7550"/>
                  </a:lnTo>
                  <a:lnTo>
                    <a:pt x="10817024" y="6781"/>
                  </a:lnTo>
                  <a:lnTo>
                    <a:pt x="10897123" y="6193"/>
                  </a:lnTo>
                  <a:lnTo>
                    <a:pt x="10960475" y="5773"/>
                  </a:lnTo>
                  <a:lnTo>
                    <a:pt x="11006161" y="5497"/>
                  </a:lnTo>
                  <a:lnTo>
                    <a:pt x="11035048" y="5338"/>
                  </a:lnTo>
                  <a:lnTo>
                    <a:pt x="11049773" y="5264"/>
                  </a:lnTo>
                  <a:lnTo>
                    <a:pt x="11054542" y="524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5"/>
                  </a:lnTo>
                  <a:lnTo>
                    <a:pt x="11046259" y="40"/>
                  </a:lnTo>
                  <a:lnTo>
                    <a:pt x="11027263" y="139"/>
                  </a:lnTo>
                  <a:lnTo>
                    <a:pt x="10993052" y="333"/>
                  </a:lnTo>
                  <a:lnTo>
                    <a:pt x="10941555" y="653"/>
                  </a:lnTo>
                  <a:lnTo>
                    <a:pt x="10872504" y="1127"/>
                  </a:lnTo>
                  <a:lnTo>
                    <a:pt x="10787367" y="1773"/>
                  </a:lnTo>
                  <a:lnTo>
                    <a:pt x="10689035" y="2604"/>
                  </a:lnTo>
                  <a:lnTo>
                    <a:pt x="10581288" y="3624"/>
                  </a:lnTo>
                  <a:lnTo>
                    <a:pt x="10468199" y="4831"/>
                  </a:lnTo>
                  <a:lnTo>
                    <a:pt x="10353609" y="6223"/>
                  </a:lnTo>
                  <a:lnTo>
                    <a:pt x="10240750" y="7795"/>
                  </a:lnTo>
                  <a:lnTo>
                    <a:pt x="10132071" y="9547"/>
                  </a:lnTo>
                  <a:lnTo>
                    <a:pt x="10029211" y="11482"/>
                  </a:lnTo>
                  <a:lnTo>
                    <a:pt x="9933085" y="13610"/>
                  </a:lnTo>
                  <a:lnTo>
                    <a:pt x="9844022" y="15944"/>
                  </a:lnTo>
                  <a:lnTo>
                    <a:pt x="9761909" y="18506"/>
                  </a:lnTo>
                  <a:lnTo>
                    <a:pt x="9686329" y="21322"/>
                  </a:lnTo>
                  <a:lnTo>
                    <a:pt x="9616667" y="24423"/>
                  </a:lnTo>
                  <a:lnTo>
                    <a:pt x="9552198" y="27844"/>
                  </a:lnTo>
                  <a:lnTo>
                    <a:pt x="9492147" y="31619"/>
                  </a:lnTo>
                  <a:lnTo>
                    <a:pt x="9435738" y="35784"/>
                  </a:lnTo>
                  <a:lnTo>
                    <a:pt x="9382235" y="40363"/>
                  </a:lnTo>
                  <a:lnTo>
                    <a:pt x="9347647" y="43671"/>
                  </a:lnTo>
                  <a:lnTo>
                    <a:pt x="9286357" y="50224"/>
                  </a:lnTo>
                  <a:lnTo>
                    <a:pt x="9226972" y="57430"/>
                  </a:lnTo>
                  <a:lnTo>
                    <a:pt x="9168785" y="65301"/>
                  </a:lnTo>
                  <a:lnTo>
                    <a:pt x="9111278" y="73826"/>
                  </a:lnTo>
                  <a:lnTo>
                    <a:pt x="9054083" y="82968"/>
                  </a:lnTo>
                  <a:lnTo>
                    <a:pt x="8996958" y="92667"/>
                  </a:lnTo>
                  <a:lnTo>
                    <a:pt x="8939769" y="102837"/>
                  </a:lnTo>
                  <a:lnTo>
                    <a:pt x="8882464" y="113369"/>
                  </a:lnTo>
                  <a:lnTo>
                    <a:pt x="8825060" y="124134"/>
                  </a:lnTo>
                  <a:lnTo>
                    <a:pt x="8767610" y="134991"/>
                  </a:lnTo>
                  <a:lnTo>
                    <a:pt x="8710186" y="145795"/>
                  </a:lnTo>
                  <a:lnTo>
                    <a:pt x="8652851" y="156402"/>
                  </a:lnTo>
                  <a:lnTo>
                    <a:pt x="8595633" y="166680"/>
                  </a:lnTo>
                  <a:lnTo>
                    <a:pt x="8538500" y="176515"/>
                  </a:lnTo>
                  <a:lnTo>
                    <a:pt x="8481343" y="185814"/>
                  </a:lnTo>
                  <a:lnTo>
                    <a:pt x="8423950" y="194508"/>
                  </a:lnTo>
                  <a:lnTo>
                    <a:pt x="8365989" y="202556"/>
                  </a:lnTo>
                  <a:lnTo>
                    <a:pt x="8306986" y="209941"/>
                  </a:lnTo>
                  <a:lnTo>
                    <a:pt x="8246288" y="216666"/>
                  </a:lnTo>
                  <a:lnTo>
                    <a:pt x="8229629" y="218359"/>
                  </a:lnTo>
                  <a:lnTo>
                    <a:pt x="8177702" y="223222"/>
                  </a:lnTo>
                  <a:lnTo>
                    <a:pt x="8123319" y="227663"/>
                  </a:lnTo>
                  <a:lnTo>
                    <a:pt x="8065795" y="231696"/>
                  </a:lnTo>
                  <a:lnTo>
                    <a:pt x="8004376" y="235351"/>
                  </a:lnTo>
                  <a:lnTo>
                    <a:pt x="7938281" y="238662"/>
                  </a:lnTo>
                  <a:lnTo>
                    <a:pt x="7866747" y="241665"/>
                  </a:lnTo>
                  <a:lnTo>
                    <a:pt x="7789076" y="244395"/>
                  </a:lnTo>
                  <a:lnTo>
                    <a:pt x="7704708" y="246879"/>
                  </a:lnTo>
                  <a:lnTo>
                    <a:pt x="7613313" y="249143"/>
                  </a:lnTo>
                  <a:lnTo>
                    <a:pt x="7514907" y="251206"/>
                  </a:lnTo>
                  <a:lnTo>
                    <a:pt x="7409997" y="253080"/>
                  </a:lnTo>
                  <a:lnTo>
                    <a:pt x="7299722" y="254773"/>
                  </a:lnTo>
                  <a:lnTo>
                    <a:pt x="7185983" y="256286"/>
                  </a:lnTo>
                  <a:lnTo>
                    <a:pt x="7071494" y="257617"/>
                  </a:lnTo>
                  <a:lnTo>
                    <a:pt x="6959720" y="258763"/>
                  </a:lnTo>
                  <a:lnTo>
                    <a:pt x="6854625" y="259721"/>
                  </a:lnTo>
                  <a:lnTo>
                    <a:pt x="6760252" y="260490"/>
                  </a:lnTo>
                  <a:lnTo>
                    <a:pt x="6680154" y="261078"/>
                  </a:lnTo>
                  <a:lnTo>
                    <a:pt x="6616801" y="261499"/>
                  </a:lnTo>
                  <a:lnTo>
                    <a:pt x="6571116" y="261775"/>
                  </a:lnTo>
                  <a:lnTo>
                    <a:pt x="6542228" y="261934"/>
                  </a:lnTo>
                  <a:lnTo>
                    <a:pt x="6527503" y="262008"/>
                  </a:lnTo>
                  <a:lnTo>
                    <a:pt x="6522734" y="262030"/>
                  </a:lnTo>
                  <a:lnTo>
                    <a:pt x="6522385" y="262031"/>
                  </a:lnTo>
                  <a:lnTo>
                    <a:pt x="5527445" y="262031"/>
                  </a:lnTo>
                  <a:lnTo>
                    <a:pt x="5526315" y="262048"/>
                  </a:lnTo>
                  <a:lnTo>
                    <a:pt x="5518856" y="262169"/>
                  </a:lnTo>
                  <a:lnTo>
                    <a:pt x="5499952" y="262502"/>
                  </a:lnTo>
                  <a:lnTo>
                    <a:pt x="5465899" y="263158"/>
                  </a:lnTo>
                  <a:lnTo>
                    <a:pt x="5414628" y="264242"/>
                  </a:lnTo>
                  <a:lnTo>
                    <a:pt x="5345856" y="265845"/>
                  </a:lnTo>
                  <a:lnTo>
                    <a:pt x="5261031" y="268032"/>
                  </a:lnTo>
                  <a:lnTo>
                    <a:pt x="5163015" y="270844"/>
                  </a:lnTo>
                  <a:lnTo>
                    <a:pt x="5055560" y="274296"/>
                  </a:lnTo>
                  <a:lnTo>
                    <a:pt x="4942720" y="278384"/>
                  </a:lnTo>
                  <a:lnTo>
                    <a:pt x="4828323" y="283096"/>
                  </a:lnTo>
                  <a:lnTo>
                    <a:pt x="4715597" y="288420"/>
                  </a:lnTo>
                  <a:lnTo>
                    <a:pt x="4606995" y="294354"/>
                  </a:lnTo>
                  <a:lnTo>
                    <a:pt x="4504164" y="300907"/>
                  </a:lnTo>
                  <a:lnTo>
                    <a:pt x="4408029" y="308111"/>
                  </a:lnTo>
                  <a:lnTo>
                    <a:pt x="4318931" y="316015"/>
                  </a:lnTo>
                  <a:lnTo>
                    <a:pt x="4236767" y="324688"/>
                  </a:lnTo>
                  <a:lnTo>
                    <a:pt x="4161129" y="334219"/>
                  </a:lnTo>
                  <a:lnTo>
                    <a:pt x="4091410" y="344711"/>
                  </a:lnTo>
                  <a:lnTo>
                    <a:pt x="4026891" y="356282"/>
                  </a:lnTo>
                  <a:lnTo>
                    <a:pt x="3966801" y="369053"/>
                  </a:lnTo>
                  <a:lnTo>
                    <a:pt x="3910368" y="383138"/>
                  </a:lnTo>
                  <a:lnTo>
                    <a:pt x="3856858" y="398624"/>
                  </a:lnTo>
                  <a:lnTo>
                    <a:pt x="3820202" y="410516"/>
                  </a:lnTo>
                  <a:lnTo>
                    <a:pt x="3762200" y="431521"/>
                  </a:lnTo>
                  <a:lnTo>
                    <a:pt x="3705938" y="454512"/>
                  </a:lnTo>
                  <a:lnTo>
                    <a:pt x="3650807" y="479522"/>
                  </a:lnTo>
                  <a:lnTo>
                    <a:pt x="3596348" y="506529"/>
                  </a:lnTo>
                  <a:lnTo>
                    <a:pt x="3542229" y="535445"/>
                  </a:lnTo>
                  <a:lnTo>
                    <a:pt x="3488220" y="566112"/>
                  </a:lnTo>
                  <a:lnTo>
                    <a:pt x="3434182" y="598304"/>
                  </a:lnTo>
                  <a:lnTo>
                    <a:pt x="3380051" y="631730"/>
                  </a:lnTo>
                  <a:lnTo>
                    <a:pt x="3325818" y="666041"/>
                  </a:lnTo>
                  <a:lnTo>
                    <a:pt x="3271517" y="700847"/>
                  </a:lnTo>
                  <a:lnTo>
                    <a:pt x="3217204" y="735734"/>
                  </a:lnTo>
                  <a:lnTo>
                    <a:pt x="3162940" y="770281"/>
                  </a:lnTo>
                  <a:lnTo>
                    <a:pt x="3108768" y="804087"/>
                  </a:lnTo>
                  <a:lnTo>
                    <a:pt x="3054700" y="836786"/>
                  </a:lnTo>
                  <a:lnTo>
                    <a:pt x="3000692" y="868063"/>
                  </a:lnTo>
                  <a:lnTo>
                    <a:pt x="2946636" y="897667"/>
                  </a:lnTo>
                  <a:lnTo>
                    <a:pt x="2892339" y="925413"/>
                  </a:lnTo>
                  <a:lnTo>
                    <a:pt x="2837510" y="951189"/>
                  </a:lnTo>
                  <a:lnTo>
                    <a:pt x="2781741" y="974946"/>
                  </a:lnTo>
                  <a:lnTo>
                    <a:pt x="2724484" y="996699"/>
                  </a:lnTo>
                  <a:lnTo>
                    <a:pt x="2702183" y="1004454"/>
                  </a:lnTo>
                  <a:lnTo>
                    <a:pt x="2650348" y="1020961"/>
                  </a:lnTo>
                  <a:lnTo>
                    <a:pt x="2596066" y="1036037"/>
                  </a:lnTo>
                  <a:lnTo>
                    <a:pt x="2538655" y="1049732"/>
                  </a:lnTo>
                  <a:lnTo>
                    <a:pt x="2477367" y="1062144"/>
                  </a:lnTo>
                  <a:lnTo>
                    <a:pt x="2411426" y="1073392"/>
                  </a:lnTo>
                  <a:lnTo>
                    <a:pt x="2340069" y="1083595"/>
                  </a:lnTo>
                  <a:lnTo>
                    <a:pt x="2262603" y="1092868"/>
                  </a:lnTo>
                  <a:lnTo>
                    <a:pt x="2178470" y="1101311"/>
                  </a:lnTo>
                  <a:lnTo>
                    <a:pt x="2087335" y="1109007"/>
                  </a:lnTo>
                  <a:lnTo>
                    <a:pt x="1989210" y="1116019"/>
                  </a:lnTo>
                  <a:lnTo>
                    <a:pt x="1884589" y="1122391"/>
                  </a:lnTo>
                  <a:lnTo>
                    <a:pt x="1774594" y="1128148"/>
                  </a:lnTo>
                  <a:lnTo>
                    <a:pt x="1661098" y="1133297"/>
                  </a:lnTo>
                  <a:lnTo>
                    <a:pt x="1546787" y="1137830"/>
                  </a:lnTo>
                  <a:lnTo>
                    <a:pt x="1435090" y="1141736"/>
                  </a:lnTo>
                  <a:lnTo>
                    <a:pt x="1329944" y="1145003"/>
                  </a:lnTo>
                  <a:lnTo>
                    <a:pt x="1235377" y="1147632"/>
                  </a:lnTo>
                  <a:lnTo>
                    <a:pt x="1154944" y="1149645"/>
                  </a:lnTo>
                  <a:lnTo>
                    <a:pt x="1091146" y="1151090"/>
                  </a:lnTo>
                  <a:lnTo>
                    <a:pt x="1044952" y="1152041"/>
                  </a:lnTo>
                  <a:lnTo>
                    <a:pt x="1015558" y="1152593"/>
                  </a:lnTo>
                  <a:lnTo>
                    <a:pt x="1000402" y="1152853"/>
                  </a:lnTo>
                  <a:lnTo>
                    <a:pt x="995353" y="1152933"/>
                  </a:lnTo>
                  <a:lnTo>
                    <a:pt x="994940" y="1152939"/>
                  </a:lnTo>
                  <a:lnTo>
                    <a:pt x="0" y="1152939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37" name="pl936"/>
            <p:cNvSpPr/>
            <p:nvPr/>
          </p:nvSpPr>
          <p:spPr>
            <a:xfrm>
              <a:off x="1199187" y="3055125"/>
              <a:ext cx="12049831" cy="1152939"/>
            </a:xfrm>
            <a:custGeom>
              <a:avLst/>
              <a:pathLst>
                <a:path w="12049831" h="1152939">
                  <a:moveTo>
                    <a:pt x="0" y="1152939"/>
                  </a:moveTo>
                  <a:lnTo>
                    <a:pt x="994940" y="1152939"/>
                  </a:lnTo>
                  <a:lnTo>
                    <a:pt x="996070" y="1152922"/>
                  </a:lnTo>
                  <a:lnTo>
                    <a:pt x="1003529" y="1152802"/>
                  </a:lnTo>
                  <a:lnTo>
                    <a:pt x="1022433" y="1152469"/>
                  </a:lnTo>
                  <a:lnTo>
                    <a:pt x="1056486" y="1151812"/>
                  </a:lnTo>
                  <a:lnTo>
                    <a:pt x="1107757" y="1150728"/>
                  </a:lnTo>
                  <a:lnTo>
                    <a:pt x="1176529" y="1149125"/>
                  </a:lnTo>
                  <a:lnTo>
                    <a:pt x="1261353" y="1146938"/>
                  </a:lnTo>
                  <a:lnTo>
                    <a:pt x="1359370" y="1144126"/>
                  </a:lnTo>
                  <a:lnTo>
                    <a:pt x="1466825" y="1140674"/>
                  </a:lnTo>
                  <a:lnTo>
                    <a:pt x="1579665" y="1136586"/>
                  </a:lnTo>
                  <a:lnTo>
                    <a:pt x="1694062" y="1131874"/>
                  </a:lnTo>
                  <a:lnTo>
                    <a:pt x="1806788" y="1126550"/>
                  </a:lnTo>
                  <a:lnTo>
                    <a:pt x="1915390" y="1120617"/>
                  </a:lnTo>
                  <a:lnTo>
                    <a:pt x="2018221" y="1114063"/>
                  </a:lnTo>
                  <a:lnTo>
                    <a:pt x="2114356" y="1106859"/>
                  </a:lnTo>
                  <a:lnTo>
                    <a:pt x="2203454" y="1098955"/>
                  </a:lnTo>
                  <a:lnTo>
                    <a:pt x="2285618" y="1090282"/>
                  </a:lnTo>
                  <a:lnTo>
                    <a:pt x="2361256" y="1080751"/>
                  </a:lnTo>
                  <a:lnTo>
                    <a:pt x="2430975" y="1070259"/>
                  </a:lnTo>
                  <a:lnTo>
                    <a:pt x="2495494" y="1058688"/>
                  </a:lnTo>
                  <a:lnTo>
                    <a:pt x="2555584" y="1045917"/>
                  </a:lnTo>
                  <a:lnTo>
                    <a:pt x="2612017" y="1031832"/>
                  </a:lnTo>
                  <a:lnTo>
                    <a:pt x="2665527" y="1016346"/>
                  </a:lnTo>
                  <a:lnTo>
                    <a:pt x="2702183" y="1004454"/>
                  </a:lnTo>
                  <a:lnTo>
                    <a:pt x="2760185" y="983449"/>
                  </a:lnTo>
                  <a:lnTo>
                    <a:pt x="2816447" y="960459"/>
                  </a:lnTo>
                  <a:lnTo>
                    <a:pt x="2871578" y="935448"/>
                  </a:lnTo>
                  <a:lnTo>
                    <a:pt x="2926037" y="908441"/>
                  </a:lnTo>
                  <a:lnTo>
                    <a:pt x="2980156" y="879526"/>
                  </a:lnTo>
                  <a:lnTo>
                    <a:pt x="3034165" y="848859"/>
                  </a:lnTo>
                  <a:lnTo>
                    <a:pt x="3088203" y="816666"/>
                  </a:lnTo>
                  <a:lnTo>
                    <a:pt x="3142334" y="783240"/>
                  </a:lnTo>
                  <a:lnTo>
                    <a:pt x="3196567" y="748929"/>
                  </a:lnTo>
                  <a:lnTo>
                    <a:pt x="3250868" y="714123"/>
                  </a:lnTo>
                  <a:lnTo>
                    <a:pt x="3305181" y="679237"/>
                  </a:lnTo>
                  <a:lnTo>
                    <a:pt x="3359445" y="644689"/>
                  </a:lnTo>
                  <a:lnTo>
                    <a:pt x="3413617" y="610883"/>
                  </a:lnTo>
                  <a:lnTo>
                    <a:pt x="3467685" y="578184"/>
                  </a:lnTo>
                  <a:lnTo>
                    <a:pt x="3521693" y="546907"/>
                  </a:lnTo>
                  <a:lnTo>
                    <a:pt x="3575749" y="517304"/>
                  </a:lnTo>
                  <a:lnTo>
                    <a:pt x="3630046" y="489557"/>
                  </a:lnTo>
                  <a:lnTo>
                    <a:pt x="3684875" y="463782"/>
                  </a:lnTo>
                  <a:lnTo>
                    <a:pt x="3740644" y="440024"/>
                  </a:lnTo>
                  <a:lnTo>
                    <a:pt x="3797901" y="418271"/>
                  </a:lnTo>
                  <a:lnTo>
                    <a:pt x="3820202" y="410516"/>
                  </a:lnTo>
                  <a:lnTo>
                    <a:pt x="3872037" y="394009"/>
                  </a:lnTo>
                  <a:lnTo>
                    <a:pt x="3926319" y="378933"/>
                  </a:lnTo>
                  <a:lnTo>
                    <a:pt x="3983730" y="365238"/>
                  </a:lnTo>
                  <a:lnTo>
                    <a:pt x="4045018" y="352826"/>
                  </a:lnTo>
                  <a:lnTo>
                    <a:pt x="4110959" y="341579"/>
                  </a:lnTo>
                  <a:lnTo>
                    <a:pt x="4182316" y="331375"/>
                  </a:lnTo>
                  <a:lnTo>
                    <a:pt x="4259782" y="322102"/>
                  </a:lnTo>
                  <a:lnTo>
                    <a:pt x="4343915" y="313659"/>
                  </a:lnTo>
                  <a:lnTo>
                    <a:pt x="4435050" y="305964"/>
                  </a:lnTo>
                  <a:lnTo>
                    <a:pt x="4533175" y="298951"/>
                  </a:lnTo>
                  <a:lnTo>
                    <a:pt x="4637796" y="292579"/>
                  </a:lnTo>
                  <a:lnTo>
                    <a:pt x="4747791" y="286822"/>
                  </a:lnTo>
                  <a:lnTo>
                    <a:pt x="4861287" y="281673"/>
                  </a:lnTo>
                  <a:lnTo>
                    <a:pt x="4975598" y="277140"/>
                  </a:lnTo>
                  <a:lnTo>
                    <a:pt x="5087295" y="273234"/>
                  </a:lnTo>
                  <a:lnTo>
                    <a:pt x="5192441" y="269967"/>
                  </a:lnTo>
                  <a:lnTo>
                    <a:pt x="5287008" y="267338"/>
                  </a:lnTo>
                  <a:lnTo>
                    <a:pt x="5367441" y="265325"/>
                  </a:lnTo>
                  <a:lnTo>
                    <a:pt x="5431239" y="263880"/>
                  </a:lnTo>
                  <a:lnTo>
                    <a:pt x="5477433" y="262929"/>
                  </a:lnTo>
                  <a:lnTo>
                    <a:pt x="5506827" y="262377"/>
                  </a:lnTo>
                  <a:lnTo>
                    <a:pt x="5521983" y="262117"/>
                  </a:lnTo>
                  <a:lnTo>
                    <a:pt x="5527032" y="262037"/>
                  </a:lnTo>
                  <a:lnTo>
                    <a:pt x="5527445" y="262031"/>
                  </a:lnTo>
                  <a:lnTo>
                    <a:pt x="6522385" y="262031"/>
                  </a:lnTo>
                  <a:lnTo>
                    <a:pt x="6523521" y="262026"/>
                  </a:lnTo>
                  <a:lnTo>
                    <a:pt x="6531017" y="261991"/>
                  </a:lnTo>
                  <a:lnTo>
                    <a:pt x="6550013" y="261892"/>
                  </a:lnTo>
                  <a:lnTo>
                    <a:pt x="6584225" y="261698"/>
                  </a:lnTo>
                  <a:lnTo>
                    <a:pt x="6635721" y="261377"/>
                  </a:lnTo>
                  <a:lnTo>
                    <a:pt x="6704773" y="260904"/>
                  </a:lnTo>
                  <a:lnTo>
                    <a:pt x="6789909" y="260257"/>
                  </a:lnTo>
                  <a:lnTo>
                    <a:pt x="6888241" y="259426"/>
                  </a:lnTo>
                  <a:lnTo>
                    <a:pt x="6995989" y="258407"/>
                  </a:lnTo>
                  <a:lnTo>
                    <a:pt x="7109077" y="257199"/>
                  </a:lnTo>
                  <a:lnTo>
                    <a:pt x="7223668" y="255808"/>
                  </a:lnTo>
                  <a:lnTo>
                    <a:pt x="7336526" y="254235"/>
                  </a:lnTo>
                  <a:lnTo>
                    <a:pt x="7445206" y="252483"/>
                  </a:lnTo>
                  <a:lnTo>
                    <a:pt x="7548066" y="250548"/>
                  </a:lnTo>
                  <a:lnTo>
                    <a:pt x="7644192" y="248421"/>
                  </a:lnTo>
                  <a:lnTo>
                    <a:pt x="7733255" y="246086"/>
                  </a:lnTo>
                  <a:lnTo>
                    <a:pt x="7815368" y="243524"/>
                  </a:lnTo>
                  <a:lnTo>
                    <a:pt x="7890948" y="240708"/>
                  </a:lnTo>
                  <a:lnTo>
                    <a:pt x="7960609" y="237607"/>
                  </a:lnTo>
                  <a:lnTo>
                    <a:pt x="8025078" y="234187"/>
                  </a:lnTo>
                  <a:lnTo>
                    <a:pt x="8085130" y="230411"/>
                  </a:lnTo>
                  <a:lnTo>
                    <a:pt x="8141539" y="226247"/>
                  </a:lnTo>
                  <a:lnTo>
                    <a:pt x="8195041" y="221668"/>
                  </a:lnTo>
                  <a:lnTo>
                    <a:pt x="8229629" y="218359"/>
                  </a:lnTo>
                  <a:lnTo>
                    <a:pt x="8290919" y="211807"/>
                  </a:lnTo>
                  <a:lnTo>
                    <a:pt x="8350305" y="204600"/>
                  </a:lnTo>
                  <a:lnTo>
                    <a:pt x="8408491" y="196729"/>
                  </a:lnTo>
                  <a:lnTo>
                    <a:pt x="8465998" y="188205"/>
                  </a:lnTo>
                  <a:lnTo>
                    <a:pt x="8523194" y="179063"/>
                  </a:lnTo>
                  <a:lnTo>
                    <a:pt x="8580318" y="169363"/>
                  </a:lnTo>
                  <a:lnTo>
                    <a:pt x="8637508" y="159193"/>
                  </a:lnTo>
                  <a:lnTo>
                    <a:pt x="8694812" y="148662"/>
                  </a:lnTo>
                  <a:lnTo>
                    <a:pt x="8752217" y="137897"/>
                  </a:lnTo>
                  <a:lnTo>
                    <a:pt x="8809667" y="127040"/>
                  </a:lnTo>
                  <a:lnTo>
                    <a:pt x="8867090" y="116236"/>
                  </a:lnTo>
                  <a:lnTo>
                    <a:pt x="8924425" y="105629"/>
                  </a:lnTo>
                  <a:lnTo>
                    <a:pt x="8981644" y="95350"/>
                  </a:lnTo>
                  <a:lnTo>
                    <a:pt x="9038776" y="85516"/>
                  </a:lnTo>
                  <a:lnTo>
                    <a:pt x="9095934" y="76217"/>
                  </a:lnTo>
                  <a:lnTo>
                    <a:pt x="9153327" y="67523"/>
                  </a:lnTo>
                  <a:lnTo>
                    <a:pt x="9211287" y="59474"/>
                  </a:lnTo>
                  <a:lnTo>
                    <a:pt x="9270291" y="52090"/>
                  </a:lnTo>
                  <a:lnTo>
                    <a:pt x="9330989" y="45364"/>
                  </a:lnTo>
                  <a:lnTo>
                    <a:pt x="9347647" y="43671"/>
                  </a:lnTo>
                  <a:lnTo>
                    <a:pt x="9399574" y="38808"/>
                  </a:lnTo>
                  <a:lnTo>
                    <a:pt x="9453957" y="34368"/>
                  </a:lnTo>
                  <a:lnTo>
                    <a:pt x="9511481" y="30335"/>
                  </a:lnTo>
                  <a:lnTo>
                    <a:pt x="9572901" y="26680"/>
                  </a:lnTo>
                  <a:lnTo>
                    <a:pt x="9638995" y="23369"/>
                  </a:lnTo>
                  <a:lnTo>
                    <a:pt x="9710530" y="20365"/>
                  </a:lnTo>
                  <a:lnTo>
                    <a:pt x="9788201" y="17636"/>
                  </a:lnTo>
                  <a:lnTo>
                    <a:pt x="9872569" y="15152"/>
                  </a:lnTo>
                  <a:lnTo>
                    <a:pt x="9963964" y="12887"/>
                  </a:lnTo>
                  <a:lnTo>
                    <a:pt x="10062369" y="10825"/>
                  </a:lnTo>
                  <a:lnTo>
                    <a:pt x="10167279" y="8950"/>
                  </a:lnTo>
                  <a:lnTo>
                    <a:pt x="10277555" y="7258"/>
                  </a:lnTo>
                  <a:lnTo>
                    <a:pt x="10391294" y="5745"/>
                  </a:lnTo>
                  <a:lnTo>
                    <a:pt x="10505782" y="4413"/>
                  </a:lnTo>
                  <a:lnTo>
                    <a:pt x="10617557" y="3267"/>
                  </a:lnTo>
                  <a:lnTo>
                    <a:pt x="10722651" y="2310"/>
                  </a:lnTo>
                  <a:lnTo>
                    <a:pt x="10817024" y="1541"/>
                  </a:lnTo>
                  <a:lnTo>
                    <a:pt x="10897123" y="953"/>
                  </a:lnTo>
                  <a:lnTo>
                    <a:pt x="10960475" y="532"/>
                  </a:lnTo>
                  <a:lnTo>
                    <a:pt x="11006161" y="256"/>
                  </a:lnTo>
                  <a:lnTo>
                    <a:pt x="11035048" y="97"/>
                  </a:lnTo>
                  <a:lnTo>
                    <a:pt x="11049773" y="23"/>
                  </a:lnTo>
                  <a:lnTo>
                    <a:pt x="11054542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8" name="pl937"/>
            <p:cNvSpPr/>
            <p:nvPr/>
          </p:nvSpPr>
          <p:spPr>
            <a:xfrm>
              <a:off x="1199187" y="3049884"/>
              <a:ext cx="12049831" cy="1152939"/>
            </a:xfrm>
            <a:custGeom>
              <a:avLst/>
              <a:pathLst>
                <a:path w="12049831" h="1152939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5"/>
                  </a:lnTo>
                  <a:lnTo>
                    <a:pt x="11046259" y="40"/>
                  </a:lnTo>
                  <a:lnTo>
                    <a:pt x="11027263" y="139"/>
                  </a:lnTo>
                  <a:lnTo>
                    <a:pt x="10993052" y="333"/>
                  </a:lnTo>
                  <a:lnTo>
                    <a:pt x="10941555" y="653"/>
                  </a:lnTo>
                  <a:lnTo>
                    <a:pt x="10872504" y="1127"/>
                  </a:lnTo>
                  <a:lnTo>
                    <a:pt x="10787367" y="1773"/>
                  </a:lnTo>
                  <a:lnTo>
                    <a:pt x="10689035" y="2604"/>
                  </a:lnTo>
                  <a:lnTo>
                    <a:pt x="10581288" y="3624"/>
                  </a:lnTo>
                  <a:lnTo>
                    <a:pt x="10468199" y="4831"/>
                  </a:lnTo>
                  <a:lnTo>
                    <a:pt x="10353609" y="6223"/>
                  </a:lnTo>
                  <a:lnTo>
                    <a:pt x="10240750" y="7795"/>
                  </a:lnTo>
                  <a:lnTo>
                    <a:pt x="10132071" y="9547"/>
                  </a:lnTo>
                  <a:lnTo>
                    <a:pt x="10029211" y="11482"/>
                  </a:lnTo>
                  <a:lnTo>
                    <a:pt x="9933085" y="13610"/>
                  </a:lnTo>
                  <a:lnTo>
                    <a:pt x="9844022" y="15944"/>
                  </a:lnTo>
                  <a:lnTo>
                    <a:pt x="9761909" y="18506"/>
                  </a:lnTo>
                  <a:lnTo>
                    <a:pt x="9686329" y="21322"/>
                  </a:lnTo>
                  <a:lnTo>
                    <a:pt x="9616667" y="24423"/>
                  </a:lnTo>
                  <a:lnTo>
                    <a:pt x="9552198" y="27844"/>
                  </a:lnTo>
                  <a:lnTo>
                    <a:pt x="9492147" y="31619"/>
                  </a:lnTo>
                  <a:lnTo>
                    <a:pt x="9435738" y="35784"/>
                  </a:lnTo>
                  <a:lnTo>
                    <a:pt x="9382235" y="40363"/>
                  </a:lnTo>
                  <a:lnTo>
                    <a:pt x="9347647" y="43671"/>
                  </a:lnTo>
                  <a:lnTo>
                    <a:pt x="9286357" y="50224"/>
                  </a:lnTo>
                  <a:lnTo>
                    <a:pt x="9226972" y="57430"/>
                  </a:lnTo>
                  <a:lnTo>
                    <a:pt x="9168785" y="65301"/>
                  </a:lnTo>
                  <a:lnTo>
                    <a:pt x="9111278" y="73826"/>
                  </a:lnTo>
                  <a:lnTo>
                    <a:pt x="9054083" y="82968"/>
                  </a:lnTo>
                  <a:lnTo>
                    <a:pt x="8996958" y="92667"/>
                  </a:lnTo>
                  <a:lnTo>
                    <a:pt x="8939769" y="102837"/>
                  </a:lnTo>
                  <a:lnTo>
                    <a:pt x="8882464" y="113369"/>
                  </a:lnTo>
                  <a:lnTo>
                    <a:pt x="8825060" y="124134"/>
                  </a:lnTo>
                  <a:lnTo>
                    <a:pt x="8767610" y="134991"/>
                  </a:lnTo>
                  <a:lnTo>
                    <a:pt x="8710186" y="145795"/>
                  </a:lnTo>
                  <a:lnTo>
                    <a:pt x="8652851" y="156402"/>
                  </a:lnTo>
                  <a:lnTo>
                    <a:pt x="8595633" y="166680"/>
                  </a:lnTo>
                  <a:lnTo>
                    <a:pt x="8538500" y="176515"/>
                  </a:lnTo>
                  <a:lnTo>
                    <a:pt x="8481343" y="185814"/>
                  </a:lnTo>
                  <a:lnTo>
                    <a:pt x="8423950" y="194508"/>
                  </a:lnTo>
                  <a:lnTo>
                    <a:pt x="8365989" y="202556"/>
                  </a:lnTo>
                  <a:lnTo>
                    <a:pt x="8306986" y="209941"/>
                  </a:lnTo>
                  <a:lnTo>
                    <a:pt x="8246288" y="216666"/>
                  </a:lnTo>
                  <a:lnTo>
                    <a:pt x="8229629" y="218359"/>
                  </a:lnTo>
                  <a:lnTo>
                    <a:pt x="8177702" y="223222"/>
                  </a:lnTo>
                  <a:lnTo>
                    <a:pt x="8123319" y="227663"/>
                  </a:lnTo>
                  <a:lnTo>
                    <a:pt x="8065795" y="231696"/>
                  </a:lnTo>
                  <a:lnTo>
                    <a:pt x="8004376" y="235351"/>
                  </a:lnTo>
                  <a:lnTo>
                    <a:pt x="7938281" y="238662"/>
                  </a:lnTo>
                  <a:lnTo>
                    <a:pt x="7866747" y="241665"/>
                  </a:lnTo>
                  <a:lnTo>
                    <a:pt x="7789076" y="244395"/>
                  </a:lnTo>
                  <a:lnTo>
                    <a:pt x="7704708" y="246879"/>
                  </a:lnTo>
                  <a:lnTo>
                    <a:pt x="7613313" y="249143"/>
                  </a:lnTo>
                  <a:lnTo>
                    <a:pt x="7514907" y="251206"/>
                  </a:lnTo>
                  <a:lnTo>
                    <a:pt x="7409997" y="253080"/>
                  </a:lnTo>
                  <a:lnTo>
                    <a:pt x="7299722" y="254773"/>
                  </a:lnTo>
                  <a:lnTo>
                    <a:pt x="7185983" y="256286"/>
                  </a:lnTo>
                  <a:lnTo>
                    <a:pt x="7071494" y="257617"/>
                  </a:lnTo>
                  <a:lnTo>
                    <a:pt x="6959720" y="258763"/>
                  </a:lnTo>
                  <a:lnTo>
                    <a:pt x="6854625" y="259721"/>
                  </a:lnTo>
                  <a:lnTo>
                    <a:pt x="6760252" y="260490"/>
                  </a:lnTo>
                  <a:lnTo>
                    <a:pt x="6680154" y="261078"/>
                  </a:lnTo>
                  <a:lnTo>
                    <a:pt x="6616801" y="261499"/>
                  </a:lnTo>
                  <a:lnTo>
                    <a:pt x="6571116" y="261775"/>
                  </a:lnTo>
                  <a:lnTo>
                    <a:pt x="6542228" y="261934"/>
                  </a:lnTo>
                  <a:lnTo>
                    <a:pt x="6527503" y="262008"/>
                  </a:lnTo>
                  <a:lnTo>
                    <a:pt x="6522734" y="262030"/>
                  </a:lnTo>
                  <a:lnTo>
                    <a:pt x="6522385" y="262031"/>
                  </a:lnTo>
                  <a:lnTo>
                    <a:pt x="5527445" y="262031"/>
                  </a:lnTo>
                  <a:lnTo>
                    <a:pt x="5526315" y="262048"/>
                  </a:lnTo>
                  <a:lnTo>
                    <a:pt x="5518856" y="262169"/>
                  </a:lnTo>
                  <a:lnTo>
                    <a:pt x="5499952" y="262502"/>
                  </a:lnTo>
                  <a:lnTo>
                    <a:pt x="5465899" y="263158"/>
                  </a:lnTo>
                  <a:lnTo>
                    <a:pt x="5414628" y="264242"/>
                  </a:lnTo>
                  <a:lnTo>
                    <a:pt x="5345856" y="265845"/>
                  </a:lnTo>
                  <a:lnTo>
                    <a:pt x="5261031" y="268032"/>
                  </a:lnTo>
                  <a:lnTo>
                    <a:pt x="5163015" y="270844"/>
                  </a:lnTo>
                  <a:lnTo>
                    <a:pt x="5055560" y="274296"/>
                  </a:lnTo>
                  <a:lnTo>
                    <a:pt x="4942720" y="278384"/>
                  </a:lnTo>
                  <a:lnTo>
                    <a:pt x="4828323" y="283096"/>
                  </a:lnTo>
                  <a:lnTo>
                    <a:pt x="4715597" y="288420"/>
                  </a:lnTo>
                  <a:lnTo>
                    <a:pt x="4606995" y="294354"/>
                  </a:lnTo>
                  <a:lnTo>
                    <a:pt x="4504164" y="300907"/>
                  </a:lnTo>
                  <a:lnTo>
                    <a:pt x="4408029" y="308111"/>
                  </a:lnTo>
                  <a:lnTo>
                    <a:pt x="4318931" y="316015"/>
                  </a:lnTo>
                  <a:lnTo>
                    <a:pt x="4236767" y="324688"/>
                  </a:lnTo>
                  <a:lnTo>
                    <a:pt x="4161129" y="334219"/>
                  </a:lnTo>
                  <a:lnTo>
                    <a:pt x="4091410" y="344711"/>
                  </a:lnTo>
                  <a:lnTo>
                    <a:pt x="4026891" y="356282"/>
                  </a:lnTo>
                  <a:lnTo>
                    <a:pt x="3966801" y="369053"/>
                  </a:lnTo>
                  <a:lnTo>
                    <a:pt x="3910368" y="383138"/>
                  </a:lnTo>
                  <a:lnTo>
                    <a:pt x="3856858" y="398624"/>
                  </a:lnTo>
                  <a:lnTo>
                    <a:pt x="3820202" y="410516"/>
                  </a:lnTo>
                  <a:lnTo>
                    <a:pt x="3762200" y="431521"/>
                  </a:lnTo>
                  <a:lnTo>
                    <a:pt x="3705938" y="454512"/>
                  </a:lnTo>
                  <a:lnTo>
                    <a:pt x="3650807" y="479522"/>
                  </a:lnTo>
                  <a:lnTo>
                    <a:pt x="3596348" y="506529"/>
                  </a:lnTo>
                  <a:lnTo>
                    <a:pt x="3542229" y="535445"/>
                  </a:lnTo>
                  <a:lnTo>
                    <a:pt x="3488220" y="566112"/>
                  </a:lnTo>
                  <a:lnTo>
                    <a:pt x="3434182" y="598304"/>
                  </a:lnTo>
                  <a:lnTo>
                    <a:pt x="3380051" y="631730"/>
                  </a:lnTo>
                  <a:lnTo>
                    <a:pt x="3325818" y="666041"/>
                  </a:lnTo>
                  <a:lnTo>
                    <a:pt x="3271517" y="700847"/>
                  </a:lnTo>
                  <a:lnTo>
                    <a:pt x="3217204" y="735734"/>
                  </a:lnTo>
                  <a:lnTo>
                    <a:pt x="3162940" y="770281"/>
                  </a:lnTo>
                  <a:lnTo>
                    <a:pt x="3108768" y="804087"/>
                  </a:lnTo>
                  <a:lnTo>
                    <a:pt x="3054700" y="836786"/>
                  </a:lnTo>
                  <a:lnTo>
                    <a:pt x="3000692" y="868063"/>
                  </a:lnTo>
                  <a:lnTo>
                    <a:pt x="2946636" y="897667"/>
                  </a:lnTo>
                  <a:lnTo>
                    <a:pt x="2892339" y="925413"/>
                  </a:lnTo>
                  <a:lnTo>
                    <a:pt x="2837510" y="951189"/>
                  </a:lnTo>
                  <a:lnTo>
                    <a:pt x="2781741" y="974946"/>
                  </a:lnTo>
                  <a:lnTo>
                    <a:pt x="2724484" y="996699"/>
                  </a:lnTo>
                  <a:lnTo>
                    <a:pt x="2702183" y="1004454"/>
                  </a:lnTo>
                  <a:lnTo>
                    <a:pt x="2650348" y="1020961"/>
                  </a:lnTo>
                  <a:lnTo>
                    <a:pt x="2596066" y="1036037"/>
                  </a:lnTo>
                  <a:lnTo>
                    <a:pt x="2538655" y="1049732"/>
                  </a:lnTo>
                  <a:lnTo>
                    <a:pt x="2477367" y="1062144"/>
                  </a:lnTo>
                  <a:lnTo>
                    <a:pt x="2411426" y="1073392"/>
                  </a:lnTo>
                  <a:lnTo>
                    <a:pt x="2340069" y="1083595"/>
                  </a:lnTo>
                  <a:lnTo>
                    <a:pt x="2262603" y="1092868"/>
                  </a:lnTo>
                  <a:lnTo>
                    <a:pt x="2178470" y="1101311"/>
                  </a:lnTo>
                  <a:lnTo>
                    <a:pt x="2087335" y="1109007"/>
                  </a:lnTo>
                  <a:lnTo>
                    <a:pt x="1989210" y="1116019"/>
                  </a:lnTo>
                  <a:lnTo>
                    <a:pt x="1884589" y="1122391"/>
                  </a:lnTo>
                  <a:lnTo>
                    <a:pt x="1774594" y="1128148"/>
                  </a:lnTo>
                  <a:lnTo>
                    <a:pt x="1661098" y="1133297"/>
                  </a:lnTo>
                  <a:lnTo>
                    <a:pt x="1546787" y="1137830"/>
                  </a:lnTo>
                  <a:lnTo>
                    <a:pt x="1435090" y="1141736"/>
                  </a:lnTo>
                  <a:lnTo>
                    <a:pt x="1329944" y="1145003"/>
                  </a:lnTo>
                  <a:lnTo>
                    <a:pt x="1235377" y="1147632"/>
                  </a:lnTo>
                  <a:lnTo>
                    <a:pt x="1154944" y="1149645"/>
                  </a:lnTo>
                  <a:lnTo>
                    <a:pt x="1091146" y="1151090"/>
                  </a:lnTo>
                  <a:lnTo>
                    <a:pt x="1044952" y="1152041"/>
                  </a:lnTo>
                  <a:lnTo>
                    <a:pt x="1015558" y="1152593"/>
                  </a:lnTo>
                  <a:lnTo>
                    <a:pt x="1000402" y="1152853"/>
                  </a:lnTo>
                  <a:lnTo>
                    <a:pt x="995353" y="1152933"/>
                  </a:lnTo>
                  <a:lnTo>
                    <a:pt x="994940" y="1152939"/>
                  </a:lnTo>
                  <a:lnTo>
                    <a:pt x="0" y="1152939"/>
                  </a:lnTo>
                  <a:lnTo>
                    <a:pt x="0" y="11529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9" name="pg938"/>
            <p:cNvSpPr/>
            <p:nvPr/>
          </p:nvSpPr>
          <p:spPr>
            <a:xfrm>
              <a:off x="1199187" y="3317156"/>
              <a:ext cx="12049831" cy="896148"/>
            </a:xfrm>
            <a:custGeom>
              <a:avLst/>
              <a:pathLst>
                <a:path w="12049831" h="896148">
                  <a:moveTo>
                    <a:pt x="0" y="896148"/>
                  </a:moveTo>
                  <a:lnTo>
                    <a:pt x="994940" y="896148"/>
                  </a:lnTo>
                  <a:lnTo>
                    <a:pt x="996070" y="896131"/>
                  </a:lnTo>
                  <a:lnTo>
                    <a:pt x="1003529" y="896011"/>
                  </a:lnTo>
                  <a:lnTo>
                    <a:pt x="1022435" y="895680"/>
                  </a:lnTo>
                  <a:lnTo>
                    <a:pt x="1056490" y="895028"/>
                  </a:lnTo>
                  <a:lnTo>
                    <a:pt x="1107764" y="893950"/>
                  </a:lnTo>
                  <a:lnTo>
                    <a:pt x="1176539" y="892356"/>
                  </a:lnTo>
                  <a:lnTo>
                    <a:pt x="1261368" y="890182"/>
                  </a:lnTo>
                  <a:lnTo>
                    <a:pt x="1359388" y="887386"/>
                  </a:lnTo>
                  <a:lnTo>
                    <a:pt x="1466847" y="883955"/>
                  </a:lnTo>
                  <a:lnTo>
                    <a:pt x="1579690" y="879890"/>
                  </a:lnTo>
                  <a:lnTo>
                    <a:pt x="1694090" y="875206"/>
                  </a:lnTo>
                  <a:lnTo>
                    <a:pt x="1806817" y="869913"/>
                  </a:lnTo>
                  <a:lnTo>
                    <a:pt x="1915420" y="864014"/>
                  </a:lnTo>
                  <a:lnTo>
                    <a:pt x="2018252" y="857498"/>
                  </a:lnTo>
                  <a:lnTo>
                    <a:pt x="2114386" y="850336"/>
                  </a:lnTo>
                  <a:lnTo>
                    <a:pt x="2203484" y="842479"/>
                  </a:lnTo>
                  <a:lnTo>
                    <a:pt x="2285647" y="833856"/>
                  </a:lnTo>
                  <a:lnTo>
                    <a:pt x="2361285" y="824381"/>
                  </a:lnTo>
                  <a:lnTo>
                    <a:pt x="2431003" y="813950"/>
                  </a:lnTo>
                  <a:lnTo>
                    <a:pt x="2495522" y="802446"/>
                  </a:lnTo>
                  <a:lnTo>
                    <a:pt x="2555611" y="789749"/>
                  </a:lnTo>
                  <a:lnTo>
                    <a:pt x="2612044" y="775746"/>
                  </a:lnTo>
                  <a:lnTo>
                    <a:pt x="2665554" y="760350"/>
                  </a:lnTo>
                  <a:lnTo>
                    <a:pt x="2702183" y="748537"/>
                  </a:lnTo>
                  <a:lnTo>
                    <a:pt x="2760222" y="727641"/>
                  </a:lnTo>
                  <a:lnTo>
                    <a:pt x="2816518" y="704769"/>
                  </a:lnTo>
                  <a:lnTo>
                    <a:pt x="2871684" y="679886"/>
                  </a:lnTo>
                  <a:lnTo>
                    <a:pt x="2926177" y="653016"/>
                  </a:lnTo>
                  <a:lnTo>
                    <a:pt x="2980331" y="624247"/>
                  </a:lnTo>
                  <a:lnTo>
                    <a:pt x="3034375" y="593735"/>
                  </a:lnTo>
                  <a:lnTo>
                    <a:pt x="3088448" y="561706"/>
                  </a:lnTo>
                  <a:lnTo>
                    <a:pt x="3142614" y="528450"/>
                  </a:lnTo>
                  <a:lnTo>
                    <a:pt x="3196883" y="494314"/>
                  </a:lnTo>
                  <a:lnTo>
                    <a:pt x="3251219" y="459689"/>
                  </a:lnTo>
                  <a:lnTo>
                    <a:pt x="3305567" y="424986"/>
                  </a:lnTo>
                  <a:lnTo>
                    <a:pt x="3359866" y="390624"/>
                  </a:lnTo>
                  <a:lnTo>
                    <a:pt x="3414071" y="357002"/>
                  </a:lnTo>
                  <a:lnTo>
                    <a:pt x="3468174" y="324486"/>
                  </a:lnTo>
                  <a:lnTo>
                    <a:pt x="3522217" y="293387"/>
                  </a:lnTo>
                  <a:lnTo>
                    <a:pt x="3576309" y="263957"/>
                  </a:lnTo>
                  <a:lnTo>
                    <a:pt x="3630645" y="236376"/>
                  </a:lnTo>
                  <a:lnTo>
                    <a:pt x="3685518" y="210758"/>
                  </a:lnTo>
                  <a:lnTo>
                    <a:pt x="3741337" y="187149"/>
                  </a:lnTo>
                  <a:lnTo>
                    <a:pt x="3798654" y="165535"/>
                  </a:lnTo>
                  <a:lnTo>
                    <a:pt x="3820202" y="158092"/>
                  </a:lnTo>
                  <a:lnTo>
                    <a:pt x="3872039" y="141682"/>
                  </a:lnTo>
                  <a:lnTo>
                    <a:pt x="3926322" y="126695"/>
                  </a:lnTo>
                  <a:lnTo>
                    <a:pt x="3983734" y="113080"/>
                  </a:lnTo>
                  <a:lnTo>
                    <a:pt x="4045023" y="100740"/>
                  </a:lnTo>
                  <a:lnTo>
                    <a:pt x="4110967" y="89559"/>
                  </a:lnTo>
                  <a:lnTo>
                    <a:pt x="4182326" y="79415"/>
                  </a:lnTo>
                  <a:lnTo>
                    <a:pt x="4259794" y="70197"/>
                  </a:lnTo>
                  <a:lnTo>
                    <a:pt x="4343931" y="61804"/>
                  </a:lnTo>
                  <a:lnTo>
                    <a:pt x="4435069" y="54153"/>
                  </a:lnTo>
                  <a:lnTo>
                    <a:pt x="4533197" y="47182"/>
                  </a:lnTo>
                  <a:lnTo>
                    <a:pt x="4637822" y="40847"/>
                  </a:lnTo>
                  <a:lnTo>
                    <a:pt x="4747821" y="35124"/>
                  </a:lnTo>
                  <a:lnTo>
                    <a:pt x="4861320" y="30006"/>
                  </a:lnTo>
                  <a:lnTo>
                    <a:pt x="4975633" y="25499"/>
                  </a:lnTo>
                  <a:lnTo>
                    <a:pt x="5087331" y="21617"/>
                  </a:lnTo>
                  <a:lnTo>
                    <a:pt x="5192476" y="18369"/>
                  </a:lnTo>
                  <a:lnTo>
                    <a:pt x="5287041" y="15756"/>
                  </a:lnTo>
                  <a:lnTo>
                    <a:pt x="5367469" y="13754"/>
                  </a:lnTo>
                  <a:lnTo>
                    <a:pt x="5431262" y="12318"/>
                  </a:lnTo>
                  <a:lnTo>
                    <a:pt x="5477450" y="11373"/>
                  </a:lnTo>
                  <a:lnTo>
                    <a:pt x="5506837" y="10825"/>
                  </a:lnTo>
                  <a:lnTo>
                    <a:pt x="5521987" y="10566"/>
                  </a:lnTo>
                  <a:lnTo>
                    <a:pt x="5527033" y="10487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522" y="10481"/>
                  </a:lnTo>
                  <a:lnTo>
                    <a:pt x="6531021" y="10480"/>
                  </a:lnTo>
                  <a:lnTo>
                    <a:pt x="6550026" y="10478"/>
                  </a:lnTo>
                  <a:lnTo>
                    <a:pt x="6584253" y="10474"/>
                  </a:lnTo>
                  <a:lnTo>
                    <a:pt x="6635771" y="10468"/>
                  </a:lnTo>
                  <a:lnTo>
                    <a:pt x="6704849" y="10458"/>
                  </a:lnTo>
                  <a:lnTo>
                    <a:pt x="6790015" y="10445"/>
                  </a:lnTo>
                  <a:lnTo>
                    <a:pt x="6888377" y="10429"/>
                  </a:lnTo>
                  <a:lnTo>
                    <a:pt x="6996152" y="10408"/>
                  </a:lnTo>
                  <a:lnTo>
                    <a:pt x="7109264" y="10384"/>
                  </a:lnTo>
                  <a:lnTo>
                    <a:pt x="7223873" y="10356"/>
                  </a:lnTo>
                  <a:lnTo>
                    <a:pt x="7336744" y="10325"/>
                  </a:lnTo>
                  <a:lnTo>
                    <a:pt x="7445431" y="10290"/>
                  </a:lnTo>
                  <a:lnTo>
                    <a:pt x="7548294" y="10251"/>
                  </a:lnTo>
                  <a:lnTo>
                    <a:pt x="7644419" y="10208"/>
                  </a:lnTo>
                  <a:lnTo>
                    <a:pt x="7733479" y="10162"/>
                  </a:lnTo>
                  <a:lnTo>
                    <a:pt x="7815587" y="10110"/>
                  </a:lnTo>
                  <a:lnTo>
                    <a:pt x="7891161" y="10054"/>
                  </a:lnTo>
                  <a:lnTo>
                    <a:pt x="7960817" y="9992"/>
                  </a:lnTo>
                  <a:lnTo>
                    <a:pt x="8025282" y="9924"/>
                  </a:lnTo>
                  <a:lnTo>
                    <a:pt x="8085329" y="9848"/>
                  </a:lnTo>
                  <a:lnTo>
                    <a:pt x="8141736" y="9765"/>
                  </a:lnTo>
                  <a:lnTo>
                    <a:pt x="8195238" y="9673"/>
                  </a:lnTo>
                  <a:lnTo>
                    <a:pt x="8229629" y="9607"/>
                  </a:lnTo>
                  <a:lnTo>
                    <a:pt x="8291283" y="9475"/>
                  </a:lnTo>
                  <a:lnTo>
                    <a:pt x="8351014" y="9330"/>
                  </a:lnTo>
                  <a:lnTo>
                    <a:pt x="8409539" y="9172"/>
                  </a:lnTo>
                  <a:lnTo>
                    <a:pt x="8467384" y="9000"/>
                  </a:lnTo>
                  <a:lnTo>
                    <a:pt x="8524920" y="8816"/>
                  </a:lnTo>
                  <a:lnTo>
                    <a:pt x="8582391" y="8620"/>
                  </a:lnTo>
                  <a:lnTo>
                    <a:pt x="8639931" y="8415"/>
                  </a:lnTo>
                  <a:lnTo>
                    <a:pt x="8697587" y="8203"/>
                  </a:lnTo>
                  <a:lnTo>
                    <a:pt x="8755342" y="7986"/>
                  </a:lnTo>
                  <a:lnTo>
                    <a:pt x="8813140" y="7768"/>
                  </a:lnTo>
                  <a:lnTo>
                    <a:pt x="8870907" y="7551"/>
                  </a:lnTo>
                  <a:lnTo>
                    <a:pt x="8928580" y="7338"/>
                  </a:lnTo>
                  <a:lnTo>
                    <a:pt x="8986136" y="7131"/>
                  </a:lnTo>
                  <a:lnTo>
                    <a:pt x="9043611" y="6934"/>
                  </a:lnTo>
                  <a:lnTo>
                    <a:pt x="9101125" y="6748"/>
                  </a:lnTo>
                  <a:lnTo>
                    <a:pt x="9158902" y="6574"/>
                  </a:lnTo>
                  <a:lnTo>
                    <a:pt x="9217294" y="6414"/>
                  </a:lnTo>
                  <a:lnTo>
                    <a:pt x="9276800" y="6267"/>
                  </a:lnTo>
                  <a:lnTo>
                    <a:pt x="9338106" y="6133"/>
                  </a:lnTo>
                  <a:lnTo>
                    <a:pt x="9347647" y="6114"/>
                  </a:lnTo>
                  <a:lnTo>
                    <a:pt x="9399583" y="6016"/>
                  </a:lnTo>
                  <a:lnTo>
                    <a:pt x="9453975" y="5927"/>
                  </a:lnTo>
                  <a:lnTo>
                    <a:pt x="9511510" y="5847"/>
                  </a:lnTo>
                  <a:lnTo>
                    <a:pt x="9572942" y="5774"/>
                  </a:lnTo>
                  <a:lnTo>
                    <a:pt x="9639052" y="5707"/>
                  </a:lnTo>
                  <a:lnTo>
                    <a:pt x="9710603" y="5647"/>
                  </a:lnTo>
                  <a:lnTo>
                    <a:pt x="9788293" y="5593"/>
                  </a:lnTo>
                  <a:lnTo>
                    <a:pt x="9872684" y="5543"/>
                  </a:lnTo>
                  <a:lnTo>
                    <a:pt x="9964103" y="5498"/>
                  </a:lnTo>
                  <a:lnTo>
                    <a:pt x="10062536" y="5457"/>
                  </a:lnTo>
                  <a:lnTo>
                    <a:pt x="10167473" y="5419"/>
                  </a:lnTo>
                  <a:lnTo>
                    <a:pt x="10277775" y="5385"/>
                  </a:lnTo>
                  <a:lnTo>
                    <a:pt x="10391538" y="5355"/>
                  </a:lnTo>
                  <a:lnTo>
                    <a:pt x="10506042" y="5328"/>
                  </a:lnTo>
                  <a:lnTo>
                    <a:pt x="10617824" y="5305"/>
                  </a:lnTo>
                  <a:lnTo>
                    <a:pt x="10722914" y="5286"/>
                  </a:lnTo>
                  <a:lnTo>
                    <a:pt x="10817268" y="5271"/>
                  </a:lnTo>
                  <a:lnTo>
                    <a:pt x="10897335" y="5259"/>
                  </a:lnTo>
                  <a:lnTo>
                    <a:pt x="10960644" y="5251"/>
                  </a:lnTo>
                  <a:lnTo>
                    <a:pt x="11006282" y="5245"/>
                  </a:lnTo>
                  <a:lnTo>
                    <a:pt x="11035121" y="5242"/>
                  </a:lnTo>
                  <a:lnTo>
                    <a:pt x="11049805" y="5241"/>
                  </a:lnTo>
                  <a:lnTo>
                    <a:pt x="11054548" y="5240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0"/>
                  </a:lnTo>
                  <a:lnTo>
                    <a:pt x="11046255" y="0"/>
                  </a:lnTo>
                  <a:lnTo>
                    <a:pt x="11027250" y="2"/>
                  </a:lnTo>
                  <a:lnTo>
                    <a:pt x="10993024" y="6"/>
                  </a:lnTo>
                  <a:lnTo>
                    <a:pt x="10941506" y="13"/>
                  </a:lnTo>
                  <a:lnTo>
                    <a:pt x="10872428" y="22"/>
                  </a:lnTo>
                  <a:lnTo>
                    <a:pt x="10787262" y="35"/>
                  </a:lnTo>
                  <a:lnTo>
                    <a:pt x="10688900" y="52"/>
                  </a:lnTo>
                  <a:lnTo>
                    <a:pt x="10581124" y="72"/>
                  </a:lnTo>
                  <a:lnTo>
                    <a:pt x="10468012" y="96"/>
                  </a:lnTo>
                  <a:lnTo>
                    <a:pt x="10353403" y="124"/>
                  </a:lnTo>
                  <a:lnTo>
                    <a:pt x="10240532" y="155"/>
                  </a:lnTo>
                  <a:lnTo>
                    <a:pt x="10131846" y="191"/>
                  </a:lnTo>
                  <a:lnTo>
                    <a:pt x="10028983" y="229"/>
                  </a:lnTo>
                  <a:lnTo>
                    <a:pt x="9932858" y="272"/>
                  </a:lnTo>
                  <a:lnTo>
                    <a:pt x="9843798" y="319"/>
                  </a:lnTo>
                  <a:lnTo>
                    <a:pt x="9761690" y="370"/>
                  </a:lnTo>
                  <a:lnTo>
                    <a:pt x="9686115" y="426"/>
                  </a:lnTo>
                  <a:lnTo>
                    <a:pt x="9616459" y="488"/>
                  </a:lnTo>
                  <a:lnTo>
                    <a:pt x="9551995" y="557"/>
                  </a:lnTo>
                  <a:lnTo>
                    <a:pt x="9491947" y="632"/>
                  </a:lnTo>
                  <a:lnTo>
                    <a:pt x="9435541" y="716"/>
                  </a:lnTo>
                  <a:lnTo>
                    <a:pt x="9382038" y="807"/>
                  </a:lnTo>
                  <a:lnTo>
                    <a:pt x="9347647" y="873"/>
                  </a:lnTo>
                  <a:lnTo>
                    <a:pt x="9285993" y="1005"/>
                  </a:lnTo>
                  <a:lnTo>
                    <a:pt x="9226262" y="1150"/>
                  </a:lnTo>
                  <a:lnTo>
                    <a:pt x="9167738" y="1309"/>
                  </a:lnTo>
                  <a:lnTo>
                    <a:pt x="9109893" y="1480"/>
                  </a:lnTo>
                  <a:lnTo>
                    <a:pt x="9052356" y="1665"/>
                  </a:lnTo>
                  <a:lnTo>
                    <a:pt x="8994885" y="1860"/>
                  </a:lnTo>
                  <a:lnTo>
                    <a:pt x="8937346" y="2065"/>
                  </a:lnTo>
                  <a:lnTo>
                    <a:pt x="8879690" y="2277"/>
                  </a:lnTo>
                  <a:lnTo>
                    <a:pt x="8821934" y="2494"/>
                  </a:lnTo>
                  <a:lnTo>
                    <a:pt x="8764136" y="2712"/>
                  </a:lnTo>
                  <a:lnTo>
                    <a:pt x="8706370" y="2930"/>
                  </a:lnTo>
                  <a:lnTo>
                    <a:pt x="8648696" y="3143"/>
                  </a:lnTo>
                  <a:lnTo>
                    <a:pt x="8591140" y="3349"/>
                  </a:lnTo>
                  <a:lnTo>
                    <a:pt x="8533666" y="3546"/>
                  </a:lnTo>
                  <a:lnTo>
                    <a:pt x="8476152" y="3732"/>
                  </a:lnTo>
                  <a:lnTo>
                    <a:pt x="8418374" y="3906"/>
                  </a:lnTo>
                  <a:lnTo>
                    <a:pt x="8359983" y="4066"/>
                  </a:lnTo>
                  <a:lnTo>
                    <a:pt x="8300476" y="4214"/>
                  </a:lnTo>
                  <a:lnTo>
                    <a:pt x="8239170" y="4347"/>
                  </a:lnTo>
                  <a:lnTo>
                    <a:pt x="8229629" y="4367"/>
                  </a:lnTo>
                  <a:lnTo>
                    <a:pt x="8177693" y="4464"/>
                  </a:lnTo>
                  <a:lnTo>
                    <a:pt x="8123301" y="4553"/>
                  </a:lnTo>
                  <a:lnTo>
                    <a:pt x="8065766" y="4633"/>
                  </a:lnTo>
                  <a:lnTo>
                    <a:pt x="8004334" y="4707"/>
                  </a:lnTo>
                  <a:lnTo>
                    <a:pt x="7938225" y="4773"/>
                  </a:lnTo>
                  <a:lnTo>
                    <a:pt x="7866674" y="4833"/>
                  </a:lnTo>
                  <a:lnTo>
                    <a:pt x="7788983" y="4887"/>
                  </a:lnTo>
                  <a:lnTo>
                    <a:pt x="7704593" y="4937"/>
                  </a:lnTo>
                  <a:lnTo>
                    <a:pt x="7613173" y="4982"/>
                  </a:lnTo>
                  <a:lnTo>
                    <a:pt x="7514741" y="5024"/>
                  </a:lnTo>
                  <a:lnTo>
                    <a:pt x="7409803" y="5061"/>
                  </a:lnTo>
                  <a:lnTo>
                    <a:pt x="7299502" y="5095"/>
                  </a:lnTo>
                  <a:lnTo>
                    <a:pt x="7185739" y="5125"/>
                  </a:lnTo>
                  <a:lnTo>
                    <a:pt x="7071234" y="5152"/>
                  </a:lnTo>
                  <a:lnTo>
                    <a:pt x="6959452" y="5175"/>
                  </a:lnTo>
                  <a:lnTo>
                    <a:pt x="6854363" y="5194"/>
                  </a:lnTo>
                  <a:lnTo>
                    <a:pt x="6760008" y="5209"/>
                  </a:lnTo>
                  <a:lnTo>
                    <a:pt x="6679942" y="5221"/>
                  </a:lnTo>
                  <a:lnTo>
                    <a:pt x="6616632" y="5230"/>
                  </a:lnTo>
                  <a:lnTo>
                    <a:pt x="6570995" y="5235"/>
                  </a:lnTo>
                  <a:lnTo>
                    <a:pt x="6542156" y="5238"/>
                  </a:lnTo>
                  <a:lnTo>
                    <a:pt x="6527471" y="5240"/>
                  </a:lnTo>
                  <a:lnTo>
                    <a:pt x="6522728" y="5240"/>
                  </a:lnTo>
                  <a:lnTo>
                    <a:pt x="6522385" y="5240"/>
                  </a:lnTo>
                  <a:lnTo>
                    <a:pt x="5527445" y="5240"/>
                  </a:lnTo>
                  <a:lnTo>
                    <a:pt x="5526315" y="5257"/>
                  </a:lnTo>
                  <a:lnTo>
                    <a:pt x="5518856" y="5377"/>
                  </a:lnTo>
                  <a:lnTo>
                    <a:pt x="5499950" y="5708"/>
                  </a:lnTo>
                  <a:lnTo>
                    <a:pt x="5465895" y="6360"/>
                  </a:lnTo>
                  <a:lnTo>
                    <a:pt x="5414621" y="7438"/>
                  </a:lnTo>
                  <a:lnTo>
                    <a:pt x="5345846" y="9032"/>
                  </a:lnTo>
                  <a:lnTo>
                    <a:pt x="5261017" y="11206"/>
                  </a:lnTo>
                  <a:lnTo>
                    <a:pt x="5162997" y="14002"/>
                  </a:lnTo>
                  <a:lnTo>
                    <a:pt x="5055538" y="17433"/>
                  </a:lnTo>
                  <a:lnTo>
                    <a:pt x="4942695" y="21498"/>
                  </a:lnTo>
                  <a:lnTo>
                    <a:pt x="4828295" y="26182"/>
                  </a:lnTo>
                  <a:lnTo>
                    <a:pt x="4715568" y="31476"/>
                  </a:lnTo>
                  <a:lnTo>
                    <a:pt x="4606965" y="37374"/>
                  </a:lnTo>
                  <a:lnTo>
                    <a:pt x="4504133" y="43890"/>
                  </a:lnTo>
                  <a:lnTo>
                    <a:pt x="4407999" y="51052"/>
                  </a:lnTo>
                  <a:lnTo>
                    <a:pt x="4318901" y="58909"/>
                  </a:lnTo>
                  <a:lnTo>
                    <a:pt x="4236738" y="67532"/>
                  </a:lnTo>
                  <a:lnTo>
                    <a:pt x="4161100" y="77007"/>
                  </a:lnTo>
                  <a:lnTo>
                    <a:pt x="4091382" y="87438"/>
                  </a:lnTo>
                  <a:lnTo>
                    <a:pt x="4026863" y="98942"/>
                  </a:lnTo>
                  <a:lnTo>
                    <a:pt x="3966774" y="111639"/>
                  </a:lnTo>
                  <a:lnTo>
                    <a:pt x="3910341" y="125642"/>
                  </a:lnTo>
                  <a:lnTo>
                    <a:pt x="3856831" y="141038"/>
                  </a:lnTo>
                  <a:lnTo>
                    <a:pt x="3820202" y="152851"/>
                  </a:lnTo>
                  <a:lnTo>
                    <a:pt x="3762163" y="173747"/>
                  </a:lnTo>
                  <a:lnTo>
                    <a:pt x="3705867" y="196619"/>
                  </a:lnTo>
                  <a:lnTo>
                    <a:pt x="3650701" y="221502"/>
                  </a:lnTo>
                  <a:lnTo>
                    <a:pt x="3596208" y="248372"/>
                  </a:lnTo>
                  <a:lnTo>
                    <a:pt x="3542054" y="277141"/>
                  </a:lnTo>
                  <a:lnTo>
                    <a:pt x="3488010" y="307653"/>
                  </a:lnTo>
                  <a:lnTo>
                    <a:pt x="3433937" y="339683"/>
                  </a:lnTo>
                  <a:lnTo>
                    <a:pt x="3379771" y="372938"/>
                  </a:lnTo>
                  <a:lnTo>
                    <a:pt x="3325502" y="407074"/>
                  </a:lnTo>
                  <a:lnTo>
                    <a:pt x="3271166" y="441699"/>
                  </a:lnTo>
                  <a:lnTo>
                    <a:pt x="3216818" y="476402"/>
                  </a:lnTo>
                  <a:lnTo>
                    <a:pt x="3162519" y="510764"/>
                  </a:lnTo>
                  <a:lnTo>
                    <a:pt x="3108314" y="544386"/>
                  </a:lnTo>
                  <a:lnTo>
                    <a:pt x="3054211" y="576902"/>
                  </a:lnTo>
                  <a:lnTo>
                    <a:pt x="3000168" y="608001"/>
                  </a:lnTo>
                  <a:lnTo>
                    <a:pt x="2946076" y="637431"/>
                  </a:lnTo>
                  <a:lnTo>
                    <a:pt x="2891740" y="665012"/>
                  </a:lnTo>
                  <a:lnTo>
                    <a:pt x="2836867" y="690630"/>
                  </a:lnTo>
                  <a:lnTo>
                    <a:pt x="2781048" y="714239"/>
                  </a:lnTo>
                  <a:lnTo>
                    <a:pt x="2723731" y="735853"/>
                  </a:lnTo>
                  <a:lnTo>
                    <a:pt x="2702183" y="743296"/>
                  </a:lnTo>
                  <a:lnTo>
                    <a:pt x="2650346" y="759706"/>
                  </a:lnTo>
                  <a:lnTo>
                    <a:pt x="2596063" y="774693"/>
                  </a:lnTo>
                  <a:lnTo>
                    <a:pt x="2538651" y="788308"/>
                  </a:lnTo>
                  <a:lnTo>
                    <a:pt x="2477362" y="800648"/>
                  </a:lnTo>
                  <a:lnTo>
                    <a:pt x="2411418" y="811829"/>
                  </a:lnTo>
                  <a:lnTo>
                    <a:pt x="2340059" y="821973"/>
                  </a:lnTo>
                  <a:lnTo>
                    <a:pt x="2262591" y="831191"/>
                  </a:lnTo>
                  <a:lnTo>
                    <a:pt x="2178454" y="839584"/>
                  </a:lnTo>
                  <a:lnTo>
                    <a:pt x="2087316" y="847235"/>
                  </a:lnTo>
                  <a:lnTo>
                    <a:pt x="1989188" y="854206"/>
                  </a:lnTo>
                  <a:lnTo>
                    <a:pt x="1884563" y="860541"/>
                  </a:lnTo>
                  <a:lnTo>
                    <a:pt x="1774564" y="866264"/>
                  </a:lnTo>
                  <a:lnTo>
                    <a:pt x="1661065" y="871382"/>
                  </a:lnTo>
                  <a:lnTo>
                    <a:pt x="1546752" y="875889"/>
                  </a:lnTo>
                  <a:lnTo>
                    <a:pt x="1435054" y="879771"/>
                  </a:lnTo>
                  <a:lnTo>
                    <a:pt x="1329909" y="883019"/>
                  </a:lnTo>
                  <a:lnTo>
                    <a:pt x="1235344" y="885632"/>
                  </a:lnTo>
                  <a:lnTo>
                    <a:pt x="1154916" y="887634"/>
                  </a:lnTo>
                  <a:lnTo>
                    <a:pt x="1091123" y="889070"/>
                  </a:lnTo>
                  <a:lnTo>
                    <a:pt x="1044935" y="890015"/>
                  </a:lnTo>
                  <a:lnTo>
                    <a:pt x="1015548" y="890563"/>
                  </a:lnTo>
                  <a:lnTo>
                    <a:pt x="1000398" y="890822"/>
                  </a:lnTo>
                  <a:lnTo>
                    <a:pt x="995352" y="890901"/>
                  </a:lnTo>
                  <a:lnTo>
                    <a:pt x="994940" y="890907"/>
                  </a:lnTo>
                  <a:lnTo>
                    <a:pt x="0" y="890907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40" name="pl939"/>
            <p:cNvSpPr/>
            <p:nvPr/>
          </p:nvSpPr>
          <p:spPr>
            <a:xfrm>
              <a:off x="1199187" y="3322397"/>
              <a:ext cx="12049831" cy="890907"/>
            </a:xfrm>
            <a:custGeom>
              <a:avLst/>
              <a:pathLst>
                <a:path w="12049831" h="890907">
                  <a:moveTo>
                    <a:pt x="0" y="890907"/>
                  </a:moveTo>
                  <a:lnTo>
                    <a:pt x="994940" y="890907"/>
                  </a:lnTo>
                  <a:lnTo>
                    <a:pt x="996070" y="890890"/>
                  </a:lnTo>
                  <a:lnTo>
                    <a:pt x="1003529" y="890771"/>
                  </a:lnTo>
                  <a:lnTo>
                    <a:pt x="1022435" y="890440"/>
                  </a:lnTo>
                  <a:lnTo>
                    <a:pt x="1056490" y="889787"/>
                  </a:lnTo>
                  <a:lnTo>
                    <a:pt x="1107764" y="888709"/>
                  </a:lnTo>
                  <a:lnTo>
                    <a:pt x="1176539" y="887116"/>
                  </a:lnTo>
                  <a:lnTo>
                    <a:pt x="1261368" y="884941"/>
                  </a:lnTo>
                  <a:lnTo>
                    <a:pt x="1359388" y="882146"/>
                  </a:lnTo>
                  <a:lnTo>
                    <a:pt x="1466847" y="878714"/>
                  </a:lnTo>
                  <a:lnTo>
                    <a:pt x="1579690" y="874650"/>
                  </a:lnTo>
                  <a:lnTo>
                    <a:pt x="1694090" y="869965"/>
                  </a:lnTo>
                  <a:lnTo>
                    <a:pt x="1806817" y="864672"/>
                  </a:lnTo>
                  <a:lnTo>
                    <a:pt x="1915420" y="858773"/>
                  </a:lnTo>
                  <a:lnTo>
                    <a:pt x="2018252" y="852258"/>
                  </a:lnTo>
                  <a:lnTo>
                    <a:pt x="2114386" y="845096"/>
                  </a:lnTo>
                  <a:lnTo>
                    <a:pt x="2203484" y="837238"/>
                  </a:lnTo>
                  <a:lnTo>
                    <a:pt x="2285647" y="828615"/>
                  </a:lnTo>
                  <a:lnTo>
                    <a:pt x="2361285" y="819140"/>
                  </a:lnTo>
                  <a:lnTo>
                    <a:pt x="2431003" y="808709"/>
                  </a:lnTo>
                  <a:lnTo>
                    <a:pt x="2495522" y="797205"/>
                  </a:lnTo>
                  <a:lnTo>
                    <a:pt x="2555611" y="784509"/>
                  </a:lnTo>
                  <a:lnTo>
                    <a:pt x="2612044" y="770506"/>
                  </a:lnTo>
                  <a:lnTo>
                    <a:pt x="2665554" y="755110"/>
                  </a:lnTo>
                  <a:lnTo>
                    <a:pt x="2702183" y="743296"/>
                  </a:lnTo>
                  <a:lnTo>
                    <a:pt x="2760222" y="722401"/>
                  </a:lnTo>
                  <a:lnTo>
                    <a:pt x="2816518" y="699528"/>
                  </a:lnTo>
                  <a:lnTo>
                    <a:pt x="2871684" y="674645"/>
                  </a:lnTo>
                  <a:lnTo>
                    <a:pt x="2926177" y="647775"/>
                  </a:lnTo>
                  <a:lnTo>
                    <a:pt x="2980331" y="619006"/>
                  </a:lnTo>
                  <a:lnTo>
                    <a:pt x="3034375" y="588494"/>
                  </a:lnTo>
                  <a:lnTo>
                    <a:pt x="3088448" y="556465"/>
                  </a:lnTo>
                  <a:lnTo>
                    <a:pt x="3142614" y="523209"/>
                  </a:lnTo>
                  <a:lnTo>
                    <a:pt x="3196883" y="489074"/>
                  </a:lnTo>
                  <a:lnTo>
                    <a:pt x="3251219" y="454448"/>
                  </a:lnTo>
                  <a:lnTo>
                    <a:pt x="3305567" y="419745"/>
                  </a:lnTo>
                  <a:lnTo>
                    <a:pt x="3359866" y="385383"/>
                  </a:lnTo>
                  <a:lnTo>
                    <a:pt x="3414071" y="351762"/>
                  </a:lnTo>
                  <a:lnTo>
                    <a:pt x="3468174" y="319245"/>
                  </a:lnTo>
                  <a:lnTo>
                    <a:pt x="3522217" y="288147"/>
                  </a:lnTo>
                  <a:lnTo>
                    <a:pt x="3576309" y="258716"/>
                  </a:lnTo>
                  <a:lnTo>
                    <a:pt x="3630645" y="231135"/>
                  </a:lnTo>
                  <a:lnTo>
                    <a:pt x="3685518" y="205517"/>
                  </a:lnTo>
                  <a:lnTo>
                    <a:pt x="3741337" y="181908"/>
                  </a:lnTo>
                  <a:lnTo>
                    <a:pt x="3798654" y="160294"/>
                  </a:lnTo>
                  <a:lnTo>
                    <a:pt x="3820202" y="152851"/>
                  </a:lnTo>
                  <a:lnTo>
                    <a:pt x="3872039" y="136441"/>
                  </a:lnTo>
                  <a:lnTo>
                    <a:pt x="3926322" y="121454"/>
                  </a:lnTo>
                  <a:lnTo>
                    <a:pt x="3983734" y="107839"/>
                  </a:lnTo>
                  <a:lnTo>
                    <a:pt x="4045023" y="95500"/>
                  </a:lnTo>
                  <a:lnTo>
                    <a:pt x="4110967" y="84318"/>
                  </a:lnTo>
                  <a:lnTo>
                    <a:pt x="4182326" y="74175"/>
                  </a:lnTo>
                  <a:lnTo>
                    <a:pt x="4259794" y="64956"/>
                  </a:lnTo>
                  <a:lnTo>
                    <a:pt x="4343931" y="56563"/>
                  </a:lnTo>
                  <a:lnTo>
                    <a:pt x="4435069" y="48913"/>
                  </a:lnTo>
                  <a:lnTo>
                    <a:pt x="4533197" y="41942"/>
                  </a:lnTo>
                  <a:lnTo>
                    <a:pt x="4637822" y="35607"/>
                  </a:lnTo>
                  <a:lnTo>
                    <a:pt x="4747821" y="29883"/>
                  </a:lnTo>
                  <a:lnTo>
                    <a:pt x="4861320" y="24765"/>
                  </a:lnTo>
                  <a:lnTo>
                    <a:pt x="4975633" y="20258"/>
                  </a:lnTo>
                  <a:lnTo>
                    <a:pt x="5087331" y="16376"/>
                  </a:lnTo>
                  <a:lnTo>
                    <a:pt x="5192476" y="13129"/>
                  </a:lnTo>
                  <a:lnTo>
                    <a:pt x="5287041" y="10515"/>
                  </a:lnTo>
                  <a:lnTo>
                    <a:pt x="5367469" y="8514"/>
                  </a:lnTo>
                  <a:lnTo>
                    <a:pt x="5431262" y="7077"/>
                  </a:lnTo>
                  <a:lnTo>
                    <a:pt x="5477450" y="6132"/>
                  </a:lnTo>
                  <a:lnTo>
                    <a:pt x="5506837" y="5584"/>
                  </a:lnTo>
                  <a:lnTo>
                    <a:pt x="5521987" y="5325"/>
                  </a:lnTo>
                  <a:lnTo>
                    <a:pt x="5527033" y="5246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2" y="5240"/>
                  </a:lnTo>
                  <a:lnTo>
                    <a:pt x="6531021" y="5239"/>
                  </a:lnTo>
                  <a:lnTo>
                    <a:pt x="6550026" y="5237"/>
                  </a:lnTo>
                  <a:lnTo>
                    <a:pt x="6584253" y="5233"/>
                  </a:lnTo>
                  <a:lnTo>
                    <a:pt x="6635771" y="5227"/>
                  </a:lnTo>
                  <a:lnTo>
                    <a:pt x="6704849" y="5218"/>
                  </a:lnTo>
                  <a:lnTo>
                    <a:pt x="6790015" y="5205"/>
                  </a:lnTo>
                  <a:lnTo>
                    <a:pt x="6888377" y="5188"/>
                  </a:lnTo>
                  <a:lnTo>
                    <a:pt x="6996152" y="5168"/>
                  </a:lnTo>
                  <a:lnTo>
                    <a:pt x="7109264" y="5143"/>
                  </a:lnTo>
                  <a:lnTo>
                    <a:pt x="7223873" y="5116"/>
                  </a:lnTo>
                  <a:lnTo>
                    <a:pt x="7336744" y="5084"/>
                  </a:lnTo>
                  <a:lnTo>
                    <a:pt x="7445431" y="5049"/>
                  </a:lnTo>
                  <a:lnTo>
                    <a:pt x="7548294" y="5010"/>
                  </a:lnTo>
                  <a:lnTo>
                    <a:pt x="7644419" y="4968"/>
                  </a:lnTo>
                  <a:lnTo>
                    <a:pt x="7733479" y="4921"/>
                  </a:lnTo>
                  <a:lnTo>
                    <a:pt x="7815587" y="4870"/>
                  </a:lnTo>
                  <a:lnTo>
                    <a:pt x="7891161" y="4814"/>
                  </a:lnTo>
                  <a:lnTo>
                    <a:pt x="7960817" y="4751"/>
                  </a:lnTo>
                  <a:lnTo>
                    <a:pt x="8025282" y="4683"/>
                  </a:lnTo>
                  <a:lnTo>
                    <a:pt x="8085329" y="4607"/>
                  </a:lnTo>
                  <a:lnTo>
                    <a:pt x="8141736" y="4524"/>
                  </a:lnTo>
                  <a:lnTo>
                    <a:pt x="8195238" y="4433"/>
                  </a:lnTo>
                  <a:lnTo>
                    <a:pt x="8229629" y="4367"/>
                  </a:lnTo>
                  <a:lnTo>
                    <a:pt x="8291283" y="4235"/>
                  </a:lnTo>
                  <a:lnTo>
                    <a:pt x="8351014" y="4090"/>
                  </a:lnTo>
                  <a:lnTo>
                    <a:pt x="8409539" y="3931"/>
                  </a:lnTo>
                  <a:lnTo>
                    <a:pt x="8467384" y="3759"/>
                  </a:lnTo>
                  <a:lnTo>
                    <a:pt x="8524920" y="3575"/>
                  </a:lnTo>
                  <a:lnTo>
                    <a:pt x="8582391" y="3380"/>
                  </a:lnTo>
                  <a:lnTo>
                    <a:pt x="8639931" y="3175"/>
                  </a:lnTo>
                  <a:lnTo>
                    <a:pt x="8697587" y="2962"/>
                  </a:lnTo>
                  <a:lnTo>
                    <a:pt x="8755342" y="2746"/>
                  </a:lnTo>
                  <a:lnTo>
                    <a:pt x="8813140" y="2527"/>
                  </a:lnTo>
                  <a:lnTo>
                    <a:pt x="8870907" y="2310"/>
                  </a:lnTo>
                  <a:lnTo>
                    <a:pt x="8928580" y="2097"/>
                  </a:lnTo>
                  <a:lnTo>
                    <a:pt x="8986136" y="1891"/>
                  </a:lnTo>
                  <a:lnTo>
                    <a:pt x="9043611" y="1694"/>
                  </a:lnTo>
                  <a:lnTo>
                    <a:pt x="9101125" y="1508"/>
                  </a:lnTo>
                  <a:lnTo>
                    <a:pt x="9158902" y="1334"/>
                  </a:lnTo>
                  <a:lnTo>
                    <a:pt x="9217294" y="1173"/>
                  </a:lnTo>
                  <a:lnTo>
                    <a:pt x="9276800" y="1026"/>
                  </a:lnTo>
                  <a:lnTo>
                    <a:pt x="9338106" y="892"/>
                  </a:lnTo>
                  <a:lnTo>
                    <a:pt x="9347647" y="873"/>
                  </a:lnTo>
                  <a:lnTo>
                    <a:pt x="9399583" y="776"/>
                  </a:lnTo>
                  <a:lnTo>
                    <a:pt x="9453975" y="687"/>
                  </a:lnTo>
                  <a:lnTo>
                    <a:pt x="9511510" y="606"/>
                  </a:lnTo>
                  <a:lnTo>
                    <a:pt x="9572942" y="533"/>
                  </a:lnTo>
                  <a:lnTo>
                    <a:pt x="9639052" y="467"/>
                  </a:lnTo>
                  <a:lnTo>
                    <a:pt x="9710603" y="407"/>
                  </a:lnTo>
                  <a:lnTo>
                    <a:pt x="9788293" y="352"/>
                  </a:lnTo>
                  <a:lnTo>
                    <a:pt x="9872684" y="302"/>
                  </a:lnTo>
                  <a:lnTo>
                    <a:pt x="9964103" y="257"/>
                  </a:lnTo>
                  <a:lnTo>
                    <a:pt x="10062536" y="216"/>
                  </a:lnTo>
                  <a:lnTo>
                    <a:pt x="10167473" y="178"/>
                  </a:lnTo>
                  <a:lnTo>
                    <a:pt x="10277775" y="145"/>
                  </a:lnTo>
                  <a:lnTo>
                    <a:pt x="10391538" y="114"/>
                  </a:lnTo>
                  <a:lnTo>
                    <a:pt x="10506042" y="88"/>
                  </a:lnTo>
                  <a:lnTo>
                    <a:pt x="10617824" y="65"/>
                  </a:lnTo>
                  <a:lnTo>
                    <a:pt x="10722914" y="46"/>
                  </a:lnTo>
                  <a:lnTo>
                    <a:pt x="10817268" y="30"/>
                  </a:lnTo>
                  <a:lnTo>
                    <a:pt x="10897335" y="19"/>
                  </a:lnTo>
                  <a:lnTo>
                    <a:pt x="10960644" y="10"/>
                  </a:lnTo>
                  <a:lnTo>
                    <a:pt x="11006282" y="5"/>
                  </a:lnTo>
                  <a:lnTo>
                    <a:pt x="11035121" y="1"/>
                  </a:lnTo>
                  <a:lnTo>
                    <a:pt x="11049805" y="0"/>
                  </a:lnTo>
                  <a:lnTo>
                    <a:pt x="11054548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1" name="pl940"/>
            <p:cNvSpPr/>
            <p:nvPr/>
          </p:nvSpPr>
          <p:spPr>
            <a:xfrm>
              <a:off x="1199187" y="3317156"/>
              <a:ext cx="12049831" cy="890907"/>
            </a:xfrm>
            <a:custGeom>
              <a:avLst/>
              <a:pathLst>
                <a:path w="12049831" h="890907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0"/>
                  </a:lnTo>
                  <a:lnTo>
                    <a:pt x="11046255" y="0"/>
                  </a:lnTo>
                  <a:lnTo>
                    <a:pt x="11027250" y="2"/>
                  </a:lnTo>
                  <a:lnTo>
                    <a:pt x="10993024" y="6"/>
                  </a:lnTo>
                  <a:lnTo>
                    <a:pt x="10941506" y="13"/>
                  </a:lnTo>
                  <a:lnTo>
                    <a:pt x="10872428" y="22"/>
                  </a:lnTo>
                  <a:lnTo>
                    <a:pt x="10787262" y="35"/>
                  </a:lnTo>
                  <a:lnTo>
                    <a:pt x="10688900" y="52"/>
                  </a:lnTo>
                  <a:lnTo>
                    <a:pt x="10581124" y="72"/>
                  </a:lnTo>
                  <a:lnTo>
                    <a:pt x="10468012" y="96"/>
                  </a:lnTo>
                  <a:lnTo>
                    <a:pt x="10353403" y="124"/>
                  </a:lnTo>
                  <a:lnTo>
                    <a:pt x="10240532" y="155"/>
                  </a:lnTo>
                  <a:lnTo>
                    <a:pt x="10131846" y="191"/>
                  </a:lnTo>
                  <a:lnTo>
                    <a:pt x="10028983" y="229"/>
                  </a:lnTo>
                  <a:lnTo>
                    <a:pt x="9932858" y="272"/>
                  </a:lnTo>
                  <a:lnTo>
                    <a:pt x="9843798" y="319"/>
                  </a:lnTo>
                  <a:lnTo>
                    <a:pt x="9761690" y="370"/>
                  </a:lnTo>
                  <a:lnTo>
                    <a:pt x="9686115" y="426"/>
                  </a:lnTo>
                  <a:lnTo>
                    <a:pt x="9616459" y="488"/>
                  </a:lnTo>
                  <a:lnTo>
                    <a:pt x="9551995" y="557"/>
                  </a:lnTo>
                  <a:lnTo>
                    <a:pt x="9491947" y="632"/>
                  </a:lnTo>
                  <a:lnTo>
                    <a:pt x="9435541" y="716"/>
                  </a:lnTo>
                  <a:lnTo>
                    <a:pt x="9382038" y="807"/>
                  </a:lnTo>
                  <a:lnTo>
                    <a:pt x="9347647" y="873"/>
                  </a:lnTo>
                  <a:lnTo>
                    <a:pt x="9285993" y="1005"/>
                  </a:lnTo>
                  <a:lnTo>
                    <a:pt x="9226262" y="1150"/>
                  </a:lnTo>
                  <a:lnTo>
                    <a:pt x="9167738" y="1309"/>
                  </a:lnTo>
                  <a:lnTo>
                    <a:pt x="9109893" y="1480"/>
                  </a:lnTo>
                  <a:lnTo>
                    <a:pt x="9052356" y="1665"/>
                  </a:lnTo>
                  <a:lnTo>
                    <a:pt x="8994885" y="1860"/>
                  </a:lnTo>
                  <a:lnTo>
                    <a:pt x="8937346" y="2065"/>
                  </a:lnTo>
                  <a:lnTo>
                    <a:pt x="8879690" y="2277"/>
                  </a:lnTo>
                  <a:lnTo>
                    <a:pt x="8821934" y="2494"/>
                  </a:lnTo>
                  <a:lnTo>
                    <a:pt x="8764136" y="2712"/>
                  </a:lnTo>
                  <a:lnTo>
                    <a:pt x="8706370" y="2930"/>
                  </a:lnTo>
                  <a:lnTo>
                    <a:pt x="8648696" y="3143"/>
                  </a:lnTo>
                  <a:lnTo>
                    <a:pt x="8591140" y="3349"/>
                  </a:lnTo>
                  <a:lnTo>
                    <a:pt x="8533666" y="3546"/>
                  </a:lnTo>
                  <a:lnTo>
                    <a:pt x="8476152" y="3732"/>
                  </a:lnTo>
                  <a:lnTo>
                    <a:pt x="8418374" y="3906"/>
                  </a:lnTo>
                  <a:lnTo>
                    <a:pt x="8359983" y="4066"/>
                  </a:lnTo>
                  <a:lnTo>
                    <a:pt x="8300476" y="4214"/>
                  </a:lnTo>
                  <a:lnTo>
                    <a:pt x="8239170" y="4347"/>
                  </a:lnTo>
                  <a:lnTo>
                    <a:pt x="8229629" y="4367"/>
                  </a:lnTo>
                  <a:lnTo>
                    <a:pt x="8177693" y="4464"/>
                  </a:lnTo>
                  <a:lnTo>
                    <a:pt x="8123301" y="4553"/>
                  </a:lnTo>
                  <a:lnTo>
                    <a:pt x="8065766" y="4633"/>
                  </a:lnTo>
                  <a:lnTo>
                    <a:pt x="8004334" y="4707"/>
                  </a:lnTo>
                  <a:lnTo>
                    <a:pt x="7938225" y="4773"/>
                  </a:lnTo>
                  <a:lnTo>
                    <a:pt x="7866674" y="4833"/>
                  </a:lnTo>
                  <a:lnTo>
                    <a:pt x="7788983" y="4887"/>
                  </a:lnTo>
                  <a:lnTo>
                    <a:pt x="7704593" y="4937"/>
                  </a:lnTo>
                  <a:lnTo>
                    <a:pt x="7613173" y="4982"/>
                  </a:lnTo>
                  <a:lnTo>
                    <a:pt x="7514741" y="5024"/>
                  </a:lnTo>
                  <a:lnTo>
                    <a:pt x="7409803" y="5061"/>
                  </a:lnTo>
                  <a:lnTo>
                    <a:pt x="7299502" y="5095"/>
                  </a:lnTo>
                  <a:lnTo>
                    <a:pt x="7185739" y="5125"/>
                  </a:lnTo>
                  <a:lnTo>
                    <a:pt x="7071234" y="5152"/>
                  </a:lnTo>
                  <a:lnTo>
                    <a:pt x="6959452" y="5175"/>
                  </a:lnTo>
                  <a:lnTo>
                    <a:pt x="6854363" y="5194"/>
                  </a:lnTo>
                  <a:lnTo>
                    <a:pt x="6760008" y="5209"/>
                  </a:lnTo>
                  <a:lnTo>
                    <a:pt x="6679942" y="5221"/>
                  </a:lnTo>
                  <a:lnTo>
                    <a:pt x="6616632" y="5230"/>
                  </a:lnTo>
                  <a:lnTo>
                    <a:pt x="6570995" y="5235"/>
                  </a:lnTo>
                  <a:lnTo>
                    <a:pt x="6542156" y="5238"/>
                  </a:lnTo>
                  <a:lnTo>
                    <a:pt x="6527471" y="5240"/>
                  </a:lnTo>
                  <a:lnTo>
                    <a:pt x="6522728" y="5240"/>
                  </a:lnTo>
                  <a:lnTo>
                    <a:pt x="6522385" y="5240"/>
                  </a:lnTo>
                  <a:lnTo>
                    <a:pt x="5527445" y="5240"/>
                  </a:lnTo>
                  <a:lnTo>
                    <a:pt x="5526315" y="5257"/>
                  </a:lnTo>
                  <a:lnTo>
                    <a:pt x="5518856" y="5377"/>
                  </a:lnTo>
                  <a:lnTo>
                    <a:pt x="5499950" y="5708"/>
                  </a:lnTo>
                  <a:lnTo>
                    <a:pt x="5465895" y="6360"/>
                  </a:lnTo>
                  <a:lnTo>
                    <a:pt x="5414621" y="7438"/>
                  </a:lnTo>
                  <a:lnTo>
                    <a:pt x="5345846" y="9032"/>
                  </a:lnTo>
                  <a:lnTo>
                    <a:pt x="5261017" y="11206"/>
                  </a:lnTo>
                  <a:lnTo>
                    <a:pt x="5162997" y="14002"/>
                  </a:lnTo>
                  <a:lnTo>
                    <a:pt x="5055538" y="17433"/>
                  </a:lnTo>
                  <a:lnTo>
                    <a:pt x="4942695" y="21498"/>
                  </a:lnTo>
                  <a:lnTo>
                    <a:pt x="4828295" y="26182"/>
                  </a:lnTo>
                  <a:lnTo>
                    <a:pt x="4715568" y="31476"/>
                  </a:lnTo>
                  <a:lnTo>
                    <a:pt x="4606965" y="37374"/>
                  </a:lnTo>
                  <a:lnTo>
                    <a:pt x="4504133" y="43890"/>
                  </a:lnTo>
                  <a:lnTo>
                    <a:pt x="4407999" y="51052"/>
                  </a:lnTo>
                  <a:lnTo>
                    <a:pt x="4318901" y="58909"/>
                  </a:lnTo>
                  <a:lnTo>
                    <a:pt x="4236738" y="67532"/>
                  </a:lnTo>
                  <a:lnTo>
                    <a:pt x="4161100" y="77007"/>
                  </a:lnTo>
                  <a:lnTo>
                    <a:pt x="4091382" y="87438"/>
                  </a:lnTo>
                  <a:lnTo>
                    <a:pt x="4026863" y="98942"/>
                  </a:lnTo>
                  <a:lnTo>
                    <a:pt x="3966774" y="111639"/>
                  </a:lnTo>
                  <a:lnTo>
                    <a:pt x="3910341" y="125642"/>
                  </a:lnTo>
                  <a:lnTo>
                    <a:pt x="3856831" y="141038"/>
                  </a:lnTo>
                  <a:lnTo>
                    <a:pt x="3820202" y="152851"/>
                  </a:lnTo>
                  <a:lnTo>
                    <a:pt x="3762163" y="173747"/>
                  </a:lnTo>
                  <a:lnTo>
                    <a:pt x="3705867" y="196619"/>
                  </a:lnTo>
                  <a:lnTo>
                    <a:pt x="3650701" y="221502"/>
                  </a:lnTo>
                  <a:lnTo>
                    <a:pt x="3596208" y="248372"/>
                  </a:lnTo>
                  <a:lnTo>
                    <a:pt x="3542054" y="277141"/>
                  </a:lnTo>
                  <a:lnTo>
                    <a:pt x="3488010" y="307653"/>
                  </a:lnTo>
                  <a:lnTo>
                    <a:pt x="3433937" y="339683"/>
                  </a:lnTo>
                  <a:lnTo>
                    <a:pt x="3379771" y="372938"/>
                  </a:lnTo>
                  <a:lnTo>
                    <a:pt x="3325502" y="407074"/>
                  </a:lnTo>
                  <a:lnTo>
                    <a:pt x="3271166" y="441699"/>
                  </a:lnTo>
                  <a:lnTo>
                    <a:pt x="3216818" y="476402"/>
                  </a:lnTo>
                  <a:lnTo>
                    <a:pt x="3162519" y="510764"/>
                  </a:lnTo>
                  <a:lnTo>
                    <a:pt x="3108314" y="544386"/>
                  </a:lnTo>
                  <a:lnTo>
                    <a:pt x="3054211" y="576902"/>
                  </a:lnTo>
                  <a:lnTo>
                    <a:pt x="3000168" y="608001"/>
                  </a:lnTo>
                  <a:lnTo>
                    <a:pt x="2946076" y="637431"/>
                  </a:lnTo>
                  <a:lnTo>
                    <a:pt x="2891740" y="665012"/>
                  </a:lnTo>
                  <a:lnTo>
                    <a:pt x="2836867" y="690630"/>
                  </a:lnTo>
                  <a:lnTo>
                    <a:pt x="2781048" y="714239"/>
                  </a:lnTo>
                  <a:lnTo>
                    <a:pt x="2723731" y="735853"/>
                  </a:lnTo>
                  <a:lnTo>
                    <a:pt x="2702183" y="743296"/>
                  </a:lnTo>
                  <a:lnTo>
                    <a:pt x="2650346" y="759706"/>
                  </a:lnTo>
                  <a:lnTo>
                    <a:pt x="2596063" y="774693"/>
                  </a:lnTo>
                  <a:lnTo>
                    <a:pt x="2538651" y="788308"/>
                  </a:lnTo>
                  <a:lnTo>
                    <a:pt x="2477362" y="800648"/>
                  </a:lnTo>
                  <a:lnTo>
                    <a:pt x="2411418" y="811829"/>
                  </a:lnTo>
                  <a:lnTo>
                    <a:pt x="2340059" y="821973"/>
                  </a:lnTo>
                  <a:lnTo>
                    <a:pt x="2262591" y="831191"/>
                  </a:lnTo>
                  <a:lnTo>
                    <a:pt x="2178454" y="839584"/>
                  </a:lnTo>
                  <a:lnTo>
                    <a:pt x="2087316" y="847235"/>
                  </a:lnTo>
                  <a:lnTo>
                    <a:pt x="1989188" y="854206"/>
                  </a:lnTo>
                  <a:lnTo>
                    <a:pt x="1884563" y="860541"/>
                  </a:lnTo>
                  <a:lnTo>
                    <a:pt x="1774564" y="866264"/>
                  </a:lnTo>
                  <a:lnTo>
                    <a:pt x="1661065" y="871382"/>
                  </a:lnTo>
                  <a:lnTo>
                    <a:pt x="1546752" y="875889"/>
                  </a:lnTo>
                  <a:lnTo>
                    <a:pt x="1435054" y="879771"/>
                  </a:lnTo>
                  <a:lnTo>
                    <a:pt x="1329909" y="883019"/>
                  </a:lnTo>
                  <a:lnTo>
                    <a:pt x="1235344" y="885632"/>
                  </a:lnTo>
                  <a:lnTo>
                    <a:pt x="1154916" y="887634"/>
                  </a:lnTo>
                  <a:lnTo>
                    <a:pt x="1091123" y="889070"/>
                  </a:lnTo>
                  <a:lnTo>
                    <a:pt x="1044935" y="890015"/>
                  </a:lnTo>
                  <a:lnTo>
                    <a:pt x="1015548" y="890563"/>
                  </a:lnTo>
                  <a:lnTo>
                    <a:pt x="1000398" y="890822"/>
                  </a:lnTo>
                  <a:lnTo>
                    <a:pt x="995352" y="890901"/>
                  </a:lnTo>
                  <a:lnTo>
                    <a:pt x="994940" y="890907"/>
                  </a:lnTo>
                  <a:lnTo>
                    <a:pt x="0" y="890907"/>
                  </a:lnTo>
                  <a:lnTo>
                    <a:pt x="0" y="8909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2" name="pg941"/>
            <p:cNvSpPr/>
            <p:nvPr/>
          </p:nvSpPr>
          <p:spPr>
            <a:xfrm>
              <a:off x="1199187" y="3374803"/>
              <a:ext cx="12049831" cy="1105773"/>
            </a:xfrm>
            <a:custGeom>
              <a:avLst/>
              <a:pathLst>
                <a:path w="12049831" h="1105773">
                  <a:moveTo>
                    <a:pt x="0" y="843742"/>
                  </a:moveTo>
                  <a:lnTo>
                    <a:pt x="994940" y="843742"/>
                  </a:lnTo>
                  <a:lnTo>
                    <a:pt x="996071" y="843726"/>
                  </a:lnTo>
                  <a:lnTo>
                    <a:pt x="1003534" y="843612"/>
                  </a:lnTo>
                  <a:lnTo>
                    <a:pt x="1022450" y="843299"/>
                  </a:lnTo>
                  <a:lnTo>
                    <a:pt x="1056522" y="842681"/>
                  </a:lnTo>
                  <a:lnTo>
                    <a:pt x="1107822" y="841659"/>
                  </a:lnTo>
                  <a:lnTo>
                    <a:pt x="1176628" y="840150"/>
                  </a:lnTo>
                  <a:lnTo>
                    <a:pt x="1261492" y="838090"/>
                  </a:lnTo>
                  <a:lnTo>
                    <a:pt x="1359547" y="835442"/>
                  </a:lnTo>
                  <a:lnTo>
                    <a:pt x="1467039" y="832192"/>
                  </a:lnTo>
                  <a:lnTo>
                    <a:pt x="1579909" y="828342"/>
                  </a:lnTo>
                  <a:lnTo>
                    <a:pt x="1694331" y="823905"/>
                  </a:lnTo>
                  <a:lnTo>
                    <a:pt x="1807074" y="818891"/>
                  </a:lnTo>
                  <a:lnTo>
                    <a:pt x="1915685" y="813304"/>
                  </a:lnTo>
                  <a:lnTo>
                    <a:pt x="2018520" y="807133"/>
                  </a:lnTo>
                  <a:lnTo>
                    <a:pt x="2114654" y="800349"/>
                  </a:lnTo>
                  <a:lnTo>
                    <a:pt x="2203747" y="792906"/>
                  </a:lnTo>
                  <a:lnTo>
                    <a:pt x="2285905" y="784739"/>
                  </a:lnTo>
                  <a:lnTo>
                    <a:pt x="2361536" y="775764"/>
                  </a:lnTo>
                  <a:lnTo>
                    <a:pt x="2431248" y="765883"/>
                  </a:lnTo>
                  <a:lnTo>
                    <a:pt x="2495761" y="754986"/>
                  </a:lnTo>
                  <a:lnTo>
                    <a:pt x="2555846" y="742958"/>
                  </a:lnTo>
                  <a:lnTo>
                    <a:pt x="2612276" y="729693"/>
                  </a:lnTo>
                  <a:lnTo>
                    <a:pt x="2665785" y="715108"/>
                  </a:lnTo>
                  <a:lnTo>
                    <a:pt x="2702183" y="703991"/>
                  </a:lnTo>
                  <a:lnTo>
                    <a:pt x="2760549" y="684090"/>
                  </a:lnTo>
                  <a:lnTo>
                    <a:pt x="2817156" y="662295"/>
                  </a:lnTo>
                  <a:lnTo>
                    <a:pt x="2872626" y="638575"/>
                  </a:lnTo>
                  <a:lnTo>
                    <a:pt x="2927422" y="612953"/>
                  </a:lnTo>
                  <a:lnTo>
                    <a:pt x="2981881" y="585515"/>
                  </a:lnTo>
                  <a:lnTo>
                    <a:pt x="3036234" y="556413"/>
                  </a:lnTo>
                  <a:lnTo>
                    <a:pt x="3090619" y="525866"/>
                  </a:lnTo>
                  <a:lnTo>
                    <a:pt x="3145101" y="494158"/>
                  </a:lnTo>
                  <a:lnTo>
                    <a:pt x="3199685" y="461624"/>
                  </a:lnTo>
                  <a:lnTo>
                    <a:pt x="3254335" y="428640"/>
                  </a:lnTo>
                  <a:lnTo>
                    <a:pt x="3308993" y="395606"/>
                  </a:lnTo>
                  <a:lnTo>
                    <a:pt x="3363598" y="362922"/>
                  </a:lnTo>
                  <a:lnTo>
                    <a:pt x="3418107" y="330973"/>
                  </a:lnTo>
                  <a:lnTo>
                    <a:pt x="3472514" y="300107"/>
                  </a:lnTo>
                  <a:lnTo>
                    <a:pt x="3526865" y="270619"/>
                  </a:lnTo>
                  <a:lnTo>
                    <a:pt x="3581280" y="242747"/>
                  </a:lnTo>
                  <a:lnTo>
                    <a:pt x="3635964" y="216659"/>
                  </a:lnTo>
                  <a:lnTo>
                    <a:pt x="3691226" y="192457"/>
                  </a:lnTo>
                  <a:lnTo>
                    <a:pt x="3747497" y="170180"/>
                  </a:lnTo>
                  <a:lnTo>
                    <a:pt x="3805353" y="149809"/>
                  </a:lnTo>
                  <a:lnTo>
                    <a:pt x="3820202" y="144990"/>
                  </a:lnTo>
                  <a:lnTo>
                    <a:pt x="3872049" y="129451"/>
                  </a:lnTo>
                  <a:lnTo>
                    <a:pt x="3926343" y="115260"/>
                  </a:lnTo>
                  <a:lnTo>
                    <a:pt x="3983768" y="102368"/>
                  </a:lnTo>
                  <a:lnTo>
                    <a:pt x="4045072" y="90684"/>
                  </a:lnTo>
                  <a:lnTo>
                    <a:pt x="4111033" y="80097"/>
                  </a:lnTo>
                  <a:lnTo>
                    <a:pt x="4182412" y="70493"/>
                  </a:lnTo>
                  <a:lnTo>
                    <a:pt x="4259903" y="61765"/>
                  </a:lnTo>
                  <a:lnTo>
                    <a:pt x="4344066" y="53818"/>
                  </a:lnTo>
                  <a:lnTo>
                    <a:pt x="4435233" y="46575"/>
                  </a:lnTo>
                  <a:lnTo>
                    <a:pt x="4533392" y="39975"/>
                  </a:lnTo>
                  <a:lnTo>
                    <a:pt x="4638049" y="33977"/>
                  </a:lnTo>
                  <a:lnTo>
                    <a:pt x="4748080" y="28559"/>
                  </a:lnTo>
                  <a:lnTo>
                    <a:pt x="4861606" y="23714"/>
                  </a:lnTo>
                  <a:lnTo>
                    <a:pt x="4975939" y="19448"/>
                  </a:lnTo>
                  <a:lnTo>
                    <a:pt x="5087646" y="15773"/>
                  </a:lnTo>
                  <a:lnTo>
                    <a:pt x="5192785" y="12700"/>
                  </a:lnTo>
                  <a:lnTo>
                    <a:pt x="5287329" y="10227"/>
                  </a:lnTo>
                  <a:lnTo>
                    <a:pt x="5367720" y="8334"/>
                  </a:lnTo>
                  <a:lnTo>
                    <a:pt x="5431463" y="6976"/>
                  </a:lnTo>
                  <a:lnTo>
                    <a:pt x="5477594" y="6082"/>
                  </a:lnTo>
                  <a:lnTo>
                    <a:pt x="5506924" y="5564"/>
                  </a:lnTo>
                  <a:lnTo>
                    <a:pt x="5522026" y="5320"/>
                  </a:lnTo>
                  <a:lnTo>
                    <a:pt x="5527041" y="5246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2" y="5261"/>
                  </a:lnTo>
                  <a:lnTo>
                    <a:pt x="6530950" y="5409"/>
                  </a:lnTo>
                  <a:lnTo>
                    <a:pt x="6549802" y="5819"/>
                  </a:lnTo>
                  <a:lnTo>
                    <a:pt x="6583765" y="6628"/>
                  </a:lnTo>
                  <a:lnTo>
                    <a:pt x="6634907" y="7963"/>
                  </a:lnTo>
                  <a:lnTo>
                    <a:pt x="6703519" y="9937"/>
                  </a:lnTo>
                  <a:lnTo>
                    <a:pt x="6788165" y="12632"/>
                  </a:lnTo>
                  <a:lnTo>
                    <a:pt x="6886002" y="16096"/>
                  </a:lnTo>
                  <a:lnTo>
                    <a:pt x="6993289" y="20349"/>
                  </a:lnTo>
                  <a:lnTo>
                    <a:pt x="7105986" y="25387"/>
                  </a:lnTo>
                  <a:lnTo>
                    <a:pt x="7220273" y="31194"/>
                  </a:lnTo>
                  <a:lnTo>
                    <a:pt x="7332922" y="37756"/>
                  </a:lnTo>
                  <a:lnTo>
                    <a:pt x="7441479" y="45069"/>
                  </a:lnTo>
                  <a:lnTo>
                    <a:pt x="7544294" y="53147"/>
                  </a:lnTo>
                  <a:lnTo>
                    <a:pt x="7640432" y="62025"/>
                  </a:lnTo>
                  <a:lnTo>
                    <a:pt x="7729550" y="71765"/>
                  </a:lnTo>
                  <a:lnTo>
                    <a:pt x="7811743" y="82452"/>
                  </a:lnTo>
                  <a:lnTo>
                    <a:pt x="7887414" y="94194"/>
                  </a:lnTo>
                  <a:lnTo>
                    <a:pt x="7957166" y="107120"/>
                  </a:lnTo>
                  <a:lnTo>
                    <a:pt x="8021715" y="121373"/>
                  </a:lnTo>
                  <a:lnTo>
                    <a:pt x="8081827" y="137102"/>
                  </a:lnTo>
                  <a:lnTo>
                    <a:pt x="8138274" y="154448"/>
                  </a:lnTo>
                  <a:lnTo>
                    <a:pt x="8191788" y="173520"/>
                  </a:lnTo>
                  <a:lnTo>
                    <a:pt x="8229629" y="188662"/>
                  </a:lnTo>
                  <a:lnTo>
                    <a:pt x="8286090" y="213877"/>
                  </a:lnTo>
                  <a:lnTo>
                    <a:pt x="8340886" y="241412"/>
                  </a:lnTo>
                  <a:lnTo>
                    <a:pt x="8394586" y="271309"/>
                  </a:lnTo>
                  <a:lnTo>
                    <a:pt x="8447619" y="303546"/>
                  </a:lnTo>
                  <a:lnTo>
                    <a:pt x="8500303" y="338030"/>
                  </a:lnTo>
                  <a:lnTo>
                    <a:pt x="8552858" y="374592"/>
                  </a:lnTo>
                  <a:lnTo>
                    <a:pt x="8605424" y="412987"/>
                  </a:lnTo>
                  <a:lnTo>
                    <a:pt x="8658073" y="452895"/>
                  </a:lnTo>
                  <a:lnTo>
                    <a:pt x="8710820" y="493931"/>
                  </a:lnTo>
                  <a:lnTo>
                    <a:pt x="8763642" y="535661"/>
                  </a:lnTo>
                  <a:lnTo>
                    <a:pt x="8816490" y="577617"/>
                  </a:lnTo>
                  <a:lnTo>
                    <a:pt x="8869309" y="619321"/>
                  </a:lnTo>
                  <a:lnTo>
                    <a:pt x="8922051" y="660307"/>
                  </a:lnTo>
                  <a:lnTo>
                    <a:pt x="8974694" y="700143"/>
                  </a:lnTo>
                  <a:lnTo>
                    <a:pt x="9027257" y="738446"/>
                  </a:lnTo>
                  <a:lnTo>
                    <a:pt x="9079815" y="774901"/>
                  </a:lnTo>
                  <a:lnTo>
                    <a:pt x="9132512" y="809268"/>
                  </a:lnTo>
                  <a:lnTo>
                    <a:pt x="9185572" y="841380"/>
                  </a:lnTo>
                  <a:lnTo>
                    <a:pt x="9239319" y="871149"/>
                  </a:lnTo>
                  <a:lnTo>
                    <a:pt x="9294189" y="898558"/>
                  </a:lnTo>
                  <a:lnTo>
                    <a:pt x="9347647" y="922351"/>
                  </a:lnTo>
                  <a:lnTo>
                    <a:pt x="9399431" y="942723"/>
                  </a:lnTo>
                  <a:lnTo>
                    <a:pt x="9453655" y="961330"/>
                  </a:lnTo>
                  <a:lnTo>
                    <a:pt x="9511000" y="978235"/>
                  </a:lnTo>
                  <a:lnTo>
                    <a:pt x="9572213" y="993558"/>
                  </a:lnTo>
                  <a:lnTo>
                    <a:pt x="9638068" y="1007444"/>
                  </a:lnTo>
                  <a:lnTo>
                    <a:pt x="9709323" y="1020042"/>
                  </a:lnTo>
                  <a:lnTo>
                    <a:pt x="9786671" y="1031493"/>
                  </a:lnTo>
                  <a:lnTo>
                    <a:pt x="9870671" y="1041919"/>
                  </a:lnTo>
                  <a:lnTo>
                    <a:pt x="9961657" y="1051423"/>
                  </a:lnTo>
                  <a:lnTo>
                    <a:pt x="10059621" y="1060085"/>
                  </a:lnTo>
                  <a:lnTo>
                    <a:pt x="10164077" y="1067957"/>
                  </a:lnTo>
                  <a:lnTo>
                    <a:pt x="10273912" y="1075070"/>
                  </a:lnTo>
                  <a:lnTo>
                    <a:pt x="10387268" y="1081433"/>
                  </a:lnTo>
                  <a:lnTo>
                    <a:pt x="10501477" y="1087038"/>
                  </a:lnTo>
                  <a:lnTo>
                    <a:pt x="10613129" y="1091869"/>
                  </a:lnTo>
                  <a:lnTo>
                    <a:pt x="10718301" y="1095912"/>
                  </a:lnTo>
                  <a:lnTo>
                    <a:pt x="10812978" y="1099170"/>
                  </a:lnTo>
                  <a:lnTo>
                    <a:pt x="10893600" y="1101667"/>
                  </a:lnTo>
                  <a:lnTo>
                    <a:pt x="10957652" y="1103462"/>
                  </a:lnTo>
                  <a:lnTo>
                    <a:pt x="11004137" y="1104646"/>
                  </a:lnTo>
                  <a:lnTo>
                    <a:pt x="11033820" y="1105336"/>
                  </a:lnTo>
                  <a:lnTo>
                    <a:pt x="11049225" y="1105663"/>
                  </a:lnTo>
                  <a:lnTo>
                    <a:pt x="11054438" y="1105765"/>
                  </a:lnTo>
                  <a:lnTo>
                    <a:pt x="11054891" y="1105773"/>
                  </a:lnTo>
                  <a:lnTo>
                    <a:pt x="12049831" y="1105773"/>
                  </a:lnTo>
                  <a:lnTo>
                    <a:pt x="12049831" y="1100533"/>
                  </a:lnTo>
                  <a:lnTo>
                    <a:pt x="11054891" y="1100533"/>
                  </a:lnTo>
                  <a:lnTo>
                    <a:pt x="11053764" y="1100512"/>
                  </a:lnTo>
                  <a:lnTo>
                    <a:pt x="11046327" y="1100363"/>
                  </a:lnTo>
                  <a:lnTo>
                    <a:pt x="11027474" y="1099953"/>
                  </a:lnTo>
                  <a:lnTo>
                    <a:pt x="10993512" y="1099145"/>
                  </a:lnTo>
                  <a:lnTo>
                    <a:pt x="10942369" y="1097809"/>
                  </a:lnTo>
                  <a:lnTo>
                    <a:pt x="10873757" y="1095835"/>
                  </a:lnTo>
                  <a:lnTo>
                    <a:pt x="10789111" y="1093141"/>
                  </a:lnTo>
                  <a:lnTo>
                    <a:pt x="10691275" y="1089677"/>
                  </a:lnTo>
                  <a:lnTo>
                    <a:pt x="10583988" y="1085424"/>
                  </a:lnTo>
                  <a:lnTo>
                    <a:pt x="10471291" y="1080386"/>
                  </a:lnTo>
                  <a:lnTo>
                    <a:pt x="10357004" y="1074578"/>
                  </a:lnTo>
                  <a:lnTo>
                    <a:pt x="10244355" y="1068016"/>
                  </a:lnTo>
                  <a:lnTo>
                    <a:pt x="10135797" y="1060704"/>
                  </a:lnTo>
                  <a:lnTo>
                    <a:pt x="10032983" y="1052626"/>
                  </a:lnTo>
                  <a:lnTo>
                    <a:pt x="9936844" y="1043748"/>
                  </a:lnTo>
                  <a:lnTo>
                    <a:pt x="9847726" y="1034007"/>
                  </a:lnTo>
                  <a:lnTo>
                    <a:pt x="9765533" y="1023320"/>
                  </a:lnTo>
                  <a:lnTo>
                    <a:pt x="9689862" y="1011578"/>
                  </a:lnTo>
                  <a:lnTo>
                    <a:pt x="9620110" y="998653"/>
                  </a:lnTo>
                  <a:lnTo>
                    <a:pt x="9555562" y="984400"/>
                  </a:lnTo>
                  <a:lnTo>
                    <a:pt x="9495450" y="968671"/>
                  </a:lnTo>
                  <a:lnTo>
                    <a:pt x="9439003" y="951325"/>
                  </a:lnTo>
                  <a:lnTo>
                    <a:pt x="9385488" y="932253"/>
                  </a:lnTo>
                  <a:lnTo>
                    <a:pt x="9347647" y="917110"/>
                  </a:lnTo>
                  <a:lnTo>
                    <a:pt x="9291186" y="891896"/>
                  </a:lnTo>
                  <a:lnTo>
                    <a:pt x="9236390" y="864361"/>
                  </a:lnTo>
                  <a:lnTo>
                    <a:pt x="9182691" y="834464"/>
                  </a:lnTo>
                  <a:lnTo>
                    <a:pt x="9129657" y="802227"/>
                  </a:lnTo>
                  <a:lnTo>
                    <a:pt x="9076973" y="767743"/>
                  </a:lnTo>
                  <a:lnTo>
                    <a:pt x="9024418" y="731180"/>
                  </a:lnTo>
                  <a:lnTo>
                    <a:pt x="8971852" y="692786"/>
                  </a:lnTo>
                  <a:lnTo>
                    <a:pt x="8919204" y="652878"/>
                  </a:lnTo>
                  <a:lnTo>
                    <a:pt x="8866457" y="611841"/>
                  </a:lnTo>
                  <a:lnTo>
                    <a:pt x="8813635" y="570112"/>
                  </a:lnTo>
                  <a:lnTo>
                    <a:pt x="8760786" y="528156"/>
                  </a:lnTo>
                  <a:lnTo>
                    <a:pt x="8707967" y="486452"/>
                  </a:lnTo>
                  <a:lnTo>
                    <a:pt x="8655225" y="445466"/>
                  </a:lnTo>
                  <a:lnTo>
                    <a:pt x="8602582" y="405630"/>
                  </a:lnTo>
                  <a:lnTo>
                    <a:pt x="8550019" y="367327"/>
                  </a:lnTo>
                  <a:lnTo>
                    <a:pt x="8497461" y="330871"/>
                  </a:lnTo>
                  <a:lnTo>
                    <a:pt x="8444765" y="296505"/>
                  </a:lnTo>
                  <a:lnTo>
                    <a:pt x="8391705" y="264393"/>
                  </a:lnTo>
                  <a:lnTo>
                    <a:pt x="8337958" y="234623"/>
                  </a:lnTo>
                  <a:lnTo>
                    <a:pt x="8283088" y="207215"/>
                  </a:lnTo>
                  <a:lnTo>
                    <a:pt x="8229629" y="183422"/>
                  </a:lnTo>
                  <a:lnTo>
                    <a:pt x="8177845" y="163050"/>
                  </a:lnTo>
                  <a:lnTo>
                    <a:pt x="8123621" y="144443"/>
                  </a:lnTo>
                  <a:lnTo>
                    <a:pt x="8066276" y="127538"/>
                  </a:lnTo>
                  <a:lnTo>
                    <a:pt x="8005063" y="112215"/>
                  </a:lnTo>
                  <a:lnTo>
                    <a:pt x="7939209" y="98329"/>
                  </a:lnTo>
                  <a:lnTo>
                    <a:pt x="7867954" y="85731"/>
                  </a:lnTo>
                  <a:lnTo>
                    <a:pt x="7790605" y="74280"/>
                  </a:lnTo>
                  <a:lnTo>
                    <a:pt x="7706605" y="63854"/>
                  </a:lnTo>
                  <a:lnTo>
                    <a:pt x="7615619" y="54349"/>
                  </a:lnTo>
                  <a:lnTo>
                    <a:pt x="7517655" y="45688"/>
                  </a:lnTo>
                  <a:lnTo>
                    <a:pt x="7413200" y="37816"/>
                  </a:lnTo>
                  <a:lnTo>
                    <a:pt x="7303364" y="30703"/>
                  </a:lnTo>
                  <a:lnTo>
                    <a:pt x="7190009" y="24340"/>
                  </a:lnTo>
                  <a:lnTo>
                    <a:pt x="7075800" y="18735"/>
                  </a:lnTo>
                  <a:lnTo>
                    <a:pt x="6964148" y="13904"/>
                  </a:lnTo>
                  <a:lnTo>
                    <a:pt x="6858975" y="9860"/>
                  </a:lnTo>
                  <a:lnTo>
                    <a:pt x="6764298" y="6603"/>
                  </a:lnTo>
                  <a:lnTo>
                    <a:pt x="6683676" y="4106"/>
                  </a:lnTo>
                  <a:lnTo>
                    <a:pt x="6619624" y="2311"/>
                  </a:lnTo>
                  <a:lnTo>
                    <a:pt x="6573139" y="1126"/>
                  </a:lnTo>
                  <a:lnTo>
                    <a:pt x="6543456" y="437"/>
                  </a:lnTo>
                  <a:lnTo>
                    <a:pt x="6528052" y="110"/>
                  </a:lnTo>
                  <a:lnTo>
                    <a:pt x="6522839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4" y="15"/>
                  </a:lnTo>
                  <a:lnTo>
                    <a:pt x="5518851" y="129"/>
                  </a:lnTo>
                  <a:lnTo>
                    <a:pt x="5499935" y="443"/>
                  </a:lnTo>
                  <a:lnTo>
                    <a:pt x="5465863" y="1061"/>
                  </a:lnTo>
                  <a:lnTo>
                    <a:pt x="5414563" y="2082"/>
                  </a:lnTo>
                  <a:lnTo>
                    <a:pt x="5345757" y="3591"/>
                  </a:lnTo>
                  <a:lnTo>
                    <a:pt x="5260893" y="5651"/>
                  </a:lnTo>
                  <a:lnTo>
                    <a:pt x="5162838" y="8299"/>
                  </a:lnTo>
                  <a:lnTo>
                    <a:pt x="5055346" y="11550"/>
                  </a:lnTo>
                  <a:lnTo>
                    <a:pt x="4942476" y="15399"/>
                  </a:lnTo>
                  <a:lnTo>
                    <a:pt x="4828054" y="19836"/>
                  </a:lnTo>
                  <a:lnTo>
                    <a:pt x="4715311" y="24850"/>
                  </a:lnTo>
                  <a:lnTo>
                    <a:pt x="4606700" y="30437"/>
                  </a:lnTo>
                  <a:lnTo>
                    <a:pt x="4503865" y="36608"/>
                  </a:lnTo>
                  <a:lnTo>
                    <a:pt x="4407731" y="43392"/>
                  </a:lnTo>
                  <a:lnTo>
                    <a:pt x="4318638" y="50835"/>
                  </a:lnTo>
                  <a:lnTo>
                    <a:pt x="4236480" y="59002"/>
                  </a:lnTo>
                  <a:lnTo>
                    <a:pt x="4160849" y="67977"/>
                  </a:lnTo>
                  <a:lnTo>
                    <a:pt x="4091137" y="77858"/>
                  </a:lnTo>
                  <a:lnTo>
                    <a:pt x="4026624" y="88755"/>
                  </a:lnTo>
                  <a:lnTo>
                    <a:pt x="3966539" y="100783"/>
                  </a:lnTo>
                  <a:lnTo>
                    <a:pt x="3910109" y="114048"/>
                  </a:lnTo>
                  <a:lnTo>
                    <a:pt x="3856600" y="128633"/>
                  </a:lnTo>
                  <a:lnTo>
                    <a:pt x="3820202" y="139750"/>
                  </a:lnTo>
                  <a:lnTo>
                    <a:pt x="3761836" y="159651"/>
                  </a:lnTo>
                  <a:lnTo>
                    <a:pt x="3705229" y="181446"/>
                  </a:lnTo>
                  <a:lnTo>
                    <a:pt x="3649759" y="205166"/>
                  </a:lnTo>
                  <a:lnTo>
                    <a:pt x="3594963" y="230788"/>
                  </a:lnTo>
                  <a:lnTo>
                    <a:pt x="3540504" y="258227"/>
                  </a:lnTo>
                  <a:lnTo>
                    <a:pt x="3486151" y="287328"/>
                  </a:lnTo>
                  <a:lnTo>
                    <a:pt x="3431765" y="317875"/>
                  </a:lnTo>
                  <a:lnTo>
                    <a:pt x="3377284" y="349583"/>
                  </a:lnTo>
                  <a:lnTo>
                    <a:pt x="3322700" y="382117"/>
                  </a:lnTo>
                  <a:lnTo>
                    <a:pt x="3268050" y="415101"/>
                  </a:lnTo>
                  <a:lnTo>
                    <a:pt x="3213392" y="448135"/>
                  </a:lnTo>
                  <a:lnTo>
                    <a:pt x="3158787" y="480819"/>
                  </a:lnTo>
                  <a:lnTo>
                    <a:pt x="3104278" y="512768"/>
                  </a:lnTo>
                  <a:lnTo>
                    <a:pt x="3049871" y="543634"/>
                  </a:lnTo>
                  <a:lnTo>
                    <a:pt x="2995520" y="573122"/>
                  </a:lnTo>
                  <a:lnTo>
                    <a:pt x="2941105" y="600994"/>
                  </a:lnTo>
                  <a:lnTo>
                    <a:pt x="2886421" y="627083"/>
                  </a:lnTo>
                  <a:lnTo>
                    <a:pt x="2831159" y="651284"/>
                  </a:lnTo>
                  <a:lnTo>
                    <a:pt x="2774888" y="673561"/>
                  </a:lnTo>
                  <a:lnTo>
                    <a:pt x="2717032" y="693932"/>
                  </a:lnTo>
                  <a:lnTo>
                    <a:pt x="2702183" y="698751"/>
                  </a:lnTo>
                  <a:lnTo>
                    <a:pt x="2650336" y="714290"/>
                  </a:lnTo>
                  <a:lnTo>
                    <a:pt x="2596042" y="728481"/>
                  </a:lnTo>
                  <a:lnTo>
                    <a:pt x="2538617" y="741373"/>
                  </a:lnTo>
                  <a:lnTo>
                    <a:pt x="2477313" y="753057"/>
                  </a:lnTo>
                  <a:lnTo>
                    <a:pt x="2411352" y="763644"/>
                  </a:lnTo>
                  <a:lnTo>
                    <a:pt x="2339973" y="773248"/>
                  </a:lnTo>
                  <a:lnTo>
                    <a:pt x="2262482" y="781976"/>
                  </a:lnTo>
                  <a:lnTo>
                    <a:pt x="2178319" y="789923"/>
                  </a:lnTo>
                  <a:lnTo>
                    <a:pt x="2087152" y="797166"/>
                  </a:lnTo>
                  <a:lnTo>
                    <a:pt x="1988993" y="803766"/>
                  </a:lnTo>
                  <a:lnTo>
                    <a:pt x="1884336" y="809764"/>
                  </a:lnTo>
                  <a:lnTo>
                    <a:pt x="1774305" y="815182"/>
                  </a:lnTo>
                  <a:lnTo>
                    <a:pt x="1660779" y="820027"/>
                  </a:lnTo>
                  <a:lnTo>
                    <a:pt x="1546446" y="824293"/>
                  </a:lnTo>
                  <a:lnTo>
                    <a:pt x="1434739" y="827968"/>
                  </a:lnTo>
                  <a:lnTo>
                    <a:pt x="1329600" y="831041"/>
                  </a:lnTo>
                  <a:lnTo>
                    <a:pt x="1235056" y="833514"/>
                  </a:lnTo>
                  <a:lnTo>
                    <a:pt x="1154665" y="835407"/>
                  </a:lnTo>
                  <a:lnTo>
                    <a:pt x="1090922" y="836766"/>
                  </a:lnTo>
                  <a:lnTo>
                    <a:pt x="1044791" y="837659"/>
                  </a:lnTo>
                  <a:lnTo>
                    <a:pt x="1015461" y="838177"/>
                  </a:lnTo>
                  <a:lnTo>
                    <a:pt x="1000359" y="838421"/>
                  </a:lnTo>
                  <a:lnTo>
                    <a:pt x="995344" y="838495"/>
                  </a:lnTo>
                  <a:lnTo>
                    <a:pt x="994940" y="838501"/>
                  </a:lnTo>
                  <a:lnTo>
                    <a:pt x="0" y="838501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43" name="pl942"/>
            <p:cNvSpPr/>
            <p:nvPr/>
          </p:nvSpPr>
          <p:spPr>
            <a:xfrm>
              <a:off x="1199187" y="3380044"/>
              <a:ext cx="12049831" cy="1100533"/>
            </a:xfrm>
            <a:custGeom>
              <a:avLst/>
              <a:pathLst>
                <a:path w="12049831" h="1100533">
                  <a:moveTo>
                    <a:pt x="0" y="838501"/>
                  </a:moveTo>
                  <a:lnTo>
                    <a:pt x="994940" y="838501"/>
                  </a:lnTo>
                  <a:lnTo>
                    <a:pt x="996071" y="838485"/>
                  </a:lnTo>
                  <a:lnTo>
                    <a:pt x="1003534" y="838372"/>
                  </a:lnTo>
                  <a:lnTo>
                    <a:pt x="1022450" y="838058"/>
                  </a:lnTo>
                  <a:lnTo>
                    <a:pt x="1056522" y="837440"/>
                  </a:lnTo>
                  <a:lnTo>
                    <a:pt x="1107822" y="836419"/>
                  </a:lnTo>
                  <a:lnTo>
                    <a:pt x="1176628" y="834909"/>
                  </a:lnTo>
                  <a:lnTo>
                    <a:pt x="1261492" y="832849"/>
                  </a:lnTo>
                  <a:lnTo>
                    <a:pt x="1359547" y="830201"/>
                  </a:lnTo>
                  <a:lnTo>
                    <a:pt x="1467039" y="826951"/>
                  </a:lnTo>
                  <a:lnTo>
                    <a:pt x="1579909" y="823101"/>
                  </a:lnTo>
                  <a:lnTo>
                    <a:pt x="1694331" y="818664"/>
                  </a:lnTo>
                  <a:lnTo>
                    <a:pt x="1807074" y="813650"/>
                  </a:lnTo>
                  <a:lnTo>
                    <a:pt x="1915685" y="808064"/>
                  </a:lnTo>
                  <a:lnTo>
                    <a:pt x="2018520" y="801892"/>
                  </a:lnTo>
                  <a:lnTo>
                    <a:pt x="2114654" y="795109"/>
                  </a:lnTo>
                  <a:lnTo>
                    <a:pt x="2203747" y="787666"/>
                  </a:lnTo>
                  <a:lnTo>
                    <a:pt x="2285905" y="779498"/>
                  </a:lnTo>
                  <a:lnTo>
                    <a:pt x="2361536" y="770523"/>
                  </a:lnTo>
                  <a:lnTo>
                    <a:pt x="2431248" y="760642"/>
                  </a:lnTo>
                  <a:lnTo>
                    <a:pt x="2495761" y="749745"/>
                  </a:lnTo>
                  <a:lnTo>
                    <a:pt x="2555846" y="737718"/>
                  </a:lnTo>
                  <a:lnTo>
                    <a:pt x="2612276" y="724452"/>
                  </a:lnTo>
                  <a:lnTo>
                    <a:pt x="2665785" y="709868"/>
                  </a:lnTo>
                  <a:lnTo>
                    <a:pt x="2702183" y="698751"/>
                  </a:lnTo>
                  <a:lnTo>
                    <a:pt x="2760549" y="678849"/>
                  </a:lnTo>
                  <a:lnTo>
                    <a:pt x="2817156" y="657054"/>
                  </a:lnTo>
                  <a:lnTo>
                    <a:pt x="2872626" y="633334"/>
                  </a:lnTo>
                  <a:lnTo>
                    <a:pt x="2927422" y="607712"/>
                  </a:lnTo>
                  <a:lnTo>
                    <a:pt x="2981881" y="580274"/>
                  </a:lnTo>
                  <a:lnTo>
                    <a:pt x="3036234" y="551172"/>
                  </a:lnTo>
                  <a:lnTo>
                    <a:pt x="3090619" y="520626"/>
                  </a:lnTo>
                  <a:lnTo>
                    <a:pt x="3145101" y="488917"/>
                  </a:lnTo>
                  <a:lnTo>
                    <a:pt x="3199685" y="456383"/>
                  </a:lnTo>
                  <a:lnTo>
                    <a:pt x="3254335" y="423400"/>
                  </a:lnTo>
                  <a:lnTo>
                    <a:pt x="3308993" y="390365"/>
                  </a:lnTo>
                  <a:lnTo>
                    <a:pt x="3363598" y="357682"/>
                  </a:lnTo>
                  <a:lnTo>
                    <a:pt x="3418107" y="325733"/>
                  </a:lnTo>
                  <a:lnTo>
                    <a:pt x="3472514" y="294866"/>
                  </a:lnTo>
                  <a:lnTo>
                    <a:pt x="3526865" y="265379"/>
                  </a:lnTo>
                  <a:lnTo>
                    <a:pt x="3581280" y="237506"/>
                  </a:lnTo>
                  <a:lnTo>
                    <a:pt x="3635964" y="211418"/>
                  </a:lnTo>
                  <a:lnTo>
                    <a:pt x="3691226" y="187216"/>
                  </a:lnTo>
                  <a:lnTo>
                    <a:pt x="3747497" y="164939"/>
                  </a:lnTo>
                  <a:lnTo>
                    <a:pt x="3805353" y="144568"/>
                  </a:lnTo>
                  <a:lnTo>
                    <a:pt x="3820202" y="139750"/>
                  </a:lnTo>
                  <a:lnTo>
                    <a:pt x="3872049" y="124211"/>
                  </a:lnTo>
                  <a:lnTo>
                    <a:pt x="3926343" y="110019"/>
                  </a:lnTo>
                  <a:lnTo>
                    <a:pt x="3983768" y="97128"/>
                  </a:lnTo>
                  <a:lnTo>
                    <a:pt x="4045072" y="85444"/>
                  </a:lnTo>
                  <a:lnTo>
                    <a:pt x="4111033" y="74857"/>
                  </a:lnTo>
                  <a:lnTo>
                    <a:pt x="4182412" y="65253"/>
                  </a:lnTo>
                  <a:lnTo>
                    <a:pt x="4259903" y="56524"/>
                  </a:lnTo>
                  <a:lnTo>
                    <a:pt x="4344066" y="48578"/>
                  </a:lnTo>
                  <a:lnTo>
                    <a:pt x="4435233" y="41334"/>
                  </a:lnTo>
                  <a:lnTo>
                    <a:pt x="4533392" y="34734"/>
                  </a:lnTo>
                  <a:lnTo>
                    <a:pt x="4638049" y="28737"/>
                  </a:lnTo>
                  <a:lnTo>
                    <a:pt x="4748080" y="23319"/>
                  </a:lnTo>
                  <a:lnTo>
                    <a:pt x="4861606" y="18473"/>
                  </a:lnTo>
                  <a:lnTo>
                    <a:pt x="4975939" y="14207"/>
                  </a:lnTo>
                  <a:lnTo>
                    <a:pt x="5087646" y="10533"/>
                  </a:lnTo>
                  <a:lnTo>
                    <a:pt x="5192785" y="7459"/>
                  </a:lnTo>
                  <a:lnTo>
                    <a:pt x="5287329" y="4986"/>
                  </a:lnTo>
                  <a:lnTo>
                    <a:pt x="5367720" y="3093"/>
                  </a:lnTo>
                  <a:lnTo>
                    <a:pt x="5431463" y="1735"/>
                  </a:lnTo>
                  <a:lnTo>
                    <a:pt x="5477594" y="841"/>
                  </a:lnTo>
                  <a:lnTo>
                    <a:pt x="5506924" y="324"/>
                  </a:lnTo>
                  <a:lnTo>
                    <a:pt x="5522026" y="80"/>
                  </a:lnTo>
                  <a:lnTo>
                    <a:pt x="5527041" y="5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2" y="20"/>
                  </a:lnTo>
                  <a:lnTo>
                    <a:pt x="6530950" y="169"/>
                  </a:lnTo>
                  <a:lnTo>
                    <a:pt x="6549802" y="579"/>
                  </a:lnTo>
                  <a:lnTo>
                    <a:pt x="6583765" y="1387"/>
                  </a:lnTo>
                  <a:lnTo>
                    <a:pt x="6634907" y="2723"/>
                  </a:lnTo>
                  <a:lnTo>
                    <a:pt x="6703519" y="4697"/>
                  </a:lnTo>
                  <a:lnTo>
                    <a:pt x="6788165" y="7391"/>
                  </a:lnTo>
                  <a:lnTo>
                    <a:pt x="6886002" y="10856"/>
                  </a:lnTo>
                  <a:lnTo>
                    <a:pt x="6993289" y="15109"/>
                  </a:lnTo>
                  <a:lnTo>
                    <a:pt x="7105986" y="20146"/>
                  </a:lnTo>
                  <a:lnTo>
                    <a:pt x="7220273" y="25954"/>
                  </a:lnTo>
                  <a:lnTo>
                    <a:pt x="7332922" y="32516"/>
                  </a:lnTo>
                  <a:lnTo>
                    <a:pt x="7441479" y="39829"/>
                  </a:lnTo>
                  <a:lnTo>
                    <a:pt x="7544294" y="47906"/>
                  </a:lnTo>
                  <a:lnTo>
                    <a:pt x="7640432" y="56785"/>
                  </a:lnTo>
                  <a:lnTo>
                    <a:pt x="7729550" y="66525"/>
                  </a:lnTo>
                  <a:lnTo>
                    <a:pt x="7811743" y="77212"/>
                  </a:lnTo>
                  <a:lnTo>
                    <a:pt x="7887414" y="88954"/>
                  </a:lnTo>
                  <a:lnTo>
                    <a:pt x="7957166" y="101879"/>
                  </a:lnTo>
                  <a:lnTo>
                    <a:pt x="8021715" y="116132"/>
                  </a:lnTo>
                  <a:lnTo>
                    <a:pt x="8081827" y="131861"/>
                  </a:lnTo>
                  <a:lnTo>
                    <a:pt x="8138274" y="149207"/>
                  </a:lnTo>
                  <a:lnTo>
                    <a:pt x="8191788" y="168279"/>
                  </a:lnTo>
                  <a:lnTo>
                    <a:pt x="8229629" y="183422"/>
                  </a:lnTo>
                  <a:lnTo>
                    <a:pt x="8286090" y="208636"/>
                  </a:lnTo>
                  <a:lnTo>
                    <a:pt x="8340886" y="236171"/>
                  </a:lnTo>
                  <a:lnTo>
                    <a:pt x="8394586" y="266069"/>
                  </a:lnTo>
                  <a:lnTo>
                    <a:pt x="8447619" y="298306"/>
                  </a:lnTo>
                  <a:lnTo>
                    <a:pt x="8500303" y="332790"/>
                  </a:lnTo>
                  <a:lnTo>
                    <a:pt x="8552858" y="369352"/>
                  </a:lnTo>
                  <a:lnTo>
                    <a:pt x="8605424" y="407747"/>
                  </a:lnTo>
                  <a:lnTo>
                    <a:pt x="8658073" y="447654"/>
                  </a:lnTo>
                  <a:lnTo>
                    <a:pt x="8710820" y="488691"/>
                  </a:lnTo>
                  <a:lnTo>
                    <a:pt x="8763642" y="530421"/>
                  </a:lnTo>
                  <a:lnTo>
                    <a:pt x="8816490" y="572376"/>
                  </a:lnTo>
                  <a:lnTo>
                    <a:pt x="8869309" y="614081"/>
                  </a:lnTo>
                  <a:lnTo>
                    <a:pt x="8922051" y="655067"/>
                  </a:lnTo>
                  <a:lnTo>
                    <a:pt x="8974694" y="694902"/>
                  </a:lnTo>
                  <a:lnTo>
                    <a:pt x="9027257" y="733205"/>
                  </a:lnTo>
                  <a:lnTo>
                    <a:pt x="9079815" y="769661"/>
                  </a:lnTo>
                  <a:lnTo>
                    <a:pt x="9132512" y="804027"/>
                  </a:lnTo>
                  <a:lnTo>
                    <a:pt x="9185572" y="836139"/>
                  </a:lnTo>
                  <a:lnTo>
                    <a:pt x="9239319" y="865909"/>
                  </a:lnTo>
                  <a:lnTo>
                    <a:pt x="9294189" y="893317"/>
                  </a:lnTo>
                  <a:lnTo>
                    <a:pt x="9347647" y="917110"/>
                  </a:lnTo>
                  <a:lnTo>
                    <a:pt x="9399431" y="937482"/>
                  </a:lnTo>
                  <a:lnTo>
                    <a:pt x="9453655" y="956089"/>
                  </a:lnTo>
                  <a:lnTo>
                    <a:pt x="9511000" y="972994"/>
                  </a:lnTo>
                  <a:lnTo>
                    <a:pt x="9572213" y="988317"/>
                  </a:lnTo>
                  <a:lnTo>
                    <a:pt x="9638068" y="1002203"/>
                  </a:lnTo>
                  <a:lnTo>
                    <a:pt x="9709323" y="1014802"/>
                  </a:lnTo>
                  <a:lnTo>
                    <a:pt x="9786671" y="1026252"/>
                  </a:lnTo>
                  <a:lnTo>
                    <a:pt x="9870671" y="1036678"/>
                  </a:lnTo>
                  <a:lnTo>
                    <a:pt x="9961657" y="1046183"/>
                  </a:lnTo>
                  <a:lnTo>
                    <a:pt x="10059621" y="1054844"/>
                  </a:lnTo>
                  <a:lnTo>
                    <a:pt x="10164077" y="1062716"/>
                  </a:lnTo>
                  <a:lnTo>
                    <a:pt x="10273912" y="1069829"/>
                  </a:lnTo>
                  <a:lnTo>
                    <a:pt x="10387268" y="1076192"/>
                  </a:lnTo>
                  <a:lnTo>
                    <a:pt x="10501477" y="1081797"/>
                  </a:lnTo>
                  <a:lnTo>
                    <a:pt x="10613129" y="1086628"/>
                  </a:lnTo>
                  <a:lnTo>
                    <a:pt x="10718301" y="1090672"/>
                  </a:lnTo>
                  <a:lnTo>
                    <a:pt x="10812978" y="1093929"/>
                  </a:lnTo>
                  <a:lnTo>
                    <a:pt x="10893600" y="1096426"/>
                  </a:lnTo>
                  <a:lnTo>
                    <a:pt x="10957652" y="1098222"/>
                  </a:lnTo>
                  <a:lnTo>
                    <a:pt x="11004137" y="1099406"/>
                  </a:lnTo>
                  <a:lnTo>
                    <a:pt x="11033820" y="1100095"/>
                  </a:lnTo>
                  <a:lnTo>
                    <a:pt x="11049225" y="1100423"/>
                  </a:lnTo>
                  <a:lnTo>
                    <a:pt x="11054438" y="1100524"/>
                  </a:lnTo>
                  <a:lnTo>
                    <a:pt x="11054891" y="1100533"/>
                  </a:lnTo>
                  <a:lnTo>
                    <a:pt x="12049831" y="1100533"/>
                  </a:lnTo>
                  <a:lnTo>
                    <a:pt x="12049831" y="11005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4" name="pl943"/>
            <p:cNvSpPr/>
            <p:nvPr/>
          </p:nvSpPr>
          <p:spPr>
            <a:xfrm>
              <a:off x="1199187" y="3374803"/>
              <a:ext cx="12049831" cy="1100533"/>
            </a:xfrm>
            <a:custGeom>
              <a:avLst/>
              <a:pathLst>
                <a:path w="12049831" h="1100533">
                  <a:moveTo>
                    <a:pt x="12049831" y="1100533"/>
                  </a:moveTo>
                  <a:lnTo>
                    <a:pt x="11054891" y="1100533"/>
                  </a:lnTo>
                  <a:lnTo>
                    <a:pt x="11053764" y="1100512"/>
                  </a:lnTo>
                  <a:lnTo>
                    <a:pt x="11046327" y="1100363"/>
                  </a:lnTo>
                  <a:lnTo>
                    <a:pt x="11027474" y="1099953"/>
                  </a:lnTo>
                  <a:lnTo>
                    <a:pt x="10993512" y="1099145"/>
                  </a:lnTo>
                  <a:lnTo>
                    <a:pt x="10942369" y="1097809"/>
                  </a:lnTo>
                  <a:lnTo>
                    <a:pt x="10873757" y="1095835"/>
                  </a:lnTo>
                  <a:lnTo>
                    <a:pt x="10789111" y="1093141"/>
                  </a:lnTo>
                  <a:lnTo>
                    <a:pt x="10691275" y="1089677"/>
                  </a:lnTo>
                  <a:lnTo>
                    <a:pt x="10583988" y="1085424"/>
                  </a:lnTo>
                  <a:lnTo>
                    <a:pt x="10471291" y="1080386"/>
                  </a:lnTo>
                  <a:lnTo>
                    <a:pt x="10357004" y="1074578"/>
                  </a:lnTo>
                  <a:lnTo>
                    <a:pt x="10244355" y="1068016"/>
                  </a:lnTo>
                  <a:lnTo>
                    <a:pt x="10135797" y="1060704"/>
                  </a:lnTo>
                  <a:lnTo>
                    <a:pt x="10032983" y="1052626"/>
                  </a:lnTo>
                  <a:lnTo>
                    <a:pt x="9936844" y="1043748"/>
                  </a:lnTo>
                  <a:lnTo>
                    <a:pt x="9847726" y="1034007"/>
                  </a:lnTo>
                  <a:lnTo>
                    <a:pt x="9765533" y="1023320"/>
                  </a:lnTo>
                  <a:lnTo>
                    <a:pt x="9689862" y="1011578"/>
                  </a:lnTo>
                  <a:lnTo>
                    <a:pt x="9620110" y="998653"/>
                  </a:lnTo>
                  <a:lnTo>
                    <a:pt x="9555562" y="984400"/>
                  </a:lnTo>
                  <a:lnTo>
                    <a:pt x="9495450" y="968671"/>
                  </a:lnTo>
                  <a:lnTo>
                    <a:pt x="9439003" y="951325"/>
                  </a:lnTo>
                  <a:lnTo>
                    <a:pt x="9385488" y="932253"/>
                  </a:lnTo>
                  <a:lnTo>
                    <a:pt x="9347647" y="917110"/>
                  </a:lnTo>
                  <a:lnTo>
                    <a:pt x="9291186" y="891896"/>
                  </a:lnTo>
                  <a:lnTo>
                    <a:pt x="9236390" y="864361"/>
                  </a:lnTo>
                  <a:lnTo>
                    <a:pt x="9182691" y="834464"/>
                  </a:lnTo>
                  <a:lnTo>
                    <a:pt x="9129657" y="802227"/>
                  </a:lnTo>
                  <a:lnTo>
                    <a:pt x="9076973" y="767743"/>
                  </a:lnTo>
                  <a:lnTo>
                    <a:pt x="9024418" y="731180"/>
                  </a:lnTo>
                  <a:lnTo>
                    <a:pt x="8971852" y="692786"/>
                  </a:lnTo>
                  <a:lnTo>
                    <a:pt x="8919204" y="652878"/>
                  </a:lnTo>
                  <a:lnTo>
                    <a:pt x="8866457" y="611841"/>
                  </a:lnTo>
                  <a:lnTo>
                    <a:pt x="8813635" y="570112"/>
                  </a:lnTo>
                  <a:lnTo>
                    <a:pt x="8760786" y="528156"/>
                  </a:lnTo>
                  <a:lnTo>
                    <a:pt x="8707967" y="486452"/>
                  </a:lnTo>
                  <a:lnTo>
                    <a:pt x="8655225" y="445466"/>
                  </a:lnTo>
                  <a:lnTo>
                    <a:pt x="8602582" y="405630"/>
                  </a:lnTo>
                  <a:lnTo>
                    <a:pt x="8550019" y="367327"/>
                  </a:lnTo>
                  <a:lnTo>
                    <a:pt x="8497461" y="330871"/>
                  </a:lnTo>
                  <a:lnTo>
                    <a:pt x="8444765" y="296505"/>
                  </a:lnTo>
                  <a:lnTo>
                    <a:pt x="8391705" y="264393"/>
                  </a:lnTo>
                  <a:lnTo>
                    <a:pt x="8337958" y="234623"/>
                  </a:lnTo>
                  <a:lnTo>
                    <a:pt x="8283088" y="207215"/>
                  </a:lnTo>
                  <a:lnTo>
                    <a:pt x="8229629" y="183422"/>
                  </a:lnTo>
                  <a:lnTo>
                    <a:pt x="8177845" y="163050"/>
                  </a:lnTo>
                  <a:lnTo>
                    <a:pt x="8123621" y="144443"/>
                  </a:lnTo>
                  <a:lnTo>
                    <a:pt x="8066276" y="127538"/>
                  </a:lnTo>
                  <a:lnTo>
                    <a:pt x="8005063" y="112215"/>
                  </a:lnTo>
                  <a:lnTo>
                    <a:pt x="7939209" y="98329"/>
                  </a:lnTo>
                  <a:lnTo>
                    <a:pt x="7867954" y="85731"/>
                  </a:lnTo>
                  <a:lnTo>
                    <a:pt x="7790605" y="74280"/>
                  </a:lnTo>
                  <a:lnTo>
                    <a:pt x="7706605" y="63854"/>
                  </a:lnTo>
                  <a:lnTo>
                    <a:pt x="7615619" y="54349"/>
                  </a:lnTo>
                  <a:lnTo>
                    <a:pt x="7517655" y="45688"/>
                  </a:lnTo>
                  <a:lnTo>
                    <a:pt x="7413200" y="37816"/>
                  </a:lnTo>
                  <a:lnTo>
                    <a:pt x="7303364" y="30703"/>
                  </a:lnTo>
                  <a:lnTo>
                    <a:pt x="7190009" y="24340"/>
                  </a:lnTo>
                  <a:lnTo>
                    <a:pt x="7075800" y="18735"/>
                  </a:lnTo>
                  <a:lnTo>
                    <a:pt x="6964148" y="13904"/>
                  </a:lnTo>
                  <a:lnTo>
                    <a:pt x="6858975" y="9860"/>
                  </a:lnTo>
                  <a:lnTo>
                    <a:pt x="6764298" y="6603"/>
                  </a:lnTo>
                  <a:lnTo>
                    <a:pt x="6683676" y="4106"/>
                  </a:lnTo>
                  <a:lnTo>
                    <a:pt x="6619624" y="2311"/>
                  </a:lnTo>
                  <a:lnTo>
                    <a:pt x="6573139" y="1126"/>
                  </a:lnTo>
                  <a:lnTo>
                    <a:pt x="6543456" y="437"/>
                  </a:lnTo>
                  <a:lnTo>
                    <a:pt x="6528052" y="110"/>
                  </a:lnTo>
                  <a:lnTo>
                    <a:pt x="6522839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4" y="15"/>
                  </a:lnTo>
                  <a:lnTo>
                    <a:pt x="5518851" y="129"/>
                  </a:lnTo>
                  <a:lnTo>
                    <a:pt x="5499935" y="443"/>
                  </a:lnTo>
                  <a:lnTo>
                    <a:pt x="5465863" y="1061"/>
                  </a:lnTo>
                  <a:lnTo>
                    <a:pt x="5414563" y="2082"/>
                  </a:lnTo>
                  <a:lnTo>
                    <a:pt x="5345757" y="3591"/>
                  </a:lnTo>
                  <a:lnTo>
                    <a:pt x="5260893" y="5651"/>
                  </a:lnTo>
                  <a:lnTo>
                    <a:pt x="5162838" y="8299"/>
                  </a:lnTo>
                  <a:lnTo>
                    <a:pt x="5055346" y="11550"/>
                  </a:lnTo>
                  <a:lnTo>
                    <a:pt x="4942476" y="15399"/>
                  </a:lnTo>
                  <a:lnTo>
                    <a:pt x="4828054" y="19836"/>
                  </a:lnTo>
                  <a:lnTo>
                    <a:pt x="4715311" y="24850"/>
                  </a:lnTo>
                  <a:lnTo>
                    <a:pt x="4606700" y="30437"/>
                  </a:lnTo>
                  <a:lnTo>
                    <a:pt x="4503865" y="36608"/>
                  </a:lnTo>
                  <a:lnTo>
                    <a:pt x="4407731" y="43392"/>
                  </a:lnTo>
                  <a:lnTo>
                    <a:pt x="4318638" y="50835"/>
                  </a:lnTo>
                  <a:lnTo>
                    <a:pt x="4236480" y="59002"/>
                  </a:lnTo>
                  <a:lnTo>
                    <a:pt x="4160849" y="67977"/>
                  </a:lnTo>
                  <a:lnTo>
                    <a:pt x="4091137" y="77858"/>
                  </a:lnTo>
                  <a:lnTo>
                    <a:pt x="4026624" y="88755"/>
                  </a:lnTo>
                  <a:lnTo>
                    <a:pt x="3966539" y="100783"/>
                  </a:lnTo>
                  <a:lnTo>
                    <a:pt x="3910109" y="114048"/>
                  </a:lnTo>
                  <a:lnTo>
                    <a:pt x="3856600" y="128633"/>
                  </a:lnTo>
                  <a:lnTo>
                    <a:pt x="3820202" y="139750"/>
                  </a:lnTo>
                  <a:lnTo>
                    <a:pt x="3761836" y="159651"/>
                  </a:lnTo>
                  <a:lnTo>
                    <a:pt x="3705229" y="181446"/>
                  </a:lnTo>
                  <a:lnTo>
                    <a:pt x="3649759" y="205166"/>
                  </a:lnTo>
                  <a:lnTo>
                    <a:pt x="3594963" y="230788"/>
                  </a:lnTo>
                  <a:lnTo>
                    <a:pt x="3540504" y="258227"/>
                  </a:lnTo>
                  <a:lnTo>
                    <a:pt x="3486151" y="287328"/>
                  </a:lnTo>
                  <a:lnTo>
                    <a:pt x="3431765" y="317875"/>
                  </a:lnTo>
                  <a:lnTo>
                    <a:pt x="3377284" y="349583"/>
                  </a:lnTo>
                  <a:lnTo>
                    <a:pt x="3322700" y="382117"/>
                  </a:lnTo>
                  <a:lnTo>
                    <a:pt x="3268050" y="415101"/>
                  </a:lnTo>
                  <a:lnTo>
                    <a:pt x="3213392" y="448135"/>
                  </a:lnTo>
                  <a:lnTo>
                    <a:pt x="3158787" y="480819"/>
                  </a:lnTo>
                  <a:lnTo>
                    <a:pt x="3104278" y="512768"/>
                  </a:lnTo>
                  <a:lnTo>
                    <a:pt x="3049871" y="543634"/>
                  </a:lnTo>
                  <a:lnTo>
                    <a:pt x="2995520" y="573122"/>
                  </a:lnTo>
                  <a:lnTo>
                    <a:pt x="2941105" y="600994"/>
                  </a:lnTo>
                  <a:lnTo>
                    <a:pt x="2886421" y="627083"/>
                  </a:lnTo>
                  <a:lnTo>
                    <a:pt x="2831159" y="651284"/>
                  </a:lnTo>
                  <a:lnTo>
                    <a:pt x="2774888" y="673561"/>
                  </a:lnTo>
                  <a:lnTo>
                    <a:pt x="2717032" y="693932"/>
                  </a:lnTo>
                  <a:lnTo>
                    <a:pt x="2702183" y="698751"/>
                  </a:lnTo>
                  <a:lnTo>
                    <a:pt x="2650336" y="714290"/>
                  </a:lnTo>
                  <a:lnTo>
                    <a:pt x="2596042" y="728481"/>
                  </a:lnTo>
                  <a:lnTo>
                    <a:pt x="2538617" y="741373"/>
                  </a:lnTo>
                  <a:lnTo>
                    <a:pt x="2477313" y="753057"/>
                  </a:lnTo>
                  <a:lnTo>
                    <a:pt x="2411352" y="763644"/>
                  </a:lnTo>
                  <a:lnTo>
                    <a:pt x="2339973" y="773248"/>
                  </a:lnTo>
                  <a:lnTo>
                    <a:pt x="2262482" y="781976"/>
                  </a:lnTo>
                  <a:lnTo>
                    <a:pt x="2178319" y="789923"/>
                  </a:lnTo>
                  <a:lnTo>
                    <a:pt x="2087152" y="797166"/>
                  </a:lnTo>
                  <a:lnTo>
                    <a:pt x="1988993" y="803766"/>
                  </a:lnTo>
                  <a:lnTo>
                    <a:pt x="1884336" y="809764"/>
                  </a:lnTo>
                  <a:lnTo>
                    <a:pt x="1774305" y="815182"/>
                  </a:lnTo>
                  <a:lnTo>
                    <a:pt x="1660779" y="820027"/>
                  </a:lnTo>
                  <a:lnTo>
                    <a:pt x="1546446" y="824293"/>
                  </a:lnTo>
                  <a:lnTo>
                    <a:pt x="1434739" y="827968"/>
                  </a:lnTo>
                  <a:lnTo>
                    <a:pt x="1329600" y="831041"/>
                  </a:lnTo>
                  <a:lnTo>
                    <a:pt x="1235056" y="833514"/>
                  </a:lnTo>
                  <a:lnTo>
                    <a:pt x="1154665" y="835407"/>
                  </a:lnTo>
                  <a:lnTo>
                    <a:pt x="1090922" y="836766"/>
                  </a:lnTo>
                  <a:lnTo>
                    <a:pt x="1044791" y="837659"/>
                  </a:lnTo>
                  <a:lnTo>
                    <a:pt x="1015461" y="838177"/>
                  </a:lnTo>
                  <a:lnTo>
                    <a:pt x="1000359" y="838421"/>
                  </a:lnTo>
                  <a:lnTo>
                    <a:pt x="995344" y="838495"/>
                  </a:lnTo>
                  <a:lnTo>
                    <a:pt x="994940" y="838501"/>
                  </a:lnTo>
                  <a:lnTo>
                    <a:pt x="0" y="838501"/>
                  </a:lnTo>
                  <a:lnTo>
                    <a:pt x="0" y="8385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5" name="pg944"/>
            <p:cNvSpPr/>
            <p:nvPr/>
          </p:nvSpPr>
          <p:spPr>
            <a:xfrm>
              <a:off x="1199187" y="1315234"/>
              <a:ext cx="12049831" cy="3018605"/>
            </a:xfrm>
            <a:custGeom>
              <a:avLst/>
              <a:pathLst>
                <a:path w="12049831" h="3018605">
                  <a:moveTo>
                    <a:pt x="0" y="3018605"/>
                  </a:moveTo>
                  <a:lnTo>
                    <a:pt x="994940" y="3018605"/>
                  </a:lnTo>
                  <a:lnTo>
                    <a:pt x="996076" y="3018602"/>
                  </a:lnTo>
                  <a:lnTo>
                    <a:pt x="1003575" y="3018586"/>
                  </a:lnTo>
                  <a:lnTo>
                    <a:pt x="1022578" y="3018541"/>
                  </a:lnTo>
                  <a:lnTo>
                    <a:pt x="1056801" y="3018451"/>
                  </a:lnTo>
                  <a:lnTo>
                    <a:pt x="1108314" y="3018304"/>
                  </a:lnTo>
                  <a:lnTo>
                    <a:pt x="1177387" y="3018086"/>
                  </a:lnTo>
                  <a:lnTo>
                    <a:pt x="1262547" y="3017788"/>
                  </a:lnTo>
                  <a:lnTo>
                    <a:pt x="1360902" y="3017406"/>
                  </a:lnTo>
                  <a:lnTo>
                    <a:pt x="1468672" y="3016937"/>
                  </a:lnTo>
                  <a:lnTo>
                    <a:pt x="1581779" y="3016381"/>
                  </a:lnTo>
                  <a:lnTo>
                    <a:pt x="1696384" y="3015741"/>
                  </a:lnTo>
                  <a:lnTo>
                    <a:pt x="1809253" y="3015018"/>
                  </a:lnTo>
                  <a:lnTo>
                    <a:pt x="1917937" y="3014211"/>
                  </a:lnTo>
                  <a:lnTo>
                    <a:pt x="2020800" y="3013321"/>
                  </a:lnTo>
                  <a:lnTo>
                    <a:pt x="2116925" y="3012342"/>
                  </a:lnTo>
                  <a:lnTo>
                    <a:pt x="2205986" y="3011268"/>
                  </a:lnTo>
                  <a:lnTo>
                    <a:pt x="2288095" y="3010089"/>
                  </a:lnTo>
                  <a:lnTo>
                    <a:pt x="2363670" y="3008793"/>
                  </a:lnTo>
                  <a:lnTo>
                    <a:pt x="2433328" y="3007366"/>
                  </a:lnTo>
                  <a:lnTo>
                    <a:pt x="2497793" y="3005792"/>
                  </a:lnTo>
                  <a:lnTo>
                    <a:pt x="2557841" y="3004055"/>
                  </a:lnTo>
                  <a:lnTo>
                    <a:pt x="2614248" y="3002138"/>
                  </a:lnTo>
                  <a:lnTo>
                    <a:pt x="2667751" y="3000031"/>
                  </a:lnTo>
                  <a:lnTo>
                    <a:pt x="2702183" y="2998516"/>
                  </a:lnTo>
                  <a:lnTo>
                    <a:pt x="2763760" y="2995487"/>
                  </a:lnTo>
                  <a:lnTo>
                    <a:pt x="2823417" y="2992154"/>
                  </a:lnTo>
                  <a:lnTo>
                    <a:pt x="2881869" y="2988512"/>
                  </a:lnTo>
                  <a:lnTo>
                    <a:pt x="2939642" y="2984567"/>
                  </a:lnTo>
                  <a:lnTo>
                    <a:pt x="2997105" y="2980336"/>
                  </a:lnTo>
                  <a:lnTo>
                    <a:pt x="3054502" y="2975847"/>
                  </a:lnTo>
                  <a:lnTo>
                    <a:pt x="3111967" y="2971141"/>
                  </a:lnTo>
                  <a:lnTo>
                    <a:pt x="3169548" y="2966268"/>
                  </a:lnTo>
                  <a:lnTo>
                    <a:pt x="3227228" y="2961290"/>
                  </a:lnTo>
                  <a:lnTo>
                    <a:pt x="3284952" y="2956271"/>
                  </a:lnTo>
                  <a:lnTo>
                    <a:pt x="3342645" y="2951281"/>
                  </a:lnTo>
                  <a:lnTo>
                    <a:pt x="3400246" y="2946385"/>
                  </a:lnTo>
                  <a:lnTo>
                    <a:pt x="3457730" y="2941646"/>
                  </a:lnTo>
                  <a:lnTo>
                    <a:pt x="3515131" y="2937115"/>
                  </a:lnTo>
                  <a:lnTo>
                    <a:pt x="3572569" y="2932836"/>
                  </a:lnTo>
                  <a:lnTo>
                    <a:pt x="3630264" y="2928839"/>
                  </a:lnTo>
                  <a:lnTo>
                    <a:pt x="3688563" y="2925143"/>
                  </a:lnTo>
                  <a:lnTo>
                    <a:pt x="3747961" y="2921755"/>
                  </a:lnTo>
                  <a:lnTo>
                    <a:pt x="3809136" y="2918673"/>
                  </a:lnTo>
                  <a:lnTo>
                    <a:pt x="3820202" y="2918159"/>
                  </a:lnTo>
                  <a:lnTo>
                    <a:pt x="3872135" y="2915922"/>
                  </a:lnTo>
                  <a:lnTo>
                    <a:pt x="3926526" y="2913879"/>
                  </a:lnTo>
                  <a:lnTo>
                    <a:pt x="3984059" y="2912024"/>
                  </a:lnTo>
                  <a:lnTo>
                    <a:pt x="4045488" y="2910342"/>
                  </a:lnTo>
                  <a:lnTo>
                    <a:pt x="4111594" y="2908819"/>
                  </a:lnTo>
                  <a:lnTo>
                    <a:pt x="4183142" y="2907437"/>
                  </a:lnTo>
                  <a:lnTo>
                    <a:pt x="4260828" y="2906182"/>
                  </a:lnTo>
                  <a:lnTo>
                    <a:pt x="4345214" y="2905039"/>
                  </a:lnTo>
                  <a:lnTo>
                    <a:pt x="4436628" y="2903997"/>
                  </a:lnTo>
                  <a:lnTo>
                    <a:pt x="4535055" y="2903048"/>
                  </a:lnTo>
                  <a:lnTo>
                    <a:pt x="4639987" y="2902186"/>
                  </a:lnTo>
                  <a:lnTo>
                    <a:pt x="4750283" y="2901408"/>
                  </a:lnTo>
                  <a:lnTo>
                    <a:pt x="4864040" y="2900712"/>
                  </a:lnTo>
                  <a:lnTo>
                    <a:pt x="4978542" y="2900099"/>
                  </a:lnTo>
                  <a:lnTo>
                    <a:pt x="5090322" y="2899572"/>
                  </a:lnTo>
                  <a:lnTo>
                    <a:pt x="5195413" y="2899132"/>
                  </a:lnTo>
                  <a:lnTo>
                    <a:pt x="5289771" y="2898778"/>
                  </a:lnTo>
                  <a:lnTo>
                    <a:pt x="5369844" y="2898508"/>
                  </a:lnTo>
                  <a:lnTo>
                    <a:pt x="5433163" y="2898315"/>
                  </a:lnTo>
                  <a:lnTo>
                    <a:pt x="5478810" y="2898188"/>
                  </a:lnTo>
                  <a:lnTo>
                    <a:pt x="5507660" y="2898115"/>
                  </a:lnTo>
                  <a:lnTo>
                    <a:pt x="5522353" y="2898081"/>
                  </a:lnTo>
                  <a:lnTo>
                    <a:pt x="5527101" y="2898071"/>
                  </a:lnTo>
                  <a:lnTo>
                    <a:pt x="5527445" y="2898070"/>
                  </a:lnTo>
                  <a:lnTo>
                    <a:pt x="6522385" y="2898070"/>
                  </a:lnTo>
                  <a:lnTo>
                    <a:pt x="6523459" y="2898018"/>
                  </a:lnTo>
                  <a:lnTo>
                    <a:pt x="6530555" y="2897647"/>
                  </a:lnTo>
                  <a:lnTo>
                    <a:pt x="6548562" y="2896621"/>
                  </a:lnTo>
                  <a:lnTo>
                    <a:pt x="6581060" y="2894599"/>
                  </a:lnTo>
                  <a:lnTo>
                    <a:pt x="6630112" y="2891255"/>
                  </a:lnTo>
                  <a:lnTo>
                    <a:pt x="6696119" y="2886307"/>
                  </a:lnTo>
                  <a:lnTo>
                    <a:pt x="6777852" y="2879543"/>
                  </a:lnTo>
                  <a:lnTo>
                    <a:pt x="6872719" y="2870830"/>
                  </a:lnTo>
                  <a:lnTo>
                    <a:pt x="6977232" y="2860112"/>
                  </a:lnTo>
                  <a:lnTo>
                    <a:pt x="7087547" y="2847394"/>
                  </a:lnTo>
                  <a:lnTo>
                    <a:pt x="7199966" y="2832711"/>
                  </a:lnTo>
                  <a:lnTo>
                    <a:pt x="7311303" y="2816102"/>
                  </a:lnTo>
                  <a:lnTo>
                    <a:pt x="7419076" y="2797585"/>
                  </a:lnTo>
                  <a:lnTo>
                    <a:pt x="7521563" y="2777135"/>
                  </a:lnTo>
                  <a:lnTo>
                    <a:pt x="7617738" y="2754672"/>
                  </a:lnTo>
                  <a:lnTo>
                    <a:pt x="7707152" y="2730061"/>
                  </a:lnTo>
                  <a:lnTo>
                    <a:pt x="7789805" y="2703104"/>
                  </a:lnTo>
                  <a:lnTo>
                    <a:pt x="7866014" y="2673543"/>
                  </a:lnTo>
                  <a:lnTo>
                    <a:pt x="7936309" y="2641071"/>
                  </a:lnTo>
                  <a:lnTo>
                    <a:pt x="8001347" y="2605338"/>
                  </a:lnTo>
                  <a:lnTo>
                    <a:pt x="8061849" y="2565972"/>
                  </a:lnTo>
                  <a:lnTo>
                    <a:pt x="8118552" y="2522607"/>
                  </a:lnTo>
                  <a:lnTo>
                    <a:pt x="8172170" y="2474936"/>
                  </a:lnTo>
                  <a:lnTo>
                    <a:pt x="8223361" y="2422780"/>
                  </a:lnTo>
                  <a:lnTo>
                    <a:pt x="8229629" y="2415932"/>
                  </a:lnTo>
                  <a:lnTo>
                    <a:pt x="8273528" y="2365124"/>
                  </a:lnTo>
                  <a:lnTo>
                    <a:pt x="8316342" y="2310680"/>
                  </a:lnTo>
                  <a:lnTo>
                    <a:pt x="8358359" y="2252527"/>
                  </a:lnTo>
                  <a:lnTo>
                    <a:pt x="8399812" y="2190646"/>
                  </a:lnTo>
                  <a:lnTo>
                    <a:pt x="8440889" y="2125081"/>
                  </a:lnTo>
                  <a:lnTo>
                    <a:pt x="8481737" y="2055943"/>
                  </a:lnTo>
                  <a:lnTo>
                    <a:pt x="8522470" y="1983417"/>
                  </a:lnTo>
                  <a:lnTo>
                    <a:pt x="8563167" y="1907757"/>
                  </a:lnTo>
                  <a:lnTo>
                    <a:pt x="8603884" y="1829295"/>
                  </a:lnTo>
                  <a:lnTo>
                    <a:pt x="8644650" y="1748427"/>
                  </a:lnTo>
                  <a:lnTo>
                    <a:pt x="8685477" y="1665613"/>
                  </a:lnTo>
                  <a:lnTo>
                    <a:pt x="8726358" y="1581366"/>
                  </a:lnTo>
                  <a:lnTo>
                    <a:pt x="8767278" y="1496237"/>
                  </a:lnTo>
                  <a:lnTo>
                    <a:pt x="8808211" y="1410803"/>
                  </a:lnTo>
                  <a:lnTo>
                    <a:pt x="8849131" y="1325649"/>
                  </a:lnTo>
                  <a:lnTo>
                    <a:pt x="8890015" y="1241352"/>
                  </a:lnTo>
                  <a:lnTo>
                    <a:pt x="8930844" y="1158464"/>
                  </a:lnTo>
                  <a:lnTo>
                    <a:pt x="8971613" y="1077501"/>
                  </a:lnTo>
                  <a:lnTo>
                    <a:pt x="9012331" y="998925"/>
                  </a:lnTo>
                  <a:lnTo>
                    <a:pt x="9053029" y="923136"/>
                  </a:lnTo>
                  <a:lnTo>
                    <a:pt x="9093758" y="850467"/>
                  </a:lnTo>
                  <a:lnTo>
                    <a:pt x="9134599" y="781177"/>
                  </a:lnTo>
                  <a:lnTo>
                    <a:pt x="9175664" y="715453"/>
                  </a:lnTo>
                  <a:lnTo>
                    <a:pt x="9217097" y="653409"/>
                  </a:lnTo>
                  <a:lnTo>
                    <a:pt x="9259084" y="595093"/>
                  </a:lnTo>
                  <a:lnTo>
                    <a:pt x="9301857" y="540488"/>
                  </a:lnTo>
                  <a:lnTo>
                    <a:pt x="9345702" y="489524"/>
                  </a:lnTo>
                  <a:lnTo>
                    <a:pt x="9347647" y="487378"/>
                  </a:lnTo>
                  <a:lnTo>
                    <a:pt x="9398575" y="434659"/>
                  </a:lnTo>
                  <a:lnTo>
                    <a:pt x="9451856" y="386432"/>
                  </a:lnTo>
                  <a:lnTo>
                    <a:pt x="9508134" y="342543"/>
                  </a:lnTo>
                  <a:lnTo>
                    <a:pt x="9568119" y="302695"/>
                  </a:lnTo>
                  <a:lnTo>
                    <a:pt x="9632549" y="266528"/>
                  </a:lnTo>
                  <a:lnTo>
                    <a:pt x="9702148" y="233668"/>
                  </a:lnTo>
                  <a:lnTo>
                    <a:pt x="9777584" y="203760"/>
                  </a:lnTo>
                  <a:lnTo>
                    <a:pt x="9859408" y="176492"/>
                  </a:lnTo>
                  <a:lnTo>
                    <a:pt x="9947967" y="151599"/>
                  </a:lnTo>
                  <a:lnTo>
                    <a:pt x="10043309" y="128876"/>
                  </a:lnTo>
                  <a:lnTo>
                    <a:pt x="10145049" y="108179"/>
                  </a:lnTo>
                  <a:lnTo>
                    <a:pt x="10252240" y="89422"/>
                  </a:lnTo>
                  <a:lnTo>
                    <a:pt x="10363250" y="72575"/>
                  </a:lnTo>
                  <a:lnTo>
                    <a:pt x="10475695" y="57649"/>
                  </a:lnTo>
                  <a:lnTo>
                    <a:pt x="10586469" y="44682"/>
                  </a:lnTo>
                  <a:lnTo>
                    <a:pt x="10691920" y="33713"/>
                  </a:lnTo>
                  <a:lnTo>
                    <a:pt x="10788198" y="24750"/>
                  </a:lnTo>
                  <a:lnTo>
                    <a:pt x="10871741" y="17747"/>
                  </a:lnTo>
                  <a:lnTo>
                    <a:pt x="10939817" y="12582"/>
                  </a:lnTo>
                  <a:lnTo>
                    <a:pt x="10991005" y="9052"/>
                  </a:lnTo>
                  <a:lnTo>
                    <a:pt x="11025496" y="6881"/>
                  </a:lnTo>
                  <a:lnTo>
                    <a:pt x="11045151" y="5749"/>
                  </a:lnTo>
                  <a:lnTo>
                    <a:pt x="11053371" y="531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7" y="52"/>
                  </a:lnTo>
                  <a:lnTo>
                    <a:pt x="11046722" y="423"/>
                  </a:lnTo>
                  <a:lnTo>
                    <a:pt x="11028715" y="1449"/>
                  </a:lnTo>
                  <a:lnTo>
                    <a:pt x="10996217" y="3471"/>
                  </a:lnTo>
                  <a:lnTo>
                    <a:pt x="10947165" y="6815"/>
                  </a:lnTo>
                  <a:lnTo>
                    <a:pt x="10881157" y="11763"/>
                  </a:lnTo>
                  <a:lnTo>
                    <a:pt x="10799425" y="18527"/>
                  </a:lnTo>
                  <a:lnTo>
                    <a:pt x="10704558" y="27240"/>
                  </a:lnTo>
                  <a:lnTo>
                    <a:pt x="10600045" y="37958"/>
                  </a:lnTo>
                  <a:lnTo>
                    <a:pt x="10489730" y="50676"/>
                  </a:lnTo>
                  <a:lnTo>
                    <a:pt x="10377310" y="65359"/>
                  </a:lnTo>
                  <a:lnTo>
                    <a:pt x="10265974" y="81967"/>
                  </a:lnTo>
                  <a:lnTo>
                    <a:pt x="10158200" y="100484"/>
                  </a:lnTo>
                  <a:lnTo>
                    <a:pt x="10055713" y="120935"/>
                  </a:lnTo>
                  <a:lnTo>
                    <a:pt x="9959539" y="143397"/>
                  </a:lnTo>
                  <a:lnTo>
                    <a:pt x="9870125" y="168008"/>
                  </a:lnTo>
                  <a:lnTo>
                    <a:pt x="9787472" y="194966"/>
                  </a:lnTo>
                  <a:lnTo>
                    <a:pt x="9711262" y="224527"/>
                  </a:lnTo>
                  <a:lnTo>
                    <a:pt x="9640967" y="256999"/>
                  </a:lnTo>
                  <a:lnTo>
                    <a:pt x="9575929" y="292732"/>
                  </a:lnTo>
                  <a:lnTo>
                    <a:pt x="9515427" y="332098"/>
                  </a:lnTo>
                  <a:lnTo>
                    <a:pt x="9458725" y="375462"/>
                  </a:lnTo>
                  <a:lnTo>
                    <a:pt x="9405106" y="423134"/>
                  </a:lnTo>
                  <a:lnTo>
                    <a:pt x="9353916" y="475290"/>
                  </a:lnTo>
                  <a:lnTo>
                    <a:pt x="9347647" y="482138"/>
                  </a:lnTo>
                  <a:lnTo>
                    <a:pt x="9303748" y="532946"/>
                  </a:lnTo>
                  <a:lnTo>
                    <a:pt x="9260934" y="587389"/>
                  </a:lnTo>
                  <a:lnTo>
                    <a:pt x="9218918" y="645543"/>
                  </a:lnTo>
                  <a:lnTo>
                    <a:pt x="9177465" y="707424"/>
                  </a:lnTo>
                  <a:lnTo>
                    <a:pt x="9136388" y="772989"/>
                  </a:lnTo>
                  <a:lnTo>
                    <a:pt x="9095539" y="842127"/>
                  </a:lnTo>
                  <a:lnTo>
                    <a:pt x="9054807" y="914653"/>
                  </a:lnTo>
                  <a:lnTo>
                    <a:pt x="9014109" y="990312"/>
                  </a:lnTo>
                  <a:lnTo>
                    <a:pt x="8973393" y="1068775"/>
                  </a:lnTo>
                  <a:lnTo>
                    <a:pt x="8932626" y="1149643"/>
                  </a:lnTo>
                  <a:lnTo>
                    <a:pt x="8891800" y="1232456"/>
                  </a:lnTo>
                  <a:lnTo>
                    <a:pt x="8850918" y="1316703"/>
                  </a:lnTo>
                  <a:lnTo>
                    <a:pt x="8809999" y="1401832"/>
                  </a:lnTo>
                  <a:lnTo>
                    <a:pt x="8769066" y="1487266"/>
                  </a:lnTo>
                  <a:lnTo>
                    <a:pt x="8728145" y="1572421"/>
                  </a:lnTo>
                  <a:lnTo>
                    <a:pt x="8687262" y="1656718"/>
                  </a:lnTo>
                  <a:lnTo>
                    <a:pt x="8646433" y="1739605"/>
                  </a:lnTo>
                  <a:lnTo>
                    <a:pt x="8605664" y="1820568"/>
                  </a:lnTo>
                  <a:lnTo>
                    <a:pt x="8564945" y="1899145"/>
                  </a:lnTo>
                  <a:lnTo>
                    <a:pt x="8524248" y="1974934"/>
                  </a:lnTo>
                  <a:lnTo>
                    <a:pt x="8483518" y="2047603"/>
                  </a:lnTo>
                  <a:lnTo>
                    <a:pt x="8442677" y="2116893"/>
                  </a:lnTo>
                  <a:lnTo>
                    <a:pt x="8401613" y="2182617"/>
                  </a:lnTo>
                  <a:lnTo>
                    <a:pt x="8360180" y="2244661"/>
                  </a:lnTo>
                  <a:lnTo>
                    <a:pt x="8318193" y="2302977"/>
                  </a:lnTo>
                  <a:lnTo>
                    <a:pt x="8275419" y="2357581"/>
                  </a:lnTo>
                  <a:lnTo>
                    <a:pt x="8231574" y="2408546"/>
                  </a:lnTo>
                  <a:lnTo>
                    <a:pt x="8229629" y="2410691"/>
                  </a:lnTo>
                  <a:lnTo>
                    <a:pt x="8178701" y="2463411"/>
                  </a:lnTo>
                  <a:lnTo>
                    <a:pt x="8125421" y="2511638"/>
                  </a:lnTo>
                  <a:lnTo>
                    <a:pt x="8069143" y="2555527"/>
                  </a:lnTo>
                  <a:lnTo>
                    <a:pt x="8009157" y="2595374"/>
                  </a:lnTo>
                  <a:lnTo>
                    <a:pt x="7944728" y="2631541"/>
                  </a:lnTo>
                  <a:lnTo>
                    <a:pt x="7875129" y="2664402"/>
                  </a:lnTo>
                  <a:lnTo>
                    <a:pt x="7799692" y="2694309"/>
                  </a:lnTo>
                  <a:lnTo>
                    <a:pt x="7717869" y="2721578"/>
                  </a:lnTo>
                  <a:lnTo>
                    <a:pt x="7629309" y="2746471"/>
                  </a:lnTo>
                  <a:lnTo>
                    <a:pt x="7533967" y="2769193"/>
                  </a:lnTo>
                  <a:lnTo>
                    <a:pt x="7432228" y="2789891"/>
                  </a:lnTo>
                  <a:lnTo>
                    <a:pt x="7325037" y="2808647"/>
                  </a:lnTo>
                  <a:lnTo>
                    <a:pt x="7214027" y="2825495"/>
                  </a:lnTo>
                  <a:lnTo>
                    <a:pt x="7101582" y="2840421"/>
                  </a:lnTo>
                  <a:lnTo>
                    <a:pt x="6990808" y="2853388"/>
                  </a:lnTo>
                  <a:lnTo>
                    <a:pt x="6885357" y="2864357"/>
                  </a:lnTo>
                  <a:lnTo>
                    <a:pt x="6789078" y="2873320"/>
                  </a:lnTo>
                  <a:lnTo>
                    <a:pt x="6705535" y="2880322"/>
                  </a:lnTo>
                  <a:lnTo>
                    <a:pt x="6637460" y="2885487"/>
                  </a:lnTo>
                  <a:lnTo>
                    <a:pt x="6586271" y="2889018"/>
                  </a:lnTo>
                  <a:lnTo>
                    <a:pt x="6551780" y="2891189"/>
                  </a:lnTo>
                  <a:lnTo>
                    <a:pt x="6532125" y="2892320"/>
                  </a:lnTo>
                  <a:lnTo>
                    <a:pt x="6523906" y="2892755"/>
                  </a:lnTo>
                  <a:lnTo>
                    <a:pt x="6522385" y="2892830"/>
                  </a:lnTo>
                  <a:lnTo>
                    <a:pt x="5527445" y="2892830"/>
                  </a:lnTo>
                  <a:lnTo>
                    <a:pt x="5526309" y="2892832"/>
                  </a:lnTo>
                  <a:lnTo>
                    <a:pt x="5518810" y="2892848"/>
                  </a:lnTo>
                  <a:lnTo>
                    <a:pt x="5499807" y="2892894"/>
                  </a:lnTo>
                  <a:lnTo>
                    <a:pt x="5465584" y="2892983"/>
                  </a:lnTo>
                  <a:lnTo>
                    <a:pt x="5414071" y="2893130"/>
                  </a:lnTo>
                  <a:lnTo>
                    <a:pt x="5344998" y="2893348"/>
                  </a:lnTo>
                  <a:lnTo>
                    <a:pt x="5259838" y="2893646"/>
                  </a:lnTo>
                  <a:lnTo>
                    <a:pt x="5161483" y="2894028"/>
                  </a:lnTo>
                  <a:lnTo>
                    <a:pt x="5053713" y="2894497"/>
                  </a:lnTo>
                  <a:lnTo>
                    <a:pt x="4940606" y="2895053"/>
                  </a:lnTo>
                  <a:lnTo>
                    <a:pt x="4826001" y="2895693"/>
                  </a:lnTo>
                  <a:lnTo>
                    <a:pt x="4713132" y="2896417"/>
                  </a:lnTo>
                  <a:lnTo>
                    <a:pt x="4604448" y="2897223"/>
                  </a:lnTo>
                  <a:lnTo>
                    <a:pt x="4501585" y="2898113"/>
                  </a:lnTo>
                  <a:lnTo>
                    <a:pt x="4405460" y="2899092"/>
                  </a:lnTo>
                  <a:lnTo>
                    <a:pt x="4316399" y="2900166"/>
                  </a:lnTo>
                  <a:lnTo>
                    <a:pt x="4234290" y="2901345"/>
                  </a:lnTo>
                  <a:lnTo>
                    <a:pt x="4158715" y="2902641"/>
                  </a:lnTo>
                  <a:lnTo>
                    <a:pt x="4089057" y="2904068"/>
                  </a:lnTo>
                  <a:lnTo>
                    <a:pt x="4024592" y="2905642"/>
                  </a:lnTo>
                  <a:lnTo>
                    <a:pt x="3964544" y="2907380"/>
                  </a:lnTo>
                  <a:lnTo>
                    <a:pt x="3908137" y="2909296"/>
                  </a:lnTo>
                  <a:lnTo>
                    <a:pt x="3854634" y="2911403"/>
                  </a:lnTo>
                  <a:lnTo>
                    <a:pt x="3820202" y="2912919"/>
                  </a:lnTo>
                  <a:lnTo>
                    <a:pt x="3758625" y="2915948"/>
                  </a:lnTo>
                  <a:lnTo>
                    <a:pt x="3698968" y="2919281"/>
                  </a:lnTo>
                  <a:lnTo>
                    <a:pt x="3640516" y="2922922"/>
                  </a:lnTo>
                  <a:lnTo>
                    <a:pt x="3582743" y="2926867"/>
                  </a:lnTo>
                  <a:lnTo>
                    <a:pt x="3525279" y="2931098"/>
                  </a:lnTo>
                  <a:lnTo>
                    <a:pt x="3467883" y="2935587"/>
                  </a:lnTo>
                  <a:lnTo>
                    <a:pt x="3410418" y="2940294"/>
                  </a:lnTo>
                  <a:lnTo>
                    <a:pt x="3352837" y="2945166"/>
                  </a:lnTo>
                  <a:lnTo>
                    <a:pt x="3295157" y="2950144"/>
                  </a:lnTo>
                  <a:lnTo>
                    <a:pt x="3237433" y="2955163"/>
                  </a:lnTo>
                  <a:lnTo>
                    <a:pt x="3179740" y="2960153"/>
                  </a:lnTo>
                  <a:lnTo>
                    <a:pt x="3122139" y="2965049"/>
                  </a:lnTo>
                  <a:lnTo>
                    <a:pt x="3064655" y="2969789"/>
                  </a:lnTo>
                  <a:lnTo>
                    <a:pt x="3007254" y="2974319"/>
                  </a:lnTo>
                  <a:lnTo>
                    <a:pt x="2949816" y="2978599"/>
                  </a:lnTo>
                  <a:lnTo>
                    <a:pt x="2892121" y="2982596"/>
                  </a:lnTo>
                  <a:lnTo>
                    <a:pt x="2833822" y="2986292"/>
                  </a:lnTo>
                  <a:lnTo>
                    <a:pt x="2774424" y="2989679"/>
                  </a:lnTo>
                  <a:lnTo>
                    <a:pt x="2713249" y="2992761"/>
                  </a:lnTo>
                  <a:lnTo>
                    <a:pt x="2702183" y="2993275"/>
                  </a:lnTo>
                  <a:lnTo>
                    <a:pt x="2650250" y="2995512"/>
                  </a:lnTo>
                  <a:lnTo>
                    <a:pt x="2595859" y="2997555"/>
                  </a:lnTo>
                  <a:lnTo>
                    <a:pt x="2538326" y="2999411"/>
                  </a:lnTo>
                  <a:lnTo>
                    <a:pt x="2476897" y="3001092"/>
                  </a:lnTo>
                  <a:lnTo>
                    <a:pt x="2410791" y="3002615"/>
                  </a:lnTo>
                  <a:lnTo>
                    <a:pt x="2339243" y="3003997"/>
                  </a:lnTo>
                  <a:lnTo>
                    <a:pt x="2261557" y="3005252"/>
                  </a:lnTo>
                  <a:lnTo>
                    <a:pt x="2177171" y="3006395"/>
                  </a:lnTo>
                  <a:lnTo>
                    <a:pt x="2085757" y="3007437"/>
                  </a:lnTo>
                  <a:lnTo>
                    <a:pt x="1987330" y="3008386"/>
                  </a:lnTo>
                  <a:lnTo>
                    <a:pt x="1882398" y="3009248"/>
                  </a:lnTo>
                  <a:lnTo>
                    <a:pt x="1772102" y="3010026"/>
                  </a:lnTo>
                  <a:lnTo>
                    <a:pt x="1658345" y="3010722"/>
                  </a:lnTo>
                  <a:lnTo>
                    <a:pt x="1543843" y="3011335"/>
                  </a:lnTo>
                  <a:lnTo>
                    <a:pt x="1432063" y="3011862"/>
                  </a:lnTo>
                  <a:lnTo>
                    <a:pt x="1326972" y="3012302"/>
                  </a:lnTo>
                  <a:lnTo>
                    <a:pt x="1232614" y="3012656"/>
                  </a:lnTo>
                  <a:lnTo>
                    <a:pt x="1152541" y="3012926"/>
                  </a:lnTo>
                  <a:lnTo>
                    <a:pt x="1089222" y="3013120"/>
                  </a:lnTo>
                  <a:lnTo>
                    <a:pt x="1043575" y="3013246"/>
                  </a:lnTo>
                  <a:lnTo>
                    <a:pt x="1014725" y="3013319"/>
                  </a:lnTo>
                  <a:lnTo>
                    <a:pt x="1000032" y="3013353"/>
                  </a:lnTo>
                  <a:lnTo>
                    <a:pt x="995284" y="3013363"/>
                  </a:lnTo>
                  <a:lnTo>
                    <a:pt x="994940" y="3013364"/>
                  </a:lnTo>
                  <a:lnTo>
                    <a:pt x="0" y="3013364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46" name="pl945"/>
            <p:cNvSpPr/>
            <p:nvPr/>
          </p:nvSpPr>
          <p:spPr>
            <a:xfrm>
              <a:off x="1199187" y="1320475"/>
              <a:ext cx="12049831" cy="3013364"/>
            </a:xfrm>
            <a:custGeom>
              <a:avLst/>
              <a:pathLst>
                <a:path w="12049831" h="3013364">
                  <a:moveTo>
                    <a:pt x="0" y="3013364"/>
                  </a:moveTo>
                  <a:lnTo>
                    <a:pt x="994940" y="3013364"/>
                  </a:lnTo>
                  <a:lnTo>
                    <a:pt x="996076" y="3013362"/>
                  </a:lnTo>
                  <a:lnTo>
                    <a:pt x="1003575" y="3013345"/>
                  </a:lnTo>
                  <a:lnTo>
                    <a:pt x="1022578" y="3013300"/>
                  </a:lnTo>
                  <a:lnTo>
                    <a:pt x="1056801" y="3013211"/>
                  </a:lnTo>
                  <a:lnTo>
                    <a:pt x="1108314" y="3013063"/>
                  </a:lnTo>
                  <a:lnTo>
                    <a:pt x="1177387" y="3012845"/>
                  </a:lnTo>
                  <a:lnTo>
                    <a:pt x="1262547" y="3012548"/>
                  </a:lnTo>
                  <a:lnTo>
                    <a:pt x="1360902" y="3012165"/>
                  </a:lnTo>
                  <a:lnTo>
                    <a:pt x="1468672" y="3011696"/>
                  </a:lnTo>
                  <a:lnTo>
                    <a:pt x="1581779" y="3011141"/>
                  </a:lnTo>
                  <a:lnTo>
                    <a:pt x="1696384" y="3010500"/>
                  </a:lnTo>
                  <a:lnTo>
                    <a:pt x="1809253" y="3009777"/>
                  </a:lnTo>
                  <a:lnTo>
                    <a:pt x="1917937" y="3008971"/>
                  </a:lnTo>
                  <a:lnTo>
                    <a:pt x="2020800" y="3008080"/>
                  </a:lnTo>
                  <a:lnTo>
                    <a:pt x="2116925" y="3007101"/>
                  </a:lnTo>
                  <a:lnTo>
                    <a:pt x="2205986" y="3006027"/>
                  </a:lnTo>
                  <a:lnTo>
                    <a:pt x="2288095" y="3004848"/>
                  </a:lnTo>
                  <a:lnTo>
                    <a:pt x="2363670" y="3003552"/>
                  </a:lnTo>
                  <a:lnTo>
                    <a:pt x="2433328" y="3002125"/>
                  </a:lnTo>
                  <a:lnTo>
                    <a:pt x="2497793" y="3000552"/>
                  </a:lnTo>
                  <a:lnTo>
                    <a:pt x="2557841" y="2998814"/>
                  </a:lnTo>
                  <a:lnTo>
                    <a:pt x="2614248" y="2996898"/>
                  </a:lnTo>
                  <a:lnTo>
                    <a:pt x="2667751" y="2994790"/>
                  </a:lnTo>
                  <a:lnTo>
                    <a:pt x="2702183" y="2993275"/>
                  </a:lnTo>
                  <a:lnTo>
                    <a:pt x="2763760" y="2990246"/>
                  </a:lnTo>
                  <a:lnTo>
                    <a:pt x="2823417" y="2986913"/>
                  </a:lnTo>
                  <a:lnTo>
                    <a:pt x="2881869" y="2983271"/>
                  </a:lnTo>
                  <a:lnTo>
                    <a:pt x="2939642" y="2979327"/>
                  </a:lnTo>
                  <a:lnTo>
                    <a:pt x="2997105" y="2975095"/>
                  </a:lnTo>
                  <a:lnTo>
                    <a:pt x="3054502" y="2970606"/>
                  </a:lnTo>
                  <a:lnTo>
                    <a:pt x="3111967" y="2965900"/>
                  </a:lnTo>
                  <a:lnTo>
                    <a:pt x="3169548" y="2961028"/>
                  </a:lnTo>
                  <a:lnTo>
                    <a:pt x="3227228" y="2956049"/>
                  </a:lnTo>
                  <a:lnTo>
                    <a:pt x="3284952" y="2951031"/>
                  </a:lnTo>
                  <a:lnTo>
                    <a:pt x="3342645" y="2946040"/>
                  </a:lnTo>
                  <a:lnTo>
                    <a:pt x="3400246" y="2941145"/>
                  </a:lnTo>
                  <a:lnTo>
                    <a:pt x="3457730" y="2936405"/>
                  </a:lnTo>
                  <a:lnTo>
                    <a:pt x="3515131" y="2931874"/>
                  </a:lnTo>
                  <a:lnTo>
                    <a:pt x="3572569" y="2927595"/>
                  </a:lnTo>
                  <a:lnTo>
                    <a:pt x="3630264" y="2923598"/>
                  </a:lnTo>
                  <a:lnTo>
                    <a:pt x="3688563" y="2919902"/>
                  </a:lnTo>
                  <a:lnTo>
                    <a:pt x="3747961" y="2916515"/>
                  </a:lnTo>
                  <a:lnTo>
                    <a:pt x="3809136" y="2913433"/>
                  </a:lnTo>
                  <a:lnTo>
                    <a:pt x="3820202" y="2912919"/>
                  </a:lnTo>
                  <a:lnTo>
                    <a:pt x="3872135" y="2910681"/>
                  </a:lnTo>
                  <a:lnTo>
                    <a:pt x="3926526" y="2908638"/>
                  </a:lnTo>
                  <a:lnTo>
                    <a:pt x="3984059" y="2906783"/>
                  </a:lnTo>
                  <a:lnTo>
                    <a:pt x="4045488" y="2905102"/>
                  </a:lnTo>
                  <a:lnTo>
                    <a:pt x="4111594" y="2903578"/>
                  </a:lnTo>
                  <a:lnTo>
                    <a:pt x="4183142" y="2902197"/>
                  </a:lnTo>
                  <a:lnTo>
                    <a:pt x="4260828" y="2900941"/>
                  </a:lnTo>
                  <a:lnTo>
                    <a:pt x="4345214" y="2899798"/>
                  </a:lnTo>
                  <a:lnTo>
                    <a:pt x="4436628" y="2898757"/>
                  </a:lnTo>
                  <a:lnTo>
                    <a:pt x="4535055" y="2897808"/>
                  </a:lnTo>
                  <a:lnTo>
                    <a:pt x="4639987" y="2896946"/>
                  </a:lnTo>
                  <a:lnTo>
                    <a:pt x="4750283" y="2896167"/>
                  </a:lnTo>
                  <a:lnTo>
                    <a:pt x="4864040" y="2895471"/>
                  </a:lnTo>
                  <a:lnTo>
                    <a:pt x="4978542" y="2894859"/>
                  </a:lnTo>
                  <a:lnTo>
                    <a:pt x="5090322" y="2894332"/>
                  </a:lnTo>
                  <a:lnTo>
                    <a:pt x="5195413" y="2893891"/>
                  </a:lnTo>
                  <a:lnTo>
                    <a:pt x="5289771" y="2893538"/>
                  </a:lnTo>
                  <a:lnTo>
                    <a:pt x="5369844" y="2893267"/>
                  </a:lnTo>
                  <a:lnTo>
                    <a:pt x="5433163" y="2893074"/>
                  </a:lnTo>
                  <a:lnTo>
                    <a:pt x="5478810" y="2892947"/>
                  </a:lnTo>
                  <a:lnTo>
                    <a:pt x="5507660" y="2892874"/>
                  </a:lnTo>
                  <a:lnTo>
                    <a:pt x="5522353" y="2892840"/>
                  </a:lnTo>
                  <a:lnTo>
                    <a:pt x="5527101" y="2892830"/>
                  </a:lnTo>
                  <a:lnTo>
                    <a:pt x="5527445" y="2892830"/>
                  </a:lnTo>
                  <a:lnTo>
                    <a:pt x="6522385" y="2892830"/>
                  </a:lnTo>
                  <a:lnTo>
                    <a:pt x="6523459" y="2892777"/>
                  </a:lnTo>
                  <a:lnTo>
                    <a:pt x="6530555" y="2892406"/>
                  </a:lnTo>
                  <a:lnTo>
                    <a:pt x="6548562" y="2891380"/>
                  </a:lnTo>
                  <a:lnTo>
                    <a:pt x="6581060" y="2889358"/>
                  </a:lnTo>
                  <a:lnTo>
                    <a:pt x="6630112" y="2886014"/>
                  </a:lnTo>
                  <a:lnTo>
                    <a:pt x="6696119" y="2881066"/>
                  </a:lnTo>
                  <a:lnTo>
                    <a:pt x="6777852" y="2874302"/>
                  </a:lnTo>
                  <a:lnTo>
                    <a:pt x="6872719" y="2865589"/>
                  </a:lnTo>
                  <a:lnTo>
                    <a:pt x="6977232" y="2854871"/>
                  </a:lnTo>
                  <a:lnTo>
                    <a:pt x="7087547" y="2842153"/>
                  </a:lnTo>
                  <a:lnTo>
                    <a:pt x="7199966" y="2827470"/>
                  </a:lnTo>
                  <a:lnTo>
                    <a:pt x="7311303" y="2810862"/>
                  </a:lnTo>
                  <a:lnTo>
                    <a:pt x="7419076" y="2792345"/>
                  </a:lnTo>
                  <a:lnTo>
                    <a:pt x="7521563" y="2771894"/>
                  </a:lnTo>
                  <a:lnTo>
                    <a:pt x="7617738" y="2749432"/>
                  </a:lnTo>
                  <a:lnTo>
                    <a:pt x="7707152" y="2724821"/>
                  </a:lnTo>
                  <a:lnTo>
                    <a:pt x="7789805" y="2697863"/>
                  </a:lnTo>
                  <a:lnTo>
                    <a:pt x="7866014" y="2668302"/>
                  </a:lnTo>
                  <a:lnTo>
                    <a:pt x="7936309" y="2635830"/>
                  </a:lnTo>
                  <a:lnTo>
                    <a:pt x="8001347" y="2600097"/>
                  </a:lnTo>
                  <a:lnTo>
                    <a:pt x="8061849" y="2560731"/>
                  </a:lnTo>
                  <a:lnTo>
                    <a:pt x="8118552" y="2517367"/>
                  </a:lnTo>
                  <a:lnTo>
                    <a:pt x="8172170" y="2469695"/>
                  </a:lnTo>
                  <a:lnTo>
                    <a:pt x="8223361" y="2417539"/>
                  </a:lnTo>
                  <a:lnTo>
                    <a:pt x="8229629" y="2410691"/>
                  </a:lnTo>
                  <a:lnTo>
                    <a:pt x="8273528" y="2359883"/>
                  </a:lnTo>
                  <a:lnTo>
                    <a:pt x="8316342" y="2305440"/>
                  </a:lnTo>
                  <a:lnTo>
                    <a:pt x="8358359" y="2247286"/>
                  </a:lnTo>
                  <a:lnTo>
                    <a:pt x="8399812" y="2185405"/>
                  </a:lnTo>
                  <a:lnTo>
                    <a:pt x="8440889" y="2119840"/>
                  </a:lnTo>
                  <a:lnTo>
                    <a:pt x="8481737" y="2050702"/>
                  </a:lnTo>
                  <a:lnTo>
                    <a:pt x="8522470" y="1978176"/>
                  </a:lnTo>
                  <a:lnTo>
                    <a:pt x="8563167" y="1902517"/>
                  </a:lnTo>
                  <a:lnTo>
                    <a:pt x="8603884" y="1824054"/>
                  </a:lnTo>
                  <a:lnTo>
                    <a:pt x="8644650" y="1743186"/>
                  </a:lnTo>
                  <a:lnTo>
                    <a:pt x="8685477" y="1660373"/>
                  </a:lnTo>
                  <a:lnTo>
                    <a:pt x="8726358" y="1576126"/>
                  </a:lnTo>
                  <a:lnTo>
                    <a:pt x="8767278" y="1490997"/>
                  </a:lnTo>
                  <a:lnTo>
                    <a:pt x="8808211" y="1405563"/>
                  </a:lnTo>
                  <a:lnTo>
                    <a:pt x="8849131" y="1320408"/>
                  </a:lnTo>
                  <a:lnTo>
                    <a:pt x="8890015" y="1236111"/>
                  </a:lnTo>
                  <a:lnTo>
                    <a:pt x="8930844" y="1153224"/>
                  </a:lnTo>
                  <a:lnTo>
                    <a:pt x="8971613" y="1072261"/>
                  </a:lnTo>
                  <a:lnTo>
                    <a:pt x="9012331" y="993684"/>
                  </a:lnTo>
                  <a:lnTo>
                    <a:pt x="9053029" y="917895"/>
                  </a:lnTo>
                  <a:lnTo>
                    <a:pt x="9093758" y="845226"/>
                  </a:lnTo>
                  <a:lnTo>
                    <a:pt x="9134599" y="775936"/>
                  </a:lnTo>
                  <a:lnTo>
                    <a:pt x="9175664" y="710212"/>
                  </a:lnTo>
                  <a:lnTo>
                    <a:pt x="9217097" y="648168"/>
                  </a:lnTo>
                  <a:lnTo>
                    <a:pt x="9259084" y="589852"/>
                  </a:lnTo>
                  <a:lnTo>
                    <a:pt x="9301857" y="535248"/>
                  </a:lnTo>
                  <a:lnTo>
                    <a:pt x="9345702" y="484283"/>
                  </a:lnTo>
                  <a:lnTo>
                    <a:pt x="9347647" y="482138"/>
                  </a:lnTo>
                  <a:lnTo>
                    <a:pt x="9398575" y="429418"/>
                  </a:lnTo>
                  <a:lnTo>
                    <a:pt x="9451856" y="381191"/>
                  </a:lnTo>
                  <a:lnTo>
                    <a:pt x="9508134" y="337302"/>
                  </a:lnTo>
                  <a:lnTo>
                    <a:pt x="9568119" y="297455"/>
                  </a:lnTo>
                  <a:lnTo>
                    <a:pt x="9632549" y="261288"/>
                  </a:lnTo>
                  <a:lnTo>
                    <a:pt x="9702148" y="228427"/>
                  </a:lnTo>
                  <a:lnTo>
                    <a:pt x="9777584" y="198520"/>
                  </a:lnTo>
                  <a:lnTo>
                    <a:pt x="9859408" y="171251"/>
                  </a:lnTo>
                  <a:lnTo>
                    <a:pt x="9947967" y="146358"/>
                  </a:lnTo>
                  <a:lnTo>
                    <a:pt x="10043309" y="123636"/>
                  </a:lnTo>
                  <a:lnTo>
                    <a:pt x="10145049" y="102939"/>
                  </a:lnTo>
                  <a:lnTo>
                    <a:pt x="10252240" y="84182"/>
                  </a:lnTo>
                  <a:lnTo>
                    <a:pt x="10363250" y="67334"/>
                  </a:lnTo>
                  <a:lnTo>
                    <a:pt x="10475695" y="52408"/>
                  </a:lnTo>
                  <a:lnTo>
                    <a:pt x="10586469" y="39441"/>
                  </a:lnTo>
                  <a:lnTo>
                    <a:pt x="10691920" y="28472"/>
                  </a:lnTo>
                  <a:lnTo>
                    <a:pt x="10788198" y="19509"/>
                  </a:lnTo>
                  <a:lnTo>
                    <a:pt x="10871741" y="12507"/>
                  </a:lnTo>
                  <a:lnTo>
                    <a:pt x="10939817" y="7342"/>
                  </a:lnTo>
                  <a:lnTo>
                    <a:pt x="10991005" y="3811"/>
                  </a:lnTo>
                  <a:lnTo>
                    <a:pt x="11025496" y="1640"/>
                  </a:lnTo>
                  <a:lnTo>
                    <a:pt x="11045151" y="509"/>
                  </a:lnTo>
                  <a:lnTo>
                    <a:pt x="11053371" y="74"/>
                  </a:lnTo>
                  <a:lnTo>
                    <a:pt x="11054889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7" name="pl946"/>
            <p:cNvSpPr/>
            <p:nvPr/>
          </p:nvSpPr>
          <p:spPr>
            <a:xfrm>
              <a:off x="1199187" y="1315234"/>
              <a:ext cx="12049831" cy="3013364"/>
            </a:xfrm>
            <a:custGeom>
              <a:avLst/>
              <a:pathLst>
                <a:path w="12049831" h="3013364">
                  <a:moveTo>
                    <a:pt x="12049831" y="0"/>
                  </a:moveTo>
                  <a:lnTo>
                    <a:pt x="11054891" y="0"/>
                  </a:lnTo>
                  <a:lnTo>
                    <a:pt x="11053817" y="52"/>
                  </a:lnTo>
                  <a:lnTo>
                    <a:pt x="11046722" y="423"/>
                  </a:lnTo>
                  <a:lnTo>
                    <a:pt x="11028715" y="1449"/>
                  </a:lnTo>
                  <a:lnTo>
                    <a:pt x="10996217" y="3471"/>
                  </a:lnTo>
                  <a:lnTo>
                    <a:pt x="10947165" y="6815"/>
                  </a:lnTo>
                  <a:lnTo>
                    <a:pt x="10881157" y="11763"/>
                  </a:lnTo>
                  <a:lnTo>
                    <a:pt x="10799425" y="18527"/>
                  </a:lnTo>
                  <a:lnTo>
                    <a:pt x="10704558" y="27240"/>
                  </a:lnTo>
                  <a:lnTo>
                    <a:pt x="10600045" y="37958"/>
                  </a:lnTo>
                  <a:lnTo>
                    <a:pt x="10489730" y="50676"/>
                  </a:lnTo>
                  <a:lnTo>
                    <a:pt x="10377310" y="65359"/>
                  </a:lnTo>
                  <a:lnTo>
                    <a:pt x="10265974" y="81967"/>
                  </a:lnTo>
                  <a:lnTo>
                    <a:pt x="10158200" y="100484"/>
                  </a:lnTo>
                  <a:lnTo>
                    <a:pt x="10055713" y="120935"/>
                  </a:lnTo>
                  <a:lnTo>
                    <a:pt x="9959539" y="143397"/>
                  </a:lnTo>
                  <a:lnTo>
                    <a:pt x="9870125" y="168008"/>
                  </a:lnTo>
                  <a:lnTo>
                    <a:pt x="9787472" y="194966"/>
                  </a:lnTo>
                  <a:lnTo>
                    <a:pt x="9711262" y="224527"/>
                  </a:lnTo>
                  <a:lnTo>
                    <a:pt x="9640967" y="256999"/>
                  </a:lnTo>
                  <a:lnTo>
                    <a:pt x="9575929" y="292732"/>
                  </a:lnTo>
                  <a:lnTo>
                    <a:pt x="9515427" y="332098"/>
                  </a:lnTo>
                  <a:lnTo>
                    <a:pt x="9458725" y="375462"/>
                  </a:lnTo>
                  <a:lnTo>
                    <a:pt x="9405106" y="423134"/>
                  </a:lnTo>
                  <a:lnTo>
                    <a:pt x="9353916" y="475290"/>
                  </a:lnTo>
                  <a:lnTo>
                    <a:pt x="9347647" y="482138"/>
                  </a:lnTo>
                  <a:lnTo>
                    <a:pt x="9303748" y="532946"/>
                  </a:lnTo>
                  <a:lnTo>
                    <a:pt x="9260934" y="587389"/>
                  </a:lnTo>
                  <a:lnTo>
                    <a:pt x="9218918" y="645543"/>
                  </a:lnTo>
                  <a:lnTo>
                    <a:pt x="9177465" y="707424"/>
                  </a:lnTo>
                  <a:lnTo>
                    <a:pt x="9136388" y="772989"/>
                  </a:lnTo>
                  <a:lnTo>
                    <a:pt x="9095539" y="842127"/>
                  </a:lnTo>
                  <a:lnTo>
                    <a:pt x="9054807" y="914653"/>
                  </a:lnTo>
                  <a:lnTo>
                    <a:pt x="9014109" y="990312"/>
                  </a:lnTo>
                  <a:lnTo>
                    <a:pt x="8973393" y="1068775"/>
                  </a:lnTo>
                  <a:lnTo>
                    <a:pt x="8932626" y="1149643"/>
                  </a:lnTo>
                  <a:lnTo>
                    <a:pt x="8891800" y="1232456"/>
                  </a:lnTo>
                  <a:lnTo>
                    <a:pt x="8850918" y="1316703"/>
                  </a:lnTo>
                  <a:lnTo>
                    <a:pt x="8809999" y="1401832"/>
                  </a:lnTo>
                  <a:lnTo>
                    <a:pt x="8769066" y="1487266"/>
                  </a:lnTo>
                  <a:lnTo>
                    <a:pt x="8728145" y="1572421"/>
                  </a:lnTo>
                  <a:lnTo>
                    <a:pt x="8687262" y="1656718"/>
                  </a:lnTo>
                  <a:lnTo>
                    <a:pt x="8646433" y="1739605"/>
                  </a:lnTo>
                  <a:lnTo>
                    <a:pt x="8605664" y="1820568"/>
                  </a:lnTo>
                  <a:lnTo>
                    <a:pt x="8564945" y="1899145"/>
                  </a:lnTo>
                  <a:lnTo>
                    <a:pt x="8524248" y="1974934"/>
                  </a:lnTo>
                  <a:lnTo>
                    <a:pt x="8483518" y="2047603"/>
                  </a:lnTo>
                  <a:lnTo>
                    <a:pt x="8442677" y="2116893"/>
                  </a:lnTo>
                  <a:lnTo>
                    <a:pt x="8401613" y="2182617"/>
                  </a:lnTo>
                  <a:lnTo>
                    <a:pt x="8360180" y="2244661"/>
                  </a:lnTo>
                  <a:lnTo>
                    <a:pt x="8318193" y="2302977"/>
                  </a:lnTo>
                  <a:lnTo>
                    <a:pt x="8275419" y="2357581"/>
                  </a:lnTo>
                  <a:lnTo>
                    <a:pt x="8231574" y="2408546"/>
                  </a:lnTo>
                  <a:lnTo>
                    <a:pt x="8229629" y="2410691"/>
                  </a:lnTo>
                  <a:lnTo>
                    <a:pt x="8178701" y="2463411"/>
                  </a:lnTo>
                  <a:lnTo>
                    <a:pt x="8125421" y="2511638"/>
                  </a:lnTo>
                  <a:lnTo>
                    <a:pt x="8069143" y="2555527"/>
                  </a:lnTo>
                  <a:lnTo>
                    <a:pt x="8009157" y="2595374"/>
                  </a:lnTo>
                  <a:lnTo>
                    <a:pt x="7944728" y="2631541"/>
                  </a:lnTo>
                  <a:lnTo>
                    <a:pt x="7875129" y="2664402"/>
                  </a:lnTo>
                  <a:lnTo>
                    <a:pt x="7799692" y="2694309"/>
                  </a:lnTo>
                  <a:lnTo>
                    <a:pt x="7717869" y="2721578"/>
                  </a:lnTo>
                  <a:lnTo>
                    <a:pt x="7629309" y="2746471"/>
                  </a:lnTo>
                  <a:lnTo>
                    <a:pt x="7533967" y="2769193"/>
                  </a:lnTo>
                  <a:lnTo>
                    <a:pt x="7432228" y="2789891"/>
                  </a:lnTo>
                  <a:lnTo>
                    <a:pt x="7325037" y="2808647"/>
                  </a:lnTo>
                  <a:lnTo>
                    <a:pt x="7214027" y="2825495"/>
                  </a:lnTo>
                  <a:lnTo>
                    <a:pt x="7101582" y="2840421"/>
                  </a:lnTo>
                  <a:lnTo>
                    <a:pt x="6990808" y="2853388"/>
                  </a:lnTo>
                  <a:lnTo>
                    <a:pt x="6885357" y="2864357"/>
                  </a:lnTo>
                  <a:lnTo>
                    <a:pt x="6789078" y="2873320"/>
                  </a:lnTo>
                  <a:lnTo>
                    <a:pt x="6705535" y="2880322"/>
                  </a:lnTo>
                  <a:lnTo>
                    <a:pt x="6637460" y="2885487"/>
                  </a:lnTo>
                  <a:lnTo>
                    <a:pt x="6586271" y="2889018"/>
                  </a:lnTo>
                  <a:lnTo>
                    <a:pt x="6551780" y="2891189"/>
                  </a:lnTo>
                  <a:lnTo>
                    <a:pt x="6532125" y="2892320"/>
                  </a:lnTo>
                  <a:lnTo>
                    <a:pt x="6523906" y="2892755"/>
                  </a:lnTo>
                  <a:lnTo>
                    <a:pt x="6522388" y="2892829"/>
                  </a:lnTo>
                  <a:lnTo>
                    <a:pt x="6522385" y="2892830"/>
                  </a:lnTo>
                  <a:lnTo>
                    <a:pt x="5527445" y="2892830"/>
                  </a:lnTo>
                  <a:lnTo>
                    <a:pt x="5526309" y="2892832"/>
                  </a:lnTo>
                  <a:lnTo>
                    <a:pt x="5518810" y="2892848"/>
                  </a:lnTo>
                  <a:lnTo>
                    <a:pt x="5499807" y="2892894"/>
                  </a:lnTo>
                  <a:lnTo>
                    <a:pt x="5465584" y="2892983"/>
                  </a:lnTo>
                  <a:lnTo>
                    <a:pt x="5414071" y="2893130"/>
                  </a:lnTo>
                  <a:lnTo>
                    <a:pt x="5344998" y="2893348"/>
                  </a:lnTo>
                  <a:lnTo>
                    <a:pt x="5259838" y="2893646"/>
                  </a:lnTo>
                  <a:lnTo>
                    <a:pt x="5161483" y="2894028"/>
                  </a:lnTo>
                  <a:lnTo>
                    <a:pt x="5053713" y="2894497"/>
                  </a:lnTo>
                  <a:lnTo>
                    <a:pt x="4940606" y="2895053"/>
                  </a:lnTo>
                  <a:lnTo>
                    <a:pt x="4826001" y="2895693"/>
                  </a:lnTo>
                  <a:lnTo>
                    <a:pt x="4713132" y="2896417"/>
                  </a:lnTo>
                  <a:lnTo>
                    <a:pt x="4604448" y="2897223"/>
                  </a:lnTo>
                  <a:lnTo>
                    <a:pt x="4501585" y="2898113"/>
                  </a:lnTo>
                  <a:lnTo>
                    <a:pt x="4405460" y="2899092"/>
                  </a:lnTo>
                  <a:lnTo>
                    <a:pt x="4316399" y="2900166"/>
                  </a:lnTo>
                  <a:lnTo>
                    <a:pt x="4234290" y="2901345"/>
                  </a:lnTo>
                  <a:lnTo>
                    <a:pt x="4158715" y="2902641"/>
                  </a:lnTo>
                  <a:lnTo>
                    <a:pt x="4089057" y="2904068"/>
                  </a:lnTo>
                  <a:lnTo>
                    <a:pt x="4024592" y="2905642"/>
                  </a:lnTo>
                  <a:lnTo>
                    <a:pt x="3964544" y="2907380"/>
                  </a:lnTo>
                  <a:lnTo>
                    <a:pt x="3908137" y="2909296"/>
                  </a:lnTo>
                  <a:lnTo>
                    <a:pt x="3854634" y="2911403"/>
                  </a:lnTo>
                  <a:lnTo>
                    <a:pt x="3820202" y="2912919"/>
                  </a:lnTo>
                  <a:lnTo>
                    <a:pt x="3758625" y="2915948"/>
                  </a:lnTo>
                  <a:lnTo>
                    <a:pt x="3698968" y="2919281"/>
                  </a:lnTo>
                  <a:lnTo>
                    <a:pt x="3640516" y="2922922"/>
                  </a:lnTo>
                  <a:lnTo>
                    <a:pt x="3582743" y="2926867"/>
                  </a:lnTo>
                  <a:lnTo>
                    <a:pt x="3525279" y="2931098"/>
                  </a:lnTo>
                  <a:lnTo>
                    <a:pt x="3467883" y="2935587"/>
                  </a:lnTo>
                  <a:lnTo>
                    <a:pt x="3410418" y="2940294"/>
                  </a:lnTo>
                  <a:lnTo>
                    <a:pt x="3352837" y="2945166"/>
                  </a:lnTo>
                  <a:lnTo>
                    <a:pt x="3295157" y="2950144"/>
                  </a:lnTo>
                  <a:lnTo>
                    <a:pt x="3237433" y="2955163"/>
                  </a:lnTo>
                  <a:lnTo>
                    <a:pt x="3179740" y="2960153"/>
                  </a:lnTo>
                  <a:lnTo>
                    <a:pt x="3122139" y="2965049"/>
                  </a:lnTo>
                  <a:lnTo>
                    <a:pt x="3064655" y="2969789"/>
                  </a:lnTo>
                  <a:lnTo>
                    <a:pt x="3007254" y="2974319"/>
                  </a:lnTo>
                  <a:lnTo>
                    <a:pt x="2949816" y="2978599"/>
                  </a:lnTo>
                  <a:lnTo>
                    <a:pt x="2892121" y="2982596"/>
                  </a:lnTo>
                  <a:lnTo>
                    <a:pt x="2833822" y="2986292"/>
                  </a:lnTo>
                  <a:lnTo>
                    <a:pt x="2774424" y="2989679"/>
                  </a:lnTo>
                  <a:lnTo>
                    <a:pt x="2713249" y="2992761"/>
                  </a:lnTo>
                  <a:lnTo>
                    <a:pt x="2702183" y="2993275"/>
                  </a:lnTo>
                  <a:lnTo>
                    <a:pt x="2650250" y="2995512"/>
                  </a:lnTo>
                  <a:lnTo>
                    <a:pt x="2595859" y="2997555"/>
                  </a:lnTo>
                  <a:lnTo>
                    <a:pt x="2538326" y="2999411"/>
                  </a:lnTo>
                  <a:lnTo>
                    <a:pt x="2476897" y="3001092"/>
                  </a:lnTo>
                  <a:lnTo>
                    <a:pt x="2410791" y="3002615"/>
                  </a:lnTo>
                  <a:lnTo>
                    <a:pt x="2339243" y="3003997"/>
                  </a:lnTo>
                  <a:lnTo>
                    <a:pt x="2261557" y="3005252"/>
                  </a:lnTo>
                  <a:lnTo>
                    <a:pt x="2177171" y="3006395"/>
                  </a:lnTo>
                  <a:lnTo>
                    <a:pt x="2085757" y="3007437"/>
                  </a:lnTo>
                  <a:lnTo>
                    <a:pt x="1987330" y="3008386"/>
                  </a:lnTo>
                  <a:lnTo>
                    <a:pt x="1882398" y="3009248"/>
                  </a:lnTo>
                  <a:lnTo>
                    <a:pt x="1772102" y="3010026"/>
                  </a:lnTo>
                  <a:lnTo>
                    <a:pt x="1658345" y="3010722"/>
                  </a:lnTo>
                  <a:lnTo>
                    <a:pt x="1543843" y="3011335"/>
                  </a:lnTo>
                  <a:lnTo>
                    <a:pt x="1432063" y="3011862"/>
                  </a:lnTo>
                  <a:lnTo>
                    <a:pt x="1326972" y="3012302"/>
                  </a:lnTo>
                  <a:lnTo>
                    <a:pt x="1232614" y="3012656"/>
                  </a:lnTo>
                  <a:lnTo>
                    <a:pt x="1152541" y="3012926"/>
                  </a:lnTo>
                  <a:lnTo>
                    <a:pt x="1089222" y="3013120"/>
                  </a:lnTo>
                  <a:lnTo>
                    <a:pt x="1043575" y="3013246"/>
                  </a:lnTo>
                  <a:lnTo>
                    <a:pt x="1014725" y="3013319"/>
                  </a:lnTo>
                  <a:lnTo>
                    <a:pt x="1000032" y="3013353"/>
                  </a:lnTo>
                  <a:lnTo>
                    <a:pt x="995284" y="3013363"/>
                  </a:lnTo>
                  <a:lnTo>
                    <a:pt x="994940" y="3013364"/>
                  </a:lnTo>
                  <a:lnTo>
                    <a:pt x="0" y="3013364"/>
                  </a:lnTo>
                  <a:lnTo>
                    <a:pt x="0" y="30133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8" name="pg947"/>
            <p:cNvSpPr/>
            <p:nvPr/>
          </p:nvSpPr>
          <p:spPr>
            <a:xfrm>
              <a:off x="1199187" y="3374803"/>
              <a:ext cx="12049831" cy="964276"/>
            </a:xfrm>
            <a:custGeom>
              <a:avLst/>
              <a:pathLst>
                <a:path w="12049831" h="964276">
                  <a:moveTo>
                    <a:pt x="0" y="964276"/>
                  </a:moveTo>
                  <a:lnTo>
                    <a:pt x="994940" y="964276"/>
                  </a:lnTo>
                  <a:lnTo>
                    <a:pt x="996076" y="964275"/>
                  </a:lnTo>
                  <a:lnTo>
                    <a:pt x="1003575" y="964263"/>
                  </a:lnTo>
                  <a:lnTo>
                    <a:pt x="1022579" y="964232"/>
                  </a:lnTo>
                  <a:lnTo>
                    <a:pt x="1056804" y="964170"/>
                  </a:lnTo>
                  <a:lnTo>
                    <a:pt x="1108320" y="964067"/>
                  </a:lnTo>
                  <a:lnTo>
                    <a:pt x="1177395" y="963915"/>
                  </a:lnTo>
                  <a:lnTo>
                    <a:pt x="1262558" y="963708"/>
                  </a:lnTo>
                  <a:lnTo>
                    <a:pt x="1360917" y="963442"/>
                  </a:lnTo>
                  <a:lnTo>
                    <a:pt x="1468690" y="963116"/>
                  </a:lnTo>
                  <a:lnTo>
                    <a:pt x="1581799" y="962729"/>
                  </a:lnTo>
                  <a:lnTo>
                    <a:pt x="1696406" y="962284"/>
                  </a:lnTo>
                  <a:lnTo>
                    <a:pt x="1809276" y="961781"/>
                  </a:lnTo>
                  <a:lnTo>
                    <a:pt x="1917962" y="961220"/>
                  </a:lnTo>
                  <a:lnTo>
                    <a:pt x="2020825" y="960600"/>
                  </a:lnTo>
                  <a:lnTo>
                    <a:pt x="2116950" y="959919"/>
                  </a:lnTo>
                  <a:lnTo>
                    <a:pt x="2206010" y="959172"/>
                  </a:lnTo>
                  <a:lnTo>
                    <a:pt x="2288118" y="958352"/>
                  </a:lnTo>
                  <a:lnTo>
                    <a:pt x="2363694" y="957450"/>
                  </a:lnTo>
                  <a:lnTo>
                    <a:pt x="2433350" y="956458"/>
                  </a:lnTo>
                  <a:lnTo>
                    <a:pt x="2497815" y="955363"/>
                  </a:lnTo>
                  <a:lnTo>
                    <a:pt x="2557863" y="954154"/>
                  </a:lnTo>
                  <a:lnTo>
                    <a:pt x="2614270" y="952821"/>
                  </a:lnTo>
                  <a:lnTo>
                    <a:pt x="2667772" y="951355"/>
                  </a:lnTo>
                  <a:lnTo>
                    <a:pt x="2702183" y="950301"/>
                  </a:lnTo>
                  <a:lnTo>
                    <a:pt x="2763800" y="948193"/>
                  </a:lnTo>
                  <a:lnTo>
                    <a:pt x="2823495" y="945872"/>
                  </a:lnTo>
                  <a:lnTo>
                    <a:pt x="2881985" y="943337"/>
                  </a:lnTo>
                  <a:lnTo>
                    <a:pt x="2939795" y="940590"/>
                  </a:lnTo>
                  <a:lnTo>
                    <a:pt x="2997296" y="937644"/>
                  </a:lnTo>
                  <a:lnTo>
                    <a:pt x="3054731" y="934519"/>
                  </a:lnTo>
                  <a:lnTo>
                    <a:pt x="3112234" y="931242"/>
                  </a:lnTo>
                  <a:lnTo>
                    <a:pt x="3169854" y="927850"/>
                  </a:lnTo>
                  <a:lnTo>
                    <a:pt x="3227573" y="924384"/>
                  </a:lnTo>
                  <a:lnTo>
                    <a:pt x="3285335" y="920891"/>
                  </a:lnTo>
                  <a:lnTo>
                    <a:pt x="3343066" y="917417"/>
                  </a:lnTo>
                  <a:lnTo>
                    <a:pt x="3400705" y="914010"/>
                  </a:lnTo>
                  <a:lnTo>
                    <a:pt x="3458226" y="910712"/>
                  </a:lnTo>
                  <a:lnTo>
                    <a:pt x="3515665" y="907559"/>
                  </a:lnTo>
                  <a:lnTo>
                    <a:pt x="3573142" y="904582"/>
                  </a:lnTo>
                  <a:lnTo>
                    <a:pt x="3630880" y="901802"/>
                  </a:lnTo>
                  <a:lnTo>
                    <a:pt x="3689226" y="899231"/>
                  </a:lnTo>
                  <a:lnTo>
                    <a:pt x="3748680" y="896876"/>
                  </a:lnTo>
                  <a:lnTo>
                    <a:pt x="3809923" y="894733"/>
                  </a:lnTo>
                  <a:lnTo>
                    <a:pt x="3820202" y="894401"/>
                  </a:lnTo>
                  <a:lnTo>
                    <a:pt x="3872136" y="892845"/>
                  </a:lnTo>
                  <a:lnTo>
                    <a:pt x="3926528" y="891424"/>
                  </a:lnTo>
                  <a:lnTo>
                    <a:pt x="3984062" y="890133"/>
                  </a:lnTo>
                  <a:lnTo>
                    <a:pt x="4045492" y="888963"/>
                  </a:lnTo>
                  <a:lnTo>
                    <a:pt x="4111600" y="887903"/>
                  </a:lnTo>
                  <a:lnTo>
                    <a:pt x="4183150" y="886942"/>
                  </a:lnTo>
                  <a:lnTo>
                    <a:pt x="4260838" y="886069"/>
                  </a:lnTo>
                  <a:lnTo>
                    <a:pt x="4345226" y="885274"/>
                  </a:lnTo>
                  <a:lnTo>
                    <a:pt x="4436643" y="884549"/>
                  </a:lnTo>
                  <a:lnTo>
                    <a:pt x="4535073" y="883889"/>
                  </a:lnTo>
                  <a:lnTo>
                    <a:pt x="4640008" y="883289"/>
                  </a:lnTo>
                  <a:lnTo>
                    <a:pt x="4750307" y="882748"/>
                  </a:lnTo>
                  <a:lnTo>
                    <a:pt x="4864067" y="882264"/>
                  </a:lnTo>
                  <a:lnTo>
                    <a:pt x="4978570" y="881838"/>
                  </a:lnTo>
                  <a:lnTo>
                    <a:pt x="5090351" y="881471"/>
                  </a:lnTo>
                  <a:lnTo>
                    <a:pt x="5195441" y="881165"/>
                  </a:lnTo>
                  <a:lnTo>
                    <a:pt x="5289797" y="880919"/>
                  </a:lnTo>
                  <a:lnTo>
                    <a:pt x="5369867" y="880731"/>
                  </a:lnTo>
                  <a:lnTo>
                    <a:pt x="5433181" y="880596"/>
                  </a:lnTo>
                  <a:lnTo>
                    <a:pt x="5478824" y="880508"/>
                  </a:lnTo>
                  <a:lnTo>
                    <a:pt x="5507668" y="880457"/>
                  </a:lnTo>
                  <a:lnTo>
                    <a:pt x="5522356" y="880434"/>
                  </a:lnTo>
                  <a:lnTo>
                    <a:pt x="5527102" y="880427"/>
                  </a:lnTo>
                  <a:lnTo>
                    <a:pt x="5527445" y="880426"/>
                  </a:lnTo>
                  <a:lnTo>
                    <a:pt x="6522385" y="880426"/>
                  </a:lnTo>
                  <a:lnTo>
                    <a:pt x="6523516" y="880409"/>
                  </a:lnTo>
                  <a:lnTo>
                    <a:pt x="6530976" y="880291"/>
                  </a:lnTo>
                  <a:lnTo>
                    <a:pt x="6549884" y="879964"/>
                  </a:lnTo>
                  <a:lnTo>
                    <a:pt x="6583943" y="879319"/>
                  </a:lnTo>
                  <a:lnTo>
                    <a:pt x="6635223" y="878253"/>
                  </a:lnTo>
                  <a:lnTo>
                    <a:pt x="6704005" y="876679"/>
                  </a:lnTo>
                  <a:lnTo>
                    <a:pt x="6788842" y="874530"/>
                  </a:lnTo>
                  <a:lnTo>
                    <a:pt x="6886870" y="871767"/>
                  </a:lnTo>
                  <a:lnTo>
                    <a:pt x="6994336" y="868376"/>
                  </a:lnTo>
                  <a:lnTo>
                    <a:pt x="7107185" y="864359"/>
                  </a:lnTo>
                  <a:lnTo>
                    <a:pt x="7221590" y="859729"/>
                  </a:lnTo>
                  <a:lnTo>
                    <a:pt x="7334321" y="854498"/>
                  </a:lnTo>
                  <a:lnTo>
                    <a:pt x="7442926" y="848669"/>
                  </a:lnTo>
                  <a:lnTo>
                    <a:pt x="7545759" y="842230"/>
                  </a:lnTo>
                  <a:lnTo>
                    <a:pt x="7641893" y="835152"/>
                  </a:lnTo>
                  <a:lnTo>
                    <a:pt x="7730990" y="827386"/>
                  </a:lnTo>
                  <a:lnTo>
                    <a:pt x="7813151" y="818865"/>
                  </a:lnTo>
                  <a:lnTo>
                    <a:pt x="7888787" y="809501"/>
                  </a:lnTo>
                  <a:lnTo>
                    <a:pt x="7958504" y="799192"/>
                  </a:lnTo>
                  <a:lnTo>
                    <a:pt x="8023022" y="787822"/>
                  </a:lnTo>
                  <a:lnTo>
                    <a:pt x="8083110" y="775274"/>
                  </a:lnTo>
                  <a:lnTo>
                    <a:pt x="8139542" y="761435"/>
                  </a:lnTo>
                  <a:lnTo>
                    <a:pt x="8193052" y="746220"/>
                  </a:lnTo>
                  <a:lnTo>
                    <a:pt x="8229629" y="734562"/>
                  </a:lnTo>
                  <a:lnTo>
                    <a:pt x="8287741" y="713886"/>
                  </a:lnTo>
                  <a:lnTo>
                    <a:pt x="8344107" y="691251"/>
                  </a:lnTo>
                  <a:lnTo>
                    <a:pt x="8399341" y="666625"/>
                  </a:lnTo>
                  <a:lnTo>
                    <a:pt x="8453902" y="640030"/>
                  </a:lnTo>
                  <a:lnTo>
                    <a:pt x="8508125" y="611554"/>
                  </a:lnTo>
                  <a:lnTo>
                    <a:pt x="8562238" y="581353"/>
                  </a:lnTo>
                  <a:lnTo>
                    <a:pt x="8616381" y="549650"/>
                  </a:lnTo>
                  <a:lnTo>
                    <a:pt x="8670618" y="516736"/>
                  </a:lnTo>
                  <a:lnTo>
                    <a:pt x="8724958" y="482954"/>
                  </a:lnTo>
                  <a:lnTo>
                    <a:pt x="8779364" y="448690"/>
                  </a:lnTo>
                  <a:lnTo>
                    <a:pt x="8833782" y="414356"/>
                  </a:lnTo>
                  <a:lnTo>
                    <a:pt x="8888149" y="380365"/>
                  </a:lnTo>
                  <a:lnTo>
                    <a:pt x="8942423" y="347113"/>
                  </a:lnTo>
                  <a:lnTo>
                    <a:pt x="8996594" y="314962"/>
                  </a:lnTo>
                  <a:lnTo>
                    <a:pt x="9050706" y="284221"/>
                  </a:lnTo>
                  <a:lnTo>
                    <a:pt x="9104870" y="255136"/>
                  </a:lnTo>
                  <a:lnTo>
                    <a:pt x="9159284" y="227887"/>
                  </a:lnTo>
                  <a:lnTo>
                    <a:pt x="9214244" y="202584"/>
                  </a:lnTo>
                  <a:lnTo>
                    <a:pt x="9270163" y="179272"/>
                  </a:lnTo>
                  <a:lnTo>
                    <a:pt x="9327601" y="157935"/>
                  </a:lnTo>
                  <a:lnTo>
                    <a:pt x="9347647" y="151104"/>
                  </a:lnTo>
                  <a:lnTo>
                    <a:pt x="9399487" y="134888"/>
                  </a:lnTo>
                  <a:lnTo>
                    <a:pt x="9453772" y="120077"/>
                  </a:lnTo>
                  <a:lnTo>
                    <a:pt x="9511187" y="106623"/>
                  </a:lnTo>
                  <a:lnTo>
                    <a:pt x="9572480" y="94430"/>
                  </a:lnTo>
                  <a:lnTo>
                    <a:pt x="9638428" y="83380"/>
                  </a:lnTo>
                  <a:lnTo>
                    <a:pt x="9709791" y="73357"/>
                  </a:lnTo>
                  <a:lnTo>
                    <a:pt x="9787265" y="64247"/>
                  </a:lnTo>
                  <a:lnTo>
                    <a:pt x="9871407" y="55953"/>
                  </a:lnTo>
                  <a:lnTo>
                    <a:pt x="9962552" y="48393"/>
                  </a:lnTo>
                  <a:lnTo>
                    <a:pt x="10060687" y="41504"/>
                  </a:lnTo>
                  <a:lnTo>
                    <a:pt x="10165319" y="35244"/>
                  </a:lnTo>
                  <a:lnTo>
                    <a:pt x="10275325" y="29589"/>
                  </a:lnTo>
                  <a:lnTo>
                    <a:pt x="10388830" y="24531"/>
                  </a:lnTo>
                  <a:lnTo>
                    <a:pt x="10503148" y="20078"/>
                  </a:lnTo>
                  <a:lnTo>
                    <a:pt x="10614848" y="16242"/>
                  </a:lnTo>
                  <a:lnTo>
                    <a:pt x="10719992" y="13033"/>
                  </a:lnTo>
                  <a:lnTo>
                    <a:pt x="10814552" y="10451"/>
                  </a:lnTo>
                  <a:lnTo>
                    <a:pt x="10894972" y="8474"/>
                  </a:lnTo>
                  <a:lnTo>
                    <a:pt x="10958753" y="7055"/>
                  </a:lnTo>
                  <a:lnTo>
                    <a:pt x="11004928" y="6121"/>
                  </a:lnTo>
                  <a:lnTo>
                    <a:pt x="11034302" y="5580"/>
                  </a:lnTo>
                  <a:lnTo>
                    <a:pt x="11049442" y="5324"/>
                  </a:lnTo>
                  <a:lnTo>
                    <a:pt x="11054480" y="524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1" y="16"/>
                  </a:lnTo>
                  <a:lnTo>
                    <a:pt x="11046300" y="135"/>
                  </a:lnTo>
                  <a:lnTo>
                    <a:pt x="11027392" y="462"/>
                  </a:lnTo>
                  <a:lnTo>
                    <a:pt x="10993334" y="1106"/>
                  </a:lnTo>
                  <a:lnTo>
                    <a:pt x="10942054" y="2172"/>
                  </a:lnTo>
                  <a:lnTo>
                    <a:pt x="10873271" y="3747"/>
                  </a:lnTo>
                  <a:lnTo>
                    <a:pt x="10788435" y="5896"/>
                  </a:lnTo>
                  <a:lnTo>
                    <a:pt x="10690406" y="8658"/>
                  </a:lnTo>
                  <a:lnTo>
                    <a:pt x="10582940" y="12050"/>
                  </a:lnTo>
                  <a:lnTo>
                    <a:pt x="10470091" y="16066"/>
                  </a:lnTo>
                  <a:lnTo>
                    <a:pt x="10355686" y="20696"/>
                  </a:lnTo>
                  <a:lnTo>
                    <a:pt x="10242955" y="25927"/>
                  </a:lnTo>
                  <a:lnTo>
                    <a:pt x="10134350" y="31757"/>
                  </a:lnTo>
                  <a:lnTo>
                    <a:pt x="10031518" y="38196"/>
                  </a:lnTo>
                  <a:lnTo>
                    <a:pt x="9935384" y="45274"/>
                  </a:lnTo>
                  <a:lnTo>
                    <a:pt x="9846287" y="53039"/>
                  </a:lnTo>
                  <a:lnTo>
                    <a:pt x="9764125" y="61561"/>
                  </a:lnTo>
                  <a:lnTo>
                    <a:pt x="9688489" y="70925"/>
                  </a:lnTo>
                  <a:lnTo>
                    <a:pt x="9618772" y="81234"/>
                  </a:lnTo>
                  <a:lnTo>
                    <a:pt x="9554255" y="92603"/>
                  </a:lnTo>
                  <a:lnTo>
                    <a:pt x="9494167" y="105151"/>
                  </a:lnTo>
                  <a:lnTo>
                    <a:pt x="9437735" y="118990"/>
                  </a:lnTo>
                  <a:lnTo>
                    <a:pt x="9384225" y="134206"/>
                  </a:lnTo>
                  <a:lnTo>
                    <a:pt x="9347647" y="145864"/>
                  </a:lnTo>
                  <a:lnTo>
                    <a:pt x="9289535" y="166540"/>
                  </a:lnTo>
                  <a:lnTo>
                    <a:pt x="9233169" y="189174"/>
                  </a:lnTo>
                  <a:lnTo>
                    <a:pt x="9177936" y="213801"/>
                  </a:lnTo>
                  <a:lnTo>
                    <a:pt x="9123375" y="240396"/>
                  </a:lnTo>
                  <a:lnTo>
                    <a:pt x="9069152" y="268871"/>
                  </a:lnTo>
                  <a:lnTo>
                    <a:pt x="9015039" y="299073"/>
                  </a:lnTo>
                  <a:lnTo>
                    <a:pt x="8960896" y="330775"/>
                  </a:lnTo>
                  <a:lnTo>
                    <a:pt x="8906658" y="363690"/>
                  </a:lnTo>
                  <a:lnTo>
                    <a:pt x="8852319" y="397472"/>
                  </a:lnTo>
                  <a:lnTo>
                    <a:pt x="8797912" y="431735"/>
                  </a:lnTo>
                  <a:lnTo>
                    <a:pt x="8743495" y="466069"/>
                  </a:lnTo>
                  <a:lnTo>
                    <a:pt x="8689127" y="500061"/>
                  </a:lnTo>
                  <a:lnTo>
                    <a:pt x="8634853" y="533312"/>
                  </a:lnTo>
                  <a:lnTo>
                    <a:pt x="8580682" y="565463"/>
                  </a:lnTo>
                  <a:lnTo>
                    <a:pt x="8526571" y="596205"/>
                  </a:lnTo>
                  <a:lnTo>
                    <a:pt x="8472406" y="625289"/>
                  </a:lnTo>
                  <a:lnTo>
                    <a:pt x="8417992" y="652538"/>
                  </a:lnTo>
                  <a:lnTo>
                    <a:pt x="8363033" y="677841"/>
                  </a:lnTo>
                  <a:lnTo>
                    <a:pt x="8307113" y="701154"/>
                  </a:lnTo>
                  <a:lnTo>
                    <a:pt x="8249676" y="722490"/>
                  </a:lnTo>
                  <a:lnTo>
                    <a:pt x="8229629" y="729321"/>
                  </a:lnTo>
                  <a:lnTo>
                    <a:pt x="8177790" y="745538"/>
                  </a:lnTo>
                  <a:lnTo>
                    <a:pt x="8123504" y="760348"/>
                  </a:lnTo>
                  <a:lnTo>
                    <a:pt x="8066089" y="773802"/>
                  </a:lnTo>
                  <a:lnTo>
                    <a:pt x="8004796" y="785996"/>
                  </a:lnTo>
                  <a:lnTo>
                    <a:pt x="7938849" y="797045"/>
                  </a:lnTo>
                  <a:lnTo>
                    <a:pt x="7867485" y="807069"/>
                  </a:lnTo>
                  <a:lnTo>
                    <a:pt x="7790012" y="816179"/>
                  </a:lnTo>
                  <a:lnTo>
                    <a:pt x="7705869" y="824473"/>
                  </a:lnTo>
                  <a:lnTo>
                    <a:pt x="7614725" y="832033"/>
                  </a:lnTo>
                  <a:lnTo>
                    <a:pt x="7516590" y="838921"/>
                  </a:lnTo>
                  <a:lnTo>
                    <a:pt x="7411958" y="845181"/>
                  </a:lnTo>
                  <a:lnTo>
                    <a:pt x="7301951" y="850837"/>
                  </a:lnTo>
                  <a:lnTo>
                    <a:pt x="7188446" y="855894"/>
                  </a:lnTo>
                  <a:lnTo>
                    <a:pt x="7074128" y="860347"/>
                  </a:lnTo>
                  <a:lnTo>
                    <a:pt x="6962428" y="864184"/>
                  </a:lnTo>
                  <a:lnTo>
                    <a:pt x="6857285" y="867392"/>
                  </a:lnTo>
                  <a:lnTo>
                    <a:pt x="6762725" y="869975"/>
                  </a:lnTo>
                  <a:lnTo>
                    <a:pt x="6682305" y="871952"/>
                  </a:lnTo>
                  <a:lnTo>
                    <a:pt x="6618523" y="873371"/>
                  </a:lnTo>
                  <a:lnTo>
                    <a:pt x="6572348" y="874304"/>
                  </a:lnTo>
                  <a:lnTo>
                    <a:pt x="6542974" y="874846"/>
                  </a:lnTo>
                  <a:lnTo>
                    <a:pt x="6527835" y="875101"/>
                  </a:lnTo>
                  <a:lnTo>
                    <a:pt x="6522796" y="875179"/>
                  </a:lnTo>
                  <a:lnTo>
                    <a:pt x="6522385" y="875185"/>
                  </a:lnTo>
                  <a:lnTo>
                    <a:pt x="5527445" y="875185"/>
                  </a:lnTo>
                  <a:lnTo>
                    <a:pt x="5526309" y="875187"/>
                  </a:lnTo>
                  <a:lnTo>
                    <a:pt x="5518810" y="875198"/>
                  </a:lnTo>
                  <a:lnTo>
                    <a:pt x="5499806" y="875230"/>
                  </a:lnTo>
                  <a:lnTo>
                    <a:pt x="5465581" y="875292"/>
                  </a:lnTo>
                  <a:lnTo>
                    <a:pt x="5414065" y="875395"/>
                  </a:lnTo>
                  <a:lnTo>
                    <a:pt x="5344990" y="875546"/>
                  </a:lnTo>
                  <a:lnTo>
                    <a:pt x="5259827" y="875753"/>
                  </a:lnTo>
                  <a:lnTo>
                    <a:pt x="5161468" y="876019"/>
                  </a:lnTo>
                  <a:lnTo>
                    <a:pt x="5053695" y="876346"/>
                  </a:lnTo>
                  <a:lnTo>
                    <a:pt x="4940586" y="876732"/>
                  </a:lnTo>
                  <a:lnTo>
                    <a:pt x="4825979" y="877178"/>
                  </a:lnTo>
                  <a:lnTo>
                    <a:pt x="4713109" y="877681"/>
                  </a:lnTo>
                  <a:lnTo>
                    <a:pt x="4604423" y="878242"/>
                  </a:lnTo>
                  <a:lnTo>
                    <a:pt x="4501560" y="878861"/>
                  </a:lnTo>
                  <a:lnTo>
                    <a:pt x="4405435" y="879542"/>
                  </a:lnTo>
                  <a:lnTo>
                    <a:pt x="4316375" y="880290"/>
                  </a:lnTo>
                  <a:lnTo>
                    <a:pt x="4234267" y="881110"/>
                  </a:lnTo>
                  <a:lnTo>
                    <a:pt x="4158691" y="882011"/>
                  </a:lnTo>
                  <a:lnTo>
                    <a:pt x="4089035" y="883004"/>
                  </a:lnTo>
                  <a:lnTo>
                    <a:pt x="4024570" y="884099"/>
                  </a:lnTo>
                  <a:lnTo>
                    <a:pt x="3964522" y="885308"/>
                  </a:lnTo>
                  <a:lnTo>
                    <a:pt x="3908115" y="886641"/>
                  </a:lnTo>
                  <a:lnTo>
                    <a:pt x="3854613" y="888107"/>
                  </a:lnTo>
                  <a:lnTo>
                    <a:pt x="3820202" y="889160"/>
                  </a:lnTo>
                  <a:lnTo>
                    <a:pt x="3758585" y="891269"/>
                  </a:lnTo>
                  <a:lnTo>
                    <a:pt x="3698890" y="893589"/>
                  </a:lnTo>
                  <a:lnTo>
                    <a:pt x="3640400" y="896125"/>
                  </a:lnTo>
                  <a:lnTo>
                    <a:pt x="3582590" y="898871"/>
                  </a:lnTo>
                  <a:lnTo>
                    <a:pt x="3525089" y="901817"/>
                  </a:lnTo>
                  <a:lnTo>
                    <a:pt x="3467654" y="904943"/>
                  </a:lnTo>
                  <a:lnTo>
                    <a:pt x="3410151" y="908219"/>
                  </a:lnTo>
                  <a:lnTo>
                    <a:pt x="3352531" y="911612"/>
                  </a:lnTo>
                  <a:lnTo>
                    <a:pt x="3294812" y="915077"/>
                  </a:lnTo>
                  <a:lnTo>
                    <a:pt x="3237050" y="918571"/>
                  </a:lnTo>
                  <a:lnTo>
                    <a:pt x="3179319" y="922044"/>
                  </a:lnTo>
                  <a:lnTo>
                    <a:pt x="3121680" y="925452"/>
                  </a:lnTo>
                  <a:lnTo>
                    <a:pt x="3064159" y="928750"/>
                  </a:lnTo>
                  <a:lnTo>
                    <a:pt x="3006720" y="931903"/>
                  </a:lnTo>
                  <a:lnTo>
                    <a:pt x="2949243" y="934880"/>
                  </a:lnTo>
                  <a:lnTo>
                    <a:pt x="2891505" y="937660"/>
                  </a:lnTo>
                  <a:lnTo>
                    <a:pt x="2833159" y="940230"/>
                  </a:lnTo>
                  <a:lnTo>
                    <a:pt x="2773705" y="942586"/>
                  </a:lnTo>
                  <a:lnTo>
                    <a:pt x="2712462" y="944729"/>
                  </a:lnTo>
                  <a:lnTo>
                    <a:pt x="2702183" y="945061"/>
                  </a:lnTo>
                  <a:lnTo>
                    <a:pt x="2650249" y="946617"/>
                  </a:lnTo>
                  <a:lnTo>
                    <a:pt x="2595857" y="948038"/>
                  </a:lnTo>
                  <a:lnTo>
                    <a:pt x="2538323" y="949329"/>
                  </a:lnTo>
                  <a:lnTo>
                    <a:pt x="2476893" y="950498"/>
                  </a:lnTo>
                  <a:lnTo>
                    <a:pt x="2410785" y="951558"/>
                  </a:lnTo>
                  <a:lnTo>
                    <a:pt x="2339235" y="952519"/>
                  </a:lnTo>
                  <a:lnTo>
                    <a:pt x="2261547" y="953393"/>
                  </a:lnTo>
                  <a:lnTo>
                    <a:pt x="2177159" y="954188"/>
                  </a:lnTo>
                  <a:lnTo>
                    <a:pt x="2085742" y="954912"/>
                  </a:lnTo>
                  <a:lnTo>
                    <a:pt x="1987312" y="955572"/>
                  </a:lnTo>
                  <a:lnTo>
                    <a:pt x="1882377" y="956172"/>
                  </a:lnTo>
                  <a:lnTo>
                    <a:pt x="1772078" y="956714"/>
                  </a:lnTo>
                  <a:lnTo>
                    <a:pt x="1658318" y="957198"/>
                  </a:lnTo>
                  <a:lnTo>
                    <a:pt x="1543815" y="957624"/>
                  </a:lnTo>
                  <a:lnTo>
                    <a:pt x="1432034" y="957991"/>
                  </a:lnTo>
                  <a:lnTo>
                    <a:pt x="1326944" y="958297"/>
                  </a:lnTo>
                  <a:lnTo>
                    <a:pt x="1232588" y="958543"/>
                  </a:lnTo>
                  <a:lnTo>
                    <a:pt x="1152518" y="958731"/>
                  </a:lnTo>
                  <a:lnTo>
                    <a:pt x="1089204" y="958865"/>
                  </a:lnTo>
                  <a:lnTo>
                    <a:pt x="1043561" y="958954"/>
                  </a:lnTo>
                  <a:lnTo>
                    <a:pt x="1014717" y="959004"/>
                  </a:lnTo>
                  <a:lnTo>
                    <a:pt x="1000029" y="959028"/>
                  </a:lnTo>
                  <a:lnTo>
                    <a:pt x="995283" y="959035"/>
                  </a:lnTo>
                  <a:lnTo>
                    <a:pt x="994940" y="959036"/>
                  </a:lnTo>
                  <a:lnTo>
                    <a:pt x="0" y="959036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49" name="pl948"/>
            <p:cNvSpPr/>
            <p:nvPr/>
          </p:nvSpPr>
          <p:spPr>
            <a:xfrm>
              <a:off x="1199187" y="3380044"/>
              <a:ext cx="12049831" cy="959036"/>
            </a:xfrm>
            <a:custGeom>
              <a:avLst/>
              <a:pathLst>
                <a:path w="12049831" h="959036">
                  <a:moveTo>
                    <a:pt x="0" y="959036"/>
                  </a:moveTo>
                  <a:lnTo>
                    <a:pt x="994940" y="959036"/>
                  </a:lnTo>
                  <a:lnTo>
                    <a:pt x="996076" y="959034"/>
                  </a:lnTo>
                  <a:lnTo>
                    <a:pt x="1003575" y="959023"/>
                  </a:lnTo>
                  <a:lnTo>
                    <a:pt x="1022579" y="958991"/>
                  </a:lnTo>
                  <a:lnTo>
                    <a:pt x="1056804" y="958929"/>
                  </a:lnTo>
                  <a:lnTo>
                    <a:pt x="1108320" y="958826"/>
                  </a:lnTo>
                  <a:lnTo>
                    <a:pt x="1177395" y="958675"/>
                  </a:lnTo>
                  <a:lnTo>
                    <a:pt x="1262558" y="958468"/>
                  </a:lnTo>
                  <a:lnTo>
                    <a:pt x="1360917" y="958202"/>
                  </a:lnTo>
                  <a:lnTo>
                    <a:pt x="1468690" y="957875"/>
                  </a:lnTo>
                  <a:lnTo>
                    <a:pt x="1581799" y="957489"/>
                  </a:lnTo>
                  <a:lnTo>
                    <a:pt x="1696406" y="957043"/>
                  </a:lnTo>
                  <a:lnTo>
                    <a:pt x="1809276" y="956540"/>
                  </a:lnTo>
                  <a:lnTo>
                    <a:pt x="1917962" y="955979"/>
                  </a:lnTo>
                  <a:lnTo>
                    <a:pt x="2020825" y="955360"/>
                  </a:lnTo>
                  <a:lnTo>
                    <a:pt x="2116950" y="954679"/>
                  </a:lnTo>
                  <a:lnTo>
                    <a:pt x="2206010" y="953931"/>
                  </a:lnTo>
                  <a:lnTo>
                    <a:pt x="2288118" y="953111"/>
                  </a:lnTo>
                  <a:lnTo>
                    <a:pt x="2363694" y="952210"/>
                  </a:lnTo>
                  <a:lnTo>
                    <a:pt x="2433350" y="951217"/>
                  </a:lnTo>
                  <a:lnTo>
                    <a:pt x="2497815" y="950122"/>
                  </a:lnTo>
                  <a:lnTo>
                    <a:pt x="2557863" y="948913"/>
                  </a:lnTo>
                  <a:lnTo>
                    <a:pt x="2614270" y="947580"/>
                  </a:lnTo>
                  <a:lnTo>
                    <a:pt x="2667772" y="946114"/>
                  </a:lnTo>
                  <a:lnTo>
                    <a:pt x="2702183" y="945061"/>
                  </a:lnTo>
                  <a:lnTo>
                    <a:pt x="2763800" y="942952"/>
                  </a:lnTo>
                  <a:lnTo>
                    <a:pt x="2823495" y="940632"/>
                  </a:lnTo>
                  <a:lnTo>
                    <a:pt x="2881985" y="938096"/>
                  </a:lnTo>
                  <a:lnTo>
                    <a:pt x="2939795" y="935350"/>
                  </a:lnTo>
                  <a:lnTo>
                    <a:pt x="2997296" y="932404"/>
                  </a:lnTo>
                  <a:lnTo>
                    <a:pt x="3054731" y="929278"/>
                  </a:lnTo>
                  <a:lnTo>
                    <a:pt x="3112234" y="926001"/>
                  </a:lnTo>
                  <a:lnTo>
                    <a:pt x="3169854" y="922609"/>
                  </a:lnTo>
                  <a:lnTo>
                    <a:pt x="3227573" y="919143"/>
                  </a:lnTo>
                  <a:lnTo>
                    <a:pt x="3285335" y="915650"/>
                  </a:lnTo>
                  <a:lnTo>
                    <a:pt x="3343066" y="912177"/>
                  </a:lnTo>
                  <a:lnTo>
                    <a:pt x="3400705" y="908769"/>
                  </a:lnTo>
                  <a:lnTo>
                    <a:pt x="3458226" y="905471"/>
                  </a:lnTo>
                  <a:lnTo>
                    <a:pt x="3515665" y="902318"/>
                  </a:lnTo>
                  <a:lnTo>
                    <a:pt x="3573142" y="899341"/>
                  </a:lnTo>
                  <a:lnTo>
                    <a:pt x="3630880" y="896561"/>
                  </a:lnTo>
                  <a:lnTo>
                    <a:pt x="3689226" y="893991"/>
                  </a:lnTo>
                  <a:lnTo>
                    <a:pt x="3748680" y="891635"/>
                  </a:lnTo>
                  <a:lnTo>
                    <a:pt x="3809923" y="889492"/>
                  </a:lnTo>
                  <a:lnTo>
                    <a:pt x="3820202" y="889160"/>
                  </a:lnTo>
                  <a:lnTo>
                    <a:pt x="3872136" y="887604"/>
                  </a:lnTo>
                  <a:lnTo>
                    <a:pt x="3926528" y="886183"/>
                  </a:lnTo>
                  <a:lnTo>
                    <a:pt x="3984062" y="884892"/>
                  </a:lnTo>
                  <a:lnTo>
                    <a:pt x="4045492" y="883722"/>
                  </a:lnTo>
                  <a:lnTo>
                    <a:pt x="4111600" y="882663"/>
                  </a:lnTo>
                  <a:lnTo>
                    <a:pt x="4183150" y="881702"/>
                  </a:lnTo>
                  <a:lnTo>
                    <a:pt x="4260838" y="880828"/>
                  </a:lnTo>
                  <a:lnTo>
                    <a:pt x="4345226" y="880033"/>
                  </a:lnTo>
                  <a:lnTo>
                    <a:pt x="4436643" y="879309"/>
                  </a:lnTo>
                  <a:lnTo>
                    <a:pt x="4535073" y="878648"/>
                  </a:lnTo>
                  <a:lnTo>
                    <a:pt x="4640008" y="878049"/>
                  </a:lnTo>
                  <a:lnTo>
                    <a:pt x="4750307" y="877507"/>
                  </a:lnTo>
                  <a:lnTo>
                    <a:pt x="4864067" y="877023"/>
                  </a:lnTo>
                  <a:lnTo>
                    <a:pt x="4978570" y="876597"/>
                  </a:lnTo>
                  <a:lnTo>
                    <a:pt x="5090351" y="876230"/>
                  </a:lnTo>
                  <a:lnTo>
                    <a:pt x="5195441" y="875924"/>
                  </a:lnTo>
                  <a:lnTo>
                    <a:pt x="5289797" y="875678"/>
                  </a:lnTo>
                  <a:lnTo>
                    <a:pt x="5369867" y="875490"/>
                  </a:lnTo>
                  <a:lnTo>
                    <a:pt x="5433181" y="875355"/>
                  </a:lnTo>
                  <a:lnTo>
                    <a:pt x="5478824" y="875267"/>
                  </a:lnTo>
                  <a:lnTo>
                    <a:pt x="5507668" y="875217"/>
                  </a:lnTo>
                  <a:lnTo>
                    <a:pt x="5522356" y="875193"/>
                  </a:lnTo>
                  <a:lnTo>
                    <a:pt x="5527102" y="875186"/>
                  </a:lnTo>
                  <a:lnTo>
                    <a:pt x="5527445" y="875185"/>
                  </a:lnTo>
                  <a:lnTo>
                    <a:pt x="6522385" y="875185"/>
                  </a:lnTo>
                  <a:lnTo>
                    <a:pt x="6523516" y="875169"/>
                  </a:lnTo>
                  <a:lnTo>
                    <a:pt x="6530976" y="875050"/>
                  </a:lnTo>
                  <a:lnTo>
                    <a:pt x="6549884" y="874723"/>
                  </a:lnTo>
                  <a:lnTo>
                    <a:pt x="6583943" y="874078"/>
                  </a:lnTo>
                  <a:lnTo>
                    <a:pt x="6635223" y="873013"/>
                  </a:lnTo>
                  <a:lnTo>
                    <a:pt x="6704005" y="871438"/>
                  </a:lnTo>
                  <a:lnTo>
                    <a:pt x="6788842" y="869289"/>
                  </a:lnTo>
                  <a:lnTo>
                    <a:pt x="6886870" y="866526"/>
                  </a:lnTo>
                  <a:lnTo>
                    <a:pt x="6994336" y="863135"/>
                  </a:lnTo>
                  <a:lnTo>
                    <a:pt x="7107185" y="859118"/>
                  </a:lnTo>
                  <a:lnTo>
                    <a:pt x="7221590" y="854489"/>
                  </a:lnTo>
                  <a:lnTo>
                    <a:pt x="7334321" y="849258"/>
                  </a:lnTo>
                  <a:lnTo>
                    <a:pt x="7442926" y="843428"/>
                  </a:lnTo>
                  <a:lnTo>
                    <a:pt x="7545759" y="836989"/>
                  </a:lnTo>
                  <a:lnTo>
                    <a:pt x="7641893" y="829911"/>
                  </a:lnTo>
                  <a:lnTo>
                    <a:pt x="7730990" y="822146"/>
                  </a:lnTo>
                  <a:lnTo>
                    <a:pt x="7813151" y="813624"/>
                  </a:lnTo>
                  <a:lnTo>
                    <a:pt x="7888787" y="804260"/>
                  </a:lnTo>
                  <a:lnTo>
                    <a:pt x="7958504" y="793951"/>
                  </a:lnTo>
                  <a:lnTo>
                    <a:pt x="8023022" y="782582"/>
                  </a:lnTo>
                  <a:lnTo>
                    <a:pt x="8083110" y="770034"/>
                  </a:lnTo>
                  <a:lnTo>
                    <a:pt x="8139542" y="756195"/>
                  </a:lnTo>
                  <a:lnTo>
                    <a:pt x="8193052" y="740979"/>
                  </a:lnTo>
                  <a:lnTo>
                    <a:pt x="8229629" y="729321"/>
                  </a:lnTo>
                  <a:lnTo>
                    <a:pt x="8287741" y="708645"/>
                  </a:lnTo>
                  <a:lnTo>
                    <a:pt x="8344107" y="686010"/>
                  </a:lnTo>
                  <a:lnTo>
                    <a:pt x="8399341" y="661384"/>
                  </a:lnTo>
                  <a:lnTo>
                    <a:pt x="8453902" y="634789"/>
                  </a:lnTo>
                  <a:lnTo>
                    <a:pt x="8508125" y="606313"/>
                  </a:lnTo>
                  <a:lnTo>
                    <a:pt x="8562238" y="576112"/>
                  </a:lnTo>
                  <a:lnTo>
                    <a:pt x="8616381" y="544410"/>
                  </a:lnTo>
                  <a:lnTo>
                    <a:pt x="8670618" y="511495"/>
                  </a:lnTo>
                  <a:lnTo>
                    <a:pt x="8724958" y="477713"/>
                  </a:lnTo>
                  <a:lnTo>
                    <a:pt x="8779364" y="443450"/>
                  </a:lnTo>
                  <a:lnTo>
                    <a:pt x="8833782" y="409115"/>
                  </a:lnTo>
                  <a:lnTo>
                    <a:pt x="8888149" y="375124"/>
                  </a:lnTo>
                  <a:lnTo>
                    <a:pt x="8942423" y="341873"/>
                  </a:lnTo>
                  <a:lnTo>
                    <a:pt x="8996594" y="309722"/>
                  </a:lnTo>
                  <a:lnTo>
                    <a:pt x="9050706" y="278980"/>
                  </a:lnTo>
                  <a:lnTo>
                    <a:pt x="9104870" y="249896"/>
                  </a:lnTo>
                  <a:lnTo>
                    <a:pt x="9159284" y="222647"/>
                  </a:lnTo>
                  <a:lnTo>
                    <a:pt x="9214244" y="197344"/>
                  </a:lnTo>
                  <a:lnTo>
                    <a:pt x="9270163" y="174031"/>
                  </a:lnTo>
                  <a:lnTo>
                    <a:pt x="9327601" y="152695"/>
                  </a:lnTo>
                  <a:lnTo>
                    <a:pt x="9347647" y="145864"/>
                  </a:lnTo>
                  <a:lnTo>
                    <a:pt x="9399487" y="129647"/>
                  </a:lnTo>
                  <a:lnTo>
                    <a:pt x="9453772" y="114837"/>
                  </a:lnTo>
                  <a:lnTo>
                    <a:pt x="9511187" y="101383"/>
                  </a:lnTo>
                  <a:lnTo>
                    <a:pt x="9572480" y="89189"/>
                  </a:lnTo>
                  <a:lnTo>
                    <a:pt x="9638428" y="78140"/>
                  </a:lnTo>
                  <a:lnTo>
                    <a:pt x="9709791" y="68116"/>
                  </a:lnTo>
                  <a:lnTo>
                    <a:pt x="9787265" y="59006"/>
                  </a:lnTo>
                  <a:lnTo>
                    <a:pt x="9871407" y="50712"/>
                  </a:lnTo>
                  <a:lnTo>
                    <a:pt x="9962552" y="43152"/>
                  </a:lnTo>
                  <a:lnTo>
                    <a:pt x="10060687" y="36264"/>
                  </a:lnTo>
                  <a:lnTo>
                    <a:pt x="10165319" y="30004"/>
                  </a:lnTo>
                  <a:lnTo>
                    <a:pt x="10275325" y="24348"/>
                  </a:lnTo>
                  <a:lnTo>
                    <a:pt x="10388830" y="19291"/>
                  </a:lnTo>
                  <a:lnTo>
                    <a:pt x="10503148" y="14838"/>
                  </a:lnTo>
                  <a:lnTo>
                    <a:pt x="10614848" y="11001"/>
                  </a:lnTo>
                  <a:lnTo>
                    <a:pt x="10719992" y="7793"/>
                  </a:lnTo>
                  <a:lnTo>
                    <a:pt x="10814552" y="5210"/>
                  </a:lnTo>
                  <a:lnTo>
                    <a:pt x="10894972" y="3233"/>
                  </a:lnTo>
                  <a:lnTo>
                    <a:pt x="10958753" y="1814"/>
                  </a:lnTo>
                  <a:lnTo>
                    <a:pt x="11004928" y="880"/>
                  </a:lnTo>
                  <a:lnTo>
                    <a:pt x="11034302" y="339"/>
                  </a:lnTo>
                  <a:lnTo>
                    <a:pt x="11049442" y="84"/>
                  </a:lnTo>
                  <a:lnTo>
                    <a:pt x="11054480" y="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0" name="pl949"/>
            <p:cNvSpPr/>
            <p:nvPr/>
          </p:nvSpPr>
          <p:spPr>
            <a:xfrm>
              <a:off x="1199187" y="3374803"/>
              <a:ext cx="12049831" cy="959036"/>
            </a:xfrm>
            <a:custGeom>
              <a:avLst/>
              <a:pathLst>
                <a:path w="12049831" h="959036">
                  <a:moveTo>
                    <a:pt x="12049831" y="0"/>
                  </a:moveTo>
                  <a:lnTo>
                    <a:pt x="11054891" y="0"/>
                  </a:lnTo>
                  <a:lnTo>
                    <a:pt x="11053761" y="16"/>
                  </a:lnTo>
                  <a:lnTo>
                    <a:pt x="11046300" y="135"/>
                  </a:lnTo>
                  <a:lnTo>
                    <a:pt x="11027392" y="462"/>
                  </a:lnTo>
                  <a:lnTo>
                    <a:pt x="10993334" y="1106"/>
                  </a:lnTo>
                  <a:lnTo>
                    <a:pt x="10942054" y="2172"/>
                  </a:lnTo>
                  <a:lnTo>
                    <a:pt x="10873271" y="3747"/>
                  </a:lnTo>
                  <a:lnTo>
                    <a:pt x="10788435" y="5896"/>
                  </a:lnTo>
                  <a:lnTo>
                    <a:pt x="10690406" y="8658"/>
                  </a:lnTo>
                  <a:lnTo>
                    <a:pt x="10582940" y="12050"/>
                  </a:lnTo>
                  <a:lnTo>
                    <a:pt x="10470091" y="16066"/>
                  </a:lnTo>
                  <a:lnTo>
                    <a:pt x="10355686" y="20696"/>
                  </a:lnTo>
                  <a:lnTo>
                    <a:pt x="10242955" y="25927"/>
                  </a:lnTo>
                  <a:lnTo>
                    <a:pt x="10134350" y="31757"/>
                  </a:lnTo>
                  <a:lnTo>
                    <a:pt x="10031518" y="38196"/>
                  </a:lnTo>
                  <a:lnTo>
                    <a:pt x="9935384" y="45274"/>
                  </a:lnTo>
                  <a:lnTo>
                    <a:pt x="9846287" y="53039"/>
                  </a:lnTo>
                  <a:lnTo>
                    <a:pt x="9764125" y="61561"/>
                  </a:lnTo>
                  <a:lnTo>
                    <a:pt x="9688489" y="70925"/>
                  </a:lnTo>
                  <a:lnTo>
                    <a:pt x="9618772" y="81234"/>
                  </a:lnTo>
                  <a:lnTo>
                    <a:pt x="9554255" y="92603"/>
                  </a:lnTo>
                  <a:lnTo>
                    <a:pt x="9494167" y="105151"/>
                  </a:lnTo>
                  <a:lnTo>
                    <a:pt x="9437735" y="118990"/>
                  </a:lnTo>
                  <a:lnTo>
                    <a:pt x="9384225" y="134206"/>
                  </a:lnTo>
                  <a:lnTo>
                    <a:pt x="9347647" y="145864"/>
                  </a:lnTo>
                  <a:lnTo>
                    <a:pt x="9289535" y="166540"/>
                  </a:lnTo>
                  <a:lnTo>
                    <a:pt x="9233169" y="189174"/>
                  </a:lnTo>
                  <a:lnTo>
                    <a:pt x="9177936" y="213801"/>
                  </a:lnTo>
                  <a:lnTo>
                    <a:pt x="9123375" y="240396"/>
                  </a:lnTo>
                  <a:lnTo>
                    <a:pt x="9069152" y="268871"/>
                  </a:lnTo>
                  <a:lnTo>
                    <a:pt x="9015039" y="299073"/>
                  </a:lnTo>
                  <a:lnTo>
                    <a:pt x="8960896" y="330775"/>
                  </a:lnTo>
                  <a:lnTo>
                    <a:pt x="8906658" y="363690"/>
                  </a:lnTo>
                  <a:lnTo>
                    <a:pt x="8852319" y="397472"/>
                  </a:lnTo>
                  <a:lnTo>
                    <a:pt x="8797912" y="431735"/>
                  </a:lnTo>
                  <a:lnTo>
                    <a:pt x="8743495" y="466069"/>
                  </a:lnTo>
                  <a:lnTo>
                    <a:pt x="8689127" y="500061"/>
                  </a:lnTo>
                  <a:lnTo>
                    <a:pt x="8634853" y="533312"/>
                  </a:lnTo>
                  <a:lnTo>
                    <a:pt x="8580682" y="565463"/>
                  </a:lnTo>
                  <a:lnTo>
                    <a:pt x="8526571" y="596205"/>
                  </a:lnTo>
                  <a:lnTo>
                    <a:pt x="8472406" y="625289"/>
                  </a:lnTo>
                  <a:lnTo>
                    <a:pt x="8417992" y="652538"/>
                  </a:lnTo>
                  <a:lnTo>
                    <a:pt x="8363033" y="677841"/>
                  </a:lnTo>
                  <a:lnTo>
                    <a:pt x="8307113" y="701154"/>
                  </a:lnTo>
                  <a:lnTo>
                    <a:pt x="8249676" y="722490"/>
                  </a:lnTo>
                  <a:lnTo>
                    <a:pt x="8229629" y="729321"/>
                  </a:lnTo>
                  <a:lnTo>
                    <a:pt x="8177790" y="745538"/>
                  </a:lnTo>
                  <a:lnTo>
                    <a:pt x="8123504" y="760348"/>
                  </a:lnTo>
                  <a:lnTo>
                    <a:pt x="8066089" y="773802"/>
                  </a:lnTo>
                  <a:lnTo>
                    <a:pt x="8004796" y="785996"/>
                  </a:lnTo>
                  <a:lnTo>
                    <a:pt x="7938849" y="797045"/>
                  </a:lnTo>
                  <a:lnTo>
                    <a:pt x="7867485" y="807069"/>
                  </a:lnTo>
                  <a:lnTo>
                    <a:pt x="7790012" y="816179"/>
                  </a:lnTo>
                  <a:lnTo>
                    <a:pt x="7705869" y="824473"/>
                  </a:lnTo>
                  <a:lnTo>
                    <a:pt x="7614725" y="832033"/>
                  </a:lnTo>
                  <a:lnTo>
                    <a:pt x="7516590" y="838921"/>
                  </a:lnTo>
                  <a:lnTo>
                    <a:pt x="7411958" y="845181"/>
                  </a:lnTo>
                  <a:lnTo>
                    <a:pt x="7301951" y="850837"/>
                  </a:lnTo>
                  <a:lnTo>
                    <a:pt x="7188446" y="855894"/>
                  </a:lnTo>
                  <a:lnTo>
                    <a:pt x="7074128" y="860347"/>
                  </a:lnTo>
                  <a:lnTo>
                    <a:pt x="6962428" y="864184"/>
                  </a:lnTo>
                  <a:lnTo>
                    <a:pt x="6857285" y="867392"/>
                  </a:lnTo>
                  <a:lnTo>
                    <a:pt x="6762725" y="869975"/>
                  </a:lnTo>
                  <a:lnTo>
                    <a:pt x="6682305" y="871952"/>
                  </a:lnTo>
                  <a:lnTo>
                    <a:pt x="6618523" y="873371"/>
                  </a:lnTo>
                  <a:lnTo>
                    <a:pt x="6572348" y="874304"/>
                  </a:lnTo>
                  <a:lnTo>
                    <a:pt x="6542974" y="874846"/>
                  </a:lnTo>
                  <a:lnTo>
                    <a:pt x="6527835" y="875101"/>
                  </a:lnTo>
                  <a:lnTo>
                    <a:pt x="6522796" y="875179"/>
                  </a:lnTo>
                  <a:lnTo>
                    <a:pt x="6522385" y="875185"/>
                  </a:lnTo>
                  <a:lnTo>
                    <a:pt x="5527445" y="875185"/>
                  </a:lnTo>
                  <a:lnTo>
                    <a:pt x="5526309" y="875187"/>
                  </a:lnTo>
                  <a:lnTo>
                    <a:pt x="5518810" y="875198"/>
                  </a:lnTo>
                  <a:lnTo>
                    <a:pt x="5499806" y="875230"/>
                  </a:lnTo>
                  <a:lnTo>
                    <a:pt x="5465581" y="875292"/>
                  </a:lnTo>
                  <a:lnTo>
                    <a:pt x="5414065" y="875395"/>
                  </a:lnTo>
                  <a:lnTo>
                    <a:pt x="5344990" y="875546"/>
                  </a:lnTo>
                  <a:lnTo>
                    <a:pt x="5259827" y="875753"/>
                  </a:lnTo>
                  <a:lnTo>
                    <a:pt x="5161468" y="876019"/>
                  </a:lnTo>
                  <a:lnTo>
                    <a:pt x="5053695" y="876346"/>
                  </a:lnTo>
                  <a:lnTo>
                    <a:pt x="4940586" y="876732"/>
                  </a:lnTo>
                  <a:lnTo>
                    <a:pt x="4825979" y="877178"/>
                  </a:lnTo>
                  <a:lnTo>
                    <a:pt x="4713109" y="877681"/>
                  </a:lnTo>
                  <a:lnTo>
                    <a:pt x="4604423" y="878242"/>
                  </a:lnTo>
                  <a:lnTo>
                    <a:pt x="4501560" y="878861"/>
                  </a:lnTo>
                  <a:lnTo>
                    <a:pt x="4405435" y="879542"/>
                  </a:lnTo>
                  <a:lnTo>
                    <a:pt x="4316375" y="880290"/>
                  </a:lnTo>
                  <a:lnTo>
                    <a:pt x="4234267" y="881110"/>
                  </a:lnTo>
                  <a:lnTo>
                    <a:pt x="4158691" y="882011"/>
                  </a:lnTo>
                  <a:lnTo>
                    <a:pt x="4089035" y="883004"/>
                  </a:lnTo>
                  <a:lnTo>
                    <a:pt x="4024570" y="884099"/>
                  </a:lnTo>
                  <a:lnTo>
                    <a:pt x="3964522" y="885308"/>
                  </a:lnTo>
                  <a:lnTo>
                    <a:pt x="3908115" y="886641"/>
                  </a:lnTo>
                  <a:lnTo>
                    <a:pt x="3854613" y="888107"/>
                  </a:lnTo>
                  <a:lnTo>
                    <a:pt x="3820202" y="889160"/>
                  </a:lnTo>
                  <a:lnTo>
                    <a:pt x="3758585" y="891269"/>
                  </a:lnTo>
                  <a:lnTo>
                    <a:pt x="3698890" y="893589"/>
                  </a:lnTo>
                  <a:lnTo>
                    <a:pt x="3640400" y="896125"/>
                  </a:lnTo>
                  <a:lnTo>
                    <a:pt x="3582590" y="898871"/>
                  </a:lnTo>
                  <a:lnTo>
                    <a:pt x="3525089" y="901817"/>
                  </a:lnTo>
                  <a:lnTo>
                    <a:pt x="3467654" y="904943"/>
                  </a:lnTo>
                  <a:lnTo>
                    <a:pt x="3410151" y="908219"/>
                  </a:lnTo>
                  <a:lnTo>
                    <a:pt x="3352531" y="911612"/>
                  </a:lnTo>
                  <a:lnTo>
                    <a:pt x="3294812" y="915077"/>
                  </a:lnTo>
                  <a:lnTo>
                    <a:pt x="3237050" y="918571"/>
                  </a:lnTo>
                  <a:lnTo>
                    <a:pt x="3179319" y="922044"/>
                  </a:lnTo>
                  <a:lnTo>
                    <a:pt x="3121680" y="925452"/>
                  </a:lnTo>
                  <a:lnTo>
                    <a:pt x="3064159" y="928750"/>
                  </a:lnTo>
                  <a:lnTo>
                    <a:pt x="3006720" y="931903"/>
                  </a:lnTo>
                  <a:lnTo>
                    <a:pt x="2949243" y="934880"/>
                  </a:lnTo>
                  <a:lnTo>
                    <a:pt x="2891505" y="937660"/>
                  </a:lnTo>
                  <a:lnTo>
                    <a:pt x="2833159" y="940230"/>
                  </a:lnTo>
                  <a:lnTo>
                    <a:pt x="2773705" y="942586"/>
                  </a:lnTo>
                  <a:lnTo>
                    <a:pt x="2712462" y="944729"/>
                  </a:lnTo>
                  <a:lnTo>
                    <a:pt x="2702183" y="945061"/>
                  </a:lnTo>
                  <a:lnTo>
                    <a:pt x="2650249" y="946617"/>
                  </a:lnTo>
                  <a:lnTo>
                    <a:pt x="2595857" y="948038"/>
                  </a:lnTo>
                  <a:lnTo>
                    <a:pt x="2538323" y="949329"/>
                  </a:lnTo>
                  <a:lnTo>
                    <a:pt x="2476893" y="950498"/>
                  </a:lnTo>
                  <a:lnTo>
                    <a:pt x="2410785" y="951558"/>
                  </a:lnTo>
                  <a:lnTo>
                    <a:pt x="2339235" y="952519"/>
                  </a:lnTo>
                  <a:lnTo>
                    <a:pt x="2261547" y="953393"/>
                  </a:lnTo>
                  <a:lnTo>
                    <a:pt x="2177159" y="954188"/>
                  </a:lnTo>
                  <a:lnTo>
                    <a:pt x="2085742" y="954912"/>
                  </a:lnTo>
                  <a:lnTo>
                    <a:pt x="1987312" y="955572"/>
                  </a:lnTo>
                  <a:lnTo>
                    <a:pt x="1882377" y="956172"/>
                  </a:lnTo>
                  <a:lnTo>
                    <a:pt x="1772078" y="956714"/>
                  </a:lnTo>
                  <a:lnTo>
                    <a:pt x="1658318" y="957198"/>
                  </a:lnTo>
                  <a:lnTo>
                    <a:pt x="1543815" y="957624"/>
                  </a:lnTo>
                  <a:lnTo>
                    <a:pt x="1432034" y="957991"/>
                  </a:lnTo>
                  <a:lnTo>
                    <a:pt x="1326944" y="958297"/>
                  </a:lnTo>
                  <a:lnTo>
                    <a:pt x="1232588" y="958543"/>
                  </a:lnTo>
                  <a:lnTo>
                    <a:pt x="1152518" y="958731"/>
                  </a:lnTo>
                  <a:lnTo>
                    <a:pt x="1089204" y="958865"/>
                  </a:lnTo>
                  <a:lnTo>
                    <a:pt x="1043561" y="958954"/>
                  </a:lnTo>
                  <a:lnTo>
                    <a:pt x="1014717" y="959004"/>
                  </a:lnTo>
                  <a:lnTo>
                    <a:pt x="1000029" y="959028"/>
                  </a:lnTo>
                  <a:lnTo>
                    <a:pt x="995283" y="959035"/>
                  </a:lnTo>
                  <a:lnTo>
                    <a:pt x="994940" y="959036"/>
                  </a:lnTo>
                  <a:lnTo>
                    <a:pt x="0" y="959036"/>
                  </a:lnTo>
                  <a:lnTo>
                    <a:pt x="0" y="9590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1" name="pg950"/>
            <p:cNvSpPr/>
            <p:nvPr/>
          </p:nvSpPr>
          <p:spPr>
            <a:xfrm>
              <a:off x="1199187" y="4291914"/>
              <a:ext cx="12049831" cy="235828"/>
            </a:xfrm>
            <a:custGeom>
              <a:avLst/>
              <a:pathLst>
                <a:path w="12049831" h="235828">
                  <a:moveTo>
                    <a:pt x="0" y="52406"/>
                  </a:moveTo>
                  <a:lnTo>
                    <a:pt x="994940" y="52406"/>
                  </a:lnTo>
                  <a:lnTo>
                    <a:pt x="996076" y="52405"/>
                  </a:lnTo>
                  <a:lnTo>
                    <a:pt x="1003576" y="52399"/>
                  </a:lnTo>
                  <a:lnTo>
                    <a:pt x="1022580" y="52381"/>
                  </a:lnTo>
                  <a:lnTo>
                    <a:pt x="1056806" y="52346"/>
                  </a:lnTo>
                  <a:lnTo>
                    <a:pt x="1108323" y="52288"/>
                  </a:lnTo>
                  <a:lnTo>
                    <a:pt x="1177401" y="52203"/>
                  </a:lnTo>
                  <a:lnTo>
                    <a:pt x="1262566" y="52086"/>
                  </a:lnTo>
                  <a:lnTo>
                    <a:pt x="1360927" y="51937"/>
                  </a:lnTo>
                  <a:lnTo>
                    <a:pt x="1468701" y="51753"/>
                  </a:lnTo>
                  <a:lnTo>
                    <a:pt x="1581813" y="51536"/>
                  </a:lnTo>
                  <a:lnTo>
                    <a:pt x="1696421" y="51285"/>
                  </a:lnTo>
                  <a:lnTo>
                    <a:pt x="1809292" y="51002"/>
                  </a:lnTo>
                  <a:lnTo>
                    <a:pt x="1917978" y="50687"/>
                  </a:lnTo>
                  <a:lnTo>
                    <a:pt x="2020841" y="50338"/>
                  </a:lnTo>
                  <a:lnTo>
                    <a:pt x="2116966" y="49955"/>
                  </a:lnTo>
                  <a:lnTo>
                    <a:pt x="2206026" y="49535"/>
                  </a:lnTo>
                  <a:lnTo>
                    <a:pt x="2288134" y="49073"/>
                  </a:lnTo>
                  <a:lnTo>
                    <a:pt x="2363709" y="48566"/>
                  </a:lnTo>
                  <a:lnTo>
                    <a:pt x="2433365" y="48008"/>
                  </a:lnTo>
                  <a:lnTo>
                    <a:pt x="2497829" y="47392"/>
                  </a:lnTo>
                  <a:lnTo>
                    <a:pt x="2557877" y="46712"/>
                  </a:lnTo>
                  <a:lnTo>
                    <a:pt x="2614284" y="45962"/>
                  </a:lnTo>
                  <a:lnTo>
                    <a:pt x="2667786" y="45137"/>
                  </a:lnTo>
                  <a:lnTo>
                    <a:pt x="2702183" y="44545"/>
                  </a:lnTo>
                  <a:lnTo>
                    <a:pt x="2763826" y="43358"/>
                  </a:lnTo>
                  <a:lnTo>
                    <a:pt x="2823545" y="42052"/>
                  </a:lnTo>
                  <a:lnTo>
                    <a:pt x="2882059" y="40626"/>
                  </a:lnTo>
                  <a:lnTo>
                    <a:pt x="2939893" y="39080"/>
                  </a:lnTo>
                  <a:lnTo>
                    <a:pt x="2997419" y="37422"/>
                  </a:lnTo>
                  <a:lnTo>
                    <a:pt x="3054878" y="35663"/>
                  </a:lnTo>
                  <a:lnTo>
                    <a:pt x="3112406" y="33819"/>
                  </a:lnTo>
                  <a:lnTo>
                    <a:pt x="3170051" y="31909"/>
                  </a:lnTo>
                  <a:lnTo>
                    <a:pt x="3227795" y="29959"/>
                  </a:lnTo>
                  <a:lnTo>
                    <a:pt x="3285581" y="27993"/>
                  </a:lnTo>
                  <a:lnTo>
                    <a:pt x="3343337" y="26039"/>
                  </a:lnTo>
                  <a:lnTo>
                    <a:pt x="3400999" y="24121"/>
                  </a:lnTo>
                  <a:lnTo>
                    <a:pt x="3458544" y="22266"/>
                  </a:lnTo>
                  <a:lnTo>
                    <a:pt x="3516008" y="20492"/>
                  </a:lnTo>
                  <a:lnTo>
                    <a:pt x="3573510" y="18817"/>
                  </a:lnTo>
                  <a:lnTo>
                    <a:pt x="3631275" y="17254"/>
                  </a:lnTo>
                  <a:lnTo>
                    <a:pt x="3689653" y="15808"/>
                  </a:lnTo>
                  <a:lnTo>
                    <a:pt x="3749143" y="14483"/>
                  </a:lnTo>
                  <a:lnTo>
                    <a:pt x="3810429" y="13278"/>
                  </a:lnTo>
                  <a:lnTo>
                    <a:pt x="3820202" y="13101"/>
                  </a:lnTo>
                  <a:lnTo>
                    <a:pt x="3872137" y="12226"/>
                  </a:lnTo>
                  <a:lnTo>
                    <a:pt x="3926529" y="11426"/>
                  </a:lnTo>
                  <a:lnTo>
                    <a:pt x="3984064" y="10700"/>
                  </a:lnTo>
                  <a:lnTo>
                    <a:pt x="4045495" y="10042"/>
                  </a:lnTo>
                  <a:lnTo>
                    <a:pt x="4111604" y="9446"/>
                  </a:lnTo>
                  <a:lnTo>
                    <a:pt x="4183155" y="8905"/>
                  </a:lnTo>
                  <a:lnTo>
                    <a:pt x="4260845" y="8414"/>
                  </a:lnTo>
                  <a:lnTo>
                    <a:pt x="4345234" y="7967"/>
                  </a:lnTo>
                  <a:lnTo>
                    <a:pt x="4436653" y="7559"/>
                  </a:lnTo>
                  <a:lnTo>
                    <a:pt x="4535084" y="7188"/>
                  </a:lnTo>
                  <a:lnTo>
                    <a:pt x="4640021" y="6851"/>
                  </a:lnTo>
                  <a:lnTo>
                    <a:pt x="4750322" y="6546"/>
                  </a:lnTo>
                  <a:lnTo>
                    <a:pt x="4864084" y="6274"/>
                  </a:lnTo>
                  <a:lnTo>
                    <a:pt x="4978588" y="6034"/>
                  </a:lnTo>
                  <a:lnTo>
                    <a:pt x="5090370" y="5828"/>
                  </a:lnTo>
                  <a:lnTo>
                    <a:pt x="5195460" y="5656"/>
                  </a:lnTo>
                  <a:lnTo>
                    <a:pt x="5289815" y="5517"/>
                  </a:lnTo>
                  <a:lnTo>
                    <a:pt x="5369882" y="5411"/>
                  </a:lnTo>
                  <a:lnTo>
                    <a:pt x="5433193" y="5336"/>
                  </a:lnTo>
                  <a:lnTo>
                    <a:pt x="5478832" y="5286"/>
                  </a:lnTo>
                  <a:lnTo>
                    <a:pt x="5507673" y="5258"/>
                  </a:lnTo>
                  <a:lnTo>
                    <a:pt x="5522358" y="5244"/>
                  </a:lnTo>
                  <a:lnTo>
                    <a:pt x="5527102" y="524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2" y="5245"/>
                  </a:lnTo>
                  <a:lnTo>
                    <a:pt x="6531018" y="5276"/>
                  </a:lnTo>
                  <a:lnTo>
                    <a:pt x="6550016" y="5363"/>
                  </a:lnTo>
                  <a:lnTo>
                    <a:pt x="6584231" y="5533"/>
                  </a:lnTo>
                  <a:lnTo>
                    <a:pt x="6635732" y="5815"/>
                  </a:lnTo>
                  <a:lnTo>
                    <a:pt x="6704790" y="6232"/>
                  </a:lnTo>
                  <a:lnTo>
                    <a:pt x="6789933" y="6801"/>
                  </a:lnTo>
                  <a:lnTo>
                    <a:pt x="6888272" y="7533"/>
                  </a:lnTo>
                  <a:lnTo>
                    <a:pt x="6996026" y="8430"/>
                  </a:lnTo>
                  <a:lnTo>
                    <a:pt x="7109119" y="9493"/>
                  </a:lnTo>
                  <a:lnTo>
                    <a:pt x="7223714" y="10717"/>
                  </a:lnTo>
                  <a:lnTo>
                    <a:pt x="7336576" y="12101"/>
                  </a:lnTo>
                  <a:lnTo>
                    <a:pt x="7445256" y="13643"/>
                  </a:lnTo>
                  <a:lnTo>
                    <a:pt x="7548117" y="15346"/>
                  </a:lnTo>
                  <a:lnTo>
                    <a:pt x="7644243" y="17218"/>
                  </a:lnTo>
                  <a:lnTo>
                    <a:pt x="7733305" y="19273"/>
                  </a:lnTo>
                  <a:lnTo>
                    <a:pt x="7815417" y="21528"/>
                  </a:lnTo>
                  <a:lnTo>
                    <a:pt x="7890996" y="24006"/>
                  </a:lnTo>
                  <a:lnTo>
                    <a:pt x="7960656" y="26735"/>
                  </a:lnTo>
                  <a:lnTo>
                    <a:pt x="8025124" y="29745"/>
                  </a:lnTo>
                  <a:lnTo>
                    <a:pt x="8085175" y="33068"/>
                  </a:lnTo>
                  <a:lnTo>
                    <a:pt x="8141583" y="36734"/>
                  </a:lnTo>
                  <a:lnTo>
                    <a:pt x="8195086" y="40764"/>
                  </a:lnTo>
                  <a:lnTo>
                    <a:pt x="8229629" y="43671"/>
                  </a:lnTo>
                  <a:lnTo>
                    <a:pt x="8291000" y="49446"/>
                  </a:lnTo>
                  <a:lnTo>
                    <a:pt x="8350463" y="55797"/>
                  </a:lnTo>
                  <a:lnTo>
                    <a:pt x="8408725" y="62735"/>
                  </a:lnTo>
                  <a:lnTo>
                    <a:pt x="8466307" y="70249"/>
                  </a:lnTo>
                  <a:lnTo>
                    <a:pt x="8523579" y="78308"/>
                  </a:lnTo>
                  <a:lnTo>
                    <a:pt x="8580781" y="86859"/>
                  </a:lnTo>
                  <a:lnTo>
                    <a:pt x="8638048" y="95824"/>
                  </a:lnTo>
                  <a:lnTo>
                    <a:pt x="8695431" y="105106"/>
                  </a:lnTo>
                  <a:lnTo>
                    <a:pt x="8752914" y="114594"/>
                  </a:lnTo>
                  <a:lnTo>
                    <a:pt x="8810442" y="124161"/>
                  </a:lnTo>
                  <a:lnTo>
                    <a:pt x="8867942" y="133680"/>
                  </a:lnTo>
                  <a:lnTo>
                    <a:pt x="8925352" y="143023"/>
                  </a:lnTo>
                  <a:lnTo>
                    <a:pt x="8982646" y="152075"/>
                  </a:lnTo>
                  <a:lnTo>
                    <a:pt x="9039855" y="160733"/>
                  </a:lnTo>
                  <a:lnTo>
                    <a:pt x="9097092" y="168917"/>
                  </a:lnTo>
                  <a:lnTo>
                    <a:pt x="9154570" y="176567"/>
                  </a:lnTo>
                  <a:lnTo>
                    <a:pt x="9212626" y="183646"/>
                  </a:lnTo>
                  <a:lnTo>
                    <a:pt x="9271741" y="190139"/>
                  </a:lnTo>
                  <a:lnTo>
                    <a:pt x="9332574" y="196051"/>
                  </a:lnTo>
                  <a:lnTo>
                    <a:pt x="9347647" y="197397"/>
                  </a:lnTo>
                  <a:lnTo>
                    <a:pt x="9399576" y="201676"/>
                  </a:lnTo>
                  <a:lnTo>
                    <a:pt x="9453961" y="205584"/>
                  </a:lnTo>
                  <a:lnTo>
                    <a:pt x="9511488" y="209133"/>
                  </a:lnTo>
                  <a:lnTo>
                    <a:pt x="9572910" y="212350"/>
                  </a:lnTo>
                  <a:lnTo>
                    <a:pt x="9639008" y="215264"/>
                  </a:lnTo>
                  <a:lnTo>
                    <a:pt x="9710546" y="217907"/>
                  </a:lnTo>
                  <a:lnTo>
                    <a:pt x="9788222" y="220308"/>
                  </a:lnTo>
                  <a:lnTo>
                    <a:pt x="9872595" y="222495"/>
                  </a:lnTo>
                  <a:lnTo>
                    <a:pt x="9963995" y="224487"/>
                  </a:lnTo>
                  <a:lnTo>
                    <a:pt x="10062407" y="226303"/>
                  </a:lnTo>
                  <a:lnTo>
                    <a:pt x="10167323" y="227952"/>
                  </a:lnTo>
                  <a:lnTo>
                    <a:pt x="10277604" y="229441"/>
                  </a:lnTo>
                  <a:lnTo>
                    <a:pt x="10391349" y="230773"/>
                  </a:lnTo>
                  <a:lnTo>
                    <a:pt x="10505841" y="231944"/>
                  </a:lnTo>
                  <a:lnTo>
                    <a:pt x="10617617" y="232953"/>
                  </a:lnTo>
                  <a:lnTo>
                    <a:pt x="10722711" y="233795"/>
                  </a:lnTo>
                  <a:lnTo>
                    <a:pt x="10817079" y="234472"/>
                  </a:lnTo>
                  <a:lnTo>
                    <a:pt x="10897171" y="234990"/>
                  </a:lnTo>
                  <a:lnTo>
                    <a:pt x="10960513" y="235360"/>
                  </a:lnTo>
                  <a:lnTo>
                    <a:pt x="11006188" y="235602"/>
                  </a:lnTo>
                  <a:lnTo>
                    <a:pt x="11035065" y="235742"/>
                  </a:lnTo>
                  <a:lnTo>
                    <a:pt x="11049780" y="235807"/>
                  </a:lnTo>
                  <a:lnTo>
                    <a:pt x="11054544" y="235827"/>
                  </a:lnTo>
                  <a:lnTo>
                    <a:pt x="11054891" y="235828"/>
                  </a:lnTo>
                  <a:lnTo>
                    <a:pt x="12049831" y="235828"/>
                  </a:lnTo>
                  <a:lnTo>
                    <a:pt x="12049831" y="230587"/>
                  </a:lnTo>
                  <a:lnTo>
                    <a:pt x="11054891" y="230587"/>
                  </a:lnTo>
                  <a:lnTo>
                    <a:pt x="11053755" y="230583"/>
                  </a:lnTo>
                  <a:lnTo>
                    <a:pt x="11046258" y="230552"/>
                  </a:lnTo>
                  <a:lnTo>
                    <a:pt x="11027260" y="230465"/>
                  </a:lnTo>
                  <a:lnTo>
                    <a:pt x="10993046" y="230294"/>
                  </a:lnTo>
                  <a:lnTo>
                    <a:pt x="10941544" y="230012"/>
                  </a:lnTo>
                  <a:lnTo>
                    <a:pt x="10872487" y="229595"/>
                  </a:lnTo>
                  <a:lnTo>
                    <a:pt x="10787344" y="229026"/>
                  </a:lnTo>
                  <a:lnTo>
                    <a:pt x="10689005" y="228295"/>
                  </a:lnTo>
                  <a:lnTo>
                    <a:pt x="10581251" y="227398"/>
                  </a:lnTo>
                  <a:lnTo>
                    <a:pt x="10468157" y="226335"/>
                  </a:lnTo>
                  <a:lnTo>
                    <a:pt x="10353562" y="225110"/>
                  </a:lnTo>
                  <a:lnTo>
                    <a:pt x="10240701" y="223726"/>
                  </a:lnTo>
                  <a:lnTo>
                    <a:pt x="10132020" y="222185"/>
                  </a:lnTo>
                  <a:lnTo>
                    <a:pt x="10029159" y="220481"/>
                  </a:lnTo>
                  <a:lnTo>
                    <a:pt x="9933034" y="218609"/>
                  </a:lnTo>
                  <a:lnTo>
                    <a:pt x="9843971" y="216555"/>
                  </a:lnTo>
                  <a:lnTo>
                    <a:pt x="9761859" y="214300"/>
                  </a:lnTo>
                  <a:lnTo>
                    <a:pt x="9686281" y="211822"/>
                  </a:lnTo>
                  <a:lnTo>
                    <a:pt x="9616620" y="209092"/>
                  </a:lnTo>
                  <a:lnTo>
                    <a:pt x="9552152" y="206082"/>
                  </a:lnTo>
                  <a:lnTo>
                    <a:pt x="9492102" y="202759"/>
                  </a:lnTo>
                  <a:lnTo>
                    <a:pt x="9435693" y="199094"/>
                  </a:lnTo>
                  <a:lnTo>
                    <a:pt x="9382191" y="195064"/>
                  </a:lnTo>
                  <a:lnTo>
                    <a:pt x="9347647" y="192156"/>
                  </a:lnTo>
                  <a:lnTo>
                    <a:pt x="9286276" y="186382"/>
                  </a:lnTo>
                  <a:lnTo>
                    <a:pt x="9226814" y="180030"/>
                  </a:lnTo>
                  <a:lnTo>
                    <a:pt x="9168552" y="173092"/>
                  </a:lnTo>
                  <a:lnTo>
                    <a:pt x="9110969" y="165578"/>
                  </a:lnTo>
                  <a:lnTo>
                    <a:pt x="9053698" y="157519"/>
                  </a:lnTo>
                  <a:lnTo>
                    <a:pt x="8996496" y="148969"/>
                  </a:lnTo>
                  <a:lnTo>
                    <a:pt x="8939228" y="140004"/>
                  </a:lnTo>
                  <a:lnTo>
                    <a:pt x="8881845" y="130721"/>
                  </a:lnTo>
                  <a:lnTo>
                    <a:pt x="8824362" y="121234"/>
                  </a:lnTo>
                  <a:lnTo>
                    <a:pt x="8766835" y="111666"/>
                  </a:lnTo>
                  <a:lnTo>
                    <a:pt x="8709335" y="102148"/>
                  </a:lnTo>
                  <a:lnTo>
                    <a:pt x="8651925" y="92804"/>
                  </a:lnTo>
                  <a:lnTo>
                    <a:pt x="8594631" y="83753"/>
                  </a:lnTo>
                  <a:lnTo>
                    <a:pt x="8537422" y="75095"/>
                  </a:lnTo>
                  <a:lnTo>
                    <a:pt x="8480185" y="66911"/>
                  </a:lnTo>
                  <a:lnTo>
                    <a:pt x="8422706" y="59261"/>
                  </a:lnTo>
                  <a:lnTo>
                    <a:pt x="8364650" y="52182"/>
                  </a:lnTo>
                  <a:lnTo>
                    <a:pt x="8305536" y="45688"/>
                  </a:lnTo>
                  <a:lnTo>
                    <a:pt x="8244703" y="39776"/>
                  </a:lnTo>
                  <a:lnTo>
                    <a:pt x="8229629" y="38431"/>
                  </a:lnTo>
                  <a:lnTo>
                    <a:pt x="8177700" y="34151"/>
                  </a:lnTo>
                  <a:lnTo>
                    <a:pt x="8123315" y="30243"/>
                  </a:lnTo>
                  <a:lnTo>
                    <a:pt x="8065789" y="26694"/>
                  </a:lnTo>
                  <a:lnTo>
                    <a:pt x="8004366" y="23478"/>
                  </a:lnTo>
                  <a:lnTo>
                    <a:pt x="7938268" y="20564"/>
                  </a:lnTo>
                  <a:lnTo>
                    <a:pt x="7866730" y="17921"/>
                  </a:lnTo>
                  <a:lnTo>
                    <a:pt x="7789055" y="15519"/>
                  </a:lnTo>
                  <a:lnTo>
                    <a:pt x="7704682" y="13333"/>
                  </a:lnTo>
                  <a:lnTo>
                    <a:pt x="7613281" y="11340"/>
                  </a:lnTo>
                  <a:lnTo>
                    <a:pt x="7514870" y="9525"/>
                  </a:lnTo>
                  <a:lnTo>
                    <a:pt x="7409953" y="7876"/>
                  </a:lnTo>
                  <a:lnTo>
                    <a:pt x="7299672" y="6386"/>
                  </a:lnTo>
                  <a:lnTo>
                    <a:pt x="7185928" y="5055"/>
                  </a:lnTo>
                  <a:lnTo>
                    <a:pt x="7071436" y="3883"/>
                  </a:lnTo>
                  <a:lnTo>
                    <a:pt x="6959660" y="2875"/>
                  </a:lnTo>
                  <a:lnTo>
                    <a:pt x="6854566" y="2032"/>
                  </a:lnTo>
                  <a:lnTo>
                    <a:pt x="6760197" y="1355"/>
                  </a:lnTo>
                  <a:lnTo>
                    <a:pt x="6680106" y="838"/>
                  </a:lnTo>
                  <a:lnTo>
                    <a:pt x="6616763" y="468"/>
                  </a:lnTo>
                  <a:lnTo>
                    <a:pt x="6571088" y="225"/>
                  </a:lnTo>
                  <a:lnTo>
                    <a:pt x="6542212" y="85"/>
                  </a:lnTo>
                  <a:lnTo>
                    <a:pt x="6527496" y="20"/>
                  </a:lnTo>
                  <a:lnTo>
                    <a:pt x="6522733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0"/>
                  </a:lnTo>
                  <a:lnTo>
                    <a:pt x="5518809" y="7"/>
                  </a:lnTo>
                  <a:lnTo>
                    <a:pt x="5499805" y="25"/>
                  </a:lnTo>
                  <a:lnTo>
                    <a:pt x="5465579" y="59"/>
                  </a:lnTo>
                  <a:lnTo>
                    <a:pt x="5414062" y="117"/>
                  </a:lnTo>
                  <a:lnTo>
                    <a:pt x="5344984" y="203"/>
                  </a:lnTo>
                  <a:lnTo>
                    <a:pt x="5259819" y="319"/>
                  </a:lnTo>
                  <a:lnTo>
                    <a:pt x="5161458" y="469"/>
                  </a:lnTo>
                  <a:lnTo>
                    <a:pt x="5053684" y="652"/>
                  </a:lnTo>
                  <a:lnTo>
                    <a:pt x="4940572" y="870"/>
                  </a:lnTo>
                  <a:lnTo>
                    <a:pt x="4825964" y="1120"/>
                  </a:lnTo>
                  <a:lnTo>
                    <a:pt x="4713093" y="1403"/>
                  </a:lnTo>
                  <a:lnTo>
                    <a:pt x="4604407" y="1719"/>
                  </a:lnTo>
                  <a:lnTo>
                    <a:pt x="4501544" y="2067"/>
                  </a:lnTo>
                  <a:lnTo>
                    <a:pt x="4405419" y="2450"/>
                  </a:lnTo>
                  <a:lnTo>
                    <a:pt x="4316359" y="2871"/>
                  </a:lnTo>
                  <a:lnTo>
                    <a:pt x="4234251" y="3332"/>
                  </a:lnTo>
                  <a:lnTo>
                    <a:pt x="4158676" y="3839"/>
                  </a:lnTo>
                  <a:lnTo>
                    <a:pt x="4089020" y="4398"/>
                  </a:lnTo>
                  <a:lnTo>
                    <a:pt x="4024556" y="5014"/>
                  </a:lnTo>
                  <a:lnTo>
                    <a:pt x="3964508" y="5693"/>
                  </a:lnTo>
                  <a:lnTo>
                    <a:pt x="3908101" y="6443"/>
                  </a:lnTo>
                  <a:lnTo>
                    <a:pt x="3854599" y="7268"/>
                  </a:lnTo>
                  <a:lnTo>
                    <a:pt x="3820202" y="7860"/>
                  </a:lnTo>
                  <a:lnTo>
                    <a:pt x="3758559" y="9047"/>
                  </a:lnTo>
                  <a:lnTo>
                    <a:pt x="3698840" y="10353"/>
                  </a:lnTo>
                  <a:lnTo>
                    <a:pt x="3640326" y="11780"/>
                  </a:lnTo>
                  <a:lnTo>
                    <a:pt x="3582492" y="13326"/>
                  </a:lnTo>
                  <a:lnTo>
                    <a:pt x="3524966" y="14984"/>
                  </a:lnTo>
                  <a:lnTo>
                    <a:pt x="3467507" y="16743"/>
                  </a:lnTo>
                  <a:lnTo>
                    <a:pt x="3409979" y="18587"/>
                  </a:lnTo>
                  <a:lnTo>
                    <a:pt x="3352334" y="20496"/>
                  </a:lnTo>
                  <a:lnTo>
                    <a:pt x="3294590" y="22446"/>
                  </a:lnTo>
                  <a:lnTo>
                    <a:pt x="3236804" y="24412"/>
                  </a:lnTo>
                  <a:lnTo>
                    <a:pt x="3179048" y="26367"/>
                  </a:lnTo>
                  <a:lnTo>
                    <a:pt x="3121386" y="28284"/>
                  </a:lnTo>
                  <a:lnTo>
                    <a:pt x="3063841" y="30140"/>
                  </a:lnTo>
                  <a:lnTo>
                    <a:pt x="3006377" y="31913"/>
                  </a:lnTo>
                  <a:lnTo>
                    <a:pt x="2948875" y="33588"/>
                  </a:lnTo>
                  <a:lnTo>
                    <a:pt x="2891110" y="35152"/>
                  </a:lnTo>
                  <a:lnTo>
                    <a:pt x="2832732" y="36597"/>
                  </a:lnTo>
                  <a:lnTo>
                    <a:pt x="2773242" y="37922"/>
                  </a:lnTo>
                  <a:lnTo>
                    <a:pt x="2711956" y="39127"/>
                  </a:lnTo>
                  <a:lnTo>
                    <a:pt x="2702183" y="39304"/>
                  </a:lnTo>
                  <a:lnTo>
                    <a:pt x="2650248" y="40180"/>
                  </a:lnTo>
                  <a:lnTo>
                    <a:pt x="2595856" y="40979"/>
                  </a:lnTo>
                  <a:lnTo>
                    <a:pt x="2538321" y="41705"/>
                  </a:lnTo>
                  <a:lnTo>
                    <a:pt x="2476890" y="42363"/>
                  </a:lnTo>
                  <a:lnTo>
                    <a:pt x="2410781" y="42959"/>
                  </a:lnTo>
                  <a:lnTo>
                    <a:pt x="2339230" y="43500"/>
                  </a:lnTo>
                  <a:lnTo>
                    <a:pt x="2261540" y="43991"/>
                  </a:lnTo>
                  <a:lnTo>
                    <a:pt x="2177151" y="44438"/>
                  </a:lnTo>
                  <a:lnTo>
                    <a:pt x="2085732" y="44846"/>
                  </a:lnTo>
                  <a:lnTo>
                    <a:pt x="1987301" y="45217"/>
                  </a:lnTo>
                  <a:lnTo>
                    <a:pt x="1882364" y="45555"/>
                  </a:lnTo>
                  <a:lnTo>
                    <a:pt x="1772063" y="45859"/>
                  </a:lnTo>
                  <a:lnTo>
                    <a:pt x="1658301" y="46132"/>
                  </a:lnTo>
                  <a:lnTo>
                    <a:pt x="1543797" y="46371"/>
                  </a:lnTo>
                  <a:lnTo>
                    <a:pt x="1432015" y="46577"/>
                  </a:lnTo>
                  <a:lnTo>
                    <a:pt x="1326925" y="46750"/>
                  </a:lnTo>
                  <a:lnTo>
                    <a:pt x="1232570" y="46888"/>
                  </a:lnTo>
                  <a:lnTo>
                    <a:pt x="1152503" y="46994"/>
                  </a:lnTo>
                  <a:lnTo>
                    <a:pt x="1089192" y="47070"/>
                  </a:lnTo>
                  <a:lnTo>
                    <a:pt x="1043553" y="47119"/>
                  </a:lnTo>
                  <a:lnTo>
                    <a:pt x="1014712" y="47148"/>
                  </a:lnTo>
                  <a:lnTo>
                    <a:pt x="1000027" y="47161"/>
                  </a:lnTo>
                  <a:lnTo>
                    <a:pt x="995283" y="47165"/>
                  </a:lnTo>
                  <a:lnTo>
                    <a:pt x="994940" y="47165"/>
                  </a:lnTo>
                  <a:lnTo>
                    <a:pt x="0" y="47165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52" name="pl951"/>
            <p:cNvSpPr/>
            <p:nvPr/>
          </p:nvSpPr>
          <p:spPr>
            <a:xfrm>
              <a:off x="1199187" y="4297155"/>
              <a:ext cx="12049831" cy="230587"/>
            </a:xfrm>
            <a:custGeom>
              <a:avLst/>
              <a:pathLst>
                <a:path w="12049831" h="230587">
                  <a:moveTo>
                    <a:pt x="0" y="47165"/>
                  </a:moveTo>
                  <a:lnTo>
                    <a:pt x="994940" y="47165"/>
                  </a:lnTo>
                  <a:lnTo>
                    <a:pt x="996076" y="47164"/>
                  </a:lnTo>
                  <a:lnTo>
                    <a:pt x="1003576" y="47158"/>
                  </a:lnTo>
                  <a:lnTo>
                    <a:pt x="1022580" y="47140"/>
                  </a:lnTo>
                  <a:lnTo>
                    <a:pt x="1056806" y="47105"/>
                  </a:lnTo>
                  <a:lnTo>
                    <a:pt x="1108323" y="47047"/>
                  </a:lnTo>
                  <a:lnTo>
                    <a:pt x="1177401" y="46962"/>
                  </a:lnTo>
                  <a:lnTo>
                    <a:pt x="1262566" y="46846"/>
                  </a:lnTo>
                  <a:lnTo>
                    <a:pt x="1360927" y="46696"/>
                  </a:lnTo>
                  <a:lnTo>
                    <a:pt x="1468701" y="46513"/>
                  </a:lnTo>
                  <a:lnTo>
                    <a:pt x="1581813" y="46295"/>
                  </a:lnTo>
                  <a:lnTo>
                    <a:pt x="1696421" y="46045"/>
                  </a:lnTo>
                  <a:lnTo>
                    <a:pt x="1809292" y="45761"/>
                  </a:lnTo>
                  <a:lnTo>
                    <a:pt x="1917978" y="45446"/>
                  </a:lnTo>
                  <a:lnTo>
                    <a:pt x="2020841" y="45097"/>
                  </a:lnTo>
                  <a:lnTo>
                    <a:pt x="2116966" y="44714"/>
                  </a:lnTo>
                  <a:lnTo>
                    <a:pt x="2206026" y="44294"/>
                  </a:lnTo>
                  <a:lnTo>
                    <a:pt x="2288134" y="43833"/>
                  </a:lnTo>
                  <a:lnTo>
                    <a:pt x="2363709" y="43326"/>
                  </a:lnTo>
                  <a:lnTo>
                    <a:pt x="2433365" y="42767"/>
                  </a:lnTo>
                  <a:lnTo>
                    <a:pt x="2497829" y="42151"/>
                  </a:lnTo>
                  <a:lnTo>
                    <a:pt x="2557877" y="41471"/>
                  </a:lnTo>
                  <a:lnTo>
                    <a:pt x="2614284" y="40721"/>
                  </a:lnTo>
                  <a:lnTo>
                    <a:pt x="2667786" y="39897"/>
                  </a:lnTo>
                  <a:lnTo>
                    <a:pt x="2702183" y="39304"/>
                  </a:lnTo>
                  <a:lnTo>
                    <a:pt x="2763826" y="38118"/>
                  </a:lnTo>
                  <a:lnTo>
                    <a:pt x="2823545" y="36812"/>
                  </a:lnTo>
                  <a:lnTo>
                    <a:pt x="2882059" y="35385"/>
                  </a:lnTo>
                  <a:lnTo>
                    <a:pt x="2939893" y="33839"/>
                  </a:lnTo>
                  <a:lnTo>
                    <a:pt x="2997419" y="32181"/>
                  </a:lnTo>
                  <a:lnTo>
                    <a:pt x="3054878" y="30422"/>
                  </a:lnTo>
                  <a:lnTo>
                    <a:pt x="3112406" y="28578"/>
                  </a:lnTo>
                  <a:lnTo>
                    <a:pt x="3170051" y="26669"/>
                  </a:lnTo>
                  <a:lnTo>
                    <a:pt x="3227795" y="24718"/>
                  </a:lnTo>
                  <a:lnTo>
                    <a:pt x="3285581" y="22752"/>
                  </a:lnTo>
                  <a:lnTo>
                    <a:pt x="3343337" y="20798"/>
                  </a:lnTo>
                  <a:lnTo>
                    <a:pt x="3400999" y="18881"/>
                  </a:lnTo>
                  <a:lnTo>
                    <a:pt x="3458544" y="17025"/>
                  </a:lnTo>
                  <a:lnTo>
                    <a:pt x="3516008" y="15252"/>
                  </a:lnTo>
                  <a:lnTo>
                    <a:pt x="3573510" y="13577"/>
                  </a:lnTo>
                  <a:lnTo>
                    <a:pt x="3631275" y="12013"/>
                  </a:lnTo>
                  <a:lnTo>
                    <a:pt x="3689653" y="10567"/>
                  </a:lnTo>
                  <a:lnTo>
                    <a:pt x="3749143" y="9243"/>
                  </a:lnTo>
                  <a:lnTo>
                    <a:pt x="3810429" y="8038"/>
                  </a:lnTo>
                  <a:lnTo>
                    <a:pt x="3820202" y="7860"/>
                  </a:lnTo>
                  <a:lnTo>
                    <a:pt x="3872137" y="6985"/>
                  </a:lnTo>
                  <a:lnTo>
                    <a:pt x="3926529" y="6186"/>
                  </a:lnTo>
                  <a:lnTo>
                    <a:pt x="3984064" y="5460"/>
                  </a:lnTo>
                  <a:lnTo>
                    <a:pt x="4045495" y="4802"/>
                  </a:lnTo>
                  <a:lnTo>
                    <a:pt x="4111604" y="4206"/>
                  </a:lnTo>
                  <a:lnTo>
                    <a:pt x="4183155" y="3665"/>
                  </a:lnTo>
                  <a:lnTo>
                    <a:pt x="4260845" y="3174"/>
                  </a:lnTo>
                  <a:lnTo>
                    <a:pt x="4345234" y="2726"/>
                  </a:lnTo>
                  <a:lnTo>
                    <a:pt x="4436653" y="2319"/>
                  </a:lnTo>
                  <a:lnTo>
                    <a:pt x="4535084" y="1947"/>
                  </a:lnTo>
                  <a:lnTo>
                    <a:pt x="4640021" y="1610"/>
                  </a:lnTo>
                  <a:lnTo>
                    <a:pt x="4750322" y="1305"/>
                  </a:lnTo>
                  <a:lnTo>
                    <a:pt x="4864084" y="1033"/>
                  </a:lnTo>
                  <a:lnTo>
                    <a:pt x="4978588" y="793"/>
                  </a:lnTo>
                  <a:lnTo>
                    <a:pt x="5090370" y="587"/>
                  </a:lnTo>
                  <a:lnTo>
                    <a:pt x="5195460" y="415"/>
                  </a:lnTo>
                  <a:lnTo>
                    <a:pt x="5289815" y="277"/>
                  </a:lnTo>
                  <a:lnTo>
                    <a:pt x="5369882" y="171"/>
                  </a:lnTo>
                  <a:lnTo>
                    <a:pt x="5433193" y="95"/>
                  </a:lnTo>
                  <a:lnTo>
                    <a:pt x="5478832" y="46"/>
                  </a:lnTo>
                  <a:lnTo>
                    <a:pt x="5507673" y="17"/>
                  </a:lnTo>
                  <a:lnTo>
                    <a:pt x="5522358" y="4"/>
                  </a:lnTo>
                  <a:lnTo>
                    <a:pt x="5527102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2" y="4"/>
                  </a:lnTo>
                  <a:lnTo>
                    <a:pt x="6531018" y="35"/>
                  </a:lnTo>
                  <a:lnTo>
                    <a:pt x="6550016" y="122"/>
                  </a:lnTo>
                  <a:lnTo>
                    <a:pt x="6584231" y="293"/>
                  </a:lnTo>
                  <a:lnTo>
                    <a:pt x="6635732" y="575"/>
                  </a:lnTo>
                  <a:lnTo>
                    <a:pt x="6704790" y="992"/>
                  </a:lnTo>
                  <a:lnTo>
                    <a:pt x="6789933" y="1561"/>
                  </a:lnTo>
                  <a:lnTo>
                    <a:pt x="6888272" y="2292"/>
                  </a:lnTo>
                  <a:lnTo>
                    <a:pt x="6996026" y="3189"/>
                  </a:lnTo>
                  <a:lnTo>
                    <a:pt x="7109119" y="4252"/>
                  </a:lnTo>
                  <a:lnTo>
                    <a:pt x="7223714" y="5477"/>
                  </a:lnTo>
                  <a:lnTo>
                    <a:pt x="7336576" y="6860"/>
                  </a:lnTo>
                  <a:lnTo>
                    <a:pt x="7445256" y="8402"/>
                  </a:lnTo>
                  <a:lnTo>
                    <a:pt x="7548117" y="10105"/>
                  </a:lnTo>
                  <a:lnTo>
                    <a:pt x="7644243" y="11978"/>
                  </a:lnTo>
                  <a:lnTo>
                    <a:pt x="7733305" y="14032"/>
                  </a:lnTo>
                  <a:lnTo>
                    <a:pt x="7815417" y="16287"/>
                  </a:lnTo>
                  <a:lnTo>
                    <a:pt x="7890996" y="18765"/>
                  </a:lnTo>
                  <a:lnTo>
                    <a:pt x="7960656" y="21494"/>
                  </a:lnTo>
                  <a:lnTo>
                    <a:pt x="8025124" y="24505"/>
                  </a:lnTo>
                  <a:lnTo>
                    <a:pt x="8085175" y="27828"/>
                  </a:lnTo>
                  <a:lnTo>
                    <a:pt x="8141583" y="31493"/>
                  </a:lnTo>
                  <a:lnTo>
                    <a:pt x="8195086" y="35523"/>
                  </a:lnTo>
                  <a:lnTo>
                    <a:pt x="8229629" y="38431"/>
                  </a:lnTo>
                  <a:lnTo>
                    <a:pt x="8291000" y="44205"/>
                  </a:lnTo>
                  <a:lnTo>
                    <a:pt x="8350463" y="50556"/>
                  </a:lnTo>
                  <a:lnTo>
                    <a:pt x="8408725" y="57494"/>
                  </a:lnTo>
                  <a:lnTo>
                    <a:pt x="8466307" y="65009"/>
                  </a:lnTo>
                  <a:lnTo>
                    <a:pt x="8523579" y="73068"/>
                  </a:lnTo>
                  <a:lnTo>
                    <a:pt x="8580781" y="81618"/>
                  </a:lnTo>
                  <a:lnTo>
                    <a:pt x="8638048" y="90583"/>
                  </a:lnTo>
                  <a:lnTo>
                    <a:pt x="8695431" y="99866"/>
                  </a:lnTo>
                  <a:lnTo>
                    <a:pt x="8752914" y="109353"/>
                  </a:lnTo>
                  <a:lnTo>
                    <a:pt x="8810442" y="118921"/>
                  </a:lnTo>
                  <a:lnTo>
                    <a:pt x="8867942" y="128439"/>
                  </a:lnTo>
                  <a:lnTo>
                    <a:pt x="8925352" y="137783"/>
                  </a:lnTo>
                  <a:lnTo>
                    <a:pt x="8982646" y="146834"/>
                  </a:lnTo>
                  <a:lnTo>
                    <a:pt x="9039855" y="155492"/>
                  </a:lnTo>
                  <a:lnTo>
                    <a:pt x="9097092" y="163676"/>
                  </a:lnTo>
                  <a:lnTo>
                    <a:pt x="9154570" y="171326"/>
                  </a:lnTo>
                  <a:lnTo>
                    <a:pt x="9212626" y="178405"/>
                  </a:lnTo>
                  <a:lnTo>
                    <a:pt x="9271741" y="184898"/>
                  </a:lnTo>
                  <a:lnTo>
                    <a:pt x="9332574" y="190811"/>
                  </a:lnTo>
                  <a:lnTo>
                    <a:pt x="9347647" y="192156"/>
                  </a:lnTo>
                  <a:lnTo>
                    <a:pt x="9399576" y="196436"/>
                  </a:lnTo>
                  <a:lnTo>
                    <a:pt x="9453961" y="200343"/>
                  </a:lnTo>
                  <a:lnTo>
                    <a:pt x="9511488" y="203893"/>
                  </a:lnTo>
                  <a:lnTo>
                    <a:pt x="9572910" y="207109"/>
                  </a:lnTo>
                  <a:lnTo>
                    <a:pt x="9639008" y="210023"/>
                  </a:lnTo>
                  <a:lnTo>
                    <a:pt x="9710546" y="212666"/>
                  </a:lnTo>
                  <a:lnTo>
                    <a:pt x="9788222" y="215068"/>
                  </a:lnTo>
                  <a:lnTo>
                    <a:pt x="9872595" y="217254"/>
                  </a:lnTo>
                  <a:lnTo>
                    <a:pt x="9963995" y="219247"/>
                  </a:lnTo>
                  <a:lnTo>
                    <a:pt x="10062407" y="221062"/>
                  </a:lnTo>
                  <a:lnTo>
                    <a:pt x="10167323" y="222711"/>
                  </a:lnTo>
                  <a:lnTo>
                    <a:pt x="10277604" y="224201"/>
                  </a:lnTo>
                  <a:lnTo>
                    <a:pt x="10391349" y="225532"/>
                  </a:lnTo>
                  <a:lnTo>
                    <a:pt x="10505841" y="226704"/>
                  </a:lnTo>
                  <a:lnTo>
                    <a:pt x="10617617" y="227712"/>
                  </a:lnTo>
                  <a:lnTo>
                    <a:pt x="10722711" y="228555"/>
                  </a:lnTo>
                  <a:lnTo>
                    <a:pt x="10817079" y="229232"/>
                  </a:lnTo>
                  <a:lnTo>
                    <a:pt x="10897171" y="229749"/>
                  </a:lnTo>
                  <a:lnTo>
                    <a:pt x="10960513" y="230119"/>
                  </a:lnTo>
                  <a:lnTo>
                    <a:pt x="11006188" y="230362"/>
                  </a:lnTo>
                  <a:lnTo>
                    <a:pt x="11035065" y="230501"/>
                  </a:lnTo>
                  <a:lnTo>
                    <a:pt x="11049780" y="230567"/>
                  </a:lnTo>
                  <a:lnTo>
                    <a:pt x="11054544" y="230586"/>
                  </a:lnTo>
                  <a:lnTo>
                    <a:pt x="11054891" y="230587"/>
                  </a:lnTo>
                  <a:lnTo>
                    <a:pt x="12049831" y="230587"/>
                  </a:lnTo>
                  <a:lnTo>
                    <a:pt x="12049831" y="2305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3" name="pl952"/>
            <p:cNvSpPr/>
            <p:nvPr/>
          </p:nvSpPr>
          <p:spPr>
            <a:xfrm>
              <a:off x="1199187" y="4291914"/>
              <a:ext cx="12049831" cy="230587"/>
            </a:xfrm>
            <a:custGeom>
              <a:avLst/>
              <a:pathLst>
                <a:path w="12049831" h="230587">
                  <a:moveTo>
                    <a:pt x="12049831" y="230587"/>
                  </a:moveTo>
                  <a:lnTo>
                    <a:pt x="11054891" y="230587"/>
                  </a:lnTo>
                  <a:lnTo>
                    <a:pt x="11053755" y="230583"/>
                  </a:lnTo>
                  <a:lnTo>
                    <a:pt x="11046258" y="230552"/>
                  </a:lnTo>
                  <a:lnTo>
                    <a:pt x="11027260" y="230465"/>
                  </a:lnTo>
                  <a:lnTo>
                    <a:pt x="10993046" y="230294"/>
                  </a:lnTo>
                  <a:lnTo>
                    <a:pt x="10941544" y="230012"/>
                  </a:lnTo>
                  <a:lnTo>
                    <a:pt x="10872487" y="229595"/>
                  </a:lnTo>
                  <a:lnTo>
                    <a:pt x="10787344" y="229026"/>
                  </a:lnTo>
                  <a:lnTo>
                    <a:pt x="10689005" y="228295"/>
                  </a:lnTo>
                  <a:lnTo>
                    <a:pt x="10581251" y="227398"/>
                  </a:lnTo>
                  <a:lnTo>
                    <a:pt x="10468157" y="226335"/>
                  </a:lnTo>
                  <a:lnTo>
                    <a:pt x="10353562" y="225110"/>
                  </a:lnTo>
                  <a:lnTo>
                    <a:pt x="10240701" y="223726"/>
                  </a:lnTo>
                  <a:lnTo>
                    <a:pt x="10132020" y="222185"/>
                  </a:lnTo>
                  <a:lnTo>
                    <a:pt x="10029159" y="220481"/>
                  </a:lnTo>
                  <a:lnTo>
                    <a:pt x="9933034" y="218609"/>
                  </a:lnTo>
                  <a:lnTo>
                    <a:pt x="9843971" y="216555"/>
                  </a:lnTo>
                  <a:lnTo>
                    <a:pt x="9761859" y="214300"/>
                  </a:lnTo>
                  <a:lnTo>
                    <a:pt x="9686281" y="211822"/>
                  </a:lnTo>
                  <a:lnTo>
                    <a:pt x="9616620" y="209092"/>
                  </a:lnTo>
                  <a:lnTo>
                    <a:pt x="9552152" y="206082"/>
                  </a:lnTo>
                  <a:lnTo>
                    <a:pt x="9492102" y="202759"/>
                  </a:lnTo>
                  <a:lnTo>
                    <a:pt x="9435693" y="199094"/>
                  </a:lnTo>
                  <a:lnTo>
                    <a:pt x="9382191" y="195064"/>
                  </a:lnTo>
                  <a:lnTo>
                    <a:pt x="9347647" y="192156"/>
                  </a:lnTo>
                  <a:lnTo>
                    <a:pt x="9286276" y="186382"/>
                  </a:lnTo>
                  <a:lnTo>
                    <a:pt x="9226814" y="180030"/>
                  </a:lnTo>
                  <a:lnTo>
                    <a:pt x="9168552" y="173092"/>
                  </a:lnTo>
                  <a:lnTo>
                    <a:pt x="9110969" y="165578"/>
                  </a:lnTo>
                  <a:lnTo>
                    <a:pt x="9053698" y="157519"/>
                  </a:lnTo>
                  <a:lnTo>
                    <a:pt x="8996496" y="148969"/>
                  </a:lnTo>
                  <a:lnTo>
                    <a:pt x="8939228" y="140004"/>
                  </a:lnTo>
                  <a:lnTo>
                    <a:pt x="8881845" y="130721"/>
                  </a:lnTo>
                  <a:lnTo>
                    <a:pt x="8824362" y="121234"/>
                  </a:lnTo>
                  <a:lnTo>
                    <a:pt x="8766835" y="111666"/>
                  </a:lnTo>
                  <a:lnTo>
                    <a:pt x="8709335" y="102148"/>
                  </a:lnTo>
                  <a:lnTo>
                    <a:pt x="8651925" y="92804"/>
                  </a:lnTo>
                  <a:lnTo>
                    <a:pt x="8594631" y="83753"/>
                  </a:lnTo>
                  <a:lnTo>
                    <a:pt x="8537422" y="75095"/>
                  </a:lnTo>
                  <a:lnTo>
                    <a:pt x="8480185" y="66911"/>
                  </a:lnTo>
                  <a:lnTo>
                    <a:pt x="8422706" y="59261"/>
                  </a:lnTo>
                  <a:lnTo>
                    <a:pt x="8364650" y="52182"/>
                  </a:lnTo>
                  <a:lnTo>
                    <a:pt x="8305536" y="45688"/>
                  </a:lnTo>
                  <a:lnTo>
                    <a:pt x="8244703" y="39776"/>
                  </a:lnTo>
                  <a:lnTo>
                    <a:pt x="8229629" y="38431"/>
                  </a:lnTo>
                  <a:lnTo>
                    <a:pt x="8177700" y="34151"/>
                  </a:lnTo>
                  <a:lnTo>
                    <a:pt x="8123315" y="30243"/>
                  </a:lnTo>
                  <a:lnTo>
                    <a:pt x="8065789" y="26694"/>
                  </a:lnTo>
                  <a:lnTo>
                    <a:pt x="8004366" y="23478"/>
                  </a:lnTo>
                  <a:lnTo>
                    <a:pt x="7938268" y="20564"/>
                  </a:lnTo>
                  <a:lnTo>
                    <a:pt x="7866730" y="17921"/>
                  </a:lnTo>
                  <a:lnTo>
                    <a:pt x="7789055" y="15519"/>
                  </a:lnTo>
                  <a:lnTo>
                    <a:pt x="7704682" y="13333"/>
                  </a:lnTo>
                  <a:lnTo>
                    <a:pt x="7613281" y="11340"/>
                  </a:lnTo>
                  <a:lnTo>
                    <a:pt x="7514870" y="9525"/>
                  </a:lnTo>
                  <a:lnTo>
                    <a:pt x="7409953" y="7876"/>
                  </a:lnTo>
                  <a:lnTo>
                    <a:pt x="7299672" y="6386"/>
                  </a:lnTo>
                  <a:lnTo>
                    <a:pt x="7185928" y="5055"/>
                  </a:lnTo>
                  <a:lnTo>
                    <a:pt x="7071436" y="3883"/>
                  </a:lnTo>
                  <a:lnTo>
                    <a:pt x="6959660" y="2875"/>
                  </a:lnTo>
                  <a:lnTo>
                    <a:pt x="6854566" y="2032"/>
                  </a:lnTo>
                  <a:lnTo>
                    <a:pt x="6760197" y="1355"/>
                  </a:lnTo>
                  <a:lnTo>
                    <a:pt x="6680106" y="838"/>
                  </a:lnTo>
                  <a:lnTo>
                    <a:pt x="6616763" y="468"/>
                  </a:lnTo>
                  <a:lnTo>
                    <a:pt x="6571088" y="225"/>
                  </a:lnTo>
                  <a:lnTo>
                    <a:pt x="6542212" y="85"/>
                  </a:lnTo>
                  <a:lnTo>
                    <a:pt x="6527496" y="20"/>
                  </a:lnTo>
                  <a:lnTo>
                    <a:pt x="6522733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0"/>
                  </a:lnTo>
                  <a:lnTo>
                    <a:pt x="5518809" y="7"/>
                  </a:lnTo>
                  <a:lnTo>
                    <a:pt x="5499805" y="25"/>
                  </a:lnTo>
                  <a:lnTo>
                    <a:pt x="5465579" y="59"/>
                  </a:lnTo>
                  <a:lnTo>
                    <a:pt x="5414062" y="117"/>
                  </a:lnTo>
                  <a:lnTo>
                    <a:pt x="5344984" y="203"/>
                  </a:lnTo>
                  <a:lnTo>
                    <a:pt x="5259819" y="319"/>
                  </a:lnTo>
                  <a:lnTo>
                    <a:pt x="5161458" y="469"/>
                  </a:lnTo>
                  <a:lnTo>
                    <a:pt x="5053684" y="652"/>
                  </a:lnTo>
                  <a:lnTo>
                    <a:pt x="4940572" y="870"/>
                  </a:lnTo>
                  <a:lnTo>
                    <a:pt x="4825964" y="1120"/>
                  </a:lnTo>
                  <a:lnTo>
                    <a:pt x="4713093" y="1403"/>
                  </a:lnTo>
                  <a:lnTo>
                    <a:pt x="4604407" y="1719"/>
                  </a:lnTo>
                  <a:lnTo>
                    <a:pt x="4501544" y="2067"/>
                  </a:lnTo>
                  <a:lnTo>
                    <a:pt x="4405419" y="2450"/>
                  </a:lnTo>
                  <a:lnTo>
                    <a:pt x="4316359" y="2871"/>
                  </a:lnTo>
                  <a:lnTo>
                    <a:pt x="4234251" y="3332"/>
                  </a:lnTo>
                  <a:lnTo>
                    <a:pt x="4158676" y="3839"/>
                  </a:lnTo>
                  <a:lnTo>
                    <a:pt x="4089020" y="4398"/>
                  </a:lnTo>
                  <a:lnTo>
                    <a:pt x="4024556" y="5014"/>
                  </a:lnTo>
                  <a:lnTo>
                    <a:pt x="3964508" y="5693"/>
                  </a:lnTo>
                  <a:lnTo>
                    <a:pt x="3908101" y="6443"/>
                  </a:lnTo>
                  <a:lnTo>
                    <a:pt x="3854599" y="7268"/>
                  </a:lnTo>
                  <a:lnTo>
                    <a:pt x="3820202" y="7860"/>
                  </a:lnTo>
                  <a:lnTo>
                    <a:pt x="3758559" y="9047"/>
                  </a:lnTo>
                  <a:lnTo>
                    <a:pt x="3698840" y="10353"/>
                  </a:lnTo>
                  <a:lnTo>
                    <a:pt x="3640326" y="11780"/>
                  </a:lnTo>
                  <a:lnTo>
                    <a:pt x="3582492" y="13326"/>
                  </a:lnTo>
                  <a:lnTo>
                    <a:pt x="3524966" y="14984"/>
                  </a:lnTo>
                  <a:lnTo>
                    <a:pt x="3467507" y="16743"/>
                  </a:lnTo>
                  <a:lnTo>
                    <a:pt x="3409979" y="18587"/>
                  </a:lnTo>
                  <a:lnTo>
                    <a:pt x="3352334" y="20496"/>
                  </a:lnTo>
                  <a:lnTo>
                    <a:pt x="3294590" y="22446"/>
                  </a:lnTo>
                  <a:lnTo>
                    <a:pt x="3236804" y="24412"/>
                  </a:lnTo>
                  <a:lnTo>
                    <a:pt x="3179048" y="26367"/>
                  </a:lnTo>
                  <a:lnTo>
                    <a:pt x="3121386" y="28284"/>
                  </a:lnTo>
                  <a:lnTo>
                    <a:pt x="3063841" y="30140"/>
                  </a:lnTo>
                  <a:lnTo>
                    <a:pt x="3006377" y="31913"/>
                  </a:lnTo>
                  <a:lnTo>
                    <a:pt x="2948875" y="33588"/>
                  </a:lnTo>
                  <a:lnTo>
                    <a:pt x="2891110" y="35152"/>
                  </a:lnTo>
                  <a:lnTo>
                    <a:pt x="2832732" y="36597"/>
                  </a:lnTo>
                  <a:lnTo>
                    <a:pt x="2773242" y="37922"/>
                  </a:lnTo>
                  <a:lnTo>
                    <a:pt x="2711956" y="39127"/>
                  </a:lnTo>
                  <a:lnTo>
                    <a:pt x="2702183" y="39304"/>
                  </a:lnTo>
                  <a:lnTo>
                    <a:pt x="2650248" y="40180"/>
                  </a:lnTo>
                  <a:lnTo>
                    <a:pt x="2595856" y="40979"/>
                  </a:lnTo>
                  <a:lnTo>
                    <a:pt x="2538321" y="41705"/>
                  </a:lnTo>
                  <a:lnTo>
                    <a:pt x="2476890" y="42363"/>
                  </a:lnTo>
                  <a:lnTo>
                    <a:pt x="2410781" y="42959"/>
                  </a:lnTo>
                  <a:lnTo>
                    <a:pt x="2339230" y="43500"/>
                  </a:lnTo>
                  <a:lnTo>
                    <a:pt x="2261540" y="43991"/>
                  </a:lnTo>
                  <a:lnTo>
                    <a:pt x="2177151" y="44438"/>
                  </a:lnTo>
                  <a:lnTo>
                    <a:pt x="2085732" y="44846"/>
                  </a:lnTo>
                  <a:lnTo>
                    <a:pt x="1987301" y="45217"/>
                  </a:lnTo>
                  <a:lnTo>
                    <a:pt x="1882364" y="45555"/>
                  </a:lnTo>
                  <a:lnTo>
                    <a:pt x="1772063" y="45859"/>
                  </a:lnTo>
                  <a:lnTo>
                    <a:pt x="1658301" y="46132"/>
                  </a:lnTo>
                  <a:lnTo>
                    <a:pt x="1543797" y="46371"/>
                  </a:lnTo>
                  <a:lnTo>
                    <a:pt x="1432015" y="46577"/>
                  </a:lnTo>
                  <a:lnTo>
                    <a:pt x="1326925" y="46750"/>
                  </a:lnTo>
                  <a:lnTo>
                    <a:pt x="1232570" y="46888"/>
                  </a:lnTo>
                  <a:lnTo>
                    <a:pt x="1152503" y="46994"/>
                  </a:lnTo>
                  <a:lnTo>
                    <a:pt x="1089192" y="47070"/>
                  </a:lnTo>
                  <a:lnTo>
                    <a:pt x="1043553" y="47119"/>
                  </a:lnTo>
                  <a:lnTo>
                    <a:pt x="1014712" y="47148"/>
                  </a:lnTo>
                  <a:lnTo>
                    <a:pt x="1000027" y="47161"/>
                  </a:lnTo>
                  <a:lnTo>
                    <a:pt x="995283" y="47165"/>
                  </a:lnTo>
                  <a:lnTo>
                    <a:pt x="994940" y="47165"/>
                  </a:lnTo>
                  <a:lnTo>
                    <a:pt x="0" y="47165"/>
                  </a:lnTo>
                  <a:lnTo>
                    <a:pt x="0" y="471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4" name="pg953"/>
            <p:cNvSpPr/>
            <p:nvPr/>
          </p:nvSpPr>
          <p:spPr>
            <a:xfrm>
              <a:off x="1199187" y="4318117"/>
              <a:ext cx="12049831" cy="618394"/>
            </a:xfrm>
            <a:custGeom>
              <a:avLst/>
              <a:pathLst>
                <a:path w="12049831" h="618394">
                  <a:moveTo>
                    <a:pt x="0" y="31443"/>
                  </a:moveTo>
                  <a:lnTo>
                    <a:pt x="994940" y="31443"/>
                  </a:lnTo>
                  <a:lnTo>
                    <a:pt x="996076" y="31443"/>
                  </a:lnTo>
                  <a:lnTo>
                    <a:pt x="1003576" y="31439"/>
                  </a:lnTo>
                  <a:lnTo>
                    <a:pt x="1022580" y="31429"/>
                  </a:lnTo>
                  <a:lnTo>
                    <a:pt x="1056807" y="31410"/>
                  </a:lnTo>
                  <a:lnTo>
                    <a:pt x="1108324" y="31378"/>
                  </a:lnTo>
                  <a:lnTo>
                    <a:pt x="1177402" y="31331"/>
                  </a:lnTo>
                  <a:lnTo>
                    <a:pt x="1262568" y="31266"/>
                  </a:lnTo>
                  <a:lnTo>
                    <a:pt x="1360930" y="31183"/>
                  </a:lnTo>
                  <a:lnTo>
                    <a:pt x="1468705" y="31081"/>
                  </a:lnTo>
                  <a:lnTo>
                    <a:pt x="1581817" y="30960"/>
                  </a:lnTo>
                  <a:lnTo>
                    <a:pt x="1696425" y="30821"/>
                  </a:lnTo>
                  <a:lnTo>
                    <a:pt x="1809297" y="30663"/>
                  </a:lnTo>
                  <a:lnTo>
                    <a:pt x="1917983" y="30488"/>
                  </a:lnTo>
                  <a:lnTo>
                    <a:pt x="2020846" y="30295"/>
                  </a:lnTo>
                  <a:lnTo>
                    <a:pt x="2116971" y="30082"/>
                  </a:lnTo>
                  <a:lnTo>
                    <a:pt x="2206031" y="29848"/>
                  </a:lnTo>
                  <a:lnTo>
                    <a:pt x="2288139" y="29592"/>
                  </a:lnTo>
                  <a:lnTo>
                    <a:pt x="2363713" y="29310"/>
                  </a:lnTo>
                  <a:lnTo>
                    <a:pt x="2433370" y="29000"/>
                  </a:lnTo>
                  <a:lnTo>
                    <a:pt x="2497834" y="28658"/>
                  </a:lnTo>
                  <a:lnTo>
                    <a:pt x="2557881" y="28280"/>
                  </a:lnTo>
                  <a:lnTo>
                    <a:pt x="2614288" y="27863"/>
                  </a:lnTo>
                  <a:lnTo>
                    <a:pt x="2667790" y="27405"/>
                  </a:lnTo>
                  <a:lnTo>
                    <a:pt x="2702183" y="27076"/>
                  </a:lnTo>
                  <a:lnTo>
                    <a:pt x="2763834" y="26417"/>
                  </a:lnTo>
                  <a:lnTo>
                    <a:pt x="2823562" y="25691"/>
                  </a:lnTo>
                  <a:lnTo>
                    <a:pt x="2882083" y="24898"/>
                  </a:lnTo>
                  <a:lnTo>
                    <a:pt x="2939925" y="24039"/>
                  </a:lnTo>
                  <a:lnTo>
                    <a:pt x="2997458" y="23118"/>
                  </a:lnTo>
                  <a:lnTo>
                    <a:pt x="3054925" y="22141"/>
                  </a:lnTo>
                  <a:lnTo>
                    <a:pt x="3112461" y="21116"/>
                  </a:lnTo>
                  <a:lnTo>
                    <a:pt x="3170114" y="20055"/>
                  </a:lnTo>
                  <a:lnTo>
                    <a:pt x="3227866" y="18972"/>
                  </a:lnTo>
                  <a:lnTo>
                    <a:pt x="3285660" y="17879"/>
                  </a:lnTo>
                  <a:lnTo>
                    <a:pt x="3343424" y="16793"/>
                  </a:lnTo>
                  <a:lnTo>
                    <a:pt x="3401094" y="15728"/>
                  </a:lnTo>
                  <a:lnTo>
                    <a:pt x="3458647" y="14697"/>
                  </a:lnTo>
                  <a:lnTo>
                    <a:pt x="3516118" y="13712"/>
                  </a:lnTo>
                  <a:lnTo>
                    <a:pt x="3573628" y="12781"/>
                  </a:lnTo>
                  <a:lnTo>
                    <a:pt x="3631402" y="11913"/>
                  </a:lnTo>
                  <a:lnTo>
                    <a:pt x="3689789" y="11109"/>
                  </a:lnTo>
                  <a:lnTo>
                    <a:pt x="3749291" y="10374"/>
                  </a:lnTo>
                  <a:lnTo>
                    <a:pt x="3810591" y="9704"/>
                  </a:lnTo>
                  <a:lnTo>
                    <a:pt x="3820202" y="9607"/>
                  </a:lnTo>
                  <a:lnTo>
                    <a:pt x="3872137" y="9121"/>
                  </a:lnTo>
                  <a:lnTo>
                    <a:pt x="3926529" y="8677"/>
                  </a:lnTo>
                  <a:lnTo>
                    <a:pt x="3984064" y="8273"/>
                  </a:lnTo>
                  <a:lnTo>
                    <a:pt x="4045496" y="7908"/>
                  </a:lnTo>
                  <a:lnTo>
                    <a:pt x="4111605" y="7577"/>
                  </a:lnTo>
                  <a:lnTo>
                    <a:pt x="4183156" y="7276"/>
                  </a:lnTo>
                  <a:lnTo>
                    <a:pt x="4260847" y="7003"/>
                  </a:lnTo>
                  <a:lnTo>
                    <a:pt x="4345237" y="6755"/>
                  </a:lnTo>
                  <a:lnTo>
                    <a:pt x="4436656" y="6529"/>
                  </a:lnTo>
                  <a:lnTo>
                    <a:pt x="4535088" y="6322"/>
                  </a:lnTo>
                  <a:lnTo>
                    <a:pt x="4640026" y="6135"/>
                  </a:lnTo>
                  <a:lnTo>
                    <a:pt x="4750327" y="5966"/>
                  </a:lnTo>
                  <a:lnTo>
                    <a:pt x="4864090" y="5814"/>
                  </a:lnTo>
                  <a:lnTo>
                    <a:pt x="4978594" y="5681"/>
                  </a:lnTo>
                  <a:lnTo>
                    <a:pt x="5090376" y="5567"/>
                  </a:lnTo>
                  <a:lnTo>
                    <a:pt x="5195466" y="5471"/>
                  </a:lnTo>
                  <a:lnTo>
                    <a:pt x="5289820" y="5394"/>
                  </a:lnTo>
                  <a:lnTo>
                    <a:pt x="5369887" y="5335"/>
                  </a:lnTo>
                  <a:lnTo>
                    <a:pt x="5433197" y="5293"/>
                  </a:lnTo>
                  <a:lnTo>
                    <a:pt x="5478835" y="5266"/>
                  </a:lnTo>
                  <a:lnTo>
                    <a:pt x="5507674" y="5250"/>
                  </a:lnTo>
                  <a:lnTo>
                    <a:pt x="5522359" y="5242"/>
                  </a:lnTo>
                  <a:lnTo>
                    <a:pt x="5527102" y="524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9" y="5252"/>
                  </a:lnTo>
                  <a:lnTo>
                    <a:pt x="6530999" y="5335"/>
                  </a:lnTo>
                  <a:lnTo>
                    <a:pt x="6549956" y="5565"/>
                  </a:lnTo>
                  <a:lnTo>
                    <a:pt x="6584100" y="6018"/>
                  </a:lnTo>
                  <a:lnTo>
                    <a:pt x="6635501" y="6766"/>
                  </a:lnTo>
                  <a:lnTo>
                    <a:pt x="6704434" y="7873"/>
                  </a:lnTo>
                  <a:lnTo>
                    <a:pt x="6789437" y="9382"/>
                  </a:lnTo>
                  <a:lnTo>
                    <a:pt x="6887635" y="11323"/>
                  </a:lnTo>
                  <a:lnTo>
                    <a:pt x="6995259" y="13704"/>
                  </a:lnTo>
                  <a:lnTo>
                    <a:pt x="7108241" y="16525"/>
                  </a:lnTo>
                  <a:lnTo>
                    <a:pt x="7222750" y="19775"/>
                  </a:lnTo>
                  <a:lnTo>
                    <a:pt x="7335553" y="23448"/>
                  </a:lnTo>
                  <a:lnTo>
                    <a:pt x="7444199" y="27541"/>
                  </a:lnTo>
                  <a:lnTo>
                    <a:pt x="7547047" y="32062"/>
                  </a:lnTo>
                  <a:lnTo>
                    <a:pt x="7643177" y="37031"/>
                  </a:lnTo>
                  <a:lnTo>
                    <a:pt x="7732255" y="42484"/>
                  </a:lnTo>
                  <a:lnTo>
                    <a:pt x="7814389" y="48468"/>
                  </a:lnTo>
                  <a:lnTo>
                    <a:pt x="7889994" y="55045"/>
                  </a:lnTo>
                  <a:lnTo>
                    <a:pt x="7959680" y="62286"/>
                  </a:lnTo>
                  <a:lnTo>
                    <a:pt x="8024170" y="70273"/>
                  </a:lnTo>
                  <a:lnTo>
                    <a:pt x="8084238" y="79089"/>
                  </a:lnTo>
                  <a:lnTo>
                    <a:pt x="8140657" y="88812"/>
                  </a:lnTo>
                  <a:lnTo>
                    <a:pt x="8194163" y="99502"/>
                  </a:lnTo>
                  <a:lnTo>
                    <a:pt x="8229629" y="107432"/>
                  </a:lnTo>
                  <a:lnTo>
                    <a:pt x="8289412" y="122363"/>
                  </a:lnTo>
                  <a:lnTo>
                    <a:pt x="8347367" y="138747"/>
                  </a:lnTo>
                  <a:lnTo>
                    <a:pt x="8404153" y="156611"/>
                  </a:lnTo>
                  <a:lnTo>
                    <a:pt x="8460262" y="175931"/>
                  </a:lnTo>
                  <a:lnTo>
                    <a:pt x="8516047" y="196636"/>
                  </a:lnTo>
                  <a:lnTo>
                    <a:pt x="8571741" y="218600"/>
                  </a:lnTo>
                  <a:lnTo>
                    <a:pt x="8627484" y="241644"/>
                  </a:lnTo>
                  <a:lnTo>
                    <a:pt x="8683334" y="265538"/>
                  </a:lnTo>
                  <a:lnTo>
                    <a:pt x="8739285" y="290011"/>
                  </a:lnTo>
                  <a:lnTo>
                    <a:pt x="8795293" y="314762"/>
                  </a:lnTo>
                  <a:lnTo>
                    <a:pt x="8851294" y="339475"/>
                  </a:lnTo>
                  <a:lnTo>
                    <a:pt x="8907224" y="363837"/>
                  </a:lnTo>
                  <a:lnTo>
                    <a:pt x="8963046" y="387553"/>
                  </a:lnTo>
                  <a:lnTo>
                    <a:pt x="9018770" y="410359"/>
                  </a:lnTo>
                  <a:lnTo>
                    <a:pt x="9074470" y="432038"/>
                  </a:lnTo>
                  <a:lnTo>
                    <a:pt x="9130306" y="452424"/>
                  </a:lnTo>
                  <a:lnTo>
                    <a:pt x="9186540" y="471402"/>
                  </a:lnTo>
                  <a:lnTo>
                    <a:pt x="9243553" y="488914"/>
                  </a:lnTo>
                  <a:lnTo>
                    <a:pt x="9301875" y="504950"/>
                  </a:lnTo>
                  <a:lnTo>
                    <a:pt x="9347647" y="516202"/>
                  </a:lnTo>
                  <a:lnTo>
                    <a:pt x="9399536" y="527573"/>
                  </a:lnTo>
                  <a:lnTo>
                    <a:pt x="9453876" y="537958"/>
                  </a:lnTo>
                  <a:lnTo>
                    <a:pt x="9511351" y="547390"/>
                  </a:lnTo>
                  <a:lnTo>
                    <a:pt x="9572715" y="555938"/>
                  </a:lnTo>
                  <a:lnTo>
                    <a:pt x="9638745" y="563684"/>
                  </a:lnTo>
                  <a:lnTo>
                    <a:pt x="9710203" y="570709"/>
                  </a:lnTo>
                  <a:lnTo>
                    <a:pt x="9787787" y="577094"/>
                  </a:lnTo>
                  <a:lnTo>
                    <a:pt x="9872056" y="582906"/>
                  </a:lnTo>
                  <a:lnTo>
                    <a:pt x="9963340" y="588204"/>
                  </a:lnTo>
                  <a:lnTo>
                    <a:pt x="10061626" y="593030"/>
                  </a:lnTo>
                  <a:lnTo>
                    <a:pt x="10166413" y="597416"/>
                  </a:lnTo>
                  <a:lnTo>
                    <a:pt x="10276570" y="601377"/>
                  </a:lnTo>
                  <a:lnTo>
                    <a:pt x="10390206" y="604919"/>
                  </a:lnTo>
                  <a:lnTo>
                    <a:pt x="10504619" y="608036"/>
                  </a:lnTo>
                  <a:lnTo>
                    <a:pt x="10616361" y="610721"/>
                  </a:lnTo>
                  <a:lnTo>
                    <a:pt x="10721478" y="612964"/>
                  </a:lnTo>
                  <a:lnTo>
                    <a:pt x="10815934" y="614769"/>
                  </a:lnTo>
                  <a:lnTo>
                    <a:pt x="10896175" y="616148"/>
                  </a:lnTo>
                  <a:lnTo>
                    <a:pt x="10959717" y="617137"/>
                  </a:lnTo>
                  <a:lnTo>
                    <a:pt x="11005619" y="617786"/>
                  </a:lnTo>
                  <a:lnTo>
                    <a:pt x="11034721" y="618162"/>
                  </a:lnTo>
                  <a:lnTo>
                    <a:pt x="11049628" y="618338"/>
                  </a:lnTo>
                  <a:lnTo>
                    <a:pt x="11054516" y="618391"/>
                  </a:lnTo>
                  <a:lnTo>
                    <a:pt x="11054891" y="618394"/>
                  </a:lnTo>
                  <a:lnTo>
                    <a:pt x="12049831" y="618394"/>
                  </a:lnTo>
                  <a:lnTo>
                    <a:pt x="12049831" y="613154"/>
                  </a:lnTo>
                  <a:lnTo>
                    <a:pt x="11054891" y="613154"/>
                  </a:lnTo>
                  <a:lnTo>
                    <a:pt x="11053758" y="613142"/>
                  </a:lnTo>
                  <a:lnTo>
                    <a:pt x="11046277" y="613059"/>
                  </a:lnTo>
                  <a:lnTo>
                    <a:pt x="11027320" y="612829"/>
                  </a:lnTo>
                  <a:lnTo>
                    <a:pt x="10993176" y="612376"/>
                  </a:lnTo>
                  <a:lnTo>
                    <a:pt x="10941776" y="611627"/>
                  </a:lnTo>
                  <a:lnTo>
                    <a:pt x="10872843" y="610521"/>
                  </a:lnTo>
                  <a:lnTo>
                    <a:pt x="10787839" y="609012"/>
                  </a:lnTo>
                  <a:lnTo>
                    <a:pt x="10689641" y="607071"/>
                  </a:lnTo>
                  <a:lnTo>
                    <a:pt x="10582018" y="604690"/>
                  </a:lnTo>
                  <a:lnTo>
                    <a:pt x="10469035" y="601869"/>
                  </a:lnTo>
                  <a:lnTo>
                    <a:pt x="10354526" y="598618"/>
                  </a:lnTo>
                  <a:lnTo>
                    <a:pt x="10241724" y="594946"/>
                  </a:lnTo>
                  <a:lnTo>
                    <a:pt x="10133077" y="590853"/>
                  </a:lnTo>
                  <a:lnTo>
                    <a:pt x="10030229" y="586332"/>
                  </a:lnTo>
                  <a:lnTo>
                    <a:pt x="9934100" y="581363"/>
                  </a:lnTo>
                  <a:lnTo>
                    <a:pt x="9845022" y="575910"/>
                  </a:lnTo>
                  <a:lnTo>
                    <a:pt x="9762887" y="569926"/>
                  </a:lnTo>
                  <a:lnTo>
                    <a:pt x="9687282" y="563349"/>
                  </a:lnTo>
                  <a:lnTo>
                    <a:pt x="9617596" y="556108"/>
                  </a:lnTo>
                  <a:lnTo>
                    <a:pt x="9553106" y="548121"/>
                  </a:lnTo>
                  <a:lnTo>
                    <a:pt x="9493038" y="539305"/>
                  </a:lnTo>
                  <a:lnTo>
                    <a:pt x="9436619" y="529582"/>
                  </a:lnTo>
                  <a:lnTo>
                    <a:pt x="9383113" y="518891"/>
                  </a:lnTo>
                  <a:lnTo>
                    <a:pt x="9347647" y="510961"/>
                  </a:lnTo>
                  <a:lnTo>
                    <a:pt x="9287864" y="496031"/>
                  </a:lnTo>
                  <a:lnTo>
                    <a:pt x="9229910" y="479646"/>
                  </a:lnTo>
                  <a:lnTo>
                    <a:pt x="9173123" y="461783"/>
                  </a:lnTo>
                  <a:lnTo>
                    <a:pt x="9117014" y="442463"/>
                  </a:lnTo>
                  <a:lnTo>
                    <a:pt x="9061230" y="421758"/>
                  </a:lnTo>
                  <a:lnTo>
                    <a:pt x="9005535" y="399794"/>
                  </a:lnTo>
                  <a:lnTo>
                    <a:pt x="8949792" y="376750"/>
                  </a:lnTo>
                  <a:lnTo>
                    <a:pt x="8893943" y="352856"/>
                  </a:lnTo>
                  <a:lnTo>
                    <a:pt x="8837992" y="328383"/>
                  </a:lnTo>
                  <a:lnTo>
                    <a:pt x="8781983" y="303632"/>
                  </a:lnTo>
                  <a:lnTo>
                    <a:pt x="8725983" y="278919"/>
                  </a:lnTo>
                  <a:lnTo>
                    <a:pt x="8670053" y="254557"/>
                  </a:lnTo>
                  <a:lnTo>
                    <a:pt x="8614230" y="230841"/>
                  </a:lnTo>
                  <a:lnTo>
                    <a:pt x="8558507" y="208035"/>
                  </a:lnTo>
                  <a:lnTo>
                    <a:pt x="8502807" y="186356"/>
                  </a:lnTo>
                  <a:lnTo>
                    <a:pt x="8446970" y="165970"/>
                  </a:lnTo>
                  <a:lnTo>
                    <a:pt x="8390737" y="146992"/>
                  </a:lnTo>
                  <a:lnTo>
                    <a:pt x="8333723" y="129480"/>
                  </a:lnTo>
                  <a:lnTo>
                    <a:pt x="8275401" y="113444"/>
                  </a:lnTo>
                  <a:lnTo>
                    <a:pt x="8229629" y="102192"/>
                  </a:lnTo>
                  <a:lnTo>
                    <a:pt x="8177741" y="90820"/>
                  </a:lnTo>
                  <a:lnTo>
                    <a:pt x="8123401" y="80436"/>
                  </a:lnTo>
                  <a:lnTo>
                    <a:pt x="8065925" y="71004"/>
                  </a:lnTo>
                  <a:lnTo>
                    <a:pt x="8004562" y="62455"/>
                  </a:lnTo>
                  <a:lnTo>
                    <a:pt x="7938532" y="54710"/>
                  </a:lnTo>
                  <a:lnTo>
                    <a:pt x="7867073" y="47685"/>
                  </a:lnTo>
                  <a:lnTo>
                    <a:pt x="7789489" y="41300"/>
                  </a:lnTo>
                  <a:lnTo>
                    <a:pt x="7705221" y="35488"/>
                  </a:lnTo>
                  <a:lnTo>
                    <a:pt x="7613937" y="30190"/>
                  </a:lnTo>
                  <a:lnTo>
                    <a:pt x="7515651" y="25364"/>
                  </a:lnTo>
                  <a:lnTo>
                    <a:pt x="7410863" y="20978"/>
                  </a:lnTo>
                  <a:lnTo>
                    <a:pt x="7300707" y="17017"/>
                  </a:lnTo>
                  <a:lnTo>
                    <a:pt x="7187071" y="13475"/>
                  </a:lnTo>
                  <a:lnTo>
                    <a:pt x="7072658" y="10357"/>
                  </a:lnTo>
                  <a:lnTo>
                    <a:pt x="6960916" y="7673"/>
                  </a:lnTo>
                  <a:lnTo>
                    <a:pt x="6855799" y="5429"/>
                  </a:lnTo>
                  <a:lnTo>
                    <a:pt x="6761343" y="3625"/>
                  </a:lnTo>
                  <a:lnTo>
                    <a:pt x="6681102" y="2245"/>
                  </a:lnTo>
                  <a:lnTo>
                    <a:pt x="6617560" y="1257"/>
                  </a:lnTo>
                  <a:lnTo>
                    <a:pt x="6571658" y="607"/>
                  </a:lnTo>
                  <a:lnTo>
                    <a:pt x="6542556" y="232"/>
                  </a:lnTo>
                  <a:lnTo>
                    <a:pt x="6527648" y="56"/>
                  </a:lnTo>
                  <a:lnTo>
                    <a:pt x="6522761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0"/>
                  </a:lnTo>
                  <a:lnTo>
                    <a:pt x="5518809" y="4"/>
                  </a:lnTo>
                  <a:lnTo>
                    <a:pt x="5499805" y="13"/>
                  </a:lnTo>
                  <a:lnTo>
                    <a:pt x="5465578" y="33"/>
                  </a:lnTo>
                  <a:lnTo>
                    <a:pt x="5414061" y="65"/>
                  </a:lnTo>
                  <a:lnTo>
                    <a:pt x="5344983" y="112"/>
                  </a:lnTo>
                  <a:lnTo>
                    <a:pt x="5259817" y="177"/>
                  </a:lnTo>
                  <a:lnTo>
                    <a:pt x="5161455" y="260"/>
                  </a:lnTo>
                  <a:lnTo>
                    <a:pt x="5053680" y="362"/>
                  </a:lnTo>
                  <a:lnTo>
                    <a:pt x="4940568" y="483"/>
                  </a:lnTo>
                  <a:lnTo>
                    <a:pt x="4825960" y="622"/>
                  </a:lnTo>
                  <a:lnTo>
                    <a:pt x="4713088" y="779"/>
                  </a:lnTo>
                  <a:lnTo>
                    <a:pt x="4604402" y="955"/>
                  </a:lnTo>
                  <a:lnTo>
                    <a:pt x="4501539" y="1148"/>
                  </a:lnTo>
                  <a:lnTo>
                    <a:pt x="4405414" y="1361"/>
                  </a:lnTo>
                  <a:lnTo>
                    <a:pt x="4316354" y="1595"/>
                  </a:lnTo>
                  <a:lnTo>
                    <a:pt x="4234246" y="1851"/>
                  </a:lnTo>
                  <a:lnTo>
                    <a:pt x="4158672" y="2133"/>
                  </a:lnTo>
                  <a:lnTo>
                    <a:pt x="4089015" y="2443"/>
                  </a:lnTo>
                  <a:lnTo>
                    <a:pt x="4024551" y="2785"/>
                  </a:lnTo>
                  <a:lnTo>
                    <a:pt x="3964504" y="3163"/>
                  </a:lnTo>
                  <a:lnTo>
                    <a:pt x="3908097" y="3580"/>
                  </a:lnTo>
                  <a:lnTo>
                    <a:pt x="3854595" y="4038"/>
                  </a:lnTo>
                  <a:lnTo>
                    <a:pt x="3820202" y="4367"/>
                  </a:lnTo>
                  <a:lnTo>
                    <a:pt x="3758551" y="5026"/>
                  </a:lnTo>
                  <a:lnTo>
                    <a:pt x="3698823" y="5752"/>
                  </a:lnTo>
                  <a:lnTo>
                    <a:pt x="3640302" y="6544"/>
                  </a:lnTo>
                  <a:lnTo>
                    <a:pt x="3582460" y="7403"/>
                  </a:lnTo>
                  <a:lnTo>
                    <a:pt x="3524927" y="8325"/>
                  </a:lnTo>
                  <a:lnTo>
                    <a:pt x="3467460" y="9302"/>
                  </a:lnTo>
                  <a:lnTo>
                    <a:pt x="3409924" y="10327"/>
                  </a:lnTo>
                  <a:lnTo>
                    <a:pt x="3352271" y="11388"/>
                  </a:lnTo>
                  <a:lnTo>
                    <a:pt x="3294519" y="12471"/>
                  </a:lnTo>
                  <a:lnTo>
                    <a:pt x="3236725" y="13564"/>
                  </a:lnTo>
                  <a:lnTo>
                    <a:pt x="3178961" y="14650"/>
                  </a:lnTo>
                  <a:lnTo>
                    <a:pt x="3121291" y="15715"/>
                  </a:lnTo>
                  <a:lnTo>
                    <a:pt x="3063738" y="16746"/>
                  </a:lnTo>
                  <a:lnTo>
                    <a:pt x="3006267" y="17731"/>
                  </a:lnTo>
                  <a:lnTo>
                    <a:pt x="2948757" y="18662"/>
                  </a:lnTo>
                  <a:lnTo>
                    <a:pt x="2890983" y="19530"/>
                  </a:lnTo>
                  <a:lnTo>
                    <a:pt x="2832596" y="20333"/>
                  </a:lnTo>
                  <a:lnTo>
                    <a:pt x="2773094" y="21069"/>
                  </a:lnTo>
                  <a:lnTo>
                    <a:pt x="2711794" y="21739"/>
                  </a:lnTo>
                  <a:lnTo>
                    <a:pt x="2702183" y="21835"/>
                  </a:lnTo>
                  <a:lnTo>
                    <a:pt x="2650248" y="22322"/>
                  </a:lnTo>
                  <a:lnTo>
                    <a:pt x="2595856" y="22766"/>
                  </a:lnTo>
                  <a:lnTo>
                    <a:pt x="2538321" y="23169"/>
                  </a:lnTo>
                  <a:lnTo>
                    <a:pt x="2476889" y="23535"/>
                  </a:lnTo>
                  <a:lnTo>
                    <a:pt x="2410780" y="23866"/>
                  </a:lnTo>
                  <a:lnTo>
                    <a:pt x="2339229" y="24166"/>
                  </a:lnTo>
                  <a:lnTo>
                    <a:pt x="2261538" y="24439"/>
                  </a:lnTo>
                  <a:lnTo>
                    <a:pt x="2177148" y="24688"/>
                  </a:lnTo>
                  <a:lnTo>
                    <a:pt x="2085729" y="24914"/>
                  </a:lnTo>
                  <a:lnTo>
                    <a:pt x="1987297" y="25120"/>
                  </a:lnTo>
                  <a:lnTo>
                    <a:pt x="1882359" y="25308"/>
                  </a:lnTo>
                  <a:lnTo>
                    <a:pt x="1772058" y="25477"/>
                  </a:lnTo>
                  <a:lnTo>
                    <a:pt x="1658295" y="25628"/>
                  </a:lnTo>
                  <a:lnTo>
                    <a:pt x="1543791" y="25762"/>
                  </a:lnTo>
                  <a:lnTo>
                    <a:pt x="1432009" y="25876"/>
                  </a:lnTo>
                  <a:lnTo>
                    <a:pt x="1326919" y="25972"/>
                  </a:lnTo>
                  <a:lnTo>
                    <a:pt x="1232565" y="26049"/>
                  </a:lnTo>
                  <a:lnTo>
                    <a:pt x="1152498" y="26108"/>
                  </a:lnTo>
                  <a:lnTo>
                    <a:pt x="1089188" y="26150"/>
                  </a:lnTo>
                  <a:lnTo>
                    <a:pt x="1043550" y="26177"/>
                  </a:lnTo>
                  <a:lnTo>
                    <a:pt x="1014711" y="26193"/>
                  </a:lnTo>
                  <a:lnTo>
                    <a:pt x="1000026" y="26200"/>
                  </a:lnTo>
                  <a:lnTo>
                    <a:pt x="995283" y="26203"/>
                  </a:lnTo>
                  <a:lnTo>
                    <a:pt x="994940" y="26203"/>
                  </a:lnTo>
                  <a:lnTo>
                    <a:pt x="0" y="26203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55" name="pl954"/>
            <p:cNvSpPr/>
            <p:nvPr/>
          </p:nvSpPr>
          <p:spPr>
            <a:xfrm>
              <a:off x="1199187" y="4323358"/>
              <a:ext cx="12049831" cy="613154"/>
            </a:xfrm>
            <a:custGeom>
              <a:avLst/>
              <a:pathLst>
                <a:path w="12049831" h="613154">
                  <a:moveTo>
                    <a:pt x="0" y="26203"/>
                  </a:moveTo>
                  <a:lnTo>
                    <a:pt x="994940" y="26203"/>
                  </a:lnTo>
                  <a:lnTo>
                    <a:pt x="996076" y="26202"/>
                  </a:lnTo>
                  <a:lnTo>
                    <a:pt x="1003576" y="26199"/>
                  </a:lnTo>
                  <a:lnTo>
                    <a:pt x="1022580" y="26189"/>
                  </a:lnTo>
                  <a:lnTo>
                    <a:pt x="1056807" y="26169"/>
                  </a:lnTo>
                  <a:lnTo>
                    <a:pt x="1108324" y="26137"/>
                  </a:lnTo>
                  <a:lnTo>
                    <a:pt x="1177402" y="26090"/>
                  </a:lnTo>
                  <a:lnTo>
                    <a:pt x="1262568" y="26025"/>
                  </a:lnTo>
                  <a:lnTo>
                    <a:pt x="1360930" y="25942"/>
                  </a:lnTo>
                  <a:lnTo>
                    <a:pt x="1468705" y="25840"/>
                  </a:lnTo>
                  <a:lnTo>
                    <a:pt x="1581817" y="25719"/>
                  </a:lnTo>
                  <a:lnTo>
                    <a:pt x="1696425" y="25580"/>
                  </a:lnTo>
                  <a:lnTo>
                    <a:pt x="1809297" y="25423"/>
                  </a:lnTo>
                  <a:lnTo>
                    <a:pt x="1917983" y="25248"/>
                  </a:lnTo>
                  <a:lnTo>
                    <a:pt x="2020846" y="25054"/>
                  </a:lnTo>
                  <a:lnTo>
                    <a:pt x="2116971" y="24841"/>
                  </a:lnTo>
                  <a:lnTo>
                    <a:pt x="2206031" y="24608"/>
                  </a:lnTo>
                  <a:lnTo>
                    <a:pt x="2288139" y="24351"/>
                  </a:lnTo>
                  <a:lnTo>
                    <a:pt x="2363713" y="24070"/>
                  </a:lnTo>
                  <a:lnTo>
                    <a:pt x="2433370" y="23759"/>
                  </a:lnTo>
                  <a:lnTo>
                    <a:pt x="2497834" y="23417"/>
                  </a:lnTo>
                  <a:lnTo>
                    <a:pt x="2557881" y="23039"/>
                  </a:lnTo>
                  <a:lnTo>
                    <a:pt x="2614288" y="22623"/>
                  </a:lnTo>
                  <a:lnTo>
                    <a:pt x="2667790" y="22165"/>
                  </a:lnTo>
                  <a:lnTo>
                    <a:pt x="2702183" y="21835"/>
                  </a:lnTo>
                  <a:lnTo>
                    <a:pt x="2763834" y="21176"/>
                  </a:lnTo>
                  <a:lnTo>
                    <a:pt x="2823562" y="20451"/>
                  </a:lnTo>
                  <a:lnTo>
                    <a:pt x="2882083" y="19658"/>
                  </a:lnTo>
                  <a:lnTo>
                    <a:pt x="2939925" y="18799"/>
                  </a:lnTo>
                  <a:lnTo>
                    <a:pt x="2997458" y="17878"/>
                  </a:lnTo>
                  <a:lnTo>
                    <a:pt x="3054925" y="16900"/>
                  </a:lnTo>
                  <a:lnTo>
                    <a:pt x="3112461" y="15875"/>
                  </a:lnTo>
                  <a:lnTo>
                    <a:pt x="3170114" y="14815"/>
                  </a:lnTo>
                  <a:lnTo>
                    <a:pt x="3227866" y="13731"/>
                  </a:lnTo>
                  <a:lnTo>
                    <a:pt x="3285660" y="12639"/>
                  </a:lnTo>
                  <a:lnTo>
                    <a:pt x="3343424" y="11553"/>
                  </a:lnTo>
                  <a:lnTo>
                    <a:pt x="3401094" y="10487"/>
                  </a:lnTo>
                  <a:lnTo>
                    <a:pt x="3458647" y="9456"/>
                  </a:lnTo>
                  <a:lnTo>
                    <a:pt x="3516118" y="8471"/>
                  </a:lnTo>
                  <a:lnTo>
                    <a:pt x="3573628" y="7541"/>
                  </a:lnTo>
                  <a:lnTo>
                    <a:pt x="3631402" y="6672"/>
                  </a:lnTo>
                  <a:lnTo>
                    <a:pt x="3689789" y="5869"/>
                  </a:lnTo>
                  <a:lnTo>
                    <a:pt x="3749291" y="5133"/>
                  </a:lnTo>
                  <a:lnTo>
                    <a:pt x="3810591" y="4464"/>
                  </a:lnTo>
                  <a:lnTo>
                    <a:pt x="3820202" y="4367"/>
                  </a:lnTo>
                  <a:lnTo>
                    <a:pt x="3872137" y="3880"/>
                  </a:lnTo>
                  <a:lnTo>
                    <a:pt x="3926529" y="3436"/>
                  </a:lnTo>
                  <a:lnTo>
                    <a:pt x="3984064" y="3033"/>
                  </a:lnTo>
                  <a:lnTo>
                    <a:pt x="4045496" y="2667"/>
                  </a:lnTo>
                  <a:lnTo>
                    <a:pt x="4111605" y="2336"/>
                  </a:lnTo>
                  <a:lnTo>
                    <a:pt x="4183156" y="2036"/>
                  </a:lnTo>
                  <a:lnTo>
                    <a:pt x="4260847" y="1763"/>
                  </a:lnTo>
                  <a:lnTo>
                    <a:pt x="4345237" y="1514"/>
                  </a:lnTo>
                  <a:lnTo>
                    <a:pt x="4436656" y="1288"/>
                  </a:lnTo>
                  <a:lnTo>
                    <a:pt x="4535088" y="1082"/>
                  </a:lnTo>
                  <a:lnTo>
                    <a:pt x="4640026" y="894"/>
                  </a:lnTo>
                  <a:lnTo>
                    <a:pt x="4750327" y="725"/>
                  </a:lnTo>
                  <a:lnTo>
                    <a:pt x="4864090" y="574"/>
                  </a:lnTo>
                  <a:lnTo>
                    <a:pt x="4978594" y="441"/>
                  </a:lnTo>
                  <a:lnTo>
                    <a:pt x="5090376" y="326"/>
                  </a:lnTo>
                  <a:lnTo>
                    <a:pt x="5195466" y="230"/>
                  </a:lnTo>
                  <a:lnTo>
                    <a:pt x="5289820" y="153"/>
                  </a:lnTo>
                  <a:lnTo>
                    <a:pt x="5369887" y="95"/>
                  </a:lnTo>
                  <a:lnTo>
                    <a:pt x="5433197" y="53"/>
                  </a:lnTo>
                  <a:lnTo>
                    <a:pt x="5478835" y="25"/>
                  </a:lnTo>
                  <a:lnTo>
                    <a:pt x="5507674" y="9"/>
                  </a:lnTo>
                  <a:lnTo>
                    <a:pt x="5522359" y="2"/>
                  </a:lnTo>
                  <a:lnTo>
                    <a:pt x="5527102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9" y="11"/>
                  </a:lnTo>
                  <a:lnTo>
                    <a:pt x="6530999" y="94"/>
                  </a:lnTo>
                  <a:lnTo>
                    <a:pt x="6549956" y="324"/>
                  </a:lnTo>
                  <a:lnTo>
                    <a:pt x="6584100" y="777"/>
                  </a:lnTo>
                  <a:lnTo>
                    <a:pt x="6635501" y="1526"/>
                  </a:lnTo>
                  <a:lnTo>
                    <a:pt x="6704434" y="2632"/>
                  </a:lnTo>
                  <a:lnTo>
                    <a:pt x="6789437" y="4141"/>
                  </a:lnTo>
                  <a:lnTo>
                    <a:pt x="6887635" y="6082"/>
                  </a:lnTo>
                  <a:lnTo>
                    <a:pt x="6995259" y="8464"/>
                  </a:lnTo>
                  <a:lnTo>
                    <a:pt x="7108241" y="11284"/>
                  </a:lnTo>
                  <a:lnTo>
                    <a:pt x="7222750" y="14535"/>
                  </a:lnTo>
                  <a:lnTo>
                    <a:pt x="7335553" y="18207"/>
                  </a:lnTo>
                  <a:lnTo>
                    <a:pt x="7444199" y="22300"/>
                  </a:lnTo>
                  <a:lnTo>
                    <a:pt x="7547047" y="26821"/>
                  </a:lnTo>
                  <a:lnTo>
                    <a:pt x="7643177" y="31791"/>
                  </a:lnTo>
                  <a:lnTo>
                    <a:pt x="7732255" y="37244"/>
                  </a:lnTo>
                  <a:lnTo>
                    <a:pt x="7814389" y="43228"/>
                  </a:lnTo>
                  <a:lnTo>
                    <a:pt x="7889994" y="49804"/>
                  </a:lnTo>
                  <a:lnTo>
                    <a:pt x="7959680" y="57046"/>
                  </a:lnTo>
                  <a:lnTo>
                    <a:pt x="8024170" y="65032"/>
                  </a:lnTo>
                  <a:lnTo>
                    <a:pt x="8084238" y="73848"/>
                  </a:lnTo>
                  <a:lnTo>
                    <a:pt x="8140657" y="83571"/>
                  </a:lnTo>
                  <a:lnTo>
                    <a:pt x="8194163" y="94262"/>
                  </a:lnTo>
                  <a:lnTo>
                    <a:pt x="8229629" y="102192"/>
                  </a:lnTo>
                  <a:lnTo>
                    <a:pt x="8289412" y="117122"/>
                  </a:lnTo>
                  <a:lnTo>
                    <a:pt x="8347367" y="133507"/>
                  </a:lnTo>
                  <a:lnTo>
                    <a:pt x="8404153" y="151370"/>
                  </a:lnTo>
                  <a:lnTo>
                    <a:pt x="8460262" y="170690"/>
                  </a:lnTo>
                  <a:lnTo>
                    <a:pt x="8516047" y="191395"/>
                  </a:lnTo>
                  <a:lnTo>
                    <a:pt x="8571741" y="213359"/>
                  </a:lnTo>
                  <a:lnTo>
                    <a:pt x="8627484" y="236403"/>
                  </a:lnTo>
                  <a:lnTo>
                    <a:pt x="8683334" y="260297"/>
                  </a:lnTo>
                  <a:lnTo>
                    <a:pt x="8739285" y="284770"/>
                  </a:lnTo>
                  <a:lnTo>
                    <a:pt x="8795293" y="309521"/>
                  </a:lnTo>
                  <a:lnTo>
                    <a:pt x="8851294" y="334235"/>
                  </a:lnTo>
                  <a:lnTo>
                    <a:pt x="8907224" y="358597"/>
                  </a:lnTo>
                  <a:lnTo>
                    <a:pt x="8963046" y="382312"/>
                  </a:lnTo>
                  <a:lnTo>
                    <a:pt x="9018770" y="405118"/>
                  </a:lnTo>
                  <a:lnTo>
                    <a:pt x="9074470" y="426798"/>
                  </a:lnTo>
                  <a:lnTo>
                    <a:pt x="9130306" y="447183"/>
                  </a:lnTo>
                  <a:lnTo>
                    <a:pt x="9186540" y="466161"/>
                  </a:lnTo>
                  <a:lnTo>
                    <a:pt x="9243553" y="483673"/>
                  </a:lnTo>
                  <a:lnTo>
                    <a:pt x="9301875" y="499709"/>
                  </a:lnTo>
                  <a:lnTo>
                    <a:pt x="9347647" y="510961"/>
                  </a:lnTo>
                  <a:lnTo>
                    <a:pt x="9399536" y="522333"/>
                  </a:lnTo>
                  <a:lnTo>
                    <a:pt x="9453876" y="532717"/>
                  </a:lnTo>
                  <a:lnTo>
                    <a:pt x="9511351" y="542150"/>
                  </a:lnTo>
                  <a:lnTo>
                    <a:pt x="9572715" y="550698"/>
                  </a:lnTo>
                  <a:lnTo>
                    <a:pt x="9638745" y="558443"/>
                  </a:lnTo>
                  <a:lnTo>
                    <a:pt x="9710203" y="565469"/>
                  </a:lnTo>
                  <a:lnTo>
                    <a:pt x="9787787" y="571853"/>
                  </a:lnTo>
                  <a:lnTo>
                    <a:pt x="9872056" y="577665"/>
                  </a:lnTo>
                  <a:lnTo>
                    <a:pt x="9963340" y="582963"/>
                  </a:lnTo>
                  <a:lnTo>
                    <a:pt x="10061626" y="587790"/>
                  </a:lnTo>
                  <a:lnTo>
                    <a:pt x="10166413" y="592175"/>
                  </a:lnTo>
                  <a:lnTo>
                    <a:pt x="10276570" y="596137"/>
                  </a:lnTo>
                  <a:lnTo>
                    <a:pt x="10390206" y="599678"/>
                  </a:lnTo>
                  <a:lnTo>
                    <a:pt x="10504619" y="602796"/>
                  </a:lnTo>
                  <a:lnTo>
                    <a:pt x="10616361" y="605480"/>
                  </a:lnTo>
                  <a:lnTo>
                    <a:pt x="10721478" y="607724"/>
                  </a:lnTo>
                  <a:lnTo>
                    <a:pt x="10815934" y="609528"/>
                  </a:lnTo>
                  <a:lnTo>
                    <a:pt x="10896175" y="610908"/>
                  </a:lnTo>
                  <a:lnTo>
                    <a:pt x="10959717" y="611897"/>
                  </a:lnTo>
                  <a:lnTo>
                    <a:pt x="11005619" y="612546"/>
                  </a:lnTo>
                  <a:lnTo>
                    <a:pt x="11034721" y="612921"/>
                  </a:lnTo>
                  <a:lnTo>
                    <a:pt x="11049628" y="613097"/>
                  </a:lnTo>
                  <a:lnTo>
                    <a:pt x="11054516" y="613150"/>
                  </a:lnTo>
                  <a:lnTo>
                    <a:pt x="11054891" y="613154"/>
                  </a:lnTo>
                  <a:lnTo>
                    <a:pt x="12049831" y="613154"/>
                  </a:lnTo>
                  <a:lnTo>
                    <a:pt x="12049831" y="6131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6" name="pl955"/>
            <p:cNvSpPr/>
            <p:nvPr/>
          </p:nvSpPr>
          <p:spPr>
            <a:xfrm>
              <a:off x="1199187" y="4318117"/>
              <a:ext cx="12049831" cy="613154"/>
            </a:xfrm>
            <a:custGeom>
              <a:avLst/>
              <a:pathLst>
                <a:path w="12049831" h="613154">
                  <a:moveTo>
                    <a:pt x="12049831" y="613154"/>
                  </a:moveTo>
                  <a:lnTo>
                    <a:pt x="11054891" y="613154"/>
                  </a:lnTo>
                  <a:lnTo>
                    <a:pt x="11053758" y="613142"/>
                  </a:lnTo>
                  <a:lnTo>
                    <a:pt x="11046277" y="613059"/>
                  </a:lnTo>
                  <a:lnTo>
                    <a:pt x="11027320" y="612829"/>
                  </a:lnTo>
                  <a:lnTo>
                    <a:pt x="10993176" y="612376"/>
                  </a:lnTo>
                  <a:lnTo>
                    <a:pt x="10941776" y="611627"/>
                  </a:lnTo>
                  <a:lnTo>
                    <a:pt x="10872843" y="610521"/>
                  </a:lnTo>
                  <a:lnTo>
                    <a:pt x="10787839" y="609012"/>
                  </a:lnTo>
                  <a:lnTo>
                    <a:pt x="10689641" y="607071"/>
                  </a:lnTo>
                  <a:lnTo>
                    <a:pt x="10582018" y="604690"/>
                  </a:lnTo>
                  <a:lnTo>
                    <a:pt x="10469035" y="601869"/>
                  </a:lnTo>
                  <a:lnTo>
                    <a:pt x="10354526" y="598618"/>
                  </a:lnTo>
                  <a:lnTo>
                    <a:pt x="10241724" y="594946"/>
                  </a:lnTo>
                  <a:lnTo>
                    <a:pt x="10133077" y="590853"/>
                  </a:lnTo>
                  <a:lnTo>
                    <a:pt x="10030229" y="586332"/>
                  </a:lnTo>
                  <a:lnTo>
                    <a:pt x="9934100" y="581363"/>
                  </a:lnTo>
                  <a:lnTo>
                    <a:pt x="9845022" y="575910"/>
                  </a:lnTo>
                  <a:lnTo>
                    <a:pt x="9762887" y="569926"/>
                  </a:lnTo>
                  <a:lnTo>
                    <a:pt x="9687282" y="563349"/>
                  </a:lnTo>
                  <a:lnTo>
                    <a:pt x="9617596" y="556108"/>
                  </a:lnTo>
                  <a:lnTo>
                    <a:pt x="9553106" y="548121"/>
                  </a:lnTo>
                  <a:lnTo>
                    <a:pt x="9493038" y="539305"/>
                  </a:lnTo>
                  <a:lnTo>
                    <a:pt x="9436619" y="529582"/>
                  </a:lnTo>
                  <a:lnTo>
                    <a:pt x="9383113" y="518891"/>
                  </a:lnTo>
                  <a:lnTo>
                    <a:pt x="9347647" y="510961"/>
                  </a:lnTo>
                  <a:lnTo>
                    <a:pt x="9287864" y="496031"/>
                  </a:lnTo>
                  <a:lnTo>
                    <a:pt x="9229910" y="479646"/>
                  </a:lnTo>
                  <a:lnTo>
                    <a:pt x="9173123" y="461783"/>
                  </a:lnTo>
                  <a:lnTo>
                    <a:pt x="9117014" y="442463"/>
                  </a:lnTo>
                  <a:lnTo>
                    <a:pt x="9061230" y="421758"/>
                  </a:lnTo>
                  <a:lnTo>
                    <a:pt x="9005535" y="399794"/>
                  </a:lnTo>
                  <a:lnTo>
                    <a:pt x="8949792" y="376750"/>
                  </a:lnTo>
                  <a:lnTo>
                    <a:pt x="8893943" y="352856"/>
                  </a:lnTo>
                  <a:lnTo>
                    <a:pt x="8837992" y="328383"/>
                  </a:lnTo>
                  <a:lnTo>
                    <a:pt x="8781983" y="303632"/>
                  </a:lnTo>
                  <a:lnTo>
                    <a:pt x="8725983" y="278919"/>
                  </a:lnTo>
                  <a:lnTo>
                    <a:pt x="8670053" y="254557"/>
                  </a:lnTo>
                  <a:lnTo>
                    <a:pt x="8614230" y="230841"/>
                  </a:lnTo>
                  <a:lnTo>
                    <a:pt x="8558507" y="208035"/>
                  </a:lnTo>
                  <a:lnTo>
                    <a:pt x="8502807" y="186356"/>
                  </a:lnTo>
                  <a:lnTo>
                    <a:pt x="8446970" y="165970"/>
                  </a:lnTo>
                  <a:lnTo>
                    <a:pt x="8390737" y="146992"/>
                  </a:lnTo>
                  <a:lnTo>
                    <a:pt x="8333723" y="129480"/>
                  </a:lnTo>
                  <a:lnTo>
                    <a:pt x="8275401" y="113444"/>
                  </a:lnTo>
                  <a:lnTo>
                    <a:pt x="8229629" y="102192"/>
                  </a:lnTo>
                  <a:lnTo>
                    <a:pt x="8177741" y="90820"/>
                  </a:lnTo>
                  <a:lnTo>
                    <a:pt x="8123401" y="80436"/>
                  </a:lnTo>
                  <a:lnTo>
                    <a:pt x="8065925" y="71004"/>
                  </a:lnTo>
                  <a:lnTo>
                    <a:pt x="8004562" y="62455"/>
                  </a:lnTo>
                  <a:lnTo>
                    <a:pt x="7938532" y="54710"/>
                  </a:lnTo>
                  <a:lnTo>
                    <a:pt x="7867073" y="47685"/>
                  </a:lnTo>
                  <a:lnTo>
                    <a:pt x="7789489" y="41300"/>
                  </a:lnTo>
                  <a:lnTo>
                    <a:pt x="7705221" y="35488"/>
                  </a:lnTo>
                  <a:lnTo>
                    <a:pt x="7613937" y="30190"/>
                  </a:lnTo>
                  <a:lnTo>
                    <a:pt x="7515651" y="25364"/>
                  </a:lnTo>
                  <a:lnTo>
                    <a:pt x="7410863" y="20978"/>
                  </a:lnTo>
                  <a:lnTo>
                    <a:pt x="7300707" y="17017"/>
                  </a:lnTo>
                  <a:lnTo>
                    <a:pt x="7187071" y="13475"/>
                  </a:lnTo>
                  <a:lnTo>
                    <a:pt x="7072658" y="10357"/>
                  </a:lnTo>
                  <a:lnTo>
                    <a:pt x="6960916" y="7673"/>
                  </a:lnTo>
                  <a:lnTo>
                    <a:pt x="6855799" y="5429"/>
                  </a:lnTo>
                  <a:lnTo>
                    <a:pt x="6761343" y="3625"/>
                  </a:lnTo>
                  <a:lnTo>
                    <a:pt x="6681102" y="2245"/>
                  </a:lnTo>
                  <a:lnTo>
                    <a:pt x="6617560" y="1257"/>
                  </a:lnTo>
                  <a:lnTo>
                    <a:pt x="6571658" y="607"/>
                  </a:lnTo>
                  <a:lnTo>
                    <a:pt x="6542556" y="232"/>
                  </a:lnTo>
                  <a:lnTo>
                    <a:pt x="6527648" y="56"/>
                  </a:lnTo>
                  <a:lnTo>
                    <a:pt x="6522761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0"/>
                  </a:lnTo>
                  <a:lnTo>
                    <a:pt x="5518809" y="4"/>
                  </a:lnTo>
                  <a:lnTo>
                    <a:pt x="5499805" y="13"/>
                  </a:lnTo>
                  <a:lnTo>
                    <a:pt x="5465578" y="33"/>
                  </a:lnTo>
                  <a:lnTo>
                    <a:pt x="5414061" y="65"/>
                  </a:lnTo>
                  <a:lnTo>
                    <a:pt x="5344983" y="112"/>
                  </a:lnTo>
                  <a:lnTo>
                    <a:pt x="5259817" y="177"/>
                  </a:lnTo>
                  <a:lnTo>
                    <a:pt x="5161455" y="260"/>
                  </a:lnTo>
                  <a:lnTo>
                    <a:pt x="5053680" y="362"/>
                  </a:lnTo>
                  <a:lnTo>
                    <a:pt x="4940568" y="483"/>
                  </a:lnTo>
                  <a:lnTo>
                    <a:pt x="4825960" y="622"/>
                  </a:lnTo>
                  <a:lnTo>
                    <a:pt x="4713088" y="779"/>
                  </a:lnTo>
                  <a:lnTo>
                    <a:pt x="4604402" y="955"/>
                  </a:lnTo>
                  <a:lnTo>
                    <a:pt x="4501539" y="1148"/>
                  </a:lnTo>
                  <a:lnTo>
                    <a:pt x="4405414" y="1361"/>
                  </a:lnTo>
                  <a:lnTo>
                    <a:pt x="4316354" y="1595"/>
                  </a:lnTo>
                  <a:lnTo>
                    <a:pt x="4234246" y="1851"/>
                  </a:lnTo>
                  <a:lnTo>
                    <a:pt x="4158672" y="2133"/>
                  </a:lnTo>
                  <a:lnTo>
                    <a:pt x="4089015" y="2443"/>
                  </a:lnTo>
                  <a:lnTo>
                    <a:pt x="4024551" y="2785"/>
                  </a:lnTo>
                  <a:lnTo>
                    <a:pt x="3964504" y="3163"/>
                  </a:lnTo>
                  <a:lnTo>
                    <a:pt x="3908097" y="3580"/>
                  </a:lnTo>
                  <a:lnTo>
                    <a:pt x="3854595" y="4038"/>
                  </a:lnTo>
                  <a:lnTo>
                    <a:pt x="3820202" y="4367"/>
                  </a:lnTo>
                  <a:lnTo>
                    <a:pt x="3758551" y="5026"/>
                  </a:lnTo>
                  <a:lnTo>
                    <a:pt x="3698823" y="5752"/>
                  </a:lnTo>
                  <a:lnTo>
                    <a:pt x="3640302" y="6544"/>
                  </a:lnTo>
                  <a:lnTo>
                    <a:pt x="3582460" y="7403"/>
                  </a:lnTo>
                  <a:lnTo>
                    <a:pt x="3524927" y="8325"/>
                  </a:lnTo>
                  <a:lnTo>
                    <a:pt x="3467460" y="9302"/>
                  </a:lnTo>
                  <a:lnTo>
                    <a:pt x="3409924" y="10327"/>
                  </a:lnTo>
                  <a:lnTo>
                    <a:pt x="3352271" y="11388"/>
                  </a:lnTo>
                  <a:lnTo>
                    <a:pt x="3294519" y="12471"/>
                  </a:lnTo>
                  <a:lnTo>
                    <a:pt x="3236725" y="13564"/>
                  </a:lnTo>
                  <a:lnTo>
                    <a:pt x="3178961" y="14650"/>
                  </a:lnTo>
                  <a:lnTo>
                    <a:pt x="3121291" y="15715"/>
                  </a:lnTo>
                  <a:lnTo>
                    <a:pt x="3063738" y="16746"/>
                  </a:lnTo>
                  <a:lnTo>
                    <a:pt x="3006267" y="17731"/>
                  </a:lnTo>
                  <a:lnTo>
                    <a:pt x="2948757" y="18662"/>
                  </a:lnTo>
                  <a:lnTo>
                    <a:pt x="2890983" y="19530"/>
                  </a:lnTo>
                  <a:lnTo>
                    <a:pt x="2832596" y="20333"/>
                  </a:lnTo>
                  <a:lnTo>
                    <a:pt x="2773094" y="21069"/>
                  </a:lnTo>
                  <a:lnTo>
                    <a:pt x="2711794" y="21739"/>
                  </a:lnTo>
                  <a:lnTo>
                    <a:pt x="2702183" y="21835"/>
                  </a:lnTo>
                  <a:lnTo>
                    <a:pt x="2650248" y="22322"/>
                  </a:lnTo>
                  <a:lnTo>
                    <a:pt x="2595856" y="22766"/>
                  </a:lnTo>
                  <a:lnTo>
                    <a:pt x="2538321" y="23169"/>
                  </a:lnTo>
                  <a:lnTo>
                    <a:pt x="2476889" y="23535"/>
                  </a:lnTo>
                  <a:lnTo>
                    <a:pt x="2410780" y="23866"/>
                  </a:lnTo>
                  <a:lnTo>
                    <a:pt x="2339229" y="24166"/>
                  </a:lnTo>
                  <a:lnTo>
                    <a:pt x="2261538" y="24439"/>
                  </a:lnTo>
                  <a:lnTo>
                    <a:pt x="2177148" y="24688"/>
                  </a:lnTo>
                  <a:lnTo>
                    <a:pt x="2085729" y="24914"/>
                  </a:lnTo>
                  <a:lnTo>
                    <a:pt x="1987297" y="25120"/>
                  </a:lnTo>
                  <a:lnTo>
                    <a:pt x="1882359" y="25308"/>
                  </a:lnTo>
                  <a:lnTo>
                    <a:pt x="1772058" y="25477"/>
                  </a:lnTo>
                  <a:lnTo>
                    <a:pt x="1658295" y="25628"/>
                  </a:lnTo>
                  <a:lnTo>
                    <a:pt x="1543791" y="25762"/>
                  </a:lnTo>
                  <a:lnTo>
                    <a:pt x="1432009" y="25876"/>
                  </a:lnTo>
                  <a:lnTo>
                    <a:pt x="1326919" y="25972"/>
                  </a:lnTo>
                  <a:lnTo>
                    <a:pt x="1232565" y="26049"/>
                  </a:lnTo>
                  <a:lnTo>
                    <a:pt x="1152498" y="26108"/>
                  </a:lnTo>
                  <a:lnTo>
                    <a:pt x="1089188" y="26150"/>
                  </a:lnTo>
                  <a:lnTo>
                    <a:pt x="1043550" y="26177"/>
                  </a:lnTo>
                  <a:lnTo>
                    <a:pt x="1014711" y="26193"/>
                  </a:lnTo>
                  <a:lnTo>
                    <a:pt x="1000026" y="26200"/>
                  </a:lnTo>
                  <a:lnTo>
                    <a:pt x="995283" y="26203"/>
                  </a:lnTo>
                  <a:lnTo>
                    <a:pt x="994940" y="26203"/>
                  </a:lnTo>
                  <a:lnTo>
                    <a:pt x="0" y="26203"/>
                  </a:lnTo>
                  <a:lnTo>
                    <a:pt x="0" y="262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7" name="pg956"/>
            <p:cNvSpPr/>
            <p:nvPr/>
          </p:nvSpPr>
          <p:spPr>
            <a:xfrm>
              <a:off x="1199187" y="4333839"/>
              <a:ext cx="12049831" cy="995720"/>
            </a:xfrm>
            <a:custGeom>
              <a:avLst/>
              <a:pathLst>
                <a:path w="12049831" h="995720">
                  <a:moveTo>
                    <a:pt x="0" y="26203"/>
                  </a:moveTo>
                  <a:lnTo>
                    <a:pt x="994940" y="26203"/>
                  </a:lnTo>
                  <a:lnTo>
                    <a:pt x="996076" y="26202"/>
                  </a:lnTo>
                  <a:lnTo>
                    <a:pt x="1003576" y="26200"/>
                  </a:lnTo>
                  <a:lnTo>
                    <a:pt x="1022580" y="26194"/>
                  </a:lnTo>
                  <a:lnTo>
                    <a:pt x="1056807" y="26183"/>
                  </a:lnTo>
                  <a:lnTo>
                    <a:pt x="1108325" y="26163"/>
                  </a:lnTo>
                  <a:lnTo>
                    <a:pt x="1177403" y="26135"/>
                  </a:lnTo>
                  <a:lnTo>
                    <a:pt x="1262569" y="26096"/>
                  </a:lnTo>
                  <a:lnTo>
                    <a:pt x="1360931" y="26046"/>
                  </a:lnTo>
                  <a:lnTo>
                    <a:pt x="1468706" y="25985"/>
                  </a:lnTo>
                  <a:lnTo>
                    <a:pt x="1581818" y="25913"/>
                  </a:lnTo>
                  <a:lnTo>
                    <a:pt x="1696427" y="25829"/>
                  </a:lnTo>
                  <a:lnTo>
                    <a:pt x="1809298" y="25735"/>
                  </a:lnTo>
                  <a:lnTo>
                    <a:pt x="1917984" y="25630"/>
                  </a:lnTo>
                  <a:lnTo>
                    <a:pt x="2020847" y="25513"/>
                  </a:lnTo>
                  <a:lnTo>
                    <a:pt x="2116972" y="25386"/>
                  </a:lnTo>
                  <a:lnTo>
                    <a:pt x="2206032" y="25246"/>
                  </a:lnTo>
                  <a:lnTo>
                    <a:pt x="2288140" y="25092"/>
                  </a:lnTo>
                  <a:lnTo>
                    <a:pt x="2363715" y="24923"/>
                  </a:lnTo>
                  <a:lnTo>
                    <a:pt x="2433371" y="24737"/>
                  </a:lnTo>
                  <a:lnTo>
                    <a:pt x="2497835" y="24531"/>
                  </a:lnTo>
                  <a:lnTo>
                    <a:pt x="2557883" y="24305"/>
                  </a:lnTo>
                  <a:lnTo>
                    <a:pt x="2614289" y="24055"/>
                  </a:lnTo>
                  <a:lnTo>
                    <a:pt x="2667792" y="23780"/>
                  </a:lnTo>
                  <a:lnTo>
                    <a:pt x="2702183" y="23582"/>
                  </a:lnTo>
                  <a:lnTo>
                    <a:pt x="2763836" y="23187"/>
                  </a:lnTo>
                  <a:lnTo>
                    <a:pt x="2823566" y="22751"/>
                  </a:lnTo>
                  <a:lnTo>
                    <a:pt x="2882090" y="22276"/>
                  </a:lnTo>
                  <a:lnTo>
                    <a:pt x="2939934" y="21760"/>
                  </a:lnTo>
                  <a:lnTo>
                    <a:pt x="2997469" y="21207"/>
                  </a:lnTo>
                  <a:lnTo>
                    <a:pt x="3054939" y="20621"/>
                  </a:lnTo>
                  <a:lnTo>
                    <a:pt x="3112477" y="20006"/>
                  </a:lnTo>
                  <a:lnTo>
                    <a:pt x="3170132" y="19370"/>
                  </a:lnTo>
                  <a:lnTo>
                    <a:pt x="3227886" y="18719"/>
                  </a:lnTo>
                  <a:lnTo>
                    <a:pt x="3285683" y="18064"/>
                  </a:lnTo>
                  <a:lnTo>
                    <a:pt x="3343448" y="17412"/>
                  </a:lnTo>
                  <a:lnTo>
                    <a:pt x="3401121" y="16773"/>
                  </a:lnTo>
                  <a:lnTo>
                    <a:pt x="3458676" y="16155"/>
                  </a:lnTo>
                  <a:lnTo>
                    <a:pt x="3516149" y="15563"/>
                  </a:lnTo>
                  <a:lnTo>
                    <a:pt x="3573662" y="15005"/>
                  </a:lnTo>
                  <a:lnTo>
                    <a:pt x="3631438" y="14484"/>
                  </a:lnTo>
                  <a:lnTo>
                    <a:pt x="3689829" y="14002"/>
                  </a:lnTo>
                  <a:lnTo>
                    <a:pt x="3749333" y="13561"/>
                  </a:lnTo>
                  <a:lnTo>
                    <a:pt x="3810638" y="13159"/>
                  </a:lnTo>
                  <a:lnTo>
                    <a:pt x="3820202" y="13101"/>
                  </a:lnTo>
                  <a:lnTo>
                    <a:pt x="3872137" y="12809"/>
                  </a:lnTo>
                  <a:lnTo>
                    <a:pt x="3926530" y="12543"/>
                  </a:lnTo>
                  <a:lnTo>
                    <a:pt x="3984065" y="12301"/>
                  </a:lnTo>
                  <a:lnTo>
                    <a:pt x="4045496" y="12081"/>
                  </a:lnTo>
                  <a:lnTo>
                    <a:pt x="4111606" y="11883"/>
                  </a:lnTo>
                  <a:lnTo>
                    <a:pt x="4183157" y="11703"/>
                  </a:lnTo>
                  <a:lnTo>
                    <a:pt x="4260847" y="11539"/>
                  </a:lnTo>
                  <a:lnTo>
                    <a:pt x="4345237" y="11390"/>
                  </a:lnTo>
                  <a:lnTo>
                    <a:pt x="4436657" y="11254"/>
                  </a:lnTo>
                  <a:lnTo>
                    <a:pt x="4535089" y="11130"/>
                  </a:lnTo>
                  <a:lnTo>
                    <a:pt x="4640027" y="11018"/>
                  </a:lnTo>
                  <a:lnTo>
                    <a:pt x="4750329" y="10916"/>
                  </a:lnTo>
                  <a:lnTo>
                    <a:pt x="4864091" y="10825"/>
                  </a:lnTo>
                  <a:lnTo>
                    <a:pt x="4978596" y="10745"/>
                  </a:lnTo>
                  <a:lnTo>
                    <a:pt x="5090378" y="10677"/>
                  </a:lnTo>
                  <a:lnTo>
                    <a:pt x="5195467" y="10619"/>
                  </a:lnTo>
                  <a:lnTo>
                    <a:pt x="5289822" y="10573"/>
                  </a:lnTo>
                  <a:lnTo>
                    <a:pt x="5369888" y="10538"/>
                  </a:lnTo>
                  <a:lnTo>
                    <a:pt x="5433198" y="10513"/>
                  </a:lnTo>
                  <a:lnTo>
                    <a:pt x="5478835" y="10496"/>
                  </a:lnTo>
                  <a:lnTo>
                    <a:pt x="5507675" y="10487"/>
                  </a:lnTo>
                  <a:lnTo>
                    <a:pt x="5522359" y="10482"/>
                  </a:lnTo>
                  <a:lnTo>
                    <a:pt x="5527102" y="10481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514" y="10499"/>
                  </a:lnTo>
                  <a:lnTo>
                    <a:pt x="6530964" y="10633"/>
                  </a:lnTo>
                  <a:lnTo>
                    <a:pt x="6549846" y="11000"/>
                  </a:lnTo>
                  <a:lnTo>
                    <a:pt x="6583861" y="11725"/>
                  </a:lnTo>
                  <a:lnTo>
                    <a:pt x="6635077" y="12923"/>
                  </a:lnTo>
                  <a:lnTo>
                    <a:pt x="6703781" y="14693"/>
                  </a:lnTo>
                  <a:lnTo>
                    <a:pt x="6788530" y="17109"/>
                  </a:lnTo>
                  <a:lnTo>
                    <a:pt x="6886470" y="20215"/>
                  </a:lnTo>
                  <a:lnTo>
                    <a:pt x="6993854" y="24028"/>
                  </a:lnTo>
                  <a:lnTo>
                    <a:pt x="7106633" y="28545"/>
                  </a:lnTo>
                  <a:lnTo>
                    <a:pt x="7220984" y="33751"/>
                  </a:lnTo>
                  <a:lnTo>
                    <a:pt x="7333677" y="39633"/>
                  </a:lnTo>
                  <a:lnTo>
                    <a:pt x="7442260" y="46188"/>
                  </a:lnTo>
                  <a:lnTo>
                    <a:pt x="7545084" y="53429"/>
                  </a:lnTo>
                  <a:lnTo>
                    <a:pt x="7641220" y="61388"/>
                  </a:lnTo>
                  <a:lnTo>
                    <a:pt x="7730327" y="70120"/>
                  </a:lnTo>
                  <a:lnTo>
                    <a:pt x="7812503" y="79701"/>
                  </a:lnTo>
                  <a:lnTo>
                    <a:pt x="7888155" y="90229"/>
                  </a:lnTo>
                  <a:lnTo>
                    <a:pt x="7957888" y="101819"/>
                  </a:lnTo>
                  <a:lnTo>
                    <a:pt x="8022420" y="114599"/>
                  </a:lnTo>
                  <a:lnTo>
                    <a:pt x="8082519" y="128704"/>
                  </a:lnTo>
                  <a:lnTo>
                    <a:pt x="8138958" y="144260"/>
                  </a:lnTo>
                  <a:lnTo>
                    <a:pt x="8192470" y="161364"/>
                  </a:lnTo>
                  <a:lnTo>
                    <a:pt x="8229629" y="174687"/>
                  </a:lnTo>
                  <a:lnTo>
                    <a:pt x="8286952" y="197627"/>
                  </a:lnTo>
                  <a:lnTo>
                    <a:pt x="8342568" y="222710"/>
                  </a:lnTo>
                  <a:lnTo>
                    <a:pt x="8397068" y="249974"/>
                  </a:lnTo>
                  <a:lnTo>
                    <a:pt x="8450899" y="279396"/>
                  </a:lnTo>
                  <a:lnTo>
                    <a:pt x="8504385" y="310884"/>
                  </a:lnTo>
                  <a:lnTo>
                    <a:pt x="8557753" y="344276"/>
                  </a:lnTo>
                  <a:lnTo>
                    <a:pt x="8611142" y="379335"/>
                  </a:lnTo>
                  <a:lnTo>
                    <a:pt x="8664619" y="415754"/>
                  </a:lnTo>
                  <a:lnTo>
                    <a:pt x="8718197" y="453168"/>
                  </a:lnTo>
                  <a:lnTo>
                    <a:pt x="8771847" y="491163"/>
                  </a:lnTo>
                  <a:lnTo>
                    <a:pt x="8825515" y="529299"/>
                  </a:lnTo>
                  <a:lnTo>
                    <a:pt x="8879143" y="567127"/>
                  </a:lnTo>
                  <a:lnTo>
                    <a:pt x="8932685" y="604215"/>
                  </a:lnTo>
                  <a:lnTo>
                    <a:pt x="8986125" y="640165"/>
                  </a:lnTo>
                  <a:lnTo>
                    <a:pt x="9039494" y="674632"/>
                  </a:lnTo>
                  <a:lnTo>
                    <a:pt x="9092886" y="707335"/>
                  </a:lnTo>
                  <a:lnTo>
                    <a:pt x="9146470" y="738065"/>
                  </a:lnTo>
                  <a:lnTo>
                    <a:pt x="9200507" y="766686"/>
                  </a:lnTo>
                  <a:lnTo>
                    <a:pt x="9255365" y="793133"/>
                  </a:lnTo>
                  <a:lnTo>
                    <a:pt x="9311542" y="817407"/>
                  </a:lnTo>
                  <a:lnTo>
                    <a:pt x="9347647" y="831513"/>
                  </a:lnTo>
                  <a:lnTo>
                    <a:pt x="9399461" y="849761"/>
                  </a:lnTo>
                  <a:lnTo>
                    <a:pt x="9453719" y="866427"/>
                  </a:lnTo>
                  <a:lnTo>
                    <a:pt x="9511101" y="881567"/>
                  </a:lnTo>
                  <a:lnTo>
                    <a:pt x="9572357" y="895290"/>
                  </a:lnTo>
                  <a:lnTo>
                    <a:pt x="9638262" y="907725"/>
                  </a:lnTo>
                  <a:lnTo>
                    <a:pt x="9709575" y="919007"/>
                  </a:lnTo>
                  <a:lnTo>
                    <a:pt x="9786991" y="929260"/>
                  </a:lnTo>
                  <a:lnTo>
                    <a:pt x="9871068" y="938596"/>
                  </a:lnTo>
                  <a:lnTo>
                    <a:pt x="9962140" y="947105"/>
                  </a:lnTo>
                  <a:lnTo>
                    <a:pt x="10060196" y="954860"/>
                  </a:lnTo>
                  <a:lnTo>
                    <a:pt x="10164747" y="961907"/>
                  </a:lnTo>
                  <a:lnTo>
                    <a:pt x="10274674" y="968274"/>
                  </a:lnTo>
                  <a:lnTo>
                    <a:pt x="10388111" y="973969"/>
                  </a:lnTo>
                  <a:lnTo>
                    <a:pt x="10502378" y="978984"/>
                  </a:lnTo>
                  <a:lnTo>
                    <a:pt x="10614057" y="983306"/>
                  </a:lnTo>
                  <a:lnTo>
                    <a:pt x="10719214" y="986922"/>
                  </a:lnTo>
                  <a:lnTo>
                    <a:pt x="10813828" y="989833"/>
                  </a:lnTo>
                  <a:lnTo>
                    <a:pt x="10894341" y="992063"/>
                  </a:lnTo>
                  <a:lnTo>
                    <a:pt x="10958247" y="993665"/>
                  </a:lnTo>
                  <a:lnTo>
                    <a:pt x="11004565" y="994720"/>
                  </a:lnTo>
                  <a:lnTo>
                    <a:pt x="11034081" y="995334"/>
                  </a:lnTo>
                  <a:lnTo>
                    <a:pt x="11049342" y="995624"/>
                  </a:lnTo>
                  <a:lnTo>
                    <a:pt x="11054461" y="995713"/>
                  </a:lnTo>
                  <a:lnTo>
                    <a:pt x="11054891" y="995720"/>
                  </a:lnTo>
                  <a:lnTo>
                    <a:pt x="12049831" y="995720"/>
                  </a:lnTo>
                  <a:lnTo>
                    <a:pt x="12049831" y="985239"/>
                  </a:lnTo>
                  <a:lnTo>
                    <a:pt x="11054891" y="985239"/>
                  </a:lnTo>
                  <a:lnTo>
                    <a:pt x="11053762" y="985220"/>
                  </a:lnTo>
                  <a:lnTo>
                    <a:pt x="11046312" y="985087"/>
                  </a:lnTo>
                  <a:lnTo>
                    <a:pt x="11027430" y="984719"/>
                  </a:lnTo>
                  <a:lnTo>
                    <a:pt x="10993416" y="983994"/>
                  </a:lnTo>
                  <a:lnTo>
                    <a:pt x="10942199" y="982797"/>
                  </a:lnTo>
                  <a:lnTo>
                    <a:pt x="10873495" y="981026"/>
                  </a:lnTo>
                  <a:lnTo>
                    <a:pt x="10788746" y="978610"/>
                  </a:lnTo>
                  <a:lnTo>
                    <a:pt x="10690806" y="975504"/>
                  </a:lnTo>
                  <a:lnTo>
                    <a:pt x="10583423" y="971691"/>
                  </a:lnTo>
                  <a:lnTo>
                    <a:pt x="10470644" y="967175"/>
                  </a:lnTo>
                  <a:lnTo>
                    <a:pt x="10356293" y="961969"/>
                  </a:lnTo>
                  <a:lnTo>
                    <a:pt x="10243600" y="956087"/>
                  </a:lnTo>
                  <a:lnTo>
                    <a:pt x="10135016" y="949531"/>
                  </a:lnTo>
                  <a:lnTo>
                    <a:pt x="10032192" y="942291"/>
                  </a:lnTo>
                  <a:lnTo>
                    <a:pt x="9936056" y="934332"/>
                  </a:lnTo>
                  <a:lnTo>
                    <a:pt x="9846949" y="925600"/>
                  </a:lnTo>
                  <a:lnTo>
                    <a:pt x="9764773" y="916019"/>
                  </a:lnTo>
                  <a:lnTo>
                    <a:pt x="9689121" y="905491"/>
                  </a:lnTo>
                  <a:lnTo>
                    <a:pt x="9619388" y="893901"/>
                  </a:lnTo>
                  <a:lnTo>
                    <a:pt x="9554857" y="881120"/>
                  </a:lnTo>
                  <a:lnTo>
                    <a:pt x="9494757" y="867015"/>
                  </a:lnTo>
                  <a:lnTo>
                    <a:pt x="9438318" y="851459"/>
                  </a:lnTo>
                  <a:lnTo>
                    <a:pt x="9384806" y="834355"/>
                  </a:lnTo>
                  <a:lnTo>
                    <a:pt x="9347647" y="821032"/>
                  </a:lnTo>
                  <a:lnTo>
                    <a:pt x="9290324" y="798093"/>
                  </a:lnTo>
                  <a:lnTo>
                    <a:pt x="9234709" y="773009"/>
                  </a:lnTo>
                  <a:lnTo>
                    <a:pt x="9180208" y="745745"/>
                  </a:lnTo>
                  <a:lnTo>
                    <a:pt x="9126378" y="716324"/>
                  </a:lnTo>
                  <a:lnTo>
                    <a:pt x="9072891" y="684836"/>
                  </a:lnTo>
                  <a:lnTo>
                    <a:pt x="9019523" y="651444"/>
                  </a:lnTo>
                  <a:lnTo>
                    <a:pt x="8966135" y="616385"/>
                  </a:lnTo>
                  <a:lnTo>
                    <a:pt x="8912657" y="579965"/>
                  </a:lnTo>
                  <a:lnTo>
                    <a:pt x="8859079" y="542551"/>
                  </a:lnTo>
                  <a:lnTo>
                    <a:pt x="8805430" y="504556"/>
                  </a:lnTo>
                  <a:lnTo>
                    <a:pt x="8751762" y="466421"/>
                  </a:lnTo>
                  <a:lnTo>
                    <a:pt x="8698134" y="428593"/>
                  </a:lnTo>
                  <a:lnTo>
                    <a:pt x="8644592" y="391505"/>
                  </a:lnTo>
                  <a:lnTo>
                    <a:pt x="8591152" y="355555"/>
                  </a:lnTo>
                  <a:lnTo>
                    <a:pt x="8537782" y="321087"/>
                  </a:lnTo>
                  <a:lnTo>
                    <a:pt x="8484391" y="288384"/>
                  </a:lnTo>
                  <a:lnTo>
                    <a:pt x="8430807" y="257654"/>
                  </a:lnTo>
                  <a:lnTo>
                    <a:pt x="8376770" y="229033"/>
                  </a:lnTo>
                  <a:lnTo>
                    <a:pt x="8321911" y="202586"/>
                  </a:lnTo>
                  <a:lnTo>
                    <a:pt x="8265735" y="178313"/>
                  </a:lnTo>
                  <a:lnTo>
                    <a:pt x="8229629" y="164206"/>
                  </a:lnTo>
                  <a:lnTo>
                    <a:pt x="8177815" y="145959"/>
                  </a:lnTo>
                  <a:lnTo>
                    <a:pt x="8123558" y="129293"/>
                  </a:lnTo>
                  <a:lnTo>
                    <a:pt x="8066175" y="114152"/>
                  </a:lnTo>
                  <a:lnTo>
                    <a:pt x="8004919" y="100430"/>
                  </a:lnTo>
                  <a:lnTo>
                    <a:pt x="7939015" y="87994"/>
                  </a:lnTo>
                  <a:lnTo>
                    <a:pt x="7867701" y="76713"/>
                  </a:lnTo>
                  <a:lnTo>
                    <a:pt x="7790285" y="66459"/>
                  </a:lnTo>
                  <a:lnTo>
                    <a:pt x="7706208" y="57124"/>
                  </a:lnTo>
                  <a:lnTo>
                    <a:pt x="7615137" y="48614"/>
                  </a:lnTo>
                  <a:lnTo>
                    <a:pt x="7517080" y="40860"/>
                  </a:lnTo>
                  <a:lnTo>
                    <a:pt x="7412530" y="33812"/>
                  </a:lnTo>
                  <a:lnTo>
                    <a:pt x="7302602" y="27445"/>
                  </a:lnTo>
                  <a:lnTo>
                    <a:pt x="7189166" y="21750"/>
                  </a:lnTo>
                  <a:lnTo>
                    <a:pt x="7074898" y="16735"/>
                  </a:lnTo>
                  <a:lnTo>
                    <a:pt x="6963220" y="12414"/>
                  </a:lnTo>
                  <a:lnTo>
                    <a:pt x="6858063" y="8798"/>
                  </a:lnTo>
                  <a:lnTo>
                    <a:pt x="6763449" y="5887"/>
                  </a:lnTo>
                  <a:lnTo>
                    <a:pt x="6682936" y="3656"/>
                  </a:lnTo>
                  <a:lnTo>
                    <a:pt x="6619029" y="2054"/>
                  </a:lnTo>
                  <a:lnTo>
                    <a:pt x="6572712" y="999"/>
                  </a:lnTo>
                  <a:lnTo>
                    <a:pt x="6543195" y="386"/>
                  </a:lnTo>
                  <a:lnTo>
                    <a:pt x="6527934" y="96"/>
                  </a:lnTo>
                  <a:lnTo>
                    <a:pt x="6522815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0"/>
                  </a:lnTo>
                  <a:lnTo>
                    <a:pt x="5518809" y="2"/>
                  </a:lnTo>
                  <a:lnTo>
                    <a:pt x="5499805" y="8"/>
                  </a:lnTo>
                  <a:lnTo>
                    <a:pt x="5465578" y="19"/>
                  </a:lnTo>
                  <a:lnTo>
                    <a:pt x="5414060" y="39"/>
                  </a:lnTo>
                  <a:lnTo>
                    <a:pt x="5344982" y="67"/>
                  </a:lnTo>
                  <a:lnTo>
                    <a:pt x="5259816" y="106"/>
                  </a:lnTo>
                  <a:lnTo>
                    <a:pt x="5161454" y="156"/>
                  </a:lnTo>
                  <a:lnTo>
                    <a:pt x="5053679" y="217"/>
                  </a:lnTo>
                  <a:lnTo>
                    <a:pt x="4940567" y="290"/>
                  </a:lnTo>
                  <a:lnTo>
                    <a:pt x="4825958" y="373"/>
                  </a:lnTo>
                  <a:lnTo>
                    <a:pt x="4713087" y="467"/>
                  </a:lnTo>
                  <a:lnTo>
                    <a:pt x="4604401" y="573"/>
                  </a:lnTo>
                  <a:lnTo>
                    <a:pt x="4501538" y="689"/>
                  </a:lnTo>
                  <a:lnTo>
                    <a:pt x="4405413" y="816"/>
                  </a:lnTo>
                  <a:lnTo>
                    <a:pt x="4316353" y="957"/>
                  </a:lnTo>
                  <a:lnTo>
                    <a:pt x="4234245" y="1110"/>
                  </a:lnTo>
                  <a:lnTo>
                    <a:pt x="4158670" y="1279"/>
                  </a:lnTo>
                  <a:lnTo>
                    <a:pt x="4089014" y="1466"/>
                  </a:lnTo>
                  <a:lnTo>
                    <a:pt x="4024550" y="1671"/>
                  </a:lnTo>
                  <a:lnTo>
                    <a:pt x="3964502" y="1898"/>
                  </a:lnTo>
                  <a:lnTo>
                    <a:pt x="3908096" y="2148"/>
                  </a:lnTo>
                  <a:lnTo>
                    <a:pt x="3854593" y="2422"/>
                  </a:lnTo>
                  <a:lnTo>
                    <a:pt x="3820202" y="2620"/>
                  </a:lnTo>
                  <a:lnTo>
                    <a:pt x="3758549" y="3015"/>
                  </a:lnTo>
                  <a:lnTo>
                    <a:pt x="3698819" y="3451"/>
                  </a:lnTo>
                  <a:lnTo>
                    <a:pt x="3640295" y="3927"/>
                  </a:lnTo>
                  <a:lnTo>
                    <a:pt x="3582451" y="4442"/>
                  </a:lnTo>
                  <a:lnTo>
                    <a:pt x="3524916" y="4995"/>
                  </a:lnTo>
                  <a:lnTo>
                    <a:pt x="3467446" y="5581"/>
                  </a:lnTo>
                  <a:lnTo>
                    <a:pt x="3409908" y="6196"/>
                  </a:lnTo>
                  <a:lnTo>
                    <a:pt x="3352253" y="6833"/>
                  </a:lnTo>
                  <a:lnTo>
                    <a:pt x="3294499" y="7483"/>
                  </a:lnTo>
                  <a:lnTo>
                    <a:pt x="3236702" y="8138"/>
                  </a:lnTo>
                  <a:lnTo>
                    <a:pt x="3178937" y="8790"/>
                  </a:lnTo>
                  <a:lnTo>
                    <a:pt x="3121264" y="9429"/>
                  </a:lnTo>
                  <a:lnTo>
                    <a:pt x="3063709" y="10048"/>
                  </a:lnTo>
                  <a:lnTo>
                    <a:pt x="3006236" y="10639"/>
                  </a:lnTo>
                  <a:lnTo>
                    <a:pt x="2948723" y="11197"/>
                  </a:lnTo>
                  <a:lnTo>
                    <a:pt x="2890947" y="11718"/>
                  </a:lnTo>
                  <a:lnTo>
                    <a:pt x="2832556" y="12200"/>
                  </a:lnTo>
                  <a:lnTo>
                    <a:pt x="2773052" y="12642"/>
                  </a:lnTo>
                  <a:lnTo>
                    <a:pt x="2711747" y="13043"/>
                  </a:lnTo>
                  <a:lnTo>
                    <a:pt x="2702183" y="13101"/>
                  </a:lnTo>
                  <a:lnTo>
                    <a:pt x="2650248" y="13393"/>
                  </a:lnTo>
                  <a:lnTo>
                    <a:pt x="2595855" y="13659"/>
                  </a:lnTo>
                  <a:lnTo>
                    <a:pt x="2538320" y="13901"/>
                  </a:lnTo>
                  <a:lnTo>
                    <a:pt x="2476889" y="14121"/>
                  </a:lnTo>
                  <a:lnTo>
                    <a:pt x="2410779" y="14319"/>
                  </a:lnTo>
                  <a:lnTo>
                    <a:pt x="2339228" y="14500"/>
                  </a:lnTo>
                  <a:lnTo>
                    <a:pt x="2261538" y="14663"/>
                  </a:lnTo>
                  <a:lnTo>
                    <a:pt x="2177148" y="14812"/>
                  </a:lnTo>
                  <a:lnTo>
                    <a:pt x="2085728" y="14948"/>
                  </a:lnTo>
                  <a:lnTo>
                    <a:pt x="1987296" y="15072"/>
                  </a:lnTo>
                  <a:lnTo>
                    <a:pt x="1882358" y="15185"/>
                  </a:lnTo>
                  <a:lnTo>
                    <a:pt x="1772056" y="15286"/>
                  </a:lnTo>
                  <a:lnTo>
                    <a:pt x="1658294" y="15377"/>
                  </a:lnTo>
                  <a:lnTo>
                    <a:pt x="1543789" y="15457"/>
                  </a:lnTo>
                  <a:lnTo>
                    <a:pt x="1432007" y="15525"/>
                  </a:lnTo>
                  <a:lnTo>
                    <a:pt x="1326918" y="15583"/>
                  </a:lnTo>
                  <a:lnTo>
                    <a:pt x="1232563" y="15629"/>
                  </a:lnTo>
                  <a:lnTo>
                    <a:pt x="1152497" y="15664"/>
                  </a:lnTo>
                  <a:lnTo>
                    <a:pt x="1089187" y="15690"/>
                  </a:lnTo>
                  <a:lnTo>
                    <a:pt x="1043550" y="15706"/>
                  </a:lnTo>
                  <a:lnTo>
                    <a:pt x="1014710" y="15716"/>
                  </a:lnTo>
                  <a:lnTo>
                    <a:pt x="1000026" y="15720"/>
                  </a:lnTo>
                  <a:lnTo>
                    <a:pt x="995283" y="15721"/>
                  </a:lnTo>
                  <a:lnTo>
                    <a:pt x="994940" y="15721"/>
                  </a:lnTo>
                  <a:lnTo>
                    <a:pt x="0" y="15721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58" name="pl957"/>
            <p:cNvSpPr/>
            <p:nvPr/>
          </p:nvSpPr>
          <p:spPr>
            <a:xfrm>
              <a:off x="1199187" y="4344321"/>
              <a:ext cx="12049831" cy="985239"/>
            </a:xfrm>
            <a:custGeom>
              <a:avLst/>
              <a:pathLst>
                <a:path w="12049831" h="985239">
                  <a:moveTo>
                    <a:pt x="0" y="15721"/>
                  </a:moveTo>
                  <a:lnTo>
                    <a:pt x="994940" y="15721"/>
                  </a:lnTo>
                  <a:lnTo>
                    <a:pt x="996076" y="15721"/>
                  </a:lnTo>
                  <a:lnTo>
                    <a:pt x="1003576" y="15719"/>
                  </a:lnTo>
                  <a:lnTo>
                    <a:pt x="1022580" y="15713"/>
                  </a:lnTo>
                  <a:lnTo>
                    <a:pt x="1056807" y="15701"/>
                  </a:lnTo>
                  <a:lnTo>
                    <a:pt x="1108325" y="15682"/>
                  </a:lnTo>
                  <a:lnTo>
                    <a:pt x="1177403" y="15654"/>
                  </a:lnTo>
                  <a:lnTo>
                    <a:pt x="1262569" y="15615"/>
                  </a:lnTo>
                  <a:lnTo>
                    <a:pt x="1360931" y="15565"/>
                  </a:lnTo>
                  <a:lnTo>
                    <a:pt x="1468706" y="15504"/>
                  </a:lnTo>
                  <a:lnTo>
                    <a:pt x="1581818" y="15431"/>
                  </a:lnTo>
                  <a:lnTo>
                    <a:pt x="1696427" y="15348"/>
                  </a:lnTo>
                  <a:lnTo>
                    <a:pt x="1809298" y="15253"/>
                  </a:lnTo>
                  <a:lnTo>
                    <a:pt x="1917984" y="15148"/>
                  </a:lnTo>
                  <a:lnTo>
                    <a:pt x="2020847" y="15032"/>
                  </a:lnTo>
                  <a:lnTo>
                    <a:pt x="2116972" y="14904"/>
                  </a:lnTo>
                  <a:lnTo>
                    <a:pt x="2206032" y="14764"/>
                  </a:lnTo>
                  <a:lnTo>
                    <a:pt x="2288140" y="14611"/>
                  </a:lnTo>
                  <a:lnTo>
                    <a:pt x="2363715" y="14442"/>
                  </a:lnTo>
                  <a:lnTo>
                    <a:pt x="2433371" y="14255"/>
                  </a:lnTo>
                  <a:lnTo>
                    <a:pt x="2497835" y="14050"/>
                  </a:lnTo>
                  <a:lnTo>
                    <a:pt x="2557883" y="13823"/>
                  </a:lnTo>
                  <a:lnTo>
                    <a:pt x="2614289" y="13573"/>
                  </a:lnTo>
                  <a:lnTo>
                    <a:pt x="2667792" y="13299"/>
                  </a:lnTo>
                  <a:lnTo>
                    <a:pt x="2702183" y="13101"/>
                  </a:lnTo>
                  <a:lnTo>
                    <a:pt x="2763836" y="12705"/>
                  </a:lnTo>
                  <a:lnTo>
                    <a:pt x="2823566" y="12270"/>
                  </a:lnTo>
                  <a:lnTo>
                    <a:pt x="2882090" y="11794"/>
                  </a:lnTo>
                  <a:lnTo>
                    <a:pt x="2939934" y="11279"/>
                  </a:lnTo>
                  <a:lnTo>
                    <a:pt x="2997469" y="10726"/>
                  </a:lnTo>
                  <a:lnTo>
                    <a:pt x="3054939" y="10140"/>
                  </a:lnTo>
                  <a:lnTo>
                    <a:pt x="3112477" y="9525"/>
                  </a:lnTo>
                  <a:lnTo>
                    <a:pt x="3170132" y="8888"/>
                  </a:lnTo>
                  <a:lnTo>
                    <a:pt x="3227886" y="8238"/>
                  </a:lnTo>
                  <a:lnTo>
                    <a:pt x="3285683" y="7583"/>
                  </a:lnTo>
                  <a:lnTo>
                    <a:pt x="3343448" y="6931"/>
                  </a:lnTo>
                  <a:lnTo>
                    <a:pt x="3401121" y="6292"/>
                  </a:lnTo>
                  <a:lnTo>
                    <a:pt x="3458676" y="5673"/>
                  </a:lnTo>
                  <a:lnTo>
                    <a:pt x="3516149" y="5082"/>
                  </a:lnTo>
                  <a:lnTo>
                    <a:pt x="3573662" y="4524"/>
                  </a:lnTo>
                  <a:lnTo>
                    <a:pt x="3631438" y="4003"/>
                  </a:lnTo>
                  <a:lnTo>
                    <a:pt x="3689829" y="3521"/>
                  </a:lnTo>
                  <a:lnTo>
                    <a:pt x="3749333" y="3079"/>
                  </a:lnTo>
                  <a:lnTo>
                    <a:pt x="3810638" y="2678"/>
                  </a:lnTo>
                  <a:lnTo>
                    <a:pt x="3820202" y="2620"/>
                  </a:lnTo>
                  <a:lnTo>
                    <a:pt x="3872137" y="2328"/>
                  </a:lnTo>
                  <a:lnTo>
                    <a:pt x="3926530" y="2062"/>
                  </a:lnTo>
                  <a:lnTo>
                    <a:pt x="3984065" y="1820"/>
                  </a:lnTo>
                  <a:lnTo>
                    <a:pt x="4045496" y="1600"/>
                  </a:lnTo>
                  <a:lnTo>
                    <a:pt x="4111606" y="1401"/>
                  </a:lnTo>
                  <a:lnTo>
                    <a:pt x="4183157" y="1221"/>
                  </a:lnTo>
                  <a:lnTo>
                    <a:pt x="4260847" y="1058"/>
                  </a:lnTo>
                  <a:lnTo>
                    <a:pt x="4345237" y="908"/>
                  </a:lnTo>
                  <a:lnTo>
                    <a:pt x="4436657" y="773"/>
                  </a:lnTo>
                  <a:lnTo>
                    <a:pt x="4535089" y="649"/>
                  </a:lnTo>
                  <a:lnTo>
                    <a:pt x="4640027" y="536"/>
                  </a:lnTo>
                  <a:lnTo>
                    <a:pt x="4750329" y="435"/>
                  </a:lnTo>
                  <a:lnTo>
                    <a:pt x="4864091" y="344"/>
                  </a:lnTo>
                  <a:lnTo>
                    <a:pt x="4978596" y="264"/>
                  </a:lnTo>
                  <a:lnTo>
                    <a:pt x="5090378" y="195"/>
                  </a:lnTo>
                  <a:lnTo>
                    <a:pt x="5195467" y="138"/>
                  </a:lnTo>
                  <a:lnTo>
                    <a:pt x="5289822" y="92"/>
                  </a:lnTo>
                  <a:lnTo>
                    <a:pt x="5369888" y="57"/>
                  </a:lnTo>
                  <a:lnTo>
                    <a:pt x="5433198" y="31"/>
                  </a:lnTo>
                  <a:lnTo>
                    <a:pt x="5478835" y="15"/>
                  </a:lnTo>
                  <a:lnTo>
                    <a:pt x="5507675" y="5"/>
                  </a:lnTo>
                  <a:lnTo>
                    <a:pt x="5522359" y="1"/>
                  </a:lnTo>
                  <a:lnTo>
                    <a:pt x="5527102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4" y="18"/>
                  </a:lnTo>
                  <a:lnTo>
                    <a:pt x="6530964" y="151"/>
                  </a:lnTo>
                  <a:lnTo>
                    <a:pt x="6549846" y="519"/>
                  </a:lnTo>
                  <a:lnTo>
                    <a:pt x="6583861" y="1244"/>
                  </a:lnTo>
                  <a:lnTo>
                    <a:pt x="6635077" y="2442"/>
                  </a:lnTo>
                  <a:lnTo>
                    <a:pt x="6703781" y="4212"/>
                  </a:lnTo>
                  <a:lnTo>
                    <a:pt x="6788530" y="6628"/>
                  </a:lnTo>
                  <a:lnTo>
                    <a:pt x="6886470" y="9734"/>
                  </a:lnTo>
                  <a:lnTo>
                    <a:pt x="6993854" y="13547"/>
                  </a:lnTo>
                  <a:lnTo>
                    <a:pt x="7106633" y="18063"/>
                  </a:lnTo>
                  <a:lnTo>
                    <a:pt x="7220984" y="23269"/>
                  </a:lnTo>
                  <a:lnTo>
                    <a:pt x="7333677" y="29152"/>
                  </a:lnTo>
                  <a:lnTo>
                    <a:pt x="7442260" y="35707"/>
                  </a:lnTo>
                  <a:lnTo>
                    <a:pt x="7545084" y="42947"/>
                  </a:lnTo>
                  <a:lnTo>
                    <a:pt x="7641220" y="50906"/>
                  </a:lnTo>
                  <a:lnTo>
                    <a:pt x="7730327" y="59638"/>
                  </a:lnTo>
                  <a:lnTo>
                    <a:pt x="7812503" y="69219"/>
                  </a:lnTo>
                  <a:lnTo>
                    <a:pt x="7888155" y="79747"/>
                  </a:lnTo>
                  <a:lnTo>
                    <a:pt x="7957888" y="91337"/>
                  </a:lnTo>
                  <a:lnTo>
                    <a:pt x="8022420" y="104118"/>
                  </a:lnTo>
                  <a:lnTo>
                    <a:pt x="8082519" y="118223"/>
                  </a:lnTo>
                  <a:lnTo>
                    <a:pt x="8138958" y="133779"/>
                  </a:lnTo>
                  <a:lnTo>
                    <a:pt x="8192470" y="150883"/>
                  </a:lnTo>
                  <a:lnTo>
                    <a:pt x="8229629" y="164206"/>
                  </a:lnTo>
                  <a:lnTo>
                    <a:pt x="8286952" y="187146"/>
                  </a:lnTo>
                  <a:lnTo>
                    <a:pt x="8342568" y="212229"/>
                  </a:lnTo>
                  <a:lnTo>
                    <a:pt x="8397068" y="239493"/>
                  </a:lnTo>
                  <a:lnTo>
                    <a:pt x="8450899" y="268914"/>
                  </a:lnTo>
                  <a:lnTo>
                    <a:pt x="8504385" y="300403"/>
                  </a:lnTo>
                  <a:lnTo>
                    <a:pt x="8557753" y="333794"/>
                  </a:lnTo>
                  <a:lnTo>
                    <a:pt x="8611142" y="368853"/>
                  </a:lnTo>
                  <a:lnTo>
                    <a:pt x="8664619" y="405273"/>
                  </a:lnTo>
                  <a:lnTo>
                    <a:pt x="8718197" y="442687"/>
                  </a:lnTo>
                  <a:lnTo>
                    <a:pt x="8771847" y="480682"/>
                  </a:lnTo>
                  <a:lnTo>
                    <a:pt x="8825515" y="518817"/>
                  </a:lnTo>
                  <a:lnTo>
                    <a:pt x="8879143" y="556645"/>
                  </a:lnTo>
                  <a:lnTo>
                    <a:pt x="8932685" y="593733"/>
                  </a:lnTo>
                  <a:lnTo>
                    <a:pt x="8986125" y="629684"/>
                  </a:lnTo>
                  <a:lnTo>
                    <a:pt x="9039494" y="664151"/>
                  </a:lnTo>
                  <a:lnTo>
                    <a:pt x="9092886" y="696854"/>
                  </a:lnTo>
                  <a:lnTo>
                    <a:pt x="9146470" y="727584"/>
                  </a:lnTo>
                  <a:lnTo>
                    <a:pt x="9200507" y="756205"/>
                  </a:lnTo>
                  <a:lnTo>
                    <a:pt x="9255365" y="782652"/>
                  </a:lnTo>
                  <a:lnTo>
                    <a:pt x="9311542" y="806926"/>
                  </a:lnTo>
                  <a:lnTo>
                    <a:pt x="9347647" y="821032"/>
                  </a:lnTo>
                  <a:lnTo>
                    <a:pt x="9399461" y="839280"/>
                  </a:lnTo>
                  <a:lnTo>
                    <a:pt x="9453719" y="855945"/>
                  </a:lnTo>
                  <a:lnTo>
                    <a:pt x="9511101" y="871086"/>
                  </a:lnTo>
                  <a:lnTo>
                    <a:pt x="9572357" y="884809"/>
                  </a:lnTo>
                  <a:lnTo>
                    <a:pt x="9638262" y="897244"/>
                  </a:lnTo>
                  <a:lnTo>
                    <a:pt x="9709575" y="908526"/>
                  </a:lnTo>
                  <a:lnTo>
                    <a:pt x="9786991" y="918779"/>
                  </a:lnTo>
                  <a:lnTo>
                    <a:pt x="9871068" y="928114"/>
                  </a:lnTo>
                  <a:lnTo>
                    <a:pt x="9962140" y="936624"/>
                  </a:lnTo>
                  <a:lnTo>
                    <a:pt x="10060196" y="944378"/>
                  </a:lnTo>
                  <a:lnTo>
                    <a:pt x="10164747" y="951426"/>
                  </a:lnTo>
                  <a:lnTo>
                    <a:pt x="10274674" y="957793"/>
                  </a:lnTo>
                  <a:lnTo>
                    <a:pt x="10388111" y="963488"/>
                  </a:lnTo>
                  <a:lnTo>
                    <a:pt x="10502378" y="968503"/>
                  </a:lnTo>
                  <a:lnTo>
                    <a:pt x="10614057" y="972825"/>
                  </a:lnTo>
                  <a:lnTo>
                    <a:pt x="10719214" y="976440"/>
                  </a:lnTo>
                  <a:lnTo>
                    <a:pt x="10813828" y="979352"/>
                  </a:lnTo>
                  <a:lnTo>
                    <a:pt x="10894341" y="981582"/>
                  </a:lnTo>
                  <a:lnTo>
                    <a:pt x="10958247" y="983184"/>
                  </a:lnTo>
                  <a:lnTo>
                    <a:pt x="11004565" y="984239"/>
                  </a:lnTo>
                  <a:lnTo>
                    <a:pt x="11034081" y="984852"/>
                  </a:lnTo>
                  <a:lnTo>
                    <a:pt x="11049342" y="985142"/>
                  </a:lnTo>
                  <a:lnTo>
                    <a:pt x="11054461" y="985232"/>
                  </a:lnTo>
                  <a:lnTo>
                    <a:pt x="11054891" y="985239"/>
                  </a:lnTo>
                  <a:lnTo>
                    <a:pt x="12049831" y="985239"/>
                  </a:lnTo>
                  <a:lnTo>
                    <a:pt x="12049831" y="9852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9" name="pl958"/>
            <p:cNvSpPr/>
            <p:nvPr/>
          </p:nvSpPr>
          <p:spPr>
            <a:xfrm>
              <a:off x="1199187" y="4333839"/>
              <a:ext cx="12049831" cy="985239"/>
            </a:xfrm>
            <a:custGeom>
              <a:avLst/>
              <a:pathLst>
                <a:path w="12049831" h="985239">
                  <a:moveTo>
                    <a:pt x="12049831" y="985239"/>
                  </a:moveTo>
                  <a:lnTo>
                    <a:pt x="11054891" y="985239"/>
                  </a:lnTo>
                  <a:lnTo>
                    <a:pt x="11053762" y="985220"/>
                  </a:lnTo>
                  <a:lnTo>
                    <a:pt x="11046312" y="985087"/>
                  </a:lnTo>
                  <a:lnTo>
                    <a:pt x="11027430" y="984719"/>
                  </a:lnTo>
                  <a:lnTo>
                    <a:pt x="10993416" y="983994"/>
                  </a:lnTo>
                  <a:lnTo>
                    <a:pt x="10942199" y="982797"/>
                  </a:lnTo>
                  <a:lnTo>
                    <a:pt x="10873495" y="981026"/>
                  </a:lnTo>
                  <a:lnTo>
                    <a:pt x="10788746" y="978610"/>
                  </a:lnTo>
                  <a:lnTo>
                    <a:pt x="10690806" y="975504"/>
                  </a:lnTo>
                  <a:lnTo>
                    <a:pt x="10583423" y="971691"/>
                  </a:lnTo>
                  <a:lnTo>
                    <a:pt x="10470644" y="967175"/>
                  </a:lnTo>
                  <a:lnTo>
                    <a:pt x="10356293" y="961969"/>
                  </a:lnTo>
                  <a:lnTo>
                    <a:pt x="10243600" y="956087"/>
                  </a:lnTo>
                  <a:lnTo>
                    <a:pt x="10135016" y="949531"/>
                  </a:lnTo>
                  <a:lnTo>
                    <a:pt x="10032192" y="942291"/>
                  </a:lnTo>
                  <a:lnTo>
                    <a:pt x="9936056" y="934332"/>
                  </a:lnTo>
                  <a:lnTo>
                    <a:pt x="9846949" y="925600"/>
                  </a:lnTo>
                  <a:lnTo>
                    <a:pt x="9764773" y="916019"/>
                  </a:lnTo>
                  <a:lnTo>
                    <a:pt x="9689121" y="905491"/>
                  </a:lnTo>
                  <a:lnTo>
                    <a:pt x="9619388" y="893901"/>
                  </a:lnTo>
                  <a:lnTo>
                    <a:pt x="9554857" y="881120"/>
                  </a:lnTo>
                  <a:lnTo>
                    <a:pt x="9494757" y="867015"/>
                  </a:lnTo>
                  <a:lnTo>
                    <a:pt x="9438318" y="851459"/>
                  </a:lnTo>
                  <a:lnTo>
                    <a:pt x="9384806" y="834355"/>
                  </a:lnTo>
                  <a:lnTo>
                    <a:pt x="9347647" y="821032"/>
                  </a:lnTo>
                  <a:lnTo>
                    <a:pt x="9290324" y="798093"/>
                  </a:lnTo>
                  <a:lnTo>
                    <a:pt x="9234709" y="773009"/>
                  </a:lnTo>
                  <a:lnTo>
                    <a:pt x="9180208" y="745745"/>
                  </a:lnTo>
                  <a:lnTo>
                    <a:pt x="9126378" y="716324"/>
                  </a:lnTo>
                  <a:lnTo>
                    <a:pt x="9072891" y="684836"/>
                  </a:lnTo>
                  <a:lnTo>
                    <a:pt x="9019523" y="651444"/>
                  </a:lnTo>
                  <a:lnTo>
                    <a:pt x="8966135" y="616385"/>
                  </a:lnTo>
                  <a:lnTo>
                    <a:pt x="8912657" y="579965"/>
                  </a:lnTo>
                  <a:lnTo>
                    <a:pt x="8859079" y="542551"/>
                  </a:lnTo>
                  <a:lnTo>
                    <a:pt x="8805430" y="504556"/>
                  </a:lnTo>
                  <a:lnTo>
                    <a:pt x="8751762" y="466421"/>
                  </a:lnTo>
                  <a:lnTo>
                    <a:pt x="8698134" y="428593"/>
                  </a:lnTo>
                  <a:lnTo>
                    <a:pt x="8644592" y="391505"/>
                  </a:lnTo>
                  <a:lnTo>
                    <a:pt x="8591152" y="355555"/>
                  </a:lnTo>
                  <a:lnTo>
                    <a:pt x="8537782" y="321087"/>
                  </a:lnTo>
                  <a:lnTo>
                    <a:pt x="8484391" y="288384"/>
                  </a:lnTo>
                  <a:lnTo>
                    <a:pt x="8430807" y="257654"/>
                  </a:lnTo>
                  <a:lnTo>
                    <a:pt x="8376770" y="229033"/>
                  </a:lnTo>
                  <a:lnTo>
                    <a:pt x="8321911" y="202586"/>
                  </a:lnTo>
                  <a:lnTo>
                    <a:pt x="8265735" y="178313"/>
                  </a:lnTo>
                  <a:lnTo>
                    <a:pt x="8229629" y="164206"/>
                  </a:lnTo>
                  <a:lnTo>
                    <a:pt x="8177815" y="145959"/>
                  </a:lnTo>
                  <a:lnTo>
                    <a:pt x="8123558" y="129293"/>
                  </a:lnTo>
                  <a:lnTo>
                    <a:pt x="8066175" y="114152"/>
                  </a:lnTo>
                  <a:lnTo>
                    <a:pt x="8004919" y="100430"/>
                  </a:lnTo>
                  <a:lnTo>
                    <a:pt x="7939015" y="87994"/>
                  </a:lnTo>
                  <a:lnTo>
                    <a:pt x="7867701" y="76713"/>
                  </a:lnTo>
                  <a:lnTo>
                    <a:pt x="7790285" y="66459"/>
                  </a:lnTo>
                  <a:lnTo>
                    <a:pt x="7706208" y="57124"/>
                  </a:lnTo>
                  <a:lnTo>
                    <a:pt x="7615137" y="48614"/>
                  </a:lnTo>
                  <a:lnTo>
                    <a:pt x="7517080" y="40860"/>
                  </a:lnTo>
                  <a:lnTo>
                    <a:pt x="7412530" y="33812"/>
                  </a:lnTo>
                  <a:lnTo>
                    <a:pt x="7302602" y="27445"/>
                  </a:lnTo>
                  <a:lnTo>
                    <a:pt x="7189166" y="21750"/>
                  </a:lnTo>
                  <a:lnTo>
                    <a:pt x="7074898" y="16735"/>
                  </a:lnTo>
                  <a:lnTo>
                    <a:pt x="6963220" y="12414"/>
                  </a:lnTo>
                  <a:lnTo>
                    <a:pt x="6858063" y="8798"/>
                  </a:lnTo>
                  <a:lnTo>
                    <a:pt x="6763449" y="5887"/>
                  </a:lnTo>
                  <a:lnTo>
                    <a:pt x="6682936" y="3656"/>
                  </a:lnTo>
                  <a:lnTo>
                    <a:pt x="6619029" y="2054"/>
                  </a:lnTo>
                  <a:lnTo>
                    <a:pt x="6572712" y="999"/>
                  </a:lnTo>
                  <a:lnTo>
                    <a:pt x="6543195" y="386"/>
                  </a:lnTo>
                  <a:lnTo>
                    <a:pt x="6527934" y="96"/>
                  </a:lnTo>
                  <a:lnTo>
                    <a:pt x="6522815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0"/>
                  </a:lnTo>
                  <a:lnTo>
                    <a:pt x="5518809" y="2"/>
                  </a:lnTo>
                  <a:lnTo>
                    <a:pt x="5499805" y="8"/>
                  </a:lnTo>
                  <a:lnTo>
                    <a:pt x="5465578" y="19"/>
                  </a:lnTo>
                  <a:lnTo>
                    <a:pt x="5414060" y="39"/>
                  </a:lnTo>
                  <a:lnTo>
                    <a:pt x="5344982" y="67"/>
                  </a:lnTo>
                  <a:lnTo>
                    <a:pt x="5259816" y="106"/>
                  </a:lnTo>
                  <a:lnTo>
                    <a:pt x="5161454" y="156"/>
                  </a:lnTo>
                  <a:lnTo>
                    <a:pt x="5053679" y="217"/>
                  </a:lnTo>
                  <a:lnTo>
                    <a:pt x="4940567" y="290"/>
                  </a:lnTo>
                  <a:lnTo>
                    <a:pt x="4825958" y="373"/>
                  </a:lnTo>
                  <a:lnTo>
                    <a:pt x="4713087" y="467"/>
                  </a:lnTo>
                  <a:lnTo>
                    <a:pt x="4604401" y="573"/>
                  </a:lnTo>
                  <a:lnTo>
                    <a:pt x="4501538" y="689"/>
                  </a:lnTo>
                  <a:lnTo>
                    <a:pt x="4405413" y="816"/>
                  </a:lnTo>
                  <a:lnTo>
                    <a:pt x="4316353" y="957"/>
                  </a:lnTo>
                  <a:lnTo>
                    <a:pt x="4234245" y="1110"/>
                  </a:lnTo>
                  <a:lnTo>
                    <a:pt x="4158670" y="1279"/>
                  </a:lnTo>
                  <a:lnTo>
                    <a:pt x="4089014" y="1466"/>
                  </a:lnTo>
                  <a:lnTo>
                    <a:pt x="4024550" y="1671"/>
                  </a:lnTo>
                  <a:lnTo>
                    <a:pt x="3964502" y="1898"/>
                  </a:lnTo>
                  <a:lnTo>
                    <a:pt x="3908096" y="2148"/>
                  </a:lnTo>
                  <a:lnTo>
                    <a:pt x="3854593" y="2422"/>
                  </a:lnTo>
                  <a:lnTo>
                    <a:pt x="3820202" y="2620"/>
                  </a:lnTo>
                  <a:lnTo>
                    <a:pt x="3758549" y="3015"/>
                  </a:lnTo>
                  <a:lnTo>
                    <a:pt x="3698819" y="3451"/>
                  </a:lnTo>
                  <a:lnTo>
                    <a:pt x="3640295" y="3927"/>
                  </a:lnTo>
                  <a:lnTo>
                    <a:pt x="3582451" y="4442"/>
                  </a:lnTo>
                  <a:lnTo>
                    <a:pt x="3524916" y="4995"/>
                  </a:lnTo>
                  <a:lnTo>
                    <a:pt x="3467446" y="5581"/>
                  </a:lnTo>
                  <a:lnTo>
                    <a:pt x="3409908" y="6196"/>
                  </a:lnTo>
                  <a:lnTo>
                    <a:pt x="3352253" y="6833"/>
                  </a:lnTo>
                  <a:lnTo>
                    <a:pt x="3294499" y="7483"/>
                  </a:lnTo>
                  <a:lnTo>
                    <a:pt x="3236702" y="8138"/>
                  </a:lnTo>
                  <a:lnTo>
                    <a:pt x="3178937" y="8790"/>
                  </a:lnTo>
                  <a:lnTo>
                    <a:pt x="3121264" y="9429"/>
                  </a:lnTo>
                  <a:lnTo>
                    <a:pt x="3063709" y="10048"/>
                  </a:lnTo>
                  <a:lnTo>
                    <a:pt x="3006236" y="10639"/>
                  </a:lnTo>
                  <a:lnTo>
                    <a:pt x="2948723" y="11197"/>
                  </a:lnTo>
                  <a:lnTo>
                    <a:pt x="2890947" y="11718"/>
                  </a:lnTo>
                  <a:lnTo>
                    <a:pt x="2832556" y="12200"/>
                  </a:lnTo>
                  <a:lnTo>
                    <a:pt x="2773052" y="12642"/>
                  </a:lnTo>
                  <a:lnTo>
                    <a:pt x="2711747" y="13043"/>
                  </a:lnTo>
                  <a:lnTo>
                    <a:pt x="2702183" y="13101"/>
                  </a:lnTo>
                  <a:lnTo>
                    <a:pt x="2650248" y="13393"/>
                  </a:lnTo>
                  <a:lnTo>
                    <a:pt x="2595855" y="13659"/>
                  </a:lnTo>
                  <a:lnTo>
                    <a:pt x="2538320" y="13901"/>
                  </a:lnTo>
                  <a:lnTo>
                    <a:pt x="2476889" y="14121"/>
                  </a:lnTo>
                  <a:lnTo>
                    <a:pt x="2410779" y="14319"/>
                  </a:lnTo>
                  <a:lnTo>
                    <a:pt x="2339228" y="14500"/>
                  </a:lnTo>
                  <a:lnTo>
                    <a:pt x="2261538" y="14663"/>
                  </a:lnTo>
                  <a:lnTo>
                    <a:pt x="2177148" y="14812"/>
                  </a:lnTo>
                  <a:lnTo>
                    <a:pt x="2085728" y="14948"/>
                  </a:lnTo>
                  <a:lnTo>
                    <a:pt x="1987296" y="15072"/>
                  </a:lnTo>
                  <a:lnTo>
                    <a:pt x="1882358" y="15185"/>
                  </a:lnTo>
                  <a:lnTo>
                    <a:pt x="1772056" y="15286"/>
                  </a:lnTo>
                  <a:lnTo>
                    <a:pt x="1658294" y="15377"/>
                  </a:lnTo>
                  <a:lnTo>
                    <a:pt x="1543789" y="15457"/>
                  </a:lnTo>
                  <a:lnTo>
                    <a:pt x="1432007" y="15525"/>
                  </a:lnTo>
                  <a:lnTo>
                    <a:pt x="1326918" y="15583"/>
                  </a:lnTo>
                  <a:lnTo>
                    <a:pt x="1232563" y="15629"/>
                  </a:lnTo>
                  <a:lnTo>
                    <a:pt x="1152497" y="15664"/>
                  </a:lnTo>
                  <a:lnTo>
                    <a:pt x="1089187" y="15690"/>
                  </a:lnTo>
                  <a:lnTo>
                    <a:pt x="1043550" y="15706"/>
                  </a:lnTo>
                  <a:lnTo>
                    <a:pt x="1014710" y="15716"/>
                  </a:lnTo>
                  <a:lnTo>
                    <a:pt x="1000026" y="15720"/>
                  </a:lnTo>
                  <a:lnTo>
                    <a:pt x="995283" y="15721"/>
                  </a:lnTo>
                  <a:lnTo>
                    <a:pt x="994940" y="15721"/>
                  </a:lnTo>
                  <a:lnTo>
                    <a:pt x="0" y="15721"/>
                  </a:lnTo>
                  <a:lnTo>
                    <a:pt x="0" y="157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0" name="pg959"/>
            <p:cNvSpPr/>
            <p:nvPr/>
          </p:nvSpPr>
          <p:spPr>
            <a:xfrm>
              <a:off x="1199187" y="4360043"/>
              <a:ext cx="12049831" cy="1619355"/>
            </a:xfrm>
            <a:custGeom>
              <a:avLst/>
              <a:pathLst>
                <a:path w="12049831" h="1619355">
                  <a:moveTo>
                    <a:pt x="0" y="5240"/>
                  </a:moveTo>
                  <a:lnTo>
                    <a:pt x="994940" y="5240"/>
                  </a:lnTo>
                  <a:lnTo>
                    <a:pt x="996076" y="5240"/>
                  </a:lnTo>
                  <a:lnTo>
                    <a:pt x="1003576" y="5241"/>
                  </a:lnTo>
                  <a:lnTo>
                    <a:pt x="1022580" y="5243"/>
                  </a:lnTo>
                  <a:lnTo>
                    <a:pt x="1056807" y="5247"/>
                  </a:lnTo>
                  <a:lnTo>
                    <a:pt x="1108325" y="5253"/>
                  </a:lnTo>
                  <a:lnTo>
                    <a:pt x="1177403" y="5263"/>
                  </a:lnTo>
                  <a:lnTo>
                    <a:pt x="1262569" y="5276"/>
                  </a:lnTo>
                  <a:lnTo>
                    <a:pt x="1360931" y="5292"/>
                  </a:lnTo>
                  <a:lnTo>
                    <a:pt x="1468707" y="5313"/>
                  </a:lnTo>
                  <a:lnTo>
                    <a:pt x="1581819" y="5337"/>
                  </a:lnTo>
                  <a:lnTo>
                    <a:pt x="1696427" y="5365"/>
                  </a:lnTo>
                  <a:lnTo>
                    <a:pt x="1809299" y="5396"/>
                  </a:lnTo>
                  <a:lnTo>
                    <a:pt x="1917985" y="5431"/>
                  </a:lnTo>
                  <a:lnTo>
                    <a:pt x="2020848" y="5470"/>
                  </a:lnTo>
                  <a:lnTo>
                    <a:pt x="2116973" y="5512"/>
                  </a:lnTo>
                  <a:lnTo>
                    <a:pt x="2206033" y="5559"/>
                  </a:lnTo>
                  <a:lnTo>
                    <a:pt x="2288141" y="5610"/>
                  </a:lnTo>
                  <a:lnTo>
                    <a:pt x="2363715" y="5667"/>
                  </a:lnTo>
                  <a:lnTo>
                    <a:pt x="2433372" y="5729"/>
                  </a:lnTo>
                  <a:lnTo>
                    <a:pt x="2497836" y="5797"/>
                  </a:lnTo>
                  <a:lnTo>
                    <a:pt x="2557883" y="5873"/>
                  </a:lnTo>
                  <a:lnTo>
                    <a:pt x="2614290" y="5956"/>
                  </a:lnTo>
                  <a:lnTo>
                    <a:pt x="2667792" y="6048"/>
                  </a:lnTo>
                  <a:lnTo>
                    <a:pt x="2702183" y="6114"/>
                  </a:lnTo>
                  <a:lnTo>
                    <a:pt x="2763837" y="6245"/>
                  </a:lnTo>
                  <a:lnTo>
                    <a:pt x="2823568" y="6391"/>
                  </a:lnTo>
                  <a:lnTo>
                    <a:pt x="2882093" y="6549"/>
                  </a:lnTo>
                  <a:lnTo>
                    <a:pt x="2939938" y="6721"/>
                  </a:lnTo>
                  <a:lnTo>
                    <a:pt x="2997475" y="6905"/>
                  </a:lnTo>
                  <a:lnTo>
                    <a:pt x="3054945" y="7101"/>
                  </a:lnTo>
                  <a:lnTo>
                    <a:pt x="3112485" y="7306"/>
                  </a:lnTo>
                  <a:lnTo>
                    <a:pt x="3170141" y="7518"/>
                  </a:lnTo>
                  <a:lnTo>
                    <a:pt x="3227897" y="7735"/>
                  </a:lnTo>
                  <a:lnTo>
                    <a:pt x="3285694" y="7953"/>
                  </a:lnTo>
                  <a:lnTo>
                    <a:pt x="3343461" y="8170"/>
                  </a:lnTo>
                  <a:lnTo>
                    <a:pt x="3401134" y="8383"/>
                  </a:lnTo>
                  <a:lnTo>
                    <a:pt x="3458690" y="8590"/>
                  </a:lnTo>
                  <a:lnTo>
                    <a:pt x="3516165" y="8787"/>
                  </a:lnTo>
                  <a:lnTo>
                    <a:pt x="3573679" y="8973"/>
                  </a:lnTo>
                  <a:lnTo>
                    <a:pt x="3631457" y="9146"/>
                  </a:lnTo>
                  <a:lnTo>
                    <a:pt x="3689848" y="9307"/>
                  </a:lnTo>
                  <a:lnTo>
                    <a:pt x="3749355" y="9454"/>
                  </a:lnTo>
                  <a:lnTo>
                    <a:pt x="3810661" y="9588"/>
                  </a:lnTo>
                  <a:lnTo>
                    <a:pt x="3820202" y="9607"/>
                  </a:lnTo>
                  <a:lnTo>
                    <a:pt x="3872137" y="9705"/>
                  </a:lnTo>
                  <a:lnTo>
                    <a:pt x="3926530" y="9793"/>
                  </a:lnTo>
                  <a:lnTo>
                    <a:pt x="3984065" y="9874"/>
                  </a:lnTo>
                  <a:lnTo>
                    <a:pt x="4045497" y="9947"/>
                  </a:lnTo>
                  <a:lnTo>
                    <a:pt x="4111606" y="10013"/>
                  </a:lnTo>
                  <a:lnTo>
                    <a:pt x="4183157" y="10074"/>
                  </a:lnTo>
                  <a:lnTo>
                    <a:pt x="4260848" y="10128"/>
                  </a:lnTo>
                  <a:lnTo>
                    <a:pt x="4345238" y="10178"/>
                  </a:lnTo>
                  <a:lnTo>
                    <a:pt x="4436658" y="10223"/>
                  </a:lnTo>
                  <a:lnTo>
                    <a:pt x="4535090" y="10264"/>
                  </a:lnTo>
                  <a:lnTo>
                    <a:pt x="4640028" y="10302"/>
                  </a:lnTo>
                  <a:lnTo>
                    <a:pt x="4750329" y="10336"/>
                  </a:lnTo>
                  <a:lnTo>
                    <a:pt x="4864092" y="10366"/>
                  </a:lnTo>
                  <a:lnTo>
                    <a:pt x="4978597" y="10393"/>
                  </a:lnTo>
                  <a:lnTo>
                    <a:pt x="5090378" y="10415"/>
                  </a:lnTo>
                  <a:lnTo>
                    <a:pt x="5195468" y="10435"/>
                  </a:lnTo>
                  <a:lnTo>
                    <a:pt x="5289822" y="10450"/>
                  </a:lnTo>
                  <a:lnTo>
                    <a:pt x="5369889" y="10462"/>
                  </a:lnTo>
                  <a:lnTo>
                    <a:pt x="5433199" y="10470"/>
                  </a:lnTo>
                  <a:lnTo>
                    <a:pt x="5478836" y="10476"/>
                  </a:lnTo>
                  <a:lnTo>
                    <a:pt x="5507675" y="10479"/>
                  </a:lnTo>
                  <a:lnTo>
                    <a:pt x="5522359" y="10480"/>
                  </a:lnTo>
                  <a:lnTo>
                    <a:pt x="5527102" y="10481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502" y="10511"/>
                  </a:lnTo>
                  <a:lnTo>
                    <a:pt x="6530870" y="10726"/>
                  </a:lnTo>
                  <a:lnTo>
                    <a:pt x="6549553" y="11319"/>
                  </a:lnTo>
                  <a:lnTo>
                    <a:pt x="6583221" y="12490"/>
                  </a:lnTo>
                  <a:lnTo>
                    <a:pt x="6633944" y="14424"/>
                  </a:lnTo>
                  <a:lnTo>
                    <a:pt x="6702035" y="17282"/>
                  </a:lnTo>
                  <a:lnTo>
                    <a:pt x="6786101" y="21186"/>
                  </a:lnTo>
                  <a:lnTo>
                    <a:pt x="6883347" y="26206"/>
                  </a:lnTo>
                  <a:lnTo>
                    <a:pt x="6990086" y="32373"/>
                  </a:lnTo>
                  <a:lnTo>
                    <a:pt x="7102315" y="39679"/>
                  </a:lnTo>
                  <a:lnTo>
                    <a:pt x="7216238" y="48104"/>
                  </a:lnTo>
                  <a:lnTo>
                    <a:pt x="7328634" y="57626"/>
                  </a:lnTo>
                  <a:lnTo>
                    <a:pt x="7437044" y="68238"/>
                  </a:lnTo>
                  <a:lnTo>
                    <a:pt x="7539801" y="79959"/>
                  </a:lnTo>
                  <a:lnTo>
                    <a:pt x="7635952" y="92840"/>
                  </a:lnTo>
                  <a:lnTo>
                    <a:pt x="7725133" y="106969"/>
                  </a:lnTo>
                  <a:lnTo>
                    <a:pt x="7807420" y="122465"/>
                  </a:lnTo>
                  <a:lnTo>
                    <a:pt x="7883199" y="139484"/>
                  </a:lnTo>
                  <a:lnTo>
                    <a:pt x="7953058" y="158211"/>
                  </a:lnTo>
                  <a:lnTo>
                    <a:pt x="8017702" y="178852"/>
                  </a:lnTo>
                  <a:lnTo>
                    <a:pt x="8077889" y="201623"/>
                  </a:lnTo>
                  <a:lnTo>
                    <a:pt x="8134382" y="226731"/>
                  </a:lnTo>
                  <a:lnTo>
                    <a:pt x="8187913" y="254337"/>
                  </a:lnTo>
                  <a:lnTo>
                    <a:pt x="8229629" y="278627"/>
                  </a:lnTo>
                  <a:lnTo>
                    <a:pt x="8282147" y="312762"/>
                  </a:lnTo>
                  <a:lnTo>
                    <a:pt x="8333189" y="349819"/>
                  </a:lnTo>
                  <a:lnTo>
                    <a:pt x="8383224" y="389856"/>
                  </a:lnTo>
                  <a:lnTo>
                    <a:pt x="8432615" y="432859"/>
                  </a:lnTo>
                  <a:lnTo>
                    <a:pt x="8481637" y="478740"/>
                  </a:lnTo>
                  <a:lnTo>
                    <a:pt x="8530489" y="527332"/>
                  </a:lnTo>
                  <a:lnTo>
                    <a:pt x="8579309" y="578382"/>
                  </a:lnTo>
                  <a:lnTo>
                    <a:pt x="8628176" y="631553"/>
                  </a:lnTo>
                  <a:lnTo>
                    <a:pt x="8677125" y="686433"/>
                  </a:lnTo>
                  <a:lnTo>
                    <a:pt x="8726156" y="742545"/>
                  </a:lnTo>
                  <a:lnTo>
                    <a:pt x="8775242" y="799365"/>
                  </a:lnTo>
                  <a:lnTo>
                    <a:pt x="8824340" y="856338"/>
                  </a:lnTo>
                  <a:lnTo>
                    <a:pt x="8873405" y="912904"/>
                  </a:lnTo>
                  <a:lnTo>
                    <a:pt x="8922401" y="968519"/>
                  </a:lnTo>
                  <a:lnTo>
                    <a:pt x="8971311" y="1022678"/>
                  </a:lnTo>
                  <a:lnTo>
                    <a:pt x="9020150" y="1074932"/>
                  </a:lnTo>
                  <a:lnTo>
                    <a:pt x="9068971" y="1124902"/>
                  </a:lnTo>
                  <a:lnTo>
                    <a:pt x="9117880" y="1172289"/>
                  </a:lnTo>
                  <a:lnTo>
                    <a:pt x="9167041" y="1216879"/>
                  </a:lnTo>
                  <a:lnTo>
                    <a:pt x="9216685" y="1258540"/>
                  </a:lnTo>
                  <a:lnTo>
                    <a:pt x="9267127" y="1297220"/>
                  </a:lnTo>
                  <a:lnTo>
                    <a:pt x="9318774" y="1332940"/>
                  </a:lnTo>
                  <a:lnTo>
                    <a:pt x="9347647" y="1351210"/>
                  </a:lnTo>
                  <a:lnTo>
                    <a:pt x="9399261" y="1380900"/>
                  </a:lnTo>
                  <a:lnTo>
                    <a:pt x="9453297" y="1408026"/>
                  </a:lnTo>
                  <a:lnTo>
                    <a:pt x="9510430" y="1432679"/>
                  </a:lnTo>
                  <a:lnTo>
                    <a:pt x="9571398" y="1455032"/>
                  </a:lnTo>
                  <a:lnTo>
                    <a:pt x="9636967" y="1475296"/>
                  </a:lnTo>
                  <a:lnTo>
                    <a:pt x="9707891" y="1493686"/>
                  </a:lnTo>
                  <a:lnTo>
                    <a:pt x="9784857" y="1510404"/>
                  </a:lnTo>
                  <a:lnTo>
                    <a:pt x="9868422" y="1525632"/>
                  </a:lnTo>
                  <a:lnTo>
                    <a:pt x="9958923" y="1539517"/>
                  </a:lnTo>
                  <a:lnTo>
                    <a:pt x="10056363" y="1552174"/>
                  </a:lnTo>
                  <a:lnTo>
                    <a:pt x="10160279" y="1563683"/>
                  </a:lnTo>
                  <a:lnTo>
                    <a:pt x="10269591" y="1574089"/>
                  </a:lnTo>
                  <a:lnTo>
                    <a:pt x="10382487" y="1583405"/>
                  </a:lnTo>
                  <a:lnTo>
                    <a:pt x="10496359" y="1591621"/>
                  </a:lnTo>
                  <a:lnTo>
                    <a:pt x="10607855" y="1598714"/>
                  </a:lnTo>
                  <a:lnTo>
                    <a:pt x="10713109" y="1604664"/>
                  </a:lnTo>
                  <a:lnTo>
                    <a:pt x="10808133" y="1609470"/>
                  </a:lnTo>
                  <a:lnTo>
                    <a:pt x="10889364" y="1613170"/>
                  </a:lnTo>
                  <a:lnTo>
                    <a:pt x="10954239" y="1615844"/>
                  </a:lnTo>
                  <a:lnTo>
                    <a:pt x="11001669" y="1617620"/>
                  </a:lnTo>
                  <a:lnTo>
                    <a:pt x="11032302" y="1618667"/>
                  </a:lnTo>
                  <a:lnTo>
                    <a:pt x="11048525" y="1619174"/>
                  </a:lnTo>
                  <a:lnTo>
                    <a:pt x="11054289" y="1619339"/>
                  </a:lnTo>
                  <a:lnTo>
                    <a:pt x="11054891" y="1619355"/>
                  </a:lnTo>
                  <a:lnTo>
                    <a:pt x="12049831" y="1619355"/>
                  </a:lnTo>
                  <a:lnTo>
                    <a:pt x="12049831" y="1614115"/>
                  </a:lnTo>
                  <a:lnTo>
                    <a:pt x="11054891" y="1614115"/>
                  </a:lnTo>
                  <a:lnTo>
                    <a:pt x="11053775" y="1614085"/>
                  </a:lnTo>
                  <a:lnTo>
                    <a:pt x="11046406" y="1613870"/>
                  </a:lnTo>
                  <a:lnTo>
                    <a:pt x="11027724" y="1613276"/>
                  </a:lnTo>
                  <a:lnTo>
                    <a:pt x="10994056" y="1612106"/>
                  </a:lnTo>
                  <a:lnTo>
                    <a:pt x="10943332" y="1610172"/>
                  </a:lnTo>
                  <a:lnTo>
                    <a:pt x="10875241" y="1607313"/>
                  </a:lnTo>
                  <a:lnTo>
                    <a:pt x="10791176" y="1603410"/>
                  </a:lnTo>
                  <a:lnTo>
                    <a:pt x="10693929" y="1598389"/>
                  </a:lnTo>
                  <a:lnTo>
                    <a:pt x="10587190" y="1592223"/>
                  </a:lnTo>
                  <a:lnTo>
                    <a:pt x="10474961" y="1584917"/>
                  </a:lnTo>
                  <a:lnTo>
                    <a:pt x="10361038" y="1576492"/>
                  </a:lnTo>
                  <a:lnTo>
                    <a:pt x="10248642" y="1566970"/>
                  </a:lnTo>
                  <a:lnTo>
                    <a:pt x="10140232" y="1556358"/>
                  </a:lnTo>
                  <a:lnTo>
                    <a:pt x="10037476" y="1544637"/>
                  </a:lnTo>
                  <a:lnTo>
                    <a:pt x="9941324" y="1531755"/>
                  </a:lnTo>
                  <a:lnTo>
                    <a:pt x="9852143" y="1517627"/>
                  </a:lnTo>
                  <a:lnTo>
                    <a:pt x="9769857" y="1502131"/>
                  </a:lnTo>
                  <a:lnTo>
                    <a:pt x="9694077" y="1485112"/>
                  </a:lnTo>
                  <a:lnTo>
                    <a:pt x="9624218" y="1466385"/>
                  </a:lnTo>
                  <a:lnTo>
                    <a:pt x="9559574" y="1445744"/>
                  </a:lnTo>
                  <a:lnTo>
                    <a:pt x="9499388" y="1422972"/>
                  </a:lnTo>
                  <a:lnTo>
                    <a:pt x="9442894" y="1397864"/>
                  </a:lnTo>
                  <a:lnTo>
                    <a:pt x="9389364" y="1370258"/>
                  </a:lnTo>
                  <a:lnTo>
                    <a:pt x="9347647" y="1345969"/>
                  </a:lnTo>
                  <a:lnTo>
                    <a:pt x="9295130" y="1311834"/>
                  </a:lnTo>
                  <a:lnTo>
                    <a:pt x="9244088" y="1274776"/>
                  </a:lnTo>
                  <a:lnTo>
                    <a:pt x="9194053" y="1234740"/>
                  </a:lnTo>
                  <a:lnTo>
                    <a:pt x="9144662" y="1191737"/>
                  </a:lnTo>
                  <a:lnTo>
                    <a:pt x="9095640" y="1145855"/>
                  </a:lnTo>
                  <a:lnTo>
                    <a:pt x="9046787" y="1097263"/>
                  </a:lnTo>
                  <a:lnTo>
                    <a:pt x="8997968" y="1046214"/>
                  </a:lnTo>
                  <a:lnTo>
                    <a:pt x="8949101" y="993043"/>
                  </a:lnTo>
                  <a:lnTo>
                    <a:pt x="8900151" y="938163"/>
                  </a:lnTo>
                  <a:lnTo>
                    <a:pt x="8851120" y="882050"/>
                  </a:lnTo>
                  <a:lnTo>
                    <a:pt x="8802035" y="825230"/>
                  </a:lnTo>
                  <a:lnTo>
                    <a:pt x="8752937" y="768258"/>
                  </a:lnTo>
                  <a:lnTo>
                    <a:pt x="8703872" y="711692"/>
                  </a:lnTo>
                  <a:lnTo>
                    <a:pt x="8654876" y="656076"/>
                  </a:lnTo>
                  <a:lnTo>
                    <a:pt x="8605965" y="601917"/>
                  </a:lnTo>
                  <a:lnTo>
                    <a:pt x="8557127" y="549664"/>
                  </a:lnTo>
                  <a:lnTo>
                    <a:pt x="8508305" y="499694"/>
                  </a:lnTo>
                  <a:lnTo>
                    <a:pt x="8459396" y="452307"/>
                  </a:lnTo>
                  <a:lnTo>
                    <a:pt x="8410236" y="407717"/>
                  </a:lnTo>
                  <a:lnTo>
                    <a:pt x="8360591" y="366056"/>
                  </a:lnTo>
                  <a:lnTo>
                    <a:pt x="8310150" y="327375"/>
                  </a:lnTo>
                  <a:lnTo>
                    <a:pt x="8258502" y="291656"/>
                  </a:lnTo>
                  <a:lnTo>
                    <a:pt x="8229629" y="273386"/>
                  </a:lnTo>
                  <a:lnTo>
                    <a:pt x="8178016" y="243696"/>
                  </a:lnTo>
                  <a:lnTo>
                    <a:pt x="8123979" y="216570"/>
                  </a:lnTo>
                  <a:lnTo>
                    <a:pt x="8066847" y="191917"/>
                  </a:lnTo>
                  <a:lnTo>
                    <a:pt x="8005879" y="169563"/>
                  </a:lnTo>
                  <a:lnTo>
                    <a:pt x="7940309" y="149300"/>
                  </a:lnTo>
                  <a:lnTo>
                    <a:pt x="7869385" y="130910"/>
                  </a:lnTo>
                  <a:lnTo>
                    <a:pt x="7792419" y="114191"/>
                  </a:lnTo>
                  <a:lnTo>
                    <a:pt x="7708854" y="98964"/>
                  </a:lnTo>
                  <a:lnTo>
                    <a:pt x="7618354" y="85079"/>
                  </a:lnTo>
                  <a:lnTo>
                    <a:pt x="7520913" y="72422"/>
                  </a:lnTo>
                  <a:lnTo>
                    <a:pt x="7416998" y="60912"/>
                  </a:lnTo>
                  <a:lnTo>
                    <a:pt x="7307686" y="50507"/>
                  </a:lnTo>
                  <a:lnTo>
                    <a:pt x="7194789" y="41190"/>
                  </a:lnTo>
                  <a:lnTo>
                    <a:pt x="7080918" y="32975"/>
                  </a:lnTo>
                  <a:lnTo>
                    <a:pt x="6969421" y="25882"/>
                  </a:lnTo>
                  <a:lnTo>
                    <a:pt x="6864167" y="19932"/>
                  </a:lnTo>
                  <a:lnTo>
                    <a:pt x="6769143" y="15125"/>
                  </a:lnTo>
                  <a:lnTo>
                    <a:pt x="6687912" y="11426"/>
                  </a:lnTo>
                  <a:lnTo>
                    <a:pt x="6623038" y="8752"/>
                  </a:lnTo>
                  <a:lnTo>
                    <a:pt x="6575608" y="6975"/>
                  </a:lnTo>
                  <a:lnTo>
                    <a:pt x="6544975" y="5929"/>
                  </a:lnTo>
                  <a:lnTo>
                    <a:pt x="6528751" y="5422"/>
                  </a:lnTo>
                  <a:lnTo>
                    <a:pt x="6522988" y="5256"/>
                  </a:lnTo>
                  <a:lnTo>
                    <a:pt x="6522385" y="5240"/>
                  </a:lnTo>
                  <a:lnTo>
                    <a:pt x="5527445" y="5240"/>
                  </a:lnTo>
                  <a:lnTo>
                    <a:pt x="5526309" y="5240"/>
                  </a:lnTo>
                  <a:lnTo>
                    <a:pt x="5518809" y="5239"/>
                  </a:lnTo>
                  <a:lnTo>
                    <a:pt x="5499805" y="5237"/>
                  </a:lnTo>
                  <a:lnTo>
                    <a:pt x="5465578" y="5233"/>
                  </a:lnTo>
                  <a:lnTo>
                    <a:pt x="5414060" y="5227"/>
                  </a:lnTo>
                  <a:lnTo>
                    <a:pt x="5344982" y="5218"/>
                  </a:lnTo>
                  <a:lnTo>
                    <a:pt x="5259816" y="5205"/>
                  </a:lnTo>
                  <a:lnTo>
                    <a:pt x="5161454" y="5188"/>
                  </a:lnTo>
                  <a:lnTo>
                    <a:pt x="5053678" y="5168"/>
                  </a:lnTo>
                  <a:lnTo>
                    <a:pt x="4940566" y="5143"/>
                  </a:lnTo>
                  <a:lnTo>
                    <a:pt x="4825958" y="5116"/>
                  </a:lnTo>
                  <a:lnTo>
                    <a:pt x="4713086" y="5084"/>
                  </a:lnTo>
                  <a:lnTo>
                    <a:pt x="4604400" y="5049"/>
                  </a:lnTo>
                  <a:lnTo>
                    <a:pt x="4501537" y="5010"/>
                  </a:lnTo>
                  <a:lnTo>
                    <a:pt x="4405412" y="4968"/>
                  </a:lnTo>
                  <a:lnTo>
                    <a:pt x="4316352" y="4921"/>
                  </a:lnTo>
                  <a:lnTo>
                    <a:pt x="4234244" y="4870"/>
                  </a:lnTo>
                  <a:lnTo>
                    <a:pt x="4158670" y="4814"/>
                  </a:lnTo>
                  <a:lnTo>
                    <a:pt x="4089013" y="4751"/>
                  </a:lnTo>
                  <a:lnTo>
                    <a:pt x="4024549" y="4683"/>
                  </a:lnTo>
                  <a:lnTo>
                    <a:pt x="3964502" y="4607"/>
                  </a:lnTo>
                  <a:lnTo>
                    <a:pt x="3908095" y="4524"/>
                  </a:lnTo>
                  <a:lnTo>
                    <a:pt x="3854593" y="4433"/>
                  </a:lnTo>
                  <a:lnTo>
                    <a:pt x="3820202" y="4367"/>
                  </a:lnTo>
                  <a:lnTo>
                    <a:pt x="3758548" y="4235"/>
                  </a:lnTo>
                  <a:lnTo>
                    <a:pt x="3698817" y="4090"/>
                  </a:lnTo>
                  <a:lnTo>
                    <a:pt x="3640292" y="3931"/>
                  </a:lnTo>
                  <a:lnTo>
                    <a:pt x="3582447" y="3759"/>
                  </a:lnTo>
                  <a:lnTo>
                    <a:pt x="3524910" y="3575"/>
                  </a:lnTo>
                  <a:lnTo>
                    <a:pt x="3467440" y="3380"/>
                  </a:lnTo>
                  <a:lnTo>
                    <a:pt x="3409900" y="3175"/>
                  </a:lnTo>
                  <a:lnTo>
                    <a:pt x="3352244" y="2962"/>
                  </a:lnTo>
                  <a:lnTo>
                    <a:pt x="3294488" y="2746"/>
                  </a:lnTo>
                  <a:lnTo>
                    <a:pt x="3236691" y="2527"/>
                  </a:lnTo>
                  <a:lnTo>
                    <a:pt x="3178924" y="2310"/>
                  </a:lnTo>
                  <a:lnTo>
                    <a:pt x="3121251" y="2097"/>
                  </a:lnTo>
                  <a:lnTo>
                    <a:pt x="3063695" y="1891"/>
                  </a:lnTo>
                  <a:lnTo>
                    <a:pt x="3006220" y="1694"/>
                  </a:lnTo>
                  <a:lnTo>
                    <a:pt x="2948706" y="1508"/>
                  </a:lnTo>
                  <a:lnTo>
                    <a:pt x="2890928" y="1334"/>
                  </a:lnTo>
                  <a:lnTo>
                    <a:pt x="2832537" y="1173"/>
                  </a:lnTo>
                  <a:lnTo>
                    <a:pt x="2773030" y="1026"/>
                  </a:lnTo>
                  <a:lnTo>
                    <a:pt x="2711724" y="892"/>
                  </a:lnTo>
                  <a:lnTo>
                    <a:pt x="2702183" y="873"/>
                  </a:lnTo>
                  <a:lnTo>
                    <a:pt x="2650248" y="776"/>
                  </a:lnTo>
                  <a:lnTo>
                    <a:pt x="2595855" y="687"/>
                  </a:lnTo>
                  <a:lnTo>
                    <a:pt x="2538320" y="606"/>
                  </a:lnTo>
                  <a:lnTo>
                    <a:pt x="2476888" y="533"/>
                  </a:lnTo>
                  <a:lnTo>
                    <a:pt x="2410779" y="467"/>
                  </a:lnTo>
                  <a:lnTo>
                    <a:pt x="2339228" y="407"/>
                  </a:lnTo>
                  <a:lnTo>
                    <a:pt x="2261537" y="352"/>
                  </a:lnTo>
                  <a:lnTo>
                    <a:pt x="2177147" y="302"/>
                  </a:lnTo>
                  <a:lnTo>
                    <a:pt x="2085727" y="257"/>
                  </a:lnTo>
                  <a:lnTo>
                    <a:pt x="1987295" y="216"/>
                  </a:lnTo>
                  <a:lnTo>
                    <a:pt x="1882357" y="178"/>
                  </a:lnTo>
                  <a:lnTo>
                    <a:pt x="1772056" y="145"/>
                  </a:lnTo>
                  <a:lnTo>
                    <a:pt x="1658293" y="114"/>
                  </a:lnTo>
                  <a:lnTo>
                    <a:pt x="1543788" y="88"/>
                  </a:lnTo>
                  <a:lnTo>
                    <a:pt x="1432007" y="65"/>
                  </a:lnTo>
                  <a:lnTo>
                    <a:pt x="1326917" y="46"/>
                  </a:lnTo>
                  <a:lnTo>
                    <a:pt x="1232563" y="30"/>
                  </a:lnTo>
                  <a:lnTo>
                    <a:pt x="1152496" y="19"/>
                  </a:lnTo>
                  <a:lnTo>
                    <a:pt x="1089186" y="10"/>
                  </a:lnTo>
                  <a:lnTo>
                    <a:pt x="1043549" y="5"/>
                  </a:lnTo>
                  <a:lnTo>
                    <a:pt x="1014710" y="1"/>
                  </a:lnTo>
                  <a:lnTo>
                    <a:pt x="1000026" y="0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61" name="pl960"/>
            <p:cNvSpPr/>
            <p:nvPr/>
          </p:nvSpPr>
          <p:spPr>
            <a:xfrm>
              <a:off x="1199187" y="4365283"/>
              <a:ext cx="12049831" cy="1614115"/>
            </a:xfrm>
            <a:custGeom>
              <a:avLst/>
              <a:pathLst>
                <a:path w="12049831" h="1614115">
                  <a:moveTo>
                    <a:pt x="0" y="0"/>
                  </a:moveTo>
                  <a:lnTo>
                    <a:pt x="994940" y="0"/>
                  </a:lnTo>
                  <a:lnTo>
                    <a:pt x="996076" y="0"/>
                  </a:lnTo>
                  <a:lnTo>
                    <a:pt x="1003576" y="0"/>
                  </a:lnTo>
                  <a:lnTo>
                    <a:pt x="1022580" y="2"/>
                  </a:lnTo>
                  <a:lnTo>
                    <a:pt x="1056807" y="6"/>
                  </a:lnTo>
                  <a:lnTo>
                    <a:pt x="1108325" y="13"/>
                  </a:lnTo>
                  <a:lnTo>
                    <a:pt x="1177403" y="22"/>
                  </a:lnTo>
                  <a:lnTo>
                    <a:pt x="1262569" y="35"/>
                  </a:lnTo>
                  <a:lnTo>
                    <a:pt x="1360931" y="52"/>
                  </a:lnTo>
                  <a:lnTo>
                    <a:pt x="1468707" y="72"/>
                  </a:lnTo>
                  <a:lnTo>
                    <a:pt x="1581819" y="96"/>
                  </a:lnTo>
                  <a:lnTo>
                    <a:pt x="1696427" y="124"/>
                  </a:lnTo>
                  <a:lnTo>
                    <a:pt x="1809299" y="155"/>
                  </a:lnTo>
                  <a:lnTo>
                    <a:pt x="1917985" y="191"/>
                  </a:lnTo>
                  <a:lnTo>
                    <a:pt x="2020848" y="229"/>
                  </a:lnTo>
                  <a:lnTo>
                    <a:pt x="2116973" y="272"/>
                  </a:lnTo>
                  <a:lnTo>
                    <a:pt x="2206033" y="319"/>
                  </a:lnTo>
                  <a:lnTo>
                    <a:pt x="2288141" y="370"/>
                  </a:lnTo>
                  <a:lnTo>
                    <a:pt x="2363715" y="426"/>
                  </a:lnTo>
                  <a:lnTo>
                    <a:pt x="2433372" y="488"/>
                  </a:lnTo>
                  <a:lnTo>
                    <a:pt x="2497836" y="557"/>
                  </a:lnTo>
                  <a:lnTo>
                    <a:pt x="2557883" y="632"/>
                  </a:lnTo>
                  <a:lnTo>
                    <a:pt x="2614290" y="716"/>
                  </a:lnTo>
                  <a:lnTo>
                    <a:pt x="2667792" y="807"/>
                  </a:lnTo>
                  <a:lnTo>
                    <a:pt x="2702183" y="873"/>
                  </a:lnTo>
                  <a:lnTo>
                    <a:pt x="2763837" y="1005"/>
                  </a:lnTo>
                  <a:lnTo>
                    <a:pt x="2823568" y="1150"/>
                  </a:lnTo>
                  <a:lnTo>
                    <a:pt x="2882093" y="1309"/>
                  </a:lnTo>
                  <a:lnTo>
                    <a:pt x="2939938" y="1480"/>
                  </a:lnTo>
                  <a:lnTo>
                    <a:pt x="2997475" y="1665"/>
                  </a:lnTo>
                  <a:lnTo>
                    <a:pt x="3054945" y="1860"/>
                  </a:lnTo>
                  <a:lnTo>
                    <a:pt x="3112485" y="2065"/>
                  </a:lnTo>
                  <a:lnTo>
                    <a:pt x="3170141" y="2277"/>
                  </a:lnTo>
                  <a:lnTo>
                    <a:pt x="3227897" y="2494"/>
                  </a:lnTo>
                  <a:lnTo>
                    <a:pt x="3285694" y="2712"/>
                  </a:lnTo>
                  <a:lnTo>
                    <a:pt x="3343461" y="2930"/>
                  </a:lnTo>
                  <a:lnTo>
                    <a:pt x="3401134" y="3143"/>
                  </a:lnTo>
                  <a:lnTo>
                    <a:pt x="3458690" y="3349"/>
                  </a:lnTo>
                  <a:lnTo>
                    <a:pt x="3516165" y="3546"/>
                  </a:lnTo>
                  <a:lnTo>
                    <a:pt x="3573679" y="3732"/>
                  </a:lnTo>
                  <a:lnTo>
                    <a:pt x="3631457" y="3906"/>
                  </a:lnTo>
                  <a:lnTo>
                    <a:pt x="3689848" y="4066"/>
                  </a:lnTo>
                  <a:lnTo>
                    <a:pt x="3749355" y="4214"/>
                  </a:lnTo>
                  <a:lnTo>
                    <a:pt x="3810661" y="4347"/>
                  </a:lnTo>
                  <a:lnTo>
                    <a:pt x="3820202" y="4367"/>
                  </a:lnTo>
                  <a:lnTo>
                    <a:pt x="3872137" y="4464"/>
                  </a:lnTo>
                  <a:lnTo>
                    <a:pt x="3926530" y="4553"/>
                  </a:lnTo>
                  <a:lnTo>
                    <a:pt x="3984065" y="4633"/>
                  </a:lnTo>
                  <a:lnTo>
                    <a:pt x="4045497" y="4707"/>
                  </a:lnTo>
                  <a:lnTo>
                    <a:pt x="4111606" y="4773"/>
                  </a:lnTo>
                  <a:lnTo>
                    <a:pt x="4183157" y="4833"/>
                  </a:lnTo>
                  <a:lnTo>
                    <a:pt x="4260848" y="4887"/>
                  </a:lnTo>
                  <a:lnTo>
                    <a:pt x="4345238" y="4937"/>
                  </a:lnTo>
                  <a:lnTo>
                    <a:pt x="4436658" y="4982"/>
                  </a:lnTo>
                  <a:lnTo>
                    <a:pt x="4535090" y="5024"/>
                  </a:lnTo>
                  <a:lnTo>
                    <a:pt x="4640028" y="5061"/>
                  </a:lnTo>
                  <a:lnTo>
                    <a:pt x="4750329" y="5095"/>
                  </a:lnTo>
                  <a:lnTo>
                    <a:pt x="4864092" y="5125"/>
                  </a:lnTo>
                  <a:lnTo>
                    <a:pt x="4978597" y="5152"/>
                  </a:lnTo>
                  <a:lnTo>
                    <a:pt x="5090378" y="5175"/>
                  </a:lnTo>
                  <a:lnTo>
                    <a:pt x="5195468" y="5194"/>
                  </a:lnTo>
                  <a:lnTo>
                    <a:pt x="5289822" y="5209"/>
                  </a:lnTo>
                  <a:lnTo>
                    <a:pt x="5369889" y="5221"/>
                  </a:lnTo>
                  <a:lnTo>
                    <a:pt x="5433199" y="5230"/>
                  </a:lnTo>
                  <a:lnTo>
                    <a:pt x="5478836" y="5235"/>
                  </a:lnTo>
                  <a:lnTo>
                    <a:pt x="5507675" y="5238"/>
                  </a:lnTo>
                  <a:lnTo>
                    <a:pt x="5522359" y="5240"/>
                  </a:lnTo>
                  <a:lnTo>
                    <a:pt x="5527102" y="524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2" y="5270"/>
                  </a:lnTo>
                  <a:lnTo>
                    <a:pt x="6530870" y="5485"/>
                  </a:lnTo>
                  <a:lnTo>
                    <a:pt x="6549553" y="6079"/>
                  </a:lnTo>
                  <a:lnTo>
                    <a:pt x="6583221" y="7249"/>
                  </a:lnTo>
                  <a:lnTo>
                    <a:pt x="6633944" y="9183"/>
                  </a:lnTo>
                  <a:lnTo>
                    <a:pt x="6702035" y="12042"/>
                  </a:lnTo>
                  <a:lnTo>
                    <a:pt x="6786101" y="15945"/>
                  </a:lnTo>
                  <a:lnTo>
                    <a:pt x="6883347" y="20966"/>
                  </a:lnTo>
                  <a:lnTo>
                    <a:pt x="6990086" y="27132"/>
                  </a:lnTo>
                  <a:lnTo>
                    <a:pt x="7102315" y="34438"/>
                  </a:lnTo>
                  <a:lnTo>
                    <a:pt x="7216238" y="42863"/>
                  </a:lnTo>
                  <a:lnTo>
                    <a:pt x="7328634" y="52385"/>
                  </a:lnTo>
                  <a:lnTo>
                    <a:pt x="7437044" y="62997"/>
                  </a:lnTo>
                  <a:lnTo>
                    <a:pt x="7539801" y="74718"/>
                  </a:lnTo>
                  <a:lnTo>
                    <a:pt x="7635952" y="87600"/>
                  </a:lnTo>
                  <a:lnTo>
                    <a:pt x="7725133" y="101728"/>
                  </a:lnTo>
                  <a:lnTo>
                    <a:pt x="7807420" y="117224"/>
                  </a:lnTo>
                  <a:lnTo>
                    <a:pt x="7883199" y="134243"/>
                  </a:lnTo>
                  <a:lnTo>
                    <a:pt x="7953058" y="152970"/>
                  </a:lnTo>
                  <a:lnTo>
                    <a:pt x="8017702" y="173611"/>
                  </a:lnTo>
                  <a:lnTo>
                    <a:pt x="8077889" y="196383"/>
                  </a:lnTo>
                  <a:lnTo>
                    <a:pt x="8134382" y="221490"/>
                  </a:lnTo>
                  <a:lnTo>
                    <a:pt x="8187913" y="249097"/>
                  </a:lnTo>
                  <a:lnTo>
                    <a:pt x="8229629" y="273386"/>
                  </a:lnTo>
                  <a:lnTo>
                    <a:pt x="8282147" y="307521"/>
                  </a:lnTo>
                  <a:lnTo>
                    <a:pt x="8333189" y="344579"/>
                  </a:lnTo>
                  <a:lnTo>
                    <a:pt x="8383224" y="384615"/>
                  </a:lnTo>
                  <a:lnTo>
                    <a:pt x="8432615" y="427618"/>
                  </a:lnTo>
                  <a:lnTo>
                    <a:pt x="8481637" y="473500"/>
                  </a:lnTo>
                  <a:lnTo>
                    <a:pt x="8530489" y="522092"/>
                  </a:lnTo>
                  <a:lnTo>
                    <a:pt x="8579309" y="573141"/>
                  </a:lnTo>
                  <a:lnTo>
                    <a:pt x="8628176" y="626312"/>
                  </a:lnTo>
                  <a:lnTo>
                    <a:pt x="8677125" y="681192"/>
                  </a:lnTo>
                  <a:lnTo>
                    <a:pt x="8726156" y="737305"/>
                  </a:lnTo>
                  <a:lnTo>
                    <a:pt x="8775242" y="794124"/>
                  </a:lnTo>
                  <a:lnTo>
                    <a:pt x="8824340" y="851097"/>
                  </a:lnTo>
                  <a:lnTo>
                    <a:pt x="8873405" y="907663"/>
                  </a:lnTo>
                  <a:lnTo>
                    <a:pt x="8922401" y="963279"/>
                  </a:lnTo>
                  <a:lnTo>
                    <a:pt x="8971311" y="1017438"/>
                  </a:lnTo>
                  <a:lnTo>
                    <a:pt x="9020150" y="1069691"/>
                  </a:lnTo>
                  <a:lnTo>
                    <a:pt x="9068971" y="1119661"/>
                  </a:lnTo>
                  <a:lnTo>
                    <a:pt x="9117880" y="1167048"/>
                  </a:lnTo>
                  <a:lnTo>
                    <a:pt x="9167041" y="1211638"/>
                  </a:lnTo>
                  <a:lnTo>
                    <a:pt x="9216685" y="1253299"/>
                  </a:lnTo>
                  <a:lnTo>
                    <a:pt x="9267127" y="1291980"/>
                  </a:lnTo>
                  <a:lnTo>
                    <a:pt x="9318774" y="1327699"/>
                  </a:lnTo>
                  <a:lnTo>
                    <a:pt x="9347647" y="1345969"/>
                  </a:lnTo>
                  <a:lnTo>
                    <a:pt x="9399261" y="1375659"/>
                  </a:lnTo>
                  <a:lnTo>
                    <a:pt x="9453297" y="1402785"/>
                  </a:lnTo>
                  <a:lnTo>
                    <a:pt x="9510430" y="1427438"/>
                  </a:lnTo>
                  <a:lnTo>
                    <a:pt x="9571398" y="1449792"/>
                  </a:lnTo>
                  <a:lnTo>
                    <a:pt x="9636967" y="1470055"/>
                  </a:lnTo>
                  <a:lnTo>
                    <a:pt x="9707891" y="1488445"/>
                  </a:lnTo>
                  <a:lnTo>
                    <a:pt x="9784857" y="1505164"/>
                  </a:lnTo>
                  <a:lnTo>
                    <a:pt x="9868422" y="1520391"/>
                  </a:lnTo>
                  <a:lnTo>
                    <a:pt x="9958923" y="1534276"/>
                  </a:lnTo>
                  <a:lnTo>
                    <a:pt x="10056363" y="1546933"/>
                  </a:lnTo>
                  <a:lnTo>
                    <a:pt x="10160279" y="1558443"/>
                  </a:lnTo>
                  <a:lnTo>
                    <a:pt x="10269591" y="1568848"/>
                  </a:lnTo>
                  <a:lnTo>
                    <a:pt x="10382487" y="1578164"/>
                  </a:lnTo>
                  <a:lnTo>
                    <a:pt x="10496359" y="1586380"/>
                  </a:lnTo>
                  <a:lnTo>
                    <a:pt x="10607855" y="1593473"/>
                  </a:lnTo>
                  <a:lnTo>
                    <a:pt x="10713109" y="1599423"/>
                  </a:lnTo>
                  <a:lnTo>
                    <a:pt x="10808133" y="1604230"/>
                  </a:lnTo>
                  <a:lnTo>
                    <a:pt x="10889364" y="1607929"/>
                  </a:lnTo>
                  <a:lnTo>
                    <a:pt x="10954239" y="1610603"/>
                  </a:lnTo>
                  <a:lnTo>
                    <a:pt x="11001669" y="1612380"/>
                  </a:lnTo>
                  <a:lnTo>
                    <a:pt x="11032302" y="1613426"/>
                  </a:lnTo>
                  <a:lnTo>
                    <a:pt x="11048525" y="1613933"/>
                  </a:lnTo>
                  <a:lnTo>
                    <a:pt x="11054289" y="1614099"/>
                  </a:lnTo>
                  <a:lnTo>
                    <a:pt x="11054891" y="1614115"/>
                  </a:lnTo>
                  <a:lnTo>
                    <a:pt x="12049831" y="1614115"/>
                  </a:lnTo>
                  <a:lnTo>
                    <a:pt x="12049831" y="16141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2" name="pl961"/>
            <p:cNvSpPr/>
            <p:nvPr/>
          </p:nvSpPr>
          <p:spPr>
            <a:xfrm>
              <a:off x="1199187" y="4360043"/>
              <a:ext cx="12049831" cy="1614115"/>
            </a:xfrm>
            <a:custGeom>
              <a:avLst/>
              <a:pathLst>
                <a:path w="12049831" h="1614115">
                  <a:moveTo>
                    <a:pt x="12049831" y="1614115"/>
                  </a:moveTo>
                  <a:lnTo>
                    <a:pt x="11054891" y="1614115"/>
                  </a:lnTo>
                  <a:lnTo>
                    <a:pt x="11053775" y="1614085"/>
                  </a:lnTo>
                  <a:lnTo>
                    <a:pt x="11046406" y="1613870"/>
                  </a:lnTo>
                  <a:lnTo>
                    <a:pt x="11027724" y="1613276"/>
                  </a:lnTo>
                  <a:lnTo>
                    <a:pt x="10994056" y="1612106"/>
                  </a:lnTo>
                  <a:lnTo>
                    <a:pt x="10943332" y="1610172"/>
                  </a:lnTo>
                  <a:lnTo>
                    <a:pt x="10875241" y="1607313"/>
                  </a:lnTo>
                  <a:lnTo>
                    <a:pt x="10791176" y="1603410"/>
                  </a:lnTo>
                  <a:lnTo>
                    <a:pt x="10693929" y="1598389"/>
                  </a:lnTo>
                  <a:lnTo>
                    <a:pt x="10587190" y="1592223"/>
                  </a:lnTo>
                  <a:lnTo>
                    <a:pt x="10474961" y="1584917"/>
                  </a:lnTo>
                  <a:lnTo>
                    <a:pt x="10361038" y="1576492"/>
                  </a:lnTo>
                  <a:lnTo>
                    <a:pt x="10248642" y="1566970"/>
                  </a:lnTo>
                  <a:lnTo>
                    <a:pt x="10140232" y="1556358"/>
                  </a:lnTo>
                  <a:lnTo>
                    <a:pt x="10037476" y="1544637"/>
                  </a:lnTo>
                  <a:lnTo>
                    <a:pt x="9941324" y="1531755"/>
                  </a:lnTo>
                  <a:lnTo>
                    <a:pt x="9852143" y="1517627"/>
                  </a:lnTo>
                  <a:lnTo>
                    <a:pt x="9769857" y="1502131"/>
                  </a:lnTo>
                  <a:lnTo>
                    <a:pt x="9694077" y="1485112"/>
                  </a:lnTo>
                  <a:lnTo>
                    <a:pt x="9624218" y="1466385"/>
                  </a:lnTo>
                  <a:lnTo>
                    <a:pt x="9559574" y="1445744"/>
                  </a:lnTo>
                  <a:lnTo>
                    <a:pt x="9499388" y="1422972"/>
                  </a:lnTo>
                  <a:lnTo>
                    <a:pt x="9442894" y="1397864"/>
                  </a:lnTo>
                  <a:lnTo>
                    <a:pt x="9389364" y="1370258"/>
                  </a:lnTo>
                  <a:lnTo>
                    <a:pt x="9347647" y="1345969"/>
                  </a:lnTo>
                  <a:lnTo>
                    <a:pt x="9295130" y="1311834"/>
                  </a:lnTo>
                  <a:lnTo>
                    <a:pt x="9244088" y="1274776"/>
                  </a:lnTo>
                  <a:lnTo>
                    <a:pt x="9194053" y="1234740"/>
                  </a:lnTo>
                  <a:lnTo>
                    <a:pt x="9144662" y="1191737"/>
                  </a:lnTo>
                  <a:lnTo>
                    <a:pt x="9095640" y="1145855"/>
                  </a:lnTo>
                  <a:lnTo>
                    <a:pt x="9046787" y="1097263"/>
                  </a:lnTo>
                  <a:lnTo>
                    <a:pt x="8997968" y="1046214"/>
                  </a:lnTo>
                  <a:lnTo>
                    <a:pt x="8949101" y="993043"/>
                  </a:lnTo>
                  <a:lnTo>
                    <a:pt x="8900151" y="938163"/>
                  </a:lnTo>
                  <a:lnTo>
                    <a:pt x="8851120" y="882050"/>
                  </a:lnTo>
                  <a:lnTo>
                    <a:pt x="8802035" y="825230"/>
                  </a:lnTo>
                  <a:lnTo>
                    <a:pt x="8752937" y="768258"/>
                  </a:lnTo>
                  <a:lnTo>
                    <a:pt x="8703872" y="711692"/>
                  </a:lnTo>
                  <a:lnTo>
                    <a:pt x="8654876" y="656076"/>
                  </a:lnTo>
                  <a:lnTo>
                    <a:pt x="8605965" y="601917"/>
                  </a:lnTo>
                  <a:lnTo>
                    <a:pt x="8557127" y="549664"/>
                  </a:lnTo>
                  <a:lnTo>
                    <a:pt x="8508305" y="499694"/>
                  </a:lnTo>
                  <a:lnTo>
                    <a:pt x="8459396" y="452307"/>
                  </a:lnTo>
                  <a:lnTo>
                    <a:pt x="8410236" y="407717"/>
                  </a:lnTo>
                  <a:lnTo>
                    <a:pt x="8360591" y="366056"/>
                  </a:lnTo>
                  <a:lnTo>
                    <a:pt x="8310150" y="327375"/>
                  </a:lnTo>
                  <a:lnTo>
                    <a:pt x="8258502" y="291656"/>
                  </a:lnTo>
                  <a:lnTo>
                    <a:pt x="8229629" y="273386"/>
                  </a:lnTo>
                  <a:lnTo>
                    <a:pt x="8178016" y="243696"/>
                  </a:lnTo>
                  <a:lnTo>
                    <a:pt x="8123979" y="216570"/>
                  </a:lnTo>
                  <a:lnTo>
                    <a:pt x="8066847" y="191917"/>
                  </a:lnTo>
                  <a:lnTo>
                    <a:pt x="8005879" y="169563"/>
                  </a:lnTo>
                  <a:lnTo>
                    <a:pt x="7940309" y="149300"/>
                  </a:lnTo>
                  <a:lnTo>
                    <a:pt x="7869385" y="130910"/>
                  </a:lnTo>
                  <a:lnTo>
                    <a:pt x="7792419" y="114191"/>
                  </a:lnTo>
                  <a:lnTo>
                    <a:pt x="7708854" y="98964"/>
                  </a:lnTo>
                  <a:lnTo>
                    <a:pt x="7618354" y="85079"/>
                  </a:lnTo>
                  <a:lnTo>
                    <a:pt x="7520913" y="72422"/>
                  </a:lnTo>
                  <a:lnTo>
                    <a:pt x="7416998" y="60912"/>
                  </a:lnTo>
                  <a:lnTo>
                    <a:pt x="7307686" y="50507"/>
                  </a:lnTo>
                  <a:lnTo>
                    <a:pt x="7194789" y="41190"/>
                  </a:lnTo>
                  <a:lnTo>
                    <a:pt x="7080918" y="32975"/>
                  </a:lnTo>
                  <a:lnTo>
                    <a:pt x="6969421" y="25882"/>
                  </a:lnTo>
                  <a:lnTo>
                    <a:pt x="6864167" y="19932"/>
                  </a:lnTo>
                  <a:lnTo>
                    <a:pt x="6769143" y="15125"/>
                  </a:lnTo>
                  <a:lnTo>
                    <a:pt x="6687912" y="11426"/>
                  </a:lnTo>
                  <a:lnTo>
                    <a:pt x="6623038" y="8752"/>
                  </a:lnTo>
                  <a:lnTo>
                    <a:pt x="6575608" y="6975"/>
                  </a:lnTo>
                  <a:lnTo>
                    <a:pt x="6544975" y="5929"/>
                  </a:lnTo>
                  <a:lnTo>
                    <a:pt x="6528751" y="5422"/>
                  </a:lnTo>
                  <a:lnTo>
                    <a:pt x="6522988" y="5256"/>
                  </a:lnTo>
                  <a:lnTo>
                    <a:pt x="6522385" y="5240"/>
                  </a:lnTo>
                  <a:lnTo>
                    <a:pt x="5527445" y="5240"/>
                  </a:lnTo>
                  <a:lnTo>
                    <a:pt x="5526309" y="5240"/>
                  </a:lnTo>
                  <a:lnTo>
                    <a:pt x="5518809" y="5239"/>
                  </a:lnTo>
                  <a:lnTo>
                    <a:pt x="5499805" y="5237"/>
                  </a:lnTo>
                  <a:lnTo>
                    <a:pt x="5465578" y="5233"/>
                  </a:lnTo>
                  <a:lnTo>
                    <a:pt x="5414060" y="5227"/>
                  </a:lnTo>
                  <a:lnTo>
                    <a:pt x="5344982" y="5218"/>
                  </a:lnTo>
                  <a:lnTo>
                    <a:pt x="5259816" y="5205"/>
                  </a:lnTo>
                  <a:lnTo>
                    <a:pt x="5161454" y="5188"/>
                  </a:lnTo>
                  <a:lnTo>
                    <a:pt x="5053678" y="5168"/>
                  </a:lnTo>
                  <a:lnTo>
                    <a:pt x="4940566" y="5143"/>
                  </a:lnTo>
                  <a:lnTo>
                    <a:pt x="4825958" y="5116"/>
                  </a:lnTo>
                  <a:lnTo>
                    <a:pt x="4713086" y="5084"/>
                  </a:lnTo>
                  <a:lnTo>
                    <a:pt x="4604400" y="5049"/>
                  </a:lnTo>
                  <a:lnTo>
                    <a:pt x="4501537" y="5010"/>
                  </a:lnTo>
                  <a:lnTo>
                    <a:pt x="4405412" y="4968"/>
                  </a:lnTo>
                  <a:lnTo>
                    <a:pt x="4316352" y="4921"/>
                  </a:lnTo>
                  <a:lnTo>
                    <a:pt x="4234244" y="4870"/>
                  </a:lnTo>
                  <a:lnTo>
                    <a:pt x="4158670" y="4814"/>
                  </a:lnTo>
                  <a:lnTo>
                    <a:pt x="4089013" y="4751"/>
                  </a:lnTo>
                  <a:lnTo>
                    <a:pt x="4024549" y="4683"/>
                  </a:lnTo>
                  <a:lnTo>
                    <a:pt x="3964502" y="4607"/>
                  </a:lnTo>
                  <a:lnTo>
                    <a:pt x="3908095" y="4524"/>
                  </a:lnTo>
                  <a:lnTo>
                    <a:pt x="3854593" y="4433"/>
                  </a:lnTo>
                  <a:lnTo>
                    <a:pt x="3820202" y="4367"/>
                  </a:lnTo>
                  <a:lnTo>
                    <a:pt x="3758548" y="4235"/>
                  </a:lnTo>
                  <a:lnTo>
                    <a:pt x="3698817" y="4090"/>
                  </a:lnTo>
                  <a:lnTo>
                    <a:pt x="3640292" y="3931"/>
                  </a:lnTo>
                  <a:lnTo>
                    <a:pt x="3582447" y="3759"/>
                  </a:lnTo>
                  <a:lnTo>
                    <a:pt x="3524910" y="3575"/>
                  </a:lnTo>
                  <a:lnTo>
                    <a:pt x="3467440" y="3380"/>
                  </a:lnTo>
                  <a:lnTo>
                    <a:pt x="3409900" y="3175"/>
                  </a:lnTo>
                  <a:lnTo>
                    <a:pt x="3352244" y="2962"/>
                  </a:lnTo>
                  <a:lnTo>
                    <a:pt x="3294488" y="2746"/>
                  </a:lnTo>
                  <a:lnTo>
                    <a:pt x="3236691" y="2527"/>
                  </a:lnTo>
                  <a:lnTo>
                    <a:pt x="3178924" y="2310"/>
                  </a:lnTo>
                  <a:lnTo>
                    <a:pt x="3121251" y="2097"/>
                  </a:lnTo>
                  <a:lnTo>
                    <a:pt x="3063695" y="1891"/>
                  </a:lnTo>
                  <a:lnTo>
                    <a:pt x="3006220" y="1694"/>
                  </a:lnTo>
                  <a:lnTo>
                    <a:pt x="2948706" y="1508"/>
                  </a:lnTo>
                  <a:lnTo>
                    <a:pt x="2890928" y="1334"/>
                  </a:lnTo>
                  <a:lnTo>
                    <a:pt x="2832537" y="1173"/>
                  </a:lnTo>
                  <a:lnTo>
                    <a:pt x="2773030" y="1026"/>
                  </a:lnTo>
                  <a:lnTo>
                    <a:pt x="2711724" y="892"/>
                  </a:lnTo>
                  <a:lnTo>
                    <a:pt x="2702183" y="873"/>
                  </a:lnTo>
                  <a:lnTo>
                    <a:pt x="2650248" y="776"/>
                  </a:lnTo>
                  <a:lnTo>
                    <a:pt x="2595855" y="687"/>
                  </a:lnTo>
                  <a:lnTo>
                    <a:pt x="2538320" y="606"/>
                  </a:lnTo>
                  <a:lnTo>
                    <a:pt x="2476888" y="533"/>
                  </a:lnTo>
                  <a:lnTo>
                    <a:pt x="2410779" y="467"/>
                  </a:lnTo>
                  <a:lnTo>
                    <a:pt x="2339228" y="407"/>
                  </a:lnTo>
                  <a:lnTo>
                    <a:pt x="2261537" y="352"/>
                  </a:lnTo>
                  <a:lnTo>
                    <a:pt x="2177147" y="302"/>
                  </a:lnTo>
                  <a:lnTo>
                    <a:pt x="2085727" y="257"/>
                  </a:lnTo>
                  <a:lnTo>
                    <a:pt x="1987295" y="216"/>
                  </a:lnTo>
                  <a:lnTo>
                    <a:pt x="1882357" y="178"/>
                  </a:lnTo>
                  <a:lnTo>
                    <a:pt x="1772056" y="145"/>
                  </a:lnTo>
                  <a:lnTo>
                    <a:pt x="1658293" y="114"/>
                  </a:lnTo>
                  <a:lnTo>
                    <a:pt x="1543788" y="88"/>
                  </a:lnTo>
                  <a:lnTo>
                    <a:pt x="1432007" y="65"/>
                  </a:lnTo>
                  <a:lnTo>
                    <a:pt x="1326917" y="46"/>
                  </a:lnTo>
                  <a:lnTo>
                    <a:pt x="1232563" y="30"/>
                  </a:lnTo>
                  <a:lnTo>
                    <a:pt x="1152496" y="19"/>
                  </a:lnTo>
                  <a:lnTo>
                    <a:pt x="1089186" y="10"/>
                  </a:lnTo>
                  <a:lnTo>
                    <a:pt x="1043549" y="5"/>
                  </a:lnTo>
                  <a:lnTo>
                    <a:pt x="1014710" y="1"/>
                  </a:lnTo>
                  <a:lnTo>
                    <a:pt x="1000026" y="0"/>
                  </a:lnTo>
                  <a:lnTo>
                    <a:pt x="995283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3" name="pg962"/>
            <p:cNvSpPr/>
            <p:nvPr/>
          </p:nvSpPr>
          <p:spPr>
            <a:xfrm>
              <a:off x="1199187" y="1765929"/>
              <a:ext cx="12049831" cy="2641279"/>
            </a:xfrm>
            <a:custGeom>
              <a:avLst/>
              <a:pathLst>
                <a:path w="12049831" h="2641279">
                  <a:moveTo>
                    <a:pt x="0" y="2174863"/>
                  </a:moveTo>
                  <a:lnTo>
                    <a:pt x="994940" y="2174863"/>
                  </a:lnTo>
                  <a:lnTo>
                    <a:pt x="996040" y="2174823"/>
                  </a:lnTo>
                  <a:lnTo>
                    <a:pt x="1003306" y="2174537"/>
                  </a:lnTo>
                  <a:lnTo>
                    <a:pt x="1021733" y="2173748"/>
                  </a:lnTo>
                  <a:lnTo>
                    <a:pt x="1054961" y="2172193"/>
                  </a:lnTo>
                  <a:lnTo>
                    <a:pt x="1105056" y="2169623"/>
                  </a:lnTo>
                  <a:lnTo>
                    <a:pt x="1172364" y="2165822"/>
                  </a:lnTo>
                  <a:lnTo>
                    <a:pt x="1255555" y="2160630"/>
                  </a:lnTo>
                  <a:lnTo>
                    <a:pt x="1351912" y="2153948"/>
                  </a:lnTo>
                  <a:lnTo>
                    <a:pt x="1457821" y="2145737"/>
                  </a:lnTo>
                  <a:lnTo>
                    <a:pt x="1569339" y="2136003"/>
                  </a:lnTo>
                  <a:lnTo>
                    <a:pt x="1682707" y="2124773"/>
                  </a:lnTo>
                  <a:lnTo>
                    <a:pt x="1794714" y="2112076"/>
                  </a:lnTo>
                  <a:lnTo>
                    <a:pt x="1902893" y="2097925"/>
                  </a:lnTo>
                  <a:lnTo>
                    <a:pt x="2005556" y="2082295"/>
                  </a:lnTo>
                  <a:lnTo>
                    <a:pt x="2101722" y="2065121"/>
                  </a:lnTo>
                  <a:lnTo>
                    <a:pt x="2190994" y="2046293"/>
                  </a:lnTo>
                  <a:lnTo>
                    <a:pt x="2273420" y="2025652"/>
                  </a:lnTo>
                  <a:lnTo>
                    <a:pt x="2349361" y="2002996"/>
                  </a:lnTo>
                  <a:lnTo>
                    <a:pt x="2419383" y="1978083"/>
                  </a:lnTo>
                  <a:lnTo>
                    <a:pt x="2484172" y="1950639"/>
                  </a:lnTo>
                  <a:lnTo>
                    <a:pt x="2544474" y="1920379"/>
                  </a:lnTo>
                  <a:lnTo>
                    <a:pt x="2601042" y="1887025"/>
                  </a:lnTo>
                  <a:lnTo>
                    <a:pt x="2654601" y="1850353"/>
                  </a:lnTo>
                  <a:lnTo>
                    <a:pt x="2702183" y="1813259"/>
                  </a:lnTo>
                  <a:lnTo>
                    <a:pt x="2750591" y="1771025"/>
                  </a:lnTo>
                  <a:lnTo>
                    <a:pt x="2797714" y="1725457"/>
                  </a:lnTo>
                  <a:lnTo>
                    <a:pt x="2843929" y="1676490"/>
                  </a:lnTo>
                  <a:lnTo>
                    <a:pt x="2889532" y="1624120"/>
                  </a:lnTo>
                  <a:lnTo>
                    <a:pt x="2934757" y="1568418"/>
                  </a:lnTo>
                  <a:lnTo>
                    <a:pt x="2979778" y="1509529"/>
                  </a:lnTo>
                  <a:lnTo>
                    <a:pt x="3024724" y="1447680"/>
                  </a:lnTo>
                  <a:lnTo>
                    <a:pt x="3069678" y="1383181"/>
                  </a:lnTo>
                  <a:lnTo>
                    <a:pt x="3114687" y="1316419"/>
                  </a:lnTo>
                  <a:lnTo>
                    <a:pt x="3159769" y="1247851"/>
                  </a:lnTo>
                  <a:lnTo>
                    <a:pt x="3204918" y="1177993"/>
                  </a:lnTo>
                  <a:lnTo>
                    <a:pt x="3250108" y="1107406"/>
                  </a:lnTo>
                  <a:lnTo>
                    <a:pt x="3295307" y="1036674"/>
                  </a:lnTo>
                  <a:lnTo>
                    <a:pt x="3340480" y="966386"/>
                  </a:lnTo>
                  <a:lnTo>
                    <a:pt x="3385597" y="897118"/>
                  </a:lnTo>
                  <a:lnTo>
                    <a:pt x="3430641" y="829409"/>
                  </a:lnTo>
                  <a:lnTo>
                    <a:pt x="3475618" y="763747"/>
                  </a:lnTo>
                  <a:lnTo>
                    <a:pt x="3520560" y="700555"/>
                  </a:lnTo>
                  <a:lnTo>
                    <a:pt x="3565531" y="640181"/>
                  </a:lnTo>
                  <a:lnTo>
                    <a:pt x="3610637" y="582893"/>
                  </a:lnTo>
                  <a:lnTo>
                    <a:pt x="3656030" y="528875"/>
                  </a:lnTo>
                  <a:lnTo>
                    <a:pt x="3701911" y="478235"/>
                  </a:lnTo>
                  <a:lnTo>
                    <a:pt x="3748547" y="431005"/>
                  </a:lnTo>
                  <a:lnTo>
                    <a:pt x="3796272" y="387148"/>
                  </a:lnTo>
                  <a:lnTo>
                    <a:pt x="3820202" y="366844"/>
                  </a:lnTo>
                  <a:lnTo>
                    <a:pt x="3871559" y="326992"/>
                  </a:lnTo>
                  <a:lnTo>
                    <a:pt x="3925312" y="290565"/>
                  </a:lnTo>
                  <a:lnTo>
                    <a:pt x="3982124" y="257442"/>
                  </a:lnTo>
                  <a:lnTo>
                    <a:pt x="4042724" y="227394"/>
                  </a:lnTo>
                  <a:lnTo>
                    <a:pt x="4107866" y="200143"/>
                  </a:lnTo>
                  <a:lnTo>
                    <a:pt x="4178292" y="175401"/>
                  </a:lnTo>
                  <a:lnTo>
                    <a:pt x="4254684" y="152898"/>
                  </a:lnTo>
                  <a:lnTo>
                    <a:pt x="4337594" y="132394"/>
                  </a:lnTo>
                  <a:lnTo>
                    <a:pt x="4427366" y="113690"/>
                  </a:lnTo>
                  <a:lnTo>
                    <a:pt x="4524020" y="96631"/>
                  </a:lnTo>
                  <a:lnTo>
                    <a:pt x="4627120" y="81109"/>
                  </a:lnTo>
                  <a:lnTo>
                    <a:pt x="4735641" y="67063"/>
                  </a:lnTo>
                  <a:lnTo>
                    <a:pt x="4847838" y="54472"/>
                  </a:lnTo>
                  <a:lnTo>
                    <a:pt x="4961188" y="43348"/>
                  </a:lnTo>
                  <a:lnTo>
                    <a:pt x="5072433" y="33722"/>
                  </a:lnTo>
                  <a:lnTo>
                    <a:pt x="5177784" y="25622"/>
                  </a:lnTo>
                  <a:lnTo>
                    <a:pt x="5273305" y="19049"/>
                  </a:lnTo>
                  <a:lnTo>
                    <a:pt x="5355428" y="13961"/>
                  </a:lnTo>
                  <a:lnTo>
                    <a:pt x="5421522" y="10256"/>
                  </a:lnTo>
                  <a:lnTo>
                    <a:pt x="5470368" y="7766"/>
                  </a:lnTo>
                  <a:lnTo>
                    <a:pt x="5502440" y="6275"/>
                  </a:lnTo>
                  <a:lnTo>
                    <a:pt x="5519924" y="5531"/>
                  </a:lnTo>
                  <a:lnTo>
                    <a:pt x="5526563" y="5272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69" y="5288"/>
                  </a:lnTo>
                  <a:lnTo>
                    <a:pt x="6530630" y="5630"/>
                  </a:lnTo>
                  <a:lnTo>
                    <a:pt x="6548797" y="6573"/>
                  </a:lnTo>
                  <a:lnTo>
                    <a:pt x="6581573" y="8434"/>
                  </a:lnTo>
                  <a:lnTo>
                    <a:pt x="6631024" y="11510"/>
                  </a:lnTo>
                  <a:lnTo>
                    <a:pt x="6697528" y="16060"/>
                  </a:lnTo>
                  <a:lnTo>
                    <a:pt x="6779818" y="22279"/>
                  </a:lnTo>
                  <a:lnTo>
                    <a:pt x="6875256" y="30287"/>
                  </a:lnTo>
                  <a:lnTo>
                    <a:pt x="6980305" y="40133"/>
                  </a:lnTo>
                  <a:lnTo>
                    <a:pt x="7091083" y="51813"/>
                  </a:lnTo>
                  <a:lnTo>
                    <a:pt x="7203868" y="65294"/>
                  </a:lnTo>
                  <a:lnTo>
                    <a:pt x="7315464" y="80539"/>
                  </a:lnTo>
                  <a:lnTo>
                    <a:pt x="7423396" y="97535"/>
                  </a:lnTo>
                  <a:lnTo>
                    <a:pt x="7525954" y="116306"/>
                  </a:lnTo>
                  <a:lnTo>
                    <a:pt x="7622127" y="136926"/>
                  </a:lnTo>
                  <a:lnTo>
                    <a:pt x="7711488" y="159523"/>
                  </a:lnTo>
                  <a:lnTo>
                    <a:pt x="7794055" y="184283"/>
                  </a:lnTo>
                  <a:lnTo>
                    <a:pt x="7870162" y="211444"/>
                  </a:lnTo>
                  <a:lnTo>
                    <a:pt x="7940353" y="241293"/>
                  </a:lnTo>
                  <a:lnTo>
                    <a:pt x="8005295" y="274151"/>
                  </a:lnTo>
                  <a:lnTo>
                    <a:pt x="8065719" y="310363"/>
                  </a:lnTo>
                  <a:lnTo>
                    <a:pt x="8122368" y="350262"/>
                  </a:lnTo>
                  <a:lnTo>
                    <a:pt x="8175962" y="394127"/>
                  </a:lnTo>
                  <a:lnTo>
                    <a:pt x="8227157" y="442109"/>
                  </a:lnTo>
                  <a:lnTo>
                    <a:pt x="8229629" y="444580"/>
                  </a:lnTo>
                  <a:lnTo>
                    <a:pt x="8275023" y="492535"/>
                  </a:lnTo>
                  <a:lnTo>
                    <a:pt x="8319267" y="544039"/>
                  </a:lnTo>
                  <a:lnTo>
                    <a:pt x="8362676" y="599164"/>
                  </a:lnTo>
                  <a:lnTo>
                    <a:pt x="8405504" y="657922"/>
                  </a:lnTo>
                  <a:lnTo>
                    <a:pt x="8447954" y="720262"/>
                  </a:lnTo>
                  <a:lnTo>
                    <a:pt x="8490183" y="786059"/>
                  </a:lnTo>
                  <a:lnTo>
                    <a:pt x="8532308" y="855116"/>
                  </a:lnTo>
                  <a:lnTo>
                    <a:pt x="8574412" y="927156"/>
                  </a:lnTo>
                  <a:lnTo>
                    <a:pt x="8616548" y="1001828"/>
                  </a:lnTo>
                  <a:lnTo>
                    <a:pt x="8658742" y="1078713"/>
                  </a:lnTo>
                  <a:lnTo>
                    <a:pt x="8701000" y="1157328"/>
                  </a:lnTo>
                  <a:lnTo>
                    <a:pt x="8743311" y="1237140"/>
                  </a:lnTo>
                  <a:lnTo>
                    <a:pt x="8785653" y="1317581"/>
                  </a:lnTo>
                  <a:lnTo>
                    <a:pt x="8827997" y="1398064"/>
                  </a:lnTo>
                  <a:lnTo>
                    <a:pt x="8870314" y="1477999"/>
                  </a:lnTo>
                  <a:lnTo>
                    <a:pt x="8912581" y="1556816"/>
                  </a:lnTo>
                  <a:lnTo>
                    <a:pt x="8954784" y="1633975"/>
                  </a:lnTo>
                  <a:lnTo>
                    <a:pt x="8996927" y="1708987"/>
                  </a:lnTo>
                  <a:lnTo>
                    <a:pt x="9039033" y="1781421"/>
                  </a:lnTo>
                  <a:lnTo>
                    <a:pt x="9081151" y="1850916"/>
                  </a:lnTo>
                  <a:lnTo>
                    <a:pt x="9123359" y="1917187"/>
                  </a:lnTo>
                  <a:lnTo>
                    <a:pt x="9165769" y="1980023"/>
                  </a:lnTo>
                  <a:lnTo>
                    <a:pt x="9208533" y="2039292"/>
                  </a:lnTo>
                  <a:lnTo>
                    <a:pt x="9251846" y="2094929"/>
                  </a:lnTo>
                  <a:lnTo>
                    <a:pt x="9295954" y="2146940"/>
                  </a:lnTo>
                  <a:lnTo>
                    <a:pt x="9341164" y="2195389"/>
                  </a:lnTo>
                  <a:lnTo>
                    <a:pt x="9347647" y="2201939"/>
                  </a:lnTo>
                  <a:lnTo>
                    <a:pt x="9398740" y="2250124"/>
                  </a:lnTo>
                  <a:lnTo>
                    <a:pt x="9452201" y="2294190"/>
                  </a:lnTo>
                  <a:lnTo>
                    <a:pt x="9508683" y="2334279"/>
                  </a:lnTo>
                  <a:lnTo>
                    <a:pt x="9568904" y="2370665"/>
                  </a:lnTo>
                  <a:lnTo>
                    <a:pt x="9633606" y="2403680"/>
                  </a:lnTo>
                  <a:lnTo>
                    <a:pt x="9703521" y="2433669"/>
                  </a:lnTo>
                  <a:lnTo>
                    <a:pt x="9779322" y="2460955"/>
                  </a:lnTo>
                  <a:lnTo>
                    <a:pt x="9861561" y="2485828"/>
                  </a:lnTo>
                  <a:lnTo>
                    <a:pt x="9950584" y="2508527"/>
                  </a:lnTo>
                  <a:lnTo>
                    <a:pt x="10046427" y="2529241"/>
                  </a:lnTo>
                  <a:lnTo>
                    <a:pt x="10148688" y="2548101"/>
                  </a:lnTo>
                  <a:lnTo>
                    <a:pt x="10256389" y="2565183"/>
                  </a:lnTo>
                  <a:lnTo>
                    <a:pt x="10367856" y="2580515"/>
                  </a:lnTo>
                  <a:lnTo>
                    <a:pt x="10480652" y="2594083"/>
                  </a:lnTo>
                  <a:lnTo>
                    <a:pt x="10591613" y="2605853"/>
                  </a:lnTo>
                  <a:lnTo>
                    <a:pt x="10697036" y="2615790"/>
                  </a:lnTo>
                  <a:lnTo>
                    <a:pt x="10793035" y="2623888"/>
                  </a:lnTo>
                  <a:lnTo>
                    <a:pt x="10876045" y="2630193"/>
                  </a:lnTo>
                  <a:lnTo>
                    <a:pt x="10943370" y="2634821"/>
                  </a:lnTo>
                  <a:lnTo>
                    <a:pt x="10993666" y="2637965"/>
                  </a:lnTo>
                  <a:lnTo>
                    <a:pt x="11027229" y="2639878"/>
                  </a:lnTo>
                  <a:lnTo>
                    <a:pt x="11046044" y="2640860"/>
                  </a:lnTo>
                  <a:lnTo>
                    <a:pt x="11053642" y="2641224"/>
                  </a:lnTo>
                  <a:lnTo>
                    <a:pt x="11054891" y="2641279"/>
                  </a:lnTo>
                  <a:lnTo>
                    <a:pt x="12049831" y="2641279"/>
                  </a:lnTo>
                  <a:lnTo>
                    <a:pt x="12049831" y="2636038"/>
                  </a:lnTo>
                  <a:lnTo>
                    <a:pt x="11054891" y="2636038"/>
                  </a:lnTo>
                  <a:lnTo>
                    <a:pt x="11053807" y="2635990"/>
                  </a:lnTo>
                  <a:lnTo>
                    <a:pt x="11046647" y="2635649"/>
                  </a:lnTo>
                  <a:lnTo>
                    <a:pt x="11028479" y="2634705"/>
                  </a:lnTo>
                  <a:lnTo>
                    <a:pt x="10995703" y="2632845"/>
                  </a:lnTo>
                  <a:lnTo>
                    <a:pt x="10946253" y="2629769"/>
                  </a:lnTo>
                  <a:lnTo>
                    <a:pt x="10879748" y="2625219"/>
                  </a:lnTo>
                  <a:lnTo>
                    <a:pt x="10797458" y="2619000"/>
                  </a:lnTo>
                  <a:lnTo>
                    <a:pt x="10702020" y="2610992"/>
                  </a:lnTo>
                  <a:lnTo>
                    <a:pt x="10596972" y="2601145"/>
                  </a:lnTo>
                  <a:lnTo>
                    <a:pt x="10486194" y="2589465"/>
                  </a:lnTo>
                  <a:lnTo>
                    <a:pt x="10373408" y="2575985"/>
                  </a:lnTo>
                  <a:lnTo>
                    <a:pt x="10261812" y="2560739"/>
                  </a:lnTo>
                  <a:lnTo>
                    <a:pt x="10153880" y="2543743"/>
                  </a:lnTo>
                  <a:lnTo>
                    <a:pt x="10051323" y="2524973"/>
                  </a:lnTo>
                  <a:lnTo>
                    <a:pt x="9955150" y="2504353"/>
                  </a:lnTo>
                  <a:lnTo>
                    <a:pt x="9865789" y="2481755"/>
                  </a:lnTo>
                  <a:lnTo>
                    <a:pt x="9783221" y="2456995"/>
                  </a:lnTo>
                  <a:lnTo>
                    <a:pt x="9707114" y="2429834"/>
                  </a:lnTo>
                  <a:lnTo>
                    <a:pt x="9636924" y="2399986"/>
                  </a:lnTo>
                  <a:lnTo>
                    <a:pt x="9571982" y="2367128"/>
                  </a:lnTo>
                  <a:lnTo>
                    <a:pt x="9511558" y="2330916"/>
                  </a:lnTo>
                  <a:lnTo>
                    <a:pt x="9454909" y="2291017"/>
                  </a:lnTo>
                  <a:lnTo>
                    <a:pt x="9401314" y="2247152"/>
                  </a:lnTo>
                  <a:lnTo>
                    <a:pt x="9350119" y="2199170"/>
                  </a:lnTo>
                  <a:lnTo>
                    <a:pt x="9347647" y="2196699"/>
                  </a:lnTo>
                  <a:lnTo>
                    <a:pt x="9302253" y="2148743"/>
                  </a:lnTo>
                  <a:lnTo>
                    <a:pt x="9258010" y="2097240"/>
                  </a:lnTo>
                  <a:lnTo>
                    <a:pt x="9214601" y="2042115"/>
                  </a:lnTo>
                  <a:lnTo>
                    <a:pt x="9171772" y="1983356"/>
                  </a:lnTo>
                  <a:lnTo>
                    <a:pt x="9129322" y="1921017"/>
                  </a:lnTo>
                  <a:lnTo>
                    <a:pt x="9087093" y="1855219"/>
                  </a:lnTo>
                  <a:lnTo>
                    <a:pt x="9044969" y="1786163"/>
                  </a:lnTo>
                  <a:lnTo>
                    <a:pt x="9002865" y="1714123"/>
                  </a:lnTo>
                  <a:lnTo>
                    <a:pt x="8960729" y="1639450"/>
                  </a:lnTo>
                  <a:lnTo>
                    <a:pt x="8918535" y="1562565"/>
                  </a:lnTo>
                  <a:lnTo>
                    <a:pt x="8876276" y="1483951"/>
                  </a:lnTo>
                  <a:lnTo>
                    <a:pt x="8833965" y="1404139"/>
                  </a:lnTo>
                  <a:lnTo>
                    <a:pt x="8791623" y="1323698"/>
                  </a:lnTo>
                  <a:lnTo>
                    <a:pt x="8749279" y="1243215"/>
                  </a:lnTo>
                  <a:lnTo>
                    <a:pt x="8706962" y="1163279"/>
                  </a:lnTo>
                  <a:lnTo>
                    <a:pt x="8664695" y="1084462"/>
                  </a:lnTo>
                  <a:lnTo>
                    <a:pt x="8622492" y="1007303"/>
                  </a:lnTo>
                  <a:lnTo>
                    <a:pt x="8580349" y="932292"/>
                  </a:lnTo>
                  <a:lnTo>
                    <a:pt x="8538243" y="859858"/>
                  </a:lnTo>
                  <a:lnTo>
                    <a:pt x="8496126" y="790362"/>
                  </a:lnTo>
                  <a:lnTo>
                    <a:pt x="8453918" y="724092"/>
                  </a:lnTo>
                  <a:lnTo>
                    <a:pt x="8411508" y="661255"/>
                  </a:lnTo>
                  <a:lnTo>
                    <a:pt x="8368743" y="601987"/>
                  </a:lnTo>
                  <a:lnTo>
                    <a:pt x="8325430" y="546350"/>
                  </a:lnTo>
                  <a:lnTo>
                    <a:pt x="8281322" y="494338"/>
                  </a:lnTo>
                  <a:lnTo>
                    <a:pt x="8236112" y="445889"/>
                  </a:lnTo>
                  <a:lnTo>
                    <a:pt x="8229629" y="439339"/>
                  </a:lnTo>
                  <a:lnTo>
                    <a:pt x="8178537" y="391155"/>
                  </a:lnTo>
                  <a:lnTo>
                    <a:pt x="8125076" y="347089"/>
                  </a:lnTo>
                  <a:lnTo>
                    <a:pt x="8068593" y="307000"/>
                  </a:lnTo>
                  <a:lnTo>
                    <a:pt x="8008373" y="270614"/>
                  </a:lnTo>
                  <a:lnTo>
                    <a:pt x="7943671" y="237598"/>
                  </a:lnTo>
                  <a:lnTo>
                    <a:pt x="7873756" y="207610"/>
                  </a:lnTo>
                  <a:lnTo>
                    <a:pt x="7797954" y="180323"/>
                  </a:lnTo>
                  <a:lnTo>
                    <a:pt x="7715715" y="155451"/>
                  </a:lnTo>
                  <a:lnTo>
                    <a:pt x="7626693" y="132751"/>
                  </a:lnTo>
                  <a:lnTo>
                    <a:pt x="7530849" y="112037"/>
                  </a:lnTo>
                  <a:lnTo>
                    <a:pt x="7428589" y="93178"/>
                  </a:lnTo>
                  <a:lnTo>
                    <a:pt x="7320888" y="76095"/>
                  </a:lnTo>
                  <a:lnTo>
                    <a:pt x="7209420" y="60764"/>
                  </a:lnTo>
                  <a:lnTo>
                    <a:pt x="7096624" y="47195"/>
                  </a:lnTo>
                  <a:lnTo>
                    <a:pt x="6985663" y="35426"/>
                  </a:lnTo>
                  <a:lnTo>
                    <a:pt x="6880240" y="25488"/>
                  </a:lnTo>
                  <a:lnTo>
                    <a:pt x="6784241" y="17390"/>
                  </a:lnTo>
                  <a:lnTo>
                    <a:pt x="6701231" y="11086"/>
                  </a:lnTo>
                  <a:lnTo>
                    <a:pt x="6633906" y="6457"/>
                  </a:lnTo>
                  <a:lnTo>
                    <a:pt x="6583610" y="3314"/>
                  </a:lnTo>
                  <a:lnTo>
                    <a:pt x="6550047" y="1400"/>
                  </a:lnTo>
                  <a:lnTo>
                    <a:pt x="6531232" y="419"/>
                  </a:lnTo>
                  <a:lnTo>
                    <a:pt x="6523635" y="5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5" y="40"/>
                  </a:lnTo>
                  <a:lnTo>
                    <a:pt x="5519079" y="325"/>
                  </a:lnTo>
                  <a:lnTo>
                    <a:pt x="5500652" y="1114"/>
                  </a:lnTo>
                  <a:lnTo>
                    <a:pt x="5467424" y="2669"/>
                  </a:lnTo>
                  <a:lnTo>
                    <a:pt x="5417329" y="5239"/>
                  </a:lnTo>
                  <a:lnTo>
                    <a:pt x="5350021" y="9040"/>
                  </a:lnTo>
                  <a:lnTo>
                    <a:pt x="5266830" y="14232"/>
                  </a:lnTo>
                  <a:lnTo>
                    <a:pt x="5170473" y="20914"/>
                  </a:lnTo>
                  <a:lnTo>
                    <a:pt x="5064564" y="29125"/>
                  </a:lnTo>
                  <a:lnTo>
                    <a:pt x="4953046" y="38860"/>
                  </a:lnTo>
                  <a:lnTo>
                    <a:pt x="4839678" y="50090"/>
                  </a:lnTo>
                  <a:lnTo>
                    <a:pt x="4727671" y="62786"/>
                  </a:lnTo>
                  <a:lnTo>
                    <a:pt x="4619492" y="76937"/>
                  </a:lnTo>
                  <a:lnTo>
                    <a:pt x="4516829" y="92567"/>
                  </a:lnTo>
                  <a:lnTo>
                    <a:pt x="4420663" y="109741"/>
                  </a:lnTo>
                  <a:lnTo>
                    <a:pt x="4331391" y="128569"/>
                  </a:lnTo>
                  <a:lnTo>
                    <a:pt x="4248965" y="149210"/>
                  </a:lnTo>
                  <a:lnTo>
                    <a:pt x="4173024" y="171866"/>
                  </a:lnTo>
                  <a:lnTo>
                    <a:pt x="4103002" y="196779"/>
                  </a:lnTo>
                  <a:lnTo>
                    <a:pt x="4038213" y="224223"/>
                  </a:lnTo>
                  <a:lnTo>
                    <a:pt x="3977911" y="254483"/>
                  </a:lnTo>
                  <a:lnTo>
                    <a:pt x="3921343" y="287837"/>
                  </a:lnTo>
                  <a:lnTo>
                    <a:pt x="3867784" y="324509"/>
                  </a:lnTo>
                  <a:lnTo>
                    <a:pt x="3820202" y="361603"/>
                  </a:lnTo>
                  <a:lnTo>
                    <a:pt x="3771794" y="403838"/>
                  </a:lnTo>
                  <a:lnTo>
                    <a:pt x="3724671" y="449405"/>
                  </a:lnTo>
                  <a:lnTo>
                    <a:pt x="3678456" y="498373"/>
                  </a:lnTo>
                  <a:lnTo>
                    <a:pt x="3632853" y="550742"/>
                  </a:lnTo>
                  <a:lnTo>
                    <a:pt x="3587628" y="606444"/>
                  </a:lnTo>
                  <a:lnTo>
                    <a:pt x="3542607" y="665334"/>
                  </a:lnTo>
                  <a:lnTo>
                    <a:pt x="3497661" y="727182"/>
                  </a:lnTo>
                  <a:lnTo>
                    <a:pt x="3452707" y="791681"/>
                  </a:lnTo>
                  <a:lnTo>
                    <a:pt x="3407698" y="858443"/>
                  </a:lnTo>
                  <a:lnTo>
                    <a:pt x="3362616" y="927011"/>
                  </a:lnTo>
                  <a:lnTo>
                    <a:pt x="3317467" y="996869"/>
                  </a:lnTo>
                  <a:lnTo>
                    <a:pt x="3272277" y="1067456"/>
                  </a:lnTo>
                  <a:lnTo>
                    <a:pt x="3227078" y="1138188"/>
                  </a:lnTo>
                  <a:lnTo>
                    <a:pt x="3181905" y="1208476"/>
                  </a:lnTo>
                  <a:lnTo>
                    <a:pt x="3136788" y="1277744"/>
                  </a:lnTo>
                  <a:lnTo>
                    <a:pt x="3091744" y="1345453"/>
                  </a:lnTo>
                  <a:lnTo>
                    <a:pt x="3046767" y="1411115"/>
                  </a:lnTo>
                  <a:lnTo>
                    <a:pt x="3001825" y="1474307"/>
                  </a:lnTo>
                  <a:lnTo>
                    <a:pt x="2956854" y="1534681"/>
                  </a:lnTo>
                  <a:lnTo>
                    <a:pt x="2911748" y="1591970"/>
                  </a:lnTo>
                  <a:lnTo>
                    <a:pt x="2866355" y="1645987"/>
                  </a:lnTo>
                  <a:lnTo>
                    <a:pt x="2820474" y="1696627"/>
                  </a:lnTo>
                  <a:lnTo>
                    <a:pt x="2773838" y="1743857"/>
                  </a:lnTo>
                  <a:lnTo>
                    <a:pt x="2726113" y="1787715"/>
                  </a:lnTo>
                  <a:lnTo>
                    <a:pt x="2702183" y="1808018"/>
                  </a:lnTo>
                  <a:lnTo>
                    <a:pt x="2650826" y="1847870"/>
                  </a:lnTo>
                  <a:lnTo>
                    <a:pt x="2597073" y="1884297"/>
                  </a:lnTo>
                  <a:lnTo>
                    <a:pt x="2540261" y="1917420"/>
                  </a:lnTo>
                  <a:lnTo>
                    <a:pt x="2479661" y="1947468"/>
                  </a:lnTo>
                  <a:lnTo>
                    <a:pt x="2414519" y="1974719"/>
                  </a:lnTo>
                  <a:lnTo>
                    <a:pt x="2344093" y="1999461"/>
                  </a:lnTo>
                  <a:lnTo>
                    <a:pt x="2267701" y="2021964"/>
                  </a:lnTo>
                  <a:lnTo>
                    <a:pt x="2184791" y="2042468"/>
                  </a:lnTo>
                  <a:lnTo>
                    <a:pt x="2095019" y="2061172"/>
                  </a:lnTo>
                  <a:lnTo>
                    <a:pt x="1998365" y="2078231"/>
                  </a:lnTo>
                  <a:lnTo>
                    <a:pt x="1895265" y="2093753"/>
                  </a:lnTo>
                  <a:lnTo>
                    <a:pt x="1786744" y="2107800"/>
                  </a:lnTo>
                  <a:lnTo>
                    <a:pt x="1674547" y="2120391"/>
                  </a:lnTo>
                  <a:lnTo>
                    <a:pt x="1561197" y="2131514"/>
                  </a:lnTo>
                  <a:lnTo>
                    <a:pt x="1449952" y="2141140"/>
                  </a:lnTo>
                  <a:lnTo>
                    <a:pt x="1344601" y="2149240"/>
                  </a:lnTo>
                  <a:lnTo>
                    <a:pt x="1249080" y="2155813"/>
                  </a:lnTo>
                  <a:lnTo>
                    <a:pt x="1166957" y="2160901"/>
                  </a:lnTo>
                  <a:lnTo>
                    <a:pt x="1100863" y="2164607"/>
                  </a:lnTo>
                  <a:lnTo>
                    <a:pt x="1052017" y="2167096"/>
                  </a:lnTo>
                  <a:lnTo>
                    <a:pt x="1019945" y="2168587"/>
                  </a:lnTo>
                  <a:lnTo>
                    <a:pt x="1002461" y="2169331"/>
                  </a:lnTo>
                  <a:lnTo>
                    <a:pt x="995822" y="2169590"/>
                  </a:lnTo>
                  <a:lnTo>
                    <a:pt x="994940" y="2169622"/>
                  </a:lnTo>
                  <a:lnTo>
                    <a:pt x="0" y="2169622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64" name="pl963"/>
            <p:cNvSpPr/>
            <p:nvPr/>
          </p:nvSpPr>
          <p:spPr>
            <a:xfrm>
              <a:off x="1199187" y="1771169"/>
              <a:ext cx="12049831" cy="2636038"/>
            </a:xfrm>
            <a:custGeom>
              <a:avLst/>
              <a:pathLst>
                <a:path w="12049831" h="2636038">
                  <a:moveTo>
                    <a:pt x="0" y="2169622"/>
                  </a:moveTo>
                  <a:lnTo>
                    <a:pt x="994940" y="2169622"/>
                  </a:lnTo>
                  <a:lnTo>
                    <a:pt x="996040" y="2169582"/>
                  </a:lnTo>
                  <a:lnTo>
                    <a:pt x="1003306" y="2169296"/>
                  </a:lnTo>
                  <a:lnTo>
                    <a:pt x="1021733" y="2168508"/>
                  </a:lnTo>
                  <a:lnTo>
                    <a:pt x="1054961" y="2166953"/>
                  </a:lnTo>
                  <a:lnTo>
                    <a:pt x="1105056" y="2164382"/>
                  </a:lnTo>
                  <a:lnTo>
                    <a:pt x="1172364" y="2160582"/>
                  </a:lnTo>
                  <a:lnTo>
                    <a:pt x="1255555" y="2155390"/>
                  </a:lnTo>
                  <a:lnTo>
                    <a:pt x="1351912" y="2148708"/>
                  </a:lnTo>
                  <a:lnTo>
                    <a:pt x="1457821" y="2140497"/>
                  </a:lnTo>
                  <a:lnTo>
                    <a:pt x="1569339" y="2130762"/>
                  </a:lnTo>
                  <a:lnTo>
                    <a:pt x="1682707" y="2119532"/>
                  </a:lnTo>
                  <a:lnTo>
                    <a:pt x="1794714" y="2106836"/>
                  </a:lnTo>
                  <a:lnTo>
                    <a:pt x="1902893" y="2092684"/>
                  </a:lnTo>
                  <a:lnTo>
                    <a:pt x="2005556" y="2077054"/>
                  </a:lnTo>
                  <a:lnTo>
                    <a:pt x="2101722" y="2059881"/>
                  </a:lnTo>
                  <a:lnTo>
                    <a:pt x="2190994" y="2041052"/>
                  </a:lnTo>
                  <a:lnTo>
                    <a:pt x="2273420" y="2020412"/>
                  </a:lnTo>
                  <a:lnTo>
                    <a:pt x="2349361" y="1997756"/>
                  </a:lnTo>
                  <a:lnTo>
                    <a:pt x="2419383" y="1972842"/>
                  </a:lnTo>
                  <a:lnTo>
                    <a:pt x="2484172" y="1945399"/>
                  </a:lnTo>
                  <a:lnTo>
                    <a:pt x="2544474" y="1915138"/>
                  </a:lnTo>
                  <a:lnTo>
                    <a:pt x="2601042" y="1881784"/>
                  </a:lnTo>
                  <a:lnTo>
                    <a:pt x="2654601" y="1845112"/>
                  </a:lnTo>
                  <a:lnTo>
                    <a:pt x="2702183" y="1808018"/>
                  </a:lnTo>
                  <a:lnTo>
                    <a:pt x="2750591" y="1765784"/>
                  </a:lnTo>
                  <a:lnTo>
                    <a:pt x="2797714" y="1720216"/>
                  </a:lnTo>
                  <a:lnTo>
                    <a:pt x="2843929" y="1671249"/>
                  </a:lnTo>
                  <a:lnTo>
                    <a:pt x="2889532" y="1618880"/>
                  </a:lnTo>
                  <a:lnTo>
                    <a:pt x="2934757" y="1563177"/>
                  </a:lnTo>
                  <a:lnTo>
                    <a:pt x="2979778" y="1504288"/>
                  </a:lnTo>
                  <a:lnTo>
                    <a:pt x="3024724" y="1442439"/>
                  </a:lnTo>
                  <a:lnTo>
                    <a:pt x="3069678" y="1377940"/>
                  </a:lnTo>
                  <a:lnTo>
                    <a:pt x="3114687" y="1311178"/>
                  </a:lnTo>
                  <a:lnTo>
                    <a:pt x="3159769" y="1242610"/>
                  </a:lnTo>
                  <a:lnTo>
                    <a:pt x="3204918" y="1172753"/>
                  </a:lnTo>
                  <a:lnTo>
                    <a:pt x="3250108" y="1102165"/>
                  </a:lnTo>
                  <a:lnTo>
                    <a:pt x="3295307" y="1031433"/>
                  </a:lnTo>
                  <a:lnTo>
                    <a:pt x="3340480" y="961146"/>
                  </a:lnTo>
                  <a:lnTo>
                    <a:pt x="3385597" y="891878"/>
                  </a:lnTo>
                  <a:lnTo>
                    <a:pt x="3430641" y="824169"/>
                  </a:lnTo>
                  <a:lnTo>
                    <a:pt x="3475618" y="758507"/>
                  </a:lnTo>
                  <a:lnTo>
                    <a:pt x="3520560" y="695315"/>
                  </a:lnTo>
                  <a:lnTo>
                    <a:pt x="3565531" y="634941"/>
                  </a:lnTo>
                  <a:lnTo>
                    <a:pt x="3610637" y="577652"/>
                  </a:lnTo>
                  <a:lnTo>
                    <a:pt x="3656030" y="523634"/>
                  </a:lnTo>
                  <a:lnTo>
                    <a:pt x="3701911" y="472995"/>
                  </a:lnTo>
                  <a:lnTo>
                    <a:pt x="3748547" y="425764"/>
                  </a:lnTo>
                  <a:lnTo>
                    <a:pt x="3796272" y="381907"/>
                  </a:lnTo>
                  <a:lnTo>
                    <a:pt x="3820202" y="361603"/>
                  </a:lnTo>
                  <a:lnTo>
                    <a:pt x="3871559" y="321752"/>
                  </a:lnTo>
                  <a:lnTo>
                    <a:pt x="3925312" y="285324"/>
                  </a:lnTo>
                  <a:lnTo>
                    <a:pt x="3982124" y="252202"/>
                  </a:lnTo>
                  <a:lnTo>
                    <a:pt x="4042724" y="222154"/>
                  </a:lnTo>
                  <a:lnTo>
                    <a:pt x="4107866" y="194902"/>
                  </a:lnTo>
                  <a:lnTo>
                    <a:pt x="4178292" y="170160"/>
                  </a:lnTo>
                  <a:lnTo>
                    <a:pt x="4254684" y="147657"/>
                  </a:lnTo>
                  <a:lnTo>
                    <a:pt x="4337594" y="127154"/>
                  </a:lnTo>
                  <a:lnTo>
                    <a:pt x="4427366" y="108449"/>
                  </a:lnTo>
                  <a:lnTo>
                    <a:pt x="4524020" y="91390"/>
                  </a:lnTo>
                  <a:lnTo>
                    <a:pt x="4627120" y="75868"/>
                  </a:lnTo>
                  <a:lnTo>
                    <a:pt x="4735641" y="61822"/>
                  </a:lnTo>
                  <a:lnTo>
                    <a:pt x="4847838" y="49231"/>
                  </a:lnTo>
                  <a:lnTo>
                    <a:pt x="4961188" y="38108"/>
                  </a:lnTo>
                  <a:lnTo>
                    <a:pt x="5072433" y="28482"/>
                  </a:lnTo>
                  <a:lnTo>
                    <a:pt x="5177784" y="20381"/>
                  </a:lnTo>
                  <a:lnTo>
                    <a:pt x="5273305" y="13809"/>
                  </a:lnTo>
                  <a:lnTo>
                    <a:pt x="5355428" y="8721"/>
                  </a:lnTo>
                  <a:lnTo>
                    <a:pt x="5421522" y="5015"/>
                  </a:lnTo>
                  <a:lnTo>
                    <a:pt x="5470368" y="2525"/>
                  </a:lnTo>
                  <a:lnTo>
                    <a:pt x="5502440" y="1035"/>
                  </a:lnTo>
                  <a:lnTo>
                    <a:pt x="5519924" y="291"/>
                  </a:lnTo>
                  <a:lnTo>
                    <a:pt x="5526563" y="3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69" y="47"/>
                  </a:lnTo>
                  <a:lnTo>
                    <a:pt x="6530630" y="389"/>
                  </a:lnTo>
                  <a:lnTo>
                    <a:pt x="6548797" y="1333"/>
                  </a:lnTo>
                  <a:lnTo>
                    <a:pt x="6581573" y="3193"/>
                  </a:lnTo>
                  <a:lnTo>
                    <a:pt x="6631024" y="6269"/>
                  </a:lnTo>
                  <a:lnTo>
                    <a:pt x="6697528" y="10819"/>
                  </a:lnTo>
                  <a:lnTo>
                    <a:pt x="6779818" y="17038"/>
                  </a:lnTo>
                  <a:lnTo>
                    <a:pt x="6875256" y="25046"/>
                  </a:lnTo>
                  <a:lnTo>
                    <a:pt x="6980305" y="34893"/>
                  </a:lnTo>
                  <a:lnTo>
                    <a:pt x="7091083" y="46573"/>
                  </a:lnTo>
                  <a:lnTo>
                    <a:pt x="7203868" y="60053"/>
                  </a:lnTo>
                  <a:lnTo>
                    <a:pt x="7315464" y="75299"/>
                  </a:lnTo>
                  <a:lnTo>
                    <a:pt x="7423396" y="92295"/>
                  </a:lnTo>
                  <a:lnTo>
                    <a:pt x="7525954" y="111065"/>
                  </a:lnTo>
                  <a:lnTo>
                    <a:pt x="7622127" y="131685"/>
                  </a:lnTo>
                  <a:lnTo>
                    <a:pt x="7711488" y="154282"/>
                  </a:lnTo>
                  <a:lnTo>
                    <a:pt x="7794055" y="179043"/>
                  </a:lnTo>
                  <a:lnTo>
                    <a:pt x="7870162" y="206204"/>
                  </a:lnTo>
                  <a:lnTo>
                    <a:pt x="7940353" y="236052"/>
                  </a:lnTo>
                  <a:lnTo>
                    <a:pt x="8005295" y="268910"/>
                  </a:lnTo>
                  <a:lnTo>
                    <a:pt x="8065719" y="305122"/>
                  </a:lnTo>
                  <a:lnTo>
                    <a:pt x="8122368" y="345021"/>
                  </a:lnTo>
                  <a:lnTo>
                    <a:pt x="8175962" y="388886"/>
                  </a:lnTo>
                  <a:lnTo>
                    <a:pt x="8227157" y="436868"/>
                  </a:lnTo>
                  <a:lnTo>
                    <a:pt x="8229629" y="439339"/>
                  </a:lnTo>
                  <a:lnTo>
                    <a:pt x="8275023" y="487294"/>
                  </a:lnTo>
                  <a:lnTo>
                    <a:pt x="8319267" y="538798"/>
                  </a:lnTo>
                  <a:lnTo>
                    <a:pt x="8362676" y="593923"/>
                  </a:lnTo>
                  <a:lnTo>
                    <a:pt x="8405504" y="652681"/>
                  </a:lnTo>
                  <a:lnTo>
                    <a:pt x="8447954" y="715021"/>
                  </a:lnTo>
                  <a:lnTo>
                    <a:pt x="8490183" y="780819"/>
                  </a:lnTo>
                  <a:lnTo>
                    <a:pt x="8532308" y="849875"/>
                  </a:lnTo>
                  <a:lnTo>
                    <a:pt x="8574412" y="921915"/>
                  </a:lnTo>
                  <a:lnTo>
                    <a:pt x="8616548" y="996588"/>
                  </a:lnTo>
                  <a:lnTo>
                    <a:pt x="8658742" y="1073473"/>
                  </a:lnTo>
                  <a:lnTo>
                    <a:pt x="8701000" y="1152087"/>
                  </a:lnTo>
                  <a:lnTo>
                    <a:pt x="8743311" y="1231899"/>
                  </a:lnTo>
                  <a:lnTo>
                    <a:pt x="8785653" y="1312340"/>
                  </a:lnTo>
                  <a:lnTo>
                    <a:pt x="8827997" y="1392823"/>
                  </a:lnTo>
                  <a:lnTo>
                    <a:pt x="8870314" y="1472759"/>
                  </a:lnTo>
                  <a:lnTo>
                    <a:pt x="8912581" y="1551575"/>
                  </a:lnTo>
                  <a:lnTo>
                    <a:pt x="8954784" y="1628735"/>
                  </a:lnTo>
                  <a:lnTo>
                    <a:pt x="8996927" y="1703746"/>
                  </a:lnTo>
                  <a:lnTo>
                    <a:pt x="9039033" y="1776180"/>
                  </a:lnTo>
                  <a:lnTo>
                    <a:pt x="9081151" y="1845676"/>
                  </a:lnTo>
                  <a:lnTo>
                    <a:pt x="9123359" y="1911946"/>
                  </a:lnTo>
                  <a:lnTo>
                    <a:pt x="9165769" y="1974783"/>
                  </a:lnTo>
                  <a:lnTo>
                    <a:pt x="9208533" y="2034051"/>
                  </a:lnTo>
                  <a:lnTo>
                    <a:pt x="9251846" y="2089688"/>
                  </a:lnTo>
                  <a:lnTo>
                    <a:pt x="9295954" y="2141700"/>
                  </a:lnTo>
                  <a:lnTo>
                    <a:pt x="9341164" y="2190149"/>
                  </a:lnTo>
                  <a:lnTo>
                    <a:pt x="9347647" y="2196699"/>
                  </a:lnTo>
                  <a:lnTo>
                    <a:pt x="9398740" y="2244883"/>
                  </a:lnTo>
                  <a:lnTo>
                    <a:pt x="9452201" y="2288949"/>
                  </a:lnTo>
                  <a:lnTo>
                    <a:pt x="9508683" y="2329038"/>
                  </a:lnTo>
                  <a:lnTo>
                    <a:pt x="9568904" y="2365424"/>
                  </a:lnTo>
                  <a:lnTo>
                    <a:pt x="9633606" y="2398440"/>
                  </a:lnTo>
                  <a:lnTo>
                    <a:pt x="9703521" y="2428428"/>
                  </a:lnTo>
                  <a:lnTo>
                    <a:pt x="9779322" y="2455715"/>
                  </a:lnTo>
                  <a:lnTo>
                    <a:pt x="9861561" y="2480587"/>
                  </a:lnTo>
                  <a:lnTo>
                    <a:pt x="9950584" y="2503287"/>
                  </a:lnTo>
                  <a:lnTo>
                    <a:pt x="10046427" y="2524000"/>
                  </a:lnTo>
                  <a:lnTo>
                    <a:pt x="10148688" y="2542860"/>
                  </a:lnTo>
                  <a:lnTo>
                    <a:pt x="10256389" y="2559942"/>
                  </a:lnTo>
                  <a:lnTo>
                    <a:pt x="10367856" y="2575274"/>
                  </a:lnTo>
                  <a:lnTo>
                    <a:pt x="10480652" y="2588843"/>
                  </a:lnTo>
                  <a:lnTo>
                    <a:pt x="10591613" y="2600612"/>
                  </a:lnTo>
                  <a:lnTo>
                    <a:pt x="10697036" y="2610550"/>
                  </a:lnTo>
                  <a:lnTo>
                    <a:pt x="10793035" y="2618648"/>
                  </a:lnTo>
                  <a:lnTo>
                    <a:pt x="10876045" y="2624952"/>
                  </a:lnTo>
                  <a:lnTo>
                    <a:pt x="10943370" y="2629581"/>
                  </a:lnTo>
                  <a:lnTo>
                    <a:pt x="10993666" y="2632724"/>
                  </a:lnTo>
                  <a:lnTo>
                    <a:pt x="11027229" y="2634637"/>
                  </a:lnTo>
                  <a:lnTo>
                    <a:pt x="11046044" y="2635619"/>
                  </a:lnTo>
                  <a:lnTo>
                    <a:pt x="11053642" y="2635983"/>
                  </a:lnTo>
                  <a:lnTo>
                    <a:pt x="11054891" y="2636038"/>
                  </a:lnTo>
                  <a:lnTo>
                    <a:pt x="11054891" y="2636038"/>
                  </a:lnTo>
                  <a:lnTo>
                    <a:pt x="12049831" y="2636038"/>
                  </a:lnTo>
                  <a:lnTo>
                    <a:pt x="12049831" y="26360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5" name="pl964"/>
            <p:cNvSpPr/>
            <p:nvPr/>
          </p:nvSpPr>
          <p:spPr>
            <a:xfrm>
              <a:off x="1199187" y="1765929"/>
              <a:ext cx="12049831" cy="2636038"/>
            </a:xfrm>
            <a:custGeom>
              <a:avLst/>
              <a:pathLst>
                <a:path w="12049831" h="2636038">
                  <a:moveTo>
                    <a:pt x="12049831" y="2636038"/>
                  </a:moveTo>
                  <a:lnTo>
                    <a:pt x="11054891" y="2636038"/>
                  </a:lnTo>
                  <a:lnTo>
                    <a:pt x="11053807" y="2635990"/>
                  </a:lnTo>
                  <a:lnTo>
                    <a:pt x="11046647" y="2635649"/>
                  </a:lnTo>
                  <a:lnTo>
                    <a:pt x="11028479" y="2634705"/>
                  </a:lnTo>
                  <a:lnTo>
                    <a:pt x="10995703" y="2632845"/>
                  </a:lnTo>
                  <a:lnTo>
                    <a:pt x="10946253" y="2629769"/>
                  </a:lnTo>
                  <a:lnTo>
                    <a:pt x="10879748" y="2625219"/>
                  </a:lnTo>
                  <a:lnTo>
                    <a:pt x="10797458" y="2619000"/>
                  </a:lnTo>
                  <a:lnTo>
                    <a:pt x="10702020" y="2610992"/>
                  </a:lnTo>
                  <a:lnTo>
                    <a:pt x="10596972" y="2601145"/>
                  </a:lnTo>
                  <a:lnTo>
                    <a:pt x="10486194" y="2589465"/>
                  </a:lnTo>
                  <a:lnTo>
                    <a:pt x="10373408" y="2575985"/>
                  </a:lnTo>
                  <a:lnTo>
                    <a:pt x="10261812" y="2560739"/>
                  </a:lnTo>
                  <a:lnTo>
                    <a:pt x="10153880" y="2543743"/>
                  </a:lnTo>
                  <a:lnTo>
                    <a:pt x="10051323" y="2524973"/>
                  </a:lnTo>
                  <a:lnTo>
                    <a:pt x="9955150" y="2504353"/>
                  </a:lnTo>
                  <a:lnTo>
                    <a:pt x="9865789" y="2481755"/>
                  </a:lnTo>
                  <a:lnTo>
                    <a:pt x="9783221" y="2456995"/>
                  </a:lnTo>
                  <a:lnTo>
                    <a:pt x="9707114" y="2429834"/>
                  </a:lnTo>
                  <a:lnTo>
                    <a:pt x="9636924" y="2399986"/>
                  </a:lnTo>
                  <a:lnTo>
                    <a:pt x="9571982" y="2367128"/>
                  </a:lnTo>
                  <a:lnTo>
                    <a:pt x="9511558" y="2330916"/>
                  </a:lnTo>
                  <a:lnTo>
                    <a:pt x="9454909" y="2291017"/>
                  </a:lnTo>
                  <a:lnTo>
                    <a:pt x="9401314" y="2247152"/>
                  </a:lnTo>
                  <a:lnTo>
                    <a:pt x="9350119" y="2199170"/>
                  </a:lnTo>
                  <a:lnTo>
                    <a:pt x="9347647" y="2196699"/>
                  </a:lnTo>
                  <a:lnTo>
                    <a:pt x="9302253" y="2148743"/>
                  </a:lnTo>
                  <a:lnTo>
                    <a:pt x="9258010" y="2097240"/>
                  </a:lnTo>
                  <a:lnTo>
                    <a:pt x="9214601" y="2042115"/>
                  </a:lnTo>
                  <a:lnTo>
                    <a:pt x="9171772" y="1983356"/>
                  </a:lnTo>
                  <a:lnTo>
                    <a:pt x="9129322" y="1921017"/>
                  </a:lnTo>
                  <a:lnTo>
                    <a:pt x="9087093" y="1855219"/>
                  </a:lnTo>
                  <a:lnTo>
                    <a:pt x="9044969" y="1786163"/>
                  </a:lnTo>
                  <a:lnTo>
                    <a:pt x="9002865" y="1714123"/>
                  </a:lnTo>
                  <a:lnTo>
                    <a:pt x="8960729" y="1639450"/>
                  </a:lnTo>
                  <a:lnTo>
                    <a:pt x="8918535" y="1562565"/>
                  </a:lnTo>
                  <a:lnTo>
                    <a:pt x="8876276" y="1483951"/>
                  </a:lnTo>
                  <a:lnTo>
                    <a:pt x="8833965" y="1404139"/>
                  </a:lnTo>
                  <a:lnTo>
                    <a:pt x="8791623" y="1323698"/>
                  </a:lnTo>
                  <a:lnTo>
                    <a:pt x="8749279" y="1243215"/>
                  </a:lnTo>
                  <a:lnTo>
                    <a:pt x="8706962" y="1163279"/>
                  </a:lnTo>
                  <a:lnTo>
                    <a:pt x="8664695" y="1084462"/>
                  </a:lnTo>
                  <a:lnTo>
                    <a:pt x="8622492" y="1007303"/>
                  </a:lnTo>
                  <a:lnTo>
                    <a:pt x="8580349" y="932292"/>
                  </a:lnTo>
                  <a:lnTo>
                    <a:pt x="8538243" y="859858"/>
                  </a:lnTo>
                  <a:lnTo>
                    <a:pt x="8496126" y="790362"/>
                  </a:lnTo>
                  <a:lnTo>
                    <a:pt x="8453918" y="724092"/>
                  </a:lnTo>
                  <a:lnTo>
                    <a:pt x="8411508" y="661255"/>
                  </a:lnTo>
                  <a:lnTo>
                    <a:pt x="8368743" y="601987"/>
                  </a:lnTo>
                  <a:lnTo>
                    <a:pt x="8325430" y="546350"/>
                  </a:lnTo>
                  <a:lnTo>
                    <a:pt x="8281322" y="494338"/>
                  </a:lnTo>
                  <a:lnTo>
                    <a:pt x="8236112" y="445889"/>
                  </a:lnTo>
                  <a:lnTo>
                    <a:pt x="8229629" y="439339"/>
                  </a:lnTo>
                  <a:lnTo>
                    <a:pt x="8178537" y="391155"/>
                  </a:lnTo>
                  <a:lnTo>
                    <a:pt x="8125076" y="347089"/>
                  </a:lnTo>
                  <a:lnTo>
                    <a:pt x="8068593" y="307000"/>
                  </a:lnTo>
                  <a:lnTo>
                    <a:pt x="8008373" y="270614"/>
                  </a:lnTo>
                  <a:lnTo>
                    <a:pt x="7943671" y="237598"/>
                  </a:lnTo>
                  <a:lnTo>
                    <a:pt x="7873756" y="207610"/>
                  </a:lnTo>
                  <a:lnTo>
                    <a:pt x="7797954" y="180323"/>
                  </a:lnTo>
                  <a:lnTo>
                    <a:pt x="7715715" y="155451"/>
                  </a:lnTo>
                  <a:lnTo>
                    <a:pt x="7626693" y="132751"/>
                  </a:lnTo>
                  <a:lnTo>
                    <a:pt x="7530849" y="112037"/>
                  </a:lnTo>
                  <a:lnTo>
                    <a:pt x="7428589" y="93178"/>
                  </a:lnTo>
                  <a:lnTo>
                    <a:pt x="7320888" y="76095"/>
                  </a:lnTo>
                  <a:lnTo>
                    <a:pt x="7209420" y="60764"/>
                  </a:lnTo>
                  <a:lnTo>
                    <a:pt x="7096624" y="47195"/>
                  </a:lnTo>
                  <a:lnTo>
                    <a:pt x="6985663" y="35426"/>
                  </a:lnTo>
                  <a:lnTo>
                    <a:pt x="6880240" y="25488"/>
                  </a:lnTo>
                  <a:lnTo>
                    <a:pt x="6784241" y="17390"/>
                  </a:lnTo>
                  <a:lnTo>
                    <a:pt x="6701231" y="11086"/>
                  </a:lnTo>
                  <a:lnTo>
                    <a:pt x="6633906" y="6457"/>
                  </a:lnTo>
                  <a:lnTo>
                    <a:pt x="6583610" y="3314"/>
                  </a:lnTo>
                  <a:lnTo>
                    <a:pt x="6550047" y="1400"/>
                  </a:lnTo>
                  <a:lnTo>
                    <a:pt x="6531232" y="419"/>
                  </a:lnTo>
                  <a:lnTo>
                    <a:pt x="6523635" y="55"/>
                  </a:lnTo>
                  <a:lnTo>
                    <a:pt x="652238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5" y="40"/>
                  </a:lnTo>
                  <a:lnTo>
                    <a:pt x="5519079" y="325"/>
                  </a:lnTo>
                  <a:lnTo>
                    <a:pt x="5500652" y="1114"/>
                  </a:lnTo>
                  <a:lnTo>
                    <a:pt x="5467424" y="2669"/>
                  </a:lnTo>
                  <a:lnTo>
                    <a:pt x="5417329" y="5239"/>
                  </a:lnTo>
                  <a:lnTo>
                    <a:pt x="5350021" y="9040"/>
                  </a:lnTo>
                  <a:lnTo>
                    <a:pt x="5266830" y="14232"/>
                  </a:lnTo>
                  <a:lnTo>
                    <a:pt x="5170473" y="20914"/>
                  </a:lnTo>
                  <a:lnTo>
                    <a:pt x="5064564" y="29125"/>
                  </a:lnTo>
                  <a:lnTo>
                    <a:pt x="4953046" y="38860"/>
                  </a:lnTo>
                  <a:lnTo>
                    <a:pt x="4839678" y="50090"/>
                  </a:lnTo>
                  <a:lnTo>
                    <a:pt x="4727671" y="62786"/>
                  </a:lnTo>
                  <a:lnTo>
                    <a:pt x="4619492" y="76937"/>
                  </a:lnTo>
                  <a:lnTo>
                    <a:pt x="4516829" y="92567"/>
                  </a:lnTo>
                  <a:lnTo>
                    <a:pt x="4420663" y="109741"/>
                  </a:lnTo>
                  <a:lnTo>
                    <a:pt x="4331391" y="128569"/>
                  </a:lnTo>
                  <a:lnTo>
                    <a:pt x="4248965" y="149210"/>
                  </a:lnTo>
                  <a:lnTo>
                    <a:pt x="4173024" y="171866"/>
                  </a:lnTo>
                  <a:lnTo>
                    <a:pt x="4103002" y="196779"/>
                  </a:lnTo>
                  <a:lnTo>
                    <a:pt x="4038213" y="224223"/>
                  </a:lnTo>
                  <a:lnTo>
                    <a:pt x="3977911" y="254483"/>
                  </a:lnTo>
                  <a:lnTo>
                    <a:pt x="3921343" y="287837"/>
                  </a:lnTo>
                  <a:lnTo>
                    <a:pt x="3867784" y="324509"/>
                  </a:lnTo>
                  <a:lnTo>
                    <a:pt x="3820202" y="361603"/>
                  </a:lnTo>
                  <a:lnTo>
                    <a:pt x="3771794" y="403838"/>
                  </a:lnTo>
                  <a:lnTo>
                    <a:pt x="3724671" y="449405"/>
                  </a:lnTo>
                  <a:lnTo>
                    <a:pt x="3678456" y="498373"/>
                  </a:lnTo>
                  <a:lnTo>
                    <a:pt x="3632853" y="550742"/>
                  </a:lnTo>
                  <a:lnTo>
                    <a:pt x="3587628" y="606444"/>
                  </a:lnTo>
                  <a:lnTo>
                    <a:pt x="3542607" y="665334"/>
                  </a:lnTo>
                  <a:lnTo>
                    <a:pt x="3497661" y="727182"/>
                  </a:lnTo>
                  <a:lnTo>
                    <a:pt x="3452707" y="791681"/>
                  </a:lnTo>
                  <a:lnTo>
                    <a:pt x="3407698" y="858443"/>
                  </a:lnTo>
                  <a:lnTo>
                    <a:pt x="3362616" y="927011"/>
                  </a:lnTo>
                  <a:lnTo>
                    <a:pt x="3317467" y="996869"/>
                  </a:lnTo>
                  <a:lnTo>
                    <a:pt x="3272277" y="1067456"/>
                  </a:lnTo>
                  <a:lnTo>
                    <a:pt x="3227078" y="1138188"/>
                  </a:lnTo>
                  <a:lnTo>
                    <a:pt x="3181905" y="1208476"/>
                  </a:lnTo>
                  <a:lnTo>
                    <a:pt x="3136788" y="1277744"/>
                  </a:lnTo>
                  <a:lnTo>
                    <a:pt x="3091744" y="1345453"/>
                  </a:lnTo>
                  <a:lnTo>
                    <a:pt x="3046767" y="1411115"/>
                  </a:lnTo>
                  <a:lnTo>
                    <a:pt x="3001825" y="1474307"/>
                  </a:lnTo>
                  <a:lnTo>
                    <a:pt x="2956854" y="1534681"/>
                  </a:lnTo>
                  <a:lnTo>
                    <a:pt x="2911748" y="1591970"/>
                  </a:lnTo>
                  <a:lnTo>
                    <a:pt x="2866355" y="1645987"/>
                  </a:lnTo>
                  <a:lnTo>
                    <a:pt x="2820474" y="1696627"/>
                  </a:lnTo>
                  <a:lnTo>
                    <a:pt x="2773838" y="1743857"/>
                  </a:lnTo>
                  <a:lnTo>
                    <a:pt x="2726113" y="1787715"/>
                  </a:lnTo>
                  <a:lnTo>
                    <a:pt x="2702183" y="1808018"/>
                  </a:lnTo>
                  <a:lnTo>
                    <a:pt x="2650826" y="1847870"/>
                  </a:lnTo>
                  <a:lnTo>
                    <a:pt x="2597073" y="1884297"/>
                  </a:lnTo>
                  <a:lnTo>
                    <a:pt x="2540261" y="1917420"/>
                  </a:lnTo>
                  <a:lnTo>
                    <a:pt x="2479661" y="1947468"/>
                  </a:lnTo>
                  <a:lnTo>
                    <a:pt x="2414519" y="1974719"/>
                  </a:lnTo>
                  <a:lnTo>
                    <a:pt x="2344093" y="1999461"/>
                  </a:lnTo>
                  <a:lnTo>
                    <a:pt x="2267701" y="2021964"/>
                  </a:lnTo>
                  <a:lnTo>
                    <a:pt x="2184791" y="2042468"/>
                  </a:lnTo>
                  <a:lnTo>
                    <a:pt x="2095019" y="2061172"/>
                  </a:lnTo>
                  <a:lnTo>
                    <a:pt x="1998365" y="2078231"/>
                  </a:lnTo>
                  <a:lnTo>
                    <a:pt x="1895265" y="2093753"/>
                  </a:lnTo>
                  <a:lnTo>
                    <a:pt x="1786744" y="2107800"/>
                  </a:lnTo>
                  <a:lnTo>
                    <a:pt x="1674547" y="2120391"/>
                  </a:lnTo>
                  <a:lnTo>
                    <a:pt x="1561197" y="2131514"/>
                  </a:lnTo>
                  <a:lnTo>
                    <a:pt x="1449952" y="2141140"/>
                  </a:lnTo>
                  <a:lnTo>
                    <a:pt x="1344601" y="2149240"/>
                  </a:lnTo>
                  <a:lnTo>
                    <a:pt x="1249080" y="2155813"/>
                  </a:lnTo>
                  <a:lnTo>
                    <a:pt x="1166957" y="2160901"/>
                  </a:lnTo>
                  <a:lnTo>
                    <a:pt x="1100863" y="2164607"/>
                  </a:lnTo>
                  <a:lnTo>
                    <a:pt x="1052017" y="2167096"/>
                  </a:lnTo>
                  <a:lnTo>
                    <a:pt x="1019945" y="2168587"/>
                  </a:lnTo>
                  <a:lnTo>
                    <a:pt x="1002461" y="2169331"/>
                  </a:lnTo>
                  <a:lnTo>
                    <a:pt x="995822" y="2169590"/>
                  </a:lnTo>
                  <a:lnTo>
                    <a:pt x="994940" y="2169622"/>
                  </a:lnTo>
                  <a:lnTo>
                    <a:pt x="0" y="2169622"/>
                  </a:lnTo>
                  <a:lnTo>
                    <a:pt x="0" y="21696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6" name="pg965"/>
            <p:cNvSpPr/>
            <p:nvPr/>
          </p:nvSpPr>
          <p:spPr>
            <a:xfrm>
              <a:off x="1199187" y="1792132"/>
              <a:ext cx="12049831" cy="3354005"/>
            </a:xfrm>
            <a:custGeom>
              <a:avLst/>
              <a:pathLst>
                <a:path w="12049831" h="3354005">
                  <a:moveTo>
                    <a:pt x="0" y="2153900"/>
                  </a:moveTo>
                  <a:lnTo>
                    <a:pt x="994940" y="2153900"/>
                  </a:lnTo>
                  <a:lnTo>
                    <a:pt x="996041" y="2153860"/>
                  </a:lnTo>
                  <a:lnTo>
                    <a:pt x="1003311" y="2153577"/>
                  </a:lnTo>
                  <a:lnTo>
                    <a:pt x="1021749" y="2152796"/>
                  </a:lnTo>
                  <a:lnTo>
                    <a:pt x="1054995" y="2151255"/>
                  </a:lnTo>
                  <a:lnTo>
                    <a:pt x="1105117" y="2148708"/>
                  </a:lnTo>
                  <a:lnTo>
                    <a:pt x="1172458" y="2144942"/>
                  </a:lnTo>
                  <a:lnTo>
                    <a:pt x="1255686" y="2139797"/>
                  </a:lnTo>
                  <a:lnTo>
                    <a:pt x="1352080" y="2133176"/>
                  </a:lnTo>
                  <a:lnTo>
                    <a:pt x="1458024" y="2125040"/>
                  </a:lnTo>
                  <a:lnTo>
                    <a:pt x="1569573" y="2115394"/>
                  </a:lnTo>
                  <a:lnTo>
                    <a:pt x="1682964" y="2104267"/>
                  </a:lnTo>
                  <a:lnTo>
                    <a:pt x="1794988" y="2091688"/>
                  </a:lnTo>
                  <a:lnTo>
                    <a:pt x="1903177" y="2077666"/>
                  </a:lnTo>
                  <a:lnTo>
                    <a:pt x="2005844" y="2062180"/>
                  </a:lnTo>
                  <a:lnTo>
                    <a:pt x="2102009" y="2045164"/>
                  </a:lnTo>
                  <a:lnTo>
                    <a:pt x="2191277" y="2026508"/>
                  </a:lnTo>
                  <a:lnTo>
                    <a:pt x="2273698" y="2006056"/>
                  </a:lnTo>
                  <a:lnTo>
                    <a:pt x="2349632" y="1983607"/>
                  </a:lnTo>
                  <a:lnTo>
                    <a:pt x="2419647" y="1958920"/>
                  </a:lnTo>
                  <a:lnTo>
                    <a:pt x="2484430" y="1931726"/>
                  </a:lnTo>
                  <a:lnTo>
                    <a:pt x="2544727" y="1901739"/>
                  </a:lnTo>
                  <a:lnTo>
                    <a:pt x="2601291" y="1868686"/>
                  </a:lnTo>
                  <a:lnTo>
                    <a:pt x="2654849" y="1832345"/>
                  </a:lnTo>
                  <a:lnTo>
                    <a:pt x="2702183" y="1795790"/>
                  </a:lnTo>
                  <a:lnTo>
                    <a:pt x="2750736" y="1753832"/>
                  </a:lnTo>
                  <a:lnTo>
                    <a:pt x="2797997" y="1708553"/>
                  </a:lnTo>
                  <a:lnTo>
                    <a:pt x="2844346" y="1659886"/>
                  </a:lnTo>
                  <a:lnTo>
                    <a:pt x="2890083" y="1607829"/>
                  </a:lnTo>
                  <a:lnTo>
                    <a:pt x="2935441" y="1552453"/>
                  </a:lnTo>
                  <a:lnTo>
                    <a:pt x="2980597" y="1493905"/>
                  </a:lnTo>
                  <a:lnTo>
                    <a:pt x="3025678" y="1432414"/>
                  </a:lnTo>
                  <a:lnTo>
                    <a:pt x="3070769" y="1368289"/>
                  </a:lnTo>
                  <a:lnTo>
                    <a:pt x="3115916" y="1301919"/>
                  </a:lnTo>
                  <a:lnTo>
                    <a:pt x="3161137" y="1233763"/>
                  </a:lnTo>
                  <a:lnTo>
                    <a:pt x="3206424" y="1164339"/>
                  </a:lnTo>
                  <a:lnTo>
                    <a:pt x="3251753" y="1094207"/>
                  </a:lnTo>
                  <a:lnTo>
                    <a:pt x="3297089" y="1023952"/>
                  </a:lnTo>
                  <a:lnTo>
                    <a:pt x="3342397" y="954163"/>
                  </a:lnTo>
                  <a:lnTo>
                    <a:pt x="3387647" y="885414"/>
                  </a:lnTo>
                  <a:lnTo>
                    <a:pt x="3432825" y="818241"/>
                  </a:lnTo>
                  <a:lnTo>
                    <a:pt x="3477935" y="753130"/>
                  </a:lnTo>
                  <a:lnTo>
                    <a:pt x="3523013" y="690499"/>
                  </a:lnTo>
                  <a:lnTo>
                    <a:pt x="3568125" y="630693"/>
                  </a:lnTo>
                  <a:lnTo>
                    <a:pt x="3613380" y="573973"/>
                  </a:lnTo>
                  <a:lnTo>
                    <a:pt x="3658934" y="520522"/>
                  </a:lnTo>
                  <a:lnTo>
                    <a:pt x="3704996" y="470440"/>
                  </a:lnTo>
                  <a:lnTo>
                    <a:pt x="3751836" y="423754"/>
                  </a:lnTo>
                  <a:lnTo>
                    <a:pt x="3799799" y="380425"/>
                  </a:lnTo>
                  <a:lnTo>
                    <a:pt x="3820202" y="363350"/>
                  </a:lnTo>
                  <a:lnTo>
                    <a:pt x="3871569" y="323876"/>
                  </a:lnTo>
                  <a:lnTo>
                    <a:pt x="3925334" y="287794"/>
                  </a:lnTo>
                  <a:lnTo>
                    <a:pt x="3982160" y="254986"/>
                  </a:lnTo>
                  <a:lnTo>
                    <a:pt x="4042775" y="225225"/>
                  </a:lnTo>
                  <a:lnTo>
                    <a:pt x="4107935" y="198233"/>
                  </a:lnTo>
                  <a:lnTo>
                    <a:pt x="4178383" y="173728"/>
                  </a:lnTo>
                  <a:lnTo>
                    <a:pt x="4254799" y="151441"/>
                  </a:lnTo>
                  <a:lnTo>
                    <a:pt x="4337737" y="131134"/>
                  </a:lnTo>
                  <a:lnTo>
                    <a:pt x="4427540" y="112609"/>
                  </a:lnTo>
                  <a:lnTo>
                    <a:pt x="4524226" y="95715"/>
                  </a:lnTo>
                  <a:lnTo>
                    <a:pt x="4627361" y="80343"/>
                  </a:lnTo>
                  <a:lnTo>
                    <a:pt x="4735916" y="66433"/>
                  </a:lnTo>
                  <a:lnTo>
                    <a:pt x="4848143" y="53964"/>
                  </a:lnTo>
                  <a:lnTo>
                    <a:pt x="4961515" y="42950"/>
                  </a:lnTo>
                  <a:lnTo>
                    <a:pt x="5072770" y="33420"/>
                  </a:lnTo>
                  <a:lnTo>
                    <a:pt x="5178118" y="25401"/>
                  </a:lnTo>
                  <a:lnTo>
                    <a:pt x="5273619" y="18896"/>
                  </a:lnTo>
                  <a:lnTo>
                    <a:pt x="5355705" y="13861"/>
                  </a:lnTo>
                  <a:lnTo>
                    <a:pt x="5421747" y="10195"/>
                  </a:lnTo>
                  <a:lnTo>
                    <a:pt x="5470534" y="7734"/>
                  </a:lnTo>
                  <a:lnTo>
                    <a:pt x="5502545" y="6261"/>
                  </a:lnTo>
                  <a:lnTo>
                    <a:pt x="5519975" y="5527"/>
                  </a:lnTo>
                  <a:lnTo>
                    <a:pt x="5526576" y="527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0" y="5299"/>
                  </a:lnTo>
                  <a:lnTo>
                    <a:pt x="6530409" y="5721"/>
                  </a:lnTo>
                  <a:lnTo>
                    <a:pt x="6548105" y="6886"/>
                  </a:lnTo>
                  <a:lnTo>
                    <a:pt x="6580061" y="9184"/>
                  </a:lnTo>
                  <a:lnTo>
                    <a:pt x="6628339" y="12984"/>
                  </a:lnTo>
                  <a:lnTo>
                    <a:pt x="6693378" y="18608"/>
                  </a:lnTo>
                  <a:lnTo>
                    <a:pt x="6774020" y="26303"/>
                  </a:lnTo>
                  <a:lnTo>
                    <a:pt x="6867769" y="36221"/>
                  </a:lnTo>
                  <a:lnTo>
                    <a:pt x="6971228" y="48429"/>
                  </a:lnTo>
                  <a:lnTo>
                    <a:pt x="7080629" y="62927"/>
                  </a:lnTo>
                  <a:lnTo>
                    <a:pt x="7192323" y="79674"/>
                  </a:lnTo>
                  <a:lnTo>
                    <a:pt x="7303139" y="98624"/>
                  </a:lnTo>
                  <a:lnTo>
                    <a:pt x="7410591" y="119757"/>
                  </a:lnTo>
                  <a:lnTo>
                    <a:pt x="7512932" y="143097"/>
                  </a:lnTo>
                  <a:lnTo>
                    <a:pt x="7609100" y="168725"/>
                  </a:lnTo>
                  <a:lnTo>
                    <a:pt x="7698611" y="196793"/>
                  </a:lnTo>
                  <a:lnTo>
                    <a:pt x="7781428" y="227519"/>
                  </a:lnTo>
                  <a:lnTo>
                    <a:pt x="7857836" y="261187"/>
                  </a:lnTo>
                  <a:lnTo>
                    <a:pt x="7928338" y="298142"/>
                  </a:lnTo>
                  <a:lnTo>
                    <a:pt x="7993566" y="338776"/>
                  </a:lnTo>
                  <a:lnTo>
                    <a:pt x="8054224" y="383510"/>
                  </a:lnTo>
                  <a:lnTo>
                    <a:pt x="8111036" y="432765"/>
                  </a:lnTo>
                  <a:lnTo>
                    <a:pt x="8164708" y="486903"/>
                  </a:lnTo>
                  <a:lnTo>
                    <a:pt x="8215895" y="546153"/>
                  </a:lnTo>
                  <a:lnTo>
                    <a:pt x="8229629" y="563368"/>
                  </a:lnTo>
                  <a:lnTo>
                    <a:pt x="8271140" y="618833"/>
                  </a:lnTo>
                  <a:lnTo>
                    <a:pt x="8311667" y="678051"/>
                  </a:lnTo>
                  <a:lnTo>
                    <a:pt x="8351456" y="741098"/>
                  </a:lnTo>
                  <a:lnTo>
                    <a:pt x="8390712" y="808000"/>
                  </a:lnTo>
                  <a:lnTo>
                    <a:pt x="8429598" y="878725"/>
                  </a:lnTo>
                  <a:lnTo>
                    <a:pt x="8468248" y="953183"/>
                  </a:lnTo>
                  <a:lnTo>
                    <a:pt x="8506764" y="1031214"/>
                  </a:lnTo>
                  <a:lnTo>
                    <a:pt x="8545224" y="1112595"/>
                  </a:lnTo>
                  <a:lnTo>
                    <a:pt x="8583683" y="1197034"/>
                  </a:lnTo>
                  <a:lnTo>
                    <a:pt x="8622176" y="1284171"/>
                  </a:lnTo>
                  <a:lnTo>
                    <a:pt x="8660719" y="1373590"/>
                  </a:lnTo>
                  <a:lnTo>
                    <a:pt x="8699316" y="1464816"/>
                  </a:lnTo>
                  <a:lnTo>
                    <a:pt x="8737958" y="1557336"/>
                  </a:lnTo>
                  <a:lnTo>
                    <a:pt x="8776628" y="1650600"/>
                  </a:lnTo>
                  <a:lnTo>
                    <a:pt x="8815305" y="1744041"/>
                  </a:lnTo>
                  <a:lnTo>
                    <a:pt x="8853967" y="1837089"/>
                  </a:lnTo>
                  <a:lnTo>
                    <a:pt x="8892593" y="1929182"/>
                  </a:lnTo>
                  <a:lnTo>
                    <a:pt x="8931170" y="2019782"/>
                  </a:lnTo>
                  <a:lnTo>
                    <a:pt x="8969693" y="2108388"/>
                  </a:lnTo>
                  <a:lnTo>
                    <a:pt x="9008170" y="2194549"/>
                  </a:lnTo>
                  <a:lnTo>
                    <a:pt x="9046625" y="2277868"/>
                  </a:lnTo>
                  <a:lnTo>
                    <a:pt x="9085099" y="2358010"/>
                  </a:lnTo>
                  <a:lnTo>
                    <a:pt x="9123655" y="2434710"/>
                  </a:lnTo>
                  <a:lnTo>
                    <a:pt x="9162381" y="2507768"/>
                  </a:lnTo>
                  <a:lnTo>
                    <a:pt x="9201390" y="2577052"/>
                  </a:lnTo>
                  <a:lnTo>
                    <a:pt x="9240826" y="2642493"/>
                  </a:lnTo>
                  <a:lnTo>
                    <a:pt x="9280869" y="2704083"/>
                  </a:lnTo>
                  <a:lnTo>
                    <a:pt x="9321737" y="2761867"/>
                  </a:lnTo>
                  <a:lnTo>
                    <a:pt x="9347647" y="2795878"/>
                  </a:lnTo>
                  <a:lnTo>
                    <a:pt x="9398254" y="2856545"/>
                  </a:lnTo>
                  <a:lnTo>
                    <a:pt x="9451180" y="2912076"/>
                  </a:lnTo>
                  <a:lnTo>
                    <a:pt x="9507058" y="2962642"/>
                  </a:lnTo>
                  <a:lnTo>
                    <a:pt x="9566585" y="3008581"/>
                  </a:lnTo>
                  <a:lnTo>
                    <a:pt x="9630483" y="3050301"/>
                  </a:lnTo>
                  <a:lnTo>
                    <a:pt x="9699466" y="3088228"/>
                  </a:lnTo>
                  <a:lnTo>
                    <a:pt x="9774191" y="3122764"/>
                  </a:lnTo>
                  <a:lnTo>
                    <a:pt x="9855204" y="3154269"/>
                  </a:lnTo>
                  <a:lnTo>
                    <a:pt x="9942860" y="3183044"/>
                  </a:lnTo>
                  <a:lnTo>
                    <a:pt x="10037222" y="3209326"/>
                  </a:lnTo>
                  <a:lnTo>
                    <a:pt x="10137943" y="3233285"/>
                  </a:lnTo>
                  <a:lnTo>
                    <a:pt x="10244131" y="3255021"/>
                  </a:lnTo>
                  <a:lnTo>
                    <a:pt x="10354238" y="3274573"/>
                  </a:lnTo>
                  <a:lnTo>
                    <a:pt x="10465979" y="3291930"/>
                  </a:lnTo>
                  <a:lnTo>
                    <a:pt x="10576361" y="3307052"/>
                  </a:lnTo>
                  <a:lnTo>
                    <a:pt x="10681835" y="3319893"/>
                  </a:lnTo>
                  <a:lnTo>
                    <a:pt x="10778621" y="3330438"/>
                  </a:lnTo>
                  <a:lnTo>
                    <a:pt x="10863169" y="3338733"/>
                  </a:lnTo>
                  <a:lnTo>
                    <a:pt x="10932682" y="3344907"/>
                  </a:lnTo>
                  <a:lnTo>
                    <a:pt x="10985600" y="3349180"/>
                  </a:lnTo>
                  <a:lnTo>
                    <a:pt x="11021912" y="3351856"/>
                  </a:lnTo>
                  <a:lnTo>
                    <a:pt x="11043240" y="3353294"/>
                  </a:lnTo>
                  <a:lnTo>
                    <a:pt x="11052734" y="3353882"/>
                  </a:lnTo>
                  <a:lnTo>
                    <a:pt x="11054891" y="3354005"/>
                  </a:lnTo>
                  <a:lnTo>
                    <a:pt x="12049831" y="3354005"/>
                  </a:lnTo>
                  <a:lnTo>
                    <a:pt x="12049831" y="3348765"/>
                  </a:lnTo>
                  <a:lnTo>
                    <a:pt x="11054891" y="3348765"/>
                  </a:lnTo>
                  <a:lnTo>
                    <a:pt x="11053837" y="3348705"/>
                  </a:lnTo>
                  <a:lnTo>
                    <a:pt x="11046868" y="3348284"/>
                  </a:lnTo>
                  <a:lnTo>
                    <a:pt x="11029172" y="3347118"/>
                  </a:lnTo>
                  <a:lnTo>
                    <a:pt x="10997215" y="3344821"/>
                  </a:lnTo>
                  <a:lnTo>
                    <a:pt x="10948937" y="3341021"/>
                  </a:lnTo>
                  <a:lnTo>
                    <a:pt x="10883899" y="3335396"/>
                  </a:lnTo>
                  <a:lnTo>
                    <a:pt x="10803256" y="3327702"/>
                  </a:lnTo>
                  <a:lnTo>
                    <a:pt x="10709508" y="3317784"/>
                  </a:lnTo>
                  <a:lnTo>
                    <a:pt x="10606049" y="3305575"/>
                  </a:lnTo>
                  <a:lnTo>
                    <a:pt x="10496647" y="3291078"/>
                  </a:lnTo>
                  <a:lnTo>
                    <a:pt x="10384954" y="3274331"/>
                  </a:lnTo>
                  <a:lnTo>
                    <a:pt x="10274138" y="3255380"/>
                  </a:lnTo>
                  <a:lnTo>
                    <a:pt x="10166686" y="3234247"/>
                  </a:lnTo>
                  <a:lnTo>
                    <a:pt x="10064345" y="3210908"/>
                  </a:lnTo>
                  <a:lnTo>
                    <a:pt x="9968177" y="3185279"/>
                  </a:lnTo>
                  <a:lnTo>
                    <a:pt x="9878666" y="3157211"/>
                  </a:lnTo>
                  <a:lnTo>
                    <a:pt x="9795849" y="3126486"/>
                  </a:lnTo>
                  <a:lnTo>
                    <a:pt x="9719440" y="3092818"/>
                  </a:lnTo>
                  <a:lnTo>
                    <a:pt x="9648939" y="3055863"/>
                  </a:lnTo>
                  <a:lnTo>
                    <a:pt x="9583710" y="3015229"/>
                  </a:lnTo>
                  <a:lnTo>
                    <a:pt x="9523053" y="2970494"/>
                  </a:lnTo>
                  <a:lnTo>
                    <a:pt x="9466241" y="2921240"/>
                  </a:lnTo>
                  <a:lnTo>
                    <a:pt x="9412569" y="2867102"/>
                  </a:lnTo>
                  <a:lnTo>
                    <a:pt x="9361382" y="2807852"/>
                  </a:lnTo>
                  <a:lnTo>
                    <a:pt x="9347647" y="2790637"/>
                  </a:lnTo>
                  <a:lnTo>
                    <a:pt x="9306136" y="2735171"/>
                  </a:lnTo>
                  <a:lnTo>
                    <a:pt x="9265610" y="2675954"/>
                  </a:lnTo>
                  <a:lnTo>
                    <a:pt x="9225820" y="2612907"/>
                  </a:lnTo>
                  <a:lnTo>
                    <a:pt x="9186565" y="2546005"/>
                  </a:lnTo>
                  <a:lnTo>
                    <a:pt x="9147679" y="2475279"/>
                  </a:lnTo>
                  <a:lnTo>
                    <a:pt x="9109029" y="2400822"/>
                  </a:lnTo>
                  <a:lnTo>
                    <a:pt x="9070513" y="2322791"/>
                  </a:lnTo>
                  <a:lnTo>
                    <a:pt x="9032052" y="2241409"/>
                  </a:lnTo>
                  <a:lnTo>
                    <a:pt x="8993593" y="2156971"/>
                  </a:lnTo>
                  <a:lnTo>
                    <a:pt x="8955100" y="2069834"/>
                  </a:lnTo>
                  <a:lnTo>
                    <a:pt x="8916557" y="1980415"/>
                  </a:lnTo>
                  <a:lnTo>
                    <a:pt x="8877960" y="1889189"/>
                  </a:lnTo>
                  <a:lnTo>
                    <a:pt x="8839319" y="1796669"/>
                  </a:lnTo>
                  <a:lnTo>
                    <a:pt x="8800648" y="1703405"/>
                  </a:lnTo>
                  <a:lnTo>
                    <a:pt x="8761971" y="1609964"/>
                  </a:lnTo>
                  <a:lnTo>
                    <a:pt x="8723310" y="1516916"/>
                  </a:lnTo>
                  <a:lnTo>
                    <a:pt x="8684684" y="1424823"/>
                  </a:lnTo>
                  <a:lnTo>
                    <a:pt x="8646106" y="1334223"/>
                  </a:lnTo>
                  <a:lnTo>
                    <a:pt x="8607583" y="1245616"/>
                  </a:lnTo>
                  <a:lnTo>
                    <a:pt x="8569106" y="1159456"/>
                  </a:lnTo>
                  <a:lnTo>
                    <a:pt x="8530652" y="1076137"/>
                  </a:lnTo>
                  <a:lnTo>
                    <a:pt x="8492178" y="995995"/>
                  </a:lnTo>
                  <a:lnTo>
                    <a:pt x="8453621" y="919295"/>
                  </a:lnTo>
                  <a:lnTo>
                    <a:pt x="8414896" y="846237"/>
                  </a:lnTo>
                  <a:lnTo>
                    <a:pt x="8375887" y="776953"/>
                  </a:lnTo>
                  <a:lnTo>
                    <a:pt x="8336451" y="711512"/>
                  </a:lnTo>
                  <a:lnTo>
                    <a:pt x="8296408" y="649922"/>
                  </a:lnTo>
                  <a:lnTo>
                    <a:pt x="8255540" y="592137"/>
                  </a:lnTo>
                  <a:lnTo>
                    <a:pt x="8229629" y="558127"/>
                  </a:lnTo>
                  <a:lnTo>
                    <a:pt x="8179023" y="497460"/>
                  </a:lnTo>
                  <a:lnTo>
                    <a:pt x="8126097" y="441929"/>
                  </a:lnTo>
                  <a:lnTo>
                    <a:pt x="8070218" y="391363"/>
                  </a:lnTo>
                  <a:lnTo>
                    <a:pt x="8010691" y="345424"/>
                  </a:lnTo>
                  <a:lnTo>
                    <a:pt x="7946793" y="303704"/>
                  </a:lnTo>
                  <a:lnTo>
                    <a:pt x="7877811" y="265777"/>
                  </a:lnTo>
                  <a:lnTo>
                    <a:pt x="7803086" y="231241"/>
                  </a:lnTo>
                  <a:lnTo>
                    <a:pt x="7722072" y="199736"/>
                  </a:lnTo>
                  <a:lnTo>
                    <a:pt x="7634416" y="170961"/>
                  </a:lnTo>
                  <a:lnTo>
                    <a:pt x="7540054" y="144679"/>
                  </a:lnTo>
                  <a:lnTo>
                    <a:pt x="7439334" y="120720"/>
                  </a:lnTo>
                  <a:lnTo>
                    <a:pt x="7333145" y="98984"/>
                  </a:lnTo>
                  <a:lnTo>
                    <a:pt x="7223039" y="79432"/>
                  </a:lnTo>
                  <a:lnTo>
                    <a:pt x="7111297" y="62075"/>
                  </a:lnTo>
                  <a:lnTo>
                    <a:pt x="7000916" y="46953"/>
                  </a:lnTo>
                  <a:lnTo>
                    <a:pt x="6895442" y="34112"/>
                  </a:lnTo>
                  <a:lnTo>
                    <a:pt x="6798655" y="23567"/>
                  </a:lnTo>
                  <a:lnTo>
                    <a:pt x="6714108" y="15272"/>
                  </a:lnTo>
                  <a:lnTo>
                    <a:pt x="6644595" y="9098"/>
                  </a:lnTo>
                  <a:lnTo>
                    <a:pt x="6591676" y="4825"/>
                  </a:lnTo>
                  <a:lnTo>
                    <a:pt x="6555364" y="2149"/>
                  </a:lnTo>
                  <a:lnTo>
                    <a:pt x="6534036" y="711"/>
                  </a:lnTo>
                  <a:lnTo>
                    <a:pt x="6524543" y="12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4" y="39"/>
                  </a:lnTo>
                  <a:lnTo>
                    <a:pt x="5519074" y="322"/>
                  </a:lnTo>
                  <a:lnTo>
                    <a:pt x="5500636" y="1104"/>
                  </a:lnTo>
                  <a:lnTo>
                    <a:pt x="5467390" y="2645"/>
                  </a:lnTo>
                  <a:lnTo>
                    <a:pt x="5417268" y="5192"/>
                  </a:lnTo>
                  <a:lnTo>
                    <a:pt x="5349927" y="8958"/>
                  </a:lnTo>
                  <a:lnTo>
                    <a:pt x="5266699" y="14103"/>
                  </a:lnTo>
                  <a:lnTo>
                    <a:pt x="5170305" y="20724"/>
                  </a:lnTo>
                  <a:lnTo>
                    <a:pt x="5064361" y="28860"/>
                  </a:lnTo>
                  <a:lnTo>
                    <a:pt x="4952812" y="38506"/>
                  </a:lnTo>
                  <a:lnTo>
                    <a:pt x="4839421" y="49633"/>
                  </a:lnTo>
                  <a:lnTo>
                    <a:pt x="4727397" y="62212"/>
                  </a:lnTo>
                  <a:lnTo>
                    <a:pt x="4619208" y="76234"/>
                  </a:lnTo>
                  <a:lnTo>
                    <a:pt x="4516541" y="91720"/>
                  </a:lnTo>
                  <a:lnTo>
                    <a:pt x="4420376" y="108736"/>
                  </a:lnTo>
                  <a:lnTo>
                    <a:pt x="4331108" y="127391"/>
                  </a:lnTo>
                  <a:lnTo>
                    <a:pt x="4248687" y="147843"/>
                  </a:lnTo>
                  <a:lnTo>
                    <a:pt x="4172753" y="170293"/>
                  </a:lnTo>
                  <a:lnTo>
                    <a:pt x="4102738" y="194980"/>
                  </a:lnTo>
                  <a:lnTo>
                    <a:pt x="4037955" y="222174"/>
                  </a:lnTo>
                  <a:lnTo>
                    <a:pt x="3977658" y="252161"/>
                  </a:lnTo>
                  <a:lnTo>
                    <a:pt x="3921094" y="285214"/>
                  </a:lnTo>
                  <a:lnTo>
                    <a:pt x="3867536" y="321554"/>
                  </a:lnTo>
                  <a:lnTo>
                    <a:pt x="3820202" y="358109"/>
                  </a:lnTo>
                  <a:lnTo>
                    <a:pt x="3771649" y="400068"/>
                  </a:lnTo>
                  <a:lnTo>
                    <a:pt x="3724388" y="445347"/>
                  </a:lnTo>
                  <a:lnTo>
                    <a:pt x="3678039" y="494014"/>
                  </a:lnTo>
                  <a:lnTo>
                    <a:pt x="3632302" y="546070"/>
                  </a:lnTo>
                  <a:lnTo>
                    <a:pt x="3586944" y="601446"/>
                  </a:lnTo>
                  <a:lnTo>
                    <a:pt x="3541788" y="659994"/>
                  </a:lnTo>
                  <a:lnTo>
                    <a:pt x="3496707" y="721486"/>
                  </a:lnTo>
                  <a:lnTo>
                    <a:pt x="3451616" y="785611"/>
                  </a:lnTo>
                  <a:lnTo>
                    <a:pt x="3406469" y="851981"/>
                  </a:lnTo>
                  <a:lnTo>
                    <a:pt x="3361248" y="920137"/>
                  </a:lnTo>
                  <a:lnTo>
                    <a:pt x="3315961" y="989561"/>
                  </a:lnTo>
                  <a:lnTo>
                    <a:pt x="3270632" y="1059693"/>
                  </a:lnTo>
                  <a:lnTo>
                    <a:pt x="3225296" y="1129948"/>
                  </a:lnTo>
                  <a:lnTo>
                    <a:pt x="3179988" y="1199736"/>
                  </a:lnTo>
                  <a:lnTo>
                    <a:pt x="3134738" y="1268486"/>
                  </a:lnTo>
                  <a:lnTo>
                    <a:pt x="3089560" y="1335659"/>
                  </a:lnTo>
                  <a:lnTo>
                    <a:pt x="3044450" y="1400770"/>
                  </a:lnTo>
                  <a:lnTo>
                    <a:pt x="2999372" y="1463401"/>
                  </a:lnTo>
                  <a:lnTo>
                    <a:pt x="2954260" y="1523207"/>
                  </a:lnTo>
                  <a:lnTo>
                    <a:pt x="2909005" y="1579926"/>
                  </a:lnTo>
                  <a:lnTo>
                    <a:pt x="2863451" y="1633378"/>
                  </a:lnTo>
                  <a:lnTo>
                    <a:pt x="2817389" y="1683460"/>
                  </a:lnTo>
                  <a:lnTo>
                    <a:pt x="2770549" y="1730145"/>
                  </a:lnTo>
                  <a:lnTo>
                    <a:pt x="2722586" y="1773475"/>
                  </a:lnTo>
                  <a:lnTo>
                    <a:pt x="2702183" y="1790549"/>
                  </a:lnTo>
                  <a:lnTo>
                    <a:pt x="2650816" y="1830024"/>
                  </a:lnTo>
                  <a:lnTo>
                    <a:pt x="2597051" y="1866106"/>
                  </a:lnTo>
                  <a:lnTo>
                    <a:pt x="2540225" y="1898913"/>
                  </a:lnTo>
                  <a:lnTo>
                    <a:pt x="2479610" y="1928675"/>
                  </a:lnTo>
                  <a:lnTo>
                    <a:pt x="2414450" y="1955666"/>
                  </a:lnTo>
                  <a:lnTo>
                    <a:pt x="2344002" y="1980172"/>
                  </a:lnTo>
                  <a:lnTo>
                    <a:pt x="2267586" y="2002459"/>
                  </a:lnTo>
                  <a:lnTo>
                    <a:pt x="2184648" y="2022766"/>
                  </a:lnTo>
                  <a:lnTo>
                    <a:pt x="2094845" y="2041290"/>
                  </a:lnTo>
                  <a:lnTo>
                    <a:pt x="1998159" y="2058185"/>
                  </a:lnTo>
                  <a:lnTo>
                    <a:pt x="1895024" y="2073557"/>
                  </a:lnTo>
                  <a:lnTo>
                    <a:pt x="1786469" y="2087467"/>
                  </a:lnTo>
                  <a:lnTo>
                    <a:pt x="1674242" y="2099935"/>
                  </a:lnTo>
                  <a:lnTo>
                    <a:pt x="1560870" y="2110949"/>
                  </a:lnTo>
                  <a:lnTo>
                    <a:pt x="1449615" y="2120480"/>
                  </a:lnTo>
                  <a:lnTo>
                    <a:pt x="1344267" y="2128499"/>
                  </a:lnTo>
                  <a:lnTo>
                    <a:pt x="1248766" y="2135004"/>
                  </a:lnTo>
                  <a:lnTo>
                    <a:pt x="1166680" y="2140038"/>
                  </a:lnTo>
                  <a:lnTo>
                    <a:pt x="1100638" y="2143704"/>
                  </a:lnTo>
                  <a:lnTo>
                    <a:pt x="1051851" y="2146166"/>
                  </a:lnTo>
                  <a:lnTo>
                    <a:pt x="1019840" y="2147639"/>
                  </a:lnTo>
                  <a:lnTo>
                    <a:pt x="1002410" y="2148373"/>
                  </a:lnTo>
                  <a:lnTo>
                    <a:pt x="995809" y="2148628"/>
                  </a:lnTo>
                  <a:lnTo>
                    <a:pt x="994940" y="2148659"/>
                  </a:lnTo>
                  <a:lnTo>
                    <a:pt x="0" y="2148659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67" name="pl966"/>
            <p:cNvSpPr/>
            <p:nvPr/>
          </p:nvSpPr>
          <p:spPr>
            <a:xfrm>
              <a:off x="1199187" y="1797372"/>
              <a:ext cx="12049831" cy="3348765"/>
            </a:xfrm>
            <a:custGeom>
              <a:avLst/>
              <a:pathLst>
                <a:path w="12049831" h="3348765">
                  <a:moveTo>
                    <a:pt x="0" y="2148659"/>
                  </a:moveTo>
                  <a:lnTo>
                    <a:pt x="994940" y="2148659"/>
                  </a:lnTo>
                  <a:lnTo>
                    <a:pt x="996041" y="2148620"/>
                  </a:lnTo>
                  <a:lnTo>
                    <a:pt x="1003311" y="2148337"/>
                  </a:lnTo>
                  <a:lnTo>
                    <a:pt x="1021749" y="2147555"/>
                  </a:lnTo>
                  <a:lnTo>
                    <a:pt x="1054995" y="2146014"/>
                  </a:lnTo>
                  <a:lnTo>
                    <a:pt x="1105117" y="2143467"/>
                  </a:lnTo>
                  <a:lnTo>
                    <a:pt x="1172458" y="2139701"/>
                  </a:lnTo>
                  <a:lnTo>
                    <a:pt x="1255686" y="2134556"/>
                  </a:lnTo>
                  <a:lnTo>
                    <a:pt x="1352080" y="2127935"/>
                  </a:lnTo>
                  <a:lnTo>
                    <a:pt x="1458024" y="2119799"/>
                  </a:lnTo>
                  <a:lnTo>
                    <a:pt x="1569573" y="2110153"/>
                  </a:lnTo>
                  <a:lnTo>
                    <a:pt x="1682964" y="2099026"/>
                  </a:lnTo>
                  <a:lnTo>
                    <a:pt x="1794988" y="2086447"/>
                  </a:lnTo>
                  <a:lnTo>
                    <a:pt x="1903177" y="2072425"/>
                  </a:lnTo>
                  <a:lnTo>
                    <a:pt x="2005844" y="2056939"/>
                  </a:lnTo>
                  <a:lnTo>
                    <a:pt x="2102009" y="2039923"/>
                  </a:lnTo>
                  <a:lnTo>
                    <a:pt x="2191277" y="2021268"/>
                  </a:lnTo>
                  <a:lnTo>
                    <a:pt x="2273698" y="2000816"/>
                  </a:lnTo>
                  <a:lnTo>
                    <a:pt x="2349632" y="1978366"/>
                  </a:lnTo>
                  <a:lnTo>
                    <a:pt x="2419647" y="1953679"/>
                  </a:lnTo>
                  <a:lnTo>
                    <a:pt x="2484430" y="1926485"/>
                  </a:lnTo>
                  <a:lnTo>
                    <a:pt x="2544727" y="1896498"/>
                  </a:lnTo>
                  <a:lnTo>
                    <a:pt x="2601291" y="1863445"/>
                  </a:lnTo>
                  <a:lnTo>
                    <a:pt x="2654849" y="1827105"/>
                  </a:lnTo>
                  <a:lnTo>
                    <a:pt x="2702183" y="1790549"/>
                  </a:lnTo>
                  <a:lnTo>
                    <a:pt x="2750736" y="1748591"/>
                  </a:lnTo>
                  <a:lnTo>
                    <a:pt x="2797997" y="1703312"/>
                  </a:lnTo>
                  <a:lnTo>
                    <a:pt x="2844346" y="1654645"/>
                  </a:lnTo>
                  <a:lnTo>
                    <a:pt x="2890083" y="1602589"/>
                  </a:lnTo>
                  <a:lnTo>
                    <a:pt x="2935441" y="1547213"/>
                  </a:lnTo>
                  <a:lnTo>
                    <a:pt x="2980597" y="1488665"/>
                  </a:lnTo>
                  <a:lnTo>
                    <a:pt x="3025678" y="1427173"/>
                  </a:lnTo>
                  <a:lnTo>
                    <a:pt x="3070769" y="1363048"/>
                  </a:lnTo>
                  <a:lnTo>
                    <a:pt x="3115916" y="1296678"/>
                  </a:lnTo>
                  <a:lnTo>
                    <a:pt x="3161137" y="1228522"/>
                  </a:lnTo>
                  <a:lnTo>
                    <a:pt x="3206424" y="1159098"/>
                  </a:lnTo>
                  <a:lnTo>
                    <a:pt x="3251753" y="1088966"/>
                  </a:lnTo>
                  <a:lnTo>
                    <a:pt x="3297089" y="1018711"/>
                  </a:lnTo>
                  <a:lnTo>
                    <a:pt x="3342397" y="948923"/>
                  </a:lnTo>
                  <a:lnTo>
                    <a:pt x="3387647" y="880173"/>
                  </a:lnTo>
                  <a:lnTo>
                    <a:pt x="3432825" y="813000"/>
                  </a:lnTo>
                  <a:lnTo>
                    <a:pt x="3477935" y="747889"/>
                  </a:lnTo>
                  <a:lnTo>
                    <a:pt x="3523013" y="685258"/>
                  </a:lnTo>
                  <a:lnTo>
                    <a:pt x="3568125" y="625452"/>
                  </a:lnTo>
                  <a:lnTo>
                    <a:pt x="3613380" y="568733"/>
                  </a:lnTo>
                  <a:lnTo>
                    <a:pt x="3658934" y="515281"/>
                  </a:lnTo>
                  <a:lnTo>
                    <a:pt x="3704996" y="465199"/>
                  </a:lnTo>
                  <a:lnTo>
                    <a:pt x="3751836" y="418514"/>
                  </a:lnTo>
                  <a:lnTo>
                    <a:pt x="3799799" y="375184"/>
                  </a:lnTo>
                  <a:lnTo>
                    <a:pt x="3820202" y="358109"/>
                  </a:lnTo>
                  <a:lnTo>
                    <a:pt x="3871569" y="318635"/>
                  </a:lnTo>
                  <a:lnTo>
                    <a:pt x="3925334" y="282553"/>
                  </a:lnTo>
                  <a:lnTo>
                    <a:pt x="3982160" y="249746"/>
                  </a:lnTo>
                  <a:lnTo>
                    <a:pt x="4042775" y="219984"/>
                  </a:lnTo>
                  <a:lnTo>
                    <a:pt x="4107935" y="192993"/>
                  </a:lnTo>
                  <a:lnTo>
                    <a:pt x="4178383" y="168487"/>
                  </a:lnTo>
                  <a:lnTo>
                    <a:pt x="4254799" y="146200"/>
                  </a:lnTo>
                  <a:lnTo>
                    <a:pt x="4337737" y="125893"/>
                  </a:lnTo>
                  <a:lnTo>
                    <a:pt x="4427540" y="107369"/>
                  </a:lnTo>
                  <a:lnTo>
                    <a:pt x="4524226" y="90474"/>
                  </a:lnTo>
                  <a:lnTo>
                    <a:pt x="4627361" y="75102"/>
                  </a:lnTo>
                  <a:lnTo>
                    <a:pt x="4735916" y="61192"/>
                  </a:lnTo>
                  <a:lnTo>
                    <a:pt x="4848143" y="48724"/>
                  </a:lnTo>
                  <a:lnTo>
                    <a:pt x="4961515" y="37710"/>
                  </a:lnTo>
                  <a:lnTo>
                    <a:pt x="5072770" y="28179"/>
                  </a:lnTo>
                  <a:lnTo>
                    <a:pt x="5178118" y="20160"/>
                  </a:lnTo>
                  <a:lnTo>
                    <a:pt x="5273619" y="13655"/>
                  </a:lnTo>
                  <a:lnTo>
                    <a:pt x="5355705" y="8620"/>
                  </a:lnTo>
                  <a:lnTo>
                    <a:pt x="5421747" y="4955"/>
                  </a:lnTo>
                  <a:lnTo>
                    <a:pt x="5470534" y="2493"/>
                  </a:lnTo>
                  <a:lnTo>
                    <a:pt x="5502545" y="1020"/>
                  </a:lnTo>
                  <a:lnTo>
                    <a:pt x="5519975" y="286"/>
                  </a:lnTo>
                  <a:lnTo>
                    <a:pt x="5526576" y="3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0" y="59"/>
                  </a:lnTo>
                  <a:lnTo>
                    <a:pt x="6530409" y="481"/>
                  </a:lnTo>
                  <a:lnTo>
                    <a:pt x="6548105" y="1646"/>
                  </a:lnTo>
                  <a:lnTo>
                    <a:pt x="6580061" y="3943"/>
                  </a:lnTo>
                  <a:lnTo>
                    <a:pt x="6628339" y="7743"/>
                  </a:lnTo>
                  <a:lnTo>
                    <a:pt x="6693378" y="13368"/>
                  </a:lnTo>
                  <a:lnTo>
                    <a:pt x="6774020" y="21062"/>
                  </a:lnTo>
                  <a:lnTo>
                    <a:pt x="6867769" y="30980"/>
                  </a:lnTo>
                  <a:lnTo>
                    <a:pt x="6971228" y="43189"/>
                  </a:lnTo>
                  <a:lnTo>
                    <a:pt x="7080629" y="57686"/>
                  </a:lnTo>
                  <a:lnTo>
                    <a:pt x="7192323" y="74433"/>
                  </a:lnTo>
                  <a:lnTo>
                    <a:pt x="7303139" y="93384"/>
                  </a:lnTo>
                  <a:lnTo>
                    <a:pt x="7410591" y="114517"/>
                  </a:lnTo>
                  <a:lnTo>
                    <a:pt x="7512932" y="137856"/>
                  </a:lnTo>
                  <a:lnTo>
                    <a:pt x="7609100" y="163485"/>
                  </a:lnTo>
                  <a:lnTo>
                    <a:pt x="7698611" y="191553"/>
                  </a:lnTo>
                  <a:lnTo>
                    <a:pt x="7781428" y="222279"/>
                  </a:lnTo>
                  <a:lnTo>
                    <a:pt x="7857836" y="255946"/>
                  </a:lnTo>
                  <a:lnTo>
                    <a:pt x="7928338" y="292901"/>
                  </a:lnTo>
                  <a:lnTo>
                    <a:pt x="7993566" y="333535"/>
                  </a:lnTo>
                  <a:lnTo>
                    <a:pt x="8054224" y="378270"/>
                  </a:lnTo>
                  <a:lnTo>
                    <a:pt x="8111036" y="427524"/>
                  </a:lnTo>
                  <a:lnTo>
                    <a:pt x="8164708" y="481662"/>
                  </a:lnTo>
                  <a:lnTo>
                    <a:pt x="8215895" y="540912"/>
                  </a:lnTo>
                  <a:lnTo>
                    <a:pt x="8229629" y="558127"/>
                  </a:lnTo>
                  <a:lnTo>
                    <a:pt x="8271140" y="613593"/>
                  </a:lnTo>
                  <a:lnTo>
                    <a:pt x="8311667" y="672811"/>
                  </a:lnTo>
                  <a:lnTo>
                    <a:pt x="8351456" y="735858"/>
                  </a:lnTo>
                  <a:lnTo>
                    <a:pt x="8390712" y="802759"/>
                  </a:lnTo>
                  <a:lnTo>
                    <a:pt x="8429598" y="873485"/>
                  </a:lnTo>
                  <a:lnTo>
                    <a:pt x="8468248" y="947942"/>
                  </a:lnTo>
                  <a:lnTo>
                    <a:pt x="8506764" y="1025974"/>
                  </a:lnTo>
                  <a:lnTo>
                    <a:pt x="8545224" y="1107355"/>
                  </a:lnTo>
                  <a:lnTo>
                    <a:pt x="8583683" y="1191793"/>
                  </a:lnTo>
                  <a:lnTo>
                    <a:pt x="8622176" y="1278931"/>
                  </a:lnTo>
                  <a:lnTo>
                    <a:pt x="8660719" y="1368349"/>
                  </a:lnTo>
                  <a:lnTo>
                    <a:pt x="8699316" y="1459576"/>
                  </a:lnTo>
                  <a:lnTo>
                    <a:pt x="8737958" y="1552095"/>
                  </a:lnTo>
                  <a:lnTo>
                    <a:pt x="8776628" y="1645359"/>
                  </a:lnTo>
                  <a:lnTo>
                    <a:pt x="8815305" y="1738801"/>
                  </a:lnTo>
                  <a:lnTo>
                    <a:pt x="8853967" y="1831848"/>
                  </a:lnTo>
                  <a:lnTo>
                    <a:pt x="8892593" y="1923941"/>
                  </a:lnTo>
                  <a:lnTo>
                    <a:pt x="8931170" y="2014541"/>
                  </a:lnTo>
                  <a:lnTo>
                    <a:pt x="8969693" y="2103148"/>
                  </a:lnTo>
                  <a:lnTo>
                    <a:pt x="9008170" y="2189308"/>
                  </a:lnTo>
                  <a:lnTo>
                    <a:pt x="9046625" y="2272627"/>
                  </a:lnTo>
                  <a:lnTo>
                    <a:pt x="9085099" y="2352769"/>
                  </a:lnTo>
                  <a:lnTo>
                    <a:pt x="9123655" y="2429469"/>
                  </a:lnTo>
                  <a:lnTo>
                    <a:pt x="9162381" y="2502527"/>
                  </a:lnTo>
                  <a:lnTo>
                    <a:pt x="9201390" y="2571811"/>
                  </a:lnTo>
                  <a:lnTo>
                    <a:pt x="9240826" y="2637252"/>
                  </a:lnTo>
                  <a:lnTo>
                    <a:pt x="9280869" y="2698842"/>
                  </a:lnTo>
                  <a:lnTo>
                    <a:pt x="9321737" y="2756627"/>
                  </a:lnTo>
                  <a:lnTo>
                    <a:pt x="9347647" y="2790637"/>
                  </a:lnTo>
                  <a:lnTo>
                    <a:pt x="9398254" y="2851304"/>
                  </a:lnTo>
                  <a:lnTo>
                    <a:pt x="9451180" y="2906835"/>
                  </a:lnTo>
                  <a:lnTo>
                    <a:pt x="9507058" y="2957402"/>
                  </a:lnTo>
                  <a:lnTo>
                    <a:pt x="9566585" y="3003340"/>
                  </a:lnTo>
                  <a:lnTo>
                    <a:pt x="9630483" y="3045061"/>
                  </a:lnTo>
                  <a:lnTo>
                    <a:pt x="9699466" y="3082987"/>
                  </a:lnTo>
                  <a:lnTo>
                    <a:pt x="9774191" y="3117523"/>
                  </a:lnTo>
                  <a:lnTo>
                    <a:pt x="9855204" y="3149028"/>
                  </a:lnTo>
                  <a:lnTo>
                    <a:pt x="9942860" y="3177803"/>
                  </a:lnTo>
                  <a:lnTo>
                    <a:pt x="10037222" y="3204086"/>
                  </a:lnTo>
                  <a:lnTo>
                    <a:pt x="10137943" y="3228044"/>
                  </a:lnTo>
                  <a:lnTo>
                    <a:pt x="10244131" y="3249780"/>
                  </a:lnTo>
                  <a:lnTo>
                    <a:pt x="10354238" y="3269332"/>
                  </a:lnTo>
                  <a:lnTo>
                    <a:pt x="10465979" y="3286690"/>
                  </a:lnTo>
                  <a:lnTo>
                    <a:pt x="10576361" y="3301811"/>
                  </a:lnTo>
                  <a:lnTo>
                    <a:pt x="10681835" y="3314652"/>
                  </a:lnTo>
                  <a:lnTo>
                    <a:pt x="10778621" y="3325198"/>
                  </a:lnTo>
                  <a:lnTo>
                    <a:pt x="10863169" y="3333493"/>
                  </a:lnTo>
                  <a:lnTo>
                    <a:pt x="10932682" y="3339666"/>
                  </a:lnTo>
                  <a:lnTo>
                    <a:pt x="10985600" y="3343940"/>
                  </a:lnTo>
                  <a:lnTo>
                    <a:pt x="11021912" y="3346615"/>
                  </a:lnTo>
                  <a:lnTo>
                    <a:pt x="11043240" y="3348053"/>
                  </a:lnTo>
                  <a:lnTo>
                    <a:pt x="11052734" y="3348641"/>
                  </a:lnTo>
                  <a:lnTo>
                    <a:pt x="11054868" y="3348763"/>
                  </a:lnTo>
                  <a:lnTo>
                    <a:pt x="11054891" y="3348765"/>
                  </a:lnTo>
                  <a:lnTo>
                    <a:pt x="12049831" y="3348765"/>
                  </a:lnTo>
                  <a:lnTo>
                    <a:pt x="12049831" y="33487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8" name="pl967"/>
            <p:cNvSpPr/>
            <p:nvPr/>
          </p:nvSpPr>
          <p:spPr>
            <a:xfrm>
              <a:off x="1199187" y="1792132"/>
              <a:ext cx="12049831" cy="3348765"/>
            </a:xfrm>
            <a:custGeom>
              <a:avLst/>
              <a:pathLst>
                <a:path w="12049831" h="3348765">
                  <a:moveTo>
                    <a:pt x="12049831" y="3348765"/>
                  </a:moveTo>
                  <a:lnTo>
                    <a:pt x="11054891" y="3348765"/>
                  </a:lnTo>
                  <a:lnTo>
                    <a:pt x="11053837" y="3348705"/>
                  </a:lnTo>
                  <a:lnTo>
                    <a:pt x="11046868" y="3348284"/>
                  </a:lnTo>
                  <a:lnTo>
                    <a:pt x="11029172" y="3347118"/>
                  </a:lnTo>
                  <a:lnTo>
                    <a:pt x="10997215" y="3344821"/>
                  </a:lnTo>
                  <a:lnTo>
                    <a:pt x="10948937" y="3341021"/>
                  </a:lnTo>
                  <a:lnTo>
                    <a:pt x="10883899" y="3335396"/>
                  </a:lnTo>
                  <a:lnTo>
                    <a:pt x="10803256" y="3327702"/>
                  </a:lnTo>
                  <a:lnTo>
                    <a:pt x="10709508" y="3317784"/>
                  </a:lnTo>
                  <a:lnTo>
                    <a:pt x="10606049" y="3305575"/>
                  </a:lnTo>
                  <a:lnTo>
                    <a:pt x="10496647" y="3291078"/>
                  </a:lnTo>
                  <a:lnTo>
                    <a:pt x="10384954" y="3274331"/>
                  </a:lnTo>
                  <a:lnTo>
                    <a:pt x="10274138" y="3255380"/>
                  </a:lnTo>
                  <a:lnTo>
                    <a:pt x="10166686" y="3234247"/>
                  </a:lnTo>
                  <a:lnTo>
                    <a:pt x="10064345" y="3210908"/>
                  </a:lnTo>
                  <a:lnTo>
                    <a:pt x="9968177" y="3185279"/>
                  </a:lnTo>
                  <a:lnTo>
                    <a:pt x="9878666" y="3157211"/>
                  </a:lnTo>
                  <a:lnTo>
                    <a:pt x="9795849" y="3126486"/>
                  </a:lnTo>
                  <a:lnTo>
                    <a:pt x="9719440" y="3092818"/>
                  </a:lnTo>
                  <a:lnTo>
                    <a:pt x="9648939" y="3055863"/>
                  </a:lnTo>
                  <a:lnTo>
                    <a:pt x="9583710" y="3015229"/>
                  </a:lnTo>
                  <a:lnTo>
                    <a:pt x="9523053" y="2970494"/>
                  </a:lnTo>
                  <a:lnTo>
                    <a:pt x="9466241" y="2921240"/>
                  </a:lnTo>
                  <a:lnTo>
                    <a:pt x="9412569" y="2867102"/>
                  </a:lnTo>
                  <a:lnTo>
                    <a:pt x="9361382" y="2807852"/>
                  </a:lnTo>
                  <a:lnTo>
                    <a:pt x="9347647" y="2790637"/>
                  </a:lnTo>
                  <a:lnTo>
                    <a:pt x="9306136" y="2735171"/>
                  </a:lnTo>
                  <a:lnTo>
                    <a:pt x="9265610" y="2675954"/>
                  </a:lnTo>
                  <a:lnTo>
                    <a:pt x="9225820" y="2612907"/>
                  </a:lnTo>
                  <a:lnTo>
                    <a:pt x="9186565" y="2546005"/>
                  </a:lnTo>
                  <a:lnTo>
                    <a:pt x="9147679" y="2475279"/>
                  </a:lnTo>
                  <a:lnTo>
                    <a:pt x="9109029" y="2400822"/>
                  </a:lnTo>
                  <a:lnTo>
                    <a:pt x="9070513" y="2322791"/>
                  </a:lnTo>
                  <a:lnTo>
                    <a:pt x="9032052" y="2241409"/>
                  </a:lnTo>
                  <a:lnTo>
                    <a:pt x="8993593" y="2156971"/>
                  </a:lnTo>
                  <a:lnTo>
                    <a:pt x="8955100" y="2069834"/>
                  </a:lnTo>
                  <a:lnTo>
                    <a:pt x="8916557" y="1980415"/>
                  </a:lnTo>
                  <a:lnTo>
                    <a:pt x="8877960" y="1889189"/>
                  </a:lnTo>
                  <a:lnTo>
                    <a:pt x="8839319" y="1796669"/>
                  </a:lnTo>
                  <a:lnTo>
                    <a:pt x="8800648" y="1703405"/>
                  </a:lnTo>
                  <a:lnTo>
                    <a:pt x="8761971" y="1609964"/>
                  </a:lnTo>
                  <a:lnTo>
                    <a:pt x="8723310" y="1516916"/>
                  </a:lnTo>
                  <a:lnTo>
                    <a:pt x="8684684" y="1424823"/>
                  </a:lnTo>
                  <a:lnTo>
                    <a:pt x="8646106" y="1334223"/>
                  </a:lnTo>
                  <a:lnTo>
                    <a:pt x="8607583" y="1245616"/>
                  </a:lnTo>
                  <a:lnTo>
                    <a:pt x="8569106" y="1159456"/>
                  </a:lnTo>
                  <a:lnTo>
                    <a:pt x="8530652" y="1076137"/>
                  </a:lnTo>
                  <a:lnTo>
                    <a:pt x="8492178" y="995995"/>
                  </a:lnTo>
                  <a:lnTo>
                    <a:pt x="8453621" y="919295"/>
                  </a:lnTo>
                  <a:lnTo>
                    <a:pt x="8414896" y="846237"/>
                  </a:lnTo>
                  <a:lnTo>
                    <a:pt x="8375887" y="776953"/>
                  </a:lnTo>
                  <a:lnTo>
                    <a:pt x="8336451" y="711512"/>
                  </a:lnTo>
                  <a:lnTo>
                    <a:pt x="8296408" y="649922"/>
                  </a:lnTo>
                  <a:lnTo>
                    <a:pt x="8255540" y="592137"/>
                  </a:lnTo>
                  <a:lnTo>
                    <a:pt x="8229629" y="558127"/>
                  </a:lnTo>
                  <a:lnTo>
                    <a:pt x="8179023" y="497460"/>
                  </a:lnTo>
                  <a:lnTo>
                    <a:pt x="8126097" y="441929"/>
                  </a:lnTo>
                  <a:lnTo>
                    <a:pt x="8070218" y="391363"/>
                  </a:lnTo>
                  <a:lnTo>
                    <a:pt x="8010691" y="345424"/>
                  </a:lnTo>
                  <a:lnTo>
                    <a:pt x="7946793" y="303704"/>
                  </a:lnTo>
                  <a:lnTo>
                    <a:pt x="7877811" y="265777"/>
                  </a:lnTo>
                  <a:lnTo>
                    <a:pt x="7803086" y="231241"/>
                  </a:lnTo>
                  <a:lnTo>
                    <a:pt x="7722072" y="199736"/>
                  </a:lnTo>
                  <a:lnTo>
                    <a:pt x="7634416" y="170961"/>
                  </a:lnTo>
                  <a:lnTo>
                    <a:pt x="7540054" y="144679"/>
                  </a:lnTo>
                  <a:lnTo>
                    <a:pt x="7439334" y="120720"/>
                  </a:lnTo>
                  <a:lnTo>
                    <a:pt x="7333145" y="98984"/>
                  </a:lnTo>
                  <a:lnTo>
                    <a:pt x="7223039" y="79432"/>
                  </a:lnTo>
                  <a:lnTo>
                    <a:pt x="7111297" y="62075"/>
                  </a:lnTo>
                  <a:lnTo>
                    <a:pt x="7000916" y="46953"/>
                  </a:lnTo>
                  <a:lnTo>
                    <a:pt x="6895442" y="34112"/>
                  </a:lnTo>
                  <a:lnTo>
                    <a:pt x="6798655" y="23567"/>
                  </a:lnTo>
                  <a:lnTo>
                    <a:pt x="6714108" y="15272"/>
                  </a:lnTo>
                  <a:lnTo>
                    <a:pt x="6644595" y="9098"/>
                  </a:lnTo>
                  <a:lnTo>
                    <a:pt x="6591676" y="4825"/>
                  </a:lnTo>
                  <a:lnTo>
                    <a:pt x="6555364" y="2149"/>
                  </a:lnTo>
                  <a:lnTo>
                    <a:pt x="6534036" y="711"/>
                  </a:lnTo>
                  <a:lnTo>
                    <a:pt x="6524543" y="123"/>
                  </a:lnTo>
                  <a:lnTo>
                    <a:pt x="6522408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4" y="39"/>
                  </a:lnTo>
                  <a:lnTo>
                    <a:pt x="5519074" y="322"/>
                  </a:lnTo>
                  <a:lnTo>
                    <a:pt x="5500636" y="1104"/>
                  </a:lnTo>
                  <a:lnTo>
                    <a:pt x="5467390" y="2645"/>
                  </a:lnTo>
                  <a:lnTo>
                    <a:pt x="5417268" y="5192"/>
                  </a:lnTo>
                  <a:lnTo>
                    <a:pt x="5349927" y="8958"/>
                  </a:lnTo>
                  <a:lnTo>
                    <a:pt x="5266699" y="14103"/>
                  </a:lnTo>
                  <a:lnTo>
                    <a:pt x="5170305" y="20724"/>
                  </a:lnTo>
                  <a:lnTo>
                    <a:pt x="5064361" y="28860"/>
                  </a:lnTo>
                  <a:lnTo>
                    <a:pt x="4952812" y="38506"/>
                  </a:lnTo>
                  <a:lnTo>
                    <a:pt x="4839421" y="49633"/>
                  </a:lnTo>
                  <a:lnTo>
                    <a:pt x="4727397" y="62212"/>
                  </a:lnTo>
                  <a:lnTo>
                    <a:pt x="4619208" y="76234"/>
                  </a:lnTo>
                  <a:lnTo>
                    <a:pt x="4516541" y="91720"/>
                  </a:lnTo>
                  <a:lnTo>
                    <a:pt x="4420376" y="108736"/>
                  </a:lnTo>
                  <a:lnTo>
                    <a:pt x="4331108" y="127391"/>
                  </a:lnTo>
                  <a:lnTo>
                    <a:pt x="4248687" y="147843"/>
                  </a:lnTo>
                  <a:lnTo>
                    <a:pt x="4172753" y="170293"/>
                  </a:lnTo>
                  <a:lnTo>
                    <a:pt x="4102738" y="194980"/>
                  </a:lnTo>
                  <a:lnTo>
                    <a:pt x="4037955" y="222174"/>
                  </a:lnTo>
                  <a:lnTo>
                    <a:pt x="3977658" y="252161"/>
                  </a:lnTo>
                  <a:lnTo>
                    <a:pt x="3921094" y="285214"/>
                  </a:lnTo>
                  <a:lnTo>
                    <a:pt x="3867536" y="321554"/>
                  </a:lnTo>
                  <a:lnTo>
                    <a:pt x="3820202" y="358109"/>
                  </a:lnTo>
                  <a:lnTo>
                    <a:pt x="3771649" y="400068"/>
                  </a:lnTo>
                  <a:lnTo>
                    <a:pt x="3724388" y="445347"/>
                  </a:lnTo>
                  <a:lnTo>
                    <a:pt x="3678039" y="494014"/>
                  </a:lnTo>
                  <a:lnTo>
                    <a:pt x="3632302" y="546070"/>
                  </a:lnTo>
                  <a:lnTo>
                    <a:pt x="3586944" y="601446"/>
                  </a:lnTo>
                  <a:lnTo>
                    <a:pt x="3541788" y="659994"/>
                  </a:lnTo>
                  <a:lnTo>
                    <a:pt x="3496707" y="721486"/>
                  </a:lnTo>
                  <a:lnTo>
                    <a:pt x="3451616" y="785611"/>
                  </a:lnTo>
                  <a:lnTo>
                    <a:pt x="3406469" y="851981"/>
                  </a:lnTo>
                  <a:lnTo>
                    <a:pt x="3361248" y="920137"/>
                  </a:lnTo>
                  <a:lnTo>
                    <a:pt x="3315961" y="989561"/>
                  </a:lnTo>
                  <a:lnTo>
                    <a:pt x="3270632" y="1059693"/>
                  </a:lnTo>
                  <a:lnTo>
                    <a:pt x="3225296" y="1129948"/>
                  </a:lnTo>
                  <a:lnTo>
                    <a:pt x="3179988" y="1199736"/>
                  </a:lnTo>
                  <a:lnTo>
                    <a:pt x="3134738" y="1268486"/>
                  </a:lnTo>
                  <a:lnTo>
                    <a:pt x="3089560" y="1335659"/>
                  </a:lnTo>
                  <a:lnTo>
                    <a:pt x="3044450" y="1400770"/>
                  </a:lnTo>
                  <a:lnTo>
                    <a:pt x="2999372" y="1463401"/>
                  </a:lnTo>
                  <a:lnTo>
                    <a:pt x="2954260" y="1523207"/>
                  </a:lnTo>
                  <a:lnTo>
                    <a:pt x="2909005" y="1579926"/>
                  </a:lnTo>
                  <a:lnTo>
                    <a:pt x="2863451" y="1633378"/>
                  </a:lnTo>
                  <a:lnTo>
                    <a:pt x="2817389" y="1683460"/>
                  </a:lnTo>
                  <a:lnTo>
                    <a:pt x="2770549" y="1730145"/>
                  </a:lnTo>
                  <a:lnTo>
                    <a:pt x="2722586" y="1773475"/>
                  </a:lnTo>
                  <a:lnTo>
                    <a:pt x="2702183" y="1790549"/>
                  </a:lnTo>
                  <a:lnTo>
                    <a:pt x="2650816" y="1830024"/>
                  </a:lnTo>
                  <a:lnTo>
                    <a:pt x="2597051" y="1866106"/>
                  </a:lnTo>
                  <a:lnTo>
                    <a:pt x="2540225" y="1898913"/>
                  </a:lnTo>
                  <a:lnTo>
                    <a:pt x="2479610" y="1928675"/>
                  </a:lnTo>
                  <a:lnTo>
                    <a:pt x="2414450" y="1955666"/>
                  </a:lnTo>
                  <a:lnTo>
                    <a:pt x="2344002" y="1980172"/>
                  </a:lnTo>
                  <a:lnTo>
                    <a:pt x="2267586" y="2002459"/>
                  </a:lnTo>
                  <a:lnTo>
                    <a:pt x="2184648" y="2022766"/>
                  </a:lnTo>
                  <a:lnTo>
                    <a:pt x="2094845" y="2041290"/>
                  </a:lnTo>
                  <a:lnTo>
                    <a:pt x="1998159" y="2058185"/>
                  </a:lnTo>
                  <a:lnTo>
                    <a:pt x="1895024" y="2073557"/>
                  </a:lnTo>
                  <a:lnTo>
                    <a:pt x="1786469" y="2087467"/>
                  </a:lnTo>
                  <a:lnTo>
                    <a:pt x="1674242" y="2099935"/>
                  </a:lnTo>
                  <a:lnTo>
                    <a:pt x="1560870" y="2110949"/>
                  </a:lnTo>
                  <a:lnTo>
                    <a:pt x="1449615" y="2120480"/>
                  </a:lnTo>
                  <a:lnTo>
                    <a:pt x="1344267" y="2128499"/>
                  </a:lnTo>
                  <a:lnTo>
                    <a:pt x="1248766" y="2135004"/>
                  </a:lnTo>
                  <a:lnTo>
                    <a:pt x="1166680" y="2140038"/>
                  </a:lnTo>
                  <a:lnTo>
                    <a:pt x="1100638" y="2143704"/>
                  </a:lnTo>
                  <a:lnTo>
                    <a:pt x="1051851" y="2146166"/>
                  </a:lnTo>
                  <a:lnTo>
                    <a:pt x="1019840" y="2147639"/>
                  </a:lnTo>
                  <a:lnTo>
                    <a:pt x="1002410" y="2148373"/>
                  </a:lnTo>
                  <a:lnTo>
                    <a:pt x="995809" y="2148628"/>
                  </a:lnTo>
                  <a:lnTo>
                    <a:pt x="994940" y="2148659"/>
                  </a:lnTo>
                  <a:lnTo>
                    <a:pt x="0" y="2148659"/>
                  </a:lnTo>
                  <a:lnTo>
                    <a:pt x="0" y="21486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9" name="pg968"/>
            <p:cNvSpPr/>
            <p:nvPr/>
          </p:nvSpPr>
          <p:spPr>
            <a:xfrm>
              <a:off x="1199187" y="1823576"/>
              <a:ext cx="12049831" cy="3637000"/>
            </a:xfrm>
            <a:custGeom>
              <a:avLst/>
              <a:pathLst>
                <a:path w="12049831" h="3637000">
                  <a:moveTo>
                    <a:pt x="0" y="2127697"/>
                  </a:moveTo>
                  <a:lnTo>
                    <a:pt x="994940" y="2127697"/>
                  </a:lnTo>
                  <a:lnTo>
                    <a:pt x="996041" y="2127658"/>
                  </a:lnTo>
                  <a:lnTo>
                    <a:pt x="1003317" y="2127378"/>
                  </a:lnTo>
                  <a:lnTo>
                    <a:pt x="1021769" y="2126605"/>
                  </a:lnTo>
                  <a:lnTo>
                    <a:pt x="1055038" y="2125082"/>
                  </a:lnTo>
                  <a:lnTo>
                    <a:pt x="1105192" y="2122564"/>
                  </a:lnTo>
                  <a:lnTo>
                    <a:pt x="1172574" y="2118841"/>
                  </a:lnTo>
                  <a:lnTo>
                    <a:pt x="1255847" y="2113755"/>
                  </a:lnTo>
                  <a:lnTo>
                    <a:pt x="1352288" y="2107210"/>
                  </a:lnTo>
                  <a:lnTo>
                    <a:pt x="1458276" y="2099168"/>
                  </a:lnTo>
                  <a:lnTo>
                    <a:pt x="1569862" y="2089634"/>
                  </a:lnTo>
                  <a:lnTo>
                    <a:pt x="1683282" y="2078636"/>
                  </a:lnTo>
                  <a:lnTo>
                    <a:pt x="1795326" y="2066203"/>
                  </a:lnTo>
                  <a:lnTo>
                    <a:pt x="1903528" y="2052344"/>
                  </a:lnTo>
                  <a:lnTo>
                    <a:pt x="2006200" y="2037038"/>
                  </a:lnTo>
                  <a:lnTo>
                    <a:pt x="2102364" y="2020219"/>
                  </a:lnTo>
                  <a:lnTo>
                    <a:pt x="2191628" y="2001780"/>
                  </a:lnTo>
                  <a:lnTo>
                    <a:pt x="2274041" y="1981564"/>
                  </a:lnTo>
                  <a:lnTo>
                    <a:pt x="2349967" y="1959374"/>
                  </a:lnTo>
                  <a:lnTo>
                    <a:pt x="2419973" y="1934970"/>
                  </a:lnTo>
                  <a:lnTo>
                    <a:pt x="2484749" y="1908088"/>
                  </a:lnTo>
                  <a:lnTo>
                    <a:pt x="2545039" y="1878444"/>
                  </a:lnTo>
                  <a:lnTo>
                    <a:pt x="2601600" y="1845768"/>
                  </a:lnTo>
                  <a:lnTo>
                    <a:pt x="2655157" y="1809842"/>
                  </a:lnTo>
                  <a:lnTo>
                    <a:pt x="2702183" y="1773954"/>
                  </a:lnTo>
                  <a:lnTo>
                    <a:pt x="2750918" y="1732344"/>
                  </a:lnTo>
                  <a:lnTo>
                    <a:pt x="2798353" y="1687428"/>
                  </a:lnTo>
                  <a:lnTo>
                    <a:pt x="2844871" y="1639139"/>
                  </a:lnTo>
                  <a:lnTo>
                    <a:pt x="2890775" y="1587478"/>
                  </a:lnTo>
                  <a:lnTo>
                    <a:pt x="2936300" y="1532514"/>
                  </a:lnTo>
                  <a:lnTo>
                    <a:pt x="2981625" y="1474397"/>
                  </a:lnTo>
                  <a:lnTo>
                    <a:pt x="3026878" y="1413355"/>
                  </a:lnTo>
                  <a:lnTo>
                    <a:pt x="3072141" y="1349703"/>
                  </a:lnTo>
                  <a:lnTo>
                    <a:pt x="3117463" y="1283828"/>
                  </a:lnTo>
                  <a:lnTo>
                    <a:pt x="3162858" y="1216193"/>
                  </a:lnTo>
                  <a:lnTo>
                    <a:pt x="3208319" y="1147316"/>
                  </a:lnTo>
                  <a:lnTo>
                    <a:pt x="3253821" y="1077759"/>
                  </a:lnTo>
                  <a:lnTo>
                    <a:pt x="3299329" y="1008106"/>
                  </a:lnTo>
                  <a:lnTo>
                    <a:pt x="3344807" y="938946"/>
                  </a:lnTo>
                  <a:lnTo>
                    <a:pt x="3390226" y="870849"/>
                  </a:lnTo>
                  <a:lnTo>
                    <a:pt x="3435571" y="804351"/>
                  </a:lnTo>
                  <a:lnTo>
                    <a:pt x="3480849" y="739932"/>
                  </a:lnTo>
                  <a:lnTo>
                    <a:pt x="3526098" y="678007"/>
                  </a:lnTo>
                  <a:lnTo>
                    <a:pt x="3571388" y="618913"/>
                  </a:lnTo>
                  <a:lnTo>
                    <a:pt x="3616831" y="562907"/>
                  </a:lnTo>
                  <a:lnTo>
                    <a:pt x="3662590" y="510165"/>
                  </a:lnTo>
                  <a:lnTo>
                    <a:pt x="3708880" y="460781"/>
                  </a:lnTo>
                  <a:lnTo>
                    <a:pt x="3755980" y="414776"/>
                  </a:lnTo>
                  <a:lnTo>
                    <a:pt x="3804245" y="372106"/>
                  </a:lnTo>
                  <a:lnTo>
                    <a:pt x="3820202" y="358983"/>
                  </a:lnTo>
                  <a:lnTo>
                    <a:pt x="3871583" y="319981"/>
                  </a:lnTo>
                  <a:lnTo>
                    <a:pt x="3925363" y="284331"/>
                  </a:lnTo>
                  <a:lnTo>
                    <a:pt x="3982205" y="251917"/>
                  </a:lnTo>
                  <a:lnTo>
                    <a:pt x="4042840" y="222513"/>
                  </a:lnTo>
                  <a:lnTo>
                    <a:pt x="4108022" y="195847"/>
                  </a:lnTo>
                  <a:lnTo>
                    <a:pt x="4178495" y="171638"/>
                  </a:lnTo>
                  <a:lnTo>
                    <a:pt x="4254941" y="149620"/>
                  </a:lnTo>
                  <a:lnTo>
                    <a:pt x="4337913" y="129559"/>
                  </a:lnTo>
                  <a:lnTo>
                    <a:pt x="4427754" y="111260"/>
                  </a:lnTo>
                  <a:lnTo>
                    <a:pt x="4524482" y="94571"/>
                  </a:lnTo>
                  <a:lnTo>
                    <a:pt x="4627660" y="79386"/>
                  </a:lnTo>
                  <a:lnTo>
                    <a:pt x="4736255" y="65646"/>
                  </a:lnTo>
                  <a:lnTo>
                    <a:pt x="4848519" y="53332"/>
                  </a:lnTo>
                  <a:lnTo>
                    <a:pt x="4961918" y="42454"/>
                  </a:lnTo>
                  <a:lnTo>
                    <a:pt x="5073188" y="33043"/>
                  </a:lnTo>
                  <a:lnTo>
                    <a:pt x="5178531" y="25126"/>
                  </a:lnTo>
                  <a:lnTo>
                    <a:pt x="5274007" y="18704"/>
                  </a:lnTo>
                  <a:lnTo>
                    <a:pt x="5356047" y="13736"/>
                  </a:lnTo>
                  <a:lnTo>
                    <a:pt x="5422026" y="10120"/>
                  </a:lnTo>
                  <a:lnTo>
                    <a:pt x="5470739" y="7694"/>
                  </a:lnTo>
                  <a:lnTo>
                    <a:pt x="5502675" y="6243"/>
                  </a:lnTo>
                  <a:lnTo>
                    <a:pt x="5520039" y="5521"/>
                  </a:lnTo>
                  <a:lnTo>
                    <a:pt x="5526592" y="527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27" y="5304"/>
                  </a:lnTo>
                  <a:lnTo>
                    <a:pt x="6530311" y="5755"/>
                  </a:lnTo>
                  <a:lnTo>
                    <a:pt x="6547799" y="7003"/>
                  </a:lnTo>
                  <a:lnTo>
                    <a:pt x="6579392" y="9463"/>
                  </a:lnTo>
                  <a:lnTo>
                    <a:pt x="6627150" y="13532"/>
                  </a:lnTo>
                  <a:lnTo>
                    <a:pt x="6691536" y="19558"/>
                  </a:lnTo>
                  <a:lnTo>
                    <a:pt x="6771443" y="27803"/>
                  </a:lnTo>
                  <a:lnTo>
                    <a:pt x="6864435" y="38437"/>
                  </a:lnTo>
                  <a:lnTo>
                    <a:pt x="6967178" y="51532"/>
                  </a:lnTo>
                  <a:lnTo>
                    <a:pt x="7075956" y="67091"/>
                  </a:lnTo>
                  <a:lnTo>
                    <a:pt x="7187151" y="85070"/>
                  </a:lnTo>
                  <a:lnTo>
                    <a:pt x="7297606" y="105422"/>
                  </a:lnTo>
                  <a:lnTo>
                    <a:pt x="7404833" y="128120"/>
                  </a:lnTo>
                  <a:lnTo>
                    <a:pt x="7507067" y="153188"/>
                  </a:lnTo>
                  <a:lnTo>
                    <a:pt x="7603224" y="180711"/>
                  </a:lnTo>
                  <a:lnTo>
                    <a:pt x="7692796" y="210844"/>
                  </a:lnTo>
                  <a:lnTo>
                    <a:pt x="7775722" y="243818"/>
                  </a:lnTo>
                  <a:lnTo>
                    <a:pt x="7852263" y="279931"/>
                  </a:lnTo>
                  <a:lnTo>
                    <a:pt x="7922905" y="319549"/>
                  </a:lnTo>
                  <a:lnTo>
                    <a:pt x="7988263" y="363088"/>
                  </a:lnTo>
                  <a:lnTo>
                    <a:pt x="8049030" y="410999"/>
                  </a:lnTo>
                  <a:lnTo>
                    <a:pt x="8105919" y="463732"/>
                  </a:lnTo>
                  <a:lnTo>
                    <a:pt x="8159632" y="521685"/>
                  </a:lnTo>
                  <a:lnTo>
                    <a:pt x="8210822" y="585121"/>
                  </a:lnTo>
                  <a:lnTo>
                    <a:pt x="8229629" y="610533"/>
                  </a:lnTo>
                  <a:lnTo>
                    <a:pt x="8269812" y="668674"/>
                  </a:lnTo>
                  <a:lnTo>
                    <a:pt x="8309065" y="730621"/>
                  </a:lnTo>
                  <a:lnTo>
                    <a:pt x="8347615" y="796453"/>
                  </a:lnTo>
                  <a:lnTo>
                    <a:pt x="8385648" y="866199"/>
                  </a:lnTo>
                  <a:lnTo>
                    <a:pt x="8423317" y="939836"/>
                  </a:lnTo>
                  <a:lnTo>
                    <a:pt x="8460747" y="1017281"/>
                  </a:lnTo>
                  <a:lnTo>
                    <a:pt x="8498035" y="1098393"/>
                  </a:lnTo>
                  <a:lnTo>
                    <a:pt x="8535256" y="1182963"/>
                  </a:lnTo>
                  <a:lnTo>
                    <a:pt x="8572465" y="1270722"/>
                  </a:lnTo>
                  <a:lnTo>
                    <a:pt x="8609698" y="1361334"/>
                  </a:lnTo>
                  <a:lnTo>
                    <a:pt x="8646975" y="1454406"/>
                  </a:lnTo>
                  <a:lnTo>
                    <a:pt x="8684302" y="1549492"/>
                  </a:lnTo>
                  <a:lnTo>
                    <a:pt x="8721676" y="1646098"/>
                  </a:lnTo>
                  <a:lnTo>
                    <a:pt x="8759083" y="1743698"/>
                  </a:lnTo>
                  <a:lnTo>
                    <a:pt x="8796506" y="1841741"/>
                  </a:lnTo>
                  <a:lnTo>
                    <a:pt x="8833926" y="1939666"/>
                  </a:lnTo>
                  <a:lnTo>
                    <a:pt x="8871321" y="2036915"/>
                  </a:lnTo>
                  <a:lnTo>
                    <a:pt x="8908676" y="2132944"/>
                  </a:lnTo>
                  <a:lnTo>
                    <a:pt x="8945982" y="2227241"/>
                  </a:lnTo>
                  <a:lnTo>
                    <a:pt x="8983239" y="2319330"/>
                  </a:lnTo>
                  <a:lnTo>
                    <a:pt x="9020458" y="2408787"/>
                  </a:lnTo>
                  <a:lnTo>
                    <a:pt x="9057667" y="2495242"/>
                  </a:lnTo>
                  <a:lnTo>
                    <a:pt x="9094909" y="2578388"/>
                  </a:lnTo>
                  <a:lnTo>
                    <a:pt x="9132246" y="2657979"/>
                  </a:lnTo>
                  <a:lnTo>
                    <a:pt x="9169763" y="2733837"/>
                  </a:lnTo>
                  <a:lnTo>
                    <a:pt x="9207569" y="2805844"/>
                  </a:lnTo>
                  <a:lnTo>
                    <a:pt x="9245798" y="2873944"/>
                  </a:lnTo>
                  <a:lnTo>
                    <a:pt x="9284619" y="2938136"/>
                  </a:lnTo>
                  <a:lnTo>
                    <a:pt x="9324233" y="2998471"/>
                  </a:lnTo>
                  <a:lnTo>
                    <a:pt x="9347647" y="3031706"/>
                  </a:lnTo>
                  <a:lnTo>
                    <a:pt x="9398037" y="3097235"/>
                  </a:lnTo>
                  <a:lnTo>
                    <a:pt x="9450723" y="3157240"/>
                  </a:lnTo>
                  <a:lnTo>
                    <a:pt x="9506332" y="3211903"/>
                  </a:lnTo>
                  <a:lnTo>
                    <a:pt x="9565549" y="3261585"/>
                  </a:lnTo>
                  <a:lnTo>
                    <a:pt x="9629089" y="3306722"/>
                  </a:lnTo>
                  <a:lnTo>
                    <a:pt x="9697656" y="3347771"/>
                  </a:lnTo>
                  <a:lnTo>
                    <a:pt x="9771902" y="3385162"/>
                  </a:lnTo>
                  <a:lnTo>
                    <a:pt x="9852371" y="3419283"/>
                  </a:lnTo>
                  <a:lnTo>
                    <a:pt x="9939418" y="3450459"/>
                  </a:lnTo>
                  <a:lnTo>
                    <a:pt x="10033120" y="3478946"/>
                  </a:lnTo>
                  <a:lnTo>
                    <a:pt x="10133151" y="3504928"/>
                  </a:lnTo>
                  <a:lnTo>
                    <a:pt x="10238660" y="3528517"/>
                  </a:lnTo>
                  <a:lnTo>
                    <a:pt x="10348149" y="3549756"/>
                  </a:lnTo>
                  <a:lnTo>
                    <a:pt x="10459402" y="3568636"/>
                  </a:lnTo>
                  <a:lnTo>
                    <a:pt x="10569500" y="3585116"/>
                  </a:lnTo>
                  <a:lnTo>
                    <a:pt x="10674965" y="3599145"/>
                  </a:lnTo>
                  <a:lnTo>
                    <a:pt x="10772066" y="3610705"/>
                  </a:lnTo>
                  <a:lnTo>
                    <a:pt x="10857263" y="3619839"/>
                  </a:lnTo>
                  <a:lnTo>
                    <a:pt x="10927723" y="3626677"/>
                  </a:lnTo>
                  <a:lnTo>
                    <a:pt x="10981798" y="3631449"/>
                  </a:lnTo>
                  <a:lnTo>
                    <a:pt x="11019342" y="3634472"/>
                  </a:lnTo>
                  <a:lnTo>
                    <a:pt x="11041822" y="3636129"/>
                  </a:lnTo>
                  <a:lnTo>
                    <a:pt x="11052218" y="3636833"/>
                  </a:lnTo>
                  <a:lnTo>
                    <a:pt x="11054891" y="3637000"/>
                  </a:lnTo>
                  <a:lnTo>
                    <a:pt x="12049831" y="3637000"/>
                  </a:lnTo>
                  <a:lnTo>
                    <a:pt x="12049831" y="3631759"/>
                  </a:lnTo>
                  <a:lnTo>
                    <a:pt x="11054891" y="3631759"/>
                  </a:lnTo>
                  <a:lnTo>
                    <a:pt x="11053850" y="3631695"/>
                  </a:lnTo>
                  <a:lnTo>
                    <a:pt x="11046965" y="3631244"/>
                  </a:lnTo>
                  <a:lnTo>
                    <a:pt x="11029478" y="3629996"/>
                  </a:lnTo>
                  <a:lnTo>
                    <a:pt x="10997884" y="3627536"/>
                  </a:lnTo>
                  <a:lnTo>
                    <a:pt x="10950127" y="3623467"/>
                  </a:lnTo>
                  <a:lnTo>
                    <a:pt x="10885741" y="3617442"/>
                  </a:lnTo>
                  <a:lnTo>
                    <a:pt x="10805834" y="3609196"/>
                  </a:lnTo>
                  <a:lnTo>
                    <a:pt x="10712842" y="3598562"/>
                  </a:lnTo>
                  <a:lnTo>
                    <a:pt x="10610099" y="3585467"/>
                  </a:lnTo>
                  <a:lnTo>
                    <a:pt x="10501321" y="3569908"/>
                  </a:lnTo>
                  <a:lnTo>
                    <a:pt x="10390126" y="3551929"/>
                  </a:lnTo>
                  <a:lnTo>
                    <a:pt x="10279670" y="3531578"/>
                  </a:lnTo>
                  <a:lnTo>
                    <a:pt x="10172444" y="3508879"/>
                  </a:lnTo>
                  <a:lnTo>
                    <a:pt x="10070210" y="3483811"/>
                  </a:lnTo>
                  <a:lnTo>
                    <a:pt x="9974052" y="3456288"/>
                  </a:lnTo>
                  <a:lnTo>
                    <a:pt x="9884480" y="3426155"/>
                  </a:lnTo>
                  <a:lnTo>
                    <a:pt x="9801555" y="3393181"/>
                  </a:lnTo>
                  <a:lnTo>
                    <a:pt x="9725013" y="3357068"/>
                  </a:lnTo>
                  <a:lnTo>
                    <a:pt x="9654372" y="3317450"/>
                  </a:lnTo>
                  <a:lnTo>
                    <a:pt x="9589013" y="3273911"/>
                  </a:lnTo>
                  <a:lnTo>
                    <a:pt x="9528247" y="3226000"/>
                  </a:lnTo>
                  <a:lnTo>
                    <a:pt x="9471357" y="3173267"/>
                  </a:lnTo>
                  <a:lnTo>
                    <a:pt x="9417644" y="3115314"/>
                  </a:lnTo>
                  <a:lnTo>
                    <a:pt x="9366455" y="3051878"/>
                  </a:lnTo>
                  <a:lnTo>
                    <a:pt x="9347647" y="3026466"/>
                  </a:lnTo>
                  <a:lnTo>
                    <a:pt x="9307465" y="2968325"/>
                  </a:lnTo>
                  <a:lnTo>
                    <a:pt x="9268211" y="2906378"/>
                  </a:lnTo>
                  <a:lnTo>
                    <a:pt x="9229662" y="2840546"/>
                  </a:lnTo>
                  <a:lnTo>
                    <a:pt x="9191629" y="2770800"/>
                  </a:lnTo>
                  <a:lnTo>
                    <a:pt x="9153960" y="2697163"/>
                  </a:lnTo>
                  <a:lnTo>
                    <a:pt x="9116530" y="2619718"/>
                  </a:lnTo>
                  <a:lnTo>
                    <a:pt x="9079242" y="2538606"/>
                  </a:lnTo>
                  <a:lnTo>
                    <a:pt x="9042020" y="2454036"/>
                  </a:lnTo>
                  <a:lnTo>
                    <a:pt x="9004811" y="2366277"/>
                  </a:lnTo>
                  <a:lnTo>
                    <a:pt x="8967579" y="2275665"/>
                  </a:lnTo>
                  <a:lnTo>
                    <a:pt x="8930302" y="2182593"/>
                  </a:lnTo>
                  <a:lnTo>
                    <a:pt x="8892974" y="2087507"/>
                  </a:lnTo>
                  <a:lnTo>
                    <a:pt x="8855601" y="1990901"/>
                  </a:lnTo>
                  <a:lnTo>
                    <a:pt x="8818193" y="1893301"/>
                  </a:lnTo>
                  <a:lnTo>
                    <a:pt x="8780770" y="1795258"/>
                  </a:lnTo>
                  <a:lnTo>
                    <a:pt x="8743351" y="1697333"/>
                  </a:lnTo>
                  <a:lnTo>
                    <a:pt x="8705956" y="1600084"/>
                  </a:lnTo>
                  <a:lnTo>
                    <a:pt x="8668601" y="1504055"/>
                  </a:lnTo>
                  <a:lnTo>
                    <a:pt x="8631295" y="1409758"/>
                  </a:lnTo>
                  <a:lnTo>
                    <a:pt x="8594038" y="1317669"/>
                  </a:lnTo>
                  <a:lnTo>
                    <a:pt x="8556818" y="1228212"/>
                  </a:lnTo>
                  <a:lnTo>
                    <a:pt x="8519609" y="1141757"/>
                  </a:lnTo>
                  <a:lnTo>
                    <a:pt x="8482368" y="1058611"/>
                  </a:lnTo>
                  <a:lnTo>
                    <a:pt x="8445030" y="979020"/>
                  </a:lnTo>
                  <a:lnTo>
                    <a:pt x="8407513" y="903162"/>
                  </a:lnTo>
                  <a:lnTo>
                    <a:pt x="8369708" y="831155"/>
                  </a:lnTo>
                  <a:lnTo>
                    <a:pt x="8331478" y="763055"/>
                  </a:lnTo>
                  <a:lnTo>
                    <a:pt x="8292658" y="698863"/>
                  </a:lnTo>
                  <a:lnTo>
                    <a:pt x="8253044" y="638529"/>
                  </a:lnTo>
                  <a:lnTo>
                    <a:pt x="8229629" y="605293"/>
                  </a:lnTo>
                  <a:lnTo>
                    <a:pt x="8179240" y="539764"/>
                  </a:lnTo>
                  <a:lnTo>
                    <a:pt x="8126553" y="479759"/>
                  </a:lnTo>
                  <a:lnTo>
                    <a:pt x="8070945" y="425096"/>
                  </a:lnTo>
                  <a:lnTo>
                    <a:pt x="8011727" y="375414"/>
                  </a:lnTo>
                  <a:lnTo>
                    <a:pt x="7948187" y="330277"/>
                  </a:lnTo>
                  <a:lnTo>
                    <a:pt x="7879620" y="289228"/>
                  </a:lnTo>
                  <a:lnTo>
                    <a:pt x="7805374" y="251837"/>
                  </a:lnTo>
                  <a:lnTo>
                    <a:pt x="7724906" y="217716"/>
                  </a:lnTo>
                  <a:lnTo>
                    <a:pt x="7637859" y="186540"/>
                  </a:lnTo>
                  <a:lnTo>
                    <a:pt x="7544157" y="158053"/>
                  </a:lnTo>
                  <a:lnTo>
                    <a:pt x="7444125" y="132071"/>
                  </a:lnTo>
                  <a:lnTo>
                    <a:pt x="7338617" y="108483"/>
                  </a:lnTo>
                  <a:lnTo>
                    <a:pt x="7229128" y="87243"/>
                  </a:lnTo>
                  <a:lnTo>
                    <a:pt x="7117874" y="68363"/>
                  </a:lnTo>
                  <a:lnTo>
                    <a:pt x="7007777" y="51883"/>
                  </a:lnTo>
                  <a:lnTo>
                    <a:pt x="6902312" y="37854"/>
                  </a:lnTo>
                  <a:lnTo>
                    <a:pt x="6805211" y="26294"/>
                  </a:lnTo>
                  <a:lnTo>
                    <a:pt x="6720014" y="17161"/>
                  </a:lnTo>
                  <a:lnTo>
                    <a:pt x="6649553" y="10322"/>
                  </a:lnTo>
                  <a:lnTo>
                    <a:pt x="6595478" y="5551"/>
                  </a:lnTo>
                  <a:lnTo>
                    <a:pt x="6557934" y="2527"/>
                  </a:lnTo>
                  <a:lnTo>
                    <a:pt x="6535455" y="870"/>
                  </a:lnTo>
                  <a:lnTo>
                    <a:pt x="6525059" y="16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3" y="39"/>
                  </a:lnTo>
                  <a:lnTo>
                    <a:pt x="5519068" y="318"/>
                  </a:lnTo>
                  <a:lnTo>
                    <a:pt x="5500616" y="1091"/>
                  </a:lnTo>
                  <a:lnTo>
                    <a:pt x="5467347" y="2614"/>
                  </a:lnTo>
                  <a:lnTo>
                    <a:pt x="5417193" y="5132"/>
                  </a:lnTo>
                  <a:lnTo>
                    <a:pt x="5349811" y="8855"/>
                  </a:lnTo>
                  <a:lnTo>
                    <a:pt x="5266538" y="13941"/>
                  </a:lnTo>
                  <a:lnTo>
                    <a:pt x="5170097" y="20486"/>
                  </a:lnTo>
                  <a:lnTo>
                    <a:pt x="5064109" y="28528"/>
                  </a:lnTo>
                  <a:lnTo>
                    <a:pt x="4952523" y="38062"/>
                  </a:lnTo>
                  <a:lnTo>
                    <a:pt x="4839103" y="49060"/>
                  </a:lnTo>
                  <a:lnTo>
                    <a:pt x="4727059" y="61494"/>
                  </a:lnTo>
                  <a:lnTo>
                    <a:pt x="4618857" y="75352"/>
                  </a:lnTo>
                  <a:lnTo>
                    <a:pt x="4516185" y="90659"/>
                  </a:lnTo>
                  <a:lnTo>
                    <a:pt x="4420021" y="107477"/>
                  </a:lnTo>
                  <a:lnTo>
                    <a:pt x="4330757" y="125917"/>
                  </a:lnTo>
                  <a:lnTo>
                    <a:pt x="4248344" y="146132"/>
                  </a:lnTo>
                  <a:lnTo>
                    <a:pt x="4172418" y="168323"/>
                  </a:lnTo>
                  <a:lnTo>
                    <a:pt x="4102412" y="192726"/>
                  </a:lnTo>
                  <a:lnTo>
                    <a:pt x="4037636" y="219609"/>
                  </a:lnTo>
                  <a:lnTo>
                    <a:pt x="3977346" y="249253"/>
                  </a:lnTo>
                  <a:lnTo>
                    <a:pt x="3920785" y="281928"/>
                  </a:lnTo>
                  <a:lnTo>
                    <a:pt x="3867228" y="317854"/>
                  </a:lnTo>
                  <a:lnTo>
                    <a:pt x="3820202" y="353742"/>
                  </a:lnTo>
                  <a:lnTo>
                    <a:pt x="3771467" y="395352"/>
                  </a:lnTo>
                  <a:lnTo>
                    <a:pt x="3724032" y="440269"/>
                  </a:lnTo>
                  <a:lnTo>
                    <a:pt x="3677514" y="488557"/>
                  </a:lnTo>
                  <a:lnTo>
                    <a:pt x="3631610" y="540218"/>
                  </a:lnTo>
                  <a:lnTo>
                    <a:pt x="3586085" y="595182"/>
                  </a:lnTo>
                  <a:lnTo>
                    <a:pt x="3540760" y="653300"/>
                  </a:lnTo>
                  <a:lnTo>
                    <a:pt x="3495507" y="714341"/>
                  </a:lnTo>
                  <a:lnTo>
                    <a:pt x="3450244" y="777994"/>
                  </a:lnTo>
                  <a:lnTo>
                    <a:pt x="3404922" y="843868"/>
                  </a:lnTo>
                  <a:lnTo>
                    <a:pt x="3359527" y="911503"/>
                  </a:lnTo>
                  <a:lnTo>
                    <a:pt x="3314066" y="980380"/>
                  </a:lnTo>
                  <a:lnTo>
                    <a:pt x="3268564" y="1049937"/>
                  </a:lnTo>
                  <a:lnTo>
                    <a:pt x="3223056" y="1119591"/>
                  </a:lnTo>
                  <a:lnTo>
                    <a:pt x="3177578" y="1188751"/>
                  </a:lnTo>
                  <a:lnTo>
                    <a:pt x="3132159" y="1256847"/>
                  </a:lnTo>
                  <a:lnTo>
                    <a:pt x="3086814" y="1323346"/>
                  </a:lnTo>
                  <a:lnTo>
                    <a:pt x="3041536" y="1387764"/>
                  </a:lnTo>
                  <a:lnTo>
                    <a:pt x="2996287" y="1449690"/>
                  </a:lnTo>
                  <a:lnTo>
                    <a:pt x="2950997" y="1508783"/>
                  </a:lnTo>
                  <a:lnTo>
                    <a:pt x="2905554" y="1564789"/>
                  </a:lnTo>
                  <a:lnTo>
                    <a:pt x="2859795" y="1617531"/>
                  </a:lnTo>
                  <a:lnTo>
                    <a:pt x="2813505" y="1666916"/>
                  </a:lnTo>
                  <a:lnTo>
                    <a:pt x="2766405" y="1712920"/>
                  </a:lnTo>
                  <a:lnTo>
                    <a:pt x="2718140" y="1755590"/>
                  </a:lnTo>
                  <a:lnTo>
                    <a:pt x="2702183" y="1768714"/>
                  </a:lnTo>
                  <a:lnTo>
                    <a:pt x="2650802" y="1807716"/>
                  </a:lnTo>
                  <a:lnTo>
                    <a:pt x="2597022" y="1843366"/>
                  </a:lnTo>
                  <a:lnTo>
                    <a:pt x="2540180" y="1875780"/>
                  </a:lnTo>
                  <a:lnTo>
                    <a:pt x="2479545" y="1905183"/>
                  </a:lnTo>
                  <a:lnTo>
                    <a:pt x="2414363" y="1931849"/>
                  </a:lnTo>
                  <a:lnTo>
                    <a:pt x="2343890" y="1956058"/>
                  </a:lnTo>
                  <a:lnTo>
                    <a:pt x="2267444" y="1978076"/>
                  </a:lnTo>
                  <a:lnTo>
                    <a:pt x="2184472" y="1998137"/>
                  </a:lnTo>
                  <a:lnTo>
                    <a:pt x="2094631" y="2016437"/>
                  </a:lnTo>
                  <a:lnTo>
                    <a:pt x="1997903" y="2033126"/>
                  </a:lnTo>
                  <a:lnTo>
                    <a:pt x="1894725" y="2048310"/>
                  </a:lnTo>
                  <a:lnTo>
                    <a:pt x="1786130" y="2062050"/>
                  </a:lnTo>
                  <a:lnTo>
                    <a:pt x="1673866" y="2074365"/>
                  </a:lnTo>
                  <a:lnTo>
                    <a:pt x="1560467" y="2085242"/>
                  </a:lnTo>
                  <a:lnTo>
                    <a:pt x="1449197" y="2094653"/>
                  </a:lnTo>
                  <a:lnTo>
                    <a:pt x="1343854" y="2102571"/>
                  </a:lnTo>
                  <a:lnTo>
                    <a:pt x="1248378" y="2108992"/>
                  </a:lnTo>
                  <a:lnTo>
                    <a:pt x="1166338" y="2113960"/>
                  </a:lnTo>
                  <a:lnTo>
                    <a:pt x="1100359" y="2117576"/>
                  </a:lnTo>
                  <a:lnTo>
                    <a:pt x="1051646" y="2120003"/>
                  </a:lnTo>
                  <a:lnTo>
                    <a:pt x="1019710" y="2121454"/>
                  </a:lnTo>
                  <a:lnTo>
                    <a:pt x="1002346" y="2122176"/>
                  </a:lnTo>
                  <a:lnTo>
                    <a:pt x="995793" y="2122426"/>
                  </a:lnTo>
                  <a:lnTo>
                    <a:pt x="994940" y="2122456"/>
                  </a:lnTo>
                  <a:lnTo>
                    <a:pt x="0" y="2122456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70" name="pl969"/>
            <p:cNvSpPr/>
            <p:nvPr/>
          </p:nvSpPr>
          <p:spPr>
            <a:xfrm>
              <a:off x="1199187" y="1828816"/>
              <a:ext cx="12049831" cy="3631759"/>
            </a:xfrm>
            <a:custGeom>
              <a:avLst/>
              <a:pathLst>
                <a:path w="12049831" h="3631759">
                  <a:moveTo>
                    <a:pt x="0" y="2122456"/>
                  </a:moveTo>
                  <a:lnTo>
                    <a:pt x="994940" y="2122456"/>
                  </a:lnTo>
                  <a:lnTo>
                    <a:pt x="996041" y="2122417"/>
                  </a:lnTo>
                  <a:lnTo>
                    <a:pt x="1003317" y="2122137"/>
                  </a:lnTo>
                  <a:lnTo>
                    <a:pt x="1021769" y="2121365"/>
                  </a:lnTo>
                  <a:lnTo>
                    <a:pt x="1055038" y="2119842"/>
                  </a:lnTo>
                  <a:lnTo>
                    <a:pt x="1105192" y="2117324"/>
                  </a:lnTo>
                  <a:lnTo>
                    <a:pt x="1172574" y="2113600"/>
                  </a:lnTo>
                  <a:lnTo>
                    <a:pt x="1255847" y="2108515"/>
                  </a:lnTo>
                  <a:lnTo>
                    <a:pt x="1352288" y="2101970"/>
                  </a:lnTo>
                  <a:lnTo>
                    <a:pt x="1458276" y="2093928"/>
                  </a:lnTo>
                  <a:lnTo>
                    <a:pt x="1569862" y="2084394"/>
                  </a:lnTo>
                  <a:lnTo>
                    <a:pt x="1683282" y="2073396"/>
                  </a:lnTo>
                  <a:lnTo>
                    <a:pt x="1795326" y="2060962"/>
                  </a:lnTo>
                  <a:lnTo>
                    <a:pt x="1903528" y="2047104"/>
                  </a:lnTo>
                  <a:lnTo>
                    <a:pt x="2006200" y="2031797"/>
                  </a:lnTo>
                  <a:lnTo>
                    <a:pt x="2102364" y="2014979"/>
                  </a:lnTo>
                  <a:lnTo>
                    <a:pt x="2191628" y="1996539"/>
                  </a:lnTo>
                  <a:lnTo>
                    <a:pt x="2274041" y="1976324"/>
                  </a:lnTo>
                  <a:lnTo>
                    <a:pt x="2349967" y="1954133"/>
                  </a:lnTo>
                  <a:lnTo>
                    <a:pt x="2419973" y="1929730"/>
                  </a:lnTo>
                  <a:lnTo>
                    <a:pt x="2484749" y="1902847"/>
                  </a:lnTo>
                  <a:lnTo>
                    <a:pt x="2545039" y="1873203"/>
                  </a:lnTo>
                  <a:lnTo>
                    <a:pt x="2601600" y="1840528"/>
                  </a:lnTo>
                  <a:lnTo>
                    <a:pt x="2655157" y="1804602"/>
                  </a:lnTo>
                  <a:lnTo>
                    <a:pt x="2702183" y="1768714"/>
                  </a:lnTo>
                  <a:lnTo>
                    <a:pt x="2750918" y="1727103"/>
                  </a:lnTo>
                  <a:lnTo>
                    <a:pt x="2798353" y="1682187"/>
                  </a:lnTo>
                  <a:lnTo>
                    <a:pt x="2844871" y="1633899"/>
                  </a:lnTo>
                  <a:lnTo>
                    <a:pt x="2890775" y="1582237"/>
                  </a:lnTo>
                  <a:lnTo>
                    <a:pt x="2936300" y="1527274"/>
                  </a:lnTo>
                  <a:lnTo>
                    <a:pt x="2981625" y="1469156"/>
                  </a:lnTo>
                  <a:lnTo>
                    <a:pt x="3026878" y="1408115"/>
                  </a:lnTo>
                  <a:lnTo>
                    <a:pt x="3072141" y="1344462"/>
                  </a:lnTo>
                  <a:lnTo>
                    <a:pt x="3117463" y="1278588"/>
                  </a:lnTo>
                  <a:lnTo>
                    <a:pt x="3162858" y="1210953"/>
                  </a:lnTo>
                  <a:lnTo>
                    <a:pt x="3208319" y="1142076"/>
                  </a:lnTo>
                  <a:lnTo>
                    <a:pt x="3253821" y="1072518"/>
                  </a:lnTo>
                  <a:lnTo>
                    <a:pt x="3299329" y="1002865"/>
                  </a:lnTo>
                  <a:lnTo>
                    <a:pt x="3344807" y="933705"/>
                  </a:lnTo>
                  <a:lnTo>
                    <a:pt x="3390226" y="865608"/>
                  </a:lnTo>
                  <a:lnTo>
                    <a:pt x="3435571" y="799110"/>
                  </a:lnTo>
                  <a:lnTo>
                    <a:pt x="3480849" y="734692"/>
                  </a:lnTo>
                  <a:lnTo>
                    <a:pt x="3526098" y="672766"/>
                  </a:lnTo>
                  <a:lnTo>
                    <a:pt x="3571388" y="613672"/>
                  </a:lnTo>
                  <a:lnTo>
                    <a:pt x="3616831" y="557667"/>
                  </a:lnTo>
                  <a:lnTo>
                    <a:pt x="3662590" y="504924"/>
                  </a:lnTo>
                  <a:lnTo>
                    <a:pt x="3708880" y="455540"/>
                  </a:lnTo>
                  <a:lnTo>
                    <a:pt x="3755980" y="409536"/>
                  </a:lnTo>
                  <a:lnTo>
                    <a:pt x="3804245" y="366865"/>
                  </a:lnTo>
                  <a:lnTo>
                    <a:pt x="3820202" y="353742"/>
                  </a:lnTo>
                  <a:lnTo>
                    <a:pt x="3871583" y="314740"/>
                  </a:lnTo>
                  <a:lnTo>
                    <a:pt x="3925363" y="279090"/>
                  </a:lnTo>
                  <a:lnTo>
                    <a:pt x="3982205" y="246676"/>
                  </a:lnTo>
                  <a:lnTo>
                    <a:pt x="4042840" y="217273"/>
                  </a:lnTo>
                  <a:lnTo>
                    <a:pt x="4108022" y="190607"/>
                  </a:lnTo>
                  <a:lnTo>
                    <a:pt x="4178495" y="166397"/>
                  </a:lnTo>
                  <a:lnTo>
                    <a:pt x="4254941" y="144379"/>
                  </a:lnTo>
                  <a:lnTo>
                    <a:pt x="4337913" y="124319"/>
                  </a:lnTo>
                  <a:lnTo>
                    <a:pt x="4427754" y="106019"/>
                  </a:lnTo>
                  <a:lnTo>
                    <a:pt x="4524482" y="89330"/>
                  </a:lnTo>
                  <a:lnTo>
                    <a:pt x="4627660" y="74146"/>
                  </a:lnTo>
                  <a:lnTo>
                    <a:pt x="4736255" y="60406"/>
                  </a:lnTo>
                  <a:lnTo>
                    <a:pt x="4848519" y="48091"/>
                  </a:lnTo>
                  <a:lnTo>
                    <a:pt x="4961918" y="37213"/>
                  </a:lnTo>
                  <a:lnTo>
                    <a:pt x="5073188" y="27802"/>
                  </a:lnTo>
                  <a:lnTo>
                    <a:pt x="5178531" y="19885"/>
                  </a:lnTo>
                  <a:lnTo>
                    <a:pt x="5274007" y="13464"/>
                  </a:lnTo>
                  <a:lnTo>
                    <a:pt x="5356047" y="8496"/>
                  </a:lnTo>
                  <a:lnTo>
                    <a:pt x="5422026" y="4880"/>
                  </a:lnTo>
                  <a:lnTo>
                    <a:pt x="5470739" y="2453"/>
                  </a:lnTo>
                  <a:lnTo>
                    <a:pt x="5502675" y="1002"/>
                  </a:lnTo>
                  <a:lnTo>
                    <a:pt x="5520039" y="280"/>
                  </a:lnTo>
                  <a:lnTo>
                    <a:pt x="5526592" y="3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27" y="63"/>
                  </a:lnTo>
                  <a:lnTo>
                    <a:pt x="6530311" y="515"/>
                  </a:lnTo>
                  <a:lnTo>
                    <a:pt x="6547799" y="1762"/>
                  </a:lnTo>
                  <a:lnTo>
                    <a:pt x="6579392" y="4222"/>
                  </a:lnTo>
                  <a:lnTo>
                    <a:pt x="6627150" y="8292"/>
                  </a:lnTo>
                  <a:lnTo>
                    <a:pt x="6691536" y="14317"/>
                  </a:lnTo>
                  <a:lnTo>
                    <a:pt x="6771443" y="22562"/>
                  </a:lnTo>
                  <a:lnTo>
                    <a:pt x="6864435" y="33196"/>
                  </a:lnTo>
                  <a:lnTo>
                    <a:pt x="6967178" y="46292"/>
                  </a:lnTo>
                  <a:lnTo>
                    <a:pt x="7075956" y="61850"/>
                  </a:lnTo>
                  <a:lnTo>
                    <a:pt x="7187151" y="79829"/>
                  </a:lnTo>
                  <a:lnTo>
                    <a:pt x="7297606" y="100181"/>
                  </a:lnTo>
                  <a:lnTo>
                    <a:pt x="7404833" y="122879"/>
                  </a:lnTo>
                  <a:lnTo>
                    <a:pt x="7507067" y="147947"/>
                  </a:lnTo>
                  <a:lnTo>
                    <a:pt x="7603224" y="175470"/>
                  </a:lnTo>
                  <a:lnTo>
                    <a:pt x="7692796" y="205604"/>
                  </a:lnTo>
                  <a:lnTo>
                    <a:pt x="7775722" y="238577"/>
                  </a:lnTo>
                  <a:lnTo>
                    <a:pt x="7852263" y="274691"/>
                  </a:lnTo>
                  <a:lnTo>
                    <a:pt x="7922905" y="314309"/>
                  </a:lnTo>
                  <a:lnTo>
                    <a:pt x="7988263" y="357848"/>
                  </a:lnTo>
                  <a:lnTo>
                    <a:pt x="8049030" y="405759"/>
                  </a:lnTo>
                  <a:lnTo>
                    <a:pt x="8105919" y="458491"/>
                  </a:lnTo>
                  <a:lnTo>
                    <a:pt x="8159632" y="516444"/>
                  </a:lnTo>
                  <a:lnTo>
                    <a:pt x="8210822" y="579880"/>
                  </a:lnTo>
                  <a:lnTo>
                    <a:pt x="8229629" y="605293"/>
                  </a:lnTo>
                  <a:lnTo>
                    <a:pt x="8269812" y="663433"/>
                  </a:lnTo>
                  <a:lnTo>
                    <a:pt x="8309065" y="725381"/>
                  </a:lnTo>
                  <a:lnTo>
                    <a:pt x="8347615" y="791213"/>
                  </a:lnTo>
                  <a:lnTo>
                    <a:pt x="8385648" y="860959"/>
                  </a:lnTo>
                  <a:lnTo>
                    <a:pt x="8423317" y="934595"/>
                  </a:lnTo>
                  <a:lnTo>
                    <a:pt x="8460747" y="1012040"/>
                  </a:lnTo>
                  <a:lnTo>
                    <a:pt x="8498035" y="1093152"/>
                  </a:lnTo>
                  <a:lnTo>
                    <a:pt x="8535256" y="1177723"/>
                  </a:lnTo>
                  <a:lnTo>
                    <a:pt x="8572465" y="1265481"/>
                  </a:lnTo>
                  <a:lnTo>
                    <a:pt x="8609698" y="1356093"/>
                  </a:lnTo>
                  <a:lnTo>
                    <a:pt x="8646975" y="1449166"/>
                  </a:lnTo>
                  <a:lnTo>
                    <a:pt x="8684302" y="1544251"/>
                  </a:lnTo>
                  <a:lnTo>
                    <a:pt x="8721676" y="1640858"/>
                  </a:lnTo>
                  <a:lnTo>
                    <a:pt x="8759083" y="1738458"/>
                  </a:lnTo>
                  <a:lnTo>
                    <a:pt x="8796506" y="1836501"/>
                  </a:lnTo>
                  <a:lnTo>
                    <a:pt x="8833926" y="1934426"/>
                  </a:lnTo>
                  <a:lnTo>
                    <a:pt x="8871321" y="2031674"/>
                  </a:lnTo>
                  <a:lnTo>
                    <a:pt x="8908676" y="2127703"/>
                  </a:lnTo>
                  <a:lnTo>
                    <a:pt x="8945982" y="2222000"/>
                  </a:lnTo>
                  <a:lnTo>
                    <a:pt x="8983239" y="2314089"/>
                  </a:lnTo>
                  <a:lnTo>
                    <a:pt x="9020458" y="2403546"/>
                  </a:lnTo>
                  <a:lnTo>
                    <a:pt x="9057667" y="2490002"/>
                  </a:lnTo>
                  <a:lnTo>
                    <a:pt x="9094909" y="2573147"/>
                  </a:lnTo>
                  <a:lnTo>
                    <a:pt x="9132246" y="2652739"/>
                  </a:lnTo>
                  <a:lnTo>
                    <a:pt x="9169763" y="2728596"/>
                  </a:lnTo>
                  <a:lnTo>
                    <a:pt x="9207569" y="2800603"/>
                  </a:lnTo>
                  <a:lnTo>
                    <a:pt x="9245798" y="2868703"/>
                  </a:lnTo>
                  <a:lnTo>
                    <a:pt x="9284619" y="2932895"/>
                  </a:lnTo>
                  <a:lnTo>
                    <a:pt x="9324233" y="2993230"/>
                  </a:lnTo>
                  <a:lnTo>
                    <a:pt x="9347647" y="3026466"/>
                  </a:lnTo>
                  <a:lnTo>
                    <a:pt x="9398037" y="3091994"/>
                  </a:lnTo>
                  <a:lnTo>
                    <a:pt x="9450723" y="3151999"/>
                  </a:lnTo>
                  <a:lnTo>
                    <a:pt x="9506332" y="3206663"/>
                  </a:lnTo>
                  <a:lnTo>
                    <a:pt x="9565549" y="3256344"/>
                  </a:lnTo>
                  <a:lnTo>
                    <a:pt x="9629089" y="3301482"/>
                  </a:lnTo>
                  <a:lnTo>
                    <a:pt x="9697656" y="3342530"/>
                  </a:lnTo>
                  <a:lnTo>
                    <a:pt x="9771902" y="3379922"/>
                  </a:lnTo>
                  <a:lnTo>
                    <a:pt x="9852371" y="3414043"/>
                  </a:lnTo>
                  <a:lnTo>
                    <a:pt x="9939418" y="3445219"/>
                  </a:lnTo>
                  <a:lnTo>
                    <a:pt x="10033120" y="3473706"/>
                  </a:lnTo>
                  <a:lnTo>
                    <a:pt x="10133151" y="3499688"/>
                  </a:lnTo>
                  <a:lnTo>
                    <a:pt x="10238660" y="3523276"/>
                  </a:lnTo>
                  <a:lnTo>
                    <a:pt x="10348149" y="3544515"/>
                  </a:lnTo>
                  <a:lnTo>
                    <a:pt x="10459402" y="3563396"/>
                  </a:lnTo>
                  <a:lnTo>
                    <a:pt x="10569500" y="3579875"/>
                  </a:lnTo>
                  <a:lnTo>
                    <a:pt x="10674965" y="3593904"/>
                  </a:lnTo>
                  <a:lnTo>
                    <a:pt x="10772066" y="3605464"/>
                  </a:lnTo>
                  <a:lnTo>
                    <a:pt x="10857263" y="3614598"/>
                  </a:lnTo>
                  <a:lnTo>
                    <a:pt x="10927723" y="3621436"/>
                  </a:lnTo>
                  <a:lnTo>
                    <a:pt x="10981798" y="3626208"/>
                  </a:lnTo>
                  <a:lnTo>
                    <a:pt x="11019342" y="3629231"/>
                  </a:lnTo>
                  <a:lnTo>
                    <a:pt x="11041822" y="3630888"/>
                  </a:lnTo>
                  <a:lnTo>
                    <a:pt x="11052218" y="3631592"/>
                  </a:lnTo>
                  <a:lnTo>
                    <a:pt x="11054833" y="3631756"/>
                  </a:lnTo>
                  <a:lnTo>
                    <a:pt x="11054891" y="3631759"/>
                  </a:lnTo>
                  <a:lnTo>
                    <a:pt x="12049831" y="3631759"/>
                  </a:lnTo>
                  <a:lnTo>
                    <a:pt x="12049831" y="36317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1" name="pl970"/>
            <p:cNvSpPr/>
            <p:nvPr/>
          </p:nvSpPr>
          <p:spPr>
            <a:xfrm>
              <a:off x="1199187" y="1823576"/>
              <a:ext cx="12049831" cy="3631759"/>
            </a:xfrm>
            <a:custGeom>
              <a:avLst/>
              <a:pathLst>
                <a:path w="12049831" h="3631759">
                  <a:moveTo>
                    <a:pt x="12049831" y="3631759"/>
                  </a:moveTo>
                  <a:lnTo>
                    <a:pt x="11054891" y="3631759"/>
                  </a:lnTo>
                  <a:lnTo>
                    <a:pt x="11053850" y="3631695"/>
                  </a:lnTo>
                  <a:lnTo>
                    <a:pt x="11046965" y="3631244"/>
                  </a:lnTo>
                  <a:lnTo>
                    <a:pt x="11029478" y="3629996"/>
                  </a:lnTo>
                  <a:lnTo>
                    <a:pt x="10997884" y="3627536"/>
                  </a:lnTo>
                  <a:lnTo>
                    <a:pt x="10950127" y="3623467"/>
                  </a:lnTo>
                  <a:lnTo>
                    <a:pt x="10885741" y="3617442"/>
                  </a:lnTo>
                  <a:lnTo>
                    <a:pt x="10805834" y="3609196"/>
                  </a:lnTo>
                  <a:lnTo>
                    <a:pt x="10712842" y="3598562"/>
                  </a:lnTo>
                  <a:lnTo>
                    <a:pt x="10610099" y="3585467"/>
                  </a:lnTo>
                  <a:lnTo>
                    <a:pt x="10501321" y="3569908"/>
                  </a:lnTo>
                  <a:lnTo>
                    <a:pt x="10390126" y="3551929"/>
                  </a:lnTo>
                  <a:lnTo>
                    <a:pt x="10279670" y="3531578"/>
                  </a:lnTo>
                  <a:lnTo>
                    <a:pt x="10172444" y="3508879"/>
                  </a:lnTo>
                  <a:lnTo>
                    <a:pt x="10070210" y="3483811"/>
                  </a:lnTo>
                  <a:lnTo>
                    <a:pt x="9974052" y="3456288"/>
                  </a:lnTo>
                  <a:lnTo>
                    <a:pt x="9884480" y="3426155"/>
                  </a:lnTo>
                  <a:lnTo>
                    <a:pt x="9801555" y="3393181"/>
                  </a:lnTo>
                  <a:lnTo>
                    <a:pt x="9725013" y="3357068"/>
                  </a:lnTo>
                  <a:lnTo>
                    <a:pt x="9654372" y="3317450"/>
                  </a:lnTo>
                  <a:lnTo>
                    <a:pt x="9589013" y="3273911"/>
                  </a:lnTo>
                  <a:lnTo>
                    <a:pt x="9528247" y="3226000"/>
                  </a:lnTo>
                  <a:lnTo>
                    <a:pt x="9471357" y="3173267"/>
                  </a:lnTo>
                  <a:lnTo>
                    <a:pt x="9417644" y="3115314"/>
                  </a:lnTo>
                  <a:lnTo>
                    <a:pt x="9366455" y="3051878"/>
                  </a:lnTo>
                  <a:lnTo>
                    <a:pt x="9347647" y="3026466"/>
                  </a:lnTo>
                  <a:lnTo>
                    <a:pt x="9307465" y="2968325"/>
                  </a:lnTo>
                  <a:lnTo>
                    <a:pt x="9268211" y="2906378"/>
                  </a:lnTo>
                  <a:lnTo>
                    <a:pt x="9229662" y="2840546"/>
                  </a:lnTo>
                  <a:lnTo>
                    <a:pt x="9191629" y="2770800"/>
                  </a:lnTo>
                  <a:lnTo>
                    <a:pt x="9153960" y="2697163"/>
                  </a:lnTo>
                  <a:lnTo>
                    <a:pt x="9116530" y="2619718"/>
                  </a:lnTo>
                  <a:lnTo>
                    <a:pt x="9079242" y="2538606"/>
                  </a:lnTo>
                  <a:lnTo>
                    <a:pt x="9042020" y="2454036"/>
                  </a:lnTo>
                  <a:lnTo>
                    <a:pt x="9004811" y="2366277"/>
                  </a:lnTo>
                  <a:lnTo>
                    <a:pt x="8967579" y="2275665"/>
                  </a:lnTo>
                  <a:lnTo>
                    <a:pt x="8930302" y="2182593"/>
                  </a:lnTo>
                  <a:lnTo>
                    <a:pt x="8892974" y="2087507"/>
                  </a:lnTo>
                  <a:lnTo>
                    <a:pt x="8855601" y="1990901"/>
                  </a:lnTo>
                  <a:lnTo>
                    <a:pt x="8818193" y="1893301"/>
                  </a:lnTo>
                  <a:lnTo>
                    <a:pt x="8780770" y="1795258"/>
                  </a:lnTo>
                  <a:lnTo>
                    <a:pt x="8743351" y="1697333"/>
                  </a:lnTo>
                  <a:lnTo>
                    <a:pt x="8705956" y="1600084"/>
                  </a:lnTo>
                  <a:lnTo>
                    <a:pt x="8668601" y="1504055"/>
                  </a:lnTo>
                  <a:lnTo>
                    <a:pt x="8631295" y="1409758"/>
                  </a:lnTo>
                  <a:lnTo>
                    <a:pt x="8594038" y="1317669"/>
                  </a:lnTo>
                  <a:lnTo>
                    <a:pt x="8556818" y="1228212"/>
                  </a:lnTo>
                  <a:lnTo>
                    <a:pt x="8519609" y="1141757"/>
                  </a:lnTo>
                  <a:lnTo>
                    <a:pt x="8482368" y="1058611"/>
                  </a:lnTo>
                  <a:lnTo>
                    <a:pt x="8445030" y="979020"/>
                  </a:lnTo>
                  <a:lnTo>
                    <a:pt x="8407513" y="903162"/>
                  </a:lnTo>
                  <a:lnTo>
                    <a:pt x="8369708" y="831155"/>
                  </a:lnTo>
                  <a:lnTo>
                    <a:pt x="8331478" y="763055"/>
                  </a:lnTo>
                  <a:lnTo>
                    <a:pt x="8292658" y="698863"/>
                  </a:lnTo>
                  <a:lnTo>
                    <a:pt x="8253044" y="638529"/>
                  </a:lnTo>
                  <a:lnTo>
                    <a:pt x="8229629" y="605293"/>
                  </a:lnTo>
                  <a:lnTo>
                    <a:pt x="8179240" y="539764"/>
                  </a:lnTo>
                  <a:lnTo>
                    <a:pt x="8126553" y="479759"/>
                  </a:lnTo>
                  <a:lnTo>
                    <a:pt x="8070945" y="425096"/>
                  </a:lnTo>
                  <a:lnTo>
                    <a:pt x="8011727" y="375414"/>
                  </a:lnTo>
                  <a:lnTo>
                    <a:pt x="7948187" y="330277"/>
                  </a:lnTo>
                  <a:lnTo>
                    <a:pt x="7879620" y="289228"/>
                  </a:lnTo>
                  <a:lnTo>
                    <a:pt x="7805374" y="251837"/>
                  </a:lnTo>
                  <a:lnTo>
                    <a:pt x="7724906" y="217716"/>
                  </a:lnTo>
                  <a:lnTo>
                    <a:pt x="7637859" y="186540"/>
                  </a:lnTo>
                  <a:lnTo>
                    <a:pt x="7544157" y="158053"/>
                  </a:lnTo>
                  <a:lnTo>
                    <a:pt x="7444125" y="132071"/>
                  </a:lnTo>
                  <a:lnTo>
                    <a:pt x="7338617" y="108483"/>
                  </a:lnTo>
                  <a:lnTo>
                    <a:pt x="7229128" y="87243"/>
                  </a:lnTo>
                  <a:lnTo>
                    <a:pt x="7117874" y="68363"/>
                  </a:lnTo>
                  <a:lnTo>
                    <a:pt x="7007777" y="51883"/>
                  </a:lnTo>
                  <a:lnTo>
                    <a:pt x="6902312" y="37854"/>
                  </a:lnTo>
                  <a:lnTo>
                    <a:pt x="6805211" y="26294"/>
                  </a:lnTo>
                  <a:lnTo>
                    <a:pt x="6720014" y="17161"/>
                  </a:lnTo>
                  <a:lnTo>
                    <a:pt x="6649553" y="10322"/>
                  </a:lnTo>
                  <a:lnTo>
                    <a:pt x="6595478" y="5551"/>
                  </a:lnTo>
                  <a:lnTo>
                    <a:pt x="6557934" y="2527"/>
                  </a:lnTo>
                  <a:lnTo>
                    <a:pt x="6535455" y="870"/>
                  </a:lnTo>
                  <a:lnTo>
                    <a:pt x="6525059" y="166"/>
                  </a:lnTo>
                  <a:lnTo>
                    <a:pt x="6522444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3" y="39"/>
                  </a:lnTo>
                  <a:lnTo>
                    <a:pt x="5519068" y="318"/>
                  </a:lnTo>
                  <a:lnTo>
                    <a:pt x="5500616" y="1091"/>
                  </a:lnTo>
                  <a:lnTo>
                    <a:pt x="5467347" y="2614"/>
                  </a:lnTo>
                  <a:lnTo>
                    <a:pt x="5417193" y="5132"/>
                  </a:lnTo>
                  <a:lnTo>
                    <a:pt x="5349811" y="8855"/>
                  </a:lnTo>
                  <a:lnTo>
                    <a:pt x="5266538" y="13941"/>
                  </a:lnTo>
                  <a:lnTo>
                    <a:pt x="5170097" y="20486"/>
                  </a:lnTo>
                  <a:lnTo>
                    <a:pt x="5064109" y="28528"/>
                  </a:lnTo>
                  <a:lnTo>
                    <a:pt x="4952523" y="38062"/>
                  </a:lnTo>
                  <a:lnTo>
                    <a:pt x="4839103" y="49060"/>
                  </a:lnTo>
                  <a:lnTo>
                    <a:pt x="4727059" y="61494"/>
                  </a:lnTo>
                  <a:lnTo>
                    <a:pt x="4618857" y="75352"/>
                  </a:lnTo>
                  <a:lnTo>
                    <a:pt x="4516185" y="90659"/>
                  </a:lnTo>
                  <a:lnTo>
                    <a:pt x="4420021" y="107477"/>
                  </a:lnTo>
                  <a:lnTo>
                    <a:pt x="4330757" y="125917"/>
                  </a:lnTo>
                  <a:lnTo>
                    <a:pt x="4248344" y="146132"/>
                  </a:lnTo>
                  <a:lnTo>
                    <a:pt x="4172418" y="168323"/>
                  </a:lnTo>
                  <a:lnTo>
                    <a:pt x="4102412" y="192726"/>
                  </a:lnTo>
                  <a:lnTo>
                    <a:pt x="4037636" y="219609"/>
                  </a:lnTo>
                  <a:lnTo>
                    <a:pt x="3977346" y="249253"/>
                  </a:lnTo>
                  <a:lnTo>
                    <a:pt x="3920785" y="281928"/>
                  </a:lnTo>
                  <a:lnTo>
                    <a:pt x="3867228" y="317854"/>
                  </a:lnTo>
                  <a:lnTo>
                    <a:pt x="3820202" y="353742"/>
                  </a:lnTo>
                  <a:lnTo>
                    <a:pt x="3771467" y="395352"/>
                  </a:lnTo>
                  <a:lnTo>
                    <a:pt x="3724032" y="440269"/>
                  </a:lnTo>
                  <a:lnTo>
                    <a:pt x="3677514" y="488557"/>
                  </a:lnTo>
                  <a:lnTo>
                    <a:pt x="3631610" y="540218"/>
                  </a:lnTo>
                  <a:lnTo>
                    <a:pt x="3586085" y="595182"/>
                  </a:lnTo>
                  <a:lnTo>
                    <a:pt x="3540760" y="653300"/>
                  </a:lnTo>
                  <a:lnTo>
                    <a:pt x="3495507" y="714341"/>
                  </a:lnTo>
                  <a:lnTo>
                    <a:pt x="3450244" y="777994"/>
                  </a:lnTo>
                  <a:lnTo>
                    <a:pt x="3404922" y="843868"/>
                  </a:lnTo>
                  <a:lnTo>
                    <a:pt x="3359527" y="911503"/>
                  </a:lnTo>
                  <a:lnTo>
                    <a:pt x="3314066" y="980380"/>
                  </a:lnTo>
                  <a:lnTo>
                    <a:pt x="3268564" y="1049937"/>
                  </a:lnTo>
                  <a:lnTo>
                    <a:pt x="3223056" y="1119591"/>
                  </a:lnTo>
                  <a:lnTo>
                    <a:pt x="3177578" y="1188751"/>
                  </a:lnTo>
                  <a:lnTo>
                    <a:pt x="3132159" y="1256847"/>
                  </a:lnTo>
                  <a:lnTo>
                    <a:pt x="3086814" y="1323346"/>
                  </a:lnTo>
                  <a:lnTo>
                    <a:pt x="3041536" y="1387764"/>
                  </a:lnTo>
                  <a:lnTo>
                    <a:pt x="2996287" y="1449690"/>
                  </a:lnTo>
                  <a:lnTo>
                    <a:pt x="2950997" y="1508783"/>
                  </a:lnTo>
                  <a:lnTo>
                    <a:pt x="2905554" y="1564789"/>
                  </a:lnTo>
                  <a:lnTo>
                    <a:pt x="2859795" y="1617531"/>
                  </a:lnTo>
                  <a:lnTo>
                    <a:pt x="2813505" y="1666916"/>
                  </a:lnTo>
                  <a:lnTo>
                    <a:pt x="2766405" y="1712920"/>
                  </a:lnTo>
                  <a:lnTo>
                    <a:pt x="2718140" y="1755590"/>
                  </a:lnTo>
                  <a:lnTo>
                    <a:pt x="2702183" y="1768714"/>
                  </a:lnTo>
                  <a:lnTo>
                    <a:pt x="2650802" y="1807716"/>
                  </a:lnTo>
                  <a:lnTo>
                    <a:pt x="2597022" y="1843366"/>
                  </a:lnTo>
                  <a:lnTo>
                    <a:pt x="2540180" y="1875780"/>
                  </a:lnTo>
                  <a:lnTo>
                    <a:pt x="2479545" y="1905183"/>
                  </a:lnTo>
                  <a:lnTo>
                    <a:pt x="2414363" y="1931849"/>
                  </a:lnTo>
                  <a:lnTo>
                    <a:pt x="2343890" y="1956058"/>
                  </a:lnTo>
                  <a:lnTo>
                    <a:pt x="2267444" y="1978076"/>
                  </a:lnTo>
                  <a:lnTo>
                    <a:pt x="2184472" y="1998137"/>
                  </a:lnTo>
                  <a:lnTo>
                    <a:pt x="2094631" y="2016437"/>
                  </a:lnTo>
                  <a:lnTo>
                    <a:pt x="1997903" y="2033126"/>
                  </a:lnTo>
                  <a:lnTo>
                    <a:pt x="1894725" y="2048310"/>
                  </a:lnTo>
                  <a:lnTo>
                    <a:pt x="1786130" y="2062050"/>
                  </a:lnTo>
                  <a:lnTo>
                    <a:pt x="1673866" y="2074365"/>
                  </a:lnTo>
                  <a:lnTo>
                    <a:pt x="1560467" y="2085242"/>
                  </a:lnTo>
                  <a:lnTo>
                    <a:pt x="1449197" y="2094653"/>
                  </a:lnTo>
                  <a:lnTo>
                    <a:pt x="1343854" y="2102571"/>
                  </a:lnTo>
                  <a:lnTo>
                    <a:pt x="1248378" y="2108992"/>
                  </a:lnTo>
                  <a:lnTo>
                    <a:pt x="1166338" y="2113960"/>
                  </a:lnTo>
                  <a:lnTo>
                    <a:pt x="1100359" y="2117576"/>
                  </a:lnTo>
                  <a:lnTo>
                    <a:pt x="1051646" y="2120003"/>
                  </a:lnTo>
                  <a:lnTo>
                    <a:pt x="1019710" y="2121454"/>
                  </a:lnTo>
                  <a:lnTo>
                    <a:pt x="1002346" y="2122176"/>
                  </a:lnTo>
                  <a:lnTo>
                    <a:pt x="995793" y="2122426"/>
                  </a:lnTo>
                  <a:lnTo>
                    <a:pt x="994940" y="2122456"/>
                  </a:lnTo>
                  <a:lnTo>
                    <a:pt x="0" y="2122456"/>
                  </a:lnTo>
                  <a:lnTo>
                    <a:pt x="0" y="21224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2" name="pg971"/>
            <p:cNvSpPr/>
            <p:nvPr/>
          </p:nvSpPr>
          <p:spPr>
            <a:xfrm>
              <a:off x="1199187" y="1860260"/>
              <a:ext cx="12049831" cy="3946197"/>
            </a:xfrm>
            <a:custGeom>
              <a:avLst/>
              <a:pathLst>
                <a:path w="12049831" h="3946197">
                  <a:moveTo>
                    <a:pt x="0" y="2101494"/>
                  </a:moveTo>
                  <a:lnTo>
                    <a:pt x="994940" y="2101494"/>
                  </a:lnTo>
                  <a:lnTo>
                    <a:pt x="996042" y="2101455"/>
                  </a:lnTo>
                  <a:lnTo>
                    <a:pt x="1003324" y="2101179"/>
                  </a:lnTo>
                  <a:lnTo>
                    <a:pt x="1021792" y="2100417"/>
                  </a:lnTo>
                  <a:lnTo>
                    <a:pt x="1055088" y="2098915"/>
                  </a:lnTo>
                  <a:lnTo>
                    <a:pt x="1105281" y="2096432"/>
                  </a:lnTo>
                  <a:lnTo>
                    <a:pt x="1172712" y="2092761"/>
                  </a:lnTo>
                  <a:lnTo>
                    <a:pt x="1256039" y="2087746"/>
                  </a:lnTo>
                  <a:lnTo>
                    <a:pt x="1352535" y="2081293"/>
                  </a:lnTo>
                  <a:lnTo>
                    <a:pt x="1458574" y="2073364"/>
                  </a:lnTo>
                  <a:lnTo>
                    <a:pt x="1570204" y="2063964"/>
                  </a:lnTo>
                  <a:lnTo>
                    <a:pt x="1683659" y="2053121"/>
                  </a:lnTo>
                  <a:lnTo>
                    <a:pt x="1795728" y="2040864"/>
                  </a:lnTo>
                  <a:lnTo>
                    <a:pt x="1903944" y="2027201"/>
                  </a:lnTo>
                  <a:lnTo>
                    <a:pt x="2006622" y="2012110"/>
                  </a:lnTo>
                  <a:lnTo>
                    <a:pt x="2102786" y="1995529"/>
                  </a:lnTo>
                  <a:lnTo>
                    <a:pt x="2192044" y="1977350"/>
                  </a:lnTo>
                  <a:lnTo>
                    <a:pt x="2274448" y="1957419"/>
                  </a:lnTo>
                  <a:lnTo>
                    <a:pt x="2350364" y="1935539"/>
                  </a:lnTo>
                  <a:lnTo>
                    <a:pt x="2420361" y="1911477"/>
                  </a:lnTo>
                  <a:lnTo>
                    <a:pt x="2485127" y="1884969"/>
                  </a:lnTo>
                  <a:lnTo>
                    <a:pt x="2545410" y="1855738"/>
                  </a:lnTo>
                  <a:lnTo>
                    <a:pt x="2601966" y="1823517"/>
                  </a:lnTo>
                  <a:lnTo>
                    <a:pt x="2655521" y="1788090"/>
                  </a:lnTo>
                  <a:lnTo>
                    <a:pt x="2702183" y="1752992"/>
                  </a:lnTo>
                  <a:lnTo>
                    <a:pt x="2751138" y="1711803"/>
                  </a:lnTo>
                  <a:lnTo>
                    <a:pt x="2798782" y="1667326"/>
                  </a:lnTo>
                  <a:lnTo>
                    <a:pt x="2845505" y="1619497"/>
                  </a:lnTo>
                  <a:lnTo>
                    <a:pt x="2891611" y="1568315"/>
                  </a:lnTo>
                  <a:lnTo>
                    <a:pt x="2937340" y="1513852"/>
                  </a:lnTo>
                  <a:lnTo>
                    <a:pt x="2982869" y="1456257"/>
                  </a:lnTo>
                  <a:lnTo>
                    <a:pt x="3028328" y="1395763"/>
                  </a:lnTo>
                  <a:lnTo>
                    <a:pt x="3073800" y="1332684"/>
                  </a:lnTo>
                  <a:lnTo>
                    <a:pt x="3119332" y="1267412"/>
                  </a:lnTo>
                  <a:lnTo>
                    <a:pt x="3164938" y="1200410"/>
                  </a:lnTo>
                  <a:lnTo>
                    <a:pt x="3210610" y="1132197"/>
                  </a:lnTo>
                  <a:lnTo>
                    <a:pt x="3256322" y="1063337"/>
                  </a:lnTo>
                  <a:lnTo>
                    <a:pt x="3302037" y="994415"/>
                  </a:lnTo>
                  <a:lnTo>
                    <a:pt x="3347720" y="926016"/>
                  </a:lnTo>
                  <a:lnTo>
                    <a:pt x="3393342" y="858710"/>
                  </a:lnTo>
                  <a:lnTo>
                    <a:pt x="3438890" y="793029"/>
                  </a:lnTo>
                  <a:lnTo>
                    <a:pt x="3484372" y="729447"/>
                  </a:lnTo>
                  <a:lnTo>
                    <a:pt x="3529828" y="668373"/>
                  </a:lnTo>
                  <a:lnTo>
                    <a:pt x="3575333" y="610139"/>
                  </a:lnTo>
                  <a:lnTo>
                    <a:pt x="3621006" y="554993"/>
                  </a:lnTo>
                  <a:lnTo>
                    <a:pt x="3667014" y="503103"/>
                  </a:lnTo>
                  <a:lnTo>
                    <a:pt x="3713582" y="454557"/>
                  </a:lnTo>
                  <a:lnTo>
                    <a:pt x="3761000" y="409370"/>
                  </a:lnTo>
                  <a:lnTo>
                    <a:pt x="3809638" y="367489"/>
                  </a:lnTo>
                  <a:lnTo>
                    <a:pt x="3820202" y="358983"/>
                  </a:lnTo>
                  <a:lnTo>
                    <a:pt x="3871599" y="320547"/>
                  </a:lnTo>
                  <a:lnTo>
                    <a:pt x="3925396" y="285417"/>
                  </a:lnTo>
                  <a:lnTo>
                    <a:pt x="3982258" y="253475"/>
                  </a:lnTo>
                  <a:lnTo>
                    <a:pt x="4042916" y="224502"/>
                  </a:lnTo>
                  <a:lnTo>
                    <a:pt x="4108124" y="198226"/>
                  </a:lnTo>
                  <a:lnTo>
                    <a:pt x="4178629" y="174372"/>
                  </a:lnTo>
                  <a:lnTo>
                    <a:pt x="4255110" y="152678"/>
                  </a:lnTo>
                  <a:lnTo>
                    <a:pt x="4338123" y="132912"/>
                  </a:lnTo>
                  <a:lnTo>
                    <a:pt x="4428009" y="114883"/>
                  </a:lnTo>
                  <a:lnTo>
                    <a:pt x="4524785" y="98440"/>
                  </a:lnTo>
                  <a:lnTo>
                    <a:pt x="4628013" y="83481"/>
                  </a:lnTo>
                  <a:lnTo>
                    <a:pt x="4736658" y="69945"/>
                  </a:lnTo>
                  <a:lnTo>
                    <a:pt x="4848965" y="57815"/>
                  </a:lnTo>
                  <a:lnTo>
                    <a:pt x="4962397" y="47101"/>
                  </a:lnTo>
                  <a:lnTo>
                    <a:pt x="5073683" y="37833"/>
                  </a:lnTo>
                  <a:lnTo>
                    <a:pt x="5179021" y="30038"/>
                  </a:lnTo>
                  <a:lnTo>
                    <a:pt x="5274467" y="23717"/>
                  </a:lnTo>
                  <a:lnTo>
                    <a:pt x="5356452" y="18828"/>
                  </a:lnTo>
                  <a:lnTo>
                    <a:pt x="5422356" y="15272"/>
                  </a:lnTo>
                  <a:lnTo>
                    <a:pt x="5470982" y="12887"/>
                  </a:lnTo>
                  <a:lnTo>
                    <a:pt x="5502828" y="11462"/>
                  </a:lnTo>
                  <a:lnTo>
                    <a:pt x="5520113" y="10754"/>
                  </a:lnTo>
                  <a:lnTo>
                    <a:pt x="5526611" y="10510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412" y="10549"/>
                  </a:lnTo>
                  <a:lnTo>
                    <a:pt x="6530201" y="11031"/>
                  </a:lnTo>
                  <a:lnTo>
                    <a:pt x="6547453" y="12363"/>
                  </a:lnTo>
                  <a:lnTo>
                    <a:pt x="6578636" y="14990"/>
                  </a:lnTo>
                  <a:lnTo>
                    <a:pt x="6625805" y="19337"/>
                  </a:lnTo>
                  <a:lnTo>
                    <a:pt x="6689451" y="25775"/>
                  </a:lnTo>
                  <a:lnTo>
                    <a:pt x="6768523" y="34590"/>
                  </a:lnTo>
                  <a:lnTo>
                    <a:pt x="6860653" y="45963"/>
                  </a:lnTo>
                  <a:lnTo>
                    <a:pt x="6962578" y="59978"/>
                  </a:lnTo>
                  <a:lnTo>
                    <a:pt x="7070641" y="76636"/>
                  </a:lnTo>
                  <a:lnTo>
                    <a:pt x="7181261" y="95896"/>
                  </a:lnTo>
                  <a:lnTo>
                    <a:pt x="7291298" y="117705"/>
                  </a:lnTo>
                  <a:lnTo>
                    <a:pt x="7398260" y="142032"/>
                  </a:lnTo>
                  <a:lnTo>
                    <a:pt x="7500365" y="168900"/>
                  </a:lnTo>
                  <a:lnTo>
                    <a:pt x="7596504" y="198393"/>
                  </a:lnTo>
                  <a:lnTo>
                    <a:pt x="7686141" y="230674"/>
                  </a:lnTo>
                  <a:lnTo>
                    <a:pt x="7769186" y="265981"/>
                  </a:lnTo>
                  <a:lnTo>
                    <a:pt x="7845878" y="304630"/>
                  </a:lnTo>
                  <a:lnTo>
                    <a:pt x="7916678" y="347003"/>
                  </a:lnTo>
                  <a:lnTo>
                    <a:pt x="7982187" y="393542"/>
                  </a:lnTo>
                  <a:lnTo>
                    <a:pt x="8043080" y="444726"/>
                  </a:lnTo>
                  <a:lnTo>
                    <a:pt x="8100061" y="501038"/>
                  </a:lnTo>
                  <a:lnTo>
                    <a:pt x="8153825" y="562912"/>
                  </a:lnTo>
                  <a:lnTo>
                    <a:pt x="8205022" y="630651"/>
                  </a:lnTo>
                  <a:lnTo>
                    <a:pt x="8229629" y="666433"/>
                  </a:lnTo>
                  <a:lnTo>
                    <a:pt x="8268501" y="727294"/>
                  </a:lnTo>
                  <a:lnTo>
                    <a:pt x="8306497" y="792010"/>
                  </a:lnTo>
                  <a:lnTo>
                    <a:pt x="8343822" y="860658"/>
                  </a:lnTo>
                  <a:lnTo>
                    <a:pt x="8380648" y="933271"/>
                  </a:lnTo>
                  <a:lnTo>
                    <a:pt x="8417117" y="1009834"/>
                  </a:lnTo>
                  <a:lnTo>
                    <a:pt x="8453345" y="1090275"/>
                  </a:lnTo>
                  <a:lnTo>
                    <a:pt x="8489424" y="1174465"/>
                  </a:lnTo>
                  <a:lnTo>
                    <a:pt x="8525427" y="1262214"/>
                  </a:lnTo>
                  <a:lnTo>
                    <a:pt x="8561406" y="1353273"/>
                  </a:lnTo>
                  <a:lnTo>
                    <a:pt x="8597400" y="1447331"/>
                  </a:lnTo>
                  <a:lnTo>
                    <a:pt x="8633430" y="1544021"/>
                  </a:lnTo>
                  <a:lnTo>
                    <a:pt x="8669506" y="1642921"/>
                  </a:lnTo>
                  <a:lnTo>
                    <a:pt x="8705628" y="1743564"/>
                  </a:lnTo>
                  <a:lnTo>
                    <a:pt x="8741788" y="1845448"/>
                  </a:lnTo>
                  <a:lnTo>
                    <a:pt x="8777970" y="1948041"/>
                  </a:lnTo>
                  <a:lnTo>
                    <a:pt x="8814159" y="2050796"/>
                  </a:lnTo>
                  <a:lnTo>
                    <a:pt x="8850334" y="2153163"/>
                  </a:lnTo>
                  <a:lnTo>
                    <a:pt x="8886480" y="2254601"/>
                  </a:lnTo>
                  <a:lnTo>
                    <a:pt x="8922584" y="2354588"/>
                  </a:lnTo>
                  <a:lnTo>
                    <a:pt x="8958640" y="2452635"/>
                  </a:lnTo>
                  <a:lnTo>
                    <a:pt x="8994653" y="2548292"/>
                  </a:lnTo>
                  <a:lnTo>
                    <a:pt x="9030637" y="2641161"/>
                  </a:lnTo>
                  <a:lnTo>
                    <a:pt x="9066621" y="2730896"/>
                  </a:lnTo>
                  <a:lnTo>
                    <a:pt x="9102648" y="2817211"/>
                  </a:lnTo>
                  <a:lnTo>
                    <a:pt x="9138778" y="2899881"/>
                  </a:lnTo>
                  <a:lnTo>
                    <a:pt x="9175092" y="2978743"/>
                  </a:lnTo>
                  <a:lnTo>
                    <a:pt x="9211693" y="3053690"/>
                  </a:lnTo>
                  <a:lnTo>
                    <a:pt x="9248705" y="3124675"/>
                  </a:lnTo>
                  <a:lnTo>
                    <a:pt x="9286283" y="3191702"/>
                  </a:lnTo>
                  <a:lnTo>
                    <a:pt x="9324611" y="3254824"/>
                  </a:lnTo>
                  <a:lnTo>
                    <a:pt x="9347647" y="3290244"/>
                  </a:lnTo>
                  <a:lnTo>
                    <a:pt x="9397789" y="3360930"/>
                  </a:lnTo>
                  <a:lnTo>
                    <a:pt x="9450203" y="3425687"/>
                  </a:lnTo>
                  <a:lnTo>
                    <a:pt x="9505505" y="3484707"/>
                  </a:lnTo>
                  <a:lnTo>
                    <a:pt x="9564371" y="3538375"/>
                  </a:lnTo>
                  <a:lnTo>
                    <a:pt x="9627505" y="3587155"/>
                  </a:lnTo>
                  <a:lnTo>
                    <a:pt x="9695601" y="3631535"/>
                  </a:lnTo>
                  <a:lnTo>
                    <a:pt x="9769304" y="3671978"/>
                  </a:lnTo>
                  <a:lnTo>
                    <a:pt x="9849154" y="3708898"/>
                  </a:lnTo>
                  <a:lnTo>
                    <a:pt x="9935511" y="3742644"/>
                  </a:lnTo>
                  <a:lnTo>
                    <a:pt x="10028463" y="3773494"/>
                  </a:lnTo>
                  <a:lnTo>
                    <a:pt x="10127711" y="3801648"/>
                  </a:lnTo>
                  <a:lnTo>
                    <a:pt x="10232444" y="3827228"/>
                  </a:lnTo>
                  <a:lnTo>
                    <a:pt x="10341224" y="3850287"/>
                  </a:lnTo>
                  <a:lnTo>
                    <a:pt x="10451911" y="3870816"/>
                  </a:lnTo>
                  <a:lnTo>
                    <a:pt x="10561668" y="3888771"/>
                  </a:lnTo>
                  <a:lnTo>
                    <a:pt x="10667098" y="3904099"/>
                  </a:lnTo>
                  <a:lnTo>
                    <a:pt x="10764528" y="3916777"/>
                  </a:lnTo>
                  <a:lnTo>
                    <a:pt x="10850435" y="3926844"/>
                  </a:lnTo>
                  <a:lnTo>
                    <a:pt x="10921950" y="3934430"/>
                  </a:lnTo>
                  <a:lnTo>
                    <a:pt x="10977325" y="3939772"/>
                  </a:lnTo>
                  <a:lnTo>
                    <a:pt x="11016271" y="3943201"/>
                  </a:lnTo>
                  <a:lnTo>
                    <a:pt x="11040078" y="3945120"/>
                  </a:lnTo>
                  <a:lnTo>
                    <a:pt x="11051539" y="3945969"/>
                  </a:lnTo>
                  <a:lnTo>
                    <a:pt x="11054763" y="3946189"/>
                  </a:lnTo>
                  <a:lnTo>
                    <a:pt x="11054891" y="3946197"/>
                  </a:lnTo>
                  <a:lnTo>
                    <a:pt x="12049831" y="3946197"/>
                  </a:lnTo>
                  <a:lnTo>
                    <a:pt x="12049831" y="3935716"/>
                  </a:lnTo>
                  <a:lnTo>
                    <a:pt x="11054891" y="3935716"/>
                  </a:lnTo>
                  <a:lnTo>
                    <a:pt x="11053864" y="3935648"/>
                  </a:lnTo>
                  <a:lnTo>
                    <a:pt x="11047075" y="3935166"/>
                  </a:lnTo>
                  <a:lnTo>
                    <a:pt x="11029824" y="3933833"/>
                  </a:lnTo>
                  <a:lnTo>
                    <a:pt x="10998641" y="3931206"/>
                  </a:lnTo>
                  <a:lnTo>
                    <a:pt x="10951472" y="3926859"/>
                  </a:lnTo>
                  <a:lnTo>
                    <a:pt x="10887825" y="3920421"/>
                  </a:lnTo>
                  <a:lnTo>
                    <a:pt x="10808754" y="3911607"/>
                  </a:lnTo>
                  <a:lnTo>
                    <a:pt x="10716624" y="3900233"/>
                  </a:lnTo>
                  <a:lnTo>
                    <a:pt x="10614698" y="3886219"/>
                  </a:lnTo>
                  <a:lnTo>
                    <a:pt x="10506636" y="3869560"/>
                  </a:lnTo>
                  <a:lnTo>
                    <a:pt x="10396016" y="3850300"/>
                  </a:lnTo>
                  <a:lnTo>
                    <a:pt x="10285978" y="3828492"/>
                  </a:lnTo>
                  <a:lnTo>
                    <a:pt x="10179017" y="3804164"/>
                  </a:lnTo>
                  <a:lnTo>
                    <a:pt x="10076912" y="3777297"/>
                  </a:lnTo>
                  <a:lnTo>
                    <a:pt x="9980773" y="3747803"/>
                  </a:lnTo>
                  <a:lnTo>
                    <a:pt x="9891136" y="3715522"/>
                  </a:lnTo>
                  <a:lnTo>
                    <a:pt x="9808091" y="3680215"/>
                  </a:lnTo>
                  <a:lnTo>
                    <a:pt x="9731399" y="3641567"/>
                  </a:lnTo>
                  <a:lnTo>
                    <a:pt x="9660599" y="3599194"/>
                  </a:lnTo>
                  <a:lnTo>
                    <a:pt x="9595090" y="3552655"/>
                  </a:lnTo>
                  <a:lnTo>
                    <a:pt x="9534197" y="3501471"/>
                  </a:lnTo>
                  <a:lnTo>
                    <a:pt x="9477215" y="3445159"/>
                  </a:lnTo>
                  <a:lnTo>
                    <a:pt x="9423451" y="3383285"/>
                  </a:lnTo>
                  <a:lnTo>
                    <a:pt x="9372254" y="3315545"/>
                  </a:lnTo>
                  <a:lnTo>
                    <a:pt x="9347647" y="3279763"/>
                  </a:lnTo>
                  <a:lnTo>
                    <a:pt x="9308775" y="3218902"/>
                  </a:lnTo>
                  <a:lnTo>
                    <a:pt x="9270780" y="3154187"/>
                  </a:lnTo>
                  <a:lnTo>
                    <a:pt x="9233454" y="3085539"/>
                  </a:lnTo>
                  <a:lnTo>
                    <a:pt x="9196628" y="3012925"/>
                  </a:lnTo>
                  <a:lnTo>
                    <a:pt x="9160159" y="2936362"/>
                  </a:lnTo>
                  <a:lnTo>
                    <a:pt x="9123931" y="2855922"/>
                  </a:lnTo>
                  <a:lnTo>
                    <a:pt x="9087852" y="2771732"/>
                  </a:lnTo>
                  <a:lnTo>
                    <a:pt x="9051850" y="2683982"/>
                  </a:lnTo>
                  <a:lnTo>
                    <a:pt x="9015870" y="2592923"/>
                  </a:lnTo>
                  <a:lnTo>
                    <a:pt x="8979877" y="2498865"/>
                  </a:lnTo>
                  <a:lnTo>
                    <a:pt x="8943847" y="2402176"/>
                  </a:lnTo>
                  <a:lnTo>
                    <a:pt x="8907771" y="2303276"/>
                  </a:lnTo>
                  <a:lnTo>
                    <a:pt x="8871648" y="2202632"/>
                  </a:lnTo>
                  <a:lnTo>
                    <a:pt x="8835489" y="2100748"/>
                  </a:lnTo>
                  <a:lnTo>
                    <a:pt x="8799306" y="1998156"/>
                  </a:lnTo>
                  <a:lnTo>
                    <a:pt x="8763118" y="1895400"/>
                  </a:lnTo>
                  <a:lnTo>
                    <a:pt x="8726943" y="1793033"/>
                  </a:lnTo>
                  <a:lnTo>
                    <a:pt x="8690797" y="1691595"/>
                  </a:lnTo>
                  <a:lnTo>
                    <a:pt x="8654693" y="1591608"/>
                  </a:lnTo>
                  <a:lnTo>
                    <a:pt x="8618636" y="1493562"/>
                  </a:lnTo>
                  <a:lnTo>
                    <a:pt x="8582623" y="1397904"/>
                  </a:lnTo>
                  <a:lnTo>
                    <a:pt x="8546639" y="1305036"/>
                  </a:lnTo>
                  <a:lnTo>
                    <a:pt x="8510655" y="1215301"/>
                  </a:lnTo>
                  <a:lnTo>
                    <a:pt x="8474629" y="1128985"/>
                  </a:lnTo>
                  <a:lnTo>
                    <a:pt x="8438499" y="1046315"/>
                  </a:lnTo>
                  <a:lnTo>
                    <a:pt x="8402184" y="967454"/>
                  </a:lnTo>
                  <a:lnTo>
                    <a:pt x="8365584" y="892506"/>
                  </a:lnTo>
                  <a:lnTo>
                    <a:pt x="8328572" y="821521"/>
                  </a:lnTo>
                  <a:lnTo>
                    <a:pt x="8290994" y="754494"/>
                  </a:lnTo>
                  <a:lnTo>
                    <a:pt x="8252666" y="691373"/>
                  </a:lnTo>
                  <a:lnTo>
                    <a:pt x="8229629" y="655952"/>
                  </a:lnTo>
                  <a:lnTo>
                    <a:pt x="8179487" y="585266"/>
                  </a:lnTo>
                  <a:lnTo>
                    <a:pt x="8127073" y="520510"/>
                  </a:lnTo>
                  <a:lnTo>
                    <a:pt x="8071771" y="461489"/>
                  </a:lnTo>
                  <a:lnTo>
                    <a:pt x="8012905" y="407822"/>
                  </a:lnTo>
                  <a:lnTo>
                    <a:pt x="7949772" y="359041"/>
                  </a:lnTo>
                  <a:lnTo>
                    <a:pt x="7881676" y="314661"/>
                  </a:lnTo>
                  <a:lnTo>
                    <a:pt x="7807973" y="274219"/>
                  </a:lnTo>
                  <a:lnTo>
                    <a:pt x="7728123" y="237299"/>
                  </a:lnTo>
                  <a:lnTo>
                    <a:pt x="7641765" y="203552"/>
                  </a:lnTo>
                  <a:lnTo>
                    <a:pt x="7548813" y="172702"/>
                  </a:lnTo>
                  <a:lnTo>
                    <a:pt x="7449565" y="144548"/>
                  </a:lnTo>
                  <a:lnTo>
                    <a:pt x="7344832" y="118968"/>
                  </a:lnTo>
                  <a:lnTo>
                    <a:pt x="7236052" y="95910"/>
                  </a:lnTo>
                  <a:lnTo>
                    <a:pt x="7125366" y="75381"/>
                  </a:lnTo>
                  <a:lnTo>
                    <a:pt x="7015609" y="57426"/>
                  </a:lnTo>
                  <a:lnTo>
                    <a:pt x="6910179" y="42097"/>
                  </a:lnTo>
                  <a:lnTo>
                    <a:pt x="6812749" y="29419"/>
                  </a:lnTo>
                  <a:lnTo>
                    <a:pt x="6726841" y="19353"/>
                  </a:lnTo>
                  <a:lnTo>
                    <a:pt x="6655327" y="11766"/>
                  </a:lnTo>
                  <a:lnTo>
                    <a:pt x="6599952" y="6424"/>
                  </a:lnTo>
                  <a:lnTo>
                    <a:pt x="6561006" y="2995"/>
                  </a:lnTo>
                  <a:lnTo>
                    <a:pt x="6537198" y="1076"/>
                  </a:lnTo>
                  <a:lnTo>
                    <a:pt x="6525738" y="228"/>
                  </a:lnTo>
                  <a:lnTo>
                    <a:pt x="6522514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3" y="38"/>
                  </a:lnTo>
                  <a:lnTo>
                    <a:pt x="5519061" y="314"/>
                  </a:lnTo>
                  <a:lnTo>
                    <a:pt x="5500593" y="1076"/>
                  </a:lnTo>
                  <a:lnTo>
                    <a:pt x="5467297" y="2578"/>
                  </a:lnTo>
                  <a:lnTo>
                    <a:pt x="5417104" y="5061"/>
                  </a:lnTo>
                  <a:lnTo>
                    <a:pt x="5349673" y="8732"/>
                  </a:lnTo>
                  <a:lnTo>
                    <a:pt x="5266346" y="13747"/>
                  </a:lnTo>
                  <a:lnTo>
                    <a:pt x="5169850" y="20200"/>
                  </a:lnTo>
                  <a:lnTo>
                    <a:pt x="5063811" y="28129"/>
                  </a:lnTo>
                  <a:lnTo>
                    <a:pt x="4952181" y="37529"/>
                  </a:lnTo>
                  <a:lnTo>
                    <a:pt x="4838726" y="48372"/>
                  </a:lnTo>
                  <a:lnTo>
                    <a:pt x="4726657" y="60630"/>
                  </a:lnTo>
                  <a:lnTo>
                    <a:pt x="4618441" y="74292"/>
                  </a:lnTo>
                  <a:lnTo>
                    <a:pt x="4515763" y="89383"/>
                  </a:lnTo>
                  <a:lnTo>
                    <a:pt x="4419599" y="105964"/>
                  </a:lnTo>
                  <a:lnTo>
                    <a:pt x="4330341" y="124143"/>
                  </a:lnTo>
                  <a:lnTo>
                    <a:pt x="4247937" y="144075"/>
                  </a:lnTo>
                  <a:lnTo>
                    <a:pt x="4172021" y="165954"/>
                  </a:lnTo>
                  <a:lnTo>
                    <a:pt x="4102024" y="190016"/>
                  </a:lnTo>
                  <a:lnTo>
                    <a:pt x="4037258" y="216524"/>
                  </a:lnTo>
                  <a:lnTo>
                    <a:pt x="3976975" y="245755"/>
                  </a:lnTo>
                  <a:lnTo>
                    <a:pt x="3920419" y="277976"/>
                  </a:lnTo>
                  <a:lnTo>
                    <a:pt x="3866864" y="313403"/>
                  </a:lnTo>
                  <a:lnTo>
                    <a:pt x="3820202" y="348502"/>
                  </a:lnTo>
                  <a:lnTo>
                    <a:pt x="3771247" y="389690"/>
                  </a:lnTo>
                  <a:lnTo>
                    <a:pt x="3723603" y="434167"/>
                  </a:lnTo>
                  <a:lnTo>
                    <a:pt x="3676880" y="481996"/>
                  </a:lnTo>
                  <a:lnTo>
                    <a:pt x="3630774" y="533178"/>
                  </a:lnTo>
                  <a:lnTo>
                    <a:pt x="3585045" y="587641"/>
                  </a:lnTo>
                  <a:lnTo>
                    <a:pt x="3539516" y="645236"/>
                  </a:lnTo>
                  <a:lnTo>
                    <a:pt x="3494057" y="705730"/>
                  </a:lnTo>
                  <a:lnTo>
                    <a:pt x="3448585" y="768809"/>
                  </a:lnTo>
                  <a:lnTo>
                    <a:pt x="3403053" y="834081"/>
                  </a:lnTo>
                  <a:lnTo>
                    <a:pt x="3357447" y="901084"/>
                  </a:lnTo>
                  <a:lnTo>
                    <a:pt x="3311775" y="969296"/>
                  </a:lnTo>
                  <a:lnTo>
                    <a:pt x="3266063" y="1038156"/>
                  </a:lnTo>
                  <a:lnTo>
                    <a:pt x="3220348" y="1107079"/>
                  </a:lnTo>
                  <a:lnTo>
                    <a:pt x="3174665" y="1175477"/>
                  </a:lnTo>
                  <a:lnTo>
                    <a:pt x="3129043" y="1242783"/>
                  </a:lnTo>
                  <a:lnTo>
                    <a:pt x="3083495" y="1308464"/>
                  </a:lnTo>
                  <a:lnTo>
                    <a:pt x="3038013" y="1372046"/>
                  </a:lnTo>
                  <a:lnTo>
                    <a:pt x="2992557" y="1433120"/>
                  </a:lnTo>
                  <a:lnTo>
                    <a:pt x="2947052" y="1491355"/>
                  </a:lnTo>
                  <a:lnTo>
                    <a:pt x="2901379" y="1546501"/>
                  </a:lnTo>
                  <a:lnTo>
                    <a:pt x="2855371" y="1598390"/>
                  </a:lnTo>
                  <a:lnTo>
                    <a:pt x="2808803" y="1646936"/>
                  </a:lnTo>
                  <a:lnTo>
                    <a:pt x="2761385" y="1692124"/>
                  </a:lnTo>
                  <a:lnTo>
                    <a:pt x="2712747" y="1734005"/>
                  </a:lnTo>
                  <a:lnTo>
                    <a:pt x="2702183" y="1742510"/>
                  </a:lnTo>
                  <a:lnTo>
                    <a:pt x="2650786" y="1780946"/>
                  </a:lnTo>
                  <a:lnTo>
                    <a:pt x="2596989" y="1816077"/>
                  </a:lnTo>
                  <a:lnTo>
                    <a:pt x="2540127" y="1848018"/>
                  </a:lnTo>
                  <a:lnTo>
                    <a:pt x="2479469" y="1876992"/>
                  </a:lnTo>
                  <a:lnTo>
                    <a:pt x="2414261" y="1903267"/>
                  </a:lnTo>
                  <a:lnTo>
                    <a:pt x="2343756" y="1927121"/>
                  </a:lnTo>
                  <a:lnTo>
                    <a:pt x="2267275" y="1948815"/>
                  </a:lnTo>
                  <a:lnTo>
                    <a:pt x="2184262" y="1968581"/>
                  </a:lnTo>
                  <a:lnTo>
                    <a:pt x="2094376" y="1986610"/>
                  </a:lnTo>
                  <a:lnTo>
                    <a:pt x="1997600" y="2003053"/>
                  </a:lnTo>
                  <a:lnTo>
                    <a:pt x="1894372" y="2018012"/>
                  </a:lnTo>
                  <a:lnTo>
                    <a:pt x="1785727" y="2031548"/>
                  </a:lnTo>
                  <a:lnTo>
                    <a:pt x="1673420" y="2043679"/>
                  </a:lnTo>
                  <a:lnTo>
                    <a:pt x="1559988" y="2054392"/>
                  </a:lnTo>
                  <a:lnTo>
                    <a:pt x="1448702" y="2063660"/>
                  </a:lnTo>
                  <a:lnTo>
                    <a:pt x="1343364" y="2071456"/>
                  </a:lnTo>
                  <a:lnTo>
                    <a:pt x="1247918" y="2077777"/>
                  </a:lnTo>
                  <a:lnTo>
                    <a:pt x="1165933" y="2082665"/>
                  </a:lnTo>
                  <a:lnTo>
                    <a:pt x="1100029" y="2086222"/>
                  </a:lnTo>
                  <a:lnTo>
                    <a:pt x="1051403" y="2088607"/>
                  </a:lnTo>
                  <a:lnTo>
                    <a:pt x="1019557" y="2090031"/>
                  </a:lnTo>
                  <a:lnTo>
                    <a:pt x="1002272" y="2090739"/>
                  </a:lnTo>
                  <a:lnTo>
                    <a:pt x="995774" y="2090983"/>
                  </a:lnTo>
                  <a:lnTo>
                    <a:pt x="994940" y="2091013"/>
                  </a:lnTo>
                  <a:lnTo>
                    <a:pt x="0" y="2091013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73" name="pl972"/>
            <p:cNvSpPr/>
            <p:nvPr/>
          </p:nvSpPr>
          <p:spPr>
            <a:xfrm>
              <a:off x="1199187" y="1870741"/>
              <a:ext cx="12049831" cy="3935716"/>
            </a:xfrm>
            <a:custGeom>
              <a:avLst/>
              <a:pathLst>
                <a:path w="12049831" h="3935716">
                  <a:moveTo>
                    <a:pt x="0" y="2091013"/>
                  </a:moveTo>
                  <a:lnTo>
                    <a:pt x="994940" y="2091013"/>
                  </a:lnTo>
                  <a:lnTo>
                    <a:pt x="996042" y="2090974"/>
                  </a:lnTo>
                  <a:lnTo>
                    <a:pt x="1003324" y="2090698"/>
                  </a:lnTo>
                  <a:lnTo>
                    <a:pt x="1021792" y="2089936"/>
                  </a:lnTo>
                  <a:lnTo>
                    <a:pt x="1055088" y="2088434"/>
                  </a:lnTo>
                  <a:lnTo>
                    <a:pt x="1105281" y="2085951"/>
                  </a:lnTo>
                  <a:lnTo>
                    <a:pt x="1172712" y="2082280"/>
                  </a:lnTo>
                  <a:lnTo>
                    <a:pt x="1256039" y="2077265"/>
                  </a:lnTo>
                  <a:lnTo>
                    <a:pt x="1352535" y="2070812"/>
                  </a:lnTo>
                  <a:lnTo>
                    <a:pt x="1458574" y="2062883"/>
                  </a:lnTo>
                  <a:lnTo>
                    <a:pt x="1570204" y="2053483"/>
                  </a:lnTo>
                  <a:lnTo>
                    <a:pt x="1683659" y="2042640"/>
                  </a:lnTo>
                  <a:lnTo>
                    <a:pt x="1795728" y="2030382"/>
                  </a:lnTo>
                  <a:lnTo>
                    <a:pt x="1903944" y="2016720"/>
                  </a:lnTo>
                  <a:lnTo>
                    <a:pt x="2006622" y="2001629"/>
                  </a:lnTo>
                  <a:lnTo>
                    <a:pt x="2102786" y="1985048"/>
                  </a:lnTo>
                  <a:lnTo>
                    <a:pt x="2192044" y="1966869"/>
                  </a:lnTo>
                  <a:lnTo>
                    <a:pt x="2274448" y="1946937"/>
                  </a:lnTo>
                  <a:lnTo>
                    <a:pt x="2350364" y="1925058"/>
                  </a:lnTo>
                  <a:lnTo>
                    <a:pt x="2420361" y="1900996"/>
                  </a:lnTo>
                  <a:lnTo>
                    <a:pt x="2485127" y="1874488"/>
                  </a:lnTo>
                  <a:lnTo>
                    <a:pt x="2545410" y="1845257"/>
                  </a:lnTo>
                  <a:lnTo>
                    <a:pt x="2601966" y="1813036"/>
                  </a:lnTo>
                  <a:lnTo>
                    <a:pt x="2655521" y="1777609"/>
                  </a:lnTo>
                  <a:lnTo>
                    <a:pt x="2702183" y="1742510"/>
                  </a:lnTo>
                  <a:lnTo>
                    <a:pt x="2751138" y="1701322"/>
                  </a:lnTo>
                  <a:lnTo>
                    <a:pt x="2798782" y="1656845"/>
                  </a:lnTo>
                  <a:lnTo>
                    <a:pt x="2845505" y="1609016"/>
                  </a:lnTo>
                  <a:lnTo>
                    <a:pt x="2891611" y="1557834"/>
                  </a:lnTo>
                  <a:lnTo>
                    <a:pt x="2937340" y="1503371"/>
                  </a:lnTo>
                  <a:lnTo>
                    <a:pt x="2982869" y="1445776"/>
                  </a:lnTo>
                  <a:lnTo>
                    <a:pt x="3028328" y="1385282"/>
                  </a:lnTo>
                  <a:lnTo>
                    <a:pt x="3073800" y="1322203"/>
                  </a:lnTo>
                  <a:lnTo>
                    <a:pt x="3119332" y="1256931"/>
                  </a:lnTo>
                  <a:lnTo>
                    <a:pt x="3164938" y="1189928"/>
                  </a:lnTo>
                  <a:lnTo>
                    <a:pt x="3210610" y="1121716"/>
                  </a:lnTo>
                  <a:lnTo>
                    <a:pt x="3256322" y="1052856"/>
                  </a:lnTo>
                  <a:lnTo>
                    <a:pt x="3302037" y="983933"/>
                  </a:lnTo>
                  <a:lnTo>
                    <a:pt x="3347720" y="915535"/>
                  </a:lnTo>
                  <a:lnTo>
                    <a:pt x="3393342" y="848229"/>
                  </a:lnTo>
                  <a:lnTo>
                    <a:pt x="3438890" y="782548"/>
                  </a:lnTo>
                  <a:lnTo>
                    <a:pt x="3484372" y="718966"/>
                  </a:lnTo>
                  <a:lnTo>
                    <a:pt x="3529828" y="657892"/>
                  </a:lnTo>
                  <a:lnTo>
                    <a:pt x="3575333" y="599657"/>
                  </a:lnTo>
                  <a:lnTo>
                    <a:pt x="3621006" y="544511"/>
                  </a:lnTo>
                  <a:lnTo>
                    <a:pt x="3667014" y="492622"/>
                  </a:lnTo>
                  <a:lnTo>
                    <a:pt x="3713582" y="444076"/>
                  </a:lnTo>
                  <a:lnTo>
                    <a:pt x="3761000" y="398888"/>
                  </a:lnTo>
                  <a:lnTo>
                    <a:pt x="3809638" y="357007"/>
                  </a:lnTo>
                  <a:lnTo>
                    <a:pt x="3820202" y="348502"/>
                  </a:lnTo>
                  <a:lnTo>
                    <a:pt x="3871599" y="310066"/>
                  </a:lnTo>
                  <a:lnTo>
                    <a:pt x="3925396" y="274935"/>
                  </a:lnTo>
                  <a:lnTo>
                    <a:pt x="3982258" y="242994"/>
                  </a:lnTo>
                  <a:lnTo>
                    <a:pt x="4042916" y="214020"/>
                  </a:lnTo>
                  <a:lnTo>
                    <a:pt x="4108124" y="187745"/>
                  </a:lnTo>
                  <a:lnTo>
                    <a:pt x="4178629" y="163891"/>
                  </a:lnTo>
                  <a:lnTo>
                    <a:pt x="4255110" y="142197"/>
                  </a:lnTo>
                  <a:lnTo>
                    <a:pt x="4338123" y="122431"/>
                  </a:lnTo>
                  <a:lnTo>
                    <a:pt x="4428009" y="104402"/>
                  </a:lnTo>
                  <a:lnTo>
                    <a:pt x="4524785" y="87959"/>
                  </a:lnTo>
                  <a:lnTo>
                    <a:pt x="4628013" y="73000"/>
                  </a:lnTo>
                  <a:lnTo>
                    <a:pt x="4736658" y="59464"/>
                  </a:lnTo>
                  <a:lnTo>
                    <a:pt x="4848965" y="47333"/>
                  </a:lnTo>
                  <a:lnTo>
                    <a:pt x="4962397" y="36620"/>
                  </a:lnTo>
                  <a:lnTo>
                    <a:pt x="5073683" y="27352"/>
                  </a:lnTo>
                  <a:lnTo>
                    <a:pt x="5179021" y="19556"/>
                  </a:lnTo>
                  <a:lnTo>
                    <a:pt x="5274467" y="13235"/>
                  </a:lnTo>
                  <a:lnTo>
                    <a:pt x="5356452" y="8347"/>
                  </a:lnTo>
                  <a:lnTo>
                    <a:pt x="5422356" y="4790"/>
                  </a:lnTo>
                  <a:lnTo>
                    <a:pt x="5470982" y="2405"/>
                  </a:lnTo>
                  <a:lnTo>
                    <a:pt x="5502828" y="981"/>
                  </a:lnTo>
                  <a:lnTo>
                    <a:pt x="5520113" y="273"/>
                  </a:lnTo>
                  <a:lnTo>
                    <a:pt x="5526611" y="29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12" y="67"/>
                  </a:lnTo>
                  <a:lnTo>
                    <a:pt x="6530201" y="550"/>
                  </a:lnTo>
                  <a:lnTo>
                    <a:pt x="6547453" y="1882"/>
                  </a:lnTo>
                  <a:lnTo>
                    <a:pt x="6578636" y="4509"/>
                  </a:lnTo>
                  <a:lnTo>
                    <a:pt x="6625805" y="8856"/>
                  </a:lnTo>
                  <a:lnTo>
                    <a:pt x="6689451" y="15294"/>
                  </a:lnTo>
                  <a:lnTo>
                    <a:pt x="6768523" y="24109"/>
                  </a:lnTo>
                  <a:lnTo>
                    <a:pt x="6860653" y="35482"/>
                  </a:lnTo>
                  <a:lnTo>
                    <a:pt x="6962578" y="49496"/>
                  </a:lnTo>
                  <a:lnTo>
                    <a:pt x="7070641" y="66155"/>
                  </a:lnTo>
                  <a:lnTo>
                    <a:pt x="7181261" y="85415"/>
                  </a:lnTo>
                  <a:lnTo>
                    <a:pt x="7291298" y="107223"/>
                  </a:lnTo>
                  <a:lnTo>
                    <a:pt x="7398260" y="131551"/>
                  </a:lnTo>
                  <a:lnTo>
                    <a:pt x="7500365" y="158418"/>
                  </a:lnTo>
                  <a:lnTo>
                    <a:pt x="7596504" y="187912"/>
                  </a:lnTo>
                  <a:lnTo>
                    <a:pt x="7686141" y="220193"/>
                  </a:lnTo>
                  <a:lnTo>
                    <a:pt x="7769186" y="255500"/>
                  </a:lnTo>
                  <a:lnTo>
                    <a:pt x="7845878" y="294148"/>
                  </a:lnTo>
                  <a:lnTo>
                    <a:pt x="7916678" y="336521"/>
                  </a:lnTo>
                  <a:lnTo>
                    <a:pt x="7982187" y="383060"/>
                  </a:lnTo>
                  <a:lnTo>
                    <a:pt x="8043080" y="434244"/>
                  </a:lnTo>
                  <a:lnTo>
                    <a:pt x="8100061" y="490556"/>
                  </a:lnTo>
                  <a:lnTo>
                    <a:pt x="8153825" y="552431"/>
                  </a:lnTo>
                  <a:lnTo>
                    <a:pt x="8205022" y="620170"/>
                  </a:lnTo>
                  <a:lnTo>
                    <a:pt x="8229629" y="655952"/>
                  </a:lnTo>
                  <a:lnTo>
                    <a:pt x="8268501" y="716813"/>
                  </a:lnTo>
                  <a:lnTo>
                    <a:pt x="8306497" y="781528"/>
                  </a:lnTo>
                  <a:lnTo>
                    <a:pt x="8343822" y="850176"/>
                  </a:lnTo>
                  <a:lnTo>
                    <a:pt x="8380648" y="922790"/>
                  </a:lnTo>
                  <a:lnTo>
                    <a:pt x="8417117" y="999353"/>
                  </a:lnTo>
                  <a:lnTo>
                    <a:pt x="8453345" y="1079794"/>
                  </a:lnTo>
                  <a:lnTo>
                    <a:pt x="8489424" y="1163983"/>
                  </a:lnTo>
                  <a:lnTo>
                    <a:pt x="8525427" y="1251733"/>
                  </a:lnTo>
                  <a:lnTo>
                    <a:pt x="8561406" y="1342792"/>
                  </a:lnTo>
                  <a:lnTo>
                    <a:pt x="8597400" y="1436850"/>
                  </a:lnTo>
                  <a:lnTo>
                    <a:pt x="8633430" y="1533539"/>
                  </a:lnTo>
                  <a:lnTo>
                    <a:pt x="8669506" y="1632439"/>
                  </a:lnTo>
                  <a:lnTo>
                    <a:pt x="8705628" y="1733083"/>
                  </a:lnTo>
                  <a:lnTo>
                    <a:pt x="8741788" y="1834967"/>
                  </a:lnTo>
                  <a:lnTo>
                    <a:pt x="8777970" y="1937560"/>
                  </a:lnTo>
                  <a:lnTo>
                    <a:pt x="8814159" y="2040315"/>
                  </a:lnTo>
                  <a:lnTo>
                    <a:pt x="8850334" y="2142682"/>
                  </a:lnTo>
                  <a:lnTo>
                    <a:pt x="8886480" y="2244120"/>
                  </a:lnTo>
                  <a:lnTo>
                    <a:pt x="8922584" y="2344107"/>
                  </a:lnTo>
                  <a:lnTo>
                    <a:pt x="8958640" y="2442154"/>
                  </a:lnTo>
                  <a:lnTo>
                    <a:pt x="8994653" y="2537811"/>
                  </a:lnTo>
                  <a:lnTo>
                    <a:pt x="9030637" y="2630680"/>
                  </a:lnTo>
                  <a:lnTo>
                    <a:pt x="9066621" y="2720415"/>
                  </a:lnTo>
                  <a:lnTo>
                    <a:pt x="9102648" y="2806730"/>
                  </a:lnTo>
                  <a:lnTo>
                    <a:pt x="9138778" y="2889400"/>
                  </a:lnTo>
                  <a:lnTo>
                    <a:pt x="9175092" y="2968261"/>
                  </a:lnTo>
                  <a:lnTo>
                    <a:pt x="9211693" y="3043209"/>
                  </a:lnTo>
                  <a:lnTo>
                    <a:pt x="9248705" y="3114194"/>
                  </a:lnTo>
                  <a:lnTo>
                    <a:pt x="9286283" y="3181221"/>
                  </a:lnTo>
                  <a:lnTo>
                    <a:pt x="9324611" y="3244342"/>
                  </a:lnTo>
                  <a:lnTo>
                    <a:pt x="9347647" y="3279763"/>
                  </a:lnTo>
                  <a:lnTo>
                    <a:pt x="9397789" y="3350449"/>
                  </a:lnTo>
                  <a:lnTo>
                    <a:pt x="9450203" y="3415205"/>
                  </a:lnTo>
                  <a:lnTo>
                    <a:pt x="9505505" y="3474226"/>
                  </a:lnTo>
                  <a:lnTo>
                    <a:pt x="9564371" y="3527893"/>
                  </a:lnTo>
                  <a:lnTo>
                    <a:pt x="9627505" y="3576674"/>
                  </a:lnTo>
                  <a:lnTo>
                    <a:pt x="9695601" y="3621054"/>
                  </a:lnTo>
                  <a:lnTo>
                    <a:pt x="9769304" y="3661497"/>
                  </a:lnTo>
                  <a:lnTo>
                    <a:pt x="9849154" y="3698416"/>
                  </a:lnTo>
                  <a:lnTo>
                    <a:pt x="9935511" y="3732163"/>
                  </a:lnTo>
                  <a:lnTo>
                    <a:pt x="10028463" y="3763013"/>
                  </a:lnTo>
                  <a:lnTo>
                    <a:pt x="10127711" y="3791167"/>
                  </a:lnTo>
                  <a:lnTo>
                    <a:pt x="10232444" y="3816747"/>
                  </a:lnTo>
                  <a:lnTo>
                    <a:pt x="10341224" y="3839805"/>
                  </a:lnTo>
                  <a:lnTo>
                    <a:pt x="10451911" y="3860334"/>
                  </a:lnTo>
                  <a:lnTo>
                    <a:pt x="10561668" y="3878289"/>
                  </a:lnTo>
                  <a:lnTo>
                    <a:pt x="10667098" y="3893618"/>
                  </a:lnTo>
                  <a:lnTo>
                    <a:pt x="10764528" y="3906296"/>
                  </a:lnTo>
                  <a:lnTo>
                    <a:pt x="10850435" y="3916363"/>
                  </a:lnTo>
                  <a:lnTo>
                    <a:pt x="10921950" y="3923949"/>
                  </a:lnTo>
                  <a:lnTo>
                    <a:pt x="10977325" y="3929291"/>
                  </a:lnTo>
                  <a:lnTo>
                    <a:pt x="11016271" y="3932720"/>
                  </a:lnTo>
                  <a:lnTo>
                    <a:pt x="11040078" y="3934639"/>
                  </a:lnTo>
                  <a:lnTo>
                    <a:pt x="11051539" y="3935487"/>
                  </a:lnTo>
                  <a:lnTo>
                    <a:pt x="11054763" y="3935708"/>
                  </a:lnTo>
                  <a:lnTo>
                    <a:pt x="11054891" y="3935716"/>
                  </a:lnTo>
                  <a:lnTo>
                    <a:pt x="12049831" y="3935716"/>
                  </a:lnTo>
                  <a:lnTo>
                    <a:pt x="12049831" y="39357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4" name="pl973"/>
            <p:cNvSpPr/>
            <p:nvPr/>
          </p:nvSpPr>
          <p:spPr>
            <a:xfrm>
              <a:off x="1199187" y="1860260"/>
              <a:ext cx="12049831" cy="3935716"/>
            </a:xfrm>
            <a:custGeom>
              <a:avLst/>
              <a:pathLst>
                <a:path w="12049831" h="3935716">
                  <a:moveTo>
                    <a:pt x="12049831" y="3935716"/>
                  </a:moveTo>
                  <a:lnTo>
                    <a:pt x="11054891" y="3935716"/>
                  </a:lnTo>
                  <a:lnTo>
                    <a:pt x="11053864" y="3935648"/>
                  </a:lnTo>
                  <a:lnTo>
                    <a:pt x="11047075" y="3935166"/>
                  </a:lnTo>
                  <a:lnTo>
                    <a:pt x="11029824" y="3933833"/>
                  </a:lnTo>
                  <a:lnTo>
                    <a:pt x="10998641" y="3931206"/>
                  </a:lnTo>
                  <a:lnTo>
                    <a:pt x="10951472" y="3926859"/>
                  </a:lnTo>
                  <a:lnTo>
                    <a:pt x="10887825" y="3920421"/>
                  </a:lnTo>
                  <a:lnTo>
                    <a:pt x="10808754" y="3911607"/>
                  </a:lnTo>
                  <a:lnTo>
                    <a:pt x="10716624" y="3900233"/>
                  </a:lnTo>
                  <a:lnTo>
                    <a:pt x="10614698" y="3886219"/>
                  </a:lnTo>
                  <a:lnTo>
                    <a:pt x="10506636" y="3869560"/>
                  </a:lnTo>
                  <a:lnTo>
                    <a:pt x="10396016" y="3850300"/>
                  </a:lnTo>
                  <a:lnTo>
                    <a:pt x="10285978" y="3828492"/>
                  </a:lnTo>
                  <a:lnTo>
                    <a:pt x="10179017" y="3804164"/>
                  </a:lnTo>
                  <a:lnTo>
                    <a:pt x="10076912" y="3777297"/>
                  </a:lnTo>
                  <a:lnTo>
                    <a:pt x="9980773" y="3747803"/>
                  </a:lnTo>
                  <a:lnTo>
                    <a:pt x="9891136" y="3715522"/>
                  </a:lnTo>
                  <a:lnTo>
                    <a:pt x="9808091" y="3680215"/>
                  </a:lnTo>
                  <a:lnTo>
                    <a:pt x="9731399" y="3641567"/>
                  </a:lnTo>
                  <a:lnTo>
                    <a:pt x="9660599" y="3599194"/>
                  </a:lnTo>
                  <a:lnTo>
                    <a:pt x="9595090" y="3552655"/>
                  </a:lnTo>
                  <a:lnTo>
                    <a:pt x="9534197" y="3501471"/>
                  </a:lnTo>
                  <a:lnTo>
                    <a:pt x="9477215" y="3445159"/>
                  </a:lnTo>
                  <a:lnTo>
                    <a:pt x="9423451" y="3383285"/>
                  </a:lnTo>
                  <a:lnTo>
                    <a:pt x="9372254" y="3315545"/>
                  </a:lnTo>
                  <a:lnTo>
                    <a:pt x="9347647" y="3279763"/>
                  </a:lnTo>
                  <a:lnTo>
                    <a:pt x="9308775" y="3218902"/>
                  </a:lnTo>
                  <a:lnTo>
                    <a:pt x="9270780" y="3154187"/>
                  </a:lnTo>
                  <a:lnTo>
                    <a:pt x="9233454" y="3085539"/>
                  </a:lnTo>
                  <a:lnTo>
                    <a:pt x="9196628" y="3012925"/>
                  </a:lnTo>
                  <a:lnTo>
                    <a:pt x="9160159" y="2936362"/>
                  </a:lnTo>
                  <a:lnTo>
                    <a:pt x="9123931" y="2855922"/>
                  </a:lnTo>
                  <a:lnTo>
                    <a:pt x="9087852" y="2771732"/>
                  </a:lnTo>
                  <a:lnTo>
                    <a:pt x="9051850" y="2683982"/>
                  </a:lnTo>
                  <a:lnTo>
                    <a:pt x="9015870" y="2592923"/>
                  </a:lnTo>
                  <a:lnTo>
                    <a:pt x="8979877" y="2498865"/>
                  </a:lnTo>
                  <a:lnTo>
                    <a:pt x="8943847" y="2402176"/>
                  </a:lnTo>
                  <a:lnTo>
                    <a:pt x="8907771" y="2303276"/>
                  </a:lnTo>
                  <a:lnTo>
                    <a:pt x="8871648" y="2202632"/>
                  </a:lnTo>
                  <a:lnTo>
                    <a:pt x="8835489" y="2100748"/>
                  </a:lnTo>
                  <a:lnTo>
                    <a:pt x="8799306" y="1998156"/>
                  </a:lnTo>
                  <a:lnTo>
                    <a:pt x="8763118" y="1895400"/>
                  </a:lnTo>
                  <a:lnTo>
                    <a:pt x="8726943" y="1793033"/>
                  </a:lnTo>
                  <a:lnTo>
                    <a:pt x="8690797" y="1691595"/>
                  </a:lnTo>
                  <a:lnTo>
                    <a:pt x="8654693" y="1591608"/>
                  </a:lnTo>
                  <a:lnTo>
                    <a:pt x="8618636" y="1493562"/>
                  </a:lnTo>
                  <a:lnTo>
                    <a:pt x="8582623" y="1397904"/>
                  </a:lnTo>
                  <a:lnTo>
                    <a:pt x="8546639" y="1305036"/>
                  </a:lnTo>
                  <a:lnTo>
                    <a:pt x="8510655" y="1215301"/>
                  </a:lnTo>
                  <a:lnTo>
                    <a:pt x="8474629" y="1128985"/>
                  </a:lnTo>
                  <a:lnTo>
                    <a:pt x="8438499" y="1046315"/>
                  </a:lnTo>
                  <a:lnTo>
                    <a:pt x="8402184" y="967454"/>
                  </a:lnTo>
                  <a:lnTo>
                    <a:pt x="8365584" y="892506"/>
                  </a:lnTo>
                  <a:lnTo>
                    <a:pt x="8328572" y="821521"/>
                  </a:lnTo>
                  <a:lnTo>
                    <a:pt x="8290994" y="754494"/>
                  </a:lnTo>
                  <a:lnTo>
                    <a:pt x="8252666" y="691373"/>
                  </a:lnTo>
                  <a:lnTo>
                    <a:pt x="8229629" y="655952"/>
                  </a:lnTo>
                  <a:lnTo>
                    <a:pt x="8179487" y="585266"/>
                  </a:lnTo>
                  <a:lnTo>
                    <a:pt x="8127073" y="520510"/>
                  </a:lnTo>
                  <a:lnTo>
                    <a:pt x="8071771" y="461489"/>
                  </a:lnTo>
                  <a:lnTo>
                    <a:pt x="8012905" y="407822"/>
                  </a:lnTo>
                  <a:lnTo>
                    <a:pt x="7949772" y="359041"/>
                  </a:lnTo>
                  <a:lnTo>
                    <a:pt x="7881676" y="314661"/>
                  </a:lnTo>
                  <a:lnTo>
                    <a:pt x="7807973" y="274219"/>
                  </a:lnTo>
                  <a:lnTo>
                    <a:pt x="7728123" y="237299"/>
                  </a:lnTo>
                  <a:lnTo>
                    <a:pt x="7641765" y="203552"/>
                  </a:lnTo>
                  <a:lnTo>
                    <a:pt x="7548813" y="172702"/>
                  </a:lnTo>
                  <a:lnTo>
                    <a:pt x="7449565" y="144548"/>
                  </a:lnTo>
                  <a:lnTo>
                    <a:pt x="7344832" y="118968"/>
                  </a:lnTo>
                  <a:lnTo>
                    <a:pt x="7236052" y="95910"/>
                  </a:lnTo>
                  <a:lnTo>
                    <a:pt x="7125366" y="75381"/>
                  </a:lnTo>
                  <a:lnTo>
                    <a:pt x="7015609" y="57426"/>
                  </a:lnTo>
                  <a:lnTo>
                    <a:pt x="6910179" y="42097"/>
                  </a:lnTo>
                  <a:lnTo>
                    <a:pt x="6812749" y="29419"/>
                  </a:lnTo>
                  <a:lnTo>
                    <a:pt x="6726841" y="19353"/>
                  </a:lnTo>
                  <a:lnTo>
                    <a:pt x="6655327" y="11766"/>
                  </a:lnTo>
                  <a:lnTo>
                    <a:pt x="6599952" y="6424"/>
                  </a:lnTo>
                  <a:lnTo>
                    <a:pt x="6561006" y="2995"/>
                  </a:lnTo>
                  <a:lnTo>
                    <a:pt x="6537198" y="1076"/>
                  </a:lnTo>
                  <a:lnTo>
                    <a:pt x="6525738" y="228"/>
                  </a:lnTo>
                  <a:lnTo>
                    <a:pt x="6522514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3" y="38"/>
                  </a:lnTo>
                  <a:lnTo>
                    <a:pt x="5519061" y="314"/>
                  </a:lnTo>
                  <a:lnTo>
                    <a:pt x="5500593" y="1076"/>
                  </a:lnTo>
                  <a:lnTo>
                    <a:pt x="5467297" y="2578"/>
                  </a:lnTo>
                  <a:lnTo>
                    <a:pt x="5417104" y="5061"/>
                  </a:lnTo>
                  <a:lnTo>
                    <a:pt x="5349673" y="8732"/>
                  </a:lnTo>
                  <a:lnTo>
                    <a:pt x="5266346" y="13747"/>
                  </a:lnTo>
                  <a:lnTo>
                    <a:pt x="5169850" y="20200"/>
                  </a:lnTo>
                  <a:lnTo>
                    <a:pt x="5063811" y="28129"/>
                  </a:lnTo>
                  <a:lnTo>
                    <a:pt x="4952181" y="37529"/>
                  </a:lnTo>
                  <a:lnTo>
                    <a:pt x="4838726" y="48372"/>
                  </a:lnTo>
                  <a:lnTo>
                    <a:pt x="4726657" y="60630"/>
                  </a:lnTo>
                  <a:lnTo>
                    <a:pt x="4618441" y="74292"/>
                  </a:lnTo>
                  <a:lnTo>
                    <a:pt x="4515763" y="89383"/>
                  </a:lnTo>
                  <a:lnTo>
                    <a:pt x="4419599" y="105964"/>
                  </a:lnTo>
                  <a:lnTo>
                    <a:pt x="4330341" y="124143"/>
                  </a:lnTo>
                  <a:lnTo>
                    <a:pt x="4247937" y="144075"/>
                  </a:lnTo>
                  <a:lnTo>
                    <a:pt x="4172021" y="165954"/>
                  </a:lnTo>
                  <a:lnTo>
                    <a:pt x="4102024" y="190016"/>
                  </a:lnTo>
                  <a:lnTo>
                    <a:pt x="4037258" y="216524"/>
                  </a:lnTo>
                  <a:lnTo>
                    <a:pt x="3976975" y="245755"/>
                  </a:lnTo>
                  <a:lnTo>
                    <a:pt x="3920419" y="277976"/>
                  </a:lnTo>
                  <a:lnTo>
                    <a:pt x="3866864" y="313403"/>
                  </a:lnTo>
                  <a:lnTo>
                    <a:pt x="3820202" y="348502"/>
                  </a:lnTo>
                  <a:lnTo>
                    <a:pt x="3771247" y="389690"/>
                  </a:lnTo>
                  <a:lnTo>
                    <a:pt x="3723603" y="434167"/>
                  </a:lnTo>
                  <a:lnTo>
                    <a:pt x="3676880" y="481996"/>
                  </a:lnTo>
                  <a:lnTo>
                    <a:pt x="3630774" y="533178"/>
                  </a:lnTo>
                  <a:lnTo>
                    <a:pt x="3585045" y="587641"/>
                  </a:lnTo>
                  <a:lnTo>
                    <a:pt x="3539516" y="645236"/>
                  </a:lnTo>
                  <a:lnTo>
                    <a:pt x="3494057" y="705730"/>
                  </a:lnTo>
                  <a:lnTo>
                    <a:pt x="3448585" y="768809"/>
                  </a:lnTo>
                  <a:lnTo>
                    <a:pt x="3403053" y="834081"/>
                  </a:lnTo>
                  <a:lnTo>
                    <a:pt x="3357447" y="901084"/>
                  </a:lnTo>
                  <a:lnTo>
                    <a:pt x="3311775" y="969296"/>
                  </a:lnTo>
                  <a:lnTo>
                    <a:pt x="3266063" y="1038156"/>
                  </a:lnTo>
                  <a:lnTo>
                    <a:pt x="3220348" y="1107079"/>
                  </a:lnTo>
                  <a:lnTo>
                    <a:pt x="3174665" y="1175477"/>
                  </a:lnTo>
                  <a:lnTo>
                    <a:pt x="3129043" y="1242783"/>
                  </a:lnTo>
                  <a:lnTo>
                    <a:pt x="3083495" y="1308464"/>
                  </a:lnTo>
                  <a:lnTo>
                    <a:pt x="3038013" y="1372046"/>
                  </a:lnTo>
                  <a:lnTo>
                    <a:pt x="2992557" y="1433120"/>
                  </a:lnTo>
                  <a:lnTo>
                    <a:pt x="2947052" y="1491355"/>
                  </a:lnTo>
                  <a:lnTo>
                    <a:pt x="2901379" y="1546501"/>
                  </a:lnTo>
                  <a:lnTo>
                    <a:pt x="2855371" y="1598390"/>
                  </a:lnTo>
                  <a:lnTo>
                    <a:pt x="2808803" y="1646936"/>
                  </a:lnTo>
                  <a:lnTo>
                    <a:pt x="2761385" y="1692124"/>
                  </a:lnTo>
                  <a:lnTo>
                    <a:pt x="2712747" y="1734005"/>
                  </a:lnTo>
                  <a:lnTo>
                    <a:pt x="2702183" y="1742510"/>
                  </a:lnTo>
                  <a:lnTo>
                    <a:pt x="2650786" y="1780946"/>
                  </a:lnTo>
                  <a:lnTo>
                    <a:pt x="2596989" y="1816077"/>
                  </a:lnTo>
                  <a:lnTo>
                    <a:pt x="2540127" y="1848018"/>
                  </a:lnTo>
                  <a:lnTo>
                    <a:pt x="2479469" y="1876992"/>
                  </a:lnTo>
                  <a:lnTo>
                    <a:pt x="2414261" y="1903267"/>
                  </a:lnTo>
                  <a:lnTo>
                    <a:pt x="2343756" y="1927121"/>
                  </a:lnTo>
                  <a:lnTo>
                    <a:pt x="2267275" y="1948815"/>
                  </a:lnTo>
                  <a:lnTo>
                    <a:pt x="2184262" y="1968581"/>
                  </a:lnTo>
                  <a:lnTo>
                    <a:pt x="2094376" y="1986610"/>
                  </a:lnTo>
                  <a:lnTo>
                    <a:pt x="1997600" y="2003053"/>
                  </a:lnTo>
                  <a:lnTo>
                    <a:pt x="1894372" y="2018012"/>
                  </a:lnTo>
                  <a:lnTo>
                    <a:pt x="1785727" y="2031548"/>
                  </a:lnTo>
                  <a:lnTo>
                    <a:pt x="1673420" y="2043679"/>
                  </a:lnTo>
                  <a:lnTo>
                    <a:pt x="1559988" y="2054392"/>
                  </a:lnTo>
                  <a:lnTo>
                    <a:pt x="1448702" y="2063660"/>
                  </a:lnTo>
                  <a:lnTo>
                    <a:pt x="1343364" y="2071456"/>
                  </a:lnTo>
                  <a:lnTo>
                    <a:pt x="1247918" y="2077777"/>
                  </a:lnTo>
                  <a:lnTo>
                    <a:pt x="1165933" y="2082665"/>
                  </a:lnTo>
                  <a:lnTo>
                    <a:pt x="1100029" y="2086222"/>
                  </a:lnTo>
                  <a:lnTo>
                    <a:pt x="1051403" y="2088607"/>
                  </a:lnTo>
                  <a:lnTo>
                    <a:pt x="1019557" y="2090031"/>
                  </a:lnTo>
                  <a:lnTo>
                    <a:pt x="1002272" y="2090739"/>
                  </a:lnTo>
                  <a:lnTo>
                    <a:pt x="995774" y="2090983"/>
                  </a:lnTo>
                  <a:lnTo>
                    <a:pt x="994940" y="2091013"/>
                  </a:lnTo>
                  <a:lnTo>
                    <a:pt x="0" y="2091013"/>
                  </a:lnTo>
                  <a:lnTo>
                    <a:pt x="0" y="20910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5" name="pg974"/>
            <p:cNvSpPr/>
            <p:nvPr/>
          </p:nvSpPr>
          <p:spPr>
            <a:xfrm>
              <a:off x="1199187" y="1734485"/>
              <a:ext cx="12049831" cy="2520744"/>
            </a:xfrm>
            <a:custGeom>
              <a:avLst/>
              <a:pathLst>
                <a:path w="12049831" h="2520744">
                  <a:moveTo>
                    <a:pt x="0" y="2520744"/>
                  </a:moveTo>
                  <a:lnTo>
                    <a:pt x="994940" y="2520744"/>
                  </a:lnTo>
                  <a:lnTo>
                    <a:pt x="996073" y="2520733"/>
                  </a:lnTo>
                  <a:lnTo>
                    <a:pt x="1003555" y="2520654"/>
                  </a:lnTo>
                  <a:lnTo>
                    <a:pt x="1022516" y="2520434"/>
                  </a:lnTo>
                  <a:lnTo>
                    <a:pt x="1056667" y="2520000"/>
                  </a:lnTo>
                  <a:lnTo>
                    <a:pt x="1108078" y="2519283"/>
                  </a:lnTo>
                  <a:lnTo>
                    <a:pt x="1177022" y="2518224"/>
                  </a:lnTo>
                  <a:lnTo>
                    <a:pt x="1262040" y="2516779"/>
                  </a:lnTo>
                  <a:lnTo>
                    <a:pt x="1360251" y="2514921"/>
                  </a:lnTo>
                  <a:lnTo>
                    <a:pt x="1467888" y="2512640"/>
                  </a:lnTo>
                  <a:lnTo>
                    <a:pt x="1580881" y="2509940"/>
                  </a:lnTo>
                  <a:lnTo>
                    <a:pt x="1695398" y="2506828"/>
                  </a:lnTo>
                  <a:lnTo>
                    <a:pt x="1808206" y="2503311"/>
                  </a:lnTo>
                  <a:lnTo>
                    <a:pt x="1916856" y="2499393"/>
                  </a:lnTo>
                  <a:lnTo>
                    <a:pt x="2019706" y="2495064"/>
                  </a:lnTo>
                  <a:lnTo>
                    <a:pt x="2115835" y="2490306"/>
                  </a:lnTo>
                  <a:lnTo>
                    <a:pt x="2204911" y="2485086"/>
                  </a:lnTo>
                  <a:lnTo>
                    <a:pt x="2287044" y="2479356"/>
                  </a:lnTo>
                  <a:lnTo>
                    <a:pt x="2362646" y="2473059"/>
                  </a:lnTo>
                  <a:lnTo>
                    <a:pt x="2432329" y="2466126"/>
                  </a:lnTo>
                  <a:lnTo>
                    <a:pt x="2496818" y="2458479"/>
                  </a:lnTo>
                  <a:lnTo>
                    <a:pt x="2556883" y="2450038"/>
                  </a:lnTo>
                  <a:lnTo>
                    <a:pt x="2613301" y="2440728"/>
                  </a:lnTo>
                  <a:lnTo>
                    <a:pt x="2666807" y="2430492"/>
                  </a:lnTo>
                  <a:lnTo>
                    <a:pt x="2702183" y="2422919"/>
                  </a:lnTo>
                  <a:lnTo>
                    <a:pt x="2762112" y="2408590"/>
                  </a:lnTo>
                  <a:lnTo>
                    <a:pt x="2820205" y="2392861"/>
                  </a:lnTo>
                  <a:lnTo>
                    <a:pt x="2877127" y="2375710"/>
                  </a:lnTo>
                  <a:lnTo>
                    <a:pt x="2933371" y="2357158"/>
                  </a:lnTo>
                  <a:lnTo>
                    <a:pt x="2989292" y="2337275"/>
                  </a:lnTo>
                  <a:lnTo>
                    <a:pt x="3045125" y="2316181"/>
                  </a:lnTo>
                  <a:lnTo>
                    <a:pt x="3101008" y="2294052"/>
                  </a:lnTo>
                  <a:lnTo>
                    <a:pt x="3156997" y="2271110"/>
                  </a:lnTo>
                  <a:lnTo>
                    <a:pt x="3213089" y="2247616"/>
                  </a:lnTo>
                  <a:lnTo>
                    <a:pt x="3269237" y="2223861"/>
                  </a:lnTo>
                  <a:lnTo>
                    <a:pt x="3325376" y="2200151"/>
                  </a:lnTo>
                  <a:lnTo>
                    <a:pt x="3381442" y="2176786"/>
                  </a:lnTo>
                  <a:lnTo>
                    <a:pt x="3437399" y="2154051"/>
                  </a:lnTo>
                  <a:lnTo>
                    <a:pt x="3493259" y="2132198"/>
                  </a:lnTo>
                  <a:lnTo>
                    <a:pt x="3549098" y="2111436"/>
                  </a:lnTo>
                  <a:lnTo>
                    <a:pt x="3605083" y="2091924"/>
                  </a:lnTo>
                  <a:lnTo>
                    <a:pt x="3661480" y="2073768"/>
                  </a:lnTo>
                  <a:lnTo>
                    <a:pt x="3718680" y="2057025"/>
                  </a:lnTo>
                  <a:lnTo>
                    <a:pt x="3777222" y="2041701"/>
                  </a:lnTo>
                  <a:lnTo>
                    <a:pt x="3820202" y="2031619"/>
                  </a:lnTo>
                  <a:lnTo>
                    <a:pt x="3872094" y="2020732"/>
                  </a:lnTo>
                  <a:lnTo>
                    <a:pt x="3926438" y="2010791"/>
                  </a:lnTo>
                  <a:lnTo>
                    <a:pt x="3983919" y="2001761"/>
                  </a:lnTo>
                  <a:lnTo>
                    <a:pt x="4045288" y="1993578"/>
                  </a:lnTo>
                  <a:lnTo>
                    <a:pt x="4111324" y="1986164"/>
                  </a:lnTo>
                  <a:lnTo>
                    <a:pt x="4182791" y="1979438"/>
                  </a:lnTo>
                  <a:lnTo>
                    <a:pt x="4260384" y="1973326"/>
                  </a:lnTo>
                  <a:lnTo>
                    <a:pt x="4344662" y="1967762"/>
                  </a:lnTo>
                  <a:lnTo>
                    <a:pt x="4435958" y="1962691"/>
                  </a:lnTo>
                  <a:lnTo>
                    <a:pt x="4534256" y="1958070"/>
                  </a:lnTo>
                  <a:lnTo>
                    <a:pt x="4639056" y="1953872"/>
                  </a:lnTo>
                  <a:lnTo>
                    <a:pt x="4749224" y="1950080"/>
                  </a:lnTo>
                  <a:lnTo>
                    <a:pt x="4862871" y="1946690"/>
                  </a:lnTo>
                  <a:lnTo>
                    <a:pt x="4977292" y="1943706"/>
                  </a:lnTo>
                  <a:lnTo>
                    <a:pt x="5089037" y="1941137"/>
                  </a:lnTo>
                  <a:lnTo>
                    <a:pt x="5194152" y="1938989"/>
                  </a:lnTo>
                  <a:lnTo>
                    <a:pt x="5288599" y="1937262"/>
                  </a:lnTo>
                  <a:lnTo>
                    <a:pt x="5368826" y="1935942"/>
                  </a:lnTo>
                  <a:lnTo>
                    <a:pt x="5432349" y="1934996"/>
                  </a:lnTo>
                  <a:lnTo>
                    <a:pt x="5478228" y="1934375"/>
                  </a:lnTo>
                  <a:lnTo>
                    <a:pt x="5507309" y="1934016"/>
                  </a:lnTo>
                  <a:lnTo>
                    <a:pt x="5522198" y="1933848"/>
                  </a:lnTo>
                  <a:lnTo>
                    <a:pt x="5527073" y="1933797"/>
                  </a:lnTo>
                  <a:lnTo>
                    <a:pt x="5527445" y="1933793"/>
                  </a:lnTo>
                  <a:lnTo>
                    <a:pt x="6522385" y="1933793"/>
                  </a:lnTo>
                  <a:lnTo>
                    <a:pt x="6523493" y="1933758"/>
                  </a:lnTo>
                  <a:lnTo>
                    <a:pt x="6530806" y="1933502"/>
                  </a:lnTo>
                  <a:lnTo>
                    <a:pt x="6549352" y="1932796"/>
                  </a:lnTo>
                  <a:lnTo>
                    <a:pt x="6582783" y="1931405"/>
                  </a:lnTo>
                  <a:lnTo>
                    <a:pt x="6633169" y="1929104"/>
                  </a:lnTo>
                  <a:lnTo>
                    <a:pt x="6700839" y="1925704"/>
                  </a:lnTo>
                  <a:lnTo>
                    <a:pt x="6784435" y="1921059"/>
                  </a:lnTo>
                  <a:lnTo>
                    <a:pt x="6881204" y="1915083"/>
                  </a:lnTo>
                  <a:lnTo>
                    <a:pt x="6987498" y="1907741"/>
                  </a:lnTo>
                  <a:lnTo>
                    <a:pt x="7099346" y="1899040"/>
                  </a:lnTo>
                  <a:lnTo>
                    <a:pt x="7212972" y="1889003"/>
                  </a:lnTo>
                  <a:lnTo>
                    <a:pt x="7325161" y="1877659"/>
                  </a:lnTo>
                  <a:lnTo>
                    <a:pt x="7433448" y="1865014"/>
                  </a:lnTo>
                  <a:lnTo>
                    <a:pt x="7536155" y="1851048"/>
                  </a:lnTo>
                  <a:lnTo>
                    <a:pt x="7632315" y="1835702"/>
                  </a:lnTo>
                  <a:lnTo>
                    <a:pt x="7721546" y="1818873"/>
                  </a:lnTo>
                  <a:lnTo>
                    <a:pt x="7803908" y="1800421"/>
                  </a:lnTo>
                  <a:lnTo>
                    <a:pt x="7879774" y="1780161"/>
                  </a:lnTo>
                  <a:lnTo>
                    <a:pt x="7949720" y="1757876"/>
                  </a:lnTo>
                  <a:lnTo>
                    <a:pt x="8014442" y="1733321"/>
                  </a:lnTo>
                  <a:lnTo>
                    <a:pt x="8074689" y="1706239"/>
                  </a:lnTo>
                  <a:lnTo>
                    <a:pt x="8131222" y="1676384"/>
                  </a:lnTo>
                  <a:lnTo>
                    <a:pt x="8184768" y="1643558"/>
                  </a:lnTo>
                  <a:lnTo>
                    <a:pt x="8229629" y="1612368"/>
                  </a:lnTo>
                  <a:lnTo>
                    <a:pt x="8279746" y="1573426"/>
                  </a:lnTo>
                  <a:lnTo>
                    <a:pt x="8328499" y="1531303"/>
                  </a:lnTo>
                  <a:lnTo>
                    <a:pt x="8376302" y="1485935"/>
                  </a:lnTo>
                  <a:lnTo>
                    <a:pt x="8423480" y="1437326"/>
                  </a:lnTo>
                  <a:lnTo>
                    <a:pt x="8470281" y="1385554"/>
                  </a:lnTo>
                  <a:lnTo>
                    <a:pt x="8516892" y="1330777"/>
                  </a:lnTo>
                  <a:lnTo>
                    <a:pt x="8563445" y="1273234"/>
                  </a:lnTo>
                  <a:lnTo>
                    <a:pt x="8610022" y="1213250"/>
                  </a:lnTo>
                  <a:lnTo>
                    <a:pt x="8656666" y="1151227"/>
                  </a:lnTo>
                  <a:lnTo>
                    <a:pt x="8703390" y="1087634"/>
                  </a:lnTo>
                  <a:lnTo>
                    <a:pt x="8750176" y="1023000"/>
                  </a:lnTo>
                  <a:lnTo>
                    <a:pt x="8796994" y="957888"/>
                  </a:lnTo>
                  <a:lnTo>
                    <a:pt x="8843805" y="892880"/>
                  </a:lnTo>
                  <a:lnTo>
                    <a:pt x="8890572" y="828554"/>
                  </a:lnTo>
                  <a:lnTo>
                    <a:pt x="8937268" y="765464"/>
                  </a:lnTo>
                  <a:lnTo>
                    <a:pt x="8983886" y="704117"/>
                  </a:lnTo>
                  <a:lnTo>
                    <a:pt x="9030447" y="644962"/>
                  </a:lnTo>
                  <a:lnTo>
                    <a:pt x="9077008" y="588374"/>
                  </a:lnTo>
                  <a:lnTo>
                    <a:pt x="9123669" y="534646"/>
                  </a:lnTo>
                  <a:lnTo>
                    <a:pt x="9170580" y="483990"/>
                  </a:lnTo>
                  <a:lnTo>
                    <a:pt x="9217949" y="436533"/>
                  </a:lnTo>
                  <a:lnTo>
                    <a:pt x="9266050" y="392326"/>
                  </a:lnTo>
                  <a:lnTo>
                    <a:pt x="9315237" y="351348"/>
                  </a:lnTo>
                  <a:lnTo>
                    <a:pt x="9347647" y="326666"/>
                  </a:lnTo>
                  <a:lnTo>
                    <a:pt x="9399123" y="291165"/>
                  </a:lnTo>
                  <a:lnTo>
                    <a:pt x="9453007" y="258722"/>
                  </a:lnTo>
                  <a:lnTo>
                    <a:pt x="9509968" y="229229"/>
                  </a:lnTo>
                  <a:lnTo>
                    <a:pt x="9570738" y="202480"/>
                  </a:lnTo>
                  <a:lnTo>
                    <a:pt x="9636078" y="178226"/>
                  </a:lnTo>
                  <a:lnTo>
                    <a:pt x="9706735" y="156210"/>
                  </a:lnTo>
                  <a:lnTo>
                    <a:pt x="9783392" y="136189"/>
                  </a:lnTo>
                  <a:lnTo>
                    <a:pt x="9866605" y="117951"/>
                  </a:lnTo>
                  <a:lnTo>
                    <a:pt x="9956715" y="101317"/>
                  </a:lnTo>
                  <a:lnTo>
                    <a:pt x="10053732" y="86149"/>
                  </a:lnTo>
                  <a:lnTo>
                    <a:pt x="10157210" y="72352"/>
                  </a:lnTo>
                  <a:lnTo>
                    <a:pt x="10266098" y="59872"/>
                  </a:lnTo>
                  <a:lnTo>
                    <a:pt x="10378620" y="48691"/>
                  </a:lnTo>
                  <a:lnTo>
                    <a:pt x="10492214" y="38822"/>
                  </a:lnTo>
                  <a:lnTo>
                    <a:pt x="10603578" y="30291"/>
                  </a:lnTo>
                  <a:lnTo>
                    <a:pt x="10708888" y="23122"/>
                  </a:lnTo>
                  <a:lnTo>
                    <a:pt x="10804183" y="17317"/>
                  </a:lnTo>
                  <a:lnTo>
                    <a:pt x="10885896" y="12835"/>
                  </a:lnTo>
                  <a:lnTo>
                    <a:pt x="10951428" y="9582"/>
                  </a:lnTo>
                  <a:lnTo>
                    <a:pt x="10999620" y="7408"/>
                  </a:lnTo>
                  <a:lnTo>
                    <a:pt x="11031024" y="6116"/>
                  </a:lnTo>
                  <a:lnTo>
                    <a:pt x="11047921" y="5479"/>
                  </a:lnTo>
                  <a:lnTo>
                    <a:pt x="11054147" y="526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3" y="35"/>
                  </a:lnTo>
                  <a:lnTo>
                    <a:pt x="11046470" y="291"/>
                  </a:lnTo>
                  <a:lnTo>
                    <a:pt x="11027925" y="997"/>
                  </a:lnTo>
                  <a:lnTo>
                    <a:pt x="10994493" y="2388"/>
                  </a:lnTo>
                  <a:lnTo>
                    <a:pt x="10944108" y="4689"/>
                  </a:lnTo>
                  <a:lnTo>
                    <a:pt x="10876437" y="8089"/>
                  </a:lnTo>
                  <a:lnTo>
                    <a:pt x="10792842" y="12734"/>
                  </a:lnTo>
                  <a:lnTo>
                    <a:pt x="10696073" y="18710"/>
                  </a:lnTo>
                  <a:lnTo>
                    <a:pt x="10589779" y="26052"/>
                  </a:lnTo>
                  <a:lnTo>
                    <a:pt x="10477930" y="34753"/>
                  </a:lnTo>
                  <a:lnTo>
                    <a:pt x="10364304" y="44790"/>
                  </a:lnTo>
                  <a:lnTo>
                    <a:pt x="10252116" y="56134"/>
                  </a:lnTo>
                  <a:lnTo>
                    <a:pt x="10143828" y="68779"/>
                  </a:lnTo>
                  <a:lnTo>
                    <a:pt x="10041121" y="82745"/>
                  </a:lnTo>
                  <a:lnTo>
                    <a:pt x="9944962" y="98091"/>
                  </a:lnTo>
                  <a:lnTo>
                    <a:pt x="9855731" y="114920"/>
                  </a:lnTo>
                  <a:lnTo>
                    <a:pt x="9773369" y="133372"/>
                  </a:lnTo>
                  <a:lnTo>
                    <a:pt x="9697503" y="153632"/>
                  </a:lnTo>
                  <a:lnTo>
                    <a:pt x="9627556" y="175917"/>
                  </a:lnTo>
                  <a:lnTo>
                    <a:pt x="9562835" y="200472"/>
                  </a:lnTo>
                  <a:lnTo>
                    <a:pt x="9502587" y="227554"/>
                  </a:lnTo>
                  <a:lnTo>
                    <a:pt x="9446054" y="257409"/>
                  </a:lnTo>
                  <a:lnTo>
                    <a:pt x="9392509" y="290234"/>
                  </a:lnTo>
                  <a:lnTo>
                    <a:pt x="9347647" y="321425"/>
                  </a:lnTo>
                  <a:lnTo>
                    <a:pt x="9297531" y="360367"/>
                  </a:lnTo>
                  <a:lnTo>
                    <a:pt x="9248777" y="402490"/>
                  </a:lnTo>
                  <a:lnTo>
                    <a:pt x="9200974" y="447858"/>
                  </a:lnTo>
                  <a:lnTo>
                    <a:pt x="9153797" y="496467"/>
                  </a:lnTo>
                  <a:lnTo>
                    <a:pt x="9106995" y="548239"/>
                  </a:lnTo>
                  <a:lnTo>
                    <a:pt x="9060384" y="603016"/>
                  </a:lnTo>
                  <a:lnTo>
                    <a:pt x="9013832" y="660559"/>
                  </a:lnTo>
                  <a:lnTo>
                    <a:pt x="8967255" y="720543"/>
                  </a:lnTo>
                  <a:lnTo>
                    <a:pt x="8920610" y="782566"/>
                  </a:lnTo>
                  <a:lnTo>
                    <a:pt x="8873887" y="846159"/>
                  </a:lnTo>
                  <a:lnTo>
                    <a:pt x="8827101" y="910793"/>
                  </a:lnTo>
                  <a:lnTo>
                    <a:pt x="8780282" y="975905"/>
                  </a:lnTo>
                  <a:lnTo>
                    <a:pt x="8733471" y="1040913"/>
                  </a:lnTo>
                  <a:lnTo>
                    <a:pt x="8686705" y="1105239"/>
                  </a:lnTo>
                  <a:lnTo>
                    <a:pt x="8640009" y="1168329"/>
                  </a:lnTo>
                  <a:lnTo>
                    <a:pt x="8593391" y="1229676"/>
                  </a:lnTo>
                  <a:lnTo>
                    <a:pt x="8546830" y="1288831"/>
                  </a:lnTo>
                  <a:lnTo>
                    <a:pt x="8500268" y="1345419"/>
                  </a:lnTo>
                  <a:lnTo>
                    <a:pt x="8453607" y="1399147"/>
                  </a:lnTo>
                  <a:lnTo>
                    <a:pt x="8406696" y="1449803"/>
                  </a:lnTo>
                  <a:lnTo>
                    <a:pt x="8359328" y="1497260"/>
                  </a:lnTo>
                  <a:lnTo>
                    <a:pt x="8311227" y="1541467"/>
                  </a:lnTo>
                  <a:lnTo>
                    <a:pt x="8262039" y="1582445"/>
                  </a:lnTo>
                  <a:lnTo>
                    <a:pt x="8229629" y="1607127"/>
                  </a:lnTo>
                  <a:lnTo>
                    <a:pt x="8178153" y="1642628"/>
                  </a:lnTo>
                  <a:lnTo>
                    <a:pt x="8124269" y="1675071"/>
                  </a:lnTo>
                  <a:lnTo>
                    <a:pt x="8067309" y="1704564"/>
                  </a:lnTo>
                  <a:lnTo>
                    <a:pt x="8006538" y="1731313"/>
                  </a:lnTo>
                  <a:lnTo>
                    <a:pt x="7941198" y="1755567"/>
                  </a:lnTo>
                  <a:lnTo>
                    <a:pt x="7870542" y="1777583"/>
                  </a:lnTo>
                  <a:lnTo>
                    <a:pt x="7793884" y="1797604"/>
                  </a:lnTo>
                  <a:lnTo>
                    <a:pt x="7710671" y="1815842"/>
                  </a:lnTo>
                  <a:lnTo>
                    <a:pt x="7620562" y="1832476"/>
                  </a:lnTo>
                  <a:lnTo>
                    <a:pt x="7523544" y="1847644"/>
                  </a:lnTo>
                  <a:lnTo>
                    <a:pt x="7420066" y="1861441"/>
                  </a:lnTo>
                  <a:lnTo>
                    <a:pt x="7311178" y="1873921"/>
                  </a:lnTo>
                  <a:lnTo>
                    <a:pt x="7198656" y="1885102"/>
                  </a:lnTo>
                  <a:lnTo>
                    <a:pt x="7085063" y="1894971"/>
                  </a:lnTo>
                  <a:lnTo>
                    <a:pt x="6973699" y="1903502"/>
                  </a:lnTo>
                  <a:lnTo>
                    <a:pt x="6868389" y="1910671"/>
                  </a:lnTo>
                  <a:lnTo>
                    <a:pt x="6773094" y="1916476"/>
                  </a:lnTo>
                  <a:lnTo>
                    <a:pt x="6691380" y="1920958"/>
                  </a:lnTo>
                  <a:lnTo>
                    <a:pt x="6625849" y="1924211"/>
                  </a:lnTo>
                  <a:lnTo>
                    <a:pt x="6577657" y="1926385"/>
                  </a:lnTo>
                  <a:lnTo>
                    <a:pt x="6546253" y="1927677"/>
                  </a:lnTo>
                  <a:lnTo>
                    <a:pt x="6529356" y="1928314"/>
                  </a:lnTo>
                  <a:lnTo>
                    <a:pt x="6523129" y="1928529"/>
                  </a:lnTo>
                  <a:lnTo>
                    <a:pt x="6522385" y="1928553"/>
                  </a:lnTo>
                  <a:lnTo>
                    <a:pt x="5527445" y="1928553"/>
                  </a:lnTo>
                  <a:lnTo>
                    <a:pt x="5526312" y="1928564"/>
                  </a:lnTo>
                  <a:lnTo>
                    <a:pt x="5518830" y="1928644"/>
                  </a:lnTo>
                  <a:lnTo>
                    <a:pt x="5499869" y="1928864"/>
                  </a:lnTo>
                  <a:lnTo>
                    <a:pt x="5465718" y="1929298"/>
                  </a:lnTo>
                  <a:lnTo>
                    <a:pt x="5414307" y="1930014"/>
                  </a:lnTo>
                  <a:lnTo>
                    <a:pt x="5345363" y="1931073"/>
                  </a:lnTo>
                  <a:lnTo>
                    <a:pt x="5260345" y="1932519"/>
                  </a:lnTo>
                  <a:lnTo>
                    <a:pt x="5162133" y="1934377"/>
                  </a:lnTo>
                  <a:lnTo>
                    <a:pt x="5054497" y="1936657"/>
                  </a:lnTo>
                  <a:lnTo>
                    <a:pt x="4941504" y="1939357"/>
                  </a:lnTo>
                  <a:lnTo>
                    <a:pt x="4826987" y="1942470"/>
                  </a:lnTo>
                  <a:lnTo>
                    <a:pt x="4714179" y="1945986"/>
                  </a:lnTo>
                  <a:lnTo>
                    <a:pt x="4605529" y="1949905"/>
                  </a:lnTo>
                  <a:lnTo>
                    <a:pt x="4502679" y="1954233"/>
                  </a:lnTo>
                  <a:lnTo>
                    <a:pt x="4406550" y="1958991"/>
                  </a:lnTo>
                  <a:lnTo>
                    <a:pt x="4317474" y="1964212"/>
                  </a:lnTo>
                  <a:lnTo>
                    <a:pt x="4235341" y="1969941"/>
                  </a:lnTo>
                  <a:lnTo>
                    <a:pt x="4159739" y="1976238"/>
                  </a:lnTo>
                  <a:lnTo>
                    <a:pt x="4090056" y="1983171"/>
                  </a:lnTo>
                  <a:lnTo>
                    <a:pt x="4025567" y="1990818"/>
                  </a:lnTo>
                  <a:lnTo>
                    <a:pt x="3965502" y="1999259"/>
                  </a:lnTo>
                  <a:lnTo>
                    <a:pt x="3909084" y="2008569"/>
                  </a:lnTo>
                  <a:lnTo>
                    <a:pt x="3855578" y="2018805"/>
                  </a:lnTo>
                  <a:lnTo>
                    <a:pt x="3820202" y="2026378"/>
                  </a:lnTo>
                  <a:lnTo>
                    <a:pt x="3760273" y="2040707"/>
                  </a:lnTo>
                  <a:lnTo>
                    <a:pt x="3702180" y="2056436"/>
                  </a:lnTo>
                  <a:lnTo>
                    <a:pt x="3645258" y="2073587"/>
                  </a:lnTo>
                  <a:lnTo>
                    <a:pt x="3589014" y="2092139"/>
                  </a:lnTo>
                  <a:lnTo>
                    <a:pt x="3533093" y="2112023"/>
                  </a:lnTo>
                  <a:lnTo>
                    <a:pt x="3477260" y="2133116"/>
                  </a:lnTo>
                  <a:lnTo>
                    <a:pt x="3421377" y="2155245"/>
                  </a:lnTo>
                  <a:lnTo>
                    <a:pt x="3365388" y="2178187"/>
                  </a:lnTo>
                  <a:lnTo>
                    <a:pt x="3309296" y="2201681"/>
                  </a:lnTo>
                  <a:lnTo>
                    <a:pt x="3253148" y="2225436"/>
                  </a:lnTo>
                  <a:lnTo>
                    <a:pt x="3197009" y="2249147"/>
                  </a:lnTo>
                  <a:lnTo>
                    <a:pt x="3140943" y="2272511"/>
                  </a:lnTo>
                  <a:lnTo>
                    <a:pt x="3084986" y="2295246"/>
                  </a:lnTo>
                  <a:lnTo>
                    <a:pt x="3029126" y="2317099"/>
                  </a:lnTo>
                  <a:lnTo>
                    <a:pt x="2973287" y="2337861"/>
                  </a:lnTo>
                  <a:lnTo>
                    <a:pt x="2917302" y="2357373"/>
                  </a:lnTo>
                  <a:lnTo>
                    <a:pt x="2860905" y="2375529"/>
                  </a:lnTo>
                  <a:lnTo>
                    <a:pt x="2803705" y="2392273"/>
                  </a:lnTo>
                  <a:lnTo>
                    <a:pt x="2745163" y="2407596"/>
                  </a:lnTo>
                  <a:lnTo>
                    <a:pt x="2702183" y="2417679"/>
                  </a:lnTo>
                  <a:lnTo>
                    <a:pt x="2650291" y="2428565"/>
                  </a:lnTo>
                  <a:lnTo>
                    <a:pt x="2595947" y="2438506"/>
                  </a:lnTo>
                  <a:lnTo>
                    <a:pt x="2538466" y="2447536"/>
                  </a:lnTo>
                  <a:lnTo>
                    <a:pt x="2477097" y="2455719"/>
                  </a:lnTo>
                  <a:lnTo>
                    <a:pt x="2411061" y="2463134"/>
                  </a:lnTo>
                  <a:lnTo>
                    <a:pt x="2339594" y="2469859"/>
                  </a:lnTo>
                  <a:lnTo>
                    <a:pt x="2262001" y="2475971"/>
                  </a:lnTo>
                  <a:lnTo>
                    <a:pt x="2177723" y="2481535"/>
                  </a:lnTo>
                  <a:lnTo>
                    <a:pt x="2086427" y="2486607"/>
                  </a:lnTo>
                  <a:lnTo>
                    <a:pt x="1988129" y="2491227"/>
                  </a:lnTo>
                  <a:lnTo>
                    <a:pt x="1883329" y="2495425"/>
                  </a:lnTo>
                  <a:lnTo>
                    <a:pt x="1773161" y="2499217"/>
                  </a:lnTo>
                  <a:lnTo>
                    <a:pt x="1659514" y="2502607"/>
                  </a:lnTo>
                  <a:lnTo>
                    <a:pt x="1545093" y="2505591"/>
                  </a:lnTo>
                  <a:lnTo>
                    <a:pt x="1433348" y="2508161"/>
                  </a:lnTo>
                  <a:lnTo>
                    <a:pt x="1328233" y="2510308"/>
                  </a:lnTo>
                  <a:lnTo>
                    <a:pt x="1233786" y="2512035"/>
                  </a:lnTo>
                  <a:lnTo>
                    <a:pt x="1153559" y="2513356"/>
                  </a:lnTo>
                  <a:lnTo>
                    <a:pt x="1090036" y="2514302"/>
                  </a:lnTo>
                  <a:lnTo>
                    <a:pt x="1044157" y="2514923"/>
                  </a:lnTo>
                  <a:lnTo>
                    <a:pt x="1015076" y="2515282"/>
                  </a:lnTo>
                  <a:lnTo>
                    <a:pt x="1000187" y="2515450"/>
                  </a:lnTo>
                  <a:lnTo>
                    <a:pt x="995312" y="2515500"/>
                  </a:lnTo>
                  <a:lnTo>
                    <a:pt x="994940" y="2515504"/>
                  </a:lnTo>
                  <a:lnTo>
                    <a:pt x="0" y="2515504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76" name="pl975"/>
            <p:cNvSpPr/>
            <p:nvPr/>
          </p:nvSpPr>
          <p:spPr>
            <a:xfrm>
              <a:off x="1199187" y="1739725"/>
              <a:ext cx="12049831" cy="2515504"/>
            </a:xfrm>
            <a:custGeom>
              <a:avLst/>
              <a:pathLst>
                <a:path w="12049831" h="2515504">
                  <a:moveTo>
                    <a:pt x="0" y="2515504"/>
                  </a:moveTo>
                  <a:lnTo>
                    <a:pt x="994940" y="2515504"/>
                  </a:lnTo>
                  <a:lnTo>
                    <a:pt x="996073" y="2515493"/>
                  </a:lnTo>
                  <a:lnTo>
                    <a:pt x="1003555" y="2515413"/>
                  </a:lnTo>
                  <a:lnTo>
                    <a:pt x="1022516" y="2515193"/>
                  </a:lnTo>
                  <a:lnTo>
                    <a:pt x="1056667" y="2514759"/>
                  </a:lnTo>
                  <a:lnTo>
                    <a:pt x="1108078" y="2514042"/>
                  </a:lnTo>
                  <a:lnTo>
                    <a:pt x="1177022" y="2512983"/>
                  </a:lnTo>
                  <a:lnTo>
                    <a:pt x="1262040" y="2511538"/>
                  </a:lnTo>
                  <a:lnTo>
                    <a:pt x="1360251" y="2509680"/>
                  </a:lnTo>
                  <a:lnTo>
                    <a:pt x="1467888" y="2507400"/>
                  </a:lnTo>
                  <a:lnTo>
                    <a:pt x="1580881" y="2504699"/>
                  </a:lnTo>
                  <a:lnTo>
                    <a:pt x="1695398" y="2501587"/>
                  </a:lnTo>
                  <a:lnTo>
                    <a:pt x="1808206" y="2498071"/>
                  </a:lnTo>
                  <a:lnTo>
                    <a:pt x="1916856" y="2494152"/>
                  </a:lnTo>
                  <a:lnTo>
                    <a:pt x="2019706" y="2489824"/>
                  </a:lnTo>
                  <a:lnTo>
                    <a:pt x="2115835" y="2485066"/>
                  </a:lnTo>
                  <a:lnTo>
                    <a:pt x="2204911" y="2479845"/>
                  </a:lnTo>
                  <a:lnTo>
                    <a:pt x="2287044" y="2474115"/>
                  </a:lnTo>
                  <a:lnTo>
                    <a:pt x="2362646" y="2467819"/>
                  </a:lnTo>
                  <a:lnTo>
                    <a:pt x="2432329" y="2460885"/>
                  </a:lnTo>
                  <a:lnTo>
                    <a:pt x="2496818" y="2453238"/>
                  </a:lnTo>
                  <a:lnTo>
                    <a:pt x="2556883" y="2444797"/>
                  </a:lnTo>
                  <a:lnTo>
                    <a:pt x="2613301" y="2435488"/>
                  </a:lnTo>
                  <a:lnTo>
                    <a:pt x="2666807" y="2425251"/>
                  </a:lnTo>
                  <a:lnTo>
                    <a:pt x="2702183" y="2417679"/>
                  </a:lnTo>
                  <a:lnTo>
                    <a:pt x="2762112" y="2403350"/>
                  </a:lnTo>
                  <a:lnTo>
                    <a:pt x="2820205" y="2387621"/>
                  </a:lnTo>
                  <a:lnTo>
                    <a:pt x="2877127" y="2370470"/>
                  </a:lnTo>
                  <a:lnTo>
                    <a:pt x="2933371" y="2351917"/>
                  </a:lnTo>
                  <a:lnTo>
                    <a:pt x="2989292" y="2332034"/>
                  </a:lnTo>
                  <a:lnTo>
                    <a:pt x="3045125" y="2310941"/>
                  </a:lnTo>
                  <a:lnTo>
                    <a:pt x="3101008" y="2288812"/>
                  </a:lnTo>
                  <a:lnTo>
                    <a:pt x="3156997" y="2265869"/>
                  </a:lnTo>
                  <a:lnTo>
                    <a:pt x="3213089" y="2242375"/>
                  </a:lnTo>
                  <a:lnTo>
                    <a:pt x="3269237" y="2218621"/>
                  </a:lnTo>
                  <a:lnTo>
                    <a:pt x="3325376" y="2194910"/>
                  </a:lnTo>
                  <a:lnTo>
                    <a:pt x="3381442" y="2171545"/>
                  </a:lnTo>
                  <a:lnTo>
                    <a:pt x="3437399" y="2148811"/>
                  </a:lnTo>
                  <a:lnTo>
                    <a:pt x="3493259" y="2126958"/>
                  </a:lnTo>
                  <a:lnTo>
                    <a:pt x="3549098" y="2106196"/>
                  </a:lnTo>
                  <a:lnTo>
                    <a:pt x="3605083" y="2086683"/>
                  </a:lnTo>
                  <a:lnTo>
                    <a:pt x="3661480" y="2068528"/>
                  </a:lnTo>
                  <a:lnTo>
                    <a:pt x="3718680" y="2051784"/>
                  </a:lnTo>
                  <a:lnTo>
                    <a:pt x="3777222" y="2036460"/>
                  </a:lnTo>
                  <a:lnTo>
                    <a:pt x="3820202" y="2026378"/>
                  </a:lnTo>
                  <a:lnTo>
                    <a:pt x="3872094" y="2015492"/>
                  </a:lnTo>
                  <a:lnTo>
                    <a:pt x="3926438" y="2005551"/>
                  </a:lnTo>
                  <a:lnTo>
                    <a:pt x="3983919" y="1996521"/>
                  </a:lnTo>
                  <a:lnTo>
                    <a:pt x="4045288" y="1988337"/>
                  </a:lnTo>
                  <a:lnTo>
                    <a:pt x="4111324" y="1980923"/>
                  </a:lnTo>
                  <a:lnTo>
                    <a:pt x="4182791" y="1974197"/>
                  </a:lnTo>
                  <a:lnTo>
                    <a:pt x="4260384" y="1968086"/>
                  </a:lnTo>
                  <a:lnTo>
                    <a:pt x="4344662" y="1962521"/>
                  </a:lnTo>
                  <a:lnTo>
                    <a:pt x="4435958" y="1957450"/>
                  </a:lnTo>
                  <a:lnTo>
                    <a:pt x="4534256" y="1952830"/>
                  </a:lnTo>
                  <a:lnTo>
                    <a:pt x="4639056" y="1948632"/>
                  </a:lnTo>
                  <a:lnTo>
                    <a:pt x="4749224" y="1944840"/>
                  </a:lnTo>
                  <a:lnTo>
                    <a:pt x="4862871" y="1941449"/>
                  </a:lnTo>
                  <a:lnTo>
                    <a:pt x="4977292" y="1938465"/>
                  </a:lnTo>
                  <a:lnTo>
                    <a:pt x="5089037" y="1935896"/>
                  </a:lnTo>
                  <a:lnTo>
                    <a:pt x="5194152" y="1933748"/>
                  </a:lnTo>
                  <a:lnTo>
                    <a:pt x="5288599" y="1932022"/>
                  </a:lnTo>
                  <a:lnTo>
                    <a:pt x="5368826" y="1930701"/>
                  </a:lnTo>
                  <a:lnTo>
                    <a:pt x="5432349" y="1929755"/>
                  </a:lnTo>
                  <a:lnTo>
                    <a:pt x="5478228" y="1929134"/>
                  </a:lnTo>
                  <a:lnTo>
                    <a:pt x="5507309" y="1928775"/>
                  </a:lnTo>
                  <a:lnTo>
                    <a:pt x="5522198" y="1928607"/>
                  </a:lnTo>
                  <a:lnTo>
                    <a:pt x="5527073" y="1928556"/>
                  </a:lnTo>
                  <a:lnTo>
                    <a:pt x="5527445" y="1928553"/>
                  </a:lnTo>
                  <a:lnTo>
                    <a:pt x="6522385" y="1928553"/>
                  </a:lnTo>
                  <a:lnTo>
                    <a:pt x="6523493" y="1928517"/>
                  </a:lnTo>
                  <a:lnTo>
                    <a:pt x="6530806" y="1928261"/>
                  </a:lnTo>
                  <a:lnTo>
                    <a:pt x="6549352" y="1927555"/>
                  </a:lnTo>
                  <a:lnTo>
                    <a:pt x="6582783" y="1926164"/>
                  </a:lnTo>
                  <a:lnTo>
                    <a:pt x="6633169" y="1923864"/>
                  </a:lnTo>
                  <a:lnTo>
                    <a:pt x="6700839" y="1920463"/>
                  </a:lnTo>
                  <a:lnTo>
                    <a:pt x="6784435" y="1915818"/>
                  </a:lnTo>
                  <a:lnTo>
                    <a:pt x="6881204" y="1909842"/>
                  </a:lnTo>
                  <a:lnTo>
                    <a:pt x="6987498" y="1902501"/>
                  </a:lnTo>
                  <a:lnTo>
                    <a:pt x="7099346" y="1893799"/>
                  </a:lnTo>
                  <a:lnTo>
                    <a:pt x="7212972" y="1883763"/>
                  </a:lnTo>
                  <a:lnTo>
                    <a:pt x="7325161" y="1872418"/>
                  </a:lnTo>
                  <a:lnTo>
                    <a:pt x="7433448" y="1859773"/>
                  </a:lnTo>
                  <a:lnTo>
                    <a:pt x="7536155" y="1845808"/>
                  </a:lnTo>
                  <a:lnTo>
                    <a:pt x="7632315" y="1830461"/>
                  </a:lnTo>
                  <a:lnTo>
                    <a:pt x="7721546" y="1813633"/>
                  </a:lnTo>
                  <a:lnTo>
                    <a:pt x="7803908" y="1795180"/>
                  </a:lnTo>
                  <a:lnTo>
                    <a:pt x="7879774" y="1774920"/>
                  </a:lnTo>
                  <a:lnTo>
                    <a:pt x="7949720" y="1752636"/>
                  </a:lnTo>
                  <a:lnTo>
                    <a:pt x="8014442" y="1728081"/>
                  </a:lnTo>
                  <a:lnTo>
                    <a:pt x="8074689" y="1700999"/>
                  </a:lnTo>
                  <a:lnTo>
                    <a:pt x="8131222" y="1671143"/>
                  </a:lnTo>
                  <a:lnTo>
                    <a:pt x="8184768" y="1638318"/>
                  </a:lnTo>
                  <a:lnTo>
                    <a:pt x="8229629" y="1607127"/>
                  </a:lnTo>
                  <a:lnTo>
                    <a:pt x="8279746" y="1568186"/>
                  </a:lnTo>
                  <a:lnTo>
                    <a:pt x="8328499" y="1526062"/>
                  </a:lnTo>
                  <a:lnTo>
                    <a:pt x="8376302" y="1480694"/>
                  </a:lnTo>
                  <a:lnTo>
                    <a:pt x="8423480" y="1432085"/>
                  </a:lnTo>
                  <a:lnTo>
                    <a:pt x="8470281" y="1380314"/>
                  </a:lnTo>
                  <a:lnTo>
                    <a:pt x="8516892" y="1325536"/>
                  </a:lnTo>
                  <a:lnTo>
                    <a:pt x="8563445" y="1267994"/>
                  </a:lnTo>
                  <a:lnTo>
                    <a:pt x="8610022" y="1208010"/>
                  </a:lnTo>
                  <a:lnTo>
                    <a:pt x="8656666" y="1145986"/>
                  </a:lnTo>
                  <a:lnTo>
                    <a:pt x="8703390" y="1082394"/>
                  </a:lnTo>
                  <a:lnTo>
                    <a:pt x="8750176" y="1017759"/>
                  </a:lnTo>
                  <a:lnTo>
                    <a:pt x="8796994" y="952647"/>
                  </a:lnTo>
                  <a:lnTo>
                    <a:pt x="8843805" y="887639"/>
                  </a:lnTo>
                  <a:lnTo>
                    <a:pt x="8890572" y="823313"/>
                  </a:lnTo>
                  <a:lnTo>
                    <a:pt x="8937268" y="760223"/>
                  </a:lnTo>
                  <a:lnTo>
                    <a:pt x="8983886" y="698877"/>
                  </a:lnTo>
                  <a:lnTo>
                    <a:pt x="9030447" y="639722"/>
                  </a:lnTo>
                  <a:lnTo>
                    <a:pt x="9077008" y="583133"/>
                  </a:lnTo>
                  <a:lnTo>
                    <a:pt x="9123669" y="529405"/>
                  </a:lnTo>
                  <a:lnTo>
                    <a:pt x="9170580" y="478749"/>
                  </a:lnTo>
                  <a:lnTo>
                    <a:pt x="9217949" y="431292"/>
                  </a:lnTo>
                  <a:lnTo>
                    <a:pt x="9266050" y="387085"/>
                  </a:lnTo>
                  <a:lnTo>
                    <a:pt x="9315237" y="346108"/>
                  </a:lnTo>
                  <a:lnTo>
                    <a:pt x="9347647" y="321425"/>
                  </a:lnTo>
                  <a:lnTo>
                    <a:pt x="9399123" y="285925"/>
                  </a:lnTo>
                  <a:lnTo>
                    <a:pt x="9453007" y="253482"/>
                  </a:lnTo>
                  <a:lnTo>
                    <a:pt x="9509968" y="223989"/>
                  </a:lnTo>
                  <a:lnTo>
                    <a:pt x="9570738" y="197240"/>
                  </a:lnTo>
                  <a:lnTo>
                    <a:pt x="9636078" y="172985"/>
                  </a:lnTo>
                  <a:lnTo>
                    <a:pt x="9706735" y="150969"/>
                  </a:lnTo>
                  <a:lnTo>
                    <a:pt x="9783392" y="130949"/>
                  </a:lnTo>
                  <a:lnTo>
                    <a:pt x="9866605" y="112710"/>
                  </a:lnTo>
                  <a:lnTo>
                    <a:pt x="9956715" y="96076"/>
                  </a:lnTo>
                  <a:lnTo>
                    <a:pt x="10053732" y="80908"/>
                  </a:lnTo>
                  <a:lnTo>
                    <a:pt x="10157210" y="67112"/>
                  </a:lnTo>
                  <a:lnTo>
                    <a:pt x="10266098" y="54631"/>
                  </a:lnTo>
                  <a:lnTo>
                    <a:pt x="10378620" y="43451"/>
                  </a:lnTo>
                  <a:lnTo>
                    <a:pt x="10492214" y="33581"/>
                  </a:lnTo>
                  <a:lnTo>
                    <a:pt x="10603578" y="25050"/>
                  </a:lnTo>
                  <a:lnTo>
                    <a:pt x="10708888" y="17881"/>
                  </a:lnTo>
                  <a:lnTo>
                    <a:pt x="10804183" y="12076"/>
                  </a:lnTo>
                  <a:lnTo>
                    <a:pt x="10885896" y="7594"/>
                  </a:lnTo>
                  <a:lnTo>
                    <a:pt x="10951428" y="4341"/>
                  </a:lnTo>
                  <a:lnTo>
                    <a:pt x="10999620" y="2167"/>
                  </a:lnTo>
                  <a:lnTo>
                    <a:pt x="11031024" y="875"/>
                  </a:lnTo>
                  <a:lnTo>
                    <a:pt x="11047921" y="239"/>
                  </a:lnTo>
                  <a:lnTo>
                    <a:pt x="11054147" y="2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7" name="pl976"/>
            <p:cNvSpPr/>
            <p:nvPr/>
          </p:nvSpPr>
          <p:spPr>
            <a:xfrm>
              <a:off x="1199187" y="1734485"/>
              <a:ext cx="12049831" cy="2515504"/>
            </a:xfrm>
            <a:custGeom>
              <a:avLst/>
              <a:pathLst>
                <a:path w="12049831" h="2515504">
                  <a:moveTo>
                    <a:pt x="12049831" y="0"/>
                  </a:moveTo>
                  <a:lnTo>
                    <a:pt x="11054891" y="0"/>
                  </a:lnTo>
                  <a:lnTo>
                    <a:pt x="11053783" y="35"/>
                  </a:lnTo>
                  <a:lnTo>
                    <a:pt x="11046470" y="291"/>
                  </a:lnTo>
                  <a:lnTo>
                    <a:pt x="11027925" y="997"/>
                  </a:lnTo>
                  <a:lnTo>
                    <a:pt x="10994493" y="2388"/>
                  </a:lnTo>
                  <a:lnTo>
                    <a:pt x="10944108" y="4689"/>
                  </a:lnTo>
                  <a:lnTo>
                    <a:pt x="10876437" y="8089"/>
                  </a:lnTo>
                  <a:lnTo>
                    <a:pt x="10792842" y="12734"/>
                  </a:lnTo>
                  <a:lnTo>
                    <a:pt x="10696073" y="18710"/>
                  </a:lnTo>
                  <a:lnTo>
                    <a:pt x="10589779" y="26052"/>
                  </a:lnTo>
                  <a:lnTo>
                    <a:pt x="10477930" y="34753"/>
                  </a:lnTo>
                  <a:lnTo>
                    <a:pt x="10364304" y="44790"/>
                  </a:lnTo>
                  <a:lnTo>
                    <a:pt x="10252116" y="56134"/>
                  </a:lnTo>
                  <a:lnTo>
                    <a:pt x="10143828" y="68779"/>
                  </a:lnTo>
                  <a:lnTo>
                    <a:pt x="10041121" y="82745"/>
                  </a:lnTo>
                  <a:lnTo>
                    <a:pt x="9944962" y="98091"/>
                  </a:lnTo>
                  <a:lnTo>
                    <a:pt x="9855731" y="114920"/>
                  </a:lnTo>
                  <a:lnTo>
                    <a:pt x="9773369" y="133372"/>
                  </a:lnTo>
                  <a:lnTo>
                    <a:pt x="9697503" y="153632"/>
                  </a:lnTo>
                  <a:lnTo>
                    <a:pt x="9627556" y="175917"/>
                  </a:lnTo>
                  <a:lnTo>
                    <a:pt x="9562835" y="200472"/>
                  </a:lnTo>
                  <a:lnTo>
                    <a:pt x="9502587" y="227554"/>
                  </a:lnTo>
                  <a:lnTo>
                    <a:pt x="9446054" y="257409"/>
                  </a:lnTo>
                  <a:lnTo>
                    <a:pt x="9392509" y="290234"/>
                  </a:lnTo>
                  <a:lnTo>
                    <a:pt x="9347647" y="321425"/>
                  </a:lnTo>
                  <a:lnTo>
                    <a:pt x="9297531" y="360367"/>
                  </a:lnTo>
                  <a:lnTo>
                    <a:pt x="9248777" y="402490"/>
                  </a:lnTo>
                  <a:lnTo>
                    <a:pt x="9200974" y="447858"/>
                  </a:lnTo>
                  <a:lnTo>
                    <a:pt x="9153797" y="496467"/>
                  </a:lnTo>
                  <a:lnTo>
                    <a:pt x="9106995" y="548239"/>
                  </a:lnTo>
                  <a:lnTo>
                    <a:pt x="9060384" y="603016"/>
                  </a:lnTo>
                  <a:lnTo>
                    <a:pt x="9013832" y="660559"/>
                  </a:lnTo>
                  <a:lnTo>
                    <a:pt x="8967255" y="720543"/>
                  </a:lnTo>
                  <a:lnTo>
                    <a:pt x="8920610" y="782566"/>
                  </a:lnTo>
                  <a:lnTo>
                    <a:pt x="8873887" y="846159"/>
                  </a:lnTo>
                  <a:lnTo>
                    <a:pt x="8827101" y="910793"/>
                  </a:lnTo>
                  <a:lnTo>
                    <a:pt x="8780282" y="975905"/>
                  </a:lnTo>
                  <a:lnTo>
                    <a:pt x="8733471" y="1040913"/>
                  </a:lnTo>
                  <a:lnTo>
                    <a:pt x="8686705" y="1105239"/>
                  </a:lnTo>
                  <a:lnTo>
                    <a:pt x="8640009" y="1168329"/>
                  </a:lnTo>
                  <a:lnTo>
                    <a:pt x="8593391" y="1229676"/>
                  </a:lnTo>
                  <a:lnTo>
                    <a:pt x="8546830" y="1288831"/>
                  </a:lnTo>
                  <a:lnTo>
                    <a:pt x="8500268" y="1345419"/>
                  </a:lnTo>
                  <a:lnTo>
                    <a:pt x="8453607" y="1399147"/>
                  </a:lnTo>
                  <a:lnTo>
                    <a:pt x="8406696" y="1449803"/>
                  </a:lnTo>
                  <a:lnTo>
                    <a:pt x="8359328" y="1497260"/>
                  </a:lnTo>
                  <a:lnTo>
                    <a:pt x="8311227" y="1541467"/>
                  </a:lnTo>
                  <a:lnTo>
                    <a:pt x="8262039" y="1582445"/>
                  </a:lnTo>
                  <a:lnTo>
                    <a:pt x="8229629" y="1607127"/>
                  </a:lnTo>
                  <a:lnTo>
                    <a:pt x="8178153" y="1642628"/>
                  </a:lnTo>
                  <a:lnTo>
                    <a:pt x="8124269" y="1675071"/>
                  </a:lnTo>
                  <a:lnTo>
                    <a:pt x="8067309" y="1704564"/>
                  </a:lnTo>
                  <a:lnTo>
                    <a:pt x="8006538" y="1731313"/>
                  </a:lnTo>
                  <a:lnTo>
                    <a:pt x="7941198" y="1755567"/>
                  </a:lnTo>
                  <a:lnTo>
                    <a:pt x="7870542" y="1777583"/>
                  </a:lnTo>
                  <a:lnTo>
                    <a:pt x="7793884" y="1797604"/>
                  </a:lnTo>
                  <a:lnTo>
                    <a:pt x="7710671" y="1815842"/>
                  </a:lnTo>
                  <a:lnTo>
                    <a:pt x="7620562" y="1832476"/>
                  </a:lnTo>
                  <a:lnTo>
                    <a:pt x="7523544" y="1847644"/>
                  </a:lnTo>
                  <a:lnTo>
                    <a:pt x="7420066" y="1861441"/>
                  </a:lnTo>
                  <a:lnTo>
                    <a:pt x="7311178" y="1873921"/>
                  </a:lnTo>
                  <a:lnTo>
                    <a:pt x="7198656" y="1885102"/>
                  </a:lnTo>
                  <a:lnTo>
                    <a:pt x="7085063" y="1894971"/>
                  </a:lnTo>
                  <a:lnTo>
                    <a:pt x="6973699" y="1903502"/>
                  </a:lnTo>
                  <a:lnTo>
                    <a:pt x="6868389" y="1910671"/>
                  </a:lnTo>
                  <a:lnTo>
                    <a:pt x="6773094" y="1916476"/>
                  </a:lnTo>
                  <a:lnTo>
                    <a:pt x="6691380" y="1920958"/>
                  </a:lnTo>
                  <a:lnTo>
                    <a:pt x="6625849" y="1924211"/>
                  </a:lnTo>
                  <a:lnTo>
                    <a:pt x="6577657" y="1926385"/>
                  </a:lnTo>
                  <a:lnTo>
                    <a:pt x="6546253" y="1927677"/>
                  </a:lnTo>
                  <a:lnTo>
                    <a:pt x="6529356" y="1928314"/>
                  </a:lnTo>
                  <a:lnTo>
                    <a:pt x="6523129" y="1928529"/>
                  </a:lnTo>
                  <a:lnTo>
                    <a:pt x="6522385" y="1928553"/>
                  </a:lnTo>
                  <a:lnTo>
                    <a:pt x="5527445" y="1928553"/>
                  </a:lnTo>
                  <a:lnTo>
                    <a:pt x="5526312" y="1928564"/>
                  </a:lnTo>
                  <a:lnTo>
                    <a:pt x="5518830" y="1928644"/>
                  </a:lnTo>
                  <a:lnTo>
                    <a:pt x="5499869" y="1928864"/>
                  </a:lnTo>
                  <a:lnTo>
                    <a:pt x="5465718" y="1929298"/>
                  </a:lnTo>
                  <a:lnTo>
                    <a:pt x="5414307" y="1930014"/>
                  </a:lnTo>
                  <a:lnTo>
                    <a:pt x="5345363" y="1931073"/>
                  </a:lnTo>
                  <a:lnTo>
                    <a:pt x="5260345" y="1932519"/>
                  </a:lnTo>
                  <a:lnTo>
                    <a:pt x="5162133" y="1934377"/>
                  </a:lnTo>
                  <a:lnTo>
                    <a:pt x="5054497" y="1936657"/>
                  </a:lnTo>
                  <a:lnTo>
                    <a:pt x="4941504" y="1939357"/>
                  </a:lnTo>
                  <a:lnTo>
                    <a:pt x="4826987" y="1942470"/>
                  </a:lnTo>
                  <a:lnTo>
                    <a:pt x="4714179" y="1945986"/>
                  </a:lnTo>
                  <a:lnTo>
                    <a:pt x="4605529" y="1949905"/>
                  </a:lnTo>
                  <a:lnTo>
                    <a:pt x="4502679" y="1954233"/>
                  </a:lnTo>
                  <a:lnTo>
                    <a:pt x="4406550" y="1958991"/>
                  </a:lnTo>
                  <a:lnTo>
                    <a:pt x="4317474" y="1964212"/>
                  </a:lnTo>
                  <a:lnTo>
                    <a:pt x="4235341" y="1969941"/>
                  </a:lnTo>
                  <a:lnTo>
                    <a:pt x="4159739" y="1976238"/>
                  </a:lnTo>
                  <a:lnTo>
                    <a:pt x="4090056" y="1983171"/>
                  </a:lnTo>
                  <a:lnTo>
                    <a:pt x="4025567" y="1990818"/>
                  </a:lnTo>
                  <a:lnTo>
                    <a:pt x="3965502" y="1999259"/>
                  </a:lnTo>
                  <a:lnTo>
                    <a:pt x="3909084" y="2008569"/>
                  </a:lnTo>
                  <a:lnTo>
                    <a:pt x="3855578" y="2018805"/>
                  </a:lnTo>
                  <a:lnTo>
                    <a:pt x="3820202" y="2026378"/>
                  </a:lnTo>
                  <a:lnTo>
                    <a:pt x="3760273" y="2040707"/>
                  </a:lnTo>
                  <a:lnTo>
                    <a:pt x="3702180" y="2056436"/>
                  </a:lnTo>
                  <a:lnTo>
                    <a:pt x="3645258" y="2073587"/>
                  </a:lnTo>
                  <a:lnTo>
                    <a:pt x="3589014" y="2092139"/>
                  </a:lnTo>
                  <a:lnTo>
                    <a:pt x="3533093" y="2112023"/>
                  </a:lnTo>
                  <a:lnTo>
                    <a:pt x="3477260" y="2133116"/>
                  </a:lnTo>
                  <a:lnTo>
                    <a:pt x="3421377" y="2155245"/>
                  </a:lnTo>
                  <a:lnTo>
                    <a:pt x="3365388" y="2178187"/>
                  </a:lnTo>
                  <a:lnTo>
                    <a:pt x="3309296" y="2201681"/>
                  </a:lnTo>
                  <a:lnTo>
                    <a:pt x="3253148" y="2225436"/>
                  </a:lnTo>
                  <a:lnTo>
                    <a:pt x="3197009" y="2249147"/>
                  </a:lnTo>
                  <a:lnTo>
                    <a:pt x="3140943" y="2272511"/>
                  </a:lnTo>
                  <a:lnTo>
                    <a:pt x="3084986" y="2295246"/>
                  </a:lnTo>
                  <a:lnTo>
                    <a:pt x="3029126" y="2317099"/>
                  </a:lnTo>
                  <a:lnTo>
                    <a:pt x="2973287" y="2337861"/>
                  </a:lnTo>
                  <a:lnTo>
                    <a:pt x="2917302" y="2357373"/>
                  </a:lnTo>
                  <a:lnTo>
                    <a:pt x="2860905" y="2375529"/>
                  </a:lnTo>
                  <a:lnTo>
                    <a:pt x="2803705" y="2392273"/>
                  </a:lnTo>
                  <a:lnTo>
                    <a:pt x="2745163" y="2407596"/>
                  </a:lnTo>
                  <a:lnTo>
                    <a:pt x="2702183" y="2417679"/>
                  </a:lnTo>
                  <a:lnTo>
                    <a:pt x="2650291" y="2428565"/>
                  </a:lnTo>
                  <a:lnTo>
                    <a:pt x="2595947" y="2438506"/>
                  </a:lnTo>
                  <a:lnTo>
                    <a:pt x="2538466" y="2447536"/>
                  </a:lnTo>
                  <a:lnTo>
                    <a:pt x="2477097" y="2455719"/>
                  </a:lnTo>
                  <a:lnTo>
                    <a:pt x="2411061" y="2463134"/>
                  </a:lnTo>
                  <a:lnTo>
                    <a:pt x="2339594" y="2469859"/>
                  </a:lnTo>
                  <a:lnTo>
                    <a:pt x="2262001" y="2475971"/>
                  </a:lnTo>
                  <a:lnTo>
                    <a:pt x="2177723" y="2481535"/>
                  </a:lnTo>
                  <a:lnTo>
                    <a:pt x="2086427" y="2486607"/>
                  </a:lnTo>
                  <a:lnTo>
                    <a:pt x="1988129" y="2491227"/>
                  </a:lnTo>
                  <a:lnTo>
                    <a:pt x="1883329" y="2495425"/>
                  </a:lnTo>
                  <a:lnTo>
                    <a:pt x="1773161" y="2499217"/>
                  </a:lnTo>
                  <a:lnTo>
                    <a:pt x="1659514" y="2502607"/>
                  </a:lnTo>
                  <a:lnTo>
                    <a:pt x="1545093" y="2505591"/>
                  </a:lnTo>
                  <a:lnTo>
                    <a:pt x="1433348" y="2508161"/>
                  </a:lnTo>
                  <a:lnTo>
                    <a:pt x="1328233" y="2510308"/>
                  </a:lnTo>
                  <a:lnTo>
                    <a:pt x="1233786" y="2512035"/>
                  </a:lnTo>
                  <a:lnTo>
                    <a:pt x="1153559" y="2513356"/>
                  </a:lnTo>
                  <a:lnTo>
                    <a:pt x="1090036" y="2514302"/>
                  </a:lnTo>
                  <a:lnTo>
                    <a:pt x="1044157" y="2514923"/>
                  </a:lnTo>
                  <a:lnTo>
                    <a:pt x="1015076" y="2515282"/>
                  </a:lnTo>
                  <a:lnTo>
                    <a:pt x="1000187" y="2515450"/>
                  </a:lnTo>
                  <a:lnTo>
                    <a:pt x="995312" y="2515500"/>
                  </a:lnTo>
                  <a:lnTo>
                    <a:pt x="994940" y="2515504"/>
                  </a:lnTo>
                  <a:lnTo>
                    <a:pt x="0" y="2515504"/>
                  </a:lnTo>
                  <a:lnTo>
                    <a:pt x="0" y="25155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8" name="pg977"/>
            <p:cNvSpPr/>
            <p:nvPr/>
          </p:nvSpPr>
          <p:spPr>
            <a:xfrm>
              <a:off x="1199187" y="3736407"/>
              <a:ext cx="12049831" cy="524063"/>
            </a:xfrm>
            <a:custGeom>
              <a:avLst/>
              <a:pathLst>
                <a:path w="12049831" h="524063">
                  <a:moveTo>
                    <a:pt x="0" y="524063"/>
                  </a:moveTo>
                  <a:lnTo>
                    <a:pt x="994940" y="524063"/>
                  </a:lnTo>
                  <a:lnTo>
                    <a:pt x="996074" y="524053"/>
                  </a:lnTo>
                  <a:lnTo>
                    <a:pt x="1003560" y="523983"/>
                  </a:lnTo>
                  <a:lnTo>
                    <a:pt x="1022530" y="523788"/>
                  </a:lnTo>
                  <a:lnTo>
                    <a:pt x="1056698" y="523404"/>
                  </a:lnTo>
                  <a:lnTo>
                    <a:pt x="1108132" y="522770"/>
                  </a:lnTo>
                  <a:lnTo>
                    <a:pt x="1177106" y="521834"/>
                  </a:lnTo>
                  <a:lnTo>
                    <a:pt x="1262155" y="520556"/>
                  </a:lnTo>
                  <a:lnTo>
                    <a:pt x="1360400" y="518913"/>
                  </a:lnTo>
                  <a:lnTo>
                    <a:pt x="1468066" y="516896"/>
                  </a:lnTo>
                  <a:lnTo>
                    <a:pt x="1581086" y="514508"/>
                  </a:lnTo>
                  <a:lnTo>
                    <a:pt x="1695623" y="511756"/>
                  </a:lnTo>
                  <a:lnTo>
                    <a:pt x="1808445" y="508646"/>
                  </a:lnTo>
                  <a:lnTo>
                    <a:pt x="1917103" y="505181"/>
                  </a:lnTo>
                  <a:lnTo>
                    <a:pt x="2019955" y="501354"/>
                  </a:lnTo>
                  <a:lnTo>
                    <a:pt x="2116083" y="497146"/>
                  </a:lnTo>
                  <a:lnTo>
                    <a:pt x="2205156" y="492529"/>
                  </a:lnTo>
                  <a:lnTo>
                    <a:pt x="2287283" y="487462"/>
                  </a:lnTo>
                  <a:lnTo>
                    <a:pt x="2362879" y="481894"/>
                  </a:lnTo>
                  <a:lnTo>
                    <a:pt x="2432557" y="475762"/>
                  </a:lnTo>
                  <a:lnTo>
                    <a:pt x="2497040" y="468999"/>
                  </a:lnTo>
                  <a:lnTo>
                    <a:pt x="2557102" y="461534"/>
                  </a:lnTo>
                  <a:lnTo>
                    <a:pt x="2613517" y="453300"/>
                  </a:lnTo>
                  <a:lnTo>
                    <a:pt x="2667022" y="444247"/>
                  </a:lnTo>
                  <a:lnTo>
                    <a:pt x="2702183" y="437592"/>
                  </a:lnTo>
                  <a:lnTo>
                    <a:pt x="2762469" y="424846"/>
                  </a:lnTo>
                  <a:lnTo>
                    <a:pt x="2820901" y="410847"/>
                  </a:lnTo>
                  <a:lnTo>
                    <a:pt x="2878154" y="395576"/>
                  </a:lnTo>
                  <a:lnTo>
                    <a:pt x="2934729" y="379052"/>
                  </a:lnTo>
                  <a:lnTo>
                    <a:pt x="2990983" y="361339"/>
                  </a:lnTo>
                  <a:lnTo>
                    <a:pt x="3047154" y="342548"/>
                  </a:lnTo>
                  <a:lnTo>
                    <a:pt x="3103379" y="322837"/>
                  </a:lnTo>
                  <a:lnTo>
                    <a:pt x="3159713" y="302407"/>
                  </a:lnTo>
                  <a:lnTo>
                    <a:pt x="3216149" y="281496"/>
                  </a:lnTo>
                  <a:lnTo>
                    <a:pt x="3272638" y="260366"/>
                  </a:lnTo>
                  <a:lnTo>
                    <a:pt x="3329114" y="239293"/>
                  </a:lnTo>
                  <a:lnTo>
                    <a:pt x="3385512" y="218546"/>
                  </a:lnTo>
                  <a:lnTo>
                    <a:pt x="3441800" y="198381"/>
                  </a:lnTo>
                  <a:lnTo>
                    <a:pt x="3497992" y="179020"/>
                  </a:lnTo>
                  <a:lnTo>
                    <a:pt x="3554175" y="160649"/>
                  </a:lnTo>
                  <a:lnTo>
                    <a:pt x="3610525" y="143408"/>
                  </a:lnTo>
                  <a:lnTo>
                    <a:pt x="3667324" y="127386"/>
                  </a:lnTo>
                  <a:lnTo>
                    <a:pt x="3724985" y="112630"/>
                  </a:lnTo>
                  <a:lnTo>
                    <a:pt x="3784075" y="99144"/>
                  </a:lnTo>
                  <a:lnTo>
                    <a:pt x="3820202" y="91711"/>
                  </a:lnTo>
                  <a:lnTo>
                    <a:pt x="3872103" y="82086"/>
                  </a:lnTo>
                  <a:lnTo>
                    <a:pt x="3926458" y="73298"/>
                  </a:lnTo>
                  <a:lnTo>
                    <a:pt x="3983951" y="65315"/>
                  </a:lnTo>
                  <a:lnTo>
                    <a:pt x="4045334" y="58080"/>
                  </a:lnTo>
                  <a:lnTo>
                    <a:pt x="4111386" y="51526"/>
                  </a:lnTo>
                  <a:lnTo>
                    <a:pt x="4182871" y="45581"/>
                  </a:lnTo>
                  <a:lnTo>
                    <a:pt x="4260485" y="40178"/>
                  </a:lnTo>
                  <a:lnTo>
                    <a:pt x="4344788" y="35259"/>
                  </a:lnTo>
                  <a:lnTo>
                    <a:pt x="4436111" y="30776"/>
                  </a:lnTo>
                  <a:lnTo>
                    <a:pt x="4534438" y="26692"/>
                  </a:lnTo>
                  <a:lnTo>
                    <a:pt x="4639268" y="22981"/>
                  </a:lnTo>
                  <a:lnTo>
                    <a:pt x="4749466" y="19630"/>
                  </a:lnTo>
                  <a:lnTo>
                    <a:pt x="4863138" y="16633"/>
                  </a:lnTo>
                  <a:lnTo>
                    <a:pt x="4977577" y="13996"/>
                  </a:lnTo>
                  <a:lnTo>
                    <a:pt x="5089330" y="11725"/>
                  </a:lnTo>
                  <a:lnTo>
                    <a:pt x="5194439" y="9828"/>
                  </a:lnTo>
                  <a:lnTo>
                    <a:pt x="5288867" y="8302"/>
                  </a:lnTo>
                  <a:lnTo>
                    <a:pt x="5369058" y="7136"/>
                  </a:lnTo>
                  <a:lnTo>
                    <a:pt x="5432535" y="6300"/>
                  </a:lnTo>
                  <a:lnTo>
                    <a:pt x="5478361" y="5752"/>
                  </a:lnTo>
                  <a:lnTo>
                    <a:pt x="5507389" y="5436"/>
                  </a:lnTo>
                  <a:lnTo>
                    <a:pt x="5522233" y="5288"/>
                  </a:lnTo>
                  <a:lnTo>
                    <a:pt x="5527079" y="524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2" y="5244"/>
                  </a:lnTo>
                  <a:lnTo>
                    <a:pt x="6531019" y="5274"/>
                  </a:lnTo>
                  <a:lnTo>
                    <a:pt x="6550017" y="5357"/>
                  </a:lnTo>
                  <a:lnTo>
                    <a:pt x="6584233" y="5520"/>
                  </a:lnTo>
                  <a:lnTo>
                    <a:pt x="6635736" y="5789"/>
                  </a:lnTo>
                  <a:lnTo>
                    <a:pt x="6704795" y="6187"/>
                  </a:lnTo>
                  <a:lnTo>
                    <a:pt x="6789940" y="6730"/>
                  </a:lnTo>
                  <a:lnTo>
                    <a:pt x="6888281" y="7428"/>
                  </a:lnTo>
                  <a:lnTo>
                    <a:pt x="6996037" y="8285"/>
                  </a:lnTo>
                  <a:lnTo>
                    <a:pt x="7109132" y="9299"/>
                  </a:lnTo>
                  <a:lnTo>
                    <a:pt x="7223728" y="10469"/>
                  </a:lnTo>
                  <a:lnTo>
                    <a:pt x="7336591" y="11789"/>
                  </a:lnTo>
                  <a:lnTo>
                    <a:pt x="7445272" y="13261"/>
                  </a:lnTo>
                  <a:lnTo>
                    <a:pt x="7548133" y="14887"/>
                  </a:lnTo>
                  <a:lnTo>
                    <a:pt x="7644258" y="16674"/>
                  </a:lnTo>
                  <a:lnTo>
                    <a:pt x="7733321" y="18635"/>
                  </a:lnTo>
                  <a:lnTo>
                    <a:pt x="7815432" y="20788"/>
                  </a:lnTo>
                  <a:lnTo>
                    <a:pt x="7891011" y="23154"/>
                  </a:lnTo>
                  <a:lnTo>
                    <a:pt x="7960671" y="25759"/>
                  </a:lnTo>
                  <a:lnTo>
                    <a:pt x="8025138" y="28632"/>
                  </a:lnTo>
                  <a:lnTo>
                    <a:pt x="8085188" y="31804"/>
                  </a:lnTo>
                  <a:lnTo>
                    <a:pt x="8141597" y="35303"/>
                  </a:lnTo>
                  <a:lnTo>
                    <a:pt x="8195099" y="39150"/>
                  </a:lnTo>
                  <a:lnTo>
                    <a:pt x="8229629" y="41925"/>
                  </a:lnTo>
                  <a:lnTo>
                    <a:pt x="8291025" y="47439"/>
                  </a:lnTo>
                  <a:lnTo>
                    <a:pt x="8350511" y="53504"/>
                  </a:lnTo>
                  <a:lnTo>
                    <a:pt x="8408797" y="60130"/>
                  </a:lnTo>
                  <a:lnTo>
                    <a:pt x="8466402" y="67307"/>
                  </a:lnTo>
                  <a:lnTo>
                    <a:pt x="8523697" y="75004"/>
                  </a:lnTo>
                  <a:lnTo>
                    <a:pt x="8580922" y="83169"/>
                  </a:lnTo>
                  <a:lnTo>
                    <a:pt x="8638214" y="91731"/>
                  </a:lnTo>
                  <a:lnTo>
                    <a:pt x="8695621" y="100597"/>
                  </a:lnTo>
                  <a:lnTo>
                    <a:pt x="8753128" y="109657"/>
                  </a:lnTo>
                  <a:lnTo>
                    <a:pt x="8810679" y="118793"/>
                  </a:lnTo>
                  <a:lnTo>
                    <a:pt x="8868202" y="127883"/>
                  </a:lnTo>
                  <a:lnTo>
                    <a:pt x="8925636" y="136804"/>
                  </a:lnTo>
                  <a:lnTo>
                    <a:pt x="8982953" y="145446"/>
                  </a:lnTo>
                  <a:lnTo>
                    <a:pt x="9040185" y="153712"/>
                  </a:lnTo>
                  <a:lnTo>
                    <a:pt x="9097446" y="161524"/>
                  </a:lnTo>
                  <a:lnTo>
                    <a:pt x="9154951" y="168825"/>
                  </a:lnTo>
                  <a:lnTo>
                    <a:pt x="9213036" y="175582"/>
                  </a:lnTo>
                  <a:lnTo>
                    <a:pt x="9272185" y="181779"/>
                  </a:lnTo>
                  <a:lnTo>
                    <a:pt x="9333059" y="187420"/>
                  </a:lnTo>
                  <a:lnTo>
                    <a:pt x="9347647" y="188662"/>
                  </a:lnTo>
                  <a:lnTo>
                    <a:pt x="9399577" y="192747"/>
                  </a:lnTo>
                  <a:lnTo>
                    <a:pt x="9453962" y="196478"/>
                  </a:lnTo>
                  <a:lnTo>
                    <a:pt x="9511490" y="199866"/>
                  </a:lnTo>
                  <a:lnTo>
                    <a:pt x="9572913" y="202936"/>
                  </a:lnTo>
                  <a:lnTo>
                    <a:pt x="9639012" y="205717"/>
                  </a:lnTo>
                  <a:lnTo>
                    <a:pt x="9710551" y="208240"/>
                  </a:lnTo>
                  <a:lnTo>
                    <a:pt x="9788228" y="210533"/>
                  </a:lnTo>
                  <a:lnTo>
                    <a:pt x="9872603" y="212620"/>
                  </a:lnTo>
                  <a:lnTo>
                    <a:pt x="9964005" y="214522"/>
                  </a:lnTo>
                  <a:lnTo>
                    <a:pt x="10062418" y="216255"/>
                  </a:lnTo>
                  <a:lnTo>
                    <a:pt x="10167337" y="217829"/>
                  </a:lnTo>
                  <a:lnTo>
                    <a:pt x="10277619" y="219251"/>
                  </a:lnTo>
                  <a:lnTo>
                    <a:pt x="10391366" y="220522"/>
                  </a:lnTo>
                  <a:lnTo>
                    <a:pt x="10505859" y="221640"/>
                  </a:lnTo>
                  <a:lnTo>
                    <a:pt x="10617635" y="222602"/>
                  </a:lnTo>
                  <a:lnTo>
                    <a:pt x="10722729" y="223407"/>
                  </a:lnTo>
                  <a:lnTo>
                    <a:pt x="10817096" y="224053"/>
                  </a:lnTo>
                  <a:lnTo>
                    <a:pt x="10897185" y="224546"/>
                  </a:lnTo>
                  <a:lnTo>
                    <a:pt x="10960525" y="224900"/>
                  </a:lnTo>
                  <a:lnTo>
                    <a:pt x="11006196" y="225131"/>
                  </a:lnTo>
                  <a:lnTo>
                    <a:pt x="11035070" y="225265"/>
                  </a:lnTo>
                  <a:lnTo>
                    <a:pt x="11049783" y="225327"/>
                  </a:lnTo>
                  <a:lnTo>
                    <a:pt x="11054544" y="225346"/>
                  </a:lnTo>
                  <a:lnTo>
                    <a:pt x="11054891" y="225347"/>
                  </a:lnTo>
                  <a:lnTo>
                    <a:pt x="12049831" y="225347"/>
                  </a:lnTo>
                  <a:lnTo>
                    <a:pt x="12049831" y="220106"/>
                  </a:lnTo>
                  <a:lnTo>
                    <a:pt x="11054891" y="220106"/>
                  </a:lnTo>
                  <a:lnTo>
                    <a:pt x="11053755" y="220102"/>
                  </a:lnTo>
                  <a:lnTo>
                    <a:pt x="11046258" y="220072"/>
                  </a:lnTo>
                  <a:lnTo>
                    <a:pt x="11027259" y="219989"/>
                  </a:lnTo>
                  <a:lnTo>
                    <a:pt x="10993044" y="219826"/>
                  </a:lnTo>
                  <a:lnTo>
                    <a:pt x="10941541" y="219557"/>
                  </a:lnTo>
                  <a:lnTo>
                    <a:pt x="10872481" y="219159"/>
                  </a:lnTo>
                  <a:lnTo>
                    <a:pt x="10787336" y="218616"/>
                  </a:lnTo>
                  <a:lnTo>
                    <a:pt x="10688995" y="217918"/>
                  </a:lnTo>
                  <a:lnTo>
                    <a:pt x="10581240" y="217061"/>
                  </a:lnTo>
                  <a:lnTo>
                    <a:pt x="10468144" y="216047"/>
                  </a:lnTo>
                  <a:lnTo>
                    <a:pt x="10353548" y="214878"/>
                  </a:lnTo>
                  <a:lnTo>
                    <a:pt x="10240686" y="213557"/>
                  </a:lnTo>
                  <a:lnTo>
                    <a:pt x="10132005" y="212085"/>
                  </a:lnTo>
                  <a:lnTo>
                    <a:pt x="10029144" y="210459"/>
                  </a:lnTo>
                  <a:lnTo>
                    <a:pt x="9933018" y="208672"/>
                  </a:lnTo>
                  <a:lnTo>
                    <a:pt x="9843956" y="206711"/>
                  </a:lnTo>
                  <a:lnTo>
                    <a:pt x="9761844" y="204559"/>
                  </a:lnTo>
                  <a:lnTo>
                    <a:pt x="9686266" y="202193"/>
                  </a:lnTo>
                  <a:lnTo>
                    <a:pt x="9616606" y="199588"/>
                  </a:lnTo>
                  <a:lnTo>
                    <a:pt x="9552138" y="196714"/>
                  </a:lnTo>
                  <a:lnTo>
                    <a:pt x="9492088" y="193542"/>
                  </a:lnTo>
                  <a:lnTo>
                    <a:pt x="9435680" y="190043"/>
                  </a:lnTo>
                  <a:lnTo>
                    <a:pt x="9382177" y="186196"/>
                  </a:lnTo>
                  <a:lnTo>
                    <a:pt x="9347647" y="183422"/>
                  </a:lnTo>
                  <a:lnTo>
                    <a:pt x="9286251" y="177908"/>
                  </a:lnTo>
                  <a:lnTo>
                    <a:pt x="9226765" y="171842"/>
                  </a:lnTo>
                  <a:lnTo>
                    <a:pt x="9168480" y="165216"/>
                  </a:lnTo>
                  <a:lnTo>
                    <a:pt x="9110874" y="158040"/>
                  </a:lnTo>
                  <a:lnTo>
                    <a:pt x="9053580" y="150343"/>
                  </a:lnTo>
                  <a:lnTo>
                    <a:pt x="8996354" y="142177"/>
                  </a:lnTo>
                  <a:lnTo>
                    <a:pt x="8939063" y="133615"/>
                  </a:lnTo>
                  <a:lnTo>
                    <a:pt x="8881656" y="124750"/>
                  </a:lnTo>
                  <a:lnTo>
                    <a:pt x="8824149" y="115689"/>
                  </a:lnTo>
                  <a:lnTo>
                    <a:pt x="8766598" y="106553"/>
                  </a:lnTo>
                  <a:lnTo>
                    <a:pt x="8709074" y="97464"/>
                  </a:lnTo>
                  <a:lnTo>
                    <a:pt x="8651641" y="88542"/>
                  </a:lnTo>
                  <a:lnTo>
                    <a:pt x="8594324" y="79901"/>
                  </a:lnTo>
                  <a:lnTo>
                    <a:pt x="8537091" y="71635"/>
                  </a:lnTo>
                  <a:lnTo>
                    <a:pt x="8479830" y="63823"/>
                  </a:lnTo>
                  <a:lnTo>
                    <a:pt x="8422326" y="56521"/>
                  </a:lnTo>
                  <a:lnTo>
                    <a:pt x="8364240" y="49764"/>
                  </a:lnTo>
                  <a:lnTo>
                    <a:pt x="8305091" y="43568"/>
                  </a:lnTo>
                  <a:lnTo>
                    <a:pt x="8244217" y="37926"/>
                  </a:lnTo>
                  <a:lnTo>
                    <a:pt x="8229629" y="36684"/>
                  </a:lnTo>
                  <a:lnTo>
                    <a:pt x="8177700" y="32599"/>
                  </a:lnTo>
                  <a:lnTo>
                    <a:pt x="8123314" y="28869"/>
                  </a:lnTo>
                  <a:lnTo>
                    <a:pt x="8065787" y="25481"/>
                  </a:lnTo>
                  <a:lnTo>
                    <a:pt x="8004364" y="22410"/>
                  </a:lnTo>
                  <a:lnTo>
                    <a:pt x="7938265" y="19629"/>
                  </a:lnTo>
                  <a:lnTo>
                    <a:pt x="7866725" y="17106"/>
                  </a:lnTo>
                  <a:lnTo>
                    <a:pt x="7789048" y="14813"/>
                  </a:lnTo>
                  <a:lnTo>
                    <a:pt x="7704674" y="12726"/>
                  </a:lnTo>
                  <a:lnTo>
                    <a:pt x="7613272" y="10824"/>
                  </a:lnTo>
                  <a:lnTo>
                    <a:pt x="7514858" y="9092"/>
                  </a:lnTo>
                  <a:lnTo>
                    <a:pt x="7409940" y="7517"/>
                  </a:lnTo>
                  <a:lnTo>
                    <a:pt x="7299657" y="6096"/>
                  </a:lnTo>
                  <a:lnTo>
                    <a:pt x="7185911" y="4825"/>
                  </a:lnTo>
                  <a:lnTo>
                    <a:pt x="7071418" y="3706"/>
                  </a:lnTo>
                  <a:lnTo>
                    <a:pt x="6959641" y="2744"/>
                  </a:lnTo>
                  <a:lnTo>
                    <a:pt x="6854548" y="1940"/>
                  </a:lnTo>
                  <a:lnTo>
                    <a:pt x="6760180" y="1293"/>
                  </a:lnTo>
                  <a:lnTo>
                    <a:pt x="6680091" y="800"/>
                  </a:lnTo>
                  <a:lnTo>
                    <a:pt x="6616751" y="446"/>
                  </a:lnTo>
                  <a:lnTo>
                    <a:pt x="6571080" y="215"/>
                  </a:lnTo>
                  <a:lnTo>
                    <a:pt x="6542207" y="81"/>
                  </a:lnTo>
                  <a:lnTo>
                    <a:pt x="6527494" y="19"/>
                  </a:lnTo>
                  <a:lnTo>
                    <a:pt x="6522732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1" y="9"/>
                  </a:lnTo>
                  <a:lnTo>
                    <a:pt x="5518825" y="80"/>
                  </a:lnTo>
                  <a:lnTo>
                    <a:pt x="5499855" y="274"/>
                  </a:lnTo>
                  <a:lnTo>
                    <a:pt x="5465687" y="658"/>
                  </a:lnTo>
                  <a:lnTo>
                    <a:pt x="5414253" y="1292"/>
                  </a:lnTo>
                  <a:lnTo>
                    <a:pt x="5345279" y="2229"/>
                  </a:lnTo>
                  <a:lnTo>
                    <a:pt x="5260230" y="3507"/>
                  </a:lnTo>
                  <a:lnTo>
                    <a:pt x="5161985" y="5150"/>
                  </a:lnTo>
                  <a:lnTo>
                    <a:pt x="5054319" y="7166"/>
                  </a:lnTo>
                  <a:lnTo>
                    <a:pt x="4941299" y="9554"/>
                  </a:lnTo>
                  <a:lnTo>
                    <a:pt x="4826762" y="12307"/>
                  </a:lnTo>
                  <a:lnTo>
                    <a:pt x="4713940" y="15416"/>
                  </a:lnTo>
                  <a:lnTo>
                    <a:pt x="4605282" y="18881"/>
                  </a:lnTo>
                  <a:lnTo>
                    <a:pt x="4502430" y="22709"/>
                  </a:lnTo>
                  <a:lnTo>
                    <a:pt x="4406302" y="26916"/>
                  </a:lnTo>
                  <a:lnTo>
                    <a:pt x="4317229" y="31533"/>
                  </a:lnTo>
                  <a:lnTo>
                    <a:pt x="4235102" y="36600"/>
                  </a:lnTo>
                  <a:lnTo>
                    <a:pt x="4159505" y="42169"/>
                  </a:lnTo>
                  <a:lnTo>
                    <a:pt x="4089828" y="48300"/>
                  </a:lnTo>
                  <a:lnTo>
                    <a:pt x="4025345" y="55063"/>
                  </a:lnTo>
                  <a:lnTo>
                    <a:pt x="3965283" y="62528"/>
                  </a:lnTo>
                  <a:lnTo>
                    <a:pt x="3908868" y="70762"/>
                  </a:lnTo>
                  <a:lnTo>
                    <a:pt x="3855363" y="79815"/>
                  </a:lnTo>
                  <a:lnTo>
                    <a:pt x="3820202" y="86470"/>
                  </a:lnTo>
                  <a:lnTo>
                    <a:pt x="3759916" y="99216"/>
                  </a:lnTo>
                  <a:lnTo>
                    <a:pt x="3701484" y="113215"/>
                  </a:lnTo>
                  <a:lnTo>
                    <a:pt x="3644231" y="128486"/>
                  </a:lnTo>
                  <a:lnTo>
                    <a:pt x="3587656" y="145010"/>
                  </a:lnTo>
                  <a:lnTo>
                    <a:pt x="3531402" y="162723"/>
                  </a:lnTo>
                  <a:lnTo>
                    <a:pt x="3475231" y="181515"/>
                  </a:lnTo>
                  <a:lnTo>
                    <a:pt x="3419006" y="201226"/>
                  </a:lnTo>
                  <a:lnTo>
                    <a:pt x="3362672" y="221656"/>
                  </a:lnTo>
                  <a:lnTo>
                    <a:pt x="3306236" y="242567"/>
                  </a:lnTo>
                  <a:lnTo>
                    <a:pt x="3249747" y="263696"/>
                  </a:lnTo>
                  <a:lnTo>
                    <a:pt x="3193271" y="284770"/>
                  </a:lnTo>
                  <a:lnTo>
                    <a:pt x="3136873" y="305516"/>
                  </a:lnTo>
                  <a:lnTo>
                    <a:pt x="3080585" y="325682"/>
                  </a:lnTo>
                  <a:lnTo>
                    <a:pt x="3024393" y="345042"/>
                  </a:lnTo>
                  <a:lnTo>
                    <a:pt x="2968210" y="363413"/>
                  </a:lnTo>
                  <a:lnTo>
                    <a:pt x="2911860" y="380655"/>
                  </a:lnTo>
                  <a:lnTo>
                    <a:pt x="2855061" y="396676"/>
                  </a:lnTo>
                  <a:lnTo>
                    <a:pt x="2797400" y="411432"/>
                  </a:lnTo>
                  <a:lnTo>
                    <a:pt x="2738310" y="424919"/>
                  </a:lnTo>
                  <a:lnTo>
                    <a:pt x="2702183" y="432352"/>
                  </a:lnTo>
                  <a:lnTo>
                    <a:pt x="2650282" y="441976"/>
                  </a:lnTo>
                  <a:lnTo>
                    <a:pt x="2595927" y="450765"/>
                  </a:lnTo>
                  <a:lnTo>
                    <a:pt x="2538434" y="458748"/>
                  </a:lnTo>
                  <a:lnTo>
                    <a:pt x="2477051" y="465982"/>
                  </a:lnTo>
                  <a:lnTo>
                    <a:pt x="2410999" y="472536"/>
                  </a:lnTo>
                  <a:lnTo>
                    <a:pt x="2339514" y="478482"/>
                  </a:lnTo>
                  <a:lnTo>
                    <a:pt x="2261900" y="483885"/>
                  </a:lnTo>
                  <a:lnTo>
                    <a:pt x="2177597" y="488803"/>
                  </a:lnTo>
                  <a:lnTo>
                    <a:pt x="2086274" y="493286"/>
                  </a:lnTo>
                  <a:lnTo>
                    <a:pt x="1987947" y="497370"/>
                  </a:lnTo>
                  <a:lnTo>
                    <a:pt x="1883117" y="501081"/>
                  </a:lnTo>
                  <a:lnTo>
                    <a:pt x="1772919" y="504433"/>
                  </a:lnTo>
                  <a:lnTo>
                    <a:pt x="1659247" y="507429"/>
                  </a:lnTo>
                  <a:lnTo>
                    <a:pt x="1544808" y="510067"/>
                  </a:lnTo>
                  <a:lnTo>
                    <a:pt x="1433055" y="512337"/>
                  </a:lnTo>
                  <a:lnTo>
                    <a:pt x="1327946" y="514235"/>
                  </a:lnTo>
                  <a:lnTo>
                    <a:pt x="1233518" y="515760"/>
                  </a:lnTo>
                  <a:lnTo>
                    <a:pt x="1153327" y="516926"/>
                  </a:lnTo>
                  <a:lnTo>
                    <a:pt x="1089850" y="517762"/>
                  </a:lnTo>
                  <a:lnTo>
                    <a:pt x="1044024" y="518310"/>
                  </a:lnTo>
                  <a:lnTo>
                    <a:pt x="1014996" y="518627"/>
                  </a:lnTo>
                  <a:lnTo>
                    <a:pt x="1000152" y="518775"/>
                  </a:lnTo>
                  <a:lnTo>
                    <a:pt x="995306" y="518819"/>
                  </a:lnTo>
                  <a:lnTo>
                    <a:pt x="994940" y="518822"/>
                  </a:lnTo>
                  <a:lnTo>
                    <a:pt x="0" y="518822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79" name="pl978"/>
            <p:cNvSpPr/>
            <p:nvPr/>
          </p:nvSpPr>
          <p:spPr>
            <a:xfrm>
              <a:off x="1199187" y="3741648"/>
              <a:ext cx="12049831" cy="518822"/>
            </a:xfrm>
            <a:custGeom>
              <a:avLst/>
              <a:pathLst>
                <a:path w="12049831" h="518822">
                  <a:moveTo>
                    <a:pt x="0" y="518822"/>
                  </a:moveTo>
                  <a:lnTo>
                    <a:pt x="994940" y="518822"/>
                  </a:lnTo>
                  <a:lnTo>
                    <a:pt x="996074" y="518812"/>
                  </a:lnTo>
                  <a:lnTo>
                    <a:pt x="1003560" y="518742"/>
                  </a:lnTo>
                  <a:lnTo>
                    <a:pt x="1022530" y="518547"/>
                  </a:lnTo>
                  <a:lnTo>
                    <a:pt x="1056698" y="518164"/>
                  </a:lnTo>
                  <a:lnTo>
                    <a:pt x="1108132" y="517530"/>
                  </a:lnTo>
                  <a:lnTo>
                    <a:pt x="1177106" y="516593"/>
                  </a:lnTo>
                  <a:lnTo>
                    <a:pt x="1262155" y="515315"/>
                  </a:lnTo>
                  <a:lnTo>
                    <a:pt x="1360400" y="513672"/>
                  </a:lnTo>
                  <a:lnTo>
                    <a:pt x="1468066" y="511655"/>
                  </a:lnTo>
                  <a:lnTo>
                    <a:pt x="1581086" y="509267"/>
                  </a:lnTo>
                  <a:lnTo>
                    <a:pt x="1695623" y="506515"/>
                  </a:lnTo>
                  <a:lnTo>
                    <a:pt x="1808445" y="503406"/>
                  </a:lnTo>
                  <a:lnTo>
                    <a:pt x="1917103" y="499940"/>
                  </a:lnTo>
                  <a:lnTo>
                    <a:pt x="2019955" y="496113"/>
                  </a:lnTo>
                  <a:lnTo>
                    <a:pt x="2116083" y="491905"/>
                  </a:lnTo>
                  <a:lnTo>
                    <a:pt x="2205156" y="487289"/>
                  </a:lnTo>
                  <a:lnTo>
                    <a:pt x="2287283" y="482222"/>
                  </a:lnTo>
                  <a:lnTo>
                    <a:pt x="2362879" y="476653"/>
                  </a:lnTo>
                  <a:lnTo>
                    <a:pt x="2432557" y="470522"/>
                  </a:lnTo>
                  <a:lnTo>
                    <a:pt x="2497040" y="463759"/>
                  </a:lnTo>
                  <a:lnTo>
                    <a:pt x="2557102" y="456293"/>
                  </a:lnTo>
                  <a:lnTo>
                    <a:pt x="2613517" y="448060"/>
                  </a:lnTo>
                  <a:lnTo>
                    <a:pt x="2667022" y="439007"/>
                  </a:lnTo>
                  <a:lnTo>
                    <a:pt x="2702183" y="432352"/>
                  </a:lnTo>
                  <a:lnTo>
                    <a:pt x="2762469" y="419605"/>
                  </a:lnTo>
                  <a:lnTo>
                    <a:pt x="2820901" y="405607"/>
                  </a:lnTo>
                  <a:lnTo>
                    <a:pt x="2878154" y="390335"/>
                  </a:lnTo>
                  <a:lnTo>
                    <a:pt x="2934729" y="373811"/>
                  </a:lnTo>
                  <a:lnTo>
                    <a:pt x="2990983" y="356098"/>
                  </a:lnTo>
                  <a:lnTo>
                    <a:pt x="3047154" y="337307"/>
                  </a:lnTo>
                  <a:lnTo>
                    <a:pt x="3103379" y="317596"/>
                  </a:lnTo>
                  <a:lnTo>
                    <a:pt x="3159713" y="297166"/>
                  </a:lnTo>
                  <a:lnTo>
                    <a:pt x="3216149" y="276255"/>
                  </a:lnTo>
                  <a:lnTo>
                    <a:pt x="3272638" y="255126"/>
                  </a:lnTo>
                  <a:lnTo>
                    <a:pt x="3329114" y="234052"/>
                  </a:lnTo>
                  <a:lnTo>
                    <a:pt x="3385512" y="213305"/>
                  </a:lnTo>
                  <a:lnTo>
                    <a:pt x="3441800" y="193140"/>
                  </a:lnTo>
                  <a:lnTo>
                    <a:pt x="3497992" y="173780"/>
                  </a:lnTo>
                  <a:lnTo>
                    <a:pt x="3554175" y="155409"/>
                  </a:lnTo>
                  <a:lnTo>
                    <a:pt x="3610525" y="138167"/>
                  </a:lnTo>
                  <a:lnTo>
                    <a:pt x="3667324" y="122145"/>
                  </a:lnTo>
                  <a:lnTo>
                    <a:pt x="3724985" y="107390"/>
                  </a:lnTo>
                  <a:lnTo>
                    <a:pt x="3784075" y="93903"/>
                  </a:lnTo>
                  <a:lnTo>
                    <a:pt x="3820202" y="86470"/>
                  </a:lnTo>
                  <a:lnTo>
                    <a:pt x="3872103" y="76846"/>
                  </a:lnTo>
                  <a:lnTo>
                    <a:pt x="3926458" y="68057"/>
                  </a:lnTo>
                  <a:lnTo>
                    <a:pt x="3983951" y="60074"/>
                  </a:lnTo>
                  <a:lnTo>
                    <a:pt x="4045334" y="52840"/>
                  </a:lnTo>
                  <a:lnTo>
                    <a:pt x="4111386" y="46285"/>
                  </a:lnTo>
                  <a:lnTo>
                    <a:pt x="4182871" y="40340"/>
                  </a:lnTo>
                  <a:lnTo>
                    <a:pt x="4260485" y="34937"/>
                  </a:lnTo>
                  <a:lnTo>
                    <a:pt x="4344788" y="30019"/>
                  </a:lnTo>
                  <a:lnTo>
                    <a:pt x="4436111" y="25536"/>
                  </a:lnTo>
                  <a:lnTo>
                    <a:pt x="4534438" y="21452"/>
                  </a:lnTo>
                  <a:lnTo>
                    <a:pt x="4639268" y="17741"/>
                  </a:lnTo>
                  <a:lnTo>
                    <a:pt x="4749466" y="14389"/>
                  </a:lnTo>
                  <a:lnTo>
                    <a:pt x="4863138" y="11393"/>
                  </a:lnTo>
                  <a:lnTo>
                    <a:pt x="4977577" y="8755"/>
                  </a:lnTo>
                  <a:lnTo>
                    <a:pt x="5089330" y="6485"/>
                  </a:lnTo>
                  <a:lnTo>
                    <a:pt x="5194439" y="4587"/>
                  </a:lnTo>
                  <a:lnTo>
                    <a:pt x="5288867" y="3062"/>
                  </a:lnTo>
                  <a:lnTo>
                    <a:pt x="5369058" y="1895"/>
                  </a:lnTo>
                  <a:lnTo>
                    <a:pt x="5432535" y="1060"/>
                  </a:lnTo>
                  <a:lnTo>
                    <a:pt x="5478361" y="512"/>
                  </a:lnTo>
                  <a:lnTo>
                    <a:pt x="5507389" y="195"/>
                  </a:lnTo>
                  <a:lnTo>
                    <a:pt x="5522233" y="47"/>
                  </a:lnTo>
                  <a:lnTo>
                    <a:pt x="5527079" y="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2" y="4"/>
                  </a:lnTo>
                  <a:lnTo>
                    <a:pt x="6531019" y="34"/>
                  </a:lnTo>
                  <a:lnTo>
                    <a:pt x="6550017" y="116"/>
                  </a:lnTo>
                  <a:lnTo>
                    <a:pt x="6584233" y="279"/>
                  </a:lnTo>
                  <a:lnTo>
                    <a:pt x="6635736" y="549"/>
                  </a:lnTo>
                  <a:lnTo>
                    <a:pt x="6704795" y="947"/>
                  </a:lnTo>
                  <a:lnTo>
                    <a:pt x="6789940" y="1490"/>
                  </a:lnTo>
                  <a:lnTo>
                    <a:pt x="6888281" y="2188"/>
                  </a:lnTo>
                  <a:lnTo>
                    <a:pt x="6996037" y="3044"/>
                  </a:lnTo>
                  <a:lnTo>
                    <a:pt x="7109132" y="4059"/>
                  </a:lnTo>
                  <a:lnTo>
                    <a:pt x="7223728" y="5228"/>
                  </a:lnTo>
                  <a:lnTo>
                    <a:pt x="7336591" y="6549"/>
                  </a:lnTo>
                  <a:lnTo>
                    <a:pt x="7445272" y="8021"/>
                  </a:lnTo>
                  <a:lnTo>
                    <a:pt x="7548133" y="9646"/>
                  </a:lnTo>
                  <a:lnTo>
                    <a:pt x="7644258" y="11434"/>
                  </a:lnTo>
                  <a:lnTo>
                    <a:pt x="7733321" y="13395"/>
                  </a:lnTo>
                  <a:lnTo>
                    <a:pt x="7815432" y="15547"/>
                  </a:lnTo>
                  <a:lnTo>
                    <a:pt x="7891011" y="17913"/>
                  </a:lnTo>
                  <a:lnTo>
                    <a:pt x="7960671" y="20518"/>
                  </a:lnTo>
                  <a:lnTo>
                    <a:pt x="8025138" y="23392"/>
                  </a:lnTo>
                  <a:lnTo>
                    <a:pt x="8085188" y="26564"/>
                  </a:lnTo>
                  <a:lnTo>
                    <a:pt x="8141597" y="30062"/>
                  </a:lnTo>
                  <a:lnTo>
                    <a:pt x="8195099" y="33909"/>
                  </a:lnTo>
                  <a:lnTo>
                    <a:pt x="8229629" y="36684"/>
                  </a:lnTo>
                  <a:lnTo>
                    <a:pt x="8291025" y="42198"/>
                  </a:lnTo>
                  <a:lnTo>
                    <a:pt x="8350511" y="48264"/>
                  </a:lnTo>
                  <a:lnTo>
                    <a:pt x="8408797" y="54890"/>
                  </a:lnTo>
                  <a:lnTo>
                    <a:pt x="8466402" y="62066"/>
                  </a:lnTo>
                  <a:lnTo>
                    <a:pt x="8523697" y="69763"/>
                  </a:lnTo>
                  <a:lnTo>
                    <a:pt x="8580922" y="77929"/>
                  </a:lnTo>
                  <a:lnTo>
                    <a:pt x="8638214" y="86491"/>
                  </a:lnTo>
                  <a:lnTo>
                    <a:pt x="8695621" y="95356"/>
                  </a:lnTo>
                  <a:lnTo>
                    <a:pt x="8753128" y="104416"/>
                  </a:lnTo>
                  <a:lnTo>
                    <a:pt x="8810679" y="113553"/>
                  </a:lnTo>
                  <a:lnTo>
                    <a:pt x="8868202" y="122642"/>
                  </a:lnTo>
                  <a:lnTo>
                    <a:pt x="8925636" y="131563"/>
                  </a:lnTo>
                  <a:lnTo>
                    <a:pt x="8982953" y="140205"/>
                  </a:lnTo>
                  <a:lnTo>
                    <a:pt x="9040185" y="148471"/>
                  </a:lnTo>
                  <a:lnTo>
                    <a:pt x="9097446" y="156283"/>
                  </a:lnTo>
                  <a:lnTo>
                    <a:pt x="9154951" y="163585"/>
                  </a:lnTo>
                  <a:lnTo>
                    <a:pt x="9213036" y="170341"/>
                  </a:lnTo>
                  <a:lnTo>
                    <a:pt x="9272185" y="176538"/>
                  </a:lnTo>
                  <a:lnTo>
                    <a:pt x="9333059" y="182179"/>
                  </a:lnTo>
                  <a:lnTo>
                    <a:pt x="9347647" y="183422"/>
                  </a:lnTo>
                  <a:lnTo>
                    <a:pt x="9399577" y="187507"/>
                  </a:lnTo>
                  <a:lnTo>
                    <a:pt x="9453962" y="191237"/>
                  </a:lnTo>
                  <a:lnTo>
                    <a:pt x="9511490" y="194625"/>
                  </a:lnTo>
                  <a:lnTo>
                    <a:pt x="9572913" y="197695"/>
                  </a:lnTo>
                  <a:lnTo>
                    <a:pt x="9639012" y="200477"/>
                  </a:lnTo>
                  <a:lnTo>
                    <a:pt x="9710551" y="203000"/>
                  </a:lnTo>
                  <a:lnTo>
                    <a:pt x="9788228" y="205292"/>
                  </a:lnTo>
                  <a:lnTo>
                    <a:pt x="9872603" y="207379"/>
                  </a:lnTo>
                  <a:lnTo>
                    <a:pt x="9964005" y="209281"/>
                  </a:lnTo>
                  <a:lnTo>
                    <a:pt x="10062418" y="211014"/>
                  </a:lnTo>
                  <a:lnTo>
                    <a:pt x="10167337" y="212588"/>
                  </a:lnTo>
                  <a:lnTo>
                    <a:pt x="10277619" y="214010"/>
                  </a:lnTo>
                  <a:lnTo>
                    <a:pt x="10391366" y="215281"/>
                  </a:lnTo>
                  <a:lnTo>
                    <a:pt x="10505859" y="216399"/>
                  </a:lnTo>
                  <a:lnTo>
                    <a:pt x="10617635" y="217362"/>
                  </a:lnTo>
                  <a:lnTo>
                    <a:pt x="10722729" y="218166"/>
                  </a:lnTo>
                  <a:lnTo>
                    <a:pt x="10817096" y="218812"/>
                  </a:lnTo>
                  <a:lnTo>
                    <a:pt x="10897185" y="219306"/>
                  </a:lnTo>
                  <a:lnTo>
                    <a:pt x="10960525" y="219659"/>
                  </a:lnTo>
                  <a:lnTo>
                    <a:pt x="11006196" y="219891"/>
                  </a:lnTo>
                  <a:lnTo>
                    <a:pt x="11035070" y="220024"/>
                  </a:lnTo>
                  <a:lnTo>
                    <a:pt x="11049783" y="220086"/>
                  </a:lnTo>
                  <a:lnTo>
                    <a:pt x="11054544" y="220105"/>
                  </a:lnTo>
                  <a:lnTo>
                    <a:pt x="11054891" y="220106"/>
                  </a:lnTo>
                  <a:lnTo>
                    <a:pt x="12049831" y="220106"/>
                  </a:lnTo>
                  <a:lnTo>
                    <a:pt x="12049831" y="2201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0" name="pl979"/>
            <p:cNvSpPr/>
            <p:nvPr/>
          </p:nvSpPr>
          <p:spPr>
            <a:xfrm>
              <a:off x="1199187" y="3736407"/>
              <a:ext cx="12049831" cy="518822"/>
            </a:xfrm>
            <a:custGeom>
              <a:avLst/>
              <a:pathLst>
                <a:path w="12049831" h="518822">
                  <a:moveTo>
                    <a:pt x="12049831" y="220106"/>
                  </a:moveTo>
                  <a:lnTo>
                    <a:pt x="11054891" y="220106"/>
                  </a:lnTo>
                  <a:lnTo>
                    <a:pt x="11053755" y="220102"/>
                  </a:lnTo>
                  <a:lnTo>
                    <a:pt x="11046258" y="220072"/>
                  </a:lnTo>
                  <a:lnTo>
                    <a:pt x="11027259" y="219989"/>
                  </a:lnTo>
                  <a:lnTo>
                    <a:pt x="10993044" y="219826"/>
                  </a:lnTo>
                  <a:lnTo>
                    <a:pt x="10941541" y="219557"/>
                  </a:lnTo>
                  <a:lnTo>
                    <a:pt x="10872481" y="219159"/>
                  </a:lnTo>
                  <a:lnTo>
                    <a:pt x="10787336" y="218616"/>
                  </a:lnTo>
                  <a:lnTo>
                    <a:pt x="10688995" y="217918"/>
                  </a:lnTo>
                  <a:lnTo>
                    <a:pt x="10581240" y="217061"/>
                  </a:lnTo>
                  <a:lnTo>
                    <a:pt x="10468144" y="216047"/>
                  </a:lnTo>
                  <a:lnTo>
                    <a:pt x="10353548" y="214878"/>
                  </a:lnTo>
                  <a:lnTo>
                    <a:pt x="10240686" y="213557"/>
                  </a:lnTo>
                  <a:lnTo>
                    <a:pt x="10132005" y="212085"/>
                  </a:lnTo>
                  <a:lnTo>
                    <a:pt x="10029144" y="210459"/>
                  </a:lnTo>
                  <a:lnTo>
                    <a:pt x="9933018" y="208672"/>
                  </a:lnTo>
                  <a:lnTo>
                    <a:pt x="9843956" y="206711"/>
                  </a:lnTo>
                  <a:lnTo>
                    <a:pt x="9761844" y="204559"/>
                  </a:lnTo>
                  <a:lnTo>
                    <a:pt x="9686266" y="202193"/>
                  </a:lnTo>
                  <a:lnTo>
                    <a:pt x="9616606" y="199588"/>
                  </a:lnTo>
                  <a:lnTo>
                    <a:pt x="9552138" y="196714"/>
                  </a:lnTo>
                  <a:lnTo>
                    <a:pt x="9492088" y="193542"/>
                  </a:lnTo>
                  <a:lnTo>
                    <a:pt x="9435680" y="190043"/>
                  </a:lnTo>
                  <a:lnTo>
                    <a:pt x="9382177" y="186196"/>
                  </a:lnTo>
                  <a:lnTo>
                    <a:pt x="9347647" y="183422"/>
                  </a:lnTo>
                  <a:lnTo>
                    <a:pt x="9286251" y="177908"/>
                  </a:lnTo>
                  <a:lnTo>
                    <a:pt x="9226765" y="171842"/>
                  </a:lnTo>
                  <a:lnTo>
                    <a:pt x="9168480" y="165216"/>
                  </a:lnTo>
                  <a:lnTo>
                    <a:pt x="9110874" y="158040"/>
                  </a:lnTo>
                  <a:lnTo>
                    <a:pt x="9053580" y="150343"/>
                  </a:lnTo>
                  <a:lnTo>
                    <a:pt x="8996354" y="142177"/>
                  </a:lnTo>
                  <a:lnTo>
                    <a:pt x="8939063" y="133615"/>
                  </a:lnTo>
                  <a:lnTo>
                    <a:pt x="8881656" y="124750"/>
                  </a:lnTo>
                  <a:lnTo>
                    <a:pt x="8824149" y="115689"/>
                  </a:lnTo>
                  <a:lnTo>
                    <a:pt x="8766598" y="106553"/>
                  </a:lnTo>
                  <a:lnTo>
                    <a:pt x="8709074" y="97464"/>
                  </a:lnTo>
                  <a:lnTo>
                    <a:pt x="8651641" y="88542"/>
                  </a:lnTo>
                  <a:lnTo>
                    <a:pt x="8594324" y="79901"/>
                  </a:lnTo>
                  <a:lnTo>
                    <a:pt x="8537091" y="71635"/>
                  </a:lnTo>
                  <a:lnTo>
                    <a:pt x="8479830" y="63823"/>
                  </a:lnTo>
                  <a:lnTo>
                    <a:pt x="8422326" y="56521"/>
                  </a:lnTo>
                  <a:lnTo>
                    <a:pt x="8364240" y="49764"/>
                  </a:lnTo>
                  <a:lnTo>
                    <a:pt x="8305091" y="43568"/>
                  </a:lnTo>
                  <a:lnTo>
                    <a:pt x="8244217" y="37926"/>
                  </a:lnTo>
                  <a:lnTo>
                    <a:pt x="8229629" y="36684"/>
                  </a:lnTo>
                  <a:lnTo>
                    <a:pt x="8177700" y="32599"/>
                  </a:lnTo>
                  <a:lnTo>
                    <a:pt x="8123314" y="28869"/>
                  </a:lnTo>
                  <a:lnTo>
                    <a:pt x="8065787" y="25481"/>
                  </a:lnTo>
                  <a:lnTo>
                    <a:pt x="8004364" y="22410"/>
                  </a:lnTo>
                  <a:lnTo>
                    <a:pt x="7938265" y="19629"/>
                  </a:lnTo>
                  <a:lnTo>
                    <a:pt x="7866725" y="17106"/>
                  </a:lnTo>
                  <a:lnTo>
                    <a:pt x="7789048" y="14813"/>
                  </a:lnTo>
                  <a:lnTo>
                    <a:pt x="7704674" y="12726"/>
                  </a:lnTo>
                  <a:lnTo>
                    <a:pt x="7613272" y="10824"/>
                  </a:lnTo>
                  <a:lnTo>
                    <a:pt x="7514858" y="9092"/>
                  </a:lnTo>
                  <a:lnTo>
                    <a:pt x="7409940" y="7517"/>
                  </a:lnTo>
                  <a:lnTo>
                    <a:pt x="7299657" y="6096"/>
                  </a:lnTo>
                  <a:lnTo>
                    <a:pt x="7185911" y="4825"/>
                  </a:lnTo>
                  <a:lnTo>
                    <a:pt x="7071418" y="3706"/>
                  </a:lnTo>
                  <a:lnTo>
                    <a:pt x="6959641" y="2744"/>
                  </a:lnTo>
                  <a:lnTo>
                    <a:pt x="6854548" y="1940"/>
                  </a:lnTo>
                  <a:lnTo>
                    <a:pt x="6760180" y="1293"/>
                  </a:lnTo>
                  <a:lnTo>
                    <a:pt x="6680091" y="800"/>
                  </a:lnTo>
                  <a:lnTo>
                    <a:pt x="6616751" y="446"/>
                  </a:lnTo>
                  <a:lnTo>
                    <a:pt x="6571080" y="215"/>
                  </a:lnTo>
                  <a:lnTo>
                    <a:pt x="6542207" y="81"/>
                  </a:lnTo>
                  <a:lnTo>
                    <a:pt x="6527494" y="19"/>
                  </a:lnTo>
                  <a:lnTo>
                    <a:pt x="6522732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1" y="9"/>
                  </a:lnTo>
                  <a:lnTo>
                    <a:pt x="5518825" y="80"/>
                  </a:lnTo>
                  <a:lnTo>
                    <a:pt x="5499855" y="274"/>
                  </a:lnTo>
                  <a:lnTo>
                    <a:pt x="5465687" y="658"/>
                  </a:lnTo>
                  <a:lnTo>
                    <a:pt x="5414253" y="1292"/>
                  </a:lnTo>
                  <a:lnTo>
                    <a:pt x="5345279" y="2229"/>
                  </a:lnTo>
                  <a:lnTo>
                    <a:pt x="5260230" y="3507"/>
                  </a:lnTo>
                  <a:lnTo>
                    <a:pt x="5161985" y="5150"/>
                  </a:lnTo>
                  <a:lnTo>
                    <a:pt x="5054319" y="7166"/>
                  </a:lnTo>
                  <a:lnTo>
                    <a:pt x="4941299" y="9554"/>
                  </a:lnTo>
                  <a:lnTo>
                    <a:pt x="4826762" y="12307"/>
                  </a:lnTo>
                  <a:lnTo>
                    <a:pt x="4713940" y="15416"/>
                  </a:lnTo>
                  <a:lnTo>
                    <a:pt x="4605282" y="18881"/>
                  </a:lnTo>
                  <a:lnTo>
                    <a:pt x="4502430" y="22709"/>
                  </a:lnTo>
                  <a:lnTo>
                    <a:pt x="4406302" y="26916"/>
                  </a:lnTo>
                  <a:lnTo>
                    <a:pt x="4317229" y="31533"/>
                  </a:lnTo>
                  <a:lnTo>
                    <a:pt x="4235102" y="36600"/>
                  </a:lnTo>
                  <a:lnTo>
                    <a:pt x="4159505" y="42169"/>
                  </a:lnTo>
                  <a:lnTo>
                    <a:pt x="4089828" y="48300"/>
                  </a:lnTo>
                  <a:lnTo>
                    <a:pt x="4025345" y="55063"/>
                  </a:lnTo>
                  <a:lnTo>
                    <a:pt x="3965283" y="62528"/>
                  </a:lnTo>
                  <a:lnTo>
                    <a:pt x="3908868" y="70762"/>
                  </a:lnTo>
                  <a:lnTo>
                    <a:pt x="3855363" y="79815"/>
                  </a:lnTo>
                  <a:lnTo>
                    <a:pt x="3820202" y="86470"/>
                  </a:lnTo>
                  <a:lnTo>
                    <a:pt x="3759916" y="99216"/>
                  </a:lnTo>
                  <a:lnTo>
                    <a:pt x="3701484" y="113215"/>
                  </a:lnTo>
                  <a:lnTo>
                    <a:pt x="3644231" y="128486"/>
                  </a:lnTo>
                  <a:lnTo>
                    <a:pt x="3587656" y="145010"/>
                  </a:lnTo>
                  <a:lnTo>
                    <a:pt x="3531402" y="162723"/>
                  </a:lnTo>
                  <a:lnTo>
                    <a:pt x="3475231" y="181515"/>
                  </a:lnTo>
                  <a:lnTo>
                    <a:pt x="3419006" y="201226"/>
                  </a:lnTo>
                  <a:lnTo>
                    <a:pt x="3362672" y="221656"/>
                  </a:lnTo>
                  <a:lnTo>
                    <a:pt x="3306236" y="242567"/>
                  </a:lnTo>
                  <a:lnTo>
                    <a:pt x="3249747" y="263696"/>
                  </a:lnTo>
                  <a:lnTo>
                    <a:pt x="3193271" y="284770"/>
                  </a:lnTo>
                  <a:lnTo>
                    <a:pt x="3136873" y="305516"/>
                  </a:lnTo>
                  <a:lnTo>
                    <a:pt x="3080585" y="325682"/>
                  </a:lnTo>
                  <a:lnTo>
                    <a:pt x="3024393" y="345042"/>
                  </a:lnTo>
                  <a:lnTo>
                    <a:pt x="2968210" y="363413"/>
                  </a:lnTo>
                  <a:lnTo>
                    <a:pt x="2911860" y="380655"/>
                  </a:lnTo>
                  <a:lnTo>
                    <a:pt x="2855061" y="396676"/>
                  </a:lnTo>
                  <a:lnTo>
                    <a:pt x="2797400" y="411432"/>
                  </a:lnTo>
                  <a:lnTo>
                    <a:pt x="2738310" y="424919"/>
                  </a:lnTo>
                  <a:lnTo>
                    <a:pt x="2702183" y="432352"/>
                  </a:lnTo>
                  <a:lnTo>
                    <a:pt x="2650282" y="441976"/>
                  </a:lnTo>
                  <a:lnTo>
                    <a:pt x="2595927" y="450765"/>
                  </a:lnTo>
                  <a:lnTo>
                    <a:pt x="2538434" y="458748"/>
                  </a:lnTo>
                  <a:lnTo>
                    <a:pt x="2477051" y="465982"/>
                  </a:lnTo>
                  <a:lnTo>
                    <a:pt x="2410999" y="472536"/>
                  </a:lnTo>
                  <a:lnTo>
                    <a:pt x="2339514" y="478482"/>
                  </a:lnTo>
                  <a:lnTo>
                    <a:pt x="2261900" y="483885"/>
                  </a:lnTo>
                  <a:lnTo>
                    <a:pt x="2177597" y="488803"/>
                  </a:lnTo>
                  <a:lnTo>
                    <a:pt x="2086274" y="493286"/>
                  </a:lnTo>
                  <a:lnTo>
                    <a:pt x="1987947" y="497370"/>
                  </a:lnTo>
                  <a:lnTo>
                    <a:pt x="1883117" y="501081"/>
                  </a:lnTo>
                  <a:lnTo>
                    <a:pt x="1772919" y="504433"/>
                  </a:lnTo>
                  <a:lnTo>
                    <a:pt x="1659247" y="507429"/>
                  </a:lnTo>
                  <a:lnTo>
                    <a:pt x="1544808" y="510067"/>
                  </a:lnTo>
                  <a:lnTo>
                    <a:pt x="1433055" y="512337"/>
                  </a:lnTo>
                  <a:lnTo>
                    <a:pt x="1327946" y="514235"/>
                  </a:lnTo>
                  <a:lnTo>
                    <a:pt x="1233518" y="515760"/>
                  </a:lnTo>
                  <a:lnTo>
                    <a:pt x="1153327" y="516926"/>
                  </a:lnTo>
                  <a:lnTo>
                    <a:pt x="1089850" y="517762"/>
                  </a:lnTo>
                  <a:lnTo>
                    <a:pt x="1044024" y="518310"/>
                  </a:lnTo>
                  <a:lnTo>
                    <a:pt x="1014996" y="518627"/>
                  </a:lnTo>
                  <a:lnTo>
                    <a:pt x="1000152" y="518775"/>
                  </a:lnTo>
                  <a:lnTo>
                    <a:pt x="995306" y="518819"/>
                  </a:lnTo>
                  <a:lnTo>
                    <a:pt x="994940" y="518822"/>
                  </a:lnTo>
                  <a:lnTo>
                    <a:pt x="0" y="518822"/>
                  </a:lnTo>
                  <a:lnTo>
                    <a:pt x="0" y="5188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1" name="pg980"/>
            <p:cNvSpPr/>
            <p:nvPr/>
          </p:nvSpPr>
          <p:spPr>
            <a:xfrm>
              <a:off x="1199187" y="3778332"/>
              <a:ext cx="12049831" cy="1116255"/>
            </a:xfrm>
            <a:custGeom>
              <a:avLst/>
              <a:pathLst>
                <a:path w="12049831" h="1116255">
                  <a:moveTo>
                    <a:pt x="0" y="492619"/>
                  </a:moveTo>
                  <a:lnTo>
                    <a:pt x="994940" y="492619"/>
                  </a:lnTo>
                  <a:lnTo>
                    <a:pt x="996074" y="492610"/>
                  </a:lnTo>
                  <a:lnTo>
                    <a:pt x="1003562" y="492544"/>
                  </a:lnTo>
                  <a:lnTo>
                    <a:pt x="1022537" y="492363"/>
                  </a:lnTo>
                  <a:lnTo>
                    <a:pt x="1056712" y="492007"/>
                  </a:lnTo>
                  <a:lnTo>
                    <a:pt x="1108158" y="491418"/>
                  </a:lnTo>
                  <a:lnTo>
                    <a:pt x="1177146" y="490547"/>
                  </a:lnTo>
                  <a:lnTo>
                    <a:pt x="1262212" y="489359"/>
                  </a:lnTo>
                  <a:lnTo>
                    <a:pt x="1360472" y="487832"/>
                  </a:lnTo>
                  <a:lnTo>
                    <a:pt x="1468154" y="485957"/>
                  </a:lnTo>
                  <a:lnTo>
                    <a:pt x="1581186" y="483738"/>
                  </a:lnTo>
                  <a:lnTo>
                    <a:pt x="1695733" y="481179"/>
                  </a:lnTo>
                  <a:lnTo>
                    <a:pt x="1808561" y="478289"/>
                  </a:lnTo>
                  <a:lnTo>
                    <a:pt x="1917223" y="475068"/>
                  </a:lnTo>
                  <a:lnTo>
                    <a:pt x="2020077" y="471511"/>
                  </a:lnTo>
                  <a:lnTo>
                    <a:pt x="2116205" y="467600"/>
                  </a:lnTo>
                  <a:lnTo>
                    <a:pt x="2205276" y="463309"/>
                  </a:lnTo>
                  <a:lnTo>
                    <a:pt x="2287400" y="458599"/>
                  </a:lnTo>
                  <a:lnTo>
                    <a:pt x="2362993" y="453423"/>
                  </a:lnTo>
                  <a:lnTo>
                    <a:pt x="2432668" y="447724"/>
                  </a:lnTo>
                  <a:lnTo>
                    <a:pt x="2497148" y="441437"/>
                  </a:lnTo>
                  <a:lnTo>
                    <a:pt x="2557208" y="434498"/>
                  </a:lnTo>
                  <a:lnTo>
                    <a:pt x="2613623" y="426844"/>
                  </a:lnTo>
                  <a:lnTo>
                    <a:pt x="2667127" y="418429"/>
                  </a:lnTo>
                  <a:lnTo>
                    <a:pt x="2702183" y="412263"/>
                  </a:lnTo>
                  <a:lnTo>
                    <a:pt x="2762647" y="400380"/>
                  </a:lnTo>
                  <a:lnTo>
                    <a:pt x="2821247" y="387327"/>
                  </a:lnTo>
                  <a:lnTo>
                    <a:pt x="2878665" y="373084"/>
                  </a:lnTo>
                  <a:lnTo>
                    <a:pt x="2935405" y="357670"/>
                  </a:lnTo>
                  <a:lnTo>
                    <a:pt x="2991826" y="341146"/>
                  </a:lnTo>
                  <a:lnTo>
                    <a:pt x="3048166" y="323616"/>
                  </a:lnTo>
                  <a:lnTo>
                    <a:pt x="3104561" y="305228"/>
                  </a:lnTo>
                  <a:lnTo>
                    <a:pt x="3161067" y="286173"/>
                  </a:lnTo>
                  <a:lnTo>
                    <a:pt x="3217675" y="266674"/>
                  </a:lnTo>
                  <a:lnTo>
                    <a:pt x="3274334" y="246978"/>
                  </a:lnTo>
                  <a:lnTo>
                    <a:pt x="3330977" y="227341"/>
                  </a:lnTo>
                  <a:lnTo>
                    <a:pt x="3387542" y="208019"/>
                  </a:lnTo>
                  <a:lnTo>
                    <a:pt x="3443994" y="189248"/>
                  </a:lnTo>
                  <a:lnTo>
                    <a:pt x="3500352" y="171236"/>
                  </a:lnTo>
                  <a:lnTo>
                    <a:pt x="3556707" y="154157"/>
                  </a:lnTo>
                  <a:lnTo>
                    <a:pt x="3613239" y="138137"/>
                  </a:lnTo>
                  <a:lnTo>
                    <a:pt x="3670241" y="123262"/>
                  </a:lnTo>
                  <a:lnTo>
                    <a:pt x="3728135" y="109571"/>
                  </a:lnTo>
                  <a:lnTo>
                    <a:pt x="3787502" y="97065"/>
                  </a:lnTo>
                  <a:lnTo>
                    <a:pt x="3820202" y="90837"/>
                  </a:lnTo>
                  <a:lnTo>
                    <a:pt x="3872108" y="81893"/>
                  </a:lnTo>
                  <a:lnTo>
                    <a:pt x="3926468" y="73725"/>
                  </a:lnTo>
                  <a:lnTo>
                    <a:pt x="3983966" y="66306"/>
                  </a:lnTo>
                  <a:lnTo>
                    <a:pt x="4045356" y="59583"/>
                  </a:lnTo>
                  <a:lnTo>
                    <a:pt x="4111416" y="53491"/>
                  </a:lnTo>
                  <a:lnTo>
                    <a:pt x="4182910" y="47966"/>
                  </a:lnTo>
                  <a:lnTo>
                    <a:pt x="4260534" y="42945"/>
                  </a:lnTo>
                  <a:lnTo>
                    <a:pt x="4344849" y="38374"/>
                  </a:lnTo>
                  <a:lnTo>
                    <a:pt x="4436185" y="34208"/>
                  </a:lnTo>
                  <a:lnTo>
                    <a:pt x="4534527" y="30413"/>
                  </a:lnTo>
                  <a:lnTo>
                    <a:pt x="4639372" y="26964"/>
                  </a:lnTo>
                  <a:lnTo>
                    <a:pt x="4749583" y="23850"/>
                  </a:lnTo>
                  <a:lnTo>
                    <a:pt x="4863268" y="21065"/>
                  </a:lnTo>
                  <a:lnTo>
                    <a:pt x="4977716" y="18615"/>
                  </a:lnTo>
                  <a:lnTo>
                    <a:pt x="5089473" y="16505"/>
                  </a:lnTo>
                  <a:lnTo>
                    <a:pt x="5194580" y="14742"/>
                  </a:lnTo>
                  <a:lnTo>
                    <a:pt x="5288997" y="13325"/>
                  </a:lnTo>
                  <a:lnTo>
                    <a:pt x="5369172" y="12241"/>
                  </a:lnTo>
                  <a:lnTo>
                    <a:pt x="5432625" y="11465"/>
                  </a:lnTo>
                  <a:lnTo>
                    <a:pt x="5478426" y="10956"/>
                  </a:lnTo>
                  <a:lnTo>
                    <a:pt x="5507428" y="10662"/>
                  </a:lnTo>
                  <a:lnTo>
                    <a:pt x="5522251" y="10525"/>
                  </a:lnTo>
                  <a:lnTo>
                    <a:pt x="5527083" y="10484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512" y="10502"/>
                  </a:lnTo>
                  <a:lnTo>
                    <a:pt x="6530949" y="10651"/>
                  </a:lnTo>
                  <a:lnTo>
                    <a:pt x="6549800" y="11063"/>
                  </a:lnTo>
                  <a:lnTo>
                    <a:pt x="6583760" y="11875"/>
                  </a:lnTo>
                  <a:lnTo>
                    <a:pt x="6634899" y="13217"/>
                  </a:lnTo>
                  <a:lnTo>
                    <a:pt x="6703506" y="15200"/>
                  </a:lnTo>
                  <a:lnTo>
                    <a:pt x="6788148" y="17907"/>
                  </a:lnTo>
                  <a:lnTo>
                    <a:pt x="6885979" y="21388"/>
                  </a:lnTo>
                  <a:lnTo>
                    <a:pt x="6993262" y="25661"/>
                  </a:lnTo>
                  <a:lnTo>
                    <a:pt x="7105955" y="30722"/>
                  </a:lnTo>
                  <a:lnTo>
                    <a:pt x="7220239" y="36557"/>
                  </a:lnTo>
                  <a:lnTo>
                    <a:pt x="7332885" y="43150"/>
                  </a:lnTo>
                  <a:lnTo>
                    <a:pt x="7441442" y="50497"/>
                  </a:lnTo>
                  <a:lnTo>
                    <a:pt x="7544256" y="58612"/>
                  </a:lnTo>
                  <a:lnTo>
                    <a:pt x="7640395" y="67532"/>
                  </a:lnTo>
                  <a:lnTo>
                    <a:pt x="7729513" y="77318"/>
                  </a:lnTo>
                  <a:lnTo>
                    <a:pt x="7811707" y="88055"/>
                  </a:lnTo>
                  <a:lnTo>
                    <a:pt x="7887379" y="99853"/>
                  </a:lnTo>
                  <a:lnTo>
                    <a:pt x="7957131" y="112839"/>
                  </a:lnTo>
                  <a:lnTo>
                    <a:pt x="8021681" y="127158"/>
                  </a:lnTo>
                  <a:lnTo>
                    <a:pt x="8081794" y="142961"/>
                  </a:lnTo>
                  <a:lnTo>
                    <a:pt x="8138241" y="160388"/>
                  </a:lnTo>
                  <a:lnTo>
                    <a:pt x="8191756" y="179549"/>
                  </a:lnTo>
                  <a:lnTo>
                    <a:pt x="8229629" y="194776"/>
                  </a:lnTo>
                  <a:lnTo>
                    <a:pt x="8286050" y="220092"/>
                  </a:lnTo>
                  <a:lnTo>
                    <a:pt x="8340809" y="247736"/>
                  </a:lnTo>
                  <a:lnTo>
                    <a:pt x="8394471" y="277750"/>
                  </a:lnTo>
                  <a:lnTo>
                    <a:pt x="8447468" y="310111"/>
                  </a:lnTo>
                  <a:lnTo>
                    <a:pt x="8500114" y="344727"/>
                  </a:lnTo>
                  <a:lnTo>
                    <a:pt x="8552632" y="381430"/>
                  </a:lnTo>
                  <a:lnTo>
                    <a:pt x="8605160" y="419972"/>
                  </a:lnTo>
                  <a:lnTo>
                    <a:pt x="8657770" y="460034"/>
                  </a:lnTo>
                  <a:lnTo>
                    <a:pt x="8710479" y="501230"/>
                  </a:lnTo>
                  <a:lnTo>
                    <a:pt x="8763263" y="543126"/>
                  </a:lnTo>
                  <a:lnTo>
                    <a:pt x="8816073" y="585251"/>
                  </a:lnTo>
                  <a:lnTo>
                    <a:pt x="8868855" y="627128"/>
                  </a:lnTo>
                  <a:lnTo>
                    <a:pt x="8921560" y="668288"/>
                  </a:lnTo>
                  <a:lnTo>
                    <a:pt x="8974166" y="708298"/>
                  </a:lnTo>
                  <a:lnTo>
                    <a:pt x="9026692" y="746773"/>
                  </a:lnTo>
                  <a:lnTo>
                    <a:pt x="9079212" y="783398"/>
                  </a:lnTo>
                  <a:lnTo>
                    <a:pt x="9131867" y="817929"/>
                  </a:lnTo>
                  <a:lnTo>
                    <a:pt x="9184883" y="850201"/>
                  </a:lnTo>
                  <a:lnTo>
                    <a:pt x="9238580" y="880122"/>
                  </a:lnTo>
                  <a:lnTo>
                    <a:pt x="9293391" y="907674"/>
                  </a:lnTo>
                  <a:lnTo>
                    <a:pt x="9347647" y="931959"/>
                  </a:lnTo>
                  <a:lnTo>
                    <a:pt x="9399430" y="952427"/>
                  </a:lnTo>
                  <a:lnTo>
                    <a:pt x="9453652" y="971122"/>
                  </a:lnTo>
                  <a:lnTo>
                    <a:pt x="9510996" y="988107"/>
                  </a:lnTo>
                  <a:lnTo>
                    <a:pt x="9572206" y="1003503"/>
                  </a:lnTo>
                  <a:lnTo>
                    <a:pt x="9638059" y="1017455"/>
                  </a:lnTo>
                  <a:lnTo>
                    <a:pt x="9709311" y="1030113"/>
                  </a:lnTo>
                  <a:lnTo>
                    <a:pt x="9786656" y="1041618"/>
                  </a:lnTo>
                  <a:lnTo>
                    <a:pt x="9870652" y="1052094"/>
                  </a:lnTo>
                  <a:lnTo>
                    <a:pt x="9961634" y="1061644"/>
                  </a:lnTo>
                  <a:lnTo>
                    <a:pt x="10059594" y="1070346"/>
                  </a:lnTo>
                  <a:lnTo>
                    <a:pt x="10164044" y="1078256"/>
                  </a:lnTo>
                  <a:lnTo>
                    <a:pt x="10273876" y="1085403"/>
                  </a:lnTo>
                  <a:lnTo>
                    <a:pt x="10387227" y="1091796"/>
                  </a:lnTo>
                  <a:lnTo>
                    <a:pt x="10501434" y="1097428"/>
                  </a:lnTo>
                  <a:lnTo>
                    <a:pt x="10613084" y="1102282"/>
                  </a:lnTo>
                  <a:lnTo>
                    <a:pt x="10718258" y="1106345"/>
                  </a:lnTo>
                  <a:lnTo>
                    <a:pt x="10812937" y="1109618"/>
                  </a:lnTo>
                  <a:lnTo>
                    <a:pt x="10893565" y="1112127"/>
                  </a:lnTo>
                  <a:lnTo>
                    <a:pt x="10957624" y="1113932"/>
                  </a:lnTo>
                  <a:lnTo>
                    <a:pt x="11004116" y="1115122"/>
                  </a:lnTo>
                  <a:lnTo>
                    <a:pt x="11033808" y="1115815"/>
                  </a:lnTo>
                  <a:lnTo>
                    <a:pt x="11049219" y="1116144"/>
                  </a:lnTo>
                  <a:lnTo>
                    <a:pt x="11054437" y="1116246"/>
                  </a:lnTo>
                  <a:lnTo>
                    <a:pt x="11054891" y="1116255"/>
                  </a:lnTo>
                  <a:lnTo>
                    <a:pt x="12049831" y="1116255"/>
                  </a:lnTo>
                  <a:lnTo>
                    <a:pt x="12049831" y="1105773"/>
                  </a:lnTo>
                  <a:lnTo>
                    <a:pt x="11054891" y="1105773"/>
                  </a:lnTo>
                  <a:lnTo>
                    <a:pt x="11053764" y="1105752"/>
                  </a:lnTo>
                  <a:lnTo>
                    <a:pt x="11046327" y="1105603"/>
                  </a:lnTo>
                  <a:lnTo>
                    <a:pt x="11027476" y="1105191"/>
                  </a:lnTo>
                  <a:lnTo>
                    <a:pt x="10993516" y="1104379"/>
                  </a:lnTo>
                  <a:lnTo>
                    <a:pt x="10942378" y="1103037"/>
                  </a:lnTo>
                  <a:lnTo>
                    <a:pt x="10873770" y="1101054"/>
                  </a:lnTo>
                  <a:lnTo>
                    <a:pt x="10789129" y="1098347"/>
                  </a:lnTo>
                  <a:lnTo>
                    <a:pt x="10691297" y="1094866"/>
                  </a:lnTo>
                  <a:lnTo>
                    <a:pt x="10584015" y="1090593"/>
                  </a:lnTo>
                  <a:lnTo>
                    <a:pt x="10471322" y="1085532"/>
                  </a:lnTo>
                  <a:lnTo>
                    <a:pt x="10357038" y="1079697"/>
                  </a:lnTo>
                  <a:lnTo>
                    <a:pt x="10244391" y="1073104"/>
                  </a:lnTo>
                  <a:lnTo>
                    <a:pt x="10135835" y="1065757"/>
                  </a:lnTo>
                  <a:lnTo>
                    <a:pt x="10033021" y="1057642"/>
                  </a:lnTo>
                  <a:lnTo>
                    <a:pt x="9936882" y="1048722"/>
                  </a:lnTo>
                  <a:lnTo>
                    <a:pt x="9847763" y="1038936"/>
                  </a:lnTo>
                  <a:lnTo>
                    <a:pt x="9765570" y="1028199"/>
                  </a:lnTo>
                  <a:lnTo>
                    <a:pt x="9689898" y="1016401"/>
                  </a:lnTo>
                  <a:lnTo>
                    <a:pt x="9620145" y="1003415"/>
                  </a:lnTo>
                  <a:lnTo>
                    <a:pt x="9555596" y="989096"/>
                  </a:lnTo>
                  <a:lnTo>
                    <a:pt x="9495483" y="973293"/>
                  </a:lnTo>
                  <a:lnTo>
                    <a:pt x="9439036" y="955866"/>
                  </a:lnTo>
                  <a:lnTo>
                    <a:pt x="9385521" y="936705"/>
                  </a:lnTo>
                  <a:lnTo>
                    <a:pt x="9347647" y="921478"/>
                  </a:lnTo>
                  <a:lnTo>
                    <a:pt x="9291226" y="896162"/>
                  </a:lnTo>
                  <a:lnTo>
                    <a:pt x="9236468" y="868518"/>
                  </a:lnTo>
                  <a:lnTo>
                    <a:pt x="9182805" y="838504"/>
                  </a:lnTo>
                  <a:lnTo>
                    <a:pt x="9129809" y="806143"/>
                  </a:lnTo>
                  <a:lnTo>
                    <a:pt x="9077162" y="771527"/>
                  </a:lnTo>
                  <a:lnTo>
                    <a:pt x="9024644" y="734824"/>
                  </a:lnTo>
                  <a:lnTo>
                    <a:pt x="8972116" y="696282"/>
                  </a:lnTo>
                  <a:lnTo>
                    <a:pt x="8919506" y="656220"/>
                  </a:lnTo>
                  <a:lnTo>
                    <a:pt x="8866797" y="615024"/>
                  </a:lnTo>
                  <a:lnTo>
                    <a:pt x="8814014" y="573128"/>
                  </a:lnTo>
                  <a:lnTo>
                    <a:pt x="8761203" y="531003"/>
                  </a:lnTo>
                  <a:lnTo>
                    <a:pt x="8708422" y="489126"/>
                  </a:lnTo>
                  <a:lnTo>
                    <a:pt x="8655717" y="447966"/>
                  </a:lnTo>
                  <a:lnTo>
                    <a:pt x="8603110" y="407957"/>
                  </a:lnTo>
                  <a:lnTo>
                    <a:pt x="8550584" y="369481"/>
                  </a:lnTo>
                  <a:lnTo>
                    <a:pt x="8498065" y="332856"/>
                  </a:lnTo>
                  <a:lnTo>
                    <a:pt x="8445409" y="298325"/>
                  </a:lnTo>
                  <a:lnTo>
                    <a:pt x="8392393" y="266054"/>
                  </a:lnTo>
                  <a:lnTo>
                    <a:pt x="8338697" y="236132"/>
                  </a:lnTo>
                  <a:lnTo>
                    <a:pt x="8283885" y="208580"/>
                  </a:lnTo>
                  <a:lnTo>
                    <a:pt x="8229629" y="184295"/>
                  </a:lnTo>
                  <a:lnTo>
                    <a:pt x="8177847" y="163827"/>
                  </a:lnTo>
                  <a:lnTo>
                    <a:pt x="8123624" y="145132"/>
                  </a:lnTo>
                  <a:lnTo>
                    <a:pt x="8066281" y="128147"/>
                  </a:lnTo>
                  <a:lnTo>
                    <a:pt x="8005070" y="112751"/>
                  </a:lnTo>
                  <a:lnTo>
                    <a:pt x="7939218" y="98799"/>
                  </a:lnTo>
                  <a:lnTo>
                    <a:pt x="7867966" y="86141"/>
                  </a:lnTo>
                  <a:lnTo>
                    <a:pt x="7790621" y="74636"/>
                  </a:lnTo>
                  <a:lnTo>
                    <a:pt x="7706624" y="64160"/>
                  </a:lnTo>
                  <a:lnTo>
                    <a:pt x="7615643" y="54610"/>
                  </a:lnTo>
                  <a:lnTo>
                    <a:pt x="7517683" y="45908"/>
                  </a:lnTo>
                  <a:lnTo>
                    <a:pt x="7413232" y="37998"/>
                  </a:lnTo>
                  <a:lnTo>
                    <a:pt x="7303401" y="30851"/>
                  </a:lnTo>
                  <a:lnTo>
                    <a:pt x="7190049" y="24458"/>
                  </a:lnTo>
                  <a:lnTo>
                    <a:pt x="7075843" y="18826"/>
                  </a:lnTo>
                  <a:lnTo>
                    <a:pt x="6964192" y="13972"/>
                  </a:lnTo>
                  <a:lnTo>
                    <a:pt x="6859019" y="9909"/>
                  </a:lnTo>
                  <a:lnTo>
                    <a:pt x="6764339" y="6636"/>
                  </a:lnTo>
                  <a:lnTo>
                    <a:pt x="6683712" y="4127"/>
                  </a:lnTo>
                  <a:lnTo>
                    <a:pt x="6619653" y="2322"/>
                  </a:lnTo>
                  <a:lnTo>
                    <a:pt x="6573160" y="1132"/>
                  </a:lnTo>
                  <a:lnTo>
                    <a:pt x="6543469" y="439"/>
                  </a:lnTo>
                  <a:lnTo>
                    <a:pt x="6528058" y="110"/>
                  </a:lnTo>
                  <a:lnTo>
                    <a:pt x="6522840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1" y="9"/>
                  </a:lnTo>
                  <a:lnTo>
                    <a:pt x="5518823" y="74"/>
                  </a:lnTo>
                  <a:lnTo>
                    <a:pt x="5499848" y="255"/>
                  </a:lnTo>
                  <a:lnTo>
                    <a:pt x="5465673" y="612"/>
                  </a:lnTo>
                  <a:lnTo>
                    <a:pt x="5414227" y="1201"/>
                  </a:lnTo>
                  <a:lnTo>
                    <a:pt x="5345239" y="2072"/>
                  </a:lnTo>
                  <a:lnTo>
                    <a:pt x="5260173" y="3260"/>
                  </a:lnTo>
                  <a:lnTo>
                    <a:pt x="5161913" y="4787"/>
                  </a:lnTo>
                  <a:lnTo>
                    <a:pt x="5054231" y="6661"/>
                  </a:lnTo>
                  <a:lnTo>
                    <a:pt x="4941199" y="8881"/>
                  </a:lnTo>
                  <a:lnTo>
                    <a:pt x="4826652" y="11439"/>
                  </a:lnTo>
                  <a:lnTo>
                    <a:pt x="4713824" y="14329"/>
                  </a:lnTo>
                  <a:lnTo>
                    <a:pt x="4605162" y="17550"/>
                  </a:lnTo>
                  <a:lnTo>
                    <a:pt x="4502308" y="21108"/>
                  </a:lnTo>
                  <a:lnTo>
                    <a:pt x="4406180" y="25019"/>
                  </a:lnTo>
                  <a:lnTo>
                    <a:pt x="4317109" y="29310"/>
                  </a:lnTo>
                  <a:lnTo>
                    <a:pt x="4234985" y="34019"/>
                  </a:lnTo>
                  <a:lnTo>
                    <a:pt x="4159392" y="39196"/>
                  </a:lnTo>
                  <a:lnTo>
                    <a:pt x="4089717" y="44895"/>
                  </a:lnTo>
                  <a:lnTo>
                    <a:pt x="4025237" y="51181"/>
                  </a:lnTo>
                  <a:lnTo>
                    <a:pt x="3965177" y="58121"/>
                  </a:lnTo>
                  <a:lnTo>
                    <a:pt x="3908762" y="65774"/>
                  </a:lnTo>
                  <a:lnTo>
                    <a:pt x="3855258" y="74189"/>
                  </a:lnTo>
                  <a:lnTo>
                    <a:pt x="3820202" y="80356"/>
                  </a:lnTo>
                  <a:lnTo>
                    <a:pt x="3759738" y="92238"/>
                  </a:lnTo>
                  <a:lnTo>
                    <a:pt x="3701138" y="105292"/>
                  </a:lnTo>
                  <a:lnTo>
                    <a:pt x="3643720" y="119535"/>
                  </a:lnTo>
                  <a:lnTo>
                    <a:pt x="3586980" y="134948"/>
                  </a:lnTo>
                  <a:lnTo>
                    <a:pt x="3530559" y="151473"/>
                  </a:lnTo>
                  <a:lnTo>
                    <a:pt x="3474219" y="169003"/>
                  </a:lnTo>
                  <a:lnTo>
                    <a:pt x="3417824" y="187390"/>
                  </a:lnTo>
                  <a:lnTo>
                    <a:pt x="3361318" y="206445"/>
                  </a:lnTo>
                  <a:lnTo>
                    <a:pt x="3304710" y="225944"/>
                  </a:lnTo>
                  <a:lnTo>
                    <a:pt x="3248051" y="245641"/>
                  </a:lnTo>
                  <a:lnTo>
                    <a:pt x="3191408" y="265277"/>
                  </a:lnTo>
                  <a:lnTo>
                    <a:pt x="3134843" y="284600"/>
                  </a:lnTo>
                  <a:lnTo>
                    <a:pt x="3078391" y="303371"/>
                  </a:lnTo>
                  <a:lnTo>
                    <a:pt x="3022033" y="321382"/>
                  </a:lnTo>
                  <a:lnTo>
                    <a:pt x="2965678" y="338462"/>
                  </a:lnTo>
                  <a:lnTo>
                    <a:pt x="2909146" y="354481"/>
                  </a:lnTo>
                  <a:lnTo>
                    <a:pt x="2852144" y="369357"/>
                  </a:lnTo>
                  <a:lnTo>
                    <a:pt x="2794250" y="383048"/>
                  </a:lnTo>
                  <a:lnTo>
                    <a:pt x="2734883" y="395554"/>
                  </a:lnTo>
                  <a:lnTo>
                    <a:pt x="2702183" y="401781"/>
                  </a:lnTo>
                  <a:lnTo>
                    <a:pt x="2650277" y="410726"/>
                  </a:lnTo>
                  <a:lnTo>
                    <a:pt x="2595917" y="418894"/>
                  </a:lnTo>
                  <a:lnTo>
                    <a:pt x="2538419" y="426313"/>
                  </a:lnTo>
                  <a:lnTo>
                    <a:pt x="2477029" y="433036"/>
                  </a:lnTo>
                  <a:lnTo>
                    <a:pt x="2410969" y="439127"/>
                  </a:lnTo>
                  <a:lnTo>
                    <a:pt x="2339475" y="444653"/>
                  </a:lnTo>
                  <a:lnTo>
                    <a:pt x="2261851" y="449673"/>
                  </a:lnTo>
                  <a:lnTo>
                    <a:pt x="2177536" y="454244"/>
                  </a:lnTo>
                  <a:lnTo>
                    <a:pt x="2086200" y="458410"/>
                  </a:lnTo>
                  <a:lnTo>
                    <a:pt x="1987858" y="462206"/>
                  </a:lnTo>
                  <a:lnTo>
                    <a:pt x="1883013" y="465654"/>
                  </a:lnTo>
                  <a:lnTo>
                    <a:pt x="1772802" y="468769"/>
                  </a:lnTo>
                  <a:lnTo>
                    <a:pt x="1659117" y="471553"/>
                  </a:lnTo>
                  <a:lnTo>
                    <a:pt x="1544669" y="474004"/>
                  </a:lnTo>
                  <a:lnTo>
                    <a:pt x="1432912" y="476114"/>
                  </a:lnTo>
                  <a:lnTo>
                    <a:pt x="1327805" y="477877"/>
                  </a:lnTo>
                  <a:lnTo>
                    <a:pt x="1233388" y="479294"/>
                  </a:lnTo>
                  <a:lnTo>
                    <a:pt x="1153213" y="480378"/>
                  </a:lnTo>
                  <a:lnTo>
                    <a:pt x="1089760" y="481154"/>
                  </a:lnTo>
                  <a:lnTo>
                    <a:pt x="1043959" y="481662"/>
                  </a:lnTo>
                  <a:lnTo>
                    <a:pt x="1014957" y="481956"/>
                  </a:lnTo>
                  <a:lnTo>
                    <a:pt x="1000134" y="482094"/>
                  </a:lnTo>
                  <a:lnTo>
                    <a:pt x="995302" y="482135"/>
                  </a:lnTo>
                  <a:lnTo>
                    <a:pt x="994940" y="482138"/>
                  </a:lnTo>
                  <a:lnTo>
                    <a:pt x="0" y="482138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82" name="pl981"/>
            <p:cNvSpPr/>
            <p:nvPr/>
          </p:nvSpPr>
          <p:spPr>
            <a:xfrm>
              <a:off x="1199187" y="3788813"/>
              <a:ext cx="12049831" cy="1105773"/>
            </a:xfrm>
            <a:custGeom>
              <a:avLst/>
              <a:pathLst>
                <a:path w="12049831" h="1105773">
                  <a:moveTo>
                    <a:pt x="0" y="482138"/>
                  </a:moveTo>
                  <a:lnTo>
                    <a:pt x="994940" y="482138"/>
                  </a:lnTo>
                  <a:lnTo>
                    <a:pt x="996074" y="482129"/>
                  </a:lnTo>
                  <a:lnTo>
                    <a:pt x="1003562" y="482063"/>
                  </a:lnTo>
                  <a:lnTo>
                    <a:pt x="1022537" y="481882"/>
                  </a:lnTo>
                  <a:lnTo>
                    <a:pt x="1056712" y="481526"/>
                  </a:lnTo>
                  <a:lnTo>
                    <a:pt x="1108158" y="480936"/>
                  </a:lnTo>
                  <a:lnTo>
                    <a:pt x="1177146" y="480066"/>
                  </a:lnTo>
                  <a:lnTo>
                    <a:pt x="1262212" y="478878"/>
                  </a:lnTo>
                  <a:lnTo>
                    <a:pt x="1360472" y="477350"/>
                  </a:lnTo>
                  <a:lnTo>
                    <a:pt x="1468154" y="475476"/>
                  </a:lnTo>
                  <a:lnTo>
                    <a:pt x="1581186" y="473256"/>
                  </a:lnTo>
                  <a:lnTo>
                    <a:pt x="1695733" y="470698"/>
                  </a:lnTo>
                  <a:lnTo>
                    <a:pt x="1808561" y="467808"/>
                  </a:lnTo>
                  <a:lnTo>
                    <a:pt x="1917223" y="464587"/>
                  </a:lnTo>
                  <a:lnTo>
                    <a:pt x="2020077" y="461030"/>
                  </a:lnTo>
                  <a:lnTo>
                    <a:pt x="2116205" y="457119"/>
                  </a:lnTo>
                  <a:lnTo>
                    <a:pt x="2205276" y="452827"/>
                  </a:lnTo>
                  <a:lnTo>
                    <a:pt x="2287400" y="448118"/>
                  </a:lnTo>
                  <a:lnTo>
                    <a:pt x="2362993" y="442942"/>
                  </a:lnTo>
                  <a:lnTo>
                    <a:pt x="2432668" y="437242"/>
                  </a:lnTo>
                  <a:lnTo>
                    <a:pt x="2497148" y="430956"/>
                  </a:lnTo>
                  <a:lnTo>
                    <a:pt x="2557208" y="424017"/>
                  </a:lnTo>
                  <a:lnTo>
                    <a:pt x="2613623" y="416363"/>
                  </a:lnTo>
                  <a:lnTo>
                    <a:pt x="2667127" y="407948"/>
                  </a:lnTo>
                  <a:lnTo>
                    <a:pt x="2702183" y="401781"/>
                  </a:lnTo>
                  <a:lnTo>
                    <a:pt x="2762647" y="389899"/>
                  </a:lnTo>
                  <a:lnTo>
                    <a:pt x="2821247" y="376846"/>
                  </a:lnTo>
                  <a:lnTo>
                    <a:pt x="2878665" y="362603"/>
                  </a:lnTo>
                  <a:lnTo>
                    <a:pt x="2935405" y="347189"/>
                  </a:lnTo>
                  <a:lnTo>
                    <a:pt x="2991826" y="330665"/>
                  </a:lnTo>
                  <a:lnTo>
                    <a:pt x="3048166" y="313134"/>
                  </a:lnTo>
                  <a:lnTo>
                    <a:pt x="3104561" y="294747"/>
                  </a:lnTo>
                  <a:lnTo>
                    <a:pt x="3161067" y="275692"/>
                  </a:lnTo>
                  <a:lnTo>
                    <a:pt x="3217675" y="256193"/>
                  </a:lnTo>
                  <a:lnTo>
                    <a:pt x="3274334" y="236497"/>
                  </a:lnTo>
                  <a:lnTo>
                    <a:pt x="3330977" y="216860"/>
                  </a:lnTo>
                  <a:lnTo>
                    <a:pt x="3387542" y="197537"/>
                  </a:lnTo>
                  <a:lnTo>
                    <a:pt x="3443994" y="178766"/>
                  </a:lnTo>
                  <a:lnTo>
                    <a:pt x="3500352" y="160755"/>
                  </a:lnTo>
                  <a:lnTo>
                    <a:pt x="3556707" y="143676"/>
                  </a:lnTo>
                  <a:lnTo>
                    <a:pt x="3613239" y="127656"/>
                  </a:lnTo>
                  <a:lnTo>
                    <a:pt x="3670241" y="112781"/>
                  </a:lnTo>
                  <a:lnTo>
                    <a:pt x="3728135" y="99090"/>
                  </a:lnTo>
                  <a:lnTo>
                    <a:pt x="3787502" y="86584"/>
                  </a:lnTo>
                  <a:lnTo>
                    <a:pt x="3820202" y="80356"/>
                  </a:lnTo>
                  <a:lnTo>
                    <a:pt x="3872108" y="71411"/>
                  </a:lnTo>
                  <a:lnTo>
                    <a:pt x="3926468" y="63243"/>
                  </a:lnTo>
                  <a:lnTo>
                    <a:pt x="3983966" y="55825"/>
                  </a:lnTo>
                  <a:lnTo>
                    <a:pt x="4045356" y="49101"/>
                  </a:lnTo>
                  <a:lnTo>
                    <a:pt x="4111416" y="43010"/>
                  </a:lnTo>
                  <a:lnTo>
                    <a:pt x="4182910" y="37485"/>
                  </a:lnTo>
                  <a:lnTo>
                    <a:pt x="4260534" y="32464"/>
                  </a:lnTo>
                  <a:lnTo>
                    <a:pt x="4344849" y="27893"/>
                  </a:lnTo>
                  <a:lnTo>
                    <a:pt x="4436185" y="23727"/>
                  </a:lnTo>
                  <a:lnTo>
                    <a:pt x="4534527" y="19932"/>
                  </a:lnTo>
                  <a:lnTo>
                    <a:pt x="4639372" y="16483"/>
                  </a:lnTo>
                  <a:lnTo>
                    <a:pt x="4749583" y="13368"/>
                  </a:lnTo>
                  <a:lnTo>
                    <a:pt x="4863268" y="10584"/>
                  </a:lnTo>
                  <a:lnTo>
                    <a:pt x="4977716" y="8133"/>
                  </a:lnTo>
                  <a:lnTo>
                    <a:pt x="5089473" y="6024"/>
                  </a:lnTo>
                  <a:lnTo>
                    <a:pt x="5194580" y="4260"/>
                  </a:lnTo>
                  <a:lnTo>
                    <a:pt x="5288997" y="2843"/>
                  </a:lnTo>
                  <a:lnTo>
                    <a:pt x="5369172" y="1760"/>
                  </a:lnTo>
                  <a:lnTo>
                    <a:pt x="5432625" y="984"/>
                  </a:lnTo>
                  <a:lnTo>
                    <a:pt x="5478426" y="475"/>
                  </a:lnTo>
                  <a:lnTo>
                    <a:pt x="5507428" y="181"/>
                  </a:lnTo>
                  <a:lnTo>
                    <a:pt x="5522251" y="44"/>
                  </a:lnTo>
                  <a:lnTo>
                    <a:pt x="5527083" y="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2" y="20"/>
                  </a:lnTo>
                  <a:lnTo>
                    <a:pt x="6530949" y="170"/>
                  </a:lnTo>
                  <a:lnTo>
                    <a:pt x="6549800" y="582"/>
                  </a:lnTo>
                  <a:lnTo>
                    <a:pt x="6583760" y="1394"/>
                  </a:lnTo>
                  <a:lnTo>
                    <a:pt x="6634899" y="2736"/>
                  </a:lnTo>
                  <a:lnTo>
                    <a:pt x="6703506" y="4719"/>
                  </a:lnTo>
                  <a:lnTo>
                    <a:pt x="6788148" y="7426"/>
                  </a:lnTo>
                  <a:lnTo>
                    <a:pt x="6885979" y="10906"/>
                  </a:lnTo>
                  <a:lnTo>
                    <a:pt x="6993262" y="15179"/>
                  </a:lnTo>
                  <a:lnTo>
                    <a:pt x="7105955" y="20241"/>
                  </a:lnTo>
                  <a:lnTo>
                    <a:pt x="7220239" y="26075"/>
                  </a:lnTo>
                  <a:lnTo>
                    <a:pt x="7332885" y="32668"/>
                  </a:lnTo>
                  <a:lnTo>
                    <a:pt x="7441442" y="40015"/>
                  </a:lnTo>
                  <a:lnTo>
                    <a:pt x="7544256" y="48131"/>
                  </a:lnTo>
                  <a:lnTo>
                    <a:pt x="7640395" y="57051"/>
                  </a:lnTo>
                  <a:lnTo>
                    <a:pt x="7729513" y="66837"/>
                  </a:lnTo>
                  <a:lnTo>
                    <a:pt x="7811707" y="77574"/>
                  </a:lnTo>
                  <a:lnTo>
                    <a:pt x="7887379" y="89371"/>
                  </a:lnTo>
                  <a:lnTo>
                    <a:pt x="7957131" y="102358"/>
                  </a:lnTo>
                  <a:lnTo>
                    <a:pt x="8021681" y="116677"/>
                  </a:lnTo>
                  <a:lnTo>
                    <a:pt x="8081794" y="132479"/>
                  </a:lnTo>
                  <a:lnTo>
                    <a:pt x="8138241" y="149907"/>
                  </a:lnTo>
                  <a:lnTo>
                    <a:pt x="8191756" y="169068"/>
                  </a:lnTo>
                  <a:lnTo>
                    <a:pt x="8229629" y="184295"/>
                  </a:lnTo>
                  <a:lnTo>
                    <a:pt x="8286050" y="209611"/>
                  </a:lnTo>
                  <a:lnTo>
                    <a:pt x="8340809" y="237255"/>
                  </a:lnTo>
                  <a:lnTo>
                    <a:pt x="8394471" y="267268"/>
                  </a:lnTo>
                  <a:lnTo>
                    <a:pt x="8447468" y="299630"/>
                  </a:lnTo>
                  <a:lnTo>
                    <a:pt x="8500114" y="334246"/>
                  </a:lnTo>
                  <a:lnTo>
                    <a:pt x="8552632" y="370948"/>
                  </a:lnTo>
                  <a:lnTo>
                    <a:pt x="8605160" y="409491"/>
                  </a:lnTo>
                  <a:lnTo>
                    <a:pt x="8657770" y="449552"/>
                  </a:lnTo>
                  <a:lnTo>
                    <a:pt x="8710479" y="490749"/>
                  </a:lnTo>
                  <a:lnTo>
                    <a:pt x="8763263" y="532644"/>
                  </a:lnTo>
                  <a:lnTo>
                    <a:pt x="8816073" y="574770"/>
                  </a:lnTo>
                  <a:lnTo>
                    <a:pt x="8868855" y="616647"/>
                  </a:lnTo>
                  <a:lnTo>
                    <a:pt x="8921560" y="657807"/>
                  </a:lnTo>
                  <a:lnTo>
                    <a:pt x="8974166" y="697816"/>
                  </a:lnTo>
                  <a:lnTo>
                    <a:pt x="9026692" y="736292"/>
                  </a:lnTo>
                  <a:lnTo>
                    <a:pt x="9079212" y="772917"/>
                  </a:lnTo>
                  <a:lnTo>
                    <a:pt x="9131867" y="807448"/>
                  </a:lnTo>
                  <a:lnTo>
                    <a:pt x="9184883" y="839719"/>
                  </a:lnTo>
                  <a:lnTo>
                    <a:pt x="9238580" y="869641"/>
                  </a:lnTo>
                  <a:lnTo>
                    <a:pt x="9293391" y="897193"/>
                  </a:lnTo>
                  <a:lnTo>
                    <a:pt x="9347647" y="921478"/>
                  </a:lnTo>
                  <a:lnTo>
                    <a:pt x="9399430" y="941946"/>
                  </a:lnTo>
                  <a:lnTo>
                    <a:pt x="9453652" y="960641"/>
                  </a:lnTo>
                  <a:lnTo>
                    <a:pt x="9510996" y="977626"/>
                  </a:lnTo>
                  <a:lnTo>
                    <a:pt x="9572206" y="993022"/>
                  </a:lnTo>
                  <a:lnTo>
                    <a:pt x="9638059" y="1006974"/>
                  </a:lnTo>
                  <a:lnTo>
                    <a:pt x="9709311" y="1019632"/>
                  </a:lnTo>
                  <a:lnTo>
                    <a:pt x="9786656" y="1031137"/>
                  </a:lnTo>
                  <a:lnTo>
                    <a:pt x="9870652" y="1041613"/>
                  </a:lnTo>
                  <a:lnTo>
                    <a:pt x="9961634" y="1051162"/>
                  </a:lnTo>
                  <a:lnTo>
                    <a:pt x="10059594" y="1059865"/>
                  </a:lnTo>
                  <a:lnTo>
                    <a:pt x="10164044" y="1067775"/>
                  </a:lnTo>
                  <a:lnTo>
                    <a:pt x="10273876" y="1074922"/>
                  </a:lnTo>
                  <a:lnTo>
                    <a:pt x="10387227" y="1081315"/>
                  </a:lnTo>
                  <a:lnTo>
                    <a:pt x="10501434" y="1086947"/>
                  </a:lnTo>
                  <a:lnTo>
                    <a:pt x="10613084" y="1091801"/>
                  </a:lnTo>
                  <a:lnTo>
                    <a:pt x="10718258" y="1095864"/>
                  </a:lnTo>
                  <a:lnTo>
                    <a:pt x="10812937" y="1099137"/>
                  </a:lnTo>
                  <a:lnTo>
                    <a:pt x="10893565" y="1101646"/>
                  </a:lnTo>
                  <a:lnTo>
                    <a:pt x="10957624" y="1103450"/>
                  </a:lnTo>
                  <a:lnTo>
                    <a:pt x="11004116" y="1104640"/>
                  </a:lnTo>
                  <a:lnTo>
                    <a:pt x="11033808" y="1105334"/>
                  </a:lnTo>
                  <a:lnTo>
                    <a:pt x="11049219" y="1105663"/>
                  </a:lnTo>
                  <a:lnTo>
                    <a:pt x="11054437" y="1105765"/>
                  </a:lnTo>
                  <a:lnTo>
                    <a:pt x="11054891" y="1105773"/>
                  </a:lnTo>
                  <a:lnTo>
                    <a:pt x="12049831" y="1105773"/>
                  </a:lnTo>
                  <a:lnTo>
                    <a:pt x="12049831" y="11057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3" name="pl982"/>
            <p:cNvSpPr/>
            <p:nvPr/>
          </p:nvSpPr>
          <p:spPr>
            <a:xfrm>
              <a:off x="1199187" y="3778332"/>
              <a:ext cx="12049831" cy="1105773"/>
            </a:xfrm>
            <a:custGeom>
              <a:avLst/>
              <a:pathLst>
                <a:path w="12049831" h="1105773">
                  <a:moveTo>
                    <a:pt x="12049831" y="1105773"/>
                  </a:moveTo>
                  <a:lnTo>
                    <a:pt x="11054891" y="1105773"/>
                  </a:lnTo>
                  <a:lnTo>
                    <a:pt x="11053764" y="1105752"/>
                  </a:lnTo>
                  <a:lnTo>
                    <a:pt x="11046327" y="1105603"/>
                  </a:lnTo>
                  <a:lnTo>
                    <a:pt x="11027476" y="1105191"/>
                  </a:lnTo>
                  <a:lnTo>
                    <a:pt x="10993516" y="1104379"/>
                  </a:lnTo>
                  <a:lnTo>
                    <a:pt x="10942378" y="1103037"/>
                  </a:lnTo>
                  <a:lnTo>
                    <a:pt x="10873770" y="1101054"/>
                  </a:lnTo>
                  <a:lnTo>
                    <a:pt x="10789129" y="1098347"/>
                  </a:lnTo>
                  <a:lnTo>
                    <a:pt x="10691297" y="1094866"/>
                  </a:lnTo>
                  <a:lnTo>
                    <a:pt x="10584015" y="1090593"/>
                  </a:lnTo>
                  <a:lnTo>
                    <a:pt x="10471322" y="1085532"/>
                  </a:lnTo>
                  <a:lnTo>
                    <a:pt x="10357038" y="1079697"/>
                  </a:lnTo>
                  <a:lnTo>
                    <a:pt x="10244391" y="1073104"/>
                  </a:lnTo>
                  <a:lnTo>
                    <a:pt x="10135835" y="1065757"/>
                  </a:lnTo>
                  <a:lnTo>
                    <a:pt x="10033021" y="1057642"/>
                  </a:lnTo>
                  <a:lnTo>
                    <a:pt x="9936882" y="1048722"/>
                  </a:lnTo>
                  <a:lnTo>
                    <a:pt x="9847763" y="1038936"/>
                  </a:lnTo>
                  <a:lnTo>
                    <a:pt x="9765570" y="1028199"/>
                  </a:lnTo>
                  <a:lnTo>
                    <a:pt x="9689898" y="1016401"/>
                  </a:lnTo>
                  <a:lnTo>
                    <a:pt x="9620145" y="1003415"/>
                  </a:lnTo>
                  <a:lnTo>
                    <a:pt x="9555596" y="989096"/>
                  </a:lnTo>
                  <a:lnTo>
                    <a:pt x="9495483" y="973293"/>
                  </a:lnTo>
                  <a:lnTo>
                    <a:pt x="9439036" y="955866"/>
                  </a:lnTo>
                  <a:lnTo>
                    <a:pt x="9385521" y="936705"/>
                  </a:lnTo>
                  <a:lnTo>
                    <a:pt x="9347647" y="921478"/>
                  </a:lnTo>
                  <a:lnTo>
                    <a:pt x="9291226" y="896162"/>
                  </a:lnTo>
                  <a:lnTo>
                    <a:pt x="9236468" y="868518"/>
                  </a:lnTo>
                  <a:lnTo>
                    <a:pt x="9182805" y="838504"/>
                  </a:lnTo>
                  <a:lnTo>
                    <a:pt x="9129809" y="806143"/>
                  </a:lnTo>
                  <a:lnTo>
                    <a:pt x="9077162" y="771527"/>
                  </a:lnTo>
                  <a:lnTo>
                    <a:pt x="9024644" y="734824"/>
                  </a:lnTo>
                  <a:lnTo>
                    <a:pt x="8972116" y="696282"/>
                  </a:lnTo>
                  <a:lnTo>
                    <a:pt x="8919506" y="656220"/>
                  </a:lnTo>
                  <a:lnTo>
                    <a:pt x="8866797" y="615024"/>
                  </a:lnTo>
                  <a:lnTo>
                    <a:pt x="8814014" y="573128"/>
                  </a:lnTo>
                  <a:lnTo>
                    <a:pt x="8761203" y="531003"/>
                  </a:lnTo>
                  <a:lnTo>
                    <a:pt x="8708422" y="489126"/>
                  </a:lnTo>
                  <a:lnTo>
                    <a:pt x="8655717" y="447966"/>
                  </a:lnTo>
                  <a:lnTo>
                    <a:pt x="8603110" y="407957"/>
                  </a:lnTo>
                  <a:lnTo>
                    <a:pt x="8550584" y="369481"/>
                  </a:lnTo>
                  <a:lnTo>
                    <a:pt x="8498065" y="332856"/>
                  </a:lnTo>
                  <a:lnTo>
                    <a:pt x="8445409" y="298325"/>
                  </a:lnTo>
                  <a:lnTo>
                    <a:pt x="8392393" y="266054"/>
                  </a:lnTo>
                  <a:lnTo>
                    <a:pt x="8338697" y="236132"/>
                  </a:lnTo>
                  <a:lnTo>
                    <a:pt x="8283885" y="208580"/>
                  </a:lnTo>
                  <a:lnTo>
                    <a:pt x="8229629" y="184295"/>
                  </a:lnTo>
                  <a:lnTo>
                    <a:pt x="8177847" y="163827"/>
                  </a:lnTo>
                  <a:lnTo>
                    <a:pt x="8123624" y="145132"/>
                  </a:lnTo>
                  <a:lnTo>
                    <a:pt x="8066281" y="128147"/>
                  </a:lnTo>
                  <a:lnTo>
                    <a:pt x="8005070" y="112751"/>
                  </a:lnTo>
                  <a:lnTo>
                    <a:pt x="7939218" y="98799"/>
                  </a:lnTo>
                  <a:lnTo>
                    <a:pt x="7867966" y="86141"/>
                  </a:lnTo>
                  <a:lnTo>
                    <a:pt x="7790621" y="74636"/>
                  </a:lnTo>
                  <a:lnTo>
                    <a:pt x="7706624" y="64160"/>
                  </a:lnTo>
                  <a:lnTo>
                    <a:pt x="7615643" y="54610"/>
                  </a:lnTo>
                  <a:lnTo>
                    <a:pt x="7517683" y="45908"/>
                  </a:lnTo>
                  <a:lnTo>
                    <a:pt x="7413232" y="37998"/>
                  </a:lnTo>
                  <a:lnTo>
                    <a:pt x="7303401" y="30851"/>
                  </a:lnTo>
                  <a:lnTo>
                    <a:pt x="7190049" y="24458"/>
                  </a:lnTo>
                  <a:lnTo>
                    <a:pt x="7075843" y="18826"/>
                  </a:lnTo>
                  <a:lnTo>
                    <a:pt x="6964192" y="13972"/>
                  </a:lnTo>
                  <a:lnTo>
                    <a:pt x="6859019" y="9909"/>
                  </a:lnTo>
                  <a:lnTo>
                    <a:pt x="6764339" y="6636"/>
                  </a:lnTo>
                  <a:lnTo>
                    <a:pt x="6683712" y="4127"/>
                  </a:lnTo>
                  <a:lnTo>
                    <a:pt x="6619653" y="2322"/>
                  </a:lnTo>
                  <a:lnTo>
                    <a:pt x="6573160" y="1132"/>
                  </a:lnTo>
                  <a:lnTo>
                    <a:pt x="6543469" y="439"/>
                  </a:lnTo>
                  <a:lnTo>
                    <a:pt x="6528058" y="110"/>
                  </a:lnTo>
                  <a:lnTo>
                    <a:pt x="6522840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1" y="9"/>
                  </a:lnTo>
                  <a:lnTo>
                    <a:pt x="5518823" y="74"/>
                  </a:lnTo>
                  <a:lnTo>
                    <a:pt x="5499848" y="255"/>
                  </a:lnTo>
                  <a:lnTo>
                    <a:pt x="5465673" y="612"/>
                  </a:lnTo>
                  <a:lnTo>
                    <a:pt x="5414227" y="1201"/>
                  </a:lnTo>
                  <a:lnTo>
                    <a:pt x="5345239" y="2072"/>
                  </a:lnTo>
                  <a:lnTo>
                    <a:pt x="5260173" y="3260"/>
                  </a:lnTo>
                  <a:lnTo>
                    <a:pt x="5161913" y="4787"/>
                  </a:lnTo>
                  <a:lnTo>
                    <a:pt x="5054231" y="6661"/>
                  </a:lnTo>
                  <a:lnTo>
                    <a:pt x="4941199" y="8881"/>
                  </a:lnTo>
                  <a:lnTo>
                    <a:pt x="4826652" y="11439"/>
                  </a:lnTo>
                  <a:lnTo>
                    <a:pt x="4713824" y="14329"/>
                  </a:lnTo>
                  <a:lnTo>
                    <a:pt x="4605162" y="17550"/>
                  </a:lnTo>
                  <a:lnTo>
                    <a:pt x="4502308" y="21108"/>
                  </a:lnTo>
                  <a:lnTo>
                    <a:pt x="4406180" y="25019"/>
                  </a:lnTo>
                  <a:lnTo>
                    <a:pt x="4317109" y="29310"/>
                  </a:lnTo>
                  <a:lnTo>
                    <a:pt x="4234985" y="34019"/>
                  </a:lnTo>
                  <a:lnTo>
                    <a:pt x="4159392" y="39196"/>
                  </a:lnTo>
                  <a:lnTo>
                    <a:pt x="4089717" y="44895"/>
                  </a:lnTo>
                  <a:lnTo>
                    <a:pt x="4025237" y="51181"/>
                  </a:lnTo>
                  <a:lnTo>
                    <a:pt x="3965177" y="58121"/>
                  </a:lnTo>
                  <a:lnTo>
                    <a:pt x="3908762" y="65774"/>
                  </a:lnTo>
                  <a:lnTo>
                    <a:pt x="3855258" y="74189"/>
                  </a:lnTo>
                  <a:lnTo>
                    <a:pt x="3820202" y="80356"/>
                  </a:lnTo>
                  <a:lnTo>
                    <a:pt x="3759738" y="92238"/>
                  </a:lnTo>
                  <a:lnTo>
                    <a:pt x="3701138" y="105292"/>
                  </a:lnTo>
                  <a:lnTo>
                    <a:pt x="3643720" y="119535"/>
                  </a:lnTo>
                  <a:lnTo>
                    <a:pt x="3586980" y="134948"/>
                  </a:lnTo>
                  <a:lnTo>
                    <a:pt x="3530559" y="151473"/>
                  </a:lnTo>
                  <a:lnTo>
                    <a:pt x="3474219" y="169003"/>
                  </a:lnTo>
                  <a:lnTo>
                    <a:pt x="3417824" y="187390"/>
                  </a:lnTo>
                  <a:lnTo>
                    <a:pt x="3361318" y="206445"/>
                  </a:lnTo>
                  <a:lnTo>
                    <a:pt x="3304710" y="225944"/>
                  </a:lnTo>
                  <a:lnTo>
                    <a:pt x="3248051" y="245641"/>
                  </a:lnTo>
                  <a:lnTo>
                    <a:pt x="3191408" y="265277"/>
                  </a:lnTo>
                  <a:lnTo>
                    <a:pt x="3134843" y="284600"/>
                  </a:lnTo>
                  <a:lnTo>
                    <a:pt x="3078391" y="303371"/>
                  </a:lnTo>
                  <a:lnTo>
                    <a:pt x="3022033" y="321382"/>
                  </a:lnTo>
                  <a:lnTo>
                    <a:pt x="2965678" y="338462"/>
                  </a:lnTo>
                  <a:lnTo>
                    <a:pt x="2909146" y="354481"/>
                  </a:lnTo>
                  <a:lnTo>
                    <a:pt x="2852144" y="369357"/>
                  </a:lnTo>
                  <a:lnTo>
                    <a:pt x="2794250" y="383048"/>
                  </a:lnTo>
                  <a:lnTo>
                    <a:pt x="2734883" y="395554"/>
                  </a:lnTo>
                  <a:lnTo>
                    <a:pt x="2702183" y="401781"/>
                  </a:lnTo>
                  <a:lnTo>
                    <a:pt x="2650277" y="410726"/>
                  </a:lnTo>
                  <a:lnTo>
                    <a:pt x="2595917" y="418894"/>
                  </a:lnTo>
                  <a:lnTo>
                    <a:pt x="2538419" y="426313"/>
                  </a:lnTo>
                  <a:lnTo>
                    <a:pt x="2477029" y="433036"/>
                  </a:lnTo>
                  <a:lnTo>
                    <a:pt x="2410969" y="439127"/>
                  </a:lnTo>
                  <a:lnTo>
                    <a:pt x="2339475" y="444653"/>
                  </a:lnTo>
                  <a:lnTo>
                    <a:pt x="2261851" y="449673"/>
                  </a:lnTo>
                  <a:lnTo>
                    <a:pt x="2177536" y="454244"/>
                  </a:lnTo>
                  <a:lnTo>
                    <a:pt x="2086200" y="458410"/>
                  </a:lnTo>
                  <a:lnTo>
                    <a:pt x="1987858" y="462206"/>
                  </a:lnTo>
                  <a:lnTo>
                    <a:pt x="1883013" y="465654"/>
                  </a:lnTo>
                  <a:lnTo>
                    <a:pt x="1772802" y="468769"/>
                  </a:lnTo>
                  <a:lnTo>
                    <a:pt x="1659117" y="471553"/>
                  </a:lnTo>
                  <a:lnTo>
                    <a:pt x="1544669" y="474004"/>
                  </a:lnTo>
                  <a:lnTo>
                    <a:pt x="1432912" y="476114"/>
                  </a:lnTo>
                  <a:lnTo>
                    <a:pt x="1327805" y="477877"/>
                  </a:lnTo>
                  <a:lnTo>
                    <a:pt x="1233388" y="479294"/>
                  </a:lnTo>
                  <a:lnTo>
                    <a:pt x="1153213" y="480378"/>
                  </a:lnTo>
                  <a:lnTo>
                    <a:pt x="1089760" y="481154"/>
                  </a:lnTo>
                  <a:lnTo>
                    <a:pt x="1043959" y="481662"/>
                  </a:lnTo>
                  <a:lnTo>
                    <a:pt x="1014957" y="481956"/>
                  </a:lnTo>
                  <a:lnTo>
                    <a:pt x="1000134" y="482094"/>
                  </a:lnTo>
                  <a:lnTo>
                    <a:pt x="995302" y="482135"/>
                  </a:lnTo>
                  <a:lnTo>
                    <a:pt x="994940" y="482138"/>
                  </a:lnTo>
                  <a:lnTo>
                    <a:pt x="0" y="482138"/>
                  </a:lnTo>
                  <a:lnTo>
                    <a:pt x="0" y="4821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4" name="pg983"/>
            <p:cNvSpPr/>
            <p:nvPr/>
          </p:nvSpPr>
          <p:spPr>
            <a:xfrm>
              <a:off x="1199187" y="2609671"/>
              <a:ext cx="12049831" cy="1525024"/>
            </a:xfrm>
            <a:custGeom>
              <a:avLst/>
              <a:pathLst>
                <a:path w="12049831" h="1525024">
                  <a:moveTo>
                    <a:pt x="0" y="1525024"/>
                  </a:moveTo>
                  <a:lnTo>
                    <a:pt x="994940" y="1525024"/>
                  </a:lnTo>
                  <a:lnTo>
                    <a:pt x="996058" y="1524996"/>
                  </a:lnTo>
                  <a:lnTo>
                    <a:pt x="1003442" y="1524794"/>
                  </a:lnTo>
                  <a:lnTo>
                    <a:pt x="1022163" y="1524235"/>
                  </a:lnTo>
                  <a:lnTo>
                    <a:pt x="1055897" y="1523135"/>
                  </a:lnTo>
                  <a:lnTo>
                    <a:pt x="1106714" y="1521317"/>
                  </a:lnTo>
                  <a:lnTo>
                    <a:pt x="1174921" y="1518630"/>
                  </a:lnTo>
                  <a:lnTo>
                    <a:pt x="1259117" y="1514960"/>
                  </a:lnTo>
                  <a:lnTo>
                    <a:pt x="1356495" y="1510241"/>
                  </a:lnTo>
                  <a:lnTo>
                    <a:pt x="1463357" y="1504446"/>
                  </a:lnTo>
                  <a:lnTo>
                    <a:pt x="1575692" y="1497579"/>
                  </a:lnTo>
                  <a:lnTo>
                    <a:pt x="1689696" y="1489662"/>
                  </a:lnTo>
                  <a:lnTo>
                    <a:pt x="1802150" y="1480715"/>
                  </a:lnTo>
                  <a:lnTo>
                    <a:pt x="1910593" y="1470743"/>
                  </a:lnTo>
                  <a:lnTo>
                    <a:pt x="2013363" y="1459729"/>
                  </a:lnTo>
                  <a:lnTo>
                    <a:pt x="2109512" y="1447624"/>
                  </a:lnTo>
                  <a:lnTo>
                    <a:pt x="2198679" y="1434347"/>
                  </a:lnTo>
                  <a:lnTo>
                    <a:pt x="2280944" y="1419783"/>
                  </a:lnTo>
                  <a:lnTo>
                    <a:pt x="2356699" y="1403787"/>
                  </a:lnTo>
                  <a:lnTo>
                    <a:pt x="2426535" y="1386183"/>
                  </a:lnTo>
                  <a:lnTo>
                    <a:pt x="2491157" y="1366779"/>
                  </a:lnTo>
                  <a:lnTo>
                    <a:pt x="2551327" y="1345370"/>
                  </a:lnTo>
                  <a:lnTo>
                    <a:pt x="2607809" y="1321764"/>
                  </a:lnTo>
                  <a:lnTo>
                    <a:pt x="2661336" y="1295808"/>
                  </a:lnTo>
                  <a:lnTo>
                    <a:pt x="2702183" y="1273474"/>
                  </a:lnTo>
                  <a:lnTo>
                    <a:pt x="2755471" y="1240953"/>
                  </a:lnTo>
                  <a:lnTo>
                    <a:pt x="2807248" y="1205607"/>
                  </a:lnTo>
                  <a:lnTo>
                    <a:pt x="2857999" y="1167383"/>
                  </a:lnTo>
                  <a:lnTo>
                    <a:pt x="2908101" y="1126294"/>
                  </a:lnTo>
                  <a:lnTo>
                    <a:pt x="2957837" y="1082431"/>
                  </a:lnTo>
                  <a:lnTo>
                    <a:pt x="3007411" y="1035965"/>
                  </a:lnTo>
                  <a:lnTo>
                    <a:pt x="3056960" y="987150"/>
                  </a:lnTo>
                  <a:lnTo>
                    <a:pt x="3106565" y="936324"/>
                  </a:lnTo>
                  <a:lnTo>
                    <a:pt x="3156255" y="883899"/>
                  </a:lnTo>
                  <a:lnTo>
                    <a:pt x="3206027" y="830348"/>
                  </a:lnTo>
                  <a:lnTo>
                    <a:pt x="3255850" y="776192"/>
                  </a:lnTo>
                  <a:lnTo>
                    <a:pt x="3305677" y="721978"/>
                  </a:lnTo>
                  <a:lnTo>
                    <a:pt x="3355463" y="668252"/>
                  </a:lnTo>
                  <a:lnTo>
                    <a:pt x="3405173" y="615543"/>
                  </a:lnTo>
                  <a:lnTo>
                    <a:pt x="3454794" y="564337"/>
                  </a:lnTo>
                  <a:lnTo>
                    <a:pt x="3504350" y="515060"/>
                  </a:lnTo>
                  <a:lnTo>
                    <a:pt x="3553910" y="468066"/>
                  </a:lnTo>
                  <a:lnTo>
                    <a:pt x="3603596" y="423628"/>
                  </a:lnTo>
                  <a:lnTo>
                    <a:pt x="3653599" y="381934"/>
                  </a:lnTo>
                  <a:lnTo>
                    <a:pt x="3704183" y="343092"/>
                  </a:lnTo>
                  <a:lnTo>
                    <a:pt x="3755702" y="307131"/>
                  </a:lnTo>
                  <a:lnTo>
                    <a:pt x="3808619" y="274012"/>
                  </a:lnTo>
                  <a:lnTo>
                    <a:pt x="3820202" y="267272"/>
                  </a:lnTo>
                  <a:lnTo>
                    <a:pt x="3871853" y="239400"/>
                  </a:lnTo>
                  <a:lnTo>
                    <a:pt x="3925932" y="213937"/>
                  </a:lnTo>
                  <a:lnTo>
                    <a:pt x="3983112" y="190797"/>
                  </a:lnTo>
                  <a:lnTo>
                    <a:pt x="4044135" y="169817"/>
                  </a:lnTo>
                  <a:lnTo>
                    <a:pt x="4109768" y="150800"/>
                  </a:lnTo>
                  <a:lnTo>
                    <a:pt x="4180766" y="133542"/>
                  </a:lnTo>
                  <a:lnTo>
                    <a:pt x="4257818" y="117854"/>
                  </a:lnTo>
                  <a:lnTo>
                    <a:pt x="4341480" y="103566"/>
                  </a:lnTo>
                  <a:lnTo>
                    <a:pt x="4432089" y="90538"/>
                  </a:lnTo>
                  <a:lnTo>
                    <a:pt x="4529647" y="78663"/>
                  </a:lnTo>
                  <a:lnTo>
                    <a:pt x="4633683" y="67866"/>
                  </a:lnTo>
                  <a:lnTo>
                    <a:pt x="4743113" y="58106"/>
                  </a:lnTo>
                  <a:lnTo>
                    <a:pt x="4856112" y="49369"/>
                  </a:lnTo>
                  <a:lnTo>
                    <a:pt x="4970060" y="41667"/>
                  </a:lnTo>
                  <a:lnTo>
                    <a:pt x="5081592" y="35019"/>
                  </a:lnTo>
                  <a:lnTo>
                    <a:pt x="5186829" y="29446"/>
                  </a:lnTo>
                  <a:lnTo>
                    <a:pt x="5281777" y="24946"/>
                  </a:lnTo>
                  <a:lnTo>
                    <a:pt x="5362872" y="21486"/>
                  </a:lnTo>
                  <a:lnTo>
                    <a:pt x="5427563" y="18988"/>
                  </a:lnTo>
                  <a:lnTo>
                    <a:pt x="5474782" y="17331"/>
                  </a:lnTo>
                  <a:lnTo>
                    <a:pt x="5505202" y="16357"/>
                  </a:lnTo>
                  <a:lnTo>
                    <a:pt x="5521241" y="15887"/>
                  </a:lnTo>
                  <a:lnTo>
                    <a:pt x="5526879" y="15736"/>
                  </a:lnTo>
                  <a:lnTo>
                    <a:pt x="5527445" y="15721"/>
                  </a:lnTo>
                  <a:lnTo>
                    <a:pt x="6522385" y="15721"/>
                  </a:lnTo>
                  <a:lnTo>
                    <a:pt x="6523510" y="15745"/>
                  </a:lnTo>
                  <a:lnTo>
                    <a:pt x="6530932" y="15910"/>
                  </a:lnTo>
                  <a:lnTo>
                    <a:pt x="6549746" y="16368"/>
                  </a:lnTo>
                  <a:lnTo>
                    <a:pt x="6583643" y="17271"/>
                  </a:lnTo>
                  <a:lnTo>
                    <a:pt x="6634692" y="18762"/>
                  </a:lnTo>
                  <a:lnTo>
                    <a:pt x="6703187" y="20967"/>
                  </a:lnTo>
                  <a:lnTo>
                    <a:pt x="6787704" y="23976"/>
                  </a:lnTo>
                  <a:lnTo>
                    <a:pt x="6885408" y="27845"/>
                  </a:lnTo>
                  <a:lnTo>
                    <a:pt x="6992573" y="32596"/>
                  </a:lnTo>
                  <a:lnTo>
                    <a:pt x="7105166" y="38223"/>
                  </a:lnTo>
                  <a:lnTo>
                    <a:pt x="7219372" y="44711"/>
                  </a:lnTo>
                  <a:lnTo>
                    <a:pt x="7331965" y="52042"/>
                  </a:lnTo>
                  <a:lnTo>
                    <a:pt x="7440490" y="60212"/>
                  </a:lnTo>
                  <a:lnTo>
                    <a:pt x="7543292" y="69236"/>
                  </a:lnTo>
                  <a:lnTo>
                    <a:pt x="7639434" y="79154"/>
                  </a:lnTo>
                  <a:lnTo>
                    <a:pt x="7728566" y="90035"/>
                  </a:lnTo>
                  <a:lnTo>
                    <a:pt x="7810780" y="101973"/>
                  </a:lnTo>
                  <a:lnTo>
                    <a:pt x="7886475" y="115087"/>
                  </a:lnTo>
                  <a:lnTo>
                    <a:pt x="7956251" y="129523"/>
                  </a:lnTo>
                  <a:lnTo>
                    <a:pt x="8020820" y="145439"/>
                  </a:lnTo>
                  <a:lnTo>
                    <a:pt x="8080949" y="163002"/>
                  </a:lnTo>
                  <a:lnTo>
                    <a:pt x="8137406" y="182370"/>
                  </a:lnTo>
                  <a:lnTo>
                    <a:pt x="8190924" y="203666"/>
                  </a:lnTo>
                  <a:lnTo>
                    <a:pt x="8229629" y="220980"/>
                  </a:lnTo>
                  <a:lnTo>
                    <a:pt x="8285083" y="248661"/>
                  </a:lnTo>
                  <a:lnTo>
                    <a:pt x="8338921" y="278846"/>
                  </a:lnTo>
                  <a:lnTo>
                    <a:pt x="8391685" y="311578"/>
                  </a:lnTo>
                  <a:lnTo>
                    <a:pt x="8443788" y="346837"/>
                  </a:lnTo>
                  <a:lnTo>
                    <a:pt x="8495535" y="384532"/>
                  </a:lnTo>
                  <a:lnTo>
                    <a:pt x="8547142" y="424488"/>
                  </a:lnTo>
                  <a:lnTo>
                    <a:pt x="8598749" y="466455"/>
                  </a:lnTo>
                  <a:lnTo>
                    <a:pt x="8650430" y="510102"/>
                  </a:lnTo>
                  <a:lnTo>
                    <a:pt x="8702206" y="555030"/>
                  </a:lnTo>
                  <a:lnTo>
                    <a:pt x="8754061" y="600786"/>
                  </a:lnTo>
                  <a:lnTo>
                    <a:pt x="8805950" y="646880"/>
                  </a:lnTo>
                  <a:lnTo>
                    <a:pt x="8857822" y="692804"/>
                  </a:lnTo>
                  <a:lnTo>
                    <a:pt x="8909628" y="738061"/>
                  </a:lnTo>
                  <a:lnTo>
                    <a:pt x="8961340" y="782181"/>
                  </a:lnTo>
                  <a:lnTo>
                    <a:pt x="9012966" y="824747"/>
                  </a:lnTo>
                  <a:lnTo>
                    <a:pt x="9064561" y="865405"/>
                  </a:lnTo>
                  <a:lnTo>
                    <a:pt x="9116242" y="903875"/>
                  </a:lnTo>
                  <a:lnTo>
                    <a:pt x="9168197" y="939959"/>
                  </a:lnTo>
                  <a:lnTo>
                    <a:pt x="9220701" y="973537"/>
                  </a:lnTo>
                  <a:lnTo>
                    <a:pt x="9274128" y="1004568"/>
                  </a:lnTo>
                  <a:lnTo>
                    <a:pt x="9328975" y="1033073"/>
                  </a:lnTo>
                  <a:lnTo>
                    <a:pt x="9347647" y="1042012"/>
                  </a:lnTo>
                  <a:lnTo>
                    <a:pt x="9399393" y="1064794"/>
                  </a:lnTo>
                  <a:lnTo>
                    <a:pt x="9453575" y="1085603"/>
                  </a:lnTo>
                  <a:lnTo>
                    <a:pt x="9510873" y="1104510"/>
                  </a:lnTo>
                  <a:lnTo>
                    <a:pt x="9572031" y="1121649"/>
                  </a:lnTo>
                  <a:lnTo>
                    <a:pt x="9637822" y="1137182"/>
                  </a:lnTo>
                  <a:lnTo>
                    <a:pt x="9709003" y="1151275"/>
                  </a:lnTo>
                  <a:lnTo>
                    <a:pt x="9786266" y="1164086"/>
                  </a:lnTo>
                  <a:lnTo>
                    <a:pt x="9870169" y="1175751"/>
                  </a:lnTo>
                  <a:lnTo>
                    <a:pt x="9961046" y="1186385"/>
                  </a:lnTo>
                  <a:lnTo>
                    <a:pt x="10058893" y="1196076"/>
                  </a:lnTo>
                  <a:lnTo>
                    <a:pt x="10163228" y="1204886"/>
                  </a:lnTo>
                  <a:lnTo>
                    <a:pt x="10272947" y="1212847"/>
                  </a:lnTo>
                  <a:lnTo>
                    <a:pt x="10386201" y="1219970"/>
                  </a:lnTo>
                  <a:lnTo>
                    <a:pt x="10500335" y="1226246"/>
                  </a:lnTo>
                  <a:lnTo>
                    <a:pt x="10611953" y="1231657"/>
                  </a:lnTo>
                  <a:lnTo>
                    <a:pt x="10717145" y="1236189"/>
                  </a:lnTo>
                  <a:lnTo>
                    <a:pt x="10811900" y="1239841"/>
                  </a:lnTo>
                  <a:lnTo>
                    <a:pt x="10892659" y="1242644"/>
                  </a:lnTo>
                  <a:lnTo>
                    <a:pt x="10956896" y="1244662"/>
                  </a:lnTo>
                  <a:lnTo>
                    <a:pt x="11003592" y="1245995"/>
                  </a:lnTo>
                  <a:lnTo>
                    <a:pt x="11033487" y="1246773"/>
                  </a:lnTo>
                  <a:lnTo>
                    <a:pt x="11049073" y="1247144"/>
                  </a:lnTo>
                  <a:lnTo>
                    <a:pt x="11054407" y="1247261"/>
                  </a:lnTo>
                  <a:lnTo>
                    <a:pt x="11054891" y="1247270"/>
                  </a:lnTo>
                  <a:lnTo>
                    <a:pt x="12049831" y="1247270"/>
                  </a:lnTo>
                  <a:lnTo>
                    <a:pt x="12049831" y="1231549"/>
                  </a:lnTo>
                  <a:lnTo>
                    <a:pt x="11054891" y="1231549"/>
                  </a:lnTo>
                  <a:lnTo>
                    <a:pt x="11053767" y="1231525"/>
                  </a:lnTo>
                  <a:lnTo>
                    <a:pt x="11046344" y="1231359"/>
                  </a:lnTo>
                  <a:lnTo>
                    <a:pt x="11027530" y="1230902"/>
                  </a:lnTo>
                  <a:lnTo>
                    <a:pt x="10993633" y="1229999"/>
                  </a:lnTo>
                  <a:lnTo>
                    <a:pt x="10942585" y="1228508"/>
                  </a:lnTo>
                  <a:lnTo>
                    <a:pt x="10874089" y="1226303"/>
                  </a:lnTo>
                  <a:lnTo>
                    <a:pt x="10789573" y="1223294"/>
                  </a:lnTo>
                  <a:lnTo>
                    <a:pt x="10691868" y="1219425"/>
                  </a:lnTo>
                  <a:lnTo>
                    <a:pt x="10584703" y="1214674"/>
                  </a:lnTo>
                  <a:lnTo>
                    <a:pt x="10472110" y="1209047"/>
                  </a:lnTo>
                  <a:lnTo>
                    <a:pt x="10357904" y="1202559"/>
                  </a:lnTo>
                  <a:lnTo>
                    <a:pt x="10245311" y="1195228"/>
                  </a:lnTo>
                  <a:lnTo>
                    <a:pt x="10136786" y="1187058"/>
                  </a:lnTo>
                  <a:lnTo>
                    <a:pt x="10033985" y="1178034"/>
                  </a:lnTo>
                  <a:lnTo>
                    <a:pt x="9937843" y="1168115"/>
                  </a:lnTo>
                  <a:lnTo>
                    <a:pt x="9848711" y="1157235"/>
                  </a:lnTo>
                  <a:lnTo>
                    <a:pt x="9766497" y="1145297"/>
                  </a:lnTo>
                  <a:lnTo>
                    <a:pt x="9690801" y="1132182"/>
                  </a:lnTo>
                  <a:lnTo>
                    <a:pt x="9621026" y="1117747"/>
                  </a:lnTo>
                  <a:lnTo>
                    <a:pt x="9556456" y="1101831"/>
                  </a:lnTo>
                  <a:lnTo>
                    <a:pt x="9496327" y="1084268"/>
                  </a:lnTo>
                  <a:lnTo>
                    <a:pt x="9439870" y="1064900"/>
                  </a:lnTo>
                  <a:lnTo>
                    <a:pt x="9386352" y="1043604"/>
                  </a:lnTo>
                  <a:lnTo>
                    <a:pt x="9347647" y="1026290"/>
                  </a:lnTo>
                  <a:lnTo>
                    <a:pt x="9292193" y="998609"/>
                  </a:lnTo>
                  <a:lnTo>
                    <a:pt x="9238355" y="968424"/>
                  </a:lnTo>
                  <a:lnTo>
                    <a:pt x="9185591" y="935692"/>
                  </a:lnTo>
                  <a:lnTo>
                    <a:pt x="9133489" y="900432"/>
                  </a:lnTo>
                  <a:lnTo>
                    <a:pt x="9081742" y="862738"/>
                  </a:lnTo>
                  <a:lnTo>
                    <a:pt x="9030134" y="822782"/>
                  </a:lnTo>
                  <a:lnTo>
                    <a:pt x="8978527" y="780815"/>
                  </a:lnTo>
                  <a:lnTo>
                    <a:pt x="8926847" y="737168"/>
                  </a:lnTo>
                  <a:lnTo>
                    <a:pt x="8875070" y="692240"/>
                  </a:lnTo>
                  <a:lnTo>
                    <a:pt x="8823216" y="646483"/>
                  </a:lnTo>
                  <a:lnTo>
                    <a:pt x="8771326" y="600390"/>
                  </a:lnTo>
                  <a:lnTo>
                    <a:pt x="8719454" y="554466"/>
                  </a:lnTo>
                  <a:lnTo>
                    <a:pt x="8667649" y="509209"/>
                  </a:lnTo>
                  <a:lnTo>
                    <a:pt x="8615936" y="465089"/>
                  </a:lnTo>
                  <a:lnTo>
                    <a:pt x="8564310" y="422523"/>
                  </a:lnTo>
                  <a:lnTo>
                    <a:pt x="8512715" y="381865"/>
                  </a:lnTo>
                  <a:lnTo>
                    <a:pt x="8461034" y="343395"/>
                  </a:lnTo>
                  <a:lnTo>
                    <a:pt x="8409080" y="307311"/>
                  </a:lnTo>
                  <a:lnTo>
                    <a:pt x="8356576" y="273732"/>
                  </a:lnTo>
                  <a:lnTo>
                    <a:pt x="8303148" y="242702"/>
                  </a:lnTo>
                  <a:lnTo>
                    <a:pt x="8248301" y="214196"/>
                  </a:lnTo>
                  <a:lnTo>
                    <a:pt x="8229629" y="205258"/>
                  </a:lnTo>
                  <a:lnTo>
                    <a:pt x="8177883" y="182476"/>
                  </a:lnTo>
                  <a:lnTo>
                    <a:pt x="8123701" y="161667"/>
                  </a:lnTo>
                  <a:lnTo>
                    <a:pt x="8066404" y="142760"/>
                  </a:lnTo>
                  <a:lnTo>
                    <a:pt x="8005245" y="125621"/>
                  </a:lnTo>
                  <a:lnTo>
                    <a:pt x="7939454" y="110088"/>
                  </a:lnTo>
                  <a:lnTo>
                    <a:pt x="7868273" y="95995"/>
                  </a:lnTo>
                  <a:lnTo>
                    <a:pt x="7791011" y="83184"/>
                  </a:lnTo>
                  <a:lnTo>
                    <a:pt x="7707108" y="71519"/>
                  </a:lnTo>
                  <a:lnTo>
                    <a:pt x="7616230" y="60885"/>
                  </a:lnTo>
                  <a:lnTo>
                    <a:pt x="7518383" y="51194"/>
                  </a:lnTo>
                  <a:lnTo>
                    <a:pt x="7414048" y="42384"/>
                  </a:lnTo>
                  <a:lnTo>
                    <a:pt x="7304329" y="34423"/>
                  </a:lnTo>
                  <a:lnTo>
                    <a:pt x="7191076" y="27300"/>
                  </a:lnTo>
                  <a:lnTo>
                    <a:pt x="7076942" y="21024"/>
                  </a:lnTo>
                  <a:lnTo>
                    <a:pt x="6965324" y="15613"/>
                  </a:lnTo>
                  <a:lnTo>
                    <a:pt x="6860132" y="11081"/>
                  </a:lnTo>
                  <a:lnTo>
                    <a:pt x="6765376" y="7429"/>
                  </a:lnTo>
                  <a:lnTo>
                    <a:pt x="6684617" y="4626"/>
                  </a:lnTo>
                  <a:lnTo>
                    <a:pt x="6620380" y="2608"/>
                  </a:lnTo>
                  <a:lnTo>
                    <a:pt x="6573684" y="1275"/>
                  </a:lnTo>
                  <a:lnTo>
                    <a:pt x="6543789" y="497"/>
                  </a:lnTo>
                  <a:lnTo>
                    <a:pt x="6528203" y="126"/>
                  </a:lnTo>
                  <a:lnTo>
                    <a:pt x="6522870" y="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7" y="28"/>
                  </a:lnTo>
                  <a:lnTo>
                    <a:pt x="5518943" y="230"/>
                  </a:lnTo>
                  <a:lnTo>
                    <a:pt x="5500222" y="788"/>
                  </a:lnTo>
                  <a:lnTo>
                    <a:pt x="5466488" y="1888"/>
                  </a:lnTo>
                  <a:lnTo>
                    <a:pt x="5415671" y="3706"/>
                  </a:lnTo>
                  <a:lnTo>
                    <a:pt x="5347464" y="6394"/>
                  </a:lnTo>
                  <a:lnTo>
                    <a:pt x="5263268" y="10063"/>
                  </a:lnTo>
                  <a:lnTo>
                    <a:pt x="5165890" y="14782"/>
                  </a:lnTo>
                  <a:lnTo>
                    <a:pt x="5059028" y="20578"/>
                  </a:lnTo>
                  <a:lnTo>
                    <a:pt x="4946693" y="27444"/>
                  </a:lnTo>
                  <a:lnTo>
                    <a:pt x="4832689" y="35361"/>
                  </a:lnTo>
                  <a:lnTo>
                    <a:pt x="4720235" y="44309"/>
                  </a:lnTo>
                  <a:lnTo>
                    <a:pt x="4611792" y="54280"/>
                  </a:lnTo>
                  <a:lnTo>
                    <a:pt x="4509022" y="65294"/>
                  </a:lnTo>
                  <a:lnTo>
                    <a:pt x="4412873" y="77399"/>
                  </a:lnTo>
                  <a:lnTo>
                    <a:pt x="4323706" y="90676"/>
                  </a:lnTo>
                  <a:lnTo>
                    <a:pt x="4241441" y="105240"/>
                  </a:lnTo>
                  <a:lnTo>
                    <a:pt x="4165686" y="121237"/>
                  </a:lnTo>
                  <a:lnTo>
                    <a:pt x="4095850" y="138840"/>
                  </a:lnTo>
                  <a:lnTo>
                    <a:pt x="4031228" y="158244"/>
                  </a:lnTo>
                  <a:lnTo>
                    <a:pt x="3971058" y="179653"/>
                  </a:lnTo>
                  <a:lnTo>
                    <a:pt x="3914576" y="203260"/>
                  </a:lnTo>
                  <a:lnTo>
                    <a:pt x="3861049" y="229215"/>
                  </a:lnTo>
                  <a:lnTo>
                    <a:pt x="3820202" y="251550"/>
                  </a:lnTo>
                  <a:lnTo>
                    <a:pt x="3766914" y="284070"/>
                  </a:lnTo>
                  <a:lnTo>
                    <a:pt x="3715137" y="319416"/>
                  </a:lnTo>
                  <a:lnTo>
                    <a:pt x="3664386" y="357641"/>
                  </a:lnTo>
                  <a:lnTo>
                    <a:pt x="3614284" y="398729"/>
                  </a:lnTo>
                  <a:lnTo>
                    <a:pt x="3564548" y="442592"/>
                  </a:lnTo>
                  <a:lnTo>
                    <a:pt x="3514974" y="489059"/>
                  </a:lnTo>
                  <a:lnTo>
                    <a:pt x="3465425" y="537873"/>
                  </a:lnTo>
                  <a:lnTo>
                    <a:pt x="3415820" y="588699"/>
                  </a:lnTo>
                  <a:lnTo>
                    <a:pt x="3366130" y="641125"/>
                  </a:lnTo>
                  <a:lnTo>
                    <a:pt x="3316358" y="694676"/>
                  </a:lnTo>
                  <a:lnTo>
                    <a:pt x="3266535" y="748831"/>
                  </a:lnTo>
                  <a:lnTo>
                    <a:pt x="3216708" y="803046"/>
                  </a:lnTo>
                  <a:lnTo>
                    <a:pt x="3166922" y="856771"/>
                  </a:lnTo>
                  <a:lnTo>
                    <a:pt x="3117212" y="909480"/>
                  </a:lnTo>
                  <a:lnTo>
                    <a:pt x="3067591" y="960686"/>
                  </a:lnTo>
                  <a:lnTo>
                    <a:pt x="3018035" y="1009963"/>
                  </a:lnTo>
                  <a:lnTo>
                    <a:pt x="2968475" y="1056957"/>
                  </a:lnTo>
                  <a:lnTo>
                    <a:pt x="2918789" y="1101396"/>
                  </a:lnTo>
                  <a:lnTo>
                    <a:pt x="2868786" y="1143090"/>
                  </a:lnTo>
                  <a:lnTo>
                    <a:pt x="2818202" y="1181932"/>
                  </a:lnTo>
                  <a:lnTo>
                    <a:pt x="2766683" y="1217893"/>
                  </a:lnTo>
                  <a:lnTo>
                    <a:pt x="2713766" y="1251012"/>
                  </a:lnTo>
                  <a:lnTo>
                    <a:pt x="2702183" y="1257752"/>
                  </a:lnTo>
                  <a:lnTo>
                    <a:pt x="2650532" y="1285623"/>
                  </a:lnTo>
                  <a:lnTo>
                    <a:pt x="2596453" y="1311087"/>
                  </a:lnTo>
                  <a:lnTo>
                    <a:pt x="2539273" y="1334227"/>
                  </a:lnTo>
                  <a:lnTo>
                    <a:pt x="2478250" y="1355207"/>
                  </a:lnTo>
                  <a:lnTo>
                    <a:pt x="2412617" y="1374224"/>
                  </a:lnTo>
                  <a:lnTo>
                    <a:pt x="2341619" y="1391481"/>
                  </a:lnTo>
                  <a:lnTo>
                    <a:pt x="2264567" y="1407170"/>
                  </a:lnTo>
                  <a:lnTo>
                    <a:pt x="2180905" y="1421458"/>
                  </a:lnTo>
                  <a:lnTo>
                    <a:pt x="2090296" y="1434485"/>
                  </a:lnTo>
                  <a:lnTo>
                    <a:pt x="1992738" y="1446360"/>
                  </a:lnTo>
                  <a:lnTo>
                    <a:pt x="1888702" y="1457157"/>
                  </a:lnTo>
                  <a:lnTo>
                    <a:pt x="1779272" y="1466917"/>
                  </a:lnTo>
                  <a:lnTo>
                    <a:pt x="1666273" y="1475654"/>
                  </a:lnTo>
                  <a:lnTo>
                    <a:pt x="1552325" y="1483357"/>
                  </a:lnTo>
                  <a:lnTo>
                    <a:pt x="1440793" y="1490004"/>
                  </a:lnTo>
                  <a:lnTo>
                    <a:pt x="1335556" y="1495578"/>
                  </a:lnTo>
                  <a:lnTo>
                    <a:pt x="1240608" y="1500078"/>
                  </a:lnTo>
                  <a:lnTo>
                    <a:pt x="1159513" y="1503538"/>
                  </a:lnTo>
                  <a:lnTo>
                    <a:pt x="1094822" y="1506036"/>
                  </a:lnTo>
                  <a:lnTo>
                    <a:pt x="1047603" y="1507693"/>
                  </a:lnTo>
                  <a:lnTo>
                    <a:pt x="1017183" y="1508667"/>
                  </a:lnTo>
                  <a:lnTo>
                    <a:pt x="1001144" y="1509136"/>
                  </a:lnTo>
                  <a:lnTo>
                    <a:pt x="995506" y="1509288"/>
                  </a:lnTo>
                  <a:lnTo>
                    <a:pt x="994940" y="1509302"/>
                  </a:lnTo>
                  <a:lnTo>
                    <a:pt x="0" y="1509302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85" name="pl984"/>
            <p:cNvSpPr/>
            <p:nvPr/>
          </p:nvSpPr>
          <p:spPr>
            <a:xfrm>
              <a:off x="1199187" y="2625393"/>
              <a:ext cx="12049831" cy="1509302"/>
            </a:xfrm>
            <a:custGeom>
              <a:avLst/>
              <a:pathLst>
                <a:path w="12049831" h="1509302">
                  <a:moveTo>
                    <a:pt x="0" y="1509302"/>
                  </a:moveTo>
                  <a:lnTo>
                    <a:pt x="994940" y="1509302"/>
                  </a:lnTo>
                  <a:lnTo>
                    <a:pt x="996058" y="1509274"/>
                  </a:lnTo>
                  <a:lnTo>
                    <a:pt x="1003442" y="1509072"/>
                  </a:lnTo>
                  <a:lnTo>
                    <a:pt x="1022163" y="1508514"/>
                  </a:lnTo>
                  <a:lnTo>
                    <a:pt x="1055897" y="1507414"/>
                  </a:lnTo>
                  <a:lnTo>
                    <a:pt x="1106714" y="1505595"/>
                  </a:lnTo>
                  <a:lnTo>
                    <a:pt x="1174921" y="1502908"/>
                  </a:lnTo>
                  <a:lnTo>
                    <a:pt x="1259117" y="1499238"/>
                  </a:lnTo>
                  <a:lnTo>
                    <a:pt x="1356495" y="1494519"/>
                  </a:lnTo>
                  <a:lnTo>
                    <a:pt x="1463357" y="1488724"/>
                  </a:lnTo>
                  <a:lnTo>
                    <a:pt x="1575692" y="1481858"/>
                  </a:lnTo>
                  <a:lnTo>
                    <a:pt x="1689696" y="1473940"/>
                  </a:lnTo>
                  <a:lnTo>
                    <a:pt x="1802150" y="1464993"/>
                  </a:lnTo>
                  <a:lnTo>
                    <a:pt x="1910593" y="1455021"/>
                  </a:lnTo>
                  <a:lnTo>
                    <a:pt x="2013363" y="1444007"/>
                  </a:lnTo>
                  <a:lnTo>
                    <a:pt x="2109512" y="1431902"/>
                  </a:lnTo>
                  <a:lnTo>
                    <a:pt x="2198679" y="1418625"/>
                  </a:lnTo>
                  <a:lnTo>
                    <a:pt x="2280944" y="1404062"/>
                  </a:lnTo>
                  <a:lnTo>
                    <a:pt x="2356699" y="1388065"/>
                  </a:lnTo>
                  <a:lnTo>
                    <a:pt x="2426535" y="1370462"/>
                  </a:lnTo>
                  <a:lnTo>
                    <a:pt x="2491157" y="1351057"/>
                  </a:lnTo>
                  <a:lnTo>
                    <a:pt x="2551327" y="1329648"/>
                  </a:lnTo>
                  <a:lnTo>
                    <a:pt x="2607809" y="1306042"/>
                  </a:lnTo>
                  <a:lnTo>
                    <a:pt x="2661336" y="1280087"/>
                  </a:lnTo>
                  <a:lnTo>
                    <a:pt x="2702183" y="1257752"/>
                  </a:lnTo>
                  <a:lnTo>
                    <a:pt x="2755471" y="1225231"/>
                  </a:lnTo>
                  <a:lnTo>
                    <a:pt x="2807248" y="1189885"/>
                  </a:lnTo>
                  <a:lnTo>
                    <a:pt x="2857999" y="1151661"/>
                  </a:lnTo>
                  <a:lnTo>
                    <a:pt x="2908101" y="1110572"/>
                  </a:lnTo>
                  <a:lnTo>
                    <a:pt x="2957837" y="1066709"/>
                  </a:lnTo>
                  <a:lnTo>
                    <a:pt x="3007411" y="1020243"/>
                  </a:lnTo>
                  <a:lnTo>
                    <a:pt x="3056960" y="971428"/>
                  </a:lnTo>
                  <a:lnTo>
                    <a:pt x="3106565" y="920602"/>
                  </a:lnTo>
                  <a:lnTo>
                    <a:pt x="3156255" y="868177"/>
                  </a:lnTo>
                  <a:lnTo>
                    <a:pt x="3206027" y="814626"/>
                  </a:lnTo>
                  <a:lnTo>
                    <a:pt x="3255850" y="760470"/>
                  </a:lnTo>
                  <a:lnTo>
                    <a:pt x="3305677" y="706256"/>
                  </a:lnTo>
                  <a:lnTo>
                    <a:pt x="3355463" y="652530"/>
                  </a:lnTo>
                  <a:lnTo>
                    <a:pt x="3405173" y="599821"/>
                  </a:lnTo>
                  <a:lnTo>
                    <a:pt x="3454794" y="548615"/>
                  </a:lnTo>
                  <a:lnTo>
                    <a:pt x="3504350" y="499338"/>
                  </a:lnTo>
                  <a:lnTo>
                    <a:pt x="3553910" y="452344"/>
                  </a:lnTo>
                  <a:lnTo>
                    <a:pt x="3603596" y="407906"/>
                  </a:lnTo>
                  <a:lnTo>
                    <a:pt x="3653599" y="366212"/>
                  </a:lnTo>
                  <a:lnTo>
                    <a:pt x="3704183" y="327370"/>
                  </a:lnTo>
                  <a:lnTo>
                    <a:pt x="3755702" y="291409"/>
                  </a:lnTo>
                  <a:lnTo>
                    <a:pt x="3808619" y="258290"/>
                  </a:lnTo>
                  <a:lnTo>
                    <a:pt x="3820202" y="251550"/>
                  </a:lnTo>
                  <a:lnTo>
                    <a:pt x="3871853" y="223678"/>
                  </a:lnTo>
                  <a:lnTo>
                    <a:pt x="3925932" y="198215"/>
                  </a:lnTo>
                  <a:lnTo>
                    <a:pt x="3983112" y="175075"/>
                  </a:lnTo>
                  <a:lnTo>
                    <a:pt x="4044135" y="154095"/>
                  </a:lnTo>
                  <a:lnTo>
                    <a:pt x="4109768" y="135078"/>
                  </a:lnTo>
                  <a:lnTo>
                    <a:pt x="4180766" y="117820"/>
                  </a:lnTo>
                  <a:lnTo>
                    <a:pt x="4257818" y="102132"/>
                  </a:lnTo>
                  <a:lnTo>
                    <a:pt x="4341480" y="87844"/>
                  </a:lnTo>
                  <a:lnTo>
                    <a:pt x="4432089" y="74816"/>
                  </a:lnTo>
                  <a:lnTo>
                    <a:pt x="4529647" y="62941"/>
                  </a:lnTo>
                  <a:lnTo>
                    <a:pt x="4633683" y="52145"/>
                  </a:lnTo>
                  <a:lnTo>
                    <a:pt x="4743113" y="42384"/>
                  </a:lnTo>
                  <a:lnTo>
                    <a:pt x="4856112" y="33648"/>
                  </a:lnTo>
                  <a:lnTo>
                    <a:pt x="4970060" y="25945"/>
                  </a:lnTo>
                  <a:lnTo>
                    <a:pt x="5081592" y="19297"/>
                  </a:lnTo>
                  <a:lnTo>
                    <a:pt x="5186829" y="13724"/>
                  </a:lnTo>
                  <a:lnTo>
                    <a:pt x="5281777" y="9224"/>
                  </a:lnTo>
                  <a:lnTo>
                    <a:pt x="5362872" y="5764"/>
                  </a:lnTo>
                  <a:lnTo>
                    <a:pt x="5427563" y="3266"/>
                  </a:lnTo>
                  <a:lnTo>
                    <a:pt x="5474782" y="1609"/>
                  </a:lnTo>
                  <a:lnTo>
                    <a:pt x="5505202" y="635"/>
                  </a:lnTo>
                  <a:lnTo>
                    <a:pt x="5521241" y="165"/>
                  </a:lnTo>
                  <a:lnTo>
                    <a:pt x="5526879" y="14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0" y="23"/>
                  </a:lnTo>
                  <a:lnTo>
                    <a:pt x="6530932" y="189"/>
                  </a:lnTo>
                  <a:lnTo>
                    <a:pt x="6549746" y="646"/>
                  </a:lnTo>
                  <a:lnTo>
                    <a:pt x="6583643" y="1549"/>
                  </a:lnTo>
                  <a:lnTo>
                    <a:pt x="6634692" y="3040"/>
                  </a:lnTo>
                  <a:lnTo>
                    <a:pt x="6703187" y="5245"/>
                  </a:lnTo>
                  <a:lnTo>
                    <a:pt x="6787704" y="8254"/>
                  </a:lnTo>
                  <a:lnTo>
                    <a:pt x="6885408" y="12123"/>
                  </a:lnTo>
                  <a:lnTo>
                    <a:pt x="6992573" y="16874"/>
                  </a:lnTo>
                  <a:lnTo>
                    <a:pt x="7105166" y="22501"/>
                  </a:lnTo>
                  <a:lnTo>
                    <a:pt x="7219372" y="28989"/>
                  </a:lnTo>
                  <a:lnTo>
                    <a:pt x="7331965" y="36320"/>
                  </a:lnTo>
                  <a:lnTo>
                    <a:pt x="7440490" y="44490"/>
                  </a:lnTo>
                  <a:lnTo>
                    <a:pt x="7543292" y="53514"/>
                  </a:lnTo>
                  <a:lnTo>
                    <a:pt x="7639434" y="63433"/>
                  </a:lnTo>
                  <a:lnTo>
                    <a:pt x="7728566" y="74313"/>
                  </a:lnTo>
                  <a:lnTo>
                    <a:pt x="7810780" y="86251"/>
                  </a:lnTo>
                  <a:lnTo>
                    <a:pt x="7886475" y="99366"/>
                  </a:lnTo>
                  <a:lnTo>
                    <a:pt x="7956251" y="113801"/>
                  </a:lnTo>
                  <a:lnTo>
                    <a:pt x="8020820" y="129717"/>
                  </a:lnTo>
                  <a:lnTo>
                    <a:pt x="8080949" y="147280"/>
                  </a:lnTo>
                  <a:lnTo>
                    <a:pt x="8137406" y="166648"/>
                  </a:lnTo>
                  <a:lnTo>
                    <a:pt x="8190924" y="187944"/>
                  </a:lnTo>
                  <a:lnTo>
                    <a:pt x="8229629" y="205258"/>
                  </a:lnTo>
                  <a:lnTo>
                    <a:pt x="8285083" y="232939"/>
                  </a:lnTo>
                  <a:lnTo>
                    <a:pt x="8338921" y="263124"/>
                  </a:lnTo>
                  <a:lnTo>
                    <a:pt x="8391685" y="295856"/>
                  </a:lnTo>
                  <a:lnTo>
                    <a:pt x="8443788" y="331116"/>
                  </a:lnTo>
                  <a:lnTo>
                    <a:pt x="8495535" y="368810"/>
                  </a:lnTo>
                  <a:lnTo>
                    <a:pt x="8547142" y="408766"/>
                  </a:lnTo>
                  <a:lnTo>
                    <a:pt x="8598749" y="450733"/>
                  </a:lnTo>
                  <a:lnTo>
                    <a:pt x="8650430" y="494380"/>
                  </a:lnTo>
                  <a:lnTo>
                    <a:pt x="8702206" y="539308"/>
                  </a:lnTo>
                  <a:lnTo>
                    <a:pt x="8754061" y="585065"/>
                  </a:lnTo>
                  <a:lnTo>
                    <a:pt x="8805950" y="631158"/>
                  </a:lnTo>
                  <a:lnTo>
                    <a:pt x="8857822" y="677082"/>
                  </a:lnTo>
                  <a:lnTo>
                    <a:pt x="8909628" y="722339"/>
                  </a:lnTo>
                  <a:lnTo>
                    <a:pt x="8961340" y="766459"/>
                  </a:lnTo>
                  <a:lnTo>
                    <a:pt x="9012966" y="809025"/>
                  </a:lnTo>
                  <a:lnTo>
                    <a:pt x="9064561" y="849683"/>
                  </a:lnTo>
                  <a:lnTo>
                    <a:pt x="9116242" y="888153"/>
                  </a:lnTo>
                  <a:lnTo>
                    <a:pt x="9168197" y="924237"/>
                  </a:lnTo>
                  <a:lnTo>
                    <a:pt x="9220701" y="957816"/>
                  </a:lnTo>
                  <a:lnTo>
                    <a:pt x="9274128" y="988846"/>
                  </a:lnTo>
                  <a:lnTo>
                    <a:pt x="9328975" y="1017352"/>
                  </a:lnTo>
                  <a:lnTo>
                    <a:pt x="9347647" y="1026290"/>
                  </a:lnTo>
                  <a:lnTo>
                    <a:pt x="9399393" y="1049072"/>
                  </a:lnTo>
                  <a:lnTo>
                    <a:pt x="9453575" y="1069881"/>
                  </a:lnTo>
                  <a:lnTo>
                    <a:pt x="9510873" y="1088788"/>
                  </a:lnTo>
                  <a:lnTo>
                    <a:pt x="9572031" y="1105927"/>
                  </a:lnTo>
                  <a:lnTo>
                    <a:pt x="9637822" y="1121460"/>
                  </a:lnTo>
                  <a:lnTo>
                    <a:pt x="9709003" y="1135553"/>
                  </a:lnTo>
                  <a:lnTo>
                    <a:pt x="9786266" y="1148364"/>
                  </a:lnTo>
                  <a:lnTo>
                    <a:pt x="9870169" y="1160029"/>
                  </a:lnTo>
                  <a:lnTo>
                    <a:pt x="9961046" y="1170663"/>
                  </a:lnTo>
                  <a:lnTo>
                    <a:pt x="10058893" y="1180354"/>
                  </a:lnTo>
                  <a:lnTo>
                    <a:pt x="10163228" y="1189164"/>
                  </a:lnTo>
                  <a:lnTo>
                    <a:pt x="10272947" y="1197125"/>
                  </a:lnTo>
                  <a:lnTo>
                    <a:pt x="10386201" y="1204248"/>
                  </a:lnTo>
                  <a:lnTo>
                    <a:pt x="10500335" y="1210524"/>
                  </a:lnTo>
                  <a:lnTo>
                    <a:pt x="10611953" y="1215935"/>
                  </a:lnTo>
                  <a:lnTo>
                    <a:pt x="10717145" y="1220467"/>
                  </a:lnTo>
                  <a:lnTo>
                    <a:pt x="10811900" y="1224119"/>
                  </a:lnTo>
                  <a:lnTo>
                    <a:pt x="10892659" y="1226922"/>
                  </a:lnTo>
                  <a:lnTo>
                    <a:pt x="10956896" y="1228940"/>
                  </a:lnTo>
                  <a:lnTo>
                    <a:pt x="11003592" y="1230273"/>
                  </a:lnTo>
                  <a:lnTo>
                    <a:pt x="11033487" y="1231051"/>
                  </a:lnTo>
                  <a:lnTo>
                    <a:pt x="11049073" y="1231422"/>
                  </a:lnTo>
                  <a:lnTo>
                    <a:pt x="11054407" y="1231539"/>
                  </a:lnTo>
                  <a:lnTo>
                    <a:pt x="11054891" y="1231549"/>
                  </a:lnTo>
                  <a:lnTo>
                    <a:pt x="12049831" y="1231549"/>
                  </a:lnTo>
                  <a:lnTo>
                    <a:pt x="12049831" y="12315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6" name="pl985"/>
            <p:cNvSpPr/>
            <p:nvPr/>
          </p:nvSpPr>
          <p:spPr>
            <a:xfrm>
              <a:off x="1199187" y="2609671"/>
              <a:ext cx="12049831" cy="1509302"/>
            </a:xfrm>
            <a:custGeom>
              <a:avLst/>
              <a:pathLst>
                <a:path w="12049831" h="1509302">
                  <a:moveTo>
                    <a:pt x="12049831" y="1231549"/>
                  </a:moveTo>
                  <a:lnTo>
                    <a:pt x="11054891" y="1231549"/>
                  </a:lnTo>
                  <a:lnTo>
                    <a:pt x="11053767" y="1231525"/>
                  </a:lnTo>
                  <a:lnTo>
                    <a:pt x="11046344" y="1231359"/>
                  </a:lnTo>
                  <a:lnTo>
                    <a:pt x="11027530" y="1230902"/>
                  </a:lnTo>
                  <a:lnTo>
                    <a:pt x="10993633" y="1229999"/>
                  </a:lnTo>
                  <a:lnTo>
                    <a:pt x="10942585" y="1228508"/>
                  </a:lnTo>
                  <a:lnTo>
                    <a:pt x="10874089" y="1226303"/>
                  </a:lnTo>
                  <a:lnTo>
                    <a:pt x="10789573" y="1223294"/>
                  </a:lnTo>
                  <a:lnTo>
                    <a:pt x="10691868" y="1219425"/>
                  </a:lnTo>
                  <a:lnTo>
                    <a:pt x="10584703" y="1214674"/>
                  </a:lnTo>
                  <a:lnTo>
                    <a:pt x="10472110" y="1209047"/>
                  </a:lnTo>
                  <a:lnTo>
                    <a:pt x="10357904" y="1202559"/>
                  </a:lnTo>
                  <a:lnTo>
                    <a:pt x="10245311" y="1195228"/>
                  </a:lnTo>
                  <a:lnTo>
                    <a:pt x="10136786" y="1187058"/>
                  </a:lnTo>
                  <a:lnTo>
                    <a:pt x="10033985" y="1178034"/>
                  </a:lnTo>
                  <a:lnTo>
                    <a:pt x="9937843" y="1168115"/>
                  </a:lnTo>
                  <a:lnTo>
                    <a:pt x="9848711" y="1157235"/>
                  </a:lnTo>
                  <a:lnTo>
                    <a:pt x="9766497" y="1145297"/>
                  </a:lnTo>
                  <a:lnTo>
                    <a:pt x="9690801" y="1132182"/>
                  </a:lnTo>
                  <a:lnTo>
                    <a:pt x="9621026" y="1117747"/>
                  </a:lnTo>
                  <a:lnTo>
                    <a:pt x="9556456" y="1101831"/>
                  </a:lnTo>
                  <a:lnTo>
                    <a:pt x="9496327" y="1084268"/>
                  </a:lnTo>
                  <a:lnTo>
                    <a:pt x="9439870" y="1064900"/>
                  </a:lnTo>
                  <a:lnTo>
                    <a:pt x="9386352" y="1043604"/>
                  </a:lnTo>
                  <a:lnTo>
                    <a:pt x="9347647" y="1026290"/>
                  </a:lnTo>
                  <a:lnTo>
                    <a:pt x="9292193" y="998609"/>
                  </a:lnTo>
                  <a:lnTo>
                    <a:pt x="9238355" y="968424"/>
                  </a:lnTo>
                  <a:lnTo>
                    <a:pt x="9185591" y="935692"/>
                  </a:lnTo>
                  <a:lnTo>
                    <a:pt x="9133489" y="900432"/>
                  </a:lnTo>
                  <a:lnTo>
                    <a:pt x="9081742" y="862738"/>
                  </a:lnTo>
                  <a:lnTo>
                    <a:pt x="9030134" y="822782"/>
                  </a:lnTo>
                  <a:lnTo>
                    <a:pt x="8978527" y="780815"/>
                  </a:lnTo>
                  <a:lnTo>
                    <a:pt x="8926847" y="737168"/>
                  </a:lnTo>
                  <a:lnTo>
                    <a:pt x="8875070" y="692240"/>
                  </a:lnTo>
                  <a:lnTo>
                    <a:pt x="8823216" y="646483"/>
                  </a:lnTo>
                  <a:lnTo>
                    <a:pt x="8771326" y="600390"/>
                  </a:lnTo>
                  <a:lnTo>
                    <a:pt x="8719454" y="554466"/>
                  </a:lnTo>
                  <a:lnTo>
                    <a:pt x="8667649" y="509209"/>
                  </a:lnTo>
                  <a:lnTo>
                    <a:pt x="8615936" y="465089"/>
                  </a:lnTo>
                  <a:lnTo>
                    <a:pt x="8564310" y="422523"/>
                  </a:lnTo>
                  <a:lnTo>
                    <a:pt x="8512715" y="381865"/>
                  </a:lnTo>
                  <a:lnTo>
                    <a:pt x="8461034" y="343395"/>
                  </a:lnTo>
                  <a:lnTo>
                    <a:pt x="8409080" y="307311"/>
                  </a:lnTo>
                  <a:lnTo>
                    <a:pt x="8356576" y="273732"/>
                  </a:lnTo>
                  <a:lnTo>
                    <a:pt x="8303148" y="242702"/>
                  </a:lnTo>
                  <a:lnTo>
                    <a:pt x="8248301" y="214196"/>
                  </a:lnTo>
                  <a:lnTo>
                    <a:pt x="8229629" y="205258"/>
                  </a:lnTo>
                  <a:lnTo>
                    <a:pt x="8177883" y="182476"/>
                  </a:lnTo>
                  <a:lnTo>
                    <a:pt x="8123701" y="161667"/>
                  </a:lnTo>
                  <a:lnTo>
                    <a:pt x="8066404" y="142760"/>
                  </a:lnTo>
                  <a:lnTo>
                    <a:pt x="8005245" y="125621"/>
                  </a:lnTo>
                  <a:lnTo>
                    <a:pt x="7939454" y="110088"/>
                  </a:lnTo>
                  <a:lnTo>
                    <a:pt x="7868273" y="95995"/>
                  </a:lnTo>
                  <a:lnTo>
                    <a:pt x="7791011" y="83184"/>
                  </a:lnTo>
                  <a:lnTo>
                    <a:pt x="7707108" y="71519"/>
                  </a:lnTo>
                  <a:lnTo>
                    <a:pt x="7616230" y="60885"/>
                  </a:lnTo>
                  <a:lnTo>
                    <a:pt x="7518383" y="51194"/>
                  </a:lnTo>
                  <a:lnTo>
                    <a:pt x="7414048" y="42384"/>
                  </a:lnTo>
                  <a:lnTo>
                    <a:pt x="7304329" y="34423"/>
                  </a:lnTo>
                  <a:lnTo>
                    <a:pt x="7191076" y="27300"/>
                  </a:lnTo>
                  <a:lnTo>
                    <a:pt x="7076942" y="21024"/>
                  </a:lnTo>
                  <a:lnTo>
                    <a:pt x="6965324" y="15613"/>
                  </a:lnTo>
                  <a:lnTo>
                    <a:pt x="6860132" y="11081"/>
                  </a:lnTo>
                  <a:lnTo>
                    <a:pt x="6765376" y="7429"/>
                  </a:lnTo>
                  <a:lnTo>
                    <a:pt x="6684617" y="4626"/>
                  </a:lnTo>
                  <a:lnTo>
                    <a:pt x="6620380" y="2608"/>
                  </a:lnTo>
                  <a:lnTo>
                    <a:pt x="6573684" y="1275"/>
                  </a:lnTo>
                  <a:lnTo>
                    <a:pt x="6543789" y="497"/>
                  </a:lnTo>
                  <a:lnTo>
                    <a:pt x="6528203" y="126"/>
                  </a:lnTo>
                  <a:lnTo>
                    <a:pt x="6522870" y="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7" y="28"/>
                  </a:lnTo>
                  <a:lnTo>
                    <a:pt x="5518943" y="230"/>
                  </a:lnTo>
                  <a:lnTo>
                    <a:pt x="5500222" y="788"/>
                  </a:lnTo>
                  <a:lnTo>
                    <a:pt x="5466488" y="1888"/>
                  </a:lnTo>
                  <a:lnTo>
                    <a:pt x="5415671" y="3706"/>
                  </a:lnTo>
                  <a:lnTo>
                    <a:pt x="5347464" y="6394"/>
                  </a:lnTo>
                  <a:lnTo>
                    <a:pt x="5263268" y="10063"/>
                  </a:lnTo>
                  <a:lnTo>
                    <a:pt x="5165890" y="14782"/>
                  </a:lnTo>
                  <a:lnTo>
                    <a:pt x="5059028" y="20578"/>
                  </a:lnTo>
                  <a:lnTo>
                    <a:pt x="4946693" y="27444"/>
                  </a:lnTo>
                  <a:lnTo>
                    <a:pt x="4832689" y="35361"/>
                  </a:lnTo>
                  <a:lnTo>
                    <a:pt x="4720235" y="44309"/>
                  </a:lnTo>
                  <a:lnTo>
                    <a:pt x="4611792" y="54280"/>
                  </a:lnTo>
                  <a:lnTo>
                    <a:pt x="4509022" y="65294"/>
                  </a:lnTo>
                  <a:lnTo>
                    <a:pt x="4412873" y="77399"/>
                  </a:lnTo>
                  <a:lnTo>
                    <a:pt x="4323706" y="90676"/>
                  </a:lnTo>
                  <a:lnTo>
                    <a:pt x="4241441" y="105240"/>
                  </a:lnTo>
                  <a:lnTo>
                    <a:pt x="4165686" y="121237"/>
                  </a:lnTo>
                  <a:lnTo>
                    <a:pt x="4095850" y="138840"/>
                  </a:lnTo>
                  <a:lnTo>
                    <a:pt x="4031228" y="158244"/>
                  </a:lnTo>
                  <a:lnTo>
                    <a:pt x="3971058" y="179653"/>
                  </a:lnTo>
                  <a:lnTo>
                    <a:pt x="3914576" y="203260"/>
                  </a:lnTo>
                  <a:lnTo>
                    <a:pt x="3861049" y="229215"/>
                  </a:lnTo>
                  <a:lnTo>
                    <a:pt x="3820202" y="251550"/>
                  </a:lnTo>
                  <a:lnTo>
                    <a:pt x="3766914" y="284070"/>
                  </a:lnTo>
                  <a:lnTo>
                    <a:pt x="3715137" y="319416"/>
                  </a:lnTo>
                  <a:lnTo>
                    <a:pt x="3664386" y="357641"/>
                  </a:lnTo>
                  <a:lnTo>
                    <a:pt x="3614284" y="398729"/>
                  </a:lnTo>
                  <a:lnTo>
                    <a:pt x="3564548" y="442592"/>
                  </a:lnTo>
                  <a:lnTo>
                    <a:pt x="3514974" y="489059"/>
                  </a:lnTo>
                  <a:lnTo>
                    <a:pt x="3465425" y="537873"/>
                  </a:lnTo>
                  <a:lnTo>
                    <a:pt x="3415820" y="588699"/>
                  </a:lnTo>
                  <a:lnTo>
                    <a:pt x="3366130" y="641125"/>
                  </a:lnTo>
                  <a:lnTo>
                    <a:pt x="3316358" y="694676"/>
                  </a:lnTo>
                  <a:lnTo>
                    <a:pt x="3266535" y="748831"/>
                  </a:lnTo>
                  <a:lnTo>
                    <a:pt x="3216708" y="803046"/>
                  </a:lnTo>
                  <a:lnTo>
                    <a:pt x="3166922" y="856771"/>
                  </a:lnTo>
                  <a:lnTo>
                    <a:pt x="3117212" y="909480"/>
                  </a:lnTo>
                  <a:lnTo>
                    <a:pt x="3067591" y="960686"/>
                  </a:lnTo>
                  <a:lnTo>
                    <a:pt x="3018035" y="1009963"/>
                  </a:lnTo>
                  <a:lnTo>
                    <a:pt x="2968475" y="1056957"/>
                  </a:lnTo>
                  <a:lnTo>
                    <a:pt x="2918789" y="1101396"/>
                  </a:lnTo>
                  <a:lnTo>
                    <a:pt x="2868786" y="1143090"/>
                  </a:lnTo>
                  <a:lnTo>
                    <a:pt x="2818202" y="1181932"/>
                  </a:lnTo>
                  <a:lnTo>
                    <a:pt x="2766683" y="1217893"/>
                  </a:lnTo>
                  <a:lnTo>
                    <a:pt x="2713766" y="1251012"/>
                  </a:lnTo>
                  <a:lnTo>
                    <a:pt x="2702183" y="1257752"/>
                  </a:lnTo>
                  <a:lnTo>
                    <a:pt x="2650532" y="1285623"/>
                  </a:lnTo>
                  <a:lnTo>
                    <a:pt x="2596453" y="1311087"/>
                  </a:lnTo>
                  <a:lnTo>
                    <a:pt x="2539273" y="1334227"/>
                  </a:lnTo>
                  <a:lnTo>
                    <a:pt x="2478250" y="1355207"/>
                  </a:lnTo>
                  <a:lnTo>
                    <a:pt x="2412617" y="1374224"/>
                  </a:lnTo>
                  <a:lnTo>
                    <a:pt x="2341619" y="1391481"/>
                  </a:lnTo>
                  <a:lnTo>
                    <a:pt x="2264567" y="1407170"/>
                  </a:lnTo>
                  <a:lnTo>
                    <a:pt x="2180905" y="1421458"/>
                  </a:lnTo>
                  <a:lnTo>
                    <a:pt x="2090296" y="1434485"/>
                  </a:lnTo>
                  <a:lnTo>
                    <a:pt x="1992738" y="1446360"/>
                  </a:lnTo>
                  <a:lnTo>
                    <a:pt x="1888702" y="1457157"/>
                  </a:lnTo>
                  <a:lnTo>
                    <a:pt x="1779272" y="1466917"/>
                  </a:lnTo>
                  <a:lnTo>
                    <a:pt x="1666273" y="1475654"/>
                  </a:lnTo>
                  <a:lnTo>
                    <a:pt x="1552325" y="1483357"/>
                  </a:lnTo>
                  <a:lnTo>
                    <a:pt x="1440793" y="1490004"/>
                  </a:lnTo>
                  <a:lnTo>
                    <a:pt x="1335556" y="1495578"/>
                  </a:lnTo>
                  <a:lnTo>
                    <a:pt x="1240608" y="1500078"/>
                  </a:lnTo>
                  <a:lnTo>
                    <a:pt x="1159513" y="1503538"/>
                  </a:lnTo>
                  <a:lnTo>
                    <a:pt x="1094822" y="1506036"/>
                  </a:lnTo>
                  <a:lnTo>
                    <a:pt x="1047603" y="1507693"/>
                  </a:lnTo>
                  <a:lnTo>
                    <a:pt x="1017183" y="1508667"/>
                  </a:lnTo>
                  <a:lnTo>
                    <a:pt x="1001144" y="1509136"/>
                  </a:lnTo>
                  <a:lnTo>
                    <a:pt x="995506" y="1509288"/>
                  </a:lnTo>
                  <a:lnTo>
                    <a:pt x="994940" y="1509302"/>
                  </a:lnTo>
                  <a:lnTo>
                    <a:pt x="0" y="1509302"/>
                  </a:lnTo>
                  <a:lnTo>
                    <a:pt x="0" y="15093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7" name="pg986"/>
            <p:cNvSpPr/>
            <p:nvPr/>
          </p:nvSpPr>
          <p:spPr>
            <a:xfrm>
              <a:off x="1199187" y="2656836"/>
              <a:ext cx="12049831" cy="2117216"/>
            </a:xfrm>
            <a:custGeom>
              <a:avLst/>
              <a:pathLst>
                <a:path w="12049831" h="2117216">
                  <a:moveTo>
                    <a:pt x="0" y="1483099"/>
                  </a:moveTo>
                  <a:lnTo>
                    <a:pt x="994940" y="1483099"/>
                  </a:lnTo>
                  <a:lnTo>
                    <a:pt x="996059" y="1483071"/>
                  </a:lnTo>
                  <a:lnTo>
                    <a:pt x="1003448" y="1482873"/>
                  </a:lnTo>
                  <a:lnTo>
                    <a:pt x="1022180" y="1482326"/>
                  </a:lnTo>
                  <a:lnTo>
                    <a:pt x="1055934" y="1481248"/>
                  </a:lnTo>
                  <a:lnTo>
                    <a:pt x="1106779" y="1479467"/>
                  </a:lnTo>
                  <a:lnTo>
                    <a:pt x="1175022" y="1476834"/>
                  </a:lnTo>
                  <a:lnTo>
                    <a:pt x="1259257" y="1473239"/>
                  </a:lnTo>
                  <a:lnTo>
                    <a:pt x="1356676" y="1468615"/>
                  </a:lnTo>
                  <a:lnTo>
                    <a:pt x="1463575" y="1462937"/>
                  </a:lnTo>
                  <a:lnTo>
                    <a:pt x="1575941" y="1456210"/>
                  </a:lnTo>
                  <a:lnTo>
                    <a:pt x="1689971" y="1448454"/>
                  </a:lnTo>
                  <a:lnTo>
                    <a:pt x="1802441" y="1439689"/>
                  </a:lnTo>
                  <a:lnTo>
                    <a:pt x="1910894" y="1429920"/>
                  </a:lnTo>
                  <a:lnTo>
                    <a:pt x="2013668" y="1419130"/>
                  </a:lnTo>
                  <a:lnTo>
                    <a:pt x="2109816" y="1407271"/>
                  </a:lnTo>
                  <a:lnTo>
                    <a:pt x="2198979" y="1394264"/>
                  </a:lnTo>
                  <a:lnTo>
                    <a:pt x="2281238" y="1379995"/>
                  </a:lnTo>
                  <a:lnTo>
                    <a:pt x="2356986" y="1364323"/>
                  </a:lnTo>
                  <a:lnTo>
                    <a:pt x="2426814" y="1347076"/>
                  </a:lnTo>
                  <a:lnTo>
                    <a:pt x="2491430" y="1328063"/>
                  </a:lnTo>
                  <a:lnTo>
                    <a:pt x="2551594" y="1307087"/>
                  </a:lnTo>
                  <a:lnTo>
                    <a:pt x="2608074" y="1283956"/>
                  </a:lnTo>
                  <a:lnTo>
                    <a:pt x="2661600" y="1258525"/>
                  </a:lnTo>
                  <a:lnTo>
                    <a:pt x="2702183" y="1236789"/>
                  </a:lnTo>
                  <a:lnTo>
                    <a:pt x="2755716" y="1204791"/>
                  </a:lnTo>
                  <a:lnTo>
                    <a:pt x="2807725" y="1170000"/>
                  </a:lnTo>
                  <a:lnTo>
                    <a:pt x="2858704" y="1132364"/>
                  </a:lnTo>
                  <a:lnTo>
                    <a:pt x="2909032" y="1091899"/>
                  </a:lnTo>
                  <a:lnTo>
                    <a:pt x="2958995" y="1048693"/>
                  </a:lnTo>
                  <a:lnTo>
                    <a:pt x="3008798" y="1002920"/>
                  </a:lnTo>
                  <a:lnTo>
                    <a:pt x="3058580" y="954834"/>
                  </a:lnTo>
                  <a:lnTo>
                    <a:pt x="3108418" y="904773"/>
                  </a:lnTo>
                  <a:lnTo>
                    <a:pt x="3158344" y="853147"/>
                  </a:lnTo>
                  <a:lnTo>
                    <a:pt x="3208352" y="800429"/>
                  </a:lnTo>
                  <a:lnTo>
                    <a:pt x="3258408" y="747139"/>
                  </a:lnTo>
                  <a:lnTo>
                    <a:pt x="3308467" y="693819"/>
                  </a:lnTo>
                  <a:lnTo>
                    <a:pt x="3358482" y="641012"/>
                  </a:lnTo>
                  <a:lnTo>
                    <a:pt x="3408418" y="589240"/>
                  </a:lnTo>
                  <a:lnTo>
                    <a:pt x="3458265" y="538983"/>
                  </a:lnTo>
                  <a:lnTo>
                    <a:pt x="3508050" y="490659"/>
                  </a:lnTo>
                  <a:lnTo>
                    <a:pt x="3557845" y="444614"/>
                  </a:lnTo>
                  <a:lnTo>
                    <a:pt x="3607781" y="401114"/>
                  </a:lnTo>
                  <a:lnTo>
                    <a:pt x="3658056" y="360337"/>
                  </a:lnTo>
                  <a:lnTo>
                    <a:pt x="3708946" y="322384"/>
                  </a:lnTo>
                  <a:lnTo>
                    <a:pt x="3760818" y="287278"/>
                  </a:lnTo>
                  <a:lnTo>
                    <a:pt x="3814153" y="254974"/>
                  </a:lnTo>
                  <a:lnTo>
                    <a:pt x="3820202" y="251550"/>
                  </a:lnTo>
                  <a:lnTo>
                    <a:pt x="3871865" y="224253"/>
                  </a:lnTo>
                  <a:lnTo>
                    <a:pt x="3925956" y="199316"/>
                  </a:lnTo>
                  <a:lnTo>
                    <a:pt x="3983150" y="176654"/>
                  </a:lnTo>
                  <a:lnTo>
                    <a:pt x="4044190" y="156108"/>
                  </a:lnTo>
                  <a:lnTo>
                    <a:pt x="4109843" y="137485"/>
                  </a:lnTo>
                  <a:lnTo>
                    <a:pt x="4180863" y="120585"/>
                  </a:lnTo>
                  <a:lnTo>
                    <a:pt x="4257941" y="105222"/>
                  </a:lnTo>
                  <a:lnTo>
                    <a:pt x="4341633" y="91231"/>
                  </a:lnTo>
                  <a:lnTo>
                    <a:pt x="4432275" y="78474"/>
                  </a:lnTo>
                  <a:lnTo>
                    <a:pt x="4529868" y="66846"/>
                  </a:lnTo>
                  <a:lnTo>
                    <a:pt x="4633941" y="56275"/>
                  </a:lnTo>
                  <a:lnTo>
                    <a:pt x="4743406" y="46718"/>
                  </a:lnTo>
                  <a:lnTo>
                    <a:pt x="4856437" y="38164"/>
                  </a:lnTo>
                  <a:lnTo>
                    <a:pt x="4970408" y="30623"/>
                  </a:lnTo>
                  <a:lnTo>
                    <a:pt x="5081951" y="24116"/>
                  </a:lnTo>
                  <a:lnTo>
                    <a:pt x="5187182" y="18661"/>
                  </a:lnTo>
                  <a:lnTo>
                    <a:pt x="5282106" y="14258"/>
                  </a:lnTo>
                  <a:lnTo>
                    <a:pt x="5363161" y="10873"/>
                  </a:lnTo>
                  <a:lnTo>
                    <a:pt x="5427796" y="8430"/>
                  </a:lnTo>
                  <a:lnTo>
                    <a:pt x="5474951" y="6810"/>
                  </a:lnTo>
                  <a:lnTo>
                    <a:pt x="5505306" y="5859"/>
                  </a:lnTo>
                  <a:lnTo>
                    <a:pt x="5521289" y="5401"/>
                  </a:lnTo>
                  <a:lnTo>
                    <a:pt x="5526889" y="525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8" y="5279"/>
                  </a:lnTo>
                  <a:lnTo>
                    <a:pt x="6530765" y="5558"/>
                  </a:lnTo>
                  <a:lnTo>
                    <a:pt x="6549222" y="6327"/>
                  </a:lnTo>
                  <a:lnTo>
                    <a:pt x="6582500" y="7843"/>
                  </a:lnTo>
                  <a:lnTo>
                    <a:pt x="6632667" y="10349"/>
                  </a:lnTo>
                  <a:lnTo>
                    <a:pt x="6700066" y="14055"/>
                  </a:lnTo>
                  <a:lnTo>
                    <a:pt x="6783357" y="19117"/>
                  </a:lnTo>
                  <a:lnTo>
                    <a:pt x="6879817" y="25631"/>
                  </a:lnTo>
                  <a:lnTo>
                    <a:pt x="6985822" y="33636"/>
                  </a:lnTo>
                  <a:lnTo>
                    <a:pt x="7097422" y="43125"/>
                  </a:lnTo>
                  <a:lnTo>
                    <a:pt x="7210854" y="54072"/>
                  </a:lnTo>
                  <a:lnTo>
                    <a:pt x="7322907" y="66446"/>
                  </a:lnTo>
                  <a:lnTo>
                    <a:pt x="7431113" y="80240"/>
                  </a:lnTo>
                  <a:lnTo>
                    <a:pt x="7533787" y="95474"/>
                  </a:lnTo>
                  <a:lnTo>
                    <a:pt x="7629951" y="112214"/>
                  </a:lnTo>
                  <a:lnTo>
                    <a:pt x="7719213" y="130567"/>
                  </a:lnTo>
                  <a:lnTo>
                    <a:pt x="7801623" y="150688"/>
                  </a:lnTo>
                  <a:lnTo>
                    <a:pt x="7877546" y="172775"/>
                  </a:lnTo>
                  <a:lnTo>
                    <a:pt x="7947549" y="197064"/>
                  </a:lnTo>
                  <a:lnTo>
                    <a:pt x="8012321" y="223822"/>
                  </a:lnTo>
                  <a:lnTo>
                    <a:pt x="8072609" y="253328"/>
                  </a:lnTo>
                  <a:lnTo>
                    <a:pt x="8129168" y="285853"/>
                  </a:lnTo>
                  <a:lnTo>
                    <a:pt x="8182724" y="321612"/>
                  </a:lnTo>
                  <a:lnTo>
                    <a:pt x="8229629" y="357236"/>
                  </a:lnTo>
                  <a:lnTo>
                    <a:pt x="8278437" y="398706"/>
                  </a:lnTo>
                  <a:lnTo>
                    <a:pt x="8325941" y="443476"/>
                  </a:lnTo>
                  <a:lnTo>
                    <a:pt x="8372527" y="491612"/>
                  </a:lnTo>
                  <a:lnTo>
                    <a:pt x="8418499" y="543115"/>
                  </a:lnTo>
                  <a:lnTo>
                    <a:pt x="8464092" y="597912"/>
                  </a:lnTo>
                  <a:lnTo>
                    <a:pt x="8509485" y="655856"/>
                  </a:lnTo>
                  <a:lnTo>
                    <a:pt x="8554805" y="716716"/>
                  </a:lnTo>
                  <a:lnTo>
                    <a:pt x="8600138" y="780178"/>
                  </a:lnTo>
                  <a:lnTo>
                    <a:pt x="8645530" y="845853"/>
                  </a:lnTo>
                  <a:lnTo>
                    <a:pt x="8690995" y="913278"/>
                  </a:lnTo>
                  <a:lnTo>
                    <a:pt x="8736527" y="981934"/>
                  </a:lnTo>
                  <a:lnTo>
                    <a:pt x="8782098" y="1051260"/>
                  </a:lnTo>
                  <a:lnTo>
                    <a:pt x="8827675" y="1120671"/>
                  </a:lnTo>
                  <a:lnTo>
                    <a:pt x="8873221" y="1189578"/>
                  </a:lnTo>
                  <a:lnTo>
                    <a:pt x="8918707" y="1257412"/>
                  </a:lnTo>
                  <a:lnTo>
                    <a:pt x="8964120" y="1323639"/>
                  </a:lnTo>
                  <a:lnTo>
                    <a:pt x="9009466" y="1387779"/>
                  </a:lnTo>
                  <a:lnTo>
                    <a:pt x="9054784" y="1449421"/>
                  </a:lnTo>
                  <a:lnTo>
                    <a:pt x="9100145" y="1508229"/>
                  </a:lnTo>
                  <a:lnTo>
                    <a:pt x="9145665" y="1563949"/>
                  </a:lnTo>
                  <a:lnTo>
                    <a:pt x="9191506" y="1616407"/>
                  </a:lnTo>
                  <a:lnTo>
                    <a:pt x="9237888" y="1665512"/>
                  </a:lnTo>
                  <a:lnTo>
                    <a:pt x="9285093" y="1711244"/>
                  </a:lnTo>
                  <a:lnTo>
                    <a:pt x="9333482" y="1753651"/>
                  </a:lnTo>
                  <a:lnTo>
                    <a:pt x="9347647" y="1765220"/>
                  </a:lnTo>
                  <a:lnTo>
                    <a:pt x="9399034" y="1804033"/>
                  </a:lnTo>
                  <a:lnTo>
                    <a:pt x="9452820" y="1839510"/>
                  </a:lnTo>
                  <a:lnTo>
                    <a:pt x="9509669" y="1871766"/>
                  </a:lnTo>
                  <a:lnTo>
                    <a:pt x="9570311" y="1901027"/>
                  </a:lnTo>
                  <a:lnTo>
                    <a:pt x="9635502" y="1927563"/>
                  </a:lnTo>
                  <a:lnTo>
                    <a:pt x="9705986" y="1951654"/>
                  </a:lnTo>
                  <a:lnTo>
                    <a:pt x="9782443" y="1973564"/>
                  </a:lnTo>
                  <a:lnTo>
                    <a:pt x="9865429" y="1993526"/>
                  </a:lnTo>
                  <a:lnTo>
                    <a:pt x="9955285" y="2011735"/>
                  </a:lnTo>
                  <a:lnTo>
                    <a:pt x="10052029" y="2028342"/>
                  </a:lnTo>
                  <a:lnTo>
                    <a:pt x="10155224" y="2043452"/>
                  </a:lnTo>
                  <a:lnTo>
                    <a:pt x="10263836" y="2057124"/>
                  </a:lnTo>
                  <a:lnTo>
                    <a:pt x="10376114" y="2069377"/>
                  </a:lnTo>
                  <a:lnTo>
                    <a:pt x="10489525" y="2080200"/>
                  </a:lnTo>
                  <a:lnTo>
                    <a:pt x="10600799" y="2089563"/>
                  </a:lnTo>
                  <a:lnTo>
                    <a:pt x="10706141" y="2097440"/>
                  </a:lnTo>
                  <a:lnTo>
                    <a:pt x="10801607" y="2103828"/>
                  </a:lnTo>
                  <a:lnTo>
                    <a:pt x="10883628" y="2108769"/>
                  </a:lnTo>
                  <a:lnTo>
                    <a:pt x="10949582" y="2112365"/>
                  </a:lnTo>
                  <a:lnTo>
                    <a:pt x="10998266" y="2114778"/>
                  </a:lnTo>
                  <a:lnTo>
                    <a:pt x="11030172" y="2116220"/>
                  </a:lnTo>
                  <a:lnTo>
                    <a:pt x="11047509" y="2116938"/>
                  </a:lnTo>
                  <a:lnTo>
                    <a:pt x="11054045" y="2117186"/>
                  </a:lnTo>
                  <a:lnTo>
                    <a:pt x="11054891" y="2117216"/>
                  </a:lnTo>
                  <a:lnTo>
                    <a:pt x="12049831" y="2117216"/>
                  </a:lnTo>
                  <a:lnTo>
                    <a:pt x="12049831" y="2111975"/>
                  </a:lnTo>
                  <a:lnTo>
                    <a:pt x="11054891" y="2111975"/>
                  </a:lnTo>
                  <a:lnTo>
                    <a:pt x="11053789" y="2111936"/>
                  </a:lnTo>
                  <a:lnTo>
                    <a:pt x="11046512" y="2111658"/>
                  </a:lnTo>
                  <a:lnTo>
                    <a:pt x="11028054" y="2110888"/>
                  </a:lnTo>
                  <a:lnTo>
                    <a:pt x="10994776" y="2109372"/>
                  </a:lnTo>
                  <a:lnTo>
                    <a:pt x="10944609" y="2106866"/>
                  </a:lnTo>
                  <a:lnTo>
                    <a:pt x="10877211" y="2103160"/>
                  </a:lnTo>
                  <a:lnTo>
                    <a:pt x="10793919" y="2098098"/>
                  </a:lnTo>
                  <a:lnTo>
                    <a:pt x="10697460" y="2091584"/>
                  </a:lnTo>
                  <a:lnTo>
                    <a:pt x="10591455" y="2083579"/>
                  </a:lnTo>
                  <a:lnTo>
                    <a:pt x="10479854" y="2074090"/>
                  </a:lnTo>
                  <a:lnTo>
                    <a:pt x="10366422" y="2063144"/>
                  </a:lnTo>
                  <a:lnTo>
                    <a:pt x="10254370" y="2050769"/>
                  </a:lnTo>
                  <a:lnTo>
                    <a:pt x="10146164" y="2036975"/>
                  </a:lnTo>
                  <a:lnTo>
                    <a:pt x="10043490" y="2021741"/>
                  </a:lnTo>
                  <a:lnTo>
                    <a:pt x="9947325" y="2005001"/>
                  </a:lnTo>
                  <a:lnTo>
                    <a:pt x="9858063" y="1986648"/>
                  </a:lnTo>
                  <a:lnTo>
                    <a:pt x="9775653" y="1966528"/>
                  </a:lnTo>
                  <a:lnTo>
                    <a:pt x="9699731" y="1944441"/>
                  </a:lnTo>
                  <a:lnTo>
                    <a:pt x="9629728" y="1920151"/>
                  </a:lnTo>
                  <a:lnTo>
                    <a:pt x="9564955" y="1893393"/>
                  </a:lnTo>
                  <a:lnTo>
                    <a:pt x="9504667" y="1863887"/>
                  </a:lnTo>
                  <a:lnTo>
                    <a:pt x="9448108" y="1831363"/>
                  </a:lnTo>
                  <a:lnTo>
                    <a:pt x="9394552" y="1795603"/>
                  </a:lnTo>
                  <a:lnTo>
                    <a:pt x="9347647" y="1759979"/>
                  </a:lnTo>
                  <a:lnTo>
                    <a:pt x="9298840" y="1718509"/>
                  </a:lnTo>
                  <a:lnTo>
                    <a:pt x="9251335" y="1673739"/>
                  </a:lnTo>
                  <a:lnTo>
                    <a:pt x="9204749" y="1625603"/>
                  </a:lnTo>
                  <a:lnTo>
                    <a:pt x="9158778" y="1574101"/>
                  </a:lnTo>
                  <a:lnTo>
                    <a:pt x="9113185" y="1519303"/>
                  </a:lnTo>
                  <a:lnTo>
                    <a:pt x="9067792" y="1461359"/>
                  </a:lnTo>
                  <a:lnTo>
                    <a:pt x="9022471" y="1400499"/>
                  </a:lnTo>
                  <a:lnTo>
                    <a:pt x="8977138" y="1337037"/>
                  </a:lnTo>
                  <a:lnTo>
                    <a:pt x="8931747" y="1271362"/>
                  </a:lnTo>
                  <a:lnTo>
                    <a:pt x="8886281" y="1203937"/>
                  </a:lnTo>
                  <a:lnTo>
                    <a:pt x="8840750" y="1135281"/>
                  </a:lnTo>
                  <a:lnTo>
                    <a:pt x="8795178" y="1065955"/>
                  </a:lnTo>
                  <a:lnTo>
                    <a:pt x="8749601" y="996544"/>
                  </a:lnTo>
                  <a:lnTo>
                    <a:pt x="8704055" y="927637"/>
                  </a:lnTo>
                  <a:lnTo>
                    <a:pt x="8658569" y="859803"/>
                  </a:lnTo>
                  <a:lnTo>
                    <a:pt x="8613157" y="793577"/>
                  </a:lnTo>
                  <a:lnTo>
                    <a:pt x="8567810" y="729436"/>
                  </a:lnTo>
                  <a:lnTo>
                    <a:pt x="8522493" y="667794"/>
                  </a:lnTo>
                  <a:lnTo>
                    <a:pt x="8477132" y="608986"/>
                  </a:lnTo>
                  <a:lnTo>
                    <a:pt x="8431612" y="553267"/>
                  </a:lnTo>
                  <a:lnTo>
                    <a:pt x="8385771" y="500808"/>
                  </a:lnTo>
                  <a:lnTo>
                    <a:pt x="8339389" y="451703"/>
                  </a:lnTo>
                  <a:lnTo>
                    <a:pt x="8292183" y="405971"/>
                  </a:lnTo>
                  <a:lnTo>
                    <a:pt x="8243795" y="363564"/>
                  </a:lnTo>
                  <a:lnTo>
                    <a:pt x="8229629" y="351995"/>
                  </a:lnTo>
                  <a:lnTo>
                    <a:pt x="8178243" y="313182"/>
                  </a:lnTo>
                  <a:lnTo>
                    <a:pt x="8124457" y="277705"/>
                  </a:lnTo>
                  <a:lnTo>
                    <a:pt x="8067608" y="245449"/>
                  </a:lnTo>
                  <a:lnTo>
                    <a:pt x="8006966" y="216188"/>
                  </a:lnTo>
                  <a:lnTo>
                    <a:pt x="7941775" y="189653"/>
                  </a:lnTo>
                  <a:lnTo>
                    <a:pt x="7871291" y="165562"/>
                  </a:lnTo>
                  <a:lnTo>
                    <a:pt x="7794833" y="143652"/>
                  </a:lnTo>
                  <a:lnTo>
                    <a:pt x="7711847" y="123689"/>
                  </a:lnTo>
                  <a:lnTo>
                    <a:pt x="7621991" y="105480"/>
                  </a:lnTo>
                  <a:lnTo>
                    <a:pt x="7525248" y="88873"/>
                  </a:lnTo>
                  <a:lnTo>
                    <a:pt x="7422053" y="73763"/>
                  </a:lnTo>
                  <a:lnTo>
                    <a:pt x="7313441" y="60092"/>
                  </a:lnTo>
                  <a:lnTo>
                    <a:pt x="7201162" y="47838"/>
                  </a:lnTo>
                  <a:lnTo>
                    <a:pt x="7087752" y="37015"/>
                  </a:lnTo>
                  <a:lnTo>
                    <a:pt x="6976477" y="27652"/>
                  </a:lnTo>
                  <a:lnTo>
                    <a:pt x="6871135" y="19775"/>
                  </a:lnTo>
                  <a:lnTo>
                    <a:pt x="6775670" y="13387"/>
                  </a:lnTo>
                  <a:lnTo>
                    <a:pt x="6693648" y="8446"/>
                  </a:lnTo>
                  <a:lnTo>
                    <a:pt x="6627694" y="4850"/>
                  </a:lnTo>
                  <a:lnTo>
                    <a:pt x="6579010" y="2437"/>
                  </a:lnTo>
                  <a:lnTo>
                    <a:pt x="6547105" y="995"/>
                  </a:lnTo>
                  <a:lnTo>
                    <a:pt x="6529767" y="278"/>
                  </a:lnTo>
                  <a:lnTo>
                    <a:pt x="6523232" y="2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6" y="27"/>
                  </a:lnTo>
                  <a:lnTo>
                    <a:pt x="5518937" y="225"/>
                  </a:lnTo>
                  <a:lnTo>
                    <a:pt x="5500205" y="772"/>
                  </a:lnTo>
                  <a:lnTo>
                    <a:pt x="5466451" y="1850"/>
                  </a:lnTo>
                  <a:lnTo>
                    <a:pt x="5415606" y="3632"/>
                  </a:lnTo>
                  <a:lnTo>
                    <a:pt x="5347363" y="6265"/>
                  </a:lnTo>
                  <a:lnTo>
                    <a:pt x="5263128" y="9860"/>
                  </a:lnTo>
                  <a:lnTo>
                    <a:pt x="5165709" y="14483"/>
                  </a:lnTo>
                  <a:lnTo>
                    <a:pt x="5058810" y="20161"/>
                  </a:lnTo>
                  <a:lnTo>
                    <a:pt x="4946444" y="26888"/>
                  </a:lnTo>
                  <a:lnTo>
                    <a:pt x="4832414" y="34644"/>
                  </a:lnTo>
                  <a:lnTo>
                    <a:pt x="4719944" y="43410"/>
                  </a:lnTo>
                  <a:lnTo>
                    <a:pt x="4611491" y="53179"/>
                  </a:lnTo>
                  <a:lnTo>
                    <a:pt x="4508717" y="63969"/>
                  </a:lnTo>
                  <a:lnTo>
                    <a:pt x="4412569" y="75828"/>
                  </a:lnTo>
                  <a:lnTo>
                    <a:pt x="4323406" y="88835"/>
                  </a:lnTo>
                  <a:lnTo>
                    <a:pt x="4241147" y="103103"/>
                  </a:lnTo>
                  <a:lnTo>
                    <a:pt x="4165399" y="118776"/>
                  </a:lnTo>
                  <a:lnTo>
                    <a:pt x="4095571" y="136023"/>
                  </a:lnTo>
                  <a:lnTo>
                    <a:pt x="4030955" y="155035"/>
                  </a:lnTo>
                  <a:lnTo>
                    <a:pt x="3970791" y="176012"/>
                  </a:lnTo>
                  <a:lnTo>
                    <a:pt x="3914311" y="199142"/>
                  </a:lnTo>
                  <a:lnTo>
                    <a:pt x="3860785" y="224574"/>
                  </a:lnTo>
                  <a:lnTo>
                    <a:pt x="3820202" y="246309"/>
                  </a:lnTo>
                  <a:lnTo>
                    <a:pt x="3766669" y="278307"/>
                  </a:lnTo>
                  <a:lnTo>
                    <a:pt x="3714660" y="313098"/>
                  </a:lnTo>
                  <a:lnTo>
                    <a:pt x="3663681" y="350734"/>
                  </a:lnTo>
                  <a:lnTo>
                    <a:pt x="3613353" y="391200"/>
                  </a:lnTo>
                  <a:lnTo>
                    <a:pt x="3563390" y="434405"/>
                  </a:lnTo>
                  <a:lnTo>
                    <a:pt x="3513587" y="480178"/>
                  </a:lnTo>
                  <a:lnTo>
                    <a:pt x="3463805" y="528264"/>
                  </a:lnTo>
                  <a:lnTo>
                    <a:pt x="3413967" y="578326"/>
                  </a:lnTo>
                  <a:lnTo>
                    <a:pt x="3364041" y="629952"/>
                  </a:lnTo>
                  <a:lnTo>
                    <a:pt x="3314033" y="682669"/>
                  </a:lnTo>
                  <a:lnTo>
                    <a:pt x="3263977" y="735959"/>
                  </a:lnTo>
                  <a:lnTo>
                    <a:pt x="3213918" y="789279"/>
                  </a:lnTo>
                  <a:lnTo>
                    <a:pt x="3163903" y="842087"/>
                  </a:lnTo>
                  <a:lnTo>
                    <a:pt x="3113967" y="893858"/>
                  </a:lnTo>
                  <a:lnTo>
                    <a:pt x="3064120" y="944116"/>
                  </a:lnTo>
                  <a:lnTo>
                    <a:pt x="3014335" y="992439"/>
                  </a:lnTo>
                  <a:lnTo>
                    <a:pt x="2964540" y="1038484"/>
                  </a:lnTo>
                  <a:lnTo>
                    <a:pt x="2914604" y="1081985"/>
                  </a:lnTo>
                  <a:lnTo>
                    <a:pt x="2864329" y="1122761"/>
                  </a:lnTo>
                  <a:lnTo>
                    <a:pt x="2813439" y="1160714"/>
                  </a:lnTo>
                  <a:lnTo>
                    <a:pt x="2761567" y="1195820"/>
                  </a:lnTo>
                  <a:lnTo>
                    <a:pt x="2708232" y="1228124"/>
                  </a:lnTo>
                  <a:lnTo>
                    <a:pt x="2702183" y="1231549"/>
                  </a:lnTo>
                  <a:lnTo>
                    <a:pt x="2650520" y="1258845"/>
                  </a:lnTo>
                  <a:lnTo>
                    <a:pt x="2596429" y="1283783"/>
                  </a:lnTo>
                  <a:lnTo>
                    <a:pt x="2539235" y="1306444"/>
                  </a:lnTo>
                  <a:lnTo>
                    <a:pt x="2478195" y="1326990"/>
                  </a:lnTo>
                  <a:lnTo>
                    <a:pt x="2412542" y="1345614"/>
                  </a:lnTo>
                  <a:lnTo>
                    <a:pt x="2341522" y="1362513"/>
                  </a:lnTo>
                  <a:lnTo>
                    <a:pt x="2264444" y="1377876"/>
                  </a:lnTo>
                  <a:lnTo>
                    <a:pt x="2180752" y="1391868"/>
                  </a:lnTo>
                  <a:lnTo>
                    <a:pt x="2090110" y="1404624"/>
                  </a:lnTo>
                  <a:lnTo>
                    <a:pt x="1992517" y="1416252"/>
                  </a:lnTo>
                  <a:lnTo>
                    <a:pt x="1888444" y="1426824"/>
                  </a:lnTo>
                  <a:lnTo>
                    <a:pt x="1778979" y="1436380"/>
                  </a:lnTo>
                  <a:lnTo>
                    <a:pt x="1665948" y="1444934"/>
                  </a:lnTo>
                  <a:lnTo>
                    <a:pt x="1551977" y="1452475"/>
                  </a:lnTo>
                  <a:lnTo>
                    <a:pt x="1440434" y="1458982"/>
                  </a:lnTo>
                  <a:lnTo>
                    <a:pt x="1335203" y="1464437"/>
                  </a:lnTo>
                  <a:lnTo>
                    <a:pt x="1240279" y="1468840"/>
                  </a:lnTo>
                  <a:lnTo>
                    <a:pt x="1159224" y="1472226"/>
                  </a:lnTo>
                  <a:lnTo>
                    <a:pt x="1094589" y="1474668"/>
                  </a:lnTo>
                  <a:lnTo>
                    <a:pt x="1047434" y="1476288"/>
                  </a:lnTo>
                  <a:lnTo>
                    <a:pt x="1017079" y="1477239"/>
                  </a:lnTo>
                  <a:lnTo>
                    <a:pt x="1001096" y="1477697"/>
                  </a:lnTo>
                  <a:lnTo>
                    <a:pt x="995496" y="1477845"/>
                  </a:lnTo>
                  <a:lnTo>
                    <a:pt x="994940" y="1477858"/>
                  </a:lnTo>
                  <a:lnTo>
                    <a:pt x="0" y="1477858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88" name="pl987"/>
            <p:cNvSpPr/>
            <p:nvPr/>
          </p:nvSpPr>
          <p:spPr>
            <a:xfrm>
              <a:off x="1199187" y="2662077"/>
              <a:ext cx="12049831" cy="2111975"/>
            </a:xfrm>
            <a:custGeom>
              <a:avLst/>
              <a:pathLst>
                <a:path w="12049831" h="2111975">
                  <a:moveTo>
                    <a:pt x="0" y="1477858"/>
                  </a:moveTo>
                  <a:lnTo>
                    <a:pt x="994940" y="1477858"/>
                  </a:lnTo>
                  <a:lnTo>
                    <a:pt x="996059" y="1477831"/>
                  </a:lnTo>
                  <a:lnTo>
                    <a:pt x="1003448" y="1477633"/>
                  </a:lnTo>
                  <a:lnTo>
                    <a:pt x="1022180" y="1477086"/>
                  </a:lnTo>
                  <a:lnTo>
                    <a:pt x="1055934" y="1476008"/>
                  </a:lnTo>
                  <a:lnTo>
                    <a:pt x="1106779" y="1474226"/>
                  </a:lnTo>
                  <a:lnTo>
                    <a:pt x="1175022" y="1471593"/>
                  </a:lnTo>
                  <a:lnTo>
                    <a:pt x="1259257" y="1467998"/>
                  </a:lnTo>
                  <a:lnTo>
                    <a:pt x="1356676" y="1463374"/>
                  </a:lnTo>
                  <a:lnTo>
                    <a:pt x="1463575" y="1457697"/>
                  </a:lnTo>
                  <a:lnTo>
                    <a:pt x="1575941" y="1450970"/>
                  </a:lnTo>
                  <a:lnTo>
                    <a:pt x="1689971" y="1443213"/>
                  </a:lnTo>
                  <a:lnTo>
                    <a:pt x="1802441" y="1434448"/>
                  </a:lnTo>
                  <a:lnTo>
                    <a:pt x="1910894" y="1424679"/>
                  </a:lnTo>
                  <a:lnTo>
                    <a:pt x="2013668" y="1413889"/>
                  </a:lnTo>
                  <a:lnTo>
                    <a:pt x="2109816" y="1402030"/>
                  </a:lnTo>
                  <a:lnTo>
                    <a:pt x="2198979" y="1389023"/>
                  </a:lnTo>
                  <a:lnTo>
                    <a:pt x="2281238" y="1374755"/>
                  </a:lnTo>
                  <a:lnTo>
                    <a:pt x="2356986" y="1359082"/>
                  </a:lnTo>
                  <a:lnTo>
                    <a:pt x="2426814" y="1341835"/>
                  </a:lnTo>
                  <a:lnTo>
                    <a:pt x="2491430" y="1322823"/>
                  </a:lnTo>
                  <a:lnTo>
                    <a:pt x="2551594" y="1301846"/>
                  </a:lnTo>
                  <a:lnTo>
                    <a:pt x="2608074" y="1278716"/>
                  </a:lnTo>
                  <a:lnTo>
                    <a:pt x="2661600" y="1253284"/>
                  </a:lnTo>
                  <a:lnTo>
                    <a:pt x="2702183" y="1231549"/>
                  </a:lnTo>
                  <a:lnTo>
                    <a:pt x="2755716" y="1199551"/>
                  </a:lnTo>
                  <a:lnTo>
                    <a:pt x="2807725" y="1164760"/>
                  </a:lnTo>
                  <a:lnTo>
                    <a:pt x="2858704" y="1127124"/>
                  </a:lnTo>
                  <a:lnTo>
                    <a:pt x="2909032" y="1086658"/>
                  </a:lnTo>
                  <a:lnTo>
                    <a:pt x="2958995" y="1043453"/>
                  </a:lnTo>
                  <a:lnTo>
                    <a:pt x="3008798" y="997680"/>
                  </a:lnTo>
                  <a:lnTo>
                    <a:pt x="3058580" y="949594"/>
                  </a:lnTo>
                  <a:lnTo>
                    <a:pt x="3108418" y="899532"/>
                  </a:lnTo>
                  <a:lnTo>
                    <a:pt x="3158344" y="847906"/>
                  </a:lnTo>
                  <a:lnTo>
                    <a:pt x="3208352" y="795189"/>
                  </a:lnTo>
                  <a:lnTo>
                    <a:pt x="3258408" y="741899"/>
                  </a:lnTo>
                  <a:lnTo>
                    <a:pt x="3308467" y="688578"/>
                  </a:lnTo>
                  <a:lnTo>
                    <a:pt x="3358482" y="635771"/>
                  </a:lnTo>
                  <a:lnTo>
                    <a:pt x="3408418" y="583999"/>
                  </a:lnTo>
                  <a:lnTo>
                    <a:pt x="3458265" y="533742"/>
                  </a:lnTo>
                  <a:lnTo>
                    <a:pt x="3508050" y="485418"/>
                  </a:lnTo>
                  <a:lnTo>
                    <a:pt x="3557845" y="439374"/>
                  </a:lnTo>
                  <a:lnTo>
                    <a:pt x="3607781" y="395873"/>
                  </a:lnTo>
                  <a:lnTo>
                    <a:pt x="3658056" y="355096"/>
                  </a:lnTo>
                  <a:lnTo>
                    <a:pt x="3708946" y="317144"/>
                  </a:lnTo>
                  <a:lnTo>
                    <a:pt x="3760818" y="282038"/>
                  </a:lnTo>
                  <a:lnTo>
                    <a:pt x="3814153" y="249734"/>
                  </a:lnTo>
                  <a:lnTo>
                    <a:pt x="3820202" y="246309"/>
                  </a:lnTo>
                  <a:lnTo>
                    <a:pt x="3871865" y="219012"/>
                  </a:lnTo>
                  <a:lnTo>
                    <a:pt x="3925956" y="194075"/>
                  </a:lnTo>
                  <a:lnTo>
                    <a:pt x="3983150" y="171413"/>
                  </a:lnTo>
                  <a:lnTo>
                    <a:pt x="4044190" y="150868"/>
                  </a:lnTo>
                  <a:lnTo>
                    <a:pt x="4109843" y="132244"/>
                  </a:lnTo>
                  <a:lnTo>
                    <a:pt x="4180863" y="115345"/>
                  </a:lnTo>
                  <a:lnTo>
                    <a:pt x="4257941" y="99982"/>
                  </a:lnTo>
                  <a:lnTo>
                    <a:pt x="4341633" y="85990"/>
                  </a:lnTo>
                  <a:lnTo>
                    <a:pt x="4432275" y="73234"/>
                  </a:lnTo>
                  <a:lnTo>
                    <a:pt x="4529868" y="61606"/>
                  </a:lnTo>
                  <a:lnTo>
                    <a:pt x="4633941" y="51034"/>
                  </a:lnTo>
                  <a:lnTo>
                    <a:pt x="4743406" y="41477"/>
                  </a:lnTo>
                  <a:lnTo>
                    <a:pt x="4856437" y="32924"/>
                  </a:lnTo>
                  <a:lnTo>
                    <a:pt x="4970408" y="25383"/>
                  </a:lnTo>
                  <a:lnTo>
                    <a:pt x="5081951" y="18876"/>
                  </a:lnTo>
                  <a:lnTo>
                    <a:pt x="5187182" y="13421"/>
                  </a:lnTo>
                  <a:lnTo>
                    <a:pt x="5282106" y="9017"/>
                  </a:lnTo>
                  <a:lnTo>
                    <a:pt x="5363161" y="5632"/>
                  </a:lnTo>
                  <a:lnTo>
                    <a:pt x="5427796" y="3189"/>
                  </a:lnTo>
                  <a:lnTo>
                    <a:pt x="5474951" y="1570"/>
                  </a:lnTo>
                  <a:lnTo>
                    <a:pt x="5505306" y="619"/>
                  </a:lnTo>
                  <a:lnTo>
                    <a:pt x="5521289" y="161"/>
                  </a:lnTo>
                  <a:lnTo>
                    <a:pt x="5526889" y="1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8" y="39"/>
                  </a:lnTo>
                  <a:lnTo>
                    <a:pt x="6530765" y="317"/>
                  </a:lnTo>
                  <a:lnTo>
                    <a:pt x="6549222" y="1086"/>
                  </a:lnTo>
                  <a:lnTo>
                    <a:pt x="6582500" y="2602"/>
                  </a:lnTo>
                  <a:lnTo>
                    <a:pt x="6632667" y="5109"/>
                  </a:lnTo>
                  <a:lnTo>
                    <a:pt x="6700066" y="8814"/>
                  </a:lnTo>
                  <a:lnTo>
                    <a:pt x="6783357" y="13876"/>
                  </a:lnTo>
                  <a:lnTo>
                    <a:pt x="6879817" y="20391"/>
                  </a:lnTo>
                  <a:lnTo>
                    <a:pt x="6985822" y="28395"/>
                  </a:lnTo>
                  <a:lnTo>
                    <a:pt x="7097422" y="37885"/>
                  </a:lnTo>
                  <a:lnTo>
                    <a:pt x="7210854" y="48831"/>
                  </a:lnTo>
                  <a:lnTo>
                    <a:pt x="7322907" y="61206"/>
                  </a:lnTo>
                  <a:lnTo>
                    <a:pt x="7431113" y="74999"/>
                  </a:lnTo>
                  <a:lnTo>
                    <a:pt x="7533787" y="90234"/>
                  </a:lnTo>
                  <a:lnTo>
                    <a:pt x="7629951" y="106973"/>
                  </a:lnTo>
                  <a:lnTo>
                    <a:pt x="7719213" y="125326"/>
                  </a:lnTo>
                  <a:lnTo>
                    <a:pt x="7801623" y="145447"/>
                  </a:lnTo>
                  <a:lnTo>
                    <a:pt x="7877546" y="167534"/>
                  </a:lnTo>
                  <a:lnTo>
                    <a:pt x="7947549" y="191823"/>
                  </a:lnTo>
                  <a:lnTo>
                    <a:pt x="8012321" y="218581"/>
                  </a:lnTo>
                  <a:lnTo>
                    <a:pt x="8072609" y="248088"/>
                  </a:lnTo>
                  <a:lnTo>
                    <a:pt x="8129168" y="280612"/>
                  </a:lnTo>
                  <a:lnTo>
                    <a:pt x="8182724" y="316372"/>
                  </a:lnTo>
                  <a:lnTo>
                    <a:pt x="8229629" y="351995"/>
                  </a:lnTo>
                  <a:lnTo>
                    <a:pt x="8278437" y="393466"/>
                  </a:lnTo>
                  <a:lnTo>
                    <a:pt x="8325941" y="438236"/>
                  </a:lnTo>
                  <a:lnTo>
                    <a:pt x="8372527" y="486372"/>
                  </a:lnTo>
                  <a:lnTo>
                    <a:pt x="8418499" y="537874"/>
                  </a:lnTo>
                  <a:lnTo>
                    <a:pt x="8464092" y="592672"/>
                  </a:lnTo>
                  <a:lnTo>
                    <a:pt x="8509485" y="650616"/>
                  </a:lnTo>
                  <a:lnTo>
                    <a:pt x="8554805" y="711475"/>
                  </a:lnTo>
                  <a:lnTo>
                    <a:pt x="8600138" y="774938"/>
                  </a:lnTo>
                  <a:lnTo>
                    <a:pt x="8645530" y="840612"/>
                  </a:lnTo>
                  <a:lnTo>
                    <a:pt x="8690995" y="908037"/>
                  </a:lnTo>
                  <a:lnTo>
                    <a:pt x="8736527" y="976694"/>
                  </a:lnTo>
                  <a:lnTo>
                    <a:pt x="8782098" y="1046020"/>
                  </a:lnTo>
                  <a:lnTo>
                    <a:pt x="8827675" y="1115430"/>
                  </a:lnTo>
                  <a:lnTo>
                    <a:pt x="8873221" y="1184338"/>
                  </a:lnTo>
                  <a:lnTo>
                    <a:pt x="8918707" y="1252171"/>
                  </a:lnTo>
                  <a:lnTo>
                    <a:pt x="8964120" y="1318398"/>
                  </a:lnTo>
                  <a:lnTo>
                    <a:pt x="9009466" y="1382538"/>
                  </a:lnTo>
                  <a:lnTo>
                    <a:pt x="9054784" y="1444181"/>
                  </a:lnTo>
                  <a:lnTo>
                    <a:pt x="9100145" y="1502988"/>
                  </a:lnTo>
                  <a:lnTo>
                    <a:pt x="9145665" y="1558708"/>
                  </a:lnTo>
                  <a:lnTo>
                    <a:pt x="9191506" y="1611166"/>
                  </a:lnTo>
                  <a:lnTo>
                    <a:pt x="9237888" y="1660271"/>
                  </a:lnTo>
                  <a:lnTo>
                    <a:pt x="9285093" y="1706003"/>
                  </a:lnTo>
                  <a:lnTo>
                    <a:pt x="9333482" y="1748410"/>
                  </a:lnTo>
                  <a:lnTo>
                    <a:pt x="9347647" y="1759979"/>
                  </a:lnTo>
                  <a:lnTo>
                    <a:pt x="9399034" y="1798793"/>
                  </a:lnTo>
                  <a:lnTo>
                    <a:pt x="9452820" y="1834269"/>
                  </a:lnTo>
                  <a:lnTo>
                    <a:pt x="9509669" y="1866526"/>
                  </a:lnTo>
                  <a:lnTo>
                    <a:pt x="9570311" y="1895786"/>
                  </a:lnTo>
                  <a:lnTo>
                    <a:pt x="9635502" y="1922322"/>
                  </a:lnTo>
                  <a:lnTo>
                    <a:pt x="9705986" y="1946413"/>
                  </a:lnTo>
                  <a:lnTo>
                    <a:pt x="9782443" y="1968323"/>
                  </a:lnTo>
                  <a:lnTo>
                    <a:pt x="9865429" y="1988285"/>
                  </a:lnTo>
                  <a:lnTo>
                    <a:pt x="9955285" y="2006495"/>
                  </a:lnTo>
                  <a:lnTo>
                    <a:pt x="10052029" y="2023102"/>
                  </a:lnTo>
                  <a:lnTo>
                    <a:pt x="10155224" y="2038211"/>
                  </a:lnTo>
                  <a:lnTo>
                    <a:pt x="10263836" y="2051883"/>
                  </a:lnTo>
                  <a:lnTo>
                    <a:pt x="10376114" y="2064136"/>
                  </a:lnTo>
                  <a:lnTo>
                    <a:pt x="10489525" y="2074959"/>
                  </a:lnTo>
                  <a:lnTo>
                    <a:pt x="10600799" y="2084323"/>
                  </a:lnTo>
                  <a:lnTo>
                    <a:pt x="10706141" y="2092199"/>
                  </a:lnTo>
                  <a:lnTo>
                    <a:pt x="10801607" y="2098587"/>
                  </a:lnTo>
                  <a:lnTo>
                    <a:pt x="10883628" y="2103529"/>
                  </a:lnTo>
                  <a:lnTo>
                    <a:pt x="10949582" y="2107125"/>
                  </a:lnTo>
                  <a:lnTo>
                    <a:pt x="10998266" y="2109538"/>
                  </a:lnTo>
                  <a:lnTo>
                    <a:pt x="11030172" y="2110980"/>
                  </a:lnTo>
                  <a:lnTo>
                    <a:pt x="11047509" y="2111697"/>
                  </a:lnTo>
                  <a:lnTo>
                    <a:pt x="11054045" y="2111945"/>
                  </a:lnTo>
                  <a:lnTo>
                    <a:pt x="11054891" y="2111975"/>
                  </a:lnTo>
                  <a:lnTo>
                    <a:pt x="12049831" y="2111975"/>
                  </a:lnTo>
                  <a:lnTo>
                    <a:pt x="12049831" y="21119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9" name="pl988"/>
            <p:cNvSpPr/>
            <p:nvPr/>
          </p:nvSpPr>
          <p:spPr>
            <a:xfrm>
              <a:off x="1199187" y="2656836"/>
              <a:ext cx="12049831" cy="2111975"/>
            </a:xfrm>
            <a:custGeom>
              <a:avLst/>
              <a:pathLst>
                <a:path w="12049831" h="2111975">
                  <a:moveTo>
                    <a:pt x="12049831" y="2111975"/>
                  </a:moveTo>
                  <a:lnTo>
                    <a:pt x="11054891" y="2111975"/>
                  </a:lnTo>
                  <a:lnTo>
                    <a:pt x="11053789" y="2111936"/>
                  </a:lnTo>
                  <a:lnTo>
                    <a:pt x="11046512" y="2111658"/>
                  </a:lnTo>
                  <a:lnTo>
                    <a:pt x="11028054" y="2110888"/>
                  </a:lnTo>
                  <a:lnTo>
                    <a:pt x="10994776" y="2109372"/>
                  </a:lnTo>
                  <a:lnTo>
                    <a:pt x="10944609" y="2106866"/>
                  </a:lnTo>
                  <a:lnTo>
                    <a:pt x="10877211" y="2103160"/>
                  </a:lnTo>
                  <a:lnTo>
                    <a:pt x="10793919" y="2098098"/>
                  </a:lnTo>
                  <a:lnTo>
                    <a:pt x="10697460" y="2091584"/>
                  </a:lnTo>
                  <a:lnTo>
                    <a:pt x="10591455" y="2083579"/>
                  </a:lnTo>
                  <a:lnTo>
                    <a:pt x="10479854" y="2074090"/>
                  </a:lnTo>
                  <a:lnTo>
                    <a:pt x="10366422" y="2063144"/>
                  </a:lnTo>
                  <a:lnTo>
                    <a:pt x="10254370" y="2050769"/>
                  </a:lnTo>
                  <a:lnTo>
                    <a:pt x="10146164" y="2036975"/>
                  </a:lnTo>
                  <a:lnTo>
                    <a:pt x="10043490" y="2021741"/>
                  </a:lnTo>
                  <a:lnTo>
                    <a:pt x="9947325" y="2005001"/>
                  </a:lnTo>
                  <a:lnTo>
                    <a:pt x="9858063" y="1986648"/>
                  </a:lnTo>
                  <a:lnTo>
                    <a:pt x="9775653" y="1966528"/>
                  </a:lnTo>
                  <a:lnTo>
                    <a:pt x="9699731" y="1944441"/>
                  </a:lnTo>
                  <a:lnTo>
                    <a:pt x="9629728" y="1920151"/>
                  </a:lnTo>
                  <a:lnTo>
                    <a:pt x="9564955" y="1893393"/>
                  </a:lnTo>
                  <a:lnTo>
                    <a:pt x="9504667" y="1863887"/>
                  </a:lnTo>
                  <a:lnTo>
                    <a:pt x="9448108" y="1831363"/>
                  </a:lnTo>
                  <a:lnTo>
                    <a:pt x="9394552" y="1795603"/>
                  </a:lnTo>
                  <a:lnTo>
                    <a:pt x="9347647" y="1759979"/>
                  </a:lnTo>
                  <a:lnTo>
                    <a:pt x="9298840" y="1718509"/>
                  </a:lnTo>
                  <a:lnTo>
                    <a:pt x="9251335" y="1673739"/>
                  </a:lnTo>
                  <a:lnTo>
                    <a:pt x="9204749" y="1625603"/>
                  </a:lnTo>
                  <a:lnTo>
                    <a:pt x="9158778" y="1574101"/>
                  </a:lnTo>
                  <a:lnTo>
                    <a:pt x="9113185" y="1519303"/>
                  </a:lnTo>
                  <a:lnTo>
                    <a:pt x="9067792" y="1461359"/>
                  </a:lnTo>
                  <a:lnTo>
                    <a:pt x="9022471" y="1400499"/>
                  </a:lnTo>
                  <a:lnTo>
                    <a:pt x="8977138" y="1337037"/>
                  </a:lnTo>
                  <a:lnTo>
                    <a:pt x="8931747" y="1271362"/>
                  </a:lnTo>
                  <a:lnTo>
                    <a:pt x="8886281" y="1203937"/>
                  </a:lnTo>
                  <a:lnTo>
                    <a:pt x="8840750" y="1135281"/>
                  </a:lnTo>
                  <a:lnTo>
                    <a:pt x="8795178" y="1065955"/>
                  </a:lnTo>
                  <a:lnTo>
                    <a:pt x="8749601" y="996544"/>
                  </a:lnTo>
                  <a:lnTo>
                    <a:pt x="8704055" y="927637"/>
                  </a:lnTo>
                  <a:lnTo>
                    <a:pt x="8658569" y="859803"/>
                  </a:lnTo>
                  <a:lnTo>
                    <a:pt x="8613157" y="793577"/>
                  </a:lnTo>
                  <a:lnTo>
                    <a:pt x="8567810" y="729436"/>
                  </a:lnTo>
                  <a:lnTo>
                    <a:pt x="8522493" y="667794"/>
                  </a:lnTo>
                  <a:lnTo>
                    <a:pt x="8477132" y="608986"/>
                  </a:lnTo>
                  <a:lnTo>
                    <a:pt x="8431612" y="553267"/>
                  </a:lnTo>
                  <a:lnTo>
                    <a:pt x="8385771" y="500808"/>
                  </a:lnTo>
                  <a:lnTo>
                    <a:pt x="8339389" y="451703"/>
                  </a:lnTo>
                  <a:lnTo>
                    <a:pt x="8292183" y="405971"/>
                  </a:lnTo>
                  <a:lnTo>
                    <a:pt x="8243795" y="363564"/>
                  </a:lnTo>
                  <a:lnTo>
                    <a:pt x="8229629" y="351995"/>
                  </a:lnTo>
                  <a:lnTo>
                    <a:pt x="8178243" y="313182"/>
                  </a:lnTo>
                  <a:lnTo>
                    <a:pt x="8124457" y="277705"/>
                  </a:lnTo>
                  <a:lnTo>
                    <a:pt x="8067608" y="245449"/>
                  </a:lnTo>
                  <a:lnTo>
                    <a:pt x="8006966" y="216188"/>
                  </a:lnTo>
                  <a:lnTo>
                    <a:pt x="7941775" y="189653"/>
                  </a:lnTo>
                  <a:lnTo>
                    <a:pt x="7871291" y="165562"/>
                  </a:lnTo>
                  <a:lnTo>
                    <a:pt x="7794833" y="143652"/>
                  </a:lnTo>
                  <a:lnTo>
                    <a:pt x="7711847" y="123689"/>
                  </a:lnTo>
                  <a:lnTo>
                    <a:pt x="7621991" y="105480"/>
                  </a:lnTo>
                  <a:lnTo>
                    <a:pt x="7525248" y="88873"/>
                  </a:lnTo>
                  <a:lnTo>
                    <a:pt x="7422053" y="73763"/>
                  </a:lnTo>
                  <a:lnTo>
                    <a:pt x="7313441" y="60092"/>
                  </a:lnTo>
                  <a:lnTo>
                    <a:pt x="7201162" y="47838"/>
                  </a:lnTo>
                  <a:lnTo>
                    <a:pt x="7087752" y="37015"/>
                  </a:lnTo>
                  <a:lnTo>
                    <a:pt x="6976477" y="27652"/>
                  </a:lnTo>
                  <a:lnTo>
                    <a:pt x="6871135" y="19775"/>
                  </a:lnTo>
                  <a:lnTo>
                    <a:pt x="6775670" y="13387"/>
                  </a:lnTo>
                  <a:lnTo>
                    <a:pt x="6693648" y="8446"/>
                  </a:lnTo>
                  <a:lnTo>
                    <a:pt x="6627694" y="4850"/>
                  </a:lnTo>
                  <a:lnTo>
                    <a:pt x="6579010" y="2437"/>
                  </a:lnTo>
                  <a:lnTo>
                    <a:pt x="6547105" y="995"/>
                  </a:lnTo>
                  <a:lnTo>
                    <a:pt x="6529767" y="278"/>
                  </a:lnTo>
                  <a:lnTo>
                    <a:pt x="6523232" y="2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6" y="27"/>
                  </a:lnTo>
                  <a:lnTo>
                    <a:pt x="5518937" y="225"/>
                  </a:lnTo>
                  <a:lnTo>
                    <a:pt x="5500205" y="772"/>
                  </a:lnTo>
                  <a:lnTo>
                    <a:pt x="5466451" y="1850"/>
                  </a:lnTo>
                  <a:lnTo>
                    <a:pt x="5415606" y="3632"/>
                  </a:lnTo>
                  <a:lnTo>
                    <a:pt x="5347363" y="6265"/>
                  </a:lnTo>
                  <a:lnTo>
                    <a:pt x="5263128" y="9860"/>
                  </a:lnTo>
                  <a:lnTo>
                    <a:pt x="5165709" y="14483"/>
                  </a:lnTo>
                  <a:lnTo>
                    <a:pt x="5058810" y="20161"/>
                  </a:lnTo>
                  <a:lnTo>
                    <a:pt x="4946444" y="26888"/>
                  </a:lnTo>
                  <a:lnTo>
                    <a:pt x="4832414" y="34644"/>
                  </a:lnTo>
                  <a:lnTo>
                    <a:pt x="4719944" y="43410"/>
                  </a:lnTo>
                  <a:lnTo>
                    <a:pt x="4611491" y="53179"/>
                  </a:lnTo>
                  <a:lnTo>
                    <a:pt x="4508717" y="63969"/>
                  </a:lnTo>
                  <a:lnTo>
                    <a:pt x="4412569" y="75828"/>
                  </a:lnTo>
                  <a:lnTo>
                    <a:pt x="4323406" y="88835"/>
                  </a:lnTo>
                  <a:lnTo>
                    <a:pt x="4241147" y="103103"/>
                  </a:lnTo>
                  <a:lnTo>
                    <a:pt x="4165399" y="118776"/>
                  </a:lnTo>
                  <a:lnTo>
                    <a:pt x="4095571" y="136023"/>
                  </a:lnTo>
                  <a:lnTo>
                    <a:pt x="4030955" y="155035"/>
                  </a:lnTo>
                  <a:lnTo>
                    <a:pt x="3970791" y="176012"/>
                  </a:lnTo>
                  <a:lnTo>
                    <a:pt x="3914311" y="199142"/>
                  </a:lnTo>
                  <a:lnTo>
                    <a:pt x="3860785" y="224574"/>
                  </a:lnTo>
                  <a:lnTo>
                    <a:pt x="3820202" y="246309"/>
                  </a:lnTo>
                  <a:lnTo>
                    <a:pt x="3766669" y="278307"/>
                  </a:lnTo>
                  <a:lnTo>
                    <a:pt x="3714660" y="313098"/>
                  </a:lnTo>
                  <a:lnTo>
                    <a:pt x="3663681" y="350734"/>
                  </a:lnTo>
                  <a:lnTo>
                    <a:pt x="3613353" y="391200"/>
                  </a:lnTo>
                  <a:lnTo>
                    <a:pt x="3563390" y="434405"/>
                  </a:lnTo>
                  <a:lnTo>
                    <a:pt x="3513587" y="480178"/>
                  </a:lnTo>
                  <a:lnTo>
                    <a:pt x="3463805" y="528264"/>
                  </a:lnTo>
                  <a:lnTo>
                    <a:pt x="3413967" y="578326"/>
                  </a:lnTo>
                  <a:lnTo>
                    <a:pt x="3364041" y="629952"/>
                  </a:lnTo>
                  <a:lnTo>
                    <a:pt x="3314033" y="682669"/>
                  </a:lnTo>
                  <a:lnTo>
                    <a:pt x="3263977" y="735959"/>
                  </a:lnTo>
                  <a:lnTo>
                    <a:pt x="3213918" y="789279"/>
                  </a:lnTo>
                  <a:lnTo>
                    <a:pt x="3163903" y="842087"/>
                  </a:lnTo>
                  <a:lnTo>
                    <a:pt x="3113967" y="893858"/>
                  </a:lnTo>
                  <a:lnTo>
                    <a:pt x="3064120" y="944116"/>
                  </a:lnTo>
                  <a:lnTo>
                    <a:pt x="3014335" y="992439"/>
                  </a:lnTo>
                  <a:lnTo>
                    <a:pt x="2964540" y="1038484"/>
                  </a:lnTo>
                  <a:lnTo>
                    <a:pt x="2914604" y="1081985"/>
                  </a:lnTo>
                  <a:lnTo>
                    <a:pt x="2864329" y="1122761"/>
                  </a:lnTo>
                  <a:lnTo>
                    <a:pt x="2813439" y="1160714"/>
                  </a:lnTo>
                  <a:lnTo>
                    <a:pt x="2761567" y="1195820"/>
                  </a:lnTo>
                  <a:lnTo>
                    <a:pt x="2708232" y="1228124"/>
                  </a:lnTo>
                  <a:lnTo>
                    <a:pt x="2702183" y="1231549"/>
                  </a:lnTo>
                  <a:lnTo>
                    <a:pt x="2650520" y="1258845"/>
                  </a:lnTo>
                  <a:lnTo>
                    <a:pt x="2596429" y="1283783"/>
                  </a:lnTo>
                  <a:lnTo>
                    <a:pt x="2539235" y="1306444"/>
                  </a:lnTo>
                  <a:lnTo>
                    <a:pt x="2478195" y="1326990"/>
                  </a:lnTo>
                  <a:lnTo>
                    <a:pt x="2412542" y="1345614"/>
                  </a:lnTo>
                  <a:lnTo>
                    <a:pt x="2341522" y="1362513"/>
                  </a:lnTo>
                  <a:lnTo>
                    <a:pt x="2264444" y="1377876"/>
                  </a:lnTo>
                  <a:lnTo>
                    <a:pt x="2180752" y="1391868"/>
                  </a:lnTo>
                  <a:lnTo>
                    <a:pt x="2090110" y="1404624"/>
                  </a:lnTo>
                  <a:lnTo>
                    <a:pt x="1992517" y="1416252"/>
                  </a:lnTo>
                  <a:lnTo>
                    <a:pt x="1888444" y="1426824"/>
                  </a:lnTo>
                  <a:lnTo>
                    <a:pt x="1778979" y="1436380"/>
                  </a:lnTo>
                  <a:lnTo>
                    <a:pt x="1665948" y="1444934"/>
                  </a:lnTo>
                  <a:lnTo>
                    <a:pt x="1551977" y="1452475"/>
                  </a:lnTo>
                  <a:lnTo>
                    <a:pt x="1440434" y="1458982"/>
                  </a:lnTo>
                  <a:lnTo>
                    <a:pt x="1335203" y="1464437"/>
                  </a:lnTo>
                  <a:lnTo>
                    <a:pt x="1240279" y="1468840"/>
                  </a:lnTo>
                  <a:lnTo>
                    <a:pt x="1159224" y="1472226"/>
                  </a:lnTo>
                  <a:lnTo>
                    <a:pt x="1094589" y="1474668"/>
                  </a:lnTo>
                  <a:lnTo>
                    <a:pt x="1047434" y="1476288"/>
                  </a:lnTo>
                  <a:lnTo>
                    <a:pt x="1017079" y="1477239"/>
                  </a:lnTo>
                  <a:lnTo>
                    <a:pt x="1001096" y="1477697"/>
                  </a:lnTo>
                  <a:lnTo>
                    <a:pt x="995496" y="1477845"/>
                  </a:lnTo>
                  <a:lnTo>
                    <a:pt x="994940" y="1477858"/>
                  </a:lnTo>
                  <a:lnTo>
                    <a:pt x="0" y="1477858"/>
                  </a:lnTo>
                  <a:lnTo>
                    <a:pt x="0" y="14778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0" name="pg989"/>
            <p:cNvSpPr/>
            <p:nvPr/>
          </p:nvSpPr>
          <p:spPr>
            <a:xfrm>
              <a:off x="1199187" y="2688280"/>
              <a:ext cx="12049831" cy="2824701"/>
            </a:xfrm>
            <a:custGeom>
              <a:avLst/>
              <a:pathLst>
                <a:path w="12049831" h="2824701">
                  <a:moveTo>
                    <a:pt x="0" y="1462136"/>
                  </a:moveTo>
                  <a:lnTo>
                    <a:pt x="994940" y="1462136"/>
                  </a:lnTo>
                  <a:lnTo>
                    <a:pt x="996060" y="1462109"/>
                  </a:lnTo>
                  <a:lnTo>
                    <a:pt x="1003452" y="1461915"/>
                  </a:lnTo>
                  <a:lnTo>
                    <a:pt x="1022193" y="1461377"/>
                  </a:lnTo>
                  <a:lnTo>
                    <a:pt x="1055964" y="1460318"/>
                  </a:lnTo>
                  <a:lnTo>
                    <a:pt x="1106833" y="1458567"/>
                  </a:lnTo>
                  <a:lnTo>
                    <a:pt x="1175104" y="1455979"/>
                  </a:lnTo>
                  <a:lnTo>
                    <a:pt x="1259372" y="1452446"/>
                  </a:lnTo>
                  <a:lnTo>
                    <a:pt x="1356823" y="1447902"/>
                  </a:lnTo>
                  <a:lnTo>
                    <a:pt x="1463753" y="1442322"/>
                  </a:lnTo>
                  <a:lnTo>
                    <a:pt x="1576145" y="1435712"/>
                  </a:lnTo>
                  <a:lnTo>
                    <a:pt x="1690195" y="1428090"/>
                  </a:lnTo>
                  <a:lnTo>
                    <a:pt x="1802679" y="1419476"/>
                  </a:lnTo>
                  <a:lnTo>
                    <a:pt x="1911141" y="1409877"/>
                  </a:lnTo>
                  <a:lnTo>
                    <a:pt x="2013918" y="1399273"/>
                  </a:lnTo>
                  <a:lnTo>
                    <a:pt x="2110065" y="1387620"/>
                  </a:lnTo>
                  <a:lnTo>
                    <a:pt x="2199225" y="1374838"/>
                  </a:lnTo>
                  <a:lnTo>
                    <a:pt x="2281479" y="1360816"/>
                  </a:lnTo>
                  <a:lnTo>
                    <a:pt x="2357221" y="1345414"/>
                  </a:lnTo>
                  <a:lnTo>
                    <a:pt x="2427042" y="1328464"/>
                  </a:lnTo>
                  <a:lnTo>
                    <a:pt x="2491653" y="1309779"/>
                  </a:lnTo>
                  <a:lnTo>
                    <a:pt x="2551813" y="1289163"/>
                  </a:lnTo>
                  <a:lnTo>
                    <a:pt x="2608290" y="1266431"/>
                  </a:lnTo>
                  <a:lnTo>
                    <a:pt x="2661815" y="1241436"/>
                  </a:lnTo>
                  <a:lnTo>
                    <a:pt x="2702183" y="1220194"/>
                  </a:lnTo>
                  <a:lnTo>
                    <a:pt x="2755920" y="1188636"/>
                  </a:lnTo>
                  <a:lnTo>
                    <a:pt x="2808124" y="1154313"/>
                  </a:lnTo>
                  <a:lnTo>
                    <a:pt x="2859293" y="1117174"/>
                  </a:lnTo>
                  <a:lnTo>
                    <a:pt x="2909809" y="1077234"/>
                  </a:lnTo>
                  <a:lnTo>
                    <a:pt x="2959962" y="1034585"/>
                  </a:lnTo>
                  <a:lnTo>
                    <a:pt x="3009957" y="989397"/>
                  </a:lnTo>
                  <a:lnTo>
                    <a:pt x="3059932" y="941927"/>
                  </a:lnTo>
                  <a:lnTo>
                    <a:pt x="3109966" y="892512"/>
                  </a:lnTo>
                  <a:lnTo>
                    <a:pt x="3160089" y="841561"/>
                  </a:lnTo>
                  <a:lnTo>
                    <a:pt x="3210292" y="789548"/>
                  </a:lnTo>
                  <a:lnTo>
                    <a:pt x="3260544" y="736988"/>
                  </a:lnTo>
                  <a:lnTo>
                    <a:pt x="3310796" y="684422"/>
                  </a:lnTo>
                  <a:lnTo>
                    <a:pt x="3361001" y="632388"/>
                  </a:lnTo>
                  <a:lnTo>
                    <a:pt x="3411126" y="581404"/>
                  </a:lnTo>
                  <a:lnTo>
                    <a:pt x="3461162" y="531943"/>
                  </a:lnTo>
                  <a:lnTo>
                    <a:pt x="3511138" y="484418"/>
                  </a:lnTo>
                  <a:lnTo>
                    <a:pt x="3561131" y="439168"/>
                  </a:lnTo>
                  <a:lnTo>
                    <a:pt x="3611277" y="396451"/>
                  </a:lnTo>
                  <a:lnTo>
                    <a:pt x="3661781" y="356439"/>
                  </a:lnTo>
                  <a:lnTo>
                    <a:pt x="3712929" y="319227"/>
                  </a:lnTo>
                  <a:lnTo>
                    <a:pt x="3765100" y="284832"/>
                  </a:lnTo>
                  <a:lnTo>
                    <a:pt x="3818790" y="253204"/>
                  </a:lnTo>
                  <a:lnTo>
                    <a:pt x="3820202" y="252423"/>
                  </a:lnTo>
                  <a:lnTo>
                    <a:pt x="3871874" y="225606"/>
                  </a:lnTo>
                  <a:lnTo>
                    <a:pt x="3925976" y="201107"/>
                  </a:lnTo>
                  <a:lnTo>
                    <a:pt x="3983182" y="178844"/>
                  </a:lnTo>
                  <a:lnTo>
                    <a:pt x="4044235" y="158660"/>
                  </a:lnTo>
                  <a:lnTo>
                    <a:pt x="4109904" y="140365"/>
                  </a:lnTo>
                  <a:lnTo>
                    <a:pt x="4180943" y="123764"/>
                  </a:lnTo>
                  <a:lnTo>
                    <a:pt x="4258042" y="108672"/>
                  </a:lnTo>
                  <a:lnTo>
                    <a:pt x="4341757" y="94928"/>
                  </a:lnTo>
                  <a:lnTo>
                    <a:pt x="4432427" y="82397"/>
                  </a:lnTo>
                  <a:lnTo>
                    <a:pt x="4530049" y="70975"/>
                  </a:lnTo>
                  <a:lnTo>
                    <a:pt x="4634152" y="60591"/>
                  </a:lnTo>
                  <a:lnTo>
                    <a:pt x="4743646" y="51204"/>
                  </a:lnTo>
                  <a:lnTo>
                    <a:pt x="4856703" y="42803"/>
                  </a:lnTo>
                  <a:lnTo>
                    <a:pt x="4970692" y="35397"/>
                  </a:lnTo>
                  <a:lnTo>
                    <a:pt x="5082244" y="29006"/>
                  </a:lnTo>
                  <a:lnTo>
                    <a:pt x="5187471" y="23650"/>
                  </a:lnTo>
                  <a:lnTo>
                    <a:pt x="5282376" y="19327"/>
                  </a:lnTo>
                  <a:lnTo>
                    <a:pt x="5363397" y="16004"/>
                  </a:lnTo>
                  <a:lnTo>
                    <a:pt x="5427987" y="13607"/>
                  </a:lnTo>
                  <a:lnTo>
                    <a:pt x="5475089" y="12019"/>
                  </a:lnTo>
                  <a:lnTo>
                    <a:pt x="5505391" y="11086"/>
                  </a:lnTo>
                  <a:lnTo>
                    <a:pt x="5521329" y="10638"/>
                  </a:lnTo>
                  <a:lnTo>
                    <a:pt x="5526898" y="10494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463" y="10532"/>
                  </a:lnTo>
                  <a:lnTo>
                    <a:pt x="6530578" y="10894"/>
                  </a:lnTo>
                  <a:lnTo>
                    <a:pt x="6548636" y="11895"/>
                  </a:lnTo>
                  <a:lnTo>
                    <a:pt x="6581221" y="13868"/>
                  </a:lnTo>
                  <a:lnTo>
                    <a:pt x="6630398" y="17131"/>
                  </a:lnTo>
                  <a:lnTo>
                    <a:pt x="6696562" y="21958"/>
                  </a:lnTo>
                  <a:lnTo>
                    <a:pt x="6778469" y="28557"/>
                  </a:lnTo>
                  <a:lnTo>
                    <a:pt x="6873516" y="37056"/>
                  </a:lnTo>
                  <a:lnTo>
                    <a:pt x="6978197" y="47509"/>
                  </a:lnTo>
                  <a:lnTo>
                    <a:pt x="7088658" y="59913"/>
                  </a:lnTo>
                  <a:lnTo>
                    <a:pt x="7201193" y="74230"/>
                  </a:lnTo>
                  <a:lnTo>
                    <a:pt x="7312611" y="90425"/>
                  </a:lnTo>
                  <a:lnTo>
                    <a:pt x="7420435" y="108480"/>
                  </a:lnTo>
                  <a:lnTo>
                    <a:pt x="7522945" y="128420"/>
                  </a:lnTo>
                  <a:lnTo>
                    <a:pt x="7619119" y="150323"/>
                  </a:lnTo>
                  <a:lnTo>
                    <a:pt x="7708516" y="174322"/>
                  </a:lnTo>
                  <a:lnTo>
                    <a:pt x="7791142" y="200613"/>
                  </a:lnTo>
                  <a:lnTo>
                    <a:pt x="7867320" y="229445"/>
                  </a:lnTo>
                  <a:lnTo>
                    <a:pt x="7937582" y="261122"/>
                  </a:lnTo>
                  <a:lnTo>
                    <a:pt x="8002590" y="295983"/>
                  </a:lnTo>
                  <a:lnTo>
                    <a:pt x="8063067" y="334393"/>
                  </a:lnTo>
                  <a:lnTo>
                    <a:pt x="8119753" y="376708"/>
                  </a:lnTo>
                  <a:lnTo>
                    <a:pt x="8173363" y="423226"/>
                  </a:lnTo>
                  <a:lnTo>
                    <a:pt x="8224555" y="474118"/>
                  </a:lnTo>
                  <a:lnTo>
                    <a:pt x="8229629" y="479518"/>
                  </a:lnTo>
                  <a:lnTo>
                    <a:pt x="8273974" y="529472"/>
                  </a:lnTo>
                  <a:lnTo>
                    <a:pt x="8317214" y="583037"/>
                  </a:lnTo>
                  <a:lnTo>
                    <a:pt x="8359646" y="640286"/>
                  </a:lnTo>
                  <a:lnTo>
                    <a:pt x="8401509" y="701237"/>
                  </a:lnTo>
                  <a:lnTo>
                    <a:pt x="8442995" y="765842"/>
                  </a:lnTo>
                  <a:lnTo>
                    <a:pt x="8484255" y="833987"/>
                  </a:lnTo>
                  <a:lnTo>
                    <a:pt x="8525402" y="905483"/>
                  </a:lnTo>
                  <a:lnTo>
                    <a:pt x="8566518" y="980069"/>
                  </a:lnTo>
                  <a:lnTo>
                    <a:pt x="8607657" y="1057407"/>
                  </a:lnTo>
                  <a:lnTo>
                    <a:pt x="8648849" y="1137095"/>
                  </a:lnTo>
                  <a:lnTo>
                    <a:pt x="8690102" y="1218664"/>
                  </a:lnTo>
                  <a:lnTo>
                    <a:pt x="8731410" y="1301596"/>
                  </a:lnTo>
                  <a:lnTo>
                    <a:pt x="8772753" y="1385334"/>
                  </a:lnTo>
                  <a:lnTo>
                    <a:pt x="8814107" y="1469298"/>
                  </a:lnTo>
                  <a:lnTo>
                    <a:pt x="8855445" y="1552900"/>
                  </a:lnTo>
                  <a:lnTo>
                    <a:pt x="8896741" y="1635564"/>
                  </a:lnTo>
                  <a:lnTo>
                    <a:pt x="8937980" y="1716742"/>
                  </a:lnTo>
                  <a:lnTo>
                    <a:pt x="8979158" y="1795924"/>
                  </a:lnTo>
                  <a:lnTo>
                    <a:pt x="9020289" y="1872659"/>
                  </a:lnTo>
                  <a:lnTo>
                    <a:pt x="9061406" y="1946555"/>
                  </a:lnTo>
                  <a:lnTo>
                    <a:pt x="9102571" y="2017295"/>
                  </a:lnTo>
                  <a:lnTo>
                    <a:pt x="9143872" y="2084634"/>
                  </a:lnTo>
                  <a:lnTo>
                    <a:pt x="9185431" y="2148400"/>
                  </a:lnTo>
                  <a:lnTo>
                    <a:pt x="9227407" y="2208495"/>
                  </a:lnTo>
                  <a:lnTo>
                    <a:pt x="9270002" y="2264886"/>
                  </a:lnTo>
                  <a:lnTo>
                    <a:pt x="9313470" y="2317606"/>
                  </a:lnTo>
                  <a:lnTo>
                    <a:pt x="9347647" y="2355665"/>
                  </a:lnTo>
                  <a:lnTo>
                    <a:pt x="9398627" y="2407000"/>
                  </a:lnTo>
                  <a:lnTo>
                    <a:pt x="9451964" y="2453957"/>
                  </a:lnTo>
                  <a:lnTo>
                    <a:pt x="9508306" y="2496685"/>
                  </a:lnTo>
                  <a:lnTo>
                    <a:pt x="9568366" y="2535475"/>
                  </a:lnTo>
                  <a:lnTo>
                    <a:pt x="9632881" y="2570680"/>
                  </a:lnTo>
                  <a:lnTo>
                    <a:pt x="9702579" y="2602662"/>
                  </a:lnTo>
                  <a:lnTo>
                    <a:pt x="9778130" y="2631769"/>
                  </a:lnTo>
                  <a:lnTo>
                    <a:pt x="9860084" y="2658304"/>
                  </a:lnTo>
                  <a:lnTo>
                    <a:pt x="9948789" y="2682526"/>
                  </a:lnTo>
                  <a:lnTo>
                    <a:pt x="10044288" y="2704634"/>
                  </a:lnTo>
                  <a:lnTo>
                    <a:pt x="10146192" y="2724769"/>
                  </a:lnTo>
                  <a:lnTo>
                    <a:pt x="10253543" y="2743013"/>
                  </a:lnTo>
                  <a:lnTo>
                    <a:pt x="10364697" y="2759396"/>
                  </a:lnTo>
                  <a:lnTo>
                    <a:pt x="10477253" y="2773905"/>
                  </a:lnTo>
                  <a:lnTo>
                    <a:pt x="10588087" y="2786504"/>
                  </a:lnTo>
                  <a:lnTo>
                    <a:pt x="10693530" y="2797156"/>
                  </a:lnTo>
                  <a:lnTo>
                    <a:pt x="10789723" y="2805852"/>
                  </a:lnTo>
                  <a:lnTo>
                    <a:pt x="10873099" y="2812639"/>
                  </a:lnTo>
                  <a:lnTo>
                    <a:pt x="10940940" y="2817637"/>
                  </a:lnTo>
                  <a:lnTo>
                    <a:pt x="10991849" y="2821047"/>
                  </a:lnTo>
                  <a:lnTo>
                    <a:pt x="11026048" y="2823137"/>
                  </a:lnTo>
                  <a:lnTo>
                    <a:pt x="11045438" y="2824221"/>
                  </a:lnTo>
                  <a:lnTo>
                    <a:pt x="11053460" y="2824633"/>
                  </a:lnTo>
                  <a:lnTo>
                    <a:pt x="11054891" y="2824701"/>
                  </a:lnTo>
                  <a:lnTo>
                    <a:pt x="12049831" y="2824701"/>
                  </a:lnTo>
                  <a:lnTo>
                    <a:pt x="12049831" y="2814220"/>
                  </a:lnTo>
                  <a:lnTo>
                    <a:pt x="11054891" y="2814220"/>
                  </a:lnTo>
                  <a:lnTo>
                    <a:pt x="11053814" y="2814169"/>
                  </a:lnTo>
                  <a:lnTo>
                    <a:pt x="11046698" y="2813807"/>
                  </a:lnTo>
                  <a:lnTo>
                    <a:pt x="11028641" y="2812806"/>
                  </a:lnTo>
                  <a:lnTo>
                    <a:pt x="10996056" y="2810833"/>
                  </a:lnTo>
                  <a:lnTo>
                    <a:pt x="10946878" y="2807570"/>
                  </a:lnTo>
                  <a:lnTo>
                    <a:pt x="10880715" y="2802743"/>
                  </a:lnTo>
                  <a:lnTo>
                    <a:pt x="10798807" y="2796144"/>
                  </a:lnTo>
                  <a:lnTo>
                    <a:pt x="10703761" y="2787645"/>
                  </a:lnTo>
                  <a:lnTo>
                    <a:pt x="10599080" y="2777191"/>
                  </a:lnTo>
                  <a:lnTo>
                    <a:pt x="10488619" y="2764788"/>
                  </a:lnTo>
                  <a:lnTo>
                    <a:pt x="10376084" y="2750470"/>
                  </a:lnTo>
                  <a:lnTo>
                    <a:pt x="10264665" y="2734276"/>
                  </a:lnTo>
                  <a:lnTo>
                    <a:pt x="10156842" y="2716221"/>
                  </a:lnTo>
                  <a:lnTo>
                    <a:pt x="10054332" y="2696281"/>
                  </a:lnTo>
                  <a:lnTo>
                    <a:pt x="9958158" y="2674378"/>
                  </a:lnTo>
                  <a:lnTo>
                    <a:pt x="9868760" y="2650379"/>
                  </a:lnTo>
                  <a:lnTo>
                    <a:pt x="9786134" y="2624088"/>
                  </a:lnTo>
                  <a:lnTo>
                    <a:pt x="9709957" y="2595255"/>
                  </a:lnTo>
                  <a:lnTo>
                    <a:pt x="9639694" y="2563579"/>
                  </a:lnTo>
                  <a:lnTo>
                    <a:pt x="9574687" y="2528718"/>
                  </a:lnTo>
                  <a:lnTo>
                    <a:pt x="9514210" y="2490308"/>
                  </a:lnTo>
                  <a:lnTo>
                    <a:pt x="9457524" y="2447993"/>
                  </a:lnTo>
                  <a:lnTo>
                    <a:pt x="9403913" y="2401475"/>
                  </a:lnTo>
                  <a:lnTo>
                    <a:pt x="9352722" y="2350583"/>
                  </a:lnTo>
                  <a:lnTo>
                    <a:pt x="9347647" y="2345183"/>
                  </a:lnTo>
                  <a:lnTo>
                    <a:pt x="9303303" y="2295229"/>
                  </a:lnTo>
                  <a:lnTo>
                    <a:pt x="9260063" y="2241664"/>
                  </a:lnTo>
                  <a:lnTo>
                    <a:pt x="9217631" y="2184415"/>
                  </a:lnTo>
                  <a:lnTo>
                    <a:pt x="9175768" y="2123464"/>
                  </a:lnTo>
                  <a:lnTo>
                    <a:pt x="9134282" y="2058859"/>
                  </a:lnTo>
                  <a:lnTo>
                    <a:pt x="9093022" y="1990714"/>
                  </a:lnTo>
                  <a:lnTo>
                    <a:pt x="9051875" y="1919218"/>
                  </a:lnTo>
                  <a:lnTo>
                    <a:pt x="9010759" y="1844632"/>
                  </a:lnTo>
                  <a:lnTo>
                    <a:pt x="8969620" y="1767293"/>
                  </a:lnTo>
                  <a:lnTo>
                    <a:pt x="8928428" y="1687606"/>
                  </a:lnTo>
                  <a:lnTo>
                    <a:pt x="8887175" y="1606037"/>
                  </a:lnTo>
                  <a:lnTo>
                    <a:pt x="8845867" y="1523105"/>
                  </a:lnTo>
                  <a:lnTo>
                    <a:pt x="8804523" y="1439367"/>
                  </a:lnTo>
                  <a:lnTo>
                    <a:pt x="8763169" y="1355403"/>
                  </a:lnTo>
                  <a:lnTo>
                    <a:pt x="8721832" y="1271801"/>
                  </a:lnTo>
                  <a:lnTo>
                    <a:pt x="8680535" y="1189136"/>
                  </a:lnTo>
                  <a:lnTo>
                    <a:pt x="8639296" y="1107959"/>
                  </a:lnTo>
                  <a:lnTo>
                    <a:pt x="8598118" y="1028776"/>
                  </a:lnTo>
                  <a:lnTo>
                    <a:pt x="8556988" y="952042"/>
                  </a:lnTo>
                  <a:lnTo>
                    <a:pt x="8515870" y="878145"/>
                  </a:lnTo>
                  <a:lnTo>
                    <a:pt x="8474705" y="807405"/>
                  </a:lnTo>
                  <a:lnTo>
                    <a:pt x="8433405" y="740067"/>
                  </a:lnTo>
                  <a:lnTo>
                    <a:pt x="8391846" y="676301"/>
                  </a:lnTo>
                  <a:lnTo>
                    <a:pt x="8349870" y="616206"/>
                  </a:lnTo>
                  <a:lnTo>
                    <a:pt x="8307274" y="559814"/>
                  </a:lnTo>
                  <a:lnTo>
                    <a:pt x="8263807" y="507095"/>
                  </a:lnTo>
                  <a:lnTo>
                    <a:pt x="8229629" y="469036"/>
                  </a:lnTo>
                  <a:lnTo>
                    <a:pt x="8178650" y="417701"/>
                  </a:lnTo>
                  <a:lnTo>
                    <a:pt x="8125312" y="370744"/>
                  </a:lnTo>
                  <a:lnTo>
                    <a:pt x="8068970" y="328015"/>
                  </a:lnTo>
                  <a:lnTo>
                    <a:pt x="8008911" y="289225"/>
                  </a:lnTo>
                  <a:lnTo>
                    <a:pt x="7944396" y="254021"/>
                  </a:lnTo>
                  <a:lnTo>
                    <a:pt x="7874697" y="222038"/>
                  </a:lnTo>
                  <a:lnTo>
                    <a:pt x="7799146" y="192932"/>
                  </a:lnTo>
                  <a:lnTo>
                    <a:pt x="7717192" y="166396"/>
                  </a:lnTo>
                  <a:lnTo>
                    <a:pt x="7628487" y="142174"/>
                  </a:lnTo>
                  <a:lnTo>
                    <a:pt x="7532988" y="120067"/>
                  </a:lnTo>
                  <a:lnTo>
                    <a:pt x="7431085" y="99932"/>
                  </a:lnTo>
                  <a:lnTo>
                    <a:pt x="7323733" y="81688"/>
                  </a:lnTo>
                  <a:lnTo>
                    <a:pt x="7212579" y="65305"/>
                  </a:lnTo>
                  <a:lnTo>
                    <a:pt x="7100023" y="50795"/>
                  </a:lnTo>
                  <a:lnTo>
                    <a:pt x="6989190" y="38196"/>
                  </a:lnTo>
                  <a:lnTo>
                    <a:pt x="6883746" y="27545"/>
                  </a:lnTo>
                  <a:lnTo>
                    <a:pt x="6787554" y="18849"/>
                  </a:lnTo>
                  <a:lnTo>
                    <a:pt x="6704177" y="12062"/>
                  </a:lnTo>
                  <a:lnTo>
                    <a:pt x="6636336" y="7063"/>
                  </a:lnTo>
                  <a:lnTo>
                    <a:pt x="6585428" y="3654"/>
                  </a:lnTo>
                  <a:lnTo>
                    <a:pt x="6551228" y="1564"/>
                  </a:lnTo>
                  <a:lnTo>
                    <a:pt x="6531838" y="479"/>
                  </a:lnTo>
                  <a:lnTo>
                    <a:pt x="6523817" y="6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5" y="27"/>
                  </a:lnTo>
                  <a:lnTo>
                    <a:pt x="5518933" y="221"/>
                  </a:lnTo>
                  <a:lnTo>
                    <a:pt x="5500192" y="759"/>
                  </a:lnTo>
                  <a:lnTo>
                    <a:pt x="5466421" y="1818"/>
                  </a:lnTo>
                  <a:lnTo>
                    <a:pt x="5415552" y="3569"/>
                  </a:lnTo>
                  <a:lnTo>
                    <a:pt x="5347280" y="6157"/>
                  </a:lnTo>
                  <a:lnTo>
                    <a:pt x="5263013" y="9690"/>
                  </a:lnTo>
                  <a:lnTo>
                    <a:pt x="5165562" y="14234"/>
                  </a:lnTo>
                  <a:lnTo>
                    <a:pt x="5058632" y="19813"/>
                  </a:lnTo>
                  <a:lnTo>
                    <a:pt x="4946240" y="26424"/>
                  </a:lnTo>
                  <a:lnTo>
                    <a:pt x="4832190" y="34046"/>
                  </a:lnTo>
                  <a:lnTo>
                    <a:pt x="4719706" y="42660"/>
                  </a:lnTo>
                  <a:lnTo>
                    <a:pt x="4611244" y="52259"/>
                  </a:lnTo>
                  <a:lnTo>
                    <a:pt x="4508467" y="62863"/>
                  </a:lnTo>
                  <a:lnTo>
                    <a:pt x="4412320" y="74516"/>
                  </a:lnTo>
                  <a:lnTo>
                    <a:pt x="4323160" y="87298"/>
                  </a:lnTo>
                  <a:lnTo>
                    <a:pt x="4240906" y="101320"/>
                  </a:lnTo>
                  <a:lnTo>
                    <a:pt x="4165164" y="116722"/>
                  </a:lnTo>
                  <a:lnTo>
                    <a:pt x="4095343" y="133672"/>
                  </a:lnTo>
                  <a:lnTo>
                    <a:pt x="4030732" y="152357"/>
                  </a:lnTo>
                  <a:lnTo>
                    <a:pt x="3970572" y="172972"/>
                  </a:lnTo>
                  <a:lnTo>
                    <a:pt x="3914095" y="195705"/>
                  </a:lnTo>
                  <a:lnTo>
                    <a:pt x="3860570" y="220700"/>
                  </a:lnTo>
                  <a:lnTo>
                    <a:pt x="3820202" y="241942"/>
                  </a:lnTo>
                  <a:lnTo>
                    <a:pt x="3766465" y="273500"/>
                  </a:lnTo>
                  <a:lnTo>
                    <a:pt x="3714261" y="307823"/>
                  </a:lnTo>
                  <a:lnTo>
                    <a:pt x="3663092" y="344962"/>
                  </a:lnTo>
                  <a:lnTo>
                    <a:pt x="3612576" y="384902"/>
                  </a:lnTo>
                  <a:lnTo>
                    <a:pt x="3562423" y="427551"/>
                  </a:lnTo>
                  <a:lnTo>
                    <a:pt x="3512428" y="472739"/>
                  </a:lnTo>
                  <a:lnTo>
                    <a:pt x="3462453" y="520209"/>
                  </a:lnTo>
                  <a:lnTo>
                    <a:pt x="3412419" y="569624"/>
                  </a:lnTo>
                  <a:lnTo>
                    <a:pt x="3362296" y="620575"/>
                  </a:lnTo>
                  <a:lnTo>
                    <a:pt x="3312093" y="672588"/>
                  </a:lnTo>
                  <a:lnTo>
                    <a:pt x="3261841" y="725148"/>
                  </a:lnTo>
                  <a:lnTo>
                    <a:pt x="3211589" y="777714"/>
                  </a:lnTo>
                  <a:lnTo>
                    <a:pt x="3161384" y="829748"/>
                  </a:lnTo>
                  <a:lnTo>
                    <a:pt x="3111259" y="880732"/>
                  </a:lnTo>
                  <a:lnTo>
                    <a:pt x="3061223" y="930193"/>
                  </a:lnTo>
                  <a:lnTo>
                    <a:pt x="3011247" y="977718"/>
                  </a:lnTo>
                  <a:lnTo>
                    <a:pt x="2961254" y="1022968"/>
                  </a:lnTo>
                  <a:lnTo>
                    <a:pt x="2911108" y="1065685"/>
                  </a:lnTo>
                  <a:lnTo>
                    <a:pt x="2860604" y="1105697"/>
                  </a:lnTo>
                  <a:lnTo>
                    <a:pt x="2809456" y="1142909"/>
                  </a:lnTo>
                  <a:lnTo>
                    <a:pt x="2757285" y="1177304"/>
                  </a:lnTo>
                  <a:lnTo>
                    <a:pt x="2703595" y="1208932"/>
                  </a:lnTo>
                  <a:lnTo>
                    <a:pt x="2702183" y="1209713"/>
                  </a:lnTo>
                  <a:lnTo>
                    <a:pt x="2650511" y="1236530"/>
                  </a:lnTo>
                  <a:lnTo>
                    <a:pt x="2596409" y="1261029"/>
                  </a:lnTo>
                  <a:lnTo>
                    <a:pt x="2539203" y="1283292"/>
                  </a:lnTo>
                  <a:lnTo>
                    <a:pt x="2478150" y="1303476"/>
                  </a:lnTo>
                  <a:lnTo>
                    <a:pt x="2412481" y="1321771"/>
                  </a:lnTo>
                  <a:lnTo>
                    <a:pt x="2341442" y="1338372"/>
                  </a:lnTo>
                  <a:lnTo>
                    <a:pt x="2264343" y="1353464"/>
                  </a:lnTo>
                  <a:lnTo>
                    <a:pt x="2180628" y="1367208"/>
                  </a:lnTo>
                  <a:lnTo>
                    <a:pt x="2089958" y="1379739"/>
                  </a:lnTo>
                  <a:lnTo>
                    <a:pt x="1992336" y="1391161"/>
                  </a:lnTo>
                  <a:lnTo>
                    <a:pt x="1888233" y="1401545"/>
                  </a:lnTo>
                  <a:lnTo>
                    <a:pt x="1778739" y="1410932"/>
                  </a:lnTo>
                  <a:lnTo>
                    <a:pt x="1665682" y="1419333"/>
                  </a:lnTo>
                  <a:lnTo>
                    <a:pt x="1551693" y="1426739"/>
                  </a:lnTo>
                  <a:lnTo>
                    <a:pt x="1440141" y="1433130"/>
                  </a:lnTo>
                  <a:lnTo>
                    <a:pt x="1334914" y="1438486"/>
                  </a:lnTo>
                  <a:lnTo>
                    <a:pt x="1240009" y="1442809"/>
                  </a:lnTo>
                  <a:lnTo>
                    <a:pt x="1158988" y="1446131"/>
                  </a:lnTo>
                  <a:lnTo>
                    <a:pt x="1094398" y="1448529"/>
                  </a:lnTo>
                  <a:lnTo>
                    <a:pt x="1047296" y="1450117"/>
                  </a:lnTo>
                  <a:lnTo>
                    <a:pt x="1016994" y="1451049"/>
                  </a:lnTo>
                  <a:lnTo>
                    <a:pt x="1001056" y="1451498"/>
                  </a:lnTo>
                  <a:lnTo>
                    <a:pt x="995487" y="1451642"/>
                  </a:lnTo>
                  <a:lnTo>
                    <a:pt x="994940" y="1451655"/>
                  </a:lnTo>
                  <a:lnTo>
                    <a:pt x="0" y="1451655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91" name="pl990"/>
            <p:cNvSpPr/>
            <p:nvPr/>
          </p:nvSpPr>
          <p:spPr>
            <a:xfrm>
              <a:off x="1199187" y="2698762"/>
              <a:ext cx="12049831" cy="2814220"/>
            </a:xfrm>
            <a:custGeom>
              <a:avLst/>
              <a:pathLst>
                <a:path w="12049831" h="2814220">
                  <a:moveTo>
                    <a:pt x="0" y="1451655"/>
                  </a:moveTo>
                  <a:lnTo>
                    <a:pt x="994940" y="1451655"/>
                  </a:lnTo>
                  <a:lnTo>
                    <a:pt x="996060" y="1451628"/>
                  </a:lnTo>
                  <a:lnTo>
                    <a:pt x="1003452" y="1451433"/>
                  </a:lnTo>
                  <a:lnTo>
                    <a:pt x="1022193" y="1450896"/>
                  </a:lnTo>
                  <a:lnTo>
                    <a:pt x="1055964" y="1449836"/>
                  </a:lnTo>
                  <a:lnTo>
                    <a:pt x="1106833" y="1448086"/>
                  </a:lnTo>
                  <a:lnTo>
                    <a:pt x="1175104" y="1445498"/>
                  </a:lnTo>
                  <a:lnTo>
                    <a:pt x="1259372" y="1441965"/>
                  </a:lnTo>
                  <a:lnTo>
                    <a:pt x="1356823" y="1437421"/>
                  </a:lnTo>
                  <a:lnTo>
                    <a:pt x="1463753" y="1431841"/>
                  </a:lnTo>
                  <a:lnTo>
                    <a:pt x="1576145" y="1425230"/>
                  </a:lnTo>
                  <a:lnTo>
                    <a:pt x="1690195" y="1417609"/>
                  </a:lnTo>
                  <a:lnTo>
                    <a:pt x="1802679" y="1408995"/>
                  </a:lnTo>
                  <a:lnTo>
                    <a:pt x="1911141" y="1399395"/>
                  </a:lnTo>
                  <a:lnTo>
                    <a:pt x="2013918" y="1388792"/>
                  </a:lnTo>
                  <a:lnTo>
                    <a:pt x="2110065" y="1377139"/>
                  </a:lnTo>
                  <a:lnTo>
                    <a:pt x="2199225" y="1364356"/>
                  </a:lnTo>
                  <a:lnTo>
                    <a:pt x="2281479" y="1350335"/>
                  </a:lnTo>
                  <a:lnTo>
                    <a:pt x="2357221" y="1334933"/>
                  </a:lnTo>
                  <a:lnTo>
                    <a:pt x="2427042" y="1317983"/>
                  </a:lnTo>
                  <a:lnTo>
                    <a:pt x="2491653" y="1299298"/>
                  </a:lnTo>
                  <a:lnTo>
                    <a:pt x="2551813" y="1278682"/>
                  </a:lnTo>
                  <a:lnTo>
                    <a:pt x="2608290" y="1255950"/>
                  </a:lnTo>
                  <a:lnTo>
                    <a:pt x="2661815" y="1230955"/>
                  </a:lnTo>
                  <a:lnTo>
                    <a:pt x="2702183" y="1209713"/>
                  </a:lnTo>
                  <a:lnTo>
                    <a:pt x="2755920" y="1178155"/>
                  </a:lnTo>
                  <a:lnTo>
                    <a:pt x="2808124" y="1143832"/>
                  </a:lnTo>
                  <a:lnTo>
                    <a:pt x="2859293" y="1106693"/>
                  </a:lnTo>
                  <a:lnTo>
                    <a:pt x="2909809" y="1066753"/>
                  </a:lnTo>
                  <a:lnTo>
                    <a:pt x="2959962" y="1024103"/>
                  </a:lnTo>
                  <a:lnTo>
                    <a:pt x="3009957" y="978916"/>
                  </a:lnTo>
                  <a:lnTo>
                    <a:pt x="3059932" y="931446"/>
                  </a:lnTo>
                  <a:lnTo>
                    <a:pt x="3109966" y="882030"/>
                  </a:lnTo>
                  <a:lnTo>
                    <a:pt x="3160089" y="831080"/>
                  </a:lnTo>
                  <a:lnTo>
                    <a:pt x="3210292" y="779067"/>
                  </a:lnTo>
                  <a:lnTo>
                    <a:pt x="3260544" y="726507"/>
                  </a:lnTo>
                  <a:lnTo>
                    <a:pt x="3310796" y="673940"/>
                  </a:lnTo>
                  <a:lnTo>
                    <a:pt x="3361001" y="621906"/>
                  </a:lnTo>
                  <a:lnTo>
                    <a:pt x="3411126" y="570922"/>
                  </a:lnTo>
                  <a:lnTo>
                    <a:pt x="3461162" y="521462"/>
                  </a:lnTo>
                  <a:lnTo>
                    <a:pt x="3511138" y="473937"/>
                  </a:lnTo>
                  <a:lnTo>
                    <a:pt x="3561131" y="428687"/>
                  </a:lnTo>
                  <a:lnTo>
                    <a:pt x="3611277" y="385969"/>
                  </a:lnTo>
                  <a:lnTo>
                    <a:pt x="3661781" y="345958"/>
                  </a:lnTo>
                  <a:lnTo>
                    <a:pt x="3712929" y="308746"/>
                  </a:lnTo>
                  <a:lnTo>
                    <a:pt x="3765100" y="274351"/>
                  </a:lnTo>
                  <a:lnTo>
                    <a:pt x="3818790" y="242723"/>
                  </a:lnTo>
                  <a:lnTo>
                    <a:pt x="3820202" y="241942"/>
                  </a:lnTo>
                  <a:lnTo>
                    <a:pt x="3871874" y="215125"/>
                  </a:lnTo>
                  <a:lnTo>
                    <a:pt x="3925976" y="190626"/>
                  </a:lnTo>
                  <a:lnTo>
                    <a:pt x="3983182" y="168363"/>
                  </a:lnTo>
                  <a:lnTo>
                    <a:pt x="4044235" y="148179"/>
                  </a:lnTo>
                  <a:lnTo>
                    <a:pt x="4109904" y="129884"/>
                  </a:lnTo>
                  <a:lnTo>
                    <a:pt x="4180943" y="113282"/>
                  </a:lnTo>
                  <a:lnTo>
                    <a:pt x="4258042" y="98191"/>
                  </a:lnTo>
                  <a:lnTo>
                    <a:pt x="4341757" y="84447"/>
                  </a:lnTo>
                  <a:lnTo>
                    <a:pt x="4432427" y="71916"/>
                  </a:lnTo>
                  <a:lnTo>
                    <a:pt x="4530049" y="60494"/>
                  </a:lnTo>
                  <a:lnTo>
                    <a:pt x="4634152" y="50110"/>
                  </a:lnTo>
                  <a:lnTo>
                    <a:pt x="4743646" y="40723"/>
                  </a:lnTo>
                  <a:lnTo>
                    <a:pt x="4856703" y="32321"/>
                  </a:lnTo>
                  <a:lnTo>
                    <a:pt x="4970692" y="24915"/>
                  </a:lnTo>
                  <a:lnTo>
                    <a:pt x="5082244" y="18525"/>
                  </a:lnTo>
                  <a:lnTo>
                    <a:pt x="5187471" y="13169"/>
                  </a:lnTo>
                  <a:lnTo>
                    <a:pt x="5282376" y="8846"/>
                  </a:lnTo>
                  <a:lnTo>
                    <a:pt x="5363397" y="5523"/>
                  </a:lnTo>
                  <a:lnTo>
                    <a:pt x="5427987" y="3126"/>
                  </a:lnTo>
                  <a:lnTo>
                    <a:pt x="5475089" y="1537"/>
                  </a:lnTo>
                  <a:lnTo>
                    <a:pt x="5505391" y="605"/>
                  </a:lnTo>
                  <a:lnTo>
                    <a:pt x="5521329" y="157"/>
                  </a:lnTo>
                  <a:lnTo>
                    <a:pt x="5526898" y="1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63" y="50"/>
                  </a:lnTo>
                  <a:lnTo>
                    <a:pt x="6530578" y="413"/>
                  </a:lnTo>
                  <a:lnTo>
                    <a:pt x="6548636" y="1414"/>
                  </a:lnTo>
                  <a:lnTo>
                    <a:pt x="6581221" y="3387"/>
                  </a:lnTo>
                  <a:lnTo>
                    <a:pt x="6630398" y="6650"/>
                  </a:lnTo>
                  <a:lnTo>
                    <a:pt x="6696562" y="11477"/>
                  </a:lnTo>
                  <a:lnTo>
                    <a:pt x="6778469" y="18076"/>
                  </a:lnTo>
                  <a:lnTo>
                    <a:pt x="6873516" y="26575"/>
                  </a:lnTo>
                  <a:lnTo>
                    <a:pt x="6978197" y="37028"/>
                  </a:lnTo>
                  <a:lnTo>
                    <a:pt x="7088658" y="49431"/>
                  </a:lnTo>
                  <a:lnTo>
                    <a:pt x="7201193" y="63749"/>
                  </a:lnTo>
                  <a:lnTo>
                    <a:pt x="7312611" y="79943"/>
                  </a:lnTo>
                  <a:lnTo>
                    <a:pt x="7420435" y="97998"/>
                  </a:lnTo>
                  <a:lnTo>
                    <a:pt x="7522945" y="117939"/>
                  </a:lnTo>
                  <a:lnTo>
                    <a:pt x="7619119" y="139841"/>
                  </a:lnTo>
                  <a:lnTo>
                    <a:pt x="7708516" y="163841"/>
                  </a:lnTo>
                  <a:lnTo>
                    <a:pt x="7791142" y="190131"/>
                  </a:lnTo>
                  <a:lnTo>
                    <a:pt x="7867320" y="218964"/>
                  </a:lnTo>
                  <a:lnTo>
                    <a:pt x="7937582" y="250640"/>
                  </a:lnTo>
                  <a:lnTo>
                    <a:pt x="8002590" y="285502"/>
                  </a:lnTo>
                  <a:lnTo>
                    <a:pt x="8063067" y="323912"/>
                  </a:lnTo>
                  <a:lnTo>
                    <a:pt x="8119753" y="366226"/>
                  </a:lnTo>
                  <a:lnTo>
                    <a:pt x="8173363" y="412745"/>
                  </a:lnTo>
                  <a:lnTo>
                    <a:pt x="8224555" y="463636"/>
                  </a:lnTo>
                  <a:lnTo>
                    <a:pt x="8229629" y="469036"/>
                  </a:lnTo>
                  <a:lnTo>
                    <a:pt x="8273974" y="518990"/>
                  </a:lnTo>
                  <a:lnTo>
                    <a:pt x="8317214" y="572555"/>
                  </a:lnTo>
                  <a:lnTo>
                    <a:pt x="8359646" y="629805"/>
                  </a:lnTo>
                  <a:lnTo>
                    <a:pt x="8401509" y="690756"/>
                  </a:lnTo>
                  <a:lnTo>
                    <a:pt x="8442995" y="755361"/>
                  </a:lnTo>
                  <a:lnTo>
                    <a:pt x="8484255" y="823506"/>
                  </a:lnTo>
                  <a:lnTo>
                    <a:pt x="8525402" y="895002"/>
                  </a:lnTo>
                  <a:lnTo>
                    <a:pt x="8566518" y="969587"/>
                  </a:lnTo>
                  <a:lnTo>
                    <a:pt x="8607657" y="1046926"/>
                  </a:lnTo>
                  <a:lnTo>
                    <a:pt x="8648849" y="1126614"/>
                  </a:lnTo>
                  <a:lnTo>
                    <a:pt x="8690102" y="1208183"/>
                  </a:lnTo>
                  <a:lnTo>
                    <a:pt x="8731410" y="1291115"/>
                  </a:lnTo>
                  <a:lnTo>
                    <a:pt x="8772753" y="1374853"/>
                  </a:lnTo>
                  <a:lnTo>
                    <a:pt x="8814107" y="1458816"/>
                  </a:lnTo>
                  <a:lnTo>
                    <a:pt x="8855445" y="1542419"/>
                  </a:lnTo>
                  <a:lnTo>
                    <a:pt x="8896741" y="1625083"/>
                  </a:lnTo>
                  <a:lnTo>
                    <a:pt x="8937980" y="1706261"/>
                  </a:lnTo>
                  <a:lnTo>
                    <a:pt x="8979158" y="1785443"/>
                  </a:lnTo>
                  <a:lnTo>
                    <a:pt x="9020289" y="1862177"/>
                  </a:lnTo>
                  <a:lnTo>
                    <a:pt x="9061406" y="1936074"/>
                  </a:lnTo>
                  <a:lnTo>
                    <a:pt x="9102571" y="2006814"/>
                  </a:lnTo>
                  <a:lnTo>
                    <a:pt x="9143872" y="2074153"/>
                  </a:lnTo>
                  <a:lnTo>
                    <a:pt x="9185431" y="2137919"/>
                  </a:lnTo>
                  <a:lnTo>
                    <a:pt x="9227407" y="2198013"/>
                  </a:lnTo>
                  <a:lnTo>
                    <a:pt x="9270002" y="2254405"/>
                  </a:lnTo>
                  <a:lnTo>
                    <a:pt x="9313470" y="2307125"/>
                  </a:lnTo>
                  <a:lnTo>
                    <a:pt x="9347647" y="2345183"/>
                  </a:lnTo>
                  <a:lnTo>
                    <a:pt x="9398627" y="2396519"/>
                  </a:lnTo>
                  <a:lnTo>
                    <a:pt x="9451964" y="2443476"/>
                  </a:lnTo>
                  <a:lnTo>
                    <a:pt x="9508306" y="2486204"/>
                  </a:lnTo>
                  <a:lnTo>
                    <a:pt x="9568366" y="2524994"/>
                  </a:lnTo>
                  <a:lnTo>
                    <a:pt x="9632881" y="2560198"/>
                  </a:lnTo>
                  <a:lnTo>
                    <a:pt x="9702579" y="2592181"/>
                  </a:lnTo>
                  <a:lnTo>
                    <a:pt x="9778130" y="2621287"/>
                  </a:lnTo>
                  <a:lnTo>
                    <a:pt x="9860084" y="2647823"/>
                  </a:lnTo>
                  <a:lnTo>
                    <a:pt x="9948789" y="2672045"/>
                  </a:lnTo>
                  <a:lnTo>
                    <a:pt x="10044288" y="2694153"/>
                  </a:lnTo>
                  <a:lnTo>
                    <a:pt x="10146192" y="2714288"/>
                  </a:lnTo>
                  <a:lnTo>
                    <a:pt x="10253543" y="2732532"/>
                  </a:lnTo>
                  <a:lnTo>
                    <a:pt x="10364697" y="2748915"/>
                  </a:lnTo>
                  <a:lnTo>
                    <a:pt x="10477253" y="2763424"/>
                  </a:lnTo>
                  <a:lnTo>
                    <a:pt x="10588087" y="2776023"/>
                  </a:lnTo>
                  <a:lnTo>
                    <a:pt x="10693530" y="2786675"/>
                  </a:lnTo>
                  <a:lnTo>
                    <a:pt x="10789723" y="2795371"/>
                  </a:lnTo>
                  <a:lnTo>
                    <a:pt x="10873099" y="2802158"/>
                  </a:lnTo>
                  <a:lnTo>
                    <a:pt x="10940940" y="2807156"/>
                  </a:lnTo>
                  <a:lnTo>
                    <a:pt x="10991849" y="2810566"/>
                  </a:lnTo>
                  <a:lnTo>
                    <a:pt x="11026048" y="2812656"/>
                  </a:lnTo>
                  <a:lnTo>
                    <a:pt x="11045438" y="2813740"/>
                  </a:lnTo>
                  <a:lnTo>
                    <a:pt x="11053460" y="2814152"/>
                  </a:lnTo>
                  <a:lnTo>
                    <a:pt x="11054890" y="2814220"/>
                  </a:lnTo>
                  <a:lnTo>
                    <a:pt x="11054891" y="2814220"/>
                  </a:lnTo>
                  <a:lnTo>
                    <a:pt x="12049831" y="2814220"/>
                  </a:lnTo>
                  <a:lnTo>
                    <a:pt x="12049831" y="28142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2" name="pl991"/>
            <p:cNvSpPr/>
            <p:nvPr/>
          </p:nvSpPr>
          <p:spPr>
            <a:xfrm>
              <a:off x="1199187" y="2688280"/>
              <a:ext cx="12049831" cy="2814220"/>
            </a:xfrm>
            <a:custGeom>
              <a:avLst/>
              <a:pathLst>
                <a:path w="12049831" h="2814220">
                  <a:moveTo>
                    <a:pt x="12049831" y="2814220"/>
                  </a:moveTo>
                  <a:lnTo>
                    <a:pt x="11054891" y="2814220"/>
                  </a:lnTo>
                  <a:lnTo>
                    <a:pt x="11053814" y="2814169"/>
                  </a:lnTo>
                  <a:lnTo>
                    <a:pt x="11046698" y="2813807"/>
                  </a:lnTo>
                  <a:lnTo>
                    <a:pt x="11028641" y="2812806"/>
                  </a:lnTo>
                  <a:lnTo>
                    <a:pt x="10996056" y="2810833"/>
                  </a:lnTo>
                  <a:lnTo>
                    <a:pt x="10946878" y="2807570"/>
                  </a:lnTo>
                  <a:lnTo>
                    <a:pt x="10880715" y="2802743"/>
                  </a:lnTo>
                  <a:lnTo>
                    <a:pt x="10798807" y="2796144"/>
                  </a:lnTo>
                  <a:lnTo>
                    <a:pt x="10703761" y="2787645"/>
                  </a:lnTo>
                  <a:lnTo>
                    <a:pt x="10599080" y="2777191"/>
                  </a:lnTo>
                  <a:lnTo>
                    <a:pt x="10488619" y="2764788"/>
                  </a:lnTo>
                  <a:lnTo>
                    <a:pt x="10376084" y="2750470"/>
                  </a:lnTo>
                  <a:lnTo>
                    <a:pt x="10264665" y="2734276"/>
                  </a:lnTo>
                  <a:lnTo>
                    <a:pt x="10156842" y="2716221"/>
                  </a:lnTo>
                  <a:lnTo>
                    <a:pt x="10054332" y="2696281"/>
                  </a:lnTo>
                  <a:lnTo>
                    <a:pt x="9958158" y="2674378"/>
                  </a:lnTo>
                  <a:lnTo>
                    <a:pt x="9868760" y="2650379"/>
                  </a:lnTo>
                  <a:lnTo>
                    <a:pt x="9786134" y="2624088"/>
                  </a:lnTo>
                  <a:lnTo>
                    <a:pt x="9709957" y="2595255"/>
                  </a:lnTo>
                  <a:lnTo>
                    <a:pt x="9639694" y="2563579"/>
                  </a:lnTo>
                  <a:lnTo>
                    <a:pt x="9574687" y="2528718"/>
                  </a:lnTo>
                  <a:lnTo>
                    <a:pt x="9514210" y="2490308"/>
                  </a:lnTo>
                  <a:lnTo>
                    <a:pt x="9457524" y="2447993"/>
                  </a:lnTo>
                  <a:lnTo>
                    <a:pt x="9403913" y="2401475"/>
                  </a:lnTo>
                  <a:lnTo>
                    <a:pt x="9352722" y="2350583"/>
                  </a:lnTo>
                  <a:lnTo>
                    <a:pt x="9347647" y="2345183"/>
                  </a:lnTo>
                  <a:lnTo>
                    <a:pt x="9303303" y="2295229"/>
                  </a:lnTo>
                  <a:lnTo>
                    <a:pt x="9260063" y="2241664"/>
                  </a:lnTo>
                  <a:lnTo>
                    <a:pt x="9217631" y="2184415"/>
                  </a:lnTo>
                  <a:lnTo>
                    <a:pt x="9175768" y="2123464"/>
                  </a:lnTo>
                  <a:lnTo>
                    <a:pt x="9134282" y="2058859"/>
                  </a:lnTo>
                  <a:lnTo>
                    <a:pt x="9093022" y="1990714"/>
                  </a:lnTo>
                  <a:lnTo>
                    <a:pt x="9051875" y="1919218"/>
                  </a:lnTo>
                  <a:lnTo>
                    <a:pt x="9010759" y="1844632"/>
                  </a:lnTo>
                  <a:lnTo>
                    <a:pt x="8969620" y="1767293"/>
                  </a:lnTo>
                  <a:lnTo>
                    <a:pt x="8928428" y="1687606"/>
                  </a:lnTo>
                  <a:lnTo>
                    <a:pt x="8887175" y="1606037"/>
                  </a:lnTo>
                  <a:lnTo>
                    <a:pt x="8845867" y="1523105"/>
                  </a:lnTo>
                  <a:lnTo>
                    <a:pt x="8804523" y="1439367"/>
                  </a:lnTo>
                  <a:lnTo>
                    <a:pt x="8763169" y="1355403"/>
                  </a:lnTo>
                  <a:lnTo>
                    <a:pt x="8721832" y="1271801"/>
                  </a:lnTo>
                  <a:lnTo>
                    <a:pt x="8680535" y="1189136"/>
                  </a:lnTo>
                  <a:lnTo>
                    <a:pt x="8639296" y="1107959"/>
                  </a:lnTo>
                  <a:lnTo>
                    <a:pt x="8598118" y="1028776"/>
                  </a:lnTo>
                  <a:lnTo>
                    <a:pt x="8556988" y="952042"/>
                  </a:lnTo>
                  <a:lnTo>
                    <a:pt x="8515870" y="878145"/>
                  </a:lnTo>
                  <a:lnTo>
                    <a:pt x="8474705" y="807405"/>
                  </a:lnTo>
                  <a:lnTo>
                    <a:pt x="8433405" y="740067"/>
                  </a:lnTo>
                  <a:lnTo>
                    <a:pt x="8391846" y="676301"/>
                  </a:lnTo>
                  <a:lnTo>
                    <a:pt x="8349870" y="616206"/>
                  </a:lnTo>
                  <a:lnTo>
                    <a:pt x="8307274" y="559814"/>
                  </a:lnTo>
                  <a:lnTo>
                    <a:pt x="8263807" y="507095"/>
                  </a:lnTo>
                  <a:lnTo>
                    <a:pt x="8229629" y="469036"/>
                  </a:lnTo>
                  <a:lnTo>
                    <a:pt x="8178650" y="417701"/>
                  </a:lnTo>
                  <a:lnTo>
                    <a:pt x="8125312" y="370744"/>
                  </a:lnTo>
                  <a:lnTo>
                    <a:pt x="8068970" y="328015"/>
                  </a:lnTo>
                  <a:lnTo>
                    <a:pt x="8008911" y="289225"/>
                  </a:lnTo>
                  <a:lnTo>
                    <a:pt x="7944396" y="254021"/>
                  </a:lnTo>
                  <a:lnTo>
                    <a:pt x="7874697" y="222038"/>
                  </a:lnTo>
                  <a:lnTo>
                    <a:pt x="7799146" y="192932"/>
                  </a:lnTo>
                  <a:lnTo>
                    <a:pt x="7717192" y="166396"/>
                  </a:lnTo>
                  <a:lnTo>
                    <a:pt x="7628487" y="142174"/>
                  </a:lnTo>
                  <a:lnTo>
                    <a:pt x="7532988" y="120067"/>
                  </a:lnTo>
                  <a:lnTo>
                    <a:pt x="7431085" y="99932"/>
                  </a:lnTo>
                  <a:lnTo>
                    <a:pt x="7323733" y="81688"/>
                  </a:lnTo>
                  <a:lnTo>
                    <a:pt x="7212579" y="65305"/>
                  </a:lnTo>
                  <a:lnTo>
                    <a:pt x="7100023" y="50795"/>
                  </a:lnTo>
                  <a:lnTo>
                    <a:pt x="6989190" y="38196"/>
                  </a:lnTo>
                  <a:lnTo>
                    <a:pt x="6883746" y="27545"/>
                  </a:lnTo>
                  <a:lnTo>
                    <a:pt x="6787554" y="18849"/>
                  </a:lnTo>
                  <a:lnTo>
                    <a:pt x="6704177" y="12062"/>
                  </a:lnTo>
                  <a:lnTo>
                    <a:pt x="6636336" y="7063"/>
                  </a:lnTo>
                  <a:lnTo>
                    <a:pt x="6585428" y="3654"/>
                  </a:lnTo>
                  <a:lnTo>
                    <a:pt x="6551228" y="1564"/>
                  </a:lnTo>
                  <a:lnTo>
                    <a:pt x="6531838" y="479"/>
                  </a:lnTo>
                  <a:lnTo>
                    <a:pt x="6523817" y="68"/>
                  </a:lnTo>
                  <a:lnTo>
                    <a:pt x="6522387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5" y="27"/>
                  </a:lnTo>
                  <a:lnTo>
                    <a:pt x="5518933" y="221"/>
                  </a:lnTo>
                  <a:lnTo>
                    <a:pt x="5500192" y="759"/>
                  </a:lnTo>
                  <a:lnTo>
                    <a:pt x="5466421" y="1818"/>
                  </a:lnTo>
                  <a:lnTo>
                    <a:pt x="5415552" y="3569"/>
                  </a:lnTo>
                  <a:lnTo>
                    <a:pt x="5347280" y="6157"/>
                  </a:lnTo>
                  <a:lnTo>
                    <a:pt x="5263013" y="9690"/>
                  </a:lnTo>
                  <a:lnTo>
                    <a:pt x="5165562" y="14234"/>
                  </a:lnTo>
                  <a:lnTo>
                    <a:pt x="5058632" y="19813"/>
                  </a:lnTo>
                  <a:lnTo>
                    <a:pt x="4946240" y="26424"/>
                  </a:lnTo>
                  <a:lnTo>
                    <a:pt x="4832190" y="34046"/>
                  </a:lnTo>
                  <a:lnTo>
                    <a:pt x="4719706" y="42660"/>
                  </a:lnTo>
                  <a:lnTo>
                    <a:pt x="4611244" y="52259"/>
                  </a:lnTo>
                  <a:lnTo>
                    <a:pt x="4508467" y="62863"/>
                  </a:lnTo>
                  <a:lnTo>
                    <a:pt x="4412320" y="74516"/>
                  </a:lnTo>
                  <a:lnTo>
                    <a:pt x="4323160" y="87298"/>
                  </a:lnTo>
                  <a:lnTo>
                    <a:pt x="4240906" y="101320"/>
                  </a:lnTo>
                  <a:lnTo>
                    <a:pt x="4165164" y="116722"/>
                  </a:lnTo>
                  <a:lnTo>
                    <a:pt x="4095343" y="133672"/>
                  </a:lnTo>
                  <a:lnTo>
                    <a:pt x="4030732" y="152357"/>
                  </a:lnTo>
                  <a:lnTo>
                    <a:pt x="3970572" y="172972"/>
                  </a:lnTo>
                  <a:lnTo>
                    <a:pt x="3914095" y="195705"/>
                  </a:lnTo>
                  <a:lnTo>
                    <a:pt x="3860570" y="220700"/>
                  </a:lnTo>
                  <a:lnTo>
                    <a:pt x="3820202" y="241942"/>
                  </a:lnTo>
                  <a:lnTo>
                    <a:pt x="3766465" y="273500"/>
                  </a:lnTo>
                  <a:lnTo>
                    <a:pt x="3714261" y="307823"/>
                  </a:lnTo>
                  <a:lnTo>
                    <a:pt x="3663092" y="344962"/>
                  </a:lnTo>
                  <a:lnTo>
                    <a:pt x="3612576" y="384902"/>
                  </a:lnTo>
                  <a:lnTo>
                    <a:pt x="3562423" y="427551"/>
                  </a:lnTo>
                  <a:lnTo>
                    <a:pt x="3512428" y="472739"/>
                  </a:lnTo>
                  <a:lnTo>
                    <a:pt x="3462453" y="520209"/>
                  </a:lnTo>
                  <a:lnTo>
                    <a:pt x="3412419" y="569624"/>
                  </a:lnTo>
                  <a:lnTo>
                    <a:pt x="3362296" y="620575"/>
                  </a:lnTo>
                  <a:lnTo>
                    <a:pt x="3312093" y="672588"/>
                  </a:lnTo>
                  <a:lnTo>
                    <a:pt x="3261841" y="725148"/>
                  </a:lnTo>
                  <a:lnTo>
                    <a:pt x="3211589" y="777714"/>
                  </a:lnTo>
                  <a:lnTo>
                    <a:pt x="3161384" y="829748"/>
                  </a:lnTo>
                  <a:lnTo>
                    <a:pt x="3111259" y="880732"/>
                  </a:lnTo>
                  <a:lnTo>
                    <a:pt x="3061223" y="930193"/>
                  </a:lnTo>
                  <a:lnTo>
                    <a:pt x="3011247" y="977718"/>
                  </a:lnTo>
                  <a:lnTo>
                    <a:pt x="2961254" y="1022968"/>
                  </a:lnTo>
                  <a:lnTo>
                    <a:pt x="2911108" y="1065685"/>
                  </a:lnTo>
                  <a:lnTo>
                    <a:pt x="2860604" y="1105697"/>
                  </a:lnTo>
                  <a:lnTo>
                    <a:pt x="2809456" y="1142909"/>
                  </a:lnTo>
                  <a:lnTo>
                    <a:pt x="2757285" y="1177304"/>
                  </a:lnTo>
                  <a:lnTo>
                    <a:pt x="2703595" y="1208932"/>
                  </a:lnTo>
                  <a:lnTo>
                    <a:pt x="2702183" y="1209713"/>
                  </a:lnTo>
                  <a:lnTo>
                    <a:pt x="2650511" y="1236530"/>
                  </a:lnTo>
                  <a:lnTo>
                    <a:pt x="2596409" y="1261029"/>
                  </a:lnTo>
                  <a:lnTo>
                    <a:pt x="2539203" y="1283292"/>
                  </a:lnTo>
                  <a:lnTo>
                    <a:pt x="2478150" y="1303476"/>
                  </a:lnTo>
                  <a:lnTo>
                    <a:pt x="2412481" y="1321771"/>
                  </a:lnTo>
                  <a:lnTo>
                    <a:pt x="2341442" y="1338372"/>
                  </a:lnTo>
                  <a:lnTo>
                    <a:pt x="2264343" y="1353464"/>
                  </a:lnTo>
                  <a:lnTo>
                    <a:pt x="2180628" y="1367208"/>
                  </a:lnTo>
                  <a:lnTo>
                    <a:pt x="2089958" y="1379739"/>
                  </a:lnTo>
                  <a:lnTo>
                    <a:pt x="1992336" y="1391161"/>
                  </a:lnTo>
                  <a:lnTo>
                    <a:pt x="1888233" y="1401545"/>
                  </a:lnTo>
                  <a:lnTo>
                    <a:pt x="1778739" y="1410932"/>
                  </a:lnTo>
                  <a:lnTo>
                    <a:pt x="1665682" y="1419333"/>
                  </a:lnTo>
                  <a:lnTo>
                    <a:pt x="1551693" y="1426739"/>
                  </a:lnTo>
                  <a:lnTo>
                    <a:pt x="1440141" y="1433130"/>
                  </a:lnTo>
                  <a:lnTo>
                    <a:pt x="1334914" y="1438486"/>
                  </a:lnTo>
                  <a:lnTo>
                    <a:pt x="1240009" y="1442809"/>
                  </a:lnTo>
                  <a:lnTo>
                    <a:pt x="1158988" y="1446131"/>
                  </a:lnTo>
                  <a:lnTo>
                    <a:pt x="1094398" y="1448529"/>
                  </a:lnTo>
                  <a:lnTo>
                    <a:pt x="1047296" y="1450117"/>
                  </a:lnTo>
                  <a:lnTo>
                    <a:pt x="1016994" y="1451049"/>
                  </a:lnTo>
                  <a:lnTo>
                    <a:pt x="1001056" y="1451498"/>
                  </a:lnTo>
                  <a:lnTo>
                    <a:pt x="995487" y="1451642"/>
                  </a:lnTo>
                  <a:lnTo>
                    <a:pt x="994940" y="1451655"/>
                  </a:lnTo>
                  <a:lnTo>
                    <a:pt x="0" y="1451655"/>
                  </a:lnTo>
                  <a:lnTo>
                    <a:pt x="0" y="14516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3" name="pg992"/>
            <p:cNvSpPr/>
            <p:nvPr/>
          </p:nvSpPr>
          <p:spPr>
            <a:xfrm>
              <a:off x="1199187" y="2027960"/>
              <a:ext cx="12049831" cy="3207268"/>
            </a:xfrm>
            <a:custGeom>
              <a:avLst/>
              <a:pathLst>
                <a:path w="12049831" h="3207268">
                  <a:moveTo>
                    <a:pt x="0" y="2499782"/>
                  </a:moveTo>
                  <a:lnTo>
                    <a:pt x="994940" y="2499782"/>
                  </a:lnTo>
                  <a:lnTo>
                    <a:pt x="996072" y="2499795"/>
                  </a:lnTo>
                  <a:lnTo>
                    <a:pt x="1003546" y="2499891"/>
                  </a:lnTo>
                  <a:lnTo>
                    <a:pt x="1022487" y="2500156"/>
                  </a:lnTo>
                  <a:lnTo>
                    <a:pt x="1056604" y="2500679"/>
                  </a:lnTo>
                  <a:lnTo>
                    <a:pt x="1107966" y="2501542"/>
                  </a:lnTo>
                  <a:lnTo>
                    <a:pt x="1176851" y="2502817"/>
                  </a:lnTo>
                  <a:lnTo>
                    <a:pt x="1261801" y="2504557"/>
                  </a:lnTo>
                  <a:lnTo>
                    <a:pt x="1359945" y="2506794"/>
                  </a:lnTo>
                  <a:lnTo>
                    <a:pt x="1467518" y="2509540"/>
                  </a:lnTo>
                  <a:lnTo>
                    <a:pt x="1580458" y="2512792"/>
                  </a:lnTo>
                  <a:lnTo>
                    <a:pt x="1694933" y="2516540"/>
                  </a:lnTo>
                  <a:lnTo>
                    <a:pt x="1807713" y="2520775"/>
                  </a:lnTo>
                  <a:lnTo>
                    <a:pt x="1916346" y="2525494"/>
                  </a:lnTo>
                  <a:lnTo>
                    <a:pt x="2019189" y="2530707"/>
                  </a:lnTo>
                  <a:lnTo>
                    <a:pt x="2115320" y="2536437"/>
                  </a:lnTo>
                  <a:lnTo>
                    <a:pt x="2204404" y="2542725"/>
                  </a:lnTo>
                  <a:lnTo>
                    <a:pt x="2286548" y="2549624"/>
                  </a:lnTo>
                  <a:lnTo>
                    <a:pt x="2362162" y="2557207"/>
                  </a:lnTo>
                  <a:lnTo>
                    <a:pt x="2431858" y="2565555"/>
                  </a:lnTo>
                  <a:lnTo>
                    <a:pt x="2496357" y="2574763"/>
                  </a:lnTo>
                  <a:lnTo>
                    <a:pt x="2556432" y="2584925"/>
                  </a:lnTo>
                  <a:lnTo>
                    <a:pt x="2612855" y="2596134"/>
                  </a:lnTo>
                  <a:lnTo>
                    <a:pt x="2666362" y="2608459"/>
                  </a:lnTo>
                  <a:lnTo>
                    <a:pt x="2702183" y="2617696"/>
                  </a:lnTo>
                  <a:lnTo>
                    <a:pt x="2761406" y="2634751"/>
                  </a:lnTo>
                  <a:lnTo>
                    <a:pt x="2818828" y="2653452"/>
                  </a:lnTo>
                  <a:lnTo>
                    <a:pt x="2875094" y="2673827"/>
                  </a:lnTo>
                  <a:lnTo>
                    <a:pt x="2930684" y="2695852"/>
                  </a:lnTo>
                  <a:lnTo>
                    <a:pt x="2985944" y="2719449"/>
                  </a:lnTo>
                  <a:lnTo>
                    <a:pt x="3041108" y="2744480"/>
                  </a:lnTo>
                  <a:lnTo>
                    <a:pt x="3096315" y="2770747"/>
                  </a:lnTo>
                  <a:lnTo>
                    <a:pt x="3151623" y="2797995"/>
                  </a:lnTo>
                  <a:lnTo>
                    <a:pt x="3207034" y="2825923"/>
                  </a:lnTo>
                  <a:lnTo>
                    <a:pt x="3262506" y="2854195"/>
                  </a:lnTo>
                  <a:lnTo>
                    <a:pt x="3317976" y="2882460"/>
                  </a:lnTo>
                  <a:lnTo>
                    <a:pt x="3373383" y="2910363"/>
                  </a:lnTo>
                  <a:lnTo>
                    <a:pt x="3428686" y="2937570"/>
                  </a:lnTo>
                  <a:lnTo>
                    <a:pt x="3483888" y="2963784"/>
                  </a:lnTo>
                  <a:lnTo>
                    <a:pt x="3539053" y="2988751"/>
                  </a:lnTo>
                  <a:lnTo>
                    <a:pt x="3594323" y="3012276"/>
                  </a:lnTo>
                  <a:lnTo>
                    <a:pt x="3649936" y="3034225"/>
                  </a:lnTo>
                  <a:lnTo>
                    <a:pt x="3706245" y="3054520"/>
                  </a:lnTo>
                  <a:lnTo>
                    <a:pt x="3763736" y="3073143"/>
                  </a:lnTo>
                  <a:lnTo>
                    <a:pt x="3820202" y="3089353"/>
                  </a:lnTo>
                  <a:lnTo>
                    <a:pt x="3872074" y="3102471"/>
                  </a:lnTo>
                  <a:lnTo>
                    <a:pt x="3926397" y="3114449"/>
                  </a:lnTo>
                  <a:lnTo>
                    <a:pt x="3983853" y="3125331"/>
                  </a:lnTo>
                  <a:lnTo>
                    <a:pt x="4045194" y="3135192"/>
                  </a:lnTo>
                  <a:lnTo>
                    <a:pt x="4111197" y="3144127"/>
                  </a:lnTo>
                  <a:lnTo>
                    <a:pt x="4182626" y="3152233"/>
                  </a:lnTo>
                  <a:lnTo>
                    <a:pt x="4260174" y="3159598"/>
                  </a:lnTo>
                  <a:lnTo>
                    <a:pt x="4344402" y="3166304"/>
                  </a:lnTo>
                  <a:lnTo>
                    <a:pt x="4435642" y="3172417"/>
                  </a:lnTo>
                  <a:lnTo>
                    <a:pt x="4533880" y="3177986"/>
                  </a:lnTo>
                  <a:lnTo>
                    <a:pt x="4638617" y="3183046"/>
                  </a:lnTo>
                  <a:lnTo>
                    <a:pt x="4748726" y="3187617"/>
                  </a:lnTo>
                  <a:lnTo>
                    <a:pt x="4862320" y="3191704"/>
                  </a:lnTo>
                  <a:lnTo>
                    <a:pt x="4976703" y="3195302"/>
                  </a:lnTo>
                  <a:lnTo>
                    <a:pt x="5088431" y="3198401"/>
                  </a:lnTo>
                  <a:lnTo>
                    <a:pt x="5193557" y="3200991"/>
                  </a:lnTo>
                  <a:lnTo>
                    <a:pt x="5288046" y="3203075"/>
                  </a:lnTo>
                  <a:lnTo>
                    <a:pt x="5368345" y="3204669"/>
                  </a:lnTo>
                  <a:lnTo>
                    <a:pt x="5431963" y="3205812"/>
                  </a:lnTo>
                  <a:lnTo>
                    <a:pt x="5477953" y="3206563"/>
                  </a:lnTo>
                  <a:lnTo>
                    <a:pt x="5507142" y="3206997"/>
                  </a:lnTo>
                  <a:lnTo>
                    <a:pt x="5522123" y="3207201"/>
                  </a:lnTo>
                  <a:lnTo>
                    <a:pt x="5527059" y="3207263"/>
                  </a:lnTo>
                  <a:lnTo>
                    <a:pt x="5527445" y="3207268"/>
                  </a:lnTo>
                  <a:lnTo>
                    <a:pt x="6522385" y="3207268"/>
                  </a:lnTo>
                  <a:lnTo>
                    <a:pt x="6523446" y="3207211"/>
                  </a:lnTo>
                  <a:lnTo>
                    <a:pt x="6530457" y="3206805"/>
                  </a:lnTo>
                  <a:lnTo>
                    <a:pt x="6548257" y="3205683"/>
                  </a:lnTo>
                  <a:lnTo>
                    <a:pt x="6580394" y="3203473"/>
                  </a:lnTo>
                  <a:lnTo>
                    <a:pt x="6628930" y="3199817"/>
                  </a:lnTo>
                  <a:lnTo>
                    <a:pt x="6694292" y="3194406"/>
                  </a:lnTo>
                  <a:lnTo>
                    <a:pt x="6775298" y="3187005"/>
                  </a:lnTo>
                  <a:lnTo>
                    <a:pt x="6869421" y="3177468"/>
                  </a:lnTo>
                  <a:lnTo>
                    <a:pt x="6973233" y="3165731"/>
                  </a:lnTo>
                  <a:lnTo>
                    <a:pt x="7082941" y="3151797"/>
                  </a:lnTo>
                  <a:lnTo>
                    <a:pt x="7194879" y="3135705"/>
                  </a:lnTo>
                  <a:lnTo>
                    <a:pt x="7305870" y="3117496"/>
                  </a:lnTo>
                  <a:lnTo>
                    <a:pt x="7413432" y="3097193"/>
                  </a:lnTo>
                  <a:lnTo>
                    <a:pt x="7515823" y="3074770"/>
                  </a:lnTo>
                  <a:lnTo>
                    <a:pt x="7611994" y="3050145"/>
                  </a:lnTo>
                  <a:lnTo>
                    <a:pt x="7701474" y="3023172"/>
                  </a:lnTo>
                  <a:lnTo>
                    <a:pt x="7784236" y="2993640"/>
                  </a:lnTo>
                  <a:lnTo>
                    <a:pt x="7860579" y="2961272"/>
                  </a:lnTo>
                  <a:lnTo>
                    <a:pt x="7931011" y="2925734"/>
                  </a:lnTo>
                  <a:lnTo>
                    <a:pt x="7996175" y="2886649"/>
                  </a:lnTo>
                  <a:lnTo>
                    <a:pt x="8056780" y="2843608"/>
                  </a:lnTo>
                  <a:lnTo>
                    <a:pt x="8113555" y="2796212"/>
                  </a:lnTo>
                  <a:lnTo>
                    <a:pt x="8167208" y="2744113"/>
                  </a:lnTo>
                  <a:lnTo>
                    <a:pt x="8218396" y="2687100"/>
                  </a:lnTo>
                  <a:lnTo>
                    <a:pt x="8229629" y="2673596"/>
                  </a:lnTo>
                  <a:lnTo>
                    <a:pt x="8271874" y="2619579"/>
                  </a:lnTo>
                  <a:lnTo>
                    <a:pt x="8313103" y="2561843"/>
                  </a:lnTo>
                  <a:lnTo>
                    <a:pt x="8353577" y="2500311"/>
                  </a:lnTo>
                  <a:lnTo>
                    <a:pt x="8393507" y="2434961"/>
                  </a:lnTo>
                  <a:lnTo>
                    <a:pt x="8433066" y="2365827"/>
                  </a:lnTo>
                  <a:lnTo>
                    <a:pt x="8472390" y="2293007"/>
                  </a:lnTo>
                  <a:lnTo>
                    <a:pt x="8511586" y="2216667"/>
                  </a:lnTo>
                  <a:lnTo>
                    <a:pt x="8550732" y="2137041"/>
                  </a:lnTo>
                  <a:lnTo>
                    <a:pt x="8589884" y="2054434"/>
                  </a:lnTo>
                  <a:lnTo>
                    <a:pt x="8629074" y="1969215"/>
                  </a:lnTo>
                  <a:lnTo>
                    <a:pt x="8668318" y="1881817"/>
                  </a:lnTo>
                  <a:lnTo>
                    <a:pt x="8707616" y="1792725"/>
                  </a:lnTo>
                  <a:lnTo>
                    <a:pt x="8746958" y="1702467"/>
                  </a:lnTo>
                  <a:lnTo>
                    <a:pt x="8786324" y="1611601"/>
                  </a:lnTo>
                  <a:lnTo>
                    <a:pt x="8825692" y="1520702"/>
                  </a:lnTo>
                  <a:lnTo>
                    <a:pt x="8865038" y="1430343"/>
                  </a:lnTo>
                  <a:lnTo>
                    <a:pt x="8904342" y="1341086"/>
                  </a:lnTo>
                  <a:lnTo>
                    <a:pt x="8943592" y="1253462"/>
                  </a:lnTo>
                  <a:lnTo>
                    <a:pt x="8982788" y="1167964"/>
                  </a:lnTo>
                  <a:lnTo>
                    <a:pt x="9021943" y="1085029"/>
                  </a:lnTo>
                  <a:lnTo>
                    <a:pt x="9061087" y="1005036"/>
                  </a:lnTo>
                  <a:lnTo>
                    <a:pt x="9100273" y="928296"/>
                  </a:lnTo>
                  <a:lnTo>
                    <a:pt x="9139578" y="855053"/>
                  </a:lnTo>
                  <a:lnTo>
                    <a:pt x="9179102" y="785479"/>
                  </a:lnTo>
                  <a:lnTo>
                    <a:pt x="9218981" y="719681"/>
                  </a:lnTo>
                  <a:lnTo>
                    <a:pt x="9259381" y="657701"/>
                  </a:lnTo>
                  <a:lnTo>
                    <a:pt x="9300509" y="599521"/>
                  </a:lnTo>
                  <a:lnTo>
                    <a:pt x="9342619" y="545072"/>
                  </a:lnTo>
                  <a:lnTo>
                    <a:pt x="9347647" y="538911"/>
                  </a:lnTo>
                  <a:lnTo>
                    <a:pt x="9398361" y="480787"/>
                  </a:lnTo>
                  <a:lnTo>
                    <a:pt x="9451406" y="427594"/>
                  </a:lnTo>
                  <a:lnTo>
                    <a:pt x="9507418" y="379167"/>
                  </a:lnTo>
                  <a:lnTo>
                    <a:pt x="9567098" y="335181"/>
                  </a:lnTo>
                  <a:lnTo>
                    <a:pt x="9631173" y="295241"/>
                  </a:lnTo>
                  <a:lnTo>
                    <a:pt x="9700362" y="258940"/>
                  </a:lnTo>
                  <a:lnTo>
                    <a:pt x="9775324" y="225890"/>
                  </a:lnTo>
                  <a:lnTo>
                    <a:pt x="9856608" y="195746"/>
                  </a:lnTo>
                  <a:lnTo>
                    <a:pt x="9944565" y="168219"/>
                  </a:lnTo>
                  <a:lnTo>
                    <a:pt x="10039255" y="143081"/>
                  </a:lnTo>
                  <a:lnTo>
                    <a:pt x="10140316" y="120172"/>
                  </a:lnTo>
                  <a:lnTo>
                    <a:pt x="10246840" y="99396"/>
                  </a:lnTo>
                  <a:lnTo>
                    <a:pt x="10357250" y="80716"/>
                  </a:lnTo>
                  <a:lnTo>
                    <a:pt x="10469229" y="64144"/>
                  </a:lnTo>
                  <a:lnTo>
                    <a:pt x="10579745" y="49720"/>
                  </a:lnTo>
                  <a:lnTo>
                    <a:pt x="10685216" y="37487"/>
                  </a:lnTo>
                  <a:lnTo>
                    <a:pt x="10781839" y="27458"/>
                  </a:lnTo>
                  <a:lnTo>
                    <a:pt x="10866056" y="19586"/>
                  </a:lnTo>
                  <a:lnTo>
                    <a:pt x="10935093" y="13745"/>
                  </a:lnTo>
                  <a:lnTo>
                    <a:pt x="10987436" y="9719"/>
                  </a:lnTo>
                  <a:lnTo>
                    <a:pt x="11023139" y="7213"/>
                  </a:lnTo>
                  <a:lnTo>
                    <a:pt x="11043904" y="5880"/>
                  </a:lnTo>
                  <a:lnTo>
                    <a:pt x="11052963" y="534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30" y="57"/>
                  </a:lnTo>
                  <a:lnTo>
                    <a:pt x="11046819" y="462"/>
                  </a:lnTo>
                  <a:lnTo>
                    <a:pt x="11029019" y="1584"/>
                  </a:lnTo>
                  <a:lnTo>
                    <a:pt x="10996883" y="3794"/>
                  </a:lnTo>
                  <a:lnTo>
                    <a:pt x="10948346" y="7450"/>
                  </a:lnTo>
                  <a:lnTo>
                    <a:pt x="10882985" y="12861"/>
                  </a:lnTo>
                  <a:lnTo>
                    <a:pt x="10801978" y="20262"/>
                  </a:lnTo>
                  <a:lnTo>
                    <a:pt x="10707855" y="29799"/>
                  </a:lnTo>
                  <a:lnTo>
                    <a:pt x="10604043" y="41536"/>
                  </a:lnTo>
                  <a:lnTo>
                    <a:pt x="10494335" y="55470"/>
                  </a:lnTo>
                  <a:lnTo>
                    <a:pt x="10382398" y="71563"/>
                  </a:lnTo>
                  <a:lnTo>
                    <a:pt x="10271406" y="89771"/>
                  </a:lnTo>
                  <a:lnTo>
                    <a:pt x="10163845" y="110074"/>
                  </a:lnTo>
                  <a:lnTo>
                    <a:pt x="10061454" y="132498"/>
                  </a:lnTo>
                  <a:lnTo>
                    <a:pt x="9965283" y="157122"/>
                  </a:lnTo>
                  <a:lnTo>
                    <a:pt x="9875803" y="184095"/>
                  </a:lnTo>
                  <a:lnTo>
                    <a:pt x="9793040" y="213627"/>
                  </a:lnTo>
                  <a:lnTo>
                    <a:pt x="9716698" y="245995"/>
                  </a:lnTo>
                  <a:lnTo>
                    <a:pt x="9646265" y="281533"/>
                  </a:lnTo>
                  <a:lnTo>
                    <a:pt x="9581101" y="320618"/>
                  </a:lnTo>
                  <a:lnTo>
                    <a:pt x="9520496" y="363659"/>
                  </a:lnTo>
                  <a:lnTo>
                    <a:pt x="9463722" y="411055"/>
                  </a:lnTo>
                  <a:lnTo>
                    <a:pt x="9410068" y="463154"/>
                  </a:lnTo>
                  <a:lnTo>
                    <a:pt x="9358881" y="520167"/>
                  </a:lnTo>
                  <a:lnTo>
                    <a:pt x="9347647" y="533671"/>
                  </a:lnTo>
                  <a:lnTo>
                    <a:pt x="9305403" y="587688"/>
                  </a:lnTo>
                  <a:lnTo>
                    <a:pt x="9264173" y="645425"/>
                  </a:lnTo>
                  <a:lnTo>
                    <a:pt x="9223699" y="706956"/>
                  </a:lnTo>
                  <a:lnTo>
                    <a:pt x="9183769" y="772306"/>
                  </a:lnTo>
                  <a:lnTo>
                    <a:pt x="9144210" y="841440"/>
                  </a:lnTo>
                  <a:lnTo>
                    <a:pt x="9104886" y="914260"/>
                  </a:lnTo>
                  <a:lnTo>
                    <a:pt x="9065690" y="990600"/>
                  </a:lnTo>
                  <a:lnTo>
                    <a:pt x="9026544" y="1070226"/>
                  </a:lnTo>
                  <a:lnTo>
                    <a:pt x="8987393" y="1152833"/>
                  </a:lnTo>
                  <a:lnTo>
                    <a:pt x="8948203" y="1238052"/>
                  </a:lnTo>
                  <a:lnTo>
                    <a:pt x="8908959" y="1325450"/>
                  </a:lnTo>
                  <a:lnTo>
                    <a:pt x="8869660" y="1414542"/>
                  </a:lnTo>
                  <a:lnTo>
                    <a:pt x="8830319" y="1504800"/>
                  </a:lnTo>
                  <a:lnTo>
                    <a:pt x="8790952" y="1595666"/>
                  </a:lnTo>
                  <a:lnTo>
                    <a:pt x="8751585" y="1686566"/>
                  </a:lnTo>
                  <a:lnTo>
                    <a:pt x="8712239" y="1776924"/>
                  </a:lnTo>
                  <a:lnTo>
                    <a:pt x="8672935" y="1866182"/>
                  </a:lnTo>
                  <a:lnTo>
                    <a:pt x="8633684" y="1953805"/>
                  </a:lnTo>
                  <a:lnTo>
                    <a:pt x="8594488" y="2039303"/>
                  </a:lnTo>
                  <a:lnTo>
                    <a:pt x="8555334" y="2122238"/>
                  </a:lnTo>
                  <a:lnTo>
                    <a:pt x="8516189" y="2202231"/>
                  </a:lnTo>
                  <a:lnTo>
                    <a:pt x="8477003" y="2278971"/>
                  </a:lnTo>
                  <a:lnTo>
                    <a:pt x="8437699" y="2352214"/>
                  </a:lnTo>
                  <a:lnTo>
                    <a:pt x="8398174" y="2421788"/>
                  </a:lnTo>
                  <a:lnTo>
                    <a:pt x="8358296" y="2487586"/>
                  </a:lnTo>
                  <a:lnTo>
                    <a:pt x="8317896" y="2549566"/>
                  </a:lnTo>
                  <a:lnTo>
                    <a:pt x="8276768" y="2607746"/>
                  </a:lnTo>
                  <a:lnTo>
                    <a:pt x="8234658" y="2662195"/>
                  </a:lnTo>
                  <a:lnTo>
                    <a:pt x="8229629" y="2668356"/>
                  </a:lnTo>
                  <a:lnTo>
                    <a:pt x="8178915" y="2726480"/>
                  </a:lnTo>
                  <a:lnTo>
                    <a:pt x="8125871" y="2779673"/>
                  </a:lnTo>
                  <a:lnTo>
                    <a:pt x="8069859" y="2828100"/>
                  </a:lnTo>
                  <a:lnTo>
                    <a:pt x="8010179" y="2872086"/>
                  </a:lnTo>
                  <a:lnTo>
                    <a:pt x="7946103" y="2912026"/>
                  </a:lnTo>
                  <a:lnTo>
                    <a:pt x="7876915" y="2948327"/>
                  </a:lnTo>
                  <a:lnTo>
                    <a:pt x="7801952" y="2981377"/>
                  </a:lnTo>
                  <a:lnTo>
                    <a:pt x="7720669" y="3011521"/>
                  </a:lnTo>
                  <a:lnTo>
                    <a:pt x="7632711" y="3039048"/>
                  </a:lnTo>
                  <a:lnTo>
                    <a:pt x="7538022" y="3064186"/>
                  </a:lnTo>
                  <a:lnTo>
                    <a:pt x="7436961" y="3087095"/>
                  </a:lnTo>
                  <a:lnTo>
                    <a:pt x="7330437" y="3107871"/>
                  </a:lnTo>
                  <a:lnTo>
                    <a:pt x="7220027" y="3126551"/>
                  </a:lnTo>
                  <a:lnTo>
                    <a:pt x="7108048" y="3143123"/>
                  </a:lnTo>
                  <a:lnTo>
                    <a:pt x="6997532" y="3157547"/>
                  </a:lnTo>
                  <a:lnTo>
                    <a:pt x="6892060" y="3169780"/>
                  </a:lnTo>
                  <a:lnTo>
                    <a:pt x="6795438" y="3179809"/>
                  </a:lnTo>
                  <a:lnTo>
                    <a:pt x="6711221" y="3187681"/>
                  </a:lnTo>
                  <a:lnTo>
                    <a:pt x="6642183" y="3193522"/>
                  </a:lnTo>
                  <a:lnTo>
                    <a:pt x="6589840" y="3197548"/>
                  </a:lnTo>
                  <a:lnTo>
                    <a:pt x="6554138" y="3200054"/>
                  </a:lnTo>
                  <a:lnTo>
                    <a:pt x="6533373" y="3201387"/>
                  </a:lnTo>
                  <a:lnTo>
                    <a:pt x="6524314" y="3201922"/>
                  </a:lnTo>
                  <a:lnTo>
                    <a:pt x="6522385" y="3202027"/>
                  </a:lnTo>
                  <a:lnTo>
                    <a:pt x="5527445" y="3202027"/>
                  </a:lnTo>
                  <a:lnTo>
                    <a:pt x="5526313" y="3202013"/>
                  </a:lnTo>
                  <a:lnTo>
                    <a:pt x="5518839" y="3201918"/>
                  </a:lnTo>
                  <a:lnTo>
                    <a:pt x="5499898" y="3201653"/>
                  </a:lnTo>
                  <a:lnTo>
                    <a:pt x="5465781" y="3201130"/>
                  </a:lnTo>
                  <a:lnTo>
                    <a:pt x="5414419" y="3200267"/>
                  </a:lnTo>
                  <a:lnTo>
                    <a:pt x="5345534" y="3198992"/>
                  </a:lnTo>
                  <a:lnTo>
                    <a:pt x="5260584" y="3197252"/>
                  </a:lnTo>
                  <a:lnTo>
                    <a:pt x="5162440" y="3195015"/>
                  </a:lnTo>
                  <a:lnTo>
                    <a:pt x="5054867" y="3192269"/>
                  </a:lnTo>
                  <a:lnTo>
                    <a:pt x="4941927" y="3189017"/>
                  </a:lnTo>
                  <a:lnTo>
                    <a:pt x="4827452" y="3185268"/>
                  </a:lnTo>
                  <a:lnTo>
                    <a:pt x="4714672" y="3181034"/>
                  </a:lnTo>
                  <a:lnTo>
                    <a:pt x="4606039" y="3176314"/>
                  </a:lnTo>
                  <a:lnTo>
                    <a:pt x="4503196" y="3171102"/>
                  </a:lnTo>
                  <a:lnTo>
                    <a:pt x="4407065" y="3165371"/>
                  </a:lnTo>
                  <a:lnTo>
                    <a:pt x="4317981" y="3159084"/>
                  </a:lnTo>
                  <a:lnTo>
                    <a:pt x="4235837" y="3152185"/>
                  </a:lnTo>
                  <a:lnTo>
                    <a:pt x="4160223" y="3144602"/>
                  </a:lnTo>
                  <a:lnTo>
                    <a:pt x="4090527" y="3136254"/>
                  </a:lnTo>
                  <a:lnTo>
                    <a:pt x="4026028" y="3127046"/>
                  </a:lnTo>
                  <a:lnTo>
                    <a:pt x="3965953" y="3116883"/>
                  </a:lnTo>
                  <a:lnTo>
                    <a:pt x="3909530" y="3105675"/>
                  </a:lnTo>
                  <a:lnTo>
                    <a:pt x="3856023" y="3093350"/>
                  </a:lnTo>
                  <a:lnTo>
                    <a:pt x="3820202" y="3084113"/>
                  </a:lnTo>
                  <a:lnTo>
                    <a:pt x="3760979" y="3067058"/>
                  </a:lnTo>
                  <a:lnTo>
                    <a:pt x="3703557" y="3048357"/>
                  </a:lnTo>
                  <a:lnTo>
                    <a:pt x="3647291" y="3027982"/>
                  </a:lnTo>
                  <a:lnTo>
                    <a:pt x="3591701" y="3005957"/>
                  </a:lnTo>
                  <a:lnTo>
                    <a:pt x="3536441" y="2982359"/>
                  </a:lnTo>
                  <a:lnTo>
                    <a:pt x="3481277" y="2957328"/>
                  </a:lnTo>
                  <a:lnTo>
                    <a:pt x="3426070" y="2931062"/>
                  </a:lnTo>
                  <a:lnTo>
                    <a:pt x="3370762" y="2903814"/>
                  </a:lnTo>
                  <a:lnTo>
                    <a:pt x="3315351" y="2875886"/>
                  </a:lnTo>
                  <a:lnTo>
                    <a:pt x="3259879" y="2847614"/>
                  </a:lnTo>
                  <a:lnTo>
                    <a:pt x="3204409" y="2819349"/>
                  </a:lnTo>
                  <a:lnTo>
                    <a:pt x="3149002" y="2791446"/>
                  </a:lnTo>
                  <a:lnTo>
                    <a:pt x="3093699" y="2764238"/>
                  </a:lnTo>
                  <a:lnTo>
                    <a:pt x="3038497" y="2738025"/>
                  </a:lnTo>
                  <a:lnTo>
                    <a:pt x="2983332" y="2713058"/>
                  </a:lnTo>
                  <a:lnTo>
                    <a:pt x="2928062" y="2689533"/>
                  </a:lnTo>
                  <a:lnTo>
                    <a:pt x="2872449" y="2667584"/>
                  </a:lnTo>
                  <a:lnTo>
                    <a:pt x="2816140" y="2647289"/>
                  </a:lnTo>
                  <a:lnTo>
                    <a:pt x="2758649" y="2628666"/>
                  </a:lnTo>
                  <a:lnTo>
                    <a:pt x="2702183" y="2612456"/>
                  </a:lnTo>
                  <a:lnTo>
                    <a:pt x="2650311" y="2599338"/>
                  </a:lnTo>
                  <a:lnTo>
                    <a:pt x="2595988" y="2587360"/>
                  </a:lnTo>
                  <a:lnTo>
                    <a:pt x="2538532" y="2576478"/>
                  </a:lnTo>
                  <a:lnTo>
                    <a:pt x="2477191" y="2566617"/>
                  </a:lnTo>
                  <a:lnTo>
                    <a:pt x="2411188" y="2557682"/>
                  </a:lnTo>
                  <a:lnTo>
                    <a:pt x="2339759" y="2549576"/>
                  </a:lnTo>
                  <a:lnTo>
                    <a:pt x="2262211" y="2542211"/>
                  </a:lnTo>
                  <a:lnTo>
                    <a:pt x="2177983" y="2535504"/>
                  </a:lnTo>
                  <a:lnTo>
                    <a:pt x="2086743" y="2529392"/>
                  </a:lnTo>
                  <a:lnTo>
                    <a:pt x="1988505" y="2523823"/>
                  </a:lnTo>
                  <a:lnTo>
                    <a:pt x="1883768" y="2518763"/>
                  </a:lnTo>
                  <a:lnTo>
                    <a:pt x="1773659" y="2514192"/>
                  </a:lnTo>
                  <a:lnTo>
                    <a:pt x="1660065" y="2510105"/>
                  </a:lnTo>
                  <a:lnTo>
                    <a:pt x="1545682" y="2506507"/>
                  </a:lnTo>
                  <a:lnTo>
                    <a:pt x="1433954" y="2503408"/>
                  </a:lnTo>
                  <a:lnTo>
                    <a:pt x="1328828" y="2500818"/>
                  </a:lnTo>
                  <a:lnTo>
                    <a:pt x="1234339" y="2498734"/>
                  </a:lnTo>
                  <a:lnTo>
                    <a:pt x="1154040" y="2497140"/>
                  </a:lnTo>
                  <a:lnTo>
                    <a:pt x="1090422" y="2495997"/>
                  </a:lnTo>
                  <a:lnTo>
                    <a:pt x="1044432" y="2495246"/>
                  </a:lnTo>
                  <a:lnTo>
                    <a:pt x="1015243" y="2494812"/>
                  </a:lnTo>
                  <a:lnTo>
                    <a:pt x="1000262" y="2494608"/>
                  </a:lnTo>
                  <a:lnTo>
                    <a:pt x="995326" y="2494546"/>
                  </a:lnTo>
                  <a:lnTo>
                    <a:pt x="994940" y="2494541"/>
                  </a:lnTo>
                  <a:lnTo>
                    <a:pt x="0" y="2494541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94" name="pl993"/>
            <p:cNvSpPr/>
            <p:nvPr/>
          </p:nvSpPr>
          <p:spPr>
            <a:xfrm>
              <a:off x="1199187" y="2033201"/>
              <a:ext cx="12049831" cy="3202027"/>
            </a:xfrm>
            <a:custGeom>
              <a:avLst/>
              <a:pathLst>
                <a:path w="12049831" h="3202027">
                  <a:moveTo>
                    <a:pt x="0" y="2494541"/>
                  </a:moveTo>
                  <a:lnTo>
                    <a:pt x="994940" y="2494541"/>
                  </a:lnTo>
                  <a:lnTo>
                    <a:pt x="996072" y="2494555"/>
                  </a:lnTo>
                  <a:lnTo>
                    <a:pt x="1003546" y="2494651"/>
                  </a:lnTo>
                  <a:lnTo>
                    <a:pt x="1022487" y="2494916"/>
                  </a:lnTo>
                  <a:lnTo>
                    <a:pt x="1056604" y="2495438"/>
                  </a:lnTo>
                  <a:lnTo>
                    <a:pt x="1107966" y="2496301"/>
                  </a:lnTo>
                  <a:lnTo>
                    <a:pt x="1176851" y="2497576"/>
                  </a:lnTo>
                  <a:lnTo>
                    <a:pt x="1261801" y="2499316"/>
                  </a:lnTo>
                  <a:lnTo>
                    <a:pt x="1359945" y="2501554"/>
                  </a:lnTo>
                  <a:lnTo>
                    <a:pt x="1467518" y="2504300"/>
                  </a:lnTo>
                  <a:lnTo>
                    <a:pt x="1580458" y="2507552"/>
                  </a:lnTo>
                  <a:lnTo>
                    <a:pt x="1694933" y="2511300"/>
                  </a:lnTo>
                  <a:lnTo>
                    <a:pt x="1807713" y="2515535"/>
                  </a:lnTo>
                  <a:lnTo>
                    <a:pt x="1916346" y="2520254"/>
                  </a:lnTo>
                  <a:lnTo>
                    <a:pt x="2019189" y="2525467"/>
                  </a:lnTo>
                  <a:lnTo>
                    <a:pt x="2115320" y="2531197"/>
                  </a:lnTo>
                  <a:lnTo>
                    <a:pt x="2204404" y="2537484"/>
                  </a:lnTo>
                  <a:lnTo>
                    <a:pt x="2286548" y="2544384"/>
                  </a:lnTo>
                  <a:lnTo>
                    <a:pt x="2362162" y="2551966"/>
                  </a:lnTo>
                  <a:lnTo>
                    <a:pt x="2431858" y="2560315"/>
                  </a:lnTo>
                  <a:lnTo>
                    <a:pt x="2496357" y="2569522"/>
                  </a:lnTo>
                  <a:lnTo>
                    <a:pt x="2556432" y="2579685"/>
                  </a:lnTo>
                  <a:lnTo>
                    <a:pt x="2612855" y="2590894"/>
                  </a:lnTo>
                  <a:lnTo>
                    <a:pt x="2666362" y="2603218"/>
                  </a:lnTo>
                  <a:lnTo>
                    <a:pt x="2702183" y="2612456"/>
                  </a:lnTo>
                  <a:lnTo>
                    <a:pt x="2761406" y="2629510"/>
                  </a:lnTo>
                  <a:lnTo>
                    <a:pt x="2818828" y="2648212"/>
                  </a:lnTo>
                  <a:lnTo>
                    <a:pt x="2875094" y="2668586"/>
                  </a:lnTo>
                  <a:lnTo>
                    <a:pt x="2930684" y="2690612"/>
                  </a:lnTo>
                  <a:lnTo>
                    <a:pt x="2985944" y="2714209"/>
                  </a:lnTo>
                  <a:lnTo>
                    <a:pt x="3041108" y="2739240"/>
                  </a:lnTo>
                  <a:lnTo>
                    <a:pt x="3096315" y="2765506"/>
                  </a:lnTo>
                  <a:lnTo>
                    <a:pt x="3151623" y="2792754"/>
                  </a:lnTo>
                  <a:lnTo>
                    <a:pt x="3207034" y="2820682"/>
                  </a:lnTo>
                  <a:lnTo>
                    <a:pt x="3262506" y="2848955"/>
                  </a:lnTo>
                  <a:lnTo>
                    <a:pt x="3317976" y="2877219"/>
                  </a:lnTo>
                  <a:lnTo>
                    <a:pt x="3373383" y="2905122"/>
                  </a:lnTo>
                  <a:lnTo>
                    <a:pt x="3428686" y="2932330"/>
                  </a:lnTo>
                  <a:lnTo>
                    <a:pt x="3483888" y="2958543"/>
                  </a:lnTo>
                  <a:lnTo>
                    <a:pt x="3539053" y="2983510"/>
                  </a:lnTo>
                  <a:lnTo>
                    <a:pt x="3594323" y="3007036"/>
                  </a:lnTo>
                  <a:lnTo>
                    <a:pt x="3649936" y="3028984"/>
                  </a:lnTo>
                  <a:lnTo>
                    <a:pt x="3706245" y="3049280"/>
                  </a:lnTo>
                  <a:lnTo>
                    <a:pt x="3763736" y="3067902"/>
                  </a:lnTo>
                  <a:lnTo>
                    <a:pt x="3820202" y="3084113"/>
                  </a:lnTo>
                  <a:lnTo>
                    <a:pt x="3872074" y="3097230"/>
                  </a:lnTo>
                  <a:lnTo>
                    <a:pt x="3926397" y="3109209"/>
                  </a:lnTo>
                  <a:lnTo>
                    <a:pt x="3983853" y="3120090"/>
                  </a:lnTo>
                  <a:lnTo>
                    <a:pt x="4045194" y="3129951"/>
                  </a:lnTo>
                  <a:lnTo>
                    <a:pt x="4111197" y="3138887"/>
                  </a:lnTo>
                  <a:lnTo>
                    <a:pt x="4182626" y="3146992"/>
                  </a:lnTo>
                  <a:lnTo>
                    <a:pt x="4260174" y="3154358"/>
                  </a:lnTo>
                  <a:lnTo>
                    <a:pt x="4344402" y="3161064"/>
                  </a:lnTo>
                  <a:lnTo>
                    <a:pt x="4435642" y="3167176"/>
                  </a:lnTo>
                  <a:lnTo>
                    <a:pt x="4533880" y="3172745"/>
                  </a:lnTo>
                  <a:lnTo>
                    <a:pt x="4638617" y="3177805"/>
                  </a:lnTo>
                  <a:lnTo>
                    <a:pt x="4748726" y="3182376"/>
                  </a:lnTo>
                  <a:lnTo>
                    <a:pt x="4862320" y="3186464"/>
                  </a:lnTo>
                  <a:lnTo>
                    <a:pt x="4976703" y="3190062"/>
                  </a:lnTo>
                  <a:lnTo>
                    <a:pt x="5088431" y="3193160"/>
                  </a:lnTo>
                  <a:lnTo>
                    <a:pt x="5193557" y="3195751"/>
                  </a:lnTo>
                  <a:lnTo>
                    <a:pt x="5288046" y="3197834"/>
                  </a:lnTo>
                  <a:lnTo>
                    <a:pt x="5368345" y="3199428"/>
                  </a:lnTo>
                  <a:lnTo>
                    <a:pt x="5431963" y="3200571"/>
                  </a:lnTo>
                  <a:lnTo>
                    <a:pt x="5477953" y="3201322"/>
                  </a:lnTo>
                  <a:lnTo>
                    <a:pt x="5507142" y="3201757"/>
                  </a:lnTo>
                  <a:lnTo>
                    <a:pt x="5522123" y="3201961"/>
                  </a:lnTo>
                  <a:lnTo>
                    <a:pt x="5527059" y="3202022"/>
                  </a:lnTo>
                  <a:lnTo>
                    <a:pt x="5527445" y="3202027"/>
                  </a:lnTo>
                  <a:lnTo>
                    <a:pt x="6522385" y="3202027"/>
                  </a:lnTo>
                  <a:lnTo>
                    <a:pt x="6523446" y="3201970"/>
                  </a:lnTo>
                  <a:lnTo>
                    <a:pt x="6530457" y="3201564"/>
                  </a:lnTo>
                  <a:lnTo>
                    <a:pt x="6548257" y="3200443"/>
                  </a:lnTo>
                  <a:lnTo>
                    <a:pt x="6580394" y="3198232"/>
                  </a:lnTo>
                  <a:lnTo>
                    <a:pt x="6628930" y="3194576"/>
                  </a:lnTo>
                  <a:lnTo>
                    <a:pt x="6694292" y="3189165"/>
                  </a:lnTo>
                  <a:lnTo>
                    <a:pt x="6775298" y="3181765"/>
                  </a:lnTo>
                  <a:lnTo>
                    <a:pt x="6869421" y="3172227"/>
                  </a:lnTo>
                  <a:lnTo>
                    <a:pt x="6973233" y="3160491"/>
                  </a:lnTo>
                  <a:lnTo>
                    <a:pt x="7082941" y="3146557"/>
                  </a:lnTo>
                  <a:lnTo>
                    <a:pt x="7194879" y="3130464"/>
                  </a:lnTo>
                  <a:lnTo>
                    <a:pt x="7305870" y="3112256"/>
                  </a:lnTo>
                  <a:lnTo>
                    <a:pt x="7413432" y="3091952"/>
                  </a:lnTo>
                  <a:lnTo>
                    <a:pt x="7515823" y="3069529"/>
                  </a:lnTo>
                  <a:lnTo>
                    <a:pt x="7611994" y="3044904"/>
                  </a:lnTo>
                  <a:lnTo>
                    <a:pt x="7701474" y="3017932"/>
                  </a:lnTo>
                  <a:lnTo>
                    <a:pt x="7784236" y="2988399"/>
                  </a:lnTo>
                  <a:lnTo>
                    <a:pt x="7860579" y="2956031"/>
                  </a:lnTo>
                  <a:lnTo>
                    <a:pt x="7931011" y="2920494"/>
                  </a:lnTo>
                  <a:lnTo>
                    <a:pt x="7996175" y="2881408"/>
                  </a:lnTo>
                  <a:lnTo>
                    <a:pt x="8056780" y="2838368"/>
                  </a:lnTo>
                  <a:lnTo>
                    <a:pt x="8113555" y="2790971"/>
                  </a:lnTo>
                  <a:lnTo>
                    <a:pt x="8167208" y="2738872"/>
                  </a:lnTo>
                  <a:lnTo>
                    <a:pt x="8218396" y="2681859"/>
                  </a:lnTo>
                  <a:lnTo>
                    <a:pt x="8229629" y="2668356"/>
                  </a:lnTo>
                  <a:lnTo>
                    <a:pt x="8271874" y="2614338"/>
                  </a:lnTo>
                  <a:lnTo>
                    <a:pt x="8313103" y="2556602"/>
                  </a:lnTo>
                  <a:lnTo>
                    <a:pt x="8353577" y="2495070"/>
                  </a:lnTo>
                  <a:lnTo>
                    <a:pt x="8393507" y="2429720"/>
                  </a:lnTo>
                  <a:lnTo>
                    <a:pt x="8433066" y="2360586"/>
                  </a:lnTo>
                  <a:lnTo>
                    <a:pt x="8472390" y="2287766"/>
                  </a:lnTo>
                  <a:lnTo>
                    <a:pt x="8511586" y="2211426"/>
                  </a:lnTo>
                  <a:lnTo>
                    <a:pt x="8550732" y="2131800"/>
                  </a:lnTo>
                  <a:lnTo>
                    <a:pt x="8589884" y="2049193"/>
                  </a:lnTo>
                  <a:lnTo>
                    <a:pt x="8629074" y="1963975"/>
                  </a:lnTo>
                  <a:lnTo>
                    <a:pt x="8668318" y="1876577"/>
                  </a:lnTo>
                  <a:lnTo>
                    <a:pt x="8707616" y="1787485"/>
                  </a:lnTo>
                  <a:lnTo>
                    <a:pt x="8746958" y="1697227"/>
                  </a:lnTo>
                  <a:lnTo>
                    <a:pt x="8786324" y="1606361"/>
                  </a:lnTo>
                  <a:lnTo>
                    <a:pt x="8825692" y="1515461"/>
                  </a:lnTo>
                  <a:lnTo>
                    <a:pt x="8865038" y="1425102"/>
                  </a:lnTo>
                  <a:lnTo>
                    <a:pt x="8904342" y="1335845"/>
                  </a:lnTo>
                  <a:lnTo>
                    <a:pt x="8943592" y="1248222"/>
                  </a:lnTo>
                  <a:lnTo>
                    <a:pt x="8982788" y="1162724"/>
                  </a:lnTo>
                  <a:lnTo>
                    <a:pt x="9021943" y="1079789"/>
                  </a:lnTo>
                  <a:lnTo>
                    <a:pt x="9061087" y="999796"/>
                  </a:lnTo>
                  <a:lnTo>
                    <a:pt x="9100273" y="923056"/>
                  </a:lnTo>
                  <a:lnTo>
                    <a:pt x="9139578" y="849812"/>
                  </a:lnTo>
                  <a:lnTo>
                    <a:pt x="9179102" y="780238"/>
                  </a:lnTo>
                  <a:lnTo>
                    <a:pt x="9218981" y="714440"/>
                  </a:lnTo>
                  <a:lnTo>
                    <a:pt x="9259381" y="652460"/>
                  </a:lnTo>
                  <a:lnTo>
                    <a:pt x="9300509" y="594281"/>
                  </a:lnTo>
                  <a:lnTo>
                    <a:pt x="9342619" y="539831"/>
                  </a:lnTo>
                  <a:lnTo>
                    <a:pt x="9347647" y="533671"/>
                  </a:lnTo>
                  <a:lnTo>
                    <a:pt x="9398361" y="475546"/>
                  </a:lnTo>
                  <a:lnTo>
                    <a:pt x="9451406" y="422354"/>
                  </a:lnTo>
                  <a:lnTo>
                    <a:pt x="9507418" y="373926"/>
                  </a:lnTo>
                  <a:lnTo>
                    <a:pt x="9567098" y="329940"/>
                  </a:lnTo>
                  <a:lnTo>
                    <a:pt x="9631173" y="290001"/>
                  </a:lnTo>
                  <a:lnTo>
                    <a:pt x="9700362" y="253700"/>
                  </a:lnTo>
                  <a:lnTo>
                    <a:pt x="9775324" y="220650"/>
                  </a:lnTo>
                  <a:lnTo>
                    <a:pt x="9856608" y="190506"/>
                  </a:lnTo>
                  <a:lnTo>
                    <a:pt x="9944565" y="162978"/>
                  </a:lnTo>
                  <a:lnTo>
                    <a:pt x="10039255" y="137840"/>
                  </a:lnTo>
                  <a:lnTo>
                    <a:pt x="10140316" y="114931"/>
                  </a:lnTo>
                  <a:lnTo>
                    <a:pt x="10246840" y="94155"/>
                  </a:lnTo>
                  <a:lnTo>
                    <a:pt x="10357250" y="75475"/>
                  </a:lnTo>
                  <a:lnTo>
                    <a:pt x="10469229" y="58903"/>
                  </a:lnTo>
                  <a:lnTo>
                    <a:pt x="10579745" y="44479"/>
                  </a:lnTo>
                  <a:lnTo>
                    <a:pt x="10685216" y="32246"/>
                  </a:lnTo>
                  <a:lnTo>
                    <a:pt x="10781839" y="22217"/>
                  </a:lnTo>
                  <a:lnTo>
                    <a:pt x="10866056" y="14346"/>
                  </a:lnTo>
                  <a:lnTo>
                    <a:pt x="10935093" y="8505"/>
                  </a:lnTo>
                  <a:lnTo>
                    <a:pt x="10987436" y="4479"/>
                  </a:lnTo>
                  <a:lnTo>
                    <a:pt x="11023139" y="1973"/>
                  </a:lnTo>
                  <a:lnTo>
                    <a:pt x="11043904" y="639"/>
                  </a:lnTo>
                  <a:lnTo>
                    <a:pt x="11052963" y="105"/>
                  </a:lnTo>
                  <a:lnTo>
                    <a:pt x="11054878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5" name="pl994"/>
            <p:cNvSpPr/>
            <p:nvPr/>
          </p:nvSpPr>
          <p:spPr>
            <a:xfrm>
              <a:off x="1199187" y="2027960"/>
              <a:ext cx="12049831" cy="3202027"/>
            </a:xfrm>
            <a:custGeom>
              <a:avLst/>
              <a:pathLst>
                <a:path w="12049831" h="3202027">
                  <a:moveTo>
                    <a:pt x="12049831" y="0"/>
                  </a:moveTo>
                  <a:lnTo>
                    <a:pt x="11054891" y="0"/>
                  </a:lnTo>
                  <a:lnTo>
                    <a:pt x="11053830" y="57"/>
                  </a:lnTo>
                  <a:lnTo>
                    <a:pt x="11046819" y="462"/>
                  </a:lnTo>
                  <a:lnTo>
                    <a:pt x="11029019" y="1584"/>
                  </a:lnTo>
                  <a:lnTo>
                    <a:pt x="10996883" y="3794"/>
                  </a:lnTo>
                  <a:lnTo>
                    <a:pt x="10948346" y="7450"/>
                  </a:lnTo>
                  <a:lnTo>
                    <a:pt x="10882985" y="12861"/>
                  </a:lnTo>
                  <a:lnTo>
                    <a:pt x="10801978" y="20262"/>
                  </a:lnTo>
                  <a:lnTo>
                    <a:pt x="10707855" y="29799"/>
                  </a:lnTo>
                  <a:lnTo>
                    <a:pt x="10604043" y="41536"/>
                  </a:lnTo>
                  <a:lnTo>
                    <a:pt x="10494335" y="55470"/>
                  </a:lnTo>
                  <a:lnTo>
                    <a:pt x="10382398" y="71563"/>
                  </a:lnTo>
                  <a:lnTo>
                    <a:pt x="10271406" y="89771"/>
                  </a:lnTo>
                  <a:lnTo>
                    <a:pt x="10163845" y="110074"/>
                  </a:lnTo>
                  <a:lnTo>
                    <a:pt x="10061454" y="132498"/>
                  </a:lnTo>
                  <a:lnTo>
                    <a:pt x="9965283" y="157122"/>
                  </a:lnTo>
                  <a:lnTo>
                    <a:pt x="9875803" y="184095"/>
                  </a:lnTo>
                  <a:lnTo>
                    <a:pt x="9793040" y="213627"/>
                  </a:lnTo>
                  <a:lnTo>
                    <a:pt x="9716698" y="245995"/>
                  </a:lnTo>
                  <a:lnTo>
                    <a:pt x="9646265" y="281533"/>
                  </a:lnTo>
                  <a:lnTo>
                    <a:pt x="9581101" y="320618"/>
                  </a:lnTo>
                  <a:lnTo>
                    <a:pt x="9520496" y="363659"/>
                  </a:lnTo>
                  <a:lnTo>
                    <a:pt x="9463722" y="411055"/>
                  </a:lnTo>
                  <a:lnTo>
                    <a:pt x="9410068" y="463154"/>
                  </a:lnTo>
                  <a:lnTo>
                    <a:pt x="9358881" y="520167"/>
                  </a:lnTo>
                  <a:lnTo>
                    <a:pt x="9347647" y="533671"/>
                  </a:lnTo>
                  <a:lnTo>
                    <a:pt x="9305403" y="587688"/>
                  </a:lnTo>
                  <a:lnTo>
                    <a:pt x="9264173" y="645425"/>
                  </a:lnTo>
                  <a:lnTo>
                    <a:pt x="9223699" y="706956"/>
                  </a:lnTo>
                  <a:lnTo>
                    <a:pt x="9183769" y="772306"/>
                  </a:lnTo>
                  <a:lnTo>
                    <a:pt x="9144210" y="841440"/>
                  </a:lnTo>
                  <a:lnTo>
                    <a:pt x="9104886" y="914260"/>
                  </a:lnTo>
                  <a:lnTo>
                    <a:pt x="9065690" y="990600"/>
                  </a:lnTo>
                  <a:lnTo>
                    <a:pt x="9026544" y="1070226"/>
                  </a:lnTo>
                  <a:lnTo>
                    <a:pt x="8987393" y="1152833"/>
                  </a:lnTo>
                  <a:lnTo>
                    <a:pt x="8948203" y="1238052"/>
                  </a:lnTo>
                  <a:lnTo>
                    <a:pt x="8908959" y="1325450"/>
                  </a:lnTo>
                  <a:lnTo>
                    <a:pt x="8869660" y="1414542"/>
                  </a:lnTo>
                  <a:lnTo>
                    <a:pt x="8830319" y="1504800"/>
                  </a:lnTo>
                  <a:lnTo>
                    <a:pt x="8790952" y="1595666"/>
                  </a:lnTo>
                  <a:lnTo>
                    <a:pt x="8751585" y="1686566"/>
                  </a:lnTo>
                  <a:lnTo>
                    <a:pt x="8712239" y="1776924"/>
                  </a:lnTo>
                  <a:lnTo>
                    <a:pt x="8672935" y="1866182"/>
                  </a:lnTo>
                  <a:lnTo>
                    <a:pt x="8633684" y="1953805"/>
                  </a:lnTo>
                  <a:lnTo>
                    <a:pt x="8594488" y="2039303"/>
                  </a:lnTo>
                  <a:lnTo>
                    <a:pt x="8555334" y="2122238"/>
                  </a:lnTo>
                  <a:lnTo>
                    <a:pt x="8516189" y="2202231"/>
                  </a:lnTo>
                  <a:lnTo>
                    <a:pt x="8477003" y="2278971"/>
                  </a:lnTo>
                  <a:lnTo>
                    <a:pt x="8437699" y="2352214"/>
                  </a:lnTo>
                  <a:lnTo>
                    <a:pt x="8398174" y="2421788"/>
                  </a:lnTo>
                  <a:lnTo>
                    <a:pt x="8358296" y="2487586"/>
                  </a:lnTo>
                  <a:lnTo>
                    <a:pt x="8317896" y="2549566"/>
                  </a:lnTo>
                  <a:lnTo>
                    <a:pt x="8276768" y="2607746"/>
                  </a:lnTo>
                  <a:lnTo>
                    <a:pt x="8234658" y="2662195"/>
                  </a:lnTo>
                  <a:lnTo>
                    <a:pt x="8229629" y="2668356"/>
                  </a:lnTo>
                  <a:lnTo>
                    <a:pt x="8178915" y="2726480"/>
                  </a:lnTo>
                  <a:lnTo>
                    <a:pt x="8125871" y="2779673"/>
                  </a:lnTo>
                  <a:lnTo>
                    <a:pt x="8069859" y="2828100"/>
                  </a:lnTo>
                  <a:lnTo>
                    <a:pt x="8010179" y="2872086"/>
                  </a:lnTo>
                  <a:lnTo>
                    <a:pt x="7946103" y="2912026"/>
                  </a:lnTo>
                  <a:lnTo>
                    <a:pt x="7876915" y="2948327"/>
                  </a:lnTo>
                  <a:lnTo>
                    <a:pt x="7801952" y="2981377"/>
                  </a:lnTo>
                  <a:lnTo>
                    <a:pt x="7720669" y="3011521"/>
                  </a:lnTo>
                  <a:lnTo>
                    <a:pt x="7632711" y="3039048"/>
                  </a:lnTo>
                  <a:lnTo>
                    <a:pt x="7538022" y="3064186"/>
                  </a:lnTo>
                  <a:lnTo>
                    <a:pt x="7436961" y="3087095"/>
                  </a:lnTo>
                  <a:lnTo>
                    <a:pt x="7330437" y="3107871"/>
                  </a:lnTo>
                  <a:lnTo>
                    <a:pt x="7220027" y="3126551"/>
                  </a:lnTo>
                  <a:lnTo>
                    <a:pt x="7108048" y="3143123"/>
                  </a:lnTo>
                  <a:lnTo>
                    <a:pt x="6997532" y="3157547"/>
                  </a:lnTo>
                  <a:lnTo>
                    <a:pt x="6892060" y="3169780"/>
                  </a:lnTo>
                  <a:lnTo>
                    <a:pt x="6795438" y="3179809"/>
                  </a:lnTo>
                  <a:lnTo>
                    <a:pt x="6711221" y="3187681"/>
                  </a:lnTo>
                  <a:lnTo>
                    <a:pt x="6642183" y="3193522"/>
                  </a:lnTo>
                  <a:lnTo>
                    <a:pt x="6589840" y="3197548"/>
                  </a:lnTo>
                  <a:lnTo>
                    <a:pt x="6554138" y="3200054"/>
                  </a:lnTo>
                  <a:lnTo>
                    <a:pt x="6533373" y="3201387"/>
                  </a:lnTo>
                  <a:lnTo>
                    <a:pt x="6524314" y="3201922"/>
                  </a:lnTo>
                  <a:lnTo>
                    <a:pt x="6522398" y="3202026"/>
                  </a:lnTo>
                  <a:lnTo>
                    <a:pt x="6522385" y="3202027"/>
                  </a:lnTo>
                  <a:lnTo>
                    <a:pt x="5527445" y="3202027"/>
                  </a:lnTo>
                  <a:lnTo>
                    <a:pt x="5526313" y="3202013"/>
                  </a:lnTo>
                  <a:lnTo>
                    <a:pt x="5518839" y="3201918"/>
                  </a:lnTo>
                  <a:lnTo>
                    <a:pt x="5499898" y="3201653"/>
                  </a:lnTo>
                  <a:lnTo>
                    <a:pt x="5465781" y="3201130"/>
                  </a:lnTo>
                  <a:lnTo>
                    <a:pt x="5414419" y="3200267"/>
                  </a:lnTo>
                  <a:lnTo>
                    <a:pt x="5345534" y="3198992"/>
                  </a:lnTo>
                  <a:lnTo>
                    <a:pt x="5260584" y="3197252"/>
                  </a:lnTo>
                  <a:lnTo>
                    <a:pt x="5162440" y="3195015"/>
                  </a:lnTo>
                  <a:lnTo>
                    <a:pt x="5054867" y="3192269"/>
                  </a:lnTo>
                  <a:lnTo>
                    <a:pt x="4941927" y="3189017"/>
                  </a:lnTo>
                  <a:lnTo>
                    <a:pt x="4827452" y="3185268"/>
                  </a:lnTo>
                  <a:lnTo>
                    <a:pt x="4714672" y="3181034"/>
                  </a:lnTo>
                  <a:lnTo>
                    <a:pt x="4606039" y="3176314"/>
                  </a:lnTo>
                  <a:lnTo>
                    <a:pt x="4503196" y="3171102"/>
                  </a:lnTo>
                  <a:lnTo>
                    <a:pt x="4407065" y="3165371"/>
                  </a:lnTo>
                  <a:lnTo>
                    <a:pt x="4317981" y="3159084"/>
                  </a:lnTo>
                  <a:lnTo>
                    <a:pt x="4235837" y="3152185"/>
                  </a:lnTo>
                  <a:lnTo>
                    <a:pt x="4160223" y="3144602"/>
                  </a:lnTo>
                  <a:lnTo>
                    <a:pt x="4090527" y="3136254"/>
                  </a:lnTo>
                  <a:lnTo>
                    <a:pt x="4026028" y="3127046"/>
                  </a:lnTo>
                  <a:lnTo>
                    <a:pt x="3965953" y="3116883"/>
                  </a:lnTo>
                  <a:lnTo>
                    <a:pt x="3909530" y="3105675"/>
                  </a:lnTo>
                  <a:lnTo>
                    <a:pt x="3856023" y="3093350"/>
                  </a:lnTo>
                  <a:lnTo>
                    <a:pt x="3820202" y="3084113"/>
                  </a:lnTo>
                  <a:lnTo>
                    <a:pt x="3760979" y="3067058"/>
                  </a:lnTo>
                  <a:lnTo>
                    <a:pt x="3703557" y="3048357"/>
                  </a:lnTo>
                  <a:lnTo>
                    <a:pt x="3647291" y="3027982"/>
                  </a:lnTo>
                  <a:lnTo>
                    <a:pt x="3591701" y="3005957"/>
                  </a:lnTo>
                  <a:lnTo>
                    <a:pt x="3536441" y="2982359"/>
                  </a:lnTo>
                  <a:lnTo>
                    <a:pt x="3481277" y="2957328"/>
                  </a:lnTo>
                  <a:lnTo>
                    <a:pt x="3426070" y="2931062"/>
                  </a:lnTo>
                  <a:lnTo>
                    <a:pt x="3370762" y="2903814"/>
                  </a:lnTo>
                  <a:lnTo>
                    <a:pt x="3315351" y="2875886"/>
                  </a:lnTo>
                  <a:lnTo>
                    <a:pt x="3259879" y="2847614"/>
                  </a:lnTo>
                  <a:lnTo>
                    <a:pt x="3204409" y="2819349"/>
                  </a:lnTo>
                  <a:lnTo>
                    <a:pt x="3149002" y="2791446"/>
                  </a:lnTo>
                  <a:lnTo>
                    <a:pt x="3093699" y="2764238"/>
                  </a:lnTo>
                  <a:lnTo>
                    <a:pt x="3038497" y="2738025"/>
                  </a:lnTo>
                  <a:lnTo>
                    <a:pt x="2983332" y="2713058"/>
                  </a:lnTo>
                  <a:lnTo>
                    <a:pt x="2928062" y="2689533"/>
                  </a:lnTo>
                  <a:lnTo>
                    <a:pt x="2872449" y="2667584"/>
                  </a:lnTo>
                  <a:lnTo>
                    <a:pt x="2816140" y="2647289"/>
                  </a:lnTo>
                  <a:lnTo>
                    <a:pt x="2758649" y="2628666"/>
                  </a:lnTo>
                  <a:lnTo>
                    <a:pt x="2702183" y="2612456"/>
                  </a:lnTo>
                  <a:lnTo>
                    <a:pt x="2650311" y="2599338"/>
                  </a:lnTo>
                  <a:lnTo>
                    <a:pt x="2595988" y="2587360"/>
                  </a:lnTo>
                  <a:lnTo>
                    <a:pt x="2538532" y="2576478"/>
                  </a:lnTo>
                  <a:lnTo>
                    <a:pt x="2477191" y="2566617"/>
                  </a:lnTo>
                  <a:lnTo>
                    <a:pt x="2411188" y="2557682"/>
                  </a:lnTo>
                  <a:lnTo>
                    <a:pt x="2339759" y="2549576"/>
                  </a:lnTo>
                  <a:lnTo>
                    <a:pt x="2262211" y="2542211"/>
                  </a:lnTo>
                  <a:lnTo>
                    <a:pt x="2177983" y="2535504"/>
                  </a:lnTo>
                  <a:lnTo>
                    <a:pt x="2086743" y="2529392"/>
                  </a:lnTo>
                  <a:lnTo>
                    <a:pt x="1988505" y="2523823"/>
                  </a:lnTo>
                  <a:lnTo>
                    <a:pt x="1883768" y="2518763"/>
                  </a:lnTo>
                  <a:lnTo>
                    <a:pt x="1773659" y="2514192"/>
                  </a:lnTo>
                  <a:lnTo>
                    <a:pt x="1660065" y="2510105"/>
                  </a:lnTo>
                  <a:lnTo>
                    <a:pt x="1545682" y="2506507"/>
                  </a:lnTo>
                  <a:lnTo>
                    <a:pt x="1433954" y="2503408"/>
                  </a:lnTo>
                  <a:lnTo>
                    <a:pt x="1328828" y="2500818"/>
                  </a:lnTo>
                  <a:lnTo>
                    <a:pt x="1234339" y="2498734"/>
                  </a:lnTo>
                  <a:lnTo>
                    <a:pt x="1154040" y="2497140"/>
                  </a:lnTo>
                  <a:lnTo>
                    <a:pt x="1090422" y="2495997"/>
                  </a:lnTo>
                  <a:lnTo>
                    <a:pt x="1044432" y="2495246"/>
                  </a:lnTo>
                  <a:lnTo>
                    <a:pt x="1015243" y="2494812"/>
                  </a:lnTo>
                  <a:lnTo>
                    <a:pt x="1000262" y="2494608"/>
                  </a:lnTo>
                  <a:lnTo>
                    <a:pt x="995326" y="2494546"/>
                  </a:lnTo>
                  <a:lnTo>
                    <a:pt x="994940" y="2494541"/>
                  </a:lnTo>
                  <a:lnTo>
                    <a:pt x="0" y="2494541"/>
                  </a:lnTo>
                  <a:lnTo>
                    <a:pt x="0" y="24945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6" name="pg995"/>
            <p:cNvSpPr/>
            <p:nvPr/>
          </p:nvSpPr>
          <p:spPr>
            <a:xfrm>
              <a:off x="1199187" y="4527743"/>
              <a:ext cx="12049831" cy="1488340"/>
            </a:xfrm>
            <a:custGeom>
              <a:avLst/>
              <a:pathLst>
                <a:path w="12049831" h="1488340">
                  <a:moveTo>
                    <a:pt x="0" y="5240"/>
                  </a:moveTo>
                  <a:lnTo>
                    <a:pt x="994940" y="5240"/>
                  </a:lnTo>
                  <a:lnTo>
                    <a:pt x="996071" y="5256"/>
                  </a:lnTo>
                  <a:lnTo>
                    <a:pt x="1003534" y="5370"/>
                  </a:lnTo>
                  <a:lnTo>
                    <a:pt x="1022450" y="5683"/>
                  </a:lnTo>
                  <a:lnTo>
                    <a:pt x="1056522" y="6301"/>
                  </a:lnTo>
                  <a:lnTo>
                    <a:pt x="1107822" y="7323"/>
                  </a:lnTo>
                  <a:lnTo>
                    <a:pt x="1176628" y="8832"/>
                  </a:lnTo>
                  <a:lnTo>
                    <a:pt x="1261492" y="10892"/>
                  </a:lnTo>
                  <a:lnTo>
                    <a:pt x="1359547" y="13540"/>
                  </a:lnTo>
                  <a:lnTo>
                    <a:pt x="1467039" y="16790"/>
                  </a:lnTo>
                  <a:lnTo>
                    <a:pt x="1579909" y="20640"/>
                  </a:lnTo>
                  <a:lnTo>
                    <a:pt x="1694331" y="25077"/>
                  </a:lnTo>
                  <a:lnTo>
                    <a:pt x="1807074" y="30091"/>
                  </a:lnTo>
                  <a:lnTo>
                    <a:pt x="1915685" y="35678"/>
                  </a:lnTo>
                  <a:lnTo>
                    <a:pt x="2018520" y="41849"/>
                  </a:lnTo>
                  <a:lnTo>
                    <a:pt x="2114654" y="48633"/>
                  </a:lnTo>
                  <a:lnTo>
                    <a:pt x="2203747" y="56075"/>
                  </a:lnTo>
                  <a:lnTo>
                    <a:pt x="2285905" y="64243"/>
                  </a:lnTo>
                  <a:lnTo>
                    <a:pt x="2361536" y="73218"/>
                  </a:lnTo>
                  <a:lnTo>
                    <a:pt x="2431248" y="83099"/>
                  </a:lnTo>
                  <a:lnTo>
                    <a:pt x="2495761" y="93996"/>
                  </a:lnTo>
                  <a:lnTo>
                    <a:pt x="2555846" y="106024"/>
                  </a:lnTo>
                  <a:lnTo>
                    <a:pt x="2612276" y="119289"/>
                  </a:lnTo>
                  <a:lnTo>
                    <a:pt x="2665785" y="133873"/>
                  </a:lnTo>
                  <a:lnTo>
                    <a:pt x="2702183" y="144990"/>
                  </a:lnTo>
                  <a:lnTo>
                    <a:pt x="2760549" y="164892"/>
                  </a:lnTo>
                  <a:lnTo>
                    <a:pt x="2817156" y="186687"/>
                  </a:lnTo>
                  <a:lnTo>
                    <a:pt x="2872626" y="210407"/>
                  </a:lnTo>
                  <a:lnTo>
                    <a:pt x="2927422" y="236029"/>
                  </a:lnTo>
                  <a:lnTo>
                    <a:pt x="2981881" y="263467"/>
                  </a:lnTo>
                  <a:lnTo>
                    <a:pt x="3036234" y="292569"/>
                  </a:lnTo>
                  <a:lnTo>
                    <a:pt x="3090619" y="323115"/>
                  </a:lnTo>
                  <a:lnTo>
                    <a:pt x="3145101" y="354824"/>
                  </a:lnTo>
                  <a:lnTo>
                    <a:pt x="3199685" y="387358"/>
                  </a:lnTo>
                  <a:lnTo>
                    <a:pt x="3254335" y="420342"/>
                  </a:lnTo>
                  <a:lnTo>
                    <a:pt x="3308993" y="453376"/>
                  </a:lnTo>
                  <a:lnTo>
                    <a:pt x="3363598" y="486059"/>
                  </a:lnTo>
                  <a:lnTo>
                    <a:pt x="3418107" y="518008"/>
                  </a:lnTo>
                  <a:lnTo>
                    <a:pt x="3472514" y="548875"/>
                  </a:lnTo>
                  <a:lnTo>
                    <a:pt x="3526865" y="578362"/>
                  </a:lnTo>
                  <a:lnTo>
                    <a:pt x="3581280" y="606235"/>
                  </a:lnTo>
                  <a:lnTo>
                    <a:pt x="3635964" y="632323"/>
                  </a:lnTo>
                  <a:lnTo>
                    <a:pt x="3691226" y="656525"/>
                  </a:lnTo>
                  <a:lnTo>
                    <a:pt x="3747497" y="678802"/>
                  </a:lnTo>
                  <a:lnTo>
                    <a:pt x="3805353" y="699173"/>
                  </a:lnTo>
                  <a:lnTo>
                    <a:pt x="3820202" y="703991"/>
                  </a:lnTo>
                  <a:lnTo>
                    <a:pt x="3872049" y="719531"/>
                  </a:lnTo>
                  <a:lnTo>
                    <a:pt x="3926343" y="733722"/>
                  </a:lnTo>
                  <a:lnTo>
                    <a:pt x="3983768" y="746613"/>
                  </a:lnTo>
                  <a:lnTo>
                    <a:pt x="4045072" y="758297"/>
                  </a:lnTo>
                  <a:lnTo>
                    <a:pt x="4111033" y="768884"/>
                  </a:lnTo>
                  <a:lnTo>
                    <a:pt x="4182412" y="778489"/>
                  </a:lnTo>
                  <a:lnTo>
                    <a:pt x="4259903" y="787217"/>
                  </a:lnTo>
                  <a:lnTo>
                    <a:pt x="4344066" y="795164"/>
                  </a:lnTo>
                  <a:lnTo>
                    <a:pt x="4435233" y="802407"/>
                  </a:lnTo>
                  <a:lnTo>
                    <a:pt x="4533392" y="809007"/>
                  </a:lnTo>
                  <a:lnTo>
                    <a:pt x="4638049" y="815004"/>
                  </a:lnTo>
                  <a:lnTo>
                    <a:pt x="4748080" y="820423"/>
                  </a:lnTo>
                  <a:lnTo>
                    <a:pt x="4861606" y="825268"/>
                  </a:lnTo>
                  <a:lnTo>
                    <a:pt x="4975939" y="829534"/>
                  </a:lnTo>
                  <a:lnTo>
                    <a:pt x="5087646" y="833208"/>
                  </a:lnTo>
                  <a:lnTo>
                    <a:pt x="5192785" y="836282"/>
                  </a:lnTo>
                  <a:lnTo>
                    <a:pt x="5287329" y="838755"/>
                  </a:lnTo>
                  <a:lnTo>
                    <a:pt x="5367720" y="840648"/>
                  </a:lnTo>
                  <a:lnTo>
                    <a:pt x="5431463" y="842006"/>
                  </a:lnTo>
                  <a:lnTo>
                    <a:pt x="5477594" y="842900"/>
                  </a:lnTo>
                  <a:lnTo>
                    <a:pt x="5506924" y="843418"/>
                  </a:lnTo>
                  <a:lnTo>
                    <a:pt x="5522026" y="843662"/>
                  </a:lnTo>
                  <a:lnTo>
                    <a:pt x="5527041" y="843736"/>
                  </a:lnTo>
                  <a:lnTo>
                    <a:pt x="5527445" y="843742"/>
                  </a:lnTo>
                  <a:lnTo>
                    <a:pt x="6522385" y="843742"/>
                  </a:lnTo>
                  <a:lnTo>
                    <a:pt x="6523519" y="843754"/>
                  </a:lnTo>
                  <a:lnTo>
                    <a:pt x="6530997" y="843841"/>
                  </a:lnTo>
                  <a:lnTo>
                    <a:pt x="6549949" y="844083"/>
                  </a:lnTo>
                  <a:lnTo>
                    <a:pt x="6584084" y="844559"/>
                  </a:lnTo>
                  <a:lnTo>
                    <a:pt x="6635473" y="845346"/>
                  </a:lnTo>
                  <a:lnTo>
                    <a:pt x="6704390" y="846508"/>
                  </a:lnTo>
                  <a:lnTo>
                    <a:pt x="6789377" y="848095"/>
                  </a:lnTo>
                  <a:lnTo>
                    <a:pt x="6887558" y="850134"/>
                  </a:lnTo>
                  <a:lnTo>
                    <a:pt x="6995165" y="852637"/>
                  </a:lnTo>
                  <a:lnTo>
                    <a:pt x="7108134" y="855602"/>
                  </a:lnTo>
                  <a:lnTo>
                    <a:pt x="7222632" y="859018"/>
                  </a:lnTo>
                  <a:lnTo>
                    <a:pt x="7335427" y="862879"/>
                  </a:lnTo>
                  <a:lnTo>
                    <a:pt x="7444070" y="867180"/>
                  </a:lnTo>
                  <a:lnTo>
                    <a:pt x="7546916" y="871932"/>
                  </a:lnTo>
                  <a:lnTo>
                    <a:pt x="7643046" y="877155"/>
                  </a:lnTo>
                  <a:lnTo>
                    <a:pt x="7732126" y="882887"/>
                  </a:lnTo>
                  <a:lnTo>
                    <a:pt x="7814264" y="889176"/>
                  </a:lnTo>
                  <a:lnTo>
                    <a:pt x="7889872" y="896088"/>
                  </a:lnTo>
                  <a:lnTo>
                    <a:pt x="7959561" y="903699"/>
                  </a:lnTo>
                  <a:lnTo>
                    <a:pt x="8024054" y="912093"/>
                  </a:lnTo>
                  <a:lnTo>
                    <a:pt x="8084123" y="921358"/>
                  </a:lnTo>
                  <a:lnTo>
                    <a:pt x="8140544" y="931577"/>
                  </a:lnTo>
                  <a:lnTo>
                    <a:pt x="8194050" y="942813"/>
                  </a:lnTo>
                  <a:lnTo>
                    <a:pt x="8229629" y="951175"/>
                  </a:lnTo>
                  <a:lnTo>
                    <a:pt x="8289232" y="966820"/>
                  </a:lnTo>
                  <a:lnTo>
                    <a:pt x="8347014" y="983985"/>
                  </a:lnTo>
                  <a:lnTo>
                    <a:pt x="8403633" y="1002694"/>
                  </a:lnTo>
                  <a:lnTo>
                    <a:pt x="8459574" y="1022926"/>
                  </a:lnTo>
                  <a:lnTo>
                    <a:pt x="8515189" y="1044607"/>
                  </a:lnTo>
                  <a:lnTo>
                    <a:pt x="8570713" y="1067606"/>
                  </a:lnTo>
                  <a:lnTo>
                    <a:pt x="8626283" y="1091736"/>
                  </a:lnTo>
                  <a:lnTo>
                    <a:pt x="8681957" y="1116761"/>
                  </a:lnTo>
                  <a:lnTo>
                    <a:pt x="8737734" y="1142398"/>
                  </a:lnTo>
                  <a:lnTo>
                    <a:pt x="8793570" y="1168335"/>
                  </a:lnTo>
                  <a:lnTo>
                    <a:pt x="8849399" y="1194242"/>
                  </a:lnTo>
                  <a:lnTo>
                    <a:pt x="8905160" y="1219793"/>
                  </a:lnTo>
                  <a:lnTo>
                    <a:pt x="8960815" y="1244679"/>
                  </a:lnTo>
                  <a:lnTo>
                    <a:pt x="9016371" y="1268626"/>
                  </a:lnTo>
                  <a:lnTo>
                    <a:pt x="9071898" y="1291404"/>
                  </a:lnTo>
                  <a:lnTo>
                    <a:pt x="9127550" y="1312836"/>
                  </a:lnTo>
                  <a:lnTo>
                    <a:pt x="9183582" y="1332803"/>
                  </a:lnTo>
                  <a:lnTo>
                    <a:pt x="9240367" y="1351240"/>
                  </a:lnTo>
                  <a:lnTo>
                    <a:pt x="9298418" y="1368134"/>
                  </a:lnTo>
                  <a:lnTo>
                    <a:pt x="9347647" y="1380907"/>
                  </a:lnTo>
                  <a:lnTo>
                    <a:pt x="9399531" y="1392860"/>
                  </a:lnTo>
                  <a:lnTo>
                    <a:pt x="9453865" y="1403776"/>
                  </a:lnTo>
                  <a:lnTo>
                    <a:pt x="9511335" y="1413692"/>
                  </a:lnTo>
                  <a:lnTo>
                    <a:pt x="9572691" y="1422678"/>
                  </a:lnTo>
                  <a:lnTo>
                    <a:pt x="9638712" y="1430819"/>
                  </a:lnTo>
                  <a:lnTo>
                    <a:pt x="9710161" y="1438205"/>
                  </a:lnTo>
                  <a:lnTo>
                    <a:pt x="9787734" y="1444917"/>
                  </a:lnTo>
                  <a:lnTo>
                    <a:pt x="9871990" y="1451027"/>
                  </a:lnTo>
                  <a:lnTo>
                    <a:pt x="9963260" y="1456596"/>
                  </a:lnTo>
                  <a:lnTo>
                    <a:pt x="10061530" y="1461670"/>
                  </a:lnTo>
                  <a:lnTo>
                    <a:pt x="10166302" y="1466281"/>
                  </a:lnTo>
                  <a:lnTo>
                    <a:pt x="10276443" y="1470445"/>
                  </a:lnTo>
                  <a:lnTo>
                    <a:pt x="10390066" y="1474169"/>
                  </a:lnTo>
                  <a:lnTo>
                    <a:pt x="10504469" y="1477446"/>
                  </a:lnTo>
                  <a:lnTo>
                    <a:pt x="10616207" y="1480269"/>
                  </a:lnTo>
                  <a:lnTo>
                    <a:pt x="10721327" y="1482628"/>
                  </a:lnTo>
                  <a:lnTo>
                    <a:pt x="10815793" y="1484525"/>
                  </a:lnTo>
                  <a:lnTo>
                    <a:pt x="10896053" y="1485976"/>
                  </a:lnTo>
                  <a:lnTo>
                    <a:pt x="10959619" y="1487017"/>
                  </a:lnTo>
                  <a:lnTo>
                    <a:pt x="11005549" y="1487699"/>
                  </a:lnTo>
                  <a:lnTo>
                    <a:pt x="11034679" y="1488094"/>
                  </a:lnTo>
                  <a:lnTo>
                    <a:pt x="11049610" y="1488280"/>
                  </a:lnTo>
                  <a:lnTo>
                    <a:pt x="11054512" y="1488336"/>
                  </a:lnTo>
                  <a:lnTo>
                    <a:pt x="11054891" y="1488340"/>
                  </a:lnTo>
                  <a:lnTo>
                    <a:pt x="12049831" y="1488340"/>
                  </a:lnTo>
                  <a:lnTo>
                    <a:pt x="12049831" y="1483099"/>
                  </a:lnTo>
                  <a:lnTo>
                    <a:pt x="11054891" y="1483099"/>
                  </a:lnTo>
                  <a:lnTo>
                    <a:pt x="11053758" y="1483087"/>
                  </a:lnTo>
                  <a:lnTo>
                    <a:pt x="11046280" y="1482999"/>
                  </a:lnTo>
                  <a:lnTo>
                    <a:pt x="11027328" y="1482758"/>
                  </a:lnTo>
                  <a:lnTo>
                    <a:pt x="10993192" y="1482282"/>
                  </a:lnTo>
                  <a:lnTo>
                    <a:pt x="10941804" y="1481495"/>
                  </a:lnTo>
                  <a:lnTo>
                    <a:pt x="10872887" y="1480332"/>
                  </a:lnTo>
                  <a:lnTo>
                    <a:pt x="10787900" y="1478746"/>
                  </a:lnTo>
                  <a:lnTo>
                    <a:pt x="10689719" y="1476706"/>
                  </a:lnTo>
                  <a:lnTo>
                    <a:pt x="10582112" y="1474203"/>
                  </a:lnTo>
                  <a:lnTo>
                    <a:pt x="10469142" y="1471239"/>
                  </a:lnTo>
                  <a:lnTo>
                    <a:pt x="10354644" y="1467822"/>
                  </a:lnTo>
                  <a:lnTo>
                    <a:pt x="10241849" y="1463962"/>
                  </a:lnTo>
                  <a:lnTo>
                    <a:pt x="10133207" y="1459660"/>
                  </a:lnTo>
                  <a:lnTo>
                    <a:pt x="10030360" y="1454908"/>
                  </a:lnTo>
                  <a:lnTo>
                    <a:pt x="9934230" y="1449685"/>
                  </a:lnTo>
                  <a:lnTo>
                    <a:pt x="9845150" y="1443954"/>
                  </a:lnTo>
                  <a:lnTo>
                    <a:pt x="9763013" y="1437664"/>
                  </a:lnTo>
                  <a:lnTo>
                    <a:pt x="9687405" y="1430752"/>
                  </a:lnTo>
                  <a:lnTo>
                    <a:pt x="9617716" y="1423142"/>
                  </a:lnTo>
                  <a:lnTo>
                    <a:pt x="9553223" y="1414748"/>
                  </a:lnTo>
                  <a:lnTo>
                    <a:pt x="9493153" y="1405483"/>
                  </a:lnTo>
                  <a:lnTo>
                    <a:pt x="9436733" y="1395264"/>
                  </a:lnTo>
                  <a:lnTo>
                    <a:pt x="9383226" y="1384028"/>
                  </a:lnTo>
                  <a:lnTo>
                    <a:pt x="9347647" y="1375666"/>
                  </a:lnTo>
                  <a:lnTo>
                    <a:pt x="9288045" y="1360021"/>
                  </a:lnTo>
                  <a:lnTo>
                    <a:pt x="9230262" y="1342856"/>
                  </a:lnTo>
                  <a:lnTo>
                    <a:pt x="9173644" y="1324146"/>
                  </a:lnTo>
                  <a:lnTo>
                    <a:pt x="9117702" y="1303914"/>
                  </a:lnTo>
                  <a:lnTo>
                    <a:pt x="9062087" y="1282234"/>
                  </a:lnTo>
                  <a:lnTo>
                    <a:pt x="9006564" y="1259235"/>
                  </a:lnTo>
                  <a:lnTo>
                    <a:pt x="8950994" y="1235104"/>
                  </a:lnTo>
                  <a:lnTo>
                    <a:pt x="8895319" y="1210079"/>
                  </a:lnTo>
                  <a:lnTo>
                    <a:pt x="8839542" y="1184442"/>
                  </a:lnTo>
                  <a:lnTo>
                    <a:pt x="8783707" y="1158506"/>
                  </a:lnTo>
                  <a:lnTo>
                    <a:pt x="8727877" y="1132599"/>
                  </a:lnTo>
                  <a:lnTo>
                    <a:pt x="8672116" y="1107048"/>
                  </a:lnTo>
                  <a:lnTo>
                    <a:pt x="8616461" y="1082162"/>
                  </a:lnTo>
                  <a:lnTo>
                    <a:pt x="8560906" y="1058215"/>
                  </a:lnTo>
                  <a:lnTo>
                    <a:pt x="8505379" y="1035437"/>
                  </a:lnTo>
                  <a:lnTo>
                    <a:pt x="8449726" y="1014004"/>
                  </a:lnTo>
                  <a:lnTo>
                    <a:pt x="8393694" y="994037"/>
                  </a:lnTo>
                  <a:lnTo>
                    <a:pt x="8336910" y="975600"/>
                  </a:lnTo>
                  <a:lnTo>
                    <a:pt x="8278859" y="958707"/>
                  </a:lnTo>
                  <a:lnTo>
                    <a:pt x="8229629" y="945934"/>
                  </a:lnTo>
                  <a:lnTo>
                    <a:pt x="8177746" y="933980"/>
                  </a:lnTo>
                  <a:lnTo>
                    <a:pt x="8123411" y="923064"/>
                  </a:lnTo>
                  <a:lnTo>
                    <a:pt x="8065942" y="913149"/>
                  </a:lnTo>
                  <a:lnTo>
                    <a:pt x="8004585" y="904163"/>
                  </a:lnTo>
                  <a:lnTo>
                    <a:pt x="7938564" y="896021"/>
                  </a:lnTo>
                  <a:lnTo>
                    <a:pt x="7867115" y="888635"/>
                  </a:lnTo>
                  <a:lnTo>
                    <a:pt x="7789542" y="881924"/>
                  </a:lnTo>
                  <a:lnTo>
                    <a:pt x="7705287" y="875814"/>
                  </a:lnTo>
                  <a:lnTo>
                    <a:pt x="7614017" y="870244"/>
                  </a:lnTo>
                  <a:lnTo>
                    <a:pt x="7515746" y="865170"/>
                  </a:lnTo>
                  <a:lnTo>
                    <a:pt x="7410974" y="860560"/>
                  </a:lnTo>
                  <a:lnTo>
                    <a:pt x="7300833" y="856395"/>
                  </a:lnTo>
                  <a:lnTo>
                    <a:pt x="7187211" y="852672"/>
                  </a:lnTo>
                  <a:lnTo>
                    <a:pt x="7072807" y="849394"/>
                  </a:lnTo>
                  <a:lnTo>
                    <a:pt x="6961069" y="846572"/>
                  </a:lnTo>
                  <a:lnTo>
                    <a:pt x="6855950" y="844212"/>
                  </a:lnTo>
                  <a:lnTo>
                    <a:pt x="6761483" y="842315"/>
                  </a:lnTo>
                  <a:lnTo>
                    <a:pt x="6681224" y="840864"/>
                  </a:lnTo>
                  <a:lnTo>
                    <a:pt x="6617657" y="839824"/>
                  </a:lnTo>
                  <a:lnTo>
                    <a:pt x="6571728" y="839141"/>
                  </a:lnTo>
                  <a:lnTo>
                    <a:pt x="6542598" y="838746"/>
                  </a:lnTo>
                  <a:lnTo>
                    <a:pt x="6527667" y="838561"/>
                  </a:lnTo>
                  <a:lnTo>
                    <a:pt x="6522764" y="838505"/>
                  </a:lnTo>
                  <a:lnTo>
                    <a:pt x="6522385" y="838501"/>
                  </a:lnTo>
                  <a:lnTo>
                    <a:pt x="5527445" y="838501"/>
                  </a:lnTo>
                  <a:lnTo>
                    <a:pt x="5526314" y="838485"/>
                  </a:lnTo>
                  <a:lnTo>
                    <a:pt x="5518851" y="838372"/>
                  </a:lnTo>
                  <a:lnTo>
                    <a:pt x="5499935" y="838058"/>
                  </a:lnTo>
                  <a:lnTo>
                    <a:pt x="5465863" y="837440"/>
                  </a:lnTo>
                  <a:lnTo>
                    <a:pt x="5414563" y="836419"/>
                  </a:lnTo>
                  <a:lnTo>
                    <a:pt x="5345757" y="834909"/>
                  </a:lnTo>
                  <a:lnTo>
                    <a:pt x="5260893" y="832849"/>
                  </a:lnTo>
                  <a:lnTo>
                    <a:pt x="5162838" y="830201"/>
                  </a:lnTo>
                  <a:lnTo>
                    <a:pt x="5055346" y="826951"/>
                  </a:lnTo>
                  <a:lnTo>
                    <a:pt x="4942476" y="823101"/>
                  </a:lnTo>
                  <a:lnTo>
                    <a:pt x="4828054" y="818664"/>
                  </a:lnTo>
                  <a:lnTo>
                    <a:pt x="4715311" y="813650"/>
                  </a:lnTo>
                  <a:lnTo>
                    <a:pt x="4606700" y="808064"/>
                  </a:lnTo>
                  <a:lnTo>
                    <a:pt x="4503865" y="801892"/>
                  </a:lnTo>
                  <a:lnTo>
                    <a:pt x="4407731" y="795109"/>
                  </a:lnTo>
                  <a:lnTo>
                    <a:pt x="4318638" y="787666"/>
                  </a:lnTo>
                  <a:lnTo>
                    <a:pt x="4236480" y="779498"/>
                  </a:lnTo>
                  <a:lnTo>
                    <a:pt x="4160849" y="770523"/>
                  </a:lnTo>
                  <a:lnTo>
                    <a:pt x="4091137" y="760642"/>
                  </a:lnTo>
                  <a:lnTo>
                    <a:pt x="4026624" y="749745"/>
                  </a:lnTo>
                  <a:lnTo>
                    <a:pt x="3966539" y="737718"/>
                  </a:lnTo>
                  <a:lnTo>
                    <a:pt x="3910109" y="724452"/>
                  </a:lnTo>
                  <a:lnTo>
                    <a:pt x="3856600" y="709868"/>
                  </a:lnTo>
                  <a:lnTo>
                    <a:pt x="3820202" y="698751"/>
                  </a:lnTo>
                  <a:lnTo>
                    <a:pt x="3761836" y="678849"/>
                  </a:lnTo>
                  <a:lnTo>
                    <a:pt x="3705229" y="657054"/>
                  </a:lnTo>
                  <a:lnTo>
                    <a:pt x="3649759" y="633334"/>
                  </a:lnTo>
                  <a:lnTo>
                    <a:pt x="3594963" y="607712"/>
                  </a:lnTo>
                  <a:lnTo>
                    <a:pt x="3540504" y="580274"/>
                  </a:lnTo>
                  <a:lnTo>
                    <a:pt x="3486151" y="551172"/>
                  </a:lnTo>
                  <a:lnTo>
                    <a:pt x="3431765" y="520626"/>
                  </a:lnTo>
                  <a:lnTo>
                    <a:pt x="3377284" y="488917"/>
                  </a:lnTo>
                  <a:lnTo>
                    <a:pt x="3322700" y="456383"/>
                  </a:lnTo>
                  <a:lnTo>
                    <a:pt x="3268050" y="423400"/>
                  </a:lnTo>
                  <a:lnTo>
                    <a:pt x="3213392" y="390365"/>
                  </a:lnTo>
                  <a:lnTo>
                    <a:pt x="3158787" y="357682"/>
                  </a:lnTo>
                  <a:lnTo>
                    <a:pt x="3104278" y="325733"/>
                  </a:lnTo>
                  <a:lnTo>
                    <a:pt x="3049871" y="294866"/>
                  </a:lnTo>
                  <a:lnTo>
                    <a:pt x="2995520" y="265379"/>
                  </a:lnTo>
                  <a:lnTo>
                    <a:pt x="2941105" y="237506"/>
                  </a:lnTo>
                  <a:lnTo>
                    <a:pt x="2886421" y="211418"/>
                  </a:lnTo>
                  <a:lnTo>
                    <a:pt x="2831159" y="187216"/>
                  </a:lnTo>
                  <a:lnTo>
                    <a:pt x="2774888" y="164939"/>
                  </a:lnTo>
                  <a:lnTo>
                    <a:pt x="2717032" y="144568"/>
                  </a:lnTo>
                  <a:lnTo>
                    <a:pt x="2702183" y="139750"/>
                  </a:lnTo>
                  <a:lnTo>
                    <a:pt x="2650336" y="124211"/>
                  </a:lnTo>
                  <a:lnTo>
                    <a:pt x="2596042" y="110019"/>
                  </a:lnTo>
                  <a:lnTo>
                    <a:pt x="2538617" y="97128"/>
                  </a:lnTo>
                  <a:lnTo>
                    <a:pt x="2477313" y="85444"/>
                  </a:lnTo>
                  <a:lnTo>
                    <a:pt x="2411352" y="74857"/>
                  </a:lnTo>
                  <a:lnTo>
                    <a:pt x="2339973" y="65253"/>
                  </a:lnTo>
                  <a:lnTo>
                    <a:pt x="2262482" y="56524"/>
                  </a:lnTo>
                  <a:lnTo>
                    <a:pt x="2178319" y="48578"/>
                  </a:lnTo>
                  <a:lnTo>
                    <a:pt x="2087152" y="41334"/>
                  </a:lnTo>
                  <a:lnTo>
                    <a:pt x="1988993" y="34734"/>
                  </a:lnTo>
                  <a:lnTo>
                    <a:pt x="1884336" y="28737"/>
                  </a:lnTo>
                  <a:lnTo>
                    <a:pt x="1774305" y="23319"/>
                  </a:lnTo>
                  <a:lnTo>
                    <a:pt x="1660779" y="18473"/>
                  </a:lnTo>
                  <a:lnTo>
                    <a:pt x="1546446" y="14207"/>
                  </a:lnTo>
                  <a:lnTo>
                    <a:pt x="1434739" y="10533"/>
                  </a:lnTo>
                  <a:lnTo>
                    <a:pt x="1329600" y="7459"/>
                  </a:lnTo>
                  <a:lnTo>
                    <a:pt x="1235056" y="4986"/>
                  </a:lnTo>
                  <a:lnTo>
                    <a:pt x="1154665" y="3093"/>
                  </a:lnTo>
                  <a:lnTo>
                    <a:pt x="1090922" y="1735"/>
                  </a:lnTo>
                  <a:lnTo>
                    <a:pt x="1044791" y="841"/>
                  </a:lnTo>
                  <a:lnTo>
                    <a:pt x="1015461" y="324"/>
                  </a:lnTo>
                  <a:lnTo>
                    <a:pt x="1000359" y="80"/>
                  </a:lnTo>
                  <a:lnTo>
                    <a:pt x="995344" y="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997" name="pl996"/>
            <p:cNvSpPr/>
            <p:nvPr/>
          </p:nvSpPr>
          <p:spPr>
            <a:xfrm>
              <a:off x="1199187" y="4532983"/>
              <a:ext cx="12049831" cy="1483099"/>
            </a:xfrm>
            <a:custGeom>
              <a:avLst/>
              <a:pathLst>
                <a:path w="12049831" h="1483099">
                  <a:moveTo>
                    <a:pt x="0" y="0"/>
                  </a:moveTo>
                  <a:lnTo>
                    <a:pt x="994940" y="0"/>
                  </a:lnTo>
                  <a:lnTo>
                    <a:pt x="996071" y="15"/>
                  </a:lnTo>
                  <a:lnTo>
                    <a:pt x="1003534" y="129"/>
                  </a:lnTo>
                  <a:lnTo>
                    <a:pt x="1022450" y="443"/>
                  </a:lnTo>
                  <a:lnTo>
                    <a:pt x="1056522" y="1061"/>
                  </a:lnTo>
                  <a:lnTo>
                    <a:pt x="1107822" y="2082"/>
                  </a:lnTo>
                  <a:lnTo>
                    <a:pt x="1176628" y="3591"/>
                  </a:lnTo>
                  <a:lnTo>
                    <a:pt x="1261492" y="5651"/>
                  </a:lnTo>
                  <a:lnTo>
                    <a:pt x="1359547" y="8299"/>
                  </a:lnTo>
                  <a:lnTo>
                    <a:pt x="1467039" y="11550"/>
                  </a:lnTo>
                  <a:lnTo>
                    <a:pt x="1579909" y="15399"/>
                  </a:lnTo>
                  <a:lnTo>
                    <a:pt x="1694331" y="19836"/>
                  </a:lnTo>
                  <a:lnTo>
                    <a:pt x="1807074" y="24850"/>
                  </a:lnTo>
                  <a:lnTo>
                    <a:pt x="1915685" y="30437"/>
                  </a:lnTo>
                  <a:lnTo>
                    <a:pt x="2018520" y="36608"/>
                  </a:lnTo>
                  <a:lnTo>
                    <a:pt x="2114654" y="43392"/>
                  </a:lnTo>
                  <a:lnTo>
                    <a:pt x="2203747" y="50835"/>
                  </a:lnTo>
                  <a:lnTo>
                    <a:pt x="2285905" y="59002"/>
                  </a:lnTo>
                  <a:lnTo>
                    <a:pt x="2361536" y="67977"/>
                  </a:lnTo>
                  <a:lnTo>
                    <a:pt x="2431248" y="77858"/>
                  </a:lnTo>
                  <a:lnTo>
                    <a:pt x="2495761" y="88755"/>
                  </a:lnTo>
                  <a:lnTo>
                    <a:pt x="2555846" y="100783"/>
                  </a:lnTo>
                  <a:lnTo>
                    <a:pt x="2612276" y="114048"/>
                  </a:lnTo>
                  <a:lnTo>
                    <a:pt x="2665785" y="128633"/>
                  </a:lnTo>
                  <a:lnTo>
                    <a:pt x="2702183" y="139750"/>
                  </a:lnTo>
                  <a:lnTo>
                    <a:pt x="2760549" y="159651"/>
                  </a:lnTo>
                  <a:lnTo>
                    <a:pt x="2817156" y="181446"/>
                  </a:lnTo>
                  <a:lnTo>
                    <a:pt x="2872626" y="205166"/>
                  </a:lnTo>
                  <a:lnTo>
                    <a:pt x="2927422" y="230788"/>
                  </a:lnTo>
                  <a:lnTo>
                    <a:pt x="2981881" y="258227"/>
                  </a:lnTo>
                  <a:lnTo>
                    <a:pt x="3036234" y="287328"/>
                  </a:lnTo>
                  <a:lnTo>
                    <a:pt x="3090619" y="317875"/>
                  </a:lnTo>
                  <a:lnTo>
                    <a:pt x="3145101" y="349583"/>
                  </a:lnTo>
                  <a:lnTo>
                    <a:pt x="3199685" y="382117"/>
                  </a:lnTo>
                  <a:lnTo>
                    <a:pt x="3254335" y="415101"/>
                  </a:lnTo>
                  <a:lnTo>
                    <a:pt x="3308993" y="448135"/>
                  </a:lnTo>
                  <a:lnTo>
                    <a:pt x="3363598" y="480819"/>
                  </a:lnTo>
                  <a:lnTo>
                    <a:pt x="3418107" y="512768"/>
                  </a:lnTo>
                  <a:lnTo>
                    <a:pt x="3472514" y="543634"/>
                  </a:lnTo>
                  <a:lnTo>
                    <a:pt x="3526865" y="573122"/>
                  </a:lnTo>
                  <a:lnTo>
                    <a:pt x="3581280" y="600994"/>
                  </a:lnTo>
                  <a:lnTo>
                    <a:pt x="3635964" y="627083"/>
                  </a:lnTo>
                  <a:lnTo>
                    <a:pt x="3691226" y="651284"/>
                  </a:lnTo>
                  <a:lnTo>
                    <a:pt x="3747497" y="673561"/>
                  </a:lnTo>
                  <a:lnTo>
                    <a:pt x="3805353" y="693932"/>
                  </a:lnTo>
                  <a:lnTo>
                    <a:pt x="3820202" y="698751"/>
                  </a:lnTo>
                  <a:lnTo>
                    <a:pt x="3872049" y="714290"/>
                  </a:lnTo>
                  <a:lnTo>
                    <a:pt x="3926343" y="728481"/>
                  </a:lnTo>
                  <a:lnTo>
                    <a:pt x="3983768" y="741373"/>
                  </a:lnTo>
                  <a:lnTo>
                    <a:pt x="4045072" y="753057"/>
                  </a:lnTo>
                  <a:lnTo>
                    <a:pt x="4111033" y="763644"/>
                  </a:lnTo>
                  <a:lnTo>
                    <a:pt x="4182412" y="773248"/>
                  </a:lnTo>
                  <a:lnTo>
                    <a:pt x="4259903" y="781976"/>
                  </a:lnTo>
                  <a:lnTo>
                    <a:pt x="4344066" y="789923"/>
                  </a:lnTo>
                  <a:lnTo>
                    <a:pt x="4435233" y="797166"/>
                  </a:lnTo>
                  <a:lnTo>
                    <a:pt x="4533392" y="803766"/>
                  </a:lnTo>
                  <a:lnTo>
                    <a:pt x="4638049" y="809764"/>
                  </a:lnTo>
                  <a:lnTo>
                    <a:pt x="4748080" y="815182"/>
                  </a:lnTo>
                  <a:lnTo>
                    <a:pt x="4861606" y="820027"/>
                  </a:lnTo>
                  <a:lnTo>
                    <a:pt x="4975939" y="824293"/>
                  </a:lnTo>
                  <a:lnTo>
                    <a:pt x="5087646" y="827968"/>
                  </a:lnTo>
                  <a:lnTo>
                    <a:pt x="5192785" y="831041"/>
                  </a:lnTo>
                  <a:lnTo>
                    <a:pt x="5287329" y="833514"/>
                  </a:lnTo>
                  <a:lnTo>
                    <a:pt x="5367720" y="835407"/>
                  </a:lnTo>
                  <a:lnTo>
                    <a:pt x="5431463" y="836766"/>
                  </a:lnTo>
                  <a:lnTo>
                    <a:pt x="5477594" y="837659"/>
                  </a:lnTo>
                  <a:lnTo>
                    <a:pt x="5506924" y="838177"/>
                  </a:lnTo>
                  <a:lnTo>
                    <a:pt x="5522026" y="838421"/>
                  </a:lnTo>
                  <a:lnTo>
                    <a:pt x="5527041" y="838495"/>
                  </a:lnTo>
                  <a:lnTo>
                    <a:pt x="5527445" y="838501"/>
                  </a:lnTo>
                  <a:lnTo>
                    <a:pt x="6522385" y="838501"/>
                  </a:lnTo>
                  <a:lnTo>
                    <a:pt x="6523519" y="838513"/>
                  </a:lnTo>
                  <a:lnTo>
                    <a:pt x="6530997" y="838601"/>
                  </a:lnTo>
                  <a:lnTo>
                    <a:pt x="6549949" y="838842"/>
                  </a:lnTo>
                  <a:lnTo>
                    <a:pt x="6584084" y="839318"/>
                  </a:lnTo>
                  <a:lnTo>
                    <a:pt x="6635473" y="840105"/>
                  </a:lnTo>
                  <a:lnTo>
                    <a:pt x="6704390" y="841268"/>
                  </a:lnTo>
                  <a:lnTo>
                    <a:pt x="6789377" y="842854"/>
                  </a:lnTo>
                  <a:lnTo>
                    <a:pt x="6887558" y="844894"/>
                  </a:lnTo>
                  <a:lnTo>
                    <a:pt x="6995165" y="847397"/>
                  </a:lnTo>
                  <a:lnTo>
                    <a:pt x="7108134" y="850361"/>
                  </a:lnTo>
                  <a:lnTo>
                    <a:pt x="7222632" y="853778"/>
                  </a:lnTo>
                  <a:lnTo>
                    <a:pt x="7335427" y="857638"/>
                  </a:lnTo>
                  <a:lnTo>
                    <a:pt x="7444070" y="861940"/>
                  </a:lnTo>
                  <a:lnTo>
                    <a:pt x="7546916" y="866691"/>
                  </a:lnTo>
                  <a:lnTo>
                    <a:pt x="7643046" y="871915"/>
                  </a:lnTo>
                  <a:lnTo>
                    <a:pt x="7732126" y="877646"/>
                  </a:lnTo>
                  <a:lnTo>
                    <a:pt x="7814264" y="883935"/>
                  </a:lnTo>
                  <a:lnTo>
                    <a:pt x="7889872" y="890848"/>
                  </a:lnTo>
                  <a:lnTo>
                    <a:pt x="7959561" y="898458"/>
                  </a:lnTo>
                  <a:lnTo>
                    <a:pt x="8024054" y="906852"/>
                  </a:lnTo>
                  <a:lnTo>
                    <a:pt x="8084123" y="916117"/>
                  </a:lnTo>
                  <a:lnTo>
                    <a:pt x="8140544" y="926336"/>
                  </a:lnTo>
                  <a:lnTo>
                    <a:pt x="8194050" y="937572"/>
                  </a:lnTo>
                  <a:lnTo>
                    <a:pt x="8229629" y="945934"/>
                  </a:lnTo>
                  <a:lnTo>
                    <a:pt x="8289232" y="961579"/>
                  </a:lnTo>
                  <a:lnTo>
                    <a:pt x="8347014" y="978744"/>
                  </a:lnTo>
                  <a:lnTo>
                    <a:pt x="8403633" y="997454"/>
                  </a:lnTo>
                  <a:lnTo>
                    <a:pt x="8459574" y="1017686"/>
                  </a:lnTo>
                  <a:lnTo>
                    <a:pt x="8515189" y="1039366"/>
                  </a:lnTo>
                  <a:lnTo>
                    <a:pt x="8570713" y="1062365"/>
                  </a:lnTo>
                  <a:lnTo>
                    <a:pt x="8626283" y="1086496"/>
                  </a:lnTo>
                  <a:lnTo>
                    <a:pt x="8681957" y="1111521"/>
                  </a:lnTo>
                  <a:lnTo>
                    <a:pt x="8737734" y="1137158"/>
                  </a:lnTo>
                  <a:lnTo>
                    <a:pt x="8793570" y="1163094"/>
                  </a:lnTo>
                  <a:lnTo>
                    <a:pt x="8849399" y="1189001"/>
                  </a:lnTo>
                  <a:lnTo>
                    <a:pt x="8905160" y="1214552"/>
                  </a:lnTo>
                  <a:lnTo>
                    <a:pt x="8960815" y="1239438"/>
                  </a:lnTo>
                  <a:lnTo>
                    <a:pt x="9016371" y="1263385"/>
                  </a:lnTo>
                  <a:lnTo>
                    <a:pt x="9071898" y="1286163"/>
                  </a:lnTo>
                  <a:lnTo>
                    <a:pt x="9127550" y="1307596"/>
                  </a:lnTo>
                  <a:lnTo>
                    <a:pt x="9183582" y="1327563"/>
                  </a:lnTo>
                  <a:lnTo>
                    <a:pt x="9240367" y="1346000"/>
                  </a:lnTo>
                  <a:lnTo>
                    <a:pt x="9298418" y="1362893"/>
                  </a:lnTo>
                  <a:lnTo>
                    <a:pt x="9347647" y="1375666"/>
                  </a:lnTo>
                  <a:lnTo>
                    <a:pt x="9399531" y="1387620"/>
                  </a:lnTo>
                  <a:lnTo>
                    <a:pt x="9453865" y="1398535"/>
                  </a:lnTo>
                  <a:lnTo>
                    <a:pt x="9511335" y="1408451"/>
                  </a:lnTo>
                  <a:lnTo>
                    <a:pt x="9572691" y="1417437"/>
                  </a:lnTo>
                  <a:lnTo>
                    <a:pt x="9638712" y="1425579"/>
                  </a:lnTo>
                  <a:lnTo>
                    <a:pt x="9710161" y="1432964"/>
                  </a:lnTo>
                  <a:lnTo>
                    <a:pt x="9787734" y="1439676"/>
                  </a:lnTo>
                  <a:lnTo>
                    <a:pt x="9871990" y="1445786"/>
                  </a:lnTo>
                  <a:lnTo>
                    <a:pt x="9963260" y="1451355"/>
                  </a:lnTo>
                  <a:lnTo>
                    <a:pt x="10061530" y="1456430"/>
                  </a:lnTo>
                  <a:lnTo>
                    <a:pt x="10166302" y="1461040"/>
                  </a:lnTo>
                  <a:lnTo>
                    <a:pt x="10276443" y="1465205"/>
                  </a:lnTo>
                  <a:lnTo>
                    <a:pt x="10390066" y="1468928"/>
                  </a:lnTo>
                  <a:lnTo>
                    <a:pt x="10504469" y="1472206"/>
                  </a:lnTo>
                  <a:lnTo>
                    <a:pt x="10616207" y="1475028"/>
                  </a:lnTo>
                  <a:lnTo>
                    <a:pt x="10721327" y="1477387"/>
                  </a:lnTo>
                  <a:lnTo>
                    <a:pt x="10815793" y="1479285"/>
                  </a:lnTo>
                  <a:lnTo>
                    <a:pt x="10896053" y="1480736"/>
                  </a:lnTo>
                  <a:lnTo>
                    <a:pt x="10959619" y="1481776"/>
                  </a:lnTo>
                  <a:lnTo>
                    <a:pt x="11005549" y="1482459"/>
                  </a:lnTo>
                  <a:lnTo>
                    <a:pt x="11034679" y="1482854"/>
                  </a:lnTo>
                  <a:lnTo>
                    <a:pt x="11049610" y="1483039"/>
                  </a:lnTo>
                  <a:lnTo>
                    <a:pt x="11054512" y="1483095"/>
                  </a:lnTo>
                  <a:lnTo>
                    <a:pt x="11054891" y="1483099"/>
                  </a:lnTo>
                  <a:lnTo>
                    <a:pt x="12049831" y="1483099"/>
                  </a:lnTo>
                  <a:lnTo>
                    <a:pt x="12049831" y="14830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8" name="pl997"/>
            <p:cNvSpPr/>
            <p:nvPr/>
          </p:nvSpPr>
          <p:spPr>
            <a:xfrm>
              <a:off x="1199187" y="4527743"/>
              <a:ext cx="12049831" cy="1483099"/>
            </a:xfrm>
            <a:custGeom>
              <a:avLst/>
              <a:pathLst>
                <a:path w="12049831" h="1483099">
                  <a:moveTo>
                    <a:pt x="12049831" y="1483099"/>
                  </a:moveTo>
                  <a:lnTo>
                    <a:pt x="11054891" y="1483099"/>
                  </a:lnTo>
                  <a:lnTo>
                    <a:pt x="11053758" y="1483087"/>
                  </a:lnTo>
                  <a:lnTo>
                    <a:pt x="11046280" y="1482999"/>
                  </a:lnTo>
                  <a:lnTo>
                    <a:pt x="11027328" y="1482758"/>
                  </a:lnTo>
                  <a:lnTo>
                    <a:pt x="10993192" y="1482282"/>
                  </a:lnTo>
                  <a:lnTo>
                    <a:pt x="10941804" y="1481495"/>
                  </a:lnTo>
                  <a:lnTo>
                    <a:pt x="10872887" y="1480332"/>
                  </a:lnTo>
                  <a:lnTo>
                    <a:pt x="10787900" y="1478746"/>
                  </a:lnTo>
                  <a:lnTo>
                    <a:pt x="10689719" y="1476706"/>
                  </a:lnTo>
                  <a:lnTo>
                    <a:pt x="10582112" y="1474203"/>
                  </a:lnTo>
                  <a:lnTo>
                    <a:pt x="10469142" y="1471239"/>
                  </a:lnTo>
                  <a:lnTo>
                    <a:pt x="10354644" y="1467822"/>
                  </a:lnTo>
                  <a:lnTo>
                    <a:pt x="10241849" y="1463962"/>
                  </a:lnTo>
                  <a:lnTo>
                    <a:pt x="10133207" y="1459660"/>
                  </a:lnTo>
                  <a:lnTo>
                    <a:pt x="10030360" y="1454908"/>
                  </a:lnTo>
                  <a:lnTo>
                    <a:pt x="9934230" y="1449685"/>
                  </a:lnTo>
                  <a:lnTo>
                    <a:pt x="9845150" y="1443954"/>
                  </a:lnTo>
                  <a:lnTo>
                    <a:pt x="9763013" y="1437664"/>
                  </a:lnTo>
                  <a:lnTo>
                    <a:pt x="9687405" y="1430752"/>
                  </a:lnTo>
                  <a:lnTo>
                    <a:pt x="9617716" y="1423142"/>
                  </a:lnTo>
                  <a:lnTo>
                    <a:pt x="9553223" y="1414748"/>
                  </a:lnTo>
                  <a:lnTo>
                    <a:pt x="9493153" y="1405483"/>
                  </a:lnTo>
                  <a:lnTo>
                    <a:pt x="9436733" y="1395264"/>
                  </a:lnTo>
                  <a:lnTo>
                    <a:pt x="9383226" y="1384028"/>
                  </a:lnTo>
                  <a:lnTo>
                    <a:pt x="9347647" y="1375666"/>
                  </a:lnTo>
                  <a:lnTo>
                    <a:pt x="9288045" y="1360021"/>
                  </a:lnTo>
                  <a:lnTo>
                    <a:pt x="9230262" y="1342856"/>
                  </a:lnTo>
                  <a:lnTo>
                    <a:pt x="9173644" y="1324146"/>
                  </a:lnTo>
                  <a:lnTo>
                    <a:pt x="9117702" y="1303914"/>
                  </a:lnTo>
                  <a:lnTo>
                    <a:pt x="9062087" y="1282234"/>
                  </a:lnTo>
                  <a:lnTo>
                    <a:pt x="9006564" y="1259235"/>
                  </a:lnTo>
                  <a:lnTo>
                    <a:pt x="8950994" y="1235104"/>
                  </a:lnTo>
                  <a:lnTo>
                    <a:pt x="8895319" y="1210079"/>
                  </a:lnTo>
                  <a:lnTo>
                    <a:pt x="8839542" y="1184442"/>
                  </a:lnTo>
                  <a:lnTo>
                    <a:pt x="8783707" y="1158506"/>
                  </a:lnTo>
                  <a:lnTo>
                    <a:pt x="8727877" y="1132599"/>
                  </a:lnTo>
                  <a:lnTo>
                    <a:pt x="8672116" y="1107048"/>
                  </a:lnTo>
                  <a:lnTo>
                    <a:pt x="8616461" y="1082162"/>
                  </a:lnTo>
                  <a:lnTo>
                    <a:pt x="8560906" y="1058215"/>
                  </a:lnTo>
                  <a:lnTo>
                    <a:pt x="8505379" y="1035437"/>
                  </a:lnTo>
                  <a:lnTo>
                    <a:pt x="8449726" y="1014004"/>
                  </a:lnTo>
                  <a:lnTo>
                    <a:pt x="8393694" y="994037"/>
                  </a:lnTo>
                  <a:lnTo>
                    <a:pt x="8336910" y="975600"/>
                  </a:lnTo>
                  <a:lnTo>
                    <a:pt x="8278859" y="958707"/>
                  </a:lnTo>
                  <a:lnTo>
                    <a:pt x="8229629" y="945934"/>
                  </a:lnTo>
                  <a:lnTo>
                    <a:pt x="8177746" y="933980"/>
                  </a:lnTo>
                  <a:lnTo>
                    <a:pt x="8123411" y="923064"/>
                  </a:lnTo>
                  <a:lnTo>
                    <a:pt x="8065942" y="913149"/>
                  </a:lnTo>
                  <a:lnTo>
                    <a:pt x="8004585" y="904163"/>
                  </a:lnTo>
                  <a:lnTo>
                    <a:pt x="7938564" y="896021"/>
                  </a:lnTo>
                  <a:lnTo>
                    <a:pt x="7867115" y="888635"/>
                  </a:lnTo>
                  <a:lnTo>
                    <a:pt x="7789542" y="881924"/>
                  </a:lnTo>
                  <a:lnTo>
                    <a:pt x="7705287" y="875814"/>
                  </a:lnTo>
                  <a:lnTo>
                    <a:pt x="7614017" y="870244"/>
                  </a:lnTo>
                  <a:lnTo>
                    <a:pt x="7515746" y="865170"/>
                  </a:lnTo>
                  <a:lnTo>
                    <a:pt x="7410974" y="860560"/>
                  </a:lnTo>
                  <a:lnTo>
                    <a:pt x="7300833" y="856395"/>
                  </a:lnTo>
                  <a:lnTo>
                    <a:pt x="7187211" y="852672"/>
                  </a:lnTo>
                  <a:lnTo>
                    <a:pt x="7072807" y="849394"/>
                  </a:lnTo>
                  <a:lnTo>
                    <a:pt x="6961069" y="846572"/>
                  </a:lnTo>
                  <a:lnTo>
                    <a:pt x="6855950" y="844212"/>
                  </a:lnTo>
                  <a:lnTo>
                    <a:pt x="6761483" y="842315"/>
                  </a:lnTo>
                  <a:lnTo>
                    <a:pt x="6681224" y="840864"/>
                  </a:lnTo>
                  <a:lnTo>
                    <a:pt x="6617657" y="839824"/>
                  </a:lnTo>
                  <a:lnTo>
                    <a:pt x="6571728" y="839141"/>
                  </a:lnTo>
                  <a:lnTo>
                    <a:pt x="6542598" y="838746"/>
                  </a:lnTo>
                  <a:lnTo>
                    <a:pt x="6527667" y="838561"/>
                  </a:lnTo>
                  <a:lnTo>
                    <a:pt x="6522764" y="838505"/>
                  </a:lnTo>
                  <a:lnTo>
                    <a:pt x="6522385" y="838501"/>
                  </a:lnTo>
                  <a:lnTo>
                    <a:pt x="5527445" y="838501"/>
                  </a:lnTo>
                  <a:lnTo>
                    <a:pt x="5526314" y="838485"/>
                  </a:lnTo>
                  <a:lnTo>
                    <a:pt x="5518851" y="838372"/>
                  </a:lnTo>
                  <a:lnTo>
                    <a:pt x="5499935" y="838058"/>
                  </a:lnTo>
                  <a:lnTo>
                    <a:pt x="5465863" y="837440"/>
                  </a:lnTo>
                  <a:lnTo>
                    <a:pt x="5414563" y="836419"/>
                  </a:lnTo>
                  <a:lnTo>
                    <a:pt x="5345757" y="834909"/>
                  </a:lnTo>
                  <a:lnTo>
                    <a:pt x="5260893" y="832849"/>
                  </a:lnTo>
                  <a:lnTo>
                    <a:pt x="5162838" y="830201"/>
                  </a:lnTo>
                  <a:lnTo>
                    <a:pt x="5055346" y="826951"/>
                  </a:lnTo>
                  <a:lnTo>
                    <a:pt x="4942476" y="823101"/>
                  </a:lnTo>
                  <a:lnTo>
                    <a:pt x="4828054" y="818664"/>
                  </a:lnTo>
                  <a:lnTo>
                    <a:pt x="4715311" y="813650"/>
                  </a:lnTo>
                  <a:lnTo>
                    <a:pt x="4606700" y="808064"/>
                  </a:lnTo>
                  <a:lnTo>
                    <a:pt x="4503865" y="801892"/>
                  </a:lnTo>
                  <a:lnTo>
                    <a:pt x="4407731" y="795109"/>
                  </a:lnTo>
                  <a:lnTo>
                    <a:pt x="4318638" y="787666"/>
                  </a:lnTo>
                  <a:lnTo>
                    <a:pt x="4236480" y="779498"/>
                  </a:lnTo>
                  <a:lnTo>
                    <a:pt x="4160849" y="770523"/>
                  </a:lnTo>
                  <a:lnTo>
                    <a:pt x="4091137" y="760642"/>
                  </a:lnTo>
                  <a:lnTo>
                    <a:pt x="4026624" y="749745"/>
                  </a:lnTo>
                  <a:lnTo>
                    <a:pt x="3966539" y="737718"/>
                  </a:lnTo>
                  <a:lnTo>
                    <a:pt x="3910109" y="724452"/>
                  </a:lnTo>
                  <a:lnTo>
                    <a:pt x="3856600" y="709868"/>
                  </a:lnTo>
                  <a:lnTo>
                    <a:pt x="3820202" y="698751"/>
                  </a:lnTo>
                  <a:lnTo>
                    <a:pt x="3761836" y="678849"/>
                  </a:lnTo>
                  <a:lnTo>
                    <a:pt x="3705229" y="657054"/>
                  </a:lnTo>
                  <a:lnTo>
                    <a:pt x="3649759" y="633334"/>
                  </a:lnTo>
                  <a:lnTo>
                    <a:pt x="3594963" y="607712"/>
                  </a:lnTo>
                  <a:lnTo>
                    <a:pt x="3540504" y="580274"/>
                  </a:lnTo>
                  <a:lnTo>
                    <a:pt x="3486151" y="551172"/>
                  </a:lnTo>
                  <a:lnTo>
                    <a:pt x="3431765" y="520626"/>
                  </a:lnTo>
                  <a:lnTo>
                    <a:pt x="3377284" y="488917"/>
                  </a:lnTo>
                  <a:lnTo>
                    <a:pt x="3322700" y="456383"/>
                  </a:lnTo>
                  <a:lnTo>
                    <a:pt x="3268050" y="423400"/>
                  </a:lnTo>
                  <a:lnTo>
                    <a:pt x="3213392" y="390365"/>
                  </a:lnTo>
                  <a:lnTo>
                    <a:pt x="3158787" y="357682"/>
                  </a:lnTo>
                  <a:lnTo>
                    <a:pt x="3104278" y="325733"/>
                  </a:lnTo>
                  <a:lnTo>
                    <a:pt x="3049871" y="294866"/>
                  </a:lnTo>
                  <a:lnTo>
                    <a:pt x="2995520" y="265379"/>
                  </a:lnTo>
                  <a:lnTo>
                    <a:pt x="2941105" y="237506"/>
                  </a:lnTo>
                  <a:lnTo>
                    <a:pt x="2886421" y="211418"/>
                  </a:lnTo>
                  <a:lnTo>
                    <a:pt x="2831159" y="187216"/>
                  </a:lnTo>
                  <a:lnTo>
                    <a:pt x="2774888" y="164939"/>
                  </a:lnTo>
                  <a:lnTo>
                    <a:pt x="2717032" y="144568"/>
                  </a:lnTo>
                  <a:lnTo>
                    <a:pt x="2702183" y="139750"/>
                  </a:lnTo>
                  <a:lnTo>
                    <a:pt x="2650336" y="124211"/>
                  </a:lnTo>
                  <a:lnTo>
                    <a:pt x="2596042" y="110019"/>
                  </a:lnTo>
                  <a:lnTo>
                    <a:pt x="2538617" y="97128"/>
                  </a:lnTo>
                  <a:lnTo>
                    <a:pt x="2477313" y="85444"/>
                  </a:lnTo>
                  <a:lnTo>
                    <a:pt x="2411352" y="74857"/>
                  </a:lnTo>
                  <a:lnTo>
                    <a:pt x="2339973" y="65253"/>
                  </a:lnTo>
                  <a:lnTo>
                    <a:pt x="2262482" y="56524"/>
                  </a:lnTo>
                  <a:lnTo>
                    <a:pt x="2178319" y="48578"/>
                  </a:lnTo>
                  <a:lnTo>
                    <a:pt x="2087152" y="41334"/>
                  </a:lnTo>
                  <a:lnTo>
                    <a:pt x="1988993" y="34734"/>
                  </a:lnTo>
                  <a:lnTo>
                    <a:pt x="1884336" y="28737"/>
                  </a:lnTo>
                  <a:lnTo>
                    <a:pt x="1774305" y="23319"/>
                  </a:lnTo>
                  <a:lnTo>
                    <a:pt x="1660779" y="18473"/>
                  </a:lnTo>
                  <a:lnTo>
                    <a:pt x="1546446" y="14207"/>
                  </a:lnTo>
                  <a:lnTo>
                    <a:pt x="1434739" y="10533"/>
                  </a:lnTo>
                  <a:lnTo>
                    <a:pt x="1329600" y="7459"/>
                  </a:lnTo>
                  <a:lnTo>
                    <a:pt x="1235056" y="4986"/>
                  </a:lnTo>
                  <a:lnTo>
                    <a:pt x="1154665" y="3093"/>
                  </a:lnTo>
                  <a:lnTo>
                    <a:pt x="1090922" y="1735"/>
                  </a:lnTo>
                  <a:lnTo>
                    <a:pt x="1044791" y="841"/>
                  </a:lnTo>
                  <a:lnTo>
                    <a:pt x="1015461" y="324"/>
                  </a:lnTo>
                  <a:lnTo>
                    <a:pt x="1000359" y="80"/>
                  </a:lnTo>
                  <a:lnTo>
                    <a:pt x="995344" y="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9" name="pg998"/>
            <p:cNvSpPr/>
            <p:nvPr/>
          </p:nvSpPr>
          <p:spPr>
            <a:xfrm>
              <a:off x="1199187" y="4532983"/>
              <a:ext cx="12049831" cy="1970478"/>
            </a:xfrm>
            <a:custGeom>
              <a:avLst/>
              <a:pathLst>
                <a:path w="12049831" h="1970478">
                  <a:moveTo>
                    <a:pt x="0" y="5240"/>
                  </a:moveTo>
                  <a:lnTo>
                    <a:pt x="994940" y="5240"/>
                  </a:lnTo>
                  <a:lnTo>
                    <a:pt x="996071" y="5256"/>
                  </a:lnTo>
                  <a:lnTo>
                    <a:pt x="1003534" y="5370"/>
                  </a:lnTo>
                  <a:lnTo>
                    <a:pt x="1022450" y="5683"/>
                  </a:lnTo>
                  <a:lnTo>
                    <a:pt x="1056522" y="6301"/>
                  </a:lnTo>
                  <a:lnTo>
                    <a:pt x="1107822" y="7323"/>
                  </a:lnTo>
                  <a:lnTo>
                    <a:pt x="1176628" y="8832"/>
                  </a:lnTo>
                  <a:lnTo>
                    <a:pt x="1261492" y="10892"/>
                  </a:lnTo>
                  <a:lnTo>
                    <a:pt x="1359547" y="13540"/>
                  </a:lnTo>
                  <a:lnTo>
                    <a:pt x="1467039" y="16790"/>
                  </a:lnTo>
                  <a:lnTo>
                    <a:pt x="1579909" y="20640"/>
                  </a:lnTo>
                  <a:lnTo>
                    <a:pt x="1694331" y="25077"/>
                  </a:lnTo>
                  <a:lnTo>
                    <a:pt x="1807074" y="30091"/>
                  </a:lnTo>
                  <a:lnTo>
                    <a:pt x="1915685" y="35678"/>
                  </a:lnTo>
                  <a:lnTo>
                    <a:pt x="2018520" y="41849"/>
                  </a:lnTo>
                  <a:lnTo>
                    <a:pt x="2114654" y="48633"/>
                  </a:lnTo>
                  <a:lnTo>
                    <a:pt x="2203747" y="56075"/>
                  </a:lnTo>
                  <a:lnTo>
                    <a:pt x="2285905" y="64243"/>
                  </a:lnTo>
                  <a:lnTo>
                    <a:pt x="2361536" y="73218"/>
                  </a:lnTo>
                  <a:lnTo>
                    <a:pt x="2431248" y="83099"/>
                  </a:lnTo>
                  <a:lnTo>
                    <a:pt x="2495761" y="93996"/>
                  </a:lnTo>
                  <a:lnTo>
                    <a:pt x="2555846" y="106024"/>
                  </a:lnTo>
                  <a:lnTo>
                    <a:pt x="2612276" y="119289"/>
                  </a:lnTo>
                  <a:lnTo>
                    <a:pt x="2665785" y="133873"/>
                  </a:lnTo>
                  <a:lnTo>
                    <a:pt x="2702183" y="144990"/>
                  </a:lnTo>
                  <a:lnTo>
                    <a:pt x="2760549" y="164892"/>
                  </a:lnTo>
                  <a:lnTo>
                    <a:pt x="2817156" y="186687"/>
                  </a:lnTo>
                  <a:lnTo>
                    <a:pt x="2872626" y="210407"/>
                  </a:lnTo>
                  <a:lnTo>
                    <a:pt x="2927422" y="236029"/>
                  </a:lnTo>
                  <a:lnTo>
                    <a:pt x="2981881" y="263467"/>
                  </a:lnTo>
                  <a:lnTo>
                    <a:pt x="3036234" y="292569"/>
                  </a:lnTo>
                  <a:lnTo>
                    <a:pt x="3090619" y="323115"/>
                  </a:lnTo>
                  <a:lnTo>
                    <a:pt x="3145101" y="354824"/>
                  </a:lnTo>
                  <a:lnTo>
                    <a:pt x="3199685" y="387358"/>
                  </a:lnTo>
                  <a:lnTo>
                    <a:pt x="3254335" y="420342"/>
                  </a:lnTo>
                  <a:lnTo>
                    <a:pt x="3308993" y="453376"/>
                  </a:lnTo>
                  <a:lnTo>
                    <a:pt x="3363598" y="486059"/>
                  </a:lnTo>
                  <a:lnTo>
                    <a:pt x="3418107" y="518008"/>
                  </a:lnTo>
                  <a:lnTo>
                    <a:pt x="3472514" y="548875"/>
                  </a:lnTo>
                  <a:lnTo>
                    <a:pt x="3526865" y="578362"/>
                  </a:lnTo>
                  <a:lnTo>
                    <a:pt x="3581280" y="606235"/>
                  </a:lnTo>
                  <a:lnTo>
                    <a:pt x="3635964" y="632323"/>
                  </a:lnTo>
                  <a:lnTo>
                    <a:pt x="3691226" y="656525"/>
                  </a:lnTo>
                  <a:lnTo>
                    <a:pt x="3747497" y="678802"/>
                  </a:lnTo>
                  <a:lnTo>
                    <a:pt x="3805353" y="699173"/>
                  </a:lnTo>
                  <a:lnTo>
                    <a:pt x="3820202" y="703991"/>
                  </a:lnTo>
                  <a:lnTo>
                    <a:pt x="3872049" y="719531"/>
                  </a:lnTo>
                  <a:lnTo>
                    <a:pt x="3926343" y="733722"/>
                  </a:lnTo>
                  <a:lnTo>
                    <a:pt x="3983768" y="746613"/>
                  </a:lnTo>
                  <a:lnTo>
                    <a:pt x="4045072" y="758297"/>
                  </a:lnTo>
                  <a:lnTo>
                    <a:pt x="4111033" y="768884"/>
                  </a:lnTo>
                  <a:lnTo>
                    <a:pt x="4182412" y="778489"/>
                  </a:lnTo>
                  <a:lnTo>
                    <a:pt x="4259903" y="787217"/>
                  </a:lnTo>
                  <a:lnTo>
                    <a:pt x="4344066" y="795164"/>
                  </a:lnTo>
                  <a:lnTo>
                    <a:pt x="4435233" y="802407"/>
                  </a:lnTo>
                  <a:lnTo>
                    <a:pt x="4533392" y="809007"/>
                  </a:lnTo>
                  <a:lnTo>
                    <a:pt x="4638049" y="815004"/>
                  </a:lnTo>
                  <a:lnTo>
                    <a:pt x="4748080" y="820423"/>
                  </a:lnTo>
                  <a:lnTo>
                    <a:pt x="4861606" y="825268"/>
                  </a:lnTo>
                  <a:lnTo>
                    <a:pt x="4975939" y="829534"/>
                  </a:lnTo>
                  <a:lnTo>
                    <a:pt x="5087646" y="833208"/>
                  </a:lnTo>
                  <a:lnTo>
                    <a:pt x="5192785" y="836282"/>
                  </a:lnTo>
                  <a:lnTo>
                    <a:pt x="5287329" y="838755"/>
                  </a:lnTo>
                  <a:lnTo>
                    <a:pt x="5367720" y="840648"/>
                  </a:lnTo>
                  <a:lnTo>
                    <a:pt x="5431463" y="842006"/>
                  </a:lnTo>
                  <a:lnTo>
                    <a:pt x="5477594" y="842900"/>
                  </a:lnTo>
                  <a:lnTo>
                    <a:pt x="5506924" y="843418"/>
                  </a:lnTo>
                  <a:lnTo>
                    <a:pt x="5522026" y="843662"/>
                  </a:lnTo>
                  <a:lnTo>
                    <a:pt x="5527041" y="843736"/>
                  </a:lnTo>
                  <a:lnTo>
                    <a:pt x="5527445" y="843742"/>
                  </a:lnTo>
                  <a:lnTo>
                    <a:pt x="6522385" y="843742"/>
                  </a:lnTo>
                  <a:lnTo>
                    <a:pt x="6523512" y="843763"/>
                  </a:lnTo>
                  <a:lnTo>
                    <a:pt x="6530947" y="843915"/>
                  </a:lnTo>
                  <a:lnTo>
                    <a:pt x="6549792" y="844334"/>
                  </a:lnTo>
                  <a:lnTo>
                    <a:pt x="6583741" y="845162"/>
                  </a:lnTo>
                  <a:lnTo>
                    <a:pt x="6634866" y="846529"/>
                  </a:lnTo>
                  <a:lnTo>
                    <a:pt x="6703456" y="848549"/>
                  </a:lnTo>
                  <a:lnTo>
                    <a:pt x="6788077" y="851306"/>
                  </a:lnTo>
                  <a:lnTo>
                    <a:pt x="6885888" y="854852"/>
                  </a:lnTo>
                  <a:lnTo>
                    <a:pt x="6993152" y="859205"/>
                  </a:lnTo>
                  <a:lnTo>
                    <a:pt x="7105829" y="864361"/>
                  </a:lnTo>
                  <a:lnTo>
                    <a:pt x="7220100" y="870304"/>
                  </a:lnTo>
                  <a:lnTo>
                    <a:pt x="7332739" y="877020"/>
                  </a:lnTo>
                  <a:lnTo>
                    <a:pt x="7441290" y="884505"/>
                  </a:lnTo>
                  <a:lnTo>
                    <a:pt x="7544102" y="892772"/>
                  </a:lnTo>
                  <a:lnTo>
                    <a:pt x="7640241" y="901859"/>
                  </a:lnTo>
                  <a:lnTo>
                    <a:pt x="7729362" y="911828"/>
                  </a:lnTo>
                  <a:lnTo>
                    <a:pt x="7811559" y="922765"/>
                  </a:lnTo>
                  <a:lnTo>
                    <a:pt x="7887235" y="934783"/>
                  </a:lnTo>
                  <a:lnTo>
                    <a:pt x="7956991" y="948011"/>
                  </a:lnTo>
                  <a:lnTo>
                    <a:pt x="8021544" y="962597"/>
                  </a:lnTo>
                  <a:lnTo>
                    <a:pt x="8081659" y="978694"/>
                  </a:lnTo>
                  <a:lnTo>
                    <a:pt x="8138108" y="996445"/>
                  </a:lnTo>
                  <a:lnTo>
                    <a:pt x="8191623" y="1015963"/>
                  </a:lnTo>
                  <a:lnTo>
                    <a:pt x="8229629" y="1031531"/>
                  </a:lnTo>
                  <a:lnTo>
                    <a:pt x="8285891" y="1057249"/>
                  </a:lnTo>
                  <a:lnTo>
                    <a:pt x="8340497" y="1085325"/>
                  </a:lnTo>
                  <a:lnTo>
                    <a:pt x="8394011" y="1115803"/>
                  </a:lnTo>
                  <a:lnTo>
                    <a:pt x="8446860" y="1148659"/>
                  </a:lnTo>
                  <a:lnTo>
                    <a:pt x="8499358" y="1183801"/>
                  </a:lnTo>
                  <a:lnTo>
                    <a:pt x="8551725" y="1221060"/>
                  </a:lnTo>
                  <a:lnTo>
                    <a:pt x="8604101" y="1260188"/>
                  </a:lnTo>
                  <a:lnTo>
                    <a:pt x="8656558" y="1300862"/>
                  </a:lnTo>
                  <a:lnTo>
                    <a:pt x="8709112" y="1342696"/>
                  </a:lnTo>
                  <a:lnTo>
                    <a:pt x="8761743" y="1385249"/>
                  </a:lnTo>
                  <a:lnTo>
                    <a:pt x="8814401" y="1428050"/>
                  </a:lnTo>
                  <a:lnTo>
                    <a:pt x="8867033" y="1470614"/>
                  </a:lnTo>
                  <a:lnTo>
                    <a:pt x="8919589" y="1512468"/>
                  </a:lnTo>
                  <a:lnTo>
                    <a:pt x="8972048" y="1553172"/>
                  </a:lnTo>
                  <a:lnTo>
                    <a:pt x="9024425" y="1592336"/>
                  </a:lnTo>
                  <a:lnTo>
                    <a:pt x="9076791" y="1629638"/>
                  </a:lnTo>
                  <a:lnTo>
                    <a:pt x="9129284" y="1664828"/>
                  </a:lnTo>
                  <a:lnTo>
                    <a:pt x="9182123" y="1697735"/>
                  </a:lnTo>
                  <a:lnTo>
                    <a:pt x="9235619" y="1728264"/>
                  </a:lnTo>
                  <a:lnTo>
                    <a:pt x="9290196" y="1756392"/>
                  </a:lnTo>
                  <a:lnTo>
                    <a:pt x="9346415" y="1782160"/>
                  </a:lnTo>
                  <a:lnTo>
                    <a:pt x="9347647" y="1782689"/>
                  </a:lnTo>
                  <a:lnTo>
                    <a:pt x="9399424" y="1803543"/>
                  </a:lnTo>
                  <a:lnTo>
                    <a:pt x="9453640" y="1822590"/>
                  </a:lnTo>
                  <a:lnTo>
                    <a:pt x="9510976" y="1839896"/>
                  </a:lnTo>
                  <a:lnTo>
                    <a:pt x="9572178" y="1855582"/>
                  </a:lnTo>
                  <a:lnTo>
                    <a:pt x="9638021" y="1869798"/>
                  </a:lnTo>
                  <a:lnTo>
                    <a:pt x="9709262" y="1882695"/>
                  </a:lnTo>
                  <a:lnTo>
                    <a:pt x="9786594" y="1894418"/>
                  </a:lnTo>
                  <a:lnTo>
                    <a:pt x="9870575" y="1905092"/>
                  </a:lnTo>
                  <a:lnTo>
                    <a:pt x="9961540" y="1914823"/>
                  </a:lnTo>
                  <a:lnTo>
                    <a:pt x="10059482" y="1923690"/>
                  </a:lnTo>
                  <a:lnTo>
                    <a:pt x="10163914" y="1931750"/>
                  </a:lnTo>
                  <a:lnTo>
                    <a:pt x="10273728" y="1939032"/>
                  </a:lnTo>
                  <a:lnTo>
                    <a:pt x="10387064" y="1945547"/>
                  </a:lnTo>
                  <a:lnTo>
                    <a:pt x="10501258" y="1951286"/>
                  </a:lnTo>
                  <a:lnTo>
                    <a:pt x="10612904" y="1956233"/>
                  </a:lnTo>
                  <a:lnTo>
                    <a:pt x="10718080" y="1960374"/>
                  </a:lnTo>
                  <a:lnTo>
                    <a:pt x="10812772" y="1963710"/>
                  </a:lnTo>
                  <a:lnTo>
                    <a:pt x="10893420" y="1966268"/>
                  </a:lnTo>
                  <a:lnTo>
                    <a:pt x="10957508" y="1968108"/>
                  </a:lnTo>
                  <a:lnTo>
                    <a:pt x="11004033" y="1969322"/>
                  </a:lnTo>
                  <a:lnTo>
                    <a:pt x="11033757" y="1970029"/>
                  </a:lnTo>
                  <a:lnTo>
                    <a:pt x="11049196" y="1970365"/>
                  </a:lnTo>
                  <a:lnTo>
                    <a:pt x="11054432" y="1970469"/>
                  </a:lnTo>
                  <a:lnTo>
                    <a:pt x="11054891" y="1970478"/>
                  </a:lnTo>
                  <a:lnTo>
                    <a:pt x="12049831" y="1970478"/>
                  </a:lnTo>
                  <a:lnTo>
                    <a:pt x="12049831" y="1965237"/>
                  </a:lnTo>
                  <a:lnTo>
                    <a:pt x="11054891" y="1965237"/>
                  </a:lnTo>
                  <a:lnTo>
                    <a:pt x="11053765" y="1965216"/>
                  </a:lnTo>
                  <a:lnTo>
                    <a:pt x="11046330" y="1965064"/>
                  </a:lnTo>
                  <a:lnTo>
                    <a:pt x="11027485" y="1964644"/>
                  </a:lnTo>
                  <a:lnTo>
                    <a:pt x="10993535" y="1963817"/>
                  </a:lnTo>
                  <a:lnTo>
                    <a:pt x="10942411" y="1962450"/>
                  </a:lnTo>
                  <a:lnTo>
                    <a:pt x="10873821" y="1960430"/>
                  </a:lnTo>
                  <a:lnTo>
                    <a:pt x="10789199" y="1957673"/>
                  </a:lnTo>
                  <a:lnTo>
                    <a:pt x="10691388" y="1954127"/>
                  </a:lnTo>
                  <a:lnTo>
                    <a:pt x="10584125" y="1949774"/>
                  </a:lnTo>
                  <a:lnTo>
                    <a:pt x="10471448" y="1944618"/>
                  </a:lnTo>
                  <a:lnTo>
                    <a:pt x="10357176" y="1938675"/>
                  </a:lnTo>
                  <a:lnTo>
                    <a:pt x="10244538" y="1931959"/>
                  </a:lnTo>
                  <a:lnTo>
                    <a:pt x="10135986" y="1924474"/>
                  </a:lnTo>
                  <a:lnTo>
                    <a:pt x="10033174" y="1916207"/>
                  </a:lnTo>
                  <a:lnTo>
                    <a:pt x="9937035" y="1907120"/>
                  </a:lnTo>
                  <a:lnTo>
                    <a:pt x="9847914" y="1897151"/>
                  </a:lnTo>
                  <a:lnTo>
                    <a:pt x="9765718" y="1886213"/>
                  </a:lnTo>
                  <a:lnTo>
                    <a:pt x="9690042" y="1874196"/>
                  </a:lnTo>
                  <a:lnTo>
                    <a:pt x="9620285" y="1860968"/>
                  </a:lnTo>
                  <a:lnTo>
                    <a:pt x="9555733" y="1846382"/>
                  </a:lnTo>
                  <a:lnTo>
                    <a:pt x="9495617" y="1830285"/>
                  </a:lnTo>
                  <a:lnTo>
                    <a:pt x="9439169" y="1812534"/>
                  </a:lnTo>
                  <a:lnTo>
                    <a:pt x="9385653" y="1793016"/>
                  </a:lnTo>
                  <a:lnTo>
                    <a:pt x="9347647" y="1777448"/>
                  </a:lnTo>
                  <a:lnTo>
                    <a:pt x="9291386" y="1751730"/>
                  </a:lnTo>
                  <a:lnTo>
                    <a:pt x="9236779" y="1723653"/>
                  </a:lnTo>
                  <a:lnTo>
                    <a:pt x="9183265" y="1693176"/>
                  </a:lnTo>
                  <a:lnTo>
                    <a:pt x="9130417" y="1660320"/>
                  </a:lnTo>
                  <a:lnTo>
                    <a:pt x="9077918" y="1625177"/>
                  </a:lnTo>
                  <a:lnTo>
                    <a:pt x="9025551" y="1587919"/>
                  </a:lnTo>
                  <a:lnTo>
                    <a:pt x="8973175" y="1548791"/>
                  </a:lnTo>
                  <a:lnTo>
                    <a:pt x="8920719" y="1508117"/>
                  </a:lnTo>
                  <a:lnTo>
                    <a:pt x="8868164" y="1466283"/>
                  </a:lnTo>
                  <a:lnTo>
                    <a:pt x="8815534" y="1423729"/>
                  </a:lnTo>
                  <a:lnTo>
                    <a:pt x="8762875" y="1380929"/>
                  </a:lnTo>
                  <a:lnTo>
                    <a:pt x="8710244" y="1338365"/>
                  </a:lnTo>
                  <a:lnTo>
                    <a:pt x="8657687" y="1296511"/>
                  </a:lnTo>
                  <a:lnTo>
                    <a:pt x="8605229" y="1255807"/>
                  </a:lnTo>
                  <a:lnTo>
                    <a:pt x="8552852" y="1216642"/>
                  </a:lnTo>
                  <a:lnTo>
                    <a:pt x="8500485" y="1179341"/>
                  </a:lnTo>
                  <a:lnTo>
                    <a:pt x="8447992" y="1144151"/>
                  </a:lnTo>
                  <a:lnTo>
                    <a:pt x="8395154" y="1111244"/>
                  </a:lnTo>
                  <a:lnTo>
                    <a:pt x="8341658" y="1080715"/>
                  </a:lnTo>
                  <a:lnTo>
                    <a:pt x="8287080" y="1052587"/>
                  </a:lnTo>
                  <a:lnTo>
                    <a:pt x="8230862" y="1026819"/>
                  </a:lnTo>
                  <a:lnTo>
                    <a:pt x="8229629" y="1026290"/>
                  </a:lnTo>
                  <a:lnTo>
                    <a:pt x="8177853" y="1005436"/>
                  </a:lnTo>
                  <a:lnTo>
                    <a:pt x="8123636" y="986389"/>
                  </a:lnTo>
                  <a:lnTo>
                    <a:pt x="8066300" y="969083"/>
                  </a:lnTo>
                  <a:lnTo>
                    <a:pt x="8005098" y="953397"/>
                  </a:lnTo>
                  <a:lnTo>
                    <a:pt x="7939256" y="939181"/>
                  </a:lnTo>
                  <a:lnTo>
                    <a:pt x="7868015" y="926283"/>
                  </a:lnTo>
                  <a:lnTo>
                    <a:pt x="7790683" y="914561"/>
                  </a:lnTo>
                  <a:lnTo>
                    <a:pt x="7706701" y="903887"/>
                  </a:lnTo>
                  <a:lnTo>
                    <a:pt x="7615736" y="894156"/>
                  </a:lnTo>
                  <a:lnTo>
                    <a:pt x="7517795" y="885289"/>
                  </a:lnTo>
                  <a:lnTo>
                    <a:pt x="7413362" y="877229"/>
                  </a:lnTo>
                  <a:lnTo>
                    <a:pt x="7303549" y="869947"/>
                  </a:lnTo>
                  <a:lnTo>
                    <a:pt x="7190213" y="863432"/>
                  </a:lnTo>
                  <a:lnTo>
                    <a:pt x="7076018" y="857693"/>
                  </a:lnTo>
                  <a:lnTo>
                    <a:pt x="6964373" y="852746"/>
                  </a:lnTo>
                  <a:lnTo>
                    <a:pt x="6859196" y="848605"/>
                  </a:lnTo>
                  <a:lnTo>
                    <a:pt x="6764504" y="845269"/>
                  </a:lnTo>
                  <a:lnTo>
                    <a:pt x="6683856" y="842711"/>
                  </a:lnTo>
                  <a:lnTo>
                    <a:pt x="6619769" y="840871"/>
                  </a:lnTo>
                  <a:lnTo>
                    <a:pt x="6573243" y="839657"/>
                  </a:lnTo>
                  <a:lnTo>
                    <a:pt x="6543520" y="838950"/>
                  </a:lnTo>
                  <a:lnTo>
                    <a:pt x="6528081" y="838614"/>
                  </a:lnTo>
                  <a:lnTo>
                    <a:pt x="6522845" y="838510"/>
                  </a:lnTo>
                  <a:lnTo>
                    <a:pt x="6522385" y="838501"/>
                  </a:lnTo>
                  <a:lnTo>
                    <a:pt x="5527445" y="838501"/>
                  </a:lnTo>
                  <a:lnTo>
                    <a:pt x="5526314" y="838485"/>
                  </a:lnTo>
                  <a:lnTo>
                    <a:pt x="5518851" y="838372"/>
                  </a:lnTo>
                  <a:lnTo>
                    <a:pt x="5499935" y="838058"/>
                  </a:lnTo>
                  <a:lnTo>
                    <a:pt x="5465863" y="837440"/>
                  </a:lnTo>
                  <a:lnTo>
                    <a:pt x="5414563" y="836419"/>
                  </a:lnTo>
                  <a:lnTo>
                    <a:pt x="5345757" y="834909"/>
                  </a:lnTo>
                  <a:lnTo>
                    <a:pt x="5260893" y="832849"/>
                  </a:lnTo>
                  <a:lnTo>
                    <a:pt x="5162838" y="830201"/>
                  </a:lnTo>
                  <a:lnTo>
                    <a:pt x="5055346" y="826951"/>
                  </a:lnTo>
                  <a:lnTo>
                    <a:pt x="4942476" y="823101"/>
                  </a:lnTo>
                  <a:lnTo>
                    <a:pt x="4828054" y="818664"/>
                  </a:lnTo>
                  <a:lnTo>
                    <a:pt x="4715311" y="813650"/>
                  </a:lnTo>
                  <a:lnTo>
                    <a:pt x="4606700" y="808064"/>
                  </a:lnTo>
                  <a:lnTo>
                    <a:pt x="4503865" y="801892"/>
                  </a:lnTo>
                  <a:lnTo>
                    <a:pt x="4407731" y="795109"/>
                  </a:lnTo>
                  <a:lnTo>
                    <a:pt x="4318638" y="787666"/>
                  </a:lnTo>
                  <a:lnTo>
                    <a:pt x="4236480" y="779498"/>
                  </a:lnTo>
                  <a:lnTo>
                    <a:pt x="4160849" y="770523"/>
                  </a:lnTo>
                  <a:lnTo>
                    <a:pt x="4091137" y="760642"/>
                  </a:lnTo>
                  <a:lnTo>
                    <a:pt x="4026624" y="749745"/>
                  </a:lnTo>
                  <a:lnTo>
                    <a:pt x="3966539" y="737718"/>
                  </a:lnTo>
                  <a:lnTo>
                    <a:pt x="3910109" y="724452"/>
                  </a:lnTo>
                  <a:lnTo>
                    <a:pt x="3856600" y="709868"/>
                  </a:lnTo>
                  <a:lnTo>
                    <a:pt x="3820202" y="698751"/>
                  </a:lnTo>
                  <a:lnTo>
                    <a:pt x="3761836" y="678849"/>
                  </a:lnTo>
                  <a:lnTo>
                    <a:pt x="3705229" y="657054"/>
                  </a:lnTo>
                  <a:lnTo>
                    <a:pt x="3649759" y="633334"/>
                  </a:lnTo>
                  <a:lnTo>
                    <a:pt x="3594963" y="607712"/>
                  </a:lnTo>
                  <a:lnTo>
                    <a:pt x="3540504" y="580274"/>
                  </a:lnTo>
                  <a:lnTo>
                    <a:pt x="3486151" y="551172"/>
                  </a:lnTo>
                  <a:lnTo>
                    <a:pt x="3431765" y="520626"/>
                  </a:lnTo>
                  <a:lnTo>
                    <a:pt x="3377284" y="488917"/>
                  </a:lnTo>
                  <a:lnTo>
                    <a:pt x="3322700" y="456383"/>
                  </a:lnTo>
                  <a:lnTo>
                    <a:pt x="3268050" y="423400"/>
                  </a:lnTo>
                  <a:lnTo>
                    <a:pt x="3213392" y="390365"/>
                  </a:lnTo>
                  <a:lnTo>
                    <a:pt x="3158787" y="357682"/>
                  </a:lnTo>
                  <a:lnTo>
                    <a:pt x="3104278" y="325733"/>
                  </a:lnTo>
                  <a:lnTo>
                    <a:pt x="3049871" y="294866"/>
                  </a:lnTo>
                  <a:lnTo>
                    <a:pt x="2995520" y="265379"/>
                  </a:lnTo>
                  <a:lnTo>
                    <a:pt x="2941105" y="237506"/>
                  </a:lnTo>
                  <a:lnTo>
                    <a:pt x="2886421" y="211418"/>
                  </a:lnTo>
                  <a:lnTo>
                    <a:pt x="2831159" y="187216"/>
                  </a:lnTo>
                  <a:lnTo>
                    <a:pt x="2774888" y="164939"/>
                  </a:lnTo>
                  <a:lnTo>
                    <a:pt x="2717032" y="144568"/>
                  </a:lnTo>
                  <a:lnTo>
                    <a:pt x="2702183" y="139750"/>
                  </a:lnTo>
                  <a:lnTo>
                    <a:pt x="2650336" y="124211"/>
                  </a:lnTo>
                  <a:lnTo>
                    <a:pt x="2596042" y="110019"/>
                  </a:lnTo>
                  <a:lnTo>
                    <a:pt x="2538617" y="97128"/>
                  </a:lnTo>
                  <a:lnTo>
                    <a:pt x="2477313" y="85444"/>
                  </a:lnTo>
                  <a:lnTo>
                    <a:pt x="2411352" y="74857"/>
                  </a:lnTo>
                  <a:lnTo>
                    <a:pt x="2339973" y="65253"/>
                  </a:lnTo>
                  <a:lnTo>
                    <a:pt x="2262482" y="56524"/>
                  </a:lnTo>
                  <a:lnTo>
                    <a:pt x="2178319" y="48578"/>
                  </a:lnTo>
                  <a:lnTo>
                    <a:pt x="2087152" y="41334"/>
                  </a:lnTo>
                  <a:lnTo>
                    <a:pt x="1988993" y="34734"/>
                  </a:lnTo>
                  <a:lnTo>
                    <a:pt x="1884336" y="28737"/>
                  </a:lnTo>
                  <a:lnTo>
                    <a:pt x="1774305" y="23319"/>
                  </a:lnTo>
                  <a:lnTo>
                    <a:pt x="1660779" y="18473"/>
                  </a:lnTo>
                  <a:lnTo>
                    <a:pt x="1546446" y="14207"/>
                  </a:lnTo>
                  <a:lnTo>
                    <a:pt x="1434739" y="10533"/>
                  </a:lnTo>
                  <a:lnTo>
                    <a:pt x="1329600" y="7459"/>
                  </a:lnTo>
                  <a:lnTo>
                    <a:pt x="1235056" y="4986"/>
                  </a:lnTo>
                  <a:lnTo>
                    <a:pt x="1154665" y="3093"/>
                  </a:lnTo>
                  <a:lnTo>
                    <a:pt x="1090922" y="1735"/>
                  </a:lnTo>
                  <a:lnTo>
                    <a:pt x="1044791" y="841"/>
                  </a:lnTo>
                  <a:lnTo>
                    <a:pt x="1015461" y="324"/>
                  </a:lnTo>
                  <a:lnTo>
                    <a:pt x="1000359" y="80"/>
                  </a:lnTo>
                  <a:lnTo>
                    <a:pt x="995344" y="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00" name="pl999"/>
            <p:cNvSpPr/>
            <p:nvPr/>
          </p:nvSpPr>
          <p:spPr>
            <a:xfrm>
              <a:off x="1199187" y="4538224"/>
              <a:ext cx="12049831" cy="1965237"/>
            </a:xfrm>
            <a:custGeom>
              <a:avLst/>
              <a:pathLst>
                <a:path w="12049831" h="1965237">
                  <a:moveTo>
                    <a:pt x="0" y="0"/>
                  </a:moveTo>
                  <a:lnTo>
                    <a:pt x="994940" y="0"/>
                  </a:lnTo>
                  <a:lnTo>
                    <a:pt x="996071" y="15"/>
                  </a:lnTo>
                  <a:lnTo>
                    <a:pt x="1003534" y="129"/>
                  </a:lnTo>
                  <a:lnTo>
                    <a:pt x="1022450" y="443"/>
                  </a:lnTo>
                  <a:lnTo>
                    <a:pt x="1056522" y="1061"/>
                  </a:lnTo>
                  <a:lnTo>
                    <a:pt x="1107822" y="2082"/>
                  </a:lnTo>
                  <a:lnTo>
                    <a:pt x="1176628" y="3591"/>
                  </a:lnTo>
                  <a:lnTo>
                    <a:pt x="1261492" y="5651"/>
                  </a:lnTo>
                  <a:lnTo>
                    <a:pt x="1359547" y="8299"/>
                  </a:lnTo>
                  <a:lnTo>
                    <a:pt x="1467039" y="11550"/>
                  </a:lnTo>
                  <a:lnTo>
                    <a:pt x="1579909" y="15399"/>
                  </a:lnTo>
                  <a:lnTo>
                    <a:pt x="1694331" y="19836"/>
                  </a:lnTo>
                  <a:lnTo>
                    <a:pt x="1807074" y="24850"/>
                  </a:lnTo>
                  <a:lnTo>
                    <a:pt x="1915685" y="30437"/>
                  </a:lnTo>
                  <a:lnTo>
                    <a:pt x="2018520" y="36608"/>
                  </a:lnTo>
                  <a:lnTo>
                    <a:pt x="2114654" y="43392"/>
                  </a:lnTo>
                  <a:lnTo>
                    <a:pt x="2203747" y="50835"/>
                  </a:lnTo>
                  <a:lnTo>
                    <a:pt x="2285905" y="59002"/>
                  </a:lnTo>
                  <a:lnTo>
                    <a:pt x="2361536" y="67977"/>
                  </a:lnTo>
                  <a:lnTo>
                    <a:pt x="2431248" y="77858"/>
                  </a:lnTo>
                  <a:lnTo>
                    <a:pt x="2495761" y="88755"/>
                  </a:lnTo>
                  <a:lnTo>
                    <a:pt x="2555846" y="100783"/>
                  </a:lnTo>
                  <a:lnTo>
                    <a:pt x="2612276" y="114048"/>
                  </a:lnTo>
                  <a:lnTo>
                    <a:pt x="2665785" y="128633"/>
                  </a:lnTo>
                  <a:lnTo>
                    <a:pt x="2702183" y="139750"/>
                  </a:lnTo>
                  <a:lnTo>
                    <a:pt x="2760549" y="159651"/>
                  </a:lnTo>
                  <a:lnTo>
                    <a:pt x="2817156" y="181446"/>
                  </a:lnTo>
                  <a:lnTo>
                    <a:pt x="2872626" y="205166"/>
                  </a:lnTo>
                  <a:lnTo>
                    <a:pt x="2927422" y="230788"/>
                  </a:lnTo>
                  <a:lnTo>
                    <a:pt x="2981881" y="258227"/>
                  </a:lnTo>
                  <a:lnTo>
                    <a:pt x="3036234" y="287328"/>
                  </a:lnTo>
                  <a:lnTo>
                    <a:pt x="3090619" y="317875"/>
                  </a:lnTo>
                  <a:lnTo>
                    <a:pt x="3145101" y="349583"/>
                  </a:lnTo>
                  <a:lnTo>
                    <a:pt x="3199685" y="382117"/>
                  </a:lnTo>
                  <a:lnTo>
                    <a:pt x="3254335" y="415101"/>
                  </a:lnTo>
                  <a:lnTo>
                    <a:pt x="3308993" y="448135"/>
                  </a:lnTo>
                  <a:lnTo>
                    <a:pt x="3363598" y="480819"/>
                  </a:lnTo>
                  <a:lnTo>
                    <a:pt x="3418107" y="512768"/>
                  </a:lnTo>
                  <a:lnTo>
                    <a:pt x="3472514" y="543634"/>
                  </a:lnTo>
                  <a:lnTo>
                    <a:pt x="3526865" y="573122"/>
                  </a:lnTo>
                  <a:lnTo>
                    <a:pt x="3581280" y="600994"/>
                  </a:lnTo>
                  <a:lnTo>
                    <a:pt x="3635964" y="627083"/>
                  </a:lnTo>
                  <a:lnTo>
                    <a:pt x="3691226" y="651284"/>
                  </a:lnTo>
                  <a:lnTo>
                    <a:pt x="3747497" y="673561"/>
                  </a:lnTo>
                  <a:lnTo>
                    <a:pt x="3805353" y="693932"/>
                  </a:lnTo>
                  <a:lnTo>
                    <a:pt x="3820202" y="698751"/>
                  </a:lnTo>
                  <a:lnTo>
                    <a:pt x="3872049" y="714290"/>
                  </a:lnTo>
                  <a:lnTo>
                    <a:pt x="3926343" y="728481"/>
                  </a:lnTo>
                  <a:lnTo>
                    <a:pt x="3983768" y="741373"/>
                  </a:lnTo>
                  <a:lnTo>
                    <a:pt x="4045072" y="753057"/>
                  </a:lnTo>
                  <a:lnTo>
                    <a:pt x="4111033" y="763644"/>
                  </a:lnTo>
                  <a:lnTo>
                    <a:pt x="4182412" y="773248"/>
                  </a:lnTo>
                  <a:lnTo>
                    <a:pt x="4259903" y="781976"/>
                  </a:lnTo>
                  <a:lnTo>
                    <a:pt x="4344066" y="789923"/>
                  </a:lnTo>
                  <a:lnTo>
                    <a:pt x="4435233" y="797166"/>
                  </a:lnTo>
                  <a:lnTo>
                    <a:pt x="4533392" y="803766"/>
                  </a:lnTo>
                  <a:lnTo>
                    <a:pt x="4638049" y="809764"/>
                  </a:lnTo>
                  <a:lnTo>
                    <a:pt x="4748080" y="815182"/>
                  </a:lnTo>
                  <a:lnTo>
                    <a:pt x="4861606" y="820027"/>
                  </a:lnTo>
                  <a:lnTo>
                    <a:pt x="4975939" y="824293"/>
                  </a:lnTo>
                  <a:lnTo>
                    <a:pt x="5087646" y="827968"/>
                  </a:lnTo>
                  <a:lnTo>
                    <a:pt x="5192785" y="831041"/>
                  </a:lnTo>
                  <a:lnTo>
                    <a:pt x="5287329" y="833514"/>
                  </a:lnTo>
                  <a:lnTo>
                    <a:pt x="5367720" y="835407"/>
                  </a:lnTo>
                  <a:lnTo>
                    <a:pt x="5431463" y="836766"/>
                  </a:lnTo>
                  <a:lnTo>
                    <a:pt x="5477594" y="837659"/>
                  </a:lnTo>
                  <a:lnTo>
                    <a:pt x="5506924" y="838177"/>
                  </a:lnTo>
                  <a:lnTo>
                    <a:pt x="5522026" y="838421"/>
                  </a:lnTo>
                  <a:lnTo>
                    <a:pt x="5527041" y="838495"/>
                  </a:lnTo>
                  <a:lnTo>
                    <a:pt x="5527445" y="838501"/>
                  </a:lnTo>
                  <a:lnTo>
                    <a:pt x="6522385" y="838501"/>
                  </a:lnTo>
                  <a:lnTo>
                    <a:pt x="6523512" y="838522"/>
                  </a:lnTo>
                  <a:lnTo>
                    <a:pt x="6530947" y="838674"/>
                  </a:lnTo>
                  <a:lnTo>
                    <a:pt x="6549792" y="839094"/>
                  </a:lnTo>
                  <a:lnTo>
                    <a:pt x="6583741" y="839921"/>
                  </a:lnTo>
                  <a:lnTo>
                    <a:pt x="6634866" y="841288"/>
                  </a:lnTo>
                  <a:lnTo>
                    <a:pt x="6703456" y="843308"/>
                  </a:lnTo>
                  <a:lnTo>
                    <a:pt x="6788077" y="846066"/>
                  </a:lnTo>
                  <a:lnTo>
                    <a:pt x="6885888" y="849611"/>
                  </a:lnTo>
                  <a:lnTo>
                    <a:pt x="6993152" y="853964"/>
                  </a:lnTo>
                  <a:lnTo>
                    <a:pt x="7105829" y="859120"/>
                  </a:lnTo>
                  <a:lnTo>
                    <a:pt x="7220100" y="865064"/>
                  </a:lnTo>
                  <a:lnTo>
                    <a:pt x="7332739" y="871780"/>
                  </a:lnTo>
                  <a:lnTo>
                    <a:pt x="7441290" y="879264"/>
                  </a:lnTo>
                  <a:lnTo>
                    <a:pt x="7544102" y="887531"/>
                  </a:lnTo>
                  <a:lnTo>
                    <a:pt x="7640241" y="896618"/>
                  </a:lnTo>
                  <a:lnTo>
                    <a:pt x="7729362" y="906587"/>
                  </a:lnTo>
                  <a:lnTo>
                    <a:pt x="7811559" y="917525"/>
                  </a:lnTo>
                  <a:lnTo>
                    <a:pt x="7887235" y="929542"/>
                  </a:lnTo>
                  <a:lnTo>
                    <a:pt x="7956991" y="942770"/>
                  </a:lnTo>
                  <a:lnTo>
                    <a:pt x="8021544" y="957356"/>
                  </a:lnTo>
                  <a:lnTo>
                    <a:pt x="8081659" y="973453"/>
                  </a:lnTo>
                  <a:lnTo>
                    <a:pt x="8138108" y="991205"/>
                  </a:lnTo>
                  <a:lnTo>
                    <a:pt x="8191623" y="1010723"/>
                  </a:lnTo>
                  <a:lnTo>
                    <a:pt x="8229629" y="1026290"/>
                  </a:lnTo>
                  <a:lnTo>
                    <a:pt x="8285891" y="1052008"/>
                  </a:lnTo>
                  <a:lnTo>
                    <a:pt x="8340497" y="1080085"/>
                  </a:lnTo>
                  <a:lnTo>
                    <a:pt x="8394011" y="1110562"/>
                  </a:lnTo>
                  <a:lnTo>
                    <a:pt x="8446860" y="1143419"/>
                  </a:lnTo>
                  <a:lnTo>
                    <a:pt x="8499358" y="1178561"/>
                  </a:lnTo>
                  <a:lnTo>
                    <a:pt x="8551725" y="1215819"/>
                  </a:lnTo>
                  <a:lnTo>
                    <a:pt x="8604101" y="1254947"/>
                  </a:lnTo>
                  <a:lnTo>
                    <a:pt x="8656558" y="1295622"/>
                  </a:lnTo>
                  <a:lnTo>
                    <a:pt x="8709112" y="1337455"/>
                  </a:lnTo>
                  <a:lnTo>
                    <a:pt x="8761743" y="1380009"/>
                  </a:lnTo>
                  <a:lnTo>
                    <a:pt x="8814401" y="1422810"/>
                  </a:lnTo>
                  <a:lnTo>
                    <a:pt x="8867033" y="1465374"/>
                  </a:lnTo>
                  <a:lnTo>
                    <a:pt x="8919589" y="1507228"/>
                  </a:lnTo>
                  <a:lnTo>
                    <a:pt x="8972048" y="1547931"/>
                  </a:lnTo>
                  <a:lnTo>
                    <a:pt x="9024425" y="1587096"/>
                  </a:lnTo>
                  <a:lnTo>
                    <a:pt x="9076791" y="1624397"/>
                  </a:lnTo>
                  <a:lnTo>
                    <a:pt x="9129284" y="1659587"/>
                  </a:lnTo>
                  <a:lnTo>
                    <a:pt x="9182123" y="1692494"/>
                  </a:lnTo>
                  <a:lnTo>
                    <a:pt x="9235619" y="1723023"/>
                  </a:lnTo>
                  <a:lnTo>
                    <a:pt x="9290196" y="1751151"/>
                  </a:lnTo>
                  <a:lnTo>
                    <a:pt x="9346415" y="1776919"/>
                  </a:lnTo>
                  <a:lnTo>
                    <a:pt x="9347647" y="1777448"/>
                  </a:lnTo>
                  <a:lnTo>
                    <a:pt x="9399424" y="1798302"/>
                  </a:lnTo>
                  <a:lnTo>
                    <a:pt x="9453640" y="1817350"/>
                  </a:lnTo>
                  <a:lnTo>
                    <a:pt x="9510976" y="1834655"/>
                  </a:lnTo>
                  <a:lnTo>
                    <a:pt x="9572178" y="1850342"/>
                  </a:lnTo>
                  <a:lnTo>
                    <a:pt x="9638021" y="1864557"/>
                  </a:lnTo>
                  <a:lnTo>
                    <a:pt x="9709262" y="1877455"/>
                  </a:lnTo>
                  <a:lnTo>
                    <a:pt x="9786594" y="1889177"/>
                  </a:lnTo>
                  <a:lnTo>
                    <a:pt x="9870575" y="1899852"/>
                  </a:lnTo>
                  <a:lnTo>
                    <a:pt x="9961540" y="1909582"/>
                  </a:lnTo>
                  <a:lnTo>
                    <a:pt x="10059482" y="1918449"/>
                  </a:lnTo>
                  <a:lnTo>
                    <a:pt x="10163914" y="1926509"/>
                  </a:lnTo>
                  <a:lnTo>
                    <a:pt x="10273728" y="1933792"/>
                  </a:lnTo>
                  <a:lnTo>
                    <a:pt x="10387064" y="1940306"/>
                  </a:lnTo>
                  <a:lnTo>
                    <a:pt x="10501258" y="1946045"/>
                  </a:lnTo>
                  <a:lnTo>
                    <a:pt x="10612904" y="1950992"/>
                  </a:lnTo>
                  <a:lnTo>
                    <a:pt x="10718080" y="1955133"/>
                  </a:lnTo>
                  <a:lnTo>
                    <a:pt x="10812772" y="1958470"/>
                  </a:lnTo>
                  <a:lnTo>
                    <a:pt x="10893420" y="1961028"/>
                  </a:lnTo>
                  <a:lnTo>
                    <a:pt x="10957508" y="1962867"/>
                  </a:lnTo>
                  <a:lnTo>
                    <a:pt x="11004033" y="1964081"/>
                  </a:lnTo>
                  <a:lnTo>
                    <a:pt x="11033757" y="1964788"/>
                  </a:lnTo>
                  <a:lnTo>
                    <a:pt x="11049196" y="1965124"/>
                  </a:lnTo>
                  <a:lnTo>
                    <a:pt x="11054432" y="1965229"/>
                  </a:lnTo>
                  <a:lnTo>
                    <a:pt x="11054891" y="1965237"/>
                  </a:lnTo>
                  <a:lnTo>
                    <a:pt x="12049831" y="1965237"/>
                  </a:lnTo>
                  <a:lnTo>
                    <a:pt x="12049831" y="19652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1" name="pl1000"/>
            <p:cNvSpPr/>
            <p:nvPr/>
          </p:nvSpPr>
          <p:spPr>
            <a:xfrm>
              <a:off x="1199187" y="4532983"/>
              <a:ext cx="12049831" cy="1965237"/>
            </a:xfrm>
            <a:custGeom>
              <a:avLst/>
              <a:pathLst>
                <a:path w="12049831" h="1965237">
                  <a:moveTo>
                    <a:pt x="12049831" y="1965237"/>
                  </a:moveTo>
                  <a:lnTo>
                    <a:pt x="11054891" y="1965237"/>
                  </a:lnTo>
                  <a:lnTo>
                    <a:pt x="11053765" y="1965216"/>
                  </a:lnTo>
                  <a:lnTo>
                    <a:pt x="11046330" y="1965064"/>
                  </a:lnTo>
                  <a:lnTo>
                    <a:pt x="11027485" y="1964644"/>
                  </a:lnTo>
                  <a:lnTo>
                    <a:pt x="10993535" y="1963817"/>
                  </a:lnTo>
                  <a:lnTo>
                    <a:pt x="10942411" y="1962450"/>
                  </a:lnTo>
                  <a:lnTo>
                    <a:pt x="10873821" y="1960430"/>
                  </a:lnTo>
                  <a:lnTo>
                    <a:pt x="10789199" y="1957673"/>
                  </a:lnTo>
                  <a:lnTo>
                    <a:pt x="10691388" y="1954127"/>
                  </a:lnTo>
                  <a:lnTo>
                    <a:pt x="10584125" y="1949774"/>
                  </a:lnTo>
                  <a:lnTo>
                    <a:pt x="10471448" y="1944618"/>
                  </a:lnTo>
                  <a:lnTo>
                    <a:pt x="10357176" y="1938675"/>
                  </a:lnTo>
                  <a:lnTo>
                    <a:pt x="10244538" y="1931959"/>
                  </a:lnTo>
                  <a:lnTo>
                    <a:pt x="10135986" y="1924474"/>
                  </a:lnTo>
                  <a:lnTo>
                    <a:pt x="10033174" y="1916207"/>
                  </a:lnTo>
                  <a:lnTo>
                    <a:pt x="9937035" y="1907120"/>
                  </a:lnTo>
                  <a:lnTo>
                    <a:pt x="9847914" y="1897151"/>
                  </a:lnTo>
                  <a:lnTo>
                    <a:pt x="9765718" y="1886213"/>
                  </a:lnTo>
                  <a:lnTo>
                    <a:pt x="9690042" y="1874196"/>
                  </a:lnTo>
                  <a:lnTo>
                    <a:pt x="9620285" y="1860968"/>
                  </a:lnTo>
                  <a:lnTo>
                    <a:pt x="9555733" y="1846382"/>
                  </a:lnTo>
                  <a:lnTo>
                    <a:pt x="9495617" y="1830285"/>
                  </a:lnTo>
                  <a:lnTo>
                    <a:pt x="9439169" y="1812534"/>
                  </a:lnTo>
                  <a:lnTo>
                    <a:pt x="9385653" y="1793016"/>
                  </a:lnTo>
                  <a:lnTo>
                    <a:pt x="9347647" y="1777448"/>
                  </a:lnTo>
                  <a:lnTo>
                    <a:pt x="9291386" y="1751730"/>
                  </a:lnTo>
                  <a:lnTo>
                    <a:pt x="9236779" y="1723653"/>
                  </a:lnTo>
                  <a:lnTo>
                    <a:pt x="9183265" y="1693176"/>
                  </a:lnTo>
                  <a:lnTo>
                    <a:pt x="9130417" y="1660320"/>
                  </a:lnTo>
                  <a:lnTo>
                    <a:pt x="9077918" y="1625177"/>
                  </a:lnTo>
                  <a:lnTo>
                    <a:pt x="9025551" y="1587919"/>
                  </a:lnTo>
                  <a:lnTo>
                    <a:pt x="8973175" y="1548791"/>
                  </a:lnTo>
                  <a:lnTo>
                    <a:pt x="8920719" y="1508117"/>
                  </a:lnTo>
                  <a:lnTo>
                    <a:pt x="8868164" y="1466283"/>
                  </a:lnTo>
                  <a:lnTo>
                    <a:pt x="8815534" y="1423729"/>
                  </a:lnTo>
                  <a:lnTo>
                    <a:pt x="8762875" y="1380929"/>
                  </a:lnTo>
                  <a:lnTo>
                    <a:pt x="8710244" y="1338365"/>
                  </a:lnTo>
                  <a:lnTo>
                    <a:pt x="8657687" y="1296511"/>
                  </a:lnTo>
                  <a:lnTo>
                    <a:pt x="8605229" y="1255807"/>
                  </a:lnTo>
                  <a:lnTo>
                    <a:pt x="8552852" y="1216642"/>
                  </a:lnTo>
                  <a:lnTo>
                    <a:pt x="8500485" y="1179341"/>
                  </a:lnTo>
                  <a:lnTo>
                    <a:pt x="8447992" y="1144151"/>
                  </a:lnTo>
                  <a:lnTo>
                    <a:pt x="8395154" y="1111244"/>
                  </a:lnTo>
                  <a:lnTo>
                    <a:pt x="8341658" y="1080715"/>
                  </a:lnTo>
                  <a:lnTo>
                    <a:pt x="8287080" y="1052587"/>
                  </a:lnTo>
                  <a:lnTo>
                    <a:pt x="8230862" y="1026819"/>
                  </a:lnTo>
                  <a:lnTo>
                    <a:pt x="8229629" y="1026290"/>
                  </a:lnTo>
                  <a:lnTo>
                    <a:pt x="8177853" y="1005436"/>
                  </a:lnTo>
                  <a:lnTo>
                    <a:pt x="8123636" y="986389"/>
                  </a:lnTo>
                  <a:lnTo>
                    <a:pt x="8066300" y="969083"/>
                  </a:lnTo>
                  <a:lnTo>
                    <a:pt x="8005098" y="953397"/>
                  </a:lnTo>
                  <a:lnTo>
                    <a:pt x="7939256" y="939181"/>
                  </a:lnTo>
                  <a:lnTo>
                    <a:pt x="7868015" y="926283"/>
                  </a:lnTo>
                  <a:lnTo>
                    <a:pt x="7790683" y="914561"/>
                  </a:lnTo>
                  <a:lnTo>
                    <a:pt x="7706701" y="903887"/>
                  </a:lnTo>
                  <a:lnTo>
                    <a:pt x="7615736" y="894156"/>
                  </a:lnTo>
                  <a:lnTo>
                    <a:pt x="7517795" y="885289"/>
                  </a:lnTo>
                  <a:lnTo>
                    <a:pt x="7413362" y="877229"/>
                  </a:lnTo>
                  <a:lnTo>
                    <a:pt x="7303549" y="869947"/>
                  </a:lnTo>
                  <a:lnTo>
                    <a:pt x="7190213" y="863432"/>
                  </a:lnTo>
                  <a:lnTo>
                    <a:pt x="7076018" y="857693"/>
                  </a:lnTo>
                  <a:lnTo>
                    <a:pt x="6964373" y="852746"/>
                  </a:lnTo>
                  <a:lnTo>
                    <a:pt x="6859196" y="848605"/>
                  </a:lnTo>
                  <a:lnTo>
                    <a:pt x="6764504" y="845269"/>
                  </a:lnTo>
                  <a:lnTo>
                    <a:pt x="6683856" y="842711"/>
                  </a:lnTo>
                  <a:lnTo>
                    <a:pt x="6619769" y="840871"/>
                  </a:lnTo>
                  <a:lnTo>
                    <a:pt x="6573243" y="839657"/>
                  </a:lnTo>
                  <a:lnTo>
                    <a:pt x="6543520" y="838950"/>
                  </a:lnTo>
                  <a:lnTo>
                    <a:pt x="6528081" y="838614"/>
                  </a:lnTo>
                  <a:lnTo>
                    <a:pt x="6522845" y="838510"/>
                  </a:lnTo>
                  <a:lnTo>
                    <a:pt x="6522385" y="838501"/>
                  </a:lnTo>
                  <a:lnTo>
                    <a:pt x="5527445" y="838501"/>
                  </a:lnTo>
                  <a:lnTo>
                    <a:pt x="5526314" y="838485"/>
                  </a:lnTo>
                  <a:lnTo>
                    <a:pt x="5518851" y="838372"/>
                  </a:lnTo>
                  <a:lnTo>
                    <a:pt x="5499935" y="838058"/>
                  </a:lnTo>
                  <a:lnTo>
                    <a:pt x="5465863" y="837440"/>
                  </a:lnTo>
                  <a:lnTo>
                    <a:pt x="5414563" y="836419"/>
                  </a:lnTo>
                  <a:lnTo>
                    <a:pt x="5345757" y="834909"/>
                  </a:lnTo>
                  <a:lnTo>
                    <a:pt x="5260893" y="832849"/>
                  </a:lnTo>
                  <a:lnTo>
                    <a:pt x="5162838" y="830201"/>
                  </a:lnTo>
                  <a:lnTo>
                    <a:pt x="5055346" y="826951"/>
                  </a:lnTo>
                  <a:lnTo>
                    <a:pt x="4942476" y="823101"/>
                  </a:lnTo>
                  <a:lnTo>
                    <a:pt x="4828054" y="818664"/>
                  </a:lnTo>
                  <a:lnTo>
                    <a:pt x="4715311" y="813650"/>
                  </a:lnTo>
                  <a:lnTo>
                    <a:pt x="4606700" y="808064"/>
                  </a:lnTo>
                  <a:lnTo>
                    <a:pt x="4503865" y="801892"/>
                  </a:lnTo>
                  <a:lnTo>
                    <a:pt x="4407731" y="795109"/>
                  </a:lnTo>
                  <a:lnTo>
                    <a:pt x="4318638" y="787666"/>
                  </a:lnTo>
                  <a:lnTo>
                    <a:pt x="4236480" y="779498"/>
                  </a:lnTo>
                  <a:lnTo>
                    <a:pt x="4160849" y="770523"/>
                  </a:lnTo>
                  <a:lnTo>
                    <a:pt x="4091137" y="760642"/>
                  </a:lnTo>
                  <a:lnTo>
                    <a:pt x="4026624" y="749745"/>
                  </a:lnTo>
                  <a:lnTo>
                    <a:pt x="3966539" y="737718"/>
                  </a:lnTo>
                  <a:lnTo>
                    <a:pt x="3910109" y="724452"/>
                  </a:lnTo>
                  <a:lnTo>
                    <a:pt x="3856600" y="709868"/>
                  </a:lnTo>
                  <a:lnTo>
                    <a:pt x="3820202" y="698751"/>
                  </a:lnTo>
                  <a:lnTo>
                    <a:pt x="3761836" y="678849"/>
                  </a:lnTo>
                  <a:lnTo>
                    <a:pt x="3705229" y="657054"/>
                  </a:lnTo>
                  <a:lnTo>
                    <a:pt x="3649759" y="633334"/>
                  </a:lnTo>
                  <a:lnTo>
                    <a:pt x="3594963" y="607712"/>
                  </a:lnTo>
                  <a:lnTo>
                    <a:pt x="3540504" y="580274"/>
                  </a:lnTo>
                  <a:lnTo>
                    <a:pt x="3486151" y="551172"/>
                  </a:lnTo>
                  <a:lnTo>
                    <a:pt x="3431765" y="520626"/>
                  </a:lnTo>
                  <a:lnTo>
                    <a:pt x="3377284" y="488917"/>
                  </a:lnTo>
                  <a:lnTo>
                    <a:pt x="3322700" y="456383"/>
                  </a:lnTo>
                  <a:lnTo>
                    <a:pt x="3268050" y="423400"/>
                  </a:lnTo>
                  <a:lnTo>
                    <a:pt x="3213392" y="390365"/>
                  </a:lnTo>
                  <a:lnTo>
                    <a:pt x="3158787" y="357682"/>
                  </a:lnTo>
                  <a:lnTo>
                    <a:pt x="3104278" y="325733"/>
                  </a:lnTo>
                  <a:lnTo>
                    <a:pt x="3049871" y="294866"/>
                  </a:lnTo>
                  <a:lnTo>
                    <a:pt x="2995520" y="265379"/>
                  </a:lnTo>
                  <a:lnTo>
                    <a:pt x="2941105" y="237506"/>
                  </a:lnTo>
                  <a:lnTo>
                    <a:pt x="2886421" y="211418"/>
                  </a:lnTo>
                  <a:lnTo>
                    <a:pt x="2831159" y="187216"/>
                  </a:lnTo>
                  <a:lnTo>
                    <a:pt x="2774888" y="164939"/>
                  </a:lnTo>
                  <a:lnTo>
                    <a:pt x="2717032" y="144568"/>
                  </a:lnTo>
                  <a:lnTo>
                    <a:pt x="2702183" y="139750"/>
                  </a:lnTo>
                  <a:lnTo>
                    <a:pt x="2650336" y="124211"/>
                  </a:lnTo>
                  <a:lnTo>
                    <a:pt x="2596042" y="110019"/>
                  </a:lnTo>
                  <a:lnTo>
                    <a:pt x="2538617" y="97128"/>
                  </a:lnTo>
                  <a:lnTo>
                    <a:pt x="2477313" y="85444"/>
                  </a:lnTo>
                  <a:lnTo>
                    <a:pt x="2411352" y="74857"/>
                  </a:lnTo>
                  <a:lnTo>
                    <a:pt x="2339973" y="65253"/>
                  </a:lnTo>
                  <a:lnTo>
                    <a:pt x="2262482" y="56524"/>
                  </a:lnTo>
                  <a:lnTo>
                    <a:pt x="2178319" y="48578"/>
                  </a:lnTo>
                  <a:lnTo>
                    <a:pt x="2087152" y="41334"/>
                  </a:lnTo>
                  <a:lnTo>
                    <a:pt x="1988993" y="34734"/>
                  </a:lnTo>
                  <a:lnTo>
                    <a:pt x="1884336" y="28737"/>
                  </a:lnTo>
                  <a:lnTo>
                    <a:pt x="1774305" y="23319"/>
                  </a:lnTo>
                  <a:lnTo>
                    <a:pt x="1660779" y="18473"/>
                  </a:lnTo>
                  <a:lnTo>
                    <a:pt x="1546446" y="14207"/>
                  </a:lnTo>
                  <a:lnTo>
                    <a:pt x="1434739" y="10533"/>
                  </a:lnTo>
                  <a:lnTo>
                    <a:pt x="1329600" y="7459"/>
                  </a:lnTo>
                  <a:lnTo>
                    <a:pt x="1235056" y="4986"/>
                  </a:lnTo>
                  <a:lnTo>
                    <a:pt x="1154665" y="3093"/>
                  </a:lnTo>
                  <a:lnTo>
                    <a:pt x="1090922" y="1735"/>
                  </a:lnTo>
                  <a:lnTo>
                    <a:pt x="1044791" y="841"/>
                  </a:lnTo>
                  <a:lnTo>
                    <a:pt x="1015461" y="324"/>
                  </a:lnTo>
                  <a:lnTo>
                    <a:pt x="1000359" y="80"/>
                  </a:lnTo>
                  <a:lnTo>
                    <a:pt x="995344" y="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2" name="pg1001"/>
            <p:cNvSpPr/>
            <p:nvPr/>
          </p:nvSpPr>
          <p:spPr>
            <a:xfrm>
              <a:off x="1199187" y="1849779"/>
              <a:ext cx="12049831" cy="3705128"/>
            </a:xfrm>
            <a:custGeom>
              <a:avLst/>
              <a:pathLst>
                <a:path w="12049831" h="3705128">
                  <a:moveTo>
                    <a:pt x="0" y="2714648"/>
                  </a:moveTo>
                  <a:lnTo>
                    <a:pt x="994940" y="2714648"/>
                  </a:lnTo>
                  <a:lnTo>
                    <a:pt x="996068" y="2714667"/>
                  </a:lnTo>
                  <a:lnTo>
                    <a:pt x="1003518" y="2714801"/>
                  </a:lnTo>
                  <a:lnTo>
                    <a:pt x="1022399" y="2715170"/>
                  </a:lnTo>
                  <a:lnTo>
                    <a:pt x="1056411" y="2715899"/>
                  </a:lnTo>
                  <a:lnTo>
                    <a:pt x="1107624" y="2717103"/>
                  </a:lnTo>
                  <a:lnTo>
                    <a:pt x="1176324" y="2718882"/>
                  </a:lnTo>
                  <a:lnTo>
                    <a:pt x="1261069" y="2721311"/>
                  </a:lnTo>
                  <a:lnTo>
                    <a:pt x="1359004" y="2724434"/>
                  </a:lnTo>
                  <a:lnTo>
                    <a:pt x="1466384" y="2728267"/>
                  </a:lnTo>
                  <a:lnTo>
                    <a:pt x="1579159" y="2732807"/>
                  </a:lnTo>
                  <a:lnTo>
                    <a:pt x="1693507" y="2738040"/>
                  </a:lnTo>
                  <a:lnTo>
                    <a:pt x="1806198" y="2743953"/>
                  </a:lnTo>
                  <a:lnTo>
                    <a:pt x="1914781" y="2750543"/>
                  </a:lnTo>
                  <a:lnTo>
                    <a:pt x="2017604" y="2757822"/>
                  </a:lnTo>
                  <a:lnTo>
                    <a:pt x="2113741" y="2765823"/>
                  </a:lnTo>
                  <a:lnTo>
                    <a:pt x="2202848" y="2774600"/>
                  </a:lnTo>
                  <a:lnTo>
                    <a:pt x="2285025" y="2784232"/>
                  </a:lnTo>
                  <a:lnTo>
                    <a:pt x="2360678" y="2794815"/>
                  </a:lnTo>
                  <a:lnTo>
                    <a:pt x="2430411" y="2806466"/>
                  </a:lnTo>
                  <a:lnTo>
                    <a:pt x="2494944" y="2819314"/>
                  </a:lnTo>
                  <a:lnTo>
                    <a:pt x="2555044" y="2833493"/>
                  </a:lnTo>
                  <a:lnTo>
                    <a:pt x="2611483" y="2849130"/>
                  </a:lnTo>
                  <a:lnTo>
                    <a:pt x="2664995" y="2866324"/>
                  </a:lnTo>
                  <a:lnTo>
                    <a:pt x="2702183" y="2879728"/>
                  </a:lnTo>
                  <a:lnTo>
                    <a:pt x="2759468" y="2902773"/>
                  </a:lnTo>
                  <a:lnTo>
                    <a:pt x="2815047" y="2927970"/>
                  </a:lnTo>
                  <a:lnTo>
                    <a:pt x="2869511" y="2955357"/>
                  </a:lnTo>
                  <a:lnTo>
                    <a:pt x="2923306" y="2984910"/>
                  </a:lnTo>
                  <a:lnTo>
                    <a:pt x="2976757" y="3016538"/>
                  </a:lnTo>
                  <a:lnTo>
                    <a:pt x="3030089" y="3050077"/>
                  </a:lnTo>
                  <a:lnTo>
                    <a:pt x="3083441" y="3085292"/>
                  </a:lnTo>
                  <a:lnTo>
                    <a:pt x="3136881" y="3121874"/>
                  </a:lnTo>
                  <a:lnTo>
                    <a:pt x="3190422" y="3159457"/>
                  </a:lnTo>
                  <a:lnTo>
                    <a:pt x="3244034" y="3197625"/>
                  </a:lnTo>
                  <a:lnTo>
                    <a:pt x="3297666" y="3235938"/>
                  </a:lnTo>
                  <a:lnTo>
                    <a:pt x="3351258" y="3273945"/>
                  </a:lnTo>
                  <a:lnTo>
                    <a:pt x="3404764" y="3311213"/>
                  </a:lnTo>
                  <a:lnTo>
                    <a:pt x="3458168" y="3347342"/>
                  </a:lnTo>
                  <a:lnTo>
                    <a:pt x="3511502" y="3381986"/>
                  </a:lnTo>
                  <a:lnTo>
                    <a:pt x="3564856" y="3414860"/>
                  </a:lnTo>
                  <a:lnTo>
                    <a:pt x="3618400" y="3445756"/>
                  </a:lnTo>
                  <a:lnTo>
                    <a:pt x="3672393" y="3474535"/>
                  </a:lnTo>
                  <a:lnTo>
                    <a:pt x="3727200" y="3501132"/>
                  </a:lnTo>
                  <a:lnTo>
                    <a:pt x="3783317" y="3525547"/>
                  </a:lnTo>
                  <a:lnTo>
                    <a:pt x="3820202" y="3540048"/>
                  </a:lnTo>
                  <a:lnTo>
                    <a:pt x="3872014" y="3558392"/>
                  </a:lnTo>
                  <a:lnTo>
                    <a:pt x="3926270" y="3575146"/>
                  </a:lnTo>
                  <a:lnTo>
                    <a:pt x="3983651" y="3590367"/>
                  </a:lnTo>
                  <a:lnTo>
                    <a:pt x="4044905" y="3604162"/>
                  </a:lnTo>
                  <a:lnTo>
                    <a:pt x="4110808" y="3616664"/>
                  </a:lnTo>
                  <a:lnTo>
                    <a:pt x="4182119" y="3628005"/>
                  </a:lnTo>
                  <a:lnTo>
                    <a:pt x="4259532" y="3638313"/>
                  </a:lnTo>
                  <a:lnTo>
                    <a:pt x="4343605" y="3647698"/>
                  </a:lnTo>
                  <a:lnTo>
                    <a:pt x="4434673" y="3656253"/>
                  </a:lnTo>
                  <a:lnTo>
                    <a:pt x="4532725" y="3664048"/>
                  </a:lnTo>
                  <a:lnTo>
                    <a:pt x="4637272" y="3671133"/>
                  </a:lnTo>
                  <a:lnTo>
                    <a:pt x="4747196" y="3677534"/>
                  </a:lnTo>
                  <a:lnTo>
                    <a:pt x="4860629" y="3683260"/>
                  </a:lnTo>
                  <a:lnTo>
                    <a:pt x="4974894" y="3688302"/>
                  </a:lnTo>
                  <a:lnTo>
                    <a:pt x="5086571" y="3692646"/>
                  </a:lnTo>
                  <a:lnTo>
                    <a:pt x="5191729" y="3696281"/>
                  </a:lnTo>
                  <a:lnTo>
                    <a:pt x="5286345" y="3699208"/>
                  </a:lnTo>
                  <a:lnTo>
                    <a:pt x="5366863" y="3701451"/>
                  </a:lnTo>
                  <a:lnTo>
                    <a:pt x="5430776" y="3703061"/>
                  </a:lnTo>
                  <a:lnTo>
                    <a:pt x="5477101" y="3704122"/>
                  </a:lnTo>
                  <a:lnTo>
                    <a:pt x="5506624" y="3704739"/>
                  </a:lnTo>
                  <a:lnTo>
                    <a:pt x="5521892" y="3705031"/>
                  </a:lnTo>
                  <a:lnTo>
                    <a:pt x="5527014" y="3705121"/>
                  </a:lnTo>
                  <a:lnTo>
                    <a:pt x="5527445" y="3705128"/>
                  </a:lnTo>
                  <a:lnTo>
                    <a:pt x="6522385" y="3705128"/>
                  </a:lnTo>
                  <a:lnTo>
                    <a:pt x="6523424" y="3705063"/>
                  </a:lnTo>
                  <a:lnTo>
                    <a:pt x="6530287" y="3704605"/>
                  </a:lnTo>
                  <a:lnTo>
                    <a:pt x="6547723" y="3703338"/>
                  </a:lnTo>
                  <a:lnTo>
                    <a:pt x="6579226" y="3700840"/>
                  </a:lnTo>
                  <a:lnTo>
                    <a:pt x="6626854" y="3696707"/>
                  </a:lnTo>
                  <a:lnTo>
                    <a:pt x="6691078" y="3690588"/>
                  </a:lnTo>
                  <a:lnTo>
                    <a:pt x="6770801" y="3682212"/>
                  </a:lnTo>
                  <a:lnTo>
                    <a:pt x="6863604" y="3671410"/>
                  </a:lnTo>
                  <a:lnTo>
                    <a:pt x="6966169" y="3658106"/>
                  </a:lnTo>
                  <a:lnTo>
                    <a:pt x="7074790" y="3642297"/>
                  </a:lnTo>
                  <a:lnTo>
                    <a:pt x="7185860" y="3624027"/>
                  </a:lnTo>
                  <a:lnTo>
                    <a:pt x="7296224" y="3603344"/>
                  </a:lnTo>
                  <a:lnTo>
                    <a:pt x="7403394" y="3580276"/>
                  </a:lnTo>
                  <a:lnTo>
                    <a:pt x="7505600" y="3554799"/>
                  </a:lnTo>
                  <a:lnTo>
                    <a:pt x="7601754" y="3526829"/>
                  </a:lnTo>
                  <a:lnTo>
                    <a:pt x="7691341" y="3496208"/>
                  </a:lnTo>
                  <a:lnTo>
                    <a:pt x="7774293" y="3462704"/>
                  </a:lnTo>
                  <a:lnTo>
                    <a:pt x="7850867" y="3426014"/>
                  </a:lnTo>
                  <a:lnTo>
                    <a:pt x="7921543" y="3385769"/>
                  </a:lnTo>
                  <a:lnTo>
                    <a:pt x="7986935" y="3341546"/>
                  </a:lnTo>
                  <a:lnTo>
                    <a:pt x="8047729" y="3292889"/>
                  </a:lnTo>
                  <a:lnTo>
                    <a:pt x="8104638" y="3239340"/>
                  </a:lnTo>
                  <a:lnTo>
                    <a:pt x="8158362" y="3180492"/>
                  </a:lnTo>
                  <a:lnTo>
                    <a:pt x="8209553" y="3116074"/>
                  </a:lnTo>
                  <a:lnTo>
                    <a:pt x="8229629" y="3088480"/>
                  </a:lnTo>
                  <a:lnTo>
                    <a:pt x="8269508" y="3029717"/>
                  </a:lnTo>
                  <a:lnTo>
                    <a:pt x="8308470" y="2967135"/>
                  </a:lnTo>
                  <a:lnTo>
                    <a:pt x="8346736" y="2900657"/>
                  </a:lnTo>
                  <a:lnTo>
                    <a:pt x="8384489" y="2830253"/>
                  </a:lnTo>
                  <a:lnTo>
                    <a:pt x="8421880" y="2755944"/>
                  </a:lnTo>
                  <a:lnTo>
                    <a:pt x="8459031" y="2677809"/>
                  </a:lnTo>
                  <a:lnTo>
                    <a:pt x="8496039" y="2595988"/>
                  </a:lnTo>
                  <a:lnTo>
                    <a:pt x="8532977" y="2510684"/>
                  </a:lnTo>
                  <a:lnTo>
                    <a:pt x="8569901" y="2422164"/>
                  </a:lnTo>
                  <a:lnTo>
                    <a:pt x="8606847" y="2330755"/>
                  </a:lnTo>
                  <a:lnTo>
                    <a:pt x="8643834" y="2236846"/>
                  </a:lnTo>
                  <a:lnTo>
                    <a:pt x="8680871" y="2140878"/>
                  </a:lnTo>
                  <a:lnTo>
                    <a:pt x="8717955" y="2043337"/>
                  </a:lnTo>
                  <a:lnTo>
                    <a:pt x="8755073" y="1944745"/>
                  </a:lnTo>
                  <a:lnTo>
                    <a:pt x="8792209" y="1845649"/>
                  </a:lnTo>
                  <a:lnTo>
                    <a:pt x="8829343" y="1746606"/>
                  </a:lnTo>
                  <a:lnTo>
                    <a:pt x="8866456" y="1648175"/>
                  </a:lnTo>
                  <a:lnTo>
                    <a:pt x="8903532" y="1550897"/>
                  </a:lnTo>
                  <a:lnTo>
                    <a:pt x="8940559" y="1455288"/>
                  </a:lnTo>
                  <a:lnTo>
                    <a:pt x="8977538" y="1361827"/>
                  </a:lnTo>
                  <a:lnTo>
                    <a:pt x="9014477" y="1270946"/>
                  </a:lnTo>
                  <a:lnTo>
                    <a:pt x="9051400" y="1183020"/>
                  </a:lnTo>
                  <a:lnTo>
                    <a:pt x="9088347" y="1098367"/>
                  </a:lnTo>
                  <a:lnTo>
                    <a:pt x="9125376" y="1017242"/>
                  </a:lnTo>
                  <a:lnTo>
                    <a:pt x="9162565" y="939834"/>
                  </a:lnTo>
                  <a:lnTo>
                    <a:pt x="9200015" y="866271"/>
                  </a:lnTo>
                  <a:lnTo>
                    <a:pt x="9237854" y="796622"/>
                  </a:lnTo>
                  <a:lnTo>
                    <a:pt x="9276239" y="730897"/>
                  </a:lnTo>
                  <a:lnTo>
                    <a:pt x="9315359" y="669057"/>
                  </a:lnTo>
                  <a:lnTo>
                    <a:pt x="9347647" y="621888"/>
                  </a:lnTo>
                  <a:lnTo>
                    <a:pt x="9397982" y="555197"/>
                  </a:lnTo>
                  <a:lnTo>
                    <a:pt x="9450609" y="494123"/>
                  </a:lnTo>
                  <a:lnTo>
                    <a:pt x="9506150" y="438479"/>
                  </a:lnTo>
                  <a:lnTo>
                    <a:pt x="9565291" y="387901"/>
                  </a:lnTo>
                  <a:lnTo>
                    <a:pt x="9628741" y="341944"/>
                  </a:lnTo>
                  <a:lnTo>
                    <a:pt x="9697205" y="300147"/>
                  </a:lnTo>
                  <a:lnTo>
                    <a:pt x="9771332" y="262070"/>
                  </a:lnTo>
                  <a:lnTo>
                    <a:pt x="9851665" y="227321"/>
                  </a:lnTo>
                  <a:lnTo>
                    <a:pt x="9938560" y="195568"/>
                  </a:lnTo>
                  <a:lnTo>
                    <a:pt x="10032098" y="166551"/>
                  </a:lnTo>
                  <a:lnTo>
                    <a:pt x="10131957" y="140082"/>
                  </a:lnTo>
                  <a:lnTo>
                    <a:pt x="10237296" y="116047"/>
                  </a:lnTo>
                  <a:lnTo>
                    <a:pt x="10346630" y="94401"/>
                  </a:lnTo>
                  <a:lnTo>
                    <a:pt x="10457760" y="75152"/>
                  </a:lnTo>
                  <a:lnTo>
                    <a:pt x="10567785" y="58343"/>
                  </a:lnTo>
                  <a:lnTo>
                    <a:pt x="10673244" y="44025"/>
                  </a:lnTo>
                  <a:lnTo>
                    <a:pt x="10770420" y="32217"/>
                  </a:lnTo>
                  <a:lnTo>
                    <a:pt x="10855776" y="22877"/>
                  </a:lnTo>
                  <a:lnTo>
                    <a:pt x="10926470" y="15875"/>
                  </a:lnTo>
                  <a:lnTo>
                    <a:pt x="10980831" y="10978"/>
                  </a:lnTo>
                  <a:lnTo>
                    <a:pt x="11018682" y="7867"/>
                  </a:lnTo>
                  <a:lnTo>
                    <a:pt x="11041451" y="6154"/>
                  </a:lnTo>
                  <a:lnTo>
                    <a:pt x="11052077" y="541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53" y="64"/>
                  </a:lnTo>
                  <a:lnTo>
                    <a:pt x="11046989" y="523"/>
                  </a:lnTo>
                  <a:lnTo>
                    <a:pt x="11029554" y="1790"/>
                  </a:lnTo>
                  <a:lnTo>
                    <a:pt x="10998051" y="4287"/>
                  </a:lnTo>
                  <a:lnTo>
                    <a:pt x="10950422" y="8420"/>
                  </a:lnTo>
                  <a:lnTo>
                    <a:pt x="10886199" y="14540"/>
                  </a:lnTo>
                  <a:lnTo>
                    <a:pt x="10806475" y="22915"/>
                  </a:lnTo>
                  <a:lnTo>
                    <a:pt x="10713672" y="33717"/>
                  </a:lnTo>
                  <a:lnTo>
                    <a:pt x="10611108" y="47022"/>
                  </a:lnTo>
                  <a:lnTo>
                    <a:pt x="10502486" y="62830"/>
                  </a:lnTo>
                  <a:lnTo>
                    <a:pt x="10391417" y="81101"/>
                  </a:lnTo>
                  <a:lnTo>
                    <a:pt x="10281052" y="101783"/>
                  </a:lnTo>
                  <a:lnTo>
                    <a:pt x="10173883" y="124851"/>
                  </a:lnTo>
                  <a:lnTo>
                    <a:pt x="10071676" y="150328"/>
                  </a:lnTo>
                  <a:lnTo>
                    <a:pt x="9975522" y="178298"/>
                  </a:lnTo>
                  <a:lnTo>
                    <a:pt x="9885936" y="208920"/>
                  </a:lnTo>
                  <a:lnTo>
                    <a:pt x="9802984" y="242423"/>
                  </a:lnTo>
                  <a:lnTo>
                    <a:pt x="9726409" y="279113"/>
                  </a:lnTo>
                  <a:lnTo>
                    <a:pt x="9655733" y="319358"/>
                  </a:lnTo>
                  <a:lnTo>
                    <a:pt x="9590342" y="363581"/>
                  </a:lnTo>
                  <a:lnTo>
                    <a:pt x="9529548" y="412238"/>
                  </a:lnTo>
                  <a:lnTo>
                    <a:pt x="9472638" y="465787"/>
                  </a:lnTo>
                  <a:lnTo>
                    <a:pt x="9418914" y="524635"/>
                  </a:lnTo>
                  <a:lnTo>
                    <a:pt x="9367724" y="589053"/>
                  </a:lnTo>
                  <a:lnTo>
                    <a:pt x="9347647" y="616647"/>
                  </a:lnTo>
                  <a:lnTo>
                    <a:pt x="9307768" y="675411"/>
                  </a:lnTo>
                  <a:lnTo>
                    <a:pt x="9268806" y="737992"/>
                  </a:lnTo>
                  <a:lnTo>
                    <a:pt x="9230541" y="804470"/>
                  </a:lnTo>
                  <a:lnTo>
                    <a:pt x="9192787" y="874875"/>
                  </a:lnTo>
                  <a:lnTo>
                    <a:pt x="9155396" y="949184"/>
                  </a:lnTo>
                  <a:lnTo>
                    <a:pt x="9118245" y="1027319"/>
                  </a:lnTo>
                  <a:lnTo>
                    <a:pt x="9081238" y="1109139"/>
                  </a:lnTo>
                  <a:lnTo>
                    <a:pt x="9044299" y="1194443"/>
                  </a:lnTo>
                  <a:lnTo>
                    <a:pt x="9007375" y="1282964"/>
                  </a:lnTo>
                  <a:lnTo>
                    <a:pt x="8970430" y="1374372"/>
                  </a:lnTo>
                  <a:lnTo>
                    <a:pt x="8933442" y="1468281"/>
                  </a:lnTo>
                  <a:lnTo>
                    <a:pt x="8896405" y="1564249"/>
                  </a:lnTo>
                  <a:lnTo>
                    <a:pt x="8859322" y="1661790"/>
                  </a:lnTo>
                  <a:lnTo>
                    <a:pt x="8822203" y="1760382"/>
                  </a:lnTo>
                  <a:lnTo>
                    <a:pt x="8785067" y="1859478"/>
                  </a:lnTo>
                  <a:lnTo>
                    <a:pt x="8747933" y="1958521"/>
                  </a:lnTo>
                  <a:lnTo>
                    <a:pt x="8710820" y="2056953"/>
                  </a:lnTo>
                  <a:lnTo>
                    <a:pt x="8673745" y="2154231"/>
                  </a:lnTo>
                  <a:lnTo>
                    <a:pt x="8636717" y="2249839"/>
                  </a:lnTo>
                  <a:lnTo>
                    <a:pt x="8599739" y="2343300"/>
                  </a:lnTo>
                  <a:lnTo>
                    <a:pt x="8562800" y="2434182"/>
                  </a:lnTo>
                  <a:lnTo>
                    <a:pt x="8525876" y="2522107"/>
                  </a:lnTo>
                  <a:lnTo>
                    <a:pt x="8488929" y="2606760"/>
                  </a:lnTo>
                  <a:lnTo>
                    <a:pt x="8451901" y="2687886"/>
                  </a:lnTo>
                  <a:lnTo>
                    <a:pt x="8414712" y="2765294"/>
                  </a:lnTo>
                  <a:lnTo>
                    <a:pt x="8377261" y="2838856"/>
                  </a:lnTo>
                  <a:lnTo>
                    <a:pt x="8339422" y="2908506"/>
                  </a:lnTo>
                  <a:lnTo>
                    <a:pt x="8301038" y="2974230"/>
                  </a:lnTo>
                  <a:lnTo>
                    <a:pt x="8261918" y="3036070"/>
                  </a:lnTo>
                  <a:lnTo>
                    <a:pt x="8229629" y="3083239"/>
                  </a:lnTo>
                  <a:lnTo>
                    <a:pt x="8179294" y="3149930"/>
                  </a:lnTo>
                  <a:lnTo>
                    <a:pt x="8126667" y="3211004"/>
                  </a:lnTo>
                  <a:lnTo>
                    <a:pt x="8071126" y="3266649"/>
                  </a:lnTo>
                  <a:lnTo>
                    <a:pt x="8011986" y="3317227"/>
                  </a:lnTo>
                  <a:lnTo>
                    <a:pt x="7948535" y="3363183"/>
                  </a:lnTo>
                  <a:lnTo>
                    <a:pt x="7880071" y="3404980"/>
                  </a:lnTo>
                  <a:lnTo>
                    <a:pt x="7805944" y="3443057"/>
                  </a:lnTo>
                  <a:lnTo>
                    <a:pt x="7725612" y="3477807"/>
                  </a:lnTo>
                  <a:lnTo>
                    <a:pt x="7638716" y="3509560"/>
                  </a:lnTo>
                  <a:lnTo>
                    <a:pt x="7545179" y="3538577"/>
                  </a:lnTo>
                  <a:lnTo>
                    <a:pt x="7445319" y="3565046"/>
                  </a:lnTo>
                  <a:lnTo>
                    <a:pt x="7339980" y="3589080"/>
                  </a:lnTo>
                  <a:lnTo>
                    <a:pt x="7230646" y="3610726"/>
                  </a:lnTo>
                  <a:lnTo>
                    <a:pt x="7119516" y="3629975"/>
                  </a:lnTo>
                  <a:lnTo>
                    <a:pt x="7009491" y="3646784"/>
                  </a:lnTo>
                  <a:lnTo>
                    <a:pt x="6904032" y="3661102"/>
                  </a:lnTo>
                  <a:lnTo>
                    <a:pt x="6806856" y="3672910"/>
                  </a:lnTo>
                  <a:lnTo>
                    <a:pt x="6721501" y="3682250"/>
                  </a:lnTo>
                  <a:lnTo>
                    <a:pt x="6650807" y="3689253"/>
                  </a:lnTo>
                  <a:lnTo>
                    <a:pt x="6596446" y="3694149"/>
                  </a:lnTo>
                  <a:lnTo>
                    <a:pt x="6558594" y="3697261"/>
                  </a:lnTo>
                  <a:lnTo>
                    <a:pt x="6535825" y="3698974"/>
                  </a:lnTo>
                  <a:lnTo>
                    <a:pt x="6525199" y="3699708"/>
                  </a:lnTo>
                  <a:lnTo>
                    <a:pt x="6522385" y="3699887"/>
                  </a:lnTo>
                  <a:lnTo>
                    <a:pt x="5527445" y="3699887"/>
                  </a:lnTo>
                  <a:lnTo>
                    <a:pt x="5526317" y="3699868"/>
                  </a:lnTo>
                  <a:lnTo>
                    <a:pt x="5518867" y="3699735"/>
                  </a:lnTo>
                  <a:lnTo>
                    <a:pt x="5499986" y="3699365"/>
                  </a:lnTo>
                  <a:lnTo>
                    <a:pt x="5465974" y="3698636"/>
                  </a:lnTo>
                  <a:lnTo>
                    <a:pt x="5414761" y="3697432"/>
                  </a:lnTo>
                  <a:lnTo>
                    <a:pt x="5346061" y="3695653"/>
                  </a:lnTo>
                  <a:lnTo>
                    <a:pt x="5261316" y="3693224"/>
                  </a:lnTo>
                  <a:lnTo>
                    <a:pt x="5163381" y="3690102"/>
                  </a:lnTo>
                  <a:lnTo>
                    <a:pt x="5056001" y="3686269"/>
                  </a:lnTo>
                  <a:lnTo>
                    <a:pt x="4943226" y="3681728"/>
                  </a:lnTo>
                  <a:lnTo>
                    <a:pt x="4828878" y="3676495"/>
                  </a:lnTo>
                  <a:lnTo>
                    <a:pt x="4716187" y="3670582"/>
                  </a:lnTo>
                  <a:lnTo>
                    <a:pt x="4607604" y="3663992"/>
                  </a:lnTo>
                  <a:lnTo>
                    <a:pt x="4504781" y="3656713"/>
                  </a:lnTo>
                  <a:lnTo>
                    <a:pt x="4408644" y="3648713"/>
                  </a:lnTo>
                  <a:lnTo>
                    <a:pt x="4319537" y="3639935"/>
                  </a:lnTo>
                  <a:lnTo>
                    <a:pt x="4237360" y="3630303"/>
                  </a:lnTo>
                  <a:lnTo>
                    <a:pt x="4161707" y="3619720"/>
                  </a:lnTo>
                  <a:lnTo>
                    <a:pt x="4091974" y="3608069"/>
                  </a:lnTo>
                  <a:lnTo>
                    <a:pt x="4027441" y="3595222"/>
                  </a:lnTo>
                  <a:lnTo>
                    <a:pt x="3967341" y="3581042"/>
                  </a:lnTo>
                  <a:lnTo>
                    <a:pt x="3910902" y="3565405"/>
                  </a:lnTo>
                  <a:lnTo>
                    <a:pt x="3857390" y="3548211"/>
                  </a:lnTo>
                  <a:lnTo>
                    <a:pt x="3820202" y="3534807"/>
                  </a:lnTo>
                  <a:lnTo>
                    <a:pt x="3762917" y="3511762"/>
                  </a:lnTo>
                  <a:lnTo>
                    <a:pt x="3707338" y="3486565"/>
                  </a:lnTo>
                  <a:lnTo>
                    <a:pt x="3652874" y="3459178"/>
                  </a:lnTo>
                  <a:lnTo>
                    <a:pt x="3599079" y="3429626"/>
                  </a:lnTo>
                  <a:lnTo>
                    <a:pt x="3545628" y="3397998"/>
                  </a:lnTo>
                  <a:lnTo>
                    <a:pt x="3492296" y="3364458"/>
                  </a:lnTo>
                  <a:lnTo>
                    <a:pt x="3438944" y="3329243"/>
                  </a:lnTo>
                  <a:lnTo>
                    <a:pt x="3385504" y="3292661"/>
                  </a:lnTo>
                  <a:lnTo>
                    <a:pt x="3331963" y="3255079"/>
                  </a:lnTo>
                  <a:lnTo>
                    <a:pt x="3278351" y="3216910"/>
                  </a:lnTo>
                  <a:lnTo>
                    <a:pt x="3224719" y="3178597"/>
                  </a:lnTo>
                  <a:lnTo>
                    <a:pt x="3171127" y="3140590"/>
                  </a:lnTo>
                  <a:lnTo>
                    <a:pt x="3117621" y="3103322"/>
                  </a:lnTo>
                  <a:lnTo>
                    <a:pt x="3064217" y="3067193"/>
                  </a:lnTo>
                  <a:lnTo>
                    <a:pt x="3010883" y="3032550"/>
                  </a:lnTo>
                  <a:lnTo>
                    <a:pt x="2957529" y="2999675"/>
                  </a:lnTo>
                  <a:lnTo>
                    <a:pt x="2903985" y="2968779"/>
                  </a:lnTo>
                  <a:lnTo>
                    <a:pt x="2849992" y="2940000"/>
                  </a:lnTo>
                  <a:lnTo>
                    <a:pt x="2795185" y="2913403"/>
                  </a:lnTo>
                  <a:lnTo>
                    <a:pt x="2739068" y="2888988"/>
                  </a:lnTo>
                  <a:lnTo>
                    <a:pt x="2702183" y="2874487"/>
                  </a:lnTo>
                  <a:lnTo>
                    <a:pt x="2650371" y="2856143"/>
                  </a:lnTo>
                  <a:lnTo>
                    <a:pt x="2596115" y="2839389"/>
                  </a:lnTo>
                  <a:lnTo>
                    <a:pt x="2538734" y="2824169"/>
                  </a:lnTo>
                  <a:lnTo>
                    <a:pt x="2477480" y="2810373"/>
                  </a:lnTo>
                  <a:lnTo>
                    <a:pt x="2411577" y="2797872"/>
                  </a:lnTo>
                  <a:lnTo>
                    <a:pt x="2340266" y="2786530"/>
                  </a:lnTo>
                  <a:lnTo>
                    <a:pt x="2262853" y="2776222"/>
                  </a:lnTo>
                  <a:lnTo>
                    <a:pt x="2178780" y="2766837"/>
                  </a:lnTo>
                  <a:lnTo>
                    <a:pt x="2087712" y="2758282"/>
                  </a:lnTo>
                  <a:lnTo>
                    <a:pt x="1989660" y="2750487"/>
                  </a:lnTo>
                  <a:lnTo>
                    <a:pt x="1885113" y="2743402"/>
                  </a:lnTo>
                  <a:lnTo>
                    <a:pt x="1775189" y="2737001"/>
                  </a:lnTo>
                  <a:lnTo>
                    <a:pt x="1661756" y="2731276"/>
                  </a:lnTo>
                  <a:lnTo>
                    <a:pt x="1547491" y="2726234"/>
                  </a:lnTo>
                  <a:lnTo>
                    <a:pt x="1435814" y="2721889"/>
                  </a:lnTo>
                  <a:lnTo>
                    <a:pt x="1330656" y="2718254"/>
                  </a:lnTo>
                  <a:lnTo>
                    <a:pt x="1236040" y="2715327"/>
                  </a:lnTo>
                  <a:lnTo>
                    <a:pt x="1155522" y="2713084"/>
                  </a:lnTo>
                  <a:lnTo>
                    <a:pt x="1091609" y="2711474"/>
                  </a:lnTo>
                  <a:lnTo>
                    <a:pt x="1045284" y="2710413"/>
                  </a:lnTo>
                  <a:lnTo>
                    <a:pt x="1015761" y="2709796"/>
                  </a:lnTo>
                  <a:lnTo>
                    <a:pt x="1000493" y="2709504"/>
                  </a:lnTo>
                  <a:lnTo>
                    <a:pt x="995371" y="2709414"/>
                  </a:lnTo>
                  <a:lnTo>
                    <a:pt x="994940" y="2709407"/>
                  </a:lnTo>
                  <a:lnTo>
                    <a:pt x="0" y="2709407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03" name="pl1002"/>
            <p:cNvSpPr/>
            <p:nvPr/>
          </p:nvSpPr>
          <p:spPr>
            <a:xfrm>
              <a:off x="1199187" y="1855019"/>
              <a:ext cx="12049831" cy="3699887"/>
            </a:xfrm>
            <a:custGeom>
              <a:avLst/>
              <a:pathLst>
                <a:path w="12049831" h="3699887">
                  <a:moveTo>
                    <a:pt x="0" y="2709407"/>
                  </a:moveTo>
                  <a:lnTo>
                    <a:pt x="994940" y="2709407"/>
                  </a:lnTo>
                  <a:lnTo>
                    <a:pt x="996068" y="2709426"/>
                  </a:lnTo>
                  <a:lnTo>
                    <a:pt x="1003518" y="2709560"/>
                  </a:lnTo>
                  <a:lnTo>
                    <a:pt x="1022399" y="2709930"/>
                  </a:lnTo>
                  <a:lnTo>
                    <a:pt x="1056411" y="2710658"/>
                  </a:lnTo>
                  <a:lnTo>
                    <a:pt x="1107624" y="2711862"/>
                  </a:lnTo>
                  <a:lnTo>
                    <a:pt x="1176324" y="2713642"/>
                  </a:lnTo>
                  <a:lnTo>
                    <a:pt x="1261069" y="2716070"/>
                  </a:lnTo>
                  <a:lnTo>
                    <a:pt x="1359004" y="2719193"/>
                  </a:lnTo>
                  <a:lnTo>
                    <a:pt x="1466384" y="2723026"/>
                  </a:lnTo>
                  <a:lnTo>
                    <a:pt x="1579159" y="2727566"/>
                  </a:lnTo>
                  <a:lnTo>
                    <a:pt x="1693507" y="2732799"/>
                  </a:lnTo>
                  <a:lnTo>
                    <a:pt x="1806198" y="2738713"/>
                  </a:lnTo>
                  <a:lnTo>
                    <a:pt x="1914781" y="2745302"/>
                  </a:lnTo>
                  <a:lnTo>
                    <a:pt x="2017604" y="2752581"/>
                  </a:lnTo>
                  <a:lnTo>
                    <a:pt x="2113741" y="2760582"/>
                  </a:lnTo>
                  <a:lnTo>
                    <a:pt x="2202848" y="2769360"/>
                  </a:lnTo>
                  <a:lnTo>
                    <a:pt x="2285025" y="2778991"/>
                  </a:lnTo>
                  <a:lnTo>
                    <a:pt x="2360678" y="2789574"/>
                  </a:lnTo>
                  <a:lnTo>
                    <a:pt x="2430411" y="2801225"/>
                  </a:lnTo>
                  <a:lnTo>
                    <a:pt x="2494944" y="2814073"/>
                  </a:lnTo>
                  <a:lnTo>
                    <a:pt x="2555044" y="2828252"/>
                  </a:lnTo>
                  <a:lnTo>
                    <a:pt x="2611483" y="2843890"/>
                  </a:lnTo>
                  <a:lnTo>
                    <a:pt x="2664995" y="2861083"/>
                  </a:lnTo>
                  <a:lnTo>
                    <a:pt x="2702183" y="2874487"/>
                  </a:lnTo>
                  <a:lnTo>
                    <a:pt x="2759468" y="2897532"/>
                  </a:lnTo>
                  <a:lnTo>
                    <a:pt x="2815047" y="2922730"/>
                  </a:lnTo>
                  <a:lnTo>
                    <a:pt x="2869511" y="2950116"/>
                  </a:lnTo>
                  <a:lnTo>
                    <a:pt x="2923306" y="2979669"/>
                  </a:lnTo>
                  <a:lnTo>
                    <a:pt x="2976757" y="3011297"/>
                  </a:lnTo>
                  <a:lnTo>
                    <a:pt x="3030089" y="3044837"/>
                  </a:lnTo>
                  <a:lnTo>
                    <a:pt x="3083441" y="3080051"/>
                  </a:lnTo>
                  <a:lnTo>
                    <a:pt x="3136881" y="3116633"/>
                  </a:lnTo>
                  <a:lnTo>
                    <a:pt x="3190422" y="3154216"/>
                  </a:lnTo>
                  <a:lnTo>
                    <a:pt x="3244034" y="3192385"/>
                  </a:lnTo>
                  <a:lnTo>
                    <a:pt x="3297666" y="3230697"/>
                  </a:lnTo>
                  <a:lnTo>
                    <a:pt x="3351258" y="3268705"/>
                  </a:lnTo>
                  <a:lnTo>
                    <a:pt x="3404764" y="3305973"/>
                  </a:lnTo>
                  <a:lnTo>
                    <a:pt x="3458168" y="3342102"/>
                  </a:lnTo>
                  <a:lnTo>
                    <a:pt x="3511502" y="3376745"/>
                  </a:lnTo>
                  <a:lnTo>
                    <a:pt x="3564856" y="3409620"/>
                  </a:lnTo>
                  <a:lnTo>
                    <a:pt x="3618400" y="3440515"/>
                  </a:lnTo>
                  <a:lnTo>
                    <a:pt x="3672393" y="3469294"/>
                  </a:lnTo>
                  <a:lnTo>
                    <a:pt x="3727200" y="3495892"/>
                  </a:lnTo>
                  <a:lnTo>
                    <a:pt x="3783317" y="3520307"/>
                  </a:lnTo>
                  <a:lnTo>
                    <a:pt x="3820202" y="3534807"/>
                  </a:lnTo>
                  <a:lnTo>
                    <a:pt x="3872014" y="3553151"/>
                  </a:lnTo>
                  <a:lnTo>
                    <a:pt x="3926270" y="3569905"/>
                  </a:lnTo>
                  <a:lnTo>
                    <a:pt x="3983651" y="3585126"/>
                  </a:lnTo>
                  <a:lnTo>
                    <a:pt x="4044905" y="3598922"/>
                  </a:lnTo>
                  <a:lnTo>
                    <a:pt x="4110808" y="3611423"/>
                  </a:lnTo>
                  <a:lnTo>
                    <a:pt x="4182119" y="3622764"/>
                  </a:lnTo>
                  <a:lnTo>
                    <a:pt x="4259532" y="3633072"/>
                  </a:lnTo>
                  <a:lnTo>
                    <a:pt x="4343605" y="3642457"/>
                  </a:lnTo>
                  <a:lnTo>
                    <a:pt x="4434673" y="3651012"/>
                  </a:lnTo>
                  <a:lnTo>
                    <a:pt x="4532725" y="3658808"/>
                  </a:lnTo>
                  <a:lnTo>
                    <a:pt x="4637272" y="3665893"/>
                  </a:lnTo>
                  <a:lnTo>
                    <a:pt x="4747196" y="3672294"/>
                  </a:lnTo>
                  <a:lnTo>
                    <a:pt x="4860629" y="3678019"/>
                  </a:lnTo>
                  <a:lnTo>
                    <a:pt x="4974894" y="3683061"/>
                  </a:lnTo>
                  <a:lnTo>
                    <a:pt x="5086571" y="3687406"/>
                  </a:lnTo>
                  <a:lnTo>
                    <a:pt x="5191729" y="3691041"/>
                  </a:lnTo>
                  <a:lnTo>
                    <a:pt x="5286345" y="3693968"/>
                  </a:lnTo>
                  <a:lnTo>
                    <a:pt x="5366863" y="3696210"/>
                  </a:lnTo>
                  <a:lnTo>
                    <a:pt x="5430776" y="3697821"/>
                  </a:lnTo>
                  <a:lnTo>
                    <a:pt x="5477101" y="3698882"/>
                  </a:lnTo>
                  <a:lnTo>
                    <a:pt x="5506624" y="3699498"/>
                  </a:lnTo>
                  <a:lnTo>
                    <a:pt x="5521892" y="3699790"/>
                  </a:lnTo>
                  <a:lnTo>
                    <a:pt x="5527014" y="3699880"/>
                  </a:lnTo>
                  <a:lnTo>
                    <a:pt x="5527445" y="3699887"/>
                  </a:lnTo>
                  <a:lnTo>
                    <a:pt x="6522385" y="3699887"/>
                  </a:lnTo>
                  <a:lnTo>
                    <a:pt x="6523424" y="3699823"/>
                  </a:lnTo>
                  <a:lnTo>
                    <a:pt x="6530287" y="3699364"/>
                  </a:lnTo>
                  <a:lnTo>
                    <a:pt x="6547723" y="3698097"/>
                  </a:lnTo>
                  <a:lnTo>
                    <a:pt x="6579226" y="3695599"/>
                  </a:lnTo>
                  <a:lnTo>
                    <a:pt x="6626854" y="3691466"/>
                  </a:lnTo>
                  <a:lnTo>
                    <a:pt x="6691078" y="3685347"/>
                  </a:lnTo>
                  <a:lnTo>
                    <a:pt x="6770801" y="3676972"/>
                  </a:lnTo>
                  <a:lnTo>
                    <a:pt x="6863604" y="3666170"/>
                  </a:lnTo>
                  <a:lnTo>
                    <a:pt x="6966169" y="3652865"/>
                  </a:lnTo>
                  <a:lnTo>
                    <a:pt x="7074790" y="3637056"/>
                  </a:lnTo>
                  <a:lnTo>
                    <a:pt x="7185860" y="3618786"/>
                  </a:lnTo>
                  <a:lnTo>
                    <a:pt x="7296224" y="3598104"/>
                  </a:lnTo>
                  <a:lnTo>
                    <a:pt x="7403394" y="3575035"/>
                  </a:lnTo>
                  <a:lnTo>
                    <a:pt x="7505600" y="3549559"/>
                  </a:lnTo>
                  <a:lnTo>
                    <a:pt x="7601754" y="3521589"/>
                  </a:lnTo>
                  <a:lnTo>
                    <a:pt x="7691341" y="3490967"/>
                  </a:lnTo>
                  <a:lnTo>
                    <a:pt x="7774293" y="3457463"/>
                  </a:lnTo>
                  <a:lnTo>
                    <a:pt x="7850867" y="3420773"/>
                  </a:lnTo>
                  <a:lnTo>
                    <a:pt x="7921543" y="3380528"/>
                  </a:lnTo>
                  <a:lnTo>
                    <a:pt x="7986935" y="3336306"/>
                  </a:lnTo>
                  <a:lnTo>
                    <a:pt x="8047729" y="3287649"/>
                  </a:lnTo>
                  <a:lnTo>
                    <a:pt x="8104638" y="3234099"/>
                  </a:lnTo>
                  <a:lnTo>
                    <a:pt x="8158362" y="3175252"/>
                  </a:lnTo>
                  <a:lnTo>
                    <a:pt x="8209553" y="3110833"/>
                  </a:lnTo>
                  <a:lnTo>
                    <a:pt x="8229629" y="3083239"/>
                  </a:lnTo>
                  <a:lnTo>
                    <a:pt x="8269508" y="3024476"/>
                  </a:lnTo>
                  <a:lnTo>
                    <a:pt x="8308470" y="2961894"/>
                  </a:lnTo>
                  <a:lnTo>
                    <a:pt x="8346736" y="2895417"/>
                  </a:lnTo>
                  <a:lnTo>
                    <a:pt x="8384489" y="2825012"/>
                  </a:lnTo>
                  <a:lnTo>
                    <a:pt x="8421880" y="2750703"/>
                  </a:lnTo>
                  <a:lnTo>
                    <a:pt x="8459031" y="2672568"/>
                  </a:lnTo>
                  <a:lnTo>
                    <a:pt x="8496039" y="2590748"/>
                  </a:lnTo>
                  <a:lnTo>
                    <a:pt x="8532977" y="2505444"/>
                  </a:lnTo>
                  <a:lnTo>
                    <a:pt x="8569901" y="2416923"/>
                  </a:lnTo>
                  <a:lnTo>
                    <a:pt x="8606847" y="2325515"/>
                  </a:lnTo>
                  <a:lnTo>
                    <a:pt x="8643834" y="2231606"/>
                  </a:lnTo>
                  <a:lnTo>
                    <a:pt x="8680871" y="2135637"/>
                  </a:lnTo>
                  <a:lnTo>
                    <a:pt x="8717955" y="2038096"/>
                  </a:lnTo>
                  <a:lnTo>
                    <a:pt x="8755073" y="1939504"/>
                  </a:lnTo>
                  <a:lnTo>
                    <a:pt x="8792209" y="1840408"/>
                  </a:lnTo>
                  <a:lnTo>
                    <a:pt x="8829343" y="1741366"/>
                  </a:lnTo>
                  <a:lnTo>
                    <a:pt x="8866456" y="1642934"/>
                  </a:lnTo>
                  <a:lnTo>
                    <a:pt x="8903532" y="1545656"/>
                  </a:lnTo>
                  <a:lnTo>
                    <a:pt x="8940559" y="1450047"/>
                  </a:lnTo>
                  <a:lnTo>
                    <a:pt x="8977538" y="1356586"/>
                  </a:lnTo>
                  <a:lnTo>
                    <a:pt x="9014477" y="1265705"/>
                  </a:lnTo>
                  <a:lnTo>
                    <a:pt x="9051400" y="1177779"/>
                  </a:lnTo>
                  <a:lnTo>
                    <a:pt x="9088347" y="1093127"/>
                  </a:lnTo>
                  <a:lnTo>
                    <a:pt x="9125376" y="1012001"/>
                  </a:lnTo>
                  <a:lnTo>
                    <a:pt x="9162565" y="934593"/>
                  </a:lnTo>
                  <a:lnTo>
                    <a:pt x="9200015" y="861030"/>
                  </a:lnTo>
                  <a:lnTo>
                    <a:pt x="9237854" y="791381"/>
                  </a:lnTo>
                  <a:lnTo>
                    <a:pt x="9276239" y="725656"/>
                  </a:lnTo>
                  <a:lnTo>
                    <a:pt x="9315359" y="663817"/>
                  </a:lnTo>
                  <a:lnTo>
                    <a:pt x="9347647" y="616647"/>
                  </a:lnTo>
                  <a:lnTo>
                    <a:pt x="9397982" y="549957"/>
                  </a:lnTo>
                  <a:lnTo>
                    <a:pt x="9450609" y="488882"/>
                  </a:lnTo>
                  <a:lnTo>
                    <a:pt x="9506150" y="433238"/>
                  </a:lnTo>
                  <a:lnTo>
                    <a:pt x="9565291" y="382660"/>
                  </a:lnTo>
                  <a:lnTo>
                    <a:pt x="9628741" y="336704"/>
                  </a:lnTo>
                  <a:lnTo>
                    <a:pt x="9697205" y="294906"/>
                  </a:lnTo>
                  <a:lnTo>
                    <a:pt x="9771332" y="256829"/>
                  </a:lnTo>
                  <a:lnTo>
                    <a:pt x="9851665" y="222080"/>
                  </a:lnTo>
                  <a:lnTo>
                    <a:pt x="9938560" y="190327"/>
                  </a:lnTo>
                  <a:lnTo>
                    <a:pt x="10032098" y="161310"/>
                  </a:lnTo>
                  <a:lnTo>
                    <a:pt x="10131957" y="134841"/>
                  </a:lnTo>
                  <a:lnTo>
                    <a:pt x="10237296" y="110807"/>
                  </a:lnTo>
                  <a:lnTo>
                    <a:pt x="10346630" y="89160"/>
                  </a:lnTo>
                  <a:lnTo>
                    <a:pt x="10457760" y="69911"/>
                  </a:lnTo>
                  <a:lnTo>
                    <a:pt x="10567785" y="53103"/>
                  </a:lnTo>
                  <a:lnTo>
                    <a:pt x="10673244" y="38784"/>
                  </a:lnTo>
                  <a:lnTo>
                    <a:pt x="10770420" y="26976"/>
                  </a:lnTo>
                  <a:lnTo>
                    <a:pt x="10855776" y="17637"/>
                  </a:lnTo>
                  <a:lnTo>
                    <a:pt x="10926470" y="10634"/>
                  </a:lnTo>
                  <a:lnTo>
                    <a:pt x="10980831" y="5737"/>
                  </a:lnTo>
                  <a:lnTo>
                    <a:pt x="11018682" y="2626"/>
                  </a:lnTo>
                  <a:lnTo>
                    <a:pt x="11041451" y="913"/>
                  </a:lnTo>
                  <a:lnTo>
                    <a:pt x="11052077" y="179"/>
                  </a:lnTo>
                  <a:lnTo>
                    <a:pt x="11054821" y="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4" name="pl1003"/>
            <p:cNvSpPr/>
            <p:nvPr/>
          </p:nvSpPr>
          <p:spPr>
            <a:xfrm>
              <a:off x="1199187" y="1849779"/>
              <a:ext cx="12049831" cy="3699887"/>
            </a:xfrm>
            <a:custGeom>
              <a:avLst/>
              <a:pathLst>
                <a:path w="12049831" h="3699887">
                  <a:moveTo>
                    <a:pt x="12049831" y="0"/>
                  </a:moveTo>
                  <a:lnTo>
                    <a:pt x="11054891" y="0"/>
                  </a:lnTo>
                  <a:lnTo>
                    <a:pt x="11053853" y="64"/>
                  </a:lnTo>
                  <a:lnTo>
                    <a:pt x="11046989" y="523"/>
                  </a:lnTo>
                  <a:lnTo>
                    <a:pt x="11029554" y="1790"/>
                  </a:lnTo>
                  <a:lnTo>
                    <a:pt x="10998051" y="4287"/>
                  </a:lnTo>
                  <a:lnTo>
                    <a:pt x="10950422" y="8420"/>
                  </a:lnTo>
                  <a:lnTo>
                    <a:pt x="10886199" y="14540"/>
                  </a:lnTo>
                  <a:lnTo>
                    <a:pt x="10806475" y="22915"/>
                  </a:lnTo>
                  <a:lnTo>
                    <a:pt x="10713672" y="33717"/>
                  </a:lnTo>
                  <a:lnTo>
                    <a:pt x="10611108" y="47022"/>
                  </a:lnTo>
                  <a:lnTo>
                    <a:pt x="10502486" y="62830"/>
                  </a:lnTo>
                  <a:lnTo>
                    <a:pt x="10391417" y="81101"/>
                  </a:lnTo>
                  <a:lnTo>
                    <a:pt x="10281052" y="101783"/>
                  </a:lnTo>
                  <a:lnTo>
                    <a:pt x="10173883" y="124851"/>
                  </a:lnTo>
                  <a:lnTo>
                    <a:pt x="10071676" y="150328"/>
                  </a:lnTo>
                  <a:lnTo>
                    <a:pt x="9975522" y="178298"/>
                  </a:lnTo>
                  <a:lnTo>
                    <a:pt x="9885936" y="208920"/>
                  </a:lnTo>
                  <a:lnTo>
                    <a:pt x="9802984" y="242423"/>
                  </a:lnTo>
                  <a:lnTo>
                    <a:pt x="9726409" y="279113"/>
                  </a:lnTo>
                  <a:lnTo>
                    <a:pt x="9655733" y="319358"/>
                  </a:lnTo>
                  <a:lnTo>
                    <a:pt x="9590342" y="363581"/>
                  </a:lnTo>
                  <a:lnTo>
                    <a:pt x="9529548" y="412238"/>
                  </a:lnTo>
                  <a:lnTo>
                    <a:pt x="9472638" y="465787"/>
                  </a:lnTo>
                  <a:lnTo>
                    <a:pt x="9418914" y="524635"/>
                  </a:lnTo>
                  <a:lnTo>
                    <a:pt x="9367724" y="589053"/>
                  </a:lnTo>
                  <a:lnTo>
                    <a:pt x="9347647" y="616647"/>
                  </a:lnTo>
                  <a:lnTo>
                    <a:pt x="9307768" y="675411"/>
                  </a:lnTo>
                  <a:lnTo>
                    <a:pt x="9268806" y="737992"/>
                  </a:lnTo>
                  <a:lnTo>
                    <a:pt x="9230541" y="804470"/>
                  </a:lnTo>
                  <a:lnTo>
                    <a:pt x="9192787" y="874875"/>
                  </a:lnTo>
                  <a:lnTo>
                    <a:pt x="9155396" y="949184"/>
                  </a:lnTo>
                  <a:lnTo>
                    <a:pt x="9118245" y="1027319"/>
                  </a:lnTo>
                  <a:lnTo>
                    <a:pt x="9081238" y="1109139"/>
                  </a:lnTo>
                  <a:lnTo>
                    <a:pt x="9044299" y="1194443"/>
                  </a:lnTo>
                  <a:lnTo>
                    <a:pt x="9007375" y="1282964"/>
                  </a:lnTo>
                  <a:lnTo>
                    <a:pt x="8970430" y="1374372"/>
                  </a:lnTo>
                  <a:lnTo>
                    <a:pt x="8933442" y="1468281"/>
                  </a:lnTo>
                  <a:lnTo>
                    <a:pt x="8896405" y="1564249"/>
                  </a:lnTo>
                  <a:lnTo>
                    <a:pt x="8859322" y="1661790"/>
                  </a:lnTo>
                  <a:lnTo>
                    <a:pt x="8822203" y="1760382"/>
                  </a:lnTo>
                  <a:lnTo>
                    <a:pt x="8785067" y="1859478"/>
                  </a:lnTo>
                  <a:lnTo>
                    <a:pt x="8747933" y="1958521"/>
                  </a:lnTo>
                  <a:lnTo>
                    <a:pt x="8710820" y="2056953"/>
                  </a:lnTo>
                  <a:lnTo>
                    <a:pt x="8673745" y="2154231"/>
                  </a:lnTo>
                  <a:lnTo>
                    <a:pt x="8636717" y="2249839"/>
                  </a:lnTo>
                  <a:lnTo>
                    <a:pt x="8599739" y="2343300"/>
                  </a:lnTo>
                  <a:lnTo>
                    <a:pt x="8562800" y="2434182"/>
                  </a:lnTo>
                  <a:lnTo>
                    <a:pt x="8525876" y="2522107"/>
                  </a:lnTo>
                  <a:lnTo>
                    <a:pt x="8488929" y="2606760"/>
                  </a:lnTo>
                  <a:lnTo>
                    <a:pt x="8451901" y="2687886"/>
                  </a:lnTo>
                  <a:lnTo>
                    <a:pt x="8414712" y="2765294"/>
                  </a:lnTo>
                  <a:lnTo>
                    <a:pt x="8377261" y="2838856"/>
                  </a:lnTo>
                  <a:lnTo>
                    <a:pt x="8339422" y="2908506"/>
                  </a:lnTo>
                  <a:lnTo>
                    <a:pt x="8301038" y="2974230"/>
                  </a:lnTo>
                  <a:lnTo>
                    <a:pt x="8261918" y="3036070"/>
                  </a:lnTo>
                  <a:lnTo>
                    <a:pt x="8229629" y="3083239"/>
                  </a:lnTo>
                  <a:lnTo>
                    <a:pt x="8179294" y="3149930"/>
                  </a:lnTo>
                  <a:lnTo>
                    <a:pt x="8126667" y="3211004"/>
                  </a:lnTo>
                  <a:lnTo>
                    <a:pt x="8071126" y="3266649"/>
                  </a:lnTo>
                  <a:lnTo>
                    <a:pt x="8011986" y="3317227"/>
                  </a:lnTo>
                  <a:lnTo>
                    <a:pt x="7948535" y="3363183"/>
                  </a:lnTo>
                  <a:lnTo>
                    <a:pt x="7880071" y="3404980"/>
                  </a:lnTo>
                  <a:lnTo>
                    <a:pt x="7805944" y="3443057"/>
                  </a:lnTo>
                  <a:lnTo>
                    <a:pt x="7725612" y="3477807"/>
                  </a:lnTo>
                  <a:lnTo>
                    <a:pt x="7638716" y="3509560"/>
                  </a:lnTo>
                  <a:lnTo>
                    <a:pt x="7545179" y="3538577"/>
                  </a:lnTo>
                  <a:lnTo>
                    <a:pt x="7445319" y="3565046"/>
                  </a:lnTo>
                  <a:lnTo>
                    <a:pt x="7339980" y="3589080"/>
                  </a:lnTo>
                  <a:lnTo>
                    <a:pt x="7230646" y="3610726"/>
                  </a:lnTo>
                  <a:lnTo>
                    <a:pt x="7119516" y="3629975"/>
                  </a:lnTo>
                  <a:lnTo>
                    <a:pt x="7009491" y="3646784"/>
                  </a:lnTo>
                  <a:lnTo>
                    <a:pt x="6904032" y="3661102"/>
                  </a:lnTo>
                  <a:lnTo>
                    <a:pt x="6806856" y="3672910"/>
                  </a:lnTo>
                  <a:lnTo>
                    <a:pt x="6721501" y="3682250"/>
                  </a:lnTo>
                  <a:lnTo>
                    <a:pt x="6650807" y="3689253"/>
                  </a:lnTo>
                  <a:lnTo>
                    <a:pt x="6596446" y="3694149"/>
                  </a:lnTo>
                  <a:lnTo>
                    <a:pt x="6558594" y="3697261"/>
                  </a:lnTo>
                  <a:lnTo>
                    <a:pt x="6535825" y="3698974"/>
                  </a:lnTo>
                  <a:lnTo>
                    <a:pt x="6525199" y="3699708"/>
                  </a:lnTo>
                  <a:lnTo>
                    <a:pt x="6522456" y="3699883"/>
                  </a:lnTo>
                  <a:lnTo>
                    <a:pt x="6522385" y="3699887"/>
                  </a:lnTo>
                  <a:lnTo>
                    <a:pt x="5527445" y="3699887"/>
                  </a:lnTo>
                  <a:lnTo>
                    <a:pt x="5526317" y="3699868"/>
                  </a:lnTo>
                  <a:lnTo>
                    <a:pt x="5518867" y="3699735"/>
                  </a:lnTo>
                  <a:lnTo>
                    <a:pt x="5499986" y="3699365"/>
                  </a:lnTo>
                  <a:lnTo>
                    <a:pt x="5465974" y="3698636"/>
                  </a:lnTo>
                  <a:lnTo>
                    <a:pt x="5414761" y="3697432"/>
                  </a:lnTo>
                  <a:lnTo>
                    <a:pt x="5346061" y="3695653"/>
                  </a:lnTo>
                  <a:lnTo>
                    <a:pt x="5261316" y="3693224"/>
                  </a:lnTo>
                  <a:lnTo>
                    <a:pt x="5163381" y="3690102"/>
                  </a:lnTo>
                  <a:lnTo>
                    <a:pt x="5056001" y="3686269"/>
                  </a:lnTo>
                  <a:lnTo>
                    <a:pt x="4943226" y="3681728"/>
                  </a:lnTo>
                  <a:lnTo>
                    <a:pt x="4828878" y="3676495"/>
                  </a:lnTo>
                  <a:lnTo>
                    <a:pt x="4716187" y="3670582"/>
                  </a:lnTo>
                  <a:lnTo>
                    <a:pt x="4607604" y="3663992"/>
                  </a:lnTo>
                  <a:lnTo>
                    <a:pt x="4504781" y="3656713"/>
                  </a:lnTo>
                  <a:lnTo>
                    <a:pt x="4408644" y="3648713"/>
                  </a:lnTo>
                  <a:lnTo>
                    <a:pt x="4319537" y="3639935"/>
                  </a:lnTo>
                  <a:lnTo>
                    <a:pt x="4237360" y="3630303"/>
                  </a:lnTo>
                  <a:lnTo>
                    <a:pt x="4161707" y="3619720"/>
                  </a:lnTo>
                  <a:lnTo>
                    <a:pt x="4091974" y="3608069"/>
                  </a:lnTo>
                  <a:lnTo>
                    <a:pt x="4027441" y="3595222"/>
                  </a:lnTo>
                  <a:lnTo>
                    <a:pt x="3967341" y="3581042"/>
                  </a:lnTo>
                  <a:lnTo>
                    <a:pt x="3910902" y="3565405"/>
                  </a:lnTo>
                  <a:lnTo>
                    <a:pt x="3857390" y="3548211"/>
                  </a:lnTo>
                  <a:lnTo>
                    <a:pt x="3820202" y="3534807"/>
                  </a:lnTo>
                  <a:lnTo>
                    <a:pt x="3762917" y="3511762"/>
                  </a:lnTo>
                  <a:lnTo>
                    <a:pt x="3707338" y="3486565"/>
                  </a:lnTo>
                  <a:lnTo>
                    <a:pt x="3652874" y="3459178"/>
                  </a:lnTo>
                  <a:lnTo>
                    <a:pt x="3599079" y="3429626"/>
                  </a:lnTo>
                  <a:lnTo>
                    <a:pt x="3545628" y="3397998"/>
                  </a:lnTo>
                  <a:lnTo>
                    <a:pt x="3492296" y="3364458"/>
                  </a:lnTo>
                  <a:lnTo>
                    <a:pt x="3438944" y="3329243"/>
                  </a:lnTo>
                  <a:lnTo>
                    <a:pt x="3385504" y="3292661"/>
                  </a:lnTo>
                  <a:lnTo>
                    <a:pt x="3331963" y="3255079"/>
                  </a:lnTo>
                  <a:lnTo>
                    <a:pt x="3278351" y="3216910"/>
                  </a:lnTo>
                  <a:lnTo>
                    <a:pt x="3224719" y="3178597"/>
                  </a:lnTo>
                  <a:lnTo>
                    <a:pt x="3171127" y="3140590"/>
                  </a:lnTo>
                  <a:lnTo>
                    <a:pt x="3117621" y="3103322"/>
                  </a:lnTo>
                  <a:lnTo>
                    <a:pt x="3064217" y="3067193"/>
                  </a:lnTo>
                  <a:lnTo>
                    <a:pt x="3010883" y="3032550"/>
                  </a:lnTo>
                  <a:lnTo>
                    <a:pt x="2957529" y="2999675"/>
                  </a:lnTo>
                  <a:lnTo>
                    <a:pt x="2903985" y="2968779"/>
                  </a:lnTo>
                  <a:lnTo>
                    <a:pt x="2849992" y="2940000"/>
                  </a:lnTo>
                  <a:lnTo>
                    <a:pt x="2795185" y="2913403"/>
                  </a:lnTo>
                  <a:lnTo>
                    <a:pt x="2739068" y="2888988"/>
                  </a:lnTo>
                  <a:lnTo>
                    <a:pt x="2702183" y="2874487"/>
                  </a:lnTo>
                  <a:lnTo>
                    <a:pt x="2650371" y="2856143"/>
                  </a:lnTo>
                  <a:lnTo>
                    <a:pt x="2596115" y="2839389"/>
                  </a:lnTo>
                  <a:lnTo>
                    <a:pt x="2538734" y="2824169"/>
                  </a:lnTo>
                  <a:lnTo>
                    <a:pt x="2477480" y="2810373"/>
                  </a:lnTo>
                  <a:lnTo>
                    <a:pt x="2411577" y="2797872"/>
                  </a:lnTo>
                  <a:lnTo>
                    <a:pt x="2340266" y="2786530"/>
                  </a:lnTo>
                  <a:lnTo>
                    <a:pt x="2262853" y="2776222"/>
                  </a:lnTo>
                  <a:lnTo>
                    <a:pt x="2178780" y="2766837"/>
                  </a:lnTo>
                  <a:lnTo>
                    <a:pt x="2087712" y="2758282"/>
                  </a:lnTo>
                  <a:lnTo>
                    <a:pt x="1989660" y="2750487"/>
                  </a:lnTo>
                  <a:lnTo>
                    <a:pt x="1885113" y="2743402"/>
                  </a:lnTo>
                  <a:lnTo>
                    <a:pt x="1775189" y="2737001"/>
                  </a:lnTo>
                  <a:lnTo>
                    <a:pt x="1661756" y="2731276"/>
                  </a:lnTo>
                  <a:lnTo>
                    <a:pt x="1547491" y="2726234"/>
                  </a:lnTo>
                  <a:lnTo>
                    <a:pt x="1435814" y="2721889"/>
                  </a:lnTo>
                  <a:lnTo>
                    <a:pt x="1330656" y="2718254"/>
                  </a:lnTo>
                  <a:lnTo>
                    <a:pt x="1236040" y="2715327"/>
                  </a:lnTo>
                  <a:lnTo>
                    <a:pt x="1155522" y="2713084"/>
                  </a:lnTo>
                  <a:lnTo>
                    <a:pt x="1091609" y="2711474"/>
                  </a:lnTo>
                  <a:lnTo>
                    <a:pt x="1045284" y="2710413"/>
                  </a:lnTo>
                  <a:lnTo>
                    <a:pt x="1015761" y="2709796"/>
                  </a:lnTo>
                  <a:lnTo>
                    <a:pt x="1000493" y="2709504"/>
                  </a:lnTo>
                  <a:lnTo>
                    <a:pt x="995371" y="2709414"/>
                  </a:lnTo>
                  <a:lnTo>
                    <a:pt x="994940" y="2709407"/>
                  </a:lnTo>
                  <a:lnTo>
                    <a:pt x="0" y="2709407"/>
                  </a:lnTo>
                  <a:lnTo>
                    <a:pt x="0" y="27094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5" name="pg1004"/>
            <p:cNvSpPr/>
            <p:nvPr/>
          </p:nvSpPr>
          <p:spPr>
            <a:xfrm>
              <a:off x="1199187" y="2269030"/>
              <a:ext cx="12049831" cy="3296358"/>
            </a:xfrm>
            <a:custGeom>
              <a:avLst/>
              <a:pathLst>
                <a:path w="12049831" h="3296358">
                  <a:moveTo>
                    <a:pt x="0" y="2300638"/>
                  </a:moveTo>
                  <a:lnTo>
                    <a:pt x="994940" y="2300638"/>
                  </a:lnTo>
                  <a:lnTo>
                    <a:pt x="996068" y="2300657"/>
                  </a:lnTo>
                  <a:lnTo>
                    <a:pt x="1003517" y="2300791"/>
                  </a:lnTo>
                  <a:lnTo>
                    <a:pt x="1022397" y="2301163"/>
                  </a:lnTo>
                  <a:lnTo>
                    <a:pt x="1056407" y="2301895"/>
                  </a:lnTo>
                  <a:lnTo>
                    <a:pt x="1107617" y="2303106"/>
                  </a:lnTo>
                  <a:lnTo>
                    <a:pt x="1176313" y="2304894"/>
                  </a:lnTo>
                  <a:lnTo>
                    <a:pt x="1261053" y="2307336"/>
                  </a:lnTo>
                  <a:lnTo>
                    <a:pt x="1358984" y="2310474"/>
                  </a:lnTo>
                  <a:lnTo>
                    <a:pt x="1466359" y="2314328"/>
                  </a:lnTo>
                  <a:lnTo>
                    <a:pt x="1579131" y="2318891"/>
                  </a:lnTo>
                  <a:lnTo>
                    <a:pt x="1693476" y="2324152"/>
                  </a:lnTo>
                  <a:lnTo>
                    <a:pt x="1806166" y="2330096"/>
                  </a:lnTo>
                  <a:lnTo>
                    <a:pt x="1914747" y="2336721"/>
                  </a:lnTo>
                  <a:lnTo>
                    <a:pt x="2017570" y="2344037"/>
                  </a:lnTo>
                  <a:lnTo>
                    <a:pt x="2113707" y="2352080"/>
                  </a:lnTo>
                  <a:lnTo>
                    <a:pt x="2202814" y="2360904"/>
                  </a:lnTo>
                  <a:lnTo>
                    <a:pt x="2284992" y="2370586"/>
                  </a:lnTo>
                  <a:lnTo>
                    <a:pt x="2360646" y="2381224"/>
                  </a:lnTo>
                  <a:lnTo>
                    <a:pt x="2430380" y="2392936"/>
                  </a:lnTo>
                  <a:lnTo>
                    <a:pt x="2494913" y="2405851"/>
                  </a:lnTo>
                  <a:lnTo>
                    <a:pt x="2555014" y="2420104"/>
                  </a:lnTo>
                  <a:lnTo>
                    <a:pt x="2611453" y="2435823"/>
                  </a:lnTo>
                  <a:lnTo>
                    <a:pt x="2664965" y="2453106"/>
                  </a:lnTo>
                  <a:lnTo>
                    <a:pt x="2702183" y="2466591"/>
                  </a:lnTo>
                  <a:lnTo>
                    <a:pt x="2759429" y="2489742"/>
                  </a:lnTo>
                  <a:lnTo>
                    <a:pt x="2814972" y="2515053"/>
                  </a:lnTo>
                  <a:lnTo>
                    <a:pt x="2869400" y="2542562"/>
                  </a:lnTo>
                  <a:lnTo>
                    <a:pt x="2923160" y="2572245"/>
                  </a:lnTo>
                  <a:lnTo>
                    <a:pt x="2976574" y="2604012"/>
                  </a:lnTo>
                  <a:lnTo>
                    <a:pt x="3029870" y="2637700"/>
                  </a:lnTo>
                  <a:lnTo>
                    <a:pt x="3083185" y="2673069"/>
                  </a:lnTo>
                  <a:lnTo>
                    <a:pt x="3136588" y="2709814"/>
                  </a:lnTo>
                  <a:lnTo>
                    <a:pt x="3190092" y="2747565"/>
                  </a:lnTo>
                  <a:lnTo>
                    <a:pt x="3243667" y="2785907"/>
                  </a:lnTo>
                  <a:lnTo>
                    <a:pt x="3297262" y="2824396"/>
                  </a:lnTo>
                  <a:lnTo>
                    <a:pt x="3350817" y="2862583"/>
                  </a:lnTo>
                  <a:lnTo>
                    <a:pt x="3404288" y="2900031"/>
                  </a:lnTo>
                  <a:lnTo>
                    <a:pt x="3457657" y="2936338"/>
                  </a:lnTo>
                  <a:lnTo>
                    <a:pt x="3510954" y="2971157"/>
                  </a:lnTo>
                  <a:lnTo>
                    <a:pt x="3564271" y="3004203"/>
                  </a:lnTo>
                  <a:lnTo>
                    <a:pt x="3617774" y="3035264"/>
                  </a:lnTo>
                  <a:lnTo>
                    <a:pt x="3671723" y="3064202"/>
                  </a:lnTo>
                  <a:lnTo>
                    <a:pt x="3726480" y="3090950"/>
                  </a:lnTo>
                  <a:lnTo>
                    <a:pt x="3782537" y="3115506"/>
                  </a:lnTo>
                  <a:lnTo>
                    <a:pt x="3820202" y="3130405"/>
                  </a:lnTo>
                  <a:lnTo>
                    <a:pt x="3872013" y="3148846"/>
                  </a:lnTo>
                  <a:lnTo>
                    <a:pt x="3926267" y="3165688"/>
                  </a:lnTo>
                  <a:lnTo>
                    <a:pt x="3983647" y="3180989"/>
                  </a:lnTo>
                  <a:lnTo>
                    <a:pt x="4044899" y="3194857"/>
                  </a:lnTo>
                  <a:lnTo>
                    <a:pt x="4110799" y="3207425"/>
                  </a:lnTo>
                  <a:lnTo>
                    <a:pt x="4182108" y="3218826"/>
                  </a:lnTo>
                  <a:lnTo>
                    <a:pt x="4259518" y="3229188"/>
                  </a:lnTo>
                  <a:lnTo>
                    <a:pt x="4343588" y="3238623"/>
                  </a:lnTo>
                  <a:lnTo>
                    <a:pt x="4434652" y="3247223"/>
                  </a:lnTo>
                  <a:lnTo>
                    <a:pt x="4532701" y="3255060"/>
                  </a:lnTo>
                  <a:lnTo>
                    <a:pt x="4637243" y="3262182"/>
                  </a:lnTo>
                  <a:lnTo>
                    <a:pt x="4747163" y="3268617"/>
                  </a:lnTo>
                  <a:lnTo>
                    <a:pt x="4860592" y="3274373"/>
                  </a:lnTo>
                  <a:lnTo>
                    <a:pt x="4974855" y="3279441"/>
                  </a:lnTo>
                  <a:lnTo>
                    <a:pt x="5086531" y="3283809"/>
                  </a:lnTo>
                  <a:lnTo>
                    <a:pt x="5191689" y="3287464"/>
                  </a:lnTo>
                  <a:lnTo>
                    <a:pt x="5286309" y="3290406"/>
                  </a:lnTo>
                  <a:lnTo>
                    <a:pt x="5366831" y="3292661"/>
                  </a:lnTo>
                  <a:lnTo>
                    <a:pt x="5430750" y="3294280"/>
                  </a:lnTo>
                  <a:lnTo>
                    <a:pt x="5477082" y="3295347"/>
                  </a:lnTo>
                  <a:lnTo>
                    <a:pt x="5506613" y="3295967"/>
                  </a:lnTo>
                  <a:lnTo>
                    <a:pt x="5521887" y="3296261"/>
                  </a:lnTo>
                  <a:lnTo>
                    <a:pt x="5527013" y="3296351"/>
                  </a:lnTo>
                  <a:lnTo>
                    <a:pt x="5527445" y="3296358"/>
                  </a:lnTo>
                  <a:lnTo>
                    <a:pt x="6522385" y="3296358"/>
                  </a:lnTo>
                  <a:lnTo>
                    <a:pt x="6523443" y="3296300"/>
                  </a:lnTo>
                  <a:lnTo>
                    <a:pt x="6530428" y="3295884"/>
                  </a:lnTo>
                  <a:lnTo>
                    <a:pt x="6548165" y="3294736"/>
                  </a:lnTo>
                  <a:lnTo>
                    <a:pt x="6580193" y="3292473"/>
                  </a:lnTo>
                  <a:lnTo>
                    <a:pt x="6628574" y="3288729"/>
                  </a:lnTo>
                  <a:lnTo>
                    <a:pt x="6693740" y="3283188"/>
                  </a:lnTo>
                  <a:lnTo>
                    <a:pt x="6774527" y="3275608"/>
                  </a:lnTo>
                  <a:lnTo>
                    <a:pt x="6868424" y="3265839"/>
                  </a:lnTo>
                  <a:lnTo>
                    <a:pt x="6972024" y="3253815"/>
                  </a:lnTo>
                  <a:lnTo>
                    <a:pt x="7081547" y="3239538"/>
                  </a:lnTo>
                  <a:lnTo>
                    <a:pt x="7193337" y="3223047"/>
                  </a:lnTo>
                  <a:lnTo>
                    <a:pt x="7304223" y="3204386"/>
                  </a:lnTo>
                  <a:lnTo>
                    <a:pt x="7411719" y="3183578"/>
                  </a:lnTo>
                  <a:lnTo>
                    <a:pt x="7514080" y="3160597"/>
                  </a:lnTo>
                  <a:lnTo>
                    <a:pt x="7610249" y="3135361"/>
                  </a:lnTo>
                  <a:lnTo>
                    <a:pt x="7699748" y="3107721"/>
                  </a:lnTo>
                  <a:lnTo>
                    <a:pt x="7782544" y="3077462"/>
                  </a:lnTo>
                  <a:lnTo>
                    <a:pt x="7858926" y="3044302"/>
                  </a:lnTo>
                  <a:lnTo>
                    <a:pt x="7929400" y="3007901"/>
                  </a:lnTo>
                  <a:lnTo>
                    <a:pt x="7994603" y="2967872"/>
                  </a:lnTo>
                  <a:lnTo>
                    <a:pt x="8055240" y="2923799"/>
                  </a:lnTo>
                  <a:lnTo>
                    <a:pt x="8112036" y="2875270"/>
                  </a:lnTo>
                  <a:lnTo>
                    <a:pt x="8165701" y="2821929"/>
                  </a:lnTo>
                  <a:lnTo>
                    <a:pt x="8216888" y="2763552"/>
                  </a:lnTo>
                  <a:lnTo>
                    <a:pt x="8229629" y="2747839"/>
                  </a:lnTo>
                  <a:lnTo>
                    <a:pt x="8271425" y="2692937"/>
                  </a:lnTo>
                  <a:lnTo>
                    <a:pt x="8312224" y="2634295"/>
                  </a:lnTo>
                  <a:lnTo>
                    <a:pt x="8352279" y="2571837"/>
                  </a:lnTo>
                  <a:lnTo>
                    <a:pt x="8391796" y="2505538"/>
                  </a:lnTo>
                  <a:lnTo>
                    <a:pt x="8430943" y="2435431"/>
                  </a:lnTo>
                  <a:lnTo>
                    <a:pt x="8469854" y="2361609"/>
                  </a:lnTo>
                  <a:lnTo>
                    <a:pt x="8508633" y="2284234"/>
                  </a:lnTo>
                  <a:lnTo>
                    <a:pt x="8547359" y="2203533"/>
                  </a:lnTo>
                  <a:lnTo>
                    <a:pt x="8586087" y="2119805"/>
                  </a:lnTo>
                  <a:lnTo>
                    <a:pt x="8624850" y="2033411"/>
                  </a:lnTo>
                  <a:lnTo>
                    <a:pt x="8663664" y="1944775"/>
                  </a:lnTo>
                  <a:lnTo>
                    <a:pt x="8702533" y="1854376"/>
                  </a:lnTo>
                  <a:lnTo>
                    <a:pt x="8741446" y="1762732"/>
                  </a:lnTo>
                  <a:lnTo>
                    <a:pt x="8780386" y="1670398"/>
                  </a:lnTo>
                  <a:lnTo>
                    <a:pt x="8819331" y="1577941"/>
                  </a:lnTo>
                  <a:lnTo>
                    <a:pt x="8858258" y="1485936"/>
                  </a:lnTo>
                  <a:lnTo>
                    <a:pt x="8897148" y="1394944"/>
                  </a:lnTo>
                  <a:lnTo>
                    <a:pt x="8935986" y="1305500"/>
                  </a:lnTo>
                  <a:lnTo>
                    <a:pt x="8974770" y="1218101"/>
                  </a:lnTo>
                  <a:lnTo>
                    <a:pt x="9013509" y="1133195"/>
                  </a:lnTo>
                  <a:lnTo>
                    <a:pt x="9052230" y="1051171"/>
                  </a:lnTo>
                  <a:lnTo>
                    <a:pt x="9090979" y="972355"/>
                  </a:lnTo>
                  <a:lnTo>
                    <a:pt x="9129823" y="897004"/>
                  </a:lnTo>
                  <a:lnTo>
                    <a:pt x="9168856" y="825307"/>
                  </a:lnTo>
                  <a:lnTo>
                    <a:pt x="9208197" y="757387"/>
                  </a:lnTo>
                  <a:lnTo>
                    <a:pt x="9248002" y="693301"/>
                  </a:lnTo>
                  <a:lnTo>
                    <a:pt x="9288457" y="633049"/>
                  </a:lnTo>
                  <a:lnTo>
                    <a:pt x="9329797" y="576575"/>
                  </a:lnTo>
                  <a:lnTo>
                    <a:pt x="9347647" y="553760"/>
                  </a:lnTo>
                  <a:lnTo>
                    <a:pt x="9398297" y="494090"/>
                  </a:lnTo>
                  <a:lnTo>
                    <a:pt x="9451269" y="439476"/>
                  </a:lnTo>
                  <a:lnTo>
                    <a:pt x="9507201" y="389749"/>
                  </a:lnTo>
                  <a:lnTo>
                    <a:pt x="9566788" y="344576"/>
                  </a:lnTo>
                  <a:lnTo>
                    <a:pt x="9630757" y="303555"/>
                  </a:lnTo>
                  <a:lnTo>
                    <a:pt x="9699821" y="266266"/>
                  </a:lnTo>
                  <a:lnTo>
                    <a:pt x="9774641" y="232314"/>
                  </a:lnTo>
                  <a:lnTo>
                    <a:pt x="9855761" y="201343"/>
                  </a:lnTo>
                  <a:lnTo>
                    <a:pt x="9943537" y="173058"/>
                  </a:lnTo>
                  <a:lnTo>
                    <a:pt x="10038029" y="147225"/>
                  </a:lnTo>
                  <a:lnTo>
                    <a:pt x="10138884" y="123679"/>
                  </a:lnTo>
                  <a:lnTo>
                    <a:pt x="10245206" y="102320"/>
                  </a:lnTo>
                  <a:lnTo>
                    <a:pt x="10355433" y="83111"/>
                  </a:lnTo>
                  <a:lnTo>
                    <a:pt x="10467269" y="66062"/>
                  </a:lnTo>
                  <a:lnTo>
                    <a:pt x="10577705" y="51215"/>
                  </a:lnTo>
                  <a:lnTo>
                    <a:pt x="10683178" y="38614"/>
                  </a:lnTo>
                  <a:lnTo>
                    <a:pt x="10779900" y="28272"/>
                  </a:lnTo>
                  <a:lnTo>
                    <a:pt x="10864317" y="20144"/>
                  </a:lnTo>
                  <a:lnTo>
                    <a:pt x="10933642" y="14102"/>
                  </a:lnTo>
                  <a:lnTo>
                    <a:pt x="10986333" y="9927"/>
                  </a:lnTo>
                  <a:lnTo>
                    <a:pt x="11022403" y="7319"/>
                  </a:lnTo>
                  <a:lnTo>
                    <a:pt x="11043507" y="5922"/>
                  </a:lnTo>
                  <a:lnTo>
                    <a:pt x="11052827" y="535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34" y="58"/>
                  </a:lnTo>
                  <a:lnTo>
                    <a:pt x="11046848" y="474"/>
                  </a:lnTo>
                  <a:lnTo>
                    <a:pt x="11029111" y="1622"/>
                  </a:lnTo>
                  <a:lnTo>
                    <a:pt x="10997083" y="3885"/>
                  </a:lnTo>
                  <a:lnTo>
                    <a:pt x="10948703" y="7629"/>
                  </a:lnTo>
                  <a:lnTo>
                    <a:pt x="10883536" y="13170"/>
                  </a:lnTo>
                  <a:lnTo>
                    <a:pt x="10802749" y="20749"/>
                  </a:lnTo>
                  <a:lnTo>
                    <a:pt x="10708852" y="30519"/>
                  </a:lnTo>
                  <a:lnTo>
                    <a:pt x="10605253" y="42543"/>
                  </a:lnTo>
                  <a:lnTo>
                    <a:pt x="10495730" y="56820"/>
                  </a:lnTo>
                  <a:lnTo>
                    <a:pt x="10383939" y="73311"/>
                  </a:lnTo>
                  <a:lnTo>
                    <a:pt x="10273053" y="91971"/>
                  </a:lnTo>
                  <a:lnTo>
                    <a:pt x="10165558" y="112780"/>
                  </a:lnTo>
                  <a:lnTo>
                    <a:pt x="10063197" y="135761"/>
                  </a:lnTo>
                  <a:lnTo>
                    <a:pt x="9967027" y="160997"/>
                  </a:lnTo>
                  <a:lnTo>
                    <a:pt x="9877529" y="188637"/>
                  </a:lnTo>
                  <a:lnTo>
                    <a:pt x="9794733" y="218896"/>
                  </a:lnTo>
                  <a:lnTo>
                    <a:pt x="9718351" y="252056"/>
                  </a:lnTo>
                  <a:lnTo>
                    <a:pt x="9647877" y="288456"/>
                  </a:lnTo>
                  <a:lnTo>
                    <a:pt x="9582674" y="328485"/>
                  </a:lnTo>
                  <a:lnTo>
                    <a:pt x="9522037" y="372558"/>
                  </a:lnTo>
                  <a:lnTo>
                    <a:pt x="9465240" y="421087"/>
                  </a:lnTo>
                  <a:lnTo>
                    <a:pt x="9411575" y="474429"/>
                  </a:lnTo>
                  <a:lnTo>
                    <a:pt x="9360388" y="532805"/>
                  </a:lnTo>
                  <a:lnTo>
                    <a:pt x="9347647" y="548519"/>
                  </a:lnTo>
                  <a:lnTo>
                    <a:pt x="9305852" y="603421"/>
                  </a:lnTo>
                  <a:lnTo>
                    <a:pt x="9265053" y="662063"/>
                  </a:lnTo>
                  <a:lnTo>
                    <a:pt x="9224998" y="724521"/>
                  </a:lnTo>
                  <a:lnTo>
                    <a:pt x="9185481" y="790820"/>
                  </a:lnTo>
                  <a:lnTo>
                    <a:pt x="9146334" y="860927"/>
                  </a:lnTo>
                  <a:lnTo>
                    <a:pt x="9107423" y="934749"/>
                  </a:lnTo>
                  <a:lnTo>
                    <a:pt x="9068643" y="1012124"/>
                  </a:lnTo>
                  <a:lnTo>
                    <a:pt x="9029917" y="1092824"/>
                  </a:lnTo>
                  <a:lnTo>
                    <a:pt x="8991190" y="1176553"/>
                  </a:lnTo>
                  <a:lnTo>
                    <a:pt x="8952427" y="1262947"/>
                  </a:lnTo>
                  <a:lnTo>
                    <a:pt x="8913612" y="1351582"/>
                  </a:lnTo>
                  <a:lnTo>
                    <a:pt x="8874743" y="1441982"/>
                  </a:lnTo>
                  <a:lnTo>
                    <a:pt x="8835830" y="1533625"/>
                  </a:lnTo>
                  <a:lnTo>
                    <a:pt x="8796890" y="1625960"/>
                  </a:lnTo>
                  <a:lnTo>
                    <a:pt x="8757945" y="1718417"/>
                  </a:lnTo>
                  <a:lnTo>
                    <a:pt x="8719018" y="1810422"/>
                  </a:lnTo>
                  <a:lnTo>
                    <a:pt x="8680129" y="1901414"/>
                  </a:lnTo>
                  <a:lnTo>
                    <a:pt x="8641291" y="1990858"/>
                  </a:lnTo>
                  <a:lnTo>
                    <a:pt x="8602507" y="2078257"/>
                  </a:lnTo>
                  <a:lnTo>
                    <a:pt x="8563767" y="2163163"/>
                  </a:lnTo>
                  <a:lnTo>
                    <a:pt x="8525046" y="2245187"/>
                  </a:lnTo>
                  <a:lnTo>
                    <a:pt x="8486297" y="2324003"/>
                  </a:lnTo>
                  <a:lnTo>
                    <a:pt x="8447453" y="2399354"/>
                  </a:lnTo>
                  <a:lnTo>
                    <a:pt x="8408421" y="2471051"/>
                  </a:lnTo>
                  <a:lnTo>
                    <a:pt x="8369079" y="2538971"/>
                  </a:lnTo>
                  <a:lnTo>
                    <a:pt x="8329275" y="2603057"/>
                  </a:lnTo>
                  <a:lnTo>
                    <a:pt x="8288819" y="2663309"/>
                  </a:lnTo>
                  <a:lnTo>
                    <a:pt x="8247480" y="2719783"/>
                  </a:lnTo>
                  <a:lnTo>
                    <a:pt x="8229629" y="2742598"/>
                  </a:lnTo>
                  <a:lnTo>
                    <a:pt x="8178980" y="2802268"/>
                  </a:lnTo>
                  <a:lnTo>
                    <a:pt x="8126007" y="2856882"/>
                  </a:lnTo>
                  <a:lnTo>
                    <a:pt x="8070076" y="2906609"/>
                  </a:lnTo>
                  <a:lnTo>
                    <a:pt x="8010488" y="2951781"/>
                  </a:lnTo>
                  <a:lnTo>
                    <a:pt x="7946519" y="2992803"/>
                  </a:lnTo>
                  <a:lnTo>
                    <a:pt x="7877455" y="3030091"/>
                  </a:lnTo>
                  <a:lnTo>
                    <a:pt x="7802636" y="3064044"/>
                  </a:lnTo>
                  <a:lnTo>
                    <a:pt x="7721515" y="3095015"/>
                  </a:lnTo>
                  <a:lnTo>
                    <a:pt x="7633740" y="3123300"/>
                  </a:lnTo>
                  <a:lnTo>
                    <a:pt x="7539248" y="3149133"/>
                  </a:lnTo>
                  <a:lnTo>
                    <a:pt x="7438392" y="3172679"/>
                  </a:lnTo>
                  <a:lnTo>
                    <a:pt x="7332070" y="3194038"/>
                  </a:lnTo>
                  <a:lnTo>
                    <a:pt x="7221843" y="3213247"/>
                  </a:lnTo>
                  <a:lnTo>
                    <a:pt x="7110007" y="3230296"/>
                  </a:lnTo>
                  <a:lnTo>
                    <a:pt x="6999572" y="3245142"/>
                  </a:lnTo>
                  <a:lnTo>
                    <a:pt x="6894098" y="3257744"/>
                  </a:lnTo>
                  <a:lnTo>
                    <a:pt x="6797376" y="3268086"/>
                  </a:lnTo>
                  <a:lnTo>
                    <a:pt x="6712959" y="3276214"/>
                  </a:lnTo>
                  <a:lnTo>
                    <a:pt x="6643634" y="3282256"/>
                  </a:lnTo>
                  <a:lnTo>
                    <a:pt x="6590944" y="3286431"/>
                  </a:lnTo>
                  <a:lnTo>
                    <a:pt x="6554874" y="3289039"/>
                  </a:lnTo>
                  <a:lnTo>
                    <a:pt x="6533770" y="3290435"/>
                  </a:lnTo>
                  <a:lnTo>
                    <a:pt x="6524450" y="3291002"/>
                  </a:lnTo>
                  <a:lnTo>
                    <a:pt x="6522385" y="3291118"/>
                  </a:lnTo>
                  <a:lnTo>
                    <a:pt x="5527445" y="3291118"/>
                  </a:lnTo>
                  <a:lnTo>
                    <a:pt x="5526317" y="3291099"/>
                  </a:lnTo>
                  <a:lnTo>
                    <a:pt x="5518868" y="3290964"/>
                  </a:lnTo>
                  <a:lnTo>
                    <a:pt x="5499988" y="3290593"/>
                  </a:lnTo>
                  <a:lnTo>
                    <a:pt x="5465978" y="3289860"/>
                  </a:lnTo>
                  <a:lnTo>
                    <a:pt x="5414768" y="3288650"/>
                  </a:lnTo>
                  <a:lnTo>
                    <a:pt x="5346072" y="3286861"/>
                  </a:lnTo>
                  <a:lnTo>
                    <a:pt x="5261332" y="3284420"/>
                  </a:lnTo>
                  <a:lnTo>
                    <a:pt x="5163401" y="3281281"/>
                  </a:lnTo>
                  <a:lnTo>
                    <a:pt x="5056026" y="3277428"/>
                  </a:lnTo>
                  <a:lnTo>
                    <a:pt x="4943254" y="3272864"/>
                  </a:lnTo>
                  <a:lnTo>
                    <a:pt x="4828909" y="3267603"/>
                  </a:lnTo>
                  <a:lnTo>
                    <a:pt x="4716219" y="3261659"/>
                  </a:lnTo>
                  <a:lnTo>
                    <a:pt x="4607638" y="3255035"/>
                  </a:lnTo>
                  <a:lnTo>
                    <a:pt x="4504815" y="3247718"/>
                  </a:lnTo>
                  <a:lnTo>
                    <a:pt x="4408678" y="3239675"/>
                  </a:lnTo>
                  <a:lnTo>
                    <a:pt x="4319571" y="3230852"/>
                  </a:lnTo>
                  <a:lnTo>
                    <a:pt x="4237393" y="3221170"/>
                  </a:lnTo>
                  <a:lnTo>
                    <a:pt x="4161739" y="3210531"/>
                  </a:lnTo>
                  <a:lnTo>
                    <a:pt x="4092005" y="3198820"/>
                  </a:lnTo>
                  <a:lnTo>
                    <a:pt x="4027472" y="3185905"/>
                  </a:lnTo>
                  <a:lnTo>
                    <a:pt x="3967371" y="3171652"/>
                  </a:lnTo>
                  <a:lnTo>
                    <a:pt x="3910932" y="3155933"/>
                  </a:lnTo>
                  <a:lnTo>
                    <a:pt x="3857420" y="3138649"/>
                  </a:lnTo>
                  <a:lnTo>
                    <a:pt x="3820202" y="3125164"/>
                  </a:lnTo>
                  <a:lnTo>
                    <a:pt x="3762956" y="3102014"/>
                  </a:lnTo>
                  <a:lnTo>
                    <a:pt x="3707413" y="3076703"/>
                  </a:lnTo>
                  <a:lnTo>
                    <a:pt x="3652985" y="3049194"/>
                  </a:lnTo>
                  <a:lnTo>
                    <a:pt x="3599225" y="3019510"/>
                  </a:lnTo>
                  <a:lnTo>
                    <a:pt x="3545811" y="2987743"/>
                  </a:lnTo>
                  <a:lnTo>
                    <a:pt x="3492515" y="2954056"/>
                  </a:lnTo>
                  <a:lnTo>
                    <a:pt x="3439200" y="2918686"/>
                  </a:lnTo>
                  <a:lnTo>
                    <a:pt x="3385797" y="2881942"/>
                  </a:lnTo>
                  <a:lnTo>
                    <a:pt x="3332293" y="2844191"/>
                  </a:lnTo>
                  <a:lnTo>
                    <a:pt x="3278718" y="2805849"/>
                  </a:lnTo>
                  <a:lnTo>
                    <a:pt x="3225123" y="2767359"/>
                  </a:lnTo>
                  <a:lnTo>
                    <a:pt x="3171568" y="2729173"/>
                  </a:lnTo>
                  <a:lnTo>
                    <a:pt x="3118097" y="2691725"/>
                  </a:lnTo>
                  <a:lnTo>
                    <a:pt x="3064728" y="2655417"/>
                  </a:lnTo>
                  <a:lnTo>
                    <a:pt x="3011431" y="2620598"/>
                  </a:lnTo>
                  <a:lnTo>
                    <a:pt x="2958114" y="2587552"/>
                  </a:lnTo>
                  <a:lnTo>
                    <a:pt x="2904611" y="2556491"/>
                  </a:lnTo>
                  <a:lnTo>
                    <a:pt x="2850662" y="2527553"/>
                  </a:lnTo>
                  <a:lnTo>
                    <a:pt x="2795905" y="2500806"/>
                  </a:lnTo>
                  <a:lnTo>
                    <a:pt x="2739848" y="2476249"/>
                  </a:lnTo>
                  <a:lnTo>
                    <a:pt x="2702183" y="2461351"/>
                  </a:lnTo>
                  <a:lnTo>
                    <a:pt x="2650372" y="2442910"/>
                  </a:lnTo>
                  <a:lnTo>
                    <a:pt x="2596118" y="2426068"/>
                  </a:lnTo>
                  <a:lnTo>
                    <a:pt x="2538738" y="2410767"/>
                  </a:lnTo>
                  <a:lnTo>
                    <a:pt x="2477486" y="2396898"/>
                  </a:lnTo>
                  <a:lnTo>
                    <a:pt x="2411586" y="2384331"/>
                  </a:lnTo>
                  <a:lnTo>
                    <a:pt x="2340277" y="2372930"/>
                  </a:lnTo>
                  <a:lnTo>
                    <a:pt x="2262867" y="2362568"/>
                  </a:lnTo>
                  <a:lnTo>
                    <a:pt x="2178797" y="2353133"/>
                  </a:lnTo>
                  <a:lnTo>
                    <a:pt x="2087733" y="2344533"/>
                  </a:lnTo>
                  <a:lnTo>
                    <a:pt x="1989684" y="2336696"/>
                  </a:lnTo>
                  <a:lnTo>
                    <a:pt x="1885142" y="2329573"/>
                  </a:lnTo>
                  <a:lnTo>
                    <a:pt x="1775222" y="2323138"/>
                  </a:lnTo>
                  <a:lnTo>
                    <a:pt x="1661793" y="2317383"/>
                  </a:lnTo>
                  <a:lnTo>
                    <a:pt x="1547530" y="2312314"/>
                  </a:lnTo>
                  <a:lnTo>
                    <a:pt x="1435854" y="2307946"/>
                  </a:lnTo>
                  <a:lnTo>
                    <a:pt x="1330696" y="2304292"/>
                  </a:lnTo>
                  <a:lnTo>
                    <a:pt x="1236076" y="2301349"/>
                  </a:lnTo>
                  <a:lnTo>
                    <a:pt x="1155554" y="2299095"/>
                  </a:lnTo>
                  <a:lnTo>
                    <a:pt x="1091635" y="2297475"/>
                  </a:lnTo>
                  <a:lnTo>
                    <a:pt x="1045303" y="2296408"/>
                  </a:lnTo>
                  <a:lnTo>
                    <a:pt x="1015772" y="2295788"/>
                  </a:lnTo>
                  <a:lnTo>
                    <a:pt x="1000498" y="2295495"/>
                  </a:lnTo>
                  <a:lnTo>
                    <a:pt x="995372" y="2295404"/>
                  </a:lnTo>
                  <a:lnTo>
                    <a:pt x="994940" y="2295397"/>
                  </a:lnTo>
                  <a:lnTo>
                    <a:pt x="0" y="2295397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06" name="pl1005"/>
            <p:cNvSpPr/>
            <p:nvPr/>
          </p:nvSpPr>
          <p:spPr>
            <a:xfrm>
              <a:off x="1199187" y="2274270"/>
              <a:ext cx="12049831" cy="3291118"/>
            </a:xfrm>
            <a:custGeom>
              <a:avLst/>
              <a:pathLst>
                <a:path w="12049831" h="3291118">
                  <a:moveTo>
                    <a:pt x="0" y="2295397"/>
                  </a:moveTo>
                  <a:lnTo>
                    <a:pt x="994940" y="2295397"/>
                  </a:lnTo>
                  <a:lnTo>
                    <a:pt x="996068" y="2295416"/>
                  </a:lnTo>
                  <a:lnTo>
                    <a:pt x="1003517" y="2295551"/>
                  </a:lnTo>
                  <a:lnTo>
                    <a:pt x="1022397" y="2295922"/>
                  </a:lnTo>
                  <a:lnTo>
                    <a:pt x="1056407" y="2296655"/>
                  </a:lnTo>
                  <a:lnTo>
                    <a:pt x="1107617" y="2297865"/>
                  </a:lnTo>
                  <a:lnTo>
                    <a:pt x="1176313" y="2299654"/>
                  </a:lnTo>
                  <a:lnTo>
                    <a:pt x="1261053" y="2302095"/>
                  </a:lnTo>
                  <a:lnTo>
                    <a:pt x="1358984" y="2305234"/>
                  </a:lnTo>
                  <a:lnTo>
                    <a:pt x="1466359" y="2309087"/>
                  </a:lnTo>
                  <a:lnTo>
                    <a:pt x="1579131" y="2313651"/>
                  </a:lnTo>
                  <a:lnTo>
                    <a:pt x="1693476" y="2318912"/>
                  </a:lnTo>
                  <a:lnTo>
                    <a:pt x="1806166" y="2324856"/>
                  </a:lnTo>
                  <a:lnTo>
                    <a:pt x="1914747" y="2331480"/>
                  </a:lnTo>
                  <a:lnTo>
                    <a:pt x="2017570" y="2338797"/>
                  </a:lnTo>
                  <a:lnTo>
                    <a:pt x="2113707" y="2346840"/>
                  </a:lnTo>
                  <a:lnTo>
                    <a:pt x="2202814" y="2355663"/>
                  </a:lnTo>
                  <a:lnTo>
                    <a:pt x="2284992" y="2365345"/>
                  </a:lnTo>
                  <a:lnTo>
                    <a:pt x="2360646" y="2375984"/>
                  </a:lnTo>
                  <a:lnTo>
                    <a:pt x="2430380" y="2387695"/>
                  </a:lnTo>
                  <a:lnTo>
                    <a:pt x="2494913" y="2400610"/>
                  </a:lnTo>
                  <a:lnTo>
                    <a:pt x="2555014" y="2414863"/>
                  </a:lnTo>
                  <a:lnTo>
                    <a:pt x="2611453" y="2430582"/>
                  </a:lnTo>
                  <a:lnTo>
                    <a:pt x="2664965" y="2447865"/>
                  </a:lnTo>
                  <a:lnTo>
                    <a:pt x="2702183" y="2461351"/>
                  </a:lnTo>
                  <a:lnTo>
                    <a:pt x="2759429" y="2484501"/>
                  </a:lnTo>
                  <a:lnTo>
                    <a:pt x="2814972" y="2509812"/>
                  </a:lnTo>
                  <a:lnTo>
                    <a:pt x="2869400" y="2537321"/>
                  </a:lnTo>
                  <a:lnTo>
                    <a:pt x="2923160" y="2567004"/>
                  </a:lnTo>
                  <a:lnTo>
                    <a:pt x="2976574" y="2598772"/>
                  </a:lnTo>
                  <a:lnTo>
                    <a:pt x="3029870" y="2632459"/>
                  </a:lnTo>
                  <a:lnTo>
                    <a:pt x="3083185" y="2667829"/>
                  </a:lnTo>
                  <a:lnTo>
                    <a:pt x="3136588" y="2704573"/>
                  </a:lnTo>
                  <a:lnTo>
                    <a:pt x="3190092" y="2742324"/>
                  </a:lnTo>
                  <a:lnTo>
                    <a:pt x="3243667" y="2780666"/>
                  </a:lnTo>
                  <a:lnTo>
                    <a:pt x="3297262" y="2819156"/>
                  </a:lnTo>
                  <a:lnTo>
                    <a:pt x="3350817" y="2857342"/>
                  </a:lnTo>
                  <a:lnTo>
                    <a:pt x="3404288" y="2894790"/>
                  </a:lnTo>
                  <a:lnTo>
                    <a:pt x="3457657" y="2931098"/>
                  </a:lnTo>
                  <a:lnTo>
                    <a:pt x="3510954" y="2965917"/>
                  </a:lnTo>
                  <a:lnTo>
                    <a:pt x="3564271" y="2998963"/>
                  </a:lnTo>
                  <a:lnTo>
                    <a:pt x="3617774" y="3030024"/>
                  </a:lnTo>
                  <a:lnTo>
                    <a:pt x="3671723" y="3058962"/>
                  </a:lnTo>
                  <a:lnTo>
                    <a:pt x="3726480" y="3085709"/>
                  </a:lnTo>
                  <a:lnTo>
                    <a:pt x="3782537" y="3110265"/>
                  </a:lnTo>
                  <a:lnTo>
                    <a:pt x="3820202" y="3125164"/>
                  </a:lnTo>
                  <a:lnTo>
                    <a:pt x="3872013" y="3143605"/>
                  </a:lnTo>
                  <a:lnTo>
                    <a:pt x="3926267" y="3160447"/>
                  </a:lnTo>
                  <a:lnTo>
                    <a:pt x="3983647" y="3175748"/>
                  </a:lnTo>
                  <a:lnTo>
                    <a:pt x="4044899" y="3189617"/>
                  </a:lnTo>
                  <a:lnTo>
                    <a:pt x="4110799" y="3202184"/>
                  </a:lnTo>
                  <a:lnTo>
                    <a:pt x="4182108" y="3213585"/>
                  </a:lnTo>
                  <a:lnTo>
                    <a:pt x="4259518" y="3223947"/>
                  </a:lnTo>
                  <a:lnTo>
                    <a:pt x="4343588" y="3233382"/>
                  </a:lnTo>
                  <a:lnTo>
                    <a:pt x="4434652" y="3241982"/>
                  </a:lnTo>
                  <a:lnTo>
                    <a:pt x="4532701" y="3249819"/>
                  </a:lnTo>
                  <a:lnTo>
                    <a:pt x="4637243" y="3256941"/>
                  </a:lnTo>
                  <a:lnTo>
                    <a:pt x="4747163" y="3263376"/>
                  </a:lnTo>
                  <a:lnTo>
                    <a:pt x="4860592" y="3269132"/>
                  </a:lnTo>
                  <a:lnTo>
                    <a:pt x="4974855" y="3274201"/>
                  </a:lnTo>
                  <a:lnTo>
                    <a:pt x="5086531" y="3278569"/>
                  </a:lnTo>
                  <a:lnTo>
                    <a:pt x="5191689" y="3282223"/>
                  </a:lnTo>
                  <a:lnTo>
                    <a:pt x="5286309" y="3285166"/>
                  </a:lnTo>
                  <a:lnTo>
                    <a:pt x="5366831" y="3287420"/>
                  </a:lnTo>
                  <a:lnTo>
                    <a:pt x="5430750" y="3289040"/>
                  </a:lnTo>
                  <a:lnTo>
                    <a:pt x="5477082" y="3290107"/>
                  </a:lnTo>
                  <a:lnTo>
                    <a:pt x="5506613" y="3290727"/>
                  </a:lnTo>
                  <a:lnTo>
                    <a:pt x="5521887" y="3291020"/>
                  </a:lnTo>
                  <a:lnTo>
                    <a:pt x="5527013" y="3291111"/>
                  </a:lnTo>
                  <a:lnTo>
                    <a:pt x="5527445" y="3291118"/>
                  </a:lnTo>
                  <a:lnTo>
                    <a:pt x="6522385" y="3291118"/>
                  </a:lnTo>
                  <a:lnTo>
                    <a:pt x="6523443" y="3291059"/>
                  </a:lnTo>
                  <a:lnTo>
                    <a:pt x="6530428" y="3290644"/>
                  </a:lnTo>
                  <a:lnTo>
                    <a:pt x="6548165" y="3289496"/>
                  </a:lnTo>
                  <a:lnTo>
                    <a:pt x="6580193" y="3287232"/>
                  </a:lnTo>
                  <a:lnTo>
                    <a:pt x="6628574" y="3283488"/>
                  </a:lnTo>
                  <a:lnTo>
                    <a:pt x="6693740" y="3277947"/>
                  </a:lnTo>
                  <a:lnTo>
                    <a:pt x="6774527" y="3270368"/>
                  </a:lnTo>
                  <a:lnTo>
                    <a:pt x="6868424" y="3260598"/>
                  </a:lnTo>
                  <a:lnTo>
                    <a:pt x="6972024" y="3248574"/>
                  </a:lnTo>
                  <a:lnTo>
                    <a:pt x="7081547" y="3234297"/>
                  </a:lnTo>
                  <a:lnTo>
                    <a:pt x="7193337" y="3217806"/>
                  </a:lnTo>
                  <a:lnTo>
                    <a:pt x="7304223" y="3199146"/>
                  </a:lnTo>
                  <a:lnTo>
                    <a:pt x="7411719" y="3178337"/>
                  </a:lnTo>
                  <a:lnTo>
                    <a:pt x="7514080" y="3155356"/>
                  </a:lnTo>
                  <a:lnTo>
                    <a:pt x="7610249" y="3130120"/>
                  </a:lnTo>
                  <a:lnTo>
                    <a:pt x="7699748" y="3102481"/>
                  </a:lnTo>
                  <a:lnTo>
                    <a:pt x="7782544" y="3072221"/>
                  </a:lnTo>
                  <a:lnTo>
                    <a:pt x="7858926" y="3039062"/>
                  </a:lnTo>
                  <a:lnTo>
                    <a:pt x="7929400" y="3002661"/>
                  </a:lnTo>
                  <a:lnTo>
                    <a:pt x="7994603" y="2962632"/>
                  </a:lnTo>
                  <a:lnTo>
                    <a:pt x="8055240" y="2918559"/>
                  </a:lnTo>
                  <a:lnTo>
                    <a:pt x="8112036" y="2870030"/>
                  </a:lnTo>
                  <a:lnTo>
                    <a:pt x="8165701" y="2816688"/>
                  </a:lnTo>
                  <a:lnTo>
                    <a:pt x="8216888" y="2758312"/>
                  </a:lnTo>
                  <a:lnTo>
                    <a:pt x="8229629" y="2742598"/>
                  </a:lnTo>
                  <a:lnTo>
                    <a:pt x="8271425" y="2687696"/>
                  </a:lnTo>
                  <a:lnTo>
                    <a:pt x="8312224" y="2629054"/>
                  </a:lnTo>
                  <a:lnTo>
                    <a:pt x="8352279" y="2566597"/>
                  </a:lnTo>
                  <a:lnTo>
                    <a:pt x="8391796" y="2500298"/>
                  </a:lnTo>
                  <a:lnTo>
                    <a:pt x="8430943" y="2430190"/>
                  </a:lnTo>
                  <a:lnTo>
                    <a:pt x="8469854" y="2356369"/>
                  </a:lnTo>
                  <a:lnTo>
                    <a:pt x="8508633" y="2278993"/>
                  </a:lnTo>
                  <a:lnTo>
                    <a:pt x="8547359" y="2198293"/>
                  </a:lnTo>
                  <a:lnTo>
                    <a:pt x="8586087" y="2114564"/>
                  </a:lnTo>
                  <a:lnTo>
                    <a:pt x="8624850" y="2028170"/>
                  </a:lnTo>
                  <a:lnTo>
                    <a:pt x="8663664" y="1939535"/>
                  </a:lnTo>
                  <a:lnTo>
                    <a:pt x="8702533" y="1849135"/>
                  </a:lnTo>
                  <a:lnTo>
                    <a:pt x="8741446" y="1757492"/>
                  </a:lnTo>
                  <a:lnTo>
                    <a:pt x="8780386" y="1665157"/>
                  </a:lnTo>
                  <a:lnTo>
                    <a:pt x="8819331" y="1572701"/>
                  </a:lnTo>
                  <a:lnTo>
                    <a:pt x="8858258" y="1480695"/>
                  </a:lnTo>
                  <a:lnTo>
                    <a:pt x="8897148" y="1389703"/>
                  </a:lnTo>
                  <a:lnTo>
                    <a:pt x="8935986" y="1300259"/>
                  </a:lnTo>
                  <a:lnTo>
                    <a:pt x="8974770" y="1212860"/>
                  </a:lnTo>
                  <a:lnTo>
                    <a:pt x="9013509" y="1127954"/>
                  </a:lnTo>
                  <a:lnTo>
                    <a:pt x="9052230" y="1045930"/>
                  </a:lnTo>
                  <a:lnTo>
                    <a:pt x="9090979" y="967114"/>
                  </a:lnTo>
                  <a:lnTo>
                    <a:pt x="9129823" y="891763"/>
                  </a:lnTo>
                  <a:lnTo>
                    <a:pt x="9168856" y="820066"/>
                  </a:lnTo>
                  <a:lnTo>
                    <a:pt x="9208197" y="752146"/>
                  </a:lnTo>
                  <a:lnTo>
                    <a:pt x="9248002" y="688061"/>
                  </a:lnTo>
                  <a:lnTo>
                    <a:pt x="9288457" y="627808"/>
                  </a:lnTo>
                  <a:lnTo>
                    <a:pt x="9329797" y="571334"/>
                  </a:lnTo>
                  <a:lnTo>
                    <a:pt x="9347647" y="548519"/>
                  </a:lnTo>
                  <a:lnTo>
                    <a:pt x="9398297" y="488849"/>
                  </a:lnTo>
                  <a:lnTo>
                    <a:pt x="9451269" y="434236"/>
                  </a:lnTo>
                  <a:lnTo>
                    <a:pt x="9507201" y="384508"/>
                  </a:lnTo>
                  <a:lnTo>
                    <a:pt x="9566788" y="339336"/>
                  </a:lnTo>
                  <a:lnTo>
                    <a:pt x="9630757" y="298314"/>
                  </a:lnTo>
                  <a:lnTo>
                    <a:pt x="9699821" y="261026"/>
                  </a:lnTo>
                  <a:lnTo>
                    <a:pt x="9774641" y="227073"/>
                  </a:lnTo>
                  <a:lnTo>
                    <a:pt x="9855761" y="196102"/>
                  </a:lnTo>
                  <a:lnTo>
                    <a:pt x="9943537" y="167817"/>
                  </a:lnTo>
                  <a:lnTo>
                    <a:pt x="10038029" y="141985"/>
                  </a:lnTo>
                  <a:lnTo>
                    <a:pt x="10138884" y="118438"/>
                  </a:lnTo>
                  <a:lnTo>
                    <a:pt x="10245206" y="97079"/>
                  </a:lnTo>
                  <a:lnTo>
                    <a:pt x="10355433" y="77870"/>
                  </a:lnTo>
                  <a:lnTo>
                    <a:pt x="10467269" y="60822"/>
                  </a:lnTo>
                  <a:lnTo>
                    <a:pt x="10577705" y="45975"/>
                  </a:lnTo>
                  <a:lnTo>
                    <a:pt x="10683178" y="33373"/>
                  </a:lnTo>
                  <a:lnTo>
                    <a:pt x="10779900" y="23031"/>
                  </a:lnTo>
                  <a:lnTo>
                    <a:pt x="10864317" y="14904"/>
                  </a:lnTo>
                  <a:lnTo>
                    <a:pt x="10933642" y="8862"/>
                  </a:lnTo>
                  <a:lnTo>
                    <a:pt x="10986333" y="4686"/>
                  </a:lnTo>
                  <a:lnTo>
                    <a:pt x="11022403" y="2078"/>
                  </a:lnTo>
                  <a:lnTo>
                    <a:pt x="11043507" y="682"/>
                  </a:lnTo>
                  <a:lnTo>
                    <a:pt x="11052827" y="115"/>
                  </a:lnTo>
                  <a:lnTo>
                    <a:pt x="11054873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7" name="pl1006"/>
            <p:cNvSpPr/>
            <p:nvPr/>
          </p:nvSpPr>
          <p:spPr>
            <a:xfrm>
              <a:off x="1199187" y="2269030"/>
              <a:ext cx="12049831" cy="3291118"/>
            </a:xfrm>
            <a:custGeom>
              <a:avLst/>
              <a:pathLst>
                <a:path w="12049831" h="3291118">
                  <a:moveTo>
                    <a:pt x="12049831" y="0"/>
                  </a:moveTo>
                  <a:lnTo>
                    <a:pt x="11054891" y="0"/>
                  </a:lnTo>
                  <a:lnTo>
                    <a:pt x="11053834" y="58"/>
                  </a:lnTo>
                  <a:lnTo>
                    <a:pt x="11046848" y="474"/>
                  </a:lnTo>
                  <a:lnTo>
                    <a:pt x="11029111" y="1622"/>
                  </a:lnTo>
                  <a:lnTo>
                    <a:pt x="10997083" y="3885"/>
                  </a:lnTo>
                  <a:lnTo>
                    <a:pt x="10948703" y="7629"/>
                  </a:lnTo>
                  <a:lnTo>
                    <a:pt x="10883536" y="13170"/>
                  </a:lnTo>
                  <a:lnTo>
                    <a:pt x="10802749" y="20749"/>
                  </a:lnTo>
                  <a:lnTo>
                    <a:pt x="10708852" y="30519"/>
                  </a:lnTo>
                  <a:lnTo>
                    <a:pt x="10605253" y="42543"/>
                  </a:lnTo>
                  <a:lnTo>
                    <a:pt x="10495730" y="56820"/>
                  </a:lnTo>
                  <a:lnTo>
                    <a:pt x="10383939" y="73311"/>
                  </a:lnTo>
                  <a:lnTo>
                    <a:pt x="10273053" y="91971"/>
                  </a:lnTo>
                  <a:lnTo>
                    <a:pt x="10165558" y="112780"/>
                  </a:lnTo>
                  <a:lnTo>
                    <a:pt x="10063197" y="135761"/>
                  </a:lnTo>
                  <a:lnTo>
                    <a:pt x="9967027" y="160997"/>
                  </a:lnTo>
                  <a:lnTo>
                    <a:pt x="9877529" y="188637"/>
                  </a:lnTo>
                  <a:lnTo>
                    <a:pt x="9794733" y="218896"/>
                  </a:lnTo>
                  <a:lnTo>
                    <a:pt x="9718351" y="252056"/>
                  </a:lnTo>
                  <a:lnTo>
                    <a:pt x="9647877" y="288456"/>
                  </a:lnTo>
                  <a:lnTo>
                    <a:pt x="9582674" y="328485"/>
                  </a:lnTo>
                  <a:lnTo>
                    <a:pt x="9522037" y="372558"/>
                  </a:lnTo>
                  <a:lnTo>
                    <a:pt x="9465240" y="421087"/>
                  </a:lnTo>
                  <a:lnTo>
                    <a:pt x="9411575" y="474429"/>
                  </a:lnTo>
                  <a:lnTo>
                    <a:pt x="9360388" y="532805"/>
                  </a:lnTo>
                  <a:lnTo>
                    <a:pt x="9347647" y="548519"/>
                  </a:lnTo>
                  <a:lnTo>
                    <a:pt x="9305852" y="603421"/>
                  </a:lnTo>
                  <a:lnTo>
                    <a:pt x="9265053" y="662063"/>
                  </a:lnTo>
                  <a:lnTo>
                    <a:pt x="9224998" y="724521"/>
                  </a:lnTo>
                  <a:lnTo>
                    <a:pt x="9185481" y="790820"/>
                  </a:lnTo>
                  <a:lnTo>
                    <a:pt x="9146334" y="860927"/>
                  </a:lnTo>
                  <a:lnTo>
                    <a:pt x="9107423" y="934749"/>
                  </a:lnTo>
                  <a:lnTo>
                    <a:pt x="9068643" y="1012124"/>
                  </a:lnTo>
                  <a:lnTo>
                    <a:pt x="9029917" y="1092824"/>
                  </a:lnTo>
                  <a:lnTo>
                    <a:pt x="8991190" y="1176553"/>
                  </a:lnTo>
                  <a:lnTo>
                    <a:pt x="8952427" y="1262947"/>
                  </a:lnTo>
                  <a:lnTo>
                    <a:pt x="8913612" y="1351582"/>
                  </a:lnTo>
                  <a:lnTo>
                    <a:pt x="8874743" y="1441982"/>
                  </a:lnTo>
                  <a:lnTo>
                    <a:pt x="8835830" y="1533625"/>
                  </a:lnTo>
                  <a:lnTo>
                    <a:pt x="8796890" y="1625960"/>
                  </a:lnTo>
                  <a:lnTo>
                    <a:pt x="8757945" y="1718417"/>
                  </a:lnTo>
                  <a:lnTo>
                    <a:pt x="8719018" y="1810422"/>
                  </a:lnTo>
                  <a:lnTo>
                    <a:pt x="8680129" y="1901414"/>
                  </a:lnTo>
                  <a:lnTo>
                    <a:pt x="8641291" y="1990858"/>
                  </a:lnTo>
                  <a:lnTo>
                    <a:pt x="8602507" y="2078257"/>
                  </a:lnTo>
                  <a:lnTo>
                    <a:pt x="8563767" y="2163163"/>
                  </a:lnTo>
                  <a:lnTo>
                    <a:pt x="8525046" y="2245187"/>
                  </a:lnTo>
                  <a:lnTo>
                    <a:pt x="8486297" y="2324003"/>
                  </a:lnTo>
                  <a:lnTo>
                    <a:pt x="8447453" y="2399354"/>
                  </a:lnTo>
                  <a:lnTo>
                    <a:pt x="8408421" y="2471051"/>
                  </a:lnTo>
                  <a:lnTo>
                    <a:pt x="8369079" y="2538971"/>
                  </a:lnTo>
                  <a:lnTo>
                    <a:pt x="8329275" y="2603057"/>
                  </a:lnTo>
                  <a:lnTo>
                    <a:pt x="8288819" y="2663309"/>
                  </a:lnTo>
                  <a:lnTo>
                    <a:pt x="8247480" y="2719783"/>
                  </a:lnTo>
                  <a:lnTo>
                    <a:pt x="8229629" y="2742598"/>
                  </a:lnTo>
                  <a:lnTo>
                    <a:pt x="8178980" y="2802268"/>
                  </a:lnTo>
                  <a:lnTo>
                    <a:pt x="8126007" y="2856882"/>
                  </a:lnTo>
                  <a:lnTo>
                    <a:pt x="8070076" y="2906609"/>
                  </a:lnTo>
                  <a:lnTo>
                    <a:pt x="8010488" y="2951781"/>
                  </a:lnTo>
                  <a:lnTo>
                    <a:pt x="7946519" y="2992803"/>
                  </a:lnTo>
                  <a:lnTo>
                    <a:pt x="7877455" y="3030091"/>
                  </a:lnTo>
                  <a:lnTo>
                    <a:pt x="7802636" y="3064044"/>
                  </a:lnTo>
                  <a:lnTo>
                    <a:pt x="7721515" y="3095015"/>
                  </a:lnTo>
                  <a:lnTo>
                    <a:pt x="7633740" y="3123300"/>
                  </a:lnTo>
                  <a:lnTo>
                    <a:pt x="7539248" y="3149133"/>
                  </a:lnTo>
                  <a:lnTo>
                    <a:pt x="7438392" y="3172679"/>
                  </a:lnTo>
                  <a:lnTo>
                    <a:pt x="7332070" y="3194038"/>
                  </a:lnTo>
                  <a:lnTo>
                    <a:pt x="7221843" y="3213247"/>
                  </a:lnTo>
                  <a:lnTo>
                    <a:pt x="7110007" y="3230296"/>
                  </a:lnTo>
                  <a:lnTo>
                    <a:pt x="6999572" y="3245142"/>
                  </a:lnTo>
                  <a:lnTo>
                    <a:pt x="6894098" y="3257744"/>
                  </a:lnTo>
                  <a:lnTo>
                    <a:pt x="6797376" y="3268086"/>
                  </a:lnTo>
                  <a:lnTo>
                    <a:pt x="6712959" y="3276214"/>
                  </a:lnTo>
                  <a:lnTo>
                    <a:pt x="6643634" y="3282256"/>
                  </a:lnTo>
                  <a:lnTo>
                    <a:pt x="6590944" y="3286431"/>
                  </a:lnTo>
                  <a:lnTo>
                    <a:pt x="6554874" y="3289039"/>
                  </a:lnTo>
                  <a:lnTo>
                    <a:pt x="6533770" y="3290435"/>
                  </a:lnTo>
                  <a:lnTo>
                    <a:pt x="6524450" y="3291002"/>
                  </a:lnTo>
                  <a:lnTo>
                    <a:pt x="6522404" y="3291117"/>
                  </a:lnTo>
                  <a:lnTo>
                    <a:pt x="6522385" y="3291118"/>
                  </a:lnTo>
                  <a:lnTo>
                    <a:pt x="5527445" y="3291118"/>
                  </a:lnTo>
                  <a:lnTo>
                    <a:pt x="5526317" y="3291099"/>
                  </a:lnTo>
                  <a:lnTo>
                    <a:pt x="5518868" y="3290964"/>
                  </a:lnTo>
                  <a:lnTo>
                    <a:pt x="5499988" y="3290593"/>
                  </a:lnTo>
                  <a:lnTo>
                    <a:pt x="5465978" y="3289860"/>
                  </a:lnTo>
                  <a:lnTo>
                    <a:pt x="5414768" y="3288650"/>
                  </a:lnTo>
                  <a:lnTo>
                    <a:pt x="5346072" y="3286861"/>
                  </a:lnTo>
                  <a:lnTo>
                    <a:pt x="5261332" y="3284420"/>
                  </a:lnTo>
                  <a:lnTo>
                    <a:pt x="5163401" y="3281281"/>
                  </a:lnTo>
                  <a:lnTo>
                    <a:pt x="5056026" y="3277428"/>
                  </a:lnTo>
                  <a:lnTo>
                    <a:pt x="4943254" y="3272864"/>
                  </a:lnTo>
                  <a:lnTo>
                    <a:pt x="4828909" y="3267603"/>
                  </a:lnTo>
                  <a:lnTo>
                    <a:pt x="4716219" y="3261659"/>
                  </a:lnTo>
                  <a:lnTo>
                    <a:pt x="4607638" y="3255035"/>
                  </a:lnTo>
                  <a:lnTo>
                    <a:pt x="4504815" y="3247718"/>
                  </a:lnTo>
                  <a:lnTo>
                    <a:pt x="4408678" y="3239675"/>
                  </a:lnTo>
                  <a:lnTo>
                    <a:pt x="4319571" y="3230852"/>
                  </a:lnTo>
                  <a:lnTo>
                    <a:pt x="4237393" y="3221170"/>
                  </a:lnTo>
                  <a:lnTo>
                    <a:pt x="4161739" y="3210531"/>
                  </a:lnTo>
                  <a:lnTo>
                    <a:pt x="4092005" y="3198820"/>
                  </a:lnTo>
                  <a:lnTo>
                    <a:pt x="4027472" y="3185905"/>
                  </a:lnTo>
                  <a:lnTo>
                    <a:pt x="3967371" y="3171652"/>
                  </a:lnTo>
                  <a:lnTo>
                    <a:pt x="3910932" y="3155933"/>
                  </a:lnTo>
                  <a:lnTo>
                    <a:pt x="3857420" y="3138649"/>
                  </a:lnTo>
                  <a:lnTo>
                    <a:pt x="3820202" y="3125164"/>
                  </a:lnTo>
                  <a:lnTo>
                    <a:pt x="3762956" y="3102014"/>
                  </a:lnTo>
                  <a:lnTo>
                    <a:pt x="3707413" y="3076703"/>
                  </a:lnTo>
                  <a:lnTo>
                    <a:pt x="3652985" y="3049194"/>
                  </a:lnTo>
                  <a:lnTo>
                    <a:pt x="3599225" y="3019510"/>
                  </a:lnTo>
                  <a:lnTo>
                    <a:pt x="3545811" y="2987743"/>
                  </a:lnTo>
                  <a:lnTo>
                    <a:pt x="3492515" y="2954056"/>
                  </a:lnTo>
                  <a:lnTo>
                    <a:pt x="3439200" y="2918686"/>
                  </a:lnTo>
                  <a:lnTo>
                    <a:pt x="3385797" y="2881942"/>
                  </a:lnTo>
                  <a:lnTo>
                    <a:pt x="3332293" y="2844191"/>
                  </a:lnTo>
                  <a:lnTo>
                    <a:pt x="3278718" y="2805849"/>
                  </a:lnTo>
                  <a:lnTo>
                    <a:pt x="3225123" y="2767359"/>
                  </a:lnTo>
                  <a:lnTo>
                    <a:pt x="3171568" y="2729173"/>
                  </a:lnTo>
                  <a:lnTo>
                    <a:pt x="3118097" y="2691725"/>
                  </a:lnTo>
                  <a:lnTo>
                    <a:pt x="3064728" y="2655417"/>
                  </a:lnTo>
                  <a:lnTo>
                    <a:pt x="3011431" y="2620598"/>
                  </a:lnTo>
                  <a:lnTo>
                    <a:pt x="2958114" y="2587552"/>
                  </a:lnTo>
                  <a:lnTo>
                    <a:pt x="2904611" y="2556491"/>
                  </a:lnTo>
                  <a:lnTo>
                    <a:pt x="2850662" y="2527553"/>
                  </a:lnTo>
                  <a:lnTo>
                    <a:pt x="2795905" y="2500806"/>
                  </a:lnTo>
                  <a:lnTo>
                    <a:pt x="2739848" y="2476249"/>
                  </a:lnTo>
                  <a:lnTo>
                    <a:pt x="2702183" y="2461351"/>
                  </a:lnTo>
                  <a:lnTo>
                    <a:pt x="2650372" y="2442910"/>
                  </a:lnTo>
                  <a:lnTo>
                    <a:pt x="2596118" y="2426068"/>
                  </a:lnTo>
                  <a:lnTo>
                    <a:pt x="2538738" y="2410767"/>
                  </a:lnTo>
                  <a:lnTo>
                    <a:pt x="2477486" y="2396898"/>
                  </a:lnTo>
                  <a:lnTo>
                    <a:pt x="2411586" y="2384331"/>
                  </a:lnTo>
                  <a:lnTo>
                    <a:pt x="2340277" y="2372930"/>
                  </a:lnTo>
                  <a:lnTo>
                    <a:pt x="2262867" y="2362568"/>
                  </a:lnTo>
                  <a:lnTo>
                    <a:pt x="2178797" y="2353133"/>
                  </a:lnTo>
                  <a:lnTo>
                    <a:pt x="2087733" y="2344533"/>
                  </a:lnTo>
                  <a:lnTo>
                    <a:pt x="1989684" y="2336696"/>
                  </a:lnTo>
                  <a:lnTo>
                    <a:pt x="1885142" y="2329573"/>
                  </a:lnTo>
                  <a:lnTo>
                    <a:pt x="1775222" y="2323138"/>
                  </a:lnTo>
                  <a:lnTo>
                    <a:pt x="1661793" y="2317383"/>
                  </a:lnTo>
                  <a:lnTo>
                    <a:pt x="1547530" y="2312314"/>
                  </a:lnTo>
                  <a:lnTo>
                    <a:pt x="1435854" y="2307946"/>
                  </a:lnTo>
                  <a:lnTo>
                    <a:pt x="1330696" y="2304292"/>
                  </a:lnTo>
                  <a:lnTo>
                    <a:pt x="1236076" y="2301349"/>
                  </a:lnTo>
                  <a:lnTo>
                    <a:pt x="1155554" y="2299095"/>
                  </a:lnTo>
                  <a:lnTo>
                    <a:pt x="1091635" y="2297475"/>
                  </a:lnTo>
                  <a:lnTo>
                    <a:pt x="1045303" y="2296408"/>
                  </a:lnTo>
                  <a:lnTo>
                    <a:pt x="1015772" y="2295788"/>
                  </a:lnTo>
                  <a:lnTo>
                    <a:pt x="1000498" y="2295495"/>
                  </a:lnTo>
                  <a:lnTo>
                    <a:pt x="995372" y="2295404"/>
                  </a:lnTo>
                  <a:lnTo>
                    <a:pt x="994940" y="2295397"/>
                  </a:lnTo>
                  <a:lnTo>
                    <a:pt x="0" y="2295397"/>
                  </a:lnTo>
                  <a:lnTo>
                    <a:pt x="0" y="22953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8" name="pg1007"/>
            <p:cNvSpPr/>
            <p:nvPr/>
          </p:nvSpPr>
          <p:spPr>
            <a:xfrm>
              <a:off x="1199187" y="2473414"/>
              <a:ext cx="12049831" cy="3118177"/>
            </a:xfrm>
            <a:custGeom>
              <a:avLst/>
              <a:pathLst>
                <a:path w="12049831" h="3118177">
                  <a:moveTo>
                    <a:pt x="0" y="2111975"/>
                  </a:moveTo>
                  <a:lnTo>
                    <a:pt x="994940" y="2111975"/>
                  </a:lnTo>
                  <a:lnTo>
                    <a:pt x="996068" y="2111994"/>
                  </a:lnTo>
                  <a:lnTo>
                    <a:pt x="1003516" y="2112130"/>
                  </a:lnTo>
                  <a:lnTo>
                    <a:pt x="1022393" y="2112505"/>
                  </a:lnTo>
                  <a:lnTo>
                    <a:pt x="1056398" y="2113245"/>
                  </a:lnTo>
                  <a:lnTo>
                    <a:pt x="1107602" y="2114468"/>
                  </a:lnTo>
                  <a:lnTo>
                    <a:pt x="1176290" y="2116276"/>
                  </a:lnTo>
                  <a:lnTo>
                    <a:pt x="1261021" y="2118742"/>
                  </a:lnTo>
                  <a:lnTo>
                    <a:pt x="1358943" y="2121914"/>
                  </a:lnTo>
                  <a:lnTo>
                    <a:pt x="1466310" y="2125807"/>
                  </a:lnTo>
                  <a:lnTo>
                    <a:pt x="1579075" y="2130418"/>
                  </a:lnTo>
                  <a:lnTo>
                    <a:pt x="1693414" y="2135734"/>
                  </a:lnTo>
                  <a:lnTo>
                    <a:pt x="1806100" y="2141740"/>
                  </a:lnTo>
                  <a:lnTo>
                    <a:pt x="1914679" y="2148433"/>
                  </a:lnTo>
                  <a:lnTo>
                    <a:pt x="2017501" y="2155826"/>
                  </a:lnTo>
                  <a:lnTo>
                    <a:pt x="2113638" y="2163953"/>
                  </a:lnTo>
                  <a:lnTo>
                    <a:pt x="2202746" y="2172868"/>
                  </a:lnTo>
                  <a:lnTo>
                    <a:pt x="2284925" y="2182651"/>
                  </a:lnTo>
                  <a:lnTo>
                    <a:pt x="2360581" y="2193400"/>
                  </a:lnTo>
                  <a:lnTo>
                    <a:pt x="2430317" y="2205233"/>
                  </a:lnTo>
                  <a:lnTo>
                    <a:pt x="2494852" y="2218282"/>
                  </a:lnTo>
                  <a:lnTo>
                    <a:pt x="2554953" y="2232683"/>
                  </a:lnTo>
                  <a:lnTo>
                    <a:pt x="2611393" y="2248565"/>
                  </a:lnTo>
                  <a:lnTo>
                    <a:pt x="2664906" y="2266027"/>
                  </a:lnTo>
                  <a:lnTo>
                    <a:pt x="2702183" y="2279675"/>
                  </a:lnTo>
                  <a:lnTo>
                    <a:pt x="2759352" y="2303036"/>
                  </a:lnTo>
                  <a:lnTo>
                    <a:pt x="2814821" y="2328574"/>
                  </a:lnTo>
                  <a:lnTo>
                    <a:pt x="2869178" y="2356326"/>
                  </a:lnTo>
                  <a:lnTo>
                    <a:pt x="2922865" y="2386271"/>
                  </a:lnTo>
                  <a:lnTo>
                    <a:pt x="2976208" y="2418316"/>
                  </a:lnTo>
                  <a:lnTo>
                    <a:pt x="3029430" y="2452297"/>
                  </a:lnTo>
                  <a:lnTo>
                    <a:pt x="3082671" y="2487976"/>
                  </a:lnTo>
                  <a:lnTo>
                    <a:pt x="3136000" y="2525044"/>
                  </a:lnTo>
                  <a:lnTo>
                    <a:pt x="3189429" y="2563130"/>
                  </a:lnTo>
                  <a:lnTo>
                    <a:pt x="3242930" y="2601818"/>
                  </a:lnTo>
                  <a:lnTo>
                    <a:pt x="3296452" y="2640660"/>
                  </a:lnTo>
                  <a:lnTo>
                    <a:pt x="3349935" y="2679204"/>
                  </a:lnTo>
                  <a:lnTo>
                    <a:pt x="3403334" y="2717010"/>
                  </a:lnTo>
                  <a:lnTo>
                    <a:pt x="3456631" y="2753674"/>
                  </a:lnTo>
                  <a:lnTo>
                    <a:pt x="3509855" y="2788844"/>
                  </a:lnTo>
                  <a:lnTo>
                    <a:pt x="3563097" y="2822233"/>
                  </a:lnTo>
                  <a:lnTo>
                    <a:pt x="3616521" y="2853625"/>
                  </a:lnTo>
                  <a:lnTo>
                    <a:pt x="3670380" y="2882880"/>
                  </a:lnTo>
                  <a:lnTo>
                    <a:pt x="3725036" y="2909929"/>
                  </a:lnTo>
                  <a:lnTo>
                    <a:pt x="3780973" y="2934768"/>
                  </a:lnTo>
                  <a:lnTo>
                    <a:pt x="3820202" y="2950476"/>
                  </a:lnTo>
                  <a:lnTo>
                    <a:pt x="3872010" y="2969111"/>
                  </a:lnTo>
                  <a:lnTo>
                    <a:pt x="3926262" y="2986129"/>
                  </a:lnTo>
                  <a:lnTo>
                    <a:pt x="3983638" y="3001591"/>
                  </a:lnTo>
                  <a:lnTo>
                    <a:pt x="4044886" y="3015605"/>
                  </a:lnTo>
                  <a:lnTo>
                    <a:pt x="4110782" y="3028304"/>
                  </a:lnTo>
                  <a:lnTo>
                    <a:pt x="4182086" y="3039825"/>
                  </a:lnTo>
                  <a:lnTo>
                    <a:pt x="4259490" y="3050296"/>
                  </a:lnTo>
                  <a:lnTo>
                    <a:pt x="4343554" y="3059830"/>
                  </a:lnTo>
                  <a:lnTo>
                    <a:pt x="4434610" y="3068521"/>
                  </a:lnTo>
                  <a:lnTo>
                    <a:pt x="4532650" y="3076440"/>
                  </a:lnTo>
                  <a:lnTo>
                    <a:pt x="4637184" y="3083637"/>
                  </a:lnTo>
                  <a:lnTo>
                    <a:pt x="4747096" y="3090140"/>
                  </a:lnTo>
                  <a:lnTo>
                    <a:pt x="4860518" y="3095956"/>
                  </a:lnTo>
                  <a:lnTo>
                    <a:pt x="4974776" y="3101079"/>
                  </a:lnTo>
                  <a:lnTo>
                    <a:pt x="5086450" y="3105493"/>
                  </a:lnTo>
                  <a:lnTo>
                    <a:pt x="5191610" y="3109186"/>
                  </a:lnTo>
                  <a:lnTo>
                    <a:pt x="5286234" y="3112160"/>
                  </a:lnTo>
                  <a:lnTo>
                    <a:pt x="5366767" y="3114439"/>
                  </a:lnTo>
                  <a:lnTo>
                    <a:pt x="5430698" y="3116076"/>
                  </a:lnTo>
                  <a:lnTo>
                    <a:pt x="5477045" y="3117154"/>
                  </a:lnTo>
                  <a:lnTo>
                    <a:pt x="5506590" y="3117781"/>
                  </a:lnTo>
                  <a:lnTo>
                    <a:pt x="5521876" y="3118078"/>
                  </a:lnTo>
                  <a:lnTo>
                    <a:pt x="5527011" y="3118170"/>
                  </a:lnTo>
                  <a:lnTo>
                    <a:pt x="5527445" y="3118177"/>
                  </a:lnTo>
                  <a:lnTo>
                    <a:pt x="6522385" y="3118177"/>
                  </a:lnTo>
                  <a:lnTo>
                    <a:pt x="6523451" y="3118121"/>
                  </a:lnTo>
                  <a:lnTo>
                    <a:pt x="6530490" y="3117726"/>
                  </a:lnTo>
                  <a:lnTo>
                    <a:pt x="6548358" y="3116635"/>
                  </a:lnTo>
                  <a:lnTo>
                    <a:pt x="6580614" y="3114485"/>
                  </a:lnTo>
                  <a:lnTo>
                    <a:pt x="6629320" y="3110928"/>
                  </a:lnTo>
                  <a:lnTo>
                    <a:pt x="6694896" y="3105664"/>
                  </a:lnTo>
                  <a:lnTo>
                    <a:pt x="6776142" y="3098466"/>
                  </a:lnTo>
                  <a:lnTo>
                    <a:pt x="6870511" y="3089191"/>
                  </a:lnTo>
                  <a:lnTo>
                    <a:pt x="6974555" y="3077779"/>
                  </a:lnTo>
                  <a:lnTo>
                    <a:pt x="7084464" y="3064232"/>
                  </a:lnTo>
                  <a:lnTo>
                    <a:pt x="7196562" y="3048589"/>
                  </a:lnTo>
                  <a:lnTo>
                    <a:pt x="7307668" y="3030891"/>
                  </a:lnTo>
                  <a:lnTo>
                    <a:pt x="7415301" y="3011157"/>
                  </a:lnTo>
                  <a:lnTo>
                    <a:pt x="7517724" y="2989363"/>
                  </a:lnTo>
                  <a:lnTo>
                    <a:pt x="7613897" y="2965427"/>
                  </a:lnTo>
                  <a:lnTo>
                    <a:pt x="7703355" y="2939208"/>
                  </a:lnTo>
                  <a:lnTo>
                    <a:pt x="7786082" y="2910496"/>
                  </a:lnTo>
                  <a:lnTo>
                    <a:pt x="7862380" y="2879022"/>
                  </a:lnTo>
                  <a:lnTo>
                    <a:pt x="7932767" y="2844460"/>
                  </a:lnTo>
                  <a:lnTo>
                    <a:pt x="7997890" y="2806441"/>
                  </a:lnTo>
                  <a:lnTo>
                    <a:pt x="8058460" y="2764568"/>
                  </a:lnTo>
                  <a:lnTo>
                    <a:pt x="8115211" y="2718453"/>
                  </a:lnTo>
                  <a:lnTo>
                    <a:pt x="8168852" y="2667761"/>
                  </a:lnTo>
                  <a:lnTo>
                    <a:pt x="8220040" y="2612291"/>
                  </a:lnTo>
                  <a:lnTo>
                    <a:pt x="8229629" y="2601101"/>
                  </a:lnTo>
                  <a:lnTo>
                    <a:pt x="8272390" y="2548093"/>
                  </a:lnTo>
                  <a:lnTo>
                    <a:pt x="8314114" y="2491390"/>
                  </a:lnTo>
                  <a:lnTo>
                    <a:pt x="8355069" y="2430917"/>
                  </a:lnTo>
                  <a:lnTo>
                    <a:pt x="8395475" y="2366653"/>
                  </a:lnTo>
                  <a:lnTo>
                    <a:pt x="8435507" y="2298635"/>
                  </a:lnTo>
                  <a:lnTo>
                    <a:pt x="8475307" y="2226965"/>
                  </a:lnTo>
                  <a:lnTo>
                    <a:pt x="8514981" y="2151814"/>
                  </a:lnTo>
                  <a:lnTo>
                    <a:pt x="8554611" y="2073423"/>
                  </a:lnTo>
                  <a:lnTo>
                    <a:pt x="8594250" y="1992106"/>
                  </a:lnTo>
                  <a:lnTo>
                    <a:pt x="8633931" y="1908241"/>
                  </a:lnTo>
                  <a:lnTo>
                    <a:pt x="8673669" y="1822268"/>
                  </a:lnTo>
                  <a:lnTo>
                    <a:pt x="8713461" y="1734683"/>
                  </a:lnTo>
                  <a:lnTo>
                    <a:pt x="8753295" y="1646020"/>
                  </a:lnTo>
                  <a:lnTo>
                    <a:pt x="8793151" y="1556845"/>
                  </a:lnTo>
                  <a:lnTo>
                    <a:pt x="8833004" y="1467735"/>
                  </a:lnTo>
                  <a:lnTo>
                    <a:pt x="8872830" y="1379268"/>
                  </a:lnTo>
                  <a:lnTo>
                    <a:pt x="8912611" y="1292002"/>
                  </a:lnTo>
                  <a:lnTo>
                    <a:pt x="8952335" y="1206465"/>
                  </a:lnTo>
                  <a:lnTo>
                    <a:pt x="8992005" y="1123140"/>
                  </a:lnTo>
                  <a:lnTo>
                    <a:pt x="9031639" y="1042455"/>
                  </a:lnTo>
                  <a:lnTo>
                    <a:pt x="9071273" y="964774"/>
                  </a:lnTo>
                  <a:lnTo>
                    <a:pt x="9110968" y="890392"/>
                  </a:lnTo>
                  <a:lnTo>
                    <a:pt x="9150810" y="819536"/>
                  </a:lnTo>
                  <a:lnTo>
                    <a:pt x="9190913" y="752362"/>
                  </a:lnTo>
                  <a:lnTo>
                    <a:pt x="9231426" y="688955"/>
                  </a:lnTo>
                  <a:lnTo>
                    <a:pt x="9272535" y="629340"/>
                  </a:lnTo>
                  <a:lnTo>
                    <a:pt x="9314468" y="573482"/>
                  </a:lnTo>
                  <a:lnTo>
                    <a:pt x="9347647" y="532797"/>
                  </a:lnTo>
                  <a:lnTo>
                    <a:pt x="9398432" y="476407"/>
                  </a:lnTo>
                  <a:lnTo>
                    <a:pt x="9451554" y="424807"/>
                  </a:lnTo>
                  <a:lnTo>
                    <a:pt x="9507654" y="377837"/>
                  </a:lnTo>
                  <a:lnTo>
                    <a:pt x="9567435" y="335180"/>
                  </a:lnTo>
                  <a:lnTo>
                    <a:pt x="9631628" y="296453"/>
                  </a:lnTo>
                  <a:lnTo>
                    <a:pt x="9700952" y="261257"/>
                  </a:lnTo>
                  <a:lnTo>
                    <a:pt x="9776071" y="229218"/>
                  </a:lnTo>
                  <a:lnTo>
                    <a:pt x="9857533" y="199998"/>
                  </a:lnTo>
                  <a:lnTo>
                    <a:pt x="9945690" y="173319"/>
                  </a:lnTo>
                  <a:lnTo>
                    <a:pt x="10040595" y="148958"/>
                  </a:lnTo>
                  <a:lnTo>
                    <a:pt x="10141880" y="126761"/>
                  </a:lnTo>
                  <a:lnTo>
                    <a:pt x="10248625" y="106636"/>
                  </a:lnTo>
                  <a:lnTo>
                    <a:pt x="10359234" y="88547"/>
                  </a:lnTo>
                  <a:lnTo>
                    <a:pt x="10471368" y="72506"/>
                  </a:lnTo>
                  <a:lnTo>
                    <a:pt x="10581971" y="58554"/>
                  </a:lnTo>
                  <a:lnTo>
                    <a:pt x="10687438" y="46730"/>
                  </a:lnTo>
                  <a:lnTo>
                    <a:pt x="10783950" y="37048"/>
                  </a:lnTo>
                  <a:lnTo>
                    <a:pt x="10867946" y="29459"/>
                  </a:lnTo>
                  <a:lnTo>
                    <a:pt x="10936667" y="23840"/>
                  </a:lnTo>
                  <a:lnTo>
                    <a:pt x="10988630" y="19977"/>
                  </a:lnTo>
                  <a:lnTo>
                    <a:pt x="11023931" y="17582"/>
                  </a:lnTo>
                  <a:lnTo>
                    <a:pt x="11044327" y="16316"/>
                  </a:lnTo>
                  <a:lnTo>
                    <a:pt x="11053105" y="15816"/>
                  </a:lnTo>
                  <a:lnTo>
                    <a:pt x="11054891" y="15721"/>
                  </a:lnTo>
                  <a:lnTo>
                    <a:pt x="12049831" y="1572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6" y="55"/>
                  </a:lnTo>
                  <a:lnTo>
                    <a:pt x="11046787" y="450"/>
                  </a:lnTo>
                  <a:lnTo>
                    <a:pt x="11028919" y="1541"/>
                  </a:lnTo>
                  <a:lnTo>
                    <a:pt x="10996663" y="3691"/>
                  </a:lnTo>
                  <a:lnTo>
                    <a:pt x="10947956" y="7248"/>
                  </a:lnTo>
                  <a:lnTo>
                    <a:pt x="10882381" y="12512"/>
                  </a:lnTo>
                  <a:lnTo>
                    <a:pt x="10801135" y="19710"/>
                  </a:lnTo>
                  <a:lnTo>
                    <a:pt x="10706766" y="28985"/>
                  </a:lnTo>
                  <a:lnTo>
                    <a:pt x="10602721" y="40397"/>
                  </a:lnTo>
                  <a:lnTo>
                    <a:pt x="10492812" y="53944"/>
                  </a:lnTo>
                  <a:lnTo>
                    <a:pt x="10380714" y="69587"/>
                  </a:lnTo>
                  <a:lnTo>
                    <a:pt x="10269608" y="87286"/>
                  </a:lnTo>
                  <a:lnTo>
                    <a:pt x="10161976" y="107019"/>
                  </a:lnTo>
                  <a:lnTo>
                    <a:pt x="10059552" y="128814"/>
                  </a:lnTo>
                  <a:lnTo>
                    <a:pt x="9963380" y="152749"/>
                  </a:lnTo>
                  <a:lnTo>
                    <a:pt x="9873921" y="178969"/>
                  </a:lnTo>
                  <a:lnTo>
                    <a:pt x="9791195" y="207681"/>
                  </a:lnTo>
                  <a:lnTo>
                    <a:pt x="9714896" y="239155"/>
                  </a:lnTo>
                  <a:lnTo>
                    <a:pt x="9644509" y="273716"/>
                  </a:lnTo>
                  <a:lnTo>
                    <a:pt x="9579387" y="311736"/>
                  </a:lnTo>
                  <a:lnTo>
                    <a:pt x="9518816" y="353608"/>
                  </a:lnTo>
                  <a:lnTo>
                    <a:pt x="9462066" y="399723"/>
                  </a:lnTo>
                  <a:lnTo>
                    <a:pt x="9408424" y="450416"/>
                  </a:lnTo>
                  <a:lnTo>
                    <a:pt x="9357236" y="505885"/>
                  </a:lnTo>
                  <a:lnTo>
                    <a:pt x="9347647" y="517075"/>
                  </a:lnTo>
                  <a:lnTo>
                    <a:pt x="9304887" y="570084"/>
                  </a:lnTo>
                  <a:lnTo>
                    <a:pt x="9263163" y="626786"/>
                  </a:lnTo>
                  <a:lnTo>
                    <a:pt x="9222207" y="687259"/>
                  </a:lnTo>
                  <a:lnTo>
                    <a:pt x="9181802" y="751523"/>
                  </a:lnTo>
                  <a:lnTo>
                    <a:pt x="9141769" y="819542"/>
                  </a:lnTo>
                  <a:lnTo>
                    <a:pt x="9101970" y="891212"/>
                  </a:lnTo>
                  <a:lnTo>
                    <a:pt x="9062295" y="966363"/>
                  </a:lnTo>
                  <a:lnTo>
                    <a:pt x="9022666" y="1044753"/>
                  </a:lnTo>
                  <a:lnTo>
                    <a:pt x="8983026" y="1126070"/>
                  </a:lnTo>
                  <a:lnTo>
                    <a:pt x="8943345" y="1209936"/>
                  </a:lnTo>
                  <a:lnTo>
                    <a:pt x="8903608" y="1295908"/>
                  </a:lnTo>
                  <a:lnTo>
                    <a:pt x="8863815" y="1383494"/>
                  </a:lnTo>
                  <a:lnTo>
                    <a:pt x="8823981" y="1472156"/>
                  </a:lnTo>
                  <a:lnTo>
                    <a:pt x="8784125" y="1561331"/>
                  </a:lnTo>
                  <a:lnTo>
                    <a:pt x="8744272" y="1650441"/>
                  </a:lnTo>
                  <a:lnTo>
                    <a:pt x="8704446" y="1738908"/>
                  </a:lnTo>
                  <a:lnTo>
                    <a:pt x="8664665" y="1826174"/>
                  </a:lnTo>
                  <a:lnTo>
                    <a:pt x="8624941" y="1911711"/>
                  </a:lnTo>
                  <a:lnTo>
                    <a:pt x="8585271" y="1995036"/>
                  </a:lnTo>
                  <a:lnTo>
                    <a:pt x="8545638" y="2075721"/>
                  </a:lnTo>
                  <a:lnTo>
                    <a:pt x="8506004" y="2153403"/>
                  </a:lnTo>
                  <a:lnTo>
                    <a:pt x="8466309" y="2227784"/>
                  </a:lnTo>
                  <a:lnTo>
                    <a:pt x="8426467" y="2298640"/>
                  </a:lnTo>
                  <a:lnTo>
                    <a:pt x="8386364" y="2365815"/>
                  </a:lnTo>
                  <a:lnTo>
                    <a:pt x="8345850" y="2429222"/>
                  </a:lnTo>
                  <a:lnTo>
                    <a:pt x="8304742" y="2488836"/>
                  </a:lnTo>
                  <a:lnTo>
                    <a:pt x="8262809" y="2544694"/>
                  </a:lnTo>
                  <a:lnTo>
                    <a:pt x="8229629" y="2585379"/>
                  </a:lnTo>
                  <a:lnTo>
                    <a:pt x="8178844" y="2641770"/>
                  </a:lnTo>
                  <a:lnTo>
                    <a:pt x="8125722" y="2693369"/>
                  </a:lnTo>
                  <a:lnTo>
                    <a:pt x="8069622" y="2740339"/>
                  </a:lnTo>
                  <a:lnTo>
                    <a:pt x="8009841" y="2782996"/>
                  </a:lnTo>
                  <a:lnTo>
                    <a:pt x="7945648" y="2821724"/>
                  </a:lnTo>
                  <a:lnTo>
                    <a:pt x="7876324" y="2856919"/>
                  </a:lnTo>
                  <a:lnTo>
                    <a:pt x="7801205" y="2888959"/>
                  </a:lnTo>
                  <a:lnTo>
                    <a:pt x="7719743" y="2918178"/>
                  </a:lnTo>
                  <a:lnTo>
                    <a:pt x="7631587" y="2944858"/>
                  </a:lnTo>
                  <a:lnTo>
                    <a:pt x="7536682" y="2969218"/>
                  </a:lnTo>
                  <a:lnTo>
                    <a:pt x="7435396" y="2991415"/>
                  </a:lnTo>
                  <a:lnTo>
                    <a:pt x="7328651" y="3011541"/>
                  </a:lnTo>
                  <a:lnTo>
                    <a:pt x="7218042" y="3029630"/>
                  </a:lnTo>
                  <a:lnTo>
                    <a:pt x="7105908" y="3045670"/>
                  </a:lnTo>
                  <a:lnTo>
                    <a:pt x="6995305" y="3059623"/>
                  </a:lnTo>
                  <a:lnTo>
                    <a:pt x="6889838" y="3071446"/>
                  </a:lnTo>
                  <a:lnTo>
                    <a:pt x="6793327" y="3081129"/>
                  </a:lnTo>
                  <a:lnTo>
                    <a:pt x="6709330" y="3088717"/>
                  </a:lnTo>
                  <a:lnTo>
                    <a:pt x="6640609" y="3094337"/>
                  </a:lnTo>
                  <a:lnTo>
                    <a:pt x="6588647" y="3098200"/>
                  </a:lnTo>
                  <a:lnTo>
                    <a:pt x="6553345" y="3100594"/>
                  </a:lnTo>
                  <a:lnTo>
                    <a:pt x="6532949" y="3101860"/>
                  </a:lnTo>
                  <a:lnTo>
                    <a:pt x="6524172" y="3102361"/>
                  </a:lnTo>
                  <a:lnTo>
                    <a:pt x="6522385" y="3102455"/>
                  </a:lnTo>
                  <a:lnTo>
                    <a:pt x="5527445" y="3102455"/>
                  </a:lnTo>
                  <a:lnTo>
                    <a:pt x="5526317" y="3102436"/>
                  </a:lnTo>
                  <a:lnTo>
                    <a:pt x="5518869" y="3102300"/>
                  </a:lnTo>
                  <a:lnTo>
                    <a:pt x="5499992" y="3101924"/>
                  </a:lnTo>
                  <a:lnTo>
                    <a:pt x="5465987" y="3101184"/>
                  </a:lnTo>
                  <a:lnTo>
                    <a:pt x="5414783" y="3099961"/>
                  </a:lnTo>
                  <a:lnTo>
                    <a:pt x="5346095" y="3098154"/>
                  </a:lnTo>
                  <a:lnTo>
                    <a:pt x="5261364" y="3095688"/>
                  </a:lnTo>
                  <a:lnTo>
                    <a:pt x="5163442" y="3092516"/>
                  </a:lnTo>
                  <a:lnTo>
                    <a:pt x="5056075" y="3088623"/>
                  </a:lnTo>
                  <a:lnTo>
                    <a:pt x="4943310" y="3084012"/>
                  </a:lnTo>
                  <a:lnTo>
                    <a:pt x="4828971" y="3078696"/>
                  </a:lnTo>
                  <a:lnTo>
                    <a:pt x="4716285" y="3072690"/>
                  </a:lnTo>
                  <a:lnTo>
                    <a:pt x="4607706" y="3065997"/>
                  </a:lnTo>
                  <a:lnTo>
                    <a:pt x="4504884" y="3058604"/>
                  </a:lnTo>
                  <a:lnTo>
                    <a:pt x="4408747" y="3050477"/>
                  </a:lnTo>
                  <a:lnTo>
                    <a:pt x="4319639" y="3041562"/>
                  </a:lnTo>
                  <a:lnTo>
                    <a:pt x="4237460" y="3031779"/>
                  </a:lnTo>
                  <a:lnTo>
                    <a:pt x="4161804" y="3021030"/>
                  </a:lnTo>
                  <a:lnTo>
                    <a:pt x="4092068" y="3009197"/>
                  </a:lnTo>
                  <a:lnTo>
                    <a:pt x="4027533" y="2996148"/>
                  </a:lnTo>
                  <a:lnTo>
                    <a:pt x="3967432" y="2981747"/>
                  </a:lnTo>
                  <a:lnTo>
                    <a:pt x="3910992" y="2965865"/>
                  </a:lnTo>
                  <a:lnTo>
                    <a:pt x="3857479" y="2948403"/>
                  </a:lnTo>
                  <a:lnTo>
                    <a:pt x="3820202" y="2934755"/>
                  </a:lnTo>
                  <a:lnTo>
                    <a:pt x="3763033" y="2911394"/>
                  </a:lnTo>
                  <a:lnTo>
                    <a:pt x="3707564" y="2885856"/>
                  </a:lnTo>
                  <a:lnTo>
                    <a:pt x="3653207" y="2858104"/>
                  </a:lnTo>
                  <a:lnTo>
                    <a:pt x="3599520" y="2828159"/>
                  </a:lnTo>
                  <a:lnTo>
                    <a:pt x="3546177" y="2796114"/>
                  </a:lnTo>
                  <a:lnTo>
                    <a:pt x="3492955" y="2762133"/>
                  </a:lnTo>
                  <a:lnTo>
                    <a:pt x="3439714" y="2726454"/>
                  </a:lnTo>
                  <a:lnTo>
                    <a:pt x="3386385" y="2689386"/>
                  </a:lnTo>
                  <a:lnTo>
                    <a:pt x="3332956" y="2651300"/>
                  </a:lnTo>
                  <a:lnTo>
                    <a:pt x="3279455" y="2612612"/>
                  </a:lnTo>
                  <a:lnTo>
                    <a:pt x="3225933" y="2573770"/>
                  </a:lnTo>
                  <a:lnTo>
                    <a:pt x="3172450" y="2535226"/>
                  </a:lnTo>
                  <a:lnTo>
                    <a:pt x="3119051" y="2497420"/>
                  </a:lnTo>
                  <a:lnTo>
                    <a:pt x="3065754" y="2460756"/>
                  </a:lnTo>
                  <a:lnTo>
                    <a:pt x="3012530" y="2425586"/>
                  </a:lnTo>
                  <a:lnTo>
                    <a:pt x="2959288" y="2392197"/>
                  </a:lnTo>
                  <a:lnTo>
                    <a:pt x="2905864" y="2360805"/>
                  </a:lnTo>
                  <a:lnTo>
                    <a:pt x="2852005" y="2331550"/>
                  </a:lnTo>
                  <a:lnTo>
                    <a:pt x="2797349" y="2304501"/>
                  </a:lnTo>
                  <a:lnTo>
                    <a:pt x="2741412" y="2279662"/>
                  </a:lnTo>
                  <a:lnTo>
                    <a:pt x="2702183" y="2263953"/>
                  </a:lnTo>
                  <a:lnTo>
                    <a:pt x="2650375" y="2245319"/>
                  </a:lnTo>
                  <a:lnTo>
                    <a:pt x="2596123" y="2228301"/>
                  </a:lnTo>
                  <a:lnTo>
                    <a:pt x="2538747" y="2212839"/>
                  </a:lnTo>
                  <a:lnTo>
                    <a:pt x="2477499" y="2198825"/>
                  </a:lnTo>
                  <a:lnTo>
                    <a:pt x="2411603" y="2186126"/>
                  </a:lnTo>
                  <a:lnTo>
                    <a:pt x="2340299" y="2174605"/>
                  </a:lnTo>
                  <a:lnTo>
                    <a:pt x="2262895" y="2164134"/>
                  </a:lnTo>
                  <a:lnTo>
                    <a:pt x="2178831" y="2154600"/>
                  </a:lnTo>
                  <a:lnTo>
                    <a:pt x="2087775" y="2145909"/>
                  </a:lnTo>
                  <a:lnTo>
                    <a:pt x="1989735" y="2137990"/>
                  </a:lnTo>
                  <a:lnTo>
                    <a:pt x="1885201" y="2130793"/>
                  </a:lnTo>
                  <a:lnTo>
                    <a:pt x="1775289" y="2124290"/>
                  </a:lnTo>
                  <a:lnTo>
                    <a:pt x="1661867" y="2118474"/>
                  </a:lnTo>
                  <a:lnTo>
                    <a:pt x="1547609" y="2113351"/>
                  </a:lnTo>
                  <a:lnTo>
                    <a:pt x="1435935" y="2108937"/>
                  </a:lnTo>
                  <a:lnTo>
                    <a:pt x="1330775" y="2105244"/>
                  </a:lnTo>
                  <a:lnTo>
                    <a:pt x="1236151" y="2102270"/>
                  </a:lnTo>
                  <a:lnTo>
                    <a:pt x="1155618" y="2099991"/>
                  </a:lnTo>
                  <a:lnTo>
                    <a:pt x="1091687" y="2098354"/>
                  </a:lnTo>
                  <a:lnTo>
                    <a:pt x="1045340" y="2097276"/>
                  </a:lnTo>
                  <a:lnTo>
                    <a:pt x="1015795" y="2096649"/>
                  </a:lnTo>
                  <a:lnTo>
                    <a:pt x="1000509" y="2096352"/>
                  </a:lnTo>
                  <a:lnTo>
                    <a:pt x="995374" y="2096260"/>
                  </a:lnTo>
                  <a:lnTo>
                    <a:pt x="994940" y="2096253"/>
                  </a:lnTo>
                  <a:lnTo>
                    <a:pt x="0" y="2096253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09" name="pl1008"/>
            <p:cNvSpPr/>
            <p:nvPr/>
          </p:nvSpPr>
          <p:spPr>
            <a:xfrm>
              <a:off x="1199187" y="2489136"/>
              <a:ext cx="12049831" cy="3102455"/>
            </a:xfrm>
            <a:custGeom>
              <a:avLst/>
              <a:pathLst>
                <a:path w="12049831" h="3102455">
                  <a:moveTo>
                    <a:pt x="0" y="2096253"/>
                  </a:moveTo>
                  <a:lnTo>
                    <a:pt x="994940" y="2096253"/>
                  </a:lnTo>
                  <a:lnTo>
                    <a:pt x="996068" y="2096272"/>
                  </a:lnTo>
                  <a:lnTo>
                    <a:pt x="1003516" y="2096408"/>
                  </a:lnTo>
                  <a:lnTo>
                    <a:pt x="1022393" y="2096784"/>
                  </a:lnTo>
                  <a:lnTo>
                    <a:pt x="1056398" y="2097524"/>
                  </a:lnTo>
                  <a:lnTo>
                    <a:pt x="1107602" y="2098747"/>
                  </a:lnTo>
                  <a:lnTo>
                    <a:pt x="1176290" y="2100554"/>
                  </a:lnTo>
                  <a:lnTo>
                    <a:pt x="1261021" y="2103020"/>
                  </a:lnTo>
                  <a:lnTo>
                    <a:pt x="1358943" y="2106192"/>
                  </a:lnTo>
                  <a:lnTo>
                    <a:pt x="1466310" y="2110085"/>
                  </a:lnTo>
                  <a:lnTo>
                    <a:pt x="1579075" y="2114696"/>
                  </a:lnTo>
                  <a:lnTo>
                    <a:pt x="1693414" y="2120012"/>
                  </a:lnTo>
                  <a:lnTo>
                    <a:pt x="1806100" y="2126018"/>
                  </a:lnTo>
                  <a:lnTo>
                    <a:pt x="1914679" y="2132711"/>
                  </a:lnTo>
                  <a:lnTo>
                    <a:pt x="2017501" y="2140104"/>
                  </a:lnTo>
                  <a:lnTo>
                    <a:pt x="2113638" y="2148231"/>
                  </a:lnTo>
                  <a:lnTo>
                    <a:pt x="2202746" y="2157146"/>
                  </a:lnTo>
                  <a:lnTo>
                    <a:pt x="2284925" y="2166929"/>
                  </a:lnTo>
                  <a:lnTo>
                    <a:pt x="2360581" y="2177678"/>
                  </a:lnTo>
                  <a:lnTo>
                    <a:pt x="2430317" y="2189511"/>
                  </a:lnTo>
                  <a:lnTo>
                    <a:pt x="2494852" y="2202560"/>
                  </a:lnTo>
                  <a:lnTo>
                    <a:pt x="2554953" y="2216961"/>
                  </a:lnTo>
                  <a:lnTo>
                    <a:pt x="2611393" y="2232843"/>
                  </a:lnTo>
                  <a:lnTo>
                    <a:pt x="2664906" y="2250305"/>
                  </a:lnTo>
                  <a:lnTo>
                    <a:pt x="2702183" y="2263953"/>
                  </a:lnTo>
                  <a:lnTo>
                    <a:pt x="2759352" y="2287314"/>
                  </a:lnTo>
                  <a:lnTo>
                    <a:pt x="2814821" y="2312852"/>
                  </a:lnTo>
                  <a:lnTo>
                    <a:pt x="2869178" y="2340604"/>
                  </a:lnTo>
                  <a:lnTo>
                    <a:pt x="2922865" y="2370549"/>
                  </a:lnTo>
                  <a:lnTo>
                    <a:pt x="2976208" y="2402594"/>
                  </a:lnTo>
                  <a:lnTo>
                    <a:pt x="3029430" y="2436575"/>
                  </a:lnTo>
                  <a:lnTo>
                    <a:pt x="3082671" y="2472254"/>
                  </a:lnTo>
                  <a:lnTo>
                    <a:pt x="3136000" y="2509322"/>
                  </a:lnTo>
                  <a:lnTo>
                    <a:pt x="3189429" y="2547408"/>
                  </a:lnTo>
                  <a:lnTo>
                    <a:pt x="3242930" y="2586096"/>
                  </a:lnTo>
                  <a:lnTo>
                    <a:pt x="3296452" y="2624938"/>
                  </a:lnTo>
                  <a:lnTo>
                    <a:pt x="3349935" y="2663482"/>
                  </a:lnTo>
                  <a:lnTo>
                    <a:pt x="3403334" y="2701288"/>
                  </a:lnTo>
                  <a:lnTo>
                    <a:pt x="3456631" y="2737952"/>
                  </a:lnTo>
                  <a:lnTo>
                    <a:pt x="3509855" y="2773122"/>
                  </a:lnTo>
                  <a:lnTo>
                    <a:pt x="3563097" y="2806511"/>
                  </a:lnTo>
                  <a:lnTo>
                    <a:pt x="3616521" y="2837903"/>
                  </a:lnTo>
                  <a:lnTo>
                    <a:pt x="3670380" y="2867158"/>
                  </a:lnTo>
                  <a:lnTo>
                    <a:pt x="3725036" y="2894207"/>
                  </a:lnTo>
                  <a:lnTo>
                    <a:pt x="3780973" y="2919046"/>
                  </a:lnTo>
                  <a:lnTo>
                    <a:pt x="3820202" y="2934755"/>
                  </a:lnTo>
                  <a:lnTo>
                    <a:pt x="3872010" y="2953389"/>
                  </a:lnTo>
                  <a:lnTo>
                    <a:pt x="3926262" y="2970407"/>
                  </a:lnTo>
                  <a:lnTo>
                    <a:pt x="3983638" y="2985869"/>
                  </a:lnTo>
                  <a:lnTo>
                    <a:pt x="4044886" y="2999883"/>
                  </a:lnTo>
                  <a:lnTo>
                    <a:pt x="4110782" y="3012582"/>
                  </a:lnTo>
                  <a:lnTo>
                    <a:pt x="4182086" y="3024103"/>
                  </a:lnTo>
                  <a:lnTo>
                    <a:pt x="4259490" y="3034574"/>
                  </a:lnTo>
                  <a:lnTo>
                    <a:pt x="4343554" y="3044108"/>
                  </a:lnTo>
                  <a:lnTo>
                    <a:pt x="4434610" y="3052799"/>
                  </a:lnTo>
                  <a:lnTo>
                    <a:pt x="4532650" y="3060718"/>
                  </a:lnTo>
                  <a:lnTo>
                    <a:pt x="4637184" y="3067915"/>
                  </a:lnTo>
                  <a:lnTo>
                    <a:pt x="4747096" y="3074418"/>
                  </a:lnTo>
                  <a:lnTo>
                    <a:pt x="4860518" y="3080234"/>
                  </a:lnTo>
                  <a:lnTo>
                    <a:pt x="4974776" y="3085357"/>
                  </a:lnTo>
                  <a:lnTo>
                    <a:pt x="5086450" y="3089771"/>
                  </a:lnTo>
                  <a:lnTo>
                    <a:pt x="5191610" y="3093464"/>
                  </a:lnTo>
                  <a:lnTo>
                    <a:pt x="5286234" y="3096438"/>
                  </a:lnTo>
                  <a:lnTo>
                    <a:pt x="5366767" y="3098717"/>
                  </a:lnTo>
                  <a:lnTo>
                    <a:pt x="5430698" y="3100354"/>
                  </a:lnTo>
                  <a:lnTo>
                    <a:pt x="5477045" y="3101432"/>
                  </a:lnTo>
                  <a:lnTo>
                    <a:pt x="5506590" y="3102059"/>
                  </a:lnTo>
                  <a:lnTo>
                    <a:pt x="5521876" y="3102356"/>
                  </a:lnTo>
                  <a:lnTo>
                    <a:pt x="5527011" y="3102448"/>
                  </a:lnTo>
                  <a:lnTo>
                    <a:pt x="5527445" y="3102455"/>
                  </a:lnTo>
                  <a:lnTo>
                    <a:pt x="6522385" y="3102455"/>
                  </a:lnTo>
                  <a:lnTo>
                    <a:pt x="6523451" y="3102399"/>
                  </a:lnTo>
                  <a:lnTo>
                    <a:pt x="6530490" y="3102004"/>
                  </a:lnTo>
                  <a:lnTo>
                    <a:pt x="6548358" y="3100914"/>
                  </a:lnTo>
                  <a:lnTo>
                    <a:pt x="6580614" y="3098763"/>
                  </a:lnTo>
                  <a:lnTo>
                    <a:pt x="6629320" y="3095206"/>
                  </a:lnTo>
                  <a:lnTo>
                    <a:pt x="6694896" y="3089942"/>
                  </a:lnTo>
                  <a:lnTo>
                    <a:pt x="6776142" y="3082744"/>
                  </a:lnTo>
                  <a:lnTo>
                    <a:pt x="6870511" y="3073469"/>
                  </a:lnTo>
                  <a:lnTo>
                    <a:pt x="6974555" y="3062057"/>
                  </a:lnTo>
                  <a:lnTo>
                    <a:pt x="7084464" y="3048510"/>
                  </a:lnTo>
                  <a:lnTo>
                    <a:pt x="7196562" y="3032867"/>
                  </a:lnTo>
                  <a:lnTo>
                    <a:pt x="7307668" y="3015169"/>
                  </a:lnTo>
                  <a:lnTo>
                    <a:pt x="7415301" y="2995435"/>
                  </a:lnTo>
                  <a:lnTo>
                    <a:pt x="7517724" y="2973641"/>
                  </a:lnTo>
                  <a:lnTo>
                    <a:pt x="7613897" y="2949706"/>
                  </a:lnTo>
                  <a:lnTo>
                    <a:pt x="7703355" y="2923486"/>
                  </a:lnTo>
                  <a:lnTo>
                    <a:pt x="7786082" y="2894774"/>
                  </a:lnTo>
                  <a:lnTo>
                    <a:pt x="7862380" y="2863300"/>
                  </a:lnTo>
                  <a:lnTo>
                    <a:pt x="7932767" y="2828738"/>
                  </a:lnTo>
                  <a:lnTo>
                    <a:pt x="7997890" y="2790719"/>
                  </a:lnTo>
                  <a:lnTo>
                    <a:pt x="8058460" y="2748847"/>
                  </a:lnTo>
                  <a:lnTo>
                    <a:pt x="8115211" y="2702731"/>
                  </a:lnTo>
                  <a:lnTo>
                    <a:pt x="8168852" y="2652039"/>
                  </a:lnTo>
                  <a:lnTo>
                    <a:pt x="8220040" y="2596569"/>
                  </a:lnTo>
                  <a:lnTo>
                    <a:pt x="8229629" y="2585379"/>
                  </a:lnTo>
                  <a:lnTo>
                    <a:pt x="8272390" y="2532371"/>
                  </a:lnTo>
                  <a:lnTo>
                    <a:pt x="8314114" y="2475668"/>
                  </a:lnTo>
                  <a:lnTo>
                    <a:pt x="8355069" y="2415196"/>
                  </a:lnTo>
                  <a:lnTo>
                    <a:pt x="8395475" y="2350931"/>
                  </a:lnTo>
                  <a:lnTo>
                    <a:pt x="8435507" y="2282913"/>
                  </a:lnTo>
                  <a:lnTo>
                    <a:pt x="8475307" y="2211243"/>
                  </a:lnTo>
                  <a:lnTo>
                    <a:pt x="8514981" y="2136092"/>
                  </a:lnTo>
                  <a:lnTo>
                    <a:pt x="8554611" y="2057702"/>
                  </a:lnTo>
                  <a:lnTo>
                    <a:pt x="8594250" y="1976384"/>
                  </a:lnTo>
                  <a:lnTo>
                    <a:pt x="8633931" y="1892519"/>
                  </a:lnTo>
                  <a:lnTo>
                    <a:pt x="8673669" y="1806546"/>
                  </a:lnTo>
                  <a:lnTo>
                    <a:pt x="8713461" y="1718961"/>
                  </a:lnTo>
                  <a:lnTo>
                    <a:pt x="8753295" y="1630298"/>
                  </a:lnTo>
                  <a:lnTo>
                    <a:pt x="8793151" y="1541123"/>
                  </a:lnTo>
                  <a:lnTo>
                    <a:pt x="8833004" y="1452013"/>
                  </a:lnTo>
                  <a:lnTo>
                    <a:pt x="8872830" y="1363546"/>
                  </a:lnTo>
                  <a:lnTo>
                    <a:pt x="8912611" y="1276280"/>
                  </a:lnTo>
                  <a:lnTo>
                    <a:pt x="8952335" y="1190743"/>
                  </a:lnTo>
                  <a:lnTo>
                    <a:pt x="8992005" y="1107419"/>
                  </a:lnTo>
                  <a:lnTo>
                    <a:pt x="9031639" y="1026733"/>
                  </a:lnTo>
                  <a:lnTo>
                    <a:pt x="9071273" y="949052"/>
                  </a:lnTo>
                  <a:lnTo>
                    <a:pt x="9110968" y="874670"/>
                  </a:lnTo>
                  <a:lnTo>
                    <a:pt x="9150810" y="803815"/>
                  </a:lnTo>
                  <a:lnTo>
                    <a:pt x="9190913" y="736640"/>
                  </a:lnTo>
                  <a:lnTo>
                    <a:pt x="9231426" y="673233"/>
                  </a:lnTo>
                  <a:lnTo>
                    <a:pt x="9272535" y="613618"/>
                  </a:lnTo>
                  <a:lnTo>
                    <a:pt x="9314468" y="557760"/>
                  </a:lnTo>
                  <a:lnTo>
                    <a:pt x="9347647" y="517075"/>
                  </a:lnTo>
                  <a:lnTo>
                    <a:pt x="9398432" y="460685"/>
                  </a:lnTo>
                  <a:lnTo>
                    <a:pt x="9451554" y="409086"/>
                  </a:lnTo>
                  <a:lnTo>
                    <a:pt x="9507654" y="362115"/>
                  </a:lnTo>
                  <a:lnTo>
                    <a:pt x="9567435" y="319458"/>
                  </a:lnTo>
                  <a:lnTo>
                    <a:pt x="9631628" y="280731"/>
                  </a:lnTo>
                  <a:lnTo>
                    <a:pt x="9700952" y="245535"/>
                  </a:lnTo>
                  <a:lnTo>
                    <a:pt x="9776071" y="213496"/>
                  </a:lnTo>
                  <a:lnTo>
                    <a:pt x="9857533" y="184276"/>
                  </a:lnTo>
                  <a:lnTo>
                    <a:pt x="9945690" y="157597"/>
                  </a:lnTo>
                  <a:lnTo>
                    <a:pt x="10040595" y="133236"/>
                  </a:lnTo>
                  <a:lnTo>
                    <a:pt x="10141880" y="111039"/>
                  </a:lnTo>
                  <a:lnTo>
                    <a:pt x="10248625" y="90914"/>
                  </a:lnTo>
                  <a:lnTo>
                    <a:pt x="10359234" y="72825"/>
                  </a:lnTo>
                  <a:lnTo>
                    <a:pt x="10471368" y="56784"/>
                  </a:lnTo>
                  <a:lnTo>
                    <a:pt x="10581971" y="42832"/>
                  </a:lnTo>
                  <a:lnTo>
                    <a:pt x="10687438" y="31008"/>
                  </a:lnTo>
                  <a:lnTo>
                    <a:pt x="10783950" y="21326"/>
                  </a:lnTo>
                  <a:lnTo>
                    <a:pt x="10867946" y="13737"/>
                  </a:lnTo>
                  <a:lnTo>
                    <a:pt x="10936667" y="8118"/>
                  </a:lnTo>
                  <a:lnTo>
                    <a:pt x="10988630" y="4255"/>
                  </a:lnTo>
                  <a:lnTo>
                    <a:pt x="11023931" y="1860"/>
                  </a:lnTo>
                  <a:lnTo>
                    <a:pt x="11044327" y="594"/>
                  </a:lnTo>
                  <a:lnTo>
                    <a:pt x="11053105" y="94"/>
                  </a:lnTo>
                  <a:lnTo>
                    <a:pt x="11054883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0" name="pl1009"/>
            <p:cNvSpPr/>
            <p:nvPr/>
          </p:nvSpPr>
          <p:spPr>
            <a:xfrm>
              <a:off x="1199187" y="2473414"/>
              <a:ext cx="12049831" cy="3102455"/>
            </a:xfrm>
            <a:custGeom>
              <a:avLst/>
              <a:pathLst>
                <a:path w="12049831" h="3102455">
                  <a:moveTo>
                    <a:pt x="12049831" y="0"/>
                  </a:moveTo>
                  <a:lnTo>
                    <a:pt x="11054891" y="0"/>
                  </a:lnTo>
                  <a:lnTo>
                    <a:pt x="11053826" y="55"/>
                  </a:lnTo>
                  <a:lnTo>
                    <a:pt x="11046787" y="450"/>
                  </a:lnTo>
                  <a:lnTo>
                    <a:pt x="11028919" y="1541"/>
                  </a:lnTo>
                  <a:lnTo>
                    <a:pt x="10996663" y="3691"/>
                  </a:lnTo>
                  <a:lnTo>
                    <a:pt x="10947956" y="7248"/>
                  </a:lnTo>
                  <a:lnTo>
                    <a:pt x="10882381" y="12512"/>
                  </a:lnTo>
                  <a:lnTo>
                    <a:pt x="10801135" y="19710"/>
                  </a:lnTo>
                  <a:lnTo>
                    <a:pt x="10706766" y="28985"/>
                  </a:lnTo>
                  <a:lnTo>
                    <a:pt x="10602721" y="40397"/>
                  </a:lnTo>
                  <a:lnTo>
                    <a:pt x="10492812" y="53944"/>
                  </a:lnTo>
                  <a:lnTo>
                    <a:pt x="10380714" y="69587"/>
                  </a:lnTo>
                  <a:lnTo>
                    <a:pt x="10269608" y="87286"/>
                  </a:lnTo>
                  <a:lnTo>
                    <a:pt x="10161976" y="107019"/>
                  </a:lnTo>
                  <a:lnTo>
                    <a:pt x="10059552" y="128814"/>
                  </a:lnTo>
                  <a:lnTo>
                    <a:pt x="9963380" y="152749"/>
                  </a:lnTo>
                  <a:lnTo>
                    <a:pt x="9873921" y="178969"/>
                  </a:lnTo>
                  <a:lnTo>
                    <a:pt x="9791195" y="207681"/>
                  </a:lnTo>
                  <a:lnTo>
                    <a:pt x="9714896" y="239155"/>
                  </a:lnTo>
                  <a:lnTo>
                    <a:pt x="9644509" y="273716"/>
                  </a:lnTo>
                  <a:lnTo>
                    <a:pt x="9579387" y="311736"/>
                  </a:lnTo>
                  <a:lnTo>
                    <a:pt x="9518816" y="353608"/>
                  </a:lnTo>
                  <a:lnTo>
                    <a:pt x="9462066" y="399723"/>
                  </a:lnTo>
                  <a:lnTo>
                    <a:pt x="9408424" y="450416"/>
                  </a:lnTo>
                  <a:lnTo>
                    <a:pt x="9357236" y="505885"/>
                  </a:lnTo>
                  <a:lnTo>
                    <a:pt x="9347647" y="517075"/>
                  </a:lnTo>
                  <a:lnTo>
                    <a:pt x="9304887" y="570084"/>
                  </a:lnTo>
                  <a:lnTo>
                    <a:pt x="9263163" y="626786"/>
                  </a:lnTo>
                  <a:lnTo>
                    <a:pt x="9222207" y="687259"/>
                  </a:lnTo>
                  <a:lnTo>
                    <a:pt x="9181802" y="751523"/>
                  </a:lnTo>
                  <a:lnTo>
                    <a:pt x="9141769" y="819542"/>
                  </a:lnTo>
                  <a:lnTo>
                    <a:pt x="9101970" y="891212"/>
                  </a:lnTo>
                  <a:lnTo>
                    <a:pt x="9062295" y="966363"/>
                  </a:lnTo>
                  <a:lnTo>
                    <a:pt x="9022666" y="1044753"/>
                  </a:lnTo>
                  <a:lnTo>
                    <a:pt x="8983026" y="1126070"/>
                  </a:lnTo>
                  <a:lnTo>
                    <a:pt x="8943345" y="1209936"/>
                  </a:lnTo>
                  <a:lnTo>
                    <a:pt x="8903608" y="1295908"/>
                  </a:lnTo>
                  <a:lnTo>
                    <a:pt x="8863815" y="1383494"/>
                  </a:lnTo>
                  <a:lnTo>
                    <a:pt x="8823981" y="1472156"/>
                  </a:lnTo>
                  <a:lnTo>
                    <a:pt x="8784125" y="1561331"/>
                  </a:lnTo>
                  <a:lnTo>
                    <a:pt x="8744272" y="1650441"/>
                  </a:lnTo>
                  <a:lnTo>
                    <a:pt x="8704446" y="1738908"/>
                  </a:lnTo>
                  <a:lnTo>
                    <a:pt x="8664665" y="1826174"/>
                  </a:lnTo>
                  <a:lnTo>
                    <a:pt x="8624941" y="1911711"/>
                  </a:lnTo>
                  <a:lnTo>
                    <a:pt x="8585271" y="1995036"/>
                  </a:lnTo>
                  <a:lnTo>
                    <a:pt x="8545638" y="2075721"/>
                  </a:lnTo>
                  <a:lnTo>
                    <a:pt x="8506004" y="2153403"/>
                  </a:lnTo>
                  <a:lnTo>
                    <a:pt x="8466309" y="2227784"/>
                  </a:lnTo>
                  <a:lnTo>
                    <a:pt x="8426467" y="2298640"/>
                  </a:lnTo>
                  <a:lnTo>
                    <a:pt x="8386364" y="2365815"/>
                  </a:lnTo>
                  <a:lnTo>
                    <a:pt x="8345850" y="2429222"/>
                  </a:lnTo>
                  <a:lnTo>
                    <a:pt x="8304742" y="2488836"/>
                  </a:lnTo>
                  <a:lnTo>
                    <a:pt x="8262809" y="2544694"/>
                  </a:lnTo>
                  <a:lnTo>
                    <a:pt x="8229629" y="2585379"/>
                  </a:lnTo>
                  <a:lnTo>
                    <a:pt x="8178844" y="2641770"/>
                  </a:lnTo>
                  <a:lnTo>
                    <a:pt x="8125722" y="2693369"/>
                  </a:lnTo>
                  <a:lnTo>
                    <a:pt x="8069622" y="2740339"/>
                  </a:lnTo>
                  <a:lnTo>
                    <a:pt x="8009841" y="2782996"/>
                  </a:lnTo>
                  <a:lnTo>
                    <a:pt x="7945648" y="2821724"/>
                  </a:lnTo>
                  <a:lnTo>
                    <a:pt x="7876324" y="2856919"/>
                  </a:lnTo>
                  <a:lnTo>
                    <a:pt x="7801205" y="2888959"/>
                  </a:lnTo>
                  <a:lnTo>
                    <a:pt x="7719743" y="2918178"/>
                  </a:lnTo>
                  <a:lnTo>
                    <a:pt x="7631587" y="2944858"/>
                  </a:lnTo>
                  <a:lnTo>
                    <a:pt x="7536682" y="2969218"/>
                  </a:lnTo>
                  <a:lnTo>
                    <a:pt x="7435396" y="2991415"/>
                  </a:lnTo>
                  <a:lnTo>
                    <a:pt x="7328651" y="3011541"/>
                  </a:lnTo>
                  <a:lnTo>
                    <a:pt x="7218042" y="3029630"/>
                  </a:lnTo>
                  <a:lnTo>
                    <a:pt x="7105908" y="3045670"/>
                  </a:lnTo>
                  <a:lnTo>
                    <a:pt x="6995305" y="3059623"/>
                  </a:lnTo>
                  <a:lnTo>
                    <a:pt x="6889838" y="3071446"/>
                  </a:lnTo>
                  <a:lnTo>
                    <a:pt x="6793327" y="3081129"/>
                  </a:lnTo>
                  <a:lnTo>
                    <a:pt x="6709330" y="3088717"/>
                  </a:lnTo>
                  <a:lnTo>
                    <a:pt x="6640609" y="3094337"/>
                  </a:lnTo>
                  <a:lnTo>
                    <a:pt x="6588647" y="3098200"/>
                  </a:lnTo>
                  <a:lnTo>
                    <a:pt x="6553345" y="3100594"/>
                  </a:lnTo>
                  <a:lnTo>
                    <a:pt x="6532949" y="3101860"/>
                  </a:lnTo>
                  <a:lnTo>
                    <a:pt x="6524172" y="3102361"/>
                  </a:lnTo>
                  <a:lnTo>
                    <a:pt x="6522393" y="3102454"/>
                  </a:lnTo>
                  <a:lnTo>
                    <a:pt x="6522385" y="3102455"/>
                  </a:lnTo>
                  <a:lnTo>
                    <a:pt x="5527445" y="3102455"/>
                  </a:lnTo>
                  <a:lnTo>
                    <a:pt x="5526317" y="3102436"/>
                  </a:lnTo>
                  <a:lnTo>
                    <a:pt x="5518869" y="3102300"/>
                  </a:lnTo>
                  <a:lnTo>
                    <a:pt x="5499992" y="3101924"/>
                  </a:lnTo>
                  <a:lnTo>
                    <a:pt x="5465987" y="3101184"/>
                  </a:lnTo>
                  <a:lnTo>
                    <a:pt x="5414783" y="3099961"/>
                  </a:lnTo>
                  <a:lnTo>
                    <a:pt x="5346095" y="3098154"/>
                  </a:lnTo>
                  <a:lnTo>
                    <a:pt x="5261364" y="3095688"/>
                  </a:lnTo>
                  <a:lnTo>
                    <a:pt x="5163442" y="3092516"/>
                  </a:lnTo>
                  <a:lnTo>
                    <a:pt x="5056075" y="3088623"/>
                  </a:lnTo>
                  <a:lnTo>
                    <a:pt x="4943310" y="3084012"/>
                  </a:lnTo>
                  <a:lnTo>
                    <a:pt x="4828971" y="3078696"/>
                  </a:lnTo>
                  <a:lnTo>
                    <a:pt x="4716285" y="3072690"/>
                  </a:lnTo>
                  <a:lnTo>
                    <a:pt x="4607706" y="3065997"/>
                  </a:lnTo>
                  <a:lnTo>
                    <a:pt x="4504884" y="3058604"/>
                  </a:lnTo>
                  <a:lnTo>
                    <a:pt x="4408747" y="3050477"/>
                  </a:lnTo>
                  <a:lnTo>
                    <a:pt x="4319639" y="3041562"/>
                  </a:lnTo>
                  <a:lnTo>
                    <a:pt x="4237460" y="3031779"/>
                  </a:lnTo>
                  <a:lnTo>
                    <a:pt x="4161804" y="3021030"/>
                  </a:lnTo>
                  <a:lnTo>
                    <a:pt x="4092068" y="3009197"/>
                  </a:lnTo>
                  <a:lnTo>
                    <a:pt x="4027533" y="2996148"/>
                  </a:lnTo>
                  <a:lnTo>
                    <a:pt x="3967432" y="2981747"/>
                  </a:lnTo>
                  <a:lnTo>
                    <a:pt x="3910992" y="2965865"/>
                  </a:lnTo>
                  <a:lnTo>
                    <a:pt x="3857479" y="2948403"/>
                  </a:lnTo>
                  <a:lnTo>
                    <a:pt x="3820202" y="2934755"/>
                  </a:lnTo>
                  <a:lnTo>
                    <a:pt x="3763033" y="2911394"/>
                  </a:lnTo>
                  <a:lnTo>
                    <a:pt x="3707564" y="2885856"/>
                  </a:lnTo>
                  <a:lnTo>
                    <a:pt x="3653207" y="2858104"/>
                  </a:lnTo>
                  <a:lnTo>
                    <a:pt x="3599520" y="2828159"/>
                  </a:lnTo>
                  <a:lnTo>
                    <a:pt x="3546177" y="2796114"/>
                  </a:lnTo>
                  <a:lnTo>
                    <a:pt x="3492955" y="2762133"/>
                  </a:lnTo>
                  <a:lnTo>
                    <a:pt x="3439714" y="2726454"/>
                  </a:lnTo>
                  <a:lnTo>
                    <a:pt x="3386385" y="2689386"/>
                  </a:lnTo>
                  <a:lnTo>
                    <a:pt x="3332956" y="2651300"/>
                  </a:lnTo>
                  <a:lnTo>
                    <a:pt x="3279455" y="2612612"/>
                  </a:lnTo>
                  <a:lnTo>
                    <a:pt x="3225933" y="2573770"/>
                  </a:lnTo>
                  <a:lnTo>
                    <a:pt x="3172450" y="2535226"/>
                  </a:lnTo>
                  <a:lnTo>
                    <a:pt x="3119051" y="2497420"/>
                  </a:lnTo>
                  <a:lnTo>
                    <a:pt x="3065754" y="2460756"/>
                  </a:lnTo>
                  <a:lnTo>
                    <a:pt x="3012530" y="2425586"/>
                  </a:lnTo>
                  <a:lnTo>
                    <a:pt x="2959288" y="2392197"/>
                  </a:lnTo>
                  <a:lnTo>
                    <a:pt x="2905864" y="2360805"/>
                  </a:lnTo>
                  <a:lnTo>
                    <a:pt x="2852005" y="2331550"/>
                  </a:lnTo>
                  <a:lnTo>
                    <a:pt x="2797349" y="2304501"/>
                  </a:lnTo>
                  <a:lnTo>
                    <a:pt x="2741412" y="2279662"/>
                  </a:lnTo>
                  <a:lnTo>
                    <a:pt x="2702183" y="2263953"/>
                  </a:lnTo>
                  <a:lnTo>
                    <a:pt x="2650375" y="2245319"/>
                  </a:lnTo>
                  <a:lnTo>
                    <a:pt x="2596123" y="2228301"/>
                  </a:lnTo>
                  <a:lnTo>
                    <a:pt x="2538747" y="2212839"/>
                  </a:lnTo>
                  <a:lnTo>
                    <a:pt x="2477499" y="2198825"/>
                  </a:lnTo>
                  <a:lnTo>
                    <a:pt x="2411603" y="2186126"/>
                  </a:lnTo>
                  <a:lnTo>
                    <a:pt x="2340299" y="2174605"/>
                  </a:lnTo>
                  <a:lnTo>
                    <a:pt x="2262895" y="2164134"/>
                  </a:lnTo>
                  <a:lnTo>
                    <a:pt x="2178831" y="2154600"/>
                  </a:lnTo>
                  <a:lnTo>
                    <a:pt x="2087775" y="2145909"/>
                  </a:lnTo>
                  <a:lnTo>
                    <a:pt x="1989735" y="2137990"/>
                  </a:lnTo>
                  <a:lnTo>
                    <a:pt x="1885201" y="2130793"/>
                  </a:lnTo>
                  <a:lnTo>
                    <a:pt x="1775289" y="2124290"/>
                  </a:lnTo>
                  <a:lnTo>
                    <a:pt x="1661867" y="2118474"/>
                  </a:lnTo>
                  <a:lnTo>
                    <a:pt x="1547609" y="2113351"/>
                  </a:lnTo>
                  <a:lnTo>
                    <a:pt x="1435935" y="2108937"/>
                  </a:lnTo>
                  <a:lnTo>
                    <a:pt x="1330775" y="2105244"/>
                  </a:lnTo>
                  <a:lnTo>
                    <a:pt x="1236151" y="2102270"/>
                  </a:lnTo>
                  <a:lnTo>
                    <a:pt x="1155618" y="2099991"/>
                  </a:lnTo>
                  <a:lnTo>
                    <a:pt x="1091687" y="2098354"/>
                  </a:lnTo>
                  <a:lnTo>
                    <a:pt x="1045340" y="2097276"/>
                  </a:lnTo>
                  <a:lnTo>
                    <a:pt x="1015795" y="2096649"/>
                  </a:lnTo>
                  <a:lnTo>
                    <a:pt x="1000509" y="2096352"/>
                  </a:lnTo>
                  <a:lnTo>
                    <a:pt x="995374" y="2096260"/>
                  </a:lnTo>
                  <a:lnTo>
                    <a:pt x="994940" y="2096253"/>
                  </a:lnTo>
                  <a:lnTo>
                    <a:pt x="0" y="2096253"/>
                  </a:lnTo>
                  <a:lnTo>
                    <a:pt x="0" y="20962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1" name="pg1010"/>
            <p:cNvSpPr/>
            <p:nvPr/>
          </p:nvSpPr>
          <p:spPr>
            <a:xfrm>
              <a:off x="1199187" y="4585390"/>
              <a:ext cx="12049831" cy="1074329"/>
            </a:xfrm>
            <a:custGeom>
              <a:avLst/>
              <a:pathLst>
                <a:path w="12049831" h="1074329">
                  <a:moveTo>
                    <a:pt x="0" y="10481"/>
                  </a:moveTo>
                  <a:lnTo>
                    <a:pt x="994940" y="10481"/>
                  </a:lnTo>
                  <a:lnTo>
                    <a:pt x="996067" y="10501"/>
                  </a:lnTo>
                  <a:lnTo>
                    <a:pt x="1003509" y="10644"/>
                  </a:lnTo>
                  <a:lnTo>
                    <a:pt x="1022371" y="11041"/>
                  </a:lnTo>
                  <a:lnTo>
                    <a:pt x="1056351" y="11823"/>
                  </a:lnTo>
                  <a:lnTo>
                    <a:pt x="1107517" y="13115"/>
                  </a:lnTo>
                  <a:lnTo>
                    <a:pt x="1176160" y="15024"/>
                  </a:lnTo>
                  <a:lnTo>
                    <a:pt x="1260840" y="17630"/>
                  </a:lnTo>
                  <a:lnTo>
                    <a:pt x="1358710" y="20981"/>
                  </a:lnTo>
                  <a:lnTo>
                    <a:pt x="1466029" y="25094"/>
                  </a:lnTo>
                  <a:lnTo>
                    <a:pt x="1578753" y="29966"/>
                  </a:lnTo>
                  <a:lnTo>
                    <a:pt x="1693061" y="35582"/>
                  </a:lnTo>
                  <a:lnTo>
                    <a:pt x="1805725" y="41928"/>
                  </a:lnTo>
                  <a:lnTo>
                    <a:pt x="1914291" y="49000"/>
                  </a:lnTo>
                  <a:lnTo>
                    <a:pt x="2017109" y="56812"/>
                  </a:lnTo>
                  <a:lnTo>
                    <a:pt x="2113247" y="65398"/>
                  </a:lnTo>
                  <a:lnTo>
                    <a:pt x="2202361" y="74818"/>
                  </a:lnTo>
                  <a:lnTo>
                    <a:pt x="2284548" y="85154"/>
                  </a:lnTo>
                  <a:lnTo>
                    <a:pt x="2360213" y="96510"/>
                  </a:lnTo>
                  <a:lnTo>
                    <a:pt x="2429959" y="109011"/>
                  </a:lnTo>
                  <a:lnTo>
                    <a:pt x="2494502" y="122796"/>
                  </a:lnTo>
                  <a:lnTo>
                    <a:pt x="2554610" y="138010"/>
                  </a:lnTo>
                  <a:lnTo>
                    <a:pt x="2611054" y="154787"/>
                  </a:lnTo>
                  <a:lnTo>
                    <a:pt x="2664568" y="173234"/>
                  </a:lnTo>
                  <a:lnTo>
                    <a:pt x="2702183" y="187789"/>
                  </a:lnTo>
                  <a:lnTo>
                    <a:pt x="2758922" y="212290"/>
                  </a:lnTo>
                  <a:lnTo>
                    <a:pt x="2813982" y="239058"/>
                  </a:lnTo>
                  <a:lnTo>
                    <a:pt x="2867939" y="268131"/>
                  </a:lnTo>
                  <a:lnTo>
                    <a:pt x="2921229" y="299489"/>
                  </a:lnTo>
                  <a:lnTo>
                    <a:pt x="2974171" y="333037"/>
                  </a:lnTo>
                  <a:lnTo>
                    <a:pt x="3026987" y="368609"/>
                  </a:lnTo>
                  <a:lnTo>
                    <a:pt x="3079818" y="405963"/>
                  </a:lnTo>
                  <a:lnTo>
                    <a:pt x="3132733" y="444781"/>
                  </a:lnTo>
                  <a:lnTo>
                    <a:pt x="3185747" y="484685"/>
                  </a:lnTo>
                  <a:lnTo>
                    <a:pt x="3238836" y="525246"/>
                  </a:lnTo>
                  <a:lnTo>
                    <a:pt x="3291948" y="566004"/>
                  </a:lnTo>
                  <a:lnTo>
                    <a:pt x="3345027" y="606491"/>
                  </a:lnTo>
                  <a:lnTo>
                    <a:pt x="3398027" y="646251"/>
                  </a:lnTo>
                  <a:lnTo>
                    <a:pt x="3450926" y="684861"/>
                  </a:lnTo>
                  <a:lnTo>
                    <a:pt x="3503748" y="721952"/>
                  </a:lnTo>
                  <a:lnTo>
                    <a:pt x="3556574" y="757219"/>
                  </a:lnTo>
                  <a:lnTo>
                    <a:pt x="3609554" y="790430"/>
                  </a:lnTo>
                  <a:lnTo>
                    <a:pt x="3662925" y="821430"/>
                  </a:lnTo>
                  <a:lnTo>
                    <a:pt x="3717024" y="850139"/>
                  </a:lnTo>
                  <a:lnTo>
                    <a:pt x="3772307" y="876544"/>
                  </a:lnTo>
                  <a:lnTo>
                    <a:pt x="3820202" y="897021"/>
                  </a:lnTo>
                  <a:lnTo>
                    <a:pt x="3871995" y="916718"/>
                  </a:lnTo>
                  <a:lnTo>
                    <a:pt x="3926230" y="934707"/>
                  </a:lnTo>
                  <a:lnTo>
                    <a:pt x="3983588" y="951051"/>
                  </a:lnTo>
                  <a:lnTo>
                    <a:pt x="4044815" y="965865"/>
                  </a:lnTo>
                  <a:lnTo>
                    <a:pt x="4110686" y="979290"/>
                  </a:lnTo>
                  <a:lnTo>
                    <a:pt x="4181960" y="991469"/>
                  </a:lnTo>
                  <a:lnTo>
                    <a:pt x="4259331" y="1002539"/>
                  </a:lnTo>
                  <a:lnTo>
                    <a:pt x="4343357" y="1012618"/>
                  </a:lnTo>
                  <a:lnTo>
                    <a:pt x="4434371" y="1021806"/>
                  </a:lnTo>
                  <a:lnTo>
                    <a:pt x="4532365" y="1030179"/>
                  </a:lnTo>
                  <a:lnTo>
                    <a:pt x="4636852" y="1037789"/>
                  </a:lnTo>
                  <a:lnTo>
                    <a:pt x="4746718" y="1044664"/>
                  </a:lnTo>
                  <a:lnTo>
                    <a:pt x="4860100" y="1050815"/>
                  </a:lnTo>
                  <a:lnTo>
                    <a:pt x="4974329" y="1056232"/>
                  </a:lnTo>
                  <a:lnTo>
                    <a:pt x="5085989" y="1060901"/>
                  </a:lnTo>
                  <a:lnTo>
                    <a:pt x="5191157" y="1064808"/>
                  </a:lnTo>
                  <a:lnTo>
                    <a:pt x="5285813" y="1067955"/>
                  </a:lnTo>
                  <a:lnTo>
                    <a:pt x="5366399" y="1070367"/>
                  </a:lnTo>
                  <a:lnTo>
                    <a:pt x="5430403" y="1072100"/>
                  </a:lnTo>
                  <a:lnTo>
                    <a:pt x="5476833" y="1073243"/>
                  </a:lnTo>
                  <a:lnTo>
                    <a:pt x="5506461" y="1073909"/>
                  </a:lnTo>
                  <a:lnTo>
                    <a:pt x="5521818" y="1074224"/>
                  </a:lnTo>
                  <a:lnTo>
                    <a:pt x="5527000" y="1074322"/>
                  </a:lnTo>
                  <a:lnTo>
                    <a:pt x="5527445" y="1074329"/>
                  </a:lnTo>
                  <a:lnTo>
                    <a:pt x="6522385" y="1074329"/>
                  </a:lnTo>
                  <a:lnTo>
                    <a:pt x="6523519" y="1074317"/>
                  </a:lnTo>
                  <a:lnTo>
                    <a:pt x="6530997" y="1074231"/>
                  </a:lnTo>
                  <a:lnTo>
                    <a:pt x="6549950" y="1073991"/>
                  </a:lnTo>
                  <a:lnTo>
                    <a:pt x="6584087" y="1073519"/>
                  </a:lnTo>
                  <a:lnTo>
                    <a:pt x="6635477" y="1072738"/>
                  </a:lnTo>
                  <a:lnTo>
                    <a:pt x="6704397" y="1071585"/>
                  </a:lnTo>
                  <a:lnTo>
                    <a:pt x="6789387" y="1070011"/>
                  </a:lnTo>
                  <a:lnTo>
                    <a:pt x="6887571" y="1067989"/>
                  </a:lnTo>
                  <a:lnTo>
                    <a:pt x="6995181" y="1065506"/>
                  </a:lnTo>
                  <a:lnTo>
                    <a:pt x="7108152" y="1062565"/>
                  </a:lnTo>
                  <a:lnTo>
                    <a:pt x="7222652" y="1059176"/>
                  </a:lnTo>
                  <a:lnTo>
                    <a:pt x="7335449" y="1055347"/>
                  </a:lnTo>
                  <a:lnTo>
                    <a:pt x="7444092" y="1051080"/>
                  </a:lnTo>
                  <a:lnTo>
                    <a:pt x="7546939" y="1046367"/>
                  </a:lnTo>
                  <a:lnTo>
                    <a:pt x="7643068" y="1041186"/>
                  </a:lnTo>
                  <a:lnTo>
                    <a:pt x="7732148" y="1035501"/>
                  </a:lnTo>
                  <a:lnTo>
                    <a:pt x="7814285" y="1029263"/>
                  </a:lnTo>
                  <a:lnTo>
                    <a:pt x="7889892" y="1022406"/>
                  </a:lnTo>
                  <a:lnTo>
                    <a:pt x="7959581" y="1014857"/>
                  </a:lnTo>
                  <a:lnTo>
                    <a:pt x="8024074" y="1006531"/>
                  </a:lnTo>
                  <a:lnTo>
                    <a:pt x="8084143" y="997341"/>
                  </a:lnTo>
                  <a:lnTo>
                    <a:pt x="8140563" y="987205"/>
                  </a:lnTo>
                  <a:lnTo>
                    <a:pt x="8194069" y="976060"/>
                  </a:lnTo>
                  <a:lnTo>
                    <a:pt x="8229629" y="967770"/>
                  </a:lnTo>
                  <a:lnTo>
                    <a:pt x="8289262" y="952244"/>
                  </a:lnTo>
                  <a:lnTo>
                    <a:pt x="8347074" y="935208"/>
                  </a:lnTo>
                  <a:lnTo>
                    <a:pt x="8403721" y="916639"/>
                  </a:lnTo>
                  <a:lnTo>
                    <a:pt x="8459691" y="896558"/>
                  </a:lnTo>
                  <a:lnTo>
                    <a:pt x="8515334" y="875039"/>
                  </a:lnTo>
                  <a:lnTo>
                    <a:pt x="8570887" y="852212"/>
                  </a:lnTo>
                  <a:lnTo>
                    <a:pt x="8626486" y="828262"/>
                  </a:lnTo>
                  <a:lnTo>
                    <a:pt x="8682190" y="803424"/>
                  </a:lnTo>
                  <a:lnTo>
                    <a:pt x="8737997" y="777981"/>
                  </a:lnTo>
                  <a:lnTo>
                    <a:pt x="8793861" y="752241"/>
                  </a:lnTo>
                  <a:lnTo>
                    <a:pt x="8849719" y="726532"/>
                  </a:lnTo>
                  <a:lnTo>
                    <a:pt x="8905509" y="701179"/>
                  </a:lnTo>
                  <a:lnTo>
                    <a:pt x="8961192" y="676487"/>
                  </a:lnTo>
                  <a:lnTo>
                    <a:pt x="9016776" y="652730"/>
                  </a:lnTo>
                  <a:lnTo>
                    <a:pt x="9072332" y="630135"/>
                  </a:lnTo>
                  <a:lnTo>
                    <a:pt x="9128016" y="608877"/>
                  </a:lnTo>
                  <a:lnTo>
                    <a:pt x="9184082" y="589075"/>
                  </a:lnTo>
                  <a:lnTo>
                    <a:pt x="9240905" y="570792"/>
                  </a:lnTo>
                  <a:lnTo>
                    <a:pt x="9299002" y="554042"/>
                  </a:lnTo>
                  <a:lnTo>
                    <a:pt x="9347647" y="541532"/>
                  </a:lnTo>
                  <a:lnTo>
                    <a:pt x="9399532" y="529675"/>
                  </a:lnTo>
                  <a:lnTo>
                    <a:pt x="9453867" y="518848"/>
                  </a:lnTo>
                  <a:lnTo>
                    <a:pt x="9511337" y="509013"/>
                  </a:lnTo>
                  <a:lnTo>
                    <a:pt x="9572695" y="500100"/>
                  </a:lnTo>
                  <a:lnTo>
                    <a:pt x="9638718" y="492024"/>
                  </a:lnTo>
                  <a:lnTo>
                    <a:pt x="9710169" y="484698"/>
                  </a:lnTo>
                  <a:lnTo>
                    <a:pt x="9787743" y="478041"/>
                  </a:lnTo>
                  <a:lnTo>
                    <a:pt x="9872001" y="471981"/>
                  </a:lnTo>
                  <a:lnTo>
                    <a:pt x="9963273" y="466457"/>
                  </a:lnTo>
                  <a:lnTo>
                    <a:pt x="10061547" y="461424"/>
                  </a:lnTo>
                  <a:lnTo>
                    <a:pt x="10166321" y="456851"/>
                  </a:lnTo>
                  <a:lnTo>
                    <a:pt x="10276465" y="452720"/>
                  </a:lnTo>
                  <a:lnTo>
                    <a:pt x="10390090" y="449027"/>
                  </a:lnTo>
                  <a:lnTo>
                    <a:pt x="10504495" y="445776"/>
                  </a:lnTo>
                  <a:lnTo>
                    <a:pt x="10616233" y="442977"/>
                  </a:lnTo>
                  <a:lnTo>
                    <a:pt x="10721352" y="440637"/>
                  </a:lnTo>
                  <a:lnTo>
                    <a:pt x="10815817" y="438755"/>
                  </a:lnTo>
                  <a:lnTo>
                    <a:pt x="10896073" y="437316"/>
                  </a:lnTo>
                  <a:lnTo>
                    <a:pt x="10959636" y="436284"/>
                  </a:lnTo>
                  <a:lnTo>
                    <a:pt x="11005561" y="435607"/>
                  </a:lnTo>
                  <a:lnTo>
                    <a:pt x="11034686" y="435215"/>
                  </a:lnTo>
                  <a:lnTo>
                    <a:pt x="11049613" y="435032"/>
                  </a:lnTo>
                  <a:lnTo>
                    <a:pt x="11054513" y="434976"/>
                  </a:lnTo>
                  <a:lnTo>
                    <a:pt x="11054891" y="434972"/>
                  </a:lnTo>
                  <a:lnTo>
                    <a:pt x="12049831" y="434972"/>
                  </a:lnTo>
                  <a:lnTo>
                    <a:pt x="12049831" y="424491"/>
                  </a:lnTo>
                  <a:lnTo>
                    <a:pt x="11054891" y="424491"/>
                  </a:lnTo>
                  <a:lnTo>
                    <a:pt x="11053758" y="424503"/>
                  </a:lnTo>
                  <a:lnTo>
                    <a:pt x="11046279" y="424590"/>
                  </a:lnTo>
                  <a:lnTo>
                    <a:pt x="11027326" y="424829"/>
                  </a:lnTo>
                  <a:lnTo>
                    <a:pt x="10993190" y="425302"/>
                  </a:lnTo>
                  <a:lnTo>
                    <a:pt x="10941799" y="426082"/>
                  </a:lnTo>
                  <a:lnTo>
                    <a:pt x="10872879" y="427235"/>
                  </a:lnTo>
                  <a:lnTo>
                    <a:pt x="10787889" y="428809"/>
                  </a:lnTo>
                  <a:lnTo>
                    <a:pt x="10689706" y="430832"/>
                  </a:lnTo>
                  <a:lnTo>
                    <a:pt x="10582096" y="433315"/>
                  </a:lnTo>
                  <a:lnTo>
                    <a:pt x="10469124" y="436255"/>
                  </a:lnTo>
                  <a:lnTo>
                    <a:pt x="10354624" y="439644"/>
                  </a:lnTo>
                  <a:lnTo>
                    <a:pt x="10241828" y="443473"/>
                  </a:lnTo>
                  <a:lnTo>
                    <a:pt x="10133185" y="447740"/>
                  </a:lnTo>
                  <a:lnTo>
                    <a:pt x="10030338" y="452453"/>
                  </a:lnTo>
                  <a:lnTo>
                    <a:pt x="9934208" y="457634"/>
                  </a:lnTo>
                  <a:lnTo>
                    <a:pt x="9845128" y="463319"/>
                  </a:lnTo>
                  <a:lnTo>
                    <a:pt x="9762992" y="469558"/>
                  </a:lnTo>
                  <a:lnTo>
                    <a:pt x="9687384" y="476414"/>
                  </a:lnTo>
                  <a:lnTo>
                    <a:pt x="9617696" y="483963"/>
                  </a:lnTo>
                  <a:lnTo>
                    <a:pt x="9553203" y="492289"/>
                  </a:lnTo>
                  <a:lnTo>
                    <a:pt x="9493134" y="501479"/>
                  </a:lnTo>
                  <a:lnTo>
                    <a:pt x="9436713" y="511616"/>
                  </a:lnTo>
                  <a:lnTo>
                    <a:pt x="9383207" y="522761"/>
                  </a:lnTo>
                  <a:lnTo>
                    <a:pt x="9347647" y="531050"/>
                  </a:lnTo>
                  <a:lnTo>
                    <a:pt x="9288014" y="546577"/>
                  </a:lnTo>
                  <a:lnTo>
                    <a:pt x="9230203" y="563612"/>
                  </a:lnTo>
                  <a:lnTo>
                    <a:pt x="9173556" y="582181"/>
                  </a:lnTo>
                  <a:lnTo>
                    <a:pt x="9117586" y="602262"/>
                  </a:lnTo>
                  <a:lnTo>
                    <a:pt x="9061942" y="623781"/>
                  </a:lnTo>
                  <a:lnTo>
                    <a:pt x="9006390" y="646608"/>
                  </a:lnTo>
                  <a:lnTo>
                    <a:pt x="8950791" y="670559"/>
                  </a:lnTo>
                  <a:lnTo>
                    <a:pt x="8895086" y="695396"/>
                  </a:lnTo>
                  <a:lnTo>
                    <a:pt x="8839280" y="720840"/>
                  </a:lnTo>
                  <a:lnTo>
                    <a:pt x="8783415" y="746579"/>
                  </a:lnTo>
                  <a:lnTo>
                    <a:pt x="8727557" y="772288"/>
                  </a:lnTo>
                  <a:lnTo>
                    <a:pt x="8671767" y="797642"/>
                  </a:lnTo>
                  <a:lnTo>
                    <a:pt x="8616084" y="822333"/>
                  </a:lnTo>
                  <a:lnTo>
                    <a:pt x="8560500" y="846090"/>
                  </a:lnTo>
                  <a:lnTo>
                    <a:pt x="8504944" y="868685"/>
                  </a:lnTo>
                  <a:lnTo>
                    <a:pt x="8449260" y="889943"/>
                  </a:lnTo>
                  <a:lnTo>
                    <a:pt x="8393194" y="909746"/>
                  </a:lnTo>
                  <a:lnTo>
                    <a:pt x="8336371" y="928028"/>
                  </a:lnTo>
                  <a:lnTo>
                    <a:pt x="8278275" y="944778"/>
                  </a:lnTo>
                  <a:lnTo>
                    <a:pt x="8229629" y="957289"/>
                  </a:lnTo>
                  <a:lnTo>
                    <a:pt x="8177745" y="969145"/>
                  </a:lnTo>
                  <a:lnTo>
                    <a:pt x="8123410" y="979973"/>
                  </a:lnTo>
                  <a:lnTo>
                    <a:pt x="8065939" y="989808"/>
                  </a:lnTo>
                  <a:lnTo>
                    <a:pt x="8004581" y="998721"/>
                  </a:lnTo>
                  <a:lnTo>
                    <a:pt x="7938559" y="1006796"/>
                  </a:lnTo>
                  <a:lnTo>
                    <a:pt x="7867108" y="1014122"/>
                  </a:lnTo>
                  <a:lnTo>
                    <a:pt x="7789533" y="1020779"/>
                  </a:lnTo>
                  <a:lnTo>
                    <a:pt x="7705276" y="1026840"/>
                  </a:lnTo>
                  <a:lnTo>
                    <a:pt x="7614003" y="1032364"/>
                  </a:lnTo>
                  <a:lnTo>
                    <a:pt x="7515730" y="1037396"/>
                  </a:lnTo>
                  <a:lnTo>
                    <a:pt x="7410956" y="1041969"/>
                  </a:lnTo>
                  <a:lnTo>
                    <a:pt x="7300812" y="1046100"/>
                  </a:lnTo>
                  <a:lnTo>
                    <a:pt x="7187187" y="1049793"/>
                  </a:lnTo>
                  <a:lnTo>
                    <a:pt x="7072782" y="1053044"/>
                  </a:lnTo>
                  <a:lnTo>
                    <a:pt x="6961043" y="1055844"/>
                  </a:lnTo>
                  <a:lnTo>
                    <a:pt x="6855924" y="1058184"/>
                  </a:lnTo>
                  <a:lnTo>
                    <a:pt x="6761459" y="1060065"/>
                  </a:lnTo>
                  <a:lnTo>
                    <a:pt x="6681203" y="1061505"/>
                  </a:lnTo>
                  <a:lnTo>
                    <a:pt x="6617641" y="1062536"/>
                  </a:lnTo>
                  <a:lnTo>
                    <a:pt x="6571716" y="1063214"/>
                  </a:lnTo>
                  <a:lnTo>
                    <a:pt x="6542591" y="1063605"/>
                  </a:lnTo>
                  <a:lnTo>
                    <a:pt x="6527664" y="1063789"/>
                  </a:lnTo>
                  <a:lnTo>
                    <a:pt x="6522764" y="1063844"/>
                  </a:lnTo>
                  <a:lnTo>
                    <a:pt x="6522385" y="1063848"/>
                  </a:lnTo>
                  <a:lnTo>
                    <a:pt x="5527445" y="1063848"/>
                  </a:lnTo>
                  <a:lnTo>
                    <a:pt x="5526318" y="1063828"/>
                  </a:lnTo>
                  <a:lnTo>
                    <a:pt x="5518876" y="1063684"/>
                  </a:lnTo>
                  <a:lnTo>
                    <a:pt x="5500014" y="1063288"/>
                  </a:lnTo>
                  <a:lnTo>
                    <a:pt x="5466034" y="1062506"/>
                  </a:lnTo>
                  <a:lnTo>
                    <a:pt x="5414868" y="1061214"/>
                  </a:lnTo>
                  <a:lnTo>
                    <a:pt x="5346225" y="1059305"/>
                  </a:lnTo>
                  <a:lnTo>
                    <a:pt x="5261545" y="1056699"/>
                  </a:lnTo>
                  <a:lnTo>
                    <a:pt x="5163675" y="1053348"/>
                  </a:lnTo>
                  <a:lnTo>
                    <a:pt x="5056356" y="1049235"/>
                  </a:lnTo>
                  <a:lnTo>
                    <a:pt x="4943632" y="1044363"/>
                  </a:lnTo>
                  <a:lnTo>
                    <a:pt x="4829324" y="1038747"/>
                  </a:lnTo>
                  <a:lnTo>
                    <a:pt x="4716660" y="1032401"/>
                  </a:lnTo>
                  <a:lnTo>
                    <a:pt x="4608094" y="1025329"/>
                  </a:lnTo>
                  <a:lnTo>
                    <a:pt x="4505276" y="1017517"/>
                  </a:lnTo>
                  <a:lnTo>
                    <a:pt x="4409138" y="1008931"/>
                  </a:lnTo>
                  <a:lnTo>
                    <a:pt x="4320024" y="999511"/>
                  </a:lnTo>
                  <a:lnTo>
                    <a:pt x="4237837" y="989175"/>
                  </a:lnTo>
                  <a:lnTo>
                    <a:pt x="4162172" y="977819"/>
                  </a:lnTo>
                  <a:lnTo>
                    <a:pt x="4092426" y="965318"/>
                  </a:lnTo>
                  <a:lnTo>
                    <a:pt x="4027883" y="951533"/>
                  </a:lnTo>
                  <a:lnTo>
                    <a:pt x="3967775" y="936319"/>
                  </a:lnTo>
                  <a:lnTo>
                    <a:pt x="3911331" y="919542"/>
                  </a:lnTo>
                  <a:lnTo>
                    <a:pt x="3857817" y="901095"/>
                  </a:lnTo>
                  <a:lnTo>
                    <a:pt x="3820202" y="886540"/>
                  </a:lnTo>
                  <a:lnTo>
                    <a:pt x="3763463" y="862039"/>
                  </a:lnTo>
                  <a:lnTo>
                    <a:pt x="3708403" y="835271"/>
                  </a:lnTo>
                  <a:lnTo>
                    <a:pt x="3654446" y="806198"/>
                  </a:lnTo>
                  <a:lnTo>
                    <a:pt x="3601156" y="774840"/>
                  </a:lnTo>
                  <a:lnTo>
                    <a:pt x="3548214" y="741292"/>
                  </a:lnTo>
                  <a:lnTo>
                    <a:pt x="3495398" y="705720"/>
                  </a:lnTo>
                  <a:lnTo>
                    <a:pt x="3442567" y="668366"/>
                  </a:lnTo>
                  <a:lnTo>
                    <a:pt x="3389652" y="629548"/>
                  </a:lnTo>
                  <a:lnTo>
                    <a:pt x="3336638" y="589644"/>
                  </a:lnTo>
                  <a:lnTo>
                    <a:pt x="3283549" y="549083"/>
                  </a:lnTo>
                  <a:lnTo>
                    <a:pt x="3230437" y="508325"/>
                  </a:lnTo>
                  <a:lnTo>
                    <a:pt x="3177358" y="467838"/>
                  </a:lnTo>
                  <a:lnTo>
                    <a:pt x="3124358" y="428078"/>
                  </a:lnTo>
                  <a:lnTo>
                    <a:pt x="3071459" y="389468"/>
                  </a:lnTo>
                  <a:lnTo>
                    <a:pt x="3018637" y="352377"/>
                  </a:lnTo>
                  <a:lnTo>
                    <a:pt x="2965811" y="317110"/>
                  </a:lnTo>
                  <a:lnTo>
                    <a:pt x="2912831" y="283899"/>
                  </a:lnTo>
                  <a:lnTo>
                    <a:pt x="2859460" y="252899"/>
                  </a:lnTo>
                  <a:lnTo>
                    <a:pt x="2805361" y="224190"/>
                  </a:lnTo>
                  <a:lnTo>
                    <a:pt x="2750078" y="197785"/>
                  </a:lnTo>
                  <a:lnTo>
                    <a:pt x="2702183" y="177308"/>
                  </a:lnTo>
                  <a:lnTo>
                    <a:pt x="2650390" y="157611"/>
                  </a:lnTo>
                  <a:lnTo>
                    <a:pt x="2596155" y="139622"/>
                  </a:lnTo>
                  <a:lnTo>
                    <a:pt x="2538797" y="123278"/>
                  </a:lnTo>
                  <a:lnTo>
                    <a:pt x="2477570" y="108464"/>
                  </a:lnTo>
                  <a:lnTo>
                    <a:pt x="2411699" y="95039"/>
                  </a:lnTo>
                  <a:lnTo>
                    <a:pt x="2340425" y="82860"/>
                  </a:lnTo>
                  <a:lnTo>
                    <a:pt x="2263054" y="71790"/>
                  </a:lnTo>
                  <a:lnTo>
                    <a:pt x="2179028" y="61711"/>
                  </a:lnTo>
                  <a:lnTo>
                    <a:pt x="2088014" y="52523"/>
                  </a:lnTo>
                  <a:lnTo>
                    <a:pt x="1990020" y="44150"/>
                  </a:lnTo>
                  <a:lnTo>
                    <a:pt x="1885533" y="36540"/>
                  </a:lnTo>
                  <a:lnTo>
                    <a:pt x="1775667" y="29665"/>
                  </a:lnTo>
                  <a:lnTo>
                    <a:pt x="1662285" y="23514"/>
                  </a:lnTo>
                  <a:lnTo>
                    <a:pt x="1548056" y="18097"/>
                  </a:lnTo>
                  <a:lnTo>
                    <a:pt x="1436396" y="13428"/>
                  </a:lnTo>
                  <a:lnTo>
                    <a:pt x="1331228" y="9521"/>
                  </a:lnTo>
                  <a:lnTo>
                    <a:pt x="1236572" y="6374"/>
                  </a:lnTo>
                  <a:lnTo>
                    <a:pt x="1155986" y="3962"/>
                  </a:lnTo>
                  <a:lnTo>
                    <a:pt x="1091982" y="2228"/>
                  </a:lnTo>
                  <a:lnTo>
                    <a:pt x="1045552" y="1086"/>
                  </a:lnTo>
                  <a:lnTo>
                    <a:pt x="1015924" y="420"/>
                  </a:lnTo>
                  <a:lnTo>
                    <a:pt x="1000567" y="105"/>
                  </a:lnTo>
                  <a:lnTo>
                    <a:pt x="995385" y="7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12" name="pl1011"/>
            <p:cNvSpPr/>
            <p:nvPr/>
          </p:nvSpPr>
          <p:spPr>
            <a:xfrm>
              <a:off x="1199187" y="4595871"/>
              <a:ext cx="12049831" cy="1063848"/>
            </a:xfrm>
            <a:custGeom>
              <a:avLst/>
              <a:pathLst>
                <a:path w="12049831" h="1063848">
                  <a:moveTo>
                    <a:pt x="0" y="0"/>
                  </a:moveTo>
                  <a:lnTo>
                    <a:pt x="994940" y="0"/>
                  </a:lnTo>
                  <a:lnTo>
                    <a:pt x="996067" y="20"/>
                  </a:lnTo>
                  <a:lnTo>
                    <a:pt x="1003509" y="163"/>
                  </a:lnTo>
                  <a:lnTo>
                    <a:pt x="1022371" y="560"/>
                  </a:lnTo>
                  <a:lnTo>
                    <a:pt x="1056351" y="1342"/>
                  </a:lnTo>
                  <a:lnTo>
                    <a:pt x="1107517" y="2634"/>
                  </a:lnTo>
                  <a:lnTo>
                    <a:pt x="1176160" y="4543"/>
                  </a:lnTo>
                  <a:lnTo>
                    <a:pt x="1260840" y="7149"/>
                  </a:lnTo>
                  <a:lnTo>
                    <a:pt x="1358710" y="10499"/>
                  </a:lnTo>
                  <a:lnTo>
                    <a:pt x="1466029" y="14613"/>
                  </a:lnTo>
                  <a:lnTo>
                    <a:pt x="1578753" y="19485"/>
                  </a:lnTo>
                  <a:lnTo>
                    <a:pt x="1693061" y="25101"/>
                  </a:lnTo>
                  <a:lnTo>
                    <a:pt x="1805725" y="31447"/>
                  </a:lnTo>
                  <a:lnTo>
                    <a:pt x="1914291" y="38519"/>
                  </a:lnTo>
                  <a:lnTo>
                    <a:pt x="2017109" y="46331"/>
                  </a:lnTo>
                  <a:lnTo>
                    <a:pt x="2113247" y="54917"/>
                  </a:lnTo>
                  <a:lnTo>
                    <a:pt x="2202361" y="64337"/>
                  </a:lnTo>
                  <a:lnTo>
                    <a:pt x="2284548" y="74672"/>
                  </a:lnTo>
                  <a:lnTo>
                    <a:pt x="2360213" y="86029"/>
                  </a:lnTo>
                  <a:lnTo>
                    <a:pt x="2429959" y="98530"/>
                  </a:lnTo>
                  <a:lnTo>
                    <a:pt x="2494502" y="112315"/>
                  </a:lnTo>
                  <a:lnTo>
                    <a:pt x="2554610" y="127528"/>
                  </a:lnTo>
                  <a:lnTo>
                    <a:pt x="2611054" y="144306"/>
                  </a:lnTo>
                  <a:lnTo>
                    <a:pt x="2664568" y="162753"/>
                  </a:lnTo>
                  <a:lnTo>
                    <a:pt x="2702183" y="177308"/>
                  </a:lnTo>
                  <a:lnTo>
                    <a:pt x="2758922" y="201809"/>
                  </a:lnTo>
                  <a:lnTo>
                    <a:pt x="2813982" y="228576"/>
                  </a:lnTo>
                  <a:lnTo>
                    <a:pt x="2867939" y="257650"/>
                  </a:lnTo>
                  <a:lnTo>
                    <a:pt x="2921229" y="289007"/>
                  </a:lnTo>
                  <a:lnTo>
                    <a:pt x="2974171" y="322556"/>
                  </a:lnTo>
                  <a:lnTo>
                    <a:pt x="3026987" y="358128"/>
                  </a:lnTo>
                  <a:lnTo>
                    <a:pt x="3079818" y="395481"/>
                  </a:lnTo>
                  <a:lnTo>
                    <a:pt x="3132733" y="434300"/>
                  </a:lnTo>
                  <a:lnTo>
                    <a:pt x="3185747" y="474203"/>
                  </a:lnTo>
                  <a:lnTo>
                    <a:pt x="3238836" y="514764"/>
                  </a:lnTo>
                  <a:lnTo>
                    <a:pt x="3291948" y="555523"/>
                  </a:lnTo>
                  <a:lnTo>
                    <a:pt x="3345027" y="596010"/>
                  </a:lnTo>
                  <a:lnTo>
                    <a:pt x="3398027" y="635770"/>
                  </a:lnTo>
                  <a:lnTo>
                    <a:pt x="3450926" y="674380"/>
                  </a:lnTo>
                  <a:lnTo>
                    <a:pt x="3503748" y="711471"/>
                  </a:lnTo>
                  <a:lnTo>
                    <a:pt x="3556574" y="746737"/>
                  </a:lnTo>
                  <a:lnTo>
                    <a:pt x="3609554" y="779948"/>
                  </a:lnTo>
                  <a:lnTo>
                    <a:pt x="3662925" y="810949"/>
                  </a:lnTo>
                  <a:lnTo>
                    <a:pt x="3717024" y="839657"/>
                  </a:lnTo>
                  <a:lnTo>
                    <a:pt x="3772307" y="866063"/>
                  </a:lnTo>
                  <a:lnTo>
                    <a:pt x="3820202" y="886540"/>
                  </a:lnTo>
                  <a:lnTo>
                    <a:pt x="3871995" y="906236"/>
                  </a:lnTo>
                  <a:lnTo>
                    <a:pt x="3926230" y="924226"/>
                  </a:lnTo>
                  <a:lnTo>
                    <a:pt x="3983588" y="940570"/>
                  </a:lnTo>
                  <a:lnTo>
                    <a:pt x="4044815" y="955384"/>
                  </a:lnTo>
                  <a:lnTo>
                    <a:pt x="4110686" y="968808"/>
                  </a:lnTo>
                  <a:lnTo>
                    <a:pt x="4181960" y="980988"/>
                  </a:lnTo>
                  <a:lnTo>
                    <a:pt x="4259331" y="992058"/>
                  </a:lnTo>
                  <a:lnTo>
                    <a:pt x="4343357" y="1002137"/>
                  </a:lnTo>
                  <a:lnTo>
                    <a:pt x="4434371" y="1011325"/>
                  </a:lnTo>
                  <a:lnTo>
                    <a:pt x="4532365" y="1019698"/>
                  </a:lnTo>
                  <a:lnTo>
                    <a:pt x="4636852" y="1027307"/>
                  </a:lnTo>
                  <a:lnTo>
                    <a:pt x="4746718" y="1034183"/>
                  </a:lnTo>
                  <a:lnTo>
                    <a:pt x="4860100" y="1040333"/>
                  </a:lnTo>
                  <a:lnTo>
                    <a:pt x="4974329" y="1045751"/>
                  </a:lnTo>
                  <a:lnTo>
                    <a:pt x="5085989" y="1050419"/>
                  </a:lnTo>
                  <a:lnTo>
                    <a:pt x="5191157" y="1054327"/>
                  </a:lnTo>
                  <a:lnTo>
                    <a:pt x="5285813" y="1057473"/>
                  </a:lnTo>
                  <a:lnTo>
                    <a:pt x="5366399" y="1059886"/>
                  </a:lnTo>
                  <a:lnTo>
                    <a:pt x="5430403" y="1061619"/>
                  </a:lnTo>
                  <a:lnTo>
                    <a:pt x="5476833" y="1062762"/>
                  </a:lnTo>
                  <a:lnTo>
                    <a:pt x="5506461" y="1063427"/>
                  </a:lnTo>
                  <a:lnTo>
                    <a:pt x="5521818" y="1063743"/>
                  </a:lnTo>
                  <a:lnTo>
                    <a:pt x="5527000" y="1063840"/>
                  </a:lnTo>
                  <a:lnTo>
                    <a:pt x="5527445" y="1063848"/>
                  </a:lnTo>
                  <a:lnTo>
                    <a:pt x="6522385" y="1063848"/>
                  </a:lnTo>
                  <a:lnTo>
                    <a:pt x="6523519" y="1063836"/>
                  </a:lnTo>
                  <a:lnTo>
                    <a:pt x="6530997" y="1063749"/>
                  </a:lnTo>
                  <a:lnTo>
                    <a:pt x="6549950" y="1063510"/>
                  </a:lnTo>
                  <a:lnTo>
                    <a:pt x="6584087" y="1063037"/>
                  </a:lnTo>
                  <a:lnTo>
                    <a:pt x="6635477" y="1062257"/>
                  </a:lnTo>
                  <a:lnTo>
                    <a:pt x="6704397" y="1061104"/>
                  </a:lnTo>
                  <a:lnTo>
                    <a:pt x="6789387" y="1059530"/>
                  </a:lnTo>
                  <a:lnTo>
                    <a:pt x="6887571" y="1057507"/>
                  </a:lnTo>
                  <a:lnTo>
                    <a:pt x="6995181" y="1055024"/>
                  </a:lnTo>
                  <a:lnTo>
                    <a:pt x="7108152" y="1052084"/>
                  </a:lnTo>
                  <a:lnTo>
                    <a:pt x="7222652" y="1048695"/>
                  </a:lnTo>
                  <a:lnTo>
                    <a:pt x="7335449" y="1044866"/>
                  </a:lnTo>
                  <a:lnTo>
                    <a:pt x="7444092" y="1040599"/>
                  </a:lnTo>
                  <a:lnTo>
                    <a:pt x="7546939" y="1035886"/>
                  </a:lnTo>
                  <a:lnTo>
                    <a:pt x="7643068" y="1030705"/>
                  </a:lnTo>
                  <a:lnTo>
                    <a:pt x="7732148" y="1025020"/>
                  </a:lnTo>
                  <a:lnTo>
                    <a:pt x="7814285" y="1018781"/>
                  </a:lnTo>
                  <a:lnTo>
                    <a:pt x="7889892" y="1011925"/>
                  </a:lnTo>
                  <a:lnTo>
                    <a:pt x="7959581" y="1004376"/>
                  </a:lnTo>
                  <a:lnTo>
                    <a:pt x="8024074" y="996050"/>
                  </a:lnTo>
                  <a:lnTo>
                    <a:pt x="8084143" y="986860"/>
                  </a:lnTo>
                  <a:lnTo>
                    <a:pt x="8140563" y="976723"/>
                  </a:lnTo>
                  <a:lnTo>
                    <a:pt x="8194069" y="965578"/>
                  </a:lnTo>
                  <a:lnTo>
                    <a:pt x="8229629" y="957289"/>
                  </a:lnTo>
                  <a:lnTo>
                    <a:pt x="8289262" y="941762"/>
                  </a:lnTo>
                  <a:lnTo>
                    <a:pt x="8347074" y="924727"/>
                  </a:lnTo>
                  <a:lnTo>
                    <a:pt x="8403721" y="906158"/>
                  </a:lnTo>
                  <a:lnTo>
                    <a:pt x="8459691" y="886077"/>
                  </a:lnTo>
                  <a:lnTo>
                    <a:pt x="8515334" y="864558"/>
                  </a:lnTo>
                  <a:lnTo>
                    <a:pt x="8570887" y="841731"/>
                  </a:lnTo>
                  <a:lnTo>
                    <a:pt x="8626486" y="817780"/>
                  </a:lnTo>
                  <a:lnTo>
                    <a:pt x="8682190" y="792943"/>
                  </a:lnTo>
                  <a:lnTo>
                    <a:pt x="8737997" y="767499"/>
                  </a:lnTo>
                  <a:lnTo>
                    <a:pt x="8793861" y="741760"/>
                  </a:lnTo>
                  <a:lnTo>
                    <a:pt x="8849719" y="716051"/>
                  </a:lnTo>
                  <a:lnTo>
                    <a:pt x="8905509" y="690697"/>
                  </a:lnTo>
                  <a:lnTo>
                    <a:pt x="8961192" y="666006"/>
                  </a:lnTo>
                  <a:lnTo>
                    <a:pt x="9016776" y="642249"/>
                  </a:lnTo>
                  <a:lnTo>
                    <a:pt x="9072332" y="619654"/>
                  </a:lnTo>
                  <a:lnTo>
                    <a:pt x="9128016" y="598396"/>
                  </a:lnTo>
                  <a:lnTo>
                    <a:pt x="9184082" y="578594"/>
                  </a:lnTo>
                  <a:lnTo>
                    <a:pt x="9240905" y="560311"/>
                  </a:lnTo>
                  <a:lnTo>
                    <a:pt x="9299002" y="543561"/>
                  </a:lnTo>
                  <a:lnTo>
                    <a:pt x="9347647" y="531050"/>
                  </a:lnTo>
                  <a:lnTo>
                    <a:pt x="9399532" y="519194"/>
                  </a:lnTo>
                  <a:lnTo>
                    <a:pt x="9453867" y="508367"/>
                  </a:lnTo>
                  <a:lnTo>
                    <a:pt x="9511337" y="498532"/>
                  </a:lnTo>
                  <a:lnTo>
                    <a:pt x="9572695" y="489618"/>
                  </a:lnTo>
                  <a:lnTo>
                    <a:pt x="9638718" y="481543"/>
                  </a:lnTo>
                  <a:lnTo>
                    <a:pt x="9710169" y="474217"/>
                  </a:lnTo>
                  <a:lnTo>
                    <a:pt x="9787743" y="467560"/>
                  </a:lnTo>
                  <a:lnTo>
                    <a:pt x="9872001" y="461499"/>
                  </a:lnTo>
                  <a:lnTo>
                    <a:pt x="9963273" y="455976"/>
                  </a:lnTo>
                  <a:lnTo>
                    <a:pt x="10061547" y="450943"/>
                  </a:lnTo>
                  <a:lnTo>
                    <a:pt x="10166321" y="446370"/>
                  </a:lnTo>
                  <a:lnTo>
                    <a:pt x="10276465" y="442239"/>
                  </a:lnTo>
                  <a:lnTo>
                    <a:pt x="10390090" y="438546"/>
                  </a:lnTo>
                  <a:lnTo>
                    <a:pt x="10504495" y="435295"/>
                  </a:lnTo>
                  <a:lnTo>
                    <a:pt x="10616233" y="432495"/>
                  </a:lnTo>
                  <a:lnTo>
                    <a:pt x="10721352" y="430155"/>
                  </a:lnTo>
                  <a:lnTo>
                    <a:pt x="10815817" y="428274"/>
                  </a:lnTo>
                  <a:lnTo>
                    <a:pt x="10896073" y="426834"/>
                  </a:lnTo>
                  <a:lnTo>
                    <a:pt x="10959636" y="425803"/>
                  </a:lnTo>
                  <a:lnTo>
                    <a:pt x="11005561" y="425126"/>
                  </a:lnTo>
                  <a:lnTo>
                    <a:pt x="11034686" y="424734"/>
                  </a:lnTo>
                  <a:lnTo>
                    <a:pt x="11049613" y="424550"/>
                  </a:lnTo>
                  <a:lnTo>
                    <a:pt x="11054513" y="424495"/>
                  </a:lnTo>
                  <a:lnTo>
                    <a:pt x="11054891" y="424491"/>
                  </a:lnTo>
                  <a:lnTo>
                    <a:pt x="12049831" y="424491"/>
                  </a:lnTo>
                  <a:lnTo>
                    <a:pt x="12049831" y="4244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3" name="pl1012"/>
            <p:cNvSpPr/>
            <p:nvPr/>
          </p:nvSpPr>
          <p:spPr>
            <a:xfrm>
              <a:off x="1199187" y="4585390"/>
              <a:ext cx="12049831" cy="1063848"/>
            </a:xfrm>
            <a:custGeom>
              <a:avLst/>
              <a:pathLst>
                <a:path w="12049831" h="1063848">
                  <a:moveTo>
                    <a:pt x="12049831" y="424491"/>
                  </a:moveTo>
                  <a:lnTo>
                    <a:pt x="11054891" y="424491"/>
                  </a:lnTo>
                  <a:lnTo>
                    <a:pt x="11053758" y="424503"/>
                  </a:lnTo>
                  <a:lnTo>
                    <a:pt x="11046279" y="424590"/>
                  </a:lnTo>
                  <a:lnTo>
                    <a:pt x="11027326" y="424829"/>
                  </a:lnTo>
                  <a:lnTo>
                    <a:pt x="10993190" y="425302"/>
                  </a:lnTo>
                  <a:lnTo>
                    <a:pt x="10941799" y="426082"/>
                  </a:lnTo>
                  <a:lnTo>
                    <a:pt x="10872879" y="427235"/>
                  </a:lnTo>
                  <a:lnTo>
                    <a:pt x="10787889" y="428809"/>
                  </a:lnTo>
                  <a:lnTo>
                    <a:pt x="10689706" y="430832"/>
                  </a:lnTo>
                  <a:lnTo>
                    <a:pt x="10582096" y="433315"/>
                  </a:lnTo>
                  <a:lnTo>
                    <a:pt x="10469124" y="436255"/>
                  </a:lnTo>
                  <a:lnTo>
                    <a:pt x="10354624" y="439644"/>
                  </a:lnTo>
                  <a:lnTo>
                    <a:pt x="10241828" y="443473"/>
                  </a:lnTo>
                  <a:lnTo>
                    <a:pt x="10133185" y="447740"/>
                  </a:lnTo>
                  <a:lnTo>
                    <a:pt x="10030338" y="452453"/>
                  </a:lnTo>
                  <a:lnTo>
                    <a:pt x="9934208" y="457634"/>
                  </a:lnTo>
                  <a:lnTo>
                    <a:pt x="9845128" y="463319"/>
                  </a:lnTo>
                  <a:lnTo>
                    <a:pt x="9762992" y="469558"/>
                  </a:lnTo>
                  <a:lnTo>
                    <a:pt x="9687384" y="476414"/>
                  </a:lnTo>
                  <a:lnTo>
                    <a:pt x="9617696" y="483963"/>
                  </a:lnTo>
                  <a:lnTo>
                    <a:pt x="9553203" y="492289"/>
                  </a:lnTo>
                  <a:lnTo>
                    <a:pt x="9493134" y="501479"/>
                  </a:lnTo>
                  <a:lnTo>
                    <a:pt x="9436713" y="511616"/>
                  </a:lnTo>
                  <a:lnTo>
                    <a:pt x="9383207" y="522761"/>
                  </a:lnTo>
                  <a:lnTo>
                    <a:pt x="9347647" y="531050"/>
                  </a:lnTo>
                  <a:lnTo>
                    <a:pt x="9288014" y="546577"/>
                  </a:lnTo>
                  <a:lnTo>
                    <a:pt x="9230203" y="563612"/>
                  </a:lnTo>
                  <a:lnTo>
                    <a:pt x="9173556" y="582181"/>
                  </a:lnTo>
                  <a:lnTo>
                    <a:pt x="9117586" y="602262"/>
                  </a:lnTo>
                  <a:lnTo>
                    <a:pt x="9061942" y="623781"/>
                  </a:lnTo>
                  <a:lnTo>
                    <a:pt x="9006390" y="646608"/>
                  </a:lnTo>
                  <a:lnTo>
                    <a:pt x="8950791" y="670559"/>
                  </a:lnTo>
                  <a:lnTo>
                    <a:pt x="8895086" y="695396"/>
                  </a:lnTo>
                  <a:lnTo>
                    <a:pt x="8839280" y="720840"/>
                  </a:lnTo>
                  <a:lnTo>
                    <a:pt x="8783415" y="746579"/>
                  </a:lnTo>
                  <a:lnTo>
                    <a:pt x="8727557" y="772288"/>
                  </a:lnTo>
                  <a:lnTo>
                    <a:pt x="8671767" y="797642"/>
                  </a:lnTo>
                  <a:lnTo>
                    <a:pt x="8616084" y="822333"/>
                  </a:lnTo>
                  <a:lnTo>
                    <a:pt x="8560500" y="846090"/>
                  </a:lnTo>
                  <a:lnTo>
                    <a:pt x="8504944" y="868685"/>
                  </a:lnTo>
                  <a:lnTo>
                    <a:pt x="8449260" y="889943"/>
                  </a:lnTo>
                  <a:lnTo>
                    <a:pt x="8393194" y="909746"/>
                  </a:lnTo>
                  <a:lnTo>
                    <a:pt x="8336371" y="928028"/>
                  </a:lnTo>
                  <a:lnTo>
                    <a:pt x="8278275" y="944778"/>
                  </a:lnTo>
                  <a:lnTo>
                    <a:pt x="8229629" y="957289"/>
                  </a:lnTo>
                  <a:lnTo>
                    <a:pt x="8177745" y="969145"/>
                  </a:lnTo>
                  <a:lnTo>
                    <a:pt x="8123410" y="979973"/>
                  </a:lnTo>
                  <a:lnTo>
                    <a:pt x="8065939" y="989808"/>
                  </a:lnTo>
                  <a:lnTo>
                    <a:pt x="8004581" y="998721"/>
                  </a:lnTo>
                  <a:lnTo>
                    <a:pt x="7938559" y="1006796"/>
                  </a:lnTo>
                  <a:lnTo>
                    <a:pt x="7867108" y="1014122"/>
                  </a:lnTo>
                  <a:lnTo>
                    <a:pt x="7789533" y="1020779"/>
                  </a:lnTo>
                  <a:lnTo>
                    <a:pt x="7705276" y="1026840"/>
                  </a:lnTo>
                  <a:lnTo>
                    <a:pt x="7614003" y="1032364"/>
                  </a:lnTo>
                  <a:lnTo>
                    <a:pt x="7515730" y="1037396"/>
                  </a:lnTo>
                  <a:lnTo>
                    <a:pt x="7410956" y="1041969"/>
                  </a:lnTo>
                  <a:lnTo>
                    <a:pt x="7300812" y="1046100"/>
                  </a:lnTo>
                  <a:lnTo>
                    <a:pt x="7187187" y="1049793"/>
                  </a:lnTo>
                  <a:lnTo>
                    <a:pt x="7072782" y="1053044"/>
                  </a:lnTo>
                  <a:lnTo>
                    <a:pt x="6961043" y="1055844"/>
                  </a:lnTo>
                  <a:lnTo>
                    <a:pt x="6855924" y="1058184"/>
                  </a:lnTo>
                  <a:lnTo>
                    <a:pt x="6761459" y="1060065"/>
                  </a:lnTo>
                  <a:lnTo>
                    <a:pt x="6681203" y="1061505"/>
                  </a:lnTo>
                  <a:lnTo>
                    <a:pt x="6617641" y="1062536"/>
                  </a:lnTo>
                  <a:lnTo>
                    <a:pt x="6571716" y="1063214"/>
                  </a:lnTo>
                  <a:lnTo>
                    <a:pt x="6542591" y="1063605"/>
                  </a:lnTo>
                  <a:lnTo>
                    <a:pt x="6527664" y="1063789"/>
                  </a:lnTo>
                  <a:lnTo>
                    <a:pt x="6522764" y="1063844"/>
                  </a:lnTo>
                  <a:lnTo>
                    <a:pt x="6522385" y="1063848"/>
                  </a:lnTo>
                  <a:lnTo>
                    <a:pt x="5527445" y="1063848"/>
                  </a:lnTo>
                  <a:lnTo>
                    <a:pt x="5526318" y="1063828"/>
                  </a:lnTo>
                  <a:lnTo>
                    <a:pt x="5518876" y="1063684"/>
                  </a:lnTo>
                  <a:lnTo>
                    <a:pt x="5500014" y="1063288"/>
                  </a:lnTo>
                  <a:lnTo>
                    <a:pt x="5466034" y="1062506"/>
                  </a:lnTo>
                  <a:lnTo>
                    <a:pt x="5414868" y="1061214"/>
                  </a:lnTo>
                  <a:lnTo>
                    <a:pt x="5346225" y="1059305"/>
                  </a:lnTo>
                  <a:lnTo>
                    <a:pt x="5261545" y="1056699"/>
                  </a:lnTo>
                  <a:lnTo>
                    <a:pt x="5163675" y="1053348"/>
                  </a:lnTo>
                  <a:lnTo>
                    <a:pt x="5056356" y="1049235"/>
                  </a:lnTo>
                  <a:lnTo>
                    <a:pt x="4943632" y="1044363"/>
                  </a:lnTo>
                  <a:lnTo>
                    <a:pt x="4829324" y="1038747"/>
                  </a:lnTo>
                  <a:lnTo>
                    <a:pt x="4716660" y="1032401"/>
                  </a:lnTo>
                  <a:lnTo>
                    <a:pt x="4608094" y="1025329"/>
                  </a:lnTo>
                  <a:lnTo>
                    <a:pt x="4505276" y="1017517"/>
                  </a:lnTo>
                  <a:lnTo>
                    <a:pt x="4409138" y="1008931"/>
                  </a:lnTo>
                  <a:lnTo>
                    <a:pt x="4320024" y="999511"/>
                  </a:lnTo>
                  <a:lnTo>
                    <a:pt x="4237837" y="989175"/>
                  </a:lnTo>
                  <a:lnTo>
                    <a:pt x="4162172" y="977819"/>
                  </a:lnTo>
                  <a:lnTo>
                    <a:pt x="4092426" y="965318"/>
                  </a:lnTo>
                  <a:lnTo>
                    <a:pt x="4027883" y="951533"/>
                  </a:lnTo>
                  <a:lnTo>
                    <a:pt x="3967775" y="936319"/>
                  </a:lnTo>
                  <a:lnTo>
                    <a:pt x="3911331" y="919542"/>
                  </a:lnTo>
                  <a:lnTo>
                    <a:pt x="3857817" y="901095"/>
                  </a:lnTo>
                  <a:lnTo>
                    <a:pt x="3820202" y="886540"/>
                  </a:lnTo>
                  <a:lnTo>
                    <a:pt x="3763463" y="862039"/>
                  </a:lnTo>
                  <a:lnTo>
                    <a:pt x="3708403" y="835271"/>
                  </a:lnTo>
                  <a:lnTo>
                    <a:pt x="3654446" y="806198"/>
                  </a:lnTo>
                  <a:lnTo>
                    <a:pt x="3601156" y="774840"/>
                  </a:lnTo>
                  <a:lnTo>
                    <a:pt x="3548214" y="741292"/>
                  </a:lnTo>
                  <a:lnTo>
                    <a:pt x="3495398" y="705720"/>
                  </a:lnTo>
                  <a:lnTo>
                    <a:pt x="3442567" y="668366"/>
                  </a:lnTo>
                  <a:lnTo>
                    <a:pt x="3389652" y="629548"/>
                  </a:lnTo>
                  <a:lnTo>
                    <a:pt x="3336638" y="589644"/>
                  </a:lnTo>
                  <a:lnTo>
                    <a:pt x="3283549" y="549083"/>
                  </a:lnTo>
                  <a:lnTo>
                    <a:pt x="3230437" y="508325"/>
                  </a:lnTo>
                  <a:lnTo>
                    <a:pt x="3177358" y="467838"/>
                  </a:lnTo>
                  <a:lnTo>
                    <a:pt x="3124358" y="428078"/>
                  </a:lnTo>
                  <a:lnTo>
                    <a:pt x="3071459" y="389468"/>
                  </a:lnTo>
                  <a:lnTo>
                    <a:pt x="3018637" y="352377"/>
                  </a:lnTo>
                  <a:lnTo>
                    <a:pt x="2965811" y="317110"/>
                  </a:lnTo>
                  <a:lnTo>
                    <a:pt x="2912831" y="283899"/>
                  </a:lnTo>
                  <a:lnTo>
                    <a:pt x="2859460" y="252899"/>
                  </a:lnTo>
                  <a:lnTo>
                    <a:pt x="2805361" y="224190"/>
                  </a:lnTo>
                  <a:lnTo>
                    <a:pt x="2750078" y="197785"/>
                  </a:lnTo>
                  <a:lnTo>
                    <a:pt x="2702183" y="177308"/>
                  </a:lnTo>
                  <a:lnTo>
                    <a:pt x="2650390" y="157611"/>
                  </a:lnTo>
                  <a:lnTo>
                    <a:pt x="2596155" y="139622"/>
                  </a:lnTo>
                  <a:lnTo>
                    <a:pt x="2538797" y="123278"/>
                  </a:lnTo>
                  <a:lnTo>
                    <a:pt x="2477570" y="108464"/>
                  </a:lnTo>
                  <a:lnTo>
                    <a:pt x="2411699" y="95039"/>
                  </a:lnTo>
                  <a:lnTo>
                    <a:pt x="2340425" y="82860"/>
                  </a:lnTo>
                  <a:lnTo>
                    <a:pt x="2263054" y="71790"/>
                  </a:lnTo>
                  <a:lnTo>
                    <a:pt x="2179028" y="61711"/>
                  </a:lnTo>
                  <a:lnTo>
                    <a:pt x="2088014" y="52523"/>
                  </a:lnTo>
                  <a:lnTo>
                    <a:pt x="1990020" y="44150"/>
                  </a:lnTo>
                  <a:lnTo>
                    <a:pt x="1885533" y="36540"/>
                  </a:lnTo>
                  <a:lnTo>
                    <a:pt x="1775667" y="29665"/>
                  </a:lnTo>
                  <a:lnTo>
                    <a:pt x="1662285" y="23514"/>
                  </a:lnTo>
                  <a:lnTo>
                    <a:pt x="1548056" y="18097"/>
                  </a:lnTo>
                  <a:lnTo>
                    <a:pt x="1436396" y="13428"/>
                  </a:lnTo>
                  <a:lnTo>
                    <a:pt x="1331228" y="9521"/>
                  </a:lnTo>
                  <a:lnTo>
                    <a:pt x="1236572" y="6374"/>
                  </a:lnTo>
                  <a:lnTo>
                    <a:pt x="1155986" y="3962"/>
                  </a:lnTo>
                  <a:lnTo>
                    <a:pt x="1091982" y="2228"/>
                  </a:lnTo>
                  <a:lnTo>
                    <a:pt x="1045552" y="1086"/>
                  </a:lnTo>
                  <a:lnTo>
                    <a:pt x="1015924" y="420"/>
                  </a:lnTo>
                  <a:lnTo>
                    <a:pt x="1000567" y="105"/>
                  </a:lnTo>
                  <a:lnTo>
                    <a:pt x="995385" y="7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4" name="pg1013"/>
            <p:cNvSpPr/>
            <p:nvPr/>
          </p:nvSpPr>
          <p:spPr>
            <a:xfrm>
              <a:off x="1199187" y="1750207"/>
              <a:ext cx="12049831" cy="2525985"/>
            </a:xfrm>
            <a:custGeom>
              <a:avLst/>
              <a:pathLst>
                <a:path w="12049831" h="2525985">
                  <a:moveTo>
                    <a:pt x="0" y="2525985"/>
                  </a:moveTo>
                  <a:lnTo>
                    <a:pt x="994940" y="2525985"/>
                  </a:lnTo>
                  <a:lnTo>
                    <a:pt x="996075" y="2525977"/>
                  </a:lnTo>
                  <a:lnTo>
                    <a:pt x="1003566" y="2525923"/>
                  </a:lnTo>
                  <a:lnTo>
                    <a:pt x="1022550" y="2525771"/>
                  </a:lnTo>
                  <a:lnTo>
                    <a:pt x="1056741" y="2525473"/>
                  </a:lnTo>
                  <a:lnTo>
                    <a:pt x="1108208" y="2524979"/>
                  </a:lnTo>
                  <a:lnTo>
                    <a:pt x="1177223" y="2524250"/>
                  </a:lnTo>
                  <a:lnTo>
                    <a:pt x="1262318" y="2523255"/>
                  </a:lnTo>
                  <a:lnTo>
                    <a:pt x="1360610" y="2521976"/>
                  </a:lnTo>
                  <a:lnTo>
                    <a:pt x="1468319" y="2520407"/>
                  </a:lnTo>
                  <a:lnTo>
                    <a:pt x="1581375" y="2518548"/>
                  </a:lnTo>
                  <a:lnTo>
                    <a:pt x="1695940" y="2516406"/>
                  </a:lnTo>
                  <a:lnTo>
                    <a:pt x="1808782" y="2513987"/>
                  </a:lnTo>
                  <a:lnTo>
                    <a:pt x="1917451" y="2511290"/>
                  </a:lnTo>
                  <a:lnTo>
                    <a:pt x="2020308" y="2508311"/>
                  </a:lnTo>
                  <a:lnTo>
                    <a:pt x="2116435" y="2505037"/>
                  </a:lnTo>
                  <a:lnTo>
                    <a:pt x="2205502" y="2501444"/>
                  </a:lnTo>
                  <a:lnTo>
                    <a:pt x="2287622" y="2497500"/>
                  </a:lnTo>
                  <a:lnTo>
                    <a:pt x="2363210" y="2493166"/>
                  </a:lnTo>
                  <a:lnTo>
                    <a:pt x="2432879" y="2488394"/>
                  </a:lnTo>
                  <a:lnTo>
                    <a:pt x="2497354" y="2483130"/>
                  </a:lnTo>
                  <a:lnTo>
                    <a:pt x="2557410" y="2477319"/>
                  </a:lnTo>
                  <a:lnTo>
                    <a:pt x="2613822" y="2470910"/>
                  </a:lnTo>
                  <a:lnTo>
                    <a:pt x="2667326" y="2463863"/>
                  </a:lnTo>
                  <a:lnTo>
                    <a:pt x="2702183" y="2458730"/>
                  </a:lnTo>
                  <a:lnTo>
                    <a:pt x="2762991" y="2448725"/>
                  </a:lnTo>
                  <a:lnTo>
                    <a:pt x="2821919" y="2437728"/>
                  </a:lnTo>
                  <a:lnTo>
                    <a:pt x="2879657" y="2425723"/>
                  </a:lnTo>
                  <a:lnTo>
                    <a:pt x="2936717" y="2412728"/>
                  </a:lnTo>
                  <a:lnTo>
                    <a:pt x="2993460" y="2398795"/>
                  </a:lnTo>
                  <a:lnTo>
                    <a:pt x="3050127" y="2384012"/>
                  </a:lnTo>
                  <a:lnTo>
                    <a:pt x="3106853" y="2368509"/>
                  </a:lnTo>
                  <a:lnTo>
                    <a:pt x="3163691" y="2352449"/>
                  </a:lnTo>
                  <a:lnTo>
                    <a:pt x="3220631" y="2336021"/>
                  </a:lnTo>
                  <a:lnTo>
                    <a:pt x="3277620" y="2319438"/>
                  </a:lnTo>
                  <a:lnTo>
                    <a:pt x="3334588" y="2302917"/>
                  </a:lnTo>
                  <a:lnTo>
                    <a:pt x="3391474" y="2286677"/>
                  </a:lnTo>
                  <a:lnTo>
                    <a:pt x="3448246" y="2270916"/>
                  </a:lnTo>
                  <a:lnTo>
                    <a:pt x="3504926" y="2255810"/>
                  </a:lnTo>
                  <a:lnTo>
                    <a:pt x="3561614" y="2241504"/>
                  </a:lnTo>
                  <a:lnTo>
                    <a:pt x="3618503" y="2228103"/>
                  </a:lnTo>
                  <a:lnTo>
                    <a:pt x="3675901" y="2215675"/>
                  </a:lnTo>
                  <a:lnTo>
                    <a:pt x="3734252" y="2204252"/>
                  </a:lnTo>
                  <a:lnTo>
                    <a:pt x="3794166" y="2193830"/>
                  </a:lnTo>
                  <a:lnTo>
                    <a:pt x="3820202" y="2189711"/>
                  </a:lnTo>
                  <a:lnTo>
                    <a:pt x="3872117" y="2182224"/>
                  </a:lnTo>
                  <a:lnTo>
                    <a:pt x="3926486" y="2175387"/>
                  </a:lnTo>
                  <a:lnTo>
                    <a:pt x="3983996" y="2169177"/>
                  </a:lnTo>
                  <a:lnTo>
                    <a:pt x="4045398" y="2163549"/>
                  </a:lnTo>
                  <a:lnTo>
                    <a:pt x="4111473" y="2158450"/>
                  </a:lnTo>
                  <a:lnTo>
                    <a:pt x="4182984" y="2153825"/>
                  </a:lnTo>
                  <a:lnTo>
                    <a:pt x="4260628" y="2149623"/>
                  </a:lnTo>
                  <a:lnTo>
                    <a:pt x="4344965" y="2145797"/>
                  </a:lnTo>
                  <a:lnTo>
                    <a:pt x="4436327" y="2142310"/>
                  </a:lnTo>
                  <a:lnTo>
                    <a:pt x="4534695" y="2139134"/>
                  </a:lnTo>
                  <a:lnTo>
                    <a:pt x="4639568" y="2136247"/>
                  </a:lnTo>
                  <a:lnTo>
                    <a:pt x="4749807" y="2133641"/>
                  </a:lnTo>
                  <a:lnTo>
                    <a:pt x="4863514" y="2131310"/>
                  </a:lnTo>
                  <a:lnTo>
                    <a:pt x="4977979" y="2129260"/>
                  </a:lnTo>
                  <a:lnTo>
                    <a:pt x="5089744" y="2127494"/>
                  </a:lnTo>
                  <a:lnTo>
                    <a:pt x="5194846" y="2126019"/>
                  </a:lnTo>
                  <a:lnTo>
                    <a:pt x="5289244" y="2124833"/>
                  </a:lnTo>
                  <a:lnTo>
                    <a:pt x="5369386" y="2123927"/>
                  </a:lnTo>
                  <a:lnTo>
                    <a:pt x="5432797" y="2123278"/>
                  </a:lnTo>
                  <a:lnTo>
                    <a:pt x="5478549" y="2122853"/>
                  </a:lnTo>
                  <a:lnTo>
                    <a:pt x="5507502" y="2122608"/>
                  </a:lnTo>
                  <a:lnTo>
                    <a:pt x="5522283" y="2122493"/>
                  </a:lnTo>
                  <a:lnTo>
                    <a:pt x="5527089" y="2122459"/>
                  </a:lnTo>
                  <a:lnTo>
                    <a:pt x="5527445" y="2122456"/>
                  </a:lnTo>
                  <a:lnTo>
                    <a:pt x="6522385" y="2122456"/>
                  </a:lnTo>
                  <a:lnTo>
                    <a:pt x="6523487" y="2122417"/>
                  </a:lnTo>
                  <a:lnTo>
                    <a:pt x="6530764" y="2122138"/>
                  </a:lnTo>
                  <a:lnTo>
                    <a:pt x="6549218" y="2121367"/>
                  </a:lnTo>
                  <a:lnTo>
                    <a:pt x="6582492" y="2119848"/>
                  </a:lnTo>
                  <a:lnTo>
                    <a:pt x="6632652" y="2117335"/>
                  </a:lnTo>
                  <a:lnTo>
                    <a:pt x="6700043" y="2113621"/>
                  </a:lnTo>
                  <a:lnTo>
                    <a:pt x="6783325" y="2108547"/>
                  </a:lnTo>
                  <a:lnTo>
                    <a:pt x="6879775" y="2102017"/>
                  </a:lnTo>
                  <a:lnTo>
                    <a:pt x="6985772" y="2093994"/>
                  </a:lnTo>
                  <a:lnTo>
                    <a:pt x="7097365" y="2084482"/>
                  </a:lnTo>
                  <a:lnTo>
                    <a:pt x="7210791" y="2073510"/>
                  </a:lnTo>
                  <a:lnTo>
                    <a:pt x="7322839" y="2061106"/>
                  </a:lnTo>
                  <a:lnTo>
                    <a:pt x="7431043" y="2047280"/>
                  </a:lnTo>
                  <a:lnTo>
                    <a:pt x="7533716" y="2032009"/>
                  </a:lnTo>
                  <a:lnTo>
                    <a:pt x="7629881" y="2015231"/>
                  </a:lnTo>
                  <a:lnTo>
                    <a:pt x="7719144" y="1996834"/>
                  </a:lnTo>
                  <a:lnTo>
                    <a:pt x="7801555" y="1976666"/>
                  </a:lnTo>
                  <a:lnTo>
                    <a:pt x="7877479" y="1954527"/>
                  </a:lnTo>
                  <a:lnTo>
                    <a:pt x="7947484" y="1930181"/>
                  </a:lnTo>
                  <a:lnTo>
                    <a:pt x="8012258" y="1903361"/>
                  </a:lnTo>
                  <a:lnTo>
                    <a:pt x="8072547" y="1873786"/>
                  </a:lnTo>
                  <a:lnTo>
                    <a:pt x="8129107" y="1841186"/>
                  </a:lnTo>
                  <a:lnTo>
                    <a:pt x="8182663" y="1805343"/>
                  </a:lnTo>
                  <a:lnTo>
                    <a:pt x="8229629" y="1769587"/>
                  </a:lnTo>
                  <a:lnTo>
                    <a:pt x="8278400" y="1728047"/>
                  </a:lnTo>
                  <a:lnTo>
                    <a:pt x="8325870" y="1683203"/>
                  </a:lnTo>
                  <a:lnTo>
                    <a:pt x="8372422" y="1634991"/>
                  </a:lnTo>
                  <a:lnTo>
                    <a:pt x="8418359" y="1583409"/>
                  </a:lnTo>
                  <a:lnTo>
                    <a:pt x="8463919" y="1528529"/>
                  </a:lnTo>
                  <a:lnTo>
                    <a:pt x="8509278" y="1470498"/>
                  </a:lnTo>
                  <a:lnTo>
                    <a:pt x="8554564" y="1409547"/>
                  </a:lnTo>
                  <a:lnTo>
                    <a:pt x="8599862" y="1345989"/>
                  </a:lnTo>
                  <a:lnTo>
                    <a:pt x="8645219" y="1280215"/>
                  </a:lnTo>
                  <a:lnTo>
                    <a:pt x="8690649" y="1212685"/>
                  </a:lnTo>
                  <a:lnTo>
                    <a:pt x="8736146" y="1143918"/>
                  </a:lnTo>
                  <a:lnTo>
                    <a:pt x="8781682" y="1074476"/>
                  </a:lnTo>
                  <a:lnTo>
                    <a:pt x="8827225" y="1004944"/>
                  </a:lnTo>
                  <a:lnTo>
                    <a:pt x="8872736" y="935910"/>
                  </a:lnTo>
                  <a:lnTo>
                    <a:pt x="8918189" y="867945"/>
                  </a:lnTo>
                  <a:lnTo>
                    <a:pt x="8963568" y="801582"/>
                  </a:lnTo>
                  <a:lnTo>
                    <a:pt x="9008880" y="737303"/>
                  </a:lnTo>
                  <a:lnTo>
                    <a:pt x="9054163" y="675519"/>
                  </a:lnTo>
                  <a:lnTo>
                    <a:pt x="9099489" y="616568"/>
                  </a:lnTo>
                  <a:lnTo>
                    <a:pt x="9144970" y="560706"/>
                  </a:lnTo>
                  <a:lnTo>
                    <a:pt x="9190770" y="508105"/>
                  </a:lnTo>
                  <a:lnTo>
                    <a:pt x="9237106" y="458861"/>
                  </a:lnTo>
                  <a:lnTo>
                    <a:pt x="9284258" y="412992"/>
                  </a:lnTo>
                  <a:lnTo>
                    <a:pt x="9332586" y="370454"/>
                  </a:lnTo>
                  <a:lnTo>
                    <a:pt x="9347647" y="358109"/>
                  </a:lnTo>
                  <a:lnTo>
                    <a:pt x="9399031" y="319202"/>
                  </a:lnTo>
                  <a:lnTo>
                    <a:pt x="9452814" y="283638"/>
                  </a:lnTo>
                  <a:lnTo>
                    <a:pt x="9509660" y="251303"/>
                  </a:lnTo>
                  <a:lnTo>
                    <a:pt x="9570298" y="221971"/>
                  </a:lnTo>
                  <a:lnTo>
                    <a:pt x="9635485" y="195370"/>
                  </a:lnTo>
                  <a:lnTo>
                    <a:pt x="9705963" y="171220"/>
                  </a:lnTo>
                  <a:lnTo>
                    <a:pt x="9782415" y="149256"/>
                  </a:lnTo>
                  <a:lnTo>
                    <a:pt x="9865394" y="129244"/>
                  </a:lnTo>
                  <a:lnTo>
                    <a:pt x="9955243" y="110990"/>
                  </a:lnTo>
                  <a:lnTo>
                    <a:pt x="10051978" y="94342"/>
                  </a:lnTo>
                  <a:lnTo>
                    <a:pt x="10155165" y="79195"/>
                  </a:lnTo>
                  <a:lnTo>
                    <a:pt x="10263769" y="65489"/>
                  </a:lnTo>
                  <a:lnTo>
                    <a:pt x="10376039" y="53205"/>
                  </a:lnTo>
                  <a:lnTo>
                    <a:pt x="10489445" y="42355"/>
                  </a:lnTo>
                  <a:lnTo>
                    <a:pt x="10600716" y="32968"/>
                  </a:lnTo>
                  <a:lnTo>
                    <a:pt x="10706059" y="25071"/>
                  </a:lnTo>
                  <a:lnTo>
                    <a:pt x="10801530" y="18666"/>
                  </a:lnTo>
                  <a:lnTo>
                    <a:pt x="10883561" y="13711"/>
                  </a:lnTo>
                  <a:lnTo>
                    <a:pt x="10949527" y="10105"/>
                  </a:lnTo>
                  <a:lnTo>
                    <a:pt x="10998226" y="7686"/>
                  </a:lnTo>
                  <a:lnTo>
                    <a:pt x="11030146" y="6239"/>
                  </a:lnTo>
                  <a:lnTo>
                    <a:pt x="11047497" y="5519"/>
                  </a:lnTo>
                  <a:lnTo>
                    <a:pt x="11054041" y="5270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9" y="39"/>
                  </a:lnTo>
                  <a:lnTo>
                    <a:pt x="11046513" y="318"/>
                  </a:lnTo>
                  <a:lnTo>
                    <a:pt x="11028058" y="1089"/>
                  </a:lnTo>
                  <a:lnTo>
                    <a:pt x="10994785" y="2608"/>
                  </a:lnTo>
                  <a:lnTo>
                    <a:pt x="10944624" y="5120"/>
                  </a:lnTo>
                  <a:lnTo>
                    <a:pt x="10877234" y="8835"/>
                  </a:lnTo>
                  <a:lnTo>
                    <a:pt x="10793951" y="13909"/>
                  </a:lnTo>
                  <a:lnTo>
                    <a:pt x="10697501" y="20438"/>
                  </a:lnTo>
                  <a:lnTo>
                    <a:pt x="10591505" y="28462"/>
                  </a:lnTo>
                  <a:lnTo>
                    <a:pt x="10479912" y="37973"/>
                  </a:lnTo>
                  <a:lnTo>
                    <a:pt x="10366486" y="48946"/>
                  </a:lnTo>
                  <a:lnTo>
                    <a:pt x="10254437" y="61350"/>
                  </a:lnTo>
                  <a:lnTo>
                    <a:pt x="10146233" y="75176"/>
                  </a:lnTo>
                  <a:lnTo>
                    <a:pt x="10043560" y="90446"/>
                  </a:lnTo>
                  <a:lnTo>
                    <a:pt x="9947396" y="107225"/>
                  </a:lnTo>
                  <a:lnTo>
                    <a:pt x="9858133" y="125621"/>
                  </a:lnTo>
                  <a:lnTo>
                    <a:pt x="9775721" y="145790"/>
                  </a:lnTo>
                  <a:lnTo>
                    <a:pt x="9699797" y="167928"/>
                  </a:lnTo>
                  <a:lnTo>
                    <a:pt x="9629792" y="192275"/>
                  </a:lnTo>
                  <a:lnTo>
                    <a:pt x="9565018" y="219095"/>
                  </a:lnTo>
                  <a:lnTo>
                    <a:pt x="9504729" y="248670"/>
                  </a:lnTo>
                  <a:lnTo>
                    <a:pt x="9448169" y="281270"/>
                  </a:lnTo>
                  <a:lnTo>
                    <a:pt x="9394613" y="317113"/>
                  </a:lnTo>
                  <a:lnTo>
                    <a:pt x="9347647" y="352869"/>
                  </a:lnTo>
                  <a:lnTo>
                    <a:pt x="9298876" y="394409"/>
                  </a:lnTo>
                  <a:lnTo>
                    <a:pt x="9251407" y="439252"/>
                  </a:lnTo>
                  <a:lnTo>
                    <a:pt x="9204855" y="487465"/>
                  </a:lnTo>
                  <a:lnTo>
                    <a:pt x="9158917" y="539046"/>
                  </a:lnTo>
                  <a:lnTo>
                    <a:pt x="9113358" y="593927"/>
                  </a:lnTo>
                  <a:lnTo>
                    <a:pt x="9067999" y="651958"/>
                  </a:lnTo>
                  <a:lnTo>
                    <a:pt x="9022712" y="712909"/>
                  </a:lnTo>
                  <a:lnTo>
                    <a:pt x="8977414" y="776466"/>
                  </a:lnTo>
                  <a:lnTo>
                    <a:pt x="8932058" y="842241"/>
                  </a:lnTo>
                  <a:lnTo>
                    <a:pt x="8886627" y="909771"/>
                  </a:lnTo>
                  <a:lnTo>
                    <a:pt x="8841131" y="978538"/>
                  </a:lnTo>
                  <a:lnTo>
                    <a:pt x="8795594" y="1047980"/>
                  </a:lnTo>
                  <a:lnTo>
                    <a:pt x="8750052" y="1117512"/>
                  </a:lnTo>
                  <a:lnTo>
                    <a:pt x="8704540" y="1186546"/>
                  </a:lnTo>
                  <a:lnTo>
                    <a:pt x="8659087" y="1254511"/>
                  </a:lnTo>
                  <a:lnTo>
                    <a:pt x="8613709" y="1320873"/>
                  </a:lnTo>
                  <a:lnTo>
                    <a:pt x="8568396" y="1385153"/>
                  </a:lnTo>
                  <a:lnTo>
                    <a:pt x="8523113" y="1446937"/>
                  </a:lnTo>
                  <a:lnTo>
                    <a:pt x="8477788" y="1505888"/>
                  </a:lnTo>
                  <a:lnTo>
                    <a:pt x="8432306" y="1561750"/>
                  </a:lnTo>
                  <a:lnTo>
                    <a:pt x="8386506" y="1614351"/>
                  </a:lnTo>
                  <a:lnTo>
                    <a:pt x="8340171" y="1663595"/>
                  </a:lnTo>
                  <a:lnTo>
                    <a:pt x="8293018" y="1709464"/>
                  </a:lnTo>
                  <a:lnTo>
                    <a:pt x="8244691" y="1752002"/>
                  </a:lnTo>
                  <a:lnTo>
                    <a:pt x="8229629" y="1764346"/>
                  </a:lnTo>
                  <a:lnTo>
                    <a:pt x="8178245" y="1803254"/>
                  </a:lnTo>
                  <a:lnTo>
                    <a:pt x="8124462" y="1838817"/>
                  </a:lnTo>
                  <a:lnTo>
                    <a:pt x="8067617" y="1871153"/>
                  </a:lnTo>
                  <a:lnTo>
                    <a:pt x="8006978" y="1900485"/>
                  </a:lnTo>
                  <a:lnTo>
                    <a:pt x="7941792" y="1927086"/>
                  </a:lnTo>
                  <a:lnTo>
                    <a:pt x="7871313" y="1951236"/>
                  </a:lnTo>
                  <a:lnTo>
                    <a:pt x="7794861" y="1973200"/>
                  </a:lnTo>
                  <a:lnTo>
                    <a:pt x="7711882" y="1993211"/>
                  </a:lnTo>
                  <a:lnTo>
                    <a:pt x="7622034" y="2011466"/>
                  </a:lnTo>
                  <a:lnTo>
                    <a:pt x="7525298" y="2028114"/>
                  </a:lnTo>
                  <a:lnTo>
                    <a:pt x="7422112" y="2043261"/>
                  </a:lnTo>
                  <a:lnTo>
                    <a:pt x="7313508" y="2056967"/>
                  </a:lnTo>
                  <a:lnTo>
                    <a:pt x="7201237" y="2069251"/>
                  </a:lnTo>
                  <a:lnTo>
                    <a:pt x="7087832" y="2080101"/>
                  </a:lnTo>
                  <a:lnTo>
                    <a:pt x="6976560" y="2089488"/>
                  </a:lnTo>
                  <a:lnTo>
                    <a:pt x="6871217" y="2097385"/>
                  </a:lnTo>
                  <a:lnTo>
                    <a:pt x="6775747" y="2103790"/>
                  </a:lnTo>
                  <a:lnTo>
                    <a:pt x="6693716" y="2108744"/>
                  </a:lnTo>
                  <a:lnTo>
                    <a:pt x="6627749" y="2112350"/>
                  </a:lnTo>
                  <a:lnTo>
                    <a:pt x="6579051" y="2114770"/>
                  </a:lnTo>
                  <a:lnTo>
                    <a:pt x="6547130" y="2116217"/>
                  </a:lnTo>
                  <a:lnTo>
                    <a:pt x="6529780" y="2116936"/>
                  </a:lnTo>
                  <a:lnTo>
                    <a:pt x="6523235" y="2117186"/>
                  </a:lnTo>
                  <a:lnTo>
                    <a:pt x="6522385" y="2117216"/>
                  </a:lnTo>
                  <a:lnTo>
                    <a:pt x="5527445" y="2117216"/>
                  </a:lnTo>
                  <a:lnTo>
                    <a:pt x="5526310" y="2117223"/>
                  </a:lnTo>
                  <a:lnTo>
                    <a:pt x="5518819" y="2117278"/>
                  </a:lnTo>
                  <a:lnTo>
                    <a:pt x="5499835" y="2117430"/>
                  </a:lnTo>
                  <a:lnTo>
                    <a:pt x="5465644" y="2117728"/>
                  </a:lnTo>
                  <a:lnTo>
                    <a:pt x="5414177" y="2118222"/>
                  </a:lnTo>
                  <a:lnTo>
                    <a:pt x="5345162" y="2118951"/>
                  </a:lnTo>
                  <a:lnTo>
                    <a:pt x="5260067" y="2119946"/>
                  </a:lnTo>
                  <a:lnTo>
                    <a:pt x="5161775" y="2121224"/>
                  </a:lnTo>
                  <a:lnTo>
                    <a:pt x="5054066" y="2122794"/>
                  </a:lnTo>
                  <a:lnTo>
                    <a:pt x="4941010" y="2124652"/>
                  </a:lnTo>
                  <a:lnTo>
                    <a:pt x="4826445" y="2126794"/>
                  </a:lnTo>
                  <a:lnTo>
                    <a:pt x="4713603" y="2129214"/>
                  </a:lnTo>
                  <a:lnTo>
                    <a:pt x="4604934" y="2131911"/>
                  </a:lnTo>
                  <a:lnTo>
                    <a:pt x="4502077" y="2134890"/>
                  </a:lnTo>
                  <a:lnTo>
                    <a:pt x="4405950" y="2138164"/>
                  </a:lnTo>
                  <a:lnTo>
                    <a:pt x="4316883" y="2141757"/>
                  </a:lnTo>
                  <a:lnTo>
                    <a:pt x="4234763" y="2145701"/>
                  </a:lnTo>
                  <a:lnTo>
                    <a:pt x="4159175" y="2150035"/>
                  </a:lnTo>
                  <a:lnTo>
                    <a:pt x="4089506" y="2154807"/>
                  </a:lnTo>
                  <a:lnTo>
                    <a:pt x="4025031" y="2160071"/>
                  </a:lnTo>
                  <a:lnTo>
                    <a:pt x="3964975" y="2165882"/>
                  </a:lnTo>
                  <a:lnTo>
                    <a:pt x="3908563" y="2172291"/>
                  </a:lnTo>
                  <a:lnTo>
                    <a:pt x="3855059" y="2179337"/>
                  </a:lnTo>
                  <a:lnTo>
                    <a:pt x="3820202" y="2184470"/>
                  </a:lnTo>
                  <a:lnTo>
                    <a:pt x="3759394" y="2194476"/>
                  </a:lnTo>
                  <a:lnTo>
                    <a:pt x="3700466" y="2205473"/>
                  </a:lnTo>
                  <a:lnTo>
                    <a:pt x="3642728" y="2217477"/>
                  </a:lnTo>
                  <a:lnTo>
                    <a:pt x="3585668" y="2230473"/>
                  </a:lnTo>
                  <a:lnTo>
                    <a:pt x="3528925" y="2244406"/>
                  </a:lnTo>
                  <a:lnTo>
                    <a:pt x="3472258" y="2259189"/>
                  </a:lnTo>
                  <a:lnTo>
                    <a:pt x="3415532" y="2274691"/>
                  </a:lnTo>
                  <a:lnTo>
                    <a:pt x="3358694" y="2290752"/>
                  </a:lnTo>
                  <a:lnTo>
                    <a:pt x="3301754" y="2307180"/>
                  </a:lnTo>
                  <a:lnTo>
                    <a:pt x="3244765" y="2323763"/>
                  </a:lnTo>
                  <a:lnTo>
                    <a:pt x="3187797" y="2340283"/>
                  </a:lnTo>
                  <a:lnTo>
                    <a:pt x="3130911" y="2356524"/>
                  </a:lnTo>
                  <a:lnTo>
                    <a:pt x="3074139" y="2372285"/>
                  </a:lnTo>
                  <a:lnTo>
                    <a:pt x="3017459" y="2387390"/>
                  </a:lnTo>
                  <a:lnTo>
                    <a:pt x="2960771" y="2401697"/>
                  </a:lnTo>
                  <a:lnTo>
                    <a:pt x="2903882" y="2415098"/>
                  </a:lnTo>
                  <a:lnTo>
                    <a:pt x="2846484" y="2427526"/>
                  </a:lnTo>
                  <a:lnTo>
                    <a:pt x="2788133" y="2438949"/>
                  </a:lnTo>
                  <a:lnTo>
                    <a:pt x="2728219" y="2449371"/>
                  </a:lnTo>
                  <a:lnTo>
                    <a:pt x="2702183" y="2453490"/>
                  </a:lnTo>
                  <a:lnTo>
                    <a:pt x="2650268" y="2460977"/>
                  </a:lnTo>
                  <a:lnTo>
                    <a:pt x="2595899" y="2467814"/>
                  </a:lnTo>
                  <a:lnTo>
                    <a:pt x="2538389" y="2474024"/>
                  </a:lnTo>
                  <a:lnTo>
                    <a:pt x="2476987" y="2479652"/>
                  </a:lnTo>
                  <a:lnTo>
                    <a:pt x="2410912" y="2484751"/>
                  </a:lnTo>
                  <a:lnTo>
                    <a:pt x="2339401" y="2489375"/>
                  </a:lnTo>
                  <a:lnTo>
                    <a:pt x="2261757" y="2493578"/>
                  </a:lnTo>
                  <a:lnTo>
                    <a:pt x="2177420" y="2497404"/>
                  </a:lnTo>
                  <a:lnTo>
                    <a:pt x="2086058" y="2500891"/>
                  </a:lnTo>
                  <a:lnTo>
                    <a:pt x="1987690" y="2504067"/>
                  </a:lnTo>
                  <a:lnTo>
                    <a:pt x="1882817" y="2506953"/>
                  </a:lnTo>
                  <a:lnTo>
                    <a:pt x="1772578" y="2509560"/>
                  </a:lnTo>
                  <a:lnTo>
                    <a:pt x="1658871" y="2511890"/>
                  </a:lnTo>
                  <a:lnTo>
                    <a:pt x="1544406" y="2513941"/>
                  </a:lnTo>
                  <a:lnTo>
                    <a:pt x="1432641" y="2515707"/>
                  </a:lnTo>
                  <a:lnTo>
                    <a:pt x="1327539" y="2517182"/>
                  </a:lnTo>
                  <a:lnTo>
                    <a:pt x="1233141" y="2518367"/>
                  </a:lnTo>
                  <a:lnTo>
                    <a:pt x="1152999" y="2519274"/>
                  </a:lnTo>
                  <a:lnTo>
                    <a:pt x="1089588" y="2519922"/>
                  </a:lnTo>
                  <a:lnTo>
                    <a:pt x="1043836" y="2520348"/>
                  </a:lnTo>
                  <a:lnTo>
                    <a:pt x="1014883" y="2520593"/>
                  </a:lnTo>
                  <a:lnTo>
                    <a:pt x="1000102" y="2520708"/>
                  </a:lnTo>
                  <a:lnTo>
                    <a:pt x="995296" y="2520742"/>
                  </a:lnTo>
                  <a:lnTo>
                    <a:pt x="994940" y="2520744"/>
                  </a:lnTo>
                  <a:lnTo>
                    <a:pt x="0" y="2520744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15" name="pl1014"/>
            <p:cNvSpPr/>
            <p:nvPr/>
          </p:nvSpPr>
          <p:spPr>
            <a:xfrm>
              <a:off x="1199187" y="1755447"/>
              <a:ext cx="12049831" cy="2520744"/>
            </a:xfrm>
            <a:custGeom>
              <a:avLst/>
              <a:pathLst>
                <a:path w="12049831" h="2520744">
                  <a:moveTo>
                    <a:pt x="0" y="2520744"/>
                  </a:moveTo>
                  <a:lnTo>
                    <a:pt x="994940" y="2520744"/>
                  </a:lnTo>
                  <a:lnTo>
                    <a:pt x="996075" y="2520737"/>
                  </a:lnTo>
                  <a:lnTo>
                    <a:pt x="1003566" y="2520682"/>
                  </a:lnTo>
                  <a:lnTo>
                    <a:pt x="1022550" y="2520530"/>
                  </a:lnTo>
                  <a:lnTo>
                    <a:pt x="1056741" y="2520232"/>
                  </a:lnTo>
                  <a:lnTo>
                    <a:pt x="1108208" y="2519738"/>
                  </a:lnTo>
                  <a:lnTo>
                    <a:pt x="1177223" y="2519009"/>
                  </a:lnTo>
                  <a:lnTo>
                    <a:pt x="1262318" y="2518015"/>
                  </a:lnTo>
                  <a:lnTo>
                    <a:pt x="1360610" y="2516736"/>
                  </a:lnTo>
                  <a:lnTo>
                    <a:pt x="1468319" y="2515166"/>
                  </a:lnTo>
                  <a:lnTo>
                    <a:pt x="1581375" y="2513308"/>
                  </a:lnTo>
                  <a:lnTo>
                    <a:pt x="1695940" y="2511166"/>
                  </a:lnTo>
                  <a:lnTo>
                    <a:pt x="1808782" y="2508746"/>
                  </a:lnTo>
                  <a:lnTo>
                    <a:pt x="1917451" y="2506049"/>
                  </a:lnTo>
                  <a:lnTo>
                    <a:pt x="2020308" y="2503071"/>
                  </a:lnTo>
                  <a:lnTo>
                    <a:pt x="2116435" y="2499796"/>
                  </a:lnTo>
                  <a:lnTo>
                    <a:pt x="2205502" y="2496203"/>
                  </a:lnTo>
                  <a:lnTo>
                    <a:pt x="2287622" y="2492260"/>
                  </a:lnTo>
                  <a:lnTo>
                    <a:pt x="2363210" y="2487926"/>
                  </a:lnTo>
                  <a:lnTo>
                    <a:pt x="2432879" y="2483153"/>
                  </a:lnTo>
                  <a:lnTo>
                    <a:pt x="2497354" y="2477889"/>
                  </a:lnTo>
                  <a:lnTo>
                    <a:pt x="2557410" y="2472079"/>
                  </a:lnTo>
                  <a:lnTo>
                    <a:pt x="2613822" y="2465669"/>
                  </a:lnTo>
                  <a:lnTo>
                    <a:pt x="2667326" y="2458623"/>
                  </a:lnTo>
                  <a:lnTo>
                    <a:pt x="2702183" y="2453490"/>
                  </a:lnTo>
                  <a:lnTo>
                    <a:pt x="2762991" y="2443484"/>
                  </a:lnTo>
                  <a:lnTo>
                    <a:pt x="2821919" y="2432487"/>
                  </a:lnTo>
                  <a:lnTo>
                    <a:pt x="2879657" y="2420483"/>
                  </a:lnTo>
                  <a:lnTo>
                    <a:pt x="2936717" y="2407488"/>
                  </a:lnTo>
                  <a:lnTo>
                    <a:pt x="2993460" y="2393554"/>
                  </a:lnTo>
                  <a:lnTo>
                    <a:pt x="3050127" y="2378772"/>
                  </a:lnTo>
                  <a:lnTo>
                    <a:pt x="3106853" y="2363269"/>
                  </a:lnTo>
                  <a:lnTo>
                    <a:pt x="3163691" y="2347208"/>
                  </a:lnTo>
                  <a:lnTo>
                    <a:pt x="3220631" y="2330780"/>
                  </a:lnTo>
                  <a:lnTo>
                    <a:pt x="3277620" y="2314197"/>
                  </a:lnTo>
                  <a:lnTo>
                    <a:pt x="3334588" y="2297677"/>
                  </a:lnTo>
                  <a:lnTo>
                    <a:pt x="3391474" y="2281436"/>
                  </a:lnTo>
                  <a:lnTo>
                    <a:pt x="3448246" y="2265675"/>
                  </a:lnTo>
                  <a:lnTo>
                    <a:pt x="3504926" y="2250570"/>
                  </a:lnTo>
                  <a:lnTo>
                    <a:pt x="3561614" y="2236263"/>
                  </a:lnTo>
                  <a:lnTo>
                    <a:pt x="3618503" y="2222862"/>
                  </a:lnTo>
                  <a:lnTo>
                    <a:pt x="3675901" y="2210435"/>
                  </a:lnTo>
                  <a:lnTo>
                    <a:pt x="3734252" y="2199011"/>
                  </a:lnTo>
                  <a:lnTo>
                    <a:pt x="3794166" y="2188589"/>
                  </a:lnTo>
                  <a:lnTo>
                    <a:pt x="3820202" y="2184470"/>
                  </a:lnTo>
                  <a:lnTo>
                    <a:pt x="3872117" y="2176983"/>
                  </a:lnTo>
                  <a:lnTo>
                    <a:pt x="3926486" y="2170146"/>
                  </a:lnTo>
                  <a:lnTo>
                    <a:pt x="3983996" y="2163936"/>
                  </a:lnTo>
                  <a:lnTo>
                    <a:pt x="4045398" y="2158308"/>
                  </a:lnTo>
                  <a:lnTo>
                    <a:pt x="4111473" y="2153210"/>
                  </a:lnTo>
                  <a:lnTo>
                    <a:pt x="4182984" y="2148585"/>
                  </a:lnTo>
                  <a:lnTo>
                    <a:pt x="4260628" y="2144382"/>
                  </a:lnTo>
                  <a:lnTo>
                    <a:pt x="4344965" y="2140556"/>
                  </a:lnTo>
                  <a:lnTo>
                    <a:pt x="4436327" y="2137070"/>
                  </a:lnTo>
                  <a:lnTo>
                    <a:pt x="4534695" y="2133893"/>
                  </a:lnTo>
                  <a:lnTo>
                    <a:pt x="4639568" y="2131007"/>
                  </a:lnTo>
                  <a:lnTo>
                    <a:pt x="4749807" y="2128400"/>
                  </a:lnTo>
                  <a:lnTo>
                    <a:pt x="4863514" y="2126070"/>
                  </a:lnTo>
                  <a:lnTo>
                    <a:pt x="4977979" y="2124019"/>
                  </a:lnTo>
                  <a:lnTo>
                    <a:pt x="5089744" y="2122254"/>
                  </a:lnTo>
                  <a:lnTo>
                    <a:pt x="5194846" y="2120778"/>
                  </a:lnTo>
                  <a:lnTo>
                    <a:pt x="5289244" y="2119593"/>
                  </a:lnTo>
                  <a:lnTo>
                    <a:pt x="5369386" y="2118687"/>
                  </a:lnTo>
                  <a:lnTo>
                    <a:pt x="5432797" y="2118038"/>
                  </a:lnTo>
                  <a:lnTo>
                    <a:pt x="5478549" y="2117612"/>
                  </a:lnTo>
                  <a:lnTo>
                    <a:pt x="5507502" y="2117367"/>
                  </a:lnTo>
                  <a:lnTo>
                    <a:pt x="5522283" y="2117252"/>
                  </a:lnTo>
                  <a:lnTo>
                    <a:pt x="5527089" y="2117218"/>
                  </a:lnTo>
                  <a:lnTo>
                    <a:pt x="5527445" y="2117216"/>
                  </a:lnTo>
                  <a:lnTo>
                    <a:pt x="6522385" y="2117216"/>
                  </a:lnTo>
                  <a:lnTo>
                    <a:pt x="6523487" y="2117176"/>
                  </a:lnTo>
                  <a:lnTo>
                    <a:pt x="6530764" y="2116897"/>
                  </a:lnTo>
                  <a:lnTo>
                    <a:pt x="6549218" y="2116127"/>
                  </a:lnTo>
                  <a:lnTo>
                    <a:pt x="6582492" y="2114607"/>
                  </a:lnTo>
                  <a:lnTo>
                    <a:pt x="6632652" y="2112095"/>
                  </a:lnTo>
                  <a:lnTo>
                    <a:pt x="6700043" y="2108380"/>
                  </a:lnTo>
                  <a:lnTo>
                    <a:pt x="6783325" y="2103306"/>
                  </a:lnTo>
                  <a:lnTo>
                    <a:pt x="6879775" y="2096777"/>
                  </a:lnTo>
                  <a:lnTo>
                    <a:pt x="6985772" y="2088753"/>
                  </a:lnTo>
                  <a:lnTo>
                    <a:pt x="7097365" y="2079242"/>
                  </a:lnTo>
                  <a:lnTo>
                    <a:pt x="7210791" y="2068270"/>
                  </a:lnTo>
                  <a:lnTo>
                    <a:pt x="7322839" y="2055865"/>
                  </a:lnTo>
                  <a:lnTo>
                    <a:pt x="7431043" y="2042039"/>
                  </a:lnTo>
                  <a:lnTo>
                    <a:pt x="7533716" y="2026769"/>
                  </a:lnTo>
                  <a:lnTo>
                    <a:pt x="7629881" y="2009990"/>
                  </a:lnTo>
                  <a:lnTo>
                    <a:pt x="7719144" y="1991594"/>
                  </a:lnTo>
                  <a:lnTo>
                    <a:pt x="7801555" y="1971425"/>
                  </a:lnTo>
                  <a:lnTo>
                    <a:pt x="7877479" y="1949287"/>
                  </a:lnTo>
                  <a:lnTo>
                    <a:pt x="7947484" y="1924940"/>
                  </a:lnTo>
                  <a:lnTo>
                    <a:pt x="8012258" y="1898120"/>
                  </a:lnTo>
                  <a:lnTo>
                    <a:pt x="8072547" y="1868545"/>
                  </a:lnTo>
                  <a:lnTo>
                    <a:pt x="8129107" y="1835945"/>
                  </a:lnTo>
                  <a:lnTo>
                    <a:pt x="8182663" y="1800102"/>
                  </a:lnTo>
                  <a:lnTo>
                    <a:pt x="8229629" y="1764346"/>
                  </a:lnTo>
                  <a:lnTo>
                    <a:pt x="8278400" y="1722806"/>
                  </a:lnTo>
                  <a:lnTo>
                    <a:pt x="8325870" y="1677963"/>
                  </a:lnTo>
                  <a:lnTo>
                    <a:pt x="8372422" y="1629751"/>
                  </a:lnTo>
                  <a:lnTo>
                    <a:pt x="8418359" y="1578169"/>
                  </a:lnTo>
                  <a:lnTo>
                    <a:pt x="8463919" y="1523288"/>
                  </a:lnTo>
                  <a:lnTo>
                    <a:pt x="8509278" y="1465257"/>
                  </a:lnTo>
                  <a:lnTo>
                    <a:pt x="8554564" y="1404306"/>
                  </a:lnTo>
                  <a:lnTo>
                    <a:pt x="8599862" y="1340749"/>
                  </a:lnTo>
                  <a:lnTo>
                    <a:pt x="8645219" y="1274974"/>
                  </a:lnTo>
                  <a:lnTo>
                    <a:pt x="8690649" y="1207444"/>
                  </a:lnTo>
                  <a:lnTo>
                    <a:pt x="8736146" y="1138677"/>
                  </a:lnTo>
                  <a:lnTo>
                    <a:pt x="8781682" y="1069236"/>
                  </a:lnTo>
                  <a:lnTo>
                    <a:pt x="8827225" y="999704"/>
                  </a:lnTo>
                  <a:lnTo>
                    <a:pt x="8872736" y="930670"/>
                  </a:lnTo>
                  <a:lnTo>
                    <a:pt x="8918189" y="862704"/>
                  </a:lnTo>
                  <a:lnTo>
                    <a:pt x="8963568" y="796342"/>
                  </a:lnTo>
                  <a:lnTo>
                    <a:pt x="9008880" y="732062"/>
                  </a:lnTo>
                  <a:lnTo>
                    <a:pt x="9054163" y="670278"/>
                  </a:lnTo>
                  <a:lnTo>
                    <a:pt x="9099489" y="611327"/>
                  </a:lnTo>
                  <a:lnTo>
                    <a:pt x="9144970" y="555465"/>
                  </a:lnTo>
                  <a:lnTo>
                    <a:pt x="9190770" y="502864"/>
                  </a:lnTo>
                  <a:lnTo>
                    <a:pt x="9237106" y="453620"/>
                  </a:lnTo>
                  <a:lnTo>
                    <a:pt x="9284258" y="407752"/>
                  </a:lnTo>
                  <a:lnTo>
                    <a:pt x="9332586" y="365213"/>
                  </a:lnTo>
                  <a:lnTo>
                    <a:pt x="9347647" y="352869"/>
                  </a:lnTo>
                  <a:lnTo>
                    <a:pt x="9399031" y="313961"/>
                  </a:lnTo>
                  <a:lnTo>
                    <a:pt x="9452814" y="278398"/>
                  </a:lnTo>
                  <a:lnTo>
                    <a:pt x="9509660" y="246063"/>
                  </a:lnTo>
                  <a:lnTo>
                    <a:pt x="9570298" y="216731"/>
                  </a:lnTo>
                  <a:lnTo>
                    <a:pt x="9635485" y="190130"/>
                  </a:lnTo>
                  <a:lnTo>
                    <a:pt x="9705963" y="165979"/>
                  </a:lnTo>
                  <a:lnTo>
                    <a:pt x="9782415" y="144016"/>
                  </a:lnTo>
                  <a:lnTo>
                    <a:pt x="9865394" y="124004"/>
                  </a:lnTo>
                  <a:lnTo>
                    <a:pt x="9955243" y="105749"/>
                  </a:lnTo>
                  <a:lnTo>
                    <a:pt x="10051978" y="89101"/>
                  </a:lnTo>
                  <a:lnTo>
                    <a:pt x="10155165" y="73954"/>
                  </a:lnTo>
                  <a:lnTo>
                    <a:pt x="10263769" y="60249"/>
                  </a:lnTo>
                  <a:lnTo>
                    <a:pt x="10376039" y="47965"/>
                  </a:lnTo>
                  <a:lnTo>
                    <a:pt x="10489445" y="37114"/>
                  </a:lnTo>
                  <a:lnTo>
                    <a:pt x="10600716" y="27727"/>
                  </a:lnTo>
                  <a:lnTo>
                    <a:pt x="10706059" y="19830"/>
                  </a:lnTo>
                  <a:lnTo>
                    <a:pt x="10801530" y="13426"/>
                  </a:lnTo>
                  <a:lnTo>
                    <a:pt x="10883561" y="8471"/>
                  </a:lnTo>
                  <a:lnTo>
                    <a:pt x="10949527" y="4865"/>
                  </a:lnTo>
                  <a:lnTo>
                    <a:pt x="10998226" y="2445"/>
                  </a:lnTo>
                  <a:lnTo>
                    <a:pt x="11030146" y="998"/>
                  </a:lnTo>
                  <a:lnTo>
                    <a:pt x="11047497" y="279"/>
                  </a:lnTo>
                  <a:lnTo>
                    <a:pt x="11054041" y="3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6" name="pl1015"/>
            <p:cNvSpPr/>
            <p:nvPr/>
          </p:nvSpPr>
          <p:spPr>
            <a:xfrm>
              <a:off x="1199187" y="1750207"/>
              <a:ext cx="12049831" cy="2520744"/>
            </a:xfrm>
            <a:custGeom>
              <a:avLst/>
              <a:pathLst>
                <a:path w="12049831" h="2520744">
                  <a:moveTo>
                    <a:pt x="12049831" y="0"/>
                  </a:moveTo>
                  <a:lnTo>
                    <a:pt x="11054891" y="0"/>
                  </a:lnTo>
                  <a:lnTo>
                    <a:pt x="11053789" y="39"/>
                  </a:lnTo>
                  <a:lnTo>
                    <a:pt x="11046513" y="318"/>
                  </a:lnTo>
                  <a:lnTo>
                    <a:pt x="11028058" y="1089"/>
                  </a:lnTo>
                  <a:lnTo>
                    <a:pt x="10994785" y="2608"/>
                  </a:lnTo>
                  <a:lnTo>
                    <a:pt x="10944624" y="5120"/>
                  </a:lnTo>
                  <a:lnTo>
                    <a:pt x="10877234" y="8835"/>
                  </a:lnTo>
                  <a:lnTo>
                    <a:pt x="10793951" y="13909"/>
                  </a:lnTo>
                  <a:lnTo>
                    <a:pt x="10697501" y="20438"/>
                  </a:lnTo>
                  <a:lnTo>
                    <a:pt x="10591505" y="28462"/>
                  </a:lnTo>
                  <a:lnTo>
                    <a:pt x="10479912" y="37973"/>
                  </a:lnTo>
                  <a:lnTo>
                    <a:pt x="10366486" y="48946"/>
                  </a:lnTo>
                  <a:lnTo>
                    <a:pt x="10254437" y="61350"/>
                  </a:lnTo>
                  <a:lnTo>
                    <a:pt x="10146233" y="75176"/>
                  </a:lnTo>
                  <a:lnTo>
                    <a:pt x="10043560" y="90446"/>
                  </a:lnTo>
                  <a:lnTo>
                    <a:pt x="9947396" y="107225"/>
                  </a:lnTo>
                  <a:lnTo>
                    <a:pt x="9858133" y="125621"/>
                  </a:lnTo>
                  <a:lnTo>
                    <a:pt x="9775721" y="145790"/>
                  </a:lnTo>
                  <a:lnTo>
                    <a:pt x="9699797" y="167928"/>
                  </a:lnTo>
                  <a:lnTo>
                    <a:pt x="9629792" y="192275"/>
                  </a:lnTo>
                  <a:lnTo>
                    <a:pt x="9565018" y="219095"/>
                  </a:lnTo>
                  <a:lnTo>
                    <a:pt x="9504729" y="248670"/>
                  </a:lnTo>
                  <a:lnTo>
                    <a:pt x="9448169" y="281270"/>
                  </a:lnTo>
                  <a:lnTo>
                    <a:pt x="9394613" y="317113"/>
                  </a:lnTo>
                  <a:lnTo>
                    <a:pt x="9347647" y="352869"/>
                  </a:lnTo>
                  <a:lnTo>
                    <a:pt x="9298876" y="394409"/>
                  </a:lnTo>
                  <a:lnTo>
                    <a:pt x="9251407" y="439252"/>
                  </a:lnTo>
                  <a:lnTo>
                    <a:pt x="9204855" y="487465"/>
                  </a:lnTo>
                  <a:lnTo>
                    <a:pt x="9158917" y="539046"/>
                  </a:lnTo>
                  <a:lnTo>
                    <a:pt x="9113358" y="593927"/>
                  </a:lnTo>
                  <a:lnTo>
                    <a:pt x="9067999" y="651958"/>
                  </a:lnTo>
                  <a:lnTo>
                    <a:pt x="9022712" y="712909"/>
                  </a:lnTo>
                  <a:lnTo>
                    <a:pt x="8977414" y="776466"/>
                  </a:lnTo>
                  <a:lnTo>
                    <a:pt x="8932058" y="842241"/>
                  </a:lnTo>
                  <a:lnTo>
                    <a:pt x="8886627" y="909771"/>
                  </a:lnTo>
                  <a:lnTo>
                    <a:pt x="8841131" y="978538"/>
                  </a:lnTo>
                  <a:lnTo>
                    <a:pt x="8795594" y="1047980"/>
                  </a:lnTo>
                  <a:lnTo>
                    <a:pt x="8750052" y="1117512"/>
                  </a:lnTo>
                  <a:lnTo>
                    <a:pt x="8704540" y="1186546"/>
                  </a:lnTo>
                  <a:lnTo>
                    <a:pt x="8659087" y="1254511"/>
                  </a:lnTo>
                  <a:lnTo>
                    <a:pt x="8613709" y="1320873"/>
                  </a:lnTo>
                  <a:lnTo>
                    <a:pt x="8568396" y="1385153"/>
                  </a:lnTo>
                  <a:lnTo>
                    <a:pt x="8523113" y="1446937"/>
                  </a:lnTo>
                  <a:lnTo>
                    <a:pt x="8477788" y="1505888"/>
                  </a:lnTo>
                  <a:lnTo>
                    <a:pt x="8432306" y="1561750"/>
                  </a:lnTo>
                  <a:lnTo>
                    <a:pt x="8386506" y="1614351"/>
                  </a:lnTo>
                  <a:lnTo>
                    <a:pt x="8340171" y="1663595"/>
                  </a:lnTo>
                  <a:lnTo>
                    <a:pt x="8293018" y="1709464"/>
                  </a:lnTo>
                  <a:lnTo>
                    <a:pt x="8244691" y="1752002"/>
                  </a:lnTo>
                  <a:lnTo>
                    <a:pt x="8229629" y="1764346"/>
                  </a:lnTo>
                  <a:lnTo>
                    <a:pt x="8178245" y="1803254"/>
                  </a:lnTo>
                  <a:lnTo>
                    <a:pt x="8124462" y="1838817"/>
                  </a:lnTo>
                  <a:lnTo>
                    <a:pt x="8067617" y="1871153"/>
                  </a:lnTo>
                  <a:lnTo>
                    <a:pt x="8006978" y="1900485"/>
                  </a:lnTo>
                  <a:lnTo>
                    <a:pt x="7941792" y="1927086"/>
                  </a:lnTo>
                  <a:lnTo>
                    <a:pt x="7871313" y="1951236"/>
                  </a:lnTo>
                  <a:lnTo>
                    <a:pt x="7794861" y="1973200"/>
                  </a:lnTo>
                  <a:lnTo>
                    <a:pt x="7711882" y="1993211"/>
                  </a:lnTo>
                  <a:lnTo>
                    <a:pt x="7622034" y="2011466"/>
                  </a:lnTo>
                  <a:lnTo>
                    <a:pt x="7525298" y="2028114"/>
                  </a:lnTo>
                  <a:lnTo>
                    <a:pt x="7422112" y="2043261"/>
                  </a:lnTo>
                  <a:lnTo>
                    <a:pt x="7313508" y="2056967"/>
                  </a:lnTo>
                  <a:lnTo>
                    <a:pt x="7201237" y="2069251"/>
                  </a:lnTo>
                  <a:lnTo>
                    <a:pt x="7087832" y="2080101"/>
                  </a:lnTo>
                  <a:lnTo>
                    <a:pt x="6976560" y="2089488"/>
                  </a:lnTo>
                  <a:lnTo>
                    <a:pt x="6871217" y="2097385"/>
                  </a:lnTo>
                  <a:lnTo>
                    <a:pt x="6775747" y="2103790"/>
                  </a:lnTo>
                  <a:lnTo>
                    <a:pt x="6693716" y="2108744"/>
                  </a:lnTo>
                  <a:lnTo>
                    <a:pt x="6627749" y="2112350"/>
                  </a:lnTo>
                  <a:lnTo>
                    <a:pt x="6579051" y="2114770"/>
                  </a:lnTo>
                  <a:lnTo>
                    <a:pt x="6547130" y="2116217"/>
                  </a:lnTo>
                  <a:lnTo>
                    <a:pt x="6529780" y="2116936"/>
                  </a:lnTo>
                  <a:lnTo>
                    <a:pt x="6523235" y="2117186"/>
                  </a:lnTo>
                  <a:lnTo>
                    <a:pt x="6522385" y="2117216"/>
                  </a:lnTo>
                  <a:lnTo>
                    <a:pt x="5527445" y="2117216"/>
                  </a:lnTo>
                  <a:lnTo>
                    <a:pt x="5526310" y="2117223"/>
                  </a:lnTo>
                  <a:lnTo>
                    <a:pt x="5518819" y="2117278"/>
                  </a:lnTo>
                  <a:lnTo>
                    <a:pt x="5499835" y="2117430"/>
                  </a:lnTo>
                  <a:lnTo>
                    <a:pt x="5465644" y="2117728"/>
                  </a:lnTo>
                  <a:lnTo>
                    <a:pt x="5414177" y="2118222"/>
                  </a:lnTo>
                  <a:lnTo>
                    <a:pt x="5345162" y="2118951"/>
                  </a:lnTo>
                  <a:lnTo>
                    <a:pt x="5260067" y="2119946"/>
                  </a:lnTo>
                  <a:lnTo>
                    <a:pt x="5161775" y="2121224"/>
                  </a:lnTo>
                  <a:lnTo>
                    <a:pt x="5054066" y="2122794"/>
                  </a:lnTo>
                  <a:lnTo>
                    <a:pt x="4941010" y="2124652"/>
                  </a:lnTo>
                  <a:lnTo>
                    <a:pt x="4826445" y="2126794"/>
                  </a:lnTo>
                  <a:lnTo>
                    <a:pt x="4713603" y="2129214"/>
                  </a:lnTo>
                  <a:lnTo>
                    <a:pt x="4604934" y="2131911"/>
                  </a:lnTo>
                  <a:lnTo>
                    <a:pt x="4502077" y="2134890"/>
                  </a:lnTo>
                  <a:lnTo>
                    <a:pt x="4405950" y="2138164"/>
                  </a:lnTo>
                  <a:lnTo>
                    <a:pt x="4316883" y="2141757"/>
                  </a:lnTo>
                  <a:lnTo>
                    <a:pt x="4234763" y="2145701"/>
                  </a:lnTo>
                  <a:lnTo>
                    <a:pt x="4159175" y="2150035"/>
                  </a:lnTo>
                  <a:lnTo>
                    <a:pt x="4089506" y="2154807"/>
                  </a:lnTo>
                  <a:lnTo>
                    <a:pt x="4025031" y="2160071"/>
                  </a:lnTo>
                  <a:lnTo>
                    <a:pt x="3964975" y="2165882"/>
                  </a:lnTo>
                  <a:lnTo>
                    <a:pt x="3908563" y="2172291"/>
                  </a:lnTo>
                  <a:lnTo>
                    <a:pt x="3855059" y="2179337"/>
                  </a:lnTo>
                  <a:lnTo>
                    <a:pt x="3820202" y="2184470"/>
                  </a:lnTo>
                  <a:lnTo>
                    <a:pt x="3759394" y="2194476"/>
                  </a:lnTo>
                  <a:lnTo>
                    <a:pt x="3700466" y="2205473"/>
                  </a:lnTo>
                  <a:lnTo>
                    <a:pt x="3642728" y="2217477"/>
                  </a:lnTo>
                  <a:lnTo>
                    <a:pt x="3585668" y="2230473"/>
                  </a:lnTo>
                  <a:lnTo>
                    <a:pt x="3528925" y="2244406"/>
                  </a:lnTo>
                  <a:lnTo>
                    <a:pt x="3472258" y="2259189"/>
                  </a:lnTo>
                  <a:lnTo>
                    <a:pt x="3415532" y="2274691"/>
                  </a:lnTo>
                  <a:lnTo>
                    <a:pt x="3358694" y="2290752"/>
                  </a:lnTo>
                  <a:lnTo>
                    <a:pt x="3301754" y="2307180"/>
                  </a:lnTo>
                  <a:lnTo>
                    <a:pt x="3244765" y="2323763"/>
                  </a:lnTo>
                  <a:lnTo>
                    <a:pt x="3187797" y="2340283"/>
                  </a:lnTo>
                  <a:lnTo>
                    <a:pt x="3130911" y="2356524"/>
                  </a:lnTo>
                  <a:lnTo>
                    <a:pt x="3074139" y="2372285"/>
                  </a:lnTo>
                  <a:lnTo>
                    <a:pt x="3017459" y="2387390"/>
                  </a:lnTo>
                  <a:lnTo>
                    <a:pt x="2960771" y="2401697"/>
                  </a:lnTo>
                  <a:lnTo>
                    <a:pt x="2903882" y="2415098"/>
                  </a:lnTo>
                  <a:lnTo>
                    <a:pt x="2846484" y="2427526"/>
                  </a:lnTo>
                  <a:lnTo>
                    <a:pt x="2788133" y="2438949"/>
                  </a:lnTo>
                  <a:lnTo>
                    <a:pt x="2728219" y="2449371"/>
                  </a:lnTo>
                  <a:lnTo>
                    <a:pt x="2702183" y="2453490"/>
                  </a:lnTo>
                  <a:lnTo>
                    <a:pt x="2650268" y="2460977"/>
                  </a:lnTo>
                  <a:lnTo>
                    <a:pt x="2595899" y="2467814"/>
                  </a:lnTo>
                  <a:lnTo>
                    <a:pt x="2538389" y="2474024"/>
                  </a:lnTo>
                  <a:lnTo>
                    <a:pt x="2476987" y="2479652"/>
                  </a:lnTo>
                  <a:lnTo>
                    <a:pt x="2410912" y="2484751"/>
                  </a:lnTo>
                  <a:lnTo>
                    <a:pt x="2339401" y="2489375"/>
                  </a:lnTo>
                  <a:lnTo>
                    <a:pt x="2261757" y="2493578"/>
                  </a:lnTo>
                  <a:lnTo>
                    <a:pt x="2177420" y="2497404"/>
                  </a:lnTo>
                  <a:lnTo>
                    <a:pt x="2086058" y="2500891"/>
                  </a:lnTo>
                  <a:lnTo>
                    <a:pt x="1987690" y="2504067"/>
                  </a:lnTo>
                  <a:lnTo>
                    <a:pt x="1882817" y="2506953"/>
                  </a:lnTo>
                  <a:lnTo>
                    <a:pt x="1772578" y="2509560"/>
                  </a:lnTo>
                  <a:lnTo>
                    <a:pt x="1658871" y="2511890"/>
                  </a:lnTo>
                  <a:lnTo>
                    <a:pt x="1544406" y="2513941"/>
                  </a:lnTo>
                  <a:lnTo>
                    <a:pt x="1432641" y="2515707"/>
                  </a:lnTo>
                  <a:lnTo>
                    <a:pt x="1327539" y="2517182"/>
                  </a:lnTo>
                  <a:lnTo>
                    <a:pt x="1233141" y="2518367"/>
                  </a:lnTo>
                  <a:lnTo>
                    <a:pt x="1152999" y="2519274"/>
                  </a:lnTo>
                  <a:lnTo>
                    <a:pt x="1089588" y="2519922"/>
                  </a:lnTo>
                  <a:lnTo>
                    <a:pt x="1043836" y="2520348"/>
                  </a:lnTo>
                  <a:lnTo>
                    <a:pt x="1014883" y="2520593"/>
                  </a:lnTo>
                  <a:lnTo>
                    <a:pt x="1000102" y="2520708"/>
                  </a:lnTo>
                  <a:lnTo>
                    <a:pt x="995296" y="2520742"/>
                  </a:lnTo>
                  <a:lnTo>
                    <a:pt x="994940" y="2520744"/>
                  </a:lnTo>
                  <a:lnTo>
                    <a:pt x="0" y="2520744"/>
                  </a:lnTo>
                  <a:lnTo>
                    <a:pt x="0" y="25207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7" name="pg1016"/>
            <p:cNvSpPr/>
            <p:nvPr/>
          </p:nvSpPr>
          <p:spPr>
            <a:xfrm>
              <a:off x="1199187" y="2389564"/>
              <a:ext cx="12049831" cy="1907590"/>
            </a:xfrm>
            <a:custGeom>
              <a:avLst/>
              <a:pathLst>
                <a:path w="12049831" h="1907590">
                  <a:moveTo>
                    <a:pt x="0" y="1907590"/>
                  </a:moveTo>
                  <a:lnTo>
                    <a:pt x="994940" y="1907590"/>
                  </a:lnTo>
                  <a:lnTo>
                    <a:pt x="996075" y="1907583"/>
                  </a:lnTo>
                  <a:lnTo>
                    <a:pt x="1003567" y="1907529"/>
                  </a:lnTo>
                  <a:lnTo>
                    <a:pt x="1022552" y="1907382"/>
                  </a:lnTo>
                  <a:lnTo>
                    <a:pt x="1056744" y="1907091"/>
                  </a:lnTo>
                  <a:lnTo>
                    <a:pt x="1108214" y="1906610"/>
                  </a:lnTo>
                  <a:lnTo>
                    <a:pt x="1177232" y="1905900"/>
                  </a:lnTo>
                  <a:lnTo>
                    <a:pt x="1262331" y="1904931"/>
                  </a:lnTo>
                  <a:lnTo>
                    <a:pt x="1360626" y="1903685"/>
                  </a:lnTo>
                  <a:lnTo>
                    <a:pt x="1468339" y="1902157"/>
                  </a:lnTo>
                  <a:lnTo>
                    <a:pt x="1581398" y="1900346"/>
                  </a:lnTo>
                  <a:lnTo>
                    <a:pt x="1695965" y="1898260"/>
                  </a:lnTo>
                  <a:lnTo>
                    <a:pt x="1808808" y="1895903"/>
                  </a:lnTo>
                  <a:lnTo>
                    <a:pt x="1917478" y="1893276"/>
                  </a:lnTo>
                  <a:lnTo>
                    <a:pt x="2020335" y="1890375"/>
                  </a:lnTo>
                  <a:lnTo>
                    <a:pt x="2116462" y="1887185"/>
                  </a:lnTo>
                  <a:lnTo>
                    <a:pt x="2205530" y="1883685"/>
                  </a:lnTo>
                  <a:lnTo>
                    <a:pt x="2287648" y="1879844"/>
                  </a:lnTo>
                  <a:lnTo>
                    <a:pt x="2363235" y="1875622"/>
                  </a:lnTo>
                  <a:lnTo>
                    <a:pt x="2432904" y="1870974"/>
                  </a:lnTo>
                  <a:lnTo>
                    <a:pt x="2497379" y="1865846"/>
                  </a:lnTo>
                  <a:lnTo>
                    <a:pt x="2557435" y="1860186"/>
                  </a:lnTo>
                  <a:lnTo>
                    <a:pt x="2613846" y="1853943"/>
                  </a:lnTo>
                  <a:lnTo>
                    <a:pt x="2667350" y="1847079"/>
                  </a:lnTo>
                  <a:lnTo>
                    <a:pt x="2702183" y="1842082"/>
                  </a:lnTo>
                  <a:lnTo>
                    <a:pt x="2763033" y="1832330"/>
                  </a:lnTo>
                  <a:lnTo>
                    <a:pt x="2822001" y="1821609"/>
                  </a:lnTo>
                  <a:lnTo>
                    <a:pt x="2879778" y="1809907"/>
                  </a:lnTo>
                  <a:lnTo>
                    <a:pt x="2936876" y="1797238"/>
                  </a:lnTo>
                  <a:lnTo>
                    <a:pt x="2993659" y="1783654"/>
                  </a:lnTo>
                  <a:lnTo>
                    <a:pt x="3050366" y="1769243"/>
                  </a:lnTo>
                  <a:lnTo>
                    <a:pt x="3107132" y="1754129"/>
                  </a:lnTo>
                  <a:lnTo>
                    <a:pt x="3164011" y="1738472"/>
                  </a:lnTo>
                  <a:lnTo>
                    <a:pt x="3220991" y="1722458"/>
                  </a:lnTo>
                  <a:lnTo>
                    <a:pt x="3278021" y="1706294"/>
                  </a:lnTo>
                  <a:lnTo>
                    <a:pt x="3335029" y="1690193"/>
                  </a:lnTo>
                  <a:lnTo>
                    <a:pt x="3391953" y="1674366"/>
                  </a:lnTo>
                  <a:lnTo>
                    <a:pt x="3448764" y="1659008"/>
                  </a:lnTo>
                  <a:lnTo>
                    <a:pt x="3505484" y="1644292"/>
                  </a:lnTo>
                  <a:lnTo>
                    <a:pt x="3562212" y="1630356"/>
                  </a:lnTo>
                  <a:lnTo>
                    <a:pt x="3619145" y="1617304"/>
                  </a:lnTo>
                  <a:lnTo>
                    <a:pt x="3676591" y="1605202"/>
                  </a:lnTo>
                  <a:lnTo>
                    <a:pt x="3734999" y="1594079"/>
                  </a:lnTo>
                  <a:lnTo>
                    <a:pt x="3794980" y="1583933"/>
                  </a:lnTo>
                  <a:lnTo>
                    <a:pt x="3820202" y="1580051"/>
                  </a:lnTo>
                  <a:lnTo>
                    <a:pt x="3872118" y="1572758"/>
                  </a:lnTo>
                  <a:lnTo>
                    <a:pt x="3926488" y="1566098"/>
                  </a:lnTo>
                  <a:lnTo>
                    <a:pt x="3983999" y="1560049"/>
                  </a:lnTo>
                  <a:lnTo>
                    <a:pt x="4045403" y="1554568"/>
                  </a:lnTo>
                  <a:lnTo>
                    <a:pt x="4111479" y="1549601"/>
                  </a:lnTo>
                  <a:lnTo>
                    <a:pt x="4182993" y="1545097"/>
                  </a:lnTo>
                  <a:lnTo>
                    <a:pt x="4260639" y="1541003"/>
                  </a:lnTo>
                  <a:lnTo>
                    <a:pt x="4344979" y="1537277"/>
                  </a:lnTo>
                  <a:lnTo>
                    <a:pt x="4436344" y="1533880"/>
                  </a:lnTo>
                  <a:lnTo>
                    <a:pt x="4534715" y="1530786"/>
                  </a:lnTo>
                  <a:lnTo>
                    <a:pt x="4639591" y="1527975"/>
                  </a:lnTo>
                  <a:lnTo>
                    <a:pt x="4749833" y="1525436"/>
                  </a:lnTo>
                  <a:lnTo>
                    <a:pt x="4863544" y="1523166"/>
                  </a:lnTo>
                  <a:lnTo>
                    <a:pt x="4978011" y="1521169"/>
                  </a:lnTo>
                  <a:lnTo>
                    <a:pt x="5089777" y="1519449"/>
                  </a:lnTo>
                  <a:lnTo>
                    <a:pt x="5194878" y="1518013"/>
                  </a:lnTo>
                  <a:lnTo>
                    <a:pt x="5289274" y="1516858"/>
                  </a:lnTo>
                  <a:lnTo>
                    <a:pt x="5369412" y="1515975"/>
                  </a:lnTo>
                  <a:lnTo>
                    <a:pt x="5432818" y="1515343"/>
                  </a:lnTo>
                  <a:lnTo>
                    <a:pt x="5478564" y="1514929"/>
                  </a:lnTo>
                  <a:lnTo>
                    <a:pt x="5507511" y="1514690"/>
                  </a:lnTo>
                  <a:lnTo>
                    <a:pt x="5522287" y="1514578"/>
                  </a:lnTo>
                  <a:lnTo>
                    <a:pt x="5527089" y="1514545"/>
                  </a:lnTo>
                  <a:lnTo>
                    <a:pt x="5527445" y="1514543"/>
                  </a:lnTo>
                  <a:lnTo>
                    <a:pt x="6522385" y="1514543"/>
                  </a:lnTo>
                  <a:lnTo>
                    <a:pt x="6523504" y="1514515"/>
                  </a:lnTo>
                  <a:lnTo>
                    <a:pt x="6530891" y="1514315"/>
                  </a:lnTo>
                  <a:lnTo>
                    <a:pt x="6549617" y="1513762"/>
                  </a:lnTo>
                  <a:lnTo>
                    <a:pt x="6583361" y="1512673"/>
                  </a:lnTo>
                  <a:lnTo>
                    <a:pt x="6634192" y="1510873"/>
                  </a:lnTo>
                  <a:lnTo>
                    <a:pt x="6702418" y="1508213"/>
                  </a:lnTo>
                  <a:lnTo>
                    <a:pt x="6786633" y="1504581"/>
                  </a:lnTo>
                  <a:lnTo>
                    <a:pt x="6884032" y="1499909"/>
                  </a:lnTo>
                  <a:lnTo>
                    <a:pt x="6990912" y="1494173"/>
                  </a:lnTo>
                  <a:lnTo>
                    <a:pt x="7103263" y="1487376"/>
                  </a:lnTo>
                  <a:lnTo>
                    <a:pt x="7217280" y="1479539"/>
                  </a:lnTo>
                  <a:lnTo>
                    <a:pt x="7329742" y="1470683"/>
                  </a:lnTo>
                  <a:lnTo>
                    <a:pt x="7438190" y="1460813"/>
                  </a:lnTo>
                  <a:lnTo>
                    <a:pt x="7540962" y="1449910"/>
                  </a:lnTo>
                  <a:lnTo>
                    <a:pt x="7637110" y="1437928"/>
                  </a:lnTo>
                  <a:lnTo>
                    <a:pt x="7726275" y="1424786"/>
                  </a:lnTo>
                  <a:lnTo>
                    <a:pt x="7808538" y="1410370"/>
                  </a:lnTo>
                  <a:lnTo>
                    <a:pt x="7884289" y="1394536"/>
                  </a:lnTo>
                  <a:lnTo>
                    <a:pt x="7954121" y="1377110"/>
                  </a:lnTo>
                  <a:lnTo>
                    <a:pt x="8018740" y="1357902"/>
                  </a:lnTo>
                  <a:lnTo>
                    <a:pt x="8078907" y="1336709"/>
                  </a:lnTo>
                  <a:lnTo>
                    <a:pt x="8135388" y="1313341"/>
                  </a:lnTo>
                  <a:lnTo>
                    <a:pt x="8188915" y="1287647"/>
                  </a:lnTo>
                  <a:lnTo>
                    <a:pt x="8229629" y="1265613"/>
                  </a:lnTo>
                  <a:lnTo>
                    <a:pt x="8283040" y="1233353"/>
                  </a:lnTo>
                  <a:lnTo>
                    <a:pt x="8334932" y="1198283"/>
                  </a:lnTo>
                  <a:lnTo>
                    <a:pt x="8385797" y="1160352"/>
                  </a:lnTo>
                  <a:lnTo>
                    <a:pt x="8436012" y="1119574"/>
                  </a:lnTo>
                  <a:lnTo>
                    <a:pt x="8485861" y="1076039"/>
                  </a:lnTo>
                  <a:lnTo>
                    <a:pt x="8535550" y="1029917"/>
                  </a:lnTo>
                  <a:lnTo>
                    <a:pt x="8585215" y="981466"/>
                  </a:lnTo>
                  <a:lnTo>
                    <a:pt x="8634937" y="931020"/>
                  </a:lnTo>
                  <a:lnTo>
                    <a:pt x="8684745" y="878993"/>
                  </a:lnTo>
                  <a:lnTo>
                    <a:pt x="8734635" y="825858"/>
                  </a:lnTo>
                  <a:lnTo>
                    <a:pt x="8784574" y="772133"/>
                  </a:lnTo>
                  <a:lnTo>
                    <a:pt x="8834517" y="718365"/>
                  </a:lnTo>
                  <a:lnTo>
                    <a:pt x="8884417" y="665097"/>
                  </a:lnTo>
                  <a:lnTo>
                    <a:pt x="8934240" y="612855"/>
                  </a:lnTo>
                  <a:lnTo>
                    <a:pt x="8983974" y="562123"/>
                  </a:lnTo>
                  <a:lnTo>
                    <a:pt x="9033645" y="513322"/>
                  </a:lnTo>
                  <a:lnTo>
                    <a:pt x="9083322" y="466802"/>
                  </a:lnTo>
                  <a:lnTo>
                    <a:pt x="9133133" y="422832"/>
                  </a:lnTo>
                  <a:lnTo>
                    <a:pt x="9183272" y="381596"/>
                  </a:lnTo>
                  <a:lnTo>
                    <a:pt x="9234008" y="343199"/>
                  </a:lnTo>
                  <a:lnTo>
                    <a:pt x="9285703" y="307666"/>
                  </a:lnTo>
                  <a:lnTo>
                    <a:pt x="9338827" y="274955"/>
                  </a:lnTo>
                  <a:lnTo>
                    <a:pt x="9347647" y="269892"/>
                  </a:lnTo>
                  <a:lnTo>
                    <a:pt x="9399305" y="242308"/>
                  </a:lnTo>
                  <a:lnTo>
                    <a:pt x="9453390" y="217107"/>
                  </a:lnTo>
                  <a:lnTo>
                    <a:pt x="9510577" y="194207"/>
                  </a:lnTo>
                  <a:lnTo>
                    <a:pt x="9571608" y="173444"/>
                  </a:lnTo>
                  <a:lnTo>
                    <a:pt x="9637251" y="154623"/>
                  </a:lnTo>
                  <a:lnTo>
                    <a:pt x="9708261" y="137545"/>
                  </a:lnTo>
                  <a:lnTo>
                    <a:pt x="9785325" y="122019"/>
                  </a:lnTo>
                  <a:lnTo>
                    <a:pt x="9869002" y="107879"/>
                  </a:lnTo>
                  <a:lnTo>
                    <a:pt x="9959628" y="94987"/>
                  </a:lnTo>
                  <a:lnTo>
                    <a:pt x="10057204" y="83236"/>
                  </a:lnTo>
                  <a:lnTo>
                    <a:pt x="10161258" y="72552"/>
                  </a:lnTo>
                  <a:lnTo>
                    <a:pt x="10270706" y="62893"/>
                  </a:lnTo>
                  <a:lnTo>
                    <a:pt x="10383721" y="54248"/>
                  </a:lnTo>
                  <a:lnTo>
                    <a:pt x="10497680" y="46626"/>
                  </a:lnTo>
                  <a:lnTo>
                    <a:pt x="10609218" y="40049"/>
                  </a:lnTo>
                  <a:lnTo>
                    <a:pt x="10714452" y="34535"/>
                  </a:lnTo>
                  <a:lnTo>
                    <a:pt x="10809388" y="30083"/>
                  </a:lnTo>
                  <a:lnTo>
                    <a:pt x="10890463" y="26660"/>
                  </a:lnTo>
                  <a:lnTo>
                    <a:pt x="10955126" y="24190"/>
                  </a:lnTo>
                  <a:lnTo>
                    <a:pt x="11002313" y="22552"/>
                  </a:lnTo>
                  <a:lnTo>
                    <a:pt x="11032700" y="21589"/>
                  </a:lnTo>
                  <a:lnTo>
                    <a:pt x="11048711" y="21125"/>
                  </a:lnTo>
                  <a:lnTo>
                    <a:pt x="11054330" y="20976"/>
                  </a:lnTo>
                  <a:lnTo>
                    <a:pt x="11054891" y="20962"/>
                  </a:lnTo>
                  <a:lnTo>
                    <a:pt x="12049831" y="20962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2" y="28"/>
                  </a:lnTo>
                  <a:lnTo>
                    <a:pt x="11046386" y="228"/>
                  </a:lnTo>
                  <a:lnTo>
                    <a:pt x="11027660" y="780"/>
                  </a:lnTo>
                  <a:lnTo>
                    <a:pt x="10993915" y="1869"/>
                  </a:lnTo>
                  <a:lnTo>
                    <a:pt x="10943084" y="3669"/>
                  </a:lnTo>
                  <a:lnTo>
                    <a:pt x="10874859" y="6329"/>
                  </a:lnTo>
                  <a:lnTo>
                    <a:pt x="10790643" y="9962"/>
                  </a:lnTo>
                  <a:lnTo>
                    <a:pt x="10693245" y="14633"/>
                  </a:lnTo>
                  <a:lnTo>
                    <a:pt x="10586364" y="20369"/>
                  </a:lnTo>
                  <a:lnTo>
                    <a:pt x="10474014" y="27166"/>
                  </a:lnTo>
                  <a:lnTo>
                    <a:pt x="10359997" y="35003"/>
                  </a:lnTo>
                  <a:lnTo>
                    <a:pt x="10247535" y="43859"/>
                  </a:lnTo>
                  <a:lnTo>
                    <a:pt x="10139086" y="53730"/>
                  </a:lnTo>
                  <a:lnTo>
                    <a:pt x="10036315" y="64632"/>
                  </a:lnTo>
                  <a:lnTo>
                    <a:pt x="9940166" y="76614"/>
                  </a:lnTo>
                  <a:lnTo>
                    <a:pt x="9851001" y="89756"/>
                  </a:lnTo>
                  <a:lnTo>
                    <a:pt x="9768739" y="104172"/>
                  </a:lnTo>
                  <a:lnTo>
                    <a:pt x="9692987" y="120007"/>
                  </a:lnTo>
                  <a:lnTo>
                    <a:pt x="9623156" y="137432"/>
                  </a:lnTo>
                  <a:lnTo>
                    <a:pt x="9558537" y="156640"/>
                  </a:lnTo>
                  <a:lnTo>
                    <a:pt x="9498370" y="177833"/>
                  </a:lnTo>
                  <a:lnTo>
                    <a:pt x="9441888" y="201202"/>
                  </a:lnTo>
                  <a:lnTo>
                    <a:pt x="9388362" y="226895"/>
                  </a:lnTo>
                  <a:lnTo>
                    <a:pt x="9347647" y="248930"/>
                  </a:lnTo>
                  <a:lnTo>
                    <a:pt x="9294237" y="281190"/>
                  </a:lnTo>
                  <a:lnTo>
                    <a:pt x="9242344" y="316259"/>
                  </a:lnTo>
                  <a:lnTo>
                    <a:pt x="9191479" y="354190"/>
                  </a:lnTo>
                  <a:lnTo>
                    <a:pt x="9141264" y="394968"/>
                  </a:lnTo>
                  <a:lnTo>
                    <a:pt x="9091415" y="438504"/>
                  </a:lnTo>
                  <a:lnTo>
                    <a:pt x="9041726" y="484625"/>
                  </a:lnTo>
                  <a:lnTo>
                    <a:pt x="8992061" y="533076"/>
                  </a:lnTo>
                  <a:lnTo>
                    <a:pt x="8942340" y="583522"/>
                  </a:lnTo>
                  <a:lnTo>
                    <a:pt x="8892532" y="635549"/>
                  </a:lnTo>
                  <a:lnTo>
                    <a:pt x="8842642" y="688685"/>
                  </a:lnTo>
                  <a:lnTo>
                    <a:pt x="8792703" y="742409"/>
                  </a:lnTo>
                  <a:lnTo>
                    <a:pt x="8742760" y="796178"/>
                  </a:lnTo>
                  <a:lnTo>
                    <a:pt x="8692859" y="849445"/>
                  </a:lnTo>
                  <a:lnTo>
                    <a:pt x="8643036" y="901687"/>
                  </a:lnTo>
                  <a:lnTo>
                    <a:pt x="8593302" y="952419"/>
                  </a:lnTo>
                  <a:lnTo>
                    <a:pt x="8543632" y="1001221"/>
                  </a:lnTo>
                  <a:lnTo>
                    <a:pt x="8493954" y="1047741"/>
                  </a:lnTo>
                  <a:lnTo>
                    <a:pt x="8444143" y="1091711"/>
                  </a:lnTo>
                  <a:lnTo>
                    <a:pt x="8394005" y="1132946"/>
                  </a:lnTo>
                  <a:lnTo>
                    <a:pt x="8343269" y="1171343"/>
                  </a:lnTo>
                  <a:lnTo>
                    <a:pt x="8291574" y="1206876"/>
                  </a:lnTo>
                  <a:lnTo>
                    <a:pt x="8238449" y="1239587"/>
                  </a:lnTo>
                  <a:lnTo>
                    <a:pt x="8229629" y="1244650"/>
                  </a:lnTo>
                  <a:lnTo>
                    <a:pt x="8177972" y="1272234"/>
                  </a:lnTo>
                  <a:lnTo>
                    <a:pt x="8123887" y="1297435"/>
                  </a:lnTo>
                  <a:lnTo>
                    <a:pt x="8066700" y="1320336"/>
                  </a:lnTo>
                  <a:lnTo>
                    <a:pt x="8005668" y="1341099"/>
                  </a:lnTo>
                  <a:lnTo>
                    <a:pt x="7940025" y="1359919"/>
                  </a:lnTo>
                  <a:lnTo>
                    <a:pt x="7869016" y="1376997"/>
                  </a:lnTo>
                  <a:lnTo>
                    <a:pt x="7791951" y="1392523"/>
                  </a:lnTo>
                  <a:lnTo>
                    <a:pt x="7708274" y="1406663"/>
                  </a:lnTo>
                  <a:lnTo>
                    <a:pt x="7617648" y="1419555"/>
                  </a:lnTo>
                  <a:lnTo>
                    <a:pt x="7520073" y="1431306"/>
                  </a:lnTo>
                  <a:lnTo>
                    <a:pt x="7416018" y="1441991"/>
                  </a:lnTo>
                  <a:lnTo>
                    <a:pt x="7306571" y="1451649"/>
                  </a:lnTo>
                  <a:lnTo>
                    <a:pt x="7193555" y="1460294"/>
                  </a:lnTo>
                  <a:lnTo>
                    <a:pt x="7079596" y="1467916"/>
                  </a:lnTo>
                  <a:lnTo>
                    <a:pt x="6968058" y="1474493"/>
                  </a:lnTo>
                  <a:lnTo>
                    <a:pt x="6862824" y="1480008"/>
                  </a:lnTo>
                  <a:lnTo>
                    <a:pt x="6767888" y="1484459"/>
                  </a:lnTo>
                  <a:lnTo>
                    <a:pt x="6686813" y="1487882"/>
                  </a:lnTo>
                  <a:lnTo>
                    <a:pt x="6622150" y="1490352"/>
                  </a:lnTo>
                  <a:lnTo>
                    <a:pt x="6574964" y="1491991"/>
                  </a:lnTo>
                  <a:lnTo>
                    <a:pt x="6544576" y="1492953"/>
                  </a:lnTo>
                  <a:lnTo>
                    <a:pt x="6528566" y="1493417"/>
                  </a:lnTo>
                  <a:lnTo>
                    <a:pt x="6522947" y="1493566"/>
                  </a:lnTo>
                  <a:lnTo>
                    <a:pt x="6522385" y="1493580"/>
                  </a:lnTo>
                  <a:lnTo>
                    <a:pt x="5527445" y="1493580"/>
                  </a:lnTo>
                  <a:lnTo>
                    <a:pt x="5526310" y="1493588"/>
                  </a:lnTo>
                  <a:lnTo>
                    <a:pt x="5518818" y="1493641"/>
                  </a:lnTo>
                  <a:lnTo>
                    <a:pt x="5499833" y="1493789"/>
                  </a:lnTo>
                  <a:lnTo>
                    <a:pt x="5465641" y="1494080"/>
                  </a:lnTo>
                  <a:lnTo>
                    <a:pt x="5414171" y="1494560"/>
                  </a:lnTo>
                  <a:lnTo>
                    <a:pt x="5345153" y="1495270"/>
                  </a:lnTo>
                  <a:lnTo>
                    <a:pt x="5260054" y="1496239"/>
                  </a:lnTo>
                  <a:lnTo>
                    <a:pt x="5161759" y="1497485"/>
                  </a:lnTo>
                  <a:lnTo>
                    <a:pt x="5054046" y="1499014"/>
                  </a:lnTo>
                  <a:lnTo>
                    <a:pt x="4940987" y="1500824"/>
                  </a:lnTo>
                  <a:lnTo>
                    <a:pt x="4826420" y="1502911"/>
                  </a:lnTo>
                  <a:lnTo>
                    <a:pt x="4713577" y="1505268"/>
                  </a:lnTo>
                  <a:lnTo>
                    <a:pt x="4604907" y="1507894"/>
                  </a:lnTo>
                  <a:lnTo>
                    <a:pt x="4502050" y="1510796"/>
                  </a:lnTo>
                  <a:lnTo>
                    <a:pt x="4405923" y="1513986"/>
                  </a:lnTo>
                  <a:lnTo>
                    <a:pt x="4316855" y="1517485"/>
                  </a:lnTo>
                  <a:lnTo>
                    <a:pt x="4234737" y="1521327"/>
                  </a:lnTo>
                  <a:lnTo>
                    <a:pt x="4159150" y="1525548"/>
                  </a:lnTo>
                  <a:lnTo>
                    <a:pt x="4089481" y="1530197"/>
                  </a:lnTo>
                  <a:lnTo>
                    <a:pt x="4025006" y="1535325"/>
                  </a:lnTo>
                  <a:lnTo>
                    <a:pt x="3964950" y="1540985"/>
                  </a:lnTo>
                  <a:lnTo>
                    <a:pt x="3908539" y="1547228"/>
                  </a:lnTo>
                  <a:lnTo>
                    <a:pt x="3855035" y="1554092"/>
                  </a:lnTo>
                  <a:lnTo>
                    <a:pt x="3820202" y="1559088"/>
                  </a:lnTo>
                  <a:lnTo>
                    <a:pt x="3759352" y="1568841"/>
                  </a:lnTo>
                  <a:lnTo>
                    <a:pt x="3700384" y="1579561"/>
                  </a:lnTo>
                  <a:lnTo>
                    <a:pt x="3642607" y="1591264"/>
                  </a:lnTo>
                  <a:lnTo>
                    <a:pt x="3585509" y="1603932"/>
                  </a:lnTo>
                  <a:lnTo>
                    <a:pt x="3528726" y="1617516"/>
                  </a:lnTo>
                  <a:lnTo>
                    <a:pt x="3472019" y="1631928"/>
                  </a:lnTo>
                  <a:lnTo>
                    <a:pt x="3415253" y="1647041"/>
                  </a:lnTo>
                  <a:lnTo>
                    <a:pt x="3358374" y="1662699"/>
                  </a:lnTo>
                  <a:lnTo>
                    <a:pt x="3301393" y="1678712"/>
                  </a:lnTo>
                  <a:lnTo>
                    <a:pt x="3244364" y="1694877"/>
                  </a:lnTo>
                  <a:lnTo>
                    <a:pt x="3187356" y="1710978"/>
                  </a:lnTo>
                  <a:lnTo>
                    <a:pt x="3130432" y="1726805"/>
                  </a:lnTo>
                  <a:lnTo>
                    <a:pt x="3073621" y="1742162"/>
                  </a:lnTo>
                  <a:lnTo>
                    <a:pt x="3016901" y="1756878"/>
                  </a:lnTo>
                  <a:lnTo>
                    <a:pt x="2960173" y="1770814"/>
                  </a:lnTo>
                  <a:lnTo>
                    <a:pt x="2903240" y="1783867"/>
                  </a:lnTo>
                  <a:lnTo>
                    <a:pt x="2845794" y="1795969"/>
                  </a:lnTo>
                  <a:lnTo>
                    <a:pt x="2787386" y="1807092"/>
                  </a:lnTo>
                  <a:lnTo>
                    <a:pt x="2727405" y="1817237"/>
                  </a:lnTo>
                  <a:lnTo>
                    <a:pt x="2702183" y="1821120"/>
                  </a:lnTo>
                  <a:lnTo>
                    <a:pt x="2650267" y="1828413"/>
                  </a:lnTo>
                  <a:lnTo>
                    <a:pt x="2595896" y="1835073"/>
                  </a:lnTo>
                  <a:lnTo>
                    <a:pt x="2538386" y="1841121"/>
                  </a:lnTo>
                  <a:lnTo>
                    <a:pt x="2476982" y="1846603"/>
                  </a:lnTo>
                  <a:lnTo>
                    <a:pt x="2410906" y="1851569"/>
                  </a:lnTo>
                  <a:lnTo>
                    <a:pt x="2339392" y="1856074"/>
                  </a:lnTo>
                  <a:lnTo>
                    <a:pt x="2261746" y="1860167"/>
                  </a:lnTo>
                  <a:lnTo>
                    <a:pt x="2177406" y="1863894"/>
                  </a:lnTo>
                  <a:lnTo>
                    <a:pt x="2086041" y="1867290"/>
                  </a:lnTo>
                  <a:lnTo>
                    <a:pt x="1987670" y="1870384"/>
                  </a:lnTo>
                  <a:lnTo>
                    <a:pt x="1882794" y="1873195"/>
                  </a:lnTo>
                  <a:lnTo>
                    <a:pt x="1772552" y="1875735"/>
                  </a:lnTo>
                  <a:lnTo>
                    <a:pt x="1658841" y="1878004"/>
                  </a:lnTo>
                  <a:lnTo>
                    <a:pt x="1544374" y="1880002"/>
                  </a:lnTo>
                  <a:lnTo>
                    <a:pt x="1432608" y="1881721"/>
                  </a:lnTo>
                  <a:lnTo>
                    <a:pt x="1327507" y="1883158"/>
                  </a:lnTo>
                  <a:lnTo>
                    <a:pt x="1233111" y="1884313"/>
                  </a:lnTo>
                  <a:lnTo>
                    <a:pt x="1152973" y="1885195"/>
                  </a:lnTo>
                  <a:lnTo>
                    <a:pt x="1089567" y="1885827"/>
                  </a:lnTo>
                  <a:lnTo>
                    <a:pt x="1043821" y="1886241"/>
                  </a:lnTo>
                  <a:lnTo>
                    <a:pt x="1014874" y="1886481"/>
                  </a:lnTo>
                  <a:lnTo>
                    <a:pt x="1000098" y="1886592"/>
                  </a:lnTo>
                  <a:lnTo>
                    <a:pt x="995296" y="1886625"/>
                  </a:lnTo>
                  <a:lnTo>
                    <a:pt x="994940" y="1886628"/>
                  </a:lnTo>
                  <a:lnTo>
                    <a:pt x="0" y="1886628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18" name="pl1017"/>
            <p:cNvSpPr/>
            <p:nvPr/>
          </p:nvSpPr>
          <p:spPr>
            <a:xfrm>
              <a:off x="1199187" y="2410527"/>
              <a:ext cx="12049831" cy="1886628"/>
            </a:xfrm>
            <a:custGeom>
              <a:avLst/>
              <a:pathLst>
                <a:path w="12049831" h="1886628">
                  <a:moveTo>
                    <a:pt x="0" y="1886628"/>
                  </a:moveTo>
                  <a:lnTo>
                    <a:pt x="994940" y="1886628"/>
                  </a:lnTo>
                  <a:lnTo>
                    <a:pt x="996075" y="1886620"/>
                  </a:lnTo>
                  <a:lnTo>
                    <a:pt x="1003567" y="1886567"/>
                  </a:lnTo>
                  <a:lnTo>
                    <a:pt x="1022552" y="1886419"/>
                  </a:lnTo>
                  <a:lnTo>
                    <a:pt x="1056744" y="1886128"/>
                  </a:lnTo>
                  <a:lnTo>
                    <a:pt x="1108214" y="1885648"/>
                  </a:lnTo>
                  <a:lnTo>
                    <a:pt x="1177232" y="1884938"/>
                  </a:lnTo>
                  <a:lnTo>
                    <a:pt x="1262331" y="1883969"/>
                  </a:lnTo>
                  <a:lnTo>
                    <a:pt x="1360626" y="1882723"/>
                  </a:lnTo>
                  <a:lnTo>
                    <a:pt x="1468339" y="1881194"/>
                  </a:lnTo>
                  <a:lnTo>
                    <a:pt x="1581398" y="1879384"/>
                  </a:lnTo>
                  <a:lnTo>
                    <a:pt x="1695965" y="1877297"/>
                  </a:lnTo>
                  <a:lnTo>
                    <a:pt x="1808808" y="1874940"/>
                  </a:lnTo>
                  <a:lnTo>
                    <a:pt x="1917478" y="1872314"/>
                  </a:lnTo>
                  <a:lnTo>
                    <a:pt x="2020335" y="1869412"/>
                  </a:lnTo>
                  <a:lnTo>
                    <a:pt x="2116462" y="1866222"/>
                  </a:lnTo>
                  <a:lnTo>
                    <a:pt x="2205530" y="1862723"/>
                  </a:lnTo>
                  <a:lnTo>
                    <a:pt x="2287648" y="1858881"/>
                  </a:lnTo>
                  <a:lnTo>
                    <a:pt x="2363235" y="1854660"/>
                  </a:lnTo>
                  <a:lnTo>
                    <a:pt x="2432904" y="1850011"/>
                  </a:lnTo>
                  <a:lnTo>
                    <a:pt x="2497379" y="1844883"/>
                  </a:lnTo>
                  <a:lnTo>
                    <a:pt x="2557435" y="1839223"/>
                  </a:lnTo>
                  <a:lnTo>
                    <a:pt x="2613846" y="1832980"/>
                  </a:lnTo>
                  <a:lnTo>
                    <a:pt x="2667350" y="1826116"/>
                  </a:lnTo>
                  <a:lnTo>
                    <a:pt x="2702183" y="1821120"/>
                  </a:lnTo>
                  <a:lnTo>
                    <a:pt x="2763033" y="1811367"/>
                  </a:lnTo>
                  <a:lnTo>
                    <a:pt x="2822001" y="1800647"/>
                  </a:lnTo>
                  <a:lnTo>
                    <a:pt x="2879778" y="1788944"/>
                  </a:lnTo>
                  <a:lnTo>
                    <a:pt x="2936876" y="1776276"/>
                  </a:lnTo>
                  <a:lnTo>
                    <a:pt x="2993659" y="1762692"/>
                  </a:lnTo>
                  <a:lnTo>
                    <a:pt x="3050366" y="1748280"/>
                  </a:lnTo>
                  <a:lnTo>
                    <a:pt x="3107132" y="1733167"/>
                  </a:lnTo>
                  <a:lnTo>
                    <a:pt x="3164011" y="1717509"/>
                  </a:lnTo>
                  <a:lnTo>
                    <a:pt x="3220991" y="1701496"/>
                  </a:lnTo>
                  <a:lnTo>
                    <a:pt x="3278021" y="1685331"/>
                  </a:lnTo>
                  <a:lnTo>
                    <a:pt x="3335029" y="1669230"/>
                  </a:lnTo>
                  <a:lnTo>
                    <a:pt x="3391953" y="1653403"/>
                  </a:lnTo>
                  <a:lnTo>
                    <a:pt x="3448764" y="1638046"/>
                  </a:lnTo>
                  <a:lnTo>
                    <a:pt x="3505484" y="1623330"/>
                  </a:lnTo>
                  <a:lnTo>
                    <a:pt x="3562212" y="1609394"/>
                  </a:lnTo>
                  <a:lnTo>
                    <a:pt x="3619145" y="1596341"/>
                  </a:lnTo>
                  <a:lnTo>
                    <a:pt x="3676591" y="1584239"/>
                  </a:lnTo>
                  <a:lnTo>
                    <a:pt x="3734999" y="1573116"/>
                  </a:lnTo>
                  <a:lnTo>
                    <a:pt x="3794980" y="1562971"/>
                  </a:lnTo>
                  <a:lnTo>
                    <a:pt x="3820202" y="1559088"/>
                  </a:lnTo>
                  <a:lnTo>
                    <a:pt x="3872118" y="1551795"/>
                  </a:lnTo>
                  <a:lnTo>
                    <a:pt x="3926488" y="1545135"/>
                  </a:lnTo>
                  <a:lnTo>
                    <a:pt x="3983999" y="1539087"/>
                  </a:lnTo>
                  <a:lnTo>
                    <a:pt x="4045403" y="1533605"/>
                  </a:lnTo>
                  <a:lnTo>
                    <a:pt x="4111479" y="1528639"/>
                  </a:lnTo>
                  <a:lnTo>
                    <a:pt x="4182993" y="1524134"/>
                  </a:lnTo>
                  <a:lnTo>
                    <a:pt x="4260639" y="1520041"/>
                  </a:lnTo>
                  <a:lnTo>
                    <a:pt x="4344979" y="1516314"/>
                  </a:lnTo>
                  <a:lnTo>
                    <a:pt x="4436344" y="1512918"/>
                  </a:lnTo>
                  <a:lnTo>
                    <a:pt x="4534715" y="1509824"/>
                  </a:lnTo>
                  <a:lnTo>
                    <a:pt x="4639591" y="1507012"/>
                  </a:lnTo>
                  <a:lnTo>
                    <a:pt x="4749833" y="1504473"/>
                  </a:lnTo>
                  <a:lnTo>
                    <a:pt x="4863544" y="1502204"/>
                  </a:lnTo>
                  <a:lnTo>
                    <a:pt x="4978011" y="1500206"/>
                  </a:lnTo>
                  <a:lnTo>
                    <a:pt x="5089777" y="1498487"/>
                  </a:lnTo>
                  <a:lnTo>
                    <a:pt x="5194878" y="1497050"/>
                  </a:lnTo>
                  <a:lnTo>
                    <a:pt x="5289274" y="1495895"/>
                  </a:lnTo>
                  <a:lnTo>
                    <a:pt x="5369412" y="1495013"/>
                  </a:lnTo>
                  <a:lnTo>
                    <a:pt x="5432818" y="1494381"/>
                  </a:lnTo>
                  <a:lnTo>
                    <a:pt x="5478564" y="1493967"/>
                  </a:lnTo>
                  <a:lnTo>
                    <a:pt x="5507511" y="1493727"/>
                  </a:lnTo>
                  <a:lnTo>
                    <a:pt x="5522287" y="1493616"/>
                  </a:lnTo>
                  <a:lnTo>
                    <a:pt x="5527089" y="1493583"/>
                  </a:lnTo>
                  <a:lnTo>
                    <a:pt x="5527445" y="1493580"/>
                  </a:lnTo>
                  <a:lnTo>
                    <a:pt x="6522385" y="1493580"/>
                  </a:lnTo>
                  <a:lnTo>
                    <a:pt x="6523504" y="1493552"/>
                  </a:lnTo>
                  <a:lnTo>
                    <a:pt x="6530891" y="1493352"/>
                  </a:lnTo>
                  <a:lnTo>
                    <a:pt x="6549617" y="1492800"/>
                  </a:lnTo>
                  <a:lnTo>
                    <a:pt x="6583361" y="1491711"/>
                  </a:lnTo>
                  <a:lnTo>
                    <a:pt x="6634192" y="1489911"/>
                  </a:lnTo>
                  <a:lnTo>
                    <a:pt x="6702418" y="1487250"/>
                  </a:lnTo>
                  <a:lnTo>
                    <a:pt x="6786633" y="1483618"/>
                  </a:lnTo>
                  <a:lnTo>
                    <a:pt x="6884032" y="1478947"/>
                  </a:lnTo>
                  <a:lnTo>
                    <a:pt x="6990912" y="1473210"/>
                  </a:lnTo>
                  <a:lnTo>
                    <a:pt x="7103263" y="1466413"/>
                  </a:lnTo>
                  <a:lnTo>
                    <a:pt x="7217280" y="1458577"/>
                  </a:lnTo>
                  <a:lnTo>
                    <a:pt x="7329742" y="1449720"/>
                  </a:lnTo>
                  <a:lnTo>
                    <a:pt x="7438190" y="1439850"/>
                  </a:lnTo>
                  <a:lnTo>
                    <a:pt x="7540962" y="1428948"/>
                  </a:lnTo>
                  <a:lnTo>
                    <a:pt x="7637110" y="1416966"/>
                  </a:lnTo>
                  <a:lnTo>
                    <a:pt x="7726275" y="1403824"/>
                  </a:lnTo>
                  <a:lnTo>
                    <a:pt x="7808538" y="1389408"/>
                  </a:lnTo>
                  <a:lnTo>
                    <a:pt x="7884289" y="1373573"/>
                  </a:lnTo>
                  <a:lnTo>
                    <a:pt x="7954121" y="1356148"/>
                  </a:lnTo>
                  <a:lnTo>
                    <a:pt x="8018740" y="1336939"/>
                  </a:lnTo>
                  <a:lnTo>
                    <a:pt x="8078907" y="1315746"/>
                  </a:lnTo>
                  <a:lnTo>
                    <a:pt x="8135388" y="1292378"/>
                  </a:lnTo>
                  <a:lnTo>
                    <a:pt x="8188915" y="1266684"/>
                  </a:lnTo>
                  <a:lnTo>
                    <a:pt x="8229629" y="1244650"/>
                  </a:lnTo>
                  <a:lnTo>
                    <a:pt x="8283040" y="1212390"/>
                  </a:lnTo>
                  <a:lnTo>
                    <a:pt x="8334932" y="1177321"/>
                  </a:lnTo>
                  <a:lnTo>
                    <a:pt x="8385797" y="1139390"/>
                  </a:lnTo>
                  <a:lnTo>
                    <a:pt x="8436012" y="1098611"/>
                  </a:lnTo>
                  <a:lnTo>
                    <a:pt x="8485861" y="1055076"/>
                  </a:lnTo>
                  <a:lnTo>
                    <a:pt x="8535550" y="1008955"/>
                  </a:lnTo>
                  <a:lnTo>
                    <a:pt x="8585215" y="960503"/>
                  </a:lnTo>
                  <a:lnTo>
                    <a:pt x="8634937" y="910058"/>
                  </a:lnTo>
                  <a:lnTo>
                    <a:pt x="8684745" y="858031"/>
                  </a:lnTo>
                  <a:lnTo>
                    <a:pt x="8734635" y="804895"/>
                  </a:lnTo>
                  <a:lnTo>
                    <a:pt x="8784574" y="751171"/>
                  </a:lnTo>
                  <a:lnTo>
                    <a:pt x="8834517" y="697402"/>
                  </a:lnTo>
                  <a:lnTo>
                    <a:pt x="8884417" y="644134"/>
                  </a:lnTo>
                  <a:lnTo>
                    <a:pt x="8934240" y="591893"/>
                  </a:lnTo>
                  <a:lnTo>
                    <a:pt x="8983974" y="541160"/>
                  </a:lnTo>
                  <a:lnTo>
                    <a:pt x="9033645" y="492359"/>
                  </a:lnTo>
                  <a:lnTo>
                    <a:pt x="9083322" y="445839"/>
                  </a:lnTo>
                  <a:lnTo>
                    <a:pt x="9133133" y="401869"/>
                  </a:lnTo>
                  <a:lnTo>
                    <a:pt x="9183272" y="360634"/>
                  </a:lnTo>
                  <a:lnTo>
                    <a:pt x="9234008" y="322237"/>
                  </a:lnTo>
                  <a:lnTo>
                    <a:pt x="9285703" y="286703"/>
                  </a:lnTo>
                  <a:lnTo>
                    <a:pt x="9338827" y="253992"/>
                  </a:lnTo>
                  <a:lnTo>
                    <a:pt x="9347647" y="248930"/>
                  </a:lnTo>
                  <a:lnTo>
                    <a:pt x="9399305" y="221345"/>
                  </a:lnTo>
                  <a:lnTo>
                    <a:pt x="9453390" y="196145"/>
                  </a:lnTo>
                  <a:lnTo>
                    <a:pt x="9510577" y="173244"/>
                  </a:lnTo>
                  <a:lnTo>
                    <a:pt x="9571608" y="152481"/>
                  </a:lnTo>
                  <a:lnTo>
                    <a:pt x="9637251" y="133661"/>
                  </a:lnTo>
                  <a:lnTo>
                    <a:pt x="9708261" y="116582"/>
                  </a:lnTo>
                  <a:lnTo>
                    <a:pt x="9785325" y="101057"/>
                  </a:lnTo>
                  <a:lnTo>
                    <a:pt x="9869002" y="86917"/>
                  </a:lnTo>
                  <a:lnTo>
                    <a:pt x="9959628" y="74025"/>
                  </a:lnTo>
                  <a:lnTo>
                    <a:pt x="10057204" y="62273"/>
                  </a:lnTo>
                  <a:lnTo>
                    <a:pt x="10161258" y="51589"/>
                  </a:lnTo>
                  <a:lnTo>
                    <a:pt x="10270706" y="41931"/>
                  </a:lnTo>
                  <a:lnTo>
                    <a:pt x="10383721" y="33285"/>
                  </a:lnTo>
                  <a:lnTo>
                    <a:pt x="10497680" y="25664"/>
                  </a:lnTo>
                  <a:lnTo>
                    <a:pt x="10609218" y="19086"/>
                  </a:lnTo>
                  <a:lnTo>
                    <a:pt x="10714452" y="13572"/>
                  </a:lnTo>
                  <a:lnTo>
                    <a:pt x="10809388" y="9121"/>
                  </a:lnTo>
                  <a:lnTo>
                    <a:pt x="10890463" y="5698"/>
                  </a:lnTo>
                  <a:lnTo>
                    <a:pt x="10955126" y="3227"/>
                  </a:lnTo>
                  <a:lnTo>
                    <a:pt x="11002313" y="1589"/>
                  </a:lnTo>
                  <a:lnTo>
                    <a:pt x="11032700" y="627"/>
                  </a:lnTo>
                  <a:lnTo>
                    <a:pt x="11048711" y="163"/>
                  </a:lnTo>
                  <a:lnTo>
                    <a:pt x="11054330" y="1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9" name="pl1018"/>
            <p:cNvSpPr/>
            <p:nvPr/>
          </p:nvSpPr>
          <p:spPr>
            <a:xfrm>
              <a:off x="1199187" y="2389564"/>
              <a:ext cx="12049831" cy="1886628"/>
            </a:xfrm>
            <a:custGeom>
              <a:avLst/>
              <a:pathLst>
                <a:path w="12049831" h="1886628">
                  <a:moveTo>
                    <a:pt x="12049831" y="0"/>
                  </a:moveTo>
                  <a:lnTo>
                    <a:pt x="11054891" y="0"/>
                  </a:lnTo>
                  <a:lnTo>
                    <a:pt x="11053772" y="28"/>
                  </a:lnTo>
                  <a:lnTo>
                    <a:pt x="11046386" y="228"/>
                  </a:lnTo>
                  <a:lnTo>
                    <a:pt x="11027660" y="780"/>
                  </a:lnTo>
                  <a:lnTo>
                    <a:pt x="10993915" y="1869"/>
                  </a:lnTo>
                  <a:lnTo>
                    <a:pt x="10943084" y="3669"/>
                  </a:lnTo>
                  <a:lnTo>
                    <a:pt x="10874859" y="6329"/>
                  </a:lnTo>
                  <a:lnTo>
                    <a:pt x="10790643" y="9962"/>
                  </a:lnTo>
                  <a:lnTo>
                    <a:pt x="10693245" y="14633"/>
                  </a:lnTo>
                  <a:lnTo>
                    <a:pt x="10586364" y="20369"/>
                  </a:lnTo>
                  <a:lnTo>
                    <a:pt x="10474014" y="27166"/>
                  </a:lnTo>
                  <a:lnTo>
                    <a:pt x="10359997" y="35003"/>
                  </a:lnTo>
                  <a:lnTo>
                    <a:pt x="10247535" y="43859"/>
                  </a:lnTo>
                  <a:lnTo>
                    <a:pt x="10139086" y="53730"/>
                  </a:lnTo>
                  <a:lnTo>
                    <a:pt x="10036315" y="64632"/>
                  </a:lnTo>
                  <a:lnTo>
                    <a:pt x="9940166" y="76614"/>
                  </a:lnTo>
                  <a:lnTo>
                    <a:pt x="9851001" y="89756"/>
                  </a:lnTo>
                  <a:lnTo>
                    <a:pt x="9768739" y="104172"/>
                  </a:lnTo>
                  <a:lnTo>
                    <a:pt x="9692987" y="120007"/>
                  </a:lnTo>
                  <a:lnTo>
                    <a:pt x="9623156" y="137432"/>
                  </a:lnTo>
                  <a:lnTo>
                    <a:pt x="9558537" y="156640"/>
                  </a:lnTo>
                  <a:lnTo>
                    <a:pt x="9498370" y="177833"/>
                  </a:lnTo>
                  <a:lnTo>
                    <a:pt x="9441888" y="201202"/>
                  </a:lnTo>
                  <a:lnTo>
                    <a:pt x="9388362" y="226895"/>
                  </a:lnTo>
                  <a:lnTo>
                    <a:pt x="9347647" y="248930"/>
                  </a:lnTo>
                  <a:lnTo>
                    <a:pt x="9294237" y="281190"/>
                  </a:lnTo>
                  <a:lnTo>
                    <a:pt x="9242344" y="316259"/>
                  </a:lnTo>
                  <a:lnTo>
                    <a:pt x="9191479" y="354190"/>
                  </a:lnTo>
                  <a:lnTo>
                    <a:pt x="9141264" y="394968"/>
                  </a:lnTo>
                  <a:lnTo>
                    <a:pt x="9091415" y="438504"/>
                  </a:lnTo>
                  <a:lnTo>
                    <a:pt x="9041726" y="484625"/>
                  </a:lnTo>
                  <a:lnTo>
                    <a:pt x="8992061" y="533076"/>
                  </a:lnTo>
                  <a:lnTo>
                    <a:pt x="8942340" y="583522"/>
                  </a:lnTo>
                  <a:lnTo>
                    <a:pt x="8892532" y="635549"/>
                  </a:lnTo>
                  <a:lnTo>
                    <a:pt x="8842642" y="688685"/>
                  </a:lnTo>
                  <a:lnTo>
                    <a:pt x="8792703" y="742409"/>
                  </a:lnTo>
                  <a:lnTo>
                    <a:pt x="8742760" y="796178"/>
                  </a:lnTo>
                  <a:lnTo>
                    <a:pt x="8692859" y="849445"/>
                  </a:lnTo>
                  <a:lnTo>
                    <a:pt x="8643036" y="901687"/>
                  </a:lnTo>
                  <a:lnTo>
                    <a:pt x="8593302" y="952419"/>
                  </a:lnTo>
                  <a:lnTo>
                    <a:pt x="8543632" y="1001221"/>
                  </a:lnTo>
                  <a:lnTo>
                    <a:pt x="8493954" y="1047741"/>
                  </a:lnTo>
                  <a:lnTo>
                    <a:pt x="8444143" y="1091711"/>
                  </a:lnTo>
                  <a:lnTo>
                    <a:pt x="8394005" y="1132946"/>
                  </a:lnTo>
                  <a:lnTo>
                    <a:pt x="8343269" y="1171343"/>
                  </a:lnTo>
                  <a:lnTo>
                    <a:pt x="8291574" y="1206876"/>
                  </a:lnTo>
                  <a:lnTo>
                    <a:pt x="8238449" y="1239587"/>
                  </a:lnTo>
                  <a:lnTo>
                    <a:pt x="8229629" y="1244650"/>
                  </a:lnTo>
                  <a:lnTo>
                    <a:pt x="8177972" y="1272234"/>
                  </a:lnTo>
                  <a:lnTo>
                    <a:pt x="8123887" y="1297435"/>
                  </a:lnTo>
                  <a:lnTo>
                    <a:pt x="8066700" y="1320336"/>
                  </a:lnTo>
                  <a:lnTo>
                    <a:pt x="8005668" y="1341099"/>
                  </a:lnTo>
                  <a:lnTo>
                    <a:pt x="7940025" y="1359919"/>
                  </a:lnTo>
                  <a:lnTo>
                    <a:pt x="7869016" y="1376997"/>
                  </a:lnTo>
                  <a:lnTo>
                    <a:pt x="7791951" y="1392523"/>
                  </a:lnTo>
                  <a:lnTo>
                    <a:pt x="7708274" y="1406663"/>
                  </a:lnTo>
                  <a:lnTo>
                    <a:pt x="7617648" y="1419555"/>
                  </a:lnTo>
                  <a:lnTo>
                    <a:pt x="7520073" y="1431306"/>
                  </a:lnTo>
                  <a:lnTo>
                    <a:pt x="7416018" y="1441991"/>
                  </a:lnTo>
                  <a:lnTo>
                    <a:pt x="7306571" y="1451649"/>
                  </a:lnTo>
                  <a:lnTo>
                    <a:pt x="7193555" y="1460294"/>
                  </a:lnTo>
                  <a:lnTo>
                    <a:pt x="7079596" y="1467916"/>
                  </a:lnTo>
                  <a:lnTo>
                    <a:pt x="6968058" y="1474493"/>
                  </a:lnTo>
                  <a:lnTo>
                    <a:pt x="6862824" y="1480008"/>
                  </a:lnTo>
                  <a:lnTo>
                    <a:pt x="6767888" y="1484459"/>
                  </a:lnTo>
                  <a:lnTo>
                    <a:pt x="6686813" y="1487882"/>
                  </a:lnTo>
                  <a:lnTo>
                    <a:pt x="6622150" y="1490352"/>
                  </a:lnTo>
                  <a:lnTo>
                    <a:pt x="6574964" y="1491991"/>
                  </a:lnTo>
                  <a:lnTo>
                    <a:pt x="6544576" y="1492953"/>
                  </a:lnTo>
                  <a:lnTo>
                    <a:pt x="6528566" y="1493417"/>
                  </a:lnTo>
                  <a:lnTo>
                    <a:pt x="6522947" y="1493566"/>
                  </a:lnTo>
                  <a:lnTo>
                    <a:pt x="6522385" y="1493580"/>
                  </a:lnTo>
                  <a:lnTo>
                    <a:pt x="5527445" y="1493580"/>
                  </a:lnTo>
                  <a:lnTo>
                    <a:pt x="5526310" y="1493588"/>
                  </a:lnTo>
                  <a:lnTo>
                    <a:pt x="5518818" y="1493641"/>
                  </a:lnTo>
                  <a:lnTo>
                    <a:pt x="5499833" y="1493789"/>
                  </a:lnTo>
                  <a:lnTo>
                    <a:pt x="5465641" y="1494080"/>
                  </a:lnTo>
                  <a:lnTo>
                    <a:pt x="5414171" y="1494560"/>
                  </a:lnTo>
                  <a:lnTo>
                    <a:pt x="5345153" y="1495270"/>
                  </a:lnTo>
                  <a:lnTo>
                    <a:pt x="5260054" y="1496239"/>
                  </a:lnTo>
                  <a:lnTo>
                    <a:pt x="5161759" y="1497485"/>
                  </a:lnTo>
                  <a:lnTo>
                    <a:pt x="5054046" y="1499014"/>
                  </a:lnTo>
                  <a:lnTo>
                    <a:pt x="4940987" y="1500824"/>
                  </a:lnTo>
                  <a:lnTo>
                    <a:pt x="4826420" y="1502911"/>
                  </a:lnTo>
                  <a:lnTo>
                    <a:pt x="4713577" y="1505268"/>
                  </a:lnTo>
                  <a:lnTo>
                    <a:pt x="4604907" y="1507894"/>
                  </a:lnTo>
                  <a:lnTo>
                    <a:pt x="4502050" y="1510796"/>
                  </a:lnTo>
                  <a:lnTo>
                    <a:pt x="4405923" y="1513986"/>
                  </a:lnTo>
                  <a:lnTo>
                    <a:pt x="4316855" y="1517485"/>
                  </a:lnTo>
                  <a:lnTo>
                    <a:pt x="4234737" y="1521327"/>
                  </a:lnTo>
                  <a:lnTo>
                    <a:pt x="4159150" y="1525548"/>
                  </a:lnTo>
                  <a:lnTo>
                    <a:pt x="4089481" y="1530197"/>
                  </a:lnTo>
                  <a:lnTo>
                    <a:pt x="4025006" y="1535325"/>
                  </a:lnTo>
                  <a:lnTo>
                    <a:pt x="3964950" y="1540985"/>
                  </a:lnTo>
                  <a:lnTo>
                    <a:pt x="3908539" y="1547228"/>
                  </a:lnTo>
                  <a:lnTo>
                    <a:pt x="3855035" y="1554092"/>
                  </a:lnTo>
                  <a:lnTo>
                    <a:pt x="3820202" y="1559088"/>
                  </a:lnTo>
                  <a:lnTo>
                    <a:pt x="3759352" y="1568841"/>
                  </a:lnTo>
                  <a:lnTo>
                    <a:pt x="3700384" y="1579561"/>
                  </a:lnTo>
                  <a:lnTo>
                    <a:pt x="3642607" y="1591264"/>
                  </a:lnTo>
                  <a:lnTo>
                    <a:pt x="3585509" y="1603932"/>
                  </a:lnTo>
                  <a:lnTo>
                    <a:pt x="3528726" y="1617516"/>
                  </a:lnTo>
                  <a:lnTo>
                    <a:pt x="3472019" y="1631928"/>
                  </a:lnTo>
                  <a:lnTo>
                    <a:pt x="3415253" y="1647041"/>
                  </a:lnTo>
                  <a:lnTo>
                    <a:pt x="3358374" y="1662699"/>
                  </a:lnTo>
                  <a:lnTo>
                    <a:pt x="3301393" y="1678712"/>
                  </a:lnTo>
                  <a:lnTo>
                    <a:pt x="3244364" y="1694877"/>
                  </a:lnTo>
                  <a:lnTo>
                    <a:pt x="3187356" y="1710978"/>
                  </a:lnTo>
                  <a:lnTo>
                    <a:pt x="3130432" y="1726805"/>
                  </a:lnTo>
                  <a:lnTo>
                    <a:pt x="3073621" y="1742162"/>
                  </a:lnTo>
                  <a:lnTo>
                    <a:pt x="3016901" y="1756878"/>
                  </a:lnTo>
                  <a:lnTo>
                    <a:pt x="2960173" y="1770814"/>
                  </a:lnTo>
                  <a:lnTo>
                    <a:pt x="2903240" y="1783867"/>
                  </a:lnTo>
                  <a:lnTo>
                    <a:pt x="2845794" y="1795969"/>
                  </a:lnTo>
                  <a:lnTo>
                    <a:pt x="2787386" y="1807092"/>
                  </a:lnTo>
                  <a:lnTo>
                    <a:pt x="2727405" y="1817237"/>
                  </a:lnTo>
                  <a:lnTo>
                    <a:pt x="2702183" y="1821120"/>
                  </a:lnTo>
                  <a:lnTo>
                    <a:pt x="2650267" y="1828413"/>
                  </a:lnTo>
                  <a:lnTo>
                    <a:pt x="2595896" y="1835073"/>
                  </a:lnTo>
                  <a:lnTo>
                    <a:pt x="2538386" y="1841121"/>
                  </a:lnTo>
                  <a:lnTo>
                    <a:pt x="2476982" y="1846603"/>
                  </a:lnTo>
                  <a:lnTo>
                    <a:pt x="2410906" y="1851569"/>
                  </a:lnTo>
                  <a:lnTo>
                    <a:pt x="2339392" y="1856074"/>
                  </a:lnTo>
                  <a:lnTo>
                    <a:pt x="2261746" y="1860167"/>
                  </a:lnTo>
                  <a:lnTo>
                    <a:pt x="2177406" y="1863894"/>
                  </a:lnTo>
                  <a:lnTo>
                    <a:pt x="2086041" y="1867290"/>
                  </a:lnTo>
                  <a:lnTo>
                    <a:pt x="1987670" y="1870384"/>
                  </a:lnTo>
                  <a:lnTo>
                    <a:pt x="1882794" y="1873195"/>
                  </a:lnTo>
                  <a:lnTo>
                    <a:pt x="1772552" y="1875735"/>
                  </a:lnTo>
                  <a:lnTo>
                    <a:pt x="1658841" y="1878004"/>
                  </a:lnTo>
                  <a:lnTo>
                    <a:pt x="1544374" y="1880002"/>
                  </a:lnTo>
                  <a:lnTo>
                    <a:pt x="1432608" y="1881721"/>
                  </a:lnTo>
                  <a:lnTo>
                    <a:pt x="1327507" y="1883158"/>
                  </a:lnTo>
                  <a:lnTo>
                    <a:pt x="1233111" y="1884313"/>
                  </a:lnTo>
                  <a:lnTo>
                    <a:pt x="1152973" y="1885195"/>
                  </a:lnTo>
                  <a:lnTo>
                    <a:pt x="1089567" y="1885827"/>
                  </a:lnTo>
                  <a:lnTo>
                    <a:pt x="1043821" y="1886241"/>
                  </a:lnTo>
                  <a:lnTo>
                    <a:pt x="1014874" y="1886481"/>
                  </a:lnTo>
                  <a:lnTo>
                    <a:pt x="1000098" y="1886592"/>
                  </a:lnTo>
                  <a:lnTo>
                    <a:pt x="995296" y="1886625"/>
                  </a:lnTo>
                  <a:lnTo>
                    <a:pt x="994940" y="1886628"/>
                  </a:lnTo>
                  <a:lnTo>
                    <a:pt x="0" y="1886628"/>
                  </a:lnTo>
                  <a:lnTo>
                    <a:pt x="0" y="18866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0" name="pg1019"/>
            <p:cNvSpPr/>
            <p:nvPr/>
          </p:nvSpPr>
          <p:spPr>
            <a:xfrm>
              <a:off x="1199187" y="2662077"/>
              <a:ext cx="12049831" cy="1645559"/>
            </a:xfrm>
            <a:custGeom>
              <a:avLst/>
              <a:pathLst>
                <a:path w="12049831" h="1645559">
                  <a:moveTo>
                    <a:pt x="0" y="1645559"/>
                  </a:moveTo>
                  <a:lnTo>
                    <a:pt x="994940" y="1645559"/>
                  </a:lnTo>
                  <a:lnTo>
                    <a:pt x="996075" y="1645551"/>
                  </a:lnTo>
                  <a:lnTo>
                    <a:pt x="1003567" y="1645498"/>
                  </a:lnTo>
                  <a:lnTo>
                    <a:pt x="1022552" y="1645350"/>
                  </a:lnTo>
                  <a:lnTo>
                    <a:pt x="1056744" y="1645059"/>
                  </a:lnTo>
                  <a:lnTo>
                    <a:pt x="1108214" y="1644579"/>
                  </a:lnTo>
                  <a:lnTo>
                    <a:pt x="1177232" y="1643869"/>
                  </a:lnTo>
                  <a:lnTo>
                    <a:pt x="1262331" y="1642899"/>
                  </a:lnTo>
                  <a:lnTo>
                    <a:pt x="1360626" y="1641654"/>
                  </a:lnTo>
                  <a:lnTo>
                    <a:pt x="1468339" y="1640125"/>
                  </a:lnTo>
                  <a:lnTo>
                    <a:pt x="1581398" y="1638315"/>
                  </a:lnTo>
                  <a:lnTo>
                    <a:pt x="1695965" y="1636228"/>
                  </a:lnTo>
                  <a:lnTo>
                    <a:pt x="1808808" y="1633871"/>
                  </a:lnTo>
                  <a:lnTo>
                    <a:pt x="1917478" y="1631244"/>
                  </a:lnTo>
                  <a:lnTo>
                    <a:pt x="2020335" y="1628343"/>
                  </a:lnTo>
                  <a:lnTo>
                    <a:pt x="2116462" y="1625153"/>
                  </a:lnTo>
                  <a:lnTo>
                    <a:pt x="2205530" y="1621653"/>
                  </a:lnTo>
                  <a:lnTo>
                    <a:pt x="2287648" y="1617812"/>
                  </a:lnTo>
                  <a:lnTo>
                    <a:pt x="2363235" y="1613591"/>
                  </a:lnTo>
                  <a:lnTo>
                    <a:pt x="2432904" y="1608942"/>
                  </a:lnTo>
                  <a:lnTo>
                    <a:pt x="2497379" y="1603814"/>
                  </a:lnTo>
                  <a:lnTo>
                    <a:pt x="2557435" y="1598154"/>
                  </a:lnTo>
                  <a:lnTo>
                    <a:pt x="2613846" y="1591911"/>
                  </a:lnTo>
                  <a:lnTo>
                    <a:pt x="2667350" y="1585047"/>
                  </a:lnTo>
                  <a:lnTo>
                    <a:pt x="2702183" y="1580051"/>
                  </a:lnTo>
                  <a:lnTo>
                    <a:pt x="2763033" y="1570298"/>
                  </a:lnTo>
                  <a:lnTo>
                    <a:pt x="2822001" y="1559578"/>
                  </a:lnTo>
                  <a:lnTo>
                    <a:pt x="2879778" y="1547875"/>
                  </a:lnTo>
                  <a:lnTo>
                    <a:pt x="2936876" y="1535207"/>
                  </a:lnTo>
                  <a:lnTo>
                    <a:pt x="2993659" y="1521622"/>
                  </a:lnTo>
                  <a:lnTo>
                    <a:pt x="3050366" y="1507211"/>
                  </a:lnTo>
                  <a:lnTo>
                    <a:pt x="3107132" y="1492097"/>
                  </a:lnTo>
                  <a:lnTo>
                    <a:pt x="3164011" y="1476440"/>
                  </a:lnTo>
                  <a:lnTo>
                    <a:pt x="3220991" y="1460427"/>
                  </a:lnTo>
                  <a:lnTo>
                    <a:pt x="3278021" y="1444262"/>
                  </a:lnTo>
                  <a:lnTo>
                    <a:pt x="3335029" y="1428161"/>
                  </a:lnTo>
                  <a:lnTo>
                    <a:pt x="3391953" y="1412334"/>
                  </a:lnTo>
                  <a:lnTo>
                    <a:pt x="3448764" y="1396977"/>
                  </a:lnTo>
                  <a:lnTo>
                    <a:pt x="3505484" y="1382260"/>
                  </a:lnTo>
                  <a:lnTo>
                    <a:pt x="3562212" y="1368324"/>
                  </a:lnTo>
                  <a:lnTo>
                    <a:pt x="3619145" y="1355272"/>
                  </a:lnTo>
                  <a:lnTo>
                    <a:pt x="3676591" y="1343170"/>
                  </a:lnTo>
                  <a:lnTo>
                    <a:pt x="3734999" y="1332047"/>
                  </a:lnTo>
                  <a:lnTo>
                    <a:pt x="3794980" y="1321902"/>
                  </a:lnTo>
                  <a:lnTo>
                    <a:pt x="3820202" y="1318019"/>
                  </a:lnTo>
                  <a:lnTo>
                    <a:pt x="3872118" y="1310726"/>
                  </a:lnTo>
                  <a:lnTo>
                    <a:pt x="3926488" y="1304066"/>
                  </a:lnTo>
                  <a:lnTo>
                    <a:pt x="3983999" y="1298017"/>
                  </a:lnTo>
                  <a:lnTo>
                    <a:pt x="4045403" y="1292536"/>
                  </a:lnTo>
                  <a:lnTo>
                    <a:pt x="4111479" y="1287570"/>
                  </a:lnTo>
                  <a:lnTo>
                    <a:pt x="4182993" y="1283065"/>
                  </a:lnTo>
                  <a:lnTo>
                    <a:pt x="4260639" y="1278971"/>
                  </a:lnTo>
                  <a:lnTo>
                    <a:pt x="4344979" y="1275245"/>
                  </a:lnTo>
                  <a:lnTo>
                    <a:pt x="4436344" y="1271849"/>
                  </a:lnTo>
                  <a:lnTo>
                    <a:pt x="4534715" y="1268755"/>
                  </a:lnTo>
                  <a:lnTo>
                    <a:pt x="4639591" y="1265943"/>
                  </a:lnTo>
                  <a:lnTo>
                    <a:pt x="4749833" y="1263404"/>
                  </a:lnTo>
                  <a:lnTo>
                    <a:pt x="4863544" y="1261135"/>
                  </a:lnTo>
                  <a:lnTo>
                    <a:pt x="4978011" y="1259137"/>
                  </a:lnTo>
                  <a:lnTo>
                    <a:pt x="5089777" y="1257418"/>
                  </a:lnTo>
                  <a:lnTo>
                    <a:pt x="5194878" y="1255981"/>
                  </a:lnTo>
                  <a:lnTo>
                    <a:pt x="5289274" y="1254826"/>
                  </a:lnTo>
                  <a:lnTo>
                    <a:pt x="5369412" y="1253944"/>
                  </a:lnTo>
                  <a:lnTo>
                    <a:pt x="5432818" y="1253312"/>
                  </a:lnTo>
                  <a:lnTo>
                    <a:pt x="5478564" y="1252897"/>
                  </a:lnTo>
                  <a:lnTo>
                    <a:pt x="5507511" y="1252658"/>
                  </a:lnTo>
                  <a:lnTo>
                    <a:pt x="5522287" y="1252547"/>
                  </a:lnTo>
                  <a:lnTo>
                    <a:pt x="5527089" y="1252513"/>
                  </a:lnTo>
                  <a:lnTo>
                    <a:pt x="5527445" y="1252511"/>
                  </a:lnTo>
                  <a:lnTo>
                    <a:pt x="6522385" y="1252511"/>
                  </a:lnTo>
                  <a:lnTo>
                    <a:pt x="6523510" y="1252488"/>
                  </a:lnTo>
                  <a:lnTo>
                    <a:pt x="6530931" y="1252320"/>
                  </a:lnTo>
                  <a:lnTo>
                    <a:pt x="6549742" y="1251859"/>
                  </a:lnTo>
                  <a:lnTo>
                    <a:pt x="6583633" y="1250949"/>
                  </a:lnTo>
                  <a:lnTo>
                    <a:pt x="6634674" y="1249445"/>
                  </a:lnTo>
                  <a:lnTo>
                    <a:pt x="6703159" y="1247222"/>
                  </a:lnTo>
                  <a:lnTo>
                    <a:pt x="6787665" y="1244188"/>
                  </a:lnTo>
                  <a:lnTo>
                    <a:pt x="6885358" y="1240286"/>
                  </a:lnTo>
                  <a:lnTo>
                    <a:pt x="6992513" y="1235496"/>
                  </a:lnTo>
                  <a:lnTo>
                    <a:pt x="7105097" y="1229821"/>
                  </a:lnTo>
                  <a:lnTo>
                    <a:pt x="7219296" y="1223280"/>
                  </a:lnTo>
                  <a:lnTo>
                    <a:pt x="7331884" y="1215887"/>
                  </a:lnTo>
                  <a:lnTo>
                    <a:pt x="7440406" y="1207649"/>
                  </a:lnTo>
                  <a:lnTo>
                    <a:pt x="7543207" y="1198549"/>
                  </a:lnTo>
                  <a:lnTo>
                    <a:pt x="7639349" y="1188548"/>
                  </a:lnTo>
                  <a:lnTo>
                    <a:pt x="7728482" y="1177576"/>
                  </a:lnTo>
                  <a:lnTo>
                    <a:pt x="7810698" y="1165539"/>
                  </a:lnTo>
                  <a:lnTo>
                    <a:pt x="7886396" y="1152315"/>
                  </a:lnTo>
                  <a:lnTo>
                    <a:pt x="7956173" y="1137759"/>
                  </a:lnTo>
                  <a:lnTo>
                    <a:pt x="8020745" y="1121710"/>
                  </a:lnTo>
                  <a:lnTo>
                    <a:pt x="8080875" y="1104001"/>
                  </a:lnTo>
                  <a:lnTo>
                    <a:pt x="8137333" y="1084471"/>
                  </a:lnTo>
                  <a:lnTo>
                    <a:pt x="8190851" y="1062999"/>
                  </a:lnTo>
                  <a:lnTo>
                    <a:pt x="8229629" y="1045506"/>
                  </a:lnTo>
                  <a:lnTo>
                    <a:pt x="8285002" y="1017632"/>
                  </a:lnTo>
                  <a:lnTo>
                    <a:pt x="8338763" y="987242"/>
                  </a:lnTo>
                  <a:lnTo>
                    <a:pt x="8391451" y="954290"/>
                  </a:lnTo>
                  <a:lnTo>
                    <a:pt x="8443478" y="918797"/>
                  </a:lnTo>
                  <a:lnTo>
                    <a:pt x="8495150" y="880854"/>
                  </a:lnTo>
                  <a:lnTo>
                    <a:pt x="8546680" y="840636"/>
                  </a:lnTo>
                  <a:lnTo>
                    <a:pt x="8598210" y="798393"/>
                  </a:lnTo>
                  <a:lnTo>
                    <a:pt x="8649813" y="754457"/>
                  </a:lnTo>
                  <a:lnTo>
                    <a:pt x="8701510" y="709227"/>
                  </a:lnTo>
                  <a:lnTo>
                    <a:pt x="8753287" y="663159"/>
                  </a:lnTo>
                  <a:lnTo>
                    <a:pt x="8805099" y="616744"/>
                  </a:lnTo>
                  <a:lnTo>
                    <a:pt x="8856894" y="570491"/>
                  </a:lnTo>
                  <a:lnTo>
                    <a:pt x="8908624" y="524900"/>
                  </a:lnTo>
                  <a:lnTo>
                    <a:pt x="8960261" y="480443"/>
                  </a:lnTo>
                  <a:lnTo>
                    <a:pt x="9011812" y="437541"/>
                  </a:lnTo>
                  <a:lnTo>
                    <a:pt x="9063330" y="396550"/>
                  </a:lnTo>
                  <a:lnTo>
                    <a:pt x="9114929" y="357754"/>
                  </a:lnTo>
                  <a:lnTo>
                    <a:pt x="9166796" y="321353"/>
                  </a:lnTo>
                  <a:lnTo>
                    <a:pt x="9219202" y="287468"/>
                  </a:lnTo>
                  <a:lnTo>
                    <a:pt x="9272517" y="256146"/>
                  </a:lnTo>
                  <a:lnTo>
                    <a:pt x="9327230" y="227363"/>
                  </a:lnTo>
                  <a:lnTo>
                    <a:pt x="9347647" y="217486"/>
                  </a:lnTo>
                  <a:lnTo>
                    <a:pt x="9399390" y="194512"/>
                  </a:lnTo>
                  <a:lnTo>
                    <a:pt x="9453569" y="173527"/>
                  </a:lnTo>
                  <a:lnTo>
                    <a:pt x="9510862" y="154460"/>
                  </a:lnTo>
                  <a:lnTo>
                    <a:pt x="9572016" y="137175"/>
                  </a:lnTo>
                  <a:lnTo>
                    <a:pt x="9637801" y="121511"/>
                  </a:lnTo>
                  <a:lnTo>
                    <a:pt x="9708976" y="107298"/>
                  </a:lnTo>
                  <a:lnTo>
                    <a:pt x="9786232" y="94379"/>
                  </a:lnTo>
                  <a:lnTo>
                    <a:pt x="9870126" y="82615"/>
                  </a:lnTo>
                  <a:lnTo>
                    <a:pt x="9960995" y="71890"/>
                  </a:lnTo>
                  <a:lnTo>
                    <a:pt x="10058832" y="62116"/>
                  </a:lnTo>
                  <a:lnTo>
                    <a:pt x="10163156" y="53232"/>
                  </a:lnTo>
                  <a:lnTo>
                    <a:pt x="10272865" y="45203"/>
                  </a:lnTo>
                  <a:lnTo>
                    <a:pt x="10386110" y="38019"/>
                  </a:lnTo>
                  <a:lnTo>
                    <a:pt x="10500238" y="31689"/>
                  </a:lnTo>
                  <a:lnTo>
                    <a:pt x="10611853" y="26232"/>
                  </a:lnTo>
                  <a:lnTo>
                    <a:pt x="10717047" y="21661"/>
                  </a:lnTo>
                  <a:lnTo>
                    <a:pt x="10811809" y="17976"/>
                  </a:lnTo>
                  <a:lnTo>
                    <a:pt x="10892580" y="15149"/>
                  </a:lnTo>
                  <a:lnTo>
                    <a:pt x="10956832" y="13114"/>
                  </a:lnTo>
                  <a:lnTo>
                    <a:pt x="11003546" y="11769"/>
                  </a:lnTo>
                  <a:lnTo>
                    <a:pt x="11033459" y="10983"/>
                  </a:lnTo>
                  <a:lnTo>
                    <a:pt x="11049060" y="10609"/>
                  </a:lnTo>
                  <a:lnTo>
                    <a:pt x="11054404" y="10491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7" y="23"/>
                  </a:lnTo>
                  <a:lnTo>
                    <a:pt x="11046346" y="190"/>
                  </a:lnTo>
                  <a:lnTo>
                    <a:pt x="11027535" y="652"/>
                  </a:lnTo>
                  <a:lnTo>
                    <a:pt x="10993644" y="1562"/>
                  </a:lnTo>
                  <a:lnTo>
                    <a:pt x="10942603" y="3066"/>
                  </a:lnTo>
                  <a:lnTo>
                    <a:pt x="10874117" y="5288"/>
                  </a:lnTo>
                  <a:lnTo>
                    <a:pt x="10789612" y="8323"/>
                  </a:lnTo>
                  <a:lnTo>
                    <a:pt x="10691918" y="12224"/>
                  </a:lnTo>
                  <a:lnTo>
                    <a:pt x="10584764" y="17014"/>
                  </a:lnTo>
                  <a:lnTo>
                    <a:pt x="10472180" y="22689"/>
                  </a:lnTo>
                  <a:lnTo>
                    <a:pt x="10357981" y="29231"/>
                  </a:lnTo>
                  <a:lnTo>
                    <a:pt x="10245392" y="36623"/>
                  </a:lnTo>
                  <a:lnTo>
                    <a:pt x="10136870" y="44862"/>
                  </a:lnTo>
                  <a:lnTo>
                    <a:pt x="10034070" y="53961"/>
                  </a:lnTo>
                  <a:lnTo>
                    <a:pt x="9937927" y="63963"/>
                  </a:lnTo>
                  <a:lnTo>
                    <a:pt x="9848794" y="74935"/>
                  </a:lnTo>
                  <a:lnTo>
                    <a:pt x="9766578" y="86972"/>
                  </a:lnTo>
                  <a:lnTo>
                    <a:pt x="9690881" y="100196"/>
                  </a:lnTo>
                  <a:lnTo>
                    <a:pt x="9621103" y="114752"/>
                  </a:lnTo>
                  <a:lnTo>
                    <a:pt x="9556532" y="130800"/>
                  </a:lnTo>
                  <a:lnTo>
                    <a:pt x="9496402" y="148510"/>
                  </a:lnTo>
                  <a:lnTo>
                    <a:pt x="9439944" y="168039"/>
                  </a:lnTo>
                  <a:lnTo>
                    <a:pt x="9386425" y="189512"/>
                  </a:lnTo>
                  <a:lnTo>
                    <a:pt x="9347647" y="207005"/>
                  </a:lnTo>
                  <a:lnTo>
                    <a:pt x="9292275" y="234878"/>
                  </a:lnTo>
                  <a:lnTo>
                    <a:pt x="9238514" y="265268"/>
                  </a:lnTo>
                  <a:lnTo>
                    <a:pt x="9185825" y="298220"/>
                  </a:lnTo>
                  <a:lnTo>
                    <a:pt x="9133798" y="333714"/>
                  </a:lnTo>
                  <a:lnTo>
                    <a:pt x="9082127" y="371656"/>
                  </a:lnTo>
                  <a:lnTo>
                    <a:pt x="9030596" y="411875"/>
                  </a:lnTo>
                  <a:lnTo>
                    <a:pt x="8979067" y="454117"/>
                  </a:lnTo>
                  <a:lnTo>
                    <a:pt x="8927464" y="498053"/>
                  </a:lnTo>
                  <a:lnTo>
                    <a:pt x="8875766" y="543283"/>
                  </a:lnTo>
                  <a:lnTo>
                    <a:pt x="8823990" y="589352"/>
                  </a:lnTo>
                  <a:lnTo>
                    <a:pt x="8772178" y="635767"/>
                  </a:lnTo>
                  <a:lnTo>
                    <a:pt x="8720382" y="682020"/>
                  </a:lnTo>
                  <a:lnTo>
                    <a:pt x="8668652" y="727611"/>
                  </a:lnTo>
                  <a:lnTo>
                    <a:pt x="8617015" y="772068"/>
                  </a:lnTo>
                  <a:lnTo>
                    <a:pt x="8565465" y="814970"/>
                  </a:lnTo>
                  <a:lnTo>
                    <a:pt x="8513947" y="855960"/>
                  </a:lnTo>
                  <a:lnTo>
                    <a:pt x="8462347" y="894757"/>
                  </a:lnTo>
                  <a:lnTo>
                    <a:pt x="8410480" y="931158"/>
                  </a:lnTo>
                  <a:lnTo>
                    <a:pt x="8358075" y="965043"/>
                  </a:lnTo>
                  <a:lnTo>
                    <a:pt x="8304760" y="996365"/>
                  </a:lnTo>
                  <a:lnTo>
                    <a:pt x="8250047" y="1025147"/>
                  </a:lnTo>
                  <a:lnTo>
                    <a:pt x="8229629" y="1035025"/>
                  </a:lnTo>
                  <a:lnTo>
                    <a:pt x="8177887" y="1057999"/>
                  </a:lnTo>
                  <a:lnTo>
                    <a:pt x="8123708" y="1078984"/>
                  </a:lnTo>
                  <a:lnTo>
                    <a:pt x="8066414" y="1098051"/>
                  </a:lnTo>
                  <a:lnTo>
                    <a:pt x="8005261" y="1115335"/>
                  </a:lnTo>
                  <a:lnTo>
                    <a:pt x="7939475" y="1131000"/>
                  </a:lnTo>
                  <a:lnTo>
                    <a:pt x="7868300" y="1145213"/>
                  </a:lnTo>
                  <a:lnTo>
                    <a:pt x="7791045" y="1158132"/>
                  </a:lnTo>
                  <a:lnTo>
                    <a:pt x="7707150" y="1169896"/>
                  </a:lnTo>
                  <a:lnTo>
                    <a:pt x="7616282" y="1180620"/>
                  </a:lnTo>
                  <a:lnTo>
                    <a:pt x="7518445" y="1190394"/>
                  </a:lnTo>
                  <a:lnTo>
                    <a:pt x="7414120" y="1199279"/>
                  </a:lnTo>
                  <a:lnTo>
                    <a:pt x="7304411" y="1207308"/>
                  </a:lnTo>
                  <a:lnTo>
                    <a:pt x="7191166" y="1214492"/>
                  </a:lnTo>
                  <a:lnTo>
                    <a:pt x="7077039" y="1220821"/>
                  </a:lnTo>
                  <a:lnTo>
                    <a:pt x="6965423" y="1226279"/>
                  </a:lnTo>
                  <a:lnTo>
                    <a:pt x="6860230" y="1230850"/>
                  </a:lnTo>
                  <a:lnTo>
                    <a:pt x="6765468" y="1234534"/>
                  </a:lnTo>
                  <a:lnTo>
                    <a:pt x="6684697" y="1237361"/>
                  </a:lnTo>
                  <a:lnTo>
                    <a:pt x="6620445" y="1239397"/>
                  </a:lnTo>
                  <a:lnTo>
                    <a:pt x="6573731" y="1240742"/>
                  </a:lnTo>
                  <a:lnTo>
                    <a:pt x="6543818" y="1241527"/>
                  </a:lnTo>
                  <a:lnTo>
                    <a:pt x="6528216" y="1241902"/>
                  </a:lnTo>
                  <a:lnTo>
                    <a:pt x="6522872" y="1242020"/>
                  </a:lnTo>
                  <a:lnTo>
                    <a:pt x="6522385" y="1242030"/>
                  </a:lnTo>
                  <a:lnTo>
                    <a:pt x="5527445" y="1242030"/>
                  </a:lnTo>
                  <a:lnTo>
                    <a:pt x="5526310" y="1242037"/>
                  </a:lnTo>
                  <a:lnTo>
                    <a:pt x="5518818" y="1242091"/>
                  </a:lnTo>
                  <a:lnTo>
                    <a:pt x="5499833" y="1242238"/>
                  </a:lnTo>
                  <a:lnTo>
                    <a:pt x="5465641" y="1242529"/>
                  </a:lnTo>
                  <a:lnTo>
                    <a:pt x="5414171" y="1243010"/>
                  </a:lnTo>
                  <a:lnTo>
                    <a:pt x="5345153" y="1243720"/>
                  </a:lnTo>
                  <a:lnTo>
                    <a:pt x="5260054" y="1244689"/>
                  </a:lnTo>
                  <a:lnTo>
                    <a:pt x="5161759" y="1245935"/>
                  </a:lnTo>
                  <a:lnTo>
                    <a:pt x="5054046" y="1247463"/>
                  </a:lnTo>
                  <a:lnTo>
                    <a:pt x="4940987" y="1249274"/>
                  </a:lnTo>
                  <a:lnTo>
                    <a:pt x="4826420" y="1251360"/>
                  </a:lnTo>
                  <a:lnTo>
                    <a:pt x="4713577" y="1253717"/>
                  </a:lnTo>
                  <a:lnTo>
                    <a:pt x="4604907" y="1256344"/>
                  </a:lnTo>
                  <a:lnTo>
                    <a:pt x="4502050" y="1259245"/>
                  </a:lnTo>
                  <a:lnTo>
                    <a:pt x="4405923" y="1262435"/>
                  </a:lnTo>
                  <a:lnTo>
                    <a:pt x="4316855" y="1265935"/>
                  </a:lnTo>
                  <a:lnTo>
                    <a:pt x="4234737" y="1269776"/>
                  </a:lnTo>
                  <a:lnTo>
                    <a:pt x="4159150" y="1273998"/>
                  </a:lnTo>
                  <a:lnTo>
                    <a:pt x="4089481" y="1278647"/>
                  </a:lnTo>
                  <a:lnTo>
                    <a:pt x="4025006" y="1283774"/>
                  </a:lnTo>
                  <a:lnTo>
                    <a:pt x="3964950" y="1289434"/>
                  </a:lnTo>
                  <a:lnTo>
                    <a:pt x="3908539" y="1295677"/>
                  </a:lnTo>
                  <a:lnTo>
                    <a:pt x="3855035" y="1302541"/>
                  </a:lnTo>
                  <a:lnTo>
                    <a:pt x="3820202" y="1307538"/>
                  </a:lnTo>
                  <a:lnTo>
                    <a:pt x="3759352" y="1317291"/>
                  </a:lnTo>
                  <a:lnTo>
                    <a:pt x="3700384" y="1328011"/>
                  </a:lnTo>
                  <a:lnTo>
                    <a:pt x="3642607" y="1339713"/>
                  </a:lnTo>
                  <a:lnTo>
                    <a:pt x="3585509" y="1352382"/>
                  </a:lnTo>
                  <a:lnTo>
                    <a:pt x="3528726" y="1365966"/>
                  </a:lnTo>
                  <a:lnTo>
                    <a:pt x="3472019" y="1380377"/>
                  </a:lnTo>
                  <a:lnTo>
                    <a:pt x="3415253" y="1395491"/>
                  </a:lnTo>
                  <a:lnTo>
                    <a:pt x="3358374" y="1411148"/>
                  </a:lnTo>
                  <a:lnTo>
                    <a:pt x="3301393" y="1427162"/>
                  </a:lnTo>
                  <a:lnTo>
                    <a:pt x="3244364" y="1443326"/>
                  </a:lnTo>
                  <a:lnTo>
                    <a:pt x="3187356" y="1459427"/>
                  </a:lnTo>
                  <a:lnTo>
                    <a:pt x="3130432" y="1475254"/>
                  </a:lnTo>
                  <a:lnTo>
                    <a:pt x="3073621" y="1490612"/>
                  </a:lnTo>
                  <a:lnTo>
                    <a:pt x="3016901" y="1505328"/>
                  </a:lnTo>
                  <a:lnTo>
                    <a:pt x="2960173" y="1519264"/>
                  </a:lnTo>
                  <a:lnTo>
                    <a:pt x="2903240" y="1532316"/>
                  </a:lnTo>
                  <a:lnTo>
                    <a:pt x="2845794" y="1544419"/>
                  </a:lnTo>
                  <a:lnTo>
                    <a:pt x="2787386" y="1555541"/>
                  </a:lnTo>
                  <a:lnTo>
                    <a:pt x="2727405" y="1565687"/>
                  </a:lnTo>
                  <a:lnTo>
                    <a:pt x="2702183" y="1569569"/>
                  </a:lnTo>
                  <a:lnTo>
                    <a:pt x="2650267" y="1576862"/>
                  </a:lnTo>
                  <a:lnTo>
                    <a:pt x="2595896" y="1583522"/>
                  </a:lnTo>
                  <a:lnTo>
                    <a:pt x="2538386" y="1589571"/>
                  </a:lnTo>
                  <a:lnTo>
                    <a:pt x="2476982" y="1595052"/>
                  </a:lnTo>
                  <a:lnTo>
                    <a:pt x="2410906" y="1600019"/>
                  </a:lnTo>
                  <a:lnTo>
                    <a:pt x="2339392" y="1604523"/>
                  </a:lnTo>
                  <a:lnTo>
                    <a:pt x="2261746" y="1608617"/>
                  </a:lnTo>
                  <a:lnTo>
                    <a:pt x="2177406" y="1612343"/>
                  </a:lnTo>
                  <a:lnTo>
                    <a:pt x="2086041" y="1615740"/>
                  </a:lnTo>
                  <a:lnTo>
                    <a:pt x="1987670" y="1618834"/>
                  </a:lnTo>
                  <a:lnTo>
                    <a:pt x="1882794" y="1621645"/>
                  </a:lnTo>
                  <a:lnTo>
                    <a:pt x="1772552" y="1624184"/>
                  </a:lnTo>
                  <a:lnTo>
                    <a:pt x="1658841" y="1626454"/>
                  </a:lnTo>
                  <a:lnTo>
                    <a:pt x="1544374" y="1628451"/>
                  </a:lnTo>
                  <a:lnTo>
                    <a:pt x="1432608" y="1630171"/>
                  </a:lnTo>
                  <a:lnTo>
                    <a:pt x="1327507" y="1631608"/>
                  </a:lnTo>
                  <a:lnTo>
                    <a:pt x="1233111" y="1632762"/>
                  </a:lnTo>
                  <a:lnTo>
                    <a:pt x="1152973" y="1633645"/>
                  </a:lnTo>
                  <a:lnTo>
                    <a:pt x="1089567" y="1634277"/>
                  </a:lnTo>
                  <a:lnTo>
                    <a:pt x="1043821" y="1634691"/>
                  </a:lnTo>
                  <a:lnTo>
                    <a:pt x="1014874" y="1634930"/>
                  </a:lnTo>
                  <a:lnTo>
                    <a:pt x="1000098" y="1635042"/>
                  </a:lnTo>
                  <a:lnTo>
                    <a:pt x="995296" y="1635075"/>
                  </a:lnTo>
                  <a:lnTo>
                    <a:pt x="994940" y="1635077"/>
                  </a:lnTo>
                  <a:lnTo>
                    <a:pt x="0" y="1635077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21" name="pl1020"/>
            <p:cNvSpPr/>
            <p:nvPr/>
          </p:nvSpPr>
          <p:spPr>
            <a:xfrm>
              <a:off x="1199187" y="2672558"/>
              <a:ext cx="12049831" cy="1635077"/>
            </a:xfrm>
            <a:custGeom>
              <a:avLst/>
              <a:pathLst>
                <a:path w="12049831" h="1635077">
                  <a:moveTo>
                    <a:pt x="0" y="1635077"/>
                  </a:moveTo>
                  <a:lnTo>
                    <a:pt x="994940" y="1635077"/>
                  </a:lnTo>
                  <a:lnTo>
                    <a:pt x="996075" y="1635070"/>
                  </a:lnTo>
                  <a:lnTo>
                    <a:pt x="1003567" y="1635016"/>
                  </a:lnTo>
                  <a:lnTo>
                    <a:pt x="1022552" y="1634869"/>
                  </a:lnTo>
                  <a:lnTo>
                    <a:pt x="1056744" y="1634578"/>
                  </a:lnTo>
                  <a:lnTo>
                    <a:pt x="1108214" y="1634097"/>
                  </a:lnTo>
                  <a:lnTo>
                    <a:pt x="1177232" y="1633387"/>
                  </a:lnTo>
                  <a:lnTo>
                    <a:pt x="1262331" y="1632418"/>
                  </a:lnTo>
                  <a:lnTo>
                    <a:pt x="1360626" y="1631173"/>
                  </a:lnTo>
                  <a:lnTo>
                    <a:pt x="1468339" y="1629644"/>
                  </a:lnTo>
                  <a:lnTo>
                    <a:pt x="1581398" y="1627833"/>
                  </a:lnTo>
                  <a:lnTo>
                    <a:pt x="1695965" y="1625747"/>
                  </a:lnTo>
                  <a:lnTo>
                    <a:pt x="1808808" y="1623390"/>
                  </a:lnTo>
                  <a:lnTo>
                    <a:pt x="1917478" y="1620763"/>
                  </a:lnTo>
                  <a:lnTo>
                    <a:pt x="2020335" y="1617862"/>
                  </a:lnTo>
                  <a:lnTo>
                    <a:pt x="2116462" y="1614672"/>
                  </a:lnTo>
                  <a:lnTo>
                    <a:pt x="2205530" y="1611172"/>
                  </a:lnTo>
                  <a:lnTo>
                    <a:pt x="2287648" y="1607331"/>
                  </a:lnTo>
                  <a:lnTo>
                    <a:pt x="2363235" y="1603109"/>
                  </a:lnTo>
                  <a:lnTo>
                    <a:pt x="2432904" y="1598461"/>
                  </a:lnTo>
                  <a:lnTo>
                    <a:pt x="2497379" y="1593333"/>
                  </a:lnTo>
                  <a:lnTo>
                    <a:pt x="2557435" y="1587673"/>
                  </a:lnTo>
                  <a:lnTo>
                    <a:pt x="2613846" y="1581430"/>
                  </a:lnTo>
                  <a:lnTo>
                    <a:pt x="2667350" y="1574566"/>
                  </a:lnTo>
                  <a:lnTo>
                    <a:pt x="2702183" y="1569569"/>
                  </a:lnTo>
                  <a:lnTo>
                    <a:pt x="2763033" y="1559817"/>
                  </a:lnTo>
                  <a:lnTo>
                    <a:pt x="2822001" y="1549096"/>
                  </a:lnTo>
                  <a:lnTo>
                    <a:pt x="2879778" y="1537394"/>
                  </a:lnTo>
                  <a:lnTo>
                    <a:pt x="2936876" y="1524725"/>
                  </a:lnTo>
                  <a:lnTo>
                    <a:pt x="2993659" y="1511141"/>
                  </a:lnTo>
                  <a:lnTo>
                    <a:pt x="3050366" y="1496730"/>
                  </a:lnTo>
                  <a:lnTo>
                    <a:pt x="3107132" y="1481616"/>
                  </a:lnTo>
                  <a:lnTo>
                    <a:pt x="3164011" y="1465959"/>
                  </a:lnTo>
                  <a:lnTo>
                    <a:pt x="3220991" y="1449945"/>
                  </a:lnTo>
                  <a:lnTo>
                    <a:pt x="3278021" y="1433781"/>
                  </a:lnTo>
                  <a:lnTo>
                    <a:pt x="3335029" y="1417680"/>
                  </a:lnTo>
                  <a:lnTo>
                    <a:pt x="3391953" y="1401853"/>
                  </a:lnTo>
                  <a:lnTo>
                    <a:pt x="3448764" y="1386495"/>
                  </a:lnTo>
                  <a:lnTo>
                    <a:pt x="3505484" y="1371779"/>
                  </a:lnTo>
                  <a:lnTo>
                    <a:pt x="3562212" y="1357843"/>
                  </a:lnTo>
                  <a:lnTo>
                    <a:pt x="3619145" y="1344791"/>
                  </a:lnTo>
                  <a:lnTo>
                    <a:pt x="3676591" y="1332689"/>
                  </a:lnTo>
                  <a:lnTo>
                    <a:pt x="3734999" y="1321566"/>
                  </a:lnTo>
                  <a:lnTo>
                    <a:pt x="3794980" y="1311420"/>
                  </a:lnTo>
                  <a:lnTo>
                    <a:pt x="3820202" y="1307538"/>
                  </a:lnTo>
                  <a:lnTo>
                    <a:pt x="3872118" y="1300245"/>
                  </a:lnTo>
                  <a:lnTo>
                    <a:pt x="3926488" y="1293585"/>
                  </a:lnTo>
                  <a:lnTo>
                    <a:pt x="3983999" y="1287536"/>
                  </a:lnTo>
                  <a:lnTo>
                    <a:pt x="4045403" y="1282055"/>
                  </a:lnTo>
                  <a:lnTo>
                    <a:pt x="4111479" y="1277088"/>
                  </a:lnTo>
                  <a:lnTo>
                    <a:pt x="4182993" y="1272584"/>
                  </a:lnTo>
                  <a:lnTo>
                    <a:pt x="4260639" y="1268490"/>
                  </a:lnTo>
                  <a:lnTo>
                    <a:pt x="4344979" y="1264764"/>
                  </a:lnTo>
                  <a:lnTo>
                    <a:pt x="4436344" y="1261367"/>
                  </a:lnTo>
                  <a:lnTo>
                    <a:pt x="4534715" y="1258273"/>
                  </a:lnTo>
                  <a:lnTo>
                    <a:pt x="4639591" y="1255462"/>
                  </a:lnTo>
                  <a:lnTo>
                    <a:pt x="4749833" y="1252923"/>
                  </a:lnTo>
                  <a:lnTo>
                    <a:pt x="4863544" y="1250653"/>
                  </a:lnTo>
                  <a:lnTo>
                    <a:pt x="4978011" y="1248656"/>
                  </a:lnTo>
                  <a:lnTo>
                    <a:pt x="5089777" y="1246936"/>
                  </a:lnTo>
                  <a:lnTo>
                    <a:pt x="5194878" y="1245500"/>
                  </a:lnTo>
                  <a:lnTo>
                    <a:pt x="5289274" y="1244345"/>
                  </a:lnTo>
                  <a:lnTo>
                    <a:pt x="5369412" y="1243462"/>
                  </a:lnTo>
                  <a:lnTo>
                    <a:pt x="5432818" y="1242830"/>
                  </a:lnTo>
                  <a:lnTo>
                    <a:pt x="5478564" y="1242416"/>
                  </a:lnTo>
                  <a:lnTo>
                    <a:pt x="5507511" y="1242177"/>
                  </a:lnTo>
                  <a:lnTo>
                    <a:pt x="5522287" y="1242065"/>
                  </a:lnTo>
                  <a:lnTo>
                    <a:pt x="5527089" y="1242032"/>
                  </a:lnTo>
                  <a:lnTo>
                    <a:pt x="5527445" y="1242030"/>
                  </a:lnTo>
                  <a:lnTo>
                    <a:pt x="6522385" y="1242030"/>
                  </a:lnTo>
                  <a:lnTo>
                    <a:pt x="6523510" y="1242006"/>
                  </a:lnTo>
                  <a:lnTo>
                    <a:pt x="6530931" y="1241839"/>
                  </a:lnTo>
                  <a:lnTo>
                    <a:pt x="6549742" y="1241377"/>
                  </a:lnTo>
                  <a:lnTo>
                    <a:pt x="6583633" y="1240467"/>
                  </a:lnTo>
                  <a:lnTo>
                    <a:pt x="6634674" y="1238963"/>
                  </a:lnTo>
                  <a:lnTo>
                    <a:pt x="6703159" y="1236741"/>
                  </a:lnTo>
                  <a:lnTo>
                    <a:pt x="6787665" y="1233707"/>
                  </a:lnTo>
                  <a:lnTo>
                    <a:pt x="6885358" y="1229805"/>
                  </a:lnTo>
                  <a:lnTo>
                    <a:pt x="6992513" y="1225015"/>
                  </a:lnTo>
                  <a:lnTo>
                    <a:pt x="7105097" y="1219340"/>
                  </a:lnTo>
                  <a:lnTo>
                    <a:pt x="7219296" y="1212798"/>
                  </a:lnTo>
                  <a:lnTo>
                    <a:pt x="7331884" y="1205406"/>
                  </a:lnTo>
                  <a:lnTo>
                    <a:pt x="7440406" y="1197168"/>
                  </a:lnTo>
                  <a:lnTo>
                    <a:pt x="7543207" y="1188068"/>
                  </a:lnTo>
                  <a:lnTo>
                    <a:pt x="7639349" y="1178066"/>
                  </a:lnTo>
                  <a:lnTo>
                    <a:pt x="7728482" y="1167095"/>
                  </a:lnTo>
                  <a:lnTo>
                    <a:pt x="7810698" y="1155058"/>
                  </a:lnTo>
                  <a:lnTo>
                    <a:pt x="7886396" y="1141833"/>
                  </a:lnTo>
                  <a:lnTo>
                    <a:pt x="7956173" y="1127277"/>
                  </a:lnTo>
                  <a:lnTo>
                    <a:pt x="8020745" y="1111229"/>
                  </a:lnTo>
                  <a:lnTo>
                    <a:pt x="8080875" y="1093520"/>
                  </a:lnTo>
                  <a:lnTo>
                    <a:pt x="8137333" y="1073990"/>
                  </a:lnTo>
                  <a:lnTo>
                    <a:pt x="8190851" y="1052518"/>
                  </a:lnTo>
                  <a:lnTo>
                    <a:pt x="8229629" y="1035025"/>
                  </a:lnTo>
                  <a:lnTo>
                    <a:pt x="8285002" y="1007151"/>
                  </a:lnTo>
                  <a:lnTo>
                    <a:pt x="8338763" y="976761"/>
                  </a:lnTo>
                  <a:lnTo>
                    <a:pt x="8391451" y="943809"/>
                  </a:lnTo>
                  <a:lnTo>
                    <a:pt x="8443478" y="908315"/>
                  </a:lnTo>
                  <a:lnTo>
                    <a:pt x="8495150" y="870373"/>
                  </a:lnTo>
                  <a:lnTo>
                    <a:pt x="8546680" y="830154"/>
                  </a:lnTo>
                  <a:lnTo>
                    <a:pt x="8598210" y="787912"/>
                  </a:lnTo>
                  <a:lnTo>
                    <a:pt x="8649813" y="743976"/>
                  </a:lnTo>
                  <a:lnTo>
                    <a:pt x="8701510" y="698746"/>
                  </a:lnTo>
                  <a:lnTo>
                    <a:pt x="8753287" y="652678"/>
                  </a:lnTo>
                  <a:lnTo>
                    <a:pt x="8805099" y="606263"/>
                  </a:lnTo>
                  <a:lnTo>
                    <a:pt x="8856894" y="560009"/>
                  </a:lnTo>
                  <a:lnTo>
                    <a:pt x="8908624" y="514419"/>
                  </a:lnTo>
                  <a:lnTo>
                    <a:pt x="8960261" y="469961"/>
                  </a:lnTo>
                  <a:lnTo>
                    <a:pt x="9011812" y="427059"/>
                  </a:lnTo>
                  <a:lnTo>
                    <a:pt x="9063330" y="386069"/>
                  </a:lnTo>
                  <a:lnTo>
                    <a:pt x="9114929" y="347273"/>
                  </a:lnTo>
                  <a:lnTo>
                    <a:pt x="9166796" y="310871"/>
                  </a:lnTo>
                  <a:lnTo>
                    <a:pt x="9219202" y="276986"/>
                  </a:lnTo>
                  <a:lnTo>
                    <a:pt x="9272517" y="245664"/>
                  </a:lnTo>
                  <a:lnTo>
                    <a:pt x="9327230" y="216882"/>
                  </a:lnTo>
                  <a:lnTo>
                    <a:pt x="9347647" y="207005"/>
                  </a:lnTo>
                  <a:lnTo>
                    <a:pt x="9399390" y="184031"/>
                  </a:lnTo>
                  <a:lnTo>
                    <a:pt x="9453569" y="163046"/>
                  </a:lnTo>
                  <a:lnTo>
                    <a:pt x="9510862" y="143978"/>
                  </a:lnTo>
                  <a:lnTo>
                    <a:pt x="9572016" y="126694"/>
                  </a:lnTo>
                  <a:lnTo>
                    <a:pt x="9637801" y="111029"/>
                  </a:lnTo>
                  <a:lnTo>
                    <a:pt x="9708976" y="96816"/>
                  </a:lnTo>
                  <a:lnTo>
                    <a:pt x="9786232" y="83898"/>
                  </a:lnTo>
                  <a:lnTo>
                    <a:pt x="9870126" y="72134"/>
                  </a:lnTo>
                  <a:lnTo>
                    <a:pt x="9960995" y="61409"/>
                  </a:lnTo>
                  <a:lnTo>
                    <a:pt x="10058832" y="51635"/>
                  </a:lnTo>
                  <a:lnTo>
                    <a:pt x="10163156" y="42751"/>
                  </a:lnTo>
                  <a:lnTo>
                    <a:pt x="10272865" y="34721"/>
                  </a:lnTo>
                  <a:lnTo>
                    <a:pt x="10386110" y="27538"/>
                  </a:lnTo>
                  <a:lnTo>
                    <a:pt x="10500238" y="21208"/>
                  </a:lnTo>
                  <a:lnTo>
                    <a:pt x="10611853" y="15750"/>
                  </a:lnTo>
                  <a:lnTo>
                    <a:pt x="10717047" y="11180"/>
                  </a:lnTo>
                  <a:lnTo>
                    <a:pt x="10811809" y="7495"/>
                  </a:lnTo>
                  <a:lnTo>
                    <a:pt x="10892580" y="4668"/>
                  </a:lnTo>
                  <a:lnTo>
                    <a:pt x="10956832" y="2632"/>
                  </a:lnTo>
                  <a:lnTo>
                    <a:pt x="11003546" y="1288"/>
                  </a:lnTo>
                  <a:lnTo>
                    <a:pt x="11033459" y="502"/>
                  </a:lnTo>
                  <a:lnTo>
                    <a:pt x="11049060" y="127"/>
                  </a:lnTo>
                  <a:lnTo>
                    <a:pt x="11054404" y="9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2" name="pl1021"/>
            <p:cNvSpPr/>
            <p:nvPr/>
          </p:nvSpPr>
          <p:spPr>
            <a:xfrm>
              <a:off x="1199187" y="2662077"/>
              <a:ext cx="12049831" cy="1635077"/>
            </a:xfrm>
            <a:custGeom>
              <a:avLst/>
              <a:pathLst>
                <a:path w="12049831" h="1635077">
                  <a:moveTo>
                    <a:pt x="12049831" y="0"/>
                  </a:moveTo>
                  <a:lnTo>
                    <a:pt x="11054891" y="0"/>
                  </a:lnTo>
                  <a:lnTo>
                    <a:pt x="11053767" y="23"/>
                  </a:lnTo>
                  <a:lnTo>
                    <a:pt x="11046346" y="190"/>
                  </a:lnTo>
                  <a:lnTo>
                    <a:pt x="11027535" y="652"/>
                  </a:lnTo>
                  <a:lnTo>
                    <a:pt x="10993644" y="1562"/>
                  </a:lnTo>
                  <a:lnTo>
                    <a:pt x="10942603" y="3066"/>
                  </a:lnTo>
                  <a:lnTo>
                    <a:pt x="10874117" y="5288"/>
                  </a:lnTo>
                  <a:lnTo>
                    <a:pt x="10789612" y="8323"/>
                  </a:lnTo>
                  <a:lnTo>
                    <a:pt x="10691918" y="12224"/>
                  </a:lnTo>
                  <a:lnTo>
                    <a:pt x="10584764" y="17014"/>
                  </a:lnTo>
                  <a:lnTo>
                    <a:pt x="10472180" y="22689"/>
                  </a:lnTo>
                  <a:lnTo>
                    <a:pt x="10357981" y="29231"/>
                  </a:lnTo>
                  <a:lnTo>
                    <a:pt x="10245392" y="36623"/>
                  </a:lnTo>
                  <a:lnTo>
                    <a:pt x="10136870" y="44862"/>
                  </a:lnTo>
                  <a:lnTo>
                    <a:pt x="10034070" y="53961"/>
                  </a:lnTo>
                  <a:lnTo>
                    <a:pt x="9937927" y="63963"/>
                  </a:lnTo>
                  <a:lnTo>
                    <a:pt x="9848794" y="74935"/>
                  </a:lnTo>
                  <a:lnTo>
                    <a:pt x="9766578" y="86972"/>
                  </a:lnTo>
                  <a:lnTo>
                    <a:pt x="9690881" y="100196"/>
                  </a:lnTo>
                  <a:lnTo>
                    <a:pt x="9621103" y="114752"/>
                  </a:lnTo>
                  <a:lnTo>
                    <a:pt x="9556532" y="130800"/>
                  </a:lnTo>
                  <a:lnTo>
                    <a:pt x="9496402" y="148510"/>
                  </a:lnTo>
                  <a:lnTo>
                    <a:pt x="9439944" y="168039"/>
                  </a:lnTo>
                  <a:lnTo>
                    <a:pt x="9386425" y="189512"/>
                  </a:lnTo>
                  <a:lnTo>
                    <a:pt x="9347647" y="207005"/>
                  </a:lnTo>
                  <a:lnTo>
                    <a:pt x="9292275" y="234878"/>
                  </a:lnTo>
                  <a:lnTo>
                    <a:pt x="9238514" y="265268"/>
                  </a:lnTo>
                  <a:lnTo>
                    <a:pt x="9185825" y="298220"/>
                  </a:lnTo>
                  <a:lnTo>
                    <a:pt x="9133798" y="333714"/>
                  </a:lnTo>
                  <a:lnTo>
                    <a:pt x="9082127" y="371656"/>
                  </a:lnTo>
                  <a:lnTo>
                    <a:pt x="9030596" y="411875"/>
                  </a:lnTo>
                  <a:lnTo>
                    <a:pt x="8979067" y="454117"/>
                  </a:lnTo>
                  <a:lnTo>
                    <a:pt x="8927464" y="498053"/>
                  </a:lnTo>
                  <a:lnTo>
                    <a:pt x="8875766" y="543283"/>
                  </a:lnTo>
                  <a:lnTo>
                    <a:pt x="8823990" y="589352"/>
                  </a:lnTo>
                  <a:lnTo>
                    <a:pt x="8772178" y="635767"/>
                  </a:lnTo>
                  <a:lnTo>
                    <a:pt x="8720382" y="682020"/>
                  </a:lnTo>
                  <a:lnTo>
                    <a:pt x="8668652" y="727611"/>
                  </a:lnTo>
                  <a:lnTo>
                    <a:pt x="8617015" y="772068"/>
                  </a:lnTo>
                  <a:lnTo>
                    <a:pt x="8565465" y="814970"/>
                  </a:lnTo>
                  <a:lnTo>
                    <a:pt x="8513947" y="855960"/>
                  </a:lnTo>
                  <a:lnTo>
                    <a:pt x="8462347" y="894757"/>
                  </a:lnTo>
                  <a:lnTo>
                    <a:pt x="8410480" y="931158"/>
                  </a:lnTo>
                  <a:lnTo>
                    <a:pt x="8358075" y="965043"/>
                  </a:lnTo>
                  <a:lnTo>
                    <a:pt x="8304760" y="996365"/>
                  </a:lnTo>
                  <a:lnTo>
                    <a:pt x="8250047" y="1025147"/>
                  </a:lnTo>
                  <a:lnTo>
                    <a:pt x="8229629" y="1035025"/>
                  </a:lnTo>
                  <a:lnTo>
                    <a:pt x="8177887" y="1057999"/>
                  </a:lnTo>
                  <a:lnTo>
                    <a:pt x="8123708" y="1078984"/>
                  </a:lnTo>
                  <a:lnTo>
                    <a:pt x="8066414" y="1098051"/>
                  </a:lnTo>
                  <a:lnTo>
                    <a:pt x="8005261" y="1115335"/>
                  </a:lnTo>
                  <a:lnTo>
                    <a:pt x="7939475" y="1131000"/>
                  </a:lnTo>
                  <a:lnTo>
                    <a:pt x="7868300" y="1145213"/>
                  </a:lnTo>
                  <a:lnTo>
                    <a:pt x="7791045" y="1158132"/>
                  </a:lnTo>
                  <a:lnTo>
                    <a:pt x="7707150" y="1169896"/>
                  </a:lnTo>
                  <a:lnTo>
                    <a:pt x="7616282" y="1180620"/>
                  </a:lnTo>
                  <a:lnTo>
                    <a:pt x="7518445" y="1190394"/>
                  </a:lnTo>
                  <a:lnTo>
                    <a:pt x="7414120" y="1199279"/>
                  </a:lnTo>
                  <a:lnTo>
                    <a:pt x="7304411" y="1207308"/>
                  </a:lnTo>
                  <a:lnTo>
                    <a:pt x="7191166" y="1214492"/>
                  </a:lnTo>
                  <a:lnTo>
                    <a:pt x="7077039" y="1220821"/>
                  </a:lnTo>
                  <a:lnTo>
                    <a:pt x="6965423" y="1226279"/>
                  </a:lnTo>
                  <a:lnTo>
                    <a:pt x="6860230" y="1230850"/>
                  </a:lnTo>
                  <a:lnTo>
                    <a:pt x="6765468" y="1234534"/>
                  </a:lnTo>
                  <a:lnTo>
                    <a:pt x="6684697" y="1237361"/>
                  </a:lnTo>
                  <a:lnTo>
                    <a:pt x="6620445" y="1239397"/>
                  </a:lnTo>
                  <a:lnTo>
                    <a:pt x="6573731" y="1240742"/>
                  </a:lnTo>
                  <a:lnTo>
                    <a:pt x="6543818" y="1241527"/>
                  </a:lnTo>
                  <a:lnTo>
                    <a:pt x="6528216" y="1241902"/>
                  </a:lnTo>
                  <a:lnTo>
                    <a:pt x="6522872" y="1242020"/>
                  </a:lnTo>
                  <a:lnTo>
                    <a:pt x="6522385" y="1242030"/>
                  </a:lnTo>
                  <a:lnTo>
                    <a:pt x="5527445" y="1242030"/>
                  </a:lnTo>
                  <a:lnTo>
                    <a:pt x="5526310" y="1242037"/>
                  </a:lnTo>
                  <a:lnTo>
                    <a:pt x="5518818" y="1242091"/>
                  </a:lnTo>
                  <a:lnTo>
                    <a:pt x="5499833" y="1242238"/>
                  </a:lnTo>
                  <a:lnTo>
                    <a:pt x="5465641" y="1242529"/>
                  </a:lnTo>
                  <a:lnTo>
                    <a:pt x="5414171" y="1243010"/>
                  </a:lnTo>
                  <a:lnTo>
                    <a:pt x="5345153" y="1243720"/>
                  </a:lnTo>
                  <a:lnTo>
                    <a:pt x="5260054" y="1244689"/>
                  </a:lnTo>
                  <a:lnTo>
                    <a:pt x="5161759" y="1245935"/>
                  </a:lnTo>
                  <a:lnTo>
                    <a:pt x="5054046" y="1247463"/>
                  </a:lnTo>
                  <a:lnTo>
                    <a:pt x="4940987" y="1249274"/>
                  </a:lnTo>
                  <a:lnTo>
                    <a:pt x="4826420" y="1251360"/>
                  </a:lnTo>
                  <a:lnTo>
                    <a:pt x="4713577" y="1253717"/>
                  </a:lnTo>
                  <a:lnTo>
                    <a:pt x="4604907" y="1256344"/>
                  </a:lnTo>
                  <a:lnTo>
                    <a:pt x="4502050" y="1259245"/>
                  </a:lnTo>
                  <a:lnTo>
                    <a:pt x="4405923" y="1262435"/>
                  </a:lnTo>
                  <a:lnTo>
                    <a:pt x="4316855" y="1265935"/>
                  </a:lnTo>
                  <a:lnTo>
                    <a:pt x="4234737" y="1269776"/>
                  </a:lnTo>
                  <a:lnTo>
                    <a:pt x="4159150" y="1273998"/>
                  </a:lnTo>
                  <a:lnTo>
                    <a:pt x="4089481" y="1278647"/>
                  </a:lnTo>
                  <a:lnTo>
                    <a:pt x="4025006" y="1283774"/>
                  </a:lnTo>
                  <a:lnTo>
                    <a:pt x="3964950" y="1289434"/>
                  </a:lnTo>
                  <a:lnTo>
                    <a:pt x="3908539" y="1295677"/>
                  </a:lnTo>
                  <a:lnTo>
                    <a:pt x="3855035" y="1302541"/>
                  </a:lnTo>
                  <a:lnTo>
                    <a:pt x="3820202" y="1307538"/>
                  </a:lnTo>
                  <a:lnTo>
                    <a:pt x="3759352" y="1317291"/>
                  </a:lnTo>
                  <a:lnTo>
                    <a:pt x="3700384" y="1328011"/>
                  </a:lnTo>
                  <a:lnTo>
                    <a:pt x="3642607" y="1339713"/>
                  </a:lnTo>
                  <a:lnTo>
                    <a:pt x="3585509" y="1352382"/>
                  </a:lnTo>
                  <a:lnTo>
                    <a:pt x="3528726" y="1365966"/>
                  </a:lnTo>
                  <a:lnTo>
                    <a:pt x="3472019" y="1380377"/>
                  </a:lnTo>
                  <a:lnTo>
                    <a:pt x="3415253" y="1395491"/>
                  </a:lnTo>
                  <a:lnTo>
                    <a:pt x="3358374" y="1411148"/>
                  </a:lnTo>
                  <a:lnTo>
                    <a:pt x="3301393" y="1427162"/>
                  </a:lnTo>
                  <a:lnTo>
                    <a:pt x="3244364" y="1443326"/>
                  </a:lnTo>
                  <a:lnTo>
                    <a:pt x="3187356" y="1459427"/>
                  </a:lnTo>
                  <a:lnTo>
                    <a:pt x="3130432" y="1475254"/>
                  </a:lnTo>
                  <a:lnTo>
                    <a:pt x="3073621" y="1490612"/>
                  </a:lnTo>
                  <a:lnTo>
                    <a:pt x="3016901" y="1505328"/>
                  </a:lnTo>
                  <a:lnTo>
                    <a:pt x="2960173" y="1519264"/>
                  </a:lnTo>
                  <a:lnTo>
                    <a:pt x="2903240" y="1532316"/>
                  </a:lnTo>
                  <a:lnTo>
                    <a:pt x="2845794" y="1544419"/>
                  </a:lnTo>
                  <a:lnTo>
                    <a:pt x="2787386" y="1555541"/>
                  </a:lnTo>
                  <a:lnTo>
                    <a:pt x="2727405" y="1565687"/>
                  </a:lnTo>
                  <a:lnTo>
                    <a:pt x="2702183" y="1569569"/>
                  </a:lnTo>
                  <a:lnTo>
                    <a:pt x="2650267" y="1576862"/>
                  </a:lnTo>
                  <a:lnTo>
                    <a:pt x="2595896" y="1583522"/>
                  </a:lnTo>
                  <a:lnTo>
                    <a:pt x="2538386" y="1589571"/>
                  </a:lnTo>
                  <a:lnTo>
                    <a:pt x="2476982" y="1595052"/>
                  </a:lnTo>
                  <a:lnTo>
                    <a:pt x="2410906" y="1600019"/>
                  </a:lnTo>
                  <a:lnTo>
                    <a:pt x="2339392" y="1604523"/>
                  </a:lnTo>
                  <a:lnTo>
                    <a:pt x="2261746" y="1608617"/>
                  </a:lnTo>
                  <a:lnTo>
                    <a:pt x="2177406" y="1612343"/>
                  </a:lnTo>
                  <a:lnTo>
                    <a:pt x="2086041" y="1615740"/>
                  </a:lnTo>
                  <a:lnTo>
                    <a:pt x="1987670" y="1618834"/>
                  </a:lnTo>
                  <a:lnTo>
                    <a:pt x="1882794" y="1621645"/>
                  </a:lnTo>
                  <a:lnTo>
                    <a:pt x="1772552" y="1624184"/>
                  </a:lnTo>
                  <a:lnTo>
                    <a:pt x="1658841" y="1626454"/>
                  </a:lnTo>
                  <a:lnTo>
                    <a:pt x="1544374" y="1628451"/>
                  </a:lnTo>
                  <a:lnTo>
                    <a:pt x="1432608" y="1630171"/>
                  </a:lnTo>
                  <a:lnTo>
                    <a:pt x="1327507" y="1631608"/>
                  </a:lnTo>
                  <a:lnTo>
                    <a:pt x="1233111" y="1632762"/>
                  </a:lnTo>
                  <a:lnTo>
                    <a:pt x="1152973" y="1633645"/>
                  </a:lnTo>
                  <a:lnTo>
                    <a:pt x="1089567" y="1634277"/>
                  </a:lnTo>
                  <a:lnTo>
                    <a:pt x="1043821" y="1634691"/>
                  </a:lnTo>
                  <a:lnTo>
                    <a:pt x="1014874" y="1634930"/>
                  </a:lnTo>
                  <a:lnTo>
                    <a:pt x="1000098" y="1635042"/>
                  </a:lnTo>
                  <a:lnTo>
                    <a:pt x="995296" y="1635075"/>
                  </a:lnTo>
                  <a:lnTo>
                    <a:pt x="994940" y="1635077"/>
                  </a:lnTo>
                  <a:lnTo>
                    <a:pt x="0" y="1635077"/>
                  </a:lnTo>
                  <a:lnTo>
                    <a:pt x="0" y="16350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3" name="pg1022"/>
            <p:cNvSpPr/>
            <p:nvPr/>
          </p:nvSpPr>
          <p:spPr>
            <a:xfrm>
              <a:off x="1199187" y="2515339"/>
              <a:ext cx="12049831" cy="3448337"/>
            </a:xfrm>
            <a:custGeom>
              <a:avLst/>
              <a:pathLst>
                <a:path w="12049831" h="3448337">
                  <a:moveTo>
                    <a:pt x="0" y="2117216"/>
                  </a:moveTo>
                  <a:lnTo>
                    <a:pt x="994940" y="2117216"/>
                  </a:lnTo>
                  <a:lnTo>
                    <a:pt x="996062" y="2117241"/>
                  </a:lnTo>
                  <a:lnTo>
                    <a:pt x="1003472" y="2117420"/>
                  </a:lnTo>
                  <a:lnTo>
                    <a:pt x="1022254" y="2117914"/>
                  </a:lnTo>
                  <a:lnTo>
                    <a:pt x="1056096" y="2118887"/>
                  </a:lnTo>
                  <a:lnTo>
                    <a:pt x="1107067" y="2120497"/>
                  </a:lnTo>
                  <a:lnTo>
                    <a:pt x="1175466" y="2122875"/>
                  </a:lnTo>
                  <a:lnTo>
                    <a:pt x="1259874" y="2126122"/>
                  </a:lnTo>
                  <a:lnTo>
                    <a:pt x="1357469" y="2130297"/>
                  </a:lnTo>
                  <a:lnTo>
                    <a:pt x="1464532" y="2135424"/>
                  </a:lnTo>
                  <a:lnTo>
                    <a:pt x="1577038" y="2141498"/>
                  </a:lnTo>
                  <a:lnTo>
                    <a:pt x="1691177" y="2148500"/>
                  </a:lnTo>
                  <a:lnTo>
                    <a:pt x="1803723" y="2156412"/>
                  </a:lnTo>
                  <a:lnTo>
                    <a:pt x="1912221" y="2165231"/>
                  </a:lnTo>
                  <a:lnTo>
                    <a:pt x="2015012" y="2174971"/>
                  </a:lnTo>
                  <a:lnTo>
                    <a:pt x="2111156" y="2185677"/>
                  </a:lnTo>
                  <a:lnTo>
                    <a:pt x="2200300" y="2197420"/>
                  </a:lnTo>
                  <a:lnTo>
                    <a:pt x="2282531" y="2210303"/>
                  </a:lnTo>
                  <a:lnTo>
                    <a:pt x="2358247" y="2224456"/>
                  </a:lnTo>
                  <a:lnTo>
                    <a:pt x="2428042" y="2240032"/>
                  </a:lnTo>
                  <a:lnTo>
                    <a:pt x="2492630" y="2257205"/>
                  </a:lnTo>
                  <a:lnTo>
                    <a:pt x="2552772" y="2276154"/>
                  </a:lnTo>
                  <a:lnTo>
                    <a:pt x="2609238" y="2297049"/>
                  </a:lnTo>
                  <a:lnTo>
                    <a:pt x="2662759" y="2320024"/>
                  </a:lnTo>
                  <a:lnTo>
                    <a:pt x="2702183" y="2339069"/>
                  </a:lnTo>
                  <a:lnTo>
                    <a:pt x="2756862" y="2368545"/>
                  </a:lnTo>
                  <a:lnTo>
                    <a:pt x="2809962" y="2400648"/>
                  </a:lnTo>
                  <a:lnTo>
                    <a:pt x="2862005" y="2435427"/>
                  </a:lnTo>
                  <a:lnTo>
                    <a:pt x="2913391" y="2472864"/>
                  </a:lnTo>
                  <a:lnTo>
                    <a:pt x="2964418" y="2512865"/>
                  </a:lnTo>
                  <a:lnTo>
                    <a:pt x="3015296" y="2555259"/>
                  </a:lnTo>
                  <a:lnTo>
                    <a:pt x="3066165" y="2599790"/>
                  </a:lnTo>
                  <a:lnTo>
                    <a:pt x="3117102" y="2646123"/>
                  </a:lnTo>
                  <a:lnTo>
                    <a:pt x="3168131" y="2693854"/>
                  </a:lnTo>
                  <a:lnTo>
                    <a:pt x="3219240" y="2742519"/>
                  </a:lnTo>
                  <a:lnTo>
                    <a:pt x="3270390" y="2791611"/>
                  </a:lnTo>
                  <a:lnTo>
                    <a:pt x="3321531" y="2840610"/>
                  </a:lnTo>
                  <a:lnTo>
                    <a:pt x="3372615" y="2888995"/>
                  </a:lnTo>
                  <a:lnTo>
                    <a:pt x="3423610" y="2936274"/>
                  </a:lnTo>
                  <a:lnTo>
                    <a:pt x="3474517" y="2982003"/>
                  </a:lnTo>
                  <a:lnTo>
                    <a:pt x="3525378" y="3025800"/>
                  </a:lnTo>
                  <a:lnTo>
                    <a:pt x="3576290" y="3067358"/>
                  </a:lnTo>
                  <a:lnTo>
                    <a:pt x="3627417" y="3106453"/>
                  </a:lnTo>
                  <a:lnTo>
                    <a:pt x="3679000" y="3142940"/>
                  </a:lnTo>
                  <a:lnTo>
                    <a:pt x="3731372" y="3176756"/>
                  </a:lnTo>
                  <a:lnTo>
                    <a:pt x="3784972" y="3207905"/>
                  </a:lnTo>
                  <a:lnTo>
                    <a:pt x="3820202" y="3226483"/>
                  </a:lnTo>
                  <a:lnTo>
                    <a:pt x="3871916" y="3251092"/>
                  </a:lnTo>
                  <a:lnTo>
                    <a:pt x="3926063" y="3273572"/>
                  </a:lnTo>
                  <a:lnTo>
                    <a:pt x="3983321" y="3293999"/>
                  </a:lnTo>
                  <a:lnTo>
                    <a:pt x="4044434" y="3312516"/>
                  </a:lnTo>
                  <a:lnTo>
                    <a:pt x="4110172" y="3329300"/>
                  </a:lnTo>
                  <a:lnTo>
                    <a:pt x="4181291" y="3344528"/>
                  </a:lnTo>
                  <a:lnTo>
                    <a:pt x="4258483" y="3358371"/>
                  </a:lnTo>
                  <a:lnTo>
                    <a:pt x="4342305" y="3370977"/>
                  </a:lnTo>
                  <a:lnTo>
                    <a:pt x="4433092" y="3382469"/>
                  </a:lnTo>
                  <a:lnTo>
                    <a:pt x="4530842" y="3392944"/>
                  </a:lnTo>
                  <a:lnTo>
                    <a:pt x="4635076" y="3402466"/>
                  </a:lnTo>
                  <a:lnTo>
                    <a:pt x="4744698" y="3411072"/>
                  </a:lnTo>
                  <a:lnTo>
                    <a:pt x="4857866" y="3418772"/>
                  </a:lnTo>
                  <a:lnTo>
                    <a:pt x="4971938" y="3425559"/>
                  </a:lnTo>
                  <a:lnTo>
                    <a:pt x="5083528" y="3431413"/>
                  </a:lnTo>
                  <a:lnTo>
                    <a:pt x="5188735" y="3436317"/>
                  </a:lnTo>
                  <a:lnTo>
                    <a:pt x="5283556" y="3440272"/>
                  </a:lnTo>
                  <a:lnTo>
                    <a:pt x="5364428" y="3443308"/>
                  </a:lnTo>
                  <a:lnTo>
                    <a:pt x="5428818" y="3445497"/>
                  </a:lnTo>
                  <a:lnTo>
                    <a:pt x="5475690" y="3446944"/>
                  </a:lnTo>
                  <a:lnTo>
                    <a:pt x="5505761" y="3447791"/>
                  </a:lnTo>
                  <a:lnTo>
                    <a:pt x="5521499" y="3448197"/>
                  </a:lnTo>
                  <a:lnTo>
                    <a:pt x="5526934" y="3448325"/>
                  </a:lnTo>
                  <a:lnTo>
                    <a:pt x="5527445" y="3448337"/>
                  </a:lnTo>
                  <a:lnTo>
                    <a:pt x="6522385" y="3448337"/>
                  </a:lnTo>
                  <a:lnTo>
                    <a:pt x="6523436" y="3448276"/>
                  </a:lnTo>
                  <a:lnTo>
                    <a:pt x="6530377" y="3447844"/>
                  </a:lnTo>
                  <a:lnTo>
                    <a:pt x="6548005" y="3446651"/>
                  </a:lnTo>
                  <a:lnTo>
                    <a:pt x="6579842" y="3444299"/>
                  </a:lnTo>
                  <a:lnTo>
                    <a:pt x="6627950" y="3440408"/>
                  </a:lnTo>
                  <a:lnTo>
                    <a:pt x="6692775" y="3434648"/>
                  </a:lnTo>
                  <a:lnTo>
                    <a:pt x="6773177" y="3426768"/>
                  </a:lnTo>
                  <a:lnTo>
                    <a:pt x="6866679" y="3416608"/>
                  </a:lnTo>
                  <a:lnTo>
                    <a:pt x="6969904" y="3404101"/>
                  </a:lnTo>
                  <a:lnTo>
                    <a:pt x="7079102" y="3389246"/>
                  </a:lnTo>
                  <a:lnTo>
                    <a:pt x="7190634" y="3372084"/>
                  </a:lnTo>
                  <a:lnTo>
                    <a:pt x="7301333" y="3352662"/>
                  </a:lnTo>
                  <a:lnTo>
                    <a:pt x="7408712" y="3331002"/>
                  </a:lnTo>
                  <a:lnTo>
                    <a:pt x="7511018" y="3307080"/>
                  </a:lnTo>
                  <a:lnTo>
                    <a:pt x="7607183" y="3280814"/>
                  </a:lnTo>
                  <a:lnTo>
                    <a:pt x="7696715" y="3252051"/>
                  </a:lnTo>
                  <a:lnTo>
                    <a:pt x="7779568" y="3220568"/>
                  </a:lnTo>
                  <a:lnTo>
                    <a:pt x="7856020" y="3186076"/>
                  </a:lnTo>
                  <a:lnTo>
                    <a:pt x="7926567" y="3148223"/>
                  </a:lnTo>
                  <a:lnTo>
                    <a:pt x="7991837" y="3106609"/>
                  </a:lnTo>
                  <a:lnTo>
                    <a:pt x="8052531" y="3060802"/>
                  </a:lnTo>
                  <a:lnTo>
                    <a:pt x="8109367" y="3010372"/>
                  </a:lnTo>
                  <a:lnTo>
                    <a:pt x="8163053" y="2954945"/>
                  </a:lnTo>
                  <a:lnTo>
                    <a:pt x="8214240" y="2894281"/>
                  </a:lnTo>
                  <a:lnTo>
                    <a:pt x="8229629" y="2874487"/>
                  </a:lnTo>
                  <a:lnTo>
                    <a:pt x="8270685" y="2818113"/>
                  </a:lnTo>
                  <a:lnTo>
                    <a:pt x="8310776" y="2757968"/>
                  </a:lnTo>
                  <a:lnTo>
                    <a:pt x="8350141" y="2693973"/>
                  </a:lnTo>
                  <a:lnTo>
                    <a:pt x="8388977" y="2626103"/>
                  </a:lnTo>
                  <a:lnTo>
                    <a:pt x="8427446" y="2554385"/>
                  </a:lnTo>
                  <a:lnTo>
                    <a:pt x="8465678" y="2478908"/>
                  </a:lnTo>
                  <a:lnTo>
                    <a:pt x="8503773" y="2399825"/>
                  </a:lnTo>
                  <a:lnTo>
                    <a:pt x="8541808" y="2317353"/>
                  </a:lnTo>
                  <a:lnTo>
                    <a:pt x="8579839" y="2231779"/>
                  </a:lnTo>
                  <a:lnTo>
                    <a:pt x="8617900" y="2143452"/>
                  </a:lnTo>
                  <a:lnTo>
                    <a:pt x="8656009" y="2052782"/>
                  </a:lnTo>
                  <a:lnTo>
                    <a:pt x="8694170" y="1960232"/>
                  </a:lnTo>
                  <a:lnTo>
                    <a:pt x="8732378" y="1866312"/>
                  </a:lnTo>
                  <a:lnTo>
                    <a:pt x="8770616" y="1771563"/>
                  </a:lnTo>
                  <a:lnTo>
                    <a:pt x="8808864" y="1676545"/>
                  </a:lnTo>
                  <a:lnTo>
                    <a:pt x="8847100" y="1581828"/>
                  </a:lnTo>
                  <a:lnTo>
                    <a:pt x="8885305" y="1487972"/>
                  </a:lnTo>
                  <a:lnTo>
                    <a:pt x="8923464" y="1395518"/>
                  </a:lnTo>
                  <a:lnTo>
                    <a:pt x="8961570" y="1304971"/>
                  </a:lnTo>
                  <a:lnTo>
                    <a:pt x="8999628" y="1216791"/>
                  </a:lnTo>
                  <a:lnTo>
                    <a:pt x="9037658" y="1131387"/>
                  </a:lnTo>
                  <a:lnTo>
                    <a:pt x="9075695" y="1049103"/>
                  </a:lnTo>
                  <a:lnTo>
                    <a:pt x="9113796" y="970222"/>
                  </a:lnTo>
                  <a:lnTo>
                    <a:pt x="9152038" y="894958"/>
                  </a:lnTo>
                  <a:lnTo>
                    <a:pt x="9190525" y="823460"/>
                  </a:lnTo>
                  <a:lnTo>
                    <a:pt x="9229387" y="755813"/>
                  </a:lnTo>
                  <a:lnTo>
                    <a:pt x="9268788" y="692041"/>
                  </a:lnTo>
                  <a:lnTo>
                    <a:pt x="9308927" y="632115"/>
                  </a:lnTo>
                  <a:lnTo>
                    <a:pt x="9347647" y="579090"/>
                  </a:lnTo>
                  <a:lnTo>
                    <a:pt x="9398183" y="516796"/>
                  </a:lnTo>
                  <a:lnTo>
                    <a:pt x="9451031" y="459768"/>
                  </a:lnTo>
                  <a:lnTo>
                    <a:pt x="9506821" y="407832"/>
                  </a:lnTo>
                  <a:lnTo>
                    <a:pt x="9566246" y="360642"/>
                  </a:lnTo>
                  <a:lnTo>
                    <a:pt x="9630028" y="317780"/>
                  </a:lnTo>
                  <a:lnTo>
                    <a:pt x="9698874" y="278811"/>
                  </a:lnTo>
                  <a:lnTo>
                    <a:pt x="9773443" y="243321"/>
                  </a:lnTo>
                  <a:lnTo>
                    <a:pt x="9854278" y="210944"/>
                  </a:lnTo>
                  <a:lnTo>
                    <a:pt x="9941735" y="181367"/>
                  </a:lnTo>
                  <a:lnTo>
                    <a:pt x="10035881" y="154350"/>
                  </a:lnTo>
                  <a:lnTo>
                    <a:pt x="10136376" y="129717"/>
                  </a:lnTo>
                  <a:lnTo>
                    <a:pt x="10242343" y="107364"/>
                  </a:lnTo>
                  <a:lnTo>
                    <a:pt x="10352248" y="87250"/>
                  </a:lnTo>
                  <a:lnTo>
                    <a:pt x="10463831" y="69386"/>
                  </a:lnTo>
                  <a:lnTo>
                    <a:pt x="10574122" y="53813"/>
                  </a:lnTo>
                  <a:lnTo>
                    <a:pt x="10679595" y="40578"/>
                  </a:lnTo>
                  <a:lnTo>
                    <a:pt x="10776487" y="29698"/>
                  </a:lnTo>
                  <a:lnTo>
                    <a:pt x="10861249" y="21126"/>
                  </a:lnTo>
                  <a:lnTo>
                    <a:pt x="10931074" y="14734"/>
                  </a:lnTo>
                  <a:lnTo>
                    <a:pt x="10984371" y="10298"/>
                  </a:lnTo>
                  <a:lnTo>
                    <a:pt x="11021086" y="7510"/>
                  </a:lnTo>
                  <a:lnTo>
                    <a:pt x="11042788" y="6001"/>
                  </a:lnTo>
                  <a:lnTo>
                    <a:pt x="11052573" y="537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41" y="60"/>
                  </a:lnTo>
                  <a:lnTo>
                    <a:pt x="11046899" y="492"/>
                  </a:lnTo>
                  <a:lnTo>
                    <a:pt x="11029272" y="1685"/>
                  </a:lnTo>
                  <a:lnTo>
                    <a:pt x="10997434" y="4037"/>
                  </a:lnTo>
                  <a:lnTo>
                    <a:pt x="10949326" y="7928"/>
                  </a:lnTo>
                  <a:lnTo>
                    <a:pt x="10884501" y="13688"/>
                  </a:lnTo>
                  <a:lnTo>
                    <a:pt x="10804099" y="21569"/>
                  </a:lnTo>
                  <a:lnTo>
                    <a:pt x="10710598" y="31728"/>
                  </a:lnTo>
                  <a:lnTo>
                    <a:pt x="10607372" y="44236"/>
                  </a:lnTo>
                  <a:lnTo>
                    <a:pt x="10498174" y="59091"/>
                  </a:lnTo>
                  <a:lnTo>
                    <a:pt x="10386643" y="76252"/>
                  </a:lnTo>
                  <a:lnTo>
                    <a:pt x="10275944" y="95675"/>
                  </a:lnTo>
                  <a:lnTo>
                    <a:pt x="10168565" y="117335"/>
                  </a:lnTo>
                  <a:lnTo>
                    <a:pt x="10066258" y="141256"/>
                  </a:lnTo>
                  <a:lnTo>
                    <a:pt x="9970093" y="167522"/>
                  </a:lnTo>
                  <a:lnTo>
                    <a:pt x="9880562" y="196286"/>
                  </a:lnTo>
                  <a:lnTo>
                    <a:pt x="9797709" y="227769"/>
                  </a:lnTo>
                  <a:lnTo>
                    <a:pt x="9721257" y="262261"/>
                  </a:lnTo>
                  <a:lnTo>
                    <a:pt x="9650710" y="300113"/>
                  </a:lnTo>
                  <a:lnTo>
                    <a:pt x="9585439" y="341728"/>
                  </a:lnTo>
                  <a:lnTo>
                    <a:pt x="9524746" y="387535"/>
                  </a:lnTo>
                  <a:lnTo>
                    <a:pt x="9467909" y="437964"/>
                  </a:lnTo>
                  <a:lnTo>
                    <a:pt x="9414224" y="493391"/>
                  </a:lnTo>
                  <a:lnTo>
                    <a:pt x="9363036" y="554055"/>
                  </a:lnTo>
                  <a:lnTo>
                    <a:pt x="9347647" y="573849"/>
                  </a:lnTo>
                  <a:lnTo>
                    <a:pt x="9306591" y="630223"/>
                  </a:lnTo>
                  <a:lnTo>
                    <a:pt x="9266501" y="690368"/>
                  </a:lnTo>
                  <a:lnTo>
                    <a:pt x="9227136" y="754363"/>
                  </a:lnTo>
                  <a:lnTo>
                    <a:pt x="9188299" y="822233"/>
                  </a:lnTo>
                  <a:lnTo>
                    <a:pt x="9149830" y="893951"/>
                  </a:lnTo>
                  <a:lnTo>
                    <a:pt x="9111599" y="969428"/>
                  </a:lnTo>
                  <a:lnTo>
                    <a:pt x="9073504" y="1048511"/>
                  </a:lnTo>
                  <a:lnTo>
                    <a:pt x="9035468" y="1130983"/>
                  </a:lnTo>
                  <a:lnTo>
                    <a:pt x="8997438" y="1216557"/>
                  </a:lnTo>
                  <a:lnTo>
                    <a:pt x="8959377" y="1304885"/>
                  </a:lnTo>
                  <a:lnTo>
                    <a:pt x="8921268" y="1395555"/>
                  </a:lnTo>
                  <a:lnTo>
                    <a:pt x="8883106" y="1488104"/>
                  </a:lnTo>
                  <a:lnTo>
                    <a:pt x="8844899" y="1582024"/>
                  </a:lnTo>
                  <a:lnTo>
                    <a:pt x="8806661" y="1676774"/>
                  </a:lnTo>
                  <a:lnTo>
                    <a:pt x="8768413" y="1771791"/>
                  </a:lnTo>
                  <a:lnTo>
                    <a:pt x="8730176" y="1866508"/>
                  </a:lnTo>
                  <a:lnTo>
                    <a:pt x="8691971" y="1960364"/>
                  </a:lnTo>
                  <a:lnTo>
                    <a:pt x="8653813" y="2052818"/>
                  </a:lnTo>
                  <a:lnTo>
                    <a:pt x="8615706" y="2143366"/>
                  </a:lnTo>
                  <a:lnTo>
                    <a:pt x="8577648" y="2231545"/>
                  </a:lnTo>
                  <a:lnTo>
                    <a:pt x="8539618" y="2316949"/>
                  </a:lnTo>
                  <a:lnTo>
                    <a:pt x="8501581" y="2399233"/>
                  </a:lnTo>
                  <a:lnTo>
                    <a:pt x="8463481" y="2478114"/>
                  </a:lnTo>
                  <a:lnTo>
                    <a:pt x="8425238" y="2553378"/>
                  </a:lnTo>
                  <a:lnTo>
                    <a:pt x="8386752" y="2624876"/>
                  </a:lnTo>
                  <a:lnTo>
                    <a:pt x="8347890" y="2692523"/>
                  </a:lnTo>
                  <a:lnTo>
                    <a:pt x="8308489" y="2756295"/>
                  </a:lnTo>
                  <a:lnTo>
                    <a:pt x="8268349" y="2816221"/>
                  </a:lnTo>
                  <a:lnTo>
                    <a:pt x="8229629" y="2869247"/>
                  </a:lnTo>
                  <a:lnTo>
                    <a:pt x="8179094" y="2931541"/>
                  </a:lnTo>
                  <a:lnTo>
                    <a:pt x="8126246" y="2988568"/>
                  </a:lnTo>
                  <a:lnTo>
                    <a:pt x="8070456" y="3040504"/>
                  </a:lnTo>
                  <a:lnTo>
                    <a:pt x="8011030" y="3087694"/>
                  </a:lnTo>
                  <a:lnTo>
                    <a:pt x="7947249" y="3130556"/>
                  </a:lnTo>
                  <a:lnTo>
                    <a:pt x="7878402" y="3169525"/>
                  </a:lnTo>
                  <a:lnTo>
                    <a:pt x="7803834" y="3205015"/>
                  </a:lnTo>
                  <a:lnTo>
                    <a:pt x="7722999" y="3237393"/>
                  </a:lnTo>
                  <a:lnTo>
                    <a:pt x="7635542" y="3266969"/>
                  </a:lnTo>
                  <a:lnTo>
                    <a:pt x="7541395" y="3293987"/>
                  </a:lnTo>
                  <a:lnTo>
                    <a:pt x="7440900" y="3318620"/>
                  </a:lnTo>
                  <a:lnTo>
                    <a:pt x="7334934" y="3340973"/>
                  </a:lnTo>
                  <a:lnTo>
                    <a:pt x="7225028" y="3361086"/>
                  </a:lnTo>
                  <a:lnTo>
                    <a:pt x="7113445" y="3378951"/>
                  </a:lnTo>
                  <a:lnTo>
                    <a:pt x="7003155" y="3394523"/>
                  </a:lnTo>
                  <a:lnTo>
                    <a:pt x="6897681" y="3407758"/>
                  </a:lnTo>
                  <a:lnTo>
                    <a:pt x="6800790" y="3418639"/>
                  </a:lnTo>
                  <a:lnTo>
                    <a:pt x="6716028" y="3427210"/>
                  </a:lnTo>
                  <a:lnTo>
                    <a:pt x="6646203" y="3433602"/>
                  </a:lnTo>
                  <a:lnTo>
                    <a:pt x="6592905" y="3438038"/>
                  </a:lnTo>
                  <a:lnTo>
                    <a:pt x="6556191" y="3440826"/>
                  </a:lnTo>
                  <a:lnTo>
                    <a:pt x="6534488" y="3442335"/>
                  </a:lnTo>
                  <a:lnTo>
                    <a:pt x="6524703" y="3442959"/>
                  </a:lnTo>
                  <a:lnTo>
                    <a:pt x="6522385" y="3443096"/>
                  </a:lnTo>
                  <a:lnTo>
                    <a:pt x="5527445" y="3443096"/>
                  </a:lnTo>
                  <a:lnTo>
                    <a:pt x="5526323" y="3443071"/>
                  </a:lnTo>
                  <a:lnTo>
                    <a:pt x="5518913" y="3442892"/>
                  </a:lnTo>
                  <a:lnTo>
                    <a:pt x="5500131" y="3442398"/>
                  </a:lnTo>
                  <a:lnTo>
                    <a:pt x="5466289" y="3441424"/>
                  </a:lnTo>
                  <a:lnTo>
                    <a:pt x="5415318" y="3439815"/>
                  </a:lnTo>
                  <a:lnTo>
                    <a:pt x="5346919" y="3437437"/>
                  </a:lnTo>
                  <a:lnTo>
                    <a:pt x="5262511" y="3434190"/>
                  </a:lnTo>
                  <a:lnTo>
                    <a:pt x="5164916" y="3430015"/>
                  </a:lnTo>
                  <a:lnTo>
                    <a:pt x="5057853" y="3424888"/>
                  </a:lnTo>
                  <a:lnTo>
                    <a:pt x="4945347" y="3418814"/>
                  </a:lnTo>
                  <a:lnTo>
                    <a:pt x="4831208" y="3411812"/>
                  </a:lnTo>
                  <a:lnTo>
                    <a:pt x="4718662" y="3403899"/>
                  </a:lnTo>
                  <a:lnTo>
                    <a:pt x="4610164" y="3395081"/>
                  </a:lnTo>
                  <a:lnTo>
                    <a:pt x="4507373" y="3385341"/>
                  </a:lnTo>
                  <a:lnTo>
                    <a:pt x="4411229" y="3374635"/>
                  </a:lnTo>
                  <a:lnTo>
                    <a:pt x="4322085" y="3362892"/>
                  </a:lnTo>
                  <a:lnTo>
                    <a:pt x="4239854" y="3350009"/>
                  </a:lnTo>
                  <a:lnTo>
                    <a:pt x="4164138" y="3335856"/>
                  </a:lnTo>
                  <a:lnTo>
                    <a:pt x="4094343" y="3320280"/>
                  </a:lnTo>
                  <a:lnTo>
                    <a:pt x="4029755" y="3303107"/>
                  </a:lnTo>
                  <a:lnTo>
                    <a:pt x="3969613" y="3284158"/>
                  </a:lnTo>
                  <a:lnTo>
                    <a:pt x="3913147" y="3263263"/>
                  </a:lnTo>
                  <a:lnTo>
                    <a:pt x="3859626" y="3240288"/>
                  </a:lnTo>
                  <a:lnTo>
                    <a:pt x="3820202" y="3221243"/>
                  </a:lnTo>
                  <a:lnTo>
                    <a:pt x="3765523" y="3191767"/>
                  </a:lnTo>
                  <a:lnTo>
                    <a:pt x="3712423" y="3159664"/>
                  </a:lnTo>
                  <a:lnTo>
                    <a:pt x="3660380" y="3124884"/>
                  </a:lnTo>
                  <a:lnTo>
                    <a:pt x="3608994" y="3087448"/>
                  </a:lnTo>
                  <a:lnTo>
                    <a:pt x="3557967" y="3047446"/>
                  </a:lnTo>
                  <a:lnTo>
                    <a:pt x="3507089" y="3005053"/>
                  </a:lnTo>
                  <a:lnTo>
                    <a:pt x="3456220" y="2960522"/>
                  </a:lnTo>
                  <a:lnTo>
                    <a:pt x="3405283" y="2914188"/>
                  </a:lnTo>
                  <a:lnTo>
                    <a:pt x="3354254" y="2866457"/>
                  </a:lnTo>
                  <a:lnTo>
                    <a:pt x="3303145" y="2817793"/>
                  </a:lnTo>
                  <a:lnTo>
                    <a:pt x="3251995" y="2768700"/>
                  </a:lnTo>
                  <a:lnTo>
                    <a:pt x="3200854" y="2719702"/>
                  </a:lnTo>
                  <a:lnTo>
                    <a:pt x="3149770" y="2671317"/>
                  </a:lnTo>
                  <a:lnTo>
                    <a:pt x="3098775" y="2624037"/>
                  </a:lnTo>
                  <a:lnTo>
                    <a:pt x="3047868" y="2578309"/>
                  </a:lnTo>
                  <a:lnTo>
                    <a:pt x="2997007" y="2534512"/>
                  </a:lnTo>
                  <a:lnTo>
                    <a:pt x="2946095" y="2492954"/>
                  </a:lnTo>
                  <a:lnTo>
                    <a:pt x="2894968" y="2453859"/>
                  </a:lnTo>
                  <a:lnTo>
                    <a:pt x="2843385" y="2417372"/>
                  </a:lnTo>
                  <a:lnTo>
                    <a:pt x="2791013" y="2383556"/>
                  </a:lnTo>
                  <a:lnTo>
                    <a:pt x="2737413" y="2352406"/>
                  </a:lnTo>
                  <a:lnTo>
                    <a:pt x="2702183" y="2333829"/>
                  </a:lnTo>
                  <a:lnTo>
                    <a:pt x="2650469" y="2309219"/>
                  </a:lnTo>
                  <a:lnTo>
                    <a:pt x="2596322" y="2286739"/>
                  </a:lnTo>
                  <a:lnTo>
                    <a:pt x="2539064" y="2266313"/>
                  </a:lnTo>
                  <a:lnTo>
                    <a:pt x="2477951" y="2247795"/>
                  </a:lnTo>
                  <a:lnTo>
                    <a:pt x="2412213" y="2231012"/>
                  </a:lnTo>
                  <a:lnTo>
                    <a:pt x="2341094" y="2215784"/>
                  </a:lnTo>
                  <a:lnTo>
                    <a:pt x="2263902" y="2201941"/>
                  </a:lnTo>
                  <a:lnTo>
                    <a:pt x="2180080" y="2189335"/>
                  </a:lnTo>
                  <a:lnTo>
                    <a:pt x="2089293" y="2177842"/>
                  </a:lnTo>
                  <a:lnTo>
                    <a:pt x="1991543" y="2167368"/>
                  </a:lnTo>
                  <a:lnTo>
                    <a:pt x="1887309" y="2157846"/>
                  </a:lnTo>
                  <a:lnTo>
                    <a:pt x="1777687" y="2149240"/>
                  </a:lnTo>
                  <a:lnTo>
                    <a:pt x="1664519" y="2141539"/>
                  </a:lnTo>
                  <a:lnTo>
                    <a:pt x="1550447" y="2134753"/>
                  </a:lnTo>
                  <a:lnTo>
                    <a:pt x="1438857" y="2128899"/>
                  </a:lnTo>
                  <a:lnTo>
                    <a:pt x="1333650" y="2123995"/>
                  </a:lnTo>
                  <a:lnTo>
                    <a:pt x="1238829" y="2120040"/>
                  </a:lnTo>
                  <a:lnTo>
                    <a:pt x="1157956" y="2117003"/>
                  </a:lnTo>
                  <a:lnTo>
                    <a:pt x="1093567" y="2114815"/>
                  </a:lnTo>
                  <a:lnTo>
                    <a:pt x="1046695" y="2113367"/>
                  </a:lnTo>
                  <a:lnTo>
                    <a:pt x="1016624" y="2112520"/>
                  </a:lnTo>
                  <a:lnTo>
                    <a:pt x="1000886" y="2112115"/>
                  </a:lnTo>
                  <a:lnTo>
                    <a:pt x="995451" y="2111986"/>
                  </a:lnTo>
                  <a:lnTo>
                    <a:pt x="994940" y="2111975"/>
                  </a:lnTo>
                  <a:lnTo>
                    <a:pt x="0" y="2111975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24" name="pl1023"/>
            <p:cNvSpPr/>
            <p:nvPr/>
          </p:nvSpPr>
          <p:spPr>
            <a:xfrm>
              <a:off x="1199187" y="2520580"/>
              <a:ext cx="12049831" cy="3443096"/>
            </a:xfrm>
            <a:custGeom>
              <a:avLst/>
              <a:pathLst>
                <a:path w="12049831" h="3443096">
                  <a:moveTo>
                    <a:pt x="0" y="2111975"/>
                  </a:moveTo>
                  <a:lnTo>
                    <a:pt x="994940" y="2111975"/>
                  </a:lnTo>
                  <a:lnTo>
                    <a:pt x="996062" y="2112000"/>
                  </a:lnTo>
                  <a:lnTo>
                    <a:pt x="1003472" y="2112179"/>
                  </a:lnTo>
                  <a:lnTo>
                    <a:pt x="1022254" y="2112673"/>
                  </a:lnTo>
                  <a:lnTo>
                    <a:pt x="1056096" y="2113647"/>
                  </a:lnTo>
                  <a:lnTo>
                    <a:pt x="1107067" y="2115256"/>
                  </a:lnTo>
                  <a:lnTo>
                    <a:pt x="1175466" y="2117634"/>
                  </a:lnTo>
                  <a:lnTo>
                    <a:pt x="1259874" y="2120881"/>
                  </a:lnTo>
                  <a:lnTo>
                    <a:pt x="1357469" y="2125057"/>
                  </a:lnTo>
                  <a:lnTo>
                    <a:pt x="1464532" y="2130183"/>
                  </a:lnTo>
                  <a:lnTo>
                    <a:pt x="1577038" y="2136257"/>
                  </a:lnTo>
                  <a:lnTo>
                    <a:pt x="1691177" y="2143259"/>
                  </a:lnTo>
                  <a:lnTo>
                    <a:pt x="1803723" y="2151172"/>
                  </a:lnTo>
                  <a:lnTo>
                    <a:pt x="1912221" y="2159990"/>
                  </a:lnTo>
                  <a:lnTo>
                    <a:pt x="2015012" y="2169730"/>
                  </a:lnTo>
                  <a:lnTo>
                    <a:pt x="2111156" y="2180436"/>
                  </a:lnTo>
                  <a:lnTo>
                    <a:pt x="2200300" y="2192179"/>
                  </a:lnTo>
                  <a:lnTo>
                    <a:pt x="2282531" y="2205062"/>
                  </a:lnTo>
                  <a:lnTo>
                    <a:pt x="2358247" y="2219215"/>
                  </a:lnTo>
                  <a:lnTo>
                    <a:pt x="2428042" y="2234791"/>
                  </a:lnTo>
                  <a:lnTo>
                    <a:pt x="2492630" y="2251964"/>
                  </a:lnTo>
                  <a:lnTo>
                    <a:pt x="2552772" y="2270913"/>
                  </a:lnTo>
                  <a:lnTo>
                    <a:pt x="2609238" y="2291809"/>
                  </a:lnTo>
                  <a:lnTo>
                    <a:pt x="2662759" y="2314783"/>
                  </a:lnTo>
                  <a:lnTo>
                    <a:pt x="2702183" y="2333829"/>
                  </a:lnTo>
                  <a:lnTo>
                    <a:pt x="2756862" y="2363304"/>
                  </a:lnTo>
                  <a:lnTo>
                    <a:pt x="2809962" y="2395408"/>
                  </a:lnTo>
                  <a:lnTo>
                    <a:pt x="2862005" y="2430187"/>
                  </a:lnTo>
                  <a:lnTo>
                    <a:pt x="2913391" y="2467623"/>
                  </a:lnTo>
                  <a:lnTo>
                    <a:pt x="2964418" y="2507625"/>
                  </a:lnTo>
                  <a:lnTo>
                    <a:pt x="3015296" y="2550018"/>
                  </a:lnTo>
                  <a:lnTo>
                    <a:pt x="3066165" y="2594549"/>
                  </a:lnTo>
                  <a:lnTo>
                    <a:pt x="3117102" y="2640883"/>
                  </a:lnTo>
                  <a:lnTo>
                    <a:pt x="3168131" y="2688614"/>
                  </a:lnTo>
                  <a:lnTo>
                    <a:pt x="3219240" y="2737278"/>
                  </a:lnTo>
                  <a:lnTo>
                    <a:pt x="3270390" y="2786371"/>
                  </a:lnTo>
                  <a:lnTo>
                    <a:pt x="3321531" y="2835369"/>
                  </a:lnTo>
                  <a:lnTo>
                    <a:pt x="3372615" y="2883754"/>
                  </a:lnTo>
                  <a:lnTo>
                    <a:pt x="3423610" y="2931034"/>
                  </a:lnTo>
                  <a:lnTo>
                    <a:pt x="3474517" y="2976762"/>
                  </a:lnTo>
                  <a:lnTo>
                    <a:pt x="3525378" y="3020559"/>
                  </a:lnTo>
                  <a:lnTo>
                    <a:pt x="3576290" y="3062117"/>
                  </a:lnTo>
                  <a:lnTo>
                    <a:pt x="3627417" y="3101212"/>
                  </a:lnTo>
                  <a:lnTo>
                    <a:pt x="3679000" y="3137700"/>
                  </a:lnTo>
                  <a:lnTo>
                    <a:pt x="3731372" y="3171515"/>
                  </a:lnTo>
                  <a:lnTo>
                    <a:pt x="3784972" y="3202665"/>
                  </a:lnTo>
                  <a:lnTo>
                    <a:pt x="3820202" y="3221243"/>
                  </a:lnTo>
                  <a:lnTo>
                    <a:pt x="3871916" y="3245852"/>
                  </a:lnTo>
                  <a:lnTo>
                    <a:pt x="3926063" y="3268332"/>
                  </a:lnTo>
                  <a:lnTo>
                    <a:pt x="3983321" y="3288758"/>
                  </a:lnTo>
                  <a:lnTo>
                    <a:pt x="4044434" y="3307276"/>
                  </a:lnTo>
                  <a:lnTo>
                    <a:pt x="4110172" y="3324059"/>
                  </a:lnTo>
                  <a:lnTo>
                    <a:pt x="4181291" y="3339288"/>
                  </a:lnTo>
                  <a:lnTo>
                    <a:pt x="4258483" y="3353130"/>
                  </a:lnTo>
                  <a:lnTo>
                    <a:pt x="4342305" y="3365736"/>
                  </a:lnTo>
                  <a:lnTo>
                    <a:pt x="4433092" y="3377229"/>
                  </a:lnTo>
                  <a:lnTo>
                    <a:pt x="4530842" y="3387703"/>
                  </a:lnTo>
                  <a:lnTo>
                    <a:pt x="4635076" y="3397225"/>
                  </a:lnTo>
                  <a:lnTo>
                    <a:pt x="4744698" y="3405831"/>
                  </a:lnTo>
                  <a:lnTo>
                    <a:pt x="4857866" y="3413532"/>
                  </a:lnTo>
                  <a:lnTo>
                    <a:pt x="4971938" y="3420319"/>
                  </a:lnTo>
                  <a:lnTo>
                    <a:pt x="5083528" y="3426172"/>
                  </a:lnTo>
                  <a:lnTo>
                    <a:pt x="5188735" y="3431076"/>
                  </a:lnTo>
                  <a:lnTo>
                    <a:pt x="5283556" y="3435031"/>
                  </a:lnTo>
                  <a:lnTo>
                    <a:pt x="5364428" y="3438068"/>
                  </a:lnTo>
                  <a:lnTo>
                    <a:pt x="5428818" y="3440256"/>
                  </a:lnTo>
                  <a:lnTo>
                    <a:pt x="5475690" y="3441704"/>
                  </a:lnTo>
                  <a:lnTo>
                    <a:pt x="5505761" y="3442551"/>
                  </a:lnTo>
                  <a:lnTo>
                    <a:pt x="5521499" y="3442956"/>
                  </a:lnTo>
                  <a:lnTo>
                    <a:pt x="5526934" y="3443085"/>
                  </a:lnTo>
                  <a:lnTo>
                    <a:pt x="5527445" y="3443096"/>
                  </a:lnTo>
                  <a:lnTo>
                    <a:pt x="6522385" y="3443096"/>
                  </a:lnTo>
                  <a:lnTo>
                    <a:pt x="6523436" y="3443035"/>
                  </a:lnTo>
                  <a:lnTo>
                    <a:pt x="6530377" y="3442603"/>
                  </a:lnTo>
                  <a:lnTo>
                    <a:pt x="6548005" y="3441410"/>
                  </a:lnTo>
                  <a:lnTo>
                    <a:pt x="6579842" y="3439058"/>
                  </a:lnTo>
                  <a:lnTo>
                    <a:pt x="6627950" y="3435167"/>
                  </a:lnTo>
                  <a:lnTo>
                    <a:pt x="6692775" y="3429407"/>
                  </a:lnTo>
                  <a:lnTo>
                    <a:pt x="6773177" y="3421527"/>
                  </a:lnTo>
                  <a:lnTo>
                    <a:pt x="6866679" y="3411368"/>
                  </a:lnTo>
                  <a:lnTo>
                    <a:pt x="6969904" y="3398860"/>
                  </a:lnTo>
                  <a:lnTo>
                    <a:pt x="7079102" y="3384005"/>
                  </a:lnTo>
                  <a:lnTo>
                    <a:pt x="7190634" y="3366843"/>
                  </a:lnTo>
                  <a:lnTo>
                    <a:pt x="7301333" y="3347421"/>
                  </a:lnTo>
                  <a:lnTo>
                    <a:pt x="7408712" y="3325761"/>
                  </a:lnTo>
                  <a:lnTo>
                    <a:pt x="7511018" y="3301840"/>
                  </a:lnTo>
                  <a:lnTo>
                    <a:pt x="7607183" y="3275573"/>
                  </a:lnTo>
                  <a:lnTo>
                    <a:pt x="7696715" y="3246810"/>
                  </a:lnTo>
                  <a:lnTo>
                    <a:pt x="7779568" y="3215327"/>
                  </a:lnTo>
                  <a:lnTo>
                    <a:pt x="7856020" y="3180835"/>
                  </a:lnTo>
                  <a:lnTo>
                    <a:pt x="7926567" y="3142982"/>
                  </a:lnTo>
                  <a:lnTo>
                    <a:pt x="7991837" y="3101368"/>
                  </a:lnTo>
                  <a:lnTo>
                    <a:pt x="8052531" y="3055561"/>
                  </a:lnTo>
                  <a:lnTo>
                    <a:pt x="8109367" y="3005132"/>
                  </a:lnTo>
                  <a:lnTo>
                    <a:pt x="8163053" y="2949705"/>
                  </a:lnTo>
                  <a:lnTo>
                    <a:pt x="8214240" y="2889041"/>
                  </a:lnTo>
                  <a:lnTo>
                    <a:pt x="8229629" y="2869247"/>
                  </a:lnTo>
                  <a:lnTo>
                    <a:pt x="8270685" y="2812873"/>
                  </a:lnTo>
                  <a:lnTo>
                    <a:pt x="8310776" y="2752727"/>
                  </a:lnTo>
                  <a:lnTo>
                    <a:pt x="8350141" y="2688733"/>
                  </a:lnTo>
                  <a:lnTo>
                    <a:pt x="8388977" y="2620863"/>
                  </a:lnTo>
                  <a:lnTo>
                    <a:pt x="8427446" y="2549145"/>
                  </a:lnTo>
                  <a:lnTo>
                    <a:pt x="8465678" y="2473668"/>
                  </a:lnTo>
                  <a:lnTo>
                    <a:pt x="8503773" y="2394584"/>
                  </a:lnTo>
                  <a:lnTo>
                    <a:pt x="8541808" y="2312113"/>
                  </a:lnTo>
                  <a:lnTo>
                    <a:pt x="8579839" y="2226538"/>
                  </a:lnTo>
                  <a:lnTo>
                    <a:pt x="8617900" y="2138211"/>
                  </a:lnTo>
                  <a:lnTo>
                    <a:pt x="8656009" y="2047541"/>
                  </a:lnTo>
                  <a:lnTo>
                    <a:pt x="8694170" y="1954992"/>
                  </a:lnTo>
                  <a:lnTo>
                    <a:pt x="8732378" y="1861072"/>
                  </a:lnTo>
                  <a:lnTo>
                    <a:pt x="8770616" y="1766322"/>
                  </a:lnTo>
                  <a:lnTo>
                    <a:pt x="8808864" y="1671304"/>
                  </a:lnTo>
                  <a:lnTo>
                    <a:pt x="8847100" y="1576587"/>
                  </a:lnTo>
                  <a:lnTo>
                    <a:pt x="8885305" y="1482732"/>
                  </a:lnTo>
                  <a:lnTo>
                    <a:pt x="8923464" y="1390277"/>
                  </a:lnTo>
                  <a:lnTo>
                    <a:pt x="8961570" y="1299730"/>
                  </a:lnTo>
                  <a:lnTo>
                    <a:pt x="8999628" y="1211551"/>
                  </a:lnTo>
                  <a:lnTo>
                    <a:pt x="9037658" y="1126146"/>
                  </a:lnTo>
                  <a:lnTo>
                    <a:pt x="9075695" y="1043863"/>
                  </a:lnTo>
                  <a:lnTo>
                    <a:pt x="9113796" y="964981"/>
                  </a:lnTo>
                  <a:lnTo>
                    <a:pt x="9152038" y="889717"/>
                  </a:lnTo>
                  <a:lnTo>
                    <a:pt x="9190525" y="818219"/>
                  </a:lnTo>
                  <a:lnTo>
                    <a:pt x="9229387" y="750572"/>
                  </a:lnTo>
                  <a:lnTo>
                    <a:pt x="9268788" y="686801"/>
                  </a:lnTo>
                  <a:lnTo>
                    <a:pt x="9308927" y="626875"/>
                  </a:lnTo>
                  <a:lnTo>
                    <a:pt x="9347647" y="573849"/>
                  </a:lnTo>
                  <a:lnTo>
                    <a:pt x="9398183" y="511555"/>
                  </a:lnTo>
                  <a:lnTo>
                    <a:pt x="9451031" y="454528"/>
                  </a:lnTo>
                  <a:lnTo>
                    <a:pt x="9506821" y="402591"/>
                  </a:lnTo>
                  <a:lnTo>
                    <a:pt x="9566246" y="355402"/>
                  </a:lnTo>
                  <a:lnTo>
                    <a:pt x="9630028" y="312540"/>
                  </a:lnTo>
                  <a:lnTo>
                    <a:pt x="9698874" y="273570"/>
                  </a:lnTo>
                  <a:lnTo>
                    <a:pt x="9773443" y="238081"/>
                  </a:lnTo>
                  <a:lnTo>
                    <a:pt x="9854278" y="205703"/>
                  </a:lnTo>
                  <a:lnTo>
                    <a:pt x="9941735" y="176127"/>
                  </a:lnTo>
                  <a:lnTo>
                    <a:pt x="10035881" y="149109"/>
                  </a:lnTo>
                  <a:lnTo>
                    <a:pt x="10136376" y="124476"/>
                  </a:lnTo>
                  <a:lnTo>
                    <a:pt x="10242343" y="102123"/>
                  </a:lnTo>
                  <a:lnTo>
                    <a:pt x="10352248" y="82009"/>
                  </a:lnTo>
                  <a:lnTo>
                    <a:pt x="10463831" y="64145"/>
                  </a:lnTo>
                  <a:lnTo>
                    <a:pt x="10574122" y="48573"/>
                  </a:lnTo>
                  <a:lnTo>
                    <a:pt x="10679595" y="35338"/>
                  </a:lnTo>
                  <a:lnTo>
                    <a:pt x="10776487" y="24457"/>
                  </a:lnTo>
                  <a:lnTo>
                    <a:pt x="10861249" y="15886"/>
                  </a:lnTo>
                  <a:lnTo>
                    <a:pt x="10931074" y="9494"/>
                  </a:lnTo>
                  <a:lnTo>
                    <a:pt x="10984371" y="5058"/>
                  </a:lnTo>
                  <a:lnTo>
                    <a:pt x="11021086" y="2269"/>
                  </a:lnTo>
                  <a:lnTo>
                    <a:pt x="11042788" y="761"/>
                  </a:lnTo>
                  <a:lnTo>
                    <a:pt x="11052573" y="136"/>
                  </a:lnTo>
                  <a:lnTo>
                    <a:pt x="11054859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5" name="pl1024"/>
            <p:cNvSpPr/>
            <p:nvPr/>
          </p:nvSpPr>
          <p:spPr>
            <a:xfrm>
              <a:off x="1199187" y="2515339"/>
              <a:ext cx="12049831" cy="3443096"/>
            </a:xfrm>
            <a:custGeom>
              <a:avLst/>
              <a:pathLst>
                <a:path w="12049831" h="3443096">
                  <a:moveTo>
                    <a:pt x="12049831" y="0"/>
                  </a:moveTo>
                  <a:lnTo>
                    <a:pt x="11054891" y="0"/>
                  </a:lnTo>
                  <a:lnTo>
                    <a:pt x="11053841" y="60"/>
                  </a:lnTo>
                  <a:lnTo>
                    <a:pt x="11046899" y="492"/>
                  </a:lnTo>
                  <a:lnTo>
                    <a:pt x="11029272" y="1685"/>
                  </a:lnTo>
                  <a:lnTo>
                    <a:pt x="10997434" y="4037"/>
                  </a:lnTo>
                  <a:lnTo>
                    <a:pt x="10949326" y="7928"/>
                  </a:lnTo>
                  <a:lnTo>
                    <a:pt x="10884501" y="13688"/>
                  </a:lnTo>
                  <a:lnTo>
                    <a:pt x="10804099" y="21569"/>
                  </a:lnTo>
                  <a:lnTo>
                    <a:pt x="10710598" y="31728"/>
                  </a:lnTo>
                  <a:lnTo>
                    <a:pt x="10607372" y="44236"/>
                  </a:lnTo>
                  <a:lnTo>
                    <a:pt x="10498174" y="59091"/>
                  </a:lnTo>
                  <a:lnTo>
                    <a:pt x="10386643" y="76252"/>
                  </a:lnTo>
                  <a:lnTo>
                    <a:pt x="10275944" y="95675"/>
                  </a:lnTo>
                  <a:lnTo>
                    <a:pt x="10168565" y="117335"/>
                  </a:lnTo>
                  <a:lnTo>
                    <a:pt x="10066258" y="141256"/>
                  </a:lnTo>
                  <a:lnTo>
                    <a:pt x="9970093" y="167522"/>
                  </a:lnTo>
                  <a:lnTo>
                    <a:pt x="9880562" y="196286"/>
                  </a:lnTo>
                  <a:lnTo>
                    <a:pt x="9797709" y="227769"/>
                  </a:lnTo>
                  <a:lnTo>
                    <a:pt x="9721257" y="262261"/>
                  </a:lnTo>
                  <a:lnTo>
                    <a:pt x="9650710" y="300113"/>
                  </a:lnTo>
                  <a:lnTo>
                    <a:pt x="9585439" y="341728"/>
                  </a:lnTo>
                  <a:lnTo>
                    <a:pt x="9524746" y="387535"/>
                  </a:lnTo>
                  <a:lnTo>
                    <a:pt x="9467909" y="437964"/>
                  </a:lnTo>
                  <a:lnTo>
                    <a:pt x="9414224" y="493391"/>
                  </a:lnTo>
                  <a:lnTo>
                    <a:pt x="9363036" y="554055"/>
                  </a:lnTo>
                  <a:lnTo>
                    <a:pt x="9347647" y="573849"/>
                  </a:lnTo>
                  <a:lnTo>
                    <a:pt x="9306591" y="630223"/>
                  </a:lnTo>
                  <a:lnTo>
                    <a:pt x="9266501" y="690368"/>
                  </a:lnTo>
                  <a:lnTo>
                    <a:pt x="9227136" y="754363"/>
                  </a:lnTo>
                  <a:lnTo>
                    <a:pt x="9188299" y="822233"/>
                  </a:lnTo>
                  <a:lnTo>
                    <a:pt x="9149830" y="893951"/>
                  </a:lnTo>
                  <a:lnTo>
                    <a:pt x="9111599" y="969428"/>
                  </a:lnTo>
                  <a:lnTo>
                    <a:pt x="9073504" y="1048511"/>
                  </a:lnTo>
                  <a:lnTo>
                    <a:pt x="9035468" y="1130983"/>
                  </a:lnTo>
                  <a:lnTo>
                    <a:pt x="8997438" y="1216557"/>
                  </a:lnTo>
                  <a:lnTo>
                    <a:pt x="8959377" y="1304885"/>
                  </a:lnTo>
                  <a:lnTo>
                    <a:pt x="8921268" y="1395555"/>
                  </a:lnTo>
                  <a:lnTo>
                    <a:pt x="8883106" y="1488104"/>
                  </a:lnTo>
                  <a:lnTo>
                    <a:pt x="8844899" y="1582024"/>
                  </a:lnTo>
                  <a:lnTo>
                    <a:pt x="8806661" y="1676774"/>
                  </a:lnTo>
                  <a:lnTo>
                    <a:pt x="8768413" y="1771791"/>
                  </a:lnTo>
                  <a:lnTo>
                    <a:pt x="8730176" y="1866508"/>
                  </a:lnTo>
                  <a:lnTo>
                    <a:pt x="8691971" y="1960364"/>
                  </a:lnTo>
                  <a:lnTo>
                    <a:pt x="8653813" y="2052818"/>
                  </a:lnTo>
                  <a:lnTo>
                    <a:pt x="8615706" y="2143366"/>
                  </a:lnTo>
                  <a:lnTo>
                    <a:pt x="8577648" y="2231545"/>
                  </a:lnTo>
                  <a:lnTo>
                    <a:pt x="8539618" y="2316949"/>
                  </a:lnTo>
                  <a:lnTo>
                    <a:pt x="8501581" y="2399233"/>
                  </a:lnTo>
                  <a:lnTo>
                    <a:pt x="8463481" y="2478114"/>
                  </a:lnTo>
                  <a:lnTo>
                    <a:pt x="8425238" y="2553378"/>
                  </a:lnTo>
                  <a:lnTo>
                    <a:pt x="8386752" y="2624876"/>
                  </a:lnTo>
                  <a:lnTo>
                    <a:pt x="8347890" y="2692523"/>
                  </a:lnTo>
                  <a:lnTo>
                    <a:pt x="8308489" y="2756295"/>
                  </a:lnTo>
                  <a:lnTo>
                    <a:pt x="8268349" y="2816221"/>
                  </a:lnTo>
                  <a:lnTo>
                    <a:pt x="8229629" y="2869247"/>
                  </a:lnTo>
                  <a:lnTo>
                    <a:pt x="8179094" y="2931541"/>
                  </a:lnTo>
                  <a:lnTo>
                    <a:pt x="8126246" y="2988568"/>
                  </a:lnTo>
                  <a:lnTo>
                    <a:pt x="8070456" y="3040504"/>
                  </a:lnTo>
                  <a:lnTo>
                    <a:pt x="8011030" y="3087694"/>
                  </a:lnTo>
                  <a:lnTo>
                    <a:pt x="7947249" y="3130556"/>
                  </a:lnTo>
                  <a:lnTo>
                    <a:pt x="7878402" y="3169525"/>
                  </a:lnTo>
                  <a:lnTo>
                    <a:pt x="7803834" y="3205015"/>
                  </a:lnTo>
                  <a:lnTo>
                    <a:pt x="7722999" y="3237393"/>
                  </a:lnTo>
                  <a:lnTo>
                    <a:pt x="7635542" y="3266969"/>
                  </a:lnTo>
                  <a:lnTo>
                    <a:pt x="7541395" y="3293987"/>
                  </a:lnTo>
                  <a:lnTo>
                    <a:pt x="7440900" y="3318620"/>
                  </a:lnTo>
                  <a:lnTo>
                    <a:pt x="7334934" y="3340973"/>
                  </a:lnTo>
                  <a:lnTo>
                    <a:pt x="7225028" y="3361086"/>
                  </a:lnTo>
                  <a:lnTo>
                    <a:pt x="7113445" y="3378951"/>
                  </a:lnTo>
                  <a:lnTo>
                    <a:pt x="7003155" y="3394523"/>
                  </a:lnTo>
                  <a:lnTo>
                    <a:pt x="6897681" y="3407758"/>
                  </a:lnTo>
                  <a:lnTo>
                    <a:pt x="6800790" y="3418639"/>
                  </a:lnTo>
                  <a:lnTo>
                    <a:pt x="6716028" y="3427210"/>
                  </a:lnTo>
                  <a:lnTo>
                    <a:pt x="6646203" y="3433602"/>
                  </a:lnTo>
                  <a:lnTo>
                    <a:pt x="6592905" y="3438038"/>
                  </a:lnTo>
                  <a:lnTo>
                    <a:pt x="6556191" y="3440826"/>
                  </a:lnTo>
                  <a:lnTo>
                    <a:pt x="6534488" y="3442335"/>
                  </a:lnTo>
                  <a:lnTo>
                    <a:pt x="6524703" y="3442959"/>
                  </a:lnTo>
                  <a:lnTo>
                    <a:pt x="6522418" y="3443094"/>
                  </a:lnTo>
                  <a:lnTo>
                    <a:pt x="6522385" y="3443096"/>
                  </a:lnTo>
                  <a:lnTo>
                    <a:pt x="5527445" y="3443096"/>
                  </a:lnTo>
                  <a:lnTo>
                    <a:pt x="5526323" y="3443071"/>
                  </a:lnTo>
                  <a:lnTo>
                    <a:pt x="5518913" y="3442892"/>
                  </a:lnTo>
                  <a:lnTo>
                    <a:pt x="5500131" y="3442398"/>
                  </a:lnTo>
                  <a:lnTo>
                    <a:pt x="5466289" y="3441424"/>
                  </a:lnTo>
                  <a:lnTo>
                    <a:pt x="5415318" y="3439815"/>
                  </a:lnTo>
                  <a:lnTo>
                    <a:pt x="5346919" y="3437437"/>
                  </a:lnTo>
                  <a:lnTo>
                    <a:pt x="5262511" y="3434190"/>
                  </a:lnTo>
                  <a:lnTo>
                    <a:pt x="5164916" y="3430015"/>
                  </a:lnTo>
                  <a:lnTo>
                    <a:pt x="5057853" y="3424888"/>
                  </a:lnTo>
                  <a:lnTo>
                    <a:pt x="4945347" y="3418814"/>
                  </a:lnTo>
                  <a:lnTo>
                    <a:pt x="4831208" y="3411812"/>
                  </a:lnTo>
                  <a:lnTo>
                    <a:pt x="4718662" y="3403899"/>
                  </a:lnTo>
                  <a:lnTo>
                    <a:pt x="4610164" y="3395081"/>
                  </a:lnTo>
                  <a:lnTo>
                    <a:pt x="4507373" y="3385341"/>
                  </a:lnTo>
                  <a:lnTo>
                    <a:pt x="4411229" y="3374635"/>
                  </a:lnTo>
                  <a:lnTo>
                    <a:pt x="4322085" y="3362892"/>
                  </a:lnTo>
                  <a:lnTo>
                    <a:pt x="4239854" y="3350009"/>
                  </a:lnTo>
                  <a:lnTo>
                    <a:pt x="4164138" y="3335856"/>
                  </a:lnTo>
                  <a:lnTo>
                    <a:pt x="4094343" y="3320280"/>
                  </a:lnTo>
                  <a:lnTo>
                    <a:pt x="4029755" y="3303107"/>
                  </a:lnTo>
                  <a:lnTo>
                    <a:pt x="3969613" y="3284158"/>
                  </a:lnTo>
                  <a:lnTo>
                    <a:pt x="3913147" y="3263263"/>
                  </a:lnTo>
                  <a:lnTo>
                    <a:pt x="3859626" y="3240288"/>
                  </a:lnTo>
                  <a:lnTo>
                    <a:pt x="3820202" y="3221243"/>
                  </a:lnTo>
                  <a:lnTo>
                    <a:pt x="3765523" y="3191767"/>
                  </a:lnTo>
                  <a:lnTo>
                    <a:pt x="3712423" y="3159664"/>
                  </a:lnTo>
                  <a:lnTo>
                    <a:pt x="3660380" y="3124884"/>
                  </a:lnTo>
                  <a:lnTo>
                    <a:pt x="3608994" y="3087448"/>
                  </a:lnTo>
                  <a:lnTo>
                    <a:pt x="3557967" y="3047446"/>
                  </a:lnTo>
                  <a:lnTo>
                    <a:pt x="3507089" y="3005053"/>
                  </a:lnTo>
                  <a:lnTo>
                    <a:pt x="3456220" y="2960522"/>
                  </a:lnTo>
                  <a:lnTo>
                    <a:pt x="3405283" y="2914188"/>
                  </a:lnTo>
                  <a:lnTo>
                    <a:pt x="3354254" y="2866457"/>
                  </a:lnTo>
                  <a:lnTo>
                    <a:pt x="3303145" y="2817793"/>
                  </a:lnTo>
                  <a:lnTo>
                    <a:pt x="3251995" y="2768700"/>
                  </a:lnTo>
                  <a:lnTo>
                    <a:pt x="3200854" y="2719702"/>
                  </a:lnTo>
                  <a:lnTo>
                    <a:pt x="3149770" y="2671317"/>
                  </a:lnTo>
                  <a:lnTo>
                    <a:pt x="3098775" y="2624037"/>
                  </a:lnTo>
                  <a:lnTo>
                    <a:pt x="3047868" y="2578309"/>
                  </a:lnTo>
                  <a:lnTo>
                    <a:pt x="2997007" y="2534512"/>
                  </a:lnTo>
                  <a:lnTo>
                    <a:pt x="2946095" y="2492954"/>
                  </a:lnTo>
                  <a:lnTo>
                    <a:pt x="2894968" y="2453859"/>
                  </a:lnTo>
                  <a:lnTo>
                    <a:pt x="2843385" y="2417372"/>
                  </a:lnTo>
                  <a:lnTo>
                    <a:pt x="2791013" y="2383556"/>
                  </a:lnTo>
                  <a:lnTo>
                    <a:pt x="2737413" y="2352406"/>
                  </a:lnTo>
                  <a:lnTo>
                    <a:pt x="2702183" y="2333829"/>
                  </a:lnTo>
                  <a:lnTo>
                    <a:pt x="2650469" y="2309219"/>
                  </a:lnTo>
                  <a:lnTo>
                    <a:pt x="2596322" y="2286739"/>
                  </a:lnTo>
                  <a:lnTo>
                    <a:pt x="2539064" y="2266313"/>
                  </a:lnTo>
                  <a:lnTo>
                    <a:pt x="2477951" y="2247795"/>
                  </a:lnTo>
                  <a:lnTo>
                    <a:pt x="2412213" y="2231012"/>
                  </a:lnTo>
                  <a:lnTo>
                    <a:pt x="2341094" y="2215784"/>
                  </a:lnTo>
                  <a:lnTo>
                    <a:pt x="2263902" y="2201941"/>
                  </a:lnTo>
                  <a:lnTo>
                    <a:pt x="2180080" y="2189335"/>
                  </a:lnTo>
                  <a:lnTo>
                    <a:pt x="2089293" y="2177842"/>
                  </a:lnTo>
                  <a:lnTo>
                    <a:pt x="1991543" y="2167368"/>
                  </a:lnTo>
                  <a:lnTo>
                    <a:pt x="1887309" y="2157846"/>
                  </a:lnTo>
                  <a:lnTo>
                    <a:pt x="1777687" y="2149240"/>
                  </a:lnTo>
                  <a:lnTo>
                    <a:pt x="1664519" y="2141539"/>
                  </a:lnTo>
                  <a:lnTo>
                    <a:pt x="1550447" y="2134753"/>
                  </a:lnTo>
                  <a:lnTo>
                    <a:pt x="1438857" y="2128899"/>
                  </a:lnTo>
                  <a:lnTo>
                    <a:pt x="1333650" y="2123995"/>
                  </a:lnTo>
                  <a:lnTo>
                    <a:pt x="1238829" y="2120040"/>
                  </a:lnTo>
                  <a:lnTo>
                    <a:pt x="1157956" y="2117003"/>
                  </a:lnTo>
                  <a:lnTo>
                    <a:pt x="1093567" y="2114815"/>
                  </a:lnTo>
                  <a:lnTo>
                    <a:pt x="1046695" y="2113367"/>
                  </a:lnTo>
                  <a:lnTo>
                    <a:pt x="1016624" y="2112520"/>
                  </a:lnTo>
                  <a:lnTo>
                    <a:pt x="1000886" y="2112115"/>
                  </a:lnTo>
                  <a:lnTo>
                    <a:pt x="995451" y="2111986"/>
                  </a:lnTo>
                  <a:lnTo>
                    <a:pt x="994940" y="2111975"/>
                  </a:lnTo>
                  <a:lnTo>
                    <a:pt x="0" y="2111975"/>
                  </a:lnTo>
                  <a:lnTo>
                    <a:pt x="0" y="21119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6" name="pg1025"/>
            <p:cNvSpPr/>
            <p:nvPr/>
          </p:nvSpPr>
          <p:spPr>
            <a:xfrm>
              <a:off x="1199187" y="2798334"/>
              <a:ext cx="12049831" cy="3170583"/>
            </a:xfrm>
            <a:custGeom>
              <a:avLst/>
              <a:pathLst>
                <a:path w="12049831" h="3170583">
                  <a:moveTo>
                    <a:pt x="0" y="1839462"/>
                  </a:moveTo>
                  <a:lnTo>
                    <a:pt x="994940" y="1839462"/>
                  </a:lnTo>
                  <a:lnTo>
                    <a:pt x="996062" y="1839487"/>
                  </a:lnTo>
                  <a:lnTo>
                    <a:pt x="1003472" y="1839666"/>
                  </a:lnTo>
                  <a:lnTo>
                    <a:pt x="1022254" y="1840160"/>
                  </a:lnTo>
                  <a:lnTo>
                    <a:pt x="1056096" y="1841134"/>
                  </a:lnTo>
                  <a:lnTo>
                    <a:pt x="1107067" y="1842743"/>
                  </a:lnTo>
                  <a:lnTo>
                    <a:pt x="1175466" y="1845121"/>
                  </a:lnTo>
                  <a:lnTo>
                    <a:pt x="1259874" y="1848368"/>
                  </a:lnTo>
                  <a:lnTo>
                    <a:pt x="1357469" y="1852544"/>
                  </a:lnTo>
                  <a:lnTo>
                    <a:pt x="1464532" y="1857670"/>
                  </a:lnTo>
                  <a:lnTo>
                    <a:pt x="1577038" y="1863744"/>
                  </a:lnTo>
                  <a:lnTo>
                    <a:pt x="1691177" y="1870746"/>
                  </a:lnTo>
                  <a:lnTo>
                    <a:pt x="1803723" y="1878659"/>
                  </a:lnTo>
                  <a:lnTo>
                    <a:pt x="1912221" y="1887477"/>
                  </a:lnTo>
                  <a:lnTo>
                    <a:pt x="2015012" y="1897218"/>
                  </a:lnTo>
                  <a:lnTo>
                    <a:pt x="2111156" y="1907923"/>
                  </a:lnTo>
                  <a:lnTo>
                    <a:pt x="2200300" y="1919666"/>
                  </a:lnTo>
                  <a:lnTo>
                    <a:pt x="2282531" y="1932549"/>
                  </a:lnTo>
                  <a:lnTo>
                    <a:pt x="2358247" y="1946702"/>
                  </a:lnTo>
                  <a:lnTo>
                    <a:pt x="2428042" y="1962278"/>
                  </a:lnTo>
                  <a:lnTo>
                    <a:pt x="2492630" y="1979451"/>
                  </a:lnTo>
                  <a:lnTo>
                    <a:pt x="2552772" y="1998400"/>
                  </a:lnTo>
                  <a:lnTo>
                    <a:pt x="2609238" y="2019296"/>
                  </a:lnTo>
                  <a:lnTo>
                    <a:pt x="2662759" y="2042270"/>
                  </a:lnTo>
                  <a:lnTo>
                    <a:pt x="2702183" y="2061316"/>
                  </a:lnTo>
                  <a:lnTo>
                    <a:pt x="2756862" y="2090791"/>
                  </a:lnTo>
                  <a:lnTo>
                    <a:pt x="2809962" y="2122895"/>
                  </a:lnTo>
                  <a:lnTo>
                    <a:pt x="2862005" y="2157674"/>
                  </a:lnTo>
                  <a:lnTo>
                    <a:pt x="2913391" y="2195110"/>
                  </a:lnTo>
                  <a:lnTo>
                    <a:pt x="2964418" y="2235112"/>
                  </a:lnTo>
                  <a:lnTo>
                    <a:pt x="3015296" y="2277505"/>
                  </a:lnTo>
                  <a:lnTo>
                    <a:pt x="3066165" y="2322036"/>
                  </a:lnTo>
                  <a:lnTo>
                    <a:pt x="3117102" y="2368370"/>
                  </a:lnTo>
                  <a:lnTo>
                    <a:pt x="3168131" y="2416101"/>
                  </a:lnTo>
                  <a:lnTo>
                    <a:pt x="3219240" y="2464765"/>
                  </a:lnTo>
                  <a:lnTo>
                    <a:pt x="3270390" y="2513858"/>
                  </a:lnTo>
                  <a:lnTo>
                    <a:pt x="3321531" y="2562856"/>
                  </a:lnTo>
                  <a:lnTo>
                    <a:pt x="3372615" y="2611241"/>
                  </a:lnTo>
                  <a:lnTo>
                    <a:pt x="3423610" y="2658521"/>
                  </a:lnTo>
                  <a:lnTo>
                    <a:pt x="3474517" y="2704249"/>
                  </a:lnTo>
                  <a:lnTo>
                    <a:pt x="3525378" y="2748046"/>
                  </a:lnTo>
                  <a:lnTo>
                    <a:pt x="3576290" y="2789604"/>
                  </a:lnTo>
                  <a:lnTo>
                    <a:pt x="3627417" y="2828699"/>
                  </a:lnTo>
                  <a:lnTo>
                    <a:pt x="3679000" y="2865187"/>
                  </a:lnTo>
                  <a:lnTo>
                    <a:pt x="3731372" y="2899002"/>
                  </a:lnTo>
                  <a:lnTo>
                    <a:pt x="3784972" y="2930152"/>
                  </a:lnTo>
                  <a:lnTo>
                    <a:pt x="3820202" y="2948730"/>
                  </a:lnTo>
                  <a:lnTo>
                    <a:pt x="3871916" y="2973339"/>
                  </a:lnTo>
                  <a:lnTo>
                    <a:pt x="3926063" y="2995819"/>
                  </a:lnTo>
                  <a:lnTo>
                    <a:pt x="3983321" y="3016245"/>
                  </a:lnTo>
                  <a:lnTo>
                    <a:pt x="4044434" y="3034763"/>
                  </a:lnTo>
                  <a:lnTo>
                    <a:pt x="4110172" y="3051546"/>
                  </a:lnTo>
                  <a:lnTo>
                    <a:pt x="4181291" y="3066775"/>
                  </a:lnTo>
                  <a:lnTo>
                    <a:pt x="4258483" y="3080617"/>
                  </a:lnTo>
                  <a:lnTo>
                    <a:pt x="4342305" y="3093223"/>
                  </a:lnTo>
                  <a:lnTo>
                    <a:pt x="4433092" y="3104716"/>
                  </a:lnTo>
                  <a:lnTo>
                    <a:pt x="4530842" y="3115190"/>
                  </a:lnTo>
                  <a:lnTo>
                    <a:pt x="4635076" y="3124712"/>
                  </a:lnTo>
                  <a:lnTo>
                    <a:pt x="4744698" y="3133318"/>
                  </a:lnTo>
                  <a:lnTo>
                    <a:pt x="4857866" y="3141019"/>
                  </a:lnTo>
                  <a:lnTo>
                    <a:pt x="4971938" y="3147806"/>
                  </a:lnTo>
                  <a:lnTo>
                    <a:pt x="5083528" y="3153659"/>
                  </a:lnTo>
                  <a:lnTo>
                    <a:pt x="5188735" y="3158563"/>
                  </a:lnTo>
                  <a:lnTo>
                    <a:pt x="5283556" y="3162518"/>
                  </a:lnTo>
                  <a:lnTo>
                    <a:pt x="5364428" y="3165555"/>
                  </a:lnTo>
                  <a:lnTo>
                    <a:pt x="5428818" y="3167743"/>
                  </a:lnTo>
                  <a:lnTo>
                    <a:pt x="5475690" y="3169191"/>
                  </a:lnTo>
                  <a:lnTo>
                    <a:pt x="5505761" y="3170038"/>
                  </a:lnTo>
                  <a:lnTo>
                    <a:pt x="5521499" y="3170443"/>
                  </a:lnTo>
                  <a:lnTo>
                    <a:pt x="5526934" y="3170572"/>
                  </a:lnTo>
                  <a:lnTo>
                    <a:pt x="5527445" y="3170583"/>
                  </a:lnTo>
                  <a:lnTo>
                    <a:pt x="6522385" y="3170583"/>
                  </a:lnTo>
                  <a:lnTo>
                    <a:pt x="6523448" y="3170527"/>
                  </a:lnTo>
                  <a:lnTo>
                    <a:pt x="6530469" y="3170125"/>
                  </a:lnTo>
                  <a:lnTo>
                    <a:pt x="6548294" y="3169015"/>
                  </a:lnTo>
                  <a:lnTo>
                    <a:pt x="6580475" y="3166826"/>
                  </a:lnTo>
                  <a:lnTo>
                    <a:pt x="6629075" y="3163206"/>
                  </a:lnTo>
                  <a:lnTo>
                    <a:pt x="6694516" y="3157849"/>
                  </a:lnTo>
                  <a:lnTo>
                    <a:pt x="6775612" y="3150523"/>
                  </a:lnTo>
                  <a:lnTo>
                    <a:pt x="6869826" y="3141082"/>
                  </a:lnTo>
                  <a:lnTo>
                    <a:pt x="6973724" y="3129465"/>
                  </a:lnTo>
                  <a:lnTo>
                    <a:pt x="7083507" y="3115673"/>
                  </a:lnTo>
                  <a:lnTo>
                    <a:pt x="7195504" y="3099745"/>
                  </a:lnTo>
                  <a:lnTo>
                    <a:pt x="7306538" y="3081724"/>
                  </a:lnTo>
                  <a:lnTo>
                    <a:pt x="7414126" y="3061630"/>
                  </a:lnTo>
                  <a:lnTo>
                    <a:pt x="7516529" y="3039438"/>
                  </a:lnTo>
                  <a:lnTo>
                    <a:pt x="7612701" y="3015066"/>
                  </a:lnTo>
                  <a:lnTo>
                    <a:pt x="7702173" y="2988370"/>
                  </a:lnTo>
                  <a:lnTo>
                    <a:pt x="7784922" y="2959139"/>
                  </a:lnTo>
                  <a:lnTo>
                    <a:pt x="7861248" y="2927099"/>
                  </a:lnTo>
                  <a:lnTo>
                    <a:pt x="7931664" y="2891920"/>
                  </a:lnTo>
                  <a:lnTo>
                    <a:pt x="7996812" y="2853226"/>
                  </a:lnTo>
                  <a:lnTo>
                    <a:pt x="8057405" y="2810614"/>
                  </a:lnTo>
                  <a:lnTo>
                    <a:pt x="8114170" y="2763688"/>
                  </a:lnTo>
                  <a:lnTo>
                    <a:pt x="8167819" y="2712105"/>
                  </a:lnTo>
                  <a:lnTo>
                    <a:pt x="8219006" y="2655658"/>
                  </a:lnTo>
                  <a:lnTo>
                    <a:pt x="8229629" y="2643026"/>
                  </a:lnTo>
                  <a:lnTo>
                    <a:pt x="8272062" y="2589378"/>
                  </a:lnTo>
                  <a:lnTo>
                    <a:pt x="8313472" y="2532019"/>
                  </a:lnTo>
                  <a:lnTo>
                    <a:pt x="8354122" y="2470875"/>
                  </a:lnTo>
                  <a:lnTo>
                    <a:pt x="8394226" y="2405922"/>
                  </a:lnTo>
                  <a:lnTo>
                    <a:pt x="8433957" y="2337195"/>
                  </a:lnTo>
                  <a:lnTo>
                    <a:pt x="8473455" y="2264795"/>
                  </a:lnTo>
                  <a:lnTo>
                    <a:pt x="8512825" y="2188889"/>
                  </a:lnTo>
                  <a:lnTo>
                    <a:pt x="8552148" y="2109714"/>
                  </a:lnTo>
                  <a:lnTo>
                    <a:pt x="8591477" y="2027577"/>
                  </a:lnTo>
                  <a:lnTo>
                    <a:pt x="8630846" y="1942853"/>
                  </a:lnTo>
                  <a:lnTo>
                    <a:pt x="8670270" y="1855975"/>
                  </a:lnTo>
                  <a:lnTo>
                    <a:pt x="8709749" y="1767432"/>
                  </a:lnTo>
                  <a:lnTo>
                    <a:pt x="8749271" y="1677756"/>
                  </a:lnTo>
                  <a:lnTo>
                    <a:pt x="8788816" y="1587507"/>
                  </a:lnTo>
                  <a:lnTo>
                    <a:pt x="8828360" y="1497260"/>
                  </a:lnTo>
                  <a:lnTo>
                    <a:pt x="8867882" y="1407591"/>
                  </a:lnTo>
                  <a:lnTo>
                    <a:pt x="8907360" y="1319062"/>
                  </a:lnTo>
                  <a:lnTo>
                    <a:pt x="8946783" y="1232201"/>
                  </a:lnTo>
                  <a:lnTo>
                    <a:pt x="8986152" y="1147497"/>
                  </a:lnTo>
                  <a:lnTo>
                    <a:pt x="9025481" y="1065385"/>
                  </a:lnTo>
                  <a:lnTo>
                    <a:pt x="9064804" y="986239"/>
                  </a:lnTo>
                  <a:lnTo>
                    <a:pt x="9104175" y="910363"/>
                  </a:lnTo>
                  <a:lnTo>
                    <a:pt x="9143674" y="837995"/>
                  </a:lnTo>
                  <a:lnTo>
                    <a:pt x="9183409" y="769302"/>
                  </a:lnTo>
                  <a:lnTo>
                    <a:pt x="9223517" y="704383"/>
                  </a:lnTo>
                  <a:lnTo>
                    <a:pt x="9264172" y="643273"/>
                  </a:lnTo>
                  <a:lnTo>
                    <a:pt x="9305590" y="585948"/>
                  </a:lnTo>
                  <a:lnTo>
                    <a:pt x="9347647" y="532797"/>
                  </a:lnTo>
                  <a:lnTo>
                    <a:pt x="9398388" y="475311"/>
                  </a:lnTo>
                  <a:lnTo>
                    <a:pt x="9451461" y="422705"/>
                  </a:lnTo>
                  <a:lnTo>
                    <a:pt x="9507505" y="374813"/>
                  </a:lnTo>
                  <a:lnTo>
                    <a:pt x="9567223" y="331317"/>
                  </a:lnTo>
                  <a:lnTo>
                    <a:pt x="9631342" y="291823"/>
                  </a:lnTo>
                  <a:lnTo>
                    <a:pt x="9700581" y="255930"/>
                  </a:lnTo>
                  <a:lnTo>
                    <a:pt x="9775601" y="223252"/>
                  </a:lnTo>
                  <a:lnTo>
                    <a:pt x="9856951" y="193448"/>
                  </a:lnTo>
                  <a:lnTo>
                    <a:pt x="9944983" y="166233"/>
                  </a:lnTo>
                  <a:lnTo>
                    <a:pt x="10039752" y="141381"/>
                  </a:lnTo>
                  <a:lnTo>
                    <a:pt x="10140896" y="118735"/>
                  </a:lnTo>
                  <a:lnTo>
                    <a:pt x="10247502" y="98198"/>
                  </a:lnTo>
                  <a:lnTo>
                    <a:pt x="10357986" y="79736"/>
                  </a:lnTo>
                  <a:lnTo>
                    <a:pt x="10470023" y="63360"/>
                  </a:lnTo>
                  <a:lnTo>
                    <a:pt x="10580572" y="49110"/>
                  </a:lnTo>
                  <a:lnTo>
                    <a:pt x="10686042" y="37028"/>
                  </a:lnTo>
                  <a:lnTo>
                    <a:pt x="10782623" y="27127"/>
                  </a:lnTo>
                  <a:lnTo>
                    <a:pt x="10866759" y="19360"/>
                  </a:lnTo>
                  <a:lnTo>
                    <a:pt x="10935679" y="13601"/>
                  </a:lnTo>
                  <a:lnTo>
                    <a:pt x="10987881" y="9636"/>
                  </a:lnTo>
                  <a:lnTo>
                    <a:pt x="11023435" y="7171"/>
                  </a:lnTo>
                  <a:lnTo>
                    <a:pt x="11044062" y="5863"/>
                  </a:lnTo>
                  <a:lnTo>
                    <a:pt x="11053016" y="534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8" y="56"/>
                  </a:lnTo>
                  <a:lnTo>
                    <a:pt x="11046807" y="458"/>
                  </a:lnTo>
                  <a:lnTo>
                    <a:pt x="11028982" y="1568"/>
                  </a:lnTo>
                  <a:lnTo>
                    <a:pt x="10996801" y="3756"/>
                  </a:lnTo>
                  <a:lnTo>
                    <a:pt x="10948202" y="7376"/>
                  </a:lnTo>
                  <a:lnTo>
                    <a:pt x="10882761" y="12733"/>
                  </a:lnTo>
                  <a:lnTo>
                    <a:pt x="10801665" y="20059"/>
                  </a:lnTo>
                  <a:lnTo>
                    <a:pt x="10707451" y="29500"/>
                  </a:lnTo>
                  <a:lnTo>
                    <a:pt x="10603553" y="41118"/>
                  </a:lnTo>
                  <a:lnTo>
                    <a:pt x="10493770" y="54910"/>
                  </a:lnTo>
                  <a:lnTo>
                    <a:pt x="10381773" y="70837"/>
                  </a:lnTo>
                  <a:lnTo>
                    <a:pt x="10270739" y="88858"/>
                  </a:lnTo>
                  <a:lnTo>
                    <a:pt x="10163151" y="108953"/>
                  </a:lnTo>
                  <a:lnTo>
                    <a:pt x="10060747" y="131145"/>
                  </a:lnTo>
                  <a:lnTo>
                    <a:pt x="9964576" y="155516"/>
                  </a:lnTo>
                  <a:lnTo>
                    <a:pt x="9875104" y="182212"/>
                  </a:lnTo>
                  <a:lnTo>
                    <a:pt x="9792354" y="211443"/>
                  </a:lnTo>
                  <a:lnTo>
                    <a:pt x="9716029" y="243483"/>
                  </a:lnTo>
                  <a:lnTo>
                    <a:pt x="9645613" y="278662"/>
                  </a:lnTo>
                  <a:lnTo>
                    <a:pt x="9580464" y="317357"/>
                  </a:lnTo>
                  <a:lnTo>
                    <a:pt x="9519872" y="359968"/>
                  </a:lnTo>
                  <a:lnTo>
                    <a:pt x="9463107" y="406895"/>
                  </a:lnTo>
                  <a:lnTo>
                    <a:pt x="9409458" y="458478"/>
                  </a:lnTo>
                  <a:lnTo>
                    <a:pt x="9358270" y="514924"/>
                  </a:lnTo>
                  <a:lnTo>
                    <a:pt x="9347647" y="527557"/>
                  </a:lnTo>
                  <a:lnTo>
                    <a:pt x="9305214" y="581205"/>
                  </a:lnTo>
                  <a:lnTo>
                    <a:pt x="9263804" y="638563"/>
                  </a:lnTo>
                  <a:lnTo>
                    <a:pt x="9223155" y="699708"/>
                  </a:lnTo>
                  <a:lnTo>
                    <a:pt x="9183051" y="764661"/>
                  </a:lnTo>
                  <a:lnTo>
                    <a:pt x="9143319" y="833388"/>
                  </a:lnTo>
                  <a:lnTo>
                    <a:pt x="9103822" y="905788"/>
                  </a:lnTo>
                  <a:lnTo>
                    <a:pt x="9064451" y="981694"/>
                  </a:lnTo>
                  <a:lnTo>
                    <a:pt x="9025129" y="1060868"/>
                  </a:lnTo>
                  <a:lnTo>
                    <a:pt x="8985799" y="1143005"/>
                  </a:lnTo>
                  <a:lnTo>
                    <a:pt x="8946430" y="1227730"/>
                  </a:lnTo>
                  <a:lnTo>
                    <a:pt x="8907006" y="1314608"/>
                  </a:lnTo>
                  <a:lnTo>
                    <a:pt x="8867527" y="1403151"/>
                  </a:lnTo>
                  <a:lnTo>
                    <a:pt x="8828006" y="1492827"/>
                  </a:lnTo>
                  <a:lnTo>
                    <a:pt x="8788461" y="1583076"/>
                  </a:lnTo>
                  <a:lnTo>
                    <a:pt x="8748916" y="1673323"/>
                  </a:lnTo>
                  <a:lnTo>
                    <a:pt x="8709395" y="1762991"/>
                  </a:lnTo>
                  <a:lnTo>
                    <a:pt x="8669917" y="1851521"/>
                  </a:lnTo>
                  <a:lnTo>
                    <a:pt x="8630493" y="1938382"/>
                  </a:lnTo>
                  <a:lnTo>
                    <a:pt x="8591124" y="2023086"/>
                  </a:lnTo>
                  <a:lnTo>
                    <a:pt x="8551795" y="2105197"/>
                  </a:lnTo>
                  <a:lnTo>
                    <a:pt x="8512473" y="2184344"/>
                  </a:lnTo>
                  <a:lnTo>
                    <a:pt x="8473101" y="2260220"/>
                  </a:lnTo>
                  <a:lnTo>
                    <a:pt x="8433602" y="2332587"/>
                  </a:lnTo>
                  <a:lnTo>
                    <a:pt x="8393868" y="2401280"/>
                  </a:lnTo>
                  <a:lnTo>
                    <a:pt x="8353760" y="2466200"/>
                  </a:lnTo>
                  <a:lnTo>
                    <a:pt x="8313105" y="2527310"/>
                  </a:lnTo>
                  <a:lnTo>
                    <a:pt x="8271687" y="2584635"/>
                  </a:lnTo>
                  <a:lnTo>
                    <a:pt x="8229629" y="2637785"/>
                  </a:lnTo>
                  <a:lnTo>
                    <a:pt x="8178889" y="2695272"/>
                  </a:lnTo>
                  <a:lnTo>
                    <a:pt x="8125816" y="2747878"/>
                  </a:lnTo>
                  <a:lnTo>
                    <a:pt x="8069771" y="2795769"/>
                  </a:lnTo>
                  <a:lnTo>
                    <a:pt x="8010054" y="2839266"/>
                  </a:lnTo>
                  <a:lnTo>
                    <a:pt x="7945934" y="2878759"/>
                  </a:lnTo>
                  <a:lnTo>
                    <a:pt x="7876696" y="2914653"/>
                  </a:lnTo>
                  <a:lnTo>
                    <a:pt x="7801675" y="2947331"/>
                  </a:lnTo>
                  <a:lnTo>
                    <a:pt x="7720325" y="2977135"/>
                  </a:lnTo>
                  <a:lnTo>
                    <a:pt x="7632294" y="3004350"/>
                  </a:lnTo>
                  <a:lnTo>
                    <a:pt x="7537525" y="3029201"/>
                  </a:lnTo>
                  <a:lnTo>
                    <a:pt x="7436380" y="3051848"/>
                  </a:lnTo>
                  <a:lnTo>
                    <a:pt x="7329774" y="3072384"/>
                  </a:lnTo>
                  <a:lnTo>
                    <a:pt x="7219290" y="3090847"/>
                  </a:lnTo>
                  <a:lnTo>
                    <a:pt x="7107253" y="3107223"/>
                  </a:lnTo>
                  <a:lnTo>
                    <a:pt x="6996705" y="3121472"/>
                  </a:lnTo>
                  <a:lnTo>
                    <a:pt x="6891235" y="3133554"/>
                  </a:lnTo>
                  <a:lnTo>
                    <a:pt x="6794653" y="3143455"/>
                  </a:lnTo>
                  <a:lnTo>
                    <a:pt x="6710518" y="3151222"/>
                  </a:lnTo>
                  <a:lnTo>
                    <a:pt x="6641597" y="3156981"/>
                  </a:lnTo>
                  <a:lnTo>
                    <a:pt x="6589396" y="3160947"/>
                  </a:lnTo>
                  <a:lnTo>
                    <a:pt x="6553842" y="3163411"/>
                  </a:lnTo>
                  <a:lnTo>
                    <a:pt x="6533214" y="3164720"/>
                  </a:lnTo>
                  <a:lnTo>
                    <a:pt x="6524260" y="3165242"/>
                  </a:lnTo>
                  <a:lnTo>
                    <a:pt x="6522385" y="3165342"/>
                  </a:lnTo>
                  <a:lnTo>
                    <a:pt x="5527445" y="3165342"/>
                  </a:lnTo>
                  <a:lnTo>
                    <a:pt x="5526323" y="3165317"/>
                  </a:lnTo>
                  <a:lnTo>
                    <a:pt x="5518913" y="3165139"/>
                  </a:lnTo>
                  <a:lnTo>
                    <a:pt x="5500131" y="3164645"/>
                  </a:lnTo>
                  <a:lnTo>
                    <a:pt x="5466289" y="3163671"/>
                  </a:lnTo>
                  <a:lnTo>
                    <a:pt x="5415318" y="3162062"/>
                  </a:lnTo>
                  <a:lnTo>
                    <a:pt x="5346919" y="3159683"/>
                  </a:lnTo>
                  <a:lnTo>
                    <a:pt x="5262511" y="3156436"/>
                  </a:lnTo>
                  <a:lnTo>
                    <a:pt x="5164916" y="3152261"/>
                  </a:lnTo>
                  <a:lnTo>
                    <a:pt x="5057853" y="3147134"/>
                  </a:lnTo>
                  <a:lnTo>
                    <a:pt x="4945347" y="3141061"/>
                  </a:lnTo>
                  <a:lnTo>
                    <a:pt x="4831208" y="3134059"/>
                  </a:lnTo>
                  <a:lnTo>
                    <a:pt x="4718662" y="3126146"/>
                  </a:lnTo>
                  <a:lnTo>
                    <a:pt x="4610164" y="3117327"/>
                  </a:lnTo>
                  <a:lnTo>
                    <a:pt x="4507373" y="3107587"/>
                  </a:lnTo>
                  <a:lnTo>
                    <a:pt x="4411229" y="3096882"/>
                  </a:lnTo>
                  <a:lnTo>
                    <a:pt x="4322085" y="3085138"/>
                  </a:lnTo>
                  <a:lnTo>
                    <a:pt x="4239854" y="3072255"/>
                  </a:lnTo>
                  <a:lnTo>
                    <a:pt x="4164138" y="3058103"/>
                  </a:lnTo>
                  <a:lnTo>
                    <a:pt x="4094343" y="3042526"/>
                  </a:lnTo>
                  <a:lnTo>
                    <a:pt x="4029755" y="3025353"/>
                  </a:lnTo>
                  <a:lnTo>
                    <a:pt x="3969613" y="3006404"/>
                  </a:lnTo>
                  <a:lnTo>
                    <a:pt x="3913147" y="2985509"/>
                  </a:lnTo>
                  <a:lnTo>
                    <a:pt x="3859626" y="2962534"/>
                  </a:lnTo>
                  <a:lnTo>
                    <a:pt x="3820202" y="2943489"/>
                  </a:lnTo>
                  <a:lnTo>
                    <a:pt x="3765523" y="2914013"/>
                  </a:lnTo>
                  <a:lnTo>
                    <a:pt x="3712423" y="2881910"/>
                  </a:lnTo>
                  <a:lnTo>
                    <a:pt x="3660380" y="2847131"/>
                  </a:lnTo>
                  <a:lnTo>
                    <a:pt x="3608994" y="2809694"/>
                  </a:lnTo>
                  <a:lnTo>
                    <a:pt x="3557967" y="2769693"/>
                  </a:lnTo>
                  <a:lnTo>
                    <a:pt x="3507089" y="2727299"/>
                  </a:lnTo>
                  <a:lnTo>
                    <a:pt x="3456220" y="2682769"/>
                  </a:lnTo>
                  <a:lnTo>
                    <a:pt x="3405283" y="2636435"/>
                  </a:lnTo>
                  <a:lnTo>
                    <a:pt x="3354254" y="2588704"/>
                  </a:lnTo>
                  <a:lnTo>
                    <a:pt x="3303145" y="2540040"/>
                  </a:lnTo>
                  <a:lnTo>
                    <a:pt x="3251995" y="2490947"/>
                  </a:lnTo>
                  <a:lnTo>
                    <a:pt x="3200854" y="2441948"/>
                  </a:lnTo>
                  <a:lnTo>
                    <a:pt x="3149770" y="2393563"/>
                  </a:lnTo>
                  <a:lnTo>
                    <a:pt x="3098775" y="2346284"/>
                  </a:lnTo>
                  <a:lnTo>
                    <a:pt x="3047868" y="2300555"/>
                  </a:lnTo>
                  <a:lnTo>
                    <a:pt x="2997007" y="2256759"/>
                  </a:lnTo>
                  <a:lnTo>
                    <a:pt x="2946095" y="2215200"/>
                  </a:lnTo>
                  <a:lnTo>
                    <a:pt x="2894968" y="2176105"/>
                  </a:lnTo>
                  <a:lnTo>
                    <a:pt x="2843385" y="2139618"/>
                  </a:lnTo>
                  <a:lnTo>
                    <a:pt x="2791013" y="2105803"/>
                  </a:lnTo>
                  <a:lnTo>
                    <a:pt x="2737413" y="2074653"/>
                  </a:lnTo>
                  <a:lnTo>
                    <a:pt x="2702183" y="2056075"/>
                  </a:lnTo>
                  <a:lnTo>
                    <a:pt x="2650469" y="2031466"/>
                  </a:lnTo>
                  <a:lnTo>
                    <a:pt x="2596322" y="2008986"/>
                  </a:lnTo>
                  <a:lnTo>
                    <a:pt x="2539064" y="1988559"/>
                  </a:lnTo>
                  <a:lnTo>
                    <a:pt x="2477951" y="1970042"/>
                  </a:lnTo>
                  <a:lnTo>
                    <a:pt x="2412213" y="1953258"/>
                  </a:lnTo>
                  <a:lnTo>
                    <a:pt x="2341094" y="1938030"/>
                  </a:lnTo>
                  <a:lnTo>
                    <a:pt x="2263902" y="1924187"/>
                  </a:lnTo>
                  <a:lnTo>
                    <a:pt x="2180080" y="1911581"/>
                  </a:lnTo>
                  <a:lnTo>
                    <a:pt x="2089293" y="1900089"/>
                  </a:lnTo>
                  <a:lnTo>
                    <a:pt x="1991543" y="1889614"/>
                  </a:lnTo>
                  <a:lnTo>
                    <a:pt x="1887309" y="1880093"/>
                  </a:lnTo>
                  <a:lnTo>
                    <a:pt x="1777687" y="1871487"/>
                  </a:lnTo>
                  <a:lnTo>
                    <a:pt x="1664519" y="1863786"/>
                  </a:lnTo>
                  <a:lnTo>
                    <a:pt x="1550447" y="1856999"/>
                  </a:lnTo>
                  <a:lnTo>
                    <a:pt x="1438857" y="1851145"/>
                  </a:lnTo>
                  <a:lnTo>
                    <a:pt x="1333650" y="1846242"/>
                  </a:lnTo>
                  <a:lnTo>
                    <a:pt x="1238829" y="1842287"/>
                  </a:lnTo>
                  <a:lnTo>
                    <a:pt x="1157956" y="1839250"/>
                  </a:lnTo>
                  <a:lnTo>
                    <a:pt x="1093567" y="1837062"/>
                  </a:lnTo>
                  <a:lnTo>
                    <a:pt x="1046695" y="1835614"/>
                  </a:lnTo>
                  <a:lnTo>
                    <a:pt x="1016624" y="1834767"/>
                  </a:lnTo>
                  <a:lnTo>
                    <a:pt x="1000886" y="1834361"/>
                  </a:lnTo>
                  <a:lnTo>
                    <a:pt x="995451" y="1834233"/>
                  </a:lnTo>
                  <a:lnTo>
                    <a:pt x="994940" y="1834221"/>
                  </a:lnTo>
                  <a:lnTo>
                    <a:pt x="0" y="1834221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27" name="pl1026"/>
            <p:cNvSpPr/>
            <p:nvPr/>
          </p:nvSpPr>
          <p:spPr>
            <a:xfrm>
              <a:off x="1199187" y="2803574"/>
              <a:ext cx="12049831" cy="3165342"/>
            </a:xfrm>
            <a:custGeom>
              <a:avLst/>
              <a:pathLst>
                <a:path w="12049831" h="3165342">
                  <a:moveTo>
                    <a:pt x="0" y="1834221"/>
                  </a:moveTo>
                  <a:lnTo>
                    <a:pt x="994940" y="1834221"/>
                  </a:lnTo>
                  <a:lnTo>
                    <a:pt x="996062" y="1834247"/>
                  </a:lnTo>
                  <a:lnTo>
                    <a:pt x="1003472" y="1834425"/>
                  </a:lnTo>
                  <a:lnTo>
                    <a:pt x="1022254" y="1834919"/>
                  </a:lnTo>
                  <a:lnTo>
                    <a:pt x="1056096" y="1835893"/>
                  </a:lnTo>
                  <a:lnTo>
                    <a:pt x="1107067" y="1837502"/>
                  </a:lnTo>
                  <a:lnTo>
                    <a:pt x="1175466" y="1839881"/>
                  </a:lnTo>
                  <a:lnTo>
                    <a:pt x="1259874" y="1843128"/>
                  </a:lnTo>
                  <a:lnTo>
                    <a:pt x="1357469" y="1847303"/>
                  </a:lnTo>
                  <a:lnTo>
                    <a:pt x="1464532" y="1852430"/>
                  </a:lnTo>
                  <a:lnTo>
                    <a:pt x="1577038" y="1858503"/>
                  </a:lnTo>
                  <a:lnTo>
                    <a:pt x="1691177" y="1865505"/>
                  </a:lnTo>
                  <a:lnTo>
                    <a:pt x="1803723" y="1873418"/>
                  </a:lnTo>
                  <a:lnTo>
                    <a:pt x="1912221" y="1882237"/>
                  </a:lnTo>
                  <a:lnTo>
                    <a:pt x="2015012" y="1891977"/>
                  </a:lnTo>
                  <a:lnTo>
                    <a:pt x="2111156" y="1902682"/>
                  </a:lnTo>
                  <a:lnTo>
                    <a:pt x="2200300" y="1914426"/>
                  </a:lnTo>
                  <a:lnTo>
                    <a:pt x="2282531" y="1927309"/>
                  </a:lnTo>
                  <a:lnTo>
                    <a:pt x="2358247" y="1941461"/>
                  </a:lnTo>
                  <a:lnTo>
                    <a:pt x="2428042" y="1957038"/>
                  </a:lnTo>
                  <a:lnTo>
                    <a:pt x="2492630" y="1974211"/>
                  </a:lnTo>
                  <a:lnTo>
                    <a:pt x="2552772" y="1993160"/>
                  </a:lnTo>
                  <a:lnTo>
                    <a:pt x="2609238" y="2014055"/>
                  </a:lnTo>
                  <a:lnTo>
                    <a:pt x="2662759" y="2037030"/>
                  </a:lnTo>
                  <a:lnTo>
                    <a:pt x="2702183" y="2056075"/>
                  </a:lnTo>
                  <a:lnTo>
                    <a:pt x="2756862" y="2085551"/>
                  </a:lnTo>
                  <a:lnTo>
                    <a:pt x="2809962" y="2117654"/>
                  </a:lnTo>
                  <a:lnTo>
                    <a:pt x="2862005" y="2152433"/>
                  </a:lnTo>
                  <a:lnTo>
                    <a:pt x="2913391" y="2189870"/>
                  </a:lnTo>
                  <a:lnTo>
                    <a:pt x="2964418" y="2229871"/>
                  </a:lnTo>
                  <a:lnTo>
                    <a:pt x="3015296" y="2272265"/>
                  </a:lnTo>
                  <a:lnTo>
                    <a:pt x="3066165" y="2316795"/>
                  </a:lnTo>
                  <a:lnTo>
                    <a:pt x="3117102" y="2363129"/>
                  </a:lnTo>
                  <a:lnTo>
                    <a:pt x="3168131" y="2410860"/>
                  </a:lnTo>
                  <a:lnTo>
                    <a:pt x="3219240" y="2459524"/>
                  </a:lnTo>
                  <a:lnTo>
                    <a:pt x="3270390" y="2508617"/>
                  </a:lnTo>
                  <a:lnTo>
                    <a:pt x="3321531" y="2557616"/>
                  </a:lnTo>
                  <a:lnTo>
                    <a:pt x="3372615" y="2606001"/>
                  </a:lnTo>
                  <a:lnTo>
                    <a:pt x="3423610" y="2653280"/>
                  </a:lnTo>
                  <a:lnTo>
                    <a:pt x="3474517" y="2699009"/>
                  </a:lnTo>
                  <a:lnTo>
                    <a:pt x="3525378" y="2742805"/>
                  </a:lnTo>
                  <a:lnTo>
                    <a:pt x="3576290" y="2784364"/>
                  </a:lnTo>
                  <a:lnTo>
                    <a:pt x="3627417" y="2823458"/>
                  </a:lnTo>
                  <a:lnTo>
                    <a:pt x="3679000" y="2859946"/>
                  </a:lnTo>
                  <a:lnTo>
                    <a:pt x="3731372" y="2893761"/>
                  </a:lnTo>
                  <a:lnTo>
                    <a:pt x="3784972" y="2924911"/>
                  </a:lnTo>
                  <a:lnTo>
                    <a:pt x="3820202" y="2943489"/>
                  </a:lnTo>
                  <a:lnTo>
                    <a:pt x="3871916" y="2968098"/>
                  </a:lnTo>
                  <a:lnTo>
                    <a:pt x="3926063" y="2990578"/>
                  </a:lnTo>
                  <a:lnTo>
                    <a:pt x="3983321" y="3011005"/>
                  </a:lnTo>
                  <a:lnTo>
                    <a:pt x="4044434" y="3029522"/>
                  </a:lnTo>
                  <a:lnTo>
                    <a:pt x="4110172" y="3046305"/>
                  </a:lnTo>
                  <a:lnTo>
                    <a:pt x="4181291" y="3061534"/>
                  </a:lnTo>
                  <a:lnTo>
                    <a:pt x="4258483" y="3075377"/>
                  </a:lnTo>
                  <a:lnTo>
                    <a:pt x="4342305" y="3087983"/>
                  </a:lnTo>
                  <a:lnTo>
                    <a:pt x="4433092" y="3099475"/>
                  </a:lnTo>
                  <a:lnTo>
                    <a:pt x="4530842" y="3109949"/>
                  </a:lnTo>
                  <a:lnTo>
                    <a:pt x="4635076" y="3119471"/>
                  </a:lnTo>
                  <a:lnTo>
                    <a:pt x="4744698" y="3128077"/>
                  </a:lnTo>
                  <a:lnTo>
                    <a:pt x="4857866" y="3135778"/>
                  </a:lnTo>
                  <a:lnTo>
                    <a:pt x="4971938" y="3142565"/>
                  </a:lnTo>
                  <a:lnTo>
                    <a:pt x="5083528" y="3148419"/>
                  </a:lnTo>
                  <a:lnTo>
                    <a:pt x="5188735" y="3153322"/>
                  </a:lnTo>
                  <a:lnTo>
                    <a:pt x="5283556" y="3157277"/>
                  </a:lnTo>
                  <a:lnTo>
                    <a:pt x="5364428" y="3160314"/>
                  </a:lnTo>
                  <a:lnTo>
                    <a:pt x="5428818" y="3162502"/>
                  </a:lnTo>
                  <a:lnTo>
                    <a:pt x="5475690" y="3163950"/>
                  </a:lnTo>
                  <a:lnTo>
                    <a:pt x="5505761" y="3164797"/>
                  </a:lnTo>
                  <a:lnTo>
                    <a:pt x="5521499" y="3165203"/>
                  </a:lnTo>
                  <a:lnTo>
                    <a:pt x="5526934" y="3165331"/>
                  </a:lnTo>
                  <a:lnTo>
                    <a:pt x="5527445" y="3165342"/>
                  </a:lnTo>
                  <a:lnTo>
                    <a:pt x="6522385" y="3165342"/>
                  </a:lnTo>
                  <a:lnTo>
                    <a:pt x="6523448" y="3165286"/>
                  </a:lnTo>
                  <a:lnTo>
                    <a:pt x="6530469" y="3164884"/>
                  </a:lnTo>
                  <a:lnTo>
                    <a:pt x="6548294" y="3163774"/>
                  </a:lnTo>
                  <a:lnTo>
                    <a:pt x="6580475" y="3161586"/>
                  </a:lnTo>
                  <a:lnTo>
                    <a:pt x="6629075" y="3157966"/>
                  </a:lnTo>
                  <a:lnTo>
                    <a:pt x="6694516" y="3152609"/>
                  </a:lnTo>
                  <a:lnTo>
                    <a:pt x="6775612" y="3145283"/>
                  </a:lnTo>
                  <a:lnTo>
                    <a:pt x="6869826" y="3135842"/>
                  </a:lnTo>
                  <a:lnTo>
                    <a:pt x="6973724" y="3124224"/>
                  </a:lnTo>
                  <a:lnTo>
                    <a:pt x="7083507" y="3110432"/>
                  </a:lnTo>
                  <a:lnTo>
                    <a:pt x="7195504" y="3094505"/>
                  </a:lnTo>
                  <a:lnTo>
                    <a:pt x="7306538" y="3076484"/>
                  </a:lnTo>
                  <a:lnTo>
                    <a:pt x="7414126" y="3056389"/>
                  </a:lnTo>
                  <a:lnTo>
                    <a:pt x="7516529" y="3034197"/>
                  </a:lnTo>
                  <a:lnTo>
                    <a:pt x="7612701" y="3009826"/>
                  </a:lnTo>
                  <a:lnTo>
                    <a:pt x="7702173" y="2983130"/>
                  </a:lnTo>
                  <a:lnTo>
                    <a:pt x="7784922" y="2953899"/>
                  </a:lnTo>
                  <a:lnTo>
                    <a:pt x="7861248" y="2921859"/>
                  </a:lnTo>
                  <a:lnTo>
                    <a:pt x="7931664" y="2886680"/>
                  </a:lnTo>
                  <a:lnTo>
                    <a:pt x="7996812" y="2847985"/>
                  </a:lnTo>
                  <a:lnTo>
                    <a:pt x="8057405" y="2805374"/>
                  </a:lnTo>
                  <a:lnTo>
                    <a:pt x="8114170" y="2758447"/>
                  </a:lnTo>
                  <a:lnTo>
                    <a:pt x="8167819" y="2706864"/>
                  </a:lnTo>
                  <a:lnTo>
                    <a:pt x="8219006" y="2650418"/>
                  </a:lnTo>
                  <a:lnTo>
                    <a:pt x="8229629" y="2637785"/>
                  </a:lnTo>
                  <a:lnTo>
                    <a:pt x="8272062" y="2584137"/>
                  </a:lnTo>
                  <a:lnTo>
                    <a:pt x="8313472" y="2526779"/>
                  </a:lnTo>
                  <a:lnTo>
                    <a:pt x="8354122" y="2465634"/>
                  </a:lnTo>
                  <a:lnTo>
                    <a:pt x="8394226" y="2400681"/>
                  </a:lnTo>
                  <a:lnTo>
                    <a:pt x="8433957" y="2331954"/>
                  </a:lnTo>
                  <a:lnTo>
                    <a:pt x="8473455" y="2259554"/>
                  </a:lnTo>
                  <a:lnTo>
                    <a:pt x="8512825" y="2183648"/>
                  </a:lnTo>
                  <a:lnTo>
                    <a:pt x="8552148" y="2104474"/>
                  </a:lnTo>
                  <a:lnTo>
                    <a:pt x="8591477" y="2022337"/>
                  </a:lnTo>
                  <a:lnTo>
                    <a:pt x="8630846" y="1937612"/>
                  </a:lnTo>
                  <a:lnTo>
                    <a:pt x="8670270" y="1850734"/>
                  </a:lnTo>
                  <a:lnTo>
                    <a:pt x="8709749" y="1762191"/>
                  </a:lnTo>
                  <a:lnTo>
                    <a:pt x="8749271" y="1672515"/>
                  </a:lnTo>
                  <a:lnTo>
                    <a:pt x="8788816" y="1582266"/>
                  </a:lnTo>
                  <a:lnTo>
                    <a:pt x="8828360" y="1492019"/>
                  </a:lnTo>
                  <a:lnTo>
                    <a:pt x="8867882" y="1402351"/>
                  </a:lnTo>
                  <a:lnTo>
                    <a:pt x="8907360" y="1313821"/>
                  </a:lnTo>
                  <a:lnTo>
                    <a:pt x="8946783" y="1226960"/>
                  </a:lnTo>
                  <a:lnTo>
                    <a:pt x="8986152" y="1142256"/>
                  </a:lnTo>
                  <a:lnTo>
                    <a:pt x="9025481" y="1060145"/>
                  </a:lnTo>
                  <a:lnTo>
                    <a:pt x="9064804" y="980998"/>
                  </a:lnTo>
                  <a:lnTo>
                    <a:pt x="9104175" y="905122"/>
                  </a:lnTo>
                  <a:lnTo>
                    <a:pt x="9143674" y="832755"/>
                  </a:lnTo>
                  <a:lnTo>
                    <a:pt x="9183409" y="764062"/>
                  </a:lnTo>
                  <a:lnTo>
                    <a:pt x="9223517" y="699142"/>
                  </a:lnTo>
                  <a:lnTo>
                    <a:pt x="9264172" y="638032"/>
                  </a:lnTo>
                  <a:lnTo>
                    <a:pt x="9305590" y="580707"/>
                  </a:lnTo>
                  <a:lnTo>
                    <a:pt x="9347647" y="527557"/>
                  </a:lnTo>
                  <a:lnTo>
                    <a:pt x="9398388" y="470070"/>
                  </a:lnTo>
                  <a:lnTo>
                    <a:pt x="9451461" y="417464"/>
                  </a:lnTo>
                  <a:lnTo>
                    <a:pt x="9507505" y="369573"/>
                  </a:lnTo>
                  <a:lnTo>
                    <a:pt x="9567223" y="326076"/>
                  </a:lnTo>
                  <a:lnTo>
                    <a:pt x="9631342" y="286583"/>
                  </a:lnTo>
                  <a:lnTo>
                    <a:pt x="9700581" y="250689"/>
                  </a:lnTo>
                  <a:lnTo>
                    <a:pt x="9775601" y="218011"/>
                  </a:lnTo>
                  <a:lnTo>
                    <a:pt x="9856951" y="188207"/>
                  </a:lnTo>
                  <a:lnTo>
                    <a:pt x="9944983" y="160992"/>
                  </a:lnTo>
                  <a:lnTo>
                    <a:pt x="10039752" y="136141"/>
                  </a:lnTo>
                  <a:lnTo>
                    <a:pt x="10140896" y="113494"/>
                  </a:lnTo>
                  <a:lnTo>
                    <a:pt x="10247502" y="92958"/>
                  </a:lnTo>
                  <a:lnTo>
                    <a:pt x="10357986" y="74495"/>
                  </a:lnTo>
                  <a:lnTo>
                    <a:pt x="10470023" y="58119"/>
                  </a:lnTo>
                  <a:lnTo>
                    <a:pt x="10580572" y="43870"/>
                  </a:lnTo>
                  <a:lnTo>
                    <a:pt x="10686042" y="31788"/>
                  </a:lnTo>
                  <a:lnTo>
                    <a:pt x="10782623" y="21887"/>
                  </a:lnTo>
                  <a:lnTo>
                    <a:pt x="10866759" y="14120"/>
                  </a:lnTo>
                  <a:lnTo>
                    <a:pt x="10935679" y="8361"/>
                  </a:lnTo>
                  <a:lnTo>
                    <a:pt x="10987881" y="4395"/>
                  </a:lnTo>
                  <a:lnTo>
                    <a:pt x="11023435" y="1931"/>
                  </a:lnTo>
                  <a:lnTo>
                    <a:pt x="11044062" y="622"/>
                  </a:lnTo>
                  <a:lnTo>
                    <a:pt x="11053016" y="100"/>
                  </a:lnTo>
                  <a:lnTo>
                    <a:pt x="11054880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8" name="pl1027"/>
            <p:cNvSpPr/>
            <p:nvPr/>
          </p:nvSpPr>
          <p:spPr>
            <a:xfrm>
              <a:off x="1199187" y="2798334"/>
              <a:ext cx="12049831" cy="3165342"/>
            </a:xfrm>
            <a:custGeom>
              <a:avLst/>
              <a:pathLst>
                <a:path w="12049831" h="3165342">
                  <a:moveTo>
                    <a:pt x="12049831" y="0"/>
                  </a:moveTo>
                  <a:lnTo>
                    <a:pt x="11054891" y="0"/>
                  </a:lnTo>
                  <a:lnTo>
                    <a:pt x="11053828" y="56"/>
                  </a:lnTo>
                  <a:lnTo>
                    <a:pt x="11046807" y="458"/>
                  </a:lnTo>
                  <a:lnTo>
                    <a:pt x="11028982" y="1568"/>
                  </a:lnTo>
                  <a:lnTo>
                    <a:pt x="10996801" y="3756"/>
                  </a:lnTo>
                  <a:lnTo>
                    <a:pt x="10948202" y="7376"/>
                  </a:lnTo>
                  <a:lnTo>
                    <a:pt x="10882761" y="12733"/>
                  </a:lnTo>
                  <a:lnTo>
                    <a:pt x="10801665" y="20059"/>
                  </a:lnTo>
                  <a:lnTo>
                    <a:pt x="10707451" y="29500"/>
                  </a:lnTo>
                  <a:lnTo>
                    <a:pt x="10603553" y="41118"/>
                  </a:lnTo>
                  <a:lnTo>
                    <a:pt x="10493770" y="54910"/>
                  </a:lnTo>
                  <a:lnTo>
                    <a:pt x="10381773" y="70837"/>
                  </a:lnTo>
                  <a:lnTo>
                    <a:pt x="10270739" y="88858"/>
                  </a:lnTo>
                  <a:lnTo>
                    <a:pt x="10163151" y="108953"/>
                  </a:lnTo>
                  <a:lnTo>
                    <a:pt x="10060747" y="131145"/>
                  </a:lnTo>
                  <a:lnTo>
                    <a:pt x="9964576" y="155516"/>
                  </a:lnTo>
                  <a:lnTo>
                    <a:pt x="9875104" y="182212"/>
                  </a:lnTo>
                  <a:lnTo>
                    <a:pt x="9792354" y="211443"/>
                  </a:lnTo>
                  <a:lnTo>
                    <a:pt x="9716029" y="243483"/>
                  </a:lnTo>
                  <a:lnTo>
                    <a:pt x="9645613" y="278662"/>
                  </a:lnTo>
                  <a:lnTo>
                    <a:pt x="9580464" y="317357"/>
                  </a:lnTo>
                  <a:lnTo>
                    <a:pt x="9519872" y="359968"/>
                  </a:lnTo>
                  <a:lnTo>
                    <a:pt x="9463107" y="406895"/>
                  </a:lnTo>
                  <a:lnTo>
                    <a:pt x="9409458" y="458478"/>
                  </a:lnTo>
                  <a:lnTo>
                    <a:pt x="9358270" y="514924"/>
                  </a:lnTo>
                  <a:lnTo>
                    <a:pt x="9347647" y="527557"/>
                  </a:lnTo>
                  <a:lnTo>
                    <a:pt x="9305214" y="581205"/>
                  </a:lnTo>
                  <a:lnTo>
                    <a:pt x="9263804" y="638563"/>
                  </a:lnTo>
                  <a:lnTo>
                    <a:pt x="9223155" y="699708"/>
                  </a:lnTo>
                  <a:lnTo>
                    <a:pt x="9183051" y="764661"/>
                  </a:lnTo>
                  <a:lnTo>
                    <a:pt x="9143319" y="833388"/>
                  </a:lnTo>
                  <a:lnTo>
                    <a:pt x="9103822" y="905788"/>
                  </a:lnTo>
                  <a:lnTo>
                    <a:pt x="9064451" y="981694"/>
                  </a:lnTo>
                  <a:lnTo>
                    <a:pt x="9025129" y="1060868"/>
                  </a:lnTo>
                  <a:lnTo>
                    <a:pt x="8985799" y="1143005"/>
                  </a:lnTo>
                  <a:lnTo>
                    <a:pt x="8946430" y="1227730"/>
                  </a:lnTo>
                  <a:lnTo>
                    <a:pt x="8907006" y="1314608"/>
                  </a:lnTo>
                  <a:lnTo>
                    <a:pt x="8867527" y="1403151"/>
                  </a:lnTo>
                  <a:lnTo>
                    <a:pt x="8828006" y="1492827"/>
                  </a:lnTo>
                  <a:lnTo>
                    <a:pt x="8788461" y="1583076"/>
                  </a:lnTo>
                  <a:lnTo>
                    <a:pt x="8748916" y="1673323"/>
                  </a:lnTo>
                  <a:lnTo>
                    <a:pt x="8709395" y="1762991"/>
                  </a:lnTo>
                  <a:lnTo>
                    <a:pt x="8669917" y="1851521"/>
                  </a:lnTo>
                  <a:lnTo>
                    <a:pt x="8630493" y="1938382"/>
                  </a:lnTo>
                  <a:lnTo>
                    <a:pt x="8591124" y="2023086"/>
                  </a:lnTo>
                  <a:lnTo>
                    <a:pt x="8551795" y="2105197"/>
                  </a:lnTo>
                  <a:lnTo>
                    <a:pt x="8512473" y="2184344"/>
                  </a:lnTo>
                  <a:lnTo>
                    <a:pt x="8473101" y="2260220"/>
                  </a:lnTo>
                  <a:lnTo>
                    <a:pt x="8433602" y="2332587"/>
                  </a:lnTo>
                  <a:lnTo>
                    <a:pt x="8393868" y="2401280"/>
                  </a:lnTo>
                  <a:lnTo>
                    <a:pt x="8353760" y="2466200"/>
                  </a:lnTo>
                  <a:lnTo>
                    <a:pt x="8313105" y="2527310"/>
                  </a:lnTo>
                  <a:lnTo>
                    <a:pt x="8271687" y="2584635"/>
                  </a:lnTo>
                  <a:lnTo>
                    <a:pt x="8229629" y="2637785"/>
                  </a:lnTo>
                  <a:lnTo>
                    <a:pt x="8178889" y="2695272"/>
                  </a:lnTo>
                  <a:lnTo>
                    <a:pt x="8125816" y="2747878"/>
                  </a:lnTo>
                  <a:lnTo>
                    <a:pt x="8069771" y="2795769"/>
                  </a:lnTo>
                  <a:lnTo>
                    <a:pt x="8010054" y="2839266"/>
                  </a:lnTo>
                  <a:lnTo>
                    <a:pt x="7945934" y="2878759"/>
                  </a:lnTo>
                  <a:lnTo>
                    <a:pt x="7876696" y="2914653"/>
                  </a:lnTo>
                  <a:lnTo>
                    <a:pt x="7801675" y="2947331"/>
                  </a:lnTo>
                  <a:lnTo>
                    <a:pt x="7720325" y="2977135"/>
                  </a:lnTo>
                  <a:lnTo>
                    <a:pt x="7632294" y="3004350"/>
                  </a:lnTo>
                  <a:lnTo>
                    <a:pt x="7537525" y="3029201"/>
                  </a:lnTo>
                  <a:lnTo>
                    <a:pt x="7436380" y="3051848"/>
                  </a:lnTo>
                  <a:lnTo>
                    <a:pt x="7329774" y="3072384"/>
                  </a:lnTo>
                  <a:lnTo>
                    <a:pt x="7219290" y="3090847"/>
                  </a:lnTo>
                  <a:lnTo>
                    <a:pt x="7107253" y="3107223"/>
                  </a:lnTo>
                  <a:lnTo>
                    <a:pt x="6996705" y="3121472"/>
                  </a:lnTo>
                  <a:lnTo>
                    <a:pt x="6891235" y="3133554"/>
                  </a:lnTo>
                  <a:lnTo>
                    <a:pt x="6794653" y="3143455"/>
                  </a:lnTo>
                  <a:lnTo>
                    <a:pt x="6710518" y="3151222"/>
                  </a:lnTo>
                  <a:lnTo>
                    <a:pt x="6641597" y="3156981"/>
                  </a:lnTo>
                  <a:lnTo>
                    <a:pt x="6589396" y="3160947"/>
                  </a:lnTo>
                  <a:lnTo>
                    <a:pt x="6553842" y="3163411"/>
                  </a:lnTo>
                  <a:lnTo>
                    <a:pt x="6533214" y="3164720"/>
                  </a:lnTo>
                  <a:lnTo>
                    <a:pt x="6524260" y="3165242"/>
                  </a:lnTo>
                  <a:lnTo>
                    <a:pt x="6522396" y="3165342"/>
                  </a:lnTo>
                  <a:lnTo>
                    <a:pt x="6522385" y="3165342"/>
                  </a:lnTo>
                  <a:lnTo>
                    <a:pt x="5527445" y="3165342"/>
                  </a:lnTo>
                  <a:lnTo>
                    <a:pt x="5526323" y="3165317"/>
                  </a:lnTo>
                  <a:lnTo>
                    <a:pt x="5518913" y="3165139"/>
                  </a:lnTo>
                  <a:lnTo>
                    <a:pt x="5500131" y="3164645"/>
                  </a:lnTo>
                  <a:lnTo>
                    <a:pt x="5466289" y="3163671"/>
                  </a:lnTo>
                  <a:lnTo>
                    <a:pt x="5415318" y="3162062"/>
                  </a:lnTo>
                  <a:lnTo>
                    <a:pt x="5346919" y="3159683"/>
                  </a:lnTo>
                  <a:lnTo>
                    <a:pt x="5262511" y="3156436"/>
                  </a:lnTo>
                  <a:lnTo>
                    <a:pt x="5164916" y="3152261"/>
                  </a:lnTo>
                  <a:lnTo>
                    <a:pt x="5057853" y="3147134"/>
                  </a:lnTo>
                  <a:lnTo>
                    <a:pt x="4945347" y="3141061"/>
                  </a:lnTo>
                  <a:lnTo>
                    <a:pt x="4831208" y="3134059"/>
                  </a:lnTo>
                  <a:lnTo>
                    <a:pt x="4718662" y="3126146"/>
                  </a:lnTo>
                  <a:lnTo>
                    <a:pt x="4610164" y="3117327"/>
                  </a:lnTo>
                  <a:lnTo>
                    <a:pt x="4507373" y="3107587"/>
                  </a:lnTo>
                  <a:lnTo>
                    <a:pt x="4411229" y="3096882"/>
                  </a:lnTo>
                  <a:lnTo>
                    <a:pt x="4322085" y="3085138"/>
                  </a:lnTo>
                  <a:lnTo>
                    <a:pt x="4239854" y="3072255"/>
                  </a:lnTo>
                  <a:lnTo>
                    <a:pt x="4164138" y="3058103"/>
                  </a:lnTo>
                  <a:lnTo>
                    <a:pt x="4094343" y="3042526"/>
                  </a:lnTo>
                  <a:lnTo>
                    <a:pt x="4029755" y="3025353"/>
                  </a:lnTo>
                  <a:lnTo>
                    <a:pt x="3969613" y="3006404"/>
                  </a:lnTo>
                  <a:lnTo>
                    <a:pt x="3913147" y="2985509"/>
                  </a:lnTo>
                  <a:lnTo>
                    <a:pt x="3859626" y="2962534"/>
                  </a:lnTo>
                  <a:lnTo>
                    <a:pt x="3820202" y="2943489"/>
                  </a:lnTo>
                  <a:lnTo>
                    <a:pt x="3765523" y="2914013"/>
                  </a:lnTo>
                  <a:lnTo>
                    <a:pt x="3712423" y="2881910"/>
                  </a:lnTo>
                  <a:lnTo>
                    <a:pt x="3660380" y="2847131"/>
                  </a:lnTo>
                  <a:lnTo>
                    <a:pt x="3608994" y="2809694"/>
                  </a:lnTo>
                  <a:lnTo>
                    <a:pt x="3557967" y="2769693"/>
                  </a:lnTo>
                  <a:lnTo>
                    <a:pt x="3507089" y="2727299"/>
                  </a:lnTo>
                  <a:lnTo>
                    <a:pt x="3456220" y="2682769"/>
                  </a:lnTo>
                  <a:lnTo>
                    <a:pt x="3405283" y="2636435"/>
                  </a:lnTo>
                  <a:lnTo>
                    <a:pt x="3354254" y="2588704"/>
                  </a:lnTo>
                  <a:lnTo>
                    <a:pt x="3303145" y="2540040"/>
                  </a:lnTo>
                  <a:lnTo>
                    <a:pt x="3251995" y="2490947"/>
                  </a:lnTo>
                  <a:lnTo>
                    <a:pt x="3200854" y="2441948"/>
                  </a:lnTo>
                  <a:lnTo>
                    <a:pt x="3149770" y="2393563"/>
                  </a:lnTo>
                  <a:lnTo>
                    <a:pt x="3098775" y="2346284"/>
                  </a:lnTo>
                  <a:lnTo>
                    <a:pt x="3047868" y="2300555"/>
                  </a:lnTo>
                  <a:lnTo>
                    <a:pt x="2997007" y="2256759"/>
                  </a:lnTo>
                  <a:lnTo>
                    <a:pt x="2946095" y="2215200"/>
                  </a:lnTo>
                  <a:lnTo>
                    <a:pt x="2894968" y="2176105"/>
                  </a:lnTo>
                  <a:lnTo>
                    <a:pt x="2843385" y="2139618"/>
                  </a:lnTo>
                  <a:lnTo>
                    <a:pt x="2791013" y="2105803"/>
                  </a:lnTo>
                  <a:lnTo>
                    <a:pt x="2737413" y="2074653"/>
                  </a:lnTo>
                  <a:lnTo>
                    <a:pt x="2702183" y="2056075"/>
                  </a:lnTo>
                  <a:lnTo>
                    <a:pt x="2650469" y="2031466"/>
                  </a:lnTo>
                  <a:lnTo>
                    <a:pt x="2596322" y="2008986"/>
                  </a:lnTo>
                  <a:lnTo>
                    <a:pt x="2539064" y="1988559"/>
                  </a:lnTo>
                  <a:lnTo>
                    <a:pt x="2477951" y="1970042"/>
                  </a:lnTo>
                  <a:lnTo>
                    <a:pt x="2412213" y="1953258"/>
                  </a:lnTo>
                  <a:lnTo>
                    <a:pt x="2341094" y="1938030"/>
                  </a:lnTo>
                  <a:lnTo>
                    <a:pt x="2263902" y="1924187"/>
                  </a:lnTo>
                  <a:lnTo>
                    <a:pt x="2180080" y="1911581"/>
                  </a:lnTo>
                  <a:lnTo>
                    <a:pt x="2089293" y="1900089"/>
                  </a:lnTo>
                  <a:lnTo>
                    <a:pt x="1991543" y="1889614"/>
                  </a:lnTo>
                  <a:lnTo>
                    <a:pt x="1887309" y="1880093"/>
                  </a:lnTo>
                  <a:lnTo>
                    <a:pt x="1777687" y="1871487"/>
                  </a:lnTo>
                  <a:lnTo>
                    <a:pt x="1664519" y="1863786"/>
                  </a:lnTo>
                  <a:lnTo>
                    <a:pt x="1550447" y="1856999"/>
                  </a:lnTo>
                  <a:lnTo>
                    <a:pt x="1438857" y="1851145"/>
                  </a:lnTo>
                  <a:lnTo>
                    <a:pt x="1333650" y="1846242"/>
                  </a:lnTo>
                  <a:lnTo>
                    <a:pt x="1238829" y="1842287"/>
                  </a:lnTo>
                  <a:lnTo>
                    <a:pt x="1157956" y="1839250"/>
                  </a:lnTo>
                  <a:lnTo>
                    <a:pt x="1093567" y="1837062"/>
                  </a:lnTo>
                  <a:lnTo>
                    <a:pt x="1046695" y="1835614"/>
                  </a:lnTo>
                  <a:lnTo>
                    <a:pt x="1016624" y="1834767"/>
                  </a:lnTo>
                  <a:lnTo>
                    <a:pt x="1000886" y="1834361"/>
                  </a:lnTo>
                  <a:lnTo>
                    <a:pt x="995451" y="1834233"/>
                  </a:lnTo>
                  <a:lnTo>
                    <a:pt x="994940" y="1834221"/>
                  </a:lnTo>
                  <a:lnTo>
                    <a:pt x="0" y="1834221"/>
                  </a:lnTo>
                  <a:lnTo>
                    <a:pt x="0" y="18342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9" name="pg1028"/>
            <p:cNvSpPr/>
            <p:nvPr/>
          </p:nvSpPr>
          <p:spPr>
            <a:xfrm>
              <a:off x="1199187" y="4040364"/>
              <a:ext cx="12049831" cy="1949515"/>
            </a:xfrm>
            <a:custGeom>
              <a:avLst/>
              <a:pathLst>
                <a:path w="12049831" h="1949515">
                  <a:moveTo>
                    <a:pt x="0" y="602672"/>
                  </a:moveTo>
                  <a:lnTo>
                    <a:pt x="994940" y="602672"/>
                  </a:lnTo>
                  <a:lnTo>
                    <a:pt x="996062" y="602698"/>
                  </a:lnTo>
                  <a:lnTo>
                    <a:pt x="1003469" y="602879"/>
                  </a:lnTo>
                  <a:lnTo>
                    <a:pt x="1022247" y="603378"/>
                  </a:lnTo>
                  <a:lnTo>
                    <a:pt x="1056080" y="604363"/>
                  </a:lnTo>
                  <a:lnTo>
                    <a:pt x="1107037" y="605991"/>
                  </a:lnTo>
                  <a:lnTo>
                    <a:pt x="1175420" y="608397"/>
                  </a:lnTo>
                  <a:lnTo>
                    <a:pt x="1259811" y="611681"/>
                  </a:lnTo>
                  <a:lnTo>
                    <a:pt x="1357388" y="615905"/>
                  </a:lnTo>
                  <a:lnTo>
                    <a:pt x="1464434" y="621091"/>
                  </a:lnTo>
                  <a:lnTo>
                    <a:pt x="1576926" y="627235"/>
                  </a:lnTo>
                  <a:lnTo>
                    <a:pt x="1691053" y="634318"/>
                  </a:lnTo>
                  <a:lnTo>
                    <a:pt x="1803592" y="642322"/>
                  </a:lnTo>
                  <a:lnTo>
                    <a:pt x="1912085" y="651243"/>
                  </a:lnTo>
                  <a:lnTo>
                    <a:pt x="2014874" y="661096"/>
                  </a:lnTo>
                  <a:lnTo>
                    <a:pt x="2111019" y="671925"/>
                  </a:lnTo>
                  <a:lnTo>
                    <a:pt x="2200165" y="683804"/>
                  </a:lnTo>
                  <a:lnTo>
                    <a:pt x="2282399" y="696836"/>
                  </a:lnTo>
                  <a:lnTo>
                    <a:pt x="2358118" y="711152"/>
                  </a:lnTo>
                  <a:lnTo>
                    <a:pt x="2427917" y="726908"/>
                  </a:lnTo>
                  <a:lnTo>
                    <a:pt x="2492507" y="744279"/>
                  </a:lnTo>
                  <a:lnTo>
                    <a:pt x="2552652" y="763446"/>
                  </a:lnTo>
                  <a:lnTo>
                    <a:pt x="2609119" y="784582"/>
                  </a:lnTo>
                  <a:lnTo>
                    <a:pt x="2662640" y="807821"/>
                  </a:lnTo>
                  <a:lnTo>
                    <a:pt x="2702183" y="827146"/>
                  </a:lnTo>
                  <a:lnTo>
                    <a:pt x="2756739" y="856899"/>
                  </a:lnTo>
                  <a:lnTo>
                    <a:pt x="2809722" y="889298"/>
                  </a:lnTo>
                  <a:lnTo>
                    <a:pt x="2861652" y="924392"/>
                  </a:lnTo>
                  <a:lnTo>
                    <a:pt x="2912924" y="962163"/>
                  </a:lnTo>
                  <a:lnTo>
                    <a:pt x="2963836" y="1002519"/>
                  </a:lnTo>
                  <a:lnTo>
                    <a:pt x="3014600" y="1045286"/>
                  </a:lnTo>
                  <a:lnTo>
                    <a:pt x="3065352" y="1090211"/>
                  </a:lnTo>
                  <a:lnTo>
                    <a:pt x="3116171" y="1136957"/>
                  </a:lnTo>
                  <a:lnTo>
                    <a:pt x="3167082" y="1185118"/>
                  </a:lnTo>
                  <a:lnTo>
                    <a:pt x="3218073" y="1234230"/>
                  </a:lnTo>
                  <a:lnTo>
                    <a:pt x="3269106" y="1283785"/>
                  </a:lnTo>
                  <a:lnTo>
                    <a:pt x="3320131" y="1333259"/>
                  </a:lnTo>
                  <a:lnTo>
                    <a:pt x="3371100" y="1382128"/>
                  </a:lnTo>
                  <a:lnTo>
                    <a:pt x="3421982" y="1429898"/>
                  </a:lnTo>
                  <a:lnTo>
                    <a:pt x="3472775" y="1476120"/>
                  </a:lnTo>
                  <a:lnTo>
                    <a:pt x="3523520" y="1520407"/>
                  </a:lnTo>
                  <a:lnTo>
                    <a:pt x="3574312" y="1562450"/>
                  </a:lnTo>
                  <a:lnTo>
                    <a:pt x="3625309" y="1602019"/>
                  </a:lnTo>
                  <a:lnTo>
                    <a:pt x="3676749" y="1638966"/>
                  </a:lnTo>
                  <a:lnTo>
                    <a:pt x="3728958" y="1673223"/>
                  </a:lnTo>
                  <a:lnTo>
                    <a:pt x="3782367" y="1704794"/>
                  </a:lnTo>
                  <a:lnTo>
                    <a:pt x="3820202" y="1725042"/>
                  </a:lnTo>
                  <a:lnTo>
                    <a:pt x="3871910" y="1749939"/>
                  </a:lnTo>
                  <a:lnTo>
                    <a:pt x="3926052" y="1772683"/>
                  </a:lnTo>
                  <a:lnTo>
                    <a:pt x="3983304" y="1793349"/>
                  </a:lnTo>
                  <a:lnTo>
                    <a:pt x="4044409" y="1812084"/>
                  </a:lnTo>
                  <a:lnTo>
                    <a:pt x="4110138" y="1829064"/>
                  </a:lnTo>
                  <a:lnTo>
                    <a:pt x="4181247" y="1844472"/>
                  </a:lnTo>
                  <a:lnTo>
                    <a:pt x="4258427" y="1858478"/>
                  </a:lnTo>
                  <a:lnTo>
                    <a:pt x="4342236" y="1871232"/>
                  </a:lnTo>
                  <a:lnTo>
                    <a:pt x="4433009" y="1882860"/>
                  </a:lnTo>
                  <a:lnTo>
                    <a:pt x="4530742" y="1893458"/>
                  </a:lnTo>
                  <a:lnTo>
                    <a:pt x="4634960" y="1903093"/>
                  </a:lnTo>
                  <a:lnTo>
                    <a:pt x="4744566" y="1911800"/>
                  </a:lnTo>
                  <a:lnTo>
                    <a:pt x="4857720" y="1919593"/>
                  </a:lnTo>
                  <a:lnTo>
                    <a:pt x="4971781" y="1926460"/>
                  </a:lnTo>
                  <a:lnTo>
                    <a:pt x="5083366" y="1932383"/>
                  </a:lnTo>
                  <a:lnTo>
                    <a:pt x="5188576" y="1937346"/>
                  </a:lnTo>
                  <a:lnTo>
                    <a:pt x="5283408" y="1941349"/>
                  </a:lnTo>
                  <a:lnTo>
                    <a:pt x="5364299" y="1944423"/>
                  </a:lnTo>
                  <a:lnTo>
                    <a:pt x="5428714" y="1946638"/>
                  </a:lnTo>
                  <a:lnTo>
                    <a:pt x="5475615" y="1948104"/>
                  </a:lnTo>
                  <a:lnTo>
                    <a:pt x="5505715" y="1948962"/>
                  </a:lnTo>
                  <a:lnTo>
                    <a:pt x="5521478" y="1949373"/>
                  </a:lnTo>
                  <a:lnTo>
                    <a:pt x="5526930" y="1949504"/>
                  </a:lnTo>
                  <a:lnTo>
                    <a:pt x="5527445" y="1949515"/>
                  </a:lnTo>
                  <a:lnTo>
                    <a:pt x="6522385" y="1949515"/>
                  </a:lnTo>
                  <a:lnTo>
                    <a:pt x="6523493" y="1949479"/>
                  </a:lnTo>
                  <a:lnTo>
                    <a:pt x="6530803" y="1949222"/>
                  </a:lnTo>
                  <a:lnTo>
                    <a:pt x="6549341" y="1948510"/>
                  </a:lnTo>
                  <a:lnTo>
                    <a:pt x="6582760" y="1947108"/>
                  </a:lnTo>
                  <a:lnTo>
                    <a:pt x="6633127" y="1944790"/>
                  </a:lnTo>
                  <a:lnTo>
                    <a:pt x="6700775" y="1941363"/>
                  </a:lnTo>
                  <a:lnTo>
                    <a:pt x="6784346" y="1936682"/>
                  </a:lnTo>
                  <a:lnTo>
                    <a:pt x="6881089" y="1930660"/>
                  </a:lnTo>
                  <a:lnTo>
                    <a:pt x="6987360" y="1923261"/>
                  </a:lnTo>
                  <a:lnTo>
                    <a:pt x="7099188" y="1914491"/>
                  </a:lnTo>
                  <a:lnTo>
                    <a:pt x="7212798" y="1904377"/>
                  </a:lnTo>
                  <a:lnTo>
                    <a:pt x="7324975" y="1892943"/>
                  </a:lnTo>
                  <a:lnTo>
                    <a:pt x="7433256" y="1880200"/>
                  </a:lnTo>
                  <a:lnTo>
                    <a:pt x="7535960" y="1866124"/>
                  </a:lnTo>
                  <a:lnTo>
                    <a:pt x="7632120" y="1850658"/>
                  </a:lnTo>
                  <a:lnTo>
                    <a:pt x="7721353" y="1833698"/>
                  </a:lnTo>
                  <a:lnTo>
                    <a:pt x="7803719" y="1815102"/>
                  </a:lnTo>
                  <a:lnTo>
                    <a:pt x="7879590" y="1794685"/>
                  </a:lnTo>
                  <a:lnTo>
                    <a:pt x="7949541" y="1772227"/>
                  </a:lnTo>
                  <a:lnTo>
                    <a:pt x="8014267" y="1747482"/>
                  </a:lnTo>
                  <a:lnTo>
                    <a:pt x="8074518" y="1720190"/>
                  </a:lnTo>
                  <a:lnTo>
                    <a:pt x="8131053" y="1690105"/>
                  </a:lnTo>
                  <a:lnTo>
                    <a:pt x="8184599" y="1657026"/>
                  </a:lnTo>
                  <a:lnTo>
                    <a:pt x="8229629" y="1625470"/>
                  </a:lnTo>
                  <a:lnTo>
                    <a:pt x="8279631" y="1586305"/>
                  </a:lnTo>
                  <a:lnTo>
                    <a:pt x="8328276" y="1543948"/>
                  </a:lnTo>
                  <a:lnTo>
                    <a:pt x="8375973" y="1498335"/>
                  </a:lnTo>
                  <a:lnTo>
                    <a:pt x="8423045" y="1449470"/>
                  </a:lnTo>
                  <a:lnTo>
                    <a:pt x="8469740" y="1397429"/>
                  </a:lnTo>
                  <a:lnTo>
                    <a:pt x="8516245" y="1342370"/>
                  </a:lnTo>
                  <a:lnTo>
                    <a:pt x="8562689" y="1284533"/>
                  </a:lnTo>
                  <a:lnTo>
                    <a:pt x="8609158" y="1224239"/>
                  </a:lnTo>
                  <a:lnTo>
                    <a:pt x="8655693" y="1161891"/>
                  </a:lnTo>
                  <a:lnTo>
                    <a:pt x="8702306" y="1097958"/>
                  </a:lnTo>
                  <a:lnTo>
                    <a:pt x="8748983" y="1032966"/>
                  </a:lnTo>
                  <a:lnTo>
                    <a:pt x="8795692" y="967480"/>
                  </a:lnTo>
                  <a:lnTo>
                    <a:pt x="8842396" y="902083"/>
                  </a:lnTo>
                  <a:lnTo>
                    <a:pt x="8889056" y="837353"/>
                  </a:lnTo>
                  <a:lnTo>
                    <a:pt x="8935646" y="773845"/>
                  </a:lnTo>
                  <a:lnTo>
                    <a:pt x="8982159" y="712071"/>
                  </a:lnTo>
                  <a:lnTo>
                    <a:pt x="9028613" y="652480"/>
                  </a:lnTo>
                  <a:lnTo>
                    <a:pt x="9075065" y="595451"/>
                  </a:lnTo>
                  <a:lnTo>
                    <a:pt x="9121611" y="541283"/>
                  </a:lnTo>
                  <a:lnTo>
                    <a:pt x="9168398" y="490188"/>
                  </a:lnTo>
                  <a:lnTo>
                    <a:pt x="9215630" y="442301"/>
                  </a:lnTo>
                  <a:lnTo>
                    <a:pt x="9263575" y="397674"/>
                  </a:lnTo>
                  <a:lnTo>
                    <a:pt x="9312582" y="356290"/>
                  </a:lnTo>
                  <a:lnTo>
                    <a:pt x="9347647" y="329286"/>
                  </a:lnTo>
                  <a:lnTo>
                    <a:pt x="9399116" y="293501"/>
                  </a:lnTo>
                  <a:lnTo>
                    <a:pt x="9452992" y="260798"/>
                  </a:lnTo>
                  <a:lnTo>
                    <a:pt x="9509943" y="231067"/>
                  </a:lnTo>
                  <a:lnTo>
                    <a:pt x="9570703" y="204103"/>
                  </a:lnTo>
                  <a:lnTo>
                    <a:pt x="9636031" y="179652"/>
                  </a:lnTo>
                  <a:lnTo>
                    <a:pt x="9706673" y="157458"/>
                  </a:lnTo>
                  <a:lnTo>
                    <a:pt x="9783314" y="137276"/>
                  </a:lnTo>
                  <a:lnTo>
                    <a:pt x="9866508" y="118889"/>
                  </a:lnTo>
                  <a:lnTo>
                    <a:pt x="9956597" y="102120"/>
                  </a:lnTo>
                  <a:lnTo>
                    <a:pt x="10053592" y="86829"/>
                  </a:lnTo>
                  <a:lnTo>
                    <a:pt x="10157046" y="72920"/>
                  </a:lnTo>
                  <a:lnTo>
                    <a:pt x="10265912" y="60337"/>
                  </a:lnTo>
                  <a:lnTo>
                    <a:pt x="10378414" y="49065"/>
                  </a:lnTo>
                  <a:lnTo>
                    <a:pt x="10491992" y="39114"/>
                  </a:lnTo>
                  <a:lnTo>
                    <a:pt x="10603349" y="30511"/>
                  </a:lnTo>
                  <a:lnTo>
                    <a:pt x="10708661" y="23282"/>
                  </a:lnTo>
                  <a:lnTo>
                    <a:pt x="10803971" y="17427"/>
                  </a:lnTo>
                  <a:lnTo>
                    <a:pt x="10885710" y="12907"/>
                  </a:lnTo>
                  <a:lnTo>
                    <a:pt x="10951276" y="9625"/>
                  </a:lnTo>
                  <a:lnTo>
                    <a:pt x="10999509" y="7430"/>
                  </a:lnTo>
                  <a:lnTo>
                    <a:pt x="11030954" y="6125"/>
                  </a:lnTo>
                  <a:lnTo>
                    <a:pt x="11047887" y="5483"/>
                  </a:lnTo>
                  <a:lnTo>
                    <a:pt x="11054139" y="526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4" y="36"/>
                  </a:lnTo>
                  <a:lnTo>
                    <a:pt x="11046474" y="293"/>
                  </a:lnTo>
                  <a:lnTo>
                    <a:pt x="11027935" y="1005"/>
                  </a:lnTo>
                  <a:lnTo>
                    <a:pt x="10994517" y="2407"/>
                  </a:lnTo>
                  <a:lnTo>
                    <a:pt x="10944149" y="4725"/>
                  </a:lnTo>
                  <a:lnTo>
                    <a:pt x="10876501" y="8152"/>
                  </a:lnTo>
                  <a:lnTo>
                    <a:pt x="10792930" y="12833"/>
                  </a:lnTo>
                  <a:lnTo>
                    <a:pt x="10696187" y="18855"/>
                  </a:lnTo>
                  <a:lnTo>
                    <a:pt x="10589917" y="26254"/>
                  </a:lnTo>
                  <a:lnTo>
                    <a:pt x="10478089" y="35023"/>
                  </a:lnTo>
                  <a:lnTo>
                    <a:pt x="10364479" y="45138"/>
                  </a:lnTo>
                  <a:lnTo>
                    <a:pt x="10252302" y="56572"/>
                  </a:lnTo>
                  <a:lnTo>
                    <a:pt x="10144021" y="69315"/>
                  </a:lnTo>
                  <a:lnTo>
                    <a:pt x="10041317" y="83390"/>
                  </a:lnTo>
                  <a:lnTo>
                    <a:pt x="9945156" y="98857"/>
                  </a:lnTo>
                  <a:lnTo>
                    <a:pt x="9855923" y="115817"/>
                  </a:lnTo>
                  <a:lnTo>
                    <a:pt x="9773557" y="134413"/>
                  </a:lnTo>
                  <a:lnTo>
                    <a:pt x="9697686" y="154830"/>
                  </a:lnTo>
                  <a:lnTo>
                    <a:pt x="9627735" y="177288"/>
                  </a:lnTo>
                  <a:lnTo>
                    <a:pt x="9563009" y="202033"/>
                  </a:lnTo>
                  <a:lnTo>
                    <a:pt x="9502758" y="229324"/>
                  </a:lnTo>
                  <a:lnTo>
                    <a:pt x="9446223" y="259410"/>
                  </a:lnTo>
                  <a:lnTo>
                    <a:pt x="9392677" y="292489"/>
                  </a:lnTo>
                  <a:lnTo>
                    <a:pt x="9347647" y="324045"/>
                  </a:lnTo>
                  <a:lnTo>
                    <a:pt x="9297645" y="363210"/>
                  </a:lnTo>
                  <a:lnTo>
                    <a:pt x="9249001" y="405567"/>
                  </a:lnTo>
                  <a:lnTo>
                    <a:pt x="9201304" y="451180"/>
                  </a:lnTo>
                  <a:lnTo>
                    <a:pt x="9154232" y="500045"/>
                  </a:lnTo>
                  <a:lnTo>
                    <a:pt x="9107536" y="552086"/>
                  </a:lnTo>
                  <a:lnTo>
                    <a:pt x="9061032" y="607144"/>
                  </a:lnTo>
                  <a:lnTo>
                    <a:pt x="9014587" y="664982"/>
                  </a:lnTo>
                  <a:lnTo>
                    <a:pt x="8968119" y="725276"/>
                  </a:lnTo>
                  <a:lnTo>
                    <a:pt x="8921584" y="787624"/>
                  </a:lnTo>
                  <a:lnTo>
                    <a:pt x="8874970" y="851557"/>
                  </a:lnTo>
                  <a:lnTo>
                    <a:pt x="8828294" y="916549"/>
                  </a:lnTo>
                  <a:lnTo>
                    <a:pt x="8781584" y="982035"/>
                  </a:lnTo>
                  <a:lnTo>
                    <a:pt x="8734881" y="1047432"/>
                  </a:lnTo>
                  <a:lnTo>
                    <a:pt x="8688221" y="1112162"/>
                  </a:lnTo>
                  <a:lnTo>
                    <a:pt x="8641631" y="1175670"/>
                  </a:lnTo>
                  <a:lnTo>
                    <a:pt x="8595118" y="1237444"/>
                  </a:lnTo>
                  <a:lnTo>
                    <a:pt x="8548663" y="1297035"/>
                  </a:lnTo>
                  <a:lnTo>
                    <a:pt x="8502211" y="1354064"/>
                  </a:lnTo>
                  <a:lnTo>
                    <a:pt x="8455665" y="1408232"/>
                  </a:lnTo>
                  <a:lnTo>
                    <a:pt x="8408878" y="1459327"/>
                  </a:lnTo>
                  <a:lnTo>
                    <a:pt x="8361647" y="1507214"/>
                  </a:lnTo>
                  <a:lnTo>
                    <a:pt x="8313701" y="1551841"/>
                  </a:lnTo>
                  <a:lnTo>
                    <a:pt x="8264695" y="1593225"/>
                  </a:lnTo>
                  <a:lnTo>
                    <a:pt x="8229629" y="1620229"/>
                  </a:lnTo>
                  <a:lnTo>
                    <a:pt x="8178161" y="1656014"/>
                  </a:lnTo>
                  <a:lnTo>
                    <a:pt x="8124285" y="1688717"/>
                  </a:lnTo>
                  <a:lnTo>
                    <a:pt x="8067333" y="1718448"/>
                  </a:lnTo>
                  <a:lnTo>
                    <a:pt x="8006574" y="1745412"/>
                  </a:lnTo>
                  <a:lnTo>
                    <a:pt x="7941246" y="1769862"/>
                  </a:lnTo>
                  <a:lnTo>
                    <a:pt x="7870603" y="1792057"/>
                  </a:lnTo>
                  <a:lnTo>
                    <a:pt x="7793963" y="1812239"/>
                  </a:lnTo>
                  <a:lnTo>
                    <a:pt x="7710768" y="1830626"/>
                  </a:lnTo>
                  <a:lnTo>
                    <a:pt x="7620680" y="1847395"/>
                  </a:lnTo>
                  <a:lnTo>
                    <a:pt x="7523685" y="1862686"/>
                  </a:lnTo>
                  <a:lnTo>
                    <a:pt x="7420230" y="1876595"/>
                  </a:lnTo>
                  <a:lnTo>
                    <a:pt x="7311365" y="1889177"/>
                  </a:lnTo>
                  <a:lnTo>
                    <a:pt x="7198863" y="1900450"/>
                  </a:lnTo>
                  <a:lnTo>
                    <a:pt x="7085285" y="1910401"/>
                  </a:lnTo>
                  <a:lnTo>
                    <a:pt x="6973928" y="1919003"/>
                  </a:lnTo>
                  <a:lnTo>
                    <a:pt x="6868615" y="1926233"/>
                  </a:lnTo>
                  <a:lnTo>
                    <a:pt x="6773306" y="1932087"/>
                  </a:lnTo>
                  <a:lnTo>
                    <a:pt x="6691567" y="1936608"/>
                  </a:lnTo>
                  <a:lnTo>
                    <a:pt x="6626000" y="1939890"/>
                  </a:lnTo>
                  <a:lnTo>
                    <a:pt x="6577768" y="1942085"/>
                  </a:lnTo>
                  <a:lnTo>
                    <a:pt x="6546322" y="1943389"/>
                  </a:lnTo>
                  <a:lnTo>
                    <a:pt x="6529389" y="1944032"/>
                  </a:lnTo>
                  <a:lnTo>
                    <a:pt x="6523137" y="1944250"/>
                  </a:lnTo>
                  <a:lnTo>
                    <a:pt x="6522385" y="1944275"/>
                  </a:lnTo>
                  <a:lnTo>
                    <a:pt x="5527445" y="1944275"/>
                  </a:lnTo>
                  <a:lnTo>
                    <a:pt x="5526323" y="1944249"/>
                  </a:lnTo>
                  <a:lnTo>
                    <a:pt x="5518916" y="1944068"/>
                  </a:lnTo>
                  <a:lnTo>
                    <a:pt x="5500138" y="1943569"/>
                  </a:lnTo>
                  <a:lnTo>
                    <a:pt x="5466305" y="1942584"/>
                  </a:lnTo>
                  <a:lnTo>
                    <a:pt x="5415348" y="1940956"/>
                  </a:lnTo>
                  <a:lnTo>
                    <a:pt x="5346965" y="1938550"/>
                  </a:lnTo>
                  <a:lnTo>
                    <a:pt x="5262574" y="1935266"/>
                  </a:lnTo>
                  <a:lnTo>
                    <a:pt x="5164997" y="1931042"/>
                  </a:lnTo>
                  <a:lnTo>
                    <a:pt x="5057951" y="1925856"/>
                  </a:lnTo>
                  <a:lnTo>
                    <a:pt x="4945459" y="1919713"/>
                  </a:lnTo>
                  <a:lnTo>
                    <a:pt x="4831332" y="1912629"/>
                  </a:lnTo>
                  <a:lnTo>
                    <a:pt x="4718793" y="1904625"/>
                  </a:lnTo>
                  <a:lnTo>
                    <a:pt x="4610300" y="1895705"/>
                  </a:lnTo>
                  <a:lnTo>
                    <a:pt x="4507511" y="1885851"/>
                  </a:lnTo>
                  <a:lnTo>
                    <a:pt x="4411366" y="1875022"/>
                  </a:lnTo>
                  <a:lnTo>
                    <a:pt x="4322220" y="1863143"/>
                  </a:lnTo>
                  <a:lnTo>
                    <a:pt x="4239986" y="1850111"/>
                  </a:lnTo>
                  <a:lnTo>
                    <a:pt x="4164267" y="1835795"/>
                  </a:lnTo>
                  <a:lnTo>
                    <a:pt x="4094468" y="1820039"/>
                  </a:lnTo>
                  <a:lnTo>
                    <a:pt x="4029878" y="1802668"/>
                  </a:lnTo>
                  <a:lnTo>
                    <a:pt x="3969733" y="1783501"/>
                  </a:lnTo>
                  <a:lnTo>
                    <a:pt x="3913266" y="1762365"/>
                  </a:lnTo>
                  <a:lnTo>
                    <a:pt x="3859745" y="1739126"/>
                  </a:lnTo>
                  <a:lnTo>
                    <a:pt x="3820202" y="1719801"/>
                  </a:lnTo>
                  <a:lnTo>
                    <a:pt x="3765646" y="1690048"/>
                  </a:lnTo>
                  <a:lnTo>
                    <a:pt x="3712663" y="1657649"/>
                  </a:lnTo>
                  <a:lnTo>
                    <a:pt x="3660733" y="1622555"/>
                  </a:lnTo>
                  <a:lnTo>
                    <a:pt x="3609461" y="1584784"/>
                  </a:lnTo>
                  <a:lnTo>
                    <a:pt x="3558549" y="1544428"/>
                  </a:lnTo>
                  <a:lnTo>
                    <a:pt x="3507785" y="1501661"/>
                  </a:lnTo>
                  <a:lnTo>
                    <a:pt x="3457033" y="1456737"/>
                  </a:lnTo>
                  <a:lnTo>
                    <a:pt x="3406214" y="1409990"/>
                  </a:lnTo>
                  <a:lnTo>
                    <a:pt x="3355303" y="1361829"/>
                  </a:lnTo>
                  <a:lnTo>
                    <a:pt x="3304312" y="1312717"/>
                  </a:lnTo>
                  <a:lnTo>
                    <a:pt x="3253279" y="1263162"/>
                  </a:lnTo>
                  <a:lnTo>
                    <a:pt x="3202254" y="1213689"/>
                  </a:lnTo>
                  <a:lnTo>
                    <a:pt x="3151285" y="1164819"/>
                  </a:lnTo>
                  <a:lnTo>
                    <a:pt x="3100403" y="1117049"/>
                  </a:lnTo>
                  <a:lnTo>
                    <a:pt x="3049610" y="1070828"/>
                  </a:lnTo>
                  <a:lnTo>
                    <a:pt x="2998865" y="1026540"/>
                  </a:lnTo>
                  <a:lnTo>
                    <a:pt x="2948073" y="984497"/>
                  </a:lnTo>
                  <a:lnTo>
                    <a:pt x="2897076" y="944928"/>
                  </a:lnTo>
                  <a:lnTo>
                    <a:pt x="2845636" y="907981"/>
                  </a:lnTo>
                  <a:lnTo>
                    <a:pt x="2793427" y="873724"/>
                  </a:lnTo>
                  <a:lnTo>
                    <a:pt x="2740018" y="842153"/>
                  </a:lnTo>
                  <a:lnTo>
                    <a:pt x="2702183" y="821906"/>
                  </a:lnTo>
                  <a:lnTo>
                    <a:pt x="2650475" y="797008"/>
                  </a:lnTo>
                  <a:lnTo>
                    <a:pt x="2596333" y="774265"/>
                  </a:lnTo>
                  <a:lnTo>
                    <a:pt x="2539081" y="753598"/>
                  </a:lnTo>
                  <a:lnTo>
                    <a:pt x="2477976" y="734863"/>
                  </a:lnTo>
                  <a:lnTo>
                    <a:pt x="2412247" y="717883"/>
                  </a:lnTo>
                  <a:lnTo>
                    <a:pt x="2341138" y="702475"/>
                  </a:lnTo>
                  <a:lnTo>
                    <a:pt x="2263958" y="688469"/>
                  </a:lnTo>
                  <a:lnTo>
                    <a:pt x="2180149" y="675715"/>
                  </a:lnTo>
                  <a:lnTo>
                    <a:pt x="2089376" y="664087"/>
                  </a:lnTo>
                  <a:lnTo>
                    <a:pt x="1991643" y="653489"/>
                  </a:lnTo>
                  <a:lnTo>
                    <a:pt x="1887425" y="643855"/>
                  </a:lnTo>
                  <a:lnTo>
                    <a:pt x="1777819" y="635147"/>
                  </a:lnTo>
                  <a:lnTo>
                    <a:pt x="1664665" y="627355"/>
                  </a:lnTo>
                  <a:lnTo>
                    <a:pt x="1550604" y="620487"/>
                  </a:lnTo>
                  <a:lnTo>
                    <a:pt x="1439019" y="614564"/>
                  </a:lnTo>
                  <a:lnTo>
                    <a:pt x="1333809" y="609601"/>
                  </a:lnTo>
                  <a:lnTo>
                    <a:pt x="1238977" y="605598"/>
                  </a:lnTo>
                  <a:lnTo>
                    <a:pt x="1158086" y="602524"/>
                  </a:lnTo>
                  <a:lnTo>
                    <a:pt x="1093671" y="600309"/>
                  </a:lnTo>
                  <a:lnTo>
                    <a:pt x="1046770" y="598843"/>
                  </a:lnTo>
                  <a:lnTo>
                    <a:pt x="1016670" y="597985"/>
                  </a:lnTo>
                  <a:lnTo>
                    <a:pt x="1000907" y="597574"/>
                  </a:lnTo>
                  <a:lnTo>
                    <a:pt x="995455" y="597443"/>
                  </a:lnTo>
                  <a:lnTo>
                    <a:pt x="994940" y="597432"/>
                  </a:lnTo>
                  <a:lnTo>
                    <a:pt x="0" y="597432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30" name="pl1029"/>
            <p:cNvSpPr/>
            <p:nvPr/>
          </p:nvSpPr>
          <p:spPr>
            <a:xfrm>
              <a:off x="1199187" y="4045604"/>
              <a:ext cx="12049831" cy="1944275"/>
            </a:xfrm>
            <a:custGeom>
              <a:avLst/>
              <a:pathLst>
                <a:path w="12049831" h="1944275">
                  <a:moveTo>
                    <a:pt x="0" y="597432"/>
                  </a:moveTo>
                  <a:lnTo>
                    <a:pt x="994940" y="597432"/>
                  </a:lnTo>
                  <a:lnTo>
                    <a:pt x="996062" y="597457"/>
                  </a:lnTo>
                  <a:lnTo>
                    <a:pt x="1003469" y="597638"/>
                  </a:lnTo>
                  <a:lnTo>
                    <a:pt x="1022247" y="598138"/>
                  </a:lnTo>
                  <a:lnTo>
                    <a:pt x="1056080" y="599123"/>
                  </a:lnTo>
                  <a:lnTo>
                    <a:pt x="1107037" y="600750"/>
                  </a:lnTo>
                  <a:lnTo>
                    <a:pt x="1175420" y="603156"/>
                  </a:lnTo>
                  <a:lnTo>
                    <a:pt x="1259811" y="606441"/>
                  </a:lnTo>
                  <a:lnTo>
                    <a:pt x="1357388" y="610664"/>
                  </a:lnTo>
                  <a:lnTo>
                    <a:pt x="1464434" y="615850"/>
                  </a:lnTo>
                  <a:lnTo>
                    <a:pt x="1576926" y="621994"/>
                  </a:lnTo>
                  <a:lnTo>
                    <a:pt x="1691053" y="629077"/>
                  </a:lnTo>
                  <a:lnTo>
                    <a:pt x="1803592" y="637081"/>
                  </a:lnTo>
                  <a:lnTo>
                    <a:pt x="1912085" y="646002"/>
                  </a:lnTo>
                  <a:lnTo>
                    <a:pt x="2014874" y="655855"/>
                  </a:lnTo>
                  <a:lnTo>
                    <a:pt x="2111019" y="666685"/>
                  </a:lnTo>
                  <a:lnTo>
                    <a:pt x="2200165" y="678564"/>
                  </a:lnTo>
                  <a:lnTo>
                    <a:pt x="2282399" y="691596"/>
                  </a:lnTo>
                  <a:lnTo>
                    <a:pt x="2358118" y="705912"/>
                  </a:lnTo>
                  <a:lnTo>
                    <a:pt x="2427917" y="721668"/>
                  </a:lnTo>
                  <a:lnTo>
                    <a:pt x="2492507" y="739038"/>
                  </a:lnTo>
                  <a:lnTo>
                    <a:pt x="2552652" y="758205"/>
                  </a:lnTo>
                  <a:lnTo>
                    <a:pt x="2609119" y="779341"/>
                  </a:lnTo>
                  <a:lnTo>
                    <a:pt x="2662640" y="802580"/>
                  </a:lnTo>
                  <a:lnTo>
                    <a:pt x="2702183" y="821906"/>
                  </a:lnTo>
                  <a:lnTo>
                    <a:pt x="2756739" y="851658"/>
                  </a:lnTo>
                  <a:lnTo>
                    <a:pt x="2809722" y="884057"/>
                  </a:lnTo>
                  <a:lnTo>
                    <a:pt x="2861652" y="919152"/>
                  </a:lnTo>
                  <a:lnTo>
                    <a:pt x="2912924" y="956923"/>
                  </a:lnTo>
                  <a:lnTo>
                    <a:pt x="2963836" y="997278"/>
                  </a:lnTo>
                  <a:lnTo>
                    <a:pt x="3014600" y="1040046"/>
                  </a:lnTo>
                  <a:lnTo>
                    <a:pt x="3065352" y="1084970"/>
                  </a:lnTo>
                  <a:lnTo>
                    <a:pt x="3116171" y="1131716"/>
                  </a:lnTo>
                  <a:lnTo>
                    <a:pt x="3167082" y="1179878"/>
                  </a:lnTo>
                  <a:lnTo>
                    <a:pt x="3218073" y="1228989"/>
                  </a:lnTo>
                  <a:lnTo>
                    <a:pt x="3269106" y="1278544"/>
                  </a:lnTo>
                  <a:lnTo>
                    <a:pt x="3320131" y="1328018"/>
                  </a:lnTo>
                  <a:lnTo>
                    <a:pt x="3371100" y="1376887"/>
                  </a:lnTo>
                  <a:lnTo>
                    <a:pt x="3421982" y="1424657"/>
                  </a:lnTo>
                  <a:lnTo>
                    <a:pt x="3472775" y="1470879"/>
                  </a:lnTo>
                  <a:lnTo>
                    <a:pt x="3523520" y="1515167"/>
                  </a:lnTo>
                  <a:lnTo>
                    <a:pt x="3574312" y="1557210"/>
                  </a:lnTo>
                  <a:lnTo>
                    <a:pt x="3625309" y="1596778"/>
                  </a:lnTo>
                  <a:lnTo>
                    <a:pt x="3676749" y="1633726"/>
                  </a:lnTo>
                  <a:lnTo>
                    <a:pt x="3728958" y="1667983"/>
                  </a:lnTo>
                  <a:lnTo>
                    <a:pt x="3782367" y="1699553"/>
                  </a:lnTo>
                  <a:lnTo>
                    <a:pt x="3820202" y="1719801"/>
                  </a:lnTo>
                  <a:lnTo>
                    <a:pt x="3871910" y="1744698"/>
                  </a:lnTo>
                  <a:lnTo>
                    <a:pt x="3926052" y="1767442"/>
                  </a:lnTo>
                  <a:lnTo>
                    <a:pt x="3983304" y="1788108"/>
                  </a:lnTo>
                  <a:lnTo>
                    <a:pt x="4044409" y="1806843"/>
                  </a:lnTo>
                  <a:lnTo>
                    <a:pt x="4110138" y="1823824"/>
                  </a:lnTo>
                  <a:lnTo>
                    <a:pt x="4181247" y="1839231"/>
                  </a:lnTo>
                  <a:lnTo>
                    <a:pt x="4258427" y="1853237"/>
                  </a:lnTo>
                  <a:lnTo>
                    <a:pt x="4342236" y="1865991"/>
                  </a:lnTo>
                  <a:lnTo>
                    <a:pt x="4433009" y="1877620"/>
                  </a:lnTo>
                  <a:lnTo>
                    <a:pt x="4530742" y="1888218"/>
                  </a:lnTo>
                  <a:lnTo>
                    <a:pt x="4634960" y="1897852"/>
                  </a:lnTo>
                  <a:lnTo>
                    <a:pt x="4744566" y="1906560"/>
                  </a:lnTo>
                  <a:lnTo>
                    <a:pt x="4857720" y="1914352"/>
                  </a:lnTo>
                  <a:lnTo>
                    <a:pt x="4971781" y="1921219"/>
                  </a:lnTo>
                  <a:lnTo>
                    <a:pt x="5083366" y="1927143"/>
                  </a:lnTo>
                  <a:lnTo>
                    <a:pt x="5188576" y="1932106"/>
                  </a:lnTo>
                  <a:lnTo>
                    <a:pt x="5283408" y="1936108"/>
                  </a:lnTo>
                  <a:lnTo>
                    <a:pt x="5364299" y="1939182"/>
                  </a:lnTo>
                  <a:lnTo>
                    <a:pt x="5428714" y="1941398"/>
                  </a:lnTo>
                  <a:lnTo>
                    <a:pt x="5475615" y="1942864"/>
                  </a:lnTo>
                  <a:lnTo>
                    <a:pt x="5505715" y="1943722"/>
                  </a:lnTo>
                  <a:lnTo>
                    <a:pt x="5521478" y="1944133"/>
                  </a:lnTo>
                  <a:lnTo>
                    <a:pt x="5526930" y="1944263"/>
                  </a:lnTo>
                  <a:lnTo>
                    <a:pt x="5527445" y="1944275"/>
                  </a:lnTo>
                  <a:lnTo>
                    <a:pt x="6522385" y="1944275"/>
                  </a:lnTo>
                  <a:lnTo>
                    <a:pt x="6523493" y="1944239"/>
                  </a:lnTo>
                  <a:lnTo>
                    <a:pt x="6530803" y="1943981"/>
                  </a:lnTo>
                  <a:lnTo>
                    <a:pt x="6549341" y="1943270"/>
                  </a:lnTo>
                  <a:lnTo>
                    <a:pt x="6582760" y="1941867"/>
                  </a:lnTo>
                  <a:lnTo>
                    <a:pt x="6633127" y="1939549"/>
                  </a:lnTo>
                  <a:lnTo>
                    <a:pt x="6700775" y="1936122"/>
                  </a:lnTo>
                  <a:lnTo>
                    <a:pt x="6784346" y="1931442"/>
                  </a:lnTo>
                  <a:lnTo>
                    <a:pt x="6881089" y="1925419"/>
                  </a:lnTo>
                  <a:lnTo>
                    <a:pt x="6987360" y="1918020"/>
                  </a:lnTo>
                  <a:lnTo>
                    <a:pt x="7099188" y="1909251"/>
                  </a:lnTo>
                  <a:lnTo>
                    <a:pt x="7212798" y="1899136"/>
                  </a:lnTo>
                  <a:lnTo>
                    <a:pt x="7324975" y="1887703"/>
                  </a:lnTo>
                  <a:lnTo>
                    <a:pt x="7433256" y="1874959"/>
                  </a:lnTo>
                  <a:lnTo>
                    <a:pt x="7535960" y="1860884"/>
                  </a:lnTo>
                  <a:lnTo>
                    <a:pt x="7632120" y="1845417"/>
                  </a:lnTo>
                  <a:lnTo>
                    <a:pt x="7721353" y="1828458"/>
                  </a:lnTo>
                  <a:lnTo>
                    <a:pt x="7803719" y="1809861"/>
                  </a:lnTo>
                  <a:lnTo>
                    <a:pt x="7879590" y="1789444"/>
                  </a:lnTo>
                  <a:lnTo>
                    <a:pt x="7949541" y="1766986"/>
                  </a:lnTo>
                  <a:lnTo>
                    <a:pt x="8014267" y="1742241"/>
                  </a:lnTo>
                  <a:lnTo>
                    <a:pt x="8074518" y="1714950"/>
                  </a:lnTo>
                  <a:lnTo>
                    <a:pt x="8131053" y="1684864"/>
                  </a:lnTo>
                  <a:lnTo>
                    <a:pt x="8184599" y="1651785"/>
                  </a:lnTo>
                  <a:lnTo>
                    <a:pt x="8229629" y="1620229"/>
                  </a:lnTo>
                  <a:lnTo>
                    <a:pt x="8279631" y="1581064"/>
                  </a:lnTo>
                  <a:lnTo>
                    <a:pt x="8328276" y="1538707"/>
                  </a:lnTo>
                  <a:lnTo>
                    <a:pt x="8375973" y="1493094"/>
                  </a:lnTo>
                  <a:lnTo>
                    <a:pt x="8423045" y="1444229"/>
                  </a:lnTo>
                  <a:lnTo>
                    <a:pt x="8469740" y="1392189"/>
                  </a:lnTo>
                  <a:lnTo>
                    <a:pt x="8516245" y="1337130"/>
                  </a:lnTo>
                  <a:lnTo>
                    <a:pt x="8562689" y="1279292"/>
                  </a:lnTo>
                  <a:lnTo>
                    <a:pt x="8609158" y="1218999"/>
                  </a:lnTo>
                  <a:lnTo>
                    <a:pt x="8655693" y="1156650"/>
                  </a:lnTo>
                  <a:lnTo>
                    <a:pt x="8702306" y="1092717"/>
                  </a:lnTo>
                  <a:lnTo>
                    <a:pt x="8748983" y="1027726"/>
                  </a:lnTo>
                  <a:lnTo>
                    <a:pt x="8795692" y="962240"/>
                  </a:lnTo>
                  <a:lnTo>
                    <a:pt x="8842396" y="896842"/>
                  </a:lnTo>
                  <a:lnTo>
                    <a:pt x="8889056" y="832112"/>
                  </a:lnTo>
                  <a:lnTo>
                    <a:pt x="8935646" y="768604"/>
                  </a:lnTo>
                  <a:lnTo>
                    <a:pt x="8982159" y="706830"/>
                  </a:lnTo>
                  <a:lnTo>
                    <a:pt x="9028613" y="647239"/>
                  </a:lnTo>
                  <a:lnTo>
                    <a:pt x="9075065" y="590211"/>
                  </a:lnTo>
                  <a:lnTo>
                    <a:pt x="9121611" y="536042"/>
                  </a:lnTo>
                  <a:lnTo>
                    <a:pt x="9168398" y="484948"/>
                  </a:lnTo>
                  <a:lnTo>
                    <a:pt x="9215630" y="437060"/>
                  </a:lnTo>
                  <a:lnTo>
                    <a:pt x="9263575" y="392433"/>
                  </a:lnTo>
                  <a:lnTo>
                    <a:pt x="9312582" y="351050"/>
                  </a:lnTo>
                  <a:lnTo>
                    <a:pt x="9347647" y="324045"/>
                  </a:lnTo>
                  <a:lnTo>
                    <a:pt x="9399116" y="288260"/>
                  </a:lnTo>
                  <a:lnTo>
                    <a:pt x="9452992" y="255557"/>
                  </a:lnTo>
                  <a:lnTo>
                    <a:pt x="9509943" y="225827"/>
                  </a:lnTo>
                  <a:lnTo>
                    <a:pt x="9570703" y="198862"/>
                  </a:lnTo>
                  <a:lnTo>
                    <a:pt x="9636031" y="174412"/>
                  </a:lnTo>
                  <a:lnTo>
                    <a:pt x="9706673" y="152217"/>
                  </a:lnTo>
                  <a:lnTo>
                    <a:pt x="9783314" y="132035"/>
                  </a:lnTo>
                  <a:lnTo>
                    <a:pt x="9866508" y="113649"/>
                  </a:lnTo>
                  <a:lnTo>
                    <a:pt x="9956597" y="96879"/>
                  </a:lnTo>
                  <a:lnTo>
                    <a:pt x="10053592" y="81588"/>
                  </a:lnTo>
                  <a:lnTo>
                    <a:pt x="10157046" y="67679"/>
                  </a:lnTo>
                  <a:lnTo>
                    <a:pt x="10265912" y="55097"/>
                  </a:lnTo>
                  <a:lnTo>
                    <a:pt x="10378414" y="43824"/>
                  </a:lnTo>
                  <a:lnTo>
                    <a:pt x="10491992" y="33873"/>
                  </a:lnTo>
                  <a:lnTo>
                    <a:pt x="10603349" y="25271"/>
                  </a:lnTo>
                  <a:lnTo>
                    <a:pt x="10708661" y="18042"/>
                  </a:lnTo>
                  <a:lnTo>
                    <a:pt x="10803971" y="12187"/>
                  </a:lnTo>
                  <a:lnTo>
                    <a:pt x="10885710" y="7666"/>
                  </a:lnTo>
                  <a:lnTo>
                    <a:pt x="10951276" y="4384"/>
                  </a:lnTo>
                  <a:lnTo>
                    <a:pt x="10999509" y="2190"/>
                  </a:lnTo>
                  <a:lnTo>
                    <a:pt x="11030954" y="885"/>
                  </a:lnTo>
                  <a:lnTo>
                    <a:pt x="11047887" y="242"/>
                  </a:lnTo>
                  <a:lnTo>
                    <a:pt x="11054139" y="2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1" name="pl1030"/>
            <p:cNvSpPr/>
            <p:nvPr/>
          </p:nvSpPr>
          <p:spPr>
            <a:xfrm>
              <a:off x="1199187" y="4040364"/>
              <a:ext cx="12049831" cy="1944275"/>
            </a:xfrm>
            <a:custGeom>
              <a:avLst/>
              <a:pathLst>
                <a:path w="12049831" h="1944275">
                  <a:moveTo>
                    <a:pt x="12049831" y="0"/>
                  </a:moveTo>
                  <a:lnTo>
                    <a:pt x="11054891" y="0"/>
                  </a:lnTo>
                  <a:lnTo>
                    <a:pt x="11053784" y="36"/>
                  </a:lnTo>
                  <a:lnTo>
                    <a:pt x="11046474" y="293"/>
                  </a:lnTo>
                  <a:lnTo>
                    <a:pt x="11027935" y="1005"/>
                  </a:lnTo>
                  <a:lnTo>
                    <a:pt x="10994517" y="2407"/>
                  </a:lnTo>
                  <a:lnTo>
                    <a:pt x="10944149" y="4725"/>
                  </a:lnTo>
                  <a:lnTo>
                    <a:pt x="10876501" y="8152"/>
                  </a:lnTo>
                  <a:lnTo>
                    <a:pt x="10792930" y="12833"/>
                  </a:lnTo>
                  <a:lnTo>
                    <a:pt x="10696187" y="18855"/>
                  </a:lnTo>
                  <a:lnTo>
                    <a:pt x="10589917" y="26254"/>
                  </a:lnTo>
                  <a:lnTo>
                    <a:pt x="10478089" y="35023"/>
                  </a:lnTo>
                  <a:lnTo>
                    <a:pt x="10364479" y="45138"/>
                  </a:lnTo>
                  <a:lnTo>
                    <a:pt x="10252302" y="56572"/>
                  </a:lnTo>
                  <a:lnTo>
                    <a:pt x="10144021" y="69315"/>
                  </a:lnTo>
                  <a:lnTo>
                    <a:pt x="10041317" y="83390"/>
                  </a:lnTo>
                  <a:lnTo>
                    <a:pt x="9945156" y="98857"/>
                  </a:lnTo>
                  <a:lnTo>
                    <a:pt x="9855923" y="115817"/>
                  </a:lnTo>
                  <a:lnTo>
                    <a:pt x="9773557" y="134413"/>
                  </a:lnTo>
                  <a:lnTo>
                    <a:pt x="9697686" y="154830"/>
                  </a:lnTo>
                  <a:lnTo>
                    <a:pt x="9627735" y="177288"/>
                  </a:lnTo>
                  <a:lnTo>
                    <a:pt x="9563009" y="202033"/>
                  </a:lnTo>
                  <a:lnTo>
                    <a:pt x="9502758" y="229324"/>
                  </a:lnTo>
                  <a:lnTo>
                    <a:pt x="9446223" y="259410"/>
                  </a:lnTo>
                  <a:lnTo>
                    <a:pt x="9392677" y="292489"/>
                  </a:lnTo>
                  <a:lnTo>
                    <a:pt x="9347647" y="324045"/>
                  </a:lnTo>
                  <a:lnTo>
                    <a:pt x="9297645" y="363210"/>
                  </a:lnTo>
                  <a:lnTo>
                    <a:pt x="9249001" y="405567"/>
                  </a:lnTo>
                  <a:lnTo>
                    <a:pt x="9201304" y="451180"/>
                  </a:lnTo>
                  <a:lnTo>
                    <a:pt x="9154232" y="500045"/>
                  </a:lnTo>
                  <a:lnTo>
                    <a:pt x="9107536" y="552086"/>
                  </a:lnTo>
                  <a:lnTo>
                    <a:pt x="9061032" y="607144"/>
                  </a:lnTo>
                  <a:lnTo>
                    <a:pt x="9014587" y="664982"/>
                  </a:lnTo>
                  <a:lnTo>
                    <a:pt x="8968119" y="725276"/>
                  </a:lnTo>
                  <a:lnTo>
                    <a:pt x="8921584" y="787624"/>
                  </a:lnTo>
                  <a:lnTo>
                    <a:pt x="8874970" y="851557"/>
                  </a:lnTo>
                  <a:lnTo>
                    <a:pt x="8828294" y="916549"/>
                  </a:lnTo>
                  <a:lnTo>
                    <a:pt x="8781584" y="982035"/>
                  </a:lnTo>
                  <a:lnTo>
                    <a:pt x="8734881" y="1047432"/>
                  </a:lnTo>
                  <a:lnTo>
                    <a:pt x="8688221" y="1112162"/>
                  </a:lnTo>
                  <a:lnTo>
                    <a:pt x="8641631" y="1175670"/>
                  </a:lnTo>
                  <a:lnTo>
                    <a:pt x="8595118" y="1237444"/>
                  </a:lnTo>
                  <a:lnTo>
                    <a:pt x="8548663" y="1297035"/>
                  </a:lnTo>
                  <a:lnTo>
                    <a:pt x="8502211" y="1354064"/>
                  </a:lnTo>
                  <a:lnTo>
                    <a:pt x="8455665" y="1408232"/>
                  </a:lnTo>
                  <a:lnTo>
                    <a:pt x="8408878" y="1459327"/>
                  </a:lnTo>
                  <a:lnTo>
                    <a:pt x="8361647" y="1507214"/>
                  </a:lnTo>
                  <a:lnTo>
                    <a:pt x="8313701" y="1551841"/>
                  </a:lnTo>
                  <a:lnTo>
                    <a:pt x="8264695" y="1593225"/>
                  </a:lnTo>
                  <a:lnTo>
                    <a:pt x="8229629" y="1620229"/>
                  </a:lnTo>
                  <a:lnTo>
                    <a:pt x="8178161" y="1656014"/>
                  </a:lnTo>
                  <a:lnTo>
                    <a:pt x="8124285" y="1688717"/>
                  </a:lnTo>
                  <a:lnTo>
                    <a:pt x="8067333" y="1718448"/>
                  </a:lnTo>
                  <a:lnTo>
                    <a:pt x="8006574" y="1745412"/>
                  </a:lnTo>
                  <a:lnTo>
                    <a:pt x="7941246" y="1769862"/>
                  </a:lnTo>
                  <a:lnTo>
                    <a:pt x="7870603" y="1792057"/>
                  </a:lnTo>
                  <a:lnTo>
                    <a:pt x="7793963" y="1812239"/>
                  </a:lnTo>
                  <a:lnTo>
                    <a:pt x="7710768" y="1830626"/>
                  </a:lnTo>
                  <a:lnTo>
                    <a:pt x="7620680" y="1847395"/>
                  </a:lnTo>
                  <a:lnTo>
                    <a:pt x="7523685" y="1862686"/>
                  </a:lnTo>
                  <a:lnTo>
                    <a:pt x="7420230" y="1876595"/>
                  </a:lnTo>
                  <a:lnTo>
                    <a:pt x="7311365" y="1889177"/>
                  </a:lnTo>
                  <a:lnTo>
                    <a:pt x="7198863" y="1900450"/>
                  </a:lnTo>
                  <a:lnTo>
                    <a:pt x="7085285" y="1910401"/>
                  </a:lnTo>
                  <a:lnTo>
                    <a:pt x="6973928" y="1919003"/>
                  </a:lnTo>
                  <a:lnTo>
                    <a:pt x="6868615" y="1926233"/>
                  </a:lnTo>
                  <a:lnTo>
                    <a:pt x="6773306" y="1932087"/>
                  </a:lnTo>
                  <a:lnTo>
                    <a:pt x="6691567" y="1936608"/>
                  </a:lnTo>
                  <a:lnTo>
                    <a:pt x="6626000" y="1939890"/>
                  </a:lnTo>
                  <a:lnTo>
                    <a:pt x="6577768" y="1942085"/>
                  </a:lnTo>
                  <a:lnTo>
                    <a:pt x="6546322" y="1943389"/>
                  </a:lnTo>
                  <a:lnTo>
                    <a:pt x="6529389" y="1944032"/>
                  </a:lnTo>
                  <a:lnTo>
                    <a:pt x="6523137" y="1944250"/>
                  </a:lnTo>
                  <a:lnTo>
                    <a:pt x="6522385" y="1944275"/>
                  </a:lnTo>
                  <a:lnTo>
                    <a:pt x="5527445" y="1944275"/>
                  </a:lnTo>
                  <a:lnTo>
                    <a:pt x="5526323" y="1944249"/>
                  </a:lnTo>
                  <a:lnTo>
                    <a:pt x="5518916" y="1944068"/>
                  </a:lnTo>
                  <a:lnTo>
                    <a:pt x="5500138" y="1943569"/>
                  </a:lnTo>
                  <a:lnTo>
                    <a:pt x="5466305" y="1942584"/>
                  </a:lnTo>
                  <a:lnTo>
                    <a:pt x="5415348" y="1940956"/>
                  </a:lnTo>
                  <a:lnTo>
                    <a:pt x="5346965" y="1938550"/>
                  </a:lnTo>
                  <a:lnTo>
                    <a:pt x="5262574" y="1935266"/>
                  </a:lnTo>
                  <a:lnTo>
                    <a:pt x="5164997" y="1931042"/>
                  </a:lnTo>
                  <a:lnTo>
                    <a:pt x="5057951" y="1925856"/>
                  </a:lnTo>
                  <a:lnTo>
                    <a:pt x="4945459" y="1919713"/>
                  </a:lnTo>
                  <a:lnTo>
                    <a:pt x="4831332" y="1912629"/>
                  </a:lnTo>
                  <a:lnTo>
                    <a:pt x="4718793" y="1904625"/>
                  </a:lnTo>
                  <a:lnTo>
                    <a:pt x="4610300" y="1895705"/>
                  </a:lnTo>
                  <a:lnTo>
                    <a:pt x="4507511" y="1885851"/>
                  </a:lnTo>
                  <a:lnTo>
                    <a:pt x="4411366" y="1875022"/>
                  </a:lnTo>
                  <a:lnTo>
                    <a:pt x="4322220" y="1863143"/>
                  </a:lnTo>
                  <a:lnTo>
                    <a:pt x="4239986" y="1850111"/>
                  </a:lnTo>
                  <a:lnTo>
                    <a:pt x="4164267" y="1835795"/>
                  </a:lnTo>
                  <a:lnTo>
                    <a:pt x="4094468" y="1820039"/>
                  </a:lnTo>
                  <a:lnTo>
                    <a:pt x="4029878" y="1802668"/>
                  </a:lnTo>
                  <a:lnTo>
                    <a:pt x="3969733" y="1783501"/>
                  </a:lnTo>
                  <a:lnTo>
                    <a:pt x="3913266" y="1762365"/>
                  </a:lnTo>
                  <a:lnTo>
                    <a:pt x="3859745" y="1739126"/>
                  </a:lnTo>
                  <a:lnTo>
                    <a:pt x="3820202" y="1719801"/>
                  </a:lnTo>
                  <a:lnTo>
                    <a:pt x="3765646" y="1690048"/>
                  </a:lnTo>
                  <a:lnTo>
                    <a:pt x="3712663" y="1657649"/>
                  </a:lnTo>
                  <a:lnTo>
                    <a:pt x="3660733" y="1622555"/>
                  </a:lnTo>
                  <a:lnTo>
                    <a:pt x="3609461" y="1584784"/>
                  </a:lnTo>
                  <a:lnTo>
                    <a:pt x="3558549" y="1544428"/>
                  </a:lnTo>
                  <a:lnTo>
                    <a:pt x="3507785" y="1501661"/>
                  </a:lnTo>
                  <a:lnTo>
                    <a:pt x="3457033" y="1456737"/>
                  </a:lnTo>
                  <a:lnTo>
                    <a:pt x="3406214" y="1409990"/>
                  </a:lnTo>
                  <a:lnTo>
                    <a:pt x="3355303" y="1361829"/>
                  </a:lnTo>
                  <a:lnTo>
                    <a:pt x="3304312" y="1312717"/>
                  </a:lnTo>
                  <a:lnTo>
                    <a:pt x="3253279" y="1263162"/>
                  </a:lnTo>
                  <a:lnTo>
                    <a:pt x="3202254" y="1213689"/>
                  </a:lnTo>
                  <a:lnTo>
                    <a:pt x="3151285" y="1164819"/>
                  </a:lnTo>
                  <a:lnTo>
                    <a:pt x="3100403" y="1117049"/>
                  </a:lnTo>
                  <a:lnTo>
                    <a:pt x="3049610" y="1070828"/>
                  </a:lnTo>
                  <a:lnTo>
                    <a:pt x="2998865" y="1026540"/>
                  </a:lnTo>
                  <a:lnTo>
                    <a:pt x="2948073" y="984497"/>
                  </a:lnTo>
                  <a:lnTo>
                    <a:pt x="2897076" y="944928"/>
                  </a:lnTo>
                  <a:lnTo>
                    <a:pt x="2845636" y="907981"/>
                  </a:lnTo>
                  <a:lnTo>
                    <a:pt x="2793427" y="873724"/>
                  </a:lnTo>
                  <a:lnTo>
                    <a:pt x="2740018" y="842153"/>
                  </a:lnTo>
                  <a:lnTo>
                    <a:pt x="2702183" y="821906"/>
                  </a:lnTo>
                  <a:lnTo>
                    <a:pt x="2650475" y="797008"/>
                  </a:lnTo>
                  <a:lnTo>
                    <a:pt x="2596333" y="774265"/>
                  </a:lnTo>
                  <a:lnTo>
                    <a:pt x="2539081" y="753598"/>
                  </a:lnTo>
                  <a:lnTo>
                    <a:pt x="2477976" y="734863"/>
                  </a:lnTo>
                  <a:lnTo>
                    <a:pt x="2412247" y="717883"/>
                  </a:lnTo>
                  <a:lnTo>
                    <a:pt x="2341138" y="702475"/>
                  </a:lnTo>
                  <a:lnTo>
                    <a:pt x="2263958" y="688469"/>
                  </a:lnTo>
                  <a:lnTo>
                    <a:pt x="2180149" y="675715"/>
                  </a:lnTo>
                  <a:lnTo>
                    <a:pt x="2089376" y="664087"/>
                  </a:lnTo>
                  <a:lnTo>
                    <a:pt x="1991643" y="653489"/>
                  </a:lnTo>
                  <a:lnTo>
                    <a:pt x="1887425" y="643855"/>
                  </a:lnTo>
                  <a:lnTo>
                    <a:pt x="1777819" y="635147"/>
                  </a:lnTo>
                  <a:lnTo>
                    <a:pt x="1664665" y="627355"/>
                  </a:lnTo>
                  <a:lnTo>
                    <a:pt x="1550604" y="620487"/>
                  </a:lnTo>
                  <a:lnTo>
                    <a:pt x="1439019" y="614564"/>
                  </a:lnTo>
                  <a:lnTo>
                    <a:pt x="1333809" y="609601"/>
                  </a:lnTo>
                  <a:lnTo>
                    <a:pt x="1238977" y="605598"/>
                  </a:lnTo>
                  <a:lnTo>
                    <a:pt x="1158086" y="602524"/>
                  </a:lnTo>
                  <a:lnTo>
                    <a:pt x="1093671" y="600309"/>
                  </a:lnTo>
                  <a:lnTo>
                    <a:pt x="1046770" y="598843"/>
                  </a:lnTo>
                  <a:lnTo>
                    <a:pt x="1016670" y="597985"/>
                  </a:lnTo>
                  <a:lnTo>
                    <a:pt x="1000907" y="597574"/>
                  </a:lnTo>
                  <a:lnTo>
                    <a:pt x="995455" y="597443"/>
                  </a:lnTo>
                  <a:lnTo>
                    <a:pt x="994940" y="597432"/>
                  </a:lnTo>
                  <a:lnTo>
                    <a:pt x="0" y="597432"/>
                  </a:lnTo>
                  <a:lnTo>
                    <a:pt x="0" y="5974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2" name="pg1031"/>
            <p:cNvSpPr/>
            <p:nvPr/>
          </p:nvSpPr>
          <p:spPr>
            <a:xfrm>
              <a:off x="1199187" y="4643037"/>
              <a:ext cx="12049831" cy="1388768"/>
            </a:xfrm>
            <a:custGeom>
              <a:avLst/>
              <a:pathLst>
                <a:path w="12049831" h="1388768">
                  <a:moveTo>
                    <a:pt x="0" y="5240"/>
                  </a:moveTo>
                  <a:lnTo>
                    <a:pt x="994940" y="5240"/>
                  </a:lnTo>
                  <a:lnTo>
                    <a:pt x="996061" y="5266"/>
                  </a:lnTo>
                  <a:lnTo>
                    <a:pt x="1003463" y="5452"/>
                  </a:lnTo>
                  <a:lnTo>
                    <a:pt x="1022228" y="5965"/>
                  </a:lnTo>
                  <a:lnTo>
                    <a:pt x="1056040" y="6976"/>
                  </a:lnTo>
                  <a:lnTo>
                    <a:pt x="1106967" y="8647"/>
                  </a:lnTo>
                  <a:lnTo>
                    <a:pt x="1175312" y="11116"/>
                  </a:lnTo>
                  <a:lnTo>
                    <a:pt x="1259661" y="14488"/>
                  </a:lnTo>
                  <a:lnTo>
                    <a:pt x="1357195" y="18824"/>
                  </a:lnTo>
                  <a:lnTo>
                    <a:pt x="1464201" y="24148"/>
                  </a:lnTo>
                  <a:lnTo>
                    <a:pt x="1576659" y="30455"/>
                  </a:lnTo>
                  <a:lnTo>
                    <a:pt x="1690760" y="37727"/>
                  </a:lnTo>
                  <a:lnTo>
                    <a:pt x="1803280" y="45945"/>
                  </a:lnTo>
                  <a:lnTo>
                    <a:pt x="1911762" y="55104"/>
                  </a:lnTo>
                  <a:lnTo>
                    <a:pt x="2014547" y="65220"/>
                  </a:lnTo>
                  <a:lnTo>
                    <a:pt x="2110693" y="76338"/>
                  </a:lnTo>
                  <a:lnTo>
                    <a:pt x="2199844" y="88534"/>
                  </a:lnTo>
                  <a:lnTo>
                    <a:pt x="2282085" y="101913"/>
                  </a:lnTo>
                  <a:lnTo>
                    <a:pt x="2357811" y="116610"/>
                  </a:lnTo>
                  <a:lnTo>
                    <a:pt x="2427618" y="132784"/>
                  </a:lnTo>
                  <a:lnTo>
                    <a:pt x="2492215" y="150616"/>
                  </a:lnTo>
                  <a:lnTo>
                    <a:pt x="2552365" y="170291"/>
                  </a:lnTo>
                  <a:lnTo>
                    <a:pt x="2608836" y="191987"/>
                  </a:lnTo>
                  <a:lnTo>
                    <a:pt x="2662358" y="215842"/>
                  </a:lnTo>
                  <a:lnTo>
                    <a:pt x="2702183" y="235828"/>
                  </a:lnTo>
                  <a:lnTo>
                    <a:pt x="2756453" y="266221"/>
                  </a:lnTo>
                  <a:lnTo>
                    <a:pt x="2809163" y="299303"/>
                  </a:lnTo>
                  <a:lnTo>
                    <a:pt x="2860826" y="335123"/>
                  </a:lnTo>
                  <a:lnTo>
                    <a:pt x="2911834" y="373666"/>
                  </a:lnTo>
                  <a:lnTo>
                    <a:pt x="2962480" y="414837"/>
                  </a:lnTo>
                  <a:lnTo>
                    <a:pt x="3012974" y="458466"/>
                  </a:lnTo>
                  <a:lnTo>
                    <a:pt x="3063454" y="504296"/>
                  </a:lnTo>
                  <a:lnTo>
                    <a:pt x="3113998" y="551993"/>
                  </a:lnTo>
                  <a:lnTo>
                    <a:pt x="3164633" y="601146"/>
                  </a:lnTo>
                  <a:lnTo>
                    <a:pt x="3215348" y="651289"/>
                  </a:lnTo>
                  <a:lnTo>
                    <a:pt x="3266107" y="701911"/>
                  </a:lnTo>
                  <a:lnTo>
                    <a:pt x="3316862" y="752482"/>
                  </a:lnTo>
                  <a:lnTo>
                    <a:pt x="3367564" y="802472"/>
                  </a:lnTo>
                  <a:lnTo>
                    <a:pt x="3418181" y="851378"/>
                  </a:lnTo>
                  <a:lnTo>
                    <a:pt x="3468709" y="898743"/>
                  </a:lnTo>
                  <a:lnTo>
                    <a:pt x="3519184" y="944170"/>
                  </a:lnTo>
                  <a:lnTo>
                    <a:pt x="3569695" y="987341"/>
                  </a:lnTo>
                  <a:lnTo>
                    <a:pt x="3620392" y="1028014"/>
                  </a:lnTo>
                  <a:lnTo>
                    <a:pt x="3671501" y="1066034"/>
                  </a:lnTo>
                  <a:lnTo>
                    <a:pt x="3723333" y="1101324"/>
                  </a:lnTo>
                  <a:lnTo>
                    <a:pt x="3776301" y="1133879"/>
                  </a:lnTo>
                  <a:lnTo>
                    <a:pt x="3820202" y="1158180"/>
                  </a:lnTo>
                  <a:lnTo>
                    <a:pt x="3871898" y="1183750"/>
                  </a:lnTo>
                  <a:lnTo>
                    <a:pt x="3926026" y="1207108"/>
                  </a:lnTo>
                  <a:lnTo>
                    <a:pt x="3983262" y="1228333"/>
                  </a:lnTo>
                  <a:lnTo>
                    <a:pt x="4044349" y="1247576"/>
                  </a:lnTo>
                  <a:lnTo>
                    <a:pt x="4110058" y="1265016"/>
                  </a:lnTo>
                  <a:lnTo>
                    <a:pt x="4181143" y="1280842"/>
                  </a:lnTo>
                  <a:lnTo>
                    <a:pt x="4258296" y="1295228"/>
                  </a:lnTo>
                  <a:lnTo>
                    <a:pt x="4342072" y="1308329"/>
                  </a:lnTo>
                  <a:lnTo>
                    <a:pt x="4432810" y="1320273"/>
                  </a:lnTo>
                  <a:lnTo>
                    <a:pt x="4530505" y="1331159"/>
                  </a:lnTo>
                  <a:lnTo>
                    <a:pt x="4634684" y="1341056"/>
                  </a:lnTo>
                  <a:lnTo>
                    <a:pt x="4744251" y="1350001"/>
                  </a:lnTo>
                  <a:lnTo>
                    <a:pt x="4857372" y="1358007"/>
                  </a:lnTo>
                  <a:lnTo>
                    <a:pt x="4971409" y="1365063"/>
                  </a:lnTo>
                  <a:lnTo>
                    <a:pt x="5082983" y="1371149"/>
                  </a:lnTo>
                  <a:lnTo>
                    <a:pt x="5188199" y="1376250"/>
                  </a:lnTo>
                  <a:lnTo>
                    <a:pt x="5283055" y="1380364"/>
                  </a:lnTo>
                  <a:lnTo>
                    <a:pt x="5363991" y="1383525"/>
                  </a:lnTo>
                  <a:lnTo>
                    <a:pt x="5428466" y="1385804"/>
                  </a:lnTo>
                  <a:lnTo>
                    <a:pt x="5475435" y="1387312"/>
                  </a:lnTo>
                  <a:lnTo>
                    <a:pt x="5505605" y="1388196"/>
                  </a:lnTo>
                  <a:lnTo>
                    <a:pt x="5521427" y="1388620"/>
                  </a:lnTo>
                  <a:lnTo>
                    <a:pt x="5526919" y="1388755"/>
                  </a:lnTo>
                  <a:lnTo>
                    <a:pt x="5527445" y="1388768"/>
                  </a:lnTo>
                  <a:lnTo>
                    <a:pt x="6522385" y="1388768"/>
                  </a:lnTo>
                  <a:lnTo>
                    <a:pt x="6523519" y="1388756"/>
                  </a:lnTo>
                  <a:lnTo>
                    <a:pt x="6530999" y="1388673"/>
                  </a:lnTo>
                  <a:lnTo>
                    <a:pt x="6549956" y="1388443"/>
                  </a:lnTo>
                  <a:lnTo>
                    <a:pt x="6584100" y="1387990"/>
                  </a:lnTo>
                  <a:lnTo>
                    <a:pt x="6635501" y="1387241"/>
                  </a:lnTo>
                  <a:lnTo>
                    <a:pt x="6704434" y="1386135"/>
                  </a:lnTo>
                  <a:lnTo>
                    <a:pt x="6789437" y="1384626"/>
                  </a:lnTo>
                  <a:lnTo>
                    <a:pt x="6887635" y="1382685"/>
                  </a:lnTo>
                  <a:lnTo>
                    <a:pt x="6995259" y="1380303"/>
                  </a:lnTo>
                  <a:lnTo>
                    <a:pt x="7108241" y="1377483"/>
                  </a:lnTo>
                  <a:lnTo>
                    <a:pt x="7222750" y="1374232"/>
                  </a:lnTo>
                  <a:lnTo>
                    <a:pt x="7335553" y="1370560"/>
                  </a:lnTo>
                  <a:lnTo>
                    <a:pt x="7444199" y="1366467"/>
                  </a:lnTo>
                  <a:lnTo>
                    <a:pt x="7547047" y="1361946"/>
                  </a:lnTo>
                  <a:lnTo>
                    <a:pt x="7643177" y="1356976"/>
                  </a:lnTo>
                  <a:lnTo>
                    <a:pt x="7732255" y="1351524"/>
                  </a:lnTo>
                  <a:lnTo>
                    <a:pt x="7814389" y="1345539"/>
                  </a:lnTo>
                  <a:lnTo>
                    <a:pt x="7889994" y="1338963"/>
                  </a:lnTo>
                  <a:lnTo>
                    <a:pt x="7959680" y="1331721"/>
                  </a:lnTo>
                  <a:lnTo>
                    <a:pt x="8024170" y="1323735"/>
                  </a:lnTo>
                  <a:lnTo>
                    <a:pt x="8084238" y="1314919"/>
                  </a:lnTo>
                  <a:lnTo>
                    <a:pt x="8140657" y="1305196"/>
                  </a:lnTo>
                  <a:lnTo>
                    <a:pt x="8194163" y="1294505"/>
                  </a:lnTo>
                  <a:lnTo>
                    <a:pt x="8229629" y="1286575"/>
                  </a:lnTo>
                  <a:lnTo>
                    <a:pt x="8289412" y="1271645"/>
                  </a:lnTo>
                  <a:lnTo>
                    <a:pt x="8347367" y="1255260"/>
                  </a:lnTo>
                  <a:lnTo>
                    <a:pt x="8404153" y="1237397"/>
                  </a:lnTo>
                  <a:lnTo>
                    <a:pt x="8460262" y="1218077"/>
                  </a:lnTo>
                  <a:lnTo>
                    <a:pt x="8516047" y="1197372"/>
                  </a:lnTo>
                  <a:lnTo>
                    <a:pt x="8571741" y="1175408"/>
                  </a:lnTo>
                  <a:lnTo>
                    <a:pt x="8627484" y="1152364"/>
                  </a:lnTo>
                  <a:lnTo>
                    <a:pt x="8683334" y="1128470"/>
                  </a:lnTo>
                  <a:lnTo>
                    <a:pt x="8739285" y="1103997"/>
                  </a:lnTo>
                  <a:lnTo>
                    <a:pt x="8795293" y="1079246"/>
                  </a:lnTo>
                  <a:lnTo>
                    <a:pt x="8851294" y="1054532"/>
                  </a:lnTo>
                  <a:lnTo>
                    <a:pt x="8907224" y="1030170"/>
                  </a:lnTo>
                  <a:lnTo>
                    <a:pt x="8963046" y="1006455"/>
                  </a:lnTo>
                  <a:lnTo>
                    <a:pt x="9018770" y="983649"/>
                  </a:lnTo>
                  <a:lnTo>
                    <a:pt x="9074470" y="961969"/>
                  </a:lnTo>
                  <a:lnTo>
                    <a:pt x="9130306" y="941584"/>
                  </a:lnTo>
                  <a:lnTo>
                    <a:pt x="9186540" y="922606"/>
                  </a:lnTo>
                  <a:lnTo>
                    <a:pt x="9243553" y="905094"/>
                  </a:lnTo>
                  <a:lnTo>
                    <a:pt x="9301875" y="889058"/>
                  </a:lnTo>
                  <a:lnTo>
                    <a:pt x="9347647" y="877806"/>
                  </a:lnTo>
                  <a:lnTo>
                    <a:pt x="9399536" y="866434"/>
                  </a:lnTo>
                  <a:lnTo>
                    <a:pt x="9453876" y="856050"/>
                  </a:lnTo>
                  <a:lnTo>
                    <a:pt x="9511351" y="846617"/>
                  </a:lnTo>
                  <a:lnTo>
                    <a:pt x="9572715" y="838069"/>
                  </a:lnTo>
                  <a:lnTo>
                    <a:pt x="9638745" y="830324"/>
                  </a:lnTo>
                  <a:lnTo>
                    <a:pt x="9710203" y="823299"/>
                  </a:lnTo>
                  <a:lnTo>
                    <a:pt x="9787787" y="816914"/>
                  </a:lnTo>
                  <a:lnTo>
                    <a:pt x="9872056" y="811102"/>
                  </a:lnTo>
                  <a:lnTo>
                    <a:pt x="9963340" y="805804"/>
                  </a:lnTo>
                  <a:lnTo>
                    <a:pt x="10061626" y="800978"/>
                  </a:lnTo>
                  <a:lnTo>
                    <a:pt x="10166413" y="796592"/>
                  </a:lnTo>
                  <a:lnTo>
                    <a:pt x="10276570" y="792630"/>
                  </a:lnTo>
                  <a:lnTo>
                    <a:pt x="10390206" y="789089"/>
                  </a:lnTo>
                  <a:lnTo>
                    <a:pt x="10504619" y="785971"/>
                  </a:lnTo>
                  <a:lnTo>
                    <a:pt x="10616361" y="783287"/>
                  </a:lnTo>
                  <a:lnTo>
                    <a:pt x="10721478" y="781043"/>
                  </a:lnTo>
                  <a:lnTo>
                    <a:pt x="10815934" y="779239"/>
                  </a:lnTo>
                  <a:lnTo>
                    <a:pt x="10896175" y="777859"/>
                  </a:lnTo>
                  <a:lnTo>
                    <a:pt x="10959717" y="776870"/>
                  </a:lnTo>
                  <a:lnTo>
                    <a:pt x="11005619" y="776221"/>
                  </a:lnTo>
                  <a:lnTo>
                    <a:pt x="11034721" y="775846"/>
                  </a:lnTo>
                  <a:lnTo>
                    <a:pt x="11049628" y="775670"/>
                  </a:lnTo>
                  <a:lnTo>
                    <a:pt x="11054516" y="775617"/>
                  </a:lnTo>
                  <a:lnTo>
                    <a:pt x="11054891" y="775613"/>
                  </a:lnTo>
                  <a:lnTo>
                    <a:pt x="12049831" y="775613"/>
                  </a:lnTo>
                  <a:lnTo>
                    <a:pt x="12049831" y="770373"/>
                  </a:lnTo>
                  <a:lnTo>
                    <a:pt x="11054891" y="770373"/>
                  </a:lnTo>
                  <a:lnTo>
                    <a:pt x="11053758" y="770384"/>
                  </a:lnTo>
                  <a:lnTo>
                    <a:pt x="11046277" y="770468"/>
                  </a:lnTo>
                  <a:lnTo>
                    <a:pt x="11027320" y="770697"/>
                  </a:lnTo>
                  <a:lnTo>
                    <a:pt x="10993176" y="771150"/>
                  </a:lnTo>
                  <a:lnTo>
                    <a:pt x="10941776" y="771899"/>
                  </a:lnTo>
                  <a:lnTo>
                    <a:pt x="10872843" y="773005"/>
                  </a:lnTo>
                  <a:lnTo>
                    <a:pt x="10787839" y="774515"/>
                  </a:lnTo>
                  <a:lnTo>
                    <a:pt x="10689641" y="776455"/>
                  </a:lnTo>
                  <a:lnTo>
                    <a:pt x="10582018" y="778837"/>
                  </a:lnTo>
                  <a:lnTo>
                    <a:pt x="10469035" y="781657"/>
                  </a:lnTo>
                  <a:lnTo>
                    <a:pt x="10354526" y="784908"/>
                  </a:lnTo>
                  <a:lnTo>
                    <a:pt x="10241724" y="788581"/>
                  </a:lnTo>
                  <a:lnTo>
                    <a:pt x="10133077" y="792673"/>
                  </a:lnTo>
                  <a:lnTo>
                    <a:pt x="10030229" y="797194"/>
                  </a:lnTo>
                  <a:lnTo>
                    <a:pt x="9934100" y="802164"/>
                  </a:lnTo>
                  <a:lnTo>
                    <a:pt x="9845022" y="807617"/>
                  </a:lnTo>
                  <a:lnTo>
                    <a:pt x="9762887" y="813601"/>
                  </a:lnTo>
                  <a:lnTo>
                    <a:pt x="9687282" y="820177"/>
                  </a:lnTo>
                  <a:lnTo>
                    <a:pt x="9617596" y="827419"/>
                  </a:lnTo>
                  <a:lnTo>
                    <a:pt x="9553106" y="835405"/>
                  </a:lnTo>
                  <a:lnTo>
                    <a:pt x="9493038" y="844221"/>
                  </a:lnTo>
                  <a:lnTo>
                    <a:pt x="9436619" y="853944"/>
                  </a:lnTo>
                  <a:lnTo>
                    <a:pt x="9383113" y="864635"/>
                  </a:lnTo>
                  <a:lnTo>
                    <a:pt x="9347647" y="872565"/>
                  </a:lnTo>
                  <a:lnTo>
                    <a:pt x="9287864" y="887495"/>
                  </a:lnTo>
                  <a:lnTo>
                    <a:pt x="9229910" y="903880"/>
                  </a:lnTo>
                  <a:lnTo>
                    <a:pt x="9173123" y="921743"/>
                  </a:lnTo>
                  <a:lnTo>
                    <a:pt x="9117014" y="941063"/>
                  </a:lnTo>
                  <a:lnTo>
                    <a:pt x="9061230" y="961768"/>
                  </a:lnTo>
                  <a:lnTo>
                    <a:pt x="9005535" y="983733"/>
                  </a:lnTo>
                  <a:lnTo>
                    <a:pt x="8949792" y="1006776"/>
                  </a:lnTo>
                  <a:lnTo>
                    <a:pt x="8893943" y="1030671"/>
                  </a:lnTo>
                  <a:lnTo>
                    <a:pt x="8837992" y="1055144"/>
                  </a:lnTo>
                  <a:lnTo>
                    <a:pt x="8781983" y="1079895"/>
                  </a:lnTo>
                  <a:lnTo>
                    <a:pt x="8725983" y="1104608"/>
                  </a:lnTo>
                  <a:lnTo>
                    <a:pt x="8670053" y="1128970"/>
                  </a:lnTo>
                  <a:lnTo>
                    <a:pt x="8614230" y="1152685"/>
                  </a:lnTo>
                  <a:lnTo>
                    <a:pt x="8558507" y="1175492"/>
                  </a:lnTo>
                  <a:lnTo>
                    <a:pt x="8502807" y="1197171"/>
                  </a:lnTo>
                  <a:lnTo>
                    <a:pt x="8446970" y="1217556"/>
                  </a:lnTo>
                  <a:lnTo>
                    <a:pt x="8390737" y="1236535"/>
                  </a:lnTo>
                  <a:lnTo>
                    <a:pt x="8333723" y="1254047"/>
                  </a:lnTo>
                  <a:lnTo>
                    <a:pt x="8275401" y="1270082"/>
                  </a:lnTo>
                  <a:lnTo>
                    <a:pt x="8229629" y="1281335"/>
                  </a:lnTo>
                  <a:lnTo>
                    <a:pt x="8177741" y="1292706"/>
                  </a:lnTo>
                  <a:lnTo>
                    <a:pt x="8123401" y="1303090"/>
                  </a:lnTo>
                  <a:lnTo>
                    <a:pt x="8065925" y="1312523"/>
                  </a:lnTo>
                  <a:lnTo>
                    <a:pt x="8004562" y="1321071"/>
                  </a:lnTo>
                  <a:lnTo>
                    <a:pt x="7938532" y="1328816"/>
                  </a:lnTo>
                  <a:lnTo>
                    <a:pt x="7867073" y="1335842"/>
                  </a:lnTo>
                  <a:lnTo>
                    <a:pt x="7789489" y="1342226"/>
                  </a:lnTo>
                  <a:lnTo>
                    <a:pt x="7705221" y="1348039"/>
                  </a:lnTo>
                  <a:lnTo>
                    <a:pt x="7613937" y="1353336"/>
                  </a:lnTo>
                  <a:lnTo>
                    <a:pt x="7515651" y="1358163"/>
                  </a:lnTo>
                  <a:lnTo>
                    <a:pt x="7410863" y="1362548"/>
                  </a:lnTo>
                  <a:lnTo>
                    <a:pt x="7300707" y="1366510"/>
                  </a:lnTo>
                  <a:lnTo>
                    <a:pt x="7187071" y="1370051"/>
                  </a:lnTo>
                  <a:lnTo>
                    <a:pt x="7072658" y="1373169"/>
                  </a:lnTo>
                  <a:lnTo>
                    <a:pt x="6960916" y="1375853"/>
                  </a:lnTo>
                  <a:lnTo>
                    <a:pt x="6855799" y="1378097"/>
                  </a:lnTo>
                  <a:lnTo>
                    <a:pt x="6761343" y="1379901"/>
                  </a:lnTo>
                  <a:lnTo>
                    <a:pt x="6681102" y="1381281"/>
                  </a:lnTo>
                  <a:lnTo>
                    <a:pt x="6617560" y="1382270"/>
                  </a:lnTo>
                  <a:lnTo>
                    <a:pt x="6571658" y="1382919"/>
                  </a:lnTo>
                  <a:lnTo>
                    <a:pt x="6542556" y="1383294"/>
                  </a:lnTo>
                  <a:lnTo>
                    <a:pt x="6527648" y="1383470"/>
                  </a:lnTo>
                  <a:lnTo>
                    <a:pt x="6522761" y="1383523"/>
                  </a:lnTo>
                  <a:lnTo>
                    <a:pt x="6522385" y="1383527"/>
                  </a:lnTo>
                  <a:lnTo>
                    <a:pt x="5527445" y="1383527"/>
                  </a:lnTo>
                  <a:lnTo>
                    <a:pt x="5526324" y="1383501"/>
                  </a:lnTo>
                  <a:lnTo>
                    <a:pt x="5518922" y="1383315"/>
                  </a:lnTo>
                  <a:lnTo>
                    <a:pt x="5500157" y="1382802"/>
                  </a:lnTo>
                  <a:lnTo>
                    <a:pt x="5466345" y="1381791"/>
                  </a:lnTo>
                  <a:lnTo>
                    <a:pt x="5415418" y="1380120"/>
                  </a:lnTo>
                  <a:lnTo>
                    <a:pt x="5347073" y="1377651"/>
                  </a:lnTo>
                  <a:lnTo>
                    <a:pt x="5262724" y="1374279"/>
                  </a:lnTo>
                  <a:lnTo>
                    <a:pt x="5165190" y="1369943"/>
                  </a:lnTo>
                  <a:lnTo>
                    <a:pt x="5058184" y="1364619"/>
                  </a:lnTo>
                  <a:lnTo>
                    <a:pt x="4945726" y="1358312"/>
                  </a:lnTo>
                  <a:lnTo>
                    <a:pt x="4831625" y="1351040"/>
                  </a:lnTo>
                  <a:lnTo>
                    <a:pt x="4719105" y="1342822"/>
                  </a:lnTo>
                  <a:lnTo>
                    <a:pt x="4610623" y="1333663"/>
                  </a:lnTo>
                  <a:lnTo>
                    <a:pt x="4507838" y="1323547"/>
                  </a:lnTo>
                  <a:lnTo>
                    <a:pt x="4411692" y="1312429"/>
                  </a:lnTo>
                  <a:lnTo>
                    <a:pt x="4322541" y="1300233"/>
                  </a:lnTo>
                  <a:lnTo>
                    <a:pt x="4240300" y="1286854"/>
                  </a:lnTo>
                  <a:lnTo>
                    <a:pt x="4164574" y="1272157"/>
                  </a:lnTo>
                  <a:lnTo>
                    <a:pt x="4094767" y="1255983"/>
                  </a:lnTo>
                  <a:lnTo>
                    <a:pt x="4030170" y="1238151"/>
                  </a:lnTo>
                  <a:lnTo>
                    <a:pt x="3970020" y="1218476"/>
                  </a:lnTo>
                  <a:lnTo>
                    <a:pt x="3913549" y="1196780"/>
                  </a:lnTo>
                  <a:lnTo>
                    <a:pt x="3860027" y="1172925"/>
                  </a:lnTo>
                  <a:lnTo>
                    <a:pt x="3820202" y="1152939"/>
                  </a:lnTo>
                  <a:lnTo>
                    <a:pt x="3765932" y="1122546"/>
                  </a:lnTo>
                  <a:lnTo>
                    <a:pt x="3713222" y="1089464"/>
                  </a:lnTo>
                  <a:lnTo>
                    <a:pt x="3661559" y="1053644"/>
                  </a:lnTo>
                  <a:lnTo>
                    <a:pt x="3610551" y="1015101"/>
                  </a:lnTo>
                  <a:lnTo>
                    <a:pt x="3559905" y="973930"/>
                  </a:lnTo>
                  <a:lnTo>
                    <a:pt x="3509411" y="930301"/>
                  </a:lnTo>
                  <a:lnTo>
                    <a:pt x="3458931" y="884471"/>
                  </a:lnTo>
                  <a:lnTo>
                    <a:pt x="3408387" y="836774"/>
                  </a:lnTo>
                  <a:lnTo>
                    <a:pt x="3357752" y="787621"/>
                  </a:lnTo>
                  <a:lnTo>
                    <a:pt x="3307037" y="737478"/>
                  </a:lnTo>
                  <a:lnTo>
                    <a:pt x="3256278" y="686856"/>
                  </a:lnTo>
                  <a:lnTo>
                    <a:pt x="3205523" y="636285"/>
                  </a:lnTo>
                  <a:lnTo>
                    <a:pt x="3154821" y="586295"/>
                  </a:lnTo>
                  <a:lnTo>
                    <a:pt x="3104204" y="537389"/>
                  </a:lnTo>
                  <a:lnTo>
                    <a:pt x="3053676" y="490024"/>
                  </a:lnTo>
                  <a:lnTo>
                    <a:pt x="3003201" y="444597"/>
                  </a:lnTo>
                  <a:lnTo>
                    <a:pt x="2952690" y="401426"/>
                  </a:lnTo>
                  <a:lnTo>
                    <a:pt x="2901993" y="360753"/>
                  </a:lnTo>
                  <a:lnTo>
                    <a:pt x="2850884" y="322733"/>
                  </a:lnTo>
                  <a:lnTo>
                    <a:pt x="2799052" y="287443"/>
                  </a:lnTo>
                  <a:lnTo>
                    <a:pt x="2746084" y="254888"/>
                  </a:lnTo>
                  <a:lnTo>
                    <a:pt x="2702183" y="230587"/>
                  </a:lnTo>
                  <a:lnTo>
                    <a:pt x="2650487" y="205018"/>
                  </a:lnTo>
                  <a:lnTo>
                    <a:pt x="2596359" y="181659"/>
                  </a:lnTo>
                  <a:lnTo>
                    <a:pt x="2539123" y="160434"/>
                  </a:lnTo>
                  <a:lnTo>
                    <a:pt x="2478036" y="141192"/>
                  </a:lnTo>
                  <a:lnTo>
                    <a:pt x="2412327" y="123751"/>
                  </a:lnTo>
                  <a:lnTo>
                    <a:pt x="2341242" y="107925"/>
                  </a:lnTo>
                  <a:lnTo>
                    <a:pt x="2264089" y="93539"/>
                  </a:lnTo>
                  <a:lnTo>
                    <a:pt x="2180313" y="80438"/>
                  </a:lnTo>
                  <a:lnTo>
                    <a:pt x="2089575" y="68494"/>
                  </a:lnTo>
                  <a:lnTo>
                    <a:pt x="1991880" y="57608"/>
                  </a:lnTo>
                  <a:lnTo>
                    <a:pt x="1887701" y="47711"/>
                  </a:lnTo>
                  <a:lnTo>
                    <a:pt x="1778134" y="38766"/>
                  </a:lnTo>
                  <a:lnTo>
                    <a:pt x="1665013" y="30760"/>
                  </a:lnTo>
                  <a:lnTo>
                    <a:pt x="1550976" y="23704"/>
                  </a:lnTo>
                  <a:lnTo>
                    <a:pt x="1439402" y="17618"/>
                  </a:lnTo>
                  <a:lnTo>
                    <a:pt x="1334186" y="12517"/>
                  </a:lnTo>
                  <a:lnTo>
                    <a:pt x="1239330" y="8403"/>
                  </a:lnTo>
                  <a:lnTo>
                    <a:pt x="1158394" y="5242"/>
                  </a:lnTo>
                  <a:lnTo>
                    <a:pt x="1093919" y="2963"/>
                  </a:lnTo>
                  <a:lnTo>
                    <a:pt x="1046950" y="1455"/>
                  </a:lnTo>
                  <a:lnTo>
                    <a:pt x="1016780" y="571"/>
                  </a:lnTo>
                  <a:lnTo>
                    <a:pt x="1000958" y="147"/>
                  </a:lnTo>
                  <a:lnTo>
                    <a:pt x="995466" y="1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33" name="pl1032"/>
            <p:cNvSpPr/>
            <p:nvPr/>
          </p:nvSpPr>
          <p:spPr>
            <a:xfrm>
              <a:off x="1199187" y="4648277"/>
              <a:ext cx="12049831" cy="1383527"/>
            </a:xfrm>
            <a:custGeom>
              <a:avLst/>
              <a:pathLst>
                <a:path w="12049831" h="1383527">
                  <a:moveTo>
                    <a:pt x="0" y="0"/>
                  </a:moveTo>
                  <a:lnTo>
                    <a:pt x="994940" y="0"/>
                  </a:lnTo>
                  <a:lnTo>
                    <a:pt x="996061" y="26"/>
                  </a:lnTo>
                  <a:lnTo>
                    <a:pt x="1003463" y="211"/>
                  </a:lnTo>
                  <a:lnTo>
                    <a:pt x="1022228" y="724"/>
                  </a:lnTo>
                  <a:lnTo>
                    <a:pt x="1056040" y="1735"/>
                  </a:lnTo>
                  <a:lnTo>
                    <a:pt x="1106967" y="3406"/>
                  </a:lnTo>
                  <a:lnTo>
                    <a:pt x="1175312" y="5876"/>
                  </a:lnTo>
                  <a:lnTo>
                    <a:pt x="1259661" y="9247"/>
                  </a:lnTo>
                  <a:lnTo>
                    <a:pt x="1357195" y="13583"/>
                  </a:lnTo>
                  <a:lnTo>
                    <a:pt x="1464201" y="18907"/>
                  </a:lnTo>
                  <a:lnTo>
                    <a:pt x="1576659" y="25215"/>
                  </a:lnTo>
                  <a:lnTo>
                    <a:pt x="1690760" y="32487"/>
                  </a:lnTo>
                  <a:lnTo>
                    <a:pt x="1803280" y="40705"/>
                  </a:lnTo>
                  <a:lnTo>
                    <a:pt x="1911762" y="49863"/>
                  </a:lnTo>
                  <a:lnTo>
                    <a:pt x="2014547" y="59979"/>
                  </a:lnTo>
                  <a:lnTo>
                    <a:pt x="2110693" y="71098"/>
                  </a:lnTo>
                  <a:lnTo>
                    <a:pt x="2199844" y="83293"/>
                  </a:lnTo>
                  <a:lnTo>
                    <a:pt x="2282085" y="96672"/>
                  </a:lnTo>
                  <a:lnTo>
                    <a:pt x="2357811" y="111369"/>
                  </a:lnTo>
                  <a:lnTo>
                    <a:pt x="2427618" y="127544"/>
                  </a:lnTo>
                  <a:lnTo>
                    <a:pt x="2492215" y="145375"/>
                  </a:lnTo>
                  <a:lnTo>
                    <a:pt x="2552365" y="165050"/>
                  </a:lnTo>
                  <a:lnTo>
                    <a:pt x="2608836" y="186746"/>
                  </a:lnTo>
                  <a:lnTo>
                    <a:pt x="2662358" y="210601"/>
                  </a:lnTo>
                  <a:lnTo>
                    <a:pt x="2702183" y="230587"/>
                  </a:lnTo>
                  <a:lnTo>
                    <a:pt x="2756453" y="260980"/>
                  </a:lnTo>
                  <a:lnTo>
                    <a:pt x="2809163" y="294062"/>
                  </a:lnTo>
                  <a:lnTo>
                    <a:pt x="2860826" y="329883"/>
                  </a:lnTo>
                  <a:lnTo>
                    <a:pt x="2911834" y="368425"/>
                  </a:lnTo>
                  <a:lnTo>
                    <a:pt x="2962480" y="409597"/>
                  </a:lnTo>
                  <a:lnTo>
                    <a:pt x="3012974" y="453225"/>
                  </a:lnTo>
                  <a:lnTo>
                    <a:pt x="3063454" y="499056"/>
                  </a:lnTo>
                  <a:lnTo>
                    <a:pt x="3113998" y="546752"/>
                  </a:lnTo>
                  <a:lnTo>
                    <a:pt x="3164633" y="595905"/>
                  </a:lnTo>
                  <a:lnTo>
                    <a:pt x="3215348" y="646048"/>
                  </a:lnTo>
                  <a:lnTo>
                    <a:pt x="3266107" y="696670"/>
                  </a:lnTo>
                  <a:lnTo>
                    <a:pt x="3316862" y="747241"/>
                  </a:lnTo>
                  <a:lnTo>
                    <a:pt x="3367564" y="797231"/>
                  </a:lnTo>
                  <a:lnTo>
                    <a:pt x="3418181" y="846137"/>
                  </a:lnTo>
                  <a:lnTo>
                    <a:pt x="3468709" y="893502"/>
                  </a:lnTo>
                  <a:lnTo>
                    <a:pt x="3519184" y="938930"/>
                  </a:lnTo>
                  <a:lnTo>
                    <a:pt x="3569695" y="982100"/>
                  </a:lnTo>
                  <a:lnTo>
                    <a:pt x="3620392" y="1022774"/>
                  </a:lnTo>
                  <a:lnTo>
                    <a:pt x="3671501" y="1060794"/>
                  </a:lnTo>
                  <a:lnTo>
                    <a:pt x="3723333" y="1096083"/>
                  </a:lnTo>
                  <a:lnTo>
                    <a:pt x="3776301" y="1128639"/>
                  </a:lnTo>
                  <a:lnTo>
                    <a:pt x="3820202" y="1152939"/>
                  </a:lnTo>
                  <a:lnTo>
                    <a:pt x="3871898" y="1178509"/>
                  </a:lnTo>
                  <a:lnTo>
                    <a:pt x="3926026" y="1201867"/>
                  </a:lnTo>
                  <a:lnTo>
                    <a:pt x="3983262" y="1223092"/>
                  </a:lnTo>
                  <a:lnTo>
                    <a:pt x="4044349" y="1242335"/>
                  </a:lnTo>
                  <a:lnTo>
                    <a:pt x="4110058" y="1259776"/>
                  </a:lnTo>
                  <a:lnTo>
                    <a:pt x="4181143" y="1275601"/>
                  </a:lnTo>
                  <a:lnTo>
                    <a:pt x="4258296" y="1289987"/>
                  </a:lnTo>
                  <a:lnTo>
                    <a:pt x="4342072" y="1303088"/>
                  </a:lnTo>
                  <a:lnTo>
                    <a:pt x="4432810" y="1315032"/>
                  </a:lnTo>
                  <a:lnTo>
                    <a:pt x="4530505" y="1325918"/>
                  </a:lnTo>
                  <a:lnTo>
                    <a:pt x="4634684" y="1335815"/>
                  </a:lnTo>
                  <a:lnTo>
                    <a:pt x="4744251" y="1344761"/>
                  </a:lnTo>
                  <a:lnTo>
                    <a:pt x="4857372" y="1352766"/>
                  </a:lnTo>
                  <a:lnTo>
                    <a:pt x="4971409" y="1359822"/>
                  </a:lnTo>
                  <a:lnTo>
                    <a:pt x="5082983" y="1365909"/>
                  </a:lnTo>
                  <a:lnTo>
                    <a:pt x="5188199" y="1371009"/>
                  </a:lnTo>
                  <a:lnTo>
                    <a:pt x="5283055" y="1375124"/>
                  </a:lnTo>
                  <a:lnTo>
                    <a:pt x="5363991" y="1378284"/>
                  </a:lnTo>
                  <a:lnTo>
                    <a:pt x="5428466" y="1380563"/>
                  </a:lnTo>
                  <a:lnTo>
                    <a:pt x="5475435" y="1382072"/>
                  </a:lnTo>
                  <a:lnTo>
                    <a:pt x="5505605" y="1382956"/>
                  </a:lnTo>
                  <a:lnTo>
                    <a:pt x="5521427" y="1383380"/>
                  </a:lnTo>
                  <a:lnTo>
                    <a:pt x="5526919" y="1383515"/>
                  </a:lnTo>
                  <a:lnTo>
                    <a:pt x="5527445" y="1383527"/>
                  </a:lnTo>
                  <a:lnTo>
                    <a:pt x="6522385" y="1383527"/>
                  </a:lnTo>
                  <a:lnTo>
                    <a:pt x="6523519" y="1383515"/>
                  </a:lnTo>
                  <a:lnTo>
                    <a:pt x="6530999" y="1383432"/>
                  </a:lnTo>
                  <a:lnTo>
                    <a:pt x="6549956" y="1383202"/>
                  </a:lnTo>
                  <a:lnTo>
                    <a:pt x="6584100" y="1382749"/>
                  </a:lnTo>
                  <a:lnTo>
                    <a:pt x="6635501" y="1382001"/>
                  </a:lnTo>
                  <a:lnTo>
                    <a:pt x="6704434" y="1380894"/>
                  </a:lnTo>
                  <a:lnTo>
                    <a:pt x="6789437" y="1379385"/>
                  </a:lnTo>
                  <a:lnTo>
                    <a:pt x="6887635" y="1377444"/>
                  </a:lnTo>
                  <a:lnTo>
                    <a:pt x="6995259" y="1375063"/>
                  </a:lnTo>
                  <a:lnTo>
                    <a:pt x="7108241" y="1372242"/>
                  </a:lnTo>
                  <a:lnTo>
                    <a:pt x="7222750" y="1368992"/>
                  </a:lnTo>
                  <a:lnTo>
                    <a:pt x="7335553" y="1365319"/>
                  </a:lnTo>
                  <a:lnTo>
                    <a:pt x="7444199" y="1361226"/>
                  </a:lnTo>
                  <a:lnTo>
                    <a:pt x="7547047" y="1356705"/>
                  </a:lnTo>
                  <a:lnTo>
                    <a:pt x="7643177" y="1351736"/>
                  </a:lnTo>
                  <a:lnTo>
                    <a:pt x="7732255" y="1346283"/>
                  </a:lnTo>
                  <a:lnTo>
                    <a:pt x="7814389" y="1340299"/>
                  </a:lnTo>
                  <a:lnTo>
                    <a:pt x="7889994" y="1333722"/>
                  </a:lnTo>
                  <a:lnTo>
                    <a:pt x="7959680" y="1326481"/>
                  </a:lnTo>
                  <a:lnTo>
                    <a:pt x="8024170" y="1318494"/>
                  </a:lnTo>
                  <a:lnTo>
                    <a:pt x="8084238" y="1309678"/>
                  </a:lnTo>
                  <a:lnTo>
                    <a:pt x="8140657" y="1299955"/>
                  </a:lnTo>
                  <a:lnTo>
                    <a:pt x="8194163" y="1289265"/>
                  </a:lnTo>
                  <a:lnTo>
                    <a:pt x="8229629" y="1281335"/>
                  </a:lnTo>
                  <a:lnTo>
                    <a:pt x="8289412" y="1266405"/>
                  </a:lnTo>
                  <a:lnTo>
                    <a:pt x="8347367" y="1250020"/>
                  </a:lnTo>
                  <a:lnTo>
                    <a:pt x="8404153" y="1232156"/>
                  </a:lnTo>
                  <a:lnTo>
                    <a:pt x="8460262" y="1212836"/>
                  </a:lnTo>
                  <a:lnTo>
                    <a:pt x="8516047" y="1192131"/>
                  </a:lnTo>
                  <a:lnTo>
                    <a:pt x="8571741" y="1170167"/>
                  </a:lnTo>
                  <a:lnTo>
                    <a:pt x="8627484" y="1147123"/>
                  </a:lnTo>
                  <a:lnTo>
                    <a:pt x="8683334" y="1123229"/>
                  </a:lnTo>
                  <a:lnTo>
                    <a:pt x="8739285" y="1098756"/>
                  </a:lnTo>
                  <a:lnTo>
                    <a:pt x="8795293" y="1074005"/>
                  </a:lnTo>
                  <a:lnTo>
                    <a:pt x="8851294" y="1049292"/>
                  </a:lnTo>
                  <a:lnTo>
                    <a:pt x="8907224" y="1024930"/>
                  </a:lnTo>
                  <a:lnTo>
                    <a:pt x="8963046" y="1001215"/>
                  </a:lnTo>
                  <a:lnTo>
                    <a:pt x="9018770" y="978408"/>
                  </a:lnTo>
                  <a:lnTo>
                    <a:pt x="9074470" y="956729"/>
                  </a:lnTo>
                  <a:lnTo>
                    <a:pt x="9130306" y="936343"/>
                  </a:lnTo>
                  <a:lnTo>
                    <a:pt x="9186540" y="917365"/>
                  </a:lnTo>
                  <a:lnTo>
                    <a:pt x="9243553" y="899853"/>
                  </a:lnTo>
                  <a:lnTo>
                    <a:pt x="9301875" y="883817"/>
                  </a:lnTo>
                  <a:lnTo>
                    <a:pt x="9347647" y="872565"/>
                  </a:lnTo>
                  <a:lnTo>
                    <a:pt x="9399536" y="861194"/>
                  </a:lnTo>
                  <a:lnTo>
                    <a:pt x="9453876" y="850809"/>
                  </a:lnTo>
                  <a:lnTo>
                    <a:pt x="9511351" y="841377"/>
                  </a:lnTo>
                  <a:lnTo>
                    <a:pt x="9572715" y="832829"/>
                  </a:lnTo>
                  <a:lnTo>
                    <a:pt x="9638745" y="825083"/>
                  </a:lnTo>
                  <a:lnTo>
                    <a:pt x="9710203" y="818058"/>
                  </a:lnTo>
                  <a:lnTo>
                    <a:pt x="9787787" y="811673"/>
                  </a:lnTo>
                  <a:lnTo>
                    <a:pt x="9872056" y="805861"/>
                  </a:lnTo>
                  <a:lnTo>
                    <a:pt x="9963340" y="800563"/>
                  </a:lnTo>
                  <a:lnTo>
                    <a:pt x="10061626" y="795737"/>
                  </a:lnTo>
                  <a:lnTo>
                    <a:pt x="10166413" y="791351"/>
                  </a:lnTo>
                  <a:lnTo>
                    <a:pt x="10276570" y="787390"/>
                  </a:lnTo>
                  <a:lnTo>
                    <a:pt x="10390206" y="783848"/>
                  </a:lnTo>
                  <a:lnTo>
                    <a:pt x="10504619" y="780731"/>
                  </a:lnTo>
                  <a:lnTo>
                    <a:pt x="10616361" y="778046"/>
                  </a:lnTo>
                  <a:lnTo>
                    <a:pt x="10721478" y="775803"/>
                  </a:lnTo>
                  <a:lnTo>
                    <a:pt x="10815934" y="773998"/>
                  </a:lnTo>
                  <a:lnTo>
                    <a:pt x="10896175" y="772619"/>
                  </a:lnTo>
                  <a:lnTo>
                    <a:pt x="10959717" y="771630"/>
                  </a:lnTo>
                  <a:lnTo>
                    <a:pt x="11005619" y="770981"/>
                  </a:lnTo>
                  <a:lnTo>
                    <a:pt x="11034721" y="770605"/>
                  </a:lnTo>
                  <a:lnTo>
                    <a:pt x="11049628" y="770429"/>
                  </a:lnTo>
                  <a:lnTo>
                    <a:pt x="11054516" y="770376"/>
                  </a:lnTo>
                  <a:lnTo>
                    <a:pt x="11054891" y="770373"/>
                  </a:lnTo>
                  <a:lnTo>
                    <a:pt x="12049831" y="770373"/>
                  </a:lnTo>
                  <a:lnTo>
                    <a:pt x="12049831" y="7703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4" name="pl1033"/>
            <p:cNvSpPr/>
            <p:nvPr/>
          </p:nvSpPr>
          <p:spPr>
            <a:xfrm>
              <a:off x="1199187" y="4643037"/>
              <a:ext cx="12049831" cy="1383527"/>
            </a:xfrm>
            <a:custGeom>
              <a:avLst/>
              <a:pathLst>
                <a:path w="12049831" h="1383527">
                  <a:moveTo>
                    <a:pt x="12049831" y="770373"/>
                  </a:moveTo>
                  <a:lnTo>
                    <a:pt x="11054891" y="770373"/>
                  </a:lnTo>
                  <a:lnTo>
                    <a:pt x="11053758" y="770384"/>
                  </a:lnTo>
                  <a:lnTo>
                    <a:pt x="11046277" y="770468"/>
                  </a:lnTo>
                  <a:lnTo>
                    <a:pt x="11027320" y="770697"/>
                  </a:lnTo>
                  <a:lnTo>
                    <a:pt x="10993176" y="771150"/>
                  </a:lnTo>
                  <a:lnTo>
                    <a:pt x="10941776" y="771899"/>
                  </a:lnTo>
                  <a:lnTo>
                    <a:pt x="10872843" y="773005"/>
                  </a:lnTo>
                  <a:lnTo>
                    <a:pt x="10787839" y="774515"/>
                  </a:lnTo>
                  <a:lnTo>
                    <a:pt x="10689641" y="776455"/>
                  </a:lnTo>
                  <a:lnTo>
                    <a:pt x="10582018" y="778837"/>
                  </a:lnTo>
                  <a:lnTo>
                    <a:pt x="10469035" y="781657"/>
                  </a:lnTo>
                  <a:lnTo>
                    <a:pt x="10354526" y="784908"/>
                  </a:lnTo>
                  <a:lnTo>
                    <a:pt x="10241724" y="788581"/>
                  </a:lnTo>
                  <a:lnTo>
                    <a:pt x="10133077" y="792673"/>
                  </a:lnTo>
                  <a:lnTo>
                    <a:pt x="10030229" y="797194"/>
                  </a:lnTo>
                  <a:lnTo>
                    <a:pt x="9934100" y="802164"/>
                  </a:lnTo>
                  <a:lnTo>
                    <a:pt x="9845022" y="807617"/>
                  </a:lnTo>
                  <a:lnTo>
                    <a:pt x="9762887" y="813601"/>
                  </a:lnTo>
                  <a:lnTo>
                    <a:pt x="9687282" y="820177"/>
                  </a:lnTo>
                  <a:lnTo>
                    <a:pt x="9617596" y="827419"/>
                  </a:lnTo>
                  <a:lnTo>
                    <a:pt x="9553106" y="835405"/>
                  </a:lnTo>
                  <a:lnTo>
                    <a:pt x="9493038" y="844221"/>
                  </a:lnTo>
                  <a:lnTo>
                    <a:pt x="9436619" y="853944"/>
                  </a:lnTo>
                  <a:lnTo>
                    <a:pt x="9383113" y="864635"/>
                  </a:lnTo>
                  <a:lnTo>
                    <a:pt x="9347647" y="872565"/>
                  </a:lnTo>
                  <a:lnTo>
                    <a:pt x="9287864" y="887495"/>
                  </a:lnTo>
                  <a:lnTo>
                    <a:pt x="9229910" y="903880"/>
                  </a:lnTo>
                  <a:lnTo>
                    <a:pt x="9173123" y="921743"/>
                  </a:lnTo>
                  <a:lnTo>
                    <a:pt x="9117014" y="941063"/>
                  </a:lnTo>
                  <a:lnTo>
                    <a:pt x="9061230" y="961768"/>
                  </a:lnTo>
                  <a:lnTo>
                    <a:pt x="9005535" y="983733"/>
                  </a:lnTo>
                  <a:lnTo>
                    <a:pt x="8949792" y="1006776"/>
                  </a:lnTo>
                  <a:lnTo>
                    <a:pt x="8893943" y="1030671"/>
                  </a:lnTo>
                  <a:lnTo>
                    <a:pt x="8837992" y="1055144"/>
                  </a:lnTo>
                  <a:lnTo>
                    <a:pt x="8781983" y="1079895"/>
                  </a:lnTo>
                  <a:lnTo>
                    <a:pt x="8725983" y="1104608"/>
                  </a:lnTo>
                  <a:lnTo>
                    <a:pt x="8670053" y="1128970"/>
                  </a:lnTo>
                  <a:lnTo>
                    <a:pt x="8614230" y="1152685"/>
                  </a:lnTo>
                  <a:lnTo>
                    <a:pt x="8558507" y="1175492"/>
                  </a:lnTo>
                  <a:lnTo>
                    <a:pt x="8502807" y="1197171"/>
                  </a:lnTo>
                  <a:lnTo>
                    <a:pt x="8446970" y="1217556"/>
                  </a:lnTo>
                  <a:lnTo>
                    <a:pt x="8390737" y="1236535"/>
                  </a:lnTo>
                  <a:lnTo>
                    <a:pt x="8333723" y="1254047"/>
                  </a:lnTo>
                  <a:lnTo>
                    <a:pt x="8275401" y="1270082"/>
                  </a:lnTo>
                  <a:lnTo>
                    <a:pt x="8229629" y="1281335"/>
                  </a:lnTo>
                  <a:lnTo>
                    <a:pt x="8177741" y="1292706"/>
                  </a:lnTo>
                  <a:lnTo>
                    <a:pt x="8123401" y="1303090"/>
                  </a:lnTo>
                  <a:lnTo>
                    <a:pt x="8065925" y="1312523"/>
                  </a:lnTo>
                  <a:lnTo>
                    <a:pt x="8004562" y="1321071"/>
                  </a:lnTo>
                  <a:lnTo>
                    <a:pt x="7938532" y="1328816"/>
                  </a:lnTo>
                  <a:lnTo>
                    <a:pt x="7867073" y="1335842"/>
                  </a:lnTo>
                  <a:lnTo>
                    <a:pt x="7789489" y="1342226"/>
                  </a:lnTo>
                  <a:lnTo>
                    <a:pt x="7705221" y="1348039"/>
                  </a:lnTo>
                  <a:lnTo>
                    <a:pt x="7613937" y="1353336"/>
                  </a:lnTo>
                  <a:lnTo>
                    <a:pt x="7515651" y="1358163"/>
                  </a:lnTo>
                  <a:lnTo>
                    <a:pt x="7410863" y="1362548"/>
                  </a:lnTo>
                  <a:lnTo>
                    <a:pt x="7300707" y="1366510"/>
                  </a:lnTo>
                  <a:lnTo>
                    <a:pt x="7187071" y="1370051"/>
                  </a:lnTo>
                  <a:lnTo>
                    <a:pt x="7072658" y="1373169"/>
                  </a:lnTo>
                  <a:lnTo>
                    <a:pt x="6960916" y="1375853"/>
                  </a:lnTo>
                  <a:lnTo>
                    <a:pt x="6855799" y="1378097"/>
                  </a:lnTo>
                  <a:lnTo>
                    <a:pt x="6761343" y="1379901"/>
                  </a:lnTo>
                  <a:lnTo>
                    <a:pt x="6681102" y="1381281"/>
                  </a:lnTo>
                  <a:lnTo>
                    <a:pt x="6617560" y="1382270"/>
                  </a:lnTo>
                  <a:lnTo>
                    <a:pt x="6571658" y="1382919"/>
                  </a:lnTo>
                  <a:lnTo>
                    <a:pt x="6542556" y="1383294"/>
                  </a:lnTo>
                  <a:lnTo>
                    <a:pt x="6527648" y="1383470"/>
                  </a:lnTo>
                  <a:lnTo>
                    <a:pt x="6522761" y="1383523"/>
                  </a:lnTo>
                  <a:lnTo>
                    <a:pt x="6522385" y="1383527"/>
                  </a:lnTo>
                  <a:lnTo>
                    <a:pt x="5527445" y="1383527"/>
                  </a:lnTo>
                  <a:lnTo>
                    <a:pt x="5526324" y="1383501"/>
                  </a:lnTo>
                  <a:lnTo>
                    <a:pt x="5518922" y="1383315"/>
                  </a:lnTo>
                  <a:lnTo>
                    <a:pt x="5500157" y="1382802"/>
                  </a:lnTo>
                  <a:lnTo>
                    <a:pt x="5466345" y="1381791"/>
                  </a:lnTo>
                  <a:lnTo>
                    <a:pt x="5415418" y="1380120"/>
                  </a:lnTo>
                  <a:lnTo>
                    <a:pt x="5347073" y="1377651"/>
                  </a:lnTo>
                  <a:lnTo>
                    <a:pt x="5262724" y="1374279"/>
                  </a:lnTo>
                  <a:lnTo>
                    <a:pt x="5165190" y="1369943"/>
                  </a:lnTo>
                  <a:lnTo>
                    <a:pt x="5058184" y="1364619"/>
                  </a:lnTo>
                  <a:lnTo>
                    <a:pt x="4945726" y="1358312"/>
                  </a:lnTo>
                  <a:lnTo>
                    <a:pt x="4831625" y="1351040"/>
                  </a:lnTo>
                  <a:lnTo>
                    <a:pt x="4719105" y="1342822"/>
                  </a:lnTo>
                  <a:lnTo>
                    <a:pt x="4610623" y="1333663"/>
                  </a:lnTo>
                  <a:lnTo>
                    <a:pt x="4507838" y="1323547"/>
                  </a:lnTo>
                  <a:lnTo>
                    <a:pt x="4411692" y="1312429"/>
                  </a:lnTo>
                  <a:lnTo>
                    <a:pt x="4322541" y="1300233"/>
                  </a:lnTo>
                  <a:lnTo>
                    <a:pt x="4240300" y="1286854"/>
                  </a:lnTo>
                  <a:lnTo>
                    <a:pt x="4164574" y="1272157"/>
                  </a:lnTo>
                  <a:lnTo>
                    <a:pt x="4094767" y="1255983"/>
                  </a:lnTo>
                  <a:lnTo>
                    <a:pt x="4030170" y="1238151"/>
                  </a:lnTo>
                  <a:lnTo>
                    <a:pt x="3970020" y="1218476"/>
                  </a:lnTo>
                  <a:lnTo>
                    <a:pt x="3913549" y="1196780"/>
                  </a:lnTo>
                  <a:lnTo>
                    <a:pt x="3860027" y="1172925"/>
                  </a:lnTo>
                  <a:lnTo>
                    <a:pt x="3820202" y="1152939"/>
                  </a:lnTo>
                  <a:lnTo>
                    <a:pt x="3765932" y="1122546"/>
                  </a:lnTo>
                  <a:lnTo>
                    <a:pt x="3713222" y="1089464"/>
                  </a:lnTo>
                  <a:lnTo>
                    <a:pt x="3661559" y="1053644"/>
                  </a:lnTo>
                  <a:lnTo>
                    <a:pt x="3610551" y="1015101"/>
                  </a:lnTo>
                  <a:lnTo>
                    <a:pt x="3559905" y="973930"/>
                  </a:lnTo>
                  <a:lnTo>
                    <a:pt x="3509411" y="930301"/>
                  </a:lnTo>
                  <a:lnTo>
                    <a:pt x="3458931" y="884471"/>
                  </a:lnTo>
                  <a:lnTo>
                    <a:pt x="3408387" y="836774"/>
                  </a:lnTo>
                  <a:lnTo>
                    <a:pt x="3357752" y="787621"/>
                  </a:lnTo>
                  <a:lnTo>
                    <a:pt x="3307037" y="737478"/>
                  </a:lnTo>
                  <a:lnTo>
                    <a:pt x="3256278" y="686856"/>
                  </a:lnTo>
                  <a:lnTo>
                    <a:pt x="3205523" y="636285"/>
                  </a:lnTo>
                  <a:lnTo>
                    <a:pt x="3154821" y="586295"/>
                  </a:lnTo>
                  <a:lnTo>
                    <a:pt x="3104204" y="537389"/>
                  </a:lnTo>
                  <a:lnTo>
                    <a:pt x="3053676" y="490024"/>
                  </a:lnTo>
                  <a:lnTo>
                    <a:pt x="3003201" y="444597"/>
                  </a:lnTo>
                  <a:lnTo>
                    <a:pt x="2952690" y="401426"/>
                  </a:lnTo>
                  <a:lnTo>
                    <a:pt x="2901993" y="360753"/>
                  </a:lnTo>
                  <a:lnTo>
                    <a:pt x="2850884" y="322733"/>
                  </a:lnTo>
                  <a:lnTo>
                    <a:pt x="2799052" y="287443"/>
                  </a:lnTo>
                  <a:lnTo>
                    <a:pt x="2746084" y="254888"/>
                  </a:lnTo>
                  <a:lnTo>
                    <a:pt x="2702183" y="230587"/>
                  </a:lnTo>
                  <a:lnTo>
                    <a:pt x="2650487" y="205018"/>
                  </a:lnTo>
                  <a:lnTo>
                    <a:pt x="2596359" y="181659"/>
                  </a:lnTo>
                  <a:lnTo>
                    <a:pt x="2539123" y="160434"/>
                  </a:lnTo>
                  <a:lnTo>
                    <a:pt x="2478036" y="141192"/>
                  </a:lnTo>
                  <a:lnTo>
                    <a:pt x="2412327" y="123751"/>
                  </a:lnTo>
                  <a:lnTo>
                    <a:pt x="2341242" y="107925"/>
                  </a:lnTo>
                  <a:lnTo>
                    <a:pt x="2264089" y="93539"/>
                  </a:lnTo>
                  <a:lnTo>
                    <a:pt x="2180313" y="80438"/>
                  </a:lnTo>
                  <a:lnTo>
                    <a:pt x="2089575" y="68494"/>
                  </a:lnTo>
                  <a:lnTo>
                    <a:pt x="1991880" y="57608"/>
                  </a:lnTo>
                  <a:lnTo>
                    <a:pt x="1887701" y="47711"/>
                  </a:lnTo>
                  <a:lnTo>
                    <a:pt x="1778134" y="38766"/>
                  </a:lnTo>
                  <a:lnTo>
                    <a:pt x="1665013" y="30760"/>
                  </a:lnTo>
                  <a:lnTo>
                    <a:pt x="1550976" y="23704"/>
                  </a:lnTo>
                  <a:lnTo>
                    <a:pt x="1439402" y="17618"/>
                  </a:lnTo>
                  <a:lnTo>
                    <a:pt x="1334186" y="12517"/>
                  </a:lnTo>
                  <a:lnTo>
                    <a:pt x="1239330" y="8403"/>
                  </a:lnTo>
                  <a:lnTo>
                    <a:pt x="1158394" y="5242"/>
                  </a:lnTo>
                  <a:lnTo>
                    <a:pt x="1093919" y="2963"/>
                  </a:lnTo>
                  <a:lnTo>
                    <a:pt x="1046950" y="1455"/>
                  </a:lnTo>
                  <a:lnTo>
                    <a:pt x="1016780" y="571"/>
                  </a:lnTo>
                  <a:lnTo>
                    <a:pt x="1000958" y="147"/>
                  </a:lnTo>
                  <a:lnTo>
                    <a:pt x="995466" y="1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5" name="pg1034"/>
            <p:cNvSpPr/>
            <p:nvPr/>
          </p:nvSpPr>
          <p:spPr>
            <a:xfrm>
              <a:off x="1199187" y="4517262"/>
              <a:ext cx="12049831" cy="670801"/>
            </a:xfrm>
            <a:custGeom>
              <a:avLst/>
              <a:pathLst>
                <a:path w="12049831" h="670801">
                  <a:moveTo>
                    <a:pt x="0" y="5240"/>
                  </a:moveTo>
                  <a:lnTo>
                    <a:pt x="994940" y="5240"/>
                  </a:lnTo>
                  <a:lnTo>
                    <a:pt x="996073" y="5253"/>
                  </a:lnTo>
                  <a:lnTo>
                    <a:pt x="1003549" y="5343"/>
                  </a:lnTo>
                  <a:lnTo>
                    <a:pt x="1022498" y="5592"/>
                  </a:lnTo>
                  <a:lnTo>
                    <a:pt x="1056627" y="6084"/>
                  </a:lnTo>
                  <a:lnTo>
                    <a:pt x="1108007" y="6896"/>
                  </a:lnTo>
                  <a:lnTo>
                    <a:pt x="1176914" y="8096"/>
                  </a:lnTo>
                  <a:lnTo>
                    <a:pt x="1261889" y="9734"/>
                  </a:lnTo>
                  <a:lnTo>
                    <a:pt x="1360058" y="11839"/>
                  </a:lnTo>
                  <a:lnTo>
                    <a:pt x="1467654" y="14424"/>
                  </a:lnTo>
                  <a:lnTo>
                    <a:pt x="1580614" y="17484"/>
                  </a:lnTo>
                  <a:lnTo>
                    <a:pt x="1695105" y="21011"/>
                  </a:lnTo>
                  <a:lnTo>
                    <a:pt x="1807895" y="24996"/>
                  </a:lnTo>
                  <a:lnTo>
                    <a:pt x="1916534" y="29437"/>
                  </a:lnTo>
                  <a:lnTo>
                    <a:pt x="2019380" y="34343"/>
                  </a:lnTo>
                  <a:lnTo>
                    <a:pt x="2115510" y="39735"/>
                  </a:lnTo>
                  <a:lnTo>
                    <a:pt x="2204591" y="45652"/>
                  </a:lnTo>
                  <a:lnTo>
                    <a:pt x="2286731" y="52145"/>
                  </a:lnTo>
                  <a:lnTo>
                    <a:pt x="2362341" y="59280"/>
                  </a:lnTo>
                  <a:lnTo>
                    <a:pt x="2432032" y="67137"/>
                  </a:lnTo>
                  <a:lnTo>
                    <a:pt x="2496527" y="75802"/>
                  </a:lnTo>
                  <a:lnTo>
                    <a:pt x="2556598" y="85367"/>
                  </a:lnTo>
                  <a:lnTo>
                    <a:pt x="2613019" y="95916"/>
                  </a:lnTo>
                  <a:lnTo>
                    <a:pt x="2666526" y="107515"/>
                  </a:lnTo>
                  <a:lnTo>
                    <a:pt x="2702183" y="116167"/>
                  </a:lnTo>
                  <a:lnTo>
                    <a:pt x="2761662" y="132285"/>
                  </a:lnTo>
                  <a:lnTo>
                    <a:pt x="2819327" y="149966"/>
                  </a:lnTo>
                  <a:lnTo>
                    <a:pt x="2875830" y="169234"/>
                  </a:lnTo>
                  <a:lnTo>
                    <a:pt x="2931657" y="190069"/>
                  </a:lnTo>
                  <a:lnTo>
                    <a:pt x="2987156" y="212393"/>
                  </a:lnTo>
                  <a:lnTo>
                    <a:pt x="3042562" y="236075"/>
                  </a:lnTo>
                  <a:lnTo>
                    <a:pt x="3098013" y="260923"/>
                  </a:lnTo>
                  <a:lnTo>
                    <a:pt x="3153568" y="286695"/>
                  </a:lnTo>
                  <a:lnTo>
                    <a:pt x="3209226" y="313101"/>
                  </a:lnTo>
                  <a:lnTo>
                    <a:pt x="3264942" y="339822"/>
                  </a:lnTo>
                  <a:lnTo>
                    <a:pt x="3320655" y="366519"/>
                  </a:lnTo>
                  <a:lnTo>
                    <a:pt x="3376300" y="392858"/>
                  </a:lnTo>
                  <a:lnTo>
                    <a:pt x="3431840" y="418521"/>
                  </a:lnTo>
                  <a:lnTo>
                    <a:pt x="3487280" y="443226"/>
                  </a:lnTo>
                  <a:lnTo>
                    <a:pt x="3542689" y="466734"/>
                  </a:lnTo>
                  <a:lnTo>
                    <a:pt x="3598216" y="488865"/>
                  </a:lnTo>
                  <a:lnTo>
                    <a:pt x="3654111" y="509492"/>
                  </a:lnTo>
                  <a:lnTo>
                    <a:pt x="3710739" y="528547"/>
                  </a:lnTo>
                  <a:lnTo>
                    <a:pt x="3768606" y="546015"/>
                  </a:lnTo>
                  <a:lnTo>
                    <a:pt x="3820202" y="559874"/>
                  </a:lnTo>
                  <a:lnTo>
                    <a:pt x="3872081" y="572215"/>
                  </a:lnTo>
                  <a:lnTo>
                    <a:pt x="3926412" y="583486"/>
                  </a:lnTo>
                  <a:lnTo>
                    <a:pt x="3983877" y="593723"/>
                  </a:lnTo>
                  <a:lnTo>
                    <a:pt x="4045229" y="603001"/>
                  </a:lnTo>
                  <a:lnTo>
                    <a:pt x="4111244" y="611407"/>
                  </a:lnTo>
                  <a:lnTo>
                    <a:pt x="4182687" y="619033"/>
                  </a:lnTo>
                  <a:lnTo>
                    <a:pt x="4260251" y="625963"/>
                  </a:lnTo>
                  <a:lnTo>
                    <a:pt x="4344498" y="632272"/>
                  </a:lnTo>
                  <a:lnTo>
                    <a:pt x="4435758" y="638022"/>
                  </a:lnTo>
                  <a:lnTo>
                    <a:pt x="4534018" y="643261"/>
                  </a:lnTo>
                  <a:lnTo>
                    <a:pt x="4638779" y="648021"/>
                  </a:lnTo>
                  <a:lnTo>
                    <a:pt x="4748910" y="652321"/>
                  </a:lnTo>
                  <a:lnTo>
                    <a:pt x="4862523" y="656166"/>
                  </a:lnTo>
                  <a:lnTo>
                    <a:pt x="4976920" y="659550"/>
                  </a:lnTo>
                  <a:lnTo>
                    <a:pt x="5088655" y="662465"/>
                  </a:lnTo>
                  <a:lnTo>
                    <a:pt x="5193776" y="664901"/>
                  </a:lnTo>
                  <a:lnTo>
                    <a:pt x="5288250" y="666860"/>
                  </a:lnTo>
                  <a:lnTo>
                    <a:pt x="5368522" y="668359"/>
                  </a:lnTo>
                  <a:lnTo>
                    <a:pt x="5432106" y="669434"/>
                  </a:lnTo>
                  <a:lnTo>
                    <a:pt x="5478054" y="670139"/>
                  </a:lnTo>
                  <a:lnTo>
                    <a:pt x="5507203" y="670547"/>
                  </a:lnTo>
                  <a:lnTo>
                    <a:pt x="5522151" y="670739"/>
                  </a:lnTo>
                  <a:lnTo>
                    <a:pt x="5527064" y="670796"/>
                  </a:lnTo>
                  <a:lnTo>
                    <a:pt x="5527445" y="670801"/>
                  </a:lnTo>
                  <a:lnTo>
                    <a:pt x="6522385" y="670801"/>
                  </a:lnTo>
                  <a:lnTo>
                    <a:pt x="6523519" y="670789"/>
                  </a:lnTo>
                  <a:lnTo>
                    <a:pt x="6530999" y="670706"/>
                  </a:lnTo>
                  <a:lnTo>
                    <a:pt x="6549956" y="670476"/>
                  </a:lnTo>
                  <a:lnTo>
                    <a:pt x="6584100" y="670023"/>
                  </a:lnTo>
                  <a:lnTo>
                    <a:pt x="6635501" y="669274"/>
                  </a:lnTo>
                  <a:lnTo>
                    <a:pt x="6704434" y="668168"/>
                  </a:lnTo>
                  <a:lnTo>
                    <a:pt x="6789437" y="666659"/>
                  </a:lnTo>
                  <a:lnTo>
                    <a:pt x="6887635" y="664718"/>
                  </a:lnTo>
                  <a:lnTo>
                    <a:pt x="6995259" y="662337"/>
                  </a:lnTo>
                  <a:lnTo>
                    <a:pt x="7108241" y="659516"/>
                  </a:lnTo>
                  <a:lnTo>
                    <a:pt x="7222750" y="656265"/>
                  </a:lnTo>
                  <a:lnTo>
                    <a:pt x="7335553" y="652593"/>
                  </a:lnTo>
                  <a:lnTo>
                    <a:pt x="7444199" y="648500"/>
                  </a:lnTo>
                  <a:lnTo>
                    <a:pt x="7547047" y="643979"/>
                  </a:lnTo>
                  <a:lnTo>
                    <a:pt x="7643177" y="639009"/>
                  </a:lnTo>
                  <a:lnTo>
                    <a:pt x="7732255" y="633557"/>
                  </a:lnTo>
                  <a:lnTo>
                    <a:pt x="7814389" y="627572"/>
                  </a:lnTo>
                  <a:lnTo>
                    <a:pt x="7889994" y="620996"/>
                  </a:lnTo>
                  <a:lnTo>
                    <a:pt x="7959680" y="613755"/>
                  </a:lnTo>
                  <a:lnTo>
                    <a:pt x="8024170" y="605768"/>
                  </a:lnTo>
                  <a:lnTo>
                    <a:pt x="8084238" y="596952"/>
                  </a:lnTo>
                  <a:lnTo>
                    <a:pt x="8140657" y="587229"/>
                  </a:lnTo>
                  <a:lnTo>
                    <a:pt x="8194163" y="576538"/>
                  </a:lnTo>
                  <a:lnTo>
                    <a:pt x="8229629" y="568608"/>
                  </a:lnTo>
                  <a:lnTo>
                    <a:pt x="8289412" y="553678"/>
                  </a:lnTo>
                  <a:lnTo>
                    <a:pt x="8347367" y="537293"/>
                  </a:lnTo>
                  <a:lnTo>
                    <a:pt x="8404153" y="519430"/>
                  </a:lnTo>
                  <a:lnTo>
                    <a:pt x="8460262" y="500110"/>
                  </a:lnTo>
                  <a:lnTo>
                    <a:pt x="8516047" y="479405"/>
                  </a:lnTo>
                  <a:lnTo>
                    <a:pt x="8571741" y="457441"/>
                  </a:lnTo>
                  <a:lnTo>
                    <a:pt x="8627484" y="434397"/>
                  </a:lnTo>
                  <a:lnTo>
                    <a:pt x="8683334" y="410503"/>
                  </a:lnTo>
                  <a:lnTo>
                    <a:pt x="8739285" y="386030"/>
                  </a:lnTo>
                  <a:lnTo>
                    <a:pt x="8795293" y="361279"/>
                  </a:lnTo>
                  <a:lnTo>
                    <a:pt x="8851294" y="336565"/>
                  </a:lnTo>
                  <a:lnTo>
                    <a:pt x="8907224" y="312204"/>
                  </a:lnTo>
                  <a:lnTo>
                    <a:pt x="8963046" y="288488"/>
                  </a:lnTo>
                  <a:lnTo>
                    <a:pt x="9018770" y="265682"/>
                  </a:lnTo>
                  <a:lnTo>
                    <a:pt x="9074470" y="244003"/>
                  </a:lnTo>
                  <a:lnTo>
                    <a:pt x="9130306" y="223617"/>
                  </a:lnTo>
                  <a:lnTo>
                    <a:pt x="9186540" y="204639"/>
                  </a:lnTo>
                  <a:lnTo>
                    <a:pt x="9243553" y="187127"/>
                  </a:lnTo>
                  <a:lnTo>
                    <a:pt x="9301875" y="171091"/>
                  </a:lnTo>
                  <a:lnTo>
                    <a:pt x="9347647" y="159839"/>
                  </a:lnTo>
                  <a:lnTo>
                    <a:pt x="9399536" y="148467"/>
                  </a:lnTo>
                  <a:lnTo>
                    <a:pt x="9453876" y="138083"/>
                  </a:lnTo>
                  <a:lnTo>
                    <a:pt x="9511351" y="128651"/>
                  </a:lnTo>
                  <a:lnTo>
                    <a:pt x="9572715" y="120102"/>
                  </a:lnTo>
                  <a:lnTo>
                    <a:pt x="9638745" y="112357"/>
                  </a:lnTo>
                  <a:lnTo>
                    <a:pt x="9710203" y="105332"/>
                  </a:lnTo>
                  <a:lnTo>
                    <a:pt x="9787787" y="98947"/>
                  </a:lnTo>
                  <a:lnTo>
                    <a:pt x="9872056" y="93135"/>
                  </a:lnTo>
                  <a:lnTo>
                    <a:pt x="9963340" y="87837"/>
                  </a:lnTo>
                  <a:lnTo>
                    <a:pt x="10061626" y="83011"/>
                  </a:lnTo>
                  <a:lnTo>
                    <a:pt x="10166413" y="78625"/>
                  </a:lnTo>
                  <a:lnTo>
                    <a:pt x="10276570" y="74664"/>
                  </a:lnTo>
                  <a:lnTo>
                    <a:pt x="10390206" y="71122"/>
                  </a:lnTo>
                  <a:lnTo>
                    <a:pt x="10504619" y="68004"/>
                  </a:lnTo>
                  <a:lnTo>
                    <a:pt x="10616361" y="65320"/>
                  </a:lnTo>
                  <a:lnTo>
                    <a:pt x="10721478" y="63076"/>
                  </a:lnTo>
                  <a:lnTo>
                    <a:pt x="10815934" y="61272"/>
                  </a:lnTo>
                  <a:lnTo>
                    <a:pt x="10896175" y="59892"/>
                  </a:lnTo>
                  <a:lnTo>
                    <a:pt x="10959717" y="58904"/>
                  </a:lnTo>
                  <a:lnTo>
                    <a:pt x="11005619" y="58254"/>
                  </a:lnTo>
                  <a:lnTo>
                    <a:pt x="11034721" y="57879"/>
                  </a:lnTo>
                  <a:lnTo>
                    <a:pt x="11049628" y="57703"/>
                  </a:lnTo>
                  <a:lnTo>
                    <a:pt x="11054516" y="57650"/>
                  </a:lnTo>
                  <a:lnTo>
                    <a:pt x="11054891" y="57646"/>
                  </a:lnTo>
                  <a:lnTo>
                    <a:pt x="12049831" y="57646"/>
                  </a:lnTo>
                  <a:lnTo>
                    <a:pt x="12049831" y="52406"/>
                  </a:lnTo>
                  <a:lnTo>
                    <a:pt x="11054891" y="52406"/>
                  </a:lnTo>
                  <a:lnTo>
                    <a:pt x="11053758" y="52418"/>
                  </a:lnTo>
                  <a:lnTo>
                    <a:pt x="11046277" y="52501"/>
                  </a:lnTo>
                  <a:lnTo>
                    <a:pt x="11027320" y="52731"/>
                  </a:lnTo>
                  <a:lnTo>
                    <a:pt x="10993176" y="53184"/>
                  </a:lnTo>
                  <a:lnTo>
                    <a:pt x="10941776" y="53932"/>
                  </a:lnTo>
                  <a:lnTo>
                    <a:pt x="10872843" y="55038"/>
                  </a:lnTo>
                  <a:lnTo>
                    <a:pt x="10787839" y="56548"/>
                  </a:lnTo>
                  <a:lnTo>
                    <a:pt x="10689641" y="58488"/>
                  </a:lnTo>
                  <a:lnTo>
                    <a:pt x="10582018" y="60870"/>
                  </a:lnTo>
                  <a:lnTo>
                    <a:pt x="10469035" y="63690"/>
                  </a:lnTo>
                  <a:lnTo>
                    <a:pt x="10354526" y="66941"/>
                  </a:lnTo>
                  <a:lnTo>
                    <a:pt x="10241724" y="70614"/>
                  </a:lnTo>
                  <a:lnTo>
                    <a:pt x="10133077" y="74707"/>
                  </a:lnTo>
                  <a:lnTo>
                    <a:pt x="10030229" y="79227"/>
                  </a:lnTo>
                  <a:lnTo>
                    <a:pt x="9934100" y="84197"/>
                  </a:lnTo>
                  <a:lnTo>
                    <a:pt x="9845022" y="89650"/>
                  </a:lnTo>
                  <a:lnTo>
                    <a:pt x="9762887" y="95634"/>
                  </a:lnTo>
                  <a:lnTo>
                    <a:pt x="9687282" y="102211"/>
                  </a:lnTo>
                  <a:lnTo>
                    <a:pt x="9617596" y="109452"/>
                  </a:lnTo>
                  <a:lnTo>
                    <a:pt x="9553106" y="117439"/>
                  </a:lnTo>
                  <a:lnTo>
                    <a:pt x="9493038" y="126254"/>
                  </a:lnTo>
                  <a:lnTo>
                    <a:pt x="9436619" y="135978"/>
                  </a:lnTo>
                  <a:lnTo>
                    <a:pt x="9383113" y="146668"/>
                  </a:lnTo>
                  <a:lnTo>
                    <a:pt x="9347647" y="154598"/>
                  </a:lnTo>
                  <a:lnTo>
                    <a:pt x="9287864" y="169528"/>
                  </a:lnTo>
                  <a:lnTo>
                    <a:pt x="9229910" y="185913"/>
                  </a:lnTo>
                  <a:lnTo>
                    <a:pt x="9173123" y="203776"/>
                  </a:lnTo>
                  <a:lnTo>
                    <a:pt x="9117014" y="223096"/>
                  </a:lnTo>
                  <a:lnTo>
                    <a:pt x="9061230" y="243801"/>
                  </a:lnTo>
                  <a:lnTo>
                    <a:pt x="9005535" y="265766"/>
                  </a:lnTo>
                  <a:lnTo>
                    <a:pt x="8949792" y="288810"/>
                  </a:lnTo>
                  <a:lnTo>
                    <a:pt x="8893943" y="312704"/>
                  </a:lnTo>
                  <a:lnTo>
                    <a:pt x="8837992" y="337177"/>
                  </a:lnTo>
                  <a:lnTo>
                    <a:pt x="8781983" y="361928"/>
                  </a:lnTo>
                  <a:lnTo>
                    <a:pt x="8725983" y="386641"/>
                  </a:lnTo>
                  <a:lnTo>
                    <a:pt x="8670053" y="411003"/>
                  </a:lnTo>
                  <a:lnTo>
                    <a:pt x="8614230" y="434718"/>
                  </a:lnTo>
                  <a:lnTo>
                    <a:pt x="8558507" y="457525"/>
                  </a:lnTo>
                  <a:lnTo>
                    <a:pt x="8502807" y="479204"/>
                  </a:lnTo>
                  <a:lnTo>
                    <a:pt x="8446970" y="499589"/>
                  </a:lnTo>
                  <a:lnTo>
                    <a:pt x="8390737" y="518568"/>
                  </a:lnTo>
                  <a:lnTo>
                    <a:pt x="8333723" y="536080"/>
                  </a:lnTo>
                  <a:lnTo>
                    <a:pt x="8275401" y="552115"/>
                  </a:lnTo>
                  <a:lnTo>
                    <a:pt x="8229629" y="563368"/>
                  </a:lnTo>
                  <a:lnTo>
                    <a:pt x="8177741" y="574739"/>
                  </a:lnTo>
                  <a:lnTo>
                    <a:pt x="8123401" y="585123"/>
                  </a:lnTo>
                  <a:lnTo>
                    <a:pt x="8065925" y="594556"/>
                  </a:lnTo>
                  <a:lnTo>
                    <a:pt x="8004562" y="603104"/>
                  </a:lnTo>
                  <a:lnTo>
                    <a:pt x="7938532" y="610849"/>
                  </a:lnTo>
                  <a:lnTo>
                    <a:pt x="7867073" y="617875"/>
                  </a:lnTo>
                  <a:lnTo>
                    <a:pt x="7789489" y="624259"/>
                  </a:lnTo>
                  <a:lnTo>
                    <a:pt x="7705221" y="630072"/>
                  </a:lnTo>
                  <a:lnTo>
                    <a:pt x="7613937" y="635369"/>
                  </a:lnTo>
                  <a:lnTo>
                    <a:pt x="7515651" y="640196"/>
                  </a:lnTo>
                  <a:lnTo>
                    <a:pt x="7410863" y="644582"/>
                  </a:lnTo>
                  <a:lnTo>
                    <a:pt x="7300707" y="648543"/>
                  </a:lnTo>
                  <a:lnTo>
                    <a:pt x="7187071" y="652085"/>
                  </a:lnTo>
                  <a:lnTo>
                    <a:pt x="7072658" y="655202"/>
                  </a:lnTo>
                  <a:lnTo>
                    <a:pt x="6960916" y="657886"/>
                  </a:lnTo>
                  <a:lnTo>
                    <a:pt x="6855799" y="660130"/>
                  </a:lnTo>
                  <a:lnTo>
                    <a:pt x="6761343" y="661934"/>
                  </a:lnTo>
                  <a:lnTo>
                    <a:pt x="6681102" y="663314"/>
                  </a:lnTo>
                  <a:lnTo>
                    <a:pt x="6617560" y="664303"/>
                  </a:lnTo>
                  <a:lnTo>
                    <a:pt x="6571658" y="664952"/>
                  </a:lnTo>
                  <a:lnTo>
                    <a:pt x="6542556" y="665327"/>
                  </a:lnTo>
                  <a:lnTo>
                    <a:pt x="6527648" y="665503"/>
                  </a:lnTo>
                  <a:lnTo>
                    <a:pt x="6522761" y="665556"/>
                  </a:lnTo>
                  <a:lnTo>
                    <a:pt x="6522385" y="665560"/>
                  </a:lnTo>
                  <a:lnTo>
                    <a:pt x="5527445" y="665560"/>
                  </a:lnTo>
                  <a:lnTo>
                    <a:pt x="5526312" y="665547"/>
                  </a:lnTo>
                  <a:lnTo>
                    <a:pt x="5518836" y="665457"/>
                  </a:lnTo>
                  <a:lnTo>
                    <a:pt x="5499887" y="665208"/>
                  </a:lnTo>
                  <a:lnTo>
                    <a:pt x="5465758" y="664716"/>
                  </a:lnTo>
                  <a:lnTo>
                    <a:pt x="5414378" y="663904"/>
                  </a:lnTo>
                  <a:lnTo>
                    <a:pt x="5345471" y="662704"/>
                  </a:lnTo>
                  <a:lnTo>
                    <a:pt x="5260496" y="661066"/>
                  </a:lnTo>
                  <a:lnTo>
                    <a:pt x="5162327" y="658961"/>
                  </a:lnTo>
                  <a:lnTo>
                    <a:pt x="5054731" y="656377"/>
                  </a:lnTo>
                  <a:lnTo>
                    <a:pt x="4941771" y="653316"/>
                  </a:lnTo>
                  <a:lnTo>
                    <a:pt x="4827280" y="649789"/>
                  </a:lnTo>
                  <a:lnTo>
                    <a:pt x="4714490" y="645804"/>
                  </a:lnTo>
                  <a:lnTo>
                    <a:pt x="4605851" y="641363"/>
                  </a:lnTo>
                  <a:lnTo>
                    <a:pt x="4503005" y="636457"/>
                  </a:lnTo>
                  <a:lnTo>
                    <a:pt x="4406875" y="631065"/>
                  </a:lnTo>
                  <a:lnTo>
                    <a:pt x="4317794" y="625149"/>
                  </a:lnTo>
                  <a:lnTo>
                    <a:pt x="4235654" y="618656"/>
                  </a:lnTo>
                  <a:lnTo>
                    <a:pt x="4160044" y="611520"/>
                  </a:lnTo>
                  <a:lnTo>
                    <a:pt x="4090353" y="603663"/>
                  </a:lnTo>
                  <a:lnTo>
                    <a:pt x="4025858" y="594998"/>
                  </a:lnTo>
                  <a:lnTo>
                    <a:pt x="3965787" y="585433"/>
                  </a:lnTo>
                  <a:lnTo>
                    <a:pt x="3909366" y="574884"/>
                  </a:lnTo>
                  <a:lnTo>
                    <a:pt x="3855859" y="563285"/>
                  </a:lnTo>
                  <a:lnTo>
                    <a:pt x="3820202" y="554633"/>
                  </a:lnTo>
                  <a:lnTo>
                    <a:pt x="3760723" y="538515"/>
                  </a:lnTo>
                  <a:lnTo>
                    <a:pt x="3703058" y="520835"/>
                  </a:lnTo>
                  <a:lnTo>
                    <a:pt x="3646555" y="501566"/>
                  </a:lnTo>
                  <a:lnTo>
                    <a:pt x="3590728" y="480731"/>
                  </a:lnTo>
                  <a:lnTo>
                    <a:pt x="3535229" y="458407"/>
                  </a:lnTo>
                  <a:lnTo>
                    <a:pt x="3479823" y="434725"/>
                  </a:lnTo>
                  <a:lnTo>
                    <a:pt x="3424372" y="409877"/>
                  </a:lnTo>
                  <a:lnTo>
                    <a:pt x="3368817" y="384105"/>
                  </a:lnTo>
                  <a:lnTo>
                    <a:pt x="3313159" y="357699"/>
                  </a:lnTo>
                  <a:lnTo>
                    <a:pt x="3257443" y="330979"/>
                  </a:lnTo>
                  <a:lnTo>
                    <a:pt x="3201730" y="304281"/>
                  </a:lnTo>
                  <a:lnTo>
                    <a:pt x="3146085" y="277942"/>
                  </a:lnTo>
                  <a:lnTo>
                    <a:pt x="3090545" y="252279"/>
                  </a:lnTo>
                  <a:lnTo>
                    <a:pt x="3035105" y="227575"/>
                  </a:lnTo>
                  <a:lnTo>
                    <a:pt x="2979696" y="204066"/>
                  </a:lnTo>
                  <a:lnTo>
                    <a:pt x="2924169" y="181935"/>
                  </a:lnTo>
                  <a:lnTo>
                    <a:pt x="2868274" y="161308"/>
                  </a:lnTo>
                  <a:lnTo>
                    <a:pt x="2811646" y="142253"/>
                  </a:lnTo>
                  <a:lnTo>
                    <a:pt x="2753779" y="124785"/>
                  </a:lnTo>
                  <a:lnTo>
                    <a:pt x="2702183" y="110926"/>
                  </a:lnTo>
                  <a:lnTo>
                    <a:pt x="2650304" y="98585"/>
                  </a:lnTo>
                  <a:lnTo>
                    <a:pt x="2595973" y="87314"/>
                  </a:lnTo>
                  <a:lnTo>
                    <a:pt x="2538508" y="77077"/>
                  </a:lnTo>
                  <a:lnTo>
                    <a:pt x="2477156" y="67799"/>
                  </a:lnTo>
                  <a:lnTo>
                    <a:pt x="2411141" y="59393"/>
                  </a:lnTo>
                  <a:lnTo>
                    <a:pt x="2339698" y="51767"/>
                  </a:lnTo>
                  <a:lnTo>
                    <a:pt x="2262134" y="44838"/>
                  </a:lnTo>
                  <a:lnTo>
                    <a:pt x="2177887" y="38529"/>
                  </a:lnTo>
                  <a:lnTo>
                    <a:pt x="2086627" y="32779"/>
                  </a:lnTo>
                  <a:lnTo>
                    <a:pt x="1988367" y="27540"/>
                  </a:lnTo>
                  <a:lnTo>
                    <a:pt x="1883606" y="22779"/>
                  </a:lnTo>
                  <a:lnTo>
                    <a:pt x="1773475" y="18479"/>
                  </a:lnTo>
                  <a:lnTo>
                    <a:pt x="1659862" y="14634"/>
                  </a:lnTo>
                  <a:lnTo>
                    <a:pt x="1545465" y="11250"/>
                  </a:lnTo>
                  <a:lnTo>
                    <a:pt x="1433730" y="8335"/>
                  </a:lnTo>
                  <a:lnTo>
                    <a:pt x="1328609" y="5899"/>
                  </a:lnTo>
                  <a:lnTo>
                    <a:pt x="1234135" y="3940"/>
                  </a:lnTo>
                  <a:lnTo>
                    <a:pt x="1153863" y="2441"/>
                  </a:lnTo>
                  <a:lnTo>
                    <a:pt x="1090279" y="1367"/>
                  </a:lnTo>
                  <a:lnTo>
                    <a:pt x="1044331" y="661"/>
                  </a:lnTo>
                  <a:lnTo>
                    <a:pt x="1015182" y="253"/>
                  </a:lnTo>
                  <a:lnTo>
                    <a:pt x="1000234" y="62"/>
                  </a:lnTo>
                  <a:lnTo>
                    <a:pt x="995321" y="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36" name="pl1035"/>
            <p:cNvSpPr/>
            <p:nvPr/>
          </p:nvSpPr>
          <p:spPr>
            <a:xfrm>
              <a:off x="1199187" y="4522502"/>
              <a:ext cx="12049831" cy="665560"/>
            </a:xfrm>
            <a:custGeom>
              <a:avLst/>
              <a:pathLst>
                <a:path w="12049831" h="665560">
                  <a:moveTo>
                    <a:pt x="0" y="0"/>
                  </a:moveTo>
                  <a:lnTo>
                    <a:pt x="994940" y="0"/>
                  </a:lnTo>
                  <a:lnTo>
                    <a:pt x="996073" y="12"/>
                  </a:lnTo>
                  <a:lnTo>
                    <a:pt x="1003549" y="102"/>
                  </a:lnTo>
                  <a:lnTo>
                    <a:pt x="1022498" y="352"/>
                  </a:lnTo>
                  <a:lnTo>
                    <a:pt x="1056627" y="843"/>
                  </a:lnTo>
                  <a:lnTo>
                    <a:pt x="1108007" y="1655"/>
                  </a:lnTo>
                  <a:lnTo>
                    <a:pt x="1176914" y="2856"/>
                  </a:lnTo>
                  <a:lnTo>
                    <a:pt x="1261889" y="4493"/>
                  </a:lnTo>
                  <a:lnTo>
                    <a:pt x="1360058" y="6599"/>
                  </a:lnTo>
                  <a:lnTo>
                    <a:pt x="1467654" y="9183"/>
                  </a:lnTo>
                  <a:lnTo>
                    <a:pt x="1580614" y="12243"/>
                  </a:lnTo>
                  <a:lnTo>
                    <a:pt x="1695105" y="15771"/>
                  </a:lnTo>
                  <a:lnTo>
                    <a:pt x="1807895" y="19756"/>
                  </a:lnTo>
                  <a:lnTo>
                    <a:pt x="1916534" y="24197"/>
                  </a:lnTo>
                  <a:lnTo>
                    <a:pt x="2019380" y="29102"/>
                  </a:lnTo>
                  <a:lnTo>
                    <a:pt x="2115510" y="34494"/>
                  </a:lnTo>
                  <a:lnTo>
                    <a:pt x="2204591" y="40411"/>
                  </a:lnTo>
                  <a:lnTo>
                    <a:pt x="2286731" y="46904"/>
                  </a:lnTo>
                  <a:lnTo>
                    <a:pt x="2362341" y="54040"/>
                  </a:lnTo>
                  <a:lnTo>
                    <a:pt x="2432032" y="61896"/>
                  </a:lnTo>
                  <a:lnTo>
                    <a:pt x="2496527" y="70562"/>
                  </a:lnTo>
                  <a:lnTo>
                    <a:pt x="2556598" y="80126"/>
                  </a:lnTo>
                  <a:lnTo>
                    <a:pt x="2613019" y="90675"/>
                  </a:lnTo>
                  <a:lnTo>
                    <a:pt x="2666526" y="102274"/>
                  </a:lnTo>
                  <a:lnTo>
                    <a:pt x="2702183" y="110926"/>
                  </a:lnTo>
                  <a:lnTo>
                    <a:pt x="2761662" y="127044"/>
                  </a:lnTo>
                  <a:lnTo>
                    <a:pt x="2819327" y="144725"/>
                  </a:lnTo>
                  <a:lnTo>
                    <a:pt x="2875830" y="163994"/>
                  </a:lnTo>
                  <a:lnTo>
                    <a:pt x="2931657" y="184828"/>
                  </a:lnTo>
                  <a:lnTo>
                    <a:pt x="2987156" y="207153"/>
                  </a:lnTo>
                  <a:lnTo>
                    <a:pt x="3042562" y="230834"/>
                  </a:lnTo>
                  <a:lnTo>
                    <a:pt x="3098013" y="255683"/>
                  </a:lnTo>
                  <a:lnTo>
                    <a:pt x="3153568" y="281454"/>
                  </a:lnTo>
                  <a:lnTo>
                    <a:pt x="3209226" y="307861"/>
                  </a:lnTo>
                  <a:lnTo>
                    <a:pt x="3264942" y="334581"/>
                  </a:lnTo>
                  <a:lnTo>
                    <a:pt x="3320655" y="361278"/>
                  </a:lnTo>
                  <a:lnTo>
                    <a:pt x="3376300" y="387617"/>
                  </a:lnTo>
                  <a:lnTo>
                    <a:pt x="3431840" y="413281"/>
                  </a:lnTo>
                  <a:lnTo>
                    <a:pt x="3487280" y="437985"/>
                  </a:lnTo>
                  <a:lnTo>
                    <a:pt x="3542689" y="461494"/>
                  </a:lnTo>
                  <a:lnTo>
                    <a:pt x="3598216" y="483624"/>
                  </a:lnTo>
                  <a:lnTo>
                    <a:pt x="3654111" y="504251"/>
                  </a:lnTo>
                  <a:lnTo>
                    <a:pt x="3710739" y="523307"/>
                  </a:lnTo>
                  <a:lnTo>
                    <a:pt x="3768606" y="540774"/>
                  </a:lnTo>
                  <a:lnTo>
                    <a:pt x="3820202" y="554633"/>
                  </a:lnTo>
                  <a:lnTo>
                    <a:pt x="3872081" y="566975"/>
                  </a:lnTo>
                  <a:lnTo>
                    <a:pt x="3926412" y="578245"/>
                  </a:lnTo>
                  <a:lnTo>
                    <a:pt x="3983877" y="588483"/>
                  </a:lnTo>
                  <a:lnTo>
                    <a:pt x="4045229" y="597760"/>
                  </a:lnTo>
                  <a:lnTo>
                    <a:pt x="4111244" y="606167"/>
                  </a:lnTo>
                  <a:lnTo>
                    <a:pt x="4182687" y="613792"/>
                  </a:lnTo>
                  <a:lnTo>
                    <a:pt x="4260251" y="620722"/>
                  </a:lnTo>
                  <a:lnTo>
                    <a:pt x="4344498" y="627031"/>
                  </a:lnTo>
                  <a:lnTo>
                    <a:pt x="4435758" y="632781"/>
                  </a:lnTo>
                  <a:lnTo>
                    <a:pt x="4534018" y="638020"/>
                  </a:lnTo>
                  <a:lnTo>
                    <a:pt x="4638779" y="642781"/>
                  </a:lnTo>
                  <a:lnTo>
                    <a:pt x="4748910" y="647081"/>
                  </a:lnTo>
                  <a:lnTo>
                    <a:pt x="4862523" y="650925"/>
                  </a:lnTo>
                  <a:lnTo>
                    <a:pt x="4976920" y="654310"/>
                  </a:lnTo>
                  <a:lnTo>
                    <a:pt x="5088655" y="657224"/>
                  </a:lnTo>
                  <a:lnTo>
                    <a:pt x="5193776" y="659660"/>
                  </a:lnTo>
                  <a:lnTo>
                    <a:pt x="5288250" y="661620"/>
                  </a:lnTo>
                  <a:lnTo>
                    <a:pt x="5368522" y="663119"/>
                  </a:lnTo>
                  <a:lnTo>
                    <a:pt x="5432106" y="664193"/>
                  </a:lnTo>
                  <a:lnTo>
                    <a:pt x="5478054" y="664898"/>
                  </a:lnTo>
                  <a:lnTo>
                    <a:pt x="5507203" y="665307"/>
                  </a:lnTo>
                  <a:lnTo>
                    <a:pt x="5522151" y="665498"/>
                  </a:lnTo>
                  <a:lnTo>
                    <a:pt x="5527064" y="665556"/>
                  </a:lnTo>
                  <a:lnTo>
                    <a:pt x="5527445" y="665560"/>
                  </a:lnTo>
                  <a:lnTo>
                    <a:pt x="6522385" y="665560"/>
                  </a:lnTo>
                  <a:lnTo>
                    <a:pt x="6523519" y="665548"/>
                  </a:lnTo>
                  <a:lnTo>
                    <a:pt x="6530999" y="665465"/>
                  </a:lnTo>
                  <a:lnTo>
                    <a:pt x="6549956" y="665235"/>
                  </a:lnTo>
                  <a:lnTo>
                    <a:pt x="6584100" y="664782"/>
                  </a:lnTo>
                  <a:lnTo>
                    <a:pt x="6635501" y="664034"/>
                  </a:lnTo>
                  <a:lnTo>
                    <a:pt x="6704434" y="662928"/>
                  </a:lnTo>
                  <a:lnTo>
                    <a:pt x="6789437" y="661418"/>
                  </a:lnTo>
                  <a:lnTo>
                    <a:pt x="6887635" y="659478"/>
                  </a:lnTo>
                  <a:lnTo>
                    <a:pt x="6995259" y="657096"/>
                  </a:lnTo>
                  <a:lnTo>
                    <a:pt x="7108241" y="654275"/>
                  </a:lnTo>
                  <a:lnTo>
                    <a:pt x="7222750" y="651025"/>
                  </a:lnTo>
                  <a:lnTo>
                    <a:pt x="7335553" y="647352"/>
                  </a:lnTo>
                  <a:lnTo>
                    <a:pt x="7444199" y="643259"/>
                  </a:lnTo>
                  <a:lnTo>
                    <a:pt x="7547047" y="638738"/>
                  </a:lnTo>
                  <a:lnTo>
                    <a:pt x="7643177" y="633769"/>
                  </a:lnTo>
                  <a:lnTo>
                    <a:pt x="7732255" y="628316"/>
                  </a:lnTo>
                  <a:lnTo>
                    <a:pt x="7814389" y="622332"/>
                  </a:lnTo>
                  <a:lnTo>
                    <a:pt x="7889994" y="615755"/>
                  </a:lnTo>
                  <a:lnTo>
                    <a:pt x="7959680" y="608514"/>
                  </a:lnTo>
                  <a:lnTo>
                    <a:pt x="8024170" y="600527"/>
                  </a:lnTo>
                  <a:lnTo>
                    <a:pt x="8084238" y="591712"/>
                  </a:lnTo>
                  <a:lnTo>
                    <a:pt x="8140657" y="581988"/>
                  </a:lnTo>
                  <a:lnTo>
                    <a:pt x="8194163" y="571298"/>
                  </a:lnTo>
                  <a:lnTo>
                    <a:pt x="8229629" y="563368"/>
                  </a:lnTo>
                  <a:lnTo>
                    <a:pt x="8289412" y="548438"/>
                  </a:lnTo>
                  <a:lnTo>
                    <a:pt x="8347367" y="532053"/>
                  </a:lnTo>
                  <a:lnTo>
                    <a:pt x="8404153" y="514190"/>
                  </a:lnTo>
                  <a:lnTo>
                    <a:pt x="8460262" y="494870"/>
                  </a:lnTo>
                  <a:lnTo>
                    <a:pt x="8516047" y="474164"/>
                  </a:lnTo>
                  <a:lnTo>
                    <a:pt x="8571741" y="452200"/>
                  </a:lnTo>
                  <a:lnTo>
                    <a:pt x="8627484" y="429156"/>
                  </a:lnTo>
                  <a:lnTo>
                    <a:pt x="8683334" y="405262"/>
                  </a:lnTo>
                  <a:lnTo>
                    <a:pt x="8739285" y="380789"/>
                  </a:lnTo>
                  <a:lnTo>
                    <a:pt x="8795293" y="356038"/>
                  </a:lnTo>
                  <a:lnTo>
                    <a:pt x="8851294" y="331325"/>
                  </a:lnTo>
                  <a:lnTo>
                    <a:pt x="8907224" y="306963"/>
                  </a:lnTo>
                  <a:lnTo>
                    <a:pt x="8963046" y="283248"/>
                  </a:lnTo>
                  <a:lnTo>
                    <a:pt x="9018770" y="260441"/>
                  </a:lnTo>
                  <a:lnTo>
                    <a:pt x="9074470" y="238762"/>
                  </a:lnTo>
                  <a:lnTo>
                    <a:pt x="9130306" y="218377"/>
                  </a:lnTo>
                  <a:lnTo>
                    <a:pt x="9186540" y="199398"/>
                  </a:lnTo>
                  <a:lnTo>
                    <a:pt x="9243553" y="181886"/>
                  </a:lnTo>
                  <a:lnTo>
                    <a:pt x="9301875" y="165851"/>
                  </a:lnTo>
                  <a:lnTo>
                    <a:pt x="9347647" y="154598"/>
                  </a:lnTo>
                  <a:lnTo>
                    <a:pt x="9399536" y="143227"/>
                  </a:lnTo>
                  <a:lnTo>
                    <a:pt x="9453876" y="132842"/>
                  </a:lnTo>
                  <a:lnTo>
                    <a:pt x="9511351" y="123410"/>
                  </a:lnTo>
                  <a:lnTo>
                    <a:pt x="9572715" y="114862"/>
                  </a:lnTo>
                  <a:lnTo>
                    <a:pt x="9638745" y="107117"/>
                  </a:lnTo>
                  <a:lnTo>
                    <a:pt x="9710203" y="100091"/>
                  </a:lnTo>
                  <a:lnTo>
                    <a:pt x="9787787" y="93707"/>
                  </a:lnTo>
                  <a:lnTo>
                    <a:pt x="9872056" y="87894"/>
                  </a:lnTo>
                  <a:lnTo>
                    <a:pt x="9963340" y="82597"/>
                  </a:lnTo>
                  <a:lnTo>
                    <a:pt x="10061626" y="77770"/>
                  </a:lnTo>
                  <a:lnTo>
                    <a:pt x="10166413" y="73384"/>
                  </a:lnTo>
                  <a:lnTo>
                    <a:pt x="10276570" y="69423"/>
                  </a:lnTo>
                  <a:lnTo>
                    <a:pt x="10390206" y="65881"/>
                  </a:lnTo>
                  <a:lnTo>
                    <a:pt x="10504619" y="62764"/>
                  </a:lnTo>
                  <a:lnTo>
                    <a:pt x="10616361" y="60079"/>
                  </a:lnTo>
                  <a:lnTo>
                    <a:pt x="10721478" y="57836"/>
                  </a:lnTo>
                  <a:lnTo>
                    <a:pt x="10815934" y="56032"/>
                  </a:lnTo>
                  <a:lnTo>
                    <a:pt x="10896175" y="54652"/>
                  </a:lnTo>
                  <a:lnTo>
                    <a:pt x="10959717" y="53663"/>
                  </a:lnTo>
                  <a:lnTo>
                    <a:pt x="11005619" y="53014"/>
                  </a:lnTo>
                  <a:lnTo>
                    <a:pt x="11034721" y="52638"/>
                  </a:lnTo>
                  <a:lnTo>
                    <a:pt x="11049628" y="52463"/>
                  </a:lnTo>
                  <a:lnTo>
                    <a:pt x="11054516" y="52410"/>
                  </a:lnTo>
                  <a:lnTo>
                    <a:pt x="11054891" y="52406"/>
                  </a:lnTo>
                  <a:lnTo>
                    <a:pt x="12049831" y="52406"/>
                  </a:lnTo>
                  <a:lnTo>
                    <a:pt x="12049831" y="524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7" name="pl1036"/>
            <p:cNvSpPr/>
            <p:nvPr/>
          </p:nvSpPr>
          <p:spPr>
            <a:xfrm>
              <a:off x="1199187" y="4517262"/>
              <a:ext cx="12049831" cy="665560"/>
            </a:xfrm>
            <a:custGeom>
              <a:avLst/>
              <a:pathLst>
                <a:path w="12049831" h="665560">
                  <a:moveTo>
                    <a:pt x="12049831" y="52406"/>
                  </a:moveTo>
                  <a:lnTo>
                    <a:pt x="11054891" y="52406"/>
                  </a:lnTo>
                  <a:lnTo>
                    <a:pt x="11053758" y="52418"/>
                  </a:lnTo>
                  <a:lnTo>
                    <a:pt x="11046277" y="52501"/>
                  </a:lnTo>
                  <a:lnTo>
                    <a:pt x="11027320" y="52731"/>
                  </a:lnTo>
                  <a:lnTo>
                    <a:pt x="10993176" y="53184"/>
                  </a:lnTo>
                  <a:lnTo>
                    <a:pt x="10941776" y="53932"/>
                  </a:lnTo>
                  <a:lnTo>
                    <a:pt x="10872843" y="55038"/>
                  </a:lnTo>
                  <a:lnTo>
                    <a:pt x="10787839" y="56548"/>
                  </a:lnTo>
                  <a:lnTo>
                    <a:pt x="10689641" y="58488"/>
                  </a:lnTo>
                  <a:lnTo>
                    <a:pt x="10582018" y="60870"/>
                  </a:lnTo>
                  <a:lnTo>
                    <a:pt x="10469035" y="63690"/>
                  </a:lnTo>
                  <a:lnTo>
                    <a:pt x="10354526" y="66941"/>
                  </a:lnTo>
                  <a:lnTo>
                    <a:pt x="10241724" y="70614"/>
                  </a:lnTo>
                  <a:lnTo>
                    <a:pt x="10133077" y="74707"/>
                  </a:lnTo>
                  <a:lnTo>
                    <a:pt x="10030229" y="79227"/>
                  </a:lnTo>
                  <a:lnTo>
                    <a:pt x="9934100" y="84197"/>
                  </a:lnTo>
                  <a:lnTo>
                    <a:pt x="9845022" y="89650"/>
                  </a:lnTo>
                  <a:lnTo>
                    <a:pt x="9762887" y="95634"/>
                  </a:lnTo>
                  <a:lnTo>
                    <a:pt x="9687282" y="102211"/>
                  </a:lnTo>
                  <a:lnTo>
                    <a:pt x="9617596" y="109452"/>
                  </a:lnTo>
                  <a:lnTo>
                    <a:pt x="9553106" y="117439"/>
                  </a:lnTo>
                  <a:lnTo>
                    <a:pt x="9493038" y="126254"/>
                  </a:lnTo>
                  <a:lnTo>
                    <a:pt x="9436619" y="135978"/>
                  </a:lnTo>
                  <a:lnTo>
                    <a:pt x="9383113" y="146668"/>
                  </a:lnTo>
                  <a:lnTo>
                    <a:pt x="9347647" y="154598"/>
                  </a:lnTo>
                  <a:lnTo>
                    <a:pt x="9287864" y="169528"/>
                  </a:lnTo>
                  <a:lnTo>
                    <a:pt x="9229910" y="185913"/>
                  </a:lnTo>
                  <a:lnTo>
                    <a:pt x="9173123" y="203776"/>
                  </a:lnTo>
                  <a:lnTo>
                    <a:pt x="9117014" y="223096"/>
                  </a:lnTo>
                  <a:lnTo>
                    <a:pt x="9061230" y="243801"/>
                  </a:lnTo>
                  <a:lnTo>
                    <a:pt x="9005535" y="265766"/>
                  </a:lnTo>
                  <a:lnTo>
                    <a:pt x="8949792" y="288810"/>
                  </a:lnTo>
                  <a:lnTo>
                    <a:pt x="8893943" y="312704"/>
                  </a:lnTo>
                  <a:lnTo>
                    <a:pt x="8837992" y="337177"/>
                  </a:lnTo>
                  <a:lnTo>
                    <a:pt x="8781983" y="361928"/>
                  </a:lnTo>
                  <a:lnTo>
                    <a:pt x="8725983" y="386641"/>
                  </a:lnTo>
                  <a:lnTo>
                    <a:pt x="8670053" y="411003"/>
                  </a:lnTo>
                  <a:lnTo>
                    <a:pt x="8614230" y="434718"/>
                  </a:lnTo>
                  <a:lnTo>
                    <a:pt x="8558507" y="457525"/>
                  </a:lnTo>
                  <a:lnTo>
                    <a:pt x="8502807" y="479204"/>
                  </a:lnTo>
                  <a:lnTo>
                    <a:pt x="8446970" y="499589"/>
                  </a:lnTo>
                  <a:lnTo>
                    <a:pt x="8390737" y="518568"/>
                  </a:lnTo>
                  <a:lnTo>
                    <a:pt x="8333723" y="536080"/>
                  </a:lnTo>
                  <a:lnTo>
                    <a:pt x="8275401" y="552115"/>
                  </a:lnTo>
                  <a:lnTo>
                    <a:pt x="8229629" y="563368"/>
                  </a:lnTo>
                  <a:lnTo>
                    <a:pt x="8177741" y="574739"/>
                  </a:lnTo>
                  <a:lnTo>
                    <a:pt x="8123401" y="585123"/>
                  </a:lnTo>
                  <a:lnTo>
                    <a:pt x="8065925" y="594556"/>
                  </a:lnTo>
                  <a:lnTo>
                    <a:pt x="8004562" y="603104"/>
                  </a:lnTo>
                  <a:lnTo>
                    <a:pt x="7938532" y="610849"/>
                  </a:lnTo>
                  <a:lnTo>
                    <a:pt x="7867073" y="617875"/>
                  </a:lnTo>
                  <a:lnTo>
                    <a:pt x="7789489" y="624259"/>
                  </a:lnTo>
                  <a:lnTo>
                    <a:pt x="7705221" y="630072"/>
                  </a:lnTo>
                  <a:lnTo>
                    <a:pt x="7613937" y="635369"/>
                  </a:lnTo>
                  <a:lnTo>
                    <a:pt x="7515651" y="640196"/>
                  </a:lnTo>
                  <a:lnTo>
                    <a:pt x="7410863" y="644582"/>
                  </a:lnTo>
                  <a:lnTo>
                    <a:pt x="7300707" y="648543"/>
                  </a:lnTo>
                  <a:lnTo>
                    <a:pt x="7187071" y="652085"/>
                  </a:lnTo>
                  <a:lnTo>
                    <a:pt x="7072658" y="655202"/>
                  </a:lnTo>
                  <a:lnTo>
                    <a:pt x="6960916" y="657886"/>
                  </a:lnTo>
                  <a:lnTo>
                    <a:pt x="6855799" y="660130"/>
                  </a:lnTo>
                  <a:lnTo>
                    <a:pt x="6761343" y="661934"/>
                  </a:lnTo>
                  <a:lnTo>
                    <a:pt x="6681102" y="663314"/>
                  </a:lnTo>
                  <a:lnTo>
                    <a:pt x="6617560" y="664303"/>
                  </a:lnTo>
                  <a:lnTo>
                    <a:pt x="6571658" y="664952"/>
                  </a:lnTo>
                  <a:lnTo>
                    <a:pt x="6542556" y="665327"/>
                  </a:lnTo>
                  <a:lnTo>
                    <a:pt x="6527648" y="665503"/>
                  </a:lnTo>
                  <a:lnTo>
                    <a:pt x="6522761" y="665556"/>
                  </a:lnTo>
                  <a:lnTo>
                    <a:pt x="6522385" y="665560"/>
                  </a:lnTo>
                  <a:lnTo>
                    <a:pt x="5527445" y="665560"/>
                  </a:lnTo>
                  <a:lnTo>
                    <a:pt x="5526312" y="665547"/>
                  </a:lnTo>
                  <a:lnTo>
                    <a:pt x="5518836" y="665457"/>
                  </a:lnTo>
                  <a:lnTo>
                    <a:pt x="5499887" y="665208"/>
                  </a:lnTo>
                  <a:lnTo>
                    <a:pt x="5465758" y="664716"/>
                  </a:lnTo>
                  <a:lnTo>
                    <a:pt x="5414378" y="663904"/>
                  </a:lnTo>
                  <a:lnTo>
                    <a:pt x="5345471" y="662704"/>
                  </a:lnTo>
                  <a:lnTo>
                    <a:pt x="5260496" y="661066"/>
                  </a:lnTo>
                  <a:lnTo>
                    <a:pt x="5162327" y="658961"/>
                  </a:lnTo>
                  <a:lnTo>
                    <a:pt x="5054731" y="656377"/>
                  </a:lnTo>
                  <a:lnTo>
                    <a:pt x="4941771" y="653316"/>
                  </a:lnTo>
                  <a:lnTo>
                    <a:pt x="4827280" y="649789"/>
                  </a:lnTo>
                  <a:lnTo>
                    <a:pt x="4714490" y="645804"/>
                  </a:lnTo>
                  <a:lnTo>
                    <a:pt x="4605851" y="641363"/>
                  </a:lnTo>
                  <a:lnTo>
                    <a:pt x="4503005" y="636457"/>
                  </a:lnTo>
                  <a:lnTo>
                    <a:pt x="4406875" y="631065"/>
                  </a:lnTo>
                  <a:lnTo>
                    <a:pt x="4317794" y="625149"/>
                  </a:lnTo>
                  <a:lnTo>
                    <a:pt x="4235654" y="618656"/>
                  </a:lnTo>
                  <a:lnTo>
                    <a:pt x="4160044" y="611520"/>
                  </a:lnTo>
                  <a:lnTo>
                    <a:pt x="4090353" y="603663"/>
                  </a:lnTo>
                  <a:lnTo>
                    <a:pt x="4025858" y="594998"/>
                  </a:lnTo>
                  <a:lnTo>
                    <a:pt x="3965787" y="585433"/>
                  </a:lnTo>
                  <a:lnTo>
                    <a:pt x="3909366" y="574884"/>
                  </a:lnTo>
                  <a:lnTo>
                    <a:pt x="3855859" y="563285"/>
                  </a:lnTo>
                  <a:lnTo>
                    <a:pt x="3820202" y="554633"/>
                  </a:lnTo>
                  <a:lnTo>
                    <a:pt x="3760723" y="538515"/>
                  </a:lnTo>
                  <a:lnTo>
                    <a:pt x="3703058" y="520835"/>
                  </a:lnTo>
                  <a:lnTo>
                    <a:pt x="3646555" y="501566"/>
                  </a:lnTo>
                  <a:lnTo>
                    <a:pt x="3590728" y="480731"/>
                  </a:lnTo>
                  <a:lnTo>
                    <a:pt x="3535229" y="458407"/>
                  </a:lnTo>
                  <a:lnTo>
                    <a:pt x="3479823" y="434725"/>
                  </a:lnTo>
                  <a:lnTo>
                    <a:pt x="3424372" y="409877"/>
                  </a:lnTo>
                  <a:lnTo>
                    <a:pt x="3368817" y="384105"/>
                  </a:lnTo>
                  <a:lnTo>
                    <a:pt x="3313159" y="357699"/>
                  </a:lnTo>
                  <a:lnTo>
                    <a:pt x="3257443" y="330979"/>
                  </a:lnTo>
                  <a:lnTo>
                    <a:pt x="3201730" y="304281"/>
                  </a:lnTo>
                  <a:lnTo>
                    <a:pt x="3146085" y="277942"/>
                  </a:lnTo>
                  <a:lnTo>
                    <a:pt x="3090545" y="252279"/>
                  </a:lnTo>
                  <a:lnTo>
                    <a:pt x="3035105" y="227575"/>
                  </a:lnTo>
                  <a:lnTo>
                    <a:pt x="2979696" y="204066"/>
                  </a:lnTo>
                  <a:lnTo>
                    <a:pt x="2924169" y="181935"/>
                  </a:lnTo>
                  <a:lnTo>
                    <a:pt x="2868274" y="161308"/>
                  </a:lnTo>
                  <a:lnTo>
                    <a:pt x="2811646" y="142253"/>
                  </a:lnTo>
                  <a:lnTo>
                    <a:pt x="2753779" y="124785"/>
                  </a:lnTo>
                  <a:lnTo>
                    <a:pt x="2702183" y="110926"/>
                  </a:lnTo>
                  <a:lnTo>
                    <a:pt x="2650304" y="98585"/>
                  </a:lnTo>
                  <a:lnTo>
                    <a:pt x="2595973" y="87314"/>
                  </a:lnTo>
                  <a:lnTo>
                    <a:pt x="2538508" y="77077"/>
                  </a:lnTo>
                  <a:lnTo>
                    <a:pt x="2477156" y="67799"/>
                  </a:lnTo>
                  <a:lnTo>
                    <a:pt x="2411141" y="59393"/>
                  </a:lnTo>
                  <a:lnTo>
                    <a:pt x="2339698" y="51767"/>
                  </a:lnTo>
                  <a:lnTo>
                    <a:pt x="2262134" y="44838"/>
                  </a:lnTo>
                  <a:lnTo>
                    <a:pt x="2177887" y="38529"/>
                  </a:lnTo>
                  <a:lnTo>
                    <a:pt x="2086627" y="32779"/>
                  </a:lnTo>
                  <a:lnTo>
                    <a:pt x="1988367" y="27540"/>
                  </a:lnTo>
                  <a:lnTo>
                    <a:pt x="1883606" y="22779"/>
                  </a:lnTo>
                  <a:lnTo>
                    <a:pt x="1773475" y="18479"/>
                  </a:lnTo>
                  <a:lnTo>
                    <a:pt x="1659862" y="14634"/>
                  </a:lnTo>
                  <a:lnTo>
                    <a:pt x="1545465" y="11250"/>
                  </a:lnTo>
                  <a:lnTo>
                    <a:pt x="1433730" y="8335"/>
                  </a:lnTo>
                  <a:lnTo>
                    <a:pt x="1328609" y="5899"/>
                  </a:lnTo>
                  <a:lnTo>
                    <a:pt x="1234135" y="3940"/>
                  </a:lnTo>
                  <a:lnTo>
                    <a:pt x="1153863" y="2441"/>
                  </a:lnTo>
                  <a:lnTo>
                    <a:pt x="1090279" y="1367"/>
                  </a:lnTo>
                  <a:lnTo>
                    <a:pt x="1044331" y="661"/>
                  </a:lnTo>
                  <a:lnTo>
                    <a:pt x="1015182" y="253"/>
                  </a:lnTo>
                  <a:lnTo>
                    <a:pt x="1000234" y="62"/>
                  </a:lnTo>
                  <a:lnTo>
                    <a:pt x="995321" y="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8" name="pg1037"/>
            <p:cNvSpPr/>
            <p:nvPr/>
          </p:nvSpPr>
          <p:spPr>
            <a:xfrm>
              <a:off x="1199187" y="1309993"/>
              <a:ext cx="12049831" cy="2761814"/>
            </a:xfrm>
            <a:custGeom>
              <a:avLst/>
              <a:pathLst>
                <a:path w="12049831" h="2761814">
                  <a:moveTo>
                    <a:pt x="0" y="2761814"/>
                  </a:moveTo>
                  <a:lnTo>
                    <a:pt x="994940" y="2761814"/>
                  </a:lnTo>
                  <a:lnTo>
                    <a:pt x="996050" y="2761780"/>
                  </a:lnTo>
                  <a:lnTo>
                    <a:pt x="1003382" y="2761537"/>
                  </a:lnTo>
                  <a:lnTo>
                    <a:pt x="1021972" y="2760865"/>
                  </a:lnTo>
                  <a:lnTo>
                    <a:pt x="1055481" y="2759542"/>
                  </a:lnTo>
                  <a:lnTo>
                    <a:pt x="1105978" y="2757355"/>
                  </a:lnTo>
                  <a:lnTo>
                    <a:pt x="1173787" y="2754122"/>
                  </a:lnTo>
                  <a:lnTo>
                    <a:pt x="1257537" y="2749706"/>
                  </a:lnTo>
                  <a:lnTo>
                    <a:pt x="1354464" y="2744026"/>
                  </a:lnTo>
                  <a:lnTo>
                    <a:pt x="1460904" y="2737048"/>
                  </a:lnTo>
                  <a:lnTo>
                    <a:pt x="1572878" y="2728777"/>
                  </a:lnTo>
                  <a:lnTo>
                    <a:pt x="1686602" y="2719240"/>
                  </a:lnTo>
                  <a:lnTo>
                    <a:pt x="1798860" y="2708459"/>
                  </a:lnTo>
                  <a:lnTo>
                    <a:pt x="1907188" y="2696444"/>
                  </a:lnTo>
                  <a:lnTo>
                    <a:pt x="2009911" y="2683173"/>
                  </a:lnTo>
                  <a:lnTo>
                    <a:pt x="2106069" y="2668589"/>
                  </a:lnTo>
                  <a:lnTo>
                    <a:pt x="2195283" y="2652596"/>
                  </a:lnTo>
                  <a:lnTo>
                    <a:pt x="2277620" y="2635058"/>
                  </a:lnTo>
                  <a:lnTo>
                    <a:pt x="2353458" y="2615800"/>
                  </a:lnTo>
                  <a:lnTo>
                    <a:pt x="2423375" y="2594615"/>
                  </a:lnTo>
                  <a:lnTo>
                    <a:pt x="2488071" y="2571270"/>
                  </a:lnTo>
                  <a:lnTo>
                    <a:pt x="2548299" y="2545519"/>
                  </a:lnTo>
                  <a:lnTo>
                    <a:pt x="2604819" y="2517130"/>
                  </a:lnTo>
                  <a:lnTo>
                    <a:pt x="2658359" y="2485917"/>
                  </a:lnTo>
                  <a:lnTo>
                    <a:pt x="2702183" y="2456983"/>
                  </a:lnTo>
                  <a:lnTo>
                    <a:pt x="2753033" y="2419481"/>
                  </a:lnTo>
                  <a:lnTo>
                    <a:pt x="2802486" y="2378870"/>
                  </a:lnTo>
                  <a:lnTo>
                    <a:pt x="2850971" y="2335089"/>
                  </a:lnTo>
                  <a:lnTo>
                    <a:pt x="2898824" y="2288144"/>
                  </a:lnTo>
                  <a:lnTo>
                    <a:pt x="2946302" y="2238117"/>
                  </a:lnTo>
                  <a:lnTo>
                    <a:pt x="2993597" y="2185169"/>
                  </a:lnTo>
                  <a:lnTo>
                    <a:pt x="3040840" y="2129546"/>
                  </a:lnTo>
                  <a:lnTo>
                    <a:pt x="3088115" y="2071575"/>
                  </a:lnTo>
                  <a:lnTo>
                    <a:pt x="3135463" y="2011663"/>
                  </a:lnTo>
                  <a:lnTo>
                    <a:pt x="3182891" y="1950286"/>
                  </a:lnTo>
                  <a:lnTo>
                    <a:pt x="3230380" y="1887970"/>
                  </a:lnTo>
                  <a:lnTo>
                    <a:pt x="3277895" y="1825280"/>
                  </a:lnTo>
                  <a:lnTo>
                    <a:pt x="3325396" y="1762794"/>
                  </a:lnTo>
                  <a:lnTo>
                    <a:pt x="3372844" y="1701081"/>
                  </a:lnTo>
                  <a:lnTo>
                    <a:pt x="3420217" y="1640681"/>
                  </a:lnTo>
                  <a:lnTo>
                    <a:pt x="3467511" y="1582088"/>
                  </a:lnTo>
                  <a:lnTo>
                    <a:pt x="3514757" y="1525730"/>
                  </a:lnTo>
                  <a:lnTo>
                    <a:pt x="3562025" y="1471958"/>
                  </a:lnTo>
                  <a:lnTo>
                    <a:pt x="3609432" y="1421043"/>
                  </a:lnTo>
                  <a:lnTo>
                    <a:pt x="3657150" y="1373171"/>
                  </a:lnTo>
                  <a:lnTo>
                    <a:pt x="3705416" y="1328446"/>
                  </a:lnTo>
                  <a:lnTo>
                    <a:pt x="3754541" y="1286897"/>
                  </a:lnTo>
                  <a:lnTo>
                    <a:pt x="3804925" y="1248481"/>
                  </a:lnTo>
                  <a:lnTo>
                    <a:pt x="3820202" y="1237663"/>
                  </a:lnTo>
                  <a:lnTo>
                    <a:pt x="3871723" y="1203967"/>
                  </a:lnTo>
                  <a:lnTo>
                    <a:pt x="3925657" y="1173177"/>
                  </a:lnTo>
                  <a:lnTo>
                    <a:pt x="3982674" y="1145188"/>
                  </a:lnTo>
                  <a:lnTo>
                    <a:pt x="4043509" y="1119806"/>
                  </a:lnTo>
                  <a:lnTo>
                    <a:pt x="4108925" y="1096792"/>
                  </a:lnTo>
                  <a:lnTo>
                    <a:pt x="4179670" y="1075904"/>
                  </a:lnTo>
                  <a:lnTo>
                    <a:pt x="4256429" y="1056911"/>
                  </a:lnTo>
                  <a:lnTo>
                    <a:pt x="4339758" y="1039610"/>
                  </a:lnTo>
                  <a:lnTo>
                    <a:pt x="4429996" y="1023832"/>
                  </a:lnTo>
                  <a:lnTo>
                    <a:pt x="4527153" y="1009445"/>
                  </a:lnTo>
                  <a:lnTo>
                    <a:pt x="4630775" y="996361"/>
                  </a:lnTo>
                  <a:lnTo>
                    <a:pt x="4739803" y="984527"/>
                  </a:lnTo>
                  <a:lnTo>
                    <a:pt x="4852448" y="973928"/>
                  </a:lnTo>
                  <a:lnTo>
                    <a:pt x="4966134" y="964575"/>
                  </a:lnTo>
                  <a:lnTo>
                    <a:pt x="5077542" y="956493"/>
                  </a:lnTo>
                  <a:lnTo>
                    <a:pt x="5182834" y="949706"/>
                  </a:lnTo>
                  <a:lnTo>
                    <a:pt x="5278041" y="944214"/>
                  </a:lnTo>
                  <a:lnTo>
                    <a:pt x="5359597" y="939979"/>
                  </a:lnTo>
                  <a:lnTo>
                    <a:pt x="5424913" y="936908"/>
                  </a:lnTo>
                  <a:lnTo>
                    <a:pt x="5472854" y="934860"/>
                  </a:lnTo>
                  <a:lnTo>
                    <a:pt x="5504004" y="933647"/>
                  </a:lnTo>
                  <a:lnTo>
                    <a:pt x="5520678" y="933052"/>
                  </a:lnTo>
                  <a:lnTo>
                    <a:pt x="5526750" y="932854"/>
                  </a:lnTo>
                  <a:lnTo>
                    <a:pt x="5527445" y="932832"/>
                  </a:lnTo>
                  <a:lnTo>
                    <a:pt x="6522385" y="932832"/>
                  </a:lnTo>
                  <a:lnTo>
                    <a:pt x="6523515" y="932815"/>
                  </a:lnTo>
                  <a:lnTo>
                    <a:pt x="6530971" y="932689"/>
                  </a:lnTo>
                  <a:lnTo>
                    <a:pt x="6549867" y="932343"/>
                  </a:lnTo>
                  <a:lnTo>
                    <a:pt x="6583905" y="931660"/>
                  </a:lnTo>
                  <a:lnTo>
                    <a:pt x="6635156" y="930531"/>
                  </a:lnTo>
                  <a:lnTo>
                    <a:pt x="6703902" y="928864"/>
                  </a:lnTo>
                  <a:lnTo>
                    <a:pt x="6788698" y="926587"/>
                  </a:lnTo>
                  <a:lnTo>
                    <a:pt x="6886685" y="923661"/>
                  </a:lnTo>
                  <a:lnTo>
                    <a:pt x="6994114" y="920068"/>
                  </a:lnTo>
                  <a:lnTo>
                    <a:pt x="7106930" y="915814"/>
                  </a:lnTo>
                  <a:lnTo>
                    <a:pt x="7221310" y="910909"/>
                  </a:lnTo>
                  <a:lnTo>
                    <a:pt x="7334024" y="905368"/>
                  </a:lnTo>
                  <a:lnTo>
                    <a:pt x="7442619" y="899192"/>
                  </a:lnTo>
                  <a:lnTo>
                    <a:pt x="7545447" y="892371"/>
                  </a:lnTo>
                  <a:lnTo>
                    <a:pt x="7641582" y="884873"/>
                  </a:lnTo>
                  <a:lnTo>
                    <a:pt x="7730684" y="876647"/>
                  </a:lnTo>
                  <a:lnTo>
                    <a:pt x="7812852" y="867621"/>
                  </a:lnTo>
                  <a:lnTo>
                    <a:pt x="7888496" y="857702"/>
                  </a:lnTo>
                  <a:lnTo>
                    <a:pt x="7958220" y="846782"/>
                  </a:lnTo>
                  <a:lnTo>
                    <a:pt x="8022744" y="834740"/>
                  </a:lnTo>
                  <a:lnTo>
                    <a:pt x="8082837" y="821450"/>
                  </a:lnTo>
                  <a:lnTo>
                    <a:pt x="8139272" y="806792"/>
                  </a:lnTo>
                  <a:lnTo>
                    <a:pt x="8192783" y="790676"/>
                  </a:lnTo>
                  <a:lnTo>
                    <a:pt x="8229629" y="778234"/>
                  </a:lnTo>
                  <a:lnTo>
                    <a:pt x="8287370" y="756469"/>
                  </a:lnTo>
                  <a:lnTo>
                    <a:pt x="8343384" y="732655"/>
                  </a:lnTo>
                  <a:lnTo>
                    <a:pt x="8398273" y="706757"/>
                  </a:lnTo>
                  <a:lnTo>
                    <a:pt x="8452490" y="678799"/>
                  </a:lnTo>
                  <a:lnTo>
                    <a:pt x="8506367" y="648870"/>
                  </a:lnTo>
                  <a:lnTo>
                    <a:pt x="8560130" y="617129"/>
                  </a:lnTo>
                  <a:lnTo>
                    <a:pt x="8613918" y="583808"/>
                  </a:lnTo>
                  <a:lnTo>
                    <a:pt x="8667798" y="549203"/>
                  </a:lnTo>
                  <a:lnTo>
                    <a:pt x="8721779" y="513670"/>
                  </a:lnTo>
                  <a:lnTo>
                    <a:pt x="8775830" y="477609"/>
                  </a:lnTo>
                  <a:lnTo>
                    <a:pt x="8829896" y="441447"/>
                  </a:lnTo>
                  <a:lnTo>
                    <a:pt x="8883916" y="405612"/>
                  </a:lnTo>
                  <a:lnTo>
                    <a:pt x="8937846" y="370520"/>
                  </a:lnTo>
                  <a:lnTo>
                    <a:pt x="8991673" y="336549"/>
                  </a:lnTo>
                  <a:lnTo>
                    <a:pt x="9045435" y="304026"/>
                  </a:lnTo>
                  <a:lnTo>
                    <a:pt x="9099235" y="273215"/>
                  </a:lnTo>
                  <a:lnTo>
                    <a:pt x="9153257" y="244308"/>
                  </a:lnTo>
                  <a:lnTo>
                    <a:pt x="9207779" y="217427"/>
                  </a:lnTo>
                  <a:lnTo>
                    <a:pt x="9263195" y="192627"/>
                  </a:lnTo>
                  <a:lnTo>
                    <a:pt x="9320031" y="169899"/>
                  </a:lnTo>
                  <a:lnTo>
                    <a:pt x="9347647" y="159839"/>
                  </a:lnTo>
                  <a:lnTo>
                    <a:pt x="9399475" y="142655"/>
                  </a:lnTo>
                  <a:lnTo>
                    <a:pt x="9453748" y="126961"/>
                  </a:lnTo>
                  <a:lnTo>
                    <a:pt x="9511147" y="112703"/>
                  </a:lnTo>
                  <a:lnTo>
                    <a:pt x="9572423" y="99781"/>
                  </a:lnTo>
                  <a:lnTo>
                    <a:pt x="9638351" y="88072"/>
                  </a:lnTo>
                  <a:lnTo>
                    <a:pt x="9709691" y="77449"/>
                  </a:lnTo>
                  <a:lnTo>
                    <a:pt x="9787138" y="67795"/>
                  </a:lnTo>
                  <a:lnTo>
                    <a:pt x="9871251" y="59005"/>
                  </a:lnTo>
                  <a:lnTo>
                    <a:pt x="9962362" y="50992"/>
                  </a:lnTo>
                  <a:lnTo>
                    <a:pt x="10060460" y="43691"/>
                  </a:lnTo>
                  <a:lnTo>
                    <a:pt x="10165055" y="37057"/>
                  </a:lnTo>
                  <a:lnTo>
                    <a:pt x="10275025" y="31062"/>
                  </a:lnTo>
                  <a:lnTo>
                    <a:pt x="10388498" y="25701"/>
                  </a:lnTo>
                  <a:lnTo>
                    <a:pt x="10502793" y="20980"/>
                  </a:lnTo>
                  <a:lnTo>
                    <a:pt x="10614483" y="16913"/>
                  </a:lnTo>
                  <a:lnTo>
                    <a:pt x="10719633" y="13511"/>
                  </a:lnTo>
                  <a:lnTo>
                    <a:pt x="10814218" y="10772"/>
                  </a:lnTo>
                  <a:lnTo>
                    <a:pt x="10894681" y="8675"/>
                  </a:lnTo>
                  <a:lnTo>
                    <a:pt x="10958520" y="7169"/>
                  </a:lnTo>
                  <a:lnTo>
                    <a:pt x="11004761" y="6177"/>
                  </a:lnTo>
                  <a:lnTo>
                    <a:pt x="11034201" y="5602"/>
                  </a:lnTo>
                  <a:lnTo>
                    <a:pt x="11049396" y="5330"/>
                  </a:lnTo>
                  <a:lnTo>
                    <a:pt x="11054472" y="524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1" y="17"/>
                  </a:lnTo>
                  <a:lnTo>
                    <a:pt x="11046306" y="143"/>
                  </a:lnTo>
                  <a:lnTo>
                    <a:pt x="11027410" y="489"/>
                  </a:lnTo>
                  <a:lnTo>
                    <a:pt x="10993371" y="1172"/>
                  </a:lnTo>
                  <a:lnTo>
                    <a:pt x="10942121" y="2301"/>
                  </a:lnTo>
                  <a:lnTo>
                    <a:pt x="10873375" y="3968"/>
                  </a:lnTo>
                  <a:lnTo>
                    <a:pt x="10788579" y="6245"/>
                  </a:lnTo>
                  <a:lnTo>
                    <a:pt x="10690591" y="9171"/>
                  </a:lnTo>
                  <a:lnTo>
                    <a:pt x="10583163" y="12764"/>
                  </a:lnTo>
                  <a:lnTo>
                    <a:pt x="10470346" y="17018"/>
                  </a:lnTo>
                  <a:lnTo>
                    <a:pt x="10355966" y="21923"/>
                  </a:lnTo>
                  <a:lnTo>
                    <a:pt x="10243253" y="27464"/>
                  </a:lnTo>
                  <a:lnTo>
                    <a:pt x="10134658" y="33639"/>
                  </a:lnTo>
                  <a:lnTo>
                    <a:pt x="10031829" y="40461"/>
                  </a:lnTo>
                  <a:lnTo>
                    <a:pt x="9935694" y="47959"/>
                  </a:lnTo>
                  <a:lnTo>
                    <a:pt x="9846593" y="56185"/>
                  </a:lnTo>
                  <a:lnTo>
                    <a:pt x="9764424" y="65211"/>
                  </a:lnTo>
                  <a:lnTo>
                    <a:pt x="9688781" y="75130"/>
                  </a:lnTo>
                  <a:lnTo>
                    <a:pt x="9619057" y="86050"/>
                  </a:lnTo>
                  <a:lnTo>
                    <a:pt x="9554533" y="98092"/>
                  </a:lnTo>
                  <a:lnTo>
                    <a:pt x="9494439" y="111382"/>
                  </a:lnTo>
                  <a:lnTo>
                    <a:pt x="9438004" y="126040"/>
                  </a:lnTo>
                  <a:lnTo>
                    <a:pt x="9384493" y="142156"/>
                  </a:lnTo>
                  <a:lnTo>
                    <a:pt x="9347647" y="154598"/>
                  </a:lnTo>
                  <a:lnTo>
                    <a:pt x="9289906" y="176363"/>
                  </a:lnTo>
                  <a:lnTo>
                    <a:pt x="9233893" y="200177"/>
                  </a:lnTo>
                  <a:lnTo>
                    <a:pt x="9179004" y="226075"/>
                  </a:lnTo>
                  <a:lnTo>
                    <a:pt x="9124786" y="254033"/>
                  </a:lnTo>
                  <a:lnTo>
                    <a:pt x="9070910" y="283962"/>
                  </a:lnTo>
                  <a:lnTo>
                    <a:pt x="9017147" y="315702"/>
                  </a:lnTo>
                  <a:lnTo>
                    <a:pt x="8963359" y="349024"/>
                  </a:lnTo>
                  <a:lnTo>
                    <a:pt x="8909478" y="383629"/>
                  </a:lnTo>
                  <a:lnTo>
                    <a:pt x="8855497" y="419162"/>
                  </a:lnTo>
                  <a:lnTo>
                    <a:pt x="8801446" y="455223"/>
                  </a:lnTo>
                  <a:lnTo>
                    <a:pt x="8747381" y="491385"/>
                  </a:lnTo>
                  <a:lnTo>
                    <a:pt x="8693361" y="527220"/>
                  </a:lnTo>
                  <a:lnTo>
                    <a:pt x="8639431" y="562312"/>
                  </a:lnTo>
                  <a:lnTo>
                    <a:pt x="8585604" y="596283"/>
                  </a:lnTo>
                  <a:lnTo>
                    <a:pt x="8531841" y="628805"/>
                  </a:lnTo>
                  <a:lnTo>
                    <a:pt x="8478041" y="659617"/>
                  </a:lnTo>
                  <a:lnTo>
                    <a:pt x="8424020" y="688524"/>
                  </a:lnTo>
                  <a:lnTo>
                    <a:pt x="8369497" y="715405"/>
                  </a:lnTo>
                  <a:lnTo>
                    <a:pt x="8314082" y="740205"/>
                  </a:lnTo>
                  <a:lnTo>
                    <a:pt x="8257245" y="762933"/>
                  </a:lnTo>
                  <a:lnTo>
                    <a:pt x="8229629" y="772993"/>
                  </a:lnTo>
                  <a:lnTo>
                    <a:pt x="8177802" y="790177"/>
                  </a:lnTo>
                  <a:lnTo>
                    <a:pt x="8123529" y="805871"/>
                  </a:lnTo>
                  <a:lnTo>
                    <a:pt x="8066129" y="820129"/>
                  </a:lnTo>
                  <a:lnTo>
                    <a:pt x="8004853" y="833051"/>
                  </a:lnTo>
                  <a:lnTo>
                    <a:pt x="7938925" y="844760"/>
                  </a:lnTo>
                  <a:lnTo>
                    <a:pt x="7867585" y="855383"/>
                  </a:lnTo>
                  <a:lnTo>
                    <a:pt x="7790138" y="865037"/>
                  </a:lnTo>
                  <a:lnTo>
                    <a:pt x="7706026" y="873827"/>
                  </a:lnTo>
                  <a:lnTo>
                    <a:pt x="7614915" y="881840"/>
                  </a:lnTo>
                  <a:lnTo>
                    <a:pt x="7516816" y="889140"/>
                  </a:lnTo>
                  <a:lnTo>
                    <a:pt x="7412222" y="895775"/>
                  </a:lnTo>
                  <a:lnTo>
                    <a:pt x="7302252" y="901770"/>
                  </a:lnTo>
                  <a:lnTo>
                    <a:pt x="7188779" y="907131"/>
                  </a:lnTo>
                  <a:lnTo>
                    <a:pt x="7074484" y="911851"/>
                  </a:lnTo>
                  <a:lnTo>
                    <a:pt x="6962794" y="915919"/>
                  </a:lnTo>
                  <a:lnTo>
                    <a:pt x="6857644" y="919321"/>
                  </a:lnTo>
                  <a:lnTo>
                    <a:pt x="6763059" y="922060"/>
                  </a:lnTo>
                  <a:lnTo>
                    <a:pt x="6682596" y="924157"/>
                  </a:lnTo>
                  <a:lnTo>
                    <a:pt x="6618757" y="925663"/>
                  </a:lnTo>
                  <a:lnTo>
                    <a:pt x="6572516" y="926655"/>
                  </a:lnTo>
                  <a:lnTo>
                    <a:pt x="6543076" y="927230"/>
                  </a:lnTo>
                  <a:lnTo>
                    <a:pt x="6527880" y="927502"/>
                  </a:lnTo>
                  <a:lnTo>
                    <a:pt x="6522805" y="927585"/>
                  </a:lnTo>
                  <a:lnTo>
                    <a:pt x="6522385" y="927592"/>
                  </a:lnTo>
                  <a:lnTo>
                    <a:pt x="5527445" y="927592"/>
                  </a:lnTo>
                  <a:lnTo>
                    <a:pt x="5526335" y="927626"/>
                  </a:lnTo>
                  <a:lnTo>
                    <a:pt x="5519003" y="927869"/>
                  </a:lnTo>
                  <a:lnTo>
                    <a:pt x="5500413" y="928540"/>
                  </a:lnTo>
                  <a:lnTo>
                    <a:pt x="5466904" y="929863"/>
                  </a:lnTo>
                  <a:lnTo>
                    <a:pt x="5416407" y="932050"/>
                  </a:lnTo>
                  <a:lnTo>
                    <a:pt x="5348598" y="935284"/>
                  </a:lnTo>
                  <a:lnTo>
                    <a:pt x="5264848" y="939699"/>
                  </a:lnTo>
                  <a:lnTo>
                    <a:pt x="5167921" y="945380"/>
                  </a:lnTo>
                  <a:lnTo>
                    <a:pt x="5061481" y="952358"/>
                  </a:lnTo>
                  <a:lnTo>
                    <a:pt x="4949507" y="960628"/>
                  </a:lnTo>
                  <a:lnTo>
                    <a:pt x="4835783" y="970166"/>
                  </a:lnTo>
                  <a:lnTo>
                    <a:pt x="4723525" y="980946"/>
                  </a:lnTo>
                  <a:lnTo>
                    <a:pt x="4615197" y="992962"/>
                  </a:lnTo>
                  <a:lnTo>
                    <a:pt x="4512474" y="1006233"/>
                  </a:lnTo>
                  <a:lnTo>
                    <a:pt x="4416316" y="1020816"/>
                  </a:lnTo>
                  <a:lnTo>
                    <a:pt x="4327102" y="1036809"/>
                  </a:lnTo>
                  <a:lnTo>
                    <a:pt x="4244765" y="1054347"/>
                  </a:lnTo>
                  <a:lnTo>
                    <a:pt x="4168927" y="1073605"/>
                  </a:lnTo>
                  <a:lnTo>
                    <a:pt x="4099010" y="1094790"/>
                  </a:lnTo>
                  <a:lnTo>
                    <a:pt x="4034314" y="1118136"/>
                  </a:lnTo>
                  <a:lnTo>
                    <a:pt x="3974086" y="1143886"/>
                  </a:lnTo>
                  <a:lnTo>
                    <a:pt x="3917566" y="1172275"/>
                  </a:lnTo>
                  <a:lnTo>
                    <a:pt x="3864026" y="1203489"/>
                  </a:lnTo>
                  <a:lnTo>
                    <a:pt x="3820202" y="1232422"/>
                  </a:lnTo>
                  <a:lnTo>
                    <a:pt x="3769352" y="1269924"/>
                  </a:lnTo>
                  <a:lnTo>
                    <a:pt x="3719899" y="1310536"/>
                  </a:lnTo>
                  <a:lnTo>
                    <a:pt x="3671414" y="1354317"/>
                  </a:lnTo>
                  <a:lnTo>
                    <a:pt x="3623561" y="1401261"/>
                  </a:lnTo>
                  <a:lnTo>
                    <a:pt x="3576083" y="1451288"/>
                  </a:lnTo>
                  <a:lnTo>
                    <a:pt x="3528788" y="1504236"/>
                  </a:lnTo>
                  <a:lnTo>
                    <a:pt x="3481545" y="1559860"/>
                  </a:lnTo>
                  <a:lnTo>
                    <a:pt x="3434270" y="1617831"/>
                  </a:lnTo>
                  <a:lnTo>
                    <a:pt x="3386922" y="1677742"/>
                  </a:lnTo>
                  <a:lnTo>
                    <a:pt x="3339494" y="1739120"/>
                  </a:lnTo>
                  <a:lnTo>
                    <a:pt x="3292005" y="1801435"/>
                  </a:lnTo>
                  <a:lnTo>
                    <a:pt x="3244490" y="1864125"/>
                  </a:lnTo>
                  <a:lnTo>
                    <a:pt x="3196989" y="1926612"/>
                  </a:lnTo>
                  <a:lnTo>
                    <a:pt x="3149541" y="1988325"/>
                  </a:lnTo>
                  <a:lnTo>
                    <a:pt x="3102168" y="2048724"/>
                  </a:lnTo>
                  <a:lnTo>
                    <a:pt x="3054874" y="2107317"/>
                  </a:lnTo>
                  <a:lnTo>
                    <a:pt x="3007628" y="2163676"/>
                  </a:lnTo>
                  <a:lnTo>
                    <a:pt x="2960360" y="2217448"/>
                  </a:lnTo>
                  <a:lnTo>
                    <a:pt x="2912953" y="2268363"/>
                  </a:lnTo>
                  <a:lnTo>
                    <a:pt x="2865235" y="2316235"/>
                  </a:lnTo>
                  <a:lnTo>
                    <a:pt x="2816969" y="2360959"/>
                  </a:lnTo>
                  <a:lnTo>
                    <a:pt x="2767844" y="2402508"/>
                  </a:lnTo>
                  <a:lnTo>
                    <a:pt x="2717460" y="2440924"/>
                  </a:lnTo>
                  <a:lnTo>
                    <a:pt x="2702183" y="2451743"/>
                  </a:lnTo>
                  <a:lnTo>
                    <a:pt x="2650662" y="2485438"/>
                  </a:lnTo>
                  <a:lnTo>
                    <a:pt x="2596728" y="2516229"/>
                  </a:lnTo>
                  <a:lnTo>
                    <a:pt x="2539711" y="2544217"/>
                  </a:lnTo>
                  <a:lnTo>
                    <a:pt x="2478875" y="2569600"/>
                  </a:lnTo>
                  <a:lnTo>
                    <a:pt x="2413460" y="2592613"/>
                  </a:lnTo>
                  <a:lnTo>
                    <a:pt x="2342715" y="2613501"/>
                  </a:lnTo>
                  <a:lnTo>
                    <a:pt x="2265956" y="2632494"/>
                  </a:lnTo>
                  <a:lnTo>
                    <a:pt x="2182627" y="2649796"/>
                  </a:lnTo>
                  <a:lnTo>
                    <a:pt x="2092389" y="2665574"/>
                  </a:lnTo>
                  <a:lnTo>
                    <a:pt x="1995232" y="2679960"/>
                  </a:lnTo>
                  <a:lnTo>
                    <a:pt x="1891610" y="2693044"/>
                  </a:lnTo>
                  <a:lnTo>
                    <a:pt x="1782582" y="2704878"/>
                  </a:lnTo>
                  <a:lnTo>
                    <a:pt x="1669937" y="2715477"/>
                  </a:lnTo>
                  <a:lnTo>
                    <a:pt x="1556251" y="2724830"/>
                  </a:lnTo>
                  <a:lnTo>
                    <a:pt x="1444843" y="2732912"/>
                  </a:lnTo>
                  <a:lnTo>
                    <a:pt x="1339551" y="2739699"/>
                  </a:lnTo>
                  <a:lnTo>
                    <a:pt x="1244344" y="2745191"/>
                  </a:lnTo>
                  <a:lnTo>
                    <a:pt x="1162788" y="2749427"/>
                  </a:lnTo>
                  <a:lnTo>
                    <a:pt x="1097472" y="2752497"/>
                  </a:lnTo>
                  <a:lnTo>
                    <a:pt x="1049531" y="2754545"/>
                  </a:lnTo>
                  <a:lnTo>
                    <a:pt x="1018381" y="2755759"/>
                  </a:lnTo>
                  <a:lnTo>
                    <a:pt x="1001707" y="2756353"/>
                  </a:lnTo>
                  <a:lnTo>
                    <a:pt x="995635" y="2756552"/>
                  </a:lnTo>
                  <a:lnTo>
                    <a:pt x="994940" y="2756573"/>
                  </a:lnTo>
                  <a:lnTo>
                    <a:pt x="0" y="2756573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39" name="pl1038"/>
            <p:cNvSpPr/>
            <p:nvPr/>
          </p:nvSpPr>
          <p:spPr>
            <a:xfrm>
              <a:off x="1199187" y="1315234"/>
              <a:ext cx="12049831" cy="2756573"/>
            </a:xfrm>
            <a:custGeom>
              <a:avLst/>
              <a:pathLst>
                <a:path w="12049831" h="2756573">
                  <a:moveTo>
                    <a:pt x="0" y="2756573"/>
                  </a:moveTo>
                  <a:lnTo>
                    <a:pt x="994940" y="2756573"/>
                  </a:lnTo>
                  <a:lnTo>
                    <a:pt x="996050" y="2756539"/>
                  </a:lnTo>
                  <a:lnTo>
                    <a:pt x="1003382" y="2756296"/>
                  </a:lnTo>
                  <a:lnTo>
                    <a:pt x="1021972" y="2755625"/>
                  </a:lnTo>
                  <a:lnTo>
                    <a:pt x="1055481" y="2754302"/>
                  </a:lnTo>
                  <a:lnTo>
                    <a:pt x="1105978" y="2752114"/>
                  </a:lnTo>
                  <a:lnTo>
                    <a:pt x="1173787" y="2748881"/>
                  </a:lnTo>
                  <a:lnTo>
                    <a:pt x="1257537" y="2744465"/>
                  </a:lnTo>
                  <a:lnTo>
                    <a:pt x="1354464" y="2738785"/>
                  </a:lnTo>
                  <a:lnTo>
                    <a:pt x="1460904" y="2731807"/>
                  </a:lnTo>
                  <a:lnTo>
                    <a:pt x="1572878" y="2723537"/>
                  </a:lnTo>
                  <a:lnTo>
                    <a:pt x="1686602" y="2713999"/>
                  </a:lnTo>
                  <a:lnTo>
                    <a:pt x="1798860" y="2703219"/>
                  </a:lnTo>
                  <a:lnTo>
                    <a:pt x="1907188" y="2691203"/>
                  </a:lnTo>
                  <a:lnTo>
                    <a:pt x="2009911" y="2677932"/>
                  </a:lnTo>
                  <a:lnTo>
                    <a:pt x="2106069" y="2663348"/>
                  </a:lnTo>
                  <a:lnTo>
                    <a:pt x="2195283" y="2647356"/>
                  </a:lnTo>
                  <a:lnTo>
                    <a:pt x="2277620" y="2629818"/>
                  </a:lnTo>
                  <a:lnTo>
                    <a:pt x="2353458" y="2610560"/>
                  </a:lnTo>
                  <a:lnTo>
                    <a:pt x="2423375" y="2589375"/>
                  </a:lnTo>
                  <a:lnTo>
                    <a:pt x="2488071" y="2566029"/>
                  </a:lnTo>
                  <a:lnTo>
                    <a:pt x="2548299" y="2540279"/>
                  </a:lnTo>
                  <a:lnTo>
                    <a:pt x="2604819" y="2511890"/>
                  </a:lnTo>
                  <a:lnTo>
                    <a:pt x="2658359" y="2480676"/>
                  </a:lnTo>
                  <a:lnTo>
                    <a:pt x="2702183" y="2451743"/>
                  </a:lnTo>
                  <a:lnTo>
                    <a:pt x="2753033" y="2414241"/>
                  </a:lnTo>
                  <a:lnTo>
                    <a:pt x="2802486" y="2373629"/>
                  </a:lnTo>
                  <a:lnTo>
                    <a:pt x="2850971" y="2329848"/>
                  </a:lnTo>
                  <a:lnTo>
                    <a:pt x="2898824" y="2282904"/>
                  </a:lnTo>
                  <a:lnTo>
                    <a:pt x="2946302" y="2232877"/>
                  </a:lnTo>
                  <a:lnTo>
                    <a:pt x="2993597" y="2179929"/>
                  </a:lnTo>
                  <a:lnTo>
                    <a:pt x="3040840" y="2124305"/>
                  </a:lnTo>
                  <a:lnTo>
                    <a:pt x="3088115" y="2066334"/>
                  </a:lnTo>
                  <a:lnTo>
                    <a:pt x="3135463" y="2006423"/>
                  </a:lnTo>
                  <a:lnTo>
                    <a:pt x="3182891" y="1945045"/>
                  </a:lnTo>
                  <a:lnTo>
                    <a:pt x="3230380" y="1882730"/>
                  </a:lnTo>
                  <a:lnTo>
                    <a:pt x="3277895" y="1820040"/>
                  </a:lnTo>
                  <a:lnTo>
                    <a:pt x="3325396" y="1757553"/>
                  </a:lnTo>
                  <a:lnTo>
                    <a:pt x="3372844" y="1695840"/>
                  </a:lnTo>
                  <a:lnTo>
                    <a:pt x="3420217" y="1635441"/>
                  </a:lnTo>
                  <a:lnTo>
                    <a:pt x="3467511" y="1576848"/>
                  </a:lnTo>
                  <a:lnTo>
                    <a:pt x="3514757" y="1520489"/>
                  </a:lnTo>
                  <a:lnTo>
                    <a:pt x="3562025" y="1466717"/>
                  </a:lnTo>
                  <a:lnTo>
                    <a:pt x="3609432" y="1415802"/>
                  </a:lnTo>
                  <a:lnTo>
                    <a:pt x="3657150" y="1367930"/>
                  </a:lnTo>
                  <a:lnTo>
                    <a:pt x="3705416" y="1323206"/>
                  </a:lnTo>
                  <a:lnTo>
                    <a:pt x="3754541" y="1281656"/>
                  </a:lnTo>
                  <a:lnTo>
                    <a:pt x="3804925" y="1243241"/>
                  </a:lnTo>
                  <a:lnTo>
                    <a:pt x="3820202" y="1232422"/>
                  </a:lnTo>
                  <a:lnTo>
                    <a:pt x="3871723" y="1198727"/>
                  </a:lnTo>
                  <a:lnTo>
                    <a:pt x="3925657" y="1167936"/>
                  </a:lnTo>
                  <a:lnTo>
                    <a:pt x="3982674" y="1139947"/>
                  </a:lnTo>
                  <a:lnTo>
                    <a:pt x="4043509" y="1114565"/>
                  </a:lnTo>
                  <a:lnTo>
                    <a:pt x="4108925" y="1091552"/>
                  </a:lnTo>
                  <a:lnTo>
                    <a:pt x="4179670" y="1070664"/>
                  </a:lnTo>
                  <a:lnTo>
                    <a:pt x="4256429" y="1051670"/>
                  </a:lnTo>
                  <a:lnTo>
                    <a:pt x="4339758" y="1034369"/>
                  </a:lnTo>
                  <a:lnTo>
                    <a:pt x="4429996" y="1018591"/>
                  </a:lnTo>
                  <a:lnTo>
                    <a:pt x="4527153" y="1004205"/>
                  </a:lnTo>
                  <a:lnTo>
                    <a:pt x="4630775" y="991121"/>
                  </a:lnTo>
                  <a:lnTo>
                    <a:pt x="4739803" y="979287"/>
                  </a:lnTo>
                  <a:lnTo>
                    <a:pt x="4852448" y="968688"/>
                  </a:lnTo>
                  <a:lnTo>
                    <a:pt x="4966134" y="959334"/>
                  </a:lnTo>
                  <a:lnTo>
                    <a:pt x="5077542" y="951253"/>
                  </a:lnTo>
                  <a:lnTo>
                    <a:pt x="5182834" y="944465"/>
                  </a:lnTo>
                  <a:lnTo>
                    <a:pt x="5278041" y="938973"/>
                  </a:lnTo>
                  <a:lnTo>
                    <a:pt x="5359597" y="934738"/>
                  </a:lnTo>
                  <a:lnTo>
                    <a:pt x="5424913" y="931668"/>
                  </a:lnTo>
                  <a:lnTo>
                    <a:pt x="5472854" y="929620"/>
                  </a:lnTo>
                  <a:lnTo>
                    <a:pt x="5504004" y="928406"/>
                  </a:lnTo>
                  <a:lnTo>
                    <a:pt x="5520678" y="927812"/>
                  </a:lnTo>
                  <a:lnTo>
                    <a:pt x="5526750" y="927613"/>
                  </a:lnTo>
                  <a:lnTo>
                    <a:pt x="5527445" y="927592"/>
                  </a:lnTo>
                  <a:lnTo>
                    <a:pt x="6522385" y="927592"/>
                  </a:lnTo>
                  <a:lnTo>
                    <a:pt x="6523515" y="927574"/>
                  </a:lnTo>
                  <a:lnTo>
                    <a:pt x="6530971" y="927449"/>
                  </a:lnTo>
                  <a:lnTo>
                    <a:pt x="6549867" y="927102"/>
                  </a:lnTo>
                  <a:lnTo>
                    <a:pt x="6583905" y="926419"/>
                  </a:lnTo>
                  <a:lnTo>
                    <a:pt x="6635156" y="925291"/>
                  </a:lnTo>
                  <a:lnTo>
                    <a:pt x="6703902" y="923623"/>
                  </a:lnTo>
                  <a:lnTo>
                    <a:pt x="6788698" y="921347"/>
                  </a:lnTo>
                  <a:lnTo>
                    <a:pt x="6886685" y="918420"/>
                  </a:lnTo>
                  <a:lnTo>
                    <a:pt x="6994114" y="914828"/>
                  </a:lnTo>
                  <a:lnTo>
                    <a:pt x="7106930" y="910573"/>
                  </a:lnTo>
                  <a:lnTo>
                    <a:pt x="7221310" y="905669"/>
                  </a:lnTo>
                  <a:lnTo>
                    <a:pt x="7334024" y="900127"/>
                  </a:lnTo>
                  <a:lnTo>
                    <a:pt x="7442619" y="893952"/>
                  </a:lnTo>
                  <a:lnTo>
                    <a:pt x="7545447" y="887131"/>
                  </a:lnTo>
                  <a:lnTo>
                    <a:pt x="7641582" y="879633"/>
                  </a:lnTo>
                  <a:lnTo>
                    <a:pt x="7730684" y="871407"/>
                  </a:lnTo>
                  <a:lnTo>
                    <a:pt x="7812852" y="862380"/>
                  </a:lnTo>
                  <a:lnTo>
                    <a:pt x="7888496" y="852461"/>
                  </a:lnTo>
                  <a:lnTo>
                    <a:pt x="7958220" y="841542"/>
                  </a:lnTo>
                  <a:lnTo>
                    <a:pt x="8022744" y="829500"/>
                  </a:lnTo>
                  <a:lnTo>
                    <a:pt x="8082837" y="816209"/>
                  </a:lnTo>
                  <a:lnTo>
                    <a:pt x="8139272" y="801552"/>
                  </a:lnTo>
                  <a:lnTo>
                    <a:pt x="8192783" y="785436"/>
                  </a:lnTo>
                  <a:lnTo>
                    <a:pt x="8229629" y="772993"/>
                  </a:lnTo>
                  <a:lnTo>
                    <a:pt x="8287370" y="751228"/>
                  </a:lnTo>
                  <a:lnTo>
                    <a:pt x="8343384" y="727414"/>
                  </a:lnTo>
                  <a:lnTo>
                    <a:pt x="8398273" y="701516"/>
                  </a:lnTo>
                  <a:lnTo>
                    <a:pt x="8452490" y="673558"/>
                  </a:lnTo>
                  <a:lnTo>
                    <a:pt x="8506367" y="643629"/>
                  </a:lnTo>
                  <a:lnTo>
                    <a:pt x="8560130" y="611889"/>
                  </a:lnTo>
                  <a:lnTo>
                    <a:pt x="8613918" y="578567"/>
                  </a:lnTo>
                  <a:lnTo>
                    <a:pt x="8667798" y="543962"/>
                  </a:lnTo>
                  <a:lnTo>
                    <a:pt x="8721779" y="508429"/>
                  </a:lnTo>
                  <a:lnTo>
                    <a:pt x="8775830" y="472369"/>
                  </a:lnTo>
                  <a:lnTo>
                    <a:pt x="8829896" y="436206"/>
                  </a:lnTo>
                  <a:lnTo>
                    <a:pt x="8883916" y="400371"/>
                  </a:lnTo>
                  <a:lnTo>
                    <a:pt x="8937846" y="365279"/>
                  </a:lnTo>
                  <a:lnTo>
                    <a:pt x="8991673" y="331309"/>
                  </a:lnTo>
                  <a:lnTo>
                    <a:pt x="9045435" y="298786"/>
                  </a:lnTo>
                  <a:lnTo>
                    <a:pt x="9099235" y="267974"/>
                  </a:lnTo>
                  <a:lnTo>
                    <a:pt x="9153257" y="239067"/>
                  </a:lnTo>
                  <a:lnTo>
                    <a:pt x="9207779" y="212187"/>
                  </a:lnTo>
                  <a:lnTo>
                    <a:pt x="9263195" y="187387"/>
                  </a:lnTo>
                  <a:lnTo>
                    <a:pt x="9320031" y="164659"/>
                  </a:lnTo>
                  <a:lnTo>
                    <a:pt x="9347647" y="154598"/>
                  </a:lnTo>
                  <a:lnTo>
                    <a:pt x="9399475" y="137414"/>
                  </a:lnTo>
                  <a:lnTo>
                    <a:pt x="9453748" y="121720"/>
                  </a:lnTo>
                  <a:lnTo>
                    <a:pt x="9511147" y="107463"/>
                  </a:lnTo>
                  <a:lnTo>
                    <a:pt x="9572423" y="94541"/>
                  </a:lnTo>
                  <a:lnTo>
                    <a:pt x="9638351" y="82831"/>
                  </a:lnTo>
                  <a:lnTo>
                    <a:pt x="9709691" y="72208"/>
                  </a:lnTo>
                  <a:lnTo>
                    <a:pt x="9787138" y="62554"/>
                  </a:lnTo>
                  <a:lnTo>
                    <a:pt x="9871251" y="53764"/>
                  </a:lnTo>
                  <a:lnTo>
                    <a:pt x="9962362" y="45752"/>
                  </a:lnTo>
                  <a:lnTo>
                    <a:pt x="10060460" y="38451"/>
                  </a:lnTo>
                  <a:lnTo>
                    <a:pt x="10165055" y="31816"/>
                  </a:lnTo>
                  <a:lnTo>
                    <a:pt x="10275025" y="25822"/>
                  </a:lnTo>
                  <a:lnTo>
                    <a:pt x="10388498" y="20461"/>
                  </a:lnTo>
                  <a:lnTo>
                    <a:pt x="10502793" y="15740"/>
                  </a:lnTo>
                  <a:lnTo>
                    <a:pt x="10614483" y="11673"/>
                  </a:lnTo>
                  <a:lnTo>
                    <a:pt x="10719633" y="8270"/>
                  </a:lnTo>
                  <a:lnTo>
                    <a:pt x="10814218" y="5531"/>
                  </a:lnTo>
                  <a:lnTo>
                    <a:pt x="10894681" y="3434"/>
                  </a:lnTo>
                  <a:lnTo>
                    <a:pt x="10958520" y="1928"/>
                  </a:lnTo>
                  <a:lnTo>
                    <a:pt x="11004761" y="937"/>
                  </a:lnTo>
                  <a:lnTo>
                    <a:pt x="11034201" y="361"/>
                  </a:lnTo>
                  <a:lnTo>
                    <a:pt x="11049396" y="89"/>
                  </a:lnTo>
                  <a:lnTo>
                    <a:pt x="11054472" y="6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0" name="pl1039"/>
            <p:cNvSpPr/>
            <p:nvPr/>
          </p:nvSpPr>
          <p:spPr>
            <a:xfrm>
              <a:off x="1199187" y="1309993"/>
              <a:ext cx="12049831" cy="2756573"/>
            </a:xfrm>
            <a:custGeom>
              <a:avLst/>
              <a:pathLst>
                <a:path w="12049831" h="2756573">
                  <a:moveTo>
                    <a:pt x="12049831" y="0"/>
                  </a:moveTo>
                  <a:lnTo>
                    <a:pt x="11054891" y="0"/>
                  </a:lnTo>
                  <a:lnTo>
                    <a:pt x="11053761" y="17"/>
                  </a:lnTo>
                  <a:lnTo>
                    <a:pt x="11046306" y="143"/>
                  </a:lnTo>
                  <a:lnTo>
                    <a:pt x="11027410" y="489"/>
                  </a:lnTo>
                  <a:lnTo>
                    <a:pt x="10993371" y="1172"/>
                  </a:lnTo>
                  <a:lnTo>
                    <a:pt x="10942121" y="2301"/>
                  </a:lnTo>
                  <a:lnTo>
                    <a:pt x="10873375" y="3968"/>
                  </a:lnTo>
                  <a:lnTo>
                    <a:pt x="10788579" y="6245"/>
                  </a:lnTo>
                  <a:lnTo>
                    <a:pt x="10690591" y="9171"/>
                  </a:lnTo>
                  <a:lnTo>
                    <a:pt x="10583163" y="12764"/>
                  </a:lnTo>
                  <a:lnTo>
                    <a:pt x="10470346" y="17018"/>
                  </a:lnTo>
                  <a:lnTo>
                    <a:pt x="10355966" y="21923"/>
                  </a:lnTo>
                  <a:lnTo>
                    <a:pt x="10243253" y="27464"/>
                  </a:lnTo>
                  <a:lnTo>
                    <a:pt x="10134658" y="33639"/>
                  </a:lnTo>
                  <a:lnTo>
                    <a:pt x="10031829" y="40461"/>
                  </a:lnTo>
                  <a:lnTo>
                    <a:pt x="9935694" y="47959"/>
                  </a:lnTo>
                  <a:lnTo>
                    <a:pt x="9846593" y="56185"/>
                  </a:lnTo>
                  <a:lnTo>
                    <a:pt x="9764424" y="65211"/>
                  </a:lnTo>
                  <a:lnTo>
                    <a:pt x="9688781" y="75130"/>
                  </a:lnTo>
                  <a:lnTo>
                    <a:pt x="9619057" y="86050"/>
                  </a:lnTo>
                  <a:lnTo>
                    <a:pt x="9554533" y="98092"/>
                  </a:lnTo>
                  <a:lnTo>
                    <a:pt x="9494439" y="111382"/>
                  </a:lnTo>
                  <a:lnTo>
                    <a:pt x="9438004" y="126040"/>
                  </a:lnTo>
                  <a:lnTo>
                    <a:pt x="9384493" y="142156"/>
                  </a:lnTo>
                  <a:lnTo>
                    <a:pt x="9347647" y="154598"/>
                  </a:lnTo>
                  <a:lnTo>
                    <a:pt x="9289906" y="176363"/>
                  </a:lnTo>
                  <a:lnTo>
                    <a:pt x="9233893" y="200177"/>
                  </a:lnTo>
                  <a:lnTo>
                    <a:pt x="9179004" y="226075"/>
                  </a:lnTo>
                  <a:lnTo>
                    <a:pt x="9124786" y="254033"/>
                  </a:lnTo>
                  <a:lnTo>
                    <a:pt x="9070910" y="283962"/>
                  </a:lnTo>
                  <a:lnTo>
                    <a:pt x="9017147" y="315702"/>
                  </a:lnTo>
                  <a:lnTo>
                    <a:pt x="8963359" y="349024"/>
                  </a:lnTo>
                  <a:lnTo>
                    <a:pt x="8909478" y="383629"/>
                  </a:lnTo>
                  <a:lnTo>
                    <a:pt x="8855497" y="419162"/>
                  </a:lnTo>
                  <a:lnTo>
                    <a:pt x="8801446" y="455223"/>
                  </a:lnTo>
                  <a:lnTo>
                    <a:pt x="8747381" y="491385"/>
                  </a:lnTo>
                  <a:lnTo>
                    <a:pt x="8693361" y="527220"/>
                  </a:lnTo>
                  <a:lnTo>
                    <a:pt x="8639431" y="562312"/>
                  </a:lnTo>
                  <a:lnTo>
                    <a:pt x="8585604" y="596283"/>
                  </a:lnTo>
                  <a:lnTo>
                    <a:pt x="8531841" y="628805"/>
                  </a:lnTo>
                  <a:lnTo>
                    <a:pt x="8478041" y="659617"/>
                  </a:lnTo>
                  <a:lnTo>
                    <a:pt x="8424020" y="688524"/>
                  </a:lnTo>
                  <a:lnTo>
                    <a:pt x="8369497" y="715405"/>
                  </a:lnTo>
                  <a:lnTo>
                    <a:pt x="8314082" y="740205"/>
                  </a:lnTo>
                  <a:lnTo>
                    <a:pt x="8257245" y="762933"/>
                  </a:lnTo>
                  <a:lnTo>
                    <a:pt x="8229629" y="772993"/>
                  </a:lnTo>
                  <a:lnTo>
                    <a:pt x="8177802" y="790177"/>
                  </a:lnTo>
                  <a:lnTo>
                    <a:pt x="8123529" y="805871"/>
                  </a:lnTo>
                  <a:lnTo>
                    <a:pt x="8066129" y="820129"/>
                  </a:lnTo>
                  <a:lnTo>
                    <a:pt x="8004853" y="833051"/>
                  </a:lnTo>
                  <a:lnTo>
                    <a:pt x="7938925" y="844760"/>
                  </a:lnTo>
                  <a:lnTo>
                    <a:pt x="7867585" y="855383"/>
                  </a:lnTo>
                  <a:lnTo>
                    <a:pt x="7790138" y="865037"/>
                  </a:lnTo>
                  <a:lnTo>
                    <a:pt x="7706026" y="873827"/>
                  </a:lnTo>
                  <a:lnTo>
                    <a:pt x="7614915" y="881840"/>
                  </a:lnTo>
                  <a:lnTo>
                    <a:pt x="7516816" y="889140"/>
                  </a:lnTo>
                  <a:lnTo>
                    <a:pt x="7412222" y="895775"/>
                  </a:lnTo>
                  <a:lnTo>
                    <a:pt x="7302252" y="901770"/>
                  </a:lnTo>
                  <a:lnTo>
                    <a:pt x="7188779" y="907131"/>
                  </a:lnTo>
                  <a:lnTo>
                    <a:pt x="7074484" y="911851"/>
                  </a:lnTo>
                  <a:lnTo>
                    <a:pt x="6962794" y="915919"/>
                  </a:lnTo>
                  <a:lnTo>
                    <a:pt x="6857644" y="919321"/>
                  </a:lnTo>
                  <a:lnTo>
                    <a:pt x="6763059" y="922060"/>
                  </a:lnTo>
                  <a:lnTo>
                    <a:pt x="6682596" y="924157"/>
                  </a:lnTo>
                  <a:lnTo>
                    <a:pt x="6618757" y="925663"/>
                  </a:lnTo>
                  <a:lnTo>
                    <a:pt x="6572516" y="926655"/>
                  </a:lnTo>
                  <a:lnTo>
                    <a:pt x="6543076" y="927230"/>
                  </a:lnTo>
                  <a:lnTo>
                    <a:pt x="6527880" y="927502"/>
                  </a:lnTo>
                  <a:lnTo>
                    <a:pt x="6522805" y="927585"/>
                  </a:lnTo>
                  <a:lnTo>
                    <a:pt x="6522385" y="927592"/>
                  </a:lnTo>
                  <a:lnTo>
                    <a:pt x="5527445" y="927592"/>
                  </a:lnTo>
                  <a:lnTo>
                    <a:pt x="5526335" y="927626"/>
                  </a:lnTo>
                  <a:lnTo>
                    <a:pt x="5519003" y="927869"/>
                  </a:lnTo>
                  <a:lnTo>
                    <a:pt x="5500413" y="928540"/>
                  </a:lnTo>
                  <a:lnTo>
                    <a:pt x="5466904" y="929863"/>
                  </a:lnTo>
                  <a:lnTo>
                    <a:pt x="5416407" y="932050"/>
                  </a:lnTo>
                  <a:lnTo>
                    <a:pt x="5348598" y="935284"/>
                  </a:lnTo>
                  <a:lnTo>
                    <a:pt x="5264848" y="939699"/>
                  </a:lnTo>
                  <a:lnTo>
                    <a:pt x="5167921" y="945380"/>
                  </a:lnTo>
                  <a:lnTo>
                    <a:pt x="5061481" y="952358"/>
                  </a:lnTo>
                  <a:lnTo>
                    <a:pt x="4949507" y="960628"/>
                  </a:lnTo>
                  <a:lnTo>
                    <a:pt x="4835783" y="970166"/>
                  </a:lnTo>
                  <a:lnTo>
                    <a:pt x="4723525" y="980946"/>
                  </a:lnTo>
                  <a:lnTo>
                    <a:pt x="4615197" y="992962"/>
                  </a:lnTo>
                  <a:lnTo>
                    <a:pt x="4512474" y="1006233"/>
                  </a:lnTo>
                  <a:lnTo>
                    <a:pt x="4416316" y="1020816"/>
                  </a:lnTo>
                  <a:lnTo>
                    <a:pt x="4327102" y="1036809"/>
                  </a:lnTo>
                  <a:lnTo>
                    <a:pt x="4244765" y="1054347"/>
                  </a:lnTo>
                  <a:lnTo>
                    <a:pt x="4168927" y="1073605"/>
                  </a:lnTo>
                  <a:lnTo>
                    <a:pt x="4099010" y="1094790"/>
                  </a:lnTo>
                  <a:lnTo>
                    <a:pt x="4034314" y="1118136"/>
                  </a:lnTo>
                  <a:lnTo>
                    <a:pt x="3974086" y="1143886"/>
                  </a:lnTo>
                  <a:lnTo>
                    <a:pt x="3917566" y="1172275"/>
                  </a:lnTo>
                  <a:lnTo>
                    <a:pt x="3864026" y="1203489"/>
                  </a:lnTo>
                  <a:lnTo>
                    <a:pt x="3820202" y="1232422"/>
                  </a:lnTo>
                  <a:lnTo>
                    <a:pt x="3769352" y="1269924"/>
                  </a:lnTo>
                  <a:lnTo>
                    <a:pt x="3719899" y="1310536"/>
                  </a:lnTo>
                  <a:lnTo>
                    <a:pt x="3671414" y="1354317"/>
                  </a:lnTo>
                  <a:lnTo>
                    <a:pt x="3623561" y="1401261"/>
                  </a:lnTo>
                  <a:lnTo>
                    <a:pt x="3576083" y="1451288"/>
                  </a:lnTo>
                  <a:lnTo>
                    <a:pt x="3528788" y="1504236"/>
                  </a:lnTo>
                  <a:lnTo>
                    <a:pt x="3481545" y="1559860"/>
                  </a:lnTo>
                  <a:lnTo>
                    <a:pt x="3434270" y="1617831"/>
                  </a:lnTo>
                  <a:lnTo>
                    <a:pt x="3386922" y="1677742"/>
                  </a:lnTo>
                  <a:lnTo>
                    <a:pt x="3339494" y="1739120"/>
                  </a:lnTo>
                  <a:lnTo>
                    <a:pt x="3292005" y="1801435"/>
                  </a:lnTo>
                  <a:lnTo>
                    <a:pt x="3244490" y="1864125"/>
                  </a:lnTo>
                  <a:lnTo>
                    <a:pt x="3196989" y="1926612"/>
                  </a:lnTo>
                  <a:lnTo>
                    <a:pt x="3149541" y="1988325"/>
                  </a:lnTo>
                  <a:lnTo>
                    <a:pt x="3102168" y="2048724"/>
                  </a:lnTo>
                  <a:lnTo>
                    <a:pt x="3054874" y="2107317"/>
                  </a:lnTo>
                  <a:lnTo>
                    <a:pt x="3007628" y="2163676"/>
                  </a:lnTo>
                  <a:lnTo>
                    <a:pt x="2960360" y="2217448"/>
                  </a:lnTo>
                  <a:lnTo>
                    <a:pt x="2912953" y="2268363"/>
                  </a:lnTo>
                  <a:lnTo>
                    <a:pt x="2865235" y="2316235"/>
                  </a:lnTo>
                  <a:lnTo>
                    <a:pt x="2816969" y="2360959"/>
                  </a:lnTo>
                  <a:lnTo>
                    <a:pt x="2767844" y="2402508"/>
                  </a:lnTo>
                  <a:lnTo>
                    <a:pt x="2717460" y="2440924"/>
                  </a:lnTo>
                  <a:lnTo>
                    <a:pt x="2702183" y="2451743"/>
                  </a:lnTo>
                  <a:lnTo>
                    <a:pt x="2650662" y="2485438"/>
                  </a:lnTo>
                  <a:lnTo>
                    <a:pt x="2596728" y="2516229"/>
                  </a:lnTo>
                  <a:lnTo>
                    <a:pt x="2539711" y="2544217"/>
                  </a:lnTo>
                  <a:lnTo>
                    <a:pt x="2478875" y="2569600"/>
                  </a:lnTo>
                  <a:lnTo>
                    <a:pt x="2413460" y="2592613"/>
                  </a:lnTo>
                  <a:lnTo>
                    <a:pt x="2342715" y="2613501"/>
                  </a:lnTo>
                  <a:lnTo>
                    <a:pt x="2265956" y="2632494"/>
                  </a:lnTo>
                  <a:lnTo>
                    <a:pt x="2182627" y="2649796"/>
                  </a:lnTo>
                  <a:lnTo>
                    <a:pt x="2092389" y="2665574"/>
                  </a:lnTo>
                  <a:lnTo>
                    <a:pt x="1995232" y="2679960"/>
                  </a:lnTo>
                  <a:lnTo>
                    <a:pt x="1891610" y="2693044"/>
                  </a:lnTo>
                  <a:lnTo>
                    <a:pt x="1782582" y="2704878"/>
                  </a:lnTo>
                  <a:lnTo>
                    <a:pt x="1669937" y="2715477"/>
                  </a:lnTo>
                  <a:lnTo>
                    <a:pt x="1556251" y="2724830"/>
                  </a:lnTo>
                  <a:lnTo>
                    <a:pt x="1444843" y="2732912"/>
                  </a:lnTo>
                  <a:lnTo>
                    <a:pt x="1339551" y="2739699"/>
                  </a:lnTo>
                  <a:lnTo>
                    <a:pt x="1244344" y="2745191"/>
                  </a:lnTo>
                  <a:lnTo>
                    <a:pt x="1162788" y="2749427"/>
                  </a:lnTo>
                  <a:lnTo>
                    <a:pt x="1097472" y="2752497"/>
                  </a:lnTo>
                  <a:lnTo>
                    <a:pt x="1049531" y="2754545"/>
                  </a:lnTo>
                  <a:lnTo>
                    <a:pt x="1018381" y="2755759"/>
                  </a:lnTo>
                  <a:lnTo>
                    <a:pt x="1001707" y="2756353"/>
                  </a:lnTo>
                  <a:lnTo>
                    <a:pt x="995635" y="2756552"/>
                  </a:lnTo>
                  <a:lnTo>
                    <a:pt x="994940" y="2756573"/>
                  </a:lnTo>
                  <a:lnTo>
                    <a:pt x="0" y="2756573"/>
                  </a:lnTo>
                  <a:lnTo>
                    <a:pt x="0" y="27565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1" name="pg1040"/>
            <p:cNvSpPr/>
            <p:nvPr/>
          </p:nvSpPr>
          <p:spPr>
            <a:xfrm>
              <a:off x="1199187" y="2331917"/>
              <a:ext cx="12049831" cy="1745131"/>
            </a:xfrm>
            <a:custGeom>
              <a:avLst/>
              <a:pathLst>
                <a:path w="12049831" h="1745131">
                  <a:moveTo>
                    <a:pt x="0" y="1745131"/>
                  </a:moveTo>
                  <a:lnTo>
                    <a:pt x="994940" y="1745131"/>
                  </a:lnTo>
                  <a:lnTo>
                    <a:pt x="996053" y="1745098"/>
                  </a:lnTo>
                  <a:lnTo>
                    <a:pt x="1003400" y="1744866"/>
                  </a:lnTo>
                  <a:lnTo>
                    <a:pt x="1022029" y="1744226"/>
                  </a:lnTo>
                  <a:lnTo>
                    <a:pt x="1055604" y="1742965"/>
                  </a:lnTo>
                  <a:lnTo>
                    <a:pt x="1106196" y="1740880"/>
                  </a:lnTo>
                  <a:lnTo>
                    <a:pt x="1174123" y="1737797"/>
                  </a:lnTo>
                  <a:lnTo>
                    <a:pt x="1258006" y="1733588"/>
                  </a:lnTo>
                  <a:lnTo>
                    <a:pt x="1355066" y="1728174"/>
                  </a:lnTo>
                  <a:lnTo>
                    <a:pt x="1461632" y="1721523"/>
                  </a:lnTo>
                  <a:lnTo>
                    <a:pt x="1573713" y="1713641"/>
                  </a:lnTo>
                  <a:lnTo>
                    <a:pt x="1687520" y="1704552"/>
                  </a:lnTo>
                  <a:lnTo>
                    <a:pt x="1799836" y="1694279"/>
                  </a:lnTo>
                  <a:lnTo>
                    <a:pt x="1908198" y="1682830"/>
                  </a:lnTo>
                  <a:lnTo>
                    <a:pt x="2010936" y="1670184"/>
                  </a:lnTo>
                  <a:lnTo>
                    <a:pt x="2107091" y="1656287"/>
                  </a:lnTo>
                  <a:lnTo>
                    <a:pt x="2196291" y="1641046"/>
                  </a:lnTo>
                  <a:lnTo>
                    <a:pt x="2278608" y="1624331"/>
                  </a:lnTo>
                  <a:lnTo>
                    <a:pt x="2354421" y="1605975"/>
                  </a:lnTo>
                  <a:lnTo>
                    <a:pt x="2424314" y="1585781"/>
                  </a:lnTo>
                  <a:lnTo>
                    <a:pt x="2488988" y="1563525"/>
                  </a:lnTo>
                  <a:lnTo>
                    <a:pt x="2549198" y="1538975"/>
                  </a:lnTo>
                  <a:lnTo>
                    <a:pt x="2605707" y="1511907"/>
                  </a:lnTo>
                  <a:lnTo>
                    <a:pt x="2659243" y="1482147"/>
                  </a:lnTo>
                  <a:lnTo>
                    <a:pt x="2702183" y="1455149"/>
                  </a:lnTo>
                  <a:lnTo>
                    <a:pt x="2753701" y="1418978"/>
                  </a:lnTo>
                  <a:lnTo>
                    <a:pt x="2803790" y="1379768"/>
                  </a:lnTo>
                  <a:lnTo>
                    <a:pt x="2852896" y="1337462"/>
                  </a:lnTo>
                  <a:lnTo>
                    <a:pt x="2901365" y="1292067"/>
                  </a:lnTo>
                  <a:lnTo>
                    <a:pt x="2949461" y="1243668"/>
                  </a:lnTo>
                  <a:lnTo>
                    <a:pt x="2997379" y="1192429"/>
                  </a:lnTo>
                  <a:lnTo>
                    <a:pt x="3045253" y="1138599"/>
                  </a:lnTo>
                  <a:lnTo>
                    <a:pt x="3093165" y="1082511"/>
                  </a:lnTo>
                  <a:lnTo>
                    <a:pt x="3141155" y="1024573"/>
                  </a:lnTo>
                  <a:lnTo>
                    <a:pt x="3189224" y="965263"/>
                  </a:lnTo>
                  <a:lnTo>
                    <a:pt x="3237353" y="905109"/>
                  </a:lnTo>
                  <a:lnTo>
                    <a:pt x="3285502" y="844672"/>
                  </a:lnTo>
                  <a:lnTo>
                    <a:pt x="3333631" y="784523"/>
                  </a:lnTo>
                  <a:lnTo>
                    <a:pt x="3381700" y="725224"/>
                  </a:lnTo>
                  <a:lnTo>
                    <a:pt x="3429688" y="667302"/>
                  </a:lnTo>
                  <a:lnTo>
                    <a:pt x="3477599" y="611234"/>
                  </a:lnTo>
                  <a:lnTo>
                    <a:pt x="3525473" y="557428"/>
                  </a:lnTo>
                  <a:lnTo>
                    <a:pt x="3573392" y="506216"/>
                  </a:lnTo>
                  <a:lnTo>
                    <a:pt x="3621491" y="457846"/>
                  </a:lnTo>
                  <a:lnTo>
                    <a:pt x="3669965" y="412481"/>
                  </a:lnTo>
                  <a:lnTo>
                    <a:pt x="3719078" y="370205"/>
                  </a:lnTo>
                  <a:lnTo>
                    <a:pt x="3769179" y="331025"/>
                  </a:lnTo>
                  <a:lnTo>
                    <a:pt x="3820202" y="295222"/>
                  </a:lnTo>
                  <a:lnTo>
                    <a:pt x="3871761" y="263145"/>
                  </a:lnTo>
                  <a:lnTo>
                    <a:pt x="3925739" y="233836"/>
                  </a:lnTo>
                  <a:lnTo>
                    <a:pt x="3982804" y="207196"/>
                  </a:lnTo>
                  <a:lnTo>
                    <a:pt x="4043695" y="183038"/>
                  </a:lnTo>
                  <a:lnTo>
                    <a:pt x="4109175" y="161137"/>
                  </a:lnTo>
                  <a:lnTo>
                    <a:pt x="4179995" y="141259"/>
                  </a:lnTo>
                  <a:lnTo>
                    <a:pt x="4256841" y="123186"/>
                  </a:lnTo>
                  <a:lnTo>
                    <a:pt x="4340268" y="106724"/>
                  </a:lnTo>
                  <a:lnTo>
                    <a:pt x="4430616" y="91712"/>
                  </a:lnTo>
                  <a:lnTo>
                    <a:pt x="4527892" y="78025"/>
                  </a:lnTo>
                  <a:lnTo>
                    <a:pt x="4631637" y="65579"/>
                  </a:lnTo>
                  <a:lnTo>
                    <a:pt x="4740784" y="54323"/>
                  </a:lnTo>
                  <a:lnTo>
                    <a:pt x="4853535" y="44244"/>
                  </a:lnTo>
                  <a:lnTo>
                    <a:pt x="4967299" y="35351"/>
                  </a:lnTo>
                  <a:lnTo>
                    <a:pt x="5078744" y="27670"/>
                  </a:lnTo>
                  <a:lnTo>
                    <a:pt x="5184021" y="21223"/>
                  </a:lnTo>
                  <a:lnTo>
                    <a:pt x="5279152" y="16010"/>
                  </a:lnTo>
                  <a:lnTo>
                    <a:pt x="5360572" y="11993"/>
                  </a:lnTo>
                  <a:lnTo>
                    <a:pt x="5425703" y="9084"/>
                  </a:lnTo>
                  <a:lnTo>
                    <a:pt x="5473430" y="7147"/>
                  </a:lnTo>
                  <a:lnTo>
                    <a:pt x="5504363" y="6002"/>
                  </a:lnTo>
                  <a:lnTo>
                    <a:pt x="5520848" y="5444"/>
                  </a:lnTo>
                  <a:lnTo>
                    <a:pt x="5526790" y="525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1" y="5246"/>
                  </a:lnTo>
                  <a:lnTo>
                    <a:pt x="6531017" y="5284"/>
                  </a:lnTo>
                  <a:lnTo>
                    <a:pt x="6550011" y="5390"/>
                  </a:lnTo>
                  <a:lnTo>
                    <a:pt x="6584220" y="5600"/>
                  </a:lnTo>
                  <a:lnTo>
                    <a:pt x="6635713" y="5946"/>
                  </a:lnTo>
                  <a:lnTo>
                    <a:pt x="6704760" y="6458"/>
                  </a:lnTo>
                  <a:lnTo>
                    <a:pt x="6789891" y="7156"/>
                  </a:lnTo>
                  <a:lnTo>
                    <a:pt x="6888219" y="8053"/>
                  </a:lnTo>
                  <a:lnTo>
                    <a:pt x="6995962" y="9154"/>
                  </a:lnTo>
                  <a:lnTo>
                    <a:pt x="7109046" y="10458"/>
                  </a:lnTo>
                  <a:lnTo>
                    <a:pt x="7223634" y="11961"/>
                  </a:lnTo>
                  <a:lnTo>
                    <a:pt x="7336490" y="13659"/>
                  </a:lnTo>
                  <a:lnTo>
                    <a:pt x="7445168" y="15551"/>
                  </a:lnTo>
                  <a:lnTo>
                    <a:pt x="7548028" y="17641"/>
                  </a:lnTo>
                  <a:lnTo>
                    <a:pt x="7644154" y="19938"/>
                  </a:lnTo>
                  <a:lnTo>
                    <a:pt x="7733218" y="22459"/>
                  </a:lnTo>
                  <a:lnTo>
                    <a:pt x="7815331" y="25226"/>
                  </a:lnTo>
                  <a:lnTo>
                    <a:pt x="7890912" y="28267"/>
                  </a:lnTo>
                  <a:lnTo>
                    <a:pt x="7960575" y="31616"/>
                  </a:lnTo>
                  <a:lnTo>
                    <a:pt x="8025045" y="35310"/>
                  </a:lnTo>
                  <a:lnTo>
                    <a:pt x="8085096" y="39387"/>
                  </a:lnTo>
                  <a:lnTo>
                    <a:pt x="8141506" y="43885"/>
                  </a:lnTo>
                  <a:lnTo>
                    <a:pt x="8195009" y="48829"/>
                  </a:lnTo>
                  <a:lnTo>
                    <a:pt x="8229629" y="52406"/>
                  </a:lnTo>
                  <a:lnTo>
                    <a:pt x="8290860" y="59475"/>
                  </a:lnTo>
                  <a:lnTo>
                    <a:pt x="8350189" y="67249"/>
                  </a:lnTo>
                  <a:lnTo>
                    <a:pt x="8408320" y="75740"/>
                  </a:lnTo>
                  <a:lnTo>
                    <a:pt x="8465772" y="84935"/>
                  </a:lnTo>
                  <a:lnTo>
                    <a:pt x="8522911" y="94796"/>
                  </a:lnTo>
                  <a:lnTo>
                    <a:pt x="8579979" y="105258"/>
                  </a:lnTo>
                  <a:lnTo>
                    <a:pt x="8637112" y="116227"/>
                  </a:lnTo>
                  <a:lnTo>
                    <a:pt x="8694358" y="127588"/>
                  </a:lnTo>
                  <a:lnTo>
                    <a:pt x="8751706" y="139201"/>
                  </a:lnTo>
                  <a:lnTo>
                    <a:pt x="8809099" y="150915"/>
                  </a:lnTo>
                  <a:lnTo>
                    <a:pt x="8866466" y="162573"/>
                  </a:lnTo>
                  <a:lnTo>
                    <a:pt x="8923745" y="174021"/>
                  </a:lnTo>
                  <a:lnTo>
                    <a:pt x="8980909" y="185115"/>
                  </a:lnTo>
                  <a:lnTo>
                    <a:pt x="9037985" y="195734"/>
                  </a:lnTo>
                  <a:lnTo>
                    <a:pt x="9095085" y="205775"/>
                  </a:lnTo>
                  <a:lnTo>
                    <a:pt x="9152415" y="215166"/>
                  </a:lnTo>
                  <a:lnTo>
                    <a:pt x="9210306" y="223861"/>
                  </a:lnTo>
                  <a:lnTo>
                    <a:pt x="9269228" y="231841"/>
                  </a:lnTo>
                  <a:lnTo>
                    <a:pt x="9329828" y="239110"/>
                  </a:lnTo>
                  <a:lnTo>
                    <a:pt x="9347647" y="241069"/>
                  </a:lnTo>
                  <a:lnTo>
                    <a:pt x="9399573" y="246321"/>
                  </a:lnTo>
                  <a:lnTo>
                    <a:pt x="9453954" y="251116"/>
                  </a:lnTo>
                  <a:lnTo>
                    <a:pt x="9511477" y="255472"/>
                  </a:lnTo>
                  <a:lnTo>
                    <a:pt x="9572894" y="259419"/>
                  </a:lnTo>
                  <a:lnTo>
                    <a:pt x="9638986" y="262995"/>
                  </a:lnTo>
                  <a:lnTo>
                    <a:pt x="9710518" y="266239"/>
                  </a:lnTo>
                  <a:lnTo>
                    <a:pt x="9788185" y="269186"/>
                  </a:lnTo>
                  <a:lnTo>
                    <a:pt x="9872550" y="271870"/>
                  </a:lnTo>
                  <a:lnTo>
                    <a:pt x="9963941" y="274315"/>
                  </a:lnTo>
                  <a:lnTo>
                    <a:pt x="10062341" y="276543"/>
                  </a:lnTo>
                  <a:lnTo>
                    <a:pt x="10167247" y="278567"/>
                  </a:lnTo>
                  <a:lnTo>
                    <a:pt x="10277518" y="280395"/>
                  </a:lnTo>
                  <a:lnTo>
                    <a:pt x="10391253" y="282029"/>
                  </a:lnTo>
                  <a:lnTo>
                    <a:pt x="10505739" y="283467"/>
                  </a:lnTo>
                  <a:lnTo>
                    <a:pt x="10617512" y="284705"/>
                  </a:lnTo>
                  <a:lnTo>
                    <a:pt x="10722608" y="285739"/>
                  </a:lnTo>
                  <a:lnTo>
                    <a:pt x="10816984" y="286570"/>
                  </a:lnTo>
                  <a:lnTo>
                    <a:pt x="10897088" y="287205"/>
                  </a:lnTo>
                  <a:lnTo>
                    <a:pt x="10960447" y="287659"/>
                  </a:lnTo>
                  <a:lnTo>
                    <a:pt x="11006141" y="287957"/>
                  </a:lnTo>
                  <a:lnTo>
                    <a:pt x="11035036" y="288129"/>
                  </a:lnTo>
                  <a:lnTo>
                    <a:pt x="11049768" y="288209"/>
                  </a:lnTo>
                  <a:lnTo>
                    <a:pt x="11054541" y="288233"/>
                  </a:lnTo>
                  <a:lnTo>
                    <a:pt x="11054891" y="288234"/>
                  </a:lnTo>
                  <a:lnTo>
                    <a:pt x="12049831" y="288234"/>
                  </a:lnTo>
                  <a:lnTo>
                    <a:pt x="12049831" y="282994"/>
                  </a:lnTo>
                  <a:lnTo>
                    <a:pt x="11054891" y="282994"/>
                  </a:lnTo>
                  <a:lnTo>
                    <a:pt x="11053755" y="282988"/>
                  </a:lnTo>
                  <a:lnTo>
                    <a:pt x="11046260" y="282950"/>
                  </a:lnTo>
                  <a:lnTo>
                    <a:pt x="11027265" y="282844"/>
                  </a:lnTo>
                  <a:lnTo>
                    <a:pt x="10993056" y="282634"/>
                  </a:lnTo>
                  <a:lnTo>
                    <a:pt x="10941563" y="282288"/>
                  </a:lnTo>
                  <a:lnTo>
                    <a:pt x="10872516" y="281776"/>
                  </a:lnTo>
                  <a:lnTo>
                    <a:pt x="10787385" y="281078"/>
                  </a:lnTo>
                  <a:lnTo>
                    <a:pt x="10689058" y="280181"/>
                  </a:lnTo>
                  <a:lnTo>
                    <a:pt x="10581315" y="279080"/>
                  </a:lnTo>
                  <a:lnTo>
                    <a:pt x="10468230" y="277776"/>
                  </a:lnTo>
                  <a:lnTo>
                    <a:pt x="10353643" y="276273"/>
                  </a:lnTo>
                  <a:lnTo>
                    <a:pt x="10240786" y="274575"/>
                  </a:lnTo>
                  <a:lnTo>
                    <a:pt x="10132108" y="272683"/>
                  </a:lnTo>
                  <a:lnTo>
                    <a:pt x="10029249" y="270593"/>
                  </a:lnTo>
                  <a:lnTo>
                    <a:pt x="9933123" y="268296"/>
                  </a:lnTo>
                  <a:lnTo>
                    <a:pt x="9844059" y="265775"/>
                  </a:lnTo>
                  <a:lnTo>
                    <a:pt x="9761945" y="263008"/>
                  </a:lnTo>
                  <a:lnTo>
                    <a:pt x="9686364" y="259967"/>
                  </a:lnTo>
                  <a:lnTo>
                    <a:pt x="9616702" y="256618"/>
                  </a:lnTo>
                  <a:lnTo>
                    <a:pt x="9552232" y="252924"/>
                  </a:lnTo>
                  <a:lnTo>
                    <a:pt x="9492180" y="248847"/>
                  </a:lnTo>
                  <a:lnTo>
                    <a:pt x="9435771" y="244349"/>
                  </a:lnTo>
                  <a:lnTo>
                    <a:pt x="9382268" y="239404"/>
                  </a:lnTo>
                  <a:lnTo>
                    <a:pt x="9347647" y="235828"/>
                  </a:lnTo>
                  <a:lnTo>
                    <a:pt x="9286417" y="228759"/>
                  </a:lnTo>
                  <a:lnTo>
                    <a:pt x="9227088" y="220985"/>
                  </a:lnTo>
                  <a:lnTo>
                    <a:pt x="9168957" y="212494"/>
                  </a:lnTo>
                  <a:lnTo>
                    <a:pt x="9111505" y="203299"/>
                  </a:lnTo>
                  <a:lnTo>
                    <a:pt x="9054365" y="193438"/>
                  </a:lnTo>
                  <a:lnTo>
                    <a:pt x="8997297" y="182976"/>
                  </a:lnTo>
                  <a:lnTo>
                    <a:pt x="8940165" y="172006"/>
                  </a:lnTo>
                  <a:lnTo>
                    <a:pt x="8882918" y="160646"/>
                  </a:lnTo>
                  <a:lnTo>
                    <a:pt x="8825571" y="149033"/>
                  </a:lnTo>
                  <a:lnTo>
                    <a:pt x="8768178" y="137319"/>
                  </a:lnTo>
                  <a:lnTo>
                    <a:pt x="8710811" y="125661"/>
                  </a:lnTo>
                  <a:lnTo>
                    <a:pt x="8653531" y="114213"/>
                  </a:lnTo>
                  <a:lnTo>
                    <a:pt x="8596368" y="103118"/>
                  </a:lnTo>
                  <a:lnTo>
                    <a:pt x="8539291" y="92500"/>
                  </a:lnTo>
                  <a:lnTo>
                    <a:pt x="8482192" y="82459"/>
                  </a:lnTo>
                  <a:lnTo>
                    <a:pt x="8424861" y="73068"/>
                  </a:lnTo>
                  <a:lnTo>
                    <a:pt x="8366971" y="64373"/>
                  </a:lnTo>
                  <a:lnTo>
                    <a:pt x="8308049" y="56393"/>
                  </a:lnTo>
                  <a:lnTo>
                    <a:pt x="8247449" y="49124"/>
                  </a:lnTo>
                  <a:lnTo>
                    <a:pt x="8229629" y="47165"/>
                  </a:lnTo>
                  <a:lnTo>
                    <a:pt x="8177704" y="41913"/>
                  </a:lnTo>
                  <a:lnTo>
                    <a:pt x="8123322" y="37118"/>
                  </a:lnTo>
                  <a:lnTo>
                    <a:pt x="8065800" y="32762"/>
                  </a:lnTo>
                  <a:lnTo>
                    <a:pt x="8004383" y="28815"/>
                  </a:lnTo>
                  <a:lnTo>
                    <a:pt x="7938290" y="25239"/>
                  </a:lnTo>
                  <a:lnTo>
                    <a:pt x="7866759" y="21995"/>
                  </a:lnTo>
                  <a:lnTo>
                    <a:pt x="7789091" y="19048"/>
                  </a:lnTo>
                  <a:lnTo>
                    <a:pt x="7704727" y="16364"/>
                  </a:lnTo>
                  <a:lnTo>
                    <a:pt x="7613336" y="13919"/>
                  </a:lnTo>
                  <a:lnTo>
                    <a:pt x="7514935" y="11691"/>
                  </a:lnTo>
                  <a:lnTo>
                    <a:pt x="7410029" y="9667"/>
                  </a:lnTo>
                  <a:lnTo>
                    <a:pt x="7299759" y="7839"/>
                  </a:lnTo>
                  <a:lnTo>
                    <a:pt x="7186023" y="6205"/>
                  </a:lnTo>
                  <a:lnTo>
                    <a:pt x="7071538" y="4767"/>
                  </a:lnTo>
                  <a:lnTo>
                    <a:pt x="6959764" y="3529"/>
                  </a:lnTo>
                  <a:lnTo>
                    <a:pt x="6854669" y="2495"/>
                  </a:lnTo>
                  <a:lnTo>
                    <a:pt x="6760293" y="1664"/>
                  </a:lnTo>
                  <a:lnTo>
                    <a:pt x="6680189" y="1029"/>
                  </a:lnTo>
                  <a:lnTo>
                    <a:pt x="6616830" y="575"/>
                  </a:lnTo>
                  <a:lnTo>
                    <a:pt x="6571136" y="277"/>
                  </a:lnTo>
                  <a:lnTo>
                    <a:pt x="6542241" y="105"/>
                  </a:lnTo>
                  <a:lnTo>
                    <a:pt x="6527509" y="25"/>
                  </a:lnTo>
                  <a:lnTo>
                    <a:pt x="6522735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2" y="32"/>
                  </a:lnTo>
                  <a:lnTo>
                    <a:pt x="5518985" y="264"/>
                  </a:lnTo>
                  <a:lnTo>
                    <a:pt x="5500356" y="904"/>
                  </a:lnTo>
                  <a:lnTo>
                    <a:pt x="5466781" y="2165"/>
                  </a:lnTo>
                  <a:lnTo>
                    <a:pt x="5416189" y="4250"/>
                  </a:lnTo>
                  <a:lnTo>
                    <a:pt x="5348262" y="7333"/>
                  </a:lnTo>
                  <a:lnTo>
                    <a:pt x="5264379" y="11542"/>
                  </a:lnTo>
                  <a:lnTo>
                    <a:pt x="5167319" y="16957"/>
                  </a:lnTo>
                  <a:lnTo>
                    <a:pt x="5060753" y="23607"/>
                  </a:lnTo>
                  <a:lnTo>
                    <a:pt x="4948672" y="31489"/>
                  </a:lnTo>
                  <a:lnTo>
                    <a:pt x="4834865" y="40578"/>
                  </a:lnTo>
                  <a:lnTo>
                    <a:pt x="4722549" y="50851"/>
                  </a:lnTo>
                  <a:lnTo>
                    <a:pt x="4614187" y="62300"/>
                  </a:lnTo>
                  <a:lnTo>
                    <a:pt x="4511449" y="74946"/>
                  </a:lnTo>
                  <a:lnTo>
                    <a:pt x="4415294" y="88844"/>
                  </a:lnTo>
                  <a:lnTo>
                    <a:pt x="4326094" y="104084"/>
                  </a:lnTo>
                  <a:lnTo>
                    <a:pt x="4243777" y="120799"/>
                  </a:lnTo>
                  <a:lnTo>
                    <a:pt x="4167964" y="139155"/>
                  </a:lnTo>
                  <a:lnTo>
                    <a:pt x="4098071" y="159349"/>
                  </a:lnTo>
                  <a:lnTo>
                    <a:pt x="4033397" y="181605"/>
                  </a:lnTo>
                  <a:lnTo>
                    <a:pt x="3973187" y="206156"/>
                  </a:lnTo>
                  <a:lnTo>
                    <a:pt x="3916678" y="233223"/>
                  </a:lnTo>
                  <a:lnTo>
                    <a:pt x="3863142" y="262984"/>
                  </a:lnTo>
                  <a:lnTo>
                    <a:pt x="3820202" y="289981"/>
                  </a:lnTo>
                  <a:lnTo>
                    <a:pt x="3768684" y="326152"/>
                  </a:lnTo>
                  <a:lnTo>
                    <a:pt x="3718595" y="365362"/>
                  </a:lnTo>
                  <a:lnTo>
                    <a:pt x="3669489" y="407669"/>
                  </a:lnTo>
                  <a:lnTo>
                    <a:pt x="3621020" y="453063"/>
                  </a:lnTo>
                  <a:lnTo>
                    <a:pt x="3572924" y="501462"/>
                  </a:lnTo>
                  <a:lnTo>
                    <a:pt x="3525006" y="552701"/>
                  </a:lnTo>
                  <a:lnTo>
                    <a:pt x="3477132" y="606531"/>
                  </a:lnTo>
                  <a:lnTo>
                    <a:pt x="3429219" y="662619"/>
                  </a:lnTo>
                  <a:lnTo>
                    <a:pt x="3381230" y="720557"/>
                  </a:lnTo>
                  <a:lnTo>
                    <a:pt x="3333161" y="779867"/>
                  </a:lnTo>
                  <a:lnTo>
                    <a:pt x="3285032" y="840021"/>
                  </a:lnTo>
                  <a:lnTo>
                    <a:pt x="3236883" y="900458"/>
                  </a:lnTo>
                  <a:lnTo>
                    <a:pt x="3188754" y="960607"/>
                  </a:lnTo>
                  <a:lnTo>
                    <a:pt x="3140685" y="1019906"/>
                  </a:lnTo>
                  <a:lnTo>
                    <a:pt x="3092697" y="1077828"/>
                  </a:lnTo>
                  <a:lnTo>
                    <a:pt x="3044786" y="1133896"/>
                  </a:lnTo>
                  <a:lnTo>
                    <a:pt x="2996912" y="1187702"/>
                  </a:lnTo>
                  <a:lnTo>
                    <a:pt x="2948993" y="1238914"/>
                  </a:lnTo>
                  <a:lnTo>
                    <a:pt x="2900894" y="1287285"/>
                  </a:lnTo>
                  <a:lnTo>
                    <a:pt x="2852420" y="1332649"/>
                  </a:lnTo>
                  <a:lnTo>
                    <a:pt x="2803306" y="1374925"/>
                  </a:lnTo>
                  <a:lnTo>
                    <a:pt x="2753206" y="1414105"/>
                  </a:lnTo>
                  <a:lnTo>
                    <a:pt x="2702183" y="1449908"/>
                  </a:lnTo>
                  <a:lnTo>
                    <a:pt x="2650624" y="1481985"/>
                  </a:lnTo>
                  <a:lnTo>
                    <a:pt x="2596646" y="1511294"/>
                  </a:lnTo>
                  <a:lnTo>
                    <a:pt x="2539581" y="1537934"/>
                  </a:lnTo>
                  <a:lnTo>
                    <a:pt x="2478690" y="1562092"/>
                  </a:lnTo>
                  <a:lnTo>
                    <a:pt x="2413210" y="1583993"/>
                  </a:lnTo>
                  <a:lnTo>
                    <a:pt x="2342390" y="1603871"/>
                  </a:lnTo>
                  <a:lnTo>
                    <a:pt x="2265544" y="1621944"/>
                  </a:lnTo>
                  <a:lnTo>
                    <a:pt x="2182117" y="1638406"/>
                  </a:lnTo>
                  <a:lnTo>
                    <a:pt x="2091769" y="1653418"/>
                  </a:lnTo>
                  <a:lnTo>
                    <a:pt x="1994493" y="1667105"/>
                  </a:lnTo>
                  <a:lnTo>
                    <a:pt x="1890748" y="1679551"/>
                  </a:lnTo>
                  <a:lnTo>
                    <a:pt x="1781601" y="1690807"/>
                  </a:lnTo>
                  <a:lnTo>
                    <a:pt x="1668850" y="1700887"/>
                  </a:lnTo>
                  <a:lnTo>
                    <a:pt x="1555086" y="1709779"/>
                  </a:lnTo>
                  <a:lnTo>
                    <a:pt x="1443641" y="1717460"/>
                  </a:lnTo>
                  <a:lnTo>
                    <a:pt x="1338364" y="1723907"/>
                  </a:lnTo>
                  <a:lnTo>
                    <a:pt x="1243233" y="1729120"/>
                  </a:lnTo>
                  <a:lnTo>
                    <a:pt x="1161813" y="1733138"/>
                  </a:lnTo>
                  <a:lnTo>
                    <a:pt x="1096682" y="1736046"/>
                  </a:lnTo>
                  <a:lnTo>
                    <a:pt x="1048955" y="1737983"/>
                  </a:lnTo>
                  <a:lnTo>
                    <a:pt x="1018022" y="1739128"/>
                  </a:lnTo>
                  <a:lnTo>
                    <a:pt x="1001537" y="1739686"/>
                  </a:lnTo>
                  <a:lnTo>
                    <a:pt x="995595" y="1739871"/>
                  </a:lnTo>
                  <a:lnTo>
                    <a:pt x="994940" y="1739890"/>
                  </a:lnTo>
                  <a:lnTo>
                    <a:pt x="0" y="173989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42" name="pl1041"/>
            <p:cNvSpPr/>
            <p:nvPr/>
          </p:nvSpPr>
          <p:spPr>
            <a:xfrm>
              <a:off x="1199187" y="2337158"/>
              <a:ext cx="12049831" cy="1739890"/>
            </a:xfrm>
            <a:custGeom>
              <a:avLst/>
              <a:pathLst>
                <a:path w="12049831" h="1739890">
                  <a:moveTo>
                    <a:pt x="0" y="1739890"/>
                  </a:moveTo>
                  <a:lnTo>
                    <a:pt x="994940" y="1739890"/>
                  </a:lnTo>
                  <a:lnTo>
                    <a:pt x="996053" y="1739857"/>
                  </a:lnTo>
                  <a:lnTo>
                    <a:pt x="1003400" y="1739626"/>
                  </a:lnTo>
                  <a:lnTo>
                    <a:pt x="1022029" y="1738986"/>
                  </a:lnTo>
                  <a:lnTo>
                    <a:pt x="1055604" y="1737724"/>
                  </a:lnTo>
                  <a:lnTo>
                    <a:pt x="1106196" y="1735639"/>
                  </a:lnTo>
                  <a:lnTo>
                    <a:pt x="1174123" y="1732557"/>
                  </a:lnTo>
                  <a:lnTo>
                    <a:pt x="1258006" y="1728348"/>
                  </a:lnTo>
                  <a:lnTo>
                    <a:pt x="1355066" y="1722933"/>
                  </a:lnTo>
                  <a:lnTo>
                    <a:pt x="1461632" y="1716282"/>
                  </a:lnTo>
                  <a:lnTo>
                    <a:pt x="1573713" y="1708401"/>
                  </a:lnTo>
                  <a:lnTo>
                    <a:pt x="1687520" y="1699312"/>
                  </a:lnTo>
                  <a:lnTo>
                    <a:pt x="1799836" y="1689039"/>
                  </a:lnTo>
                  <a:lnTo>
                    <a:pt x="1908198" y="1677589"/>
                  </a:lnTo>
                  <a:lnTo>
                    <a:pt x="2010936" y="1664943"/>
                  </a:lnTo>
                  <a:lnTo>
                    <a:pt x="2107091" y="1651046"/>
                  </a:lnTo>
                  <a:lnTo>
                    <a:pt x="2196291" y="1635805"/>
                  </a:lnTo>
                  <a:lnTo>
                    <a:pt x="2278608" y="1619090"/>
                  </a:lnTo>
                  <a:lnTo>
                    <a:pt x="2354421" y="1600735"/>
                  </a:lnTo>
                  <a:lnTo>
                    <a:pt x="2424314" y="1580540"/>
                  </a:lnTo>
                  <a:lnTo>
                    <a:pt x="2488988" y="1558284"/>
                  </a:lnTo>
                  <a:lnTo>
                    <a:pt x="2549198" y="1533734"/>
                  </a:lnTo>
                  <a:lnTo>
                    <a:pt x="2605707" y="1506667"/>
                  </a:lnTo>
                  <a:lnTo>
                    <a:pt x="2659243" y="1476906"/>
                  </a:lnTo>
                  <a:lnTo>
                    <a:pt x="2702183" y="1449908"/>
                  </a:lnTo>
                  <a:lnTo>
                    <a:pt x="2753701" y="1413737"/>
                  </a:lnTo>
                  <a:lnTo>
                    <a:pt x="2803790" y="1374527"/>
                  </a:lnTo>
                  <a:lnTo>
                    <a:pt x="2852896" y="1332221"/>
                  </a:lnTo>
                  <a:lnTo>
                    <a:pt x="2901365" y="1286826"/>
                  </a:lnTo>
                  <a:lnTo>
                    <a:pt x="2949461" y="1238427"/>
                  </a:lnTo>
                  <a:lnTo>
                    <a:pt x="2997379" y="1187188"/>
                  </a:lnTo>
                  <a:lnTo>
                    <a:pt x="3045253" y="1133359"/>
                  </a:lnTo>
                  <a:lnTo>
                    <a:pt x="3093165" y="1077270"/>
                  </a:lnTo>
                  <a:lnTo>
                    <a:pt x="3141155" y="1019333"/>
                  </a:lnTo>
                  <a:lnTo>
                    <a:pt x="3189224" y="960023"/>
                  </a:lnTo>
                  <a:lnTo>
                    <a:pt x="3237353" y="899869"/>
                  </a:lnTo>
                  <a:lnTo>
                    <a:pt x="3285502" y="839431"/>
                  </a:lnTo>
                  <a:lnTo>
                    <a:pt x="3333631" y="779283"/>
                  </a:lnTo>
                  <a:lnTo>
                    <a:pt x="3381700" y="719983"/>
                  </a:lnTo>
                  <a:lnTo>
                    <a:pt x="3429688" y="662062"/>
                  </a:lnTo>
                  <a:lnTo>
                    <a:pt x="3477599" y="605994"/>
                  </a:lnTo>
                  <a:lnTo>
                    <a:pt x="3525473" y="552188"/>
                  </a:lnTo>
                  <a:lnTo>
                    <a:pt x="3573392" y="500975"/>
                  </a:lnTo>
                  <a:lnTo>
                    <a:pt x="3621491" y="452605"/>
                  </a:lnTo>
                  <a:lnTo>
                    <a:pt x="3669965" y="407240"/>
                  </a:lnTo>
                  <a:lnTo>
                    <a:pt x="3719078" y="364964"/>
                  </a:lnTo>
                  <a:lnTo>
                    <a:pt x="3769179" y="325785"/>
                  </a:lnTo>
                  <a:lnTo>
                    <a:pt x="3820202" y="289981"/>
                  </a:lnTo>
                  <a:lnTo>
                    <a:pt x="3871761" y="257905"/>
                  </a:lnTo>
                  <a:lnTo>
                    <a:pt x="3925739" y="228595"/>
                  </a:lnTo>
                  <a:lnTo>
                    <a:pt x="3982804" y="201955"/>
                  </a:lnTo>
                  <a:lnTo>
                    <a:pt x="4043695" y="177798"/>
                  </a:lnTo>
                  <a:lnTo>
                    <a:pt x="4109175" y="155896"/>
                  </a:lnTo>
                  <a:lnTo>
                    <a:pt x="4179995" y="136019"/>
                  </a:lnTo>
                  <a:lnTo>
                    <a:pt x="4256841" y="117946"/>
                  </a:lnTo>
                  <a:lnTo>
                    <a:pt x="4340268" y="101483"/>
                  </a:lnTo>
                  <a:lnTo>
                    <a:pt x="4430616" y="86471"/>
                  </a:lnTo>
                  <a:lnTo>
                    <a:pt x="4527892" y="72785"/>
                  </a:lnTo>
                  <a:lnTo>
                    <a:pt x="4631637" y="60338"/>
                  </a:lnTo>
                  <a:lnTo>
                    <a:pt x="4740784" y="49082"/>
                  </a:lnTo>
                  <a:lnTo>
                    <a:pt x="4853535" y="39003"/>
                  </a:lnTo>
                  <a:lnTo>
                    <a:pt x="4967299" y="30111"/>
                  </a:lnTo>
                  <a:lnTo>
                    <a:pt x="5078744" y="22430"/>
                  </a:lnTo>
                  <a:lnTo>
                    <a:pt x="5184021" y="15983"/>
                  </a:lnTo>
                  <a:lnTo>
                    <a:pt x="5279152" y="10769"/>
                  </a:lnTo>
                  <a:lnTo>
                    <a:pt x="5360572" y="6752"/>
                  </a:lnTo>
                  <a:lnTo>
                    <a:pt x="5425703" y="3844"/>
                  </a:lnTo>
                  <a:lnTo>
                    <a:pt x="5473430" y="1907"/>
                  </a:lnTo>
                  <a:lnTo>
                    <a:pt x="5504363" y="762"/>
                  </a:lnTo>
                  <a:lnTo>
                    <a:pt x="5520848" y="203"/>
                  </a:lnTo>
                  <a:lnTo>
                    <a:pt x="5526790" y="18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1" y="5"/>
                  </a:lnTo>
                  <a:lnTo>
                    <a:pt x="6531017" y="43"/>
                  </a:lnTo>
                  <a:lnTo>
                    <a:pt x="6550011" y="150"/>
                  </a:lnTo>
                  <a:lnTo>
                    <a:pt x="6584220" y="359"/>
                  </a:lnTo>
                  <a:lnTo>
                    <a:pt x="6635713" y="705"/>
                  </a:lnTo>
                  <a:lnTo>
                    <a:pt x="6704760" y="1217"/>
                  </a:lnTo>
                  <a:lnTo>
                    <a:pt x="6789891" y="1915"/>
                  </a:lnTo>
                  <a:lnTo>
                    <a:pt x="6888219" y="2812"/>
                  </a:lnTo>
                  <a:lnTo>
                    <a:pt x="6995962" y="3914"/>
                  </a:lnTo>
                  <a:lnTo>
                    <a:pt x="7109046" y="5218"/>
                  </a:lnTo>
                  <a:lnTo>
                    <a:pt x="7223634" y="6720"/>
                  </a:lnTo>
                  <a:lnTo>
                    <a:pt x="7336490" y="8418"/>
                  </a:lnTo>
                  <a:lnTo>
                    <a:pt x="7445168" y="10310"/>
                  </a:lnTo>
                  <a:lnTo>
                    <a:pt x="7548028" y="12400"/>
                  </a:lnTo>
                  <a:lnTo>
                    <a:pt x="7644154" y="14698"/>
                  </a:lnTo>
                  <a:lnTo>
                    <a:pt x="7733218" y="17219"/>
                  </a:lnTo>
                  <a:lnTo>
                    <a:pt x="7815331" y="19986"/>
                  </a:lnTo>
                  <a:lnTo>
                    <a:pt x="7890912" y="23027"/>
                  </a:lnTo>
                  <a:lnTo>
                    <a:pt x="7960575" y="26375"/>
                  </a:lnTo>
                  <a:lnTo>
                    <a:pt x="8025045" y="30069"/>
                  </a:lnTo>
                  <a:lnTo>
                    <a:pt x="8085096" y="34147"/>
                  </a:lnTo>
                  <a:lnTo>
                    <a:pt x="8141506" y="38644"/>
                  </a:lnTo>
                  <a:lnTo>
                    <a:pt x="8195009" y="43589"/>
                  </a:lnTo>
                  <a:lnTo>
                    <a:pt x="8229629" y="47165"/>
                  </a:lnTo>
                  <a:lnTo>
                    <a:pt x="8290860" y="54234"/>
                  </a:lnTo>
                  <a:lnTo>
                    <a:pt x="8350189" y="62009"/>
                  </a:lnTo>
                  <a:lnTo>
                    <a:pt x="8408320" y="70499"/>
                  </a:lnTo>
                  <a:lnTo>
                    <a:pt x="8465772" y="79694"/>
                  </a:lnTo>
                  <a:lnTo>
                    <a:pt x="8522911" y="89555"/>
                  </a:lnTo>
                  <a:lnTo>
                    <a:pt x="8579979" y="100017"/>
                  </a:lnTo>
                  <a:lnTo>
                    <a:pt x="8637112" y="110987"/>
                  </a:lnTo>
                  <a:lnTo>
                    <a:pt x="8694358" y="122347"/>
                  </a:lnTo>
                  <a:lnTo>
                    <a:pt x="8751706" y="133960"/>
                  </a:lnTo>
                  <a:lnTo>
                    <a:pt x="8809099" y="145674"/>
                  </a:lnTo>
                  <a:lnTo>
                    <a:pt x="8866466" y="157332"/>
                  </a:lnTo>
                  <a:lnTo>
                    <a:pt x="8923745" y="168780"/>
                  </a:lnTo>
                  <a:lnTo>
                    <a:pt x="8980909" y="179875"/>
                  </a:lnTo>
                  <a:lnTo>
                    <a:pt x="9037985" y="190493"/>
                  </a:lnTo>
                  <a:lnTo>
                    <a:pt x="9095085" y="200534"/>
                  </a:lnTo>
                  <a:lnTo>
                    <a:pt x="9152415" y="209926"/>
                  </a:lnTo>
                  <a:lnTo>
                    <a:pt x="9210306" y="218621"/>
                  </a:lnTo>
                  <a:lnTo>
                    <a:pt x="9269228" y="226601"/>
                  </a:lnTo>
                  <a:lnTo>
                    <a:pt x="9329828" y="233870"/>
                  </a:lnTo>
                  <a:lnTo>
                    <a:pt x="9347647" y="235828"/>
                  </a:lnTo>
                  <a:lnTo>
                    <a:pt x="9399573" y="241080"/>
                  </a:lnTo>
                  <a:lnTo>
                    <a:pt x="9453954" y="245876"/>
                  </a:lnTo>
                  <a:lnTo>
                    <a:pt x="9511477" y="250231"/>
                  </a:lnTo>
                  <a:lnTo>
                    <a:pt x="9572894" y="254178"/>
                  </a:lnTo>
                  <a:lnTo>
                    <a:pt x="9638986" y="257755"/>
                  </a:lnTo>
                  <a:lnTo>
                    <a:pt x="9710518" y="260998"/>
                  </a:lnTo>
                  <a:lnTo>
                    <a:pt x="9788185" y="263946"/>
                  </a:lnTo>
                  <a:lnTo>
                    <a:pt x="9872550" y="266629"/>
                  </a:lnTo>
                  <a:lnTo>
                    <a:pt x="9963941" y="269074"/>
                  </a:lnTo>
                  <a:lnTo>
                    <a:pt x="10062341" y="271302"/>
                  </a:lnTo>
                  <a:lnTo>
                    <a:pt x="10167247" y="273326"/>
                  </a:lnTo>
                  <a:lnTo>
                    <a:pt x="10277518" y="275154"/>
                  </a:lnTo>
                  <a:lnTo>
                    <a:pt x="10391253" y="276788"/>
                  </a:lnTo>
                  <a:lnTo>
                    <a:pt x="10505739" y="278226"/>
                  </a:lnTo>
                  <a:lnTo>
                    <a:pt x="10617512" y="279464"/>
                  </a:lnTo>
                  <a:lnTo>
                    <a:pt x="10722608" y="280498"/>
                  </a:lnTo>
                  <a:lnTo>
                    <a:pt x="10816984" y="281329"/>
                  </a:lnTo>
                  <a:lnTo>
                    <a:pt x="10897088" y="281964"/>
                  </a:lnTo>
                  <a:lnTo>
                    <a:pt x="10960447" y="282419"/>
                  </a:lnTo>
                  <a:lnTo>
                    <a:pt x="11006141" y="282716"/>
                  </a:lnTo>
                  <a:lnTo>
                    <a:pt x="11035036" y="282888"/>
                  </a:lnTo>
                  <a:lnTo>
                    <a:pt x="11049768" y="282968"/>
                  </a:lnTo>
                  <a:lnTo>
                    <a:pt x="11054541" y="282992"/>
                  </a:lnTo>
                  <a:lnTo>
                    <a:pt x="11054891" y="282994"/>
                  </a:lnTo>
                  <a:lnTo>
                    <a:pt x="12049831" y="282994"/>
                  </a:lnTo>
                  <a:lnTo>
                    <a:pt x="12049831" y="2829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3" name="pl1042"/>
            <p:cNvSpPr/>
            <p:nvPr/>
          </p:nvSpPr>
          <p:spPr>
            <a:xfrm>
              <a:off x="1199187" y="2331917"/>
              <a:ext cx="12049831" cy="1739890"/>
            </a:xfrm>
            <a:custGeom>
              <a:avLst/>
              <a:pathLst>
                <a:path w="12049831" h="1739890">
                  <a:moveTo>
                    <a:pt x="12049831" y="282994"/>
                  </a:moveTo>
                  <a:lnTo>
                    <a:pt x="11054891" y="282994"/>
                  </a:lnTo>
                  <a:lnTo>
                    <a:pt x="11053755" y="282988"/>
                  </a:lnTo>
                  <a:lnTo>
                    <a:pt x="11046260" y="282950"/>
                  </a:lnTo>
                  <a:lnTo>
                    <a:pt x="11027265" y="282844"/>
                  </a:lnTo>
                  <a:lnTo>
                    <a:pt x="10993056" y="282634"/>
                  </a:lnTo>
                  <a:lnTo>
                    <a:pt x="10941563" y="282288"/>
                  </a:lnTo>
                  <a:lnTo>
                    <a:pt x="10872516" y="281776"/>
                  </a:lnTo>
                  <a:lnTo>
                    <a:pt x="10787385" y="281078"/>
                  </a:lnTo>
                  <a:lnTo>
                    <a:pt x="10689058" y="280181"/>
                  </a:lnTo>
                  <a:lnTo>
                    <a:pt x="10581315" y="279080"/>
                  </a:lnTo>
                  <a:lnTo>
                    <a:pt x="10468230" y="277776"/>
                  </a:lnTo>
                  <a:lnTo>
                    <a:pt x="10353643" y="276273"/>
                  </a:lnTo>
                  <a:lnTo>
                    <a:pt x="10240786" y="274575"/>
                  </a:lnTo>
                  <a:lnTo>
                    <a:pt x="10132108" y="272683"/>
                  </a:lnTo>
                  <a:lnTo>
                    <a:pt x="10029249" y="270593"/>
                  </a:lnTo>
                  <a:lnTo>
                    <a:pt x="9933123" y="268296"/>
                  </a:lnTo>
                  <a:lnTo>
                    <a:pt x="9844059" y="265775"/>
                  </a:lnTo>
                  <a:lnTo>
                    <a:pt x="9761945" y="263008"/>
                  </a:lnTo>
                  <a:lnTo>
                    <a:pt x="9686364" y="259967"/>
                  </a:lnTo>
                  <a:lnTo>
                    <a:pt x="9616702" y="256618"/>
                  </a:lnTo>
                  <a:lnTo>
                    <a:pt x="9552232" y="252924"/>
                  </a:lnTo>
                  <a:lnTo>
                    <a:pt x="9492180" y="248847"/>
                  </a:lnTo>
                  <a:lnTo>
                    <a:pt x="9435771" y="244349"/>
                  </a:lnTo>
                  <a:lnTo>
                    <a:pt x="9382268" y="239404"/>
                  </a:lnTo>
                  <a:lnTo>
                    <a:pt x="9347647" y="235828"/>
                  </a:lnTo>
                  <a:lnTo>
                    <a:pt x="9286417" y="228759"/>
                  </a:lnTo>
                  <a:lnTo>
                    <a:pt x="9227088" y="220985"/>
                  </a:lnTo>
                  <a:lnTo>
                    <a:pt x="9168957" y="212494"/>
                  </a:lnTo>
                  <a:lnTo>
                    <a:pt x="9111505" y="203299"/>
                  </a:lnTo>
                  <a:lnTo>
                    <a:pt x="9054365" y="193438"/>
                  </a:lnTo>
                  <a:lnTo>
                    <a:pt x="8997297" y="182976"/>
                  </a:lnTo>
                  <a:lnTo>
                    <a:pt x="8940165" y="172006"/>
                  </a:lnTo>
                  <a:lnTo>
                    <a:pt x="8882918" y="160646"/>
                  </a:lnTo>
                  <a:lnTo>
                    <a:pt x="8825571" y="149033"/>
                  </a:lnTo>
                  <a:lnTo>
                    <a:pt x="8768178" y="137319"/>
                  </a:lnTo>
                  <a:lnTo>
                    <a:pt x="8710811" y="125661"/>
                  </a:lnTo>
                  <a:lnTo>
                    <a:pt x="8653531" y="114213"/>
                  </a:lnTo>
                  <a:lnTo>
                    <a:pt x="8596368" y="103118"/>
                  </a:lnTo>
                  <a:lnTo>
                    <a:pt x="8539291" y="92500"/>
                  </a:lnTo>
                  <a:lnTo>
                    <a:pt x="8482192" y="82459"/>
                  </a:lnTo>
                  <a:lnTo>
                    <a:pt x="8424861" y="73068"/>
                  </a:lnTo>
                  <a:lnTo>
                    <a:pt x="8366971" y="64373"/>
                  </a:lnTo>
                  <a:lnTo>
                    <a:pt x="8308049" y="56393"/>
                  </a:lnTo>
                  <a:lnTo>
                    <a:pt x="8247449" y="49124"/>
                  </a:lnTo>
                  <a:lnTo>
                    <a:pt x="8229629" y="47165"/>
                  </a:lnTo>
                  <a:lnTo>
                    <a:pt x="8177704" y="41913"/>
                  </a:lnTo>
                  <a:lnTo>
                    <a:pt x="8123322" y="37118"/>
                  </a:lnTo>
                  <a:lnTo>
                    <a:pt x="8065800" y="32762"/>
                  </a:lnTo>
                  <a:lnTo>
                    <a:pt x="8004383" y="28815"/>
                  </a:lnTo>
                  <a:lnTo>
                    <a:pt x="7938290" y="25239"/>
                  </a:lnTo>
                  <a:lnTo>
                    <a:pt x="7866759" y="21995"/>
                  </a:lnTo>
                  <a:lnTo>
                    <a:pt x="7789091" y="19048"/>
                  </a:lnTo>
                  <a:lnTo>
                    <a:pt x="7704727" y="16364"/>
                  </a:lnTo>
                  <a:lnTo>
                    <a:pt x="7613336" y="13919"/>
                  </a:lnTo>
                  <a:lnTo>
                    <a:pt x="7514935" y="11691"/>
                  </a:lnTo>
                  <a:lnTo>
                    <a:pt x="7410029" y="9667"/>
                  </a:lnTo>
                  <a:lnTo>
                    <a:pt x="7299759" y="7839"/>
                  </a:lnTo>
                  <a:lnTo>
                    <a:pt x="7186023" y="6205"/>
                  </a:lnTo>
                  <a:lnTo>
                    <a:pt x="7071538" y="4767"/>
                  </a:lnTo>
                  <a:lnTo>
                    <a:pt x="6959764" y="3529"/>
                  </a:lnTo>
                  <a:lnTo>
                    <a:pt x="6854669" y="2495"/>
                  </a:lnTo>
                  <a:lnTo>
                    <a:pt x="6760293" y="1664"/>
                  </a:lnTo>
                  <a:lnTo>
                    <a:pt x="6680189" y="1029"/>
                  </a:lnTo>
                  <a:lnTo>
                    <a:pt x="6616830" y="575"/>
                  </a:lnTo>
                  <a:lnTo>
                    <a:pt x="6571136" y="277"/>
                  </a:lnTo>
                  <a:lnTo>
                    <a:pt x="6542241" y="105"/>
                  </a:lnTo>
                  <a:lnTo>
                    <a:pt x="6527509" y="25"/>
                  </a:lnTo>
                  <a:lnTo>
                    <a:pt x="6522735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2" y="32"/>
                  </a:lnTo>
                  <a:lnTo>
                    <a:pt x="5518985" y="264"/>
                  </a:lnTo>
                  <a:lnTo>
                    <a:pt x="5500356" y="904"/>
                  </a:lnTo>
                  <a:lnTo>
                    <a:pt x="5466781" y="2165"/>
                  </a:lnTo>
                  <a:lnTo>
                    <a:pt x="5416189" y="4250"/>
                  </a:lnTo>
                  <a:lnTo>
                    <a:pt x="5348262" y="7333"/>
                  </a:lnTo>
                  <a:lnTo>
                    <a:pt x="5264379" y="11542"/>
                  </a:lnTo>
                  <a:lnTo>
                    <a:pt x="5167319" y="16957"/>
                  </a:lnTo>
                  <a:lnTo>
                    <a:pt x="5060753" y="23607"/>
                  </a:lnTo>
                  <a:lnTo>
                    <a:pt x="4948672" y="31489"/>
                  </a:lnTo>
                  <a:lnTo>
                    <a:pt x="4834865" y="40578"/>
                  </a:lnTo>
                  <a:lnTo>
                    <a:pt x="4722549" y="50851"/>
                  </a:lnTo>
                  <a:lnTo>
                    <a:pt x="4614187" y="62300"/>
                  </a:lnTo>
                  <a:lnTo>
                    <a:pt x="4511449" y="74946"/>
                  </a:lnTo>
                  <a:lnTo>
                    <a:pt x="4415294" y="88844"/>
                  </a:lnTo>
                  <a:lnTo>
                    <a:pt x="4326094" y="104084"/>
                  </a:lnTo>
                  <a:lnTo>
                    <a:pt x="4243777" y="120799"/>
                  </a:lnTo>
                  <a:lnTo>
                    <a:pt x="4167964" y="139155"/>
                  </a:lnTo>
                  <a:lnTo>
                    <a:pt x="4098071" y="159349"/>
                  </a:lnTo>
                  <a:lnTo>
                    <a:pt x="4033397" y="181605"/>
                  </a:lnTo>
                  <a:lnTo>
                    <a:pt x="3973187" y="206156"/>
                  </a:lnTo>
                  <a:lnTo>
                    <a:pt x="3916678" y="233223"/>
                  </a:lnTo>
                  <a:lnTo>
                    <a:pt x="3863142" y="262984"/>
                  </a:lnTo>
                  <a:lnTo>
                    <a:pt x="3820202" y="289981"/>
                  </a:lnTo>
                  <a:lnTo>
                    <a:pt x="3768684" y="326152"/>
                  </a:lnTo>
                  <a:lnTo>
                    <a:pt x="3718595" y="365362"/>
                  </a:lnTo>
                  <a:lnTo>
                    <a:pt x="3669489" y="407669"/>
                  </a:lnTo>
                  <a:lnTo>
                    <a:pt x="3621020" y="453063"/>
                  </a:lnTo>
                  <a:lnTo>
                    <a:pt x="3572924" y="501462"/>
                  </a:lnTo>
                  <a:lnTo>
                    <a:pt x="3525006" y="552701"/>
                  </a:lnTo>
                  <a:lnTo>
                    <a:pt x="3477132" y="606531"/>
                  </a:lnTo>
                  <a:lnTo>
                    <a:pt x="3429219" y="662619"/>
                  </a:lnTo>
                  <a:lnTo>
                    <a:pt x="3381230" y="720557"/>
                  </a:lnTo>
                  <a:lnTo>
                    <a:pt x="3333161" y="779867"/>
                  </a:lnTo>
                  <a:lnTo>
                    <a:pt x="3285032" y="840021"/>
                  </a:lnTo>
                  <a:lnTo>
                    <a:pt x="3236883" y="900458"/>
                  </a:lnTo>
                  <a:lnTo>
                    <a:pt x="3188754" y="960607"/>
                  </a:lnTo>
                  <a:lnTo>
                    <a:pt x="3140685" y="1019906"/>
                  </a:lnTo>
                  <a:lnTo>
                    <a:pt x="3092697" y="1077828"/>
                  </a:lnTo>
                  <a:lnTo>
                    <a:pt x="3044786" y="1133896"/>
                  </a:lnTo>
                  <a:lnTo>
                    <a:pt x="2996912" y="1187702"/>
                  </a:lnTo>
                  <a:lnTo>
                    <a:pt x="2948993" y="1238914"/>
                  </a:lnTo>
                  <a:lnTo>
                    <a:pt x="2900894" y="1287285"/>
                  </a:lnTo>
                  <a:lnTo>
                    <a:pt x="2852420" y="1332649"/>
                  </a:lnTo>
                  <a:lnTo>
                    <a:pt x="2803306" y="1374925"/>
                  </a:lnTo>
                  <a:lnTo>
                    <a:pt x="2753206" y="1414105"/>
                  </a:lnTo>
                  <a:lnTo>
                    <a:pt x="2702183" y="1449908"/>
                  </a:lnTo>
                  <a:lnTo>
                    <a:pt x="2650624" y="1481985"/>
                  </a:lnTo>
                  <a:lnTo>
                    <a:pt x="2596646" y="1511294"/>
                  </a:lnTo>
                  <a:lnTo>
                    <a:pt x="2539581" y="1537934"/>
                  </a:lnTo>
                  <a:lnTo>
                    <a:pt x="2478690" y="1562092"/>
                  </a:lnTo>
                  <a:lnTo>
                    <a:pt x="2413210" y="1583993"/>
                  </a:lnTo>
                  <a:lnTo>
                    <a:pt x="2342390" y="1603871"/>
                  </a:lnTo>
                  <a:lnTo>
                    <a:pt x="2265544" y="1621944"/>
                  </a:lnTo>
                  <a:lnTo>
                    <a:pt x="2182117" y="1638406"/>
                  </a:lnTo>
                  <a:lnTo>
                    <a:pt x="2091769" y="1653418"/>
                  </a:lnTo>
                  <a:lnTo>
                    <a:pt x="1994493" y="1667105"/>
                  </a:lnTo>
                  <a:lnTo>
                    <a:pt x="1890748" y="1679551"/>
                  </a:lnTo>
                  <a:lnTo>
                    <a:pt x="1781601" y="1690807"/>
                  </a:lnTo>
                  <a:lnTo>
                    <a:pt x="1668850" y="1700887"/>
                  </a:lnTo>
                  <a:lnTo>
                    <a:pt x="1555086" y="1709779"/>
                  </a:lnTo>
                  <a:lnTo>
                    <a:pt x="1443641" y="1717460"/>
                  </a:lnTo>
                  <a:lnTo>
                    <a:pt x="1338364" y="1723907"/>
                  </a:lnTo>
                  <a:lnTo>
                    <a:pt x="1243233" y="1729120"/>
                  </a:lnTo>
                  <a:lnTo>
                    <a:pt x="1161813" y="1733138"/>
                  </a:lnTo>
                  <a:lnTo>
                    <a:pt x="1096682" y="1736046"/>
                  </a:lnTo>
                  <a:lnTo>
                    <a:pt x="1048955" y="1737983"/>
                  </a:lnTo>
                  <a:lnTo>
                    <a:pt x="1018022" y="1739128"/>
                  </a:lnTo>
                  <a:lnTo>
                    <a:pt x="1001537" y="1739686"/>
                  </a:lnTo>
                  <a:lnTo>
                    <a:pt x="995595" y="1739871"/>
                  </a:lnTo>
                  <a:lnTo>
                    <a:pt x="994940" y="1739890"/>
                  </a:lnTo>
                  <a:lnTo>
                    <a:pt x="0" y="1739890"/>
                  </a:lnTo>
                  <a:lnTo>
                    <a:pt x="0" y="17398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4" name="pg1043"/>
            <p:cNvSpPr/>
            <p:nvPr/>
          </p:nvSpPr>
          <p:spPr>
            <a:xfrm>
              <a:off x="1199187" y="2347639"/>
              <a:ext cx="12049831" cy="1739890"/>
            </a:xfrm>
            <a:custGeom>
              <a:avLst/>
              <a:pathLst>
                <a:path w="12049831" h="1739890">
                  <a:moveTo>
                    <a:pt x="0" y="1739890"/>
                  </a:moveTo>
                  <a:lnTo>
                    <a:pt x="994940" y="1739890"/>
                  </a:lnTo>
                  <a:lnTo>
                    <a:pt x="996053" y="1739858"/>
                  </a:lnTo>
                  <a:lnTo>
                    <a:pt x="1003402" y="1739627"/>
                  </a:lnTo>
                  <a:lnTo>
                    <a:pt x="1022035" y="1738991"/>
                  </a:lnTo>
                  <a:lnTo>
                    <a:pt x="1055618" y="1737737"/>
                  </a:lnTo>
                  <a:lnTo>
                    <a:pt x="1106221" y="1735664"/>
                  </a:lnTo>
                  <a:lnTo>
                    <a:pt x="1174162" y="1732599"/>
                  </a:lnTo>
                  <a:lnTo>
                    <a:pt x="1258059" y="1728414"/>
                  </a:lnTo>
                  <a:lnTo>
                    <a:pt x="1355135" y="1723031"/>
                  </a:lnTo>
                  <a:lnTo>
                    <a:pt x="1461715" y="1716419"/>
                  </a:lnTo>
                  <a:lnTo>
                    <a:pt x="1573808" y="1708583"/>
                  </a:lnTo>
                  <a:lnTo>
                    <a:pt x="1687626" y="1699547"/>
                  </a:lnTo>
                  <a:lnTo>
                    <a:pt x="1799948" y="1689334"/>
                  </a:lnTo>
                  <a:lnTo>
                    <a:pt x="1908314" y="1677952"/>
                  </a:lnTo>
                  <a:lnTo>
                    <a:pt x="2011053" y="1665379"/>
                  </a:lnTo>
                  <a:lnTo>
                    <a:pt x="2107208" y="1651563"/>
                  </a:lnTo>
                  <a:lnTo>
                    <a:pt x="2196407" y="1636411"/>
                  </a:lnTo>
                  <a:lnTo>
                    <a:pt x="2278721" y="1619793"/>
                  </a:lnTo>
                  <a:lnTo>
                    <a:pt x="2354531" y="1601544"/>
                  </a:lnTo>
                  <a:lnTo>
                    <a:pt x="2424421" y="1581467"/>
                  </a:lnTo>
                  <a:lnTo>
                    <a:pt x="2489093" y="1559339"/>
                  </a:lnTo>
                  <a:lnTo>
                    <a:pt x="2549301" y="1534931"/>
                  </a:lnTo>
                  <a:lnTo>
                    <a:pt x="2605808" y="1508019"/>
                  </a:lnTo>
                  <a:lnTo>
                    <a:pt x="2659344" y="1478430"/>
                  </a:lnTo>
                  <a:lnTo>
                    <a:pt x="2702183" y="1451655"/>
                  </a:lnTo>
                  <a:lnTo>
                    <a:pt x="2753780" y="1415643"/>
                  </a:lnTo>
                  <a:lnTo>
                    <a:pt x="2803945" y="1376602"/>
                  </a:lnTo>
                  <a:lnTo>
                    <a:pt x="2853125" y="1334472"/>
                  </a:lnTo>
                  <a:lnTo>
                    <a:pt x="2901667" y="1289264"/>
                  </a:lnTo>
                  <a:lnTo>
                    <a:pt x="2949836" y="1241061"/>
                  </a:lnTo>
                  <a:lnTo>
                    <a:pt x="2997828" y="1190028"/>
                  </a:lnTo>
                  <a:lnTo>
                    <a:pt x="3045777" y="1136414"/>
                  </a:lnTo>
                  <a:lnTo>
                    <a:pt x="3093765" y="1080552"/>
                  </a:lnTo>
                  <a:lnTo>
                    <a:pt x="3141830" y="1022853"/>
                  </a:lnTo>
                  <a:lnTo>
                    <a:pt x="3189976" y="963791"/>
                  </a:lnTo>
                  <a:lnTo>
                    <a:pt x="3238180" y="903897"/>
                  </a:lnTo>
                  <a:lnTo>
                    <a:pt x="3286405" y="843730"/>
                  </a:lnTo>
                  <a:lnTo>
                    <a:pt x="3334608" y="783862"/>
                  </a:lnTo>
                  <a:lnTo>
                    <a:pt x="3382750" y="724851"/>
                  </a:lnTo>
                  <a:lnTo>
                    <a:pt x="3430812" y="667226"/>
                  </a:lnTo>
                  <a:lnTo>
                    <a:pt x="3478797" y="611458"/>
                  </a:lnTo>
                  <a:lnTo>
                    <a:pt x="3526745" y="557956"/>
                  </a:lnTo>
                  <a:lnTo>
                    <a:pt x="3574742" y="507047"/>
                  </a:lnTo>
                  <a:lnTo>
                    <a:pt x="3622924" y="458977"/>
                  </a:lnTo>
                  <a:lnTo>
                    <a:pt x="3671489" y="413908"/>
                  </a:lnTo>
                  <a:lnTo>
                    <a:pt x="3720705" y="371920"/>
                  </a:lnTo>
                  <a:lnTo>
                    <a:pt x="3770925" y="333019"/>
                  </a:lnTo>
                  <a:lnTo>
                    <a:pt x="3820202" y="298716"/>
                  </a:lnTo>
                  <a:lnTo>
                    <a:pt x="3871766" y="266830"/>
                  </a:lnTo>
                  <a:lnTo>
                    <a:pt x="3925748" y="237695"/>
                  </a:lnTo>
                  <a:lnTo>
                    <a:pt x="3982819" y="211214"/>
                  </a:lnTo>
                  <a:lnTo>
                    <a:pt x="4043716" y="187200"/>
                  </a:lnTo>
                  <a:lnTo>
                    <a:pt x="4109204" y="165430"/>
                  </a:lnTo>
                  <a:lnTo>
                    <a:pt x="4180032" y="145671"/>
                  </a:lnTo>
                  <a:lnTo>
                    <a:pt x="4256888" y="127706"/>
                  </a:lnTo>
                  <a:lnTo>
                    <a:pt x="4340327" y="111343"/>
                  </a:lnTo>
                  <a:lnTo>
                    <a:pt x="4430688" y="96421"/>
                  </a:lnTo>
                  <a:lnTo>
                    <a:pt x="4527977" y="82817"/>
                  </a:lnTo>
                  <a:lnTo>
                    <a:pt x="4631736" y="70445"/>
                  </a:lnTo>
                  <a:lnTo>
                    <a:pt x="4740897" y="59257"/>
                  </a:lnTo>
                  <a:lnTo>
                    <a:pt x="4853660" y="49239"/>
                  </a:lnTo>
                  <a:lnTo>
                    <a:pt x="4967432" y="40401"/>
                  </a:lnTo>
                  <a:lnTo>
                    <a:pt x="5078882" y="32767"/>
                  </a:lnTo>
                  <a:lnTo>
                    <a:pt x="5184157" y="26360"/>
                  </a:lnTo>
                  <a:lnTo>
                    <a:pt x="5279279" y="21179"/>
                  </a:lnTo>
                  <a:lnTo>
                    <a:pt x="5360684" y="17187"/>
                  </a:lnTo>
                  <a:lnTo>
                    <a:pt x="5425794" y="14298"/>
                  </a:lnTo>
                  <a:lnTo>
                    <a:pt x="5473496" y="12374"/>
                  </a:lnTo>
                  <a:lnTo>
                    <a:pt x="5504404" y="11237"/>
                  </a:lnTo>
                  <a:lnTo>
                    <a:pt x="5520868" y="10683"/>
                  </a:lnTo>
                  <a:lnTo>
                    <a:pt x="5526795" y="10499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515" y="10498"/>
                  </a:lnTo>
                  <a:lnTo>
                    <a:pt x="6530971" y="10624"/>
                  </a:lnTo>
                  <a:lnTo>
                    <a:pt x="6549867" y="10970"/>
                  </a:lnTo>
                  <a:lnTo>
                    <a:pt x="6583905" y="11653"/>
                  </a:lnTo>
                  <a:lnTo>
                    <a:pt x="6635156" y="12782"/>
                  </a:lnTo>
                  <a:lnTo>
                    <a:pt x="6703902" y="14450"/>
                  </a:lnTo>
                  <a:lnTo>
                    <a:pt x="6788698" y="16726"/>
                  </a:lnTo>
                  <a:lnTo>
                    <a:pt x="6886685" y="19652"/>
                  </a:lnTo>
                  <a:lnTo>
                    <a:pt x="6994114" y="23245"/>
                  </a:lnTo>
                  <a:lnTo>
                    <a:pt x="7106930" y="27500"/>
                  </a:lnTo>
                  <a:lnTo>
                    <a:pt x="7221310" y="32404"/>
                  </a:lnTo>
                  <a:lnTo>
                    <a:pt x="7334024" y="37945"/>
                  </a:lnTo>
                  <a:lnTo>
                    <a:pt x="7442619" y="44121"/>
                  </a:lnTo>
                  <a:lnTo>
                    <a:pt x="7545447" y="50942"/>
                  </a:lnTo>
                  <a:lnTo>
                    <a:pt x="7641582" y="58440"/>
                  </a:lnTo>
                  <a:lnTo>
                    <a:pt x="7730684" y="66666"/>
                  </a:lnTo>
                  <a:lnTo>
                    <a:pt x="7812852" y="75692"/>
                  </a:lnTo>
                  <a:lnTo>
                    <a:pt x="7888496" y="85611"/>
                  </a:lnTo>
                  <a:lnTo>
                    <a:pt x="7958220" y="96531"/>
                  </a:lnTo>
                  <a:lnTo>
                    <a:pt x="8022744" y="108573"/>
                  </a:lnTo>
                  <a:lnTo>
                    <a:pt x="8082837" y="121863"/>
                  </a:lnTo>
                  <a:lnTo>
                    <a:pt x="8139272" y="136521"/>
                  </a:lnTo>
                  <a:lnTo>
                    <a:pt x="8192783" y="152637"/>
                  </a:lnTo>
                  <a:lnTo>
                    <a:pt x="8229629" y="165079"/>
                  </a:lnTo>
                  <a:lnTo>
                    <a:pt x="8287370" y="186845"/>
                  </a:lnTo>
                  <a:lnTo>
                    <a:pt x="8343384" y="210659"/>
                  </a:lnTo>
                  <a:lnTo>
                    <a:pt x="8398273" y="236556"/>
                  </a:lnTo>
                  <a:lnTo>
                    <a:pt x="8452490" y="264514"/>
                  </a:lnTo>
                  <a:lnTo>
                    <a:pt x="8506367" y="294443"/>
                  </a:lnTo>
                  <a:lnTo>
                    <a:pt x="8560130" y="326184"/>
                  </a:lnTo>
                  <a:lnTo>
                    <a:pt x="8613918" y="359505"/>
                  </a:lnTo>
                  <a:lnTo>
                    <a:pt x="8667798" y="394111"/>
                  </a:lnTo>
                  <a:lnTo>
                    <a:pt x="8721779" y="429643"/>
                  </a:lnTo>
                  <a:lnTo>
                    <a:pt x="8775830" y="465704"/>
                  </a:lnTo>
                  <a:lnTo>
                    <a:pt x="8829896" y="501867"/>
                  </a:lnTo>
                  <a:lnTo>
                    <a:pt x="8883916" y="537701"/>
                  </a:lnTo>
                  <a:lnTo>
                    <a:pt x="8937846" y="572793"/>
                  </a:lnTo>
                  <a:lnTo>
                    <a:pt x="8991673" y="606764"/>
                  </a:lnTo>
                  <a:lnTo>
                    <a:pt x="9045435" y="639287"/>
                  </a:lnTo>
                  <a:lnTo>
                    <a:pt x="9099235" y="670098"/>
                  </a:lnTo>
                  <a:lnTo>
                    <a:pt x="9153257" y="699005"/>
                  </a:lnTo>
                  <a:lnTo>
                    <a:pt x="9207779" y="725886"/>
                  </a:lnTo>
                  <a:lnTo>
                    <a:pt x="9263195" y="750686"/>
                  </a:lnTo>
                  <a:lnTo>
                    <a:pt x="9320031" y="773414"/>
                  </a:lnTo>
                  <a:lnTo>
                    <a:pt x="9347647" y="783474"/>
                  </a:lnTo>
                  <a:lnTo>
                    <a:pt x="9399475" y="800658"/>
                  </a:lnTo>
                  <a:lnTo>
                    <a:pt x="9453748" y="816353"/>
                  </a:lnTo>
                  <a:lnTo>
                    <a:pt x="9511147" y="830610"/>
                  </a:lnTo>
                  <a:lnTo>
                    <a:pt x="9572423" y="843532"/>
                  </a:lnTo>
                  <a:lnTo>
                    <a:pt x="9638351" y="855241"/>
                  </a:lnTo>
                  <a:lnTo>
                    <a:pt x="9709691" y="865864"/>
                  </a:lnTo>
                  <a:lnTo>
                    <a:pt x="9787138" y="875518"/>
                  </a:lnTo>
                  <a:lnTo>
                    <a:pt x="9871251" y="884309"/>
                  </a:lnTo>
                  <a:lnTo>
                    <a:pt x="9962362" y="892321"/>
                  </a:lnTo>
                  <a:lnTo>
                    <a:pt x="10060460" y="899622"/>
                  </a:lnTo>
                  <a:lnTo>
                    <a:pt x="10165055" y="906257"/>
                  </a:lnTo>
                  <a:lnTo>
                    <a:pt x="10275025" y="912251"/>
                  </a:lnTo>
                  <a:lnTo>
                    <a:pt x="10388498" y="917612"/>
                  </a:lnTo>
                  <a:lnTo>
                    <a:pt x="10502793" y="922333"/>
                  </a:lnTo>
                  <a:lnTo>
                    <a:pt x="10614483" y="926400"/>
                  </a:lnTo>
                  <a:lnTo>
                    <a:pt x="10719633" y="929802"/>
                  </a:lnTo>
                  <a:lnTo>
                    <a:pt x="10814218" y="932541"/>
                  </a:lnTo>
                  <a:lnTo>
                    <a:pt x="10894681" y="934639"/>
                  </a:lnTo>
                  <a:lnTo>
                    <a:pt x="10958520" y="936145"/>
                  </a:lnTo>
                  <a:lnTo>
                    <a:pt x="11004761" y="937136"/>
                  </a:lnTo>
                  <a:lnTo>
                    <a:pt x="11034201" y="937711"/>
                  </a:lnTo>
                  <a:lnTo>
                    <a:pt x="11049396" y="937983"/>
                  </a:lnTo>
                  <a:lnTo>
                    <a:pt x="11054472" y="938067"/>
                  </a:lnTo>
                  <a:lnTo>
                    <a:pt x="11054891" y="938073"/>
                  </a:lnTo>
                  <a:lnTo>
                    <a:pt x="12049831" y="938073"/>
                  </a:lnTo>
                  <a:lnTo>
                    <a:pt x="12049831" y="927592"/>
                  </a:lnTo>
                  <a:lnTo>
                    <a:pt x="11054891" y="927592"/>
                  </a:lnTo>
                  <a:lnTo>
                    <a:pt x="11053761" y="927574"/>
                  </a:lnTo>
                  <a:lnTo>
                    <a:pt x="11046306" y="927449"/>
                  </a:lnTo>
                  <a:lnTo>
                    <a:pt x="11027410" y="927102"/>
                  </a:lnTo>
                  <a:lnTo>
                    <a:pt x="10993371" y="926419"/>
                  </a:lnTo>
                  <a:lnTo>
                    <a:pt x="10942121" y="925291"/>
                  </a:lnTo>
                  <a:lnTo>
                    <a:pt x="10873375" y="923623"/>
                  </a:lnTo>
                  <a:lnTo>
                    <a:pt x="10788579" y="921347"/>
                  </a:lnTo>
                  <a:lnTo>
                    <a:pt x="10690591" y="918420"/>
                  </a:lnTo>
                  <a:lnTo>
                    <a:pt x="10583163" y="914828"/>
                  </a:lnTo>
                  <a:lnTo>
                    <a:pt x="10470346" y="910573"/>
                  </a:lnTo>
                  <a:lnTo>
                    <a:pt x="10355966" y="905669"/>
                  </a:lnTo>
                  <a:lnTo>
                    <a:pt x="10243253" y="900127"/>
                  </a:lnTo>
                  <a:lnTo>
                    <a:pt x="10134658" y="893952"/>
                  </a:lnTo>
                  <a:lnTo>
                    <a:pt x="10031829" y="887131"/>
                  </a:lnTo>
                  <a:lnTo>
                    <a:pt x="9935694" y="879633"/>
                  </a:lnTo>
                  <a:lnTo>
                    <a:pt x="9846593" y="871407"/>
                  </a:lnTo>
                  <a:lnTo>
                    <a:pt x="9764424" y="862380"/>
                  </a:lnTo>
                  <a:lnTo>
                    <a:pt x="9688781" y="852461"/>
                  </a:lnTo>
                  <a:lnTo>
                    <a:pt x="9619057" y="841542"/>
                  </a:lnTo>
                  <a:lnTo>
                    <a:pt x="9554533" y="829500"/>
                  </a:lnTo>
                  <a:lnTo>
                    <a:pt x="9494439" y="816209"/>
                  </a:lnTo>
                  <a:lnTo>
                    <a:pt x="9438004" y="801552"/>
                  </a:lnTo>
                  <a:lnTo>
                    <a:pt x="9384493" y="785436"/>
                  </a:lnTo>
                  <a:lnTo>
                    <a:pt x="9347647" y="772993"/>
                  </a:lnTo>
                  <a:lnTo>
                    <a:pt x="9289906" y="751228"/>
                  </a:lnTo>
                  <a:lnTo>
                    <a:pt x="9233893" y="727414"/>
                  </a:lnTo>
                  <a:lnTo>
                    <a:pt x="9179004" y="701516"/>
                  </a:lnTo>
                  <a:lnTo>
                    <a:pt x="9124786" y="673558"/>
                  </a:lnTo>
                  <a:lnTo>
                    <a:pt x="9070910" y="643629"/>
                  </a:lnTo>
                  <a:lnTo>
                    <a:pt x="9017147" y="611889"/>
                  </a:lnTo>
                  <a:lnTo>
                    <a:pt x="8963359" y="578567"/>
                  </a:lnTo>
                  <a:lnTo>
                    <a:pt x="8909478" y="543962"/>
                  </a:lnTo>
                  <a:lnTo>
                    <a:pt x="8855497" y="508429"/>
                  </a:lnTo>
                  <a:lnTo>
                    <a:pt x="8801446" y="472369"/>
                  </a:lnTo>
                  <a:lnTo>
                    <a:pt x="8747381" y="436206"/>
                  </a:lnTo>
                  <a:lnTo>
                    <a:pt x="8693361" y="400371"/>
                  </a:lnTo>
                  <a:lnTo>
                    <a:pt x="8639431" y="365279"/>
                  </a:lnTo>
                  <a:lnTo>
                    <a:pt x="8585604" y="331309"/>
                  </a:lnTo>
                  <a:lnTo>
                    <a:pt x="8531841" y="298786"/>
                  </a:lnTo>
                  <a:lnTo>
                    <a:pt x="8478041" y="267974"/>
                  </a:lnTo>
                  <a:lnTo>
                    <a:pt x="8424020" y="239067"/>
                  </a:lnTo>
                  <a:lnTo>
                    <a:pt x="8369497" y="212187"/>
                  </a:lnTo>
                  <a:lnTo>
                    <a:pt x="8314082" y="187387"/>
                  </a:lnTo>
                  <a:lnTo>
                    <a:pt x="8257245" y="164659"/>
                  </a:lnTo>
                  <a:lnTo>
                    <a:pt x="8229629" y="154598"/>
                  </a:lnTo>
                  <a:lnTo>
                    <a:pt x="8177802" y="137414"/>
                  </a:lnTo>
                  <a:lnTo>
                    <a:pt x="8123529" y="121720"/>
                  </a:lnTo>
                  <a:lnTo>
                    <a:pt x="8066129" y="107463"/>
                  </a:lnTo>
                  <a:lnTo>
                    <a:pt x="8004853" y="94541"/>
                  </a:lnTo>
                  <a:lnTo>
                    <a:pt x="7938925" y="82831"/>
                  </a:lnTo>
                  <a:lnTo>
                    <a:pt x="7867585" y="72208"/>
                  </a:lnTo>
                  <a:lnTo>
                    <a:pt x="7790138" y="62554"/>
                  </a:lnTo>
                  <a:lnTo>
                    <a:pt x="7706026" y="53764"/>
                  </a:lnTo>
                  <a:lnTo>
                    <a:pt x="7614915" y="45752"/>
                  </a:lnTo>
                  <a:lnTo>
                    <a:pt x="7516816" y="38451"/>
                  </a:lnTo>
                  <a:lnTo>
                    <a:pt x="7412222" y="31816"/>
                  </a:lnTo>
                  <a:lnTo>
                    <a:pt x="7302252" y="25822"/>
                  </a:lnTo>
                  <a:lnTo>
                    <a:pt x="7188779" y="20461"/>
                  </a:lnTo>
                  <a:lnTo>
                    <a:pt x="7074484" y="15740"/>
                  </a:lnTo>
                  <a:lnTo>
                    <a:pt x="6962794" y="11673"/>
                  </a:lnTo>
                  <a:lnTo>
                    <a:pt x="6857644" y="8270"/>
                  </a:lnTo>
                  <a:lnTo>
                    <a:pt x="6763059" y="5531"/>
                  </a:lnTo>
                  <a:lnTo>
                    <a:pt x="6682596" y="3434"/>
                  </a:lnTo>
                  <a:lnTo>
                    <a:pt x="6618757" y="1928"/>
                  </a:lnTo>
                  <a:lnTo>
                    <a:pt x="6572516" y="937"/>
                  </a:lnTo>
                  <a:lnTo>
                    <a:pt x="6543076" y="361"/>
                  </a:lnTo>
                  <a:lnTo>
                    <a:pt x="6527880" y="89"/>
                  </a:lnTo>
                  <a:lnTo>
                    <a:pt x="6522805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2" y="32"/>
                  </a:lnTo>
                  <a:lnTo>
                    <a:pt x="5518983" y="262"/>
                  </a:lnTo>
                  <a:lnTo>
                    <a:pt x="5500350" y="898"/>
                  </a:lnTo>
                  <a:lnTo>
                    <a:pt x="5466766" y="2153"/>
                  </a:lnTo>
                  <a:lnTo>
                    <a:pt x="5416164" y="4226"/>
                  </a:lnTo>
                  <a:lnTo>
                    <a:pt x="5348223" y="7290"/>
                  </a:lnTo>
                  <a:lnTo>
                    <a:pt x="5264326" y="11475"/>
                  </a:lnTo>
                  <a:lnTo>
                    <a:pt x="5167250" y="16859"/>
                  </a:lnTo>
                  <a:lnTo>
                    <a:pt x="5060670" y="23471"/>
                  </a:lnTo>
                  <a:lnTo>
                    <a:pt x="4948577" y="31306"/>
                  </a:lnTo>
                  <a:lnTo>
                    <a:pt x="4834759" y="40342"/>
                  </a:lnTo>
                  <a:lnTo>
                    <a:pt x="4722437" y="50555"/>
                  </a:lnTo>
                  <a:lnTo>
                    <a:pt x="4614071" y="61938"/>
                  </a:lnTo>
                  <a:lnTo>
                    <a:pt x="4511332" y="74510"/>
                  </a:lnTo>
                  <a:lnTo>
                    <a:pt x="4415177" y="88327"/>
                  </a:lnTo>
                  <a:lnTo>
                    <a:pt x="4325978" y="103479"/>
                  </a:lnTo>
                  <a:lnTo>
                    <a:pt x="4243664" y="120096"/>
                  </a:lnTo>
                  <a:lnTo>
                    <a:pt x="4167854" y="138345"/>
                  </a:lnTo>
                  <a:lnTo>
                    <a:pt x="4097964" y="158423"/>
                  </a:lnTo>
                  <a:lnTo>
                    <a:pt x="4033292" y="180550"/>
                  </a:lnTo>
                  <a:lnTo>
                    <a:pt x="3973084" y="204959"/>
                  </a:lnTo>
                  <a:lnTo>
                    <a:pt x="3916577" y="231870"/>
                  </a:lnTo>
                  <a:lnTo>
                    <a:pt x="3863041" y="261459"/>
                  </a:lnTo>
                  <a:lnTo>
                    <a:pt x="3820202" y="288234"/>
                  </a:lnTo>
                  <a:lnTo>
                    <a:pt x="3768605" y="324246"/>
                  </a:lnTo>
                  <a:lnTo>
                    <a:pt x="3718440" y="363288"/>
                  </a:lnTo>
                  <a:lnTo>
                    <a:pt x="3669260" y="405417"/>
                  </a:lnTo>
                  <a:lnTo>
                    <a:pt x="3620718" y="450625"/>
                  </a:lnTo>
                  <a:lnTo>
                    <a:pt x="3572549" y="498829"/>
                  </a:lnTo>
                  <a:lnTo>
                    <a:pt x="3524557" y="549862"/>
                  </a:lnTo>
                  <a:lnTo>
                    <a:pt x="3476608" y="603475"/>
                  </a:lnTo>
                  <a:lnTo>
                    <a:pt x="3428620" y="659337"/>
                  </a:lnTo>
                  <a:lnTo>
                    <a:pt x="3380555" y="717037"/>
                  </a:lnTo>
                  <a:lnTo>
                    <a:pt x="3332409" y="776098"/>
                  </a:lnTo>
                  <a:lnTo>
                    <a:pt x="3284205" y="835993"/>
                  </a:lnTo>
                  <a:lnTo>
                    <a:pt x="3235980" y="896160"/>
                  </a:lnTo>
                  <a:lnTo>
                    <a:pt x="3187777" y="956028"/>
                  </a:lnTo>
                  <a:lnTo>
                    <a:pt x="3139635" y="1015038"/>
                  </a:lnTo>
                  <a:lnTo>
                    <a:pt x="3091573" y="1072664"/>
                  </a:lnTo>
                  <a:lnTo>
                    <a:pt x="3043588" y="1128431"/>
                  </a:lnTo>
                  <a:lnTo>
                    <a:pt x="2995640" y="1181934"/>
                  </a:lnTo>
                  <a:lnTo>
                    <a:pt x="2947643" y="1232843"/>
                  </a:lnTo>
                  <a:lnTo>
                    <a:pt x="2899461" y="1280912"/>
                  </a:lnTo>
                  <a:lnTo>
                    <a:pt x="2850896" y="1325981"/>
                  </a:lnTo>
                  <a:lnTo>
                    <a:pt x="2801680" y="1367969"/>
                  </a:lnTo>
                  <a:lnTo>
                    <a:pt x="2751460" y="1406871"/>
                  </a:lnTo>
                  <a:lnTo>
                    <a:pt x="2702183" y="1441174"/>
                  </a:lnTo>
                  <a:lnTo>
                    <a:pt x="2650619" y="1473060"/>
                  </a:lnTo>
                  <a:lnTo>
                    <a:pt x="2596637" y="1502195"/>
                  </a:lnTo>
                  <a:lnTo>
                    <a:pt x="2539566" y="1528676"/>
                  </a:lnTo>
                  <a:lnTo>
                    <a:pt x="2478669" y="1552689"/>
                  </a:lnTo>
                  <a:lnTo>
                    <a:pt x="2413181" y="1574460"/>
                  </a:lnTo>
                  <a:lnTo>
                    <a:pt x="2342353" y="1594218"/>
                  </a:lnTo>
                  <a:lnTo>
                    <a:pt x="2265497" y="1612183"/>
                  </a:lnTo>
                  <a:lnTo>
                    <a:pt x="2182058" y="1628547"/>
                  </a:lnTo>
                  <a:lnTo>
                    <a:pt x="2091697" y="1643469"/>
                  </a:lnTo>
                  <a:lnTo>
                    <a:pt x="1994408" y="1657073"/>
                  </a:lnTo>
                  <a:lnTo>
                    <a:pt x="1890649" y="1669445"/>
                  </a:lnTo>
                  <a:lnTo>
                    <a:pt x="1781488" y="1680632"/>
                  </a:lnTo>
                  <a:lnTo>
                    <a:pt x="1668725" y="1690651"/>
                  </a:lnTo>
                  <a:lnTo>
                    <a:pt x="1554953" y="1699489"/>
                  </a:lnTo>
                  <a:lnTo>
                    <a:pt x="1443503" y="1707122"/>
                  </a:lnTo>
                  <a:lnTo>
                    <a:pt x="1338228" y="1713530"/>
                  </a:lnTo>
                  <a:lnTo>
                    <a:pt x="1243106" y="1718710"/>
                  </a:lnTo>
                  <a:lnTo>
                    <a:pt x="1161701" y="1722702"/>
                  </a:lnTo>
                  <a:lnTo>
                    <a:pt x="1096591" y="1725592"/>
                  </a:lnTo>
                  <a:lnTo>
                    <a:pt x="1048889" y="1727516"/>
                  </a:lnTo>
                  <a:lnTo>
                    <a:pt x="1017981" y="1728653"/>
                  </a:lnTo>
                  <a:lnTo>
                    <a:pt x="1001517" y="1729207"/>
                  </a:lnTo>
                  <a:lnTo>
                    <a:pt x="995590" y="1729390"/>
                  </a:lnTo>
                  <a:lnTo>
                    <a:pt x="994940" y="1729409"/>
                  </a:lnTo>
                  <a:lnTo>
                    <a:pt x="0" y="1729409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45" name="pl1044"/>
            <p:cNvSpPr/>
            <p:nvPr/>
          </p:nvSpPr>
          <p:spPr>
            <a:xfrm>
              <a:off x="1199187" y="2358120"/>
              <a:ext cx="12049831" cy="1729409"/>
            </a:xfrm>
            <a:custGeom>
              <a:avLst/>
              <a:pathLst>
                <a:path w="12049831" h="1729409">
                  <a:moveTo>
                    <a:pt x="0" y="1729409"/>
                  </a:moveTo>
                  <a:lnTo>
                    <a:pt x="994940" y="1729409"/>
                  </a:lnTo>
                  <a:lnTo>
                    <a:pt x="996053" y="1729376"/>
                  </a:lnTo>
                  <a:lnTo>
                    <a:pt x="1003402" y="1729146"/>
                  </a:lnTo>
                  <a:lnTo>
                    <a:pt x="1022035" y="1728510"/>
                  </a:lnTo>
                  <a:lnTo>
                    <a:pt x="1055618" y="1727256"/>
                  </a:lnTo>
                  <a:lnTo>
                    <a:pt x="1106221" y="1725182"/>
                  </a:lnTo>
                  <a:lnTo>
                    <a:pt x="1174162" y="1722118"/>
                  </a:lnTo>
                  <a:lnTo>
                    <a:pt x="1258059" y="1717933"/>
                  </a:lnTo>
                  <a:lnTo>
                    <a:pt x="1355135" y="1712550"/>
                  </a:lnTo>
                  <a:lnTo>
                    <a:pt x="1461715" y="1705938"/>
                  </a:lnTo>
                  <a:lnTo>
                    <a:pt x="1573808" y="1698102"/>
                  </a:lnTo>
                  <a:lnTo>
                    <a:pt x="1687626" y="1689066"/>
                  </a:lnTo>
                  <a:lnTo>
                    <a:pt x="1799948" y="1678853"/>
                  </a:lnTo>
                  <a:lnTo>
                    <a:pt x="1908314" y="1667470"/>
                  </a:lnTo>
                  <a:lnTo>
                    <a:pt x="2011053" y="1654898"/>
                  </a:lnTo>
                  <a:lnTo>
                    <a:pt x="2107208" y="1641082"/>
                  </a:lnTo>
                  <a:lnTo>
                    <a:pt x="2196407" y="1625930"/>
                  </a:lnTo>
                  <a:lnTo>
                    <a:pt x="2278721" y="1609312"/>
                  </a:lnTo>
                  <a:lnTo>
                    <a:pt x="2354531" y="1591063"/>
                  </a:lnTo>
                  <a:lnTo>
                    <a:pt x="2424421" y="1570985"/>
                  </a:lnTo>
                  <a:lnTo>
                    <a:pt x="2489093" y="1548858"/>
                  </a:lnTo>
                  <a:lnTo>
                    <a:pt x="2549301" y="1524449"/>
                  </a:lnTo>
                  <a:lnTo>
                    <a:pt x="2605808" y="1497538"/>
                  </a:lnTo>
                  <a:lnTo>
                    <a:pt x="2659344" y="1467949"/>
                  </a:lnTo>
                  <a:lnTo>
                    <a:pt x="2702183" y="1441174"/>
                  </a:lnTo>
                  <a:lnTo>
                    <a:pt x="2753780" y="1405162"/>
                  </a:lnTo>
                  <a:lnTo>
                    <a:pt x="2803945" y="1366120"/>
                  </a:lnTo>
                  <a:lnTo>
                    <a:pt x="2853125" y="1323991"/>
                  </a:lnTo>
                  <a:lnTo>
                    <a:pt x="2901667" y="1278783"/>
                  </a:lnTo>
                  <a:lnTo>
                    <a:pt x="2949836" y="1230580"/>
                  </a:lnTo>
                  <a:lnTo>
                    <a:pt x="2997828" y="1179546"/>
                  </a:lnTo>
                  <a:lnTo>
                    <a:pt x="3045777" y="1125933"/>
                  </a:lnTo>
                  <a:lnTo>
                    <a:pt x="3093765" y="1070071"/>
                  </a:lnTo>
                  <a:lnTo>
                    <a:pt x="3141830" y="1012371"/>
                  </a:lnTo>
                  <a:lnTo>
                    <a:pt x="3189976" y="953310"/>
                  </a:lnTo>
                  <a:lnTo>
                    <a:pt x="3238180" y="893416"/>
                  </a:lnTo>
                  <a:lnTo>
                    <a:pt x="3286405" y="833249"/>
                  </a:lnTo>
                  <a:lnTo>
                    <a:pt x="3334608" y="773380"/>
                  </a:lnTo>
                  <a:lnTo>
                    <a:pt x="3382750" y="714370"/>
                  </a:lnTo>
                  <a:lnTo>
                    <a:pt x="3430812" y="656744"/>
                  </a:lnTo>
                  <a:lnTo>
                    <a:pt x="3478797" y="600977"/>
                  </a:lnTo>
                  <a:lnTo>
                    <a:pt x="3526745" y="547474"/>
                  </a:lnTo>
                  <a:lnTo>
                    <a:pt x="3574742" y="496565"/>
                  </a:lnTo>
                  <a:lnTo>
                    <a:pt x="3622924" y="448496"/>
                  </a:lnTo>
                  <a:lnTo>
                    <a:pt x="3671489" y="403427"/>
                  </a:lnTo>
                  <a:lnTo>
                    <a:pt x="3720705" y="361439"/>
                  </a:lnTo>
                  <a:lnTo>
                    <a:pt x="3770925" y="322537"/>
                  </a:lnTo>
                  <a:lnTo>
                    <a:pt x="3820202" y="288234"/>
                  </a:lnTo>
                  <a:lnTo>
                    <a:pt x="3871766" y="256349"/>
                  </a:lnTo>
                  <a:lnTo>
                    <a:pt x="3925748" y="227214"/>
                  </a:lnTo>
                  <a:lnTo>
                    <a:pt x="3982819" y="200732"/>
                  </a:lnTo>
                  <a:lnTo>
                    <a:pt x="4043716" y="176719"/>
                  </a:lnTo>
                  <a:lnTo>
                    <a:pt x="4109204" y="154948"/>
                  </a:lnTo>
                  <a:lnTo>
                    <a:pt x="4180032" y="135190"/>
                  </a:lnTo>
                  <a:lnTo>
                    <a:pt x="4256888" y="117225"/>
                  </a:lnTo>
                  <a:lnTo>
                    <a:pt x="4340327" y="100862"/>
                  </a:lnTo>
                  <a:lnTo>
                    <a:pt x="4430688" y="85939"/>
                  </a:lnTo>
                  <a:lnTo>
                    <a:pt x="4527977" y="72335"/>
                  </a:lnTo>
                  <a:lnTo>
                    <a:pt x="4631736" y="59964"/>
                  </a:lnTo>
                  <a:lnTo>
                    <a:pt x="4740897" y="48776"/>
                  </a:lnTo>
                  <a:lnTo>
                    <a:pt x="4853660" y="38758"/>
                  </a:lnTo>
                  <a:lnTo>
                    <a:pt x="4967432" y="29919"/>
                  </a:lnTo>
                  <a:lnTo>
                    <a:pt x="5078882" y="22286"/>
                  </a:lnTo>
                  <a:lnTo>
                    <a:pt x="5184157" y="15878"/>
                  </a:lnTo>
                  <a:lnTo>
                    <a:pt x="5279279" y="10698"/>
                  </a:lnTo>
                  <a:lnTo>
                    <a:pt x="5360684" y="6706"/>
                  </a:lnTo>
                  <a:lnTo>
                    <a:pt x="5425794" y="3817"/>
                  </a:lnTo>
                  <a:lnTo>
                    <a:pt x="5473496" y="1893"/>
                  </a:lnTo>
                  <a:lnTo>
                    <a:pt x="5504404" y="756"/>
                  </a:lnTo>
                  <a:lnTo>
                    <a:pt x="5520868" y="201"/>
                  </a:lnTo>
                  <a:lnTo>
                    <a:pt x="5526795" y="18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5" y="17"/>
                  </a:lnTo>
                  <a:lnTo>
                    <a:pt x="6530971" y="143"/>
                  </a:lnTo>
                  <a:lnTo>
                    <a:pt x="6549867" y="489"/>
                  </a:lnTo>
                  <a:lnTo>
                    <a:pt x="6583905" y="1172"/>
                  </a:lnTo>
                  <a:lnTo>
                    <a:pt x="6635156" y="2301"/>
                  </a:lnTo>
                  <a:lnTo>
                    <a:pt x="6703902" y="3968"/>
                  </a:lnTo>
                  <a:lnTo>
                    <a:pt x="6788698" y="6245"/>
                  </a:lnTo>
                  <a:lnTo>
                    <a:pt x="6886685" y="9171"/>
                  </a:lnTo>
                  <a:lnTo>
                    <a:pt x="6994114" y="12764"/>
                  </a:lnTo>
                  <a:lnTo>
                    <a:pt x="7106930" y="17018"/>
                  </a:lnTo>
                  <a:lnTo>
                    <a:pt x="7221310" y="21923"/>
                  </a:lnTo>
                  <a:lnTo>
                    <a:pt x="7334024" y="27464"/>
                  </a:lnTo>
                  <a:lnTo>
                    <a:pt x="7442619" y="33639"/>
                  </a:lnTo>
                  <a:lnTo>
                    <a:pt x="7545447" y="40461"/>
                  </a:lnTo>
                  <a:lnTo>
                    <a:pt x="7641582" y="47959"/>
                  </a:lnTo>
                  <a:lnTo>
                    <a:pt x="7730684" y="56185"/>
                  </a:lnTo>
                  <a:lnTo>
                    <a:pt x="7812852" y="65211"/>
                  </a:lnTo>
                  <a:lnTo>
                    <a:pt x="7888496" y="75130"/>
                  </a:lnTo>
                  <a:lnTo>
                    <a:pt x="7958220" y="86050"/>
                  </a:lnTo>
                  <a:lnTo>
                    <a:pt x="8022744" y="98092"/>
                  </a:lnTo>
                  <a:lnTo>
                    <a:pt x="8082837" y="111382"/>
                  </a:lnTo>
                  <a:lnTo>
                    <a:pt x="8139272" y="126040"/>
                  </a:lnTo>
                  <a:lnTo>
                    <a:pt x="8192783" y="142156"/>
                  </a:lnTo>
                  <a:lnTo>
                    <a:pt x="8229629" y="154598"/>
                  </a:lnTo>
                  <a:lnTo>
                    <a:pt x="8287370" y="176363"/>
                  </a:lnTo>
                  <a:lnTo>
                    <a:pt x="8343384" y="200177"/>
                  </a:lnTo>
                  <a:lnTo>
                    <a:pt x="8398273" y="226075"/>
                  </a:lnTo>
                  <a:lnTo>
                    <a:pt x="8452490" y="254033"/>
                  </a:lnTo>
                  <a:lnTo>
                    <a:pt x="8506367" y="283962"/>
                  </a:lnTo>
                  <a:lnTo>
                    <a:pt x="8560130" y="315702"/>
                  </a:lnTo>
                  <a:lnTo>
                    <a:pt x="8613918" y="349024"/>
                  </a:lnTo>
                  <a:lnTo>
                    <a:pt x="8667798" y="383629"/>
                  </a:lnTo>
                  <a:lnTo>
                    <a:pt x="8721779" y="419162"/>
                  </a:lnTo>
                  <a:lnTo>
                    <a:pt x="8775830" y="455223"/>
                  </a:lnTo>
                  <a:lnTo>
                    <a:pt x="8829896" y="491385"/>
                  </a:lnTo>
                  <a:lnTo>
                    <a:pt x="8883916" y="527220"/>
                  </a:lnTo>
                  <a:lnTo>
                    <a:pt x="8937846" y="562312"/>
                  </a:lnTo>
                  <a:lnTo>
                    <a:pt x="8991673" y="596283"/>
                  </a:lnTo>
                  <a:lnTo>
                    <a:pt x="9045435" y="628805"/>
                  </a:lnTo>
                  <a:lnTo>
                    <a:pt x="9099235" y="659617"/>
                  </a:lnTo>
                  <a:lnTo>
                    <a:pt x="9153257" y="688524"/>
                  </a:lnTo>
                  <a:lnTo>
                    <a:pt x="9207779" y="715405"/>
                  </a:lnTo>
                  <a:lnTo>
                    <a:pt x="9263195" y="740205"/>
                  </a:lnTo>
                  <a:lnTo>
                    <a:pt x="9320031" y="762933"/>
                  </a:lnTo>
                  <a:lnTo>
                    <a:pt x="9347647" y="772993"/>
                  </a:lnTo>
                  <a:lnTo>
                    <a:pt x="9399475" y="790177"/>
                  </a:lnTo>
                  <a:lnTo>
                    <a:pt x="9453748" y="805871"/>
                  </a:lnTo>
                  <a:lnTo>
                    <a:pt x="9511147" y="820129"/>
                  </a:lnTo>
                  <a:lnTo>
                    <a:pt x="9572423" y="833051"/>
                  </a:lnTo>
                  <a:lnTo>
                    <a:pt x="9638351" y="844760"/>
                  </a:lnTo>
                  <a:lnTo>
                    <a:pt x="9709691" y="855383"/>
                  </a:lnTo>
                  <a:lnTo>
                    <a:pt x="9787138" y="865037"/>
                  </a:lnTo>
                  <a:lnTo>
                    <a:pt x="9871251" y="873827"/>
                  </a:lnTo>
                  <a:lnTo>
                    <a:pt x="9962362" y="881840"/>
                  </a:lnTo>
                  <a:lnTo>
                    <a:pt x="10060460" y="889140"/>
                  </a:lnTo>
                  <a:lnTo>
                    <a:pt x="10165055" y="895775"/>
                  </a:lnTo>
                  <a:lnTo>
                    <a:pt x="10275025" y="901770"/>
                  </a:lnTo>
                  <a:lnTo>
                    <a:pt x="10388498" y="907131"/>
                  </a:lnTo>
                  <a:lnTo>
                    <a:pt x="10502793" y="911851"/>
                  </a:lnTo>
                  <a:lnTo>
                    <a:pt x="10614483" y="915919"/>
                  </a:lnTo>
                  <a:lnTo>
                    <a:pt x="10719633" y="919321"/>
                  </a:lnTo>
                  <a:lnTo>
                    <a:pt x="10814218" y="922060"/>
                  </a:lnTo>
                  <a:lnTo>
                    <a:pt x="10894681" y="924157"/>
                  </a:lnTo>
                  <a:lnTo>
                    <a:pt x="10958520" y="925663"/>
                  </a:lnTo>
                  <a:lnTo>
                    <a:pt x="11004761" y="926655"/>
                  </a:lnTo>
                  <a:lnTo>
                    <a:pt x="11034201" y="927230"/>
                  </a:lnTo>
                  <a:lnTo>
                    <a:pt x="11049396" y="927502"/>
                  </a:lnTo>
                  <a:lnTo>
                    <a:pt x="11054472" y="927585"/>
                  </a:lnTo>
                  <a:lnTo>
                    <a:pt x="11054891" y="927592"/>
                  </a:lnTo>
                  <a:lnTo>
                    <a:pt x="12049831" y="927592"/>
                  </a:lnTo>
                  <a:lnTo>
                    <a:pt x="12049831" y="9275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6" name="pl1045"/>
            <p:cNvSpPr/>
            <p:nvPr/>
          </p:nvSpPr>
          <p:spPr>
            <a:xfrm>
              <a:off x="1199187" y="2347639"/>
              <a:ext cx="12049831" cy="1729409"/>
            </a:xfrm>
            <a:custGeom>
              <a:avLst/>
              <a:pathLst>
                <a:path w="12049831" h="1729409">
                  <a:moveTo>
                    <a:pt x="12049831" y="927592"/>
                  </a:moveTo>
                  <a:lnTo>
                    <a:pt x="11054891" y="927592"/>
                  </a:lnTo>
                  <a:lnTo>
                    <a:pt x="11053761" y="927574"/>
                  </a:lnTo>
                  <a:lnTo>
                    <a:pt x="11046306" y="927449"/>
                  </a:lnTo>
                  <a:lnTo>
                    <a:pt x="11027410" y="927102"/>
                  </a:lnTo>
                  <a:lnTo>
                    <a:pt x="10993371" y="926419"/>
                  </a:lnTo>
                  <a:lnTo>
                    <a:pt x="10942121" y="925291"/>
                  </a:lnTo>
                  <a:lnTo>
                    <a:pt x="10873375" y="923623"/>
                  </a:lnTo>
                  <a:lnTo>
                    <a:pt x="10788579" y="921347"/>
                  </a:lnTo>
                  <a:lnTo>
                    <a:pt x="10690591" y="918420"/>
                  </a:lnTo>
                  <a:lnTo>
                    <a:pt x="10583163" y="914828"/>
                  </a:lnTo>
                  <a:lnTo>
                    <a:pt x="10470346" y="910573"/>
                  </a:lnTo>
                  <a:lnTo>
                    <a:pt x="10355966" y="905669"/>
                  </a:lnTo>
                  <a:lnTo>
                    <a:pt x="10243253" y="900127"/>
                  </a:lnTo>
                  <a:lnTo>
                    <a:pt x="10134658" y="893952"/>
                  </a:lnTo>
                  <a:lnTo>
                    <a:pt x="10031829" y="887131"/>
                  </a:lnTo>
                  <a:lnTo>
                    <a:pt x="9935694" y="879633"/>
                  </a:lnTo>
                  <a:lnTo>
                    <a:pt x="9846593" y="871407"/>
                  </a:lnTo>
                  <a:lnTo>
                    <a:pt x="9764424" y="862380"/>
                  </a:lnTo>
                  <a:lnTo>
                    <a:pt x="9688781" y="852461"/>
                  </a:lnTo>
                  <a:lnTo>
                    <a:pt x="9619057" y="841542"/>
                  </a:lnTo>
                  <a:lnTo>
                    <a:pt x="9554533" y="829500"/>
                  </a:lnTo>
                  <a:lnTo>
                    <a:pt x="9494439" y="816209"/>
                  </a:lnTo>
                  <a:lnTo>
                    <a:pt x="9438004" y="801552"/>
                  </a:lnTo>
                  <a:lnTo>
                    <a:pt x="9384493" y="785436"/>
                  </a:lnTo>
                  <a:lnTo>
                    <a:pt x="9347647" y="772993"/>
                  </a:lnTo>
                  <a:lnTo>
                    <a:pt x="9289906" y="751228"/>
                  </a:lnTo>
                  <a:lnTo>
                    <a:pt x="9233893" y="727414"/>
                  </a:lnTo>
                  <a:lnTo>
                    <a:pt x="9179004" y="701516"/>
                  </a:lnTo>
                  <a:lnTo>
                    <a:pt x="9124786" y="673558"/>
                  </a:lnTo>
                  <a:lnTo>
                    <a:pt x="9070910" y="643629"/>
                  </a:lnTo>
                  <a:lnTo>
                    <a:pt x="9017147" y="611889"/>
                  </a:lnTo>
                  <a:lnTo>
                    <a:pt x="8963359" y="578567"/>
                  </a:lnTo>
                  <a:lnTo>
                    <a:pt x="8909478" y="543962"/>
                  </a:lnTo>
                  <a:lnTo>
                    <a:pt x="8855497" y="508429"/>
                  </a:lnTo>
                  <a:lnTo>
                    <a:pt x="8801446" y="472369"/>
                  </a:lnTo>
                  <a:lnTo>
                    <a:pt x="8747381" y="436206"/>
                  </a:lnTo>
                  <a:lnTo>
                    <a:pt x="8693361" y="400371"/>
                  </a:lnTo>
                  <a:lnTo>
                    <a:pt x="8639431" y="365279"/>
                  </a:lnTo>
                  <a:lnTo>
                    <a:pt x="8585604" y="331309"/>
                  </a:lnTo>
                  <a:lnTo>
                    <a:pt x="8531841" y="298786"/>
                  </a:lnTo>
                  <a:lnTo>
                    <a:pt x="8478041" y="267974"/>
                  </a:lnTo>
                  <a:lnTo>
                    <a:pt x="8424020" y="239067"/>
                  </a:lnTo>
                  <a:lnTo>
                    <a:pt x="8369497" y="212187"/>
                  </a:lnTo>
                  <a:lnTo>
                    <a:pt x="8314082" y="187387"/>
                  </a:lnTo>
                  <a:lnTo>
                    <a:pt x="8257245" y="164659"/>
                  </a:lnTo>
                  <a:lnTo>
                    <a:pt x="8229629" y="154598"/>
                  </a:lnTo>
                  <a:lnTo>
                    <a:pt x="8177802" y="137414"/>
                  </a:lnTo>
                  <a:lnTo>
                    <a:pt x="8123529" y="121720"/>
                  </a:lnTo>
                  <a:lnTo>
                    <a:pt x="8066129" y="107463"/>
                  </a:lnTo>
                  <a:lnTo>
                    <a:pt x="8004853" y="94541"/>
                  </a:lnTo>
                  <a:lnTo>
                    <a:pt x="7938925" y="82831"/>
                  </a:lnTo>
                  <a:lnTo>
                    <a:pt x="7867585" y="72208"/>
                  </a:lnTo>
                  <a:lnTo>
                    <a:pt x="7790138" y="62554"/>
                  </a:lnTo>
                  <a:lnTo>
                    <a:pt x="7706026" y="53764"/>
                  </a:lnTo>
                  <a:lnTo>
                    <a:pt x="7614915" y="45752"/>
                  </a:lnTo>
                  <a:lnTo>
                    <a:pt x="7516816" y="38451"/>
                  </a:lnTo>
                  <a:lnTo>
                    <a:pt x="7412222" y="31816"/>
                  </a:lnTo>
                  <a:lnTo>
                    <a:pt x="7302252" y="25822"/>
                  </a:lnTo>
                  <a:lnTo>
                    <a:pt x="7188779" y="20461"/>
                  </a:lnTo>
                  <a:lnTo>
                    <a:pt x="7074484" y="15740"/>
                  </a:lnTo>
                  <a:lnTo>
                    <a:pt x="6962794" y="11673"/>
                  </a:lnTo>
                  <a:lnTo>
                    <a:pt x="6857644" y="8270"/>
                  </a:lnTo>
                  <a:lnTo>
                    <a:pt x="6763059" y="5531"/>
                  </a:lnTo>
                  <a:lnTo>
                    <a:pt x="6682596" y="3434"/>
                  </a:lnTo>
                  <a:lnTo>
                    <a:pt x="6618757" y="1928"/>
                  </a:lnTo>
                  <a:lnTo>
                    <a:pt x="6572516" y="937"/>
                  </a:lnTo>
                  <a:lnTo>
                    <a:pt x="6543076" y="361"/>
                  </a:lnTo>
                  <a:lnTo>
                    <a:pt x="6527880" y="89"/>
                  </a:lnTo>
                  <a:lnTo>
                    <a:pt x="6522805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2" y="32"/>
                  </a:lnTo>
                  <a:lnTo>
                    <a:pt x="5518983" y="262"/>
                  </a:lnTo>
                  <a:lnTo>
                    <a:pt x="5500350" y="898"/>
                  </a:lnTo>
                  <a:lnTo>
                    <a:pt x="5466766" y="2153"/>
                  </a:lnTo>
                  <a:lnTo>
                    <a:pt x="5416164" y="4226"/>
                  </a:lnTo>
                  <a:lnTo>
                    <a:pt x="5348223" y="7290"/>
                  </a:lnTo>
                  <a:lnTo>
                    <a:pt x="5264326" y="11475"/>
                  </a:lnTo>
                  <a:lnTo>
                    <a:pt x="5167250" y="16859"/>
                  </a:lnTo>
                  <a:lnTo>
                    <a:pt x="5060670" y="23471"/>
                  </a:lnTo>
                  <a:lnTo>
                    <a:pt x="4948577" y="31306"/>
                  </a:lnTo>
                  <a:lnTo>
                    <a:pt x="4834759" y="40342"/>
                  </a:lnTo>
                  <a:lnTo>
                    <a:pt x="4722437" y="50555"/>
                  </a:lnTo>
                  <a:lnTo>
                    <a:pt x="4614071" y="61938"/>
                  </a:lnTo>
                  <a:lnTo>
                    <a:pt x="4511332" y="74510"/>
                  </a:lnTo>
                  <a:lnTo>
                    <a:pt x="4415177" y="88327"/>
                  </a:lnTo>
                  <a:lnTo>
                    <a:pt x="4325978" y="103479"/>
                  </a:lnTo>
                  <a:lnTo>
                    <a:pt x="4243664" y="120096"/>
                  </a:lnTo>
                  <a:lnTo>
                    <a:pt x="4167854" y="138345"/>
                  </a:lnTo>
                  <a:lnTo>
                    <a:pt x="4097964" y="158423"/>
                  </a:lnTo>
                  <a:lnTo>
                    <a:pt x="4033292" y="180550"/>
                  </a:lnTo>
                  <a:lnTo>
                    <a:pt x="3973084" y="204959"/>
                  </a:lnTo>
                  <a:lnTo>
                    <a:pt x="3916577" y="231870"/>
                  </a:lnTo>
                  <a:lnTo>
                    <a:pt x="3863041" y="261459"/>
                  </a:lnTo>
                  <a:lnTo>
                    <a:pt x="3820202" y="288234"/>
                  </a:lnTo>
                  <a:lnTo>
                    <a:pt x="3768605" y="324246"/>
                  </a:lnTo>
                  <a:lnTo>
                    <a:pt x="3718440" y="363288"/>
                  </a:lnTo>
                  <a:lnTo>
                    <a:pt x="3669260" y="405417"/>
                  </a:lnTo>
                  <a:lnTo>
                    <a:pt x="3620718" y="450625"/>
                  </a:lnTo>
                  <a:lnTo>
                    <a:pt x="3572549" y="498829"/>
                  </a:lnTo>
                  <a:lnTo>
                    <a:pt x="3524557" y="549862"/>
                  </a:lnTo>
                  <a:lnTo>
                    <a:pt x="3476608" y="603475"/>
                  </a:lnTo>
                  <a:lnTo>
                    <a:pt x="3428620" y="659337"/>
                  </a:lnTo>
                  <a:lnTo>
                    <a:pt x="3380555" y="717037"/>
                  </a:lnTo>
                  <a:lnTo>
                    <a:pt x="3332409" y="776098"/>
                  </a:lnTo>
                  <a:lnTo>
                    <a:pt x="3284205" y="835993"/>
                  </a:lnTo>
                  <a:lnTo>
                    <a:pt x="3235980" y="896160"/>
                  </a:lnTo>
                  <a:lnTo>
                    <a:pt x="3187777" y="956028"/>
                  </a:lnTo>
                  <a:lnTo>
                    <a:pt x="3139635" y="1015038"/>
                  </a:lnTo>
                  <a:lnTo>
                    <a:pt x="3091573" y="1072664"/>
                  </a:lnTo>
                  <a:lnTo>
                    <a:pt x="3043588" y="1128431"/>
                  </a:lnTo>
                  <a:lnTo>
                    <a:pt x="2995640" y="1181934"/>
                  </a:lnTo>
                  <a:lnTo>
                    <a:pt x="2947643" y="1232843"/>
                  </a:lnTo>
                  <a:lnTo>
                    <a:pt x="2899461" y="1280912"/>
                  </a:lnTo>
                  <a:lnTo>
                    <a:pt x="2850896" y="1325981"/>
                  </a:lnTo>
                  <a:lnTo>
                    <a:pt x="2801680" y="1367969"/>
                  </a:lnTo>
                  <a:lnTo>
                    <a:pt x="2751460" y="1406871"/>
                  </a:lnTo>
                  <a:lnTo>
                    <a:pt x="2702183" y="1441174"/>
                  </a:lnTo>
                  <a:lnTo>
                    <a:pt x="2650619" y="1473060"/>
                  </a:lnTo>
                  <a:lnTo>
                    <a:pt x="2596637" y="1502195"/>
                  </a:lnTo>
                  <a:lnTo>
                    <a:pt x="2539566" y="1528676"/>
                  </a:lnTo>
                  <a:lnTo>
                    <a:pt x="2478669" y="1552689"/>
                  </a:lnTo>
                  <a:lnTo>
                    <a:pt x="2413181" y="1574460"/>
                  </a:lnTo>
                  <a:lnTo>
                    <a:pt x="2342353" y="1594218"/>
                  </a:lnTo>
                  <a:lnTo>
                    <a:pt x="2265497" y="1612183"/>
                  </a:lnTo>
                  <a:lnTo>
                    <a:pt x="2182058" y="1628547"/>
                  </a:lnTo>
                  <a:lnTo>
                    <a:pt x="2091697" y="1643469"/>
                  </a:lnTo>
                  <a:lnTo>
                    <a:pt x="1994408" y="1657073"/>
                  </a:lnTo>
                  <a:lnTo>
                    <a:pt x="1890649" y="1669445"/>
                  </a:lnTo>
                  <a:lnTo>
                    <a:pt x="1781488" y="1680632"/>
                  </a:lnTo>
                  <a:lnTo>
                    <a:pt x="1668725" y="1690651"/>
                  </a:lnTo>
                  <a:lnTo>
                    <a:pt x="1554953" y="1699489"/>
                  </a:lnTo>
                  <a:lnTo>
                    <a:pt x="1443503" y="1707122"/>
                  </a:lnTo>
                  <a:lnTo>
                    <a:pt x="1338228" y="1713530"/>
                  </a:lnTo>
                  <a:lnTo>
                    <a:pt x="1243106" y="1718710"/>
                  </a:lnTo>
                  <a:lnTo>
                    <a:pt x="1161701" y="1722702"/>
                  </a:lnTo>
                  <a:lnTo>
                    <a:pt x="1096591" y="1725592"/>
                  </a:lnTo>
                  <a:lnTo>
                    <a:pt x="1048889" y="1727516"/>
                  </a:lnTo>
                  <a:lnTo>
                    <a:pt x="1017981" y="1728653"/>
                  </a:lnTo>
                  <a:lnTo>
                    <a:pt x="1001517" y="1729207"/>
                  </a:lnTo>
                  <a:lnTo>
                    <a:pt x="995590" y="1729390"/>
                  </a:lnTo>
                  <a:lnTo>
                    <a:pt x="994940" y="1729409"/>
                  </a:lnTo>
                  <a:lnTo>
                    <a:pt x="0" y="1729409"/>
                  </a:lnTo>
                  <a:lnTo>
                    <a:pt x="0" y="17294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7" name="pg1046"/>
            <p:cNvSpPr/>
            <p:nvPr/>
          </p:nvSpPr>
          <p:spPr>
            <a:xfrm>
              <a:off x="1199187" y="2373842"/>
              <a:ext cx="12049831" cy="1718927"/>
            </a:xfrm>
            <a:custGeom>
              <a:avLst/>
              <a:pathLst>
                <a:path w="12049831" h="1718927">
                  <a:moveTo>
                    <a:pt x="0" y="1718927"/>
                  </a:moveTo>
                  <a:lnTo>
                    <a:pt x="994940" y="1718927"/>
                  </a:lnTo>
                  <a:lnTo>
                    <a:pt x="996053" y="1718895"/>
                  </a:lnTo>
                  <a:lnTo>
                    <a:pt x="1003405" y="1718667"/>
                  </a:lnTo>
                  <a:lnTo>
                    <a:pt x="1022045" y="1718036"/>
                  </a:lnTo>
                  <a:lnTo>
                    <a:pt x="1055640" y="1716793"/>
                  </a:lnTo>
                  <a:lnTo>
                    <a:pt x="1106258" y="1714738"/>
                  </a:lnTo>
                  <a:lnTo>
                    <a:pt x="1174219" y="1711700"/>
                  </a:lnTo>
                  <a:lnTo>
                    <a:pt x="1258139" y="1707552"/>
                  </a:lnTo>
                  <a:lnTo>
                    <a:pt x="1355238" y="1702216"/>
                  </a:lnTo>
                  <a:lnTo>
                    <a:pt x="1461839" y="1695662"/>
                  </a:lnTo>
                  <a:lnTo>
                    <a:pt x="1573951" y="1687895"/>
                  </a:lnTo>
                  <a:lnTo>
                    <a:pt x="1687782" y="1678938"/>
                  </a:lnTo>
                  <a:lnTo>
                    <a:pt x="1800114" y="1668815"/>
                  </a:lnTo>
                  <a:lnTo>
                    <a:pt x="1908487" y="1657533"/>
                  </a:lnTo>
                  <a:lnTo>
                    <a:pt x="2011228" y="1645071"/>
                  </a:lnTo>
                  <a:lnTo>
                    <a:pt x="2107382" y="1631376"/>
                  </a:lnTo>
                  <a:lnTo>
                    <a:pt x="2196579" y="1616357"/>
                  </a:lnTo>
                  <a:lnTo>
                    <a:pt x="2278889" y="1599886"/>
                  </a:lnTo>
                  <a:lnTo>
                    <a:pt x="2354695" y="1581796"/>
                  </a:lnTo>
                  <a:lnTo>
                    <a:pt x="2424581" y="1561895"/>
                  </a:lnTo>
                  <a:lnTo>
                    <a:pt x="2489249" y="1539960"/>
                  </a:lnTo>
                  <a:lnTo>
                    <a:pt x="2549454" y="1515764"/>
                  </a:lnTo>
                  <a:lnTo>
                    <a:pt x="2605960" y="1489087"/>
                  </a:lnTo>
                  <a:lnTo>
                    <a:pt x="2659495" y="1459756"/>
                  </a:lnTo>
                  <a:lnTo>
                    <a:pt x="2702183" y="1433313"/>
                  </a:lnTo>
                  <a:lnTo>
                    <a:pt x="2753899" y="1397541"/>
                  </a:lnTo>
                  <a:lnTo>
                    <a:pt x="2804178" y="1358753"/>
                  </a:lnTo>
                  <a:lnTo>
                    <a:pt x="2853468" y="1316891"/>
                  </a:lnTo>
                  <a:lnTo>
                    <a:pt x="2902120" y="1271964"/>
                  </a:lnTo>
                  <a:lnTo>
                    <a:pt x="2950400" y="1224056"/>
                  </a:lnTo>
                  <a:lnTo>
                    <a:pt x="2998503" y="1173333"/>
                  </a:lnTo>
                  <a:lnTo>
                    <a:pt x="3046565" y="1120046"/>
                  </a:lnTo>
                  <a:lnTo>
                    <a:pt x="3094666" y="1064526"/>
                  </a:lnTo>
                  <a:lnTo>
                    <a:pt x="3142846" y="1007185"/>
                  </a:lnTo>
                  <a:lnTo>
                    <a:pt x="3191106" y="948499"/>
                  </a:lnTo>
                  <a:lnTo>
                    <a:pt x="3239425" y="888997"/>
                  </a:lnTo>
                  <a:lnTo>
                    <a:pt x="3287763" y="829238"/>
                  </a:lnTo>
                  <a:lnTo>
                    <a:pt x="3336077" y="769792"/>
                  </a:lnTo>
                  <a:lnTo>
                    <a:pt x="3384330" y="711217"/>
                  </a:lnTo>
                  <a:lnTo>
                    <a:pt x="3432501" y="654036"/>
                  </a:lnTo>
                  <a:lnTo>
                    <a:pt x="3480596" y="598721"/>
                  </a:lnTo>
                  <a:lnTo>
                    <a:pt x="3528658" y="545675"/>
                  </a:lnTo>
                  <a:lnTo>
                    <a:pt x="3576772" y="495222"/>
                  </a:lnTo>
                  <a:lnTo>
                    <a:pt x="3625078" y="447605"/>
                  </a:lnTo>
                  <a:lnTo>
                    <a:pt x="3673781" y="402980"/>
                  </a:lnTo>
                  <a:lnTo>
                    <a:pt x="3723152" y="361424"/>
                  </a:lnTo>
                  <a:lnTo>
                    <a:pt x="3773551" y="322939"/>
                  </a:lnTo>
                  <a:lnTo>
                    <a:pt x="3820202" y="290855"/>
                  </a:lnTo>
                  <a:lnTo>
                    <a:pt x="3871772" y="259255"/>
                  </a:lnTo>
                  <a:lnTo>
                    <a:pt x="3925762" y="230382"/>
                  </a:lnTo>
                  <a:lnTo>
                    <a:pt x="3982841" y="204139"/>
                  </a:lnTo>
                  <a:lnTo>
                    <a:pt x="4043748" y="180342"/>
                  </a:lnTo>
                  <a:lnTo>
                    <a:pt x="4109246" y="158768"/>
                  </a:lnTo>
                  <a:lnTo>
                    <a:pt x="4180088" y="139187"/>
                  </a:lnTo>
                  <a:lnTo>
                    <a:pt x="4256958" y="121385"/>
                  </a:lnTo>
                  <a:lnTo>
                    <a:pt x="4340414" y="105170"/>
                  </a:lnTo>
                  <a:lnTo>
                    <a:pt x="4430794" y="90383"/>
                  </a:lnTo>
                  <a:lnTo>
                    <a:pt x="4528103" y="76902"/>
                  </a:lnTo>
                  <a:lnTo>
                    <a:pt x="4631883" y="64643"/>
                  </a:lnTo>
                  <a:lnTo>
                    <a:pt x="4741064" y="53557"/>
                  </a:lnTo>
                  <a:lnTo>
                    <a:pt x="4853845" y="43631"/>
                  </a:lnTo>
                  <a:lnTo>
                    <a:pt x="4967631" y="34874"/>
                  </a:lnTo>
                  <a:lnTo>
                    <a:pt x="5079087" y="27311"/>
                  </a:lnTo>
                  <a:lnTo>
                    <a:pt x="5184359" y="20963"/>
                  </a:lnTo>
                  <a:lnTo>
                    <a:pt x="5279468" y="15831"/>
                  </a:lnTo>
                  <a:lnTo>
                    <a:pt x="5360850" y="11878"/>
                  </a:lnTo>
                  <a:lnTo>
                    <a:pt x="5425928" y="9017"/>
                  </a:lnTo>
                  <a:lnTo>
                    <a:pt x="5473594" y="7112"/>
                  </a:lnTo>
                  <a:lnTo>
                    <a:pt x="5504465" y="5987"/>
                  </a:lnTo>
                  <a:lnTo>
                    <a:pt x="5520896" y="5439"/>
                  </a:lnTo>
                  <a:lnTo>
                    <a:pt x="5526801" y="5258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1" y="5262"/>
                  </a:lnTo>
                  <a:lnTo>
                    <a:pt x="6530942" y="5419"/>
                  </a:lnTo>
                  <a:lnTo>
                    <a:pt x="6549776" y="5852"/>
                  </a:lnTo>
                  <a:lnTo>
                    <a:pt x="6583708" y="6706"/>
                  </a:lnTo>
                  <a:lnTo>
                    <a:pt x="6634807" y="8116"/>
                  </a:lnTo>
                  <a:lnTo>
                    <a:pt x="6703364" y="10201"/>
                  </a:lnTo>
                  <a:lnTo>
                    <a:pt x="6787950" y="13047"/>
                  </a:lnTo>
                  <a:lnTo>
                    <a:pt x="6885725" y="16706"/>
                  </a:lnTo>
                  <a:lnTo>
                    <a:pt x="6992955" y="21198"/>
                  </a:lnTo>
                  <a:lnTo>
                    <a:pt x="7105603" y="26519"/>
                  </a:lnTo>
                  <a:lnTo>
                    <a:pt x="7219853" y="32653"/>
                  </a:lnTo>
                  <a:lnTo>
                    <a:pt x="7332476" y="39585"/>
                  </a:lnTo>
                  <a:lnTo>
                    <a:pt x="7441018" y="47310"/>
                  </a:lnTo>
                  <a:lnTo>
                    <a:pt x="7543826" y="55842"/>
                  </a:lnTo>
                  <a:lnTo>
                    <a:pt x="7639967" y="65221"/>
                  </a:lnTo>
                  <a:lnTo>
                    <a:pt x="7729091" y="75509"/>
                  </a:lnTo>
                  <a:lnTo>
                    <a:pt x="7811294" y="86797"/>
                  </a:lnTo>
                  <a:lnTo>
                    <a:pt x="7886976" y="99199"/>
                  </a:lnTo>
                  <a:lnTo>
                    <a:pt x="7956739" y="112851"/>
                  </a:lnTo>
                  <a:lnTo>
                    <a:pt x="8021298" y="127903"/>
                  </a:lnTo>
                  <a:lnTo>
                    <a:pt x="8081418" y="144514"/>
                  </a:lnTo>
                  <a:lnTo>
                    <a:pt x="8137869" y="162832"/>
                  </a:lnTo>
                  <a:lnTo>
                    <a:pt x="8191385" y="182973"/>
                  </a:lnTo>
                  <a:lnTo>
                    <a:pt x="8229629" y="199144"/>
                  </a:lnTo>
                  <a:lnTo>
                    <a:pt x="8285610" y="225558"/>
                  </a:lnTo>
                  <a:lnTo>
                    <a:pt x="8339949" y="254383"/>
                  </a:lnTo>
                  <a:lnTo>
                    <a:pt x="8393202" y="285661"/>
                  </a:lnTo>
                  <a:lnTo>
                    <a:pt x="8445790" y="319372"/>
                  </a:lnTo>
                  <a:lnTo>
                    <a:pt x="8498027" y="355422"/>
                  </a:lnTo>
                  <a:lnTo>
                    <a:pt x="8550130" y="393641"/>
                  </a:lnTo>
                  <a:lnTo>
                    <a:pt x="8602238" y="433779"/>
                  </a:lnTo>
                  <a:lnTo>
                    <a:pt x="8654424" y="475511"/>
                  </a:lnTo>
                  <a:lnTo>
                    <a:pt x="8706708" y="518445"/>
                  </a:lnTo>
                  <a:lnTo>
                    <a:pt x="8759068" y="562136"/>
                  </a:lnTo>
                  <a:lnTo>
                    <a:pt x="8811459" y="606105"/>
                  </a:lnTo>
                  <a:lnTo>
                    <a:pt x="8863826" y="649859"/>
                  </a:lnTo>
                  <a:lnTo>
                    <a:pt x="8916121" y="692917"/>
                  </a:lnTo>
                  <a:lnTo>
                    <a:pt x="8968320" y="734827"/>
                  </a:lnTo>
                  <a:lnTo>
                    <a:pt x="9020435" y="775190"/>
                  </a:lnTo>
                  <a:lnTo>
                    <a:pt x="9072532" y="813672"/>
                  </a:lnTo>
                  <a:lnTo>
                    <a:pt x="9124741" y="850013"/>
                  </a:lnTo>
                  <a:lnTo>
                    <a:pt x="9177269" y="884032"/>
                  </a:lnTo>
                  <a:lnTo>
                    <a:pt x="9230415" y="915626"/>
                  </a:lnTo>
                  <a:lnTo>
                    <a:pt x="9284586" y="944766"/>
                  </a:lnTo>
                  <a:lnTo>
                    <a:pt x="9340319" y="971486"/>
                  </a:lnTo>
                  <a:lnTo>
                    <a:pt x="9347647" y="974757"/>
                  </a:lnTo>
                  <a:lnTo>
                    <a:pt x="9399413" y="996286"/>
                  </a:lnTo>
                  <a:lnTo>
                    <a:pt x="9453618" y="1015951"/>
                  </a:lnTo>
                  <a:lnTo>
                    <a:pt x="9510941" y="1033817"/>
                  </a:lnTo>
                  <a:lnTo>
                    <a:pt x="9572128" y="1050012"/>
                  </a:lnTo>
                  <a:lnTo>
                    <a:pt x="9637953" y="1064689"/>
                  </a:lnTo>
                  <a:lnTo>
                    <a:pt x="9709174" y="1078005"/>
                  </a:lnTo>
                  <a:lnTo>
                    <a:pt x="9786482" y="1090109"/>
                  </a:lnTo>
                  <a:lnTo>
                    <a:pt x="9870437" y="1101130"/>
                  </a:lnTo>
                  <a:lnTo>
                    <a:pt x="9961372" y="1111176"/>
                  </a:lnTo>
                  <a:lnTo>
                    <a:pt x="10059282" y="1120332"/>
                  </a:lnTo>
                  <a:lnTo>
                    <a:pt x="10163681" y="1128654"/>
                  </a:lnTo>
                  <a:lnTo>
                    <a:pt x="10273462" y="1136175"/>
                  </a:lnTo>
                  <a:lnTo>
                    <a:pt x="10386770" y="1142902"/>
                  </a:lnTo>
                  <a:lnTo>
                    <a:pt x="10500944" y="1148829"/>
                  </a:lnTo>
                  <a:lnTo>
                    <a:pt x="10612580" y="1153938"/>
                  </a:lnTo>
                  <a:lnTo>
                    <a:pt x="10717762" y="1158216"/>
                  </a:lnTo>
                  <a:lnTo>
                    <a:pt x="10812476" y="1161663"/>
                  </a:lnTo>
                  <a:lnTo>
                    <a:pt x="10893162" y="1164306"/>
                  </a:lnTo>
                  <a:lnTo>
                    <a:pt x="10957300" y="1166208"/>
                  </a:lnTo>
                  <a:lnTo>
                    <a:pt x="11003883" y="1167463"/>
                  </a:lnTo>
                  <a:lnTo>
                    <a:pt x="11033665" y="1168195"/>
                  </a:lnTo>
                  <a:lnTo>
                    <a:pt x="11049154" y="1168543"/>
                  </a:lnTo>
                  <a:lnTo>
                    <a:pt x="11054423" y="1168652"/>
                  </a:lnTo>
                  <a:lnTo>
                    <a:pt x="11054891" y="1168661"/>
                  </a:lnTo>
                  <a:lnTo>
                    <a:pt x="12049831" y="1168661"/>
                  </a:lnTo>
                  <a:lnTo>
                    <a:pt x="12049831" y="1163420"/>
                  </a:lnTo>
                  <a:lnTo>
                    <a:pt x="11054891" y="1163420"/>
                  </a:lnTo>
                  <a:lnTo>
                    <a:pt x="11053765" y="1163398"/>
                  </a:lnTo>
                  <a:lnTo>
                    <a:pt x="11046335" y="1163241"/>
                  </a:lnTo>
                  <a:lnTo>
                    <a:pt x="11027500" y="1162808"/>
                  </a:lnTo>
                  <a:lnTo>
                    <a:pt x="10993569" y="1161955"/>
                  </a:lnTo>
                  <a:lnTo>
                    <a:pt x="10942470" y="1160544"/>
                  </a:lnTo>
                  <a:lnTo>
                    <a:pt x="10873912" y="1158460"/>
                  </a:lnTo>
                  <a:lnTo>
                    <a:pt x="10789326" y="1155614"/>
                  </a:lnTo>
                  <a:lnTo>
                    <a:pt x="10691552" y="1151955"/>
                  </a:lnTo>
                  <a:lnTo>
                    <a:pt x="10584321" y="1147463"/>
                  </a:lnTo>
                  <a:lnTo>
                    <a:pt x="10471673" y="1142141"/>
                  </a:lnTo>
                  <a:lnTo>
                    <a:pt x="10357424" y="1136007"/>
                  </a:lnTo>
                  <a:lnTo>
                    <a:pt x="10244801" y="1129075"/>
                  </a:lnTo>
                  <a:lnTo>
                    <a:pt x="10136258" y="1121351"/>
                  </a:lnTo>
                  <a:lnTo>
                    <a:pt x="10033450" y="1112818"/>
                  </a:lnTo>
                  <a:lnTo>
                    <a:pt x="9937310" y="1103440"/>
                  </a:lnTo>
                  <a:lnTo>
                    <a:pt x="9848185" y="1093151"/>
                  </a:lnTo>
                  <a:lnTo>
                    <a:pt x="9765983" y="1081863"/>
                  </a:lnTo>
                  <a:lnTo>
                    <a:pt x="9690300" y="1069461"/>
                  </a:lnTo>
                  <a:lnTo>
                    <a:pt x="9620537" y="1055810"/>
                  </a:lnTo>
                  <a:lnTo>
                    <a:pt x="9555979" y="1040758"/>
                  </a:lnTo>
                  <a:lnTo>
                    <a:pt x="9495859" y="1024147"/>
                  </a:lnTo>
                  <a:lnTo>
                    <a:pt x="9439407" y="1005828"/>
                  </a:lnTo>
                  <a:lnTo>
                    <a:pt x="9385891" y="985687"/>
                  </a:lnTo>
                  <a:lnTo>
                    <a:pt x="9347647" y="969517"/>
                  </a:lnTo>
                  <a:lnTo>
                    <a:pt x="9291667" y="943103"/>
                  </a:lnTo>
                  <a:lnTo>
                    <a:pt x="9237328" y="914278"/>
                  </a:lnTo>
                  <a:lnTo>
                    <a:pt x="9184075" y="882999"/>
                  </a:lnTo>
                  <a:lnTo>
                    <a:pt x="9131486" y="849288"/>
                  </a:lnTo>
                  <a:lnTo>
                    <a:pt x="9079250" y="813238"/>
                  </a:lnTo>
                  <a:lnTo>
                    <a:pt x="9027147" y="775020"/>
                  </a:lnTo>
                  <a:lnTo>
                    <a:pt x="8975039" y="734882"/>
                  </a:lnTo>
                  <a:lnTo>
                    <a:pt x="8922853" y="693150"/>
                  </a:lnTo>
                  <a:lnTo>
                    <a:pt x="8870569" y="650216"/>
                  </a:lnTo>
                  <a:lnTo>
                    <a:pt x="8818209" y="606524"/>
                  </a:lnTo>
                  <a:lnTo>
                    <a:pt x="8765818" y="562555"/>
                  </a:lnTo>
                  <a:lnTo>
                    <a:pt x="8713451" y="518801"/>
                  </a:lnTo>
                  <a:lnTo>
                    <a:pt x="8661155" y="475743"/>
                  </a:lnTo>
                  <a:lnTo>
                    <a:pt x="8608957" y="433833"/>
                  </a:lnTo>
                  <a:lnTo>
                    <a:pt x="8556841" y="393470"/>
                  </a:lnTo>
                  <a:lnTo>
                    <a:pt x="8504744" y="354989"/>
                  </a:lnTo>
                  <a:lnTo>
                    <a:pt x="8452535" y="318648"/>
                  </a:lnTo>
                  <a:lnTo>
                    <a:pt x="8400007" y="284629"/>
                  </a:lnTo>
                  <a:lnTo>
                    <a:pt x="8346861" y="253034"/>
                  </a:lnTo>
                  <a:lnTo>
                    <a:pt x="8292690" y="223894"/>
                  </a:lnTo>
                  <a:lnTo>
                    <a:pt x="8236958" y="197174"/>
                  </a:lnTo>
                  <a:lnTo>
                    <a:pt x="8229629" y="193903"/>
                  </a:lnTo>
                  <a:lnTo>
                    <a:pt x="8177863" y="172374"/>
                  </a:lnTo>
                  <a:lnTo>
                    <a:pt x="8123658" y="152709"/>
                  </a:lnTo>
                  <a:lnTo>
                    <a:pt x="8066336" y="134843"/>
                  </a:lnTo>
                  <a:lnTo>
                    <a:pt x="8005148" y="118648"/>
                  </a:lnTo>
                  <a:lnTo>
                    <a:pt x="7939323" y="103971"/>
                  </a:lnTo>
                  <a:lnTo>
                    <a:pt x="7868103" y="90655"/>
                  </a:lnTo>
                  <a:lnTo>
                    <a:pt x="7790794" y="78552"/>
                  </a:lnTo>
                  <a:lnTo>
                    <a:pt x="7706840" y="67531"/>
                  </a:lnTo>
                  <a:lnTo>
                    <a:pt x="7615904" y="57484"/>
                  </a:lnTo>
                  <a:lnTo>
                    <a:pt x="7517995" y="48328"/>
                  </a:lnTo>
                  <a:lnTo>
                    <a:pt x="7413596" y="40006"/>
                  </a:lnTo>
                  <a:lnTo>
                    <a:pt x="7303814" y="32486"/>
                  </a:lnTo>
                  <a:lnTo>
                    <a:pt x="7190506" y="25758"/>
                  </a:lnTo>
                  <a:lnTo>
                    <a:pt x="7076332" y="19831"/>
                  </a:lnTo>
                  <a:lnTo>
                    <a:pt x="6964696" y="14722"/>
                  </a:lnTo>
                  <a:lnTo>
                    <a:pt x="6859514" y="10445"/>
                  </a:lnTo>
                  <a:lnTo>
                    <a:pt x="6764801" y="6998"/>
                  </a:lnTo>
                  <a:lnTo>
                    <a:pt x="6684115" y="4354"/>
                  </a:lnTo>
                  <a:lnTo>
                    <a:pt x="6619976" y="2453"/>
                  </a:lnTo>
                  <a:lnTo>
                    <a:pt x="6573393" y="1197"/>
                  </a:lnTo>
                  <a:lnTo>
                    <a:pt x="6543611" y="466"/>
                  </a:lnTo>
                  <a:lnTo>
                    <a:pt x="6528122" y="117"/>
                  </a:lnTo>
                  <a:lnTo>
                    <a:pt x="6522853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2" y="32"/>
                  </a:lnTo>
                  <a:lnTo>
                    <a:pt x="5518980" y="260"/>
                  </a:lnTo>
                  <a:lnTo>
                    <a:pt x="5500340" y="891"/>
                  </a:lnTo>
                  <a:lnTo>
                    <a:pt x="5466745" y="2134"/>
                  </a:lnTo>
                  <a:lnTo>
                    <a:pt x="5416127" y="4189"/>
                  </a:lnTo>
                  <a:lnTo>
                    <a:pt x="5348166" y="7227"/>
                  </a:lnTo>
                  <a:lnTo>
                    <a:pt x="5264246" y="11375"/>
                  </a:lnTo>
                  <a:lnTo>
                    <a:pt x="5167147" y="16711"/>
                  </a:lnTo>
                  <a:lnTo>
                    <a:pt x="5060546" y="23265"/>
                  </a:lnTo>
                  <a:lnTo>
                    <a:pt x="4948434" y="31032"/>
                  </a:lnTo>
                  <a:lnTo>
                    <a:pt x="4834603" y="39989"/>
                  </a:lnTo>
                  <a:lnTo>
                    <a:pt x="4722271" y="50112"/>
                  </a:lnTo>
                  <a:lnTo>
                    <a:pt x="4613898" y="61394"/>
                  </a:lnTo>
                  <a:lnTo>
                    <a:pt x="4511157" y="73856"/>
                  </a:lnTo>
                  <a:lnTo>
                    <a:pt x="4415003" y="87551"/>
                  </a:lnTo>
                  <a:lnTo>
                    <a:pt x="4325806" y="102570"/>
                  </a:lnTo>
                  <a:lnTo>
                    <a:pt x="4243496" y="119041"/>
                  </a:lnTo>
                  <a:lnTo>
                    <a:pt x="4167690" y="137131"/>
                  </a:lnTo>
                  <a:lnTo>
                    <a:pt x="4097804" y="157032"/>
                  </a:lnTo>
                  <a:lnTo>
                    <a:pt x="4033136" y="178967"/>
                  </a:lnTo>
                  <a:lnTo>
                    <a:pt x="3972931" y="203163"/>
                  </a:lnTo>
                  <a:lnTo>
                    <a:pt x="3916425" y="229840"/>
                  </a:lnTo>
                  <a:lnTo>
                    <a:pt x="3862890" y="259171"/>
                  </a:lnTo>
                  <a:lnTo>
                    <a:pt x="3820202" y="285614"/>
                  </a:lnTo>
                  <a:lnTo>
                    <a:pt x="3768486" y="321386"/>
                  </a:lnTo>
                  <a:lnTo>
                    <a:pt x="3718207" y="360174"/>
                  </a:lnTo>
                  <a:lnTo>
                    <a:pt x="3668917" y="402036"/>
                  </a:lnTo>
                  <a:lnTo>
                    <a:pt x="3620265" y="446963"/>
                  </a:lnTo>
                  <a:lnTo>
                    <a:pt x="3571985" y="494871"/>
                  </a:lnTo>
                  <a:lnTo>
                    <a:pt x="3523882" y="545594"/>
                  </a:lnTo>
                  <a:lnTo>
                    <a:pt x="3475820" y="598881"/>
                  </a:lnTo>
                  <a:lnTo>
                    <a:pt x="3427719" y="654401"/>
                  </a:lnTo>
                  <a:lnTo>
                    <a:pt x="3379539" y="711742"/>
                  </a:lnTo>
                  <a:lnTo>
                    <a:pt x="3331279" y="770428"/>
                  </a:lnTo>
                  <a:lnTo>
                    <a:pt x="3282960" y="829930"/>
                  </a:lnTo>
                  <a:lnTo>
                    <a:pt x="3234622" y="889689"/>
                  </a:lnTo>
                  <a:lnTo>
                    <a:pt x="3186308" y="949135"/>
                  </a:lnTo>
                  <a:lnTo>
                    <a:pt x="3138055" y="1007710"/>
                  </a:lnTo>
                  <a:lnTo>
                    <a:pt x="3089884" y="1064891"/>
                  </a:lnTo>
                  <a:lnTo>
                    <a:pt x="3041789" y="1120206"/>
                  </a:lnTo>
                  <a:lnTo>
                    <a:pt x="2993727" y="1173252"/>
                  </a:lnTo>
                  <a:lnTo>
                    <a:pt x="2945613" y="1223705"/>
                  </a:lnTo>
                  <a:lnTo>
                    <a:pt x="2897307" y="1271322"/>
                  </a:lnTo>
                  <a:lnTo>
                    <a:pt x="2848604" y="1315947"/>
                  </a:lnTo>
                  <a:lnTo>
                    <a:pt x="2799233" y="1357503"/>
                  </a:lnTo>
                  <a:lnTo>
                    <a:pt x="2748834" y="1395988"/>
                  </a:lnTo>
                  <a:lnTo>
                    <a:pt x="2702183" y="1428072"/>
                  </a:lnTo>
                  <a:lnTo>
                    <a:pt x="2650613" y="1459672"/>
                  </a:lnTo>
                  <a:lnTo>
                    <a:pt x="2596623" y="1488545"/>
                  </a:lnTo>
                  <a:lnTo>
                    <a:pt x="2539544" y="1514788"/>
                  </a:lnTo>
                  <a:lnTo>
                    <a:pt x="2478637" y="1538585"/>
                  </a:lnTo>
                  <a:lnTo>
                    <a:pt x="2413138" y="1560159"/>
                  </a:lnTo>
                  <a:lnTo>
                    <a:pt x="2342297" y="1579740"/>
                  </a:lnTo>
                  <a:lnTo>
                    <a:pt x="2265427" y="1597542"/>
                  </a:lnTo>
                  <a:lnTo>
                    <a:pt x="2181971" y="1613757"/>
                  </a:lnTo>
                  <a:lnTo>
                    <a:pt x="2091591" y="1628544"/>
                  </a:lnTo>
                  <a:lnTo>
                    <a:pt x="1994282" y="1642025"/>
                  </a:lnTo>
                  <a:lnTo>
                    <a:pt x="1890502" y="1654284"/>
                  </a:lnTo>
                  <a:lnTo>
                    <a:pt x="1781321" y="1665370"/>
                  </a:lnTo>
                  <a:lnTo>
                    <a:pt x="1668540" y="1675296"/>
                  </a:lnTo>
                  <a:lnTo>
                    <a:pt x="1554754" y="1684053"/>
                  </a:lnTo>
                  <a:lnTo>
                    <a:pt x="1443298" y="1691616"/>
                  </a:lnTo>
                  <a:lnTo>
                    <a:pt x="1338026" y="1697964"/>
                  </a:lnTo>
                  <a:lnTo>
                    <a:pt x="1242917" y="1703095"/>
                  </a:lnTo>
                  <a:lnTo>
                    <a:pt x="1161535" y="1707049"/>
                  </a:lnTo>
                  <a:lnTo>
                    <a:pt x="1096457" y="1709910"/>
                  </a:lnTo>
                  <a:lnTo>
                    <a:pt x="1048791" y="1711815"/>
                  </a:lnTo>
                  <a:lnTo>
                    <a:pt x="1017920" y="1712940"/>
                  </a:lnTo>
                  <a:lnTo>
                    <a:pt x="1001489" y="1713488"/>
                  </a:lnTo>
                  <a:lnTo>
                    <a:pt x="995584" y="1713669"/>
                  </a:lnTo>
                  <a:lnTo>
                    <a:pt x="994940" y="1713687"/>
                  </a:lnTo>
                  <a:lnTo>
                    <a:pt x="0" y="1713687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48" name="pl1047"/>
            <p:cNvSpPr/>
            <p:nvPr/>
          </p:nvSpPr>
          <p:spPr>
            <a:xfrm>
              <a:off x="1199187" y="2379083"/>
              <a:ext cx="12049831" cy="1713687"/>
            </a:xfrm>
            <a:custGeom>
              <a:avLst/>
              <a:pathLst>
                <a:path w="12049831" h="1713687">
                  <a:moveTo>
                    <a:pt x="0" y="1713687"/>
                  </a:moveTo>
                  <a:lnTo>
                    <a:pt x="994940" y="1713687"/>
                  </a:lnTo>
                  <a:lnTo>
                    <a:pt x="996053" y="1713655"/>
                  </a:lnTo>
                  <a:lnTo>
                    <a:pt x="1003405" y="1713426"/>
                  </a:lnTo>
                  <a:lnTo>
                    <a:pt x="1022045" y="1712796"/>
                  </a:lnTo>
                  <a:lnTo>
                    <a:pt x="1055640" y="1711552"/>
                  </a:lnTo>
                  <a:lnTo>
                    <a:pt x="1106258" y="1709497"/>
                  </a:lnTo>
                  <a:lnTo>
                    <a:pt x="1174219" y="1706460"/>
                  </a:lnTo>
                  <a:lnTo>
                    <a:pt x="1258139" y="1702311"/>
                  </a:lnTo>
                  <a:lnTo>
                    <a:pt x="1355238" y="1696975"/>
                  </a:lnTo>
                  <a:lnTo>
                    <a:pt x="1461839" y="1690421"/>
                  </a:lnTo>
                  <a:lnTo>
                    <a:pt x="1573951" y="1682654"/>
                  </a:lnTo>
                  <a:lnTo>
                    <a:pt x="1687782" y="1673698"/>
                  </a:lnTo>
                  <a:lnTo>
                    <a:pt x="1800114" y="1663575"/>
                  </a:lnTo>
                  <a:lnTo>
                    <a:pt x="1908487" y="1652292"/>
                  </a:lnTo>
                  <a:lnTo>
                    <a:pt x="2011228" y="1639831"/>
                  </a:lnTo>
                  <a:lnTo>
                    <a:pt x="2107382" y="1626136"/>
                  </a:lnTo>
                  <a:lnTo>
                    <a:pt x="2196579" y="1611117"/>
                  </a:lnTo>
                  <a:lnTo>
                    <a:pt x="2278889" y="1594645"/>
                  </a:lnTo>
                  <a:lnTo>
                    <a:pt x="2354695" y="1576556"/>
                  </a:lnTo>
                  <a:lnTo>
                    <a:pt x="2424581" y="1556654"/>
                  </a:lnTo>
                  <a:lnTo>
                    <a:pt x="2489249" y="1534720"/>
                  </a:lnTo>
                  <a:lnTo>
                    <a:pt x="2549454" y="1510524"/>
                  </a:lnTo>
                  <a:lnTo>
                    <a:pt x="2605960" y="1483847"/>
                  </a:lnTo>
                  <a:lnTo>
                    <a:pt x="2659495" y="1454515"/>
                  </a:lnTo>
                  <a:lnTo>
                    <a:pt x="2702183" y="1428072"/>
                  </a:lnTo>
                  <a:lnTo>
                    <a:pt x="2753899" y="1392301"/>
                  </a:lnTo>
                  <a:lnTo>
                    <a:pt x="2804178" y="1353513"/>
                  </a:lnTo>
                  <a:lnTo>
                    <a:pt x="2853468" y="1311650"/>
                  </a:lnTo>
                  <a:lnTo>
                    <a:pt x="2902120" y="1266723"/>
                  </a:lnTo>
                  <a:lnTo>
                    <a:pt x="2950400" y="1218815"/>
                  </a:lnTo>
                  <a:lnTo>
                    <a:pt x="2998503" y="1168093"/>
                  </a:lnTo>
                  <a:lnTo>
                    <a:pt x="3046565" y="1114805"/>
                  </a:lnTo>
                  <a:lnTo>
                    <a:pt x="3094666" y="1059286"/>
                  </a:lnTo>
                  <a:lnTo>
                    <a:pt x="3142846" y="1001945"/>
                  </a:lnTo>
                  <a:lnTo>
                    <a:pt x="3191106" y="943259"/>
                  </a:lnTo>
                  <a:lnTo>
                    <a:pt x="3239425" y="883756"/>
                  </a:lnTo>
                  <a:lnTo>
                    <a:pt x="3287763" y="823997"/>
                  </a:lnTo>
                  <a:lnTo>
                    <a:pt x="3336077" y="764551"/>
                  </a:lnTo>
                  <a:lnTo>
                    <a:pt x="3384330" y="705976"/>
                  </a:lnTo>
                  <a:lnTo>
                    <a:pt x="3432501" y="648796"/>
                  </a:lnTo>
                  <a:lnTo>
                    <a:pt x="3480596" y="593481"/>
                  </a:lnTo>
                  <a:lnTo>
                    <a:pt x="3528658" y="540435"/>
                  </a:lnTo>
                  <a:lnTo>
                    <a:pt x="3576772" y="489982"/>
                  </a:lnTo>
                  <a:lnTo>
                    <a:pt x="3625078" y="442364"/>
                  </a:lnTo>
                  <a:lnTo>
                    <a:pt x="3673781" y="397739"/>
                  </a:lnTo>
                  <a:lnTo>
                    <a:pt x="3723152" y="356183"/>
                  </a:lnTo>
                  <a:lnTo>
                    <a:pt x="3773551" y="317698"/>
                  </a:lnTo>
                  <a:lnTo>
                    <a:pt x="3820202" y="285614"/>
                  </a:lnTo>
                  <a:lnTo>
                    <a:pt x="3871772" y="254014"/>
                  </a:lnTo>
                  <a:lnTo>
                    <a:pt x="3925762" y="225141"/>
                  </a:lnTo>
                  <a:lnTo>
                    <a:pt x="3982841" y="198898"/>
                  </a:lnTo>
                  <a:lnTo>
                    <a:pt x="4043748" y="175101"/>
                  </a:lnTo>
                  <a:lnTo>
                    <a:pt x="4109246" y="153527"/>
                  </a:lnTo>
                  <a:lnTo>
                    <a:pt x="4180088" y="133947"/>
                  </a:lnTo>
                  <a:lnTo>
                    <a:pt x="4256958" y="116144"/>
                  </a:lnTo>
                  <a:lnTo>
                    <a:pt x="4340414" y="99929"/>
                  </a:lnTo>
                  <a:lnTo>
                    <a:pt x="4430794" y="85142"/>
                  </a:lnTo>
                  <a:lnTo>
                    <a:pt x="4528103" y="71662"/>
                  </a:lnTo>
                  <a:lnTo>
                    <a:pt x="4631883" y="59402"/>
                  </a:lnTo>
                  <a:lnTo>
                    <a:pt x="4741064" y="48317"/>
                  </a:lnTo>
                  <a:lnTo>
                    <a:pt x="4853845" y="38390"/>
                  </a:lnTo>
                  <a:lnTo>
                    <a:pt x="4967631" y="29633"/>
                  </a:lnTo>
                  <a:lnTo>
                    <a:pt x="5079087" y="22070"/>
                  </a:lnTo>
                  <a:lnTo>
                    <a:pt x="5184359" y="15723"/>
                  </a:lnTo>
                  <a:lnTo>
                    <a:pt x="5279468" y="10591"/>
                  </a:lnTo>
                  <a:lnTo>
                    <a:pt x="5360850" y="6637"/>
                  </a:lnTo>
                  <a:lnTo>
                    <a:pt x="5425928" y="3776"/>
                  </a:lnTo>
                  <a:lnTo>
                    <a:pt x="5473594" y="1872"/>
                  </a:lnTo>
                  <a:lnTo>
                    <a:pt x="5504465" y="747"/>
                  </a:lnTo>
                  <a:lnTo>
                    <a:pt x="5520896" y="199"/>
                  </a:lnTo>
                  <a:lnTo>
                    <a:pt x="5526801" y="18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1" y="22"/>
                  </a:lnTo>
                  <a:lnTo>
                    <a:pt x="6530942" y="178"/>
                  </a:lnTo>
                  <a:lnTo>
                    <a:pt x="6549776" y="611"/>
                  </a:lnTo>
                  <a:lnTo>
                    <a:pt x="6583708" y="1465"/>
                  </a:lnTo>
                  <a:lnTo>
                    <a:pt x="6634807" y="2876"/>
                  </a:lnTo>
                  <a:lnTo>
                    <a:pt x="6703364" y="4960"/>
                  </a:lnTo>
                  <a:lnTo>
                    <a:pt x="6787950" y="7806"/>
                  </a:lnTo>
                  <a:lnTo>
                    <a:pt x="6885725" y="11465"/>
                  </a:lnTo>
                  <a:lnTo>
                    <a:pt x="6992955" y="15957"/>
                  </a:lnTo>
                  <a:lnTo>
                    <a:pt x="7105603" y="21278"/>
                  </a:lnTo>
                  <a:lnTo>
                    <a:pt x="7219853" y="27413"/>
                  </a:lnTo>
                  <a:lnTo>
                    <a:pt x="7332476" y="34344"/>
                  </a:lnTo>
                  <a:lnTo>
                    <a:pt x="7441018" y="42069"/>
                  </a:lnTo>
                  <a:lnTo>
                    <a:pt x="7543826" y="50602"/>
                  </a:lnTo>
                  <a:lnTo>
                    <a:pt x="7639967" y="59980"/>
                  </a:lnTo>
                  <a:lnTo>
                    <a:pt x="7729091" y="70268"/>
                  </a:lnTo>
                  <a:lnTo>
                    <a:pt x="7811294" y="81556"/>
                  </a:lnTo>
                  <a:lnTo>
                    <a:pt x="7886976" y="93958"/>
                  </a:lnTo>
                  <a:lnTo>
                    <a:pt x="7956739" y="107610"/>
                  </a:lnTo>
                  <a:lnTo>
                    <a:pt x="8021298" y="122662"/>
                  </a:lnTo>
                  <a:lnTo>
                    <a:pt x="8081418" y="139273"/>
                  </a:lnTo>
                  <a:lnTo>
                    <a:pt x="8137869" y="157591"/>
                  </a:lnTo>
                  <a:lnTo>
                    <a:pt x="8191385" y="177733"/>
                  </a:lnTo>
                  <a:lnTo>
                    <a:pt x="8229629" y="193903"/>
                  </a:lnTo>
                  <a:lnTo>
                    <a:pt x="8285610" y="220317"/>
                  </a:lnTo>
                  <a:lnTo>
                    <a:pt x="8339949" y="249142"/>
                  </a:lnTo>
                  <a:lnTo>
                    <a:pt x="8393202" y="280420"/>
                  </a:lnTo>
                  <a:lnTo>
                    <a:pt x="8445790" y="314131"/>
                  </a:lnTo>
                  <a:lnTo>
                    <a:pt x="8498027" y="350181"/>
                  </a:lnTo>
                  <a:lnTo>
                    <a:pt x="8550130" y="388400"/>
                  </a:lnTo>
                  <a:lnTo>
                    <a:pt x="8602238" y="428538"/>
                  </a:lnTo>
                  <a:lnTo>
                    <a:pt x="8654424" y="470270"/>
                  </a:lnTo>
                  <a:lnTo>
                    <a:pt x="8706708" y="513204"/>
                  </a:lnTo>
                  <a:lnTo>
                    <a:pt x="8759068" y="556895"/>
                  </a:lnTo>
                  <a:lnTo>
                    <a:pt x="8811459" y="600864"/>
                  </a:lnTo>
                  <a:lnTo>
                    <a:pt x="8863826" y="644619"/>
                  </a:lnTo>
                  <a:lnTo>
                    <a:pt x="8916121" y="687676"/>
                  </a:lnTo>
                  <a:lnTo>
                    <a:pt x="8968320" y="729586"/>
                  </a:lnTo>
                  <a:lnTo>
                    <a:pt x="9020435" y="769949"/>
                  </a:lnTo>
                  <a:lnTo>
                    <a:pt x="9072532" y="808431"/>
                  </a:lnTo>
                  <a:lnTo>
                    <a:pt x="9124741" y="844772"/>
                  </a:lnTo>
                  <a:lnTo>
                    <a:pt x="9177269" y="878791"/>
                  </a:lnTo>
                  <a:lnTo>
                    <a:pt x="9230415" y="910386"/>
                  </a:lnTo>
                  <a:lnTo>
                    <a:pt x="9284586" y="939525"/>
                  </a:lnTo>
                  <a:lnTo>
                    <a:pt x="9340319" y="966246"/>
                  </a:lnTo>
                  <a:lnTo>
                    <a:pt x="9347647" y="969517"/>
                  </a:lnTo>
                  <a:lnTo>
                    <a:pt x="9399413" y="991046"/>
                  </a:lnTo>
                  <a:lnTo>
                    <a:pt x="9453618" y="1010710"/>
                  </a:lnTo>
                  <a:lnTo>
                    <a:pt x="9510941" y="1028577"/>
                  </a:lnTo>
                  <a:lnTo>
                    <a:pt x="9572128" y="1044772"/>
                  </a:lnTo>
                  <a:lnTo>
                    <a:pt x="9637953" y="1059449"/>
                  </a:lnTo>
                  <a:lnTo>
                    <a:pt x="9709174" y="1072765"/>
                  </a:lnTo>
                  <a:lnTo>
                    <a:pt x="9786482" y="1084868"/>
                  </a:lnTo>
                  <a:lnTo>
                    <a:pt x="9870437" y="1095889"/>
                  </a:lnTo>
                  <a:lnTo>
                    <a:pt x="9961372" y="1105936"/>
                  </a:lnTo>
                  <a:lnTo>
                    <a:pt x="10059282" y="1115092"/>
                  </a:lnTo>
                  <a:lnTo>
                    <a:pt x="10163681" y="1123414"/>
                  </a:lnTo>
                  <a:lnTo>
                    <a:pt x="10273462" y="1130934"/>
                  </a:lnTo>
                  <a:lnTo>
                    <a:pt x="10386770" y="1137661"/>
                  </a:lnTo>
                  <a:lnTo>
                    <a:pt x="10500944" y="1143588"/>
                  </a:lnTo>
                  <a:lnTo>
                    <a:pt x="10612580" y="1148698"/>
                  </a:lnTo>
                  <a:lnTo>
                    <a:pt x="10717762" y="1152975"/>
                  </a:lnTo>
                  <a:lnTo>
                    <a:pt x="10812476" y="1156422"/>
                  </a:lnTo>
                  <a:lnTo>
                    <a:pt x="10893162" y="1159066"/>
                  </a:lnTo>
                  <a:lnTo>
                    <a:pt x="10957300" y="1160967"/>
                  </a:lnTo>
                  <a:lnTo>
                    <a:pt x="11003883" y="1162222"/>
                  </a:lnTo>
                  <a:lnTo>
                    <a:pt x="11033665" y="1162954"/>
                  </a:lnTo>
                  <a:lnTo>
                    <a:pt x="11049154" y="1163302"/>
                  </a:lnTo>
                  <a:lnTo>
                    <a:pt x="11054423" y="1163411"/>
                  </a:lnTo>
                  <a:lnTo>
                    <a:pt x="11054891" y="1163420"/>
                  </a:lnTo>
                  <a:lnTo>
                    <a:pt x="12049831" y="1163420"/>
                  </a:lnTo>
                  <a:lnTo>
                    <a:pt x="12049831" y="11634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9" name="pl1048"/>
            <p:cNvSpPr/>
            <p:nvPr/>
          </p:nvSpPr>
          <p:spPr>
            <a:xfrm>
              <a:off x="1199187" y="2373842"/>
              <a:ext cx="12049831" cy="1713687"/>
            </a:xfrm>
            <a:custGeom>
              <a:avLst/>
              <a:pathLst>
                <a:path w="12049831" h="1713687">
                  <a:moveTo>
                    <a:pt x="12049831" y="1163420"/>
                  </a:moveTo>
                  <a:lnTo>
                    <a:pt x="11054891" y="1163420"/>
                  </a:lnTo>
                  <a:lnTo>
                    <a:pt x="11053765" y="1163398"/>
                  </a:lnTo>
                  <a:lnTo>
                    <a:pt x="11046335" y="1163241"/>
                  </a:lnTo>
                  <a:lnTo>
                    <a:pt x="11027500" y="1162808"/>
                  </a:lnTo>
                  <a:lnTo>
                    <a:pt x="10993569" y="1161955"/>
                  </a:lnTo>
                  <a:lnTo>
                    <a:pt x="10942470" y="1160544"/>
                  </a:lnTo>
                  <a:lnTo>
                    <a:pt x="10873912" y="1158460"/>
                  </a:lnTo>
                  <a:lnTo>
                    <a:pt x="10789326" y="1155614"/>
                  </a:lnTo>
                  <a:lnTo>
                    <a:pt x="10691552" y="1151955"/>
                  </a:lnTo>
                  <a:lnTo>
                    <a:pt x="10584321" y="1147463"/>
                  </a:lnTo>
                  <a:lnTo>
                    <a:pt x="10471673" y="1142141"/>
                  </a:lnTo>
                  <a:lnTo>
                    <a:pt x="10357424" y="1136007"/>
                  </a:lnTo>
                  <a:lnTo>
                    <a:pt x="10244801" y="1129075"/>
                  </a:lnTo>
                  <a:lnTo>
                    <a:pt x="10136258" y="1121351"/>
                  </a:lnTo>
                  <a:lnTo>
                    <a:pt x="10033450" y="1112818"/>
                  </a:lnTo>
                  <a:lnTo>
                    <a:pt x="9937310" y="1103440"/>
                  </a:lnTo>
                  <a:lnTo>
                    <a:pt x="9848185" y="1093151"/>
                  </a:lnTo>
                  <a:lnTo>
                    <a:pt x="9765983" y="1081863"/>
                  </a:lnTo>
                  <a:lnTo>
                    <a:pt x="9690300" y="1069461"/>
                  </a:lnTo>
                  <a:lnTo>
                    <a:pt x="9620537" y="1055810"/>
                  </a:lnTo>
                  <a:lnTo>
                    <a:pt x="9555979" y="1040758"/>
                  </a:lnTo>
                  <a:lnTo>
                    <a:pt x="9495859" y="1024147"/>
                  </a:lnTo>
                  <a:lnTo>
                    <a:pt x="9439407" y="1005828"/>
                  </a:lnTo>
                  <a:lnTo>
                    <a:pt x="9385891" y="985687"/>
                  </a:lnTo>
                  <a:lnTo>
                    <a:pt x="9347647" y="969517"/>
                  </a:lnTo>
                  <a:lnTo>
                    <a:pt x="9291667" y="943103"/>
                  </a:lnTo>
                  <a:lnTo>
                    <a:pt x="9237328" y="914278"/>
                  </a:lnTo>
                  <a:lnTo>
                    <a:pt x="9184075" y="882999"/>
                  </a:lnTo>
                  <a:lnTo>
                    <a:pt x="9131486" y="849288"/>
                  </a:lnTo>
                  <a:lnTo>
                    <a:pt x="9079250" y="813238"/>
                  </a:lnTo>
                  <a:lnTo>
                    <a:pt x="9027147" y="775020"/>
                  </a:lnTo>
                  <a:lnTo>
                    <a:pt x="8975039" y="734882"/>
                  </a:lnTo>
                  <a:lnTo>
                    <a:pt x="8922853" y="693150"/>
                  </a:lnTo>
                  <a:lnTo>
                    <a:pt x="8870569" y="650216"/>
                  </a:lnTo>
                  <a:lnTo>
                    <a:pt x="8818209" y="606524"/>
                  </a:lnTo>
                  <a:lnTo>
                    <a:pt x="8765818" y="562555"/>
                  </a:lnTo>
                  <a:lnTo>
                    <a:pt x="8713451" y="518801"/>
                  </a:lnTo>
                  <a:lnTo>
                    <a:pt x="8661155" y="475743"/>
                  </a:lnTo>
                  <a:lnTo>
                    <a:pt x="8608957" y="433833"/>
                  </a:lnTo>
                  <a:lnTo>
                    <a:pt x="8556841" y="393470"/>
                  </a:lnTo>
                  <a:lnTo>
                    <a:pt x="8504744" y="354989"/>
                  </a:lnTo>
                  <a:lnTo>
                    <a:pt x="8452535" y="318648"/>
                  </a:lnTo>
                  <a:lnTo>
                    <a:pt x="8400007" y="284629"/>
                  </a:lnTo>
                  <a:lnTo>
                    <a:pt x="8346861" y="253034"/>
                  </a:lnTo>
                  <a:lnTo>
                    <a:pt x="8292690" y="223894"/>
                  </a:lnTo>
                  <a:lnTo>
                    <a:pt x="8236958" y="197174"/>
                  </a:lnTo>
                  <a:lnTo>
                    <a:pt x="8229629" y="193903"/>
                  </a:lnTo>
                  <a:lnTo>
                    <a:pt x="8177863" y="172374"/>
                  </a:lnTo>
                  <a:lnTo>
                    <a:pt x="8123658" y="152709"/>
                  </a:lnTo>
                  <a:lnTo>
                    <a:pt x="8066336" y="134843"/>
                  </a:lnTo>
                  <a:lnTo>
                    <a:pt x="8005148" y="118648"/>
                  </a:lnTo>
                  <a:lnTo>
                    <a:pt x="7939323" y="103971"/>
                  </a:lnTo>
                  <a:lnTo>
                    <a:pt x="7868103" y="90655"/>
                  </a:lnTo>
                  <a:lnTo>
                    <a:pt x="7790794" y="78552"/>
                  </a:lnTo>
                  <a:lnTo>
                    <a:pt x="7706840" y="67531"/>
                  </a:lnTo>
                  <a:lnTo>
                    <a:pt x="7615904" y="57484"/>
                  </a:lnTo>
                  <a:lnTo>
                    <a:pt x="7517995" y="48328"/>
                  </a:lnTo>
                  <a:lnTo>
                    <a:pt x="7413596" y="40006"/>
                  </a:lnTo>
                  <a:lnTo>
                    <a:pt x="7303814" y="32486"/>
                  </a:lnTo>
                  <a:lnTo>
                    <a:pt x="7190506" y="25758"/>
                  </a:lnTo>
                  <a:lnTo>
                    <a:pt x="7076332" y="19831"/>
                  </a:lnTo>
                  <a:lnTo>
                    <a:pt x="6964696" y="14722"/>
                  </a:lnTo>
                  <a:lnTo>
                    <a:pt x="6859514" y="10445"/>
                  </a:lnTo>
                  <a:lnTo>
                    <a:pt x="6764801" y="6998"/>
                  </a:lnTo>
                  <a:lnTo>
                    <a:pt x="6684115" y="4354"/>
                  </a:lnTo>
                  <a:lnTo>
                    <a:pt x="6619976" y="2453"/>
                  </a:lnTo>
                  <a:lnTo>
                    <a:pt x="6573393" y="1197"/>
                  </a:lnTo>
                  <a:lnTo>
                    <a:pt x="6543611" y="466"/>
                  </a:lnTo>
                  <a:lnTo>
                    <a:pt x="6528122" y="117"/>
                  </a:lnTo>
                  <a:lnTo>
                    <a:pt x="6522853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2" y="32"/>
                  </a:lnTo>
                  <a:lnTo>
                    <a:pt x="5518980" y="260"/>
                  </a:lnTo>
                  <a:lnTo>
                    <a:pt x="5500340" y="891"/>
                  </a:lnTo>
                  <a:lnTo>
                    <a:pt x="5466745" y="2134"/>
                  </a:lnTo>
                  <a:lnTo>
                    <a:pt x="5416127" y="4189"/>
                  </a:lnTo>
                  <a:lnTo>
                    <a:pt x="5348166" y="7227"/>
                  </a:lnTo>
                  <a:lnTo>
                    <a:pt x="5264246" y="11375"/>
                  </a:lnTo>
                  <a:lnTo>
                    <a:pt x="5167147" y="16711"/>
                  </a:lnTo>
                  <a:lnTo>
                    <a:pt x="5060546" y="23265"/>
                  </a:lnTo>
                  <a:lnTo>
                    <a:pt x="4948434" y="31032"/>
                  </a:lnTo>
                  <a:lnTo>
                    <a:pt x="4834603" y="39989"/>
                  </a:lnTo>
                  <a:lnTo>
                    <a:pt x="4722271" y="50112"/>
                  </a:lnTo>
                  <a:lnTo>
                    <a:pt x="4613898" y="61394"/>
                  </a:lnTo>
                  <a:lnTo>
                    <a:pt x="4511157" y="73856"/>
                  </a:lnTo>
                  <a:lnTo>
                    <a:pt x="4415003" y="87551"/>
                  </a:lnTo>
                  <a:lnTo>
                    <a:pt x="4325806" y="102570"/>
                  </a:lnTo>
                  <a:lnTo>
                    <a:pt x="4243496" y="119041"/>
                  </a:lnTo>
                  <a:lnTo>
                    <a:pt x="4167690" y="137131"/>
                  </a:lnTo>
                  <a:lnTo>
                    <a:pt x="4097804" y="157032"/>
                  </a:lnTo>
                  <a:lnTo>
                    <a:pt x="4033136" y="178967"/>
                  </a:lnTo>
                  <a:lnTo>
                    <a:pt x="3972931" y="203163"/>
                  </a:lnTo>
                  <a:lnTo>
                    <a:pt x="3916425" y="229840"/>
                  </a:lnTo>
                  <a:lnTo>
                    <a:pt x="3862890" y="259171"/>
                  </a:lnTo>
                  <a:lnTo>
                    <a:pt x="3820202" y="285614"/>
                  </a:lnTo>
                  <a:lnTo>
                    <a:pt x="3768486" y="321386"/>
                  </a:lnTo>
                  <a:lnTo>
                    <a:pt x="3718207" y="360174"/>
                  </a:lnTo>
                  <a:lnTo>
                    <a:pt x="3668917" y="402036"/>
                  </a:lnTo>
                  <a:lnTo>
                    <a:pt x="3620265" y="446963"/>
                  </a:lnTo>
                  <a:lnTo>
                    <a:pt x="3571985" y="494871"/>
                  </a:lnTo>
                  <a:lnTo>
                    <a:pt x="3523882" y="545594"/>
                  </a:lnTo>
                  <a:lnTo>
                    <a:pt x="3475820" y="598881"/>
                  </a:lnTo>
                  <a:lnTo>
                    <a:pt x="3427719" y="654401"/>
                  </a:lnTo>
                  <a:lnTo>
                    <a:pt x="3379539" y="711742"/>
                  </a:lnTo>
                  <a:lnTo>
                    <a:pt x="3331279" y="770428"/>
                  </a:lnTo>
                  <a:lnTo>
                    <a:pt x="3282960" y="829930"/>
                  </a:lnTo>
                  <a:lnTo>
                    <a:pt x="3234622" y="889689"/>
                  </a:lnTo>
                  <a:lnTo>
                    <a:pt x="3186308" y="949135"/>
                  </a:lnTo>
                  <a:lnTo>
                    <a:pt x="3138055" y="1007710"/>
                  </a:lnTo>
                  <a:lnTo>
                    <a:pt x="3089884" y="1064891"/>
                  </a:lnTo>
                  <a:lnTo>
                    <a:pt x="3041789" y="1120206"/>
                  </a:lnTo>
                  <a:lnTo>
                    <a:pt x="2993727" y="1173252"/>
                  </a:lnTo>
                  <a:lnTo>
                    <a:pt x="2945613" y="1223705"/>
                  </a:lnTo>
                  <a:lnTo>
                    <a:pt x="2897307" y="1271322"/>
                  </a:lnTo>
                  <a:lnTo>
                    <a:pt x="2848604" y="1315947"/>
                  </a:lnTo>
                  <a:lnTo>
                    <a:pt x="2799233" y="1357503"/>
                  </a:lnTo>
                  <a:lnTo>
                    <a:pt x="2748834" y="1395988"/>
                  </a:lnTo>
                  <a:lnTo>
                    <a:pt x="2702183" y="1428072"/>
                  </a:lnTo>
                  <a:lnTo>
                    <a:pt x="2650613" y="1459672"/>
                  </a:lnTo>
                  <a:lnTo>
                    <a:pt x="2596623" y="1488545"/>
                  </a:lnTo>
                  <a:lnTo>
                    <a:pt x="2539544" y="1514788"/>
                  </a:lnTo>
                  <a:lnTo>
                    <a:pt x="2478637" y="1538585"/>
                  </a:lnTo>
                  <a:lnTo>
                    <a:pt x="2413138" y="1560159"/>
                  </a:lnTo>
                  <a:lnTo>
                    <a:pt x="2342297" y="1579740"/>
                  </a:lnTo>
                  <a:lnTo>
                    <a:pt x="2265427" y="1597542"/>
                  </a:lnTo>
                  <a:lnTo>
                    <a:pt x="2181971" y="1613757"/>
                  </a:lnTo>
                  <a:lnTo>
                    <a:pt x="2091591" y="1628544"/>
                  </a:lnTo>
                  <a:lnTo>
                    <a:pt x="1994282" y="1642025"/>
                  </a:lnTo>
                  <a:lnTo>
                    <a:pt x="1890502" y="1654284"/>
                  </a:lnTo>
                  <a:lnTo>
                    <a:pt x="1781321" y="1665370"/>
                  </a:lnTo>
                  <a:lnTo>
                    <a:pt x="1668540" y="1675296"/>
                  </a:lnTo>
                  <a:lnTo>
                    <a:pt x="1554754" y="1684053"/>
                  </a:lnTo>
                  <a:lnTo>
                    <a:pt x="1443298" y="1691616"/>
                  </a:lnTo>
                  <a:lnTo>
                    <a:pt x="1338026" y="1697964"/>
                  </a:lnTo>
                  <a:lnTo>
                    <a:pt x="1242917" y="1703095"/>
                  </a:lnTo>
                  <a:lnTo>
                    <a:pt x="1161535" y="1707049"/>
                  </a:lnTo>
                  <a:lnTo>
                    <a:pt x="1096457" y="1709910"/>
                  </a:lnTo>
                  <a:lnTo>
                    <a:pt x="1048791" y="1711815"/>
                  </a:lnTo>
                  <a:lnTo>
                    <a:pt x="1017920" y="1712940"/>
                  </a:lnTo>
                  <a:lnTo>
                    <a:pt x="1001489" y="1713488"/>
                  </a:lnTo>
                  <a:lnTo>
                    <a:pt x="995584" y="1713669"/>
                  </a:lnTo>
                  <a:lnTo>
                    <a:pt x="994940" y="1713687"/>
                  </a:lnTo>
                  <a:lnTo>
                    <a:pt x="0" y="1713687"/>
                  </a:lnTo>
                  <a:lnTo>
                    <a:pt x="0" y="17136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0" name="pg1049"/>
            <p:cNvSpPr/>
            <p:nvPr/>
          </p:nvSpPr>
          <p:spPr>
            <a:xfrm>
              <a:off x="1199187" y="2389564"/>
              <a:ext cx="12049831" cy="1708446"/>
            </a:xfrm>
            <a:custGeom>
              <a:avLst/>
              <a:pathLst>
                <a:path w="12049831" h="1708446">
                  <a:moveTo>
                    <a:pt x="0" y="1708446"/>
                  </a:moveTo>
                  <a:lnTo>
                    <a:pt x="994940" y="1708446"/>
                  </a:lnTo>
                  <a:lnTo>
                    <a:pt x="996054" y="1708414"/>
                  </a:lnTo>
                  <a:lnTo>
                    <a:pt x="1003407" y="1708187"/>
                  </a:lnTo>
                  <a:lnTo>
                    <a:pt x="1022051" y="1707560"/>
                  </a:lnTo>
                  <a:lnTo>
                    <a:pt x="1055653" y="1706324"/>
                  </a:lnTo>
                  <a:lnTo>
                    <a:pt x="1106283" y="1704281"/>
                  </a:lnTo>
                  <a:lnTo>
                    <a:pt x="1174257" y="1701261"/>
                  </a:lnTo>
                  <a:lnTo>
                    <a:pt x="1258192" y="1697137"/>
                  </a:lnTo>
                  <a:lnTo>
                    <a:pt x="1355306" y="1691833"/>
                  </a:lnTo>
                  <a:lnTo>
                    <a:pt x="1461922" y="1685317"/>
                  </a:lnTo>
                  <a:lnTo>
                    <a:pt x="1574045" y="1677596"/>
                  </a:lnTo>
                  <a:lnTo>
                    <a:pt x="1687886" y="1668693"/>
                  </a:lnTo>
                  <a:lnTo>
                    <a:pt x="1800225" y="1658630"/>
                  </a:lnTo>
                  <a:lnTo>
                    <a:pt x="1908601" y="1647414"/>
                  </a:lnTo>
                  <a:lnTo>
                    <a:pt x="2011344" y="1635027"/>
                  </a:lnTo>
                  <a:lnTo>
                    <a:pt x="2107498" y="1621413"/>
                  </a:lnTo>
                  <a:lnTo>
                    <a:pt x="2196693" y="1606483"/>
                  </a:lnTo>
                  <a:lnTo>
                    <a:pt x="2279001" y="1590108"/>
                  </a:lnTo>
                  <a:lnTo>
                    <a:pt x="2354804" y="1572126"/>
                  </a:lnTo>
                  <a:lnTo>
                    <a:pt x="2424687" y="1552341"/>
                  </a:lnTo>
                  <a:lnTo>
                    <a:pt x="2489352" y="1530536"/>
                  </a:lnTo>
                  <a:lnTo>
                    <a:pt x="2549556" y="1506482"/>
                  </a:lnTo>
                  <a:lnTo>
                    <a:pt x="2606060" y="1479961"/>
                  </a:lnTo>
                  <a:lnTo>
                    <a:pt x="2659595" y="1450802"/>
                  </a:lnTo>
                  <a:lnTo>
                    <a:pt x="2702183" y="1424579"/>
                  </a:lnTo>
                  <a:lnTo>
                    <a:pt x="2753979" y="1388968"/>
                  </a:lnTo>
                  <a:lnTo>
                    <a:pt x="2804333" y="1350349"/>
                  </a:lnTo>
                  <a:lnTo>
                    <a:pt x="2853698" y="1308666"/>
                  </a:lnTo>
                  <a:lnTo>
                    <a:pt x="2902423" y="1263927"/>
                  </a:lnTo>
                  <a:lnTo>
                    <a:pt x="2950776" y="1216218"/>
                  </a:lnTo>
                  <a:lnTo>
                    <a:pt x="2998954" y="1165704"/>
                  </a:lnTo>
                  <a:lnTo>
                    <a:pt x="3047091" y="1112635"/>
                  </a:lnTo>
                  <a:lnTo>
                    <a:pt x="3095268" y="1057345"/>
                  </a:lnTo>
                  <a:lnTo>
                    <a:pt x="3143524" y="1000244"/>
                  </a:lnTo>
                  <a:lnTo>
                    <a:pt x="3191861" y="941811"/>
                  </a:lnTo>
                  <a:lnTo>
                    <a:pt x="3240256" y="882571"/>
                  </a:lnTo>
                  <a:lnTo>
                    <a:pt x="3288669" y="823085"/>
                  </a:lnTo>
                  <a:lnTo>
                    <a:pt x="3337058" y="763922"/>
                  </a:lnTo>
                  <a:lnTo>
                    <a:pt x="3385385" y="705638"/>
                  </a:lnTo>
                  <a:lnTo>
                    <a:pt x="3433630" y="648756"/>
                  </a:lnTo>
                  <a:lnTo>
                    <a:pt x="3481799" y="593744"/>
                  </a:lnTo>
                  <a:lnTo>
                    <a:pt x="3529935" y="541002"/>
                  </a:lnTo>
                  <a:lnTo>
                    <a:pt x="3578128" y="490854"/>
                  </a:lnTo>
                  <a:lnTo>
                    <a:pt x="3626518" y="443538"/>
                  </a:lnTo>
                  <a:lnTo>
                    <a:pt x="3675313" y="399209"/>
                  </a:lnTo>
                  <a:lnTo>
                    <a:pt x="3724788" y="357941"/>
                  </a:lnTo>
                  <a:lnTo>
                    <a:pt x="3775308" y="319734"/>
                  </a:lnTo>
                  <a:lnTo>
                    <a:pt x="3820202" y="289108"/>
                  </a:lnTo>
                  <a:lnTo>
                    <a:pt x="3871777" y="257699"/>
                  </a:lnTo>
                  <a:lnTo>
                    <a:pt x="3925771" y="229000"/>
                  </a:lnTo>
                  <a:lnTo>
                    <a:pt x="3982856" y="202916"/>
                  </a:lnTo>
                  <a:lnTo>
                    <a:pt x="4043769" y="179263"/>
                  </a:lnTo>
                  <a:lnTo>
                    <a:pt x="4109275" y="157820"/>
                  </a:lnTo>
                  <a:lnTo>
                    <a:pt x="4180124" y="138359"/>
                  </a:lnTo>
                  <a:lnTo>
                    <a:pt x="4257005" y="120665"/>
                  </a:lnTo>
                  <a:lnTo>
                    <a:pt x="4340472" y="104548"/>
                  </a:lnTo>
                  <a:lnTo>
                    <a:pt x="4430864" y="89852"/>
                  </a:lnTo>
                  <a:lnTo>
                    <a:pt x="4528187" y="76453"/>
                  </a:lnTo>
                  <a:lnTo>
                    <a:pt x="4631981" y="64269"/>
                  </a:lnTo>
                  <a:lnTo>
                    <a:pt x="4741175" y="53251"/>
                  </a:lnTo>
                  <a:lnTo>
                    <a:pt x="4853968" y="43386"/>
                  </a:lnTo>
                  <a:lnTo>
                    <a:pt x="4967762" y="34683"/>
                  </a:lnTo>
                  <a:lnTo>
                    <a:pt x="5079223" y="27167"/>
                  </a:lnTo>
                  <a:lnTo>
                    <a:pt x="5184493" y="20860"/>
                  </a:lnTo>
                  <a:lnTo>
                    <a:pt x="5279594" y="15760"/>
                  </a:lnTo>
                  <a:lnTo>
                    <a:pt x="5360960" y="11832"/>
                  </a:lnTo>
                  <a:lnTo>
                    <a:pt x="5426017" y="8990"/>
                  </a:lnTo>
                  <a:lnTo>
                    <a:pt x="5473659" y="7098"/>
                  </a:lnTo>
                  <a:lnTo>
                    <a:pt x="5504506" y="5981"/>
                  </a:lnTo>
                  <a:lnTo>
                    <a:pt x="5520915" y="5438"/>
                  </a:lnTo>
                  <a:lnTo>
                    <a:pt x="5526806" y="5258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6" y="5267"/>
                  </a:lnTo>
                  <a:lnTo>
                    <a:pt x="6530903" y="5457"/>
                  </a:lnTo>
                  <a:lnTo>
                    <a:pt x="6549656" y="5983"/>
                  </a:lnTo>
                  <a:lnTo>
                    <a:pt x="6583445" y="7021"/>
                  </a:lnTo>
                  <a:lnTo>
                    <a:pt x="6634341" y="8735"/>
                  </a:lnTo>
                  <a:lnTo>
                    <a:pt x="6702647" y="11268"/>
                  </a:lnTo>
                  <a:lnTo>
                    <a:pt x="6786953" y="14727"/>
                  </a:lnTo>
                  <a:lnTo>
                    <a:pt x="6884443" y="19175"/>
                  </a:lnTo>
                  <a:lnTo>
                    <a:pt x="6991408" y="24636"/>
                  </a:lnTo>
                  <a:lnTo>
                    <a:pt x="7103831" y="31107"/>
                  </a:lnTo>
                  <a:lnTo>
                    <a:pt x="7217905" y="38568"/>
                  </a:lnTo>
                  <a:lnTo>
                    <a:pt x="7330406" y="46999"/>
                  </a:lnTo>
                  <a:lnTo>
                    <a:pt x="7438877" y="56395"/>
                  </a:lnTo>
                  <a:lnTo>
                    <a:pt x="7541658" y="66774"/>
                  </a:lnTo>
                  <a:lnTo>
                    <a:pt x="7637804" y="78180"/>
                  </a:lnTo>
                  <a:lnTo>
                    <a:pt x="7726960" y="90692"/>
                  </a:lnTo>
                  <a:lnTo>
                    <a:pt x="7809208" y="104417"/>
                  </a:lnTo>
                  <a:lnTo>
                    <a:pt x="7884942" y="119494"/>
                  </a:lnTo>
                  <a:lnTo>
                    <a:pt x="7954757" y="136087"/>
                  </a:lnTo>
                  <a:lnTo>
                    <a:pt x="8019361" y="154378"/>
                  </a:lnTo>
                  <a:lnTo>
                    <a:pt x="8079517" y="174560"/>
                  </a:lnTo>
                  <a:lnTo>
                    <a:pt x="8135991" y="196815"/>
                  </a:lnTo>
                  <a:lnTo>
                    <a:pt x="8189515" y="221284"/>
                  </a:lnTo>
                  <a:lnTo>
                    <a:pt x="8229629" y="241942"/>
                  </a:lnTo>
                  <a:lnTo>
                    <a:pt x="8283612" y="272966"/>
                  </a:lnTo>
                  <a:lnTo>
                    <a:pt x="8336049" y="306720"/>
                  </a:lnTo>
                  <a:lnTo>
                    <a:pt x="8387446" y="343256"/>
                  </a:lnTo>
                  <a:lnTo>
                    <a:pt x="8438189" y="382556"/>
                  </a:lnTo>
                  <a:lnTo>
                    <a:pt x="8488569" y="424530"/>
                  </a:lnTo>
                  <a:lnTo>
                    <a:pt x="8538794" y="469004"/>
                  </a:lnTo>
                  <a:lnTo>
                    <a:pt x="8589002" y="515724"/>
                  </a:lnTo>
                  <a:lnTo>
                    <a:pt x="8639271" y="564353"/>
                  </a:lnTo>
                  <a:lnTo>
                    <a:pt x="8689630" y="614482"/>
                  </a:lnTo>
                  <a:lnTo>
                    <a:pt x="8740070" y="665639"/>
                  </a:lnTo>
                  <a:lnTo>
                    <a:pt x="8790556" y="717312"/>
                  </a:lnTo>
                  <a:lnTo>
                    <a:pt x="8841040" y="768963"/>
                  </a:lnTo>
                  <a:lnTo>
                    <a:pt x="8891474" y="820060"/>
                  </a:lnTo>
                  <a:lnTo>
                    <a:pt x="8941827" y="870091"/>
                  </a:lnTo>
                  <a:lnTo>
                    <a:pt x="8992089" y="918588"/>
                  </a:lnTo>
                  <a:lnTo>
                    <a:pt x="9042295" y="965148"/>
                  </a:lnTo>
                  <a:lnTo>
                    <a:pt x="9092527" y="1009441"/>
                  </a:lnTo>
                  <a:lnTo>
                    <a:pt x="9142926" y="1051216"/>
                  </a:lnTo>
                  <a:lnTo>
                    <a:pt x="9193707" y="1090309"/>
                  </a:lnTo>
                  <a:lnTo>
                    <a:pt x="9245168" y="1126633"/>
                  </a:lnTo>
                  <a:lnTo>
                    <a:pt x="9297704" y="1160177"/>
                  </a:lnTo>
                  <a:lnTo>
                    <a:pt x="9347647" y="1188750"/>
                  </a:lnTo>
                  <a:lnTo>
                    <a:pt x="9399331" y="1214992"/>
                  </a:lnTo>
                  <a:lnTo>
                    <a:pt x="9453445" y="1238965"/>
                  </a:lnTo>
                  <a:lnTo>
                    <a:pt x="9510665" y="1260749"/>
                  </a:lnTo>
                  <a:lnTo>
                    <a:pt x="9571734" y="1280498"/>
                  </a:lnTo>
                  <a:lnTo>
                    <a:pt x="9637422" y="1298399"/>
                  </a:lnTo>
                  <a:lnTo>
                    <a:pt x="9708482" y="1314642"/>
                  </a:lnTo>
                  <a:lnTo>
                    <a:pt x="9785606" y="1329408"/>
                  </a:lnTo>
                  <a:lnTo>
                    <a:pt x="9869350" y="1342855"/>
                  </a:lnTo>
                  <a:lnTo>
                    <a:pt x="9960051" y="1355116"/>
                  </a:lnTo>
                  <a:lnTo>
                    <a:pt x="10057708" y="1366290"/>
                  </a:lnTo>
                  <a:lnTo>
                    <a:pt x="10161846" y="1376450"/>
                  </a:lnTo>
                  <a:lnTo>
                    <a:pt x="10271375" y="1385633"/>
                  </a:lnTo>
                  <a:lnTo>
                    <a:pt x="10384461" y="1393851"/>
                  </a:lnTo>
                  <a:lnTo>
                    <a:pt x="10498473" y="1401096"/>
                  </a:lnTo>
                  <a:lnTo>
                    <a:pt x="10610035" y="1407346"/>
                  </a:lnTo>
                  <a:lnTo>
                    <a:pt x="10715257" y="1412584"/>
                  </a:lnTo>
                  <a:lnTo>
                    <a:pt x="10810139" y="1416811"/>
                  </a:lnTo>
                  <a:lnTo>
                    <a:pt x="10891120" y="1420058"/>
                  </a:lnTo>
                  <a:lnTo>
                    <a:pt x="10955656" y="1422401"/>
                  </a:lnTo>
                  <a:lnTo>
                    <a:pt x="11002697" y="1423953"/>
                  </a:lnTo>
                  <a:lnTo>
                    <a:pt x="11032937" y="1424862"/>
                  </a:lnTo>
                  <a:lnTo>
                    <a:pt x="11048820" y="1425299"/>
                  </a:lnTo>
                  <a:lnTo>
                    <a:pt x="11054354" y="1425439"/>
                  </a:lnTo>
                  <a:lnTo>
                    <a:pt x="11054891" y="1425452"/>
                  </a:lnTo>
                  <a:lnTo>
                    <a:pt x="12049831" y="1425452"/>
                  </a:lnTo>
                  <a:lnTo>
                    <a:pt x="12049831" y="1420211"/>
                  </a:lnTo>
                  <a:lnTo>
                    <a:pt x="11054891" y="1420211"/>
                  </a:lnTo>
                  <a:lnTo>
                    <a:pt x="11053770" y="1420185"/>
                  </a:lnTo>
                  <a:lnTo>
                    <a:pt x="11046373" y="1419994"/>
                  </a:lnTo>
                  <a:lnTo>
                    <a:pt x="11027621" y="1419468"/>
                  </a:lnTo>
                  <a:lnTo>
                    <a:pt x="10993831" y="1418431"/>
                  </a:lnTo>
                  <a:lnTo>
                    <a:pt x="10942935" y="1416717"/>
                  </a:lnTo>
                  <a:lnTo>
                    <a:pt x="10874629" y="1414184"/>
                  </a:lnTo>
                  <a:lnTo>
                    <a:pt x="10790324" y="1410725"/>
                  </a:lnTo>
                  <a:lnTo>
                    <a:pt x="10692834" y="1406277"/>
                  </a:lnTo>
                  <a:lnTo>
                    <a:pt x="10585868" y="1400815"/>
                  </a:lnTo>
                  <a:lnTo>
                    <a:pt x="10473446" y="1394344"/>
                  </a:lnTo>
                  <a:lnTo>
                    <a:pt x="10359372" y="1386884"/>
                  </a:lnTo>
                  <a:lnTo>
                    <a:pt x="10246871" y="1378453"/>
                  </a:lnTo>
                  <a:lnTo>
                    <a:pt x="10138399" y="1369056"/>
                  </a:lnTo>
                  <a:lnTo>
                    <a:pt x="10035619" y="1358678"/>
                  </a:lnTo>
                  <a:lnTo>
                    <a:pt x="9939472" y="1347271"/>
                  </a:lnTo>
                  <a:lnTo>
                    <a:pt x="9850317" y="1334759"/>
                  </a:lnTo>
                  <a:lnTo>
                    <a:pt x="9768069" y="1321034"/>
                  </a:lnTo>
                  <a:lnTo>
                    <a:pt x="9692334" y="1305957"/>
                  </a:lnTo>
                  <a:lnTo>
                    <a:pt x="9622519" y="1289365"/>
                  </a:lnTo>
                  <a:lnTo>
                    <a:pt x="9557915" y="1271073"/>
                  </a:lnTo>
                  <a:lnTo>
                    <a:pt x="9497760" y="1250891"/>
                  </a:lnTo>
                  <a:lnTo>
                    <a:pt x="9441286" y="1228637"/>
                  </a:lnTo>
                  <a:lnTo>
                    <a:pt x="9387762" y="1204167"/>
                  </a:lnTo>
                  <a:lnTo>
                    <a:pt x="9347647" y="1183509"/>
                  </a:lnTo>
                  <a:lnTo>
                    <a:pt x="9293665" y="1152486"/>
                  </a:lnTo>
                  <a:lnTo>
                    <a:pt x="9241227" y="1118731"/>
                  </a:lnTo>
                  <a:lnTo>
                    <a:pt x="9189831" y="1082196"/>
                  </a:lnTo>
                  <a:lnTo>
                    <a:pt x="9139088" y="1042895"/>
                  </a:lnTo>
                  <a:lnTo>
                    <a:pt x="9088708" y="1000922"/>
                  </a:lnTo>
                  <a:lnTo>
                    <a:pt x="9038482" y="956447"/>
                  </a:lnTo>
                  <a:lnTo>
                    <a:pt x="8988274" y="909727"/>
                  </a:lnTo>
                  <a:lnTo>
                    <a:pt x="8938005" y="861098"/>
                  </a:lnTo>
                  <a:lnTo>
                    <a:pt x="8887646" y="810970"/>
                  </a:lnTo>
                  <a:lnTo>
                    <a:pt x="8837206" y="759812"/>
                  </a:lnTo>
                  <a:lnTo>
                    <a:pt x="8786721" y="708140"/>
                  </a:lnTo>
                  <a:lnTo>
                    <a:pt x="8736237" y="656488"/>
                  </a:lnTo>
                  <a:lnTo>
                    <a:pt x="8685802" y="605391"/>
                  </a:lnTo>
                  <a:lnTo>
                    <a:pt x="8635450" y="555361"/>
                  </a:lnTo>
                  <a:lnTo>
                    <a:pt x="8585187" y="506863"/>
                  </a:lnTo>
                  <a:lnTo>
                    <a:pt x="8534981" y="460303"/>
                  </a:lnTo>
                  <a:lnTo>
                    <a:pt x="8484750" y="416011"/>
                  </a:lnTo>
                  <a:lnTo>
                    <a:pt x="8434351" y="374235"/>
                  </a:lnTo>
                  <a:lnTo>
                    <a:pt x="8383569" y="335142"/>
                  </a:lnTo>
                  <a:lnTo>
                    <a:pt x="8332108" y="298819"/>
                  </a:lnTo>
                  <a:lnTo>
                    <a:pt x="8279573" y="265274"/>
                  </a:lnTo>
                  <a:lnTo>
                    <a:pt x="8229629" y="236701"/>
                  </a:lnTo>
                  <a:lnTo>
                    <a:pt x="8177945" y="210460"/>
                  </a:lnTo>
                  <a:lnTo>
                    <a:pt x="8123831" y="186487"/>
                  </a:lnTo>
                  <a:lnTo>
                    <a:pt x="8066611" y="164703"/>
                  </a:lnTo>
                  <a:lnTo>
                    <a:pt x="8005542" y="144953"/>
                  </a:lnTo>
                  <a:lnTo>
                    <a:pt x="7939855" y="127052"/>
                  </a:lnTo>
                  <a:lnTo>
                    <a:pt x="7868794" y="110809"/>
                  </a:lnTo>
                  <a:lnTo>
                    <a:pt x="7791671" y="96043"/>
                  </a:lnTo>
                  <a:lnTo>
                    <a:pt x="7707926" y="82596"/>
                  </a:lnTo>
                  <a:lnTo>
                    <a:pt x="7617225" y="70336"/>
                  </a:lnTo>
                  <a:lnTo>
                    <a:pt x="7519569" y="59161"/>
                  </a:lnTo>
                  <a:lnTo>
                    <a:pt x="7415430" y="49002"/>
                  </a:lnTo>
                  <a:lnTo>
                    <a:pt x="7305902" y="39819"/>
                  </a:lnTo>
                  <a:lnTo>
                    <a:pt x="7192815" y="31600"/>
                  </a:lnTo>
                  <a:lnTo>
                    <a:pt x="7078804" y="24356"/>
                  </a:lnTo>
                  <a:lnTo>
                    <a:pt x="6967242" y="18106"/>
                  </a:lnTo>
                  <a:lnTo>
                    <a:pt x="6862020" y="12868"/>
                  </a:lnTo>
                  <a:lnTo>
                    <a:pt x="6767137" y="8641"/>
                  </a:lnTo>
                  <a:lnTo>
                    <a:pt x="6686156" y="5393"/>
                  </a:lnTo>
                  <a:lnTo>
                    <a:pt x="6621620" y="3051"/>
                  </a:lnTo>
                  <a:lnTo>
                    <a:pt x="6574580" y="1499"/>
                  </a:lnTo>
                  <a:lnTo>
                    <a:pt x="6544340" y="589"/>
                  </a:lnTo>
                  <a:lnTo>
                    <a:pt x="6528456" y="152"/>
                  </a:lnTo>
                  <a:lnTo>
                    <a:pt x="6522923" y="1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1" y="31"/>
                  </a:lnTo>
                  <a:lnTo>
                    <a:pt x="5518978" y="258"/>
                  </a:lnTo>
                  <a:lnTo>
                    <a:pt x="5500334" y="885"/>
                  </a:lnTo>
                  <a:lnTo>
                    <a:pt x="5466732" y="2121"/>
                  </a:lnTo>
                  <a:lnTo>
                    <a:pt x="5416102" y="4164"/>
                  </a:lnTo>
                  <a:lnTo>
                    <a:pt x="5348128" y="7184"/>
                  </a:lnTo>
                  <a:lnTo>
                    <a:pt x="5264193" y="11308"/>
                  </a:lnTo>
                  <a:lnTo>
                    <a:pt x="5167079" y="16613"/>
                  </a:lnTo>
                  <a:lnTo>
                    <a:pt x="5060463" y="23128"/>
                  </a:lnTo>
                  <a:lnTo>
                    <a:pt x="4948340" y="30849"/>
                  </a:lnTo>
                  <a:lnTo>
                    <a:pt x="4834499" y="39753"/>
                  </a:lnTo>
                  <a:lnTo>
                    <a:pt x="4722160" y="49816"/>
                  </a:lnTo>
                  <a:lnTo>
                    <a:pt x="4613784" y="61031"/>
                  </a:lnTo>
                  <a:lnTo>
                    <a:pt x="4511041" y="73419"/>
                  </a:lnTo>
                  <a:lnTo>
                    <a:pt x="4414887" y="87033"/>
                  </a:lnTo>
                  <a:lnTo>
                    <a:pt x="4325692" y="101963"/>
                  </a:lnTo>
                  <a:lnTo>
                    <a:pt x="4243384" y="118338"/>
                  </a:lnTo>
                  <a:lnTo>
                    <a:pt x="4167581" y="136320"/>
                  </a:lnTo>
                  <a:lnTo>
                    <a:pt x="4097698" y="156105"/>
                  </a:lnTo>
                  <a:lnTo>
                    <a:pt x="4033033" y="177910"/>
                  </a:lnTo>
                  <a:lnTo>
                    <a:pt x="3972829" y="201964"/>
                  </a:lnTo>
                  <a:lnTo>
                    <a:pt x="3916325" y="228485"/>
                  </a:lnTo>
                  <a:lnTo>
                    <a:pt x="3862790" y="257644"/>
                  </a:lnTo>
                  <a:lnTo>
                    <a:pt x="3820202" y="283867"/>
                  </a:lnTo>
                  <a:lnTo>
                    <a:pt x="3768406" y="319478"/>
                  </a:lnTo>
                  <a:lnTo>
                    <a:pt x="3718052" y="358096"/>
                  </a:lnTo>
                  <a:lnTo>
                    <a:pt x="3668687" y="399780"/>
                  </a:lnTo>
                  <a:lnTo>
                    <a:pt x="3619962" y="444518"/>
                  </a:lnTo>
                  <a:lnTo>
                    <a:pt x="3571609" y="492228"/>
                  </a:lnTo>
                  <a:lnTo>
                    <a:pt x="3523431" y="542742"/>
                  </a:lnTo>
                  <a:lnTo>
                    <a:pt x="3475294" y="595811"/>
                  </a:lnTo>
                  <a:lnTo>
                    <a:pt x="3427117" y="651101"/>
                  </a:lnTo>
                  <a:lnTo>
                    <a:pt x="3378861" y="708201"/>
                  </a:lnTo>
                  <a:lnTo>
                    <a:pt x="3330524" y="766635"/>
                  </a:lnTo>
                  <a:lnTo>
                    <a:pt x="3282129" y="825875"/>
                  </a:lnTo>
                  <a:lnTo>
                    <a:pt x="3233716" y="885361"/>
                  </a:lnTo>
                  <a:lnTo>
                    <a:pt x="3185327" y="944524"/>
                  </a:lnTo>
                  <a:lnTo>
                    <a:pt x="3137000" y="1002807"/>
                  </a:lnTo>
                  <a:lnTo>
                    <a:pt x="3088755" y="1059690"/>
                  </a:lnTo>
                  <a:lnTo>
                    <a:pt x="3040586" y="1114702"/>
                  </a:lnTo>
                  <a:lnTo>
                    <a:pt x="2992450" y="1167443"/>
                  </a:lnTo>
                  <a:lnTo>
                    <a:pt x="2944257" y="1217591"/>
                  </a:lnTo>
                  <a:lnTo>
                    <a:pt x="2895867" y="1264907"/>
                  </a:lnTo>
                  <a:lnTo>
                    <a:pt x="2847072" y="1309237"/>
                  </a:lnTo>
                  <a:lnTo>
                    <a:pt x="2797597" y="1350505"/>
                  </a:lnTo>
                  <a:lnTo>
                    <a:pt x="2747077" y="1388712"/>
                  </a:lnTo>
                  <a:lnTo>
                    <a:pt x="2702183" y="1419338"/>
                  </a:lnTo>
                  <a:lnTo>
                    <a:pt x="2650608" y="1450747"/>
                  </a:lnTo>
                  <a:lnTo>
                    <a:pt x="2596614" y="1479446"/>
                  </a:lnTo>
                  <a:lnTo>
                    <a:pt x="2539529" y="1505530"/>
                  </a:lnTo>
                  <a:lnTo>
                    <a:pt x="2478616" y="1529183"/>
                  </a:lnTo>
                  <a:lnTo>
                    <a:pt x="2413110" y="1550626"/>
                  </a:lnTo>
                  <a:lnTo>
                    <a:pt x="2342261" y="1570087"/>
                  </a:lnTo>
                  <a:lnTo>
                    <a:pt x="2265380" y="1587781"/>
                  </a:lnTo>
                  <a:lnTo>
                    <a:pt x="2181913" y="1603897"/>
                  </a:lnTo>
                  <a:lnTo>
                    <a:pt x="2091521" y="1618594"/>
                  </a:lnTo>
                  <a:lnTo>
                    <a:pt x="1994198" y="1631992"/>
                  </a:lnTo>
                  <a:lnTo>
                    <a:pt x="1890404" y="1644177"/>
                  </a:lnTo>
                  <a:lnTo>
                    <a:pt x="1781210" y="1655194"/>
                  </a:lnTo>
                  <a:lnTo>
                    <a:pt x="1668417" y="1665060"/>
                  </a:lnTo>
                  <a:lnTo>
                    <a:pt x="1554623" y="1673763"/>
                  </a:lnTo>
                  <a:lnTo>
                    <a:pt x="1443162" y="1681279"/>
                  </a:lnTo>
                  <a:lnTo>
                    <a:pt x="1337892" y="1687586"/>
                  </a:lnTo>
                  <a:lnTo>
                    <a:pt x="1242791" y="1692685"/>
                  </a:lnTo>
                  <a:lnTo>
                    <a:pt x="1161425" y="1696613"/>
                  </a:lnTo>
                  <a:lnTo>
                    <a:pt x="1096368" y="1699456"/>
                  </a:lnTo>
                  <a:lnTo>
                    <a:pt x="1048726" y="1701347"/>
                  </a:lnTo>
                  <a:lnTo>
                    <a:pt x="1017879" y="1702464"/>
                  </a:lnTo>
                  <a:lnTo>
                    <a:pt x="1001470" y="1703008"/>
                  </a:lnTo>
                  <a:lnTo>
                    <a:pt x="995579" y="1703187"/>
                  </a:lnTo>
                  <a:lnTo>
                    <a:pt x="994940" y="1703206"/>
                  </a:lnTo>
                  <a:lnTo>
                    <a:pt x="0" y="1703206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51" name="pl1050"/>
            <p:cNvSpPr/>
            <p:nvPr/>
          </p:nvSpPr>
          <p:spPr>
            <a:xfrm>
              <a:off x="1199187" y="2394805"/>
              <a:ext cx="12049831" cy="1703206"/>
            </a:xfrm>
            <a:custGeom>
              <a:avLst/>
              <a:pathLst>
                <a:path w="12049831" h="1703206">
                  <a:moveTo>
                    <a:pt x="0" y="1703206"/>
                  </a:moveTo>
                  <a:lnTo>
                    <a:pt x="994940" y="1703206"/>
                  </a:lnTo>
                  <a:lnTo>
                    <a:pt x="996054" y="1703174"/>
                  </a:lnTo>
                  <a:lnTo>
                    <a:pt x="1003407" y="1702947"/>
                  </a:lnTo>
                  <a:lnTo>
                    <a:pt x="1022051" y="1702320"/>
                  </a:lnTo>
                  <a:lnTo>
                    <a:pt x="1055653" y="1701084"/>
                  </a:lnTo>
                  <a:lnTo>
                    <a:pt x="1106283" y="1699041"/>
                  </a:lnTo>
                  <a:lnTo>
                    <a:pt x="1174257" y="1696021"/>
                  </a:lnTo>
                  <a:lnTo>
                    <a:pt x="1258192" y="1691897"/>
                  </a:lnTo>
                  <a:lnTo>
                    <a:pt x="1355306" y="1686592"/>
                  </a:lnTo>
                  <a:lnTo>
                    <a:pt x="1461922" y="1680077"/>
                  </a:lnTo>
                  <a:lnTo>
                    <a:pt x="1574045" y="1672356"/>
                  </a:lnTo>
                  <a:lnTo>
                    <a:pt x="1687886" y="1663452"/>
                  </a:lnTo>
                  <a:lnTo>
                    <a:pt x="1800225" y="1653389"/>
                  </a:lnTo>
                  <a:lnTo>
                    <a:pt x="1908601" y="1642174"/>
                  </a:lnTo>
                  <a:lnTo>
                    <a:pt x="2011344" y="1629786"/>
                  </a:lnTo>
                  <a:lnTo>
                    <a:pt x="2107498" y="1616172"/>
                  </a:lnTo>
                  <a:lnTo>
                    <a:pt x="2196693" y="1601242"/>
                  </a:lnTo>
                  <a:lnTo>
                    <a:pt x="2279001" y="1584868"/>
                  </a:lnTo>
                  <a:lnTo>
                    <a:pt x="2354804" y="1566885"/>
                  </a:lnTo>
                  <a:lnTo>
                    <a:pt x="2424687" y="1547100"/>
                  </a:lnTo>
                  <a:lnTo>
                    <a:pt x="2489352" y="1525295"/>
                  </a:lnTo>
                  <a:lnTo>
                    <a:pt x="2549556" y="1501241"/>
                  </a:lnTo>
                  <a:lnTo>
                    <a:pt x="2606060" y="1474721"/>
                  </a:lnTo>
                  <a:lnTo>
                    <a:pt x="2659595" y="1445561"/>
                  </a:lnTo>
                  <a:lnTo>
                    <a:pt x="2702183" y="1419338"/>
                  </a:lnTo>
                  <a:lnTo>
                    <a:pt x="2753979" y="1383727"/>
                  </a:lnTo>
                  <a:lnTo>
                    <a:pt x="2804333" y="1345109"/>
                  </a:lnTo>
                  <a:lnTo>
                    <a:pt x="2853698" y="1303426"/>
                  </a:lnTo>
                  <a:lnTo>
                    <a:pt x="2902423" y="1258687"/>
                  </a:lnTo>
                  <a:lnTo>
                    <a:pt x="2950776" y="1210977"/>
                  </a:lnTo>
                  <a:lnTo>
                    <a:pt x="2998954" y="1160463"/>
                  </a:lnTo>
                  <a:lnTo>
                    <a:pt x="3047091" y="1107394"/>
                  </a:lnTo>
                  <a:lnTo>
                    <a:pt x="3095268" y="1052104"/>
                  </a:lnTo>
                  <a:lnTo>
                    <a:pt x="3143524" y="995004"/>
                  </a:lnTo>
                  <a:lnTo>
                    <a:pt x="3191861" y="936570"/>
                  </a:lnTo>
                  <a:lnTo>
                    <a:pt x="3240256" y="877330"/>
                  </a:lnTo>
                  <a:lnTo>
                    <a:pt x="3288669" y="817844"/>
                  </a:lnTo>
                  <a:lnTo>
                    <a:pt x="3337058" y="758681"/>
                  </a:lnTo>
                  <a:lnTo>
                    <a:pt x="3385385" y="700398"/>
                  </a:lnTo>
                  <a:lnTo>
                    <a:pt x="3433630" y="643515"/>
                  </a:lnTo>
                  <a:lnTo>
                    <a:pt x="3481799" y="588503"/>
                  </a:lnTo>
                  <a:lnTo>
                    <a:pt x="3529935" y="535762"/>
                  </a:lnTo>
                  <a:lnTo>
                    <a:pt x="3578128" y="485614"/>
                  </a:lnTo>
                  <a:lnTo>
                    <a:pt x="3626518" y="438298"/>
                  </a:lnTo>
                  <a:lnTo>
                    <a:pt x="3675313" y="393968"/>
                  </a:lnTo>
                  <a:lnTo>
                    <a:pt x="3724788" y="352700"/>
                  </a:lnTo>
                  <a:lnTo>
                    <a:pt x="3775308" y="314493"/>
                  </a:lnTo>
                  <a:lnTo>
                    <a:pt x="3820202" y="283867"/>
                  </a:lnTo>
                  <a:lnTo>
                    <a:pt x="3871777" y="252458"/>
                  </a:lnTo>
                  <a:lnTo>
                    <a:pt x="3925771" y="223759"/>
                  </a:lnTo>
                  <a:lnTo>
                    <a:pt x="3982856" y="197675"/>
                  </a:lnTo>
                  <a:lnTo>
                    <a:pt x="4043769" y="174023"/>
                  </a:lnTo>
                  <a:lnTo>
                    <a:pt x="4109275" y="152579"/>
                  </a:lnTo>
                  <a:lnTo>
                    <a:pt x="4180124" y="133118"/>
                  </a:lnTo>
                  <a:lnTo>
                    <a:pt x="4257005" y="115424"/>
                  </a:lnTo>
                  <a:lnTo>
                    <a:pt x="4340472" y="99308"/>
                  </a:lnTo>
                  <a:lnTo>
                    <a:pt x="4430864" y="84611"/>
                  </a:lnTo>
                  <a:lnTo>
                    <a:pt x="4528187" y="71213"/>
                  </a:lnTo>
                  <a:lnTo>
                    <a:pt x="4631981" y="59028"/>
                  </a:lnTo>
                  <a:lnTo>
                    <a:pt x="4741175" y="48011"/>
                  </a:lnTo>
                  <a:lnTo>
                    <a:pt x="4853968" y="38145"/>
                  </a:lnTo>
                  <a:lnTo>
                    <a:pt x="4967762" y="29442"/>
                  </a:lnTo>
                  <a:lnTo>
                    <a:pt x="5079223" y="21927"/>
                  </a:lnTo>
                  <a:lnTo>
                    <a:pt x="5184493" y="15619"/>
                  </a:lnTo>
                  <a:lnTo>
                    <a:pt x="5279594" y="10520"/>
                  </a:lnTo>
                  <a:lnTo>
                    <a:pt x="5360960" y="6592"/>
                  </a:lnTo>
                  <a:lnTo>
                    <a:pt x="5426017" y="3749"/>
                  </a:lnTo>
                  <a:lnTo>
                    <a:pt x="5473659" y="1858"/>
                  </a:lnTo>
                  <a:lnTo>
                    <a:pt x="5504506" y="741"/>
                  </a:lnTo>
                  <a:lnTo>
                    <a:pt x="5520915" y="197"/>
                  </a:lnTo>
                  <a:lnTo>
                    <a:pt x="5526806" y="18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6" y="26"/>
                  </a:lnTo>
                  <a:lnTo>
                    <a:pt x="6530903" y="217"/>
                  </a:lnTo>
                  <a:lnTo>
                    <a:pt x="6549656" y="743"/>
                  </a:lnTo>
                  <a:lnTo>
                    <a:pt x="6583445" y="1780"/>
                  </a:lnTo>
                  <a:lnTo>
                    <a:pt x="6634341" y="3494"/>
                  </a:lnTo>
                  <a:lnTo>
                    <a:pt x="6702647" y="6027"/>
                  </a:lnTo>
                  <a:lnTo>
                    <a:pt x="6786953" y="9486"/>
                  </a:lnTo>
                  <a:lnTo>
                    <a:pt x="6884443" y="13934"/>
                  </a:lnTo>
                  <a:lnTo>
                    <a:pt x="6991408" y="19396"/>
                  </a:lnTo>
                  <a:lnTo>
                    <a:pt x="7103831" y="25867"/>
                  </a:lnTo>
                  <a:lnTo>
                    <a:pt x="7217905" y="33327"/>
                  </a:lnTo>
                  <a:lnTo>
                    <a:pt x="7330406" y="41758"/>
                  </a:lnTo>
                  <a:lnTo>
                    <a:pt x="7438877" y="51154"/>
                  </a:lnTo>
                  <a:lnTo>
                    <a:pt x="7541658" y="61533"/>
                  </a:lnTo>
                  <a:lnTo>
                    <a:pt x="7637804" y="72940"/>
                  </a:lnTo>
                  <a:lnTo>
                    <a:pt x="7726960" y="85451"/>
                  </a:lnTo>
                  <a:lnTo>
                    <a:pt x="7809208" y="99177"/>
                  </a:lnTo>
                  <a:lnTo>
                    <a:pt x="7884942" y="114254"/>
                  </a:lnTo>
                  <a:lnTo>
                    <a:pt x="7954757" y="130846"/>
                  </a:lnTo>
                  <a:lnTo>
                    <a:pt x="8019361" y="149137"/>
                  </a:lnTo>
                  <a:lnTo>
                    <a:pt x="8079517" y="169320"/>
                  </a:lnTo>
                  <a:lnTo>
                    <a:pt x="8135991" y="191574"/>
                  </a:lnTo>
                  <a:lnTo>
                    <a:pt x="8189515" y="216043"/>
                  </a:lnTo>
                  <a:lnTo>
                    <a:pt x="8229629" y="236701"/>
                  </a:lnTo>
                  <a:lnTo>
                    <a:pt x="8283612" y="267725"/>
                  </a:lnTo>
                  <a:lnTo>
                    <a:pt x="8336049" y="301480"/>
                  </a:lnTo>
                  <a:lnTo>
                    <a:pt x="8387446" y="338015"/>
                  </a:lnTo>
                  <a:lnTo>
                    <a:pt x="8438189" y="377316"/>
                  </a:lnTo>
                  <a:lnTo>
                    <a:pt x="8488569" y="419289"/>
                  </a:lnTo>
                  <a:lnTo>
                    <a:pt x="8538794" y="463764"/>
                  </a:lnTo>
                  <a:lnTo>
                    <a:pt x="8589002" y="510484"/>
                  </a:lnTo>
                  <a:lnTo>
                    <a:pt x="8639271" y="559113"/>
                  </a:lnTo>
                  <a:lnTo>
                    <a:pt x="8689630" y="609241"/>
                  </a:lnTo>
                  <a:lnTo>
                    <a:pt x="8740070" y="660398"/>
                  </a:lnTo>
                  <a:lnTo>
                    <a:pt x="8790556" y="712071"/>
                  </a:lnTo>
                  <a:lnTo>
                    <a:pt x="8841040" y="763723"/>
                  </a:lnTo>
                  <a:lnTo>
                    <a:pt x="8891474" y="814820"/>
                  </a:lnTo>
                  <a:lnTo>
                    <a:pt x="8941827" y="864850"/>
                  </a:lnTo>
                  <a:lnTo>
                    <a:pt x="8992089" y="913347"/>
                  </a:lnTo>
                  <a:lnTo>
                    <a:pt x="9042295" y="959908"/>
                  </a:lnTo>
                  <a:lnTo>
                    <a:pt x="9092527" y="1004200"/>
                  </a:lnTo>
                  <a:lnTo>
                    <a:pt x="9142926" y="1045976"/>
                  </a:lnTo>
                  <a:lnTo>
                    <a:pt x="9193707" y="1085068"/>
                  </a:lnTo>
                  <a:lnTo>
                    <a:pt x="9245168" y="1121392"/>
                  </a:lnTo>
                  <a:lnTo>
                    <a:pt x="9297704" y="1154937"/>
                  </a:lnTo>
                  <a:lnTo>
                    <a:pt x="9347647" y="1183509"/>
                  </a:lnTo>
                  <a:lnTo>
                    <a:pt x="9399331" y="1209751"/>
                  </a:lnTo>
                  <a:lnTo>
                    <a:pt x="9453445" y="1233724"/>
                  </a:lnTo>
                  <a:lnTo>
                    <a:pt x="9510665" y="1255508"/>
                  </a:lnTo>
                  <a:lnTo>
                    <a:pt x="9571734" y="1275257"/>
                  </a:lnTo>
                  <a:lnTo>
                    <a:pt x="9637422" y="1293158"/>
                  </a:lnTo>
                  <a:lnTo>
                    <a:pt x="9708482" y="1309402"/>
                  </a:lnTo>
                  <a:lnTo>
                    <a:pt x="9785606" y="1324168"/>
                  </a:lnTo>
                  <a:lnTo>
                    <a:pt x="9869350" y="1337615"/>
                  </a:lnTo>
                  <a:lnTo>
                    <a:pt x="9960051" y="1349875"/>
                  </a:lnTo>
                  <a:lnTo>
                    <a:pt x="10057708" y="1361050"/>
                  </a:lnTo>
                  <a:lnTo>
                    <a:pt x="10161846" y="1371209"/>
                  </a:lnTo>
                  <a:lnTo>
                    <a:pt x="10271375" y="1380392"/>
                  </a:lnTo>
                  <a:lnTo>
                    <a:pt x="10384461" y="1388611"/>
                  </a:lnTo>
                  <a:lnTo>
                    <a:pt x="10498473" y="1395855"/>
                  </a:lnTo>
                  <a:lnTo>
                    <a:pt x="10610035" y="1402105"/>
                  </a:lnTo>
                  <a:lnTo>
                    <a:pt x="10715257" y="1407343"/>
                  </a:lnTo>
                  <a:lnTo>
                    <a:pt x="10810139" y="1411570"/>
                  </a:lnTo>
                  <a:lnTo>
                    <a:pt x="10891120" y="1414818"/>
                  </a:lnTo>
                  <a:lnTo>
                    <a:pt x="10955656" y="1417160"/>
                  </a:lnTo>
                  <a:lnTo>
                    <a:pt x="11002697" y="1418712"/>
                  </a:lnTo>
                  <a:lnTo>
                    <a:pt x="11032937" y="1419622"/>
                  </a:lnTo>
                  <a:lnTo>
                    <a:pt x="11048820" y="1420059"/>
                  </a:lnTo>
                  <a:lnTo>
                    <a:pt x="11054354" y="1420199"/>
                  </a:lnTo>
                  <a:lnTo>
                    <a:pt x="11054891" y="1420211"/>
                  </a:lnTo>
                  <a:lnTo>
                    <a:pt x="12049831" y="1420211"/>
                  </a:lnTo>
                  <a:lnTo>
                    <a:pt x="12049831" y="14202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2" name="pl1051"/>
            <p:cNvSpPr/>
            <p:nvPr/>
          </p:nvSpPr>
          <p:spPr>
            <a:xfrm>
              <a:off x="1199187" y="2389564"/>
              <a:ext cx="12049831" cy="1703206"/>
            </a:xfrm>
            <a:custGeom>
              <a:avLst/>
              <a:pathLst>
                <a:path w="12049831" h="1703206">
                  <a:moveTo>
                    <a:pt x="12049831" y="1420211"/>
                  </a:moveTo>
                  <a:lnTo>
                    <a:pt x="11054891" y="1420211"/>
                  </a:lnTo>
                  <a:lnTo>
                    <a:pt x="11053770" y="1420185"/>
                  </a:lnTo>
                  <a:lnTo>
                    <a:pt x="11046373" y="1419994"/>
                  </a:lnTo>
                  <a:lnTo>
                    <a:pt x="11027621" y="1419468"/>
                  </a:lnTo>
                  <a:lnTo>
                    <a:pt x="10993831" y="1418431"/>
                  </a:lnTo>
                  <a:lnTo>
                    <a:pt x="10942935" y="1416717"/>
                  </a:lnTo>
                  <a:lnTo>
                    <a:pt x="10874629" y="1414184"/>
                  </a:lnTo>
                  <a:lnTo>
                    <a:pt x="10790324" y="1410725"/>
                  </a:lnTo>
                  <a:lnTo>
                    <a:pt x="10692834" y="1406277"/>
                  </a:lnTo>
                  <a:lnTo>
                    <a:pt x="10585868" y="1400815"/>
                  </a:lnTo>
                  <a:lnTo>
                    <a:pt x="10473446" y="1394344"/>
                  </a:lnTo>
                  <a:lnTo>
                    <a:pt x="10359372" y="1386884"/>
                  </a:lnTo>
                  <a:lnTo>
                    <a:pt x="10246871" y="1378453"/>
                  </a:lnTo>
                  <a:lnTo>
                    <a:pt x="10138399" y="1369056"/>
                  </a:lnTo>
                  <a:lnTo>
                    <a:pt x="10035619" y="1358678"/>
                  </a:lnTo>
                  <a:lnTo>
                    <a:pt x="9939472" y="1347271"/>
                  </a:lnTo>
                  <a:lnTo>
                    <a:pt x="9850317" y="1334759"/>
                  </a:lnTo>
                  <a:lnTo>
                    <a:pt x="9768069" y="1321034"/>
                  </a:lnTo>
                  <a:lnTo>
                    <a:pt x="9692334" y="1305957"/>
                  </a:lnTo>
                  <a:lnTo>
                    <a:pt x="9622519" y="1289365"/>
                  </a:lnTo>
                  <a:lnTo>
                    <a:pt x="9557915" y="1271073"/>
                  </a:lnTo>
                  <a:lnTo>
                    <a:pt x="9497760" y="1250891"/>
                  </a:lnTo>
                  <a:lnTo>
                    <a:pt x="9441286" y="1228637"/>
                  </a:lnTo>
                  <a:lnTo>
                    <a:pt x="9387762" y="1204167"/>
                  </a:lnTo>
                  <a:lnTo>
                    <a:pt x="9347647" y="1183509"/>
                  </a:lnTo>
                  <a:lnTo>
                    <a:pt x="9293665" y="1152486"/>
                  </a:lnTo>
                  <a:lnTo>
                    <a:pt x="9241227" y="1118731"/>
                  </a:lnTo>
                  <a:lnTo>
                    <a:pt x="9189831" y="1082196"/>
                  </a:lnTo>
                  <a:lnTo>
                    <a:pt x="9139088" y="1042895"/>
                  </a:lnTo>
                  <a:lnTo>
                    <a:pt x="9088708" y="1000922"/>
                  </a:lnTo>
                  <a:lnTo>
                    <a:pt x="9038482" y="956447"/>
                  </a:lnTo>
                  <a:lnTo>
                    <a:pt x="8988274" y="909727"/>
                  </a:lnTo>
                  <a:lnTo>
                    <a:pt x="8938005" y="861098"/>
                  </a:lnTo>
                  <a:lnTo>
                    <a:pt x="8887646" y="810970"/>
                  </a:lnTo>
                  <a:lnTo>
                    <a:pt x="8837206" y="759812"/>
                  </a:lnTo>
                  <a:lnTo>
                    <a:pt x="8786721" y="708140"/>
                  </a:lnTo>
                  <a:lnTo>
                    <a:pt x="8736237" y="656488"/>
                  </a:lnTo>
                  <a:lnTo>
                    <a:pt x="8685802" y="605391"/>
                  </a:lnTo>
                  <a:lnTo>
                    <a:pt x="8635450" y="555361"/>
                  </a:lnTo>
                  <a:lnTo>
                    <a:pt x="8585187" y="506863"/>
                  </a:lnTo>
                  <a:lnTo>
                    <a:pt x="8534981" y="460303"/>
                  </a:lnTo>
                  <a:lnTo>
                    <a:pt x="8484750" y="416011"/>
                  </a:lnTo>
                  <a:lnTo>
                    <a:pt x="8434351" y="374235"/>
                  </a:lnTo>
                  <a:lnTo>
                    <a:pt x="8383569" y="335142"/>
                  </a:lnTo>
                  <a:lnTo>
                    <a:pt x="8332108" y="298819"/>
                  </a:lnTo>
                  <a:lnTo>
                    <a:pt x="8279573" y="265274"/>
                  </a:lnTo>
                  <a:lnTo>
                    <a:pt x="8229629" y="236701"/>
                  </a:lnTo>
                  <a:lnTo>
                    <a:pt x="8177945" y="210460"/>
                  </a:lnTo>
                  <a:lnTo>
                    <a:pt x="8123831" y="186487"/>
                  </a:lnTo>
                  <a:lnTo>
                    <a:pt x="8066611" y="164703"/>
                  </a:lnTo>
                  <a:lnTo>
                    <a:pt x="8005542" y="144953"/>
                  </a:lnTo>
                  <a:lnTo>
                    <a:pt x="7939855" y="127052"/>
                  </a:lnTo>
                  <a:lnTo>
                    <a:pt x="7868794" y="110809"/>
                  </a:lnTo>
                  <a:lnTo>
                    <a:pt x="7791671" y="96043"/>
                  </a:lnTo>
                  <a:lnTo>
                    <a:pt x="7707926" y="82596"/>
                  </a:lnTo>
                  <a:lnTo>
                    <a:pt x="7617225" y="70336"/>
                  </a:lnTo>
                  <a:lnTo>
                    <a:pt x="7519569" y="59161"/>
                  </a:lnTo>
                  <a:lnTo>
                    <a:pt x="7415430" y="49002"/>
                  </a:lnTo>
                  <a:lnTo>
                    <a:pt x="7305902" y="39819"/>
                  </a:lnTo>
                  <a:lnTo>
                    <a:pt x="7192815" y="31600"/>
                  </a:lnTo>
                  <a:lnTo>
                    <a:pt x="7078804" y="24356"/>
                  </a:lnTo>
                  <a:lnTo>
                    <a:pt x="6967242" y="18106"/>
                  </a:lnTo>
                  <a:lnTo>
                    <a:pt x="6862020" y="12868"/>
                  </a:lnTo>
                  <a:lnTo>
                    <a:pt x="6767137" y="8641"/>
                  </a:lnTo>
                  <a:lnTo>
                    <a:pt x="6686156" y="5393"/>
                  </a:lnTo>
                  <a:lnTo>
                    <a:pt x="6621620" y="3051"/>
                  </a:lnTo>
                  <a:lnTo>
                    <a:pt x="6574580" y="1499"/>
                  </a:lnTo>
                  <a:lnTo>
                    <a:pt x="6544340" y="589"/>
                  </a:lnTo>
                  <a:lnTo>
                    <a:pt x="6528456" y="152"/>
                  </a:lnTo>
                  <a:lnTo>
                    <a:pt x="6522923" y="1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1" y="31"/>
                  </a:lnTo>
                  <a:lnTo>
                    <a:pt x="5518978" y="258"/>
                  </a:lnTo>
                  <a:lnTo>
                    <a:pt x="5500334" y="885"/>
                  </a:lnTo>
                  <a:lnTo>
                    <a:pt x="5466732" y="2121"/>
                  </a:lnTo>
                  <a:lnTo>
                    <a:pt x="5416102" y="4164"/>
                  </a:lnTo>
                  <a:lnTo>
                    <a:pt x="5348128" y="7184"/>
                  </a:lnTo>
                  <a:lnTo>
                    <a:pt x="5264193" y="11308"/>
                  </a:lnTo>
                  <a:lnTo>
                    <a:pt x="5167079" y="16613"/>
                  </a:lnTo>
                  <a:lnTo>
                    <a:pt x="5060463" y="23128"/>
                  </a:lnTo>
                  <a:lnTo>
                    <a:pt x="4948340" y="30849"/>
                  </a:lnTo>
                  <a:lnTo>
                    <a:pt x="4834499" y="39753"/>
                  </a:lnTo>
                  <a:lnTo>
                    <a:pt x="4722160" y="49816"/>
                  </a:lnTo>
                  <a:lnTo>
                    <a:pt x="4613784" y="61031"/>
                  </a:lnTo>
                  <a:lnTo>
                    <a:pt x="4511041" y="73419"/>
                  </a:lnTo>
                  <a:lnTo>
                    <a:pt x="4414887" y="87033"/>
                  </a:lnTo>
                  <a:lnTo>
                    <a:pt x="4325692" y="101963"/>
                  </a:lnTo>
                  <a:lnTo>
                    <a:pt x="4243384" y="118338"/>
                  </a:lnTo>
                  <a:lnTo>
                    <a:pt x="4167581" y="136320"/>
                  </a:lnTo>
                  <a:lnTo>
                    <a:pt x="4097698" y="156105"/>
                  </a:lnTo>
                  <a:lnTo>
                    <a:pt x="4033033" y="177910"/>
                  </a:lnTo>
                  <a:lnTo>
                    <a:pt x="3972829" y="201964"/>
                  </a:lnTo>
                  <a:lnTo>
                    <a:pt x="3916325" y="228485"/>
                  </a:lnTo>
                  <a:lnTo>
                    <a:pt x="3862790" y="257644"/>
                  </a:lnTo>
                  <a:lnTo>
                    <a:pt x="3820202" y="283867"/>
                  </a:lnTo>
                  <a:lnTo>
                    <a:pt x="3768406" y="319478"/>
                  </a:lnTo>
                  <a:lnTo>
                    <a:pt x="3718052" y="358096"/>
                  </a:lnTo>
                  <a:lnTo>
                    <a:pt x="3668687" y="399780"/>
                  </a:lnTo>
                  <a:lnTo>
                    <a:pt x="3619962" y="444518"/>
                  </a:lnTo>
                  <a:lnTo>
                    <a:pt x="3571609" y="492228"/>
                  </a:lnTo>
                  <a:lnTo>
                    <a:pt x="3523431" y="542742"/>
                  </a:lnTo>
                  <a:lnTo>
                    <a:pt x="3475294" y="595811"/>
                  </a:lnTo>
                  <a:lnTo>
                    <a:pt x="3427117" y="651101"/>
                  </a:lnTo>
                  <a:lnTo>
                    <a:pt x="3378861" y="708201"/>
                  </a:lnTo>
                  <a:lnTo>
                    <a:pt x="3330524" y="766635"/>
                  </a:lnTo>
                  <a:lnTo>
                    <a:pt x="3282129" y="825875"/>
                  </a:lnTo>
                  <a:lnTo>
                    <a:pt x="3233716" y="885361"/>
                  </a:lnTo>
                  <a:lnTo>
                    <a:pt x="3185327" y="944524"/>
                  </a:lnTo>
                  <a:lnTo>
                    <a:pt x="3137000" y="1002807"/>
                  </a:lnTo>
                  <a:lnTo>
                    <a:pt x="3088755" y="1059690"/>
                  </a:lnTo>
                  <a:lnTo>
                    <a:pt x="3040586" y="1114702"/>
                  </a:lnTo>
                  <a:lnTo>
                    <a:pt x="2992450" y="1167443"/>
                  </a:lnTo>
                  <a:lnTo>
                    <a:pt x="2944257" y="1217591"/>
                  </a:lnTo>
                  <a:lnTo>
                    <a:pt x="2895867" y="1264907"/>
                  </a:lnTo>
                  <a:lnTo>
                    <a:pt x="2847072" y="1309237"/>
                  </a:lnTo>
                  <a:lnTo>
                    <a:pt x="2797597" y="1350505"/>
                  </a:lnTo>
                  <a:lnTo>
                    <a:pt x="2747077" y="1388712"/>
                  </a:lnTo>
                  <a:lnTo>
                    <a:pt x="2702183" y="1419338"/>
                  </a:lnTo>
                  <a:lnTo>
                    <a:pt x="2650608" y="1450747"/>
                  </a:lnTo>
                  <a:lnTo>
                    <a:pt x="2596614" y="1479446"/>
                  </a:lnTo>
                  <a:lnTo>
                    <a:pt x="2539529" y="1505530"/>
                  </a:lnTo>
                  <a:lnTo>
                    <a:pt x="2478616" y="1529183"/>
                  </a:lnTo>
                  <a:lnTo>
                    <a:pt x="2413110" y="1550626"/>
                  </a:lnTo>
                  <a:lnTo>
                    <a:pt x="2342261" y="1570087"/>
                  </a:lnTo>
                  <a:lnTo>
                    <a:pt x="2265380" y="1587781"/>
                  </a:lnTo>
                  <a:lnTo>
                    <a:pt x="2181913" y="1603897"/>
                  </a:lnTo>
                  <a:lnTo>
                    <a:pt x="2091521" y="1618594"/>
                  </a:lnTo>
                  <a:lnTo>
                    <a:pt x="1994198" y="1631992"/>
                  </a:lnTo>
                  <a:lnTo>
                    <a:pt x="1890404" y="1644177"/>
                  </a:lnTo>
                  <a:lnTo>
                    <a:pt x="1781210" y="1655194"/>
                  </a:lnTo>
                  <a:lnTo>
                    <a:pt x="1668417" y="1665060"/>
                  </a:lnTo>
                  <a:lnTo>
                    <a:pt x="1554623" y="1673763"/>
                  </a:lnTo>
                  <a:lnTo>
                    <a:pt x="1443162" y="1681279"/>
                  </a:lnTo>
                  <a:lnTo>
                    <a:pt x="1337892" y="1687586"/>
                  </a:lnTo>
                  <a:lnTo>
                    <a:pt x="1242791" y="1692685"/>
                  </a:lnTo>
                  <a:lnTo>
                    <a:pt x="1161425" y="1696613"/>
                  </a:lnTo>
                  <a:lnTo>
                    <a:pt x="1096368" y="1699456"/>
                  </a:lnTo>
                  <a:lnTo>
                    <a:pt x="1048726" y="1701347"/>
                  </a:lnTo>
                  <a:lnTo>
                    <a:pt x="1017879" y="1702464"/>
                  </a:lnTo>
                  <a:lnTo>
                    <a:pt x="1001470" y="1703008"/>
                  </a:lnTo>
                  <a:lnTo>
                    <a:pt x="995579" y="1703187"/>
                  </a:lnTo>
                  <a:lnTo>
                    <a:pt x="994940" y="1703206"/>
                  </a:lnTo>
                  <a:lnTo>
                    <a:pt x="0" y="1703206"/>
                  </a:lnTo>
                  <a:lnTo>
                    <a:pt x="0" y="17032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3" name="pg1052"/>
            <p:cNvSpPr/>
            <p:nvPr/>
          </p:nvSpPr>
          <p:spPr>
            <a:xfrm>
              <a:off x="1199187" y="2421008"/>
              <a:ext cx="12049831" cy="1687484"/>
            </a:xfrm>
            <a:custGeom>
              <a:avLst/>
              <a:pathLst>
                <a:path w="12049831" h="1687484">
                  <a:moveTo>
                    <a:pt x="0" y="1682243"/>
                  </a:moveTo>
                  <a:lnTo>
                    <a:pt x="994940" y="1682243"/>
                  </a:lnTo>
                  <a:lnTo>
                    <a:pt x="996054" y="1682212"/>
                  </a:lnTo>
                  <a:lnTo>
                    <a:pt x="1003412" y="1681988"/>
                  </a:lnTo>
                  <a:lnTo>
                    <a:pt x="1022067" y="1681370"/>
                  </a:lnTo>
                  <a:lnTo>
                    <a:pt x="1055688" y="1680152"/>
                  </a:lnTo>
                  <a:lnTo>
                    <a:pt x="1106344" y="1678140"/>
                  </a:lnTo>
                  <a:lnTo>
                    <a:pt x="1174351" y="1675164"/>
                  </a:lnTo>
                  <a:lnTo>
                    <a:pt x="1258323" y="1671102"/>
                  </a:lnTo>
                  <a:lnTo>
                    <a:pt x="1355475" y="1665876"/>
                  </a:lnTo>
                  <a:lnTo>
                    <a:pt x="1462125" y="1659457"/>
                  </a:lnTo>
                  <a:lnTo>
                    <a:pt x="1574278" y="1651851"/>
                  </a:lnTo>
                  <a:lnTo>
                    <a:pt x="1688143" y="1643080"/>
                  </a:lnTo>
                  <a:lnTo>
                    <a:pt x="1800498" y="1633167"/>
                  </a:lnTo>
                  <a:lnTo>
                    <a:pt x="1908883" y="1622119"/>
                  </a:lnTo>
                  <a:lnTo>
                    <a:pt x="2011630" y="1609916"/>
                  </a:lnTo>
                  <a:lnTo>
                    <a:pt x="2107784" y="1596505"/>
                  </a:lnTo>
                  <a:lnTo>
                    <a:pt x="2196974" y="1581798"/>
                  </a:lnTo>
                  <a:lnTo>
                    <a:pt x="2279276" y="1565667"/>
                  </a:lnTo>
                  <a:lnTo>
                    <a:pt x="2355073" y="1547951"/>
                  </a:lnTo>
                  <a:lnTo>
                    <a:pt x="2424949" y="1528460"/>
                  </a:lnTo>
                  <a:lnTo>
                    <a:pt x="2489608" y="1506977"/>
                  </a:lnTo>
                  <a:lnTo>
                    <a:pt x="2549807" y="1483278"/>
                  </a:lnTo>
                  <a:lnTo>
                    <a:pt x="2606308" y="1457149"/>
                  </a:lnTo>
                  <a:lnTo>
                    <a:pt x="2659842" y="1428420"/>
                  </a:lnTo>
                  <a:lnTo>
                    <a:pt x="2702183" y="1402743"/>
                  </a:lnTo>
                  <a:lnTo>
                    <a:pt x="2754179" y="1367537"/>
                  </a:lnTo>
                  <a:lnTo>
                    <a:pt x="2804723" y="1329346"/>
                  </a:lnTo>
                  <a:lnTo>
                    <a:pt x="2854273" y="1288114"/>
                  </a:lnTo>
                  <a:lnTo>
                    <a:pt x="2903182" y="1243850"/>
                  </a:lnTo>
                  <a:lnTo>
                    <a:pt x="2951720" y="1196640"/>
                  </a:lnTo>
                  <a:lnTo>
                    <a:pt x="3000084" y="1146651"/>
                  </a:lnTo>
                  <a:lnTo>
                    <a:pt x="3048410" y="1094134"/>
                  </a:lnTo>
                  <a:lnTo>
                    <a:pt x="3096778" y="1039423"/>
                  </a:lnTo>
                  <a:lnTo>
                    <a:pt x="3145226" y="982930"/>
                  </a:lnTo>
                  <a:lnTo>
                    <a:pt x="3193754" y="925130"/>
                  </a:lnTo>
                  <a:lnTo>
                    <a:pt x="3242340" y="866553"/>
                  </a:lnTo>
                  <a:lnTo>
                    <a:pt x="3290943" y="807755"/>
                  </a:lnTo>
                  <a:lnTo>
                    <a:pt x="3339519" y="749305"/>
                  </a:lnTo>
                  <a:lnTo>
                    <a:pt x="3388031" y="691754"/>
                  </a:lnTo>
                  <a:lnTo>
                    <a:pt x="3436460" y="635621"/>
                  </a:lnTo>
                  <a:lnTo>
                    <a:pt x="3484813" y="581369"/>
                  </a:lnTo>
                  <a:lnTo>
                    <a:pt x="3533139" y="529392"/>
                  </a:lnTo>
                  <a:lnTo>
                    <a:pt x="3581528" y="480008"/>
                  </a:lnTo>
                  <a:lnTo>
                    <a:pt x="3630130" y="433447"/>
                  </a:lnTo>
                  <a:lnTo>
                    <a:pt x="3679156" y="389858"/>
                  </a:lnTo>
                  <a:lnTo>
                    <a:pt x="3728895" y="349310"/>
                  </a:lnTo>
                  <a:lnTo>
                    <a:pt x="3779721" y="311796"/>
                  </a:lnTo>
                  <a:lnTo>
                    <a:pt x="3820202" y="284741"/>
                  </a:lnTo>
                  <a:lnTo>
                    <a:pt x="3871788" y="253809"/>
                  </a:lnTo>
                  <a:lnTo>
                    <a:pt x="3925794" y="225547"/>
                  </a:lnTo>
                  <a:lnTo>
                    <a:pt x="3982892" y="199860"/>
                  </a:lnTo>
                  <a:lnTo>
                    <a:pt x="4043821" y="176568"/>
                  </a:lnTo>
                  <a:lnTo>
                    <a:pt x="4109345" y="155452"/>
                  </a:lnTo>
                  <a:lnTo>
                    <a:pt x="4180215" y="136288"/>
                  </a:lnTo>
                  <a:lnTo>
                    <a:pt x="4257120" y="118865"/>
                  </a:lnTo>
                  <a:lnTo>
                    <a:pt x="4340615" y="102996"/>
                  </a:lnTo>
                  <a:lnTo>
                    <a:pt x="4431037" y="88524"/>
                  </a:lnTo>
                  <a:lnTo>
                    <a:pt x="4528394" y="75332"/>
                  </a:lnTo>
                  <a:lnTo>
                    <a:pt x="4632222" y="63335"/>
                  </a:lnTo>
                  <a:lnTo>
                    <a:pt x="4741450" y="52487"/>
                  </a:lnTo>
                  <a:lnTo>
                    <a:pt x="4854272" y="42775"/>
                  </a:lnTo>
                  <a:lnTo>
                    <a:pt x="4968088" y="34207"/>
                  </a:lnTo>
                  <a:lnTo>
                    <a:pt x="5079559" y="26809"/>
                  </a:lnTo>
                  <a:lnTo>
                    <a:pt x="5184825" y="20601"/>
                  </a:lnTo>
                  <a:lnTo>
                    <a:pt x="5279904" y="15583"/>
                  </a:lnTo>
                  <a:lnTo>
                    <a:pt x="5361231" y="11719"/>
                  </a:lnTo>
                  <a:lnTo>
                    <a:pt x="5426237" y="8923"/>
                  </a:lnTo>
                  <a:lnTo>
                    <a:pt x="5473819" y="7064"/>
                  </a:lnTo>
                  <a:lnTo>
                    <a:pt x="5504605" y="5966"/>
                  </a:lnTo>
                  <a:lnTo>
                    <a:pt x="5520962" y="5433"/>
                  </a:lnTo>
                  <a:lnTo>
                    <a:pt x="5526816" y="5258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0" y="5272"/>
                  </a:lnTo>
                  <a:lnTo>
                    <a:pt x="6530857" y="5496"/>
                  </a:lnTo>
                  <a:lnTo>
                    <a:pt x="6549510" y="6116"/>
                  </a:lnTo>
                  <a:lnTo>
                    <a:pt x="6583127" y="7337"/>
                  </a:lnTo>
                  <a:lnTo>
                    <a:pt x="6633778" y="9356"/>
                  </a:lnTo>
                  <a:lnTo>
                    <a:pt x="6701778" y="12340"/>
                  </a:lnTo>
                  <a:lnTo>
                    <a:pt x="6785743" y="16415"/>
                  </a:lnTo>
                  <a:lnTo>
                    <a:pt x="6882887" y="21657"/>
                  </a:lnTo>
                  <a:lnTo>
                    <a:pt x="6989530" y="28095"/>
                  </a:lnTo>
                  <a:lnTo>
                    <a:pt x="7101678" y="35724"/>
                  </a:lnTo>
                  <a:lnTo>
                    <a:pt x="7215537" y="44521"/>
                  </a:lnTo>
                  <a:lnTo>
                    <a:pt x="7327889" y="54464"/>
                  </a:lnTo>
                  <a:lnTo>
                    <a:pt x="7436273" y="65546"/>
                  </a:lnTo>
                  <a:lnTo>
                    <a:pt x="7539019" y="77786"/>
                  </a:lnTo>
                  <a:lnTo>
                    <a:pt x="7635172" y="91237"/>
                  </a:lnTo>
                  <a:lnTo>
                    <a:pt x="7724364" y="105989"/>
                  </a:lnTo>
                  <a:lnTo>
                    <a:pt x="7806667" y="122169"/>
                  </a:lnTo>
                  <a:lnTo>
                    <a:pt x="7882465" y="139938"/>
                  </a:lnTo>
                  <a:lnTo>
                    <a:pt x="7952343" y="159488"/>
                  </a:lnTo>
                  <a:lnTo>
                    <a:pt x="8017003" y="181035"/>
                  </a:lnTo>
                  <a:lnTo>
                    <a:pt x="8077203" y="204805"/>
                  </a:lnTo>
                  <a:lnTo>
                    <a:pt x="8133705" y="231013"/>
                  </a:lnTo>
                  <a:lnTo>
                    <a:pt x="8187239" y="259828"/>
                  </a:lnTo>
                  <a:lnTo>
                    <a:pt x="8229629" y="285614"/>
                  </a:lnTo>
                  <a:lnTo>
                    <a:pt x="8281584" y="320901"/>
                  </a:lnTo>
                  <a:lnTo>
                    <a:pt x="8332091" y="359178"/>
                  </a:lnTo>
                  <a:lnTo>
                    <a:pt x="8381603" y="400501"/>
                  </a:lnTo>
                  <a:lnTo>
                    <a:pt x="8430476" y="444860"/>
                  </a:lnTo>
                  <a:lnTo>
                    <a:pt x="8478977" y="492170"/>
                  </a:lnTo>
                  <a:lnTo>
                    <a:pt x="8527304" y="542265"/>
                  </a:lnTo>
                  <a:lnTo>
                    <a:pt x="8575591" y="594893"/>
                  </a:lnTo>
                  <a:lnTo>
                    <a:pt x="8623921" y="649720"/>
                  </a:lnTo>
                  <a:lnTo>
                    <a:pt x="8672330" y="706336"/>
                  </a:lnTo>
                  <a:lnTo>
                    <a:pt x="8720821" y="764262"/>
                  </a:lnTo>
                  <a:lnTo>
                    <a:pt x="8769368" y="822973"/>
                  </a:lnTo>
                  <a:lnTo>
                    <a:pt x="8817933" y="881908"/>
                  </a:lnTo>
                  <a:lnTo>
                    <a:pt x="8866472" y="940502"/>
                  </a:lnTo>
                  <a:lnTo>
                    <a:pt x="8914947" y="998200"/>
                  </a:lnTo>
                  <a:lnTo>
                    <a:pt x="8963338" y="1054484"/>
                  </a:lnTo>
                  <a:lnTo>
                    <a:pt x="9011655" y="1108888"/>
                  </a:lnTo>
                  <a:lnTo>
                    <a:pt x="9059943" y="1161018"/>
                  </a:lnTo>
                  <a:lnTo>
                    <a:pt x="9108292" y="1210555"/>
                  </a:lnTo>
                  <a:lnTo>
                    <a:pt x="9156852" y="1257267"/>
                  </a:lnTo>
                  <a:lnTo>
                    <a:pt x="9205832" y="1301004"/>
                  </a:lnTo>
                  <a:lnTo>
                    <a:pt x="9255518" y="1341696"/>
                  </a:lnTo>
                  <a:lnTo>
                    <a:pt x="9306282" y="1379349"/>
                  </a:lnTo>
                  <a:lnTo>
                    <a:pt x="9347647" y="1407110"/>
                  </a:lnTo>
                  <a:lnTo>
                    <a:pt x="9399231" y="1438137"/>
                  </a:lnTo>
                  <a:lnTo>
                    <a:pt x="9453235" y="1466487"/>
                  </a:lnTo>
                  <a:lnTo>
                    <a:pt x="9510330" y="1492253"/>
                  </a:lnTo>
                  <a:lnTo>
                    <a:pt x="9571256" y="1515617"/>
                  </a:lnTo>
                  <a:lnTo>
                    <a:pt x="9636777" y="1536798"/>
                  </a:lnTo>
                  <a:lnTo>
                    <a:pt x="9707643" y="1556021"/>
                  </a:lnTo>
                  <a:lnTo>
                    <a:pt x="9784543" y="1573499"/>
                  </a:lnTo>
                  <a:lnTo>
                    <a:pt x="9868032" y="1589418"/>
                  </a:lnTo>
                  <a:lnTo>
                    <a:pt x="9958449" y="1603934"/>
                  </a:lnTo>
                  <a:lnTo>
                    <a:pt x="10055798" y="1617168"/>
                  </a:lnTo>
                  <a:lnTo>
                    <a:pt x="10159620" y="1629202"/>
                  </a:lnTo>
                  <a:lnTo>
                    <a:pt x="10268841" y="1640084"/>
                  </a:lnTo>
                  <a:lnTo>
                    <a:pt x="10381657" y="1649827"/>
                  </a:lnTo>
                  <a:lnTo>
                    <a:pt x="10495469" y="1658422"/>
                  </a:lnTo>
                  <a:lnTo>
                    <a:pt x="10606938" y="1665843"/>
                  </a:lnTo>
                  <a:lnTo>
                    <a:pt x="10712205" y="1672071"/>
                  </a:lnTo>
                  <a:lnTo>
                    <a:pt x="10807288" y="1677105"/>
                  </a:lnTo>
                  <a:lnTo>
                    <a:pt x="10888623" y="1680982"/>
                  </a:lnTo>
                  <a:lnTo>
                    <a:pt x="10953639" y="1683787"/>
                  </a:lnTo>
                  <a:lnTo>
                    <a:pt x="11001233" y="1685653"/>
                  </a:lnTo>
                  <a:lnTo>
                    <a:pt x="11032031" y="1686754"/>
                  </a:lnTo>
                  <a:lnTo>
                    <a:pt x="11048398" y="1687290"/>
                  </a:lnTo>
                  <a:lnTo>
                    <a:pt x="11054260" y="1687466"/>
                  </a:lnTo>
                  <a:lnTo>
                    <a:pt x="11054891" y="1687484"/>
                  </a:lnTo>
                  <a:lnTo>
                    <a:pt x="12049831" y="1687484"/>
                  </a:lnTo>
                  <a:lnTo>
                    <a:pt x="12049831" y="1682243"/>
                  </a:lnTo>
                  <a:lnTo>
                    <a:pt x="11054891" y="1682243"/>
                  </a:lnTo>
                  <a:lnTo>
                    <a:pt x="11053777" y="1682212"/>
                  </a:lnTo>
                  <a:lnTo>
                    <a:pt x="11046420" y="1681987"/>
                  </a:lnTo>
                  <a:lnTo>
                    <a:pt x="11027767" y="1681368"/>
                  </a:lnTo>
                  <a:lnTo>
                    <a:pt x="10994150" y="1680146"/>
                  </a:lnTo>
                  <a:lnTo>
                    <a:pt x="10943499" y="1678127"/>
                  </a:lnTo>
                  <a:lnTo>
                    <a:pt x="10875498" y="1675143"/>
                  </a:lnTo>
                  <a:lnTo>
                    <a:pt x="10791534" y="1671068"/>
                  </a:lnTo>
                  <a:lnTo>
                    <a:pt x="10694390" y="1665826"/>
                  </a:lnTo>
                  <a:lnTo>
                    <a:pt x="10587746" y="1659388"/>
                  </a:lnTo>
                  <a:lnTo>
                    <a:pt x="10475599" y="1651759"/>
                  </a:lnTo>
                  <a:lnTo>
                    <a:pt x="10361739" y="1642962"/>
                  </a:lnTo>
                  <a:lnTo>
                    <a:pt x="10249387" y="1633019"/>
                  </a:lnTo>
                  <a:lnTo>
                    <a:pt x="10141004" y="1621937"/>
                  </a:lnTo>
                  <a:lnTo>
                    <a:pt x="10038258" y="1609697"/>
                  </a:lnTo>
                  <a:lnTo>
                    <a:pt x="9942104" y="1596246"/>
                  </a:lnTo>
                  <a:lnTo>
                    <a:pt x="9852912" y="1581494"/>
                  </a:lnTo>
                  <a:lnTo>
                    <a:pt x="9770609" y="1565314"/>
                  </a:lnTo>
                  <a:lnTo>
                    <a:pt x="9694811" y="1547545"/>
                  </a:lnTo>
                  <a:lnTo>
                    <a:pt x="9624934" y="1527995"/>
                  </a:lnTo>
                  <a:lnTo>
                    <a:pt x="9560273" y="1506448"/>
                  </a:lnTo>
                  <a:lnTo>
                    <a:pt x="9500074" y="1482678"/>
                  </a:lnTo>
                  <a:lnTo>
                    <a:pt x="9443572" y="1456471"/>
                  </a:lnTo>
                  <a:lnTo>
                    <a:pt x="9390038" y="1427655"/>
                  </a:lnTo>
                  <a:lnTo>
                    <a:pt x="9347647" y="1401869"/>
                  </a:lnTo>
                  <a:lnTo>
                    <a:pt x="9295692" y="1366582"/>
                  </a:lnTo>
                  <a:lnTo>
                    <a:pt x="9245186" y="1328305"/>
                  </a:lnTo>
                  <a:lnTo>
                    <a:pt x="9195673" y="1286982"/>
                  </a:lnTo>
                  <a:lnTo>
                    <a:pt x="9146801" y="1242623"/>
                  </a:lnTo>
                  <a:lnTo>
                    <a:pt x="9098300" y="1195313"/>
                  </a:lnTo>
                  <a:lnTo>
                    <a:pt x="9049973" y="1145218"/>
                  </a:lnTo>
                  <a:lnTo>
                    <a:pt x="9001685" y="1092591"/>
                  </a:lnTo>
                  <a:lnTo>
                    <a:pt x="8953355" y="1037763"/>
                  </a:lnTo>
                  <a:lnTo>
                    <a:pt x="8904946" y="981148"/>
                  </a:lnTo>
                  <a:lnTo>
                    <a:pt x="8856456" y="923221"/>
                  </a:lnTo>
                  <a:lnTo>
                    <a:pt x="8807908" y="864510"/>
                  </a:lnTo>
                  <a:lnTo>
                    <a:pt x="8759343" y="805575"/>
                  </a:lnTo>
                  <a:lnTo>
                    <a:pt x="8710805" y="746981"/>
                  </a:lnTo>
                  <a:lnTo>
                    <a:pt x="8662330" y="689283"/>
                  </a:lnTo>
                  <a:lnTo>
                    <a:pt x="8613938" y="633000"/>
                  </a:lnTo>
                  <a:lnTo>
                    <a:pt x="8565621" y="578595"/>
                  </a:lnTo>
                  <a:lnTo>
                    <a:pt x="8517334" y="526466"/>
                  </a:lnTo>
                  <a:lnTo>
                    <a:pt x="8468984" y="476928"/>
                  </a:lnTo>
                  <a:lnTo>
                    <a:pt x="8420425" y="430216"/>
                  </a:lnTo>
                  <a:lnTo>
                    <a:pt x="8371445" y="386479"/>
                  </a:lnTo>
                  <a:lnTo>
                    <a:pt x="8321759" y="345787"/>
                  </a:lnTo>
                  <a:lnTo>
                    <a:pt x="8270994" y="308134"/>
                  </a:lnTo>
                  <a:lnTo>
                    <a:pt x="8229629" y="280373"/>
                  </a:lnTo>
                  <a:lnTo>
                    <a:pt x="8178045" y="249346"/>
                  </a:lnTo>
                  <a:lnTo>
                    <a:pt x="8124042" y="220997"/>
                  </a:lnTo>
                  <a:lnTo>
                    <a:pt x="8066946" y="195230"/>
                  </a:lnTo>
                  <a:lnTo>
                    <a:pt x="8006021" y="171866"/>
                  </a:lnTo>
                  <a:lnTo>
                    <a:pt x="7940500" y="150685"/>
                  </a:lnTo>
                  <a:lnTo>
                    <a:pt x="7869633" y="131462"/>
                  </a:lnTo>
                  <a:lnTo>
                    <a:pt x="7792734" y="113984"/>
                  </a:lnTo>
                  <a:lnTo>
                    <a:pt x="7709245" y="98065"/>
                  </a:lnTo>
                  <a:lnTo>
                    <a:pt x="7618828" y="83549"/>
                  </a:lnTo>
                  <a:lnTo>
                    <a:pt x="7521478" y="70315"/>
                  </a:lnTo>
                  <a:lnTo>
                    <a:pt x="7417657" y="58281"/>
                  </a:lnTo>
                  <a:lnTo>
                    <a:pt x="7308435" y="47400"/>
                  </a:lnTo>
                  <a:lnTo>
                    <a:pt x="7195619" y="37656"/>
                  </a:lnTo>
                  <a:lnTo>
                    <a:pt x="7081807" y="29062"/>
                  </a:lnTo>
                  <a:lnTo>
                    <a:pt x="6970339" y="21640"/>
                  </a:lnTo>
                  <a:lnTo>
                    <a:pt x="6865072" y="15412"/>
                  </a:lnTo>
                  <a:lnTo>
                    <a:pt x="6769989" y="10378"/>
                  </a:lnTo>
                  <a:lnTo>
                    <a:pt x="6688653" y="6501"/>
                  </a:lnTo>
                  <a:lnTo>
                    <a:pt x="6623637" y="3696"/>
                  </a:lnTo>
                  <a:lnTo>
                    <a:pt x="6576044" y="1830"/>
                  </a:lnTo>
                  <a:lnTo>
                    <a:pt x="6545245" y="729"/>
                  </a:lnTo>
                  <a:lnTo>
                    <a:pt x="6528878" y="193"/>
                  </a:lnTo>
                  <a:lnTo>
                    <a:pt x="6523016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1" y="31"/>
                  </a:lnTo>
                  <a:lnTo>
                    <a:pt x="5518973" y="255"/>
                  </a:lnTo>
                  <a:lnTo>
                    <a:pt x="5500318" y="872"/>
                  </a:lnTo>
                  <a:lnTo>
                    <a:pt x="5466697" y="2090"/>
                  </a:lnTo>
                  <a:lnTo>
                    <a:pt x="5416041" y="4103"/>
                  </a:lnTo>
                  <a:lnTo>
                    <a:pt x="5348034" y="7078"/>
                  </a:lnTo>
                  <a:lnTo>
                    <a:pt x="5264062" y="11141"/>
                  </a:lnTo>
                  <a:lnTo>
                    <a:pt x="5166910" y="16367"/>
                  </a:lnTo>
                  <a:lnTo>
                    <a:pt x="5060260" y="22785"/>
                  </a:lnTo>
                  <a:lnTo>
                    <a:pt x="4948107" y="30392"/>
                  </a:lnTo>
                  <a:lnTo>
                    <a:pt x="4834242" y="39162"/>
                  </a:lnTo>
                  <a:lnTo>
                    <a:pt x="4721887" y="49075"/>
                  </a:lnTo>
                  <a:lnTo>
                    <a:pt x="4613502" y="60123"/>
                  </a:lnTo>
                  <a:lnTo>
                    <a:pt x="4510755" y="72326"/>
                  </a:lnTo>
                  <a:lnTo>
                    <a:pt x="4414601" y="85737"/>
                  </a:lnTo>
                  <a:lnTo>
                    <a:pt x="4325411" y="100445"/>
                  </a:lnTo>
                  <a:lnTo>
                    <a:pt x="4243109" y="116576"/>
                  </a:lnTo>
                  <a:lnTo>
                    <a:pt x="4167312" y="134291"/>
                  </a:lnTo>
                  <a:lnTo>
                    <a:pt x="4097436" y="153783"/>
                  </a:lnTo>
                  <a:lnTo>
                    <a:pt x="4032777" y="175266"/>
                  </a:lnTo>
                  <a:lnTo>
                    <a:pt x="3972578" y="198964"/>
                  </a:lnTo>
                  <a:lnTo>
                    <a:pt x="3916077" y="225093"/>
                  </a:lnTo>
                  <a:lnTo>
                    <a:pt x="3862543" y="253822"/>
                  </a:lnTo>
                  <a:lnTo>
                    <a:pt x="3820202" y="279500"/>
                  </a:lnTo>
                  <a:lnTo>
                    <a:pt x="3768206" y="314706"/>
                  </a:lnTo>
                  <a:lnTo>
                    <a:pt x="3717662" y="352897"/>
                  </a:lnTo>
                  <a:lnTo>
                    <a:pt x="3668112" y="394129"/>
                  </a:lnTo>
                  <a:lnTo>
                    <a:pt x="3619203" y="438393"/>
                  </a:lnTo>
                  <a:lnTo>
                    <a:pt x="3570665" y="485603"/>
                  </a:lnTo>
                  <a:lnTo>
                    <a:pt x="3522301" y="535592"/>
                  </a:lnTo>
                  <a:lnTo>
                    <a:pt x="3473975" y="588109"/>
                  </a:lnTo>
                  <a:lnTo>
                    <a:pt x="3425607" y="642819"/>
                  </a:lnTo>
                  <a:lnTo>
                    <a:pt x="3377159" y="699313"/>
                  </a:lnTo>
                  <a:lnTo>
                    <a:pt x="3328631" y="757112"/>
                  </a:lnTo>
                  <a:lnTo>
                    <a:pt x="3280045" y="815690"/>
                  </a:lnTo>
                  <a:lnTo>
                    <a:pt x="3231442" y="874487"/>
                  </a:lnTo>
                  <a:lnTo>
                    <a:pt x="3182866" y="932938"/>
                  </a:lnTo>
                  <a:lnTo>
                    <a:pt x="3134354" y="990489"/>
                  </a:lnTo>
                  <a:lnTo>
                    <a:pt x="3085925" y="1046622"/>
                  </a:lnTo>
                  <a:lnTo>
                    <a:pt x="3037572" y="1100874"/>
                  </a:lnTo>
                  <a:lnTo>
                    <a:pt x="2989246" y="1152850"/>
                  </a:lnTo>
                  <a:lnTo>
                    <a:pt x="2940857" y="1202235"/>
                  </a:lnTo>
                  <a:lnTo>
                    <a:pt x="2892255" y="1248795"/>
                  </a:lnTo>
                  <a:lnTo>
                    <a:pt x="2843229" y="1292384"/>
                  </a:lnTo>
                  <a:lnTo>
                    <a:pt x="2793490" y="1332933"/>
                  </a:lnTo>
                  <a:lnTo>
                    <a:pt x="2742664" y="1370447"/>
                  </a:lnTo>
                  <a:lnTo>
                    <a:pt x="2702183" y="1397502"/>
                  </a:lnTo>
                  <a:lnTo>
                    <a:pt x="2650597" y="1428434"/>
                  </a:lnTo>
                  <a:lnTo>
                    <a:pt x="2596591" y="1456696"/>
                  </a:lnTo>
                  <a:lnTo>
                    <a:pt x="2539493" y="1482383"/>
                  </a:lnTo>
                  <a:lnTo>
                    <a:pt x="2478564" y="1505675"/>
                  </a:lnTo>
                  <a:lnTo>
                    <a:pt x="2413040" y="1526790"/>
                  </a:lnTo>
                  <a:lnTo>
                    <a:pt x="2342170" y="1545954"/>
                  </a:lnTo>
                  <a:lnTo>
                    <a:pt x="2265265" y="1563377"/>
                  </a:lnTo>
                  <a:lnTo>
                    <a:pt x="2181770" y="1579247"/>
                  </a:lnTo>
                  <a:lnTo>
                    <a:pt x="2091348" y="1593718"/>
                  </a:lnTo>
                  <a:lnTo>
                    <a:pt x="1993991" y="1606911"/>
                  </a:lnTo>
                  <a:lnTo>
                    <a:pt x="1890163" y="1618907"/>
                  </a:lnTo>
                  <a:lnTo>
                    <a:pt x="1780935" y="1629755"/>
                  </a:lnTo>
                  <a:lnTo>
                    <a:pt x="1668113" y="1639468"/>
                  </a:lnTo>
                  <a:lnTo>
                    <a:pt x="1554297" y="1648035"/>
                  </a:lnTo>
                  <a:lnTo>
                    <a:pt x="1442826" y="1655434"/>
                  </a:lnTo>
                  <a:lnTo>
                    <a:pt x="1337560" y="1661642"/>
                  </a:lnTo>
                  <a:lnTo>
                    <a:pt x="1242481" y="1666660"/>
                  </a:lnTo>
                  <a:lnTo>
                    <a:pt x="1161154" y="1670524"/>
                  </a:lnTo>
                  <a:lnTo>
                    <a:pt x="1096148" y="1673319"/>
                  </a:lnTo>
                  <a:lnTo>
                    <a:pt x="1048566" y="1675179"/>
                  </a:lnTo>
                  <a:lnTo>
                    <a:pt x="1017780" y="1676276"/>
                  </a:lnTo>
                  <a:lnTo>
                    <a:pt x="1001423" y="1676810"/>
                  </a:lnTo>
                  <a:lnTo>
                    <a:pt x="995569" y="1676985"/>
                  </a:lnTo>
                  <a:lnTo>
                    <a:pt x="994940" y="1677002"/>
                  </a:lnTo>
                  <a:lnTo>
                    <a:pt x="0" y="1677002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54" name="pl1053"/>
            <p:cNvSpPr/>
            <p:nvPr/>
          </p:nvSpPr>
          <p:spPr>
            <a:xfrm>
              <a:off x="1199187" y="2426249"/>
              <a:ext cx="12049831" cy="1682243"/>
            </a:xfrm>
            <a:custGeom>
              <a:avLst/>
              <a:pathLst>
                <a:path w="12049831" h="1682243">
                  <a:moveTo>
                    <a:pt x="0" y="1677002"/>
                  </a:moveTo>
                  <a:lnTo>
                    <a:pt x="994940" y="1677002"/>
                  </a:lnTo>
                  <a:lnTo>
                    <a:pt x="996054" y="1676971"/>
                  </a:lnTo>
                  <a:lnTo>
                    <a:pt x="1003412" y="1676747"/>
                  </a:lnTo>
                  <a:lnTo>
                    <a:pt x="1022067" y="1676130"/>
                  </a:lnTo>
                  <a:lnTo>
                    <a:pt x="1055688" y="1674912"/>
                  </a:lnTo>
                  <a:lnTo>
                    <a:pt x="1106344" y="1672899"/>
                  </a:lnTo>
                  <a:lnTo>
                    <a:pt x="1174351" y="1669924"/>
                  </a:lnTo>
                  <a:lnTo>
                    <a:pt x="1258323" y="1665861"/>
                  </a:lnTo>
                  <a:lnTo>
                    <a:pt x="1355475" y="1660635"/>
                  </a:lnTo>
                  <a:lnTo>
                    <a:pt x="1462125" y="1654216"/>
                  </a:lnTo>
                  <a:lnTo>
                    <a:pt x="1574278" y="1646610"/>
                  </a:lnTo>
                  <a:lnTo>
                    <a:pt x="1688143" y="1637840"/>
                  </a:lnTo>
                  <a:lnTo>
                    <a:pt x="1800498" y="1627927"/>
                  </a:lnTo>
                  <a:lnTo>
                    <a:pt x="1908883" y="1616878"/>
                  </a:lnTo>
                  <a:lnTo>
                    <a:pt x="2011630" y="1604675"/>
                  </a:lnTo>
                  <a:lnTo>
                    <a:pt x="2107784" y="1591265"/>
                  </a:lnTo>
                  <a:lnTo>
                    <a:pt x="2196974" y="1576557"/>
                  </a:lnTo>
                  <a:lnTo>
                    <a:pt x="2279276" y="1560426"/>
                  </a:lnTo>
                  <a:lnTo>
                    <a:pt x="2355073" y="1542711"/>
                  </a:lnTo>
                  <a:lnTo>
                    <a:pt x="2424949" y="1523219"/>
                  </a:lnTo>
                  <a:lnTo>
                    <a:pt x="2489608" y="1501736"/>
                  </a:lnTo>
                  <a:lnTo>
                    <a:pt x="2549807" y="1478038"/>
                  </a:lnTo>
                  <a:lnTo>
                    <a:pt x="2606308" y="1451909"/>
                  </a:lnTo>
                  <a:lnTo>
                    <a:pt x="2659842" y="1423180"/>
                  </a:lnTo>
                  <a:lnTo>
                    <a:pt x="2702183" y="1397502"/>
                  </a:lnTo>
                  <a:lnTo>
                    <a:pt x="2754179" y="1362296"/>
                  </a:lnTo>
                  <a:lnTo>
                    <a:pt x="2804723" y="1324105"/>
                  </a:lnTo>
                  <a:lnTo>
                    <a:pt x="2854273" y="1282873"/>
                  </a:lnTo>
                  <a:lnTo>
                    <a:pt x="2903182" y="1238609"/>
                  </a:lnTo>
                  <a:lnTo>
                    <a:pt x="2951720" y="1191399"/>
                  </a:lnTo>
                  <a:lnTo>
                    <a:pt x="3000084" y="1141410"/>
                  </a:lnTo>
                  <a:lnTo>
                    <a:pt x="3048410" y="1088893"/>
                  </a:lnTo>
                  <a:lnTo>
                    <a:pt x="3096778" y="1034183"/>
                  </a:lnTo>
                  <a:lnTo>
                    <a:pt x="3145226" y="977689"/>
                  </a:lnTo>
                  <a:lnTo>
                    <a:pt x="3193754" y="919890"/>
                  </a:lnTo>
                  <a:lnTo>
                    <a:pt x="3242340" y="861312"/>
                  </a:lnTo>
                  <a:lnTo>
                    <a:pt x="3290943" y="802515"/>
                  </a:lnTo>
                  <a:lnTo>
                    <a:pt x="3339519" y="744064"/>
                  </a:lnTo>
                  <a:lnTo>
                    <a:pt x="3388031" y="686513"/>
                  </a:lnTo>
                  <a:lnTo>
                    <a:pt x="3436460" y="630380"/>
                  </a:lnTo>
                  <a:lnTo>
                    <a:pt x="3484813" y="576128"/>
                  </a:lnTo>
                  <a:lnTo>
                    <a:pt x="3533139" y="524152"/>
                  </a:lnTo>
                  <a:lnTo>
                    <a:pt x="3581528" y="474767"/>
                  </a:lnTo>
                  <a:lnTo>
                    <a:pt x="3630130" y="428206"/>
                  </a:lnTo>
                  <a:lnTo>
                    <a:pt x="3679156" y="384618"/>
                  </a:lnTo>
                  <a:lnTo>
                    <a:pt x="3728895" y="344069"/>
                  </a:lnTo>
                  <a:lnTo>
                    <a:pt x="3779721" y="306555"/>
                  </a:lnTo>
                  <a:lnTo>
                    <a:pt x="3820202" y="279500"/>
                  </a:lnTo>
                  <a:lnTo>
                    <a:pt x="3871788" y="248568"/>
                  </a:lnTo>
                  <a:lnTo>
                    <a:pt x="3925794" y="220306"/>
                  </a:lnTo>
                  <a:lnTo>
                    <a:pt x="3982892" y="194619"/>
                  </a:lnTo>
                  <a:lnTo>
                    <a:pt x="4043821" y="171327"/>
                  </a:lnTo>
                  <a:lnTo>
                    <a:pt x="4109345" y="150211"/>
                  </a:lnTo>
                  <a:lnTo>
                    <a:pt x="4180215" y="131048"/>
                  </a:lnTo>
                  <a:lnTo>
                    <a:pt x="4257120" y="113625"/>
                  </a:lnTo>
                  <a:lnTo>
                    <a:pt x="4340615" y="97755"/>
                  </a:lnTo>
                  <a:lnTo>
                    <a:pt x="4431037" y="83284"/>
                  </a:lnTo>
                  <a:lnTo>
                    <a:pt x="4528394" y="70091"/>
                  </a:lnTo>
                  <a:lnTo>
                    <a:pt x="4632222" y="58095"/>
                  </a:lnTo>
                  <a:lnTo>
                    <a:pt x="4741450" y="47247"/>
                  </a:lnTo>
                  <a:lnTo>
                    <a:pt x="4854272" y="37534"/>
                  </a:lnTo>
                  <a:lnTo>
                    <a:pt x="4968088" y="28966"/>
                  </a:lnTo>
                  <a:lnTo>
                    <a:pt x="5079559" y="21568"/>
                  </a:lnTo>
                  <a:lnTo>
                    <a:pt x="5184825" y="15360"/>
                  </a:lnTo>
                  <a:lnTo>
                    <a:pt x="5279904" y="10342"/>
                  </a:lnTo>
                  <a:lnTo>
                    <a:pt x="5361231" y="6478"/>
                  </a:lnTo>
                  <a:lnTo>
                    <a:pt x="5426237" y="3683"/>
                  </a:lnTo>
                  <a:lnTo>
                    <a:pt x="5473819" y="1823"/>
                  </a:lnTo>
                  <a:lnTo>
                    <a:pt x="5504605" y="726"/>
                  </a:lnTo>
                  <a:lnTo>
                    <a:pt x="5520962" y="192"/>
                  </a:lnTo>
                  <a:lnTo>
                    <a:pt x="5526816" y="17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0" y="31"/>
                  </a:lnTo>
                  <a:lnTo>
                    <a:pt x="6530857" y="255"/>
                  </a:lnTo>
                  <a:lnTo>
                    <a:pt x="6549510" y="875"/>
                  </a:lnTo>
                  <a:lnTo>
                    <a:pt x="6583127" y="2096"/>
                  </a:lnTo>
                  <a:lnTo>
                    <a:pt x="6633778" y="4115"/>
                  </a:lnTo>
                  <a:lnTo>
                    <a:pt x="6701778" y="7099"/>
                  </a:lnTo>
                  <a:lnTo>
                    <a:pt x="6785743" y="11174"/>
                  </a:lnTo>
                  <a:lnTo>
                    <a:pt x="6882887" y="16416"/>
                  </a:lnTo>
                  <a:lnTo>
                    <a:pt x="6989530" y="22854"/>
                  </a:lnTo>
                  <a:lnTo>
                    <a:pt x="7101678" y="30483"/>
                  </a:lnTo>
                  <a:lnTo>
                    <a:pt x="7215537" y="39280"/>
                  </a:lnTo>
                  <a:lnTo>
                    <a:pt x="7327889" y="49223"/>
                  </a:lnTo>
                  <a:lnTo>
                    <a:pt x="7436273" y="60305"/>
                  </a:lnTo>
                  <a:lnTo>
                    <a:pt x="7539019" y="72545"/>
                  </a:lnTo>
                  <a:lnTo>
                    <a:pt x="7635172" y="85996"/>
                  </a:lnTo>
                  <a:lnTo>
                    <a:pt x="7724364" y="100749"/>
                  </a:lnTo>
                  <a:lnTo>
                    <a:pt x="7806667" y="116928"/>
                  </a:lnTo>
                  <a:lnTo>
                    <a:pt x="7882465" y="134697"/>
                  </a:lnTo>
                  <a:lnTo>
                    <a:pt x="7952343" y="154248"/>
                  </a:lnTo>
                  <a:lnTo>
                    <a:pt x="8017003" y="175795"/>
                  </a:lnTo>
                  <a:lnTo>
                    <a:pt x="8077203" y="199565"/>
                  </a:lnTo>
                  <a:lnTo>
                    <a:pt x="8133705" y="225772"/>
                  </a:lnTo>
                  <a:lnTo>
                    <a:pt x="8187239" y="254587"/>
                  </a:lnTo>
                  <a:lnTo>
                    <a:pt x="8229629" y="280373"/>
                  </a:lnTo>
                  <a:lnTo>
                    <a:pt x="8281584" y="315661"/>
                  </a:lnTo>
                  <a:lnTo>
                    <a:pt x="8332091" y="353937"/>
                  </a:lnTo>
                  <a:lnTo>
                    <a:pt x="8381603" y="395260"/>
                  </a:lnTo>
                  <a:lnTo>
                    <a:pt x="8430476" y="439619"/>
                  </a:lnTo>
                  <a:lnTo>
                    <a:pt x="8478977" y="486930"/>
                  </a:lnTo>
                  <a:lnTo>
                    <a:pt x="8527304" y="537024"/>
                  </a:lnTo>
                  <a:lnTo>
                    <a:pt x="8575591" y="589652"/>
                  </a:lnTo>
                  <a:lnTo>
                    <a:pt x="8623921" y="644479"/>
                  </a:lnTo>
                  <a:lnTo>
                    <a:pt x="8672330" y="701095"/>
                  </a:lnTo>
                  <a:lnTo>
                    <a:pt x="8720821" y="759022"/>
                  </a:lnTo>
                  <a:lnTo>
                    <a:pt x="8769368" y="817732"/>
                  </a:lnTo>
                  <a:lnTo>
                    <a:pt x="8817933" y="876668"/>
                  </a:lnTo>
                  <a:lnTo>
                    <a:pt x="8866472" y="935262"/>
                  </a:lnTo>
                  <a:lnTo>
                    <a:pt x="8914947" y="992959"/>
                  </a:lnTo>
                  <a:lnTo>
                    <a:pt x="8963338" y="1049243"/>
                  </a:lnTo>
                  <a:lnTo>
                    <a:pt x="9011655" y="1103647"/>
                  </a:lnTo>
                  <a:lnTo>
                    <a:pt x="9059943" y="1155777"/>
                  </a:lnTo>
                  <a:lnTo>
                    <a:pt x="9108292" y="1205315"/>
                  </a:lnTo>
                  <a:lnTo>
                    <a:pt x="9156852" y="1252026"/>
                  </a:lnTo>
                  <a:lnTo>
                    <a:pt x="9205832" y="1295763"/>
                  </a:lnTo>
                  <a:lnTo>
                    <a:pt x="9255518" y="1336456"/>
                  </a:lnTo>
                  <a:lnTo>
                    <a:pt x="9306282" y="1374108"/>
                  </a:lnTo>
                  <a:lnTo>
                    <a:pt x="9347647" y="1401869"/>
                  </a:lnTo>
                  <a:lnTo>
                    <a:pt x="9399231" y="1432896"/>
                  </a:lnTo>
                  <a:lnTo>
                    <a:pt x="9453235" y="1461246"/>
                  </a:lnTo>
                  <a:lnTo>
                    <a:pt x="9510330" y="1487012"/>
                  </a:lnTo>
                  <a:lnTo>
                    <a:pt x="9571256" y="1510376"/>
                  </a:lnTo>
                  <a:lnTo>
                    <a:pt x="9636777" y="1531558"/>
                  </a:lnTo>
                  <a:lnTo>
                    <a:pt x="9707643" y="1550781"/>
                  </a:lnTo>
                  <a:lnTo>
                    <a:pt x="9784543" y="1568258"/>
                  </a:lnTo>
                  <a:lnTo>
                    <a:pt x="9868032" y="1584177"/>
                  </a:lnTo>
                  <a:lnTo>
                    <a:pt x="9958449" y="1598693"/>
                  </a:lnTo>
                  <a:lnTo>
                    <a:pt x="10055798" y="1611927"/>
                  </a:lnTo>
                  <a:lnTo>
                    <a:pt x="10159620" y="1623961"/>
                  </a:lnTo>
                  <a:lnTo>
                    <a:pt x="10268841" y="1634843"/>
                  </a:lnTo>
                  <a:lnTo>
                    <a:pt x="10381657" y="1644586"/>
                  </a:lnTo>
                  <a:lnTo>
                    <a:pt x="10495469" y="1653181"/>
                  </a:lnTo>
                  <a:lnTo>
                    <a:pt x="10606938" y="1660603"/>
                  </a:lnTo>
                  <a:lnTo>
                    <a:pt x="10712205" y="1666831"/>
                  </a:lnTo>
                  <a:lnTo>
                    <a:pt x="10807288" y="1671865"/>
                  </a:lnTo>
                  <a:lnTo>
                    <a:pt x="10888623" y="1675742"/>
                  </a:lnTo>
                  <a:lnTo>
                    <a:pt x="10953639" y="1678546"/>
                  </a:lnTo>
                  <a:lnTo>
                    <a:pt x="11001233" y="1680412"/>
                  </a:lnTo>
                  <a:lnTo>
                    <a:pt x="11032031" y="1681514"/>
                  </a:lnTo>
                  <a:lnTo>
                    <a:pt x="11048398" y="1682049"/>
                  </a:lnTo>
                  <a:lnTo>
                    <a:pt x="11054260" y="1682225"/>
                  </a:lnTo>
                  <a:lnTo>
                    <a:pt x="11054891" y="1682243"/>
                  </a:lnTo>
                  <a:lnTo>
                    <a:pt x="12049831" y="1682243"/>
                  </a:lnTo>
                  <a:lnTo>
                    <a:pt x="12049831" y="16822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5" name="pl1054"/>
            <p:cNvSpPr/>
            <p:nvPr/>
          </p:nvSpPr>
          <p:spPr>
            <a:xfrm>
              <a:off x="1199187" y="2421008"/>
              <a:ext cx="12049831" cy="1682243"/>
            </a:xfrm>
            <a:custGeom>
              <a:avLst/>
              <a:pathLst>
                <a:path w="12049831" h="1682243">
                  <a:moveTo>
                    <a:pt x="12049831" y="1682243"/>
                  </a:moveTo>
                  <a:lnTo>
                    <a:pt x="11054891" y="1682243"/>
                  </a:lnTo>
                  <a:lnTo>
                    <a:pt x="11053777" y="1682212"/>
                  </a:lnTo>
                  <a:lnTo>
                    <a:pt x="11046420" y="1681987"/>
                  </a:lnTo>
                  <a:lnTo>
                    <a:pt x="11027767" y="1681368"/>
                  </a:lnTo>
                  <a:lnTo>
                    <a:pt x="10994150" y="1680146"/>
                  </a:lnTo>
                  <a:lnTo>
                    <a:pt x="10943499" y="1678127"/>
                  </a:lnTo>
                  <a:lnTo>
                    <a:pt x="10875498" y="1675143"/>
                  </a:lnTo>
                  <a:lnTo>
                    <a:pt x="10791534" y="1671068"/>
                  </a:lnTo>
                  <a:lnTo>
                    <a:pt x="10694390" y="1665826"/>
                  </a:lnTo>
                  <a:lnTo>
                    <a:pt x="10587746" y="1659388"/>
                  </a:lnTo>
                  <a:lnTo>
                    <a:pt x="10475599" y="1651759"/>
                  </a:lnTo>
                  <a:lnTo>
                    <a:pt x="10361739" y="1642962"/>
                  </a:lnTo>
                  <a:lnTo>
                    <a:pt x="10249387" y="1633019"/>
                  </a:lnTo>
                  <a:lnTo>
                    <a:pt x="10141004" y="1621937"/>
                  </a:lnTo>
                  <a:lnTo>
                    <a:pt x="10038258" y="1609697"/>
                  </a:lnTo>
                  <a:lnTo>
                    <a:pt x="9942104" y="1596246"/>
                  </a:lnTo>
                  <a:lnTo>
                    <a:pt x="9852912" y="1581494"/>
                  </a:lnTo>
                  <a:lnTo>
                    <a:pt x="9770609" y="1565314"/>
                  </a:lnTo>
                  <a:lnTo>
                    <a:pt x="9694811" y="1547545"/>
                  </a:lnTo>
                  <a:lnTo>
                    <a:pt x="9624934" y="1527995"/>
                  </a:lnTo>
                  <a:lnTo>
                    <a:pt x="9560273" y="1506448"/>
                  </a:lnTo>
                  <a:lnTo>
                    <a:pt x="9500074" y="1482678"/>
                  </a:lnTo>
                  <a:lnTo>
                    <a:pt x="9443572" y="1456471"/>
                  </a:lnTo>
                  <a:lnTo>
                    <a:pt x="9390038" y="1427655"/>
                  </a:lnTo>
                  <a:lnTo>
                    <a:pt x="9347647" y="1401869"/>
                  </a:lnTo>
                  <a:lnTo>
                    <a:pt x="9295692" y="1366582"/>
                  </a:lnTo>
                  <a:lnTo>
                    <a:pt x="9245186" y="1328305"/>
                  </a:lnTo>
                  <a:lnTo>
                    <a:pt x="9195673" y="1286982"/>
                  </a:lnTo>
                  <a:lnTo>
                    <a:pt x="9146801" y="1242623"/>
                  </a:lnTo>
                  <a:lnTo>
                    <a:pt x="9098300" y="1195313"/>
                  </a:lnTo>
                  <a:lnTo>
                    <a:pt x="9049973" y="1145218"/>
                  </a:lnTo>
                  <a:lnTo>
                    <a:pt x="9001685" y="1092591"/>
                  </a:lnTo>
                  <a:lnTo>
                    <a:pt x="8953355" y="1037763"/>
                  </a:lnTo>
                  <a:lnTo>
                    <a:pt x="8904946" y="981148"/>
                  </a:lnTo>
                  <a:lnTo>
                    <a:pt x="8856456" y="923221"/>
                  </a:lnTo>
                  <a:lnTo>
                    <a:pt x="8807908" y="864510"/>
                  </a:lnTo>
                  <a:lnTo>
                    <a:pt x="8759343" y="805575"/>
                  </a:lnTo>
                  <a:lnTo>
                    <a:pt x="8710805" y="746981"/>
                  </a:lnTo>
                  <a:lnTo>
                    <a:pt x="8662330" y="689283"/>
                  </a:lnTo>
                  <a:lnTo>
                    <a:pt x="8613938" y="633000"/>
                  </a:lnTo>
                  <a:lnTo>
                    <a:pt x="8565621" y="578595"/>
                  </a:lnTo>
                  <a:lnTo>
                    <a:pt x="8517334" y="526466"/>
                  </a:lnTo>
                  <a:lnTo>
                    <a:pt x="8468984" y="476928"/>
                  </a:lnTo>
                  <a:lnTo>
                    <a:pt x="8420425" y="430216"/>
                  </a:lnTo>
                  <a:lnTo>
                    <a:pt x="8371445" y="386479"/>
                  </a:lnTo>
                  <a:lnTo>
                    <a:pt x="8321759" y="345787"/>
                  </a:lnTo>
                  <a:lnTo>
                    <a:pt x="8270994" y="308134"/>
                  </a:lnTo>
                  <a:lnTo>
                    <a:pt x="8229629" y="280373"/>
                  </a:lnTo>
                  <a:lnTo>
                    <a:pt x="8178045" y="249346"/>
                  </a:lnTo>
                  <a:lnTo>
                    <a:pt x="8124042" y="220997"/>
                  </a:lnTo>
                  <a:lnTo>
                    <a:pt x="8066946" y="195230"/>
                  </a:lnTo>
                  <a:lnTo>
                    <a:pt x="8006021" y="171866"/>
                  </a:lnTo>
                  <a:lnTo>
                    <a:pt x="7940500" y="150685"/>
                  </a:lnTo>
                  <a:lnTo>
                    <a:pt x="7869633" y="131462"/>
                  </a:lnTo>
                  <a:lnTo>
                    <a:pt x="7792734" y="113984"/>
                  </a:lnTo>
                  <a:lnTo>
                    <a:pt x="7709245" y="98065"/>
                  </a:lnTo>
                  <a:lnTo>
                    <a:pt x="7618828" y="83549"/>
                  </a:lnTo>
                  <a:lnTo>
                    <a:pt x="7521478" y="70315"/>
                  </a:lnTo>
                  <a:lnTo>
                    <a:pt x="7417657" y="58281"/>
                  </a:lnTo>
                  <a:lnTo>
                    <a:pt x="7308435" y="47400"/>
                  </a:lnTo>
                  <a:lnTo>
                    <a:pt x="7195619" y="37656"/>
                  </a:lnTo>
                  <a:lnTo>
                    <a:pt x="7081807" y="29062"/>
                  </a:lnTo>
                  <a:lnTo>
                    <a:pt x="6970339" y="21640"/>
                  </a:lnTo>
                  <a:lnTo>
                    <a:pt x="6865072" y="15412"/>
                  </a:lnTo>
                  <a:lnTo>
                    <a:pt x="6769989" y="10378"/>
                  </a:lnTo>
                  <a:lnTo>
                    <a:pt x="6688653" y="6501"/>
                  </a:lnTo>
                  <a:lnTo>
                    <a:pt x="6623637" y="3696"/>
                  </a:lnTo>
                  <a:lnTo>
                    <a:pt x="6576044" y="1830"/>
                  </a:lnTo>
                  <a:lnTo>
                    <a:pt x="6545245" y="729"/>
                  </a:lnTo>
                  <a:lnTo>
                    <a:pt x="6528878" y="193"/>
                  </a:lnTo>
                  <a:lnTo>
                    <a:pt x="6523016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1" y="31"/>
                  </a:lnTo>
                  <a:lnTo>
                    <a:pt x="5518973" y="255"/>
                  </a:lnTo>
                  <a:lnTo>
                    <a:pt x="5500318" y="872"/>
                  </a:lnTo>
                  <a:lnTo>
                    <a:pt x="5466697" y="2090"/>
                  </a:lnTo>
                  <a:lnTo>
                    <a:pt x="5416041" y="4103"/>
                  </a:lnTo>
                  <a:lnTo>
                    <a:pt x="5348034" y="7078"/>
                  </a:lnTo>
                  <a:lnTo>
                    <a:pt x="5264062" y="11141"/>
                  </a:lnTo>
                  <a:lnTo>
                    <a:pt x="5166910" y="16367"/>
                  </a:lnTo>
                  <a:lnTo>
                    <a:pt x="5060260" y="22785"/>
                  </a:lnTo>
                  <a:lnTo>
                    <a:pt x="4948107" y="30392"/>
                  </a:lnTo>
                  <a:lnTo>
                    <a:pt x="4834242" y="39162"/>
                  </a:lnTo>
                  <a:lnTo>
                    <a:pt x="4721887" y="49075"/>
                  </a:lnTo>
                  <a:lnTo>
                    <a:pt x="4613502" y="60123"/>
                  </a:lnTo>
                  <a:lnTo>
                    <a:pt x="4510755" y="72326"/>
                  </a:lnTo>
                  <a:lnTo>
                    <a:pt x="4414601" y="85737"/>
                  </a:lnTo>
                  <a:lnTo>
                    <a:pt x="4325411" y="100445"/>
                  </a:lnTo>
                  <a:lnTo>
                    <a:pt x="4243109" y="116576"/>
                  </a:lnTo>
                  <a:lnTo>
                    <a:pt x="4167312" y="134291"/>
                  </a:lnTo>
                  <a:lnTo>
                    <a:pt x="4097436" y="153783"/>
                  </a:lnTo>
                  <a:lnTo>
                    <a:pt x="4032777" y="175266"/>
                  </a:lnTo>
                  <a:lnTo>
                    <a:pt x="3972578" y="198964"/>
                  </a:lnTo>
                  <a:lnTo>
                    <a:pt x="3916077" y="225093"/>
                  </a:lnTo>
                  <a:lnTo>
                    <a:pt x="3862543" y="253822"/>
                  </a:lnTo>
                  <a:lnTo>
                    <a:pt x="3820202" y="279500"/>
                  </a:lnTo>
                  <a:lnTo>
                    <a:pt x="3768206" y="314706"/>
                  </a:lnTo>
                  <a:lnTo>
                    <a:pt x="3717662" y="352897"/>
                  </a:lnTo>
                  <a:lnTo>
                    <a:pt x="3668112" y="394129"/>
                  </a:lnTo>
                  <a:lnTo>
                    <a:pt x="3619203" y="438393"/>
                  </a:lnTo>
                  <a:lnTo>
                    <a:pt x="3570665" y="485603"/>
                  </a:lnTo>
                  <a:lnTo>
                    <a:pt x="3522301" y="535592"/>
                  </a:lnTo>
                  <a:lnTo>
                    <a:pt x="3473975" y="588109"/>
                  </a:lnTo>
                  <a:lnTo>
                    <a:pt x="3425607" y="642819"/>
                  </a:lnTo>
                  <a:lnTo>
                    <a:pt x="3377159" y="699313"/>
                  </a:lnTo>
                  <a:lnTo>
                    <a:pt x="3328631" y="757112"/>
                  </a:lnTo>
                  <a:lnTo>
                    <a:pt x="3280045" y="815690"/>
                  </a:lnTo>
                  <a:lnTo>
                    <a:pt x="3231442" y="874487"/>
                  </a:lnTo>
                  <a:lnTo>
                    <a:pt x="3182866" y="932938"/>
                  </a:lnTo>
                  <a:lnTo>
                    <a:pt x="3134354" y="990489"/>
                  </a:lnTo>
                  <a:lnTo>
                    <a:pt x="3085925" y="1046622"/>
                  </a:lnTo>
                  <a:lnTo>
                    <a:pt x="3037572" y="1100874"/>
                  </a:lnTo>
                  <a:lnTo>
                    <a:pt x="2989246" y="1152850"/>
                  </a:lnTo>
                  <a:lnTo>
                    <a:pt x="2940857" y="1202235"/>
                  </a:lnTo>
                  <a:lnTo>
                    <a:pt x="2892255" y="1248795"/>
                  </a:lnTo>
                  <a:lnTo>
                    <a:pt x="2843229" y="1292384"/>
                  </a:lnTo>
                  <a:lnTo>
                    <a:pt x="2793490" y="1332933"/>
                  </a:lnTo>
                  <a:lnTo>
                    <a:pt x="2742664" y="1370447"/>
                  </a:lnTo>
                  <a:lnTo>
                    <a:pt x="2702183" y="1397502"/>
                  </a:lnTo>
                  <a:lnTo>
                    <a:pt x="2650597" y="1428434"/>
                  </a:lnTo>
                  <a:lnTo>
                    <a:pt x="2596591" y="1456696"/>
                  </a:lnTo>
                  <a:lnTo>
                    <a:pt x="2539493" y="1482383"/>
                  </a:lnTo>
                  <a:lnTo>
                    <a:pt x="2478564" y="1505675"/>
                  </a:lnTo>
                  <a:lnTo>
                    <a:pt x="2413040" y="1526790"/>
                  </a:lnTo>
                  <a:lnTo>
                    <a:pt x="2342170" y="1545954"/>
                  </a:lnTo>
                  <a:lnTo>
                    <a:pt x="2265265" y="1563377"/>
                  </a:lnTo>
                  <a:lnTo>
                    <a:pt x="2181770" y="1579247"/>
                  </a:lnTo>
                  <a:lnTo>
                    <a:pt x="2091348" y="1593718"/>
                  </a:lnTo>
                  <a:lnTo>
                    <a:pt x="1993991" y="1606911"/>
                  </a:lnTo>
                  <a:lnTo>
                    <a:pt x="1890163" y="1618907"/>
                  </a:lnTo>
                  <a:lnTo>
                    <a:pt x="1780935" y="1629755"/>
                  </a:lnTo>
                  <a:lnTo>
                    <a:pt x="1668113" y="1639468"/>
                  </a:lnTo>
                  <a:lnTo>
                    <a:pt x="1554297" y="1648035"/>
                  </a:lnTo>
                  <a:lnTo>
                    <a:pt x="1442826" y="1655434"/>
                  </a:lnTo>
                  <a:lnTo>
                    <a:pt x="1337560" y="1661642"/>
                  </a:lnTo>
                  <a:lnTo>
                    <a:pt x="1242481" y="1666660"/>
                  </a:lnTo>
                  <a:lnTo>
                    <a:pt x="1161154" y="1670524"/>
                  </a:lnTo>
                  <a:lnTo>
                    <a:pt x="1096148" y="1673319"/>
                  </a:lnTo>
                  <a:lnTo>
                    <a:pt x="1048566" y="1675179"/>
                  </a:lnTo>
                  <a:lnTo>
                    <a:pt x="1017780" y="1676276"/>
                  </a:lnTo>
                  <a:lnTo>
                    <a:pt x="1001423" y="1676810"/>
                  </a:lnTo>
                  <a:lnTo>
                    <a:pt x="995569" y="1676985"/>
                  </a:lnTo>
                  <a:lnTo>
                    <a:pt x="994940" y="1677002"/>
                  </a:lnTo>
                  <a:lnTo>
                    <a:pt x="0" y="1677002"/>
                  </a:lnTo>
                  <a:lnTo>
                    <a:pt x="0" y="16770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6" name="pg1055"/>
            <p:cNvSpPr/>
            <p:nvPr/>
          </p:nvSpPr>
          <p:spPr>
            <a:xfrm>
              <a:off x="1199187" y="2447211"/>
              <a:ext cx="12049831" cy="1996681"/>
            </a:xfrm>
            <a:custGeom>
              <a:avLst/>
              <a:pathLst>
                <a:path w="12049831" h="1996681">
                  <a:moveTo>
                    <a:pt x="0" y="1661281"/>
                  </a:moveTo>
                  <a:lnTo>
                    <a:pt x="994940" y="1661281"/>
                  </a:lnTo>
                  <a:lnTo>
                    <a:pt x="996055" y="1661249"/>
                  </a:lnTo>
                  <a:lnTo>
                    <a:pt x="1003416" y="1661029"/>
                  </a:lnTo>
                  <a:lnTo>
                    <a:pt x="1022079" y="1660418"/>
                  </a:lnTo>
                  <a:lnTo>
                    <a:pt x="1055715" y="1659215"/>
                  </a:lnTo>
                  <a:lnTo>
                    <a:pt x="1106392" y="1657226"/>
                  </a:lnTo>
                  <a:lnTo>
                    <a:pt x="1174426" y="1654287"/>
                  </a:lnTo>
                  <a:lnTo>
                    <a:pt x="1258427" y="1650273"/>
                  </a:lnTo>
                  <a:lnTo>
                    <a:pt x="1355608" y="1645110"/>
                  </a:lnTo>
                  <a:lnTo>
                    <a:pt x="1462286" y="1638769"/>
                  </a:lnTo>
                  <a:lnTo>
                    <a:pt x="1574463" y="1631255"/>
                  </a:lnTo>
                  <a:lnTo>
                    <a:pt x="1688345" y="1622591"/>
                  </a:lnTo>
                  <a:lnTo>
                    <a:pt x="1800713" y="1612798"/>
                  </a:lnTo>
                  <a:lnTo>
                    <a:pt x="1909106" y="1601884"/>
                  </a:lnTo>
                  <a:lnTo>
                    <a:pt x="2011856" y="1589829"/>
                  </a:lnTo>
                  <a:lnTo>
                    <a:pt x="2108009" y="1576581"/>
                  </a:lnTo>
                  <a:lnTo>
                    <a:pt x="2197197" y="1562051"/>
                  </a:lnTo>
                  <a:lnTo>
                    <a:pt x="2279494" y="1546115"/>
                  </a:lnTo>
                  <a:lnTo>
                    <a:pt x="2355285" y="1528614"/>
                  </a:lnTo>
                  <a:lnTo>
                    <a:pt x="2425156" y="1509357"/>
                  </a:lnTo>
                  <a:lnTo>
                    <a:pt x="2489811" y="1488133"/>
                  </a:lnTo>
                  <a:lnTo>
                    <a:pt x="2550005" y="1464719"/>
                  </a:lnTo>
                  <a:lnTo>
                    <a:pt x="2606504" y="1438904"/>
                  </a:lnTo>
                  <a:lnTo>
                    <a:pt x="2660037" y="1410520"/>
                  </a:lnTo>
                  <a:lnTo>
                    <a:pt x="2702183" y="1385274"/>
                  </a:lnTo>
                  <a:lnTo>
                    <a:pt x="2754339" y="1350395"/>
                  </a:lnTo>
                  <a:lnTo>
                    <a:pt x="2805036" y="1312549"/>
                  </a:lnTo>
                  <a:lnTo>
                    <a:pt x="2854734" y="1271681"/>
                  </a:lnTo>
                  <a:lnTo>
                    <a:pt x="2903791" y="1227801"/>
                  </a:lnTo>
                  <a:lnTo>
                    <a:pt x="2952478" y="1180996"/>
                  </a:lnTo>
                  <a:lnTo>
                    <a:pt x="3000992" y="1131432"/>
                  </a:lnTo>
                  <a:lnTo>
                    <a:pt x="3049469" y="1079361"/>
                  </a:lnTo>
                  <a:lnTo>
                    <a:pt x="3097990" y="1025119"/>
                  </a:lnTo>
                  <a:lnTo>
                    <a:pt x="3146591" y="969116"/>
                  </a:lnTo>
                  <a:lnTo>
                    <a:pt x="3195274" y="911830"/>
                  </a:lnTo>
                  <a:lnTo>
                    <a:pt x="3244013" y="853788"/>
                  </a:lnTo>
                  <a:lnTo>
                    <a:pt x="3292768" y="795547"/>
                  </a:lnTo>
                  <a:lnTo>
                    <a:pt x="3341494" y="737671"/>
                  </a:lnTo>
                  <a:lnTo>
                    <a:pt x="3390155" y="680711"/>
                  </a:lnTo>
                  <a:lnTo>
                    <a:pt x="3438731" y="625181"/>
                  </a:lnTo>
                  <a:lnTo>
                    <a:pt x="3487233" y="571541"/>
                  </a:lnTo>
                  <a:lnTo>
                    <a:pt x="3535710" y="520179"/>
                  </a:lnTo>
                  <a:lnTo>
                    <a:pt x="3584259" y="471407"/>
                  </a:lnTo>
                  <a:lnTo>
                    <a:pt x="3633031" y="425452"/>
                  </a:lnTo>
                  <a:lnTo>
                    <a:pt x="3682246" y="382456"/>
                  </a:lnTo>
                  <a:lnTo>
                    <a:pt x="3732198" y="342483"/>
                  </a:lnTo>
                  <a:lnTo>
                    <a:pt x="3783272" y="305522"/>
                  </a:lnTo>
                  <a:lnTo>
                    <a:pt x="3820202" y="281247"/>
                  </a:lnTo>
                  <a:lnTo>
                    <a:pt x="3871796" y="250697"/>
                  </a:lnTo>
                  <a:lnTo>
                    <a:pt x="3925812" y="222784"/>
                  </a:lnTo>
                  <a:lnTo>
                    <a:pt x="3982921" y="197415"/>
                  </a:lnTo>
                  <a:lnTo>
                    <a:pt x="4043861" y="174412"/>
                  </a:lnTo>
                  <a:lnTo>
                    <a:pt x="4109400" y="153558"/>
                  </a:lnTo>
                  <a:lnTo>
                    <a:pt x="4180287" y="134633"/>
                  </a:lnTo>
                  <a:lnTo>
                    <a:pt x="4257211" y="117426"/>
                  </a:lnTo>
                  <a:lnTo>
                    <a:pt x="4340727" y="101754"/>
                  </a:lnTo>
                  <a:lnTo>
                    <a:pt x="4431174" y="87463"/>
                  </a:lnTo>
                  <a:lnTo>
                    <a:pt x="4528557" y="74436"/>
                  </a:lnTo>
                  <a:lnTo>
                    <a:pt x="4632412" y="62589"/>
                  </a:lnTo>
                  <a:lnTo>
                    <a:pt x="4741667" y="51877"/>
                  </a:lnTo>
                  <a:lnTo>
                    <a:pt x="4854512" y="42286"/>
                  </a:lnTo>
                  <a:lnTo>
                    <a:pt x="4968345" y="33827"/>
                  </a:lnTo>
                  <a:lnTo>
                    <a:pt x="5079824" y="26523"/>
                  </a:lnTo>
                  <a:lnTo>
                    <a:pt x="5185086" y="20394"/>
                  </a:lnTo>
                  <a:lnTo>
                    <a:pt x="5280148" y="15442"/>
                  </a:lnTo>
                  <a:lnTo>
                    <a:pt x="5361446" y="11628"/>
                  </a:lnTo>
                  <a:lnTo>
                    <a:pt x="5426411" y="8870"/>
                  </a:lnTo>
                  <a:lnTo>
                    <a:pt x="5473945" y="7036"/>
                  </a:lnTo>
                  <a:lnTo>
                    <a:pt x="5504684" y="5955"/>
                  </a:lnTo>
                  <a:lnTo>
                    <a:pt x="5520999" y="5429"/>
                  </a:lnTo>
                  <a:lnTo>
                    <a:pt x="5526825" y="525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91" y="5277"/>
                  </a:lnTo>
                  <a:lnTo>
                    <a:pt x="6530793" y="5541"/>
                  </a:lnTo>
                  <a:lnTo>
                    <a:pt x="6549309" y="6268"/>
                  </a:lnTo>
                  <a:lnTo>
                    <a:pt x="6582689" y="7703"/>
                  </a:lnTo>
                  <a:lnTo>
                    <a:pt x="6633001" y="10074"/>
                  </a:lnTo>
                  <a:lnTo>
                    <a:pt x="6700581" y="13580"/>
                  </a:lnTo>
                  <a:lnTo>
                    <a:pt x="6784075" y="18368"/>
                  </a:lnTo>
                  <a:lnTo>
                    <a:pt x="6880741" y="24530"/>
                  </a:lnTo>
                  <a:lnTo>
                    <a:pt x="6986939" y="32100"/>
                  </a:lnTo>
                  <a:lnTo>
                    <a:pt x="7098704" y="41072"/>
                  </a:lnTo>
                  <a:lnTo>
                    <a:pt x="7212266" y="51422"/>
                  </a:lnTo>
                  <a:lnTo>
                    <a:pt x="7324409" y="63121"/>
                  </a:lnTo>
                  <a:lnTo>
                    <a:pt x="7432669" y="76161"/>
                  </a:lnTo>
                  <a:lnTo>
                    <a:pt x="7535366" y="90564"/>
                  </a:lnTo>
                  <a:lnTo>
                    <a:pt x="7631527" y="106390"/>
                  </a:lnTo>
                  <a:lnTo>
                    <a:pt x="7720768" y="123743"/>
                  </a:lnTo>
                  <a:lnTo>
                    <a:pt x="7803146" y="142770"/>
                  </a:lnTo>
                  <a:lnTo>
                    <a:pt x="7879031" y="163659"/>
                  </a:lnTo>
                  <a:lnTo>
                    <a:pt x="7948996" y="186634"/>
                  </a:lnTo>
                  <a:lnTo>
                    <a:pt x="8013735" y="211948"/>
                  </a:lnTo>
                  <a:lnTo>
                    <a:pt x="8073996" y="239866"/>
                  </a:lnTo>
                  <a:lnTo>
                    <a:pt x="8130538" y="270641"/>
                  </a:lnTo>
                  <a:lnTo>
                    <a:pt x="8184087" y="304477"/>
                  </a:lnTo>
                  <a:lnTo>
                    <a:pt x="8229629" y="337147"/>
                  </a:lnTo>
                  <a:lnTo>
                    <a:pt x="8279291" y="376973"/>
                  </a:lnTo>
                  <a:lnTo>
                    <a:pt x="8327610" y="420023"/>
                  </a:lnTo>
                  <a:lnTo>
                    <a:pt x="8374990" y="466362"/>
                  </a:lnTo>
                  <a:lnTo>
                    <a:pt x="8421748" y="515987"/>
                  </a:lnTo>
                  <a:lnTo>
                    <a:pt x="8468129" y="568823"/>
                  </a:lnTo>
                  <a:lnTo>
                    <a:pt x="8514316" y="624714"/>
                  </a:lnTo>
                  <a:lnTo>
                    <a:pt x="8560440" y="683425"/>
                  </a:lnTo>
                  <a:lnTo>
                    <a:pt x="8606584" y="744634"/>
                  </a:lnTo>
                  <a:lnTo>
                    <a:pt x="8652793" y="807943"/>
                  </a:lnTo>
                  <a:lnTo>
                    <a:pt x="8699079" y="872884"/>
                  </a:lnTo>
                  <a:lnTo>
                    <a:pt x="8745429" y="938933"/>
                  </a:lnTo>
                  <a:lnTo>
                    <a:pt x="8791814" y="1005525"/>
                  </a:lnTo>
                  <a:lnTo>
                    <a:pt x="8838197" y="1072077"/>
                  </a:lnTo>
                  <a:lnTo>
                    <a:pt x="8884539" y="1138007"/>
                  </a:lnTo>
                  <a:lnTo>
                    <a:pt x="8930815" y="1202755"/>
                  </a:lnTo>
                  <a:lnTo>
                    <a:pt x="8977014" y="1265803"/>
                  </a:lnTo>
                  <a:lnTo>
                    <a:pt x="9023152" y="1326691"/>
                  </a:lnTo>
                  <a:lnTo>
                    <a:pt x="9069278" y="1385033"/>
                  </a:lnTo>
                  <a:lnTo>
                    <a:pt x="9115483" y="1440518"/>
                  </a:lnTo>
                  <a:lnTo>
                    <a:pt x="9161904" y="1492921"/>
                  </a:lnTo>
                  <a:lnTo>
                    <a:pt x="9208731" y="1542099"/>
                  </a:lnTo>
                  <a:lnTo>
                    <a:pt x="9256219" y="1587986"/>
                  </a:lnTo>
                  <a:lnTo>
                    <a:pt x="9304696" y="1630590"/>
                  </a:lnTo>
                  <a:lnTo>
                    <a:pt x="9347647" y="1664774"/>
                  </a:lnTo>
                  <a:lnTo>
                    <a:pt x="9399093" y="1701412"/>
                  </a:lnTo>
                  <a:lnTo>
                    <a:pt x="9452945" y="1734897"/>
                  </a:lnTo>
                  <a:lnTo>
                    <a:pt x="9509868" y="1765339"/>
                  </a:lnTo>
                  <a:lnTo>
                    <a:pt x="9570595" y="1792950"/>
                  </a:lnTo>
                  <a:lnTo>
                    <a:pt x="9635886" y="1817987"/>
                  </a:lnTo>
                  <a:lnTo>
                    <a:pt x="9706485" y="1840715"/>
                  </a:lnTo>
                  <a:lnTo>
                    <a:pt x="9783076" y="1861384"/>
                  </a:lnTo>
                  <a:lnTo>
                    <a:pt x="9866213" y="1880214"/>
                  </a:lnTo>
                  <a:lnTo>
                    <a:pt x="9956238" y="1897388"/>
                  </a:lnTo>
                  <a:lnTo>
                    <a:pt x="10053164" y="1913049"/>
                  </a:lnTo>
                  <a:lnTo>
                    <a:pt x="10156547" y="1927296"/>
                  </a:lnTo>
                  <a:lnTo>
                    <a:pt x="10265343" y="1940185"/>
                  </a:lnTo>
                  <a:lnTo>
                    <a:pt x="10377784" y="1951733"/>
                  </a:lnTo>
                  <a:lnTo>
                    <a:pt x="10491317" y="1961929"/>
                  </a:lnTo>
                  <a:lnTo>
                    <a:pt x="10602651" y="1970745"/>
                  </a:lnTo>
                  <a:lnTo>
                    <a:pt x="10707972" y="1978156"/>
                  </a:lnTo>
                  <a:lnTo>
                    <a:pt x="10803325" y="1984160"/>
                  </a:lnTo>
                  <a:lnTo>
                    <a:pt x="10885141" y="1988798"/>
                  </a:lnTo>
                  <a:lnTo>
                    <a:pt x="10950814" y="1992168"/>
                  </a:lnTo>
                  <a:lnTo>
                    <a:pt x="10999170" y="1994423"/>
                  </a:lnTo>
                  <a:lnTo>
                    <a:pt x="11030742" y="1995766"/>
                  </a:lnTo>
                  <a:lnTo>
                    <a:pt x="11047785" y="1996429"/>
                  </a:lnTo>
                  <a:lnTo>
                    <a:pt x="11054114" y="1996655"/>
                  </a:lnTo>
                  <a:lnTo>
                    <a:pt x="11054891" y="1996681"/>
                  </a:lnTo>
                  <a:lnTo>
                    <a:pt x="12049831" y="1996681"/>
                  </a:lnTo>
                  <a:lnTo>
                    <a:pt x="12049831" y="1991440"/>
                  </a:lnTo>
                  <a:lnTo>
                    <a:pt x="11054891" y="1991440"/>
                  </a:lnTo>
                  <a:lnTo>
                    <a:pt x="11053785" y="1991403"/>
                  </a:lnTo>
                  <a:lnTo>
                    <a:pt x="11046484" y="1991140"/>
                  </a:lnTo>
                  <a:lnTo>
                    <a:pt x="11027968" y="1990412"/>
                  </a:lnTo>
                  <a:lnTo>
                    <a:pt x="10994588" y="1988978"/>
                  </a:lnTo>
                  <a:lnTo>
                    <a:pt x="10944275" y="1986607"/>
                  </a:lnTo>
                  <a:lnTo>
                    <a:pt x="10876696" y="1983101"/>
                  </a:lnTo>
                  <a:lnTo>
                    <a:pt x="10793201" y="1978312"/>
                  </a:lnTo>
                  <a:lnTo>
                    <a:pt x="10696536" y="1972151"/>
                  </a:lnTo>
                  <a:lnTo>
                    <a:pt x="10590338" y="1964581"/>
                  </a:lnTo>
                  <a:lnTo>
                    <a:pt x="10478572" y="1955608"/>
                  </a:lnTo>
                  <a:lnTo>
                    <a:pt x="10365011" y="1945259"/>
                  </a:lnTo>
                  <a:lnTo>
                    <a:pt x="10252868" y="1933559"/>
                  </a:lnTo>
                  <a:lnTo>
                    <a:pt x="10144607" y="1920519"/>
                  </a:lnTo>
                  <a:lnTo>
                    <a:pt x="10041911" y="1906117"/>
                  </a:lnTo>
                  <a:lnTo>
                    <a:pt x="9945750" y="1890291"/>
                  </a:lnTo>
                  <a:lnTo>
                    <a:pt x="9856508" y="1872938"/>
                  </a:lnTo>
                  <a:lnTo>
                    <a:pt x="9774130" y="1853911"/>
                  </a:lnTo>
                  <a:lnTo>
                    <a:pt x="9698245" y="1833022"/>
                  </a:lnTo>
                  <a:lnTo>
                    <a:pt x="9628280" y="1810046"/>
                  </a:lnTo>
                  <a:lnTo>
                    <a:pt x="9563542" y="1784732"/>
                  </a:lnTo>
                  <a:lnTo>
                    <a:pt x="9503280" y="1756815"/>
                  </a:lnTo>
                  <a:lnTo>
                    <a:pt x="9446739" y="1726040"/>
                  </a:lnTo>
                  <a:lnTo>
                    <a:pt x="9393190" y="1692203"/>
                  </a:lnTo>
                  <a:lnTo>
                    <a:pt x="9347647" y="1659534"/>
                  </a:lnTo>
                  <a:lnTo>
                    <a:pt x="9297986" y="1619708"/>
                  </a:lnTo>
                  <a:lnTo>
                    <a:pt x="9249667" y="1576657"/>
                  </a:lnTo>
                  <a:lnTo>
                    <a:pt x="9202286" y="1530318"/>
                  </a:lnTo>
                  <a:lnTo>
                    <a:pt x="9155528" y="1480694"/>
                  </a:lnTo>
                  <a:lnTo>
                    <a:pt x="9109147" y="1427858"/>
                  </a:lnTo>
                  <a:lnTo>
                    <a:pt x="9062960" y="1371966"/>
                  </a:lnTo>
                  <a:lnTo>
                    <a:pt x="9016836" y="1313256"/>
                  </a:lnTo>
                  <a:lnTo>
                    <a:pt x="8970692" y="1252047"/>
                  </a:lnTo>
                  <a:lnTo>
                    <a:pt x="8924483" y="1188738"/>
                  </a:lnTo>
                  <a:lnTo>
                    <a:pt x="8878197" y="1123797"/>
                  </a:lnTo>
                  <a:lnTo>
                    <a:pt x="8831847" y="1057748"/>
                  </a:lnTo>
                  <a:lnTo>
                    <a:pt x="8785462" y="991155"/>
                  </a:lnTo>
                  <a:lnTo>
                    <a:pt x="8739080" y="924603"/>
                  </a:lnTo>
                  <a:lnTo>
                    <a:pt x="8692737" y="858673"/>
                  </a:lnTo>
                  <a:lnTo>
                    <a:pt x="8646462" y="793926"/>
                  </a:lnTo>
                  <a:lnTo>
                    <a:pt x="8600263" y="730878"/>
                  </a:lnTo>
                  <a:lnTo>
                    <a:pt x="8554125" y="669989"/>
                  </a:lnTo>
                  <a:lnTo>
                    <a:pt x="8507998" y="611648"/>
                  </a:lnTo>
                  <a:lnTo>
                    <a:pt x="8461793" y="556162"/>
                  </a:lnTo>
                  <a:lnTo>
                    <a:pt x="8415373" y="503759"/>
                  </a:lnTo>
                  <a:lnTo>
                    <a:pt x="8368546" y="454582"/>
                  </a:lnTo>
                  <a:lnTo>
                    <a:pt x="8321057" y="408695"/>
                  </a:lnTo>
                  <a:lnTo>
                    <a:pt x="8272580" y="366091"/>
                  </a:lnTo>
                  <a:lnTo>
                    <a:pt x="8229629" y="331906"/>
                  </a:lnTo>
                  <a:lnTo>
                    <a:pt x="8178183" y="295268"/>
                  </a:lnTo>
                  <a:lnTo>
                    <a:pt x="8124332" y="261784"/>
                  </a:lnTo>
                  <a:lnTo>
                    <a:pt x="8067408" y="231342"/>
                  </a:lnTo>
                  <a:lnTo>
                    <a:pt x="8006681" y="203731"/>
                  </a:lnTo>
                  <a:lnTo>
                    <a:pt x="7941391" y="178694"/>
                  </a:lnTo>
                  <a:lnTo>
                    <a:pt x="7870792" y="155965"/>
                  </a:lnTo>
                  <a:lnTo>
                    <a:pt x="7794201" y="135297"/>
                  </a:lnTo>
                  <a:lnTo>
                    <a:pt x="7711064" y="116467"/>
                  </a:lnTo>
                  <a:lnTo>
                    <a:pt x="7621039" y="99293"/>
                  </a:lnTo>
                  <a:lnTo>
                    <a:pt x="7524113" y="83631"/>
                  </a:lnTo>
                  <a:lnTo>
                    <a:pt x="7420729" y="69384"/>
                  </a:lnTo>
                  <a:lnTo>
                    <a:pt x="7311933" y="56496"/>
                  </a:lnTo>
                  <a:lnTo>
                    <a:pt x="7199492" y="44948"/>
                  </a:lnTo>
                  <a:lnTo>
                    <a:pt x="7085960" y="34752"/>
                  </a:lnTo>
                  <a:lnTo>
                    <a:pt x="6974625" y="25936"/>
                  </a:lnTo>
                  <a:lnTo>
                    <a:pt x="6869304" y="18525"/>
                  </a:lnTo>
                  <a:lnTo>
                    <a:pt x="6773952" y="12521"/>
                  </a:lnTo>
                  <a:lnTo>
                    <a:pt x="6692135" y="7882"/>
                  </a:lnTo>
                  <a:lnTo>
                    <a:pt x="6626462" y="4513"/>
                  </a:lnTo>
                  <a:lnTo>
                    <a:pt x="6578106" y="2258"/>
                  </a:lnTo>
                  <a:lnTo>
                    <a:pt x="6546535" y="915"/>
                  </a:lnTo>
                  <a:lnTo>
                    <a:pt x="6529491" y="252"/>
                  </a:lnTo>
                  <a:lnTo>
                    <a:pt x="6523163" y="2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0" y="31"/>
                  </a:lnTo>
                  <a:lnTo>
                    <a:pt x="5518969" y="251"/>
                  </a:lnTo>
                  <a:lnTo>
                    <a:pt x="5500306" y="862"/>
                  </a:lnTo>
                  <a:lnTo>
                    <a:pt x="5466670" y="2065"/>
                  </a:lnTo>
                  <a:lnTo>
                    <a:pt x="5415993" y="4054"/>
                  </a:lnTo>
                  <a:lnTo>
                    <a:pt x="5347959" y="6993"/>
                  </a:lnTo>
                  <a:lnTo>
                    <a:pt x="5263958" y="11007"/>
                  </a:lnTo>
                  <a:lnTo>
                    <a:pt x="5166777" y="16170"/>
                  </a:lnTo>
                  <a:lnTo>
                    <a:pt x="5060099" y="22511"/>
                  </a:lnTo>
                  <a:lnTo>
                    <a:pt x="4947922" y="30025"/>
                  </a:lnTo>
                  <a:lnTo>
                    <a:pt x="4834040" y="38689"/>
                  </a:lnTo>
                  <a:lnTo>
                    <a:pt x="4721672" y="48482"/>
                  </a:lnTo>
                  <a:lnTo>
                    <a:pt x="4613279" y="59396"/>
                  </a:lnTo>
                  <a:lnTo>
                    <a:pt x="4510529" y="71451"/>
                  </a:lnTo>
                  <a:lnTo>
                    <a:pt x="4414376" y="84699"/>
                  </a:lnTo>
                  <a:lnTo>
                    <a:pt x="4325188" y="99229"/>
                  </a:lnTo>
                  <a:lnTo>
                    <a:pt x="4242891" y="115165"/>
                  </a:lnTo>
                  <a:lnTo>
                    <a:pt x="4167100" y="132666"/>
                  </a:lnTo>
                  <a:lnTo>
                    <a:pt x="4097229" y="151923"/>
                  </a:lnTo>
                  <a:lnTo>
                    <a:pt x="4032574" y="173147"/>
                  </a:lnTo>
                  <a:lnTo>
                    <a:pt x="3972380" y="196561"/>
                  </a:lnTo>
                  <a:lnTo>
                    <a:pt x="3915881" y="222376"/>
                  </a:lnTo>
                  <a:lnTo>
                    <a:pt x="3862348" y="250760"/>
                  </a:lnTo>
                  <a:lnTo>
                    <a:pt x="3820202" y="276006"/>
                  </a:lnTo>
                  <a:lnTo>
                    <a:pt x="3768046" y="310885"/>
                  </a:lnTo>
                  <a:lnTo>
                    <a:pt x="3717349" y="348731"/>
                  </a:lnTo>
                  <a:lnTo>
                    <a:pt x="3667651" y="389599"/>
                  </a:lnTo>
                  <a:lnTo>
                    <a:pt x="3618594" y="433479"/>
                  </a:lnTo>
                  <a:lnTo>
                    <a:pt x="3569907" y="480284"/>
                  </a:lnTo>
                  <a:lnTo>
                    <a:pt x="3521393" y="529848"/>
                  </a:lnTo>
                  <a:lnTo>
                    <a:pt x="3472916" y="581919"/>
                  </a:lnTo>
                  <a:lnTo>
                    <a:pt x="3424395" y="636161"/>
                  </a:lnTo>
                  <a:lnTo>
                    <a:pt x="3375794" y="692164"/>
                  </a:lnTo>
                  <a:lnTo>
                    <a:pt x="3327111" y="749450"/>
                  </a:lnTo>
                  <a:lnTo>
                    <a:pt x="3278372" y="807492"/>
                  </a:lnTo>
                  <a:lnTo>
                    <a:pt x="3229617" y="865733"/>
                  </a:lnTo>
                  <a:lnTo>
                    <a:pt x="3180891" y="923609"/>
                  </a:lnTo>
                  <a:lnTo>
                    <a:pt x="3132230" y="980569"/>
                  </a:lnTo>
                  <a:lnTo>
                    <a:pt x="3083654" y="1036099"/>
                  </a:lnTo>
                  <a:lnTo>
                    <a:pt x="3035152" y="1089740"/>
                  </a:lnTo>
                  <a:lnTo>
                    <a:pt x="2986675" y="1141101"/>
                  </a:lnTo>
                  <a:lnTo>
                    <a:pt x="2938126" y="1189873"/>
                  </a:lnTo>
                  <a:lnTo>
                    <a:pt x="2889354" y="1235828"/>
                  </a:lnTo>
                  <a:lnTo>
                    <a:pt x="2840139" y="1278824"/>
                  </a:lnTo>
                  <a:lnTo>
                    <a:pt x="2790187" y="1318797"/>
                  </a:lnTo>
                  <a:lnTo>
                    <a:pt x="2739113" y="1355758"/>
                  </a:lnTo>
                  <a:lnTo>
                    <a:pt x="2702183" y="1380033"/>
                  </a:lnTo>
                  <a:lnTo>
                    <a:pt x="2650589" y="1410583"/>
                  </a:lnTo>
                  <a:lnTo>
                    <a:pt x="2596573" y="1438496"/>
                  </a:lnTo>
                  <a:lnTo>
                    <a:pt x="2539464" y="1463865"/>
                  </a:lnTo>
                  <a:lnTo>
                    <a:pt x="2478524" y="1486868"/>
                  </a:lnTo>
                  <a:lnTo>
                    <a:pt x="2412985" y="1507722"/>
                  </a:lnTo>
                  <a:lnTo>
                    <a:pt x="2342098" y="1526647"/>
                  </a:lnTo>
                  <a:lnTo>
                    <a:pt x="2265174" y="1543854"/>
                  </a:lnTo>
                  <a:lnTo>
                    <a:pt x="2181658" y="1559526"/>
                  </a:lnTo>
                  <a:lnTo>
                    <a:pt x="2091211" y="1573817"/>
                  </a:lnTo>
                  <a:lnTo>
                    <a:pt x="1993828" y="1586844"/>
                  </a:lnTo>
                  <a:lnTo>
                    <a:pt x="1889973" y="1598691"/>
                  </a:lnTo>
                  <a:lnTo>
                    <a:pt x="1780718" y="1609403"/>
                  </a:lnTo>
                  <a:lnTo>
                    <a:pt x="1667873" y="1618994"/>
                  </a:lnTo>
                  <a:lnTo>
                    <a:pt x="1554040" y="1627453"/>
                  </a:lnTo>
                  <a:lnTo>
                    <a:pt x="1442561" y="1634757"/>
                  </a:lnTo>
                  <a:lnTo>
                    <a:pt x="1337299" y="1640886"/>
                  </a:lnTo>
                  <a:lnTo>
                    <a:pt x="1242237" y="1645838"/>
                  </a:lnTo>
                  <a:lnTo>
                    <a:pt x="1160939" y="1649652"/>
                  </a:lnTo>
                  <a:lnTo>
                    <a:pt x="1095974" y="1652410"/>
                  </a:lnTo>
                  <a:lnTo>
                    <a:pt x="1048440" y="1654244"/>
                  </a:lnTo>
                  <a:lnTo>
                    <a:pt x="1017701" y="1655325"/>
                  </a:lnTo>
                  <a:lnTo>
                    <a:pt x="1001386" y="1655851"/>
                  </a:lnTo>
                  <a:lnTo>
                    <a:pt x="995560" y="1656023"/>
                  </a:lnTo>
                  <a:lnTo>
                    <a:pt x="994940" y="1656040"/>
                  </a:lnTo>
                  <a:lnTo>
                    <a:pt x="0" y="165604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57" name="pl1056"/>
            <p:cNvSpPr/>
            <p:nvPr/>
          </p:nvSpPr>
          <p:spPr>
            <a:xfrm>
              <a:off x="1199187" y="2452452"/>
              <a:ext cx="12049831" cy="1991440"/>
            </a:xfrm>
            <a:custGeom>
              <a:avLst/>
              <a:pathLst>
                <a:path w="12049831" h="1991440">
                  <a:moveTo>
                    <a:pt x="0" y="1656040"/>
                  </a:moveTo>
                  <a:lnTo>
                    <a:pt x="994940" y="1656040"/>
                  </a:lnTo>
                  <a:lnTo>
                    <a:pt x="996055" y="1656009"/>
                  </a:lnTo>
                  <a:lnTo>
                    <a:pt x="1003416" y="1655788"/>
                  </a:lnTo>
                  <a:lnTo>
                    <a:pt x="1022079" y="1655178"/>
                  </a:lnTo>
                  <a:lnTo>
                    <a:pt x="1055715" y="1653974"/>
                  </a:lnTo>
                  <a:lnTo>
                    <a:pt x="1106392" y="1651986"/>
                  </a:lnTo>
                  <a:lnTo>
                    <a:pt x="1174426" y="1649046"/>
                  </a:lnTo>
                  <a:lnTo>
                    <a:pt x="1258427" y="1645033"/>
                  </a:lnTo>
                  <a:lnTo>
                    <a:pt x="1355608" y="1639870"/>
                  </a:lnTo>
                  <a:lnTo>
                    <a:pt x="1462286" y="1633529"/>
                  </a:lnTo>
                  <a:lnTo>
                    <a:pt x="1574463" y="1626015"/>
                  </a:lnTo>
                  <a:lnTo>
                    <a:pt x="1688345" y="1617350"/>
                  </a:lnTo>
                  <a:lnTo>
                    <a:pt x="1800713" y="1607557"/>
                  </a:lnTo>
                  <a:lnTo>
                    <a:pt x="1909106" y="1596643"/>
                  </a:lnTo>
                  <a:lnTo>
                    <a:pt x="2011856" y="1584588"/>
                  </a:lnTo>
                  <a:lnTo>
                    <a:pt x="2108009" y="1571340"/>
                  </a:lnTo>
                  <a:lnTo>
                    <a:pt x="2197197" y="1556811"/>
                  </a:lnTo>
                  <a:lnTo>
                    <a:pt x="2279494" y="1540875"/>
                  </a:lnTo>
                  <a:lnTo>
                    <a:pt x="2355285" y="1523373"/>
                  </a:lnTo>
                  <a:lnTo>
                    <a:pt x="2425156" y="1504116"/>
                  </a:lnTo>
                  <a:lnTo>
                    <a:pt x="2489811" y="1482892"/>
                  </a:lnTo>
                  <a:lnTo>
                    <a:pt x="2550005" y="1459479"/>
                  </a:lnTo>
                  <a:lnTo>
                    <a:pt x="2606504" y="1433663"/>
                  </a:lnTo>
                  <a:lnTo>
                    <a:pt x="2660037" y="1405279"/>
                  </a:lnTo>
                  <a:lnTo>
                    <a:pt x="2702183" y="1380033"/>
                  </a:lnTo>
                  <a:lnTo>
                    <a:pt x="2754339" y="1345154"/>
                  </a:lnTo>
                  <a:lnTo>
                    <a:pt x="2805036" y="1307309"/>
                  </a:lnTo>
                  <a:lnTo>
                    <a:pt x="2854734" y="1266441"/>
                  </a:lnTo>
                  <a:lnTo>
                    <a:pt x="2903791" y="1222561"/>
                  </a:lnTo>
                  <a:lnTo>
                    <a:pt x="2952478" y="1175755"/>
                  </a:lnTo>
                  <a:lnTo>
                    <a:pt x="3000992" y="1126191"/>
                  </a:lnTo>
                  <a:lnTo>
                    <a:pt x="3049469" y="1074120"/>
                  </a:lnTo>
                  <a:lnTo>
                    <a:pt x="3097990" y="1019878"/>
                  </a:lnTo>
                  <a:lnTo>
                    <a:pt x="3146591" y="963875"/>
                  </a:lnTo>
                  <a:lnTo>
                    <a:pt x="3195274" y="906590"/>
                  </a:lnTo>
                  <a:lnTo>
                    <a:pt x="3244013" y="848547"/>
                  </a:lnTo>
                  <a:lnTo>
                    <a:pt x="3292768" y="790306"/>
                  </a:lnTo>
                  <a:lnTo>
                    <a:pt x="3341494" y="732430"/>
                  </a:lnTo>
                  <a:lnTo>
                    <a:pt x="3390155" y="675470"/>
                  </a:lnTo>
                  <a:lnTo>
                    <a:pt x="3438731" y="619940"/>
                  </a:lnTo>
                  <a:lnTo>
                    <a:pt x="3487233" y="566300"/>
                  </a:lnTo>
                  <a:lnTo>
                    <a:pt x="3535710" y="514938"/>
                  </a:lnTo>
                  <a:lnTo>
                    <a:pt x="3584259" y="466166"/>
                  </a:lnTo>
                  <a:lnTo>
                    <a:pt x="3633031" y="420211"/>
                  </a:lnTo>
                  <a:lnTo>
                    <a:pt x="3682246" y="377215"/>
                  </a:lnTo>
                  <a:lnTo>
                    <a:pt x="3732198" y="337242"/>
                  </a:lnTo>
                  <a:lnTo>
                    <a:pt x="3783272" y="300281"/>
                  </a:lnTo>
                  <a:lnTo>
                    <a:pt x="3820202" y="276006"/>
                  </a:lnTo>
                  <a:lnTo>
                    <a:pt x="3871796" y="245456"/>
                  </a:lnTo>
                  <a:lnTo>
                    <a:pt x="3925812" y="217543"/>
                  </a:lnTo>
                  <a:lnTo>
                    <a:pt x="3982921" y="192175"/>
                  </a:lnTo>
                  <a:lnTo>
                    <a:pt x="4043861" y="169171"/>
                  </a:lnTo>
                  <a:lnTo>
                    <a:pt x="4109400" y="148318"/>
                  </a:lnTo>
                  <a:lnTo>
                    <a:pt x="4180287" y="129392"/>
                  </a:lnTo>
                  <a:lnTo>
                    <a:pt x="4257211" y="112186"/>
                  </a:lnTo>
                  <a:lnTo>
                    <a:pt x="4340727" y="96514"/>
                  </a:lnTo>
                  <a:lnTo>
                    <a:pt x="4431174" y="82223"/>
                  </a:lnTo>
                  <a:lnTo>
                    <a:pt x="4528557" y="69195"/>
                  </a:lnTo>
                  <a:lnTo>
                    <a:pt x="4632412" y="57348"/>
                  </a:lnTo>
                  <a:lnTo>
                    <a:pt x="4741667" y="46637"/>
                  </a:lnTo>
                  <a:lnTo>
                    <a:pt x="4854512" y="37046"/>
                  </a:lnTo>
                  <a:lnTo>
                    <a:pt x="4968345" y="28586"/>
                  </a:lnTo>
                  <a:lnTo>
                    <a:pt x="5079824" y="21282"/>
                  </a:lnTo>
                  <a:lnTo>
                    <a:pt x="5185086" y="15154"/>
                  </a:lnTo>
                  <a:lnTo>
                    <a:pt x="5280148" y="10201"/>
                  </a:lnTo>
                  <a:lnTo>
                    <a:pt x="5361446" y="6388"/>
                  </a:lnTo>
                  <a:lnTo>
                    <a:pt x="5426411" y="3630"/>
                  </a:lnTo>
                  <a:lnTo>
                    <a:pt x="5473945" y="1796"/>
                  </a:lnTo>
                  <a:lnTo>
                    <a:pt x="5504684" y="714"/>
                  </a:lnTo>
                  <a:lnTo>
                    <a:pt x="5520999" y="189"/>
                  </a:lnTo>
                  <a:lnTo>
                    <a:pt x="5526825" y="17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91" y="36"/>
                  </a:lnTo>
                  <a:lnTo>
                    <a:pt x="6530793" y="300"/>
                  </a:lnTo>
                  <a:lnTo>
                    <a:pt x="6549309" y="1028"/>
                  </a:lnTo>
                  <a:lnTo>
                    <a:pt x="6582689" y="2462"/>
                  </a:lnTo>
                  <a:lnTo>
                    <a:pt x="6633001" y="4833"/>
                  </a:lnTo>
                  <a:lnTo>
                    <a:pt x="6700581" y="8339"/>
                  </a:lnTo>
                  <a:lnTo>
                    <a:pt x="6784075" y="13128"/>
                  </a:lnTo>
                  <a:lnTo>
                    <a:pt x="6880741" y="19289"/>
                  </a:lnTo>
                  <a:lnTo>
                    <a:pt x="6986939" y="26859"/>
                  </a:lnTo>
                  <a:lnTo>
                    <a:pt x="7098704" y="35832"/>
                  </a:lnTo>
                  <a:lnTo>
                    <a:pt x="7212266" y="46181"/>
                  </a:lnTo>
                  <a:lnTo>
                    <a:pt x="7324409" y="57881"/>
                  </a:lnTo>
                  <a:lnTo>
                    <a:pt x="7432669" y="70921"/>
                  </a:lnTo>
                  <a:lnTo>
                    <a:pt x="7535366" y="85323"/>
                  </a:lnTo>
                  <a:lnTo>
                    <a:pt x="7631527" y="101149"/>
                  </a:lnTo>
                  <a:lnTo>
                    <a:pt x="7720768" y="118502"/>
                  </a:lnTo>
                  <a:lnTo>
                    <a:pt x="7803146" y="137529"/>
                  </a:lnTo>
                  <a:lnTo>
                    <a:pt x="7879031" y="158418"/>
                  </a:lnTo>
                  <a:lnTo>
                    <a:pt x="7948996" y="181394"/>
                  </a:lnTo>
                  <a:lnTo>
                    <a:pt x="8013735" y="206707"/>
                  </a:lnTo>
                  <a:lnTo>
                    <a:pt x="8073996" y="234625"/>
                  </a:lnTo>
                  <a:lnTo>
                    <a:pt x="8130538" y="265400"/>
                  </a:lnTo>
                  <a:lnTo>
                    <a:pt x="8184087" y="299237"/>
                  </a:lnTo>
                  <a:lnTo>
                    <a:pt x="8229629" y="331906"/>
                  </a:lnTo>
                  <a:lnTo>
                    <a:pt x="8279291" y="371732"/>
                  </a:lnTo>
                  <a:lnTo>
                    <a:pt x="8327610" y="414783"/>
                  </a:lnTo>
                  <a:lnTo>
                    <a:pt x="8374990" y="461122"/>
                  </a:lnTo>
                  <a:lnTo>
                    <a:pt x="8421748" y="510746"/>
                  </a:lnTo>
                  <a:lnTo>
                    <a:pt x="8468129" y="563582"/>
                  </a:lnTo>
                  <a:lnTo>
                    <a:pt x="8514316" y="619474"/>
                  </a:lnTo>
                  <a:lnTo>
                    <a:pt x="8560440" y="678184"/>
                  </a:lnTo>
                  <a:lnTo>
                    <a:pt x="8606584" y="739393"/>
                  </a:lnTo>
                  <a:lnTo>
                    <a:pt x="8652793" y="802702"/>
                  </a:lnTo>
                  <a:lnTo>
                    <a:pt x="8699079" y="867643"/>
                  </a:lnTo>
                  <a:lnTo>
                    <a:pt x="8745429" y="933692"/>
                  </a:lnTo>
                  <a:lnTo>
                    <a:pt x="8791814" y="1000284"/>
                  </a:lnTo>
                  <a:lnTo>
                    <a:pt x="8838197" y="1066837"/>
                  </a:lnTo>
                  <a:lnTo>
                    <a:pt x="8884539" y="1132766"/>
                  </a:lnTo>
                  <a:lnTo>
                    <a:pt x="8930815" y="1197514"/>
                  </a:lnTo>
                  <a:lnTo>
                    <a:pt x="8977014" y="1260562"/>
                  </a:lnTo>
                  <a:lnTo>
                    <a:pt x="9023152" y="1321451"/>
                  </a:lnTo>
                  <a:lnTo>
                    <a:pt x="9069278" y="1379792"/>
                  </a:lnTo>
                  <a:lnTo>
                    <a:pt x="9115483" y="1435277"/>
                  </a:lnTo>
                  <a:lnTo>
                    <a:pt x="9161904" y="1487681"/>
                  </a:lnTo>
                  <a:lnTo>
                    <a:pt x="9208731" y="1536858"/>
                  </a:lnTo>
                  <a:lnTo>
                    <a:pt x="9256219" y="1582745"/>
                  </a:lnTo>
                  <a:lnTo>
                    <a:pt x="9304696" y="1625349"/>
                  </a:lnTo>
                  <a:lnTo>
                    <a:pt x="9347647" y="1659534"/>
                  </a:lnTo>
                  <a:lnTo>
                    <a:pt x="9399093" y="1696172"/>
                  </a:lnTo>
                  <a:lnTo>
                    <a:pt x="9452945" y="1729656"/>
                  </a:lnTo>
                  <a:lnTo>
                    <a:pt x="9509868" y="1760098"/>
                  </a:lnTo>
                  <a:lnTo>
                    <a:pt x="9570595" y="1787709"/>
                  </a:lnTo>
                  <a:lnTo>
                    <a:pt x="9635886" y="1812746"/>
                  </a:lnTo>
                  <a:lnTo>
                    <a:pt x="9706485" y="1835474"/>
                  </a:lnTo>
                  <a:lnTo>
                    <a:pt x="9783076" y="1856143"/>
                  </a:lnTo>
                  <a:lnTo>
                    <a:pt x="9866213" y="1874973"/>
                  </a:lnTo>
                  <a:lnTo>
                    <a:pt x="9956238" y="1892147"/>
                  </a:lnTo>
                  <a:lnTo>
                    <a:pt x="10053164" y="1907809"/>
                  </a:lnTo>
                  <a:lnTo>
                    <a:pt x="10156547" y="1922055"/>
                  </a:lnTo>
                  <a:lnTo>
                    <a:pt x="10265343" y="1934944"/>
                  </a:lnTo>
                  <a:lnTo>
                    <a:pt x="10377784" y="1946492"/>
                  </a:lnTo>
                  <a:lnTo>
                    <a:pt x="10491317" y="1956688"/>
                  </a:lnTo>
                  <a:lnTo>
                    <a:pt x="10602651" y="1965504"/>
                  </a:lnTo>
                  <a:lnTo>
                    <a:pt x="10707972" y="1972915"/>
                  </a:lnTo>
                  <a:lnTo>
                    <a:pt x="10803325" y="1978919"/>
                  </a:lnTo>
                  <a:lnTo>
                    <a:pt x="10885141" y="1983557"/>
                  </a:lnTo>
                  <a:lnTo>
                    <a:pt x="10950814" y="1986927"/>
                  </a:lnTo>
                  <a:lnTo>
                    <a:pt x="10999170" y="1989182"/>
                  </a:lnTo>
                  <a:lnTo>
                    <a:pt x="11030742" y="1990525"/>
                  </a:lnTo>
                  <a:lnTo>
                    <a:pt x="11047785" y="1991188"/>
                  </a:lnTo>
                  <a:lnTo>
                    <a:pt x="11054114" y="1991415"/>
                  </a:lnTo>
                  <a:lnTo>
                    <a:pt x="11054891" y="1991440"/>
                  </a:lnTo>
                  <a:lnTo>
                    <a:pt x="12049831" y="1991440"/>
                  </a:lnTo>
                  <a:lnTo>
                    <a:pt x="12049831" y="19914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8" name="pl1057"/>
            <p:cNvSpPr/>
            <p:nvPr/>
          </p:nvSpPr>
          <p:spPr>
            <a:xfrm>
              <a:off x="1199187" y="2447211"/>
              <a:ext cx="12049831" cy="1991440"/>
            </a:xfrm>
            <a:custGeom>
              <a:avLst/>
              <a:pathLst>
                <a:path w="12049831" h="1991440">
                  <a:moveTo>
                    <a:pt x="12049831" y="1991440"/>
                  </a:moveTo>
                  <a:lnTo>
                    <a:pt x="11054891" y="1991440"/>
                  </a:lnTo>
                  <a:lnTo>
                    <a:pt x="11053785" y="1991403"/>
                  </a:lnTo>
                  <a:lnTo>
                    <a:pt x="11046484" y="1991140"/>
                  </a:lnTo>
                  <a:lnTo>
                    <a:pt x="11027968" y="1990412"/>
                  </a:lnTo>
                  <a:lnTo>
                    <a:pt x="10994588" y="1988978"/>
                  </a:lnTo>
                  <a:lnTo>
                    <a:pt x="10944275" y="1986607"/>
                  </a:lnTo>
                  <a:lnTo>
                    <a:pt x="10876696" y="1983101"/>
                  </a:lnTo>
                  <a:lnTo>
                    <a:pt x="10793201" y="1978312"/>
                  </a:lnTo>
                  <a:lnTo>
                    <a:pt x="10696536" y="1972151"/>
                  </a:lnTo>
                  <a:lnTo>
                    <a:pt x="10590338" y="1964581"/>
                  </a:lnTo>
                  <a:lnTo>
                    <a:pt x="10478572" y="1955608"/>
                  </a:lnTo>
                  <a:lnTo>
                    <a:pt x="10365011" y="1945259"/>
                  </a:lnTo>
                  <a:lnTo>
                    <a:pt x="10252868" y="1933559"/>
                  </a:lnTo>
                  <a:lnTo>
                    <a:pt x="10144607" y="1920519"/>
                  </a:lnTo>
                  <a:lnTo>
                    <a:pt x="10041911" y="1906117"/>
                  </a:lnTo>
                  <a:lnTo>
                    <a:pt x="9945750" y="1890291"/>
                  </a:lnTo>
                  <a:lnTo>
                    <a:pt x="9856508" y="1872938"/>
                  </a:lnTo>
                  <a:lnTo>
                    <a:pt x="9774130" y="1853911"/>
                  </a:lnTo>
                  <a:lnTo>
                    <a:pt x="9698245" y="1833022"/>
                  </a:lnTo>
                  <a:lnTo>
                    <a:pt x="9628280" y="1810046"/>
                  </a:lnTo>
                  <a:lnTo>
                    <a:pt x="9563542" y="1784732"/>
                  </a:lnTo>
                  <a:lnTo>
                    <a:pt x="9503280" y="1756815"/>
                  </a:lnTo>
                  <a:lnTo>
                    <a:pt x="9446739" y="1726040"/>
                  </a:lnTo>
                  <a:lnTo>
                    <a:pt x="9393190" y="1692203"/>
                  </a:lnTo>
                  <a:lnTo>
                    <a:pt x="9347647" y="1659534"/>
                  </a:lnTo>
                  <a:lnTo>
                    <a:pt x="9297986" y="1619708"/>
                  </a:lnTo>
                  <a:lnTo>
                    <a:pt x="9249667" y="1576657"/>
                  </a:lnTo>
                  <a:lnTo>
                    <a:pt x="9202286" y="1530318"/>
                  </a:lnTo>
                  <a:lnTo>
                    <a:pt x="9155528" y="1480694"/>
                  </a:lnTo>
                  <a:lnTo>
                    <a:pt x="9109147" y="1427858"/>
                  </a:lnTo>
                  <a:lnTo>
                    <a:pt x="9062960" y="1371966"/>
                  </a:lnTo>
                  <a:lnTo>
                    <a:pt x="9016836" y="1313256"/>
                  </a:lnTo>
                  <a:lnTo>
                    <a:pt x="8970692" y="1252047"/>
                  </a:lnTo>
                  <a:lnTo>
                    <a:pt x="8924483" y="1188738"/>
                  </a:lnTo>
                  <a:lnTo>
                    <a:pt x="8878197" y="1123797"/>
                  </a:lnTo>
                  <a:lnTo>
                    <a:pt x="8831847" y="1057748"/>
                  </a:lnTo>
                  <a:lnTo>
                    <a:pt x="8785462" y="991155"/>
                  </a:lnTo>
                  <a:lnTo>
                    <a:pt x="8739080" y="924603"/>
                  </a:lnTo>
                  <a:lnTo>
                    <a:pt x="8692737" y="858673"/>
                  </a:lnTo>
                  <a:lnTo>
                    <a:pt x="8646462" y="793926"/>
                  </a:lnTo>
                  <a:lnTo>
                    <a:pt x="8600263" y="730878"/>
                  </a:lnTo>
                  <a:lnTo>
                    <a:pt x="8554125" y="669989"/>
                  </a:lnTo>
                  <a:lnTo>
                    <a:pt x="8507998" y="611648"/>
                  </a:lnTo>
                  <a:lnTo>
                    <a:pt x="8461793" y="556162"/>
                  </a:lnTo>
                  <a:lnTo>
                    <a:pt x="8415373" y="503759"/>
                  </a:lnTo>
                  <a:lnTo>
                    <a:pt x="8368546" y="454582"/>
                  </a:lnTo>
                  <a:lnTo>
                    <a:pt x="8321057" y="408695"/>
                  </a:lnTo>
                  <a:lnTo>
                    <a:pt x="8272580" y="366091"/>
                  </a:lnTo>
                  <a:lnTo>
                    <a:pt x="8229629" y="331906"/>
                  </a:lnTo>
                  <a:lnTo>
                    <a:pt x="8178183" y="295268"/>
                  </a:lnTo>
                  <a:lnTo>
                    <a:pt x="8124332" y="261784"/>
                  </a:lnTo>
                  <a:lnTo>
                    <a:pt x="8067408" y="231342"/>
                  </a:lnTo>
                  <a:lnTo>
                    <a:pt x="8006681" y="203731"/>
                  </a:lnTo>
                  <a:lnTo>
                    <a:pt x="7941391" y="178694"/>
                  </a:lnTo>
                  <a:lnTo>
                    <a:pt x="7870792" y="155965"/>
                  </a:lnTo>
                  <a:lnTo>
                    <a:pt x="7794201" y="135297"/>
                  </a:lnTo>
                  <a:lnTo>
                    <a:pt x="7711064" y="116467"/>
                  </a:lnTo>
                  <a:lnTo>
                    <a:pt x="7621039" y="99293"/>
                  </a:lnTo>
                  <a:lnTo>
                    <a:pt x="7524113" y="83631"/>
                  </a:lnTo>
                  <a:lnTo>
                    <a:pt x="7420729" y="69384"/>
                  </a:lnTo>
                  <a:lnTo>
                    <a:pt x="7311933" y="56496"/>
                  </a:lnTo>
                  <a:lnTo>
                    <a:pt x="7199492" y="44948"/>
                  </a:lnTo>
                  <a:lnTo>
                    <a:pt x="7085960" y="34752"/>
                  </a:lnTo>
                  <a:lnTo>
                    <a:pt x="6974625" y="25936"/>
                  </a:lnTo>
                  <a:lnTo>
                    <a:pt x="6869304" y="18525"/>
                  </a:lnTo>
                  <a:lnTo>
                    <a:pt x="6773952" y="12521"/>
                  </a:lnTo>
                  <a:lnTo>
                    <a:pt x="6692135" y="7882"/>
                  </a:lnTo>
                  <a:lnTo>
                    <a:pt x="6626462" y="4513"/>
                  </a:lnTo>
                  <a:lnTo>
                    <a:pt x="6578106" y="2258"/>
                  </a:lnTo>
                  <a:lnTo>
                    <a:pt x="6546535" y="915"/>
                  </a:lnTo>
                  <a:lnTo>
                    <a:pt x="6529491" y="252"/>
                  </a:lnTo>
                  <a:lnTo>
                    <a:pt x="6523163" y="2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0" y="31"/>
                  </a:lnTo>
                  <a:lnTo>
                    <a:pt x="5518969" y="251"/>
                  </a:lnTo>
                  <a:lnTo>
                    <a:pt x="5500306" y="862"/>
                  </a:lnTo>
                  <a:lnTo>
                    <a:pt x="5466670" y="2065"/>
                  </a:lnTo>
                  <a:lnTo>
                    <a:pt x="5415993" y="4054"/>
                  </a:lnTo>
                  <a:lnTo>
                    <a:pt x="5347959" y="6993"/>
                  </a:lnTo>
                  <a:lnTo>
                    <a:pt x="5263958" y="11007"/>
                  </a:lnTo>
                  <a:lnTo>
                    <a:pt x="5166777" y="16170"/>
                  </a:lnTo>
                  <a:lnTo>
                    <a:pt x="5060099" y="22511"/>
                  </a:lnTo>
                  <a:lnTo>
                    <a:pt x="4947922" y="30025"/>
                  </a:lnTo>
                  <a:lnTo>
                    <a:pt x="4834040" y="38689"/>
                  </a:lnTo>
                  <a:lnTo>
                    <a:pt x="4721672" y="48482"/>
                  </a:lnTo>
                  <a:lnTo>
                    <a:pt x="4613279" y="59396"/>
                  </a:lnTo>
                  <a:lnTo>
                    <a:pt x="4510529" y="71451"/>
                  </a:lnTo>
                  <a:lnTo>
                    <a:pt x="4414376" y="84699"/>
                  </a:lnTo>
                  <a:lnTo>
                    <a:pt x="4325188" y="99229"/>
                  </a:lnTo>
                  <a:lnTo>
                    <a:pt x="4242891" y="115165"/>
                  </a:lnTo>
                  <a:lnTo>
                    <a:pt x="4167100" y="132666"/>
                  </a:lnTo>
                  <a:lnTo>
                    <a:pt x="4097229" y="151923"/>
                  </a:lnTo>
                  <a:lnTo>
                    <a:pt x="4032574" y="173147"/>
                  </a:lnTo>
                  <a:lnTo>
                    <a:pt x="3972380" y="196561"/>
                  </a:lnTo>
                  <a:lnTo>
                    <a:pt x="3915881" y="222376"/>
                  </a:lnTo>
                  <a:lnTo>
                    <a:pt x="3862348" y="250760"/>
                  </a:lnTo>
                  <a:lnTo>
                    <a:pt x="3820202" y="276006"/>
                  </a:lnTo>
                  <a:lnTo>
                    <a:pt x="3768046" y="310885"/>
                  </a:lnTo>
                  <a:lnTo>
                    <a:pt x="3717349" y="348731"/>
                  </a:lnTo>
                  <a:lnTo>
                    <a:pt x="3667651" y="389599"/>
                  </a:lnTo>
                  <a:lnTo>
                    <a:pt x="3618594" y="433479"/>
                  </a:lnTo>
                  <a:lnTo>
                    <a:pt x="3569907" y="480284"/>
                  </a:lnTo>
                  <a:lnTo>
                    <a:pt x="3521393" y="529848"/>
                  </a:lnTo>
                  <a:lnTo>
                    <a:pt x="3472916" y="581919"/>
                  </a:lnTo>
                  <a:lnTo>
                    <a:pt x="3424395" y="636161"/>
                  </a:lnTo>
                  <a:lnTo>
                    <a:pt x="3375794" y="692164"/>
                  </a:lnTo>
                  <a:lnTo>
                    <a:pt x="3327111" y="749450"/>
                  </a:lnTo>
                  <a:lnTo>
                    <a:pt x="3278372" y="807492"/>
                  </a:lnTo>
                  <a:lnTo>
                    <a:pt x="3229617" y="865733"/>
                  </a:lnTo>
                  <a:lnTo>
                    <a:pt x="3180891" y="923609"/>
                  </a:lnTo>
                  <a:lnTo>
                    <a:pt x="3132230" y="980569"/>
                  </a:lnTo>
                  <a:lnTo>
                    <a:pt x="3083654" y="1036099"/>
                  </a:lnTo>
                  <a:lnTo>
                    <a:pt x="3035152" y="1089740"/>
                  </a:lnTo>
                  <a:lnTo>
                    <a:pt x="2986675" y="1141101"/>
                  </a:lnTo>
                  <a:lnTo>
                    <a:pt x="2938126" y="1189873"/>
                  </a:lnTo>
                  <a:lnTo>
                    <a:pt x="2889354" y="1235828"/>
                  </a:lnTo>
                  <a:lnTo>
                    <a:pt x="2840139" y="1278824"/>
                  </a:lnTo>
                  <a:lnTo>
                    <a:pt x="2790187" y="1318797"/>
                  </a:lnTo>
                  <a:lnTo>
                    <a:pt x="2739113" y="1355758"/>
                  </a:lnTo>
                  <a:lnTo>
                    <a:pt x="2702183" y="1380033"/>
                  </a:lnTo>
                  <a:lnTo>
                    <a:pt x="2650589" y="1410583"/>
                  </a:lnTo>
                  <a:lnTo>
                    <a:pt x="2596573" y="1438496"/>
                  </a:lnTo>
                  <a:lnTo>
                    <a:pt x="2539464" y="1463865"/>
                  </a:lnTo>
                  <a:lnTo>
                    <a:pt x="2478524" y="1486868"/>
                  </a:lnTo>
                  <a:lnTo>
                    <a:pt x="2412985" y="1507722"/>
                  </a:lnTo>
                  <a:lnTo>
                    <a:pt x="2342098" y="1526647"/>
                  </a:lnTo>
                  <a:lnTo>
                    <a:pt x="2265174" y="1543854"/>
                  </a:lnTo>
                  <a:lnTo>
                    <a:pt x="2181658" y="1559526"/>
                  </a:lnTo>
                  <a:lnTo>
                    <a:pt x="2091211" y="1573817"/>
                  </a:lnTo>
                  <a:lnTo>
                    <a:pt x="1993828" y="1586844"/>
                  </a:lnTo>
                  <a:lnTo>
                    <a:pt x="1889973" y="1598691"/>
                  </a:lnTo>
                  <a:lnTo>
                    <a:pt x="1780718" y="1609403"/>
                  </a:lnTo>
                  <a:lnTo>
                    <a:pt x="1667873" y="1618994"/>
                  </a:lnTo>
                  <a:lnTo>
                    <a:pt x="1554040" y="1627453"/>
                  </a:lnTo>
                  <a:lnTo>
                    <a:pt x="1442561" y="1634757"/>
                  </a:lnTo>
                  <a:lnTo>
                    <a:pt x="1337299" y="1640886"/>
                  </a:lnTo>
                  <a:lnTo>
                    <a:pt x="1242237" y="1645838"/>
                  </a:lnTo>
                  <a:lnTo>
                    <a:pt x="1160939" y="1649652"/>
                  </a:lnTo>
                  <a:lnTo>
                    <a:pt x="1095974" y="1652410"/>
                  </a:lnTo>
                  <a:lnTo>
                    <a:pt x="1048440" y="1654244"/>
                  </a:lnTo>
                  <a:lnTo>
                    <a:pt x="1017701" y="1655325"/>
                  </a:lnTo>
                  <a:lnTo>
                    <a:pt x="1001386" y="1655851"/>
                  </a:lnTo>
                  <a:lnTo>
                    <a:pt x="995560" y="1656023"/>
                  </a:lnTo>
                  <a:lnTo>
                    <a:pt x="994940" y="1656040"/>
                  </a:lnTo>
                  <a:lnTo>
                    <a:pt x="0" y="1656040"/>
                  </a:lnTo>
                  <a:lnTo>
                    <a:pt x="0" y="16560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9" name="pg1058"/>
            <p:cNvSpPr/>
            <p:nvPr/>
          </p:nvSpPr>
          <p:spPr>
            <a:xfrm>
              <a:off x="1199187" y="2462933"/>
              <a:ext cx="12049831" cy="2290157"/>
            </a:xfrm>
            <a:custGeom>
              <a:avLst/>
              <a:pathLst>
                <a:path w="12049831" h="2290157">
                  <a:moveTo>
                    <a:pt x="0" y="1656040"/>
                  </a:moveTo>
                  <a:lnTo>
                    <a:pt x="994940" y="1656040"/>
                  </a:lnTo>
                  <a:lnTo>
                    <a:pt x="996055" y="1656009"/>
                  </a:lnTo>
                  <a:lnTo>
                    <a:pt x="1003418" y="1655789"/>
                  </a:lnTo>
                  <a:lnTo>
                    <a:pt x="1022086" y="1655183"/>
                  </a:lnTo>
                  <a:lnTo>
                    <a:pt x="1055729" y="1653987"/>
                  </a:lnTo>
                  <a:lnTo>
                    <a:pt x="1106416" y="1652010"/>
                  </a:lnTo>
                  <a:lnTo>
                    <a:pt x="1174462" y="1649089"/>
                  </a:lnTo>
                  <a:lnTo>
                    <a:pt x="1258478" y="1645100"/>
                  </a:lnTo>
                  <a:lnTo>
                    <a:pt x="1355674" y="1639968"/>
                  </a:lnTo>
                  <a:lnTo>
                    <a:pt x="1462365" y="1633666"/>
                  </a:lnTo>
                  <a:lnTo>
                    <a:pt x="1574554" y="1626198"/>
                  </a:lnTo>
                  <a:lnTo>
                    <a:pt x="1688446" y="1617587"/>
                  </a:lnTo>
                  <a:lnTo>
                    <a:pt x="1800820" y="1607854"/>
                  </a:lnTo>
                  <a:lnTo>
                    <a:pt x="1909217" y="1597007"/>
                  </a:lnTo>
                  <a:lnTo>
                    <a:pt x="2011968" y="1585026"/>
                  </a:lnTo>
                  <a:lnTo>
                    <a:pt x="2108121" y="1571860"/>
                  </a:lnTo>
                  <a:lnTo>
                    <a:pt x="2197307" y="1557419"/>
                  </a:lnTo>
                  <a:lnTo>
                    <a:pt x="2279602" y="1541581"/>
                  </a:lnTo>
                  <a:lnTo>
                    <a:pt x="2355390" y="1524186"/>
                  </a:lnTo>
                  <a:lnTo>
                    <a:pt x="2425259" y="1505047"/>
                  </a:lnTo>
                  <a:lnTo>
                    <a:pt x="2489911" y="1483953"/>
                  </a:lnTo>
                  <a:lnTo>
                    <a:pt x="2550104" y="1460681"/>
                  </a:lnTo>
                  <a:lnTo>
                    <a:pt x="2606601" y="1435023"/>
                  </a:lnTo>
                  <a:lnTo>
                    <a:pt x="2660134" y="1406812"/>
                  </a:lnTo>
                  <a:lnTo>
                    <a:pt x="2702183" y="1381780"/>
                  </a:lnTo>
                  <a:lnTo>
                    <a:pt x="2754419" y="1347065"/>
                  </a:lnTo>
                  <a:lnTo>
                    <a:pt x="2805193" y="1309393"/>
                  </a:lnTo>
                  <a:lnTo>
                    <a:pt x="2854966" y="1268709"/>
                  </a:lnTo>
                  <a:lnTo>
                    <a:pt x="2904097" y="1225022"/>
                  </a:lnTo>
                  <a:lnTo>
                    <a:pt x="2952858" y="1178420"/>
                  </a:lnTo>
                  <a:lnTo>
                    <a:pt x="3001447" y="1129070"/>
                  </a:lnTo>
                  <a:lnTo>
                    <a:pt x="3049999" y="1077225"/>
                  </a:lnTo>
                  <a:lnTo>
                    <a:pt x="3098597" y="1023218"/>
                  </a:lnTo>
                  <a:lnTo>
                    <a:pt x="3147276" y="967463"/>
                  </a:lnTo>
                  <a:lnTo>
                    <a:pt x="3196036" y="910436"/>
                  </a:lnTo>
                  <a:lnTo>
                    <a:pt x="3244852" y="852663"/>
                  </a:lnTo>
                  <a:lnTo>
                    <a:pt x="3293683" y="794701"/>
                  </a:lnTo>
                  <a:lnTo>
                    <a:pt x="3342484" y="737114"/>
                  </a:lnTo>
                  <a:lnTo>
                    <a:pt x="3391219" y="680452"/>
                  </a:lnTo>
                  <a:lnTo>
                    <a:pt x="3439869" y="625225"/>
                  </a:lnTo>
                  <a:lnTo>
                    <a:pt x="3488446" y="571891"/>
                  </a:lnTo>
                  <a:lnTo>
                    <a:pt x="3536999" y="520838"/>
                  </a:lnTo>
                  <a:lnTo>
                    <a:pt x="3585627" y="472373"/>
                  </a:lnTo>
                  <a:lnTo>
                    <a:pt x="3634485" y="426721"/>
                  </a:lnTo>
                  <a:lnTo>
                    <a:pt x="3683795" y="384021"/>
                  </a:lnTo>
                  <a:lnTo>
                    <a:pt x="3733854" y="344336"/>
                  </a:lnTo>
                  <a:lnTo>
                    <a:pt x="3785055" y="307651"/>
                  </a:lnTo>
                  <a:lnTo>
                    <a:pt x="3820202" y="284741"/>
                  </a:lnTo>
                  <a:lnTo>
                    <a:pt x="3871800" y="254382"/>
                  </a:lnTo>
                  <a:lnTo>
                    <a:pt x="3925821" y="226644"/>
                  </a:lnTo>
                  <a:lnTo>
                    <a:pt x="3982935" y="201434"/>
                  </a:lnTo>
                  <a:lnTo>
                    <a:pt x="4043882" y="178575"/>
                  </a:lnTo>
                  <a:lnTo>
                    <a:pt x="4109427" y="157852"/>
                  </a:lnTo>
                  <a:lnTo>
                    <a:pt x="4180323" y="139046"/>
                  </a:lnTo>
                  <a:lnTo>
                    <a:pt x="4257256" y="121948"/>
                  </a:lnTo>
                  <a:lnTo>
                    <a:pt x="4340783" y="106374"/>
                  </a:lnTo>
                  <a:lnTo>
                    <a:pt x="4431242" y="92174"/>
                  </a:lnTo>
                  <a:lnTo>
                    <a:pt x="4528638" y="79228"/>
                  </a:lnTo>
                  <a:lnTo>
                    <a:pt x="4632507" y="67457"/>
                  </a:lnTo>
                  <a:lnTo>
                    <a:pt x="4741774" y="56813"/>
                  </a:lnTo>
                  <a:lnTo>
                    <a:pt x="4854631" y="47283"/>
                  </a:lnTo>
                  <a:lnTo>
                    <a:pt x="4968473" y="38878"/>
                  </a:lnTo>
                  <a:lnTo>
                    <a:pt x="5079956" y="31621"/>
                  </a:lnTo>
                  <a:lnTo>
                    <a:pt x="5185216" y="25532"/>
                  </a:lnTo>
                  <a:lnTo>
                    <a:pt x="5280269" y="20612"/>
                  </a:lnTo>
                  <a:lnTo>
                    <a:pt x="5361552" y="16824"/>
                  </a:lnTo>
                  <a:lnTo>
                    <a:pt x="5426496" y="14085"/>
                  </a:lnTo>
                  <a:lnTo>
                    <a:pt x="5474007" y="12263"/>
                  </a:lnTo>
                  <a:lnTo>
                    <a:pt x="5504722" y="11190"/>
                  </a:lnTo>
                  <a:lnTo>
                    <a:pt x="5521017" y="10668"/>
                  </a:lnTo>
                  <a:lnTo>
                    <a:pt x="5526829" y="10498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482" y="10523"/>
                  </a:lnTo>
                  <a:lnTo>
                    <a:pt x="6530724" y="10822"/>
                  </a:lnTo>
                  <a:lnTo>
                    <a:pt x="6549095" y="11648"/>
                  </a:lnTo>
                  <a:lnTo>
                    <a:pt x="6582222" y="13276"/>
                  </a:lnTo>
                  <a:lnTo>
                    <a:pt x="6632175" y="15968"/>
                  </a:lnTo>
                  <a:lnTo>
                    <a:pt x="6699305" y="19948"/>
                  </a:lnTo>
                  <a:lnTo>
                    <a:pt x="6782297" y="25387"/>
                  </a:lnTo>
                  <a:lnTo>
                    <a:pt x="6878451" y="32386"/>
                  </a:lnTo>
                  <a:lnTo>
                    <a:pt x="6984171" y="40989"/>
                  </a:lnTo>
                  <a:lnTo>
                    <a:pt x="7095527" y="51189"/>
                  </a:lnTo>
                  <a:lnTo>
                    <a:pt x="7208766" y="62958"/>
                  </a:lnTo>
                  <a:lnTo>
                    <a:pt x="7320684" y="76263"/>
                  </a:lnTo>
                  <a:lnTo>
                    <a:pt x="7428809" y="91095"/>
                  </a:lnTo>
                  <a:lnTo>
                    <a:pt x="7531449" y="107476"/>
                  </a:lnTo>
                  <a:lnTo>
                    <a:pt x="7627617" y="125474"/>
                  </a:lnTo>
                  <a:lnTo>
                    <a:pt x="7716910" y="145203"/>
                  </a:lnTo>
                  <a:lnTo>
                    <a:pt x="7799367" y="166830"/>
                  </a:lnTo>
                  <a:lnTo>
                    <a:pt x="7875345" y="190565"/>
                  </a:lnTo>
                  <a:lnTo>
                    <a:pt x="7945404" y="216662"/>
                  </a:lnTo>
                  <a:lnTo>
                    <a:pt x="8010227" y="245404"/>
                  </a:lnTo>
                  <a:lnTo>
                    <a:pt x="8070555" y="277094"/>
                  </a:lnTo>
                  <a:lnTo>
                    <a:pt x="8127141" y="312020"/>
                  </a:lnTo>
                  <a:lnTo>
                    <a:pt x="8180707" y="350420"/>
                  </a:lnTo>
                  <a:lnTo>
                    <a:pt x="8229629" y="390427"/>
                  </a:lnTo>
                  <a:lnTo>
                    <a:pt x="8277291" y="434082"/>
                  </a:lnTo>
                  <a:lnTo>
                    <a:pt x="8323701" y="481130"/>
                  </a:lnTo>
                  <a:lnTo>
                    <a:pt x="8369221" y="531638"/>
                  </a:lnTo>
                  <a:lnTo>
                    <a:pt x="8414137" y="585611"/>
                  </a:lnTo>
                  <a:lnTo>
                    <a:pt x="8458674" y="642985"/>
                  </a:lnTo>
                  <a:lnTo>
                    <a:pt x="8503002" y="703618"/>
                  </a:lnTo>
                  <a:lnTo>
                    <a:pt x="8547248" y="767289"/>
                  </a:lnTo>
                  <a:lnTo>
                    <a:pt x="8591494" y="833697"/>
                  </a:lnTo>
                  <a:lnTo>
                    <a:pt x="8635790" y="902463"/>
                  </a:lnTo>
                  <a:lnTo>
                    <a:pt x="8680156" y="973138"/>
                  </a:lnTo>
                  <a:lnTo>
                    <a:pt x="8724588" y="1045211"/>
                  </a:lnTo>
                  <a:lnTo>
                    <a:pt x="8769067" y="1118127"/>
                  </a:lnTo>
                  <a:lnTo>
                    <a:pt x="8813560" y="1191304"/>
                  </a:lnTo>
                  <a:lnTo>
                    <a:pt x="8858034" y="1264149"/>
                  </a:lnTo>
                  <a:lnTo>
                    <a:pt x="8902459" y="1336082"/>
                  </a:lnTo>
                  <a:lnTo>
                    <a:pt x="8946817" y="1406553"/>
                  </a:lnTo>
                  <a:lnTo>
                    <a:pt x="8991105" y="1475058"/>
                  </a:lnTo>
                  <a:lnTo>
                    <a:pt x="9035348" y="1541156"/>
                  </a:lnTo>
                  <a:lnTo>
                    <a:pt x="9079598" y="1604476"/>
                  </a:lnTo>
                  <a:lnTo>
                    <a:pt x="9123944" y="1664727"/>
                  </a:lnTo>
                  <a:lnTo>
                    <a:pt x="9168517" y="1721698"/>
                  </a:lnTo>
                  <a:lnTo>
                    <a:pt x="9213492" y="1775256"/>
                  </a:lnTo>
                  <a:lnTo>
                    <a:pt x="9259103" y="1825347"/>
                  </a:lnTo>
                  <a:lnTo>
                    <a:pt x="9305643" y="1871982"/>
                  </a:lnTo>
                  <a:lnTo>
                    <a:pt x="9347647" y="1910211"/>
                  </a:lnTo>
                  <a:lnTo>
                    <a:pt x="9398946" y="1952039"/>
                  </a:lnTo>
                  <a:lnTo>
                    <a:pt x="9452635" y="1990277"/>
                  </a:lnTo>
                  <a:lnTo>
                    <a:pt x="9509374" y="2025051"/>
                  </a:lnTo>
                  <a:lnTo>
                    <a:pt x="9569890" y="2056600"/>
                  </a:lnTo>
                  <a:lnTo>
                    <a:pt x="9634935" y="2085216"/>
                  </a:lnTo>
                  <a:lnTo>
                    <a:pt x="9705248" y="2111199"/>
                  </a:lnTo>
                  <a:lnTo>
                    <a:pt x="9781509" y="2134833"/>
                  </a:lnTo>
                  <a:lnTo>
                    <a:pt x="9864271" y="2156369"/>
                  </a:lnTo>
                  <a:lnTo>
                    <a:pt x="9953878" y="2176017"/>
                  </a:lnTo>
                  <a:lnTo>
                    <a:pt x="10050352" y="2193940"/>
                  </a:lnTo>
                  <a:lnTo>
                    <a:pt x="10153268" y="2210249"/>
                  </a:lnTo>
                  <a:lnTo>
                    <a:pt x="10261608" y="2225011"/>
                  </a:lnTo>
                  <a:lnTo>
                    <a:pt x="10373645" y="2238247"/>
                  </a:lnTo>
                  <a:lnTo>
                    <a:pt x="10486874" y="2249945"/>
                  </a:lnTo>
                  <a:lnTo>
                    <a:pt x="10598058" y="2260074"/>
                  </a:lnTo>
                  <a:lnTo>
                    <a:pt x="10703428" y="2268604"/>
                  </a:lnTo>
                  <a:lnTo>
                    <a:pt x="10799057" y="2275531"/>
                  </a:lnTo>
                  <a:lnTo>
                    <a:pt x="10881379" y="2280900"/>
                  </a:lnTo>
                  <a:lnTo>
                    <a:pt x="10947746" y="2284818"/>
                  </a:lnTo>
                  <a:lnTo>
                    <a:pt x="10996914" y="2287457"/>
                  </a:lnTo>
                  <a:lnTo>
                    <a:pt x="11029314" y="2289042"/>
                  </a:lnTo>
                  <a:lnTo>
                    <a:pt x="11047089" y="2289839"/>
                  </a:lnTo>
                  <a:lnTo>
                    <a:pt x="11053935" y="2290120"/>
                  </a:lnTo>
                  <a:lnTo>
                    <a:pt x="11054891" y="2290157"/>
                  </a:lnTo>
                  <a:lnTo>
                    <a:pt x="12049831" y="2290157"/>
                  </a:lnTo>
                  <a:lnTo>
                    <a:pt x="12049831" y="2279675"/>
                  </a:lnTo>
                  <a:lnTo>
                    <a:pt x="11054891" y="2279675"/>
                  </a:lnTo>
                  <a:lnTo>
                    <a:pt x="11053794" y="2279633"/>
                  </a:lnTo>
                  <a:lnTo>
                    <a:pt x="11046552" y="2279334"/>
                  </a:lnTo>
                  <a:lnTo>
                    <a:pt x="11028182" y="2278508"/>
                  </a:lnTo>
                  <a:lnTo>
                    <a:pt x="10995054" y="2276880"/>
                  </a:lnTo>
                  <a:lnTo>
                    <a:pt x="10945102" y="2274188"/>
                  </a:lnTo>
                  <a:lnTo>
                    <a:pt x="10877971" y="2270208"/>
                  </a:lnTo>
                  <a:lnTo>
                    <a:pt x="10794979" y="2264770"/>
                  </a:lnTo>
                  <a:lnTo>
                    <a:pt x="10698825" y="2257770"/>
                  </a:lnTo>
                  <a:lnTo>
                    <a:pt x="10593106" y="2249167"/>
                  </a:lnTo>
                  <a:lnTo>
                    <a:pt x="10481750" y="2238967"/>
                  </a:lnTo>
                  <a:lnTo>
                    <a:pt x="10368510" y="2227198"/>
                  </a:lnTo>
                  <a:lnTo>
                    <a:pt x="10256593" y="2213893"/>
                  </a:lnTo>
                  <a:lnTo>
                    <a:pt x="10148467" y="2199061"/>
                  </a:lnTo>
                  <a:lnTo>
                    <a:pt x="10045827" y="2182680"/>
                  </a:lnTo>
                  <a:lnTo>
                    <a:pt x="9949659" y="2164683"/>
                  </a:lnTo>
                  <a:lnTo>
                    <a:pt x="9860367" y="2144953"/>
                  </a:lnTo>
                  <a:lnTo>
                    <a:pt x="9777909" y="2123326"/>
                  </a:lnTo>
                  <a:lnTo>
                    <a:pt x="9701931" y="2099591"/>
                  </a:lnTo>
                  <a:lnTo>
                    <a:pt x="9631873" y="2073494"/>
                  </a:lnTo>
                  <a:lnTo>
                    <a:pt x="9567050" y="2044752"/>
                  </a:lnTo>
                  <a:lnTo>
                    <a:pt x="9506722" y="2013063"/>
                  </a:lnTo>
                  <a:lnTo>
                    <a:pt x="9450136" y="1978136"/>
                  </a:lnTo>
                  <a:lnTo>
                    <a:pt x="9396569" y="1939737"/>
                  </a:lnTo>
                  <a:lnTo>
                    <a:pt x="9347647" y="1899729"/>
                  </a:lnTo>
                  <a:lnTo>
                    <a:pt x="9299986" y="1856074"/>
                  </a:lnTo>
                  <a:lnTo>
                    <a:pt x="9253576" y="1809026"/>
                  </a:lnTo>
                  <a:lnTo>
                    <a:pt x="9208056" y="1758518"/>
                  </a:lnTo>
                  <a:lnTo>
                    <a:pt x="9163140" y="1704545"/>
                  </a:lnTo>
                  <a:lnTo>
                    <a:pt x="9118603" y="1647171"/>
                  </a:lnTo>
                  <a:lnTo>
                    <a:pt x="9074274" y="1586538"/>
                  </a:lnTo>
                  <a:lnTo>
                    <a:pt x="9030029" y="1522867"/>
                  </a:lnTo>
                  <a:lnTo>
                    <a:pt x="8985783" y="1456459"/>
                  </a:lnTo>
                  <a:lnTo>
                    <a:pt x="8941487" y="1387693"/>
                  </a:lnTo>
                  <a:lnTo>
                    <a:pt x="8897120" y="1317018"/>
                  </a:lnTo>
                  <a:lnTo>
                    <a:pt x="8852688" y="1244946"/>
                  </a:lnTo>
                  <a:lnTo>
                    <a:pt x="8808210" y="1172029"/>
                  </a:lnTo>
                  <a:lnTo>
                    <a:pt x="8763717" y="1098852"/>
                  </a:lnTo>
                  <a:lnTo>
                    <a:pt x="8719243" y="1026007"/>
                  </a:lnTo>
                  <a:lnTo>
                    <a:pt x="8674817" y="954074"/>
                  </a:lnTo>
                  <a:lnTo>
                    <a:pt x="8630460" y="883603"/>
                  </a:lnTo>
                  <a:lnTo>
                    <a:pt x="8586171" y="815098"/>
                  </a:lnTo>
                  <a:lnTo>
                    <a:pt x="8541929" y="749000"/>
                  </a:lnTo>
                  <a:lnTo>
                    <a:pt x="8497678" y="685680"/>
                  </a:lnTo>
                  <a:lnTo>
                    <a:pt x="8453332" y="625429"/>
                  </a:lnTo>
                  <a:lnTo>
                    <a:pt x="8408760" y="568458"/>
                  </a:lnTo>
                  <a:lnTo>
                    <a:pt x="8363784" y="514900"/>
                  </a:lnTo>
                  <a:lnTo>
                    <a:pt x="8318174" y="464809"/>
                  </a:lnTo>
                  <a:lnTo>
                    <a:pt x="8271634" y="418174"/>
                  </a:lnTo>
                  <a:lnTo>
                    <a:pt x="8229629" y="379945"/>
                  </a:lnTo>
                  <a:lnTo>
                    <a:pt x="8178331" y="338117"/>
                  </a:lnTo>
                  <a:lnTo>
                    <a:pt x="8124642" y="299879"/>
                  </a:lnTo>
                  <a:lnTo>
                    <a:pt x="8067902" y="265105"/>
                  </a:lnTo>
                  <a:lnTo>
                    <a:pt x="8007387" y="233556"/>
                  </a:lnTo>
                  <a:lnTo>
                    <a:pt x="7942342" y="204941"/>
                  </a:lnTo>
                  <a:lnTo>
                    <a:pt x="7872028" y="178957"/>
                  </a:lnTo>
                  <a:lnTo>
                    <a:pt x="7795767" y="155323"/>
                  </a:lnTo>
                  <a:lnTo>
                    <a:pt x="7713005" y="133787"/>
                  </a:lnTo>
                  <a:lnTo>
                    <a:pt x="7623399" y="114139"/>
                  </a:lnTo>
                  <a:lnTo>
                    <a:pt x="7526924" y="96217"/>
                  </a:lnTo>
                  <a:lnTo>
                    <a:pt x="7424009" y="79907"/>
                  </a:lnTo>
                  <a:lnTo>
                    <a:pt x="7315668" y="65145"/>
                  </a:lnTo>
                  <a:lnTo>
                    <a:pt x="7203632" y="51909"/>
                  </a:lnTo>
                  <a:lnTo>
                    <a:pt x="7090403" y="40211"/>
                  </a:lnTo>
                  <a:lnTo>
                    <a:pt x="6979219" y="30082"/>
                  </a:lnTo>
                  <a:lnTo>
                    <a:pt x="6873849" y="21553"/>
                  </a:lnTo>
                  <a:lnTo>
                    <a:pt x="6778219" y="14625"/>
                  </a:lnTo>
                  <a:lnTo>
                    <a:pt x="6695898" y="9256"/>
                  </a:lnTo>
                  <a:lnTo>
                    <a:pt x="6629530" y="5338"/>
                  </a:lnTo>
                  <a:lnTo>
                    <a:pt x="6580363" y="2699"/>
                  </a:lnTo>
                  <a:lnTo>
                    <a:pt x="6547963" y="1114"/>
                  </a:lnTo>
                  <a:lnTo>
                    <a:pt x="6530187" y="318"/>
                  </a:lnTo>
                  <a:lnTo>
                    <a:pt x="6523342" y="3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0" y="30"/>
                  </a:lnTo>
                  <a:lnTo>
                    <a:pt x="5518967" y="250"/>
                  </a:lnTo>
                  <a:lnTo>
                    <a:pt x="5500299" y="857"/>
                  </a:lnTo>
                  <a:lnTo>
                    <a:pt x="5466656" y="2052"/>
                  </a:lnTo>
                  <a:lnTo>
                    <a:pt x="5415969" y="4029"/>
                  </a:lnTo>
                  <a:lnTo>
                    <a:pt x="5347923" y="6950"/>
                  </a:lnTo>
                  <a:lnTo>
                    <a:pt x="5263907" y="10940"/>
                  </a:lnTo>
                  <a:lnTo>
                    <a:pt x="5166711" y="16071"/>
                  </a:lnTo>
                  <a:lnTo>
                    <a:pt x="5060020" y="22373"/>
                  </a:lnTo>
                  <a:lnTo>
                    <a:pt x="4947831" y="29841"/>
                  </a:lnTo>
                  <a:lnTo>
                    <a:pt x="4833939" y="38452"/>
                  </a:lnTo>
                  <a:lnTo>
                    <a:pt x="4721565" y="48185"/>
                  </a:lnTo>
                  <a:lnTo>
                    <a:pt x="4613168" y="59032"/>
                  </a:lnTo>
                  <a:lnTo>
                    <a:pt x="4510417" y="71013"/>
                  </a:lnTo>
                  <a:lnTo>
                    <a:pt x="4414264" y="84180"/>
                  </a:lnTo>
                  <a:lnTo>
                    <a:pt x="4325078" y="98620"/>
                  </a:lnTo>
                  <a:lnTo>
                    <a:pt x="4242783" y="114458"/>
                  </a:lnTo>
                  <a:lnTo>
                    <a:pt x="4166995" y="131853"/>
                  </a:lnTo>
                  <a:lnTo>
                    <a:pt x="4097126" y="150992"/>
                  </a:lnTo>
                  <a:lnTo>
                    <a:pt x="4032474" y="172087"/>
                  </a:lnTo>
                  <a:lnTo>
                    <a:pt x="3972281" y="195358"/>
                  </a:lnTo>
                  <a:lnTo>
                    <a:pt x="3915784" y="221016"/>
                  </a:lnTo>
                  <a:lnTo>
                    <a:pt x="3862251" y="249228"/>
                  </a:lnTo>
                  <a:lnTo>
                    <a:pt x="3820202" y="274259"/>
                  </a:lnTo>
                  <a:lnTo>
                    <a:pt x="3767966" y="308974"/>
                  </a:lnTo>
                  <a:lnTo>
                    <a:pt x="3717192" y="346646"/>
                  </a:lnTo>
                  <a:lnTo>
                    <a:pt x="3667419" y="387331"/>
                  </a:lnTo>
                  <a:lnTo>
                    <a:pt x="3618288" y="431017"/>
                  </a:lnTo>
                  <a:lnTo>
                    <a:pt x="3569527" y="477619"/>
                  </a:lnTo>
                  <a:lnTo>
                    <a:pt x="3520938" y="526969"/>
                  </a:lnTo>
                  <a:lnTo>
                    <a:pt x="3472386" y="578815"/>
                  </a:lnTo>
                  <a:lnTo>
                    <a:pt x="3423788" y="632821"/>
                  </a:lnTo>
                  <a:lnTo>
                    <a:pt x="3375109" y="688577"/>
                  </a:lnTo>
                  <a:lnTo>
                    <a:pt x="3326349" y="745604"/>
                  </a:lnTo>
                  <a:lnTo>
                    <a:pt x="3277533" y="803377"/>
                  </a:lnTo>
                  <a:lnTo>
                    <a:pt x="3228702" y="861338"/>
                  </a:lnTo>
                  <a:lnTo>
                    <a:pt x="3179901" y="918925"/>
                  </a:lnTo>
                  <a:lnTo>
                    <a:pt x="3131166" y="975588"/>
                  </a:lnTo>
                  <a:lnTo>
                    <a:pt x="3082516" y="1030815"/>
                  </a:lnTo>
                  <a:lnTo>
                    <a:pt x="3033939" y="1084148"/>
                  </a:lnTo>
                  <a:lnTo>
                    <a:pt x="2985386" y="1135201"/>
                  </a:lnTo>
                  <a:lnTo>
                    <a:pt x="2936758" y="1183666"/>
                  </a:lnTo>
                  <a:lnTo>
                    <a:pt x="2887900" y="1229319"/>
                  </a:lnTo>
                  <a:lnTo>
                    <a:pt x="2838590" y="1272018"/>
                  </a:lnTo>
                  <a:lnTo>
                    <a:pt x="2788531" y="1311704"/>
                  </a:lnTo>
                  <a:lnTo>
                    <a:pt x="2737330" y="1348388"/>
                  </a:lnTo>
                  <a:lnTo>
                    <a:pt x="2702183" y="1371299"/>
                  </a:lnTo>
                  <a:lnTo>
                    <a:pt x="2650585" y="1401658"/>
                  </a:lnTo>
                  <a:lnTo>
                    <a:pt x="2596564" y="1429396"/>
                  </a:lnTo>
                  <a:lnTo>
                    <a:pt x="2539450" y="1454606"/>
                  </a:lnTo>
                  <a:lnTo>
                    <a:pt x="2478503" y="1477465"/>
                  </a:lnTo>
                  <a:lnTo>
                    <a:pt x="2412958" y="1498187"/>
                  </a:lnTo>
                  <a:lnTo>
                    <a:pt x="2342062" y="1516994"/>
                  </a:lnTo>
                  <a:lnTo>
                    <a:pt x="2265129" y="1534092"/>
                  </a:lnTo>
                  <a:lnTo>
                    <a:pt x="2181602" y="1549665"/>
                  </a:lnTo>
                  <a:lnTo>
                    <a:pt x="2091143" y="1563865"/>
                  </a:lnTo>
                  <a:lnTo>
                    <a:pt x="1993747" y="1576811"/>
                  </a:lnTo>
                  <a:lnTo>
                    <a:pt x="1889878" y="1588583"/>
                  </a:lnTo>
                  <a:lnTo>
                    <a:pt x="1780611" y="1599226"/>
                  </a:lnTo>
                  <a:lnTo>
                    <a:pt x="1667754" y="1608756"/>
                  </a:lnTo>
                  <a:lnTo>
                    <a:pt x="1553912" y="1617161"/>
                  </a:lnTo>
                  <a:lnTo>
                    <a:pt x="1442429" y="1624419"/>
                  </a:lnTo>
                  <a:lnTo>
                    <a:pt x="1337169" y="1630507"/>
                  </a:lnTo>
                  <a:lnTo>
                    <a:pt x="1242116" y="1635428"/>
                  </a:lnTo>
                  <a:lnTo>
                    <a:pt x="1160833" y="1639216"/>
                  </a:lnTo>
                  <a:lnTo>
                    <a:pt x="1095889" y="1641955"/>
                  </a:lnTo>
                  <a:lnTo>
                    <a:pt x="1048378" y="1643776"/>
                  </a:lnTo>
                  <a:lnTo>
                    <a:pt x="1017663" y="1644850"/>
                  </a:lnTo>
                  <a:lnTo>
                    <a:pt x="1001368" y="1645371"/>
                  </a:lnTo>
                  <a:lnTo>
                    <a:pt x="995556" y="1645542"/>
                  </a:lnTo>
                  <a:lnTo>
                    <a:pt x="994940" y="1645559"/>
                  </a:lnTo>
                  <a:lnTo>
                    <a:pt x="0" y="1645559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60" name="pl1059"/>
            <p:cNvSpPr/>
            <p:nvPr/>
          </p:nvSpPr>
          <p:spPr>
            <a:xfrm>
              <a:off x="1199187" y="2473414"/>
              <a:ext cx="12049831" cy="2279675"/>
            </a:xfrm>
            <a:custGeom>
              <a:avLst/>
              <a:pathLst>
                <a:path w="12049831" h="2279675">
                  <a:moveTo>
                    <a:pt x="0" y="1645559"/>
                  </a:moveTo>
                  <a:lnTo>
                    <a:pt x="994940" y="1645559"/>
                  </a:lnTo>
                  <a:lnTo>
                    <a:pt x="996055" y="1645528"/>
                  </a:lnTo>
                  <a:lnTo>
                    <a:pt x="1003418" y="1645308"/>
                  </a:lnTo>
                  <a:lnTo>
                    <a:pt x="1022086" y="1644701"/>
                  </a:lnTo>
                  <a:lnTo>
                    <a:pt x="1055729" y="1643506"/>
                  </a:lnTo>
                  <a:lnTo>
                    <a:pt x="1106416" y="1641529"/>
                  </a:lnTo>
                  <a:lnTo>
                    <a:pt x="1174462" y="1638608"/>
                  </a:lnTo>
                  <a:lnTo>
                    <a:pt x="1258478" y="1634618"/>
                  </a:lnTo>
                  <a:lnTo>
                    <a:pt x="1355674" y="1629487"/>
                  </a:lnTo>
                  <a:lnTo>
                    <a:pt x="1462365" y="1623185"/>
                  </a:lnTo>
                  <a:lnTo>
                    <a:pt x="1574554" y="1615717"/>
                  </a:lnTo>
                  <a:lnTo>
                    <a:pt x="1688446" y="1607106"/>
                  </a:lnTo>
                  <a:lnTo>
                    <a:pt x="1800820" y="1597373"/>
                  </a:lnTo>
                  <a:lnTo>
                    <a:pt x="1909217" y="1586526"/>
                  </a:lnTo>
                  <a:lnTo>
                    <a:pt x="2011968" y="1574545"/>
                  </a:lnTo>
                  <a:lnTo>
                    <a:pt x="2108121" y="1561378"/>
                  </a:lnTo>
                  <a:lnTo>
                    <a:pt x="2197307" y="1546938"/>
                  </a:lnTo>
                  <a:lnTo>
                    <a:pt x="2279602" y="1531100"/>
                  </a:lnTo>
                  <a:lnTo>
                    <a:pt x="2355390" y="1513705"/>
                  </a:lnTo>
                  <a:lnTo>
                    <a:pt x="2425259" y="1494566"/>
                  </a:lnTo>
                  <a:lnTo>
                    <a:pt x="2489911" y="1473471"/>
                  </a:lnTo>
                  <a:lnTo>
                    <a:pt x="2550104" y="1450200"/>
                  </a:lnTo>
                  <a:lnTo>
                    <a:pt x="2606601" y="1424542"/>
                  </a:lnTo>
                  <a:lnTo>
                    <a:pt x="2660134" y="1396330"/>
                  </a:lnTo>
                  <a:lnTo>
                    <a:pt x="2702183" y="1371299"/>
                  </a:lnTo>
                  <a:lnTo>
                    <a:pt x="2754419" y="1336584"/>
                  </a:lnTo>
                  <a:lnTo>
                    <a:pt x="2805193" y="1298912"/>
                  </a:lnTo>
                  <a:lnTo>
                    <a:pt x="2854966" y="1258228"/>
                  </a:lnTo>
                  <a:lnTo>
                    <a:pt x="2904097" y="1214541"/>
                  </a:lnTo>
                  <a:lnTo>
                    <a:pt x="2952858" y="1167939"/>
                  </a:lnTo>
                  <a:lnTo>
                    <a:pt x="3001447" y="1118589"/>
                  </a:lnTo>
                  <a:lnTo>
                    <a:pt x="3049999" y="1066743"/>
                  </a:lnTo>
                  <a:lnTo>
                    <a:pt x="3098597" y="1012737"/>
                  </a:lnTo>
                  <a:lnTo>
                    <a:pt x="3147276" y="956982"/>
                  </a:lnTo>
                  <a:lnTo>
                    <a:pt x="3196036" y="899954"/>
                  </a:lnTo>
                  <a:lnTo>
                    <a:pt x="3244852" y="842182"/>
                  </a:lnTo>
                  <a:lnTo>
                    <a:pt x="3293683" y="784220"/>
                  </a:lnTo>
                  <a:lnTo>
                    <a:pt x="3342484" y="726633"/>
                  </a:lnTo>
                  <a:lnTo>
                    <a:pt x="3391219" y="669970"/>
                  </a:lnTo>
                  <a:lnTo>
                    <a:pt x="3439869" y="614744"/>
                  </a:lnTo>
                  <a:lnTo>
                    <a:pt x="3488446" y="561410"/>
                  </a:lnTo>
                  <a:lnTo>
                    <a:pt x="3536999" y="510357"/>
                  </a:lnTo>
                  <a:lnTo>
                    <a:pt x="3585627" y="461892"/>
                  </a:lnTo>
                  <a:lnTo>
                    <a:pt x="3634485" y="416239"/>
                  </a:lnTo>
                  <a:lnTo>
                    <a:pt x="3683795" y="373540"/>
                  </a:lnTo>
                  <a:lnTo>
                    <a:pt x="3733854" y="333854"/>
                  </a:lnTo>
                  <a:lnTo>
                    <a:pt x="3785055" y="297170"/>
                  </a:lnTo>
                  <a:lnTo>
                    <a:pt x="3820202" y="274259"/>
                  </a:lnTo>
                  <a:lnTo>
                    <a:pt x="3871800" y="243900"/>
                  </a:lnTo>
                  <a:lnTo>
                    <a:pt x="3925821" y="216162"/>
                  </a:lnTo>
                  <a:lnTo>
                    <a:pt x="3982935" y="190953"/>
                  </a:lnTo>
                  <a:lnTo>
                    <a:pt x="4043882" y="168094"/>
                  </a:lnTo>
                  <a:lnTo>
                    <a:pt x="4109427" y="147371"/>
                  </a:lnTo>
                  <a:lnTo>
                    <a:pt x="4180323" y="128565"/>
                  </a:lnTo>
                  <a:lnTo>
                    <a:pt x="4257256" y="111466"/>
                  </a:lnTo>
                  <a:lnTo>
                    <a:pt x="4340783" y="95893"/>
                  </a:lnTo>
                  <a:lnTo>
                    <a:pt x="4431242" y="81693"/>
                  </a:lnTo>
                  <a:lnTo>
                    <a:pt x="4528638" y="68747"/>
                  </a:lnTo>
                  <a:lnTo>
                    <a:pt x="4632507" y="56975"/>
                  </a:lnTo>
                  <a:lnTo>
                    <a:pt x="4741774" y="46332"/>
                  </a:lnTo>
                  <a:lnTo>
                    <a:pt x="4854631" y="36802"/>
                  </a:lnTo>
                  <a:lnTo>
                    <a:pt x="4968473" y="28397"/>
                  </a:lnTo>
                  <a:lnTo>
                    <a:pt x="5079956" y="21140"/>
                  </a:lnTo>
                  <a:lnTo>
                    <a:pt x="5185216" y="15051"/>
                  </a:lnTo>
                  <a:lnTo>
                    <a:pt x="5280269" y="10131"/>
                  </a:lnTo>
                  <a:lnTo>
                    <a:pt x="5361552" y="6342"/>
                  </a:lnTo>
                  <a:lnTo>
                    <a:pt x="5426496" y="3603"/>
                  </a:lnTo>
                  <a:lnTo>
                    <a:pt x="5474007" y="1782"/>
                  </a:lnTo>
                  <a:lnTo>
                    <a:pt x="5504722" y="708"/>
                  </a:lnTo>
                  <a:lnTo>
                    <a:pt x="5521017" y="187"/>
                  </a:lnTo>
                  <a:lnTo>
                    <a:pt x="5526829" y="16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2" y="41"/>
                  </a:lnTo>
                  <a:lnTo>
                    <a:pt x="6530724" y="340"/>
                  </a:lnTo>
                  <a:lnTo>
                    <a:pt x="6549095" y="1166"/>
                  </a:lnTo>
                  <a:lnTo>
                    <a:pt x="6582222" y="2795"/>
                  </a:lnTo>
                  <a:lnTo>
                    <a:pt x="6632175" y="5486"/>
                  </a:lnTo>
                  <a:lnTo>
                    <a:pt x="6699305" y="9467"/>
                  </a:lnTo>
                  <a:lnTo>
                    <a:pt x="6782297" y="14905"/>
                  </a:lnTo>
                  <a:lnTo>
                    <a:pt x="6878451" y="21905"/>
                  </a:lnTo>
                  <a:lnTo>
                    <a:pt x="6984171" y="30508"/>
                  </a:lnTo>
                  <a:lnTo>
                    <a:pt x="7095527" y="40708"/>
                  </a:lnTo>
                  <a:lnTo>
                    <a:pt x="7208766" y="52477"/>
                  </a:lnTo>
                  <a:lnTo>
                    <a:pt x="7320684" y="65782"/>
                  </a:lnTo>
                  <a:lnTo>
                    <a:pt x="7428809" y="80614"/>
                  </a:lnTo>
                  <a:lnTo>
                    <a:pt x="7531449" y="96995"/>
                  </a:lnTo>
                  <a:lnTo>
                    <a:pt x="7627617" y="114992"/>
                  </a:lnTo>
                  <a:lnTo>
                    <a:pt x="7716910" y="134722"/>
                  </a:lnTo>
                  <a:lnTo>
                    <a:pt x="7799367" y="156349"/>
                  </a:lnTo>
                  <a:lnTo>
                    <a:pt x="7875345" y="180084"/>
                  </a:lnTo>
                  <a:lnTo>
                    <a:pt x="7945404" y="206181"/>
                  </a:lnTo>
                  <a:lnTo>
                    <a:pt x="8010227" y="234923"/>
                  </a:lnTo>
                  <a:lnTo>
                    <a:pt x="8070555" y="266612"/>
                  </a:lnTo>
                  <a:lnTo>
                    <a:pt x="8127141" y="301538"/>
                  </a:lnTo>
                  <a:lnTo>
                    <a:pt x="8180707" y="339938"/>
                  </a:lnTo>
                  <a:lnTo>
                    <a:pt x="8229629" y="379945"/>
                  </a:lnTo>
                  <a:lnTo>
                    <a:pt x="8277291" y="423601"/>
                  </a:lnTo>
                  <a:lnTo>
                    <a:pt x="8323701" y="470649"/>
                  </a:lnTo>
                  <a:lnTo>
                    <a:pt x="8369221" y="521157"/>
                  </a:lnTo>
                  <a:lnTo>
                    <a:pt x="8414137" y="575130"/>
                  </a:lnTo>
                  <a:lnTo>
                    <a:pt x="8458674" y="632504"/>
                  </a:lnTo>
                  <a:lnTo>
                    <a:pt x="8503002" y="693137"/>
                  </a:lnTo>
                  <a:lnTo>
                    <a:pt x="8547248" y="756808"/>
                  </a:lnTo>
                  <a:lnTo>
                    <a:pt x="8591494" y="823216"/>
                  </a:lnTo>
                  <a:lnTo>
                    <a:pt x="8635790" y="891982"/>
                  </a:lnTo>
                  <a:lnTo>
                    <a:pt x="8680156" y="962656"/>
                  </a:lnTo>
                  <a:lnTo>
                    <a:pt x="8724588" y="1034729"/>
                  </a:lnTo>
                  <a:lnTo>
                    <a:pt x="8769067" y="1107646"/>
                  </a:lnTo>
                  <a:lnTo>
                    <a:pt x="8813560" y="1180822"/>
                  </a:lnTo>
                  <a:lnTo>
                    <a:pt x="8858034" y="1253668"/>
                  </a:lnTo>
                  <a:lnTo>
                    <a:pt x="8902459" y="1325601"/>
                  </a:lnTo>
                  <a:lnTo>
                    <a:pt x="8946817" y="1396072"/>
                  </a:lnTo>
                  <a:lnTo>
                    <a:pt x="8991105" y="1464577"/>
                  </a:lnTo>
                  <a:lnTo>
                    <a:pt x="9035348" y="1530675"/>
                  </a:lnTo>
                  <a:lnTo>
                    <a:pt x="9079598" y="1593995"/>
                  </a:lnTo>
                  <a:lnTo>
                    <a:pt x="9123944" y="1654246"/>
                  </a:lnTo>
                  <a:lnTo>
                    <a:pt x="9168517" y="1711217"/>
                  </a:lnTo>
                  <a:lnTo>
                    <a:pt x="9213492" y="1764775"/>
                  </a:lnTo>
                  <a:lnTo>
                    <a:pt x="9259103" y="1814866"/>
                  </a:lnTo>
                  <a:lnTo>
                    <a:pt x="9305643" y="1861501"/>
                  </a:lnTo>
                  <a:lnTo>
                    <a:pt x="9347647" y="1899729"/>
                  </a:lnTo>
                  <a:lnTo>
                    <a:pt x="9398946" y="1941558"/>
                  </a:lnTo>
                  <a:lnTo>
                    <a:pt x="9452635" y="1979796"/>
                  </a:lnTo>
                  <a:lnTo>
                    <a:pt x="9509374" y="2014570"/>
                  </a:lnTo>
                  <a:lnTo>
                    <a:pt x="9569890" y="2046118"/>
                  </a:lnTo>
                  <a:lnTo>
                    <a:pt x="9634935" y="2074734"/>
                  </a:lnTo>
                  <a:lnTo>
                    <a:pt x="9705248" y="2100717"/>
                  </a:lnTo>
                  <a:lnTo>
                    <a:pt x="9781509" y="2124352"/>
                  </a:lnTo>
                  <a:lnTo>
                    <a:pt x="9864271" y="2145888"/>
                  </a:lnTo>
                  <a:lnTo>
                    <a:pt x="9953878" y="2165536"/>
                  </a:lnTo>
                  <a:lnTo>
                    <a:pt x="10050352" y="2183458"/>
                  </a:lnTo>
                  <a:lnTo>
                    <a:pt x="10153268" y="2199768"/>
                  </a:lnTo>
                  <a:lnTo>
                    <a:pt x="10261608" y="2214530"/>
                  </a:lnTo>
                  <a:lnTo>
                    <a:pt x="10373645" y="2227766"/>
                  </a:lnTo>
                  <a:lnTo>
                    <a:pt x="10486874" y="2239464"/>
                  </a:lnTo>
                  <a:lnTo>
                    <a:pt x="10598058" y="2249593"/>
                  </a:lnTo>
                  <a:lnTo>
                    <a:pt x="10703428" y="2258122"/>
                  </a:lnTo>
                  <a:lnTo>
                    <a:pt x="10799057" y="2265050"/>
                  </a:lnTo>
                  <a:lnTo>
                    <a:pt x="10881379" y="2270419"/>
                  </a:lnTo>
                  <a:lnTo>
                    <a:pt x="10947746" y="2274337"/>
                  </a:lnTo>
                  <a:lnTo>
                    <a:pt x="10996914" y="2276975"/>
                  </a:lnTo>
                  <a:lnTo>
                    <a:pt x="11029314" y="2278561"/>
                  </a:lnTo>
                  <a:lnTo>
                    <a:pt x="11047089" y="2279357"/>
                  </a:lnTo>
                  <a:lnTo>
                    <a:pt x="11053935" y="2279639"/>
                  </a:lnTo>
                  <a:lnTo>
                    <a:pt x="11054891" y="2279675"/>
                  </a:lnTo>
                  <a:lnTo>
                    <a:pt x="12049831" y="2279675"/>
                  </a:lnTo>
                  <a:lnTo>
                    <a:pt x="12049831" y="22796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1" name="pl1060"/>
            <p:cNvSpPr/>
            <p:nvPr/>
          </p:nvSpPr>
          <p:spPr>
            <a:xfrm>
              <a:off x="1199187" y="2462933"/>
              <a:ext cx="12049831" cy="2279675"/>
            </a:xfrm>
            <a:custGeom>
              <a:avLst/>
              <a:pathLst>
                <a:path w="12049831" h="2279675">
                  <a:moveTo>
                    <a:pt x="12049831" y="2279675"/>
                  </a:moveTo>
                  <a:lnTo>
                    <a:pt x="11054891" y="2279675"/>
                  </a:lnTo>
                  <a:lnTo>
                    <a:pt x="11053794" y="2279633"/>
                  </a:lnTo>
                  <a:lnTo>
                    <a:pt x="11046552" y="2279334"/>
                  </a:lnTo>
                  <a:lnTo>
                    <a:pt x="11028182" y="2278508"/>
                  </a:lnTo>
                  <a:lnTo>
                    <a:pt x="10995054" y="2276880"/>
                  </a:lnTo>
                  <a:lnTo>
                    <a:pt x="10945102" y="2274188"/>
                  </a:lnTo>
                  <a:lnTo>
                    <a:pt x="10877971" y="2270208"/>
                  </a:lnTo>
                  <a:lnTo>
                    <a:pt x="10794979" y="2264770"/>
                  </a:lnTo>
                  <a:lnTo>
                    <a:pt x="10698825" y="2257770"/>
                  </a:lnTo>
                  <a:lnTo>
                    <a:pt x="10593106" y="2249167"/>
                  </a:lnTo>
                  <a:lnTo>
                    <a:pt x="10481750" y="2238967"/>
                  </a:lnTo>
                  <a:lnTo>
                    <a:pt x="10368510" y="2227198"/>
                  </a:lnTo>
                  <a:lnTo>
                    <a:pt x="10256593" y="2213893"/>
                  </a:lnTo>
                  <a:lnTo>
                    <a:pt x="10148467" y="2199061"/>
                  </a:lnTo>
                  <a:lnTo>
                    <a:pt x="10045827" y="2182680"/>
                  </a:lnTo>
                  <a:lnTo>
                    <a:pt x="9949659" y="2164683"/>
                  </a:lnTo>
                  <a:lnTo>
                    <a:pt x="9860367" y="2144953"/>
                  </a:lnTo>
                  <a:lnTo>
                    <a:pt x="9777909" y="2123326"/>
                  </a:lnTo>
                  <a:lnTo>
                    <a:pt x="9701931" y="2099591"/>
                  </a:lnTo>
                  <a:lnTo>
                    <a:pt x="9631873" y="2073494"/>
                  </a:lnTo>
                  <a:lnTo>
                    <a:pt x="9567050" y="2044752"/>
                  </a:lnTo>
                  <a:lnTo>
                    <a:pt x="9506722" y="2013063"/>
                  </a:lnTo>
                  <a:lnTo>
                    <a:pt x="9450136" y="1978136"/>
                  </a:lnTo>
                  <a:lnTo>
                    <a:pt x="9396569" y="1939737"/>
                  </a:lnTo>
                  <a:lnTo>
                    <a:pt x="9347647" y="1899729"/>
                  </a:lnTo>
                  <a:lnTo>
                    <a:pt x="9299986" y="1856074"/>
                  </a:lnTo>
                  <a:lnTo>
                    <a:pt x="9253576" y="1809026"/>
                  </a:lnTo>
                  <a:lnTo>
                    <a:pt x="9208056" y="1758518"/>
                  </a:lnTo>
                  <a:lnTo>
                    <a:pt x="9163140" y="1704545"/>
                  </a:lnTo>
                  <a:lnTo>
                    <a:pt x="9118603" y="1647171"/>
                  </a:lnTo>
                  <a:lnTo>
                    <a:pt x="9074274" y="1586538"/>
                  </a:lnTo>
                  <a:lnTo>
                    <a:pt x="9030029" y="1522867"/>
                  </a:lnTo>
                  <a:lnTo>
                    <a:pt x="8985783" y="1456459"/>
                  </a:lnTo>
                  <a:lnTo>
                    <a:pt x="8941487" y="1387693"/>
                  </a:lnTo>
                  <a:lnTo>
                    <a:pt x="8897120" y="1317018"/>
                  </a:lnTo>
                  <a:lnTo>
                    <a:pt x="8852688" y="1244946"/>
                  </a:lnTo>
                  <a:lnTo>
                    <a:pt x="8808210" y="1172029"/>
                  </a:lnTo>
                  <a:lnTo>
                    <a:pt x="8763717" y="1098852"/>
                  </a:lnTo>
                  <a:lnTo>
                    <a:pt x="8719243" y="1026007"/>
                  </a:lnTo>
                  <a:lnTo>
                    <a:pt x="8674817" y="954074"/>
                  </a:lnTo>
                  <a:lnTo>
                    <a:pt x="8630460" y="883603"/>
                  </a:lnTo>
                  <a:lnTo>
                    <a:pt x="8586171" y="815098"/>
                  </a:lnTo>
                  <a:lnTo>
                    <a:pt x="8541929" y="749000"/>
                  </a:lnTo>
                  <a:lnTo>
                    <a:pt x="8497678" y="685680"/>
                  </a:lnTo>
                  <a:lnTo>
                    <a:pt x="8453332" y="625429"/>
                  </a:lnTo>
                  <a:lnTo>
                    <a:pt x="8408760" y="568458"/>
                  </a:lnTo>
                  <a:lnTo>
                    <a:pt x="8363784" y="514900"/>
                  </a:lnTo>
                  <a:lnTo>
                    <a:pt x="8318174" y="464809"/>
                  </a:lnTo>
                  <a:lnTo>
                    <a:pt x="8271634" y="418174"/>
                  </a:lnTo>
                  <a:lnTo>
                    <a:pt x="8229629" y="379945"/>
                  </a:lnTo>
                  <a:lnTo>
                    <a:pt x="8178331" y="338117"/>
                  </a:lnTo>
                  <a:lnTo>
                    <a:pt x="8124642" y="299879"/>
                  </a:lnTo>
                  <a:lnTo>
                    <a:pt x="8067902" y="265105"/>
                  </a:lnTo>
                  <a:lnTo>
                    <a:pt x="8007387" y="233556"/>
                  </a:lnTo>
                  <a:lnTo>
                    <a:pt x="7942342" y="204941"/>
                  </a:lnTo>
                  <a:lnTo>
                    <a:pt x="7872028" y="178957"/>
                  </a:lnTo>
                  <a:lnTo>
                    <a:pt x="7795767" y="155323"/>
                  </a:lnTo>
                  <a:lnTo>
                    <a:pt x="7713005" y="133787"/>
                  </a:lnTo>
                  <a:lnTo>
                    <a:pt x="7623399" y="114139"/>
                  </a:lnTo>
                  <a:lnTo>
                    <a:pt x="7526924" y="96217"/>
                  </a:lnTo>
                  <a:lnTo>
                    <a:pt x="7424009" y="79907"/>
                  </a:lnTo>
                  <a:lnTo>
                    <a:pt x="7315668" y="65145"/>
                  </a:lnTo>
                  <a:lnTo>
                    <a:pt x="7203632" y="51909"/>
                  </a:lnTo>
                  <a:lnTo>
                    <a:pt x="7090403" y="40211"/>
                  </a:lnTo>
                  <a:lnTo>
                    <a:pt x="6979219" y="30082"/>
                  </a:lnTo>
                  <a:lnTo>
                    <a:pt x="6873849" y="21553"/>
                  </a:lnTo>
                  <a:lnTo>
                    <a:pt x="6778219" y="14625"/>
                  </a:lnTo>
                  <a:lnTo>
                    <a:pt x="6695898" y="9256"/>
                  </a:lnTo>
                  <a:lnTo>
                    <a:pt x="6629530" y="5338"/>
                  </a:lnTo>
                  <a:lnTo>
                    <a:pt x="6580363" y="2699"/>
                  </a:lnTo>
                  <a:lnTo>
                    <a:pt x="6547963" y="1114"/>
                  </a:lnTo>
                  <a:lnTo>
                    <a:pt x="6530187" y="318"/>
                  </a:lnTo>
                  <a:lnTo>
                    <a:pt x="6523342" y="3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0" y="30"/>
                  </a:lnTo>
                  <a:lnTo>
                    <a:pt x="5518967" y="250"/>
                  </a:lnTo>
                  <a:lnTo>
                    <a:pt x="5500299" y="857"/>
                  </a:lnTo>
                  <a:lnTo>
                    <a:pt x="5466656" y="2052"/>
                  </a:lnTo>
                  <a:lnTo>
                    <a:pt x="5415969" y="4029"/>
                  </a:lnTo>
                  <a:lnTo>
                    <a:pt x="5347923" y="6950"/>
                  </a:lnTo>
                  <a:lnTo>
                    <a:pt x="5263907" y="10940"/>
                  </a:lnTo>
                  <a:lnTo>
                    <a:pt x="5166711" y="16071"/>
                  </a:lnTo>
                  <a:lnTo>
                    <a:pt x="5060020" y="22373"/>
                  </a:lnTo>
                  <a:lnTo>
                    <a:pt x="4947831" y="29841"/>
                  </a:lnTo>
                  <a:lnTo>
                    <a:pt x="4833939" y="38452"/>
                  </a:lnTo>
                  <a:lnTo>
                    <a:pt x="4721565" y="48185"/>
                  </a:lnTo>
                  <a:lnTo>
                    <a:pt x="4613168" y="59032"/>
                  </a:lnTo>
                  <a:lnTo>
                    <a:pt x="4510417" y="71013"/>
                  </a:lnTo>
                  <a:lnTo>
                    <a:pt x="4414264" y="84180"/>
                  </a:lnTo>
                  <a:lnTo>
                    <a:pt x="4325078" y="98620"/>
                  </a:lnTo>
                  <a:lnTo>
                    <a:pt x="4242783" y="114458"/>
                  </a:lnTo>
                  <a:lnTo>
                    <a:pt x="4166995" y="131853"/>
                  </a:lnTo>
                  <a:lnTo>
                    <a:pt x="4097126" y="150992"/>
                  </a:lnTo>
                  <a:lnTo>
                    <a:pt x="4032474" y="172087"/>
                  </a:lnTo>
                  <a:lnTo>
                    <a:pt x="3972281" y="195358"/>
                  </a:lnTo>
                  <a:lnTo>
                    <a:pt x="3915784" y="221016"/>
                  </a:lnTo>
                  <a:lnTo>
                    <a:pt x="3862251" y="249228"/>
                  </a:lnTo>
                  <a:lnTo>
                    <a:pt x="3820202" y="274259"/>
                  </a:lnTo>
                  <a:lnTo>
                    <a:pt x="3767966" y="308974"/>
                  </a:lnTo>
                  <a:lnTo>
                    <a:pt x="3717192" y="346646"/>
                  </a:lnTo>
                  <a:lnTo>
                    <a:pt x="3667419" y="387331"/>
                  </a:lnTo>
                  <a:lnTo>
                    <a:pt x="3618288" y="431017"/>
                  </a:lnTo>
                  <a:lnTo>
                    <a:pt x="3569527" y="477619"/>
                  </a:lnTo>
                  <a:lnTo>
                    <a:pt x="3520938" y="526969"/>
                  </a:lnTo>
                  <a:lnTo>
                    <a:pt x="3472386" y="578815"/>
                  </a:lnTo>
                  <a:lnTo>
                    <a:pt x="3423788" y="632821"/>
                  </a:lnTo>
                  <a:lnTo>
                    <a:pt x="3375109" y="688577"/>
                  </a:lnTo>
                  <a:lnTo>
                    <a:pt x="3326349" y="745604"/>
                  </a:lnTo>
                  <a:lnTo>
                    <a:pt x="3277533" y="803377"/>
                  </a:lnTo>
                  <a:lnTo>
                    <a:pt x="3228702" y="861338"/>
                  </a:lnTo>
                  <a:lnTo>
                    <a:pt x="3179901" y="918925"/>
                  </a:lnTo>
                  <a:lnTo>
                    <a:pt x="3131166" y="975588"/>
                  </a:lnTo>
                  <a:lnTo>
                    <a:pt x="3082516" y="1030815"/>
                  </a:lnTo>
                  <a:lnTo>
                    <a:pt x="3033939" y="1084148"/>
                  </a:lnTo>
                  <a:lnTo>
                    <a:pt x="2985386" y="1135201"/>
                  </a:lnTo>
                  <a:lnTo>
                    <a:pt x="2936758" y="1183666"/>
                  </a:lnTo>
                  <a:lnTo>
                    <a:pt x="2887900" y="1229319"/>
                  </a:lnTo>
                  <a:lnTo>
                    <a:pt x="2838590" y="1272018"/>
                  </a:lnTo>
                  <a:lnTo>
                    <a:pt x="2788531" y="1311704"/>
                  </a:lnTo>
                  <a:lnTo>
                    <a:pt x="2737330" y="1348388"/>
                  </a:lnTo>
                  <a:lnTo>
                    <a:pt x="2702183" y="1371299"/>
                  </a:lnTo>
                  <a:lnTo>
                    <a:pt x="2650585" y="1401658"/>
                  </a:lnTo>
                  <a:lnTo>
                    <a:pt x="2596564" y="1429396"/>
                  </a:lnTo>
                  <a:lnTo>
                    <a:pt x="2539450" y="1454606"/>
                  </a:lnTo>
                  <a:lnTo>
                    <a:pt x="2478503" y="1477465"/>
                  </a:lnTo>
                  <a:lnTo>
                    <a:pt x="2412958" y="1498187"/>
                  </a:lnTo>
                  <a:lnTo>
                    <a:pt x="2342062" y="1516994"/>
                  </a:lnTo>
                  <a:lnTo>
                    <a:pt x="2265129" y="1534092"/>
                  </a:lnTo>
                  <a:lnTo>
                    <a:pt x="2181602" y="1549665"/>
                  </a:lnTo>
                  <a:lnTo>
                    <a:pt x="2091143" y="1563865"/>
                  </a:lnTo>
                  <a:lnTo>
                    <a:pt x="1993747" y="1576811"/>
                  </a:lnTo>
                  <a:lnTo>
                    <a:pt x="1889878" y="1588583"/>
                  </a:lnTo>
                  <a:lnTo>
                    <a:pt x="1780611" y="1599226"/>
                  </a:lnTo>
                  <a:lnTo>
                    <a:pt x="1667754" y="1608756"/>
                  </a:lnTo>
                  <a:lnTo>
                    <a:pt x="1553912" y="1617161"/>
                  </a:lnTo>
                  <a:lnTo>
                    <a:pt x="1442429" y="1624419"/>
                  </a:lnTo>
                  <a:lnTo>
                    <a:pt x="1337169" y="1630507"/>
                  </a:lnTo>
                  <a:lnTo>
                    <a:pt x="1242116" y="1635428"/>
                  </a:lnTo>
                  <a:lnTo>
                    <a:pt x="1160833" y="1639216"/>
                  </a:lnTo>
                  <a:lnTo>
                    <a:pt x="1095889" y="1641955"/>
                  </a:lnTo>
                  <a:lnTo>
                    <a:pt x="1048378" y="1643776"/>
                  </a:lnTo>
                  <a:lnTo>
                    <a:pt x="1017663" y="1644850"/>
                  </a:lnTo>
                  <a:lnTo>
                    <a:pt x="1001368" y="1645371"/>
                  </a:lnTo>
                  <a:lnTo>
                    <a:pt x="995556" y="1645542"/>
                  </a:lnTo>
                  <a:lnTo>
                    <a:pt x="994940" y="1645559"/>
                  </a:lnTo>
                  <a:lnTo>
                    <a:pt x="0" y="1645559"/>
                  </a:lnTo>
                  <a:lnTo>
                    <a:pt x="0" y="16455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2" name="pg1061"/>
            <p:cNvSpPr/>
            <p:nvPr/>
          </p:nvSpPr>
          <p:spPr>
            <a:xfrm>
              <a:off x="1199187" y="4339080"/>
              <a:ext cx="12049831" cy="1090051"/>
            </a:xfrm>
            <a:custGeom>
              <a:avLst/>
              <a:pathLst>
                <a:path w="12049831" h="1090051">
                  <a:moveTo>
                    <a:pt x="0" y="204384"/>
                  </a:moveTo>
                  <a:lnTo>
                    <a:pt x="994940" y="204384"/>
                  </a:lnTo>
                  <a:lnTo>
                    <a:pt x="996070" y="204401"/>
                  </a:lnTo>
                  <a:lnTo>
                    <a:pt x="1003529" y="204521"/>
                  </a:lnTo>
                  <a:lnTo>
                    <a:pt x="1022435" y="204852"/>
                  </a:lnTo>
                  <a:lnTo>
                    <a:pt x="1056490" y="205504"/>
                  </a:lnTo>
                  <a:lnTo>
                    <a:pt x="1107764" y="206583"/>
                  </a:lnTo>
                  <a:lnTo>
                    <a:pt x="1176539" y="208176"/>
                  </a:lnTo>
                  <a:lnTo>
                    <a:pt x="1261368" y="210350"/>
                  </a:lnTo>
                  <a:lnTo>
                    <a:pt x="1359388" y="213146"/>
                  </a:lnTo>
                  <a:lnTo>
                    <a:pt x="1466847" y="216577"/>
                  </a:lnTo>
                  <a:lnTo>
                    <a:pt x="1579690" y="220642"/>
                  </a:lnTo>
                  <a:lnTo>
                    <a:pt x="1694090" y="225326"/>
                  </a:lnTo>
                  <a:lnTo>
                    <a:pt x="1806817" y="230620"/>
                  </a:lnTo>
                  <a:lnTo>
                    <a:pt x="1915420" y="236518"/>
                  </a:lnTo>
                  <a:lnTo>
                    <a:pt x="2018252" y="243034"/>
                  </a:lnTo>
                  <a:lnTo>
                    <a:pt x="2114386" y="250196"/>
                  </a:lnTo>
                  <a:lnTo>
                    <a:pt x="2203484" y="258054"/>
                  </a:lnTo>
                  <a:lnTo>
                    <a:pt x="2285647" y="266676"/>
                  </a:lnTo>
                  <a:lnTo>
                    <a:pt x="2361285" y="276151"/>
                  </a:lnTo>
                  <a:lnTo>
                    <a:pt x="2431003" y="286583"/>
                  </a:lnTo>
                  <a:lnTo>
                    <a:pt x="2495522" y="298086"/>
                  </a:lnTo>
                  <a:lnTo>
                    <a:pt x="2555611" y="310783"/>
                  </a:lnTo>
                  <a:lnTo>
                    <a:pt x="2612044" y="324786"/>
                  </a:lnTo>
                  <a:lnTo>
                    <a:pt x="2665554" y="340182"/>
                  </a:lnTo>
                  <a:lnTo>
                    <a:pt x="2702183" y="351995"/>
                  </a:lnTo>
                  <a:lnTo>
                    <a:pt x="2760222" y="372891"/>
                  </a:lnTo>
                  <a:lnTo>
                    <a:pt x="2816518" y="395763"/>
                  </a:lnTo>
                  <a:lnTo>
                    <a:pt x="2871684" y="420646"/>
                  </a:lnTo>
                  <a:lnTo>
                    <a:pt x="2926177" y="447516"/>
                  </a:lnTo>
                  <a:lnTo>
                    <a:pt x="2980331" y="476285"/>
                  </a:lnTo>
                  <a:lnTo>
                    <a:pt x="3034375" y="506797"/>
                  </a:lnTo>
                  <a:lnTo>
                    <a:pt x="3088448" y="538827"/>
                  </a:lnTo>
                  <a:lnTo>
                    <a:pt x="3142614" y="572083"/>
                  </a:lnTo>
                  <a:lnTo>
                    <a:pt x="3196883" y="606218"/>
                  </a:lnTo>
                  <a:lnTo>
                    <a:pt x="3251219" y="640844"/>
                  </a:lnTo>
                  <a:lnTo>
                    <a:pt x="3305567" y="675546"/>
                  </a:lnTo>
                  <a:lnTo>
                    <a:pt x="3359866" y="709908"/>
                  </a:lnTo>
                  <a:lnTo>
                    <a:pt x="3414071" y="743530"/>
                  </a:lnTo>
                  <a:lnTo>
                    <a:pt x="3468174" y="776046"/>
                  </a:lnTo>
                  <a:lnTo>
                    <a:pt x="3522217" y="807145"/>
                  </a:lnTo>
                  <a:lnTo>
                    <a:pt x="3576309" y="836576"/>
                  </a:lnTo>
                  <a:lnTo>
                    <a:pt x="3630645" y="864156"/>
                  </a:lnTo>
                  <a:lnTo>
                    <a:pt x="3685518" y="889774"/>
                  </a:lnTo>
                  <a:lnTo>
                    <a:pt x="3741337" y="913383"/>
                  </a:lnTo>
                  <a:lnTo>
                    <a:pt x="3798654" y="934997"/>
                  </a:lnTo>
                  <a:lnTo>
                    <a:pt x="3820202" y="942440"/>
                  </a:lnTo>
                  <a:lnTo>
                    <a:pt x="3872039" y="958850"/>
                  </a:lnTo>
                  <a:lnTo>
                    <a:pt x="3926322" y="973838"/>
                  </a:lnTo>
                  <a:lnTo>
                    <a:pt x="3983734" y="987452"/>
                  </a:lnTo>
                  <a:lnTo>
                    <a:pt x="4045023" y="999792"/>
                  </a:lnTo>
                  <a:lnTo>
                    <a:pt x="4110967" y="1010973"/>
                  </a:lnTo>
                  <a:lnTo>
                    <a:pt x="4182326" y="1021117"/>
                  </a:lnTo>
                  <a:lnTo>
                    <a:pt x="4259794" y="1030335"/>
                  </a:lnTo>
                  <a:lnTo>
                    <a:pt x="4343931" y="1038729"/>
                  </a:lnTo>
                  <a:lnTo>
                    <a:pt x="4435069" y="1046379"/>
                  </a:lnTo>
                  <a:lnTo>
                    <a:pt x="4533197" y="1053350"/>
                  </a:lnTo>
                  <a:lnTo>
                    <a:pt x="4637822" y="1059685"/>
                  </a:lnTo>
                  <a:lnTo>
                    <a:pt x="4747821" y="1065408"/>
                  </a:lnTo>
                  <a:lnTo>
                    <a:pt x="4861320" y="1070526"/>
                  </a:lnTo>
                  <a:lnTo>
                    <a:pt x="4975633" y="1075033"/>
                  </a:lnTo>
                  <a:lnTo>
                    <a:pt x="5087331" y="1078916"/>
                  </a:lnTo>
                  <a:lnTo>
                    <a:pt x="5192476" y="1082163"/>
                  </a:lnTo>
                  <a:lnTo>
                    <a:pt x="5287041" y="1084776"/>
                  </a:lnTo>
                  <a:lnTo>
                    <a:pt x="5367469" y="1086778"/>
                  </a:lnTo>
                  <a:lnTo>
                    <a:pt x="5431262" y="1088214"/>
                  </a:lnTo>
                  <a:lnTo>
                    <a:pt x="5477450" y="1089159"/>
                  </a:lnTo>
                  <a:lnTo>
                    <a:pt x="5506837" y="1089708"/>
                  </a:lnTo>
                  <a:lnTo>
                    <a:pt x="5521987" y="1089966"/>
                  </a:lnTo>
                  <a:lnTo>
                    <a:pt x="5527033" y="1090045"/>
                  </a:lnTo>
                  <a:lnTo>
                    <a:pt x="5527445" y="1090051"/>
                  </a:lnTo>
                  <a:lnTo>
                    <a:pt x="6522385" y="1090051"/>
                  </a:lnTo>
                  <a:lnTo>
                    <a:pt x="6523513" y="1090031"/>
                  </a:lnTo>
                  <a:lnTo>
                    <a:pt x="6530952" y="1089884"/>
                  </a:lnTo>
                  <a:lnTo>
                    <a:pt x="6549809" y="1089480"/>
                  </a:lnTo>
                  <a:lnTo>
                    <a:pt x="6583778" y="1088683"/>
                  </a:lnTo>
                  <a:lnTo>
                    <a:pt x="6634931" y="1087366"/>
                  </a:lnTo>
                  <a:lnTo>
                    <a:pt x="6703556" y="1085420"/>
                  </a:lnTo>
                  <a:lnTo>
                    <a:pt x="6788217" y="1082764"/>
                  </a:lnTo>
                  <a:lnTo>
                    <a:pt x="6886068" y="1079348"/>
                  </a:lnTo>
                  <a:lnTo>
                    <a:pt x="6993369" y="1075155"/>
                  </a:lnTo>
                  <a:lnTo>
                    <a:pt x="7106078" y="1070188"/>
                  </a:lnTo>
                  <a:lnTo>
                    <a:pt x="7220374" y="1064463"/>
                  </a:lnTo>
                  <a:lnTo>
                    <a:pt x="7333029" y="1057993"/>
                  </a:lnTo>
                  <a:lnTo>
                    <a:pt x="7441591" y="1050783"/>
                  </a:lnTo>
                  <a:lnTo>
                    <a:pt x="7544407" y="1042820"/>
                  </a:lnTo>
                  <a:lnTo>
                    <a:pt x="7640545" y="1034066"/>
                  </a:lnTo>
                  <a:lnTo>
                    <a:pt x="7729661" y="1024464"/>
                  </a:lnTo>
                  <a:lnTo>
                    <a:pt x="7811852" y="1013927"/>
                  </a:lnTo>
                  <a:lnTo>
                    <a:pt x="7887520" y="1002350"/>
                  </a:lnTo>
                  <a:lnTo>
                    <a:pt x="7957269" y="989606"/>
                  </a:lnTo>
                  <a:lnTo>
                    <a:pt x="8021815" y="975554"/>
                  </a:lnTo>
                  <a:lnTo>
                    <a:pt x="8081926" y="960046"/>
                  </a:lnTo>
                  <a:lnTo>
                    <a:pt x="8138371" y="942943"/>
                  </a:lnTo>
                  <a:lnTo>
                    <a:pt x="8191886" y="924139"/>
                  </a:lnTo>
                  <a:lnTo>
                    <a:pt x="8229629" y="909250"/>
                  </a:lnTo>
                  <a:lnTo>
                    <a:pt x="8286209" y="884340"/>
                  </a:lnTo>
                  <a:lnTo>
                    <a:pt x="8341119" y="857132"/>
                  </a:lnTo>
                  <a:lnTo>
                    <a:pt x="8394929" y="827586"/>
                  </a:lnTo>
                  <a:lnTo>
                    <a:pt x="8448073" y="795724"/>
                  </a:lnTo>
                  <a:lnTo>
                    <a:pt x="8500867" y="761639"/>
                  </a:lnTo>
                  <a:lnTo>
                    <a:pt x="8553535" y="725499"/>
                  </a:lnTo>
                  <a:lnTo>
                    <a:pt x="8606215" y="687548"/>
                  </a:lnTo>
                  <a:lnTo>
                    <a:pt x="8658978" y="648105"/>
                  </a:lnTo>
                  <a:lnTo>
                    <a:pt x="8711839" y="607552"/>
                  </a:lnTo>
                  <a:lnTo>
                    <a:pt x="8764776" y="566321"/>
                  </a:lnTo>
                  <a:lnTo>
                    <a:pt x="8817738" y="524876"/>
                  </a:lnTo>
                  <a:lnTo>
                    <a:pt x="8870669" y="483692"/>
                  </a:lnTo>
                  <a:lnTo>
                    <a:pt x="8923521" y="443230"/>
                  </a:lnTo>
                  <a:lnTo>
                    <a:pt x="8976274" y="403918"/>
                  </a:lnTo>
                  <a:lnTo>
                    <a:pt x="9028949" y="366133"/>
                  </a:lnTo>
                  <a:lnTo>
                    <a:pt x="9081622" y="330187"/>
                  </a:lnTo>
                  <a:lnTo>
                    <a:pt x="9134439" y="296315"/>
                  </a:lnTo>
                  <a:lnTo>
                    <a:pt x="9187633" y="264680"/>
                  </a:lnTo>
                  <a:lnTo>
                    <a:pt x="9241531" y="235365"/>
                  </a:lnTo>
                  <a:lnTo>
                    <a:pt x="9296577" y="208387"/>
                  </a:lnTo>
                  <a:lnTo>
                    <a:pt x="9347647" y="186042"/>
                  </a:lnTo>
                  <a:lnTo>
                    <a:pt x="9399435" y="165960"/>
                  </a:lnTo>
                  <a:lnTo>
                    <a:pt x="9453664" y="147617"/>
                  </a:lnTo>
                  <a:lnTo>
                    <a:pt x="9511015" y="130953"/>
                  </a:lnTo>
                  <a:lnTo>
                    <a:pt x="9572234" y="115848"/>
                  </a:lnTo>
                  <a:lnTo>
                    <a:pt x="9638096" y="102160"/>
                  </a:lnTo>
                  <a:lnTo>
                    <a:pt x="9709359" y="89741"/>
                  </a:lnTo>
                  <a:lnTo>
                    <a:pt x="9786717" y="78453"/>
                  </a:lnTo>
                  <a:lnTo>
                    <a:pt x="9870728" y="68176"/>
                  </a:lnTo>
                  <a:lnTo>
                    <a:pt x="9961726" y="58807"/>
                  </a:lnTo>
                  <a:lnTo>
                    <a:pt x="10059703" y="50269"/>
                  </a:lnTo>
                  <a:lnTo>
                    <a:pt x="10164172" y="42510"/>
                  </a:lnTo>
                  <a:lnTo>
                    <a:pt x="10274021" y="35498"/>
                  </a:lnTo>
                  <a:lnTo>
                    <a:pt x="10387388" y="29227"/>
                  </a:lnTo>
                  <a:lnTo>
                    <a:pt x="10501606" y="23702"/>
                  </a:lnTo>
                  <a:lnTo>
                    <a:pt x="10613261" y="18941"/>
                  </a:lnTo>
                  <a:lnTo>
                    <a:pt x="10718432" y="14956"/>
                  </a:lnTo>
                  <a:lnTo>
                    <a:pt x="10813099" y="11746"/>
                  </a:lnTo>
                  <a:lnTo>
                    <a:pt x="10893706" y="9285"/>
                  </a:lnTo>
                  <a:lnTo>
                    <a:pt x="10957737" y="7516"/>
                  </a:lnTo>
                  <a:lnTo>
                    <a:pt x="11004198" y="6350"/>
                  </a:lnTo>
                  <a:lnTo>
                    <a:pt x="11033858" y="5670"/>
                  </a:lnTo>
                  <a:lnTo>
                    <a:pt x="11049242" y="5348"/>
                  </a:lnTo>
                  <a:lnTo>
                    <a:pt x="11054441" y="524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4" y="20"/>
                  </a:lnTo>
                  <a:lnTo>
                    <a:pt x="11046324" y="166"/>
                  </a:lnTo>
                  <a:lnTo>
                    <a:pt x="11027468" y="571"/>
                  </a:lnTo>
                  <a:lnTo>
                    <a:pt x="10993498" y="1368"/>
                  </a:lnTo>
                  <a:lnTo>
                    <a:pt x="10942345" y="2685"/>
                  </a:lnTo>
                  <a:lnTo>
                    <a:pt x="10873720" y="4631"/>
                  </a:lnTo>
                  <a:lnTo>
                    <a:pt x="10789059" y="7287"/>
                  </a:lnTo>
                  <a:lnTo>
                    <a:pt x="10691208" y="10703"/>
                  </a:lnTo>
                  <a:lnTo>
                    <a:pt x="10583907" y="14896"/>
                  </a:lnTo>
                  <a:lnTo>
                    <a:pt x="10471198" y="19863"/>
                  </a:lnTo>
                  <a:lnTo>
                    <a:pt x="10356902" y="25588"/>
                  </a:lnTo>
                  <a:lnTo>
                    <a:pt x="10244247" y="32058"/>
                  </a:lnTo>
                  <a:lnTo>
                    <a:pt x="10135686" y="39268"/>
                  </a:lnTo>
                  <a:lnTo>
                    <a:pt x="10032870" y="47231"/>
                  </a:lnTo>
                  <a:lnTo>
                    <a:pt x="9936732" y="55984"/>
                  </a:lnTo>
                  <a:lnTo>
                    <a:pt x="9847615" y="65587"/>
                  </a:lnTo>
                  <a:lnTo>
                    <a:pt x="9765425" y="76124"/>
                  </a:lnTo>
                  <a:lnTo>
                    <a:pt x="9689756" y="87701"/>
                  </a:lnTo>
                  <a:lnTo>
                    <a:pt x="9620007" y="100445"/>
                  </a:lnTo>
                  <a:lnTo>
                    <a:pt x="9555461" y="114497"/>
                  </a:lnTo>
                  <a:lnTo>
                    <a:pt x="9495351" y="130005"/>
                  </a:lnTo>
                  <a:lnTo>
                    <a:pt x="9438905" y="147107"/>
                  </a:lnTo>
                  <a:lnTo>
                    <a:pt x="9385391" y="165912"/>
                  </a:lnTo>
                  <a:lnTo>
                    <a:pt x="9347647" y="180801"/>
                  </a:lnTo>
                  <a:lnTo>
                    <a:pt x="9291067" y="205711"/>
                  </a:lnTo>
                  <a:lnTo>
                    <a:pt x="9236158" y="232919"/>
                  </a:lnTo>
                  <a:lnTo>
                    <a:pt x="9182347" y="262465"/>
                  </a:lnTo>
                  <a:lnTo>
                    <a:pt x="9129204" y="294327"/>
                  </a:lnTo>
                  <a:lnTo>
                    <a:pt x="9076409" y="328412"/>
                  </a:lnTo>
                  <a:lnTo>
                    <a:pt x="9023742" y="364552"/>
                  </a:lnTo>
                  <a:lnTo>
                    <a:pt x="8971062" y="402503"/>
                  </a:lnTo>
                  <a:lnTo>
                    <a:pt x="8918299" y="441946"/>
                  </a:lnTo>
                  <a:lnTo>
                    <a:pt x="8865437" y="482499"/>
                  </a:lnTo>
                  <a:lnTo>
                    <a:pt x="8812501" y="523730"/>
                  </a:lnTo>
                  <a:lnTo>
                    <a:pt x="8759539" y="565175"/>
                  </a:lnTo>
                  <a:lnTo>
                    <a:pt x="8706608" y="606359"/>
                  </a:lnTo>
                  <a:lnTo>
                    <a:pt x="8653755" y="646821"/>
                  </a:lnTo>
                  <a:lnTo>
                    <a:pt x="8601002" y="686133"/>
                  </a:lnTo>
                  <a:lnTo>
                    <a:pt x="8548328" y="723918"/>
                  </a:lnTo>
                  <a:lnTo>
                    <a:pt x="8495655" y="759864"/>
                  </a:lnTo>
                  <a:lnTo>
                    <a:pt x="8442837" y="793736"/>
                  </a:lnTo>
                  <a:lnTo>
                    <a:pt x="8389644" y="825371"/>
                  </a:lnTo>
                  <a:lnTo>
                    <a:pt x="8335746" y="854686"/>
                  </a:lnTo>
                  <a:lnTo>
                    <a:pt x="8280699" y="881664"/>
                  </a:lnTo>
                  <a:lnTo>
                    <a:pt x="8229629" y="904009"/>
                  </a:lnTo>
                  <a:lnTo>
                    <a:pt x="8177841" y="924091"/>
                  </a:lnTo>
                  <a:lnTo>
                    <a:pt x="8123612" y="942434"/>
                  </a:lnTo>
                  <a:lnTo>
                    <a:pt x="8066262" y="959098"/>
                  </a:lnTo>
                  <a:lnTo>
                    <a:pt x="8005043" y="974203"/>
                  </a:lnTo>
                  <a:lnTo>
                    <a:pt x="7939181" y="987891"/>
                  </a:lnTo>
                  <a:lnTo>
                    <a:pt x="7867918" y="1000310"/>
                  </a:lnTo>
                  <a:lnTo>
                    <a:pt x="7790560" y="1011598"/>
                  </a:lnTo>
                  <a:lnTo>
                    <a:pt x="7706549" y="1021875"/>
                  </a:lnTo>
                  <a:lnTo>
                    <a:pt x="7615550" y="1031244"/>
                  </a:lnTo>
                  <a:lnTo>
                    <a:pt x="7517573" y="1039781"/>
                  </a:lnTo>
                  <a:lnTo>
                    <a:pt x="7413104" y="1047541"/>
                  </a:lnTo>
                  <a:lnTo>
                    <a:pt x="7303256" y="1054553"/>
                  </a:lnTo>
                  <a:lnTo>
                    <a:pt x="7189888" y="1060824"/>
                  </a:lnTo>
                  <a:lnTo>
                    <a:pt x="7075671" y="1066349"/>
                  </a:lnTo>
                  <a:lnTo>
                    <a:pt x="6964015" y="1071110"/>
                  </a:lnTo>
                  <a:lnTo>
                    <a:pt x="6858845" y="1075095"/>
                  </a:lnTo>
                  <a:lnTo>
                    <a:pt x="6764177" y="1078305"/>
                  </a:lnTo>
                  <a:lnTo>
                    <a:pt x="6683571" y="1080766"/>
                  </a:lnTo>
                  <a:lnTo>
                    <a:pt x="6619539" y="1082535"/>
                  </a:lnTo>
                  <a:lnTo>
                    <a:pt x="6573078" y="1083701"/>
                  </a:lnTo>
                  <a:lnTo>
                    <a:pt x="6543419" y="1084380"/>
                  </a:lnTo>
                  <a:lnTo>
                    <a:pt x="6528035" y="1084703"/>
                  </a:lnTo>
                  <a:lnTo>
                    <a:pt x="6522835" y="1084803"/>
                  </a:lnTo>
                  <a:lnTo>
                    <a:pt x="6522385" y="1084811"/>
                  </a:lnTo>
                  <a:lnTo>
                    <a:pt x="5527445" y="1084811"/>
                  </a:lnTo>
                  <a:lnTo>
                    <a:pt x="5526315" y="1084794"/>
                  </a:lnTo>
                  <a:lnTo>
                    <a:pt x="5518856" y="1084674"/>
                  </a:lnTo>
                  <a:lnTo>
                    <a:pt x="5499950" y="1084343"/>
                  </a:lnTo>
                  <a:lnTo>
                    <a:pt x="5465895" y="1083691"/>
                  </a:lnTo>
                  <a:lnTo>
                    <a:pt x="5414621" y="1082612"/>
                  </a:lnTo>
                  <a:lnTo>
                    <a:pt x="5345846" y="1081019"/>
                  </a:lnTo>
                  <a:lnTo>
                    <a:pt x="5261017" y="1078845"/>
                  </a:lnTo>
                  <a:lnTo>
                    <a:pt x="5162997" y="1076049"/>
                  </a:lnTo>
                  <a:lnTo>
                    <a:pt x="5055538" y="1072618"/>
                  </a:lnTo>
                  <a:lnTo>
                    <a:pt x="4942695" y="1068553"/>
                  </a:lnTo>
                  <a:lnTo>
                    <a:pt x="4828295" y="1063869"/>
                  </a:lnTo>
                  <a:lnTo>
                    <a:pt x="4715568" y="1058575"/>
                  </a:lnTo>
                  <a:lnTo>
                    <a:pt x="4606965" y="1052677"/>
                  </a:lnTo>
                  <a:lnTo>
                    <a:pt x="4504133" y="1046161"/>
                  </a:lnTo>
                  <a:lnTo>
                    <a:pt x="4407999" y="1038999"/>
                  </a:lnTo>
                  <a:lnTo>
                    <a:pt x="4318901" y="1031141"/>
                  </a:lnTo>
                  <a:lnTo>
                    <a:pt x="4236738" y="1022519"/>
                  </a:lnTo>
                  <a:lnTo>
                    <a:pt x="4161100" y="1013044"/>
                  </a:lnTo>
                  <a:lnTo>
                    <a:pt x="4091382" y="1002612"/>
                  </a:lnTo>
                  <a:lnTo>
                    <a:pt x="4026863" y="991109"/>
                  </a:lnTo>
                  <a:lnTo>
                    <a:pt x="3966774" y="978412"/>
                  </a:lnTo>
                  <a:lnTo>
                    <a:pt x="3910341" y="964409"/>
                  </a:lnTo>
                  <a:lnTo>
                    <a:pt x="3856831" y="949013"/>
                  </a:lnTo>
                  <a:lnTo>
                    <a:pt x="3820202" y="937200"/>
                  </a:lnTo>
                  <a:lnTo>
                    <a:pt x="3762163" y="916304"/>
                  </a:lnTo>
                  <a:lnTo>
                    <a:pt x="3705867" y="893432"/>
                  </a:lnTo>
                  <a:lnTo>
                    <a:pt x="3650701" y="868549"/>
                  </a:lnTo>
                  <a:lnTo>
                    <a:pt x="3596208" y="841679"/>
                  </a:lnTo>
                  <a:lnTo>
                    <a:pt x="3542054" y="812910"/>
                  </a:lnTo>
                  <a:lnTo>
                    <a:pt x="3488010" y="782398"/>
                  </a:lnTo>
                  <a:lnTo>
                    <a:pt x="3433937" y="750368"/>
                  </a:lnTo>
                  <a:lnTo>
                    <a:pt x="3379771" y="717112"/>
                  </a:lnTo>
                  <a:lnTo>
                    <a:pt x="3325502" y="682977"/>
                  </a:lnTo>
                  <a:lnTo>
                    <a:pt x="3271166" y="648351"/>
                  </a:lnTo>
                  <a:lnTo>
                    <a:pt x="3216818" y="613649"/>
                  </a:lnTo>
                  <a:lnTo>
                    <a:pt x="3162519" y="579287"/>
                  </a:lnTo>
                  <a:lnTo>
                    <a:pt x="3108314" y="545665"/>
                  </a:lnTo>
                  <a:lnTo>
                    <a:pt x="3054211" y="513149"/>
                  </a:lnTo>
                  <a:lnTo>
                    <a:pt x="3000168" y="482050"/>
                  </a:lnTo>
                  <a:lnTo>
                    <a:pt x="2946076" y="452619"/>
                  </a:lnTo>
                  <a:lnTo>
                    <a:pt x="2891740" y="425039"/>
                  </a:lnTo>
                  <a:lnTo>
                    <a:pt x="2836867" y="399421"/>
                  </a:lnTo>
                  <a:lnTo>
                    <a:pt x="2781048" y="375812"/>
                  </a:lnTo>
                  <a:lnTo>
                    <a:pt x="2723731" y="354198"/>
                  </a:lnTo>
                  <a:lnTo>
                    <a:pt x="2702183" y="346755"/>
                  </a:lnTo>
                  <a:lnTo>
                    <a:pt x="2650346" y="330345"/>
                  </a:lnTo>
                  <a:lnTo>
                    <a:pt x="2596063" y="315357"/>
                  </a:lnTo>
                  <a:lnTo>
                    <a:pt x="2538651" y="301743"/>
                  </a:lnTo>
                  <a:lnTo>
                    <a:pt x="2477362" y="289403"/>
                  </a:lnTo>
                  <a:lnTo>
                    <a:pt x="2411418" y="278222"/>
                  </a:lnTo>
                  <a:lnTo>
                    <a:pt x="2340059" y="268078"/>
                  </a:lnTo>
                  <a:lnTo>
                    <a:pt x="2262591" y="258860"/>
                  </a:lnTo>
                  <a:lnTo>
                    <a:pt x="2178454" y="250466"/>
                  </a:lnTo>
                  <a:lnTo>
                    <a:pt x="2087316" y="242816"/>
                  </a:lnTo>
                  <a:lnTo>
                    <a:pt x="1989188" y="235845"/>
                  </a:lnTo>
                  <a:lnTo>
                    <a:pt x="1884563" y="229510"/>
                  </a:lnTo>
                  <a:lnTo>
                    <a:pt x="1774564" y="223787"/>
                  </a:lnTo>
                  <a:lnTo>
                    <a:pt x="1661065" y="218669"/>
                  </a:lnTo>
                  <a:lnTo>
                    <a:pt x="1546752" y="214162"/>
                  </a:lnTo>
                  <a:lnTo>
                    <a:pt x="1435054" y="210279"/>
                  </a:lnTo>
                  <a:lnTo>
                    <a:pt x="1329909" y="207032"/>
                  </a:lnTo>
                  <a:lnTo>
                    <a:pt x="1235344" y="204419"/>
                  </a:lnTo>
                  <a:lnTo>
                    <a:pt x="1154916" y="202417"/>
                  </a:lnTo>
                  <a:lnTo>
                    <a:pt x="1091123" y="200981"/>
                  </a:lnTo>
                  <a:lnTo>
                    <a:pt x="1044935" y="200036"/>
                  </a:lnTo>
                  <a:lnTo>
                    <a:pt x="1015548" y="199487"/>
                  </a:lnTo>
                  <a:lnTo>
                    <a:pt x="1000398" y="199229"/>
                  </a:lnTo>
                  <a:lnTo>
                    <a:pt x="995352" y="199150"/>
                  </a:lnTo>
                  <a:lnTo>
                    <a:pt x="994940" y="199144"/>
                  </a:lnTo>
                  <a:lnTo>
                    <a:pt x="0" y="199144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63" name="pl1062"/>
            <p:cNvSpPr/>
            <p:nvPr/>
          </p:nvSpPr>
          <p:spPr>
            <a:xfrm>
              <a:off x="1199187" y="4344321"/>
              <a:ext cx="12049831" cy="1084811"/>
            </a:xfrm>
            <a:custGeom>
              <a:avLst/>
              <a:pathLst>
                <a:path w="12049831" h="1084811">
                  <a:moveTo>
                    <a:pt x="0" y="199144"/>
                  </a:moveTo>
                  <a:lnTo>
                    <a:pt x="994940" y="199144"/>
                  </a:lnTo>
                  <a:lnTo>
                    <a:pt x="996070" y="199160"/>
                  </a:lnTo>
                  <a:lnTo>
                    <a:pt x="1003529" y="199280"/>
                  </a:lnTo>
                  <a:lnTo>
                    <a:pt x="1022435" y="199611"/>
                  </a:lnTo>
                  <a:lnTo>
                    <a:pt x="1056490" y="200264"/>
                  </a:lnTo>
                  <a:lnTo>
                    <a:pt x="1107764" y="201342"/>
                  </a:lnTo>
                  <a:lnTo>
                    <a:pt x="1176539" y="202935"/>
                  </a:lnTo>
                  <a:lnTo>
                    <a:pt x="1261368" y="205110"/>
                  </a:lnTo>
                  <a:lnTo>
                    <a:pt x="1359388" y="207905"/>
                  </a:lnTo>
                  <a:lnTo>
                    <a:pt x="1466847" y="211337"/>
                  </a:lnTo>
                  <a:lnTo>
                    <a:pt x="1579690" y="215401"/>
                  </a:lnTo>
                  <a:lnTo>
                    <a:pt x="1694090" y="220086"/>
                  </a:lnTo>
                  <a:lnTo>
                    <a:pt x="1806817" y="225379"/>
                  </a:lnTo>
                  <a:lnTo>
                    <a:pt x="1915420" y="231278"/>
                  </a:lnTo>
                  <a:lnTo>
                    <a:pt x="2018252" y="237793"/>
                  </a:lnTo>
                  <a:lnTo>
                    <a:pt x="2114386" y="244955"/>
                  </a:lnTo>
                  <a:lnTo>
                    <a:pt x="2203484" y="252813"/>
                  </a:lnTo>
                  <a:lnTo>
                    <a:pt x="2285647" y="261435"/>
                  </a:lnTo>
                  <a:lnTo>
                    <a:pt x="2361285" y="270910"/>
                  </a:lnTo>
                  <a:lnTo>
                    <a:pt x="2431003" y="281342"/>
                  </a:lnTo>
                  <a:lnTo>
                    <a:pt x="2495522" y="292846"/>
                  </a:lnTo>
                  <a:lnTo>
                    <a:pt x="2555611" y="305542"/>
                  </a:lnTo>
                  <a:lnTo>
                    <a:pt x="2612044" y="319545"/>
                  </a:lnTo>
                  <a:lnTo>
                    <a:pt x="2665554" y="334941"/>
                  </a:lnTo>
                  <a:lnTo>
                    <a:pt x="2702183" y="346755"/>
                  </a:lnTo>
                  <a:lnTo>
                    <a:pt x="2760222" y="367650"/>
                  </a:lnTo>
                  <a:lnTo>
                    <a:pt x="2816518" y="390523"/>
                  </a:lnTo>
                  <a:lnTo>
                    <a:pt x="2871684" y="415406"/>
                  </a:lnTo>
                  <a:lnTo>
                    <a:pt x="2926177" y="442275"/>
                  </a:lnTo>
                  <a:lnTo>
                    <a:pt x="2980331" y="471045"/>
                  </a:lnTo>
                  <a:lnTo>
                    <a:pt x="3034375" y="501557"/>
                  </a:lnTo>
                  <a:lnTo>
                    <a:pt x="3088448" y="533586"/>
                  </a:lnTo>
                  <a:lnTo>
                    <a:pt x="3142614" y="566842"/>
                  </a:lnTo>
                  <a:lnTo>
                    <a:pt x="3196883" y="600977"/>
                  </a:lnTo>
                  <a:lnTo>
                    <a:pt x="3251219" y="635603"/>
                  </a:lnTo>
                  <a:lnTo>
                    <a:pt x="3305567" y="670305"/>
                  </a:lnTo>
                  <a:lnTo>
                    <a:pt x="3359866" y="704668"/>
                  </a:lnTo>
                  <a:lnTo>
                    <a:pt x="3414071" y="738289"/>
                  </a:lnTo>
                  <a:lnTo>
                    <a:pt x="3468174" y="770806"/>
                  </a:lnTo>
                  <a:lnTo>
                    <a:pt x="3522217" y="801904"/>
                  </a:lnTo>
                  <a:lnTo>
                    <a:pt x="3576309" y="831335"/>
                  </a:lnTo>
                  <a:lnTo>
                    <a:pt x="3630645" y="858915"/>
                  </a:lnTo>
                  <a:lnTo>
                    <a:pt x="3685518" y="884534"/>
                  </a:lnTo>
                  <a:lnTo>
                    <a:pt x="3741337" y="908143"/>
                  </a:lnTo>
                  <a:lnTo>
                    <a:pt x="3798654" y="929757"/>
                  </a:lnTo>
                  <a:lnTo>
                    <a:pt x="3820202" y="937200"/>
                  </a:lnTo>
                  <a:lnTo>
                    <a:pt x="3872039" y="953610"/>
                  </a:lnTo>
                  <a:lnTo>
                    <a:pt x="3926322" y="968597"/>
                  </a:lnTo>
                  <a:lnTo>
                    <a:pt x="3983734" y="982212"/>
                  </a:lnTo>
                  <a:lnTo>
                    <a:pt x="4045023" y="994551"/>
                  </a:lnTo>
                  <a:lnTo>
                    <a:pt x="4110967" y="1005733"/>
                  </a:lnTo>
                  <a:lnTo>
                    <a:pt x="4182326" y="1015876"/>
                  </a:lnTo>
                  <a:lnTo>
                    <a:pt x="4259794" y="1025095"/>
                  </a:lnTo>
                  <a:lnTo>
                    <a:pt x="4343931" y="1033488"/>
                  </a:lnTo>
                  <a:lnTo>
                    <a:pt x="4435069" y="1041138"/>
                  </a:lnTo>
                  <a:lnTo>
                    <a:pt x="4533197" y="1048109"/>
                  </a:lnTo>
                  <a:lnTo>
                    <a:pt x="4637822" y="1054444"/>
                  </a:lnTo>
                  <a:lnTo>
                    <a:pt x="4747821" y="1060168"/>
                  </a:lnTo>
                  <a:lnTo>
                    <a:pt x="4861320" y="1065286"/>
                  </a:lnTo>
                  <a:lnTo>
                    <a:pt x="4975633" y="1069792"/>
                  </a:lnTo>
                  <a:lnTo>
                    <a:pt x="5087331" y="1073675"/>
                  </a:lnTo>
                  <a:lnTo>
                    <a:pt x="5192476" y="1076922"/>
                  </a:lnTo>
                  <a:lnTo>
                    <a:pt x="5287041" y="1079536"/>
                  </a:lnTo>
                  <a:lnTo>
                    <a:pt x="5367469" y="1081537"/>
                  </a:lnTo>
                  <a:lnTo>
                    <a:pt x="5431262" y="1082973"/>
                  </a:lnTo>
                  <a:lnTo>
                    <a:pt x="5477450" y="1083919"/>
                  </a:lnTo>
                  <a:lnTo>
                    <a:pt x="5506837" y="1084467"/>
                  </a:lnTo>
                  <a:lnTo>
                    <a:pt x="5521987" y="1084726"/>
                  </a:lnTo>
                  <a:lnTo>
                    <a:pt x="5527033" y="1084805"/>
                  </a:lnTo>
                  <a:lnTo>
                    <a:pt x="5527445" y="1084811"/>
                  </a:lnTo>
                  <a:lnTo>
                    <a:pt x="6522385" y="1084811"/>
                  </a:lnTo>
                  <a:lnTo>
                    <a:pt x="6523513" y="1084790"/>
                  </a:lnTo>
                  <a:lnTo>
                    <a:pt x="6530952" y="1084644"/>
                  </a:lnTo>
                  <a:lnTo>
                    <a:pt x="6549809" y="1084240"/>
                  </a:lnTo>
                  <a:lnTo>
                    <a:pt x="6583778" y="1083443"/>
                  </a:lnTo>
                  <a:lnTo>
                    <a:pt x="6634931" y="1082126"/>
                  </a:lnTo>
                  <a:lnTo>
                    <a:pt x="6703556" y="1080179"/>
                  </a:lnTo>
                  <a:lnTo>
                    <a:pt x="6788217" y="1077523"/>
                  </a:lnTo>
                  <a:lnTo>
                    <a:pt x="6886068" y="1074107"/>
                  </a:lnTo>
                  <a:lnTo>
                    <a:pt x="6993369" y="1069914"/>
                  </a:lnTo>
                  <a:lnTo>
                    <a:pt x="7106078" y="1064947"/>
                  </a:lnTo>
                  <a:lnTo>
                    <a:pt x="7220374" y="1059222"/>
                  </a:lnTo>
                  <a:lnTo>
                    <a:pt x="7333029" y="1052752"/>
                  </a:lnTo>
                  <a:lnTo>
                    <a:pt x="7441591" y="1045543"/>
                  </a:lnTo>
                  <a:lnTo>
                    <a:pt x="7544407" y="1037579"/>
                  </a:lnTo>
                  <a:lnTo>
                    <a:pt x="7640545" y="1028826"/>
                  </a:lnTo>
                  <a:lnTo>
                    <a:pt x="7729661" y="1019223"/>
                  </a:lnTo>
                  <a:lnTo>
                    <a:pt x="7811852" y="1008686"/>
                  </a:lnTo>
                  <a:lnTo>
                    <a:pt x="7887520" y="997110"/>
                  </a:lnTo>
                  <a:lnTo>
                    <a:pt x="7957269" y="984366"/>
                  </a:lnTo>
                  <a:lnTo>
                    <a:pt x="8021815" y="970313"/>
                  </a:lnTo>
                  <a:lnTo>
                    <a:pt x="8081926" y="954805"/>
                  </a:lnTo>
                  <a:lnTo>
                    <a:pt x="8138371" y="937703"/>
                  </a:lnTo>
                  <a:lnTo>
                    <a:pt x="8191886" y="918899"/>
                  </a:lnTo>
                  <a:lnTo>
                    <a:pt x="8229629" y="904009"/>
                  </a:lnTo>
                  <a:lnTo>
                    <a:pt x="8286209" y="879099"/>
                  </a:lnTo>
                  <a:lnTo>
                    <a:pt x="8341119" y="851891"/>
                  </a:lnTo>
                  <a:lnTo>
                    <a:pt x="8394929" y="822345"/>
                  </a:lnTo>
                  <a:lnTo>
                    <a:pt x="8448073" y="790484"/>
                  </a:lnTo>
                  <a:lnTo>
                    <a:pt x="8500867" y="756399"/>
                  </a:lnTo>
                  <a:lnTo>
                    <a:pt x="8553535" y="720258"/>
                  </a:lnTo>
                  <a:lnTo>
                    <a:pt x="8606215" y="682308"/>
                  </a:lnTo>
                  <a:lnTo>
                    <a:pt x="8658978" y="642865"/>
                  </a:lnTo>
                  <a:lnTo>
                    <a:pt x="8711839" y="602311"/>
                  </a:lnTo>
                  <a:lnTo>
                    <a:pt x="8764776" y="561080"/>
                  </a:lnTo>
                  <a:lnTo>
                    <a:pt x="8817738" y="519635"/>
                  </a:lnTo>
                  <a:lnTo>
                    <a:pt x="8870669" y="478451"/>
                  </a:lnTo>
                  <a:lnTo>
                    <a:pt x="8923521" y="437989"/>
                  </a:lnTo>
                  <a:lnTo>
                    <a:pt x="8976274" y="398677"/>
                  </a:lnTo>
                  <a:lnTo>
                    <a:pt x="9028949" y="360893"/>
                  </a:lnTo>
                  <a:lnTo>
                    <a:pt x="9081622" y="324946"/>
                  </a:lnTo>
                  <a:lnTo>
                    <a:pt x="9134439" y="291075"/>
                  </a:lnTo>
                  <a:lnTo>
                    <a:pt x="9187633" y="259439"/>
                  </a:lnTo>
                  <a:lnTo>
                    <a:pt x="9241531" y="230124"/>
                  </a:lnTo>
                  <a:lnTo>
                    <a:pt x="9296577" y="203147"/>
                  </a:lnTo>
                  <a:lnTo>
                    <a:pt x="9347647" y="180801"/>
                  </a:lnTo>
                  <a:lnTo>
                    <a:pt x="9399435" y="160719"/>
                  </a:lnTo>
                  <a:lnTo>
                    <a:pt x="9453664" y="142377"/>
                  </a:lnTo>
                  <a:lnTo>
                    <a:pt x="9511015" y="125712"/>
                  </a:lnTo>
                  <a:lnTo>
                    <a:pt x="9572234" y="110607"/>
                  </a:lnTo>
                  <a:lnTo>
                    <a:pt x="9638096" y="96919"/>
                  </a:lnTo>
                  <a:lnTo>
                    <a:pt x="9709359" y="84500"/>
                  </a:lnTo>
                  <a:lnTo>
                    <a:pt x="9786717" y="73213"/>
                  </a:lnTo>
                  <a:lnTo>
                    <a:pt x="9870728" y="62935"/>
                  </a:lnTo>
                  <a:lnTo>
                    <a:pt x="9961726" y="53566"/>
                  </a:lnTo>
                  <a:lnTo>
                    <a:pt x="10059703" y="45029"/>
                  </a:lnTo>
                  <a:lnTo>
                    <a:pt x="10164172" y="37269"/>
                  </a:lnTo>
                  <a:lnTo>
                    <a:pt x="10274021" y="30258"/>
                  </a:lnTo>
                  <a:lnTo>
                    <a:pt x="10387388" y="23986"/>
                  </a:lnTo>
                  <a:lnTo>
                    <a:pt x="10501606" y="18461"/>
                  </a:lnTo>
                  <a:lnTo>
                    <a:pt x="10613261" y="13700"/>
                  </a:lnTo>
                  <a:lnTo>
                    <a:pt x="10718432" y="9715"/>
                  </a:lnTo>
                  <a:lnTo>
                    <a:pt x="10813099" y="6505"/>
                  </a:lnTo>
                  <a:lnTo>
                    <a:pt x="10893706" y="4044"/>
                  </a:lnTo>
                  <a:lnTo>
                    <a:pt x="10957737" y="2275"/>
                  </a:lnTo>
                  <a:lnTo>
                    <a:pt x="11004198" y="1109"/>
                  </a:lnTo>
                  <a:lnTo>
                    <a:pt x="11033858" y="430"/>
                  </a:lnTo>
                  <a:lnTo>
                    <a:pt x="11049242" y="108"/>
                  </a:lnTo>
                  <a:lnTo>
                    <a:pt x="11054441" y="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4" name="pl1063"/>
            <p:cNvSpPr/>
            <p:nvPr/>
          </p:nvSpPr>
          <p:spPr>
            <a:xfrm>
              <a:off x="1199187" y="4339080"/>
              <a:ext cx="12049831" cy="1084811"/>
            </a:xfrm>
            <a:custGeom>
              <a:avLst/>
              <a:pathLst>
                <a:path w="12049831" h="1084811">
                  <a:moveTo>
                    <a:pt x="12049831" y="0"/>
                  </a:moveTo>
                  <a:lnTo>
                    <a:pt x="11054891" y="0"/>
                  </a:lnTo>
                  <a:lnTo>
                    <a:pt x="11053764" y="20"/>
                  </a:lnTo>
                  <a:lnTo>
                    <a:pt x="11046324" y="166"/>
                  </a:lnTo>
                  <a:lnTo>
                    <a:pt x="11027468" y="571"/>
                  </a:lnTo>
                  <a:lnTo>
                    <a:pt x="10993498" y="1368"/>
                  </a:lnTo>
                  <a:lnTo>
                    <a:pt x="10942345" y="2685"/>
                  </a:lnTo>
                  <a:lnTo>
                    <a:pt x="10873720" y="4631"/>
                  </a:lnTo>
                  <a:lnTo>
                    <a:pt x="10789059" y="7287"/>
                  </a:lnTo>
                  <a:lnTo>
                    <a:pt x="10691208" y="10703"/>
                  </a:lnTo>
                  <a:lnTo>
                    <a:pt x="10583907" y="14896"/>
                  </a:lnTo>
                  <a:lnTo>
                    <a:pt x="10471198" y="19863"/>
                  </a:lnTo>
                  <a:lnTo>
                    <a:pt x="10356902" y="25588"/>
                  </a:lnTo>
                  <a:lnTo>
                    <a:pt x="10244247" y="32058"/>
                  </a:lnTo>
                  <a:lnTo>
                    <a:pt x="10135686" y="39268"/>
                  </a:lnTo>
                  <a:lnTo>
                    <a:pt x="10032870" y="47231"/>
                  </a:lnTo>
                  <a:lnTo>
                    <a:pt x="9936732" y="55984"/>
                  </a:lnTo>
                  <a:lnTo>
                    <a:pt x="9847615" y="65587"/>
                  </a:lnTo>
                  <a:lnTo>
                    <a:pt x="9765425" y="76124"/>
                  </a:lnTo>
                  <a:lnTo>
                    <a:pt x="9689756" y="87701"/>
                  </a:lnTo>
                  <a:lnTo>
                    <a:pt x="9620007" y="100445"/>
                  </a:lnTo>
                  <a:lnTo>
                    <a:pt x="9555461" y="114497"/>
                  </a:lnTo>
                  <a:lnTo>
                    <a:pt x="9495351" y="130005"/>
                  </a:lnTo>
                  <a:lnTo>
                    <a:pt x="9438905" y="147107"/>
                  </a:lnTo>
                  <a:lnTo>
                    <a:pt x="9385391" y="165912"/>
                  </a:lnTo>
                  <a:lnTo>
                    <a:pt x="9347647" y="180801"/>
                  </a:lnTo>
                  <a:lnTo>
                    <a:pt x="9291067" y="205711"/>
                  </a:lnTo>
                  <a:lnTo>
                    <a:pt x="9236158" y="232919"/>
                  </a:lnTo>
                  <a:lnTo>
                    <a:pt x="9182347" y="262465"/>
                  </a:lnTo>
                  <a:lnTo>
                    <a:pt x="9129204" y="294327"/>
                  </a:lnTo>
                  <a:lnTo>
                    <a:pt x="9076409" y="328412"/>
                  </a:lnTo>
                  <a:lnTo>
                    <a:pt x="9023742" y="364552"/>
                  </a:lnTo>
                  <a:lnTo>
                    <a:pt x="8971062" y="402503"/>
                  </a:lnTo>
                  <a:lnTo>
                    <a:pt x="8918299" y="441946"/>
                  </a:lnTo>
                  <a:lnTo>
                    <a:pt x="8865437" y="482499"/>
                  </a:lnTo>
                  <a:lnTo>
                    <a:pt x="8812501" y="523730"/>
                  </a:lnTo>
                  <a:lnTo>
                    <a:pt x="8759539" y="565175"/>
                  </a:lnTo>
                  <a:lnTo>
                    <a:pt x="8706608" y="606359"/>
                  </a:lnTo>
                  <a:lnTo>
                    <a:pt x="8653755" y="646821"/>
                  </a:lnTo>
                  <a:lnTo>
                    <a:pt x="8601002" y="686133"/>
                  </a:lnTo>
                  <a:lnTo>
                    <a:pt x="8548328" y="723918"/>
                  </a:lnTo>
                  <a:lnTo>
                    <a:pt x="8495655" y="759864"/>
                  </a:lnTo>
                  <a:lnTo>
                    <a:pt x="8442837" y="793736"/>
                  </a:lnTo>
                  <a:lnTo>
                    <a:pt x="8389644" y="825371"/>
                  </a:lnTo>
                  <a:lnTo>
                    <a:pt x="8335746" y="854686"/>
                  </a:lnTo>
                  <a:lnTo>
                    <a:pt x="8280699" y="881664"/>
                  </a:lnTo>
                  <a:lnTo>
                    <a:pt x="8229629" y="904009"/>
                  </a:lnTo>
                  <a:lnTo>
                    <a:pt x="8177841" y="924091"/>
                  </a:lnTo>
                  <a:lnTo>
                    <a:pt x="8123612" y="942434"/>
                  </a:lnTo>
                  <a:lnTo>
                    <a:pt x="8066262" y="959098"/>
                  </a:lnTo>
                  <a:lnTo>
                    <a:pt x="8005043" y="974203"/>
                  </a:lnTo>
                  <a:lnTo>
                    <a:pt x="7939181" y="987891"/>
                  </a:lnTo>
                  <a:lnTo>
                    <a:pt x="7867918" y="1000310"/>
                  </a:lnTo>
                  <a:lnTo>
                    <a:pt x="7790560" y="1011598"/>
                  </a:lnTo>
                  <a:lnTo>
                    <a:pt x="7706549" y="1021875"/>
                  </a:lnTo>
                  <a:lnTo>
                    <a:pt x="7615550" y="1031244"/>
                  </a:lnTo>
                  <a:lnTo>
                    <a:pt x="7517573" y="1039781"/>
                  </a:lnTo>
                  <a:lnTo>
                    <a:pt x="7413104" y="1047541"/>
                  </a:lnTo>
                  <a:lnTo>
                    <a:pt x="7303256" y="1054553"/>
                  </a:lnTo>
                  <a:lnTo>
                    <a:pt x="7189888" y="1060824"/>
                  </a:lnTo>
                  <a:lnTo>
                    <a:pt x="7075671" y="1066349"/>
                  </a:lnTo>
                  <a:lnTo>
                    <a:pt x="6964015" y="1071110"/>
                  </a:lnTo>
                  <a:lnTo>
                    <a:pt x="6858845" y="1075095"/>
                  </a:lnTo>
                  <a:lnTo>
                    <a:pt x="6764177" y="1078305"/>
                  </a:lnTo>
                  <a:lnTo>
                    <a:pt x="6683571" y="1080766"/>
                  </a:lnTo>
                  <a:lnTo>
                    <a:pt x="6619539" y="1082535"/>
                  </a:lnTo>
                  <a:lnTo>
                    <a:pt x="6573078" y="1083701"/>
                  </a:lnTo>
                  <a:lnTo>
                    <a:pt x="6543419" y="1084380"/>
                  </a:lnTo>
                  <a:lnTo>
                    <a:pt x="6528035" y="1084703"/>
                  </a:lnTo>
                  <a:lnTo>
                    <a:pt x="6522835" y="1084803"/>
                  </a:lnTo>
                  <a:lnTo>
                    <a:pt x="6522385" y="1084811"/>
                  </a:lnTo>
                  <a:lnTo>
                    <a:pt x="5527445" y="1084811"/>
                  </a:lnTo>
                  <a:lnTo>
                    <a:pt x="5526315" y="1084794"/>
                  </a:lnTo>
                  <a:lnTo>
                    <a:pt x="5518856" y="1084674"/>
                  </a:lnTo>
                  <a:lnTo>
                    <a:pt x="5499950" y="1084343"/>
                  </a:lnTo>
                  <a:lnTo>
                    <a:pt x="5465895" y="1083691"/>
                  </a:lnTo>
                  <a:lnTo>
                    <a:pt x="5414621" y="1082612"/>
                  </a:lnTo>
                  <a:lnTo>
                    <a:pt x="5345846" y="1081019"/>
                  </a:lnTo>
                  <a:lnTo>
                    <a:pt x="5261017" y="1078845"/>
                  </a:lnTo>
                  <a:lnTo>
                    <a:pt x="5162997" y="1076049"/>
                  </a:lnTo>
                  <a:lnTo>
                    <a:pt x="5055538" y="1072618"/>
                  </a:lnTo>
                  <a:lnTo>
                    <a:pt x="4942695" y="1068553"/>
                  </a:lnTo>
                  <a:lnTo>
                    <a:pt x="4828295" y="1063869"/>
                  </a:lnTo>
                  <a:lnTo>
                    <a:pt x="4715568" y="1058575"/>
                  </a:lnTo>
                  <a:lnTo>
                    <a:pt x="4606965" y="1052677"/>
                  </a:lnTo>
                  <a:lnTo>
                    <a:pt x="4504133" y="1046161"/>
                  </a:lnTo>
                  <a:lnTo>
                    <a:pt x="4407999" y="1038999"/>
                  </a:lnTo>
                  <a:lnTo>
                    <a:pt x="4318901" y="1031141"/>
                  </a:lnTo>
                  <a:lnTo>
                    <a:pt x="4236738" y="1022519"/>
                  </a:lnTo>
                  <a:lnTo>
                    <a:pt x="4161100" y="1013044"/>
                  </a:lnTo>
                  <a:lnTo>
                    <a:pt x="4091382" y="1002612"/>
                  </a:lnTo>
                  <a:lnTo>
                    <a:pt x="4026863" y="991109"/>
                  </a:lnTo>
                  <a:lnTo>
                    <a:pt x="3966774" y="978412"/>
                  </a:lnTo>
                  <a:lnTo>
                    <a:pt x="3910341" y="964409"/>
                  </a:lnTo>
                  <a:lnTo>
                    <a:pt x="3856831" y="949013"/>
                  </a:lnTo>
                  <a:lnTo>
                    <a:pt x="3820202" y="937200"/>
                  </a:lnTo>
                  <a:lnTo>
                    <a:pt x="3762163" y="916304"/>
                  </a:lnTo>
                  <a:lnTo>
                    <a:pt x="3705867" y="893432"/>
                  </a:lnTo>
                  <a:lnTo>
                    <a:pt x="3650701" y="868549"/>
                  </a:lnTo>
                  <a:lnTo>
                    <a:pt x="3596208" y="841679"/>
                  </a:lnTo>
                  <a:lnTo>
                    <a:pt x="3542054" y="812910"/>
                  </a:lnTo>
                  <a:lnTo>
                    <a:pt x="3488010" y="782398"/>
                  </a:lnTo>
                  <a:lnTo>
                    <a:pt x="3433937" y="750368"/>
                  </a:lnTo>
                  <a:lnTo>
                    <a:pt x="3379771" y="717112"/>
                  </a:lnTo>
                  <a:lnTo>
                    <a:pt x="3325502" y="682977"/>
                  </a:lnTo>
                  <a:lnTo>
                    <a:pt x="3271166" y="648351"/>
                  </a:lnTo>
                  <a:lnTo>
                    <a:pt x="3216818" y="613649"/>
                  </a:lnTo>
                  <a:lnTo>
                    <a:pt x="3162519" y="579287"/>
                  </a:lnTo>
                  <a:lnTo>
                    <a:pt x="3108314" y="545665"/>
                  </a:lnTo>
                  <a:lnTo>
                    <a:pt x="3054211" y="513149"/>
                  </a:lnTo>
                  <a:lnTo>
                    <a:pt x="3000168" y="482050"/>
                  </a:lnTo>
                  <a:lnTo>
                    <a:pt x="2946076" y="452619"/>
                  </a:lnTo>
                  <a:lnTo>
                    <a:pt x="2891740" y="425039"/>
                  </a:lnTo>
                  <a:lnTo>
                    <a:pt x="2836867" y="399421"/>
                  </a:lnTo>
                  <a:lnTo>
                    <a:pt x="2781048" y="375812"/>
                  </a:lnTo>
                  <a:lnTo>
                    <a:pt x="2723731" y="354198"/>
                  </a:lnTo>
                  <a:lnTo>
                    <a:pt x="2702183" y="346755"/>
                  </a:lnTo>
                  <a:lnTo>
                    <a:pt x="2650346" y="330345"/>
                  </a:lnTo>
                  <a:lnTo>
                    <a:pt x="2596063" y="315357"/>
                  </a:lnTo>
                  <a:lnTo>
                    <a:pt x="2538651" y="301743"/>
                  </a:lnTo>
                  <a:lnTo>
                    <a:pt x="2477362" y="289403"/>
                  </a:lnTo>
                  <a:lnTo>
                    <a:pt x="2411418" y="278222"/>
                  </a:lnTo>
                  <a:lnTo>
                    <a:pt x="2340059" y="268078"/>
                  </a:lnTo>
                  <a:lnTo>
                    <a:pt x="2262591" y="258860"/>
                  </a:lnTo>
                  <a:lnTo>
                    <a:pt x="2178454" y="250466"/>
                  </a:lnTo>
                  <a:lnTo>
                    <a:pt x="2087316" y="242816"/>
                  </a:lnTo>
                  <a:lnTo>
                    <a:pt x="1989188" y="235845"/>
                  </a:lnTo>
                  <a:lnTo>
                    <a:pt x="1884563" y="229510"/>
                  </a:lnTo>
                  <a:lnTo>
                    <a:pt x="1774564" y="223787"/>
                  </a:lnTo>
                  <a:lnTo>
                    <a:pt x="1661065" y="218669"/>
                  </a:lnTo>
                  <a:lnTo>
                    <a:pt x="1546752" y="214162"/>
                  </a:lnTo>
                  <a:lnTo>
                    <a:pt x="1435054" y="210279"/>
                  </a:lnTo>
                  <a:lnTo>
                    <a:pt x="1329909" y="207032"/>
                  </a:lnTo>
                  <a:lnTo>
                    <a:pt x="1235344" y="204419"/>
                  </a:lnTo>
                  <a:lnTo>
                    <a:pt x="1154916" y="202417"/>
                  </a:lnTo>
                  <a:lnTo>
                    <a:pt x="1091123" y="200981"/>
                  </a:lnTo>
                  <a:lnTo>
                    <a:pt x="1044935" y="200036"/>
                  </a:lnTo>
                  <a:lnTo>
                    <a:pt x="1015548" y="199487"/>
                  </a:lnTo>
                  <a:lnTo>
                    <a:pt x="1000398" y="199229"/>
                  </a:lnTo>
                  <a:lnTo>
                    <a:pt x="995352" y="199150"/>
                  </a:lnTo>
                  <a:lnTo>
                    <a:pt x="994940" y="199144"/>
                  </a:lnTo>
                  <a:lnTo>
                    <a:pt x="0" y="199144"/>
                  </a:lnTo>
                  <a:lnTo>
                    <a:pt x="0" y="1991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5" name="pg1064"/>
            <p:cNvSpPr/>
            <p:nvPr/>
          </p:nvSpPr>
          <p:spPr>
            <a:xfrm>
              <a:off x="1199187" y="4543465"/>
              <a:ext cx="12049831" cy="906629"/>
            </a:xfrm>
            <a:custGeom>
              <a:avLst/>
              <a:pathLst>
                <a:path w="12049831" h="906629">
                  <a:moveTo>
                    <a:pt x="0" y="15721"/>
                  </a:moveTo>
                  <a:lnTo>
                    <a:pt x="994940" y="15721"/>
                  </a:lnTo>
                  <a:lnTo>
                    <a:pt x="996070" y="15738"/>
                  </a:lnTo>
                  <a:lnTo>
                    <a:pt x="1003529" y="15859"/>
                  </a:lnTo>
                  <a:lnTo>
                    <a:pt x="1022433" y="16192"/>
                  </a:lnTo>
                  <a:lnTo>
                    <a:pt x="1056486" y="16848"/>
                  </a:lnTo>
                  <a:lnTo>
                    <a:pt x="1107757" y="17933"/>
                  </a:lnTo>
                  <a:lnTo>
                    <a:pt x="1176529" y="19535"/>
                  </a:lnTo>
                  <a:lnTo>
                    <a:pt x="1261353" y="21722"/>
                  </a:lnTo>
                  <a:lnTo>
                    <a:pt x="1359370" y="24534"/>
                  </a:lnTo>
                  <a:lnTo>
                    <a:pt x="1466825" y="27986"/>
                  </a:lnTo>
                  <a:lnTo>
                    <a:pt x="1579665" y="32074"/>
                  </a:lnTo>
                  <a:lnTo>
                    <a:pt x="1694062" y="36786"/>
                  </a:lnTo>
                  <a:lnTo>
                    <a:pt x="1806788" y="42111"/>
                  </a:lnTo>
                  <a:lnTo>
                    <a:pt x="1915390" y="48044"/>
                  </a:lnTo>
                  <a:lnTo>
                    <a:pt x="2018221" y="54598"/>
                  </a:lnTo>
                  <a:lnTo>
                    <a:pt x="2114356" y="61802"/>
                  </a:lnTo>
                  <a:lnTo>
                    <a:pt x="2203454" y="69705"/>
                  </a:lnTo>
                  <a:lnTo>
                    <a:pt x="2285618" y="78378"/>
                  </a:lnTo>
                  <a:lnTo>
                    <a:pt x="2361256" y="87909"/>
                  </a:lnTo>
                  <a:lnTo>
                    <a:pt x="2430975" y="98401"/>
                  </a:lnTo>
                  <a:lnTo>
                    <a:pt x="2495494" y="109973"/>
                  </a:lnTo>
                  <a:lnTo>
                    <a:pt x="2555584" y="122743"/>
                  </a:lnTo>
                  <a:lnTo>
                    <a:pt x="2612017" y="136828"/>
                  </a:lnTo>
                  <a:lnTo>
                    <a:pt x="2665527" y="152314"/>
                  </a:lnTo>
                  <a:lnTo>
                    <a:pt x="2702183" y="164206"/>
                  </a:lnTo>
                  <a:lnTo>
                    <a:pt x="2760185" y="185211"/>
                  </a:lnTo>
                  <a:lnTo>
                    <a:pt x="2816447" y="208202"/>
                  </a:lnTo>
                  <a:lnTo>
                    <a:pt x="2871578" y="233213"/>
                  </a:lnTo>
                  <a:lnTo>
                    <a:pt x="2926037" y="260220"/>
                  </a:lnTo>
                  <a:lnTo>
                    <a:pt x="2980156" y="289135"/>
                  </a:lnTo>
                  <a:lnTo>
                    <a:pt x="3034165" y="319802"/>
                  </a:lnTo>
                  <a:lnTo>
                    <a:pt x="3088203" y="351994"/>
                  </a:lnTo>
                  <a:lnTo>
                    <a:pt x="3142334" y="385420"/>
                  </a:lnTo>
                  <a:lnTo>
                    <a:pt x="3196567" y="419731"/>
                  </a:lnTo>
                  <a:lnTo>
                    <a:pt x="3250868" y="454538"/>
                  </a:lnTo>
                  <a:lnTo>
                    <a:pt x="3305181" y="489424"/>
                  </a:lnTo>
                  <a:lnTo>
                    <a:pt x="3359445" y="523971"/>
                  </a:lnTo>
                  <a:lnTo>
                    <a:pt x="3413617" y="557777"/>
                  </a:lnTo>
                  <a:lnTo>
                    <a:pt x="3467685" y="590476"/>
                  </a:lnTo>
                  <a:lnTo>
                    <a:pt x="3521693" y="621753"/>
                  </a:lnTo>
                  <a:lnTo>
                    <a:pt x="3575749" y="651357"/>
                  </a:lnTo>
                  <a:lnTo>
                    <a:pt x="3630046" y="679103"/>
                  </a:lnTo>
                  <a:lnTo>
                    <a:pt x="3684875" y="704879"/>
                  </a:lnTo>
                  <a:lnTo>
                    <a:pt x="3740644" y="728637"/>
                  </a:lnTo>
                  <a:lnTo>
                    <a:pt x="3797901" y="750389"/>
                  </a:lnTo>
                  <a:lnTo>
                    <a:pt x="3820202" y="758145"/>
                  </a:lnTo>
                  <a:lnTo>
                    <a:pt x="3872037" y="774652"/>
                  </a:lnTo>
                  <a:lnTo>
                    <a:pt x="3926319" y="789727"/>
                  </a:lnTo>
                  <a:lnTo>
                    <a:pt x="3983730" y="803422"/>
                  </a:lnTo>
                  <a:lnTo>
                    <a:pt x="4045018" y="815834"/>
                  </a:lnTo>
                  <a:lnTo>
                    <a:pt x="4110959" y="827082"/>
                  </a:lnTo>
                  <a:lnTo>
                    <a:pt x="4182316" y="837285"/>
                  </a:lnTo>
                  <a:lnTo>
                    <a:pt x="4259782" y="846558"/>
                  </a:lnTo>
                  <a:lnTo>
                    <a:pt x="4343915" y="855001"/>
                  </a:lnTo>
                  <a:lnTo>
                    <a:pt x="4435050" y="862697"/>
                  </a:lnTo>
                  <a:lnTo>
                    <a:pt x="4533175" y="869709"/>
                  </a:lnTo>
                  <a:lnTo>
                    <a:pt x="4637796" y="876082"/>
                  </a:lnTo>
                  <a:lnTo>
                    <a:pt x="4747791" y="881839"/>
                  </a:lnTo>
                  <a:lnTo>
                    <a:pt x="4861287" y="886987"/>
                  </a:lnTo>
                  <a:lnTo>
                    <a:pt x="4975598" y="891521"/>
                  </a:lnTo>
                  <a:lnTo>
                    <a:pt x="5087295" y="895426"/>
                  </a:lnTo>
                  <a:lnTo>
                    <a:pt x="5192441" y="898693"/>
                  </a:lnTo>
                  <a:lnTo>
                    <a:pt x="5287008" y="901322"/>
                  </a:lnTo>
                  <a:lnTo>
                    <a:pt x="5367441" y="903335"/>
                  </a:lnTo>
                  <a:lnTo>
                    <a:pt x="5431239" y="904781"/>
                  </a:lnTo>
                  <a:lnTo>
                    <a:pt x="5477433" y="905731"/>
                  </a:lnTo>
                  <a:lnTo>
                    <a:pt x="5506827" y="906283"/>
                  </a:lnTo>
                  <a:lnTo>
                    <a:pt x="5521983" y="906543"/>
                  </a:lnTo>
                  <a:lnTo>
                    <a:pt x="5527032" y="906623"/>
                  </a:lnTo>
                  <a:lnTo>
                    <a:pt x="5527445" y="906629"/>
                  </a:lnTo>
                  <a:lnTo>
                    <a:pt x="6522385" y="906629"/>
                  </a:lnTo>
                  <a:lnTo>
                    <a:pt x="6523516" y="906613"/>
                  </a:lnTo>
                  <a:lnTo>
                    <a:pt x="6530978" y="906497"/>
                  </a:lnTo>
                  <a:lnTo>
                    <a:pt x="6549891" y="906178"/>
                  </a:lnTo>
                  <a:lnTo>
                    <a:pt x="6583958" y="905548"/>
                  </a:lnTo>
                  <a:lnTo>
                    <a:pt x="6635248" y="904508"/>
                  </a:lnTo>
                  <a:lnTo>
                    <a:pt x="6704045" y="902971"/>
                  </a:lnTo>
                  <a:lnTo>
                    <a:pt x="6788897" y="900873"/>
                  </a:lnTo>
                  <a:lnTo>
                    <a:pt x="6886941" y="898176"/>
                  </a:lnTo>
                  <a:lnTo>
                    <a:pt x="6994422" y="894865"/>
                  </a:lnTo>
                  <a:lnTo>
                    <a:pt x="7107283" y="890943"/>
                  </a:lnTo>
                  <a:lnTo>
                    <a:pt x="7221698" y="886424"/>
                  </a:lnTo>
                  <a:lnTo>
                    <a:pt x="7334435" y="881317"/>
                  </a:lnTo>
                  <a:lnTo>
                    <a:pt x="7443044" y="875626"/>
                  </a:lnTo>
                  <a:lnTo>
                    <a:pt x="7545878" y="869340"/>
                  </a:lnTo>
                  <a:lnTo>
                    <a:pt x="7642012" y="862430"/>
                  </a:lnTo>
                  <a:lnTo>
                    <a:pt x="7731107" y="854849"/>
                  </a:lnTo>
                  <a:lnTo>
                    <a:pt x="7813266" y="846530"/>
                  </a:lnTo>
                  <a:lnTo>
                    <a:pt x="7888899" y="837388"/>
                  </a:lnTo>
                  <a:lnTo>
                    <a:pt x="7958613" y="827323"/>
                  </a:lnTo>
                  <a:lnTo>
                    <a:pt x="8023128" y="816224"/>
                  </a:lnTo>
                  <a:lnTo>
                    <a:pt x="8083215" y="803973"/>
                  </a:lnTo>
                  <a:lnTo>
                    <a:pt x="8139645" y="790462"/>
                  </a:lnTo>
                  <a:lnTo>
                    <a:pt x="8193155" y="775607"/>
                  </a:lnTo>
                  <a:lnTo>
                    <a:pt x="8229629" y="764259"/>
                  </a:lnTo>
                  <a:lnTo>
                    <a:pt x="8287887" y="744024"/>
                  </a:lnTo>
                  <a:lnTo>
                    <a:pt x="8344391" y="721868"/>
                  </a:lnTo>
                  <a:lnTo>
                    <a:pt x="8399760" y="697757"/>
                  </a:lnTo>
                  <a:lnTo>
                    <a:pt x="8454456" y="671717"/>
                  </a:lnTo>
                  <a:lnTo>
                    <a:pt x="8508815" y="643832"/>
                  </a:lnTo>
                  <a:lnTo>
                    <a:pt x="8563066" y="614257"/>
                  </a:lnTo>
                  <a:lnTo>
                    <a:pt x="8617348" y="583213"/>
                  </a:lnTo>
                  <a:lnTo>
                    <a:pt x="8671725" y="550985"/>
                  </a:lnTo>
                  <a:lnTo>
                    <a:pt x="8726205" y="517914"/>
                  </a:lnTo>
                  <a:lnTo>
                    <a:pt x="8780752" y="484379"/>
                  </a:lnTo>
                  <a:lnTo>
                    <a:pt x="8835307" y="450786"/>
                  </a:lnTo>
                  <a:lnTo>
                    <a:pt x="8889811" y="417540"/>
                  </a:lnTo>
                  <a:lnTo>
                    <a:pt x="8944220" y="385032"/>
                  </a:lnTo>
                  <a:lnTo>
                    <a:pt x="8998526" y="353613"/>
                  </a:lnTo>
                  <a:lnTo>
                    <a:pt x="9052775" y="323588"/>
                  </a:lnTo>
                  <a:lnTo>
                    <a:pt x="9107083" y="295196"/>
                  </a:lnTo>
                  <a:lnTo>
                    <a:pt x="9161652" y="268610"/>
                  </a:lnTo>
                  <a:lnTo>
                    <a:pt x="9216785" y="243937"/>
                  </a:lnTo>
                  <a:lnTo>
                    <a:pt x="9272905" y="221216"/>
                  </a:lnTo>
                  <a:lnTo>
                    <a:pt x="9330582" y="200433"/>
                  </a:lnTo>
                  <a:lnTo>
                    <a:pt x="9347647" y="194776"/>
                  </a:lnTo>
                  <a:lnTo>
                    <a:pt x="9399491" y="178947"/>
                  </a:lnTo>
                  <a:lnTo>
                    <a:pt x="9453782" y="164490"/>
                  </a:lnTo>
                  <a:lnTo>
                    <a:pt x="9511202" y="151358"/>
                  </a:lnTo>
                  <a:lnTo>
                    <a:pt x="9572502" y="139455"/>
                  </a:lnTo>
                  <a:lnTo>
                    <a:pt x="9638457" y="128670"/>
                  </a:lnTo>
                  <a:lnTo>
                    <a:pt x="9709829" y="118886"/>
                  </a:lnTo>
                  <a:lnTo>
                    <a:pt x="9787313" y="109994"/>
                  </a:lnTo>
                  <a:lnTo>
                    <a:pt x="9871467" y="101899"/>
                  </a:lnTo>
                  <a:lnTo>
                    <a:pt x="9962625" y="94520"/>
                  </a:lnTo>
                  <a:lnTo>
                    <a:pt x="10060774" y="87796"/>
                  </a:lnTo>
                  <a:lnTo>
                    <a:pt x="10165420" y="81686"/>
                  </a:lnTo>
                  <a:lnTo>
                    <a:pt x="10275441" y="76166"/>
                  </a:lnTo>
                  <a:lnTo>
                    <a:pt x="10388958" y="71230"/>
                  </a:lnTo>
                  <a:lnTo>
                    <a:pt x="10503285" y="66884"/>
                  </a:lnTo>
                  <a:lnTo>
                    <a:pt x="10614989" y="63140"/>
                  </a:lnTo>
                  <a:lnTo>
                    <a:pt x="10720130" y="60008"/>
                  </a:lnTo>
                  <a:lnTo>
                    <a:pt x="10814680" y="57489"/>
                  </a:lnTo>
                  <a:lnTo>
                    <a:pt x="10895084" y="55559"/>
                  </a:lnTo>
                  <a:lnTo>
                    <a:pt x="10958843" y="54175"/>
                  </a:lnTo>
                  <a:lnTo>
                    <a:pt x="11004993" y="53265"/>
                  </a:lnTo>
                  <a:lnTo>
                    <a:pt x="11034341" y="52736"/>
                  </a:lnTo>
                  <a:lnTo>
                    <a:pt x="11049459" y="52488"/>
                  </a:lnTo>
                  <a:lnTo>
                    <a:pt x="11054484" y="52412"/>
                  </a:lnTo>
                  <a:lnTo>
                    <a:pt x="11054891" y="52406"/>
                  </a:lnTo>
                  <a:lnTo>
                    <a:pt x="12049831" y="52406"/>
                  </a:lnTo>
                  <a:lnTo>
                    <a:pt x="12049831" y="36684"/>
                  </a:lnTo>
                  <a:lnTo>
                    <a:pt x="11054891" y="36684"/>
                  </a:lnTo>
                  <a:lnTo>
                    <a:pt x="11053760" y="36700"/>
                  </a:lnTo>
                  <a:lnTo>
                    <a:pt x="11046298" y="36816"/>
                  </a:lnTo>
                  <a:lnTo>
                    <a:pt x="11027386" y="37135"/>
                  </a:lnTo>
                  <a:lnTo>
                    <a:pt x="10993319" y="37765"/>
                  </a:lnTo>
                  <a:lnTo>
                    <a:pt x="10942028" y="38805"/>
                  </a:lnTo>
                  <a:lnTo>
                    <a:pt x="10873232" y="40342"/>
                  </a:lnTo>
                  <a:lnTo>
                    <a:pt x="10788380" y="42440"/>
                  </a:lnTo>
                  <a:lnTo>
                    <a:pt x="10690335" y="45138"/>
                  </a:lnTo>
                  <a:lnTo>
                    <a:pt x="10582855" y="48448"/>
                  </a:lnTo>
                  <a:lnTo>
                    <a:pt x="10469993" y="52370"/>
                  </a:lnTo>
                  <a:lnTo>
                    <a:pt x="10355578" y="56889"/>
                  </a:lnTo>
                  <a:lnTo>
                    <a:pt x="10242841" y="61996"/>
                  </a:lnTo>
                  <a:lnTo>
                    <a:pt x="10134232" y="67687"/>
                  </a:lnTo>
                  <a:lnTo>
                    <a:pt x="10031398" y="73973"/>
                  </a:lnTo>
                  <a:lnTo>
                    <a:pt x="9935265" y="80883"/>
                  </a:lnTo>
                  <a:lnTo>
                    <a:pt x="9846169" y="88464"/>
                  </a:lnTo>
                  <a:lnTo>
                    <a:pt x="9764010" y="96783"/>
                  </a:lnTo>
                  <a:lnTo>
                    <a:pt x="9688377" y="105925"/>
                  </a:lnTo>
                  <a:lnTo>
                    <a:pt x="9618663" y="115990"/>
                  </a:lnTo>
                  <a:lnTo>
                    <a:pt x="9554148" y="127089"/>
                  </a:lnTo>
                  <a:lnTo>
                    <a:pt x="9494062" y="139340"/>
                  </a:lnTo>
                  <a:lnTo>
                    <a:pt x="9437631" y="152851"/>
                  </a:lnTo>
                  <a:lnTo>
                    <a:pt x="9384122" y="167707"/>
                  </a:lnTo>
                  <a:lnTo>
                    <a:pt x="9347647" y="179054"/>
                  </a:lnTo>
                  <a:lnTo>
                    <a:pt x="9289390" y="199289"/>
                  </a:lnTo>
                  <a:lnTo>
                    <a:pt x="9232885" y="221445"/>
                  </a:lnTo>
                  <a:lnTo>
                    <a:pt x="9177516" y="245556"/>
                  </a:lnTo>
                  <a:lnTo>
                    <a:pt x="9122820" y="271596"/>
                  </a:lnTo>
                  <a:lnTo>
                    <a:pt x="9068462" y="299481"/>
                  </a:lnTo>
                  <a:lnTo>
                    <a:pt x="9014211" y="329056"/>
                  </a:lnTo>
                  <a:lnTo>
                    <a:pt x="8959929" y="360101"/>
                  </a:lnTo>
                  <a:lnTo>
                    <a:pt x="8905551" y="392328"/>
                  </a:lnTo>
                  <a:lnTo>
                    <a:pt x="8851071" y="425400"/>
                  </a:lnTo>
                  <a:lnTo>
                    <a:pt x="8796525" y="458934"/>
                  </a:lnTo>
                  <a:lnTo>
                    <a:pt x="8741970" y="492527"/>
                  </a:lnTo>
                  <a:lnTo>
                    <a:pt x="8687466" y="525773"/>
                  </a:lnTo>
                  <a:lnTo>
                    <a:pt x="8633057" y="558281"/>
                  </a:lnTo>
                  <a:lnTo>
                    <a:pt x="8578751" y="589700"/>
                  </a:lnTo>
                  <a:lnTo>
                    <a:pt x="8524502" y="619725"/>
                  </a:lnTo>
                  <a:lnTo>
                    <a:pt x="8470193" y="648117"/>
                  </a:lnTo>
                  <a:lnTo>
                    <a:pt x="8415624" y="674703"/>
                  </a:lnTo>
                  <a:lnTo>
                    <a:pt x="8360492" y="699377"/>
                  </a:lnTo>
                  <a:lnTo>
                    <a:pt x="8304372" y="722097"/>
                  </a:lnTo>
                  <a:lnTo>
                    <a:pt x="8246695" y="742881"/>
                  </a:lnTo>
                  <a:lnTo>
                    <a:pt x="8229629" y="748537"/>
                  </a:lnTo>
                  <a:lnTo>
                    <a:pt x="8177785" y="764366"/>
                  </a:lnTo>
                  <a:lnTo>
                    <a:pt x="8123494" y="778823"/>
                  </a:lnTo>
                  <a:lnTo>
                    <a:pt x="8066074" y="791956"/>
                  </a:lnTo>
                  <a:lnTo>
                    <a:pt x="8004775" y="803858"/>
                  </a:lnTo>
                  <a:lnTo>
                    <a:pt x="7938819" y="814643"/>
                  </a:lnTo>
                  <a:lnTo>
                    <a:pt x="7867447" y="824427"/>
                  </a:lnTo>
                  <a:lnTo>
                    <a:pt x="7789964" y="833319"/>
                  </a:lnTo>
                  <a:lnTo>
                    <a:pt x="7705809" y="841415"/>
                  </a:lnTo>
                  <a:lnTo>
                    <a:pt x="7614652" y="848794"/>
                  </a:lnTo>
                  <a:lnTo>
                    <a:pt x="7516502" y="855517"/>
                  </a:lnTo>
                  <a:lnTo>
                    <a:pt x="7411856" y="861627"/>
                  </a:lnTo>
                  <a:lnTo>
                    <a:pt x="7301836" y="867147"/>
                  </a:lnTo>
                  <a:lnTo>
                    <a:pt x="7188319" y="872083"/>
                  </a:lnTo>
                  <a:lnTo>
                    <a:pt x="7073992" y="876429"/>
                  </a:lnTo>
                  <a:lnTo>
                    <a:pt x="6962288" y="880173"/>
                  </a:lnTo>
                  <a:lnTo>
                    <a:pt x="6857147" y="883305"/>
                  </a:lnTo>
                  <a:lnTo>
                    <a:pt x="6762596" y="885825"/>
                  </a:lnTo>
                  <a:lnTo>
                    <a:pt x="6682193" y="887754"/>
                  </a:lnTo>
                  <a:lnTo>
                    <a:pt x="6618433" y="889138"/>
                  </a:lnTo>
                  <a:lnTo>
                    <a:pt x="6572284" y="890049"/>
                  </a:lnTo>
                  <a:lnTo>
                    <a:pt x="6542935" y="890577"/>
                  </a:lnTo>
                  <a:lnTo>
                    <a:pt x="6527817" y="890826"/>
                  </a:lnTo>
                  <a:lnTo>
                    <a:pt x="6522793" y="890902"/>
                  </a:lnTo>
                  <a:lnTo>
                    <a:pt x="6522385" y="890907"/>
                  </a:lnTo>
                  <a:lnTo>
                    <a:pt x="5527445" y="890907"/>
                  </a:lnTo>
                  <a:lnTo>
                    <a:pt x="5526315" y="890890"/>
                  </a:lnTo>
                  <a:lnTo>
                    <a:pt x="5518856" y="890770"/>
                  </a:lnTo>
                  <a:lnTo>
                    <a:pt x="5499952" y="890437"/>
                  </a:lnTo>
                  <a:lnTo>
                    <a:pt x="5465899" y="889781"/>
                  </a:lnTo>
                  <a:lnTo>
                    <a:pt x="5414628" y="888696"/>
                  </a:lnTo>
                  <a:lnTo>
                    <a:pt x="5345856" y="887094"/>
                  </a:lnTo>
                  <a:lnTo>
                    <a:pt x="5261031" y="884906"/>
                  </a:lnTo>
                  <a:lnTo>
                    <a:pt x="5163015" y="882094"/>
                  </a:lnTo>
                  <a:lnTo>
                    <a:pt x="5055560" y="878643"/>
                  </a:lnTo>
                  <a:lnTo>
                    <a:pt x="4942720" y="874555"/>
                  </a:lnTo>
                  <a:lnTo>
                    <a:pt x="4828323" y="869842"/>
                  </a:lnTo>
                  <a:lnTo>
                    <a:pt x="4715597" y="864518"/>
                  </a:lnTo>
                  <a:lnTo>
                    <a:pt x="4606995" y="858585"/>
                  </a:lnTo>
                  <a:lnTo>
                    <a:pt x="4504164" y="852031"/>
                  </a:lnTo>
                  <a:lnTo>
                    <a:pt x="4408029" y="844827"/>
                  </a:lnTo>
                  <a:lnTo>
                    <a:pt x="4318931" y="836923"/>
                  </a:lnTo>
                  <a:lnTo>
                    <a:pt x="4236767" y="828250"/>
                  </a:lnTo>
                  <a:lnTo>
                    <a:pt x="4161129" y="818720"/>
                  </a:lnTo>
                  <a:lnTo>
                    <a:pt x="4091410" y="808227"/>
                  </a:lnTo>
                  <a:lnTo>
                    <a:pt x="4026891" y="796656"/>
                  </a:lnTo>
                  <a:lnTo>
                    <a:pt x="3966801" y="783885"/>
                  </a:lnTo>
                  <a:lnTo>
                    <a:pt x="3910368" y="769801"/>
                  </a:lnTo>
                  <a:lnTo>
                    <a:pt x="3856858" y="754314"/>
                  </a:lnTo>
                  <a:lnTo>
                    <a:pt x="3820202" y="742423"/>
                  </a:lnTo>
                  <a:lnTo>
                    <a:pt x="3762200" y="721418"/>
                  </a:lnTo>
                  <a:lnTo>
                    <a:pt x="3705938" y="698427"/>
                  </a:lnTo>
                  <a:lnTo>
                    <a:pt x="3650807" y="673416"/>
                  </a:lnTo>
                  <a:lnTo>
                    <a:pt x="3596348" y="646409"/>
                  </a:lnTo>
                  <a:lnTo>
                    <a:pt x="3542229" y="617494"/>
                  </a:lnTo>
                  <a:lnTo>
                    <a:pt x="3488220" y="586827"/>
                  </a:lnTo>
                  <a:lnTo>
                    <a:pt x="3434182" y="554635"/>
                  </a:lnTo>
                  <a:lnTo>
                    <a:pt x="3380051" y="521209"/>
                  </a:lnTo>
                  <a:lnTo>
                    <a:pt x="3325818" y="486897"/>
                  </a:lnTo>
                  <a:lnTo>
                    <a:pt x="3271517" y="452091"/>
                  </a:lnTo>
                  <a:lnTo>
                    <a:pt x="3217204" y="417205"/>
                  </a:lnTo>
                  <a:lnTo>
                    <a:pt x="3162940" y="382658"/>
                  </a:lnTo>
                  <a:lnTo>
                    <a:pt x="3108768" y="348851"/>
                  </a:lnTo>
                  <a:lnTo>
                    <a:pt x="3054700" y="316153"/>
                  </a:lnTo>
                  <a:lnTo>
                    <a:pt x="3000692" y="284875"/>
                  </a:lnTo>
                  <a:lnTo>
                    <a:pt x="2946636" y="255272"/>
                  </a:lnTo>
                  <a:lnTo>
                    <a:pt x="2892339" y="227526"/>
                  </a:lnTo>
                  <a:lnTo>
                    <a:pt x="2837510" y="201750"/>
                  </a:lnTo>
                  <a:lnTo>
                    <a:pt x="2781741" y="177992"/>
                  </a:lnTo>
                  <a:lnTo>
                    <a:pt x="2724484" y="156239"/>
                  </a:lnTo>
                  <a:lnTo>
                    <a:pt x="2702183" y="148484"/>
                  </a:lnTo>
                  <a:lnTo>
                    <a:pt x="2650348" y="131977"/>
                  </a:lnTo>
                  <a:lnTo>
                    <a:pt x="2596066" y="116902"/>
                  </a:lnTo>
                  <a:lnTo>
                    <a:pt x="2538655" y="103207"/>
                  </a:lnTo>
                  <a:lnTo>
                    <a:pt x="2477367" y="90794"/>
                  </a:lnTo>
                  <a:lnTo>
                    <a:pt x="2411426" y="79547"/>
                  </a:lnTo>
                  <a:lnTo>
                    <a:pt x="2340069" y="69343"/>
                  </a:lnTo>
                  <a:lnTo>
                    <a:pt x="2262603" y="60070"/>
                  </a:lnTo>
                  <a:lnTo>
                    <a:pt x="2178470" y="51627"/>
                  </a:lnTo>
                  <a:lnTo>
                    <a:pt x="2087335" y="43932"/>
                  </a:lnTo>
                  <a:lnTo>
                    <a:pt x="1989210" y="36920"/>
                  </a:lnTo>
                  <a:lnTo>
                    <a:pt x="1884589" y="30547"/>
                  </a:lnTo>
                  <a:lnTo>
                    <a:pt x="1774594" y="24790"/>
                  </a:lnTo>
                  <a:lnTo>
                    <a:pt x="1661098" y="19642"/>
                  </a:lnTo>
                  <a:lnTo>
                    <a:pt x="1546787" y="15108"/>
                  </a:lnTo>
                  <a:lnTo>
                    <a:pt x="1435090" y="11202"/>
                  </a:lnTo>
                  <a:lnTo>
                    <a:pt x="1329944" y="7936"/>
                  </a:lnTo>
                  <a:lnTo>
                    <a:pt x="1235377" y="5306"/>
                  </a:lnTo>
                  <a:lnTo>
                    <a:pt x="1154944" y="3293"/>
                  </a:lnTo>
                  <a:lnTo>
                    <a:pt x="1091146" y="1848"/>
                  </a:lnTo>
                  <a:lnTo>
                    <a:pt x="1044952" y="897"/>
                  </a:lnTo>
                  <a:lnTo>
                    <a:pt x="1015558" y="346"/>
                  </a:lnTo>
                  <a:lnTo>
                    <a:pt x="1000402" y="85"/>
                  </a:lnTo>
                  <a:lnTo>
                    <a:pt x="995353" y="6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66" name="pl1065"/>
            <p:cNvSpPr/>
            <p:nvPr/>
          </p:nvSpPr>
          <p:spPr>
            <a:xfrm>
              <a:off x="1199187" y="4559187"/>
              <a:ext cx="12049831" cy="890907"/>
            </a:xfrm>
            <a:custGeom>
              <a:avLst/>
              <a:pathLst>
                <a:path w="12049831" h="890907">
                  <a:moveTo>
                    <a:pt x="0" y="0"/>
                  </a:moveTo>
                  <a:lnTo>
                    <a:pt x="994940" y="0"/>
                  </a:lnTo>
                  <a:lnTo>
                    <a:pt x="996070" y="16"/>
                  </a:lnTo>
                  <a:lnTo>
                    <a:pt x="1003529" y="137"/>
                  </a:lnTo>
                  <a:lnTo>
                    <a:pt x="1022433" y="470"/>
                  </a:lnTo>
                  <a:lnTo>
                    <a:pt x="1056486" y="1126"/>
                  </a:lnTo>
                  <a:lnTo>
                    <a:pt x="1107757" y="2211"/>
                  </a:lnTo>
                  <a:lnTo>
                    <a:pt x="1176529" y="3813"/>
                  </a:lnTo>
                  <a:lnTo>
                    <a:pt x="1261353" y="6000"/>
                  </a:lnTo>
                  <a:lnTo>
                    <a:pt x="1359370" y="8812"/>
                  </a:lnTo>
                  <a:lnTo>
                    <a:pt x="1466825" y="12264"/>
                  </a:lnTo>
                  <a:lnTo>
                    <a:pt x="1579665" y="16352"/>
                  </a:lnTo>
                  <a:lnTo>
                    <a:pt x="1694062" y="21064"/>
                  </a:lnTo>
                  <a:lnTo>
                    <a:pt x="1806788" y="26389"/>
                  </a:lnTo>
                  <a:lnTo>
                    <a:pt x="1915390" y="32322"/>
                  </a:lnTo>
                  <a:lnTo>
                    <a:pt x="2018221" y="38876"/>
                  </a:lnTo>
                  <a:lnTo>
                    <a:pt x="2114356" y="46080"/>
                  </a:lnTo>
                  <a:lnTo>
                    <a:pt x="2203454" y="53984"/>
                  </a:lnTo>
                  <a:lnTo>
                    <a:pt x="2285618" y="62657"/>
                  </a:lnTo>
                  <a:lnTo>
                    <a:pt x="2361256" y="72187"/>
                  </a:lnTo>
                  <a:lnTo>
                    <a:pt x="2430975" y="82680"/>
                  </a:lnTo>
                  <a:lnTo>
                    <a:pt x="2495494" y="94251"/>
                  </a:lnTo>
                  <a:lnTo>
                    <a:pt x="2555584" y="107021"/>
                  </a:lnTo>
                  <a:lnTo>
                    <a:pt x="2612017" y="121106"/>
                  </a:lnTo>
                  <a:lnTo>
                    <a:pt x="2665527" y="136592"/>
                  </a:lnTo>
                  <a:lnTo>
                    <a:pt x="2702183" y="148484"/>
                  </a:lnTo>
                  <a:lnTo>
                    <a:pt x="2760185" y="169489"/>
                  </a:lnTo>
                  <a:lnTo>
                    <a:pt x="2816447" y="192480"/>
                  </a:lnTo>
                  <a:lnTo>
                    <a:pt x="2871578" y="217491"/>
                  </a:lnTo>
                  <a:lnTo>
                    <a:pt x="2926037" y="244498"/>
                  </a:lnTo>
                  <a:lnTo>
                    <a:pt x="2980156" y="273413"/>
                  </a:lnTo>
                  <a:lnTo>
                    <a:pt x="3034165" y="304080"/>
                  </a:lnTo>
                  <a:lnTo>
                    <a:pt x="3088203" y="336272"/>
                  </a:lnTo>
                  <a:lnTo>
                    <a:pt x="3142334" y="369698"/>
                  </a:lnTo>
                  <a:lnTo>
                    <a:pt x="3196567" y="404009"/>
                  </a:lnTo>
                  <a:lnTo>
                    <a:pt x="3250868" y="438816"/>
                  </a:lnTo>
                  <a:lnTo>
                    <a:pt x="3305181" y="473702"/>
                  </a:lnTo>
                  <a:lnTo>
                    <a:pt x="3359445" y="508249"/>
                  </a:lnTo>
                  <a:lnTo>
                    <a:pt x="3413617" y="542055"/>
                  </a:lnTo>
                  <a:lnTo>
                    <a:pt x="3467685" y="574754"/>
                  </a:lnTo>
                  <a:lnTo>
                    <a:pt x="3521693" y="606031"/>
                  </a:lnTo>
                  <a:lnTo>
                    <a:pt x="3575749" y="635635"/>
                  </a:lnTo>
                  <a:lnTo>
                    <a:pt x="3630046" y="663381"/>
                  </a:lnTo>
                  <a:lnTo>
                    <a:pt x="3684875" y="689157"/>
                  </a:lnTo>
                  <a:lnTo>
                    <a:pt x="3740644" y="712915"/>
                  </a:lnTo>
                  <a:lnTo>
                    <a:pt x="3797901" y="734667"/>
                  </a:lnTo>
                  <a:lnTo>
                    <a:pt x="3820202" y="742423"/>
                  </a:lnTo>
                  <a:lnTo>
                    <a:pt x="3872037" y="758930"/>
                  </a:lnTo>
                  <a:lnTo>
                    <a:pt x="3926319" y="774005"/>
                  </a:lnTo>
                  <a:lnTo>
                    <a:pt x="3983730" y="787700"/>
                  </a:lnTo>
                  <a:lnTo>
                    <a:pt x="4045018" y="800113"/>
                  </a:lnTo>
                  <a:lnTo>
                    <a:pt x="4110959" y="811360"/>
                  </a:lnTo>
                  <a:lnTo>
                    <a:pt x="4182316" y="821563"/>
                  </a:lnTo>
                  <a:lnTo>
                    <a:pt x="4259782" y="830836"/>
                  </a:lnTo>
                  <a:lnTo>
                    <a:pt x="4343915" y="839279"/>
                  </a:lnTo>
                  <a:lnTo>
                    <a:pt x="4435050" y="846975"/>
                  </a:lnTo>
                  <a:lnTo>
                    <a:pt x="4533175" y="853987"/>
                  </a:lnTo>
                  <a:lnTo>
                    <a:pt x="4637796" y="860360"/>
                  </a:lnTo>
                  <a:lnTo>
                    <a:pt x="4747791" y="866117"/>
                  </a:lnTo>
                  <a:lnTo>
                    <a:pt x="4861287" y="871265"/>
                  </a:lnTo>
                  <a:lnTo>
                    <a:pt x="4975598" y="875799"/>
                  </a:lnTo>
                  <a:lnTo>
                    <a:pt x="5087295" y="879704"/>
                  </a:lnTo>
                  <a:lnTo>
                    <a:pt x="5192441" y="882971"/>
                  </a:lnTo>
                  <a:lnTo>
                    <a:pt x="5287008" y="885600"/>
                  </a:lnTo>
                  <a:lnTo>
                    <a:pt x="5367441" y="887614"/>
                  </a:lnTo>
                  <a:lnTo>
                    <a:pt x="5431239" y="889059"/>
                  </a:lnTo>
                  <a:lnTo>
                    <a:pt x="5477433" y="890010"/>
                  </a:lnTo>
                  <a:lnTo>
                    <a:pt x="5506827" y="890561"/>
                  </a:lnTo>
                  <a:lnTo>
                    <a:pt x="5521983" y="890822"/>
                  </a:lnTo>
                  <a:lnTo>
                    <a:pt x="5527032" y="890901"/>
                  </a:lnTo>
                  <a:lnTo>
                    <a:pt x="5527445" y="890907"/>
                  </a:lnTo>
                  <a:lnTo>
                    <a:pt x="6522385" y="890907"/>
                  </a:lnTo>
                  <a:lnTo>
                    <a:pt x="6523516" y="890891"/>
                  </a:lnTo>
                  <a:lnTo>
                    <a:pt x="6530978" y="890775"/>
                  </a:lnTo>
                  <a:lnTo>
                    <a:pt x="6549891" y="890456"/>
                  </a:lnTo>
                  <a:lnTo>
                    <a:pt x="6583958" y="889827"/>
                  </a:lnTo>
                  <a:lnTo>
                    <a:pt x="6635248" y="888786"/>
                  </a:lnTo>
                  <a:lnTo>
                    <a:pt x="6704045" y="887249"/>
                  </a:lnTo>
                  <a:lnTo>
                    <a:pt x="6788897" y="885151"/>
                  </a:lnTo>
                  <a:lnTo>
                    <a:pt x="6886941" y="882454"/>
                  </a:lnTo>
                  <a:lnTo>
                    <a:pt x="6994422" y="879143"/>
                  </a:lnTo>
                  <a:lnTo>
                    <a:pt x="7107283" y="875222"/>
                  </a:lnTo>
                  <a:lnTo>
                    <a:pt x="7221698" y="870702"/>
                  </a:lnTo>
                  <a:lnTo>
                    <a:pt x="7334435" y="865595"/>
                  </a:lnTo>
                  <a:lnTo>
                    <a:pt x="7443044" y="859904"/>
                  </a:lnTo>
                  <a:lnTo>
                    <a:pt x="7545878" y="853618"/>
                  </a:lnTo>
                  <a:lnTo>
                    <a:pt x="7642012" y="846708"/>
                  </a:lnTo>
                  <a:lnTo>
                    <a:pt x="7731107" y="839127"/>
                  </a:lnTo>
                  <a:lnTo>
                    <a:pt x="7813266" y="830808"/>
                  </a:lnTo>
                  <a:lnTo>
                    <a:pt x="7888899" y="821666"/>
                  </a:lnTo>
                  <a:lnTo>
                    <a:pt x="7958613" y="811601"/>
                  </a:lnTo>
                  <a:lnTo>
                    <a:pt x="8023128" y="800502"/>
                  </a:lnTo>
                  <a:lnTo>
                    <a:pt x="8083215" y="788251"/>
                  </a:lnTo>
                  <a:lnTo>
                    <a:pt x="8139645" y="774740"/>
                  </a:lnTo>
                  <a:lnTo>
                    <a:pt x="8193155" y="759885"/>
                  </a:lnTo>
                  <a:lnTo>
                    <a:pt x="8229629" y="748537"/>
                  </a:lnTo>
                  <a:lnTo>
                    <a:pt x="8287887" y="728302"/>
                  </a:lnTo>
                  <a:lnTo>
                    <a:pt x="8344391" y="706146"/>
                  </a:lnTo>
                  <a:lnTo>
                    <a:pt x="8399760" y="682036"/>
                  </a:lnTo>
                  <a:lnTo>
                    <a:pt x="8454456" y="655995"/>
                  </a:lnTo>
                  <a:lnTo>
                    <a:pt x="8508815" y="628110"/>
                  </a:lnTo>
                  <a:lnTo>
                    <a:pt x="8563066" y="598535"/>
                  </a:lnTo>
                  <a:lnTo>
                    <a:pt x="8617348" y="567491"/>
                  </a:lnTo>
                  <a:lnTo>
                    <a:pt x="8671725" y="535263"/>
                  </a:lnTo>
                  <a:lnTo>
                    <a:pt x="8726205" y="502192"/>
                  </a:lnTo>
                  <a:lnTo>
                    <a:pt x="8780752" y="468657"/>
                  </a:lnTo>
                  <a:lnTo>
                    <a:pt x="8835307" y="435064"/>
                  </a:lnTo>
                  <a:lnTo>
                    <a:pt x="8889811" y="401818"/>
                  </a:lnTo>
                  <a:lnTo>
                    <a:pt x="8944220" y="369310"/>
                  </a:lnTo>
                  <a:lnTo>
                    <a:pt x="8998526" y="337892"/>
                  </a:lnTo>
                  <a:lnTo>
                    <a:pt x="9052775" y="307866"/>
                  </a:lnTo>
                  <a:lnTo>
                    <a:pt x="9107083" y="279474"/>
                  </a:lnTo>
                  <a:lnTo>
                    <a:pt x="9161652" y="252888"/>
                  </a:lnTo>
                  <a:lnTo>
                    <a:pt x="9216785" y="228215"/>
                  </a:lnTo>
                  <a:lnTo>
                    <a:pt x="9272905" y="205494"/>
                  </a:lnTo>
                  <a:lnTo>
                    <a:pt x="9330582" y="184711"/>
                  </a:lnTo>
                  <a:lnTo>
                    <a:pt x="9347647" y="179054"/>
                  </a:lnTo>
                  <a:lnTo>
                    <a:pt x="9399491" y="163225"/>
                  </a:lnTo>
                  <a:lnTo>
                    <a:pt x="9453782" y="148768"/>
                  </a:lnTo>
                  <a:lnTo>
                    <a:pt x="9511202" y="135636"/>
                  </a:lnTo>
                  <a:lnTo>
                    <a:pt x="9572502" y="123733"/>
                  </a:lnTo>
                  <a:lnTo>
                    <a:pt x="9638457" y="112948"/>
                  </a:lnTo>
                  <a:lnTo>
                    <a:pt x="9709829" y="103164"/>
                  </a:lnTo>
                  <a:lnTo>
                    <a:pt x="9787313" y="94272"/>
                  </a:lnTo>
                  <a:lnTo>
                    <a:pt x="9871467" y="86177"/>
                  </a:lnTo>
                  <a:lnTo>
                    <a:pt x="9962625" y="78798"/>
                  </a:lnTo>
                  <a:lnTo>
                    <a:pt x="10060774" y="72074"/>
                  </a:lnTo>
                  <a:lnTo>
                    <a:pt x="10165420" y="65964"/>
                  </a:lnTo>
                  <a:lnTo>
                    <a:pt x="10275441" y="60444"/>
                  </a:lnTo>
                  <a:lnTo>
                    <a:pt x="10388958" y="55508"/>
                  </a:lnTo>
                  <a:lnTo>
                    <a:pt x="10503285" y="51162"/>
                  </a:lnTo>
                  <a:lnTo>
                    <a:pt x="10614989" y="47418"/>
                  </a:lnTo>
                  <a:lnTo>
                    <a:pt x="10720130" y="44286"/>
                  </a:lnTo>
                  <a:lnTo>
                    <a:pt x="10814680" y="41767"/>
                  </a:lnTo>
                  <a:lnTo>
                    <a:pt x="10895084" y="39838"/>
                  </a:lnTo>
                  <a:lnTo>
                    <a:pt x="10958843" y="38453"/>
                  </a:lnTo>
                  <a:lnTo>
                    <a:pt x="11004993" y="37543"/>
                  </a:lnTo>
                  <a:lnTo>
                    <a:pt x="11034341" y="37015"/>
                  </a:lnTo>
                  <a:lnTo>
                    <a:pt x="11049459" y="36766"/>
                  </a:lnTo>
                  <a:lnTo>
                    <a:pt x="11054484" y="36690"/>
                  </a:lnTo>
                  <a:lnTo>
                    <a:pt x="11054891" y="36684"/>
                  </a:lnTo>
                  <a:lnTo>
                    <a:pt x="12049831" y="36684"/>
                  </a:lnTo>
                  <a:lnTo>
                    <a:pt x="12049831" y="366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7" name="pl1066"/>
            <p:cNvSpPr/>
            <p:nvPr/>
          </p:nvSpPr>
          <p:spPr>
            <a:xfrm>
              <a:off x="1199187" y="4543465"/>
              <a:ext cx="12049831" cy="890907"/>
            </a:xfrm>
            <a:custGeom>
              <a:avLst/>
              <a:pathLst>
                <a:path w="12049831" h="890907">
                  <a:moveTo>
                    <a:pt x="12049831" y="36684"/>
                  </a:moveTo>
                  <a:lnTo>
                    <a:pt x="11054891" y="36684"/>
                  </a:lnTo>
                  <a:lnTo>
                    <a:pt x="11053760" y="36700"/>
                  </a:lnTo>
                  <a:lnTo>
                    <a:pt x="11046298" y="36816"/>
                  </a:lnTo>
                  <a:lnTo>
                    <a:pt x="11027386" y="37135"/>
                  </a:lnTo>
                  <a:lnTo>
                    <a:pt x="10993319" y="37765"/>
                  </a:lnTo>
                  <a:lnTo>
                    <a:pt x="10942028" y="38805"/>
                  </a:lnTo>
                  <a:lnTo>
                    <a:pt x="10873232" y="40342"/>
                  </a:lnTo>
                  <a:lnTo>
                    <a:pt x="10788380" y="42440"/>
                  </a:lnTo>
                  <a:lnTo>
                    <a:pt x="10690335" y="45138"/>
                  </a:lnTo>
                  <a:lnTo>
                    <a:pt x="10582855" y="48448"/>
                  </a:lnTo>
                  <a:lnTo>
                    <a:pt x="10469993" y="52370"/>
                  </a:lnTo>
                  <a:lnTo>
                    <a:pt x="10355578" y="56889"/>
                  </a:lnTo>
                  <a:lnTo>
                    <a:pt x="10242841" y="61996"/>
                  </a:lnTo>
                  <a:lnTo>
                    <a:pt x="10134232" y="67687"/>
                  </a:lnTo>
                  <a:lnTo>
                    <a:pt x="10031398" y="73973"/>
                  </a:lnTo>
                  <a:lnTo>
                    <a:pt x="9935265" y="80883"/>
                  </a:lnTo>
                  <a:lnTo>
                    <a:pt x="9846169" y="88464"/>
                  </a:lnTo>
                  <a:lnTo>
                    <a:pt x="9764010" y="96783"/>
                  </a:lnTo>
                  <a:lnTo>
                    <a:pt x="9688377" y="105925"/>
                  </a:lnTo>
                  <a:lnTo>
                    <a:pt x="9618663" y="115990"/>
                  </a:lnTo>
                  <a:lnTo>
                    <a:pt x="9554148" y="127089"/>
                  </a:lnTo>
                  <a:lnTo>
                    <a:pt x="9494062" y="139340"/>
                  </a:lnTo>
                  <a:lnTo>
                    <a:pt x="9437631" y="152851"/>
                  </a:lnTo>
                  <a:lnTo>
                    <a:pt x="9384122" y="167707"/>
                  </a:lnTo>
                  <a:lnTo>
                    <a:pt x="9347647" y="179054"/>
                  </a:lnTo>
                  <a:lnTo>
                    <a:pt x="9289390" y="199289"/>
                  </a:lnTo>
                  <a:lnTo>
                    <a:pt x="9232885" y="221445"/>
                  </a:lnTo>
                  <a:lnTo>
                    <a:pt x="9177516" y="245556"/>
                  </a:lnTo>
                  <a:lnTo>
                    <a:pt x="9122820" y="271596"/>
                  </a:lnTo>
                  <a:lnTo>
                    <a:pt x="9068462" y="299481"/>
                  </a:lnTo>
                  <a:lnTo>
                    <a:pt x="9014211" y="329056"/>
                  </a:lnTo>
                  <a:lnTo>
                    <a:pt x="8959929" y="360101"/>
                  </a:lnTo>
                  <a:lnTo>
                    <a:pt x="8905551" y="392328"/>
                  </a:lnTo>
                  <a:lnTo>
                    <a:pt x="8851071" y="425400"/>
                  </a:lnTo>
                  <a:lnTo>
                    <a:pt x="8796525" y="458934"/>
                  </a:lnTo>
                  <a:lnTo>
                    <a:pt x="8741970" y="492527"/>
                  </a:lnTo>
                  <a:lnTo>
                    <a:pt x="8687466" y="525773"/>
                  </a:lnTo>
                  <a:lnTo>
                    <a:pt x="8633057" y="558281"/>
                  </a:lnTo>
                  <a:lnTo>
                    <a:pt x="8578751" y="589700"/>
                  </a:lnTo>
                  <a:lnTo>
                    <a:pt x="8524502" y="619725"/>
                  </a:lnTo>
                  <a:lnTo>
                    <a:pt x="8470193" y="648117"/>
                  </a:lnTo>
                  <a:lnTo>
                    <a:pt x="8415624" y="674703"/>
                  </a:lnTo>
                  <a:lnTo>
                    <a:pt x="8360492" y="699377"/>
                  </a:lnTo>
                  <a:lnTo>
                    <a:pt x="8304372" y="722097"/>
                  </a:lnTo>
                  <a:lnTo>
                    <a:pt x="8246695" y="742881"/>
                  </a:lnTo>
                  <a:lnTo>
                    <a:pt x="8229629" y="748537"/>
                  </a:lnTo>
                  <a:lnTo>
                    <a:pt x="8177785" y="764366"/>
                  </a:lnTo>
                  <a:lnTo>
                    <a:pt x="8123494" y="778823"/>
                  </a:lnTo>
                  <a:lnTo>
                    <a:pt x="8066074" y="791956"/>
                  </a:lnTo>
                  <a:lnTo>
                    <a:pt x="8004775" y="803858"/>
                  </a:lnTo>
                  <a:lnTo>
                    <a:pt x="7938819" y="814643"/>
                  </a:lnTo>
                  <a:lnTo>
                    <a:pt x="7867447" y="824427"/>
                  </a:lnTo>
                  <a:lnTo>
                    <a:pt x="7789964" y="833319"/>
                  </a:lnTo>
                  <a:lnTo>
                    <a:pt x="7705809" y="841415"/>
                  </a:lnTo>
                  <a:lnTo>
                    <a:pt x="7614652" y="848794"/>
                  </a:lnTo>
                  <a:lnTo>
                    <a:pt x="7516502" y="855517"/>
                  </a:lnTo>
                  <a:lnTo>
                    <a:pt x="7411856" y="861627"/>
                  </a:lnTo>
                  <a:lnTo>
                    <a:pt x="7301836" y="867147"/>
                  </a:lnTo>
                  <a:lnTo>
                    <a:pt x="7188319" y="872083"/>
                  </a:lnTo>
                  <a:lnTo>
                    <a:pt x="7073992" y="876429"/>
                  </a:lnTo>
                  <a:lnTo>
                    <a:pt x="6962288" y="880173"/>
                  </a:lnTo>
                  <a:lnTo>
                    <a:pt x="6857147" y="883305"/>
                  </a:lnTo>
                  <a:lnTo>
                    <a:pt x="6762596" y="885825"/>
                  </a:lnTo>
                  <a:lnTo>
                    <a:pt x="6682193" y="887754"/>
                  </a:lnTo>
                  <a:lnTo>
                    <a:pt x="6618433" y="889138"/>
                  </a:lnTo>
                  <a:lnTo>
                    <a:pt x="6572284" y="890049"/>
                  </a:lnTo>
                  <a:lnTo>
                    <a:pt x="6542935" y="890577"/>
                  </a:lnTo>
                  <a:lnTo>
                    <a:pt x="6527817" y="890826"/>
                  </a:lnTo>
                  <a:lnTo>
                    <a:pt x="6522793" y="890902"/>
                  </a:lnTo>
                  <a:lnTo>
                    <a:pt x="6522385" y="890907"/>
                  </a:lnTo>
                  <a:lnTo>
                    <a:pt x="5527445" y="890907"/>
                  </a:lnTo>
                  <a:lnTo>
                    <a:pt x="5526315" y="890890"/>
                  </a:lnTo>
                  <a:lnTo>
                    <a:pt x="5518856" y="890770"/>
                  </a:lnTo>
                  <a:lnTo>
                    <a:pt x="5499952" y="890437"/>
                  </a:lnTo>
                  <a:lnTo>
                    <a:pt x="5465899" y="889781"/>
                  </a:lnTo>
                  <a:lnTo>
                    <a:pt x="5414628" y="888696"/>
                  </a:lnTo>
                  <a:lnTo>
                    <a:pt x="5345856" y="887094"/>
                  </a:lnTo>
                  <a:lnTo>
                    <a:pt x="5261031" y="884906"/>
                  </a:lnTo>
                  <a:lnTo>
                    <a:pt x="5163015" y="882094"/>
                  </a:lnTo>
                  <a:lnTo>
                    <a:pt x="5055560" y="878643"/>
                  </a:lnTo>
                  <a:lnTo>
                    <a:pt x="4942720" y="874555"/>
                  </a:lnTo>
                  <a:lnTo>
                    <a:pt x="4828323" y="869842"/>
                  </a:lnTo>
                  <a:lnTo>
                    <a:pt x="4715597" y="864518"/>
                  </a:lnTo>
                  <a:lnTo>
                    <a:pt x="4606995" y="858585"/>
                  </a:lnTo>
                  <a:lnTo>
                    <a:pt x="4504164" y="852031"/>
                  </a:lnTo>
                  <a:lnTo>
                    <a:pt x="4408029" y="844827"/>
                  </a:lnTo>
                  <a:lnTo>
                    <a:pt x="4318931" y="836923"/>
                  </a:lnTo>
                  <a:lnTo>
                    <a:pt x="4236767" y="828250"/>
                  </a:lnTo>
                  <a:lnTo>
                    <a:pt x="4161129" y="818720"/>
                  </a:lnTo>
                  <a:lnTo>
                    <a:pt x="4091410" y="808227"/>
                  </a:lnTo>
                  <a:lnTo>
                    <a:pt x="4026891" y="796656"/>
                  </a:lnTo>
                  <a:lnTo>
                    <a:pt x="3966801" y="783885"/>
                  </a:lnTo>
                  <a:lnTo>
                    <a:pt x="3910368" y="769801"/>
                  </a:lnTo>
                  <a:lnTo>
                    <a:pt x="3856858" y="754314"/>
                  </a:lnTo>
                  <a:lnTo>
                    <a:pt x="3820202" y="742423"/>
                  </a:lnTo>
                  <a:lnTo>
                    <a:pt x="3762200" y="721418"/>
                  </a:lnTo>
                  <a:lnTo>
                    <a:pt x="3705938" y="698427"/>
                  </a:lnTo>
                  <a:lnTo>
                    <a:pt x="3650807" y="673416"/>
                  </a:lnTo>
                  <a:lnTo>
                    <a:pt x="3596348" y="646409"/>
                  </a:lnTo>
                  <a:lnTo>
                    <a:pt x="3542229" y="617494"/>
                  </a:lnTo>
                  <a:lnTo>
                    <a:pt x="3488220" y="586827"/>
                  </a:lnTo>
                  <a:lnTo>
                    <a:pt x="3434182" y="554635"/>
                  </a:lnTo>
                  <a:lnTo>
                    <a:pt x="3380051" y="521209"/>
                  </a:lnTo>
                  <a:lnTo>
                    <a:pt x="3325818" y="486897"/>
                  </a:lnTo>
                  <a:lnTo>
                    <a:pt x="3271517" y="452091"/>
                  </a:lnTo>
                  <a:lnTo>
                    <a:pt x="3217204" y="417205"/>
                  </a:lnTo>
                  <a:lnTo>
                    <a:pt x="3162940" y="382658"/>
                  </a:lnTo>
                  <a:lnTo>
                    <a:pt x="3108768" y="348851"/>
                  </a:lnTo>
                  <a:lnTo>
                    <a:pt x="3054700" y="316153"/>
                  </a:lnTo>
                  <a:lnTo>
                    <a:pt x="3000692" y="284875"/>
                  </a:lnTo>
                  <a:lnTo>
                    <a:pt x="2946636" y="255272"/>
                  </a:lnTo>
                  <a:lnTo>
                    <a:pt x="2892339" y="227526"/>
                  </a:lnTo>
                  <a:lnTo>
                    <a:pt x="2837510" y="201750"/>
                  </a:lnTo>
                  <a:lnTo>
                    <a:pt x="2781741" y="177992"/>
                  </a:lnTo>
                  <a:lnTo>
                    <a:pt x="2724484" y="156239"/>
                  </a:lnTo>
                  <a:lnTo>
                    <a:pt x="2702183" y="148484"/>
                  </a:lnTo>
                  <a:lnTo>
                    <a:pt x="2650348" y="131977"/>
                  </a:lnTo>
                  <a:lnTo>
                    <a:pt x="2596066" y="116902"/>
                  </a:lnTo>
                  <a:lnTo>
                    <a:pt x="2538655" y="103207"/>
                  </a:lnTo>
                  <a:lnTo>
                    <a:pt x="2477367" y="90794"/>
                  </a:lnTo>
                  <a:lnTo>
                    <a:pt x="2411426" y="79547"/>
                  </a:lnTo>
                  <a:lnTo>
                    <a:pt x="2340069" y="69343"/>
                  </a:lnTo>
                  <a:lnTo>
                    <a:pt x="2262603" y="60070"/>
                  </a:lnTo>
                  <a:lnTo>
                    <a:pt x="2178470" y="51627"/>
                  </a:lnTo>
                  <a:lnTo>
                    <a:pt x="2087335" y="43932"/>
                  </a:lnTo>
                  <a:lnTo>
                    <a:pt x="1989210" y="36920"/>
                  </a:lnTo>
                  <a:lnTo>
                    <a:pt x="1884589" y="30547"/>
                  </a:lnTo>
                  <a:lnTo>
                    <a:pt x="1774594" y="24790"/>
                  </a:lnTo>
                  <a:lnTo>
                    <a:pt x="1661098" y="19642"/>
                  </a:lnTo>
                  <a:lnTo>
                    <a:pt x="1546787" y="15108"/>
                  </a:lnTo>
                  <a:lnTo>
                    <a:pt x="1435090" y="11202"/>
                  </a:lnTo>
                  <a:lnTo>
                    <a:pt x="1329944" y="7936"/>
                  </a:lnTo>
                  <a:lnTo>
                    <a:pt x="1235377" y="5306"/>
                  </a:lnTo>
                  <a:lnTo>
                    <a:pt x="1154944" y="3293"/>
                  </a:lnTo>
                  <a:lnTo>
                    <a:pt x="1091146" y="1848"/>
                  </a:lnTo>
                  <a:lnTo>
                    <a:pt x="1044952" y="897"/>
                  </a:lnTo>
                  <a:lnTo>
                    <a:pt x="1015558" y="346"/>
                  </a:lnTo>
                  <a:lnTo>
                    <a:pt x="1000402" y="85"/>
                  </a:lnTo>
                  <a:lnTo>
                    <a:pt x="995353" y="6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8" name="pg1067"/>
            <p:cNvSpPr/>
            <p:nvPr/>
          </p:nvSpPr>
          <p:spPr>
            <a:xfrm>
              <a:off x="1199187" y="2793093"/>
              <a:ext cx="12049831" cy="2934755"/>
            </a:xfrm>
            <a:custGeom>
              <a:avLst/>
              <a:pathLst>
                <a:path w="12049831" h="2934755">
                  <a:moveTo>
                    <a:pt x="0" y="1808018"/>
                  </a:moveTo>
                  <a:lnTo>
                    <a:pt x="994940" y="1808018"/>
                  </a:lnTo>
                  <a:lnTo>
                    <a:pt x="996066" y="1808040"/>
                  </a:lnTo>
                  <a:lnTo>
                    <a:pt x="1003501" y="1808191"/>
                  </a:lnTo>
                  <a:lnTo>
                    <a:pt x="1022346" y="1808611"/>
                  </a:lnTo>
                  <a:lnTo>
                    <a:pt x="1056296" y="1809438"/>
                  </a:lnTo>
                  <a:lnTo>
                    <a:pt x="1107420" y="1810805"/>
                  </a:lnTo>
                  <a:lnTo>
                    <a:pt x="1176010" y="1812825"/>
                  </a:lnTo>
                  <a:lnTo>
                    <a:pt x="1260631" y="1815583"/>
                  </a:lnTo>
                  <a:lnTo>
                    <a:pt x="1358442" y="1819128"/>
                  </a:lnTo>
                  <a:lnTo>
                    <a:pt x="1465706" y="1823481"/>
                  </a:lnTo>
                  <a:lnTo>
                    <a:pt x="1578383" y="1828637"/>
                  </a:lnTo>
                  <a:lnTo>
                    <a:pt x="1692655" y="1834581"/>
                  </a:lnTo>
                  <a:lnTo>
                    <a:pt x="1805293" y="1841297"/>
                  </a:lnTo>
                  <a:lnTo>
                    <a:pt x="1913844" y="1848782"/>
                  </a:lnTo>
                  <a:lnTo>
                    <a:pt x="2016656" y="1857049"/>
                  </a:lnTo>
                  <a:lnTo>
                    <a:pt x="2112796" y="1866136"/>
                  </a:lnTo>
                  <a:lnTo>
                    <a:pt x="2201916" y="1876104"/>
                  </a:lnTo>
                  <a:lnTo>
                    <a:pt x="2284113" y="1887042"/>
                  </a:lnTo>
                  <a:lnTo>
                    <a:pt x="2359789" y="1899059"/>
                  </a:lnTo>
                  <a:lnTo>
                    <a:pt x="2429545" y="1912288"/>
                  </a:lnTo>
                  <a:lnTo>
                    <a:pt x="2494098" y="1926874"/>
                  </a:lnTo>
                  <a:lnTo>
                    <a:pt x="2554213" y="1942970"/>
                  </a:lnTo>
                  <a:lnTo>
                    <a:pt x="2610662" y="1960722"/>
                  </a:lnTo>
                  <a:lnTo>
                    <a:pt x="2664177" y="1980240"/>
                  </a:lnTo>
                  <a:lnTo>
                    <a:pt x="2702183" y="1995808"/>
                  </a:lnTo>
                  <a:lnTo>
                    <a:pt x="2758445" y="2021525"/>
                  </a:lnTo>
                  <a:lnTo>
                    <a:pt x="2813051" y="2049602"/>
                  </a:lnTo>
                  <a:lnTo>
                    <a:pt x="2866565" y="2080080"/>
                  </a:lnTo>
                  <a:lnTo>
                    <a:pt x="2919414" y="2112936"/>
                  </a:lnTo>
                  <a:lnTo>
                    <a:pt x="2971912" y="2148078"/>
                  </a:lnTo>
                  <a:lnTo>
                    <a:pt x="3024280" y="2185337"/>
                  </a:lnTo>
                  <a:lnTo>
                    <a:pt x="3076656" y="2224464"/>
                  </a:lnTo>
                  <a:lnTo>
                    <a:pt x="3129112" y="2265139"/>
                  </a:lnTo>
                  <a:lnTo>
                    <a:pt x="3181667" y="2306973"/>
                  </a:lnTo>
                  <a:lnTo>
                    <a:pt x="3234297" y="2349526"/>
                  </a:lnTo>
                  <a:lnTo>
                    <a:pt x="3286956" y="2392327"/>
                  </a:lnTo>
                  <a:lnTo>
                    <a:pt x="3339587" y="2434891"/>
                  </a:lnTo>
                  <a:lnTo>
                    <a:pt x="3392143" y="2476745"/>
                  </a:lnTo>
                  <a:lnTo>
                    <a:pt x="3444602" y="2517449"/>
                  </a:lnTo>
                  <a:lnTo>
                    <a:pt x="3496979" y="2556613"/>
                  </a:lnTo>
                  <a:lnTo>
                    <a:pt x="3549345" y="2593915"/>
                  </a:lnTo>
                  <a:lnTo>
                    <a:pt x="3601839" y="2629105"/>
                  </a:lnTo>
                  <a:lnTo>
                    <a:pt x="3654677" y="2662011"/>
                  </a:lnTo>
                  <a:lnTo>
                    <a:pt x="3708173" y="2692540"/>
                  </a:lnTo>
                  <a:lnTo>
                    <a:pt x="3762750" y="2720669"/>
                  </a:lnTo>
                  <a:lnTo>
                    <a:pt x="3818969" y="2746436"/>
                  </a:lnTo>
                  <a:lnTo>
                    <a:pt x="3820202" y="2746965"/>
                  </a:lnTo>
                  <a:lnTo>
                    <a:pt x="3871978" y="2767819"/>
                  </a:lnTo>
                  <a:lnTo>
                    <a:pt x="3926194" y="2786867"/>
                  </a:lnTo>
                  <a:lnTo>
                    <a:pt x="3983530" y="2804172"/>
                  </a:lnTo>
                  <a:lnTo>
                    <a:pt x="4044733" y="2819859"/>
                  </a:lnTo>
                  <a:lnTo>
                    <a:pt x="4110575" y="2834075"/>
                  </a:lnTo>
                  <a:lnTo>
                    <a:pt x="4181816" y="2846972"/>
                  </a:lnTo>
                  <a:lnTo>
                    <a:pt x="4259148" y="2858695"/>
                  </a:lnTo>
                  <a:lnTo>
                    <a:pt x="4343129" y="2869369"/>
                  </a:lnTo>
                  <a:lnTo>
                    <a:pt x="4434095" y="2879099"/>
                  </a:lnTo>
                  <a:lnTo>
                    <a:pt x="4532036" y="2887967"/>
                  </a:lnTo>
                  <a:lnTo>
                    <a:pt x="4636468" y="2896026"/>
                  </a:lnTo>
                  <a:lnTo>
                    <a:pt x="4746282" y="2903309"/>
                  </a:lnTo>
                  <a:lnTo>
                    <a:pt x="4859618" y="2909824"/>
                  </a:lnTo>
                  <a:lnTo>
                    <a:pt x="4973813" y="2915563"/>
                  </a:lnTo>
                  <a:lnTo>
                    <a:pt x="5085458" y="2920510"/>
                  </a:lnTo>
                  <a:lnTo>
                    <a:pt x="5190635" y="2924651"/>
                  </a:lnTo>
                  <a:lnTo>
                    <a:pt x="5285326" y="2927987"/>
                  </a:lnTo>
                  <a:lnTo>
                    <a:pt x="5365975" y="2930545"/>
                  </a:lnTo>
                  <a:lnTo>
                    <a:pt x="5430062" y="2932385"/>
                  </a:lnTo>
                  <a:lnTo>
                    <a:pt x="5476587" y="2933598"/>
                  </a:lnTo>
                  <a:lnTo>
                    <a:pt x="5506311" y="2934305"/>
                  </a:lnTo>
                  <a:lnTo>
                    <a:pt x="5521750" y="2934641"/>
                  </a:lnTo>
                  <a:lnTo>
                    <a:pt x="5526986" y="2934746"/>
                  </a:lnTo>
                  <a:lnTo>
                    <a:pt x="5527445" y="2934755"/>
                  </a:lnTo>
                  <a:lnTo>
                    <a:pt x="6522385" y="2934755"/>
                  </a:lnTo>
                  <a:lnTo>
                    <a:pt x="6523458" y="2934702"/>
                  </a:lnTo>
                  <a:lnTo>
                    <a:pt x="6530543" y="2934326"/>
                  </a:lnTo>
                  <a:lnTo>
                    <a:pt x="6548527" y="2933289"/>
                  </a:lnTo>
                  <a:lnTo>
                    <a:pt x="6580983" y="2931244"/>
                  </a:lnTo>
                  <a:lnTo>
                    <a:pt x="6629976" y="2927862"/>
                  </a:lnTo>
                  <a:lnTo>
                    <a:pt x="6695910" y="2922859"/>
                  </a:lnTo>
                  <a:lnTo>
                    <a:pt x="6777559" y="2916018"/>
                  </a:lnTo>
                  <a:lnTo>
                    <a:pt x="6872341" y="2907206"/>
                  </a:lnTo>
                  <a:lnTo>
                    <a:pt x="6976774" y="2896365"/>
                  </a:lnTo>
                  <a:lnTo>
                    <a:pt x="7087020" y="2883501"/>
                  </a:lnTo>
                  <a:lnTo>
                    <a:pt x="7199385" y="2868649"/>
                  </a:lnTo>
                  <a:lnTo>
                    <a:pt x="7310682" y="2851848"/>
                  </a:lnTo>
                  <a:lnTo>
                    <a:pt x="7418431" y="2833116"/>
                  </a:lnTo>
                  <a:lnTo>
                    <a:pt x="7520908" y="2812428"/>
                  </a:lnTo>
                  <a:lnTo>
                    <a:pt x="7617082" y="2789706"/>
                  </a:lnTo>
                  <a:lnTo>
                    <a:pt x="7706504" y="2764812"/>
                  </a:lnTo>
                  <a:lnTo>
                    <a:pt x="7789169" y="2737544"/>
                  </a:lnTo>
                  <a:lnTo>
                    <a:pt x="7865394" y="2707645"/>
                  </a:lnTo>
                  <a:lnTo>
                    <a:pt x="7935705" y="2674804"/>
                  </a:lnTo>
                  <a:lnTo>
                    <a:pt x="8000757" y="2638667"/>
                  </a:lnTo>
                  <a:lnTo>
                    <a:pt x="8061271" y="2598858"/>
                  </a:lnTo>
                  <a:lnTo>
                    <a:pt x="8117981" y="2555007"/>
                  </a:lnTo>
                  <a:lnTo>
                    <a:pt x="8171604" y="2506801"/>
                  </a:lnTo>
                  <a:lnTo>
                    <a:pt x="8222794" y="2454059"/>
                  </a:lnTo>
                  <a:lnTo>
                    <a:pt x="8229629" y="2446502"/>
                  </a:lnTo>
                  <a:lnTo>
                    <a:pt x="8273324" y="2395301"/>
                  </a:lnTo>
                  <a:lnTo>
                    <a:pt x="8315942" y="2340454"/>
                  </a:lnTo>
                  <a:lnTo>
                    <a:pt x="8357768" y="2281886"/>
                  </a:lnTo>
                  <a:lnTo>
                    <a:pt x="8399033" y="2219577"/>
                  </a:lnTo>
                  <a:lnTo>
                    <a:pt x="8439922" y="2153572"/>
                  </a:lnTo>
                  <a:lnTo>
                    <a:pt x="8480583" y="2083979"/>
                  </a:lnTo>
                  <a:lnTo>
                    <a:pt x="8521125" y="2010981"/>
                  </a:lnTo>
                  <a:lnTo>
                    <a:pt x="8561630" y="1934830"/>
                  </a:lnTo>
                  <a:lnTo>
                    <a:pt x="8602153" y="1855854"/>
                  </a:lnTo>
                  <a:lnTo>
                    <a:pt x="8642725" y="1774446"/>
                  </a:lnTo>
                  <a:lnTo>
                    <a:pt x="8683356" y="1691063"/>
                  </a:lnTo>
                  <a:lnTo>
                    <a:pt x="8724042" y="1606214"/>
                  </a:lnTo>
                  <a:lnTo>
                    <a:pt x="8764766" y="1520449"/>
                  </a:lnTo>
                  <a:lnTo>
                    <a:pt x="8805506" y="1434342"/>
                  </a:lnTo>
                  <a:lnTo>
                    <a:pt x="8846235" y="1348476"/>
                  </a:lnTo>
                  <a:lnTo>
                    <a:pt x="8886929" y="1263430"/>
                  </a:lnTo>
                  <a:lnTo>
                    <a:pt x="8927570" y="1179758"/>
                  </a:lnTo>
                  <a:lnTo>
                    <a:pt x="8968152" y="1097976"/>
                  </a:lnTo>
                  <a:lnTo>
                    <a:pt x="9008681" y="1018552"/>
                  </a:lnTo>
                  <a:lnTo>
                    <a:pt x="9049187" y="941890"/>
                  </a:lnTo>
                  <a:lnTo>
                    <a:pt x="9089718" y="868330"/>
                  </a:lnTo>
                  <a:lnTo>
                    <a:pt x="9130351" y="798137"/>
                  </a:lnTo>
                  <a:lnTo>
                    <a:pt x="9171191" y="731505"/>
                  </a:lnTo>
                  <a:lnTo>
                    <a:pt x="9212379" y="668556"/>
                  </a:lnTo>
                  <a:lnTo>
                    <a:pt x="9254094" y="609344"/>
                  </a:lnTo>
                  <a:lnTo>
                    <a:pt x="9296557" y="553861"/>
                  </a:lnTo>
                  <a:lnTo>
                    <a:pt x="9340044" y="502041"/>
                  </a:lnTo>
                  <a:lnTo>
                    <a:pt x="9347647" y="493493"/>
                  </a:lnTo>
                  <a:lnTo>
                    <a:pt x="9398551" y="440129"/>
                  </a:lnTo>
                  <a:lnTo>
                    <a:pt x="9451804" y="391309"/>
                  </a:lnTo>
                  <a:lnTo>
                    <a:pt x="9508052" y="346880"/>
                  </a:lnTo>
                  <a:lnTo>
                    <a:pt x="9568002" y="306540"/>
                  </a:lnTo>
                  <a:lnTo>
                    <a:pt x="9632391" y="269924"/>
                  </a:lnTo>
                  <a:lnTo>
                    <a:pt x="9701943" y="236654"/>
                  </a:lnTo>
                  <a:lnTo>
                    <a:pt x="9777326" y="206373"/>
                  </a:lnTo>
                  <a:lnTo>
                    <a:pt x="9859087" y="178763"/>
                  </a:lnTo>
                  <a:lnTo>
                    <a:pt x="9947578" y="153557"/>
                  </a:lnTo>
                  <a:lnTo>
                    <a:pt x="10042845" y="130548"/>
                  </a:lnTo>
                  <a:lnTo>
                    <a:pt x="10144507" y="109588"/>
                  </a:lnTo>
                  <a:lnTo>
                    <a:pt x="10251621" y="90592"/>
                  </a:lnTo>
                  <a:lnTo>
                    <a:pt x="10362563" y="73527"/>
                  </a:lnTo>
                  <a:lnTo>
                    <a:pt x="10474956" y="58406"/>
                  </a:lnTo>
                  <a:lnTo>
                    <a:pt x="10585701" y="45268"/>
                  </a:lnTo>
                  <a:lnTo>
                    <a:pt x="10691155" y="34150"/>
                  </a:lnTo>
                  <a:lnTo>
                    <a:pt x="10787474" y="25062"/>
                  </a:lnTo>
                  <a:lnTo>
                    <a:pt x="10871095" y="17958"/>
                  </a:lnTo>
                  <a:lnTo>
                    <a:pt x="10939282" y="12714"/>
                  </a:lnTo>
                  <a:lnTo>
                    <a:pt x="10990603" y="9127"/>
                  </a:lnTo>
                  <a:lnTo>
                    <a:pt x="11025233" y="6918"/>
                  </a:lnTo>
                  <a:lnTo>
                    <a:pt x="11045014" y="5763"/>
                  </a:lnTo>
                  <a:lnTo>
                    <a:pt x="11053327" y="531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9" y="52"/>
                  </a:lnTo>
                  <a:lnTo>
                    <a:pt x="11046733" y="428"/>
                  </a:lnTo>
                  <a:lnTo>
                    <a:pt x="11028750" y="1465"/>
                  </a:lnTo>
                  <a:lnTo>
                    <a:pt x="10996293" y="3510"/>
                  </a:lnTo>
                  <a:lnTo>
                    <a:pt x="10947300" y="6892"/>
                  </a:lnTo>
                  <a:lnTo>
                    <a:pt x="10881367" y="11895"/>
                  </a:lnTo>
                  <a:lnTo>
                    <a:pt x="10799717" y="18736"/>
                  </a:lnTo>
                  <a:lnTo>
                    <a:pt x="10704935" y="27549"/>
                  </a:lnTo>
                  <a:lnTo>
                    <a:pt x="10600503" y="38389"/>
                  </a:lnTo>
                  <a:lnTo>
                    <a:pt x="10490257" y="51253"/>
                  </a:lnTo>
                  <a:lnTo>
                    <a:pt x="10377892" y="66106"/>
                  </a:lnTo>
                  <a:lnTo>
                    <a:pt x="10266595" y="82906"/>
                  </a:lnTo>
                  <a:lnTo>
                    <a:pt x="10158845" y="101638"/>
                  </a:lnTo>
                  <a:lnTo>
                    <a:pt x="10056369" y="122326"/>
                  </a:lnTo>
                  <a:lnTo>
                    <a:pt x="9960195" y="145048"/>
                  </a:lnTo>
                  <a:lnTo>
                    <a:pt x="9870773" y="169943"/>
                  </a:lnTo>
                  <a:lnTo>
                    <a:pt x="9788107" y="197210"/>
                  </a:lnTo>
                  <a:lnTo>
                    <a:pt x="9711883" y="227109"/>
                  </a:lnTo>
                  <a:lnTo>
                    <a:pt x="9641571" y="259950"/>
                  </a:lnTo>
                  <a:lnTo>
                    <a:pt x="9576519" y="296087"/>
                  </a:lnTo>
                  <a:lnTo>
                    <a:pt x="9516006" y="335896"/>
                  </a:lnTo>
                  <a:lnTo>
                    <a:pt x="9459295" y="379747"/>
                  </a:lnTo>
                  <a:lnTo>
                    <a:pt x="9405673" y="427953"/>
                  </a:lnTo>
                  <a:lnTo>
                    <a:pt x="9354483" y="480695"/>
                  </a:lnTo>
                  <a:lnTo>
                    <a:pt x="9347647" y="488252"/>
                  </a:lnTo>
                  <a:lnTo>
                    <a:pt x="9303953" y="539453"/>
                  </a:lnTo>
                  <a:lnTo>
                    <a:pt x="9261334" y="594300"/>
                  </a:lnTo>
                  <a:lnTo>
                    <a:pt x="9219508" y="652869"/>
                  </a:lnTo>
                  <a:lnTo>
                    <a:pt x="9178243" y="715177"/>
                  </a:lnTo>
                  <a:lnTo>
                    <a:pt x="9137354" y="781182"/>
                  </a:lnTo>
                  <a:lnTo>
                    <a:pt x="9096694" y="850775"/>
                  </a:lnTo>
                  <a:lnTo>
                    <a:pt x="9056152" y="923773"/>
                  </a:lnTo>
                  <a:lnTo>
                    <a:pt x="9015646" y="999924"/>
                  </a:lnTo>
                  <a:lnTo>
                    <a:pt x="8975123" y="1078900"/>
                  </a:lnTo>
                  <a:lnTo>
                    <a:pt x="8934552" y="1160308"/>
                  </a:lnTo>
                  <a:lnTo>
                    <a:pt x="8893921" y="1243691"/>
                  </a:lnTo>
                  <a:lnTo>
                    <a:pt x="8853235" y="1328540"/>
                  </a:lnTo>
                  <a:lnTo>
                    <a:pt x="8812510" y="1414305"/>
                  </a:lnTo>
                  <a:lnTo>
                    <a:pt x="8771770" y="1500412"/>
                  </a:lnTo>
                  <a:lnTo>
                    <a:pt x="8731041" y="1586278"/>
                  </a:lnTo>
                  <a:lnTo>
                    <a:pt x="8690347" y="1671324"/>
                  </a:lnTo>
                  <a:lnTo>
                    <a:pt x="8649706" y="1754996"/>
                  </a:lnTo>
                  <a:lnTo>
                    <a:pt x="8609125" y="1836778"/>
                  </a:lnTo>
                  <a:lnTo>
                    <a:pt x="8568595" y="1916202"/>
                  </a:lnTo>
                  <a:lnTo>
                    <a:pt x="8528090" y="1992864"/>
                  </a:lnTo>
                  <a:lnTo>
                    <a:pt x="8487559" y="2066424"/>
                  </a:lnTo>
                  <a:lnTo>
                    <a:pt x="8446926" y="2136617"/>
                  </a:lnTo>
                  <a:lnTo>
                    <a:pt x="8406085" y="2203249"/>
                  </a:lnTo>
                  <a:lnTo>
                    <a:pt x="8364897" y="2266198"/>
                  </a:lnTo>
                  <a:lnTo>
                    <a:pt x="8323183" y="2325410"/>
                  </a:lnTo>
                  <a:lnTo>
                    <a:pt x="8280719" y="2380893"/>
                  </a:lnTo>
                  <a:lnTo>
                    <a:pt x="8237232" y="2432713"/>
                  </a:lnTo>
                  <a:lnTo>
                    <a:pt x="8229629" y="2441262"/>
                  </a:lnTo>
                  <a:lnTo>
                    <a:pt x="8178726" y="2494625"/>
                  </a:lnTo>
                  <a:lnTo>
                    <a:pt x="8125472" y="2543445"/>
                  </a:lnTo>
                  <a:lnTo>
                    <a:pt x="8069225" y="2587874"/>
                  </a:lnTo>
                  <a:lnTo>
                    <a:pt x="8009274" y="2628214"/>
                  </a:lnTo>
                  <a:lnTo>
                    <a:pt x="7944885" y="2664830"/>
                  </a:lnTo>
                  <a:lnTo>
                    <a:pt x="7875333" y="2698100"/>
                  </a:lnTo>
                  <a:lnTo>
                    <a:pt x="7799951" y="2728381"/>
                  </a:lnTo>
                  <a:lnTo>
                    <a:pt x="7718189" y="2755991"/>
                  </a:lnTo>
                  <a:lnTo>
                    <a:pt x="7629699" y="2781197"/>
                  </a:lnTo>
                  <a:lnTo>
                    <a:pt x="7534432" y="2804207"/>
                  </a:lnTo>
                  <a:lnTo>
                    <a:pt x="7432770" y="2825166"/>
                  </a:lnTo>
                  <a:lnTo>
                    <a:pt x="7325655" y="2844163"/>
                  </a:lnTo>
                  <a:lnTo>
                    <a:pt x="7214713" y="2861227"/>
                  </a:lnTo>
                  <a:lnTo>
                    <a:pt x="7102321" y="2876348"/>
                  </a:lnTo>
                  <a:lnTo>
                    <a:pt x="6991576" y="2889486"/>
                  </a:lnTo>
                  <a:lnTo>
                    <a:pt x="6886121" y="2900604"/>
                  </a:lnTo>
                  <a:lnTo>
                    <a:pt x="6789802" y="2909692"/>
                  </a:lnTo>
                  <a:lnTo>
                    <a:pt x="6706181" y="2916796"/>
                  </a:lnTo>
                  <a:lnTo>
                    <a:pt x="6637995" y="2922040"/>
                  </a:lnTo>
                  <a:lnTo>
                    <a:pt x="6586674" y="2925627"/>
                  </a:lnTo>
                  <a:lnTo>
                    <a:pt x="6552044" y="2927836"/>
                  </a:lnTo>
                  <a:lnTo>
                    <a:pt x="6532263" y="2928991"/>
                  </a:lnTo>
                  <a:lnTo>
                    <a:pt x="6523949" y="2929436"/>
                  </a:lnTo>
                  <a:lnTo>
                    <a:pt x="6522385" y="2929514"/>
                  </a:lnTo>
                  <a:lnTo>
                    <a:pt x="5527445" y="2929514"/>
                  </a:lnTo>
                  <a:lnTo>
                    <a:pt x="5526319" y="2929493"/>
                  </a:lnTo>
                  <a:lnTo>
                    <a:pt x="5518884" y="2929341"/>
                  </a:lnTo>
                  <a:lnTo>
                    <a:pt x="5500039" y="2928921"/>
                  </a:lnTo>
                  <a:lnTo>
                    <a:pt x="5466089" y="2928094"/>
                  </a:lnTo>
                  <a:lnTo>
                    <a:pt x="5414965" y="2926727"/>
                  </a:lnTo>
                  <a:lnTo>
                    <a:pt x="5346375" y="2924707"/>
                  </a:lnTo>
                  <a:lnTo>
                    <a:pt x="5261754" y="2921949"/>
                  </a:lnTo>
                  <a:lnTo>
                    <a:pt x="5163943" y="2918404"/>
                  </a:lnTo>
                  <a:lnTo>
                    <a:pt x="5056679" y="2914051"/>
                  </a:lnTo>
                  <a:lnTo>
                    <a:pt x="4944002" y="2908895"/>
                  </a:lnTo>
                  <a:lnTo>
                    <a:pt x="4829730" y="2902951"/>
                  </a:lnTo>
                  <a:lnTo>
                    <a:pt x="4717092" y="2896235"/>
                  </a:lnTo>
                  <a:lnTo>
                    <a:pt x="4608541" y="2888751"/>
                  </a:lnTo>
                  <a:lnTo>
                    <a:pt x="4505729" y="2880483"/>
                  </a:lnTo>
                  <a:lnTo>
                    <a:pt x="4409589" y="2871397"/>
                  </a:lnTo>
                  <a:lnTo>
                    <a:pt x="4320469" y="2861428"/>
                  </a:lnTo>
                  <a:lnTo>
                    <a:pt x="4238272" y="2850490"/>
                  </a:lnTo>
                  <a:lnTo>
                    <a:pt x="4162596" y="2838473"/>
                  </a:lnTo>
                  <a:lnTo>
                    <a:pt x="4092840" y="2825245"/>
                  </a:lnTo>
                  <a:lnTo>
                    <a:pt x="4028287" y="2810658"/>
                  </a:lnTo>
                  <a:lnTo>
                    <a:pt x="3968172" y="2794562"/>
                  </a:lnTo>
                  <a:lnTo>
                    <a:pt x="3911723" y="2776810"/>
                  </a:lnTo>
                  <a:lnTo>
                    <a:pt x="3858208" y="2757292"/>
                  </a:lnTo>
                  <a:lnTo>
                    <a:pt x="3820202" y="2741725"/>
                  </a:lnTo>
                  <a:lnTo>
                    <a:pt x="3763940" y="2716007"/>
                  </a:lnTo>
                  <a:lnTo>
                    <a:pt x="3709334" y="2687930"/>
                  </a:lnTo>
                  <a:lnTo>
                    <a:pt x="3655820" y="2657453"/>
                  </a:lnTo>
                  <a:lnTo>
                    <a:pt x="3602971" y="2624596"/>
                  </a:lnTo>
                  <a:lnTo>
                    <a:pt x="3550473" y="2589454"/>
                  </a:lnTo>
                  <a:lnTo>
                    <a:pt x="3498105" y="2552195"/>
                  </a:lnTo>
                  <a:lnTo>
                    <a:pt x="3445729" y="2513068"/>
                  </a:lnTo>
                  <a:lnTo>
                    <a:pt x="3393273" y="2472393"/>
                  </a:lnTo>
                  <a:lnTo>
                    <a:pt x="3340718" y="2430560"/>
                  </a:lnTo>
                  <a:lnTo>
                    <a:pt x="3288088" y="2388006"/>
                  </a:lnTo>
                  <a:lnTo>
                    <a:pt x="3235429" y="2345205"/>
                  </a:lnTo>
                  <a:lnTo>
                    <a:pt x="3182798" y="2302641"/>
                  </a:lnTo>
                  <a:lnTo>
                    <a:pt x="3130241" y="2260787"/>
                  </a:lnTo>
                  <a:lnTo>
                    <a:pt x="3077783" y="2220084"/>
                  </a:lnTo>
                  <a:lnTo>
                    <a:pt x="3025406" y="2180919"/>
                  </a:lnTo>
                  <a:lnTo>
                    <a:pt x="2973040" y="2143617"/>
                  </a:lnTo>
                  <a:lnTo>
                    <a:pt x="2920546" y="2108428"/>
                  </a:lnTo>
                  <a:lnTo>
                    <a:pt x="2867708" y="2075521"/>
                  </a:lnTo>
                  <a:lnTo>
                    <a:pt x="2814212" y="2044992"/>
                  </a:lnTo>
                  <a:lnTo>
                    <a:pt x="2759635" y="2016864"/>
                  </a:lnTo>
                  <a:lnTo>
                    <a:pt x="2703416" y="1991096"/>
                  </a:lnTo>
                  <a:lnTo>
                    <a:pt x="2702183" y="1990567"/>
                  </a:lnTo>
                  <a:lnTo>
                    <a:pt x="2650407" y="1969713"/>
                  </a:lnTo>
                  <a:lnTo>
                    <a:pt x="2596191" y="1950665"/>
                  </a:lnTo>
                  <a:lnTo>
                    <a:pt x="2538855" y="1933360"/>
                  </a:lnTo>
                  <a:lnTo>
                    <a:pt x="2477652" y="1917673"/>
                  </a:lnTo>
                  <a:lnTo>
                    <a:pt x="2411810" y="1903458"/>
                  </a:lnTo>
                  <a:lnTo>
                    <a:pt x="2340569" y="1890560"/>
                  </a:lnTo>
                  <a:lnTo>
                    <a:pt x="2263237" y="1878837"/>
                  </a:lnTo>
                  <a:lnTo>
                    <a:pt x="2179256" y="1868163"/>
                  </a:lnTo>
                  <a:lnTo>
                    <a:pt x="2088290" y="1858433"/>
                  </a:lnTo>
                  <a:lnTo>
                    <a:pt x="1990349" y="1849566"/>
                  </a:lnTo>
                  <a:lnTo>
                    <a:pt x="1885917" y="1841506"/>
                  </a:lnTo>
                  <a:lnTo>
                    <a:pt x="1776103" y="1834223"/>
                  </a:lnTo>
                  <a:lnTo>
                    <a:pt x="1662767" y="1827708"/>
                  </a:lnTo>
                  <a:lnTo>
                    <a:pt x="1548572" y="1821969"/>
                  </a:lnTo>
                  <a:lnTo>
                    <a:pt x="1436927" y="1817023"/>
                  </a:lnTo>
                  <a:lnTo>
                    <a:pt x="1331750" y="1812882"/>
                  </a:lnTo>
                  <a:lnTo>
                    <a:pt x="1237059" y="1809545"/>
                  </a:lnTo>
                  <a:lnTo>
                    <a:pt x="1156410" y="1806987"/>
                  </a:lnTo>
                  <a:lnTo>
                    <a:pt x="1092323" y="1805148"/>
                  </a:lnTo>
                  <a:lnTo>
                    <a:pt x="1045798" y="1803934"/>
                  </a:lnTo>
                  <a:lnTo>
                    <a:pt x="1016074" y="1803227"/>
                  </a:lnTo>
                  <a:lnTo>
                    <a:pt x="1000635" y="1802891"/>
                  </a:lnTo>
                  <a:lnTo>
                    <a:pt x="995399" y="1802786"/>
                  </a:lnTo>
                  <a:lnTo>
                    <a:pt x="994940" y="1802778"/>
                  </a:lnTo>
                  <a:lnTo>
                    <a:pt x="0" y="1802778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69" name="pl1068"/>
            <p:cNvSpPr/>
            <p:nvPr/>
          </p:nvSpPr>
          <p:spPr>
            <a:xfrm>
              <a:off x="1199187" y="2798334"/>
              <a:ext cx="12049831" cy="2929514"/>
            </a:xfrm>
            <a:custGeom>
              <a:avLst/>
              <a:pathLst>
                <a:path w="12049831" h="2929514">
                  <a:moveTo>
                    <a:pt x="0" y="1802778"/>
                  </a:moveTo>
                  <a:lnTo>
                    <a:pt x="994940" y="1802778"/>
                  </a:lnTo>
                  <a:lnTo>
                    <a:pt x="996066" y="1802799"/>
                  </a:lnTo>
                  <a:lnTo>
                    <a:pt x="1003501" y="1802951"/>
                  </a:lnTo>
                  <a:lnTo>
                    <a:pt x="1022346" y="1803371"/>
                  </a:lnTo>
                  <a:lnTo>
                    <a:pt x="1056296" y="1804198"/>
                  </a:lnTo>
                  <a:lnTo>
                    <a:pt x="1107420" y="1805565"/>
                  </a:lnTo>
                  <a:lnTo>
                    <a:pt x="1176010" y="1807585"/>
                  </a:lnTo>
                  <a:lnTo>
                    <a:pt x="1260631" y="1810342"/>
                  </a:lnTo>
                  <a:lnTo>
                    <a:pt x="1358442" y="1813888"/>
                  </a:lnTo>
                  <a:lnTo>
                    <a:pt x="1465706" y="1818241"/>
                  </a:lnTo>
                  <a:lnTo>
                    <a:pt x="1578383" y="1823397"/>
                  </a:lnTo>
                  <a:lnTo>
                    <a:pt x="1692655" y="1829340"/>
                  </a:lnTo>
                  <a:lnTo>
                    <a:pt x="1805293" y="1836056"/>
                  </a:lnTo>
                  <a:lnTo>
                    <a:pt x="1913844" y="1843541"/>
                  </a:lnTo>
                  <a:lnTo>
                    <a:pt x="2016656" y="1851808"/>
                  </a:lnTo>
                  <a:lnTo>
                    <a:pt x="2112796" y="1860895"/>
                  </a:lnTo>
                  <a:lnTo>
                    <a:pt x="2201916" y="1870864"/>
                  </a:lnTo>
                  <a:lnTo>
                    <a:pt x="2284113" y="1881801"/>
                  </a:lnTo>
                  <a:lnTo>
                    <a:pt x="2359789" y="1893819"/>
                  </a:lnTo>
                  <a:lnTo>
                    <a:pt x="2429545" y="1907047"/>
                  </a:lnTo>
                  <a:lnTo>
                    <a:pt x="2494098" y="1921633"/>
                  </a:lnTo>
                  <a:lnTo>
                    <a:pt x="2554213" y="1937730"/>
                  </a:lnTo>
                  <a:lnTo>
                    <a:pt x="2610662" y="1955481"/>
                  </a:lnTo>
                  <a:lnTo>
                    <a:pt x="2664177" y="1974999"/>
                  </a:lnTo>
                  <a:lnTo>
                    <a:pt x="2702183" y="1990567"/>
                  </a:lnTo>
                  <a:lnTo>
                    <a:pt x="2758445" y="2016285"/>
                  </a:lnTo>
                  <a:lnTo>
                    <a:pt x="2813051" y="2044361"/>
                  </a:lnTo>
                  <a:lnTo>
                    <a:pt x="2866565" y="2074839"/>
                  </a:lnTo>
                  <a:lnTo>
                    <a:pt x="2919414" y="2107695"/>
                  </a:lnTo>
                  <a:lnTo>
                    <a:pt x="2971912" y="2142837"/>
                  </a:lnTo>
                  <a:lnTo>
                    <a:pt x="3024280" y="2180096"/>
                  </a:lnTo>
                  <a:lnTo>
                    <a:pt x="3076656" y="2219224"/>
                  </a:lnTo>
                  <a:lnTo>
                    <a:pt x="3129112" y="2259898"/>
                  </a:lnTo>
                  <a:lnTo>
                    <a:pt x="3181667" y="2301732"/>
                  </a:lnTo>
                  <a:lnTo>
                    <a:pt x="3234297" y="2344285"/>
                  </a:lnTo>
                  <a:lnTo>
                    <a:pt x="3286956" y="2387086"/>
                  </a:lnTo>
                  <a:lnTo>
                    <a:pt x="3339587" y="2429650"/>
                  </a:lnTo>
                  <a:lnTo>
                    <a:pt x="3392143" y="2471504"/>
                  </a:lnTo>
                  <a:lnTo>
                    <a:pt x="3444602" y="2512208"/>
                  </a:lnTo>
                  <a:lnTo>
                    <a:pt x="3496979" y="2551372"/>
                  </a:lnTo>
                  <a:lnTo>
                    <a:pt x="3549345" y="2588674"/>
                  </a:lnTo>
                  <a:lnTo>
                    <a:pt x="3601839" y="2623864"/>
                  </a:lnTo>
                  <a:lnTo>
                    <a:pt x="3654677" y="2656771"/>
                  </a:lnTo>
                  <a:lnTo>
                    <a:pt x="3708173" y="2687300"/>
                  </a:lnTo>
                  <a:lnTo>
                    <a:pt x="3762750" y="2715428"/>
                  </a:lnTo>
                  <a:lnTo>
                    <a:pt x="3818969" y="2741196"/>
                  </a:lnTo>
                  <a:lnTo>
                    <a:pt x="3820202" y="2741725"/>
                  </a:lnTo>
                  <a:lnTo>
                    <a:pt x="3871978" y="2762579"/>
                  </a:lnTo>
                  <a:lnTo>
                    <a:pt x="3926194" y="2781626"/>
                  </a:lnTo>
                  <a:lnTo>
                    <a:pt x="3983530" y="2798932"/>
                  </a:lnTo>
                  <a:lnTo>
                    <a:pt x="4044733" y="2814618"/>
                  </a:lnTo>
                  <a:lnTo>
                    <a:pt x="4110575" y="2828834"/>
                  </a:lnTo>
                  <a:lnTo>
                    <a:pt x="4181816" y="2841732"/>
                  </a:lnTo>
                  <a:lnTo>
                    <a:pt x="4259148" y="2853454"/>
                  </a:lnTo>
                  <a:lnTo>
                    <a:pt x="4343129" y="2864128"/>
                  </a:lnTo>
                  <a:lnTo>
                    <a:pt x="4434095" y="2873859"/>
                  </a:lnTo>
                  <a:lnTo>
                    <a:pt x="4532036" y="2882726"/>
                  </a:lnTo>
                  <a:lnTo>
                    <a:pt x="4636468" y="2890786"/>
                  </a:lnTo>
                  <a:lnTo>
                    <a:pt x="4746282" y="2898068"/>
                  </a:lnTo>
                  <a:lnTo>
                    <a:pt x="4859618" y="2904583"/>
                  </a:lnTo>
                  <a:lnTo>
                    <a:pt x="4973813" y="2910322"/>
                  </a:lnTo>
                  <a:lnTo>
                    <a:pt x="5085458" y="2915269"/>
                  </a:lnTo>
                  <a:lnTo>
                    <a:pt x="5190635" y="2919410"/>
                  </a:lnTo>
                  <a:lnTo>
                    <a:pt x="5285326" y="2922746"/>
                  </a:lnTo>
                  <a:lnTo>
                    <a:pt x="5365975" y="2925304"/>
                  </a:lnTo>
                  <a:lnTo>
                    <a:pt x="5430062" y="2927144"/>
                  </a:lnTo>
                  <a:lnTo>
                    <a:pt x="5476587" y="2928358"/>
                  </a:lnTo>
                  <a:lnTo>
                    <a:pt x="5506311" y="2929065"/>
                  </a:lnTo>
                  <a:lnTo>
                    <a:pt x="5521750" y="2929401"/>
                  </a:lnTo>
                  <a:lnTo>
                    <a:pt x="5526986" y="2929505"/>
                  </a:lnTo>
                  <a:lnTo>
                    <a:pt x="5527445" y="2929514"/>
                  </a:lnTo>
                  <a:lnTo>
                    <a:pt x="6522385" y="2929514"/>
                  </a:lnTo>
                  <a:lnTo>
                    <a:pt x="6523458" y="2929461"/>
                  </a:lnTo>
                  <a:lnTo>
                    <a:pt x="6530543" y="2929086"/>
                  </a:lnTo>
                  <a:lnTo>
                    <a:pt x="6548527" y="2928048"/>
                  </a:lnTo>
                  <a:lnTo>
                    <a:pt x="6580983" y="2926004"/>
                  </a:lnTo>
                  <a:lnTo>
                    <a:pt x="6629976" y="2922622"/>
                  </a:lnTo>
                  <a:lnTo>
                    <a:pt x="6695910" y="2917618"/>
                  </a:lnTo>
                  <a:lnTo>
                    <a:pt x="6777559" y="2910777"/>
                  </a:lnTo>
                  <a:lnTo>
                    <a:pt x="6872341" y="2901965"/>
                  </a:lnTo>
                  <a:lnTo>
                    <a:pt x="6976774" y="2891125"/>
                  </a:lnTo>
                  <a:lnTo>
                    <a:pt x="7087020" y="2878260"/>
                  </a:lnTo>
                  <a:lnTo>
                    <a:pt x="7199385" y="2863408"/>
                  </a:lnTo>
                  <a:lnTo>
                    <a:pt x="7310682" y="2846607"/>
                  </a:lnTo>
                  <a:lnTo>
                    <a:pt x="7418431" y="2827875"/>
                  </a:lnTo>
                  <a:lnTo>
                    <a:pt x="7520908" y="2807188"/>
                  </a:lnTo>
                  <a:lnTo>
                    <a:pt x="7617082" y="2784466"/>
                  </a:lnTo>
                  <a:lnTo>
                    <a:pt x="7706504" y="2759571"/>
                  </a:lnTo>
                  <a:lnTo>
                    <a:pt x="7789169" y="2732303"/>
                  </a:lnTo>
                  <a:lnTo>
                    <a:pt x="7865394" y="2702405"/>
                  </a:lnTo>
                  <a:lnTo>
                    <a:pt x="7935705" y="2669564"/>
                  </a:lnTo>
                  <a:lnTo>
                    <a:pt x="8000757" y="2633427"/>
                  </a:lnTo>
                  <a:lnTo>
                    <a:pt x="8061271" y="2593618"/>
                  </a:lnTo>
                  <a:lnTo>
                    <a:pt x="8117981" y="2549767"/>
                  </a:lnTo>
                  <a:lnTo>
                    <a:pt x="8171604" y="2501560"/>
                  </a:lnTo>
                  <a:lnTo>
                    <a:pt x="8222794" y="2448818"/>
                  </a:lnTo>
                  <a:lnTo>
                    <a:pt x="8229629" y="2441262"/>
                  </a:lnTo>
                  <a:lnTo>
                    <a:pt x="8273324" y="2390061"/>
                  </a:lnTo>
                  <a:lnTo>
                    <a:pt x="8315942" y="2335213"/>
                  </a:lnTo>
                  <a:lnTo>
                    <a:pt x="8357768" y="2276645"/>
                  </a:lnTo>
                  <a:lnTo>
                    <a:pt x="8399033" y="2214336"/>
                  </a:lnTo>
                  <a:lnTo>
                    <a:pt x="8439922" y="2148331"/>
                  </a:lnTo>
                  <a:lnTo>
                    <a:pt x="8480583" y="2078739"/>
                  </a:lnTo>
                  <a:lnTo>
                    <a:pt x="8521125" y="2005740"/>
                  </a:lnTo>
                  <a:lnTo>
                    <a:pt x="8561630" y="1929590"/>
                  </a:lnTo>
                  <a:lnTo>
                    <a:pt x="8602153" y="1850613"/>
                  </a:lnTo>
                  <a:lnTo>
                    <a:pt x="8642725" y="1769205"/>
                  </a:lnTo>
                  <a:lnTo>
                    <a:pt x="8683356" y="1685822"/>
                  </a:lnTo>
                  <a:lnTo>
                    <a:pt x="8724042" y="1600974"/>
                  </a:lnTo>
                  <a:lnTo>
                    <a:pt x="8764766" y="1515209"/>
                  </a:lnTo>
                  <a:lnTo>
                    <a:pt x="8805506" y="1429101"/>
                  </a:lnTo>
                  <a:lnTo>
                    <a:pt x="8846235" y="1343236"/>
                  </a:lnTo>
                  <a:lnTo>
                    <a:pt x="8886929" y="1258190"/>
                  </a:lnTo>
                  <a:lnTo>
                    <a:pt x="8927570" y="1174517"/>
                  </a:lnTo>
                  <a:lnTo>
                    <a:pt x="8968152" y="1092736"/>
                  </a:lnTo>
                  <a:lnTo>
                    <a:pt x="9008681" y="1013311"/>
                  </a:lnTo>
                  <a:lnTo>
                    <a:pt x="9049187" y="936650"/>
                  </a:lnTo>
                  <a:lnTo>
                    <a:pt x="9089718" y="863089"/>
                  </a:lnTo>
                  <a:lnTo>
                    <a:pt x="9130351" y="792896"/>
                  </a:lnTo>
                  <a:lnTo>
                    <a:pt x="9171191" y="726264"/>
                  </a:lnTo>
                  <a:lnTo>
                    <a:pt x="9212379" y="663315"/>
                  </a:lnTo>
                  <a:lnTo>
                    <a:pt x="9254094" y="604104"/>
                  </a:lnTo>
                  <a:lnTo>
                    <a:pt x="9296557" y="548620"/>
                  </a:lnTo>
                  <a:lnTo>
                    <a:pt x="9340044" y="496800"/>
                  </a:lnTo>
                  <a:lnTo>
                    <a:pt x="9347647" y="488252"/>
                  </a:lnTo>
                  <a:lnTo>
                    <a:pt x="9398551" y="434888"/>
                  </a:lnTo>
                  <a:lnTo>
                    <a:pt x="9451804" y="386069"/>
                  </a:lnTo>
                  <a:lnTo>
                    <a:pt x="9508052" y="341639"/>
                  </a:lnTo>
                  <a:lnTo>
                    <a:pt x="9568002" y="301299"/>
                  </a:lnTo>
                  <a:lnTo>
                    <a:pt x="9632391" y="264683"/>
                  </a:lnTo>
                  <a:lnTo>
                    <a:pt x="9701943" y="231413"/>
                  </a:lnTo>
                  <a:lnTo>
                    <a:pt x="9777326" y="201132"/>
                  </a:lnTo>
                  <a:lnTo>
                    <a:pt x="9859087" y="173522"/>
                  </a:lnTo>
                  <a:lnTo>
                    <a:pt x="9947578" y="148316"/>
                  </a:lnTo>
                  <a:lnTo>
                    <a:pt x="10042845" y="125307"/>
                  </a:lnTo>
                  <a:lnTo>
                    <a:pt x="10144507" y="104347"/>
                  </a:lnTo>
                  <a:lnTo>
                    <a:pt x="10251621" y="85351"/>
                  </a:lnTo>
                  <a:lnTo>
                    <a:pt x="10362563" y="68286"/>
                  </a:lnTo>
                  <a:lnTo>
                    <a:pt x="10474956" y="53166"/>
                  </a:lnTo>
                  <a:lnTo>
                    <a:pt x="10585701" y="40027"/>
                  </a:lnTo>
                  <a:lnTo>
                    <a:pt x="10691155" y="28909"/>
                  </a:lnTo>
                  <a:lnTo>
                    <a:pt x="10787474" y="19822"/>
                  </a:lnTo>
                  <a:lnTo>
                    <a:pt x="10871095" y="12717"/>
                  </a:lnTo>
                  <a:lnTo>
                    <a:pt x="10939282" y="7474"/>
                  </a:lnTo>
                  <a:lnTo>
                    <a:pt x="10990603" y="3886"/>
                  </a:lnTo>
                  <a:lnTo>
                    <a:pt x="11025233" y="1677"/>
                  </a:lnTo>
                  <a:lnTo>
                    <a:pt x="11045014" y="523"/>
                  </a:lnTo>
                  <a:lnTo>
                    <a:pt x="11053327" y="77"/>
                  </a:lnTo>
                  <a:lnTo>
                    <a:pt x="11054888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0" name="pl1069"/>
            <p:cNvSpPr/>
            <p:nvPr/>
          </p:nvSpPr>
          <p:spPr>
            <a:xfrm>
              <a:off x="1199187" y="2793093"/>
              <a:ext cx="12049831" cy="2929514"/>
            </a:xfrm>
            <a:custGeom>
              <a:avLst/>
              <a:pathLst>
                <a:path w="12049831" h="2929514">
                  <a:moveTo>
                    <a:pt x="12049831" y="0"/>
                  </a:moveTo>
                  <a:lnTo>
                    <a:pt x="11054891" y="0"/>
                  </a:lnTo>
                  <a:lnTo>
                    <a:pt x="11053819" y="52"/>
                  </a:lnTo>
                  <a:lnTo>
                    <a:pt x="11046733" y="428"/>
                  </a:lnTo>
                  <a:lnTo>
                    <a:pt x="11028750" y="1465"/>
                  </a:lnTo>
                  <a:lnTo>
                    <a:pt x="10996293" y="3510"/>
                  </a:lnTo>
                  <a:lnTo>
                    <a:pt x="10947300" y="6892"/>
                  </a:lnTo>
                  <a:lnTo>
                    <a:pt x="10881367" y="11895"/>
                  </a:lnTo>
                  <a:lnTo>
                    <a:pt x="10799717" y="18736"/>
                  </a:lnTo>
                  <a:lnTo>
                    <a:pt x="10704935" y="27549"/>
                  </a:lnTo>
                  <a:lnTo>
                    <a:pt x="10600503" y="38389"/>
                  </a:lnTo>
                  <a:lnTo>
                    <a:pt x="10490257" y="51253"/>
                  </a:lnTo>
                  <a:lnTo>
                    <a:pt x="10377892" y="66106"/>
                  </a:lnTo>
                  <a:lnTo>
                    <a:pt x="10266595" y="82906"/>
                  </a:lnTo>
                  <a:lnTo>
                    <a:pt x="10158845" y="101638"/>
                  </a:lnTo>
                  <a:lnTo>
                    <a:pt x="10056369" y="122326"/>
                  </a:lnTo>
                  <a:lnTo>
                    <a:pt x="9960195" y="145048"/>
                  </a:lnTo>
                  <a:lnTo>
                    <a:pt x="9870773" y="169943"/>
                  </a:lnTo>
                  <a:lnTo>
                    <a:pt x="9788107" y="197210"/>
                  </a:lnTo>
                  <a:lnTo>
                    <a:pt x="9711883" y="227109"/>
                  </a:lnTo>
                  <a:lnTo>
                    <a:pt x="9641571" y="259950"/>
                  </a:lnTo>
                  <a:lnTo>
                    <a:pt x="9576519" y="296087"/>
                  </a:lnTo>
                  <a:lnTo>
                    <a:pt x="9516006" y="335896"/>
                  </a:lnTo>
                  <a:lnTo>
                    <a:pt x="9459295" y="379747"/>
                  </a:lnTo>
                  <a:lnTo>
                    <a:pt x="9405673" y="427953"/>
                  </a:lnTo>
                  <a:lnTo>
                    <a:pt x="9354483" y="480695"/>
                  </a:lnTo>
                  <a:lnTo>
                    <a:pt x="9347647" y="488252"/>
                  </a:lnTo>
                  <a:lnTo>
                    <a:pt x="9303953" y="539453"/>
                  </a:lnTo>
                  <a:lnTo>
                    <a:pt x="9261334" y="594300"/>
                  </a:lnTo>
                  <a:lnTo>
                    <a:pt x="9219508" y="652869"/>
                  </a:lnTo>
                  <a:lnTo>
                    <a:pt x="9178243" y="715177"/>
                  </a:lnTo>
                  <a:lnTo>
                    <a:pt x="9137354" y="781182"/>
                  </a:lnTo>
                  <a:lnTo>
                    <a:pt x="9096694" y="850775"/>
                  </a:lnTo>
                  <a:lnTo>
                    <a:pt x="9056152" y="923773"/>
                  </a:lnTo>
                  <a:lnTo>
                    <a:pt x="9015646" y="999924"/>
                  </a:lnTo>
                  <a:lnTo>
                    <a:pt x="8975123" y="1078900"/>
                  </a:lnTo>
                  <a:lnTo>
                    <a:pt x="8934552" y="1160308"/>
                  </a:lnTo>
                  <a:lnTo>
                    <a:pt x="8893921" y="1243691"/>
                  </a:lnTo>
                  <a:lnTo>
                    <a:pt x="8853235" y="1328540"/>
                  </a:lnTo>
                  <a:lnTo>
                    <a:pt x="8812510" y="1414305"/>
                  </a:lnTo>
                  <a:lnTo>
                    <a:pt x="8771770" y="1500412"/>
                  </a:lnTo>
                  <a:lnTo>
                    <a:pt x="8731041" y="1586278"/>
                  </a:lnTo>
                  <a:lnTo>
                    <a:pt x="8690347" y="1671324"/>
                  </a:lnTo>
                  <a:lnTo>
                    <a:pt x="8649706" y="1754996"/>
                  </a:lnTo>
                  <a:lnTo>
                    <a:pt x="8609125" y="1836778"/>
                  </a:lnTo>
                  <a:lnTo>
                    <a:pt x="8568595" y="1916202"/>
                  </a:lnTo>
                  <a:lnTo>
                    <a:pt x="8528090" y="1992864"/>
                  </a:lnTo>
                  <a:lnTo>
                    <a:pt x="8487559" y="2066424"/>
                  </a:lnTo>
                  <a:lnTo>
                    <a:pt x="8446926" y="2136617"/>
                  </a:lnTo>
                  <a:lnTo>
                    <a:pt x="8406085" y="2203249"/>
                  </a:lnTo>
                  <a:lnTo>
                    <a:pt x="8364897" y="2266198"/>
                  </a:lnTo>
                  <a:lnTo>
                    <a:pt x="8323183" y="2325410"/>
                  </a:lnTo>
                  <a:lnTo>
                    <a:pt x="8280719" y="2380893"/>
                  </a:lnTo>
                  <a:lnTo>
                    <a:pt x="8237232" y="2432713"/>
                  </a:lnTo>
                  <a:lnTo>
                    <a:pt x="8229629" y="2441262"/>
                  </a:lnTo>
                  <a:lnTo>
                    <a:pt x="8178726" y="2494625"/>
                  </a:lnTo>
                  <a:lnTo>
                    <a:pt x="8125472" y="2543445"/>
                  </a:lnTo>
                  <a:lnTo>
                    <a:pt x="8069225" y="2587874"/>
                  </a:lnTo>
                  <a:lnTo>
                    <a:pt x="8009274" y="2628214"/>
                  </a:lnTo>
                  <a:lnTo>
                    <a:pt x="7944885" y="2664830"/>
                  </a:lnTo>
                  <a:lnTo>
                    <a:pt x="7875333" y="2698100"/>
                  </a:lnTo>
                  <a:lnTo>
                    <a:pt x="7799951" y="2728381"/>
                  </a:lnTo>
                  <a:lnTo>
                    <a:pt x="7718189" y="2755991"/>
                  </a:lnTo>
                  <a:lnTo>
                    <a:pt x="7629699" y="2781197"/>
                  </a:lnTo>
                  <a:lnTo>
                    <a:pt x="7534432" y="2804207"/>
                  </a:lnTo>
                  <a:lnTo>
                    <a:pt x="7432770" y="2825166"/>
                  </a:lnTo>
                  <a:lnTo>
                    <a:pt x="7325655" y="2844163"/>
                  </a:lnTo>
                  <a:lnTo>
                    <a:pt x="7214713" y="2861227"/>
                  </a:lnTo>
                  <a:lnTo>
                    <a:pt x="7102321" y="2876348"/>
                  </a:lnTo>
                  <a:lnTo>
                    <a:pt x="6991576" y="2889486"/>
                  </a:lnTo>
                  <a:lnTo>
                    <a:pt x="6886121" y="2900604"/>
                  </a:lnTo>
                  <a:lnTo>
                    <a:pt x="6789802" y="2909692"/>
                  </a:lnTo>
                  <a:lnTo>
                    <a:pt x="6706181" y="2916796"/>
                  </a:lnTo>
                  <a:lnTo>
                    <a:pt x="6637995" y="2922040"/>
                  </a:lnTo>
                  <a:lnTo>
                    <a:pt x="6586674" y="2925627"/>
                  </a:lnTo>
                  <a:lnTo>
                    <a:pt x="6552044" y="2927836"/>
                  </a:lnTo>
                  <a:lnTo>
                    <a:pt x="6532263" y="2928991"/>
                  </a:lnTo>
                  <a:lnTo>
                    <a:pt x="6523949" y="2929436"/>
                  </a:lnTo>
                  <a:lnTo>
                    <a:pt x="6522388" y="2929514"/>
                  </a:lnTo>
                  <a:lnTo>
                    <a:pt x="6522385" y="2929514"/>
                  </a:lnTo>
                  <a:lnTo>
                    <a:pt x="5527445" y="2929514"/>
                  </a:lnTo>
                  <a:lnTo>
                    <a:pt x="5526319" y="2929493"/>
                  </a:lnTo>
                  <a:lnTo>
                    <a:pt x="5518884" y="2929341"/>
                  </a:lnTo>
                  <a:lnTo>
                    <a:pt x="5500039" y="2928921"/>
                  </a:lnTo>
                  <a:lnTo>
                    <a:pt x="5466089" y="2928094"/>
                  </a:lnTo>
                  <a:lnTo>
                    <a:pt x="5414965" y="2926727"/>
                  </a:lnTo>
                  <a:lnTo>
                    <a:pt x="5346375" y="2924707"/>
                  </a:lnTo>
                  <a:lnTo>
                    <a:pt x="5261754" y="2921949"/>
                  </a:lnTo>
                  <a:lnTo>
                    <a:pt x="5163943" y="2918404"/>
                  </a:lnTo>
                  <a:lnTo>
                    <a:pt x="5056679" y="2914051"/>
                  </a:lnTo>
                  <a:lnTo>
                    <a:pt x="4944002" y="2908895"/>
                  </a:lnTo>
                  <a:lnTo>
                    <a:pt x="4829730" y="2902951"/>
                  </a:lnTo>
                  <a:lnTo>
                    <a:pt x="4717092" y="2896235"/>
                  </a:lnTo>
                  <a:lnTo>
                    <a:pt x="4608541" y="2888751"/>
                  </a:lnTo>
                  <a:lnTo>
                    <a:pt x="4505729" y="2880483"/>
                  </a:lnTo>
                  <a:lnTo>
                    <a:pt x="4409589" y="2871397"/>
                  </a:lnTo>
                  <a:lnTo>
                    <a:pt x="4320469" y="2861428"/>
                  </a:lnTo>
                  <a:lnTo>
                    <a:pt x="4238272" y="2850490"/>
                  </a:lnTo>
                  <a:lnTo>
                    <a:pt x="4162596" y="2838473"/>
                  </a:lnTo>
                  <a:lnTo>
                    <a:pt x="4092840" y="2825245"/>
                  </a:lnTo>
                  <a:lnTo>
                    <a:pt x="4028287" y="2810658"/>
                  </a:lnTo>
                  <a:lnTo>
                    <a:pt x="3968172" y="2794562"/>
                  </a:lnTo>
                  <a:lnTo>
                    <a:pt x="3911723" y="2776810"/>
                  </a:lnTo>
                  <a:lnTo>
                    <a:pt x="3858208" y="2757292"/>
                  </a:lnTo>
                  <a:lnTo>
                    <a:pt x="3820202" y="2741725"/>
                  </a:lnTo>
                  <a:lnTo>
                    <a:pt x="3763940" y="2716007"/>
                  </a:lnTo>
                  <a:lnTo>
                    <a:pt x="3709334" y="2687930"/>
                  </a:lnTo>
                  <a:lnTo>
                    <a:pt x="3655820" y="2657453"/>
                  </a:lnTo>
                  <a:lnTo>
                    <a:pt x="3602971" y="2624596"/>
                  </a:lnTo>
                  <a:lnTo>
                    <a:pt x="3550473" y="2589454"/>
                  </a:lnTo>
                  <a:lnTo>
                    <a:pt x="3498105" y="2552195"/>
                  </a:lnTo>
                  <a:lnTo>
                    <a:pt x="3445729" y="2513068"/>
                  </a:lnTo>
                  <a:lnTo>
                    <a:pt x="3393273" y="2472393"/>
                  </a:lnTo>
                  <a:lnTo>
                    <a:pt x="3340718" y="2430560"/>
                  </a:lnTo>
                  <a:lnTo>
                    <a:pt x="3288088" y="2388006"/>
                  </a:lnTo>
                  <a:lnTo>
                    <a:pt x="3235429" y="2345205"/>
                  </a:lnTo>
                  <a:lnTo>
                    <a:pt x="3182798" y="2302641"/>
                  </a:lnTo>
                  <a:lnTo>
                    <a:pt x="3130241" y="2260787"/>
                  </a:lnTo>
                  <a:lnTo>
                    <a:pt x="3077783" y="2220084"/>
                  </a:lnTo>
                  <a:lnTo>
                    <a:pt x="3025406" y="2180919"/>
                  </a:lnTo>
                  <a:lnTo>
                    <a:pt x="2973040" y="2143617"/>
                  </a:lnTo>
                  <a:lnTo>
                    <a:pt x="2920546" y="2108428"/>
                  </a:lnTo>
                  <a:lnTo>
                    <a:pt x="2867708" y="2075521"/>
                  </a:lnTo>
                  <a:lnTo>
                    <a:pt x="2814212" y="2044992"/>
                  </a:lnTo>
                  <a:lnTo>
                    <a:pt x="2759635" y="2016864"/>
                  </a:lnTo>
                  <a:lnTo>
                    <a:pt x="2703416" y="1991096"/>
                  </a:lnTo>
                  <a:lnTo>
                    <a:pt x="2702183" y="1990567"/>
                  </a:lnTo>
                  <a:lnTo>
                    <a:pt x="2650407" y="1969713"/>
                  </a:lnTo>
                  <a:lnTo>
                    <a:pt x="2596191" y="1950665"/>
                  </a:lnTo>
                  <a:lnTo>
                    <a:pt x="2538855" y="1933360"/>
                  </a:lnTo>
                  <a:lnTo>
                    <a:pt x="2477652" y="1917673"/>
                  </a:lnTo>
                  <a:lnTo>
                    <a:pt x="2411810" y="1903458"/>
                  </a:lnTo>
                  <a:lnTo>
                    <a:pt x="2340569" y="1890560"/>
                  </a:lnTo>
                  <a:lnTo>
                    <a:pt x="2263237" y="1878837"/>
                  </a:lnTo>
                  <a:lnTo>
                    <a:pt x="2179256" y="1868163"/>
                  </a:lnTo>
                  <a:lnTo>
                    <a:pt x="2088290" y="1858433"/>
                  </a:lnTo>
                  <a:lnTo>
                    <a:pt x="1990349" y="1849566"/>
                  </a:lnTo>
                  <a:lnTo>
                    <a:pt x="1885917" y="1841506"/>
                  </a:lnTo>
                  <a:lnTo>
                    <a:pt x="1776103" y="1834223"/>
                  </a:lnTo>
                  <a:lnTo>
                    <a:pt x="1662767" y="1827708"/>
                  </a:lnTo>
                  <a:lnTo>
                    <a:pt x="1548572" y="1821969"/>
                  </a:lnTo>
                  <a:lnTo>
                    <a:pt x="1436927" y="1817023"/>
                  </a:lnTo>
                  <a:lnTo>
                    <a:pt x="1331750" y="1812882"/>
                  </a:lnTo>
                  <a:lnTo>
                    <a:pt x="1237059" y="1809545"/>
                  </a:lnTo>
                  <a:lnTo>
                    <a:pt x="1156410" y="1806987"/>
                  </a:lnTo>
                  <a:lnTo>
                    <a:pt x="1092323" y="1805148"/>
                  </a:lnTo>
                  <a:lnTo>
                    <a:pt x="1045798" y="1803934"/>
                  </a:lnTo>
                  <a:lnTo>
                    <a:pt x="1016074" y="1803227"/>
                  </a:lnTo>
                  <a:lnTo>
                    <a:pt x="1000635" y="1802891"/>
                  </a:lnTo>
                  <a:lnTo>
                    <a:pt x="995399" y="1802786"/>
                  </a:lnTo>
                  <a:lnTo>
                    <a:pt x="994940" y="1802778"/>
                  </a:lnTo>
                  <a:lnTo>
                    <a:pt x="0" y="1802778"/>
                  </a:lnTo>
                  <a:lnTo>
                    <a:pt x="0" y="18027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1" name="pg1070"/>
            <p:cNvSpPr/>
            <p:nvPr/>
          </p:nvSpPr>
          <p:spPr>
            <a:xfrm>
              <a:off x="1199187" y="3689241"/>
              <a:ext cx="12049831" cy="2101494"/>
            </a:xfrm>
            <a:custGeom>
              <a:avLst/>
              <a:pathLst>
                <a:path w="12049831" h="2101494">
                  <a:moveTo>
                    <a:pt x="0" y="917110"/>
                  </a:moveTo>
                  <a:lnTo>
                    <a:pt x="994940" y="917110"/>
                  </a:lnTo>
                  <a:lnTo>
                    <a:pt x="996065" y="917133"/>
                  </a:lnTo>
                  <a:lnTo>
                    <a:pt x="1003493" y="917292"/>
                  </a:lnTo>
                  <a:lnTo>
                    <a:pt x="1022321" y="917733"/>
                  </a:lnTo>
                  <a:lnTo>
                    <a:pt x="1056243" y="918602"/>
                  </a:lnTo>
                  <a:lnTo>
                    <a:pt x="1107326" y="920037"/>
                  </a:lnTo>
                  <a:lnTo>
                    <a:pt x="1175865" y="922159"/>
                  </a:lnTo>
                  <a:lnTo>
                    <a:pt x="1260430" y="925055"/>
                  </a:lnTo>
                  <a:lnTo>
                    <a:pt x="1358184" y="928779"/>
                  </a:lnTo>
                  <a:lnTo>
                    <a:pt x="1465394" y="933350"/>
                  </a:lnTo>
                  <a:lnTo>
                    <a:pt x="1578026" y="938766"/>
                  </a:lnTo>
                  <a:lnTo>
                    <a:pt x="1692262" y="945009"/>
                  </a:lnTo>
                  <a:lnTo>
                    <a:pt x="1804876" y="952064"/>
                  </a:lnTo>
                  <a:lnTo>
                    <a:pt x="1913413" y="959926"/>
                  </a:lnTo>
                  <a:lnTo>
                    <a:pt x="2016219" y="968609"/>
                  </a:lnTo>
                  <a:lnTo>
                    <a:pt x="2112360" y="978154"/>
                  </a:lnTo>
                  <a:lnTo>
                    <a:pt x="2201487" y="988625"/>
                  </a:lnTo>
                  <a:lnTo>
                    <a:pt x="2283693" y="1000113"/>
                  </a:lnTo>
                  <a:lnTo>
                    <a:pt x="2359379" y="1012735"/>
                  </a:lnTo>
                  <a:lnTo>
                    <a:pt x="2429146" y="1026628"/>
                  </a:lnTo>
                  <a:lnTo>
                    <a:pt x="2493708" y="1041946"/>
                  </a:lnTo>
                  <a:lnTo>
                    <a:pt x="2553830" y="1058850"/>
                  </a:lnTo>
                  <a:lnTo>
                    <a:pt x="2610284" y="1077492"/>
                  </a:lnTo>
                  <a:lnTo>
                    <a:pt x="2663800" y="1097989"/>
                  </a:lnTo>
                  <a:lnTo>
                    <a:pt x="2702183" y="1114508"/>
                  </a:lnTo>
                  <a:lnTo>
                    <a:pt x="2758002" y="1141315"/>
                  </a:lnTo>
                  <a:lnTo>
                    <a:pt x="2812188" y="1170563"/>
                  </a:lnTo>
                  <a:lnTo>
                    <a:pt x="2865291" y="1202293"/>
                  </a:lnTo>
                  <a:lnTo>
                    <a:pt x="2917731" y="1236486"/>
                  </a:lnTo>
                  <a:lnTo>
                    <a:pt x="2969817" y="1273047"/>
                  </a:lnTo>
                  <a:lnTo>
                    <a:pt x="3021767" y="1311807"/>
                  </a:lnTo>
                  <a:lnTo>
                    <a:pt x="3073722" y="1352514"/>
                  </a:lnTo>
                  <a:lnTo>
                    <a:pt x="3125753" y="1394842"/>
                  </a:lnTo>
                  <a:lnTo>
                    <a:pt x="3177881" y="1438397"/>
                  </a:lnTo>
                  <a:lnTo>
                    <a:pt x="3230086" y="1482730"/>
                  </a:lnTo>
                  <a:lnTo>
                    <a:pt x="3282323" y="1527359"/>
                  </a:lnTo>
                  <a:lnTo>
                    <a:pt x="3334539" y="1571787"/>
                  </a:lnTo>
                  <a:lnTo>
                    <a:pt x="3386684" y="1615526"/>
                  </a:lnTo>
                  <a:lnTo>
                    <a:pt x="3438734" y="1658120"/>
                  </a:lnTo>
                  <a:lnTo>
                    <a:pt x="3490699" y="1699164"/>
                  </a:lnTo>
                  <a:lnTo>
                    <a:pt x="3542642" y="1738318"/>
                  </a:lnTo>
                  <a:lnTo>
                    <a:pt x="3594688" y="1775315"/>
                  </a:lnTo>
                  <a:lnTo>
                    <a:pt x="3647039" y="1809970"/>
                  </a:lnTo>
                  <a:lnTo>
                    <a:pt x="3699987" y="1842174"/>
                  </a:lnTo>
                  <a:lnTo>
                    <a:pt x="3753927" y="1871894"/>
                  </a:lnTo>
                  <a:lnTo>
                    <a:pt x="3809384" y="1899161"/>
                  </a:lnTo>
                  <a:lnTo>
                    <a:pt x="3820202" y="1904097"/>
                  </a:lnTo>
                  <a:lnTo>
                    <a:pt x="3871961" y="1926011"/>
                  </a:lnTo>
                  <a:lnTo>
                    <a:pt x="3926159" y="1946028"/>
                  </a:lnTo>
                  <a:lnTo>
                    <a:pt x="3983475" y="1964214"/>
                  </a:lnTo>
                  <a:lnTo>
                    <a:pt x="4044653" y="1980700"/>
                  </a:lnTo>
                  <a:lnTo>
                    <a:pt x="4110468" y="1995641"/>
                  </a:lnTo>
                  <a:lnTo>
                    <a:pt x="4181676" y="2009196"/>
                  </a:lnTo>
                  <a:lnTo>
                    <a:pt x="4258971" y="2021517"/>
                  </a:lnTo>
                  <a:lnTo>
                    <a:pt x="4342910" y="2032736"/>
                  </a:lnTo>
                  <a:lnTo>
                    <a:pt x="4433828" y="2042963"/>
                  </a:lnTo>
                  <a:lnTo>
                    <a:pt x="4531719" y="2052284"/>
                  </a:lnTo>
                  <a:lnTo>
                    <a:pt x="4636098" y="2060756"/>
                  </a:lnTo>
                  <a:lnTo>
                    <a:pt x="4745861" y="2068412"/>
                  </a:lnTo>
                  <a:lnTo>
                    <a:pt x="4859152" y="2075261"/>
                  </a:lnTo>
                  <a:lnTo>
                    <a:pt x="4973314" y="2081295"/>
                  </a:lnTo>
                  <a:lnTo>
                    <a:pt x="5084945" y="2086498"/>
                  </a:lnTo>
                  <a:lnTo>
                    <a:pt x="5190130" y="2090853"/>
                  </a:lnTo>
                  <a:lnTo>
                    <a:pt x="5284856" y="2094363"/>
                  </a:lnTo>
                  <a:lnTo>
                    <a:pt x="5365564" y="2097056"/>
                  </a:lnTo>
                  <a:lnTo>
                    <a:pt x="5429732" y="2098993"/>
                  </a:lnTo>
                  <a:lnTo>
                    <a:pt x="5476350" y="2100272"/>
                  </a:lnTo>
                  <a:lnTo>
                    <a:pt x="5506166" y="2101018"/>
                  </a:lnTo>
                  <a:lnTo>
                    <a:pt x="5521684" y="2101373"/>
                  </a:lnTo>
                  <a:lnTo>
                    <a:pt x="5526973" y="2101485"/>
                  </a:lnTo>
                  <a:lnTo>
                    <a:pt x="5527445" y="2101494"/>
                  </a:lnTo>
                  <a:lnTo>
                    <a:pt x="6522385" y="2101494"/>
                  </a:lnTo>
                  <a:lnTo>
                    <a:pt x="6523488" y="2101455"/>
                  </a:lnTo>
                  <a:lnTo>
                    <a:pt x="6530769" y="2101178"/>
                  </a:lnTo>
                  <a:lnTo>
                    <a:pt x="6549234" y="2100415"/>
                  </a:lnTo>
                  <a:lnTo>
                    <a:pt x="6582525" y="2098909"/>
                  </a:lnTo>
                  <a:lnTo>
                    <a:pt x="6632712" y="2096420"/>
                  </a:lnTo>
                  <a:lnTo>
                    <a:pt x="6700134" y="2092741"/>
                  </a:lnTo>
                  <a:lnTo>
                    <a:pt x="6783453" y="2087714"/>
                  </a:lnTo>
                  <a:lnTo>
                    <a:pt x="6879940" y="2081246"/>
                  </a:lnTo>
                  <a:lnTo>
                    <a:pt x="6985971" y="2073298"/>
                  </a:lnTo>
                  <a:lnTo>
                    <a:pt x="7097593" y="2063875"/>
                  </a:lnTo>
                  <a:lnTo>
                    <a:pt x="7211042" y="2053007"/>
                  </a:lnTo>
                  <a:lnTo>
                    <a:pt x="7323107" y="2040719"/>
                  </a:lnTo>
                  <a:lnTo>
                    <a:pt x="7431321" y="2027024"/>
                  </a:lnTo>
                  <a:lnTo>
                    <a:pt x="7533998" y="2011898"/>
                  </a:lnTo>
                  <a:lnTo>
                    <a:pt x="7630162" y="1995277"/>
                  </a:lnTo>
                  <a:lnTo>
                    <a:pt x="7719421" y="1977054"/>
                  </a:lnTo>
                  <a:lnTo>
                    <a:pt x="7801827" y="1957075"/>
                  </a:lnTo>
                  <a:lnTo>
                    <a:pt x="7877744" y="1935144"/>
                  </a:lnTo>
                  <a:lnTo>
                    <a:pt x="7947742" y="1911025"/>
                  </a:lnTo>
                  <a:lnTo>
                    <a:pt x="8012510" y="1884455"/>
                  </a:lnTo>
                  <a:lnTo>
                    <a:pt x="8072795" y="1855155"/>
                  </a:lnTo>
                  <a:lnTo>
                    <a:pt x="8129351" y="1822858"/>
                  </a:lnTo>
                  <a:lnTo>
                    <a:pt x="8182906" y="1787348"/>
                  </a:lnTo>
                  <a:lnTo>
                    <a:pt x="8229629" y="1752118"/>
                  </a:lnTo>
                  <a:lnTo>
                    <a:pt x="8278547" y="1710859"/>
                  </a:lnTo>
                  <a:lnTo>
                    <a:pt x="8326156" y="1666309"/>
                  </a:lnTo>
                  <a:lnTo>
                    <a:pt x="8372844" y="1618403"/>
                  </a:lnTo>
                  <a:lnTo>
                    <a:pt x="8418917" y="1567140"/>
                  </a:lnTo>
                  <a:lnTo>
                    <a:pt x="8464612" y="1512593"/>
                  </a:lnTo>
                  <a:lnTo>
                    <a:pt x="8510107" y="1454911"/>
                  </a:lnTo>
                  <a:lnTo>
                    <a:pt x="8555531" y="1394325"/>
                  </a:lnTo>
                  <a:lnTo>
                    <a:pt x="8600968" y="1331150"/>
                  </a:lnTo>
                  <a:lnTo>
                    <a:pt x="8646465" y="1265777"/>
                  </a:lnTo>
                  <a:lnTo>
                    <a:pt x="8692036" y="1198669"/>
                  </a:lnTo>
                  <a:lnTo>
                    <a:pt x="8737673" y="1130345"/>
                  </a:lnTo>
                  <a:lnTo>
                    <a:pt x="8783349" y="1061368"/>
                  </a:lnTo>
                  <a:lnTo>
                    <a:pt x="8829030" y="992323"/>
                  </a:lnTo>
                  <a:lnTo>
                    <a:pt x="8874679" y="923797"/>
                  </a:lnTo>
                  <a:lnTo>
                    <a:pt x="8920267" y="856359"/>
                  </a:lnTo>
                  <a:lnTo>
                    <a:pt x="8965780" y="790541"/>
                  </a:lnTo>
                  <a:lnTo>
                    <a:pt x="9011229" y="726819"/>
                  </a:lnTo>
                  <a:lnTo>
                    <a:pt x="9056650" y="665603"/>
                  </a:lnTo>
                  <a:lnTo>
                    <a:pt x="9102119" y="607225"/>
                  </a:lnTo>
                  <a:lnTo>
                    <a:pt x="9147753" y="551935"/>
                  </a:lnTo>
                  <a:lnTo>
                    <a:pt x="9193719" y="499903"/>
                  </a:lnTo>
                  <a:lnTo>
                    <a:pt x="9240241" y="451218"/>
                  </a:lnTo>
                  <a:lnTo>
                    <a:pt x="9287606" y="405894"/>
                  </a:lnTo>
                  <a:lnTo>
                    <a:pt x="9336181" y="363882"/>
                  </a:lnTo>
                  <a:lnTo>
                    <a:pt x="9347647" y="354616"/>
                  </a:lnTo>
                  <a:lnTo>
                    <a:pt x="9399042" y="316086"/>
                  </a:lnTo>
                  <a:lnTo>
                    <a:pt x="9452836" y="280868"/>
                  </a:lnTo>
                  <a:lnTo>
                    <a:pt x="9509695" y="248848"/>
                  </a:lnTo>
                  <a:lnTo>
                    <a:pt x="9570349" y="219803"/>
                  </a:lnTo>
                  <a:lnTo>
                    <a:pt x="9635553" y="193462"/>
                  </a:lnTo>
                  <a:lnTo>
                    <a:pt x="9706052" y="169549"/>
                  </a:lnTo>
                  <a:lnTo>
                    <a:pt x="9782528" y="147801"/>
                  </a:lnTo>
                  <a:lnTo>
                    <a:pt x="9865534" y="127986"/>
                  </a:lnTo>
                  <a:lnTo>
                    <a:pt x="9955412" y="109912"/>
                  </a:lnTo>
                  <a:lnTo>
                    <a:pt x="10052180" y="93428"/>
                  </a:lnTo>
                  <a:lnTo>
                    <a:pt x="10155400" y="78431"/>
                  </a:lnTo>
                  <a:lnTo>
                    <a:pt x="10264037" y="64862"/>
                  </a:lnTo>
                  <a:lnTo>
                    <a:pt x="10376337" y="52700"/>
                  </a:lnTo>
                  <a:lnTo>
                    <a:pt x="10489764" y="41959"/>
                  </a:lnTo>
                  <a:lnTo>
                    <a:pt x="10601046" y="32667"/>
                  </a:lnTo>
                  <a:lnTo>
                    <a:pt x="10706386" y="24852"/>
                  </a:lnTo>
                  <a:lnTo>
                    <a:pt x="10801836" y="18514"/>
                  </a:lnTo>
                  <a:lnTo>
                    <a:pt x="10883831" y="13612"/>
                  </a:lnTo>
                  <a:lnTo>
                    <a:pt x="10949747" y="10046"/>
                  </a:lnTo>
                  <a:lnTo>
                    <a:pt x="10998388" y="7654"/>
                  </a:lnTo>
                  <a:lnTo>
                    <a:pt x="11030248" y="6225"/>
                  </a:lnTo>
                  <a:lnTo>
                    <a:pt x="11047547" y="5515"/>
                  </a:lnTo>
                  <a:lnTo>
                    <a:pt x="11054054" y="526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8" y="38"/>
                  </a:lnTo>
                  <a:lnTo>
                    <a:pt x="11046508" y="315"/>
                  </a:lnTo>
                  <a:lnTo>
                    <a:pt x="11028043" y="1079"/>
                  </a:lnTo>
                  <a:lnTo>
                    <a:pt x="10994751" y="2584"/>
                  </a:lnTo>
                  <a:lnTo>
                    <a:pt x="10944565" y="5073"/>
                  </a:lnTo>
                  <a:lnTo>
                    <a:pt x="10877142" y="8753"/>
                  </a:lnTo>
                  <a:lnTo>
                    <a:pt x="10793823" y="13779"/>
                  </a:lnTo>
                  <a:lnTo>
                    <a:pt x="10697337" y="20248"/>
                  </a:lnTo>
                  <a:lnTo>
                    <a:pt x="10591306" y="28196"/>
                  </a:lnTo>
                  <a:lnTo>
                    <a:pt x="10479683" y="37618"/>
                  </a:lnTo>
                  <a:lnTo>
                    <a:pt x="10366234" y="48487"/>
                  </a:lnTo>
                  <a:lnTo>
                    <a:pt x="10254169" y="60774"/>
                  </a:lnTo>
                  <a:lnTo>
                    <a:pt x="10145956" y="74469"/>
                  </a:lnTo>
                  <a:lnTo>
                    <a:pt x="10043279" y="89596"/>
                  </a:lnTo>
                  <a:lnTo>
                    <a:pt x="9947115" y="106216"/>
                  </a:lnTo>
                  <a:lnTo>
                    <a:pt x="9857856" y="124439"/>
                  </a:lnTo>
                  <a:lnTo>
                    <a:pt x="9775450" y="144418"/>
                  </a:lnTo>
                  <a:lnTo>
                    <a:pt x="9699532" y="166349"/>
                  </a:lnTo>
                  <a:lnTo>
                    <a:pt x="9629534" y="190468"/>
                  </a:lnTo>
                  <a:lnTo>
                    <a:pt x="9564766" y="217038"/>
                  </a:lnTo>
                  <a:lnTo>
                    <a:pt x="9504482" y="246339"/>
                  </a:lnTo>
                  <a:lnTo>
                    <a:pt x="9447925" y="278636"/>
                  </a:lnTo>
                  <a:lnTo>
                    <a:pt x="9394370" y="314146"/>
                  </a:lnTo>
                  <a:lnTo>
                    <a:pt x="9347647" y="349375"/>
                  </a:lnTo>
                  <a:lnTo>
                    <a:pt x="9298730" y="390634"/>
                  </a:lnTo>
                  <a:lnTo>
                    <a:pt x="9251120" y="435184"/>
                  </a:lnTo>
                  <a:lnTo>
                    <a:pt x="9204432" y="483090"/>
                  </a:lnTo>
                  <a:lnTo>
                    <a:pt x="9158359" y="534353"/>
                  </a:lnTo>
                  <a:lnTo>
                    <a:pt x="9112665" y="588900"/>
                  </a:lnTo>
                  <a:lnTo>
                    <a:pt x="9067170" y="646582"/>
                  </a:lnTo>
                  <a:lnTo>
                    <a:pt x="9021746" y="707168"/>
                  </a:lnTo>
                  <a:lnTo>
                    <a:pt x="8976308" y="770343"/>
                  </a:lnTo>
                  <a:lnTo>
                    <a:pt x="8930812" y="835716"/>
                  </a:lnTo>
                  <a:lnTo>
                    <a:pt x="8885240" y="902825"/>
                  </a:lnTo>
                  <a:lnTo>
                    <a:pt x="8839603" y="971148"/>
                  </a:lnTo>
                  <a:lnTo>
                    <a:pt x="8793927" y="1040125"/>
                  </a:lnTo>
                  <a:lnTo>
                    <a:pt x="8748247" y="1109170"/>
                  </a:lnTo>
                  <a:lnTo>
                    <a:pt x="8702598" y="1177697"/>
                  </a:lnTo>
                  <a:lnTo>
                    <a:pt x="8657010" y="1245134"/>
                  </a:lnTo>
                  <a:lnTo>
                    <a:pt x="8611496" y="1310953"/>
                  </a:lnTo>
                  <a:lnTo>
                    <a:pt x="8566048" y="1374674"/>
                  </a:lnTo>
                  <a:lnTo>
                    <a:pt x="8520627" y="1435891"/>
                  </a:lnTo>
                  <a:lnTo>
                    <a:pt x="8475158" y="1494269"/>
                  </a:lnTo>
                  <a:lnTo>
                    <a:pt x="8429523" y="1549558"/>
                  </a:lnTo>
                  <a:lnTo>
                    <a:pt x="8383557" y="1601590"/>
                  </a:lnTo>
                  <a:lnTo>
                    <a:pt x="8337036" y="1650276"/>
                  </a:lnTo>
                  <a:lnTo>
                    <a:pt x="8289671" y="1695599"/>
                  </a:lnTo>
                  <a:lnTo>
                    <a:pt x="8241096" y="1737612"/>
                  </a:lnTo>
                  <a:lnTo>
                    <a:pt x="8229629" y="1746878"/>
                  </a:lnTo>
                  <a:lnTo>
                    <a:pt x="8178235" y="1785408"/>
                  </a:lnTo>
                  <a:lnTo>
                    <a:pt x="8124440" y="1820625"/>
                  </a:lnTo>
                  <a:lnTo>
                    <a:pt x="8067581" y="1852645"/>
                  </a:lnTo>
                  <a:lnTo>
                    <a:pt x="8006928" y="1881690"/>
                  </a:lnTo>
                  <a:lnTo>
                    <a:pt x="7941723" y="1908031"/>
                  </a:lnTo>
                  <a:lnTo>
                    <a:pt x="7871224" y="1931944"/>
                  </a:lnTo>
                  <a:lnTo>
                    <a:pt x="7794749" y="1953692"/>
                  </a:lnTo>
                  <a:lnTo>
                    <a:pt x="7711743" y="1973507"/>
                  </a:lnTo>
                  <a:lnTo>
                    <a:pt x="7621864" y="1991582"/>
                  </a:lnTo>
                  <a:lnTo>
                    <a:pt x="7525096" y="2008065"/>
                  </a:lnTo>
                  <a:lnTo>
                    <a:pt x="7421876" y="2023062"/>
                  </a:lnTo>
                  <a:lnTo>
                    <a:pt x="7313239" y="2036632"/>
                  </a:lnTo>
                  <a:lnTo>
                    <a:pt x="7200940" y="2048793"/>
                  </a:lnTo>
                  <a:lnTo>
                    <a:pt x="7087513" y="2059534"/>
                  </a:lnTo>
                  <a:lnTo>
                    <a:pt x="6976230" y="2068826"/>
                  </a:lnTo>
                  <a:lnTo>
                    <a:pt x="6870891" y="2076642"/>
                  </a:lnTo>
                  <a:lnTo>
                    <a:pt x="6775440" y="2082979"/>
                  </a:lnTo>
                  <a:lnTo>
                    <a:pt x="6693446" y="2087881"/>
                  </a:lnTo>
                  <a:lnTo>
                    <a:pt x="6627529" y="2091447"/>
                  </a:lnTo>
                  <a:lnTo>
                    <a:pt x="6578889" y="2093839"/>
                  </a:lnTo>
                  <a:lnTo>
                    <a:pt x="6547028" y="2095269"/>
                  </a:lnTo>
                  <a:lnTo>
                    <a:pt x="6529730" y="2095979"/>
                  </a:lnTo>
                  <a:lnTo>
                    <a:pt x="6523222" y="2096224"/>
                  </a:lnTo>
                  <a:lnTo>
                    <a:pt x="6522385" y="2096253"/>
                  </a:lnTo>
                  <a:lnTo>
                    <a:pt x="5527445" y="2096253"/>
                  </a:lnTo>
                  <a:lnTo>
                    <a:pt x="5526320" y="2096231"/>
                  </a:lnTo>
                  <a:lnTo>
                    <a:pt x="5518892" y="2096071"/>
                  </a:lnTo>
                  <a:lnTo>
                    <a:pt x="5500064" y="2095630"/>
                  </a:lnTo>
                  <a:lnTo>
                    <a:pt x="5466142" y="2094762"/>
                  </a:lnTo>
                  <a:lnTo>
                    <a:pt x="5415059" y="2093326"/>
                  </a:lnTo>
                  <a:lnTo>
                    <a:pt x="5346520" y="2091205"/>
                  </a:lnTo>
                  <a:lnTo>
                    <a:pt x="5261955" y="2088309"/>
                  </a:lnTo>
                  <a:lnTo>
                    <a:pt x="5164201" y="2084585"/>
                  </a:lnTo>
                  <a:lnTo>
                    <a:pt x="5056991" y="2080013"/>
                  </a:lnTo>
                  <a:lnTo>
                    <a:pt x="4944359" y="2074598"/>
                  </a:lnTo>
                  <a:lnTo>
                    <a:pt x="4830123" y="2068354"/>
                  </a:lnTo>
                  <a:lnTo>
                    <a:pt x="4717509" y="2061300"/>
                  </a:lnTo>
                  <a:lnTo>
                    <a:pt x="4608972" y="2053438"/>
                  </a:lnTo>
                  <a:lnTo>
                    <a:pt x="4506166" y="2044754"/>
                  </a:lnTo>
                  <a:lnTo>
                    <a:pt x="4410025" y="2035209"/>
                  </a:lnTo>
                  <a:lnTo>
                    <a:pt x="4320898" y="2024738"/>
                  </a:lnTo>
                  <a:lnTo>
                    <a:pt x="4238692" y="2013250"/>
                  </a:lnTo>
                  <a:lnTo>
                    <a:pt x="4163006" y="2000629"/>
                  </a:lnTo>
                  <a:lnTo>
                    <a:pt x="4093239" y="1986736"/>
                  </a:lnTo>
                  <a:lnTo>
                    <a:pt x="4028677" y="1971418"/>
                  </a:lnTo>
                  <a:lnTo>
                    <a:pt x="3968555" y="1954513"/>
                  </a:lnTo>
                  <a:lnTo>
                    <a:pt x="3912101" y="1935872"/>
                  </a:lnTo>
                  <a:lnTo>
                    <a:pt x="3858585" y="1915375"/>
                  </a:lnTo>
                  <a:lnTo>
                    <a:pt x="3820202" y="1898856"/>
                  </a:lnTo>
                  <a:lnTo>
                    <a:pt x="3764383" y="1872048"/>
                  </a:lnTo>
                  <a:lnTo>
                    <a:pt x="3710197" y="1842801"/>
                  </a:lnTo>
                  <a:lnTo>
                    <a:pt x="3657094" y="1811071"/>
                  </a:lnTo>
                  <a:lnTo>
                    <a:pt x="3604654" y="1776878"/>
                  </a:lnTo>
                  <a:lnTo>
                    <a:pt x="3552568" y="1740316"/>
                  </a:lnTo>
                  <a:lnTo>
                    <a:pt x="3500618" y="1701556"/>
                  </a:lnTo>
                  <a:lnTo>
                    <a:pt x="3448663" y="1660849"/>
                  </a:lnTo>
                  <a:lnTo>
                    <a:pt x="3396632" y="1618522"/>
                  </a:lnTo>
                  <a:lnTo>
                    <a:pt x="3344504" y="1574967"/>
                  </a:lnTo>
                  <a:lnTo>
                    <a:pt x="3292299" y="1530634"/>
                  </a:lnTo>
                  <a:lnTo>
                    <a:pt x="3240062" y="1486005"/>
                  </a:lnTo>
                  <a:lnTo>
                    <a:pt x="3187846" y="1441577"/>
                  </a:lnTo>
                  <a:lnTo>
                    <a:pt x="3135701" y="1397838"/>
                  </a:lnTo>
                  <a:lnTo>
                    <a:pt x="3083651" y="1355243"/>
                  </a:lnTo>
                  <a:lnTo>
                    <a:pt x="3031686" y="1314199"/>
                  </a:lnTo>
                  <a:lnTo>
                    <a:pt x="2979743" y="1275046"/>
                  </a:lnTo>
                  <a:lnTo>
                    <a:pt x="2927697" y="1238049"/>
                  </a:lnTo>
                  <a:lnTo>
                    <a:pt x="2875346" y="1203394"/>
                  </a:lnTo>
                  <a:lnTo>
                    <a:pt x="2822398" y="1171190"/>
                  </a:lnTo>
                  <a:lnTo>
                    <a:pt x="2768458" y="1141470"/>
                  </a:lnTo>
                  <a:lnTo>
                    <a:pt x="2713001" y="1114202"/>
                  </a:lnTo>
                  <a:lnTo>
                    <a:pt x="2702183" y="1109267"/>
                  </a:lnTo>
                  <a:lnTo>
                    <a:pt x="2650424" y="1087353"/>
                  </a:lnTo>
                  <a:lnTo>
                    <a:pt x="2596226" y="1067336"/>
                  </a:lnTo>
                  <a:lnTo>
                    <a:pt x="2538910" y="1049149"/>
                  </a:lnTo>
                  <a:lnTo>
                    <a:pt x="2477732" y="1032664"/>
                  </a:lnTo>
                  <a:lnTo>
                    <a:pt x="2411917" y="1017723"/>
                  </a:lnTo>
                  <a:lnTo>
                    <a:pt x="2340709" y="1004168"/>
                  </a:lnTo>
                  <a:lnTo>
                    <a:pt x="2263414" y="991847"/>
                  </a:lnTo>
                  <a:lnTo>
                    <a:pt x="2179475" y="980628"/>
                  </a:lnTo>
                  <a:lnTo>
                    <a:pt x="2088557" y="970400"/>
                  </a:lnTo>
                  <a:lnTo>
                    <a:pt x="1990666" y="961080"/>
                  </a:lnTo>
                  <a:lnTo>
                    <a:pt x="1886287" y="952607"/>
                  </a:lnTo>
                  <a:lnTo>
                    <a:pt x="1776524" y="944952"/>
                  </a:lnTo>
                  <a:lnTo>
                    <a:pt x="1663233" y="938102"/>
                  </a:lnTo>
                  <a:lnTo>
                    <a:pt x="1549071" y="932068"/>
                  </a:lnTo>
                  <a:lnTo>
                    <a:pt x="1437440" y="926866"/>
                  </a:lnTo>
                  <a:lnTo>
                    <a:pt x="1332255" y="922510"/>
                  </a:lnTo>
                  <a:lnTo>
                    <a:pt x="1237529" y="919000"/>
                  </a:lnTo>
                  <a:lnTo>
                    <a:pt x="1156821" y="916308"/>
                  </a:lnTo>
                  <a:lnTo>
                    <a:pt x="1092653" y="914371"/>
                  </a:lnTo>
                  <a:lnTo>
                    <a:pt x="1046035" y="913092"/>
                  </a:lnTo>
                  <a:lnTo>
                    <a:pt x="1016219" y="912346"/>
                  </a:lnTo>
                  <a:lnTo>
                    <a:pt x="1000701" y="911990"/>
                  </a:lnTo>
                  <a:lnTo>
                    <a:pt x="995412" y="911879"/>
                  </a:lnTo>
                  <a:lnTo>
                    <a:pt x="994940" y="911870"/>
                  </a:lnTo>
                  <a:lnTo>
                    <a:pt x="0" y="91187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72" name="pl1071"/>
            <p:cNvSpPr/>
            <p:nvPr/>
          </p:nvSpPr>
          <p:spPr>
            <a:xfrm>
              <a:off x="1199187" y="3694482"/>
              <a:ext cx="12049831" cy="2096253"/>
            </a:xfrm>
            <a:custGeom>
              <a:avLst/>
              <a:pathLst>
                <a:path w="12049831" h="2096253">
                  <a:moveTo>
                    <a:pt x="0" y="911870"/>
                  </a:moveTo>
                  <a:lnTo>
                    <a:pt x="994940" y="911870"/>
                  </a:lnTo>
                  <a:lnTo>
                    <a:pt x="996065" y="911892"/>
                  </a:lnTo>
                  <a:lnTo>
                    <a:pt x="1003493" y="912052"/>
                  </a:lnTo>
                  <a:lnTo>
                    <a:pt x="1022321" y="912492"/>
                  </a:lnTo>
                  <a:lnTo>
                    <a:pt x="1056243" y="913361"/>
                  </a:lnTo>
                  <a:lnTo>
                    <a:pt x="1107326" y="914797"/>
                  </a:lnTo>
                  <a:lnTo>
                    <a:pt x="1175865" y="916918"/>
                  </a:lnTo>
                  <a:lnTo>
                    <a:pt x="1260430" y="919814"/>
                  </a:lnTo>
                  <a:lnTo>
                    <a:pt x="1358184" y="923538"/>
                  </a:lnTo>
                  <a:lnTo>
                    <a:pt x="1465394" y="928110"/>
                  </a:lnTo>
                  <a:lnTo>
                    <a:pt x="1578026" y="933525"/>
                  </a:lnTo>
                  <a:lnTo>
                    <a:pt x="1692262" y="939768"/>
                  </a:lnTo>
                  <a:lnTo>
                    <a:pt x="1804876" y="946823"/>
                  </a:lnTo>
                  <a:lnTo>
                    <a:pt x="1913413" y="954685"/>
                  </a:lnTo>
                  <a:lnTo>
                    <a:pt x="2016219" y="963369"/>
                  </a:lnTo>
                  <a:lnTo>
                    <a:pt x="2112360" y="972914"/>
                  </a:lnTo>
                  <a:lnTo>
                    <a:pt x="2201487" y="983384"/>
                  </a:lnTo>
                  <a:lnTo>
                    <a:pt x="2283693" y="994873"/>
                  </a:lnTo>
                  <a:lnTo>
                    <a:pt x="2359379" y="1007494"/>
                  </a:lnTo>
                  <a:lnTo>
                    <a:pt x="2429146" y="1021387"/>
                  </a:lnTo>
                  <a:lnTo>
                    <a:pt x="2493708" y="1036705"/>
                  </a:lnTo>
                  <a:lnTo>
                    <a:pt x="2553830" y="1053610"/>
                  </a:lnTo>
                  <a:lnTo>
                    <a:pt x="2610284" y="1072251"/>
                  </a:lnTo>
                  <a:lnTo>
                    <a:pt x="2663800" y="1092748"/>
                  </a:lnTo>
                  <a:lnTo>
                    <a:pt x="2702183" y="1109267"/>
                  </a:lnTo>
                  <a:lnTo>
                    <a:pt x="2758002" y="1136075"/>
                  </a:lnTo>
                  <a:lnTo>
                    <a:pt x="2812188" y="1165322"/>
                  </a:lnTo>
                  <a:lnTo>
                    <a:pt x="2865291" y="1197052"/>
                  </a:lnTo>
                  <a:lnTo>
                    <a:pt x="2917731" y="1231245"/>
                  </a:lnTo>
                  <a:lnTo>
                    <a:pt x="2969817" y="1267807"/>
                  </a:lnTo>
                  <a:lnTo>
                    <a:pt x="3021767" y="1306566"/>
                  </a:lnTo>
                  <a:lnTo>
                    <a:pt x="3073722" y="1347274"/>
                  </a:lnTo>
                  <a:lnTo>
                    <a:pt x="3125753" y="1389601"/>
                  </a:lnTo>
                  <a:lnTo>
                    <a:pt x="3177881" y="1433156"/>
                  </a:lnTo>
                  <a:lnTo>
                    <a:pt x="3230086" y="1477489"/>
                  </a:lnTo>
                  <a:lnTo>
                    <a:pt x="3282323" y="1522118"/>
                  </a:lnTo>
                  <a:lnTo>
                    <a:pt x="3334539" y="1566546"/>
                  </a:lnTo>
                  <a:lnTo>
                    <a:pt x="3386684" y="1610285"/>
                  </a:lnTo>
                  <a:lnTo>
                    <a:pt x="3438734" y="1652880"/>
                  </a:lnTo>
                  <a:lnTo>
                    <a:pt x="3490699" y="1693924"/>
                  </a:lnTo>
                  <a:lnTo>
                    <a:pt x="3542642" y="1733077"/>
                  </a:lnTo>
                  <a:lnTo>
                    <a:pt x="3594688" y="1770074"/>
                  </a:lnTo>
                  <a:lnTo>
                    <a:pt x="3647039" y="1804729"/>
                  </a:lnTo>
                  <a:lnTo>
                    <a:pt x="3699987" y="1836933"/>
                  </a:lnTo>
                  <a:lnTo>
                    <a:pt x="3753927" y="1866653"/>
                  </a:lnTo>
                  <a:lnTo>
                    <a:pt x="3809384" y="1893921"/>
                  </a:lnTo>
                  <a:lnTo>
                    <a:pt x="3820202" y="1898856"/>
                  </a:lnTo>
                  <a:lnTo>
                    <a:pt x="3871961" y="1920770"/>
                  </a:lnTo>
                  <a:lnTo>
                    <a:pt x="3926159" y="1940787"/>
                  </a:lnTo>
                  <a:lnTo>
                    <a:pt x="3983475" y="1958974"/>
                  </a:lnTo>
                  <a:lnTo>
                    <a:pt x="4044653" y="1975459"/>
                  </a:lnTo>
                  <a:lnTo>
                    <a:pt x="4110468" y="1990400"/>
                  </a:lnTo>
                  <a:lnTo>
                    <a:pt x="4181676" y="2003955"/>
                  </a:lnTo>
                  <a:lnTo>
                    <a:pt x="4258971" y="2016276"/>
                  </a:lnTo>
                  <a:lnTo>
                    <a:pt x="4342910" y="2027495"/>
                  </a:lnTo>
                  <a:lnTo>
                    <a:pt x="4433828" y="2037723"/>
                  </a:lnTo>
                  <a:lnTo>
                    <a:pt x="4531719" y="2047043"/>
                  </a:lnTo>
                  <a:lnTo>
                    <a:pt x="4636098" y="2055515"/>
                  </a:lnTo>
                  <a:lnTo>
                    <a:pt x="4745861" y="2063171"/>
                  </a:lnTo>
                  <a:lnTo>
                    <a:pt x="4859152" y="2070021"/>
                  </a:lnTo>
                  <a:lnTo>
                    <a:pt x="4973314" y="2076055"/>
                  </a:lnTo>
                  <a:lnTo>
                    <a:pt x="5084945" y="2081257"/>
                  </a:lnTo>
                  <a:lnTo>
                    <a:pt x="5190130" y="2085613"/>
                  </a:lnTo>
                  <a:lnTo>
                    <a:pt x="5284856" y="2089123"/>
                  </a:lnTo>
                  <a:lnTo>
                    <a:pt x="5365564" y="2091815"/>
                  </a:lnTo>
                  <a:lnTo>
                    <a:pt x="5429732" y="2093752"/>
                  </a:lnTo>
                  <a:lnTo>
                    <a:pt x="5476350" y="2095031"/>
                  </a:lnTo>
                  <a:lnTo>
                    <a:pt x="5506166" y="2095777"/>
                  </a:lnTo>
                  <a:lnTo>
                    <a:pt x="5521684" y="2096133"/>
                  </a:lnTo>
                  <a:lnTo>
                    <a:pt x="5526973" y="2096244"/>
                  </a:lnTo>
                  <a:lnTo>
                    <a:pt x="5527445" y="2096253"/>
                  </a:lnTo>
                  <a:lnTo>
                    <a:pt x="6522385" y="2096253"/>
                  </a:lnTo>
                  <a:lnTo>
                    <a:pt x="6523488" y="2096214"/>
                  </a:lnTo>
                  <a:lnTo>
                    <a:pt x="6530769" y="2095938"/>
                  </a:lnTo>
                  <a:lnTo>
                    <a:pt x="6549234" y="2095174"/>
                  </a:lnTo>
                  <a:lnTo>
                    <a:pt x="6582525" y="2093669"/>
                  </a:lnTo>
                  <a:lnTo>
                    <a:pt x="6632712" y="2091180"/>
                  </a:lnTo>
                  <a:lnTo>
                    <a:pt x="6700134" y="2087500"/>
                  </a:lnTo>
                  <a:lnTo>
                    <a:pt x="6783453" y="2082473"/>
                  </a:lnTo>
                  <a:lnTo>
                    <a:pt x="6879940" y="2076005"/>
                  </a:lnTo>
                  <a:lnTo>
                    <a:pt x="6985971" y="2068057"/>
                  </a:lnTo>
                  <a:lnTo>
                    <a:pt x="7097593" y="2058635"/>
                  </a:lnTo>
                  <a:lnTo>
                    <a:pt x="7211042" y="2047766"/>
                  </a:lnTo>
                  <a:lnTo>
                    <a:pt x="7323107" y="2035479"/>
                  </a:lnTo>
                  <a:lnTo>
                    <a:pt x="7431321" y="2021783"/>
                  </a:lnTo>
                  <a:lnTo>
                    <a:pt x="7533998" y="2006657"/>
                  </a:lnTo>
                  <a:lnTo>
                    <a:pt x="7630162" y="1990036"/>
                  </a:lnTo>
                  <a:lnTo>
                    <a:pt x="7719421" y="1971813"/>
                  </a:lnTo>
                  <a:lnTo>
                    <a:pt x="7801827" y="1951835"/>
                  </a:lnTo>
                  <a:lnTo>
                    <a:pt x="7877744" y="1929903"/>
                  </a:lnTo>
                  <a:lnTo>
                    <a:pt x="7947742" y="1905785"/>
                  </a:lnTo>
                  <a:lnTo>
                    <a:pt x="8012510" y="1879214"/>
                  </a:lnTo>
                  <a:lnTo>
                    <a:pt x="8072795" y="1849914"/>
                  </a:lnTo>
                  <a:lnTo>
                    <a:pt x="8129351" y="1817617"/>
                  </a:lnTo>
                  <a:lnTo>
                    <a:pt x="8182906" y="1782107"/>
                  </a:lnTo>
                  <a:lnTo>
                    <a:pt x="8229629" y="1746878"/>
                  </a:lnTo>
                  <a:lnTo>
                    <a:pt x="8278547" y="1705618"/>
                  </a:lnTo>
                  <a:lnTo>
                    <a:pt x="8326156" y="1661068"/>
                  </a:lnTo>
                  <a:lnTo>
                    <a:pt x="8372844" y="1613162"/>
                  </a:lnTo>
                  <a:lnTo>
                    <a:pt x="8418917" y="1561900"/>
                  </a:lnTo>
                  <a:lnTo>
                    <a:pt x="8464612" y="1507353"/>
                  </a:lnTo>
                  <a:lnTo>
                    <a:pt x="8510107" y="1449670"/>
                  </a:lnTo>
                  <a:lnTo>
                    <a:pt x="8555531" y="1389085"/>
                  </a:lnTo>
                  <a:lnTo>
                    <a:pt x="8600968" y="1325909"/>
                  </a:lnTo>
                  <a:lnTo>
                    <a:pt x="8646465" y="1260536"/>
                  </a:lnTo>
                  <a:lnTo>
                    <a:pt x="8692036" y="1193428"/>
                  </a:lnTo>
                  <a:lnTo>
                    <a:pt x="8737673" y="1125104"/>
                  </a:lnTo>
                  <a:lnTo>
                    <a:pt x="8783349" y="1056127"/>
                  </a:lnTo>
                  <a:lnTo>
                    <a:pt x="8829030" y="987082"/>
                  </a:lnTo>
                  <a:lnTo>
                    <a:pt x="8874679" y="918556"/>
                  </a:lnTo>
                  <a:lnTo>
                    <a:pt x="8920267" y="851118"/>
                  </a:lnTo>
                  <a:lnTo>
                    <a:pt x="8965780" y="785300"/>
                  </a:lnTo>
                  <a:lnTo>
                    <a:pt x="9011229" y="721578"/>
                  </a:lnTo>
                  <a:lnTo>
                    <a:pt x="9056650" y="660362"/>
                  </a:lnTo>
                  <a:lnTo>
                    <a:pt x="9102119" y="601984"/>
                  </a:lnTo>
                  <a:lnTo>
                    <a:pt x="9147753" y="546695"/>
                  </a:lnTo>
                  <a:lnTo>
                    <a:pt x="9193719" y="494662"/>
                  </a:lnTo>
                  <a:lnTo>
                    <a:pt x="9240241" y="445977"/>
                  </a:lnTo>
                  <a:lnTo>
                    <a:pt x="9287606" y="400653"/>
                  </a:lnTo>
                  <a:lnTo>
                    <a:pt x="9336181" y="358641"/>
                  </a:lnTo>
                  <a:lnTo>
                    <a:pt x="9347647" y="349375"/>
                  </a:lnTo>
                  <a:lnTo>
                    <a:pt x="9399042" y="310845"/>
                  </a:lnTo>
                  <a:lnTo>
                    <a:pt x="9452836" y="275628"/>
                  </a:lnTo>
                  <a:lnTo>
                    <a:pt x="9509695" y="243608"/>
                  </a:lnTo>
                  <a:lnTo>
                    <a:pt x="9570349" y="214562"/>
                  </a:lnTo>
                  <a:lnTo>
                    <a:pt x="9635553" y="188222"/>
                  </a:lnTo>
                  <a:lnTo>
                    <a:pt x="9706052" y="164308"/>
                  </a:lnTo>
                  <a:lnTo>
                    <a:pt x="9782528" y="142560"/>
                  </a:lnTo>
                  <a:lnTo>
                    <a:pt x="9865534" y="122745"/>
                  </a:lnTo>
                  <a:lnTo>
                    <a:pt x="9955412" y="104671"/>
                  </a:lnTo>
                  <a:lnTo>
                    <a:pt x="10052180" y="88187"/>
                  </a:lnTo>
                  <a:lnTo>
                    <a:pt x="10155400" y="73190"/>
                  </a:lnTo>
                  <a:lnTo>
                    <a:pt x="10264037" y="59621"/>
                  </a:lnTo>
                  <a:lnTo>
                    <a:pt x="10376337" y="47460"/>
                  </a:lnTo>
                  <a:lnTo>
                    <a:pt x="10489764" y="36719"/>
                  </a:lnTo>
                  <a:lnTo>
                    <a:pt x="10601046" y="27427"/>
                  </a:lnTo>
                  <a:lnTo>
                    <a:pt x="10706386" y="19611"/>
                  </a:lnTo>
                  <a:lnTo>
                    <a:pt x="10801836" y="13273"/>
                  </a:lnTo>
                  <a:lnTo>
                    <a:pt x="10883831" y="8372"/>
                  </a:lnTo>
                  <a:lnTo>
                    <a:pt x="10949747" y="4805"/>
                  </a:lnTo>
                  <a:lnTo>
                    <a:pt x="10998388" y="2413"/>
                  </a:lnTo>
                  <a:lnTo>
                    <a:pt x="11030248" y="984"/>
                  </a:lnTo>
                  <a:lnTo>
                    <a:pt x="11047547" y="274"/>
                  </a:lnTo>
                  <a:lnTo>
                    <a:pt x="11054054" y="29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3" name="pl1072"/>
            <p:cNvSpPr/>
            <p:nvPr/>
          </p:nvSpPr>
          <p:spPr>
            <a:xfrm>
              <a:off x="1199187" y="3689241"/>
              <a:ext cx="12049831" cy="2096253"/>
            </a:xfrm>
            <a:custGeom>
              <a:avLst/>
              <a:pathLst>
                <a:path w="12049831" h="2096253">
                  <a:moveTo>
                    <a:pt x="12049831" y="0"/>
                  </a:moveTo>
                  <a:lnTo>
                    <a:pt x="11054891" y="0"/>
                  </a:lnTo>
                  <a:lnTo>
                    <a:pt x="11053788" y="38"/>
                  </a:lnTo>
                  <a:lnTo>
                    <a:pt x="11046508" y="315"/>
                  </a:lnTo>
                  <a:lnTo>
                    <a:pt x="11028043" y="1079"/>
                  </a:lnTo>
                  <a:lnTo>
                    <a:pt x="10994751" y="2584"/>
                  </a:lnTo>
                  <a:lnTo>
                    <a:pt x="10944565" y="5073"/>
                  </a:lnTo>
                  <a:lnTo>
                    <a:pt x="10877142" y="8753"/>
                  </a:lnTo>
                  <a:lnTo>
                    <a:pt x="10793823" y="13779"/>
                  </a:lnTo>
                  <a:lnTo>
                    <a:pt x="10697337" y="20248"/>
                  </a:lnTo>
                  <a:lnTo>
                    <a:pt x="10591306" y="28196"/>
                  </a:lnTo>
                  <a:lnTo>
                    <a:pt x="10479683" y="37618"/>
                  </a:lnTo>
                  <a:lnTo>
                    <a:pt x="10366234" y="48487"/>
                  </a:lnTo>
                  <a:lnTo>
                    <a:pt x="10254169" y="60774"/>
                  </a:lnTo>
                  <a:lnTo>
                    <a:pt x="10145956" y="74469"/>
                  </a:lnTo>
                  <a:lnTo>
                    <a:pt x="10043279" y="89596"/>
                  </a:lnTo>
                  <a:lnTo>
                    <a:pt x="9947115" y="106216"/>
                  </a:lnTo>
                  <a:lnTo>
                    <a:pt x="9857856" y="124439"/>
                  </a:lnTo>
                  <a:lnTo>
                    <a:pt x="9775450" y="144418"/>
                  </a:lnTo>
                  <a:lnTo>
                    <a:pt x="9699532" y="166349"/>
                  </a:lnTo>
                  <a:lnTo>
                    <a:pt x="9629534" y="190468"/>
                  </a:lnTo>
                  <a:lnTo>
                    <a:pt x="9564766" y="217038"/>
                  </a:lnTo>
                  <a:lnTo>
                    <a:pt x="9504482" y="246339"/>
                  </a:lnTo>
                  <a:lnTo>
                    <a:pt x="9447925" y="278636"/>
                  </a:lnTo>
                  <a:lnTo>
                    <a:pt x="9394370" y="314146"/>
                  </a:lnTo>
                  <a:lnTo>
                    <a:pt x="9347647" y="349375"/>
                  </a:lnTo>
                  <a:lnTo>
                    <a:pt x="9298730" y="390634"/>
                  </a:lnTo>
                  <a:lnTo>
                    <a:pt x="9251120" y="435184"/>
                  </a:lnTo>
                  <a:lnTo>
                    <a:pt x="9204432" y="483090"/>
                  </a:lnTo>
                  <a:lnTo>
                    <a:pt x="9158359" y="534353"/>
                  </a:lnTo>
                  <a:lnTo>
                    <a:pt x="9112665" y="588900"/>
                  </a:lnTo>
                  <a:lnTo>
                    <a:pt x="9067170" y="646582"/>
                  </a:lnTo>
                  <a:lnTo>
                    <a:pt x="9021746" y="707168"/>
                  </a:lnTo>
                  <a:lnTo>
                    <a:pt x="8976308" y="770343"/>
                  </a:lnTo>
                  <a:lnTo>
                    <a:pt x="8930812" y="835716"/>
                  </a:lnTo>
                  <a:lnTo>
                    <a:pt x="8885240" y="902825"/>
                  </a:lnTo>
                  <a:lnTo>
                    <a:pt x="8839603" y="971148"/>
                  </a:lnTo>
                  <a:lnTo>
                    <a:pt x="8793927" y="1040125"/>
                  </a:lnTo>
                  <a:lnTo>
                    <a:pt x="8748247" y="1109170"/>
                  </a:lnTo>
                  <a:lnTo>
                    <a:pt x="8702598" y="1177697"/>
                  </a:lnTo>
                  <a:lnTo>
                    <a:pt x="8657010" y="1245134"/>
                  </a:lnTo>
                  <a:lnTo>
                    <a:pt x="8611496" y="1310953"/>
                  </a:lnTo>
                  <a:lnTo>
                    <a:pt x="8566048" y="1374674"/>
                  </a:lnTo>
                  <a:lnTo>
                    <a:pt x="8520627" y="1435891"/>
                  </a:lnTo>
                  <a:lnTo>
                    <a:pt x="8475158" y="1494269"/>
                  </a:lnTo>
                  <a:lnTo>
                    <a:pt x="8429523" y="1549558"/>
                  </a:lnTo>
                  <a:lnTo>
                    <a:pt x="8383557" y="1601590"/>
                  </a:lnTo>
                  <a:lnTo>
                    <a:pt x="8337036" y="1650276"/>
                  </a:lnTo>
                  <a:lnTo>
                    <a:pt x="8289671" y="1695599"/>
                  </a:lnTo>
                  <a:lnTo>
                    <a:pt x="8241096" y="1737612"/>
                  </a:lnTo>
                  <a:lnTo>
                    <a:pt x="8229629" y="1746878"/>
                  </a:lnTo>
                  <a:lnTo>
                    <a:pt x="8178235" y="1785408"/>
                  </a:lnTo>
                  <a:lnTo>
                    <a:pt x="8124440" y="1820625"/>
                  </a:lnTo>
                  <a:lnTo>
                    <a:pt x="8067581" y="1852645"/>
                  </a:lnTo>
                  <a:lnTo>
                    <a:pt x="8006928" y="1881690"/>
                  </a:lnTo>
                  <a:lnTo>
                    <a:pt x="7941723" y="1908031"/>
                  </a:lnTo>
                  <a:lnTo>
                    <a:pt x="7871224" y="1931944"/>
                  </a:lnTo>
                  <a:lnTo>
                    <a:pt x="7794749" y="1953692"/>
                  </a:lnTo>
                  <a:lnTo>
                    <a:pt x="7711743" y="1973507"/>
                  </a:lnTo>
                  <a:lnTo>
                    <a:pt x="7621864" y="1991582"/>
                  </a:lnTo>
                  <a:lnTo>
                    <a:pt x="7525096" y="2008065"/>
                  </a:lnTo>
                  <a:lnTo>
                    <a:pt x="7421876" y="2023062"/>
                  </a:lnTo>
                  <a:lnTo>
                    <a:pt x="7313239" y="2036632"/>
                  </a:lnTo>
                  <a:lnTo>
                    <a:pt x="7200940" y="2048793"/>
                  </a:lnTo>
                  <a:lnTo>
                    <a:pt x="7087513" y="2059534"/>
                  </a:lnTo>
                  <a:lnTo>
                    <a:pt x="6976230" y="2068826"/>
                  </a:lnTo>
                  <a:lnTo>
                    <a:pt x="6870891" y="2076642"/>
                  </a:lnTo>
                  <a:lnTo>
                    <a:pt x="6775440" y="2082979"/>
                  </a:lnTo>
                  <a:lnTo>
                    <a:pt x="6693446" y="2087881"/>
                  </a:lnTo>
                  <a:lnTo>
                    <a:pt x="6627529" y="2091447"/>
                  </a:lnTo>
                  <a:lnTo>
                    <a:pt x="6578889" y="2093839"/>
                  </a:lnTo>
                  <a:lnTo>
                    <a:pt x="6547028" y="2095269"/>
                  </a:lnTo>
                  <a:lnTo>
                    <a:pt x="6529730" y="2095979"/>
                  </a:lnTo>
                  <a:lnTo>
                    <a:pt x="6523222" y="2096224"/>
                  </a:lnTo>
                  <a:lnTo>
                    <a:pt x="6522385" y="2096253"/>
                  </a:lnTo>
                  <a:lnTo>
                    <a:pt x="5527445" y="2096253"/>
                  </a:lnTo>
                  <a:lnTo>
                    <a:pt x="5526320" y="2096231"/>
                  </a:lnTo>
                  <a:lnTo>
                    <a:pt x="5518892" y="2096071"/>
                  </a:lnTo>
                  <a:lnTo>
                    <a:pt x="5500064" y="2095630"/>
                  </a:lnTo>
                  <a:lnTo>
                    <a:pt x="5466142" y="2094762"/>
                  </a:lnTo>
                  <a:lnTo>
                    <a:pt x="5415059" y="2093326"/>
                  </a:lnTo>
                  <a:lnTo>
                    <a:pt x="5346520" y="2091205"/>
                  </a:lnTo>
                  <a:lnTo>
                    <a:pt x="5261955" y="2088309"/>
                  </a:lnTo>
                  <a:lnTo>
                    <a:pt x="5164201" y="2084585"/>
                  </a:lnTo>
                  <a:lnTo>
                    <a:pt x="5056991" y="2080013"/>
                  </a:lnTo>
                  <a:lnTo>
                    <a:pt x="4944359" y="2074598"/>
                  </a:lnTo>
                  <a:lnTo>
                    <a:pt x="4830123" y="2068354"/>
                  </a:lnTo>
                  <a:lnTo>
                    <a:pt x="4717509" y="2061300"/>
                  </a:lnTo>
                  <a:lnTo>
                    <a:pt x="4608972" y="2053438"/>
                  </a:lnTo>
                  <a:lnTo>
                    <a:pt x="4506166" y="2044754"/>
                  </a:lnTo>
                  <a:lnTo>
                    <a:pt x="4410025" y="2035209"/>
                  </a:lnTo>
                  <a:lnTo>
                    <a:pt x="4320898" y="2024738"/>
                  </a:lnTo>
                  <a:lnTo>
                    <a:pt x="4238692" y="2013250"/>
                  </a:lnTo>
                  <a:lnTo>
                    <a:pt x="4163006" y="2000629"/>
                  </a:lnTo>
                  <a:lnTo>
                    <a:pt x="4093239" y="1986736"/>
                  </a:lnTo>
                  <a:lnTo>
                    <a:pt x="4028677" y="1971418"/>
                  </a:lnTo>
                  <a:lnTo>
                    <a:pt x="3968555" y="1954513"/>
                  </a:lnTo>
                  <a:lnTo>
                    <a:pt x="3912101" y="1935872"/>
                  </a:lnTo>
                  <a:lnTo>
                    <a:pt x="3858585" y="1915375"/>
                  </a:lnTo>
                  <a:lnTo>
                    <a:pt x="3820202" y="1898856"/>
                  </a:lnTo>
                  <a:lnTo>
                    <a:pt x="3764383" y="1872048"/>
                  </a:lnTo>
                  <a:lnTo>
                    <a:pt x="3710197" y="1842801"/>
                  </a:lnTo>
                  <a:lnTo>
                    <a:pt x="3657094" y="1811071"/>
                  </a:lnTo>
                  <a:lnTo>
                    <a:pt x="3604654" y="1776878"/>
                  </a:lnTo>
                  <a:lnTo>
                    <a:pt x="3552568" y="1740316"/>
                  </a:lnTo>
                  <a:lnTo>
                    <a:pt x="3500618" y="1701556"/>
                  </a:lnTo>
                  <a:lnTo>
                    <a:pt x="3448663" y="1660849"/>
                  </a:lnTo>
                  <a:lnTo>
                    <a:pt x="3396632" y="1618522"/>
                  </a:lnTo>
                  <a:lnTo>
                    <a:pt x="3344504" y="1574967"/>
                  </a:lnTo>
                  <a:lnTo>
                    <a:pt x="3292299" y="1530634"/>
                  </a:lnTo>
                  <a:lnTo>
                    <a:pt x="3240062" y="1486005"/>
                  </a:lnTo>
                  <a:lnTo>
                    <a:pt x="3187846" y="1441577"/>
                  </a:lnTo>
                  <a:lnTo>
                    <a:pt x="3135701" y="1397838"/>
                  </a:lnTo>
                  <a:lnTo>
                    <a:pt x="3083651" y="1355243"/>
                  </a:lnTo>
                  <a:lnTo>
                    <a:pt x="3031686" y="1314199"/>
                  </a:lnTo>
                  <a:lnTo>
                    <a:pt x="2979743" y="1275046"/>
                  </a:lnTo>
                  <a:lnTo>
                    <a:pt x="2927697" y="1238049"/>
                  </a:lnTo>
                  <a:lnTo>
                    <a:pt x="2875346" y="1203394"/>
                  </a:lnTo>
                  <a:lnTo>
                    <a:pt x="2822398" y="1171190"/>
                  </a:lnTo>
                  <a:lnTo>
                    <a:pt x="2768458" y="1141470"/>
                  </a:lnTo>
                  <a:lnTo>
                    <a:pt x="2713001" y="1114202"/>
                  </a:lnTo>
                  <a:lnTo>
                    <a:pt x="2702183" y="1109267"/>
                  </a:lnTo>
                  <a:lnTo>
                    <a:pt x="2650424" y="1087353"/>
                  </a:lnTo>
                  <a:lnTo>
                    <a:pt x="2596226" y="1067336"/>
                  </a:lnTo>
                  <a:lnTo>
                    <a:pt x="2538910" y="1049149"/>
                  </a:lnTo>
                  <a:lnTo>
                    <a:pt x="2477732" y="1032664"/>
                  </a:lnTo>
                  <a:lnTo>
                    <a:pt x="2411917" y="1017723"/>
                  </a:lnTo>
                  <a:lnTo>
                    <a:pt x="2340709" y="1004168"/>
                  </a:lnTo>
                  <a:lnTo>
                    <a:pt x="2263414" y="991847"/>
                  </a:lnTo>
                  <a:lnTo>
                    <a:pt x="2179475" y="980628"/>
                  </a:lnTo>
                  <a:lnTo>
                    <a:pt x="2088557" y="970400"/>
                  </a:lnTo>
                  <a:lnTo>
                    <a:pt x="1990666" y="961080"/>
                  </a:lnTo>
                  <a:lnTo>
                    <a:pt x="1886287" y="952607"/>
                  </a:lnTo>
                  <a:lnTo>
                    <a:pt x="1776524" y="944952"/>
                  </a:lnTo>
                  <a:lnTo>
                    <a:pt x="1663233" y="938102"/>
                  </a:lnTo>
                  <a:lnTo>
                    <a:pt x="1549071" y="932068"/>
                  </a:lnTo>
                  <a:lnTo>
                    <a:pt x="1437440" y="926866"/>
                  </a:lnTo>
                  <a:lnTo>
                    <a:pt x="1332255" y="922510"/>
                  </a:lnTo>
                  <a:lnTo>
                    <a:pt x="1237529" y="919000"/>
                  </a:lnTo>
                  <a:lnTo>
                    <a:pt x="1156821" y="916308"/>
                  </a:lnTo>
                  <a:lnTo>
                    <a:pt x="1092653" y="914371"/>
                  </a:lnTo>
                  <a:lnTo>
                    <a:pt x="1046035" y="913092"/>
                  </a:lnTo>
                  <a:lnTo>
                    <a:pt x="1016219" y="912346"/>
                  </a:lnTo>
                  <a:lnTo>
                    <a:pt x="1000701" y="911990"/>
                  </a:lnTo>
                  <a:lnTo>
                    <a:pt x="995412" y="911879"/>
                  </a:lnTo>
                  <a:lnTo>
                    <a:pt x="994940" y="911870"/>
                  </a:lnTo>
                  <a:lnTo>
                    <a:pt x="0" y="911870"/>
                  </a:lnTo>
                  <a:lnTo>
                    <a:pt x="0" y="9118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4" name="pg1073"/>
            <p:cNvSpPr/>
            <p:nvPr/>
          </p:nvSpPr>
          <p:spPr>
            <a:xfrm>
              <a:off x="1199187" y="4695443"/>
              <a:ext cx="12049831" cy="1881387"/>
            </a:xfrm>
            <a:custGeom>
              <a:avLst/>
              <a:pathLst>
                <a:path w="12049831" h="1881387">
                  <a:moveTo>
                    <a:pt x="0" y="5240"/>
                  </a:moveTo>
                  <a:lnTo>
                    <a:pt x="994940" y="5240"/>
                  </a:lnTo>
                  <a:lnTo>
                    <a:pt x="996049" y="5275"/>
                  </a:lnTo>
                  <a:lnTo>
                    <a:pt x="1003372" y="5524"/>
                  </a:lnTo>
                  <a:lnTo>
                    <a:pt x="1021941" y="6212"/>
                  </a:lnTo>
                  <a:lnTo>
                    <a:pt x="1055414" y="7567"/>
                  </a:lnTo>
                  <a:lnTo>
                    <a:pt x="1105859" y="9808"/>
                  </a:lnTo>
                  <a:lnTo>
                    <a:pt x="1173603" y="13121"/>
                  </a:lnTo>
                  <a:lnTo>
                    <a:pt x="1257281" y="17645"/>
                  </a:lnTo>
                  <a:lnTo>
                    <a:pt x="1354134" y="23466"/>
                  </a:lnTo>
                  <a:lnTo>
                    <a:pt x="1460506" y="30617"/>
                  </a:lnTo>
                  <a:lnTo>
                    <a:pt x="1572421" y="39091"/>
                  </a:lnTo>
                  <a:lnTo>
                    <a:pt x="1686099" y="48866"/>
                  </a:lnTo>
                  <a:lnTo>
                    <a:pt x="1798324" y="59914"/>
                  </a:lnTo>
                  <a:lnTo>
                    <a:pt x="1906633" y="72228"/>
                  </a:lnTo>
                  <a:lnTo>
                    <a:pt x="2009349" y="85829"/>
                  </a:lnTo>
                  <a:lnTo>
                    <a:pt x="2105508" y="100774"/>
                  </a:lnTo>
                  <a:lnTo>
                    <a:pt x="2194730" y="117163"/>
                  </a:lnTo>
                  <a:lnTo>
                    <a:pt x="2277079" y="135135"/>
                  </a:lnTo>
                  <a:lnTo>
                    <a:pt x="2352930" y="154869"/>
                  </a:lnTo>
                  <a:lnTo>
                    <a:pt x="2422861" y="176576"/>
                  </a:lnTo>
                  <a:lnTo>
                    <a:pt x="2487569" y="200495"/>
                  </a:lnTo>
                  <a:lnTo>
                    <a:pt x="2547806" y="226878"/>
                  </a:lnTo>
                  <a:lnTo>
                    <a:pt x="2604331" y="255963"/>
                  </a:lnTo>
                  <a:lnTo>
                    <a:pt x="2657874" y="287942"/>
                  </a:lnTo>
                  <a:lnTo>
                    <a:pt x="2702183" y="317931"/>
                  </a:lnTo>
                  <a:lnTo>
                    <a:pt x="2752684" y="356121"/>
                  </a:lnTo>
                  <a:lnTo>
                    <a:pt x="2801804" y="397456"/>
                  </a:lnTo>
                  <a:lnTo>
                    <a:pt x="2849964" y="441997"/>
                  </a:lnTo>
                  <a:lnTo>
                    <a:pt x="2897495" y="489738"/>
                  </a:lnTo>
                  <a:lnTo>
                    <a:pt x="2944651" y="540601"/>
                  </a:lnTo>
                  <a:lnTo>
                    <a:pt x="2991620" y="594426"/>
                  </a:lnTo>
                  <a:lnTo>
                    <a:pt x="3038534" y="650969"/>
                  </a:lnTo>
                  <a:lnTo>
                    <a:pt x="3085477" y="709906"/>
                  </a:lnTo>
                  <a:lnTo>
                    <a:pt x="3132490" y="770830"/>
                  </a:lnTo>
                  <a:lnTo>
                    <a:pt x="3179582" y="833269"/>
                  </a:lnTo>
                  <a:lnTo>
                    <a:pt x="3226736" y="896695"/>
                  </a:lnTo>
                  <a:lnTo>
                    <a:pt x="3273920" y="960544"/>
                  </a:lnTo>
                  <a:lnTo>
                    <a:pt x="3321092" y="1024237"/>
                  </a:lnTo>
                  <a:lnTo>
                    <a:pt x="3368216" y="1087199"/>
                  </a:lnTo>
                  <a:lnTo>
                    <a:pt x="3415266" y="1148883"/>
                  </a:lnTo>
                  <a:lnTo>
                    <a:pt x="3462238" y="1208790"/>
                  </a:lnTo>
                  <a:lnTo>
                    <a:pt x="3509158" y="1266480"/>
                  </a:lnTo>
                  <a:lnTo>
                    <a:pt x="3556089" y="1321593"/>
                  </a:lnTo>
                  <a:lnTo>
                    <a:pt x="3603139" y="1373844"/>
                  </a:lnTo>
                  <a:lnTo>
                    <a:pt x="3650470" y="1423038"/>
                  </a:lnTo>
                  <a:lnTo>
                    <a:pt x="3698304" y="1469058"/>
                  </a:lnTo>
                  <a:lnTo>
                    <a:pt x="3746936" y="1511865"/>
                  </a:lnTo>
                  <a:lnTo>
                    <a:pt x="3796741" y="1551492"/>
                  </a:lnTo>
                  <a:lnTo>
                    <a:pt x="3820202" y="1568696"/>
                  </a:lnTo>
                  <a:lnTo>
                    <a:pt x="3871702" y="1603247"/>
                  </a:lnTo>
                  <a:lnTo>
                    <a:pt x="3925613" y="1634821"/>
                  </a:lnTo>
                  <a:lnTo>
                    <a:pt x="3982603" y="1663522"/>
                  </a:lnTo>
                  <a:lnTo>
                    <a:pt x="4043408" y="1689552"/>
                  </a:lnTo>
                  <a:lnTo>
                    <a:pt x="4108788" y="1713154"/>
                  </a:lnTo>
                  <a:lnTo>
                    <a:pt x="4179492" y="1734576"/>
                  </a:lnTo>
                  <a:lnTo>
                    <a:pt x="4256203" y="1754056"/>
                  </a:lnTo>
                  <a:lnTo>
                    <a:pt x="4339478" y="1771801"/>
                  </a:lnTo>
                  <a:lnTo>
                    <a:pt x="4429656" y="1787985"/>
                  </a:lnTo>
                  <a:lnTo>
                    <a:pt x="4526748" y="1802742"/>
                  </a:lnTo>
                  <a:lnTo>
                    <a:pt x="4630302" y="1816163"/>
                  </a:lnTo>
                  <a:lnTo>
                    <a:pt x="4739265" y="1828303"/>
                  </a:lnTo>
                  <a:lnTo>
                    <a:pt x="4851853" y="1839178"/>
                  </a:lnTo>
                  <a:lnTo>
                    <a:pt x="4965495" y="1848775"/>
                  </a:lnTo>
                  <a:lnTo>
                    <a:pt x="5076883" y="1857070"/>
                  </a:lnTo>
                  <a:lnTo>
                    <a:pt x="5182183" y="1864038"/>
                  </a:lnTo>
                  <a:lnTo>
                    <a:pt x="5277432" y="1869678"/>
                  </a:lnTo>
                  <a:lnTo>
                    <a:pt x="5359061" y="1874030"/>
                  </a:lnTo>
                  <a:lnTo>
                    <a:pt x="5424478" y="1877186"/>
                  </a:lnTo>
                  <a:lnTo>
                    <a:pt x="5472537" y="1879294"/>
                  </a:lnTo>
                  <a:lnTo>
                    <a:pt x="5503805" y="1880544"/>
                  </a:lnTo>
                  <a:lnTo>
                    <a:pt x="5520583" y="1881158"/>
                  </a:lnTo>
                  <a:lnTo>
                    <a:pt x="5526728" y="1881365"/>
                  </a:lnTo>
                  <a:lnTo>
                    <a:pt x="5527445" y="1881387"/>
                  </a:lnTo>
                  <a:lnTo>
                    <a:pt x="6522385" y="1881387"/>
                  </a:lnTo>
                  <a:lnTo>
                    <a:pt x="6523505" y="1881359"/>
                  </a:lnTo>
                  <a:lnTo>
                    <a:pt x="6530893" y="1881161"/>
                  </a:lnTo>
                  <a:lnTo>
                    <a:pt x="6549623" y="1880612"/>
                  </a:lnTo>
                  <a:lnTo>
                    <a:pt x="6583373" y="1879530"/>
                  </a:lnTo>
                  <a:lnTo>
                    <a:pt x="6634214" y="1877743"/>
                  </a:lnTo>
                  <a:lnTo>
                    <a:pt x="6702451" y="1875100"/>
                  </a:lnTo>
                  <a:lnTo>
                    <a:pt x="6786680" y="1871493"/>
                  </a:lnTo>
                  <a:lnTo>
                    <a:pt x="6884092" y="1866853"/>
                  </a:lnTo>
                  <a:lnTo>
                    <a:pt x="6990985" y="1861156"/>
                  </a:lnTo>
                  <a:lnTo>
                    <a:pt x="7103345" y="1854406"/>
                  </a:lnTo>
                  <a:lnTo>
                    <a:pt x="7217371" y="1846623"/>
                  </a:lnTo>
                  <a:lnTo>
                    <a:pt x="7329839" y="1837827"/>
                  </a:lnTo>
                  <a:lnTo>
                    <a:pt x="7438290" y="1828024"/>
                  </a:lnTo>
                  <a:lnTo>
                    <a:pt x="7541063" y="1817197"/>
                  </a:lnTo>
                  <a:lnTo>
                    <a:pt x="7637212" y="1805297"/>
                  </a:lnTo>
                  <a:lnTo>
                    <a:pt x="7726375" y="1792245"/>
                  </a:lnTo>
                  <a:lnTo>
                    <a:pt x="7808636" y="1777927"/>
                  </a:lnTo>
                  <a:lnTo>
                    <a:pt x="7884385" y="1762200"/>
                  </a:lnTo>
                  <a:lnTo>
                    <a:pt x="7954213" y="1744894"/>
                  </a:lnTo>
                  <a:lnTo>
                    <a:pt x="8018830" y="1725816"/>
                  </a:lnTo>
                  <a:lnTo>
                    <a:pt x="8078996" y="1704767"/>
                  </a:lnTo>
                  <a:lnTo>
                    <a:pt x="8135476" y="1681558"/>
                  </a:lnTo>
                  <a:lnTo>
                    <a:pt x="8189002" y="1656039"/>
                  </a:lnTo>
                  <a:lnTo>
                    <a:pt x="8229629" y="1634204"/>
                  </a:lnTo>
                  <a:lnTo>
                    <a:pt x="8283121" y="1602118"/>
                  </a:lnTo>
                  <a:lnTo>
                    <a:pt x="8335091" y="1567235"/>
                  </a:lnTo>
                  <a:lnTo>
                    <a:pt x="8386032" y="1529500"/>
                  </a:lnTo>
                  <a:lnTo>
                    <a:pt x="8436323" y="1488930"/>
                  </a:lnTo>
                  <a:lnTo>
                    <a:pt x="8486248" y="1445614"/>
                  </a:lnTo>
                  <a:lnTo>
                    <a:pt x="8536013" y="1399725"/>
                  </a:lnTo>
                  <a:lnTo>
                    <a:pt x="8585755" y="1351517"/>
                  </a:lnTo>
                  <a:lnTo>
                    <a:pt x="8635555" y="1301327"/>
                  </a:lnTo>
                  <a:lnTo>
                    <a:pt x="8685442" y="1249567"/>
                  </a:lnTo>
                  <a:lnTo>
                    <a:pt x="8735410" y="1196710"/>
                  </a:lnTo>
                  <a:lnTo>
                    <a:pt x="8785427" y="1143275"/>
                  </a:lnTo>
                  <a:lnTo>
                    <a:pt x="8835447" y="1089804"/>
                  </a:lnTo>
                  <a:lnTo>
                    <a:pt x="8885424" y="1036844"/>
                  </a:lnTo>
                  <a:lnTo>
                    <a:pt x="8935322" y="984915"/>
                  </a:lnTo>
                  <a:lnTo>
                    <a:pt x="8985132" y="934499"/>
                  </a:lnTo>
                  <a:lnTo>
                    <a:pt x="9034878" y="886016"/>
                  </a:lnTo>
                  <a:lnTo>
                    <a:pt x="9084634" y="839813"/>
                  </a:lnTo>
                  <a:lnTo>
                    <a:pt x="9134529" y="796155"/>
                  </a:lnTo>
                  <a:lnTo>
                    <a:pt x="9184758" y="755226"/>
                  </a:lnTo>
                  <a:lnTo>
                    <a:pt x="9235596" y="717125"/>
                  </a:lnTo>
                  <a:lnTo>
                    <a:pt x="9287410" y="681877"/>
                  </a:lnTo>
                  <a:lnTo>
                    <a:pt x="9340674" y="649437"/>
                  </a:lnTo>
                  <a:lnTo>
                    <a:pt x="9347647" y="645471"/>
                  </a:lnTo>
                  <a:lnTo>
                    <a:pt x="9399309" y="618078"/>
                  </a:lnTo>
                  <a:lnTo>
                    <a:pt x="9453398" y="593053"/>
                  </a:lnTo>
                  <a:lnTo>
                    <a:pt x="9510590" y="570312"/>
                  </a:lnTo>
                  <a:lnTo>
                    <a:pt x="9571627" y="549694"/>
                  </a:lnTo>
                  <a:lnTo>
                    <a:pt x="9637276" y="531005"/>
                  </a:lnTo>
                  <a:lnTo>
                    <a:pt x="9708293" y="514045"/>
                  </a:lnTo>
                  <a:lnTo>
                    <a:pt x="9785366" y="498628"/>
                  </a:lnTo>
                  <a:lnTo>
                    <a:pt x="9869053" y="484587"/>
                  </a:lnTo>
                  <a:lnTo>
                    <a:pt x="9959690" y="471785"/>
                  </a:lnTo>
                  <a:lnTo>
                    <a:pt x="10057277" y="460116"/>
                  </a:lnTo>
                  <a:lnTo>
                    <a:pt x="10161344" y="449507"/>
                  </a:lnTo>
                  <a:lnTo>
                    <a:pt x="10270803" y="439917"/>
                  </a:lnTo>
                  <a:lnTo>
                    <a:pt x="10383829" y="431332"/>
                  </a:lnTo>
                  <a:lnTo>
                    <a:pt x="10497796" y="423764"/>
                  </a:lnTo>
                  <a:lnTo>
                    <a:pt x="10609337" y="417234"/>
                  </a:lnTo>
                  <a:lnTo>
                    <a:pt x="10714570" y="411759"/>
                  </a:lnTo>
                  <a:lnTo>
                    <a:pt x="10809498" y="407340"/>
                  </a:lnTo>
                  <a:lnTo>
                    <a:pt x="10890559" y="403942"/>
                  </a:lnTo>
                  <a:lnTo>
                    <a:pt x="10955204" y="401490"/>
                  </a:lnTo>
                  <a:lnTo>
                    <a:pt x="11002369" y="399864"/>
                  </a:lnTo>
                  <a:lnTo>
                    <a:pt x="11032735" y="398910"/>
                  </a:lnTo>
                  <a:lnTo>
                    <a:pt x="11048727" y="398450"/>
                  </a:lnTo>
                  <a:lnTo>
                    <a:pt x="11054333" y="398301"/>
                  </a:lnTo>
                  <a:lnTo>
                    <a:pt x="11054891" y="398288"/>
                  </a:lnTo>
                  <a:lnTo>
                    <a:pt x="12049831" y="398288"/>
                  </a:lnTo>
                  <a:lnTo>
                    <a:pt x="12049831" y="393047"/>
                  </a:lnTo>
                  <a:lnTo>
                    <a:pt x="11054891" y="393047"/>
                  </a:lnTo>
                  <a:lnTo>
                    <a:pt x="11053772" y="393075"/>
                  </a:lnTo>
                  <a:lnTo>
                    <a:pt x="11046384" y="393274"/>
                  </a:lnTo>
                  <a:lnTo>
                    <a:pt x="11027654" y="393822"/>
                  </a:lnTo>
                  <a:lnTo>
                    <a:pt x="10993903" y="394904"/>
                  </a:lnTo>
                  <a:lnTo>
                    <a:pt x="10943062" y="396692"/>
                  </a:lnTo>
                  <a:lnTo>
                    <a:pt x="10874825" y="399334"/>
                  </a:lnTo>
                  <a:lnTo>
                    <a:pt x="10790597" y="402941"/>
                  </a:lnTo>
                  <a:lnTo>
                    <a:pt x="10693185" y="407581"/>
                  </a:lnTo>
                  <a:lnTo>
                    <a:pt x="10586292" y="413278"/>
                  </a:lnTo>
                  <a:lnTo>
                    <a:pt x="10473931" y="420028"/>
                  </a:lnTo>
                  <a:lnTo>
                    <a:pt x="10359905" y="427811"/>
                  </a:lnTo>
                  <a:lnTo>
                    <a:pt x="10247438" y="436607"/>
                  </a:lnTo>
                  <a:lnTo>
                    <a:pt x="10138986" y="446410"/>
                  </a:lnTo>
                  <a:lnTo>
                    <a:pt x="10036213" y="457237"/>
                  </a:lnTo>
                  <a:lnTo>
                    <a:pt x="9940065" y="469137"/>
                  </a:lnTo>
                  <a:lnTo>
                    <a:pt x="9850901" y="482190"/>
                  </a:lnTo>
                  <a:lnTo>
                    <a:pt x="9768641" y="496507"/>
                  </a:lnTo>
                  <a:lnTo>
                    <a:pt x="9692892" y="512234"/>
                  </a:lnTo>
                  <a:lnTo>
                    <a:pt x="9623063" y="529540"/>
                  </a:lnTo>
                  <a:lnTo>
                    <a:pt x="9558446" y="548618"/>
                  </a:lnTo>
                  <a:lnTo>
                    <a:pt x="9498281" y="569667"/>
                  </a:lnTo>
                  <a:lnTo>
                    <a:pt x="9441800" y="592876"/>
                  </a:lnTo>
                  <a:lnTo>
                    <a:pt x="9388274" y="618395"/>
                  </a:lnTo>
                  <a:lnTo>
                    <a:pt x="9347647" y="640230"/>
                  </a:lnTo>
                  <a:lnTo>
                    <a:pt x="9294155" y="672316"/>
                  </a:lnTo>
                  <a:lnTo>
                    <a:pt x="9242185" y="707200"/>
                  </a:lnTo>
                  <a:lnTo>
                    <a:pt x="9191244" y="744934"/>
                  </a:lnTo>
                  <a:lnTo>
                    <a:pt x="9140954" y="785504"/>
                  </a:lnTo>
                  <a:lnTo>
                    <a:pt x="9091029" y="828820"/>
                  </a:lnTo>
                  <a:lnTo>
                    <a:pt x="9041264" y="874709"/>
                  </a:lnTo>
                  <a:lnTo>
                    <a:pt x="8991521" y="922918"/>
                  </a:lnTo>
                  <a:lnTo>
                    <a:pt x="8941722" y="973107"/>
                  </a:lnTo>
                  <a:lnTo>
                    <a:pt x="8891835" y="1024868"/>
                  </a:lnTo>
                  <a:lnTo>
                    <a:pt x="8841867" y="1077725"/>
                  </a:lnTo>
                  <a:lnTo>
                    <a:pt x="8791850" y="1131160"/>
                  </a:lnTo>
                  <a:lnTo>
                    <a:pt x="8741829" y="1184630"/>
                  </a:lnTo>
                  <a:lnTo>
                    <a:pt x="8691853" y="1237591"/>
                  </a:lnTo>
                  <a:lnTo>
                    <a:pt x="8641954" y="1289519"/>
                  </a:lnTo>
                  <a:lnTo>
                    <a:pt x="8592145" y="1339935"/>
                  </a:lnTo>
                  <a:lnTo>
                    <a:pt x="8542398" y="1388418"/>
                  </a:lnTo>
                  <a:lnTo>
                    <a:pt x="8492642" y="1434621"/>
                  </a:lnTo>
                  <a:lnTo>
                    <a:pt x="8442748" y="1478279"/>
                  </a:lnTo>
                  <a:lnTo>
                    <a:pt x="8392518" y="1519208"/>
                  </a:lnTo>
                  <a:lnTo>
                    <a:pt x="8341680" y="1557309"/>
                  </a:lnTo>
                  <a:lnTo>
                    <a:pt x="8289867" y="1592557"/>
                  </a:lnTo>
                  <a:lnTo>
                    <a:pt x="8236602" y="1624997"/>
                  </a:lnTo>
                  <a:lnTo>
                    <a:pt x="8229629" y="1628963"/>
                  </a:lnTo>
                  <a:lnTo>
                    <a:pt x="8177968" y="1656356"/>
                  </a:lnTo>
                  <a:lnTo>
                    <a:pt x="8123879" y="1681381"/>
                  </a:lnTo>
                  <a:lnTo>
                    <a:pt x="8066687" y="1704122"/>
                  </a:lnTo>
                  <a:lnTo>
                    <a:pt x="8005650" y="1724741"/>
                  </a:lnTo>
                  <a:lnTo>
                    <a:pt x="7940000" y="1743430"/>
                  </a:lnTo>
                  <a:lnTo>
                    <a:pt x="7868983" y="1760389"/>
                  </a:lnTo>
                  <a:lnTo>
                    <a:pt x="7791910" y="1775806"/>
                  </a:lnTo>
                  <a:lnTo>
                    <a:pt x="7708223" y="1789847"/>
                  </a:lnTo>
                  <a:lnTo>
                    <a:pt x="7617587" y="1802649"/>
                  </a:lnTo>
                  <a:lnTo>
                    <a:pt x="7519999" y="1814318"/>
                  </a:lnTo>
                  <a:lnTo>
                    <a:pt x="7415932" y="1824927"/>
                  </a:lnTo>
                  <a:lnTo>
                    <a:pt x="7306473" y="1834518"/>
                  </a:lnTo>
                  <a:lnTo>
                    <a:pt x="7193447" y="1843102"/>
                  </a:lnTo>
                  <a:lnTo>
                    <a:pt x="7079481" y="1850670"/>
                  </a:lnTo>
                  <a:lnTo>
                    <a:pt x="6967939" y="1857200"/>
                  </a:lnTo>
                  <a:lnTo>
                    <a:pt x="6862707" y="1862675"/>
                  </a:lnTo>
                  <a:lnTo>
                    <a:pt x="6767779" y="1867094"/>
                  </a:lnTo>
                  <a:lnTo>
                    <a:pt x="6686717" y="1870492"/>
                  </a:lnTo>
                  <a:lnTo>
                    <a:pt x="6622073" y="1872944"/>
                  </a:lnTo>
                  <a:lnTo>
                    <a:pt x="6574908" y="1874570"/>
                  </a:lnTo>
                  <a:lnTo>
                    <a:pt x="6544542" y="1875525"/>
                  </a:lnTo>
                  <a:lnTo>
                    <a:pt x="6528550" y="1875985"/>
                  </a:lnTo>
                  <a:lnTo>
                    <a:pt x="6522943" y="1876133"/>
                  </a:lnTo>
                  <a:lnTo>
                    <a:pt x="6522385" y="1876147"/>
                  </a:lnTo>
                  <a:lnTo>
                    <a:pt x="5527445" y="1876147"/>
                  </a:lnTo>
                  <a:lnTo>
                    <a:pt x="5526336" y="1876112"/>
                  </a:lnTo>
                  <a:lnTo>
                    <a:pt x="5519013" y="1875863"/>
                  </a:lnTo>
                  <a:lnTo>
                    <a:pt x="5500444" y="1875175"/>
                  </a:lnTo>
                  <a:lnTo>
                    <a:pt x="5466971" y="1873819"/>
                  </a:lnTo>
                  <a:lnTo>
                    <a:pt x="5416526" y="1871578"/>
                  </a:lnTo>
                  <a:lnTo>
                    <a:pt x="5348782" y="1868266"/>
                  </a:lnTo>
                  <a:lnTo>
                    <a:pt x="5265104" y="1863741"/>
                  </a:lnTo>
                  <a:lnTo>
                    <a:pt x="5168251" y="1857921"/>
                  </a:lnTo>
                  <a:lnTo>
                    <a:pt x="5061879" y="1850770"/>
                  </a:lnTo>
                  <a:lnTo>
                    <a:pt x="4949964" y="1842295"/>
                  </a:lnTo>
                  <a:lnTo>
                    <a:pt x="4836286" y="1832521"/>
                  </a:lnTo>
                  <a:lnTo>
                    <a:pt x="4724061" y="1821473"/>
                  </a:lnTo>
                  <a:lnTo>
                    <a:pt x="4615752" y="1809159"/>
                  </a:lnTo>
                  <a:lnTo>
                    <a:pt x="4513036" y="1795558"/>
                  </a:lnTo>
                  <a:lnTo>
                    <a:pt x="4416877" y="1780612"/>
                  </a:lnTo>
                  <a:lnTo>
                    <a:pt x="4327655" y="1764223"/>
                  </a:lnTo>
                  <a:lnTo>
                    <a:pt x="4245306" y="1746251"/>
                  </a:lnTo>
                  <a:lnTo>
                    <a:pt x="4169455" y="1726518"/>
                  </a:lnTo>
                  <a:lnTo>
                    <a:pt x="4099524" y="1704811"/>
                  </a:lnTo>
                  <a:lnTo>
                    <a:pt x="4034816" y="1680891"/>
                  </a:lnTo>
                  <a:lnTo>
                    <a:pt x="3974579" y="1654509"/>
                  </a:lnTo>
                  <a:lnTo>
                    <a:pt x="3918054" y="1625424"/>
                  </a:lnTo>
                  <a:lnTo>
                    <a:pt x="3864511" y="1593445"/>
                  </a:lnTo>
                  <a:lnTo>
                    <a:pt x="3820202" y="1563455"/>
                  </a:lnTo>
                  <a:lnTo>
                    <a:pt x="3769701" y="1525265"/>
                  </a:lnTo>
                  <a:lnTo>
                    <a:pt x="3720581" y="1483930"/>
                  </a:lnTo>
                  <a:lnTo>
                    <a:pt x="3672421" y="1439390"/>
                  </a:lnTo>
                  <a:lnTo>
                    <a:pt x="3624890" y="1391648"/>
                  </a:lnTo>
                  <a:lnTo>
                    <a:pt x="3577734" y="1340786"/>
                  </a:lnTo>
                  <a:lnTo>
                    <a:pt x="3530765" y="1286961"/>
                  </a:lnTo>
                  <a:lnTo>
                    <a:pt x="3483851" y="1230417"/>
                  </a:lnTo>
                  <a:lnTo>
                    <a:pt x="3436908" y="1171481"/>
                  </a:lnTo>
                  <a:lnTo>
                    <a:pt x="3389895" y="1110557"/>
                  </a:lnTo>
                  <a:lnTo>
                    <a:pt x="3342803" y="1048118"/>
                  </a:lnTo>
                  <a:lnTo>
                    <a:pt x="3295649" y="984692"/>
                  </a:lnTo>
                  <a:lnTo>
                    <a:pt x="3248465" y="920842"/>
                  </a:lnTo>
                  <a:lnTo>
                    <a:pt x="3201293" y="857149"/>
                  </a:lnTo>
                  <a:lnTo>
                    <a:pt x="3154169" y="794187"/>
                  </a:lnTo>
                  <a:lnTo>
                    <a:pt x="3107119" y="732503"/>
                  </a:lnTo>
                  <a:lnTo>
                    <a:pt x="3060147" y="672597"/>
                  </a:lnTo>
                  <a:lnTo>
                    <a:pt x="3013227" y="614906"/>
                  </a:lnTo>
                  <a:lnTo>
                    <a:pt x="2966296" y="559794"/>
                  </a:lnTo>
                  <a:lnTo>
                    <a:pt x="2919246" y="507542"/>
                  </a:lnTo>
                  <a:lnTo>
                    <a:pt x="2871915" y="458349"/>
                  </a:lnTo>
                  <a:lnTo>
                    <a:pt x="2824081" y="412329"/>
                  </a:lnTo>
                  <a:lnTo>
                    <a:pt x="2775449" y="369522"/>
                  </a:lnTo>
                  <a:lnTo>
                    <a:pt x="2725644" y="329895"/>
                  </a:lnTo>
                  <a:lnTo>
                    <a:pt x="2702183" y="312691"/>
                  </a:lnTo>
                  <a:lnTo>
                    <a:pt x="2650683" y="278140"/>
                  </a:lnTo>
                  <a:lnTo>
                    <a:pt x="2596772" y="246566"/>
                  </a:lnTo>
                  <a:lnTo>
                    <a:pt x="2539782" y="217864"/>
                  </a:lnTo>
                  <a:lnTo>
                    <a:pt x="2478977" y="191834"/>
                  </a:lnTo>
                  <a:lnTo>
                    <a:pt x="2413597" y="168233"/>
                  </a:lnTo>
                  <a:lnTo>
                    <a:pt x="2342893" y="146810"/>
                  </a:lnTo>
                  <a:lnTo>
                    <a:pt x="2266182" y="127330"/>
                  </a:lnTo>
                  <a:lnTo>
                    <a:pt x="2182907" y="109585"/>
                  </a:lnTo>
                  <a:lnTo>
                    <a:pt x="2092729" y="93401"/>
                  </a:lnTo>
                  <a:lnTo>
                    <a:pt x="1995637" y="78645"/>
                  </a:lnTo>
                  <a:lnTo>
                    <a:pt x="1892083" y="65223"/>
                  </a:lnTo>
                  <a:lnTo>
                    <a:pt x="1783120" y="53083"/>
                  </a:lnTo>
                  <a:lnTo>
                    <a:pt x="1670532" y="42209"/>
                  </a:lnTo>
                  <a:lnTo>
                    <a:pt x="1556890" y="32611"/>
                  </a:lnTo>
                  <a:lnTo>
                    <a:pt x="1445502" y="24317"/>
                  </a:lnTo>
                  <a:lnTo>
                    <a:pt x="1340202" y="17349"/>
                  </a:lnTo>
                  <a:lnTo>
                    <a:pt x="1244953" y="11709"/>
                  </a:lnTo>
                  <a:lnTo>
                    <a:pt x="1163324" y="7357"/>
                  </a:lnTo>
                  <a:lnTo>
                    <a:pt x="1097907" y="4201"/>
                  </a:lnTo>
                  <a:lnTo>
                    <a:pt x="1049848" y="2093"/>
                  </a:lnTo>
                  <a:lnTo>
                    <a:pt x="1018580" y="842"/>
                  </a:lnTo>
                  <a:lnTo>
                    <a:pt x="1001802" y="228"/>
                  </a:lnTo>
                  <a:lnTo>
                    <a:pt x="995657" y="2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75" name="pl1074"/>
            <p:cNvSpPr/>
            <p:nvPr/>
          </p:nvSpPr>
          <p:spPr>
            <a:xfrm>
              <a:off x="1199187" y="4700684"/>
              <a:ext cx="12049831" cy="1876147"/>
            </a:xfrm>
            <a:custGeom>
              <a:avLst/>
              <a:pathLst>
                <a:path w="12049831" h="1876147">
                  <a:moveTo>
                    <a:pt x="0" y="0"/>
                  </a:moveTo>
                  <a:lnTo>
                    <a:pt x="994940" y="0"/>
                  </a:lnTo>
                  <a:lnTo>
                    <a:pt x="996049" y="34"/>
                  </a:lnTo>
                  <a:lnTo>
                    <a:pt x="1003372" y="283"/>
                  </a:lnTo>
                  <a:lnTo>
                    <a:pt x="1021941" y="971"/>
                  </a:lnTo>
                  <a:lnTo>
                    <a:pt x="1055414" y="2327"/>
                  </a:lnTo>
                  <a:lnTo>
                    <a:pt x="1105859" y="4568"/>
                  </a:lnTo>
                  <a:lnTo>
                    <a:pt x="1173603" y="7880"/>
                  </a:lnTo>
                  <a:lnTo>
                    <a:pt x="1257281" y="12405"/>
                  </a:lnTo>
                  <a:lnTo>
                    <a:pt x="1354134" y="18225"/>
                  </a:lnTo>
                  <a:lnTo>
                    <a:pt x="1460506" y="25376"/>
                  </a:lnTo>
                  <a:lnTo>
                    <a:pt x="1572421" y="33851"/>
                  </a:lnTo>
                  <a:lnTo>
                    <a:pt x="1686099" y="43625"/>
                  </a:lnTo>
                  <a:lnTo>
                    <a:pt x="1798324" y="54673"/>
                  </a:lnTo>
                  <a:lnTo>
                    <a:pt x="1906633" y="66987"/>
                  </a:lnTo>
                  <a:lnTo>
                    <a:pt x="2009349" y="80588"/>
                  </a:lnTo>
                  <a:lnTo>
                    <a:pt x="2105508" y="95534"/>
                  </a:lnTo>
                  <a:lnTo>
                    <a:pt x="2194730" y="111923"/>
                  </a:lnTo>
                  <a:lnTo>
                    <a:pt x="2277079" y="129895"/>
                  </a:lnTo>
                  <a:lnTo>
                    <a:pt x="2352930" y="149628"/>
                  </a:lnTo>
                  <a:lnTo>
                    <a:pt x="2422861" y="171335"/>
                  </a:lnTo>
                  <a:lnTo>
                    <a:pt x="2487569" y="195255"/>
                  </a:lnTo>
                  <a:lnTo>
                    <a:pt x="2547806" y="221637"/>
                  </a:lnTo>
                  <a:lnTo>
                    <a:pt x="2604331" y="250722"/>
                  </a:lnTo>
                  <a:lnTo>
                    <a:pt x="2657874" y="282701"/>
                  </a:lnTo>
                  <a:lnTo>
                    <a:pt x="2702183" y="312691"/>
                  </a:lnTo>
                  <a:lnTo>
                    <a:pt x="2752684" y="350881"/>
                  </a:lnTo>
                  <a:lnTo>
                    <a:pt x="2801804" y="392216"/>
                  </a:lnTo>
                  <a:lnTo>
                    <a:pt x="2849964" y="436756"/>
                  </a:lnTo>
                  <a:lnTo>
                    <a:pt x="2897495" y="484498"/>
                  </a:lnTo>
                  <a:lnTo>
                    <a:pt x="2944651" y="535360"/>
                  </a:lnTo>
                  <a:lnTo>
                    <a:pt x="2991620" y="589185"/>
                  </a:lnTo>
                  <a:lnTo>
                    <a:pt x="3038534" y="645729"/>
                  </a:lnTo>
                  <a:lnTo>
                    <a:pt x="3085477" y="704665"/>
                  </a:lnTo>
                  <a:lnTo>
                    <a:pt x="3132490" y="765589"/>
                  </a:lnTo>
                  <a:lnTo>
                    <a:pt x="3179582" y="828028"/>
                  </a:lnTo>
                  <a:lnTo>
                    <a:pt x="3226736" y="891454"/>
                  </a:lnTo>
                  <a:lnTo>
                    <a:pt x="3273920" y="955304"/>
                  </a:lnTo>
                  <a:lnTo>
                    <a:pt x="3321092" y="1018997"/>
                  </a:lnTo>
                  <a:lnTo>
                    <a:pt x="3368216" y="1081959"/>
                  </a:lnTo>
                  <a:lnTo>
                    <a:pt x="3415266" y="1143643"/>
                  </a:lnTo>
                  <a:lnTo>
                    <a:pt x="3462238" y="1203549"/>
                  </a:lnTo>
                  <a:lnTo>
                    <a:pt x="3509158" y="1261240"/>
                  </a:lnTo>
                  <a:lnTo>
                    <a:pt x="3556089" y="1316352"/>
                  </a:lnTo>
                  <a:lnTo>
                    <a:pt x="3603139" y="1368604"/>
                  </a:lnTo>
                  <a:lnTo>
                    <a:pt x="3650470" y="1417797"/>
                  </a:lnTo>
                  <a:lnTo>
                    <a:pt x="3698304" y="1463817"/>
                  </a:lnTo>
                  <a:lnTo>
                    <a:pt x="3746936" y="1506624"/>
                  </a:lnTo>
                  <a:lnTo>
                    <a:pt x="3796741" y="1546251"/>
                  </a:lnTo>
                  <a:lnTo>
                    <a:pt x="3820202" y="1563455"/>
                  </a:lnTo>
                  <a:lnTo>
                    <a:pt x="3871702" y="1598006"/>
                  </a:lnTo>
                  <a:lnTo>
                    <a:pt x="3925613" y="1629580"/>
                  </a:lnTo>
                  <a:lnTo>
                    <a:pt x="3982603" y="1658282"/>
                  </a:lnTo>
                  <a:lnTo>
                    <a:pt x="4043408" y="1684312"/>
                  </a:lnTo>
                  <a:lnTo>
                    <a:pt x="4108788" y="1707913"/>
                  </a:lnTo>
                  <a:lnTo>
                    <a:pt x="4179492" y="1729336"/>
                  </a:lnTo>
                  <a:lnTo>
                    <a:pt x="4256203" y="1748816"/>
                  </a:lnTo>
                  <a:lnTo>
                    <a:pt x="4339478" y="1766561"/>
                  </a:lnTo>
                  <a:lnTo>
                    <a:pt x="4429656" y="1782745"/>
                  </a:lnTo>
                  <a:lnTo>
                    <a:pt x="4526748" y="1797501"/>
                  </a:lnTo>
                  <a:lnTo>
                    <a:pt x="4630302" y="1810923"/>
                  </a:lnTo>
                  <a:lnTo>
                    <a:pt x="4739265" y="1823063"/>
                  </a:lnTo>
                  <a:lnTo>
                    <a:pt x="4851853" y="1833937"/>
                  </a:lnTo>
                  <a:lnTo>
                    <a:pt x="4965495" y="1843535"/>
                  </a:lnTo>
                  <a:lnTo>
                    <a:pt x="5076883" y="1851829"/>
                  </a:lnTo>
                  <a:lnTo>
                    <a:pt x="5182183" y="1858797"/>
                  </a:lnTo>
                  <a:lnTo>
                    <a:pt x="5277432" y="1864437"/>
                  </a:lnTo>
                  <a:lnTo>
                    <a:pt x="5359061" y="1868789"/>
                  </a:lnTo>
                  <a:lnTo>
                    <a:pt x="5424478" y="1871945"/>
                  </a:lnTo>
                  <a:lnTo>
                    <a:pt x="5472537" y="1874053"/>
                  </a:lnTo>
                  <a:lnTo>
                    <a:pt x="5503805" y="1875304"/>
                  </a:lnTo>
                  <a:lnTo>
                    <a:pt x="5520583" y="1875918"/>
                  </a:lnTo>
                  <a:lnTo>
                    <a:pt x="5526728" y="1876124"/>
                  </a:lnTo>
                  <a:lnTo>
                    <a:pt x="5527445" y="1876147"/>
                  </a:lnTo>
                  <a:lnTo>
                    <a:pt x="6522385" y="1876147"/>
                  </a:lnTo>
                  <a:lnTo>
                    <a:pt x="6523505" y="1876119"/>
                  </a:lnTo>
                  <a:lnTo>
                    <a:pt x="6530893" y="1875920"/>
                  </a:lnTo>
                  <a:lnTo>
                    <a:pt x="6549623" y="1875371"/>
                  </a:lnTo>
                  <a:lnTo>
                    <a:pt x="6583373" y="1874290"/>
                  </a:lnTo>
                  <a:lnTo>
                    <a:pt x="6634214" y="1872502"/>
                  </a:lnTo>
                  <a:lnTo>
                    <a:pt x="6702451" y="1869860"/>
                  </a:lnTo>
                  <a:lnTo>
                    <a:pt x="6786680" y="1866252"/>
                  </a:lnTo>
                  <a:lnTo>
                    <a:pt x="6884092" y="1861613"/>
                  </a:lnTo>
                  <a:lnTo>
                    <a:pt x="6990985" y="1855915"/>
                  </a:lnTo>
                  <a:lnTo>
                    <a:pt x="7103345" y="1849165"/>
                  </a:lnTo>
                  <a:lnTo>
                    <a:pt x="7217371" y="1841382"/>
                  </a:lnTo>
                  <a:lnTo>
                    <a:pt x="7329839" y="1832586"/>
                  </a:lnTo>
                  <a:lnTo>
                    <a:pt x="7438290" y="1822784"/>
                  </a:lnTo>
                  <a:lnTo>
                    <a:pt x="7541063" y="1811956"/>
                  </a:lnTo>
                  <a:lnTo>
                    <a:pt x="7637212" y="1800056"/>
                  </a:lnTo>
                  <a:lnTo>
                    <a:pt x="7726375" y="1787004"/>
                  </a:lnTo>
                  <a:lnTo>
                    <a:pt x="7808636" y="1772686"/>
                  </a:lnTo>
                  <a:lnTo>
                    <a:pt x="7884385" y="1756960"/>
                  </a:lnTo>
                  <a:lnTo>
                    <a:pt x="7954213" y="1739653"/>
                  </a:lnTo>
                  <a:lnTo>
                    <a:pt x="8018830" y="1720576"/>
                  </a:lnTo>
                  <a:lnTo>
                    <a:pt x="8078996" y="1699527"/>
                  </a:lnTo>
                  <a:lnTo>
                    <a:pt x="8135476" y="1676317"/>
                  </a:lnTo>
                  <a:lnTo>
                    <a:pt x="8189002" y="1650798"/>
                  </a:lnTo>
                  <a:lnTo>
                    <a:pt x="8229629" y="1628963"/>
                  </a:lnTo>
                  <a:lnTo>
                    <a:pt x="8283121" y="1596878"/>
                  </a:lnTo>
                  <a:lnTo>
                    <a:pt x="8335091" y="1561994"/>
                  </a:lnTo>
                  <a:lnTo>
                    <a:pt x="8386032" y="1524259"/>
                  </a:lnTo>
                  <a:lnTo>
                    <a:pt x="8436323" y="1483689"/>
                  </a:lnTo>
                  <a:lnTo>
                    <a:pt x="8486248" y="1440374"/>
                  </a:lnTo>
                  <a:lnTo>
                    <a:pt x="8536013" y="1394484"/>
                  </a:lnTo>
                  <a:lnTo>
                    <a:pt x="8585755" y="1346276"/>
                  </a:lnTo>
                  <a:lnTo>
                    <a:pt x="8635555" y="1296086"/>
                  </a:lnTo>
                  <a:lnTo>
                    <a:pt x="8685442" y="1244326"/>
                  </a:lnTo>
                  <a:lnTo>
                    <a:pt x="8735410" y="1191469"/>
                  </a:lnTo>
                  <a:lnTo>
                    <a:pt x="8785427" y="1138034"/>
                  </a:lnTo>
                  <a:lnTo>
                    <a:pt x="8835447" y="1084564"/>
                  </a:lnTo>
                  <a:lnTo>
                    <a:pt x="8885424" y="1031603"/>
                  </a:lnTo>
                  <a:lnTo>
                    <a:pt x="8935322" y="979674"/>
                  </a:lnTo>
                  <a:lnTo>
                    <a:pt x="8985132" y="929258"/>
                  </a:lnTo>
                  <a:lnTo>
                    <a:pt x="9034878" y="880775"/>
                  </a:lnTo>
                  <a:lnTo>
                    <a:pt x="9084634" y="834572"/>
                  </a:lnTo>
                  <a:lnTo>
                    <a:pt x="9134529" y="790915"/>
                  </a:lnTo>
                  <a:lnTo>
                    <a:pt x="9184758" y="749985"/>
                  </a:lnTo>
                  <a:lnTo>
                    <a:pt x="9235596" y="711884"/>
                  </a:lnTo>
                  <a:lnTo>
                    <a:pt x="9287410" y="676636"/>
                  </a:lnTo>
                  <a:lnTo>
                    <a:pt x="9340674" y="644196"/>
                  </a:lnTo>
                  <a:lnTo>
                    <a:pt x="9347647" y="640230"/>
                  </a:lnTo>
                  <a:lnTo>
                    <a:pt x="9399309" y="612838"/>
                  </a:lnTo>
                  <a:lnTo>
                    <a:pt x="9453398" y="587813"/>
                  </a:lnTo>
                  <a:lnTo>
                    <a:pt x="9510590" y="565071"/>
                  </a:lnTo>
                  <a:lnTo>
                    <a:pt x="9571627" y="544453"/>
                  </a:lnTo>
                  <a:lnTo>
                    <a:pt x="9637276" y="525764"/>
                  </a:lnTo>
                  <a:lnTo>
                    <a:pt x="9708293" y="508805"/>
                  </a:lnTo>
                  <a:lnTo>
                    <a:pt x="9785366" y="493387"/>
                  </a:lnTo>
                  <a:lnTo>
                    <a:pt x="9869053" y="479347"/>
                  </a:lnTo>
                  <a:lnTo>
                    <a:pt x="9959690" y="466545"/>
                  </a:lnTo>
                  <a:lnTo>
                    <a:pt x="10057277" y="454876"/>
                  </a:lnTo>
                  <a:lnTo>
                    <a:pt x="10161344" y="444267"/>
                  </a:lnTo>
                  <a:lnTo>
                    <a:pt x="10270803" y="434676"/>
                  </a:lnTo>
                  <a:lnTo>
                    <a:pt x="10383829" y="426092"/>
                  </a:lnTo>
                  <a:lnTo>
                    <a:pt x="10497796" y="418524"/>
                  </a:lnTo>
                  <a:lnTo>
                    <a:pt x="10609337" y="411993"/>
                  </a:lnTo>
                  <a:lnTo>
                    <a:pt x="10714570" y="406519"/>
                  </a:lnTo>
                  <a:lnTo>
                    <a:pt x="10809498" y="402099"/>
                  </a:lnTo>
                  <a:lnTo>
                    <a:pt x="10890559" y="398702"/>
                  </a:lnTo>
                  <a:lnTo>
                    <a:pt x="10955204" y="396250"/>
                  </a:lnTo>
                  <a:lnTo>
                    <a:pt x="11002369" y="394624"/>
                  </a:lnTo>
                  <a:lnTo>
                    <a:pt x="11032735" y="393669"/>
                  </a:lnTo>
                  <a:lnTo>
                    <a:pt x="11048727" y="393209"/>
                  </a:lnTo>
                  <a:lnTo>
                    <a:pt x="11054333" y="393061"/>
                  </a:lnTo>
                  <a:lnTo>
                    <a:pt x="11054891" y="393047"/>
                  </a:lnTo>
                  <a:lnTo>
                    <a:pt x="12049831" y="393047"/>
                  </a:lnTo>
                  <a:lnTo>
                    <a:pt x="12049831" y="3930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6" name="pl1075"/>
            <p:cNvSpPr/>
            <p:nvPr/>
          </p:nvSpPr>
          <p:spPr>
            <a:xfrm>
              <a:off x="1199187" y="4695443"/>
              <a:ext cx="12049831" cy="1876147"/>
            </a:xfrm>
            <a:custGeom>
              <a:avLst/>
              <a:pathLst>
                <a:path w="12049831" h="1876147">
                  <a:moveTo>
                    <a:pt x="12049831" y="393047"/>
                  </a:moveTo>
                  <a:lnTo>
                    <a:pt x="11054891" y="393047"/>
                  </a:lnTo>
                  <a:lnTo>
                    <a:pt x="11053772" y="393075"/>
                  </a:lnTo>
                  <a:lnTo>
                    <a:pt x="11046384" y="393274"/>
                  </a:lnTo>
                  <a:lnTo>
                    <a:pt x="11027654" y="393822"/>
                  </a:lnTo>
                  <a:lnTo>
                    <a:pt x="10993903" y="394904"/>
                  </a:lnTo>
                  <a:lnTo>
                    <a:pt x="10943062" y="396692"/>
                  </a:lnTo>
                  <a:lnTo>
                    <a:pt x="10874825" y="399334"/>
                  </a:lnTo>
                  <a:lnTo>
                    <a:pt x="10790597" y="402941"/>
                  </a:lnTo>
                  <a:lnTo>
                    <a:pt x="10693185" y="407581"/>
                  </a:lnTo>
                  <a:lnTo>
                    <a:pt x="10586292" y="413278"/>
                  </a:lnTo>
                  <a:lnTo>
                    <a:pt x="10473931" y="420028"/>
                  </a:lnTo>
                  <a:lnTo>
                    <a:pt x="10359905" y="427811"/>
                  </a:lnTo>
                  <a:lnTo>
                    <a:pt x="10247438" y="436607"/>
                  </a:lnTo>
                  <a:lnTo>
                    <a:pt x="10138986" y="446410"/>
                  </a:lnTo>
                  <a:lnTo>
                    <a:pt x="10036213" y="457237"/>
                  </a:lnTo>
                  <a:lnTo>
                    <a:pt x="9940065" y="469137"/>
                  </a:lnTo>
                  <a:lnTo>
                    <a:pt x="9850901" y="482190"/>
                  </a:lnTo>
                  <a:lnTo>
                    <a:pt x="9768641" y="496507"/>
                  </a:lnTo>
                  <a:lnTo>
                    <a:pt x="9692892" y="512234"/>
                  </a:lnTo>
                  <a:lnTo>
                    <a:pt x="9623063" y="529540"/>
                  </a:lnTo>
                  <a:lnTo>
                    <a:pt x="9558446" y="548618"/>
                  </a:lnTo>
                  <a:lnTo>
                    <a:pt x="9498281" y="569667"/>
                  </a:lnTo>
                  <a:lnTo>
                    <a:pt x="9441800" y="592876"/>
                  </a:lnTo>
                  <a:lnTo>
                    <a:pt x="9388274" y="618395"/>
                  </a:lnTo>
                  <a:lnTo>
                    <a:pt x="9347647" y="640230"/>
                  </a:lnTo>
                  <a:lnTo>
                    <a:pt x="9294155" y="672316"/>
                  </a:lnTo>
                  <a:lnTo>
                    <a:pt x="9242185" y="707200"/>
                  </a:lnTo>
                  <a:lnTo>
                    <a:pt x="9191244" y="744934"/>
                  </a:lnTo>
                  <a:lnTo>
                    <a:pt x="9140954" y="785504"/>
                  </a:lnTo>
                  <a:lnTo>
                    <a:pt x="9091029" y="828820"/>
                  </a:lnTo>
                  <a:lnTo>
                    <a:pt x="9041264" y="874709"/>
                  </a:lnTo>
                  <a:lnTo>
                    <a:pt x="8991521" y="922918"/>
                  </a:lnTo>
                  <a:lnTo>
                    <a:pt x="8941722" y="973107"/>
                  </a:lnTo>
                  <a:lnTo>
                    <a:pt x="8891835" y="1024868"/>
                  </a:lnTo>
                  <a:lnTo>
                    <a:pt x="8841867" y="1077725"/>
                  </a:lnTo>
                  <a:lnTo>
                    <a:pt x="8791850" y="1131160"/>
                  </a:lnTo>
                  <a:lnTo>
                    <a:pt x="8741829" y="1184630"/>
                  </a:lnTo>
                  <a:lnTo>
                    <a:pt x="8691853" y="1237591"/>
                  </a:lnTo>
                  <a:lnTo>
                    <a:pt x="8641954" y="1289519"/>
                  </a:lnTo>
                  <a:lnTo>
                    <a:pt x="8592145" y="1339935"/>
                  </a:lnTo>
                  <a:lnTo>
                    <a:pt x="8542398" y="1388418"/>
                  </a:lnTo>
                  <a:lnTo>
                    <a:pt x="8492642" y="1434621"/>
                  </a:lnTo>
                  <a:lnTo>
                    <a:pt x="8442748" y="1478279"/>
                  </a:lnTo>
                  <a:lnTo>
                    <a:pt x="8392518" y="1519208"/>
                  </a:lnTo>
                  <a:lnTo>
                    <a:pt x="8341680" y="1557309"/>
                  </a:lnTo>
                  <a:lnTo>
                    <a:pt x="8289867" y="1592557"/>
                  </a:lnTo>
                  <a:lnTo>
                    <a:pt x="8236602" y="1624997"/>
                  </a:lnTo>
                  <a:lnTo>
                    <a:pt x="8229629" y="1628963"/>
                  </a:lnTo>
                  <a:lnTo>
                    <a:pt x="8177968" y="1656356"/>
                  </a:lnTo>
                  <a:lnTo>
                    <a:pt x="8123879" y="1681381"/>
                  </a:lnTo>
                  <a:lnTo>
                    <a:pt x="8066687" y="1704122"/>
                  </a:lnTo>
                  <a:lnTo>
                    <a:pt x="8005650" y="1724741"/>
                  </a:lnTo>
                  <a:lnTo>
                    <a:pt x="7940000" y="1743430"/>
                  </a:lnTo>
                  <a:lnTo>
                    <a:pt x="7868983" y="1760389"/>
                  </a:lnTo>
                  <a:lnTo>
                    <a:pt x="7791910" y="1775806"/>
                  </a:lnTo>
                  <a:lnTo>
                    <a:pt x="7708223" y="1789847"/>
                  </a:lnTo>
                  <a:lnTo>
                    <a:pt x="7617587" y="1802649"/>
                  </a:lnTo>
                  <a:lnTo>
                    <a:pt x="7519999" y="1814318"/>
                  </a:lnTo>
                  <a:lnTo>
                    <a:pt x="7415932" y="1824927"/>
                  </a:lnTo>
                  <a:lnTo>
                    <a:pt x="7306473" y="1834518"/>
                  </a:lnTo>
                  <a:lnTo>
                    <a:pt x="7193447" y="1843102"/>
                  </a:lnTo>
                  <a:lnTo>
                    <a:pt x="7079481" y="1850670"/>
                  </a:lnTo>
                  <a:lnTo>
                    <a:pt x="6967939" y="1857200"/>
                  </a:lnTo>
                  <a:lnTo>
                    <a:pt x="6862707" y="1862675"/>
                  </a:lnTo>
                  <a:lnTo>
                    <a:pt x="6767779" y="1867094"/>
                  </a:lnTo>
                  <a:lnTo>
                    <a:pt x="6686717" y="1870492"/>
                  </a:lnTo>
                  <a:lnTo>
                    <a:pt x="6622073" y="1872944"/>
                  </a:lnTo>
                  <a:lnTo>
                    <a:pt x="6574908" y="1874570"/>
                  </a:lnTo>
                  <a:lnTo>
                    <a:pt x="6544542" y="1875525"/>
                  </a:lnTo>
                  <a:lnTo>
                    <a:pt x="6528550" y="1875985"/>
                  </a:lnTo>
                  <a:lnTo>
                    <a:pt x="6522943" y="1876133"/>
                  </a:lnTo>
                  <a:lnTo>
                    <a:pt x="6522385" y="1876147"/>
                  </a:lnTo>
                  <a:lnTo>
                    <a:pt x="5527445" y="1876147"/>
                  </a:lnTo>
                  <a:lnTo>
                    <a:pt x="5526336" y="1876112"/>
                  </a:lnTo>
                  <a:lnTo>
                    <a:pt x="5519013" y="1875863"/>
                  </a:lnTo>
                  <a:lnTo>
                    <a:pt x="5500444" y="1875175"/>
                  </a:lnTo>
                  <a:lnTo>
                    <a:pt x="5466971" y="1873819"/>
                  </a:lnTo>
                  <a:lnTo>
                    <a:pt x="5416526" y="1871578"/>
                  </a:lnTo>
                  <a:lnTo>
                    <a:pt x="5348782" y="1868266"/>
                  </a:lnTo>
                  <a:lnTo>
                    <a:pt x="5265104" y="1863741"/>
                  </a:lnTo>
                  <a:lnTo>
                    <a:pt x="5168251" y="1857921"/>
                  </a:lnTo>
                  <a:lnTo>
                    <a:pt x="5061879" y="1850770"/>
                  </a:lnTo>
                  <a:lnTo>
                    <a:pt x="4949964" y="1842295"/>
                  </a:lnTo>
                  <a:lnTo>
                    <a:pt x="4836286" y="1832521"/>
                  </a:lnTo>
                  <a:lnTo>
                    <a:pt x="4724061" y="1821473"/>
                  </a:lnTo>
                  <a:lnTo>
                    <a:pt x="4615752" y="1809159"/>
                  </a:lnTo>
                  <a:lnTo>
                    <a:pt x="4513036" y="1795558"/>
                  </a:lnTo>
                  <a:lnTo>
                    <a:pt x="4416877" y="1780612"/>
                  </a:lnTo>
                  <a:lnTo>
                    <a:pt x="4327655" y="1764223"/>
                  </a:lnTo>
                  <a:lnTo>
                    <a:pt x="4245306" y="1746251"/>
                  </a:lnTo>
                  <a:lnTo>
                    <a:pt x="4169455" y="1726518"/>
                  </a:lnTo>
                  <a:lnTo>
                    <a:pt x="4099524" y="1704811"/>
                  </a:lnTo>
                  <a:lnTo>
                    <a:pt x="4034816" y="1680891"/>
                  </a:lnTo>
                  <a:lnTo>
                    <a:pt x="3974579" y="1654509"/>
                  </a:lnTo>
                  <a:lnTo>
                    <a:pt x="3918054" y="1625424"/>
                  </a:lnTo>
                  <a:lnTo>
                    <a:pt x="3864511" y="1593445"/>
                  </a:lnTo>
                  <a:lnTo>
                    <a:pt x="3820202" y="1563455"/>
                  </a:lnTo>
                  <a:lnTo>
                    <a:pt x="3769701" y="1525265"/>
                  </a:lnTo>
                  <a:lnTo>
                    <a:pt x="3720581" y="1483930"/>
                  </a:lnTo>
                  <a:lnTo>
                    <a:pt x="3672421" y="1439390"/>
                  </a:lnTo>
                  <a:lnTo>
                    <a:pt x="3624890" y="1391648"/>
                  </a:lnTo>
                  <a:lnTo>
                    <a:pt x="3577734" y="1340786"/>
                  </a:lnTo>
                  <a:lnTo>
                    <a:pt x="3530765" y="1286961"/>
                  </a:lnTo>
                  <a:lnTo>
                    <a:pt x="3483851" y="1230417"/>
                  </a:lnTo>
                  <a:lnTo>
                    <a:pt x="3436908" y="1171481"/>
                  </a:lnTo>
                  <a:lnTo>
                    <a:pt x="3389895" y="1110557"/>
                  </a:lnTo>
                  <a:lnTo>
                    <a:pt x="3342803" y="1048118"/>
                  </a:lnTo>
                  <a:lnTo>
                    <a:pt x="3295649" y="984692"/>
                  </a:lnTo>
                  <a:lnTo>
                    <a:pt x="3248465" y="920842"/>
                  </a:lnTo>
                  <a:lnTo>
                    <a:pt x="3201293" y="857149"/>
                  </a:lnTo>
                  <a:lnTo>
                    <a:pt x="3154169" y="794187"/>
                  </a:lnTo>
                  <a:lnTo>
                    <a:pt x="3107119" y="732503"/>
                  </a:lnTo>
                  <a:lnTo>
                    <a:pt x="3060147" y="672597"/>
                  </a:lnTo>
                  <a:lnTo>
                    <a:pt x="3013227" y="614906"/>
                  </a:lnTo>
                  <a:lnTo>
                    <a:pt x="2966296" y="559794"/>
                  </a:lnTo>
                  <a:lnTo>
                    <a:pt x="2919246" y="507542"/>
                  </a:lnTo>
                  <a:lnTo>
                    <a:pt x="2871915" y="458349"/>
                  </a:lnTo>
                  <a:lnTo>
                    <a:pt x="2824081" y="412329"/>
                  </a:lnTo>
                  <a:lnTo>
                    <a:pt x="2775449" y="369522"/>
                  </a:lnTo>
                  <a:lnTo>
                    <a:pt x="2725644" y="329895"/>
                  </a:lnTo>
                  <a:lnTo>
                    <a:pt x="2702183" y="312691"/>
                  </a:lnTo>
                  <a:lnTo>
                    <a:pt x="2650683" y="278140"/>
                  </a:lnTo>
                  <a:lnTo>
                    <a:pt x="2596772" y="246566"/>
                  </a:lnTo>
                  <a:lnTo>
                    <a:pt x="2539782" y="217864"/>
                  </a:lnTo>
                  <a:lnTo>
                    <a:pt x="2478977" y="191834"/>
                  </a:lnTo>
                  <a:lnTo>
                    <a:pt x="2413597" y="168233"/>
                  </a:lnTo>
                  <a:lnTo>
                    <a:pt x="2342893" y="146810"/>
                  </a:lnTo>
                  <a:lnTo>
                    <a:pt x="2266182" y="127330"/>
                  </a:lnTo>
                  <a:lnTo>
                    <a:pt x="2182907" y="109585"/>
                  </a:lnTo>
                  <a:lnTo>
                    <a:pt x="2092729" y="93401"/>
                  </a:lnTo>
                  <a:lnTo>
                    <a:pt x="1995637" y="78645"/>
                  </a:lnTo>
                  <a:lnTo>
                    <a:pt x="1892083" y="65223"/>
                  </a:lnTo>
                  <a:lnTo>
                    <a:pt x="1783120" y="53083"/>
                  </a:lnTo>
                  <a:lnTo>
                    <a:pt x="1670532" y="42209"/>
                  </a:lnTo>
                  <a:lnTo>
                    <a:pt x="1556890" y="32611"/>
                  </a:lnTo>
                  <a:lnTo>
                    <a:pt x="1445502" y="24317"/>
                  </a:lnTo>
                  <a:lnTo>
                    <a:pt x="1340202" y="17349"/>
                  </a:lnTo>
                  <a:lnTo>
                    <a:pt x="1244953" y="11709"/>
                  </a:lnTo>
                  <a:lnTo>
                    <a:pt x="1163324" y="7357"/>
                  </a:lnTo>
                  <a:lnTo>
                    <a:pt x="1097907" y="4201"/>
                  </a:lnTo>
                  <a:lnTo>
                    <a:pt x="1049848" y="2093"/>
                  </a:lnTo>
                  <a:lnTo>
                    <a:pt x="1018580" y="842"/>
                  </a:lnTo>
                  <a:lnTo>
                    <a:pt x="1001802" y="228"/>
                  </a:lnTo>
                  <a:lnTo>
                    <a:pt x="995657" y="2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7" name="pg1076"/>
            <p:cNvSpPr/>
            <p:nvPr/>
          </p:nvSpPr>
          <p:spPr>
            <a:xfrm>
              <a:off x="1199187" y="2698762"/>
              <a:ext cx="12049831" cy="1724168"/>
            </a:xfrm>
            <a:custGeom>
              <a:avLst/>
              <a:pathLst>
                <a:path w="12049831" h="1724168">
                  <a:moveTo>
                    <a:pt x="0" y="1677002"/>
                  </a:moveTo>
                  <a:lnTo>
                    <a:pt x="994940" y="1677002"/>
                  </a:lnTo>
                  <a:lnTo>
                    <a:pt x="996076" y="1677003"/>
                  </a:lnTo>
                  <a:lnTo>
                    <a:pt x="1003576" y="1677010"/>
                  </a:lnTo>
                  <a:lnTo>
                    <a:pt x="1022580" y="1677027"/>
                  </a:lnTo>
                  <a:lnTo>
                    <a:pt x="1056806" y="1677062"/>
                  </a:lnTo>
                  <a:lnTo>
                    <a:pt x="1108323" y="1677120"/>
                  </a:lnTo>
                  <a:lnTo>
                    <a:pt x="1177401" y="1677205"/>
                  </a:lnTo>
                  <a:lnTo>
                    <a:pt x="1262566" y="1677322"/>
                  </a:lnTo>
                  <a:lnTo>
                    <a:pt x="1360927" y="1677471"/>
                  </a:lnTo>
                  <a:lnTo>
                    <a:pt x="1468701" y="1677655"/>
                  </a:lnTo>
                  <a:lnTo>
                    <a:pt x="1581813" y="1677873"/>
                  </a:lnTo>
                  <a:lnTo>
                    <a:pt x="1696421" y="1678123"/>
                  </a:lnTo>
                  <a:lnTo>
                    <a:pt x="1809292" y="1678406"/>
                  </a:lnTo>
                  <a:lnTo>
                    <a:pt x="1917978" y="1678722"/>
                  </a:lnTo>
                  <a:lnTo>
                    <a:pt x="2020841" y="1679070"/>
                  </a:lnTo>
                  <a:lnTo>
                    <a:pt x="2116966" y="1679453"/>
                  </a:lnTo>
                  <a:lnTo>
                    <a:pt x="2206026" y="1679874"/>
                  </a:lnTo>
                  <a:lnTo>
                    <a:pt x="2288134" y="1680335"/>
                  </a:lnTo>
                  <a:lnTo>
                    <a:pt x="2363709" y="1680842"/>
                  </a:lnTo>
                  <a:lnTo>
                    <a:pt x="2433365" y="1681400"/>
                  </a:lnTo>
                  <a:lnTo>
                    <a:pt x="2497829" y="1682016"/>
                  </a:lnTo>
                  <a:lnTo>
                    <a:pt x="2557877" y="1682696"/>
                  </a:lnTo>
                  <a:lnTo>
                    <a:pt x="2614284" y="1683446"/>
                  </a:lnTo>
                  <a:lnTo>
                    <a:pt x="2667786" y="1684271"/>
                  </a:lnTo>
                  <a:lnTo>
                    <a:pt x="2702183" y="1684863"/>
                  </a:lnTo>
                  <a:lnTo>
                    <a:pt x="2763826" y="1686050"/>
                  </a:lnTo>
                  <a:lnTo>
                    <a:pt x="2823545" y="1687356"/>
                  </a:lnTo>
                  <a:lnTo>
                    <a:pt x="2882059" y="1688783"/>
                  </a:lnTo>
                  <a:lnTo>
                    <a:pt x="2939893" y="1690328"/>
                  </a:lnTo>
                  <a:lnTo>
                    <a:pt x="2997419" y="1691986"/>
                  </a:lnTo>
                  <a:lnTo>
                    <a:pt x="3054878" y="1693746"/>
                  </a:lnTo>
                  <a:lnTo>
                    <a:pt x="3112406" y="1695590"/>
                  </a:lnTo>
                  <a:lnTo>
                    <a:pt x="3170051" y="1697499"/>
                  </a:lnTo>
                  <a:lnTo>
                    <a:pt x="3227795" y="1699449"/>
                  </a:lnTo>
                  <a:lnTo>
                    <a:pt x="3285581" y="1701415"/>
                  </a:lnTo>
                  <a:lnTo>
                    <a:pt x="3343337" y="1703370"/>
                  </a:lnTo>
                  <a:lnTo>
                    <a:pt x="3400999" y="1705287"/>
                  </a:lnTo>
                  <a:lnTo>
                    <a:pt x="3458544" y="1707143"/>
                  </a:lnTo>
                  <a:lnTo>
                    <a:pt x="3516008" y="1708916"/>
                  </a:lnTo>
                  <a:lnTo>
                    <a:pt x="3573510" y="1710591"/>
                  </a:lnTo>
                  <a:lnTo>
                    <a:pt x="3631275" y="1712155"/>
                  </a:lnTo>
                  <a:lnTo>
                    <a:pt x="3689653" y="1713600"/>
                  </a:lnTo>
                  <a:lnTo>
                    <a:pt x="3749143" y="1714925"/>
                  </a:lnTo>
                  <a:lnTo>
                    <a:pt x="3810429" y="1716130"/>
                  </a:lnTo>
                  <a:lnTo>
                    <a:pt x="3820202" y="1716307"/>
                  </a:lnTo>
                  <a:lnTo>
                    <a:pt x="3872137" y="1717183"/>
                  </a:lnTo>
                  <a:lnTo>
                    <a:pt x="3926529" y="1717982"/>
                  </a:lnTo>
                  <a:lnTo>
                    <a:pt x="3984064" y="1718708"/>
                  </a:lnTo>
                  <a:lnTo>
                    <a:pt x="4045495" y="1719366"/>
                  </a:lnTo>
                  <a:lnTo>
                    <a:pt x="4111604" y="1719962"/>
                  </a:lnTo>
                  <a:lnTo>
                    <a:pt x="4183155" y="1720503"/>
                  </a:lnTo>
                  <a:lnTo>
                    <a:pt x="4260845" y="1720994"/>
                  </a:lnTo>
                  <a:lnTo>
                    <a:pt x="4345234" y="1721441"/>
                  </a:lnTo>
                  <a:lnTo>
                    <a:pt x="4436653" y="1721849"/>
                  </a:lnTo>
                  <a:lnTo>
                    <a:pt x="4535084" y="1722220"/>
                  </a:lnTo>
                  <a:lnTo>
                    <a:pt x="4640021" y="1722558"/>
                  </a:lnTo>
                  <a:lnTo>
                    <a:pt x="4750322" y="1722862"/>
                  </a:lnTo>
                  <a:lnTo>
                    <a:pt x="4864084" y="1723135"/>
                  </a:lnTo>
                  <a:lnTo>
                    <a:pt x="4978588" y="1723374"/>
                  </a:lnTo>
                  <a:lnTo>
                    <a:pt x="5090370" y="1723580"/>
                  </a:lnTo>
                  <a:lnTo>
                    <a:pt x="5195460" y="1723753"/>
                  </a:lnTo>
                  <a:lnTo>
                    <a:pt x="5289815" y="1723891"/>
                  </a:lnTo>
                  <a:lnTo>
                    <a:pt x="5369882" y="1723997"/>
                  </a:lnTo>
                  <a:lnTo>
                    <a:pt x="5433193" y="1724072"/>
                  </a:lnTo>
                  <a:lnTo>
                    <a:pt x="5478832" y="1724122"/>
                  </a:lnTo>
                  <a:lnTo>
                    <a:pt x="5507673" y="1724151"/>
                  </a:lnTo>
                  <a:lnTo>
                    <a:pt x="5522358" y="1724164"/>
                  </a:lnTo>
                  <a:lnTo>
                    <a:pt x="5527102" y="1724168"/>
                  </a:lnTo>
                  <a:lnTo>
                    <a:pt x="5527445" y="1724168"/>
                  </a:lnTo>
                  <a:lnTo>
                    <a:pt x="6522385" y="1724168"/>
                  </a:lnTo>
                  <a:lnTo>
                    <a:pt x="6523499" y="1724136"/>
                  </a:lnTo>
                  <a:lnTo>
                    <a:pt x="6530851" y="1723908"/>
                  </a:lnTo>
                  <a:lnTo>
                    <a:pt x="6549490" y="1723277"/>
                  </a:lnTo>
                  <a:lnTo>
                    <a:pt x="6583085" y="1722034"/>
                  </a:lnTo>
                  <a:lnTo>
                    <a:pt x="6633704" y="1719979"/>
                  </a:lnTo>
                  <a:lnTo>
                    <a:pt x="6701665" y="1716941"/>
                  </a:lnTo>
                  <a:lnTo>
                    <a:pt x="6785585" y="1712793"/>
                  </a:lnTo>
                  <a:lnTo>
                    <a:pt x="6882684" y="1707456"/>
                  </a:lnTo>
                  <a:lnTo>
                    <a:pt x="6989285" y="1700902"/>
                  </a:lnTo>
                  <a:lnTo>
                    <a:pt x="7101397" y="1693135"/>
                  </a:lnTo>
                  <a:lnTo>
                    <a:pt x="7215228" y="1684179"/>
                  </a:lnTo>
                  <a:lnTo>
                    <a:pt x="7327560" y="1674056"/>
                  </a:lnTo>
                  <a:lnTo>
                    <a:pt x="7435932" y="1662773"/>
                  </a:lnTo>
                  <a:lnTo>
                    <a:pt x="7538674" y="1650312"/>
                  </a:lnTo>
                  <a:lnTo>
                    <a:pt x="7634828" y="1636617"/>
                  </a:lnTo>
                  <a:lnTo>
                    <a:pt x="7724025" y="1621598"/>
                  </a:lnTo>
                  <a:lnTo>
                    <a:pt x="7806335" y="1605126"/>
                  </a:lnTo>
                  <a:lnTo>
                    <a:pt x="7882141" y="1587037"/>
                  </a:lnTo>
                  <a:lnTo>
                    <a:pt x="7952027" y="1567135"/>
                  </a:lnTo>
                  <a:lnTo>
                    <a:pt x="8016695" y="1545201"/>
                  </a:lnTo>
                  <a:lnTo>
                    <a:pt x="8076900" y="1521005"/>
                  </a:lnTo>
                  <a:lnTo>
                    <a:pt x="8133406" y="1494328"/>
                  </a:lnTo>
                  <a:lnTo>
                    <a:pt x="8186941" y="1464997"/>
                  </a:lnTo>
                  <a:lnTo>
                    <a:pt x="8229629" y="1438554"/>
                  </a:lnTo>
                  <a:lnTo>
                    <a:pt x="8281345" y="1402782"/>
                  </a:lnTo>
                  <a:lnTo>
                    <a:pt x="8331624" y="1363994"/>
                  </a:lnTo>
                  <a:lnTo>
                    <a:pt x="8380914" y="1322132"/>
                  </a:lnTo>
                  <a:lnTo>
                    <a:pt x="8429566" y="1277204"/>
                  </a:lnTo>
                  <a:lnTo>
                    <a:pt x="8477846" y="1229297"/>
                  </a:lnTo>
                  <a:lnTo>
                    <a:pt x="8525949" y="1178574"/>
                  </a:lnTo>
                  <a:lnTo>
                    <a:pt x="8574010" y="1125286"/>
                  </a:lnTo>
                  <a:lnTo>
                    <a:pt x="8622112" y="1069767"/>
                  </a:lnTo>
                  <a:lnTo>
                    <a:pt x="8670291" y="1012426"/>
                  </a:lnTo>
                  <a:lnTo>
                    <a:pt x="8718552" y="953740"/>
                  </a:lnTo>
                  <a:lnTo>
                    <a:pt x="8766870" y="894238"/>
                  </a:lnTo>
                  <a:lnTo>
                    <a:pt x="8815208" y="834478"/>
                  </a:lnTo>
                  <a:lnTo>
                    <a:pt x="8863523" y="775032"/>
                  </a:lnTo>
                  <a:lnTo>
                    <a:pt x="8911776" y="716457"/>
                  </a:lnTo>
                  <a:lnTo>
                    <a:pt x="8959947" y="659277"/>
                  </a:lnTo>
                  <a:lnTo>
                    <a:pt x="9008042" y="603962"/>
                  </a:lnTo>
                  <a:lnTo>
                    <a:pt x="9056103" y="550916"/>
                  </a:lnTo>
                  <a:lnTo>
                    <a:pt x="9104217" y="500463"/>
                  </a:lnTo>
                  <a:lnTo>
                    <a:pt x="9152524" y="452845"/>
                  </a:lnTo>
                  <a:lnTo>
                    <a:pt x="9201226" y="408220"/>
                  </a:lnTo>
                  <a:lnTo>
                    <a:pt x="9250598" y="366664"/>
                  </a:lnTo>
                  <a:lnTo>
                    <a:pt x="9300997" y="328179"/>
                  </a:lnTo>
                  <a:lnTo>
                    <a:pt x="9347647" y="296095"/>
                  </a:lnTo>
                  <a:lnTo>
                    <a:pt x="9399218" y="264496"/>
                  </a:lnTo>
                  <a:lnTo>
                    <a:pt x="9453208" y="235622"/>
                  </a:lnTo>
                  <a:lnTo>
                    <a:pt x="9510287" y="209379"/>
                  </a:lnTo>
                  <a:lnTo>
                    <a:pt x="9571194" y="185582"/>
                  </a:lnTo>
                  <a:lnTo>
                    <a:pt x="9636692" y="164008"/>
                  </a:lnTo>
                  <a:lnTo>
                    <a:pt x="9707533" y="144428"/>
                  </a:lnTo>
                  <a:lnTo>
                    <a:pt x="9784404" y="126626"/>
                  </a:lnTo>
                  <a:lnTo>
                    <a:pt x="9867860" y="110410"/>
                  </a:lnTo>
                  <a:lnTo>
                    <a:pt x="9958239" y="95624"/>
                  </a:lnTo>
                  <a:lnTo>
                    <a:pt x="10055549" y="82143"/>
                  </a:lnTo>
                  <a:lnTo>
                    <a:pt x="10159329" y="69884"/>
                  </a:lnTo>
                  <a:lnTo>
                    <a:pt x="10268510" y="58798"/>
                  </a:lnTo>
                  <a:lnTo>
                    <a:pt x="10381291" y="48871"/>
                  </a:lnTo>
                  <a:lnTo>
                    <a:pt x="10495077" y="40114"/>
                  </a:lnTo>
                  <a:lnTo>
                    <a:pt x="10606533" y="32551"/>
                  </a:lnTo>
                  <a:lnTo>
                    <a:pt x="10711805" y="26204"/>
                  </a:lnTo>
                  <a:lnTo>
                    <a:pt x="10806914" y="21072"/>
                  </a:lnTo>
                  <a:lnTo>
                    <a:pt x="10888295" y="17119"/>
                  </a:lnTo>
                  <a:lnTo>
                    <a:pt x="10953374" y="14258"/>
                  </a:lnTo>
                  <a:lnTo>
                    <a:pt x="11001040" y="12353"/>
                  </a:lnTo>
                  <a:lnTo>
                    <a:pt x="11031911" y="11228"/>
                  </a:lnTo>
                  <a:lnTo>
                    <a:pt x="11048342" y="10680"/>
                  </a:lnTo>
                  <a:lnTo>
                    <a:pt x="11054247" y="10499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7" y="32"/>
                  </a:lnTo>
                  <a:lnTo>
                    <a:pt x="11046426" y="260"/>
                  </a:lnTo>
                  <a:lnTo>
                    <a:pt x="11027786" y="891"/>
                  </a:lnTo>
                  <a:lnTo>
                    <a:pt x="10994191" y="2134"/>
                  </a:lnTo>
                  <a:lnTo>
                    <a:pt x="10943572" y="4189"/>
                  </a:lnTo>
                  <a:lnTo>
                    <a:pt x="10875612" y="7227"/>
                  </a:lnTo>
                  <a:lnTo>
                    <a:pt x="10791692" y="11375"/>
                  </a:lnTo>
                  <a:lnTo>
                    <a:pt x="10694593" y="16711"/>
                  </a:lnTo>
                  <a:lnTo>
                    <a:pt x="10587991" y="23265"/>
                  </a:lnTo>
                  <a:lnTo>
                    <a:pt x="10475880" y="31032"/>
                  </a:lnTo>
                  <a:lnTo>
                    <a:pt x="10362048" y="39989"/>
                  </a:lnTo>
                  <a:lnTo>
                    <a:pt x="10249716" y="50112"/>
                  </a:lnTo>
                  <a:lnTo>
                    <a:pt x="10141344" y="61394"/>
                  </a:lnTo>
                  <a:lnTo>
                    <a:pt x="10038603" y="73856"/>
                  </a:lnTo>
                  <a:lnTo>
                    <a:pt x="9942448" y="87551"/>
                  </a:lnTo>
                  <a:lnTo>
                    <a:pt x="9853252" y="102570"/>
                  </a:lnTo>
                  <a:lnTo>
                    <a:pt x="9770942" y="119041"/>
                  </a:lnTo>
                  <a:lnTo>
                    <a:pt x="9695136" y="137131"/>
                  </a:lnTo>
                  <a:lnTo>
                    <a:pt x="9625249" y="157032"/>
                  </a:lnTo>
                  <a:lnTo>
                    <a:pt x="9560582" y="178967"/>
                  </a:lnTo>
                  <a:lnTo>
                    <a:pt x="9500376" y="203163"/>
                  </a:lnTo>
                  <a:lnTo>
                    <a:pt x="9443871" y="229840"/>
                  </a:lnTo>
                  <a:lnTo>
                    <a:pt x="9390336" y="259171"/>
                  </a:lnTo>
                  <a:lnTo>
                    <a:pt x="9347647" y="285614"/>
                  </a:lnTo>
                  <a:lnTo>
                    <a:pt x="9295931" y="321386"/>
                  </a:lnTo>
                  <a:lnTo>
                    <a:pt x="9245653" y="360174"/>
                  </a:lnTo>
                  <a:lnTo>
                    <a:pt x="9196363" y="402036"/>
                  </a:lnTo>
                  <a:lnTo>
                    <a:pt x="9147711" y="446963"/>
                  </a:lnTo>
                  <a:lnTo>
                    <a:pt x="9099431" y="494871"/>
                  </a:lnTo>
                  <a:lnTo>
                    <a:pt x="9051328" y="545594"/>
                  </a:lnTo>
                  <a:lnTo>
                    <a:pt x="9003266" y="598881"/>
                  </a:lnTo>
                  <a:lnTo>
                    <a:pt x="8955165" y="654401"/>
                  </a:lnTo>
                  <a:lnTo>
                    <a:pt x="8906985" y="711742"/>
                  </a:lnTo>
                  <a:lnTo>
                    <a:pt x="8858725" y="770428"/>
                  </a:lnTo>
                  <a:lnTo>
                    <a:pt x="8810406" y="829930"/>
                  </a:lnTo>
                  <a:lnTo>
                    <a:pt x="8762068" y="889689"/>
                  </a:lnTo>
                  <a:lnTo>
                    <a:pt x="8713754" y="949135"/>
                  </a:lnTo>
                  <a:lnTo>
                    <a:pt x="8665501" y="1007710"/>
                  </a:lnTo>
                  <a:lnTo>
                    <a:pt x="8617330" y="1064891"/>
                  </a:lnTo>
                  <a:lnTo>
                    <a:pt x="8569234" y="1120206"/>
                  </a:lnTo>
                  <a:lnTo>
                    <a:pt x="8521173" y="1173252"/>
                  </a:lnTo>
                  <a:lnTo>
                    <a:pt x="8473059" y="1223705"/>
                  </a:lnTo>
                  <a:lnTo>
                    <a:pt x="8424752" y="1271322"/>
                  </a:lnTo>
                  <a:lnTo>
                    <a:pt x="8376050" y="1315947"/>
                  </a:lnTo>
                  <a:lnTo>
                    <a:pt x="8326679" y="1357503"/>
                  </a:lnTo>
                  <a:lnTo>
                    <a:pt x="8276280" y="1395988"/>
                  </a:lnTo>
                  <a:lnTo>
                    <a:pt x="8229629" y="1428072"/>
                  </a:lnTo>
                  <a:lnTo>
                    <a:pt x="8178058" y="1459672"/>
                  </a:lnTo>
                  <a:lnTo>
                    <a:pt x="8124069" y="1488545"/>
                  </a:lnTo>
                  <a:lnTo>
                    <a:pt x="8066990" y="1514788"/>
                  </a:lnTo>
                  <a:lnTo>
                    <a:pt x="8006083" y="1538585"/>
                  </a:lnTo>
                  <a:lnTo>
                    <a:pt x="7940584" y="1560159"/>
                  </a:lnTo>
                  <a:lnTo>
                    <a:pt x="7869743" y="1579740"/>
                  </a:lnTo>
                  <a:lnTo>
                    <a:pt x="7792873" y="1597542"/>
                  </a:lnTo>
                  <a:lnTo>
                    <a:pt x="7709417" y="1613757"/>
                  </a:lnTo>
                  <a:lnTo>
                    <a:pt x="7619037" y="1628544"/>
                  </a:lnTo>
                  <a:lnTo>
                    <a:pt x="7521727" y="1642025"/>
                  </a:lnTo>
                  <a:lnTo>
                    <a:pt x="7417948" y="1654284"/>
                  </a:lnTo>
                  <a:lnTo>
                    <a:pt x="7308766" y="1665370"/>
                  </a:lnTo>
                  <a:lnTo>
                    <a:pt x="7195986" y="1675296"/>
                  </a:lnTo>
                  <a:lnTo>
                    <a:pt x="7082200" y="1684053"/>
                  </a:lnTo>
                  <a:lnTo>
                    <a:pt x="6970744" y="1691616"/>
                  </a:lnTo>
                  <a:lnTo>
                    <a:pt x="6865471" y="1697964"/>
                  </a:lnTo>
                  <a:lnTo>
                    <a:pt x="6770362" y="1703095"/>
                  </a:lnTo>
                  <a:lnTo>
                    <a:pt x="6688981" y="1707049"/>
                  </a:lnTo>
                  <a:lnTo>
                    <a:pt x="6623903" y="1709910"/>
                  </a:lnTo>
                  <a:lnTo>
                    <a:pt x="6576237" y="1711815"/>
                  </a:lnTo>
                  <a:lnTo>
                    <a:pt x="6545365" y="1712940"/>
                  </a:lnTo>
                  <a:lnTo>
                    <a:pt x="6528935" y="1713488"/>
                  </a:lnTo>
                  <a:lnTo>
                    <a:pt x="6523029" y="1713669"/>
                  </a:lnTo>
                  <a:lnTo>
                    <a:pt x="6522385" y="1713687"/>
                  </a:lnTo>
                  <a:lnTo>
                    <a:pt x="5527445" y="1713687"/>
                  </a:lnTo>
                  <a:lnTo>
                    <a:pt x="5526309" y="1713686"/>
                  </a:lnTo>
                  <a:lnTo>
                    <a:pt x="5518809" y="1713680"/>
                  </a:lnTo>
                  <a:lnTo>
                    <a:pt x="5499805" y="1713662"/>
                  </a:lnTo>
                  <a:lnTo>
                    <a:pt x="5465579" y="1713627"/>
                  </a:lnTo>
                  <a:lnTo>
                    <a:pt x="5414062" y="1713569"/>
                  </a:lnTo>
                  <a:lnTo>
                    <a:pt x="5344984" y="1713484"/>
                  </a:lnTo>
                  <a:lnTo>
                    <a:pt x="5259819" y="1713367"/>
                  </a:lnTo>
                  <a:lnTo>
                    <a:pt x="5161458" y="1713218"/>
                  </a:lnTo>
                  <a:lnTo>
                    <a:pt x="5053684" y="1713034"/>
                  </a:lnTo>
                  <a:lnTo>
                    <a:pt x="4940572" y="1712817"/>
                  </a:lnTo>
                  <a:lnTo>
                    <a:pt x="4825964" y="1712566"/>
                  </a:lnTo>
                  <a:lnTo>
                    <a:pt x="4713093" y="1712283"/>
                  </a:lnTo>
                  <a:lnTo>
                    <a:pt x="4604407" y="1711968"/>
                  </a:lnTo>
                  <a:lnTo>
                    <a:pt x="4501544" y="1711619"/>
                  </a:lnTo>
                  <a:lnTo>
                    <a:pt x="4405419" y="1711236"/>
                  </a:lnTo>
                  <a:lnTo>
                    <a:pt x="4316359" y="1710816"/>
                  </a:lnTo>
                  <a:lnTo>
                    <a:pt x="4234251" y="1710354"/>
                  </a:lnTo>
                  <a:lnTo>
                    <a:pt x="4158676" y="1709847"/>
                  </a:lnTo>
                  <a:lnTo>
                    <a:pt x="4089020" y="1709289"/>
                  </a:lnTo>
                  <a:lnTo>
                    <a:pt x="4024556" y="1708673"/>
                  </a:lnTo>
                  <a:lnTo>
                    <a:pt x="3964508" y="1707993"/>
                  </a:lnTo>
                  <a:lnTo>
                    <a:pt x="3908101" y="1707243"/>
                  </a:lnTo>
                  <a:lnTo>
                    <a:pt x="3854599" y="1706418"/>
                  </a:lnTo>
                  <a:lnTo>
                    <a:pt x="3820202" y="1705826"/>
                  </a:lnTo>
                  <a:lnTo>
                    <a:pt x="3758559" y="1704639"/>
                  </a:lnTo>
                  <a:lnTo>
                    <a:pt x="3698840" y="1703333"/>
                  </a:lnTo>
                  <a:lnTo>
                    <a:pt x="3640326" y="1701907"/>
                  </a:lnTo>
                  <a:lnTo>
                    <a:pt x="3582492" y="1700361"/>
                  </a:lnTo>
                  <a:lnTo>
                    <a:pt x="3524966" y="1698703"/>
                  </a:lnTo>
                  <a:lnTo>
                    <a:pt x="3467507" y="1696944"/>
                  </a:lnTo>
                  <a:lnTo>
                    <a:pt x="3409979" y="1695100"/>
                  </a:lnTo>
                  <a:lnTo>
                    <a:pt x="3352334" y="1693190"/>
                  </a:lnTo>
                  <a:lnTo>
                    <a:pt x="3294590" y="1691240"/>
                  </a:lnTo>
                  <a:lnTo>
                    <a:pt x="3236804" y="1689274"/>
                  </a:lnTo>
                  <a:lnTo>
                    <a:pt x="3179048" y="1687320"/>
                  </a:lnTo>
                  <a:lnTo>
                    <a:pt x="3121386" y="1685402"/>
                  </a:lnTo>
                  <a:lnTo>
                    <a:pt x="3063841" y="1683547"/>
                  </a:lnTo>
                  <a:lnTo>
                    <a:pt x="3006377" y="1681773"/>
                  </a:lnTo>
                  <a:lnTo>
                    <a:pt x="2948875" y="1680098"/>
                  </a:lnTo>
                  <a:lnTo>
                    <a:pt x="2891110" y="1678535"/>
                  </a:lnTo>
                  <a:lnTo>
                    <a:pt x="2832732" y="1677089"/>
                  </a:lnTo>
                  <a:lnTo>
                    <a:pt x="2773242" y="1675764"/>
                  </a:lnTo>
                  <a:lnTo>
                    <a:pt x="2711956" y="1674559"/>
                  </a:lnTo>
                  <a:lnTo>
                    <a:pt x="2702183" y="1674382"/>
                  </a:lnTo>
                  <a:lnTo>
                    <a:pt x="2650248" y="1673507"/>
                  </a:lnTo>
                  <a:lnTo>
                    <a:pt x="2595856" y="1672707"/>
                  </a:lnTo>
                  <a:lnTo>
                    <a:pt x="2538321" y="1671981"/>
                  </a:lnTo>
                  <a:lnTo>
                    <a:pt x="2476890" y="1671323"/>
                  </a:lnTo>
                  <a:lnTo>
                    <a:pt x="2410781" y="1670727"/>
                  </a:lnTo>
                  <a:lnTo>
                    <a:pt x="2339230" y="1670186"/>
                  </a:lnTo>
                  <a:lnTo>
                    <a:pt x="2261540" y="1669695"/>
                  </a:lnTo>
                  <a:lnTo>
                    <a:pt x="2177151" y="1669248"/>
                  </a:lnTo>
                  <a:lnTo>
                    <a:pt x="2085732" y="1668840"/>
                  </a:lnTo>
                  <a:lnTo>
                    <a:pt x="1987301" y="1668469"/>
                  </a:lnTo>
                  <a:lnTo>
                    <a:pt x="1882364" y="1668132"/>
                  </a:lnTo>
                  <a:lnTo>
                    <a:pt x="1772063" y="1667827"/>
                  </a:lnTo>
                  <a:lnTo>
                    <a:pt x="1658301" y="1667555"/>
                  </a:lnTo>
                  <a:lnTo>
                    <a:pt x="1543797" y="1667315"/>
                  </a:lnTo>
                  <a:lnTo>
                    <a:pt x="1432015" y="1667109"/>
                  </a:lnTo>
                  <a:lnTo>
                    <a:pt x="1326925" y="1666937"/>
                  </a:lnTo>
                  <a:lnTo>
                    <a:pt x="1232570" y="1666798"/>
                  </a:lnTo>
                  <a:lnTo>
                    <a:pt x="1152503" y="1666692"/>
                  </a:lnTo>
                  <a:lnTo>
                    <a:pt x="1089192" y="1666617"/>
                  </a:lnTo>
                  <a:lnTo>
                    <a:pt x="1043553" y="1666567"/>
                  </a:lnTo>
                  <a:lnTo>
                    <a:pt x="1014712" y="1666539"/>
                  </a:lnTo>
                  <a:lnTo>
                    <a:pt x="1000027" y="1666525"/>
                  </a:lnTo>
                  <a:lnTo>
                    <a:pt x="995283" y="1666521"/>
                  </a:lnTo>
                  <a:lnTo>
                    <a:pt x="994940" y="1666521"/>
                  </a:lnTo>
                  <a:lnTo>
                    <a:pt x="0" y="1666521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78" name="pl1077"/>
            <p:cNvSpPr/>
            <p:nvPr/>
          </p:nvSpPr>
          <p:spPr>
            <a:xfrm>
              <a:off x="1199187" y="2709243"/>
              <a:ext cx="12049831" cy="1713687"/>
            </a:xfrm>
            <a:custGeom>
              <a:avLst/>
              <a:pathLst>
                <a:path w="12049831" h="1713687">
                  <a:moveTo>
                    <a:pt x="0" y="1666521"/>
                  </a:moveTo>
                  <a:lnTo>
                    <a:pt x="994940" y="1666521"/>
                  </a:lnTo>
                  <a:lnTo>
                    <a:pt x="996076" y="1666522"/>
                  </a:lnTo>
                  <a:lnTo>
                    <a:pt x="1003576" y="1666528"/>
                  </a:lnTo>
                  <a:lnTo>
                    <a:pt x="1022580" y="1666546"/>
                  </a:lnTo>
                  <a:lnTo>
                    <a:pt x="1056806" y="1666581"/>
                  </a:lnTo>
                  <a:lnTo>
                    <a:pt x="1108323" y="1666639"/>
                  </a:lnTo>
                  <a:lnTo>
                    <a:pt x="1177401" y="1666724"/>
                  </a:lnTo>
                  <a:lnTo>
                    <a:pt x="1262566" y="1666841"/>
                  </a:lnTo>
                  <a:lnTo>
                    <a:pt x="1360927" y="1666990"/>
                  </a:lnTo>
                  <a:lnTo>
                    <a:pt x="1468701" y="1667174"/>
                  </a:lnTo>
                  <a:lnTo>
                    <a:pt x="1581813" y="1667391"/>
                  </a:lnTo>
                  <a:lnTo>
                    <a:pt x="1696421" y="1667642"/>
                  </a:lnTo>
                  <a:lnTo>
                    <a:pt x="1809292" y="1667925"/>
                  </a:lnTo>
                  <a:lnTo>
                    <a:pt x="1917978" y="1668240"/>
                  </a:lnTo>
                  <a:lnTo>
                    <a:pt x="2020841" y="1668589"/>
                  </a:lnTo>
                  <a:lnTo>
                    <a:pt x="2116966" y="1668972"/>
                  </a:lnTo>
                  <a:lnTo>
                    <a:pt x="2206026" y="1669392"/>
                  </a:lnTo>
                  <a:lnTo>
                    <a:pt x="2288134" y="1669854"/>
                  </a:lnTo>
                  <a:lnTo>
                    <a:pt x="2363709" y="1670361"/>
                  </a:lnTo>
                  <a:lnTo>
                    <a:pt x="2433365" y="1670919"/>
                  </a:lnTo>
                  <a:lnTo>
                    <a:pt x="2497829" y="1671535"/>
                  </a:lnTo>
                  <a:lnTo>
                    <a:pt x="2557877" y="1672215"/>
                  </a:lnTo>
                  <a:lnTo>
                    <a:pt x="2614284" y="1672965"/>
                  </a:lnTo>
                  <a:lnTo>
                    <a:pt x="2667786" y="1673790"/>
                  </a:lnTo>
                  <a:lnTo>
                    <a:pt x="2702183" y="1674382"/>
                  </a:lnTo>
                  <a:lnTo>
                    <a:pt x="2763826" y="1675569"/>
                  </a:lnTo>
                  <a:lnTo>
                    <a:pt x="2823545" y="1676875"/>
                  </a:lnTo>
                  <a:lnTo>
                    <a:pt x="2882059" y="1678301"/>
                  </a:lnTo>
                  <a:lnTo>
                    <a:pt x="2939893" y="1679847"/>
                  </a:lnTo>
                  <a:lnTo>
                    <a:pt x="2997419" y="1681505"/>
                  </a:lnTo>
                  <a:lnTo>
                    <a:pt x="3054878" y="1683264"/>
                  </a:lnTo>
                  <a:lnTo>
                    <a:pt x="3112406" y="1685108"/>
                  </a:lnTo>
                  <a:lnTo>
                    <a:pt x="3170051" y="1687018"/>
                  </a:lnTo>
                  <a:lnTo>
                    <a:pt x="3227795" y="1688968"/>
                  </a:lnTo>
                  <a:lnTo>
                    <a:pt x="3285581" y="1690934"/>
                  </a:lnTo>
                  <a:lnTo>
                    <a:pt x="3343337" y="1692888"/>
                  </a:lnTo>
                  <a:lnTo>
                    <a:pt x="3400999" y="1694806"/>
                  </a:lnTo>
                  <a:lnTo>
                    <a:pt x="3458544" y="1696661"/>
                  </a:lnTo>
                  <a:lnTo>
                    <a:pt x="3516008" y="1698435"/>
                  </a:lnTo>
                  <a:lnTo>
                    <a:pt x="3573510" y="1700109"/>
                  </a:lnTo>
                  <a:lnTo>
                    <a:pt x="3631275" y="1701673"/>
                  </a:lnTo>
                  <a:lnTo>
                    <a:pt x="3689653" y="1703119"/>
                  </a:lnTo>
                  <a:lnTo>
                    <a:pt x="3749143" y="1704444"/>
                  </a:lnTo>
                  <a:lnTo>
                    <a:pt x="3810429" y="1705649"/>
                  </a:lnTo>
                  <a:lnTo>
                    <a:pt x="3820202" y="1705826"/>
                  </a:lnTo>
                  <a:lnTo>
                    <a:pt x="3872137" y="1706701"/>
                  </a:lnTo>
                  <a:lnTo>
                    <a:pt x="3926529" y="1707501"/>
                  </a:lnTo>
                  <a:lnTo>
                    <a:pt x="3984064" y="1708227"/>
                  </a:lnTo>
                  <a:lnTo>
                    <a:pt x="4045495" y="1708885"/>
                  </a:lnTo>
                  <a:lnTo>
                    <a:pt x="4111604" y="1709481"/>
                  </a:lnTo>
                  <a:lnTo>
                    <a:pt x="4183155" y="1710022"/>
                  </a:lnTo>
                  <a:lnTo>
                    <a:pt x="4260845" y="1710513"/>
                  </a:lnTo>
                  <a:lnTo>
                    <a:pt x="4345234" y="1710960"/>
                  </a:lnTo>
                  <a:lnTo>
                    <a:pt x="4436653" y="1711368"/>
                  </a:lnTo>
                  <a:lnTo>
                    <a:pt x="4535084" y="1711739"/>
                  </a:lnTo>
                  <a:lnTo>
                    <a:pt x="4640021" y="1712076"/>
                  </a:lnTo>
                  <a:lnTo>
                    <a:pt x="4750322" y="1712381"/>
                  </a:lnTo>
                  <a:lnTo>
                    <a:pt x="4864084" y="1712653"/>
                  </a:lnTo>
                  <a:lnTo>
                    <a:pt x="4978588" y="1712893"/>
                  </a:lnTo>
                  <a:lnTo>
                    <a:pt x="5090370" y="1713099"/>
                  </a:lnTo>
                  <a:lnTo>
                    <a:pt x="5195460" y="1713271"/>
                  </a:lnTo>
                  <a:lnTo>
                    <a:pt x="5289815" y="1713410"/>
                  </a:lnTo>
                  <a:lnTo>
                    <a:pt x="5369882" y="1713516"/>
                  </a:lnTo>
                  <a:lnTo>
                    <a:pt x="5433193" y="1713591"/>
                  </a:lnTo>
                  <a:lnTo>
                    <a:pt x="5478832" y="1713641"/>
                  </a:lnTo>
                  <a:lnTo>
                    <a:pt x="5507673" y="1713669"/>
                  </a:lnTo>
                  <a:lnTo>
                    <a:pt x="5522358" y="1713683"/>
                  </a:lnTo>
                  <a:lnTo>
                    <a:pt x="5527102" y="1713687"/>
                  </a:lnTo>
                  <a:lnTo>
                    <a:pt x="5527445" y="1713687"/>
                  </a:lnTo>
                  <a:lnTo>
                    <a:pt x="6522385" y="1713687"/>
                  </a:lnTo>
                  <a:lnTo>
                    <a:pt x="6523499" y="1713655"/>
                  </a:lnTo>
                  <a:lnTo>
                    <a:pt x="6530851" y="1713426"/>
                  </a:lnTo>
                  <a:lnTo>
                    <a:pt x="6549490" y="1712796"/>
                  </a:lnTo>
                  <a:lnTo>
                    <a:pt x="6583085" y="1711552"/>
                  </a:lnTo>
                  <a:lnTo>
                    <a:pt x="6633704" y="1709497"/>
                  </a:lnTo>
                  <a:lnTo>
                    <a:pt x="6701665" y="1706460"/>
                  </a:lnTo>
                  <a:lnTo>
                    <a:pt x="6785585" y="1702311"/>
                  </a:lnTo>
                  <a:lnTo>
                    <a:pt x="6882684" y="1696975"/>
                  </a:lnTo>
                  <a:lnTo>
                    <a:pt x="6989285" y="1690421"/>
                  </a:lnTo>
                  <a:lnTo>
                    <a:pt x="7101397" y="1682654"/>
                  </a:lnTo>
                  <a:lnTo>
                    <a:pt x="7215228" y="1673698"/>
                  </a:lnTo>
                  <a:lnTo>
                    <a:pt x="7327560" y="1663575"/>
                  </a:lnTo>
                  <a:lnTo>
                    <a:pt x="7435932" y="1652292"/>
                  </a:lnTo>
                  <a:lnTo>
                    <a:pt x="7538674" y="1639831"/>
                  </a:lnTo>
                  <a:lnTo>
                    <a:pt x="7634828" y="1626136"/>
                  </a:lnTo>
                  <a:lnTo>
                    <a:pt x="7724025" y="1611117"/>
                  </a:lnTo>
                  <a:lnTo>
                    <a:pt x="7806335" y="1594645"/>
                  </a:lnTo>
                  <a:lnTo>
                    <a:pt x="7882141" y="1576556"/>
                  </a:lnTo>
                  <a:lnTo>
                    <a:pt x="7952027" y="1556654"/>
                  </a:lnTo>
                  <a:lnTo>
                    <a:pt x="8016695" y="1534720"/>
                  </a:lnTo>
                  <a:lnTo>
                    <a:pt x="8076900" y="1510524"/>
                  </a:lnTo>
                  <a:lnTo>
                    <a:pt x="8133406" y="1483847"/>
                  </a:lnTo>
                  <a:lnTo>
                    <a:pt x="8186941" y="1454515"/>
                  </a:lnTo>
                  <a:lnTo>
                    <a:pt x="8229629" y="1428072"/>
                  </a:lnTo>
                  <a:lnTo>
                    <a:pt x="8281345" y="1392301"/>
                  </a:lnTo>
                  <a:lnTo>
                    <a:pt x="8331624" y="1353513"/>
                  </a:lnTo>
                  <a:lnTo>
                    <a:pt x="8380914" y="1311650"/>
                  </a:lnTo>
                  <a:lnTo>
                    <a:pt x="8429566" y="1266723"/>
                  </a:lnTo>
                  <a:lnTo>
                    <a:pt x="8477846" y="1218815"/>
                  </a:lnTo>
                  <a:lnTo>
                    <a:pt x="8525949" y="1168093"/>
                  </a:lnTo>
                  <a:lnTo>
                    <a:pt x="8574010" y="1114805"/>
                  </a:lnTo>
                  <a:lnTo>
                    <a:pt x="8622112" y="1059286"/>
                  </a:lnTo>
                  <a:lnTo>
                    <a:pt x="8670291" y="1001945"/>
                  </a:lnTo>
                  <a:lnTo>
                    <a:pt x="8718552" y="943259"/>
                  </a:lnTo>
                  <a:lnTo>
                    <a:pt x="8766870" y="883756"/>
                  </a:lnTo>
                  <a:lnTo>
                    <a:pt x="8815208" y="823997"/>
                  </a:lnTo>
                  <a:lnTo>
                    <a:pt x="8863523" y="764551"/>
                  </a:lnTo>
                  <a:lnTo>
                    <a:pt x="8911776" y="705976"/>
                  </a:lnTo>
                  <a:lnTo>
                    <a:pt x="8959947" y="648796"/>
                  </a:lnTo>
                  <a:lnTo>
                    <a:pt x="9008042" y="593481"/>
                  </a:lnTo>
                  <a:lnTo>
                    <a:pt x="9056103" y="540435"/>
                  </a:lnTo>
                  <a:lnTo>
                    <a:pt x="9104217" y="489982"/>
                  </a:lnTo>
                  <a:lnTo>
                    <a:pt x="9152524" y="442364"/>
                  </a:lnTo>
                  <a:lnTo>
                    <a:pt x="9201226" y="397739"/>
                  </a:lnTo>
                  <a:lnTo>
                    <a:pt x="9250598" y="356183"/>
                  </a:lnTo>
                  <a:lnTo>
                    <a:pt x="9300997" y="317698"/>
                  </a:lnTo>
                  <a:lnTo>
                    <a:pt x="9347647" y="285614"/>
                  </a:lnTo>
                  <a:lnTo>
                    <a:pt x="9399218" y="254014"/>
                  </a:lnTo>
                  <a:lnTo>
                    <a:pt x="9453208" y="225141"/>
                  </a:lnTo>
                  <a:lnTo>
                    <a:pt x="9510287" y="198898"/>
                  </a:lnTo>
                  <a:lnTo>
                    <a:pt x="9571194" y="175101"/>
                  </a:lnTo>
                  <a:lnTo>
                    <a:pt x="9636692" y="153527"/>
                  </a:lnTo>
                  <a:lnTo>
                    <a:pt x="9707533" y="133947"/>
                  </a:lnTo>
                  <a:lnTo>
                    <a:pt x="9784404" y="116144"/>
                  </a:lnTo>
                  <a:lnTo>
                    <a:pt x="9867860" y="99929"/>
                  </a:lnTo>
                  <a:lnTo>
                    <a:pt x="9958239" y="85142"/>
                  </a:lnTo>
                  <a:lnTo>
                    <a:pt x="10055549" y="71662"/>
                  </a:lnTo>
                  <a:lnTo>
                    <a:pt x="10159329" y="59402"/>
                  </a:lnTo>
                  <a:lnTo>
                    <a:pt x="10268510" y="48317"/>
                  </a:lnTo>
                  <a:lnTo>
                    <a:pt x="10381291" y="38390"/>
                  </a:lnTo>
                  <a:lnTo>
                    <a:pt x="10495077" y="29633"/>
                  </a:lnTo>
                  <a:lnTo>
                    <a:pt x="10606533" y="22070"/>
                  </a:lnTo>
                  <a:lnTo>
                    <a:pt x="10711805" y="15723"/>
                  </a:lnTo>
                  <a:lnTo>
                    <a:pt x="10806914" y="10591"/>
                  </a:lnTo>
                  <a:lnTo>
                    <a:pt x="10888295" y="6637"/>
                  </a:lnTo>
                  <a:lnTo>
                    <a:pt x="10953374" y="3776"/>
                  </a:lnTo>
                  <a:lnTo>
                    <a:pt x="11001040" y="1872"/>
                  </a:lnTo>
                  <a:lnTo>
                    <a:pt x="11031911" y="747"/>
                  </a:lnTo>
                  <a:lnTo>
                    <a:pt x="11048342" y="199"/>
                  </a:lnTo>
                  <a:lnTo>
                    <a:pt x="11054247" y="1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9" name="pl1078"/>
            <p:cNvSpPr/>
            <p:nvPr/>
          </p:nvSpPr>
          <p:spPr>
            <a:xfrm>
              <a:off x="1199187" y="2698762"/>
              <a:ext cx="12049831" cy="1713687"/>
            </a:xfrm>
            <a:custGeom>
              <a:avLst/>
              <a:pathLst>
                <a:path w="12049831" h="1713687">
                  <a:moveTo>
                    <a:pt x="12049831" y="0"/>
                  </a:moveTo>
                  <a:lnTo>
                    <a:pt x="11054891" y="0"/>
                  </a:lnTo>
                  <a:lnTo>
                    <a:pt x="11053777" y="32"/>
                  </a:lnTo>
                  <a:lnTo>
                    <a:pt x="11046426" y="260"/>
                  </a:lnTo>
                  <a:lnTo>
                    <a:pt x="11027786" y="891"/>
                  </a:lnTo>
                  <a:lnTo>
                    <a:pt x="10994191" y="2134"/>
                  </a:lnTo>
                  <a:lnTo>
                    <a:pt x="10943572" y="4189"/>
                  </a:lnTo>
                  <a:lnTo>
                    <a:pt x="10875612" y="7227"/>
                  </a:lnTo>
                  <a:lnTo>
                    <a:pt x="10791692" y="11375"/>
                  </a:lnTo>
                  <a:lnTo>
                    <a:pt x="10694593" y="16711"/>
                  </a:lnTo>
                  <a:lnTo>
                    <a:pt x="10587991" y="23265"/>
                  </a:lnTo>
                  <a:lnTo>
                    <a:pt x="10475880" y="31032"/>
                  </a:lnTo>
                  <a:lnTo>
                    <a:pt x="10362048" y="39989"/>
                  </a:lnTo>
                  <a:lnTo>
                    <a:pt x="10249716" y="50112"/>
                  </a:lnTo>
                  <a:lnTo>
                    <a:pt x="10141344" y="61394"/>
                  </a:lnTo>
                  <a:lnTo>
                    <a:pt x="10038603" y="73856"/>
                  </a:lnTo>
                  <a:lnTo>
                    <a:pt x="9942448" y="87551"/>
                  </a:lnTo>
                  <a:lnTo>
                    <a:pt x="9853252" y="102570"/>
                  </a:lnTo>
                  <a:lnTo>
                    <a:pt x="9770942" y="119041"/>
                  </a:lnTo>
                  <a:lnTo>
                    <a:pt x="9695136" y="137131"/>
                  </a:lnTo>
                  <a:lnTo>
                    <a:pt x="9625249" y="157032"/>
                  </a:lnTo>
                  <a:lnTo>
                    <a:pt x="9560582" y="178967"/>
                  </a:lnTo>
                  <a:lnTo>
                    <a:pt x="9500376" y="203163"/>
                  </a:lnTo>
                  <a:lnTo>
                    <a:pt x="9443871" y="229840"/>
                  </a:lnTo>
                  <a:lnTo>
                    <a:pt x="9390336" y="259171"/>
                  </a:lnTo>
                  <a:lnTo>
                    <a:pt x="9347647" y="285614"/>
                  </a:lnTo>
                  <a:lnTo>
                    <a:pt x="9295931" y="321386"/>
                  </a:lnTo>
                  <a:lnTo>
                    <a:pt x="9245653" y="360174"/>
                  </a:lnTo>
                  <a:lnTo>
                    <a:pt x="9196363" y="402036"/>
                  </a:lnTo>
                  <a:lnTo>
                    <a:pt x="9147711" y="446963"/>
                  </a:lnTo>
                  <a:lnTo>
                    <a:pt x="9099431" y="494871"/>
                  </a:lnTo>
                  <a:lnTo>
                    <a:pt x="9051328" y="545594"/>
                  </a:lnTo>
                  <a:lnTo>
                    <a:pt x="9003266" y="598881"/>
                  </a:lnTo>
                  <a:lnTo>
                    <a:pt x="8955165" y="654401"/>
                  </a:lnTo>
                  <a:lnTo>
                    <a:pt x="8906985" y="711742"/>
                  </a:lnTo>
                  <a:lnTo>
                    <a:pt x="8858725" y="770428"/>
                  </a:lnTo>
                  <a:lnTo>
                    <a:pt x="8810406" y="829930"/>
                  </a:lnTo>
                  <a:lnTo>
                    <a:pt x="8762068" y="889689"/>
                  </a:lnTo>
                  <a:lnTo>
                    <a:pt x="8713754" y="949135"/>
                  </a:lnTo>
                  <a:lnTo>
                    <a:pt x="8665501" y="1007710"/>
                  </a:lnTo>
                  <a:lnTo>
                    <a:pt x="8617330" y="1064891"/>
                  </a:lnTo>
                  <a:lnTo>
                    <a:pt x="8569234" y="1120206"/>
                  </a:lnTo>
                  <a:lnTo>
                    <a:pt x="8521173" y="1173252"/>
                  </a:lnTo>
                  <a:lnTo>
                    <a:pt x="8473059" y="1223705"/>
                  </a:lnTo>
                  <a:lnTo>
                    <a:pt x="8424752" y="1271322"/>
                  </a:lnTo>
                  <a:lnTo>
                    <a:pt x="8376050" y="1315947"/>
                  </a:lnTo>
                  <a:lnTo>
                    <a:pt x="8326679" y="1357503"/>
                  </a:lnTo>
                  <a:lnTo>
                    <a:pt x="8276280" y="1395988"/>
                  </a:lnTo>
                  <a:lnTo>
                    <a:pt x="8229629" y="1428072"/>
                  </a:lnTo>
                  <a:lnTo>
                    <a:pt x="8178058" y="1459672"/>
                  </a:lnTo>
                  <a:lnTo>
                    <a:pt x="8124069" y="1488545"/>
                  </a:lnTo>
                  <a:lnTo>
                    <a:pt x="8066990" y="1514788"/>
                  </a:lnTo>
                  <a:lnTo>
                    <a:pt x="8006083" y="1538585"/>
                  </a:lnTo>
                  <a:lnTo>
                    <a:pt x="7940584" y="1560159"/>
                  </a:lnTo>
                  <a:lnTo>
                    <a:pt x="7869743" y="1579740"/>
                  </a:lnTo>
                  <a:lnTo>
                    <a:pt x="7792873" y="1597542"/>
                  </a:lnTo>
                  <a:lnTo>
                    <a:pt x="7709417" y="1613757"/>
                  </a:lnTo>
                  <a:lnTo>
                    <a:pt x="7619037" y="1628544"/>
                  </a:lnTo>
                  <a:lnTo>
                    <a:pt x="7521727" y="1642025"/>
                  </a:lnTo>
                  <a:lnTo>
                    <a:pt x="7417948" y="1654284"/>
                  </a:lnTo>
                  <a:lnTo>
                    <a:pt x="7308766" y="1665370"/>
                  </a:lnTo>
                  <a:lnTo>
                    <a:pt x="7195986" y="1675296"/>
                  </a:lnTo>
                  <a:lnTo>
                    <a:pt x="7082200" y="1684053"/>
                  </a:lnTo>
                  <a:lnTo>
                    <a:pt x="6970744" y="1691616"/>
                  </a:lnTo>
                  <a:lnTo>
                    <a:pt x="6865471" y="1697964"/>
                  </a:lnTo>
                  <a:lnTo>
                    <a:pt x="6770362" y="1703095"/>
                  </a:lnTo>
                  <a:lnTo>
                    <a:pt x="6688981" y="1707049"/>
                  </a:lnTo>
                  <a:lnTo>
                    <a:pt x="6623903" y="1709910"/>
                  </a:lnTo>
                  <a:lnTo>
                    <a:pt x="6576237" y="1711815"/>
                  </a:lnTo>
                  <a:lnTo>
                    <a:pt x="6545365" y="1712940"/>
                  </a:lnTo>
                  <a:lnTo>
                    <a:pt x="6528935" y="1713488"/>
                  </a:lnTo>
                  <a:lnTo>
                    <a:pt x="6523029" y="1713669"/>
                  </a:lnTo>
                  <a:lnTo>
                    <a:pt x="6522385" y="1713687"/>
                  </a:lnTo>
                  <a:lnTo>
                    <a:pt x="5527445" y="1713687"/>
                  </a:lnTo>
                  <a:lnTo>
                    <a:pt x="5526309" y="1713686"/>
                  </a:lnTo>
                  <a:lnTo>
                    <a:pt x="5518809" y="1713680"/>
                  </a:lnTo>
                  <a:lnTo>
                    <a:pt x="5499805" y="1713662"/>
                  </a:lnTo>
                  <a:lnTo>
                    <a:pt x="5465579" y="1713627"/>
                  </a:lnTo>
                  <a:lnTo>
                    <a:pt x="5414062" y="1713569"/>
                  </a:lnTo>
                  <a:lnTo>
                    <a:pt x="5344984" y="1713484"/>
                  </a:lnTo>
                  <a:lnTo>
                    <a:pt x="5259819" y="1713367"/>
                  </a:lnTo>
                  <a:lnTo>
                    <a:pt x="5161458" y="1713218"/>
                  </a:lnTo>
                  <a:lnTo>
                    <a:pt x="5053684" y="1713034"/>
                  </a:lnTo>
                  <a:lnTo>
                    <a:pt x="4940572" y="1712817"/>
                  </a:lnTo>
                  <a:lnTo>
                    <a:pt x="4825964" y="1712566"/>
                  </a:lnTo>
                  <a:lnTo>
                    <a:pt x="4713093" y="1712283"/>
                  </a:lnTo>
                  <a:lnTo>
                    <a:pt x="4604407" y="1711968"/>
                  </a:lnTo>
                  <a:lnTo>
                    <a:pt x="4501544" y="1711619"/>
                  </a:lnTo>
                  <a:lnTo>
                    <a:pt x="4405419" y="1711236"/>
                  </a:lnTo>
                  <a:lnTo>
                    <a:pt x="4316359" y="1710816"/>
                  </a:lnTo>
                  <a:lnTo>
                    <a:pt x="4234251" y="1710354"/>
                  </a:lnTo>
                  <a:lnTo>
                    <a:pt x="4158676" y="1709847"/>
                  </a:lnTo>
                  <a:lnTo>
                    <a:pt x="4089020" y="1709289"/>
                  </a:lnTo>
                  <a:lnTo>
                    <a:pt x="4024556" y="1708673"/>
                  </a:lnTo>
                  <a:lnTo>
                    <a:pt x="3964508" y="1707993"/>
                  </a:lnTo>
                  <a:lnTo>
                    <a:pt x="3908101" y="1707243"/>
                  </a:lnTo>
                  <a:lnTo>
                    <a:pt x="3854599" y="1706418"/>
                  </a:lnTo>
                  <a:lnTo>
                    <a:pt x="3820202" y="1705826"/>
                  </a:lnTo>
                  <a:lnTo>
                    <a:pt x="3758559" y="1704639"/>
                  </a:lnTo>
                  <a:lnTo>
                    <a:pt x="3698840" y="1703333"/>
                  </a:lnTo>
                  <a:lnTo>
                    <a:pt x="3640326" y="1701907"/>
                  </a:lnTo>
                  <a:lnTo>
                    <a:pt x="3582492" y="1700361"/>
                  </a:lnTo>
                  <a:lnTo>
                    <a:pt x="3524966" y="1698703"/>
                  </a:lnTo>
                  <a:lnTo>
                    <a:pt x="3467507" y="1696944"/>
                  </a:lnTo>
                  <a:lnTo>
                    <a:pt x="3409979" y="1695100"/>
                  </a:lnTo>
                  <a:lnTo>
                    <a:pt x="3352334" y="1693190"/>
                  </a:lnTo>
                  <a:lnTo>
                    <a:pt x="3294590" y="1691240"/>
                  </a:lnTo>
                  <a:lnTo>
                    <a:pt x="3236804" y="1689274"/>
                  </a:lnTo>
                  <a:lnTo>
                    <a:pt x="3179048" y="1687320"/>
                  </a:lnTo>
                  <a:lnTo>
                    <a:pt x="3121386" y="1685402"/>
                  </a:lnTo>
                  <a:lnTo>
                    <a:pt x="3063841" y="1683547"/>
                  </a:lnTo>
                  <a:lnTo>
                    <a:pt x="3006377" y="1681773"/>
                  </a:lnTo>
                  <a:lnTo>
                    <a:pt x="2948875" y="1680098"/>
                  </a:lnTo>
                  <a:lnTo>
                    <a:pt x="2891110" y="1678535"/>
                  </a:lnTo>
                  <a:lnTo>
                    <a:pt x="2832732" y="1677089"/>
                  </a:lnTo>
                  <a:lnTo>
                    <a:pt x="2773242" y="1675764"/>
                  </a:lnTo>
                  <a:lnTo>
                    <a:pt x="2711956" y="1674559"/>
                  </a:lnTo>
                  <a:lnTo>
                    <a:pt x="2702183" y="1674382"/>
                  </a:lnTo>
                  <a:lnTo>
                    <a:pt x="2650248" y="1673507"/>
                  </a:lnTo>
                  <a:lnTo>
                    <a:pt x="2595856" y="1672707"/>
                  </a:lnTo>
                  <a:lnTo>
                    <a:pt x="2538321" y="1671981"/>
                  </a:lnTo>
                  <a:lnTo>
                    <a:pt x="2476890" y="1671323"/>
                  </a:lnTo>
                  <a:lnTo>
                    <a:pt x="2410781" y="1670727"/>
                  </a:lnTo>
                  <a:lnTo>
                    <a:pt x="2339230" y="1670186"/>
                  </a:lnTo>
                  <a:lnTo>
                    <a:pt x="2261540" y="1669695"/>
                  </a:lnTo>
                  <a:lnTo>
                    <a:pt x="2177151" y="1669248"/>
                  </a:lnTo>
                  <a:lnTo>
                    <a:pt x="2085732" y="1668840"/>
                  </a:lnTo>
                  <a:lnTo>
                    <a:pt x="1987301" y="1668469"/>
                  </a:lnTo>
                  <a:lnTo>
                    <a:pt x="1882364" y="1668132"/>
                  </a:lnTo>
                  <a:lnTo>
                    <a:pt x="1772063" y="1667827"/>
                  </a:lnTo>
                  <a:lnTo>
                    <a:pt x="1658301" y="1667555"/>
                  </a:lnTo>
                  <a:lnTo>
                    <a:pt x="1543797" y="1667315"/>
                  </a:lnTo>
                  <a:lnTo>
                    <a:pt x="1432015" y="1667109"/>
                  </a:lnTo>
                  <a:lnTo>
                    <a:pt x="1326925" y="1666937"/>
                  </a:lnTo>
                  <a:lnTo>
                    <a:pt x="1232570" y="1666798"/>
                  </a:lnTo>
                  <a:lnTo>
                    <a:pt x="1152503" y="1666692"/>
                  </a:lnTo>
                  <a:lnTo>
                    <a:pt x="1089192" y="1666617"/>
                  </a:lnTo>
                  <a:lnTo>
                    <a:pt x="1043553" y="1666567"/>
                  </a:lnTo>
                  <a:lnTo>
                    <a:pt x="1014712" y="1666539"/>
                  </a:lnTo>
                  <a:lnTo>
                    <a:pt x="1000027" y="1666525"/>
                  </a:lnTo>
                  <a:lnTo>
                    <a:pt x="995283" y="1666521"/>
                  </a:lnTo>
                  <a:lnTo>
                    <a:pt x="994940" y="1666521"/>
                  </a:lnTo>
                  <a:lnTo>
                    <a:pt x="0" y="1666521"/>
                  </a:lnTo>
                  <a:lnTo>
                    <a:pt x="0" y="16665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0" name="pg1079"/>
            <p:cNvSpPr/>
            <p:nvPr/>
          </p:nvSpPr>
          <p:spPr>
            <a:xfrm>
              <a:off x="1199187" y="2908387"/>
              <a:ext cx="12049831" cy="1535505"/>
            </a:xfrm>
            <a:custGeom>
              <a:avLst/>
              <a:pathLst>
                <a:path w="12049831" h="1535505">
                  <a:moveTo>
                    <a:pt x="0" y="1472618"/>
                  </a:moveTo>
                  <a:lnTo>
                    <a:pt x="994940" y="1472618"/>
                  </a:lnTo>
                  <a:lnTo>
                    <a:pt x="996076" y="1472619"/>
                  </a:lnTo>
                  <a:lnTo>
                    <a:pt x="1003575" y="1472627"/>
                  </a:lnTo>
                  <a:lnTo>
                    <a:pt x="1022580" y="1472651"/>
                  </a:lnTo>
                  <a:lnTo>
                    <a:pt x="1056805" y="1472698"/>
                  </a:lnTo>
                  <a:lnTo>
                    <a:pt x="1108322" y="1472775"/>
                  </a:lnTo>
                  <a:lnTo>
                    <a:pt x="1177399" y="1472888"/>
                  </a:lnTo>
                  <a:lnTo>
                    <a:pt x="1262563" y="1473044"/>
                  </a:lnTo>
                  <a:lnTo>
                    <a:pt x="1360923" y="1473243"/>
                  </a:lnTo>
                  <a:lnTo>
                    <a:pt x="1468697" y="1473488"/>
                  </a:lnTo>
                  <a:lnTo>
                    <a:pt x="1581808" y="1473778"/>
                  </a:lnTo>
                  <a:lnTo>
                    <a:pt x="1696416" y="1474112"/>
                  </a:lnTo>
                  <a:lnTo>
                    <a:pt x="1809286" y="1474489"/>
                  </a:lnTo>
                  <a:lnTo>
                    <a:pt x="1917972" y="1474910"/>
                  </a:lnTo>
                  <a:lnTo>
                    <a:pt x="2020835" y="1475375"/>
                  </a:lnTo>
                  <a:lnTo>
                    <a:pt x="2116960" y="1475885"/>
                  </a:lnTo>
                  <a:lnTo>
                    <a:pt x="2206020" y="1476446"/>
                  </a:lnTo>
                  <a:lnTo>
                    <a:pt x="2288128" y="1477061"/>
                  </a:lnTo>
                  <a:lnTo>
                    <a:pt x="2363703" y="1477737"/>
                  </a:lnTo>
                  <a:lnTo>
                    <a:pt x="2433360" y="1478482"/>
                  </a:lnTo>
                  <a:lnTo>
                    <a:pt x="2497824" y="1479303"/>
                  </a:lnTo>
                  <a:lnTo>
                    <a:pt x="2557872" y="1480210"/>
                  </a:lnTo>
                  <a:lnTo>
                    <a:pt x="2614279" y="1481210"/>
                  </a:lnTo>
                  <a:lnTo>
                    <a:pt x="2667781" y="1482309"/>
                  </a:lnTo>
                  <a:lnTo>
                    <a:pt x="2702183" y="1483099"/>
                  </a:lnTo>
                  <a:lnTo>
                    <a:pt x="2763816" y="1484681"/>
                  </a:lnTo>
                  <a:lnTo>
                    <a:pt x="2823527" y="1486422"/>
                  </a:lnTo>
                  <a:lnTo>
                    <a:pt x="2882032" y="1488324"/>
                  </a:lnTo>
                  <a:lnTo>
                    <a:pt x="2939858" y="1490384"/>
                  </a:lnTo>
                  <a:lnTo>
                    <a:pt x="2997374" y="1492595"/>
                  </a:lnTo>
                  <a:lnTo>
                    <a:pt x="3054825" y="1494940"/>
                  </a:lnTo>
                  <a:lnTo>
                    <a:pt x="3112344" y="1497398"/>
                  </a:lnTo>
                  <a:lnTo>
                    <a:pt x="3169980" y="1499943"/>
                  </a:lnTo>
                  <a:lnTo>
                    <a:pt x="3227715" y="1502543"/>
                  </a:lnTo>
                  <a:lnTo>
                    <a:pt x="3285493" y="1505164"/>
                  </a:lnTo>
                  <a:lnTo>
                    <a:pt x="3343239" y="1507770"/>
                  </a:lnTo>
                  <a:lnTo>
                    <a:pt x="3400893" y="1510326"/>
                  </a:lnTo>
                  <a:lnTo>
                    <a:pt x="3458430" y="1512800"/>
                  </a:lnTo>
                  <a:lnTo>
                    <a:pt x="3515885" y="1515164"/>
                  </a:lnTo>
                  <a:lnTo>
                    <a:pt x="3573378" y="1517397"/>
                  </a:lnTo>
                  <a:lnTo>
                    <a:pt x="3631133" y="1519482"/>
                  </a:lnTo>
                  <a:lnTo>
                    <a:pt x="3689499" y="1521410"/>
                  </a:lnTo>
                  <a:lnTo>
                    <a:pt x="3748976" y="1523176"/>
                  </a:lnTo>
                  <a:lnTo>
                    <a:pt x="3810247" y="1524783"/>
                  </a:lnTo>
                  <a:lnTo>
                    <a:pt x="3820202" y="1525024"/>
                  </a:lnTo>
                  <a:lnTo>
                    <a:pt x="3872137" y="1526191"/>
                  </a:lnTo>
                  <a:lnTo>
                    <a:pt x="3926529" y="1527257"/>
                  </a:lnTo>
                  <a:lnTo>
                    <a:pt x="3984063" y="1528225"/>
                  </a:lnTo>
                  <a:lnTo>
                    <a:pt x="4045494" y="1529103"/>
                  </a:lnTo>
                  <a:lnTo>
                    <a:pt x="4111603" y="1529897"/>
                  </a:lnTo>
                  <a:lnTo>
                    <a:pt x="4183153" y="1530618"/>
                  </a:lnTo>
                  <a:lnTo>
                    <a:pt x="4260842" y="1531273"/>
                  </a:lnTo>
                  <a:lnTo>
                    <a:pt x="4345231" y="1531869"/>
                  </a:lnTo>
                  <a:lnTo>
                    <a:pt x="4436650" y="1532413"/>
                  </a:lnTo>
                  <a:lnTo>
                    <a:pt x="4535080" y="1532908"/>
                  </a:lnTo>
                  <a:lnTo>
                    <a:pt x="4640017" y="1533358"/>
                  </a:lnTo>
                  <a:lnTo>
                    <a:pt x="4750317" y="1533764"/>
                  </a:lnTo>
                  <a:lnTo>
                    <a:pt x="4864078" y="1534127"/>
                  </a:lnTo>
                  <a:lnTo>
                    <a:pt x="4978582" y="1534447"/>
                  </a:lnTo>
                  <a:lnTo>
                    <a:pt x="5090363" y="1534722"/>
                  </a:lnTo>
                  <a:lnTo>
                    <a:pt x="5195453" y="1534951"/>
                  </a:lnTo>
                  <a:lnTo>
                    <a:pt x="5289808" y="1535136"/>
                  </a:lnTo>
                  <a:lnTo>
                    <a:pt x="5369877" y="1535277"/>
                  </a:lnTo>
                  <a:lnTo>
                    <a:pt x="5433189" y="1535378"/>
                  </a:lnTo>
                  <a:lnTo>
                    <a:pt x="5478829" y="1535444"/>
                  </a:lnTo>
                  <a:lnTo>
                    <a:pt x="5507671" y="1535482"/>
                  </a:lnTo>
                  <a:lnTo>
                    <a:pt x="5522358" y="1535500"/>
                  </a:lnTo>
                  <a:lnTo>
                    <a:pt x="5527102" y="1535505"/>
                  </a:lnTo>
                  <a:lnTo>
                    <a:pt x="5527445" y="1535505"/>
                  </a:lnTo>
                  <a:lnTo>
                    <a:pt x="6522385" y="1535505"/>
                  </a:lnTo>
                  <a:lnTo>
                    <a:pt x="6523504" y="1535477"/>
                  </a:lnTo>
                  <a:lnTo>
                    <a:pt x="6530885" y="1535272"/>
                  </a:lnTo>
                  <a:lnTo>
                    <a:pt x="6549597" y="1534706"/>
                  </a:lnTo>
                  <a:lnTo>
                    <a:pt x="6583318" y="1533591"/>
                  </a:lnTo>
                  <a:lnTo>
                    <a:pt x="6634115" y="1531749"/>
                  </a:lnTo>
                  <a:lnTo>
                    <a:pt x="6702299" y="1529025"/>
                  </a:lnTo>
                  <a:lnTo>
                    <a:pt x="6786468" y="1525306"/>
                  </a:lnTo>
                  <a:lnTo>
                    <a:pt x="6883819" y="1520523"/>
                  </a:lnTo>
                  <a:lnTo>
                    <a:pt x="6990656" y="1514650"/>
                  </a:lnTo>
                  <a:lnTo>
                    <a:pt x="7102968" y="1507691"/>
                  </a:lnTo>
                  <a:lnTo>
                    <a:pt x="7216956" y="1499666"/>
                  </a:lnTo>
                  <a:lnTo>
                    <a:pt x="7329398" y="1490598"/>
                  </a:lnTo>
                  <a:lnTo>
                    <a:pt x="7437834" y="1480491"/>
                  </a:lnTo>
                  <a:lnTo>
                    <a:pt x="7540601" y="1469328"/>
                  </a:lnTo>
                  <a:lnTo>
                    <a:pt x="7636751" y="1457059"/>
                  </a:lnTo>
                  <a:lnTo>
                    <a:pt x="7725921" y="1443603"/>
                  </a:lnTo>
                  <a:lnTo>
                    <a:pt x="7808191" y="1428842"/>
                  </a:lnTo>
                  <a:lnTo>
                    <a:pt x="7883951" y="1412630"/>
                  </a:lnTo>
                  <a:lnTo>
                    <a:pt x="7953791" y="1394789"/>
                  </a:lnTo>
                  <a:lnTo>
                    <a:pt x="8018418" y="1375124"/>
                  </a:lnTo>
                  <a:lnTo>
                    <a:pt x="8078591" y="1353427"/>
                  </a:lnTo>
                  <a:lnTo>
                    <a:pt x="8135076" y="1329504"/>
                  </a:lnTo>
                  <a:lnTo>
                    <a:pt x="8188604" y="1303200"/>
                  </a:lnTo>
                  <a:lnTo>
                    <a:pt x="8229629" y="1280461"/>
                  </a:lnTo>
                  <a:lnTo>
                    <a:pt x="8282754" y="1247596"/>
                  </a:lnTo>
                  <a:lnTo>
                    <a:pt x="8334375" y="1211884"/>
                  </a:lnTo>
                  <a:lnTo>
                    <a:pt x="8384975" y="1173271"/>
                  </a:lnTo>
                  <a:lnTo>
                    <a:pt x="8434927" y="1131772"/>
                  </a:lnTo>
                  <a:lnTo>
                    <a:pt x="8484512" y="1087476"/>
                  </a:lnTo>
                  <a:lnTo>
                    <a:pt x="8533934" y="1040554"/>
                  </a:lnTo>
                  <a:lnTo>
                    <a:pt x="8583329" y="991260"/>
                  </a:lnTo>
                  <a:lnTo>
                    <a:pt x="8632777" y="939931"/>
                  </a:lnTo>
                  <a:lnTo>
                    <a:pt x="8682311" y="886979"/>
                  </a:lnTo>
                  <a:lnTo>
                    <a:pt x="8731927" y="832879"/>
                  </a:lnTo>
                  <a:lnTo>
                    <a:pt x="8781593" y="778153"/>
                  </a:lnTo>
                  <a:lnTo>
                    <a:pt x="8831267" y="723348"/>
                  </a:lnTo>
                  <a:lnTo>
                    <a:pt x="8880901" y="669016"/>
                  </a:lnTo>
                  <a:lnTo>
                    <a:pt x="8930460" y="615688"/>
                  </a:lnTo>
                  <a:lnTo>
                    <a:pt x="8979931" y="563853"/>
                  </a:lnTo>
                  <a:lnTo>
                    <a:pt x="9029335" y="513944"/>
                  </a:lnTo>
                  <a:lnTo>
                    <a:pt x="9078738" y="466320"/>
                  </a:lnTo>
                  <a:lnTo>
                    <a:pt x="9128259" y="421258"/>
                  </a:lnTo>
                  <a:lnTo>
                    <a:pt x="9178082" y="378953"/>
                  </a:lnTo>
                  <a:lnTo>
                    <a:pt x="9228464" y="339518"/>
                  </a:lnTo>
                  <a:lnTo>
                    <a:pt x="9279752" y="302986"/>
                  </a:lnTo>
                  <a:lnTo>
                    <a:pt x="9332394" y="269322"/>
                  </a:lnTo>
                  <a:lnTo>
                    <a:pt x="9347647" y="260284"/>
                  </a:lnTo>
                  <a:lnTo>
                    <a:pt x="9399291" y="232029"/>
                  </a:lnTo>
                  <a:lnTo>
                    <a:pt x="9453361" y="206216"/>
                  </a:lnTo>
                  <a:lnTo>
                    <a:pt x="9510531" y="182757"/>
                  </a:lnTo>
                  <a:lnTo>
                    <a:pt x="9571543" y="161488"/>
                  </a:lnTo>
                  <a:lnTo>
                    <a:pt x="9637163" y="142208"/>
                  </a:lnTo>
                  <a:lnTo>
                    <a:pt x="9708146" y="124712"/>
                  </a:lnTo>
                  <a:lnTo>
                    <a:pt x="9785180" y="108807"/>
                  </a:lnTo>
                  <a:lnTo>
                    <a:pt x="9868822" y="94321"/>
                  </a:lnTo>
                  <a:lnTo>
                    <a:pt x="9959409" y="81113"/>
                  </a:lnTo>
                  <a:lnTo>
                    <a:pt x="10056943" y="69073"/>
                  </a:lnTo>
                  <a:lnTo>
                    <a:pt x="10160954" y="58126"/>
                  </a:lnTo>
                  <a:lnTo>
                    <a:pt x="10270360" y="48230"/>
                  </a:lnTo>
                  <a:lnTo>
                    <a:pt x="10383338" y="39372"/>
                  </a:lnTo>
                  <a:lnTo>
                    <a:pt x="10497270" y="31561"/>
                  </a:lnTo>
                  <a:lnTo>
                    <a:pt x="10608795" y="24820"/>
                  </a:lnTo>
                  <a:lnTo>
                    <a:pt x="10714035" y="19167"/>
                  </a:lnTo>
                  <a:lnTo>
                    <a:pt x="10808999" y="14603"/>
                  </a:lnTo>
                  <a:lnTo>
                    <a:pt x="10890122" y="11092"/>
                  </a:lnTo>
                  <a:lnTo>
                    <a:pt x="10954851" y="8558"/>
                  </a:lnTo>
                  <a:lnTo>
                    <a:pt x="11002113" y="6875"/>
                  </a:lnTo>
                  <a:lnTo>
                    <a:pt x="11032577" y="5887"/>
                  </a:lnTo>
                  <a:lnTo>
                    <a:pt x="11048654" y="5409"/>
                  </a:lnTo>
                  <a:lnTo>
                    <a:pt x="11054317" y="525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3" y="28"/>
                  </a:lnTo>
                  <a:lnTo>
                    <a:pt x="11046392" y="233"/>
                  </a:lnTo>
                  <a:lnTo>
                    <a:pt x="11027680" y="799"/>
                  </a:lnTo>
                  <a:lnTo>
                    <a:pt x="10993959" y="1913"/>
                  </a:lnTo>
                  <a:lnTo>
                    <a:pt x="10943161" y="3756"/>
                  </a:lnTo>
                  <a:lnTo>
                    <a:pt x="10874978" y="6480"/>
                  </a:lnTo>
                  <a:lnTo>
                    <a:pt x="10790809" y="10199"/>
                  </a:lnTo>
                  <a:lnTo>
                    <a:pt x="10693457" y="14981"/>
                  </a:lnTo>
                  <a:lnTo>
                    <a:pt x="10586621" y="20855"/>
                  </a:lnTo>
                  <a:lnTo>
                    <a:pt x="10474308" y="27814"/>
                  </a:lnTo>
                  <a:lnTo>
                    <a:pt x="10360320" y="35838"/>
                  </a:lnTo>
                  <a:lnTo>
                    <a:pt x="10247879" y="44907"/>
                  </a:lnTo>
                  <a:lnTo>
                    <a:pt x="10139442" y="55014"/>
                  </a:lnTo>
                  <a:lnTo>
                    <a:pt x="10036675" y="66177"/>
                  </a:lnTo>
                  <a:lnTo>
                    <a:pt x="9940526" y="78446"/>
                  </a:lnTo>
                  <a:lnTo>
                    <a:pt x="9851356" y="91902"/>
                  </a:lnTo>
                  <a:lnTo>
                    <a:pt x="9769086" y="106663"/>
                  </a:lnTo>
                  <a:lnTo>
                    <a:pt x="9693326" y="122875"/>
                  </a:lnTo>
                  <a:lnTo>
                    <a:pt x="9623486" y="140716"/>
                  </a:lnTo>
                  <a:lnTo>
                    <a:pt x="9558859" y="160381"/>
                  </a:lnTo>
                  <a:lnTo>
                    <a:pt x="9498686" y="182077"/>
                  </a:lnTo>
                  <a:lnTo>
                    <a:pt x="9442201" y="206001"/>
                  </a:lnTo>
                  <a:lnTo>
                    <a:pt x="9388673" y="232305"/>
                  </a:lnTo>
                  <a:lnTo>
                    <a:pt x="9347647" y="255044"/>
                  </a:lnTo>
                  <a:lnTo>
                    <a:pt x="9294522" y="287909"/>
                  </a:lnTo>
                  <a:lnTo>
                    <a:pt x="9242901" y="323621"/>
                  </a:lnTo>
                  <a:lnTo>
                    <a:pt x="9192301" y="362234"/>
                  </a:lnTo>
                  <a:lnTo>
                    <a:pt x="9142349" y="403732"/>
                  </a:lnTo>
                  <a:lnTo>
                    <a:pt x="9092764" y="448028"/>
                  </a:lnTo>
                  <a:lnTo>
                    <a:pt x="9043343" y="494951"/>
                  </a:lnTo>
                  <a:lnTo>
                    <a:pt x="8993948" y="544245"/>
                  </a:lnTo>
                  <a:lnTo>
                    <a:pt x="8944499" y="595574"/>
                  </a:lnTo>
                  <a:lnTo>
                    <a:pt x="8894965" y="648526"/>
                  </a:lnTo>
                  <a:lnTo>
                    <a:pt x="8845350" y="702626"/>
                  </a:lnTo>
                  <a:lnTo>
                    <a:pt x="8795683" y="757352"/>
                  </a:lnTo>
                  <a:lnTo>
                    <a:pt x="8746010" y="812157"/>
                  </a:lnTo>
                  <a:lnTo>
                    <a:pt x="8696376" y="866489"/>
                  </a:lnTo>
                  <a:lnTo>
                    <a:pt x="8646817" y="919817"/>
                  </a:lnTo>
                  <a:lnTo>
                    <a:pt x="8597346" y="971651"/>
                  </a:lnTo>
                  <a:lnTo>
                    <a:pt x="8547942" y="1021560"/>
                  </a:lnTo>
                  <a:lnTo>
                    <a:pt x="8498539" y="1069185"/>
                  </a:lnTo>
                  <a:lnTo>
                    <a:pt x="8449018" y="1114247"/>
                  </a:lnTo>
                  <a:lnTo>
                    <a:pt x="8399195" y="1156551"/>
                  </a:lnTo>
                  <a:lnTo>
                    <a:pt x="8348812" y="1195987"/>
                  </a:lnTo>
                  <a:lnTo>
                    <a:pt x="8297525" y="1232519"/>
                  </a:lnTo>
                  <a:lnTo>
                    <a:pt x="8244883" y="1266183"/>
                  </a:lnTo>
                  <a:lnTo>
                    <a:pt x="8229629" y="1275220"/>
                  </a:lnTo>
                  <a:lnTo>
                    <a:pt x="8177985" y="1303475"/>
                  </a:lnTo>
                  <a:lnTo>
                    <a:pt x="8123916" y="1329289"/>
                  </a:lnTo>
                  <a:lnTo>
                    <a:pt x="8066745" y="1352748"/>
                  </a:lnTo>
                  <a:lnTo>
                    <a:pt x="8005734" y="1374017"/>
                  </a:lnTo>
                  <a:lnTo>
                    <a:pt x="7940113" y="1393297"/>
                  </a:lnTo>
                  <a:lnTo>
                    <a:pt x="7869130" y="1410793"/>
                  </a:lnTo>
                  <a:lnTo>
                    <a:pt x="7792097" y="1426698"/>
                  </a:lnTo>
                  <a:lnTo>
                    <a:pt x="7708454" y="1441184"/>
                  </a:lnTo>
                  <a:lnTo>
                    <a:pt x="7617867" y="1454392"/>
                  </a:lnTo>
                  <a:lnTo>
                    <a:pt x="7520334" y="1466432"/>
                  </a:lnTo>
                  <a:lnTo>
                    <a:pt x="7416322" y="1477378"/>
                  </a:lnTo>
                  <a:lnTo>
                    <a:pt x="7306917" y="1487275"/>
                  </a:lnTo>
                  <a:lnTo>
                    <a:pt x="7193938" y="1496133"/>
                  </a:lnTo>
                  <a:lnTo>
                    <a:pt x="7080007" y="1503944"/>
                  </a:lnTo>
                  <a:lnTo>
                    <a:pt x="6968482" y="1510685"/>
                  </a:lnTo>
                  <a:lnTo>
                    <a:pt x="6863241" y="1516338"/>
                  </a:lnTo>
                  <a:lnTo>
                    <a:pt x="6768278" y="1520902"/>
                  </a:lnTo>
                  <a:lnTo>
                    <a:pt x="6687154" y="1524412"/>
                  </a:lnTo>
                  <a:lnTo>
                    <a:pt x="6622425" y="1526947"/>
                  </a:lnTo>
                  <a:lnTo>
                    <a:pt x="6575163" y="1528629"/>
                  </a:lnTo>
                  <a:lnTo>
                    <a:pt x="6544700" y="1529618"/>
                  </a:lnTo>
                  <a:lnTo>
                    <a:pt x="6528623" y="1530096"/>
                  </a:lnTo>
                  <a:lnTo>
                    <a:pt x="6522959" y="1530250"/>
                  </a:lnTo>
                  <a:lnTo>
                    <a:pt x="6522385" y="1530265"/>
                  </a:lnTo>
                  <a:lnTo>
                    <a:pt x="5527445" y="1530265"/>
                  </a:lnTo>
                  <a:lnTo>
                    <a:pt x="5526309" y="1530263"/>
                  </a:lnTo>
                  <a:lnTo>
                    <a:pt x="5518810" y="1530255"/>
                  </a:lnTo>
                  <a:lnTo>
                    <a:pt x="5499805" y="1530231"/>
                  </a:lnTo>
                  <a:lnTo>
                    <a:pt x="5465580" y="1530185"/>
                  </a:lnTo>
                  <a:lnTo>
                    <a:pt x="5414063" y="1530108"/>
                  </a:lnTo>
                  <a:lnTo>
                    <a:pt x="5344986" y="1529994"/>
                  </a:lnTo>
                  <a:lnTo>
                    <a:pt x="5259822" y="1529839"/>
                  </a:lnTo>
                  <a:lnTo>
                    <a:pt x="5161462" y="1529639"/>
                  </a:lnTo>
                  <a:lnTo>
                    <a:pt x="5053688" y="1529394"/>
                  </a:lnTo>
                  <a:lnTo>
                    <a:pt x="4940577" y="1529105"/>
                  </a:lnTo>
                  <a:lnTo>
                    <a:pt x="4825969" y="1528770"/>
                  </a:lnTo>
                  <a:lnTo>
                    <a:pt x="4713099" y="1528393"/>
                  </a:lnTo>
                  <a:lnTo>
                    <a:pt x="4604413" y="1527972"/>
                  </a:lnTo>
                  <a:lnTo>
                    <a:pt x="4501550" y="1527508"/>
                  </a:lnTo>
                  <a:lnTo>
                    <a:pt x="4405425" y="1526997"/>
                  </a:lnTo>
                  <a:lnTo>
                    <a:pt x="4316365" y="1526436"/>
                  </a:lnTo>
                  <a:lnTo>
                    <a:pt x="4234257" y="1525821"/>
                  </a:lnTo>
                  <a:lnTo>
                    <a:pt x="4158682" y="1525145"/>
                  </a:lnTo>
                  <a:lnTo>
                    <a:pt x="4089025" y="1524401"/>
                  </a:lnTo>
                  <a:lnTo>
                    <a:pt x="4024561" y="1523579"/>
                  </a:lnTo>
                  <a:lnTo>
                    <a:pt x="3964513" y="1522673"/>
                  </a:lnTo>
                  <a:lnTo>
                    <a:pt x="3908106" y="1521673"/>
                  </a:lnTo>
                  <a:lnTo>
                    <a:pt x="3854604" y="1520573"/>
                  </a:lnTo>
                  <a:lnTo>
                    <a:pt x="3820202" y="1519783"/>
                  </a:lnTo>
                  <a:lnTo>
                    <a:pt x="3758569" y="1518201"/>
                  </a:lnTo>
                  <a:lnTo>
                    <a:pt x="3698858" y="1516461"/>
                  </a:lnTo>
                  <a:lnTo>
                    <a:pt x="3640353" y="1514559"/>
                  </a:lnTo>
                  <a:lnTo>
                    <a:pt x="3582527" y="1512498"/>
                  </a:lnTo>
                  <a:lnTo>
                    <a:pt x="3525011" y="1510288"/>
                  </a:lnTo>
                  <a:lnTo>
                    <a:pt x="3467560" y="1507943"/>
                  </a:lnTo>
                  <a:lnTo>
                    <a:pt x="3410041" y="1505484"/>
                  </a:lnTo>
                  <a:lnTo>
                    <a:pt x="3352405" y="1502939"/>
                  </a:lnTo>
                  <a:lnTo>
                    <a:pt x="3294670" y="1500339"/>
                  </a:lnTo>
                  <a:lnTo>
                    <a:pt x="3236892" y="1497718"/>
                  </a:lnTo>
                  <a:lnTo>
                    <a:pt x="3179146" y="1495113"/>
                  </a:lnTo>
                  <a:lnTo>
                    <a:pt x="3121492" y="1492557"/>
                  </a:lnTo>
                  <a:lnTo>
                    <a:pt x="3063955" y="1490083"/>
                  </a:lnTo>
                  <a:lnTo>
                    <a:pt x="3006500" y="1487718"/>
                  </a:lnTo>
                  <a:lnTo>
                    <a:pt x="2949007" y="1485485"/>
                  </a:lnTo>
                  <a:lnTo>
                    <a:pt x="2891252" y="1483400"/>
                  </a:lnTo>
                  <a:lnTo>
                    <a:pt x="2832886" y="1481472"/>
                  </a:lnTo>
                  <a:lnTo>
                    <a:pt x="2773409" y="1479706"/>
                  </a:lnTo>
                  <a:lnTo>
                    <a:pt x="2712138" y="1478099"/>
                  </a:lnTo>
                  <a:lnTo>
                    <a:pt x="2702183" y="1477858"/>
                  </a:lnTo>
                  <a:lnTo>
                    <a:pt x="2650248" y="1476691"/>
                  </a:lnTo>
                  <a:lnTo>
                    <a:pt x="2595856" y="1475625"/>
                  </a:lnTo>
                  <a:lnTo>
                    <a:pt x="2538322" y="1474657"/>
                  </a:lnTo>
                  <a:lnTo>
                    <a:pt x="2476891" y="1473780"/>
                  </a:lnTo>
                  <a:lnTo>
                    <a:pt x="2410782" y="1472985"/>
                  </a:lnTo>
                  <a:lnTo>
                    <a:pt x="2339232" y="1472264"/>
                  </a:lnTo>
                  <a:lnTo>
                    <a:pt x="2261543" y="1471609"/>
                  </a:lnTo>
                  <a:lnTo>
                    <a:pt x="2177154" y="1471013"/>
                  </a:lnTo>
                  <a:lnTo>
                    <a:pt x="2085735" y="1470469"/>
                  </a:lnTo>
                  <a:lnTo>
                    <a:pt x="1987305" y="1469974"/>
                  </a:lnTo>
                  <a:lnTo>
                    <a:pt x="1882368" y="1469525"/>
                  </a:lnTo>
                  <a:lnTo>
                    <a:pt x="1772068" y="1469118"/>
                  </a:lnTo>
                  <a:lnTo>
                    <a:pt x="1658307" y="1468755"/>
                  </a:lnTo>
                  <a:lnTo>
                    <a:pt x="1543803" y="1468436"/>
                  </a:lnTo>
                  <a:lnTo>
                    <a:pt x="1432022" y="1468161"/>
                  </a:lnTo>
                  <a:lnTo>
                    <a:pt x="1326932" y="1467931"/>
                  </a:lnTo>
                  <a:lnTo>
                    <a:pt x="1232577" y="1467746"/>
                  </a:lnTo>
                  <a:lnTo>
                    <a:pt x="1152508" y="1467605"/>
                  </a:lnTo>
                  <a:lnTo>
                    <a:pt x="1089196" y="1467505"/>
                  </a:lnTo>
                  <a:lnTo>
                    <a:pt x="1043556" y="1467438"/>
                  </a:lnTo>
                  <a:lnTo>
                    <a:pt x="1014714" y="1467400"/>
                  </a:lnTo>
                  <a:lnTo>
                    <a:pt x="1000027" y="1467383"/>
                  </a:lnTo>
                  <a:lnTo>
                    <a:pt x="995283" y="1467377"/>
                  </a:lnTo>
                  <a:lnTo>
                    <a:pt x="994940" y="1467377"/>
                  </a:lnTo>
                  <a:lnTo>
                    <a:pt x="0" y="1467377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81" name="pl1080"/>
            <p:cNvSpPr/>
            <p:nvPr/>
          </p:nvSpPr>
          <p:spPr>
            <a:xfrm>
              <a:off x="1199187" y="2913628"/>
              <a:ext cx="12049831" cy="1530265"/>
            </a:xfrm>
            <a:custGeom>
              <a:avLst/>
              <a:pathLst>
                <a:path w="12049831" h="1530265">
                  <a:moveTo>
                    <a:pt x="0" y="1467377"/>
                  </a:moveTo>
                  <a:lnTo>
                    <a:pt x="994940" y="1467377"/>
                  </a:lnTo>
                  <a:lnTo>
                    <a:pt x="996076" y="1467378"/>
                  </a:lnTo>
                  <a:lnTo>
                    <a:pt x="1003575" y="1467387"/>
                  </a:lnTo>
                  <a:lnTo>
                    <a:pt x="1022580" y="1467410"/>
                  </a:lnTo>
                  <a:lnTo>
                    <a:pt x="1056805" y="1467457"/>
                  </a:lnTo>
                  <a:lnTo>
                    <a:pt x="1108322" y="1467534"/>
                  </a:lnTo>
                  <a:lnTo>
                    <a:pt x="1177399" y="1467648"/>
                  </a:lnTo>
                  <a:lnTo>
                    <a:pt x="1262563" y="1467803"/>
                  </a:lnTo>
                  <a:lnTo>
                    <a:pt x="1360923" y="1468002"/>
                  </a:lnTo>
                  <a:lnTo>
                    <a:pt x="1468697" y="1468247"/>
                  </a:lnTo>
                  <a:lnTo>
                    <a:pt x="1581808" y="1468537"/>
                  </a:lnTo>
                  <a:lnTo>
                    <a:pt x="1696416" y="1468871"/>
                  </a:lnTo>
                  <a:lnTo>
                    <a:pt x="1809286" y="1469249"/>
                  </a:lnTo>
                  <a:lnTo>
                    <a:pt x="1917972" y="1469669"/>
                  </a:lnTo>
                  <a:lnTo>
                    <a:pt x="2020835" y="1470134"/>
                  </a:lnTo>
                  <a:lnTo>
                    <a:pt x="2116960" y="1470645"/>
                  </a:lnTo>
                  <a:lnTo>
                    <a:pt x="2206020" y="1471205"/>
                  </a:lnTo>
                  <a:lnTo>
                    <a:pt x="2288128" y="1471820"/>
                  </a:lnTo>
                  <a:lnTo>
                    <a:pt x="2363703" y="1472497"/>
                  </a:lnTo>
                  <a:lnTo>
                    <a:pt x="2433360" y="1473241"/>
                  </a:lnTo>
                  <a:lnTo>
                    <a:pt x="2497824" y="1474062"/>
                  </a:lnTo>
                  <a:lnTo>
                    <a:pt x="2557872" y="1474969"/>
                  </a:lnTo>
                  <a:lnTo>
                    <a:pt x="2614279" y="1475969"/>
                  </a:lnTo>
                  <a:lnTo>
                    <a:pt x="2667781" y="1477068"/>
                  </a:lnTo>
                  <a:lnTo>
                    <a:pt x="2702183" y="1477858"/>
                  </a:lnTo>
                  <a:lnTo>
                    <a:pt x="2763816" y="1479440"/>
                  </a:lnTo>
                  <a:lnTo>
                    <a:pt x="2823527" y="1481181"/>
                  </a:lnTo>
                  <a:lnTo>
                    <a:pt x="2882032" y="1483083"/>
                  </a:lnTo>
                  <a:lnTo>
                    <a:pt x="2939858" y="1485144"/>
                  </a:lnTo>
                  <a:lnTo>
                    <a:pt x="2997374" y="1487354"/>
                  </a:lnTo>
                  <a:lnTo>
                    <a:pt x="3054825" y="1489699"/>
                  </a:lnTo>
                  <a:lnTo>
                    <a:pt x="3112344" y="1492157"/>
                  </a:lnTo>
                  <a:lnTo>
                    <a:pt x="3169980" y="1494702"/>
                  </a:lnTo>
                  <a:lnTo>
                    <a:pt x="3227715" y="1497303"/>
                  </a:lnTo>
                  <a:lnTo>
                    <a:pt x="3285493" y="1499923"/>
                  </a:lnTo>
                  <a:lnTo>
                    <a:pt x="3343239" y="1502529"/>
                  </a:lnTo>
                  <a:lnTo>
                    <a:pt x="3400893" y="1505085"/>
                  </a:lnTo>
                  <a:lnTo>
                    <a:pt x="3458430" y="1507559"/>
                  </a:lnTo>
                  <a:lnTo>
                    <a:pt x="3515885" y="1509924"/>
                  </a:lnTo>
                  <a:lnTo>
                    <a:pt x="3573378" y="1512157"/>
                  </a:lnTo>
                  <a:lnTo>
                    <a:pt x="3631133" y="1514242"/>
                  </a:lnTo>
                  <a:lnTo>
                    <a:pt x="3689499" y="1516169"/>
                  </a:lnTo>
                  <a:lnTo>
                    <a:pt x="3748976" y="1517936"/>
                  </a:lnTo>
                  <a:lnTo>
                    <a:pt x="3810247" y="1519542"/>
                  </a:lnTo>
                  <a:lnTo>
                    <a:pt x="3820202" y="1519783"/>
                  </a:lnTo>
                  <a:lnTo>
                    <a:pt x="3872137" y="1520951"/>
                  </a:lnTo>
                  <a:lnTo>
                    <a:pt x="3926529" y="1522017"/>
                  </a:lnTo>
                  <a:lnTo>
                    <a:pt x="3984063" y="1522985"/>
                  </a:lnTo>
                  <a:lnTo>
                    <a:pt x="4045494" y="1523862"/>
                  </a:lnTo>
                  <a:lnTo>
                    <a:pt x="4111603" y="1524657"/>
                  </a:lnTo>
                  <a:lnTo>
                    <a:pt x="4183153" y="1525378"/>
                  </a:lnTo>
                  <a:lnTo>
                    <a:pt x="4260842" y="1526033"/>
                  </a:lnTo>
                  <a:lnTo>
                    <a:pt x="4345231" y="1526629"/>
                  </a:lnTo>
                  <a:lnTo>
                    <a:pt x="4436650" y="1527172"/>
                  </a:lnTo>
                  <a:lnTo>
                    <a:pt x="4535080" y="1527667"/>
                  </a:lnTo>
                  <a:lnTo>
                    <a:pt x="4640017" y="1528117"/>
                  </a:lnTo>
                  <a:lnTo>
                    <a:pt x="4750317" y="1528523"/>
                  </a:lnTo>
                  <a:lnTo>
                    <a:pt x="4864078" y="1528886"/>
                  </a:lnTo>
                  <a:lnTo>
                    <a:pt x="4978582" y="1529206"/>
                  </a:lnTo>
                  <a:lnTo>
                    <a:pt x="5090363" y="1529481"/>
                  </a:lnTo>
                  <a:lnTo>
                    <a:pt x="5195453" y="1529711"/>
                  </a:lnTo>
                  <a:lnTo>
                    <a:pt x="5289808" y="1529895"/>
                  </a:lnTo>
                  <a:lnTo>
                    <a:pt x="5369877" y="1530036"/>
                  </a:lnTo>
                  <a:lnTo>
                    <a:pt x="5433189" y="1530137"/>
                  </a:lnTo>
                  <a:lnTo>
                    <a:pt x="5478829" y="1530203"/>
                  </a:lnTo>
                  <a:lnTo>
                    <a:pt x="5507671" y="1530241"/>
                  </a:lnTo>
                  <a:lnTo>
                    <a:pt x="5522358" y="1530259"/>
                  </a:lnTo>
                  <a:lnTo>
                    <a:pt x="5527102" y="1530264"/>
                  </a:lnTo>
                  <a:lnTo>
                    <a:pt x="5527445" y="1530265"/>
                  </a:lnTo>
                  <a:lnTo>
                    <a:pt x="6522385" y="1530265"/>
                  </a:lnTo>
                  <a:lnTo>
                    <a:pt x="6523504" y="1530236"/>
                  </a:lnTo>
                  <a:lnTo>
                    <a:pt x="6530885" y="1530031"/>
                  </a:lnTo>
                  <a:lnTo>
                    <a:pt x="6549597" y="1529466"/>
                  </a:lnTo>
                  <a:lnTo>
                    <a:pt x="6583318" y="1528351"/>
                  </a:lnTo>
                  <a:lnTo>
                    <a:pt x="6634115" y="1526508"/>
                  </a:lnTo>
                  <a:lnTo>
                    <a:pt x="6702299" y="1523784"/>
                  </a:lnTo>
                  <a:lnTo>
                    <a:pt x="6786468" y="1520066"/>
                  </a:lnTo>
                  <a:lnTo>
                    <a:pt x="6883819" y="1515283"/>
                  </a:lnTo>
                  <a:lnTo>
                    <a:pt x="6990656" y="1509409"/>
                  </a:lnTo>
                  <a:lnTo>
                    <a:pt x="7102968" y="1502450"/>
                  </a:lnTo>
                  <a:lnTo>
                    <a:pt x="7216956" y="1494426"/>
                  </a:lnTo>
                  <a:lnTo>
                    <a:pt x="7329398" y="1485357"/>
                  </a:lnTo>
                  <a:lnTo>
                    <a:pt x="7437834" y="1475250"/>
                  </a:lnTo>
                  <a:lnTo>
                    <a:pt x="7540601" y="1464087"/>
                  </a:lnTo>
                  <a:lnTo>
                    <a:pt x="7636751" y="1451818"/>
                  </a:lnTo>
                  <a:lnTo>
                    <a:pt x="7725921" y="1438362"/>
                  </a:lnTo>
                  <a:lnTo>
                    <a:pt x="7808191" y="1423601"/>
                  </a:lnTo>
                  <a:lnTo>
                    <a:pt x="7883951" y="1407389"/>
                  </a:lnTo>
                  <a:lnTo>
                    <a:pt x="7953791" y="1389549"/>
                  </a:lnTo>
                  <a:lnTo>
                    <a:pt x="8018418" y="1369883"/>
                  </a:lnTo>
                  <a:lnTo>
                    <a:pt x="8078591" y="1348187"/>
                  </a:lnTo>
                  <a:lnTo>
                    <a:pt x="8135076" y="1324263"/>
                  </a:lnTo>
                  <a:lnTo>
                    <a:pt x="8188604" y="1297960"/>
                  </a:lnTo>
                  <a:lnTo>
                    <a:pt x="8229629" y="1275220"/>
                  </a:lnTo>
                  <a:lnTo>
                    <a:pt x="8282754" y="1242355"/>
                  </a:lnTo>
                  <a:lnTo>
                    <a:pt x="8334375" y="1206643"/>
                  </a:lnTo>
                  <a:lnTo>
                    <a:pt x="8384975" y="1168031"/>
                  </a:lnTo>
                  <a:lnTo>
                    <a:pt x="8434927" y="1126532"/>
                  </a:lnTo>
                  <a:lnTo>
                    <a:pt x="8484512" y="1082236"/>
                  </a:lnTo>
                  <a:lnTo>
                    <a:pt x="8533934" y="1035313"/>
                  </a:lnTo>
                  <a:lnTo>
                    <a:pt x="8583329" y="986019"/>
                  </a:lnTo>
                  <a:lnTo>
                    <a:pt x="8632777" y="934690"/>
                  </a:lnTo>
                  <a:lnTo>
                    <a:pt x="8682311" y="881738"/>
                  </a:lnTo>
                  <a:lnTo>
                    <a:pt x="8731927" y="827638"/>
                  </a:lnTo>
                  <a:lnTo>
                    <a:pt x="8781593" y="772912"/>
                  </a:lnTo>
                  <a:lnTo>
                    <a:pt x="8831267" y="718108"/>
                  </a:lnTo>
                  <a:lnTo>
                    <a:pt x="8880901" y="663775"/>
                  </a:lnTo>
                  <a:lnTo>
                    <a:pt x="8930460" y="610447"/>
                  </a:lnTo>
                  <a:lnTo>
                    <a:pt x="8979931" y="558613"/>
                  </a:lnTo>
                  <a:lnTo>
                    <a:pt x="9029335" y="508704"/>
                  </a:lnTo>
                  <a:lnTo>
                    <a:pt x="9078738" y="461079"/>
                  </a:lnTo>
                  <a:lnTo>
                    <a:pt x="9128259" y="416017"/>
                  </a:lnTo>
                  <a:lnTo>
                    <a:pt x="9178082" y="373713"/>
                  </a:lnTo>
                  <a:lnTo>
                    <a:pt x="9228464" y="334277"/>
                  </a:lnTo>
                  <a:lnTo>
                    <a:pt x="9279752" y="297745"/>
                  </a:lnTo>
                  <a:lnTo>
                    <a:pt x="9332394" y="264081"/>
                  </a:lnTo>
                  <a:lnTo>
                    <a:pt x="9347647" y="255044"/>
                  </a:lnTo>
                  <a:lnTo>
                    <a:pt x="9399291" y="226789"/>
                  </a:lnTo>
                  <a:lnTo>
                    <a:pt x="9453361" y="200975"/>
                  </a:lnTo>
                  <a:lnTo>
                    <a:pt x="9510531" y="177517"/>
                  </a:lnTo>
                  <a:lnTo>
                    <a:pt x="9571543" y="156247"/>
                  </a:lnTo>
                  <a:lnTo>
                    <a:pt x="9637163" y="136967"/>
                  </a:lnTo>
                  <a:lnTo>
                    <a:pt x="9708146" y="119472"/>
                  </a:lnTo>
                  <a:lnTo>
                    <a:pt x="9785180" y="103566"/>
                  </a:lnTo>
                  <a:lnTo>
                    <a:pt x="9868822" y="89080"/>
                  </a:lnTo>
                  <a:lnTo>
                    <a:pt x="9959409" y="75872"/>
                  </a:lnTo>
                  <a:lnTo>
                    <a:pt x="10056943" y="63833"/>
                  </a:lnTo>
                  <a:lnTo>
                    <a:pt x="10160954" y="52886"/>
                  </a:lnTo>
                  <a:lnTo>
                    <a:pt x="10270360" y="42990"/>
                  </a:lnTo>
                  <a:lnTo>
                    <a:pt x="10383338" y="34131"/>
                  </a:lnTo>
                  <a:lnTo>
                    <a:pt x="10497270" y="26320"/>
                  </a:lnTo>
                  <a:lnTo>
                    <a:pt x="10608795" y="19579"/>
                  </a:lnTo>
                  <a:lnTo>
                    <a:pt x="10714035" y="13927"/>
                  </a:lnTo>
                  <a:lnTo>
                    <a:pt x="10808999" y="9362"/>
                  </a:lnTo>
                  <a:lnTo>
                    <a:pt x="10890122" y="5852"/>
                  </a:lnTo>
                  <a:lnTo>
                    <a:pt x="10954851" y="3317"/>
                  </a:lnTo>
                  <a:lnTo>
                    <a:pt x="11002113" y="1635"/>
                  </a:lnTo>
                  <a:lnTo>
                    <a:pt x="11032577" y="646"/>
                  </a:lnTo>
                  <a:lnTo>
                    <a:pt x="11048654" y="169"/>
                  </a:lnTo>
                  <a:lnTo>
                    <a:pt x="11054317" y="1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2" name="pl1081"/>
            <p:cNvSpPr/>
            <p:nvPr/>
          </p:nvSpPr>
          <p:spPr>
            <a:xfrm>
              <a:off x="1199187" y="2908387"/>
              <a:ext cx="12049831" cy="1530265"/>
            </a:xfrm>
            <a:custGeom>
              <a:avLst/>
              <a:pathLst>
                <a:path w="12049831" h="1530265">
                  <a:moveTo>
                    <a:pt x="12049831" y="0"/>
                  </a:moveTo>
                  <a:lnTo>
                    <a:pt x="11054891" y="0"/>
                  </a:lnTo>
                  <a:lnTo>
                    <a:pt x="11053773" y="28"/>
                  </a:lnTo>
                  <a:lnTo>
                    <a:pt x="11046392" y="233"/>
                  </a:lnTo>
                  <a:lnTo>
                    <a:pt x="11027680" y="799"/>
                  </a:lnTo>
                  <a:lnTo>
                    <a:pt x="10993959" y="1913"/>
                  </a:lnTo>
                  <a:lnTo>
                    <a:pt x="10943161" y="3756"/>
                  </a:lnTo>
                  <a:lnTo>
                    <a:pt x="10874978" y="6480"/>
                  </a:lnTo>
                  <a:lnTo>
                    <a:pt x="10790809" y="10199"/>
                  </a:lnTo>
                  <a:lnTo>
                    <a:pt x="10693457" y="14981"/>
                  </a:lnTo>
                  <a:lnTo>
                    <a:pt x="10586621" y="20855"/>
                  </a:lnTo>
                  <a:lnTo>
                    <a:pt x="10474308" y="27814"/>
                  </a:lnTo>
                  <a:lnTo>
                    <a:pt x="10360320" y="35838"/>
                  </a:lnTo>
                  <a:lnTo>
                    <a:pt x="10247879" y="44907"/>
                  </a:lnTo>
                  <a:lnTo>
                    <a:pt x="10139442" y="55014"/>
                  </a:lnTo>
                  <a:lnTo>
                    <a:pt x="10036675" y="66177"/>
                  </a:lnTo>
                  <a:lnTo>
                    <a:pt x="9940526" y="78446"/>
                  </a:lnTo>
                  <a:lnTo>
                    <a:pt x="9851356" y="91902"/>
                  </a:lnTo>
                  <a:lnTo>
                    <a:pt x="9769086" y="106663"/>
                  </a:lnTo>
                  <a:lnTo>
                    <a:pt x="9693326" y="122875"/>
                  </a:lnTo>
                  <a:lnTo>
                    <a:pt x="9623486" y="140716"/>
                  </a:lnTo>
                  <a:lnTo>
                    <a:pt x="9558859" y="160381"/>
                  </a:lnTo>
                  <a:lnTo>
                    <a:pt x="9498686" y="182077"/>
                  </a:lnTo>
                  <a:lnTo>
                    <a:pt x="9442201" y="206001"/>
                  </a:lnTo>
                  <a:lnTo>
                    <a:pt x="9388673" y="232305"/>
                  </a:lnTo>
                  <a:lnTo>
                    <a:pt x="9347647" y="255044"/>
                  </a:lnTo>
                  <a:lnTo>
                    <a:pt x="9294522" y="287909"/>
                  </a:lnTo>
                  <a:lnTo>
                    <a:pt x="9242901" y="323621"/>
                  </a:lnTo>
                  <a:lnTo>
                    <a:pt x="9192301" y="362234"/>
                  </a:lnTo>
                  <a:lnTo>
                    <a:pt x="9142349" y="403732"/>
                  </a:lnTo>
                  <a:lnTo>
                    <a:pt x="9092764" y="448028"/>
                  </a:lnTo>
                  <a:lnTo>
                    <a:pt x="9043343" y="494951"/>
                  </a:lnTo>
                  <a:lnTo>
                    <a:pt x="8993948" y="544245"/>
                  </a:lnTo>
                  <a:lnTo>
                    <a:pt x="8944499" y="595574"/>
                  </a:lnTo>
                  <a:lnTo>
                    <a:pt x="8894965" y="648526"/>
                  </a:lnTo>
                  <a:lnTo>
                    <a:pt x="8845350" y="702626"/>
                  </a:lnTo>
                  <a:lnTo>
                    <a:pt x="8795683" y="757352"/>
                  </a:lnTo>
                  <a:lnTo>
                    <a:pt x="8746010" y="812157"/>
                  </a:lnTo>
                  <a:lnTo>
                    <a:pt x="8696376" y="866489"/>
                  </a:lnTo>
                  <a:lnTo>
                    <a:pt x="8646817" y="919817"/>
                  </a:lnTo>
                  <a:lnTo>
                    <a:pt x="8597346" y="971651"/>
                  </a:lnTo>
                  <a:lnTo>
                    <a:pt x="8547942" y="1021560"/>
                  </a:lnTo>
                  <a:lnTo>
                    <a:pt x="8498539" y="1069185"/>
                  </a:lnTo>
                  <a:lnTo>
                    <a:pt x="8449018" y="1114247"/>
                  </a:lnTo>
                  <a:lnTo>
                    <a:pt x="8399195" y="1156551"/>
                  </a:lnTo>
                  <a:lnTo>
                    <a:pt x="8348812" y="1195987"/>
                  </a:lnTo>
                  <a:lnTo>
                    <a:pt x="8297525" y="1232519"/>
                  </a:lnTo>
                  <a:lnTo>
                    <a:pt x="8244883" y="1266183"/>
                  </a:lnTo>
                  <a:lnTo>
                    <a:pt x="8229629" y="1275220"/>
                  </a:lnTo>
                  <a:lnTo>
                    <a:pt x="8177985" y="1303475"/>
                  </a:lnTo>
                  <a:lnTo>
                    <a:pt x="8123916" y="1329289"/>
                  </a:lnTo>
                  <a:lnTo>
                    <a:pt x="8066745" y="1352748"/>
                  </a:lnTo>
                  <a:lnTo>
                    <a:pt x="8005734" y="1374017"/>
                  </a:lnTo>
                  <a:lnTo>
                    <a:pt x="7940113" y="1393297"/>
                  </a:lnTo>
                  <a:lnTo>
                    <a:pt x="7869130" y="1410793"/>
                  </a:lnTo>
                  <a:lnTo>
                    <a:pt x="7792097" y="1426698"/>
                  </a:lnTo>
                  <a:lnTo>
                    <a:pt x="7708454" y="1441184"/>
                  </a:lnTo>
                  <a:lnTo>
                    <a:pt x="7617867" y="1454392"/>
                  </a:lnTo>
                  <a:lnTo>
                    <a:pt x="7520334" y="1466432"/>
                  </a:lnTo>
                  <a:lnTo>
                    <a:pt x="7416322" y="1477378"/>
                  </a:lnTo>
                  <a:lnTo>
                    <a:pt x="7306917" y="1487275"/>
                  </a:lnTo>
                  <a:lnTo>
                    <a:pt x="7193938" y="1496133"/>
                  </a:lnTo>
                  <a:lnTo>
                    <a:pt x="7080007" y="1503944"/>
                  </a:lnTo>
                  <a:lnTo>
                    <a:pt x="6968482" y="1510685"/>
                  </a:lnTo>
                  <a:lnTo>
                    <a:pt x="6863241" y="1516338"/>
                  </a:lnTo>
                  <a:lnTo>
                    <a:pt x="6768278" y="1520902"/>
                  </a:lnTo>
                  <a:lnTo>
                    <a:pt x="6687154" y="1524412"/>
                  </a:lnTo>
                  <a:lnTo>
                    <a:pt x="6622425" y="1526947"/>
                  </a:lnTo>
                  <a:lnTo>
                    <a:pt x="6575163" y="1528629"/>
                  </a:lnTo>
                  <a:lnTo>
                    <a:pt x="6544700" y="1529618"/>
                  </a:lnTo>
                  <a:lnTo>
                    <a:pt x="6528623" y="1530096"/>
                  </a:lnTo>
                  <a:lnTo>
                    <a:pt x="6522959" y="1530250"/>
                  </a:lnTo>
                  <a:lnTo>
                    <a:pt x="6522385" y="1530265"/>
                  </a:lnTo>
                  <a:lnTo>
                    <a:pt x="5527445" y="1530265"/>
                  </a:lnTo>
                  <a:lnTo>
                    <a:pt x="5526309" y="1530263"/>
                  </a:lnTo>
                  <a:lnTo>
                    <a:pt x="5518810" y="1530255"/>
                  </a:lnTo>
                  <a:lnTo>
                    <a:pt x="5499805" y="1530231"/>
                  </a:lnTo>
                  <a:lnTo>
                    <a:pt x="5465580" y="1530185"/>
                  </a:lnTo>
                  <a:lnTo>
                    <a:pt x="5414063" y="1530108"/>
                  </a:lnTo>
                  <a:lnTo>
                    <a:pt x="5344986" y="1529994"/>
                  </a:lnTo>
                  <a:lnTo>
                    <a:pt x="5259822" y="1529839"/>
                  </a:lnTo>
                  <a:lnTo>
                    <a:pt x="5161462" y="1529639"/>
                  </a:lnTo>
                  <a:lnTo>
                    <a:pt x="5053688" y="1529394"/>
                  </a:lnTo>
                  <a:lnTo>
                    <a:pt x="4940577" y="1529105"/>
                  </a:lnTo>
                  <a:lnTo>
                    <a:pt x="4825969" y="1528770"/>
                  </a:lnTo>
                  <a:lnTo>
                    <a:pt x="4713099" y="1528393"/>
                  </a:lnTo>
                  <a:lnTo>
                    <a:pt x="4604413" y="1527972"/>
                  </a:lnTo>
                  <a:lnTo>
                    <a:pt x="4501550" y="1527508"/>
                  </a:lnTo>
                  <a:lnTo>
                    <a:pt x="4405425" y="1526997"/>
                  </a:lnTo>
                  <a:lnTo>
                    <a:pt x="4316365" y="1526436"/>
                  </a:lnTo>
                  <a:lnTo>
                    <a:pt x="4234257" y="1525821"/>
                  </a:lnTo>
                  <a:lnTo>
                    <a:pt x="4158682" y="1525145"/>
                  </a:lnTo>
                  <a:lnTo>
                    <a:pt x="4089025" y="1524401"/>
                  </a:lnTo>
                  <a:lnTo>
                    <a:pt x="4024561" y="1523579"/>
                  </a:lnTo>
                  <a:lnTo>
                    <a:pt x="3964513" y="1522673"/>
                  </a:lnTo>
                  <a:lnTo>
                    <a:pt x="3908106" y="1521673"/>
                  </a:lnTo>
                  <a:lnTo>
                    <a:pt x="3854604" y="1520573"/>
                  </a:lnTo>
                  <a:lnTo>
                    <a:pt x="3820202" y="1519783"/>
                  </a:lnTo>
                  <a:lnTo>
                    <a:pt x="3758569" y="1518201"/>
                  </a:lnTo>
                  <a:lnTo>
                    <a:pt x="3698858" y="1516461"/>
                  </a:lnTo>
                  <a:lnTo>
                    <a:pt x="3640353" y="1514559"/>
                  </a:lnTo>
                  <a:lnTo>
                    <a:pt x="3582527" y="1512498"/>
                  </a:lnTo>
                  <a:lnTo>
                    <a:pt x="3525011" y="1510288"/>
                  </a:lnTo>
                  <a:lnTo>
                    <a:pt x="3467560" y="1507943"/>
                  </a:lnTo>
                  <a:lnTo>
                    <a:pt x="3410041" y="1505484"/>
                  </a:lnTo>
                  <a:lnTo>
                    <a:pt x="3352405" y="1502939"/>
                  </a:lnTo>
                  <a:lnTo>
                    <a:pt x="3294670" y="1500339"/>
                  </a:lnTo>
                  <a:lnTo>
                    <a:pt x="3236892" y="1497718"/>
                  </a:lnTo>
                  <a:lnTo>
                    <a:pt x="3179146" y="1495113"/>
                  </a:lnTo>
                  <a:lnTo>
                    <a:pt x="3121492" y="1492557"/>
                  </a:lnTo>
                  <a:lnTo>
                    <a:pt x="3063955" y="1490083"/>
                  </a:lnTo>
                  <a:lnTo>
                    <a:pt x="3006500" y="1487718"/>
                  </a:lnTo>
                  <a:lnTo>
                    <a:pt x="2949007" y="1485485"/>
                  </a:lnTo>
                  <a:lnTo>
                    <a:pt x="2891252" y="1483400"/>
                  </a:lnTo>
                  <a:lnTo>
                    <a:pt x="2832886" y="1481472"/>
                  </a:lnTo>
                  <a:lnTo>
                    <a:pt x="2773409" y="1479706"/>
                  </a:lnTo>
                  <a:lnTo>
                    <a:pt x="2712138" y="1478099"/>
                  </a:lnTo>
                  <a:lnTo>
                    <a:pt x="2702183" y="1477858"/>
                  </a:lnTo>
                  <a:lnTo>
                    <a:pt x="2650248" y="1476691"/>
                  </a:lnTo>
                  <a:lnTo>
                    <a:pt x="2595856" y="1475625"/>
                  </a:lnTo>
                  <a:lnTo>
                    <a:pt x="2538322" y="1474657"/>
                  </a:lnTo>
                  <a:lnTo>
                    <a:pt x="2476891" y="1473780"/>
                  </a:lnTo>
                  <a:lnTo>
                    <a:pt x="2410782" y="1472985"/>
                  </a:lnTo>
                  <a:lnTo>
                    <a:pt x="2339232" y="1472264"/>
                  </a:lnTo>
                  <a:lnTo>
                    <a:pt x="2261543" y="1471609"/>
                  </a:lnTo>
                  <a:lnTo>
                    <a:pt x="2177154" y="1471013"/>
                  </a:lnTo>
                  <a:lnTo>
                    <a:pt x="2085735" y="1470469"/>
                  </a:lnTo>
                  <a:lnTo>
                    <a:pt x="1987305" y="1469974"/>
                  </a:lnTo>
                  <a:lnTo>
                    <a:pt x="1882368" y="1469525"/>
                  </a:lnTo>
                  <a:lnTo>
                    <a:pt x="1772068" y="1469118"/>
                  </a:lnTo>
                  <a:lnTo>
                    <a:pt x="1658307" y="1468755"/>
                  </a:lnTo>
                  <a:lnTo>
                    <a:pt x="1543803" y="1468436"/>
                  </a:lnTo>
                  <a:lnTo>
                    <a:pt x="1432022" y="1468161"/>
                  </a:lnTo>
                  <a:lnTo>
                    <a:pt x="1326932" y="1467931"/>
                  </a:lnTo>
                  <a:lnTo>
                    <a:pt x="1232577" y="1467746"/>
                  </a:lnTo>
                  <a:lnTo>
                    <a:pt x="1152508" y="1467605"/>
                  </a:lnTo>
                  <a:lnTo>
                    <a:pt x="1089196" y="1467505"/>
                  </a:lnTo>
                  <a:lnTo>
                    <a:pt x="1043556" y="1467438"/>
                  </a:lnTo>
                  <a:lnTo>
                    <a:pt x="1014714" y="1467400"/>
                  </a:lnTo>
                  <a:lnTo>
                    <a:pt x="1000027" y="1467383"/>
                  </a:lnTo>
                  <a:lnTo>
                    <a:pt x="995283" y="1467377"/>
                  </a:lnTo>
                  <a:lnTo>
                    <a:pt x="994940" y="1467377"/>
                  </a:lnTo>
                  <a:lnTo>
                    <a:pt x="0" y="1467377"/>
                  </a:lnTo>
                  <a:lnTo>
                    <a:pt x="0" y="14673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3" name="pg1082"/>
            <p:cNvSpPr/>
            <p:nvPr/>
          </p:nvSpPr>
          <p:spPr>
            <a:xfrm>
              <a:off x="1199187" y="3091809"/>
              <a:ext cx="12049831" cy="1362564"/>
            </a:xfrm>
            <a:custGeom>
              <a:avLst/>
              <a:pathLst>
                <a:path w="12049831" h="1362564">
                  <a:moveTo>
                    <a:pt x="0" y="1299677"/>
                  </a:moveTo>
                  <a:lnTo>
                    <a:pt x="994940" y="1299677"/>
                  </a:lnTo>
                  <a:lnTo>
                    <a:pt x="996076" y="1299678"/>
                  </a:lnTo>
                  <a:lnTo>
                    <a:pt x="1003575" y="1299687"/>
                  </a:lnTo>
                  <a:lnTo>
                    <a:pt x="1022580" y="1299710"/>
                  </a:lnTo>
                  <a:lnTo>
                    <a:pt x="1056805" y="1299757"/>
                  </a:lnTo>
                  <a:lnTo>
                    <a:pt x="1108322" y="1299834"/>
                  </a:lnTo>
                  <a:lnTo>
                    <a:pt x="1177399" y="1299947"/>
                  </a:lnTo>
                  <a:lnTo>
                    <a:pt x="1262563" y="1300103"/>
                  </a:lnTo>
                  <a:lnTo>
                    <a:pt x="1360923" y="1300302"/>
                  </a:lnTo>
                  <a:lnTo>
                    <a:pt x="1468697" y="1300547"/>
                  </a:lnTo>
                  <a:lnTo>
                    <a:pt x="1581808" y="1300837"/>
                  </a:lnTo>
                  <a:lnTo>
                    <a:pt x="1696416" y="1301171"/>
                  </a:lnTo>
                  <a:lnTo>
                    <a:pt x="1809286" y="1301548"/>
                  </a:lnTo>
                  <a:lnTo>
                    <a:pt x="1917972" y="1301969"/>
                  </a:lnTo>
                  <a:lnTo>
                    <a:pt x="2020835" y="1302434"/>
                  </a:lnTo>
                  <a:lnTo>
                    <a:pt x="2116960" y="1302944"/>
                  </a:lnTo>
                  <a:lnTo>
                    <a:pt x="2206020" y="1303505"/>
                  </a:lnTo>
                  <a:lnTo>
                    <a:pt x="2288128" y="1304120"/>
                  </a:lnTo>
                  <a:lnTo>
                    <a:pt x="2363703" y="1304796"/>
                  </a:lnTo>
                  <a:lnTo>
                    <a:pt x="2433360" y="1305541"/>
                  </a:lnTo>
                  <a:lnTo>
                    <a:pt x="2497824" y="1306362"/>
                  </a:lnTo>
                  <a:lnTo>
                    <a:pt x="2557872" y="1307269"/>
                  </a:lnTo>
                  <a:lnTo>
                    <a:pt x="2614279" y="1308269"/>
                  </a:lnTo>
                  <a:lnTo>
                    <a:pt x="2667781" y="1309368"/>
                  </a:lnTo>
                  <a:lnTo>
                    <a:pt x="2702183" y="1310158"/>
                  </a:lnTo>
                  <a:lnTo>
                    <a:pt x="2763816" y="1311740"/>
                  </a:lnTo>
                  <a:lnTo>
                    <a:pt x="2823527" y="1313481"/>
                  </a:lnTo>
                  <a:lnTo>
                    <a:pt x="2882032" y="1315383"/>
                  </a:lnTo>
                  <a:lnTo>
                    <a:pt x="2939858" y="1317443"/>
                  </a:lnTo>
                  <a:lnTo>
                    <a:pt x="2997374" y="1319654"/>
                  </a:lnTo>
                  <a:lnTo>
                    <a:pt x="3054825" y="1321999"/>
                  </a:lnTo>
                  <a:lnTo>
                    <a:pt x="3112344" y="1324457"/>
                  </a:lnTo>
                  <a:lnTo>
                    <a:pt x="3169980" y="1327002"/>
                  </a:lnTo>
                  <a:lnTo>
                    <a:pt x="3227715" y="1329602"/>
                  </a:lnTo>
                  <a:lnTo>
                    <a:pt x="3285493" y="1332223"/>
                  </a:lnTo>
                  <a:lnTo>
                    <a:pt x="3343239" y="1334829"/>
                  </a:lnTo>
                  <a:lnTo>
                    <a:pt x="3400893" y="1337385"/>
                  </a:lnTo>
                  <a:lnTo>
                    <a:pt x="3458430" y="1339859"/>
                  </a:lnTo>
                  <a:lnTo>
                    <a:pt x="3515885" y="1342223"/>
                  </a:lnTo>
                  <a:lnTo>
                    <a:pt x="3573378" y="1344456"/>
                  </a:lnTo>
                  <a:lnTo>
                    <a:pt x="3631133" y="1346541"/>
                  </a:lnTo>
                  <a:lnTo>
                    <a:pt x="3689499" y="1348469"/>
                  </a:lnTo>
                  <a:lnTo>
                    <a:pt x="3748976" y="1350235"/>
                  </a:lnTo>
                  <a:lnTo>
                    <a:pt x="3810247" y="1351842"/>
                  </a:lnTo>
                  <a:lnTo>
                    <a:pt x="3820202" y="1352083"/>
                  </a:lnTo>
                  <a:lnTo>
                    <a:pt x="3872137" y="1353250"/>
                  </a:lnTo>
                  <a:lnTo>
                    <a:pt x="3926529" y="1354316"/>
                  </a:lnTo>
                  <a:lnTo>
                    <a:pt x="3984063" y="1355284"/>
                  </a:lnTo>
                  <a:lnTo>
                    <a:pt x="4045494" y="1356162"/>
                  </a:lnTo>
                  <a:lnTo>
                    <a:pt x="4111603" y="1356956"/>
                  </a:lnTo>
                  <a:lnTo>
                    <a:pt x="4183153" y="1357677"/>
                  </a:lnTo>
                  <a:lnTo>
                    <a:pt x="4260842" y="1358332"/>
                  </a:lnTo>
                  <a:lnTo>
                    <a:pt x="4345231" y="1358929"/>
                  </a:lnTo>
                  <a:lnTo>
                    <a:pt x="4436650" y="1359472"/>
                  </a:lnTo>
                  <a:lnTo>
                    <a:pt x="4535080" y="1359967"/>
                  </a:lnTo>
                  <a:lnTo>
                    <a:pt x="4640017" y="1360417"/>
                  </a:lnTo>
                  <a:lnTo>
                    <a:pt x="4750317" y="1360823"/>
                  </a:lnTo>
                  <a:lnTo>
                    <a:pt x="4864078" y="1361186"/>
                  </a:lnTo>
                  <a:lnTo>
                    <a:pt x="4978582" y="1361506"/>
                  </a:lnTo>
                  <a:lnTo>
                    <a:pt x="5090363" y="1361781"/>
                  </a:lnTo>
                  <a:lnTo>
                    <a:pt x="5195453" y="1362010"/>
                  </a:lnTo>
                  <a:lnTo>
                    <a:pt x="5289808" y="1362195"/>
                  </a:lnTo>
                  <a:lnTo>
                    <a:pt x="5369877" y="1362336"/>
                  </a:lnTo>
                  <a:lnTo>
                    <a:pt x="5433189" y="1362437"/>
                  </a:lnTo>
                  <a:lnTo>
                    <a:pt x="5478829" y="1362503"/>
                  </a:lnTo>
                  <a:lnTo>
                    <a:pt x="5507671" y="1362541"/>
                  </a:lnTo>
                  <a:lnTo>
                    <a:pt x="5522358" y="1362559"/>
                  </a:lnTo>
                  <a:lnTo>
                    <a:pt x="5527102" y="1362564"/>
                  </a:lnTo>
                  <a:lnTo>
                    <a:pt x="5527445" y="1362564"/>
                  </a:lnTo>
                  <a:lnTo>
                    <a:pt x="6522385" y="1362564"/>
                  </a:lnTo>
                  <a:lnTo>
                    <a:pt x="6523508" y="1362539"/>
                  </a:lnTo>
                  <a:lnTo>
                    <a:pt x="6530914" y="1362357"/>
                  </a:lnTo>
                  <a:lnTo>
                    <a:pt x="6549690" y="1361856"/>
                  </a:lnTo>
                  <a:lnTo>
                    <a:pt x="6583520" y="1360867"/>
                  </a:lnTo>
                  <a:lnTo>
                    <a:pt x="6634473" y="1359233"/>
                  </a:lnTo>
                  <a:lnTo>
                    <a:pt x="6702851" y="1356818"/>
                  </a:lnTo>
                  <a:lnTo>
                    <a:pt x="6787236" y="1353521"/>
                  </a:lnTo>
                  <a:lnTo>
                    <a:pt x="6884806" y="1349282"/>
                  </a:lnTo>
                  <a:lnTo>
                    <a:pt x="6991847" y="1344076"/>
                  </a:lnTo>
                  <a:lnTo>
                    <a:pt x="7104334" y="1337909"/>
                  </a:lnTo>
                  <a:lnTo>
                    <a:pt x="7218458" y="1330799"/>
                  </a:lnTo>
                  <a:lnTo>
                    <a:pt x="7330993" y="1322764"/>
                  </a:lnTo>
                  <a:lnTo>
                    <a:pt x="7439485" y="1313809"/>
                  </a:lnTo>
                  <a:lnTo>
                    <a:pt x="7542274" y="1303919"/>
                  </a:lnTo>
                  <a:lnTo>
                    <a:pt x="7638419" y="1293048"/>
                  </a:lnTo>
                  <a:lnTo>
                    <a:pt x="7727565" y="1281123"/>
                  </a:lnTo>
                  <a:lnTo>
                    <a:pt x="7809800" y="1268042"/>
                  </a:lnTo>
                  <a:lnTo>
                    <a:pt x="7885520" y="1253671"/>
                  </a:lnTo>
                  <a:lnTo>
                    <a:pt x="7955320" y="1237855"/>
                  </a:lnTo>
                  <a:lnTo>
                    <a:pt x="8019911" y="1220419"/>
                  </a:lnTo>
                  <a:lnTo>
                    <a:pt x="8080057" y="1201179"/>
                  </a:lnTo>
                  <a:lnTo>
                    <a:pt x="8136525" y="1179963"/>
                  </a:lnTo>
                  <a:lnTo>
                    <a:pt x="8190046" y="1156636"/>
                  </a:lnTo>
                  <a:lnTo>
                    <a:pt x="8229629" y="1137217"/>
                  </a:lnTo>
                  <a:lnTo>
                    <a:pt x="8284144" y="1107372"/>
                  </a:lnTo>
                  <a:lnTo>
                    <a:pt x="8337088" y="1074875"/>
                  </a:lnTo>
                  <a:lnTo>
                    <a:pt x="8388979" y="1039676"/>
                  </a:lnTo>
                  <a:lnTo>
                    <a:pt x="8440214" y="1001794"/>
                  </a:lnTo>
                  <a:lnTo>
                    <a:pt x="8491088" y="961321"/>
                  </a:lnTo>
                  <a:lnTo>
                    <a:pt x="8541813" y="918430"/>
                  </a:lnTo>
                  <a:lnTo>
                    <a:pt x="8592527" y="873375"/>
                  </a:lnTo>
                  <a:lnTo>
                    <a:pt x="8643306" y="826492"/>
                  </a:lnTo>
                  <a:lnTo>
                    <a:pt x="8694178" y="778188"/>
                  </a:lnTo>
                  <a:lnTo>
                    <a:pt x="8745129" y="728928"/>
                  </a:lnTo>
                  <a:lnTo>
                    <a:pt x="8796123" y="679219"/>
                  </a:lnTo>
                  <a:lnTo>
                    <a:pt x="8847109" y="629588"/>
                  </a:lnTo>
                  <a:lnTo>
                    <a:pt x="8898041" y="580558"/>
                  </a:lnTo>
                  <a:lnTo>
                    <a:pt x="8948885" y="532625"/>
                  </a:lnTo>
                  <a:lnTo>
                    <a:pt x="8999640" y="486239"/>
                  </a:lnTo>
                  <a:lnTo>
                    <a:pt x="9050347" y="441788"/>
                  </a:lnTo>
                  <a:lnTo>
                    <a:pt x="9101098" y="399584"/>
                  </a:lnTo>
                  <a:lnTo>
                    <a:pt x="9152052" y="359857"/>
                  </a:lnTo>
                  <a:lnTo>
                    <a:pt x="9203445" y="322757"/>
                  </a:lnTo>
                  <a:lnTo>
                    <a:pt x="9255599" y="288352"/>
                  </a:lnTo>
                  <a:lnTo>
                    <a:pt x="9308945" y="256641"/>
                  </a:lnTo>
                  <a:lnTo>
                    <a:pt x="9347647" y="235828"/>
                  </a:lnTo>
                  <a:lnTo>
                    <a:pt x="9399354" y="210834"/>
                  </a:lnTo>
                  <a:lnTo>
                    <a:pt x="9453494" y="188003"/>
                  </a:lnTo>
                  <a:lnTo>
                    <a:pt x="9510744" y="167257"/>
                  </a:lnTo>
                  <a:lnTo>
                    <a:pt x="9571846" y="148449"/>
                  </a:lnTo>
                  <a:lnTo>
                    <a:pt x="9637573" y="131403"/>
                  </a:lnTo>
                  <a:lnTo>
                    <a:pt x="9708679" y="115936"/>
                  </a:lnTo>
                  <a:lnTo>
                    <a:pt x="9785855" y="101876"/>
                  </a:lnTo>
                  <a:lnTo>
                    <a:pt x="9869659" y="89072"/>
                  </a:lnTo>
                  <a:lnTo>
                    <a:pt x="9960426" y="77399"/>
                  </a:lnTo>
                  <a:lnTo>
                    <a:pt x="10058155" y="66759"/>
                  </a:lnTo>
                  <a:lnTo>
                    <a:pt x="10162367" y="57088"/>
                  </a:lnTo>
                  <a:lnTo>
                    <a:pt x="10271967" y="48346"/>
                  </a:lnTo>
                  <a:lnTo>
                    <a:pt x="10385117" y="40523"/>
                  </a:lnTo>
                  <a:lnTo>
                    <a:pt x="10499175" y="33629"/>
                  </a:lnTo>
                  <a:lnTo>
                    <a:pt x="10610758" y="27682"/>
                  </a:lnTo>
                  <a:lnTo>
                    <a:pt x="10715969" y="22700"/>
                  </a:lnTo>
                  <a:lnTo>
                    <a:pt x="10810804" y="18681"/>
                  </a:lnTo>
                  <a:lnTo>
                    <a:pt x="10891701" y="15594"/>
                  </a:lnTo>
                  <a:lnTo>
                    <a:pt x="10956125" y="13370"/>
                  </a:lnTo>
                  <a:lnTo>
                    <a:pt x="11003035" y="11898"/>
                  </a:lnTo>
                  <a:lnTo>
                    <a:pt x="11033145" y="11037"/>
                  </a:lnTo>
                  <a:lnTo>
                    <a:pt x="11048916" y="10624"/>
                  </a:lnTo>
                  <a:lnTo>
                    <a:pt x="11054374" y="10492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9" y="25"/>
                  </a:lnTo>
                  <a:lnTo>
                    <a:pt x="11046362" y="207"/>
                  </a:lnTo>
                  <a:lnTo>
                    <a:pt x="11027587" y="708"/>
                  </a:lnTo>
                  <a:lnTo>
                    <a:pt x="10993757" y="1697"/>
                  </a:lnTo>
                  <a:lnTo>
                    <a:pt x="10942803" y="3331"/>
                  </a:lnTo>
                  <a:lnTo>
                    <a:pt x="10874426" y="5746"/>
                  </a:lnTo>
                  <a:lnTo>
                    <a:pt x="10790041" y="9042"/>
                  </a:lnTo>
                  <a:lnTo>
                    <a:pt x="10692470" y="13282"/>
                  </a:lnTo>
                  <a:lnTo>
                    <a:pt x="10585429" y="18488"/>
                  </a:lnTo>
                  <a:lnTo>
                    <a:pt x="10472943" y="24655"/>
                  </a:lnTo>
                  <a:lnTo>
                    <a:pt x="10358819" y="31765"/>
                  </a:lnTo>
                  <a:lnTo>
                    <a:pt x="10246283" y="39800"/>
                  </a:lnTo>
                  <a:lnTo>
                    <a:pt x="10137791" y="48755"/>
                  </a:lnTo>
                  <a:lnTo>
                    <a:pt x="10035003" y="58645"/>
                  </a:lnTo>
                  <a:lnTo>
                    <a:pt x="9938858" y="69516"/>
                  </a:lnTo>
                  <a:lnTo>
                    <a:pt x="9849711" y="81441"/>
                  </a:lnTo>
                  <a:lnTo>
                    <a:pt x="9767476" y="94522"/>
                  </a:lnTo>
                  <a:lnTo>
                    <a:pt x="9691756" y="108893"/>
                  </a:lnTo>
                  <a:lnTo>
                    <a:pt x="9621956" y="124708"/>
                  </a:lnTo>
                  <a:lnTo>
                    <a:pt x="9557365" y="142145"/>
                  </a:lnTo>
                  <a:lnTo>
                    <a:pt x="9497220" y="161385"/>
                  </a:lnTo>
                  <a:lnTo>
                    <a:pt x="9440752" y="182601"/>
                  </a:lnTo>
                  <a:lnTo>
                    <a:pt x="9387230" y="205928"/>
                  </a:lnTo>
                  <a:lnTo>
                    <a:pt x="9347647" y="225347"/>
                  </a:lnTo>
                  <a:lnTo>
                    <a:pt x="9293133" y="255191"/>
                  </a:lnTo>
                  <a:lnTo>
                    <a:pt x="9240188" y="287689"/>
                  </a:lnTo>
                  <a:lnTo>
                    <a:pt x="9188297" y="322887"/>
                  </a:lnTo>
                  <a:lnTo>
                    <a:pt x="9137062" y="360770"/>
                  </a:lnTo>
                  <a:lnTo>
                    <a:pt x="9086188" y="401243"/>
                  </a:lnTo>
                  <a:lnTo>
                    <a:pt x="9035463" y="444134"/>
                  </a:lnTo>
                  <a:lnTo>
                    <a:pt x="8984750" y="489189"/>
                  </a:lnTo>
                  <a:lnTo>
                    <a:pt x="8933970" y="536072"/>
                  </a:lnTo>
                  <a:lnTo>
                    <a:pt x="8883099" y="584376"/>
                  </a:lnTo>
                  <a:lnTo>
                    <a:pt x="8832147" y="633636"/>
                  </a:lnTo>
                  <a:lnTo>
                    <a:pt x="8781153" y="683345"/>
                  </a:lnTo>
                  <a:lnTo>
                    <a:pt x="8730167" y="732976"/>
                  </a:lnTo>
                  <a:lnTo>
                    <a:pt x="8679236" y="782006"/>
                  </a:lnTo>
                  <a:lnTo>
                    <a:pt x="8628392" y="829939"/>
                  </a:lnTo>
                  <a:lnTo>
                    <a:pt x="8577636" y="876325"/>
                  </a:lnTo>
                  <a:lnTo>
                    <a:pt x="8526930" y="920776"/>
                  </a:lnTo>
                  <a:lnTo>
                    <a:pt x="8476179" y="962980"/>
                  </a:lnTo>
                  <a:lnTo>
                    <a:pt x="8425224" y="1002707"/>
                  </a:lnTo>
                  <a:lnTo>
                    <a:pt x="8373832" y="1039807"/>
                  </a:lnTo>
                  <a:lnTo>
                    <a:pt x="8321677" y="1074212"/>
                  </a:lnTo>
                  <a:lnTo>
                    <a:pt x="8268332" y="1105923"/>
                  </a:lnTo>
                  <a:lnTo>
                    <a:pt x="8229629" y="1126736"/>
                  </a:lnTo>
                  <a:lnTo>
                    <a:pt x="8177922" y="1151729"/>
                  </a:lnTo>
                  <a:lnTo>
                    <a:pt x="8123782" y="1174561"/>
                  </a:lnTo>
                  <a:lnTo>
                    <a:pt x="8066533" y="1195307"/>
                  </a:lnTo>
                  <a:lnTo>
                    <a:pt x="8005430" y="1214114"/>
                  </a:lnTo>
                  <a:lnTo>
                    <a:pt x="7939704" y="1231161"/>
                  </a:lnTo>
                  <a:lnTo>
                    <a:pt x="7868598" y="1246628"/>
                  </a:lnTo>
                  <a:lnTo>
                    <a:pt x="7791422" y="1260688"/>
                  </a:lnTo>
                  <a:lnTo>
                    <a:pt x="7707618" y="1273492"/>
                  </a:lnTo>
                  <a:lnTo>
                    <a:pt x="7616850" y="1285165"/>
                  </a:lnTo>
                  <a:lnTo>
                    <a:pt x="7519122" y="1295804"/>
                  </a:lnTo>
                  <a:lnTo>
                    <a:pt x="7414910" y="1305476"/>
                  </a:lnTo>
                  <a:lnTo>
                    <a:pt x="7305309" y="1314218"/>
                  </a:lnTo>
                  <a:lnTo>
                    <a:pt x="7192160" y="1322041"/>
                  </a:lnTo>
                  <a:lnTo>
                    <a:pt x="7078102" y="1328935"/>
                  </a:lnTo>
                  <a:lnTo>
                    <a:pt x="6966519" y="1334882"/>
                  </a:lnTo>
                  <a:lnTo>
                    <a:pt x="6861308" y="1339864"/>
                  </a:lnTo>
                  <a:lnTo>
                    <a:pt x="6766473" y="1343883"/>
                  </a:lnTo>
                  <a:lnTo>
                    <a:pt x="6685575" y="1346969"/>
                  </a:lnTo>
                  <a:lnTo>
                    <a:pt x="6621152" y="1349194"/>
                  </a:lnTo>
                  <a:lnTo>
                    <a:pt x="6574241" y="1350666"/>
                  </a:lnTo>
                  <a:lnTo>
                    <a:pt x="6544131" y="1351527"/>
                  </a:lnTo>
                  <a:lnTo>
                    <a:pt x="6528360" y="1351940"/>
                  </a:lnTo>
                  <a:lnTo>
                    <a:pt x="6522902" y="1352072"/>
                  </a:lnTo>
                  <a:lnTo>
                    <a:pt x="6522385" y="1352083"/>
                  </a:lnTo>
                  <a:lnTo>
                    <a:pt x="5527445" y="1352083"/>
                  </a:lnTo>
                  <a:lnTo>
                    <a:pt x="5526309" y="1352082"/>
                  </a:lnTo>
                  <a:lnTo>
                    <a:pt x="5518810" y="1352073"/>
                  </a:lnTo>
                  <a:lnTo>
                    <a:pt x="5499805" y="1352050"/>
                  </a:lnTo>
                  <a:lnTo>
                    <a:pt x="5465580" y="1352003"/>
                  </a:lnTo>
                  <a:lnTo>
                    <a:pt x="5414063" y="1351926"/>
                  </a:lnTo>
                  <a:lnTo>
                    <a:pt x="5344986" y="1351812"/>
                  </a:lnTo>
                  <a:lnTo>
                    <a:pt x="5259822" y="1351657"/>
                  </a:lnTo>
                  <a:lnTo>
                    <a:pt x="5161462" y="1351458"/>
                  </a:lnTo>
                  <a:lnTo>
                    <a:pt x="5053688" y="1351213"/>
                  </a:lnTo>
                  <a:lnTo>
                    <a:pt x="4940577" y="1350923"/>
                  </a:lnTo>
                  <a:lnTo>
                    <a:pt x="4825969" y="1350589"/>
                  </a:lnTo>
                  <a:lnTo>
                    <a:pt x="4713099" y="1350211"/>
                  </a:lnTo>
                  <a:lnTo>
                    <a:pt x="4604413" y="1349791"/>
                  </a:lnTo>
                  <a:lnTo>
                    <a:pt x="4501550" y="1349326"/>
                  </a:lnTo>
                  <a:lnTo>
                    <a:pt x="4405425" y="1348815"/>
                  </a:lnTo>
                  <a:lnTo>
                    <a:pt x="4316365" y="1348255"/>
                  </a:lnTo>
                  <a:lnTo>
                    <a:pt x="4234257" y="1347640"/>
                  </a:lnTo>
                  <a:lnTo>
                    <a:pt x="4158682" y="1346964"/>
                  </a:lnTo>
                  <a:lnTo>
                    <a:pt x="4089025" y="1346219"/>
                  </a:lnTo>
                  <a:lnTo>
                    <a:pt x="4024561" y="1345398"/>
                  </a:lnTo>
                  <a:lnTo>
                    <a:pt x="3964513" y="1344491"/>
                  </a:lnTo>
                  <a:lnTo>
                    <a:pt x="3908106" y="1343491"/>
                  </a:lnTo>
                  <a:lnTo>
                    <a:pt x="3854604" y="1342392"/>
                  </a:lnTo>
                  <a:lnTo>
                    <a:pt x="3820202" y="1341602"/>
                  </a:lnTo>
                  <a:lnTo>
                    <a:pt x="3758569" y="1340020"/>
                  </a:lnTo>
                  <a:lnTo>
                    <a:pt x="3698858" y="1338279"/>
                  </a:lnTo>
                  <a:lnTo>
                    <a:pt x="3640353" y="1336377"/>
                  </a:lnTo>
                  <a:lnTo>
                    <a:pt x="3582527" y="1334316"/>
                  </a:lnTo>
                  <a:lnTo>
                    <a:pt x="3525011" y="1332106"/>
                  </a:lnTo>
                  <a:lnTo>
                    <a:pt x="3467560" y="1329761"/>
                  </a:lnTo>
                  <a:lnTo>
                    <a:pt x="3410041" y="1327303"/>
                  </a:lnTo>
                  <a:lnTo>
                    <a:pt x="3352405" y="1324758"/>
                  </a:lnTo>
                  <a:lnTo>
                    <a:pt x="3294670" y="1322158"/>
                  </a:lnTo>
                  <a:lnTo>
                    <a:pt x="3236892" y="1319537"/>
                  </a:lnTo>
                  <a:lnTo>
                    <a:pt x="3179146" y="1316931"/>
                  </a:lnTo>
                  <a:lnTo>
                    <a:pt x="3121492" y="1314375"/>
                  </a:lnTo>
                  <a:lnTo>
                    <a:pt x="3063955" y="1311901"/>
                  </a:lnTo>
                  <a:lnTo>
                    <a:pt x="3006500" y="1309536"/>
                  </a:lnTo>
                  <a:lnTo>
                    <a:pt x="2949007" y="1307304"/>
                  </a:lnTo>
                  <a:lnTo>
                    <a:pt x="2891252" y="1305219"/>
                  </a:lnTo>
                  <a:lnTo>
                    <a:pt x="2832886" y="1303291"/>
                  </a:lnTo>
                  <a:lnTo>
                    <a:pt x="2773409" y="1301524"/>
                  </a:lnTo>
                  <a:lnTo>
                    <a:pt x="2712138" y="1299918"/>
                  </a:lnTo>
                  <a:lnTo>
                    <a:pt x="2702183" y="1299677"/>
                  </a:lnTo>
                  <a:lnTo>
                    <a:pt x="2650248" y="1298509"/>
                  </a:lnTo>
                  <a:lnTo>
                    <a:pt x="2595856" y="1297444"/>
                  </a:lnTo>
                  <a:lnTo>
                    <a:pt x="2538322" y="1296476"/>
                  </a:lnTo>
                  <a:lnTo>
                    <a:pt x="2476891" y="1295598"/>
                  </a:lnTo>
                  <a:lnTo>
                    <a:pt x="2410782" y="1294804"/>
                  </a:lnTo>
                  <a:lnTo>
                    <a:pt x="2339232" y="1294083"/>
                  </a:lnTo>
                  <a:lnTo>
                    <a:pt x="2261543" y="1293428"/>
                  </a:lnTo>
                  <a:lnTo>
                    <a:pt x="2177154" y="1292831"/>
                  </a:lnTo>
                  <a:lnTo>
                    <a:pt x="2085735" y="1292288"/>
                  </a:lnTo>
                  <a:lnTo>
                    <a:pt x="1987305" y="1291793"/>
                  </a:lnTo>
                  <a:lnTo>
                    <a:pt x="1882368" y="1291343"/>
                  </a:lnTo>
                  <a:lnTo>
                    <a:pt x="1772068" y="1290937"/>
                  </a:lnTo>
                  <a:lnTo>
                    <a:pt x="1658307" y="1290574"/>
                  </a:lnTo>
                  <a:lnTo>
                    <a:pt x="1543803" y="1290254"/>
                  </a:lnTo>
                  <a:lnTo>
                    <a:pt x="1432022" y="1289979"/>
                  </a:lnTo>
                  <a:lnTo>
                    <a:pt x="1326932" y="1289749"/>
                  </a:lnTo>
                  <a:lnTo>
                    <a:pt x="1232577" y="1289565"/>
                  </a:lnTo>
                  <a:lnTo>
                    <a:pt x="1152508" y="1289424"/>
                  </a:lnTo>
                  <a:lnTo>
                    <a:pt x="1089196" y="1289323"/>
                  </a:lnTo>
                  <a:lnTo>
                    <a:pt x="1043556" y="1289257"/>
                  </a:lnTo>
                  <a:lnTo>
                    <a:pt x="1014714" y="1289219"/>
                  </a:lnTo>
                  <a:lnTo>
                    <a:pt x="1000027" y="1289201"/>
                  </a:lnTo>
                  <a:lnTo>
                    <a:pt x="995283" y="1289196"/>
                  </a:lnTo>
                  <a:lnTo>
                    <a:pt x="994940" y="1289195"/>
                  </a:lnTo>
                  <a:lnTo>
                    <a:pt x="0" y="1289195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84" name="pl1083"/>
            <p:cNvSpPr/>
            <p:nvPr/>
          </p:nvSpPr>
          <p:spPr>
            <a:xfrm>
              <a:off x="1199187" y="3102290"/>
              <a:ext cx="12049831" cy="1352083"/>
            </a:xfrm>
            <a:custGeom>
              <a:avLst/>
              <a:pathLst>
                <a:path w="12049831" h="1352083">
                  <a:moveTo>
                    <a:pt x="0" y="1289195"/>
                  </a:moveTo>
                  <a:lnTo>
                    <a:pt x="994940" y="1289195"/>
                  </a:lnTo>
                  <a:lnTo>
                    <a:pt x="996076" y="1289197"/>
                  </a:lnTo>
                  <a:lnTo>
                    <a:pt x="1003575" y="1289205"/>
                  </a:lnTo>
                  <a:lnTo>
                    <a:pt x="1022580" y="1289229"/>
                  </a:lnTo>
                  <a:lnTo>
                    <a:pt x="1056805" y="1289275"/>
                  </a:lnTo>
                  <a:lnTo>
                    <a:pt x="1108322" y="1289352"/>
                  </a:lnTo>
                  <a:lnTo>
                    <a:pt x="1177399" y="1289466"/>
                  </a:lnTo>
                  <a:lnTo>
                    <a:pt x="1262563" y="1289621"/>
                  </a:lnTo>
                  <a:lnTo>
                    <a:pt x="1360923" y="1289821"/>
                  </a:lnTo>
                  <a:lnTo>
                    <a:pt x="1468697" y="1290066"/>
                  </a:lnTo>
                  <a:lnTo>
                    <a:pt x="1581808" y="1290356"/>
                  </a:lnTo>
                  <a:lnTo>
                    <a:pt x="1696416" y="1290690"/>
                  </a:lnTo>
                  <a:lnTo>
                    <a:pt x="1809286" y="1291067"/>
                  </a:lnTo>
                  <a:lnTo>
                    <a:pt x="1917972" y="1291488"/>
                  </a:lnTo>
                  <a:lnTo>
                    <a:pt x="2020835" y="1291952"/>
                  </a:lnTo>
                  <a:lnTo>
                    <a:pt x="2116960" y="1292463"/>
                  </a:lnTo>
                  <a:lnTo>
                    <a:pt x="2206020" y="1293024"/>
                  </a:lnTo>
                  <a:lnTo>
                    <a:pt x="2288128" y="1293639"/>
                  </a:lnTo>
                  <a:lnTo>
                    <a:pt x="2363703" y="1294315"/>
                  </a:lnTo>
                  <a:lnTo>
                    <a:pt x="2433360" y="1295059"/>
                  </a:lnTo>
                  <a:lnTo>
                    <a:pt x="2497824" y="1295881"/>
                  </a:lnTo>
                  <a:lnTo>
                    <a:pt x="2557872" y="1296787"/>
                  </a:lnTo>
                  <a:lnTo>
                    <a:pt x="2614279" y="1297787"/>
                  </a:lnTo>
                  <a:lnTo>
                    <a:pt x="2667781" y="1298887"/>
                  </a:lnTo>
                  <a:lnTo>
                    <a:pt x="2702183" y="1299677"/>
                  </a:lnTo>
                  <a:lnTo>
                    <a:pt x="2763816" y="1301259"/>
                  </a:lnTo>
                  <a:lnTo>
                    <a:pt x="2823527" y="1302999"/>
                  </a:lnTo>
                  <a:lnTo>
                    <a:pt x="2882032" y="1304902"/>
                  </a:lnTo>
                  <a:lnTo>
                    <a:pt x="2939858" y="1306962"/>
                  </a:lnTo>
                  <a:lnTo>
                    <a:pt x="2997374" y="1309172"/>
                  </a:lnTo>
                  <a:lnTo>
                    <a:pt x="3054825" y="1311517"/>
                  </a:lnTo>
                  <a:lnTo>
                    <a:pt x="3112344" y="1313976"/>
                  </a:lnTo>
                  <a:lnTo>
                    <a:pt x="3169980" y="1316521"/>
                  </a:lnTo>
                  <a:lnTo>
                    <a:pt x="3227715" y="1319121"/>
                  </a:lnTo>
                  <a:lnTo>
                    <a:pt x="3285493" y="1321742"/>
                  </a:lnTo>
                  <a:lnTo>
                    <a:pt x="3343239" y="1324348"/>
                  </a:lnTo>
                  <a:lnTo>
                    <a:pt x="3400893" y="1326903"/>
                  </a:lnTo>
                  <a:lnTo>
                    <a:pt x="3458430" y="1329378"/>
                  </a:lnTo>
                  <a:lnTo>
                    <a:pt x="3515885" y="1331742"/>
                  </a:lnTo>
                  <a:lnTo>
                    <a:pt x="3573378" y="1333975"/>
                  </a:lnTo>
                  <a:lnTo>
                    <a:pt x="3631133" y="1336060"/>
                  </a:lnTo>
                  <a:lnTo>
                    <a:pt x="3689499" y="1337988"/>
                  </a:lnTo>
                  <a:lnTo>
                    <a:pt x="3748976" y="1339754"/>
                  </a:lnTo>
                  <a:lnTo>
                    <a:pt x="3810247" y="1341361"/>
                  </a:lnTo>
                  <a:lnTo>
                    <a:pt x="3820202" y="1341602"/>
                  </a:lnTo>
                  <a:lnTo>
                    <a:pt x="3872137" y="1342769"/>
                  </a:lnTo>
                  <a:lnTo>
                    <a:pt x="3926529" y="1343835"/>
                  </a:lnTo>
                  <a:lnTo>
                    <a:pt x="3984063" y="1344803"/>
                  </a:lnTo>
                  <a:lnTo>
                    <a:pt x="4045494" y="1345680"/>
                  </a:lnTo>
                  <a:lnTo>
                    <a:pt x="4111603" y="1346475"/>
                  </a:lnTo>
                  <a:lnTo>
                    <a:pt x="4183153" y="1347196"/>
                  </a:lnTo>
                  <a:lnTo>
                    <a:pt x="4260842" y="1347851"/>
                  </a:lnTo>
                  <a:lnTo>
                    <a:pt x="4345231" y="1348447"/>
                  </a:lnTo>
                  <a:lnTo>
                    <a:pt x="4436650" y="1348991"/>
                  </a:lnTo>
                  <a:lnTo>
                    <a:pt x="4535080" y="1349486"/>
                  </a:lnTo>
                  <a:lnTo>
                    <a:pt x="4640017" y="1349936"/>
                  </a:lnTo>
                  <a:lnTo>
                    <a:pt x="4750317" y="1350342"/>
                  </a:lnTo>
                  <a:lnTo>
                    <a:pt x="4864078" y="1350705"/>
                  </a:lnTo>
                  <a:lnTo>
                    <a:pt x="4978582" y="1351024"/>
                  </a:lnTo>
                  <a:lnTo>
                    <a:pt x="5090363" y="1351299"/>
                  </a:lnTo>
                  <a:lnTo>
                    <a:pt x="5195453" y="1351529"/>
                  </a:lnTo>
                  <a:lnTo>
                    <a:pt x="5289808" y="1351714"/>
                  </a:lnTo>
                  <a:lnTo>
                    <a:pt x="5369877" y="1351855"/>
                  </a:lnTo>
                  <a:lnTo>
                    <a:pt x="5433189" y="1351956"/>
                  </a:lnTo>
                  <a:lnTo>
                    <a:pt x="5478829" y="1352022"/>
                  </a:lnTo>
                  <a:lnTo>
                    <a:pt x="5507671" y="1352060"/>
                  </a:lnTo>
                  <a:lnTo>
                    <a:pt x="5522358" y="1352077"/>
                  </a:lnTo>
                  <a:lnTo>
                    <a:pt x="5527102" y="1352083"/>
                  </a:lnTo>
                  <a:lnTo>
                    <a:pt x="5527445" y="1352083"/>
                  </a:lnTo>
                  <a:lnTo>
                    <a:pt x="6522385" y="1352083"/>
                  </a:lnTo>
                  <a:lnTo>
                    <a:pt x="6523508" y="1352058"/>
                  </a:lnTo>
                  <a:lnTo>
                    <a:pt x="6530914" y="1351876"/>
                  </a:lnTo>
                  <a:lnTo>
                    <a:pt x="6549690" y="1351374"/>
                  </a:lnTo>
                  <a:lnTo>
                    <a:pt x="6583520" y="1350386"/>
                  </a:lnTo>
                  <a:lnTo>
                    <a:pt x="6634473" y="1348752"/>
                  </a:lnTo>
                  <a:lnTo>
                    <a:pt x="6702851" y="1346337"/>
                  </a:lnTo>
                  <a:lnTo>
                    <a:pt x="6787236" y="1343040"/>
                  </a:lnTo>
                  <a:lnTo>
                    <a:pt x="6884806" y="1338800"/>
                  </a:lnTo>
                  <a:lnTo>
                    <a:pt x="6991847" y="1333595"/>
                  </a:lnTo>
                  <a:lnTo>
                    <a:pt x="7104334" y="1327428"/>
                  </a:lnTo>
                  <a:lnTo>
                    <a:pt x="7218458" y="1320317"/>
                  </a:lnTo>
                  <a:lnTo>
                    <a:pt x="7330993" y="1312283"/>
                  </a:lnTo>
                  <a:lnTo>
                    <a:pt x="7439485" y="1303328"/>
                  </a:lnTo>
                  <a:lnTo>
                    <a:pt x="7542274" y="1293437"/>
                  </a:lnTo>
                  <a:lnTo>
                    <a:pt x="7638419" y="1282566"/>
                  </a:lnTo>
                  <a:lnTo>
                    <a:pt x="7727565" y="1270642"/>
                  </a:lnTo>
                  <a:lnTo>
                    <a:pt x="7809800" y="1257561"/>
                  </a:lnTo>
                  <a:lnTo>
                    <a:pt x="7885520" y="1243190"/>
                  </a:lnTo>
                  <a:lnTo>
                    <a:pt x="7955320" y="1227374"/>
                  </a:lnTo>
                  <a:lnTo>
                    <a:pt x="8019911" y="1209938"/>
                  </a:lnTo>
                  <a:lnTo>
                    <a:pt x="8080057" y="1190698"/>
                  </a:lnTo>
                  <a:lnTo>
                    <a:pt x="8136525" y="1169482"/>
                  </a:lnTo>
                  <a:lnTo>
                    <a:pt x="8190046" y="1146155"/>
                  </a:lnTo>
                  <a:lnTo>
                    <a:pt x="8229629" y="1126736"/>
                  </a:lnTo>
                  <a:lnTo>
                    <a:pt x="8284144" y="1096891"/>
                  </a:lnTo>
                  <a:lnTo>
                    <a:pt x="8337088" y="1064394"/>
                  </a:lnTo>
                  <a:lnTo>
                    <a:pt x="8388979" y="1029195"/>
                  </a:lnTo>
                  <a:lnTo>
                    <a:pt x="8440214" y="991313"/>
                  </a:lnTo>
                  <a:lnTo>
                    <a:pt x="8491088" y="950840"/>
                  </a:lnTo>
                  <a:lnTo>
                    <a:pt x="8541813" y="907949"/>
                  </a:lnTo>
                  <a:lnTo>
                    <a:pt x="8592527" y="862894"/>
                  </a:lnTo>
                  <a:lnTo>
                    <a:pt x="8643306" y="816011"/>
                  </a:lnTo>
                  <a:lnTo>
                    <a:pt x="8694178" y="767707"/>
                  </a:lnTo>
                  <a:lnTo>
                    <a:pt x="8745129" y="718447"/>
                  </a:lnTo>
                  <a:lnTo>
                    <a:pt x="8796123" y="668738"/>
                  </a:lnTo>
                  <a:lnTo>
                    <a:pt x="8847109" y="619107"/>
                  </a:lnTo>
                  <a:lnTo>
                    <a:pt x="8898041" y="570076"/>
                  </a:lnTo>
                  <a:lnTo>
                    <a:pt x="8948885" y="522143"/>
                  </a:lnTo>
                  <a:lnTo>
                    <a:pt x="8999640" y="475758"/>
                  </a:lnTo>
                  <a:lnTo>
                    <a:pt x="9050347" y="431307"/>
                  </a:lnTo>
                  <a:lnTo>
                    <a:pt x="9101098" y="389103"/>
                  </a:lnTo>
                  <a:lnTo>
                    <a:pt x="9152052" y="349376"/>
                  </a:lnTo>
                  <a:lnTo>
                    <a:pt x="9203445" y="312275"/>
                  </a:lnTo>
                  <a:lnTo>
                    <a:pt x="9255599" y="277871"/>
                  </a:lnTo>
                  <a:lnTo>
                    <a:pt x="9308945" y="246160"/>
                  </a:lnTo>
                  <a:lnTo>
                    <a:pt x="9347647" y="225347"/>
                  </a:lnTo>
                  <a:lnTo>
                    <a:pt x="9399354" y="200353"/>
                  </a:lnTo>
                  <a:lnTo>
                    <a:pt x="9453494" y="177522"/>
                  </a:lnTo>
                  <a:lnTo>
                    <a:pt x="9510744" y="156776"/>
                  </a:lnTo>
                  <a:lnTo>
                    <a:pt x="9571846" y="137968"/>
                  </a:lnTo>
                  <a:lnTo>
                    <a:pt x="9637573" y="120922"/>
                  </a:lnTo>
                  <a:lnTo>
                    <a:pt x="9708679" y="105454"/>
                  </a:lnTo>
                  <a:lnTo>
                    <a:pt x="9785855" y="91394"/>
                  </a:lnTo>
                  <a:lnTo>
                    <a:pt x="9869659" y="78591"/>
                  </a:lnTo>
                  <a:lnTo>
                    <a:pt x="9960426" y="66917"/>
                  </a:lnTo>
                  <a:lnTo>
                    <a:pt x="10058155" y="56278"/>
                  </a:lnTo>
                  <a:lnTo>
                    <a:pt x="10162367" y="46606"/>
                  </a:lnTo>
                  <a:lnTo>
                    <a:pt x="10271967" y="37865"/>
                  </a:lnTo>
                  <a:lnTo>
                    <a:pt x="10385117" y="30042"/>
                  </a:lnTo>
                  <a:lnTo>
                    <a:pt x="10499175" y="23148"/>
                  </a:lnTo>
                  <a:lnTo>
                    <a:pt x="10610758" y="17201"/>
                  </a:lnTo>
                  <a:lnTo>
                    <a:pt x="10715969" y="12218"/>
                  </a:lnTo>
                  <a:lnTo>
                    <a:pt x="10810804" y="8200"/>
                  </a:lnTo>
                  <a:lnTo>
                    <a:pt x="10891701" y="5113"/>
                  </a:lnTo>
                  <a:lnTo>
                    <a:pt x="10956125" y="2889"/>
                  </a:lnTo>
                  <a:lnTo>
                    <a:pt x="11003035" y="1417"/>
                  </a:lnTo>
                  <a:lnTo>
                    <a:pt x="11033145" y="555"/>
                  </a:lnTo>
                  <a:lnTo>
                    <a:pt x="11048916" y="142"/>
                  </a:lnTo>
                  <a:lnTo>
                    <a:pt x="11054374" y="1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5" name="pl1084"/>
            <p:cNvSpPr/>
            <p:nvPr/>
          </p:nvSpPr>
          <p:spPr>
            <a:xfrm>
              <a:off x="1199187" y="3091809"/>
              <a:ext cx="12049831" cy="1352083"/>
            </a:xfrm>
            <a:custGeom>
              <a:avLst/>
              <a:pathLst>
                <a:path w="12049831" h="1352083">
                  <a:moveTo>
                    <a:pt x="12049831" y="0"/>
                  </a:moveTo>
                  <a:lnTo>
                    <a:pt x="11054891" y="0"/>
                  </a:lnTo>
                  <a:lnTo>
                    <a:pt x="11053769" y="25"/>
                  </a:lnTo>
                  <a:lnTo>
                    <a:pt x="11046362" y="207"/>
                  </a:lnTo>
                  <a:lnTo>
                    <a:pt x="11027587" y="708"/>
                  </a:lnTo>
                  <a:lnTo>
                    <a:pt x="10993757" y="1697"/>
                  </a:lnTo>
                  <a:lnTo>
                    <a:pt x="10942803" y="3331"/>
                  </a:lnTo>
                  <a:lnTo>
                    <a:pt x="10874426" y="5746"/>
                  </a:lnTo>
                  <a:lnTo>
                    <a:pt x="10790041" y="9042"/>
                  </a:lnTo>
                  <a:lnTo>
                    <a:pt x="10692470" y="13282"/>
                  </a:lnTo>
                  <a:lnTo>
                    <a:pt x="10585429" y="18488"/>
                  </a:lnTo>
                  <a:lnTo>
                    <a:pt x="10472943" y="24655"/>
                  </a:lnTo>
                  <a:lnTo>
                    <a:pt x="10358819" y="31765"/>
                  </a:lnTo>
                  <a:lnTo>
                    <a:pt x="10246283" y="39800"/>
                  </a:lnTo>
                  <a:lnTo>
                    <a:pt x="10137791" y="48755"/>
                  </a:lnTo>
                  <a:lnTo>
                    <a:pt x="10035003" y="58645"/>
                  </a:lnTo>
                  <a:lnTo>
                    <a:pt x="9938858" y="69516"/>
                  </a:lnTo>
                  <a:lnTo>
                    <a:pt x="9849711" y="81441"/>
                  </a:lnTo>
                  <a:lnTo>
                    <a:pt x="9767476" y="94522"/>
                  </a:lnTo>
                  <a:lnTo>
                    <a:pt x="9691756" y="108893"/>
                  </a:lnTo>
                  <a:lnTo>
                    <a:pt x="9621956" y="124708"/>
                  </a:lnTo>
                  <a:lnTo>
                    <a:pt x="9557365" y="142145"/>
                  </a:lnTo>
                  <a:lnTo>
                    <a:pt x="9497220" y="161385"/>
                  </a:lnTo>
                  <a:lnTo>
                    <a:pt x="9440752" y="182601"/>
                  </a:lnTo>
                  <a:lnTo>
                    <a:pt x="9387230" y="205928"/>
                  </a:lnTo>
                  <a:lnTo>
                    <a:pt x="9347647" y="225347"/>
                  </a:lnTo>
                  <a:lnTo>
                    <a:pt x="9293133" y="255191"/>
                  </a:lnTo>
                  <a:lnTo>
                    <a:pt x="9240188" y="287689"/>
                  </a:lnTo>
                  <a:lnTo>
                    <a:pt x="9188297" y="322887"/>
                  </a:lnTo>
                  <a:lnTo>
                    <a:pt x="9137062" y="360770"/>
                  </a:lnTo>
                  <a:lnTo>
                    <a:pt x="9086188" y="401243"/>
                  </a:lnTo>
                  <a:lnTo>
                    <a:pt x="9035463" y="444134"/>
                  </a:lnTo>
                  <a:lnTo>
                    <a:pt x="8984750" y="489189"/>
                  </a:lnTo>
                  <a:lnTo>
                    <a:pt x="8933970" y="536072"/>
                  </a:lnTo>
                  <a:lnTo>
                    <a:pt x="8883099" y="584376"/>
                  </a:lnTo>
                  <a:lnTo>
                    <a:pt x="8832147" y="633636"/>
                  </a:lnTo>
                  <a:lnTo>
                    <a:pt x="8781153" y="683345"/>
                  </a:lnTo>
                  <a:lnTo>
                    <a:pt x="8730167" y="732976"/>
                  </a:lnTo>
                  <a:lnTo>
                    <a:pt x="8679236" y="782006"/>
                  </a:lnTo>
                  <a:lnTo>
                    <a:pt x="8628392" y="829939"/>
                  </a:lnTo>
                  <a:lnTo>
                    <a:pt x="8577636" y="876325"/>
                  </a:lnTo>
                  <a:lnTo>
                    <a:pt x="8526930" y="920776"/>
                  </a:lnTo>
                  <a:lnTo>
                    <a:pt x="8476179" y="962980"/>
                  </a:lnTo>
                  <a:lnTo>
                    <a:pt x="8425224" y="1002707"/>
                  </a:lnTo>
                  <a:lnTo>
                    <a:pt x="8373832" y="1039807"/>
                  </a:lnTo>
                  <a:lnTo>
                    <a:pt x="8321677" y="1074212"/>
                  </a:lnTo>
                  <a:lnTo>
                    <a:pt x="8268332" y="1105923"/>
                  </a:lnTo>
                  <a:lnTo>
                    <a:pt x="8229629" y="1126736"/>
                  </a:lnTo>
                  <a:lnTo>
                    <a:pt x="8177922" y="1151729"/>
                  </a:lnTo>
                  <a:lnTo>
                    <a:pt x="8123782" y="1174561"/>
                  </a:lnTo>
                  <a:lnTo>
                    <a:pt x="8066533" y="1195307"/>
                  </a:lnTo>
                  <a:lnTo>
                    <a:pt x="8005430" y="1214114"/>
                  </a:lnTo>
                  <a:lnTo>
                    <a:pt x="7939704" y="1231161"/>
                  </a:lnTo>
                  <a:lnTo>
                    <a:pt x="7868598" y="1246628"/>
                  </a:lnTo>
                  <a:lnTo>
                    <a:pt x="7791422" y="1260688"/>
                  </a:lnTo>
                  <a:lnTo>
                    <a:pt x="7707618" y="1273492"/>
                  </a:lnTo>
                  <a:lnTo>
                    <a:pt x="7616850" y="1285165"/>
                  </a:lnTo>
                  <a:lnTo>
                    <a:pt x="7519122" y="1295804"/>
                  </a:lnTo>
                  <a:lnTo>
                    <a:pt x="7414910" y="1305476"/>
                  </a:lnTo>
                  <a:lnTo>
                    <a:pt x="7305309" y="1314218"/>
                  </a:lnTo>
                  <a:lnTo>
                    <a:pt x="7192160" y="1322041"/>
                  </a:lnTo>
                  <a:lnTo>
                    <a:pt x="7078102" y="1328935"/>
                  </a:lnTo>
                  <a:lnTo>
                    <a:pt x="6966519" y="1334882"/>
                  </a:lnTo>
                  <a:lnTo>
                    <a:pt x="6861308" y="1339864"/>
                  </a:lnTo>
                  <a:lnTo>
                    <a:pt x="6766473" y="1343883"/>
                  </a:lnTo>
                  <a:lnTo>
                    <a:pt x="6685575" y="1346969"/>
                  </a:lnTo>
                  <a:lnTo>
                    <a:pt x="6621152" y="1349194"/>
                  </a:lnTo>
                  <a:lnTo>
                    <a:pt x="6574241" y="1350666"/>
                  </a:lnTo>
                  <a:lnTo>
                    <a:pt x="6544131" y="1351527"/>
                  </a:lnTo>
                  <a:lnTo>
                    <a:pt x="6528360" y="1351940"/>
                  </a:lnTo>
                  <a:lnTo>
                    <a:pt x="6522902" y="1352072"/>
                  </a:lnTo>
                  <a:lnTo>
                    <a:pt x="6522385" y="1352083"/>
                  </a:lnTo>
                  <a:lnTo>
                    <a:pt x="5527445" y="1352083"/>
                  </a:lnTo>
                  <a:lnTo>
                    <a:pt x="5526309" y="1352082"/>
                  </a:lnTo>
                  <a:lnTo>
                    <a:pt x="5518810" y="1352073"/>
                  </a:lnTo>
                  <a:lnTo>
                    <a:pt x="5499805" y="1352050"/>
                  </a:lnTo>
                  <a:lnTo>
                    <a:pt x="5465580" y="1352003"/>
                  </a:lnTo>
                  <a:lnTo>
                    <a:pt x="5414063" y="1351926"/>
                  </a:lnTo>
                  <a:lnTo>
                    <a:pt x="5344986" y="1351812"/>
                  </a:lnTo>
                  <a:lnTo>
                    <a:pt x="5259822" y="1351657"/>
                  </a:lnTo>
                  <a:lnTo>
                    <a:pt x="5161462" y="1351458"/>
                  </a:lnTo>
                  <a:lnTo>
                    <a:pt x="5053688" y="1351213"/>
                  </a:lnTo>
                  <a:lnTo>
                    <a:pt x="4940577" y="1350923"/>
                  </a:lnTo>
                  <a:lnTo>
                    <a:pt x="4825969" y="1350589"/>
                  </a:lnTo>
                  <a:lnTo>
                    <a:pt x="4713099" y="1350211"/>
                  </a:lnTo>
                  <a:lnTo>
                    <a:pt x="4604413" y="1349791"/>
                  </a:lnTo>
                  <a:lnTo>
                    <a:pt x="4501550" y="1349326"/>
                  </a:lnTo>
                  <a:lnTo>
                    <a:pt x="4405425" y="1348815"/>
                  </a:lnTo>
                  <a:lnTo>
                    <a:pt x="4316365" y="1348255"/>
                  </a:lnTo>
                  <a:lnTo>
                    <a:pt x="4234257" y="1347640"/>
                  </a:lnTo>
                  <a:lnTo>
                    <a:pt x="4158682" y="1346964"/>
                  </a:lnTo>
                  <a:lnTo>
                    <a:pt x="4089025" y="1346219"/>
                  </a:lnTo>
                  <a:lnTo>
                    <a:pt x="4024561" y="1345398"/>
                  </a:lnTo>
                  <a:lnTo>
                    <a:pt x="3964513" y="1344491"/>
                  </a:lnTo>
                  <a:lnTo>
                    <a:pt x="3908106" y="1343491"/>
                  </a:lnTo>
                  <a:lnTo>
                    <a:pt x="3854604" y="1342392"/>
                  </a:lnTo>
                  <a:lnTo>
                    <a:pt x="3820202" y="1341602"/>
                  </a:lnTo>
                  <a:lnTo>
                    <a:pt x="3758569" y="1340020"/>
                  </a:lnTo>
                  <a:lnTo>
                    <a:pt x="3698858" y="1338279"/>
                  </a:lnTo>
                  <a:lnTo>
                    <a:pt x="3640353" y="1336377"/>
                  </a:lnTo>
                  <a:lnTo>
                    <a:pt x="3582527" y="1334316"/>
                  </a:lnTo>
                  <a:lnTo>
                    <a:pt x="3525011" y="1332106"/>
                  </a:lnTo>
                  <a:lnTo>
                    <a:pt x="3467560" y="1329761"/>
                  </a:lnTo>
                  <a:lnTo>
                    <a:pt x="3410041" y="1327303"/>
                  </a:lnTo>
                  <a:lnTo>
                    <a:pt x="3352405" y="1324758"/>
                  </a:lnTo>
                  <a:lnTo>
                    <a:pt x="3294670" y="1322158"/>
                  </a:lnTo>
                  <a:lnTo>
                    <a:pt x="3236892" y="1319537"/>
                  </a:lnTo>
                  <a:lnTo>
                    <a:pt x="3179146" y="1316931"/>
                  </a:lnTo>
                  <a:lnTo>
                    <a:pt x="3121492" y="1314375"/>
                  </a:lnTo>
                  <a:lnTo>
                    <a:pt x="3063955" y="1311901"/>
                  </a:lnTo>
                  <a:lnTo>
                    <a:pt x="3006500" y="1309536"/>
                  </a:lnTo>
                  <a:lnTo>
                    <a:pt x="2949007" y="1307304"/>
                  </a:lnTo>
                  <a:lnTo>
                    <a:pt x="2891252" y="1305219"/>
                  </a:lnTo>
                  <a:lnTo>
                    <a:pt x="2832886" y="1303291"/>
                  </a:lnTo>
                  <a:lnTo>
                    <a:pt x="2773409" y="1301524"/>
                  </a:lnTo>
                  <a:lnTo>
                    <a:pt x="2712138" y="1299918"/>
                  </a:lnTo>
                  <a:lnTo>
                    <a:pt x="2702183" y="1299677"/>
                  </a:lnTo>
                  <a:lnTo>
                    <a:pt x="2650248" y="1298509"/>
                  </a:lnTo>
                  <a:lnTo>
                    <a:pt x="2595856" y="1297444"/>
                  </a:lnTo>
                  <a:lnTo>
                    <a:pt x="2538322" y="1296476"/>
                  </a:lnTo>
                  <a:lnTo>
                    <a:pt x="2476891" y="1295598"/>
                  </a:lnTo>
                  <a:lnTo>
                    <a:pt x="2410782" y="1294804"/>
                  </a:lnTo>
                  <a:lnTo>
                    <a:pt x="2339232" y="1294083"/>
                  </a:lnTo>
                  <a:lnTo>
                    <a:pt x="2261543" y="1293428"/>
                  </a:lnTo>
                  <a:lnTo>
                    <a:pt x="2177154" y="1292831"/>
                  </a:lnTo>
                  <a:lnTo>
                    <a:pt x="2085735" y="1292288"/>
                  </a:lnTo>
                  <a:lnTo>
                    <a:pt x="1987305" y="1291793"/>
                  </a:lnTo>
                  <a:lnTo>
                    <a:pt x="1882368" y="1291343"/>
                  </a:lnTo>
                  <a:lnTo>
                    <a:pt x="1772068" y="1290937"/>
                  </a:lnTo>
                  <a:lnTo>
                    <a:pt x="1658307" y="1290574"/>
                  </a:lnTo>
                  <a:lnTo>
                    <a:pt x="1543803" y="1290254"/>
                  </a:lnTo>
                  <a:lnTo>
                    <a:pt x="1432022" y="1289979"/>
                  </a:lnTo>
                  <a:lnTo>
                    <a:pt x="1326932" y="1289749"/>
                  </a:lnTo>
                  <a:lnTo>
                    <a:pt x="1232577" y="1289565"/>
                  </a:lnTo>
                  <a:lnTo>
                    <a:pt x="1152508" y="1289424"/>
                  </a:lnTo>
                  <a:lnTo>
                    <a:pt x="1089196" y="1289323"/>
                  </a:lnTo>
                  <a:lnTo>
                    <a:pt x="1043556" y="1289257"/>
                  </a:lnTo>
                  <a:lnTo>
                    <a:pt x="1014714" y="1289219"/>
                  </a:lnTo>
                  <a:lnTo>
                    <a:pt x="1000027" y="1289201"/>
                  </a:lnTo>
                  <a:lnTo>
                    <a:pt x="995283" y="1289196"/>
                  </a:lnTo>
                  <a:lnTo>
                    <a:pt x="994940" y="1289195"/>
                  </a:lnTo>
                  <a:lnTo>
                    <a:pt x="0" y="1289195"/>
                  </a:lnTo>
                  <a:lnTo>
                    <a:pt x="0" y="12891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6" name="pg1085"/>
            <p:cNvSpPr/>
            <p:nvPr/>
          </p:nvSpPr>
          <p:spPr>
            <a:xfrm>
              <a:off x="1199187" y="4391486"/>
              <a:ext cx="12049831" cy="953795"/>
            </a:xfrm>
            <a:custGeom>
              <a:avLst/>
              <a:pathLst>
                <a:path w="12049831" h="953795">
                  <a:moveTo>
                    <a:pt x="0" y="10481"/>
                  </a:moveTo>
                  <a:lnTo>
                    <a:pt x="994940" y="10481"/>
                  </a:lnTo>
                  <a:lnTo>
                    <a:pt x="996076" y="10483"/>
                  </a:lnTo>
                  <a:lnTo>
                    <a:pt x="1003575" y="10499"/>
                  </a:lnTo>
                  <a:lnTo>
                    <a:pt x="1022578" y="10545"/>
                  </a:lnTo>
                  <a:lnTo>
                    <a:pt x="1056801" y="10634"/>
                  </a:lnTo>
                  <a:lnTo>
                    <a:pt x="1108314" y="10782"/>
                  </a:lnTo>
                  <a:lnTo>
                    <a:pt x="1177387" y="11000"/>
                  </a:lnTo>
                  <a:lnTo>
                    <a:pt x="1262547" y="11297"/>
                  </a:lnTo>
                  <a:lnTo>
                    <a:pt x="1360902" y="11679"/>
                  </a:lnTo>
                  <a:lnTo>
                    <a:pt x="1468672" y="12149"/>
                  </a:lnTo>
                  <a:lnTo>
                    <a:pt x="1581779" y="12704"/>
                  </a:lnTo>
                  <a:lnTo>
                    <a:pt x="1696384" y="13345"/>
                  </a:lnTo>
                  <a:lnTo>
                    <a:pt x="1809253" y="14068"/>
                  </a:lnTo>
                  <a:lnTo>
                    <a:pt x="1917937" y="14874"/>
                  </a:lnTo>
                  <a:lnTo>
                    <a:pt x="2020800" y="15765"/>
                  </a:lnTo>
                  <a:lnTo>
                    <a:pt x="2116925" y="16744"/>
                  </a:lnTo>
                  <a:lnTo>
                    <a:pt x="2205986" y="17818"/>
                  </a:lnTo>
                  <a:lnTo>
                    <a:pt x="2288095" y="18997"/>
                  </a:lnTo>
                  <a:lnTo>
                    <a:pt x="2363670" y="20292"/>
                  </a:lnTo>
                  <a:lnTo>
                    <a:pt x="2433328" y="21719"/>
                  </a:lnTo>
                  <a:lnTo>
                    <a:pt x="2497793" y="23293"/>
                  </a:lnTo>
                  <a:lnTo>
                    <a:pt x="2557841" y="25031"/>
                  </a:lnTo>
                  <a:lnTo>
                    <a:pt x="2614248" y="26947"/>
                  </a:lnTo>
                  <a:lnTo>
                    <a:pt x="2667751" y="29055"/>
                  </a:lnTo>
                  <a:lnTo>
                    <a:pt x="2702183" y="30570"/>
                  </a:lnTo>
                  <a:lnTo>
                    <a:pt x="2763760" y="33599"/>
                  </a:lnTo>
                  <a:lnTo>
                    <a:pt x="2823417" y="36932"/>
                  </a:lnTo>
                  <a:lnTo>
                    <a:pt x="2881869" y="40573"/>
                  </a:lnTo>
                  <a:lnTo>
                    <a:pt x="2939642" y="44518"/>
                  </a:lnTo>
                  <a:lnTo>
                    <a:pt x="2997105" y="48750"/>
                  </a:lnTo>
                  <a:lnTo>
                    <a:pt x="3054502" y="53239"/>
                  </a:lnTo>
                  <a:lnTo>
                    <a:pt x="3111967" y="57945"/>
                  </a:lnTo>
                  <a:lnTo>
                    <a:pt x="3169548" y="62817"/>
                  </a:lnTo>
                  <a:lnTo>
                    <a:pt x="3227228" y="67796"/>
                  </a:lnTo>
                  <a:lnTo>
                    <a:pt x="3284952" y="72814"/>
                  </a:lnTo>
                  <a:lnTo>
                    <a:pt x="3342645" y="77804"/>
                  </a:lnTo>
                  <a:lnTo>
                    <a:pt x="3400246" y="82700"/>
                  </a:lnTo>
                  <a:lnTo>
                    <a:pt x="3457730" y="87440"/>
                  </a:lnTo>
                  <a:lnTo>
                    <a:pt x="3515131" y="91971"/>
                  </a:lnTo>
                  <a:lnTo>
                    <a:pt x="3572569" y="96250"/>
                  </a:lnTo>
                  <a:lnTo>
                    <a:pt x="3630264" y="100247"/>
                  </a:lnTo>
                  <a:lnTo>
                    <a:pt x="3688563" y="103943"/>
                  </a:lnTo>
                  <a:lnTo>
                    <a:pt x="3747961" y="107330"/>
                  </a:lnTo>
                  <a:lnTo>
                    <a:pt x="3809136" y="110412"/>
                  </a:lnTo>
                  <a:lnTo>
                    <a:pt x="3820202" y="110926"/>
                  </a:lnTo>
                  <a:lnTo>
                    <a:pt x="3872135" y="113164"/>
                  </a:lnTo>
                  <a:lnTo>
                    <a:pt x="3926526" y="115206"/>
                  </a:lnTo>
                  <a:lnTo>
                    <a:pt x="3984059" y="117062"/>
                  </a:lnTo>
                  <a:lnTo>
                    <a:pt x="4045488" y="118743"/>
                  </a:lnTo>
                  <a:lnTo>
                    <a:pt x="4111594" y="120266"/>
                  </a:lnTo>
                  <a:lnTo>
                    <a:pt x="4183142" y="121648"/>
                  </a:lnTo>
                  <a:lnTo>
                    <a:pt x="4260828" y="122904"/>
                  </a:lnTo>
                  <a:lnTo>
                    <a:pt x="4345214" y="124047"/>
                  </a:lnTo>
                  <a:lnTo>
                    <a:pt x="4436628" y="125088"/>
                  </a:lnTo>
                  <a:lnTo>
                    <a:pt x="4535055" y="126037"/>
                  </a:lnTo>
                  <a:lnTo>
                    <a:pt x="4639987" y="126899"/>
                  </a:lnTo>
                  <a:lnTo>
                    <a:pt x="4750283" y="127678"/>
                  </a:lnTo>
                  <a:lnTo>
                    <a:pt x="4864040" y="128374"/>
                  </a:lnTo>
                  <a:lnTo>
                    <a:pt x="4978542" y="128986"/>
                  </a:lnTo>
                  <a:lnTo>
                    <a:pt x="5090322" y="129513"/>
                  </a:lnTo>
                  <a:lnTo>
                    <a:pt x="5195413" y="129953"/>
                  </a:lnTo>
                  <a:lnTo>
                    <a:pt x="5289771" y="130307"/>
                  </a:lnTo>
                  <a:lnTo>
                    <a:pt x="5369844" y="130577"/>
                  </a:lnTo>
                  <a:lnTo>
                    <a:pt x="5433163" y="130771"/>
                  </a:lnTo>
                  <a:lnTo>
                    <a:pt x="5478810" y="130898"/>
                  </a:lnTo>
                  <a:lnTo>
                    <a:pt x="5507660" y="130971"/>
                  </a:lnTo>
                  <a:lnTo>
                    <a:pt x="5522353" y="131005"/>
                  </a:lnTo>
                  <a:lnTo>
                    <a:pt x="5527101" y="131015"/>
                  </a:lnTo>
                  <a:lnTo>
                    <a:pt x="5527445" y="131015"/>
                  </a:lnTo>
                  <a:lnTo>
                    <a:pt x="6522385" y="131015"/>
                  </a:lnTo>
                  <a:lnTo>
                    <a:pt x="6523517" y="131031"/>
                  </a:lnTo>
                  <a:lnTo>
                    <a:pt x="6530981" y="131142"/>
                  </a:lnTo>
                  <a:lnTo>
                    <a:pt x="6549900" y="131450"/>
                  </a:lnTo>
                  <a:lnTo>
                    <a:pt x="6583979" y="132057"/>
                  </a:lnTo>
                  <a:lnTo>
                    <a:pt x="6635286" y="133059"/>
                  </a:lnTo>
                  <a:lnTo>
                    <a:pt x="6704103" y="134540"/>
                  </a:lnTo>
                  <a:lnTo>
                    <a:pt x="6788977" y="136562"/>
                  </a:lnTo>
                  <a:lnTo>
                    <a:pt x="6887044" y="139161"/>
                  </a:lnTo>
                  <a:lnTo>
                    <a:pt x="6994546" y="142351"/>
                  </a:lnTo>
                  <a:lnTo>
                    <a:pt x="7107426" y="146129"/>
                  </a:lnTo>
                  <a:lnTo>
                    <a:pt x="7221855" y="150483"/>
                  </a:lnTo>
                  <a:lnTo>
                    <a:pt x="7334602" y="155404"/>
                  </a:lnTo>
                  <a:lnTo>
                    <a:pt x="7443216" y="160887"/>
                  </a:lnTo>
                  <a:lnTo>
                    <a:pt x="7546052" y="166943"/>
                  </a:lnTo>
                  <a:lnTo>
                    <a:pt x="7642185" y="173601"/>
                  </a:lnTo>
                  <a:lnTo>
                    <a:pt x="7731278" y="180905"/>
                  </a:lnTo>
                  <a:lnTo>
                    <a:pt x="7813433" y="188920"/>
                  </a:lnTo>
                  <a:lnTo>
                    <a:pt x="7889062" y="197729"/>
                  </a:lnTo>
                  <a:lnTo>
                    <a:pt x="7958772" y="207426"/>
                  </a:lnTo>
                  <a:lnTo>
                    <a:pt x="8023283" y="218121"/>
                  </a:lnTo>
                  <a:lnTo>
                    <a:pt x="8083367" y="229925"/>
                  </a:lnTo>
                  <a:lnTo>
                    <a:pt x="8139796" y="242944"/>
                  </a:lnTo>
                  <a:lnTo>
                    <a:pt x="8193305" y="257258"/>
                  </a:lnTo>
                  <a:lnTo>
                    <a:pt x="8229629" y="268145"/>
                  </a:lnTo>
                  <a:lnTo>
                    <a:pt x="8288102" y="287712"/>
                  </a:lnTo>
                  <a:lnTo>
                    <a:pt x="8344811" y="309143"/>
                  </a:lnTo>
                  <a:lnTo>
                    <a:pt x="8400380" y="332471"/>
                  </a:lnTo>
                  <a:lnTo>
                    <a:pt x="8455275" y="357672"/>
                  </a:lnTo>
                  <a:lnTo>
                    <a:pt x="8509834" y="384660"/>
                  </a:lnTo>
                  <a:lnTo>
                    <a:pt x="8564288" y="413285"/>
                  </a:lnTo>
                  <a:lnTo>
                    <a:pt x="8618776" y="443330"/>
                  </a:lnTo>
                  <a:lnTo>
                    <a:pt x="8673361" y="474516"/>
                  </a:lnTo>
                  <a:lnTo>
                    <a:pt x="8728049" y="506509"/>
                  </a:lnTo>
                  <a:lnTo>
                    <a:pt x="8782801" y="538939"/>
                  </a:lnTo>
                  <a:lnTo>
                    <a:pt x="8837561" y="571412"/>
                  </a:lnTo>
                  <a:lnTo>
                    <a:pt x="8892266" y="603531"/>
                  </a:lnTo>
                  <a:lnTo>
                    <a:pt x="8946874" y="634918"/>
                  </a:lnTo>
                  <a:lnTo>
                    <a:pt x="9001380" y="665231"/>
                  </a:lnTo>
                  <a:lnTo>
                    <a:pt x="9055832" y="694180"/>
                  </a:lnTo>
                  <a:lnTo>
                    <a:pt x="9110353" y="721532"/>
                  </a:lnTo>
                  <a:lnTo>
                    <a:pt x="9165152" y="747123"/>
                  </a:lnTo>
                  <a:lnTo>
                    <a:pt x="9220543" y="770854"/>
                  </a:lnTo>
                  <a:lnTo>
                    <a:pt x="9276963" y="792688"/>
                  </a:lnTo>
                  <a:lnTo>
                    <a:pt x="9334998" y="812647"/>
                  </a:lnTo>
                  <a:lnTo>
                    <a:pt x="9347647" y="816665"/>
                  </a:lnTo>
                  <a:lnTo>
                    <a:pt x="9399498" y="831914"/>
                  </a:lnTo>
                  <a:lnTo>
                    <a:pt x="9453796" y="845840"/>
                  </a:lnTo>
                  <a:lnTo>
                    <a:pt x="9511224" y="858490"/>
                  </a:lnTo>
                  <a:lnTo>
                    <a:pt x="9572534" y="869955"/>
                  </a:lnTo>
                  <a:lnTo>
                    <a:pt x="9638500" y="880344"/>
                  </a:lnTo>
                  <a:lnTo>
                    <a:pt x="9709885" y="889769"/>
                  </a:lnTo>
                  <a:lnTo>
                    <a:pt x="9787384" y="898333"/>
                  </a:lnTo>
                  <a:lnTo>
                    <a:pt x="9871555" y="906131"/>
                  </a:lnTo>
                  <a:lnTo>
                    <a:pt x="9962731" y="913239"/>
                  </a:lnTo>
                  <a:lnTo>
                    <a:pt x="10060901" y="919715"/>
                  </a:lnTo>
                  <a:lnTo>
                    <a:pt x="10165568" y="925600"/>
                  </a:lnTo>
                  <a:lnTo>
                    <a:pt x="10275609" y="930917"/>
                  </a:lnTo>
                  <a:lnTo>
                    <a:pt x="10389143" y="935671"/>
                  </a:lnTo>
                  <a:lnTo>
                    <a:pt x="10503483" y="939857"/>
                  </a:lnTo>
                  <a:lnTo>
                    <a:pt x="10615193" y="943462"/>
                  </a:lnTo>
                  <a:lnTo>
                    <a:pt x="10720331" y="946478"/>
                  </a:lnTo>
                  <a:lnTo>
                    <a:pt x="10814867" y="948904"/>
                  </a:lnTo>
                  <a:lnTo>
                    <a:pt x="10895246" y="950761"/>
                  </a:lnTo>
                  <a:lnTo>
                    <a:pt x="10958973" y="952093"/>
                  </a:lnTo>
                  <a:lnTo>
                    <a:pt x="11005086" y="952970"/>
                  </a:lnTo>
                  <a:lnTo>
                    <a:pt x="11034398" y="953477"/>
                  </a:lnTo>
                  <a:lnTo>
                    <a:pt x="11049485" y="953717"/>
                  </a:lnTo>
                  <a:lnTo>
                    <a:pt x="11054489" y="953789"/>
                  </a:lnTo>
                  <a:lnTo>
                    <a:pt x="11054891" y="953795"/>
                  </a:lnTo>
                  <a:lnTo>
                    <a:pt x="12049831" y="953795"/>
                  </a:lnTo>
                  <a:lnTo>
                    <a:pt x="12049831" y="943314"/>
                  </a:lnTo>
                  <a:lnTo>
                    <a:pt x="11054891" y="943314"/>
                  </a:lnTo>
                  <a:lnTo>
                    <a:pt x="11053760" y="943298"/>
                  </a:lnTo>
                  <a:lnTo>
                    <a:pt x="11046295" y="943187"/>
                  </a:lnTo>
                  <a:lnTo>
                    <a:pt x="11027376" y="942879"/>
                  </a:lnTo>
                  <a:lnTo>
                    <a:pt x="10993298" y="942272"/>
                  </a:lnTo>
                  <a:lnTo>
                    <a:pt x="10941991" y="941270"/>
                  </a:lnTo>
                  <a:lnTo>
                    <a:pt x="10873174" y="939789"/>
                  </a:lnTo>
                  <a:lnTo>
                    <a:pt x="10788299" y="937767"/>
                  </a:lnTo>
                  <a:lnTo>
                    <a:pt x="10690232" y="935168"/>
                  </a:lnTo>
                  <a:lnTo>
                    <a:pt x="10582730" y="931978"/>
                  </a:lnTo>
                  <a:lnTo>
                    <a:pt x="10469851" y="928200"/>
                  </a:lnTo>
                  <a:lnTo>
                    <a:pt x="10355422" y="923846"/>
                  </a:lnTo>
                  <a:lnTo>
                    <a:pt x="10242675" y="918925"/>
                  </a:lnTo>
                  <a:lnTo>
                    <a:pt x="10134060" y="913442"/>
                  </a:lnTo>
                  <a:lnTo>
                    <a:pt x="10031224" y="907386"/>
                  </a:lnTo>
                  <a:lnTo>
                    <a:pt x="9935091" y="900728"/>
                  </a:lnTo>
                  <a:lnTo>
                    <a:pt x="9845999" y="893424"/>
                  </a:lnTo>
                  <a:lnTo>
                    <a:pt x="9763843" y="885409"/>
                  </a:lnTo>
                  <a:lnTo>
                    <a:pt x="9688214" y="876600"/>
                  </a:lnTo>
                  <a:lnTo>
                    <a:pt x="9618504" y="866903"/>
                  </a:lnTo>
                  <a:lnTo>
                    <a:pt x="9553993" y="856208"/>
                  </a:lnTo>
                  <a:lnTo>
                    <a:pt x="9493909" y="844404"/>
                  </a:lnTo>
                  <a:lnTo>
                    <a:pt x="9437480" y="831385"/>
                  </a:lnTo>
                  <a:lnTo>
                    <a:pt x="9383971" y="817071"/>
                  </a:lnTo>
                  <a:lnTo>
                    <a:pt x="9347647" y="806184"/>
                  </a:lnTo>
                  <a:lnTo>
                    <a:pt x="9289175" y="786617"/>
                  </a:lnTo>
                  <a:lnTo>
                    <a:pt x="9232466" y="765186"/>
                  </a:lnTo>
                  <a:lnTo>
                    <a:pt x="9176897" y="741858"/>
                  </a:lnTo>
                  <a:lnTo>
                    <a:pt x="9122002" y="716657"/>
                  </a:lnTo>
                  <a:lnTo>
                    <a:pt x="9067442" y="689669"/>
                  </a:lnTo>
                  <a:lnTo>
                    <a:pt x="9012988" y="661044"/>
                  </a:lnTo>
                  <a:lnTo>
                    <a:pt x="8958500" y="630999"/>
                  </a:lnTo>
                  <a:lnTo>
                    <a:pt x="8903915" y="599813"/>
                  </a:lnTo>
                  <a:lnTo>
                    <a:pt x="8849228" y="567820"/>
                  </a:lnTo>
                  <a:lnTo>
                    <a:pt x="8794475" y="535390"/>
                  </a:lnTo>
                  <a:lnTo>
                    <a:pt x="8739716" y="502917"/>
                  </a:lnTo>
                  <a:lnTo>
                    <a:pt x="8685011" y="470798"/>
                  </a:lnTo>
                  <a:lnTo>
                    <a:pt x="8630402" y="439411"/>
                  </a:lnTo>
                  <a:lnTo>
                    <a:pt x="8575897" y="409098"/>
                  </a:lnTo>
                  <a:lnTo>
                    <a:pt x="8521444" y="380149"/>
                  </a:lnTo>
                  <a:lnTo>
                    <a:pt x="8466923" y="352797"/>
                  </a:lnTo>
                  <a:lnTo>
                    <a:pt x="8412124" y="327206"/>
                  </a:lnTo>
                  <a:lnTo>
                    <a:pt x="8356733" y="303475"/>
                  </a:lnTo>
                  <a:lnTo>
                    <a:pt x="8300314" y="281641"/>
                  </a:lnTo>
                  <a:lnTo>
                    <a:pt x="8242279" y="261682"/>
                  </a:lnTo>
                  <a:lnTo>
                    <a:pt x="8229629" y="257664"/>
                  </a:lnTo>
                  <a:lnTo>
                    <a:pt x="8177779" y="242415"/>
                  </a:lnTo>
                  <a:lnTo>
                    <a:pt x="8123481" y="228489"/>
                  </a:lnTo>
                  <a:lnTo>
                    <a:pt x="8066052" y="215839"/>
                  </a:lnTo>
                  <a:lnTo>
                    <a:pt x="8004743" y="204374"/>
                  </a:lnTo>
                  <a:lnTo>
                    <a:pt x="7938777" y="193985"/>
                  </a:lnTo>
                  <a:lnTo>
                    <a:pt x="7867392" y="184560"/>
                  </a:lnTo>
                  <a:lnTo>
                    <a:pt x="7789893" y="175995"/>
                  </a:lnTo>
                  <a:lnTo>
                    <a:pt x="7705722" y="168198"/>
                  </a:lnTo>
                  <a:lnTo>
                    <a:pt x="7614545" y="161090"/>
                  </a:lnTo>
                  <a:lnTo>
                    <a:pt x="7516376" y="154614"/>
                  </a:lnTo>
                  <a:lnTo>
                    <a:pt x="7411708" y="148729"/>
                  </a:lnTo>
                  <a:lnTo>
                    <a:pt x="7301668" y="143412"/>
                  </a:lnTo>
                  <a:lnTo>
                    <a:pt x="7188133" y="138658"/>
                  </a:lnTo>
                  <a:lnTo>
                    <a:pt x="7073793" y="134472"/>
                  </a:lnTo>
                  <a:lnTo>
                    <a:pt x="6962084" y="130867"/>
                  </a:lnTo>
                  <a:lnTo>
                    <a:pt x="6856946" y="127851"/>
                  </a:lnTo>
                  <a:lnTo>
                    <a:pt x="6762410" y="125425"/>
                  </a:lnTo>
                  <a:lnTo>
                    <a:pt x="6682030" y="123568"/>
                  </a:lnTo>
                  <a:lnTo>
                    <a:pt x="6618303" y="122236"/>
                  </a:lnTo>
                  <a:lnTo>
                    <a:pt x="6572190" y="121359"/>
                  </a:lnTo>
                  <a:lnTo>
                    <a:pt x="6542878" y="120852"/>
                  </a:lnTo>
                  <a:lnTo>
                    <a:pt x="6527792" y="120612"/>
                  </a:lnTo>
                  <a:lnTo>
                    <a:pt x="6522788" y="120540"/>
                  </a:lnTo>
                  <a:lnTo>
                    <a:pt x="6522385" y="120534"/>
                  </a:lnTo>
                  <a:lnTo>
                    <a:pt x="5527445" y="120534"/>
                  </a:lnTo>
                  <a:lnTo>
                    <a:pt x="5526309" y="120532"/>
                  </a:lnTo>
                  <a:lnTo>
                    <a:pt x="5518810" y="120515"/>
                  </a:lnTo>
                  <a:lnTo>
                    <a:pt x="5499807" y="120470"/>
                  </a:lnTo>
                  <a:lnTo>
                    <a:pt x="5465584" y="120381"/>
                  </a:lnTo>
                  <a:lnTo>
                    <a:pt x="5414071" y="120233"/>
                  </a:lnTo>
                  <a:lnTo>
                    <a:pt x="5344998" y="120015"/>
                  </a:lnTo>
                  <a:lnTo>
                    <a:pt x="5259838" y="119718"/>
                  </a:lnTo>
                  <a:lnTo>
                    <a:pt x="5161483" y="119335"/>
                  </a:lnTo>
                  <a:lnTo>
                    <a:pt x="5053713" y="118866"/>
                  </a:lnTo>
                  <a:lnTo>
                    <a:pt x="4940606" y="118311"/>
                  </a:lnTo>
                  <a:lnTo>
                    <a:pt x="4826001" y="117670"/>
                  </a:lnTo>
                  <a:lnTo>
                    <a:pt x="4713132" y="116947"/>
                  </a:lnTo>
                  <a:lnTo>
                    <a:pt x="4604448" y="116141"/>
                  </a:lnTo>
                  <a:lnTo>
                    <a:pt x="4501585" y="115250"/>
                  </a:lnTo>
                  <a:lnTo>
                    <a:pt x="4405460" y="114271"/>
                  </a:lnTo>
                  <a:lnTo>
                    <a:pt x="4316399" y="113197"/>
                  </a:lnTo>
                  <a:lnTo>
                    <a:pt x="4234290" y="112018"/>
                  </a:lnTo>
                  <a:lnTo>
                    <a:pt x="4158715" y="110722"/>
                  </a:lnTo>
                  <a:lnTo>
                    <a:pt x="4089057" y="109295"/>
                  </a:lnTo>
                  <a:lnTo>
                    <a:pt x="4024592" y="107721"/>
                  </a:lnTo>
                  <a:lnTo>
                    <a:pt x="3964544" y="105984"/>
                  </a:lnTo>
                  <a:lnTo>
                    <a:pt x="3908137" y="104067"/>
                  </a:lnTo>
                  <a:lnTo>
                    <a:pt x="3854634" y="101960"/>
                  </a:lnTo>
                  <a:lnTo>
                    <a:pt x="3820202" y="100445"/>
                  </a:lnTo>
                  <a:lnTo>
                    <a:pt x="3758625" y="97416"/>
                  </a:lnTo>
                  <a:lnTo>
                    <a:pt x="3698968" y="94083"/>
                  </a:lnTo>
                  <a:lnTo>
                    <a:pt x="3640516" y="90441"/>
                  </a:lnTo>
                  <a:lnTo>
                    <a:pt x="3582743" y="86497"/>
                  </a:lnTo>
                  <a:lnTo>
                    <a:pt x="3525279" y="82265"/>
                  </a:lnTo>
                  <a:lnTo>
                    <a:pt x="3467883" y="77776"/>
                  </a:lnTo>
                  <a:lnTo>
                    <a:pt x="3410418" y="73070"/>
                  </a:lnTo>
                  <a:lnTo>
                    <a:pt x="3352837" y="68197"/>
                  </a:lnTo>
                  <a:lnTo>
                    <a:pt x="3295157" y="63219"/>
                  </a:lnTo>
                  <a:lnTo>
                    <a:pt x="3237433" y="58201"/>
                  </a:lnTo>
                  <a:lnTo>
                    <a:pt x="3179740" y="53210"/>
                  </a:lnTo>
                  <a:lnTo>
                    <a:pt x="3122139" y="48315"/>
                  </a:lnTo>
                  <a:lnTo>
                    <a:pt x="3064655" y="43575"/>
                  </a:lnTo>
                  <a:lnTo>
                    <a:pt x="3007254" y="39044"/>
                  </a:lnTo>
                  <a:lnTo>
                    <a:pt x="2949816" y="34765"/>
                  </a:lnTo>
                  <a:lnTo>
                    <a:pt x="2892121" y="30768"/>
                  </a:lnTo>
                  <a:lnTo>
                    <a:pt x="2833822" y="27072"/>
                  </a:lnTo>
                  <a:lnTo>
                    <a:pt x="2774424" y="23685"/>
                  </a:lnTo>
                  <a:lnTo>
                    <a:pt x="2713249" y="20603"/>
                  </a:lnTo>
                  <a:lnTo>
                    <a:pt x="2702183" y="20089"/>
                  </a:lnTo>
                  <a:lnTo>
                    <a:pt x="2650250" y="17851"/>
                  </a:lnTo>
                  <a:lnTo>
                    <a:pt x="2595859" y="15808"/>
                  </a:lnTo>
                  <a:lnTo>
                    <a:pt x="2538326" y="13953"/>
                  </a:lnTo>
                  <a:lnTo>
                    <a:pt x="2476897" y="12272"/>
                  </a:lnTo>
                  <a:lnTo>
                    <a:pt x="2410791" y="10748"/>
                  </a:lnTo>
                  <a:lnTo>
                    <a:pt x="2339243" y="9367"/>
                  </a:lnTo>
                  <a:lnTo>
                    <a:pt x="2261557" y="8111"/>
                  </a:lnTo>
                  <a:lnTo>
                    <a:pt x="2177171" y="6968"/>
                  </a:lnTo>
                  <a:lnTo>
                    <a:pt x="2085757" y="5927"/>
                  </a:lnTo>
                  <a:lnTo>
                    <a:pt x="1987330" y="4978"/>
                  </a:lnTo>
                  <a:lnTo>
                    <a:pt x="1882398" y="4116"/>
                  </a:lnTo>
                  <a:lnTo>
                    <a:pt x="1772102" y="3337"/>
                  </a:lnTo>
                  <a:lnTo>
                    <a:pt x="1658345" y="2641"/>
                  </a:lnTo>
                  <a:lnTo>
                    <a:pt x="1543843" y="2029"/>
                  </a:lnTo>
                  <a:lnTo>
                    <a:pt x="1432063" y="1502"/>
                  </a:lnTo>
                  <a:lnTo>
                    <a:pt x="1326972" y="1061"/>
                  </a:lnTo>
                  <a:lnTo>
                    <a:pt x="1232614" y="708"/>
                  </a:lnTo>
                  <a:lnTo>
                    <a:pt x="1152541" y="437"/>
                  </a:lnTo>
                  <a:lnTo>
                    <a:pt x="1089222" y="244"/>
                  </a:lnTo>
                  <a:lnTo>
                    <a:pt x="1043575" y="117"/>
                  </a:lnTo>
                  <a:lnTo>
                    <a:pt x="1014725" y="44"/>
                  </a:lnTo>
                  <a:lnTo>
                    <a:pt x="1000032" y="10"/>
                  </a:lnTo>
                  <a:lnTo>
                    <a:pt x="995284" y="0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87" name="pl1086"/>
            <p:cNvSpPr/>
            <p:nvPr/>
          </p:nvSpPr>
          <p:spPr>
            <a:xfrm>
              <a:off x="1199187" y="4401968"/>
              <a:ext cx="12049831" cy="943314"/>
            </a:xfrm>
            <a:custGeom>
              <a:avLst/>
              <a:pathLst>
                <a:path w="12049831" h="943314">
                  <a:moveTo>
                    <a:pt x="0" y="0"/>
                  </a:moveTo>
                  <a:lnTo>
                    <a:pt x="994940" y="0"/>
                  </a:lnTo>
                  <a:lnTo>
                    <a:pt x="996076" y="2"/>
                  </a:lnTo>
                  <a:lnTo>
                    <a:pt x="1003575" y="18"/>
                  </a:lnTo>
                  <a:lnTo>
                    <a:pt x="1022578" y="64"/>
                  </a:lnTo>
                  <a:lnTo>
                    <a:pt x="1056801" y="153"/>
                  </a:lnTo>
                  <a:lnTo>
                    <a:pt x="1108314" y="300"/>
                  </a:lnTo>
                  <a:lnTo>
                    <a:pt x="1177387" y="518"/>
                  </a:lnTo>
                  <a:lnTo>
                    <a:pt x="1262547" y="816"/>
                  </a:lnTo>
                  <a:lnTo>
                    <a:pt x="1360902" y="1198"/>
                  </a:lnTo>
                  <a:lnTo>
                    <a:pt x="1468672" y="1667"/>
                  </a:lnTo>
                  <a:lnTo>
                    <a:pt x="1581779" y="2223"/>
                  </a:lnTo>
                  <a:lnTo>
                    <a:pt x="1696384" y="2863"/>
                  </a:lnTo>
                  <a:lnTo>
                    <a:pt x="1809253" y="3587"/>
                  </a:lnTo>
                  <a:lnTo>
                    <a:pt x="1917937" y="4393"/>
                  </a:lnTo>
                  <a:lnTo>
                    <a:pt x="2020800" y="5283"/>
                  </a:lnTo>
                  <a:lnTo>
                    <a:pt x="2116925" y="6262"/>
                  </a:lnTo>
                  <a:lnTo>
                    <a:pt x="2205986" y="7336"/>
                  </a:lnTo>
                  <a:lnTo>
                    <a:pt x="2288095" y="8515"/>
                  </a:lnTo>
                  <a:lnTo>
                    <a:pt x="2363670" y="9811"/>
                  </a:lnTo>
                  <a:lnTo>
                    <a:pt x="2433328" y="11238"/>
                  </a:lnTo>
                  <a:lnTo>
                    <a:pt x="2497793" y="12812"/>
                  </a:lnTo>
                  <a:lnTo>
                    <a:pt x="2557841" y="14550"/>
                  </a:lnTo>
                  <a:lnTo>
                    <a:pt x="2614248" y="16466"/>
                  </a:lnTo>
                  <a:lnTo>
                    <a:pt x="2667751" y="18573"/>
                  </a:lnTo>
                  <a:lnTo>
                    <a:pt x="2702183" y="20089"/>
                  </a:lnTo>
                  <a:lnTo>
                    <a:pt x="2763760" y="23118"/>
                  </a:lnTo>
                  <a:lnTo>
                    <a:pt x="2823417" y="26451"/>
                  </a:lnTo>
                  <a:lnTo>
                    <a:pt x="2881869" y="30092"/>
                  </a:lnTo>
                  <a:lnTo>
                    <a:pt x="2939642" y="34037"/>
                  </a:lnTo>
                  <a:lnTo>
                    <a:pt x="2997105" y="38268"/>
                  </a:lnTo>
                  <a:lnTo>
                    <a:pt x="3054502" y="42757"/>
                  </a:lnTo>
                  <a:lnTo>
                    <a:pt x="3111967" y="47464"/>
                  </a:lnTo>
                  <a:lnTo>
                    <a:pt x="3169548" y="52336"/>
                  </a:lnTo>
                  <a:lnTo>
                    <a:pt x="3227228" y="57314"/>
                  </a:lnTo>
                  <a:lnTo>
                    <a:pt x="3284952" y="62333"/>
                  </a:lnTo>
                  <a:lnTo>
                    <a:pt x="3342645" y="67323"/>
                  </a:lnTo>
                  <a:lnTo>
                    <a:pt x="3400246" y="72219"/>
                  </a:lnTo>
                  <a:lnTo>
                    <a:pt x="3457730" y="76959"/>
                  </a:lnTo>
                  <a:lnTo>
                    <a:pt x="3515131" y="81489"/>
                  </a:lnTo>
                  <a:lnTo>
                    <a:pt x="3572569" y="85769"/>
                  </a:lnTo>
                  <a:lnTo>
                    <a:pt x="3630264" y="89766"/>
                  </a:lnTo>
                  <a:lnTo>
                    <a:pt x="3688563" y="93462"/>
                  </a:lnTo>
                  <a:lnTo>
                    <a:pt x="3747961" y="96849"/>
                  </a:lnTo>
                  <a:lnTo>
                    <a:pt x="3809136" y="99931"/>
                  </a:lnTo>
                  <a:lnTo>
                    <a:pt x="3820202" y="100445"/>
                  </a:lnTo>
                  <a:lnTo>
                    <a:pt x="3872135" y="102682"/>
                  </a:lnTo>
                  <a:lnTo>
                    <a:pt x="3926526" y="104725"/>
                  </a:lnTo>
                  <a:lnTo>
                    <a:pt x="3984059" y="106581"/>
                  </a:lnTo>
                  <a:lnTo>
                    <a:pt x="4045488" y="108262"/>
                  </a:lnTo>
                  <a:lnTo>
                    <a:pt x="4111594" y="109785"/>
                  </a:lnTo>
                  <a:lnTo>
                    <a:pt x="4183142" y="111167"/>
                  </a:lnTo>
                  <a:lnTo>
                    <a:pt x="4260828" y="112422"/>
                  </a:lnTo>
                  <a:lnTo>
                    <a:pt x="4345214" y="113565"/>
                  </a:lnTo>
                  <a:lnTo>
                    <a:pt x="4436628" y="114607"/>
                  </a:lnTo>
                  <a:lnTo>
                    <a:pt x="4535055" y="115556"/>
                  </a:lnTo>
                  <a:lnTo>
                    <a:pt x="4639987" y="116418"/>
                  </a:lnTo>
                  <a:lnTo>
                    <a:pt x="4750283" y="117196"/>
                  </a:lnTo>
                  <a:lnTo>
                    <a:pt x="4864040" y="117892"/>
                  </a:lnTo>
                  <a:lnTo>
                    <a:pt x="4978542" y="118505"/>
                  </a:lnTo>
                  <a:lnTo>
                    <a:pt x="5090322" y="119032"/>
                  </a:lnTo>
                  <a:lnTo>
                    <a:pt x="5195413" y="119472"/>
                  </a:lnTo>
                  <a:lnTo>
                    <a:pt x="5289771" y="119826"/>
                  </a:lnTo>
                  <a:lnTo>
                    <a:pt x="5369844" y="120096"/>
                  </a:lnTo>
                  <a:lnTo>
                    <a:pt x="5433163" y="120290"/>
                  </a:lnTo>
                  <a:lnTo>
                    <a:pt x="5478810" y="120416"/>
                  </a:lnTo>
                  <a:lnTo>
                    <a:pt x="5507660" y="120489"/>
                  </a:lnTo>
                  <a:lnTo>
                    <a:pt x="5522353" y="120523"/>
                  </a:lnTo>
                  <a:lnTo>
                    <a:pt x="5527101" y="120533"/>
                  </a:lnTo>
                  <a:lnTo>
                    <a:pt x="5527445" y="120534"/>
                  </a:lnTo>
                  <a:lnTo>
                    <a:pt x="6522385" y="120534"/>
                  </a:lnTo>
                  <a:lnTo>
                    <a:pt x="6523517" y="120550"/>
                  </a:lnTo>
                  <a:lnTo>
                    <a:pt x="6530981" y="120661"/>
                  </a:lnTo>
                  <a:lnTo>
                    <a:pt x="6549900" y="120969"/>
                  </a:lnTo>
                  <a:lnTo>
                    <a:pt x="6583979" y="121575"/>
                  </a:lnTo>
                  <a:lnTo>
                    <a:pt x="6635286" y="122578"/>
                  </a:lnTo>
                  <a:lnTo>
                    <a:pt x="6704103" y="124059"/>
                  </a:lnTo>
                  <a:lnTo>
                    <a:pt x="6788977" y="126081"/>
                  </a:lnTo>
                  <a:lnTo>
                    <a:pt x="6887044" y="128679"/>
                  </a:lnTo>
                  <a:lnTo>
                    <a:pt x="6994546" y="131869"/>
                  </a:lnTo>
                  <a:lnTo>
                    <a:pt x="7107426" y="135648"/>
                  </a:lnTo>
                  <a:lnTo>
                    <a:pt x="7221855" y="140002"/>
                  </a:lnTo>
                  <a:lnTo>
                    <a:pt x="7334602" y="144922"/>
                  </a:lnTo>
                  <a:lnTo>
                    <a:pt x="7443216" y="150405"/>
                  </a:lnTo>
                  <a:lnTo>
                    <a:pt x="7546052" y="156462"/>
                  </a:lnTo>
                  <a:lnTo>
                    <a:pt x="7642185" y="163119"/>
                  </a:lnTo>
                  <a:lnTo>
                    <a:pt x="7731278" y="170424"/>
                  </a:lnTo>
                  <a:lnTo>
                    <a:pt x="7813433" y="178439"/>
                  </a:lnTo>
                  <a:lnTo>
                    <a:pt x="7889062" y="187247"/>
                  </a:lnTo>
                  <a:lnTo>
                    <a:pt x="7958772" y="196945"/>
                  </a:lnTo>
                  <a:lnTo>
                    <a:pt x="8023283" y="207640"/>
                  </a:lnTo>
                  <a:lnTo>
                    <a:pt x="8083367" y="219444"/>
                  </a:lnTo>
                  <a:lnTo>
                    <a:pt x="8139796" y="232463"/>
                  </a:lnTo>
                  <a:lnTo>
                    <a:pt x="8193305" y="246777"/>
                  </a:lnTo>
                  <a:lnTo>
                    <a:pt x="8229629" y="257664"/>
                  </a:lnTo>
                  <a:lnTo>
                    <a:pt x="8288102" y="277230"/>
                  </a:lnTo>
                  <a:lnTo>
                    <a:pt x="8344811" y="298662"/>
                  </a:lnTo>
                  <a:lnTo>
                    <a:pt x="8400380" y="321990"/>
                  </a:lnTo>
                  <a:lnTo>
                    <a:pt x="8455275" y="347190"/>
                  </a:lnTo>
                  <a:lnTo>
                    <a:pt x="8509834" y="374179"/>
                  </a:lnTo>
                  <a:lnTo>
                    <a:pt x="8564288" y="402804"/>
                  </a:lnTo>
                  <a:lnTo>
                    <a:pt x="8618776" y="432849"/>
                  </a:lnTo>
                  <a:lnTo>
                    <a:pt x="8673361" y="464034"/>
                  </a:lnTo>
                  <a:lnTo>
                    <a:pt x="8728049" y="496028"/>
                  </a:lnTo>
                  <a:lnTo>
                    <a:pt x="8782801" y="528458"/>
                  </a:lnTo>
                  <a:lnTo>
                    <a:pt x="8837561" y="560930"/>
                  </a:lnTo>
                  <a:lnTo>
                    <a:pt x="8892266" y="593049"/>
                  </a:lnTo>
                  <a:lnTo>
                    <a:pt x="8946874" y="624437"/>
                  </a:lnTo>
                  <a:lnTo>
                    <a:pt x="9001380" y="654750"/>
                  </a:lnTo>
                  <a:lnTo>
                    <a:pt x="9055832" y="683698"/>
                  </a:lnTo>
                  <a:lnTo>
                    <a:pt x="9110353" y="711051"/>
                  </a:lnTo>
                  <a:lnTo>
                    <a:pt x="9165152" y="736641"/>
                  </a:lnTo>
                  <a:lnTo>
                    <a:pt x="9220543" y="760372"/>
                  </a:lnTo>
                  <a:lnTo>
                    <a:pt x="9276963" y="782207"/>
                  </a:lnTo>
                  <a:lnTo>
                    <a:pt x="9334998" y="802166"/>
                  </a:lnTo>
                  <a:lnTo>
                    <a:pt x="9347647" y="806184"/>
                  </a:lnTo>
                  <a:lnTo>
                    <a:pt x="9399498" y="821432"/>
                  </a:lnTo>
                  <a:lnTo>
                    <a:pt x="9453796" y="835358"/>
                  </a:lnTo>
                  <a:lnTo>
                    <a:pt x="9511224" y="848009"/>
                  </a:lnTo>
                  <a:lnTo>
                    <a:pt x="9572534" y="859474"/>
                  </a:lnTo>
                  <a:lnTo>
                    <a:pt x="9638500" y="869863"/>
                  </a:lnTo>
                  <a:lnTo>
                    <a:pt x="9709885" y="879287"/>
                  </a:lnTo>
                  <a:lnTo>
                    <a:pt x="9787384" y="887852"/>
                  </a:lnTo>
                  <a:lnTo>
                    <a:pt x="9871555" y="895650"/>
                  </a:lnTo>
                  <a:lnTo>
                    <a:pt x="9962731" y="902758"/>
                  </a:lnTo>
                  <a:lnTo>
                    <a:pt x="10060901" y="909234"/>
                  </a:lnTo>
                  <a:lnTo>
                    <a:pt x="10165568" y="915119"/>
                  </a:lnTo>
                  <a:lnTo>
                    <a:pt x="10275609" y="920436"/>
                  </a:lnTo>
                  <a:lnTo>
                    <a:pt x="10389143" y="925190"/>
                  </a:lnTo>
                  <a:lnTo>
                    <a:pt x="10503483" y="929376"/>
                  </a:lnTo>
                  <a:lnTo>
                    <a:pt x="10615193" y="932981"/>
                  </a:lnTo>
                  <a:lnTo>
                    <a:pt x="10720331" y="935996"/>
                  </a:lnTo>
                  <a:lnTo>
                    <a:pt x="10814867" y="938423"/>
                  </a:lnTo>
                  <a:lnTo>
                    <a:pt x="10895246" y="940280"/>
                  </a:lnTo>
                  <a:lnTo>
                    <a:pt x="10958973" y="941612"/>
                  </a:lnTo>
                  <a:lnTo>
                    <a:pt x="11005086" y="942488"/>
                  </a:lnTo>
                  <a:lnTo>
                    <a:pt x="11034398" y="942996"/>
                  </a:lnTo>
                  <a:lnTo>
                    <a:pt x="11049485" y="943235"/>
                  </a:lnTo>
                  <a:lnTo>
                    <a:pt x="11054489" y="943308"/>
                  </a:lnTo>
                  <a:lnTo>
                    <a:pt x="11054891" y="943314"/>
                  </a:lnTo>
                  <a:lnTo>
                    <a:pt x="12049831" y="943314"/>
                  </a:lnTo>
                  <a:lnTo>
                    <a:pt x="12049831" y="9433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8" name="pl1087"/>
            <p:cNvSpPr/>
            <p:nvPr/>
          </p:nvSpPr>
          <p:spPr>
            <a:xfrm>
              <a:off x="1199187" y="4391486"/>
              <a:ext cx="12049831" cy="943314"/>
            </a:xfrm>
            <a:custGeom>
              <a:avLst/>
              <a:pathLst>
                <a:path w="12049831" h="943314">
                  <a:moveTo>
                    <a:pt x="12049831" y="943314"/>
                  </a:moveTo>
                  <a:lnTo>
                    <a:pt x="11054891" y="943314"/>
                  </a:lnTo>
                  <a:lnTo>
                    <a:pt x="11053760" y="943298"/>
                  </a:lnTo>
                  <a:lnTo>
                    <a:pt x="11046295" y="943187"/>
                  </a:lnTo>
                  <a:lnTo>
                    <a:pt x="11027376" y="942879"/>
                  </a:lnTo>
                  <a:lnTo>
                    <a:pt x="10993298" y="942272"/>
                  </a:lnTo>
                  <a:lnTo>
                    <a:pt x="10941991" y="941270"/>
                  </a:lnTo>
                  <a:lnTo>
                    <a:pt x="10873174" y="939789"/>
                  </a:lnTo>
                  <a:lnTo>
                    <a:pt x="10788299" y="937767"/>
                  </a:lnTo>
                  <a:lnTo>
                    <a:pt x="10690232" y="935168"/>
                  </a:lnTo>
                  <a:lnTo>
                    <a:pt x="10582730" y="931978"/>
                  </a:lnTo>
                  <a:lnTo>
                    <a:pt x="10469851" y="928200"/>
                  </a:lnTo>
                  <a:lnTo>
                    <a:pt x="10355422" y="923846"/>
                  </a:lnTo>
                  <a:lnTo>
                    <a:pt x="10242675" y="918925"/>
                  </a:lnTo>
                  <a:lnTo>
                    <a:pt x="10134060" y="913442"/>
                  </a:lnTo>
                  <a:lnTo>
                    <a:pt x="10031224" y="907386"/>
                  </a:lnTo>
                  <a:lnTo>
                    <a:pt x="9935091" y="900728"/>
                  </a:lnTo>
                  <a:lnTo>
                    <a:pt x="9845999" y="893424"/>
                  </a:lnTo>
                  <a:lnTo>
                    <a:pt x="9763843" y="885409"/>
                  </a:lnTo>
                  <a:lnTo>
                    <a:pt x="9688214" y="876600"/>
                  </a:lnTo>
                  <a:lnTo>
                    <a:pt x="9618504" y="866903"/>
                  </a:lnTo>
                  <a:lnTo>
                    <a:pt x="9553993" y="856208"/>
                  </a:lnTo>
                  <a:lnTo>
                    <a:pt x="9493909" y="844404"/>
                  </a:lnTo>
                  <a:lnTo>
                    <a:pt x="9437480" y="831385"/>
                  </a:lnTo>
                  <a:lnTo>
                    <a:pt x="9383971" y="817071"/>
                  </a:lnTo>
                  <a:lnTo>
                    <a:pt x="9347647" y="806184"/>
                  </a:lnTo>
                  <a:lnTo>
                    <a:pt x="9289175" y="786617"/>
                  </a:lnTo>
                  <a:lnTo>
                    <a:pt x="9232466" y="765186"/>
                  </a:lnTo>
                  <a:lnTo>
                    <a:pt x="9176897" y="741858"/>
                  </a:lnTo>
                  <a:lnTo>
                    <a:pt x="9122002" y="716657"/>
                  </a:lnTo>
                  <a:lnTo>
                    <a:pt x="9067442" y="689669"/>
                  </a:lnTo>
                  <a:lnTo>
                    <a:pt x="9012988" y="661044"/>
                  </a:lnTo>
                  <a:lnTo>
                    <a:pt x="8958500" y="630999"/>
                  </a:lnTo>
                  <a:lnTo>
                    <a:pt x="8903915" y="599813"/>
                  </a:lnTo>
                  <a:lnTo>
                    <a:pt x="8849228" y="567820"/>
                  </a:lnTo>
                  <a:lnTo>
                    <a:pt x="8794475" y="535390"/>
                  </a:lnTo>
                  <a:lnTo>
                    <a:pt x="8739716" y="502917"/>
                  </a:lnTo>
                  <a:lnTo>
                    <a:pt x="8685011" y="470798"/>
                  </a:lnTo>
                  <a:lnTo>
                    <a:pt x="8630402" y="439411"/>
                  </a:lnTo>
                  <a:lnTo>
                    <a:pt x="8575897" y="409098"/>
                  </a:lnTo>
                  <a:lnTo>
                    <a:pt x="8521444" y="380149"/>
                  </a:lnTo>
                  <a:lnTo>
                    <a:pt x="8466923" y="352797"/>
                  </a:lnTo>
                  <a:lnTo>
                    <a:pt x="8412124" y="327206"/>
                  </a:lnTo>
                  <a:lnTo>
                    <a:pt x="8356733" y="303475"/>
                  </a:lnTo>
                  <a:lnTo>
                    <a:pt x="8300314" y="281641"/>
                  </a:lnTo>
                  <a:lnTo>
                    <a:pt x="8242279" y="261682"/>
                  </a:lnTo>
                  <a:lnTo>
                    <a:pt x="8229629" y="257664"/>
                  </a:lnTo>
                  <a:lnTo>
                    <a:pt x="8177779" y="242415"/>
                  </a:lnTo>
                  <a:lnTo>
                    <a:pt x="8123481" y="228489"/>
                  </a:lnTo>
                  <a:lnTo>
                    <a:pt x="8066052" y="215839"/>
                  </a:lnTo>
                  <a:lnTo>
                    <a:pt x="8004743" y="204374"/>
                  </a:lnTo>
                  <a:lnTo>
                    <a:pt x="7938777" y="193985"/>
                  </a:lnTo>
                  <a:lnTo>
                    <a:pt x="7867392" y="184560"/>
                  </a:lnTo>
                  <a:lnTo>
                    <a:pt x="7789893" y="175995"/>
                  </a:lnTo>
                  <a:lnTo>
                    <a:pt x="7705722" y="168198"/>
                  </a:lnTo>
                  <a:lnTo>
                    <a:pt x="7614545" y="161090"/>
                  </a:lnTo>
                  <a:lnTo>
                    <a:pt x="7516376" y="154614"/>
                  </a:lnTo>
                  <a:lnTo>
                    <a:pt x="7411708" y="148729"/>
                  </a:lnTo>
                  <a:lnTo>
                    <a:pt x="7301668" y="143412"/>
                  </a:lnTo>
                  <a:lnTo>
                    <a:pt x="7188133" y="138658"/>
                  </a:lnTo>
                  <a:lnTo>
                    <a:pt x="7073793" y="134472"/>
                  </a:lnTo>
                  <a:lnTo>
                    <a:pt x="6962084" y="130867"/>
                  </a:lnTo>
                  <a:lnTo>
                    <a:pt x="6856946" y="127851"/>
                  </a:lnTo>
                  <a:lnTo>
                    <a:pt x="6762410" y="125425"/>
                  </a:lnTo>
                  <a:lnTo>
                    <a:pt x="6682030" y="123568"/>
                  </a:lnTo>
                  <a:lnTo>
                    <a:pt x="6618303" y="122236"/>
                  </a:lnTo>
                  <a:lnTo>
                    <a:pt x="6572190" y="121359"/>
                  </a:lnTo>
                  <a:lnTo>
                    <a:pt x="6542878" y="120852"/>
                  </a:lnTo>
                  <a:lnTo>
                    <a:pt x="6527792" y="120612"/>
                  </a:lnTo>
                  <a:lnTo>
                    <a:pt x="6522788" y="120540"/>
                  </a:lnTo>
                  <a:lnTo>
                    <a:pt x="6522385" y="120534"/>
                  </a:lnTo>
                  <a:lnTo>
                    <a:pt x="5527445" y="120534"/>
                  </a:lnTo>
                  <a:lnTo>
                    <a:pt x="5526309" y="120532"/>
                  </a:lnTo>
                  <a:lnTo>
                    <a:pt x="5518810" y="120515"/>
                  </a:lnTo>
                  <a:lnTo>
                    <a:pt x="5499807" y="120470"/>
                  </a:lnTo>
                  <a:lnTo>
                    <a:pt x="5465584" y="120381"/>
                  </a:lnTo>
                  <a:lnTo>
                    <a:pt x="5414071" y="120233"/>
                  </a:lnTo>
                  <a:lnTo>
                    <a:pt x="5344998" y="120015"/>
                  </a:lnTo>
                  <a:lnTo>
                    <a:pt x="5259838" y="119718"/>
                  </a:lnTo>
                  <a:lnTo>
                    <a:pt x="5161483" y="119335"/>
                  </a:lnTo>
                  <a:lnTo>
                    <a:pt x="5053713" y="118866"/>
                  </a:lnTo>
                  <a:lnTo>
                    <a:pt x="4940606" y="118311"/>
                  </a:lnTo>
                  <a:lnTo>
                    <a:pt x="4826001" y="117670"/>
                  </a:lnTo>
                  <a:lnTo>
                    <a:pt x="4713132" y="116947"/>
                  </a:lnTo>
                  <a:lnTo>
                    <a:pt x="4604448" y="116141"/>
                  </a:lnTo>
                  <a:lnTo>
                    <a:pt x="4501585" y="115250"/>
                  </a:lnTo>
                  <a:lnTo>
                    <a:pt x="4405460" y="114271"/>
                  </a:lnTo>
                  <a:lnTo>
                    <a:pt x="4316399" y="113197"/>
                  </a:lnTo>
                  <a:lnTo>
                    <a:pt x="4234290" y="112018"/>
                  </a:lnTo>
                  <a:lnTo>
                    <a:pt x="4158715" y="110722"/>
                  </a:lnTo>
                  <a:lnTo>
                    <a:pt x="4089057" y="109295"/>
                  </a:lnTo>
                  <a:lnTo>
                    <a:pt x="4024592" y="107721"/>
                  </a:lnTo>
                  <a:lnTo>
                    <a:pt x="3964544" y="105984"/>
                  </a:lnTo>
                  <a:lnTo>
                    <a:pt x="3908137" y="104067"/>
                  </a:lnTo>
                  <a:lnTo>
                    <a:pt x="3854634" y="101960"/>
                  </a:lnTo>
                  <a:lnTo>
                    <a:pt x="3820202" y="100445"/>
                  </a:lnTo>
                  <a:lnTo>
                    <a:pt x="3758625" y="97416"/>
                  </a:lnTo>
                  <a:lnTo>
                    <a:pt x="3698968" y="94083"/>
                  </a:lnTo>
                  <a:lnTo>
                    <a:pt x="3640516" y="90441"/>
                  </a:lnTo>
                  <a:lnTo>
                    <a:pt x="3582743" y="86497"/>
                  </a:lnTo>
                  <a:lnTo>
                    <a:pt x="3525279" y="82265"/>
                  </a:lnTo>
                  <a:lnTo>
                    <a:pt x="3467883" y="77776"/>
                  </a:lnTo>
                  <a:lnTo>
                    <a:pt x="3410418" y="73070"/>
                  </a:lnTo>
                  <a:lnTo>
                    <a:pt x="3352837" y="68197"/>
                  </a:lnTo>
                  <a:lnTo>
                    <a:pt x="3295157" y="63219"/>
                  </a:lnTo>
                  <a:lnTo>
                    <a:pt x="3237433" y="58201"/>
                  </a:lnTo>
                  <a:lnTo>
                    <a:pt x="3179740" y="53210"/>
                  </a:lnTo>
                  <a:lnTo>
                    <a:pt x="3122139" y="48315"/>
                  </a:lnTo>
                  <a:lnTo>
                    <a:pt x="3064655" y="43575"/>
                  </a:lnTo>
                  <a:lnTo>
                    <a:pt x="3007254" y="39044"/>
                  </a:lnTo>
                  <a:lnTo>
                    <a:pt x="2949816" y="34765"/>
                  </a:lnTo>
                  <a:lnTo>
                    <a:pt x="2892121" y="30768"/>
                  </a:lnTo>
                  <a:lnTo>
                    <a:pt x="2833822" y="27072"/>
                  </a:lnTo>
                  <a:lnTo>
                    <a:pt x="2774424" y="23685"/>
                  </a:lnTo>
                  <a:lnTo>
                    <a:pt x="2713249" y="20603"/>
                  </a:lnTo>
                  <a:lnTo>
                    <a:pt x="2702183" y="20089"/>
                  </a:lnTo>
                  <a:lnTo>
                    <a:pt x="2650250" y="17851"/>
                  </a:lnTo>
                  <a:lnTo>
                    <a:pt x="2595859" y="15808"/>
                  </a:lnTo>
                  <a:lnTo>
                    <a:pt x="2538326" y="13953"/>
                  </a:lnTo>
                  <a:lnTo>
                    <a:pt x="2476897" y="12272"/>
                  </a:lnTo>
                  <a:lnTo>
                    <a:pt x="2410791" y="10748"/>
                  </a:lnTo>
                  <a:lnTo>
                    <a:pt x="2339243" y="9367"/>
                  </a:lnTo>
                  <a:lnTo>
                    <a:pt x="2261557" y="8111"/>
                  </a:lnTo>
                  <a:lnTo>
                    <a:pt x="2177171" y="6968"/>
                  </a:lnTo>
                  <a:lnTo>
                    <a:pt x="2085757" y="5927"/>
                  </a:lnTo>
                  <a:lnTo>
                    <a:pt x="1987330" y="4978"/>
                  </a:lnTo>
                  <a:lnTo>
                    <a:pt x="1882398" y="4116"/>
                  </a:lnTo>
                  <a:lnTo>
                    <a:pt x="1772102" y="3337"/>
                  </a:lnTo>
                  <a:lnTo>
                    <a:pt x="1658345" y="2641"/>
                  </a:lnTo>
                  <a:lnTo>
                    <a:pt x="1543843" y="2029"/>
                  </a:lnTo>
                  <a:lnTo>
                    <a:pt x="1432063" y="1502"/>
                  </a:lnTo>
                  <a:lnTo>
                    <a:pt x="1326972" y="1061"/>
                  </a:lnTo>
                  <a:lnTo>
                    <a:pt x="1232614" y="708"/>
                  </a:lnTo>
                  <a:lnTo>
                    <a:pt x="1152541" y="437"/>
                  </a:lnTo>
                  <a:lnTo>
                    <a:pt x="1089222" y="244"/>
                  </a:lnTo>
                  <a:lnTo>
                    <a:pt x="1043575" y="117"/>
                  </a:lnTo>
                  <a:lnTo>
                    <a:pt x="1014725" y="44"/>
                  </a:lnTo>
                  <a:lnTo>
                    <a:pt x="1000032" y="10"/>
                  </a:lnTo>
                  <a:lnTo>
                    <a:pt x="995284" y="0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9" name="pg1088"/>
            <p:cNvSpPr/>
            <p:nvPr/>
          </p:nvSpPr>
          <p:spPr>
            <a:xfrm>
              <a:off x="1199187" y="1875982"/>
              <a:ext cx="12049831" cy="4003844"/>
            </a:xfrm>
            <a:custGeom>
              <a:avLst/>
              <a:pathLst>
                <a:path w="12049831" h="4003844">
                  <a:moveTo>
                    <a:pt x="0" y="2746092"/>
                  </a:moveTo>
                  <a:lnTo>
                    <a:pt x="994940" y="2746092"/>
                  </a:lnTo>
                  <a:lnTo>
                    <a:pt x="996064" y="2746116"/>
                  </a:lnTo>
                  <a:lnTo>
                    <a:pt x="1003483" y="2746285"/>
                  </a:lnTo>
                  <a:lnTo>
                    <a:pt x="1022289" y="2746752"/>
                  </a:lnTo>
                  <a:lnTo>
                    <a:pt x="1056171" y="2747673"/>
                  </a:lnTo>
                  <a:lnTo>
                    <a:pt x="1107200" y="2749196"/>
                  </a:lnTo>
                  <a:lnTo>
                    <a:pt x="1175671" y="2751446"/>
                  </a:lnTo>
                  <a:lnTo>
                    <a:pt x="1260160" y="2754518"/>
                  </a:lnTo>
                  <a:lnTo>
                    <a:pt x="1357836" y="2758468"/>
                  </a:lnTo>
                  <a:lnTo>
                    <a:pt x="1464975" y="2763318"/>
                  </a:lnTo>
                  <a:lnTo>
                    <a:pt x="1577546" y="2769063"/>
                  </a:lnTo>
                  <a:lnTo>
                    <a:pt x="1691735" y="2775686"/>
                  </a:lnTo>
                  <a:lnTo>
                    <a:pt x="1804316" y="2783170"/>
                  </a:lnTo>
                  <a:lnTo>
                    <a:pt x="1912834" y="2791511"/>
                  </a:lnTo>
                  <a:lnTo>
                    <a:pt x="2015633" y="2800724"/>
                  </a:lnTo>
                  <a:lnTo>
                    <a:pt x="2111775" y="2810850"/>
                  </a:lnTo>
                  <a:lnTo>
                    <a:pt x="2200910" y="2821958"/>
                  </a:lnTo>
                  <a:lnTo>
                    <a:pt x="2283129" y="2834145"/>
                  </a:lnTo>
                  <a:lnTo>
                    <a:pt x="2358829" y="2847533"/>
                  </a:lnTo>
                  <a:lnTo>
                    <a:pt x="2428610" y="2862270"/>
                  </a:lnTo>
                  <a:lnTo>
                    <a:pt x="2493184" y="2878517"/>
                  </a:lnTo>
                  <a:lnTo>
                    <a:pt x="2553316" y="2896445"/>
                  </a:lnTo>
                  <a:lnTo>
                    <a:pt x="2609776" y="2916216"/>
                  </a:lnTo>
                  <a:lnTo>
                    <a:pt x="2663294" y="2937955"/>
                  </a:lnTo>
                  <a:lnTo>
                    <a:pt x="2702183" y="2955717"/>
                  </a:lnTo>
                  <a:lnTo>
                    <a:pt x="2757434" y="2983878"/>
                  </a:lnTo>
                  <a:lnTo>
                    <a:pt x="2811078" y="3014575"/>
                  </a:lnTo>
                  <a:lnTo>
                    <a:pt x="2863653" y="3047854"/>
                  </a:lnTo>
                  <a:lnTo>
                    <a:pt x="2915568" y="3083697"/>
                  </a:lnTo>
                  <a:lnTo>
                    <a:pt x="2967125" y="3122009"/>
                  </a:lnTo>
                  <a:lnTo>
                    <a:pt x="3018541" y="3162618"/>
                  </a:lnTo>
                  <a:lnTo>
                    <a:pt x="3069954" y="3205272"/>
                  </a:lnTo>
                  <a:lnTo>
                    <a:pt x="3121440" y="3249639"/>
                  </a:lnTo>
                  <a:lnTo>
                    <a:pt x="3173020" y="3295318"/>
                  </a:lnTo>
                  <a:lnTo>
                    <a:pt x="3224679" y="3341852"/>
                  </a:lnTo>
                  <a:lnTo>
                    <a:pt x="3276375" y="3388747"/>
                  </a:lnTo>
                  <a:lnTo>
                    <a:pt x="3328055" y="3435491"/>
                  </a:lnTo>
                  <a:lnTo>
                    <a:pt x="3379671" y="3481581"/>
                  </a:lnTo>
                  <a:lnTo>
                    <a:pt x="3431195" y="3526541"/>
                  </a:lnTo>
                  <a:lnTo>
                    <a:pt x="3482632" y="3569946"/>
                  </a:lnTo>
                  <a:lnTo>
                    <a:pt x="3534034" y="3611434"/>
                  </a:lnTo>
                  <a:lnTo>
                    <a:pt x="3585512" y="3650720"/>
                  </a:lnTo>
                  <a:lnTo>
                    <a:pt x="3637248" y="3687597"/>
                  </a:lnTo>
                  <a:lnTo>
                    <a:pt x="3689507" y="3721941"/>
                  </a:lnTo>
                  <a:lnTo>
                    <a:pt x="3742653" y="3753702"/>
                  </a:lnTo>
                  <a:lnTo>
                    <a:pt x="3797166" y="3782900"/>
                  </a:lnTo>
                  <a:lnTo>
                    <a:pt x="3820202" y="3794219"/>
                  </a:lnTo>
                  <a:lnTo>
                    <a:pt x="3871939" y="3817481"/>
                  </a:lnTo>
                  <a:lnTo>
                    <a:pt x="3926113" y="3838730"/>
                  </a:lnTo>
                  <a:lnTo>
                    <a:pt x="3983400" y="3858037"/>
                  </a:lnTo>
                  <a:lnTo>
                    <a:pt x="4044547" y="3875539"/>
                  </a:lnTo>
                  <a:lnTo>
                    <a:pt x="4110324" y="3891402"/>
                  </a:lnTo>
                  <a:lnTo>
                    <a:pt x="4181489" y="3905794"/>
                  </a:lnTo>
                  <a:lnTo>
                    <a:pt x="4258734" y="3918876"/>
                  </a:lnTo>
                  <a:lnTo>
                    <a:pt x="4342616" y="3930788"/>
                  </a:lnTo>
                  <a:lnTo>
                    <a:pt x="4433470" y="3941649"/>
                  </a:lnTo>
                  <a:lnTo>
                    <a:pt x="4531293" y="3951546"/>
                  </a:lnTo>
                  <a:lnTo>
                    <a:pt x="4635602" y="3960543"/>
                  </a:lnTo>
                  <a:lnTo>
                    <a:pt x="4745296" y="3968674"/>
                  </a:lnTo>
                  <a:lnTo>
                    <a:pt x="4858527" y="3975949"/>
                  </a:lnTo>
                  <a:lnTo>
                    <a:pt x="4972646" y="3982359"/>
                  </a:lnTo>
                  <a:lnTo>
                    <a:pt x="5084256" y="3987887"/>
                  </a:lnTo>
                  <a:lnTo>
                    <a:pt x="5189452" y="3992516"/>
                  </a:lnTo>
                  <a:lnTo>
                    <a:pt x="5284225" y="3996248"/>
                  </a:lnTo>
                  <a:lnTo>
                    <a:pt x="5365013" y="3999112"/>
                  </a:lnTo>
                  <a:lnTo>
                    <a:pt x="5429289" y="4001175"/>
                  </a:lnTo>
                  <a:lnTo>
                    <a:pt x="5476030" y="4002538"/>
                  </a:lnTo>
                  <a:lnTo>
                    <a:pt x="5505970" y="4003334"/>
                  </a:lnTo>
                  <a:lnTo>
                    <a:pt x="5521595" y="4003714"/>
                  </a:lnTo>
                  <a:lnTo>
                    <a:pt x="5526954" y="4003834"/>
                  </a:lnTo>
                  <a:lnTo>
                    <a:pt x="5527445" y="4003844"/>
                  </a:lnTo>
                  <a:lnTo>
                    <a:pt x="6522385" y="4003844"/>
                  </a:lnTo>
                  <a:lnTo>
                    <a:pt x="6523410" y="4003775"/>
                  </a:lnTo>
                  <a:lnTo>
                    <a:pt x="6530182" y="4003288"/>
                  </a:lnTo>
                  <a:lnTo>
                    <a:pt x="6547391" y="4001941"/>
                  </a:lnTo>
                  <a:lnTo>
                    <a:pt x="6578502" y="3999286"/>
                  </a:lnTo>
                  <a:lnTo>
                    <a:pt x="6625566" y="3994893"/>
                  </a:lnTo>
                  <a:lnTo>
                    <a:pt x="6689082" y="3988385"/>
                  </a:lnTo>
                  <a:lnTo>
                    <a:pt x="6768005" y="3979475"/>
                  </a:lnTo>
                  <a:lnTo>
                    <a:pt x="6859981" y="3967978"/>
                  </a:lnTo>
                  <a:lnTo>
                    <a:pt x="6961761" y="3953808"/>
                  </a:lnTo>
                  <a:lnTo>
                    <a:pt x="7069695" y="3936964"/>
                  </a:lnTo>
                  <a:lnTo>
                    <a:pt x="7180212" y="3917488"/>
                  </a:lnTo>
                  <a:lnTo>
                    <a:pt x="7290174" y="3895434"/>
                  </a:lnTo>
                  <a:lnTo>
                    <a:pt x="7397088" y="3870831"/>
                  </a:lnTo>
                  <a:lnTo>
                    <a:pt x="7499169" y="3843659"/>
                  </a:lnTo>
                  <a:lnTo>
                    <a:pt x="7595304" y="3813833"/>
                  </a:lnTo>
                  <a:lnTo>
                    <a:pt x="7684952" y="3781189"/>
                  </a:lnTo>
                  <a:lnTo>
                    <a:pt x="7768018" y="3745488"/>
                  </a:lnTo>
                  <a:lnTo>
                    <a:pt x="7844737" y="3706413"/>
                  </a:lnTo>
                  <a:lnTo>
                    <a:pt x="7915565" y="3663576"/>
                  </a:lnTo>
                  <a:lnTo>
                    <a:pt x="7981100" y="3616532"/>
                  </a:lnTo>
                  <a:lnTo>
                    <a:pt x="8042016" y="3564798"/>
                  </a:lnTo>
                  <a:lnTo>
                    <a:pt x="8099015" y="3507886"/>
                  </a:lnTo>
                  <a:lnTo>
                    <a:pt x="8152789" y="3445354"/>
                  </a:lnTo>
                  <a:lnTo>
                    <a:pt x="8203987" y="3376894"/>
                  </a:lnTo>
                  <a:lnTo>
                    <a:pt x="8229629" y="3339157"/>
                  </a:lnTo>
                  <a:lnTo>
                    <a:pt x="8268287" y="3277841"/>
                  </a:lnTo>
                  <a:lnTo>
                    <a:pt x="8306076" y="3212664"/>
                  </a:lnTo>
                  <a:lnTo>
                    <a:pt x="8343200" y="3143547"/>
                  </a:lnTo>
                  <a:lnTo>
                    <a:pt x="8379829" y="3070456"/>
                  </a:lnTo>
                  <a:lnTo>
                    <a:pt x="8416101" y="2993407"/>
                  </a:lnTo>
                  <a:lnTo>
                    <a:pt x="8452132" y="2912470"/>
                  </a:lnTo>
                  <a:lnTo>
                    <a:pt x="8488014" y="2827770"/>
                  </a:lnTo>
                  <a:lnTo>
                    <a:pt x="8523817" y="2739496"/>
                  </a:lnTo>
                  <a:lnTo>
                    <a:pt x="8559595" y="2647892"/>
                  </a:lnTo>
                  <a:lnTo>
                    <a:pt x="8595386" y="2553266"/>
                  </a:lnTo>
                  <a:lnTo>
                    <a:pt x="8631212" y="2455981"/>
                  </a:lnTo>
                  <a:lnTo>
                    <a:pt x="8667083" y="2356454"/>
                  </a:lnTo>
                  <a:lnTo>
                    <a:pt x="8703000" y="2255147"/>
                  </a:lnTo>
                  <a:lnTo>
                    <a:pt x="8738955" y="2152560"/>
                  </a:lnTo>
                  <a:lnTo>
                    <a:pt x="8774934" y="2049220"/>
                  </a:lnTo>
                  <a:lnTo>
                    <a:pt x="8810920" y="1945671"/>
                  </a:lnTo>
                  <a:lnTo>
                    <a:pt x="8846895" y="1842461"/>
                  </a:lnTo>
                  <a:lnTo>
                    <a:pt x="8882842" y="1740132"/>
                  </a:lnTo>
                  <a:lnTo>
                    <a:pt x="8918749" y="1639205"/>
                  </a:lnTo>
                  <a:lnTo>
                    <a:pt x="8954609" y="1540173"/>
                  </a:lnTo>
                  <a:lnTo>
                    <a:pt x="8990425" y="1443486"/>
                  </a:lnTo>
                  <a:lnTo>
                    <a:pt x="9026210" y="1349549"/>
                  </a:lnTo>
                  <a:lnTo>
                    <a:pt x="9061991" y="1258714"/>
                  </a:lnTo>
                  <a:lnTo>
                    <a:pt x="9097807" y="1171271"/>
                  </a:lnTo>
                  <a:lnTo>
                    <a:pt x="9133717" y="1087454"/>
                  </a:lnTo>
                  <a:lnTo>
                    <a:pt x="9169796" y="1007434"/>
                  </a:lnTo>
                  <a:lnTo>
                    <a:pt x="9206142" y="931325"/>
                  </a:lnTo>
                  <a:lnTo>
                    <a:pt x="9242875" y="859182"/>
                  </a:lnTo>
                  <a:lnTo>
                    <a:pt x="9280142" y="791008"/>
                  </a:lnTo>
                  <a:lnTo>
                    <a:pt x="9318118" y="726760"/>
                  </a:lnTo>
                  <a:lnTo>
                    <a:pt x="9347647" y="680408"/>
                  </a:lnTo>
                  <a:lnTo>
                    <a:pt x="9397745" y="608840"/>
                  </a:lnTo>
                  <a:lnTo>
                    <a:pt x="9450111" y="543270"/>
                  </a:lnTo>
                  <a:lnTo>
                    <a:pt x="9505358" y="483503"/>
                  </a:lnTo>
                  <a:lnTo>
                    <a:pt x="9564162" y="429153"/>
                  </a:lnTo>
                  <a:lnTo>
                    <a:pt x="9627223" y="379747"/>
                  </a:lnTo>
                  <a:lnTo>
                    <a:pt x="9695235" y="334795"/>
                  </a:lnTo>
                  <a:lnTo>
                    <a:pt x="9768842" y="293828"/>
                  </a:lnTo>
                  <a:lnTo>
                    <a:pt x="9848582" y="256427"/>
                  </a:lnTo>
                  <a:lnTo>
                    <a:pt x="9934817" y="222238"/>
                  </a:lnTo>
                  <a:lnTo>
                    <a:pt x="10027636" y="190981"/>
                  </a:lnTo>
                  <a:lnTo>
                    <a:pt x="10126745" y="162453"/>
                  </a:lnTo>
                  <a:lnTo>
                    <a:pt x="10231339" y="136529"/>
                  </a:lnTo>
                  <a:lnTo>
                    <a:pt x="10339992" y="113156"/>
                  </a:lnTo>
                  <a:lnTo>
                    <a:pt x="10450577" y="92342"/>
                  </a:lnTo>
                  <a:lnTo>
                    <a:pt x="10560271" y="74130"/>
                  </a:lnTo>
                  <a:lnTo>
                    <a:pt x="10665692" y="58575"/>
                  </a:lnTo>
                  <a:lnTo>
                    <a:pt x="10763178" y="45702"/>
                  </a:lnTo>
                  <a:lnTo>
                    <a:pt x="10849209" y="35471"/>
                  </a:lnTo>
                  <a:lnTo>
                    <a:pt x="10920908" y="27751"/>
                  </a:lnTo>
                  <a:lnTo>
                    <a:pt x="10976512" y="22307"/>
                  </a:lnTo>
                  <a:lnTo>
                    <a:pt x="11015708" y="18805"/>
                  </a:lnTo>
                  <a:lnTo>
                    <a:pt x="11039753" y="16838"/>
                  </a:lnTo>
                  <a:lnTo>
                    <a:pt x="11051408" y="15962"/>
                  </a:lnTo>
                  <a:lnTo>
                    <a:pt x="11054746" y="15731"/>
                  </a:lnTo>
                  <a:lnTo>
                    <a:pt x="11054891" y="15721"/>
                  </a:lnTo>
                  <a:lnTo>
                    <a:pt x="12049831" y="1572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67" y="68"/>
                  </a:lnTo>
                  <a:lnTo>
                    <a:pt x="11047095" y="556"/>
                  </a:lnTo>
                  <a:lnTo>
                    <a:pt x="11029885" y="1902"/>
                  </a:lnTo>
                  <a:lnTo>
                    <a:pt x="10998775" y="4557"/>
                  </a:lnTo>
                  <a:lnTo>
                    <a:pt x="10951710" y="8951"/>
                  </a:lnTo>
                  <a:lnTo>
                    <a:pt x="10888195" y="15458"/>
                  </a:lnTo>
                  <a:lnTo>
                    <a:pt x="10809272" y="24368"/>
                  </a:lnTo>
                  <a:lnTo>
                    <a:pt x="10717295" y="35866"/>
                  </a:lnTo>
                  <a:lnTo>
                    <a:pt x="10615516" y="50035"/>
                  </a:lnTo>
                  <a:lnTo>
                    <a:pt x="10507581" y="66880"/>
                  </a:lnTo>
                  <a:lnTo>
                    <a:pt x="10397064" y="86356"/>
                  </a:lnTo>
                  <a:lnTo>
                    <a:pt x="10287102" y="108410"/>
                  </a:lnTo>
                  <a:lnTo>
                    <a:pt x="10180189" y="133013"/>
                  </a:lnTo>
                  <a:lnTo>
                    <a:pt x="10078108" y="160184"/>
                  </a:lnTo>
                  <a:lnTo>
                    <a:pt x="9981972" y="190011"/>
                  </a:lnTo>
                  <a:lnTo>
                    <a:pt x="9892325" y="222654"/>
                  </a:lnTo>
                  <a:lnTo>
                    <a:pt x="9809259" y="258355"/>
                  </a:lnTo>
                  <a:lnTo>
                    <a:pt x="9732540" y="297431"/>
                  </a:lnTo>
                  <a:lnTo>
                    <a:pt x="9661711" y="340268"/>
                  </a:lnTo>
                  <a:lnTo>
                    <a:pt x="9596176" y="387311"/>
                  </a:lnTo>
                  <a:lnTo>
                    <a:pt x="9535260" y="439045"/>
                  </a:lnTo>
                  <a:lnTo>
                    <a:pt x="9478262" y="495957"/>
                  </a:lnTo>
                  <a:lnTo>
                    <a:pt x="9424488" y="558489"/>
                  </a:lnTo>
                  <a:lnTo>
                    <a:pt x="9373289" y="626950"/>
                  </a:lnTo>
                  <a:lnTo>
                    <a:pt x="9347647" y="664687"/>
                  </a:lnTo>
                  <a:lnTo>
                    <a:pt x="9308990" y="726002"/>
                  </a:lnTo>
                  <a:lnTo>
                    <a:pt x="9271201" y="791179"/>
                  </a:lnTo>
                  <a:lnTo>
                    <a:pt x="9234076" y="860297"/>
                  </a:lnTo>
                  <a:lnTo>
                    <a:pt x="9197448" y="933388"/>
                  </a:lnTo>
                  <a:lnTo>
                    <a:pt x="9161175" y="1010436"/>
                  </a:lnTo>
                  <a:lnTo>
                    <a:pt x="9125144" y="1091374"/>
                  </a:lnTo>
                  <a:lnTo>
                    <a:pt x="9089263" y="1176073"/>
                  </a:lnTo>
                  <a:lnTo>
                    <a:pt x="9053460" y="1264348"/>
                  </a:lnTo>
                  <a:lnTo>
                    <a:pt x="9017681" y="1355952"/>
                  </a:lnTo>
                  <a:lnTo>
                    <a:pt x="8981891" y="1450578"/>
                  </a:lnTo>
                  <a:lnTo>
                    <a:pt x="8946065" y="1547862"/>
                  </a:lnTo>
                  <a:lnTo>
                    <a:pt x="8910193" y="1647389"/>
                  </a:lnTo>
                  <a:lnTo>
                    <a:pt x="8874276" y="1748696"/>
                  </a:lnTo>
                  <a:lnTo>
                    <a:pt x="8838321" y="1851283"/>
                  </a:lnTo>
                  <a:lnTo>
                    <a:pt x="8802342" y="1954623"/>
                  </a:lnTo>
                  <a:lnTo>
                    <a:pt x="8766356" y="2058173"/>
                  </a:lnTo>
                  <a:lnTo>
                    <a:pt x="8730381" y="2161382"/>
                  </a:lnTo>
                  <a:lnTo>
                    <a:pt x="8694434" y="2263711"/>
                  </a:lnTo>
                  <a:lnTo>
                    <a:pt x="8658528" y="2364638"/>
                  </a:lnTo>
                  <a:lnTo>
                    <a:pt x="8622667" y="2463671"/>
                  </a:lnTo>
                  <a:lnTo>
                    <a:pt x="8586851" y="2560358"/>
                  </a:lnTo>
                  <a:lnTo>
                    <a:pt x="8551066" y="2654294"/>
                  </a:lnTo>
                  <a:lnTo>
                    <a:pt x="8515286" y="2745130"/>
                  </a:lnTo>
                  <a:lnTo>
                    <a:pt x="8479469" y="2832572"/>
                  </a:lnTo>
                  <a:lnTo>
                    <a:pt x="8443560" y="2916389"/>
                  </a:lnTo>
                  <a:lnTo>
                    <a:pt x="8407480" y="2996409"/>
                  </a:lnTo>
                  <a:lnTo>
                    <a:pt x="8371134" y="3072519"/>
                  </a:lnTo>
                  <a:lnTo>
                    <a:pt x="8334401" y="3144662"/>
                  </a:lnTo>
                  <a:lnTo>
                    <a:pt x="8297135" y="3212835"/>
                  </a:lnTo>
                  <a:lnTo>
                    <a:pt x="8259158" y="3277083"/>
                  </a:lnTo>
                  <a:lnTo>
                    <a:pt x="8229629" y="3323435"/>
                  </a:lnTo>
                  <a:lnTo>
                    <a:pt x="8179531" y="3395003"/>
                  </a:lnTo>
                  <a:lnTo>
                    <a:pt x="8127166" y="3460573"/>
                  </a:lnTo>
                  <a:lnTo>
                    <a:pt x="8071918" y="3520340"/>
                  </a:lnTo>
                  <a:lnTo>
                    <a:pt x="8013115" y="3574691"/>
                  </a:lnTo>
                  <a:lnTo>
                    <a:pt x="7950054" y="3624097"/>
                  </a:lnTo>
                  <a:lnTo>
                    <a:pt x="7882041" y="3669049"/>
                  </a:lnTo>
                  <a:lnTo>
                    <a:pt x="7808434" y="3710016"/>
                  </a:lnTo>
                  <a:lnTo>
                    <a:pt x="7728694" y="3747417"/>
                  </a:lnTo>
                  <a:lnTo>
                    <a:pt x="7642459" y="3781606"/>
                  </a:lnTo>
                  <a:lnTo>
                    <a:pt x="7549640" y="3812863"/>
                  </a:lnTo>
                  <a:lnTo>
                    <a:pt x="7450532" y="3841391"/>
                  </a:lnTo>
                  <a:lnTo>
                    <a:pt x="7345937" y="3867315"/>
                  </a:lnTo>
                  <a:lnTo>
                    <a:pt x="7237284" y="3890687"/>
                  </a:lnTo>
                  <a:lnTo>
                    <a:pt x="7126700" y="3911502"/>
                  </a:lnTo>
                  <a:lnTo>
                    <a:pt x="7017005" y="3929713"/>
                  </a:lnTo>
                  <a:lnTo>
                    <a:pt x="6911584" y="3945268"/>
                  </a:lnTo>
                  <a:lnTo>
                    <a:pt x="6814099" y="3958142"/>
                  </a:lnTo>
                  <a:lnTo>
                    <a:pt x="6728068" y="3968373"/>
                  </a:lnTo>
                  <a:lnTo>
                    <a:pt x="6656369" y="3976092"/>
                  </a:lnTo>
                  <a:lnTo>
                    <a:pt x="6600764" y="3981536"/>
                  </a:lnTo>
                  <a:lnTo>
                    <a:pt x="6561569" y="3985039"/>
                  </a:lnTo>
                  <a:lnTo>
                    <a:pt x="6537523" y="3987006"/>
                  </a:lnTo>
                  <a:lnTo>
                    <a:pt x="6525869" y="3987881"/>
                  </a:lnTo>
                  <a:lnTo>
                    <a:pt x="6522530" y="3988113"/>
                  </a:lnTo>
                  <a:lnTo>
                    <a:pt x="6522385" y="3988122"/>
                  </a:lnTo>
                  <a:lnTo>
                    <a:pt x="5527445" y="3988122"/>
                  </a:lnTo>
                  <a:lnTo>
                    <a:pt x="5526321" y="3988098"/>
                  </a:lnTo>
                  <a:lnTo>
                    <a:pt x="5518902" y="3987929"/>
                  </a:lnTo>
                  <a:lnTo>
                    <a:pt x="5500096" y="3987462"/>
                  </a:lnTo>
                  <a:lnTo>
                    <a:pt x="5466214" y="3986540"/>
                  </a:lnTo>
                  <a:lnTo>
                    <a:pt x="5415185" y="3985018"/>
                  </a:lnTo>
                  <a:lnTo>
                    <a:pt x="5346714" y="3982768"/>
                  </a:lnTo>
                  <a:lnTo>
                    <a:pt x="5262225" y="3979696"/>
                  </a:lnTo>
                  <a:lnTo>
                    <a:pt x="5164549" y="3975746"/>
                  </a:lnTo>
                  <a:lnTo>
                    <a:pt x="5057410" y="3970896"/>
                  </a:lnTo>
                  <a:lnTo>
                    <a:pt x="4944839" y="3965151"/>
                  </a:lnTo>
                  <a:lnTo>
                    <a:pt x="4830650" y="3958528"/>
                  </a:lnTo>
                  <a:lnTo>
                    <a:pt x="4718069" y="3951043"/>
                  </a:lnTo>
                  <a:lnTo>
                    <a:pt x="4609551" y="3942703"/>
                  </a:lnTo>
                  <a:lnTo>
                    <a:pt x="4506752" y="3933490"/>
                  </a:lnTo>
                  <a:lnTo>
                    <a:pt x="4410610" y="3923364"/>
                  </a:lnTo>
                  <a:lnTo>
                    <a:pt x="4321475" y="3912256"/>
                  </a:lnTo>
                  <a:lnTo>
                    <a:pt x="4239256" y="3900069"/>
                  </a:lnTo>
                  <a:lnTo>
                    <a:pt x="4163556" y="3886681"/>
                  </a:lnTo>
                  <a:lnTo>
                    <a:pt x="4093775" y="3871944"/>
                  </a:lnTo>
                  <a:lnTo>
                    <a:pt x="4029201" y="3855697"/>
                  </a:lnTo>
                  <a:lnTo>
                    <a:pt x="3969069" y="3837768"/>
                  </a:lnTo>
                  <a:lnTo>
                    <a:pt x="3912609" y="3817997"/>
                  </a:lnTo>
                  <a:lnTo>
                    <a:pt x="3859091" y="3796259"/>
                  </a:lnTo>
                  <a:lnTo>
                    <a:pt x="3820202" y="3778497"/>
                  </a:lnTo>
                  <a:lnTo>
                    <a:pt x="3764951" y="3750336"/>
                  </a:lnTo>
                  <a:lnTo>
                    <a:pt x="3711307" y="3719639"/>
                  </a:lnTo>
                  <a:lnTo>
                    <a:pt x="3658732" y="3686360"/>
                  </a:lnTo>
                  <a:lnTo>
                    <a:pt x="3606817" y="3650517"/>
                  </a:lnTo>
                  <a:lnTo>
                    <a:pt x="3555260" y="3612205"/>
                  </a:lnTo>
                  <a:lnTo>
                    <a:pt x="3503844" y="3571595"/>
                  </a:lnTo>
                  <a:lnTo>
                    <a:pt x="3452431" y="3528942"/>
                  </a:lnTo>
                  <a:lnTo>
                    <a:pt x="3400945" y="3484575"/>
                  </a:lnTo>
                  <a:lnTo>
                    <a:pt x="3349365" y="3438896"/>
                  </a:lnTo>
                  <a:lnTo>
                    <a:pt x="3297706" y="3392362"/>
                  </a:lnTo>
                  <a:lnTo>
                    <a:pt x="3246010" y="3345467"/>
                  </a:lnTo>
                  <a:lnTo>
                    <a:pt x="3194330" y="3298723"/>
                  </a:lnTo>
                  <a:lnTo>
                    <a:pt x="3142714" y="3252633"/>
                  </a:lnTo>
                  <a:lnTo>
                    <a:pt x="3091190" y="3207673"/>
                  </a:lnTo>
                  <a:lnTo>
                    <a:pt x="3039753" y="3164268"/>
                  </a:lnTo>
                  <a:lnTo>
                    <a:pt x="2988351" y="3122779"/>
                  </a:lnTo>
                  <a:lnTo>
                    <a:pt x="2936873" y="3083494"/>
                  </a:lnTo>
                  <a:lnTo>
                    <a:pt x="2885137" y="3046616"/>
                  </a:lnTo>
                  <a:lnTo>
                    <a:pt x="2832878" y="3012273"/>
                  </a:lnTo>
                  <a:lnTo>
                    <a:pt x="2779732" y="2980512"/>
                  </a:lnTo>
                  <a:lnTo>
                    <a:pt x="2725219" y="2951314"/>
                  </a:lnTo>
                  <a:lnTo>
                    <a:pt x="2702183" y="2939995"/>
                  </a:lnTo>
                  <a:lnTo>
                    <a:pt x="2650446" y="2916733"/>
                  </a:lnTo>
                  <a:lnTo>
                    <a:pt x="2596272" y="2895483"/>
                  </a:lnTo>
                  <a:lnTo>
                    <a:pt x="2538985" y="2876176"/>
                  </a:lnTo>
                  <a:lnTo>
                    <a:pt x="2477838" y="2858674"/>
                  </a:lnTo>
                  <a:lnTo>
                    <a:pt x="2412061" y="2842812"/>
                  </a:lnTo>
                  <a:lnTo>
                    <a:pt x="2340896" y="2828420"/>
                  </a:lnTo>
                  <a:lnTo>
                    <a:pt x="2263651" y="2815338"/>
                  </a:lnTo>
                  <a:lnTo>
                    <a:pt x="2179769" y="2803425"/>
                  </a:lnTo>
                  <a:lnTo>
                    <a:pt x="2088915" y="2792565"/>
                  </a:lnTo>
                  <a:lnTo>
                    <a:pt x="1991092" y="2782668"/>
                  </a:lnTo>
                  <a:lnTo>
                    <a:pt x="1886783" y="2773671"/>
                  </a:lnTo>
                  <a:lnTo>
                    <a:pt x="1777089" y="2765540"/>
                  </a:lnTo>
                  <a:lnTo>
                    <a:pt x="1663858" y="2758265"/>
                  </a:lnTo>
                  <a:lnTo>
                    <a:pt x="1549739" y="2751855"/>
                  </a:lnTo>
                  <a:lnTo>
                    <a:pt x="1438129" y="2746327"/>
                  </a:lnTo>
                  <a:lnTo>
                    <a:pt x="1332933" y="2741698"/>
                  </a:lnTo>
                  <a:lnTo>
                    <a:pt x="1238160" y="2737966"/>
                  </a:lnTo>
                  <a:lnTo>
                    <a:pt x="1157372" y="2735101"/>
                  </a:lnTo>
                  <a:lnTo>
                    <a:pt x="1093096" y="2733039"/>
                  </a:lnTo>
                  <a:lnTo>
                    <a:pt x="1046355" y="2731676"/>
                  </a:lnTo>
                  <a:lnTo>
                    <a:pt x="1016415" y="2730880"/>
                  </a:lnTo>
                  <a:lnTo>
                    <a:pt x="1000790" y="2730500"/>
                  </a:lnTo>
                  <a:lnTo>
                    <a:pt x="995431" y="2730380"/>
                  </a:lnTo>
                  <a:lnTo>
                    <a:pt x="994940" y="2730370"/>
                  </a:lnTo>
                  <a:lnTo>
                    <a:pt x="0" y="273037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90" name="pl1089"/>
            <p:cNvSpPr/>
            <p:nvPr/>
          </p:nvSpPr>
          <p:spPr>
            <a:xfrm>
              <a:off x="1199187" y="1891704"/>
              <a:ext cx="12049831" cy="3988122"/>
            </a:xfrm>
            <a:custGeom>
              <a:avLst/>
              <a:pathLst>
                <a:path w="12049831" h="3988122">
                  <a:moveTo>
                    <a:pt x="0" y="2730370"/>
                  </a:moveTo>
                  <a:lnTo>
                    <a:pt x="994940" y="2730370"/>
                  </a:lnTo>
                  <a:lnTo>
                    <a:pt x="996064" y="2730394"/>
                  </a:lnTo>
                  <a:lnTo>
                    <a:pt x="1003483" y="2730563"/>
                  </a:lnTo>
                  <a:lnTo>
                    <a:pt x="1022289" y="2731030"/>
                  </a:lnTo>
                  <a:lnTo>
                    <a:pt x="1056171" y="2731951"/>
                  </a:lnTo>
                  <a:lnTo>
                    <a:pt x="1107200" y="2733474"/>
                  </a:lnTo>
                  <a:lnTo>
                    <a:pt x="1175671" y="2735724"/>
                  </a:lnTo>
                  <a:lnTo>
                    <a:pt x="1260160" y="2738796"/>
                  </a:lnTo>
                  <a:lnTo>
                    <a:pt x="1357836" y="2742746"/>
                  </a:lnTo>
                  <a:lnTo>
                    <a:pt x="1464975" y="2747596"/>
                  </a:lnTo>
                  <a:lnTo>
                    <a:pt x="1577546" y="2753341"/>
                  </a:lnTo>
                  <a:lnTo>
                    <a:pt x="1691735" y="2759964"/>
                  </a:lnTo>
                  <a:lnTo>
                    <a:pt x="1804316" y="2767448"/>
                  </a:lnTo>
                  <a:lnTo>
                    <a:pt x="1912834" y="2775789"/>
                  </a:lnTo>
                  <a:lnTo>
                    <a:pt x="2015633" y="2785002"/>
                  </a:lnTo>
                  <a:lnTo>
                    <a:pt x="2111775" y="2795128"/>
                  </a:lnTo>
                  <a:lnTo>
                    <a:pt x="2200910" y="2806236"/>
                  </a:lnTo>
                  <a:lnTo>
                    <a:pt x="2283129" y="2818423"/>
                  </a:lnTo>
                  <a:lnTo>
                    <a:pt x="2358829" y="2831811"/>
                  </a:lnTo>
                  <a:lnTo>
                    <a:pt x="2428610" y="2846548"/>
                  </a:lnTo>
                  <a:lnTo>
                    <a:pt x="2493184" y="2862795"/>
                  </a:lnTo>
                  <a:lnTo>
                    <a:pt x="2553316" y="2880724"/>
                  </a:lnTo>
                  <a:lnTo>
                    <a:pt x="2609776" y="2900494"/>
                  </a:lnTo>
                  <a:lnTo>
                    <a:pt x="2663294" y="2922233"/>
                  </a:lnTo>
                  <a:lnTo>
                    <a:pt x="2702183" y="2939995"/>
                  </a:lnTo>
                  <a:lnTo>
                    <a:pt x="2757434" y="2968156"/>
                  </a:lnTo>
                  <a:lnTo>
                    <a:pt x="2811078" y="2998853"/>
                  </a:lnTo>
                  <a:lnTo>
                    <a:pt x="2863653" y="3032132"/>
                  </a:lnTo>
                  <a:lnTo>
                    <a:pt x="2915568" y="3067975"/>
                  </a:lnTo>
                  <a:lnTo>
                    <a:pt x="2967125" y="3106287"/>
                  </a:lnTo>
                  <a:lnTo>
                    <a:pt x="3018541" y="3146896"/>
                  </a:lnTo>
                  <a:lnTo>
                    <a:pt x="3069954" y="3189550"/>
                  </a:lnTo>
                  <a:lnTo>
                    <a:pt x="3121440" y="3233917"/>
                  </a:lnTo>
                  <a:lnTo>
                    <a:pt x="3173020" y="3279596"/>
                  </a:lnTo>
                  <a:lnTo>
                    <a:pt x="3224679" y="3326130"/>
                  </a:lnTo>
                  <a:lnTo>
                    <a:pt x="3276375" y="3373025"/>
                  </a:lnTo>
                  <a:lnTo>
                    <a:pt x="3328055" y="3419769"/>
                  </a:lnTo>
                  <a:lnTo>
                    <a:pt x="3379671" y="3465859"/>
                  </a:lnTo>
                  <a:lnTo>
                    <a:pt x="3431195" y="3510819"/>
                  </a:lnTo>
                  <a:lnTo>
                    <a:pt x="3482632" y="3554224"/>
                  </a:lnTo>
                  <a:lnTo>
                    <a:pt x="3534034" y="3595712"/>
                  </a:lnTo>
                  <a:lnTo>
                    <a:pt x="3585512" y="3634998"/>
                  </a:lnTo>
                  <a:lnTo>
                    <a:pt x="3637248" y="3671875"/>
                  </a:lnTo>
                  <a:lnTo>
                    <a:pt x="3689507" y="3706219"/>
                  </a:lnTo>
                  <a:lnTo>
                    <a:pt x="3742653" y="3737980"/>
                  </a:lnTo>
                  <a:lnTo>
                    <a:pt x="3797166" y="3767178"/>
                  </a:lnTo>
                  <a:lnTo>
                    <a:pt x="3820202" y="3778497"/>
                  </a:lnTo>
                  <a:lnTo>
                    <a:pt x="3871939" y="3801759"/>
                  </a:lnTo>
                  <a:lnTo>
                    <a:pt x="3926113" y="3823008"/>
                  </a:lnTo>
                  <a:lnTo>
                    <a:pt x="3983400" y="3842315"/>
                  </a:lnTo>
                  <a:lnTo>
                    <a:pt x="4044547" y="3859818"/>
                  </a:lnTo>
                  <a:lnTo>
                    <a:pt x="4110324" y="3875680"/>
                  </a:lnTo>
                  <a:lnTo>
                    <a:pt x="4181489" y="3890072"/>
                  </a:lnTo>
                  <a:lnTo>
                    <a:pt x="4258734" y="3903154"/>
                  </a:lnTo>
                  <a:lnTo>
                    <a:pt x="4342616" y="3915067"/>
                  </a:lnTo>
                  <a:lnTo>
                    <a:pt x="4433470" y="3925927"/>
                  </a:lnTo>
                  <a:lnTo>
                    <a:pt x="4531293" y="3935824"/>
                  </a:lnTo>
                  <a:lnTo>
                    <a:pt x="4635602" y="3944821"/>
                  </a:lnTo>
                  <a:lnTo>
                    <a:pt x="4745296" y="3952952"/>
                  </a:lnTo>
                  <a:lnTo>
                    <a:pt x="4858527" y="3960227"/>
                  </a:lnTo>
                  <a:lnTo>
                    <a:pt x="4972646" y="3966637"/>
                  </a:lnTo>
                  <a:lnTo>
                    <a:pt x="5084256" y="3972165"/>
                  </a:lnTo>
                  <a:lnTo>
                    <a:pt x="5189452" y="3976794"/>
                  </a:lnTo>
                  <a:lnTo>
                    <a:pt x="5284225" y="3980526"/>
                  </a:lnTo>
                  <a:lnTo>
                    <a:pt x="5365013" y="3983391"/>
                  </a:lnTo>
                  <a:lnTo>
                    <a:pt x="5429289" y="3985453"/>
                  </a:lnTo>
                  <a:lnTo>
                    <a:pt x="5476030" y="3986816"/>
                  </a:lnTo>
                  <a:lnTo>
                    <a:pt x="5505970" y="3987612"/>
                  </a:lnTo>
                  <a:lnTo>
                    <a:pt x="5521595" y="3987992"/>
                  </a:lnTo>
                  <a:lnTo>
                    <a:pt x="5526954" y="3988112"/>
                  </a:lnTo>
                  <a:lnTo>
                    <a:pt x="5527445" y="3988122"/>
                  </a:lnTo>
                  <a:lnTo>
                    <a:pt x="6522385" y="3988122"/>
                  </a:lnTo>
                  <a:lnTo>
                    <a:pt x="6523410" y="3988054"/>
                  </a:lnTo>
                  <a:lnTo>
                    <a:pt x="6530182" y="3987566"/>
                  </a:lnTo>
                  <a:lnTo>
                    <a:pt x="6547391" y="3986219"/>
                  </a:lnTo>
                  <a:lnTo>
                    <a:pt x="6578502" y="3983564"/>
                  </a:lnTo>
                  <a:lnTo>
                    <a:pt x="6625566" y="3979171"/>
                  </a:lnTo>
                  <a:lnTo>
                    <a:pt x="6689082" y="3972663"/>
                  </a:lnTo>
                  <a:lnTo>
                    <a:pt x="6768005" y="3963753"/>
                  </a:lnTo>
                  <a:lnTo>
                    <a:pt x="6859981" y="3952256"/>
                  </a:lnTo>
                  <a:lnTo>
                    <a:pt x="6961761" y="3938086"/>
                  </a:lnTo>
                  <a:lnTo>
                    <a:pt x="7069695" y="3921242"/>
                  </a:lnTo>
                  <a:lnTo>
                    <a:pt x="7180212" y="3901766"/>
                  </a:lnTo>
                  <a:lnTo>
                    <a:pt x="7290174" y="3879712"/>
                  </a:lnTo>
                  <a:lnTo>
                    <a:pt x="7397088" y="3855109"/>
                  </a:lnTo>
                  <a:lnTo>
                    <a:pt x="7499169" y="3827937"/>
                  </a:lnTo>
                  <a:lnTo>
                    <a:pt x="7595304" y="3798111"/>
                  </a:lnTo>
                  <a:lnTo>
                    <a:pt x="7684952" y="3765467"/>
                  </a:lnTo>
                  <a:lnTo>
                    <a:pt x="7768018" y="3729766"/>
                  </a:lnTo>
                  <a:lnTo>
                    <a:pt x="7844737" y="3690691"/>
                  </a:lnTo>
                  <a:lnTo>
                    <a:pt x="7915565" y="3647854"/>
                  </a:lnTo>
                  <a:lnTo>
                    <a:pt x="7981100" y="3600810"/>
                  </a:lnTo>
                  <a:lnTo>
                    <a:pt x="8042016" y="3549077"/>
                  </a:lnTo>
                  <a:lnTo>
                    <a:pt x="8099015" y="3492164"/>
                  </a:lnTo>
                  <a:lnTo>
                    <a:pt x="8152789" y="3429632"/>
                  </a:lnTo>
                  <a:lnTo>
                    <a:pt x="8203987" y="3361172"/>
                  </a:lnTo>
                  <a:lnTo>
                    <a:pt x="8229629" y="3323435"/>
                  </a:lnTo>
                  <a:lnTo>
                    <a:pt x="8268287" y="3262119"/>
                  </a:lnTo>
                  <a:lnTo>
                    <a:pt x="8306076" y="3196942"/>
                  </a:lnTo>
                  <a:lnTo>
                    <a:pt x="8343200" y="3127825"/>
                  </a:lnTo>
                  <a:lnTo>
                    <a:pt x="8379829" y="3054734"/>
                  </a:lnTo>
                  <a:lnTo>
                    <a:pt x="8416101" y="2977685"/>
                  </a:lnTo>
                  <a:lnTo>
                    <a:pt x="8452132" y="2896748"/>
                  </a:lnTo>
                  <a:lnTo>
                    <a:pt x="8488014" y="2812048"/>
                  </a:lnTo>
                  <a:lnTo>
                    <a:pt x="8523817" y="2723774"/>
                  </a:lnTo>
                  <a:lnTo>
                    <a:pt x="8559595" y="2632170"/>
                  </a:lnTo>
                  <a:lnTo>
                    <a:pt x="8595386" y="2537544"/>
                  </a:lnTo>
                  <a:lnTo>
                    <a:pt x="8631212" y="2440259"/>
                  </a:lnTo>
                  <a:lnTo>
                    <a:pt x="8667083" y="2340732"/>
                  </a:lnTo>
                  <a:lnTo>
                    <a:pt x="8703000" y="2239425"/>
                  </a:lnTo>
                  <a:lnTo>
                    <a:pt x="8738955" y="2136838"/>
                  </a:lnTo>
                  <a:lnTo>
                    <a:pt x="8774934" y="2033498"/>
                  </a:lnTo>
                  <a:lnTo>
                    <a:pt x="8810920" y="1929949"/>
                  </a:lnTo>
                  <a:lnTo>
                    <a:pt x="8846895" y="1826739"/>
                  </a:lnTo>
                  <a:lnTo>
                    <a:pt x="8882842" y="1724410"/>
                  </a:lnTo>
                  <a:lnTo>
                    <a:pt x="8918749" y="1623483"/>
                  </a:lnTo>
                  <a:lnTo>
                    <a:pt x="8954609" y="1524451"/>
                  </a:lnTo>
                  <a:lnTo>
                    <a:pt x="8990425" y="1427764"/>
                  </a:lnTo>
                  <a:lnTo>
                    <a:pt x="9026210" y="1333828"/>
                  </a:lnTo>
                  <a:lnTo>
                    <a:pt x="9061991" y="1242992"/>
                  </a:lnTo>
                  <a:lnTo>
                    <a:pt x="9097807" y="1155549"/>
                  </a:lnTo>
                  <a:lnTo>
                    <a:pt x="9133717" y="1071732"/>
                  </a:lnTo>
                  <a:lnTo>
                    <a:pt x="9169796" y="991712"/>
                  </a:lnTo>
                  <a:lnTo>
                    <a:pt x="9206142" y="915603"/>
                  </a:lnTo>
                  <a:lnTo>
                    <a:pt x="9242875" y="843460"/>
                  </a:lnTo>
                  <a:lnTo>
                    <a:pt x="9280142" y="775286"/>
                  </a:lnTo>
                  <a:lnTo>
                    <a:pt x="9318118" y="711039"/>
                  </a:lnTo>
                  <a:lnTo>
                    <a:pt x="9347647" y="664687"/>
                  </a:lnTo>
                  <a:lnTo>
                    <a:pt x="9397745" y="593118"/>
                  </a:lnTo>
                  <a:lnTo>
                    <a:pt x="9450111" y="527549"/>
                  </a:lnTo>
                  <a:lnTo>
                    <a:pt x="9505358" y="467781"/>
                  </a:lnTo>
                  <a:lnTo>
                    <a:pt x="9564162" y="413431"/>
                  </a:lnTo>
                  <a:lnTo>
                    <a:pt x="9627223" y="364025"/>
                  </a:lnTo>
                  <a:lnTo>
                    <a:pt x="9695235" y="319073"/>
                  </a:lnTo>
                  <a:lnTo>
                    <a:pt x="9768842" y="278106"/>
                  </a:lnTo>
                  <a:lnTo>
                    <a:pt x="9848582" y="240705"/>
                  </a:lnTo>
                  <a:lnTo>
                    <a:pt x="9934817" y="206516"/>
                  </a:lnTo>
                  <a:lnTo>
                    <a:pt x="10027636" y="175259"/>
                  </a:lnTo>
                  <a:lnTo>
                    <a:pt x="10126745" y="146731"/>
                  </a:lnTo>
                  <a:lnTo>
                    <a:pt x="10231339" y="120807"/>
                  </a:lnTo>
                  <a:lnTo>
                    <a:pt x="10339992" y="97434"/>
                  </a:lnTo>
                  <a:lnTo>
                    <a:pt x="10450577" y="76620"/>
                  </a:lnTo>
                  <a:lnTo>
                    <a:pt x="10560271" y="58408"/>
                  </a:lnTo>
                  <a:lnTo>
                    <a:pt x="10665692" y="42853"/>
                  </a:lnTo>
                  <a:lnTo>
                    <a:pt x="10763178" y="29980"/>
                  </a:lnTo>
                  <a:lnTo>
                    <a:pt x="10849209" y="19749"/>
                  </a:lnTo>
                  <a:lnTo>
                    <a:pt x="10920908" y="12029"/>
                  </a:lnTo>
                  <a:lnTo>
                    <a:pt x="10976512" y="6585"/>
                  </a:lnTo>
                  <a:lnTo>
                    <a:pt x="11015708" y="3083"/>
                  </a:lnTo>
                  <a:lnTo>
                    <a:pt x="11039753" y="1116"/>
                  </a:lnTo>
                  <a:lnTo>
                    <a:pt x="11051408" y="240"/>
                  </a:lnTo>
                  <a:lnTo>
                    <a:pt x="11054746" y="9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1" name="pl1090"/>
            <p:cNvSpPr/>
            <p:nvPr/>
          </p:nvSpPr>
          <p:spPr>
            <a:xfrm>
              <a:off x="1199187" y="1875982"/>
              <a:ext cx="12049831" cy="3988122"/>
            </a:xfrm>
            <a:custGeom>
              <a:avLst/>
              <a:pathLst>
                <a:path w="12049831" h="3988122">
                  <a:moveTo>
                    <a:pt x="12049831" y="0"/>
                  </a:moveTo>
                  <a:lnTo>
                    <a:pt x="11054891" y="0"/>
                  </a:lnTo>
                  <a:lnTo>
                    <a:pt x="11053867" y="68"/>
                  </a:lnTo>
                  <a:lnTo>
                    <a:pt x="11047095" y="556"/>
                  </a:lnTo>
                  <a:lnTo>
                    <a:pt x="11029885" y="1902"/>
                  </a:lnTo>
                  <a:lnTo>
                    <a:pt x="10998775" y="4557"/>
                  </a:lnTo>
                  <a:lnTo>
                    <a:pt x="10951710" y="8951"/>
                  </a:lnTo>
                  <a:lnTo>
                    <a:pt x="10888195" y="15458"/>
                  </a:lnTo>
                  <a:lnTo>
                    <a:pt x="10809272" y="24368"/>
                  </a:lnTo>
                  <a:lnTo>
                    <a:pt x="10717295" y="35866"/>
                  </a:lnTo>
                  <a:lnTo>
                    <a:pt x="10615516" y="50035"/>
                  </a:lnTo>
                  <a:lnTo>
                    <a:pt x="10507581" y="66880"/>
                  </a:lnTo>
                  <a:lnTo>
                    <a:pt x="10397064" y="86356"/>
                  </a:lnTo>
                  <a:lnTo>
                    <a:pt x="10287102" y="108410"/>
                  </a:lnTo>
                  <a:lnTo>
                    <a:pt x="10180189" y="133013"/>
                  </a:lnTo>
                  <a:lnTo>
                    <a:pt x="10078108" y="160184"/>
                  </a:lnTo>
                  <a:lnTo>
                    <a:pt x="9981972" y="190011"/>
                  </a:lnTo>
                  <a:lnTo>
                    <a:pt x="9892325" y="222654"/>
                  </a:lnTo>
                  <a:lnTo>
                    <a:pt x="9809259" y="258355"/>
                  </a:lnTo>
                  <a:lnTo>
                    <a:pt x="9732540" y="297431"/>
                  </a:lnTo>
                  <a:lnTo>
                    <a:pt x="9661711" y="340268"/>
                  </a:lnTo>
                  <a:lnTo>
                    <a:pt x="9596176" y="387311"/>
                  </a:lnTo>
                  <a:lnTo>
                    <a:pt x="9535260" y="439045"/>
                  </a:lnTo>
                  <a:lnTo>
                    <a:pt x="9478262" y="495957"/>
                  </a:lnTo>
                  <a:lnTo>
                    <a:pt x="9424488" y="558489"/>
                  </a:lnTo>
                  <a:lnTo>
                    <a:pt x="9373289" y="626950"/>
                  </a:lnTo>
                  <a:lnTo>
                    <a:pt x="9347647" y="664687"/>
                  </a:lnTo>
                  <a:lnTo>
                    <a:pt x="9308990" y="726002"/>
                  </a:lnTo>
                  <a:lnTo>
                    <a:pt x="9271201" y="791179"/>
                  </a:lnTo>
                  <a:lnTo>
                    <a:pt x="9234076" y="860297"/>
                  </a:lnTo>
                  <a:lnTo>
                    <a:pt x="9197448" y="933388"/>
                  </a:lnTo>
                  <a:lnTo>
                    <a:pt x="9161175" y="1010436"/>
                  </a:lnTo>
                  <a:lnTo>
                    <a:pt x="9125144" y="1091374"/>
                  </a:lnTo>
                  <a:lnTo>
                    <a:pt x="9089263" y="1176073"/>
                  </a:lnTo>
                  <a:lnTo>
                    <a:pt x="9053460" y="1264348"/>
                  </a:lnTo>
                  <a:lnTo>
                    <a:pt x="9017681" y="1355952"/>
                  </a:lnTo>
                  <a:lnTo>
                    <a:pt x="8981891" y="1450578"/>
                  </a:lnTo>
                  <a:lnTo>
                    <a:pt x="8946065" y="1547862"/>
                  </a:lnTo>
                  <a:lnTo>
                    <a:pt x="8910193" y="1647389"/>
                  </a:lnTo>
                  <a:lnTo>
                    <a:pt x="8874276" y="1748696"/>
                  </a:lnTo>
                  <a:lnTo>
                    <a:pt x="8838321" y="1851283"/>
                  </a:lnTo>
                  <a:lnTo>
                    <a:pt x="8802342" y="1954623"/>
                  </a:lnTo>
                  <a:lnTo>
                    <a:pt x="8766356" y="2058173"/>
                  </a:lnTo>
                  <a:lnTo>
                    <a:pt x="8730381" y="2161382"/>
                  </a:lnTo>
                  <a:lnTo>
                    <a:pt x="8694434" y="2263711"/>
                  </a:lnTo>
                  <a:lnTo>
                    <a:pt x="8658528" y="2364638"/>
                  </a:lnTo>
                  <a:lnTo>
                    <a:pt x="8622667" y="2463671"/>
                  </a:lnTo>
                  <a:lnTo>
                    <a:pt x="8586851" y="2560358"/>
                  </a:lnTo>
                  <a:lnTo>
                    <a:pt x="8551066" y="2654294"/>
                  </a:lnTo>
                  <a:lnTo>
                    <a:pt x="8515286" y="2745130"/>
                  </a:lnTo>
                  <a:lnTo>
                    <a:pt x="8479469" y="2832572"/>
                  </a:lnTo>
                  <a:lnTo>
                    <a:pt x="8443560" y="2916389"/>
                  </a:lnTo>
                  <a:lnTo>
                    <a:pt x="8407480" y="2996409"/>
                  </a:lnTo>
                  <a:lnTo>
                    <a:pt x="8371134" y="3072519"/>
                  </a:lnTo>
                  <a:lnTo>
                    <a:pt x="8334401" y="3144662"/>
                  </a:lnTo>
                  <a:lnTo>
                    <a:pt x="8297135" y="3212835"/>
                  </a:lnTo>
                  <a:lnTo>
                    <a:pt x="8259158" y="3277083"/>
                  </a:lnTo>
                  <a:lnTo>
                    <a:pt x="8229629" y="3323435"/>
                  </a:lnTo>
                  <a:lnTo>
                    <a:pt x="8179531" y="3395003"/>
                  </a:lnTo>
                  <a:lnTo>
                    <a:pt x="8127166" y="3460573"/>
                  </a:lnTo>
                  <a:lnTo>
                    <a:pt x="8071918" y="3520340"/>
                  </a:lnTo>
                  <a:lnTo>
                    <a:pt x="8013115" y="3574691"/>
                  </a:lnTo>
                  <a:lnTo>
                    <a:pt x="7950054" y="3624097"/>
                  </a:lnTo>
                  <a:lnTo>
                    <a:pt x="7882041" y="3669049"/>
                  </a:lnTo>
                  <a:lnTo>
                    <a:pt x="7808434" y="3710016"/>
                  </a:lnTo>
                  <a:lnTo>
                    <a:pt x="7728694" y="3747417"/>
                  </a:lnTo>
                  <a:lnTo>
                    <a:pt x="7642459" y="3781606"/>
                  </a:lnTo>
                  <a:lnTo>
                    <a:pt x="7549640" y="3812863"/>
                  </a:lnTo>
                  <a:lnTo>
                    <a:pt x="7450532" y="3841391"/>
                  </a:lnTo>
                  <a:lnTo>
                    <a:pt x="7345937" y="3867315"/>
                  </a:lnTo>
                  <a:lnTo>
                    <a:pt x="7237284" y="3890687"/>
                  </a:lnTo>
                  <a:lnTo>
                    <a:pt x="7126700" y="3911502"/>
                  </a:lnTo>
                  <a:lnTo>
                    <a:pt x="7017005" y="3929713"/>
                  </a:lnTo>
                  <a:lnTo>
                    <a:pt x="6911584" y="3945268"/>
                  </a:lnTo>
                  <a:lnTo>
                    <a:pt x="6814099" y="3958142"/>
                  </a:lnTo>
                  <a:lnTo>
                    <a:pt x="6728068" y="3968373"/>
                  </a:lnTo>
                  <a:lnTo>
                    <a:pt x="6656369" y="3976092"/>
                  </a:lnTo>
                  <a:lnTo>
                    <a:pt x="6600764" y="3981536"/>
                  </a:lnTo>
                  <a:lnTo>
                    <a:pt x="6561569" y="3985039"/>
                  </a:lnTo>
                  <a:lnTo>
                    <a:pt x="6537523" y="3987006"/>
                  </a:lnTo>
                  <a:lnTo>
                    <a:pt x="6525869" y="3987881"/>
                  </a:lnTo>
                  <a:lnTo>
                    <a:pt x="6522530" y="3988113"/>
                  </a:lnTo>
                  <a:lnTo>
                    <a:pt x="6522385" y="3988122"/>
                  </a:lnTo>
                  <a:lnTo>
                    <a:pt x="5527445" y="3988122"/>
                  </a:lnTo>
                  <a:lnTo>
                    <a:pt x="5526321" y="3988098"/>
                  </a:lnTo>
                  <a:lnTo>
                    <a:pt x="5518902" y="3987929"/>
                  </a:lnTo>
                  <a:lnTo>
                    <a:pt x="5500096" y="3987462"/>
                  </a:lnTo>
                  <a:lnTo>
                    <a:pt x="5466214" y="3986540"/>
                  </a:lnTo>
                  <a:lnTo>
                    <a:pt x="5415185" y="3985018"/>
                  </a:lnTo>
                  <a:lnTo>
                    <a:pt x="5346714" y="3982768"/>
                  </a:lnTo>
                  <a:lnTo>
                    <a:pt x="5262225" y="3979696"/>
                  </a:lnTo>
                  <a:lnTo>
                    <a:pt x="5164549" y="3975746"/>
                  </a:lnTo>
                  <a:lnTo>
                    <a:pt x="5057410" y="3970896"/>
                  </a:lnTo>
                  <a:lnTo>
                    <a:pt x="4944839" y="3965151"/>
                  </a:lnTo>
                  <a:lnTo>
                    <a:pt x="4830650" y="3958528"/>
                  </a:lnTo>
                  <a:lnTo>
                    <a:pt x="4718069" y="3951043"/>
                  </a:lnTo>
                  <a:lnTo>
                    <a:pt x="4609551" y="3942703"/>
                  </a:lnTo>
                  <a:lnTo>
                    <a:pt x="4506752" y="3933490"/>
                  </a:lnTo>
                  <a:lnTo>
                    <a:pt x="4410610" y="3923364"/>
                  </a:lnTo>
                  <a:lnTo>
                    <a:pt x="4321475" y="3912256"/>
                  </a:lnTo>
                  <a:lnTo>
                    <a:pt x="4239256" y="3900069"/>
                  </a:lnTo>
                  <a:lnTo>
                    <a:pt x="4163556" y="3886681"/>
                  </a:lnTo>
                  <a:lnTo>
                    <a:pt x="4093775" y="3871944"/>
                  </a:lnTo>
                  <a:lnTo>
                    <a:pt x="4029201" y="3855697"/>
                  </a:lnTo>
                  <a:lnTo>
                    <a:pt x="3969069" y="3837768"/>
                  </a:lnTo>
                  <a:lnTo>
                    <a:pt x="3912609" y="3817997"/>
                  </a:lnTo>
                  <a:lnTo>
                    <a:pt x="3859091" y="3796259"/>
                  </a:lnTo>
                  <a:lnTo>
                    <a:pt x="3820202" y="3778497"/>
                  </a:lnTo>
                  <a:lnTo>
                    <a:pt x="3764951" y="3750336"/>
                  </a:lnTo>
                  <a:lnTo>
                    <a:pt x="3711307" y="3719639"/>
                  </a:lnTo>
                  <a:lnTo>
                    <a:pt x="3658732" y="3686360"/>
                  </a:lnTo>
                  <a:lnTo>
                    <a:pt x="3606817" y="3650517"/>
                  </a:lnTo>
                  <a:lnTo>
                    <a:pt x="3555260" y="3612205"/>
                  </a:lnTo>
                  <a:lnTo>
                    <a:pt x="3503844" y="3571595"/>
                  </a:lnTo>
                  <a:lnTo>
                    <a:pt x="3452431" y="3528942"/>
                  </a:lnTo>
                  <a:lnTo>
                    <a:pt x="3400945" y="3484575"/>
                  </a:lnTo>
                  <a:lnTo>
                    <a:pt x="3349365" y="3438896"/>
                  </a:lnTo>
                  <a:lnTo>
                    <a:pt x="3297706" y="3392362"/>
                  </a:lnTo>
                  <a:lnTo>
                    <a:pt x="3246010" y="3345467"/>
                  </a:lnTo>
                  <a:lnTo>
                    <a:pt x="3194330" y="3298723"/>
                  </a:lnTo>
                  <a:lnTo>
                    <a:pt x="3142714" y="3252633"/>
                  </a:lnTo>
                  <a:lnTo>
                    <a:pt x="3091190" y="3207673"/>
                  </a:lnTo>
                  <a:lnTo>
                    <a:pt x="3039753" y="3164268"/>
                  </a:lnTo>
                  <a:lnTo>
                    <a:pt x="2988351" y="3122779"/>
                  </a:lnTo>
                  <a:lnTo>
                    <a:pt x="2936873" y="3083494"/>
                  </a:lnTo>
                  <a:lnTo>
                    <a:pt x="2885137" y="3046616"/>
                  </a:lnTo>
                  <a:lnTo>
                    <a:pt x="2832878" y="3012273"/>
                  </a:lnTo>
                  <a:lnTo>
                    <a:pt x="2779732" y="2980512"/>
                  </a:lnTo>
                  <a:lnTo>
                    <a:pt x="2725219" y="2951314"/>
                  </a:lnTo>
                  <a:lnTo>
                    <a:pt x="2702183" y="2939995"/>
                  </a:lnTo>
                  <a:lnTo>
                    <a:pt x="2650446" y="2916733"/>
                  </a:lnTo>
                  <a:lnTo>
                    <a:pt x="2596272" y="2895483"/>
                  </a:lnTo>
                  <a:lnTo>
                    <a:pt x="2538985" y="2876176"/>
                  </a:lnTo>
                  <a:lnTo>
                    <a:pt x="2477838" y="2858674"/>
                  </a:lnTo>
                  <a:lnTo>
                    <a:pt x="2412061" y="2842812"/>
                  </a:lnTo>
                  <a:lnTo>
                    <a:pt x="2340896" y="2828420"/>
                  </a:lnTo>
                  <a:lnTo>
                    <a:pt x="2263651" y="2815338"/>
                  </a:lnTo>
                  <a:lnTo>
                    <a:pt x="2179769" y="2803425"/>
                  </a:lnTo>
                  <a:lnTo>
                    <a:pt x="2088915" y="2792565"/>
                  </a:lnTo>
                  <a:lnTo>
                    <a:pt x="1991092" y="2782668"/>
                  </a:lnTo>
                  <a:lnTo>
                    <a:pt x="1886783" y="2773671"/>
                  </a:lnTo>
                  <a:lnTo>
                    <a:pt x="1777089" y="2765540"/>
                  </a:lnTo>
                  <a:lnTo>
                    <a:pt x="1663858" y="2758265"/>
                  </a:lnTo>
                  <a:lnTo>
                    <a:pt x="1549739" y="2751855"/>
                  </a:lnTo>
                  <a:lnTo>
                    <a:pt x="1438129" y="2746327"/>
                  </a:lnTo>
                  <a:lnTo>
                    <a:pt x="1332933" y="2741698"/>
                  </a:lnTo>
                  <a:lnTo>
                    <a:pt x="1238160" y="2737966"/>
                  </a:lnTo>
                  <a:lnTo>
                    <a:pt x="1157372" y="2735101"/>
                  </a:lnTo>
                  <a:lnTo>
                    <a:pt x="1093096" y="2733039"/>
                  </a:lnTo>
                  <a:lnTo>
                    <a:pt x="1046355" y="2731676"/>
                  </a:lnTo>
                  <a:lnTo>
                    <a:pt x="1016415" y="2730880"/>
                  </a:lnTo>
                  <a:lnTo>
                    <a:pt x="1000790" y="2730500"/>
                  </a:lnTo>
                  <a:lnTo>
                    <a:pt x="995431" y="2730380"/>
                  </a:lnTo>
                  <a:lnTo>
                    <a:pt x="994940" y="2730370"/>
                  </a:lnTo>
                  <a:lnTo>
                    <a:pt x="0" y="2730370"/>
                  </a:lnTo>
                  <a:lnTo>
                    <a:pt x="0" y="27303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2" name="pg1091"/>
            <p:cNvSpPr/>
            <p:nvPr/>
          </p:nvSpPr>
          <p:spPr>
            <a:xfrm>
              <a:off x="1199187" y="3432450"/>
              <a:ext cx="12049831" cy="2452616"/>
            </a:xfrm>
            <a:custGeom>
              <a:avLst/>
              <a:pathLst>
                <a:path w="12049831" h="2452616">
                  <a:moveTo>
                    <a:pt x="0" y="1194864"/>
                  </a:moveTo>
                  <a:lnTo>
                    <a:pt x="994940" y="1194864"/>
                  </a:lnTo>
                  <a:lnTo>
                    <a:pt x="996064" y="1194888"/>
                  </a:lnTo>
                  <a:lnTo>
                    <a:pt x="1003483" y="1195057"/>
                  </a:lnTo>
                  <a:lnTo>
                    <a:pt x="1022289" y="1195524"/>
                  </a:lnTo>
                  <a:lnTo>
                    <a:pt x="1056171" y="1196446"/>
                  </a:lnTo>
                  <a:lnTo>
                    <a:pt x="1107200" y="1197968"/>
                  </a:lnTo>
                  <a:lnTo>
                    <a:pt x="1175671" y="1200219"/>
                  </a:lnTo>
                  <a:lnTo>
                    <a:pt x="1260160" y="1203290"/>
                  </a:lnTo>
                  <a:lnTo>
                    <a:pt x="1357836" y="1207240"/>
                  </a:lnTo>
                  <a:lnTo>
                    <a:pt x="1464975" y="1212090"/>
                  </a:lnTo>
                  <a:lnTo>
                    <a:pt x="1577546" y="1217835"/>
                  </a:lnTo>
                  <a:lnTo>
                    <a:pt x="1691735" y="1224458"/>
                  </a:lnTo>
                  <a:lnTo>
                    <a:pt x="1804316" y="1231943"/>
                  </a:lnTo>
                  <a:lnTo>
                    <a:pt x="1912834" y="1240283"/>
                  </a:lnTo>
                  <a:lnTo>
                    <a:pt x="2015633" y="1249496"/>
                  </a:lnTo>
                  <a:lnTo>
                    <a:pt x="2111775" y="1259622"/>
                  </a:lnTo>
                  <a:lnTo>
                    <a:pt x="2200910" y="1270730"/>
                  </a:lnTo>
                  <a:lnTo>
                    <a:pt x="2283129" y="1282917"/>
                  </a:lnTo>
                  <a:lnTo>
                    <a:pt x="2358829" y="1296306"/>
                  </a:lnTo>
                  <a:lnTo>
                    <a:pt x="2428610" y="1311042"/>
                  </a:lnTo>
                  <a:lnTo>
                    <a:pt x="2493184" y="1327289"/>
                  </a:lnTo>
                  <a:lnTo>
                    <a:pt x="2553316" y="1345218"/>
                  </a:lnTo>
                  <a:lnTo>
                    <a:pt x="2609776" y="1364989"/>
                  </a:lnTo>
                  <a:lnTo>
                    <a:pt x="2663294" y="1386727"/>
                  </a:lnTo>
                  <a:lnTo>
                    <a:pt x="2702183" y="1404489"/>
                  </a:lnTo>
                  <a:lnTo>
                    <a:pt x="2757434" y="1432650"/>
                  </a:lnTo>
                  <a:lnTo>
                    <a:pt x="2811078" y="1463347"/>
                  </a:lnTo>
                  <a:lnTo>
                    <a:pt x="2863653" y="1496627"/>
                  </a:lnTo>
                  <a:lnTo>
                    <a:pt x="2915568" y="1532469"/>
                  </a:lnTo>
                  <a:lnTo>
                    <a:pt x="2967125" y="1570781"/>
                  </a:lnTo>
                  <a:lnTo>
                    <a:pt x="3018541" y="1611391"/>
                  </a:lnTo>
                  <a:lnTo>
                    <a:pt x="3069954" y="1654044"/>
                  </a:lnTo>
                  <a:lnTo>
                    <a:pt x="3121440" y="1698411"/>
                  </a:lnTo>
                  <a:lnTo>
                    <a:pt x="3173020" y="1744090"/>
                  </a:lnTo>
                  <a:lnTo>
                    <a:pt x="3224679" y="1790624"/>
                  </a:lnTo>
                  <a:lnTo>
                    <a:pt x="3276375" y="1837519"/>
                  </a:lnTo>
                  <a:lnTo>
                    <a:pt x="3328055" y="1884263"/>
                  </a:lnTo>
                  <a:lnTo>
                    <a:pt x="3379671" y="1930353"/>
                  </a:lnTo>
                  <a:lnTo>
                    <a:pt x="3431195" y="1975313"/>
                  </a:lnTo>
                  <a:lnTo>
                    <a:pt x="3482632" y="2018718"/>
                  </a:lnTo>
                  <a:lnTo>
                    <a:pt x="3534034" y="2060207"/>
                  </a:lnTo>
                  <a:lnTo>
                    <a:pt x="3585512" y="2099492"/>
                  </a:lnTo>
                  <a:lnTo>
                    <a:pt x="3637248" y="2136370"/>
                  </a:lnTo>
                  <a:lnTo>
                    <a:pt x="3689507" y="2170713"/>
                  </a:lnTo>
                  <a:lnTo>
                    <a:pt x="3742653" y="2202474"/>
                  </a:lnTo>
                  <a:lnTo>
                    <a:pt x="3797166" y="2231672"/>
                  </a:lnTo>
                  <a:lnTo>
                    <a:pt x="3820202" y="2242991"/>
                  </a:lnTo>
                  <a:lnTo>
                    <a:pt x="3871939" y="2266254"/>
                  </a:lnTo>
                  <a:lnTo>
                    <a:pt x="3926113" y="2287503"/>
                  </a:lnTo>
                  <a:lnTo>
                    <a:pt x="3983400" y="2306810"/>
                  </a:lnTo>
                  <a:lnTo>
                    <a:pt x="4044547" y="2324312"/>
                  </a:lnTo>
                  <a:lnTo>
                    <a:pt x="4110324" y="2340174"/>
                  </a:lnTo>
                  <a:lnTo>
                    <a:pt x="4181489" y="2354566"/>
                  </a:lnTo>
                  <a:lnTo>
                    <a:pt x="4258734" y="2367648"/>
                  </a:lnTo>
                  <a:lnTo>
                    <a:pt x="4342616" y="2379561"/>
                  </a:lnTo>
                  <a:lnTo>
                    <a:pt x="4433470" y="2390421"/>
                  </a:lnTo>
                  <a:lnTo>
                    <a:pt x="4531293" y="2400318"/>
                  </a:lnTo>
                  <a:lnTo>
                    <a:pt x="4635602" y="2409315"/>
                  </a:lnTo>
                  <a:lnTo>
                    <a:pt x="4745296" y="2417446"/>
                  </a:lnTo>
                  <a:lnTo>
                    <a:pt x="4858527" y="2424721"/>
                  </a:lnTo>
                  <a:lnTo>
                    <a:pt x="4972646" y="2431131"/>
                  </a:lnTo>
                  <a:lnTo>
                    <a:pt x="5084256" y="2436659"/>
                  </a:lnTo>
                  <a:lnTo>
                    <a:pt x="5189452" y="2441288"/>
                  </a:lnTo>
                  <a:lnTo>
                    <a:pt x="5284225" y="2445021"/>
                  </a:lnTo>
                  <a:lnTo>
                    <a:pt x="5365013" y="2447885"/>
                  </a:lnTo>
                  <a:lnTo>
                    <a:pt x="5429289" y="2449947"/>
                  </a:lnTo>
                  <a:lnTo>
                    <a:pt x="5476030" y="2451310"/>
                  </a:lnTo>
                  <a:lnTo>
                    <a:pt x="5505970" y="2452106"/>
                  </a:lnTo>
                  <a:lnTo>
                    <a:pt x="5521595" y="2452486"/>
                  </a:lnTo>
                  <a:lnTo>
                    <a:pt x="5526954" y="2452606"/>
                  </a:lnTo>
                  <a:lnTo>
                    <a:pt x="5527445" y="2452616"/>
                  </a:lnTo>
                  <a:lnTo>
                    <a:pt x="6522385" y="2452616"/>
                  </a:lnTo>
                  <a:lnTo>
                    <a:pt x="6523476" y="2452571"/>
                  </a:lnTo>
                  <a:lnTo>
                    <a:pt x="6530681" y="2452252"/>
                  </a:lnTo>
                  <a:lnTo>
                    <a:pt x="6548959" y="2451370"/>
                  </a:lnTo>
                  <a:lnTo>
                    <a:pt x="6581926" y="2449632"/>
                  </a:lnTo>
                  <a:lnTo>
                    <a:pt x="6631650" y="2446757"/>
                  </a:lnTo>
                  <a:lnTo>
                    <a:pt x="6698496" y="2442506"/>
                  </a:lnTo>
                  <a:lnTo>
                    <a:pt x="6781168" y="2436697"/>
                  </a:lnTo>
                  <a:lnTo>
                    <a:pt x="6876996" y="2429219"/>
                  </a:lnTo>
                  <a:lnTo>
                    <a:pt x="6982411" y="2420026"/>
                  </a:lnTo>
                  <a:lnTo>
                    <a:pt x="7093504" y="2409124"/>
                  </a:lnTo>
                  <a:lnTo>
                    <a:pt x="7206538" y="2396544"/>
                  </a:lnTo>
                  <a:lnTo>
                    <a:pt x="7318310" y="2382319"/>
                  </a:lnTo>
                  <a:lnTo>
                    <a:pt x="7426348" y="2366461"/>
                  </a:lnTo>
                  <a:lnTo>
                    <a:pt x="7528951" y="2348948"/>
                  </a:lnTo>
                  <a:lnTo>
                    <a:pt x="7625122" y="2329707"/>
                  </a:lnTo>
                  <a:lnTo>
                    <a:pt x="7714446" y="2308617"/>
                  </a:lnTo>
                  <a:lnTo>
                    <a:pt x="7796954" y="2285504"/>
                  </a:lnTo>
                  <a:lnTo>
                    <a:pt x="7872991" y="2260144"/>
                  </a:lnTo>
                  <a:lnTo>
                    <a:pt x="7943109" y="2232266"/>
                  </a:lnTo>
                  <a:lnTo>
                    <a:pt x="8007986" y="2201569"/>
                  </a:lnTo>
                  <a:lnTo>
                    <a:pt x="8068358" y="2167732"/>
                  </a:lnTo>
                  <a:lnTo>
                    <a:pt x="8124972" y="2130442"/>
                  </a:lnTo>
                  <a:lnTo>
                    <a:pt x="8178551" y="2089445"/>
                  </a:lnTo>
                  <a:lnTo>
                    <a:pt x="8229629" y="2044720"/>
                  </a:lnTo>
                  <a:lnTo>
                    <a:pt x="8276195" y="1998987"/>
                  </a:lnTo>
                  <a:lnTo>
                    <a:pt x="8321559" y="1949782"/>
                  </a:lnTo>
                  <a:lnTo>
                    <a:pt x="8366059" y="1897035"/>
                  </a:lnTo>
                  <a:lnTo>
                    <a:pt x="8409966" y="1840738"/>
                  </a:lnTo>
                  <a:lnTo>
                    <a:pt x="8453494" y="1780948"/>
                  </a:lnTo>
                  <a:lnTo>
                    <a:pt x="8496808" y="1717800"/>
                  </a:lnTo>
                  <a:lnTo>
                    <a:pt x="8540027" y="1651503"/>
                  </a:lnTo>
                  <a:lnTo>
                    <a:pt x="8583237" y="1582346"/>
                  </a:lnTo>
                  <a:lnTo>
                    <a:pt x="8626488" y="1510697"/>
                  </a:lnTo>
                  <a:lnTo>
                    <a:pt x="8669804" y="1436991"/>
                  </a:lnTo>
                  <a:lnTo>
                    <a:pt x="8713186" y="1361726"/>
                  </a:lnTo>
                  <a:lnTo>
                    <a:pt x="8756618" y="1285448"/>
                  </a:lnTo>
                  <a:lnTo>
                    <a:pt x="8800073" y="1208734"/>
                  </a:lnTo>
                  <a:lnTo>
                    <a:pt x="8843519" y="1132177"/>
                  </a:lnTo>
                  <a:lnTo>
                    <a:pt x="8886927" y="1056361"/>
                  </a:lnTo>
                  <a:lnTo>
                    <a:pt x="8930275" y="981851"/>
                  </a:lnTo>
                  <a:lnTo>
                    <a:pt x="8973556" y="909169"/>
                  </a:lnTo>
                  <a:lnTo>
                    <a:pt x="9016781" y="838782"/>
                  </a:lnTo>
                  <a:lnTo>
                    <a:pt x="9059987" y="771089"/>
                  </a:lnTo>
                  <a:lnTo>
                    <a:pt x="9103244" y="706418"/>
                  </a:lnTo>
                  <a:lnTo>
                    <a:pt x="9146652" y="645016"/>
                  </a:lnTo>
                  <a:lnTo>
                    <a:pt x="9190356" y="587052"/>
                  </a:lnTo>
                  <a:lnTo>
                    <a:pt x="9234546" y="532620"/>
                  </a:lnTo>
                  <a:lnTo>
                    <a:pt x="9279462" y="481742"/>
                  </a:lnTo>
                  <a:lnTo>
                    <a:pt x="9325412" y="434377"/>
                  </a:lnTo>
                  <a:lnTo>
                    <a:pt x="9347647" y="413136"/>
                  </a:lnTo>
                  <a:lnTo>
                    <a:pt x="9398852" y="368308"/>
                  </a:lnTo>
                  <a:lnTo>
                    <a:pt x="9452437" y="327320"/>
                  </a:lnTo>
                  <a:lnTo>
                    <a:pt x="9509060" y="290039"/>
                  </a:lnTo>
                  <a:lnTo>
                    <a:pt x="9569441" y="256209"/>
                  </a:lnTo>
                  <a:lnTo>
                    <a:pt x="9634330" y="225520"/>
                  </a:lnTo>
                  <a:lnTo>
                    <a:pt x="9704462" y="197649"/>
                  </a:lnTo>
                  <a:lnTo>
                    <a:pt x="9780514" y="172294"/>
                  </a:lnTo>
                  <a:lnTo>
                    <a:pt x="9863037" y="149186"/>
                  </a:lnTo>
                  <a:lnTo>
                    <a:pt x="9952378" y="128101"/>
                  </a:lnTo>
                  <a:lnTo>
                    <a:pt x="10048565" y="108864"/>
                  </a:lnTo>
                  <a:lnTo>
                    <a:pt x="10151183" y="91355"/>
                  </a:lnTo>
                  <a:lnTo>
                    <a:pt x="10259232" y="75501"/>
                  </a:lnTo>
                  <a:lnTo>
                    <a:pt x="10371011" y="61280"/>
                  </a:lnTo>
                  <a:lnTo>
                    <a:pt x="10484044" y="48704"/>
                  </a:lnTo>
                  <a:lnTo>
                    <a:pt x="10595128" y="37806"/>
                  </a:lnTo>
                  <a:lnTo>
                    <a:pt x="10700524" y="28617"/>
                  </a:lnTo>
                  <a:lnTo>
                    <a:pt x="10796325" y="21143"/>
                  </a:lnTo>
                  <a:lnTo>
                    <a:pt x="10878962" y="15338"/>
                  </a:lnTo>
                  <a:lnTo>
                    <a:pt x="10945767" y="11090"/>
                  </a:lnTo>
                  <a:lnTo>
                    <a:pt x="10995449" y="8219"/>
                  </a:lnTo>
                  <a:lnTo>
                    <a:pt x="11028378" y="6483"/>
                  </a:lnTo>
                  <a:lnTo>
                    <a:pt x="11046624" y="5603"/>
                  </a:lnTo>
                  <a:lnTo>
                    <a:pt x="11053808" y="528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0" y="44"/>
                  </a:lnTo>
                  <a:lnTo>
                    <a:pt x="11046595" y="364"/>
                  </a:lnTo>
                  <a:lnTo>
                    <a:pt x="11028317" y="1246"/>
                  </a:lnTo>
                  <a:lnTo>
                    <a:pt x="10995350" y="2984"/>
                  </a:lnTo>
                  <a:lnTo>
                    <a:pt x="10945626" y="5858"/>
                  </a:lnTo>
                  <a:lnTo>
                    <a:pt x="10878781" y="10109"/>
                  </a:lnTo>
                  <a:lnTo>
                    <a:pt x="10796108" y="15918"/>
                  </a:lnTo>
                  <a:lnTo>
                    <a:pt x="10700280" y="23397"/>
                  </a:lnTo>
                  <a:lnTo>
                    <a:pt x="10594865" y="32589"/>
                  </a:lnTo>
                  <a:lnTo>
                    <a:pt x="10483772" y="43492"/>
                  </a:lnTo>
                  <a:lnTo>
                    <a:pt x="10370738" y="56072"/>
                  </a:lnTo>
                  <a:lnTo>
                    <a:pt x="10258966" y="70297"/>
                  </a:lnTo>
                  <a:lnTo>
                    <a:pt x="10150928" y="86154"/>
                  </a:lnTo>
                  <a:lnTo>
                    <a:pt x="10048325" y="103668"/>
                  </a:lnTo>
                  <a:lnTo>
                    <a:pt x="9952154" y="122909"/>
                  </a:lnTo>
                  <a:lnTo>
                    <a:pt x="9862830" y="143998"/>
                  </a:lnTo>
                  <a:lnTo>
                    <a:pt x="9780323" y="167111"/>
                  </a:lnTo>
                  <a:lnTo>
                    <a:pt x="9704286" y="192472"/>
                  </a:lnTo>
                  <a:lnTo>
                    <a:pt x="9634167" y="220349"/>
                  </a:lnTo>
                  <a:lnTo>
                    <a:pt x="9569290" y="251046"/>
                  </a:lnTo>
                  <a:lnTo>
                    <a:pt x="9508919" y="284884"/>
                  </a:lnTo>
                  <a:lnTo>
                    <a:pt x="9452305" y="322173"/>
                  </a:lnTo>
                  <a:lnTo>
                    <a:pt x="9398726" y="363171"/>
                  </a:lnTo>
                  <a:lnTo>
                    <a:pt x="9347647" y="407896"/>
                  </a:lnTo>
                  <a:lnTo>
                    <a:pt x="9301081" y="453629"/>
                  </a:lnTo>
                  <a:lnTo>
                    <a:pt x="9255718" y="502833"/>
                  </a:lnTo>
                  <a:lnTo>
                    <a:pt x="9211217" y="555580"/>
                  </a:lnTo>
                  <a:lnTo>
                    <a:pt x="9167310" y="611878"/>
                  </a:lnTo>
                  <a:lnTo>
                    <a:pt x="9123782" y="671668"/>
                  </a:lnTo>
                  <a:lnTo>
                    <a:pt x="9080469" y="734816"/>
                  </a:lnTo>
                  <a:lnTo>
                    <a:pt x="9037249" y="801113"/>
                  </a:lnTo>
                  <a:lnTo>
                    <a:pt x="8994040" y="870269"/>
                  </a:lnTo>
                  <a:lnTo>
                    <a:pt x="8950788" y="941919"/>
                  </a:lnTo>
                  <a:lnTo>
                    <a:pt x="8907472" y="1015625"/>
                  </a:lnTo>
                  <a:lnTo>
                    <a:pt x="8864091" y="1090890"/>
                  </a:lnTo>
                  <a:lnTo>
                    <a:pt x="8820659" y="1167168"/>
                  </a:lnTo>
                  <a:lnTo>
                    <a:pt x="8777204" y="1243881"/>
                  </a:lnTo>
                  <a:lnTo>
                    <a:pt x="8733758" y="1320439"/>
                  </a:lnTo>
                  <a:lnTo>
                    <a:pt x="8690349" y="1396254"/>
                  </a:lnTo>
                  <a:lnTo>
                    <a:pt x="8647001" y="1470764"/>
                  </a:lnTo>
                  <a:lnTo>
                    <a:pt x="8603721" y="1543447"/>
                  </a:lnTo>
                  <a:lnTo>
                    <a:pt x="8560496" y="1613834"/>
                  </a:lnTo>
                  <a:lnTo>
                    <a:pt x="8517289" y="1681526"/>
                  </a:lnTo>
                  <a:lnTo>
                    <a:pt x="8474033" y="1746198"/>
                  </a:lnTo>
                  <a:lnTo>
                    <a:pt x="8430624" y="1807600"/>
                  </a:lnTo>
                  <a:lnTo>
                    <a:pt x="8386920" y="1865564"/>
                  </a:lnTo>
                  <a:lnTo>
                    <a:pt x="8342731" y="1919996"/>
                  </a:lnTo>
                  <a:lnTo>
                    <a:pt x="8297814" y="1970874"/>
                  </a:lnTo>
                  <a:lnTo>
                    <a:pt x="8251865" y="2018239"/>
                  </a:lnTo>
                  <a:lnTo>
                    <a:pt x="8229629" y="2039480"/>
                  </a:lnTo>
                  <a:lnTo>
                    <a:pt x="8178424" y="2084308"/>
                  </a:lnTo>
                  <a:lnTo>
                    <a:pt x="8124839" y="2125296"/>
                  </a:lnTo>
                  <a:lnTo>
                    <a:pt x="8068217" y="2162577"/>
                  </a:lnTo>
                  <a:lnTo>
                    <a:pt x="8007836" y="2196406"/>
                  </a:lnTo>
                  <a:lnTo>
                    <a:pt x="7942947" y="2227096"/>
                  </a:lnTo>
                  <a:lnTo>
                    <a:pt x="7872815" y="2254967"/>
                  </a:lnTo>
                  <a:lnTo>
                    <a:pt x="7796763" y="2280322"/>
                  </a:lnTo>
                  <a:lnTo>
                    <a:pt x="7714239" y="2303430"/>
                  </a:lnTo>
                  <a:lnTo>
                    <a:pt x="7624898" y="2324515"/>
                  </a:lnTo>
                  <a:lnTo>
                    <a:pt x="7528711" y="2343751"/>
                  </a:lnTo>
                  <a:lnTo>
                    <a:pt x="7426094" y="2361261"/>
                  </a:lnTo>
                  <a:lnTo>
                    <a:pt x="7318044" y="2377114"/>
                  </a:lnTo>
                  <a:lnTo>
                    <a:pt x="7206266" y="2391336"/>
                  </a:lnTo>
                  <a:lnTo>
                    <a:pt x="7093233" y="2403912"/>
                  </a:lnTo>
                  <a:lnTo>
                    <a:pt x="6982148" y="2414810"/>
                  </a:lnTo>
                  <a:lnTo>
                    <a:pt x="6876752" y="2423999"/>
                  </a:lnTo>
                  <a:lnTo>
                    <a:pt x="6780952" y="2431473"/>
                  </a:lnTo>
                  <a:lnTo>
                    <a:pt x="6698314" y="2437278"/>
                  </a:lnTo>
                  <a:lnTo>
                    <a:pt x="6631509" y="2441525"/>
                  </a:lnTo>
                  <a:lnTo>
                    <a:pt x="6581827" y="2444397"/>
                  </a:lnTo>
                  <a:lnTo>
                    <a:pt x="6548898" y="2446133"/>
                  </a:lnTo>
                  <a:lnTo>
                    <a:pt x="6530652" y="2447013"/>
                  </a:lnTo>
                  <a:lnTo>
                    <a:pt x="6523469" y="2447331"/>
                  </a:lnTo>
                  <a:lnTo>
                    <a:pt x="6522385" y="2447376"/>
                  </a:lnTo>
                  <a:lnTo>
                    <a:pt x="5527445" y="2447376"/>
                  </a:lnTo>
                  <a:lnTo>
                    <a:pt x="5526321" y="2447352"/>
                  </a:lnTo>
                  <a:lnTo>
                    <a:pt x="5518902" y="2447183"/>
                  </a:lnTo>
                  <a:lnTo>
                    <a:pt x="5500096" y="2446715"/>
                  </a:lnTo>
                  <a:lnTo>
                    <a:pt x="5466214" y="2445794"/>
                  </a:lnTo>
                  <a:lnTo>
                    <a:pt x="5415185" y="2444271"/>
                  </a:lnTo>
                  <a:lnTo>
                    <a:pt x="5346714" y="2442021"/>
                  </a:lnTo>
                  <a:lnTo>
                    <a:pt x="5262225" y="2438949"/>
                  </a:lnTo>
                  <a:lnTo>
                    <a:pt x="5164549" y="2434999"/>
                  </a:lnTo>
                  <a:lnTo>
                    <a:pt x="5057410" y="2430150"/>
                  </a:lnTo>
                  <a:lnTo>
                    <a:pt x="4944839" y="2424405"/>
                  </a:lnTo>
                  <a:lnTo>
                    <a:pt x="4830650" y="2417781"/>
                  </a:lnTo>
                  <a:lnTo>
                    <a:pt x="4718069" y="2410297"/>
                  </a:lnTo>
                  <a:lnTo>
                    <a:pt x="4609551" y="2401956"/>
                  </a:lnTo>
                  <a:lnTo>
                    <a:pt x="4506752" y="2392743"/>
                  </a:lnTo>
                  <a:lnTo>
                    <a:pt x="4410610" y="2382617"/>
                  </a:lnTo>
                  <a:lnTo>
                    <a:pt x="4321475" y="2371509"/>
                  </a:lnTo>
                  <a:lnTo>
                    <a:pt x="4239256" y="2359323"/>
                  </a:lnTo>
                  <a:lnTo>
                    <a:pt x="4163556" y="2345934"/>
                  </a:lnTo>
                  <a:lnTo>
                    <a:pt x="4093775" y="2331198"/>
                  </a:lnTo>
                  <a:lnTo>
                    <a:pt x="4029201" y="2314951"/>
                  </a:lnTo>
                  <a:lnTo>
                    <a:pt x="3969069" y="2297022"/>
                  </a:lnTo>
                  <a:lnTo>
                    <a:pt x="3912609" y="2277251"/>
                  </a:lnTo>
                  <a:lnTo>
                    <a:pt x="3859091" y="2255513"/>
                  </a:lnTo>
                  <a:lnTo>
                    <a:pt x="3820202" y="2237750"/>
                  </a:lnTo>
                  <a:lnTo>
                    <a:pt x="3764951" y="2209590"/>
                  </a:lnTo>
                  <a:lnTo>
                    <a:pt x="3711307" y="2178893"/>
                  </a:lnTo>
                  <a:lnTo>
                    <a:pt x="3658732" y="2145613"/>
                  </a:lnTo>
                  <a:lnTo>
                    <a:pt x="3606817" y="2109771"/>
                  </a:lnTo>
                  <a:lnTo>
                    <a:pt x="3555260" y="2071459"/>
                  </a:lnTo>
                  <a:lnTo>
                    <a:pt x="3503844" y="2030849"/>
                  </a:lnTo>
                  <a:lnTo>
                    <a:pt x="3452431" y="1988195"/>
                  </a:lnTo>
                  <a:lnTo>
                    <a:pt x="3400945" y="1943829"/>
                  </a:lnTo>
                  <a:lnTo>
                    <a:pt x="3349365" y="1898150"/>
                  </a:lnTo>
                  <a:lnTo>
                    <a:pt x="3297706" y="1851616"/>
                  </a:lnTo>
                  <a:lnTo>
                    <a:pt x="3246010" y="1804721"/>
                  </a:lnTo>
                  <a:lnTo>
                    <a:pt x="3194330" y="1757976"/>
                  </a:lnTo>
                  <a:lnTo>
                    <a:pt x="3142714" y="1711887"/>
                  </a:lnTo>
                  <a:lnTo>
                    <a:pt x="3091190" y="1666926"/>
                  </a:lnTo>
                  <a:lnTo>
                    <a:pt x="3039753" y="1623521"/>
                  </a:lnTo>
                  <a:lnTo>
                    <a:pt x="2988351" y="1582033"/>
                  </a:lnTo>
                  <a:lnTo>
                    <a:pt x="2936873" y="1542747"/>
                  </a:lnTo>
                  <a:lnTo>
                    <a:pt x="2885137" y="1505870"/>
                  </a:lnTo>
                  <a:lnTo>
                    <a:pt x="2832878" y="1471526"/>
                  </a:lnTo>
                  <a:lnTo>
                    <a:pt x="2779732" y="1439766"/>
                  </a:lnTo>
                  <a:lnTo>
                    <a:pt x="2725219" y="1410568"/>
                  </a:lnTo>
                  <a:lnTo>
                    <a:pt x="2702183" y="1399249"/>
                  </a:lnTo>
                  <a:lnTo>
                    <a:pt x="2650446" y="1375986"/>
                  </a:lnTo>
                  <a:lnTo>
                    <a:pt x="2596272" y="1354737"/>
                  </a:lnTo>
                  <a:lnTo>
                    <a:pt x="2538985" y="1335430"/>
                  </a:lnTo>
                  <a:lnTo>
                    <a:pt x="2477838" y="1317928"/>
                  </a:lnTo>
                  <a:lnTo>
                    <a:pt x="2412061" y="1302066"/>
                  </a:lnTo>
                  <a:lnTo>
                    <a:pt x="2340896" y="1287674"/>
                  </a:lnTo>
                  <a:lnTo>
                    <a:pt x="2263651" y="1274592"/>
                  </a:lnTo>
                  <a:lnTo>
                    <a:pt x="2179769" y="1262679"/>
                  </a:lnTo>
                  <a:lnTo>
                    <a:pt x="2088915" y="1251819"/>
                  </a:lnTo>
                  <a:lnTo>
                    <a:pt x="1991092" y="1241921"/>
                  </a:lnTo>
                  <a:lnTo>
                    <a:pt x="1886783" y="1232924"/>
                  </a:lnTo>
                  <a:lnTo>
                    <a:pt x="1777089" y="1224793"/>
                  </a:lnTo>
                  <a:lnTo>
                    <a:pt x="1663858" y="1217519"/>
                  </a:lnTo>
                  <a:lnTo>
                    <a:pt x="1549739" y="1211108"/>
                  </a:lnTo>
                  <a:lnTo>
                    <a:pt x="1438129" y="1205581"/>
                  </a:lnTo>
                  <a:lnTo>
                    <a:pt x="1332933" y="1200951"/>
                  </a:lnTo>
                  <a:lnTo>
                    <a:pt x="1238160" y="1197219"/>
                  </a:lnTo>
                  <a:lnTo>
                    <a:pt x="1157372" y="1194355"/>
                  </a:lnTo>
                  <a:lnTo>
                    <a:pt x="1093096" y="1192293"/>
                  </a:lnTo>
                  <a:lnTo>
                    <a:pt x="1046355" y="1190930"/>
                  </a:lnTo>
                  <a:lnTo>
                    <a:pt x="1016415" y="1190134"/>
                  </a:lnTo>
                  <a:lnTo>
                    <a:pt x="1000790" y="1189753"/>
                  </a:lnTo>
                  <a:lnTo>
                    <a:pt x="995431" y="1189634"/>
                  </a:lnTo>
                  <a:lnTo>
                    <a:pt x="994940" y="1189623"/>
                  </a:lnTo>
                  <a:lnTo>
                    <a:pt x="0" y="1189623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93" name="pl1092"/>
            <p:cNvSpPr/>
            <p:nvPr/>
          </p:nvSpPr>
          <p:spPr>
            <a:xfrm>
              <a:off x="1199187" y="3437691"/>
              <a:ext cx="12049831" cy="2447376"/>
            </a:xfrm>
            <a:custGeom>
              <a:avLst/>
              <a:pathLst>
                <a:path w="12049831" h="2447376">
                  <a:moveTo>
                    <a:pt x="0" y="1189623"/>
                  </a:moveTo>
                  <a:lnTo>
                    <a:pt x="994940" y="1189623"/>
                  </a:lnTo>
                  <a:lnTo>
                    <a:pt x="996064" y="1189647"/>
                  </a:lnTo>
                  <a:lnTo>
                    <a:pt x="1003483" y="1189816"/>
                  </a:lnTo>
                  <a:lnTo>
                    <a:pt x="1022289" y="1190284"/>
                  </a:lnTo>
                  <a:lnTo>
                    <a:pt x="1056171" y="1191205"/>
                  </a:lnTo>
                  <a:lnTo>
                    <a:pt x="1107200" y="1192728"/>
                  </a:lnTo>
                  <a:lnTo>
                    <a:pt x="1175671" y="1194978"/>
                  </a:lnTo>
                  <a:lnTo>
                    <a:pt x="1260160" y="1198050"/>
                  </a:lnTo>
                  <a:lnTo>
                    <a:pt x="1357836" y="1202000"/>
                  </a:lnTo>
                  <a:lnTo>
                    <a:pt x="1464975" y="1206849"/>
                  </a:lnTo>
                  <a:lnTo>
                    <a:pt x="1577546" y="1212594"/>
                  </a:lnTo>
                  <a:lnTo>
                    <a:pt x="1691735" y="1219218"/>
                  </a:lnTo>
                  <a:lnTo>
                    <a:pt x="1804316" y="1226702"/>
                  </a:lnTo>
                  <a:lnTo>
                    <a:pt x="1912834" y="1235043"/>
                  </a:lnTo>
                  <a:lnTo>
                    <a:pt x="2015633" y="1244256"/>
                  </a:lnTo>
                  <a:lnTo>
                    <a:pt x="2111775" y="1254382"/>
                  </a:lnTo>
                  <a:lnTo>
                    <a:pt x="2200910" y="1265490"/>
                  </a:lnTo>
                  <a:lnTo>
                    <a:pt x="2283129" y="1277677"/>
                  </a:lnTo>
                  <a:lnTo>
                    <a:pt x="2358829" y="1291065"/>
                  </a:lnTo>
                  <a:lnTo>
                    <a:pt x="2428610" y="1305801"/>
                  </a:lnTo>
                  <a:lnTo>
                    <a:pt x="2493184" y="1322048"/>
                  </a:lnTo>
                  <a:lnTo>
                    <a:pt x="2553316" y="1339977"/>
                  </a:lnTo>
                  <a:lnTo>
                    <a:pt x="2609776" y="1359748"/>
                  </a:lnTo>
                  <a:lnTo>
                    <a:pt x="2663294" y="1381486"/>
                  </a:lnTo>
                  <a:lnTo>
                    <a:pt x="2702183" y="1399249"/>
                  </a:lnTo>
                  <a:lnTo>
                    <a:pt x="2757434" y="1427409"/>
                  </a:lnTo>
                  <a:lnTo>
                    <a:pt x="2811078" y="1458106"/>
                  </a:lnTo>
                  <a:lnTo>
                    <a:pt x="2863653" y="1491386"/>
                  </a:lnTo>
                  <a:lnTo>
                    <a:pt x="2915568" y="1527228"/>
                  </a:lnTo>
                  <a:lnTo>
                    <a:pt x="2967125" y="1565541"/>
                  </a:lnTo>
                  <a:lnTo>
                    <a:pt x="3018541" y="1606150"/>
                  </a:lnTo>
                  <a:lnTo>
                    <a:pt x="3069954" y="1648804"/>
                  </a:lnTo>
                  <a:lnTo>
                    <a:pt x="3121440" y="1693170"/>
                  </a:lnTo>
                  <a:lnTo>
                    <a:pt x="3173020" y="1738849"/>
                  </a:lnTo>
                  <a:lnTo>
                    <a:pt x="3224679" y="1785383"/>
                  </a:lnTo>
                  <a:lnTo>
                    <a:pt x="3276375" y="1832278"/>
                  </a:lnTo>
                  <a:lnTo>
                    <a:pt x="3328055" y="1879023"/>
                  </a:lnTo>
                  <a:lnTo>
                    <a:pt x="3379671" y="1925112"/>
                  </a:lnTo>
                  <a:lnTo>
                    <a:pt x="3431195" y="1970073"/>
                  </a:lnTo>
                  <a:lnTo>
                    <a:pt x="3482632" y="2013478"/>
                  </a:lnTo>
                  <a:lnTo>
                    <a:pt x="3534034" y="2054966"/>
                  </a:lnTo>
                  <a:lnTo>
                    <a:pt x="3585512" y="2094252"/>
                  </a:lnTo>
                  <a:lnTo>
                    <a:pt x="3637248" y="2131129"/>
                  </a:lnTo>
                  <a:lnTo>
                    <a:pt x="3689507" y="2165473"/>
                  </a:lnTo>
                  <a:lnTo>
                    <a:pt x="3742653" y="2197234"/>
                  </a:lnTo>
                  <a:lnTo>
                    <a:pt x="3797166" y="2226431"/>
                  </a:lnTo>
                  <a:lnTo>
                    <a:pt x="3820202" y="2237750"/>
                  </a:lnTo>
                  <a:lnTo>
                    <a:pt x="3871939" y="2261013"/>
                  </a:lnTo>
                  <a:lnTo>
                    <a:pt x="3926113" y="2282262"/>
                  </a:lnTo>
                  <a:lnTo>
                    <a:pt x="3983400" y="2301569"/>
                  </a:lnTo>
                  <a:lnTo>
                    <a:pt x="4044547" y="2319071"/>
                  </a:lnTo>
                  <a:lnTo>
                    <a:pt x="4110324" y="2334933"/>
                  </a:lnTo>
                  <a:lnTo>
                    <a:pt x="4181489" y="2349326"/>
                  </a:lnTo>
                  <a:lnTo>
                    <a:pt x="4258734" y="2362407"/>
                  </a:lnTo>
                  <a:lnTo>
                    <a:pt x="4342616" y="2374320"/>
                  </a:lnTo>
                  <a:lnTo>
                    <a:pt x="4433470" y="2385180"/>
                  </a:lnTo>
                  <a:lnTo>
                    <a:pt x="4531293" y="2395078"/>
                  </a:lnTo>
                  <a:lnTo>
                    <a:pt x="4635602" y="2404075"/>
                  </a:lnTo>
                  <a:lnTo>
                    <a:pt x="4745296" y="2412206"/>
                  </a:lnTo>
                  <a:lnTo>
                    <a:pt x="4858527" y="2419481"/>
                  </a:lnTo>
                  <a:lnTo>
                    <a:pt x="4972646" y="2425891"/>
                  </a:lnTo>
                  <a:lnTo>
                    <a:pt x="5084256" y="2431418"/>
                  </a:lnTo>
                  <a:lnTo>
                    <a:pt x="5189452" y="2436048"/>
                  </a:lnTo>
                  <a:lnTo>
                    <a:pt x="5284225" y="2439780"/>
                  </a:lnTo>
                  <a:lnTo>
                    <a:pt x="5365013" y="2442644"/>
                  </a:lnTo>
                  <a:lnTo>
                    <a:pt x="5429289" y="2444706"/>
                  </a:lnTo>
                  <a:lnTo>
                    <a:pt x="5476030" y="2446069"/>
                  </a:lnTo>
                  <a:lnTo>
                    <a:pt x="5505970" y="2446866"/>
                  </a:lnTo>
                  <a:lnTo>
                    <a:pt x="5521595" y="2447246"/>
                  </a:lnTo>
                  <a:lnTo>
                    <a:pt x="5526954" y="2447365"/>
                  </a:lnTo>
                  <a:lnTo>
                    <a:pt x="5527445" y="2447376"/>
                  </a:lnTo>
                  <a:lnTo>
                    <a:pt x="6522385" y="2447376"/>
                  </a:lnTo>
                  <a:lnTo>
                    <a:pt x="6523476" y="2447331"/>
                  </a:lnTo>
                  <a:lnTo>
                    <a:pt x="6530681" y="2447012"/>
                  </a:lnTo>
                  <a:lnTo>
                    <a:pt x="6548959" y="2446130"/>
                  </a:lnTo>
                  <a:lnTo>
                    <a:pt x="6581926" y="2444391"/>
                  </a:lnTo>
                  <a:lnTo>
                    <a:pt x="6631650" y="2441517"/>
                  </a:lnTo>
                  <a:lnTo>
                    <a:pt x="6698496" y="2437266"/>
                  </a:lnTo>
                  <a:lnTo>
                    <a:pt x="6781168" y="2431457"/>
                  </a:lnTo>
                  <a:lnTo>
                    <a:pt x="6876996" y="2423979"/>
                  </a:lnTo>
                  <a:lnTo>
                    <a:pt x="6982411" y="2414786"/>
                  </a:lnTo>
                  <a:lnTo>
                    <a:pt x="7093504" y="2403883"/>
                  </a:lnTo>
                  <a:lnTo>
                    <a:pt x="7206538" y="2391303"/>
                  </a:lnTo>
                  <a:lnTo>
                    <a:pt x="7318310" y="2377078"/>
                  </a:lnTo>
                  <a:lnTo>
                    <a:pt x="7426348" y="2361221"/>
                  </a:lnTo>
                  <a:lnTo>
                    <a:pt x="7528951" y="2343707"/>
                  </a:lnTo>
                  <a:lnTo>
                    <a:pt x="7625122" y="2324466"/>
                  </a:lnTo>
                  <a:lnTo>
                    <a:pt x="7714446" y="2303377"/>
                  </a:lnTo>
                  <a:lnTo>
                    <a:pt x="7796954" y="2280264"/>
                  </a:lnTo>
                  <a:lnTo>
                    <a:pt x="7872991" y="2254903"/>
                  </a:lnTo>
                  <a:lnTo>
                    <a:pt x="7943109" y="2227026"/>
                  </a:lnTo>
                  <a:lnTo>
                    <a:pt x="8007986" y="2196329"/>
                  </a:lnTo>
                  <a:lnTo>
                    <a:pt x="8068358" y="2162491"/>
                  </a:lnTo>
                  <a:lnTo>
                    <a:pt x="8124972" y="2125202"/>
                  </a:lnTo>
                  <a:lnTo>
                    <a:pt x="8178551" y="2084204"/>
                  </a:lnTo>
                  <a:lnTo>
                    <a:pt x="8229629" y="2039480"/>
                  </a:lnTo>
                  <a:lnTo>
                    <a:pt x="8276195" y="1993747"/>
                  </a:lnTo>
                  <a:lnTo>
                    <a:pt x="8321559" y="1944542"/>
                  </a:lnTo>
                  <a:lnTo>
                    <a:pt x="8366059" y="1891795"/>
                  </a:lnTo>
                  <a:lnTo>
                    <a:pt x="8409966" y="1835497"/>
                  </a:lnTo>
                  <a:lnTo>
                    <a:pt x="8453494" y="1775708"/>
                  </a:lnTo>
                  <a:lnTo>
                    <a:pt x="8496808" y="1712559"/>
                  </a:lnTo>
                  <a:lnTo>
                    <a:pt x="8540027" y="1646262"/>
                  </a:lnTo>
                  <a:lnTo>
                    <a:pt x="8583237" y="1577106"/>
                  </a:lnTo>
                  <a:lnTo>
                    <a:pt x="8626488" y="1505456"/>
                  </a:lnTo>
                  <a:lnTo>
                    <a:pt x="8669804" y="1431750"/>
                  </a:lnTo>
                  <a:lnTo>
                    <a:pt x="8713186" y="1356485"/>
                  </a:lnTo>
                  <a:lnTo>
                    <a:pt x="8756618" y="1280207"/>
                  </a:lnTo>
                  <a:lnTo>
                    <a:pt x="8800073" y="1203494"/>
                  </a:lnTo>
                  <a:lnTo>
                    <a:pt x="8843519" y="1126936"/>
                  </a:lnTo>
                  <a:lnTo>
                    <a:pt x="8886927" y="1051121"/>
                  </a:lnTo>
                  <a:lnTo>
                    <a:pt x="8930275" y="976611"/>
                  </a:lnTo>
                  <a:lnTo>
                    <a:pt x="8973556" y="903929"/>
                  </a:lnTo>
                  <a:lnTo>
                    <a:pt x="9016781" y="833541"/>
                  </a:lnTo>
                  <a:lnTo>
                    <a:pt x="9059987" y="765849"/>
                  </a:lnTo>
                  <a:lnTo>
                    <a:pt x="9103244" y="701177"/>
                  </a:lnTo>
                  <a:lnTo>
                    <a:pt x="9146652" y="639775"/>
                  </a:lnTo>
                  <a:lnTo>
                    <a:pt x="9190356" y="581811"/>
                  </a:lnTo>
                  <a:lnTo>
                    <a:pt x="9234546" y="527379"/>
                  </a:lnTo>
                  <a:lnTo>
                    <a:pt x="9279462" y="476502"/>
                  </a:lnTo>
                  <a:lnTo>
                    <a:pt x="9325412" y="429136"/>
                  </a:lnTo>
                  <a:lnTo>
                    <a:pt x="9347647" y="407896"/>
                  </a:lnTo>
                  <a:lnTo>
                    <a:pt x="9398852" y="363067"/>
                  </a:lnTo>
                  <a:lnTo>
                    <a:pt x="9452437" y="322079"/>
                  </a:lnTo>
                  <a:lnTo>
                    <a:pt x="9509060" y="284798"/>
                  </a:lnTo>
                  <a:lnTo>
                    <a:pt x="9569441" y="250969"/>
                  </a:lnTo>
                  <a:lnTo>
                    <a:pt x="9634330" y="220279"/>
                  </a:lnTo>
                  <a:lnTo>
                    <a:pt x="9704462" y="192408"/>
                  </a:lnTo>
                  <a:lnTo>
                    <a:pt x="9780514" y="167053"/>
                  </a:lnTo>
                  <a:lnTo>
                    <a:pt x="9863037" y="143945"/>
                  </a:lnTo>
                  <a:lnTo>
                    <a:pt x="9952378" y="122860"/>
                  </a:lnTo>
                  <a:lnTo>
                    <a:pt x="10048565" y="103624"/>
                  </a:lnTo>
                  <a:lnTo>
                    <a:pt x="10151183" y="86114"/>
                  </a:lnTo>
                  <a:lnTo>
                    <a:pt x="10259232" y="70261"/>
                  </a:lnTo>
                  <a:lnTo>
                    <a:pt x="10371011" y="56040"/>
                  </a:lnTo>
                  <a:lnTo>
                    <a:pt x="10484044" y="43463"/>
                  </a:lnTo>
                  <a:lnTo>
                    <a:pt x="10595128" y="32565"/>
                  </a:lnTo>
                  <a:lnTo>
                    <a:pt x="10700524" y="23377"/>
                  </a:lnTo>
                  <a:lnTo>
                    <a:pt x="10796325" y="15902"/>
                  </a:lnTo>
                  <a:lnTo>
                    <a:pt x="10878962" y="10097"/>
                  </a:lnTo>
                  <a:lnTo>
                    <a:pt x="10945767" y="5850"/>
                  </a:lnTo>
                  <a:lnTo>
                    <a:pt x="10995449" y="2978"/>
                  </a:lnTo>
                  <a:lnTo>
                    <a:pt x="11028378" y="1242"/>
                  </a:lnTo>
                  <a:lnTo>
                    <a:pt x="11046624" y="362"/>
                  </a:lnTo>
                  <a:lnTo>
                    <a:pt x="11053808" y="4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4" name="pl1093"/>
            <p:cNvSpPr/>
            <p:nvPr/>
          </p:nvSpPr>
          <p:spPr>
            <a:xfrm>
              <a:off x="1199187" y="3432450"/>
              <a:ext cx="12049831" cy="2447376"/>
            </a:xfrm>
            <a:custGeom>
              <a:avLst/>
              <a:pathLst>
                <a:path w="12049831" h="2447376">
                  <a:moveTo>
                    <a:pt x="12049831" y="0"/>
                  </a:moveTo>
                  <a:lnTo>
                    <a:pt x="11054891" y="0"/>
                  </a:lnTo>
                  <a:lnTo>
                    <a:pt x="11053800" y="44"/>
                  </a:lnTo>
                  <a:lnTo>
                    <a:pt x="11046595" y="364"/>
                  </a:lnTo>
                  <a:lnTo>
                    <a:pt x="11028317" y="1246"/>
                  </a:lnTo>
                  <a:lnTo>
                    <a:pt x="10995350" y="2984"/>
                  </a:lnTo>
                  <a:lnTo>
                    <a:pt x="10945626" y="5858"/>
                  </a:lnTo>
                  <a:lnTo>
                    <a:pt x="10878781" y="10109"/>
                  </a:lnTo>
                  <a:lnTo>
                    <a:pt x="10796108" y="15918"/>
                  </a:lnTo>
                  <a:lnTo>
                    <a:pt x="10700280" y="23397"/>
                  </a:lnTo>
                  <a:lnTo>
                    <a:pt x="10594865" y="32589"/>
                  </a:lnTo>
                  <a:lnTo>
                    <a:pt x="10483772" y="43492"/>
                  </a:lnTo>
                  <a:lnTo>
                    <a:pt x="10370738" y="56072"/>
                  </a:lnTo>
                  <a:lnTo>
                    <a:pt x="10258966" y="70297"/>
                  </a:lnTo>
                  <a:lnTo>
                    <a:pt x="10150928" y="86154"/>
                  </a:lnTo>
                  <a:lnTo>
                    <a:pt x="10048325" y="103668"/>
                  </a:lnTo>
                  <a:lnTo>
                    <a:pt x="9952154" y="122909"/>
                  </a:lnTo>
                  <a:lnTo>
                    <a:pt x="9862830" y="143998"/>
                  </a:lnTo>
                  <a:lnTo>
                    <a:pt x="9780323" y="167111"/>
                  </a:lnTo>
                  <a:lnTo>
                    <a:pt x="9704286" y="192472"/>
                  </a:lnTo>
                  <a:lnTo>
                    <a:pt x="9634167" y="220349"/>
                  </a:lnTo>
                  <a:lnTo>
                    <a:pt x="9569290" y="251046"/>
                  </a:lnTo>
                  <a:lnTo>
                    <a:pt x="9508919" y="284884"/>
                  </a:lnTo>
                  <a:lnTo>
                    <a:pt x="9452305" y="322173"/>
                  </a:lnTo>
                  <a:lnTo>
                    <a:pt x="9398726" y="363171"/>
                  </a:lnTo>
                  <a:lnTo>
                    <a:pt x="9347647" y="407896"/>
                  </a:lnTo>
                  <a:lnTo>
                    <a:pt x="9301081" y="453629"/>
                  </a:lnTo>
                  <a:lnTo>
                    <a:pt x="9255718" y="502833"/>
                  </a:lnTo>
                  <a:lnTo>
                    <a:pt x="9211217" y="555580"/>
                  </a:lnTo>
                  <a:lnTo>
                    <a:pt x="9167310" y="611878"/>
                  </a:lnTo>
                  <a:lnTo>
                    <a:pt x="9123782" y="671668"/>
                  </a:lnTo>
                  <a:lnTo>
                    <a:pt x="9080469" y="734816"/>
                  </a:lnTo>
                  <a:lnTo>
                    <a:pt x="9037249" y="801113"/>
                  </a:lnTo>
                  <a:lnTo>
                    <a:pt x="8994040" y="870269"/>
                  </a:lnTo>
                  <a:lnTo>
                    <a:pt x="8950788" y="941919"/>
                  </a:lnTo>
                  <a:lnTo>
                    <a:pt x="8907472" y="1015625"/>
                  </a:lnTo>
                  <a:lnTo>
                    <a:pt x="8864091" y="1090890"/>
                  </a:lnTo>
                  <a:lnTo>
                    <a:pt x="8820659" y="1167168"/>
                  </a:lnTo>
                  <a:lnTo>
                    <a:pt x="8777204" y="1243881"/>
                  </a:lnTo>
                  <a:lnTo>
                    <a:pt x="8733758" y="1320439"/>
                  </a:lnTo>
                  <a:lnTo>
                    <a:pt x="8690349" y="1396254"/>
                  </a:lnTo>
                  <a:lnTo>
                    <a:pt x="8647001" y="1470764"/>
                  </a:lnTo>
                  <a:lnTo>
                    <a:pt x="8603721" y="1543447"/>
                  </a:lnTo>
                  <a:lnTo>
                    <a:pt x="8560496" y="1613834"/>
                  </a:lnTo>
                  <a:lnTo>
                    <a:pt x="8517289" y="1681526"/>
                  </a:lnTo>
                  <a:lnTo>
                    <a:pt x="8474033" y="1746198"/>
                  </a:lnTo>
                  <a:lnTo>
                    <a:pt x="8430624" y="1807600"/>
                  </a:lnTo>
                  <a:lnTo>
                    <a:pt x="8386920" y="1865564"/>
                  </a:lnTo>
                  <a:lnTo>
                    <a:pt x="8342731" y="1919996"/>
                  </a:lnTo>
                  <a:lnTo>
                    <a:pt x="8297814" y="1970874"/>
                  </a:lnTo>
                  <a:lnTo>
                    <a:pt x="8251865" y="2018239"/>
                  </a:lnTo>
                  <a:lnTo>
                    <a:pt x="8229629" y="2039480"/>
                  </a:lnTo>
                  <a:lnTo>
                    <a:pt x="8178424" y="2084308"/>
                  </a:lnTo>
                  <a:lnTo>
                    <a:pt x="8124839" y="2125296"/>
                  </a:lnTo>
                  <a:lnTo>
                    <a:pt x="8068217" y="2162577"/>
                  </a:lnTo>
                  <a:lnTo>
                    <a:pt x="8007836" y="2196406"/>
                  </a:lnTo>
                  <a:lnTo>
                    <a:pt x="7942947" y="2227096"/>
                  </a:lnTo>
                  <a:lnTo>
                    <a:pt x="7872815" y="2254967"/>
                  </a:lnTo>
                  <a:lnTo>
                    <a:pt x="7796763" y="2280322"/>
                  </a:lnTo>
                  <a:lnTo>
                    <a:pt x="7714239" y="2303430"/>
                  </a:lnTo>
                  <a:lnTo>
                    <a:pt x="7624898" y="2324515"/>
                  </a:lnTo>
                  <a:lnTo>
                    <a:pt x="7528711" y="2343751"/>
                  </a:lnTo>
                  <a:lnTo>
                    <a:pt x="7426094" y="2361261"/>
                  </a:lnTo>
                  <a:lnTo>
                    <a:pt x="7318044" y="2377114"/>
                  </a:lnTo>
                  <a:lnTo>
                    <a:pt x="7206266" y="2391336"/>
                  </a:lnTo>
                  <a:lnTo>
                    <a:pt x="7093233" y="2403912"/>
                  </a:lnTo>
                  <a:lnTo>
                    <a:pt x="6982148" y="2414810"/>
                  </a:lnTo>
                  <a:lnTo>
                    <a:pt x="6876752" y="2423999"/>
                  </a:lnTo>
                  <a:lnTo>
                    <a:pt x="6780952" y="2431473"/>
                  </a:lnTo>
                  <a:lnTo>
                    <a:pt x="6698314" y="2437278"/>
                  </a:lnTo>
                  <a:lnTo>
                    <a:pt x="6631509" y="2441525"/>
                  </a:lnTo>
                  <a:lnTo>
                    <a:pt x="6581827" y="2444397"/>
                  </a:lnTo>
                  <a:lnTo>
                    <a:pt x="6548898" y="2446133"/>
                  </a:lnTo>
                  <a:lnTo>
                    <a:pt x="6530652" y="2447013"/>
                  </a:lnTo>
                  <a:lnTo>
                    <a:pt x="6523469" y="2447331"/>
                  </a:lnTo>
                  <a:lnTo>
                    <a:pt x="6522385" y="2447376"/>
                  </a:lnTo>
                  <a:lnTo>
                    <a:pt x="5527445" y="2447376"/>
                  </a:lnTo>
                  <a:lnTo>
                    <a:pt x="5526321" y="2447352"/>
                  </a:lnTo>
                  <a:lnTo>
                    <a:pt x="5518902" y="2447183"/>
                  </a:lnTo>
                  <a:lnTo>
                    <a:pt x="5500096" y="2446715"/>
                  </a:lnTo>
                  <a:lnTo>
                    <a:pt x="5466214" y="2445794"/>
                  </a:lnTo>
                  <a:lnTo>
                    <a:pt x="5415185" y="2444271"/>
                  </a:lnTo>
                  <a:lnTo>
                    <a:pt x="5346714" y="2442021"/>
                  </a:lnTo>
                  <a:lnTo>
                    <a:pt x="5262225" y="2438949"/>
                  </a:lnTo>
                  <a:lnTo>
                    <a:pt x="5164549" y="2434999"/>
                  </a:lnTo>
                  <a:lnTo>
                    <a:pt x="5057410" y="2430150"/>
                  </a:lnTo>
                  <a:lnTo>
                    <a:pt x="4944839" y="2424405"/>
                  </a:lnTo>
                  <a:lnTo>
                    <a:pt x="4830650" y="2417781"/>
                  </a:lnTo>
                  <a:lnTo>
                    <a:pt x="4718069" y="2410297"/>
                  </a:lnTo>
                  <a:lnTo>
                    <a:pt x="4609551" y="2401956"/>
                  </a:lnTo>
                  <a:lnTo>
                    <a:pt x="4506752" y="2392743"/>
                  </a:lnTo>
                  <a:lnTo>
                    <a:pt x="4410610" y="2382617"/>
                  </a:lnTo>
                  <a:lnTo>
                    <a:pt x="4321475" y="2371509"/>
                  </a:lnTo>
                  <a:lnTo>
                    <a:pt x="4239256" y="2359323"/>
                  </a:lnTo>
                  <a:lnTo>
                    <a:pt x="4163556" y="2345934"/>
                  </a:lnTo>
                  <a:lnTo>
                    <a:pt x="4093775" y="2331198"/>
                  </a:lnTo>
                  <a:lnTo>
                    <a:pt x="4029201" y="2314951"/>
                  </a:lnTo>
                  <a:lnTo>
                    <a:pt x="3969069" y="2297022"/>
                  </a:lnTo>
                  <a:lnTo>
                    <a:pt x="3912609" y="2277251"/>
                  </a:lnTo>
                  <a:lnTo>
                    <a:pt x="3859091" y="2255513"/>
                  </a:lnTo>
                  <a:lnTo>
                    <a:pt x="3820202" y="2237750"/>
                  </a:lnTo>
                  <a:lnTo>
                    <a:pt x="3764951" y="2209590"/>
                  </a:lnTo>
                  <a:lnTo>
                    <a:pt x="3711307" y="2178893"/>
                  </a:lnTo>
                  <a:lnTo>
                    <a:pt x="3658732" y="2145613"/>
                  </a:lnTo>
                  <a:lnTo>
                    <a:pt x="3606817" y="2109771"/>
                  </a:lnTo>
                  <a:lnTo>
                    <a:pt x="3555260" y="2071459"/>
                  </a:lnTo>
                  <a:lnTo>
                    <a:pt x="3503844" y="2030849"/>
                  </a:lnTo>
                  <a:lnTo>
                    <a:pt x="3452431" y="1988195"/>
                  </a:lnTo>
                  <a:lnTo>
                    <a:pt x="3400945" y="1943829"/>
                  </a:lnTo>
                  <a:lnTo>
                    <a:pt x="3349365" y="1898150"/>
                  </a:lnTo>
                  <a:lnTo>
                    <a:pt x="3297706" y="1851616"/>
                  </a:lnTo>
                  <a:lnTo>
                    <a:pt x="3246010" y="1804721"/>
                  </a:lnTo>
                  <a:lnTo>
                    <a:pt x="3194330" y="1757976"/>
                  </a:lnTo>
                  <a:lnTo>
                    <a:pt x="3142714" y="1711887"/>
                  </a:lnTo>
                  <a:lnTo>
                    <a:pt x="3091190" y="1666926"/>
                  </a:lnTo>
                  <a:lnTo>
                    <a:pt x="3039753" y="1623521"/>
                  </a:lnTo>
                  <a:lnTo>
                    <a:pt x="2988351" y="1582033"/>
                  </a:lnTo>
                  <a:lnTo>
                    <a:pt x="2936873" y="1542747"/>
                  </a:lnTo>
                  <a:lnTo>
                    <a:pt x="2885137" y="1505870"/>
                  </a:lnTo>
                  <a:lnTo>
                    <a:pt x="2832878" y="1471526"/>
                  </a:lnTo>
                  <a:lnTo>
                    <a:pt x="2779732" y="1439766"/>
                  </a:lnTo>
                  <a:lnTo>
                    <a:pt x="2725219" y="1410568"/>
                  </a:lnTo>
                  <a:lnTo>
                    <a:pt x="2702183" y="1399249"/>
                  </a:lnTo>
                  <a:lnTo>
                    <a:pt x="2650446" y="1375986"/>
                  </a:lnTo>
                  <a:lnTo>
                    <a:pt x="2596272" y="1354737"/>
                  </a:lnTo>
                  <a:lnTo>
                    <a:pt x="2538985" y="1335430"/>
                  </a:lnTo>
                  <a:lnTo>
                    <a:pt x="2477838" y="1317928"/>
                  </a:lnTo>
                  <a:lnTo>
                    <a:pt x="2412061" y="1302066"/>
                  </a:lnTo>
                  <a:lnTo>
                    <a:pt x="2340896" y="1287674"/>
                  </a:lnTo>
                  <a:lnTo>
                    <a:pt x="2263651" y="1274592"/>
                  </a:lnTo>
                  <a:lnTo>
                    <a:pt x="2179769" y="1262679"/>
                  </a:lnTo>
                  <a:lnTo>
                    <a:pt x="2088915" y="1251819"/>
                  </a:lnTo>
                  <a:lnTo>
                    <a:pt x="1991092" y="1241921"/>
                  </a:lnTo>
                  <a:lnTo>
                    <a:pt x="1886783" y="1232924"/>
                  </a:lnTo>
                  <a:lnTo>
                    <a:pt x="1777089" y="1224793"/>
                  </a:lnTo>
                  <a:lnTo>
                    <a:pt x="1663858" y="1217519"/>
                  </a:lnTo>
                  <a:lnTo>
                    <a:pt x="1549739" y="1211108"/>
                  </a:lnTo>
                  <a:lnTo>
                    <a:pt x="1438129" y="1205581"/>
                  </a:lnTo>
                  <a:lnTo>
                    <a:pt x="1332933" y="1200951"/>
                  </a:lnTo>
                  <a:lnTo>
                    <a:pt x="1238160" y="1197219"/>
                  </a:lnTo>
                  <a:lnTo>
                    <a:pt x="1157372" y="1194355"/>
                  </a:lnTo>
                  <a:lnTo>
                    <a:pt x="1093096" y="1192293"/>
                  </a:lnTo>
                  <a:lnTo>
                    <a:pt x="1046355" y="1190930"/>
                  </a:lnTo>
                  <a:lnTo>
                    <a:pt x="1016415" y="1190134"/>
                  </a:lnTo>
                  <a:lnTo>
                    <a:pt x="1000790" y="1189753"/>
                  </a:lnTo>
                  <a:lnTo>
                    <a:pt x="995431" y="1189634"/>
                  </a:lnTo>
                  <a:lnTo>
                    <a:pt x="994940" y="1189623"/>
                  </a:lnTo>
                  <a:lnTo>
                    <a:pt x="0" y="1189623"/>
                  </a:lnTo>
                  <a:lnTo>
                    <a:pt x="0" y="11896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5" name="pg1094"/>
            <p:cNvSpPr/>
            <p:nvPr/>
          </p:nvSpPr>
          <p:spPr>
            <a:xfrm>
              <a:off x="1199187" y="1294272"/>
              <a:ext cx="12049831" cy="3270155"/>
            </a:xfrm>
            <a:custGeom>
              <a:avLst/>
              <a:pathLst>
                <a:path w="12049831" h="3270155">
                  <a:moveTo>
                    <a:pt x="0" y="3112936"/>
                  </a:moveTo>
                  <a:lnTo>
                    <a:pt x="994940" y="3112936"/>
                  </a:lnTo>
                  <a:lnTo>
                    <a:pt x="996076" y="3112939"/>
                  </a:lnTo>
                  <a:lnTo>
                    <a:pt x="1003574" y="3112961"/>
                  </a:lnTo>
                  <a:lnTo>
                    <a:pt x="1022576" y="3113020"/>
                  </a:lnTo>
                  <a:lnTo>
                    <a:pt x="1056797" y="3113136"/>
                  </a:lnTo>
                  <a:lnTo>
                    <a:pt x="1108307" y="3113329"/>
                  </a:lnTo>
                  <a:lnTo>
                    <a:pt x="1177376" y="3113613"/>
                  </a:lnTo>
                  <a:lnTo>
                    <a:pt x="1262531" y="3114001"/>
                  </a:lnTo>
                  <a:lnTo>
                    <a:pt x="1360882" y="3114499"/>
                  </a:lnTo>
                  <a:lnTo>
                    <a:pt x="1468648" y="3115111"/>
                  </a:lnTo>
                  <a:lnTo>
                    <a:pt x="1581751" y="3115836"/>
                  </a:lnTo>
                  <a:lnTo>
                    <a:pt x="1696353" y="3116671"/>
                  </a:lnTo>
                  <a:lnTo>
                    <a:pt x="1809220" y="3117615"/>
                  </a:lnTo>
                  <a:lnTo>
                    <a:pt x="1917904" y="3118666"/>
                  </a:lnTo>
                  <a:lnTo>
                    <a:pt x="2020766" y="3119828"/>
                  </a:lnTo>
                  <a:lnTo>
                    <a:pt x="2116891" y="3121104"/>
                  </a:lnTo>
                  <a:lnTo>
                    <a:pt x="2205952" y="3122505"/>
                  </a:lnTo>
                  <a:lnTo>
                    <a:pt x="2288062" y="3124043"/>
                  </a:lnTo>
                  <a:lnTo>
                    <a:pt x="2363639" y="3125733"/>
                  </a:lnTo>
                  <a:lnTo>
                    <a:pt x="2433297" y="3127594"/>
                  </a:lnTo>
                  <a:lnTo>
                    <a:pt x="2497763" y="3129647"/>
                  </a:lnTo>
                  <a:lnTo>
                    <a:pt x="2557812" y="3131913"/>
                  </a:lnTo>
                  <a:lnTo>
                    <a:pt x="2614219" y="3134413"/>
                  </a:lnTo>
                  <a:lnTo>
                    <a:pt x="2667722" y="3137161"/>
                  </a:lnTo>
                  <a:lnTo>
                    <a:pt x="2702183" y="3139139"/>
                  </a:lnTo>
                  <a:lnTo>
                    <a:pt x="2763705" y="3143087"/>
                  </a:lnTo>
                  <a:lnTo>
                    <a:pt x="2823311" y="3147429"/>
                  </a:lnTo>
                  <a:lnTo>
                    <a:pt x="2881713" y="3152174"/>
                  </a:lnTo>
                  <a:lnTo>
                    <a:pt x="2939435" y="3157314"/>
                  </a:lnTo>
                  <a:lnTo>
                    <a:pt x="2996847" y="3162826"/>
                  </a:lnTo>
                  <a:lnTo>
                    <a:pt x="3054192" y="3168675"/>
                  </a:lnTo>
                  <a:lnTo>
                    <a:pt x="3111605" y="3174807"/>
                  </a:lnTo>
                  <a:lnTo>
                    <a:pt x="3169133" y="3181155"/>
                  </a:lnTo>
                  <a:lnTo>
                    <a:pt x="3226761" y="3187642"/>
                  </a:lnTo>
                  <a:lnTo>
                    <a:pt x="3284433" y="3194182"/>
                  </a:lnTo>
                  <a:lnTo>
                    <a:pt x="3342075" y="3200686"/>
                  </a:lnTo>
                  <a:lnTo>
                    <a:pt x="3399625" y="3207067"/>
                  </a:lnTo>
                  <a:lnTo>
                    <a:pt x="3457059" y="3213247"/>
                  </a:lnTo>
                  <a:lnTo>
                    <a:pt x="3514409" y="3219155"/>
                  </a:lnTo>
                  <a:lnTo>
                    <a:pt x="3571793" y="3224736"/>
                  </a:lnTo>
                  <a:lnTo>
                    <a:pt x="3629431" y="3229950"/>
                  </a:lnTo>
                  <a:lnTo>
                    <a:pt x="3687665" y="3234772"/>
                  </a:lnTo>
                  <a:lnTo>
                    <a:pt x="3746988" y="3239193"/>
                  </a:lnTo>
                  <a:lnTo>
                    <a:pt x="3808071" y="3243216"/>
                  </a:lnTo>
                  <a:lnTo>
                    <a:pt x="3820202" y="3243952"/>
                  </a:lnTo>
                  <a:lnTo>
                    <a:pt x="3872134" y="3246870"/>
                  </a:lnTo>
                  <a:lnTo>
                    <a:pt x="3926523" y="3249535"/>
                  </a:lnTo>
                  <a:lnTo>
                    <a:pt x="3984054" y="3251955"/>
                  </a:lnTo>
                  <a:lnTo>
                    <a:pt x="4045482" y="3254148"/>
                  </a:lnTo>
                  <a:lnTo>
                    <a:pt x="4111586" y="3256135"/>
                  </a:lnTo>
                  <a:lnTo>
                    <a:pt x="4183131" y="3257937"/>
                  </a:lnTo>
                  <a:lnTo>
                    <a:pt x="4260814" y="3259574"/>
                  </a:lnTo>
                  <a:lnTo>
                    <a:pt x="4345196" y="3261065"/>
                  </a:lnTo>
                  <a:lnTo>
                    <a:pt x="4436607" y="3262424"/>
                  </a:lnTo>
                  <a:lnTo>
                    <a:pt x="4535030" y="3263661"/>
                  </a:lnTo>
                  <a:lnTo>
                    <a:pt x="4639958" y="3264786"/>
                  </a:lnTo>
                  <a:lnTo>
                    <a:pt x="4750250" y="3265801"/>
                  </a:lnTo>
                  <a:lnTo>
                    <a:pt x="4864004" y="3266709"/>
                  </a:lnTo>
                  <a:lnTo>
                    <a:pt x="4978503" y="3267508"/>
                  </a:lnTo>
                  <a:lnTo>
                    <a:pt x="5090282" y="3268195"/>
                  </a:lnTo>
                  <a:lnTo>
                    <a:pt x="5195374" y="3268770"/>
                  </a:lnTo>
                  <a:lnTo>
                    <a:pt x="5289735" y="3269231"/>
                  </a:lnTo>
                  <a:lnTo>
                    <a:pt x="5369813" y="3269584"/>
                  </a:lnTo>
                  <a:lnTo>
                    <a:pt x="5433138" y="3269836"/>
                  </a:lnTo>
                  <a:lnTo>
                    <a:pt x="5478792" y="3270001"/>
                  </a:lnTo>
                  <a:lnTo>
                    <a:pt x="5507649" y="3270097"/>
                  </a:lnTo>
                  <a:lnTo>
                    <a:pt x="5522348" y="3270141"/>
                  </a:lnTo>
                  <a:lnTo>
                    <a:pt x="5527100" y="3270154"/>
                  </a:lnTo>
                  <a:lnTo>
                    <a:pt x="5527445" y="3270155"/>
                  </a:lnTo>
                  <a:lnTo>
                    <a:pt x="6522385" y="3270155"/>
                  </a:lnTo>
                  <a:lnTo>
                    <a:pt x="6523444" y="3270097"/>
                  </a:lnTo>
                  <a:lnTo>
                    <a:pt x="6530437" y="3269684"/>
                  </a:lnTo>
                  <a:lnTo>
                    <a:pt x="6548192" y="3268544"/>
                  </a:lnTo>
                  <a:lnTo>
                    <a:pt x="6580253" y="3266296"/>
                  </a:lnTo>
                  <a:lnTo>
                    <a:pt x="6628679" y="3262578"/>
                  </a:lnTo>
                  <a:lnTo>
                    <a:pt x="6693904" y="3257075"/>
                  </a:lnTo>
                  <a:lnTo>
                    <a:pt x="6774756" y="3249548"/>
                  </a:lnTo>
                  <a:lnTo>
                    <a:pt x="6868720" y="3239847"/>
                  </a:lnTo>
                  <a:lnTo>
                    <a:pt x="6972382" y="3227907"/>
                  </a:lnTo>
                  <a:lnTo>
                    <a:pt x="7081960" y="3213730"/>
                  </a:lnTo>
                  <a:lnTo>
                    <a:pt x="7193794" y="3197356"/>
                  </a:lnTo>
                  <a:lnTo>
                    <a:pt x="7304711" y="3178828"/>
                  </a:lnTo>
                  <a:lnTo>
                    <a:pt x="7412227" y="3158168"/>
                  </a:lnTo>
                  <a:lnTo>
                    <a:pt x="7514597" y="3135350"/>
                  </a:lnTo>
                  <a:lnTo>
                    <a:pt x="7610767" y="3110293"/>
                  </a:lnTo>
                  <a:lnTo>
                    <a:pt x="7700260" y="3082849"/>
                  </a:lnTo>
                  <a:lnTo>
                    <a:pt x="7783046" y="3052803"/>
                  </a:lnTo>
                  <a:lnTo>
                    <a:pt x="7859416" y="3019876"/>
                  </a:lnTo>
                  <a:lnTo>
                    <a:pt x="7929878" y="2983728"/>
                  </a:lnTo>
                  <a:lnTo>
                    <a:pt x="7995069" y="2943975"/>
                  </a:lnTo>
                  <a:lnTo>
                    <a:pt x="8055696" y="2900205"/>
                  </a:lnTo>
                  <a:lnTo>
                    <a:pt x="8112487" y="2852007"/>
                  </a:lnTo>
                  <a:lnTo>
                    <a:pt x="8166148" y="2799030"/>
                  </a:lnTo>
                  <a:lnTo>
                    <a:pt x="8217335" y="2741053"/>
                  </a:lnTo>
                  <a:lnTo>
                    <a:pt x="8229629" y="2726003"/>
                  </a:lnTo>
                  <a:lnTo>
                    <a:pt x="8271555" y="2671359"/>
                  </a:lnTo>
                  <a:lnTo>
                    <a:pt x="8312480" y="2612982"/>
                  </a:lnTo>
                  <a:lnTo>
                    <a:pt x="8352657" y="2550794"/>
                  </a:lnTo>
                  <a:lnTo>
                    <a:pt x="8392294" y="2484772"/>
                  </a:lnTo>
                  <a:lnTo>
                    <a:pt x="8431561" y="2414949"/>
                  </a:lnTo>
                  <a:lnTo>
                    <a:pt x="8470593" y="2341419"/>
                  </a:lnTo>
                  <a:lnTo>
                    <a:pt x="8509494" y="2264346"/>
                  </a:lnTo>
                  <a:lnTo>
                    <a:pt x="8548342" y="2183959"/>
                  </a:lnTo>
                  <a:lnTo>
                    <a:pt x="8587193" y="2100557"/>
                  </a:lnTo>
                  <a:lnTo>
                    <a:pt x="8626080" y="2014505"/>
                  </a:lnTo>
                  <a:lnTo>
                    <a:pt x="8665020" y="1926230"/>
                  </a:lnTo>
                  <a:lnTo>
                    <a:pt x="8704014" y="1836211"/>
                  </a:lnTo>
                  <a:lnTo>
                    <a:pt x="8743052" y="1744971"/>
                  </a:lnTo>
                  <a:lnTo>
                    <a:pt x="8782116" y="1653064"/>
                  </a:lnTo>
                  <a:lnTo>
                    <a:pt x="8821185" y="1561061"/>
                  </a:lnTo>
                  <a:lnTo>
                    <a:pt x="8860234" y="1469536"/>
                  </a:lnTo>
                  <a:lnTo>
                    <a:pt x="8899244" y="1379049"/>
                  </a:lnTo>
                  <a:lnTo>
                    <a:pt x="8938202" y="1290137"/>
                  </a:lnTo>
                  <a:lnTo>
                    <a:pt x="8977106" y="1203292"/>
                  </a:lnTo>
                  <a:lnTo>
                    <a:pt x="9015966" y="1118962"/>
                  </a:lnTo>
                  <a:lnTo>
                    <a:pt x="9054811" y="1037532"/>
                  </a:lnTo>
                  <a:lnTo>
                    <a:pt x="9093686" y="959323"/>
                  </a:lnTo>
                  <a:lnTo>
                    <a:pt x="9132664" y="884589"/>
                  </a:lnTo>
                  <a:lnTo>
                    <a:pt x="9171839" y="813514"/>
                  </a:lnTo>
                  <a:lnTo>
                    <a:pt x="9211336" y="746217"/>
                  </a:lnTo>
                  <a:lnTo>
                    <a:pt x="9251311" y="682749"/>
                  </a:lnTo>
                  <a:lnTo>
                    <a:pt x="9291961" y="623106"/>
                  </a:lnTo>
                  <a:lnTo>
                    <a:pt x="9333521" y="567227"/>
                  </a:lnTo>
                  <a:lnTo>
                    <a:pt x="9347647" y="549393"/>
                  </a:lnTo>
                  <a:lnTo>
                    <a:pt x="9398316" y="490177"/>
                  </a:lnTo>
                  <a:lnTo>
                    <a:pt x="9451310" y="435981"/>
                  </a:lnTo>
                  <a:lnTo>
                    <a:pt x="9507265" y="386635"/>
                  </a:lnTo>
                  <a:lnTo>
                    <a:pt x="9566880" y="341811"/>
                  </a:lnTo>
                  <a:lnTo>
                    <a:pt x="9630880" y="301108"/>
                  </a:lnTo>
                  <a:lnTo>
                    <a:pt x="9699981" y="264110"/>
                  </a:lnTo>
                  <a:lnTo>
                    <a:pt x="9774843" y="230422"/>
                  </a:lnTo>
                  <a:lnTo>
                    <a:pt x="9856012" y="199695"/>
                  </a:lnTo>
                  <a:lnTo>
                    <a:pt x="9943841" y="171632"/>
                  </a:lnTo>
                  <a:lnTo>
                    <a:pt x="10038392" y="146004"/>
                  </a:lnTo>
                  <a:lnTo>
                    <a:pt x="10139308" y="122645"/>
                  </a:lnTo>
                  <a:lnTo>
                    <a:pt x="10245690" y="101458"/>
                  </a:lnTo>
                  <a:lnTo>
                    <a:pt x="10355971" y="82404"/>
                  </a:lnTo>
                  <a:lnTo>
                    <a:pt x="10467850" y="65496"/>
                  </a:lnTo>
                  <a:lnTo>
                    <a:pt x="10578309" y="50774"/>
                  </a:lnTo>
                  <a:lnTo>
                    <a:pt x="10683783" y="38281"/>
                  </a:lnTo>
                  <a:lnTo>
                    <a:pt x="10780475" y="28031"/>
                  </a:lnTo>
                  <a:lnTo>
                    <a:pt x="10864833" y="19979"/>
                  </a:lnTo>
                  <a:lnTo>
                    <a:pt x="10934073" y="13996"/>
                  </a:lnTo>
                  <a:lnTo>
                    <a:pt x="10986661" y="9865"/>
                  </a:lnTo>
                  <a:lnTo>
                    <a:pt x="11022622" y="7287"/>
                  </a:lnTo>
                  <a:lnTo>
                    <a:pt x="11043625" y="5910"/>
                  </a:lnTo>
                  <a:lnTo>
                    <a:pt x="11052868" y="535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33" y="57"/>
                  </a:lnTo>
                  <a:lnTo>
                    <a:pt x="11046840" y="470"/>
                  </a:lnTo>
                  <a:lnTo>
                    <a:pt x="11029084" y="1610"/>
                  </a:lnTo>
                  <a:lnTo>
                    <a:pt x="10997024" y="3858"/>
                  </a:lnTo>
                  <a:lnTo>
                    <a:pt x="10948597" y="7577"/>
                  </a:lnTo>
                  <a:lnTo>
                    <a:pt x="10883373" y="13080"/>
                  </a:lnTo>
                  <a:lnTo>
                    <a:pt x="10802521" y="20607"/>
                  </a:lnTo>
                  <a:lnTo>
                    <a:pt x="10708557" y="30308"/>
                  </a:lnTo>
                  <a:lnTo>
                    <a:pt x="10604895" y="42248"/>
                  </a:lnTo>
                  <a:lnTo>
                    <a:pt x="10495316" y="56424"/>
                  </a:lnTo>
                  <a:lnTo>
                    <a:pt x="10383482" y="72799"/>
                  </a:lnTo>
                  <a:lnTo>
                    <a:pt x="10272565" y="91326"/>
                  </a:lnTo>
                  <a:lnTo>
                    <a:pt x="10165050" y="111987"/>
                  </a:lnTo>
                  <a:lnTo>
                    <a:pt x="10062680" y="134804"/>
                  </a:lnTo>
                  <a:lnTo>
                    <a:pt x="9966510" y="159861"/>
                  </a:lnTo>
                  <a:lnTo>
                    <a:pt x="9877017" y="187305"/>
                  </a:lnTo>
                  <a:lnTo>
                    <a:pt x="9794231" y="217351"/>
                  </a:lnTo>
                  <a:lnTo>
                    <a:pt x="9717861" y="250279"/>
                  </a:lnTo>
                  <a:lnTo>
                    <a:pt x="9647399" y="286427"/>
                  </a:lnTo>
                  <a:lnTo>
                    <a:pt x="9582207" y="326180"/>
                  </a:lnTo>
                  <a:lnTo>
                    <a:pt x="9521580" y="369950"/>
                  </a:lnTo>
                  <a:lnTo>
                    <a:pt x="9464790" y="418147"/>
                  </a:lnTo>
                  <a:lnTo>
                    <a:pt x="9411129" y="471125"/>
                  </a:lnTo>
                  <a:lnTo>
                    <a:pt x="9359942" y="529102"/>
                  </a:lnTo>
                  <a:lnTo>
                    <a:pt x="9347647" y="544152"/>
                  </a:lnTo>
                  <a:lnTo>
                    <a:pt x="9305721" y="598796"/>
                  </a:lnTo>
                  <a:lnTo>
                    <a:pt x="9264796" y="657173"/>
                  </a:lnTo>
                  <a:lnTo>
                    <a:pt x="9224620" y="719360"/>
                  </a:lnTo>
                  <a:lnTo>
                    <a:pt x="9184982" y="785382"/>
                  </a:lnTo>
                  <a:lnTo>
                    <a:pt x="9145715" y="855206"/>
                  </a:lnTo>
                  <a:lnTo>
                    <a:pt x="9106684" y="928735"/>
                  </a:lnTo>
                  <a:lnTo>
                    <a:pt x="9067783" y="1005809"/>
                  </a:lnTo>
                  <a:lnTo>
                    <a:pt x="9028934" y="1086196"/>
                  </a:lnTo>
                  <a:lnTo>
                    <a:pt x="8990084" y="1169598"/>
                  </a:lnTo>
                  <a:lnTo>
                    <a:pt x="8951196" y="1255650"/>
                  </a:lnTo>
                  <a:lnTo>
                    <a:pt x="8912256" y="1343925"/>
                  </a:lnTo>
                  <a:lnTo>
                    <a:pt x="8873262" y="1433944"/>
                  </a:lnTo>
                  <a:lnTo>
                    <a:pt x="8834224" y="1525183"/>
                  </a:lnTo>
                  <a:lnTo>
                    <a:pt x="8795160" y="1617090"/>
                  </a:lnTo>
                  <a:lnTo>
                    <a:pt x="8756092" y="1709093"/>
                  </a:lnTo>
                  <a:lnTo>
                    <a:pt x="8717043" y="1800619"/>
                  </a:lnTo>
                  <a:lnTo>
                    <a:pt x="8678033" y="1891105"/>
                  </a:lnTo>
                  <a:lnTo>
                    <a:pt x="8639074" y="1980018"/>
                  </a:lnTo>
                  <a:lnTo>
                    <a:pt x="8600170" y="2066862"/>
                  </a:lnTo>
                  <a:lnTo>
                    <a:pt x="8561310" y="2151192"/>
                  </a:lnTo>
                  <a:lnTo>
                    <a:pt x="8522466" y="2232623"/>
                  </a:lnTo>
                  <a:lnTo>
                    <a:pt x="8483590" y="2310832"/>
                  </a:lnTo>
                  <a:lnTo>
                    <a:pt x="8444613" y="2385566"/>
                  </a:lnTo>
                  <a:lnTo>
                    <a:pt x="8405438" y="2456640"/>
                  </a:lnTo>
                  <a:lnTo>
                    <a:pt x="8365941" y="2523938"/>
                  </a:lnTo>
                  <a:lnTo>
                    <a:pt x="8325965" y="2587406"/>
                  </a:lnTo>
                  <a:lnTo>
                    <a:pt x="8285316" y="2647049"/>
                  </a:lnTo>
                  <a:lnTo>
                    <a:pt x="8243756" y="2702928"/>
                  </a:lnTo>
                  <a:lnTo>
                    <a:pt x="8229629" y="2720762"/>
                  </a:lnTo>
                  <a:lnTo>
                    <a:pt x="8178961" y="2779978"/>
                  </a:lnTo>
                  <a:lnTo>
                    <a:pt x="8125967" y="2834174"/>
                  </a:lnTo>
                  <a:lnTo>
                    <a:pt x="8070011" y="2883520"/>
                  </a:lnTo>
                  <a:lnTo>
                    <a:pt x="8010396" y="2928343"/>
                  </a:lnTo>
                  <a:lnTo>
                    <a:pt x="7946396" y="2969047"/>
                  </a:lnTo>
                  <a:lnTo>
                    <a:pt x="7877295" y="3006045"/>
                  </a:lnTo>
                  <a:lnTo>
                    <a:pt x="7802433" y="3039733"/>
                  </a:lnTo>
                  <a:lnTo>
                    <a:pt x="7721265" y="3070460"/>
                  </a:lnTo>
                  <a:lnTo>
                    <a:pt x="7633435" y="3098522"/>
                  </a:lnTo>
                  <a:lnTo>
                    <a:pt x="7538885" y="3124151"/>
                  </a:lnTo>
                  <a:lnTo>
                    <a:pt x="7437968" y="3147510"/>
                  </a:lnTo>
                  <a:lnTo>
                    <a:pt x="7331586" y="3168697"/>
                  </a:lnTo>
                  <a:lnTo>
                    <a:pt x="7221305" y="3187751"/>
                  </a:lnTo>
                  <a:lnTo>
                    <a:pt x="7109427" y="3204659"/>
                  </a:lnTo>
                  <a:lnTo>
                    <a:pt x="6998967" y="3219381"/>
                  </a:lnTo>
                  <a:lnTo>
                    <a:pt x="6893494" y="3231874"/>
                  </a:lnTo>
                  <a:lnTo>
                    <a:pt x="6796801" y="3242124"/>
                  </a:lnTo>
                  <a:lnTo>
                    <a:pt x="6712443" y="3250176"/>
                  </a:lnTo>
                  <a:lnTo>
                    <a:pt x="6643203" y="3256158"/>
                  </a:lnTo>
                  <a:lnTo>
                    <a:pt x="6590616" y="3260290"/>
                  </a:lnTo>
                  <a:lnTo>
                    <a:pt x="6554655" y="3262867"/>
                  </a:lnTo>
                  <a:lnTo>
                    <a:pt x="6533651" y="3264245"/>
                  </a:lnTo>
                  <a:lnTo>
                    <a:pt x="6524409" y="3264802"/>
                  </a:lnTo>
                  <a:lnTo>
                    <a:pt x="6522385" y="3264915"/>
                  </a:lnTo>
                  <a:lnTo>
                    <a:pt x="5527445" y="3264915"/>
                  </a:lnTo>
                  <a:lnTo>
                    <a:pt x="5526309" y="3264912"/>
                  </a:lnTo>
                  <a:lnTo>
                    <a:pt x="5518811" y="3264890"/>
                  </a:lnTo>
                  <a:lnTo>
                    <a:pt x="5499809" y="3264831"/>
                  </a:lnTo>
                  <a:lnTo>
                    <a:pt x="5465588" y="3264715"/>
                  </a:lnTo>
                  <a:lnTo>
                    <a:pt x="5414078" y="3264522"/>
                  </a:lnTo>
                  <a:lnTo>
                    <a:pt x="5345009" y="3264238"/>
                  </a:lnTo>
                  <a:lnTo>
                    <a:pt x="5259854" y="3263850"/>
                  </a:lnTo>
                  <a:lnTo>
                    <a:pt x="5161503" y="3263351"/>
                  </a:lnTo>
                  <a:lnTo>
                    <a:pt x="5053737" y="3262739"/>
                  </a:lnTo>
                  <a:lnTo>
                    <a:pt x="4940634" y="3262015"/>
                  </a:lnTo>
                  <a:lnTo>
                    <a:pt x="4826032" y="3261179"/>
                  </a:lnTo>
                  <a:lnTo>
                    <a:pt x="4713165" y="3260236"/>
                  </a:lnTo>
                  <a:lnTo>
                    <a:pt x="4604481" y="3259184"/>
                  </a:lnTo>
                  <a:lnTo>
                    <a:pt x="4501619" y="3258023"/>
                  </a:lnTo>
                  <a:lnTo>
                    <a:pt x="4405494" y="3256746"/>
                  </a:lnTo>
                  <a:lnTo>
                    <a:pt x="4316433" y="3255345"/>
                  </a:lnTo>
                  <a:lnTo>
                    <a:pt x="4234323" y="3253808"/>
                  </a:lnTo>
                  <a:lnTo>
                    <a:pt x="4158746" y="3252117"/>
                  </a:lnTo>
                  <a:lnTo>
                    <a:pt x="4089088" y="3250256"/>
                  </a:lnTo>
                  <a:lnTo>
                    <a:pt x="4024622" y="3248204"/>
                  </a:lnTo>
                  <a:lnTo>
                    <a:pt x="3964573" y="3245937"/>
                  </a:lnTo>
                  <a:lnTo>
                    <a:pt x="3908166" y="3243438"/>
                  </a:lnTo>
                  <a:lnTo>
                    <a:pt x="3854663" y="3240690"/>
                  </a:lnTo>
                  <a:lnTo>
                    <a:pt x="3820202" y="3238711"/>
                  </a:lnTo>
                  <a:lnTo>
                    <a:pt x="3758680" y="3234764"/>
                  </a:lnTo>
                  <a:lnTo>
                    <a:pt x="3699074" y="3230421"/>
                  </a:lnTo>
                  <a:lnTo>
                    <a:pt x="3640672" y="3225677"/>
                  </a:lnTo>
                  <a:lnTo>
                    <a:pt x="3582950" y="3220537"/>
                  </a:lnTo>
                  <a:lnTo>
                    <a:pt x="3525538" y="3215024"/>
                  </a:lnTo>
                  <a:lnTo>
                    <a:pt x="3468193" y="3209176"/>
                  </a:lnTo>
                  <a:lnTo>
                    <a:pt x="3410780" y="3203044"/>
                  </a:lnTo>
                  <a:lnTo>
                    <a:pt x="3353252" y="3196696"/>
                  </a:lnTo>
                  <a:lnTo>
                    <a:pt x="3295624" y="3190209"/>
                  </a:lnTo>
                  <a:lnTo>
                    <a:pt x="3237952" y="3183669"/>
                  </a:lnTo>
                  <a:lnTo>
                    <a:pt x="3180310" y="3177165"/>
                  </a:lnTo>
                  <a:lnTo>
                    <a:pt x="3122760" y="3170783"/>
                  </a:lnTo>
                  <a:lnTo>
                    <a:pt x="3065326" y="3164604"/>
                  </a:lnTo>
                  <a:lnTo>
                    <a:pt x="3007976" y="3158696"/>
                  </a:lnTo>
                  <a:lnTo>
                    <a:pt x="2950592" y="3153115"/>
                  </a:lnTo>
                  <a:lnTo>
                    <a:pt x="2892954" y="3147901"/>
                  </a:lnTo>
                  <a:lnTo>
                    <a:pt x="2834720" y="3143078"/>
                  </a:lnTo>
                  <a:lnTo>
                    <a:pt x="2775397" y="3138657"/>
                  </a:lnTo>
                  <a:lnTo>
                    <a:pt x="2714314" y="3134634"/>
                  </a:lnTo>
                  <a:lnTo>
                    <a:pt x="2702183" y="3133899"/>
                  </a:lnTo>
                  <a:lnTo>
                    <a:pt x="2650251" y="3130981"/>
                  </a:lnTo>
                  <a:lnTo>
                    <a:pt x="2595862" y="3128316"/>
                  </a:lnTo>
                  <a:lnTo>
                    <a:pt x="2538331" y="3125896"/>
                  </a:lnTo>
                  <a:lnTo>
                    <a:pt x="2476903" y="3123703"/>
                  </a:lnTo>
                  <a:lnTo>
                    <a:pt x="2410799" y="3121716"/>
                  </a:lnTo>
                  <a:lnTo>
                    <a:pt x="2339254" y="3119914"/>
                  </a:lnTo>
                  <a:lnTo>
                    <a:pt x="2261571" y="3118276"/>
                  </a:lnTo>
                  <a:lnTo>
                    <a:pt x="2177189" y="3116786"/>
                  </a:lnTo>
                  <a:lnTo>
                    <a:pt x="2085778" y="3115427"/>
                  </a:lnTo>
                  <a:lnTo>
                    <a:pt x="1987355" y="3114189"/>
                  </a:lnTo>
                  <a:lnTo>
                    <a:pt x="1882427" y="3113065"/>
                  </a:lnTo>
                  <a:lnTo>
                    <a:pt x="1772135" y="3112049"/>
                  </a:lnTo>
                  <a:lnTo>
                    <a:pt x="1658381" y="3111141"/>
                  </a:lnTo>
                  <a:lnTo>
                    <a:pt x="1543882" y="3110343"/>
                  </a:lnTo>
                  <a:lnTo>
                    <a:pt x="1432103" y="3109655"/>
                  </a:lnTo>
                  <a:lnTo>
                    <a:pt x="1327011" y="3109081"/>
                  </a:lnTo>
                  <a:lnTo>
                    <a:pt x="1232650" y="3108619"/>
                  </a:lnTo>
                  <a:lnTo>
                    <a:pt x="1152572" y="3108267"/>
                  </a:lnTo>
                  <a:lnTo>
                    <a:pt x="1089247" y="3108015"/>
                  </a:lnTo>
                  <a:lnTo>
                    <a:pt x="1043593" y="3107849"/>
                  </a:lnTo>
                  <a:lnTo>
                    <a:pt x="1014736" y="3107754"/>
                  </a:lnTo>
                  <a:lnTo>
                    <a:pt x="1000037" y="3107710"/>
                  </a:lnTo>
                  <a:lnTo>
                    <a:pt x="995285" y="3107696"/>
                  </a:lnTo>
                  <a:lnTo>
                    <a:pt x="994940" y="3107696"/>
                  </a:lnTo>
                  <a:lnTo>
                    <a:pt x="0" y="3107696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96" name="pl1095"/>
            <p:cNvSpPr/>
            <p:nvPr/>
          </p:nvSpPr>
          <p:spPr>
            <a:xfrm>
              <a:off x="1199187" y="1299512"/>
              <a:ext cx="12049831" cy="3264915"/>
            </a:xfrm>
            <a:custGeom>
              <a:avLst/>
              <a:pathLst>
                <a:path w="12049831" h="3264915">
                  <a:moveTo>
                    <a:pt x="0" y="3107696"/>
                  </a:moveTo>
                  <a:lnTo>
                    <a:pt x="994940" y="3107696"/>
                  </a:lnTo>
                  <a:lnTo>
                    <a:pt x="996076" y="3107699"/>
                  </a:lnTo>
                  <a:lnTo>
                    <a:pt x="1003574" y="3107720"/>
                  </a:lnTo>
                  <a:lnTo>
                    <a:pt x="1022576" y="3107779"/>
                  </a:lnTo>
                  <a:lnTo>
                    <a:pt x="1056797" y="3107895"/>
                  </a:lnTo>
                  <a:lnTo>
                    <a:pt x="1108307" y="3108088"/>
                  </a:lnTo>
                  <a:lnTo>
                    <a:pt x="1177376" y="3108372"/>
                  </a:lnTo>
                  <a:lnTo>
                    <a:pt x="1262531" y="3108760"/>
                  </a:lnTo>
                  <a:lnTo>
                    <a:pt x="1360882" y="3109259"/>
                  </a:lnTo>
                  <a:lnTo>
                    <a:pt x="1468648" y="3109871"/>
                  </a:lnTo>
                  <a:lnTo>
                    <a:pt x="1581751" y="3110596"/>
                  </a:lnTo>
                  <a:lnTo>
                    <a:pt x="1696353" y="3111431"/>
                  </a:lnTo>
                  <a:lnTo>
                    <a:pt x="1809220" y="3112374"/>
                  </a:lnTo>
                  <a:lnTo>
                    <a:pt x="1917904" y="3113426"/>
                  </a:lnTo>
                  <a:lnTo>
                    <a:pt x="2020766" y="3114587"/>
                  </a:lnTo>
                  <a:lnTo>
                    <a:pt x="2116891" y="3115864"/>
                  </a:lnTo>
                  <a:lnTo>
                    <a:pt x="2205952" y="3117265"/>
                  </a:lnTo>
                  <a:lnTo>
                    <a:pt x="2288062" y="3118803"/>
                  </a:lnTo>
                  <a:lnTo>
                    <a:pt x="2363639" y="3120493"/>
                  </a:lnTo>
                  <a:lnTo>
                    <a:pt x="2433297" y="3122354"/>
                  </a:lnTo>
                  <a:lnTo>
                    <a:pt x="2497763" y="3124407"/>
                  </a:lnTo>
                  <a:lnTo>
                    <a:pt x="2557812" y="3126673"/>
                  </a:lnTo>
                  <a:lnTo>
                    <a:pt x="2614219" y="3129172"/>
                  </a:lnTo>
                  <a:lnTo>
                    <a:pt x="2667722" y="3131921"/>
                  </a:lnTo>
                  <a:lnTo>
                    <a:pt x="2702183" y="3133899"/>
                  </a:lnTo>
                  <a:lnTo>
                    <a:pt x="2763705" y="3137846"/>
                  </a:lnTo>
                  <a:lnTo>
                    <a:pt x="2823311" y="3142189"/>
                  </a:lnTo>
                  <a:lnTo>
                    <a:pt x="2881713" y="3146934"/>
                  </a:lnTo>
                  <a:lnTo>
                    <a:pt x="2939435" y="3152073"/>
                  </a:lnTo>
                  <a:lnTo>
                    <a:pt x="2996847" y="3157586"/>
                  </a:lnTo>
                  <a:lnTo>
                    <a:pt x="3054192" y="3163434"/>
                  </a:lnTo>
                  <a:lnTo>
                    <a:pt x="3111605" y="3169566"/>
                  </a:lnTo>
                  <a:lnTo>
                    <a:pt x="3169133" y="3175914"/>
                  </a:lnTo>
                  <a:lnTo>
                    <a:pt x="3226761" y="3182401"/>
                  </a:lnTo>
                  <a:lnTo>
                    <a:pt x="3284433" y="3188941"/>
                  </a:lnTo>
                  <a:lnTo>
                    <a:pt x="3342075" y="3195445"/>
                  </a:lnTo>
                  <a:lnTo>
                    <a:pt x="3399625" y="3201827"/>
                  </a:lnTo>
                  <a:lnTo>
                    <a:pt x="3457059" y="3208006"/>
                  </a:lnTo>
                  <a:lnTo>
                    <a:pt x="3514409" y="3213914"/>
                  </a:lnTo>
                  <a:lnTo>
                    <a:pt x="3571793" y="3219495"/>
                  </a:lnTo>
                  <a:lnTo>
                    <a:pt x="3629431" y="3224710"/>
                  </a:lnTo>
                  <a:lnTo>
                    <a:pt x="3687665" y="3229532"/>
                  </a:lnTo>
                  <a:lnTo>
                    <a:pt x="3746988" y="3233953"/>
                  </a:lnTo>
                  <a:lnTo>
                    <a:pt x="3808071" y="3237976"/>
                  </a:lnTo>
                  <a:lnTo>
                    <a:pt x="3820202" y="3238711"/>
                  </a:lnTo>
                  <a:lnTo>
                    <a:pt x="3872134" y="3241629"/>
                  </a:lnTo>
                  <a:lnTo>
                    <a:pt x="3926523" y="3244294"/>
                  </a:lnTo>
                  <a:lnTo>
                    <a:pt x="3984054" y="3246714"/>
                  </a:lnTo>
                  <a:lnTo>
                    <a:pt x="4045482" y="3248907"/>
                  </a:lnTo>
                  <a:lnTo>
                    <a:pt x="4111586" y="3250894"/>
                  </a:lnTo>
                  <a:lnTo>
                    <a:pt x="4183131" y="3252696"/>
                  </a:lnTo>
                  <a:lnTo>
                    <a:pt x="4260814" y="3254334"/>
                  </a:lnTo>
                  <a:lnTo>
                    <a:pt x="4345196" y="3255824"/>
                  </a:lnTo>
                  <a:lnTo>
                    <a:pt x="4436607" y="3257183"/>
                  </a:lnTo>
                  <a:lnTo>
                    <a:pt x="4535030" y="3258421"/>
                  </a:lnTo>
                  <a:lnTo>
                    <a:pt x="4639958" y="3259545"/>
                  </a:lnTo>
                  <a:lnTo>
                    <a:pt x="4750250" y="3260561"/>
                  </a:lnTo>
                  <a:lnTo>
                    <a:pt x="4864004" y="3261469"/>
                  </a:lnTo>
                  <a:lnTo>
                    <a:pt x="4978503" y="3262267"/>
                  </a:lnTo>
                  <a:lnTo>
                    <a:pt x="5090282" y="3262955"/>
                  </a:lnTo>
                  <a:lnTo>
                    <a:pt x="5195374" y="3263529"/>
                  </a:lnTo>
                  <a:lnTo>
                    <a:pt x="5289735" y="3263991"/>
                  </a:lnTo>
                  <a:lnTo>
                    <a:pt x="5369813" y="3264343"/>
                  </a:lnTo>
                  <a:lnTo>
                    <a:pt x="5433138" y="3264596"/>
                  </a:lnTo>
                  <a:lnTo>
                    <a:pt x="5478792" y="3264761"/>
                  </a:lnTo>
                  <a:lnTo>
                    <a:pt x="5507649" y="3264856"/>
                  </a:lnTo>
                  <a:lnTo>
                    <a:pt x="5522348" y="3264900"/>
                  </a:lnTo>
                  <a:lnTo>
                    <a:pt x="5527100" y="3264914"/>
                  </a:lnTo>
                  <a:lnTo>
                    <a:pt x="5527445" y="3264915"/>
                  </a:lnTo>
                  <a:lnTo>
                    <a:pt x="6522385" y="3264915"/>
                  </a:lnTo>
                  <a:lnTo>
                    <a:pt x="6523444" y="3264857"/>
                  </a:lnTo>
                  <a:lnTo>
                    <a:pt x="6530437" y="3264444"/>
                  </a:lnTo>
                  <a:lnTo>
                    <a:pt x="6548192" y="3263304"/>
                  </a:lnTo>
                  <a:lnTo>
                    <a:pt x="6580253" y="3261056"/>
                  </a:lnTo>
                  <a:lnTo>
                    <a:pt x="6628679" y="3257337"/>
                  </a:lnTo>
                  <a:lnTo>
                    <a:pt x="6693904" y="3251834"/>
                  </a:lnTo>
                  <a:lnTo>
                    <a:pt x="6774756" y="3244307"/>
                  </a:lnTo>
                  <a:lnTo>
                    <a:pt x="6868720" y="3234606"/>
                  </a:lnTo>
                  <a:lnTo>
                    <a:pt x="6972382" y="3222666"/>
                  </a:lnTo>
                  <a:lnTo>
                    <a:pt x="7081960" y="3208490"/>
                  </a:lnTo>
                  <a:lnTo>
                    <a:pt x="7193794" y="3192115"/>
                  </a:lnTo>
                  <a:lnTo>
                    <a:pt x="7304711" y="3173588"/>
                  </a:lnTo>
                  <a:lnTo>
                    <a:pt x="7412227" y="3152927"/>
                  </a:lnTo>
                  <a:lnTo>
                    <a:pt x="7514597" y="3130110"/>
                  </a:lnTo>
                  <a:lnTo>
                    <a:pt x="7610767" y="3105053"/>
                  </a:lnTo>
                  <a:lnTo>
                    <a:pt x="7700260" y="3077609"/>
                  </a:lnTo>
                  <a:lnTo>
                    <a:pt x="7783046" y="3047563"/>
                  </a:lnTo>
                  <a:lnTo>
                    <a:pt x="7859416" y="3014635"/>
                  </a:lnTo>
                  <a:lnTo>
                    <a:pt x="7929878" y="2978487"/>
                  </a:lnTo>
                  <a:lnTo>
                    <a:pt x="7995069" y="2938735"/>
                  </a:lnTo>
                  <a:lnTo>
                    <a:pt x="8055696" y="2894964"/>
                  </a:lnTo>
                  <a:lnTo>
                    <a:pt x="8112487" y="2846767"/>
                  </a:lnTo>
                  <a:lnTo>
                    <a:pt x="8166148" y="2793789"/>
                  </a:lnTo>
                  <a:lnTo>
                    <a:pt x="8217335" y="2735812"/>
                  </a:lnTo>
                  <a:lnTo>
                    <a:pt x="8229629" y="2720762"/>
                  </a:lnTo>
                  <a:lnTo>
                    <a:pt x="8271555" y="2666118"/>
                  </a:lnTo>
                  <a:lnTo>
                    <a:pt x="8312480" y="2607741"/>
                  </a:lnTo>
                  <a:lnTo>
                    <a:pt x="8352657" y="2545554"/>
                  </a:lnTo>
                  <a:lnTo>
                    <a:pt x="8392294" y="2479532"/>
                  </a:lnTo>
                  <a:lnTo>
                    <a:pt x="8431561" y="2409708"/>
                  </a:lnTo>
                  <a:lnTo>
                    <a:pt x="8470593" y="2336179"/>
                  </a:lnTo>
                  <a:lnTo>
                    <a:pt x="8509494" y="2259105"/>
                  </a:lnTo>
                  <a:lnTo>
                    <a:pt x="8548342" y="2178718"/>
                  </a:lnTo>
                  <a:lnTo>
                    <a:pt x="8587193" y="2095316"/>
                  </a:lnTo>
                  <a:lnTo>
                    <a:pt x="8626080" y="2009264"/>
                  </a:lnTo>
                  <a:lnTo>
                    <a:pt x="8665020" y="1920989"/>
                  </a:lnTo>
                  <a:lnTo>
                    <a:pt x="8704014" y="1830971"/>
                  </a:lnTo>
                  <a:lnTo>
                    <a:pt x="8743052" y="1739731"/>
                  </a:lnTo>
                  <a:lnTo>
                    <a:pt x="8782116" y="1647824"/>
                  </a:lnTo>
                  <a:lnTo>
                    <a:pt x="8821185" y="1555821"/>
                  </a:lnTo>
                  <a:lnTo>
                    <a:pt x="8860234" y="1464295"/>
                  </a:lnTo>
                  <a:lnTo>
                    <a:pt x="8899244" y="1373809"/>
                  </a:lnTo>
                  <a:lnTo>
                    <a:pt x="8938202" y="1284896"/>
                  </a:lnTo>
                  <a:lnTo>
                    <a:pt x="8977106" y="1198052"/>
                  </a:lnTo>
                  <a:lnTo>
                    <a:pt x="9015966" y="1113722"/>
                  </a:lnTo>
                  <a:lnTo>
                    <a:pt x="9054811" y="1032291"/>
                  </a:lnTo>
                  <a:lnTo>
                    <a:pt x="9093686" y="954082"/>
                  </a:lnTo>
                  <a:lnTo>
                    <a:pt x="9132664" y="879348"/>
                  </a:lnTo>
                  <a:lnTo>
                    <a:pt x="9171839" y="808274"/>
                  </a:lnTo>
                  <a:lnTo>
                    <a:pt x="9211336" y="740976"/>
                  </a:lnTo>
                  <a:lnTo>
                    <a:pt x="9251311" y="677508"/>
                  </a:lnTo>
                  <a:lnTo>
                    <a:pt x="9291961" y="617865"/>
                  </a:lnTo>
                  <a:lnTo>
                    <a:pt x="9333521" y="561986"/>
                  </a:lnTo>
                  <a:lnTo>
                    <a:pt x="9347647" y="544152"/>
                  </a:lnTo>
                  <a:lnTo>
                    <a:pt x="9398316" y="484936"/>
                  </a:lnTo>
                  <a:lnTo>
                    <a:pt x="9451310" y="430740"/>
                  </a:lnTo>
                  <a:lnTo>
                    <a:pt x="9507265" y="381394"/>
                  </a:lnTo>
                  <a:lnTo>
                    <a:pt x="9566880" y="336571"/>
                  </a:lnTo>
                  <a:lnTo>
                    <a:pt x="9630880" y="295867"/>
                  </a:lnTo>
                  <a:lnTo>
                    <a:pt x="9699981" y="258869"/>
                  </a:lnTo>
                  <a:lnTo>
                    <a:pt x="9774843" y="225181"/>
                  </a:lnTo>
                  <a:lnTo>
                    <a:pt x="9856012" y="194454"/>
                  </a:lnTo>
                  <a:lnTo>
                    <a:pt x="9943841" y="166392"/>
                  </a:lnTo>
                  <a:lnTo>
                    <a:pt x="10038392" y="140763"/>
                  </a:lnTo>
                  <a:lnTo>
                    <a:pt x="10139308" y="117404"/>
                  </a:lnTo>
                  <a:lnTo>
                    <a:pt x="10245690" y="96217"/>
                  </a:lnTo>
                  <a:lnTo>
                    <a:pt x="10355971" y="77163"/>
                  </a:lnTo>
                  <a:lnTo>
                    <a:pt x="10467850" y="60255"/>
                  </a:lnTo>
                  <a:lnTo>
                    <a:pt x="10578309" y="45533"/>
                  </a:lnTo>
                  <a:lnTo>
                    <a:pt x="10683783" y="33040"/>
                  </a:lnTo>
                  <a:lnTo>
                    <a:pt x="10780475" y="22790"/>
                  </a:lnTo>
                  <a:lnTo>
                    <a:pt x="10864833" y="14738"/>
                  </a:lnTo>
                  <a:lnTo>
                    <a:pt x="10934073" y="8756"/>
                  </a:lnTo>
                  <a:lnTo>
                    <a:pt x="10986661" y="4624"/>
                  </a:lnTo>
                  <a:lnTo>
                    <a:pt x="11022622" y="2047"/>
                  </a:lnTo>
                  <a:lnTo>
                    <a:pt x="11043625" y="669"/>
                  </a:lnTo>
                  <a:lnTo>
                    <a:pt x="11052868" y="112"/>
                  </a:lnTo>
                  <a:lnTo>
                    <a:pt x="11054875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7" name="pl1096"/>
            <p:cNvSpPr/>
            <p:nvPr/>
          </p:nvSpPr>
          <p:spPr>
            <a:xfrm>
              <a:off x="1199187" y="1294272"/>
              <a:ext cx="12049831" cy="3264915"/>
            </a:xfrm>
            <a:custGeom>
              <a:avLst/>
              <a:pathLst>
                <a:path w="12049831" h="3264915">
                  <a:moveTo>
                    <a:pt x="12049831" y="0"/>
                  </a:moveTo>
                  <a:lnTo>
                    <a:pt x="11054891" y="0"/>
                  </a:lnTo>
                  <a:lnTo>
                    <a:pt x="11053833" y="57"/>
                  </a:lnTo>
                  <a:lnTo>
                    <a:pt x="11046840" y="470"/>
                  </a:lnTo>
                  <a:lnTo>
                    <a:pt x="11029084" y="1610"/>
                  </a:lnTo>
                  <a:lnTo>
                    <a:pt x="10997024" y="3858"/>
                  </a:lnTo>
                  <a:lnTo>
                    <a:pt x="10948597" y="7577"/>
                  </a:lnTo>
                  <a:lnTo>
                    <a:pt x="10883373" y="13080"/>
                  </a:lnTo>
                  <a:lnTo>
                    <a:pt x="10802521" y="20607"/>
                  </a:lnTo>
                  <a:lnTo>
                    <a:pt x="10708557" y="30308"/>
                  </a:lnTo>
                  <a:lnTo>
                    <a:pt x="10604895" y="42248"/>
                  </a:lnTo>
                  <a:lnTo>
                    <a:pt x="10495316" y="56424"/>
                  </a:lnTo>
                  <a:lnTo>
                    <a:pt x="10383482" y="72799"/>
                  </a:lnTo>
                  <a:lnTo>
                    <a:pt x="10272565" y="91326"/>
                  </a:lnTo>
                  <a:lnTo>
                    <a:pt x="10165050" y="111987"/>
                  </a:lnTo>
                  <a:lnTo>
                    <a:pt x="10062680" y="134804"/>
                  </a:lnTo>
                  <a:lnTo>
                    <a:pt x="9966510" y="159861"/>
                  </a:lnTo>
                  <a:lnTo>
                    <a:pt x="9877017" y="187305"/>
                  </a:lnTo>
                  <a:lnTo>
                    <a:pt x="9794231" y="217351"/>
                  </a:lnTo>
                  <a:lnTo>
                    <a:pt x="9717861" y="250279"/>
                  </a:lnTo>
                  <a:lnTo>
                    <a:pt x="9647399" y="286427"/>
                  </a:lnTo>
                  <a:lnTo>
                    <a:pt x="9582207" y="326180"/>
                  </a:lnTo>
                  <a:lnTo>
                    <a:pt x="9521580" y="369950"/>
                  </a:lnTo>
                  <a:lnTo>
                    <a:pt x="9464790" y="418147"/>
                  </a:lnTo>
                  <a:lnTo>
                    <a:pt x="9411129" y="471125"/>
                  </a:lnTo>
                  <a:lnTo>
                    <a:pt x="9359942" y="529102"/>
                  </a:lnTo>
                  <a:lnTo>
                    <a:pt x="9347647" y="544152"/>
                  </a:lnTo>
                  <a:lnTo>
                    <a:pt x="9305721" y="598796"/>
                  </a:lnTo>
                  <a:lnTo>
                    <a:pt x="9264796" y="657173"/>
                  </a:lnTo>
                  <a:lnTo>
                    <a:pt x="9224620" y="719360"/>
                  </a:lnTo>
                  <a:lnTo>
                    <a:pt x="9184982" y="785382"/>
                  </a:lnTo>
                  <a:lnTo>
                    <a:pt x="9145715" y="855206"/>
                  </a:lnTo>
                  <a:lnTo>
                    <a:pt x="9106684" y="928735"/>
                  </a:lnTo>
                  <a:lnTo>
                    <a:pt x="9067783" y="1005809"/>
                  </a:lnTo>
                  <a:lnTo>
                    <a:pt x="9028934" y="1086196"/>
                  </a:lnTo>
                  <a:lnTo>
                    <a:pt x="8990084" y="1169598"/>
                  </a:lnTo>
                  <a:lnTo>
                    <a:pt x="8951196" y="1255650"/>
                  </a:lnTo>
                  <a:lnTo>
                    <a:pt x="8912256" y="1343925"/>
                  </a:lnTo>
                  <a:lnTo>
                    <a:pt x="8873262" y="1433944"/>
                  </a:lnTo>
                  <a:lnTo>
                    <a:pt x="8834224" y="1525183"/>
                  </a:lnTo>
                  <a:lnTo>
                    <a:pt x="8795160" y="1617090"/>
                  </a:lnTo>
                  <a:lnTo>
                    <a:pt x="8756092" y="1709093"/>
                  </a:lnTo>
                  <a:lnTo>
                    <a:pt x="8717043" y="1800619"/>
                  </a:lnTo>
                  <a:lnTo>
                    <a:pt x="8678033" y="1891105"/>
                  </a:lnTo>
                  <a:lnTo>
                    <a:pt x="8639074" y="1980018"/>
                  </a:lnTo>
                  <a:lnTo>
                    <a:pt x="8600170" y="2066862"/>
                  </a:lnTo>
                  <a:lnTo>
                    <a:pt x="8561310" y="2151192"/>
                  </a:lnTo>
                  <a:lnTo>
                    <a:pt x="8522466" y="2232623"/>
                  </a:lnTo>
                  <a:lnTo>
                    <a:pt x="8483590" y="2310832"/>
                  </a:lnTo>
                  <a:lnTo>
                    <a:pt x="8444613" y="2385566"/>
                  </a:lnTo>
                  <a:lnTo>
                    <a:pt x="8405438" y="2456640"/>
                  </a:lnTo>
                  <a:lnTo>
                    <a:pt x="8365941" y="2523938"/>
                  </a:lnTo>
                  <a:lnTo>
                    <a:pt x="8325965" y="2587406"/>
                  </a:lnTo>
                  <a:lnTo>
                    <a:pt x="8285316" y="2647049"/>
                  </a:lnTo>
                  <a:lnTo>
                    <a:pt x="8243756" y="2702928"/>
                  </a:lnTo>
                  <a:lnTo>
                    <a:pt x="8229629" y="2720762"/>
                  </a:lnTo>
                  <a:lnTo>
                    <a:pt x="8178961" y="2779978"/>
                  </a:lnTo>
                  <a:lnTo>
                    <a:pt x="8125967" y="2834174"/>
                  </a:lnTo>
                  <a:lnTo>
                    <a:pt x="8070011" y="2883520"/>
                  </a:lnTo>
                  <a:lnTo>
                    <a:pt x="8010396" y="2928343"/>
                  </a:lnTo>
                  <a:lnTo>
                    <a:pt x="7946396" y="2969047"/>
                  </a:lnTo>
                  <a:lnTo>
                    <a:pt x="7877295" y="3006045"/>
                  </a:lnTo>
                  <a:lnTo>
                    <a:pt x="7802433" y="3039733"/>
                  </a:lnTo>
                  <a:lnTo>
                    <a:pt x="7721265" y="3070460"/>
                  </a:lnTo>
                  <a:lnTo>
                    <a:pt x="7633435" y="3098522"/>
                  </a:lnTo>
                  <a:lnTo>
                    <a:pt x="7538885" y="3124151"/>
                  </a:lnTo>
                  <a:lnTo>
                    <a:pt x="7437968" y="3147510"/>
                  </a:lnTo>
                  <a:lnTo>
                    <a:pt x="7331586" y="3168697"/>
                  </a:lnTo>
                  <a:lnTo>
                    <a:pt x="7221305" y="3187751"/>
                  </a:lnTo>
                  <a:lnTo>
                    <a:pt x="7109427" y="3204659"/>
                  </a:lnTo>
                  <a:lnTo>
                    <a:pt x="6998967" y="3219381"/>
                  </a:lnTo>
                  <a:lnTo>
                    <a:pt x="6893494" y="3231874"/>
                  </a:lnTo>
                  <a:lnTo>
                    <a:pt x="6796801" y="3242124"/>
                  </a:lnTo>
                  <a:lnTo>
                    <a:pt x="6712443" y="3250176"/>
                  </a:lnTo>
                  <a:lnTo>
                    <a:pt x="6643203" y="3256158"/>
                  </a:lnTo>
                  <a:lnTo>
                    <a:pt x="6590616" y="3260290"/>
                  </a:lnTo>
                  <a:lnTo>
                    <a:pt x="6554655" y="3262867"/>
                  </a:lnTo>
                  <a:lnTo>
                    <a:pt x="6533651" y="3264245"/>
                  </a:lnTo>
                  <a:lnTo>
                    <a:pt x="6524409" y="3264802"/>
                  </a:lnTo>
                  <a:lnTo>
                    <a:pt x="6522402" y="3264914"/>
                  </a:lnTo>
                  <a:lnTo>
                    <a:pt x="6522385" y="3264915"/>
                  </a:lnTo>
                  <a:lnTo>
                    <a:pt x="5527445" y="3264915"/>
                  </a:lnTo>
                  <a:lnTo>
                    <a:pt x="5526309" y="3264912"/>
                  </a:lnTo>
                  <a:lnTo>
                    <a:pt x="5518811" y="3264890"/>
                  </a:lnTo>
                  <a:lnTo>
                    <a:pt x="5499809" y="3264831"/>
                  </a:lnTo>
                  <a:lnTo>
                    <a:pt x="5465588" y="3264715"/>
                  </a:lnTo>
                  <a:lnTo>
                    <a:pt x="5414078" y="3264522"/>
                  </a:lnTo>
                  <a:lnTo>
                    <a:pt x="5345009" y="3264238"/>
                  </a:lnTo>
                  <a:lnTo>
                    <a:pt x="5259854" y="3263850"/>
                  </a:lnTo>
                  <a:lnTo>
                    <a:pt x="5161503" y="3263351"/>
                  </a:lnTo>
                  <a:lnTo>
                    <a:pt x="5053737" y="3262739"/>
                  </a:lnTo>
                  <a:lnTo>
                    <a:pt x="4940634" y="3262015"/>
                  </a:lnTo>
                  <a:lnTo>
                    <a:pt x="4826032" y="3261179"/>
                  </a:lnTo>
                  <a:lnTo>
                    <a:pt x="4713165" y="3260236"/>
                  </a:lnTo>
                  <a:lnTo>
                    <a:pt x="4604481" y="3259184"/>
                  </a:lnTo>
                  <a:lnTo>
                    <a:pt x="4501619" y="3258023"/>
                  </a:lnTo>
                  <a:lnTo>
                    <a:pt x="4405494" y="3256746"/>
                  </a:lnTo>
                  <a:lnTo>
                    <a:pt x="4316433" y="3255345"/>
                  </a:lnTo>
                  <a:lnTo>
                    <a:pt x="4234323" y="3253808"/>
                  </a:lnTo>
                  <a:lnTo>
                    <a:pt x="4158746" y="3252117"/>
                  </a:lnTo>
                  <a:lnTo>
                    <a:pt x="4089088" y="3250256"/>
                  </a:lnTo>
                  <a:lnTo>
                    <a:pt x="4024622" y="3248204"/>
                  </a:lnTo>
                  <a:lnTo>
                    <a:pt x="3964573" y="3245937"/>
                  </a:lnTo>
                  <a:lnTo>
                    <a:pt x="3908166" y="3243438"/>
                  </a:lnTo>
                  <a:lnTo>
                    <a:pt x="3854663" y="3240690"/>
                  </a:lnTo>
                  <a:lnTo>
                    <a:pt x="3820202" y="3238711"/>
                  </a:lnTo>
                  <a:lnTo>
                    <a:pt x="3758680" y="3234764"/>
                  </a:lnTo>
                  <a:lnTo>
                    <a:pt x="3699074" y="3230421"/>
                  </a:lnTo>
                  <a:lnTo>
                    <a:pt x="3640672" y="3225677"/>
                  </a:lnTo>
                  <a:lnTo>
                    <a:pt x="3582950" y="3220537"/>
                  </a:lnTo>
                  <a:lnTo>
                    <a:pt x="3525538" y="3215024"/>
                  </a:lnTo>
                  <a:lnTo>
                    <a:pt x="3468193" y="3209176"/>
                  </a:lnTo>
                  <a:lnTo>
                    <a:pt x="3410780" y="3203044"/>
                  </a:lnTo>
                  <a:lnTo>
                    <a:pt x="3353252" y="3196696"/>
                  </a:lnTo>
                  <a:lnTo>
                    <a:pt x="3295624" y="3190209"/>
                  </a:lnTo>
                  <a:lnTo>
                    <a:pt x="3237952" y="3183669"/>
                  </a:lnTo>
                  <a:lnTo>
                    <a:pt x="3180310" y="3177165"/>
                  </a:lnTo>
                  <a:lnTo>
                    <a:pt x="3122760" y="3170783"/>
                  </a:lnTo>
                  <a:lnTo>
                    <a:pt x="3065326" y="3164604"/>
                  </a:lnTo>
                  <a:lnTo>
                    <a:pt x="3007976" y="3158696"/>
                  </a:lnTo>
                  <a:lnTo>
                    <a:pt x="2950592" y="3153115"/>
                  </a:lnTo>
                  <a:lnTo>
                    <a:pt x="2892954" y="3147901"/>
                  </a:lnTo>
                  <a:lnTo>
                    <a:pt x="2834720" y="3143078"/>
                  </a:lnTo>
                  <a:lnTo>
                    <a:pt x="2775397" y="3138657"/>
                  </a:lnTo>
                  <a:lnTo>
                    <a:pt x="2714314" y="3134634"/>
                  </a:lnTo>
                  <a:lnTo>
                    <a:pt x="2702183" y="3133899"/>
                  </a:lnTo>
                  <a:lnTo>
                    <a:pt x="2650251" y="3130981"/>
                  </a:lnTo>
                  <a:lnTo>
                    <a:pt x="2595862" y="3128316"/>
                  </a:lnTo>
                  <a:lnTo>
                    <a:pt x="2538331" y="3125896"/>
                  </a:lnTo>
                  <a:lnTo>
                    <a:pt x="2476903" y="3123703"/>
                  </a:lnTo>
                  <a:lnTo>
                    <a:pt x="2410799" y="3121716"/>
                  </a:lnTo>
                  <a:lnTo>
                    <a:pt x="2339254" y="3119914"/>
                  </a:lnTo>
                  <a:lnTo>
                    <a:pt x="2261571" y="3118276"/>
                  </a:lnTo>
                  <a:lnTo>
                    <a:pt x="2177189" y="3116786"/>
                  </a:lnTo>
                  <a:lnTo>
                    <a:pt x="2085778" y="3115427"/>
                  </a:lnTo>
                  <a:lnTo>
                    <a:pt x="1987355" y="3114189"/>
                  </a:lnTo>
                  <a:lnTo>
                    <a:pt x="1882427" y="3113065"/>
                  </a:lnTo>
                  <a:lnTo>
                    <a:pt x="1772135" y="3112049"/>
                  </a:lnTo>
                  <a:lnTo>
                    <a:pt x="1658381" y="3111141"/>
                  </a:lnTo>
                  <a:lnTo>
                    <a:pt x="1543882" y="3110343"/>
                  </a:lnTo>
                  <a:lnTo>
                    <a:pt x="1432103" y="3109655"/>
                  </a:lnTo>
                  <a:lnTo>
                    <a:pt x="1327011" y="3109081"/>
                  </a:lnTo>
                  <a:lnTo>
                    <a:pt x="1232650" y="3108619"/>
                  </a:lnTo>
                  <a:lnTo>
                    <a:pt x="1152572" y="3108267"/>
                  </a:lnTo>
                  <a:lnTo>
                    <a:pt x="1089247" y="3108015"/>
                  </a:lnTo>
                  <a:lnTo>
                    <a:pt x="1043593" y="3107849"/>
                  </a:lnTo>
                  <a:lnTo>
                    <a:pt x="1014736" y="3107754"/>
                  </a:lnTo>
                  <a:lnTo>
                    <a:pt x="1000037" y="3107710"/>
                  </a:lnTo>
                  <a:lnTo>
                    <a:pt x="995285" y="3107696"/>
                  </a:lnTo>
                  <a:lnTo>
                    <a:pt x="994940" y="3107696"/>
                  </a:lnTo>
                  <a:lnTo>
                    <a:pt x="0" y="3107696"/>
                  </a:lnTo>
                  <a:lnTo>
                    <a:pt x="0" y="31076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8" name="pg1097"/>
            <p:cNvSpPr/>
            <p:nvPr/>
          </p:nvSpPr>
          <p:spPr>
            <a:xfrm>
              <a:off x="1199187" y="2237586"/>
              <a:ext cx="12049831" cy="2374007"/>
            </a:xfrm>
            <a:custGeom>
              <a:avLst/>
              <a:pathLst>
                <a:path w="12049831" h="2374007">
                  <a:moveTo>
                    <a:pt x="0" y="2180103"/>
                  </a:moveTo>
                  <a:lnTo>
                    <a:pt x="994940" y="2180103"/>
                  </a:lnTo>
                  <a:lnTo>
                    <a:pt x="996076" y="2180107"/>
                  </a:lnTo>
                  <a:lnTo>
                    <a:pt x="1003573" y="2180133"/>
                  </a:lnTo>
                  <a:lnTo>
                    <a:pt x="1022573" y="2180206"/>
                  </a:lnTo>
                  <a:lnTo>
                    <a:pt x="1056792" y="2180350"/>
                  </a:lnTo>
                  <a:lnTo>
                    <a:pt x="1108298" y="2180587"/>
                  </a:lnTo>
                  <a:lnTo>
                    <a:pt x="1177361" y="2180938"/>
                  </a:lnTo>
                  <a:lnTo>
                    <a:pt x="1262511" y="2181416"/>
                  </a:lnTo>
                  <a:lnTo>
                    <a:pt x="1360857" y="2182031"/>
                  </a:lnTo>
                  <a:lnTo>
                    <a:pt x="1468617" y="2182786"/>
                  </a:lnTo>
                  <a:lnTo>
                    <a:pt x="1581716" y="2183680"/>
                  </a:lnTo>
                  <a:lnTo>
                    <a:pt x="1696315" y="2184710"/>
                  </a:lnTo>
                  <a:lnTo>
                    <a:pt x="1809179" y="2185873"/>
                  </a:lnTo>
                  <a:lnTo>
                    <a:pt x="1917862" y="2187170"/>
                  </a:lnTo>
                  <a:lnTo>
                    <a:pt x="2020723" y="2188602"/>
                  </a:lnTo>
                  <a:lnTo>
                    <a:pt x="2116849" y="2190177"/>
                  </a:lnTo>
                  <a:lnTo>
                    <a:pt x="2205910" y="2191905"/>
                  </a:lnTo>
                  <a:lnTo>
                    <a:pt x="2288021" y="2193801"/>
                  </a:lnTo>
                  <a:lnTo>
                    <a:pt x="2363599" y="2195885"/>
                  </a:lnTo>
                  <a:lnTo>
                    <a:pt x="2433258" y="2198180"/>
                  </a:lnTo>
                  <a:lnTo>
                    <a:pt x="2497725" y="2200712"/>
                  </a:lnTo>
                  <a:lnTo>
                    <a:pt x="2557774" y="2203507"/>
                  </a:lnTo>
                  <a:lnTo>
                    <a:pt x="2614182" y="2206589"/>
                  </a:lnTo>
                  <a:lnTo>
                    <a:pt x="2667685" y="2209978"/>
                  </a:lnTo>
                  <a:lnTo>
                    <a:pt x="2702183" y="2212421"/>
                  </a:lnTo>
                  <a:lnTo>
                    <a:pt x="2763637" y="2217283"/>
                  </a:lnTo>
                  <a:lnTo>
                    <a:pt x="2823177" y="2222632"/>
                  </a:lnTo>
                  <a:lnTo>
                    <a:pt x="2881516" y="2228476"/>
                  </a:lnTo>
                  <a:lnTo>
                    <a:pt x="2939174" y="2234806"/>
                  </a:lnTo>
                  <a:lnTo>
                    <a:pt x="2996523" y="2241595"/>
                  </a:lnTo>
                  <a:lnTo>
                    <a:pt x="3053803" y="2248797"/>
                  </a:lnTo>
                  <a:lnTo>
                    <a:pt x="3111149" y="2256349"/>
                  </a:lnTo>
                  <a:lnTo>
                    <a:pt x="3168612" y="2264168"/>
                  </a:lnTo>
                  <a:lnTo>
                    <a:pt x="3226174" y="2272158"/>
                  </a:lnTo>
                  <a:lnTo>
                    <a:pt x="3283780" y="2280215"/>
                  </a:lnTo>
                  <a:lnTo>
                    <a:pt x="3341358" y="2288229"/>
                  </a:lnTo>
                  <a:lnTo>
                    <a:pt x="3398844" y="2296093"/>
                  </a:lnTo>
                  <a:lnTo>
                    <a:pt x="3456214" y="2303710"/>
                  </a:lnTo>
                  <a:lnTo>
                    <a:pt x="3513501" y="2310994"/>
                  </a:lnTo>
                  <a:lnTo>
                    <a:pt x="3570818" y="2317877"/>
                  </a:lnTo>
                  <a:lnTo>
                    <a:pt x="3628383" y="2324308"/>
                  </a:lnTo>
                  <a:lnTo>
                    <a:pt x="3686536" y="2330258"/>
                  </a:lnTo>
                  <a:lnTo>
                    <a:pt x="3745764" y="2335714"/>
                  </a:lnTo>
                  <a:lnTo>
                    <a:pt x="3806734" y="2340680"/>
                  </a:lnTo>
                  <a:lnTo>
                    <a:pt x="3820202" y="2341690"/>
                  </a:lnTo>
                  <a:lnTo>
                    <a:pt x="3872133" y="2345288"/>
                  </a:lnTo>
                  <a:lnTo>
                    <a:pt x="3926520" y="2348575"/>
                  </a:lnTo>
                  <a:lnTo>
                    <a:pt x="3984049" y="2351559"/>
                  </a:lnTo>
                  <a:lnTo>
                    <a:pt x="4045474" y="2354264"/>
                  </a:lnTo>
                  <a:lnTo>
                    <a:pt x="4111575" y="2356714"/>
                  </a:lnTo>
                  <a:lnTo>
                    <a:pt x="4183117" y="2358937"/>
                  </a:lnTo>
                  <a:lnTo>
                    <a:pt x="4260797" y="2360957"/>
                  </a:lnTo>
                  <a:lnTo>
                    <a:pt x="4345175" y="2362795"/>
                  </a:lnTo>
                  <a:lnTo>
                    <a:pt x="4436581" y="2364471"/>
                  </a:lnTo>
                  <a:lnTo>
                    <a:pt x="4534999" y="2365997"/>
                  </a:lnTo>
                  <a:lnTo>
                    <a:pt x="4639921" y="2367384"/>
                  </a:lnTo>
                  <a:lnTo>
                    <a:pt x="4750209" y="2368637"/>
                  </a:lnTo>
                  <a:lnTo>
                    <a:pt x="4863958" y="2369756"/>
                  </a:lnTo>
                  <a:lnTo>
                    <a:pt x="4978454" y="2370741"/>
                  </a:lnTo>
                  <a:lnTo>
                    <a:pt x="5090232" y="2371589"/>
                  </a:lnTo>
                  <a:lnTo>
                    <a:pt x="5195324" y="2372298"/>
                  </a:lnTo>
                  <a:lnTo>
                    <a:pt x="5289689" y="2372867"/>
                  </a:lnTo>
                  <a:lnTo>
                    <a:pt x="5369773" y="2373302"/>
                  </a:lnTo>
                  <a:lnTo>
                    <a:pt x="5433106" y="2373613"/>
                  </a:lnTo>
                  <a:lnTo>
                    <a:pt x="5478770" y="2373817"/>
                  </a:lnTo>
                  <a:lnTo>
                    <a:pt x="5507635" y="2373935"/>
                  </a:lnTo>
                  <a:lnTo>
                    <a:pt x="5522342" y="2373989"/>
                  </a:lnTo>
                  <a:lnTo>
                    <a:pt x="5527099" y="2374006"/>
                  </a:lnTo>
                  <a:lnTo>
                    <a:pt x="5527445" y="2374007"/>
                  </a:lnTo>
                  <a:lnTo>
                    <a:pt x="6522385" y="2374007"/>
                  </a:lnTo>
                  <a:lnTo>
                    <a:pt x="6523479" y="2373963"/>
                  </a:lnTo>
                  <a:lnTo>
                    <a:pt x="6530703" y="2373654"/>
                  </a:lnTo>
                  <a:lnTo>
                    <a:pt x="6549028" y="2372800"/>
                  </a:lnTo>
                  <a:lnTo>
                    <a:pt x="6582076" y="2371117"/>
                  </a:lnTo>
                  <a:lnTo>
                    <a:pt x="6631916" y="2368333"/>
                  </a:lnTo>
                  <a:lnTo>
                    <a:pt x="6698907" y="2364217"/>
                  </a:lnTo>
                  <a:lnTo>
                    <a:pt x="6781741" y="2358592"/>
                  </a:lnTo>
                  <a:lnTo>
                    <a:pt x="6877735" y="2351353"/>
                  </a:lnTo>
                  <a:lnTo>
                    <a:pt x="6983304" y="2342454"/>
                  </a:lnTo>
                  <a:lnTo>
                    <a:pt x="7094531" y="2331901"/>
                  </a:lnTo>
                  <a:lnTo>
                    <a:pt x="7207670" y="2319726"/>
                  </a:lnTo>
                  <a:lnTo>
                    <a:pt x="7319516" y="2305959"/>
                  </a:lnTo>
                  <a:lnTo>
                    <a:pt x="7427598" y="2290613"/>
                  </a:lnTo>
                  <a:lnTo>
                    <a:pt x="7530220" y="2273664"/>
                  </a:lnTo>
                  <a:lnTo>
                    <a:pt x="7626390" y="2255043"/>
                  </a:lnTo>
                  <a:lnTo>
                    <a:pt x="7715698" y="2234631"/>
                  </a:lnTo>
                  <a:lnTo>
                    <a:pt x="7798180" y="2212258"/>
                  </a:lnTo>
                  <a:lnTo>
                    <a:pt x="7874187" y="2187707"/>
                  </a:lnTo>
                  <a:lnTo>
                    <a:pt x="7944275" y="2160717"/>
                  </a:lnTo>
                  <a:lnTo>
                    <a:pt x="8009125" y="2130993"/>
                  </a:lnTo>
                  <a:lnTo>
                    <a:pt x="8069474" y="2098226"/>
                  </a:lnTo>
                  <a:lnTo>
                    <a:pt x="8126074" y="2062113"/>
                  </a:lnTo>
                  <a:lnTo>
                    <a:pt x="8179646" y="2022409"/>
                  </a:lnTo>
                  <a:lnTo>
                    <a:pt x="8229629" y="1980086"/>
                  </a:lnTo>
                  <a:lnTo>
                    <a:pt x="8276736" y="1935379"/>
                  </a:lnTo>
                  <a:lnTo>
                    <a:pt x="8322618" y="1887238"/>
                  </a:lnTo>
                  <a:lnTo>
                    <a:pt x="8367622" y="1835595"/>
                  </a:lnTo>
                  <a:lnTo>
                    <a:pt x="8412028" y="1780442"/>
                  </a:lnTo>
                  <a:lnTo>
                    <a:pt x="8456054" y="1721842"/>
                  </a:lnTo>
                  <a:lnTo>
                    <a:pt x="8499869" y="1659931"/>
                  </a:lnTo>
                  <a:lnTo>
                    <a:pt x="8543595" y="1594925"/>
                  </a:lnTo>
                  <a:lnTo>
                    <a:pt x="8587317" y="1527120"/>
                  </a:lnTo>
                  <a:lnTo>
                    <a:pt x="8631084" y="1456887"/>
                  </a:lnTo>
                  <a:lnTo>
                    <a:pt x="8674919" y="1384671"/>
                  </a:lnTo>
                  <a:lnTo>
                    <a:pt x="8718820" y="1310976"/>
                  </a:lnTo>
                  <a:lnTo>
                    <a:pt x="8762769" y="1236351"/>
                  </a:lnTo>
                  <a:lnTo>
                    <a:pt x="8806737" y="1161379"/>
                  </a:lnTo>
                  <a:lnTo>
                    <a:pt x="8850692" y="1086650"/>
                  </a:lnTo>
                  <a:lnTo>
                    <a:pt x="8894603" y="1012749"/>
                  </a:lnTo>
                  <a:lnTo>
                    <a:pt x="8938450" y="940233"/>
                  </a:lnTo>
                  <a:lnTo>
                    <a:pt x="8982229" y="869616"/>
                  </a:lnTo>
                  <a:lnTo>
                    <a:pt x="9025956" y="801353"/>
                  </a:lnTo>
                  <a:lnTo>
                    <a:pt x="9069676" y="735828"/>
                  </a:lnTo>
                  <a:lnTo>
                    <a:pt x="9113467" y="673352"/>
                  </a:lnTo>
                  <a:lnTo>
                    <a:pt x="9157445" y="614155"/>
                  </a:lnTo>
                  <a:lnTo>
                    <a:pt x="9201770" y="558386"/>
                  </a:lnTo>
                  <a:lnTo>
                    <a:pt x="9246650" y="506121"/>
                  </a:lnTo>
                  <a:lnTo>
                    <a:pt x="9292353" y="457365"/>
                  </a:lnTo>
                  <a:lnTo>
                    <a:pt x="9339214" y="412058"/>
                  </a:lnTo>
                  <a:lnTo>
                    <a:pt x="9347647" y="404402"/>
                  </a:lnTo>
                  <a:lnTo>
                    <a:pt x="9398900" y="361072"/>
                  </a:lnTo>
                  <a:lnTo>
                    <a:pt x="9452537" y="321457"/>
                  </a:lnTo>
                  <a:lnTo>
                    <a:pt x="9509219" y="285428"/>
                  </a:lnTo>
                  <a:lnTo>
                    <a:pt x="9569669" y="252738"/>
                  </a:lnTo>
                  <a:lnTo>
                    <a:pt x="9634637" y="223085"/>
                  </a:lnTo>
                  <a:lnTo>
                    <a:pt x="9704861" y="196157"/>
                  </a:lnTo>
                  <a:lnTo>
                    <a:pt x="9781019" y="171662"/>
                  </a:lnTo>
                  <a:lnTo>
                    <a:pt x="9863664" y="149339"/>
                  </a:lnTo>
                  <a:lnTo>
                    <a:pt x="9953140" y="128973"/>
                  </a:lnTo>
                  <a:lnTo>
                    <a:pt x="10049472" y="110393"/>
                  </a:lnTo>
                  <a:lnTo>
                    <a:pt x="10152241" y="93484"/>
                  </a:lnTo>
                  <a:lnTo>
                    <a:pt x="10260438" y="78176"/>
                  </a:lnTo>
                  <a:lnTo>
                    <a:pt x="10372348" y="64448"/>
                  </a:lnTo>
                  <a:lnTo>
                    <a:pt x="10485481" y="52311"/>
                  </a:lnTo>
                  <a:lnTo>
                    <a:pt x="10596616" y="41798"/>
                  </a:lnTo>
                  <a:lnTo>
                    <a:pt x="10702000" y="32940"/>
                  </a:lnTo>
                  <a:lnTo>
                    <a:pt x="10797714" y="25740"/>
                  </a:lnTo>
                  <a:lnTo>
                    <a:pt x="10880191" y="20154"/>
                  </a:lnTo>
                  <a:lnTo>
                    <a:pt x="10946775" y="16072"/>
                  </a:lnTo>
                  <a:lnTo>
                    <a:pt x="10996196" y="13318"/>
                  </a:lnTo>
                  <a:lnTo>
                    <a:pt x="11028856" y="11658"/>
                  </a:lnTo>
                  <a:lnTo>
                    <a:pt x="11046863" y="10821"/>
                  </a:lnTo>
                  <a:lnTo>
                    <a:pt x="11053874" y="10521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7" y="43"/>
                  </a:lnTo>
                  <a:lnTo>
                    <a:pt x="11046573" y="352"/>
                  </a:lnTo>
                  <a:lnTo>
                    <a:pt x="11028249" y="1206"/>
                  </a:lnTo>
                  <a:lnTo>
                    <a:pt x="10995200" y="2890"/>
                  </a:lnTo>
                  <a:lnTo>
                    <a:pt x="10945360" y="5673"/>
                  </a:lnTo>
                  <a:lnTo>
                    <a:pt x="10878370" y="9789"/>
                  </a:lnTo>
                  <a:lnTo>
                    <a:pt x="10795535" y="15414"/>
                  </a:lnTo>
                  <a:lnTo>
                    <a:pt x="10699542" y="22654"/>
                  </a:lnTo>
                  <a:lnTo>
                    <a:pt x="10593972" y="31552"/>
                  </a:lnTo>
                  <a:lnTo>
                    <a:pt x="10482745" y="42105"/>
                  </a:lnTo>
                  <a:lnTo>
                    <a:pt x="10369607" y="54281"/>
                  </a:lnTo>
                  <a:lnTo>
                    <a:pt x="10257761" y="68047"/>
                  </a:lnTo>
                  <a:lnTo>
                    <a:pt x="10149678" y="83394"/>
                  </a:lnTo>
                  <a:lnTo>
                    <a:pt x="10047056" y="100343"/>
                  </a:lnTo>
                  <a:lnTo>
                    <a:pt x="9950887" y="118964"/>
                  </a:lnTo>
                  <a:lnTo>
                    <a:pt x="9861579" y="139376"/>
                  </a:lnTo>
                  <a:lnTo>
                    <a:pt x="9779096" y="161748"/>
                  </a:lnTo>
                  <a:lnTo>
                    <a:pt x="9703090" y="186299"/>
                  </a:lnTo>
                  <a:lnTo>
                    <a:pt x="9633001" y="213289"/>
                  </a:lnTo>
                  <a:lnTo>
                    <a:pt x="9568152" y="243013"/>
                  </a:lnTo>
                  <a:lnTo>
                    <a:pt x="9507802" y="275781"/>
                  </a:lnTo>
                  <a:lnTo>
                    <a:pt x="9451203" y="311893"/>
                  </a:lnTo>
                  <a:lnTo>
                    <a:pt x="9397630" y="351597"/>
                  </a:lnTo>
                  <a:lnTo>
                    <a:pt x="9347647" y="393920"/>
                  </a:lnTo>
                  <a:lnTo>
                    <a:pt x="9300540" y="438628"/>
                  </a:lnTo>
                  <a:lnTo>
                    <a:pt x="9254659" y="486768"/>
                  </a:lnTo>
                  <a:lnTo>
                    <a:pt x="9209655" y="538411"/>
                  </a:lnTo>
                  <a:lnTo>
                    <a:pt x="9165249" y="593564"/>
                  </a:lnTo>
                  <a:lnTo>
                    <a:pt x="9121223" y="652164"/>
                  </a:lnTo>
                  <a:lnTo>
                    <a:pt x="9077408" y="714075"/>
                  </a:lnTo>
                  <a:lnTo>
                    <a:pt x="9033682" y="779081"/>
                  </a:lnTo>
                  <a:lnTo>
                    <a:pt x="8989960" y="846887"/>
                  </a:lnTo>
                  <a:lnTo>
                    <a:pt x="8946192" y="917119"/>
                  </a:lnTo>
                  <a:lnTo>
                    <a:pt x="8902358" y="989335"/>
                  </a:lnTo>
                  <a:lnTo>
                    <a:pt x="8858457" y="1063030"/>
                  </a:lnTo>
                  <a:lnTo>
                    <a:pt x="8814508" y="1137655"/>
                  </a:lnTo>
                  <a:lnTo>
                    <a:pt x="8770539" y="1212628"/>
                  </a:lnTo>
                  <a:lnTo>
                    <a:pt x="8726585" y="1287356"/>
                  </a:lnTo>
                  <a:lnTo>
                    <a:pt x="8682674" y="1361257"/>
                  </a:lnTo>
                  <a:lnTo>
                    <a:pt x="8638826" y="1433773"/>
                  </a:lnTo>
                  <a:lnTo>
                    <a:pt x="8595048" y="1504390"/>
                  </a:lnTo>
                  <a:lnTo>
                    <a:pt x="8551321" y="1572654"/>
                  </a:lnTo>
                  <a:lnTo>
                    <a:pt x="8507601" y="1638178"/>
                  </a:lnTo>
                  <a:lnTo>
                    <a:pt x="8463809" y="1700654"/>
                  </a:lnTo>
                  <a:lnTo>
                    <a:pt x="8419831" y="1759852"/>
                  </a:lnTo>
                  <a:lnTo>
                    <a:pt x="8375507" y="1815620"/>
                  </a:lnTo>
                  <a:lnTo>
                    <a:pt x="8330627" y="1867885"/>
                  </a:lnTo>
                  <a:lnTo>
                    <a:pt x="8284924" y="1916641"/>
                  </a:lnTo>
                  <a:lnTo>
                    <a:pt x="8238062" y="1961948"/>
                  </a:lnTo>
                  <a:lnTo>
                    <a:pt x="8229629" y="1969604"/>
                  </a:lnTo>
                  <a:lnTo>
                    <a:pt x="8178377" y="2012935"/>
                  </a:lnTo>
                  <a:lnTo>
                    <a:pt x="8124739" y="2052550"/>
                  </a:lnTo>
                  <a:lnTo>
                    <a:pt x="8068057" y="2088578"/>
                  </a:lnTo>
                  <a:lnTo>
                    <a:pt x="8007608" y="2121268"/>
                  </a:lnTo>
                  <a:lnTo>
                    <a:pt x="7942640" y="2150922"/>
                  </a:lnTo>
                  <a:lnTo>
                    <a:pt x="7872415" y="2177849"/>
                  </a:lnTo>
                  <a:lnTo>
                    <a:pt x="7796257" y="2202344"/>
                  </a:lnTo>
                  <a:lnTo>
                    <a:pt x="7713613" y="2224667"/>
                  </a:lnTo>
                  <a:lnTo>
                    <a:pt x="7624137" y="2245034"/>
                  </a:lnTo>
                  <a:lnTo>
                    <a:pt x="7527804" y="2263613"/>
                  </a:lnTo>
                  <a:lnTo>
                    <a:pt x="7425035" y="2280523"/>
                  </a:lnTo>
                  <a:lnTo>
                    <a:pt x="7316838" y="2295830"/>
                  </a:lnTo>
                  <a:lnTo>
                    <a:pt x="7204928" y="2309559"/>
                  </a:lnTo>
                  <a:lnTo>
                    <a:pt x="7091796" y="2321695"/>
                  </a:lnTo>
                  <a:lnTo>
                    <a:pt x="6980660" y="2332208"/>
                  </a:lnTo>
                  <a:lnTo>
                    <a:pt x="6875277" y="2341066"/>
                  </a:lnTo>
                  <a:lnTo>
                    <a:pt x="6779563" y="2348266"/>
                  </a:lnTo>
                  <a:lnTo>
                    <a:pt x="6697085" y="2353853"/>
                  </a:lnTo>
                  <a:lnTo>
                    <a:pt x="6630502" y="2357934"/>
                  </a:lnTo>
                  <a:lnTo>
                    <a:pt x="6581081" y="2360688"/>
                  </a:lnTo>
                  <a:lnTo>
                    <a:pt x="6548421" y="2362348"/>
                  </a:lnTo>
                  <a:lnTo>
                    <a:pt x="6530414" y="2363186"/>
                  </a:lnTo>
                  <a:lnTo>
                    <a:pt x="6523403" y="2363485"/>
                  </a:lnTo>
                  <a:lnTo>
                    <a:pt x="6522385" y="2363525"/>
                  </a:lnTo>
                  <a:lnTo>
                    <a:pt x="5527445" y="2363525"/>
                  </a:lnTo>
                  <a:lnTo>
                    <a:pt x="5526309" y="2363522"/>
                  </a:lnTo>
                  <a:lnTo>
                    <a:pt x="5518812" y="2363495"/>
                  </a:lnTo>
                  <a:lnTo>
                    <a:pt x="5499812" y="2363423"/>
                  </a:lnTo>
                  <a:lnTo>
                    <a:pt x="5465593" y="2363279"/>
                  </a:lnTo>
                  <a:lnTo>
                    <a:pt x="5414087" y="2363042"/>
                  </a:lnTo>
                  <a:lnTo>
                    <a:pt x="5345024" y="2362691"/>
                  </a:lnTo>
                  <a:lnTo>
                    <a:pt x="5259874" y="2362213"/>
                  </a:lnTo>
                  <a:lnTo>
                    <a:pt x="5161528" y="2361598"/>
                  </a:lnTo>
                  <a:lnTo>
                    <a:pt x="5053768" y="2360843"/>
                  </a:lnTo>
                  <a:lnTo>
                    <a:pt x="4940669" y="2359949"/>
                  </a:lnTo>
                  <a:lnTo>
                    <a:pt x="4826070" y="2358919"/>
                  </a:lnTo>
                  <a:lnTo>
                    <a:pt x="4713206" y="2357756"/>
                  </a:lnTo>
                  <a:lnTo>
                    <a:pt x="4604523" y="2356459"/>
                  </a:lnTo>
                  <a:lnTo>
                    <a:pt x="4501662" y="2355027"/>
                  </a:lnTo>
                  <a:lnTo>
                    <a:pt x="4405536" y="2353452"/>
                  </a:lnTo>
                  <a:lnTo>
                    <a:pt x="4316475" y="2351724"/>
                  </a:lnTo>
                  <a:lnTo>
                    <a:pt x="4234364" y="2349828"/>
                  </a:lnTo>
                  <a:lnTo>
                    <a:pt x="4158786" y="2347744"/>
                  </a:lnTo>
                  <a:lnTo>
                    <a:pt x="4089127" y="2345448"/>
                  </a:lnTo>
                  <a:lnTo>
                    <a:pt x="4024660" y="2342917"/>
                  </a:lnTo>
                  <a:lnTo>
                    <a:pt x="3964611" y="2340122"/>
                  </a:lnTo>
                  <a:lnTo>
                    <a:pt x="3908203" y="2337040"/>
                  </a:lnTo>
                  <a:lnTo>
                    <a:pt x="3854700" y="2333650"/>
                  </a:lnTo>
                  <a:lnTo>
                    <a:pt x="3820202" y="2331208"/>
                  </a:lnTo>
                  <a:lnTo>
                    <a:pt x="3758748" y="2326346"/>
                  </a:lnTo>
                  <a:lnTo>
                    <a:pt x="3699208" y="2320996"/>
                  </a:lnTo>
                  <a:lnTo>
                    <a:pt x="3640869" y="2315153"/>
                  </a:lnTo>
                  <a:lnTo>
                    <a:pt x="3583211" y="2308823"/>
                  </a:lnTo>
                  <a:lnTo>
                    <a:pt x="3525862" y="2302034"/>
                  </a:lnTo>
                  <a:lnTo>
                    <a:pt x="3468582" y="2294831"/>
                  </a:lnTo>
                  <a:lnTo>
                    <a:pt x="3411236" y="2287280"/>
                  </a:lnTo>
                  <a:lnTo>
                    <a:pt x="3353773" y="2279461"/>
                  </a:lnTo>
                  <a:lnTo>
                    <a:pt x="3296211" y="2271470"/>
                  </a:lnTo>
                  <a:lnTo>
                    <a:pt x="3238605" y="2263414"/>
                  </a:lnTo>
                  <a:lnTo>
                    <a:pt x="3181027" y="2255400"/>
                  </a:lnTo>
                  <a:lnTo>
                    <a:pt x="3123541" y="2247536"/>
                  </a:lnTo>
                  <a:lnTo>
                    <a:pt x="3066171" y="2239919"/>
                  </a:lnTo>
                  <a:lnTo>
                    <a:pt x="3008884" y="2232635"/>
                  </a:lnTo>
                  <a:lnTo>
                    <a:pt x="2951567" y="2225752"/>
                  </a:lnTo>
                  <a:lnTo>
                    <a:pt x="2894002" y="2219320"/>
                  </a:lnTo>
                  <a:lnTo>
                    <a:pt x="2835849" y="2213370"/>
                  </a:lnTo>
                  <a:lnTo>
                    <a:pt x="2776621" y="2207914"/>
                  </a:lnTo>
                  <a:lnTo>
                    <a:pt x="2715651" y="2202948"/>
                  </a:lnTo>
                  <a:lnTo>
                    <a:pt x="2702183" y="2201939"/>
                  </a:lnTo>
                  <a:lnTo>
                    <a:pt x="2650252" y="2198340"/>
                  </a:lnTo>
                  <a:lnTo>
                    <a:pt x="2595865" y="2195054"/>
                  </a:lnTo>
                  <a:lnTo>
                    <a:pt x="2538336" y="2192069"/>
                  </a:lnTo>
                  <a:lnTo>
                    <a:pt x="2476911" y="2189365"/>
                  </a:lnTo>
                  <a:lnTo>
                    <a:pt x="2410810" y="2186914"/>
                  </a:lnTo>
                  <a:lnTo>
                    <a:pt x="2339268" y="2184692"/>
                  </a:lnTo>
                  <a:lnTo>
                    <a:pt x="2261588" y="2182672"/>
                  </a:lnTo>
                  <a:lnTo>
                    <a:pt x="2177210" y="2180834"/>
                  </a:lnTo>
                  <a:lnTo>
                    <a:pt x="2085804" y="2179158"/>
                  </a:lnTo>
                  <a:lnTo>
                    <a:pt x="1987386" y="2177631"/>
                  </a:lnTo>
                  <a:lnTo>
                    <a:pt x="1882464" y="2176245"/>
                  </a:lnTo>
                  <a:lnTo>
                    <a:pt x="1772176" y="2174992"/>
                  </a:lnTo>
                  <a:lnTo>
                    <a:pt x="1658427" y="2173872"/>
                  </a:lnTo>
                  <a:lnTo>
                    <a:pt x="1543931" y="2172887"/>
                  </a:lnTo>
                  <a:lnTo>
                    <a:pt x="1432153" y="2172039"/>
                  </a:lnTo>
                  <a:lnTo>
                    <a:pt x="1327061" y="2171331"/>
                  </a:lnTo>
                  <a:lnTo>
                    <a:pt x="1232696" y="2170762"/>
                  </a:lnTo>
                  <a:lnTo>
                    <a:pt x="1152612" y="2170327"/>
                  </a:lnTo>
                  <a:lnTo>
                    <a:pt x="1089279" y="2170016"/>
                  </a:lnTo>
                  <a:lnTo>
                    <a:pt x="1043615" y="2169812"/>
                  </a:lnTo>
                  <a:lnTo>
                    <a:pt x="1014750" y="2169694"/>
                  </a:lnTo>
                  <a:lnTo>
                    <a:pt x="1000043" y="2169639"/>
                  </a:lnTo>
                  <a:lnTo>
                    <a:pt x="995286" y="2169623"/>
                  </a:lnTo>
                  <a:lnTo>
                    <a:pt x="994940" y="2169622"/>
                  </a:lnTo>
                  <a:lnTo>
                    <a:pt x="0" y="2169622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099" name="pl1098"/>
            <p:cNvSpPr/>
            <p:nvPr/>
          </p:nvSpPr>
          <p:spPr>
            <a:xfrm>
              <a:off x="1199187" y="2248067"/>
              <a:ext cx="12049831" cy="2363525"/>
            </a:xfrm>
            <a:custGeom>
              <a:avLst/>
              <a:pathLst>
                <a:path w="12049831" h="2363525">
                  <a:moveTo>
                    <a:pt x="0" y="2169622"/>
                  </a:moveTo>
                  <a:lnTo>
                    <a:pt x="994940" y="2169622"/>
                  </a:lnTo>
                  <a:lnTo>
                    <a:pt x="996076" y="2169626"/>
                  </a:lnTo>
                  <a:lnTo>
                    <a:pt x="1003573" y="2169652"/>
                  </a:lnTo>
                  <a:lnTo>
                    <a:pt x="1022573" y="2169725"/>
                  </a:lnTo>
                  <a:lnTo>
                    <a:pt x="1056792" y="2169869"/>
                  </a:lnTo>
                  <a:lnTo>
                    <a:pt x="1108298" y="2170106"/>
                  </a:lnTo>
                  <a:lnTo>
                    <a:pt x="1177361" y="2170456"/>
                  </a:lnTo>
                  <a:lnTo>
                    <a:pt x="1262511" y="2170935"/>
                  </a:lnTo>
                  <a:lnTo>
                    <a:pt x="1360857" y="2171550"/>
                  </a:lnTo>
                  <a:lnTo>
                    <a:pt x="1468617" y="2172305"/>
                  </a:lnTo>
                  <a:lnTo>
                    <a:pt x="1581716" y="2173198"/>
                  </a:lnTo>
                  <a:lnTo>
                    <a:pt x="1696315" y="2174228"/>
                  </a:lnTo>
                  <a:lnTo>
                    <a:pt x="1809179" y="2175392"/>
                  </a:lnTo>
                  <a:lnTo>
                    <a:pt x="1917862" y="2176689"/>
                  </a:lnTo>
                  <a:lnTo>
                    <a:pt x="2020723" y="2178121"/>
                  </a:lnTo>
                  <a:lnTo>
                    <a:pt x="2116849" y="2179696"/>
                  </a:lnTo>
                  <a:lnTo>
                    <a:pt x="2205910" y="2181423"/>
                  </a:lnTo>
                  <a:lnTo>
                    <a:pt x="2288021" y="2183320"/>
                  </a:lnTo>
                  <a:lnTo>
                    <a:pt x="2363599" y="2185404"/>
                  </a:lnTo>
                  <a:lnTo>
                    <a:pt x="2433258" y="2187699"/>
                  </a:lnTo>
                  <a:lnTo>
                    <a:pt x="2497725" y="2190231"/>
                  </a:lnTo>
                  <a:lnTo>
                    <a:pt x="2557774" y="2193025"/>
                  </a:lnTo>
                  <a:lnTo>
                    <a:pt x="2614182" y="2196108"/>
                  </a:lnTo>
                  <a:lnTo>
                    <a:pt x="2667685" y="2199497"/>
                  </a:lnTo>
                  <a:lnTo>
                    <a:pt x="2702183" y="2201939"/>
                  </a:lnTo>
                  <a:lnTo>
                    <a:pt x="2763637" y="2206802"/>
                  </a:lnTo>
                  <a:lnTo>
                    <a:pt x="2823177" y="2212151"/>
                  </a:lnTo>
                  <a:lnTo>
                    <a:pt x="2881516" y="2217995"/>
                  </a:lnTo>
                  <a:lnTo>
                    <a:pt x="2939174" y="2224325"/>
                  </a:lnTo>
                  <a:lnTo>
                    <a:pt x="2996523" y="2231114"/>
                  </a:lnTo>
                  <a:lnTo>
                    <a:pt x="3053803" y="2238316"/>
                  </a:lnTo>
                  <a:lnTo>
                    <a:pt x="3111149" y="2245868"/>
                  </a:lnTo>
                  <a:lnTo>
                    <a:pt x="3168612" y="2253687"/>
                  </a:lnTo>
                  <a:lnTo>
                    <a:pt x="3226174" y="2261677"/>
                  </a:lnTo>
                  <a:lnTo>
                    <a:pt x="3283780" y="2269734"/>
                  </a:lnTo>
                  <a:lnTo>
                    <a:pt x="3341358" y="2277747"/>
                  </a:lnTo>
                  <a:lnTo>
                    <a:pt x="3398844" y="2285612"/>
                  </a:lnTo>
                  <a:lnTo>
                    <a:pt x="3456214" y="2293229"/>
                  </a:lnTo>
                  <a:lnTo>
                    <a:pt x="3513501" y="2300513"/>
                  </a:lnTo>
                  <a:lnTo>
                    <a:pt x="3570818" y="2307395"/>
                  </a:lnTo>
                  <a:lnTo>
                    <a:pt x="3628383" y="2313827"/>
                  </a:lnTo>
                  <a:lnTo>
                    <a:pt x="3686536" y="2319777"/>
                  </a:lnTo>
                  <a:lnTo>
                    <a:pt x="3745764" y="2325233"/>
                  </a:lnTo>
                  <a:lnTo>
                    <a:pt x="3806734" y="2330199"/>
                  </a:lnTo>
                  <a:lnTo>
                    <a:pt x="3820202" y="2331208"/>
                  </a:lnTo>
                  <a:lnTo>
                    <a:pt x="3872133" y="2334807"/>
                  </a:lnTo>
                  <a:lnTo>
                    <a:pt x="3926520" y="2338093"/>
                  </a:lnTo>
                  <a:lnTo>
                    <a:pt x="3984049" y="2341078"/>
                  </a:lnTo>
                  <a:lnTo>
                    <a:pt x="4045474" y="2343783"/>
                  </a:lnTo>
                  <a:lnTo>
                    <a:pt x="4111575" y="2346233"/>
                  </a:lnTo>
                  <a:lnTo>
                    <a:pt x="4183117" y="2348456"/>
                  </a:lnTo>
                  <a:lnTo>
                    <a:pt x="4260797" y="2350475"/>
                  </a:lnTo>
                  <a:lnTo>
                    <a:pt x="4345175" y="2352314"/>
                  </a:lnTo>
                  <a:lnTo>
                    <a:pt x="4436581" y="2353990"/>
                  </a:lnTo>
                  <a:lnTo>
                    <a:pt x="4534999" y="2355516"/>
                  </a:lnTo>
                  <a:lnTo>
                    <a:pt x="4639921" y="2356903"/>
                  </a:lnTo>
                  <a:lnTo>
                    <a:pt x="4750209" y="2358155"/>
                  </a:lnTo>
                  <a:lnTo>
                    <a:pt x="4863958" y="2359275"/>
                  </a:lnTo>
                  <a:lnTo>
                    <a:pt x="4978454" y="2360260"/>
                  </a:lnTo>
                  <a:lnTo>
                    <a:pt x="5090232" y="2361108"/>
                  </a:lnTo>
                  <a:lnTo>
                    <a:pt x="5195324" y="2361817"/>
                  </a:lnTo>
                  <a:lnTo>
                    <a:pt x="5289689" y="2362386"/>
                  </a:lnTo>
                  <a:lnTo>
                    <a:pt x="5369773" y="2362821"/>
                  </a:lnTo>
                  <a:lnTo>
                    <a:pt x="5433106" y="2363132"/>
                  </a:lnTo>
                  <a:lnTo>
                    <a:pt x="5478770" y="2363336"/>
                  </a:lnTo>
                  <a:lnTo>
                    <a:pt x="5507635" y="2363453"/>
                  </a:lnTo>
                  <a:lnTo>
                    <a:pt x="5522342" y="2363508"/>
                  </a:lnTo>
                  <a:lnTo>
                    <a:pt x="5527099" y="2363524"/>
                  </a:lnTo>
                  <a:lnTo>
                    <a:pt x="5527445" y="2363525"/>
                  </a:lnTo>
                  <a:lnTo>
                    <a:pt x="6522385" y="2363525"/>
                  </a:lnTo>
                  <a:lnTo>
                    <a:pt x="6523479" y="2363482"/>
                  </a:lnTo>
                  <a:lnTo>
                    <a:pt x="6530703" y="2363173"/>
                  </a:lnTo>
                  <a:lnTo>
                    <a:pt x="6549028" y="2362319"/>
                  </a:lnTo>
                  <a:lnTo>
                    <a:pt x="6582076" y="2360635"/>
                  </a:lnTo>
                  <a:lnTo>
                    <a:pt x="6631916" y="2357852"/>
                  </a:lnTo>
                  <a:lnTo>
                    <a:pt x="6698907" y="2353735"/>
                  </a:lnTo>
                  <a:lnTo>
                    <a:pt x="6781741" y="2348111"/>
                  </a:lnTo>
                  <a:lnTo>
                    <a:pt x="6877735" y="2340871"/>
                  </a:lnTo>
                  <a:lnTo>
                    <a:pt x="6983304" y="2331972"/>
                  </a:lnTo>
                  <a:lnTo>
                    <a:pt x="7094531" y="2321420"/>
                  </a:lnTo>
                  <a:lnTo>
                    <a:pt x="7207670" y="2309244"/>
                  </a:lnTo>
                  <a:lnTo>
                    <a:pt x="7319516" y="2295477"/>
                  </a:lnTo>
                  <a:lnTo>
                    <a:pt x="7427598" y="2280131"/>
                  </a:lnTo>
                  <a:lnTo>
                    <a:pt x="7530220" y="2263182"/>
                  </a:lnTo>
                  <a:lnTo>
                    <a:pt x="7626390" y="2244561"/>
                  </a:lnTo>
                  <a:lnTo>
                    <a:pt x="7715698" y="2224149"/>
                  </a:lnTo>
                  <a:lnTo>
                    <a:pt x="7798180" y="2201777"/>
                  </a:lnTo>
                  <a:lnTo>
                    <a:pt x="7874187" y="2177226"/>
                  </a:lnTo>
                  <a:lnTo>
                    <a:pt x="7944275" y="2150236"/>
                  </a:lnTo>
                  <a:lnTo>
                    <a:pt x="8009125" y="2120512"/>
                  </a:lnTo>
                  <a:lnTo>
                    <a:pt x="8069474" y="2087744"/>
                  </a:lnTo>
                  <a:lnTo>
                    <a:pt x="8126074" y="2051632"/>
                  </a:lnTo>
                  <a:lnTo>
                    <a:pt x="8179646" y="2011928"/>
                  </a:lnTo>
                  <a:lnTo>
                    <a:pt x="8229629" y="1969604"/>
                  </a:lnTo>
                  <a:lnTo>
                    <a:pt x="8276736" y="1924897"/>
                  </a:lnTo>
                  <a:lnTo>
                    <a:pt x="8322618" y="1876757"/>
                  </a:lnTo>
                  <a:lnTo>
                    <a:pt x="8367622" y="1825114"/>
                  </a:lnTo>
                  <a:lnTo>
                    <a:pt x="8412028" y="1769961"/>
                  </a:lnTo>
                  <a:lnTo>
                    <a:pt x="8456054" y="1711361"/>
                  </a:lnTo>
                  <a:lnTo>
                    <a:pt x="8499869" y="1649450"/>
                  </a:lnTo>
                  <a:lnTo>
                    <a:pt x="8543595" y="1584444"/>
                  </a:lnTo>
                  <a:lnTo>
                    <a:pt x="8587317" y="1516638"/>
                  </a:lnTo>
                  <a:lnTo>
                    <a:pt x="8631084" y="1446406"/>
                  </a:lnTo>
                  <a:lnTo>
                    <a:pt x="8674919" y="1374190"/>
                  </a:lnTo>
                  <a:lnTo>
                    <a:pt x="8718820" y="1300495"/>
                  </a:lnTo>
                  <a:lnTo>
                    <a:pt x="8762769" y="1225870"/>
                  </a:lnTo>
                  <a:lnTo>
                    <a:pt x="8806737" y="1150897"/>
                  </a:lnTo>
                  <a:lnTo>
                    <a:pt x="8850692" y="1076169"/>
                  </a:lnTo>
                  <a:lnTo>
                    <a:pt x="8894603" y="1002268"/>
                  </a:lnTo>
                  <a:lnTo>
                    <a:pt x="8938450" y="929752"/>
                  </a:lnTo>
                  <a:lnTo>
                    <a:pt x="8982229" y="859135"/>
                  </a:lnTo>
                  <a:lnTo>
                    <a:pt x="9025956" y="790871"/>
                  </a:lnTo>
                  <a:lnTo>
                    <a:pt x="9069676" y="725347"/>
                  </a:lnTo>
                  <a:lnTo>
                    <a:pt x="9113467" y="662871"/>
                  </a:lnTo>
                  <a:lnTo>
                    <a:pt x="9157445" y="603673"/>
                  </a:lnTo>
                  <a:lnTo>
                    <a:pt x="9201770" y="547905"/>
                  </a:lnTo>
                  <a:lnTo>
                    <a:pt x="9246650" y="495640"/>
                  </a:lnTo>
                  <a:lnTo>
                    <a:pt x="9292353" y="446884"/>
                  </a:lnTo>
                  <a:lnTo>
                    <a:pt x="9339214" y="401577"/>
                  </a:lnTo>
                  <a:lnTo>
                    <a:pt x="9347647" y="393920"/>
                  </a:lnTo>
                  <a:lnTo>
                    <a:pt x="9398900" y="350590"/>
                  </a:lnTo>
                  <a:lnTo>
                    <a:pt x="9452537" y="310975"/>
                  </a:lnTo>
                  <a:lnTo>
                    <a:pt x="9509219" y="274947"/>
                  </a:lnTo>
                  <a:lnTo>
                    <a:pt x="9569669" y="242257"/>
                  </a:lnTo>
                  <a:lnTo>
                    <a:pt x="9634637" y="212603"/>
                  </a:lnTo>
                  <a:lnTo>
                    <a:pt x="9704861" y="185676"/>
                  </a:lnTo>
                  <a:lnTo>
                    <a:pt x="9781019" y="161181"/>
                  </a:lnTo>
                  <a:lnTo>
                    <a:pt x="9863664" y="138858"/>
                  </a:lnTo>
                  <a:lnTo>
                    <a:pt x="9953140" y="118491"/>
                  </a:lnTo>
                  <a:lnTo>
                    <a:pt x="10049472" y="99912"/>
                  </a:lnTo>
                  <a:lnTo>
                    <a:pt x="10152241" y="83002"/>
                  </a:lnTo>
                  <a:lnTo>
                    <a:pt x="10260438" y="67695"/>
                  </a:lnTo>
                  <a:lnTo>
                    <a:pt x="10372348" y="53966"/>
                  </a:lnTo>
                  <a:lnTo>
                    <a:pt x="10485481" y="41830"/>
                  </a:lnTo>
                  <a:lnTo>
                    <a:pt x="10596616" y="31317"/>
                  </a:lnTo>
                  <a:lnTo>
                    <a:pt x="10702000" y="22458"/>
                  </a:lnTo>
                  <a:lnTo>
                    <a:pt x="10797714" y="15259"/>
                  </a:lnTo>
                  <a:lnTo>
                    <a:pt x="10880191" y="9672"/>
                  </a:lnTo>
                  <a:lnTo>
                    <a:pt x="10946775" y="5591"/>
                  </a:lnTo>
                  <a:lnTo>
                    <a:pt x="10996196" y="2837"/>
                  </a:lnTo>
                  <a:lnTo>
                    <a:pt x="11028856" y="1177"/>
                  </a:lnTo>
                  <a:lnTo>
                    <a:pt x="11046863" y="339"/>
                  </a:lnTo>
                  <a:lnTo>
                    <a:pt x="11053874" y="4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0" name="pl1099"/>
            <p:cNvSpPr/>
            <p:nvPr/>
          </p:nvSpPr>
          <p:spPr>
            <a:xfrm>
              <a:off x="1199187" y="2237586"/>
              <a:ext cx="12049831" cy="2363525"/>
            </a:xfrm>
            <a:custGeom>
              <a:avLst/>
              <a:pathLst>
                <a:path w="12049831" h="2363525">
                  <a:moveTo>
                    <a:pt x="12049831" y="0"/>
                  </a:moveTo>
                  <a:lnTo>
                    <a:pt x="11054891" y="0"/>
                  </a:lnTo>
                  <a:lnTo>
                    <a:pt x="11053797" y="43"/>
                  </a:lnTo>
                  <a:lnTo>
                    <a:pt x="11046573" y="352"/>
                  </a:lnTo>
                  <a:lnTo>
                    <a:pt x="11028249" y="1206"/>
                  </a:lnTo>
                  <a:lnTo>
                    <a:pt x="10995200" y="2890"/>
                  </a:lnTo>
                  <a:lnTo>
                    <a:pt x="10945360" y="5673"/>
                  </a:lnTo>
                  <a:lnTo>
                    <a:pt x="10878370" y="9789"/>
                  </a:lnTo>
                  <a:lnTo>
                    <a:pt x="10795535" y="15414"/>
                  </a:lnTo>
                  <a:lnTo>
                    <a:pt x="10699542" y="22654"/>
                  </a:lnTo>
                  <a:lnTo>
                    <a:pt x="10593972" y="31552"/>
                  </a:lnTo>
                  <a:lnTo>
                    <a:pt x="10482745" y="42105"/>
                  </a:lnTo>
                  <a:lnTo>
                    <a:pt x="10369607" y="54281"/>
                  </a:lnTo>
                  <a:lnTo>
                    <a:pt x="10257761" y="68047"/>
                  </a:lnTo>
                  <a:lnTo>
                    <a:pt x="10149678" y="83394"/>
                  </a:lnTo>
                  <a:lnTo>
                    <a:pt x="10047056" y="100343"/>
                  </a:lnTo>
                  <a:lnTo>
                    <a:pt x="9950887" y="118964"/>
                  </a:lnTo>
                  <a:lnTo>
                    <a:pt x="9861579" y="139376"/>
                  </a:lnTo>
                  <a:lnTo>
                    <a:pt x="9779096" y="161748"/>
                  </a:lnTo>
                  <a:lnTo>
                    <a:pt x="9703090" y="186299"/>
                  </a:lnTo>
                  <a:lnTo>
                    <a:pt x="9633001" y="213289"/>
                  </a:lnTo>
                  <a:lnTo>
                    <a:pt x="9568152" y="243013"/>
                  </a:lnTo>
                  <a:lnTo>
                    <a:pt x="9507802" y="275781"/>
                  </a:lnTo>
                  <a:lnTo>
                    <a:pt x="9451203" y="311893"/>
                  </a:lnTo>
                  <a:lnTo>
                    <a:pt x="9397630" y="351597"/>
                  </a:lnTo>
                  <a:lnTo>
                    <a:pt x="9347647" y="393920"/>
                  </a:lnTo>
                  <a:lnTo>
                    <a:pt x="9300540" y="438628"/>
                  </a:lnTo>
                  <a:lnTo>
                    <a:pt x="9254659" y="486768"/>
                  </a:lnTo>
                  <a:lnTo>
                    <a:pt x="9209655" y="538411"/>
                  </a:lnTo>
                  <a:lnTo>
                    <a:pt x="9165249" y="593564"/>
                  </a:lnTo>
                  <a:lnTo>
                    <a:pt x="9121223" y="652164"/>
                  </a:lnTo>
                  <a:lnTo>
                    <a:pt x="9077408" y="714075"/>
                  </a:lnTo>
                  <a:lnTo>
                    <a:pt x="9033682" y="779081"/>
                  </a:lnTo>
                  <a:lnTo>
                    <a:pt x="8989960" y="846887"/>
                  </a:lnTo>
                  <a:lnTo>
                    <a:pt x="8946192" y="917119"/>
                  </a:lnTo>
                  <a:lnTo>
                    <a:pt x="8902358" y="989335"/>
                  </a:lnTo>
                  <a:lnTo>
                    <a:pt x="8858457" y="1063030"/>
                  </a:lnTo>
                  <a:lnTo>
                    <a:pt x="8814508" y="1137655"/>
                  </a:lnTo>
                  <a:lnTo>
                    <a:pt x="8770539" y="1212628"/>
                  </a:lnTo>
                  <a:lnTo>
                    <a:pt x="8726585" y="1287356"/>
                  </a:lnTo>
                  <a:lnTo>
                    <a:pt x="8682674" y="1361257"/>
                  </a:lnTo>
                  <a:lnTo>
                    <a:pt x="8638826" y="1433773"/>
                  </a:lnTo>
                  <a:lnTo>
                    <a:pt x="8595048" y="1504390"/>
                  </a:lnTo>
                  <a:lnTo>
                    <a:pt x="8551321" y="1572654"/>
                  </a:lnTo>
                  <a:lnTo>
                    <a:pt x="8507601" y="1638178"/>
                  </a:lnTo>
                  <a:lnTo>
                    <a:pt x="8463809" y="1700654"/>
                  </a:lnTo>
                  <a:lnTo>
                    <a:pt x="8419831" y="1759852"/>
                  </a:lnTo>
                  <a:lnTo>
                    <a:pt x="8375507" y="1815620"/>
                  </a:lnTo>
                  <a:lnTo>
                    <a:pt x="8330627" y="1867885"/>
                  </a:lnTo>
                  <a:lnTo>
                    <a:pt x="8284924" y="1916641"/>
                  </a:lnTo>
                  <a:lnTo>
                    <a:pt x="8238062" y="1961948"/>
                  </a:lnTo>
                  <a:lnTo>
                    <a:pt x="8229629" y="1969604"/>
                  </a:lnTo>
                  <a:lnTo>
                    <a:pt x="8178377" y="2012935"/>
                  </a:lnTo>
                  <a:lnTo>
                    <a:pt x="8124739" y="2052550"/>
                  </a:lnTo>
                  <a:lnTo>
                    <a:pt x="8068057" y="2088578"/>
                  </a:lnTo>
                  <a:lnTo>
                    <a:pt x="8007608" y="2121268"/>
                  </a:lnTo>
                  <a:lnTo>
                    <a:pt x="7942640" y="2150922"/>
                  </a:lnTo>
                  <a:lnTo>
                    <a:pt x="7872415" y="2177849"/>
                  </a:lnTo>
                  <a:lnTo>
                    <a:pt x="7796257" y="2202344"/>
                  </a:lnTo>
                  <a:lnTo>
                    <a:pt x="7713613" y="2224667"/>
                  </a:lnTo>
                  <a:lnTo>
                    <a:pt x="7624137" y="2245034"/>
                  </a:lnTo>
                  <a:lnTo>
                    <a:pt x="7527804" y="2263613"/>
                  </a:lnTo>
                  <a:lnTo>
                    <a:pt x="7425035" y="2280523"/>
                  </a:lnTo>
                  <a:lnTo>
                    <a:pt x="7316838" y="2295830"/>
                  </a:lnTo>
                  <a:lnTo>
                    <a:pt x="7204928" y="2309559"/>
                  </a:lnTo>
                  <a:lnTo>
                    <a:pt x="7091796" y="2321695"/>
                  </a:lnTo>
                  <a:lnTo>
                    <a:pt x="6980660" y="2332208"/>
                  </a:lnTo>
                  <a:lnTo>
                    <a:pt x="6875277" y="2341066"/>
                  </a:lnTo>
                  <a:lnTo>
                    <a:pt x="6779563" y="2348266"/>
                  </a:lnTo>
                  <a:lnTo>
                    <a:pt x="6697085" y="2353853"/>
                  </a:lnTo>
                  <a:lnTo>
                    <a:pt x="6630502" y="2357934"/>
                  </a:lnTo>
                  <a:lnTo>
                    <a:pt x="6581081" y="2360688"/>
                  </a:lnTo>
                  <a:lnTo>
                    <a:pt x="6548421" y="2362348"/>
                  </a:lnTo>
                  <a:lnTo>
                    <a:pt x="6530414" y="2363186"/>
                  </a:lnTo>
                  <a:lnTo>
                    <a:pt x="6523403" y="2363485"/>
                  </a:lnTo>
                  <a:lnTo>
                    <a:pt x="6522385" y="2363525"/>
                  </a:lnTo>
                  <a:lnTo>
                    <a:pt x="5527445" y="2363525"/>
                  </a:lnTo>
                  <a:lnTo>
                    <a:pt x="5526309" y="2363522"/>
                  </a:lnTo>
                  <a:lnTo>
                    <a:pt x="5518812" y="2363495"/>
                  </a:lnTo>
                  <a:lnTo>
                    <a:pt x="5499812" y="2363423"/>
                  </a:lnTo>
                  <a:lnTo>
                    <a:pt x="5465593" y="2363279"/>
                  </a:lnTo>
                  <a:lnTo>
                    <a:pt x="5414087" y="2363042"/>
                  </a:lnTo>
                  <a:lnTo>
                    <a:pt x="5345024" y="2362691"/>
                  </a:lnTo>
                  <a:lnTo>
                    <a:pt x="5259874" y="2362213"/>
                  </a:lnTo>
                  <a:lnTo>
                    <a:pt x="5161528" y="2361598"/>
                  </a:lnTo>
                  <a:lnTo>
                    <a:pt x="5053768" y="2360843"/>
                  </a:lnTo>
                  <a:lnTo>
                    <a:pt x="4940669" y="2359949"/>
                  </a:lnTo>
                  <a:lnTo>
                    <a:pt x="4826070" y="2358919"/>
                  </a:lnTo>
                  <a:lnTo>
                    <a:pt x="4713206" y="2357756"/>
                  </a:lnTo>
                  <a:lnTo>
                    <a:pt x="4604523" y="2356459"/>
                  </a:lnTo>
                  <a:lnTo>
                    <a:pt x="4501662" y="2355027"/>
                  </a:lnTo>
                  <a:lnTo>
                    <a:pt x="4405536" y="2353452"/>
                  </a:lnTo>
                  <a:lnTo>
                    <a:pt x="4316475" y="2351724"/>
                  </a:lnTo>
                  <a:lnTo>
                    <a:pt x="4234364" y="2349828"/>
                  </a:lnTo>
                  <a:lnTo>
                    <a:pt x="4158786" y="2347744"/>
                  </a:lnTo>
                  <a:lnTo>
                    <a:pt x="4089127" y="2345448"/>
                  </a:lnTo>
                  <a:lnTo>
                    <a:pt x="4024660" y="2342917"/>
                  </a:lnTo>
                  <a:lnTo>
                    <a:pt x="3964611" y="2340122"/>
                  </a:lnTo>
                  <a:lnTo>
                    <a:pt x="3908203" y="2337040"/>
                  </a:lnTo>
                  <a:lnTo>
                    <a:pt x="3854700" y="2333650"/>
                  </a:lnTo>
                  <a:lnTo>
                    <a:pt x="3820202" y="2331208"/>
                  </a:lnTo>
                  <a:lnTo>
                    <a:pt x="3758748" y="2326346"/>
                  </a:lnTo>
                  <a:lnTo>
                    <a:pt x="3699208" y="2320996"/>
                  </a:lnTo>
                  <a:lnTo>
                    <a:pt x="3640869" y="2315153"/>
                  </a:lnTo>
                  <a:lnTo>
                    <a:pt x="3583211" y="2308823"/>
                  </a:lnTo>
                  <a:lnTo>
                    <a:pt x="3525862" y="2302034"/>
                  </a:lnTo>
                  <a:lnTo>
                    <a:pt x="3468582" y="2294831"/>
                  </a:lnTo>
                  <a:lnTo>
                    <a:pt x="3411236" y="2287280"/>
                  </a:lnTo>
                  <a:lnTo>
                    <a:pt x="3353773" y="2279461"/>
                  </a:lnTo>
                  <a:lnTo>
                    <a:pt x="3296211" y="2271470"/>
                  </a:lnTo>
                  <a:lnTo>
                    <a:pt x="3238605" y="2263414"/>
                  </a:lnTo>
                  <a:lnTo>
                    <a:pt x="3181027" y="2255400"/>
                  </a:lnTo>
                  <a:lnTo>
                    <a:pt x="3123541" y="2247536"/>
                  </a:lnTo>
                  <a:lnTo>
                    <a:pt x="3066171" y="2239919"/>
                  </a:lnTo>
                  <a:lnTo>
                    <a:pt x="3008884" y="2232635"/>
                  </a:lnTo>
                  <a:lnTo>
                    <a:pt x="2951567" y="2225752"/>
                  </a:lnTo>
                  <a:lnTo>
                    <a:pt x="2894002" y="2219320"/>
                  </a:lnTo>
                  <a:lnTo>
                    <a:pt x="2835849" y="2213370"/>
                  </a:lnTo>
                  <a:lnTo>
                    <a:pt x="2776621" y="2207914"/>
                  </a:lnTo>
                  <a:lnTo>
                    <a:pt x="2715651" y="2202948"/>
                  </a:lnTo>
                  <a:lnTo>
                    <a:pt x="2702183" y="2201939"/>
                  </a:lnTo>
                  <a:lnTo>
                    <a:pt x="2650252" y="2198340"/>
                  </a:lnTo>
                  <a:lnTo>
                    <a:pt x="2595865" y="2195054"/>
                  </a:lnTo>
                  <a:lnTo>
                    <a:pt x="2538336" y="2192069"/>
                  </a:lnTo>
                  <a:lnTo>
                    <a:pt x="2476911" y="2189365"/>
                  </a:lnTo>
                  <a:lnTo>
                    <a:pt x="2410810" y="2186914"/>
                  </a:lnTo>
                  <a:lnTo>
                    <a:pt x="2339268" y="2184692"/>
                  </a:lnTo>
                  <a:lnTo>
                    <a:pt x="2261588" y="2182672"/>
                  </a:lnTo>
                  <a:lnTo>
                    <a:pt x="2177210" y="2180834"/>
                  </a:lnTo>
                  <a:lnTo>
                    <a:pt x="2085804" y="2179158"/>
                  </a:lnTo>
                  <a:lnTo>
                    <a:pt x="1987386" y="2177631"/>
                  </a:lnTo>
                  <a:lnTo>
                    <a:pt x="1882464" y="2176245"/>
                  </a:lnTo>
                  <a:lnTo>
                    <a:pt x="1772176" y="2174992"/>
                  </a:lnTo>
                  <a:lnTo>
                    <a:pt x="1658427" y="2173872"/>
                  </a:lnTo>
                  <a:lnTo>
                    <a:pt x="1543931" y="2172887"/>
                  </a:lnTo>
                  <a:lnTo>
                    <a:pt x="1432153" y="2172039"/>
                  </a:lnTo>
                  <a:lnTo>
                    <a:pt x="1327061" y="2171331"/>
                  </a:lnTo>
                  <a:lnTo>
                    <a:pt x="1232696" y="2170762"/>
                  </a:lnTo>
                  <a:lnTo>
                    <a:pt x="1152612" y="2170327"/>
                  </a:lnTo>
                  <a:lnTo>
                    <a:pt x="1089279" y="2170016"/>
                  </a:lnTo>
                  <a:lnTo>
                    <a:pt x="1043615" y="2169812"/>
                  </a:lnTo>
                  <a:lnTo>
                    <a:pt x="1014750" y="2169694"/>
                  </a:lnTo>
                  <a:lnTo>
                    <a:pt x="1000043" y="2169639"/>
                  </a:lnTo>
                  <a:lnTo>
                    <a:pt x="995286" y="2169623"/>
                  </a:lnTo>
                  <a:lnTo>
                    <a:pt x="994940" y="2169622"/>
                  </a:lnTo>
                  <a:lnTo>
                    <a:pt x="0" y="2169622"/>
                  </a:lnTo>
                  <a:lnTo>
                    <a:pt x="0" y="21696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1" name="pg1100"/>
            <p:cNvSpPr/>
            <p:nvPr/>
          </p:nvSpPr>
          <p:spPr>
            <a:xfrm>
              <a:off x="1199187" y="2436730"/>
              <a:ext cx="12049831" cy="2211547"/>
            </a:xfrm>
            <a:custGeom>
              <a:avLst/>
              <a:pathLst>
                <a:path w="12049831" h="2211547">
                  <a:moveTo>
                    <a:pt x="0" y="1996681"/>
                  </a:moveTo>
                  <a:lnTo>
                    <a:pt x="994940" y="1996681"/>
                  </a:lnTo>
                  <a:lnTo>
                    <a:pt x="996076" y="1996685"/>
                  </a:lnTo>
                  <a:lnTo>
                    <a:pt x="1003573" y="1996714"/>
                  </a:lnTo>
                  <a:lnTo>
                    <a:pt x="1022572" y="1996795"/>
                  </a:lnTo>
                  <a:lnTo>
                    <a:pt x="1056788" y="1996954"/>
                  </a:lnTo>
                  <a:lnTo>
                    <a:pt x="1108292" y="1997217"/>
                  </a:lnTo>
                  <a:lnTo>
                    <a:pt x="1177352" y="1997606"/>
                  </a:lnTo>
                  <a:lnTo>
                    <a:pt x="1262498" y="1998136"/>
                  </a:lnTo>
                  <a:lnTo>
                    <a:pt x="1360840" y="1998817"/>
                  </a:lnTo>
                  <a:lnTo>
                    <a:pt x="1468597" y="1999654"/>
                  </a:lnTo>
                  <a:lnTo>
                    <a:pt x="1581693" y="2000644"/>
                  </a:lnTo>
                  <a:lnTo>
                    <a:pt x="1696289" y="2001785"/>
                  </a:lnTo>
                  <a:lnTo>
                    <a:pt x="1809152" y="2003074"/>
                  </a:lnTo>
                  <a:lnTo>
                    <a:pt x="1917834" y="2004511"/>
                  </a:lnTo>
                  <a:lnTo>
                    <a:pt x="2020695" y="2006098"/>
                  </a:lnTo>
                  <a:lnTo>
                    <a:pt x="2116820" y="2007843"/>
                  </a:lnTo>
                  <a:lnTo>
                    <a:pt x="2205882" y="2009758"/>
                  </a:lnTo>
                  <a:lnTo>
                    <a:pt x="2287994" y="2011859"/>
                  </a:lnTo>
                  <a:lnTo>
                    <a:pt x="2363572" y="2014168"/>
                  </a:lnTo>
                  <a:lnTo>
                    <a:pt x="2433232" y="2016711"/>
                  </a:lnTo>
                  <a:lnTo>
                    <a:pt x="2497699" y="2019516"/>
                  </a:lnTo>
                  <a:lnTo>
                    <a:pt x="2557749" y="2022613"/>
                  </a:lnTo>
                  <a:lnTo>
                    <a:pt x="2614157" y="2026029"/>
                  </a:lnTo>
                  <a:lnTo>
                    <a:pt x="2667660" y="2029784"/>
                  </a:lnTo>
                  <a:lnTo>
                    <a:pt x="2702183" y="2032492"/>
                  </a:lnTo>
                  <a:lnTo>
                    <a:pt x="2763592" y="2037876"/>
                  </a:lnTo>
                  <a:lnTo>
                    <a:pt x="2823089" y="2043799"/>
                  </a:lnTo>
                  <a:lnTo>
                    <a:pt x="2881385" y="2050268"/>
                  </a:lnTo>
                  <a:lnTo>
                    <a:pt x="2939002" y="2057276"/>
                  </a:lnTo>
                  <a:lnTo>
                    <a:pt x="2996308" y="2064791"/>
                  </a:lnTo>
                  <a:lnTo>
                    <a:pt x="3053545" y="2072765"/>
                  </a:lnTo>
                  <a:lnTo>
                    <a:pt x="3110848" y="2081125"/>
                  </a:lnTo>
                  <a:lnTo>
                    <a:pt x="3168266" y="2089781"/>
                  </a:lnTo>
                  <a:lnTo>
                    <a:pt x="3225785" y="2098628"/>
                  </a:lnTo>
                  <a:lnTo>
                    <a:pt x="3283348" y="2107549"/>
                  </a:lnTo>
                  <a:lnTo>
                    <a:pt x="3340883" y="2116423"/>
                  </a:lnTo>
                  <a:lnTo>
                    <a:pt x="3398327" y="2125133"/>
                  </a:lnTo>
                  <a:lnTo>
                    <a:pt x="3455655" y="2133570"/>
                  </a:lnTo>
                  <a:lnTo>
                    <a:pt x="3512899" y="2141639"/>
                  </a:lnTo>
                  <a:lnTo>
                    <a:pt x="3570172" y="2149266"/>
                  </a:lnTo>
                  <a:lnTo>
                    <a:pt x="3627689" y="2156393"/>
                  </a:lnTo>
                  <a:lnTo>
                    <a:pt x="3685789" y="2162988"/>
                  </a:lnTo>
                  <a:lnTo>
                    <a:pt x="3744954" y="2169037"/>
                  </a:lnTo>
                  <a:lnTo>
                    <a:pt x="3805848" y="2174543"/>
                  </a:lnTo>
                  <a:lnTo>
                    <a:pt x="3820202" y="2175736"/>
                  </a:lnTo>
                  <a:lnTo>
                    <a:pt x="3872131" y="2179724"/>
                  </a:lnTo>
                  <a:lnTo>
                    <a:pt x="3926517" y="2183365"/>
                  </a:lnTo>
                  <a:lnTo>
                    <a:pt x="3984045" y="2186673"/>
                  </a:lnTo>
                  <a:lnTo>
                    <a:pt x="4045469" y="2189670"/>
                  </a:lnTo>
                  <a:lnTo>
                    <a:pt x="4111568" y="2192385"/>
                  </a:lnTo>
                  <a:lnTo>
                    <a:pt x="4183108" y="2194848"/>
                  </a:lnTo>
                  <a:lnTo>
                    <a:pt x="4260785" y="2197086"/>
                  </a:lnTo>
                  <a:lnTo>
                    <a:pt x="4345161" y="2199123"/>
                  </a:lnTo>
                  <a:lnTo>
                    <a:pt x="4436564" y="2200980"/>
                  </a:lnTo>
                  <a:lnTo>
                    <a:pt x="4534978" y="2202671"/>
                  </a:lnTo>
                  <a:lnTo>
                    <a:pt x="4639897" y="2204208"/>
                  </a:lnTo>
                  <a:lnTo>
                    <a:pt x="4750181" y="2205596"/>
                  </a:lnTo>
                  <a:lnTo>
                    <a:pt x="4863928" y="2206837"/>
                  </a:lnTo>
                  <a:lnTo>
                    <a:pt x="4978422" y="2207929"/>
                  </a:lnTo>
                  <a:lnTo>
                    <a:pt x="5090199" y="2208868"/>
                  </a:lnTo>
                  <a:lnTo>
                    <a:pt x="5195292" y="2209653"/>
                  </a:lnTo>
                  <a:lnTo>
                    <a:pt x="5289658" y="2210284"/>
                  </a:lnTo>
                  <a:lnTo>
                    <a:pt x="5369747" y="2210766"/>
                  </a:lnTo>
                  <a:lnTo>
                    <a:pt x="5433085" y="2211111"/>
                  </a:lnTo>
                  <a:lnTo>
                    <a:pt x="5478755" y="2211337"/>
                  </a:lnTo>
                  <a:lnTo>
                    <a:pt x="5507626" y="2211467"/>
                  </a:lnTo>
                  <a:lnTo>
                    <a:pt x="5522338" y="2211528"/>
                  </a:lnTo>
                  <a:lnTo>
                    <a:pt x="5527099" y="2211546"/>
                  </a:lnTo>
                  <a:lnTo>
                    <a:pt x="5527445" y="2211547"/>
                  </a:lnTo>
                  <a:lnTo>
                    <a:pt x="6522385" y="2211547"/>
                  </a:lnTo>
                  <a:lnTo>
                    <a:pt x="6523485" y="2211507"/>
                  </a:lnTo>
                  <a:lnTo>
                    <a:pt x="6530745" y="2211218"/>
                  </a:lnTo>
                  <a:lnTo>
                    <a:pt x="6549159" y="2210420"/>
                  </a:lnTo>
                  <a:lnTo>
                    <a:pt x="6582363" y="2208848"/>
                  </a:lnTo>
                  <a:lnTo>
                    <a:pt x="6632425" y="2206248"/>
                  </a:lnTo>
                  <a:lnTo>
                    <a:pt x="6699692" y="2202405"/>
                  </a:lnTo>
                  <a:lnTo>
                    <a:pt x="6782836" y="2197154"/>
                  </a:lnTo>
                  <a:lnTo>
                    <a:pt x="6879145" y="2190396"/>
                  </a:lnTo>
                  <a:lnTo>
                    <a:pt x="6985010" y="2182091"/>
                  </a:lnTo>
                  <a:lnTo>
                    <a:pt x="7096490" y="2172245"/>
                  </a:lnTo>
                  <a:lnTo>
                    <a:pt x="7209828" y="2160887"/>
                  </a:lnTo>
                  <a:lnTo>
                    <a:pt x="7321814" y="2148045"/>
                  </a:lnTo>
                  <a:lnTo>
                    <a:pt x="7429981" y="2133731"/>
                  </a:lnTo>
                  <a:lnTo>
                    <a:pt x="7532638" y="2117922"/>
                  </a:lnTo>
                  <a:lnTo>
                    <a:pt x="7628805" y="2100551"/>
                  </a:lnTo>
                  <a:lnTo>
                    <a:pt x="7718082" y="2081508"/>
                  </a:lnTo>
                  <a:lnTo>
                    <a:pt x="7800515" y="2060632"/>
                  </a:lnTo>
                  <a:lnTo>
                    <a:pt x="7876465" y="2037718"/>
                  </a:lnTo>
                  <a:lnTo>
                    <a:pt x="7946495" y="2012522"/>
                  </a:lnTo>
                  <a:lnTo>
                    <a:pt x="8011293" y="1984768"/>
                  </a:lnTo>
                  <a:lnTo>
                    <a:pt x="8071600" y="1954166"/>
                  </a:lnTo>
                  <a:lnTo>
                    <a:pt x="8128172" y="1920436"/>
                  </a:lnTo>
                  <a:lnTo>
                    <a:pt x="8181733" y="1883351"/>
                  </a:lnTo>
                  <a:lnTo>
                    <a:pt x="8229629" y="1845576"/>
                  </a:lnTo>
                  <a:lnTo>
                    <a:pt x="8277857" y="1802999"/>
                  </a:lnTo>
                  <a:lnTo>
                    <a:pt x="8324809" y="1757074"/>
                  </a:lnTo>
                  <a:lnTo>
                    <a:pt x="8370856" y="1707734"/>
                  </a:lnTo>
                  <a:lnTo>
                    <a:pt x="8416294" y="1654977"/>
                  </a:lnTo>
                  <a:lnTo>
                    <a:pt x="8461353" y="1598870"/>
                  </a:lnTo>
                  <a:lnTo>
                    <a:pt x="8506208" y="1539559"/>
                  </a:lnTo>
                  <a:lnTo>
                    <a:pt x="8550985" y="1477269"/>
                  </a:lnTo>
                  <a:lnTo>
                    <a:pt x="8595768" y="1412307"/>
                  </a:lnTo>
                  <a:lnTo>
                    <a:pt x="8640606" y="1345059"/>
                  </a:lnTo>
                  <a:lnTo>
                    <a:pt x="8685515" y="1275981"/>
                  </a:lnTo>
                  <a:lnTo>
                    <a:pt x="8730491" y="1205587"/>
                  </a:lnTo>
                  <a:lnTo>
                    <a:pt x="8775510" y="1134436"/>
                  </a:lnTo>
                  <a:lnTo>
                    <a:pt x="8820540" y="1063112"/>
                  </a:lnTo>
                  <a:lnTo>
                    <a:pt x="8865544" y="992207"/>
                  </a:lnTo>
                  <a:lnTo>
                    <a:pt x="8910495" y="922295"/>
                  </a:lnTo>
                  <a:lnTo>
                    <a:pt x="8955374" y="853921"/>
                  </a:lnTo>
                  <a:lnTo>
                    <a:pt x="9000185" y="787574"/>
                  </a:lnTo>
                  <a:lnTo>
                    <a:pt x="9044958" y="723684"/>
                  </a:lnTo>
                  <a:lnTo>
                    <a:pt x="9089755" y="662603"/>
                  </a:lnTo>
                  <a:lnTo>
                    <a:pt x="9134677" y="604605"/>
                  </a:lnTo>
                  <a:lnTo>
                    <a:pt x="9179869" y="549882"/>
                  </a:lnTo>
                  <a:lnTo>
                    <a:pt x="9225530" y="498546"/>
                  </a:lnTo>
                  <a:lnTo>
                    <a:pt x="9271914" y="450634"/>
                  </a:lnTo>
                  <a:lnTo>
                    <a:pt x="9319348" y="406116"/>
                  </a:lnTo>
                  <a:lnTo>
                    <a:pt x="9347647" y="381692"/>
                  </a:lnTo>
                  <a:lnTo>
                    <a:pt x="9398991" y="341370"/>
                  </a:lnTo>
                  <a:lnTo>
                    <a:pt x="9452729" y="304511"/>
                  </a:lnTo>
                  <a:lnTo>
                    <a:pt x="9509524" y="270995"/>
                  </a:lnTo>
                  <a:lnTo>
                    <a:pt x="9570104" y="240589"/>
                  </a:lnTo>
                  <a:lnTo>
                    <a:pt x="9635223" y="213012"/>
                  </a:lnTo>
                  <a:lnTo>
                    <a:pt x="9705623" y="187975"/>
                  </a:lnTo>
                  <a:lnTo>
                    <a:pt x="9781984" y="165202"/>
                  </a:lnTo>
                  <a:lnTo>
                    <a:pt x="9864860" y="144452"/>
                  </a:lnTo>
                  <a:lnTo>
                    <a:pt x="9954593" y="125524"/>
                  </a:lnTo>
                  <a:lnTo>
                    <a:pt x="10051205" y="108259"/>
                  </a:lnTo>
                  <a:lnTo>
                    <a:pt x="10154262" y="92549"/>
                  </a:lnTo>
                  <a:lnTo>
                    <a:pt x="10262741" y="78333"/>
                  </a:lnTo>
                  <a:lnTo>
                    <a:pt x="10374900" y="65588"/>
                  </a:lnTo>
                  <a:lnTo>
                    <a:pt x="10488222" y="54328"/>
                  </a:lnTo>
                  <a:lnTo>
                    <a:pt x="10599452" y="44583"/>
                  </a:lnTo>
                  <a:lnTo>
                    <a:pt x="10704808" y="36380"/>
                  </a:lnTo>
                  <a:lnTo>
                    <a:pt x="10800355" y="29723"/>
                  </a:lnTo>
                  <a:lnTo>
                    <a:pt x="10882525" y="24569"/>
                  </a:lnTo>
                  <a:lnTo>
                    <a:pt x="10948682" y="20813"/>
                  </a:lnTo>
                  <a:lnTo>
                    <a:pt x="10997604" y="18288"/>
                  </a:lnTo>
                  <a:lnTo>
                    <a:pt x="11029752" y="16775"/>
                  </a:lnTo>
                  <a:lnTo>
                    <a:pt x="11047305" y="16019"/>
                  </a:lnTo>
                  <a:lnTo>
                    <a:pt x="11053992" y="15754"/>
                  </a:lnTo>
                  <a:lnTo>
                    <a:pt x="11054891" y="15721"/>
                  </a:lnTo>
                  <a:lnTo>
                    <a:pt x="12049831" y="1572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2" y="40"/>
                  </a:lnTo>
                  <a:lnTo>
                    <a:pt x="11046532" y="329"/>
                  </a:lnTo>
                  <a:lnTo>
                    <a:pt x="11028117" y="1126"/>
                  </a:lnTo>
                  <a:lnTo>
                    <a:pt x="10994913" y="2699"/>
                  </a:lnTo>
                  <a:lnTo>
                    <a:pt x="10944852" y="5298"/>
                  </a:lnTo>
                  <a:lnTo>
                    <a:pt x="10877585" y="9142"/>
                  </a:lnTo>
                  <a:lnTo>
                    <a:pt x="10794440" y="14393"/>
                  </a:lnTo>
                  <a:lnTo>
                    <a:pt x="10698131" y="21151"/>
                  </a:lnTo>
                  <a:lnTo>
                    <a:pt x="10592266" y="29455"/>
                  </a:lnTo>
                  <a:lnTo>
                    <a:pt x="10480786" y="39301"/>
                  </a:lnTo>
                  <a:lnTo>
                    <a:pt x="10367449" y="50660"/>
                  </a:lnTo>
                  <a:lnTo>
                    <a:pt x="10255462" y="63501"/>
                  </a:lnTo>
                  <a:lnTo>
                    <a:pt x="10147295" y="77815"/>
                  </a:lnTo>
                  <a:lnTo>
                    <a:pt x="10044638" y="93625"/>
                  </a:lnTo>
                  <a:lnTo>
                    <a:pt x="9948472" y="110995"/>
                  </a:lnTo>
                  <a:lnTo>
                    <a:pt x="9859195" y="130039"/>
                  </a:lnTo>
                  <a:lnTo>
                    <a:pt x="9776761" y="150915"/>
                  </a:lnTo>
                  <a:lnTo>
                    <a:pt x="9700812" y="173829"/>
                  </a:lnTo>
                  <a:lnTo>
                    <a:pt x="9630781" y="199025"/>
                  </a:lnTo>
                  <a:lnTo>
                    <a:pt x="9565984" y="226779"/>
                  </a:lnTo>
                  <a:lnTo>
                    <a:pt x="9505676" y="257381"/>
                  </a:lnTo>
                  <a:lnTo>
                    <a:pt x="9449104" y="291111"/>
                  </a:lnTo>
                  <a:lnTo>
                    <a:pt x="9395543" y="328196"/>
                  </a:lnTo>
                  <a:lnTo>
                    <a:pt x="9347647" y="365970"/>
                  </a:lnTo>
                  <a:lnTo>
                    <a:pt x="9299419" y="408548"/>
                  </a:lnTo>
                  <a:lnTo>
                    <a:pt x="9252468" y="454473"/>
                  </a:lnTo>
                  <a:lnTo>
                    <a:pt x="9206420" y="503812"/>
                  </a:lnTo>
                  <a:lnTo>
                    <a:pt x="9160982" y="556569"/>
                  </a:lnTo>
                  <a:lnTo>
                    <a:pt x="9115924" y="612676"/>
                  </a:lnTo>
                  <a:lnTo>
                    <a:pt x="9071069" y="671988"/>
                  </a:lnTo>
                  <a:lnTo>
                    <a:pt x="9026292" y="734278"/>
                  </a:lnTo>
                  <a:lnTo>
                    <a:pt x="8981509" y="799239"/>
                  </a:lnTo>
                  <a:lnTo>
                    <a:pt x="8936671" y="866487"/>
                  </a:lnTo>
                  <a:lnTo>
                    <a:pt x="8891761" y="935566"/>
                  </a:lnTo>
                  <a:lnTo>
                    <a:pt x="8846785" y="1005960"/>
                  </a:lnTo>
                  <a:lnTo>
                    <a:pt x="8801766" y="1077111"/>
                  </a:lnTo>
                  <a:lnTo>
                    <a:pt x="8756737" y="1148434"/>
                  </a:lnTo>
                  <a:lnTo>
                    <a:pt x="8711732" y="1219340"/>
                  </a:lnTo>
                  <a:lnTo>
                    <a:pt x="8666782" y="1289251"/>
                  </a:lnTo>
                  <a:lnTo>
                    <a:pt x="8621903" y="1357626"/>
                  </a:lnTo>
                  <a:lnTo>
                    <a:pt x="8577091" y="1423972"/>
                  </a:lnTo>
                  <a:lnTo>
                    <a:pt x="8532319" y="1487862"/>
                  </a:lnTo>
                  <a:lnTo>
                    <a:pt x="8487522" y="1548943"/>
                  </a:lnTo>
                  <a:lnTo>
                    <a:pt x="8442600" y="1606941"/>
                  </a:lnTo>
                  <a:lnTo>
                    <a:pt x="8397407" y="1661665"/>
                  </a:lnTo>
                  <a:lnTo>
                    <a:pt x="8351747" y="1713001"/>
                  </a:lnTo>
                  <a:lnTo>
                    <a:pt x="8305362" y="1760913"/>
                  </a:lnTo>
                  <a:lnTo>
                    <a:pt x="8257929" y="1805430"/>
                  </a:lnTo>
                  <a:lnTo>
                    <a:pt x="8229629" y="1829854"/>
                  </a:lnTo>
                  <a:lnTo>
                    <a:pt x="8178286" y="1870177"/>
                  </a:lnTo>
                  <a:lnTo>
                    <a:pt x="8124548" y="1907036"/>
                  </a:lnTo>
                  <a:lnTo>
                    <a:pt x="8067753" y="1940552"/>
                  </a:lnTo>
                  <a:lnTo>
                    <a:pt x="8007173" y="1970958"/>
                  </a:lnTo>
                  <a:lnTo>
                    <a:pt x="7942053" y="1998534"/>
                  </a:lnTo>
                  <a:lnTo>
                    <a:pt x="7871653" y="2023572"/>
                  </a:lnTo>
                  <a:lnTo>
                    <a:pt x="7795292" y="2046344"/>
                  </a:lnTo>
                  <a:lnTo>
                    <a:pt x="7712416" y="2067094"/>
                  </a:lnTo>
                  <a:lnTo>
                    <a:pt x="7622683" y="2086023"/>
                  </a:lnTo>
                  <a:lnTo>
                    <a:pt x="7526072" y="2103288"/>
                  </a:lnTo>
                  <a:lnTo>
                    <a:pt x="7423014" y="2118997"/>
                  </a:lnTo>
                  <a:lnTo>
                    <a:pt x="7314536" y="2133214"/>
                  </a:lnTo>
                  <a:lnTo>
                    <a:pt x="7202376" y="2145959"/>
                  </a:lnTo>
                  <a:lnTo>
                    <a:pt x="7089055" y="2157219"/>
                  </a:lnTo>
                  <a:lnTo>
                    <a:pt x="6977824" y="2166964"/>
                  </a:lnTo>
                  <a:lnTo>
                    <a:pt x="6872468" y="2175166"/>
                  </a:lnTo>
                  <a:lnTo>
                    <a:pt x="6776922" y="2181823"/>
                  </a:lnTo>
                  <a:lnTo>
                    <a:pt x="6694752" y="2186978"/>
                  </a:lnTo>
                  <a:lnTo>
                    <a:pt x="6628594" y="2190734"/>
                  </a:lnTo>
                  <a:lnTo>
                    <a:pt x="6579673" y="2193258"/>
                  </a:lnTo>
                  <a:lnTo>
                    <a:pt x="6547524" y="2194772"/>
                  </a:lnTo>
                  <a:lnTo>
                    <a:pt x="6529972" y="2195528"/>
                  </a:lnTo>
                  <a:lnTo>
                    <a:pt x="6523285" y="2195792"/>
                  </a:lnTo>
                  <a:lnTo>
                    <a:pt x="6522385" y="2195825"/>
                  </a:lnTo>
                  <a:lnTo>
                    <a:pt x="5527445" y="2195825"/>
                  </a:lnTo>
                  <a:lnTo>
                    <a:pt x="5526309" y="2195821"/>
                  </a:lnTo>
                  <a:lnTo>
                    <a:pt x="5518812" y="2195792"/>
                  </a:lnTo>
                  <a:lnTo>
                    <a:pt x="5499813" y="2195711"/>
                  </a:lnTo>
                  <a:lnTo>
                    <a:pt x="5465597" y="2195552"/>
                  </a:lnTo>
                  <a:lnTo>
                    <a:pt x="5414093" y="2195289"/>
                  </a:lnTo>
                  <a:lnTo>
                    <a:pt x="5345033" y="2194901"/>
                  </a:lnTo>
                  <a:lnTo>
                    <a:pt x="5259887" y="2194370"/>
                  </a:lnTo>
                  <a:lnTo>
                    <a:pt x="5161545" y="2193689"/>
                  </a:lnTo>
                  <a:lnTo>
                    <a:pt x="5053788" y="2192853"/>
                  </a:lnTo>
                  <a:lnTo>
                    <a:pt x="4940692" y="2191862"/>
                  </a:lnTo>
                  <a:lnTo>
                    <a:pt x="4826096" y="2190721"/>
                  </a:lnTo>
                  <a:lnTo>
                    <a:pt x="4713233" y="2189432"/>
                  </a:lnTo>
                  <a:lnTo>
                    <a:pt x="4604551" y="2187995"/>
                  </a:lnTo>
                  <a:lnTo>
                    <a:pt x="4501690" y="2186408"/>
                  </a:lnTo>
                  <a:lnTo>
                    <a:pt x="4405565" y="2184663"/>
                  </a:lnTo>
                  <a:lnTo>
                    <a:pt x="4316503" y="2182749"/>
                  </a:lnTo>
                  <a:lnTo>
                    <a:pt x="4234391" y="2180648"/>
                  </a:lnTo>
                  <a:lnTo>
                    <a:pt x="4158813" y="2178338"/>
                  </a:lnTo>
                  <a:lnTo>
                    <a:pt x="4089153" y="2175795"/>
                  </a:lnTo>
                  <a:lnTo>
                    <a:pt x="4024686" y="2172990"/>
                  </a:lnTo>
                  <a:lnTo>
                    <a:pt x="3964636" y="2169893"/>
                  </a:lnTo>
                  <a:lnTo>
                    <a:pt x="3908228" y="2166478"/>
                  </a:lnTo>
                  <a:lnTo>
                    <a:pt x="3854725" y="2162722"/>
                  </a:lnTo>
                  <a:lnTo>
                    <a:pt x="3820202" y="2160014"/>
                  </a:lnTo>
                  <a:lnTo>
                    <a:pt x="3758793" y="2154630"/>
                  </a:lnTo>
                  <a:lnTo>
                    <a:pt x="3699296" y="2148708"/>
                  </a:lnTo>
                  <a:lnTo>
                    <a:pt x="3641000" y="2142238"/>
                  </a:lnTo>
                  <a:lnTo>
                    <a:pt x="3583383" y="2135231"/>
                  </a:lnTo>
                  <a:lnTo>
                    <a:pt x="3526077" y="2127715"/>
                  </a:lnTo>
                  <a:lnTo>
                    <a:pt x="3468840" y="2119742"/>
                  </a:lnTo>
                  <a:lnTo>
                    <a:pt x="3411537" y="2111381"/>
                  </a:lnTo>
                  <a:lnTo>
                    <a:pt x="3354119" y="2102725"/>
                  </a:lnTo>
                  <a:lnTo>
                    <a:pt x="3296600" y="2093878"/>
                  </a:lnTo>
                  <a:lnTo>
                    <a:pt x="3239037" y="2084958"/>
                  </a:lnTo>
                  <a:lnTo>
                    <a:pt x="3181502" y="2076083"/>
                  </a:lnTo>
                  <a:lnTo>
                    <a:pt x="3124058" y="2067373"/>
                  </a:lnTo>
                  <a:lnTo>
                    <a:pt x="3066730" y="2058936"/>
                  </a:lnTo>
                  <a:lnTo>
                    <a:pt x="3009486" y="2050867"/>
                  </a:lnTo>
                  <a:lnTo>
                    <a:pt x="2952213" y="2043241"/>
                  </a:lnTo>
                  <a:lnTo>
                    <a:pt x="2894696" y="2036113"/>
                  </a:lnTo>
                  <a:lnTo>
                    <a:pt x="2836596" y="2029518"/>
                  </a:lnTo>
                  <a:lnTo>
                    <a:pt x="2777431" y="2023469"/>
                  </a:lnTo>
                  <a:lnTo>
                    <a:pt x="2716537" y="2017963"/>
                  </a:lnTo>
                  <a:lnTo>
                    <a:pt x="2702183" y="2016770"/>
                  </a:lnTo>
                  <a:lnTo>
                    <a:pt x="2650254" y="2012782"/>
                  </a:lnTo>
                  <a:lnTo>
                    <a:pt x="2595868" y="2009141"/>
                  </a:lnTo>
                  <a:lnTo>
                    <a:pt x="2538340" y="2005834"/>
                  </a:lnTo>
                  <a:lnTo>
                    <a:pt x="2476916" y="2002837"/>
                  </a:lnTo>
                  <a:lnTo>
                    <a:pt x="2410817" y="2000121"/>
                  </a:lnTo>
                  <a:lnTo>
                    <a:pt x="2339277" y="1997658"/>
                  </a:lnTo>
                  <a:lnTo>
                    <a:pt x="2261600" y="1995420"/>
                  </a:lnTo>
                  <a:lnTo>
                    <a:pt x="2177224" y="1993383"/>
                  </a:lnTo>
                  <a:lnTo>
                    <a:pt x="2085821" y="1991526"/>
                  </a:lnTo>
                  <a:lnTo>
                    <a:pt x="1987407" y="1989835"/>
                  </a:lnTo>
                  <a:lnTo>
                    <a:pt x="1882488" y="1988298"/>
                  </a:lnTo>
                  <a:lnTo>
                    <a:pt x="1772204" y="1986910"/>
                  </a:lnTo>
                  <a:lnTo>
                    <a:pt x="1658457" y="1985669"/>
                  </a:lnTo>
                  <a:lnTo>
                    <a:pt x="1543963" y="1984578"/>
                  </a:lnTo>
                  <a:lnTo>
                    <a:pt x="1432186" y="1983638"/>
                  </a:lnTo>
                  <a:lnTo>
                    <a:pt x="1327093" y="1982853"/>
                  </a:lnTo>
                  <a:lnTo>
                    <a:pt x="1232727" y="1982222"/>
                  </a:lnTo>
                  <a:lnTo>
                    <a:pt x="1152638" y="1981740"/>
                  </a:lnTo>
                  <a:lnTo>
                    <a:pt x="1089300" y="1981395"/>
                  </a:lnTo>
                  <a:lnTo>
                    <a:pt x="1043630" y="1981169"/>
                  </a:lnTo>
                  <a:lnTo>
                    <a:pt x="1014759" y="1981039"/>
                  </a:lnTo>
                  <a:lnTo>
                    <a:pt x="1000047" y="1980978"/>
                  </a:lnTo>
                  <a:lnTo>
                    <a:pt x="995286" y="1980960"/>
                  </a:lnTo>
                  <a:lnTo>
                    <a:pt x="994940" y="1980959"/>
                  </a:lnTo>
                  <a:lnTo>
                    <a:pt x="0" y="1980959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02" name="pl1101"/>
            <p:cNvSpPr/>
            <p:nvPr/>
          </p:nvSpPr>
          <p:spPr>
            <a:xfrm>
              <a:off x="1199187" y="2452452"/>
              <a:ext cx="12049831" cy="2195825"/>
            </a:xfrm>
            <a:custGeom>
              <a:avLst/>
              <a:pathLst>
                <a:path w="12049831" h="2195825">
                  <a:moveTo>
                    <a:pt x="0" y="1980959"/>
                  </a:moveTo>
                  <a:lnTo>
                    <a:pt x="994940" y="1980959"/>
                  </a:lnTo>
                  <a:lnTo>
                    <a:pt x="996076" y="1980963"/>
                  </a:lnTo>
                  <a:lnTo>
                    <a:pt x="1003573" y="1980993"/>
                  </a:lnTo>
                  <a:lnTo>
                    <a:pt x="1022572" y="1981073"/>
                  </a:lnTo>
                  <a:lnTo>
                    <a:pt x="1056788" y="1981232"/>
                  </a:lnTo>
                  <a:lnTo>
                    <a:pt x="1108292" y="1981495"/>
                  </a:lnTo>
                  <a:lnTo>
                    <a:pt x="1177352" y="1981884"/>
                  </a:lnTo>
                  <a:lnTo>
                    <a:pt x="1262498" y="1982414"/>
                  </a:lnTo>
                  <a:lnTo>
                    <a:pt x="1360840" y="1983095"/>
                  </a:lnTo>
                  <a:lnTo>
                    <a:pt x="1468597" y="1983932"/>
                  </a:lnTo>
                  <a:lnTo>
                    <a:pt x="1581693" y="1984922"/>
                  </a:lnTo>
                  <a:lnTo>
                    <a:pt x="1696289" y="1986063"/>
                  </a:lnTo>
                  <a:lnTo>
                    <a:pt x="1809152" y="1987353"/>
                  </a:lnTo>
                  <a:lnTo>
                    <a:pt x="1917834" y="1988789"/>
                  </a:lnTo>
                  <a:lnTo>
                    <a:pt x="2020695" y="1990376"/>
                  </a:lnTo>
                  <a:lnTo>
                    <a:pt x="2116820" y="1992121"/>
                  </a:lnTo>
                  <a:lnTo>
                    <a:pt x="2205882" y="1994036"/>
                  </a:lnTo>
                  <a:lnTo>
                    <a:pt x="2287994" y="1996137"/>
                  </a:lnTo>
                  <a:lnTo>
                    <a:pt x="2363572" y="1998446"/>
                  </a:lnTo>
                  <a:lnTo>
                    <a:pt x="2433232" y="2000989"/>
                  </a:lnTo>
                  <a:lnTo>
                    <a:pt x="2497699" y="2003795"/>
                  </a:lnTo>
                  <a:lnTo>
                    <a:pt x="2557749" y="2006891"/>
                  </a:lnTo>
                  <a:lnTo>
                    <a:pt x="2614157" y="2010307"/>
                  </a:lnTo>
                  <a:lnTo>
                    <a:pt x="2667660" y="2014062"/>
                  </a:lnTo>
                  <a:lnTo>
                    <a:pt x="2702183" y="2016770"/>
                  </a:lnTo>
                  <a:lnTo>
                    <a:pt x="2763592" y="2022154"/>
                  </a:lnTo>
                  <a:lnTo>
                    <a:pt x="2823089" y="2028077"/>
                  </a:lnTo>
                  <a:lnTo>
                    <a:pt x="2881385" y="2034546"/>
                  </a:lnTo>
                  <a:lnTo>
                    <a:pt x="2939002" y="2041554"/>
                  </a:lnTo>
                  <a:lnTo>
                    <a:pt x="2996308" y="2049069"/>
                  </a:lnTo>
                  <a:lnTo>
                    <a:pt x="3053545" y="2057043"/>
                  </a:lnTo>
                  <a:lnTo>
                    <a:pt x="3110848" y="2065403"/>
                  </a:lnTo>
                  <a:lnTo>
                    <a:pt x="3168266" y="2074059"/>
                  </a:lnTo>
                  <a:lnTo>
                    <a:pt x="3225785" y="2082906"/>
                  </a:lnTo>
                  <a:lnTo>
                    <a:pt x="3283348" y="2091827"/>
                  </a:lnTo>
                  <a:lnTo>
                    <a:pt x="3340883" y="2100701"/>
                  </a:lnTo>
                  <a:lnTo>
                    <a:pt x="3398327" y="2109411"/>
                  </a:lnTo>
                  <a:lnTo>
                    <a:pt x="3455655" y="2117848"/>
                  </a:lnTo>
                  <a:lnTo>
                    <a:pt x="3512899" y="2125918"/>
                  </a:lnTo>
                  <a:lnTo>
                    <a:pt x="3570172" y="2133544"/>
                  </a:lnTo>
                  <a:lnTo>
                    <a:pt x="3627689" y="2140672"/>
                  </a:lnTo>
                  <a:lnTo>
                    <a:pt x="3685789" y="2147267"/>
                  </a:lnTo>
                  <a:lnTo>
                    <a:pt x="3744954" y="2153315"/>
                  </a:lnTo>
                  <a:lnTo>
                    <a:pt x="3805848" y="2158821"/>
                  </a:lnTo>
                  <a:lnTo>
                    <a:pt x="3820202" y="2160014"/>
                  </a:lnTo>
                  <a:lnTo>
                    <a:pt x="3872131" y="2164002"/>
                  </a:lnTo>
                  <a:lnTo>
                    <a:pt x="3926517" y="2167643"/>
                  </a:lnTo>
                  <a:lnTo>
                    <a:pt x="3984045" y="2170951"/>
                  </a:lnTo>
                  <a:lnTo>
                    <a:pt x="4045469" y="2173948"/>
                  </a:lnTo>
                  <a:lnTo>
                    <a:pt x="4111568" y="2176663"/>
                  </a:lnTo>
                  <a:lnTo>
                    <a:pt x="4183108" y="2179126"/>
                  </a:lnTo>
                  <a:lnTo>
                    <a:pt x="4260785" y="2181364"/>
                  </a:lnTo>
                  <a:lnTo>
                    <a:pt x="4345161" y="2183401"/>
                  </a:lnTo>
                  <a:lnTo>
                    <a:pt x="4436564" y="2185258"/>
                  </a:lnTo>
                  <a:lnTo>
                    <a:pt x="4534978" y="2186950"/>
                  </a:lnTo>
                  <a:lnTo>
                    <a:pt x="4639897" y="2188486"/>
                  </a:lnTo>
                  <a:lnTo>
                    <a:pt x="4750181" y="2189874"/>
                  </a:lnTo>
                  <a:lnTo>
                    <a:pt x="4863928" y="2191115"/>
                  </a:lnTo>
                  <a:lnTo>
                    <a:pt x="4978422" y="2192207"/>
                  </a:lnTo>
                  <a:lnTo>
                    <a:pt x="5090199" y="2193146"/>
                  </a:lnTo>
                  <a:lnTo>
                    <a:pt x="5195292" y="2193931"/>
                  </a:lnTo>
                  <a:lnTo>
                    <a:pt x="5289658" y="2194562"/>
                  </a:lnTo>
                  <a:lnTo>
                    <a:pt x="5369747" y="2195044"/>
                  </a:lnTo>
                  <a:lnTo>
                    <a:pt x="5433085" y="2195389"/>
                  </a:lnTo>
                  <a:lnTo>
                    <a:pt x="5478755" y="2195615"/>
                  </a:lnTo>
                  <a:lnTo>
                    <a:pt x="5507626" y="2195745"/>
                  </a:lnTo>
                  <a:lnTo>
                    <a:pt x="5522338" y="2195806"/>
                  </a:lnTo>
                  <a:lnTo>
                    <a:pt x="5527099" y="2195824"/>
                  </a:lnTo>
                  <a:lnTo>
                    <a:pt x="5527445" y="2195825"/>
                  </a:lnTo>
                  <a:lnTo>
                    <a:pt x="6522385" y="2195825"/>
                  </a:lnTo>
                  <a:lnTo>
                    <a:pt x="6523485" y="2195785"/>
                  </a:lnTo>
                  <a:lnTo>
                    <a:pt x="6530745" y="2195496"/>
                  </a:lnTo>
                  <a:lnTo>
                    <a:pt x="6549159" y="2194698"/>
                  </a:lnTo>
                  <a:lnTo>
                    <a:pt x="6582363" y="2193126"/>
                  </a:lnTo>
                  <a:lnTo>
                    <a:pt x="6632425" y="2190526"/>
                  </a:lnTo>
                  <a:lnTo>
                    <a:pt x="6699692" y="2186683"/>
                  </a:lnTo>
                  <a:lnTo>
                    <a:pt x="6782836" y="2181432"/>
                  </a:lnTo>
                  <a:lnTo>
                    <a:pt x="6879145" y="2174674"/>
                  </a:lnTo>
                  <a:lnTo>
                    <a:pt x="6985010" y="2166369"/>
                  </a:lnTo>
                  <a:lnTo>
                    <a:pt x="7096490" y="2156523"/>
                  </a:lnTo>
                  <a:lnTo>
                    <a:pt x="7209828" y="2145165"/>
                  </a:lnTo>
                  <a:lnTo>
                    <a:pt x="7321814" y="2132323"/>
                  </a:lnTo>
                  <a:lnTo>
                    <a:pt x="7429981" y="2118009"/>
                  </a:lnTo>
                  <a:lnTo>
                    <a:pt x="7532638" y="2102200"/>
                  </a:lnTo>
                  <a:lnTo>
                    <a:pt x="7628805" y="2084829"/>
                  </a:lnTo>
                  <a:lnTo>
                    <a:pt x="7718082" y="2065786"/>
                  </a:lnTo>
                  <a:lnTo>
                    <a:pt x="7800515" y="2044910"/>
                  </a:lnTo>
                  <a:lnTo>
                    <a:pt x="7876465" y="2021996"/>
                  </a:lnTo>
                  <a:lnTo>
                    <a:pt x="7946495" y="1996800"/>
                  </a:lnTo>
                  <a:lnTo>
                    <a:pt x="8011293" y="1969046"/>
                  </a:lnTo>
                  <a:lnTo>
                    <a:pt x="8071600" y="1938444"/>
                  </a:lnTo>
                  <a:lnTo>
                    <a:pt x="8128172" y="1904714"/>
                  </a:lnTo>
                  <a:lnTo>
                    <a:pt x="8181733" y="1867629"/>
                  </a:lnTo>
                  <a:lnTo>
                    <a:pt x="8229629" y="1829854"/>
                  </a:lnTo>
                  <a:lnTo>
                    <a:pt x="8277857" y="1787277"/>
                  </a:lnTo>
                  <a:lnTo>
                    <a:pt x="8324809" y="1741352"/>
                  </a:lnTo>
                  <a:lnTo>
                    <a:pt x="8370856" y="1692013"/>
                  </a:lnTo>
                  <a:lnTo>
                    <a:pt x="8416294" y="1639255"/>
                  </a:lnTo>
                  <a:lnTo>
                    <a:pt x="8461353" y="1583148"/>
                  </a:lnTo>
                  <a:lnTo>
                    <a:pt x="8506208" y="1523837"/>
                  </a:lnTo>
                  <a:lnTo>
                    <a:pt x="8550985" y="1461547"/>
                  </a:lnTo>
                  <a:lnTo>
                    <a:pt x="8595768" y="1396585"/>
                  </a:lnTo>
                  <a:lnTo>
                    <a:pt x="8640606" y="1329337"/>
                  </a:lnTo>
                  <a:lnTo>
                    <a:pt x="8685515" y="1260259"/>
                  </a:lnTo>
                  <a:lnTo>
                    <a:pt x="8730491" y="1189865"/>
                  </a:lnTo>
                  <a:lnTo>
                    <a:pt x="8775510" y="1118714"/>
                  </a:lnTo>
                  <a:lnTo>
                    <a:pt x="8820540" y="1047390"/>
                  </a:lnTo>
                  <a:lnTo>
                    <a:pt x="8865544" y="976485"/>
                  </a:lnTo>
                  <a:lnTo>
                    <a:pt x="8910495" y="906573"/>
                  </a:lnTo>
                  <a:lnTo>
                    <a:pt x="8955374" y="838199"/>
                  </a:lnTo>
                  <a:lnTo>
                    <a:pt x="9000185" y="771853"/>
                  </a:lnTo>
                  <a:lnTo>
                    <a:pt x="9044958" y="707962"/>
                  </a:lnTo>
                  <a:lnTo>
                    <a:pt x="9089755" y="646882"/>
                  </a:lnTo>
                  <a:lnTo>
                    <a:pt x="9134677" y="588883"/>
                  </a:lnTo>
                  <a:lnTo>
                    <a:pt x="9179869" y="534160"/>
                  </a:lnTo>
                  <a:lnTo>
                    <a:pt x="9225530" y="482824"/>
                  </a:lnTo>
                  <a:lnTo>
                    <a:pt x="9271914" y="434912"/>
                  </a:lnTo>
                  <a:lnTo>
                    <a:pt x="9319348" y="390394"/>
                  </a:lnTo>
                  <a:lnTo>
                    <a:pt x="9347647" y="365970"/>
                  </a:lnTo>
                  <a:lnTo>
                    <a:pt x="9398991" y="325648"/>
                  </a:lnTo>
                  <a:lnTo>
                    <a:pt x="9452729" y="288789"/>
                  </a:lnTo>
                  <a:lnTo>
                    <a:pt x="9509524" y="255273"/>
                  </a:lnTo>
                  <a:lnTo>
                    <a:pt x="9570104" y="224867"/>
                  </a:lnTo>
                  <a:lnTo>
                    <a:pt x="9635223" y="197290"/>
                  </a:lnTo>
                  <a:lnTo>
                    <a:pt x="9705623" y="172253"/>
                  </a:lnTo>
                  <a:lnTo>
                    <a:pt x="9781984" y="149480"/>
                  </a:lnTo>
                  <a:lnTo>
                    <a:pt x="9864860" y="128731"/>
                  </a:lnTo>
                  <a:lnTo>
                    <a:pt x="9954593" y="109802"/>
                  </a:lnTo>
                  <a:lnTo>
                    <a:pt x="10051205" y="92537"/>
                  </a:lnTo>
                  <a:lnTo>
                    <a:pt x="10154262" y="76828"/>
                  </a:lnTo>
                  <a:lnTo>
                    <a:pt x="10262741" y="62611"/>
                  </a:lnTo>
                  <a:lnTo>
                    <a:pt x="10374900" y="49866"/>
                  </a:lnTo>
                  <a:lnTo>
                    <a:pt x="10488222" y="38606"/>
                  </a:lnTo>
                  <a:lnTo>
                    <a:pt x="10599452" y="28861"/>
                  </a:lnTo>
                  <a:lnTo>
                    <a:pt x="10704808" y="20658"/>
                  </a:lnTo>
                  <a:lnTo>
                    <a:pt x="10800355" y="14001"/>
                  </a:lnTo>
                  <a:lnTo>
                    <a:pt x="10882525" y="8847"/>
                  </a:lnTo>
                  <a:lnTo>
                    <a:pt x="10948682" y="5091"/>
                  </a:lnTo>
                  <a:lnTo>
                    <a:pt x="10997604" y="2566"/>
                  </a:lnTo>
                  <a:lnTo>
                    <a:pt x="11029752" y="1053"/>
                  </a:lnTo>
                  <a:lnTo>
                    <a:pt x="11047305" y="297"/>
                  </a:lnTo>
                  <a:lnTo>
                    <a:pt x="11053992" y="3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3" name="pl1102"/>
            <p:cNvSpPr/>
            <p:nvPr/>
          </p:nvSpPr>
          <p:spPr>
            <a:xfrm>
              <a:off x="1199187" y="2436730"/>
              <a:ext cx="12049831" cy="2195825"/>
            </a:xfrm>
            <a:custGeom>
              <a:avLst/>
              <a:pathLst>
                <a:path w="12049831" h="2195825">
                  <a:moveTo>
                    <a:pt x="12049831" y="0"/>
                  </a:moveTo>
                  <a:lnTo>
                    <a:pt x="11054891" y="0"/>
                  </a:lnTo>
                  <a:lnTo>
                    <a:pt x="11053792" y="40"/>
                  </a:lnTo>
                  <a:lnTo>
                    <a:pt x="11046532" y="329"/>
                  </a:lnTo>
                  <a:lnTo>
                    <a:pt x="11028117" y="1126"/>
                  </a:lnTo>
                  <a:lnTo>
                    <a:pt x="10994913" y="2699"/>
                  </a:lnTo>
                  <a:lnTo>
                    <a:pt x="10944852" y="5298"/>
                  </a:lnTo>
                  <a:lnTo>
                    <a:pt x="10877585" y="9142"/>
                  </a:lnTo>
                  <a:lnTo>
                    <a:pt x="10794440" y="14393"/>
                  </a:lnTo>
                  <a:lnTo>
                    <a:pt x="10698131" y="21151"/>
                  </a:lnTo>
                  <a:lnTo>
                    <a:pt x="10592266" y="29455"/>
                  </a:lnTo>
                  <a:lnTo>
                    <a:pt x="10480786" y="39301"/>
                  </a:lnTo>
                  <a:lnTo>
                    <a:pt x="10367449" y="50660"/>
                  </a:lnTo>
                  <a:lnTo>
                    <a:pt x="10255462" y="63501"/>
                  </a:lnTo>
                  <a:lnTo>
                    <a:pt x="10147295" y="77815"/>
                  </a:lnTo>
                  <a:lnTo>
                    <a:pt x="10044638" y="93625"/>
                  </a:lnTo>
                  <a:lnTo>
                    <a:pt x="9948472" y="110995"/>
                  </a:lnTo>
                  <a:lnTo>
                    <a:pt x="9859195" y="130039"/>
                  </a:lnTo>
                  <a:lnTo>
                    <a:pt x="9776761" y="150915"/>
                  </a:lnTo>
                  <a:lnTo>
                    <a:pt x="9700812" y="173829"/>
                  </a:lnTo>
                  <a:lnTo>
                    <a:pt x="9630781" y="199025"/>
                  </a:lnTo>
                  <a:lnTo>
                    <a:pt x="9565984" y="226779"/>
                  </a:lnTo>
                  <a:lnTo>
                    <a:pt x="9505676" y="257381"/>
                  </a:lnTo>
                  <a:lnTo>
                    <a:pt x="9449104" y="291111"/>
                  </a:lnTo>
                  <a:lnTo>
                    <a:pt x="9395543" y="328196"/>
                  </a:lnTo>
                  <a:lnTo>
                    <a:pt x="9347647" y="365970"/>
                  </a:lnTo>
                  <a:lnTo>
                    <a:pt x="9299419" y="408548"/>
                  </a:lnTo>
                  <a:lnTo>
                    <a:pt x="9252468" y="454473"/>
                  </a:lnTo>
                  <a:lnTo>
                    <a:pt x="9206420" y="503812"/>
                  </a:lnTo>
                  <a:lnTo>
                    <a:pt x="9160982" y="556569"/>
                  </a:lnTo>
                  <a:lnTo>
                    <a:pt x="9115924" y="612676"/>
                  </a:lnTo>
                  <a:lnTo>
                    <a:pt x="9071069" y="671988"/>
                  </a:lnTo>
                  <a:lnTo>
                    <a:pt x="9026292" y="734278"/>
                  </a:lnTo>
                  <a:lnTo>
                    <a:pt x="8981509" y="799239"/>
                  </a:lnTo>
                  <a:lnTo>
                    <a:pt x="8936671" y="866487"/>
                  </a:lnTo>
                  <a:lnTo>
                    <a:pt x="8891761" y="935566"/>
                  </a:lnTo>
                  <a:lnTo>
                    <a:pt x="8846785" y="1005960"/>
                  </a:lnTo>
                  <a:lnTo>
                    <a:pt x="8801766" y="1077111"/>
                  </a:lnTo>
                  <a:lnTo>
                    <a:pt x="8756737" y="1148434"/>
                  </a:lnTo>
                  <a:lnTo>
                    <a:pt x="8711732" y="1219340"/>
                  </a:lnTo>
                  <a:lnTo>
                    <a:pt x="8666782" y="1289251"/>
                  </a:lnTo>
                  <a:lnTo>
                    <a:pt x="8621903" y="1357626"/>
                  </a:lnTo>
                  <a:lnTo>
                    <a:pt x="8577091" y="1423972"/>
                  </a:lnTo>
                  <a:lnTo>
                    <a:pt x="8532319" y="1487862"/>
                  </a:lnTo>
                  <a:lnTo>
                    <a:pt x="8487522" y="1548943"/>
                  </a:lnTo>
                  <a:lnTo>
                    <a:pt x="8442600" y="1606941"/>
                  </a:lnTo>
                  <a:lnTo>
                    <a:pt x="8397407" y="1661665"/>
                  </a:lnTo>
                  <a:lnTo>
                    <a:pt x="8351747" y="1713001"/>
                  </a:lnTo>
                  <a:lnTo>
                    <a:pt x="8305362" y="1760913"/>
                  </a:lnTo>
                  <a:lnTo>
                    <a:pt x="8257929" y="1805430"/>
                  </a:lnTo>
                  <a:lnTo>
                    <a:pt x="8229629" y="1829854"/>
                  </a:lnTo>
                  <a:lnTo>
                    <a:pt x="8178286" y="1870177"/>
                  </a:lnTo>
                  <a:lnTo>
                    <a:pt x="8124548" y="1907036"/>
                  </a:lnTo>
                  <a:lnTo>
                    <a:pt x="8067753" y="1940552"/>
                  </a:lnTo>
                  <a:lnTo>
                    <a:pt x="8007173" y="1970958"/>
                  </a:lnTo>
                  <a:lnTo>
                    <a:pt x="7942053" y="1998534"/>
                  </a:lnTo>
                  <a:lnTo>
                    <a:pt x="7871653" y="2023572"/>
                  </a:lnTo>
                  <a:lnTo>
                    <a:pt x="7795292" y="2046344"/>
                  </a:lnTo>
                  <a:lnTo>
                    <a:pt x="7712416" y="2067094"/>
                  </a:lnTo>
                  <a:lnTo>
                    <a:pt x="7622683" y="2086023"/>
                  </a:lnTo>
                  <a:lnTo>
                    <a:pt x="7526072" y="2103288"/>
                  </a:lnTo>
                  <a:lnTo>
                    <a:pt x="7423014" y="2118997"/>
                  </a:lnTo>
                  <a:lnTo>
                    <a:pt x="7314536" y="2133214"/>
                  </a:lnTo>
                  <a:lnTo>
                    <a:pt x="7202376" y="2145959"/>
                  </a:lnTo>
                  <a:lnTo>
                    <a:pt x="7089055" y="2157219"/>
                  </a:lnTo>
                  <a:lnTo>
                    <a:pt x="6977824" y="2166964"/>
                  </a:lnTo>
                  <a:lnTo>
                    <a:pt x="6872468" y="2175166"/>
                  </a:lnTo>
                  <a:lnTo>
                    <a:pt x="6776922" y="2181823"/>
                  </a:lnTo>
                  <a:lnTo>
                    <a:pt x="6694752" y="2186978"/>
                  </a:lnTo>
                  <a:lnTo>
                    <a:pt x="6628594" y="2190734"/>
                  </a:lnTo>
                  <a:lnTo>
                    <a:pt x="6579673" y="2193258"/>
                  </a:lnTo>
                  <a:lnTo>
                    <a:pt x="6547524" y="2194772"/>
                  </a:lnTo>
                  <a:lnTo>
                    <a:pt x="6529972" y="2195528"/>
                  </a:lnTo>
                  <a:lnTo>
                    <a:pt x="6523285" y="2195792"/>
                  </a:lnTo>
                  <a:lnTo>
                    <a:pt x="6522385" y="2195825"/>
                  </a:lnTo>
                  <a:lnTo>
                    <a:pt x="5527445" y="2195825"/>
                  </a:lnTo>
                  <a:lnTo>
                    <a:pt x="5526309" y="2195821"/>
                  </a:lnTo>
                  <a:lnTo>
                    <a:pt x="5518812" y="2195792"/>
                  </a:lnTo>
                  <a:lnTo>
                    <a:pt x="5499813" y="2195711"/>
                  </a:lnTo>
                  <a:lnTo>
                    <a:pt x="5465597" y="2195552"/>
                  </a:lnTo>
                  <a:lnTo>
                    <a:pt x="5414093" y="2195289"/>
                  </a:lnTo>
                  <a:lnTo>
                    <a:pt x="5345033" y="2194901"/>
                  </a:lnTo>
                  <a:lnTo>
                    <a:pt x="5259887" y="2194370"/>
                  </a:lnTo>
                  <a:lnTo>
                    <a:pt x="5161545" y="2193689"/>
                  </a:lnTo>
                  <a:lnTo>
                    <a:pt x="5053788" y="2192853"/>
                  </a:lnTo>
                  <a:lnTo>
                    <a:pt x="4940692" y="2191862"/>
                  </a:lnTo>
                  <a:lnTo>
                    <a:pt x="4826096" y="2190721"/>
                  </a:lnTo>
                  <a:lnTo>
                    <a:pt x="4713233" y="2189432"/>
                  </a:lnTo>
                  <a:lnTo>
                    <a:pt x="4604551" y="2187995"/>
                  </a:lnTo>
                  <a:lnTo>
                    <a:pt x="4501690" y="2186408"/>
                  </a:lnTo>
                  <a:lnTo>
                    <a:pt x="4405565" y="2184663"/>
                  </a:lnTo>
                  <a:lnTo>
                    <a:pt x="4316503" y="2182749"/>
                  </a:lnTo>
                  <a:lnTo>
                    <a:pt x="4234391" y="2180648"/>
                  </a:lnTo>
                  <a:lnTo>
                    <a:pt x="4158813" y="2178338"/>
                  </a:lnTo>
                  <a:lnTo>
                    <a:pt x="4089153" y="2175795"/>
                  </a:lnTo>
                  <a:lnTo>
                    <a:pt x="4024686" y="2172990"/>
                  </a:lnTo>
                  <a:lnTo>
                    <a:pt x="3964636" y="2169893"/>
                  </a:lnTo>
                  <a:lnTo>
                    <a:pt x="3908228" y="2166478"/>
                  </a:lnTo>
                  <a:lnTo>
                    <a:pt x="3854725" y="2162722"/>
                  </a:lnTo>
                  <a:lnTo>
                    <a:pt x="3820202" y="2160014"/>
                  </a:lnTo>
                  <a:lnTo>
                    <a:pt x="3758793" y="2154630"/>
                  </a:lnTo>
                  <a:lnTo>
                    <a:pt x="3699296" y="2148708"/>
                  </a:lnTo>
                  <a:lnTo>
                    <a:pt x="3641000" y="2142238"/>
                  </a:lnTo>
                  <a:lnTo>
                    <a:pt x="3583383" y="2135231"/>
                  </a:lnTo>
                  <a:lnTo>
                    <a:pt x="3526077" y="2127715"/>
                  </a:lnTo>
                  <a:lnTo>
                    <a:pt x="3468840" y="2119742"/>
                  </a:lnTo>
                  <a:lnTo>
                    <a:pt x="3411537" y="2111381"/>
                  </a:lnTo>
                  <a:lnTo>
                    <a:pt x="3354119" y="2102725"/>
                  </a:lnTo>
                  <a:lnTo>
                    <a:pt x="3296600" y="2093878"/>
                  </a:lnTo>
                  <a:lnTo>
                    <a:pt x="3239037" y="2084958"/>
                  </a:lnTo>
                  <a:lnTo>
                    <a:pt x="3181502" y="2076083"/>
                  </a:lnTo>
                  <a:lnTo>
                    <a:pt x="3124058" y="2067373"/>
                  </a:lnTo>
                  <a:lnTo>
                    <a:pt x="3066730" y="2058936"/>
                  </a:lnTo>
                  <a:lnTo>
                    <a:pt x="3009486" y="2050867"/>
                  </a:lnTo>
                  <a:lnTo>
                    <a:pt x="2952213" y="2043241"/>
                  </a:lnTo>
                  <a:lnTo>
                    <a:pt x="2894696" y="2036113"/>
                  </a:lnTo>
                  <a:lnTo>
                    <a:pt x="2836596" y="2029518"/>
                  </a:lnTo>
                  <a:lnTo>
                    <a:pt x="2777431" y="2023469"/>
                  </a:lnTo>
                  <a:lnTo>
                    <a:pt x="2716537" y="2017963"/>
                  </a:lnTo>
                  <a:lnTo>
                    <a:pt x="2702183" y="2016770"/>
                  </a:lnTo>
                  <a:lnTo>
                    <a:pt x="2650254" y="2012782"/>
                  </a:lnTo>
                  <a:lnTo>
                    <a:pt x="2595868" y="2009141"/>
                  </a:lnTo>
                  <a:lnTo>
                    <a:pt x="2538340" y="2005834"/>
                  </a:lnTo>
                  <a:lnTo>
                    <a:pt x="2476916" y="2002837"/>
                  </a:lnTo>
                  <a:lnTo>
                    <a:pt x="2410817" y="2000121"/>
                  </a:lnTo>
                  <a:lnTo>
                    <a:pt x="2339277" y="1997658"/>
                  </a:lnTo>
                  <a:lnTo>
                    <a:pt x="2261600" y="1995420"/>
                  </a:lnTo>
                  <a:lnTo>
                    <a:pt x="2177224" y="1993383"/>
                  </a:lnTo>
                  <a:lnTo>
                    <a:pt x="2085821" y="1991526"/>
                  </a:lnTo>
                  <a:lnTo>
                    <a:pt x="1987407" y="1989835"/>
                  </a:lnTo>
                  <a:lnTo>
                    <a:pt x="1882488" y="1988298"/>
                  </a:lnTo>
                  <a:lnTo>
                    <a:pt x="1772204" y="1986910"/>
                  </a:lnTo>
                  <a:lnTo>
                    <a:pt x="1658457" y="1985669"/>
                  </a:lnTo>
                  <a:lnTo>
                    <a:pt x="1543963" y="1984578"/>
                  </a:lnTo>
                  <a:lnTo>
                    <a:pt x="1432186" y="1983638"/>
                  </a:lnTo>
                  <a:lnTo>
                    <a:pt x="1327093" y="1982853"/>
                  </a:lnTo>
                  <a:lnTo>
                    <a:pt x="1232727" y="1982222"/>
                  </a:lnTo>
                  <a:lnTo>
                    <a:pt x="1152638" y="1981740"/>
                  </a:lnTo>
                  <a:lnTo>
                    <a:pt x="1089300" y="1981395"/>
                  </a:lnTo>
                  <a:lnTo>
                    <a:pt x="1043630" y="1981169"/>
                  </a:lnTo>
                  <a:lnTo>
                    <a:pt x="1014759" y="1981039"/>
                  </a:lnTo>
                  <a:lnTo>
                    <a:pt x="1000047" y="1980978"/>
                  </a:lnTo>
                  <a:lnTo>
                    <a:pt x="995286" y="1980960"/>
                  </a:lnTo>
                  <a:lnTo>
                    <a:pt x="994940" y="1980959"/>
                  </a:lnTo>
                  <a:lnTo>
                    <a:pt x="0" y="1980959"/>
                  </a:lnTo>
                  <a:lnTo>
                    <a:pt x="0" y="19809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4" name="pg1103"/>
            <p:cNvSpPr/>
            <p:nvPr/>
          </p:nvSpPr>
          <p:spPr>
            <a:xfrm>
              <a:off x="1199187" y="2918868"/>
              <a:ext cx="12049831" cy="1739890"/>
            </a:xfrm>
            <a:custGeom>
              <a:avLst/>
              <a:pathLst>
                <a:path w="12049831" h="1739890">
                  <a:moveTo>
                    <a:pt x="0" y="1519783"/>
                  </a:moveTo>
                  <a:lnTo>
                    <a:pt x="994940" y="1519783"/>
                  </a:lnTo>
                  <a:lnTo>
                    <a:pt x="996076" y="1519788"/>
                  </a:lnTo>
                  <a:lnTo>
                    <a:pt x="1003573" y="1519818"/>
                  </a:lnTo>
                  <a:lnTo>
                    <a:pt x="1022571" y="1519900"/>
                  </a:lnTo>
                  <a:lnTo>
                    <a:pt x="1056787" y="1520063"/>
                  </a:lnTo>
                  <a:lnTo>
                    <a:pt x="1108290" y="1520333"/>
                  </a:lnTo>
                  <a:lnTo>
                    <a:pt x="1177349" y="1520731"/>
                  </a:lnTo>
                  <a:lnTo>
                    <a:pt x="1262494" y="1521274"/>
                  </a:lnTo>
                  <a:lnTo>
                    <a:pt x="1360835" y="1521972"/>
                  </a:lnTo>
                  <a:lnTo>
                    <a:pt x="1468591" y="1522828"/>
                  </a:lnTo>
                  <a:lnTo>
                    <a:pt x="1581687" y="1523843"/>
                  </a:lnTo>
                  <a:lnTo>
                    <a:pt x="1696282" y="1525012"/>
                  </a:lnTo>
                  <a:lnTo>
                    <a:pt x="1809145" y="1526333"/>
                  </a:lnTo>
                  <a:lnTo>
                    <a:pt x="1917826" y="1527804"/>
                  </a:lnTo>
                  <a:lnTo>
                    <a:pt x="2020687" y="1529430"/>
                  </a:lnTo>
                  <a:lnTo>
                    <a:pt x="2116813" y="1531217"/>
                  </a:lnTo>
                  <a:lnTo>
                    <a:pt x="2205875" y="1533179"/>
                  </a:lnTo>
                  <a:lnTo>
                    <a:pt x="2287986" y="1535331"/>
                  </a:lnTo>
                  <a:lnTo>
                    <a:pt x="2363565" y="1537697"/>
                  </a:lnTo>
                  <a:lnTo>
                    <a:pt x="2433225" y="1540302"/>
                  </a:lnTo>
                  <a:lnTo>
                    <a:pt x="2497693" y="1543175"/>
                  </a:lnTo>
                  <a:lnTo>
                    <a:pt x="2557743" y="1546347"/>
                  </a:lnTo>
                  <a:lnTo>
                    <a:pt x="2614151" y="1549846"/>
                  </a:lnTo>
                  <a:lnTo>
                    <a:pt x="2667654" y="1553693"/>
                  </a:lnTo>
                  <a:lnTo>
                    <a:pt x="2702183" y="1556468"/>
                  </a:lnTo>
                  <a:lnTo>
                    <a:pt x="2763580" y="1561982"/>
                  </a:lnTo>
                  <a:lnTo>
                    <a:pt x="2823066" y="1568048"/>
                  </a:lnTo>
                  <a:lnTo>
                    <a:pt x="2881351" y="1574673"/>
                  </a:lnTo>
                  <a:lnTo>
                    <a:pt x="2938956" y="1581850"/>
                  </a:lnTo>
                  <a:lnTo>
                    <a:pt x="2996251" y="1589547"/>
                  </a:lnTo>
                  <a:lnTo>
                    <a:pt x="3053477" y="1597713"/>
                  </a:lnTo>
                  <a:lnTo>
                    <a:pt x="3110768" y="1606275"/>
                  </a:lnTo>
                  <a:lnTo>
                    <a:pt x="3168175" y="1615140"/>
                  </a:lnTo>
                  <a:lnTo>
                    <a:pt x="3225682" y="1624200"/>
                  </a:lnTo>
                  <a:lnTo>
                    <a:pt x="3283233" y="1633337"/>
                  </a:lnTo>
                  <a:lnTo>
                    <a:pt x="3340757" y="1642426"/>
                  </a:lnTo>
                  <a:lnTo>
                    <a:pt x="3398190" y="1651347"/>
                  </a:lnTo>
                  <a:lnTo>
                    <a:pt x="3455507" y="1659989"/>
                  </a:lnTo>
                  <a:lnTo>
                    <a:pt x="3512739" y="1668255"/>
                  </a:lnTo>
                  <a:lnTo>
                    <a:pt x="3570000" y="1676067"/>
                  </a:lnTo>
                  <a:lnTo>
                    <a:pt x="3627505" y="1683369"/>
                  </a:lnTo>
                  <a:lnTo>
                    <a:pt x="3685591" y="1690125"/>
                  </a:lnTo>
                  <a:lnTo>
                    <a:pt x="3744740" y="1696322"/>
                  </a:lnTo>
                  <a:lnTo>
                    <a:pt x="3805614" y="1701963"/>
                  </a:lnTo>
                  <a:lnTo>
                    <a:pt x="3820202" y="1703206"/>
                  </a:lnTo>
                  <a:lnTo>
                    <a:pt x="3872131" y="1707291"/>
                  </a:lnTo>
                  <a:lnTo>
                    <a:pt x="3926517" y="1711021"/>
                  </a:lnTo>
                  <a:lnTo>
                    <a:pt x="3984044" y="1714409"/>
                  </a:lnTo>
                  <a:lnTo>
                    <a:pt x="4045467" y="1717479"/>
                  </a:lnTo>
                  <a:lnTo>
                    <a:pt x="4111566" y="1720261"/>
                  </a:lnTo>
                  <a:lnTo>
                    <a:pt x="4183106" y="1722783"/>
                  </a:lnTo>
                  <a:lnTo>
                    <a:pt x="4260782" y="1725076"/>
                  </a:lnTo>
                  <a:lnTo>
                    <a:pt x="4345157" y="1727163"/>
                  </a:lnTo>
                  <a:lnTo>
                    <a:pt x="4436559" y="1729065"/>
                  </a:lnTo>
                  <a:lnTo>
                    <a:pt x="4534972" y="1730798"/>
                  </a:lnTo>
                  <a:lnTo>
                    <a:pt x="4639891" y="1732372"/>
                  </a:lnTo>
                  <a:lnTo>
                    <a:pt x="4750174" y="1733794"/>
                  </a:lnTo>
                  <a:lnTo>
                    <a:pt x="4863920" y="1735065"/>
                  </a:lnTo>
                  <a:lnTo>
                    <a:pt x="4978413" y="1736183"/>
                  </a:lnTo>
                  <a:lnTo>
                    <a:pt x="5090190" y="1737146"/>
                  </a:lnTo>
                  <a:lnTo>
                    <a:pt x="5195283" y="1737950"/>
                  </a:lnTo>
                  <a:lnTo>
                    <a:pt x="5289650" y="1738596"/>
                  </a:lnTo>
                  <a:lnTo>
                    <a:pt x="5369739" y="1739090"/>
                  </a:lnTo>
                  <a:lnTo>
                    <a:pt x="5433079" y="1739443"/>
                  </a:lnTo>
                  <a:lnTo>
                    <a:pt x="5478751" y="1739675"/>
                  </a:lnTo>
                  <a:lnTo>
                    <a:pt x="5507624" y="1739808"/>
                  </a:lnTo>
                  <a:lnTo>
                    <a:pt x="5522337" y="1739870"/>
                  </a:lnTo>
                  <a:lnTo>
                    <a:pt x="5527098" y="1739889"/>
                  </a:lnTo>
                  <a:lnTo>
                    <a:pt x="5527445" y="1739890"/>
                  </a:lnTo>
                  <a:lnTo>
                    <a:pt x="6522385" y="1739890"/>
                  </a:lnTo>
                  <a:lnTo>
                    <a:pt x="6523498" y="1739858"/>
                  </a:lnTo>
                  <a:lnTo>
                    <a:pt x="6530846" y="1739627"/>
                  </a:lnTo>
                  <a:lnTo>
                    <a:pt x="6549478" y="1738988"/>
                  </a:lnTo>
                  <a:lnTo>
                    <a:pt x="6583057" y="1737731"/>
                  </a:lnTo>
                  <a:lnTo>
                    <a:pt x="6633654" y="1735651"/>
                  </a:lnTo>
                  <a:lnTo>
                    <a:pt x="6701588" y="1732578"/>
                  </a:lnTo>
                  <a:lnTo>
                    <a:pt x="6785478" y="1728381"/>
                  </a:lnTo>
                  <a:lnTo>
                    <a:pt x="6882546" y="1722982"/>
                  </a:lnTo>
                  <a:lnTo>
                    <a:pt x="6989119" y="1716351"/>
                  </a:lnTo>
                  <a:lnTo>
                    <a:pt x="7101206" y="1708492"/>
                  </a:lnTo>
                  <a:lnTo>
                    <a:pt x="7215019" y="1699429"/>
                  </a:lnTo>
                  <a:lnTo>
                    <a:pt x="7327338" y="1689187"/>
                  </a:lnTo>
                  <a:lnTo>
                    <a:pt x="7435702" y="1677770"/>
                  </a:lnTo>
                  <a:lnTo>
                    <a:pt x="7538440" y="1665161"/>
                  </a:lnTo>
                  <a:lnTo>
                    <a:pt x="7634595" y="1651304"/>
                  </a:lnTo>
                  <a:lnTo>
                    <a:pt x="7723795" y="1636108"/>
                  </a:lnTo>
                  <a:lnTo>
                    <a:pt x="7806110" y="1619442"/>
                  </a:lnTo>
                  <a:lnTo>
                    <a:pt x="7881922" y="1601139"/>
                  </a:lnTo>
                  <a:lnTo>
                    <a:pt x="7951813" y="1581003"/>
                  </a:lnTo>
                  <a:lnTo>
                    <a:pt x="8016486" y="1558812"/>
                  </a:lnTo>
                  <a:lnTo>
                    <a:pt x="8076695" y="1534332"/>
                  </a:lnTo>
                  <a:lnTo>
                    <a:pt x="8133203" y="1507343"/>
                  </a:lnTo>
                  <a:lnTo>
                    <a:pt x="8186740" y="1477668"/>
                  </a:lnTo>
                  <a:lnTo>
                    <a:pt x="8229629" y="1450782"/>
                  </a:lnTo>
                  <a:lnTo>
                    <a:pt x="8281186" y="1414690"/>
                  </a:lnTo>
                  <a:lnTo>
                    <a:pt x="8331313" y="1375564"/>
                  </a:lnTo>
                  <a:lnTo>
                    <a:pt x="8380456" y="1333346"/>
                  </a:lnTo>
                  <a:lnTo>
                    <a:pt x="8428962" y="1288045"/>
                  </a:lnTo>
                  <a:lnTo>
                    <a:pt x="8477094" y="1239744"/>
                  </a:lnTo>
                  <a:lnTo>
                    <a:pt x="8525049" y="1188607"/>
                  </a:lnTo>
                  <a:lnTo>
                    <a:pt x="8572961" y="1134886"/>
                  </a:lnTo>
                  <a:lnTo>
                    <a:pt x="8620911" y="1078910"/>
                  </a:lnTo>
                  <a:lnTo>
                    <a:pt x="8668938" y="1021092"/>
                  </a:lnTo>
                  <a:lnTo>
                    <a:pt x="8717046" y="961906"/>
                  </a:lnTo>
                  <a:lnTo>
                    <a:pt x="8765212" y="901881"/>
                  </a:lnTo>
                  <a:lnTo>
                    <a:pt x="8813399" y="841579"/>
                  </a:lnTo>
                  <a:lnTo>
                    <a:pt x="8861565" y="781570"/>
                  </a:lnTo>
                  <a:lnTo>
                    <a:pt x="8909670" y="722416"/>
                  </a:lnTo>
                  <a:lnTo>
                    <a:pt x="8957695" y="664642"/>
                  </a:lnTo>
                  <a:lnTo>
                    <a:pt x="9005643" y="608724"/>
                  </a:lnTo>
                  <a:lnTo>
                    <a:pt x="9053555" y="555070"/>
                  </a:lnTo>
                  <a:lnTo>
                    <a:pt x="9101513" y="504009"/>
                  </a:lnTo>
                  <a:lnTo>
                    <a:pt x="9149653" y="455789"/>
                  </a:lnTo>
                  <a:lnTo>
                    <a:pt x="9198172" y="410572"/>
                  </a:lnTo>
                  <a:lnTo>
                    <a:pt x="9247337" y="368440"/>
                  </a:lnTo>
                  <a:lnTo>
                    <a:pt x="9297497" y="329400"/>
                  </a:lnTo>
                  <a:lnTo>
                    <a:pt x="9347647" y="294348"/>
                  </a:lnTo>
                  <a:lnTo>
                    <a:pt x="9399209" y="262367"/>
                  </a:lnTo>
                  <a:lnTo>
                    <a:pt x="9453189" y="233145"/>
                  </a:lnTo>
                  <a:lnTo>
                    <a:pt x="9510257" y="206584"/>
                  </a:lnTo>
                  <a:lnTo>
                    <a:pt x="9571151" y="182499"/>
                  </a:lnTo>
                  <a:lnTo>
                    <a:pt x="9636635" y="160663"/>
                  </a:lnTo>
                  <a:lnTo>
                    <a:pt x="9707459" y="140845"/>
                  </a:lnTo>
                  <a:lnTo>
                    <a:pt x="9784310" y="122826"/>
                  </a:lnTo>
                  <a:lnTo>
                    <a:pt x="9867743" y="106413"/>
                  </a:lnTo>
                  <a:lnTo>
                    <a:pt x="9958098" y="91446"/>
                  </a:lnTo>
                  <a:lnTo>
                    <a:pt x="10055380" y="77801"/>
                  </a:lnTo>
                  <a:lnTo>
                    <a:pt x="10159132" y="65391"/>
                  </a:lnTo>
                  <a:lnTo>
                    <a:pt x="10268286" y="54170"/>
                  </a:lnTo>
                  <a:lnTo>
                    <a:pt x="10381043" y="44121"/>
                  </a:lnTo>
                  <a:lnTo>
                    <a:pt x="10494811" y="35256"/>
                  </a:lnTo>
                  <a:lnTo>
                    <a:pt x="10606259" y="27598"/>
                  </a:lnTo>
                  <a:lnTo>
                    <a:pt x="10711535" y="21171"/>
                  </a:lnTo>
                  <a:lnTo>
                    <a:pt x="10806661" y="15974"/>
                  </a:lnTo>
                  <a:lnTo>
                    <a:pt x="10888074" y="11970"/>
                  </a:lnTo>
                  <a:lnTo>
                    <a:pt x="10953194" y="9071"/>
                  </a:lnTo>
                  <a:lnTo>
                    <a:pt x="11000909" y="7140"/>
                  </a:lnTo>
                  <a:lnTo>
                    <a:pt x="11031830" y="5999"/>
                  </a:lnTo>
                  <a:lnTo>
                    <a:pt x="11048304" y="5443"/>
                  </a:lnTo>
                  <a:lnTo>
                    <a:pt x="11054238" y="525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8" y="32"/>
                  </a:lnTo>
                  <a:lnTo>
                    <a:pt x="11046430" y="263"/>
                  </a:lnTo>
                  <a:lnTo>
                    <a:pt x="11027799" y="901"/>
                  </a:lnTo>
                  <a:lnTo>
                    <a:pt x="10994219" y="2159"/>
                  </a:lnTo>
                  <a:lnTo>
                    <a:pt x="10943622" y="4238"/>
                  </a:lnTo>
                  <a:lnTo>
                    <a:pt x="10875688" y="7312"/>
                  </a:lnTo>
                  <a:lnTo>
                    <a:pt x="10791798" y="11509"/>
                  </a:lnTo>
                  <a:lnTo>
                    <a:pt x="10694730" y="16908"/>
                  </a:lnTo>
                  <a:lnTo>
                    <a:pt x="10588157" y="23539"/>
                  </a:lnTo>
                  <a:lnTo>
                    <a:pt x="10476070" y="31398"/>
                  </a:lnTo>
                  <a:lnTo>
                    <a:pt x="10362258" y="40460"/>
                  </a:lnTo>
                  <a:lnTo>
                    <a:pt x="10249939" y="50703"/>
                  </a:lnTo>
                  <a:lnTo>
                    <a:pt x="10141574" y="62119"/>
                  </a:lnTo>
                  <a:lnTo>
                    <a:pt x="10038836" y="74728"/>
                  </a:lnTo>
                  <a:lnTo>
                    <a:pt x="9942681" y="88585"/>
                  </a:lnTo>
                  <a:lnTo>
                    <a:pt x="9853482" y="103782"/>
                  </a:lnTo>
                  <a:lnTo>
                    <a:pt x="9771167" y="120448"/>
                  </a:lnTo>
                  <a:lnTo>
                    <a:pt x="9695355" y="138750"/>
                  </a:lnTo>
                  <a:lnTo>
                    <a:pt x="9625463" y="158886"/>
                  </a:lnTo>
                  <a:lnTo>
                    <a:pt x="9560790" y="181078"/>
                  </a:lnTo>
                  <a:lnTo>
                    <a:pt x="9500581" y="205557"/>
                  </a:lnTo>
                  <a:lnTo>
                    <a:pt x="9444073" y="232547"/>
                  </a:lnTo>
                  <a:lnTo>
                    <a:pt x="9390537" y="262222"/>
                  </a:lnTo>
                  <a:lnTo>
                    <a:pt x="9347647" y="289108"/>
                  </a:lnTo>
                  <a:lnTo>
                    <a:pt x="9296090" y="325199"/>
                  </a:lnTo>
                  <a:lnTo>
                    <a:pt x="9245963" y="364325"/>
                  </a:lnTo>
                  <a:lnTo>
                    <a:pt x="9196820" y="406543"/>
                  </a:lnTo>
                  <a:lnTo>
                    <a:pt x="9148315" y="451845"/>
                  </a:lnTo>
                  <a:lnTo>
                    <a:pt x="9100182" y="500146"/>
                  </a:lnTo>
                  <a:lnTo>
                    <a:pt x="9052227" y="551282"/>
                  </a:lnTo>
                  <a:lnTo>
                    <a:pt x="9004316" y="605004"/>
                  </a:lnTo>
                  <a:lnTo>
                    <a:pt x="8956366" y="660979"/>
                  </a:lnTo>
                  <a:lnTo>
                    <a:pt x="8908339" y="718798"/>
                  </a:lnTo>
                  <a:lnTo>
                    <a:pt x="8860231" y="777984"/>
                  </a:lnTo>
                  <a:lnTo>
                    <a:pt x="8812064" y="838008"/>
                  </a:lnTo>
                  <a:lnTo>
                    <a:pt x="8763877" y="898310"/>
                  </a:lnTo>
                  <a:lnTo>
                    <a:pt x="8715712" y="958319"/>
                  </a:lnTo>
                  <a:lnTo>
                    <a:pt x="8667606" y="1017474"/>
                  </a:lnTo>
                  <a:lnTo>
                    <a:pt x="8619581" y="1075248"/>
                  </a:lnTo>
                  <a:lnTo>
                    <a:pt x="8571633" y="1131166"/>
                  </a:lnTo>
                  <a:lnTo>
                    <a:pt x="8523722" y="1184820"/>
                  </a:lnTo>
                  <a:lnTo>
                    <a:pt x="8475764" y="1235881"/>
                  </a:lnTo>
                  <a:lnTo>
                    <a:pt x="8427624" y="1284101"/>
                  </a:lnTo>
                  <a:lnTo>
                    <a:pt x="8379104" y="1329317"/>
                  </a:lnTo>
                  <a:lnTo>
                    <a:pt x="8329940" y="1371449"/>
                  </a:lnTo>
                  <a:lnTo>
                    <a:pt x="8279779" y="1410490"/>
                  </a:lnTo>
                  <a:lnTo>
                    <a:pt x="8229629" y="1445541"/>
                  </a:lnTo>
                  <a:lnTo>
                    <a:pt x="8178067" y="1477522"/>
                  </a:lnTo>
                  <a:lnTo>
                    <a:pt x="8124088" y="1506744"/>
                  </a:lnTo>
                  <a:lnTo>
                    <a:pt x="8067019" y="1533305"/>
                  </a:lnTo>
                  <a:lnTo>
                    <a:pt x="8006125" y="1557391"/>
                  </a:lnTo>
                  <a:lnTo>
                    <a:pt x="7940641" y="1579227"/>
                  </a:lnTo>
                  <a:lnTo>
                    <a:pt x="7869817" y="1599045"/>
                  </a:lnTo>
                  <a:lnTo>
                    <a:pt x="7792967" y="1617064"/>
                  </a:lnTo>
                  <a:lnTo>
                    <a:pt x="7709533" y="1633476"/>
                  </a:lnTo>
                  <a:lnTo>
                    <a:pt x="7619179" y="1648444"/>
                  </a:lnTo>
                  <a:lnTo>
                    <a:pt x="7521896" y="1662089"/>
                  </a:lnTo>
                  <a:lnTo>
                    <a:pt x="7418144" y="1674498"/>
                  </a:lnTo>
                  <a:lnTo>
                    <a:pt x="7308990" y="1685720"/>
                  </a:lnTo>
                  <a:lnTo>
                    <a:pt x="7196233" y="1695769"/>
                  </a:lnTo>
                  <a:lnTo>
                    <a:pt x="7082465" y="1704634"/>
                  </a:lnTo>
                  <a:lnTo>
                    <a:pt x="6971017" y="1712291"/>
                  </a:lnTo>
                  <a:lnTo>
                    <a:pt x="6865742" y="1718718"/>
                  </a:lnTo>
                  <a:lnTo>
                    <a:pt x="6770615" y="1723915"/>
                  </a:lnTo>
                  <a:lnTo>
                    <a:pt x="6689203" y="1727920"/>
                  </a:lnTo>
                  <a:lnTo>
                    <a:pt x="6624082" y="1730819"/>
                  </a:lnTo>
                  <a:lnTo>
                    <a:pt x="6576368" y="1732749"/>
                  </a:lnTo>
                  <a:lnTo>
                    <a:pt x="6545447" y="1733890"/>
                  </a:lnTo>
                  <a:lnTo>
                    <a:pt x="6528973" y="1734447"/>
                  </a:lnTo>
                  <a:lnTo>
                    <a:pt x="6523038" y="1734631"/>
                  </a:lnTo>
                  <a:lnTo>
                    <a:pt x="6522385" y="1734649"/>
                  </a:lnTo>
                  <a:lnTo>
                    <a:pt x="5527445" y="1734649"/>
                  </a:lnTo>
                  <a:lnTo>
                    <a:pt x="5526309" y="1734645"/>
                  </a:lnTo>
                  <a:lnTo>
                    <a:pt x="5518812" y="1734615"/>
                  </a:lnTo>
                  <a:lnTo>
                    <a:pt x="5499814" y="1734533"/>
                  </a:lnTo>
                  <a:lnTo>
                    <a:pt x="5465598" y="1734370"/>
                  </a:lnTo>
                  <a:lnTo>
                    <a:pt x="5414095" y="1734100"/>
                  </a:lnTo>
                  <a:lnTo>
                    <a:pt x="5345036" y="1733702"/>
                  </a:lnTo>
                  <a:lnTo>
                    <a:pt x="5259891" y="1733159"/>
                  </a:lnTo>
                  <a:lnTo>
                    <a:pt x="5161550" y="1732461"/>
                  </a:lnTo>
                  <a:lnTo>
                    <a:pt x="5053794" y="1731604"/>
                  </a:lnTo>
                  <a:lnTo>
                    <a:pt x="4940698" y="1730590"/>
                  </a:lnTo>
                  <a:lnTo>
                    <a:pt x="4826103" y="1729421"/>
                  </a:lnTo>
                  <a:lnTo>
                    <a:pt x="4713240" y="1728100"/>
                  </a:lnTo>
                  <a:lnTo>
                    <a:pt x="4604559" y="1726628"/>
                  </a:lnTo>
                  <a:lnTo>
                    <a:pt x="4501698" y="1725003"/>
                  </a:lnTo>
                  <a:lnTo>
                    <a:pt x="4405572" y="1723215"/>
                  </a:lnTo>
                  <a:lnTo>
                    <a:pt x="4316510" y="1721254"/>
                  </a:lnTo>
                  <a:lnTo>
                    <a:pt x="4234399" y="1719102"/>
                  </a:lnTo>
                  <a:lnTo>
                    <a:pt x="4158820" y="1716736"/>
                  </a:lnTo>
                  <a:lnTo>
                    <a:pt x="4089160" y="1714131"/>
                  </a:lnTo>
                  <a:lnTo>
                    <a:pt x="4024692" y="1711257"/>
                  </a:lnTo>
                  <a:lnTo>
                    <a:pt x="3964642" y="1708085"/>
                  </a:lnTo>
                  <a:lnTo>
                    <a:pt x="3908234" y="1704586"/>
                  </a:lnTo>
                  <a:lnTo>
                    <a:pt x="3854731" y="1700740"/>
                  </a:lnTo>
                  <a:lnTo>
                    <a:pt x="3820202" y="1697965"/>
                  </a:lnTo>
                  <a:lnTo>
                    <a:pt x="3758805" y="1692451"/>
                  </a:lnTo>
                  <a:lnTo>
                    <a:pt x="3699319" y="1686385"/>
                  </a:lnTo>
                  <a:lnTo>
                    <a:pt x="3641034" y="1679759"/>
                  </a:lnTo>
                  <a:lnTo>
                    <a:pt x="3583429" y="1672583"/>
                  </a:lnTo>
                  <a:lnTo>
                    <a:pt x="3526134" y="1664886"/>
                  </a:lnTo>
                  <a:lnTo>
                    <a:pt x="3468908" y="1656720"/>
                  </a:lnTo>
                  <a:lnTo>
                    <a:pt x="3411617" y="1648158"/>
                  </a:lnTo>
                  <a:lnTo>
                    <a:pt x="3354210" y="1639293"/>
                  </a:lnTo>
                  <a:lnTo>
                    <a:pt x="3296703" y="1630232"/>
                  </a:lnTo>
                  <a:lnTo>
                    <a:pt x="3239152" y="1621096"/>
                  </a:lnTo>
                  <a:lnTo>
                    <a:pt x="3181628" y="1612007"/>
                  </a:lnTo>
                  <a:lnTo>
                    <a:pt x="3124195" y="1603086"/>
                  </a:lnTo>
                  <a:lnTo>
                    <a:pt x="3066878" y="1594444"/>
                  </a:lnTo>
                  <a:lnTo>
                    <a:pt x="3009646" y="1586178"/>
                  </a:lnTo>
                  <a:lnTo>
                    <a:pt x="2952385" y="1578366"/>
                  </a:lnTo>
                  <a:lnTo>
                    <a:pt x="2894880" y="1571064"/>
                  </a:lnTo>
                  <a:lnTo>
                    <a:pt x="2836794" y="1564308"/>
                  </a:lnTo>
                  <a:lnTo>
                    <a:pt x="2777645" y="1558111"/>
                  </a:lnTo>
                  <a:lnTo>
                    <a:pt x="2716771" y="1552469"/>
                  </a:lnTo>
                  <a:lnTo>
                    <a:pt x="2702183" y="1551227"/>
                  </a:lnTo>
                  <a:lnTo>
                    <a:pt x="2650254" y="1547142"/>
                  </a:lnTo>
                  <a:lnTo>
                    <a:pt x="2595868" y="1543412"/>
                  </a:lnTo>
                  <a:lnTo>
                    <a:pt x="2538341" y="1540024"/>
                  </a:lnTo>
                  <a:lnTo>
                    <a:pt x="2476918" y="1536954"/>
                  </a:lnTo>
                  <a:lnTo>
                    <a:pt x="2410819" y="1534172"/>
                  </a:lnTo>
                  <a:lnTo>
                    <a:pt x="2339279" y="1531649"/>
                  </a:lnTo>
                  <a:lnTo>
                    <a:pt x="2261603" y="1529357"/>
                  </a:lnTo>
                  <a:lnTo>
                    <a:pt x="2177228" y="1527270"/>
                  </a:lnTo>
                  <a:lnTo>
                    <a:pt x="2085826" y="1525368"/>
                  </a:lnTo>
                  <a:lnTo>
                    <a:pt x="1987413" y="1523635"/>
                  </a:lnTo>
                  <a:lnTo>
                    <a:pt x="1882494" y="1522061"/>
                  </a:lnTo>
                  <a:lnTo>
                    <a:pt x="1772211" y="1520639"/>
                  </a:lnTo>
                  <a:lnTo>
                    <a:pt x="1658465" y="1519368"/>
                  </a:lnTo>
                  <a:lnTo>
                    <a:pt x="1543972" y="1518250"/>
                  </a:lnTo>
                  <a:lnTo>
                    <a:pt x="1432195" y="1517287"/>
                  </a:lnTo>
                  <a:lnTo>
                    <a:pt x="1327102" y="1516483"/>
                  </a:lnTo>
                  <a:lnTo>
                    <a:pt x="1232735" y="1515837"/>
                  </a:lnTo>
                  <a:lnTo>
                    <a:pt x="1152646" y="1515343"/>
                  </a:lnTo>
                  <a:lnTo>
                    <a:pt x="1089306" y="1514990"/>
                  </a:lnTo>
                  <a:lnTo>
                    <a:pt x="1043634" y="1514758"/>
                  </a:lnTo>
                  <a:lnTo>
                    <a:pt x="1014761" y="1514625"/>
                  </a:lnTo>
                  <a:lnTo>
                    <a:pt x="1000048" y="1514563"/>
                  </a:lnTo>
                  <a:lnTo>
                    <a:pt x="995287" y="1514544"/>
                  </a:lnTo>
                  <a:lnTo>
                    <a:pt x="994940" y="1514543"/>
                  </a:lnTo>
                  <a:lnTo>
                    <a:pt x="0" y="1514543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05" name="pl1104"/>
            <p:cNvSpPr/>
            <p:nvPr/>
          </p:nvSpPr>
          <p:spPr>
            <a:xfrm>
              <a:off x="1199187" y="2924109"/>
              <a:ext cx="12049831" cy="1734649"/>
            </a:xfrm>
            <a:custGeom>
              <a:avLst/>
              <a:pathLst>
                <a:path w="12049831" h="1734649">
                  <a:moveTo>
                    <a:pt x="0" y="1514543"/>
                  </a:moveTo>
                  <a:lnTo>
                    <a:pt x="994940" y="1514543"/>
                  </a:lnTo>
                  <a:lnTo>
                    <a:pt x="996076" y="1514547"/>
                  </a:lnTo>
                  <a:lnTo>
                    <a:pt x="1003573" y="1514577"/>
                  </a:lnTo>
                  <a:lnTo>
                    <a:pt x="1022571" y="1514660"/>
                  </a:lnTo>
                  <a:lnTo>
                    <a:pt x="1056787" y="1514823"/>
                  </a:lnTo>
                  <a:lnTo>
                    <a:pt x="1108290" y="1515092"/>
                  </a:lnTo>
                  <a:lnTo>
                    <a:pt x="1177349" y="1515490"/>
                  </a:lnTo>
                  <a:lnTo>
                    <a:pt x="1262494" y="1516033"/>
                  </a:lnTo>
                  <a:lnTo>
                    <a:pt x="1360835" y="1516731"/>
                  </a:lnTo>
                  <a:lnTo>
                    <a:pt x="1468591" y="1517588"/>
                  </a:lnTo>
                  <a:lnTo>
                    <a:pt x="1581687" y="1518602"/>
                  </a:lnTo>
                  <a:lnTo>
                    <a:pt x="1696282" y="1519771"/>
                  </a:lnTo>
                  <a:lnTo>
                    <a:pt x="1809145" y="1521092"/>
                  </a:lnTo>
                  <a:lnTo>
                    <a:pt x="1917826" y="1522564"/>
                  </a:lnTo>
                  <a:lnTo>
                    <a:pt x="2020687" y="1524190"/>
                  </a:lnTo>
                  <a:lnTo>
                    <a:pt x="2116813" y="1525977"/>
                  </a:lnTo>
                  <a:lnTo>
                    <a:pt x="2205875" y="1527938"/>
                  </a:lnTo>
                  <a:lnTo>
                    <a:pt x="2287986" y="1530090"/>
                  </a:lnTo>
                  <a:lnTo>
                    <a:pt x="2363565" y="1532456"/>
                  </a:lnTo>
                  <a:lnTo>
                    <a:pt x="2433225" y="1535061"/>
                  </a:lnTo>
                  <a:lnTo>
                    <a:pt x="2497693" y="1537935"/>
                  </a:lnTo>
                  <a:lnTo>
                    <a:pt x="2557743" y="1541107"/>
                  </a:lnTo>
                  <a:lnTo>
                    <a:pt x="2614151" y="1544606"/>
                  </a:lnTo>
                  <a:lnTo>
                    <a:pt x="2667654" y="1548453"/>
                  </a:lnTo>
                  <a:lnTo>
                    <a:pt x="2702183" y="1551227"/>
                  </a:lnTo>
                  <a:lnTo>
                    <a:pt x="2763580" y="1556741"/>
                  </a:lnTo>
                  <a:lnTo>
                    <a:pt x="2823066" y="1562807"/>
                  </a:lnTo>
                  <a:lnTo>
                    <a:pt x="2881351" y="1569433"/>
                  </a:lnTo>
                  <a:lnTo>
                    <a:pt x="2938956" y="1576609"/>
                  </a:lnTo>
                  <a:lnTo>
                    <a:pt x="2996251" y="1584306"/>
                  </a:lnTo>
                  <a:lnTo>
                    <a:pt x="3053477" y="1592472"/>
                  </a:lnTo>
                  <a:lnTo>
                    <a:pt x="3110768" y="1601034"/>
                  </a:lnTo>
                  <a:lnTo>
                    <a:pt x="3168175" y="1609899"/>
                  </a:lnTo>
                  <a:lnTo>
                    <a:pt x="3225682" y="1618960"/>
                  </a:lnTo>
                  <a:lnTo>
                    <a:pt x="3283233" y="1628096"/>
                  </a:lnTo>
                  <a:lnTo>
                    <a:pt x="3340757" y="1637185"/>
                  </a:lnTo>
                  <a:lnTo>
                    <a:pt x="3398190" y="1646106"/>
                  </a:lnTo>
                  <a:lnTo>
                    <a:pt x="3455507" y="1654748"/>
                  </a:lnTo>
                  <a:lnTo>
                    <a:pt x="3512739" y="1663014"/>
                  </a:lnTo>
                  <a:lnTo>
                    <a:pt x="3570000" y="1670826"/>
                  </a:lnTo>
                  <a:lnTo>
                    <a:pt x="3627505" y="1678128"/>
                  </a:lnTo>
                  <a:lnTo>
                    <a:pt x="3685591" y="1684884"/>
                  </a:lnTo>
                  <a:lnTo>
                    <a:pt x="3744740" y="1691081"/>
                  </a:lnTo>
                  <a:lnTo>
                    <a:pt x="3805614" y="1696723"/>
                  </a:lnTo>
                  <a:lnTo>
                    <a:pt x="3820202" y="1697965"/>
                  </a:lnTo>
                  <a:lnTo>
                    <a:pt x="3872131" y="1702050"/>
                  </a:lnTo>
                  <a:lnTo>
                    <a:pt x="3926517" y="1705780"/>
                  </a:lnTo>
                  <a:lnTo>
                    <a:pt x="3984044" y="1709168"/>
                  </a:lnTo>
                  <a:lnTo>
                    <a:pt x="4045467" y="1712238"/>
                  </a:lnTo>
                  <a:lnTo>
                    <a:pt x="4111566" y="1715020"/>
                  </a:lnTo>
                  <a:lnTo>
                    <a:pt x="4183106" y="1717543"/>
                  </a:lnTo>
                  <a:lnTo>
                    <a:pt x="4260782" y="1719835"/>
                  </a:lnTo>
                  <a:lnTo>
                    <a:pt x="4345157" y="1721922"/>
                  </a:lnTo>
                  <a:lnTo>
                    <a:pt x="4436559" y="1723824"/>
                  </a:lnTo>
                  <a:lnTo>
                    <a:pt x="4534972" y="1725557"/>
                  </a:lnTo>
                  <a:lnTo>
                    <a:pt x="4639891" y="1727131"/>
                  </a:lnTo>
                  <a:lnTo>
                    <a:pt x="4750174" y="1728553"/>
                  </a:lnTo>
                  <a:lnTo>
                    <a:pt x="4863920" y="1729824"/>
                  </a:lnTo>
                  <a:lnTo>
                    <a:pt x="4978413" y="1730942"/>
                  </a:lnTo>
                  <a:lnTo>
                    <a:pt x="5090190" y="1731905"/>
                  </a:lnTo>
                  <a:lnTo>
                    <a:pt x="5195283" y="1732709"/>
                  </a:lnTo>
                  <a:lnTo>
                    <a:pt x="5289650" y="1733355"/>
                  </a:lnTo>
                  <a:lnTo>
                    <a:pt x="5369739" y="1733849"/>
                  </a:lnTo>
                  <a:lnTo>
                    <a:pt x="5433079" y="1734202"/>
                  </a:lnTo>
                  <a:lnTo>
                    <a:pt x="5478751" y="1734434"/>
                  </a:lnTo>
                  <a:lnTo>
                    <a:pt x="5507624" y="1734567"/>
                  </a:lnTo>
                  <a:lnTo>
                    <a:pt x="5522337" y="1734630"/>
                  </a:lnTo>
                  <a:lnTo>
                    <a:pt x="5527098" y="1734648"/>
                  </a:lnTo>
                  <a:lnTo>
                    <a:pt x="5527445" y="1734649"/>
                  </a:lnTo>
                  <a:lnTo>
                    <a:pt x="6522385" y="1734649"/>
                  </a:lnTo>
                  <a:lnTo>
                    <a:pt x="6523498" y="1734617"/>
                  </a:lnTo>
                  <a:lnTo>
                    <a:pt x="6530846" y="1734386"/>
                  </a:lnTo>
                  <a:lnTo>
                    <a:pt x="6549478" y="1733748"/>
                  </a:lnTo>
                  <a:lnTo>
                    <a:pt x="6583057" y="1732490"/>
                  </a:lnTo>
                  <a:lnTo>
                    <a:pt x="6633654" y="1730411"/>
                  </a:lnTo>
                  <a:lnTo>
                    <a:pt x="6701588" y="1727337"/>
                  </a:lnTo>
                  <a:lnTo>
                    <a:pt x="6785478" y="1723140"/>
                  </a:lnTo>
                  <a:lnTo>
                    <a:pt x="6882546" y="1717741"/>
                  </a:lnTo>
                  <a:lnTo>
                    <a:pt x="6989119" y="1711110"/>
                  </a:lnTo>
                  <a:lnTo>
                    <a:pt x="7101206" y="1703251"/>
                  </a:lnTo>
                  <a:lnTo>
                    <a:pt x="7215019" y="1694189"/>
                  </a:lnTo>
                  <a:lnTo>
                    <a:pt x="7327338" y="1683946"/>
                  </a:lnTo>
                  <a:lnTo>
                    <a:pt x="7435702" y="1672530"/>
                  </a:lnTo>
                  <a:lnTo>
                    <a:pt x="7538440" y="1659921"/>
                  </a:lnTo>
                  <a:lnTo>
                    <a:pt x="7634595" y="1646064"/>
                  </a:lnTo>
                  <a:lnTo>
                    <a:pt x="7723795" y="1630867"/>
                  </a:lnTo>
                  <a:lnTo>
                    <a:pt x="7806110" y="1614201"/>
                  </a:lnTo>
                  <a:lnTo>
                    <a:pt x="7881922" y="1595899"/>
                  </a:lnTo>
                  <a:lnTo>
                    <a:pt x="7951813" y="1575763"/>
                  </a:lnTo>
                  <a:lnTo>
                    <a:pt x="8016486" y="1553571"/>
                  </a:lnTo>
                  <a:lnTo>
                    <a:pt x="8076695" y="1529092"/>
                  </a:lnTo>
                  <a:lnTo>
                    <a:pt x="8133203" y="1502102"/>
                  </a:lnTo>
                  <a:lnTo>
                    <a:pt x="8186740" y="1472427"/>
                  </a:lnTo>
                  <a:lnTo>
                    <a:pt x="8229629" y="1445541"/>
                  </a:lnTo>
                  <a:lnTo>
                    <a:pt x="8281186" y="1409449"/>
                  </a:lnTo>
                  <a:lnTo>
                    <a:pt x="8331313" y="1370324"/>
                  </a:lnTo>
                  <a:lnTo>
                    <a:pt x="8380456" y="1328106"/>
                  </a:lnTo>
                  <a:lnTo>
                    <a:pt x="8428962" y="1282804"/>
                  </a:lnTo>
                  <a:lnTo>
                    <a:pt x="8477094" y="1234503"/>
                  </a:lnTo>
                  <a:lnTo>
                    <a:pt x="8525049" y="1183367"/>
                  </a:lnTo>
                  <a:lnTo>
                    <a:pt x="8572961" y="1129645"/>
                  </a:lnTo>
                  <a:lnTo>
                    <a:pt x="8620911" y="1073670"/>
                  </a:lnTo>
                  <a:lnTo>
                    <a:pt x="8668938" y="1015851"/>
                  </a:lnTo>
                  <a:lnTo>
                    <a:pt x="8717046" y="956665"/>
                  </a:lnTo>
                  <a:lnTo>
                    <a:pt x="8765212" y="896641"/>
                  </a:lnTo>
                  <a:lnTo>
                    <a:pt x="8813399" y="836338"/>
                  </a:lnTo>
                  <a:lnTo>
                    <a:pt x="8861565" y="776330"/>
                  </a:lnTo>
                  <a:lnTo>
                    <a:pt x="8909670" y="717175"/>
                  </a:lnTo>
                  <a:lnTo>
                    <a:pt x="8957695" y="659401"/>
                  </a:lnTo>
                  <a:lnTo>
                    <a:pt x="9005643" y="603483"/>
                  </a:lnTo>
                  <a:lnTo>
                    <a:pt x="9053555" y="549829"/>
                  </a:lnTo>
                  <a:lnTo>
                    <a:pt x="9101513" y="498768"/>
                  </a:lnTo>
                  <a:lnTo>
                    <a:pt x="9149653" y="450548"/>
                  </a:lnTo>
                  <a:lnTo>
                    <a:pt x="9198172" y="405331"/>
                  </a:lnTo>
                  <a:lnTo>
                    <a:pt x="9247337" y="363199"/>
                  </a:lnTo>
                  <a:lnTo>
                    <a:pt x="9297497" y="324159"/>
                  </a:lnTo>
                  <a:lnTo>
                    <a:pt x="9347647" y="289108"/>
                  </a:lnTo>
                  <a:lnTo>
                    <a:pt x="9399209" y="257127"/>
                  </a:lnTo>
                  <a:lnTo>
                    <a:pt x="9453189" y="227904"/>
                  </a:lnTo>
                  <a:lnTo>
                    <a:pt x="9510257" y="201344"/>
                  </a:lnTo>
                  <a:lnTo>
                    <a:pt x="9571151" y="177258"/>
                  </a:lnTo>
                  <a:lnTo>
                    <a:pt x="9636635" y="155422"/>
                  </a:lnTo>
                  <a:lnTo>
                    <a:pt x="9707459" y="135604"/>
                  </a:lnTo>
                  <a:lnTo>
                    <a:pt x="9784310" y="117585"/>
                  </a:lnTo>
                  <a:lnTo>
                    <a:pt x="9867743" y="101172"/>
                  </a:lnTo>
                  <a:lnTo>
                    <a:pt x="9958098" y="86205"/>
                  </a:lnTo>
                  <a:lnTo>
                    <a:pt x="10055380" y="72560"/>
                  </a:lnTo>
                  <a:lnTo>
                    <a:pt x="10159132" y="60151"/>
                  </a:lnTo>
                  <a:lnTo>
                    <a:pt x="10268286" y="48929"/>
                  </a:lnTo>
                  <a:lnTo>
                    <a:pt x="10381043" y="38880"/>
                  </a:lnTo>
                  <a:lnTo>
                    <a:pt x="10494811" y="30015"/>
                  </a:lnTo>
                  <a:lnTo>
                    <a:pt x="10606259" y="22358"/>
                  </a:lnTo>
                  <a:lnTo>
                    <a:pt x="10711535" y="15931"/>
                  </a:lnTo>
                  <a:lnTo>
                    <a:pt x="10806661" y="10733"/>
                  </a:lnTo>
                  <a:lnTo>
                    <a:pt x="10888074" y="6729"/>
                  </a:lnTo>
                  <a:lnTo>
                    <a:pt x="10953194" y="3830"/>
                  </a:lnTo>
                  <a:lnTo>
                    <a:pt x="11000909" y="1900"/>
                  </a:lnTo>
                  <a:lnTo>
                    <a:pt x="11031830" y="759"/>
                  </a:lnTo>
                  <a:lnTo>
                    <a:pt x="11048304" y="202"/>
                  </a:lnTo>
                  <a:lnTo>
                    <a:pt x="11054238" y="1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6" name="pl1105"/>
            <p:cNvSpPr/>
            <p:nvPr/>
          </p:nvSpPr>
          <p:spPr>
            <a:xfrm>
              <a:off x="1199187" y="2918868"/>
              <a:ext cx="12049831" cy="1734649"/>
            </a:xfrm>
            <a:custGeom>
              <a:avLst/>
              <a:pathLst>
                <a:path w="12049831" h="1734649">
                  <a:moveTo>
                    <a:pt x="12049831" y="0"/>
                  </a:moveTo>
                  <a:lnTo>
                    <a:pt x="11054891" y="0"/>
                  </a:lnTo>
                  <a:lnTo>
                    <a:pt x="11053778" y="32"/>
                  </a:lnTo>
                  <a:lnTo>
                    <a:pt x="11046430" y="263"/>
                  </a:lnTo>
                  <a:lnTo>
                    <a:pt x="11027799" y="901"/>
                  </a:lnTo>
                  <a:lnTo>
                    <a:pt x="10994219" y="2159"/>
                  </a:lnTo>
                  <a:lnTo>
                    <a:pt x="10943622" y="4238"/>
                  </a:lnTo>
                  <a:lnTo>
                    <a:pt x="10875688" y="7312"/>
                  </a:lnTo>
                  <a:lnTo>
                    <a:pt x="10791798" y="11509"/>
                  </a:lnTo>
                  <a:lnTo>
                    <a:pt x="10694730" y="16908"/>
                  </a:lnTo>
                  <a:lnTo>
                    <a:pt x="10588157" y="23539"/>
                  </a:lnTo>
                  <a:lnTo>
                    <a:pt x="10476070" y="31398"/>
                  </a:lnTo>
                  <a:lnTo>
                    <a:pt x="10362258" y="40460"/>
                  </a:lnTo>
                  <a:lnTo>
                    <a:pt x="10249939" y="50703"/>
                  </a:lnTo>
                  <a:lnTo>
                    <a:pt x="10141574" y="62119"/>
                  </a:lnTo>
                  <a:lnTo>
                    <a:pt x="10038836" y="74728"/>
                  </a:lnTo>
                  <a:lnTo>
                    <a:pt x="9942681" y="88585"/>
                  </a:lnTo>
                  <a:lnTo>
                    <a:pt x="9853482" y="103782"/>
                  </a:lnTo>
                  <a:lnTo>
                    <a:pt x="9771167" y="120448"/>
                  </a:lnTo>
                  <a:lnTo>
                    <a:pt x="9695355" y="138750"/>
                  </a:lnTo>
                  <a:lnTo>
                    <a:pt x="9625463" y="158886"/>
                  </a:lnTo>
                  <a:lnTo>
                    <a:pt x="9560790" y="181078"/>
                  </a:lnTo>
                  <a:lnTo>
                    <a:pt x="9500581" y="205557"/>
                  </a:lnTo>
                  <a:lnTo>
                    <a:pt x="9444073" y="232547"/>
                  </a:lnTo>
                  <a:lnTo>
                    <a:pt x="9390537" y="262222"/>
                  </a:lnTo>
                  <a:lnTo>
                    <a:pt x="9347647" y="289108"/>
                  </a:lnTo>
                  <a:lnTo>
                    <a:pt x="9296090" y="325199"/>
                  </a:lnTo>
                  <a:lnTo>
                    <a:pt x="9245963" y="364325"/>
                  </a:lnTo>
                  <a:lnTo>
                    <a:pt x="9196820" y="406543"/>
                  </a:lnTo>
                  <a:lnTo>
                    <a:pt x="9148315" y="451845"/>
                  </a:lnTo>
                  <a:lnTo>
                    <a:pt x="9100182" y="500146"/>
                  </a:lnTo>
                  <a:lnTo>
                    <a:pt x="9052227" y="551282"/>
                  </a:lnTo>
                  <a:lnTo>
                    <a:pt x="9004316" y="605004"/>
                  </a:lnTo>
                  <a:lnTo>
                    <a:pt x="8956366" y="660979"/>
                  </a:lnTo>
                  <a:lnTo>
                    <a:pt x="8908339" y="718798"/>
                  </a:lnTo>
                  <a:lnTo>
                    <a:pt x="8860231" y="777984"/>
                  </a:lnTo>
                  <a:lnTo>
                    <a:pt x="8812064" y="838008"/>
                  </a:lnTo>
                  <a:lnTo>
                    <a:pt x="8763877" y="898310"/>
                  </a:lnTo>
                  <a:lnTo>
                    <a:pt x="8715712" y="958319"/>
                  </a:lnTo>
                  <a:lnTo>
                    <a:pt x="8667606" y="1017474"/>
                  </a:lnTo>
                  <a:lnTo>
                    <a:pt x="8619581" y="1075248"/>
                  </a:lnTo>
                  <a:lnTo>
                    <a:pt x="8571633" y="1131166"/>
                  </a:lnTo>
                  <a:lnTo>
                    <a:pt x="8523722" y="1184820"/>
                  </a:lnTo>
                  <a:lnTo>
                    <a:pt x="8475764" y="1235881"/>
                  </a:lnTo>
                  <a:lnTo>
                    <a:pt x="8427624" y="1284101"/>
                  </a:lnTo>
                  <a:lnTo>
                    <a:pt x="8379104" y="1329317"/>
                  </a:lnTo>
                  <a:lnTo>
                    <a:pt x="8329940" y="1371449"/>
                  </a:lnTo>
                  <a:lnTo>
                    <a:pt x="8279779" y="1410490"/>
                  </a:lnTo>
                  <a:lnTo>
                    <a:pt x="8229629" y="1445541"/>
                  </a:lnTo>
                  <a:lnTo>
                    <a:pt x="8178067" y="1477522"/>
                  </a:lnTo>
                  <a:lnTo>
                    <a:pt x="8124088" y="1506744"/>
                  </a:lnTo>
                  <a:lnTo>
                    <a:pt x="8067019" y="1533305"/>
                  </a:lnTo>
                  <a:lnTo>
                    <a:pt x="8006125" y="1557391"/>
                  </a:lnTo>
                  <a:lnTo>
                    <a:pt x="7940641" y="1579227"/>
                  </a:lnTo>
                  <a:lnTo>
                    <a:pt x="7869817" y="1599045"/>
                  </a:lnTo>
                  <a:lnTo>
                    <a:pt x="7792967" y="1617064"/>
                  </a:lnTo>
                  <a:lnTo>
                    <a:pt x="7709533" y="1633476"/>
                  </a:lnTo>
                  <a:lnTo>
                    <a:pt x="7619179" y="1648444"/>
                  </a:lnTo>
                  <a:lnTo>
                    <a:pt x="7521896" y="1662089"/>
                  </a:lnTo>
                  <a:lnTo>
                    <a:pt x="7418144" y="1674498"/>
                  </a:lnTo>
                  <a:lnTo>
                    <a:pt x="7308990" y="1685720"/>
                  </a:lnTo>
                  <a:lnTo>
                    <a:pt x="7196233" y="1695769"/>
                  </a:lnTo>
                  <a:lnTo>
                    <a:pt x="7082465" y="1704634"/>
                  </a:lnTo>
                  <a:lnTo>
                    <a:pt x="6971017" y="1712291"/>
                  </a:lnTo>
                  <a:lnTo>
                    <a:pt x="6865742" y="1718718"/>
                  </a:lnTo>
                  <a:lnTo>
                    <a:pt x="6770615" y="1723915"/>
                  </a:lnTo>
                  <a:lnTo>
                    <a:pt x="6689203" y="1727920"/>
                  </a:lnTo>
                  <a:lnTo>
                    <a:pt x="6624082" y="1730819"/>
                  </a:lnTo>
                  <a:lnTo>
                    <a:pt x="6576368" y="1732749"/>
                  </a:lnTo>
                  <a:lnTo>
                    <a:pt x="6545447" y="1733890"/>
                  </a:lnTo>
                  <a:lnTo>
                    <a:pt x="6528973" y="1734447"/>
                  </a:lnTo>
                  <a:lnTo>
                    <a:pt x="6523038" y="1734631"/>
                  </a:lnTo>
                  <a:lnTo>
                    <a:pt x="6522385" y="1734649"/>
                  </a:lnTo>
                  <a:lnTo>
                    <a:pt x="5527445" y="1734649"/>
                  </a:lnTo>
                  <a:lnTo>
                    <a:pt x="5526309" y="1734645"/>
                  </a:lnTo>
                  <a:lnTo>
                    <a:pt x="5518812" y="1734615"/>
                  </a:lnTo>
                  <a:lnTo>
                    <a:pt x="5499814" y="1734533"/>
                  </a:lnTo>
                  <a:lnTo>
                    <a:pt x="5465598" y="1734370"/>
                  </a:lnTo>
                  <a:lnTo>
                    <a:pt x="5414095" y="1734100"/>
                  </a:lnTo>
                  <a:lnTo>
                    <a:pt x="5345036" y="1733702"/>
                  </a:lnTo>
                  <a:lnTo>
                    <a:pt x="5259891" y="1733159"/>
                  </a:lnTo>
                  <a:lnTo>
                    <a:pt x="5161550" y="1732461"/>
                  </a:lnTo>
                  <a:lnTo>
                    <a:pt x="5053794" y="1731604"/>
                  </a:lnTo>
                  <a:lnTo>
                    <a:pt x="4940698" y="1730590"/>
                  </a:lnTo>
                  <a:lnTo>
                    <a:pt x="4826103" y="1729421"/>
                  </a:lnTo>
                  <a:lnTo>
                    <a:pt x="4713240" y="1728100"/>
                  </a:lnTo>
                  <a:lnTo>
                    <a:pt x="4604559" y="1726628"/>
                  </a:lnTo>
                  <a:lnTo>
                    <a:pt x="4501698" y="1725003"/>
                  </a:lnTo>
                  <a:lnTo>
                    <a:pt x="4405572" y="1723215"/>
                  </a:lnTo>
                  <a:lnTo>
                    <a:pt x="4316510" y="1721254"/>
                  </a:lnTo>
                  <a:lnTo>
                    <a:pt x="4234399" y="1719102"/>
                  </a:lnTo>
                  <a:lnTo>
                    <a:pt x="4158820" y="1716736"/>
                  </a:lnTo>
                  <a:lnTo>
                    <a:pt x="4089160" y="1714131"/>
                  </a:lnTo>
                  <a:lnTo>
                    <a:pt x="4024692" y="1711257"/>
                  </a:lnTo>
                  <a:lnTo>
                    <a:pt x="3964642" y="1708085"/>
                  </a:lnTo>
                  <a:lnTo>
                    <a:pt x="3908234" y="1704586"/>
                  </a:lnTo>
                  <a:lnTo>
                    <a:pt x="3854731" y="1700740"/>
                  </a:lnTo>
                  <a:lnTo>
                    <a:pt x="3820202" y="1697965"/>
                  </a:lnTo>
                  <a:lnTo>
                    <a:pt x="3758805" y="1692451"/>
                  </a:lnTo>
                  <a:lnTo>
                    <a:pt x="3699319" y="1686385"/>
                  </a:lnTo>
                  <a:lnTo>
                    <a:pt x="3641034" y="1679759"/>
                  </a:lnTo>
                  <a:lnTo>
                    <a:pt x="3583429" y="1672583"/>
                  </a:lnTo>
                  <a:lnTo>
                    <a:pt x="3526134" y="1664886"/>
                  </a:lnTo>
                  <a:lnTo>
                    <a:pt x="3468908" y="1656720"/>
                  </a:lnTo>
                  <a:lnTo>
                    <a:pt x="3411617" y="1648158"/>
                  </a:lnTo>
                  <a:lnTo>
                    <a:pt x="3354210" y="1639293"/>
                  </a:lnTo>
                  <a:lnTo>
                    <a:pt x="3296703" y="1630232"/>
                  </a:lnTo>
                  <a:lnTo>
                    <a:pt x="3239152" y="1621096"/>
                  </a:lnTo>
                  <a:lnTo>
                    <a:pt x="3181628" y="1612007"/>
                  </a:lnTo>
                  <a:lnTo>
                    <a:pt x="3124195" y="1603086"/>
                  </a:lnTo>
                  <a:lnTo>
                    <a:pt x="3066878" y="1594444"/>
                  </a:lnTo>
                  <a:lnTo>
                    <a:pt x="3009646" y="1586178"/>
                  </a:lnTo>
                  <a:lnTo>
                    <a:pt x="2952385" y="1578366"/>
                  </a:lnTo>
                  <a:lnTo>
                    <a:pt x="2894880" y="1571064"/>
                  </a:lnTo>
                  <a:lnTo>
                    <a:pt x="2836794" y="1564308"/>
                  </a:lnTo>
                  <a:lnTo>
                    <a:pt x="2777645" y="1558111"/>
                  </a:lnTo>
                  <a:lnTo>
                    <a:pt x="2716771" y="1552469"/>
                  </a:lnTo>
                  <a:lnTo>
                    <a:pt x="2702183" y="1551227"/>
                  </a:lnTo>
                  <a:lnTo>
                    <a:pt x="2650254" y="1547142"/>
                  </a:lnTo>
                  <a:lnTo>
                    <a:pt x="2595868" y="1543412"/>
                  </a:lnTo>
                  <a:lnTo>
                    <a:pt x="2538341" y="1540024"/>
                  </a:lnTo>
                  <a:lnTo>
                    <a:pt x="2476918" y="1536954"/>
                  </a:lnTo>
                  <a:lnTo>
                    <a:pt x="2410819" y="1534172"/>
                  </a:lnTo>
                  <a:lnTo>
                    <a:pt x="2339279" y="1531649"/>
                  </a:lnTo>
                  <a:lnTo>
                    <a:pt x="2261603" y="1529357"/>
                  </a:lnTo>
                  <a:lnTo>
                    <a:pt x="2177228" y="1527270"/>
                  </a:lnTo>
                  <a:lnTo>
                    <a:pt x="2085826" y="1525368"/>
                  </a:lnTo>
                  <a:lnTo>
                    <a:pt x="1987413" y="1523635"/>
                  </a:lnTo>
                  <a:lnTo>
                    <a:pt x="1882494" y="1522061"/>
                  </a:lnTo>
                  <a:lnTo>
                    <a:pt x="1772211" y="1520639"/>
                  </a:lnTo>
                  <a:lnTo>
                    <a:pt x="1658465" y="1519368"/>
                  </a:lnTo>
                  <a:lnTo>
                    <a:pt x="1543972" y="1518250"/>
                  </a:lnTo>
                  <a:lnTo>
                    <a:pt x="1432195" y="1517287"/>
                  </a:lnTo>
                  <a:lnTo>
                    <a:pt x="1327102" y="1516483"/>
                  </a:lnTo>
                  <a:lnTo>
                    <a:pt x="1232735" y="1515837"/>
                  </a:lnTo>
                  <a:lnTo>
                    <a:pt x="1152646" y="1515343"/>
                  </a:lnTo>
                  <a:lnTo>
                    <a:pt x="1089306" y="1514990"/>
                  </a:lnTo>
                  <a:lnTo>
                    <a:pt x="1043634" y="1514758"/>
                  </a:lnTo>
                  <a:lnTo>
                    <a:pt x="1014761" y="1514625"/>
                  </a:lnTo>
                  <a:lnTo>
                    <a:pt x="1000048" y="1514563"/>
                  </a:lnTo>
                  <a:lnTo>
                    <a:pt x="995287" y="1514544"/>
                  </a:lnTo>
                  <a:lnTo>
                    <a:pt x="994940" y="1514543"/>
                  </a:lnTo>
                  <a:lnTo>
                    <a:pt x="0" y="1514543"/>
                  </a:lnTo>
                  <a:lnTo>
                    <a:pt x="0" y="15145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7" name="pg1106"/>
            <p:cNvSpPr/>
            <p:nvPr/>
          </p:nvSpPr>
          <p:spPr>
            <a:xfrm>
              <a:off x="1199187" y="1357159"/>
              <a:ext cx="12049831" cy="2546948"/>
            </a:xfrm>
            <a:custGeom>
              <a:avLst/>
              <a:pathLst>
                <a:path w="12049831" h="2546948">
                  <a:moveTo>
                    <a:pt x="0" y="2546948"/>
                  </a:moveTo>
                  <a:lnTo>
                    <a:pt x="994940" y="2546948"/>
                  </a:lnTo>
                  <a:lnTo>
                    <a:pt x="996027" y="2546901"/>
                  </a:lnTo>
                  <a:lnTo>
                    <a:pt x="1003210" y="2546571"/>
                  </a:lnTo>
                  <a:lnTo>
                    <a:pt x="1021434" y="2545658"/>
                  </a:lnTo>
                  <a:lnTo>
                    <a:pt x="1054307" y="2543858"/>
                  </a:lnTo>
                  <a:lnTo>
                    <a:pt x="1103896" y="2540882"/>
                  </a:lnTo>
                  <a:lnTo>
                    <a:pt x="1170573" y="2536481"/>
                  </a:lnTo>
                  <a:lnTo>
                    <a:pt x="1253058" y="2530466"/>
                  </a:lnTo>
                  <a:lnTo>
                    <a:pt x="1348694" y="2522722"/>
                  </a:lnTo>
                  <a:lnTo>
                    <a:pt x="1453929" y="2513201"/>
                  </a:lnTo>
                  <a:lnTo>
                    <a:pt x="1564867" y="2501908"/>
                  </a:lnTo>
                  <a:lnTo>
                    <a:pt x="1677779" y="2488876"/>
                  </a:lnTo>
                  <a:lnTo>
                    <a:pt x="1789464" y="2474139"/>
                  </a:lnTo>
                  <a:lnTo>
                    <a:pt x="1897451" y="2457710"/>
                  </a:lnTo>
                  <a:lnTo>
                    <a:pt x="2000031" y="2439566"/>
                  </a:lnTo>
                  <a:lnTo>
                    <a:pt x="2096203" y="2419633"/>
                  </a:lnTo>
                  <a:lnTo>
                    <a:pt x="2185546" y="2397786"/>
                  </a:lnTo>
                  <a:lnTo>
                    <a:pt x="2268083" y="2373846"/>
                  </a:lnTo>
                  <a:lnTo>
                    <a:pt x="2344154" y="2347581"/>
                  </a:lnTo>
                  <a:lnTo>
                    <a:pt x="2414308" y="2318714"/>
                  </a:lnTo>
                  <a:lnTo>
                    <a:pt x="2479217" y="2286932"/>
                  </a:lnTo>
                  <a:lnTo>
                    <a:pt x="2539614" y="2251901"/>
                  </a:lnTo>
                  <a:lnTo>
                    <a:pt x="2596246" y="2213300"/>
                  </a:lnTo>
                  <a:lnTo>
                    <a:pt x="2649832" y="2170862"/>
                  </a:lnTo>
                  <a:lnTo>
                    <a:pt x="2701029" y="2124444"/>
                  </a:lnTo>
                  <a:lnTo>
                    <a:pt x="2702183" y="2123330"/>
                  </a:lnTo>
                  <a:lnTo>
                    <a:pt x="2748155" y="2076471"/>
                  </a:lnTo>
                  <a:lnTo>
                    <a:pt x="2792952" y="2026101"/>
                  </a:lnTo>
                  <a:lnTo>
                    <a:pt x="2836899" y="1972148"/>
                  </a:lnTo>
                  <a:lnTo>
                    <a:pt x="2880259" y="1914601"/>
                  </a:lnTo>
                  <a:lnTo>
                    <a:pt x="2923241" y="1853515"/>
                  </a:lnTo>
                  <a:lnTo>
                    <a:pt x="2966004" y="1789019"/>
                  </a:lnTo>
                  <a:lnTo>
                    <a:pt x="3008669" y="1721319"/>
                  </a:lnTo>
                  <a:lnTo>
                    <a:pt x="3051318" y="1650695"/>
                  </a:lnTo>
                  <a:lnTo>
                    <a:pt x="3094003" y="1577506"/>
                  </a:lnTo>
                  <a:lnTo>
                    <a:pt x="3136751" y="1502182"/>
                  </a:lnTo>
                  <a:lnTo>
                    <a:pt x="3179563" y="1425212"/>
                  </a:lnTo>
                  <a:lnTo>
                    <a:pt x="3222427" y="1347136"/>
                  </a:lnTo>
                  <a:lnTo>
                    <a:pt x="3265318" y="1268527"/>
                  </a:lnTo>
                  <a:lnTo>
                    <a:pt x="3308206" y="1189974"/>
                  </a:lnTo>
                  <a:lnTo>
                    <a:pt x="3351062" y="1112067"/>
                  </a:lnTo>
                  <a:lnTo>
                    <a:pt x="3393862" y="1035373"/>
                  </a:lnTo>
                  <a:lnTo>
                    <a:pt x="3436597" y="960423"/>
                  </a:lnTo>
                  <a:lnTo>
                    <a:pt x="3479273" y="887697"/>
                  </a:lnTo>
                  <a:lnTo>
                    <a:pt x="3521920" y="817610"/>
                  </a:lnTo>
                  <a:lnTo>
                    <a:pt x="3564596" y="750506"/>
                  </a:lnTo>
                  <a:lnTo>
                    <a:pt x="3607390" y="686653"/>
                  </a:lnTo>
                  <a:lnTo>
                    <a:pt x="3650431" y="626240"/>
                  </a:lnTo>
                  <a:lnTo>
                    <a:pt x="3693887" y="569382"/>
                  </a:lnTo>
                  <a:lnTo>
                    <a:pt x="3737975" y="516121"/>
                  </a:lnTo>
                  <a:lnTo>
                    <a:pt x="3782970" y="466433"/>
                  </a:lnTo>
                  <a:lnTo>
                    <a:pt x="3820202" y="428858"/>
                  </a:lnTo>
                  <a:lnTo>
                    <a:pt x="3871351" y="382349"/>
                  </a:lnTo>
                  <a:lnTo>
                    <a:pt x="3924875" y="339820"/>
                  </a:lnTo>
                  <a:lnTo>
                    <a:pt x="3981429" y="301133"/>
                  </a:lnTo>
                  <a:lnTo>
                    <a:pt x="4041731" y="266024"/>
                  </a:lnTo>
                  <a:lnTo>
                    <a:pt x="4106528" y="234171"/>
                  </a:lnTo>
                  <a:lnTo>
                    <a:pt x="4176553" y="205240"/>
                  </a:lnTo>
                  <a:lnTo>
                    <a:pt x="4252481" y="178919"/>
                  </a:lnTo>
                  <a:lnTo>
                    <a:pt x="4334865" y="154928"/>
                  </a:lnTo>
                  <a:lnTo>
                    <a:pt x="4424049" y="133035"/>
                  </a:lnTo>
                  <a:lnTo>
                    <a:pt x="4520067" y="113060"/>
                  </a:lnTo>
                  <a:lnTo>
                    <a:pt x="4622509" y="94876"/>
                  </a:lnTo>
                  <a:lnTo>
                    <a:pt x="4730387" y="78408"/>
                  </a:lnTo>
                  <a:lnTo>
                    <a:pt x="4842013" y="63632"/>
                  </a:lnTo>
                  <a:lnTo>
                    <a:pt x="4954930" y="50560"/>
                  </a:lnTo>
                  <a:lnTo>
                    <a:pt x="5065954" y="39227"/>
                  </a:lnTo>
                  <a:lnTo>
                    <a:pt x="5171364" y="29665"/>
                  </a:lnTo>
                  <a:lnTo>
                    <a:pt x="5267263" y="21880"/>
                  </a:lnTo>
                  <a:lnTo>
                    <a:pt x="5350084" y="15826"/>
                  </a:lnTo>
                  <a:lnTo>
                    <a:pt x="5417146" y="11390"/>
                  </a:lnTo>
                  <a:lnTo>
                    <a:pt x="5467130" y="8384"/>
                  </a:lnTo>
                  <a:lnTo>
                    <a:pt x="5500371" y="6560"/>
                  </a:lnTo>
                  <a:lnTo>
                    <a:pt x="5518896" y="5630"/>
                  </a:lnTo>
                  <a:lnTo>
                    <a:pt x="5526282" y="529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7" y="5279"/>
                  </a:lnTo>
                  <a:lnTo>
                    <a:pt x="6530764" y="5558"/>
                  </a:lnTo>
                  <a:lnTo>
                    <a:pt x="6549218" y="6329"/>
                  </a:lnTo>
                  <a:lnTo>
                    <a:pt x="6582492" y="7849"/>
                  </a:lnTo>
                  <a:lnTo>
                    <a:pt x="6632652" y="10361"/>
                  </a:lnTo>
                  <a:lnTo>
                    <a:pt x="6700043" y="14075"/>
                  </a:lnTo>
                  <a:lnTo>
                    <a:pt x="6783325" y="19149"/>
                  </a:lnTo>
                  <a:lnTo>
                    <a:pt x="6879775" y="25679"/>
                  </a:lnTo>
                  <a:lnTo>
                    <a:pt x="6985772" y="33702"/>
                  </a:lnTo>
                  <a:lnTo>
                    <a:pt x="7097365" y="43214"/>
                  </a:lnTo>
                  <a:lnTo>
                    <a:pt x="7210791" y="54186"/>
                  </a:lnTo>
                  <a:lnTo>
                    <a:pt x="7322839" y="66590"/>
                  </a:lnTo>
                  <a:lnTo>
                    <a:pt x="7431043" y="80416"/>
                  </a:lnTo>
                  <a:lnTo>
                    <a:pt x="7533716" y="95687"/>
                  </a:lnTo>
                  <a:lnTo>
                    <a:pt x="7629881" y="112466"/>
                  </a:lnTo>
                  <a:lnTo>
                    <a:pt x="7719144" y="130862"/>
                  </a:lnTo>
                  <a:lnTo>
                    <a:pt x="7801555" y="151030"/>
                  </a:lnTo>
                  <a:lnTo>
                    <a:pt x="7877479" y="173169"/>
                  </a:lnTo>
                  <a:lnTo>
                    <a:pt x="7947484" y="197515"/>
                  </a:lnTo>
                  <a:lnTo>
                    <a:pt x="8012258" y="224336"/>
                  </a:lnTo>
                  <a:lnTo>
                    <a:pt x="8072547" y="253911"/>
                  </a:lnTo>
                  <a:lnTo>
                    <a:pt x="8129107" y="286511"/>
                  </a:lnTo>
                  <a:lnTo>
                    <a:pt x="8182663" y="322354"/>
                  </a:lnTo>
                  <a:lnTo>
                    <a:pt x="8229629" y="358109"/>
                  </a:lnTo>
                  <a:lnTo>
                    <a:pt x="8278400" y="399650"/>
                  </a:lnTo>
                  <a:lnTo>
                    <a:pt x="8325870" y="444493"/>
                  </a:lnTo>
                  <a:lnTo>
                    <a:pt x="8372422" y="492705"/>
                  </a:lnTo>
                  <a:lnTo>
                    <a:pt x="8418359" y="544287"/>
                  </a:lnTo>
                  <a:lnTo>
                    <a:pt x="8463919" y="599168"/>
                  </a:lnTo>
                  <a:lnTo>
                    <a:pt x="8509278" y="657199"/>
                  </a:lnTo>
                  <a:lnTo>
                    <a:pt x="8554564" y="718149"/>
                  </a:lnTo>
                  <a:lnTo>
                    <a:pt x="8599862" y="781707"/>
                  </a:lnTo>
                  <a:lnTo>
                    <a:pt x="8645219" y="847482"/>
                  </a:lnTo>
                  <a:lnTo>
                    <a:pt x="8690649" y="915012"/>
                  </a:lnTo>
                  <a:lnTo>
                    <a:pt x="8736146" y="983778"/>
                  </a:lnTo>
                  <a:lnTo>
                    <a:pt x="8781682" y="1053220"/>
                  </a:lnTo>
                  <a:lnTo>
                    <a:pt x="8827225" y="1122752"/>
                  </a:lnTo>
                  <a:lnTo>
                    <a:pt x="8872736" y="1191786"/>
                  </a:lnTo>
                  <a:lnTo>
                    <a:pt x="8918189" y="1259751"/>
                  </a:lnTo>
                  <a:lnTo>
                    <a:pt x="8963568" y="1326114"/>
                  </a:lnTo>
                  <a:lnTo>
                    <a:pt x="9008880" y="1390394"/>
                  </a:lnTo>
                  <a:lnTo>
                    <a:pt x="9054163" y="1452177"/>
                  </a:lnTo>
                  <a:lnTo>
                    <a:pt x="9099489" y="1511128"/>
                  </a:lnTo>
                  <a:lnTo>
                    <a:pt x="9144970" y="1566991"/>
                  </a:lnTo>
                  <a:lnTo>
                    <a:pt x="9190770" y="1619591"/>
                  </a:lnTo>
                  <a:lnTo>
                    <a:pt x="9237106" y="1668836"/>
                  </a:lnTo>
                  <a:lnTo>
                    <a:pt x="9284258" y="1714704"/>
                  </a:lnTo>
                  <a:lnTo>
                    <a:pt x="9332586" y="1757243"/>
                  </a:lnTo>
                  <a:lnTo>
                    <a:pt x="9347647" y="1769587"/>
                  </a:lnTo>
                  <a:lnTo>
                    <a:pt x="9399031" y="1808495"/>
                  </a:lnTo>
                  <a:lnTo>
                    <a:pt x="9452814" y="1844058"/>
                  </a:lnTo>
                  <a:lnTo>
                    <a:pt x="9509660" y="1876393"/>
                  </a:lnTo>
                  <a:lnTo>
                    <a:pt x="9570298" y="1905725"/>
                  </a:lnTo>
                  <a:lnTo>
                    <a:pt x="9635485" y="1932326"/>
                  </a:lnTo>
                  <a:lnTo>
                    <a:pt x="9705963" y="1956476"/>
                  </a:lnTo>
                  <a:lnTo>
                    <a:pt x="9782415" y="1978440"/>
                  </a:lnTo>
                  <a:lnTo>
                    <a:pt x="9865394" y="1998452"/>
                  </a:lnTo>
                  <a:lnTo>
                    <a:pt x="9955243" y="2016706"/>
                  </a:lnTo>
                  <a:lnTo>
                    <a:pt x="10051978" y="2033354"/>
                  </a:lnTo>
                  <a:lnTo>
                    <a:pt x="10155165" y="2048501"/>
                  </a:lnTo>
                  <a:lnTo>
                    <a:pt x="10263769" y="2062207"/>
                  </a:lnTo>
                  <a:lnTo>
                    <a:pt x="10376039" y="2074491"/>
                  </a:lnTo>
                  <a:lnTo>
                    <a:pt x="10489445" y="2085341"/>
                  </a:lnTo>
                  <a:lnTo>
                    <a:pt x="10600716" y="2094729"/>
                  </a:lnTo>
                  <a:lnTo>
                    <a:pt x="10706059" y="2102626"/>
                  </a:lnTo>
                  <a:lnTo>
                    <a:pt x="10801530" y="2109030"/>
                  </a:lnTo>
                  <a:lnTo>
                    <a:pt x="10883561" y="2113985"/>
                  </a:lnTo>
                  <a:lnTo>
                    <a:pt x="10949527" y="2117591"/>
                  </a:lnTo>
                  <a:lnTo>
                    <a:pt x="10998226" y="2120011"/>
                  </a:lnTo>
                  <a:lnTo>
                    <a:pt x="11030146" y="2121458"/>
                  </a:lnTo>
                  <a:lnTo>
                    <a:pt x="11047497" y="2122177"/>
                  </a:lnTo>
                  <a:lnTo>
                    <a:pt x="11054041" y="2122426"/>
                  </a:lnTo>
                  <a:lnTo>
                    <a:pt x="11054891" y="2122456"/>
                  </a:lnTo>
                  <a:lnTo>
                    <a:pt x="12049831" y="2122456"/>
                  </a:lnTo>
                  <a:lnTo>
                    <a:pt x="12049831" y="2117216"/>
                  </a:lnTo>
                  <a:lnTo>
                    <a:pt x="11054891" y="2117216"/>
                  </a:lnTo>
                  <a:lnTo>
                    <a:pt x="11053789" y="2117176"/>
                  </a:lnTo>
                  <a:lnTo>
                    <a:pt x="11046513" y="2116897"/>
                  </a:lnTo>
                  <a:lnTo>
                    <a:pt x="11028058" y="2116127"/>
                  </a:lnTo>
                  <a:lnTo>
                    <a:pt x="10994785" y="2114607"/>
                  </a:lnTo>
                  <a:lnTo>
                    <a:pt x="10944624" y="2112095"/>
                  </a:lnTo>
                  <a:lnTo>
                    <a:pt x="10877234" y="2108380"/>
                  </a:lnTo>
                  <a:lnTo>
                    <a:pt x="10793951" y="2103306"/>
                  </a:lnTo>
                  <a:lnTo>
                    <a:pt x="10697501" y="2096777"/>
                  </a:lnTo>
                  <a:lnTo>
                    <a:pt x="10591505" y="2088753"/>
                  </a:lnTo>
                  <a:lnTo>
                    <a:pt x="10479912" y="2079242"/>
                  </a:lnTo>
                  <a:lnTo>
                    <a:pt x="10366486" y="2068270"/>
                  </a:lnTo>
                  <a:lnTo>
                    <a:pt x="10254437" y="2055865"/>
                  </a:lnTo>
                  <a:lnTo>
                    <a:pt x="10146233" y="2042039"/>
                  </a:lnTo>
                  <a:lnTo>
                    <a:pt x="10043560" y="2026769"/>
                  </a:lnTo>
                  <a:lnTo>
                    <a:pt x="9947396" y="2009990"/>
                  </a:lnTo>
                  <a:lnTo>
                    <a:pt x="9858133" y="1991594"/>
                  </a:lnTo>
                  <a:lnTo>
                    <a:pt x="9775721" y="1971425"/>
                  </a:lnTo>
                  <a:lnTo>
                    <a:pt x="9699797" y="1949287"/>
                  </a:lnTo>
                  <a:lnTo>
                    <a:pt x="9629792" y="1924940"/>
                  </a:lnTo>
                  <a:lnTo>
                    <a:pt x="9565018" y="1898120"/>
                  </a:lnTo>
                  <a:lnTo>
                    <a:pt x="9504729" y="1868545"/>
                  </a:lnTo>
                  <a:lnTo>
                    <a:pt x="9448169" y="1835945"/>
                  </a:lnTo>
                  <a:lnTo>
                    <a:pt x="9394613" y="1800102"/>
                  </a:lnTo>
                  <a:lnTo>
                    <a:pt x="9347647" y="1764346"/>
                  </a:lnTo>
                  <a:lnTo>
                    <a:pt x="9298876" y="1722806"/>
                  </a:lnTo>
                  <a:lnTo>
                    <a:pt x="9251407" y="1677963"/>
                  </a:lnTo>
                  <a:lnTo>
                    <a:pt x="9204855" y="1629751"/>
                  </a:lnTo>
                  <a:lnTo>
                    <a:pt x="9158917" y="1578169"/>
                  </a:lnTo>
                  <a:lnTo>
                    <a:pt x="9113358" y="1523288"/>
                  </a:lnTo>
                  <a:lnTo>
                    <a:pt x="9067999" y="1465257"/>
                  </a:lnTo>
                  <a:lnTo>
                    <a:pt x="9022712" y="1404306"/>
                  </a:lnTo>
                  <a:lnTo>
                    <a:pt x="8977414" y="1340749"/>
                  </a:lnTo>
                  <a:lnTo>
                    <a:pt x="8932058" y="1274974"/>
                  </a:lnTo>
                  <a:lnTo>
                    <a:pt x="8886627" y="1207444"/>
                  </a:lnTo>
                  <a:lnTo>
                    <a:pt x="8841131" y="1138677"/>
                  </a:lnTo>
                  <a:lnTo>
                    <a:pt x="8795594" y="1069236"/>
                  </a:lnTo>
                  <a:lnTo>
                    <a:pt x="8750052" y="999704"/>
                  </a:lnTo>
                  <a:lnTo>
                    <a:pt x="8704540" y="930670"/>
                  </a:lnTo>
                  <a:lnTo>
                    <a:pt x="8659087" y="862704"/>
                  </a:lnTo>
                  <a:lnTo>
                    <a:pt x="8613709" y="796342"/>
                  </a:lnTo>
                  <a:lnTo>
                    <a:pt x="8568396" y="732062"/>
                  </a:lnTo>
                  <a:lnTo>
                    <a:pt x="8523113" y="670278"/>
                  </a:lnTo>
                  <a:lnTo>
                    <a:pt x="8477788" y="611327"/>
                  </a:lnTo>
                  <a:lnTo>
                    <a:pt x="8432306" y="555465"/>
                  </a:lnTo>
                  <a:lnTo>
                    <a:pt x="8386506" y="502864"/>
                  </a:lnTo>
                  <a:lnTo>
                    <a:pt x="8340171" y="453620"/>
                  </a:lnTo>
                  <a:lnTo>
                    <a:pt x="8293018" y="407752"/>
                  </a:lnTo>
                  <a:lnTo>
                    <a:pt x="8244691" y="365213"/>
                  </a:lnTo>
                  <a:lnTo>
                    <a:pt x="8229629" y="352869"/>
                  </a:lnTo>
                  <a:lnTo>
                    <a:pt x="8178245" y="313961"/>
                  </a:lnTo>
                  <a:lnTo>
                    <a:pt x="8124462" y="278398"/>
                  </a:lnTo>
                  <a:lnTo>
                    <a:pt x="8067617" y="246063"/>
                  </a:lnTo>
                  <a:lnTo>
                    <a:pt x="8006978" y="216731"/>
                  </a:lnTo>
                  <a:lnTo>
                    <a:pt x="7941792" y="190130"/>
                  </a:lnTo>
                  <a:lnTo>
                    <a:pt x="7871313" y="165979"/>
                  </a:lnTo>
                  <a:lnTo>
                    <a:pt x="7794861" y="144016"/>
                  </a:lnTo>
                  <a:lnTo>
                    <a:pt x="7711882" y="124004"/>
                  </a:lnTo>
                  <a:lnTo>
                    <a:pt x="7622034" y="105749"/>
                  </a:lnTo>
                  <a:lnTo>
                    <a:pt x="7525298" y="89101"/>
                  </a:lnTo>
                  <a:lnTo>
                    <a:pt x="7422112" y="73954"/>
                  </a:lnTo>
                  <a:lnTo>
                    <a:pt x="7313508" y="60249"/>
                  </a:lnTo>
                  <a:lnTo>
                    <a:pt x="7201237" y="47965"/>
                  </a:lnTo>
                  <a:lnTo>
                    <a:pt x="7087832" y="37114"/>
                  </a:lnTo>
                  <a:lnTo>
                    <a:pt x="6976560" y="27727"/>
                  </a:lnTo>
                  <a:lnTo>
                    <a:pt x="6871217" y="19830"/>
                  </a:lnTo>
                  <a:lnTo>
                    <a:pt x="6775747" y="13426"/>
                  </a:lnTo>
                  <a:lnTo>
                    <a:pt x="6693716" y="8471"/>
                  </a:lnTo>
                  <a:lnTo>
                    <a:pt x="6627749" y="4865"/>
                  </a:lnTo>
                  <a:lnTo>
                    <a:pt x="6579051" y="2445"/>
                  </a:lnTo>
                  <a:lnTo>
                    <a:pt x="6547130" y="998"/>
                  </a:lnTo>
                  <a:lnTo>
                    <a:pt x="6529780" y="279"/>
                  </a:lnTo>
                  <a:lnTo>
                    <a:pt x="6523235" y="3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8" y="46"/>
                  </a:lnTo>
                  <a:lnTo>
                    <a:pt x="5519175" y="376"/>
                  </a:lnTo>
                  <a:lnTo>
                    <a:pt x="5500951" y="1289"/>
                  </a:lnTo>
                  <a:lnTo>
                    <a:pt x="5468078" y="3089"/>
                  </a:lnTo>
                  <a:lnTo>
                    <a:pt x="5418489" y="6065"/>
                  </a:lnTo>
                  <a:lnTo>
                    <a:pt x="5351812" y="10466"/>
                  </a:lnTo>
                  <a:lnTo>
                    <a:pt x="5269327" y="16481"/>
                  </a:lnTo>
                  <a:lnTo>
                    <a:pt x="5173691" y="24225"/>
                  </a:lnTo>
                  <a:lnTo>
                    <a:pt x="5068456" y="33746"/>
                  </a:lnTo>
                  <a:lnTo>
                    <a:pt x="4957518" y="45039"/>
                  </a:lnTo>
                  <a:lnTo>
                    <a:pt x="4844606" y="58071"/>
                  </a:lnTo>
                  <a:lnTo>
                    <a:pt x="4732921" y="72808"/>
                  </a:lnTo>
                  <a:lnTo>
                    <a:pt x="4624934" y="89237"/>
                  </a:lnTo>
                  <a:lnTo>
                    <a:pt x="4522354" y="107382"/>
                  </a:lnTo>
                  <a:lnTo>
                    <a:pt x="4426182" y="127314"/>
                  </a:lnTo>
                  <a:lnTo>
                    <a:pt x="4336839" y="149161"/>
                  </a:lnTo>
                  <a:lnTo>
                    <a:pt x="4254302" y="173101"/>
                  </a:lnTo>
                  <a:lnTo>
                    <a:pt x="4178231" y="199366"/>
                  </a:lnTo>
                  <a:lnTo>
                    <a:pt x="4108077" y="228233"/>
                  </a:lnTo>
                  <a:lnTo>
                    <a:pt x="4043168" y="260016"/>
                  </a:lnTo>
                  <a:lnTo>
                    <a:pt x="3982771" y="295046"/>
                  </a:lnTo>
                  <a:lnTo>
                    <a:pt x="3926139" y="333647"/>
                  </a:lnTo>
                  <a:lnTo>
                    <a:pt x="3872553" y="376086"/>
                  </a:lnTo>
                  <a:lnTo>
                    <a:pt x="3821356" y="422503"/>
                  </a:lnTo>
                  <a:lnTo>
                    <a:pt x="3820202" y="423617"/>
                  </a:lnTo>
                  <a:lnTo>
                    <a:pt x="3774230" y="470476"/>
                  </a:lnTo>
                  <a:lnTo>
                    <a:pt x="3729433" y="520846"/>
                  </a:lnTo>
                  <a:lnTo>
                    <a:pt x="3685486" y="574799"/>
                  </a:lnTo>
                  <a:lnTo>
                    <a:pt x="3642126" y="632347"/>
                  </a:lnTo>
                  <a:lnTo>
                    <a:pt x="3599144" y="693432"/>
                  </a:lnTo>
                  <a:lnTo>
                    <a:pt x="3556381" y="757928"/>
                  </a:lnTo>
                  <a:lnTo>
                    <a:pt x="3513716" y="825629"/>
                  </a:lnTo>
                  <a:lnTo>
                    <a:pt x="3471067" y="896252"/>
                  </a:lnTo>
                  <a:lnTo>
                    <a:pt x="3428382" y="969441"/>
                  </a:lnTo>
                  <a:lnTo>
                    <a:pt x="3385634" y="1044765"/>
                  </a:lnTo>
                  <a:lnTo>
                    <a:pt x="3342822" y="1121735"/>
                  </a:lnTo>
                  <a:lnTo>
                    <a:pt x="3299958" y="1199811"/>
                  </a:lnTo>
                  <a:lnTo>
                    <a:pt x="3257067" y="1278421"/>
                  </a:lnTo>
                  <a:lnTo>
                    <a:pt x="3214179" y="1356973"/>
                  </a:lnTo>
                  <a:lnTo>
                    <a:pt x="3171323" y="1434880"/>
                  </a:lnTo>
                  <a:lnTo>
                    <a:pt x="3128523" y="1511574"/>
                  </a:lnTo>
                  <a:lnTo>
                    <a:pt x="3085788" y="1586524"/>
                  </a:lnTo>
                  <a:lnTo>
                    <a:pt x="3043112" y="1659250"/>
                  </a:lnTo>
                  <a:lnTo>
                    <a:pt x="3000465" y="1729337"/>
                  </a:lnTo>
                  <a:lnTo>
                    <a:pt x="2957789" y="1796441"/>
                  </a:lnTo>
                  <a:lnTo>
                    <a:pt x="2914995" y="1860294"/>
                  </a:lnTo>
                  <a:lnTo>
                    <a:pt x="2871954" y="1920707"/>
                  </a:lnTo>
                  <a:lnTo>
                    <a:pt x="2828498" y="1977565"/>
                  </a:lnTo>
                  <a:lnTo>
                    <a:pt x="2784410" y="2030826"/>
                  </a:lnTo>
                  <a:lnTo>
                    <a:pt x="2739415" y="2080514"/>
                  </a:lnTo>
                  <a:lnTo>
                    <a:pt x="2702183" y="2118089"/>
                  </a:lnTo>
                  <a:lnTo>
                    <a:pt x="2651034" y="2164598"/>
                  </a:lnTo>
                  <a:lnTo>
                    <a:pt x="2597510" y="2207127"/>
                  </a:lnTo>
                  <a:lnTo>
                    <a:pt x="2540956" y="2245814"/>
                  </a:lnTo>
                  <a:lnTo>
                    <a:pt x="2480654" y="2280923"/>
                  </a:lnTo>
                  <a:lnTo>
                    <a:pt x="2415857" y="2312777"/>
                  </a:lnTo>
                  <a:lnTo>
                    <a:pt x="2345832" y="2341707"/>
                  </a:lnTo>
                  <a:lnTo>
                    <a:pt x="2269904" y="2368029"/>
                  </a:lnTo>
                  <a:lnTo>
                    <a:pt x="2187520" y="2392019"/>
                  </a:lnTo>
                  <a:lnTo>
                    <a:pt x="2098336" y="2413912"/>
                  </a:lnTo>
                  <a:lnTo>
                    <a:pt x="2002318" y="2433887"/>
                  </a:lnTo>
                  <a:lnTo>
                    <a:pt x="1899876" y="2452072"/>
                  </a:lnTo>
                  <a:lnTo>
                    <a:pt x="1791998" y="2468539"/>
                  </a:lnTo>
                  <a:lnTo>
                    <a:pt x="1680372" y="2483315"/>
                  </a:lnTo>
                  <a:lnTo>
                    <a:pt x="1567455" y="2496387"/>
                  </a:lnTo>
                  <a:lnTo>
                    <a:pt x="1456431" y="2507720"/>
                  </a:lnTo>
                  <a:lnTo>
                    <a:pt x="1351021" y="2517282"/>
                  </a:lnTo>
                  <a:lnTo>
                    <a:pt x="1255122" y="2525067"/>
                  </a:lnTo>
                  <a:lnTo>
                    <a:pt x="1172301" y="2531121"/>
                  </a:lnTo>
                  <a:lnTo>
                    <a:pt x="1105239" y="2535557"/>
                  </a:lnTo>
                  <a:lnTo>
                    <a:pt x="1055255" y="2538563"/>
                  </a:lnTo>
                  <a:lnTo>
                    <a:pt x="1022014" y="2540387"/>
                  </a:lnTo>
                  <a:lnTo>
                    <a:pt x="1003489" y="2541317"/>
                  </a:lnTo>
                  <a:lnTo>
                    <a:pt x="996103" y="2541657"/>
                  </a:lnTo>
                  <a:lnTo>
                    <a:pt x="994940" y="2541707"/>
                  </a:lnTo>
                  <a:lnTo>
                    <a:pt x="0" y="2541707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08" name="pl1107"/>
            <p:cNvSpPr/>
            <p:nvPr/>
          </p:nvSpPr>
          <p:spPr>
            <a:xfrm>
              <a:off x="1199187" y="1362400"/>
              <a:ext cx="12049831" cy="2541707"/>
            </a:xfrm>
            <a:custGeom>
              <a:avLst/>
              <a:pathLst>
                <a:path w="12049831" h="2541707">
                  <a:moveTo>
                    <a:pt x="0" y="2541707"/>
                  </a:moveTo>
                  <a:lnTo>
                    <a:pt x="994940" y="2541707"/>
                  </a:lnTo>
                  <a:lnTo>
                    <a:pt x="996027" y="2541661"/>
                  </a:lnTo>
                  <a:lnTo>
                    <a:pt x="1003210" y="2541330"/>
                  </a:lnTo>
                  <a:lnTo>
                    <a:pt x="1021434" y="2540417"/>
                  </a:lnTo>
                  <a:lnTo>
                    <a:pt x="1054307" y="2538617"/>
                  </a:lnTo>
                  <a:lnTo>
                    <a:pt x="1103896" y="2535642"/>
                  </a:lnTo>
                  <a:lnTo>
                    <a:pt x="1170573" y="2531240"/>
                  </a:lnTo>
                  <a:lnTo>
                    <a:pt x="1253058" y="2525226"/>
                  </a:lnTo>
                  <a:lnTo>
                    <a:pt x="1348694" y="2517481"/>
                  </a:lnTo>
                  <a:lnTo>
                    <a:pt x="1453929" y="2507960"/>
                  </a:lnTo>
                  <a:lnTo>
                    <a:pt x="1564867" y="2496667"/>
                  </a:lnTo>
                  <a:lnTo>
                    <a:pt x="1677779" y="2483635"/>
                  </a:lnTo>
                  <a:lnTo>
                    <a:pt x="1789464" y="2468898"/>
                  </a:lnTo>
                  <a:lnTo>
                    <a:pt x="1897451" y="2452469"/>
                  </a:lnTo>
                  <a:lnTo>
                    <a:pt x="2000031" y="2434325"/>
                  </a:lnTo>
                  <a:lnTo>
                    <a:pt x="2096203" y="2414392"/>
                  </a:lnTo>
                  <a:lnTo>
                    <a:pt x="2185546" y="2392546"/>
                  </a:lnTo>
                  <a:lnTo>
                    <a:pt x="2268083" y="2368606"/>
                  </a:lnTo>
                  <a:lnTo>
                    <a:pt x="2344154" y="2342341"/>
                  </a:lnTo>
                  <a:lnTo>
                    <a:pt x="2414308" y="2313474"/>
                  </a:lnTo>
                  <a:lnTo>
                    <a:pt x="2479217" y="2281691"/>
                  </a:lnTo>
                  <a:lnTo>
                    <a:pt x="2539614" y="2246660"/>
                  </a:lnTo>
                  <a:lnTo>
                    <a:pt x="2596246" y="2208060"/>
                  </a:lnTo>
                  <a:lnTo>
                    <a:pt x="2649832" y="2165621"/>
                  </a:lnTo>
                  <a:lnTo>
                    <a:pt x="2701029" y="2119204"/>
                  </a:lnTo>
                  <a:lnTo>
                    <a:pt x="2702183" y="2118089"/>
                  </a:lnTo>
                  <a:lnTo>
                    <a:pt x="2748155" y="2071231"/>
                  </a:lnTo>
                  <a:lnTo>
                    <a:pt x="2792952" y="2020860"/>
                  </a:lnTo>
                  <a:lnTo>
                    <a:pt x="2836899" y="1966907"/>
                  </a:lnTo>
                  <a:lnTo>
                    <a:pt x="2880259" y="1909360"/>
                  </a:lnTo>
                  <a:lnTo>
                    <a:pt x="2923241" y="1848274"/>
                  </a:lnTo>
                  <a:lnTo>
                    <a:pt x="2966004" y="1783779"/>
                  </a:lnTo>
                  <a:lnTo>
                    <a:pt x="3008669" y="1716078"/>
                  </a:lnTo>
                  <a:lnTo>
                    <a:pt x="3051318" y="1645454"/>
                  </a:lnTo>
                  <a:lnTo>
                    <a:pt x="3094003" y="1572266"/>
                  </a:lnTo>
                  <a:lnTo>
                    <a:pt x="3136751" y="1496941"/>
                  </a:lnTo>
                  <a:lnTo>
                    <a:pt x="3179563" y="1419971"/>
                  </a:lnTo>
                  <a:lnTo>
                    <a:pt x="3222427" y="1341895"/>
                  </a:lnTo>
                  <a:lnTo>
                    <a:pt x="3265318" y="1263286"/>
                  </a:lnTo>
                  <a:lnTo>
                    <a:pt x="3308206" y="1184734"/>
                  </a:lnTo>
                  <a:lnTo>
                    <a:pt x="3351062" y="1106827"/>
                  </a:lnTo>
                  <a:lnTo>
                    <a:pt x="3393862" y="1030132"/>
                  </a:lnTo>
                  <a:lnTo>
                    <a:pt x="3436597" y="955183"/>
                  </a:lnTo>
                  <a:lnTo>
                    <a:pt x="3479273" y="882456"/>
                  </a:lnTo>
                  <a:lnTo>
                    <a:pt x="3521920" y="812369"/>
                  </a:lnTo>
                  <a:lnTo>
                    <a:pt x="3564596" y="745265"/>
                  </a:lnTo>
                  <a:lnTo>
                    <a:pt x="3607390" y="681412"/>
                  </a:lnTo>
                  <a:lnTo>
                    <a:pt x="3650431" y="621000"/>
                  </a:lnTo>
                  <a:lnTo>
                    <a:pt x="3693887" y="564142"/>
                  </a:lnTo>
                  <a:lnTo>
                    <a:pt x="3737975" y="510880"/>
                  </a:lnTo>
                  <a:lnTo>
                    <a:pt x="3782970" y="461193"/>
                  </a:lnTo>
                  <a:lnTo>
                    <a:pt x="3820202" y="423617"/>
                  </a:lnTo>
                  <a:lnTo>
                    <a:pt x="3871351" y="377108"/>
                  </a:lnTo>
                  <a:lnTo>
                    <a:pt x="3924875" y="334579"/>
                  </a:lnTo>
                  <a:lnTo>
                    <a:pt x="3981429" y="295893"/>
                  </a:lnTo>
                  <a:lnTo>
                    <a:pt x="4041731" y="260784"/>
                  </a:lnTo>
                  <a:lnTo>
                    <a:pt x="4106528" y="228930"/>
                  </a:lnTo>
                  <a:lnTo>
                    <a:pt x="4176553" y="199999"/>
                  </a:lnTo>
                  <a:lnTo>
                    <a:pt x="4252481" y="173678"/>
                  </a:lnTo>
                  <a:lnTo>
                    <a:pt x="4334865" y="149687"/>
                  </a:lnTo>
                  <a:lnTo>
                    <a:pt x="4424049" y="127795"/>
                  </a:lnTo>
                  <a:lnTo>
                    <a:pt x="4520067" y="107820"/>
                  </a:lnTo>
                  <a:lnTo>
                    <a:pt x="4622509" y="89635"/>
                  </a:lnTo>
                  <a:lnTo>
                    <a:pt x="4730387" y="73167"/>
                  </a:lnTo>
                  <a:lnTo>
                    <a:pt x="4842013" y="58391"/>
                  </a:lnTo>
                  <a:lnTo>
                    <a:pt x="4954930" y="45319"/>
                  </a:lnTo>
                  <a:lnTo>
                    <a:pt x="5065954" y="33986"/>
                  </a:lnTo>
                  <a:lnTo>
                    <a:pt x="5171364" y="24424"/>
                  </a:lnTo>
                  <a:lnTo>
                    <a:pt x="5267263" y="16639"/>
                  </a:lnTo>
                  <a:lnTo>
                    <a:pt x="5350084" y="10586"/>
                  </a:lnTo>
                  <a:lnTo>
                    <a:pt x="5417146" y="6149"/>
                  </a:lnTo>
                  <a:lnTo>
                    <a:pt x="5467130" y="3143"/>
                  </a:lnTo>
                  <a:lnTo>
                    <a:pt x="5500371" y="1320"/>
                  </a:lnTo>
                  <a:lnTo>
                    <a:pt x="5518896" y="390"/>
                  </a:lnTo>
                  <a:lnTo>
                    <a:pt x="5526282" y="49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7" y="39"/>
                  </a:lnTo>
                  <a:lnTo>
                    <a:pt x="6530764" y="318"/>
                  </a:lnTo>
                  <a:lnTo>
                    <a:pt x="6549218" y="1089"/>
                  </a:lnTo>
                  <a:lnTo>
                    <a:pt x="6582492" y="2608"/>
                  </a:lnTo>
                  <a:lnTo>
                    <a:pt x="6632652" y="5120"/>
                  </a:lnTo>
                  <a:lnTo>
                    <a:pt x="6700043" y="8835"/>
                  </a:lnTo>
                  <a:lnTo>
                    <a:pt x="6783325" y="13909"/>
                  </a:lnTo>
                  <a:lnTo>
                    <a:pt x="6879775" y="20438"/>
                  </a:lnTo>
                  <a:lnTo>
                    <a:pt x="6985772" y="28462"/>
                  </a:lnTo>
                  <a:lnTo>
                    <a:pt x="7097365" y="37973"/>
                  </a:lnTo>
                  <a:lnTo>
                    <a:pt x="7210791" y="48946"/>
                  </a:lnTo>
                  <a:lnTo>
                    <a:pt x="7322839" y="61350"/>
                  </a:lnTo>
                  <a:lnTo>
                    <a:pt x="7431043" y="75176"/>
                  </a:lnTo>
                  <a:lnTo>
                    <a:pt x="7533716" y="90446"/>
                  </a:lnTo>
                  <a:lnTo>
                    <a:pt x="7629881" y="107225"/>
                  </a:lnTo>
                  <a:lnTo>
                    <a:pt x="7719144" y="125621"/>
                  </a:lnTo>
                  <a:lnTo>
                    <a:pt x="7801555" y="145790"/>
                  </a:lnTo>
                  <a:lnTo>
                    <a:pt x="7877479" y="167928"/>
                  </a:lnTo>
                  <a:lnTo>
                    <a:pt x="7947484" y="192275"/>
                  </a:lnTo>
                  <a:lnTo>
                    <a:pt x="8012258" y="219095"/>
                  </a:lnTo>
                  <a:lnTo>
                    <a:pt x="8072547" y="248670"/>
                  </a:lnTo>
                  <a:lnTo>
                    <a:pt x="8129107" y="281270"/>
                  </a:lnTo>
                  <a:lnTo>
                    <a:pt x="8182663" y="317113"/>
                  </a:lnTo>
                  <a:lnTo>
                    <a:pt x="8229629" y="352869"/>
                  </a:lnTo>
                  <a:lnTo>
                    <a:pt x="8278400" y="394409"/>
                  </a:lnTo>
                  <a:lnTo>
                    <a:pt x="8325870" y="439252"/>
                  </a:lnTo>
                  <a:lnTo>
                    <a:pt x="8372422" y="487465"/>
                  </a:lnTo>
                  <a:lnTo>
                    <a:pt x="8418359" y="539046"/>
                  </a:lnTo>
                  <a:lnTo>
                    <a:pt x="8463919" y="593927"/>
                  </a:lnTo>
                  <a:lnTo>
                    <a:pt x="8509278" y="651958"/>
                  </a:lnTo>
                  <a:lnTo>
                    <a:pt x="8554564" y="712909"/>
                  </a:lnTo>
                  <a:lnTo>
                    <a:pt x="8599862" y="776466"/>
                  </a:lnTo>
                  <a:lnTo>
                    <a:pt x="8645219" y="842241"/>
                  </a:lnTo>
                  <a:lnTo>
                    <a:pt x="8690649" y="909771"/>
                  </a:lnTo>
                  <a:lnTo>
                    <a:pt x="8736146" y="978538"/>
                  </a:lnTo>
                  <a:lnTo>
                    <a:pt x="8781682" y="1047980"/>
                  </a:lnTo>
                  <a:lnTo>
                    <a:pt x="8827225" y="1117512"/>
                  </a:lnTo>
                  <a:lnTo>
                    <a:pt x="8872736" y="1186546"/>
                  </a:lnTo>
                  <a:lnTo>
                    <a:pt x="8918189" y="1254511"/>
                  </a:lnTo>
                  <a:lnTo>
                    <a:pt x="8963568" y="1320873"/>
                  </a:lnTo>
                  <a:lnTo>
                    <a:pt x="9008880" y="1385153"/>
                  </a:lnTo>
                  <a:lnTo>
                    <a:pt x="9054163" y="1446937"/>
                  </a:lnTo>
                  <a:lnTo>
                    <a:pt x="9099489" y="1505888"/>
                  </a:lnTo>
                  <a:lnTo>
                    <a:pt x="9144970" y="1561750"/>
                  </a:lnTo>
                  <a:lnTo>
                    <a:pt x="9190770" y="1614351"/>
                  </a:lnTo>
                  <a:lnTo>
                    <a:pt x="9237106" y="1663595"/>
                  </a:lnTo>
                  <a:lnTo>
                    <a:pt x="9284258" y="1709464"/>
                  </a:lnTo>
                  <a:lnTo>
                    <a:pt x="9332586" y="1752002"/>
                  </a:lnTo>
                  <a:lnTo>
                    <a:pt x="9347647" y="1764346"/>
                  </a:lnTo>
                  <a:lnTo>
                    <a:pt x="9399031" y="1803254"/>
                  </a:lnTo>
                  <a:lnTo>
                    <a:pt x="9452814" y="1838817"/>
                  </a:lnTo>
                  <a:lnTo>
                    <a:pt x="9509660" y="1871153"/>
                  </a:lnTo>
                  <a:lnTo>
                    <a:pt x="9570298" y="1900485"/>
                  </a:lnTo>
                  <a:lnTo>
                    <a:pt x="9635485" y="1927086"/>
                  </a:lnTo>
                  <a:lnTo>
                    <a:pt x="9705963" y="1951236"/>
                  </a:lnTo>
                  <a:lnTo>
                    <a:pt x="9782415" y="1973200"/>
                  </a:lnTo>
                  <a:lnTo>
                    <a:pt x="9865394" y="1993211"/>
                  </a:lnTo>
                  <a:lnTo>
                    <a:pt x="9955243" y="2011466"/>
                  </a:lnTo>
                  <a:lnTo>
                    <a:pt x="10051978" y="2028114"/>
                  </a:lnTo>
                  <a:lnTo>
                    <a:pt x="10155165" y="2043261"/>
                  </a:lnTo>
                  <a:lnTo>
                    <a:pt x="10263769" y="2056967"/>
                  </a:lnTo>
                  <a:lnTo>
                    <a:pt x="10376039" y="2069251"/>
                  </a:lnTo>
                  <a:lnTo>
                    <a:pt x="10489445" y="2080101"/>
                  </a:lnTo>
                  <a:lnTo>
                    <a:pt x="10600716" y="2089488"/>
                  </a:lnTo>
                  <a:lnTo>
                    <a:pt x="10706059" y="2097385"/>
                  </a:lnTo>
                  <a:lnTo>
                    <a:pt x="10801530" y="2103790"/>
                  </a:lnTo>
                  <a:lnTo>
                    <a:pt x="10883561" y="2108744"/>
                  </a:lnTo>
                  <a:lnTo>
                    <a:pt x="10949527" y="2112350"/>
                  </a:lnTo>
                  <a:lnTo>
                    <a:pt x="10998226" y="2114770"/>
                  </a:lnTo>
                  <a:lnTo>
                    <a:pt x="11030146" y="2116217"/>
                  </a:lnTo>
                  <a:lnTo>
                    <a:pt x="11047497" y="2116936"/>
                  </a:lnTo>
                  <a:lnTo>
                    <a:pt x="11054041" y="2117186"/>
                  </a:lnTo>
                  <a:lnTo>
                    <a:pt x="11054891" y="2117216"/>
                  </a:lnTo>
                  <a:lnTo>
                    <a:pt x="12049831" y="2117216"/>
                  </a:lnTo>
                  <a:lnTo>
                    <a:pt x="12049831" y="21172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9" name="pl1108"/>
            <p:cNvSpPr/>
            <p:nvPr/>
          </p:nvSpPr>
          <p:spPr>
            <a:xfrm>
              <a:off x="1199187" y="1357159"/>
              <a:ext cx="12049831" cy="2541707"/>
            </a:xfrm>
            <a:custGeom>
              <a:avLst/>
              <a:pathLst>
                <a:path w="12049831" h="2541707">
                  <a:moveTo>
                    <a:pt x="12049831" y="2117216"/>
                  </a:moveTo>
                  <a:lnTo>
                    <a:pt x="11054891" y="2117216"/>
                  </a:lnTo>
                  <a:lnTo>
                    <a:pt x="11053789" y="2117176"/>
                  </a:lnTo>
                  <a:lnTo>
                    <a:pt x="11046513" y="2116897"/>
                  </a:lnTo>
                  <a:lnTo>
                    <a:pt x="11028058" y="2116127"/>
                  </a:lnTo>
                  <a:lnTo>
                    <a:pt x="10994785" y="2114607"/>
                  </a:lnTo>
                  <a:lnTo>
                    <a:pt x="10944624" y="2112095"/>
                  </a:lnTo>
                  <a:lnTo>
                    <a:pt x="10877234" y="2108380"/>
                  </a:lnTo>
                  <a:lnTo>
                    <a:pt x="10793951" y="2103306"/>
                  </a:lnTo>
                  <a:lnTo>
                    <a:pt x="10697501" y="2096777"/>
                  </a:lnTo>
                  <a:lnTo>
                    <a:pt x="10591505" y="2088753"/>
                  </a:lnTo>
                  <a:lnTo>
                    <a:pt x="10479912" y="2079242"/>
                  </a:lnTo>
                  <a:lnTo>
                    <a:pt x="10366486" y="2068270"/>
                  </a:lnTo>
                  <a:lnTo>
                    <a:pt x="10254437" y="2055865"/>
                  </a:lnTo>
                  <a:lnTo>
                    <a:pt x="10146233" y="2042039"/>
                  </a:lnTo>
                  <a:lnTo>
                    <a:pt x="10043560" y="2026769"/>
                  </a:lnTo>
                  <a:lnTo>
                    <a:pt x="9947396" y="2009990"/>
                  </a:lnTo>
                  <a:lnTo>
                    <a:pt x="9858133" y="1991594"/>
                  </a:lnTo>
                  <a:lnTo>
                    <a:pt x="9775721" y="1971425"/>
                  </a:lnTo>
                  <a:lnTo>
                    <a:pt x="9699797" y="1949287"/>
                  </a:lnTo>
                  <a:lnTo>
                    <a:pt x="9629792" y="1924940"/>
                  </a:lnTo>
                  <a:lnTo>
                    <a:pt x="9565018" y="1898120"/>
                  </a:lnTo>
                  <a:lnTo>
                    <a:pt x="9504729" y="1868545"/>
                  </a:lnTo>
                  <a:lnTo>
                    <a:pt x="9448169" y="1835945"/>
                  </a:lnTo>
                  <a:lnTo>
                    <a:pt x="9394613" y="1800102"/>
                  </a:lnTo>
                  <a:lnTo>
                    <a:pt x="9347647" y="1764346"/>
                  </a:lnTo>
                  <a:lnTo>
                    <a:pt x="9298876" y="1722806"/>
                  </a:lnTo>
                  <a:lnTo>
                    <a:pt x="9251407" y="1677963"/>
                  </a:lnTo>
                  <a:lnTo>
                    <a:pt x="9204855" y="1629751"/>
                  </a:lnTo>
                  <a:lnTo>
                    <a:pt x="9158917" y="1578169"/>
                  </a:lnTo>
                  <a:lnTo>
                    <a:pt x="9113358" y="1523288"/>
                  </a:lnTo>
                  <a:lnTo>
                    <a:pt x="9067999" y="1465257"/>
                  </a:lnTo>
                  <a:lnTo>
                    <a:pt x="9022712" y="1404306"/>
                  </a:lnTo>
                  <a:lnTo>
                    <a:pt x="8977414" y="1340749"/>
                  </a:lnTo>
                  <a:lnTo>
                    <a:pt x="8932058" y="1274974"/>
                  </a:lnTo>
                  <a:lnTo>
                    <a:pt x="8886627" y="1207444"/>
                  </a:lnTo>
                  <a:lnTo>
                    <a:pt x="8841131" y="1138677"/>
                  </a:lnTo>
                  <a:lnTo>
                    <a:pt x="8795594" y="1069236"/>
                  </a:lnTo>
                  <a:lnTo>
                    <a:pt x="8750052" y="999704"/>
                  </a:lnTo>
                  <a:lnTo>
                    <a:pt x="8704540" y="930670"/>
                  </a:lnTo>
                  <a:lnTo>
                    <a:pt x="8659087" y="862704"/>
                  </a:lnTo>
                  <a:lnTo>
                    <a:pt x="8613709" y="796342"/>
                  </a:lnTo>
                  <a:lnTo>
                    <a:pt x="8568396" y="732062"/>
                  </a:lnTo>
                  <a:lnTo>
                    <a:pt x="8523113" y="670278"/>
                  </a:lnTo>
                  <a:lnTo>
                    <a:pt x="8477788" y="611327"/>
                  </a:lnTo>
                  <a:lnTo>
                    <a:pt x="8432306" y="555465"/>
                  </a:lnTo>
                  <a:lnTo>
                    <a:pt x="8386506" y="502864"/>
                  </a:lnTo>
                  <a:lnTo>
                    <a:pt x="8340171" y="453620"/>
                  </a:lnTo>
                  <a:lnTo>
                    <a:pt x="8293018" y="407752"/>
                  </a:lnTo>
                  <a:lnTo>
                    <a:pt x="8244691" y="365213"/>
                  </a:lnTo>
                  <a:lnTo>
                    <a:pt x="8229629" y="352869"/>
                  </a:lnTo>
                  <a:lnTo>
                    <a:pt x="8178245" y="313961"/>
                  </a:lnTo>
                  <a:lnTo>
                    <a:pt x="8124462" y="278398"/>
                  </a:lnTo>
                  <a:lnTo>
                    <a:pt x="8067617" y="246063"/>
                  </a:lnTo>
                  <a:lnTo>
                    <a:pt x="8006978" y="216731"/>
                  </a:lnTo>
                  <a:lnTo>
                    <a:pt x="7941792" y="190130"/>
                  </a:lnTo>
                  <a:lnTo>
                    <a:pt x="7871313" y="165979"/>
                  </a:lnTo>
                  <a:lnTo>
                    <a:pt x="7794861" y="144016"/>
                  </a:lnTo>
                  <a:lnTo>
                    <a:pt x="7711882" y="124004"/>
                  </a:lnTo>
                  <a:lnTo>
                    <a:pt x="7622034" y="105749"/>
                  </a:lnTo>
                  <a:lnTo>
                    <a:pt x="7525298" y="89101"/>
                  </a:lnTo>
                  <a:lnTo>
                    <a:pt x="7422112" y="73954"/>
                  </a:lnTo>
                  <a:lnTo>
                    <a:pt x="7313508" y="60249"/>
                  </a:lnTo>
                  <a:lnTo>
                    <a:pt x="7201237" y="47965"/>
                  </a:lnTo>
                  <a:lnTo>
                    <a:pt x="7087832" y="37114"/>
                  </a:lnTo>
                  <a:lnTo>
                    <a:pt x="6976560" y="27727"/>
                  </a:lnTo>
                  <a:lnTo>
                    <a:pt x="6871217" y="19830"/>
                  </a:lnTo>
                  <a:lnTo>
                    <a:pt x="6775747" y="13426"/>
                  </a:lnTo>
                  <a:lnTo>
                    <a:pt x="6693716" y="8471"/>
                  </a:lnTo>
                  <a:lnTo>
                    <a:pt x="6627749" y="4865"/>
                  </a:lnTo>
                  <a:lnTo>
                    <a:pt x="6579051" y="2445"/>
                  </a:lnTo>
                  <a:lnTo>
                    <a:pt x="6547130" y="998"/>
                  </a:lnTo>
                  <a:lnTo>
                    <a:pt x="6529780" y="279"/>
                  </a:lnTo>
                  <a:lnTo>
                    <a:pt x="6523235" y="3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8" y="46"/>
                  </a:lnTo>
                  <a:lnTo>
                    <a:pt x="5519175" y="376"/>
                  </a:lnTo>
                  <a:lnTo>
                    <a:pt x="5500951" y="1289"/>
                  </a:lnTo>
                  <a:lnTo>
                    <a:pt x="5468078" y="3089"/>
                  </a:lnTo>
                  <a:lnTo>
                    <a:pt x="5418489" y="6065"/>
                  </a:lnTo>
                  <a:lnTo>
                    <a:pt x="5351812" y="10466"/>
                  </a:lnTo>
                  <a:lnTo>
                    <a:pt x="5269327" y="16481"/>
                  </a:lnTo>
                  <a:lnTo>
                    <a:pt x="5173691" y="24225"/>
                  </a:lnTo>
                  <a:lnTo>
                    <a:pt x="5068456" y="33746"/>
                  </a:lnTo>
                  <a:lnTo>
                    <a:pt x="4957518" y="45039"/>
                  </a:lnTo>
                  <a:lnTo>
                    <a:pt x="4844606" y="58071"/>
                  </a:lnTo>
                  <a:lnTo>
                    <a:pt x="4732921" y="72808"/>
                  </a:lnTo>
                  <a:lnTo>
                    <a:pt x="4624934" y="89237"/>
                  </a:lnTo>
                  <a:lnTo>
                    <a:pt x="4522354" y="107382"/>
                  </a:lnTo>
                  <a:lnTo>
                    <a:pt x="4426182" y="127314"/>
                  </a:lnTo>
                  <a:lnTo>
                    <a:pt x="4336839" y="149161"/>
                  </a:lnTo>
                  <a:lnTo>
                    <a:pt x="4254302" y="173101"/>
                  </a:lnTo>
                  <a:lnTo>
                    <a:pt x="4178231" y="199366"/>
                  </a:lnTo>
                  <a:lnTo>
                    <a:pt x="4108077" y="228233"/>
                  </a:lnTo>
                  <a:lnTo>
                    <a:pt x="4043168" y="260016"/>
                  </a:lnTo>
                  <a:lnTo>
                    <a:pt x="3982771" y="295046"/>
                  </a:lnTo>
                  <a:lnTo>
                    <a:pt x="3926139" y="333647"/>
                  </a:lnTo>
                  <a:lnTo>
                    <a:pt x="3872553" y="376086"/>
                  </a:lnTo>
                  <a:lnTo>
                    <a:pt x="3821356" y="422503"/>
                  </a:lnTo>
                  <a:lnTo>
                    <a:pt x="3820202" y="423617"/>
                  </a:lnTo>
                  <a:lnTo>
                    <a:pt x="3774230" y="470476"/>
                  </a:lnTo>
                  <a:lnTo>
                    <a:pt x="3729433" y="520846"/>
                  </a:lnTo>
                  <a:lnTo>
                    <a:pt x="3685486" y="574799"/>
                  </a:lnTo>
                  <a:lnTo>
                    <a:pt x="3642126" y="632347"/>
                  </a:lnTo>
                  <a:lnTo>
                    <a:pt x="3599144" y="693432"/>
                  </a:lnTo>
                  <a:lnTo>
                    <a:pt x="3556381" y="757928"/>
                  </a:lnTo>
                  <a:lnTo>
                    <a:pt x="3513716" y="825629"/>
                  </a:lnTo>
                  <a:lnTo>
                    <a:pt x="3471067" y="896252"/>
                  </a:lnTo>
                  <a:lnTo>
                    <a:pt x="3428382" y="969441"/>
                  </a:lnTo>
                  <a:lnTo>
                    <a:pt x="3385634" y="1044765"/>
                  </a:lnTo>
                  <a:lnTo>
                    <a:pt x="3342822" y="1121735"/>
                  </a:lnTo>
                  <a:lnTo>
                    <a:pt x="3299958" y="1199811"/>
                  </a:lnTo>
                  <a:lnTo>
                    <a:pt x="3257067" y="1278421"/>
                  </a:lnTo>
                  <a:lnTo>
                    <a:pt x="3214179" y="1356973"/>
                  </a:lnTo>
                  <a:lnTo>
                    <a:pt x="3171323" y="1434880"/>
                  </a:lnTo>
                  <a:lnTo>
                    <a:pt x="3128523" y="1511574"/>
                  </a:lnTo>
                  <a:lnTo>
                    <a:pt x="3085788" y="1586524"/>
                  </a:lnTo>
                  <a:lnTo>
                    <a:pt x="3043112" y="1659250"/>
                  </a:lnTo>
                  <a:lnTo>
                    <a:pt x="3000465" y="1729337"/>
                  </a:lnTo>
                  <a:lnTo>
                    <a:pt x="2957789" y="1796441"/>
                  </a:lnTo>
                  <a:lnTo>
                    <a:pt x="2914995" y="1860294"/>
                  </a:lnTo>
                  <a:lnTo>
                    <a:pt x="2871954" y="1920707"/>
                  </a:lnTo>
                  <a:lnTo>
                    <a:pt x="2828498" y="1977565"/>
                  </a:lnTo>
                  <a:lnTo>
                    <a:pt x="2784410" y="2030826"/>
                  </a:lnTo>
                  <a:lnTo>
                    <a:pt x="2739415" y="2080514"/>
                  </a:lnTo>
                  <a:lnTo>
                    <a:pt x="2702183" y="2118089"/>
                  </a:lnTo>
                  <a:lnTo>
                    <a:pt x="2651034" y="2164598"/>
                  </a:lnTo>
                  <a:lnTo>
                    <a:pt x="2597510" y="2207127"/>
                  </a:lnTo>
                  <a:lnTo>
                    <a:pt x="2540956" y="2245814"/>
                  </a:lnTo>
                  <a:lnTo>
                    <a:pt x="2480654" y="2280923"/>
                  </a:lnTo>
                  <a:lnTo>
                    <a:pt x="2415857" y="2312777"/>
                  </a:lnTo>
                  <a:lnTo>
                    <a:pt x="2345832" y="2341707"/>
                  </a:lnTo>
                  <a:lnTo>
                    <a:pt x="2269904" y="2368029"/>
                  </a:lnTo>
                  <a:lnTo>
                    <a:pt x="2187520" y="2392019"/>
                  </a:lnTo>
                  <a:lnTo>
                    <a:pt x="2098336" y="2413912"/>
                  </a:lnTo>
                  <a:lnTo>
                    <a:pt x="2002318" y="2433887"/>
                  </a:lnTo>
                  <a:lnTo>
                    <a:pt x="1899876" y="2452072"/>
                  </a:lnTo>
                  <a:lnTo>
                    <a:pt x="1791998" y="2468539"/>
                  </a:lnTo>
                  <a:lnTo>
                    <a:pt x="1680372" y="2483315"/>
                  </a:lnTo>
                  <a:lnTo>
                    <a:pt x="1567455" y="2496387"/>
                  </a:lnTo>
                  <a:lnTo>
                    <a:pt x="1456431" y="2507720"/>
                  </a:lnTo>
                  <a:lnTo>
                    <a:pt x="1351021" y="2517282"/>
                  </a:lnTo>
                  <a:lnTo>
                    <a:pt x="1255122" y="2525067"/>
                  </a:lnTo>
                  <a:lnTo>
                    <a:pt x="1172301" y="2531121"/>
                  </a:lnTo>
                  <a:lnTo>
                    <a:pt x="1105239" y="2535557"/>
                  </a:lnTo>
                  <a:lnTo>
                    <a:pt x="1055255" y="2538563"/>
                  </a:lnTo>
                  <a:lnTo>
                    <a:pt x="1022014" y="2540387"/>
                  </a:lnTo>
                  <a:lnTo>
                    <a:pt x="1003489" y="2541317"/>
                  </a:lnTo>
                  <a:lnTo>
                    <a:pt x="996103" y="2541657"/>
                  </a:lnTo>
                  <a:lnTo>
                    <a:pt x="994940" y="2541707"/>
                  </a:lnTo>
                  <a:lnTo>
                    <a:pt x="994940" y="2541707"/>
                  </a:lnTo>
                  <a:lnTo>
                    <a:pt x="0" y="2541707"/>
                  </a:lnTo>
                  <a:lnTo>
                    <a:pt x="0" y="25417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0" name="pg1109"/>
            <p:cNvSpPr/>
            <p:nvPr/>
          </p:nvSpPr>
          <p:spPr>
            <a:xfrm>
              <a:off x="1199187" y="1409566"/>
              <a:ext cx="12049831" cy="2646520"/>
            </a:xfrm>
            <a:custGeom>
              <a:avLst/>
              <a:pathLst>
                <a:path w="12049831" h="2646520">
                  <a:moveTo>
                    <a:pt x="0" y="2499782"/>
                  </a:moveTo>
                  <a:lnTo>
                    <a:pt x="994940" y="2499782"/>
                  </a:lnTo>
                  <a:lnTo>
                    <a:pt x="996029" y="2499736"/>
                  </a:lnTo>
                  <a:lnTo>
                    <a:pt x="1003223" y="2499411"/>
                  </a:lnTo>
                  <a:lnTo>
                    <a:pt x="1021474" y="2498514"/>
                  </a:lnTo>
                  <a:lnTo>
                    <a:pt x="1054394" y="2496745"/>
                  </a:lnTo>
                  <a:lnTo>
                    <a:pt x="1104051" y="2493820"/>
                  </a:lnTo>
                  <a:lnTo>
                    <a:pt x="1170814" y="2489493"/>
                  </a:lnTo>
                  <a:lnTo>
                    <a:pt x="1253393" y="2483581"/>
                  </a:lnTo>
                  <a:lnTo>
                    <a:pt x="1349126" y="2475970"/>
                  </a:lnTo>
                  <a:lnTo>
                    <a:pt x="1454451" y="2466612"/>
                  </a:lnTo>
                  <a:lnTo>
                    <a:pt x="1565468" y="2455514"/>
                  </a:lnTo>
                  <a:lnTo>
                    <a:pt x="1678441" y="2442708"/>
                  </a:lnTo>
                  <a:lnTo>
                    <a:pt x="1790170" y="2428226"/>
                  </a:lnTo>
                  <a:lnTo>
                    <a:pt x="1898183" y="2412083"/>
                  </a:lnTo>
                  <a:lnTo>
                    <a:pt x="2000775" y="2394253"/>
                  </a:lnTo>
                  <a:lnTo>
                    <a:pt x="2096946" y="2374666"/>
                  </a:lnTo>
                  <a:lnTo>
                    <a:pt x="2186279" y="2353197"/>
                  </a:lnTo>
                  <a:lnTo>
                    <a:pt x="2268802" y="2329669"/>
                  </a:lnTo>
                  <a:lnTo>
                    <a:pt x="2344855" y="2303856"/>
                  </a:lnTo>
                  <a:lnTo>
                    <a:pt x="2414992" y="2275482"/>
                  </a:lnTo>
                  <a:lnTo>
                    <a:pt x="2479885" y="2244241"/>
                  </a:lnTo>
                  <a:lnTo>
                    <a:pt x="2540269" y="2209806"/>
                  </a:lnTo>
                  <a:lnTo>
                    <a:pt x="2596891" y="2171859"/>
                  </a:lnTo>
                  <a:lnTo>
                    <a:pt x="2650474" y="2130139"/>
                  </a:lnTo>
                  <a:lnTo>
                    <a:pt x="2701672" y="2084510"/>
                  </a:lnTo>
                  <a:lnTo>
                    <a:pt x="2702183" y="2084025"/>
                  </a:lnTo>
                  <a:lnTo>
                    <a:pt x="2748450" y="2037726"/>
                  </a:lnTo>
                  <a:lnTo>
                    <a:pt x="2793528" y="1987934"/>
                  </a:lnTo>
                  <a:lnTo>
                    <a:pt x="2837750" y="1934579"/>
                  </a:lnTo>
                  <a:lnTo>
                    <a:pt x="2881382" y="1877652"/>
                  </a:lnTo>
                  <a:lnTo>
                    <a:pt x="2924635" y="1817209"/>
                  </a:lnTo>
                  <a:lnTo>
                    <a:pt x="2967672" y="1753381"/>
                  </a:lnTo>
                  <a:lnTo>
                    <a:pt x="3010612" y="1686376"/>
                  </a:lnTo>
                  <a:lnTo>
                    <a:pt x="3053539" y="1616479"/>
                  </a:lnTo>
                  <a:lnTo>
                    <a:pt x="3096506" y="1544053"/>
                  </a:lnTo>
                  <a:lnTo>
                    <a:pt x="3139535" y="1469531"/>
                  </a:lnTo>
                  <a:lnTo>
                    <a:pt x="3182630" y="1393405"/>
                  </a:lnTo>
                  <a:lnTo>
                    <a:pt x="3225776" y="1316220"/>
                  </a:lnTo>
                  <a:lnTo>
                    <a:pt x="3268947" y="1238551"/>
                  </a:lnTo>
                  <a:lnTo>
                    <a:pt x="3312113" y="1160987"/>
                  </a:lnTo>
                  <a:lnTo>
                    <a:pt x="3355243" y="1084118"/>
                  </a:lnTo>
                  <a:lnTo>
                    <a:pt x="3398316" y="1008508"/>
                  </a:lnTo>
                  <a:lnTo>
                    <a:pt x="3441321" y="934685"/>
                  </a:lnTo>
                  <a:lnTo>
                    <a:pt x="3484270" y="863121"/>
                  </a:lnTo>
                  <a:lnTo>
                    <a:pt x="3527194" y="794226"/>
                  </a:lnTo>
                  <a:lnTo>
                    <a:pt x="3570157" y="728333"/>
                  </a:lnTo>
                  <a:lnTo>
                    <a:pt x="3613255" y="665701"/>
                  </a:lnTo>
                  <a:lnTo>
                    <a:pt x="3656624" y="606510"/>
                  </a:lnTo>
                  <a:lnTo>
                    <a:pt x="3700441" y="550864"/>
                  </a:lnTo>
                  <a:lnTo>
                    <a:pt x="3744936" y="498793"/>
                  </a:lnTo>
                  <a:lnTo>
                    <a:pt x="3790399" y="450267"/>
                  </a:lnTo>
                  <a:lnTo>
                    <a:pt x="3820202" y="420997"/>
                  </a:lnTo>
                  <a:lnTo>
                    <a:pt x="3871379" y="375328"/>
                  </a:lnTo>
                  <a:lnTo>
                    <a:pt x="3924934" y="333569"/>
                  </a:lnTo>
                  <a:lnTo>
                    <a:pt x="3981522" y="295585"/>
                  </a:lnTo>
                  <a:lnTo>
                    <a:pt x="4041864" y="261115"/>
                  </a:lnTo>
                  <a:lnTo>
                    <a:pt x="4106707" y="229843"/>
                  </a:lnTo>
                  <a:lnTo>
                    <a:pt x="4176786" y="201442"/>
                  </a:lnTo>
                  <a:lnTo>
                    <a:pt x="4252777" y="175604"/>
                  </a:lnTo>
                  <a:lnTo>
                    <a:pt x="4335231" y="152054"/>
                  </a:lnTo>
                  <a:lnTo>
                    <a:pt x="4424494" y="130565"/>
                  </a:lnTo>
                  <a:lnTo>
                    <a:pt x="4520597" y="110960"/>
                  </a:lnTo>
                  <a:lnTo>
                    <a:pt x="4623128" y="93113"/>
                  </a:lnTo>
                  <a:lnTo>
                    <a:pt x="4731093" y="76952"/>
                  </a:lnTo>
                  <a:lnTo>
                    <a:pt x="4842795" y="62453"/>
                  </a:lnTo>
                  <a:lnTo>
                    <a:pt x="4955771" y="49630"/>
                  </a:lnTo>
                  <a:lnTo>
                    <a:pt x="5066825" y="38514"/>
                  </a:lnTo>
                  <a:lnTo>
                    <a:pt x="5172228" y="29139"/>
                  </a:lnTo>
                  <a:lnTo>
                    <a:pt x="5268078" y="21510"/>
                  </a:lnTo>
                  <a:lnTo>
                    <a:pt x="5350807" y="15581"/>
                  </a:lnTo>
                  <a:lnTo>
                    <a:pt x="5417739" y="11239"/>
                  </a:lnTo>
                  <a:lnTo>
                    <a:pt x="5467571" y="8301"/>
                  </a:lnTo>
                  <a:lnTo>
                    <a:pt x="5500655" y="6521"/>
                  </a:lnTo>
                  <a:lnTo>
                    <a:pt x="5519039" y="5616"/>
                  </a:lnTo>
                  <a:lnTo>
                    <a:pt x="5526323" y="528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69" y="5288"/>
                  </a:lnTo>
                  <a:lnTo>
                    <a:pt x="6530628" y="5630"/>
                  </a:lnTo>
                  <a:lnTo>
                    <a:pt x="6548793" y="6576"/>
                  </a:lnTo>
                  <a:lnTo>
                    <a:pt x="6581563" y="8439"/>
                  </a:lnTo>
                  <a:lnTo>
                    <a:pt x="6631006" y="11521"/>
                  </a:lnTo>
                  <a:lnTo>
                    <a:pt x="6697500" y="16080"/>
                  </a:lnTo>
                  <a:lnTo>
                    <a:pt x="6779780" y="22310"/>
                  </a:lnTo>
                  <a:lnTo>
                    <a:pt x="6875206" y="30332"/>
                  </a:lnTo>
                  <a:lnTo>
                    <a:pt x="6980244" y="40197"/>
                  </a:lnTo>
                  <a:lnTo>
                    <a:pt x="7091013" y="51898"/>
                  </a:lnTo>
                  <a:lnTo>
                    <a:pt x="7203792" y="65404"/>
                  </a:lnTo>
                  <a:lnTo>
                    <a:pt x="7315383" y="80677"/>
                  </a:lnTo>
                  <a:lnTo>
                    <a:pt x="7423312" y="97704"/>
                  </a:lnTo>
                  <a:lnTo>
                    <a:pt x="7525867" y="116510"/>
                  </a:lnTo>
                  <a:lnTo>
                    <a:pt x="7622041" y="137167"/>
                  </a:lnTo>
                  <a:lnTo>
                    <a:pt x="7711403" y="159806"/>
                  </a:lnTo>
                  <a:lnTo>
                    <a:pt x="7793972" y="184612"/>
                  </a:lnTo>
                  <a:lnTo>
                    <a:pt x="7870081" y="211823"/>
                  </a:lnTo>
                  <a:lnTo>
                    <a:pt x="7940273" y="241725"/>
                  </a:lnTo>
                  <a:lnTo>
                    <a:pt x="8005217" y="274643"/>
                  </a:lnTo>
                  <a:lnTo>
                    <a:pt x="8065643" y="310920"/>
                  </a:lnTo>
                  <a:lnTo>
                    <a:pt x="8122293" y="350891"/>
                  </a:lnTo>
                  <a:lnTo>
                    <a:pt x="8175888" y="394835"/>
                  </a:lnTo>
                  <a:lnTo>
                    <a:pt x="8227083" y="442903"/>
                  </a:lnTo>
                  <a:lnTo>
                    <a:pt x="8229629" y="445453"/>
                  </a:lnTo>
                  <a:lnTo>
                    <a:pt x="8274991" y="493469"/>
                  </a:lnTo>
                  <a:lnTo>
                    <a:pt x="8319205" y="545035"/>
                  </a:lnTo>
                  <a:lnTo>
                    <a:pt x="8362584" y="600223"/>
                  </a:lnTo>
                  <a:lnTo>
                    <a:pt x="8405384" y="659048"/>
                  </a:lnTo>
                  <a:lnTo>
                    <a:pt x="8447805" y="721456"/>
                  </a:lnTo>
                  <a:lnTo>
                    <a:pt x="8490004" y="787325"/>
                  </a:lnTo>
                  <a:lnTo>
                    <a:pt x="8532100" y="856455"/>
                  </a:lnTo>
                  <a:lnTo>
                    <a:pt x="8574174" y="928572"/>
                  </a:lnTo>
                  <a:lnTo>
                    <a:pt x="8616279" y="1003326"/>
                  </a:lnTo>
                  <a:lnTo>
                    <a:pt x="8658443" y="1080296"/>
                  </a:lnTo>
                  <a:lnTo>
                    <a:pt x="8700671" y="1159000"/>
                  </a:lnTo>
                  <a:lnTo>
                    <a:pt x="8742952" y="1238907"/>
                  </a:lnTo>
                  <a:lnTo>
                    <a:pt x="8785264" y="1319448"/>
                  </a:lnTo>
                  <a:lnTo>
                    <a:pt x="8827578" y="1400036"/>
                  </a:lnTo>
                  <a:lnTo>
                    <a:pt x="8869866" y="1480083"/>
                  </a:lnTo>
                  <a:lnTo>
                    <a:pt x="8912103" y="1559016"/>
                  </a:lnTo>
                  <a:lnTo>
                    <a:pt x="8954278" y="1636296"/>
                  </a:lnTo>
                  <a:lnTo>
                    <a:pt x="8996391" y="1711433"/>
                  </a:lnTo>
                  <a:lnTo>
                    <a:pt x="9038468" y="1783996"/>
                  </a:lnTo>
                  <a:lnTo>
                    <a:pt x="9080555" y="1853623"/>
                  </a:lnTo>
                  <a:lnTo>
                    <a:pt x="9122731" y="1920027"/>
                  </a:lnTo>
                  <a:lnTo>
                    <a:pt x="9165107" y="1982997"/>
                  </a:lnTo>
                  <a:lnTo>
                    <a:pt x="9207834" y="2042399"/>
                  </a:lnTo>
                  <a:lnTo>
                    <a:pt x="9251105" y="2098168"/>
                  </a:lnTo>
                  <a:lnTo>
                    <a:pt x="9295166" y="2150308"/>
                  </a:lnTo>
                  <a:lnTo>
                    <a:pt x="9340321" y="2198883"/>
                  </a:lnTo>
                  <a:lnTo>
                    <a:pt x="9347647" y="2206306"/>
                  </a:lnTo>
                  <a:lnTo>
                    <a:pt x="9398736" y="2254584"/>
                  </a:lnTo>
                  <a:lnTo>
                    <a:pt x="9452194" y="2298735"/>
                  </a:lnTo>
                  <a:lnTo>
                    <a:pt x="9508672" y="2338902"/>
                  </a:lnTo>
                  <a:lnTo>
                    <a:pt x="9568888" y="2375359"/>
                  </a:lnTo>
                  <a:lnTo>
                    <a:pt x="9633585" y="2408439"/>
                  </a:lnTo>
                  <a:lnTo>
                    <a:pt x="9703494" y="2438486"/>
                  </a:lnTo>
                  <a:lnTo>
                    <a:pt x="9779288" y="2465826"/>
                  </a:lnTo>
                  <a:lnTo>
                    <a:pt x="9861519" y="2490748"/>
                  </a:lnTo>
                  <a:lnTo>
                    <a:pt x="9950533" y="2513492"/>
                  </a:lnTo>
                  <a:lnTo>
                    <a:pt x="10046366" y="2534247"/>
                  </a:lnTo>
                  <a:lnTo>
                    <a:pt x="10148616" y="2553144"/>
                  </a:lnTo>
                  <a:lnTo>
                    <a:pt x="10256307" y="2570260"/>
                  </a:lnTo>
                  <a:lnTo>
                    <a:pt x="10367766" y="2585623"/>
                  </a:lnTo>
                  <a:lnTo>
                    <a:pt x="10480555" y="2599219"/>
                  </a:lnTo>
                  <a:lnTo>
                    <a:pt x="10591513" y="2611013"/>
                  </a:lnTo>
                  <a:lnTo>
                    <a:pt x="10696936" y="2620971"/>
                  </a:lnTo>
                  <a:lnTo>
                    <a:pt x="10792941" y="2629087"/>
                  </a:lnTo>
                  <a:lnTo>
                    <a:pt x="10875961" y="2635406"/>
                  </a:lnTo>
                  <a:lnTo>
                    <a:pt x="10943301" y="2640045"/>
                  </a:lnTo>
                  <a:lnTo>
                    <a:pt x="10993615" y="2643196"/>
                  </a:lnTo>
                  <a:lnTo>
                    <a:pt x="11027196" y="2645114"/>
                  </a:lnTo>
                  <a:lnTo>
                    <a:pt x="11046027" y="2646099"/>
                  </a:lnTo>
                  <a:lnTo>
                    <a:pt x="11053637" y="2646464"/>
                  </a:lnTo>
                  <a:lnTo>
                    <a:pt x="11054891" y="2646520"/>
                  </a:lnTo>
                  <a:lnTo>
                    <a:pt x="12049831" y="2646520"/>
                  </a:lnTo>
                  <a:lnTo>
                    <a:pt x="12049831" y="2641279"/>
                  </a:lnTo>
                  <a:lnTo>
                    <a:pt x="11054891" y="2641279"/>
                  </a:lnTo>
                  <a:lnTo>
                    <a:pt x="11053807" y="2641231"/>
                  </a:lnTo>
                  <a:lnTo>
                    <a:pt x="11046648" y="2640889"/>
                  </a:lnTo>
                  <a:lnTo>
                    <a:pt x="11028484" y="2639943"/>
                  </a:lnTo>
                  <a:lnTo>
                    <a:pt x="10995713" y="2638080"/>
                  </a:lnTo>
                  <a:lnTo>
                    <a:pt x="10946271" y="2634998"/>
                  </a:lnTo>
                  <a:lnTo>
                    <a:pt x="10879776" y="2630440"/>
                  </a:lnTo>
                  <a:lnTo>
                    <a:pt x="10797497" y="2624210"/>
                  </a:lnTo>
                  <a:lnTo>
                    <a:pt x="10702070" y="2616187"/>
                  </a:lnTo>
                  <a:lnTo>
                    <a:pt x="10597032" y="2606323"/>
                  </a:lnTo>
                  <a:lnTo>
                    <a:pt x="10486263" y="2594621"/>
                  </a:lnTo>
                  <a:lnTo>
                    <a:pt x="10373485" y="2581116"/>
                  </a:lnTo>
                  <a:lnTo>
                    <a:pt x="10261894" y="2565842"/>
                  </a:lnTo>
                  <a:lnTo>
                    <a:pt x="10153965" y="2548815"/>
                  </a:lnTo>
                  <a:lnTo>
                    <a:pt x="10051409" y="2530010"/>
                  </a:lnTo>
                  <a:lnTo>
                    <a:pt x="9955236" y="2509352"/>
                  </a:lnTo>
                  <a:lnTo>
                    <a:pt x="9865874" y="2486713"/>
                  </a:lnTo>
                  <a:lnTo>
                    <a:pt x="9783305" y="2461907"/>
                  </a:lnTo>
                  <a:lnTo>
                    <a:pt x="9707196" y="2434696"/>
                  </a:lnTo>
                  <a:lnTo>
                    <a:pt x="9637003" y="2404794"/>
                  </a:lnTo>
                  <a:lnTo>
                    <a:pt x="9572059" y="2371876"/>
                  </a:lnTo>
                  <a:lnTo>
                    <a:pt x="9511634" y="2335599"/>
                  </a:lnTo>
                  <a:lnTo>
                    <a:pt x="9454983" y="2295628"/>
                  </a:lnTo>
                  <a:lnTo>
                    <a:pt x="9401389" y="2251684"/>
                  </a:lnTo>
                  <a:lnTo>
                    <a:pt x="9350194" y="2203617"/>
                  </a:lnTo>
                  <a:lnTo>
                    <a:pt x="9347647" y="2201066"/>
                  </a:lnTo>
                  <a:lnTo>
                    <a:pt x="9302285" y="2153051"/>
                  </a:lnTo>
                  <a:lnTo>
                    <a:pt x="9258072" y="2101485"/>
                  </a:lnTo>
                  <a:lnTo>
                    <a:pt x="9214692" y="2046296"/>
                  </a:lnTo>
                  <a:lnTo>
                    <a:pt x="9171893" y="1987471"/>
                  </a:lnTo>
                  <a:lnTo>
                    <a:pt x="9129472" y="1925063"/>
                  </a:lnTo>
                  <a:lnTo>
                    <a:pt x="9087272" y="1859194"/>
                  </a:lnTo>
                  <a:lnTo>
                    <a:pt x="9045177" y="1790064"/>
                  </a:lnTo>
                  <a:lnTo>
                    <a:pt x="9003103" y="1717947"/>
                  </a:lnTo>
                  <a:lnTo>
                    <a:pt x="8960997" y="1643193"/>
                  </a:lnTo>
                  <a:lnTo>
                    <a:pt x="8918833" y="1566223"/>
                  </a:lnTo>
                  <a:lnTo>
                    <a:pt x="8876605" y="1487519"/>
                  </a:lnTo>
                  <a:lnTo>
                    <a:pt x="8834324" y="1407612"/>
                  </a:lnTo>
                  <a:lnTo>
                    <a:pt x="8792013" y="1327071"/>
                  </a:lnTo>
                  <a:lnTo>
                    <a:pt x="8749698" y="1246483"/>
                  </a:lnTo>
                  <a:lnTo>
                    <a:pt x="8707411" y="1166437"/>
                  </a:lnTo>
                  <a:lnTo>
                    <a:pt x="8665173" y="1087504"/>
                  </a:lnTo>
                  <a:lnTo>
                    <a:pt x="8622999" y="1010223"/>
                  </a:lnTo>
                  <a:lnTo>
                    <a:pt x="8580885" y="935086"/>
                  </a:lnTo>
                  <a:lnTo>
                    <a:pt x="8538809" y="862523"/>
                  </a:lnTo>
                  <a:lnTo>
                    <a:pt x="8496722" y="792896"/>
                  </a:lnTo>
                  <a:lnTo>
                    <a:pt x="8454546" y="726492"/>
                  </a:lnTo>
                  <a:lnTo>
                    <a:pt x="8412170" y="663522"/>
                  </a:lnTo>
                  <a:lnTo>
                    <a:pt x="8369443" y="604121"/>
                  </a:lnTo>
                  <a:lnTo>
                    <a:pt x="8326171" y="548351"/>
                  </a:lnTo>
                  <a:lnTo>
                    <a:pt x="8282110" y="496211"/>
                  </a:lnTo>
                  <a:lnTo>
                    <a:pt x="8236955" y="447636"/>
                  </a:lnTo>
                  <a:lnTo>
                    <a:pt x="8229629" y="440213"/>
                  </a:lnTo>
                  <a:lnTo>
                    <a:pt x="8178540" y="391935"/>
                  </a:lnTo>
                  <a:lnTo>
                    <a:pt x="8125082" y="347784"/>
                  </a:lnTo>
                  <a:lnTo>
                    <a:pt x="8068604" y="307617"/>
                  </a:lnTo>
                  <a:lnTo>
                    <a:pt x="8008388" y="271160"/>
                  </a:lnTo>
                  <a:lnTo>
                    <a:pt x="7943692" y="238080"/>
                  </a:lnTo>
                  <a:lnTo>
                    <a:pt x="7873783" y="208033"/>
                  </a:lnTo>
                  <a:lnTo>
                    <a:pt x="7797988" y="180693"/>
                  </a:lnTo>
                  <a:lnTo>
                    <a:pt x="7715758" y="155771"/>
                  </a:lnTo>
                  <a:lnTo>
                    <a:pt x="7626744" y="133027"/>
                  </a:lnTo>
                  <a:lnTo>
                    <a:pt x="7530911" y="112272"/>
                  </a:lnTo>
                  <a:lnTo>
                    <a:pt x="7428660" y="93375"/>
                  </a:lnTo>
                  <a:lnTo>
                    <a:pt x="7320969" y="76259"/>
                  </a:lnTo>
                  <a:lnTo>
                    <a:pt x="7209511" y="60896"/>
                  </a:lnTo>
                  <a:lnTo>
                    <a:pt x="7096721" y="47300"/>
                  </a:lnTo>
                  <a:lnTo>
                    <a:pt x="6985764" y="35506"/>
                  </a:lnTo>
                  <a:lnTo>
                    <a:pt x="6880341" y="25548"/>
                  </a:lnTo>
                  <a:lnTo>
                    <a:pt x="6784336" y="17433"/>
                  </a:lnTo>
                  <a:lnTo>
                    <a:pt x="6701315" y="11114"/>
                  </a:lnTo>
                  <a:lnTo>
                    <a:pt x="6633975" y="6474"/>
                  </a:lnTo>
                  <a:lnTo>
                    <a:pt x="6583662" y="3324"/>
                  </a:lnTo>
                  <a:lnTo>
                    <a:pt x="6550081" y="1405"/>
                  </a:lnTo>
                  <a:lnTo>
                    <a:pt x="6531249" y="421"/>
                  </a:lnTo>
                  <a:lnTo>
                    <a:pt x="6523640" y="5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6" y="45"/>
                  </a:lnTo>
                  <a:lnTo>
                    <a:pt x="5519162" y="370"/>
                  </a:lnTo>
                  <a:lnTo>
                    <a:pt x="5500911" y="1267"/>
                  </a:lnTo>
                  <a:lnTo>
                    <a:pt x="5467991" y="3037"/>
                  </a:lnTo>
                  <a:lnTo>
                    <a:pt x="5418334" y="5962"/>
                  </a:lnTo>
                  <a:lnTo>
                    <a:pt x="5351571" y="10288"/>
                  </a:lnTo>
                  <a:lnTo>
                    <a:pt x="5268992" y="16200"/>
                  </a:lnTo>
                  <a:lnTo>
                    <a:pt x="5173259" y="23812"/>
                  </a:lnTo>
                  <a:lnTo>
                    <a:pt x="5067934" y="33169"/>
                  </a:lnTo>
                  <a:lnTo>
                    <a:pt x="4956917" y="44267"/>
                  </a:lnTo>
                  <a:lnTo>
                    <a:pt x="4843944" y="57074"/>
                  </a:lnTo>
                  <a:lnTo>
                    <a:pt x="4732215" y="71555"/>
                  </a:lnTo>
                  <a:lnTo>
                    <a:pt x="4624202" y="87699"/>
                  </a:lnTo>
                  <a:lnTo>
                    <a:pt x="4521610" y="105529"/>
                  </a:lnTo>
                  <a:lnTo>
                    <a:pt x="4425439" y="125116"/>
                  </a:lnTo>
                  <a:lnTo>
                    <a:pt x="4336106" y="146585"/>
                  </a:lnTo>
                  <a:lnTo>
                    <a:pt x="4253583" y="170112"/>
                  </a:lnTo>
                  <a:lnTo>
                    <a:pt x="4177530" y="195926"/>
                  </a:lnTo>
                  <a:lnTo>
                    <a:pt x="4107393" y="224299"/>
                  </a:lnTo>
                  <a:lnTo>
                    <a:pt x="4042500" y="255540"/>
                  </a:lnTo>
                  <a:lnTo>
                    <a:pt x="3982116" y="289976"/>
                  </a:lnTo>
                  <a:lnTo>
                    <a:pt x="3925494" y="327923"/>
                  </a:lnTo>
                  <a:lnTo>
                    <a:pt x="3871911" y="369642"/>
                  </a:lnTo>
                  <a:lnTo>
                    <a:pt x="3820713" y="415272"/>
                  </a:lnTo>
                  <a:lnTo>
                    <a:pt x="3820202" y="415756"/>
                  </a:lnTo>
                  <a:lnTo>
                    <a:pt x="3773935" y="462056"/>
                  </a:lnTo>
                  <a:lnTo>
                    <a:pt x="3728857" y="511848"/>
                  </a:lnTo>
                  <a:lnTo>
                    <a:pt x="3684635" y="565202"/>
                  </a:lnTo>
                  <a:lnTo>
                    <a:pt x="3641003" y="622130"/>
                  </a:lnTo>
                  <a:lnTo>
                    <a:pt x="3597750" y="682573"/>
                  </a:lnTo>
                  <a:lnTo>
                    <a:pt x="3554713" y="746400"/>
                  </a:lnTo>
                  <a:lnTo>
                    <a:pt x="3511773" y="813406"/>
                  </a:lnTo>
                  <a:lnTo>
                    <a:pt x="3468846" y="883302"/>
                  </a:lnTo>
                  <a:lnTo>
                    <a:pt x="3425879" y="955728"/>
                  </a:lnTo>
                  <a:lnTo>
                    <a:pt x="3382850" y="1030251"/>
                  </a:lnTo>
                  <a:lnTo>
                    <a:pt x="3339755" y="1106376"/>
                  </a:lnTo>
                  <a:lnTo>
                    <a:pt x="3296609" y="1183561"/>
                  </a:lnTo>
                  <a:lnTo>
                    <a:pt x="3253438" y="1261231"/>
                  </a:lnTo>
                  <a:lnTo>
                    <a:pt x="3210272" y="1338794"/>
                  </a:lnTo>
                  <a:lnTo>
                    <a:pt x="3167142" y="1415663"/>
                  </a:lnTo>
                  <a:lnTo>
                    <a:pt x="3124069" y="1491273"/>
                  </a:lnTo>
                  <a:lnTo>
                    <a:pt x="3081064" y="1565096"/>
                  </a:lnTo>
                  <a:lnTo>
                    <a:pt x="3038115" y="1636660"/>
                  </a:lnTo>
                  <a:lnTo>
                    <a:pt x="2995191" y="1705556"/>
                  </a:lnTo>
                  <a:lnTo>
                    <a:pt x="2952228" y="1771448"/>
                  </a:lnTo>
                  <a:lnTo>
                    <a:pt x="2909130" y="1834080"/>
                  </a:lnTo>
                  <a:lnTo>
                    <a:pt x="2865761" y="1893271"/>
                  </a:lnTo>
                  <a:lnTo>
                    <a:pt x="2821944" y="1948918"/>
                  </a:lnTo>
                  <a:lnTo>
                    <a:pt x="2777449" y="2000988"/>
                  </a:lnTo>
                  <a:lnTo>
                    <a:pt x="2731986" y="2049514"/>
                  </a:lnTo>
                  <a:lnTo>
                    <a:pt x="2702183" y="2078784"/>
                  </a:lnTo>
                  <a:lnTo>
                    <a:pt x="2651006" y="2124454"/>
                  </a:lnTo>
                  <a:lnTo>
                    <a:pt x="2597451" y="2166213"/>
                  </a:lnTo>
                  <a:lnTo>
                    <a:pt x="2540863" y="2204197"/>
                  </a:lnTo>
                  <a:lnTo>
                    <a:pt x="2480521" y="2238667"/>
                  </a:lnTo>
                  <a:lnTo>
                    <a:pt x="2415678" y="2269939"/>
                  </a:lnTo>
                  <a:lnTo>
                    <a:pt x="2345599" y="2298339"/>
                  </a:lnTo>
                  <a:lnTo>
                    <a:pt x="2269608" y="2324178"/>
                  </a:lnTo>
                  <a:lnTo>
                    <a:pt x="2187154" y="2347727"/>
                  </a:lnTo>
                  <a:lnTo>
                    <a:pt x="2097891" y="2369216"/>
                  </a:lnTo>
                  <a:lnTo>
                    <a:pt x="2001788" y="2388822"/>
                  </a:lnTo>
                  <a:lnTo>
                    <a:pt x="1899257" y="2406669"/>
                  </a:lnTo>
                  <a:lnTo>
                    <a:pt x="1791292" y="2422829"/>
                  </a:lnTo>
                  <a:lnTo>
                    <a:pt x="1679590" y="2437328"/>
                  </a:lnTo>
                  <a:lnTo>
                    <a:pt x="1566614" y="2450152"/>
                  </a:lnTo>
                  <a:lnTo>
                    <a:pt x="1455560" y="2461267"/>
                  </a:lnTo>
                  <a:lnTo>
                    <a:pt x="1350157" y="2470642"/>
                  </a:lnTo>
                  <a:lnTo>
                    <a:pt x="1254307" y="2478272"/>
                  </a:lnTo>
                  <a:lnTo>
                    <a:pt x="1171578" y="2484201"/>
                  </a:lnTo>
                  <a:lnTo>
                    <a:pt x="1104646" y="2488542"/>
                  </a:lnTo>
                  <a:lnTo>
                    <a:pt x="1054814" y="2491481"/>
                  </a:lnTo>
                  <a:lnTo>
                    <a:pt x="1021730" y="2493260"/>
                  </a:lnTo>
                  <a:lnTo>
                    <a:pt x="1003346" y="2494165"/>
                  </a:lnTo>
                  <a:lnTo>
                    <a:pt x="996062" y="2494494"/>
                  </a:lnTo>
                  <a:lnTo>
                    <a:pt x="994940" y="2494541"/>
                  </a:lnTo>
                  <a:lnTo>
                    <a:pt x="0" y="2494541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11" name="pl1110"/>
            <p:cNvSpPr/>
            <p:nvPr/>
          </p:nvSpPr>
          <p:spPr>
            <a:xfrm>
              <a:off x="1199187" y="1414806"/>
              <a:ext cx="12049831" cy="2641279"/>
            </a:xfrm>
            <a:custGeom>
              <a:avLst/>
              <a:pathLst>
                <a:path w="12049831" h="2641279">
                  <a:moveTo>
                    <a:pt x="0" y="2494541"/>
                  </a:moveTo>
                  <a:lnTo>
                    <a:pt x="994940" y="2494541"/>
                  </a:lnTo>
                  <a:lnTo>
                    <a:pt x="996029" y="2494496"/>
                  </a:lnTo>
                  <a:lnTo>
                    <a:pt x="1003223" y="2494171"/>
                  </a:lnTo>
                  <a:lnTo>
                    <a:pt x="1021474" y="2493273"/>
                  </a:lnTo>
                  <a:lnTo>
                    <a:pt x="1054394" y="2491504"/>
                  </a:lnTo>
                  <a:lnTo>
                    <a:pt x="1104051" y="2488579"/>
                  </a:lnTo>
                  <a:lnTo>
                    <a:pt x="1170814" y="2484253"/>
                  </a:lnTo>
                  <a:lnTo>
                    <a:pt x="1253393" y="2478340"/>
                  </a:lnTo>
                  <a:lnTo>
                    <a:pt x="1349126" y="2470729"/>
                  </a:lnTo>
                  <a:lnTo>
                    <a:pt x="1454451" y="2461372"/>
                  </a:lnTo>
                  <a:lnTo>
                    <a:pt x="1565468" y="2450274"/>
                  </a:lnTo>
                  <a:lnTo>
                    <a:pt x="1678441" y="2437467"/>
                  </a:lnTo>
                  <a:lnTo>
                    <a:pt x="1790170" y="2422986"/>
                  </a:lnTo>
                  <a:lnTo>
                    <a:pt x="1898183" y="2406842"/>
                  </a:lnTo>
                  <a:lnTo>
                    <a:pt x="2000775" y="2389012"/>
                  </a:lnTo>
                  <a:lnTo>
                    <a:pt x="2096946" y="2369425"/>
                  </a:lnTo>
                  <a:lnTo>
                    <a:pt x="2186279" y="2347956"/>
                  </a:lnTo>
                  <a:lnTo>
                    <a:pt x="2268802" y="2324429"/>
                  </a:lnTo>
                  <a:lnTo>
                    <a:pt x="2344855" y="2298615"/>
                  </a:lnTo>
                  <a:lnTo>
                    <a:pt x="2414992" y="2270242"/>
                  </a:lnTo>
                  <a:lnTo>
                    <a:pt x="2479885" y="2239001"/>
                  </a:lnTo>
                  <a:lnTo>
                    <a:pt x="2540269" y="2204565"/>
                  </a:lnTo>
                  <a:lnTo>
                    <a:pt x="2596891" y="2166618"/>
                  </a:lnTo>
                  <a:lnTo>
                    <a:pt x="2650474" y="2124899"/>
                  </a:lnTo>
                  <a:lnTo>
                    <a:pt x="2701672" y="2079269"/>
                  </a:lnTo>
                  <a:lnTo>
                    <a:pt x="2702183" y="2078784"/>
                  </a:lnTo>
                  <a:lnTo>
                    <a:pt x="2748450" y="2032485"/>
                  </a:lnTo>
                  <a:lnTo>
                    <a:pt x="2793528" y="1982693"/>
                  </a:lnTo>
                  <a:lnTo>
                    <a:pt x="2837750" y="1929339"/>
                  </a:lnTo>
                  <a:lnTo>
                    <a:pt x="2881382" y="1872411"/>
                  </a:lnTo>
                  <a:lnTo>
                    <a:pt x="2924635" y="1811968"/>
                  </a:lnTo>
                  <a:lnTo>
                    <a:pt x="2967672" y="1748140"/>
                  </a:lnTo>
                  <a:lnTo>
                    <a:pt x="3010612" y="1681135"/>
                  </a:lnTo>
                  <a:lnTo>
                    <a:pt x="3053539" y="1611239"/>
                  </a:lnTo>
                  <a:lnTo>
                    <a:pt x="3096506" y="1538813"/>
                  </a:lnTo>
                  <a:lnTo>
                    <a:pt x="3139535" y="1464290"/>
                  </a:lnTo>
                  <a:lnTo>
                    <a:pt x="3182630" y="1388165"/>
                  </a:lnTo>
                  <a:lnTo>
                    <a:pt x="3225776" y="1310980"/>
                  </a:lnTo>
                  <a:lnTo>
                    <a:pt x="3268947" y="1233310"/>
                  </a:lnTo>
                  <a:lnTo>
                    <a:pt x="3312113" y="1155747"/>
                  </a:lnTo>
                  <a:lnTo>
                    <a:pt x="3355243" y="1078877"/>
                  </a:lnTo>
                  <a:lnTo>
                    <a:pt x="3398316" y="1003268"/>
                  </a:lnTo>
                  <a:lnTo>
                    <a:pt x="3441321" y="929444"/>
                  </a:lnTo>
                  <a:lnTo>
                    <a:pt x="3484270" y="857881"/>
                  </a:lnTo>
                  <a:lnTo>
                    <a:pt x="3527194" y="788985"/>
                  </a:lnTo>
                  <a:lnTo>
                    <a:pt x="3570157" y="723092"/>
                  </a:lnTo>
                  <a:lnTo>
                    <a:pt x="3613255" y="660461"/>
                  </a:lnTo>
                  <a:lnTo>
                    <a:pt x="3656624" y="601270"/>
                  </a:lnTo>
                  <a:lnTo>
                    <a:pt x="3700441" y="545623"/>
                  </a:lnTo>
                  <a:lnTo>
                    <a:pt x="3744936" y="493553"/>
                  </a:lnTo>
                  <a:lnTo>
                    <a:pt x="3790399" y="445027"/>
                  </a:lnTo>
                  <a:lnTo>
                    <a:pt x="3820202" y="415756"/>
                  </a:lnTo>
                  <a:lnTo>
                    <a:pt x="3871379" y="370087"/>
                  </a:lnTo>
                  <a:lnTo>
                    <a:pt x="3924934" y="328328"/>
                  </a:lnTo>
                  <a:lnTo>
                    <a:pt x="3981522" y="290344"/>
                  </a:lnTo>
                  <a:lnTo>
                    <a:pt x="4041864" y="255874"/>
                  </a:lnTo>
                  <a:lnTo>
                    <a:pt x="4106707" y="224602"/>
                  </a:lnTo>
                  <a:lnTo>
                    <a:pt x="4176786" y="196201"/>
                  </a:lnTo>
                  <a:lnTo>
                    <a:pt x="4252777" y="170363"/>
                  </a:lnTo>
                  <a:lnTo>
                    <a:pt x="4335231" y="146814"/>
                  </a:lnTo>
                  <a:lnTo>
                    <a:pt x="4424494" y="125325"/>
                  </a:lnTo>
                  <a:lnTo>
                    <a:pt x="4520597" y="105719"/>
                  </a:lnTo>
                  <a:lnTo>
                    <a:pt x="4623128" y="87872"/>
                  </a:lnTo>
                  <a:lnTo>
                    <a:pt x="4731093" y="71711"/>
                  </a:lnTo>
                  <a:lnTo>
                    <a:pt x="4842795" y="57213"/>
                  </a:lnTo>
                  <a:lnTo>
                    <a:pt x="4955771" y="44389"/>
                  </a:lnTo>
                  <a:lnTo>
                    <a:pt x="5066825" y="33273"/>
                  </a:lnTo>
                  <a:lnTo>
                    <a:pt x="5172228" y="23898"/>
                  </a:lnTo>
                  <a:lnTo>
                    <a:pt x="5268078" y="16269"/>
                  </a:lnTo>
                  <a:lnTo>
                    <a:pt x="5350807" y="10340"/>
                  </a:lnTo>
                  <a:lnTo>
                    <a:pt x="5417739" y="5998"/>
                  </a:lnTo>
                  <a:lnTo>
                    <a:pt x="5467571" y="3060"/>
                  </a:lnTo>
                  <a:lnTo>
                    <a:pt x="5500655" y="1281"/>
                  </a:lnTo>
                  <a:lnTo>
                    <a:pt x="5519039" y="376"/>
                  </a:lnTo>
                  <a:lnTo>
                    <a:pt x="5526323" y="47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69" y="48"/>
                  </a:lnTo>
                  <a:lnTo>
                    <a:pt x="6530628" y="390"/>
                  </a:lnTo>
                  <a:lnTo>
                    <a:pt x="6548793" y="1335"/>
                  </a:lnTo>
                  <a:lnTo>
                    <a:pt x="6581563" y="3199"/>
                  </a:lnTo>
                  <a:lnTo>
                    <a:pt x="6631006" y="6281"/>
                  </a:lnTo>
                  <a:lnTo>
                    <a:pt x="6697500" y="10839"/>
                  </a:lnTo>
                  <a:lnTo>
                    <a:pt x="6779780" y="17069"/>
                  </a:lnTo>
                  <a:lnTo>
                    <a:pt x="6875206" y="25092"/>
                  </a:lnTo>
                  <a:lnTo>
                    <a:pt x="6980244" y="34956"/>
                  </a:lnTo>
                  <a:lnTo>
                    <a:pt x="7091013" y="46658"/>
                  </a:lnTo>
                  <a:lnTo>
                    <a:pt x="7203792" y="60163"/>
                  </a:lnTo>
                  <a:lnTo>
                    <a:pt x="7315383" y="75436"/>
                  </a:lnTo>
                  <a:lnTo>
                    <a:pt x="7423312" y="92464"/>
                  </a:lnTo>
                  <a:lnTo>
                    <a:pt x="7525867" y="111269"/>
                  </a:lnTo>
                  <a:lnTo>
                    <a:pt x="7622041" y="131927"/>
                  </a:lnTo>
                  <a:lnTo>
                    <a:pt x="7711403" y="154566"/>
                  </a:lnTo>
                  <a:lnTo>
                    <a:pt x="7793972" y="179371"/>
                  </a:lnTo>
                  <a:lnTo>
                    <a:pt x="7870081" y="206582"/>
                  </a:lnTo>
                  <a:lnTo>
                    <a:pt x="7940273" y="236484"/>
                  </a:lnTo>
                  <a:lnTo>
                    <a:pt x="8005217" y="269402"/>
                  </a:lnTo>
                  <a:lnTo>
                    <a:pt x="8065643" y="305679"/>
                  </a:lnTo>
                  <a:lnTo>
                    <a:pt x="8122293" y="345650"/>
                  </a:lnTo>
                  <a:lnTo>
                    <a:pt x="8175888" y="389594"/>
                  </a:lnTo>
                  <a:lnTo>
                    <a:pt x="8227083" y="437662"/>
                  </a:lnTo>
                  <a:lnTo>
                    <a:pt x="8229629" y="440213"/>
                  </a:lnTo>
                  <a:lnTo>
                    <a:pt x="8274991" y="488228"/>
                  </a:lnTo>
                  <a:lnTo>
                    <a:pt x="8319205" y="539794"/>
                  </a:lnTo>
                  <a:lnTo>
                    <a:pt x="8362584" y="594983"/>
                  </a:lnTo>
                  <a:lnTo>
                    <a:pt x="8405384" y="653807"/>
                  </a:lnTo>
                  <a:lnTo>
                    <a:pt x="8447805" y="716216"/>
                  </a:lnTo>
                  <a:lnTo>
                    <a:pt x="8490004" y="782084"/>
                  </a:lnTo>
                  <a:lnTo>
                    <a:pt x="8532100" y="851215"/>
                  </a:lnTo>
                  <a:lnTo>
                    <a:pt x="8574174" y="923332"/>
                  </a:lnTo>
                  <a:lnTo>
                    <a:pt x="8616279" y="998085"/>
                  </a:lnTo>
                  <a:lnTo>
                    <a:pt x="8658443" y="1075055"/>
                  </a:lnTo>
                  <a:lnTo>
                    <a:pt x="8700671" y="1153760"/>
                  </a:lnTo>
                  <a:lnTo>
                    <a:pt x="8742952" y="1233666"/>
                  </a:lnTo>
                  <a:lnTo>
                    <a:pt x="8785264" y="1314207"/>
                  </a:lnTo>
                  <a:lnTo>
                    <a:pt x="8827578" y="1394795"/>
                  </a:lnTo>
                  <a:lnTo>
                    <a:pt x="8869866" y="1474842"/>
                  </a:lnTo>
                  <a:lnTo>
                    <a:pt x="8912103" y="1553775"/>
                  </a:lnTo>
                  <a:lnTo>
                    <a:pt x="8954278" y="1631055"/>
                  </a:lnTo>
                  <a:lnTo>
                    <a:pt x="8996391" y="1706192"/>
                  </a:lnTo>
                  <a:lnTo>
                    <a:pt x="9038468" y="1778755"/>
                  </a:lnTo>
                  <a:lnTo>
                    <a:pt x="9080555" y="1848382"/>
                  </a:lnTo>
                  <a:lnTo>
                    <a:pt x="9122731" y="1914786"/>
                  </a:lnTo>
                  <a:lnTo>
                    <a:pt x="9165107" y="1977756"/>
                  </a:lnTo>
                  <a:lnTo>
                    <a:pt x="9207834" y="2037158"/>
                  </a:lnTo>
                  <a:lnTo>
                    <a:pt x="9251105" y="2092927"/>
                  </a:lnTo>
                  <a:lnTo>
                    <a:pt x="9295166" y="2145068"/>
                  </a:lnTo>
                  <a:lnTo>
                    <a:pt x="9340321" y="2193642"/>
                  </a:lnTo>
                  <a:lnTo>
                    <a:pt x="9347647" y="2201066"/>
                  </a:lnTo>
                  <a:lnTo>
                    <a:pt x="9398736" y="2249343"/>
                  </a:lnTo>
                  <a:lnTo>
                    <a:pt x="9452194" y="2293495"/>
                  </a:lnTo>
                  <a:lnTo>
                    <a:pt x="9508672" y="2333661"/>
                  </a:lnTo>
                  <a:lnTo>
                    <a:pt x="9568888" y="2370118"/>
                  </a:lnTo>
                  <a:lnTo>
                    <a:pt x="9633585" y="2403198"/>
                  </a:lnTo>
                  <a:lnTo>
                    <a:pt x="9703494" y="2433246"/>
                  </a:lnTo>
                  <a:lnTo>
                    <a:pt x="9779288" y="2460586"/>
                  </a:lnTo>
                  <a:lnTo>
                    <a:pt x="9861519" y="2485507"/>
                  </a:lnTo>
                  <a:lnTo>
                    <a:pt x="9950533" y="2508251"/>
                  </a:lnTo>
                  <a:lnTo>
                    <a:pt x="10046366" y="2529006"/>
                  </a:lnTo>
                  <a:lnTo>
                    <a:pt x="10148616" y="2547903"/>
                  </a:lnTo>
                  <a:lnTo>
                    <a:pt x="10256307" y="2565020"/>
                  </a:lnTo>
                  <a:lnTo>
                    <a:pt x="10367766" y="2580382"/>
                  </a:lnTo>
                  <a:lnTo>
                    <a:pt x="10480555" y="2593978"/>
                  </a:lnTo>
                  <a:lnTo>
                    <a:pt x="10591513" y="2605773"/>
                  </a:lnTo>
                  <a:lnTo>
                    <a:pt x="10696936" y="2615731"/>
                  </a:lnTo>
                  <a:lnTo>
                    <a:pt x="10792941" y="2623846"/>
                  </a:lnTo>
                  <a:lnTo>
                    <a:pt x="10875961" y="2630165"/>
                  </a:lnTo>
                  <a:lnTo>
                    <a:pt x="10943301" y="2634804"/>
                  </a:lnTo>
                  <a:lnTo>
                    <a:pt x="10993615" y="2637955"/>
                  </a:lnTo>
                  <a:lnTo>
                    <a:pt x="11027196" y="2639874"/>
                  </a:lnTo>
                  <a:lnTo>
                    <a:pt x="11046027" y="2640858"/>
                  </a:lnTo>
                  <a:lnTo>
                    <a:pt x="11053637" y="2641223"/>
                  </a:lnTo>
                  <a:lnTo>
                    <a:pt x="11054891" y="2641279"/>
                  </a:lnTo>
                  <a:lnTo>
                    <a:pt x="11054891" y="2641279"/>
                  </a:lnTo>
                  <a:lnTo>
                    <a:pt x="12049831" y="2641279"/>
                  </a:lnTo>
                  <a:lnTo>
                    <a:pt x="12049831" y="26412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2" name="pl1111"/>
            <p:cNvSpPr/>
            <p:nvPr/>
          </p:nvSpPr>
          <p:spPr>
            <a:xfrm>
              <a:off x="1199187" y="1409566"/>
              <a:ext cx="12049831" cy="2641279"/>
            </a:xfrm>
            <a:custGeom>
              <a:avLst/>
              <a:pathLst>
                <a:path w="12049831" h="2641279">
                  <a:moveTo>
                    <a:pt x="12049831" y="2641279"/>
                  </a:moveTo>
                  <a:lnTo>
                    <a:pt x="11054891" y="2641279"/>
                  </a:lnTo>
                  <a:lnTo>
                    <a:pt x="11053807" y="2641231"/>
                  </a:lnTo>
                  <a:lnTo>
                    <a:pt x="11046648" y="2640889"/>
                  </a:lnTo>
                  <a:lnTo>
                    <a:pt x="11028484" y="2639943"/>
                  </a:lnTo>
                  <a:lnTo>
                    <a:pt x="10995713" y="2638080"/>
                  </a:lnTo>
                  <a:lnTo>
                    <a:pt x="10946271" y="2634998"/>
                  </a:lnTo>
                  <a:lnTo>
                    <a:pt x="10879776" y="2630440"/>
                  </a:lnTo>
                  <a:lnTo>
                    <a:pt x="10797497" y="2624210"/>
                  </a:lnTo>
                  <a:lnTo>
                    <a:pt x="10702070" y="2616187"/>
                  </a:lnTo>
                  <a:lnTo>
                    <a:pt x="10597032" y="2606323"/>
                  </a:lnTo>
                  <a:lnTo>
                    <a:pt x="10486263" y="2594621"/>
                  </a:lnTo>
                  <a:lnTo>
                    <a:pt x="10373485" y="2581116"/>
                  </a:lnTo>
                  <a:lnTo>
                    <a:pt x="10261894" y="2565842"/>
                  </a:lnTo>
                  <a:lnTo>
                    <a:pt x="10153965" y="2548815"/>
                  </a:lnTo>
                  <a:lnTo>
                    <a:pt x="10051409" y="2530010"/>
                  </a:lnTo>
                  <a:lnTo>
                    <a:pt x="9955236" y="2509352"/>
                  </a:lnTo>
                  <a:lnTo>
                    <a:pt x="9865874" y="2486713"/>
                  </a:lnTo>
                  <a:lnTo>
                    <a:pt x="9783305" y="2461907"/>
                  </a:lnTo>
                  <a:lnTo>
                    <a:pt x="9707196" y="2434696"/>
                  </a:lnTo>
                  <a:lnTo>
                    <a:pt x="9637003" y="2404794"/>
                  </a:lnTo>
                  <a:lnTo>
                    <a:pt x="9572059" y="2371876"/>
                  </a:lnTo>
                  <a:lnTo>
                    <a:pt x="9511634" y="2335599"/>
                  </a:lnTo>
                  <a:lnTo>
                    <a:pt x="9454983" y="2295628"/>
                  </a:lnTo>
                  <a:lnTo>
                    <a:pt x="9401389" y="2251684"/>
                  </a:lnTo>
                  <a:lnTo>
                    <a:pt x="9350194" y="2203617"/>
                  </a:lnTo>
                  <a:lnTo>
                    <a:pt x="9347647" y="2201066"/>
                  </a:lnTo>
                  <a:lnTo>
                    <a:pt x="9302285" y="2153051"/>
                  </a:lnTo>
                  <a:lnTo>
                    <a:pt x="9258072" y="2101485"/>
                  </a:lnTo>
                  <a:lnTo>
                    <a:pt x="9214692" y="2046296"/>
                  </a:lnTo>
                  <a:lnTo>
                    <a:pt x="9171893" y="1987471"/>
                  </a:lnTo>
                  <a:lnTo>
                    <a:pt x="9129472" y="1925063"/>
                  </a:lnTo>
                  <a:lnTo>
                    <a:pt x="9087272" y="1859194"/>
                  </a:lnTo>
                  <a:lnTo>
                    <a:pt x="9045177" y="1790064"/>
                  </a:lnTo>
                  <a:lnTo>
                    <a:pt x="9003103" y="1717947"/>
                  </a:lnTo>
                  <a:lnTo>
                    <a:pt x="8960997" y="1643193"/>
                  </a:lnTo>
                  <a:lnTo>
                    <a:pt x="8918833" y="1566223"/>
                  </a:lnTo>
                  <a:lnTo>
                    <a:pt x="8876605" y="1487519"/>
                  </a:lnTo>
                  <a:lnTo>
                    <a:pt x="8834324" y="1407612"/>
                  </a:lnTo>
                  <a:lnTo>
                    <a:pt x="8792013" y="1327071"/>
                  </a:lnTo>
                  <a:lnTo>
                    <a:pt x="8749698" y="1246483"/>
                  </a:lnTo>
                  <a:lnTo>
                    <a:pt x="8707411" y="1166437"/>
                  </a:lnTo>
                  <a:lnTo>
                    <a:pt x="8665173" y="1087504"/>
                  </a:lnTo>
                  <a:lnTo>
                    <a:pt x="8622999" y="1010223"/>
                  </a:lnTo>
                  <a:lnTo>
                    <a:pt x="8580885" y="935086"/>
                  </a:lnTo>
                  <a:lnTo>
                    <a:pt x="8538809" y="862523"/>
                  </a:lnTo>
                  <a:lnTo>
                    <a:pt x="8496722" y="792896"/>
                  </a:lnTo>
                  <a:lnTo>
                    <a:pt x="8454546" y="726492"/>
                  </a:lnTo>
                  <a:lnTo>
                    <a:pt x="8412170" y="663522"/>
                  </a:lnTo>
                  <a:lnTo>
                    <a:pt x="8369443" y="604121"/>
                  </a:lnTo>
                  <a:lnTo>
                    <a:pt x="8326171" y="548351"/>
                  </a:lnTo>
                  <a:lnTo>
                    <a:pt x="8282110" y="496211"/>
                  </a:lnTo>
                  <a:lnTo>
                    <a:pt x="8236955" y="447636"/>
                  </a:lnTo>
                  <a:lnTo>
                    <a:pt x="8229629" y="440213"/>
                  </a:lnTo>
                  <a:lnTo>
                    <a:pt x="8178540" y="391935"/>
                  </a:lnTo>
                  <a:lnTo>
                    <a:pt x="8125082" y="347784"/>
                  </a:lnTo>
                  <a:lnTo>
                    <a:pt x="8068604" y="307617"/>
                  </a:lnTo>
                  <a:lnTo>
                    <a:pt x="8008388" y="271160"/>
                  </a:lnTo>
                  <a:lnTo>
                    <a:pt x="7943692" y="238080"/>
                  </a:lnTo>
                  <a:lnTo>
                    <a:pt x="7873783" y="208033"/>
                  </a:lnTo>
                  <a:lnTo>
                    <a:pt x="7797988" y="180693"/>
                  </a:lnTo>
                  <a:lnTo>
                    <a:pt x="7715758" y="155771"/>
                  </a:lnTo>
                  <a:lnTo>
                    <a:pt x="7626744" y="133027"/>
                  </a:lnTo>
                  <a:lnTo>
                    <a:pt x="7530911" y="112272"/>
                  </a:lnTo>
                  <a:lnTo>
                    <a:pt x="7428660" y="93375"/>
                  </a:lnTo>
                  <a:lnTo>
                    <a:pt x="7320969" y="76259"/>
                  </a:lnTo>
                  <a:lnTo>
                    <a:pt x="7209511" y="60896"/>
                  </a:lnTo>
                  <a:lnTo>
                    <a:pt x="7096721" y="47300"/>
                  </a:lnTo>
                  <a:lnTo>
                    <a:pt x="6985764" y="35506"/>
                  </a:lnTo>
                  <a:lnTo>
                    <a:pt x="6880341" y="25548"/>
                  </a:lnTo>
                  <a:lnTo>
                    <a:pt x="6784336" y="17433"/>
                  </a:lnTo>
                  <a:lnTo>
                    <a:pt x="6701315" y="11114"/>
                  </a:lnTo>
                  <a:lnTo>
                    <a:pt x="6633975" y="6474"/>
                  </a:lnTo>
                  <a:lnTo>
                    <a:pt x="6583662" y="3324"/>
                  </a:lnTo>
                  <a:lnTo>
                    <a:pt x="6550081" y="1405"/>
                  </a:lnTo>
                  <a:lnTo>
                    <a:pt x="6531249" y="421"/>
                  </a:lnTo>
                  <a:lnTo>
                    <a:pt x="6523640" y="55"/>
                  </a:lnTo>
                  <a:lnTo>
                    <a:pt x="652238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6" y="45"/>
                  </a:lnTo>
                  <a:lnTo>
                    <a:pt x="5519162" y="370"/>
                  </a:lnTo>
                  <a:lnTo>
                    <a:pt x="5500911" y="1267"/>
                  </a:lnTo>
                  <a:lnTo>
                    <a:pt x="5467991" y="3037"/>
                  </a:lnTo>
                  <a:lnTo>
                    <a:pt x="5418334" y="5962"/>
                  </a:lnTo>
                  <a:lnTo>
                    <a:pt x="5351571" y="10288"/>
                  </a:lnTo>
                  <a:lnTo>
                    <a:pt x="5268992" y="16200"/>
                  </a:lnTo>
                  <a:lnTo>
                    <a:pt x="5173259" y="23812"/>
                  </a:lnTo>
                  <a:lnTo>
                    <a:pt x="5067934" y="33169"/>
                  </a:lnTo>
                  <a:lnTo>
                    <a:pt x="4956917" y="44267"/>
                  </a:lnTo>
                  <a:lnTo>
                    <a:pt x="4843944" y="57074"/>
                  </a:lnTo>
                  <a:lnTo>
                    <a:pt x="4732215" y="71555"/>
                  </a:lnTo>
                  <a:lnTo>
                    <a:pt x="4624202" y="87699"/>
                  </a:lnTo>
                  <a:lnTo>
                    <a:pt x="4521610" y="105529"/>
                  </a:lnTo>
                  <a:lnTo>
                    <a:pt x="4425439" y="125116"/>
                  </a:lnTo>
                  <a:lnTo>
                    <a:pt x="4336106" y="146585"/>
                  </a:lnTo>
                  <a:lnTo>
                    <a:pt x="4253583" y="170112"/>
                  </a:lnTo>
                  <a:lnTo>
                    <a:pt x="4177530" y="195926"/>
                  </a:lnTo>
                  <a:lnTo>
                    <a:pt x="4107393" y="224299"/>
                  </a:lnTo>
                  <a:lnTo>
                    <a:pt x="4042500" y="255540"/>
                  </a:lnTo>
                  <a:lnTo>
                    <a:pt x="3982116" y="289976"/>
                  </a:lnTo>
                  <a:lnTo>
                    <a:pt x="3925494" y="327923"/>
                  </a:lnTo>
                  <a:lnTo>
                    <a:pt x="3871911" y="369642"/>
                  </a:lnTo>
                  <a:lnTo>
                    <a:pt x="3820713" y="415272"/>
                  </a:lnTo>
                  <a:lnTo>
                    <a:pt x="3820202" y="415756"/>
                  </a:lnTo>
                  <a:lnTo>
                    <a:pt x="3773935" y="462056"/>
                  </a:lnTo>
                  <a:lnTo>
                    <a:pt x="3728857" y="511848"/>
                  </a:lnTo>
                  <a:lnTo>
                    <a:pt x="3684635" y="565202"/>
                  </a:lnTo>
                  <a:lnTo>
                    <a:pt x="3641003" y="622130"/>
                  </a:lnTo>
                  <a:lnTo>
                    <a:pt x="3597750" y="682573"/>
                  </a:lnTo>
                  <a:lnTo>
                    <a:pt x="3554713" y="746400"/>
                  </a:lnTo>
                  <a:lnTo>
                    <a:pt x="3511773" y="813406"/>
                  </a:lnTo>
                  <a:lnTo>
                    <a:pt x="3468846" y="883302"/>
                  </a:lnTo>
                  <a:lnTo>
                    <a:pt x="3425879" y="955728"/>
                  </a:lnTo>
                  <a:lnTo>
                    <a:pt x="3382850" y="1030251"/>
                  </a:lnTo>
                  <a:lnTo>
                    <a:pt x="3339755" y="1106376"/>
                  </a:lnTo>
                  <a:lnTo>
                    <a:pt x="3296609" y="1183561"/>
                  </a:lnTo>
                  <a:lnTo>
                    <a:pt x="3253438" y="1261231"/>
                  </a:lnTo>
                  <a:lnTo>
                    <a:pt x="3210272" y="1338794"/>
                  </a:lnTo>
                  <a:lnTo>
                    <a:pt x="3167142" y="1415663"/>
                  </a:lnTo>
                  <a:lnTo>
                    <a:pt x="3124069" y="1491273"/>
                  </a:lnTo>
                  <a:lnTo>
                    <a:pt x="3081064" y="1565096"/>
                  </a:lnTo>
                  <a:lnTo>
                    <a:pt x="3038115" y="1636660"/>
                  </a:lnTo>
                  <a:lnTo>
                    <a:pt x="2995191" y="1705556"/>
                  </a:lnTo>
                  <a:lnTo>
                    <a:pt x="2952228" y="1771448"/>
                  </a:lnTo>
                  <a:lnTo>
                    <a:pt x="2909130" y="1834080"/>
                  </a:lnTo>
                  <a:lnTo>
                    <a:pt x="2865761" y="1893271"/>
                  </a:lnTo>
                  <a:lnTo>
                    <a:pt x="2821944" y="1948918"/>
                  </a:lnTo>
                  <a:lnTo>
                    <a:pt x="2777449" y="2000988"/>
                  </a:lnTo>
                  <a:lnTo>
                    <a:pt x="2731986" y="2049514"/>
                  </a:lnTo>
                  <a:lnTo>
                    <a:pt x="2702183" y="2078784"/>
                  </a:lnTo>
                  <a:lnTo>
                    <a:pt x="2651006" y="2124454"/>
                  </a:lnTo>
                  <a:lnTo>
                    <a:pt x="2597451" y="2166213"/>
                  </a:lnTo>
                  <a:lnTo>
                    <a:pt x="2540863" y="2204197"/>
                  </a:lnTo>
                  <a:lnTo>
                    <a:pt x="2480521" y="2238667"/>
                  </a:lnTo>
                  <a:lnTo>
                    <a:pt x="2415678" y="2269939"/>
                  </a:lnTo>
                  <a:lnTo>
                    <a:pt x="2345599" y="2298339"/>
                  </a:lnTo>
                  <a:lnTo>
                    <a:pt x="2269608" y="2324178"/>
                  </a:lnTo>
                  <a:lnTo>
                    <a:pt x="2187154" y="2347727"/>
                  </a:lnTo>
                  <a:lnTo>
                    <a:pt x="2097891" y="2369216"/>
                  </a:lnTo>
                  <a:lnTo>
                    <a:pt x="2001788" y="2388822"/>
                  </a:lnTo>
                  <a:lnTo>
                    <a:pt x="1899257" y="2406669"/>
                  </a:lnTo>
                  <a:lnTo>
                    <a:pt x="1791292" y="2422829"/>
                  </a:lnTo>
                  <a:lnTo>
                    <a:pt x="1679590" y="2437328"/>
                  </a:lnTo>
                  <a:lnTo>
                    <a:pt x="1566614" y="2450152"/>
                  </a:lnTo>
                  <a:lnTo>
                    <a:pt x="1455560" y="2461267"/>
                  </a:lnTo>
                  <a:lnTo>
                    <a:pt x="1350157" y="2470642"/>
                  </a:lnTo>
                  <a:lnTo>
                    <a:pt x="1254307" y="2478272"/>
                  </a:lnTo>
                  <a:lnTo>
                    <a:pt x="1171578" y="2484201"/>
                  </a:lnTo>
                  <a:lnTo>
                    <a:pt x="1104646" y="2488542"/>
                  </a:lnTo>
                  <a:lnTo>
                    <a:pt x="1054814" y="2491481"/>
                  </a:lnTo>
                  <a:lnTo>
                    <a:pt x="1021730" y="2493260"/>
                  </a:lnTo>
                  <a:lnTo>
                    <a:pt x="1003346" y="2494165"/>
                  </a:lnTo>
                  <a:lnTo>
                    <a:pt x="996062" y="2494494"/>
                  </a:lnTo>
                  <a:lnTo>
                    <a:pt x="994940" y="2494541"/>
                  </a:lnTo>
                  <a:lnTo>
                    <a:pt x="994940" y="2494541"/>
                  </a:lnTo>
                  <a:lnTo>
                    <a:pt x="0" y="2494541"/>
                  </a:lnTo>
                  <a:lnTo>
                    <a:pt x="0" y="24945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3" name="pg1112"/>
            <p:cNvSpPr/>
            <p:nvPr/>
          </p:nvSpPr>
          <p:spPr>
            <a:xfrm>
              <a:off x="1199187" y="1472453"/>
              <a:ext cx="12049831" cy="3222989"/>
            </a:xfrm>
            <a:custGeom>
              <a:avLst/>
              <a:pathLst>
                <a:path w="12049831" h="3222989">
                  <a:moveTo>
                    <a:pt x="0" y="2442135"/>
                  </a:moveTo>
                  <a:lnTo>
                    <a:pt x="994940" y="2442135"/>
                  </a:lnTo>
                  <a:lnTo>
                    <a:pt x="996031" y="2442090"/>
                  </a:lnTo>
                  <a:lnTo>
                    <a:pt x="1003238" y="2441772"/>
                  </a:lnTo>
                  <a:lnTo>
                    <a:pt x="1021522" y="2440894"/>
                  </a:lnTo>
                  <a:lnTo>
                    <a:pt x="1054500" y="2439162"/>
                  </a:lnTo>
                  <a:lnTo>
                    <a:pt x="1104238" y="2436299"/>
                  </a:lnTo>
                  <a:lnTo>
                    <a:pt x="1171102" y="2432065"/>
                  </a:lnTo>
                  <a:lnTo>
                    <a:pt x="1253795" y="2426279"/>
                  </a:lnTo>
                  <a:lnTo>
                    <a:pt x="1349644" y="2418830"/>
                  </a:lnTo>
                  <a:lnTo>
                    <a:pt x="1455078" y="2409674"/>
                  </a:lnTo>
                  <a:lnTo>
                    <a:pt x="1566189" y="2398816"/>
                  </a:lnTo>
                  <a:lnTo>
                    <a:pt x="1679236" y="2386286"/>
                  </a:lnTo>
                  <a:lnTo>
                    <a:pt x="1791017" y="2372118"/>
                  </a:lnTo>
                  <a:lnTo>
                    <a:pt x="1899061" y="2356324"/>
                  </a:lnTo>
                  <a:lnTo>
                    <a:pt x="2001666" y="2338881"/>
                  </a:lnTo>
                  <a:lnTo>
                    <a:pt x="2097837" y="2319717"/>
                  </a:lnTo>
                  <a:lnTo>
                    <a:pt x="2187159" y="2298712"/>
                  </a:lnTo>
                  <a:lnTo>
                    <a:pt x="2269664" y="2275692"/>
                  </a:lnTo>
                  <a:lnTo>
                    <a:pt x="2345697" y="2250432"/>
                  </a:lnTo>
                  <a:lnTo>
                    <a:pt x="2415811" y="2222665"/>
                  </a:lnTo>
                  <a:lnTo>
                    <a:pt x="2480685" y="2192089"/>
                  </a:lnTo>
                  <a:lnTo>
                    <a:pt x="2541053" y="2158385"/>
                  </a:lnTo>
                  <a:lnTo>
                    <a:pt x="2597666" y="2121242"/>
                  </a:lnTo>
                  <a:lnTo>
                    <a:pt x="2651244" y="2080406"/>
                  </a:lnTo>
                  <a:lnTo>
                    <a:pt x="2702183" y="2035986"/>
                  </a:lnTo>
                  <a:lnTo>
                    <a:pt x="2748816" y="1990380"/>
                  </a:lnTo>
                  <a:lnTo>
                    <a:pt x="2794244" y="1941306"/>
                  </a:lnTo>
                  <a:lnTo>
                    <a:pt x="2838807" y="1888696"/>
                  </a:lnTo>
                  <a:lnTo>
                    <a:pt x="2882776" y="1832539"/>
                  </a:lnTo>
                  <a:lnTo>
                    <a:pt x="2926365" y="1772897"/>
                  </a:lnTo>
                  <a:lnTo>
                    <a:pt x="2969740" y="1709901"/>
                  </a:lnTo>
                  <a:lnTo>
                    <a:pt x="3013023" y="1643763"/>
                  </a:lnTo>
                  <a:lnTo>
                    <a:pt x="3056296" y="1574773"/>
                  </a:lnTo>
                  <a:lnTo>
                    <a:pt x="3099611" y="1503298"/>
                  </a:lnTo>
                  <a:lnTo>
                    <a:pt x="3142991" y="1429775"/>
                  </a:lnTo>
                  <a:lnTo>
                    <a:pt x="3186437" y="1354704"/>
                  </a:lnTo>
                  <a:lnTo>
                    <a:pt x="3229933" y="1278630"/>
                  </a:lnTo>
                  <a:lnTo>
                    <a:pt x="3273451" y="1202131"/>
                  </a:lnTo>
                  <a:lnTo>
                    <a:pt x="3316961" y="1125799"/>
                  </a:lnTo>
                  <a:lnTo>
                    <a:pt x="3360431" y="1050220"/>
                  </a:lnTo>
                  <a:lnTo>
                    <a:pt x="3403841" y="975956"/>
                  </a:lnTo>
                  <a:lnTo>
                    <a:pt x="3447183" y="903530"/>
                  </a:lnTo>
                  <a:lnTo>
                    <a:pt x="3490470" y="833406"/>
                  </a:lnTo>
                  <a:lnTo>
                    <a:pt x="3533740" y="765982"/>
                  </a:lnTo>
                  <a:lnTo>
                    <a:pt x="3577062" y="701583"/>
                  </a:lnTo>
                  <a:lnTo>
                    <a:pt x="3620540" y="640456"/>
                  </a:lnTo>
                  <a:lnTo>
                    <a:pt x="3664320" y="582765"/>
                  </a:lnTo>
                  <a:lnTo>
                    <a:pt x="3708594" y="528604"/>
                  </a:lnTo>
                  <a:lnTo>
                    <a:pt x="3753607" y="477991"/>
                  </a:lnTo>
                  <a:lnTo>
                    <a:pt x="3799667" y="430883"/>
                  </a:lnTo>
                  <a:lnTo>
                    <a:pt x="3820202" y="411389"/>
                  </a:lnTo>
                  <a:lnTo>
                    <a:pt x="3871412" y="366748"/>
                  </a:lnTo>
                  <a:lnTo>
                    <a:pt x="3925004" y="325931"/>
                  </a:lnTo>
                  <a:lnTo>
                    <a:pt x="3981634" y="288807"/>
                  </a:lnTo>
                  <a:lnTo>
                    <a:pt x="4042024" y="255120"/>
                  </a:lnTo>
                  <a:lnTo>
                    <a:pt x="4106923" y="224559"/>
                  </a:lnTo>
                  <a:lnTo>
                    <a:pt x="4177067" y="196806"/>
                  </a:lnTo>
                  <a:lnTo>
                    <a:pt x="4253132" y="171559"/>
                  </a:lnTo>
                  <a:lnTo>
                    <a:pt x="4335671" y="148549"/>
                  </a:lnTo>
                  <a:lnTo>
                    <a:pt x="4425029" y="127554"/>
                  </a:lnTo>
                  <a:lnTo>
                    <a:pt x="4521234" y="108400"/>
                  </a:lnTo>
                  <a:lnTo>
                    <a:pt x="4623871" y="90965"/>
                  </a:lnTo>
                  <a:lnTo>
                    <a:pt x="4731939" y="75180"/>
                  </a:lnTo>
                  <a:lnTo>
                    <a:pt x="4843734" y="61020"/>
                  </a:lnTo>
                  <a:lnTo>
                    <a:pt x="4956780" y="48499"/>
                  </a:lnTo>
                  <a:lnTo>
                    <a:pt x="5067871" y="37649"/>
                  </a:lnTo>
                  <a:lnTo>
                    <a:pt x="5173266" y="28502"/>
                  </a:lnTo>
                  <a:lnTo>
                    <a:pt x="5269055" y="21062"/>
                  </a:lnTo>
                  <a:lnTo>
                    <a:pt x="5351672" y="15284"/>
                  </a:lnTo>
                  <a:lnTo>
                    <a:pt x="5418449" y="11058"/>
                  </a:lnTo>
                  <a:lnTo>
                    <a:pt x="5468098" y="8201"/>
                  </a:lnTo>
                  <a:lnTo>
                    <a:pt x="5500993" y="6475"/>
                  </a:lnTo>
                  <a:lnTo>
                    <a:pt x="5519209" y="5600"/>
                  </a:lnTo>
                  <a:lnTo>
                    <a:pt x="5526371" y="528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6" y="5297"/>
                  </a:lnTo>
                  <a:lnTo>
                    <a:pt x="6530452" y="5705"/>
                  </a:lnTo>
                  <a:lnTo>
                    <a:pt x="6548241" y="6831"/>
                  </a:lnTo>
                  <a:lnTo>
                    <a:pt x="6580359" y="9051"/>
                  </a:lnTo>
                  <a:lnTo>
                    <a:pt x="6628868" y="12723"/>
                  </a:lnTo>
                  <a:lnTo>
                    <a:pt x="6694195" y="18157"/>
                  </a:lnTo>
                  <a:lnTo>
                    <a:pt x="6775163" y="25589"/>
                  </a:lnTo>
                  <a:lnTo>
                    <a:pt x="6869247" y="35167"/>
                  </a:lnTo>
                  <a:lnTo>
                    <a:pt x="6973022" y="46955"/>
                  </a:lnTo>
                  <a:lnTo>
                    <a:pt x="7082697" y="60950"/>
                  </a:lnTo>
                  <a:lnTo>
                    <a:pt x="7194609" y="77113"/>
                  </a:lnTo>
                  <a:lnTo>
                    <a:pt x="7305582" y="95401"/>
                  </a:lnTo>
                  <a:lnTo>
                    <a:pt x="7413132" y="115794"/>
                  </a:lnTo>
                  <a:lnTo>
                    <a:pt x="7515518" y="138316"/>
                  </a:lnTo>
                  <a:lnTo>
                    <a:pt x="7611689" y="163049"/>
                  </a:lnTo>
                  <a:lnTo>
                    <a:pt x="7701172" y="190140"/>
                  </a:lnTo>
                  <a:lnTo>
                    <a:pt x="7783940" y="219801"/>
                  </a:lnTo>
                  <a:lnTo>
                    <a:pt x="7860290" y="252310"/>
                  </a:lnTo>
                  <a:lnTo>
                    <a:pt x="7930729" y="288000"/>
                  </a:lnTo>
                  <a:lnTo>
                    <a:pt x="7995900" y="327253"/>
                  </a:lnTo>
                  <a:lnTo>
                    <a:pt x="8056511" y="370476"/>
                  </a:lnTo>
                  <a:lnTo>
                    <a:pt x="8113289" y="418074"/>
                  </a:lnTo>
                  <a:lnTo>
                    <a:pt x="8166945" y="470393"/>
                  </a:lnTo>
                  <a:lnTo>
                    <a:pt x="8218132" y="527648"/>
                  </a:lnTo>
                  <a:lnTo>
                    <a:pt x="8229629" y="541532"/>
                  </a:lnTo>
                  <a:lnTo>
                    <a:pt x="8271794" y="595706"/>
                  </a:lnTo>
                  <a:lnTo>
                    <a:pt x="8312946" y="653604"/>
                  </a:lnTo>
                  <a:lnTo>
                    <a:pt x="8353345" y="715300"/>
                  </a:lnTo>
                  <a:lnTo>
                    <a:pt x="8393202" y="780820"/>
                  </a:lnTo>
                  <a:lnTo>
                    <a:pt x="8432687" y="850127"/>
                  </a:lnTo>
                  <a:lnTo>
                    <a:pt x="8471938" y="923125"/>
                  </a:lnTo>
                  <a:lnTo>
                    <a:pt x="8511059" y="999650"/>
                  </a:lnTo>
                  <a:lnTo>
                    <a:pt x="8550131" y="1079467"/>
                  </a:lnTo>
                  <a:lnTo>
                    <a:pt x="8589206" y="1162275"/>
                  </a:lnTo>
                  <a:lnTo>
                    <a:pt x="8628320" y="1247703"/>
                  </a:lnTo>
                  <a:lnTo>
                    <a:pt x="8667487" y="1335322"/>
                  </a:lnTo>
                  <a:lnTo>
                    <a:pt x="8706709" y="1424647"/>
                  </a:lnTo>
                  <a:lnTo>
                    <a:pt x="8745975" y="1515153"/>
                  </a:lnTo>
                  <a:lnTo>
                    <a:pt x="8785265" y="1606281"/>
                  </a:lnTo>
                  <a:lnTo>
                    <a:pt x="8824557" y="1697459"/>
                  </a:lnTo>
                  <a:lnTo>
                    <a:pt x="8863828" y="1788111"/>
                  </a:lnTo>
                  <a:lnTo>
                    <a:pt x="8903058" y="1877678"/>
                  </a:lnTo>
                  <a:lnTo>
                    <a:pt x="8942235" y="1965625"/>
                  </a:lnTo>
                  <a:lnTo>
                    <a:pt x="8981358" y="2051462"/>
                  </a:lnTo>
                  <a:lnTo>
                    <a:pt x="9020438" y="2134747"/>
                  </a:lnTo>
                  <a:lnTo>
                    <a:pt x="9059507" y="2215101"/>
                  </a:lnTo>
                  <a:lnTo>
                    <a:pt x="9098615" y="2292210"/>
                  </a:lnTo>
                  <a:lnTo>
                    <a:pt x="9137836" y="2365827"/>
                  </a:lnTo>
                  <a:lnTo>
                    <a:pt x="9177273" y="2435777"/>
                  </a:lnTo>
                  <a:lnTo>
                    <a:pt x="9217054" y="2501951"/>
                  </a:lnTo>
                  <a:lnTo>
                    <a:pt x="9257346" y="2564304"/>
                  </a:lnTo>
                  <a:lnTo>
                    <a:pt x="9298353" y="2622850"/>
                  </a:lnTo>
                  <a:lnTo>
                    <a:pt x="9340323" y="2677656"/>
                  </a:lnTo>
                  <a:lnTo>
                    <a:pt x="9347647" y="2686698"/>
                  </a:lnTo>
                  <a:lnTo>
                    <a:pt x="9398350" y="2745095"/>
                  </a:lnTo>
                  <a:lnTo>
                    <a:pt x="9451382" y="2798539"/>
                  </a:lnTo>
                  <a:lnTo>
                    <a:pt x="9507380" y="2847196"/>
                  </a:lnTo>
                  <a:lnTo>
                    <a:pt x="9567043" y="2891392"/>
                  </a:lnTo>
                  <a:lnTo>
                    <a:pt x="9631100" y="2931522"/>
                  </a:lnTo>
                  <a:lnTo>
                    <a:pt x="9700267" y="2967998"/>
                  </a:lnTo>
                  <a:lnTo>
                    <a:pt x="9775204" y="3001207"/>
                  </a:lnTo>
                  <a:lnTo>
                    <a:pt x="9856460" y="3031497"/>
                  </a:lnTo>
                  <a:lnTo>
                    <a:pt x="9944385" y="3059159"/>
                  </a:lnTo>
                  <a:lnTo>
                    <a:pt x="10039040" y="3084419"/>
                  </a:lnTo>
                  <a:lnTo>
                    <a:pt x="10140065" y="3107440"/>
                  </a:lnTo>
                  <a:lnTo>
                    <a:pt x="10246554" y="3128320"/>
                  </a:lnTo>
                  <a:lnTo>
                    <a:pt x="10356932" y="3147093"/>
                  </a:lnTo>
                  <a:lnTo>
                    <a:pt x="10468886" y="3163749"/>
                  </a:lnTo>
                  <a:lnTo>
                    <a:pt x="10579388" y="3178247"/>
                  </a:lnTo>
                  <a:lnTo>
                    <a:pt x="10684860" y="3190545"/>
                  </a:lnTo>
                  <a:lnTo>
                    <a:pt x="10781500" y="3200629"/>
                  </a:lnTo>
                  <a:lnTo>
                    <a:pt x="10865752" y="3208546"/>
                  </a:lnTo>
                  <a:lnTo>
                    <a:pt x="10934840" y="3214422"/>
                  </a:lnTo>
                  <a:lnTo>
                    <a:pt x="10987244" y="3218474"/>
                  </a:lnTo>
                  <a:lnTo>
                    <a:pt x="11023011" y="3220998"/>
                  </a:lnTo>
                  <a:lnTo>
                    <a:pt x="11043835" y="3222343"/>
                  </a:lnTo>
                  <a:lnTo>
                    <a:pt x="11052940" y="3222882"/>
                  </a:lnTo>
                  <a:lnTo>
                    <a:pt x="11054891" y="3222989"/>
                  </a:lnTo>
                  <a:lnTo>
                    <a:pt x="12049831" y="3222989"/>
                  </a:lnTo>
                  <a:lnTo>
                    <a:pt x="12049831" y="3217749"/>
                  </a:lnTo>
                  <a:lnTo>
                    <a:pt x="11054891" y="3217749"/>
                  </a:lnTo>
                  <a:lnTo>
                    <a:pt x="11053831" y="3217692"/>
                  </a:lnTo>
                  <a:lnTo>
                    <a:pt x="11046824" y="3217284"/>
                  </a:lnTo>
                  <a:lnTo>
                    <a:pt x="11029036" y="3216158"/>
                  </a:lnTo>
                  <a:lnTo>
                    <a:pt x="10996918" y="3213938"/>
                  </a:lnTo>
                  <a:lnTo>
                    <a:pt x="10948409" y="3210266"/>
                  </a:lnTo>
                  <a:lnTo>
                    <a:pt x="10883081" y="3204832"/>
                  </a:lnTo>
                  <a:lnTo>
                    <a:pt x="10802113" y="3197400"/>
                  </a:lnTo>
                  <a:lnTo>
                    <a:pt x="10708030" y="3187822"/>
                  </a:lnTo>
                  <a:lnTo>
                    <a:pt x="10604255" y="3176034"/>
                  </a:lnTo>
                  <a:lnTo>
                    <a:pt x="10494579" y="3162039"/>
                  </a:lnTo>
                  <a:lnTo>
                    <a:pt x="10382667" y="3145876"/>
                  </a:lnTo>
                  <a:lnTo>
                    <a:pt x="10271694" y="3127588"/>
                  </a:lnTo>
                  <a:lnTo>
                    <a:pt x="10164144" y="3107195"/>
                  </a:lnTo>
                  <a:lnTo>
                    <a:pt x="10061758" y="3084673"/>
                  </a:lnTo>
                  <a:lnTo>
                    <a:pt x="9965588" y="3059940"/>
                  </a:lnTo>
                  <a:lnTo>
                    <a:pt x="9876105" y="3032849"/>
                  </a:lnTo>
                  <a:lnTo>
                    <a:pt x="9793336" y="3003188"/>
                  </a:lnTo>
                  <a:lnTo>
                    <a:pt x="9716987" y="2970679"/>
                  </a:lnTo>
                  <a:lnTo>
                    <a:pt x="9646547" y="2934989"/>
                  </a:lnTo>
                  <a:lnTo>
                    <a:pt x="9581376" y="2895736"/>
                  </a:lnTo>
                  <a:lnTo>
                    <a:pt x="9520765" y="2852513"/>
                  </a:lnTo>
                  <a:lnTo>
                    <a:pt x="9463987" y="2804915"/>
                  </a:lnTo>
                  <a:lnTo>
                    <a:pt x="9410332" y="2752596"/>
                  </a:lnTo>
                  <a:lnTo>
                    <a:pt x="9359145" y="2695341"/>
                  </a:lnTo>
                  <a:lnTo>
                    <a:pt x="9347647" y="2681457"/>
                  </a:lnTo>
                  <a:lnTo>
                    <a:pt x="9305483" y="2627283"/>
                  </a:lnTo>
                  <a:lnTo>
                    <a:pt x="9264330" y="2569385"/>
                  </a:lnTo>
                  <a:lnTo>
                    <a:pt x="9223931" y="2507689"/>
                  </a:lnTo>
                  <a:lnTo>
                    <a:pt x="9184074" y="2442169"/>
                  </a:lnTo>
                  <a:lnTo>
                    <a:pt x="9144589" y="2372862"/>
                  </a:lnTo>
                  <a:lnTo>
                    <a:pt x="9105339" y="2299864"/>
                  </a:lnTo>
                  <a:lnTo>
                    <a:pt x="9066217" y="2223339"/>
                  </a:lnTo>
                  <a:lnTo>
                    <a:pt x="9027146" y="2143521"/>
                  </a:lnTo>
                  <a:lnTo>
                    <a:pt x="8988070" y="2060714"/>
                  </a:lnTo>
                  <a:lnTo>
                    <a:pt x="8948956" y="1975286"/>
                  </a:lnTo>
                  <a:lnTo>
                    <a:pt x="8909789" y="1887667"/>
                  </a:lnTo>
                  <a:lnTo>
                    <a:pt x="8870567" y="1798342"/>
                  </a:lnTo>
                  <a:lnTo>
                    <a:pt x="8831302" y="1707836"/>
                  </a:lnTo>
                  <a:lnTo>
                    <a:pt x="8792012" y="1616708"/>
                  </a:lnTo>
                  <a:lnTo>
                    <a:pt x="8752720" y="1525530"/>
                  </a:lnTo>
                  <a:lnTo>
                    <a:pt x="8713448" y="1434878"/>
                  </a:lnTo>
                  <a:lnTo>
                    <a:pt x="8674218" y="1345311"/>
                  </a:lnTo>
                  <a:lnTo>
                    <a:pt x="8635041" y="1257364"/>
                  </a:lnTo>
                  <a:lnTo>
                    <a:pt x="8595919" y="1171527"/>
                  </a:lnTo>
                  <a:lnTo>
                    <a:pt x="8556838" y="1088242"/>
                  </a:lnTo>
                  <a:lnTo>
                    <a:pt x="8517770" y="1007888"/>
                  </a:lnTo>
                  <a:lnTo>
                    <a:pt x="8478662" y="930779"/>
                  </a:lnTo>
                  <a:lnTo>
                    <a:pt x="8439440" y="857162"/>
                  </a:lnTo>
                  <a:lnTo>
                    <a:pt x="8400004" y="787212"/>
                  </a:lnTo>
                  <a:lnTo>
                    <a:pt x="8360222" y="721038"/>
                  </a:lnTo>
                  <a:lnTo>
                    <a:pt x="8319930" y="658685"/>
                  </a:lnTo>
                  <a:lnTo>
                    <a:pt x="8278924" y="600139"/>
                  </a:lnTo>
                  <a:lnTo>
                    <a:pt x="8236954" y="545333"/>
                  </a:lnTo>
                  <a:lnTo>
                    <a:pt x="8229629" y="536291"/>
                  </a:lnTo>
                  <a:lnTo>
                    <a:pt x="8178926" y="477894"/>
                  </a:lnTo>
                  <a:lnTo>
                    <a:pt x="8125895" y="424450"/>
                  </a:lnTo>
                  <a:lnTo>
                    <a:pt x="8069897" y="375793"/>
                  </a:lnTo>
                  <a:lnTo>
                    <a:pt x="8010233" y="331597"/>
                  </a:lnTo>
                  <a:lnTo>
                    <a:pt x="7946176" y="291466"/>
                  </a:lnTo>
                  <a:lnTo>
                    <a:pt x="7877010" y="254991"/>
                  </a:lnTo>
                  <a:lnTo>
                    <a:pt x="7802072" y="221782"/>
                  </a:lnTo>
                  <a:lnTo>
                    <a:pt x="7720817" y="191492"/>
                  </a:lnTo>
                  <a:lnTo>
                    <a:pt x="7632891" y="163830"/>
                  </a:lnTo>
                  <a:lnTo>
                    <a:pt x="7538236" y="138570"/>
                  </a:lnTo>
                  <a:lnTo>
                    <a:pt x="7437211" y="115548"/>
                  </a:lnTo>
                  <a:lnTo>
                    <a:pt x="7330723" y="94669"/>
                  </a:lnTo>
                  <a:lnTo>
                    <a:pt x="7220345" y="75896"/>
                  </a:lnTo>
                  <a:lnTo>
                    <a:pt x="7108391" y="59240"/>
                  </a:lnTo>
                  <a:lnTo>
                    <a:pt x="6997888" y="44742"/>
                  </a:lnTo>
                  <a:lnTo>
                    <a:pt x="6892416" y="32444"/>
                  </a:lnTo>
                  <a:lnTo>
                    <a:pt x="6795776" y="22360"/>
                  </a:lnTo>
                  <a:lnTo>
                    <a:pt x="6711524" y="14443"/>
                  </a:lnTo>
                  <a:lnTo>
                    <a:pt x="6642436" y="8567"/>
                  </a:lnTo>
                  <a:lnTo>
                    <a:pt x="6590033" y="4515"/>
                  </a:lnTo>
                  <a:lnTo>
                    <a:pt x="6554266" y="1991"/>
                  </a:lnTo>
                  <a:lnTo>
                    <a:pt x="6533442" y="646"/>
                  </a:lnTo>
                  <a:lnTo>
                    <a:pt x="6524337" y="10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4" y="44"/>
                  </a:lnTo>
                  <a:lnTo>
                    <a:pt x="5519147" y="362"/>
                  </a:lnTo>
                  <a:lnTo>
                    <a:pt x="5500863" y="1241"/>
                  </a:lnTo>
                  <a:lnTo>
                    <a:pt x="5467885" y="2972"/>
                  </a:lnTo>
                  <a:lnTo>
                    <a:pt x="5418147" y="5835"/>
                  </a:lnTo>
                  <a:lnTo>
                    <a:pt x="5351283" y="10070"/>
                  </a:lnTo>
                  <a:lnTo>
                    <a:pt x="5268590" y="15856"/>
                  </a:lnTo>
                  <a:lnTo>
                    <a:pt x="5172741" y="23304"/>
                  </a:lnTo>
                  <a:lnTo>
                    <a:pt x="5067307" y="32460"/>
                  </a:lnTo>
                  <a:lnTo>
                    <a:pt x="4956196" y="43319"/>
                  </a:lnTo>
                  <a:lnTo>
                    <a:pt x="4843149" y="55849"/>
                  </a:lnTo>
                  <a:lnTo>
                    <a:pt x="4731368" y="70017"/>
                  </a:lnTo>
                  <a:lnTo>
                    <a:pt x="4623324" y="85810"/>
                  </a:lnTo>
                  <a:lnTo>
                    <a:pt x="4520719" y="103254"/>
                  </a:lnTo>
                  <a:lnTo>
                    <a:pt x="4424548" y="122417"/>
                  </a:lnTo>
                  <a:lnTo>
                    <a:pt x="4335226" y="143422"/>
                  </a:lnTo>
                  <a:lnTo>
                    <a:pt x="4252721" y="166443"/>
                  </a:lnTo>
                  <a:lnTo>
                    <a:pt x="4176688" y="191703"/>
                  </a:lnTo>
                  <a:lnTo>
                    <a:pt x="4106574" y="219470"/>
                  </a:lnTo>
                  <a:lnTo>
                    <a:pt x="4041700" y="250045"/>
                  </a:lnTo>
                  <a:lnTo>
                    <a:pt x="3981332" y="283750"/>
                  </a:lnTo>
                  <a:lnTo>
                    <a:pt x="3924719" y="320893"/>
                  </a:lnTo>
                  <a:lnTo>
                    <a:pt x="3871141" y="361729"/>
                  </a:lnTo>
                  <a:lnTo>
                    <a:pt x="3820202" y="406149"/>
                  </a:lnTo>
                  <a:lnTo>
                    <a:pt x="3773569" y="451755"/>
                  </a:lnTo>
                  <a:lnTo>
                    <a:pt x="3728141" y="500828"/>
                  </a:lnTo>
                  <a:lnTo>
                    <a:pt x="3683578" y="553439"/>
                  </a:lnTo>
                  <a:lnTo>
                    <a:pt x="3639609" y="609595"/>
                  </a:lnTo>
                  <a:lnTo>
                    <a:pt x="3596020" y="669238"/>
                  </a:lnTo>
                  <a:lnTo>
                    <a:pt x="3552644" y="732234"/>
                  </a:lnTo>
                  <a:lnTo>
                    <a:pt x="3509362" y="798372"/>
                  </a:lnTo>
                  <a:lnTo>
                    <a:pt x="3466089" y="867362"/>
                  </a:lnTo>
                  <a:lnTo>
                    <a:pt x="3422774" y="938837"/>
                  </a:lnTo>
                  <a:lnTo>
                    <a:pt x="3379394" y="1012359"/>
                  </a:lnTo>
                  <a:lnTo>
                    <a:pt x="3335948" y="1087431"/>
                  </a:lnTo>
                  <a:lnTo>
                    <a:pt x="3292452" y="1163505"/>
                  </a:lnTo>
                  <a:lnTo>
                    <a:pt x="3248934" y="1240004"/>
                  </a:lnTo>
                  <a:lnTo>
                    <a:pt x="3205424" y="1316336"/>
                  </a:lnTo>
                  <a:lnTo>
                    <a:pt x="3161954" y="1391915"/>
                  </a:lnTo>
                  <a:lnTo>
                    <a:pt x="3118544" y="1466178"/>
                  </a:lnTo>
                  <a:lnTo>
                    <a:pt x="3075202" y="1538605"/>
                  </a:lnTo>
                  <a:lnTo>
                    <a:pt x="3031915" y="1608729"/>
                  </a:lnTo>
                  <a:lnTo>
                    <a:pt x="2988645" y="1676152"/>
                  </a:lnTo>
                  <a:lnTo>
                    <a:pt x="2945323" y="1740551"/>
                  </a:lnTo>
                  <a:lnTo>
                    <a:pt x="2901845" y="1801679"/>
                  </a:lnTo>
                  <a:lnTo>
                    <a:pt x="2858065" y="1859369"/>
                  </a:lnTo>
                  <a:lnTo>
                    <a:pt x="2813791" y="1913531"/>
                  </a:lnTo>
                  <a:lnTo>
                    <a:pt x="2768778" y="1964143"/>
                  </a:lnTo>
                  <a:lnTo>
                    <a:pt x="2722718" y="2011251"/>
                  </a:lnTo>
                  <a:lnTo>
                    <a:pt x="2702183" y="2030745"/>
                  </a:lnTo>
                  <a:lnTo>
                    <a:pt x="2650973" y="2075387"/>
                  </a:lnTo>
                  <a:lnTo>
                    <a:pt x="2597381" y="2116203"/>
                  </a:lnTo>
                  <a:lnTo>
                    <a:pt x="2540751" y="2153327"/>
                  </a:lnTo>
                  <a:lnTo>
                    <a:pt x="2480361" y="2187015"/>
                  </a:lnTo>
                  <a:lnTo>
                    <a:pt x="2415462" y="2217575"/>
                  </a:lnTo>
                  <a:lnTo>
                    <a:pt x="2345318" y="2245328"/>
                  </a:lnTo>
                  <a:lnTo>
                    <a:pt x="2269253" y="2270576"/>
                  </a:lnTo>
                  <a:lnTo>
                    <a:pt x="2186714" y="2293586"/>
                  </a:lnTo>
                  <a:lnTo>
                    <a:pt x="2097356" y="2314581"/>
                  </a:lnTo>
                  <a:lnTo>
                    <a:pt x="2001151" y="2333735"/>
                  </a:lnTo>
                  <a:lnTo>
                    <a:pt x="1898514" y="2351170"/>
                  </a:lnTo>
                  <a:lnTo>
                    <a:pt x="1790446" y="2366955"/>
                  </a:lnTo>
                  <a:lnTo>
                    <a:pt x="1678651" y="2381114"/>
                  </a:lnTo>
                  <a:lnTo>
                    <a:pt x="1565605" y="2393636"/>
                  </a:lnTo>
                  <a:lnTo>
                    <a:pt x="1454514" y="2404485"/>
                  </a:lnTo>
                  <a:lnTo>
                    <a:pt x="1349119" y="2413633"/>
                  </a:lnTo>
                  <a:lnTo>
                    <a:pt x="1253330" y="2421073"/>
                  </a:lnTo>
                  <a:lnTo>
                    <a:pt x="1170713" y="2426850"/>
                  </a:lnTo>
                  <a:lnTo>
                    <a:pt x="1103936" y="2431077"/>
                  </a:lnTo>
                  <a:lnTo>
                    <a:pt x="1054287" y="2433933"/>
                  </a:lnTo>
                  <a:lnTo>
                    <a:pt x="1021392" y="2435660"/>
                  </a:lnTo>
                  <a:lnTo>
                    <a:pt x="1003176" y="2436535"/>
                  </a:lnTo>
                  <a:lnTo>
                    <a:pt x="996014" y="2436850"/>
                  </a:lnTo>
                  <a:lnTo>
                    <a:pt x="994940" y="2436894"/>
                  </a:lnTo>
                  <a:lnTo>
                    <a:pt x="0" y="2436894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14" name="pl1113"/>
            <p:cNvSpPr/>
            <p:nvPr/>
          </p:nvSpPr>
          <p:spPr>
            <a:xfrm>
              <a:off x="1199187" y="1477694"/>
              <a:ext cx="12049831" cy="3217749"/>
            </a:xfrm>
            <a:custGeom>
              <a:avLst/>
              <a:pathLst>
                <a:path w="12049831" h="3217749">
                  <a:moveTo>
                    <a:pt x="0" y="2436894"/>
                  </a:moveTo>
                  <a:lnTo>
                    <a:pt x="994940" y="2436894"/>
                  </a:lnTo>
                  <a:lnTo>
                    <a:pt x="996031" y="2436850"/>
                  </a:lnTo>
                  <a:lnTo>
                    <a:pt x="1003238" y="2436532"/>
                  </a:lnTo>
                  <a:lnTo>
                    <a:pt x="1021522" y="2435653"/>
                  </a:lnTo>
                  <a:lnTo>
                    <a:pt x="1054500" y="2433922"/>
                  </a:lnTo>
                  <a:lnTo>
                    <a:pt x="1104238" y="2431059"/>
                  </a:lnTo>
                  <a:lnTo>
                    <a:pt x="1171102" y="2426824"/>
                  </a:lnTo>
                  <a:lnTo>
                    <a:pt x="1253795" y="2421038"/>
                  </a:lnTo>
                  <a:lnTo>
                    <a:pt x="1349644" y="2413590"/>
                  </a:lnTo>
                  <a:lnTo>
                    <a:pt x="1455078" y="2404434"/>
                  </a:lnTo>
                  <a:lnTo>
                    <a:pt x="1566189" y="2393575"/>
                  </a:lnTo>
                  <a:lnTo>
                    <a:pt x="1679236" y="2381045"/>
                  </a:lnTo>
                  <a:lnTo>
                    <a:pt x="1791017" y="2366877"/>
                  </a:lnTo>
                  <a:lnTo>
                    <a:pt x="1899061" y="2351083"/>
                  </a:lnTo>
                  <a:lnTo>
                    <a:pt x="2001666" y="2333640"/>
                  </a:lnTo>
                  <a:lnTo>
                    <a:pt x="2097837" y="2314477"/>
                  </a:lnTo>
                  <a:lnTo>
                    <a:pt x="2187159" y="2293472"/>
                  </a:lnTo>
                  <a:lnTo>
                    <a:pt x="2269664" y="2270451"/>
                  </a:lnTo>
                  <a:lnTo>
                    <a:pt x="2345697" y="2245191"/>
                  </a:lnTo>
                  <a:lnTo>
                    <a:pt x="2415811" y="2217424"/>
                  </a:lnTo>
                  <a:lnTo>
                    <a:pt x="2480685" y="2186848"/>
                  </a:lnTo>
                  <a:lnTo>
                    <a:pt x="2541053" y="2153144"/>
                  </a:lnTo>
                  <a:lnTo>
                    <a:pt x="2597666" y="2116001"/>
                  </a:lnTo>
                  <a:lnTo>
                    <a:pt x="2651244" y="2075165"/>
                  </a:lnTo>
                  <a:lnTo>
                    <a:pt x="2702183" y="2030745"/>
                  </a:lnTo>
                  <a:lnTo>
                    <a:pt x="2748816" y="1985139"/>
                  </a:lnTo>
                  <a:lnTo>
                    <a:pt x="2794244" y="1936066"/>
                  </a:lnTo>
                  <a:lnTo>
                    <a:pt x="2838807" y="1883455"/>
                  </a:lnTo>
                  <a:lnTo>
                    <a:pt x="2882776" y="1827299"/>
                  </a:lnTo>
                  <a:lnTo>
                    <a:pt x="2926365" y="1767656"/>
                  </a:lnTo>
                  <a:lnTo>
                    <a:pt x="2969740" y="1704660"/>
                  </a:lnTo>
                  <a:lnTo>
                    <a:pt x="3013023" y="1638522"/>
                  </a:lnTo>
                  <a:lnTo>
                    <a:pt x="3056296" y="1569532"/>
                  </a:lnTo>
                  <a:lnTo>
                    <a:pt x="3099611" y="1498057"/>
                  </a:lnTo>
                  <a:lnTo>
                    <a:pt x="3142991" y="1424535"/>
                  </a:lnTo>
                  <a:lnTo>
                    <a:pt x="3186437" y="1349463"/>
                  </a:lnTo>
                  <a:lnTo>
                    <a:pt x="3229933" y="1273389"/>
                  </a:lnTo>
                  <a:lnTo>
                    <a:pt x="3273451" y="1196890"/>
                  </a:lnTo>
                  <a:lnTo>
                    <a:pt x="3316961" y="1120558"/>
                  </a:lnTo>
                  <a:lnTo>
                    <a:pt x="3360431" y="1044979"/>
                  </a:lnTo>
                  <a:lnTo>
                    <a:pt x="3403841" y="970716"/>
                  </a:lnTo>
                  <a:lnTo>
                    <a:pt x="3447183" y="898289"/>
                  </a:lnTo>
                  <a:lnTo>
                    <a:pt x="3490470" y="828165"/>
                  </a:lnTo>
                  <a:lnTo>
                    <a:pt x="3533740" y="760741"/>
                  </a:lnTo>
                  <a:lnTo>
                    <a:pt x="3577062" y="696343"/>
                  </a:lnTo>
                  <a:lnTo>
                    <a:pt x="3620540" y="635215"/>
                  </a:lnTo>
                  <a:lnTo>
                    <a:pt x="3664320" y="577525"/>
                  </a:lnTo>
                  <a:lnTo>
                    <a:pt x="3708594" y="523363"/>
                  </a:lnTo>
                  <a:lnTo>
                    <a:pt x="3753607" y="472750"/>
                  </a:lnTo>
                  <a:lnTo>
                    <a:pt x="3799667" y="425642"/>
                  </a:lnTo>
                  <a:lnTo>
                    <a:pt x="3820202" y="406149"/>
                  </a:lnTo>
                  <a:lnTo>
                    <a:pt x="3871412" y="361507"/>
                  </a:lnTo>
                  <a:lnTo>
                    <a:pt x="3925004" y="320691"/>
                  </a:lnTo>
                  <a:lnTo>
                    <a:pt x="3981634" y="283567"/>
                  </a:lnTo>
                  <a:lnTo>
                    <a:pt x="4042024" y="249879"/>
                  </a:lnTo>
                  <a:lnTo>
                    <a:pt x="4106923" y="219319"/>
                  </a:lnTo>
                  <a:lnTo>
                    <a:pt x="4177067" y="191566"/>
                  </a:lnTo>
                  <a:lnTo>
                    <a:pt x="4253132" y="166318"/>
                  </a:lnTo>
                  <a:lnTo>
                    <a:pt x="4335671" y="143308"/>
                  </a:lnTo>
                  <a:lnTo>
                    <a:pt x="4425029" y="122313"/>
                  </a:lnTo>
                  <a:lnTo>
                    <a:pt x="4521234" y="103159"/>
                  </a:lnTo>
                  <a:lnTo>
                    <a:pt x="4623871" y="85724"/>
                  </a:lnTo>
                  <a:lnTo>
                    <a:pt x="4731939" y="69939"/>
                  </a:lnTo>
                  <a:lnTo>
                    <a:pt x="4843734" y="55780"/>
                  </a:lnTo>
                  <a:lnTo>
                    <a:pt x="4956780" y="43258"/>
                  </a:lnTo>
                  <a:lnTo>
                    <a:pt x="5067871" y="32408"/>
                  </a:lnTo>
                  <a:lnTo>
                    <a:pt x="5173266" y="23261"/>
                  </a:lnTo>
                  <a:lnTo>
                    <a:pt x="5269055" y="15821"/>
                  </a:lnTo>
                  <a:lnTo>
                    <a:pt x="5351672" y="10044"/>
                  </a:lnTo>
                  <a:lnTo>
                    <a:pt x="5418449" y="5817"/>
                  </a:lnTo>
                  <a:lnTo>
                    <a:pt x="5468098" y="2961"/>
                  </a:lnTo>
                  <a:lnTo>
                    <a:pt x="5500993" y="1234"/>
                  </a:lnTo>
                  <a:lnTo>
                    <a:pt x="5519209" y="359"/>
                  </a:lnTo>
                  <a:lnTo>
                    <a:pt x="5526371" y="4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6" y="57"/>
                  </a:lnTo>
                  <a:lnTo>
                    <a:pt x="6530452" y="464"/>
                  </a:lnTo>
                  <a:lnTo>
                    <a:pt x="6548241" y="1590"/>
                  </a:lnTo>
                  <a:lnTo>
                    <a:pt x="6580359" y="3810"/>
                  </a:lnTo>
                  <a:lnTo>
                    <a:pt x="6628868" y="7482"/>
                  </a:lnTo>
                  <a:lnTo>
                    <a:pt x="6694195" y="12916"/>
                  </a:lnTo>
                  <a:lnTo>
                    <a:pt x="6775163" y="20348"/>
                  </a:lnTo>
                  <a:lnTo>
                    <a:pt x="6869247" y="29927"/>
                  </a:lnTo>
                  <a:lnTo>
                    <a:pt x="6973022" y="41714"/>
                  </a:lnTo>
                  <a:lnTo>
                    <a:pt x="7082697" y="55709"/>
                  </a:lnTo>
                  <a:lnTo>
                    <a:pt x="7194609" y="71872"/>
                  </a:lnTo>
                  <a:lnTo>
                    <a:pt x="7305582" y="90161"/>
                  </a:lnTo>
                  <a:lnTo>
                    <a:pt x="7413132" y="110554"/>
                  </a:lnTo>
                  <a:lnTo>
                    <a:pt x="7515518" y="133076"/>
                  </a:lnTo>
                  <a:lnTo>
                    <a:pt x="7611689" y="157809"/>
                  </a:lnTo>
                  <a:lnTo>
                    <a:pt x="7701172" y="184899"/>
                  </a:lnTo>
                  <a:lnTo>
                    <a:pt x="7783940" y="214560"/>
                  </a:lnTo>
                  <a:lnTo>
                    <a:pt x="7860290" y="247069"/>
                  </a:lnTo>
                  <a:lnTo>
                    <a:pt x="7930729" y="282759"/>
                  </a:lnTo>
                  <a:lnTo>
                    <a:pt x="7995900" y="322012"/>
                  </a:lnTo>
                  <a:lnTo>
                    <a:pt x="8056511" y="365236"/>
                  </a:lnTo>
                  <a:lnTo>
                    <a:pt x="8113289" y="412833"/>
                  </a:lnTo>
                  <a:lnTo>
                    <a:pt x="8166945" y="465152"/>
                  </a:lnTo>
                  <a:lnTo>
                    <a:pt x="8218132" y="522407"/>
                  </a:lnTo>
                  <a:lnTo>
                    <a:pt x="8229629" y="536291"/>
                  </a:lnTo>
                  <a:lnTo>
                    <a:pt x="8271794" y="590466"/>
                  </a:lnTo>
                  <a:lnTo>
                    <a:pt x="8312946" y="648363"/>
                  </a:lnTo>
                  <a:lnTo>
                    <a:pt x="8353345" y="710060"/>
                  </a:lnTo>
                  <a:lnTo>
                    <a:pt x="8393202" y="775579"/>
                  </a:lnTo>
                  <a:lnTo>
                    <a:pt x="8432687" y="844886"/>
                  </a:lnTo>
                  <a:lnTo>
                    <a:pt x="8471938" y="917885"/>
                  </a:lnTo>
                  <a:lnTo>
                    <a:pt x="8511059" y="994409"/>
                  </a:lnTo>
                  <a:lnTo>
                    <a:pt x="8550131" y="1074227"/>
                  </a:lnTo>
                  <a:lnTo>
                    <a:pt x="8589206" y="1157034"/>
                  </a:lnTo>
                  <a:lnTo>
                    <a:pt x="8628320" y="1242463"/>
                  </a:lnTo>
                  <a:lnTo>
                    <a:pt x="8667487" y="1330081"/>
                  </a:lnTo>
                  <a:lnTo>
                    <a:pt x="8706709" y="1419407"/>
                  </a:lnTo>
                  <a:lnTo>
                    <a:pt x="8745975" y="1509912"/>
                  </a:lnTo>
                  <a:lnTo>
                    <a:pt x="8785265" y="1601040"/>
                  </a:lnTo>
                  <a:lnTo>
                    <a:pt x="8824557" y="1692218"/>
                  </a:lnTo>
                  <a:lnTo>
                    <a:pt x="8863828" y="1782870"/>
                  </a:lnTo>
                  <a:lnTo>
                    <a:pt x="8903058" y="1872437"/>
                  </a:lnTo>
                  <a:lnTo>
                    <a:pt x="8942235" y="1960384"/>
                  </a:lnTo>
                  <a:lnTo>
                    <a:pt x="8981358" y="2046221"/>
                  </a:lnTo>
                  <a:lnTo>
                    <a:pt x="9020438" y="2129507"/>
                  </a:lnTo>
                  <a:lnTo>
                    <a:pt x="9059507" y="2209861"/>
                  </a:lnTo>
                  <a:lnTo>
                    <a:pt x="9098615" y="2286969"/>
                  </a:lnTo>
                  <a:lnTo>
                    <a:pt x="9137836" y="2360587"/>
                  </a:lnTo>
                  <a:lnTo>
                    <a:pt x="9177273" y="2430537"/>
                  </a:lnTo>
                  <a:lnTo>
                    <a:pt x="9217054" y="2496711"/>
                  </a:lnTo>
                  <a:lnTo>
                    <a:pt x="9257346" y="2559063"/>
                  </a:lnTo>
                  <a:lnTo>
                    <a:pt x="9298353" y="2617609"/>
                  </a:lnTo>
                  <a:lnTo>
                    <a:pt x="9340323" y="2672415"/>
                  </a:lnTo>
                  <a:lnTo>
                    <a:pt x="9347647" y="2681457"/>
                  </a:lnTo>
                  <a:lnTo>
                    <a:pt x="9398350" y="2739855"/>
                  </a:lnTo>
                  <a:lnTo>
                    <a:pt x="9451382" y="2793298"/>
                  </a:lnTo>
                  <a:lnTo>
                    <a:pt x="9507380" y="2841956"/>
                  </a:lnTo>
                  <a:lnTo>
                    <a:pt x="9567043" y="2886151"/>
                  </a:lnTo>
                  <a:lnTo>
                    <a:pt x="9631100" y="2926282"/>
                  </a:lnTo>
                  <a:lnTo>
                    <a:pt x="9700267" y="2962757"/>
                  </a:lnTo>
                  <a:lnTo>
                    <a:pt x="9775204" y="2995967"/>
                  </a:lnTo>
                  <a:lnTo>
                    <a:pt x="9856460" y="3026257"/>
                  </a:lnTo>
                  <a:lnTo>
                    <a:pt x="9944385" y="3053918"/>
                  </a:lnTo>
                  <a:lnTo>
                    <a:pt x="10039040" y="3079178"/>
                  </a:lnTo>
                  <a:lnTo>
                    <a:pt x="10140065" y="3102200"/>
                  </a:lnTo>
                  <a:lnTo>
                    <a:pt x="10246554" y="3123079"/>
                  </a:lnTo>
                  <a:lnTo>
                    <a:pt x="10356932" y="3141852"/>
                  </a:lnTo>
                  <a:lnTo>
                    <a:pt x="10468886" y="3158508"/>
                  </a:lnTo>
                  <a:lnTo>
                    <a:pt x="10579388" y="3173006"/>
                  </a:lnTo>
                  <a:lnTo>
                    <a:pt x="10684860" y="3185304"/>
                  </a:lnTo>
                  <a:lnTo>
                    <a:pt x="10781500" y="3195389"/>
                  </a:lnTo>
                  <a:lnTo>
                    <a:pt x="10865752" y="3203305"/>
                  </a:lnTo>
                  <a:lnTo>
                    <a:pt x="10934840" y="3209181"/>
                  </a:lnTo>
                  <a:lnTo>
                    <a:pt x="10987244" y="3213234"/>
                  </a:lnTo>
                  <a:lnTo>
                    <a:pt x="11023011" y="3215757"/>
                  </a:lnTo>
                  <a:lnTo>
                    <a:pt x="11043835" y="3217102"/>
                  </a:lnTo>
                  <a:lnTo>
                    <a:pt x="11052940" y="3217642"/>
                  </a:lnTo>
                  <a:lnTo>
                    <a:pt x="11054878" y="3217748"/>
                  </a:lnTo>
                  <a:lnTo>
                    <a:pt x="11054891" y="3217749"/>
                  </a:lnTo>
                  <a:lnTo>
                    <a:pt x="12049831" y="3217749"/>
                  </a:lnTo>
                  <a:lnTo>
                    <a:pt x="12049831" y="32177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5" name="pl1114"/>
            <p:cNvSpPr/>
            <p:nvPr/>
          </p:nvSpPr>
          <p:spPr>
            <a:xfrm>
              <a:off x="1199187" y="1472453"/>
              <a:ext cx="12049831" cy="3217749"/>
            </a:xfrm>
            <a:custGeom>
              <a:avLst/>
              <a:pathLst>
                <a:path w="12049831" h="3217749">
                  <a:moveTo>
                    <a:pt x="12049831" y="3217749"/>
                  </a:moveTo>
                  <a:lnTo>
                    <a:pt x="11054891" y="3217749"/>
                  </a:lnTo>
                  <a:lnTo>
                    <a:pt x="11053831" y="3217692"/>
                  </a:lnTo>
                  <a:lnTo>
                    <a:pt x="11046824" y="3217284"/>
                  </a:lnTo>
                  <a:lnTo>
                    <a:pt x="11029036" y="3216158"/>
                  </a:lnTo>
                  <a:lnTo>
                    <a:pt x="10996918" y="3213938"/>
                  </a:lnTo>
                  <a:lnTo>
                    <a:pt x="10948409" y="3210266"/>
                  </a:lnTo>
                  <a:lnTo>
                    <a:pt x="10883081" y="3204832"/>
                  </a:lnTo>
                  <a:lnTo>
                    <a:pt x="10802113" y="3197400"/>
                  </a:lnTo>
                  <a:lnTo>
                    <a:pt x="10708030" y="3187822"/>
                  </a:lnTo>
                  <a:lnTo>
                    <a:pt x="10604255" y="3176034"/>
                  </a:lnTo>
                  <a:lnTo>
                    <a:pt x="10494579" y="3162039"/>
                  </a:lnTo>
                  <a:lnTo>
                    <a:pt x="10382667" y="3145876"/>
                  </a:lnTo>
                  <a:lnTo>
                    <a:pt x="10271694" y="3127588"/>
                  </a:lnTo>
                  <a:lnTo>
                    <a:pt x="10164144" y="3107195"/>
                  </a:lnTo>
                  <a:lnTo>
                    <a:pt x="10061758" y="3084673"/>
                  </a:lnTo>
                  <a:lnTo>
                    <a:pt x="9965588" y="3059940"/>
                  </a:lnTo>
                  <a:lnTo>
                    <a:pt x="9876105" y="3032849"/>
                  </a:lnTo>
                  <a:lnTo>
                    <a:pt x="9793336" y="3003188"/>
                  </a:lnTo>
                  <a:lnTo>
                    <a:pt x="9716987" y="2970679"/>
                  </a:lnTo>
                  <a:lnTo>
                    <a:pt x="9646547" y="2934989"/>
                  </a:lnTo>
                  <a:lnTo>
                    <a:pt x="9581376" y="2895736"/>
                  </a:lnTo>
                  <a:lnTo>
                    <a:pt x="9520765" y="2852513"/>
                  </a:lnTo>
                  <a:lnTo>
                    <a:pt x="9463987" y="2804915"/>
                  </a:lnTo>
                  <a:lnTo>
                    <a:pt x="9410332" y="2752596"/>
                  </a:lnTo>
                  <a:lnTo>
                    <a:pt x="9359145" y="2695341"/>
                  </a:lnTo>
                  <a:lnTo>
                    <a:pt x="9347647" y="2681457"/>
                  </a:lnTo>
                  <a:lnTo>
                    <a:pt x="9305483" y="2627283"/>
                  </a:lnTo>
                  <a:lnTo>
                    <a:pt x="9264330" y="2569385"/>
                  </a:lnTo>
                  <a:lnTo>
                    <a:pt x="9223931" y="2507689"/>
                  </a:lnTo>
                  <a:lnTo>
                    <a:pt x="9184074" y="2442169"/>
                  </a:lnTo>
                  <a:lnTo>
                    <a:pt x="9144589" y="2372862"/>
                  </a:lnTo>
                  <a:lnTo>
                    <a:pt x="9105339" y="2299864"/>
                  </a:lnTo>
                  <a:lnTo>
                    <a:pt x="9066217" y="2223339"/>
                  </a:lnTo>
                  <a:lnTo>
                    <a:pt x="9027146" y="2143521"/>
                  </a:lnTo>
                  <a:lnTo>
                    <a:pt x="8988070" y="2060714"/>
                  </a:lnTo>
                  <a:lnTo>
                    <a:pt x="8948956" y="1975286"/>
                  </a:lnTo>
                  <a:lnTo>
                    <a:pt x="8909789" y="1887667"/>
                  </a:lnTo>
                  <a:lnTo>
                    <a:pt x="8870567" y="1798342"/>
                  </a:lnTo>
                  <a:lnTo>
                    <a:pt x="8831302" y="1707836"/>
                  </a:lnTo>
                  <a:lnTo>
                    <a:pt x="8792012" y="1616708"/>
                  </a:lnTo>
                  <a:lnTo>
                    <a:pt x="8752720" y="1525530"/>
                  </a:lnTo>
                  <a:lnTo>
                    <a:pt x="8713448" y="1434878"/>
                  </a:lnTo>
                  <a:lnTo>
                    <a:pt x="8674218" y="1345311"/>
                  </a:lnTo>
                  <a:lnTo>
                    <a:pt x="8635041" y="1257364"/>
                  </a:lnTo>
                  <a:lnTo>
                    <a:pt x="8595919" y="1171527"/>
                  </a:lnTo>
                  <a:lnTo>
                    <a:pt x="8556838" y="1088242"/>
                  </a:lnTo>
                  <a:lnTo>
                    <a:pt x="8517770" y="1007888"/>
                  </a:lnTo>
                  <a:lnTo>
                    <a:pt x="8478662" y="930779"/>
                  </a:lnTo>
                  <a:lnTo>
                    <a:pt x="8439440" y="857162"/>
                  </a:lnTo>
                  <a:lnTo>
                    <a:pt x="8400004" y="787212"/>
                  </a:lnTo>
                  <a:lnTo>
                    <a:pt x="8360222" y="721038"/>
                  </a:lnTo>
                  <a:lnTo>
                    <a:pt x="8319930" y="658685"/>
                  </a:lnTo>
                  <a:lnTo>
                    <a:pt x="8278924" y="600139"/>
                  </a:lnTo>
                  <a:lnTo>
                    <a:pt x="8236954" y="545333"/>
                  </a:lnTo>
                  <a:lnTo>
                    <a:pt x="8229629" y="536291"/>
                  </a:lnTo>
                  <a:lnTo>
                    <a:pt x="8178926" y="477894"/>
                  </a:lnTo>
                  <a:lnTo>
                    <a:pt x="8125895" y="424450"/>
                  </a:lnTo>
                  <a:lnTo>
                    <a:pt x="8069897" y="375793"/>
                  </a:lnTo>
                  <a:lnTo>
                    <a:pt x="8010233" y="331597"/>
                  </a:lnTo>
                  <a:lnTo>
                    <a:pt x="7946176" y="291466"/>
                  </a:lnTo>
                  <a:lnTo>
                    <a:pt x="7877010" y="254991"/>
                  </a:lnTo>
                  <a:lnTo>
                    <a:pt x="7802072" y="221782"/>
                  </a:lnTo>
                  <a:lnTo>
                    <a:pt x="7720817" y="191492"/>
                  </a:lnTo>
                  <a:lnTo>
                    <a:pt x="7632891" y="163830"/>
                  </a:lnTo>
                  <a:lnTo>
                    <a:pt x="7538236" y="138570"/>
                  </a:lnTo>
                  <a:lnTo>
                    <a:pt x="7437211" y="115548"/>
                  </a:lnTo>
                  <a:lnTo>
                    <a:pt x="7330723" y="94669"/>
                  </a:lnTo>
                  <a:lnTo>
                    <a:pt x="7220345" y="75896"/>
                  </a:lnTo>
                  <a:lnTo>
                    <a:pt x="7108391" y="59240"/>
                  </a:lnTo>
                  <a:lnTo>
                    <a:pt x="6997888" y="44742"/>
                  </a:lnTo>
                  <a:lnTo>
                    <a:pt x="6892416" y="32444"/>
                  </a:lnTo>
                  <a:lnTo>
                    <a:pt x="6795776" y="22360"/>
                  </a:lnTo>
                  <a:lnTo>
                    <a:pt x="6711524" y="14443"/>
                  </a:lnTo>
                  <a:lnTo>
                    <a:pt x="6642436" y="8567"/>
                  </a:lnTo>
                  <a:lnTo>
                    <a:pt x="6590033" y="4515"/>
                  </a:lnTo>
                  <a:lnTo>
                    <a:pt x="6554266" y="1991"/>
                  </a:lnTo>
                  <a:lnTo>
                    <a:pt x="6533442" y="646"/>
                  </a:lnTo>
                  <a:lnTo>
                    <a:pt x="6524337" y="106"/>
                  </a:lnTo>
                  <a:lnTo>
                    <a:pt x="6522399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4" y="44"/>
                  </a:lnTo>
                  <a:lnTo>
                    <a:pt x="5519147" y="362"/>
                  </a:lnTo>
                  <a:lnTo>
                    <a:pt x="5500863" y="1241"/>
                  </a:lnTo>
                  <a:lnTo>
                    <a:pt x="5467885" y="2972"/>
                  </a:lnTo>
                  <a:lnTo>
                    <a:pt x="5418147" y="5835"/>
                  </a:lnTo>
                  <a:lnTo>
                    <a:pt x="5351283" y="10070"/>
                  </a:lnTo>
                  <a:lnTo>
                    <a:pt x="5268590" y="15856"/>
                  </a:lnTo>
                  <a:lnTo>
                    <a:pt x="5172741" y="23304"/>
                  </a:lnTo>
                  <a:lnTo>
                    <a:pt x="5067307" y="32460"/>
                  </a:lnTo>
                  <a:lnTo>
                    <a:pt x="4956196" y="43319"/>
                  </a:lnTo>
                  <a:lnTo>
                    <a:pt x="4843149" y="55849"/>
                  </a:lnTo>
                  <a:lnTo>
                    <a:pt x="4731368" y="70017"/>
                  </a:lnTo>
                  <a:lnTo>
                    <a:pt x="4623324" y="85810"/>
                  </a:lnTo>
                  <a:lnTo>
                    <a:pt x="4520719" y="103254"/>
                  </a:lnTo>
                  <a:lnTo>
                    <a:pt x="4424548" y="122417"/>
                  </a:lnTo>
                  <a:lnTo>
                    <a:pt x="4335226" y="143422"/>
                  </a:lnTo>
                  <a:lnTo>
                    <a:pt x="4252721" y="166443"/>
                  </a:lnTo>
                  <a:lnTo>
                    <a:pt x="4176688" y="191703"/>
                  </a:lnTo>
                  <a:lnTo>
                    <a:pt x="4106574" y="219470"/>
                  </a:lnTo>
                  <a:lnTo>
                    <a:pt x="4041700" y="250045"/>
                  </a:lnTo>
                  <a:lnTo>
                    <a:pt x="3981332" y="283750"/>
                  </a:lnTo>
                  <a:lnTo>
                    <a:pt x="3924719" y="320893"/>
                  </a:lnTo>
                  <a:lnTo>
                    <a:pt x="3871141" y="361729"/>
                  </a:lnTo>
                  <a:lnTo>
                    <a:pt x="3820202" y="406149"/>
                  </a:lnTo>
                  <a:lnTo>
                    <a:pt x="3773569" y="451755"/>
                  </a:lnTo>
                  <a:lnTo>
                    <a:pt x="3728141" y="500828"/>
                  </a:lnTo>
                  <a:lnTo>
                    <a:pt x="3683578" y="553439"/>
                  </a:lnTo>
                  <a:lnTo>
                    <a:pt x="3639609" y="609595"/>
                  </a:lnTo>
                  <a:lnTo>
                    <a:pt x="3596020" y="669238"/>
                  </a:lnTo>
                  <a:lnTo>
                    <a:pt x="3552644" y="732234"/>
                  </a:lnTo>
                  <a:lnTo>
                    <a:pt x="3509362" y="798372"/>
                  </a:lnTo>
                  <a:lnTo>
                    <a:pt x="3466089" y="867362"/>
                  </a:lnTo>
                  <a:lnTo>
                    <a:pt x="3422774" y="938837"/>
                  </a:lnTo>
                  <a:lnTo>
                    <a:pt x="3379394" y="1012359"/>
                  </a:lnTo>
                  <a:lnTo>
                    <a:pt x="3335948" y="1087431"/>
                  </a:lnTo>
                  <a:lnTo>
                    <a:pt x="3292452" y="1163505"/>
                  </a:lnTo>
                  <a:lnTo>
                    <a:pt x="3248934" y="1240004"/>
                  </a:lnTo>
                  <a:lnTo>
                    <a:pt x="3205424" y="1316336"/>
                  </a:lnTo>
                  <a:lnTo>
                    <a:pt x="3161954" y="1391915"/>
                  </a:lnTo>
                  <a:lnTo>
                    <a:pt x="3118544" y="1466178"/>
                  </a:lnTo>
                  <a:lnTo>
                    <a:pt x="3075202" y="1538605"/>
                  </a:lnTo>
                  <a:lnTo>
                    <a:pt x="3031915" y="1608729"/>
                  </a:lnTo>
                  <a:lnTo>
                    <a:pt x="2988645" y="1676152"/>
                  </a:lnTo>
                  <a:lnTo>
                    <a:pt x="2945323" y="1740551"/>
                  </a:lnTo>
                  <a:lnTo>
                    <a:pt x="2901845" y="1801679"/>
                  </a:lnTo>
                  <a:lnTo>
                    <a:pt x="2858065" y="1859369"/>
                  </a:lnTo>
                  <a:lnTo>
                    <a:pt x="2813791" y="1913531"/>
                  </a:lnTo>
                  <a:lnTo>
                    <a:pt x="2768778" y="1964143"/>
                  </a:lnTo>
                  <a:lnTo>
                    <a:pt x="2722718" y="2011251"/>
                  </a:lnTo>
                  <a:lnTo>
                    <a:pt x="2702183" y="2030745"/>
                  </a:lnTo>
                  <a:lnTo>
                    <a:pt x="2650973" y="2075387"/>
                  </a:lnTo>
                  <a:lnTo>
                    <a:pt x="2597381" y="2116203"/>
                  </a:lnTo>
                  <a:lnTo>
                    <a:pt x="2540751" y="2153327"/>
                  </a:lnTo>
                  <a:lnTo>
                    <a:pt x="2480361" y="2187015"/>
                  </a:lnTo>
                  <a:lnTo>
                    <a:pt x="2415462" y="2217575"/>
                  </a:lnTo>
                  <a:lnTo>
                    <a:pt x="2345318" y="2245328"/>
                  </a:lnTo>
                  <a:lnTo>
                    <a:pt x="2269253" y="2270576"/>
                  </a:lnTo>
                  <a:lnTo>
                    <a:pt x="2186714" y="2293586"/>
                  </a:lnTo>
                  <a:lnTo>
                    <a:pt x="2097356" y="2314581"/>
                  </a:lnTo>
                  <a:lnTo>
                    <a:pt x="2001151" y="2333735"/>
                  </a:lnTo>
                  <a:lnTo>
                    <a:pt x="1898514" y="2351170"/>
                  </a:lnTo>
                  <a:lnTo>
                    <a:pt x="1790446" y="2366955"/>
                  </a:lnTo>
                  <a:lnTo>
                    <a:pt x="1678651" y="2381114"/>
                  </a:lnTo>
                  <a:lnTo>
                    <a:pt x="1565605" y="2393636"/>
                  </a:lnTo>
                  <a:lnTo>
                    <a:pt x="1454514" y="2404485"/>
                  </a:lnTo>
                  <a:lnTo>
                    <a:pt x="1349119" y="2413633"/>
                  </a:lnTo>
                  <a:lnTo>
                    <a:pt x="1253330" y="2421073"/>
                  </a:lnTo>
                  <a:lnTo>
                    <a:pt x="1170713" y="2426850"/>
                  </a:lnTo>
                  <a:lnTo>
                    <a:pt x="1103936" y="2431077"/>
                  </a:lnTo>
                  <a:lnTo>
                    <a:pt x="1054287" y="2433933"/>
                  </a:lnTo>
                  <a:lnTo>
                    <a:pt x="1021392" y="2435660"/>
                  </a:lnTo>
                  <a:lnTo>
                    <a:pt x="1003176" y="2436535"/>
                  </a:lnTo>
                  <a:lnTo>
                    <a:pt x="996014" y="2436850"/>
                  </a:lnTo>
                  <a:lnTo>
                    <a:pt x="994940" y="2436894"/>
                  </a:lnTo>
                  <a:lnTo>
                    <a:pt x="0" y="2436894"/>
                  </a:lnTo>
                  <a:lnTo>
                    <a:pt x="0" y="24368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6" name="pg1115"/>
            <p:cNvSpPr/>
            <p:nvPr/>
          </p:nvSpPr>
          <p:spPr>
            <a:xfrm>
              <a:off x="1199187" y="1509138"/>
              <a:ext cx="12049831" cy="3610796"/>
            </a:xfrm>
            <a:custGeom>
              <a:avLst/>
              <a:pathLst>
                <a:path w="12049831" h="3610796">
                  <a:moveTo>
                    <a:pt x="0" y="2415932"/>
                  </a:moveTo>
                  <a:lnTo>
                    <a:pt x="994940" y="2415932"/>
                  </a:lnTo>
                  <a:lnTo>
                    <a:pt x="996032" y="2415888"/>
                  </a:lnTo>
                  <a:lnTo>
                    <a:pt x="1003246" y="2415573"/>
                  </a:lnTo>
                  <a:lnTo>
                    <a:pt x="1021548" y="2414705"/>
                  </a:lnTo>
                  <a:lnTo>
                    <a:pt x="1054556" y="2412994"/>
                  </a:lnTo>
                  <a:lnTo>
                    <a:pt x="1104338" y="2410165"/>
                  </a:lnTo>
                  <a:lnTo>
                    <a:pt x="1171257" y="2405982"/>
                  </a:lnTo>
                  <a:lnTo>
                    <a:pt x="1254011" y="2400265"/>
                  </a:lnTo>
                  <a:lnTo>
                    <a:pt x="1349923" y="2392905"/>
                  </a:lnTo>
                  <a:lnTo>
                    <a:pt x="1455415" y="2383859"/>
                  </a:lnTo>
                  <a:lnTo>
                    <a:pt x="1566576" y="2373132"/>
                  </a:lnTo>
                  <a:lnTo>
                    <a:pt x="1679662" y="2360753"/>
                  </a:lnTo>
                  <a:lnTo>
                    <a:pt x="1791472" y="2346757"/>
                  </a:lnTo>
                  <a:lnTo>
                    <a:pt x="1899532" y="2331155"/>
                  </a:lnTo>
                  <a:lnTo>
                    <a:pt x="2002145" y="2313923"/>
                  </a:lnTo>
                  <a:lnTo>
                    <a:pt x="2098315" y="2294992"/>
                  </a:lnTo>
                  <a:lnTo>
                    <a:pt x="2187631" y="2274240"/>
                  </a:lnTo>
                  <a:lnTo>
                    <a:pt x="2270126" y="2251497"/>
                  </a:lnTo>
                  <a:lnTo>
                    <a:pt x="2346148" y="2226540"/>
                  </a:lnTo>
                  <a:lnTo>
                    <a:pt x="2416251" y="2199106"/>
                  </a:lnTo>
                  <a:lnTo>
                    <a:pt x="2481114" y="2168895"/>
                  </a:lnTo>
                  <a:lnTo>
                    <a:pt x="2541475" y="2135591"/>
                  </a:lnTo>
                  <a:lnTo>
                    <a:pt x="2598081" y="2098888"/>
                  </a:lnTo>
                  <a:lnTo>
                    <a:pt x="2651657" y="2058536"/>
                  </a:lnTo>
                  <a:lnTo>
                    <a:pt x="2702183" y="2015023"/>
                  </a:lnTo>
                  <a:lnTo>
                    <a:pt x="2749018" y="1969800"/>
                  </a:lnTo>
                  <a:lnTo>
                    <a:pt x="2794639" y="1921124"/>
                  </a:lnTo>
                  <a:lnTo>
                    <a:pt x="2839390" y="1868925"/>
                  </a:lnTo>
                  <a:lnTo>
                    <a:pt x="2883545" y="1813196"/>
                  </a:lnTo>
                  <a:lnTo>
                    <a:pt x="2927321" y="1753996"/>
                  </a:lnTo>
                  <a:lnTo>
                    <a:pt x="2970883" y="1691462"/>
                  </a:lnTo>
                  <a:lnTo>
                    <a:pt x="3014355" y="1625805"/>
                  </a:lnTo>
                  <a:lnTo>
                    <a:pt x="3057819" y="1557318"/>
                  </a:lnTo>
                  <a:lnTo>
                    <a:pt x="3101327" y="1486372"/>
                  </a:lnTo>
                  <a:lnTo>
                    <a:pt x="3144900" y="1413404"/>
                  </a:lnTo>
                  <a:lnTo>
                    <a:pt x="3188540" y="1338918"/>
                  </a:lnTo>
                  <a:lnTo>
                    <a:pt x="3232229" y="1263460"/>
                  </a:lnTo>
                  <a:lnTo>
                    <a:pt x="3275939" y="1187610"/>
                  </a:lnTo>
                  <a:lnTo>
                    <a:pt x="3319638" y="1111960"/>
                  </a:lnTo>
                  <a:lnTo>
                    <a:pt x="3363297" y="1037095"/>
                  </a:lnTo>
                  <a:lnTo>
                    <a:pt x="3406893" y="963576"/>
                  </a:lnTo>
                  <a:lnTo>
                    <a:pt x="3450421" y="891921"/>
                  </a:lnTo>
                  <a:lnTo>
                    <a:pt x="3493895" y="822590"/>
                  </a:lnTo>
                  <a:lnTo>
                    <a:pt x="3537357" y="755977"/>
                  </a:lnTo>
                  <a:lnTo>
                    <a:pt x="3580878" y="692399"/>
                  </a:lnTo>
                  <a:lnTo>
                    <a:pt x="3624568" y="632097"/>
                  </a:lnTo>
                  <a:lnTo>
                    <a:pt x="3668579" y="575228"/>
                  </a:lnTo>
                  <a:lnTo>
                    <a:pt x="3713109" y="521879"/>
                  </a:lnTo>
                  <a:lnTo>
                    <a:pt x="3758413" y="472062"/>
                  </a:lnTo>
                  <a:lnTo>
                    <a:pt x="3804810" y="425726"/>
                  </a:lnTo>
                  <a:lnTo>
                    <a:pt x="3820202" y="411389"/>
                  </a:lnTo>
                  <a:lnTo>
                    <a:pt x="3871430" y="367309"/>
                  </a:lnTo>
                  <a:lnTo>
                    <a:pt x="3925042" y="327008"/>
                  </a:lnTo>
                  <a:lnTo>
                    <a:pt x="3981694" y="290353"/>
                  </a:lnTo>
                  <a:lnTo>
                    <a:pt x="4042110" y="257093"/>
                  </a:lnTo>
                  <a:lnTo>
                    <a:pt x="4107039" y="226921"/>
                  </a:lnTo>
                  <a:lnTo>
                    <a:pt x="4177217" y="199521"/>
                  </a:lnTo>
                  <a:lnTo>
                    <a:pt x="4253322" y="174596"/>
                  </a:lnTo>
                  <a:lnTo>
                    <a:pt x="4335907" y="151881"/>
                  </a:lnTo>
                  <a:lnTo>
                    <a:pt x="4425316" y="131155"/>
                  </a:lnTo>
                  <a:lnTo>
                    <a:pt x="4521576" y="112247"/>
                  </a:lnTo>
                  <a:lnTo>
                    <a:pt x="4624270" y="95038"/>
                  </a:lnTo>
                  <a:lnTo>
                    <a:pt x="4732394" y="79457"/>
                  </a:lnTo>
                  <a:lnTo>
                    <a:pt x="4844239" y="65482"/>
                  </a:lnTo>
                  <a:lnTo>
                    <a:pt x="4957322" y="53126"/>
                  </a:lnTo>
                  <a:lnTo>
                    <a:pt x="5068432" y="42421"/>
                  </a:lnTo>
                  <a:lnTo>
                    <a:pt x="5173822" y="33397"/>
                  </a:lnTo>
                  <a:lnTo>
                    <a:pt x="5269579" y="26060"/>
                  </a:lnTo>
                  <a:lnTo>
                    <a:pt x="5352136" y="20365"/>
                  </a:lnTo>
                  <a:lnTo>
                    <a:pt x="5418830" y="16201"/>
                  </a:lnTo>
                  <a:lnTo>
                    <a:pt x="5468380" y="13388"/>
                  </a:lnTo>
                  <a:lnTo>
                    <a:pt x="5501174" y="11691"/>
                  </a:lnTo>
                  <a:lnTo>
                    <a:pt x="5519299" y="10832"/>
                  </a:lnTo>
                  <a:lnTo>
                    <a:pt x="5526396" y="10523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428" y="10544"/>
                  </a:lnTo>
                  <a:lnTo>
                    <a:pt x="6530323" y="10992"/>
                  </a:lnTo>
                  <a:lnTo>
                    <a:pt x="6547833" y="12231"/>
                  </a:lnTo>
                  <a:lnTo>
                    <a:pt x="6579468" y="14673"/>
                  </a:lnTo>
                  <a:lnTo>
                    <a:pt x="6627285" y="18713"/>
                  </a:lnTo>
                  <a:lnTo>
                    <a:pt x="6691746" y="24695"/>
                  </a:lnTo>
                  <a:lnTo>
                    <a:pt x="6771736" y="32880"/>
                  </a:lnTo>
                  <a:lnTo>
                    <a:pt x="6864814" y="43435"/>
                  </a:lnTo>
                  <a:lnTo>
                    <a:pt x="6967639" y="56434"/>
                  </a:lnTo>
                  <a:lnTo>
                    <a:pt x="7076489" y="71876"/>
                  </a:lnTo>
                  <a:lnTo>
                    <a:pt x="7187741" y="89720"/>
                  </a:lnTo>
                  <a:lnTo>
                    <a:pt x="7298238" y="109918"/>
                  </a:lnTo>
                  <a:lnTo>
                    <a:pt x="7405490" y="132445"/>
                  </a:lnTo>
                  <a:lnTo>
                    <a:pt x="7507737" y="157324"/>
                  </a:lnTo>
                  <a:lnTo>
                    <a:pt x="7603896" y="184639"/>
                  </a:lnTo>
                  <a:lnTo>
                    <a:pt x="7693461" y="214546"/>
                  </a:lnTo>
                  <a:lnTo>
                    <a:pt x="7776374" y="247273"/>
                  </a:lnTo>
                  <a:lnTo>
                    <a:pt x="7852901" y="283119"/>
                  </a:lnTo>
                  <a:lnTo>
                    <a:pt x="7923526" y="322445"/>
                  </a:lnTo>
                  <a:lnTo>
                    <a:pt x="7988870" y="365667"/>
                  </a:lnTo>
                  <a:lnTo>
                    <a:pt x="8049624" y="413231"/>
                  </a:lnTo>
                  <a:lnTo>
                    <a:pt x="8106504" y="465584"/>
                  </a:lnTo>
                  <a:lnTo>
                    <a:pt x="8160212" y="523121"/>
                  </a:lnTo>
                  <a:lnTo>
                    <a:pt x="8211401" y="586101"/>
                  </a:lnTo>
                  <a:lnTo>
                    <a:pt x="8229629" y="610533"/>
                  </a:lnTo>
                  <a:lnTo>
                    <a:pt x="8269954" y="668384"/>
                  </a:lnTo>
                  <a:lnTo>
                    <a:pt x="8309344" y="730036"/>
                  </a:lnTo>
                  <a:lnTo>
                    <a:pt x="8348026" y="795566"/>
                  </a:lnTo>
                  <a:lnTo>
                    <a:pt x="8386190" y="865005"/>
                  </a:lnTo>
                  <a:lnTo>
                    <a:pt x="8423990" y="938328"/>
                  </a:lnTo>
                  <a:lnTo>
                    <a:pt x="8461550" y="1015451"/>
                  </a:lnTo>
                  <a:lnTo>
                    <a:pt x="8498969" y="1096231"/>
                  </a:lnTo>
                  <a:lnTo>
                    <a:pt x="8536323" y="1180459"/>
                  </a:lnTo>
                  <a:lnTo>
                    <a:pt x="8573666" y="1267862"/>
                  </a:lnTo>
                  <a:lnTo>
                    <a:pt x="8611033" y="1358101"/>
                  </a:lnTo>
                  <a:lnTo>
                    <a:pt x="8648446" y="1450782"/>
                  </a:lnTo>
                  <a:lnTo>
                    <a:pt x="8685909" y="1545455"/>
                  </a:lnTo>
                  <a:lnTo>
                    <a:pt x="8723418" y="1641623"/>
                  </a:lnTo>
                  <a:lnTo>
                    <a:pt x="8760961" y="1738759"/>
                  </a:lnTo>
                  <a:lnTo>
                    <a:pt x="8798519" y="1836309"/>
                  </a:lnTo>
                  <a:lnTo>
                    <a:pt x="8836071" y="1933711"/>
                  </a:lnTo>
                  <a:lnTo>
                    <a:pt x="8873598" y="2030406"/>
                  </a:lnTo>
                  <a:lnTo>
                    <a:pt x="8911085" y="2125852"/>
                  </a:lnTo>
                  <a:lnTo>
                    <a:pt x="8948521" y="2219535"/>
                  </a:lnTo>
                  <a:lnTo>
                    <a:pt x="8985908" y="2310985"/>
                  </a:lnTo>
                  <a:lnTo>
                    <a:pt x="9023259" y="2399777"/>
                  </a:lnTo>
                  <a:lnTo>
                    <a:pt x="9060602" y="2485547"/>
                  </a:lnTo>
                  <a:lnTo>
                    <a:pt x="9097983" y="2567991"/>
                  </a:lnTo>
                  <a:lnTo>
                    <a:pt x="9135465" y="2646870"/>
                  </a:lnTo>
                  <a:lnTo>
                    <a:pt x="9173137" y="2722007"/>
                  </a:lnTo>
                  <a:lnTo>
                    <a:pt x="9211111" y="2793293"/>
                  </a:lnTo>
                  <a:lnTo>
                    <a:pt x="9249527" y="2860675"/>
                  </a:lnTo>
                  <a:lnTo>
                    <a:pt x="9288555" y="2924158"/>
                  </a:lnTo>
                  <a:lnTo>
                    <a:pt x="9328406" y="2983798"/>
                  </a:lnTo>
                  <a:lnTo>
                    <a:pt x="9347647" y="3010744"/>
                  </a:lnTo>
                  <a:lnTo>
                    <a:pt x="9398061" y="3075735"/>
                  </a:lnTo>
                  <a:lnTo>
                    <a:pt x="9450775" y="3135245"/>
                  </a:lnTo>
                  <a:lnTo>
                    <a:pt x="9506414" y="3189455"/>
                  </a:lnTo>
                  <a:lnTo>
                    <a:pt x="9565667" y="3238723"/>
                  </a:lnTo>
                  <a:lnTo>
                    <a:pt x="9629248" y="3283481"/>
                  </a:lnTo>
                  <a:lnTo>
                    <a:pt x="9697862" y="3324184"/>
                  </a:lnTo>
                  <a:lnTo>
                    <a:pt x="9772163" y="3361259"/>
                  </a:lnTo>
                  <a:lnTo>
                    <a:pt x="9852693" y="3395090"/>
                  </a:lnTo>
                  <a:lnTo>
                    <a:pt x="9939810" y="3425999"/>
                  </a:lnTo>
                  <a:lnTo>
                    <a:pt x="10033587" y="3454242"/>
                  </a:lnTo>
                  <a:lnTo>
                    <a:pt x="10133697" y="3479999"/>
                  </a:lnTo>
                  <a:lnTo>
                    <a:pt x="10239283" y="3503381"/>
                  </a:lnTo>
                  <a:lnTo>
                    <a:pt x="10348843" y="3524432"/>
                  </a:lnTo>
                  <a:lnTo>
                    <a:pt x="10460152" y="3543143"/>
                  </a:lnTo>
                  <a:lnTo>
                    <a:pt x="10570283" y="3559471"/>
                  </a:lnTo>
                  <a:lnTo>
                    <a:pt x="10675750" y="3573367"/>
                  </a:lnTo>
                  <a:lnTo>
                    <a:pt x="10772816" y="3584813"/>
                  </a:lnTo>
                  <a:lnTo>
                    <a:pt x="10857941" y="3593852"/>
                  </a:lnTo>
                  <a:lnTo>
                    <a:pt x="10928294" y="3600615"/>
                  </a:lnTo>
                  <a:lnTo>
                    <a:pt x="10982238" y="3605330"/>
                  </a:lnTo>
                  <a:lnTo>
                    <a:pt x="11019641" y="3608313"/>
                  </a:lnTo>
                  <a:lnTo>
                    <a:pt x="11041989" y="3609945"/>
                  </a:lnTo>
                  <a:lnTo>
                    <a:pt x="11052280" y="3610635"/>
                  </a:lnTo>
                  <a:lnTo>
                    <a:pt x="11054891" y="3610796"/>
                  </a:lnTo>
                  <a:lnTo>
                    <a:pt x="12049831" y="3610796"/>
                  </a:lnTo>
                  <a:lnTo>
                    <a:pt x="12049831" y="3600315"/>
                  </a:lnTo>
                  <a:lnTo>
                    <a:pt x="11054891" y="3600315"/>
                  </a:lnTo>
                  <a:lnTo>
                    <a:pt x="11053848" y="3600252"/>
                  </a:lnTo>
                  <a:lnTo>
                    <a:pt x="11046954" y="3599804"/>
                  </a:lnTo>
                  <a:lnTo>
                    <a:pt x="11029443" y="3598565"/>
                  </a:lnTo>
                  <a:lnTo>
                    <a:pt x="10997808" y="3596123"/>
                  </a:lnTo>
                  <a:lnTo>
                    <a:pt x="10949991" y="3592083"/>
                  </a:lnTo>
                  <a:lnTo>
                    <a:pt x="10885531" y="3586101"/>
                  </a:lnTo>
                  <a:lnTo>
                    <a:pt x="10805540" y="3577916"/>
                  </a:lnTo>
                  <a:lnTo>
                    <a:pt x="10712462" y="3567361"/>
                  </a:lnTo>
                  <a:lnTo>
                    <a:pt x="10609637" y="3554362"/>
                  </a:lnTo>
                  <a:lnTo>
                    <a:pt x="10500788" y="3538920"/>
                  </a:lnTo>
                  <a:lnTo>
                    <a:pt x="10389536" y="3521076"/>
                  </a:lnTo>
                  <a:lnTo>
                    <a:pt x="10279039" y="3500878"/>
                  </a:lnTo>
                  <a:lnTo>
                    <a:pt x="10171786" y="3478351"/>
                  </a:lnTo>
                  <a:lnTo>
                    <a:pt x="10069540" y="3453472"/>
                  </a:lnTo>
                  <a:lnTo>
                    <a:pt x="9973381" y="3426157"/>
                  </a:lnTo>
                  <a:lnTo>
                    <a:pt x="9883815" y="3396250"/>
                  </a:lnTo>
                  <a:lnTo>
                    <a:pt x="9800902" y="3363523"/>
                  </a:lnTo>
                  <a:lnTo>
                    <a:pt x="9724376" y="3327677"/>
                  </a:lnTo>
                  <a:lnTo>
                    <a:pt x="9653751" y="3288351"/>
                  </a:lnTo>
                  <a:lnTo>
                    <a:pt x="9588407" y="3245129"/>
                  </a:lnTo>
                  <a:lnTo>
                    <a:pt x="9527653" y="3197565"/>
                  </a:lnTo>
                  <a:lnTo>
                    <a:pt x="9470772" y="3145212"/>
                  </a:lnTo>
                  <a:lnTo>
                    <a:pt x="9417064" y="3087675"/>
                  </a:lnTo>
                  <a:lnTo>
                    <a:pt x="9365875" y="3024695"/>
                  </a:lnTo>
                  <a:lnTo>
                    <a:pt x="9347647" y="3000263"/>
                  </a:lnTo>
                  <a:lnTo>
                    <a:pt x="9307322" y="2942412"/>
                  </a:lnTo>
                  <a:lnTo>
                    <a:pt x="9267933" y="2880760"/>
                  </a:lnTo>
                  <a:lnTo>
                    <a:pt x="9229250" y="2815230"/>
                  </a:lnTo>
                  <a:lnTo>
                    <a:pt x="9191087" y="2745791"/>
                  </a:lnTo>
                  <a:lnTo>
                    <a:pt x="9153287" y="2672468"/>
                  </a:lnTo>
                  <a:lnTo>
                    <a:pt x="9115727" y="2595345"/>
                  </a:lnTo>
                  <a:lnTo>
                    <a:pt x="9078307" y="2514564"/>
                  </a:lnTo>
                  <a:lnTo>
                    <a:pt x="9040953" y="2430336"/>
                  </a:lnTo>
                  <a:lnTo>
                    <a:pt x="9003611" y="2342934"/>
                  </a:lnTo>
                  <a:lnTo>
                    <a:pt x="8966243" y="2252695"/>
                  </a:lnTo>
                  <a:lnTo>
                    <a:pt x="8928831" y="2160014"/>
                  </a:lnTo>
                  <a:lnTo>
                    <a:pt x="8891368" y="2065341"/>
                  </a:lnTo>
                  <a:lnTo>
                    <a:pt x="8853858" y="1969172"/>
                  </a:lnTo>
                  <a:lnTo>
                    <a:pt x="8816315" y="1872037"/>
                  </a:lnTo>
                  <a:lnTo>
                    <a:pt x="8778758" y="1774486"/>
                  </a:lnTo>
                  <a:lnTo>
                    <a:pt x="8741205" y="1677085"/>
                  </a:lnTo>
                  <a:lnTo>
                    <a:pt x="8703678" y="1580390"/>
                  </a:lnTo>
                  <a:lnTo>
                    <a:pt x="8666192" y="1484944"/>
                  </a:lnTo>
                  <a:lnTo>
                    <a:pt x="8628756" y="1391261"/>
                  </a:lnTo>
                  <a:lnTo>
                    <a:pt x="8591368" y="1299811"/>
                  </a:lnTo>
                  <a:lnTo>
                    <a:pt x="8554017" y="1211019"/>
                  </a:lnTo>
                  <a:lnTo>
                    <a:pt x="8516674" y="1125248"/>
                  </a:lnTo>
                  <a:lnTo>
                    <a:pt x="8479294" y="1042804"/>
                  </a:lnTo>
                  <a:lnTo>
                    <a:pt x="8441811" y="963926"/>
                  </a:lnTo>
                  <a:lnTo>
                    <a:pt x="8404139" y="888788"/>
                  </a:lnTo>
                  <a:lnTo>
                    <a:pt x="8366165" y="817503"/>
                  </a:lnTo>
                  <a:lnTo>
                    <a:pt x="8327750" y="750121"/>
                  </a:lnTo>
                  <a:lnTo>
                    <a:pt x="8288721" y="686638"/>
                  </a:lnTo>
                  <a:lnTo>
                    <a:pt x="8248871" y="626998"/>
                  </a:lnTo>
                  <a:lnTo>
                    <a:pt x="8229629" y="600052"/>
                  </a:lnTo>
                  <a:lnTo>
                    <a:pt x="8179215" y="535061"/>
                  </a:lnTo>
                  <a:lnTo>
                    <a:pt x="8126501" y="475551"/>
                  </a:lnTo>
                  <a:lnTo>
                    <a:pt x="8070862" y="421340"/>
                  </a:lnTo>
                  <a:lnTo>
                    <a:pt x="8011609" y="372073"/>
                  </a:lnTo>
                  <a:lnTo>
                    <a:pt x="7948029" y="327314"/>
                  </a:lnTo>
                  <a:lnTo>
                    <a:pt x="7879414" y="286612"/>
                  </a:lnTo>
                  <a:lnTo>
                    <a:pt x="7805113" y="249537"/>
                  </a:lnTo>
                  <a:lnTo>
                    <a:pt x="7724583" y="215706"/>
                  </a:lnTo>
                  <a:lnTo>
                    <a:pt x="7637466" y="184796"/>
                  </a:lnTo>
                  <a:lnTo>
                    <a:pt x="7543689" y="156554"/>
                  </a:lnTo>
                  <a:lnTo>
                    <a:pt x="7443580" y="130797"/>
                  </a:lnTo>
                  <a:lnTo>
                    <a:pt x="7337993" y="107415"/>
                  </a:lnTo>
                  <a:lnTo>
                    <a:pt x="7228434" y="86363"/>
                  </a:lnTo>
                  <a:lnTo>
                    <a:pt x="7117124" y="67652"/>
                  </a:lnTo>
                  <a:lnTo>
                    <a:pt x="7006993" y="51325"/>
                  </a:lnTo>
                  <a:lnTo>
                    <a:pt x="6901526" y="37429"/>
                  </a:lnTo>
                  <a:lnTo>
                    <a:pt x="6804460" y="25983"/>
                  </a:lnTo>
                  <a:lnTo>
                    <a:pt x="6719336" y="16944"/>
                  </a:lnTo>
                  <a:lnTo>
                    <a:pt x="6648982" y="10181"/>
                  </a:lnTo>
                  <a:lnTo>
                    <a:pt x="6595039" y="5466"/>
                  </a:lnTo>
                  <a:lnTo>
                    <a:pt x="6557635" y="2482"/>
                  </a:lnTo>
                  <a:lnTo>
                    <a:pt x="6535288" y="851"/>
                  </a:lnTo>
                  <a:lnTo>
                    <a:pt x="6524996" y="16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3" y="44"/>
                  </a:lnTo>
                  <a:lnTo>
                    <a:pt x="5519139" y="358"/>
                  </a:lnTo>
                  <a:lnTo>
                    <a:pt x="5500837" y="1226"/>
                  </a:lnTo>
                  <a:lnTo>
                    <a:pt x="5467829" y="2937"/>
                  </a:lnTo>
                  <a:lnTo>
                    <a:pt x="5418047" y="5766"/>
                  </a:lnTo>
                  <a:lnTo>
                    <a:pt x="5351128" y="9950"/>
                  </a:lnTo>
                  <a:lnTo>
                    <a:pt x="5268374" y="15667"/>
                  </a:lnTo>
                  <a:lnTo>
                    <a:pt x="5172462" y="23026"/>
                  </a:lnTo>
                  <a:lnTo>
                    <a:pt x="5066970" y="32072"/>
                  </a:lnTo>
                  <a:lnTo>
                    <a:pt x="4955809" y="42800"/>
                  </a:lnTo>
                  <a:lnTo>
                    <a:pt x="4842723" y="55178"/>
                  </a:lnTo>
                  <a:lnTo>
                    <a:pt x="4730913" y="69174"/>
                  </a:lnTo>
                  <a:lnTo>
                    <a:pt x="4622853" y="84776"/>
                  </a:lnTo>
                  <a:lnTo>
                    <a:pt x="4520240" y="102008"/>
                  </a:lnTo>
                  <a:lnTo>
                    <a:pt x="4424070" y="120940"/>
                  </a:lnTo>
                  <a:lnTo>
                    <a:pt x="4334754" y="141691"/>
                  </a:lnTo>
                  <a:lnTo>
                    <a:pt x="4252259" y="164434"/>
                  </a:lnTo>
                  <a:lnTo>
                    <a:pt x="4176237" y="189391"/>
                  </a:lnTo>
                  <a:lnTo>
                    <a:pt x="4106134" y="216825"/>
                  </a:lnTo>
                  <a:lnTo>
                    <a:pt x="4041271" y="247037"/>
                  </a:lnTo>
                  <a:lnTo>
                    <a:pt x="3980910" y="280341"/>
                  </a:lnTo>
                  <a:lnTo>
                    <a:pt x="3924304" y="317043"/>
                  </a:lnTo>
                  <a:lnTo>
                    <a:pt x="3870728" y="357395"/>
                  </a:lnTo>
                  <a:lnTo>
                    <a:pt x="3820202" y="400908"/>
                  </a:lnTo>
                  <a:lnTo>
                    <a:pt x="3773367" y="446131"/>
                  </a:lnTo>
                  <a:lnTo>
                    <a:pt x="3727746" y="494807"/>
                  </a:lnTo>
                  <a:lnTo>
                    <a:pt x="3682995" y="547006"/>
                  </a:lnTo>
                  <a:lnTo>
                    <a:pt x="3638840" y="602735"/>
                  </a:lnTo>
                  <a:lnTo>
                    <a:pt x="3595064" y="661935"/>
                  </a:lnTo>
                  <a:lnTo>
                    <a:pt x="3551502" y="724470"/>
                  </a:lnTo>
                  <a:lnTo>
                    <a:pt x="3508030" y="790126"/>
                  </a:lnTo>
                  <a:lnTo>
                    <a:pt x="3464566" y="858613"/>
                  </a:lnTo>
                  <a:lnTo>
                    <a:pt x="3421058" y="929560"/>
                  </a:lnTo>
                  <a:lnTo>
                    <a:pt x="3377485" y="1002527"/>
                  </a:lnTo>
                  <a:lnTo>
                    <a:pt x="3333845" y="1077014"/>
                  </a:lnTo>
                  <a:lnTo>
                    <a:pt x="3290156" y="1152472"/>
                  </a:lnTo>
                  <a:lnTo>
                    <a:pt x="3246446" y="1228322"/>
                  </a:lnTo>
                  <a:lnTo>
                    <a:pt x="3202747" y="1303972"/>
                  </a:lnTo>
                  <a:lnTo>
                    <a:pt x="3159088" y="1378836"/>
                  </a:lnTo>
                  <a:lnTo>
                    <a:pt x="3115492" y="1452355"/>
                  </a:lnTo>
                  <a:lnTo>
                    <a:pt x="3071964" y="1524011"/>
                  </a:lnTo>
                  <a:lnTo>
                    <a:pt x="3028490" y="1593341"/>
                  </a:lnTo>
                  <a:lnTo>
                    <a:pt x="2985028" y="1659954"/>
                  </a:lnTo>
                  <a:lnTo>
                    <a:pt x="2941507" y="1723532"/>
                  </a:lnTo>
                  <a:lnTo>
                    <a:pt x="2897817" y="1783835"/>
                  </a:lnTo>
                  <a:lnTo>
                    <a:pt x="2853806" y="1840703"/>
                  </a:lnTo>
                  <a:lnTo>
                    <a:pt x="2809276" y="1894052"/>
                  </a:lnTo>
                  <a:lnTo>
                    <a:pt x="2763972" y="1943870"/>
                  </a:lnTo>
                  <a:lnTo>
                    <a:pt x="2717575" y="1990205"/>
                  </a:lnTo>
                  <a:lnTo>
                    <a:pt x="2702183" y="2004542"/>
                  </a:lnTo>
                  <a:lnTo>
                    <a:pt x="2650955" y="2048622"/>
                  </a:lnTo>
                  <a:lnTo>
                    <a:pt x="2597343" y="2088924"/>
                  </a:lnTo>
                  <a:lnTo>
                    <a:pt x="2540691" y="2125578"/>
                  </a:lnTo>
                  <a:lnTo>
                    <a:pt x="2480275" y="2158839"/>
                  </a:lnTo>
                  <a:lnTo>
                    <a:pt x="2415346" y="2189011"/>
                  </a:lnTo>
                  <a:lnTo>
                    <a:pt x="2345168" y="2216410"/>
                  </a:lnTo>
                  <a:lnTo>
                    <a:pt x="2269062" y="2241335"/>
                  </a:lnTo>
                  <a:lnTo>
                    <a:pt x="2186478" y="2264051"/>
                  </a:lnTo>
                  <a:lnTo>
                    <a:pt x="2097069" y="2284776"/>
                  </a:lnTo>
                  <a:lnTo>
                    <a:pt x="2000809" y="2303684"/>
                  </a:lnTo>
                  <a:lnTo>
                    <a:pt x="1898115" y="2320894"/>
                  </a:lnTo>
                  <a:lnTo>
                    <a:pt x="1789991" y="2336474"/>
                  </a:lnTo>
                  <a:lnTo>
                    <a:pt x="1678146" y="2350449"/>
                  </a:lnTo>
                  <a:lnTo>
                    <a:pt x="1565063" y="2362805"/>
                  </a:lnTo>
                  <a:lnTo>
                    <a:pt x="1453953" y="2373511"/>
                  </a:lnTo>
                  <a:lnTo>
                    <a:pt x="1348563" y="2382534"/>
                  </a:lnTo>
                  <a:lnTo>
                    <a:pt x="1252806" y="2389871"/>
                  </a:lnTo>
                  <a:lnTo>
                    <a:pt x="1170249" y="2395566"/>
                  </a:lnTo>
                  <a:lnTo>
                    <a:pt x="1103555" y="2399731"/>
                  </a:lnTo>
                  <a:lnTo>
                    <a:pt x="1054005" y="2402543"/>
                  </a:lnTo>
                  <a:lnTo>
                    <a:pt x="1021211" y="2404241"/>
                  </a:lnTo>
                  <a:lnTo>
                    <a:pt x="1003086" y="2405099"/>
                  </a:lnTo>
                  <a:lnTo>
                    <a:pt x="995989" y="2405408"/>
                  </a:lnTo>
                  <a:lnTo>
                    <a:pt x="994940" y="2405451"/>
                  </a:lnTo>
                  <a:lnTo>
                    <a:pt x="0" y="2405451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17" name="pl1116"/>
            <p:cNvSpPr/>
            <p:nvPr/>
          </p:nvSpPr>
          <p:spPr>
            <a:xfrm>
              <a:off x="1199187" y="1519619"/>
              <a:ext cx="12049831" cy="3600315"/>
            </a:xfrm>
            <a:custGeom>
              <a:avLst/>
              <a:pathLst>
                <a:path w="12049831" h="3600315">
                  <a:moveTo>
                    <a:pt x="0" y="2405451"/>
                  </a:moveTo>
                  <a:lnTo>
                    <a:pt x="994940" y="2405451"/>
                  </a:lnTo>
                  <a:lnTo>
                    <a:pt x="996032" y="2405406"/>
                  </a:lnTo>
                  <a:lnTo>
                    <a:pt x="1003246" y="2405092"/>
                  </a:lnTo>
                  <a:lnTo>
                    <a:pt x="1021548" y="2404224"/>
                  </a:lnTo>
                  <a:lnTo>
                    <a:pt x="1054556" y="2402513"/>
                  </a:lnTo>
                  <a:lnTo>
                    <a:pt x="1104338" y="2399684"/>
                  </a:lnTo>
                  <a:lnTo>
                    <a:pt x="1171257" y="2395500"/>
                  </a:lnTo>
                  <a:lnTo>
                    <a:pt x="1254011" y="2389783"/>
                  </a:lnTo>
                  <a:lnTo>
                    <a:pt x="1349923" y="2382424"/>
                  </a:lnTo>
                  <a:lnTo>
                    <a:pt x="1455415" y="2373378"/>
                  </a:lnTo>
                  <a:lnTo>
                    <a:pt x="1566576" y="2362650"/>
                  </a:lnTo>
                  <a:lnTo>
                    <a:pt x="1679662" y="2350272"/>
                  </a:lnTo>
                  <a:lnTo>
                    <a:pt x="1791472" y="2336276"/>
                  </a:lnTo>
                  <a:lnTo>
                    <a:pt x="1899532" y="2320674"/>
                  </a:lnTo>
                  <a:lnTo>
                    <a:pt x="2002145" y="2303442"/>
                  </a:lnTo>
                  <a:lnTo>
                    <a:pt x="2098315" y="2284511"/>
                  </a:lnTo>
                  <a:lnTo>
                    <a:pt x="2187631" y="2263759"/>
                  </a:lnTo>
                  <a:lnTo>
                    <a:pt x="2270126" y="2241016"/>
                  </a:lnTo>
                  <a:lnTo>
                    <a:pt x="2346148" y="2216059"/>
                  </a:lnTo>
                  <a:lnTo>
                    <a:pt x="2416251" y="2188625"/>
                  </a:lnTo>
                  <a:lnTo>
                    <a:pt x="2481114" y="2158413"/>
                  </a:lnTo>
                  <a:lnTo>
                    <a:pt x="2541475" y="2125109"/>
                  </a:lnTo>
                  <a:lnTo>
                    <a:pt x="2598081" y="2088407"/>
                  </a:lnTo>
                  <a:lnTo>
                    <a:pt x="2651657" y="2048055"/>
                  </a:lnTo>
                  <a:lnTo>
                    <a:pt x="2702183" y="2004542"/>
                  </a:lnTo>
                  <a:lnTo>
                    <a:pt x="2749018" y="1959319"/>
                  </a:lnTo>
                  <a:lnTo>
                    <a:pt x="2794639" y="1910643"/>
                  </a:lnTo>
                  <a:lnTo>
                    <a:pt x="2839390" y="1858444"/>
                  </a:lnTo>
                  <a:lnTo>
                    <a:pt x="2883545" y="1802715"/>
                  </a:lnTo>
                  <a:lnTo>
                    <a:pt x="2927321" y="1743515"/>
                  </a:lnTo>
                  <a:lnTo>
                    <a:pt x="2970883" y="1680980"/>
                  </a:lnTo>
                  <a:lnTo>
                    <a:pt x="3014355" y="1615324"/>
                  </a:lnTo>
                  <a:lnTo>
                    <a:pt x="3057819" y="1546837"/>
                  </a:lnTo>
                  <a:lnTo>
                    <a:pt x="3101327" y="1475890"/>
                  </a:lnTo>
                  <a:lnTo>
                    <a:pt x="3144900" y="1402923"/>
                  </a:lnTo>
                  <a:lnTo>
                    <a:pt x="3188540" y="1328436"/>
                  </a:lnTo>
                  <a:lnTo>
                    <a:pt x="3232229" y="1252978"/>
                  </a:lnTo>
                  <a:lnTo>
                    <a:pt x="3275939" y="1177129"/>
                  </a:lnTo>
                  <a:lnTo>
                    <a:pt x="3319638" y="1101479"/>
                  </a:lnTo>
                  <a:lnTo>
                    <a:pt x="3363297" y="1026614"/>
                  </a:lnTo>
                  <a:lnTo>
                    <a:pt x="3406893" y="953095"/>
                  </a:lnTo>
                  <a:lnTo>
                    <a:pt x="3450421" y="881439"/>
                  </a:lnTo>
                  <a:lnTo>
                    <a:pt x="3493895" y="812109"/>
                  </a:lnTo>
                  <a:lnTo>
                    <a:pt x="3537357" y="745496"/>
                  </a:lnTo>
                  <a:lnTo>
                    <a:pt x="3580878" y="681918"/>
                  </a:lnTo>
                  <a:lnTo>
                    <a:pt x="3624568" y="621615"/>
                  </a:lnTo>
                  <a:lnTo>
                    <a:pt x="3668579" y="564747"/>
                  </a:lnTo>
                  <a:lnTo>
                    <a:pt x="3713109" y="511398"/>
                  </a:lnTo>
                  <a:lnTo>
                    <a:pt x="3758413" y="461580"/>
                  </a:lnTo>
                  <a:lnTo>
                    <a:pt x="3804810" y="415245"/>
                  </a:lnTo>
                  <a:lnTo>
                    <a:pt x="3820202" y="400908"/>
                  </a:lnTo>
                  <a:lnTo>
                    <a:pt x="3871430" y="356828"/>
                  </a:lnTo>
                  <a:lnTo>
                    <a:pt x="3925042" y="316526"/>
                  </a:lnTo>
                  <a:lnTo>
                    <a:pt x="3981694" y="279872"/>
                  </a:lnTo>
                  <a:lnTo>
                    <a:pt x="4042110" y="246611"/>
                  </a:lnTo>
                  <a:lnTo>
                    <a:pt x="4107039" y="216439"/>
                  </a:lnTo>
                  <a:lnTo>
                    <a:pt x="4177217" y="189040"/>
                  </a:lnTo>
                  <a:lnTo>
                    <a:pt x="4253322" y="164115"/>
                  </a:lnTo>
                  <a:lnTo>
                    <a:pt x="4335907" y="141400"/>
                  </a:lnTo>
                  <a:lnTo>
                    <a:pt x="4425316" y="120674"/>
                  </a:lnTo>
                  <a:lnTo>
                    <a:pt x="4521576" y="101766"/>
                  </a:lnTo>
                  <a:lnTo>
                    <a:pt x="4624270" y="84556"/>
                  </a:lnTo>
                  <a:lnTo>
                    <a:pt x="4732394" y="68976"/>
                  </a:lnTo>
                  <a:lnTo>
                    <a:pt x="4844239" y="55001"/>
                  </a:lnTo>
                  <a:lnTo>
                    <a:pt x="4957322" y="42645"/>
                  </a:lnTo>
                  <a:lnTo>
                    <a:pt x="5068432" y="31939"/>
                  </a:lnTo>
                  <a:lnTo>
                    <a:pt x="5173822" y="22916"/>
                  </a:lnTo>
                  <a:lnTo>
                    <a:pt x="5269579" y="15579"/>
                  </a:lnTo>
                  <a:lnTo>
                    <a:pt x="5352136" y="9884"/>
                  </a:lnTo>
                  <a:lnTo>
                    <a:pt x="5418830" y="5719"/>
                  </a:lnTo>
                  <a:lnTo>
                    <a:pt x="5468380" y="2907"/>
                  </a:lnTo>
                  <a:lnTo>
                    <a:pt x="5501174" y="1209"/>
                  </a:lnTo>
                  <a:lnTo>
                    <a:pt x="5519299" y="351"/>
                  </a:lnTo>
                  <a:lnTo>
                    <a:pt x="5526396" y="4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28" y="63"/>
                  </a:lnTo>
                  <a:lnTo>
                    <a:pt x="6530323" y="511"/>
                  </a:lnTo>
                  <a:lnTo>
                    <a:pt x="6547833" y="1750"/>
                  </a:lnTo>
                  <a:lnTo>
                    <a:pt x="6579468" y="4192"/>
                  </a:lnTo>
                  <a:lnTo>
                    <a:pt x="6627285" y="8232"/>
                  </a:lnTo>
                  <a:lnTo>
                    <a:pt x="6691746" y="14213"/>
                  </a:lnTo>
                  <a:lnTo>
                    <a:pt x="6771736" y="22399"/>
                  </a:lnTo>
                  <a:lnTo>
                    <a:pt x="6864814" y="32954"/>
                  </a:lnTo>
                  <a:lnTo>
                    <a:pt x="6967639" y="45953"/>
                  </a:lnTo>
                  <a:lnTo>
                    <a:pt x="7076489" y="61395"/>
                  </a:lnTo>
                  <a:lnTo>
                    <a:pt x="7187741" y="79239"/>
                  </a:lnTo>
                  <a:lnTo>
                    <a:pt x="7298238" y="99437"/>
                  </a:lnTo>
                  <a:lnTo>
                    <a:pt x="7405490" y="121964"/>
                  </a:lnTo>
                  <a:lnTo>
                    <a:pt x="7507737" y="146842"/>
                  </a:lnTo>
                  <a:lnTo>
                    <a:pt x="7603896" y="174157"/>
                  </a:lnTo>
                  <a:lnTo>
                    <a:pt x="7693461" y="204065"/>
                  </a:lnTo>
                  <a:lnTo>
                    <a:pt x="7776374" y="236792"/>
                  </a:lnTo>
                  <a:lnTo>
                    <a:pt x="7852901" y="272638"/>
                  </a:lnTo>
                  <a:lnTo>
                    <a:pt x="7923526" y="311964"/>
                  </a:lnTo>
                  <a:lnTo>
                    <a:pt x="7988870" y="355186"/>
                  </a:lnTo>
                  <a:lnTo>
                    <a:pt x="8049624" y="402750"/>
                  </a:lnTo>
                  <a:lnTo>
                    <a:pt x="8106504" y="455103"/>
                  </a:lnTo>
                  <a:lnTo>
                    <a:pt x="8160212" y="512640"/>
                  </a:lnTo>
                  <a:lnTo>
                    <a:pt x="8211401" y="575619"/>
                  </a:lnTo>
                  <a:lnTo>
                    <a:pt x="8229629" y="600052"/>
                  </a:lnTo>
                  <a:lnTo>
                    <a:pt x="8269954" y="657903"/>
                  </a:lnTo>
                  <a:lnTo>
                    <a:pt x="8309344" y="719554"/>
                  </a:lnTo>
                  <a:lnTo>
                    <a:pt x="8348026" y="785085"/>
                  </a:lnTo>
                  <a:lnTo>
                    <a:pt x="8386190" y="854524"/>
                  </a:lnTo>
                  <a:lnTo>
                    <a:pt x="8423990" y="927846"/>
                  </a:lnTo>
                  <a:lnTo>
                    <a:pt x="8461550" y="1004970"/>
                  </a:lnTo>
                  <a:lnTo>
                    <a:pt x="8498969" y="1085750"/>
                  </a:lnTo>
                  <a:lnTo>
                    <a:pt x="8536323" y="1169978"/>
                  </a:lnTo>
                  <a:lnTo>
                    <a:pt x="8573666" y="1257380"/>
                  </a:lnTo>
                  <a:lnTo>
                    <a:pt x="8611033" y="1347620"/>
                  </a:lnTo>
                  <a:lnTo>
                    <a:pt x="8648446" y="1440301"/>
                  </a:lnTo>
                  <a:lnTo>
                    <a:pt x="8685909" y="1534973"/>
                  </a:lnTo>
                  <a:lnTo>
                    <a:pt x="8723418" y="1631142"/>
                  </a:lnTo>
                  <a:lnTo>
                    <a:pt x="8760961" y="1728278"/>
                  </a:lnTo>
                  <a:lnTo>
                    <a:pt x="8798519" y="1825828"/>
                  </a:lnTo>
                  <a:lnTo>
                    <a:pt x="8836071" y="1923230"/>
                  </a:lnTo>
                  <a:lnTo>
                    <a:pt x="8873598" y="2019925"/>
                  </a:lnTo>
                  <a:lnTo>
                    <a:pt x="8911085" y="2115370"/>
                  </a:lnTo>
                  <a:lnTo>
                    <a:pt x="8948521" y="2209054"/>
                  </a:lnTo>
                  <a:lnTo>
                    <a:pt x="8985908" y="2300503"/>
                  </a:lnTo>
                  <a:lnTo>
                    <a:pt x="9023259" y="2389296"/>
                  </a:lnTo>
                  <a:lnTo>
                    <a:pt x="9060602" y="2475066"/>
                  </a:lnTo>
                  <a:lnTo>
                    <a:pt x="9097983" y="2557510"/>
                  </a:lnTo>
                  <a:lnTo>
                    <a:pt x="9135465" y="2636388"/>
                  </a:lnTo>
                  <a:lnTo>
                    <a:pt x="9173137" y="2711526"/>
                  </a:lnTo>
                  <a:lnTo>
                    <a:pt x="9211111" y="2782812"/>
                  </a:lnTo>
                  <a:lnTo>
                    <a:pt x="9249527" y="2850194"/>
                  </a:lnTo>
                  <a:lnTo>
                    <a:pt x="9288555" y="2913677"/>
                  </a:lnTo>
                  <a:lnTo>
                    <a:pt x="9328406" y="2973316"/>
                  </a:lnTo>
                  <a:lnTo>
                    <a:pt x="9347647" y="3000263"/>
                  </a:lnTo>
                  <a:lnTo>
                    <a:pt x="9398061" y="3065254"/>
                  </a:lnTo>
                  <a:lnTo>
                    <a:pt x="9450775" y="3124764"/>
                  </a:lnTo>
                  <a:lnTo>
                    <a:pt x="9506414" y="3178974"/>
                  </a:lnTo>
                  <a:lnTo>
                    <a:pt x="9565667" y="3228241"/>
                  </a:lnTo>
                  <a:lnTo>
                    <a:pt x="9629248" y="3273000"/>
                  </a:lnTo>
                  <a:lnTo>
                    <a:pt x="9697862" y="3313703"/>
                  </a:lnTo>
                  <a:lnTo>
                    <a:pt x="9772163" y="3350778"/>
                  </a:lnTo>
                  <a:lnTo>
                    <a:pt x="9852693" y="3384609"/>
                  </a:lnTo>
                  <a:lnTo>
                    <a:pt x="9939810" y="3415518"/>
                  </a:lnTo>
                  <a:lnTo>
                    <a:pt x="10033587" y="3443760"/>
                  </a:lnTo>
                  <a:lnTo>
                    <a:pt x="10133697" y="3469518"/>
                  </a:lnTo>
                  <a:lnTo>
                    <a:pt x="10239283" y="3492900"/>
                  </a:lnTo>
                  <a:lnTo>
                    <a:pt x="10348843" y="3513951"/>
                  </a:lnTo>
                  <a:lnTo>
                    <a:pt x="10460152" y="3532662"/>
                  </a:lnTo>
                  <a:lnTo>
                    <a:pt x="10570283" y="3548990"/>
                  </a:lnTo>
                  <a:lnTo>
                    <a:pt x="10675750" y="3562886"/>
                  </a:lnTo>
                  <a:lnTo>
                    <a:pt x="10772816" y="3574332"/>
                  </a:lnTo>
                  <a:lnTo>
                    <a:pt x="10857941" y="3583371"/>
                  </a:lnTo>
                  <a:lnTo>
                    <a:pt x="10928294" y="3590134"/>
                  </a:lnTo>
                  <a:lnTo>
                    <a:pt x="10982238" y="3594849"/>
                  </a:lnTo>
                  <a:lnTo>
                    <a:pt x="11019641" y="3597832"/>
                  </a:lnTo>
                  <a:lnTo>
                    <a:pt x="11041989" y="3599464"/>
                  </a:lnTo>
                  <a:lnTo>
                    <a:pt x="11052280" y="3600154"/>
                  </a:lnTo>
                  <a:lnTo>
                    <a:pt x="11054838" y="3600312"/>
                  </a:lnTo>
                  <a:lnTo>
                    <a:pt x="11054891" y="3600315"/>
                  </a:lnTo>
                  <a:lnTo>
                    <a:pt x="12049831" y="3600315"/>
                  </a:lnTo>
                  <a:lnTo>
                    <a:pt x="12049831" y="36003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8" name="pl1117"/>
            <p:cNvSpPr/>
            <p:nvPr/>
          </p:nvSpPr>
          <p:spPr>
            <a:xfrm>
              <a:off x="1199187" y="1509138"/>
              <a:ext cx="12049831" cy="3600315"/>
            </a:xfrm>
            <a:custGeom>
              <a:avLst/>
              <a:pathLst>
                <a:path w="12049831" h="3600315">
                  <a:moveTo>
                    <a:pt x="12049831" y="3600315"/>
                  </a:moveTo>
                  <a:lnTo>
                    <a:pt x="11054891" y="3600315"/>
                  </a:lnTo>
                  <a:lnTo>
                    <a:pt x="11053848" y="3600252"/>
                  </a:lnTo>
                  <a:lnTo>
                    <a:pt x="11046954" y="3599804"/>
                  </a:lnTo>
                  <a:lnTo>
                    <a:pt x="11029443" y="3598565"/>
                  </a:lnTo>
                  <a:lnTo>
                    <a:pt x="10997808" y="3596123"/>
                  </a:lnTo>
                  <a:lnTo>
                    <a:pt x="10949991" y="3592083"/>
                  </a:lnTo>
                  <a:lnTo>
                    <a:pt x="10885531" y="3586101"/>
                  </a:lnTo>
                  <a:lnTo>
                    <a:pt x="10805540" y="3577916"/>
                  </a:lnTo>
                  <a:lnTo>
                    <a:pt x="10712462" y="3567361"/>
                  </a:lnTo>
                  <a:lnTo>
                    <a:pt x="10609637" y="3554362"/>
                  </a:lnTo>
                  <a:lnTo>
                    <a:pt x="10500788" y="3538920"/>
                  </a:lnTo>
                  <a:lnTo>
                    <a:pt x="10389536" y="3521076"/>
                  </a:lnTo>
                  <a:lnTo>
                    <a:pt x="10279039" y="3500878"/>
                  </a:lnTo>
                  <a:lnTo>
                    <a:pt x="10171786" y="3478351"/>
                  </a:lnTo>
                  <a:lnTo>
                    <a:pt x="10069540" y="3453472"/>
                  </a:lnTo>
                  <a:lnTo>
                    <a:pt x="9973381" y="3426157"/>
                  </a:lnTo>
                  <a:lnTo>
                    <a:pt x="9883815" y="3396250"/>
                  </a:lnTo>
                  <a:lnTo>
                    <a:pt x="9800902" y="3363523"/>
                  </a:lnTo>
                  <a:lnTo>
                    <a:pt x="9724376" y="3327677"/>
                  </a:lnTo>
                  <a:lnTo>
                    <a:pt x="9653751" y="3288351"/>
                  </a:lnTo>
                  <a:lnTo>
                    <a:pt x="9588407" y="3245129"/>
                  </a:lnTo>
                  <a:lnTo>
                    <a:pt x="9527653" y="3197565"/>
                  </a:lnTo>
                  <a:lnTo>
                    <a:pt x="9470772" y="3145212"/>
                  </a:lnTo>
                  <a:lnTo>
                    <a:pt x="9417064" y="3087675"/>
                  </a:lnTo>
                  <a:lnTo>
                    <a:pt x="9365875" y="3024695"/>
                  </a:lnTo>
                  <a:lnTo>
                    <a:pt x="9347647" y="3000263"/>
                  </a:lnTo>
                  <a:lnTo>
                    <a:pt x="9307322" y="2942412"/>
                  </a:lnTo>
                  <a:lnTo>
                    <a:pt x="9267933" y="2880760"/>
                  </a:lnTo>
                  <a:lnTo>
                    <a:pt x="9229250" y="2815230"/>
                  </a:lnTo>
                  <a:lnTo>
                    <a:pt x="9191087" y="2745791"/>
                  </a:lnTo>
                  <a:lnTo>
                    <a:pt x="9153287" y="2672468"/>
                  </a:lnTo>
                  <a:lnTo>
                    <a:pt x="9115727" y="2595345"/>
                  </a:lnTo>
                  <a:lnTo>
                    <a:pt x="9078307" y="2514564"/>
                  </a:lnTo>
                  <a:lnTo>
                    <a:pt x="9040953" y="2430336"/>
                  </a:lnTo>
                  <a:lnTo>
                    <a:pt x="9003611" y="2342934"/>
                  </a:lnTo>
                  <a:lnTo>
                    <a:pt x="8966243" y="2252695"/>
                  </a:lnTo>
                  <a:lnTo>
                    <a:pt x="8928831" y="2160014"/>
                  </a:lnTo>
                  <a:lnTo>
                    <a:pt x="8891368" y="2065341"/>
                  </a:lnTo>
                  <a:lnTo>
                    <a:pt x="8853858" y="1969172"/>
                  </a:lnTo>
                  <a:lnTo>
                    <a:pt x="8816315" y="1872037"/>
                  </a:lnTo>
                  <a:lnTo>
                    <a:pt x="8778758" y="1774486"/>
                  </a:lnTo>
                  <a:lnTo>
                    <a:pt x="8741205" y="1677085"/>
                  </a:lnTo>
                  <a:lnTo>
                    <a:pt x="8703678" y="1580390"/>
                  </a:lnTo>
                  <a:lnTo>
                    <a:pt x="8666192" y="1484944"/>
                  </a:lnTo>
                  <a:lnTo>
                    <a:pt x="8628756" y="1391261"/>
                  </a:lnTo>
                  <a:lnTo>
                    <a:pt x="8591368" y="1299811"/>
                  </a:lnTo>
                  <a:lnTo>
                    <a:pt x="8554017" y="1211019"/>
                  </a:lnTo>
                  <a:lnTo>
                    <a:pt x="8516674" y="1125248"/>
                  </a:lnTo>
                  <a:lnTo>
                    <a:pt x="8479294" y="1042804"/>
                  </a:lnTo>
                  <a:lnTo>
                    <a:pt x="8441811" y="963926"/>
                  </a:lnTo>
                  <a:lnTo>
                    <a:pt x="8404139" y="888788"/>
                  </a:lnTo>
                  <a:lnTo>
                    <a:pt x="8366165" y="817503"/>
                  </a:lnTo>
                  <a:lnTo>
                    <a:pt x="8327750" y="750121"/>
                  </a:lnTo>
                  <a:lnTo>
                    <a:pt x="8288721" y="686638"/>
                  </a:lnTo>
                  <a:lnTo>
                    <a:pt x="8248871" y="626998"/>
                  </a:lnTo>
                  <a:lnTo>
                    <a:pt x="8229629" y="600052"/>
                  </a:lnTo>
                  <a:lnTo>
                    <a:pt x="8179215" y="535061"/>
                  </a:lnTo>
                  <a:lnTo>
                    <a:pt x="8126501" y="475551"/>
                  </a:lnTo>
                  <a:lnTo>
                    <a:pt x="8070862" y="421340"/>
                  </a:lnTo>
                  <a:lnTo>
                    <a:pt x="8011609" y="372073"/>
                  </a:lnTo>
                  <a:lnTo>
                    <a:pt x="7948029" y="327314"/>
                  </a:lnTo>
                  <a:lnTo>
                    <a:pt x="7879414" y="286612"/>
                  </a:lnTo>
                  <a:lnTo>
                    <a:pt x="7805113" y="249537"/>
                  </a:lnTo>
                  <a:lnTo>
                    <a:pt x="7724583" y="215706"/>
                  </a:lnTo>
                  <a:lnTo>
                    <a:pt x="7637466" y="184796"/>
                  </a:lnTo>
                  <a:lnTo>
                    <a:pt x="7543689" y="156554"/>
                  </a:lnTo>
                  <a:lnTo>
                    <a:pt x="7443580" y="130797"/>
                  </a:lnTo>
                  <a:lnTo>
                    <a:pt x="7337993" y="107415"/>
                  </a:lnTo>
                  <a:lnTo>
                    <a:pt x="7228434" y="86363"/>
                  </a:lnTo>
                  <a:lnTo>
                    <a:pt x="7117124" y="67652"/>
                  </a:lnTo>
                  <a:lnTo>
                    <a:pt x="7006993" y="51325"/>
                  </a:lnTo>
                  <a:lnTo>
                    <a:pt x="6901526" y="37429"/>
                  </a:lnTo>
                  <a:lnTo>
                    <a:pt x="6804460" y="25983"/>
                  </a:lnTo>
                  <a:lnTo>
                    <a:pt x="6719336" y="16944"/>
                  </a:lnTo>
                  <a:lnTo>
                    <a:pt x="6648982" y="10181"/>
                  </a:lnTo>
                  <a:lnTo>
                    <a:pt x="6595039" y="5466"/>
                  </a:lnTo>
                  <a:lnTo>
                    <a:pt x="6557635" y="2482"/>
                  </a:lnTo>
                  <a:lnTo>
                    <a:pt x="6535288" y="851"/>
                  </a:lnTo>
                  <a:lnTo>
                    <a:pt x="6524996" y="161"/>
                  </a:lnTo>
                  <a:lnTo>
                    <a:pt x="6522438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3" y="44"/>
                  </a:lnTo>
                  <a:lnTo>
                    <a:pt x="5519139" y="358"/>
                  </a:lnTo>
                  <a:lnTo>
                    <a:pt x="5500837" y="1226"/>
                  </a:lnTo>
                  <a:lnTo>
                    <a:pt x="5467829" y="2937"/>
                  </a:lnTo>
                  <a:lnTo>
                    <a:pt x="5418047" y="5766"/>
                  </a:lnTo>
                  <a:lnTo>
                    <a:pt x="5351128" y="9950"/>
                  </a:lnTo>
                  <a:lnTo>
                    <a:pt x="5268374" y="15667"/>
                  </a:lnTo>
                  <a:lnTo>
                    <a:pt x="5172462" y="23026"/>
                  </a:lnTo>
                  <a:lnTo>
                    <a:pt x="5066970" y="32072"/>
                  </a:lnTo>
                  <a:lnTo>
                    <a:pt x="4955809" y="42800"/>
                  </a:lnTo>
                  <a:lnTo>
                    <a:pt x="4842723" y="55178"/>
                  </a:lnTo>
                  <a:lnTo>
                    <a:pt x="4730913" y="69174"/>
                  </a:lnTo>
                  <a:lnTo>
                    <a:pt x="4622853" y="84776"/>
                  </a:lnTo>
                  <a:lnTo>
                    <a:pt x="4520240" y="102008"/>
                  </a:lnTo>
                  <a:lnTo>
                    <a:pt x="4424070" y="120940"/>
                  </a:lnTo>
                  <a:lnTo>
                    <a:pt x="4334754" y="141691"/>
                  </a:lnTo>
                  <a:lnTo>
                    <a:pt x="4252259" y="164434"/>
                  </a:lnTo>
                  <a:lnTo>
                    <a:pt x="4176237" y="189391"/>
                  </a:lnTo>
                  <a:lnTo>
                    <a:pt x="4106134" y="216825"/>
                  </a:lnTo>
                  <a:lnTo>
                    <a:pt x="4041271" y="247037"/>
                  </a:lnTo>
                  <a:lnTo>
                    <a:pt x="3980910" y="280341"/>
                  </a:lnTo>
                  <a:lnTo>
                    <a:pt x="3924304" y="317043"/>
                  </a:lnTo>
                  <a:lnTo>
                    <a:pt x="3870728" y="357395"/>
                  </a:lnTo>
                  <a:lnTo>
                    <a:pt x="3820202" y="400908"/>
                  </a:lnTo>
                  <a:lnTo>
                    <a:pt x="3773367" y="446131"/>
                  </a:lnTo>
                  <a:lnTo>
                    <a:pt x="3727746" y="494807"/>
                  </a:lnTo>
                  <a:lnTo>
                    <a:pt x="3682995" y="547006"/>
                  </a:lnTo>
                  <a:lnTo>
                    <a:pt x="3638840" y="602735"/>
                  </a:lnTo>
                  <a:lnTo>
                    <a:pt x="3595064" y="661935"/>
                  </a:lnTo>
                  <a:lnTo>
                    <a:pt x="3551502" y="724470"/>
                  </a:lnTo>
                  <a:lnTo>
                    <a:pt x="3508030" y="790126"/>
                  </a:lnTo>
                  <a:lnTo>
                    <a:pt x="3464566" y="858613"/>
                  </a:lnTo>
                  <a:lnTo>
                    <a:pt x="3421058" y="929560"/>
                  </a:lnTo>
                  <a:lnTo>
                    <a:pt x="3377485" y="1002527"/>
                  </a:lnTo>
                  <a:lnTo>
                    <a:pt x="3333845" y="1077014"/>
                  </a:lnTo>
                  <a:lnTo>
                    <a:pt x="3290156" y="1152472"/>
                  </a:lnTo>
                  <a:lnTo>
                    <a:pt x="3246446" y="1228322"/>
                  </a:lnTo>
                  <a:lnTo>
                    <a:pt x="3202747" y="1303972"/>
                  </a:lnTo>
                  <a:lnTo>
                    <a:pt x="3159088" y="1378836"/>
                  </a:lnTo>
                  <a:lnTo>
                    <a:pt x="3115492" y="1452355"/>
                  </a:lnTo>
                  <a:lnTo>
                    <a:pt x="3071964" y="1524011"/>
                  </a:lnTo>
                  <a:lnTo>
                    <a:pt x="3028490" y="1593341"/>
                  </a:lnTo>
                  <a:lnTo>
                    <a:pt x="2985028" y="1659954"/>
                  </a:lnTo>
                  <a:lnTo>
                    <a:pt x="2941507" y="1723532"/>
                  </a:lnTo>
                  <a:lnTo>
                    <a:pt x="2897817" y="1783835"/>
                  </a:lnTo>
                  <a:lnTo>
                    <a:pt x="2853806" y="1840703"/>
                  </a:lnTo>
                  <a:lnTo>
                    <a:pt x="2809276" y="1894052"/>
                  </a:lnTo>
                  <a:lnTo>
                    <a:pt x="2763972" y="1943870"/>
                  </a:lnTo>
                  <a:lnTo>
                    <a:pt x="2717575" y="1990205"/>
                  </a:lnTo>
                  <a:lnTo>
                    <a:pt x="2702183" y="2004542"/>
                  </a:lnTo>
                  <a:lnTo>
                    <a:pt x="2650955" y="2048622"/>
                  </a:lnTo>
                  <a:lnTo>
                    <a:pt x="2597343" y="2088924"/>
                  </a:lnTo>
                  <a:lnTo>
                    <a:pt x="2540691" y="2125578"/>
                  </a:lnTo>
                  <a:lnTo>
                    <a:pt x="2480275" y="2158839"/>
                  </a:lnTo>
                  <a:lnTo>
                    <a:pt x="2415346" y="2189011"/>
                  </a:lnTo>
                  <a:lnTo>
                    <a:pt x="2345168" y="2216410"/>
                  </a:lnTo>
                  <a:lnTo>
                    <a:pt x="2269062" y="2241335"/>
                  </a:lnTo>
                  <a:lnTo>
                    <a:pt x="2186478" y="2264051"/>
                  </a:lnTo>
                  <a:lnTo>
                    <a:pt x="2097069" y="2284776"/>
                  </a:lnTo>
                  <a:lnTo>
                    <a:pt x="2000809" y="2303684"/>
                  </a:lnTo>
                  <a:lnTo>
                    <a:pt x="1898115" y="2320894"/>
                  </a:lnTo>
                  <a:lnTo>
                    <a:pt x="1789991" y="2336474"/>
                  </a:lnTo>
                  <a:lnTo>
                    <a:pt x="1678146" y="2350449"/>
                  </a:lnTo>
                  <a:lnTo>
                    <a:pt x="1565063" y="2362805"/>
                  </a:lnTo>
                  <a:lnTo>
                    <a:pt x="1453953" y="2373511"/>
                  </a:lnTo>
                  <a:lnTo>
                    <a:pt x="1348563" y="2382534"/>
                  </a:lnTo>
                  <a:lnTo>
                    <a:pt x="1252806" y="2389871"/>
                  </a:lnTo>
                  <a:lnTo>
                    <a:pt x="1170249" y="2395566"/>
                  </a:lnTo>
                  <a:lnTo>
                    <a:pt x="1103555" y="2399731"/>
                  </a:lnTo>
                  <a:lnTo>
                    <a:pt x="1054005" y="2402543"/>
                  </a:lnTo>
                  <a:lnTo>
                    <a:pt x="1021211" y="2404241"/>
                  </a:lnTo>
                  <a:lnTo>
                    <a:pt x="1003086" y="2405099"/>
                  </a:lnTo>
                  <a:lnTo>
                    <a:pt x="995989" y="2405408"/>
                  </a:lnTo>
                  <a:lnTo>
                    <a:pt x="994940" y="2405451"/>
                  </a:lnTo>
                  <a:lnTo>
                    <a:pt x="0" y="2405451"/>
                  </a:lnTo>
                  <a:lnTo>
                    <a:pt x="0" y="24054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9" name="pg1118"/>
            <p:cNvSpPr/>
            <p:nvPr/>
          </p:nvSpPr>
          <p:spPr>
            <a:xfrm>
              <a:off x="1199187" y="1561544"/>
              <a:ext cx="12049831" cy="4533148"/>
            </a:xfrm>
            <a:custGeom>
              <a:avLst/>
              <a:pathLst>
                <a:path w="12049831" h="4533148">
                  <a:moveTo>
                    <a:pt x="0" y="2368766"/>
                  </a:moveTo>
                  <a:lnTo>
                    <a:pt x="994940" y="2368766"/>
                  </a:lnTo>
                  <a:lnTo>
                    <a:pt x="996034" y="2368723"/>
                  </a:lnTo>
                  <a:lnTo>
                    <a:pt x="1003257" y="2368414"/>
                  </a:lnTo>
                  <a:lnTo>
                    <a:pt x="1021582" y="2367559"/>
                  </a:lnTo>
                  <a:lnTo>
                    <a:pt x="1054631" y="2365876"/>
                  </a:lnTo>
                  <a:lnTo>
                    <a:pt x="1104470" y="2363092"/>
                  </a:lnTo>
                  <a:lnTo>
                    <a:pt x="1171461" y="2358976"/>
                  </a:lnTo>
                  <a:lnTo>
                    <a:pt x="1254296" y="2353352"/>
                  </a:lnTo>
                  <a:lnTo>
                    <a:pt x="1350289" y="2346112"/>
                  </a:lnTo>
                  <a:lnTo>
                    <a:pt x="1455859" y="2337213"/>
                  </a:lnTo>
                  <a:lnTo>
                    <a:pt x="1567085" y="2326661"/>
                  </a:lnTo>
                  <a:lnTo>
                    <a:pt x="1680224" y="2314485"/>
                  </a:lnTo>
                  <a:lnTo>
                    <a:pt x="1792070" y="2300718"/>
                  </a:lnTo>
                  <a:lnTo>
                    <a:pt x="1900153" y="2285372"/>
                  </a:lnTo>
                  <a:lnTo>
                    <a:pt x="2002775" y="2268423"/>
                  </a:lnTo>
                  <a:lnTo>
                    <a:pt x="2098944" y="2249802"/>
                  </a:lnTo>
                  <a:lnTo>
                    <a:pt x="2188252" y="2229390"/>
                  </a:lnTo>
                  <a:lnTo>
                    <a:pt x="2270734" y="2207017"/>
                  </a:lnTo>
                  <a:lnTo>
                    <a:pt x="2346741" y="2182467"/>
                  </a:lnTo>
                  <a:lnTo>
                    <a:pt x="2416829" y="2155476"/>
                  </a:lnTo>
                  <a:lnTo>
                    <a:pt x="2481679" y="2125753"/>
                  </a:lnTo>
                  <a:lnTo>
                    <a:pt x="2542028" y="2092985"/>
                  </a:lnTo>
                  <a:lnTo>
                    <a:pt x="2598628" y="2056872"/>
                  </a:lnTo>
                  <a:lnTo>
                    <a:pt x="2652200" y="2017168"/>
                  </a:lnTo>
                  <a:lnTo>
                    <a:pt x="2702183" y="1974845"/>
                  </a:lnTo>
                  <a:lnTo>
                    <a:pt x="2749291" y="1930138"/>
                  </a:lnTo>
                  <a:lnTo>
                    <a:pt x="2795172" y="1881997"/>
                  </a:lnTo>
                  <a:lnTo>
                    <a:pt x="2840176" y="1830354"/>
                  </a:lnTo>
                  <a:lnTo>
                    <a:pt x="2884582" y="1775202"/>
                  </a:lnTo>
                  <a:lnTo>
                    <a:pt x="2928608" y="1716601"/>
                  </a:lnTo>
                  <a:lnTo>
                    <a:pt x="2972423" y="1654690"/>
                  </a:lnTo>
                  <a:lnTo>
                    <a:pt x="3016149" y="1589684"/>
                  </a:lnTo>
                  <a:lnTo>
                    <a:pt x="3059871" y="1521879"/>
                  </a:lnTo>
                  <a:lnTo>
                    <a:pt x="3103638" y="1451647"/>
                  </a:lnTo>
                  <a:lnTo>
                    <a:pt x="3147473" y="1379431"/>
                  </a:lnTo>
                  <a:lnTo>
                    <a:pt x="3191374" y="1305735"/>
                  </a:lnTo>
                  <a:lnTo>
                    <a:pt x="3235323" y="1231111"/>
                  </a:lnTo>
                  <a:lnTo>
                    <a:pt x="3279291" y="1156138"/>
                  </a:lnTo>
                  <a:lnTo>
                    <a:pt x="3323246" y="1081409"/>
                  </a:lnTo>
                  <a:lnTo>
                    <a:pt x="3367157" y="1007508"/>
                  </a:lnTo>
                  <a:lnTo>
                    <a:pt x="3411004" y="934993"/>
                  </a:lnTo>
                  <a:lnTo>
                    <a:pt x="3454783" y="864376"/>
                  </a:lnTo>
                  <a:lnTo>
                    <a:pt x="3498510" y="796112"/>
                  </a:lnTo>
                  <a:lnTo>
                    <a:pt x="3542230" y="730588"/>
                  </a:lnTo>
                  <a:lnTo>
                    <a:pt x="3586021" y="668112"/>
                  </a:lnTo>
                  <a:lnTo>
                    <a:pt x="3630000" y="608914"/>
                  </a:lnTo>
                  <a:lnTo>
                    <a:pt x="3674324" y="553145"/>
                  </a:lnTo>
                  <a:lnTo>
                    <a:pt x="3719204" y="500881"/>
                  </a:lnTo>
                  <a:lnTo>
                    <a:pt x="3764907" y="452124"/>
                  </a:lnTo>
                  <a:lnTo>
                    <a:pt x="3811768" y="406818"/>
                  </a:lnTo>
                  <a:lnTo>
                    <a:pt x="3820202" y="399161"/>
                  </a:lnTo>
                  <a:lnTo>
                    <a:pt x="3871454" y="355831"/>
                  </a:lnTo>
                  <a:lnTo>
                    <a:pt x="3925092" y="316216"/>
                  </a:lnTo>
                  <a:lnTo>
                    <a:pt x="3981774" y="280188"/>
                  </a:lnTo>
                  <a:lnTo>
                    <a:pt x="4042223" y="247497"/>
                  </a:lnTo>
                  <a:lnTo>
                    <a:pt x="4107191" y="217844"/>
                  </a:lnTo>
                  <a:lnTo>
                    <a:pt x="4177415" y="190916"/>
                  </a:lnTo>
                  <a:lnTo>
                    <a:pt x="4253573" y="166421"/>
                  </a:lnTo>
                  <a:lnTo>
                    <a:pt x="4336218" y="144099"/>
                  </a:lnTo>
                  <a:lnTo>
                    <a:pt x="4425694" y="123732"/>
                  </a:lnTo>
                  <a:lnTo>
                    <a:pt x="4522027" y="105153"/>
                  </a:lnTo>
                  <a:lnTo>
                    <a:pt x="4624795" y="88243"/>
                  </a:lnTo>
                  <a:lnTo>
                    <a:pt x="4732993" y="72935"/>
                  </a:lnTo>
                  <a:lnTo>
                    <a:pt x="4844902" y="59207"/>
                  </a:lnTo>
                  <a:lnTo>
                    <a:pt x="4958035" y="47070"/>
                  </a:lnTo>
                  <a:lnTo>
                    <a:pt x="5069170" y="36558"/>
                  </a:lnTo>
                  <a:lnTo>
                    <a:pt x="5174554" y="27699"/>
                  </a:lnTo>
                  <a:lnTo>
                    <a:pt x="5270268" y="20499"/>
                  </a:lnTo>
                  <a:lnTo>
                    <a:pt x="5352745" y="14913"/>
                  </a:lnTo>
                  <a:lnTo>
                    <a:pt x="5419329" y="10831"/>
                  </a:lnTo>
                  <a:lnTo>
                    <a:pt x="5468750" y="8077"/>
                  </a:lnTo>
                  <a:lnTo>
                    <a:pt x="5501410" y="6417"/>
                  </a:lnTo>
                  <a:lnTo>
                    <a:pt x="5519417" y="5580"/>
                  </a:lnTo>
                  <a:lnTo>
                    <a:pt x="5526428" y="528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382" y="5316"/>
                  </a:lnTo>
                  <a:lnTo>
                    <a:pt x="6529974" y="5854"/>
                  </a:lnTo>
                  <a:lnTo>
                    <a:pt x="6546737" y="7340"/>
                  </a:lnTo>
                  <a:lnTo>
                    <a:pt x="6577068" y="10270"/>
                  </a:lnTo>
                  <a:lnTo>
                    <a:pt x="6623014" y="15121"/>
                  </a:lnTo>
                  <a:lnTo>
                    <a:pt x="6685119" y="22310"/>
                  </a:lnTo>
                  <a:lnTo>
                    <a:pt x="6762444" y="32161"/>
                  </a:lnTo>
                  <a:lnTo>
                    <a:pt x="6852764" y="44887"/>
                  </a:lnTo>
                  <a:lnTo>
                    <a:pt x="6952963" y="60586"/>
                  </a:lnTo>
                  <a:lnTo>
                    <a:pt x="7059506" y="79269"/>
                  </a:lnTo>
                  <a:lnTo>
                    <a:pt x="7168895" y="100889"/>
                  </a:lnTo>
                  <a:lnTo>
                    <a:pt x="7278026" y="125388"/>
                  </a:lnTo>
                  <a:lnTo>
                    <a:pt x="7384402" y="152729"/>
                  </a:lnTo>
                  <a:lnTo>
                    <a:pt x="7486210" y="182925"/>
                  </a:lnTo>
                  <a:lnTo>
                    <a:pt x="7582289" y="216063"/>
                  </a:lnTo>
                  <a:lnTo>
                    <a:pt x="7672044" y="252310"/>
                  </a:lnTo>
                  <a:lnTo>
                    <a:pt x="7755329" y="291918"/>
                  </a:lnTo>
                  <a:lnTo>
                    <a:pt x="7832331" y="335225"/>
                  </a:lnTo>
                  <a:lnTo>
                    <a:pt x="7903465" y="382646"/>
                  </a:lnTo>
                  <a:lnTo>
                    <a:pt x="7969293" y="434663"/>
                  </a:lnTo>
                  <a:lnTo>
                    <a:pt x="8030461" y="491805"/>
                  </a:lnTo>
                  <a:lnTo>
                    <a:pt x="8087649" y="554614"/>
                  </a:lnTo>
                  <a:lnTo>
                    <a:pt x="8141535" y="623593"/>
                  </a:lnTo>
                  <a:lnTo>
                    <a:pt x="8192763" y="699123"/>
                  </a:lnTo>
                  <a:lnTo>
                    <a:pt x="8229629" y="759891"/>
                  </a:lnTo>
                  <a:lnTo>
                    <a:pt x="8266245" y="825677"/>
                  </a:lnTo>
                  <a:lnTo>
                    <a:pt x="8302073" y="895386"/>
                  </a:lnTo>
                  <a:lnTo>
                    <a:pt x="8337288" y="969097"/>
                  </a:lnTo>
                  <a:lnTo>
                    <a:pt x="8372036" y="1046849"/>
                  </a:lnTo>
                  <a:lnTo>
                    <a:pt x="8406440" y="1128635"/>
                  </a:lnTo>
                  <a:lnTo>
                    <a:pt x="8440603" y="1214402"/>
                  </a:lnTo>
                  <a:lnTo>
                    <a:pt x="8474608" y="1304044"/>
                  </a:lnTo>
                  <a:lnTo>
                    <a:pt x="8508521" y="1397403"/>
                  </a:lnTo>
                  <a:lnTo>
                    <a:pt x="8542393" y="1494262"/>
                  </a:lnTo>
                  <a:lnTo>
                    <a:pt x="8576262" y="1594355"/>
                  </a:lnTo>
                  <a:lnTo>
                    <a:pt x="8610154" y="1697357"/>
                  </a:lnTo>
                  <a:lnTo>
                    <a:pt x="8644082" y="1802895"/>
                  </a:lnTo>
                  <a:lnTo>
                    <a:pt x="8678052" y="1910551"/>
                  </a:lnTo>
                  <a:lnTo>
                    <a:pt x="8712061" y="2019867"/>
                  </a:lnTo>
                  <a:lnTo>
                    <a:pt x="8746102" y="2130352"/>
                  </a:lnTo>
                  <a:lnTo>
                    <a:pt x="8780161" y="2241495"/>
                  </a:lnTo>
                  <a:lnTo>
                    <a:pt x="8814224" y="2352768"/>
                  </a:lnTo>
                  <a:lnTo>
                    <a:pt x="8848276" y="2463646"/>
                  </a:lnTo>
                  <a:lnTo>
                    <a:pt x="8882303" y="2573606"/>
                  </a:lnTo>
                  <a:lnTo>
                    <a:pt x="8916293" y="2682148"/>
                  </a:lnTo>
                  <a:lnTo>
                    <a:pt x="8950241" y="2788795"/>
                  </a:lnTo>
                  <a:lnTo>
                    <a:pt x="8984150" y="2893109"/>
                  </a:lnTo>
                  <a:lnTo>
                    <a:pt x="9018027" y="2994693"/>
                  </a:lnTo>
                  <a:lnTo>
                    <a:pt x="9051894" y="3093199"/>
                  </a:lnTo>
                  <a:lnTo>
                    <a:pt x="9085781" y="3188331"/>
                  </a:lnTo>
                  <a:lnTo>
                    <a:pt x="9119733" y="3279846"/>
                  </a:lnTo>
                  <a:lnTo>
                    <a:pt x="9153808" y="3367558"/>
                  </a:lnTo>
                  <a:lnTo>
                    <a:pt x="9188081" y="3451335"/>
                  </a:lnTo>
                  <a:lnTo>
                    <a:pt x="9222644" y="3531099"/>
                  </a:lnTo>
                  <a:lnTo>
                    <a:pt x="9257609" y="3606819"/>
                  </a:lnTo>
                  <a:lnTo>
                    <a:pt x="9293112" y="3678512"/>
                  </a:lnTo>
                  <a:lnTo>
                    <a:pt x="9329312" y="3746238"/>
                  </a:lnTo>
                  <a:lnTo>
                    <a:pt x="9347647" y="3778497"/>
                  </a:lnTo>
                  <a:lnTo>
                    <a:pt x="9397270" y="3859028"/>
                  </a:lnTo>
                  <a:lnTo>
                    <a:pt x="9449114" y="3932874"/>
                  </a:lnTo>
                  <a:lnTo>
                    <a:pt x="9503773" y="4000247"/>
                  </a:lnTo>
                  <a:lnTo>
                    <a:pt x="9561905" y="4061570"/>
                  </a:lnTo>
                  <a:lnTo>
                    <a:pt x="9624189" y="4117363"/>
                  </a:lnTo>
                  <a:lnTo>
                    <a:pt x="9691302" y="4168168"/>
                  </a:lnTo>
                  <a:lnTo>
                    <a:pt x="9763874" y="4214504"/>
                  </a:lnTo>
                  <a:lnTo>
                    <a:pt x="9842435" y="4256837"/>
                  </a:lnTo>
                  <a:lnTo>
                    <a:pt x="9927353" y="4295565"/>
                  </a:lnTo>
                  <a:lnTo>
                    <a:pt x="10018740" y="4331004"/>
                  </a:lnTo>
                  <a:lnTo>
                    <a:pt x="10116346" y="4363384"/>
                  </a:lnTo>
                  <a:lnTo>
                    <a:pt x="10219445" y="4392852"/>
                  </a:lnTo>
                  <a:lnTo>
                    <a:pt x="10326718" y="4419474"/>
                  </a:lnTo>
                  <a:lnTo>
                    <a:pt x="10436177" y="4443249"/>
                  </a:lnTo>
                  <a:lnTo>
                    <a:pt x="10545158" y="4464132"/>
                  </a:lnTo>
                  <a:lnTo>
                    <a:pt x="10650434" y="4482061"/>
                  </a:lnTo>
                  <a:lnTo>
                    <a:pt x="10748457" y="4497003"/>
                  </a:lnTo>
                  <a:lnTo>
                    <a:pt x="10835753" y="4508987"/>
                  </a:lnTo>
                  <a:lnTo>
                    <a:pt x="10909388" y="4518140"/>
                  </a:lnTo>
                  <a:lnTo>
                    <a:pt x="10967433" y="4524702"/>
                  </a:lnTo>
                  <a:lnTo>
                    <a:pt x="11009311" y="4529024"/>
                  </a:lnTo>
                  <a:lnTo>
                    <a:pt x="11035956" y="4531542"/>
                  </a:lnTo>
                  <a:lnTo>
                    <a:pt x="11049773" y="4532741"/>
                  </a:lnTo>
                  <a:lnTo>
                    <a:pt x="11054471" y="4533117"/>
                  </a:lnTo>
                  <a:lnTo>
                    <a:pt x="11054891" y="4533148"/>
                  </a:lnTo>
                  <a:lnTo>
                    <a:pt x="12049831" y="4533148"/>
                  </a:lnTo>
                  <a:lnTo>
                    <a:pt x="12049831" y="4527907"/>
                  </a:lnTo>
                  <a:lnTo>
                    <a:pt x="11054891" y="4527907"/>
                  </a:lnTo>
                  <a:lnTo>
                    <a:pt x="11053895" y="4527832"/>
                  </a:lnTo>
                  <a:lnTo>
                    <a:pt x="11047303" y="4527294"/>
                  </a:lnTo>
                  <a:lnTo>
                    <a:pt x="11030540" y="4525808"/>
                  </a:lnTo>
                  <a:lnTo>
                    <a:pt x="11000208" y="4522877"/>
                  </a:lnTo>
                  <a:lnTo>
                    <a:pt x="10954263" y="4518027"/>
                  </a:lnTo>
                  <a:lnTo>
                    <a:pt x="10892157" y="4510838"/>
                  </a:lnTo>
                  <a:lnTo>
                    <a:pt x="10814833" y="4500986"/>
                  </a:lnTo>
                  <a:lnTo>
                    <a:pt x="10724513" y="4488261"/>
                  </a:lnTo>
                  <a:lnTo>
                    <a:pt x="10624313" y="4472561"/>
                  </a:lnTo>
                  <a:lnTo>
                    <a:pt x="10517771" y="4453879"/>
                  </a:lnTo>
                  <a:lnTo>
                    <a:pt x="10408382" y="4432258"/>
                  </a:lnTo>
                  <a:lnTo>
                    <a:pt x="10299251" y="4407759"/>
                  </a:lnTo>
                  <a:lnTo>
                    <a:pt x="10192874" y="4380418"/>
                  </a:lnTo>
                  <a:lnTo>
                    <a:pt x="10091067" y="4350222"/>
                  </a:lnTo>
                  <a:lnTo>
                    <a:pt x="9994988" y="4317084"/>
                  </a:lnTo>
                  <a:lnTo>
                    <a:pt x="9905233" y="4280838"/>
                  </a:lnTo>
                  <a:lnTo>
                    <a:pt x="9821947" y="4241230"/>
                  </a:lnTo>
                  <a:lnTo>
                    <a:pt x="9744945" y="4197923"/>
                  </a:lnTo>
                  <a:lnTo>
                    <a:pt x="9673811" y="4150502"/>
                  </a:lnTo>
                  <a:lnTo>
                    <a:pt x="9607983" y="4098484"/>
                  </a:lnTo>
                  <a:lnTo>
                    <a:pt x="9546816" y="4041342"/>
                  </a:lnTo>
                  <a:lnTo>
                    <a:pt x="9489627" y="3978534"/>
                  </a:lnTo>
                  <a:lnTo>
                    <a:pt x="9435741" y="3909555"/>
                  </a:lnTo>
                  <a:lnTo>
                    <a:pt x="9384513" y="3834024"/>
                  </a:lnTo>
                  <a:lnTo>
                    <a:pt x="9347647" y="3773256"/>
                  </a:lnTo>
                  <a:lnTo>
                    <a:pt x="9311031" y="3707470"/>
                  </a:lnTo>
                  <a:lnTo>
                    <a:pt x="9275203" y="3637761"/>
                  </a:lnTo>
                  <a:lnTo>
                    <a:pt x="9239989" y="3564050"/>
                  </a:lnTo>
                  <a:lnTo>
                    <a:pt x="9205241" y="3486299"/>
                  </a:lnTo>
                  <a:lnTo>
                    <a:pt x="9170836" y="3404512"/>
                  </a:lnTo>
                  <a:lnTo>
                    <a:pt x="9136673" y="3318745"/>
                  </a:lnTo>
                  <a:lnTo>
                    <a:pt x="9102668" y="3229103"/>
                  </a:lnTo>
                  <a:lnTo>
                    <a:pt x="9068755" y="3135745"/>
                  </a:lnTo>
                  <a:lnTo>
                    <a:pt x="9034883" y="3038885"/>
                  </a:lnTo>
                  <a:lnTo>
                    <a:pt x="9001014" y="2938793"/>
                  </a:lnTo>
                  <a:lnTo>
                    <a:pt x="8967123" y="2835791"/>
                  </a:lnTo>
                  <a:lnTo>
                    <a:pt x="8933195" y="2730252"/>
                  </a:lnTo>
                  <a:lnTo>
                    <a:pt x="8899225" y="2622596"/>
                  </a:lnTo>
                  <a:lnTo>
                    <a:pt x="8865215" y="2513280"/>
                  </a:lnTo>
                  <a:lnTo>
                    <a:pt x="8831175" y="2402795"/>
                  </a:lnTo>
                  <a:lnTo>
                    <a:pt x="8797115" y="2291653"/>
                  </a:lnTo>
                  <a:lnTo>
                    <a:pt x="8763052" y="2180379"/>
                  </a:lnTo>
                  <a:lnTo>
                    <a:pt x="8729000" y="2069502"/>
                  </a:lnTo>
                  <a:lnTo>
                    <a:pt x="8694974" y="1959541"/>
                  </a:lnTo>
                  <a:lnTo>
                    <a:pt x="8660984" y="1851000"/>
                  </a:lnTo>
                  <a:lnTo>
                    <a:pt x="8627035" y="1744352"/>
                  </a:lnTo>
                  <a:lnTo>
                    <a:pt x="8593127" y="1640038"/>
                  </a:lnTo>
                  <a:lnTo>
                    <a:pt x="8559249" y="1538454"/>
                  </a:lnTo>
                  <a:lnTo>
                    <a:pt x="8525382" y="1439948"/>
                  </a:lnTo>
                  <a:lnTo>
                    <a:pt x="8491495" y="1344817"/>
                  </a:lnTo>
                  <a:lnTo>
                    <a:pt x="8457543" y="1253302"/>
                  </a:lnTo>
                  <a:lnTo>
                    <a:pt x="8423468" y="1165590"/>
                  </a:lnTo>
                  <a:lnTo>
                    <a:pt x="8389196" y="1081812"/>
                  </a:lnTo>
                  <a:lnTo>
                    <a:pt x="8354633" y="1002049"/>
                  </a:lnTo>
                  <a:lnTo>
                    <a:pt x="8319667" y="926329"/>
                  </a:lnTo>
                  <a:lnTo>
                    <a:pt x="8284164" y="854635"/>
                  </a:lnTo>
                  <a:lnTo>
                    <a:pt x="8247964" y="786909"/>
                  </a:lnTo>
                  <a:lnTo>
                    <a:pt x="8229629" y="754651"/>
                  </a:lnTo>
                  <a:lnTo>
                    <a:pt x="8180006" y="674120"/>
                  </a:lnTo>
                  <a:lnTo>
                    <a:pt x="8128163" y="600273"/>
                  </a:lnTo>
                  <a:lnTo>
                    <a:pt x="8073503" y="532900"/>
                  </a:lnTo>
                  <a:lnTo>
                    <a:pt x="8015372" y="471577"/>
                  </a:lnTo>
                  <a:lnTo>
                    <a:pt x="7953087" y="415785"/>
                  </a:lnTo>
                  <a:lnTo>
                    <a:pt x="7885974" y="364980"/>
                  </a:lnTo>
                  <a:lnTo>
                    <a:pt x="7813403" y="318644"/>
                  </a:lnTo>
                  <a:lnTo>
                    <a:pt x="7734841" y="276310"/>
                  </a:lnTo>
                  <a:lnTo>
                    <a:pt x="7649923" y="237582"/>
                  </a:lnTo>
                  <a:lnTo>
                    <a:pt x="7558537" y="202144"/>
                  </a:lnTo>
                  <a:lnTo>
                    <a:pt x="7460931" y="169763"/>
                  </a:lnTo>
                  <a:lnTo>
                    <a:pt x="7357832" y="140295"/>
                  </a:lnTo>
                  <a:lnTo>
                    <a:pt x="7250559" y="113673"/>
                  </a:lnTo>
                  <a:lnTo>
                    <a:pt x="7141100" y="89898"/>
                  </a:lnTo>
                  <a:lnTo>
                    <a:pt x="7032118" y="69016"/>
                  </a:lnTo>
                  <a:lnTo>
                    <a:pt x="6926843" y="51086"/>
                  </a:lnTo>
                  <a:lnTo>
                    <a:pt x="6828819" y="36144"/>
                  </a:lnTo>
                  <a:lnTo>
                    <a:pt x="6741524" y="24160"/>
                  </a:lnTo>
                  <a:lnTo>
                    <a:pt x="6667889" y="15008"/>
                  </a:lnTo>
                  <a:lnTo>
                    <a:pt x="6609844" y="8446"/>
                  </a:lnTo>
                  <a:lnTo>
                    <a:pt x="6567965" y="4124"/>
                  </a:lnTo>
                  <a:lnTo>
                    <a:pt x="6541320" y="1606"/>
                  </a:lnTo>
                  <a:lnTo>
                    <a:pt x="6527504" y="407"/>
                  </a:lnTo>
                  <a:lnTo>
                    <a:pt x="6522806" y="3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1" y="43"/>
                  </a:lnTo>
                  <a:lnTo>
                    <a:pt x="5519128" y="352"/>
                  </a:lnTo>
                  <a:lnTo>
                    <a:pt x="5500803" y="1206"/>
                  </a:lnTo>
                  <a:lnTo>
                    <a:pt x="5467754" y="2890"/>
                  </a:lnTo>
                  <a:lnTo>
                    <a:pt x="5417915" y="5673"/>
                  </a:lnTo>
                  <a:lnTo>
                    <a:pt x="5350924" y="9789"/>
                  </a:lnTo>
                  <a:lnTo>
                    <a:pt x="5268089" y="15414"/>
                  </a:lnTo>
                  <a:lnTo>
                    <a:pt x="5172096" y="22654"/>
                  </a:lnTo>
                  <a:lnTo>
                    <a:pt x="5066526" y="31552"/>
                  </a:lnTo>
                  <a:lnTo>
                    <a:pt x="4955300" y="42105"/>
                  </a:lnTo>
                  <a:lnTo>
                    <a:pt x="4842161" y="54281"/>
                  </a:lnTo>
                  <a:lnTo>
                    <a:pt x="4730315" y="68047"/>
                  </a:lnTo>
                  <a:lnTo>
                    <a:pt x="4622232" y="83394"/>
                  </a:lnTo>
                  <a:lnTo>
                    <a:pt x="4519610" y="100343"/>
                  </a:lnTo>
                  <a:lnTo>
                    <a:pt x="4423441" y="118964"/>
                  </a:lnTo>
                  <a:lnTo>
                    <a:pt x="4334133" y="139376"/>
                  </a:lnTo>
                  <a:lnTo>
                    <a:pt x="4251651" y="161748"/>
                  </a:lnTo>
                  <a:lnTo>
                    <a:pt x="4175644" y="186299"/>
                  </a:lnTo>
                  <a:lnTo>
                    <a:pt x="4105555" y="213289"/>
                  </a:lnTo>
                  <a:lnTo>
                    <a:pt x="4040706" y="243013"/>
                  </a:lnTo>
                  <a:lnTo>
                    <a:pt x="3980357" y="275781"/>
                  </a:lnTo>
                  <a:lnTo>
                    <a:pt x="3923757" y="311893"/>
                  </a:lnTo>
                  <a:lnTo>
                    <a:pt x="3870185" y="351597"/>
                  </a:lnTo>
                  <a:lnTo>
                    <a:pt x="3820202" y="393920"/>
                  </a:lnTo>
                  <a:lnTo>
                    <a:pt x="3773094" y="438628"/>
                  </a:lnTo>
                  <a:lnTo>
                    <a:pt x="3727213" y="486768"/>
                  </a:lnTo>
                  <a:lnTo>
                    <a:pt x="3682209" y="538411"/>
                  </a:lnTo>
                  <a:lnTo>
                    <a:pt x="3637803" y="593564"/>
                  </a:lnTo>
                  <a:lnTo>
                    <a:pt x="3593777" y="652164"/>
                  </a:lnTo>
                  <a:lnTo>
                    <a:pt x="3549962" y="714075"/>
                  </a:lnTo>
                  <a:lnTo>
                    <a:pt x="3506236" y="779081"/>
                  </a:lnTo>
                  <a:lnTo>
                    <a:pt x="3462514" y="846887"/>
                  </a:lnTo>
                  <a:lnTo>
                    <a:pt x="3418747" y="917119"/>
                  </a:lnTo>
                  <a:lnTo>
                    <a:pt x="3374912" y="989335"/>
                  </a:lnTo>
                  <a:lnTo>
                    <a:pt x="3331011" y="1063030"/>
                  </a:lnTo>
                  <a:lnTo>
                    <a:pt x="3287062" y="1137655"/>
                  </a:lnTo>
                  <a:lnTo>
                    <a:pt x="3243094" y="1212628"/>
                  </a:lnTo>
                  <a:lnTo>
                    <a:pt x="3199139" y="1287356"/>
                  </a:lnTo>
                  <a:lnTo>
                    <a:pt x="3155228" y="1361257"/>
                  </a:lnTo>
                  <a:lnTo>
                    <a:pt x="3111381" y="1433773"/>
                  </a:lnTo>
                  <a:lnTo>
                    <a:pt x="3067602" y="1504390"/>
                  </a:lnTo>
                  <a:lnTo>
                    <a:pt x="3023875" y="1572654"/>
                  </a:lnTo>
                  <a:lnTo>
                    <a:pt x="2980155" y="1638178"/>
                  </a:lnTo>
                  <a:lnTo>
                    <a:pt x="2936364" y="1700654"/>
                  </a:lnTo>
                  <a:lnTo>
                    <a:pt x="2892385" y="1759852"/>
                  </a:lnTo>
                  <a:lnTo>
                    <a:pt x="2848061" y="1815620"/>
                  </a:lnTo>
                  <a:lnTo>
                    <a:pt x="2803181" y="1867885"/>
                  </a:lnTo>
                  <a:lnTo>
                    <a:pt x="2757478" y="1916641"/>
                  </a:lnTo>
                  <a:lnTo>
                    <a:pt x="2710617" y="1961948"/>
                  </a:lnTo>
                  <a:lnTo>
                    <a:pt x="2702183" y="1969604"/>
                  </a:lnTo>
                  <a:lnTo>
                    <a:pt x="2650931" y="2012935"/>
                  </a:lnTo>
                  <a:lnTo>
                    <a:pt x="2597293" y="2052550"/>
                  </a:lnTo>
                  <a:lnTo>
                    <a:pt x="2540611" y="2088578"/>
                  </a:lnTo>
                  <a:lnTo>
                    <a:pt x="2480162" y="2121268"/>
                  </a:lnTo>
                  <a:lnTo>
                    <a:pt x="2415194" y="2150922"/>
                  </a:lnTo>
                  <a:lnTo>
                    <a:pt x="2344970" y="2177849"/>
                  </a:lnTo>
                  <a:lnTo>
                    <a:pt x="2268812" y="2202344"/>
                  </a:lnTo>
                  <a:lnTo>
                    <a:pt x="2186167" y="2224667"/>
                  </a:lnTo>
                  <a:lnTo>
                    <a:pt x="2096691" y="2245034"/>
                  </a:lnTo>
                  <a:lnTo>
                    <a:pt x="2000358" y="2263613"/>
                  </a:lnTo>
                  <a:lnTo>
                    <a:pt x="1897590" y="2280523"/>
                  </a:lnTo>
                  <a:lnTo>
                    <a:pt x="1789392" y="2295830"/>
                  </a:lnTo>
                  <a:lnTo>
                    <a:pt x="1677483" y="2309559"/>
                  </a:lnTo>
                  <a:lnTo>
                    <a:pt x="1564350" y="2321695"/>
                  </a:lnTo>
                  <a:lnTo>
                    <a:pt x="1453215" y="2332208"/>
                  </a:lnTo>
                  <a:lnTo>
                    <a:pt x="1347831" y="2341066"/>
                  </a:lnTo>
                  <a:lnTo>
                    <a:pt x="1252117" y="2348266"/>
                  </a:lnTo>
                  <a:lnTo>
                    <a:pt x="1169640" y="2353853"/>
                  </a:lnTo>
                  <a:lnTo>
                    <a:pt x="1103056" y="2357934"/>
                  </a:lnTo>
                  <a:lnTo>
                    <a:pt x="1053635" y="2360688"/>
                  </a:lnTo>
                  <a:lnTo>
                    <a:pt x="1020975" y="2362348"/>
                  </a:lnTo>
                  <a:lnTo>
                    <a:pt x="1002968" y="2363186"/>
                  </a:lnTo>
                  <a:lnTo>
                    <a:pt x="995957" y="2363485"/>
                  </a:lnTo>
                  <a:lnTo>
                    <a:pt x="994940" y="2363525"/>
                  </a:lnTo>
                  <a:lnTo>
                    <a:pt x="0" y="2363525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20" name="pl1119"/>
            <p:cNvSpPr/>
            <p:nvPr/>
          </p:nvSpPr>
          <p:spPr>
            <a:xfrm>
              <a:off x="1199187" y="1566785"/>
              <a:ext cx="12049831" cy="4527907"/>
            </a:xfrm>
            <a:custGeom>
              <a:avLst/>
              <a:pathLst>
                <a:path w="12049831" h="4527907">
                  <a:moveTo>
                    <a:pt x="0" y="2363525"/>
                  </a:moveTo>
                  <a:lnTo>
                    <a:pt x="994940" y="2363525"/>
                  </a:lnTo>
                  <a:lnTo>
                    <a:pt x="996034" y="2363482"/>
                  </a:lnTo>
                  <a:lnTo>
                    <a:pt x="1003257" y="2363173"/>
                  </a:lnTo>
                  <a:lnTo>
                    <a:pt x="1021582" y="2362319"/>
                  </a:lnTo>
                  <a:lnTo>
                    <a:pt x="1054631" y="2360635"/>
                  </a:lnTo>
                  <a:lnTo>
                    <a:pt x="1104470" y="2357852"/>
                  </a:lnTo>
                  <a:lnTo>
                    <a:pt x="1171461" y="2353735"/>
                  </a:lnTo>
                  <a:lnTo>
                    <a:pt x="1254296" y="2348111"/>
                  </a:lnTo>
                  <a:lnTo>
                    <a:pt x="1350289" y="2340871"/>
                  </a:lnTo>
                  <a:lnTo>
                    <a:pt x="1455859" y="2331972"/>
                  </a:lnTo>
                  <a:lnTo>
                    <a:pt x="1567085" y="2321420"/>
                  </a:lnTo>
                  <a:lnTo>
                    <a:pt x="1680224" y="2309244"/>
                  </a:lnTo>
                  <a:lnTo>
                    <a:pt x="1792070" y="2295477"/>
                  </a:lnTo>
                  <a:lnTo>
                    <a:pt x="1900153" y="2280131"/>
                  </a:lnTo>
                  <a:lnTo>
                    <a:pt x="2002775" y="2263182"/>
                  </a:lnTo>
                  <a:lnTo>
                    <a:pt x="2098944" y="2244561"/>
                  </a:lnTo>
                  <a:lnTo>
                    <a:pt x="2188252" y="2224149"/>
                  </a:lnTo>
                  <a:lnTo>
                    <a:pt x="2270734" y="2201777"/>
                  </a:lnTo>
                  <a:lnTo>
                    <a:pt x="2346741" y="2177226"/>
                  </a:lnTo>
                  <a:lnTo>
                    <a:pt x="2416829" y="2150236"/>
                  </a:lnTo>
                  <a:lnTo>
                    <a:pt x="2481679" y="2120512"/>
                  </a:lnTo>
                  <a:lnTo>
                    <a:pt x="2542028" y="2087744"/>
                  </a:lnTo>
                  <a:lnTo>
                    <a:pt x="2598628" y="2051632"/>
                  </a:lnTo>
                  <a:lnTo>
                    <a:pt x="2652200" y="2011928"/>
                  </a:lnTo>
                  <a:lnTo>
                    <a:pt x="2702183" y="1969604"/>
                  </a:lnTo>
                  <a:lnTo>
                    <a:pt x="2749291" y="1924897"/>
                  </a:lnTo>
                  <a:lnTo>
                    <a:pt x="2795172" y="1876757"/>
                  </a:lnTo>
                  <a:lnTo>
                    <a:pt x="2840176" y="1825114"/>
                  </a:lnTo>
                  <a:lnTo>
                    <a:pt x="2884582" y="1769961"/>
                  </a:lnTo>
                  <a:lnTo>
                    <a:pt x="2928608" y="1711361"/>
                  </a:lnTo>
                  <a:lnTo>
                    <a:pt x="2972423" y="1649450"/>
                  </a:lnTo>
                  <a:lnTo>
                    <a:pt x="3016149" y="1584444"/>
                  </a:lnTo>
                  <a:lnTo>
                    <a:pt x="3059871" y="1516638"/>
                  </a:lnTo>
                  <a:lnTo>
                    <a:pt x="3103638" y="1446406"/>
                  </a:lnTo>
                  <a:lnTo>
                    <a:pt x="3147473" y="1374190"/>
                  </a:lnTo>
                  <a:lnTo>
                    <a:pt x="3191374" y="1300495"/>
                  </a:lnTo>
                  <a:lnTo>
                    <a:pt x="3235323" y="1225870"/>
                  </a:lnTo>
                  <a:lnTo>
                    <a:pt x="3279291" y="1150897"/>
                  </a:lnTo>
                  <a:lnTo>
                    <a:pt x="3323246" y="1076169"/>
                  </a:lnTo>
                  <a:lnTo>
                    <a:pt x="3367157" y="1002268"/>
                  </a:lnTo>
                  <a:lnTo>
                    <a:pt x="3411004" y="929752"/>
                  </a:lnTo>
                  <a:lnTo>
                    <a:pt x="3454783" y="859135"/>
                  </a:lnTo>
                  <a:lnTo>
                    <a:pt x="3498510" y="790871"/>
                  </a:lnTo>
                  <a:lnTo>
                    <a:pt x="3542230" y="725347"/>
                  </a:lnTo>
                  <a:lnTo>
                    <a:pt x="3586021" y="662871"/>
                  </a:lnTo>
                  <a:lnTo>
                    <a:pt x="3630000" y="603673"/>
                  </a:lnTo>
                  <a:lnTo>
                    <a:pt x="3674324" y="547905"/>
                  </a:lnTo>
                  <a:lnTo>
                    <a:pt x="3719204" y="495640"/>
                  </a:lnTo>
                  <a:lnTo>
                    <a:pt x="3764907" y="446884"/>
                  </a:lnTo>
                  <a:lnTo>
                    <a:pt x="3811768" y="401577"/>
                  </a:lnTo>
                  <a:lnTo>
                    <a:pt x="3820202" y="393920"/>
                  </a:lnTo>
                  <a:lnTo>
                    <a:pt x="3871454" y="350590"/>
                  </a:lnTo>
                  <a:lnTo>
                    <a:pt x="3925092" y="310975"/>
                  </a:lnTo>
                  <a:lnTo>
                    <a:pt x="3981774" y="274947"/>
                  </a:lnTo>
                  <a:lnTo>
                    <a:pt x="4042223" y="242257"/>
                  </a:lnTo>
                  <a:lnTo>
                    <a:pt x="4107191" y="212603"/>
                  </a:lnTo>
                  <a:lnTo>
                    <a:pt x="4177415" y="185676"/>
                  </a:lnTo>
                  <a:lnTo>
                    <a:pt x="4253573" y="161181"/>
                  </a:lnTo>
                  <a:lnTo>
                    <a:pt x="4336218" y="138858"/>
                  </a:lnTo>
                  <a:lnTo>
                    <a:pt x="4425694" y="118491"/>
                  </a:lnTo>
                  <a:lnTo>
                    <a:pt x="4522027" y="99912"/>
                  </a:lnTo>
                  <a:lnTo>
                    <a:pt x="4624795" y="83002"/>
                  </a:lnTo>
                  <a:lnTo>
                    <a:pt x="4732993" y="67695"/>
                  </a:lnTo>
                  <a:lnTo>
                    <a:pt x="4844902" y="53966"/>
                  </a:lnTo>
                  <a:lnTo>
                    <a:pt x="4958035" y="41830"/>
                  </a:lnTo>
                  <a:lnTo>
                    <a:pt x="5069170" y="31317"/>
                  </a:lnTo>
                  <a:lnTo>
                    <a:pt x="5174554" y="22458"/>
                  </a:lnTo>
                  <a:lnTo>
                    <a:pt x="5270268" y="15259"/>
                  </a:lnTo>
                  <a:lnTo>
                    <a:pt x="5352745" y="9672"/>
                  </a:lnTo>
                  <a:lnTo>
                    <a:pt x="5419329" y="5591"/>
                  </a:lnTo>
                  <a:lnTo>
                    <a:pt x="5468750" y="2837"/>
                  </a:lnTo>
                  <a:lnTo>
                    <a:pt x="5501410" y="1177"/>
                  </a:lnTo>
                  <a:lnTo>
                    <a:pt x="5519417" y="339"/>
                  </a:lnTo>
                  <a:lnTo>
                    <a:pt x="5526428" y="4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382" y="75"/>
                  </a:lnTo>
                  <a:lnTo>
                    <a:pt x="6529974" y="613"/>
                  </a:lnTo>
                  <a:lnTo>
                    <a:pt x="6546737" y="2099"/>
                  </a:lnTo>
                  <a:lnTo>
                    <a:pt x="6577068" y="5030"/>
                  </a:lnTo>
                  <a:lnTo>
                    <a:pt x="6623014" y="9880"/>
                  </a:lnTo>
                  <a:lnTo>
                    <a:pt x="6685119" y="17069"/>
                  </a:lnTo>
                  <a:lnTo>
                    <a:pt x="6762444" y="26921"/>
                  </a:lnTo>
                  <a:lnTo>
                    <a:pt x="6852764" y="39646"/>
                  </a:lnTo>
                  <a:lnTo>
                    <a:pt x="6952963" y="55345"/>
                  </a:lnTo>
                  <a:lnTo>
                    <a:pt x="7059506" y="74028"/>
                  </a:lnTo>
                  <a:lnTo>
                    <a:pt x="7168895" y="95649"/>
                  </a:lnTo>
                  <a:lnTo>
                    <a:pt x="7278026" y="120148"/>
                  </a:lnTo>
                  <a:lnTo>
                    <a:pt x="7384402" y="147488"/>
                  </a:lnTo>
                  <a:lnTo>
                    <a:pt x="7486210" y="177685"/>
                  </a:lnTo>
                  <a:lnTo>
                    <a:pt x="7582289" y="210823"/>
                  </a:lnTo>
                  <a:lnTo>
                    <a:pt x="7672044" y="247069"/>
                  </a:lnTo>
                  <a:lnTo>
                    <a:pt x="7755329" y="286677"/>
                  </a:lnTo>
                  <a:lnTo>
                    <a:pt x="7832331" y="329984"/>
                  </a:lnTo>
                  <a:lnTo>
                    <a:pt x="7903465" y="377405"/>
                  </a:lnTo>
                  <a:lnTo>
                    <a:pt x="7969293" y="429423"/>
                  </a:lnTo>
                  <a:lnTo>
                    <a:pt x="8030461" y="486565"/>
                  </a:lnTo>
                  <a:lnTo>
                    <a:pt x="8087649" y="549373"/>
                  </a:lnTo>
                  <a:lnTo>
                    <a:pt x="8141535" y="618352"/>
                  </a:lnTo>
                  <a:lnTo>
                    <a:pt x="8192763" y="693883"/>
                  </a:lnTo>
                  <a:lnTo>
                    <a:pt x="8229629" y="754651"/>
                  </a:lnTo>
                  <a:lnTo>
                    <a:pt x="8266245" y="820437"/>
                  </a:lnTo>
                  <a:lnTo>
                    <a:pt x="8302073" y="890146"/>
                  </a:lnTo>
                  <a:lnTo>
                    <a:pt x="8337288" y="963857"/>
                  </a:lnTo>
                  <a:lnTo>
                    <a:pt x="8372036" y="1041608"/>
                  </a:lnTo>
                  <a:lnTo>
                    <a:pt x="8406440" y="1123395"/>
                  </a:lnTo>
                  <a:lnTo>
                    <a:pt x="8440603" y="1209162"/>
                  </a:lnTo>
                  <a:lnTo>
                    <a:pt x="8474608" y="1298804"/>
                  </a:lnTo>
                  <a:lnTo>
                    <a:pt x="8508521" y="1392162"/>
                  </a:lnTo>
                  <a:lnTo>
                    <a:pt x="8542393" y="1489022"/>
                  </a:lnTo>
                  <a:lnTo>
                    <a:pt x="8576262" y="1589114"/>
                  </a:lnTo>
                  <a:lnTo>
                    <a:pt x="8610154" y="1692116"/>
                  </a:lnTo>
                  <a:lnTo>
                    <a:pt x="8644082" y="1797655"/>
                  </a:lnTo>
                  <a:lnTo>
                    <a:pt x="8678052" y="1905311"/>
                  </a:lnTo>
                  <a:lnTo>
                    <a:pt x="8712061" y="2014626"/>
                  </a:lnTo>
                  <a:lnTo>
                    <a:pt x="8746102" y="2125112"/>
                  </a:lnTo>
                  <a:lnTo>
                    <a:pt x="8780161" y="2236254"/>
                  </a:lnTo>
                  <a:lnTo>
                    <a:pt x="8814224" y="2347528"/>
                  </a:lnTo>
                  <a:lnTo>
                    <a:pt x="8848276" y="2458405"/>
                  </a:lnTo>
                  <a:lnTo>
                    <a:pt x="8882303" y="2568366"/>
                  </a:lnTo>
                  <a:lnTo>
                    <a:pt x="8916293" y="2676907"/>
                  </a:lnTo>
                  <a:lnTo>
                    <a:pt x="8950241" y="2783555"/>
                  </a:lnTo>
                  <a:lnTo>
                    <a:pt x="8984150" y="2887869"/>
                  </a:lnTo>
                  <a:lnTo>
                    <a:pt x="9018027" y="2989453"/>
                  </a:lnTo>
                  <a:lnTo>
                    <a:pt x="9051894" y="3087959"/>
                  </a:lnTo>
                  <a:lnTo>
                    <a:pt x="9085781" y="3183090"/>
                  </a:lnTo>
                  <a:lnTo>
                    <a:pt x="9119733" y="3274605"/>
                  </a:lnTo>
                  <a:lnTo>
                    <a:pt x="9153808" y="3362317"/>
                  </a:lnTo>
                  <a:lnTo>
                    <a:pt x="9188081" y="3446095"/>
                  </a:lnTo>
                  <a:lnTo>
                    <a:pt x="9222644" y="3525858"/>
                  </a:lnTo>
                  <a:lnTo>
                    <a:pt x="9257609" y="3601578"/>
                  </a:lnTo>
                  <a:lnTo>
                    <a:pt x="9293112" y="3673271"/>
                  </a:lnTo>
                  <a:lnTo>
                    <a:pt x="9329312" y="3740998"/>
                  </a:lnTo>
                  <a:lnTo>
                    <a:pt x="9347647" y="3773256"/>
                  </a:lnTo>
                  <a:lnTo>
                    <a:pt x="9397270" y="3853787"/>
                  </a:lnTo>
                  <a:lnTo>
                    <a:pt x="9449114" y="3927633"/>
                  </a:lnTo>
                  <a:lnTo>
                    <a:pt x="9503773" y="3995007"/>
                  </a:lnTo>
                  <a:lnTo>
                    <a:pt x="9561905" y="4056330"/>
                  </a:lnTo>
                  <a:lnTo>
                    <a:pt x="9624189" y="4112122"/>
                  </a:lnTo>
                  <a:lnTo>
                    <a:pt x="9691302" y="4162927"/>
                  </a:lnTo>
                  <a:lnTo>
                    <a:pt x="9763874" y="4209263"/>
                  </a:lnTo>
                  <a:lnTo>
                    <a:pt x="9842435" y="4251597"/>
                  </a:lnTo>
                  <a:lnTo>
                    <a:pt x="9927353" y="4290325"/>
                  </a:lnTo>
                  <a:lnTo>
                    <a:pt x="10018740" y="4325763"/>
                  </a:lnTo>
                  <a:lnTo>
                    <a:pt x="10116346" y="4358144"/>
                  </a:lnTo>
                  <a:lnTo>
                    <a:pt x="10219445" y="4387612"/>
                  </a:lnTo>
                  <a:lnTo>
                    <a:pt x="10326718" y="4414234"/>
                  </a:lnTo>
                  <a:lnTo>
                    <a:pt x="10436177" y="4438009"/>
                  </a:lnTo>
                  <a:lnTo>
                    <a:pt x="10545158" y="4458891"/>
                  </a:lnTo>
                  <a:lnTo>
                    <a:pt x="10650434" y="4476821"/>
                  </a:lnTo>
                  <a:lnTo>
                    <a:pt x="10748457" y="4491763"/>
                  </a:lnTo>
                  <a:lnTo>
                    <a:pt x="10835753" y="4503747"/>
                  </a:lnTo>
                  <a:lnTo>
                    <a:pt x="10909388" y="4512899"/>
                  </a:lnTo>
                  <a:lnTo>
                    <a:pt x="10967433" y="4519461"/>
                  </a:lnTo>
                  <a:lnTo>
                    <a:pt x="11009311" y="4523783"/>
                  </a:lnTo>
                  <a:lnTo>
                    <a:pt x="11035956" y="4526301"/>
                  </a:lnTo>
                  <a:lnTo>
                    <a:pt x="11049773" y="4527500"/>
                  </a:lnTo>
                  <a:lnTo>
                    <a:pt x="11054471" y="4527876"/>
                  </a:lnTo>
                  <a:lnTo>
                    <a:pt x="11054891" y="4527907"/>
                  </a:lnTo>
                  <a:lnTo>
                    <a:pt x="12049831" y="4527907"/>
                  </a:lnTo>
                  <a:lnTo>
                    <a:pt x="12049831" y="45279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1" name="pl1120"/>
            <p:cNvSpPr/>
            <p:nvPr/>
          </p:nvSpPr>
          <p:spPr>
            <a:xfrm>
              <a:off x="1199187" y="1561544"/>
              <a:ext cx="12049831" cy="4527907"/>
            </a:xfrm>
            <a:custGeom>
              <a:avLst/>
              <a:pathLst>
                <a:path w="12049831" h="4527907">
                  <a:moveTo>
                    <a:pt x="12049831" y="4527907"/>
                  </a:moveTo>
                  <a:lnTo>
                    <a:pt x="11054891" y="4527907"/>
                  </a:lnTo>
                  <a:lnTo>
                    <a:pt x="11053895" y="4527832"/>
                  </a:lnTo>
                  <a:lnTo>
                    <a:pt x="11047303" y="4527294"/>
                  </a:lnTo>
                  <a:lnTo>
                    <a:pt x="11030540" y="4525808"/>
                  </a:lnTo>
                  <a:lnTo>
                    <a:pt x="11000208" y="4522877"/>
                  </a:lnTo>
                  <a:lnTo>
                    <a:pt x="10954263" y="4518027"/>
                  </a:lnTo>
                  <a:lnTo>
                    <a:pt x="10892157" y="4510838"/>
                  </a:lnTo>
                  <a:lnTo>
                    <a:pt x="10814833" y="4500986"/>
                  </a:lnTo>
                  <a:lnTo>
                    <a:pt x="10724513" y="4488261"/>
                  </a:lnTo>
                  <a:lnTo>
                    <a:pt x="10624313" y="4472561"/>
                  </a:lnTo>
                  <a:lnTo>
                    <a:pt x="10517771" y="4453879"/>
                  </a:lnTo>
                  <a:lnTo>
                    <a:pt x="10408382" y="4432258"/>
                  </a:lnTo>
                  <a:lnTo>
                    <a:pt x="10299251" y="4407759"/>
                  </a:lnTo>
                  <a:lnTo>
                    <a:pt x="10192874" y="4380418"/>
                  </a:lnTo>
                  <a:lnTo>
                    <a:pt x="10091067" y="4350222"/>
                  </a:lnTo>
                  <a:lnTo>
                    <a:pt x="9994988" y="4317084"/>
                  </a:lnTo>
                  <a:lnTo>
                    <a:pt x="9905233" y="4280838"/>
                  </a:lnTo>
                  <a:lnTo>
                    <a:pt x="9821947" y="4241230"/>
                  </a:lnTo>
                  <a:lnTo>
                    <a:pt x="9744945" y="4197923"/>
                  </a:lnTo>
                  <a:lnTo>
                    <a:pt x="9673811" y="4150502"/>
                  </a:lnTo>
                  <a:lnTo>
                    <a:pt x="9607983" y="4098484"/>
                  </a:lnTo>
                  <a:lnTo>
                    <a:pt x="9546816" y="4041342"/>
                  </a:lnTo>
                  <a:lnTo>
                    <a:pt x="9489627" y="3978534"/>
                  </a:lnTo>
                  <a:lnTo>
                    <a:pt x="9435741" y="3909555"/>
                  </a:lnTo>
                  <a:lnTo>
                    <a:pt x="9384513" y="3834024"/>
                  </a:lnTo>
                  <a:lnTo>
                    <a:pt x="9347647" y="3773256"/>
                  </a:lnTo>
                  <a:lnTo>
                    <a:pt x="9311031" y="3707470"/>
                  </a:lnTo>
                  <a:lnTo>
                    <a:pt x="9275203" y="3637761"/>
                  </a:lnTo>
                  <a:lnTo>
                    <a:pt x="9239989" y="3564050"/>
                  </a:lnTo>
                  <a:lnTo>
                    <a:pt x="9205241" y="3486299"/>
                  </a:lnTo>
                  <a:lnTo>
                    <a:pt x="9170836" y="3404512"/>
                  </a:lnTo>
                  <a:lnTo>
                    <a:pt x="9136673" y="3318745"/>
                  </a:lnTo>
                  <a:lnTo>
                    <a:pt x="9102668" y="3229103"/>
                  </a:lnTo>
                  <a:lnTo>
                    <a:pt x="9068755" y="3135745"/>
                  </a:lnTo>
                  <a:lnTo>
                    <a:pt x="9034883" y="3038885"/>
                  </a:lnTo>
                  <a:lnTo>
                    <a:pt x="9001014" y="2938793"/>
                  </a:lnTo>
                  <a:lnTo>
                    <a:pt x="8967123" y="2835791"/>
                  </a:lnTo>
                  <a:lnTo>
                    <a:pt x="8933195" y="2730252"/>
                  </a:lnTo>
                  <a:lnTo>
                    <a:pt x="8899225" y="2622596"/>
                  </a:lnTo>
                  <a:lnTo>
                    <a:pt x="8865215" y="2513280"/>
                  </a:lnTo>
                  <a:lnTo>
                    <a:pt x="8831175" y="2402795"/>
                  </a:lnTo>
                  <a:lnTo>
                    <a:pt x="8797115" y="2291653"/>
                  </a:lnTo>
                  <a:lnTo>
                    <a:pt x="8763052" y="2180379"/>
                  </a:lnTo>
                  <a:lnTo>
                    <a:pt x="8729000" y="2069502"/>
                  </a:lnTo>
                  <a:lnTo>
                    <a:pt x="8694974" y="1959541"/>
                  </a:lnTo>
                  <a:lnTo>
                    <a:pt x="8660984" y="1851000"/>
                  </a:lnTo>
                  <a:lnTo>
                    <a:pt x="8627035" y="1744352"/>
                  </a:lnTo>
                  <a:lnTo>
                    <a:pt x="8593127" y="1640038"/>
                  </a:lnTo>
                  <a:lnTo>
                    <a:pt x="8559249" y="1538454"/>
                  </a:lnTo>
                  <a:lnTo>
                    <a:pt x="8525382" y="1439948"/>
                  </a:lnTo>
                  <a:lnTo>
                    <a:pt x="8491495" y="1344817"/>
                  </a:lnTo>
                  <a:lnTo>
                    <a:pt x="8457543" y="1253302"/>
                  </a:lnTo>
                  <a:lnTo>
                    <a:pt x="8423468" y="1165590"/>
                  </a:lnTo>
                  <a:lnTo>
                    <a:pt x="8389196" y="1081812"/>
                  </a:lnTo>
                  <a:lnTo>
                    <a:pt x="8354633" y="1002049"/>
                  </a:lnTo>
                  <a:lnTo>
                    <a:pt x="8319667" y="926329"/>
                  </a:lnTo>
                  <a:lnTo>
                    <a:pt x="8284164" y="854635"/>
                  </a:lnTo>
                  <a:lnTo>
                    <a:pt x="8247964" y="786909"/>
                  </a:lnTo>
                  <a:lnTo>
                    <a:pt x="8229629" y="754651"/>
                  </a:lnTo>
                  <a:lnTo>
                    <a:pt x="8180006" y="674120"/>
                  </a:lnTo>
                  <a:lnTo>
                    <a:pt x="8128163" y="600273"/>
                  </a:lnTo>
                  <a:lnTo>
                    <a:pt x="8073503" y="532900"/>
                  </a:lnTo>
                  <a:lnTo>
                    <a:pt x="8015372" y="471577"/>
                  </a:lnTo>
                  <a:lnTo>
                    <a:pt x="7953087" y="415785"/>
                  </a:lnTo>
                  <a:lnTo>
                    <a:pt x="7885974" y="364980"/>
                  </a:lnTo>
                  <a:lnTo>
                    <a:pt x="7813403" y="318644"/>
                  </a:lnTo>
                  <a:lnTo>
                    <a:pt x="7734841" y="276310"/>
                  </a:lnTo>
                  <a:lnTo>
                    <a:pt x="7649923" y="237582"/>
                  </a:lnTo>
                  <a:lnTo>
                    <a:pt x="7558537" y="202144"/>
                  </a:lnTo>
                  <a:lnTo>
                    <a:pt x="7460931" y="169763"/>
                  </a:lnTo>
                  <a:lnTo>
                    <a:pt x="7357832" y="140295"/>
                  </a:lnTo>
                  <a:lnTo>
                    <a:pt x="7250559" y="113673"/>
                  </a:lnTo>
                  <a:lnTo>
                    <a:pt x="7141100" y="89898"/>
                  </a:lnTo>
                  <a:lnTo>
                    <a:pt x="7032118" y="69016"/>
                  </a:lnTo>
                  <a:lnTo>
                    <a:pt x="6926843" y="51086"/>
                  </a:lnTo>
                  <a:lnTo>
                    <a:pt x="6828819" y="36144"/>
                  </a:lnTo>
                  <a:lnTo>
                    <a:pt x="6741524" y="24160"/>
                  </a:lnTo>
                  <a:lnTo>
                    <a:pt x="6667889" y="15008"/>
                  </a:lnTo>
                  <a:lnTo>
                    <a:pt x="6609844" y="8446"/>
                  </a:lnTo>
                  <a:lnTo>
                    <a:pt x="6567965" y="4124"/>
                  </a:lnTo>
                  <a:lnTo>
                    <a:pt x="6541320" y="1606"/>
                  </a:lnTo>
                  <a:lnTo>
                    <a:pt x="6527504" y="407"/>
                  </a:lnTo>
                  <a:lnTo>
                    <a:pt x="6522806" y="3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1" y="43"/>
                  </a:lnTo>
                  <a:lnTo>
                    <a:pt x="5519128" y="352"/>
                  </a:lnTo>
                  <a:lnTo>
                    <a:pt x="5500803" y="1206"/>
                  </a:lnTo>
                  <a:lnTo>
                    <a:pt x="5467754" y="2890"/>
                  </a:lnTo>
                  <a:lnTo>
                    <a:pt x="5417915" y="5673"/>
                  </a:lnTo>
                  <a:lnTo>
                    <a:pt x="5350924" y="9789"/>
                  </a:lnTo>
                  <a:lnTo>
                    <a:pt x="5268089" y="15414"/>
                  </a:lnTo>
                  <a:lnTo>
                    <a:pt x="5172096" y="22654"/>
                  </a:lnTo>
                  <a:lnTo>
                    <a:pt x="5066526" y="31552"/>
                  </a:lnTo>
                  <a:lnTo>
                    <a:pt x="4955300" y="42105"/>
                  </a:lnTo>
                  <a:lnTo>
                    <a:pt x="4842161" y="54281"/>
                  </a:lnTo>
                  <a:lnTo>
                    <a:pt x="4730315" y="68047"/>
                  </a:lnTo>
                  <a:lnTo>
                    <a:pt x="4622232" y="83394"/>
                  </a:lnTo>
                  <a:lnTo>
                    <a:pt x="4519610" y="100343"/>
                  </a:lnTo>
                  <a:lnTo>
                    <a:pt x="4423441" y="118964"/>
                  </a:lnTo>
                  <a:lnTo>
                    <a:pt x="4334133" y="139376"/>
                  </a:lnTo>
                  <a:lnTo>
                    <a:pt x="4251651" y="161748"/>
                  </a:lnTo>
                  <a:lnTo>
                    <a:pt x="4175644" y="186299"/>
                  </a:lnTo>
                  <a:lnTo>
                    <a:pt x="4105555" y="213289"/>
                  </a:lnTo>
                  <a:lnTo>
                    <a:pt x="4040706" y="243013"/>
                  </a:lnTo>
                  <a:lnTo>
                    <a:pt x="3980357" y="275781"/>
                  </a:lnTo>
                  <a:lnTo>
                    <a:pt x="3923757" y="311893"/>
                  </a:lnTo>
                  <a:lnTo>
                    <a:pt x="3870185" y="351597"/>
                  </a:lnTo>
                  <a:lnTo>
                    <a:pt x="3820202" y="393920"/>
                  </a:lnTo>
                  <a:lnTo>
                    <a:pt x="3773094" y="438628"/>
                  </a:lnTo>
                  <a:lnTo>
                    <a:pt x="3727213" y="486768"/>
                  </a:lnTo>
                  <a:lnTo>
                    <a:pt x="3682209" y="538411"/>
                  </a:lnTo>
                  <a:lnTo>
                    <a:pt x="3637803" y="593564"/>
                  </a:lnTo>
                  <a:lnTo>
                    <a:pt x="3593777" y="652164"/>
                  </a:lnTo>
                  <a:lnTo>
                    <a:pt x="3549962" y="714075"/>
                  </a:lnTo>
                  <a:lnTo>
                    <a:pt x="3506236" y="779081"/>
                  </a:lnTo>
                  <a:lnTo>
                    <a:pt x="3462514" y="846887"/>
                  </a:lnTo>
                  <a:lnTo>
                    <a:pt x="3418747" y="917119"/>
                  </a:lnTo>
                  <a:lnTo>
                    <a:pt x="3374912" y="989335"/>
                  </a:lnTo>
                  <a:lnTo>
                    <a:pt x="3331011" y="1063030"/>
                  </a:lnTo>
                  <a:lnTo>
                    <a:pt x="3287062" y="1137655"/>
                  </a:lnTo>
                  <a:lnTo>
                    <a:pt x="3243094" y="1212628"/>
                  </a:lnTo>
                  <a:lnTo>
                    <a:pt x="3199139" y="1287356"/>
                  </a:lnTo>
                  <a:lnTo>
                    <a:pt x="3155228" y="1361257"/>
                  </a:lnTo>
                  <a:lnTo>
                    <a:pt x="3111381" y="1433773"/>
                  </a:lnTo>
                  <a:lnTo>
                    <a:pt x="3067602" y="1504390"/>
                  </a:lnTo>
                  <a:lnTo>
                    <a:pt x="3023875" y="1572654"/>
                  </a:lnTo>
                  <a:lnTo>
                    <a:pt x="2980155" y="1638178"/>
                  </a:lnTo>
                  <a:lnTo>
                    <a:pt x="2936364" y="1700654"/>
                  </a:lnTo>
                  <a:lnTo>
                    <a:pt x="2892385" y="1759852"/>
                  </a:lnTo>
                  <a:lnTo>
                    <a:pt x="2848061" y="1815620"/>
                  </a:lnTo>
                  <a:lnTo>
                    <a:pt x="2803181" y="1867885"/>
                  </a:lnTo>
                  <a:lnTo>
                    <a:pt x="2757478" y="1916641"/>
                  </a:lnTo>
                  <a:lnTo>
                    <a:pt x="2710617" y="1961948"/>
                  </a:lnTo>
                  <a:lnTo>
                    <a:pt x="2702183" y="1969604"/>
                  </a:lnTo>
                  <a:lnTo>
                    <a:pt x="2650931" y="2012935"/>
                  </a:lnTo>
                  <a:lnTo>
                    <a:pt x="2597293" y="2052550"/>
                  </a:lnTo>
                  <a:lnTo>
                    <a:pt x="2540611" y="2088578"/>
                  </a:lnTo>
                  <a:lnTo>
                    <a:pt x="2480162" y="2121268"/>
                  </a:lnTo>
                  <a:lnTo>
                    <a:pt x="2415194" y="2150922"/>
                  </a:lnTo>
                  <a:lnTo>
                    <a:pt x="2344970" y="2177849"/>
                  </a:lnTo>
                  <a:lnTo>
                    <a:pt x="2268812" y="2202344"/>
                  </a:lnTo>
                  <a:lnTo>
                    <a:pt x="2186167" y="2224667"/>
                  </a:lnTo>
                  <a:lnTo>
                    <a:pt x="2096691" y="2245034"/>
                  </a:lnTo>
                  <a:lnTo>
                    <a:pt x="2000358" y="2263613"/>
                  </a:lnTo>
                  <a:lnTo>
                    <a:pt x="1897590" y="2280523"/>
                  </a:lnTo>
                  <a:lnTo>
                    <a:pt x="1789392" y="2295830"/>
                  </a:lnTo>
                  <a:lnTo>
                    <a:pt x="1677483" y="2309559"/>
                  </a:lnTo>
                  <a:lnTo>
                    <a:pt x="1564350" y="2321695"/>
                  </a:lnTo>
                  <a:lnTo>
                    <a:pt x="1453215" y="2332208"/>
                  </a:lnTo>
                  <a:lnTo>
                    <a:pt x="1347831" y="2341066"/>
                  </a:lnTo>
                  <a:lnTo>
                    <a:pt x="1252117" y="2348266"/>
                  </a:lnTo>
                  <a:lnTo>
                    <a:pt x="1169640" y="2353853"/>
                  </a:lnTo>
                  <a:lnTo>
                    <a:pt x="1103056" y="2357934"/>
                  </a:lnTo>
                  <a:lnTo>
                    <a:pt x="1053635" y="2360688"/>
                  </a:lnTo>
                  <a:lnTo>
                    <a:pt x="1020975" y="2362348"/>
                  </a:lnTo>
                  <a:lnTo>
                    <a:pt x="1002968" y="2363186"/>
                  </a:lnTo>
                  <a:lnTo>
                    <a:pt x="995957" y="2363485"/>
                  </a:lnTo>
                  <a:lnTo>
                    <a:pt x="994940" y="2363525"/>
                  </a:lnTo>
                  <a:lnTo>
                    <a:pt x="0" y="2363525"/>
                  </a:lnTo>
                  <a:lnTo>
                    <a:pt x="0" y="23635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2" name="pg1121"/>
            <p:cNvSpPr/>
            <p:nvPr/>
          </p:nvSpPr>
          <p:spPr>
            <a:xfrm>
              <a:off x="1199187" y="1582506"/>
              <a:ext cx="12049831" cy="4800420"/>
            </a:xfrm>
            <a:custGeom>
              <a:avLst/>
              <a:pathLst>
                <a:path w="12049831" h="4800420">
                  <a:moveTo>
                    <a:pt x="0" y="2353044"/>
                  </a:moveTo>
                  <a:lnTo>
                    <a:pt x="994940" y="2353044"/>
                  </a:lnTo>
                  <a:lnTo>
                    <a:pt x="996034" y="2353001"/>
                  </a:lnTo>
                  <a:lnTo>
                    <a:pt x="1003261" y="2352694"/>
                  </a:lnTo>
                  <a:lnTo>
                    <a:pt x="1021595" y="2351845"/>
                  </a:lnTo>
                  <a:lnTo>
                    <a:pt x="1054658" y="2350172"/>
                  </a:lnTo>
                  <a:lnTo>
                    <a:pt x="1104519" y="2347405"/>
                  </a:lnTo>
                  <a:lnTo>
                    <a:pt x="1171536" y="2343315"/>
                  </a:lnTo>
                  <a:lnTo>
                    <a:pt x="1254401" y="2337725"/>
                  </a:lnTo>
                  <a:lnTo>
                    <a:pt x="1350425" y="2330530"/>
                  </a:lnTo>
                  <a:lnTo>
                    <a:pt x="1456023" y="2321687"/>
                  </a:lnTo>
                  <a:lnTo>
                    <a:pt x="1567274" y="2311200"/>
                  </a:lnTo>
                  <a:lnTo>
                    <a:pt x="1680432" y="2299100"/>
                  </a:lnTo>
                  <a:lnTo>
                    <a:pt x="1792292" y="2285420"/>
                  </a:lnTo>
                  <a:lnTo>
                    <a:pt x="1900383" y="2270170"/>
                  </a:lnTo>
                  <a:lnTo>
                    <a:pt x="2003008" y="2253327"/>
                  </a:lnTo>
                  <a:lnTo>
                    <a:pt x="2099177" y="2234823"/>
                  </a:lnTo>
                  <a:lnTo>
                    <a:pt x="2188482" y="2214538"/>
                  </a:lnTo>
                  <a:lnTo>
                    <a:pt x="2270960" y="2192305"/>
                  </a:lnTo>
                  <a:lnTo>
                    <a:pt x="2346961" y="2167907"/>
                  </a:lnTo>
                  <a:lnTo>
                    <a:pt x="2417044" y="2141084"/>
                  </a:lnTo>
                  <a:lnTo>
                    <a:pt x="2481888" y="2111544"/>
                  </a:lnTo>
                  <a:lnTo>
                    <a:pt x="2542234" y="2078977"/>
                  </a:lnTo>
                  <a:lnTo>
                    <a:pt x="2598831" y="2043086"/>
                  </a:lnTo>
                  <a:lnTo>
                    <a:pt x="2652402" y="2003626"/>
                  </a:lnTo>
                  <a:lnTo>
                    <a:pt x="2702183" y="1961744"/>
                  </a:lnTo>
                  <a:lnTo>
                    <a:pt x="2749394" y="1917232"/>
                  </a:lnTo>
                  <a:lnTo>
                    <a:pt x="2795373" y="1869294"/>
                  </a:lnTo>
                  <a:lnTo>
                    <a:pt x="2840473" y="1817861"/>
                  </a:lnTo>
                  <a:lnTo>
                    <a:pt x="2884974" y="1762927"/>
                  </a:lnTo>
                  <a:lnTo>
                    <a:pt x="2929095" y="1704554"/>
                  </a:lnTo>
                  <a:lnTo>
                    <a:pt x="2973005" y="1642879"/>
                  </a:lnTo>
                  <a:lnTo>
                    <a:pt x="3016828" y="1578120"/>
                  </a:lnTo>
                  <a:lnTo>
                    <a:pt x="3060647" y="1510573"/>
                  </a:lnTo>
                  <a:lnTo>
                    <a:pt x="3104512" y="1440612"/>
                  </a:lnTo>
                  <a:lnTo>
                    <a:pt x="3148446" y="1368681"/>
                  </a:lnTo>
                  <a:lnTo>
                    <a:pt x="3192445" y="1295285"/>
                  </a:lnTo>
                  <a:lnTo>
                    <a:pt x="3236493" y="1220977"/>
                  </a:lnTo>
                  <a:lnTo>
                    <a:pt x="3280558" y="1146337"/>
                  </a:lnTo>
                  <a:lnTo>
                    <a:pt x="3324610" y="1071957"/>
                  </a:lnTo>
                  <a:lnTo>
                    <a:pt x="3368616" y="998421"/>
                  </a:lnTo>
                  <a:lnTo>
                    <a:pt x="3412558" y="926285"/>
                  </a:lnTo>
                  <a:lnTo>
                    <a:pt x="3456432" y="856060"/>
                  </a:lnTo>
                  <a:lnTo>
                    <a:pt x="3500254" y="788199"/>
                  </a:lnTo>
                  <a:lnTo>
                    <a:pt x="3544073" y="723085"/>
                  </a:lnTo>
                  <a:lnTo>
                    <a:pt x="3587967" y="661024"/>
                  </a:lnTo>
                  <a:lnTo>
                    <a:pt x="3632054" y="602243"/>
                  </a:lnTo>
                  <a:lnTo>
                    <a:pt x="3676498" y="546887"/>
                  </a:lnTo>
                  <a:lnTo>
                    <a:pt x="3721512" y="495030"/>
                  </a:lnTo>
                  <a:lnTo>
                    <a:pt x="3767368" y="446671"/>
                  </a:lnTo>
                  <a:lnTo>
                    <a:pt x="3814408" y="401750"/>
                  </a:lnTo>
                  <a:lnTo>
                    <a:pt x="3820202" y="396541"/>
                  </a:lnTo>
                  <a:lnTo>
                    <a:pt x="3871463" y="353492"/>
                  </a:lnTo>
                  <a:lnTo>
                    <a:pt x="3925110" y="314135"/>
                  </a:lnTo>
                  <a:lnTo>
                    <a:pt x="3981803" y="278342"/>
                  </a:lnTo>
                  <a:lnTo>
                    <a:pt x="4042265" y="245865"/>
                  </a:lnTo>
                  <a:lnTo>
                    <a:pt x="4107248" y="216406"/>
                  </a:lnTo>
                  <a:lnTo>
                    <a:pt x="4177489" y="189656"/>
                  </a:lnTo>
                  <a:lnTo>
                    <a:pt x="4253666" y="165322"/>
                  </a:lnTo>
                  <a:lnTo>
                    <a:pt x="4336333" y="143147"/>
                  </a:lnTo>
                  <a:lnTo>
                    <a:pt x="4425834" y="122915"/>
                  </a:lnTo>
                  <a:lnTo>
                    <a:pt x="4522194" y="104459"/>
                  </a:lnTo>
                  <a:lnTo>
                    <a:pt x="4624990" y="87661"/>
                  </a:lnTo>
                  <a:lnTo>
                    <a:pt x="4733215" y="72456"/>
                  </a:lnTo>
                  <a:lnTo>
                    <a:pt x="4845149" y="58820"/>
                  </a:lnTo>
                  <a:lnTo>
                    <a:pt x="4958300" y="46766"/>
                  </a:lnTo>
                  <a:lnTo>
                    <a:pt x="5069444" y="36325"/>
                  </a:lnTo>
                  <a:lnTo>
                    <a:pt x="5174825" y="27528"/>
                  </a:lnTo>
                  <a:lnTo>
                    <a:pt x="5270523" y="20380"/>
                  </a:lnTo>
                  <a:lnTo>
                    <a:pt x="5352971" y="14834"/>
                  </a:lnTo>
                  <a:lnTo>
                    <a:pt x="5419514" y="10783"/>
                  </a:lnTo>
                  <a:lnTo>
                    <a:pt x="5468887" y="8051"/>
                  </a:lnTo>
                  <a:lnTo>
                    <a:pt x="5501497" y="6405"/>
                  </a:lnTo>
                  <a:lnTo>
                    <a:pt x="5519460" y="5576"/>
                  </a:lnTo>
                  <a:lnTo>
                    <a:pt x="5526440" y="528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260" y="5310"/>
                  </a:lnTo>
                  <a:lnTo>
                    <a:pt x="6529057" y="5808"/>
                  </a:lnTo>
                  <a:lnTo>
                    <a:pt x="6543847" y="7184"/>
                  </a:lnTo>
                  <a:lnTo>
                    <a:pt x="6570725" y="9896"/>
                  </a:lnTo>
                  <a:lnTo>
                    <a:pt x="6611673" y="14394"/>
                  </a:lnTo>
                  <a:lnTo>
                    <a:pt x="6667429" y="21077"/>
                  </a:lnTo>
                  <a:lnTo>
                    <a:pt x="6737470" y="30269"/>
                  </a:lnTo>
                  <a:lnTo>
                    <a:pt x="6820133" y="42197"/>
                  </a:lnTo>
                  <a:lnTo>
                    <a:pt x="6912896" y="56986"/>
                  </a:lnTo>
                  <a:lnTo>
                    <a:pt x="7012746" y="74671"/>
                  </a:lnTo>
                  <a:lnTo>
                    <a:pt x="7116559" y="95227"/>
                  </a:lnTo>
                  <a:lnTo>
                    <a:pt x="7221427" y="118600"/>
                  </a:lnTo>
                  <a:lnTo>
                    <a:pt x="7324884" y="144740"/>
                  </a:lnTo>
                  <a:lnTo>
                    <a:pt x="7425013" y="173632"/>
                  </a:lnTo>
                  <a:lnTo>
                    <a:pt x="7520473" y="205315"/>
                  </a:lnTo>
                  <a:lnTo>
                    <a:pt x="7610443" y="239895"/>
                  </a:lnTo>
                  <a:lnTo>
                    <a:pt x="7694544" y="277553"/>
                  </a:lnTo>
                  <a:lnTo>
                    <a:pt x="7772741" y="318547"/>
                  </a:lnTo>
                  <a:lnTo>
                    <a:pt x="7845256" y="363208"/>
                  </a:lnTo>
                  <a:lnTo>
                    <a:pt x="7912482" y="411933"/>
                  </a:lnTo>
                  <a:lnTo>
                    <a:pt x="7974927" y="465179"/>
                  </a:lnTo>
                  <a:lnTo>
                    <a:pt x="8033162" y="523437"/>
                  </a:lnTo>
                  <a:lnTo>
                    <a:pt x="8087783" y="587211"/>
                  </a:lnTo>
                  <a:lnTo>
                    <a:pt x="8139385" y="656967"/>
                  </a:lnTo>
                  <a:lnTo>
                    <a:pt x="8188531" y="733063"/>
                  </a:lnTo>
                  <a:lnTo>
                    <a:pt x="8229629" y="804437"/>
                  </a:lnTo>
                  <a:lnTo>
                    <a:pt x="8265338" y="872309"/>
                  </a:lnTo>
                  <a:lnTo>
                    <a:pt x="8300293" y="944128"/>
                  </a:lnTo>
                  <a:lnTo>
                    <a:pt x="8334658" y="1019973"/>
                  </a:lnTo>
                  <a:lnTo>
                    <a:pt x="8368569" y="1099883"/>
                  </a:lnTo>
                  <a:lnTo>
                    <a:pt x="8402144" y="1183858"/>
                  </a:lnTo>
                  <a:lnTo>
                    <a:pt x="8435477" y="1271850"/>
                  </a:lnTo>
                  <a:lnTo>
                    <a:pt x="8468650" y="1363762"/>
                  </a:lnTo>
                  <a:lnTo>
                    <a:pt x="8501725" y="1459447"/>
                  </a:lnTo>
                  <a:lnTo>
                    <a:pt x="8534753" y="1558705"/>
                  </a:lnTo>
                  <a:lnTo>
                    <a:pt x="8567771" y="1661282"/>
                  </a:lnTo>
                  <a:lnTo>
                    <a:pt x="8600806" y="1766875"/>
                  </a:lnTo>
                  <a:lnTo>
                    <a:pt x="8633872" y="1875130"/>
                  </a:lnTo>
                  <a:lnTo>
                    <a:pt x="8666977" y="1985648"/>
                  </a:lnTo>
                  <a:lnTo>
                    <a:pt x="8700122" y="2097991"/>
                  </a:lnTo>
                  <a:lnTo>
                    <a:pt x="8733300" y="2211687"/>
                  </a:lnTo>
                  <a:lnTo>
                    <a:pt x="8766500" y="2326241"/>
                  </a:lnTo>
                  <a:lnTo>
                    <a:pt x="8799710" y="2441141"/>
                  </a:lnTo>
                  <a:lnTo>
                    <a:pt x="8832915" y="2555867"/>
                  </a:lnTo>
                  <a:lnTo>
                    <a:pt x="8866101" y="2669905"/>
                  </a:lnTo>
                  <a:lnTo>
                    <a:pt x="8899257" y="2782753"/>
                  </a:lnTo>
                  <a:lnTo>
                    <a:pt x="8932376" y="2893929"/>
                  </a:lnTo>
                  <a:lnTo>
                    <a:pt x="8965455" y="3002985"/>
                  </a:lnTo>
                  <a:lnTo>
                    <a:pt x="8998499" y="3109507"/>
                  </a:lnTo>
                  <a:lnTo>
                    <a:pt x="9031520" y="3213126"/>
                  </a:lnTo>
                  <a:lnTo>
                    <a:pt x="9064541" y="3313520"/>
                  </a:lnTo>
                  <a:lnTo>
                    <a:pt x="9097596" y="3410421"/>
                  </a:lnTo>
                  <a:lnTo>
                    <a:pt x="9130730" y="3503609"/>
                  </a:lnTo>
                  <a:lnTo>
                    <a:pt x="9164002" y="3592920"/>
                  </a:lnTo>
                  <a:lnTo>
                    <a:pt x="9197486" y="3678242"/>
                  </a:lnTo>
                  <a:lnTo>
                    <a:pt x="9231273" y="3759509"/>
                  </a:lnTo>
                  <a:lnTo>
                    <a:pt x="9265473" y="3836706"/>
                  </a:lnTo>
                  <a:lnTo>
                    <a:pt x="9300214" y="3909860"/>
                  </a:lnTo>
                  <a:lnTo>
                    <a:pt x="9335652" y="3979037"/>
                  </a:lnTo>
                  <a:lnTo>
                    <a:pt x="9347647" y="4001224"/>
                  </a:lnTo>
                  <a:lnTo>
                    <a:pt x="9395076" y="4082957"/>
                  </a:lnTo>
                  <a:lnTo>
                    <a:pt x="9444514" y="4158206"/>
                  </a:lnTo>
                  <a:lnTo>
                    <a:pt x="9496479" y="4227153"/>
                  </a:lnTo>
                  <a:lnTo>
                    <a:pt x="9551541" y="4290175"/>
                  </a:lnTo>
                  <a:lnTo>
                    <a:pt x="9610295" y="4347747"/>
                  </a:lnTo>
                  <a:lnTo>
                    <a:pt x="9673336" y="4400371"/>
                  </a:lnTo>
                  <a:lnTo>
                    <a:pt x="9741229" y="4448538"/>
                  </a:lnTo>
                  <a:lnTo>
                    <a:pt x="9814470" y="4492696"/>
                  </a:lnTo>
                  <a:lnTo>
                    <a:pt x="9893435" y="4533235"/>
                  </a:lnTo>
                  <a:lnTo>
                    <a:pt x="9978315" y="4570476"/>
                  </a:lnTo>
                  <a:lnTo>
                    <a:pt x="10069035" y="4604667"/>
                  </a:lnTo>
                  <a:lnTo>
                    <a:pt x="10165165" y="4635979"/>
                  </a:lnTo>
                  <a:lnTo>
                    <a:pt x="10265820" y="4664509"/>
                  </a:lnTo>
                  <a:lnTo>
                    <a:pt x="10369583" y="4690288"/>
                  </a:lnTo>
                  <a:lnTo>
                    <a:pt x="10474465" y="4713294"/>
                  </a:lnTo>
                  <a:lnTo>
                    <a:pt x="10577931" y="4733476"/>
                  </a:lnTo>
                  <a:lnTo>
                    <a:pt x="10677030" y="4750781"/>
                  </a:lnTo>
                  <a:lnTo>
                    <a:pt x="10768632" y="4765191"/>
                  </a:lnTo>
                  <a:lnTo>
                    <a:pt x="10849767" y="4776750"/>
                  </a:lnTo>
                  <a:lnTo>
                    <a:pt x="10918005" y="4785598"/>
                  </a:lnTo>
                  <a:lnTo>
                    <a:pt x="10971821" y="4791974"/>
                  </a:lnTo>
                  <a:lnTo>
                    <a:pt x="11010852" y="4796213"/>
                  </a:lnTo>
                  <a:lnTo>
                    <a:pt x="11036004" y="4798724"/>
                  </a:lnTo>
                  <a:lnTo>
                    <a:pt x="11049415" y="4799958"/>
                  </a:lnTo>
                  <a:lnTo>
                    <a:pt x="11054314" y="4800374"/>
                  </a:lnTo>
                  <a:lnTo>
                    <a:pt x="11054891" y="4800420"/>
                  </a:lnTo>
                  <a:lnTo>
                    <a:pt x="12049831" y="4800420"/>
                  </a:lnTo>
                  <a:lnTo>
                    <a:pt x="12049831" y="4795180"/>
                  </a:lnTo>
                  <a:lnTo>
                    <a:pt x="11054891" y="4795180"/>
                  </a:lnTo>
                  <a:lnTo>
                    <a:pt x="11054017" y="4795110"/>
                  </a:lnTo>
                  <a:lnTo>
                    <a:pt x="11048220" y="4794611"/>
                  </a:lnTo>
                  <a:lnTo>
                    <a:pt x="11033429" y="4793236"/>
                  </a:lnTo>
                  <a:lnTo>
                    <a:pt x="11006551" y="4790523"/>
                  </a:lnTo>
                  <a:lnTo>
                    <a:pt x="10965604" y="4786026"/>
                  </a:lnTo>
                  <a:lnTo>
                    <a:pt x="10909847" y="4779343"/>
                  </a:lnTo>
                  <a:lnTo>
                    <a:pt x="10839807" y="4770151"/>
                  </a:lnTo>
                  <a:lnTo>
                    <a:pt x="10757143" y="4758223"/>
                  </a:lnTo>
                  <a:lnTo>
                    <a:pt x="10664380" y="4743434"/>
                  </a:lnTo>
                  <a:lnTo>
                    <a:pt x="10564530" y="4725749"/>
                  </a:lnTo>
                  <a:lnTo>
                    <a:pt x="10460717" y="4705193"/>
                  </a:lnTo>
                  <a:lnTo>
                    <a:pt x="10355849" y="4681820"/>
                  </a:lnTo>
                  <a:lnTo>
                    <a:pt x="10252393" y="4655680"/>
                  </a:lnTo>
                  <a:lnTo>
                    <a:pt x="10152263" y="4626788"/>
                  </a:lnTo>
                  <a:lnTo>
                    <a:pt x="10056804" y="4595105"/>
                  </a:lnTo>
                  <a:lnTo>
                    <a:pt x="9966834" y="4560525"/>
                  </a:lnTo>
                  <a:lnTo>
                    <a:pt x="9882733" y="4522866"/>
                  </a:lnTo>
                  <a:lnTo>
                    <a:pt x="9804535" y="4481872"/>
                  </a:lnTo>
                  <a:lnTo>
                    <a:pt x="9732021" y="4437212"/>
                  </a:lnTo>
                  <a:lnTo>
                    <a:pt x="9664795" y="4388486"/>
                  </a:lnTo>
                  <a:lnTo>
                    <a:pt x="9602350" y="4335241"/>
                  </a:lnTo>
                  <a:lnTo>
                    <a:pt x="9544115" y="4276983"/>
                  </a:lnTo>
                  <a:lnTo>
                    <a:pt x="9489493" y="4213209"/>
                  </a:lnTo>
                  <a:lnTo>
                    <a:pt x="9437891" y="4143453"/>
                  </a:lnTo>
                  <a:lnTo>
                    <a:pt x="9388745" y="4067357"/>
                  </a:lnTo>
                  <a:lnTo>
                    <a:pt x="9347647" y="3995983"/>
                  </a:lnTo>
                  <a:lnTo>
                    <a:pt x="9311939" y="3928111"/>
                  </a:lnTo>
                  <a:lnTo>
                    <a:pt x="9276983" y="3856292"/>
                  </a:lnTo>
                  <a:lnTo>
                    <a:pt x="9242619" y="3780447"/>
                  </a:lnTo>
                  <a:lnTo>
                    <a:pt x="9208707" y="3700536"/>
                  </a:lnTo>
                  <a:lnTo>
                    <a:pt x="9175133" y="3616561"/>
                  </a:lnTo>
                  <a:lnTo>
                    <a:pt x="9141799" y="3528570"/>
                  </a:lnTo>
                  <a:lnTo>
                    <a:pt x="9108627" y="3436658"/>
                  </a:lnTo>
                  <a:lnTo>
                    <a:pt x="9075551" y="3340973"/>
                  </a:lnTo>
                  <a:lnTo>
                    <a:pt x="9042523" y="3241715"/>
                  </a:lnTo>
                  <a:lnTo>
                    <a:pt x="9009505" y="3139137"/>
                  </a:lnTo>
                  <a:lnTo>
                    <a:pt x="8976471" y="3033544"/>
                  </a:lnTo>
                  <a:lnTo>
                    <a:pt x="8943405" y="2925289"/>
                  </a:lnTo>
                  <a:lnTo>
                    <a:pt x="8910299" y="2814771"/>
                  </a:lnTo>
                  <a:lnTo>
                    <a:pt x="8877155" y="2702429"/>
                  </a:lnTo>
                  <a:lnTo>
                    <a:pt x="8843977" y="2588732"/>
                  </a:lnTo>
                  <a:lnTo>
                    <a:pt x="8810777" y="2474179"/>
                  </a:lnTo>
                  <a:lnTo>
                    <a:pt x="8777567" y="2359279"/>
                  </a:lnTo>
                  <a:lnTo>
                    <a:pt x="8744362" y="2244553"/>
                  </a:lnTo>
                  <a:lnTo>
                    <a:pt x="8711176" y="2130515"/>
                  </a:lnTo>
                  <a:lnTo>
                    <a:pt x="8678019" y="2017667"/>
                  </a:lnTo>
                  <a:lnTo>
                    <a:pt x="8644900" y="1906490"/>
                  </a:lnTo>
                  <a:lnTo>
                    <a:pt x="8611821" y="1797435"/>
                  </a:lnTo>
                  <a:lnTo>
                    <a:pt x="8578778" y="1690913"/>
                  </a:lnTo>
                  <a:lnTo>
                    <a:pt x="8545756" y="1587294"/>
                  </a:lnTo>
                  <a:lnTo>
                    <a:pt x="8512735" y="1486900"/>
                  </a:lnTo>
                  <a:lnTo>
                    <a:pt x="8479681" y="1389999"/>
                  </a:lnTo>
                  <a:lnTo>
                    <a:pt x="8446547" y="1296811"/>
                  </a:lnTo>
                  <a:lnTo>
                    <a:pt x="8413275" y="1207499"/>
                  </a:lnTo>
                  <a:lnTo>
                    <a:pt x="8379791" y="1122178"/>
                  </a:lnTo>
                  <a:lnTo>
                    <a:pt x="8346003" y="1040911"/>
                  </a:lnTo>
                  <a:lnTo>
                    <a:pt x="8311804" y="963713"/>
                  </a:lnTo>
                  <a:lnTo>
                    <a:pt x="8277062" y="890560"/>
                  </a:lnTo>
                  <a:lnTo>
                    <a:pt x="8241624" y="821383"/>
                  </a:lnTo>
                  <a:lnTo>
                    <a:pt x="8229629" y="799196"/>
                  </a:lnTo>
                  <a:lnTo>
                    <a:pt x="8182201" y="717463"/>
                  </a:lnTo>
                  <a:lnTo>
                    <a:pt x="8132763" y="642214"/>
                  </a:lnTo>
                  <a:lnTo>
                    <a:pt x="8080797" y="573267"/>
                  </a:lnTo>
                  <a:lnTo>
                    <a:pt x="8025736" y="510244"/>
                  </a:lnTo>
                  <a:lnTo>
                    <a:pt x="7966982" y="452673"/>
                  </a:lnTo>
                  <a:lnTo>
                    <a:pt x="7903941" y="400049"/>
                  </a:lnTo>
                  <a:lnTo>
                    <a:pt x="7836048" y="351882"/>
                  </a:lnTo>
                  <a:lnTo>
                    <a:pt x="7762807" y="307724"/>
                  </a:lnTo>
                  <a:lnTo>
                    <a:pt x="7683842" y="267185"/>
                  </a:lnTo>
                  <a:lnTo>
                    <a:pt x="7598962" y="229944"/>
                  </a:lnTo>
                  <a:lnTo>
                    <a:pt x="7508241" y="195752"/>
                  </a:lnTo>
                  <a:lnTo>
                    <a:pt x="7412111" y="164441"/>
                  </a:lnTo>
                  <a:lnTo>
                    <a:pt x="7311456" y="135911"/>
                  </a:lnTo>
                  <a:lnTo>
                    <a:pt x="7207693" y="110132"/>
                  </a:lnTo>
                  <a:lnTo>
                    <a:pt x="7102812" y="87126"/>
                  </a:lnTo>
                  <a:lnTo>
                    <a:pt x="6999346" y="66944"/>
                  </a:lnTo>
                  <a:lnTo>
                    <a:pt x="6900247" y="49639"/>
                  </a:lnTo>
                  <a:lnTo>
                    <a:pt x="6808644" y="35229"/>
                  </a:lnTo>
                  <a:lnTo>
                    <a:pt x="6727510" y="23670"/>
                  </a:lnTo>
                  <a:lnTo>
                    <a:pt x="6659272" y="14822"/>
                  </a:lnTo>
                  <a:lnTo>
                    <a:pt x="6605456" y="8446"/>
                  </a:lnTo>
                  <a:lnTo>
                    <a:pt x="6566425" y="4207"/>
                  </a:lnTo>
                  <a:lnTo>
                    <a:pt x="6541272" y="1696"/>
                  </a:lnTo>
                  <a:lnTo>
                    <a:pt x="6527861" y="462"/>
                  </a:lnTo>
                  <a:lnTo>
                    <a:pt x="6522962" y="4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1" y="43"/>
                  </a:lnTo>
                  <a:lnTo>
                    <a:pt x="5519124" y="350"/>
                  </a:lnTo>
                  <a:lnTo>
                    <a:pt x="5500790" y="1199"/>
                  </a:lnTo>
                  <a:lnTo>
                    <a:pt x="5467727" y="2872"/>
                  </a:lnTo>
                  <a:lnTo>
                    <a:pt x="5417866" y="5638"/>
                  </a:lnTo>
                  <a:lnTo>
                    <a:pt x="5350849" y="9729"/>
                  </a:lnTo>
                  <a:lnTo>
                    <a:pt x="5267984" y="15319"/>
                  </a:lnTo>
                  <a:lnTo>
                    <a:pt x="5171960" y="22514"/>
                  </a:lnTo>
                  <a:lnTo>
                    <a:pt x="5066362" y="31357"/>
                  </a:lnTo>
                  <a:lnTo>
                    <a:pt x="4955111" y="41844"/>
                  </a:lnTo>
                  <a:lnTo>
                    <a:pt x="4841953" y="53943"/>
                  </a:lnTo>
                  <a:lnTo>
                    <a:pt x="4730093" y="67624"/>
                  </a:lnTo>
                  <a:lnTo>
                    <a:pt x="4622002" y="82874"/>
                  </a:lnTo>
                  <a:lnTo>
                    <a:pt x="4519377" y="99717"/>
                  </a:lnTo>
                  <a:lnTo>
                    <a:pt x="4423208" y="118221"/>
                  </a:lnTo>
                  <a:lnTo>
                    <a:pt x="4333903" y="138505"/>
                  </a:lnTo>
                  <a:lnTo>
                    <a:pt x="4251425" y="160738"/>
                  </a:lnTo>
                  <a:lnTo>
                    <a:pt x="4175424" y="185137"/>
                  </a:lnTo>
                  <a:lnTo>
                    <a:pt x="4105341" y="211960"/>
                  </a:lnTo>
                  <a:lnTo>
                    <a:pt x="4040497" y="241500"/>
                  </a:lnTo>
                  <a:lnTo>
                    <a:pt x="3980151" y="274066"/>
                  </a:lnTo>
                  <a:lnTo>
                    <a:pt x="3923554" y="309957"/>
                  </a:lnTo>
                  <a:lnTo>
                    <a:pt x="3869983" y="349418"/>
                  </a:lnTo>
                  <a:lnTo>
                    <a:pt x="3820202" y="391300"/>
                  </a:lnTo>
                  <a:lnTo>
                    <a:pt x="3772991" y="435812"/>
                  </a:lnTo>
                  <a:lnTo>
                    <a:pt x="3727012" y="483750"/>
                  </a:lnTo>
                  <a:lnTo>
                    <a:pt x="3681912" y="535183"/>
                  </a:lnTo>
                  <a:lnTo>
                    <a:pt x="3637411" y="590117"/>
                  </a:lnTo>
                  <a:lnTo>
                    <a:pt x="3593290" y="648490"/>
                  </a:lnTo>
                  <a:lnTo>
                    <a:pt x="3549380" y="710165"/>
                  </a:lnTo>
                  <a:lnTo>
                    <a:pt x="3505557" y="774924"/>
                  </a:lnTo>
                  <a:lnTo>
                    <a:pt x="3461738" y="842471"/>
                  </a:lnTo>
                  <a:lnTo>
                    <a:pt x="3417873" y="912432"/>
                  </a:lnTo>
                  <a:lnTo>
                    <a:pt x="3373939" y="984363"/>
                  </a:lnTo>
                  <a:lnTo>
                    <a:pt x="3329940" y="1057758"/>
                  </a:lnTo>
                  <a:lnTo>
                    <a:pt x="3285892" y="1132067"/>
                  </a:lnTo>
                  <a:lnTo>
                    <a:pt x="3241827" y="1206707"/>
                  </a:lnTo>
                  <a:lnTo>
                    <a:pt x="3197775" y="1281087"/>
                  </a:lnTo>
                  <a:lnTo>
                    <a:pt x="3153769" y="1354623"/>
                  </a:lnTo>
                  <a:lnTo>
                    <a:pt x="3109827" y="1426759"/>
                  </a:lnTo>
                  <a:lnTo>
                    <a:pt x="3065953" y="1496984"/>
                  </a:lnTo>
                  <a:lnTo>
                    <a:pt x="3022131" y="1564844"/>
                  </a:lnTo>
                  <a:lnTo>
                    <a:pt x="2978312" y="1629958"/>
                  </a:lnTo>
                  <a:lnTo>
                    <a:pt x="2934418" y="1692019"/>
                  </a:lnTo>
                  <a:lnTo>
                    <a:pt x="2890331" y="1750801"/>
                  </a:lnTo>
                  <a:lnTo>
                    <a:pt x="2845887" y="1806156"/>
                  </a:lnTo>
                  <a:lnTo>
                    <a:pt x="2800873" y="1858014"/>
                  </a:lnTo>
                  <a:lnTo>
                    <a:pt x="2755017" y="1906372"/>
                  </a:lnTo>
                  <a:lnTo>
                    <a:pt x="2707977" y="1951293"/>
                  </a:lnTo>
                  <a:lnTo>
                    <a:pt x="2702183" y="1956503"/>
                  </a:lnTo>
                  <a:lnTo>
                    <a:pt x="2650922" y="1999552"/>
                  </a:lnTo>
                  <a:lnTo>
                    <a:pt x="2597275" y="2038909"/>
                  </a:lnTo>
                  <a:lnTo>
                    <a:pt x="2540582" y="2074702"/>
                  </a:lnTo>
                  <a:lnTo>
                    <a:pt x="2480120" y="2107178"/>
                  </a:lnTo>
                  <a:lnTo>
                    <a:pt x="2415137" y="2136638"/>
                  </a:lnTo>
                  <a:lnTo>
                    <a:pt x="2344896" y="2163388"/>
                  </a:lnTo>
                  <a:lnTo>
                    <a:pt x="2268719" y="2187722"/>
                  </a:lnTo>
                  <a:lnTo>
                    <a:pt x="2186052" y="2209897"/>
                  </a:lnTo>
                  <a:lnTo>
                    <a:pt x="2096551" y="2230129"/>
                  </a:lnTo>
                  <a:lnTo>
                    <a:pt x="2000191" y="2248585"/>
                  </a:lnTo>
                  <a:lnTo>
                    <a:pt x="1897395" y="2265382"/>
                  </a:lnTo>
                  <a:lnTo>
                    <a:pt x="1789170" y="2280588"/>
                  </a:lnTo>
                  <a:lnTo>
                    <a:pt x="1677236" y="2294224"/>
                  </a:lnTo>
                  <a:lnTo>
                    <a:pt x="1564085" y="2306278"/>
                  </a:lnTo>
                  <a:lnTo>
                    <a:pt x="1452941" y="2316719"/>
                  </a:lnTo>
                  <a:lnTo>
                    <a:pt x="1347560" y="2325515"/>
                  </a:lnTo>
                  <a:lnTo>
                    <a:pt x="1251862" y="2332664"/>
                  </a:lnTo>
                  <a:lnTo>
                    <a:pt x="1169414" y="2338209"/>
                  </a:lnTo>
                  <a:lnTo>
                    <a:pt x="1102871" y="2342260"/>
                  </a:lnTo>
                  <a:lnTo>
                    <a:pt x="1053498" y="2344992"/>
                  </a:lnTo>
                  <a:lnTo>
                    <a:pt x="1020888" y="2346638"/>
                  </a:lnTo>
                  <a:lnTo>
                    <a:pt x="1002925" y="2347468"/>
                  </a:lnTo>
                  <a:lnTo>
                    <a:pt x="995945" y="2347764"/>
                  </a:lnTo>
                  <a:lnTo>
                    <a:pt x="994940" y="2347804"/>
                  </a:lnTo>
                  <a:lnTo>
                    <a:pt x="0" y="2347804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23" name="pl1122"/>
            <p:cNvSpPr/>
            <p:nvPr/>
          </p:nvSpPr>
          <p:spPr>
            <a:xfrm>
              <a:off x="1199187" y="1587747"/>
              <a:ext cx="12049831" cy="4795180"/>
            </a:xfrm>
            <a:custGeom>
              <a:avLst/>
              <a:pathLst>
                <a:path w="12049831" h="4795180">
                  <a:moveTo>
                    <a:pt x="0" y="2347804"/>
                  </a:moveTo>
                  <a:lnTo>
                    <a:pt x="994940" y="2347804"/>
                  </a:lnTo>
                  <a:lnTo>
                    <a:pt x="996034" y="2347760"/>
                  </a:lnTo>
                  <a:lnTo>
                    <a:pt x="1003261" y="2347453"/>
                  </a:lnTo>
                  <a:lnTo>
                    <a:pt x="1021595" y="2346604"/>
                  </a:lnTo>
                  <a:lnTo>
                    <a:pt x="1054658" y="2344931"/>
                  </a:lnTo>
                  <a:lnTo>
                    <a:pt x="1104519" y="2342165"/>
                  </a:lnTo>
                  <a:lnTo>
                    <a:pt x="1171536" y="2338074"/>
                  </a:lnTo>
                  <a:lnTo>
                    <a:pt x="1254401" y="2332484"/>
                  </a:lnTo>
                  <a:lnTo>
                    <a:pt x="1350425" y="2325289"/>
                  </a:lnTo>
                  <a:lnTo>
                    <a:pt x="1456023" y="2316446"/>
                  </a:lnTo>
                  <a:lnTo>
                    <a:pt x="1567274" y="2305959"/>
                  </a:lnTo>
                  <a:lnTo>
                    <a:pt x="1680432" y="2293860"/>
                  </a:lnTo>
                  <a:lnTo>
                    <a:pt x="1792292" y="2280179"/>
                  </a:lnTo>
                  <a:lnTo>
                    <a:pt x="1900383" y="2264929"/>
                  </a:lnTo>
                  <a:lnTo>
                    <a:pt x="2003008" y="2248086"/>
                  </a:lnTo>
                  <a:lnTo>
                    <a:pt x="2099177" y="2229582"/>
                  </a:lnTo>
                  <a:lnTo>
                    <a:pt x="2188482" y="2209298"/>
                  </a:lnTo>
                  <a:lnTo>
                    <a:pt x="2270960" y="2187065"/>
                  </a:lnTo>
                  <a:lnTo>
                    <a:pt x="2346961" y="2162666"/>
                  </a:lnTo>
                  <a:lnTo>
                    <a:pt x="2417044" y="2135843"/>
                  </a:lnTo>
                  <a:lnTo>
                    <a:pt x="2481888" y="2106303"/>
                  </a:lnTo>
                  <a:lnTo>
                    <a:pt x="2542234" y="2073737"/>
                  </a:lnTo>
                  <a:lnTo>
                    <a:pt x="2598831" y="2037846"/>
                  </a:lnTo>
                  <a:lnTo>
                    <a:pt x="2652402" y="1998385"/>
                  </a:lnTo>
                  <a:lnTo>
                    <a:pt x="2702183" y="1956503"/>
                  </a:lnTo>
                  <a:lnTo>
                    <a:pt x="2749394" y="1911991"/>
                  </a:lnTo>
                  <a:lnTo>
                    <a:pt x="2795373" y="1864053"/>
                  </a:lnTo>
                  <a:lnTo>
                    <a:pt x="2840473" y="1812620"/>
                  </a:lnTo>
                  <a:lnTo>
                    <a:pt x="2884974" y="1757686"/>
                  </a:lnTo>
                  <a:lnTo>
                    <a:pt x="2929095" y="1699313"/>
                  </a:lnTo>
                  <a:lnTo>
                    <a:pt x="2973005" y="1637638"/>
                  </a:lnTo>
                  <a:lnTo>
                    <a:pt x="3016828" y="1572879"/>
                  </a:lnTo>
                  <a:lnTo>
                    <a:pt x="3060647" y="1505332"/>
                  </a:lnTo>
                  <a:lnTo>
                    <a:pt x="3104512" y="1435371"/>
                  </a:lnTo>
                  <a:lnTo>
                    <a:pt x="3148446" y="1363440"/>
                  </a:lnTo>
                  <a:lnTo>
                    <a:pt x="3192445" y="1290045"/>
                  </a:lnTo>
                  <a:lnTo>
                    <a:pt x="3236493" y="1215736"/>
                  </a:lnTo>
                  <a:lnTo>
                    <a:pt x="3280558" y="1141096"/>
                  </a:lnTo>
                  <a:lnTo>
                    <a:pt x="3324610" y="1066716"/>
                  </a:lnTo>
                  <a:lnTo>
                    <a:pt x="3368616" y="993180"/>
                  </a:lnTo>
                  <a:lnTo>
                    <a:pt x="3412558" y="921044"/>
                  </a:lnTo>
                  <a:lnTo>
                    <a:pt x="3456432" y="850819"/>
                  </a:lnTo>
                  <a:lnTo>
                    <a:pt x="3500254" y="782959"/>
                  </a:lnTo>
                  <a:lnTo>
                    <a:pt x="3544073" y="717845"/>
                  </a:lnTo>
                  <a:lnTo>
                    <a:pt x="3587967" y="655784"/>
                  </a:lnTo>
                  <a:lnTo>
                    <a:pt x="3632054" y="597002"/>
                  </a:lnTo>
                  <a:lnTo>
                    <a:pt x="3676498" y="541647"/>
                  </a:lnTo>
                  <a:lnTo>
                    <a:pt x="3721512" y="489789"/>
                  </a:lnTo>
                  <a:lnTo>
                    <a:pt x="3767368" y="441431"/>
                  </a:lnTo>
                  <a:lnTo>
                    <a:pt x="3814408" y="396510"/>
                  </a:lnTo>
                  <a:lnTo>
                    <a:pt x="3820202" y="391300"/>
                  </a:lnTo>
                  <a:lnTo>
                    <a:pt x="3871463" y="348251"/>
                  </a:lnTo>
                  <a:lnTo>
                    <a:pt x="3925110" y="308894"/>
                  </a:lnTo>
                  <a:lnTo>
                    <a:pt x="3981803" y="273101"/>
                  </a:lnTo>
                  <a:lnTo>
                    <a:pt x="4042265" y="240625"/>
                  </a:lnTo>
                  <a:lnTo>
                    <a:pt x="4107248" y="211166"/>
                  </a:lnTo>
                  <a:lnTo>
                    <a:pt x="4177489" y="184415"/>
                  </a:lnTo>
                  <a:lnTo>
                    <a:pt x="4253666" y="160081"/>
                  </a:lnTo>
                  <a:lnTo>
                    <a:pt x="4336333" y="137906"/>
                  </a:lnTo>
                  <a:lnTo>
                    <a:pt x="4425834" y="117674"/>
                  </a:lnTo>
                  <a:lnTo>
                    <a:pt x="4522194" y="99218"/>
                  </a:lnTo>
                  <a:lnTo>
                    <a:pt x="4624990" y="82421"/>
                  </a:lnTo>
                  <a:lnTo>
                    <a:pt x="4733215" y="67215"/>
                  </a:lnTo>
                  <a:lnTo>
                    <a:pt x="4845149" y="53579"/>
                  </a:lnTo>
                  <a:lnTo>
                    <a:pt x="4958300" y="41525"/>
                  </a:lnTo>
                  <a:lnTo>
                    <a:pt x="5069444" y="31084"/>
                  </a:lnTo>
                  <a:lnTo>
                    <a:pt x="5174825" y="22288"/>
                  </a:lnTo>
                  <a:lnTo>
                    <a:pt x="5270523" y="15139"/>
                  </a:lnTo>
                  <a:lnTo>
                    <a:pt x="5352971" y="9594"/>
                  </a:lnTo>
                  <a:lnTo>
                    <a:pt x="5419514" y="5543"/>
                  </a:lnTo>
                  <a:lnTo>
                    <a:pt x="5468887" y="2811"/>
                  </a:lnTo>
                  <a:lnTo>
                    <a:pt x="5501497" y="1165"/>
                  </a:lnTo>
                  <a:lnTo>
                    <a:pt x="5519460" y="335"/>
                  </a:lnTo>
                  <a:lnTo>
                    <a:pt x="5526440" y="39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260" y="70"/>
                  </a:lnTo>
                  <a:lnTo>
                    <a:pt x="6529057" y="568"/>
                  </a:lnTo>
                  <a:lnTo>
                    <a:pt x="6543847" y="1943"/>
                  </a:lnTo>
                  <a:lnTo>
                    <a:pt x="6570725" y="4656"/>
                  </a:lnTo>
                  <a:lnTo>
                    <a:pt x="6611673" y="9153"/>
                  </a:lnTo>
                  <a:lnTo>
                    <a:pt x="6667429" y="15836"/>
                  </a:lnTo>
                  <a:lnTo>
                    <a:pt x="6737470" y="25028"/>
                  </a:lnTo>
                  <a:lnTo>
                    <a:pt x="6820133" y="36957"/>
                  </a:lnTo>
                  <a:lnTo>
                    <a:pt x="6912896" y="51745"/>
                  </a:lnTo>
                  <a:lnTo>
                    <a:pt x="7012746" y="69430"/>
                  </a:lnTo>
                  <a:lnTo>
                    <a:pt x="7116559" y="89986"/>
                  </a:lnTo>
                  <a:lnTo>
                    <a:pt x="7221427" y="113359"/>
                  </a:lnTo>
                  <a:lnTo>
                    <a:pt x="7324884" y="139499"/>
                  </a:lnTo>
                  <a:lnTo>
                    <a:pt x="7425013" y="168391"/>
                  </a:lnTo>
                  <a:lnTo>
                    <a:pt x="7520473" y="200074"/>
                  </a:lnTo>
                  <a:lnTo>
                    <a:pt x="7610443" y="234654"/>
                  </a:lnTo>
                  <a:lnTo>
                    <a:pt x="7694544" y="272313"/>
                  </a:lnTo>
                  <a:lnTo>
                    <a:pt x="7772741" y="313307"/>
                  </a:lnTo>
                  <a:lnTo>
                    <a:pt x="7845256" y="357967"/>
                  </a:lnTo>
                  <a:lnTo>
                    <a:pt x="7912482" y="406693"/>
                  </a:lnTo>
                  <a:lnTo>
                    <a:pt x="7974927" y="459938"/>
                  </a:lnTo>
                  <a:lnTo>
                    <a:pt x="8033162" y="518196"/>
                  </a:lnTo>
                  <a:lnTo>
                    <a:pt x="8087783" y="581971"/>
                  </a:lnTo>
                  <a:lnTo>
                    <a:pt x="8139385" y="651727"/>
                  </a:lnTo>
                  <a:lnTo>
                    <a:pt x="8188531" y="727822"/>
                  </a:lnTo>
                  <a:lnTo>
                    <a:pt x="8229629" y="799196"/>
                  </a:lnTo>
                  <a:lnTo>
                    <a:pt x="8265338" y="867068"/>
                  </a:lnTo>
                  <a:lnTo>
                    <a:pt x="8300293" y="938887"/>
                  </a:lnTo>
                  <a:lnTo>
                    <a:pt x="8334658" y="1014732"/>
                  </a:lnTo>
                  <a:lnTo>
                    <a:pt x="8368569" y="1094643"/>
                  </a:lnTo>
                  <a:lnTo>
                    <a:pt x="8402144" y="1178618"/>
                  </a:lnTo>
                  <a:lnTo>
                    <a:pt x="8435477" y="1266609"/>
                  </a:lnTo>
                  <a:lnTo>
                    <a:pt x="8468650" y="1358522"/>
                  </a:lnTo>
                  <a:lnTo>
                    <a:pt x="8501725" y="1454206"/>
                  </a:lnTo>
                  <a:lnTo>
                    <a:pt x="8534753" y="1553464"/>
                  </a:lnTo>
                  <a:lnTo>
                    <a:pt x="8567771" y="1656042"/>
                  </a:lnTo>
                  <a:lnTo>
                    <a:pt x="8600806" y="1761635"/>
                  </a:lnTo>
                  <a:lnTo>
                    <a:pt x="8633872" y="1869890"/>
                  </a:lnTo>
                  <a:lnTo>
                    <a:pt x="8666977" y="1980408"/>
                  </a:lnTo>
                  <a:lnTo>
                    <a:pt x="8700122" y="2092751"/>
                  </a:lnTo>
                  <a:lnTo>
                    <a:pt x="8733300" y="2206447"/>
                  </a:lnTo>
                  <a:lnTo>
                    <a:pt x="8766500" y="2321001"/>
                  </a:lnTo>
                  <a:lnTo>
                    <a:pt x="8799710" y="2435900"/>
                  </a:lnTo>
                  <a:lnTo>
                    <a:pt x="8832915" y="2550626"/>
                  </a:lnTo>
                  <a:lnTo>
                    <a:pt x="8866101" y="2664665"/>
                  </a:lnTo>
                  <a:lnTo>
                    <a:pt x="8899257" y="2777512"/>
                  </a:lnTo>
                  <a:lnTo>
                    <a:pt x="8932376" y="2888689"/>
                  </a:lnTo>
                  <a:lnTo>
                    <a:pt x="8965455" y="2997744"/>
                  </a:lnTo>
                  <a:lnTo>
                    <a:pt x="8998499" y="3104266"/>
                  </a:lnTo>
                  <a:lnTo>
                    <a:pt x="9031520" y="3207885"/>
                  </a:lnTo>
                  <a:lnTo>
                    <a:pt x="9064541" y="3308280"/>
                  </a:lnTo>
                  <a:lnTo>
                    <a:pt x="9097596" y="3405180"/>
                  </a:lnTo>
                  <a:lnTo>
                    <a:pt x="9130730" y="3498368"/>
                  </a:lnTo>
                  <a:lnTo>
                    <a:pt x="9164002" y="3587680"/>
                  </a:lnTo>
                  <a:lnTo>
                    <a:pt x="9197486" y="3673001"/>
                  </a:lnTo>
                  <a:lnTo>
                    <a:pt x="9231273" y="3754269"/>
                  </a:lnTo>
                  <a:lnTo>
                    <a:pt x="9265473" y="3831466"/>
                  </a:lnTo>
                  <a:lnTo>
                    <a:pt x="9300214" y="3904619"/>
                  </a:lnTo>
                  <a:lnTo>
                    <a:pt x="9335652" y="3973796"/>
                  </a:lnTo>
                  <a:lnTo>
                    <a:pt x="9347647" y="3995983"/>
                  </a:lnTo>
                  <a:lnTo>
                    <a:pt x="9395076" y="4077716"/>
                  </a:lnTo>
                  <a:lnTo>
                    <a:pt x="9444514" y="4152966"/>
                  </a:lnTo>
                  <a:lnTo>
                    <a:pt x="9496479" y="4221913"/>
                  </a:lnTo>
                  <a:lnTo>
                    <a:pt x="9551541" y="4284935"/>
                  </a:lnTo>
                  <a:lnTo>
                    <a:pt x="9610295" y="4342506"/>
                  </a:lnTo>
                  <a:lnTo>
                    <a:pt x="9673336" y="4395131"/>
                  </a:lnTo>
                  <a:lnTo>
                    <a:pt x="9741229" y="4443297"/>
                  </a:lnTo>
                  <a:lnTo>
                    <a:pt x="9814470" y="4487455"/>
                  </a:lnTo>
                  <a:lnTo>
                    <a:pt x="9893435" y="4527994"/>
                  </a:lnTo>
                  <a:lnTo>
                    <a:pt x="9978315" y="4565236"/>
                  </a:lnTo>
                  <a:lnTo>
                    <a:pt x="10069035" y="4599427"/>
                  </a:lnTo>
                  <a:lnTo>
                    <a:pt x="10165165" y="4630739"/>
                  </a:lnTo>
                  <a:lnTo>
                    <a:pt x="10265820" y="4659269"/>
                  </a:lnTo>
                  <a:lnTo>
                    <a:pt x="10369583" y="4685047"/>
                  </a:lnTo>
                  <a:lnTo>
                    <a:pt x="10474465" y="4708053"/>
                  </a:lnTo>
                  <a:lnTo>
                    <a:pt x="10577931" y="4728235"/>
                  </a:lnTo>
                  <a:lnTo>
                    <a:pt x="10677030" y="4745540"/>
                  </a:lnTo>
                  <a:lnTo>
                    <a:pt x="10768632" y="4759950"/>
                  </a:lnTo>
                  <a:lnTo>
                    <a:pt x="10849767" y="4771510"/>
                  </a:lnTo>
                  <a:lnTo>
                    <a:pt x="10918005" y="4780357"/>
                  </a:lnTo>
                  <a:lnTo>
                    <a:pt x="10971821" y="4786733"/>
                  </a:lnTo>
                  <a:lnTo>
                    <a:pt x="11010852" y="4790972"/>
                  </a:lnTo>
                  <a:lnTo>
                    <a:pt x="11036004" y="4793483"/>
                  </a:lnTo>
                  <a:lnTo>
                    <a:pt x="11049415" y="4794717"/>
                  </a:lnTo>
                  <a:lnTo>
                    <a:pt x="11054314" y="4795134"/>
                  </a:lnTo>
                  <a:lnTo>
                    <a:pt x="11054891" y="4795180"/>
                  </a:lnTo>
                  <a:lnTo>
                    <a:pt x="12049831" y="4795180"/>
                  </a:lnTo>
                  <a:lnTo>
                    <a:pt x="12049831" y="47951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4" name="pl1123"/>
            <p:cNvSpPr/>
            <p:nvPr/>
          </p:nvSpPr>
          <p:spPr>
            <a:xfrm>
              <a:off x="1199187" y="1582506"/>
              <a:ext cx="12049831" cy="4795180"/>
            </a:xfrm>
            <a:custGeom>
              <a:avLst/>
              <a:pathLst>
                <a:path w="12049831" h="4795180">
                  <a:moveTo>
                    <a:pt x="12049831" y="4795180"/>
                  </a:moveTo>
                  <a:lnTo>
                    <a:pt x="11054891" y="4795180"/>
                  </a:lnTo>
                  <a:lnTo>
                    <a:pt x="11054017" y="4795110"/>
                  </a:lnTo>
                  <a:lnTo>
                    <a:pt x="11048220" y="4794611"/>
                  </a:lnTo>
                  <a:lnTo>
                    <a:pt x="11033429" y="4793236"/>
                  </a:lnTo>
                  <a:lnTo>
                    <a:pt x="11006551" y="4790523"/>
                  </a:lnTo>
                  <a:lnTo>
                    <a:pt x="10965604" y="4786026"/>
                  </a:lnTo>
                  <a:lnTo>
                    <a:pt x="10909847" y="4779343"/>
                  </a:lnTo>
                  <a:lnTo>
                    <a:pt x="10839807" y="4770151"/>
                  </a:lnTo>
                  <a:lnTo>
                    <a:pt x="10757143" y="4758223"/>
                  </a:lnTo>
                  <a:lnTo>
                    <a:pt x="10664380" y="4743434"/>
                  </a:lnTo>
                  <a:lnTo>
                    <a:pt x="10564530" y="4725749"/>
                  </a:lnTo>
                  <a:lnTo>
                    <a:pt x="10460717" y="4705193"/>
                  </a:lnTo>
                  <a:lnTo>
                    <a:pt x="10355849" y="4681820"/>
                  </a:lnTo>
                  <a:lnTo>
                    <a:pt x="10252393" y="4655680"/>
                  </a:lnTo>
                  <a:lnTo>
                    <a:pt x="10152263" y="4626788"/>
                  </a:lnTo>
                  <a:lnTo>
                    <a:pt x="10056804" y="4595105"/>
                  </a:lnTo>
                  <a:lnTo>
                    <a:pt x="9966834" y="4560525"/>
                  </a:lnTo>
                  <a:lnTo>
                    <a:pt x="9882733" y="4522866"/>
                  </a:lnTo>
                  <a:lnTo>
                    <a:pt x="9804535" y="4481872"/>
                  </a:lnTo>
                  <a:lnTo>
                    <a:pt x="9732021" y="4437212"/>
                  </a:lnTo>
                  <a:lnTo>
                    <a:pt x="9664795" y="4388486"/>
                  </a:lnTo>
                  <a:lnTo>
                    <a:pt x="9602350" y="4335241"/>
                  </a:lnTo>
                  <a:lnTo>
                    <a:pt x="9544115" y="4276983"/>
                  </a:lnTo>
                  <a:lnTo>
                    <a:pt x="9489493" y="4213209"/>
                  </a:lnTo>
                  <a:lnTo>
                    <a:pt x="9437891" y="4143453"/>
                  </a:lnTo>
                  <a:lnTo>
                    <a:pt x="9388745" y="4067357"/>
                  </a:lnTo>
                  <a:lnTo>
                    <a:pt x="9347647" y="3995983"/>
                  </a:lnTo>
                  <a:lnTo>
                    <a:pt x="9311939" y="3928111"/>
                  </a:lnTo>
                  <a:lnTo>
                    <a:pt x="9276983" y="3856292"/>
                  </a:lnTo>
                  <a:lnTo>
                    <a:pt x="9242619" y="3780447"/>
                  </a:lnTo>
                  <a:lnTo>
                    <a:pt x="9208707" y="3700536"/>
                  </a:lnTo>
                  <a:lnTo>
                    <a:pt x="9175133" y="3616561"/>
                  </a:lnTo>
                  <a:lnTo>
                    <a:pt x="9141799" y="3528570"/>
                  </a:lnTo>
                  <a:lnTo>
                    <a:pt x="9108627" y="3436658"/>
                  </a:lnTo>
                  <a:lnTo>
                    <a:pt x="9075551" y="3340973"/>
                  </a:lnTo>
                  <a:lnTo>
                    <a:pt x="9042523" y="3241715"/>
                  </a:lnTo>
                  <a:lnTo>
                    <a:pt x="9009505" y="3139137"/>
                  </a:lnTo>
                  <a:lnTo>
                    <a:pt x="8976471" y="3033544"/>
                  </a:lnTo>
                  <a:lnTo>
                    <a:pt x="8943405" y="2925289"/>
                  </a:lnTo>
                  <a:lnTo>
                    <a:pt x="8910299" y="2814771"/>
                  </a:lnTo>
                  <a:lnTo>
                    <a:pt x="8877155" y="2702429"/>
                  </a:lnTo>
                  <a:lnTo>
                    <a:pt x="8843977" y="2588732"/>
                  </a:lnTo>
                  <a:lnTo>
                    <a:pt x="8810777" y="2474179"/>
                  </a:lnTo>
                  <a:lnTo>
                    <a:pt x="8777567" y="2359279"/>
                  </a:lnTo>
                  <a:lnTo>
                    <a:pt x="8744362" y="2244553"/>
                  </a:lnTo>
                  <a:lnTo>
                    <a:pt x="8711176" y="2130515"/>
                  </a:lnTo>
                  <a:lnTo>
                    <a:pt x="8678019" y="2017667"/>
                  </a:lnTo>
                  <a:lnTo>
                    <a:pt x="8644900" y="1906490"/>
                  </a:lnTo>
                  <a:lnTo>
                    <a:pt x="8611821" y="1797435"/>
                  </a:lnTo>
                  <a:lnTo>
                    <a:pt x="8578778" y="1690913"/>
                  </a:lnTo>
                  <a:lnTo>
                    <a:pt x="8545756" y="1587294"/>
                  </a:lnTo>
                  <a:lnTo>
                    <a:pt x="8512735" y="1486900"/>
                  </a:lnTo>
                  <a:lnTo>
                    <a:pt x="8479681" y="1389999"/>
                  </a:lnTo>
                  <a:lnTo>
                    <a:pt x="8446547" y="1296811"/>
                  </a:lnTo>
                  <a:lnTo>
                    <a:pt x="8413275" y="1207499"/>
                  </a:lnTo>
                  <a:lnTo>
                    <a:pt x="8379791" y="1122178"/>
                  </a:lnTo>
                  <a:lnTo>
                    <a:pt x="8346003" y="1040911"/>
                  </a:lnTo>
                  <a:lnTo>
                    <a:pt x="8311804" y="963713"/>
                  </a:lnTo>
                  <a:lnTo>
                    <a:pt x="8277062" y="890560"/>
                  </a:lnTo>
                  <a:lnTo>
                    <a:pt x="8241624" y="821383"/>
                  </a:lnTo>
                  <a:lnTo>
                    <a:pt x="8229629" y="799196"/>
                  </a:lnTo>
                  <a:lnTo>
                    <a:pt x="8182201" y="717463"/>
                  </a:lnTo>
                  <a:lnTo>
                    <a:pt x="8132763" y="642214"/>
                  </a:lnTo>
                  <a:lnTo>
                    <a:pt x="8080797" y="573267"/>
                  </a:lnTo>
                  <a:lnTo>
                    <a:pt x="8025736" y="510244"/>
                  </a:lnTo>
                  <a:lnTo>
                    <a:pt x="7966982" y="452673"/>
                  </a:lnTo>
                  <a:lnTo>
                    <a:pt x="7903941" y="400049"/>
                  </a:lnTo>
                  <a:lnTo>
                    <a:pt x="7836048" y="351882"/>
                  </a:lnTo>
                  <a:lnTo>
                    <a:pt x="7762807" y="307724"/>
                  </a:lnTo>
                  <a:lnTo>
                    <a:pt x="7683842" y="267185"/>
                  </a:lnTo>
                  <a:lnTo>
                    <a:pt x="7598962" y="229944"/>
                  </a:lnTo>
                  <a:lnTo>
                    <a:pt x="7508241" y="195752"/>
                  </a:lnTo>
                  <a:lnTo>
                    <a:pt x="7412111" y="164441"/>
                  </a:lnTo>
                  <a:lnTo>
                    <a:pt x="7311456" y="135911"/>
                  </a:lnTo>
                  <a:lnTo>
                    <a:pt x="7207693" y="110132"/>
                  </a:lnTo>
                  <a:lnTo>
                    <a:pt x="7102812" y="87126"/>
                  </a:lnTo>
                  <a:lnTo>
                    <a:pt x="6999346" y="66944"/>
                  </a:lnTo>
                  <a:lnTo>
                    <a:pt x="6900247" y="49639"/>
                  </a:lnTo>
                  <a:lnTo>
                    <a:pt x="6808644" y="35229"/>
                  </a:lnTo>
                  <a:lnTo>
                    <a:pt x="6727510" y="23670"/>
                  </a:lnTo>
                  <a:lnTo>
                    <a:pt x="6659272" y="14822"/>
                  </a:lnTo>
                  <a:lnTo>
                    <a:pt x="6605456" y="8446"/>
                  </a:lnTo>
                  <a:lnTo>
                    <a:pt x="6566425" y="4207"/>
                  </a:lnTo>
                  <a:lnTo>
                    <a:pt x="6541272" y="1696"/>
                  </a:lnTo>
                  <a:lnTo>
                    <a:pt x="6527861" y="462"/>
                  </a:lnTo>
                  <a:lnTo>
                    <a:pt x="6522962" y="4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1" y="43"/>
                  </a:lnTo>
                  <a:lnTo>
                    <a:pt x="5519124" y="350"/>
                  </a:lnTo>
                  <a:lnTo>
                    <a:pt x="5500790" y="1199"/>
                  </a:lnTo>
                  <a:lnTo>
                    <a:pt x="5467727" y="2872"/>
                  </a:lnTo>
                  <a:lnTo>
                    <a:pt x="5417866" y="5638"/>
                  </a:lnTo>
                  <a:lnTo>
                    <a:pt x="5350849" y="9729"/>
                  </a:lnTo>
                  <a:lnTo>
                    <a:pt x="5267984" y="15319"/>
                  </a:lnTo>
                  <a:lnTo>
                    <a:pt x="5171960" y="22514"/>
                  </a:lnTo>
                  <a:lnTo>
                    <a:pt x="5066362" y="31357"/>
                  </a:lnTo>
                  <a:lnTo>
                    <a:pt x="4955111" y="41844"/>
                  </a:lnTo>
                  <a:lnTo>
                    <a:pt x="4841953" y="53943"/>
                  </a:lnTo>
                  <a:lnTo>
                    <a:pt x="4730093" y="67624"/>
                  </a:lnTo>
                  <a:lnTo>
                    <a:pt x="4622002" y="82874"/>
                  </a:lnTo>
                  <a:lnTo>
                    <a:pt x="4519377" y="99717"/>
                  </a:lnTo>
                  <a:lnTo>
                    <a:pt x="4423208" y="118221"/>
                  </a:lnTo>
                  <a:lnTo>
                    <a:pt x="4333903" y="138505"/>
                  </a:lnTo>
                  <a:lnTo>
                    <a:pt x="4251425" y="160738"/>
                  </a:lnTo>
                  <a:lnTo>
                    <a:pt x="4175424" y="185137"/>
                  </a:lnTo>
                  <a:lnTo>
                    <a:pt x="4105341" y="211960"/>
                  </a:lnTo>
                  <a:lnTo>
                    <a:pt x="4040497" y="241500"/>
                  </a:lnTo>
                  <a:lnTo>
                    <a:pt x="3980151" y="274066"/>
                  </a:lnTo>
                  <a:lnTo>
                    <a:pt x="3923554" y="309957"/>
                  </a:lnTo>
                  <a:lnTo>
                    <a:pt x="3869983" y="349418"/>
                  </a:lnTo>
                  <a:lnTo>
                    <a:pt x="3820202" y="391300"/>
                  </a:lnTo>
                  <a:lnTo>
                    <a:pt x="3772991" y="435812"/>
                  </a:lnTo>
                  <a:lnTo>
                    <a:pt x="3727012" y="483750"/>
                  </a:lnTo>
                  <a:lnTo>
                    <a:pt x="3681912" y="535183"/>
                  </a:lnTo>
                  <a:lnTo>
                    <a:pt x="3637411" y="590117"/>
                  </a:lnTo>
                  <a:lnTo>
                    <a:pt x="3593290" y="648490"/>
                  </a:lnTo>
                  <a:lnTo>
                    <a:pt x="3549380" y="710165"/>
                  </a:lnTo>
                  <a:lnTo>
                    <a:pt x="3505557" y="774924"/>
                  </a:lnTo>
                  <a:lnTo>
                    <a:pt x="3461738" y="842471"/>
                  </a:lnTo>
                  <a:lnTo>
                    <a:pt x="3417873" y="912432"/>
                  </a:lnTo>
                  <a:lnTo>
                    <a:pt x="3373939" y="984363"/>
                  </a:lnTo>
                  <a:lnTo>
                    <a:pt x="3329940" y="1057758"/>
                  </a:lnTo>
                  <a:lnTo>
                    <a:pt x="3285892" y="1132067"/>
                  </a:lnTo>
                  <a:lnTo>
                    <a:pt x="3241827" y="1206707"/>
                  </a:lnTo>
                  <a:lnTo>
                    <a:pt x="3197775" y="1281087"/>
                  </a:lnTo>
                  <a:lnTo>
                    <a:pt x="3153769" y="1354623"/>
                  </a:lnTo>
                  <a:lnTo>
                    <a:pt x="3109827" y="1426759"/>
                  </a:lnTo>
                  <a:lnTo>
                    <a:pt x="3065953" y="1496984"/>
                  </a:lnTo>
                  <a:lnTo>
                    <a:pt x="3022131" y="1564844"/>
                  </a:lnTo>
                  <a:lnTo>
                    <a:pt x="2978312" y="1629958"/>
                  </a:lnTo>
                  <a:lnTo>
                    <a:pt x="2934418" y="1692019"/>
                  </a:lnTo>
                  <a:lnTo>
                    <a:pt x="2890331" y="1750801"/>
                  </a:lnTo>
                  <a:lnTo>
                    <a:pt x="2845887" y="1806156"/>
                  </a:lnTo>
                  <a:lnTo>
                    <a:pt x="2800873" y="1858014"/>
                  </a:lnTo>
                  <a:lnTo>
                    <a:pt x="2755017" y="1906372"/>
                  </a:lnTo>
                  <a:lnTo>
                    <a:pt x="2707977" y="1951293"/>
                  </a:lnTo>
                  <a:lnTo>
                    <a:pt x="2702183" y="1956503"/>
                  </a:lnTo>
                  <a:lnTo>
                    <a:pt x="2650922" y="1999552"/>
                  </a:lnTo>
                  <a:lnTo>
                    <a:pt x="2597275" y="2038909"/>
                  </a:lnTo>
                  <a:lnTo>
                    <a:pt x="2540582" y="2074702"/>
                  </a:lnTo>
                  <a:lnTo>
                    <a:pt x="2480120" y="2107178"/>
                  </a:lnTo>
                  <a:lnTo>
                    <a:pt x="2415137" y="2136638"/>
                  </a:lnTo>
                  <a:lnTo>
                    <a:pt x="2344896" y="2163388"/>
                  </a:lnTo>
                  <a:lnTo>
                    <a:pt x="2268719" y="2187722"/>
                  </a:lnTo>
                  <a:lnTo>
                    <a:pt x="2186052" y="2209897"/>
                  </a:lnTo>
                  <a:lnTo>
                    <a:pt x="2096551" y="2230129"/>
                  </a:lnTo>
                  <a:lnTo>
                    <a:pt x="2000191" y="2248585"/>
                  </a:lnTo>
                  <a:lnTo>
                    <a:pt x="1897395" y="2265382"/>
                  </a:lnTo>
                  <a:lnTo>
                    <a:pt x="1789170" y="2280588"/>
                  </a:lnTo>
                  <a:lnTo>
                    <a:pt x="1677236" y="2294224"/>
                  </a:lnTo>
                  <a:lnTo>
                    <a:pt x="1564085" y="2306278"/>
                  </a:lnTo>
                  <a:lnTo>
                    <a:pt x="1452941" y="2316719"/>
                  </a:lnTo>
                  <a:lnTo>
                    <a:pt x="1347560" y="2325515"/>
                  </a:lnTo>
                  <a:lnTo>
                    <a:pt x="1251862" y="2332664"/>
                  </a:lnTo>
                  <a:lnTo>
                    <a:pt x="1169414" y="2338209"/>
                  </a:lnTo>
                  <a:lnTo>
                    <a:pt x="1102871" y="2342260"/>
                  </a:lnTo>
                  <a:lnTo>
                    <a:pt x="1053498" y="2344992"/>
                  </a:lnTo>
                  <a:lnTo>
                    <a:pt x="1020888" y="2346638"/>
                  </a:lnTo>
                  <a:lnTo>
                    <a:pt x="1002925" y="2347468"/>
                  </a:lnTo>
                  <a:lnTo>
                    <a:pt x="995945" y="2347764"/>
                  </a:lnTo>
                  <a:lnTo>
                    <a:pt x="994940" y="2347804"/>
                  </a:lnTo>
                  <a:lnTo>
                    <a:pt x="0" y="2347804"/>
                  </a:lnTo>
                  <a:lnTo>
                    <a:pt x="0" y="23478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5" name="pg1124"/>
            <p:cNvSpPr/>
            <p:nvPr/>
          </p:nvSpPr>
          <p:spPr>
            <a:xfrm>
              <a:off x="1199187" y="1257587"/>
              <a:ext cx="12049831" cy="2709407"/>
            </a:xfrm>
            <a:custGeom>
              <a:avLst/>
              <a:pathLst>
                <a:path w="12049831" h="2709407">
                  <a:moveTo>
                    <a:pt x="0" y="2709407"/>
                  </a:moveTo>
                  <a:lnTo>
                    <a:pt x="994940" y="2709407"/>
                  </a:lnTo>
                  <a:lnTo>
                    <a:pt x="996044" y="2709369"/>
                  </a:lnTo>
                  <a:lnTo>
                    <a:pt x="1003334" y="2709099"/>
                  </a:lnTo>
                  <a:lnTo>
                    <a:pt x="1021822" y="2708351"/>
                  </a:lnTo>
                  <a:lnTo>
                    <a:pt x="1055154" y="2706878"/>
                  </a:lnTo>
                  <a:lnTo>
                    <a:pt x="1105398" y="2704442"/>
                  </a:lnTo>
                  <a:lnTo>
                    <a:pt x="1172892" y="2700840"/>
                  </a:lnTo>
                  <a:lnTo>
                    <a:pt x="1256291" y="2695920"/>
                  </a:lnTo>
                  <a:lnTo>
                    <a:pt x="1352859" y="2689590"/>
                  </a:lnTo>
                  <a:lnTo>
                    <a:pt x="1458966" y="2681811"/>
                  </a:lnTo>
                  <a:lnTo>
                    <a:pt x="1570654" y="2672591"/>
                  </a:lnTo>
                  <a:lnTo>
                    <a:pt x="1684154" y="2661955"/>
                  </a:lnTo>
                  <a:lnTo>
                    <a:pt x="1796255" y="2649932"/>
                  </a:lnTo>
                  <a:lnTo>
                    <a:pt x="1904490" y="2636531"/>
                  </a:lnTo>
                  <a:lnTo>
                    <a:pt x="2007175" y="2621730"/>
                  </a:lnTo>
                  <a:lnTo>
                    <a:pt x="2103338" y="2605466"/>
                  </a:lnTo>
                  <a:lnTo>
                    <a:pt x="2192589" y="2587634"/>
                  </a:lnTo>
                  <a:lnTo>
                    <a:pt x="2274983" y="2568083"/>
                  </a:lnTo>
                  <a:lnTo>
                    <a:pt x="2350885" y="2546619"/>
                  </a:lnTo>
                  <a:lnTo>
                    <a:pt x="2420868" y="2523014"/>
                  </a:lnTo>
                  <a:lnTo>
                    <a:pt x="2485623" y="2497008"/>
                  </a:lnTo>
                  <a:lnTo>
                    <a:pt x="2545897" y="2468328"/>
                  </a:lnTo>
                  <a:lnTo>
                    <a:pt x="2602446" y="2436714"/>
                  </a:lnTo>
                  <a:lnTo>
                    <a:pt x="2655998" y="2401955"/>
                  </a:lnTo>
                  <a:lnTo>
                    <a:pt x="2702183" y="2367893"/>
                  </a:lnTo>
                  <a:lnTo>
                    <a:pt x="2751433" y="2327272"/>
                  </a:lnTo>
                  <a:lnTo>
                    <a:pt x="2799360" y="2283390"/>
                  </a:lnTo>
                  <a:lnTo>
                    <a:pt x="2846358" y="2236182"/>
                  </a:lnTo>
                  <a:lnTo>
                    <a:pt x="2892737" y="2185648"/>
                  </a:lnTo>
                  <a:lnTo>
                    <a:pt x="2938738" y="2131862"/>
                  </a:lnTo>
                  <a:lnTo>
                    <a:pt x="2984542" y="2074975"/>
                  </a:lnTo>
                  <a:lnTo>
                    <a:pt x="3030279" y="2015223"/>
                  </a:lnTo>
                  <a:lnTo>
                    <a:pt x="3076032" y="1952921"/>
                  </a:lnTo>
                  <a:lnTo>
                    <a:pt x="3121847" y="1888465"/>
                  </a:lnTo>
                  <a:lnTo>
                    <a:pt x="3167737" y="1822320"/>
                  </a:lnTo>
                  <a:lnTo>
                    <a:pt x="3213693" y="1755007"/>
                  </a:lnTo>
                  <a:lnTo>
                    <a:pt x="3259686" y="1687091"/>
                  </a:lnTo>
                  <a:lnTo>
                    <a:pt x="3305681" y="1619155"/>
                  </a:lnTo>
                  <a:lnTo>
                    <a:pt x="3351640" y="1551786"/>
                  </a:lnTo>
                  <a:lnTo>
                    <a:pt x="3397535" y="1485547"/>
                  </a:lnTo>
                  <a:lnTo>
                    <a:pt x="3443355" y="1420966"/>
                  </a:lnTo>
                  <a:lnTo>
                    <a:pt x="3489111" y="1358510"/>
                  </a:lnTo>
                  <a:lnTo>
                    <a:pt x="3534847" y="1298580"/>
                  </a:lnTo>
                  <a:lnTo>
                    <a:pt x="3580643" y="1241498"/>
                  </a:lnTo>
                  <a:lnTo>
                    <a:pt x="3626627" y="1187503"/>
                  </a:lnTo>
                  <a:lnTo>
                    <a:pt x="3672974" y="1136753"/>
                  </a:lnTo>
                  <a:lnTo>
                    <a:pt x="3719922" y="1089326"/>
                  </a:lnTo>
                  <a:lnTo>
                    <a:pt x="3767777" y="1045227"/>
                  </a:lnTo>
                  <a:lnTo>
                    <a:pt x="3816927" y="1004397"/>
                  </a:lnTo>
                  <a:lnTo>
                    <a:pt x="3820202" y="1001834"/>
                  </a:lnTo>
                  <a:lnTo>
                    <a:pt x="3871620" y="964155"/>
                  </a:lnTo>
                  <a:lnTo>
                    <a:pt x="3925440" y="929717"/>
                  </a:lnTo>
                  <a:lnTo>
                    <a:pt x="3982328" y="898406"/>
                  </a:lnTo>
                  <a:lnTo>
                    <a:pt x="4043015" y="870006"/>
                  </a:lnTo>
                  <a:lnTo>
                    <a:pt x="4108259" y="844252"/>
                  </a:lnTo>
                  <a:lnTo>
                    <a:pt x="4178804" y="820872"/>
                  </a:lnTo>
                  <a:lnTo>
                    <a:pt x="4255332" y="799609"/>
                  </a:lnTo>
                  <a:lnTo>
                    <a:pt x="4338397" y="780237"/>
                  </a:lnTo>
                  <a:lnTo>
                    <a:pt x="4428343" y="762568"/>
                  </a:lnTo>
                  <a:lnTo>
                    <a:pt x="4525183" y="746454"/>
                  </a:lnTo>
                  <a:lnTo>
                    <a:pt x="4628477" y="731795"/>
                  </a:lnTo>
                  <a:lnTo>
                    <a:pt x="4737187" y="718532"/>
                  </a:lnTo>
                  <a:lnTo>
                    <a:pt x="4849551" y="706647"/>
                  </a:lnTo>
                  <a:lnTo>
                    <a:pt x="4963026" y="696151"/>
                  </a:lnTo>
                  <a:lnTo>
                    <a:pt x="5074332" y="687073"/>
                  </a:lnTo>
                  <a:lnTo>
                    <a:pt x="5179663" y="679440"/>
                  </a:lnTo>
                  <a:lnTo>
                    <a:pt x="5275069" y="673253"/>
                  </a:lnTo>
                  <a:lnTo>
                    <a:pt x="5356983" y="668470"/>
                  </a:lnTo>
                  <a:lnTo>
                    <a:pt x="5422789" y="664993"/>
                  </a:lnTo>
                  <a:lnTo>
                    <a:pt x="5471299" y="662662"/>
                  </a:lnTo>
                  <a:lnTo>
                    <a:pt x="5503028" y="661272"/>
                  </a:lnTo>
                  <a:lnTo>
                    <a:pt x="5520210" y="660584"/>
                  </a:lnTo>
                  <a:lnTo>
                    <a:pt x="5526636" y="660347"/>
                  </a:lnTo>
                  <a:lnTo>
                    <a:pt x="5527445" y="660319"/>
                  </a:lnTo>
                  <a:lnTo>
                    <a:pt x="6522385" y="660319"/>
                  </a:lnTo>
                  <a:lnTo>
                    <a:pt x="6523519" y="660307"/>
                  </a:lnTo>
                  <a:lnTo>
                    <a:pt x="6530996" y="660218"/>
                  </a:lnTo>
                  <a:lnTo>
                    <a:pt x="6549946" y="659973"/>
                  </a:lnTo>
                  <a:lnTo>
                    <a:pt x="6584079" y="659489"/>
                  </a:lnTo>
                  <a:lnTo>
                    <a:pt x="6635463" y="658689"/>
                  </a:lnTo>
                  <a:lnTo>
                    <a:pt x="6704375" y="657508"/>
                  </a:lnTo>
                  <a:lnTo>
                    <a:pt x="6789356" y="655896"/>
                  </a:lnTo>
                  <a:lnTo>
                    <a:pt x="6887531" y="653823"/>
                  </a:lnTo>
                  <a:lnTo>
                    <a:pt x="6995133" y="651280"/>
                  </a:lnTo>
                  <a:lnTo>
                    <a:pt x="7108097" y="648267"/>
                  </a:lnTo>
                  <a:lnTo>
                    <a:pt x="7222592" y="644795"/>
                  </a:lnTo>
                  <a:lnTo>
                    <a:pt x="7335384" y="640873"/>
                  </a:lnTo>
                  <a:lnTo>
                    <a:pt x="7444025" y="636501"/>
                  </a:lnTo>
                  <a:lnTo>
                    <a:pt x="7546871" y="631673"/>
                  </a:lnTo>
                  <a:lnTo>
                    <a:pt x="7643001" y="626365"/>
                  </a:lnTo>
                  <a:lnTo>
                    <a:pt x="7732082" y="620541"/>
                  </a:lnTo>
                  <a:lnTo>
                    <a:pt x="7814220" y="614150"/>
                  </a:lnTo>
                  <a:lnTo>
                    <a:pt x="7889829" y="607126"/>
                  </a:lnTo>
                  <a:lnTo>
                    <a:pt x="7959520" y="599392"/>
                  </a:lnTo>
                  <a:lnTo>
                    <a:pt x="8024014" y="590863"/>
                  </a:lnTo>
                  <a:lnTo>
                    <a:pt x="8084084" y="581448"/>
                  </a:lnTo>
                  <a:lnTo>
                    <a:pt x="8140505" y="571064"/>
                  </a:lnTo>
                  <a:lnTo>
                    <a:pt x="8194011" y="559646"/>
                  </a:lnTo>
                  <a:lnTo>
                    <a:pt x="8229629" y="551140"/>
                  </a:lnTo>
                  <a:lnTo>
                    <a:pt x="8289170" y="535258"/>
                  </a:lnTo>
                  <a:lnTo>
                    <a:pt x="8346894" y="517834"/>
                  </a:lnTo>
                  <a:lnTo>
                    <a:pt x="8403455" y="498845"/>
                  </a:lnTo>
                  <a:lnTo>
                    <a:pt x="8459340" y="478311"/>
                  </a:lnTo>
                  <a:lnTo>
                    <a:pt x="8514897" y="456308"/>
                  </a:lnTo>
                  <a:lnTo>
                    <a:pt x="8570362" y="432967"/>
                  </a:lnTo>
                  <a:lnTo>
                    <a:pt x="8625873" y="408476"/>
                  </a:lnTo>
                  <a:lnTo>
                    <a:pt x="8681488" y="383078"/>
                  </a:lnTo>
                  <a:lnTo>
                    <a:pt x="8737206" y="357055"/>
                  </a:lnTo>
                  <a:lnTo>
                    <a:pt x="8792982" y="330726"/>
                  </a:lnTo>
                  <a:lnTo>
                    <a:pt x="8848753" y="304423"/>
                  </a:lnTo>
                  <a:lnTo>
                    <a:pt x="8904457" y="278478"/>
                  </a:lnTo>
                  <a:lnTo>
                    <a:pt x="8960055" y="253203"/>
                  </a:lnTo>
                  <a:lnTo>
                    <a:pt x="9015553" y="228877"/>
                  </a:lnTo>
                  <a:lnTo>
                    <a:pt x="9071021" y="205733"/>
                  </a:lnTo>
                  <a:lnTo>
                    <a:pt x="9126611" y="183952"/>
                  </a:lnTo>
                  <a:lnTo>
                    <a:pt x="9182575" y="163655"/>
                  </a:lnTo>
                  <a:lnTo>
                    <a:pt x="9239281" y="144909"/>
                  </a:lnTo>
                  <a:lnTo>
                    <a:pt x="9297240" y="127728"/>
                  </a:lnTo>
                  <a:lnTo>
                    <a:pt x="9347647" y="114420"/>
                  </a:lnTo>
                  <a:lnTo>
                    <a:pt x="9399529" y="102272"/>
                  </a:lnTo>
                  <a:lnTo>
                    <a:pt x="9453861" y="91179"/>
                  </a:lnTo>
                  <a:lnTo>
                    <a:pt x="9511329" y="81103"/>
                  </a:lnTo>
                  <a:lnTo>
                    <a:pt x="9572683" y="71971"/>
                  </a:lnTo>
                  <a:lnTo>
                    <a:pt x="9638701" y="63697"/>
                  </a:lnTo>
                  <a:lnTo>
                    <a:pt x="9710147" y="56191"/>
                  </a:lnTo>
                  <a:lnTo>
                    <a:pt x="9787716" y="49371"/>
                  </a:lnTo>
                  <a:lnTo>
                    <a:pt x="9871967" y="43161"/>
                  </a:lnTo>
                  <a:lnTo>
                    <a:pt x="9963232" y="37501"/>
                  </a:lnTo>
                  <a:lnTo>
                    <a:pt x="10061498" y="32345"/>
                  </a:lnTo>
                  <a:lnTo>
                    <a:pt x="10166264" y="27659"/>
                  </a:lnTo>
                  <a:lnTo>
                    <a:pt x="10276400" y="23427"/>
                  </a:lnTo>
                  <a:lnTo>
                    <a:pt x="10390018" y="19643"/>
                  </a:lnTo>
                  <a:lnTo>
                    <a:pt x="10504418" y="16312"/>
                  </a:lnTo>
                  <a:lnTo>
                    <a:pt x="10616154" y="13443"/>
                  </a:lnTo>
                  <a:lnTo>
                    <a:pt x="10721275" y="11046"/>
                  </a:lnTo>
                  <a:lnTo>
                    <a:pt x="10815745" y="9117"/>
                  </a:lnTo>
                  <a:lnTo>
                    <a:pt x="10896011" y="7642"/>
                  </a:lnTo>
                  <a:lnTo>
                    <a:pt x="10959586" y="6585"/>
                  </a:lnTo>
                  <a:lnTo>
                    <a:pt x="11005525" y="5891"/>
                  </a:lnTo>
                  <a:lnTo>
                    <a:pt x="11034664" y="5489"/>
                  </a:lnTo>
                  <a:lnTo>
                    <a:pt x="11049603" y="5301"/>
                  </a:lnTo>
                  <a:lnTo>
                    <a:pt x="11054511" y="524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8" y="12"/>
                  </a:lnTo>
                  <a:lnTo>
                    <a:pt x="11046281" y="101"/>
                  </a:lnTo>
                  <a:lnTo>
                    <a:pt x="11027330" y="346"/>
                  </a:lnTo>
                  <a:lnTo>
                    <a:pt x="10993198" y="830"/>
                  </a:lnTo>
                  <a:lnTo>
                    <a:pt x="10941814" y="1630"/>
                  </a:lnTo>
                  <a:lnTo>
                    <a:pt x="10872902" y="2811"/>
                  </a:lnTo>
                  <a:lnTo>
                    <a:pt x="10787921" y="4423"/>
                  </a:lnTo>
                  <a:lnTo>
                    <a:pt x="10689746" y="6495"/>
                  </a:lnTo>
                  <a:lnTo>
                    <a:pt x="10582144" y="9039"/>
                  </a:lnTo>
                  <a:lnTo>
                    <a:pt x="10469179" y="12052"/>
                  </a:lnTo>
                  <a:lnTo>
                    <a:pt x="10354685" y="15523"/>
                  </a:lnTo>
                  <a:lnTo>
                    <a:pt x="10241892" y="19446"/>
                  </a:lnTo>
                  <a:lnTo>
                    <a:pt x="10133251" y="23818"/>
                  </a:lnTo>
                  <a:lnTo>
                    <a:pt x="10030405" y="28646"/>
                  </a:lnTo>
                  <a:lnTo>
                    <a:pt x="9934275" y="33954"/>
                  </a:lnTo>
                  <a:lnTo>
                    <a:pt x="9845194" y="39778"/>
                  </a:lnTo>
                  <a:lnTo>
                    <a:pt x="9763056" y="46169"/>
                  </a:lnTo>
                  <a:lnTo>
                    <a:pt x="9687447" y="53193"/>
                  </a:lnTo>
                  <a:lnTo>
                    <a:pt x="9617757" y="60927"/>
                  </a:lnTo>
                  <a:lnTo>
                    <a:pt x="9553263" y="69456"/>
                  </a:lnTo>
                  <a:lnTo>
                    <a:pt x="9493193" y="78871"/>
                  </a:lnTo>
                  <a:lnTo>
                    <a:pt x="9436772" y="89255"/>
                  </a:lnTo>
                  <a:lnTo>
                    <a:pt x="9383265" y="100672"/>
                  </a:lnTo>
                  <a:lnTo>
                    <a:pt x="9347647" y="109179"/>
                  </a:lnTo>
                  <a:lnTo>
                    <a:pt x="9288106" y="125061"/>
                  </a:lnTo>
                  <a:lnTo>
                    <a:pt x="9230382" y="142485"/>
                  </a:lnTo>
                  <a:lnTo>
                    <a:pt x="9173821" y="161474"/>
                  </a:lnTo>
                  <a:lnTo>
                    <a:pt x="9117937" y="182008"/>
                  </a:lnTo>
                  <a:lnTo>
                    <a:pt x="9062379" y="204011"/>
                  </a:lnTo>
                  <a:lnTo>
                    <a:pt x="9006914" y="227352"/>
                  </a:lnTo>
                  <a:lnTo>
                    <a:pt x="8951404" y="251843"/>
                  </a:lnTo>
                  <a:lnTo>
                    <a:pt x="8895788" y="277241"/>
                  </a:lnTo>
                  <a:lnTo>
                    <a:pt x="8840071" y="303264"/>
                  </a:lnTo>
                  <a:lnTo>
                    <a:pt x="8784294" y="329593"/>
                  </a:lnTo>
                  <a:lnTo>
                    <a:pt x="8728523" y="355896"/>
                  </a:lnTo>
                  <a:lnTo>
                    <a:pt x="8672820" y="381841"/>
                  </a:lnTo>
                  <a:lnTo>
                    <a:pt x="8617222" y="407116"/>
                  </a:lnTo>
                  <a:lnTo>
                    <a:pt x="8561724" y="431442"/>
                  </a:lnTo>
                  <a:lnTo>
                    <a:pt x="8506256" y="454585"/>
                  </a:lnTo>
                  <a:lnTo>
                    <a:pt x="8450665" y="476367"/>
                  </a:lnTo>
                  <a:lnTo>
                    <a:pt x="8394702" y="496664"/>
                  </a:lnTo>
                  <a:lnTo>
                    <a:pt x="8337995" y="515410"/>
                  </a:lnTo>
                  <a:lnTo>
                    <a:pt x="8280036" y="532590"/>
                  </a:lnTo>
                  <a:lnTo>
                    <a:pt x="8229629" y="545899"/>
                  </a:lnTo>
                  <a:lnTo>
                    <a:pt x="8177748" y="558046"/>
                  </a:lnTo>
                  <a:lnTo>
                    <a:pt x="8123415" y="569140"/>
                  </a:lnTo>
                  <a:lnTo>
                    <a:pt x="8065948" y="579216"/>
                  </a:lnTo>
                  <a:lnTo>
                    <a:pt x="8004594" y="588348"/>
                  </a:lnTo>
                  <a:lnTo>
                    <a:pt x="7938575" y="596622"/>
                  </a:lnTo>
                  <a:lnTo>
                    <a:pt x="7867129" y="604128"/>
                  </a:lnTo>
                  <a:lnTo>
                    <a:pt x="7789561" y="610948"/>
                  </a:lnTo>
                  <a:lnTo>
                    <a:pt x="7705310" y="617158"/>
                  </a:lnTo>
                  <a:lnTo>
                    <a:pt x="7614044" y="622818"/>
                  </a:lnTo>
                  <a:lnTo>
                    <a:pt x="7515779" y="627974"/>
                  </a:lnTo>
                  <a:lnTo>
                    <a:pt x="7411013" y="632660"/>
                  </a:lnTo>
                  <a:lnTo>
                    <a:pt x="7300877" y="636892"/>
                  </a:lnTo>
                  <a:lnTo>
                    <a:pt x="7187259" y="640676"/>
                  </a:lnTo>
                  <a:lnTo>
                    <a:pt x="7072859" y="644007"/>
                  </a:lnTo>
                  <a:lnTo>
                    <a:pt x="6961122" y="646875"/>
                  </a:lnTo>
                  <a:lnTo>
                    <a:pt x="6856002" y="649273"/>
                  </a:lnTo>
                  <a:lnTo>
                    <a:pt x="6761531" y="651202"/>
                  </a:lnTo>
                  <a:lnTo>
                    <a:pt x="6681266" y="652677"/>
                  </a:lnTo>
                  <a:lnTo>
                    <a:pt x="6617691" y="653734"/>
                  </a:lnTo>
                  <a:lnTo>
                    <a:pt x="6571752" y="654428"/>
                  </a:lnTo>
                  <a:lnTo>
                    <a:pt x="6542612" y="654829"/>
                  </a:lnTo>
                  <a:lnTo>
                    <a:pt x="6527673" y="655018"/>
                  </a:lnTo>
                  <a:lnTo>
                    <a:pt x="6522765" y="655075"/>
                  </a:lnTo>
                  <a:lnTo>
                    <a:pt x="6522385" y="655079"/>
                  </a:lnTo>
                  <a:lnTo>
                    <a:pt x="5527445" y="655079"/>
                  </a:lnTo>
                  <a:lnTo>
                    <a:pt x="5526341" y="655117"/>
                  </a:lnTo>
                  <a:lnTo>
                    <a:pt x="5519051" y="655387"/>
                  </a:lnTo>
                  <a:lnTo>
                    <a:pt x="5500563" y="656135"/>
                  </a:lnTo>
                  <a:lnTo>
                    <a:pt x="5467231" y="657609"/>
                  </a:lnTo>
                  <a:lnTo>
                    <a:pt x="5416987" y="660045"/>
                  </a:lnTo>
                  <a:lnTo>
                    <a:pt x="5349493" y="663646"/>
                  </a:lnTo>
                  <a:lnTo>
                    <a:pt x="5266094" y="668566"/>
                  </a:lnTo>
                  <a:lnTo>
                    <a:pt x="5169526" y="674897"/>
                  </a:lnTo>
                  <a:lnTo>
                    <a:pt x="5063419" y="682675"/>
                  </a:lnTo>
                  <a:lnTo>
                    <a:pt x="4951731" y="691895"/>
                  </a:lnTo>
                  <a:lnTo>
                    <a:pt x="4838231" y="702531"/>
                  </a:lnTo>
                  <a:lnTo>
                    <a:pt x="4726130" y="714554"/>
                  </a:lnTo>
                  <a:lnTo>
                    <a:pt x="4617895" y="727955"/>
                  </a:lnTo>
                  <a:lnTo>
                    <a:pt x="4515210" y="742756"/>
                  </a:lnTo>
                  <a:lnTo>
                    <a:pt x="4419047" y="759020"/>
                  </a:lnTo>
                  <a:lnTo>
                    <a:pt x="4329796" y="776852"/>
                  </a:lnTo>
                  <a:lnTo>
                    <a:pt x="4247402" y="796403"/>
                  </a:lnTo>
                  <a:lnTo>
                    <a:pt x="4171500" y="817867"/>
                  </a:lnTo>
                  <a:lnTo>
                    <a:pt x="4101517" y="841472"/>
                  </a:lnTo>
                  <a:lnTo>
                    <a:pt x="4036762" y="867479"/>
                  </a:lnTo>
                  <a:lnTo>
                    <a:pt x="3976488" y="896158"/>
                  </a:lnTo>
                  <a:lnTo>
                    <a:pt x="3919939" y="927772"/>
                  </a:lnTo>
                  <a:lnTo>
                    <a:pt x="3866387" y="962531"/>
                  </a:lnTo>
                  <a:lnTo>
                    <a:pt x="3820202" y="996593"/>
                  </a:lnTo>
                  <a:lnTo>
                    <a:pt x="3770952" y="1037214"/>
                  </a:lnTo>
                  <a:lnTo>
                    <a:pt x="3723025" y="1081096"/>
                  </a:lnTo>
                  <a:lnTo>
                    <a:pt x="3676027" y="1128304"/>
                  </a:lnTo>
                  <a:lnTo>
                    <a:pt x="3629648" y="1178838"/>
                  </a:lnTo>
                  <a:lnTo>
                    <a:pt x="3583647" y="1232624"/>
                  </a:lnTo>
                  <a:lnTo>
                    <a:pt x="3537843" y="1289511"/>
                  </a:lnTo>
                  <a:lnTo>
                    <a:pt x="3492106" y="1349263"/>
                  </a:lnTo>
                  <a:lnTo>
                    <a:pt x="3446353" y="1411565"/>
                  </a:lnTo>
                  <a:lnTo>
                    <a:pt x="3400538" y="1476021"/>
                  </a:lnTo>
                  <a:lnTo>
                    <a:pt x="3354648" y="1542167"/>
                  </a:lnTo>
                  <a:lnTo>
                    <a:pt x="3308692" y="1609479"/>
                  </a:lnTo>
                  <a:lnTo>
                    <a:pt x="3262699" y="1677395"/>
                  </a:lnTo>
                  <a:lnTo>
                    <a:pt x="3216704" y="1745331"/>
                  </a:lnTo>
                  <a:lnTo>
                    <a:pt x="3170745" y="1812700"/>
                  </a:lnTo>
                  <a:lnTo>
                    <a:pt x="3124850" y="1878939"/>
                  </a:lnTo>
                  <a:lnTo>
                    <a:pt x="3079030" y="1943520"/>
                  </a:lnTo>
                  <a:lnTo>
                    <a:pt x="3033274" y="2005976"/>
                  </a:lnTo>
                  <a:lnTo>
                    <a:pt x="2987538" y="2065906"/>
                  </a:lnTo>
                  <a:lnTo>
                    <a:pt x="2941742" y="2122988"/>
                  </a:lnTo>
                  <a:lnTo>
                    <a:pt x="2895758" y="2176983"/>
                  </a:lnTo>
                  <a:lnTo>
                    <a:pt x="2849411" y="2227733"/>
                  </a:lnTo>
                  <a:lnTo>
                    <a:pt x="2802463" y="2275160"/>
                  </a:lnTo>
                  <a:lnTo>
                    <a:pt x="2754608" y="2319259"/>
                  </a:lnTo>
                  <a:lnTo>
                    <a:pt x="2705458" y="2360090"/>
                  </a:lnTo>
                  <a:lnTo>
                    <a:pt x="2702183" y="2362652"/>
                  </a:lnTo>
                  <a:lnTo>
                    <a:pt x="2650765" y="2400331"/>
                  </a:lnTo>
                  <a:lnTo>
                    <a:pt x="2596945" y="2434769"/>
                  </a:lnTo>
                  <a:lnTo>
                    <a:pt x="2540057" y="2466080"/>
                  </a:lnTo>
                  <a:lnTo>
                    <a:pt x="2479370" y="2494480"/>
                  </a:lnTo>
                  <a:lnTo>
                    <a:pt x="2414126" y="2520234"/>
                  </a:lnTo>
                  <a:lnTo>
                    <a:pt x="2343581" y="2543614"/>
                  </a:lnTo>
                  <a:lnTo>
                    <a:pt x="2267053" y="2564877"/>
                  </a:lnTo>
                  <a:lnTo>
                    <a:pt x="2183988" y="2584249"/>
                  </a:lnTo>
                  <a:lnTo>
                    <a:pt x="2094042" y="2601918"/>
                  </a:lnTo>
                  <a:lnTo>
                    <a:pt x="1997202" y="2618032"/>
                  </a:lnTo>
                  <a:lnTo>
                    <a:pt x="1893908" y="2632691"/>
                  </a:lnTo>
                  <a:lnTo>
                    <a:pt x="1785198" y="2645954"/>
                  </a:lnTo>
                  <a:lnTo>
                    <a:pt x="1672834" y="2657840"/>
                  </a:lnTo>
                  <a:lnTo>
                    <a:pt x="1559359" y="2668335"/>
                  </a:lnTo>
                  <a:lnTo>
                    <a:pt x="1448053" y="2677413"/>
                  </a:lnTo>
                  <a:lnTo>
                    <a:pt x="1342722" y="2685046"/>
                  </a:lnTo>
                  <a:lnTo>
                    <a:pt x="1247316" y="2691233"/>
                  </a:lnTo>
                  <a:lnTo>
                    <a:pt x="1165402" y="2696016"/>
                  </a:lnTo>
                  <a:lnTo>
                    <a:pt x="1099596" y="2699494"/>
                  </a:lnTo>
                  <a:lnTo>
                    <a:pt x="1051086" y="2701824"/>
                  </a:lnTo>
                  <a:lnTo>
                    <a:pt x="1019357" y="2703214"/>
                  </a:lnTo>
                  <a:lnTo>
                    <a:pt x="1002175" y="2703902"/>
                  </a:lnTo>
                  <a:lnTo>
                    <a:pt x="995749" y="2704139"/>
                  </a:lnTo>
                  <a:lnTo>
                    <a:pt x="994940" y="2704167"/>
                  </a:lnTo>
                  <a:lnTo>
                    <a:pt x="0" y="2704167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26" name="pl1125"/>
            <p:cNvSpPr/>
            <p:nvPr/>
          </p:nvSpPr>
          <p:spPr>
            <a:xfrm>
              <a:off x="1199187" y="1262828"/>
              <a:ext cx="12049831" cy="2704167"/>
            </a:xfrm>
            <a:custGeom>
              <a:avLst/>
              <a:pathLst>
                <a:path w="12049831" h="2704167">
                  <a:moveTo>
                    <a:pt x="0" y="2704167"/>
                  </a:moveTo>
                  <a:lnTo>
                    <a:pt x="994940" y="2704167"/>
                  </a:lnTo>
                  <a:lnTo>
                    <a:pt x="996044" y="2704129"/>
                  </a:lnTo>
                  <a:lnTo>
                    <a:pt x="1003334" y="2703858"/>
                  </a:lnTo>
                  <a:lnTo>
                    <a:pt x="1021822" y="2703110"/>
                  </a:lnTo>
                  <a:lnTo>
                    <a:pt x="1055154" y="2701637"/>
                  </a:lnTo>
                  <a:lnTo>
                    <a:pt x="1105398" y="2699201"/>
                  </a:lnTo>
                  <a:lnTo>
                    <a:pt x="1172892" y="2695599"/>
                  </a:lnTo>
                  <a:lnTo>
                    <a:pt x="1256291" y="2690679"/>
                  </a:lnTo>
                  <a:lnTo>
                    <a:pt x="1352859" y="2684349"/>
                  </a:lnTo>
                  <a:lnTo>
                    <a:pt x="1458966" y="2676571"/>
                  </a:lnTo>
                  <a:lnTo>
                    <a:pt x="1570654" y="2667350"/>
                  </a:lnTo>
                  <a:lnTo>
                    <a:pt x="1684154" y="2656715"/>
                  </a:lnTo>
                  <a:lnTo>
                    <a:pt x="1796255" y="2644692"/>
                  </a:lnTo>
                  <a:lnTo>
                    <a:pt x="1904490" y="2631291"/>
                  </a:lnTo>
                  <a:lnTo>
                    <a:pt x="2007175" y="2616489"/>
                  </a:lnTo>
                  <a:lnTo>
                    <a:pt x="2103338" y="2600226"/>
                  </a:lnTo>
                  <a:lnTo>
                    <a:pt x="2192589" y="2582393"/>
                  </a:lnTo>
                  <a:lnTo>
                    <a:pt x="2274983" y="2562842"/>
                  </a:lnTo>
                  <a:lnTo>
                    <a:pt x="2350885" y="2541379"/>
                  </a:lnTo>
                  <a:lnTo>
                    <a:pt x="2420868" y="2517773"/>
                  </a:lnTo>
                  <a:lnTo>
                    <a:pt x="2485623" y="2491767"/>
                  </a:lnTo>
                  <a:lnTo>
                    <a:pt x="2545897" y="2463088"/>
                  </a:lnTo>
                  <a:lnTo>
                    <a:pt x="2602446" y="2431474"/>
                  </a:lnTo>
                  <a:lnTo>
                    <a:pt x="2655998" y="2396715"/>
                  </a:lnTo>
                  <a:lnTo>
                    <a:pt x="2702183" y="2362652"/>
                  </a:lnTo>
                  <a:lnTo>
                    <a:pt x="2751433" y="2322032"/>
                  </a:lnTo>
                  <a:lnTo>
                    <a:pt x="2799360" y="2278150"/>
                  </a:lnTo>
                  <a:lnTo>
                    <a:pt x="2846358" y="2230941"/>
                  </a:lnTo>
                  <a:lnTo>
                    <a:pt x="2892737" y="2180407"/>
                  </a:lnTo>
                  <a:lnTo>
                    <a:pt x="2938738" y="2126621"/>
                  </a:lnTo>
                  <a:lnTo>
                    <a:pt x="2984542" y="2069735"/>
                  </a:lnTo>
                  <a:lnTo>
                    <a:pt x="3030279" y="2009982"/>
                  </a:lnTo>
                  <a:lnTo>
                    <a:pt x="3076032" y="1947680"/>
                  </a:lnTo>
                  <a:lnTo>
                    <a:pt x="3121847" y="1883224"/>
                  </a:lnTo>
                  <a:lnTo>
                    <a:pt x="3167737" y="1817079"/>
                  </a:lnTo>
                  <a:lnTo>
                    <a:pt x="3213693" y="1749766"/>
                  </a:lnTo>
                  <a:lnTo>
                    <a:pt x="3259686" y="1681850"/>
                  </a:lnTo>
                  <a:lnTo>
                    <a:pt x="3305681" y="1613915"/>
                  </a:lnTo>
                  <a:lnTo>
                    <a:pt x="3351640" y="1546545"/>
                  </a:lnTo>
                  <a:lnTo>
                    <a:pt x="3397535" y="1480307"/>
                  </a:lnTo>
                  <a:lnTo>
                    <a:pt x="3443355" y="1415725"/>
                  </a:lnTo>
                  <a:lnTo>
                    <a:pt x="3489111" y="1353269"/>
                  </a:lnTo>
                  <a:lnTo>
                    <a:pt x="3534847" y="1293339"/>
                  </a:lnTo>
                  <a:lnTo>
                    <a:pt x="3580643" y="1236257"/>
                  </a:lnTo>
                  <a:lnTo>
                    <a:pt x="3626627" y="1182262"/>
                  </a:lnTo>
                  <a:lnTo>
                    <a:pt x="3672974" y="1131512"/>
                  </a:lnTo>
                  <a:lnTo>
                    <a:pt x="3719922" y="1084085"/>
                  </a:lnTo>
                  <a:lnTo>
                    <a:pt x="3767777" y="1039987"/>
                  </a:lnTo>
                  <a:lnTo>
                    <a:pt x="3816927" y="999156"/>
                  </a:lnTo>
                  <a:lnTo>
                    <a:pt x="3820202" y="996593"/>
                  </a:lnTo>
                  <a:lnTo>
                    <a:pt x="3871620" y="958914"/>
                  </a:lnTo>
                  <a:lnTo>
                    <a:pt x="3925440" y="924476"/>
                  </a:lnTo>
                  <a:lnTo>
                    <a:pt x="3982328" y="893166"/>
                  </a:lnTo>
                  <a:lnTo>
                    <a:pt x="4043015" y="864766"/>
                  </a:lnTo>
                  <a:lnTo>
                    <a:pt x="4108259" y="839011"/>
                  </a:lnTo>
                  <a:lnTo>
                    <a:pt x="4178804" y="815631"/>
                  </a:lnTo>
                  <a:lnTo>
                    <a:pt x="4255332" y="794368"/>
                  </a:lnTo>
                  <a:lnTo>
                    <a:pt x="4338397" y="774997"/>
                  </a:lnTo>
                  <a:lnTo>
                    <a:pt x="4428343" y="757327"/>
                  </a:lnTo>
                  <a:lnTo>
                    <a:pt x="4525183" y="741214"/>
                  </a:lnTo>
                  <a:lnTo>
                    <a:pt x="4628477" y="726554"/>
                  </a:lnTo>
                  <a:lnTo>
                    <a:pt x="4737187" y="713291"/>
                  </a:lnTo>
                  <a:lnTo>
                    <a:pt x="4849551" y="701406"/>
                  </a:lnTo>
                  <a:lnTo>
                    <a:pt x="4963026" y="690910"/>
                  </a:lnTo>
                  <a:lnTo>
                    <a:pt x="5074332" y="681833"/>
                  </a:lnTo>
                  <a:lnTo>
                    <a:pt x="5179663" y="674199"/>
                  </a:lnTo>
                  <a:lnTo>
                    <a:pt x="5275069" y="668012"/>
                  </a:lnTo>
                  <a:lnTo>
                    <a:pt x="5356983" y="663229"/>
                  </a:lnTo>
                  <a:lnTo>
                    <a:pt x="5422789" y="659752"/>
                  </a:lnTo>
                  <a:lnTo>
                    <a:pt x="5471299" y="657422"/>
                  </a:lnTo>
                  <a:lnTo>
                    <a:pt x="5503028" y="656032"/>
                  </a:lnTo>
                  <a:lnTo>
                    <a:pt x="5520210" y="655343"/>
                  </a:lnTo>
                  <a:lnTo>
                    <a:pt x="5526636" y="655106"/>
                  </a:lnTo>
                  <a:lnTo>
                    <a:pt x="5527445" y="655079"/>
                  </a:lnTo>
                  <a:lnTo>
                    <a:pt x="6522385" y="655079"/>
                  </a:lnTo>
                  <a:lnTo>
                    <a:pt x="6523519" y="655066"/>
                  </a:lnTo>
                  <a:lnTo>
                    <a:pt x="6530996" y="654977"/>
                  </a:lnTo>
                  <a:lnTo>
                    <a:pt x="6549946" y="654732"/>
                  </a:lnTo>
                  <a:lnTo>
                    <a:pt x="6584079" y="654248"/>
                  </a:lnTo>
                  <a:lnTo>
                    <a:pt x="6635463" y="653449"/>
                  </a:lnTo>
                  <a:lnTo>
                    <a:pt x="6704375" y="652267"/>
                  </a:lnTo>
                  <a:lnTo>
                    <a:pt x="6789356" y="650655"/>
                  </a:lnTo>
                  <a:lnTo>
                    <a:pt x="6887531" y="648583"/>
                  </a:lnTo>
                  <a:lnTo>
                    <a:pt x="6995133" y="646039"/>
                  </a:lnTo>
                  <a:lnTo>
                    <a:pt x="7108097" y="643027"/>
                  </a:lnTo>
                  <a:lnTo>
                    <a:pt x="7222592" y="639555"/>
                  </a:lnTo>
                  <a:lnTo>
                    <a:pt x="7335384" y="635632"/>
                  </a:lnTo>
                  <a:lnTo>
                    <a:pt x="7444025" y="631261"/>
                  </a:lnTo>
                  <a:lnTo>
                    <a:pt x="7546871" y="626432"/>
                  </a:lnTo>
                  <a:lnTo>
                    <a:pt x="7643001" y="621124"/>
                  </a:lnTo>
                  <a:lnTo>
                    <a:pt x="7732082" y="615300"/>
                  </a:lnTo>
                  <a:lnTo>
                    <a:pt x="7814220" y="608909"/>
                  </a:lnTo>
                  <a:lnTo>
                    <a:pt x="7889829" y="601885"/>
                  </a:lnTo>
                  <a:lnTo>
                    <a:pt x="7959520" y="594152"/>
                  </a:lnTo>
                  <a:lnTo>
                    <a:pt x="8024014" y="585622"/>
                  </a:lnTo>
                  <a:lnTo>
                    <a:pt x="8084084" y="576207"/>
                  </a:lnTo>
                  <a:lnTo>
                    <a:pt x="8140505" y="565823"/>
                  </a:lnTo>
                  <a:lnTo>
                    <a:pt x="8194011" y="554406"/>
                  </a:lnTo>
                  <a:lnTo>
                    <a:pt x="8229629" y="545899"/>
                  </a:lnTo>
                  <a:lnTo>
                    <a:pt x="8289170" y="530017"/>
                  </a:lnTo>
                  <a:lnTo>
                    <a:pt x="8346894" y="512594"/>
                  </a:lnTo>
                  <a:lnTo>
                    <a:pt x="8403455" y="493604"/>
                  </a:lnTo>
                  <a:lnTo>
                    <a:pt x="8459340" y="473070"/>
                  </a:lnTo>
                  <a:lnTo>
                    <a:pt x="8514897" y="451067"/>
                  </a:lnTo>
                  <a:lnTo>
                    <a:pt x="8570362" y="427726"/>
                  </a:lnTo>
                  <a:lnTo>
                    <a:pt x="8625873" y="403236"/>
                  </a:lnTo>
                  <a:lnTo>
                    <a:pt x="8681488" y="377837"/>
                  </a:lnTo>
                  <a:lnTo>
                    <a:pt x="8737206" y="351815"/>
                  </a:lnTo>
                  <a:lnTo>
                    <a:pt x="8792982" y="325486"/>
                  </a:lnTo>
                  <a:lnTo>
                    <a:pt x="8848753" y="299183"/>
                  </a:lnTo>
                  <a:lnTo>
                    <a:pt x="8904457" y="273237"/>
                  </a:lnTo>
                  <a:lnTo>
                    <a:pt x="8960055" y="247962"/>
                  </a:lnTo>
                  <a:lnTo>
                    <a:pt x="9015553" y="223636"/>
                  </a:lnTo>
                  <a:lnTo>
                    <a:pt x="9071021" y="200493"/>
                  </a:lnTo>
                  <a:lnTo>
                    <a:pt x="9126611" y="178711"/>
                  </a:lnTo>
                  <a:lnTo>
                    <a:pt x="9182575" y="158414"/>
                  </a:lnTo>
                  <a:lnTo>
                    <a:pt x="9239281" y="139668"/>
                  </a:lnTo>
                  <a:lnTo>
                    <a:pt x="9297240" y="122488"/>
                  </a:lnTo>
                  <a:lnTo>
                    <a:pt x="9347647" y="109179"/>
                  </a:lnTo>
                  <a:lnTo>
                    <a:pt x="9399529" y="97032"/>
                  </a:lnTo>
                  <a:lnTo>
                    <a:pt x="9453861" y="85939"/>
                  </a:lnTo>
                  <a:lnTo>
                    <a:pt x="9511329" y="75862"/>
                  </a:lnTo>
                  <a:lnTo>
                    <a:pt x="9572683" y="66730"/>
                  </a:lnTo>
                  <a:lnTo>
                    <a:pt x="9638701" y="58456"/>
                  </a:lnTo>
                  <a:lnTo>
                    <a:pt x="9710147" y="50951"/>
                  </a:lnTo>
                  <a:lnTo>
                    <a:pt x="9787716" y="44130"/>
                  </a:lnTo>
                  <a:lnTo>
                    <a:pt x="9871967" y="37920"/>
                  </a:lnTo>
                  <a:lnTo>
                    <a:pt x="9963232" y="32261"/>
                  </a:lnTo>
                  <a:lnTo>
                    <a:pt x="10061498" y="27104"/>
                  </a:lnTo>
                  <a:lnTo>
                    <a:pt x="10166264" y="22419"/>
                  </a:lnTo>
                  <a:lnTo>
                    <a:pt x="10276400" y="18186"/>
                  </a:lnTo>
                  <a:lnTo>
                    <a:pt x="10390018" y="14402"/>
                  </a:lnTo>
                  <a:lnTo>
                    <a:pt x="10504418" y="11071"/>
                  </a:lnTo>
                  <a:lnTo>
                    <a:pt x="10616154" y="8203"/>
                  </a:lnTo>
                  <a:lnTo>
                    <a:pt x="10721275" y="5805"/>
                  </a:lnTo>
                  <a:lnTo>
                    <a:pt x="10815745" y="3877"/>
                  </a:lnTo>
                  <a:lnTo>
                    <a:pt x="10896011" y="2402"/>
                  </a:lnTo>
                  <a:lnTo>
                    <a:pt x="10959586" y="1345"/>
                  </a:lnTo>
                  <a:lnTo>
                    <a:pt x="11005525" y="650"/>
                  </a:lnTo>
                  <a:lnTo>
                    <a:pt x="11034664" y="249"/>
                  </a:lnTo>
                  <a:lnTo>
                    <a:pt x="11049603" y="60"/>
                  </a:lnTo>
                  <a:lnTo>
                    <a:pt x="11054511" y="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7" name="pl1126"/>
            <p:cNvSpPr/>
            <p:nvPr/>
          </p:nvSpPr>
          <p:spPr>
            <a:xfrm>
              <a:off x="1199187" y="1257587"/>
              <a:ext cx="12049831" cy="2704167"/>
            </a:xfrm>
            <a:custGeom>
              <a:avLst/>
              <a:pathLst>
                <a:path w="12049831" h="2704167">
                  <a:moveTo>
                    <a:pt x="12049831" y="0"/>
                  </a:moveTo>
                  <a:lnTo>
                    <a:pt x="11054891" y="0"/>
                  </a:lnTo>
                  <a:lnTo>
                    <a:pt x="11053758" y="12"/>
                  </a:lnTo>
                  <a:lnTo>
                    <a:pt x="11046281" y="101"/>
                  </a:lnTo>
                  <a:lnTo>
                    <a:pt x="11027330" y="346"/>
                  </a:lnTo>
                  <a:lnTo>
                    <a:pt x="10993198" y="830"/>
                  </a:lnTo>
                  <a:lnTo>
                    <a:pt x="10941814" y="1630"/>
                  </a:lnTo>
                  <a:lnTo>
                    <a:pt x="10872902" y="2811"/>
                  </a:lnTo>
                  <a:lnTo>
                    <a:pt x="10787921" y="4423"/>
                  </a:lnTo>
                  <a:lnTo>
                    <a:pt x="10689746" y="6495"/>
                  </a:lnTo>
                  <a:lnTo>
                    <a:pt x="10582144" y="9039"/>
                  </a:lnTo>
                  <a:lnTo>
                    <a:pt x="10469179" y="12052"/>
                  </a:lnTo>
                  <a:lnTo>
                    <a:pt x="10354685" y="15523"/>
                  </a:lnTo>
                  <a:lnTo>
                    <a:pt x="10241892" y="19446"/>
                  </a:lnTo>
                  <a:lnTo>
                    <a:pt x="10133251" y="23818"/>
                  </a:lnTo>
                  <a:lnTo>
                    <a:pt x="10030405" y="28646"/>
                  </a:lnTo>
                  <a:lnTo>
                    <a:pt x="9934275" y="33954"/>
                  </a:lnTo>
                  <a:lnTo>
                    <a:pt x="9845194" y="39778"/>
                  </a:lnTo>
                  <a:lnTo>
                    <a:pt x="9763056" y="46169"/>
                  </a:lnTo>
                  <a:lnTo>
                    <a:pt x="9687447" y="53193"/>
                  </a:lnTo>
                  <a:lnTo>
                    <a:pt x="9617757" y="60927"/>
                  </a:lnTo>
                  <a:lnTo>
                    <a:pt x="9553263" y="69456"/>
                  </a:lnTo>
                  <a:lnTo>
                    <a:pt x="9493193" y="78871"/>
                  </a:lnTo>
                  <a:lnTo>
                    <a:pt x="9436772" y="89255"/>
                  </a:lnTo>
                  <a:lnTo>
                    <a:pt x="9383265" y="100672"/>
                  </a:lnTo>
                  <a:lnTo>
                    <a:pt x="9347647" y="109179"/>
                  </a:lnTo>
                  <a:lnTo>
                    <a:pt x="9288106" y="125061"/>
                  </a:lnTo>
                  <a:lnTo>
                    <a:pt x="9230382" y="142485"/>
                  </a:lnTo>
                  <a:lnTo>
                    <a:pt x="9173821" y="161474"/>
                  </a:lnTo>
                  <a:lnTo>
                    <a:pt x="9117937" y="182008"/>
                  </a:lnTo>
                  <a:lnTo>
                    <a:pt x="9062379" y="204011"/>
                  </a:lnTo>
                  <a:lnTo>
                    <a:pt x="9006914" y="227352"/>
                  </a:lnTo>
                  <a:lnTo>
                    <a:pt x="8951404" y="251843"/>
                  </a:lnTo>
                  <a:lnTo>
                    <a:pt x="8895788" y="277241"/>
                  </a:lnTo>
                  <a:lnTo>
                    <a:pt x="8840071" y="303264"/>
                  </a:lnTo>
                  <a:lnTo>
                    <a:pt x="8784294" y="329593"/>
                  </a:lnTo>
                  <a:lnTo>
                    <a:pt x="8728523" y="355896"/>
                  </a:lnTo>
                  <a:lnTo>
                    <a:pt x="8672820" y="381841"/>
                  </a:lnTo>
                  <a:lnTo>
                    <a:pt x="8617222" y="407116"/>
                  </a:lnTo>
                  <a:lnTo>
                    <a:pt x="8561724" y="431442"/>
                  </a:lnTo>
                  <a:lnTo>
                    <a:pt x="8506256" y="454585"/>
                  </a:lnTo>
                  <a:lnTo>
                    <a:pt x="8450665" y="476367"/>
                  </a:lnTo>
                  <a:lnTo>
                    <a:pt x="8394702" y="496664"/>
                  </a:lnTo>
                  <a:lnTo>
                    <a:pt x="8337995" y="515410"/>
                  </a:lnTo>
                  <a:lnTo>
                    <a:pt x="8280036" y="532590"/>
                  </a:lnTo>
                  <a:lnTo>
                    <a:pt x="8229629" y="545899"/>
                  </a:lnTo>
                  <a:lnTo>
                    <a:pt x="8177748" y="558046"/>
                  </a:lnTo>
                  <a:lnTo>
                    <a:pt x="8123415" y="569140"/>
                  </a:lnTo>
                  <a:lnTo>
                    <a:pt x="8065948" y="579216"/>
                  </a:lnTo>
                  <a:lnTo>
                    <a:pt x="8004594" y="588348"/>
                  </a:lnTo>
                  <a:lnTo>
                    <a:pt x="7938575" y="596622"/>
                  </a:lnTo>
                  <a:lnTo>
                    <a:pt x="7867129" y="604128"/>
                  </a:lnTo>
                  <a:lnTo>
                    <a:pt x="7789561" y="610948"/>
                  </a:lnTo>
                  <a:lnTo>
                    <a:pt x="7705310" y="617158"/>
                  </a:lnTo>
                  <a:lnTo>
                    <a:pt x="7614044" y="622818"/>
                  </a:lnTo>
                  <a:lnTo>
                    <a:pt x="7515779" y="627974"/>
                  </a:lnTo>
                  <a:lnTo>
                    <a:pt x="7411013" y="632660"/>
                  </a:lnTo>
                  <a:lnTo>
                    <a:pt x="7300877" y="636892"/>
                  </a:lnTo>
                  <a:lnTo>
                    <a:pt x="7187259" y="640676"/>
                  </a:lnTo>
                  <a:lnTo>
                    <a:pt x="7072859" y="644007"/>
                  </a:lnTo>
                  <a:lnTo>
                    <a:pt x="6961122" y="646875"/>
                  </a:lnTo>
                  <a:lnTo>
                    <a:pt x="6856002" y="649273"/>
                  </a:lnTo>
                  <a:lnTo>
                    <a:pt x="6761531" y="651202"/>
                  </a:lnTo>
                  <a:lnTo>
                    <a:pt x="6681266" y="652677"/>
                  </a:lnTo>
                  <a:lnTo>
                    <a:pt x="6617691" y="653734"/>
                  </a:lnTo>
                  <a:lnTo>
                    <a:pt x="6571752" y="654428"/>
                  </a:lnTo>
                  <a:lnTo>
                    <a:pt x="6542612" y="654829"/>
                  </a:lnTo>
                  <a:lnTo>
                    <a:pt x="6527673" y="655018"/>
                  </a:lnTo>
                  <a:lnTo>
                    <a:pt x="6522765" y="655075"/>
                  </a:lnTo>
                  <a:lnTo>
                    <a:pt x="6522385" y="655079"/>
                  </a:lnTo>
                  <a:lnTo>
                    <a:pt x="5527445" y="655079"/>
                  </a:lnTo>
                  <a:lnTo>
                    <a:pt x="5526341" y="655117"/>
                  </a:lnTo>
                  <a:lnTo>
                    <a:pt x="5519051" y="655387"/>
                  </a:lnTo>
                  <a:lnTo>
                    <a:pt x="5500563" y="656135"/>
                  </a:lnTo>
                  <a:lnTo>
                    <a:pt x="5467231" y="657609"/>
                  </a:lnTo>
                  <a:lnTo>
                    <a:pt x="5416987" y="660045"/>
                  </a:lnTo>
                  <a:lnTo>
                    <a:pt x="5349493" y="663646"/>
                  </a:lnTo>
                  <a:lnTo>
                    <a:pt x="5266094" y="668566"/>
                  </a:lnTo>
                  <a:lnTo>
                    <a:pt x="5169526" y="674897"/>
                  </a:lnTo>
                  <a:lnTo>
                    <a:pt x="5063419" y="682675"/>
                  </a:lnTo>
                  <a:lnTo>
                    <a:pt x="4951731" y="691895"/>
                  </a:lnTo>
                  <a:lnTo>
                    <a:pt x="4838231" y="702531"/>
                  </a:lnTo>
                  <a:lnTo>
                    <a:pt x="4726130" y="714554"/>
                  </a:lnTo>
                  <a:lnTo>
                    <a:pt x="4617895" y="727955"/>
                  </a:lnTo>
                  <a:lnTo>
                    <a:pt x="4515210" y="742756"/>
                  </a:lnTo>
                  <a:lnTo>
                    <a:pt x="4419047" y="759020"/>
                  </a:lnTo>
                  <a:lnTo>
                    <a:pt x="4329796" y="776852"/>
                  </a:lnTo>
                  <a:lnTo>
                    <a:pt x="4247402" y="796403"/>
                  </a:lnTo>
                  <a:lnTo>
                    <a:pt x="4171500" y="817867"/>
                  </a:lnTo>
                  <a:lnTo>
                    <a:pt x="4101517" y="841472"/>
                  </a:lnTo>
                  <a:lnTo>
                    <a:pt x="4036762" y="867479"/>
                  </a:lnTo>
                  <a:lnTo>
                    <a:pt x="3976488" y="896158"/>
                  </a:lnTo>
                  <a:lnTo>
                    <a:pt x="3919939" y="927772"/>
                  </a:lnTo>
                  <a:lnTo>
                    <a:pt x="3866387" y="962531"/>
                  </a:lnTo>
                  <a:lnTo>
                    <a:pt x="3820202" y="996593"/>
                  </a:lnTo>
                  <a:lnTo>
                    <a:pt x="3770952" y="1037214"/>
                  </a:lnTo>
                  <a:lnTo>
                    <a:pt x="3723025" y="1081096"/>
                  </a:lnTo>
                  <a:lnTo>
                    <a:pt x="3676027" y="1128304"/>
                  </a:lnTo>
                  <a:lnTo>
                    <a:pt x="3629648" y="1178838"/>
                  </a:lnTo>
                  <a:lnTo>
                    <a:pt x="3583647" y="1232624"/>
                  </a:lnTo>
                  <a:lnTo>
                    <a:pt x="3537843" y="1289511"/>
                  </a:lnTo>
                  <a:lnTo>
                    <a:pt x="3492106" y="1349263"/>
                  </a:lnTo>
                  <a:lnTo>
                    <a:pt x="3446353" y="1411565"/>
                  </a:lnTo>
                  <a:lnTo>
                    <a:pt x="3400538" y="1476021"/>
                  </a:lnTo>
                  <a:lnTo>
                    <a:pt x="3354648" y="1542167"/>
                  </a:lnTo>
                  <a:lnTo>
                    <a:pt x="3308692" y="1609479"/>
                  </a:lnTo>
                  <a:lnTo>
                    <a:pt x="3262699" y="1677395"/>
                  </a:lnTo>
                  <a:lnTo>
                    <a:pt x="3216704" y="1745331"/>
                  </a:lnTo>
                  <a:lnTo>
                    <a:pt x="3170745" y="1812700"/>
                  </a:lnTo>
                  <a:lnTo>
                    <a:pt x="3124850" y="1878939"/>
                  </a:lnTo>
                  <a:lnTo>
                    <a:pt x="3079030" y="1943520"/>
                  </a:lnTo>
                  <a:lnTo>
                    <a:pt x="3033274" y="2005976"/>
                  </a:lnTo>
                  <a:lnTo>
                    <a:pt x="2987538" y="2065906"/>
                  </a:lnTo>
                  <a:lnTo>
                    <a:pt x="2941742" y="2122988"/>
                  </a:lnTo>
                  <a:lnTo>
                    <a:pt x="2895758" y="2176983"/>
                  </a:lnTo>
                  <a:lnTo>
                    <a:pt x="2849411" y="2227733"/>
                  </a:lnTo>
                  <a:lnTo>
                    <a:pt x="2802463" y="2275160"/>
                  </a:lnTo>
                  <a:lnTo>
                    <a:pt x="2754608" y="2319259"/>
                  </a:lnTo>
                  <a:lnTo>
                    <a:pt x="2705458" y="2360090"/>
                  </a:lnTo>
                  <a:lnTo>
                    <a:pt x="2702183" y="2362652"/>
                  </a:lnTo>
                  <a:lnTo>
                    <a:pt x="2650765" y="2400331"/>
                  </a:lnTo>
                  <a:lnTo>
                    <a:pt x="2596945" y="2434769"/>
                  </a:lnTo>
                  <a:lnTo>
                    <a:pt x="2540057" y="2466080"/>
                  </a:lnTo>
                  <a:lnTo>
                    <a:pt x="2479370" y="2494480"/>
                  </a:lnTo>
                  <a:lnTo>
                    <a:pt x="2414126" y="2520234"/>
                  </a:lnTo>
                  <a:lnTo>
                    <a:pt x="2343581" y="2543614"/>
                  </a:lnTo>
                  <a:lnTo>
                    <a:pt x="2267053" y="2564877"/>
                  </a:lnTo>
                  <a:lnTo>
                    <a:pt x="2183988" y="2584249"/>
                  </a:lnTo>
                  <a:lnTo>
                    <a:pt x="2094042" y="2601918"/>
                  </a:lnTo>
                  <a:lnTo>
                    <a:pt x="1997202" y="2618032"/>
                  </a:lnTo>
                  <a:lnTo>
                    <a:pt x="1893908" y="2632691"/>
                  </a:lnTo>
                  <a:lnTo>
                    <a:pt x="1785198" y="2645954"/>
                  </a:lnTo>
                  <a:lnTo>
                    <a:pt x="1672834" y="2657840"/>
                  </a:lnTo>
                  <a:lnTo>
                    <a:pt x="1559359" y="2668335"/>
                  </a:lnTo>
                  <a:lnTo>
                    <a:pt x="1448053" y="2677413"/>
                  </a:lnTo>
                  <a:lnTo>
                    <a:pt x="1342722" y="2685046"/>
                  </a:lnTo>
                  <a:lnTo>
                    <a:pt x="1247316" y="2691233"/>
                  </a:lnTo>
                  <a:lnTo>
                    <a:pt x="1165402" y="2696016"/>
                  </a:lnTo>
                  <a:lnTo>
                    <a:pt x="1099596" y="2699494"/>
                  </a:lnTo>
                  <a:lnTo>
                    <a:pt x="1051086" y="2701824"/>
                  </a:lnTo>
                  <a:lnTo>
                    <a:pt x="1019357" y="2703214"/>
                  </a:lnTo>
                  <a:lnTo>
                    <a:pt x="1002175" y="2703902"/>
                  </a:lnTo>
                  <a:lnTo>
                    <a:pt x="995749" y="2704139"/>
                  </a:lnTo>
                  <a:lnTo>
                    <a:pt x="994940" y="2704167"/>
                  </a:lnTo>
                  <a:lnTo>
                    <a:pt x="0" y="2704167"/>
                  </a:lnTo>
                  <a:lnTo>
                    <a:pt x="0" y="27041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8" name="pg1127"/>
            <p:cNvSpPr/>
            <p:nvPr/>
          </p:nvSpPr>
          <p:spPr>
            <a:xfrm>
              <a:off x="1199187" y="1671597"/>
              <a:ext cx="12049831" cy="2300638"/>
            </a:xfrm>
            <a:custGeom>
              <a:avLst/>
              <a:pathLst>
                <a:path w="12049831" h="2300638">
                  <a:moveTo>
                    <a:pt x="0" y="2300638"/>
                  </a:moveTo>
                  <a:lnTo>
                    <a:pt x="994940" y="2300638"/>
                  </a:lnTo>
                  <a:lnTo>
                    <a:pt x="996045" y="2300600"/>
                  </a:lnTo>
                  <a:lnTo>
                    <a:pt x="1003340" y="2300333"/>
                  </a:lnTo>
                  <a:lnTo>
                    <a:pt x="1021841" y="2299594"/>
                  </a:lnTo>
                  <a:lnTo>
                    <a:pt x="1055195" y="2298139"/>
                  </a:lnTo>
                  <a:lnTo>
                    <a:pt x="1105470" y="2295732"/>
                  </a:lnTo>
                  <a:lnTo>
                    <a:pt x="1173003" y="2292174"/>
                  </a:lnTo>
                  <a:lnTo>
                    <a:pt x="1256446" y="2287314"/>
                  </a:lnTo>
                  <a:lnTo>
                    <a:pt x="1353059" y="2281060"/>
                  </a:lnTo>
                  <a:lnTo>
                    <a:pt x="1459207" y="2273376"/>
                  </a:lnTo>
                  <a:lnTo>
                    <a:pt x="1570931" y="2264268"/>
                  </a:lnTo>
                  <a:lnTo>
                    <a:pt x="1684459" y="2253763"/>
                  </a:lnTo>
                  <a:lnTo>
                    <a:pt x="1796579" y="2241886"/>
                  </a:lnTo>
                  <a:lnTo>
                    <a:pt x="1904826" y="2228649"/>
                  </a:lnTo>
                  <a:lnTo>
                    <a:pt x="2007516" y="2214029"/>
                  </a:lnTo>
                  <a:lnTo>
                    <a:pt x="2103678" y="2197964"/>
                  </a:lnTo>
                  <a:lnTo>
                    <a:pt x="2192925" y="2180350"/>
                  </a:lnTo>
                  <a:lnTo>
                    <a:pt x="2275311" y="2161036"/>
                  </a:lnTo>
                  <a:lnTo>
                    <a:pt x="2351206" y="2139834"/>
                  </a:lnTo>
                  <a:lnTo>
                    <a:pt x="2421181" y="2116514"/>
                  </a:lnTo>
                  <a:lnTo>
                    <a:pt x="2485928" y="2090822"/>
                  </a:lnTo>
                  <a:lnTo>
                    <a:pt x="2546196" y="2062489"/>
                  </a:lnTo>
                  <a:lnTo>
                    <a:pt x="2602742" y="2031256"/>
                  </a:lnTo>
                  <a:lnTo>
                    <a:pt x="2656293" y="1996915"/>
                  </a:lnTo>
                  <a:lnTo>
                    <a:pt x="2702183" y="1963490"/>
                  </a:lnTo>
                  <a:lnTo>
                    <a:pt x="2751620" y="1923229"/>
                  </a:lnTo>
                  <a:lnTo>
                    <a:pt x="2799724" y="1879723"/>
                  </a:lnTo>
                  <a:lnTo>
                    <a:pt x="2846895" y="1832908"/>
                  </a:lnTo>
                  <a:lnTo>
                    <a:pt x="2893446" y="1782784"/>
                  </a:lnTo>
                  <a:lnTo>
                    <a:pt x="2939619" y="1729427"/>
                  </a:lnTo>
                  <a:lnTo>
                    <a:pt x="2985597" y="1672990"/>
                  </a:lnTo>
                  <a:lnTo>
                    <a:pt x="3031509" y="1613708"/>
                  </a:lnTo>
                  <a:lnTo>
                    <a:pt x="3077439" y="1551899"/>
                  </a:lnTo>
                  <a:lnTo>
                    <a:pt x="3123432" y="1487961"/>
                  </a:lnTo>
                  <a:lnTo>
                    <a:pt x="3169502" y="1422359"/>
                  </a:lnTo>
                  <a:lnTo>
                    <a:pt x="3215636" y="1355617"/>
                  </a:lnTo>
                  <a:lnTo>
                    <a:pt x="3261807" y="1288299"/>
                  </a:lnTo>
                  <a:lnTo>
                    <a:pt x="3307977" y="1220988"/>
                  </a:lnTo>
                  <a:lnTo>
                    <a:pt x="3354110" y="1154270"/>
                  </a:lnTo>
                  <a:lnTo>
                    <a:pt x="3400177" y="1088706"/>
                  </a:lnTo>
                  <a:lnTo>
                    <a:pt x="3446169" y="1024818"/>
                  </a:lnTo>
                  <a:lnTo>
                    <a:pt x="3492097" y="963072"/>
                  </a:lnTo>
                  <a:lnTo>
                    <a:pt x="3538010" y="903862"/>
                  </a:lnTo>
                  <a:lnTo>
                    <a:pt x="3583991" y="847504"/>
                  </a:lnTo>
                  <a:lnTo>
                    <a:pt x="3630172" y="794231"/>
                  </a:lnTo>
                  <a:lnTo>
                    <a:pt x="3676735" y="744195"/>
                  </a:lnTo>
                  <a:lnTo>
                    <a:pt x="3723927" y="697468"/>
                  </a:lnTo>
                  <a:lnTo>
                    <a:pt x="3772061" y="654049"/>
                  </a:lnTo>
                  <a:lnTo>
                    <a:pt x="3820202" y="614901"/>
                  </a:lnTo>
                  <a:lnTo>
                    <a:pt x="3871632" y="577694"/>
                  </a:lnTo>
                  <a:lnTo>
                    <a:pt x="3925467" y="543689"/>
                  </a:lnTo>
                  <a:lnTo>
                    <a:pt x="3982371" y="512774"/>
                  </a:lnTo>
                  <a:lnTo>
                    <a:pt x="4043077" y="484732"/>
                  </a:lnTo>
                  <a:lnTo>
                    <a:pt x="4108342" y="459304"/>
                  </a:lnTo>
                  <a:lnTo>
                    <a:pt x="4178911" y="436220"/>
                  </a:lnTo>
                  <a:lnTo>
                    <a:pt x="4255468" y="415227"/>
                  </a:lnTo>
                  <a:lnTo>
                    <a:pt x="4338567" y="396102"/>
                  </a:lnTo>
                  <a:lnTo>
                    <a:pt x="4428548" y="378657"/>
                  </a:lnTo>
                  <a:lnTo>
                    <a:pt x="4525428" y="362749"/>
                  </a:lnTo>
                  <a:lnTo>
                    <a:pt x="4628763" y="348278"/>
                  </a:lnTo>
                  <a:lnTo>
                    <a:pt x="4737512" y="335185"/>
                  </a:lnTo>
                  <a:lnTo>
                    <a:pt x="4849911" y="323453"/>
                  </a:lnTo>
                  <a:lnTo>
                    <a:pt x="4963413" y="313093"/>
                  </a:lnTo>
                  <a:lnTo>
                    <a:pt x="5074732" y="304135"/>
                  </a:lnTo>
                  <a:lnTo>
                    <a:pt x="5180059" y="296603"/>
                  </a:lnTo>
                  <a:lnTo>
                    <a:pt x="5275440" y="290499"/>
                  </a:lnTo>
                  <a:lnTo>
                    <a:pt x="5357309" y="285782"/>
                  </a:lnTo>
                  <a:lnTo>
                    <a:pt x="5423054" y="282353"/>
                  </a:lnTo>
                  <a:lnTo>
                    <a:pt x="5471494" y="280057"/>
                  </a:lnTo>
                  <a:lnTo>
                    <a:pt x="5503151" y="278689"/>
                  </a:lnTo>
                  <a:lnTo>
                    <a:pt x="5520269" y="278012"/>
                  </a:lnTo>
                  <a:lnTo>
                    <a:pt x="5526651" y="277780"/>
                  </a:lnTo>
                  <a:lnTo>
                    <a:pt x="5527445" y="277753"/>
                  </a:lnTo>
                  <a:lnTo>
                    <a:pt x="6522385" y="277753"/>
                  </a:lnTo>
                  <a:lnTo>
                    <a:pt x="6523521" y="277748"/>
                  </a:lnTo>
                  <a:lnTo>
                    <a:pt x="6531017" y="277711"/>
                  </a:lnTo>
                  <a:lnTo>
                    <a:pt x="6550012" y="277608"/>
                  </a:lnTo>
                  <a:lnTo>
                    <a:pt x="6584222" y="277407"/>
                  </a:lnTo>
                  <a:lnTo>
                    <a:pt x="6635717" y="277073"/>
                  </a:lnTo>
                  <a:lnTo>
                    <a:pt x="6704767" y="276581"/>
                  </a:lnTo>
                  <a:lnTo>
                    <a:pt x="6789900" y="275908"/>
                  </a:lnTo>
                  <a:lnTo>
                    <a:pt x="6888230" y="275044"/>
                  </a:lnTo>
                  <a:lnTo>
                    <a:pt x="6995975" y="273984"/>
                  </a:lnTo>
                  <a:lnTo>
                    <a:pt x="7109062" y="272728"/>
                  </a:lnTo>
                  <a:lnTo>
                    <a:pt x="7223651" y="271281"/>
                  </a:lnTo>
                  <a:lnTo>
                    <a:pt x="7336509" y="269646"/>
                  </a:lnTo>
                  <a:lnTo>
                    <a:pt x="7445187" y="267824"/>
                  </a:lnTo>
                  <a:lnTo>
                    <a:pt x="7548047" y="265811"/>
                  </a:lnTo>
                  <a:lnTo>
                    <a:pt x="7644173" y="263599"/>
                  </a:lnTo>
                  <a:lnTo>
                    <a:pt x="7733237" y="261171"/>
                  </a:lnTo>
                  <a:lnTo>
                    <a:pt x="7815350" y="258507"/>
                  </a:lnTo>
                  <a:lnTo>
                    <a:pt x="7890930" y="255578"/>
                  </a:lnTo>
                  <a:lnTo>
                    <a:pt x="7960593" y="252353"/>
                  </a:lnTo>
                  <a:lnTo>
                    <a:pt x="8025062" y="248796"/>
                  </a:lnTo>
                  <a:lnTo>
                    <a:pt x="8085113" y="244870"/>
                  </a:lnTo>
                  <a:lnTo>
                    <a:pt x="8141523" y="240539"/>
                  </a:lnTo>
                  <a:lnTo>
                    <a:pt x="8195025" y="235777"/>
                  </a:lnTo>
                  <a:lnTo>
                    <a:pt x="8229629" y="232334"/>
                  </a:lnTo>
                  <a:lnTo>
                    <a:pt x="8290890" y="225523"/>
                  </a:lnTo>
                  <a:lnTo>
                    <a:pt x="8350248" y="218033"/>
                  </a:lnTo>
                  <a:lnTo>
                    <a:pt x="8408407" y="209852"/>
                  </a:lnTo>
                  <a:lnTo>
                    <a:pt x="8465887" y="200992"/>
                  </a:lnTo>
                  <a:lnTo>
                    <a:pt x="8523055" y="191490"/>
                  </a:lnTo>
                  <a:lnTo>
                    <a:pt x="8580152" y="181409"/>
                  </a:lnTo>
                  <a:lnTo>
                    <a:pt x="8637313" y="170838"/>
                  </a:lnTo>
                  <a:lnTo>
                    <a:pt x="8694589" y="159892"/>
                  </a:lnTo>
                  <a:lnTo>
                    <a:pt x="8751966" y="148703"/>
                  </a:lnTo>
                  <a:lnTo>
                    <a:pt x="8809388" y="137417"/>
                  </a:lnTo>
                  <a:lnTo>
                    <a:pt x="8866784" y="126186"/>
                  </a:lnTo>
                  <a:lnTo>
                    <a:pt x="8924091" y="115158"/>
                  </a:lnTo>
                  <a:lnTo>
                    <a:pt x="8981283" y="104471"/>
                  </a:lnTo>
                  <a:lnTo>
                    <a:pt x="9038388" y="94245"/>
                  </a:lnTo>
                  <a:lnTo>
                    <a:pt x="9095517" y="84575"/>
                  </a:lnTo>
                  <a:lnTo>
                    <a:pt x="9152879" y="75532"/>
                  </a:lnTo>
                  <a:lnTo>
                    <a:pt x="9210805" y="67160"/>
                  </a:lnTo>
                  <a:lnTo>
                    <a:pt x="9269769" y="59478"/>
                  </a:lnTo>
                  <a:lnTo>
                    <a:pt x="9330419" y="52481"/>
                  </a:lnTo>
                  <a:lnTo>
                    <a:pt x="9347647" y="50659"/>
                  </a:lnTo>
                  <a:lnTo>
                    <a:pt x="9399574" y="45602"/>
                  </a:lnTo>
                  <a:lnTo>
                    <a:pt x="9453956" y="40983"/>
                  </a:lnTo>
                  <a:lnTo>
                    <a:pt x="9511479" y="36789"/>
                  </a:lnTo>
                  <a:lnTo>
                    <a:pt x="9572897" y="32988"/>
                  </a:lnTo>
                  <a:lnTo>
                    <a:pt x="9638991" y="29544"/>
                  </a:lnTo>
                  <a:lnTo>
                    <a:pt x="9710524" y="26421"/>
                  </a:lnTo>
                  <a:lnTo>
                    <a:pt x="9788193" y="23582"/>
                  </a:lnTo>
                  <a:lnTo>
                    <a:pt x="9872559" y="20999"/>
                  </a:lnTo>
                  <a:lnTo>
                    <a:pt x="9963952" y="18644"/>
                  </a:lnTo>
                  <a:lnTo>
                    <a:pt x="10062356" y="16498"/>
                  </a:lnTo>
                  <a:lnTo>
                    <a:pt x="10167264" y="14549"/>
                  </a:lnTo>
                  <a:lnTo>
                    <a:pt x="10277537" y="12789"/>
                  </a:lnTo>
                  <a:lnTo>
                    <a:pt x="10391274" y="11215"/>
                  </a:lnTo>
                  <a:lnTo>
                    <a:pt x="10505761" y="9831"/>
                  </a:lnTo>
                  <a:lnTo>
                    <a:pt x="10617535" y="8639"/>
                  </a:lnTo>
                  <a:lnTo>
                    <a:pt x="10722630" y="7643"/>
                  </a:lnTo>
                  <a:lnTo>
                    <a:pt x="10817004" y="6843"/>
                  </a:lnTo>
                  <a:lnTo>
                    <a:pt x="10897106" y="6232"/>
                  </a:lnTo>
                  <a:lnTo>
                    <a:pt x="10960461" y="5794"/>
                  </a:lnTo>
                  <a:lnTo>
                    <a:pt x="11006151" y="5507"/>
                  </a:lnTo>
                  <a:lnTo>
                    <a:pt x="11035042" y="5342"/>
                  </a:lnTo>
                  <a:lnTo>
                    <a:pt x="11049771" y="5265"/>
                  </a:lnTo>
                  <a:lnTo>
                    <a:pt x="11054542" y="524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5"/>
                  </a:lnTo>
                  <a:lnTo>
                    <a:pt x="11046259" y="42"/>
                  </a:lnTo>
                  <a:lnTo>
                    <a:pt x="11027264" y="144"/>
                  </a:lnTo>
                  <a:lnTo>
                    <a:pt x="10993054" y="346"/>
                  </a:lnTo>
                  <a:lnTo>
                    <a:pt x="10941559" y="679"/>
                  </a:lnTo>
                  <a:lnTo>
                    <a:pt x="10872510" y="1172"/>
                  </a:lnTo>
                  <a:lnTo>
                    <a:pt x="10787376" y="1844"/>
                  </a:lnTo>
                  <a:lnTo>
                    <a:pt x="10689046" y="2708"/>
                  </a:lnTo>
                  <a:lnTo>
                    <a:pt x="10581301" y="3769"/>
                  </a:lnTo>
                  <a:lnTo>
                    <a:pt x="10468215" y="5025"/>
                  </a:lnTo>
                  <a:lnTo>
                    <a:pt x="10353625" y="6472"/>
                  </a:lnTo>
                  <a:lnTo>
                    <a:pt x="10240768" y="8107"/>
                  </a:lnTo>
                  <a:lnTo>
                    <a:pt x="10132089" y="9929"/>
                  </a:lnTo>
                  <a:lnTo>
                    <a:pt x="10029229" y="11941"/>
                  </a:lnTo>
                  <a:lnTo>
                    <a:pt x="9933103" y="14154"/>
                  </a:lnTo>
                  <a:lnTo>
                    <a:pt x="9844040" y="16582"/>
                  </a:lnTo>
                  <a:lnTo>
                    <a:pt x="9761927" y="19246"/>
                  </a:lnTo>
                  <a:lnTo>
                    <a:pt x="9686346" y="22175"/>
                  </a:lnTo>
                  <a:lnTo>
                    <a:pt x="9616684" y="25399"/>
                  </a:lnTo>
                  <a:lnTo>
                    <a:pt x="9552215" y="28956"/>
                  </a:lnTo>
                  <a:lnTo>
                    <a:pt x="9492163" y="32883"/>
                  </a:lnTo>
                  <a:lnTo>
                    <a:pt x="9435754" y="37214"/>
                  </a:lnTo>
                  <a:lnTo>
                    <a:pt x="9382251" y="41976"/>
                  </a:lnTo>
                  <a:lnTo>
                    <a:pt x="9347647" y="45418"/>
                  </a:lnTo>
                  <a:lnTo>
                    <a:pt x="9286387" y="52229"/>
                  </a:lnTo>
                  <a:lnTo>
                    <a:pt x="9227029" y="59720"/>
                  </a:lnTo>
                  <a:lnTo>
                    <a:pt x="9168869" y="67901"/>
                  </a:lnTo>
                  <a:lnTo>
                    <a:pt x="9111390" y="76761"/>
                  </a:lnTo>
                  <a:lnTo>
                    <a:pt x="9054222" y="86263"/>
                  </a:lnTo>
                  <a:lnTo>
                    <a:pt x="8997125" y="96344"/>
                  </a:lnTo>
                  <a:lnTo>
                    <a:pt x="8939963" y="106914"/>
                  </a:lnTo>
                  <a:lnTo>
                    <a:pt x="8882687" y="117860"/>
                  </a:lnTo>
                  <a:lnTo>
                    <a:pt x="8825311" y="129050"/>
                  </a:lnTo>
                  <a:lnTo>
                    <a:pt x="8767889" y="140336"/>
                  </a:lnTo>
                  <a:lnTo>
                    <a:pt x="8710493" y="151567"/>
                  </a:lnTo>
                  <a:lnTo>
                    <a:pt x="8653185" y="162595"/>
                  </a:lnTo>
                  <a:lnTo>
                    <a:pt x="8595994" y="173281"/>
                  </a:lnTo>
                  <a:lnTo>
                    <a:pt x="8538889" y="183508"/>
                  </a:lnTo>
                  <a:lnTo>
                    <a:pt x="8481760" y="193178"/>
                  </a:lnTo>
                  <a:lnTo>
                    <a:pt x="8424397" y="202221"/>
                  </a:lnTo>
                  <a:lnTo>
                    <a:pt x="8366471" y="210592"/>
                  </a:lnTo>
                  <a:lnTo>
                    <a:pt x="8307508" y="218274"/>
                  </a:lnTo>
                  <a:lnTo>
                    <a:pt x="8246858" y="225272"/>
                  </a:lnTo>
                  <a:lnTo>
                    <a:pt x="8229629" y="227094"/>
                  </a:lnTo>
                  <a:lnTo>
                    <a:pt x="8177703" y="232151"/>
                  </a:lnTo>
                  <a:lnTo>
                    <a:pt x="8123321" y="236769"/>
                  </a:lnTo>
                  <a:lnTo>
                    <a:pt x="8065798" y="240964"/>
                  </a:lnTo>
                  <a:lnTo>
                    <a:pt x="8004379" y="244765"/>
                  </a:lnTo>
                  <a:lnTo>
                    <a:pt x="7938286" y="248208"/>
                  </a:lnTo>
                  <a:lnTo>
                    <a:pt x="7866753" y="251332"/>
                  </a:lnTo>
                  <a:lnTo>
                    <a:pt x="7789083" y="254170"/>
                  </a:lnTo>
                  <a:lnTo>
                    <a:pt x="7704717" y="256754"/>
                  </a:lnTo>
                  <a:lnTo>
                    <a:pt x="7613324" y="259109"/>
                  </a:lnTo>
                  <a:lnTo>
                    <a:pt x="7514921" y="261254"/>
                  </a:lnTo>
                  <a:lnTo>
                    <a:pt x="7410013" y="263203"/>
                  </a:lnTo>
                  <a:lnTo>
                    <a:pt x="7299740" y="264964"/>
                  </a:lnTo>
                  <a:lnTo>
                    <a:pt x="7186002" y="266537"/>
                  </a:lnTo>
                  <a:lnTo>
                    <a:pt x="7071516" y="267922"/>
                  </a:lnTo>
                  <a:lnTo>
                    <a:pt x="6959742" y="269114"/>
                  </a:lnTo>
                  <a:lnTo>
                    <a:pt x="6854647" y="270110"/>
                  </a:lnTo>
                  <a:lnTo>
                    <a:pt x="6760272" y="270910"/>
                  </a:lnTo>
                  <a:lnTo>
                    <a:pt x="6680171" y="271521"/>
                  </a:lnTo>
                  <a:lnTo>
                    <a:pt x="6616815" y="271959"/>
                  </a:lnTo>
                  <a:lnTo>
                    <a:pt x="6571126" y="272245"/>
                  </a:lnTo>
                  <a:lnTo>
                    <a:pt x="6542234" y="272411"/>
                  </a:lnTo>
                  <a:lnTo>
                    <a:pt x="6527506" y="272488"/>
                  </a:lnTo>
                  <a:lnTo>
                    <a:pt x="6522735" y="272511"/>
                  </a:lnTo>
                  <a:lnTo>
                    <a:pt x="6522385" y="272512"/>
                  </a:lnTo>
                  <a:lnTo>
                    <a:pt x="5527445" y="272512"/>
                  </a:lnTo>
                  <a:lnTo>
                    <a:pt x="5526340" y="272550"/>
                  </a:lnTo>
                  <a:lnTo>
                    <a:pt x="5519045" y="272817"/>
                  </a:lnTo>
                  <a:lnTo>
                    <a:pt x="5500544" y="273556"/>
                  </a:lnTo>
                  <a:lnTo>
                    <a:pt x="5467190" y="275012"/>
                  </a:lnTo>
                  <a:lnTo>
                    <a:pt x="5416915" y="277418"/>
                  </a:lnTo>
                  <a:lnTo>
                    <a:pt x="5349382" y="280977"/>
                  </a:lnTo>
                  <a:lnTo>
                    <a:pt x="5265939" y="285837"/>
                  </a:lnTo>
                  <a:lnTo>
                    <a:pt x="5169326" y="292090"/>
                  </a:lnTo>
                  <a:lnTo>
                    <a:pt x="5063178" y="299774"/>
                  </a:lnTo>
                  <a:lnTo>
                    <a:pt x="4951454" y="308882"/>
                  </a:lnTo>
                  <a:lnTo>
                    <a:pt x="4837926" y="319388"/>
                  </a:lnTo>
                  <a:lnTo>
                    <a:pt x="4725806" y="331264"/>
                  </a:lnTo>
                  <a:lnTo>
                    <a:pt x="4617559" y="344501"/>
                  </a:lnTo>
                  <a:lnTo>
                    <a:pt x="4514869" y="359121"/>
                  </a:lnTo>
                  <a:lnTo>
                    <a:pt x="4418707" y="375186"/>
                  </a:lnTo>
                  <a:lnTo>
                    <a:pt x="4329460" y="392801"/>
                  </a:lnTo>
                  <a:lnTo>
                    <a:pt x="4247074" y="412114"/>
                  </a:lnTo>
                  <a:lnTo>
                    <a:pt x="4171179" y="433317"/>
                  </a:lnTo>
                  <a:lnTo>
                    <a:pt x="4101204" y="456636"/>
                  </a:lnTo>
                  <a:lnTo>
                    <a:pt x="4036457" y="482328"/>
                  </a:lnTo>
                  <a:lnTo>
                    <a:pt x="3976189" y="510661"/>
                  </a:lnTo>
                  <a:lnTo>
                    <a:pt x="3919643" y="541895"/>
                  </a:lnTo>
                  <a:lnTo>
                    <a:pt x="3866092" y="576235"/>
                  </a:lnTo>
                  <a:lnTo>
                    <a:pt x="3820202" y="609660"/>
                  </a:lnTo>
                  <a:lnTo>
                    <a:pt x="3770765" y="649921"/>
                  </a:lnTo>
                  <a:lnTo>
                    <a:pt x="3722661" y="693427"/>
                  </a:lnTo>
                  <a:lnTo>
                    <a:pt x="3675490" y="740243"/>
                  </a:lnTo>
                  <a:lnTo>
                    <a:pt x="3628939" y="790366"/>
                  </a:lnTo>
                  <a:lnTo>
                    <a:pt x="3582766" y="843723"/>
                  </a:lnTo>
                  <a:lnTo>
                    <a:pt x="3536788" y="900160"/>
                  </a:lnTo>
                  <a:lnTo>
                    <a:pt x="3490876" y="959442"/>
                  </a:lnTo>
                  <a:lnTo>
                    <a:pt x="3444946" y="1021251"/>
                  </a:lnTo>
                  <a:lnTo>
                    <a:pt x="3398953" y="1085189"/>
                  </a:lnTo>
                  <a:lnTo>
                    <a:pt x="3352883" y="1150791"/>
                  </a:lnTo>
                  <a:lnTo>
                    <a:pt x="3306749" y="1217533"/>
                  </a:lnTo>
                  <a:lnTo>
                    <a:pt x="3260578" y="1284851"/>
                  </a:lnTo>
                  <a:lnTo>
                    <a:pt x="3214408" y="1352162"/>
                  </a:lnTo>
                  <a:lnTo>
                    <a:pt x="3168275" y="1418881"/>
                  </a:lnTo>
                  <a:lnTo>
                    <a:pt x="3122208" y="1484445"/>
                  </a:lnTo>
                  <a:lnTo>
                    <a:pt x="3076216" y="1548332"/>
                  </a:lnTo>
                  <a:lnTo>
                    <a:pt x="3030288" y="1610078"/>
                  </a:lnTo>
                  <a:lnTo>
                    <a:pt x="2984375" y="1669289"/>
                  </a:lnTo>
                  <a:lnTo>
                    <a:pt x="2938394" y="1725647"/>
                  </a:lnTo>
                  <a:lnTo>
                    <a:pt x="2892213" y="1778919"/>
                  </a:lnTo>
                  <a:lnTo>
                    <a:pt x="2845650" y="1828955"/>
                  </a:lnTo>
                  <a:lnTo>
                    <a:pt x="2798458" y="1875682"/>
                  </a:lnTo>
                  <a:lnTo>
                    <a:pt x="2750324" y="1919101"/>
                  </a:lnTo>
                  <a:lnTo>
                    <a:pt x="2702183" y="1958250"/>
                  </a:lnTo>
                  <a:lnTo>
                    <a:pt x="2650753" y="1995456"/>
                  </a:lnTo>
                  <a:lnTo>
                    <a:pt x="2596918" y="2029461"/>
                  </a:lnTo>
                  <a:lnTo>
                    <a:pt x="2540014" y="2060376"/>
                  </a:lnTo>
                  <a:lnTo>
                    <a:pt x="2479308" y="2088418"/>
                  </a:lnTo>
                  <a:lnTo>
                    <a:pt x="2414043" y="2113846"/>
                  </a:lnTo>
                  <a:lnTo>
                    <a:pt x="2343474" y="2136930"/>
                  </a:lnTo>
                  <a:lnTo>
                    <a:pt x="2266917" y="2157923"/>
                  </a:lnTo>
                  <a:lnTo>
                    <a:pt x="2183818" y="2177048"/>
                  </a:lnTo>
                  <a:lnTo>
                    <a:pt x="2093837" y="2194493"/>
                  </a:lnTo>
                  <a:lnTo>
                    <a:pt x="1996957" y="2210401"/>
                  </a:lnTo>
                  <a:lnTo>
                    <a:pt x="1893622" y="2224873"/>
                  </a:lnTo>
                  <a:lnTo>
                    <a:pt x="1784873" y="2237966"/>
                  </a:lnTo>
                  <a:lnTo>
                    <a:pt x="1672474" y="2249698"/>
                  </a:lnTo>
                  <a:lnTo>
                    <a:pt x="1558972" y="2260057"/>
                  </a:lnTo>
                  <a:lnTo>
                    <a:pt x="1447653" y="2269016"/>
                  </a:lnTo>
                  <a:lnTo>
                    <a:pt x="1342326" y="2276548"/>
                  </a:lnTo>
                  <a:lnTo>
                    <a:pt x="1246945" y="2282652"/>
                  </a:lnTo>
                  <a:lnTo>
                    <a:pt x="1165076" y="2287369"/>
                  </a:lnTo>
                  <a:lnTo>
                    <a:pt x="1099331" y="2290797"/>
                  </a:lnTo>
                  <a:lnTo>
                    <a:pt x="1050891" y="2293093"/>
                  </a:lnTo>
                  <a:lnTo>
                    <a:pt x="1019234" y="2294461"/>
                  </a:lnTo>
                  <a:lnTo>
                    <a:pt x="1002116" y="2295139"/>
                  </a:lnTo>
                  <a:lnTo>
                    <a:pt x="995734" y="2295370"/>
                  </a:lnTo>
                  <a:lnTo>
                    <a:pt x="994940" y="2295397"/>
                  </a:lnTo>
                  <a:lnTo>
                    <a:pt x="0" y="2295397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29" name="pl1128"/>
            <p:cNvSpPr/>
            <p:nvPr/>
          </p:nvSpPr>
          <p:spPr>
            <a:xfrm>
              <a:off x="1199187" y="1676838"/>
              <a:ext cx="12049831" cy="2295397"/>
            </a:xfrm>
            <a:custGeom>
              <a:avLst/>
              <a:pathLst>
                <a:path w="12049831" h="2295397">
                  <a:moveTo>
                    <a:pt x="0" y="2295397"/>
                  </a:moveTo>
                  <a:lnTo>
                    <a:pt x="994940" y="2295397"/>
                  </a:lnTo>
                  <a:lnTo>
                    <a:pt x="996045" y="2295360"/>
                  </a:lnTo>
                  <a:lnTo>
                    <a:pt x="1003340" y="2295092"/>
                  </a:lnTo>
                  <a:lnTo>
                    <a:pt x="1021841" y="2294354"/>
                  </a:lnTo>
                  <a:lnTo>
                    <a:pt x="1055195" y="2292898"/>
                  </a:lnTo>
                  <a:lnTo>
                    <a:pt x="1105470" y="2290491"/>
                  </a:lnTo>
                  <a:lnTo>
                    <a:pt x="1173003" y="2286933"/>
                  </a:lnTo>
                  <a:lnTo>
                    <a:pt x="1256446" y="2282073"/>
                  </a:lnTo>
                  <a:lnTo>
                    <a:pt x="1353059" y="2275819"/>
                  </a:lnTo>
                  <a:lnTo>
                    <a:pt x="1459207" y="2268136"/>
                  </a:lnTo>
                  <a:lnTo>
                    <a:pt x="1570931" y="2259028"/>
                  </a:lnTo>
                  <a:lnTo>
                    <a:pt x="1684459" y="2248522"/>
                  </a:lnTo>
                  <a:lnTo>
                    <a:pt x="1796579" y="2236646"/>
                  </a:lnTo>
                  <a:lnTo>
                    <a:pt x="1904826" y="2223409"/>
                  </a:lnTo>
                  <a:lnTo>
                    <a:pt x="2007516" y="2208789"/>
                  </a:lnTo>
                  <a:lnTo>
                    <a:pt x="2103678" y="2192724"/>
                  </a:lnTo>
                  <a:lnTo>
                    <a:pt x="2192925" y="2175109"/>
                  </a:lnTo>
                  <a:lnTo>
                    <a:pt x="2275311" y="2155796"/>
                  </a:lnTo>
                  <a:lnTo>
                    <a:pt x="2351206" y="2134593"/>
                  </a:lnTo>
                  <a:lnTo>
                    <a:pt x="2421181" y="2111274"/>
                  </a:lnTo>
                  <a:lnTo>
                    <a:pt x="2485928" y="2085582"/>
                  </a:lnTo>
                  <a:lnTo>
                    <a:pt x="2546196" y="2057248"/>
                  </a:lnTo>
                  <a:lnTo>
                    <a:pt x="2602742" y="2026015"/>
                  </a:lnTo>
                  <a:lnTo>
                    <a:pt x="2656293" y="1991675"/>
                  </a:lnTo>
                  <a:lnTo>
                    <a:pt x="2702183" y="1958250"/>
                  </a:lnTo>
                  <a:lnTo>
                    <a:pt x="2751620" y="1917989"/>
                  </a:lnTo>
                  <a:lnTo>
                    <a:pt x="2799724" y="1874482"/>
                  </a:lnTo>
                  <a:lnTo>
                    <a:pt x="2846895" y="1827667"/>
                  </a:lnTo>
                  <a:lnTo>
                    <a:pt x="2893446" y="1777544"/>
                  </a:lnTo>
                  <a:lnTo>
                    <a:pt x="2939619" y="1724187"/>
                  </a:lnTo>
                  <a:lnTo>
                    <a:pt x="2985597" y="1667749"/>
                  </a:lnTo>
                  <a:lnTo>
                    <a:pt x="3031509" y="1608467"/>
                  </a:lnTo>
                  <a:lnTo>
                    <a:pt x="3077439" y="1546659"/>
                  </a:lnTo>
                  <a:lnTo>
                    <a:pt x="3123432" y="1482720"/>
                  </a:lnTo>
                  <a:lnTo>
                    <a:pt x="3169502" y="1417119"/>
                  </a:lnTo>
                  <a:lnTo>
                    <a:pt x="3215636" y="1350377"/>
                  </a:lnTo>
                  <a:lnTo>
                    <a:pt x="3261807" y="1283058"/>
                  </a:lnTo>
                  <a:lnTo>
                    <a:pt x="3307977" y="1215748"/>
                  </a:lnTo>
                  <a:lnTo>
                    <a:pt x="3354110" y="1149029"/>
                  </a:lnTo>
                  <a:lnTo>
                    <a:pt x="3400177" y="1083465"/>
                  </a:lnTo>
                  <a:lnTo>
                    <a:pt x="3446169" y="1019577"/>
                  </a:lnTo>
                  <a:lnTo>
                    <a:pt x="3492097" y="957831"/>
                  </a:lnTo>
                  <a:lnTo>
                    <a:pt x="3538010" y="898621"/>
                  </a:lnTo>
                  <a:lnTo>
                    <a:pt x="3583991" y="842263"/>
                  </a:lnTo>
                  <a:lnTo>
                    <a:pt x="3630172" y="788990"/>
                  </a:lnTo>
                  <a:lnTo>
                    <a:pt x="3676735" y="738955"/>
                  </a:lnTo>
                  <a:lnTo>
                    <a:pt x="3723927" y="692227"/>
                  </a:lnTo>
                  <a:lnTo>
                    <a:pt x="3772061" y="648809"/>
                  </a:lnTo>
                  <a:lnTo>
                    <a:pt x="3820202" y="609660"/>
                  </a:lnTo>
                  <a:lnTo>
                    <a:pt x="3871632" y="572454"/>
                  </a:lnTo>
                  <a:lnTo>
                    <a:pt x="3925467" y="538449"/>
                  </a:lnTo>
                  <a:lnTo>
                    <a:pt x="3982371" y="507533"/>
                  </a:lnTo>
                  <a:lnTo>
                    <a:pt x="4043077" y="479492"/>
                  </a:lnTo>
                  <a:lnTo>
                    <a:pt x="4108342" y="454063"/>
                  </a:lnTo>
                  <a:lnTo>
                    <a:pt x="4178911" y="430979"/>
                  </a:lnTo>
                  <a:lnTo>
                    <a:pt x="4255468" y="409987"/>
                  </a:lnTo>
                  <a:lnTo>
                    <a:pt x="4338567" y="390861"/>
                  </a:lnTo>
                  <a:lnTo>
                    <a:pt x="4428548" y="373417"/>
                  </a:lnTo>
                  <a:lnTo>
                    <a:pt x="4525428" y="357509"/>
                  </a:lnTo>
                  <a:lnTo>
                    <a:pt x="4628763" y="343037"/>
                  </a:lnTo>
                  <a:lnTo>
                    <a:pt x="4737512" y="329944"/>
                  </a:lnTo>
                  <a:lnTo>
                    <a:pt x="4849911" y="318212"/>
                  </a:lnTo>
                  <a:lnTo>
                    <a:pt x="4963413" y="307853"/>
                  </a:lnTo>
                  <a:lnTo>
                    <a:pt x="5074732" y="298894"/>
                  </a:lnTo>
                  <a:lnTo>
                    <a:pt x="5180059" y="291362"/>
                  </a:lnTo>
                  <a:lnTo>
                    <a:pt x="5275440" y="285258"/>
                  </a:lnTo>
                  <a:lnTo>
                    <a:pt x="5357309" y="280541"/>
                  </a:lnTo>
                  <a:lnTo>
                    <a:pt x="5423054" y="277113"/>
                  </a:lnTo>
                  <a:lnTo>
                    <a:pt x="5471494" y="274817"/>
                  </a:lnTo>
                  <a:lnTo>
                    <a:pt x="5503151" y="273448"/>
                  </a:lnTo>
                  <a:lnTo>
                    <a:pt x="5520269" y="272771"/>
                  </a:lnTo>
                  <a:lnTo>
                    <a:pt x="5526651" y="272539"/>
                  </a:lnTo>
                  <a:lnTo>
                    <a:pt x="5527445" y="272512"/>
                  </a:lnTo>
                  <a:lnTo>
                    <a:pt x="6522385" y="272512"/>
                  </a:lnTo>
                  <a:lnTo>
                    <a:pt x="6523521" y="272507"/>
                  </a:lnTo>
                  <a:lnTo>
                    <a:pt x="6531017" y="272470"/>
                  </a:lnTo>
                  <a:lnTo>
                    <a:pt x="6550012" y="272368"/>
                  </a:lnTo>
                  <a:lnTo>
                    <a:pt x="6584222" y="272166"/>
                  </a:lnTo>
                  <a:lnTo>
                    <a:pt x="6635717" y="271833"/>
                  </a:lnTo>
                  <a:lnTo>
                    <a:pt x="6704767" y="271340"/>
                  </a:lnTo>
                  <a:lnTo>
                    <a:pt x="6789900" y="270668"/>
                  </a:lnTo>
                  <a:lnTo>
                    <a:pt x="6888230" y="269804"/>
                  </a:lnTo>
                  <a:lnTo>
                    <a:pt x="6995975" y="268743"/>
                  </a:lnTo>
                  <a:lnTo>
                    <a:pt x="7109062" y="267487"/>
                  </a:lnTo>
                  <a:lnTo>
                    <a:pt x="7223651" y="266040"/>
                  </a:lnTo>
                  <a:lnTo>
                    <a:pt x="7336509" y="264405"/>
                  </a:lnTo>
                  <a:lnTo>
                    <a:pt x="7445187" y="262583"/>
                  </a:lnTo>
                  <a:lnTo>
                    <a:pt x="7548047" y="260571"/>
                  </a:lnTo>
                  <a:lnTo>
                    <a:pt x="7644173" y="258358"/>
                  </a:lnTo>
                  <a:lnTo>
                    <a:pt x="7733237" y="255930"/>
                  </a:lnTo>
                  <a:lnTo>
                    <a:pt x="7815350" y="253266"/>
                  </a:lnTo>
                  <a:lnTo>
                    <a:pt x="7890930" y="250337"/>
                  </a:lnTo>
                  <a:lnTo>
                    <a:pt x="7960593" y="247113"/>
                  </a:lnTo>
                  <a:lnTo>
                    <a:pt x="8025062" y="243556"/>
                  </a:lnTo>
                  <a:lnTo>
                    <a:pt x="8085113" y="239629"/>
                  </a:lnTo>
                  <a:lnTo>
                    <a:pt x="8141523" y="235298"/>
                  </a:lnTo>
                  <a:lnTo>
                    <a:pt x="8195025" y="230536"/>
                  </a:lnTo>
                  <a:lnTo>
                    <a:pt x="8229629" y="227094"/>
                  </a:lnTo>
                  <a:lnTo>
                    <a:pt x="8290890" y="220283"/>
                  </a:lnTo>
                  <a:lnTo>
                    <a:pt x="8350248" y="212792"/>
                  </a:lnTo>
                  <a:lnTo>
                    <a:pt x="8408407" y="204611"/>
                  </a:lnTo>
                  <a:lnTo>
                    <a:pt x="8465887" y="195751"/>
                  </a:lnTo>
                  <a:lnTo>
                    <a:pt x="8523055" y="186249"/>
                  </a:lnTo>
                  <a:lnTo>
                    <a:pt x="8580152" y="176168"/>
                  </a:lnTo>
                  <a:lnTo>
                    <a:pt x="8637313" y="165598"/>
                  </a:lnTo>
                  <a:lnTo>
                    <a:pt x="8694589" y="154652"/>
                  </a:lnTo>
                  <a:lnTo>
                    <a:pt x="8751966" y="143462"/>
                  </a:lnTo>
                  <a:lnTo>
                    <a:pt x="8809388" y="132176"/>
                  </a:lnTo>
                  <a:lnTo>
                    <a:pt x="8866784" y="120945"/>
                  </a:lnTo>
                  <a:lnTo>
                    <a:pt x="8924091" y="109917"/>
                  </a:lnTo>
                  <a:lnTo>
                    <a:pt x="8981283" y="99231"/>
                  </a:lnTo>
                  <a:lnTo>
                    <a:pt x="9038388" y="89004"/>
                  </a:lnTo>
                  <a:lnTo>
                    <a:pt x="9095517" y="79334"/>
                  </a:lnTo>
                  <a:lnTo>
                    <a:pt x="9152879" y="70291"/>
                  </a:lnTo>
                  <a:lnTo>
                    <a:pt x="9210805" y="61920"/>
                  </a:lnTo>
                  <a:lnTo>
                    <a:pt x="9269769" y="54238"/>
                  </a:lnTo>
                  <a:lnTo>
                    <a:pt x="9330419" y="47240"/>
                  </a:lnTo>
                  <a:lnTo>
                    <a:pt x="9347647" y="45418"/>
                  </a:lnTo>
                  <a:lnTo>
                    <a:pt x="9399574" y="40361"/>
                  </a:lnTo>
                  <a:lnTo>
                    <a:pt x="9453956" y="35743"/>
                  </a:lnTo>
                  <a:lnTo>
                    <a:pt x="9511479" y="31548"/>
                  </a:lnTo>
                  <a:lnTo>
                    <a:pt x="9572897" y="27747"/>
                  </a:lnTo>
                  <a:lnTo>
                    <a:pt x="9638991" y="24304"/>
                  </a:lnTo>
                  <a:lnTo>
                    <a:pt x="9710524" y="21180"/>
                  </a:lnTo>
                  <a:lnTo>
                    <a:pt x="9788193" y="18342"/>
                  </a:lnTo>
                  <a:lnTo>
                    <a:pt x="9872559" y="15758"/>
                  </a:lnTo>
                  <a:lnTo>
                    <a:pt x="9963952" y="13403"/>
                  </a:lnTo>
                  <a:lnTo>
                    <a:pt x="10062356" y="11258"/>
                  </a:lnTo>
                  <a:lnTo>
                    <a:pt x="10167264" y="9309"/>
                  </a:lnTo>
                  <a:lnTo>
                    <a:pt x="10277537" y="7548"/>
                  </a:lnTo>
                  <a:lnTo>
                    <a:pt x="10391274" y="5975"/>
                  </a:lnTo>
                  <a:lnTo>
                    <a:pt x="10505761" y="4590"/>
                  </a:lnTo>
                  <a:lnTo>
                    <a:pt x="10617535" y="3398"/>
                  </a:lnTo>
                  <a:lnTo>
                    <a:pt x="10722630" y="2402"/>
                  </a:lnTo>
                  <a:lnTo>
                    <a:pt x="10817004" y="1602"/>
                  </a:lnTo>
                  <a:lnTo>
                    <a:pt x="10897106" y="991"/>
                  </a:lnTo>
                  <a:lnTo>
                    <a:pt x="10960461" y="553"/>
                  </a:lnTo>
                  <a:lnTo>
                    <a:pt x="11006151" y="267"/>
                  </a:lnTo>
                  <a:lnTo>
                    <a:pt x="11035042" y="101"/>
                  </a:lnTo>
                  <a:lnTo>
                    <a:pt x="11049771" y="24"/>
                  </a:lnTo>
                  <a:lnTo>
                    <a:pt x="11054542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0" name="pl1129"/>
            <p:cNvSpPr/>
            <p:nvPr/>
          </p:nvSpPr>
          <p:spPr>
            <a:xfrm>
              <a:off x="1199187" y="1671597"/>
              <a:ext cx="12049831" cy="2295397"/>
            </a:xfrm>
            <a:custGeom>
              <a:avLst/>
              <a:pathLst>
                <a:path w="12049831" h="2295397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5"/>
                  </a:lnTo>
                  <a:lnTo>
                    <a:pt x="11046259" y="42"/>
                  </a:lnTo>
                  <a:lnTo>
                    <a:pt x="11027264" y="144"/>
                  </a:lnTo>
                  <a:lnTo>
                    <a:pt x="10993054" y="346"/>
                  </a:lnTo>
                  <a:lnTo>
                    <a:pt x="10941559" y="679"/>
                  </a:lnTo>
                  <a:lnTo>
                    <a:pt x="10872510" y="1172"/>
                  </a:lnTo>
                  <a:lnTo>
                    <a:pt x="10787376" y="1844"/>
                  </a:lnTo>
                  <a:lnTo>
                    <a:pt x="10689046" y="2708"/>
                  </a:lnTo>
                  <a:lnTo>
                    <a:pt x="10581301" y="3769"/>
                  </a:lnTo>
                  <a:lnTo>
                    <a:pt x="10468215" y="5025"/>
                  </a:lnTo>
                  <a:lnTo>
                    <a:pt x="10353625" y="6472"/>
                  </a:lnTo>
                  <a:lnTo>
                    <a:pt x="10240768" y="8107"/>
                  </a:lnTo>
                  <a:lnTo>
                    <a:pt x="10132089" y="9929"/>
                  </a:lnTo>
                  <a:lnTo>
                    <a:pt x="10029229" y="11941"/>
                  </a:lnTo>
                  <a:lnTo>
                    <a:pt x="9933103" y="14154"/>
                  </a:lnTo>
                  <a:lnTo>
                    <a:pt x="9844040" y="16582"/>
                  </a:lnTo>
                  <a:lnTo>
                    <a:pt x="9761927" y="19246"/>
                  </a:lnTo>
                  <a:lnTo>
                    <a:pt x="9686346" y="22175"/>
                  </a:lnTo>
                  <a:lnTo>
                    <a:pt x="9616684" y="25399"/>
                  </a:lnTo>
                  <a:lnTo>
                    <a:pt x="9552215" y="28956"/>
                  </a:lnTo>
                  <a:lnTo>
                    <a:pt x="9492163" y="32883"/>
                  </a:lnTo>
                  <a:lnTo>
                    <a:pt x="9435754" y="37214"/>
                  </a:lnTo>
                  <a:lnTo>
                    <a:pt x="9382251" y="41976"/>
                  </a:lnTo>
                  <a:lnTo>
                    <a:pt x="9347647" y="45418"/>
                  </a:lnTo>
                  <a:lnTo>
                    <a:pt x="9286387" y="52229"/>
                  </a:lnTo>
                  <a:lnTo>
                    <a:pt x="9227029" y="59720"/>
                  </a:lnTo>
                  <a:lnTo>
                    <a:pt x="9168869" y="67901"/>
                  </a:lnTo>
                  <a:lnTo>
                    <a:pt x="9111390" y="76761"/>
                  </a:lnTo>
                  <a:lnTo>
                    <a:pt x="9054222" y="86263"/>
                  </a:lnTo>
                  <a:lnTo>
                    <a:pt x="8997125" y="96344"/>
                  </a:lnTo>
                  <a:lnTo>
                    <a:pt x="8939963" y="106914"/>
                  </a:lnTo>
                  <a:lnTo>
                    <a:pt x="8882687" y="117860"/>
                  </a:lnTo>
                  <a:lnTo>
                    <a:pt x="8825311" y="129050"/>
                  </a:lnTo>
                  <a:lnTo>
                    <a:pt x="8767889" y="140336"/>
                  </a:lnTo>
                  <a:lnTo>
                    <a:pt x="8710493" y="151567"/>
                  </a:lnTo>
                  <a:lnTo>
                    <a:pt x="8653185" y="162595"/>
                  </a:lnTo>
                  <a:lnTo>
                    <a:pt x="8595994" y="173281"/>
                  </a:lnTo>
                  <a:lnTo>
                    <a:pt x="8538889" y="183508"/>
                  </a:lnTo>
                  <a:lnTo>
                    <a:pt x="8481760" y="193178"/>
                  </a:lnTo>
                  <a:lnTo>
                    <a:pt x="8424397" y="202221"/>
                  </a:lnTo>
                  <a:lnTo>
                    <a:pt x="8366471" y="210592"/>
                  </a:lnTo>
                  <a:lnTo>
                    <a:pt x="8307508" y="218274"/>
                  </a:lnTo>
                  <a:lnTo>
                    <a:pt x="8246858" y="225272"/>
                  </a:lnTo>
                  <a:lnTo>
                    <a:pt x="8229629" y="227094"/>
                  </a:lnTo>
                  <a:lnTo>
                    <a:pt x="8177703" y="232151"/>
                  </a:lnTo>
                  <a:lnTo>
                    <a:pt x="8123321" y="236769"/>
                  </a:lnTo>
                  <a:lnTo>
                    <a:pt x="8065798" y="240964"/>
                  </a:lnTo>
                  <a:lnTo>
                    <a:pt x="8004379" y="244765"/>
                  </a:lnTo>
                  <a:lnTo>
                    <a:pt x="7938286" y="248208"/>
                  </a:lnTo>
                  <a:lnTo>
                    <a:pt x="7866753" y="251332"/>
                  </a:lnTo>
                  <a:lnTo>
                    <a:pt x="7789083" y="254170"/>
                  </a:lnTo>
                  <a:lnTo>
                    <a:pt x="7704717" y="256754"/>
                  </a:lnTo>
                  <a:lnTo>
                    <a:pt x="7613324" y="259109"/>
                  </a:lnTo>
                  <a:lnTo>
                    <a:pt x="7514921" y="261254"/>
                  </a:lnTo>
                  <a:lnTo>
                    <a:pt x="7410013" y="263203"/>
                  </a:lnTo>
                  <a:lnTo>
                    <a:pt x="7299740" y="264964"/>
                  </a:lnTo>
                  <a:lnTo>
                    <a:pt x="7186002" y="266537"/>
                  </a:lnTo>
                  <a:lnTo>
                    <a:pt x="7071516" y="267922"/>
                  </a:lnTo>
                  <a:lnTo>
                    <a:pt x="6959742" y="269114"/>
                  </a:lnTo>
                  <a:lnTo>
                    <a:pt x="6854647" y="270110"/>
                  </a:lnTo>
                  <a:lnTo>
                    <a:pt x="6760272" y="270910"/>
                  </a:lnTo>
                  <a:lnTo>
                    <a:pt x="6680171" y="271521"/>
                  </a:lnTo>
                  <a:lnTo>
                    <a:pt x="6616815" y="271959"/>
                  </a:lnTo>
                  <a:lnTo>
                    <a:pt x="6571126" y="272245"/>
                  </a:lnTo>
                  <a:lnTo>
                    <a:pt x="6542234" y="272411"/>
                  </a:lnTo>
                  <a:lnTo>
                    <a:pt x="6527506" y="272488"/>
                  </a:lnTo>
                  <a:lnTo>
                    <a:pt x="6522735" y="272511"/>
                  </a:lnTo>
                  <a:lnTo>
                    <a:pt x="6522385" y="272512"/>
                  </a:lnTo>
                  <a:lnTo>
                    <a:pt x="5527445" y="272512"/>
                  </a:lnTo>
                  <a:lnTo>
                    <a:pt x="5526340" y="272550"/>
                  </a:lnTo>
                  <a:lnTo>
                    <a:pt x="5519045" y="272817"/>
                  </a:lnTo>
                  <a:lnTo>
                    <a:pt x="5500544" y="273556"/>
                  </a:lnTo>
                  <a:lnTo>
                    <a:pt x="5467190" y="275012"/>
                  </a:lnTo>
                  <a:lnTo>
                    <a:pt x="5416915" y="277418"/>
                  </a:lnTo>
                  <a:lnTo>
                    <a:pt x="5349382" y="280977"/>
                  </a:lnTo>
                  <a:lnTo>
                    <a:pt x="5265939" y="285837"/>
                  </a:lnTo>
                  <a:lnTo>
                    <a:pt x="5169326" y="292090"/>
                  </a:lnTo>
                  <a:lnTo>
                    <a:pt x="5063178" y="299774"/>
                  </a:lnTo>
                  <a:lnTo>
                    <a:pt x="4951454" y="308882"/>
                  </a:lnTo>
                  <a:lnTo>
                    <a:pt x="4837926" y="319388"/>
                  </a:lnTo>
                  <a:lnTo>
                    <a:pt x="4725806" y="331264"/>
                  </a:lnTo>
                  <a:lnTo>
                    <a:pt x="4617559" y="344501"/>
                  </a:lnTo>
                  <a:lnTo>
                    <a:pt x="4514869" y="359121"/>
                  </a:lnTo>
                  <a:lnTo>
                    <a:pt x="4418707" y="375186"/>
                  </a:lnTo>
                  <a:lnTo>
                    <a:pt x="4329460" y="392801"/>
                  </a:lnTo>
                  <a:lnTo>
                    <a:pt x="4247074" y="412114"/>
                  </a:lnTo>
                  <a:lnTo>
                    <a:pt x="4171179" y="433317"/>
                  </a:lnTo>
                  <a:lnTo>
                    <a:pt x="4101204" y="456636"/>
                  </a:lnTo>
                  <a:lnTo>
                    <a:pt x="4036457" y="482328"/>
                  </a:lnTo>
                  <a:lnTo>
                    <a:pt x="3976189" y="510661"/>
                  </a:lnTo>
                  <a:lnTo>
                    <a:pt x="3919643" y="541895"/>
                  </a:lnTo>
                  <a:lnTo>
                    <a:pt x="3866092" y="576235"/>
                  </a:lnTo>
                  <a:lnTo>
                    <a:pt x="3820202" y="609660"/>
                  </a:lnTo>
                  <a:lnTo>
                    <a:pt x="3770765" y="649921"/>
                  </a:lnTo>
                  <a:lnTo>
                    <a:pt x="3722661" y="693427"/>
                  </a:lnTo>
                  <a:lnTo>
                    <a:pt x="3675490" y="740243"/>
                  </a:lnTo>
                  <a:lnTo>
                    <a:pt x="3628939" y="790366"/>
                  </a:lnTo>
                  <a:lnTo>
                    <a:pt x="3582766" y="843723"/>
                  </a:lnTo>
                  <a:lnTo>
                    <a:pt x="3536788" y="900160"/>
                  </a:lnTo>
                  <a:lnTo>
                    <a:pt x="3490876" y="959442"/>
                  </a:lnTo>
                  <a:lnTo>
                    <a:pt x="3444946" y="1021251"/>
                  </a:lnTo>
                  <a:lnTo>
                    <a:pt x="3398953" y="1085189"/>
                  </a:lnTo>
                  <a:lnTo>
                    <a:pt x="3352883" y="1150791"/>
                  </a:lnTo>
                  <a:lnTo>
                    <a:pt x="3306749" y="1217533"/>
                  </a:lnTo>
                  <a:lnTo>
                    <a:pt x="3260578" y="1284851"/>
                  </a:lnTo>
                  <a:lnTo>
                    <a:pt x="3214408" y="1352162"/>
                  </a:lnTo>
                  <a:lnTo>
                    <a:pt x="3168275" y="1418881"/>
                  </a:lnTo>
                  <a:lnTo>
                    <a:pt x="3122208" y="1484445"/>
                  </a:lnTo>
                  <a:lnTo>
                    <a:pt x="3076216" y="1548332"/>
                  </a:lnTo>
                  <a:lnTo>
                    <a:pt x="3030288" y="1610078"/>
                  </a:lnTo>
                  <a:lnTo>
                    <a:pt x="2984375" y="1669289"/>
                  </a:lnTo>
                  <a:lnTo>
                    <a:pt x="2938394" y="1725647"/>
                  </a:lnTo>
                  <a:lnTo>
                    <a:pt x="2892213" y="1778919"/>
                  </a:lnTo>
                  <a:lnTo>
                    <a:pt x="2845650" y="1828955"/>
                  </a:lnTo>
                  <a:lnTo>
                    <a:pt x="2798458" y="1875682"/>
                  </a:lnTo>
                  <a:lnTo>
                    <a:pt x="2750324" y="1919101"/>
                  </a:lnTo>
                  <a:lnTo>
                    <a:pt x="2702183" y="1958250"/>
                  </a:lnTo>
                  <a:lnTo>
                    <a:pt x="2650753" y="1995456"/>
                  </a:lnTo>
                  <a:lnTo>
                    <a:pt x="2596918" y="2029461"/>
                  </a:lnTo>
                  <a:lnTo>
                    <a:pt x="2540014" y="2060376"/>
                  </a:lnTo>
                  <a:lnTo>
                    <a:pt x="2479308" y="2088418"/>
                  </a:lnTo>
                  <a:lnTo>
                    <a:pt x="2414043" y="2113846"/>
                  </a:lnTo>
                  <a:lnTo>
                    <a:pt x="2343474" y="2136930"/>
                  </a:lnTo>
                  <a:lnTo>
                    <a:pt x="2266917" y="2157923"/>
                  </a:lnTo>
                  <a:lnTo>
                    <a:pt x="2183818" y="2177048"/>
                  </a:lnTo>
                  <a:lnTo>
                    <a:pt x="2093837" y="2194493"/>
                  </a:lnTo>
                  <a:lnTo>
                    <a:pt x="1996957" y="2210401"/>
                  </a:lnTo>
                  <a:lnTo>
                    <a:pt x="1893622" y="2224873"/>
                  </a:lnTo>
                  <a:lnTo>
                    <a:pt x="1784873" y="2237966"/>
                  </a:lnTo>
                  <a:lnTo>
                    <a:pt x="1672474" y="2249698"/>
                  </a:lnTo>
                  <a:lnTo>
                    <a:pt x="1558972" y="2260057"/>
                  </a:lnTo>
                  <a:lnTo>
                    <a:pt x="1447653" y="2269016"/>
                  </a:lnTo>
                  <a:lnTo>
                    <a:pt x="1342326" y="2276548"/>
                  </a:lnTo>
                  <a:lnTo>
                    <a:pt x="1246945" y="2282652"/>
                  </a:lnTo>
                  <a:lnTo>
                    <a:pt x="1165076" y="2287369"/>
                  </a:lnTo>
                  <a:lnTo>
                    <a:pt x="1099331" y="2290797"/>
                  </a:lnTo>
                  <a:lnTo>
                    <a:pt x="1050891" y="2293093"/>
                  </a:lnTo>
                  <a:lnTo>
                    <a:pt x="1019234" y="2294461"/>
                  </a:lnTo>
                  <a:lnTo>
                    <a:pt x="1002116" y="2295139"/>
                  </a:lnTo>
                  <a:lnTo>
                    <a:pt x="995734" y="2295370"/>
                  </a:lnTo>
                  <a:lnTo>
                    <a:pt x="994940" y="2295397"/>
                  </a:lnTo>
                  <a:lnTo>
                    <a:pt x="0" y="2295397"/>
                  </a:lnTo>
                  <a:lnTo>
                    <a:pt x="0" y="22953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1" name="pg1130"/>
            <p:cNvSpPr/>
            <p:nvPr/>
          </p:nvSpPr>
          <p:spPr>
            <a:xfrm>
              <a:off x="1199187" y="1938870"/>
              <a:ext cx="12049831" cy="2038606"/>
            </a:xfrm>
            <a:custGeom>
              <a:avLst/>
              <a:pathLst>
                <a:path w="12049831" h="2038606">
                  <a:moveTo>
                    <a:pt x="0" y="2038606"/>
                  </a:moveTo>
                  <a:lnTo>
                    <a:pt x="994940" y="2038606"/>
                  </a:lnTo>
                  <a:lnTo>
                    <a:pt x="996045" y="2038569"/>
                  </a:lnTo>
                  <a:lnTo>
                    <a:pt x="1003343" y="2038303"/>
                  </a:lnTo>
                  <a:lnTo>
                    <a:pt x="1021852" y="2037570"/>
                  </a:lnTo>
                  <a:lnTo>
                    <a:pt x="1055219" y="2036125"/>
                  </a:lnTo>
                  <a:lnTo>
                    <a:pt x="1105513" y="2033736"/>
                  </a:lnTo>
                  <a:lnTo>
                    <a:pt x="1173070" y="2030204"/>
                  </a:lnTo>
                  <a:lnTo>
                    <a:pt x="1256538" y="2025380"/>
                  </a:lnTo>
                  <a:lnTo>
                    <a:pt x="1353177" y="2019172"/>
                  </a:lnTo>
                  <a:lnTo>
                    <a:pt x="1459350" y="2011546"/>
                  </a:lnTo>
                  <a:lnTo>
                    <a:pt x="1571095" y="2002505"/>
                  </a:lnTo>
                  <a:lnTo>
                    <a:pt x="1684640" y="1992077"/>
                  </a:lnTo>
                  <a:lnTo>
                    <a:pt x="1796772" y="1980290"/>
                  </a:lnTo>
                  <a:lnTo>
                    <a:pt x="1905025" y="1967151"/>
                  </a:lnTo>
                  <a:lnTo>
                    <a:pt x="2007719" y="1952640"/>
                  </a:lnTo>
                  <a:lnTo>
                    <a:pt x="2103881" y="1936694"/>
                  </a:lnTo>
                  <a:lnTo>
                    <a:pt x="2193124" y="1919210"/>
                  </a:lnTo>
                  <a:lnTo>
                    <a:pt x="2275507" y="1900040"/>
                  </a:lnTo>
                  <a:lnTo>
                    <a:pt x="2351396" y="1878994"/>
                  </a:lnTo>
                  <a:lnTo>
                    <a:pt x="2421366" y="1855847"/>
                  </a:lnTo>
                  <a:lnTo>
                    <a:pt x="2486109" y="1830344"/>
                  </a:lnTo>
                  <a:lnTo>
                    <a:pt x="2546374" y="1802218"/>
                  </a:lnTo>
                  <a:lnTo>
                    <a:pt x="2602918" y="1771214"/>
                  </a:lnTo>
                  <a:lnTo>
                    <a:pt x="2656467" y="1737125"/>
                  </a:lnTo>
                  <a:lnTo>
                    <a:pt x="2702183" y="1704079"/>
                  </a:lnTo>
                  <a:lnTo>
                    <a:pt x="2751732" y="1664035"/>
                  </a:lnTo>
                  <a:lnTo>
                    <a:pt x="2799944" y="1620756"/>
                  </a:lnTo>
                  <a:lnTo>
                    <a:pt x="2847219" y="1574178"/>
                  </a:lnTo>
                  <a:lnTo>
                    <a:pt x="2893873" y="1524303"/>
                  </a:lnTo>
                  <a:lnTo>
                    <a:pt x="2940150" y="1471206"/>
                  </a:lnTo>
                  <a:lnTo>
                    <a:pt x="2986233" y="1415041"/>
                  </a:lnTo>
                  <a:lnTo>
                    <a:pt x="3032250" y="1356044"/>
                  </a:lnTo>
                  <a:lnTo>
                    <a:pt x="3078287" y="1294534"/>
                  </a:lnTo>
                  <a:lnTo>
                    <a:pt x="3124388" y="1230909"/>
                  </a:lnTo>
                  <a:lnTo>
                    <a:pt x="3170566" y="1165636"/>
                  </a:lnTo>
                  <a:lnTo>
                    <a:pt x="3216808" y="1099240"/>
                  </a:lnTo>
                  <a:lnTo>
                    <a:pt x="3263085" y="1032283"/>
                  </a:lnTo>
                  <a:lnTo>
                    <a:pt x="3309361" y="965351"/>
                  </a:lnTo>
                  <a:lnTo>
                    <a:pt x="3355599" y="899025"/>
                  </a:lnTo>
                  <a:lnTo>
                    <a:pt x="3401770" y="833868"/>
                  </a:lnTo>
                  <a:lnTo>
                    <a:pt x="3447865" y="770400"/>
                  </a:lnTo>
                  <a:lnTo>
                    <a:pt x="3493898" y="709082"/>
                  </a:lnTo>
                  <a:lnTo>
                    <a:pt x="3539918" y="650305"/>
                  </a:lnTo>
                  <a:lnTo>
                    <a:pt x="3586010" y="594383"/>
                  </a:lnTo>
                  <a:lnTo>
                    <a:pt x="3632310" y="541545"/>
                  </a:lnTo>
                  <a:lnTo>
                    <a:pt x="3679005" y="491938"/>
                  </a:lnTo>
                  <a:lnTo>
                    <a:pt x="3726344" y="445631"/>
                  </a:lnTo>
                  <a:lnTo>
                    <a:pt x="3774649" y="402619"/>
                  </a:lnTo>
                  <a:lnTo>
                    <a:pt x="3820202" y="365970"/>
                  </a:lnTo>
                  <a:lnTo>
                    <a:pt x="3871640" y="329048"/>
                  </a:lnTo>
                  <a:lnTo>
                    <a:pt x="3925483" y="295303"/>
                  </a:lnTo>
                  <a:lnTo>
                    <a:pt x="3982397" y="264625"/>
                  </a:lnTo>
                  <a:lnTo>
                    <a:pt x="4043113" y="236799"/>
                  </a:lnTo>
                  <a:lnTo>
                    <a:pt x="4108391" y="211566"/>
                  </a:lnTo>
                  <a:lnTo>
                    <a:pt x="4178976" y="188660"/>
                  </a:lnTo>
                  <a:lnTo>
                    <a:pt x="4255549" y="167829"/>
                  </a:lnTo>
                  <a:lnTo>
                    <a:pt x="4338667" y="148851"/>
                  </a:lnTo>
                  <a:lnTo>
                    <a:pt x="4428670" y="131542"/>
                  </a:lnTo>
                  <a:lnTo>
                    <a:pt x="4525574" y="115757"/>
                  </a:lnTo>
                  <a:lnTo>
                    <a:pt x="4628933" y="101398"/>
                  </a:lnTo>
                  <a:lnTo>
                    <a:pt x="4737706" y="88407"/>
                  </a:lnTo>
                  <a:lnTo>
                    <a:pt x="4850126" y="76767"/>
                  </a:lnTo>
                  <a:lnTo>
                    <a:pt x="4963643" y="66489"/>
                  </a:lnTo>
                  <a:lnTo>
                    <a:pt x="5074970" y="57602"/>
                  </a:lnTo>
                  <a:lnTo>
                    <a:pt x="5180293" y="50131"/>
                  </a:lnTo>
                  <a:lnTo>
                    <a:pt x="5275660" y="44077"/>
                  </a:lnTo>
                  <a:lnTo>
                    <a:pt x="5357503" y="39399"/>
                  </a:lnTo>
                  <a:lnTo>
                    <a:pt x="5423212" y="36000"/>
                  </a:lnTo>
                  <a:lnTo>
                    <a:pt x="5471610" y="33725"/>
                  </a:lnTo>
                  <a:lnTo>
                    <a:pt x="5503224" y="32369"/>
                  </a:lnTo>
                  <a:lnTo>
                    <a:pt x="5520305" y="31699"/>
                  </a:lnTo>
                  <a:lnTo>
                    <a:pt x="5526660" y="31470"/>
                  </a:lnTo>
                  <a:lnTo>
                    <a:pt x="5527445" y="31443"/>
                  </a:lnTo>
                  <a:lnTo>
                    <a:pt x="6522385" y="31443"/>
                  </a:lnTo>
                  <a:lnTo>
                    <a:pt x="6523522" y="31443"/>
                  </a:lnTo>
                  <a:lnTo>
                    <a:pt x="6531021" y="31439"/>
                  </a:lnTo>
                  <a:lnTo>
                    <a:pt x="6550026" y="31429"/>
                  </a:lnTo>
                  <a:lnTo>
                    <a:pt x="6584252" y="31410"/>
                  </a:lnTo>
                  <a:lnTo>
                    <a:pt x="6635770" y="31378"/>
                  </a:lnTo>
                  <a:lnTo>
                    <a:pt x="6704848" y="31331"/>
                  </a:lnTo>
                  <a:lnTo>
                    <a:pt x="6790014" y="31266"/>
                  </a:lnTo>
                  <a:lnTo>
                    <a:pt x="6888376" y="31183"/>
                  </a:lnTo>
                  <a:lnTo>
                    <a:pt x="6996151" y="31081"/>
                  </a:lnTo>
                  <a:lnTo>
                    <a:pt x="7109263" y="30960"/>
                  </a:lnTo>
                  <a:lnTo>
                    <a:pt x="7223871" y="30821"/>
                  </a:lnTo>
                  <a:lnTo>
                    <a:pt x="7336742" y="30663"/>
                  </a:lnTo>
                  <a:lnTo>
                    <a:pt x="7445429" y="30488"/>
                  </a:lnTo>
                  <a:lnTo>
                    <a:pt x="7548292" y="30295"/>
                  </a:lnTo>
                  <a:lnTo>
                    <a:pt x="7644417" y="30082"/>
                  </a:lnTo>
                  <a:lnTo>
                    <a:pt x="7733476" y="29848"/>
                  </a:lnTo>
                  <a:lnTo>
                    <a:pt x="7815584" y="29592"/>
                  </a:lnTo>
                  <a:lnTo>
                    <a:pt x="7891159" y="29310"/>
                  </a:lnTo>
                  <a:lnTo>
                    <a:pt x="7960815" y="29000"/>
                  </a:lnTo>
                  <a:lnTo>
                    <a:pt x="8025280" y="28658"/>
                  </a:lnTo>
                  <a:lnTo>
                    <a:pt x="8085327" y="28280"/>
                  </a:lnTo>
                  <a:lnTo>
                    <a:pt x="8141734" y="27863"/>
                  </a:lnTo>
                  <a:lnTo>
                    <a:pt x="8195236" y="27405"/>
                  </a:lnTo>
                  <a:lnTo>
                    <a:pt x="8229629" y="27076"/>
                  </a:lnTo>
                  <a:lnTo>
                    <a:pt x="8291280" y="26417"/>
                  </a:lnTo>
                  <a:lnTo>
                    <a:pt x="8351007" y="25691"/>
                  </a:lnTo>
                  <a:lnTo>
                    <a:pt x="8409529" y="24898"/>
                  </a:lnTo>
                  <a:lnTo>
                    <a:pt x="8467370" y="24039"/>
                  </a:lnTo>
                  <a:lnTo>
                    <a:pt x="8524904" y="23118"/>
                  </a:lnTo>
                  <a:lnTo>
                    <a:pt x="8582371" y="22141"/>
                  </a:lnTo>
                  <a:lnTo>
                    <a:pt x="8639907" y="21116"/>
                  </a:lnTo>
                  <a:lnTo>
                    <a:pt x="8697560" y="20055"/>
                  </a:lnTo>
                  <a:lnTo>
                    <a:pt x="8755312" y="18972"/>
                  </a:lnTo>
                  <a:lnTo>
                    <a:pt x="8813106" y="17879"/>
                  </a:lnTo>
                  <a:lnTo>
                    <a:pt x="8870869" y="16793"/>
                  </a:lnTo>
                  <a:lnTo>
                    <a:pt x="8928540" y="15728"/>
                  </a:lnTo>
                  <a:lnTo>
                    <a:pt x="8986092" y="14697"/>
                  </a:lnTo>
                  <a:lnTo>
                    <a:pt x="9043564" y="13712"/>
                  </a:lnTo>
                  <a:lnTo>
                    <a:pt x="9101074" y="12781"/>
                  </a:lnTo>
                  <a:lnTo>
                    <a:pt x="9158848" y="11913"/>
                  </a:lnTo>
                  <a:lnTo>
                    <a:pt x="9217235" y="11109"/>
                  </a:lnTo>
                  <a:lnTo>
                    <a:pt x="9276737" y="10374"/>
                  </a:lnTo>
                  <a:lnTo>
                    <a:pt x="9338037" y="9704"/>
                  </a:lnTo>
                  <a:lnTo>
                    <a:pt x="9347647" y="9607"/>
                  </a:lnTo>
                  <a:lnTo>
                    <a:pt x="9399583" y="9121"/>
                  </a:lnTo>
                  <a:lnTo>
                    <a:pt x="9453975" y="8677"/>
                  </a:lnTo>
                  <a:lnTo>
                    <a:pt x="9511510" y="8273"/>
                  </a:lnTo>
                  <a:lnTo>
                    <a:pt x="9572942" y="7908"/>
                  </a:lnTo>
                  <a:lnTo>
                    <a:pt x="9639051" y="7577"/>
                  </a:lnTo>
                  <a:lnTo>
                    <a:pt x="9710602" y="7276"/>
                  </a:lnTo>
                  <a:lnTo>
                    <a:pt x="9788293" y="7003"/>
                  </a:lnTo>
                  <a:lnTo>
                    <a:pt x="9872682" y="6755"/>
                  </a:lnTo>
                  <a:lnTo>
                    <a:pt x="9964102" y="6529"/>
                  </a:lnTo>
                  <a:lnTo>
                    <a:pt x="10062534" y="6322"/>
                  </a:lnTo>
                  <a:lnTo>
                    <a:pt x="10167472" y="6135"/>
                  </a:lnTo>
                  <a:lnTo>
                    <a:pt x="10277773" y="5966"/>
                  </a:lnTo>
                  <a:lnTo>
                    <a:pt x="10391535" y="5814"/>
                  </a:lnTo>
                  <a:lnTo>
                    <a:pt x="10506040" y="5681"/>
                  </a:lnTo>
                  <a:lnTo>
                    <a:pt x="10617822" y="5567"/>
                  </a:lnTo>
                  <a:lnTo>
                    <a:pt x="10722911" y="5471"/>
                  </a:lnTo>
                  <a:lnTo>
                    <a:pt x="10817266" y="5394"/>
                  </a:lnTo>
                  <a:lnTo>
                    <a:pt x="10897333" y="5335"/>
                  </a:lnTo>
                  <a:lnTo>
                    <a:pt x="10960643" y="5293"/>
                  </a:lnTo>
                  <a:lnTo>
                    <a:pt x="11006280" y="5266"/>
                  </a:lnTo>
                  <a:lnTo>
                    <a:pt x="11035120" y="5250"/>
                  </a:lnTo>
                  <a:lnTo>
                    <a:pt x="11049805" y="5242"/>
                  </a:lnTo>
                  <a:lnTo>
                    <a:pt x="11054548" y="5240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0"/>
                  </a:lnTo>
                  <a:lnTo>
                    <a:pt x="11046255" y="4"/>
                  </a:lnTo>
                  <a:lnTo>
                    <a:pt x="11027250" y="13"/>
                  </a:lnTo>
                  <a:lnTo>
                    <a:pt x="10993024" y="33"/>
                  </a:lnTo>
                  <a:lnTo>
                    <a:pt x="10941506" y="65"/>
                  </a:lnTo>
                  <a:lnTo>
                    <a:pt x="10872428" y="112"/>
                  </a:lnTo>
                  <a:lnTo>
                    <a:pt x="10787263" y="177"/>
                  </a:lnTo>
                  <a:lnTo>
                    <a:pt x="10688901" y="260"/>
                  </a:lnTo>
                  <a:lnTo>
                    <a:pt x="10581126" y="362"/>
                  </a:lnTo>
                  <a:lnTo>
                    <a:pt x="10468014" y="483"/>
                  </a:lnTo>
                  <a:lnTo>
                    <a:pt x="10353405" y="622"/>
                  </a:lnTo>
                  <a:lnTo>
                    <a:pt x="10240534" y="779"/>
                  </a:lnTo>
                  <a:lnTo>
                    <a:pt x="10131848" y="955"/>
                  </a:lnTo>
                  <a:lnTo>
                    <a:pt x="10028985" y="1148"/>
                  </a:lnTo>
                  <a:lnTo>
                    <a:pt x="9932860" y="1361"/>
                  </a:lnTo>
                  <a:lnTo>
                    <a:pt x="9843800" y="1595"/>
                  </a:lnTo>
                  <a:lnTo>
                    <a:pt x="9761692" y="1851"/>
                  </a:lnTo>
                  <a:lnTo>
                    <a:pt x="9686117" y="2133"/>
                  </a:lnTo>
                  <a:lnTo>
                    <a:pt x="9616461" y="2443"/>
                  </a:lnTo>
                  <a:lnTo>
                    <a:pt x="9551997" y="2785"/>
                  </a:lnTo>
                  <a:lnTo>
                    <a:pt x="9491949" y="3163"/>
                  </a:lnTo>
                  <a:lnTo>
                    <a:pt x="9435543" y="3580"/>
                  </a:lnTo>
                  <a:lnTo>
                    <a:pt x="9382040" y="4038"/>
                  </a:lnTo>
                  <a:lnTo>
                    <a:pt x="9347647" y="4367"/>
                  </a:lnTo>
                  <a:lnTo>
                    <a:pt x="9285997" y="5026"/>
                  </a:lnTo>
                  <a:lnTo>
                    <a:pt x="9226269" y="5752"/>
                  </a:lnTo>
                  <a:lnTo>
                    <a:pt x="9167748" y="6544"/>
                  </a:lnTo>
                  <a:lnTo>
                    <a:pt x="9109906" y="7403"/>
                  </a:lnTo>
                  <a:lnTo>
                    <a:pt x="9052373" y="8325"/>
                  </a:lnTo>
                  <a:lnTo>
                    <a:pt x="8994906" y="9302"/>
                  </a:lnTo>
                  <a:lnTo>
                    <a:pt x="8937370" y="10327"/>
                  </a:lnTo>
                  <a:lnTo>
                    <a:pt x="8879717" y="11388"/>
                  </a:lnTo>
                  <a:lnTo>
                    <a:pt x="8821965" y="12471"/>
                  </a:lnTo>
                  <a:lnTo>
                    <a:pt x="8764170" y="13564"/>
                  </a:lnTo>
                  <a:lnTo>
                    <a:pt x="8706407" y="14650"/>
                  </a:lnTo>
                  <a:lnTo>
                    <a:pt x="8648737" y="15715"/>
                  </a:lnTo>
                  <a:lnTo>
                    <a:pt x="8591184" y="16746"/>
                  </a:lnTo>
                  <a:lnTo>
                    <a:pt x="8533713" y="17731"/>
                  </a:lnTo>
                  <a:lnTo>
                    <a:pt x="8476202" y="18662"/>
                  </a:lnTo>
                  <a:lnTo>
                    <a:pt x="8418429" y="19530"/>
                  </a:lnTo>
                  <a:lnTo>
                    <a:pt x="8360041" y="20333"/>
                  </a:lnTo>
                  <a:lnTo>
                    <a:pt x="8300540" y="21069"/>
                  </a:lnTo>
                  <a:lnTo>
                    <a:pt x="8239240" y="21739"/>
                  </a:lnTo>
                  <a:lnTo>
                    <a:pt x="8229629" y="21835"/>
                  </a:lnTo>
                  <a:lnTo>
                    <a:pt x="8177694" y="22322"/>
                  </a:lnTo>
                  <a:lnTo>
                    <a:pt x="8123301" y="22766"/>
                  </a:lnTo>
                  <a:lnTo>
                    <a:pt x="8065766" y="23169"/>
                  </a:lnTo>
                  <a:lnTo>
                    <a:pt x="8004335" y="23535"/>
                  </a:lnTo>
                  <a:lnTo>
                    <a:pt x="7938226" y="23866"/>
                  </a:lnTo>
                  <a:lnTo>
                    <a:pt x="7866674" y="24166"/>
                  </a:lnTo>
                  <a:lnTo>
                    <a:pt x="7788984" y="24439"/>
                  </a:lnTo>
                  <a:lnTo>
                    <a:pt x="7704594" y="24688"/>
                  </a:lnTo>
                  <a:lnTo>
                    <a:pt x="7613174" y="24914"/>
                  </a:lnTo>
                  <a:lnTo>
                    <a:pt x="7514743" y="25120"/>
                  </a:lnTo>
                  <a:lnTo>
                    <a:pt x="7409805" y="25308"/>
                  </a:lnTo>
                  <a:lnTo>
                    <a:pt x="7299504" y="25477"/>
                  </a:lnTo>
                  <a:lnTo>
                    <a:pt x="7185741" y="25628"/>
                  </a:lnTo>
                  <a:lnTo>
                    <a:pt x="7071237" y="25762"/>
                  </a:lnTo>
                  <a:lnTo>
                    <a:pt x="6959455" y="25876"/>
                  </a:lnTo>
                  <a:lnTo>
                    <a:pt x="6854365" y="25972"/>
                  </a:lnTo>
                  <a:lnTo>
                    <a:pt x="6760011" y="26049"/>
                  </a:lnTo>
                  <a:lnTo>
                    <a:pt x="6679944" y="26108"/>
                  </a:lnTo>
                  <a:lnTo>
                    <a:pt x="6616634" y="26150"/>
                  </a:lnTo>
                  <a:lnTo>
                    <a:pt x="6570996" y="26177"/>
                  </a:lnTo>
                  <a:lnTo>
                    <a:pt x="6542156" y="26193"/>
                  </a:lnTo>
                  <a:lnTo>
                    <a:pt x="6527472" y="26200"/>
                  </a:lnTo>
                  <a:lnTo>
                    <a:pt x="6522728" y="26203"/>
                  </a:lnTo>
                  <a:lnTo>
                    <a:pt x="6522385" y="26203"/>
                  </a:lnTo>
                  <a:lnTo>
                    <a:pt x="5527445" y="26203"/>
                  </a:lnTo>
                  <a:lnTo>
                    <a:pt x="5526340" y="26240"/>
                  </a:lnTo>
                  <a:lnTo>
                    <a:pt x="5519042" y="26505"/>
                  </a:lnTo>
                  <a:lnTo>
                    <a:pt x="5500533" y="27238"/>
                  </a:lnTo>
                  <a:lnTo>
                    <a:pt x="5467166" y="28684"/>
                  </a:lnTo>
                  <a:lnTo>
                    <a:pt x="5416872" y="31073"/>
                  </a:lnTo>
                  <a:lnTo>
                    <a:pt x="5349315" y="34605"/>
                  </a:lnTo>
                  <a:lnTo>
                    <a:pt x="5265847" y="39429"/>
                  </a:lnTo>
                  <a:lnTo>
                    <a:pt x="5169208" y="45637"/>
                  </a:lnTo>
                  <a:lnTo>
                    <a:pt x="5063035" y="53263"/>
                  </a:lnTo>
                  <a:lnTo>
                    <a:pt x="4951290" y="62304"/>
                  </a:lnTo>
                  <a:lnTo>
                    <a:pt x="4837745" y="72731"/>
                  </a:lnTo>
                  <a:lnTo>
                    <a:pt x="4725613" y="84519"/>
                  </a:lnTo>
                  <a:lnTo>
                    <a:pt x="4617360" y="97658"/>
                  </a:lnTo>
                  <a:lnTo>
                    <a:pt x="4514666" y="112169"/>
                  </a:lnTo>
                  <a:lnTo>
                    <a:pt x="4418504" y="128115"/>
                  </a:lnTo>
                  <a:lnTo>
                    <a:pt x="4329261" y="145599"/>
                  </a:lnTo>
                  <a:lnTo>
                    <a:pt x="4246878" y="164769"/>
                  </a:lnTo>
                  <a:lnTo>
                    <a:pt x="4170989" y="185815"/>
                  </a:lnTo>
                  <a:lnTo>
                    <a:pt x="4101019" y="208962"/>
                  </a:lnTo>
                  <a:lnTo>
                    <a:pt x="4036276" y="234465"/>
                  </a:lnTo>
                  <a:lnTo>
                    <a:pt x="3976011" y="262591"/>
                  </a:lnTo>
                  <a:lnTo>
                    <a:pt x="3919467" y="293595"/>
                  </a:lnTo>
                  <a:lnTo>
                    <a:pt x="3865918" y="327684"/>
                  </a:lnTo>
                  <a:lnTo>
                    <a:pt x="3820202" y="360730"/>
                  </a:lnTo>
                  <a:lnTo>
                    <a:pt x="3770653" y="400774"/>
                  </a:lnTo>
                  <a:lnTo>
                    <a:pt x="3722441" y="444053"/>
                  </a:lnTo>
                  <a:lnTo>
                    <a:pt x="3675166" y="490631"/>
                  </a:lnTo>
                  <a:lnTo>
                    <a:pt x="3628512" y="540506"/>
                  </a:lnTo>
                  <a:lnTo>
                    <a:pt x="3582235" y="593603"/>
                  </a:lnTo>
                  <a:lnTo>
                    <a:pt x="3536152" y="649768"/>
                  </a:lnTo>
                  <a:lnTo>
                    <a:pt x="3490135" y="708765"/>
                  </a:lnTo>
                  <a:lnTo>
                    <a:pt x="3444098" y="770275"/>
                  </a:lnTo>
                  <a:lnTo>
                    <a:pt x="3397997" y="833900"/>
                  </a:lnTo>
                  <a:lnTo>
                    <a:pt x="3351819" y="899173"/>
                  </a:lnTo>
                  <a:lnTo>
                    <a:pt x="3305577" y="965569"/>
                  </a:lnTo>
                  <a:lnTo>
                    <a:pt x="3259300" y="1032526"/>
                  </a:lnTo>
                  <a:lnTo>
                    <a:pt x="3213024" y="1099458"/>
                  </a:lnTo>
                  <a:lnTo>
                    <a:pt x="3166786" y="1165784"/>
                  </a:lnTo>
                  <a:lnTo>
                    <a:pt x="3120615" y="1230940"/>
                  </a:lnTo>
                  <a:lnTo>
                    <a:pt x="3074520" y="1294409"/>
                  </a:lnTo>
                  <a:lnTo>
                    <a:pt x="3028487" y="1355727"/>
                  </a:lnTo>
                  <a:lnTo>
                    <a:pt x="2982467" y="1414504"/>
                  </a:lnTo>
                  <a:lnTo>
                    <a:pt x="2936375" y="1470426"/>
                  </a:lnTo>
                  <a:lnTo>
                    <a:pt x="2890075" y="1523264"/>
                  </a:lnTo>
                  <a:lnTo>
                    <a:pt x="2843380" y="1572871"/>
                  </a:lnTo>
                  <a:lnTo>
                    <a:pt x="2796041" y="1619178"/>
                  </a:lnTo>
                  <a:lnTo>
                    <a:pt x="2747736" y="1662190"/>
                  </a:lnTo>
                  <a:lnTo>
                    <a:pt x="2702183" y="1698838"/>
                  </a:lnTo>
                  <a:lnTo>
                    <a:pt x="2650745" y="1735761"/>
                  </a:lnTo>
                  <a:lnTo>
                    <a:pt x="2596902" y="1769505"/>
                  </a:lnTo>
                  <a:lnTo>
                    <a:pt x="2539988" y="1800184"/>
                  </a:lnTo>
                  <a:lnTo>
                    <a:pt x="2479272" y="1828010"/>
                  </a:lnTo>
                  <a:lnTo>
                    <a:pt x="2413994" y="1853243"/>
                  </a:lnTo>
                  <a:lnTo>
                    <a:pt x="2343409" y="1876149"/>
                  </a:lnTo>
                  <a:lnTo>
                    <a:pt x="2266836" y="1896980"/>
                  </a:lnTo>
                  <a:lnTo>
                    <a:pt x="2183718" y="1915958"/>
                  </a:lnTo>
                  <a:lnTo>
                    <a:pt x="2093715" y="1933267"/>
                  </a:lnTo>
                  <a:lnTo>
                    <a:pt x="1996811" y="1949052"/>
                  </a:lnTo>
                  <a:lnTo>
                    <a:pt x="1893452" y="1963411"/>
                  </a:lnTo>
                  <a:lnTo>
                    <a:pt x="1784679" y="1976402"/>
                  </a:lnTo>
                  <a:lnTo>
                    <a:pt x="1672259" y="1988042"/>
                  </a:lnTo>
                  <a:lnTo>
                    <a:pt x="1558742" y="1998320"/>
                  </a:lnTo>
                  <a:lnTo>
                    <a:pt x="1447415" y="2007207"/>
                  </a:lnTo>
                  <a:lnTo>
                    <a:pt x="1342092" y="2014678"/>
                  </a:lnTo>
                  <a:lnTo>
                    <a:pt x="1246725" y="2020732"/>
                  </a:lnTo>
                  <a:lnTo>
                    <a:pt x="1164882" y="2025410"/>
                  </a:lnTo>
                  <a:lnTo>
                    <a:pt x="1099173" y="2028809"/>
                  </a:lnTo>
                  <a:lnTo>
                    <a:pt x="1050775" y="2031084"/>
                  </a:lnTo>
                  <a:lnTo>
                    <a:pt x="1019161" y="2032440"/>
                  </a:lnTo>
                  <a:lnTo>
                    <a:pt x="1002080" y="2033110"/>
                  </a:lnTo>
                  <a:lnTo>
                    <a:pt x="995725" y="2033339"/>
                  </a:lnTo>
                  <a:lnTo>
                    <a:pt x="994940" y="2033366"/>
                  </a:lnTo>
                  <a:lnTo>
                    <a:pt x="0" y="2033366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32" name="pl1131"/>
            <p:cNvSpPr/>
            <p:nvPr/>
          </p:nvSpPr>
          <p:spPr>
            <a:xfrm>
              <a:off x="1199187" y="1944110"/>
              <a:ext cx="12049831" cy="2033366"/>
            </a:xfrm>
            <a:custGeom>
              <a:avLst/>
              <a:pathLst>
                <a:path w="12049831" h="2033366">
                  <a:moveTo>
                    <a:pt x="0" y="2033366"/>
                  </a:moveTo>
                  <a:lnTo>
                    <a:pt x="994940" y="2033366"/>
                  </a:lnTo>
                  <a:lnTo>
                    <a:pt x="996045" y="2033328"/>
                  </a:lnTo>
                  <a:lnTo>
                    <a:pt x="1003343" y="2033063"/>
                  </a:lnTo>
                  <a:lnTo>
                    <a:pt x="1021852" y="2032330"/>
                  </a:lnTo>
                  <a:lnTo>
                    <a:pt x="1055219" y="2030885"/>
                  </a:lnTo>
                  <a:lnTo>
                    <a:pt x="1105513" y="2028496"/>
                  </a:lnTo>
                  <a:lnTo>
                    <a:pt x="1173070" y="2024964"/>
                  </a:lnTo>
                  <a:lnTo>
                    <a:pt x="1256538" y="2020139"/>
                  </a:lnTo>
                  <a:lnTo>
                    <a:pt x="1353177" y="2013932"/>
                  </a:lnTo>
                  <a:lnTo>
                    <a:pt x="1459350" y="2006305"/>
                  </a:lnTo>
                  <a:lnTo>
                    <a:pt x="1571095" y="1997264"/>
                  </a:lnTo>
                  <a:lnTo>
                    <a:pt x="1684640" y="1986837"/>
                  </a:lnTo>
                  <a:lnTo>
                    <a:pt x="1796772" y="1975049"/>
                  </a:lnTo>
                  <a:lnTo>
                    <a:pt x="1905025" y="1961910"/>
                  </a:lnTo>
                  <a:lnTo>
                    <a:pt x="2007719" y="1947399"/>
                  </a:lnTo>
                  <a:lnTo>
                    <a:pt x="2103881" y="1931453"/>
                  </a:lnTo>
                  <a:lnTo>
                    <a:pt x="2193124" y="1913970"/>
                  </a:lnTo>
                  <a:lnTo>
                    <a:pt x="2275507" y="1894799"/>
                  </a:lnTo>
                  <a:lnTo>
                    <a:pt x="2351396" y="1873753"/>
                  </a:lnTo>
                  <a:lnTo>
                    <a:pt x="2421366" y="1850606"/>
                  </a:lnTo>
                  <a:lnTo>
                    <a:pt x="2486109" y="1825103"/>
                  </a:lnTo>
                  <a:lnTo>
                    <a:pt x="2546374" y="1796977"/>
                  </a:lnTo>
                  <a:lnTo>
                    <a:pt x="2602918" y="1765973"/>
                  </a:lnTo>
                  <a:lnTo>
                    <a:pt x="2656467" y="1731884"/>
                  </a:lnTo>
                  <a:lnTo>
                    <a:pt x="2702183" y="1698838"/>
                  </a:lnTo>
                  <a:lnTo>
                    <a:pt x="2751732" y="1658794"/>
                  </a:lnTo>
                  <a:lnTo>
                    <a:pt x="2799944" y="1615515"/>
                  </a:lnTo>
                  <a:lnTo>
                    <a:pt x="2847219" y="1568937"/>
                  </a:lnTo>
                  <a:lnTo>
                    <a:pt x="2893873" y="1519063"/>
                  </a:lnTo>
                  <a:lnTo>
                    <a:pt x="2940150" y="1465966"/>
                  </a:lnTo>
                  <a:lnTo>
                    <a:pt x="2986233" y="1409800"/>
                  </a:lnTo>
                  <a:lnTo>
                    <a:pt x="3032250" y="1350803"/>
                  </a:lnTo>
                  <a:lnTo>
                    <a:pt x="3078287" y="1289293"/>
                  </a:lnTo>
                  <a:lnTo>
                    <a:pt x="3124388" y="1225668"/>
                  </a:lnTo>
                  <a:lnTo>
                    <a:pt x="3170566" y="1160396"/>
                  </a:lnTo>
                  <a:lnTo>
                    <a:pt x="3216808" y="1093999"/>
                  </a:lnTo>
                  <a:lnTo>
                    <a:pt x="3263085" y="1027042"/>
                  </a:lnTo>
                  <a:lnTo>
                    <a:pt x="3309361" y="960110"/>
                  </a:lnTo>
                  <a:lnTo>
                    <a:pt x="3355599" y="893785"/>
                  </a:lnTo>
                  <a:lnTo>
                    <a:pt x="3401770" y="828628"/>
                  </a:lnTo>
                  <a:lnTo>
                    <a:pt x="3447865" y="765159"/>
                  </a:lnTo>
                  <a:lnTo>
                    <a:pt x="3493898" y="703841"/>
                  </a:lnTo>
                  <a:lnTo>
                    <a:pt x="3539918" y="645064"/>
                  </a:lnTo>
                  <a:lnTo>
                    <a:pt x="3586010" y="589142"/>
                  </a:lnTo>
                  <a:lnTo>
                    <a:pt x="3632310" y="536304"/>
                  </a:lnTo>
                  <a:lnTo>
                    <a:pt x="3679005" y="486697"/>
                  </a:lnTo>
                  <a:lnTo>
                    <a:pt x="3726344" y="440390"/>
                  </a:lnTo>
                  <a:lnTo>
                    <a:pt x="3774649" y="397379"/>
                  </a:lnTo>
                  <a:lnTo>
                    <a:pt x="3820202" y="360730"/>
                  </a:lnTo>
                  <a:lnTo>
                    <a:pt x="3871640" y="323808"/>
                  </a:lnTo>
                  <a:lnTo>
                    <a:pt x="3925483" y="290063"/>
                  </a:lnTo>
                  <a:lnTo>
                    <a:pt x="3982397" y="259384"/>
                  </a:lnTo>
                  <a:lnTo>
                    <a:pt x="4043113" y="231558"/>
                  </a:lnTo>
                  <a:lnTo>
                    <a:pt x="4108391" y="206325"/>
                  </a:lnTo>
                  <a:lnTo>
                    <a:pt x="4178976" y="183419"/>
                  </a:lnTo>
                  <a:lnTo>
                    <a:pt x="4255549" y="162588"/>
                  </a:lnTo>
                  <a:lnTo>
                    <a:pt x="4338667" y="143611"/>
                  </a:lnTo>
                  <a:lnTo>
                    <a:pt x="4428670" y="126301"/>
                  </a:lnTo>
                  <a:lnTo>
                    <a:pt x="4525574" y="110516"/>
                  </a:lnTo>
                  <a:lnTo>
                    <a:pt x="4628933" y="96157"/>
                  </a:lnTo>
                  <a:lnTo>
                    <a:pt x="4737706" y="83166"/>
                  </a:lnTo>
                  <a:lnTo>
                    <a:pt x="4850126" y="71526"/>
                  </a:lnTo>
                  <a:lnTo>
                    <a:pt x="4963643" y="61249"/>
                  </a:lnTo>
                  <a:lnTo>
                    <a:pt x="5074970" y="52361"/>
                  </a:lnTo>
                  <a:lnTo>
                    <a:pt x="5180293" y="44890"/>
                  </a:lnTo>
                  <a:lnTo>
                    <a:pt x="5275660" y="38836"/>
                  </a:lnTo>
                  <a:lnTo>
                    <a:pt x="5357503" y="34158"/>
                  </a:lnTo>
                  <a:lnTo>
                    <a:pt x="5423212" y="30759"/>
                  </a:lnTo>
                  <a:lnTo>
                    <a:pt x="5471610" y="28484"/>
                  </a:lnTo>
                  <a:lnTo>
                    <a:pt x="5503224" y="27128"/>
                  </a:lnTo>
                  <a:lnTo>
                    <a:pt x="5520305" y="26458"/>
                  </a:lnTo>
                  <a:lnTo>
                    <a:pt x="5526660" y="26229"/>
                  </a:lnTo>
                  <a:lnTo>
                    <a:pt x="5527445" y="26203"/>
                  </a:lnTo>
                  <a:lnTo>
                    <a:pt x="6522385" y="26203"/>
                  </a:lnTo>
                  <a:lnTo>
                    <a:pt x="6523522" y="26202"/>
                  </a:lnTo>
                  <a:lnTo>
                    <a:pt x="6531021" y="26199"/>
                  </a:lnTo>
                  <a:lnTo>
                    <a:pt x="6550026" y="26189"/>
                  </a:lnTo>
                  <a:lnTo>
                    <a:pt x="6584252" y="26169"/>
                  </a:lnTo>
                  <a:lnTo>
                    <a:pt x="6635770" y="26137"/>
                  </a:lnTo>
                  <a:lnTo>
                    <a:pt x="6704848" y="26090"/>
                  </a:lnTo>
                  <a:lnTo>
                    <a:pt x="6790014" y="26025"/>
                  </a:lnTo>
                  <a:lnTo>
                    <a:pt x="6888376" y="25942"/>
                  </a:lnTo>
                  <a:lnTo>
                    <a:pt x="6996151" y="25840"/>
                  </a:lnTo>
                  <a:lnTo>
                    <a:pt x="7109263" y="25719"/>
                  </a:lnTo>
                  <a:lnTo>
                    <a:pt x="7223871" y="25580"/>
                  </a:lnTo>
                  <a:lnTo>
                    <a:pt x="7336742" y="25423"/>
                  </a:lnTo>
                  <a:lnTo>
                    <a:pt x="7445429" y="25248"/>
                  </a:lnTo>
                  <a:lnTo>
                    <a:pt x="7548292" y="25054"/>
                  </a:lnTo>
                  <a:lnTo>
                    <a:pt x="7644417" y="24841"/>
                  </a:lnTo>
                  <a:lnTo>
                    <a:pt x="7733476" y="24608"/>
                  </a:lnTo>
                  <a:lnTo>
                    <a:pt x="7815584" y="24351"/>
                  </a:lnTo>
                  <a:lnTo>
                    <a:pt x="7891159" y="24070"/>
                  </a:lnTo>
                  <a:lnTo>
                    <a:pt x="7960815" y="23759"/>
                  </a:lnTo>
                  <a:lnTo>
                    <a:pt x="8025280" y="23417"/>
                  </a:lnTo>
                  <a:lnTo>
                    <a:pt x="8085327" y="23039"/>
                  </a:lnTo>
                  <a:lnTo>
                    <a:pt x="8141734" y="22623"/>
                  </a:lnTo>
                  <a:lnTo>
                    <a:pt x="8195236" y="22165"/>
                  </a:lnTo>
                  <a:lnTo>
                    <a:pt x="8229629" y="21835"/>
                  </a:lnTo>
                  <a:lnTo>
                    <a:pt x="8291280" y="21176"/>
                  </a:lnTo>
                  <a:lnTo>
                    <a:pt x="8351007" y="20451"/>
                  </a:lnTo>
                  <a:lnTo>
                    <a:pt x="8409529" y="19658"/>
                  </a:lnTo>
                  <a:lnTo>
                    <a:pt x="8467370" y="18799"/>
                  </a:lnTo>
                  <a:lnTo>
                    <a:pt x="8524904" y="17878"/>
                  </a:lnTo>
                  <a:lnTo>
                    <a:pt x="8582371" y="16900"/>
                  </a:lnTo>
                  <a:lnTo>
                    <a:pt x="8639907" y="15875"/>
                  </a:lnTo>
                  <a:lnTo>
                    <a:pt x="8697560" y="14815"/>
                  </a:lnTo>
                  <a:lnTo>
                    <a:pt x="8755312" y="13731"/>
                  </a:lnTo>
                  <a:lnTo>
                    <a:pt x="8813106" y="12639"/>
                  </a:lnTo>
                  <a:lnTo>
                    <a:pt x="8870869" y="11553"/>
                  </a:lnTo>
                  <a:lnTo>
                    <a:pt x="8928540" y="10487"/>
                  </a:lnTo>
                  <a:lnTo>
                    <a:pt x="8986092" y="9456"/>
                  </a:lnTo>
                  <a:lnTo>
                    <a:pt x="9043564" y="8471"/>
                  </a:lnTo>
                  <a:lnTo>
                    <a:pt x="9101074" y="7541"/>
                  </a:lnTo>
                  <a:lnTo>
                    <a:pt x="9158848" y="6672"/>
                  </a:lnTo>
                  <a:lnTo>
                    <a:pt x="9217235" y="5869"/>
                  </a:lnTo>
                  <a:lnTo>
                    <a:pt x="9276737" y="5133"/>
                  </a:lnTo>
                  <a:lnTo>
                    <a:pt x="9338037" y="4464"/>
                  </a:lnTo>
                  <a:lnTo>
                    <a:pt x="9347647" y="4367"/>
                  </a:lnTo>
                  <a:lnTo>
                    <a:pt x="9399583" y="3880"/>
                  </a:lnTo>
                  <a:lnTo>
                    <a:pt x="9453975" y="3436"/>
                  </a:lnTo>
                  <a:lnTo>
                    <a:pt x="9511510" y="3033"/>
                  </a:lnTo>
                  <a:lnTo>
                    <a:pt x="9572942" y="2667"/>
                  </a:lnTo>
                  <a:lnTo>
                    <a:pt x="9639051" y="2336"/>
                  </a:lnTo>
                  <a:lnTo>
                    <a:pt x="9710602" y="2036"/>
                  </a:lnTo>
                  <a:lnTo>
                    <a:pt x="9788293" y="1763"/>
                  </a:lnTo>
                  <a:lnTo>
                    <a:pt x="9872682" y="1514"/>
                  </a:lnTo>
                  <a:lnTo>
                    <a:pt x="9964102" y="1288"/>
                  </a:lnTo>
                  <a:lnTo>
                    <a:pt x="10062534" y="1082"/>
                  </a:lnTo>
                  <a:lnTo>
                    <a:pt x="10167472" y="894"/>
                  </a:lnTo>
                  <a:lnTo>
                    <a:pt x="10277773" y="725"/>
                  </a:lnTo>
                  <a:lnTo>
                    <a:pt x="10391535" y="574"/>
                  </a:lnTo>
                  <a:lnTo>
                    <a:pt x="10506040" y="441"/>
                  </a:lnTo>
                  <a:lnTo>
                    <a:pt x="10617822" y="326"/>
                  </a:lnTo>
                  <a:lnTo>
                    <a:pt x="10722911" y="230"/>
                  </a:lnTo>
                  <a:lnTo>
                    <a:pt x="10817266" y="153"/>
                  </a:lnTo>
                  <a:lnTo>
                    <a:pt x="10897333" y="95"/>
                  </a:lnTo>
                  <a:lnTo>
                    <a:pt x="10960643" y="53"/>
                  </a:lnTo>
                  <a:lnTo>
                    <a:pt x="11006280" y="25"/>
                  </a:lnTo>
                  <a:lnTo>
                    <a:pt x="11035120" y="9"/>
                  </a:lnTo>
                  <a:lnTo>
                    <a:pt x="11049805" y="2"/>
                  </a:lnTo>
                  <a:lnTo>
                    <a:pt x="11054548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3" name="pl1132"/>
            <p:cNvSpPr/>
            <p:nvPr/>
          </p:nvSpPr>
          <p:spPr>
            <a:xfrm>
              <a:off x="1199187" y="1938870"/>
              <a:ext cx="12049831" cy="2033366"/>
            </a:xfrm>
            <a:custGeom>
              <a:avLst/>
              <a:pathLst>
                <a:path w="12049831" h="2033366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0"/>
                  </a:lnTo>
                  <a:lnTo>
                    <a:pt x="11046255" y="4"/>
                  </a:lnTo>
                  <a:lnTo>
                    <a:pt x="11027250" y="13"/>
                  </a:lnTo>
                  <a:lnTo>
                    <a:pt x="10993024" y="33"/>
                  </a:lnTo>
                  <a:lnTo>
                    <a:pt x="10941506" y="65"/>
                  </a:lnTo>
                  <a:lnTo>
                    <a:pt x="10872428" y="112"/>
                  </a:lnTo>
                  <a:lnTo>
                    <a:pt x="10787263" y="177"/>
                  </a:lnTo>
                  <a:lnTo>
                    <a:pt x="10688901" y="260"/>
                  </a:lnTo>
                  <a:lnTo>
                    <a:pt x="10581126" y="362"/>
                  </a:lnTo>
                  <a:lnTo>
                    <a:pt x="10468014" y="483"/>
                  </a:lnTo>
                  <a:lnTo>
                    <a:pt x="10353405" y="622"/>
                  </a:lnTo>
                  <a:lnTo>
                    <a:pt x="10240534" y="779"/>
                  </a:lnTo>
                  <a:lnTo>
                    <a:pt x="10131848" y="955"/>
                  </a:lnTo>
                  <a:lnTo>
                    <a:pt x="10028985" y="1148"/>
                  </a:lnTo>
                  <a:lnTo>
                    <a:pt x="9932860" y="1361"/>
                  </a:lnTo>
                  <a:lnTo>
                    <a:pt x="9843800" y="1595"/>
                  </a:lnTo>
                  <a:lnTo>
                    <a:pt x="9761692" y="1851"/>
                  </a:lnTo>
                  <a:lnTo>
                    <a:pt x="9686117" y="2133"/>
                  </a:lnTo>
                  <a:lnTo>
                    <a:pt x="9616461" y="2443"/>
                  </a:lnTo>
                  <a:lnTo>
                    <a:pt x="9551997" y="2785"/>
                  </a:lnTo>
                  <a:lnTo>
                    <a:pt x="9491949" y="3163"/>
                  </a:lnTo>
                  <a:lnTo>
                    <a:pt x="9435543" y="3580"/>
                  </a:lnTo>
                  <a:lnTo>
                    <a:pt x="9382040" y="4038"/>
                  </a:lnTo>
                  <a:lnTo>
                    <a:pt x="9347647" y="4367"/>
                  </a:lnTo>
                  <a:lnTo>
                    <a:pt x="9285997" y="5026"/>
                  </a:lnTo>
                  <a:lnTo>
                    <a:pt x="9226269" y="5752"/>
                  </a:lnTo>
                  <a:lnTo>
                    <a:pt x="9167748" y="6544"/>
                  </a:lnTo>
                  <a:lnTo>
                    <a:pt x="9109906" y="7403"/>
                  </a:lnTo>
                  <a:lnTo>
                    <a:pt x="9052373" y="8325"/>
                  </a:lnTo>
                  <a:lnTo>
                    <a:pt x="8994906" y="9302"/>
                  </a:lnTo>
                  <a:lnTo>
                    <a:pt x="8937370" y="10327"/>
                  </a:lnTo>
                  <a:lnTo>
                    <a:pt x="8879717" y="11388"/>
                  </a:lnTo>
                  <a:lnTo>
                    <a:pt x="8821965" y="12471"/>
                  </a:lnTo>
                  <a:lnTo>
                    <a:pt x="8764170" y="13564"/>
                  </a:lnTo>
                  <a:lnTo>
                    <a:pt x="8706407" y="14650"/>
                  </a:lnTo>
                  <a:lnTo>
                    <a:pt x="8648737" y="15715"/>
                  </a:lnTo>
                  <a:lnTo>
                    <a:pt x="8591184" y="16746"/>
                  </a:lnTo>
                  <a:lnTo>
                    <a:pt x="8533713" y="17731"/>
                  </a:lnTo>
                  <a:lnTo>
                    <a:pt x="8476202" y="18662"/>
                  </a:lnTo>
                  <a:lnTo>
                    <a:pt x="8418429" y="19530"/>
                  </a:lnTo>
                  <a:lnTo>
                    <a:pt x="8360041" y="20333"/>
                  </a:lnTo>
                  <a:lnTo>
                    <a:pt x="8300540" y="21069"/>
                  </a:lnTo>
                  <a:lnTo>
                    <a:pt x="8239240" y="21739"/>
                  </a:lnTo>
                  <a:lnTo>
                    <a:pt x="8229629" y="21835"/>
                  </a:lnTo>
                  <a:lnTo>
                    <a:pt x="8177694" y="22322"/>
                  </a:lnTo>
                  <a:lnTo>
                    <a:pt x="8123301" y="22766"/>
                  </a:lnTo>
                  <a:lnTo>
                    <a:pt x="8065766" y="23169"/>
                  </a:lnTo>
                  <a:lnTo>
                    <a:pt x="8004335" y="23535"/>
                  </a:lnTo>
                  <a:lnTo>
                    <a:pt x="7938226" y="23866"/>
                  </a:lnTo>
                  <a:lnTo>
                    <a:pt x="7866674" y="24166"/>
                  </a:lnTo>
                  <a:lnTo>
                    <a:pt x="7788984" y="24439"/>
                  </a:lnTo>
                  <a:lnTo>
                    <a:pt x="7704594" y="24688"/>
                  </a:lnTo>
                  <a:lnTo>
                    <a:pt x="7613174" y="24914"/>
                  </a:lnTo>
                  <a:lnTo>
                    <a:pt x="7514743" y="25120"/>
                  </a:lnTo>
                  <a:lnTo>
                    <a:pt x="7409805" y="25308"/>
                  </a:lnTo>
                  <a:lnTo>
                    <a:pt x="7299504" y="25477"/>
                  </a:lnTo>
                  <a:lnTo>
                    <a:pt x="7185741" y="25628"/>
                  </a:lnTo>
                  <a:lnTo>
                    <a:pt x="7071237" y="25762"/>
                  </a:lnTo>
                  <a:lnTo>
                    <a:pt x="6959455" y="25876"/>
                  </a:lnTo>
                  <a:lnTo>
                    <a:pt x="6854365" y="25972"/>
                  </a:lnTo>
                  <a:lnTo>
                    <a:pt x="6760011" y="26049"/>
                  </a:lnTo>
                  <a:lnTo>
                    <a:pt x="6679944" y="26108"/>
                  </a:lnTo>
                  <a:lnTo>
                    <a:pt x="6616634" y="26150"/>
                  </a:lnTo>
                  <a:lnTo>
                    <a:pt x="6570996" y="26177"/>
                  </a:lnTo>
                  <a:lnTo>
                    <a:pt x="6542156" y="26193"/>
                  </a:lnTo>
                  <a:lnTo>
                    <a:pt x="6527472" y="26200"/>
                  </a:lnTo>
                  <a:lnTo>
                    <a:pt x="6522728" y="26203"/>
                  </a:lnTo>
                  <a:lnTo>
                    <a:pt x="6522385" y="26203"/>
                  </a:lnTo>
                  <a:lnTo>
                    <a:pt x="5527445" y="26203"/>
                  </a:lnTo>
                  <a:lnTo>
                    <a:pt x="5526340" y="26240"/>
                  </a:lnTo>
                  <a:lnTo>
                    <a:pt x="5519042" y="26505"/>
                  </a:lnTo>
                  <a:lnTo>
                    <a:pt x="5500533" y="27238"/>
                  </a:lnTo>
                  <a:lnTo>
                    <a:pt x="5467166" y="28684"/>
                  </a:lnTo>
                  <a:lnTo>
                    <a:pt x="5416872" y="31073"/>
                  </a:lnTo>
                  <a:lnTo>
                    <a:pt x="5349315" y="34605"/>
                  </a:lnTo>
                  <a:lnTo>
                    <a:pt x="5265847" y="39429"/>
                  </a:lnTo>
                  <a:lnTo>
                    <a:pt x="5169208" y="45637"/>
                  </a:lnTo>
                  <a:lnTo>
                    <a:pt x="5063035" y="53263"/>
                  </a:lnTo>
                  <a:lnTo>
                    <a:pt x="4951290" y="62304"/>
                  </a:lnTo>
                  <a:lnTo>
                    <a:pt x="4837745" y="72731"/>
                  </a:lnTo>
                  <a:lnTo>
                    <a:pt x="4725613" y="84519"/>
                  </a:lnTo>
                  <a:lnTo>
                    <a:pt x="4617360" y="97658"/>
                  </a:lnTo>
                  <a:lnTo>
                    <a:pt x="4514666" y="112169"/>
                  </a:lnTo>
                  <a:lnTo>
                    <a:pt x="4418504" y="128115"/>
                  </a:lnTo>
                  <a:lnTo>
                    <a:pt x="4329261" y="145599"/>
                  </a:lnTo>
                  <a:lnTo>
                    <a:pt x="4246878" y="164769"/>
                  </a:lnTo>
                  <a:lnTo>
                    <a:pt x="4170989" y="185815"/>
                  </a:lnTo>
                  <a:lnTo>
                    <a:pt x="4101019" y="208962"/>
                  </a:lnTo>
                  <a:lnTo>
                    <a:pt x="4036276" y="234465"/>
                  </a:lnTo>
                  <a:lnTo>
                    <a:pt x="3976011" y="262591"/>
                  </a:lnTo>
                  <a:lnTo>
                    <a:pt x="3919467" y="293595"/>
                  </a:lnTo>
                  <a:lnTo>
                    <a:pt x="3865918" y="327684"/>
                  </a:lnTo>
                  <a:lnTo>
                    <a:pt x="3820202" y="360730"/>
                  </a:lnTo>
                  <a:lnTo>
                    <a:pt x="3770653" y="400774"/>
                  </a:lnTo>
                  <a:lnTo>
                    <a:pt x="3722441" y="444053"/>
                  </a:lnTo>
                  <a:lnTo>
                    <a:pt x="3675166" y="490631"/>
                  </a:lnTo>
                  <a:lnTo>
                    <a:pt x="3628512" y="540506"/>
                  </a:lnTo>
                  <a:lnTo>
                    <a:pt x="3582235" y="593603"/>
                  </a:lnTo>
                  <a:lnTo>
                    <a:pt x="3536152" y="649768"/>
                  </a:lnTo>
                  <a:lnTo>
                    <a:pt x="3490135" y="708765"/>
                  </a:lnTo>
                  <a:lnTo>
                    <a:pt x="3444098" y="770275"/>
                  </a:lnTo>
                  <a:lnTo>
                    <a:pt x="3397997" y="833900"/>
                  </a:lnTo>
                  <a:lnTo>
                    <a:pt x="3351819" y="899173"/>
                  </a:lnTo>
                  <a:lnTo>
                    <a:pt x="3305577" y="965569"/>
                  </a:lnTo>
                  <a:lnTo>
                    <a:pt x="3259300" y="1032526"/>
                  </a:lnTo>
                  <a:lnTo>
                    <a:pt x="3213024" y="1099458"/>
                  </a:lnTo>
                  <a:lnTo>
                    <a:pt x="3166786" y="1165784"/>
                  </a:lnTo>
                  <a:lnTo>
                    <a:pt x="3120615" y="1230940"/>
                  </a:lnTo>
                  <a:lnTo>
                    <a:pt x="3074520" y="1294409"/>
                  </a:lnTo>
                  <a:lnTo>
                    <a:pt x="3028487" y="1355727"/>
                  </a:lnTo>
                  <a:lnTo>
                    <a:pt x="2982467" y="1414504"/>
                  </a:lnTo>
                  <a:lnTo>
                    <a:pt x="2936375" y="1470426"/>
                  </a:lnTo>
                  <a:lnTo>
                    <a:pt x="2890075" y="1523264"/>
                  </a:lnTo>
                  <a:lnTo>
                    <a:pt x="2843380" y="1572871"/>
                  </a:lnTo>
                  <a:lnTo>
                    <a:pt x="2796041" y="1619178"/>
                  </a:lnTo>
                  <a:lnTo>
                    <a:pt x="2747736" y="1662190"/>
                  </a:lnTo>
                  <a:lnTo>
                    <a:pt x="2702183" y="1698838"/>
                  </a:lnTo>
                  <a:lnTo>
                    <a:pt x="2650745" y="1735761"/>
                  </a:lnTo>
                  <a:lnTo>
                    <a:pt x="2596902" y="1769505"/>
                  </a:lnTo>
                  <a:lnTo>
                    <a:pt x="2539988" y="1800184"/>
                  </a:lnTo>
                  <a:lnTo>
                    <a:pt x="2479272" y="1828010"/>
                  </a:lnTo>
                  <a:lnTo>
                    <a:pt x="2413994" y="1853243"/>
                  </a:lnTo>
                  <a:lnTo>
                    <a:pt x="2343409" y="1876149"/>
                  </a:lnTo>
                  <a:lnTo>
                    <a:pt x="2266836" y="1896980"/>
                  </a:lnTo>
                  <a:lnTo>
                    <a:pt x="2183718" y="1915958"/>
                  </a:lnTo>
                  <a:lnTo>
                    <a:pt x="2093715" y="1933267"/>
                  </a:lnTo>
                  <a:lnTo>
                    <a:pt x="1996811" y="1949052"/>
                  </a:lnTo>
                  <a:lnTo>
                    <a:pt x="1893452" y="1963411"/>
                  </a:lnTo>
                  <a:lnTo>
                    <a:pt x="1784679" y="1976402"/>
                  </a:lnTo>
                  <a:lnTo>
                    <a:pt x="1672259" y="1988042"/>
                  </a:lnTo>
                  <a:lnTo>
                    <a:pt x="1558742" y="1998320"/>
                  </a:lnTo>
                  <a:lnTo>
                    <a:pt x="1447415" y="2007207"/>
                  </a:lnTo>
                  <a:lnTo>
                    <a:pt x="1342092" y="2014678"/>
                  </a:lnTo>
                  <a:lnTo>
                    <a:pt x="1246725" y="2020732"/>
                  </a:lnTo>
                  <a:lnTo>
                    <a:pt x="1164882" y="2025410"/>
                  </a:lnTo>
                  <a:lnTo>
                    <a:pt x="1099173" y="2028809"/>
                  </a:lnTo>
                  <a:lnTo>
                    <a:pt x="1050775" y="2031084"/>
                  </a:lnTo>
                  <a:lnTo>
                    <a:pt x="1019161" y="2032440"/>
                  </a:lnTo>
                  <a:lnTo>
                    <a:pt x="1002080" y="2033110"/>
                  </a:lnTo>
                  <a:lnTo>
                    <a:pt x="995725" y="2033339"/>
                  </a:lnTo>
                  <a:lnTo>
                    <a:pt x="994940" y="2033366"/>
                  </a:lnTo>
                  <a:lnTo>
                    <a:pt x="0" y="2033366"/>
                  </a:lnTo>
                  <a:lnTo>
                    <a:pt x="0" y="20333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4" name="pg1133"/>
            <p:cNvSpPr/>
            <p:nvPr/>
          </p:nvSpPr>
          <p:spPr>
            <a:xfrm>
              <a:off x="1199187" y="1975554"/>
              <a:ext cx="12049831" cy="2007162"/>
            </a:xfrm>
            <a:custGeom>
              <a:avLst/>
              <a:pathLst>
                <a:path w="12049831" h="2007162">
                  <a:moveTo>
                    <a:pt x="0" y="2007162"/>
                  </a:moveTo>
                  <a:lnTo>
                    <a:pt x="994940" y="2007162"/>
                  </a:lnTo>
                  <a:lnTo>
                    <a:pt x="996045" y="2007125"/>
                  </a:lnTo>
                  <a:lnTo>
                    <a:pt x="1003344" y="2006860"/>
                  </a:lnTo>
                  <a:lnTo>
                    <a:pt x="1021855" y="2006129"/>
                  </a:lnTo>
                  <a:lnTo>
                    <a:pt x="1055227" y="2004688"/>
                  </a:lnTo>
                  <a:lnTo>
                    <a:pt x="1105527" y="2002304"/>
                  </a:lnTo>
                  <a:lnTo>
                    <a:pt x="1173091" y="1998781"/>
                  </a:lnTo>
                  <a:lnTo>
                    <a:pt x="1256569" y="1993969"/>
                  </a:lnTo>
                  <a:lnTo>
                    <a:pt x="1353217" y="1987777"/>
                  </a:lnTo>
                  <a:lnTo>
                    <a:pt x="1459398" y="1980169"/>
                  </a:lnTo>
                  <a:lnTo>
                    <a:pt x="1571150" y="1971151"/>
                  </a:lnTo>
                  <a:lnTo>
                    <a:pt x="1684700" y="1960749"/>
                  </a:lnTo>
                  <a:lnTo>
                    <a:pt x="1796836" y="1948991"/>
                  </a:lnTo>
                  <a:lnTo>
                    <a:pt x="1905092" y="1935885"/>
                  </a:lnTo>
                  <a:lnTo>
                    <a:pt x="2007786" y="1921410"/>
                  </a:lnTo>
                  <a:lnTo>
                    <a:pt x="2103948" y="1905504"/>
                  </a:lnTo>
                  <a:lnTo>
                    <a:pt x="2193190" y="1888064"/>
                  </a:lnTo>
                  <a:lnTo>
                    <a:pt x="2275571" y="1868942"/>
                  </a:lnTo>
                  <a:lnTo>
                    <a:pt x="2351459" y="1847948"/>
                  </a:lnTo>
                  <a:lnTo>
                    <a:pt x="2421428" y="1824858"/>
                  </a:lnTo>
                  <a:lnTo>
                    <a:pt x="2486169" y="1799418"/>
                  </a:lnTo>
                  <a:lnTo>
                    <a:pt x="2546433" y="1771362"/>
                  </a:lnTo>
                  <a:lnTo>
                    <a:pt x="2602976" y="1740434"/>
                  </a:lnTo>
                  <a:lnTo>
                    <a:pt x="2656525" y="1706429"/>
                  </a:lnTo>
                  <a:lnTo>
                    <a:pt x="2702183" y="1673509"/>
                  </a:lnTo>
                  <a:lnTo>
                    <a:pt x="2751770" y="1633537"/>
                  </a:lnTo>
                  <a:lnTo>
                    <a:pt x="2800017" y="1590334"/>
                  </a:lnTo>
                  <a:lnTo>
                    <a:pt x="2847327" y="1543836"/>
                  </a:lnTo>
                  <a:lnTo>
                    <a:pt x="2894016" y="1494044"/>
                  </a:lnTo>
                  <a:lnTo>
                    <a:pt x="2940328" y="1441034"/>
                  </a:lnTo>
                  <a:lnTo>
                    <a:pt x="2986445" y="1384960"/>
                  </a:lnTo>
                  <a:lnTo>
                    <a:pt x="3032498" y="1326058"/>
                  </a:lnTo>
                  <a:lnTo>
                    <a:pt x="3078571" y="1264648"/>
                  </a:lnTo>
                  <a:lnTo>
                    <a:pt x="3124707" y="1201128"/>
                  </a:lnTo>
                  <a:lnTo>
                    <a:pt x="3170921" y="1135966"/>
                  </a:lnTo>
                  <a:lnTo>
                    <a:pt x="3217199" y="1069685"/>
                  </a:lnTo>
                  <a:lnTo>
                    <a:pt x="3263512" y="1002850"/>
                  </a:lnTo>
                  <a:lnTo>
                    <a:pt x="3309824" y="936044"/>
                  </a:lnTo>
                  <a:lnTo>
                    <a:pt x="3356097" y="869850"/>
                  </a:lnTo>
                  <a:lnTo>
                    <a:pt x="3402303" y="804829"/>
                  </a:lnTo>
                  <a:lnTo>
                    <a:pt x="3448432" y="741501"/>
                  </a:lnTo>
                  <a:lnTo>
                    <a:pt x="3494500" y="680325"/>
                  </a:lnTo>
                  <a:lnTo>
                    <a:pt x="3540555" y="621694"/>
                  </a:lnTo>
                  <a:lnTo>
                    <a:pt x="3586685" y="565917"/>
                  </a:lnTo>
                  <a:lnTo>
                    <a:pt x="3633025" y="513224"/>
                  </a:lnTo>
                  <a:lnTo>
                    <a:pt x="3679764" y="463760"/>
                  </a:lnTo>
                  <a:lnTo>
                    <a:pt x="3727153" y="417593"/>
                  </a:lnTo>
                  <a:lnTo>
                    <a:pt x="3775515" y="374717"/>
                  </a:lnTo>
                  <a:lnTo>
                    <a:pt x="3820202" y="338894"/>
                  </a:lnTo>
                  <a:lnTo>
                    <a:pt x="3871643" y="302066"/>
                  </a:lnTo>
                  <a:lnTo>
                    <a:pt x="3925488" y="268408"/>
                  </a:lnTo>
                  <a:lnTo>
                    <a:pt x="3982405" y="237809"/>
                  </a:lnTo>
                  <a:lnTo>
                    <a:pt x="4043126" y="210054"/>
                  </a:lnTo>
                  <a:lnTo>
                    <a:pt x="4108408" y="184886"/>
                  </a:lnTo>
                  <a:lnTo>
                    <a:pt x="4178997" y="162040"/>
                  </a:lnTo>
                  <a:lnTo>
                    <a:pt x="4255576" y="141263"/>
                  </a:lnTo>
                  <a:lnTo>
                    <a:pt x="4338701" y="122335"/>
                  </a:lnTo>
                  <a:lnTo>
                    <a:pt x="4428711" y="105070"/>
                  </a:lnTo>
                  <a:lnTo>
                    <a:pt x="4525622" y="89327"/>
                  </a:lnTo>
                  <a:lnTo>
                    <a:pt x="4628989" y="75005"/>
                  </a:lnTo>
                  <a:lnTo>
                    <a:pt x="4737770" y="62048"/>
                  </a:lnTo>
                  <a:lnTo>
                    <a:pt x="4850197" y="50439"/>
                  </a:lnTo>
                  <a:lnTo>
                    <a:pt x="4963719" y="40188"/>
                  </a:lnTo>
                  <a:lnTo>
                    <a:pt x="5075048" y="31325"/>
                  </a:lnTo>
                  <a:lnTo>
                    <a:pt x="5180371" y="23873"/>
                  </a:lnTo>
                  <a:lnTo>
                    <a:pt x="5275733" y="17836"/>
                  </a:lnTo>
                  <a:lnTo>
                    <a:pt x="5357568" y="13172"/>
                  </a:lnTo>
                  <a:lnTo>
                    <a:pt x="5423264" y="9782"/>
                  </a:lnTo>
                  <a:lnTo>
                    <a:pt x="5471648" y="7514"/>
                  </a:lnTo>
                  <a:lnTo>
                    <a:pt x="5503248" y="6162"/>
                  </a:lnTo>
                  <a:lnTo>
                    <a:pt x="5520316" y="5494"/>
                  </a:lnTo>
                  <a:lnTo>
                    <a:pt x="5526662" y="5266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2" y="5244"/>
                  </a:lnTo>
                  <a:lnTo>
                    <a:pt x="6531019" y="5269"/>
                  </a:lnTo>
                  <a:lnTo>
                    <a:pt x="6550020" y="5338"/>
                  </a:lnTo>
                  <a:lnTo>
                    <a:pt x="6584239" y="5473"/>
                  </a:lnTo>
                  <a:lnTo>
                    <a:pt x="6635746" y="5698"/>
                  </a:lnTo>
                  <a:lnTo>
                    <a:pt x="6704812" y="6030"/>
                  </a:lnTo>
                  <a:lnTo>
                    <a:pt x="6789963" y="6482"/>
                  </a:lnTo>
                  <a:lnTo>
                    <a:pt x="6888310" y="7064"/>
                  </a:lnTo>
                  <a:lnTo>
                    <a:pt x="6996072" y="7778"/>
                  </a:lnTo>
                  <a:lnTo>
                    <a:pt x="7109173" y="8623"/>
                  </a:lnTo>
                  <a:lnTo>
                    <a:pt x="7223773" y="9598"/>
                  </a:lnTo>
                  <a:lnTo>
                    <a:pt x="7336638" y="10698"/>
                  </a:lnTo>
                  <a:lnTo>
                    <a:pt x="7445321" y="11925"/>
                  </a:lnTo>
                  <a:lnTo>
                    <a:pt x="7548182" y="13280"/>
                  </a:lnTo>
                  <a:lnTo>
                    <a:pt x="7644307" y="14769"/>
                  </a:lnTo>
                  <a:lnTo>
                    <a:pt x="7733369" y="16404"/>
                  </a:lnTo>
                  <a:lnTo>
                    <a:pt x="7815479" y="18198"/>
                  </a:lnTo>
                  <a:lnTo>
                    <a:pt x="7891057" y="20169"/>
                  </a:lnTo>
                  <a:lnTo>
                    <a:pt x="7960716" y="22340"/>
                  </a:lnTo>
                  <a:lnTo>
                    <a:pt x="8025182" y="24735"/>
                  </a:lnTo>
                  <a:lnTo>
                    <a:pt x="8085231" y="27379"/>
                  </a:lnTo>
                  <a:lnTo>
                    <a:pt x="8141639" y="30295"/>
                  </a:lnTo>
                  <a:lnTo>
                    <a:pt x="8195142" y="33501"/>
                  </a:lnTo>
                  <a:lnTo>
                    <a:pt x="8229629" y="35810"/>
                  </a:lnTo>
                  <a:lnTo>
                    <a:pt x="8291104" y="40412"/>
                  </a:lnTo>
                  <a:lnTo>
                    <a:pt x="8350664" y="45474"/>
                  </a:lnTo>
                  <a:lnTo>
                    <a:pt x="8409022" y="51004"/>
                  </a:lnTo>
                  <a:lnTo>
                    <a:pt x="8466700" y="56994"/>
                  </a:lnTo>
                  <a:lnTo>
                    <a:pt x="8524068" y="63419"/>
                  </a:lnTo>
                  <a:lnTo>
                    <a:pt x="8581368" y="70236"/>
                  </a:lnTo>
                  <a:lnTo>
                    <a:pt x="8638735" y="77382"/>
                  </a:lnTo>
                  <a:lnTo>
                    <a:pt x="8696217" y="84782"/>
                  </a:lnTo>
                  <a:lnTo>
                    <a:pt x="8753800" y="92343"/>
                  </a:lnTo>
                  <a:lnTo>
                    <a:pt x="8811426" y="99967"/>
                  </a:lnTo>
                  <a:lnTo>
                    <a:pt x="8869023" y="107550"/>
                  </a:lnTo>
                  <a:lnTo>
                    <a:pt x="8926529" y="114991"/>
                  </a:lnTo>
                  <a:lnTo>
                    <a:pt x="8983919" y="122197"/>
                  </a:lnTo>
                  <a:lnTo>
                    <a:pt x="9041225" y="129088"/>
                  </a:lnTo>
                  <a:lnTo>
                    <a:pt x="9098562" y="135599"/>
                  </a:lnTo>
                  <a:lnTo>
                    <a:pt x="9156150" y="141683"/>
                  </a:lnTo>
                  <a:lnTo>
                    <a:pt x="9214328" y="147311"/>
                  </a:lnTo>
                  <a:lnTo>
                    <a:pt x="9273585" y="152471"/>
                  </a:lnTo>
                  <a:lnTo>
                    <a:pt x="9334589" y="157167"/>
                  </a:lnTo>
                  <a:lnTo>
                    <a:pt x="9347647" y="158092"/>
                  </a:lnTo>
                  <a:lnTo>
                    <a:pt x="9399579" y="161496"/>
                  </a:lnTo>
                  <a:lnTo>
                    <a:pt x="9453966" y="164605"/>
                  </a:lnTo>
                  <a:lnTo>
                    <a:pt x="9511496" y="167428"/>
                  </a:lnTo>
                  <a:lnTo>
                    <a:pt x="9572922" y="169987"/>
                  </a:lnTo>
                  <a:lnTo>
                    <a:pt x="9639024" y="172305"/>
                  </a:lnTo>
                  <a:lnTo>
                    <a:pt x="9710567" y="174407"/>
                  </a:lnTo>
                  <a:lnTo>
                    <a:pt x="9788248" y="176318"/>
                  </a:lnTo>
                  <a:lnTo>
                    <a:pt x="9872627" y="178057"/>
                  </a:lnTo>
                  <a:lnTo>
                    <a:pt x="9964035" y="179642"/>
                  </a:lnTo>
                  <a:lnTo>
                    <a:pt x="10062454" y="181086"/>
                  </a:lnTo>
                  <a:lnTo>
                    <a:pt x="10167378" y="182398"/>
                  </a:lnTo>
                  <a:lnTo>
                    <a:pt x="10277667" y="183583"/>
                  </a:lnTo>
                  <a:lnTo>
                    <a:pt x="10391418" y="184642"/>
                  </a:lnTo>
                  <a:lnTo>
                    <a:pt x="10505915" y="185574"/>
                  </a:lnTo>
                  <a:lnTo>
                    <a:pt x="10617693" y="186376"/>
                  </a:lnTo>
                  <a:lnTo>
                    <a:pt x="10722785" y="187046"/>
                  </a:lnTo>
                  <a:lnTo>
                    <a:pt x="10817149" y="187584"/>
                  </a:lnTo>
                  <a:lnTo>
                    <a:pt x="10897231" y="187996"/>
                  </a:lnTo>
                  <a:lnTo>
                    <a:pt x="10960562" y="188290"/>
                  </a:lnTo>
                  <a:lnTo>
                    <a:pt x="11006222" y="188483"/>
                  </a:lnTo>
                  <a:lnTo>
                    <a:pt x="11035085" y="188594"/>
                  </a:lnTo>
                  <a:lnTo>
                    <a:pt x="11049790" y="188646"/>
                  </a:lnTo>
                  <a:lnTo>
                    <a:pt x="11054545" y="188661"/>
                  </a:lnTo>
                  <a:lnTo>
                    <a:pt x="11054891" y="188662"/>
                  </a:lnTo>
                  <a:lnTo>
                    <a:pt x="12049831" y="188662"/>
                  </a:lnTo>
                  <a:lnTo>
                    <a:pt x="12049831" y="183422"/>
                  </a:lnTo>
                  <a:lnTo>
                    <a:pt x="11054891" y="183422"/>
                  </a:lnTo>
                  <a:lnTo>
                    <a:pt x="11053755" y="183418"/>
                  </a:lnTo>
                  <a:lnTo>
                    <a:pt x="11046257" y="183393"/>
                  </a:lnTo>
                  <a:lnTo>
                    <a:pt x="11027257" y="183324"/>
                  </a:lnTo>
                  <a:lnTo>
                    <a:pt x="10993038" y="183188"/>
                  </a:lnTo>
                  <a:lnTo>
                    <a:pt x="10941530" y="182964"/>
                  </a:lnTo>
                  <a:lnTo>
                    <a:pt x="10872465" y="182632"/>
                  </a:lnTo>
                  <a:lnTo>
                    <a:pt x="10787314" y="182180"/>
                  </a:lnTo>
                  <a:lnTo>
                    <a:pt x="10688966" y="181598"/>
                  </a:lnTo>
                  <a:lnTo>
                    <a:pt x="10581204" y="180884"/>
                  </a:lnTo>
                  <a:lnTo>
                    <a:pt x="10468104" y="180039"/>
                  </a:lnTo>
                  <a:lnTo>
                    <a:pt x="10353504" y="179064"/>
                  </a:lnTo>
                  <a:lnTo>
                    <a:pt x="10240639" y="177964"/>
                  </a:lnTo>
                  <a:lnTo>
                    <a:pt x="10131956" y="176737"/>
                  </a:lnTo>
                  <a:lnTo>
                    <a:pt x="10029094" y="175382"/>
                  </a:lnTo>
                  <a:lnTo>
                    <a:pt x="9932969" y="173892"/>
                  </a:lnTo>
                  <a:lnTo>
                    <a:pt x="9843907" y="172258"/>
                  </a:lnTo>
                  <a:lnTo>
                    <a:pt x="9761797" y="170464"/>
                  </a:lnTo>
                  <a:lnTo>
                    <a:pt x="9686220" y="168493"/>
                  </a:lnTo>
                  <a:lnTo>
                    <a:pt x="9616561" y="166321"/>
                  </a:lnTo>
                  <a:lnTo>
                    <a:pt x="9552094" y="163927"/>
                  </a:lnTo>
                  <a:lnTo>
                    <a:pt x="9492045" y="161283"/>
                  </a:lnTo>
                  <a:lnTo>
                    <a:pt x="9435637" y="158367"/>
                  </a:lnTo>
                  <a:lnTo>
                    <a:pt x="9382135" y="155161"/>
                  </a:lnTo>
                  <a:lnTo>
                    <a:pt x="9347647" y="152851"/>
                  </a:lnTo>
                  <a:lnTo>
                    <a:pt x="9286173" y="148250"/>
                  </a:lnTo>
                  <a:lnTo>
                    <a:pt x="9226612" y="143188"/>
                  </a:lnTo>
                  <a:lnTo>
                    <a:pt x="9168255" y="137658"/>
                  </a:lnTo>
                  <a:lnTo>
                    <a:pt x="9110577" y="131667"/>
                  </a:lnTo>
                  <a:lnTo>
                    <a:pt x="9053208" y="125243"/>
                  </a:lnTo>
                  <a:lnTo>
                    <a:pt x="8995908" y="118426"/>
                  </a:lnTo>
                  <a:lnTo>
                    <a:pt x="8938542" y="111280"/>
                  </a:lnTo>
                  <a:lnTo>
                    <a:pt x="8881059" y="103880"/>
                  </a:lnTo>
                  <a:lnTo>
                    <a:pt x="8823477" y="96319"/>
                  </a:lnTo>
                  <a:lnTo>
                    <a:pt x="8765851" y="88695"/>
                  </a:lnTo>
                  <a:lnTo>
                    <a:pt x="8708253" y="81112"/>
                  </a:lnTo>
                  <a:lnTo>
                    <a:pt x="8650747" y="73671"/>
                  </a:lnTo>
                  <a:lnTo>
                    <a:pt x="8593358" y="66465"/>
                  </a:lnTo>
                  <a:lnTo>
                    <a:pt x="8536052" y="59574"/>
                  </a:lnTo>
                  <a:lnTo>
                    <a:pt x="8478714" y="53063"/>
                  </a:lnTo>
                  <a:lnTo>
                    <a:pt x="8421127" y="46979"/>
                  </a:lnTo>
                  <a:lnTo>
                    <a:pt x="8362949" y="41351"/>
                  </a:lnTo>
                  <a:lnTo>
                    <a:pt x="8303692" y="36191"/>
                  </a:lnTo>
                  <a:lnTo>
                    <a:pt x="8242687" y="31495"/>
                  </a:lnTo>
                  <a:lnTo>
                    <a:pt x="8229629" y="30570"/>
                  </a:lnTo>
                  <a:lnTo>
                    <a:pt x="8177698" y="27165"/>
                  </a:lnTo>
                  <a:lnTo>
                    <a:pt x="8123310" y="24057"/>
                  </a:lnTo>
                  <a:lnTo>
                    <a:pt x="8065780" y="21233"/>
                  </a:lnTo>
                  <a:lnTo>
                    <a:pt x="8004355" y="18675"/>
                  </a:lnTo>
                  <a:lnTo>
                    <a:pt x="7938253" y="16357"/>
                  </a:lnTo>
                  <a:lnTo>
                    <a:pt x="7866709" y="14255"/>
                  </a:lnTo>
                  <a:lnTo>
                    <a:pt x="7789028" y="12344"/>
                  </a:lnTo>
                  <a:lnTo>
                    <a:pt x="7704649" y="10605"/>
                  </a:lnTo>
                  <a:lnTo>
                    <a:pt x="7613241" y="9020"/>
                  </a:lnTo>
                  <a:lnTo>
                    <a:pt x="7514823" y="7576"/>
                  </a:lnTo>
                  <a:lnTo>
                    <a:pt x="7409898" y="6264"/>
                  </a:lnTo>
                  <a:lnTo>
                    <a:pt x="7299610" y="5079"/>
                  </a:lnTo>
                  <a:lnTo>
                    <a:pt x="7185858" y="4020"/>
                  </a:lnTo>
                  <a:lnTo>
                    <a:pt x="7071362" y="3088"/>
                  </a:lnTo>
                  <a:lnTo>
                    <a:pt x="6959583" y="2286"/>
                  </a:lnTo>
                  <a:lnTo>
                    <a:pt x="6854491" y="1616"/>
                  </a:lnTo>
                  <a:lnTo>
                    <a:pt x="6760128" y="1078"/>
                  </a:lnTo>
                  <a:lnTo>
                    <a:pt x="6680046" y="666"/>
                  </a:lnTo>
                  <a:lnTo>
                    <a:pt x="6616715" y="372"/>
                  </a:lnTo>
                  <a:lnTo>
                    <a:pt x="6571054" y="179"/>
                  </a:lnTo>
                  <a:lnTo>
                    <a:pt x="6542191" y="68"/>
                  </a:lnTo>
                  <a:lnTo>
                    <a:pt x="6527487" y="16"/>
                  </a:lnTo>
                  <a:lnTo>
                    <a:pt x="6522731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0" y="37"/>
                  </a:lnTo>
                  <a:lnTo>
                    <a:pt x="5519041" y="301"/>
                  </a:lnTo>
                  <a:lnTo>
                    <a:pt x="5500530" y="1033"/>
                  </a:lnTo>
                  <a:lnTo>
                    <a:pt x="5467158" y="2474"/>
                  </a:lnTo>
                  <a:lnTo>
                    <a:pt x="5416858" y="4857"/>
                  </a:lnTo>
                  <a:lnTo>
                    <a:pt x="5349294" y="8381"/>
                  </a:lnTo>
                  <a:lnTo>
                    <a:pt x="5265816" y="13193"/>
                  </a:lnTo>
                  <a:lnTo>
                    <a:pt x="5169168" y="19385"/>
                  </a:lnTo>
                  <a:lnTo>
                    <a:pt x="5062987" y="26993"/>
                  </a:lnTo>
                  <a:lnTo>
                    <a:pt x="4951235" y="36011"/>
                  </a:lnTo>
                  <a:lnTo>
                    <a:pt x="4837685" y="46413"/>
                  </a:lnTo>
                  <a:lnTo>
                    <a:pt x="4725549" y="58171"/>
                  </a:lnTo>
                  <a:lnTo>
                    <a:pt x="4617293" y="71277"/>
                  </a:lnTo>
                  <a:lnTo>
                    <a:pt x="4514599" y="85752"/>
                  </a:lnTo>
                  <a:lnTo>
                    <a:pt x="4418437" y="101658"/>
                  </a:lnTo>
                  <a:lnTo>
                    <a:pt x="4329195" y="119098"/>
                  </a:lnTo>
                  <a:lnTo>
                    <a:pt x="4246814" y="138220"/>
                  </a:lnTo>
                  <a:lnTo>
                    <a:pt x="4170926" y="159214"/>
                  </a:lnTo>
                  <a:lnTo>
                    <a:pt x="4100957" y="182304"/>
                  </a:lnTo>
                  <a:lnTo>
                    <a:pt x="4036216" y="207744"/>
                  </a:lnTo>
                  <a:lnTo>
                    <a:pt x="3975952" y="235800"/>
                  </a:lnTo>
                  <a:lnTo>
                    <a:pt x="3919409" y="266728"/>
                  </a:lnTo>
                  <a:lnTo>
                    <a:pt x="3865860" y="300733"/>
                  </a:lnTo>
                  <a:lnTo>
                    <a:pt x="3820202" y="333653"/>
                  </a:lnTo>
                  <a:lnTo>
                    <a:pt x="3770615" y="373625"/>
                  </a:lnTo>
                  <a:lnTo>
                    <a:pt x="3722368" y="416828"/>
                  </a:lnTo>
                  <a:lnTo>
                    <a:pt x="3675058" y="463326"/>
                  </a:lnTo>
                  <a:lnTo>
                    <a:pt x="3628369" y="513118"/>
                  </a:lnTo>
                  <a:lnTo>
                    <a:pt x="3582057" y="566128"/>
                  </a:lnTo>
                  <a:lnTo>
                    <a:pt x="3535940" y="622202"/>
                  </a:lnTo>
                  <a:lnTo>
                    <a:pt x="3489887" y="681104"/>
                  </a:lnTo>
                  <a:lnTo>
                    <a:pt x="3443814" y="742514"/>
                  </a:lnTo>
                  <a:lnTo>
                    <a:pt x="3397678" y="806034"/>
                  </a:lnTo>
                  <a:lnTo>
                    <a:pt x="3351464" y="871196"/>
                  </a:lnTo>
                  <a:lnTo>
                    <a:pt x="3305186" y="937477"/>
                  </a:lnTo>
                  <a:lnTo>
                    <a:pt x="3258873" y="1004312"/>
                  </a:lnTo>
                  <a:lnTo>
                    <a:pt x="3212561" y="1071118"/>
                  </a:lnTo>
                  <a:lnTo>
                    <a:pt x="3166288" y="1137312"/>
                  </a:lnTo>
                  <a:lnTo>
                    <a:pt x="3120082" y="1202333"/>
                  </a:lnTo>
                  <a:lnTo>
                    <a:pt x="3073953" y="1265661"/>
                  </a:lnTo>
                  <a:lnTo>
                    <a:pt x="3027885" y="1326837"/>
                  </a:lnTo>
                  <a:lnTo>
                    <a:pt x="2981830" y="1385468"/>
                  </a:lnTo>
                  <a:lnTo>
                    <a:pt x="2935700" y="1441245"/>
                  </a:lnTo>
                  <a:lnTo>
                    <a:pt x="2889360" y="1493938"/>
                  </a:lnTo>
                  <a:lnTo>
                    <a:pt x="2842621" y="1543402"/>
                  </a:lnTo>
                  <a:lnTo>
                    <a:pt x="2795232" y="1589569"/>
                  </a:lnTo>
                  <a:lnTo>
                    <a:pt x="2746870" y="1632445"/>
                  </a:lnTo>
                  <a:lnTo>
                    <a:pt x="2702183" y="1668268"/>
                  </a:lnTo>
                  <a:lnTo>
                    <a:pt x="2650742" y="1705096"/>
                  </a:lnTo>
                  <a:lnTo>
                    <a:pt x="2596897" y="1738754"/>
                  </a:lnTo>
                  <a:lnTo>
                    <a:pt x="2539980" y="1769353"/>
                  </a:lnTo>
                  <a:lnTo>
                    <a:pt x="2479259" y="1797108"/>
                  </a:lnTo>
                  <a:lnTo>
                    <a:pt x="2413977" y="1822275"/>
                  </a:lnTo>
                  <a:lnTo>
                    <a:pt x="2343388" y="1845122"/>
                  </a:lnTo>
                  <a:lnTo>
                    <a:pt x="2266809" y="1865899"/>
                  </a:lnTo>
                  <a:lnTo>
                    <a:pt x="2183684" y="1884827"/>
                  </a:lnTo>
                  <a:lnTo>
                    <a:pt x="2093674" y="1902092"/>
                  </a:lnTo>
                  <a:lnTo>
                    <a:pt x="1996763" y="1917835"/>
                  </a:lnTo>
                  <a:lnTo>
                    <a:pt x="1893396" y="1932157"/>
                  </a:lnTo>
                  <a:lnTo>
                    <a:pt x="1784615" y="1945114"/>
                  </a:lnTo>
                  <a:lnTo>
                    <a:pt x="1672188" y="1956723"/>
                  </a:lnTo>
                  <a:lnTo>
                    <a:pt x="1558666" y="1966974"/>
                  </a:lnTo>
                  <a:lnTo>
                    <a:pt x="1447337" y="1975837"/>
                  </a:lnTo>
                  <a:lnTo>
                    <a:pt x="1342014" y="1983288"/>
                  </a:lnTo>
                  <a:lnTo>
                    <a:pt x="1246652" y="1989326"/>
                  </a:lnTo>
                  <a:lnTo>
                    <a:pt x="1164817" y="1993990"/>
                  </a:lnTo>
                  <a:lnTo>
                    <a:pt x="1099121" y="1997379"/>
                  </a:lnTo>
                  <a:lnTo>
                    <a:pt x="1050737" y="1999648"/>
                  </a:lnTo>
                  <a:lnTo>
                    <a:pt x="1019137" y="2001000"/>
                  </a:lnTo>
                  <a:lnTo>
                    <a:pt x="1002069" y="2001667"/>
                  </a:lnTo>
                  <a:lnTo>
                    <a:pt x="995723" y="2001896"/>
                  </a:lnTo>
                  <a:lnTo>
                    <a:pt x="994940" y="2001922"/>
                  </a:lnTo>
                  <a:lnTo>
                    <a:pt x="0" y="2001922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35" name="pl1134"/>
            <p:cNvSpPr/>
            <p:nvPr/>
          </p:nvSpPr>
          <p:spPr>
            <a:xfrm>
              <a:off x="1199187" y="1980795"/>
              <a:ext cx="12049831" cy="2001922"/>
            </a:xfrm>
            <a:custGeom>
              <a:avLst/>
              <a:pathLst>
                <a:path w="12049831" h="2001922">
                  <a:moveTo>
                    <a:pt x="0" y="2001922"/>
                  </a:moveTo>
                  <a:lnTo>
                    <a:pt x="994940" y="2001922"/>
                  </a:lnTo>
                  <a:lnTo>
                    <a:pt x="996045" y="2001885"/>
                  </a:lnTo>
                  <a:lnTo>
                    <a:pt x="1003344" y="2001620"/>
                  </a:lnTo>
                  <a:lnTo>
                    <a:pt x="1021855" y="2000888"/>
                  </a:lnTo>
                  <a:lnTo>
                    <a:pt x="1055227" y="1999447"/>
                  </a:lnTo>
                  <a:lnTo>
                    <a:pt x="1105527" y="1997064"/>
                  </a:lnTo>
                  <a:lnTo>
                    <a:pt x="1173091" y="1993540"/>
                  </a:lnTo>
                  <a:lnTo>
                    <a:pt x="1256569" y="1988728"/>
                  </a:lnTo>
                  <a:lnTo>
                    <a:pt x="1353217" y="1982536"/>
                  </a:lnTo>
                  <a:lnTo>
                    <a:pt x="1459398" y="1974928"/>
                  </a:lnTo>
                  <a:lnTo>
                    <a:pt x="1571150" y="1965910"/>
                  </a:lnTo>
                  <a:lnTo>
                    <a:pt x="1684700" y="1955509"/>
                  </a:lnTo>
                  <a:lnTo>
                    <a:pt x="1796836" y="1943750"/>
                  </a:lnTo>
                  <a:lnTo>
                    <a:pt x="1905092" y="1930645"/>
                  </a:lnTo>
                  <a:lnTo>
                    <a:pt x="2007786" y="1916169"/>
                  </a:lnTo>
                  <a:lnTo>
                    <a:pt x="2103948" y="1900264"/>
                  </a:lnTo>
                  <a:lnTo>
                    <a:pt x="2193190" y="1882823"/>
                  </a:lnTo>
                  <a:lnTo>
                    <a:pt x="2275571" y="1863701"/>
                  </a:lnTo>
                  <a:lnTo>
                    <a:pt x="2351459" y="1842707"/>
                  </a:lnTo>
                  <a:lnTo>
                    <a:pt x="2421428" y="1819617"/>
                  </a:lnTo>
                  <a:lnTo>
                    <a:pt x="2486169" y="1794177"/>
                  </a:lnTo>
                  <a:lnTo>
                    <a:pt x="2546433" y="1766121"/>
                  </a:lnTo>
                  <a:lnTo>
                    <a:pt x="2602976" y="1735193"/>
                  </a:lnTo>
                  <a:lnTo>
                    <a:pt x="2656525" y="1701188"/>
                  </a:lnTo>
                  <a:lnTo>
                    <a:pt x="2702183" y="1668268"/>
                  </a:lnTo>
                  <a:lnTo>
                    <a:pt x="2751770" y="1628297"/>
                  </a:lnTo>
                  <a:lnTo>
                    <a:pt x="2800017" y="1585094"/>
                  </a:lnTo>
                  <a:lnTo>
                    <a:pt x="2847327" y="1538595"/>
                  </a:lnTo>
                  <a:lnTo>
                    <a:pt x="2894016" y="1488804"/>
                  </a:lnTo>
                  <a:lnTo>
                    <a:pt x="2940328" y="1435793"/>
                  </a:lnTo>
                  <a:lnTo>
                    <a:pt x="2986445" y="1379719"/>
                  </a:lnTo>
                  <a:lnTo>
                    <a:pt x="3032498" y="1320817"/>
                  </a:lnTo>
                  <a:lnTo>
                    <a:pt x="3078571" y="1259407"/>
                  </a:lnTo>
                  <a:lnTo>
                    <a:pt x="3124707" y="1195888"/>
                  </a:lnTo>
                  <a:lnTo>
                    <a:pt x="3170921" y="1130725"/>
                  </a:lnTo>
                  <a:lnTo>
                    <a:pt x="3217199" y="1064444"/>
                  </a:lnTo>
                  <a:lnTo>
                    <a:pt x="3263512" y="997609"/>
                  </a:lnTo>
                  <a:lnTo>
                    <a:pt x="3309824" y="930803"/>
                  </a:lnTo>
                  <a:lnTo>
                    <a:pt x="3356097" y="864609"/>
                  </a:lnTo>
                  <a:lnTo>
                    <a:pt x="3402303" y="799588"/>
                  </a:lnTo>
                  <a:lnTo>
                    <a:pt x="3448432" y="736260"/>
                  </a:lnTo>
                  <a:lnTo>
                    <a:pt x="3494500" y="675085"/>
                  </a:lnTo>
                  <a:lnTo>
                    <a:pt x="3540555" y="616453"/>
                  </a:lnTo>
                  <a:lnTo>
                    <a:pt x="3586685" y="560676"/>
                  </a:lnTo>
                  <a:lnTo>
                    <a:pt x="3633025" y="507983"/>
                  </a:lnTo>
                  <a:lnTo>
                    <a:pt x="3679764" y="458519"/>
                  </a:lnTo>
                  <a:lnTo>
                    <a:pt x="3727153" y="412352"/>
                  </a:lnTo>
                  <a:lnTo>
                    <a:pt x="3775515" y="369477"/>
                  </a:lnTo>
                  <a:lnTo>
                    <a:pt x="3820202" y="333653"/>
                  </a:lnTo>
                  <a:lnTo>
                    <a:pt x="3871643" y="296826"/>
                  </a:lnTo>
                  <a:lnTo>
                    <a:pt x="3925488" y="263168"/>
                  </a:lnTo>
                  <a:lnTo>
                    <a:pt x="3982405" y="232568"/>
                  </a:lnTo>
                  <a:lnTo>
                    <a:pt x="4043126" y="204813"/>
                  </a:lnTo>
                  <a:lnTo>
                    <a:pt x="4108408" y="179646"/>
                  </a:lnTo>
                  <a:lnTo>
                    <a:pt x="4178997" y="156799"/>
                  </a:lnTo>
                  <a:lnTo>
                    <a:pt x="4255576" y="136022"/>
                  </a:lnTo>
                  <a:lnTo>
                    <a:pt x="4338701" y="117094"/>
                  </a:lnTo>
                  <a:lnTo>
                    <a:pt x="4428711" y="99829"/>
                  </a:lnTo>
                  <a:lnTo>
                    <a:pt x="4525622" y="84086"/>
                  </a:lnTo>
                  <a:lnTo>
                    <a:pt x="4628989" y="69764"/>
                  </a:lnTo>
                  <a:lnTo>
                    <a:pt x="4737770" y="56807"/>
                  </a:lnTo>
                  <a:lnTo>
                    <a:pt x="4850197" y="45198"/>
                  </a:lnTo>
                  <a:lnTo>
                    <a:pt x="4963719" y="34948"/>
                  </a:lnTo>
                  <a:lnTo>
                    <a:pt x="5075048" y="26084"/>
                  </a:lnTo>
                  <a:lnTo>
                    <a:pt x="5180371" y="18633"/>
                  </a:lnTo>
                  <a:lnTo>
                    <a:pt x="5275733" y="12596"/>
                  </a:lnTo>
                  <a:lnTo>
                    <a:pt x="5357568" y="7931"/>
                  </a:lnTo>
                  <a:lnTo>
                    <a:pt x="5423264" y="4542"/>
                  </a:lnTo>
                  <a:lnTo>
                    <a:pt x="5471648" y="2273"/>
                  </a:lnTo>
                  <a:lnTo>
                    <a:pt x="5503248" y="922"/>
                  </a:lnTo>
                  <a:lnTo>
                    <a:pt x="5520316" y="254"/>
                  </a:lnTo>
                  <a:lnTo>
                    <a:pt x="5526662" y="26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2" y="3"/>
                  </a:lnTo>
                  <a:lnTo>
                    <a:pt x="6531019" y="28"/>
                  </a:lnTo>
                  <a:lnTo>
                    <a:pt x="6550020" y="97"/>
                  </a:lnTo>
                  <a:lnTo>
                    <a:pt x="6584239" y="233"/>
                  </a:lnTo>
                  <a:lnTo>
                    <a:pt x="6635746" y="457"/>
                  </a:lnTo>
                  <a:lnTo>
                    <a:pt x="6704812" y="789"/>
                  </a:lnTo>
                  <a:lnTo>
                    <a:pt x="6789963" y="1241"/>
                  </a:lnTo>
                  <a:lnTo>
                    <a:pt x="6888310" y="1823"/>
                  </a:lnTo>
                  <a:lnTo>
                    <a:pt x="6996072" y="2537"/>
                  </a:lnTo>
                  <a:lnTo>
                    <a:pt x="7109173" y="3383"/>
                  </a:lnTo>
                  <a:lnTo>
                    <a:pt x="7223773" y="4357"/>
                  </a:lnTo>
                  <a:lnTo>
                    <a:pt x="7336638" y="5458"/>
                  </a:lnTo>
                  <a:lnTo>
                    <a:pt x="7445321" y="6684"/>
                  </a:lnTo>
                  <a:lnTo>
                    <a:pt x="7548182" y="8039"/>
                  </a:lnTo>
                  <a:lnTo>
                    <a:pt x="7644307" y="9529"/>
                  </a:lnTo>
                  <a:lnTo>
                    <a:pt x="7733369" y="11163"/>
                  </a:lnTo>
                  <a:lnTo>
                    <a:pt x="7815479" y="12957"/>
                  </a:lnTo>
                  <a:lnTo>
                    <a:pt x="7891057" y="14929"/>
                  </a:lnTo>
                  <a:lnTo>
                    <a:pt x="7960716" y="17100"/>
                  </a:lnTo>
                  <a:lnTo>
                    <a:pt x="8025182" y="19495"/>
                  </a:lnTo>
                  <a:lnTo>
                    <a:pt x="8085231" y="22138"/>
                  </a:lnTo>
                  <a:lnTo>
                    <a:pt x="8141639" y="25054"/>
                  </a:lnTo>
                  <a:lnTo>
                    <a:pt x="8195142" y="28260"/>
                  </a:lnTo>
                  <a:lnTo>
                    <a:pt x="8229629" y="30570"/>
                  </a:lnTo>
                  <a:lnTo>
                    <a:pt x="8291104" y="35171"/>
                  </a:lnTo>
                  <a:lnTo>
                    <a:pt x="8350664" y="40233"/>
                  </a:lnTo>
                  <a:lnTo>
                    <a:pt x="8409022" y="45764"/>
                  </a:lnTo>
                  <a:lnTo>
                    <a:pt x="8466700" y="51754"/>
                  </a:lnTo>
                  <a:lnTo>
                    <a:pt x="8524068" y="58179"/>
                  </a:lnTo>
                  <a:lnTo>
                    <a:pt x="8581368" y="64995"/>
                  </a:lnTo>
                  <a:lnTo>
                    <a:pt x="8638735" y="72142"/>
                  </a:lnTo>
                  <a:lnTo>
                    <a:pt x="8696217" y="79541"/>
                  </a:lnTo>
                  <a:lnTo>
                    <a:pt x="8753800" y="87102"/>
                  </a:lnTo>
                  <a:lnTo>
                    <a:pt x="8811426" y="94726"/>
                  </a:lnTo>
                  <a:lnTo>
                    <a:pt x="8869023" y="102309"/>
                  </a:lnTo>
                  <a:lnTo>
                    <a:pt x="8926529" y="109750"/>
                  </a:lnTo>
                  <a:lnTo>
                    <a:pt x="8983919" y="116957"/>
                  </a:lnTo>
                  <a:lnTo>
                    <a:pt x="9041225" y="123848"/>
                  </a:lnTo>
                  <a:lnTo>
                    <a:pt x="9098562" y="130358"/>
                  </a:lnTo>
                  <a:lnTo>
                    <a:pt x="9156150" y="136442"/>
                  </a:lnTo>
                  <a:lnTo>
                    <a:pt x="9214328" y="142070"/>
                  </a:lnTo>
                  <a:lnTo>
                    <a:pt x="9273585" y="147230"/>
                  </a:lnTo>
                  <a:lnTo>
                    <a:pt x="9334589" y="151926"/>
                  </a:lnTo>
                  <a:lnTo>
                    <a:pt x="9347647" y="152851"/>
                  </a:lnTo>
                  <a:lnTo>
                    <a:pt x="9399579" y="156256"/>
                  </a:lnTo>
                  <a:lnTo>
                    <a:pt x="9453966" y="159364"/>
                  </a:lnTo>
                  <a:lnTo>
                    <a:pt x="9511496" y="162188"/>
                  </a:lnTo>
                  <a:lnTo>
                    <a:pt x="9572922" y="164746"/>
                  </a:lnTo>
                  <a:lnTo>
                    <a:pt x="9639024" y="167064"/>
                  </a:lnTo>
                  <a:lnTo>
                    <a:pt x="9710567" y="169167"/>
                  </a:lnTo>
                  <a:lnTo>
                    <a:pt x="9788248" y="171077"/>
                  </a:lnTo>
                  <a:lnTo>
                    <a:pt x="9872627" y="172816"/>
                  </a:lnTo>
                  <a:lnTo>
                    <a:pt x="9964035" y="174401"/>
                  </a:lnTo>
                  <a:lnTo>
                    <a:pt x="10062454" y="175845"/>
                  </a:lnTo>
                  <a:lnTo>
                    <a:pt x="10167378" y="177157"/>
                  </a:lnTo>
                  <a:lnTo>
                    <a:pt x="10277667" y="178342"/>
                  </a:lnTo>
                  <a:lnTo>
                    <a:pt x="10391418" y="179401"/>
                  </a:lnTo>
                  <a:lnTo>
                    <a:pt x="10505915" y="180333"/>
                  </a:lnTo>
                  <a:lnTo>
                    <a:pt x="10617693" y="181135"/>
                  </a:lnTo>
                  <a:lnTo>
                    <a:pt x="10722785" y="181805"/>
                  </a:lnTo>
                  <a:lnTo>
                    <a:pt x="10817149" y="182344"/>
                  </a:lnTo>
                  <a:lnTo>
                    <a:pt x="10897231" y="182755"/>
                  </a:lnTo>
                  <a:lnTo>
                    <a:pt x="10960562" y="183049"/>
                  </a:lnTo>
                  <a:lnTo>
                    <a:pt x="11006222" y="183242"/>
                  </a:lnTo>
                  <a:lnTo>
                    <a:pt x="11035085" y="183353"/>
                  </a:lnTo>
                  <a:lnTo>
                    <a:pt x="11049790" y="183405"/>
                  </a:lnTo>
                  <a:lnTo>
                    <a:pt x="11054545" y="183421"/>
                  </a:lnTo>
                  <a:lnTo>
                    <a:pt x="11054891" y="183422"/>
                  </a:lnTo>
                  <a:lnTo>
                    <a:pt x="12049831" y="183422"/>
                  </a:lnTo>
                  <a:lnTo>
                    <a:pt x="12049831" y="1834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6" name="pl1135"/>
            <p:cNvSpPr/>
            <p:nvPr/>
          </p:nvSpPr>
          <p:spPr>
            <a:xfrm>
              <a:off x="1199187" y="1975554"/>
              <a:ext cx="12049831" cy="2001922"/>
            </a:xfrm>
            <a:custGeom>
              <a:avLst/>
              <a:pathLst>
                <a:path w="12049831" h="2001922">
                  <a:moveTo>
                    <a:pt x="12049831" y="183422"/>
                  </a:moveTo>
                  <a:lnTo>
                    <a:pt x="11054891" y="183422"/>
                  </a:lnTo>
                  <a:lnTo>
                    <a:pt x="11053755" y="183418"/>
                  </a:lnTo>
                  <a:lnTo>
                    <a:pt x="11046257" y="183393"/>
                  </a:lnTo>
                  <a:lnTo>
                    <a:pt x="11027257" y="183324"/>
                  </a:lnTo>
                  <a:lnTo>
                    <a:pt x="10993038" y="183188"/>
                  </a:lnTo>
                  <a:lnTo>
                    <a:pt x="10941530" y="182964"/>
                  </a:lnTo>
                  <a:lnTo>
                    <a:pt x="10872465" y="182632"/>
                  </a:lnTo>
                  <a:lnTo>
                    <a:pt x="10787314" y="182180"/>
                  </a:lnTo>
                  <a:lnTo>
                    <a:pt x="10688966" y="181598"/>
                  </a:lnTo>
                  <a:lnTo>
                    <a:pt x="10581204" y="180884"/>
                  </a:lnTo>
                  <a:lnTo>
                    <a:pt x="10468104" y="180039"/>
                  </a:lnTo>
                  <a:lnTo>
                    <a:pt x="10353504" y="179064"/>
                  </a:lnTo>
                  <a:lnTo>
                    <a:pt x="10240639" y="177964"/>
                  </a:lnTo>
                  <a:lnTo>
                    <a:pt x="10131956" y="176737"/>
                  </a:lnTo>
                  <a:lnTo>
                    <a:pt x="10029094" y="175382"/>
                  </a:lnTo>
                  <a:lnTo>
                    <a:pt x="9932969" y="173892"/>
                  </a:lnTo>
                  <a:lnTo>
                    <a:pt x="9843907" y="172258"/>
                  </a:lnTo>
                  <a:lnTo>
                    <a:pt x="9761797" y="170464"/>
                  </a:lnTo>
                  <a:lnTo>
                    <a:pt x="9686220" y="168493"/>
                  </a:lnTo>
                  <a:lnTo>
                    <a:pt x="9616561" y="166321"/>
                  </a:lnTo>
                  <a:lnTo>
                    <a:pt x="9552094" y="163927"/>
                  </a:lnTo>
                  <a:lnTo>
                    <a:pt x="9492045" y="161283"/>
                  </a:lnTo>
                  <a:lnTo>
                    <a:pt x="9435637" y="158367"/>
                  </a:lnTo>
                  <a:lnTo>
                    <a:pt x="9382135" y="155161"/>
                  </a:lnTo>
                  <a:lnTo>
                    <a:pt x="9347647" y="152851"/>
                  </a:lnTo>
                  <a:lnTo>
                    <a:pt x="9286173" y="148250"/>
                  </a:lnTo>
                  <a:lnTo>
                    <a:pt x="9226612" y="143188"/>
                  </a:lnTo>
                  <a:lnTo>
                    <a:pt x="9168255" y="137658"/>
                  </a:lnTo>
                  <a:lnTo>
                    <a:pt x="9110577" y="131667"/>
                  </a:lnTo>
                  <a:lnTo>
                    <a:pt x="9053208" y="125243"/>
                  </a:lnTo>
                  <a:lnTo>
                    <a:pt x="8995908" y="118426"/>
                  </a:lnTo>
                  <a:lnTo>
                    <a:pt x="8938542" y="111280"/>
                  </a:lnTo>
                  <a:lnTo>
                    <a:pt x="8881059" y="103880"/>
                  </a:lnTo>
                  <a:lnTo>
                    <a:pt x="8823477" y="96319"/>
                  </a:lnTo>
                  <a:lnTo>
                    <a:pt x="8765851" y="88695"/>
                  </a:lnTo>
                  <a:lnTo>
                    <a:pt x="8708253" y="81112"/>
                  </a:lnTo>
                  <a:lnTo>
                    <a:pt x="8650747" y="73671"/>
                  </a:lnTo>
                  <a:lnTo>
                    <a:pt x="8593358" y="66465"/>
                  </a:lnTo>
                  <a:lnTo>
                    <a:pt x="8536052" y="59574"/>
                  </a:lnTo>
                  <a:lnTo>
                    <a:pt x="8478714" y="53063"/>
                  </a:lnTo>
                  <a:lnTo>
                    <a:pt x="8421127" y="46979"/>
                  </a:lnTo>
                  <a:lnTo>
                    <a:pt x="8362949" y="41351"/>
                  </a:lnTo>
                  <a:lnTo>
                    <a:pt x="8303692" y="36191"/>
                  </a:lnTo>
                  <a:lnTo>
                    <a:pt x="8242687" y="31495"/>
                  </a:lnTo>
                  <a:lnTo>
                    <a:pt x="8229629" y="30570"/>
                  </a:lnTo>
                  <a:lnTo>
                    <a:pt x="8177698" y="27165"/>
                  </a:lnTo>
                  <a:lnTo>
                    <a:pt x="8123310" y="24057"/>
                  </a:lnTo>
                  <a:lnTo>
                    <a:pt x="8065780" y="21233"/>
                  </a:lnTo>
                  <a:lnTo>
                    <a:pt x="8004355" y="18675"/>
                  </a:lnTo>
                  <a:lnTo>
                    <a:pt x="7938253" y="16357"/>
                  </a:lnTo>
                  <a:lnTo>
                    <a:pt x="7866709" y="14255"/>
                  </a:lnTo>
                  <a:lnTo>
                    <a:pt x="7789028" y="12344"/>
                  </a:lnTo>
                  <a:lnTo>
                    <a:pt x="7704649" y="10605"/>
                  </a:lnTo>
                  <a:lnTo>
                    <a:pt x="7613241" y="9020"/>
                  </a:lnTo>
                  <a:lnTo>
                    <a:pt x="7514823" y="7576"/>
                  </a:lnTo>
                  <a:lnTo>
                    <a:pt x="7409898" y="6264"/>
                  </a:lnTo>
                  <a:lnTo>
                    <a:pt x="7299610" y="5079"/>
                  </a:lnTo>
                  <a:lnTo>
                    <a:pt x="7185858" y="4020"/>
                  </a:lnTo>
                  <a:lnTo>
                    <a:pt x="7071362" y="3088"/>
                  </a:lnTo>
                  <a:lnTo>
                    <a:pt x="6959583" y="2286"/>
                  </a:lnTo>
                  <a:lnTo>
                    <a:pt x="6854491" y="1616"/>
                  </a:lnTo>
                  <a:lnTo>
                    <a:pt x="6760128" y="1078"/>
                  </a:lnTo>
                  <a:lnTo>
                    <a:pt x="6680046" y="666"/>
                  </a:lnTo>
                  <a:lnTo>
                    <a:pt x="6616715" y="372"/>
                  </a:lnTo>
                  <a:lnTo>
                    <a:pt x="6571054" y="179"/>
                  </a:lnTo>
                  <a:lnTo>
                    <a:pt x="6542191" y="68"/>
                  </a:lnTo>
                  <a:lnTo>
                    <a:pt x="6527487" y="16"/>
                  </a:lnTo>
                  <a:lnTo>
                    <a:pt x="6522731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0" y="37"/>
                  </a:lnTo>
                  <a:lnTo>
                    <a:pt x="5519041" y="301"/>
                  </a:lnTo>
                  <a:lnTo>
                    <a:pt x="5500530" y="1033"/>
                  </a:lnTo>
                  <a:lnTo>
                    <a:pt x="5467158" y="2474"/>
                  </a:lnTo>
                  <a:lnTo>
                    <a:pt x="5416858" y="4857"/>
                  </a:lnTo>
                  <a:lnTo>
                    <a:pt x="5349294" y="8381"/>
                  </a:lnTo>
                  <a:lnTo>
                    <a:pt x="5265816" y="13193"/>
                  </a:lnTo>
                  <a:lnTo>
                    <a:pt x="5169168" y="19385"/>
                  </a:lnTo>
                  <a:lnTo>
                    <a:pt x="5062987" y="26993"/>
                  </a:lnTo>
                  <a:lnTo>
                    <a:pt x="4951235" y="36011"/>
                  </a:lnTo>
                  <a:lnTo>
                    <a:pt x="4837685" y="46413"/>
                  </a:lnTo>
                  <a:lnTo>
                    <a:pt x="4725549" y="58171"/>
                  </a:lnTo>
                  <a:lnTo>
                    <a:pt x="4617293" y="71277"/>
                  </a:lnTo>
                  <a:lnTo>
                    <a:pt x="4514599" y="85752"/>
                  </a:lnTo>
                  <a:lnTo>
                    <a:pt x="4418437" y="101658"/>
                  </a:lnTo>
                  <a:lnTo>
                    <a:pt x="4329195" y="119098"/>
                  </a:lnTo>
                  <a:lnTo>
                    <a:pt x="4246814" y="138220"/>
                  </a:lnTo>
                  <a:lnTo>
                    <a:pt x="4170926" y="159214"/>
                  </a:lnTo>
                  <a:lnTo>
                    <a:pt x="4100957" y="182304"/>
                  </a:lnTo>
                  <a:lnTo>
                    <a:pt x="4036216" y="207744"/>
                  </a:lnTo>
                  <a:lnTo>
                    <a:pt x="3975952" y="235800"/>
                  </a:lnTo>
                  <a:lnTo>
                    <a:pt x="3919409" y="266728"/>
                  </a:lnTo>
                  <a:lnTo>
                    <a:pt x="3865860" y="300733"/>
                  </a:lnTo>
                  <a:lnTo>
                    <a:pt x="3820202" y="333653"/>
                  </a:lnTo>
                  <a:lnTo>
                    <a:pt x="3770615" y="373625"/>
                  </a:lnTo>
                  <a:lnTo>
                    <a:pt x="3722368" y="416828"/>
                  </a:lnTo>
                  <a:lnTo>
                    <a:pt x="3675058" y="463326"/>
                  </a:lnTo>
                  <a:lnTo>
                    <a:pt x="3628369" y="513118"/>
                  </a:lnTo>
                  <a:lnTo>
                    <a:pt x="3582057" y="566128"/>
                  </a:lnTo>
                  <a:lnTo>
                    <a:pt x="3535940" y="622202"/>
                  </a:lnTo>
                  <a:lnTo>
                    <a:pt x="3489887" y="681104"/>
                  </a:lnTo>
                  <a:lnTo>
                    <a:pt x="3443814" y="742514"/>
                  </a:lnTo>
                  <a:lnTo>
                    <a:pt x="3397678" y="806034"/>
                  </a:lnTo>
                  <a:lnTo>
                    <a:pt x="3351464" y="871196"/>
                  </a:lnTo>
                  <a:lnTo>
                    <a:pt x="3305186" y="937477"/>
                  </a:lnTo>
                  <a:lnTo>
                    <a:pt x="3258873" y="1004312"/>
                  </a:lnTo>
                  <a:lnTo>
                    <a:pt x="3212561" y="1071118"/>
                  </a:lnTo>
                  <a:lnTo>
                    <a:pt x="3166288" y="1137312"/>
                  </a:lnTo>
                  <a:lnTo>
                    <a:pt x="3120082" y="1202333"/>
                  </a:lnTo>
                  <a:lnTo>
                    <a:pt x="3073953" y="1265661"/>
                  </a:lnTo>
                  <a:lnTo>
                    <a:pt x="3027885" y="1326837"/>
                  </a:lnTo>
                  <a:lnTo>
                    <a:pt x="2981830" y="1385468"/>
                  </a:lnTo>
                  <a:lnTo>
                    <a:pt x="2935700" y="1441245"/>
                  </a:lnTo>
                  <a:lnTo>
                    <a:pt x="2889360" y="1493938"/>
                  </a:lnTo>
                  <a:lnTo>
                    <a:pt x="2842621" y="1543402"/>
                  </a:lnTo>
                  <a:lnTo>
                    <a:pt x="2795232" y="1589569"/>
                  </a:lnTo>
                  <a:lnTo>
                    <a:pt x="2746870" y="1632445"/>
                  </a:lnTo>
                  <a:lnTo>
                    <a:pt x="2702183" y="1668268"/>
                  </a:lnTo>
                  <a:lnTo>
                    <a:pt x="2650742" y="1705096"/>
                  </a:lnTo>
                  <a:lnTo>
                    <a:pt x="2596897" y="1738754"/>
                  </a:lnTo>
                  <a:lnTo>
                    <a:pt x="2539980" y="1769353"/>
                  </a:lnTo>
                  <a:lnTo>
                    <a:pt x="2479259" y="1797108"/>
                  </a:lnTo>
                  <a:lnTo>
                    <a:pt x="2413977" y="1822275"/>
                  </a:lnTo>
                  <a:lnTo>
                    <a:pt x="2343388" y="1845122"/>
                  </a:lnTo>
                  <a:lnTo>
                    <a:pt x="2266809" y="1865899"/>
                  </a:lnTo>
                  <a:lnTo>
                    <a:pt x="2183684" y="1884827"/>
                  </a:lnTo>
                  <a:lnTo>
                    <a:pt x="2093674" y="1902092"/>
                  </a:lnTo>
                  <a:lnTo>
                    <a:pt x="1996763" y="1917835"/>
                  </a:lnTo>
                  <a:lnTo>
                    <a:pt x="1893396" y="1932157"/>
                  </a:lnTo>
                  <a:lnTo>
                    <a:pt x="1784615" y="1945114"/>
                  </a:lnTo>
                  <a:lnTo>
                    <a:pt x="1672188" y="1956723"/>
                  </a:lnTo>
                  <a:lnTo>
                    <a:pt x="1558666" y="1966974"/>
                  </a:lnTo>
                  <a:lnTo>
                    <a:pt x="1447337" y="1975837"/>
                  </a:lnTo>
                  <a:lnTo>
                    <a:pt x="1342014" y="1983288"/>
                  </a:lnTo>
                  <a:lnTo>
                    <a:pt x="1246652" y="1989326"/>
                  </a:lnTo>
                  <a:lnTo>
                    <a:pt x="1164817" y="1993990"/>
                  </a:lnTo>
                  <a:lnTo>
                    <a:pt x="1099121" y="1997379"/>
                  </a:lnTo>
                  <a:lnTo>
                    <a:pt x="1050737" y="1999648"/>
                  </a:lnTo>
                  <a:lnTo>
                    <a:pt x="1019137" y="2001000"/>
                  </a:lnTo>
                  <a:lnTo>
                    <a:pt x="1002069" y="2001667"/>
                  </a:lnTo>
                  <a:lnTo>
                    <a:pt x="995723" y="2001896"/>
                  </a:lnTo>
                  <a:lnTo>
                    <a:pt x="994940" y="2001922"/>
                  </a:lnTo>
                  <a:lnTo>
                    <a:pt x="0" y="2001922"/>
                  </a:lnTo>
                  <a:lnTo>
                    <a:pt x="0" y="20019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7" name="pg1136"/>
            <p:cNvSpPr/>
            <p:nvPr/>
          </p:nvSpPr>
          <p:spPr>
            <a:xfrm>
              <a:off x="1199187" y="1991276"/>
              <a:ext cx="12049831" cy="1996681"/>
            </a:xfrm>
            <a:custGeom>
              <a:avLst/>
              <a:pathLst>
                <a:path w="12049831" h="1996681">
                  <a:moveTo>
                    <a:pt x="0" y="1996681"/>
                  </a:moveTo>
                  <a:lnTo>
                    <a:pt x="994940" y="1996681"/>
                  </a:lnTo>
                  <a:lnTo>
                    <a:pt x="996046" y="1996644"/>
                  </a:lnTo>
                  <a:lnTo>
                    <a:pt x="1003347" y="1996381"/>
                  </a:lnTo>
                  <a:lnTo>
                    <a:pt x="1021863" y="1995653"/>
                  </a:lnTo>
                  <a:lnTo>
                    <a:pt x="1055243" y="1994219"/>
                  </a:lnTo>
                  <a:lnTo>
                    <a:pt x="1105555" y="1991847"/>
                  </a:lnTo>
                  <a:lnTo>
                    <a:pt x="1173135" y="1988341"/>
                  </a:lnTo>
                  <a:lnTo>
                    <a:pt x="1256630" y="1983553"/>
                  </a:lnTo>
                  <a:lnTo>
                    <a:pt x="1353295" y="1977392"/>
                  </a:lnTo>
                  <a:lnTo>
                    <a:pt x="1459493" y="1969822"/>
                  </a:lnTo>
                  <a:lnTo>
                    <a:pt x="1571259" y="1960849"/>
                  </a:lnTo>
                  <a:lnTo>
                    <a:pt x="1684820" y="1950499"/>
                  </a:lnTo>
                  <a:lnTo>
                    <a:pt x="1796963" y="1938800"/>
                  </a:lnTo>
                  <a:lnTo>
                    <a:pt x="1905224" y="1925760"/>
                  </a:lnTo>
                  <a:lnTo>
                    <a:pt x="2007920" y="1911357"/>
                  </a:lnTo>
                  <a:lnTo>
                    <a:pt x="2104081" y="1895531"/>
                  </a:lnTo>
                  <a:lnTo>
                    <a:pt x="2193322" y="1878178"/>
                  </a:lnTo>
                  <a:lnTo>
                    <a:pt x="2275700" y="1859151"/>
                  </a:lnTo>
                  <a:lnTo>
                    <a:pt x="2351585" y="1838262"/>
                  </a:lnTo>
                  <a:lnTo>
                    <a:pt x="2421551" y="1815287"/>
                  </a:lnTo>
                  <a:lnTo>
                    <a:pt x="2486289" y="1789973"/>
                  </a:lnTo>
                  <a:lnTo>
                    <a:pt x="2546550" y="1762056"/>
                  </a:lnTo>
                  <a:lnTo>
                    <a:pt x="2603092" y="1731281"/>
                  </a:lnTo>
                  <a:lnTo>
                    <a:pt x="2656641" y="1697444"/>
                  </a:lnTo>
                  <a:lnTo>
                    <a:pt x="2702183" y="1664774"/>
                  </a:lnTo>
                  <a:lnTo>
                    <a:pt x="2751845" y="1624948"/>
                  </a:lnTo>
                  <a:lnTo>
                    <a:pt x="2800164" y="1581898"/>
                  </a:lnTo>
                  <a:lnTo>
                    <a:pt x="2847544" y="1535559"/>
                  </a:lnTo>
                  <a:lnTo>
                    <a:pt x="2894302" y="1485934"/>
                  </a:lnTo>
                  <a:lnTo>
                    <a:pt x="2940683" y="1433099"/>
                  </a:lnTo>
                  <a:lnTo>
                    <a:pt x="2986871" y="1377207"/>
                  </a:lnTo>
                  <a:lnTo>
                    <a:pt x="3032995" y="1318497"/>
                  </a:lnTo>
                  <a:lnTo>
                    <a:pt x="3079139" y="1257288"/>
                  </a:lnTo>
                  <a:lnTo>
                    <a:pt x="3125348" y="1193979"/>
                  </a:lnTo>
                  <a:lnTo>
                    <a:pt x="3171633" y="1129037"/>
                  </a:lnTo>
                  <a:lnTo>
                    <a:pt x="3217983" y="1062988"/>
                  </a:lnTo>
                  <a:lnTo>
                    <a:pt x="3264369" y="996396"/>
                  </a:lnTo>
                  <a:lnTo>
                    <a:pt x="3310751" y="929844"/>
                  </a:lnTo>
                  <a:lnTo>
                    <a:pt x="3357094" y="863914"/>
                  </a:lnTo>
                  <a:lnTo>
                    <a:pt x="3403369" y="799166"/>
                  </a:lnTo>
                  <a:lnTo>
                    <a:pt x="3449568" y="736119"/>
                  </a:lnTo>
                  <a:lnTo>
                    <a:pt x="3495706" y="675230"/>
                  </a:lnTo>
                  <a:lnTo>
                    <a:pt x="3541832" y="616888"/>
                  </a:lnTo>
                  <a:lnTo>
                    <a:pt x="3588037" y="561403"/>
                  </a:lnTo>
                  <a:lnTo>
                    <a:pt x="3634458" y="509000"/>
                  </a:lnTo>
                  <a:lnTo>
                    <a:pt x="3681285" y="459822"/>
                  </a:lnTo>
                  <a:lnTo>
                    <a:pt x="3728773" y="413935"/>
                  </a:lnTo>
                  <a:lnTo>
                    <a:pt x="3777251" y="371331"/>
                  </a:lnTo>
                  <a:lnTo>
                    <a:pt x="3820202" y="337147"/>
                  </a:lnTo>
                  <a:lnTo>
                    <a:pt x="3871648" y="300509"/>
                  </a:lnTo>
                  <a:lnTo>
                    <a:pt x="3925499" y="267024"/>
                  </a:lnTo>
                  <a:lnTo>
                    <a:pt x="3982422" y="236583"/>
                  </a:lnTo>
                  <a:lnTo>
                    <a:pt x="4043150" y="208972"/>
                  </a:lnTo>
                  <a:lnTo>
                    <a:pt x="4108440" y="183934"/>
                  </a:lnTo>
                  <a:lnTo>
                    <a:pt x="4179039" y="161206"/>
                  </a:lnTo>
                  <a:lnTo>
                    <a:pt x="4255630" y="140537"/>
                  </a:lnTo>
                  <a:lnTo>
                    <a:pt x="4338767" y="121708"/>
                  </a:lnTo>
                  <a:lnTo>
                    <a:pt x="4428792" y="104533"/>
                  </a:lnTo>
                  <a:lnTo>
                    <a:pt x="4525718" y="88872"/>
                  </a:lnTo>
                  <a:lnTo>
                    <a:pt x="4629102" y="74625"/>
                  </a:lnTo>
                  <a:lnTo>
                    <a:pt x="4737898" y="61737"/>
                  </a:lnTo>
                  <a:lnTo>
                    <a:pt x="4850339" y="50188"/>
                  </a:lnTo>
                  <a:lnTo>
                    <a:pt x="4963871" y="39992"/>
                  </a:lnTo>
                  <a:lnTo>
                    <a:pt x="5075206" y="31176"/>
                  </a:lnTo>
                  <a:lnTo>
                    <a:pt x="5180527" y="23766"/>
                  </a:lnTo>
                  <a:lnTo>
                    <a:pt x="5275879" y="17762"/>
                  </a:lnTo>
                  <a:lnTo>
                    <a:pt x="5357696" y="13123"/>
                  </a:lnTo>
                  <a:lnTo>
                    <a:pt x="5423369" y="9754"/>
                  </a:lnTo>
                  <a:lnTo>
                    <a:pt x="5471725" y="7498"/>
                  </a:lnTo>
                  <a:lnTo>
                    <a:pt x="5503296" y="6155"/>
                  </a:lnTo>
                  <a:lnTo>
                    <a:pt x="5520339" y="5492"/>
                  </a:lnTo>
                  <a:lnTo>
                    <a:pt x="5526668" y="5266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1" y="5247"/>
                  </a:lnTo>
                  <a:lnTo>
                    <a:pt x="6531014" y="5296"/>
                  </a:lnTo>
                  <a:lnTo>
                    <a:pt x="6550002" y="5432"/>
                  </a:lnTo>
                  <a:lnTo>
                    <a:pt x="6584199" y="5700"/>
                  </a:lnTo>
                  <a:lnTo>
                    <a:pt x="6635677" y="6142"/>
                  </a:lnTo>
                  <a:lnTo>
                    <a:pt x="6704704" y="6795"/>
                  </a:lnTo>
                  <a:lnTo>
                    <a:pt x="6789814" y="7687"/>
                  </a:lnTo>
                  <a:lnTo>
                    <a:pt x="6888119" y="8833"/>
                  </a:lnTo>
                  <a:lnTo>
                    <a:pt x="6995841" y="10240"/>
                  </a:lnTo>
                  <a:lnTo>
                    <a:pt x="7108908" y="11906"/>
                  </a:lnTo>
                  <a:lnTo>
                    <a:pt x="7223482" y="13825"/>
                  </a:lnTo>
                  <a:lnTo>
                    <a:pt x="7336329" y="15994"/>
                  </a:lnTo>
                  <a:lnTo>
                    <a:pt x="7445002" y="18411"/>
                  </a:lnTo>
                  <a:lnTo>
                    <a:pt x="7547860" y="21081"/>
                  </a:lnTo>
                  <a:lnTo>
                    <a:pt x="7643986" y="24016"/>
                  </a:lnTo>
                  <a:lnTo>
                    <a:pt x="7733053" y="27236"/>
                  </a:lnTo>
                  <a:lnTo>
                    <a:pt x="7815170" y="30770"/>
                  </a:lnTo>
                  <a:lnTo>
                    <a:pt x="7890755" y="34655"/>
                  </a:lnTo>
                  <a:lnTo>
                    <a:pt x="7960421" y="38932"/>
                  </a:lnTo>
                  <a:lnTo>
                    <a:pt x="8024895" y="43650"/>
                  </a:lnTo>
                  <a:lnTo>
                    <a:pt x="8084949" y="48859"/>
                  </a:lnTo>
                  <a:lnTo>
                    <a:pt x="8141360" y="54603"/>
                  </a:lnTo>
                  <a:lnTo>
                    <a:pt x="8194864" y="60919"/>
                  </a:lnTo>
                  <a:lnTo>
                    <a:pt x="8229629" y="65507"/>
                  </a:lnTo>
                  <a:lnTo>
                    <a:pt x="8290599" y="74499"/>
                  </a:lnTo>
                  <a:lnTo>
                    <a:pt x="8349681" y="84384"/>
                  </a:lnTo>
                  <a:lnTo>
                    <a:pt x="8407570" y="95176"/>
                  </a:lnTo>
                  <a:lnTo>
                    <a:pt x="8464780" y="106861"/>
                  </a:lnTo>
                  <a:lnTo>
                    <a:pt x="8521675" y="119391"/>
                  </a:lnTo>
                  <a:lnTo>
                    <a:pt x="8578495" y="132684"/>
                  </a:lnTo>
                  <a:lnTo>
                    <a:pt x="8635377" y="146624"/>
                  </a:lnTo>
                  <a:lnTo>
                    <a:pt x="8692372" y="161064"/>
                  </a:lnTo>
                  <a:lnTo>
                    <a:pt x="8749468" y="175830"/>
                  </a:lnTo>
                  <a:lnTo>
                    <a:pt x="8806612" y="190732"/>
                  </a:lnTo>
                  <a:lnTo>
                    <a:pt x="8863734" y="205571"/>
                  </a:lnTo>
                  <a:lnTo>
                    <a:pt x="8920770" y="220153"/>
                  </a:lnTo>
                  <a:lnTo>
                    <a:pt x="8977692" y="234297"/>
                  </a:lnTo>
                  <a:lnTo>
                    <a:pt x="9034525" y="247846"/>
                  </a:lnTo>
                  <a:lnTo>
                    <a:pt x="9091370" y="260670"/>
                  </a:lnTo>
                  <a:lnTo>
                    <a:pt x="9148428" y="272675"/>
                  </a:lnTo>
                  <a:lnTo>
                    <a:pt x="9206014" y="283802"/>
                  </a:lnTo>
                  <a:lnTo>
                    <a:pt x="9264582" y="294024"/>
                  </a:lnTo>
                  <a:lnTo>
                    <a:pt x="9324757" y="303343"/>
                  </a:lnTo>
                  <a:lnTo>
                    <a:pt x="9347647" y="306577"/>
                  </a:lnTo>
                  <a:lnTo>
                    <a:pt x="9399567" y="313287"/>
                  </a:lnTo>
                  <a:lnTo>
                    <a:pt x="9453941" y="319414"/>
                  </a:lnTo>
                  <a:lnTo>
                    <a:pt x="9511455" y="324979"/>
                  </a:lnTo>
                  <a:lnTo>
                    <a:pt x="9572863" y="330022"/>
                  </a:lnTo>
                  <a:lnTo>
                    <a:pt x="9638945" y="334591"/>
                  </a:lnTo>
                  <a:lnTo>
                    <a:pt x="9710464" y="338736"/>
                  </a:lnTo>
                  <a:lnTo>
                    <a:pt x="9788117" y="342502"/>
                  </a:lnTo>
                  <a:lnTo>
                    <a:pt x="9872465" y="345930"/>
                  </a:lnTo>
                  <a:lnTo>
                    <a:pt x="9963838" y="349055"/>
                  </a:lnTo>
                  <a:lnTo>
                    <a:pt x="10062219" y="351901"/>
                  </a:lnTo>
                  <a:lnTo>
                    <a:pt x="10167104" y="354488"/>
                  </a:lnTo>
                  <a:lnTo>
                    <a:pt x="10277355" y="356824"/>
                  </a:lnTo>
                  <a:lnTo>
                    <a:pt x="10391074" y="358912"/>
                  </a:lnTo>
                  <a:lnTo>
                    <a:pt x="10505547" y="360749"/>
                  </a:lnTo>
                  <a:lnTo>
                    <a:pt x="10617315" y="362331"/>
                  </a:lnTo>
                  <a:lnTo>
                    <a:pt x="10722414" y="363653"/>
                  </a:lnTo>
                  <a:lnTo>
                    <a:pt x="10816804" y="364715"/>
                  </a:lnTo>
                  <a:lnTo>
                    <a:pt x="10896931" y="365527"/>
                  </a:lnTo>
                  <a:lnTo>
                    <a:pt x="10960322" y="366108"/>
                  </a:lnTo>
                  <a:lnTo>
                    <a:pt x="11006051" y="366489"/>
                  </a:lnTo>
                  <a:lnTo>
                    <a:pt x="11034982" y="366709"/>
                  </a:lnTo>
                  <a:lnTo>
                    <a:pt x="11049744" y="366811"/>
                  </a:lnTo>
                  <a:lnTo>
                    <a:pt x="11054537" y="366842"/>
                  </a:lnTo>
                  <a:lnTo>
                    <a:pt x="11054891" y="366844"/>
                  </a:lnTo>
                  <a:lnTo>
                    <a:pt x="12049831" y="366844"/>
                  </a:lnTo>
                  <a:lnTo>
                    <a:pt x="12049831" y="361603"/>
                  </a:lnTo>
                  <a:lnTo>
                    <a:pt x="11054891" y="361603"/>
                  </a:lnTo>
                  <a:lnTo>
                    <a:pt x="11053756" y="361596"/>
                  </a:lnTo>
                  <a:lnTo>
                    <a:pt x="11046263" y="361547"/>
                  </a:lnTo>
                  <a:lnTo>
                    <a:pt x="11027275" y="361411"/>
                  </a:lnTo>
                  <a:lnTo>
                    <a:pt x="10993077" y="361144"/>
                  </a:lnTo>
                  <a:lnTo>
                    <a:pt x="10941600" y="360702"/>
                  </a:lnTo>
                  <a:lnTo>
                    <a:pt x="10872572" y="360048"/>
                  </a:lnTo>
                  <a:lnTo>
                    <a:pt x="10787463" y="359156"/>
                  </a:lnTo>
                  <a:lnTo>
                    <a:pt x="10689158" y="358010"/>
                  </a:lnTo>
                  <a:lnTo>
                    <a:pt x="10581435" y="356604"/>
                  </a:lnTo>
                  <a:lnTo>
                    <a:pt x="10468368" y="354938"/>
                  </a:lnTo>
                  <a:lnTo>
                    <a:pt x="10353794" y="353018"/>
                  </a:lnTo>
                  <a:lnTo>
                    <a:pt x="10240947" y="350849"/>
                  </a:lnTo>
                  <a:lnTo>
                    <a:pt x="10132275" y="348432"/>
                  </a:lnTo>
                  <a:lnTo>
                    <a:pt x="10029417" y="345763"/>
                  </a:lnTo>
                  <a:lnTo>
                    <a:pt x="9933290" y="342828"/>
                  </a:lnTo>
                  <a:lnTo>
                    <a:pt x="9844224" y="339607"/>
                  </a:lnTo>
                  <a:lnTo>
                    <a:pt x="9762107" y="336073"/>
                  </a:lnTo>
                  <a:lnTo>
                    <a:pt x="9686522" y="332189"/>
                  </a:lnTo>
                  <a:lnTo>
                    <a:pt x="9616855" y="327911"/>
                  </a:lnTo>
                  <a:lnTo>
                    <a:pt x="9552382" y="323193"/>
                  </a:lnTo>
                  <a:lnTo>
                    <a:pt x="9492327" y="317985"/>
                  </a:lnTo>
                  <a:lnTo>
                    <a:pt x="9435916" y="312240"/>
                  </a:lnTo>
                  <a:lnTo>
                    <a:pt x="9382413" y="305924"/>
                  </a:lnTo>
                  <a:lnTo>
                    <a:pt x="9347647" y="301336"/>
                  </a:lnTo>
                  <a:lnTo>
                    <a:pt x="9286677" y="292344"/>
                  </a:lnTo>
                  <a:lnTo>
                    <a:pt x="9227596" y="282459"/>
                  </a:lnTo>
                  <a:lnTo>
                    <a:pt x="9169707" y="271667"/>
                  </a:lnTo>
                  <a:lnTo>
                    <a:pt x="9112497" y="259982"/>
                  </a:lnTo>
                  <a:lnTo>
                    <a:pt x="9055602" y="247452"/>
                  </a:lnTo>
                  <a:lnTo>
                    <a:pt x="8998781" y="234159"/>
                  </a:lnTo>
                  <a:lnTo>
                    <a:pt x="8941899" y="220219"/>
                  </a:lnTo>
                  <a:lnTo>
                    <a:pt x="8884904" y="205780"/>
                  </a:lnTo>
                  <a:lnTo>
                    <a:pt x="8827808" y="191014"/>
                  </a:lnTo>
                  <a:lnTo>
                    <a:pt x="8770664" y="176112"/>
                  </a:lnTo>
                  <a:lnTo>
                    <a:pt x="8713543" y="161272"/>
                  </a:lnTo>
                  <a:lnTo>
                    <a:pt x="8656506" y="146690"/>
                  </a:lnTo>
                  <a:lnTo>
                    <a:pt x="8599584" y="132546"/>
                  </a:lnTo>
                  <a:lnTo>
                    <a:pt x="8542752" y="118998"/>
                  </a:lnTo>
                  <a:lnTo>
                    <a:pt x="8485906" y="106174"/>
                  </a:lnTo>
                  <a:lnTo>
                    <a:pt x="8428849" y="94168"/>
                  </a:lnTo>
                  <a:lnTo>
                    <a:pt x="8371263" y="83041"/>
                  </a:lnTo>
                  <a:lnTo>
                    <a:pt x="8312694" y="72820"/>
                  </a:lnTo>
                  <a:lnTo>
                    <a:pt x="8252520" y="63500"/>
                  </a:lnTo>
                  <a:lnTo>
                    <a:pt x="8229629" y="60267"/>
                  </a:lnTo>
                  <a:lnTo>
                    <a:pt x="8177710" y="53557"/>
                  </a:lnTo>
                  <a:lnTo>
                    <a:pt x="8123336" y="47430"/>
                  </a:lnTo>
                  <a:lnTo>
                    <a:pt x="8065821" y="41864"/>
                  </a:lnTo>
                  <a:lnTo>
                    <a:pt x="8004413" y="36821"/>
                  </a:lnTo>
                  <a:lnTo>
                    <a:pt x="7938332" y="32252"/>
                  </a:lnTo>
                  <a:lnTo>
                    <a:pt x="7866813" y="28108"/>
                  </a:lnTo>
                  <a:lnTo>
                    <a:pt x="7789159" y="24342"/>
                  </a:lnTo>
                  <a:lnTo>
                    <a:pt x="7704812" y="20913"/>
                  </a:lnTo>
                  <a:lnTo>
                    <a:pt x="7613439" y="17789"/>
                  </a:lnTo>
                  <a:lnTo>
                    <a:pt x="7515058" y="14942"/>
                  </a:lnTo>
                  <a:lnTo>
                    <a:pt x="7410172" y="12356"/>
                  </a:lnTo>
                  <a:lnTo>
                    <a:pt x="7299921" y="10020"/>
                  </a:lnTo>
                  <a:lnTo>
                    <a:pt x="7186203" y="7932"/>
                  </a:lnTo>
                  <a:lnTo>
                    <a:pt x="7071730" y="6094"/>
                  </a:lnTo>
                  <a:lnTo>
                    <a:pt x="6959962" y="4512"/>
                  </a:lnTo>
                  <a:lnTo>
                    <a:pt x="6854863" y="3191"/>
                  </a:lnTo>
                  <a:lnTo>
                    <a:pt x="6760473" y="2128"/>
                  </a:lnTo>
                  <a:lnTo>
                    <a:pt x="6680345" y="1317"/>
                  </a:lnTo>
                  <a:lnTo>
                    <a:pt x="6616955" y="736"/>
                  </a:lnTo>
                  <a:lnTo>
                    <a:pt x="6571225" y="355"/>
                  </a:lnTo>
                  <a:lnTo>
                    <a:pt x="6542294" y="135"/>
                  </a:lnTo>
                  <a:lnTo>
                    <a:pt x="6527532" y="32"/>
                  </a:lnTo>
                  <a:lnTo>
                    <a:pt x="6522739" y="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9" y="36"/>
                  </a:lnTo>
                  <a:lnTo>
                    <a:pt x="5519038" y="300"/>
                  </a:lnTo>
                  <a:lnTo>
                    <a:pt x="5500522" y="1028"/>
                  </a:lnTo>
                  <a:lnTo>
                    <a:pt x="5467142" y="2462"/>
                  </a:lnTo>
                  <a:lnTo>
                    <a:pt x="5416830" y="4833"/>
                  </a:lnTo>
                  <a:lnTo>
                    <a:pt x="5349250" y="8339"/>
                  </a:lnTo>
                  <a:lnTo>
                    <a:pt x="5265755" y="13128"/>
                  </a:lnTo>
                  <a:lnTo>
                    <a:pt x="5169090" y="19289"/>
                  </a:lnTo>
                  <a:lnTo>
                    <a:pt x="5062892" y="26859"/>
                  </a:lnTo>
                  <a:lnTo>
                    <a:pt x="4951126" y="35832"/>
                  </a:lnTo>
                  <a:lnTo>
                    <a:pt x="4837565" y="46181"/>
                  </a:lnTo>
                  <a:lnTo>
                    <a:pt x="4725422" y="57881"/>
                  </a:lnTo>
                  <a:lnTo>
                    <a:pt x="4617161" y="70921"/>
                  </a:lnTo>
                  <a:lnTo>
                    <a:pt x="4514465" y="85323"/>
                  </a:lnTo>
                  <a:lnTo>
                    <a:pt x="4418304" y="101149"/>
                  </a:lnTo>
                  <a:lnTo>
                    <a:pt x="4329063" y="118502"/>
                  </a:lnTo>
                  <a:lnTo>
                    <a:pt x="4246685" y="137529"/>
                  </a:lnTo>
                  <a:lnTo>
                    <a:pt x="4170800" y="158418"/>
                  </a:lnTo>
                  <a:lnTo>
                    <a:pt x="4100834" y="181394"/>
                  </a:lnTo>
                  <a:lnTo>
                    <a:pt x="4036096" y="206707"/>
                  </a:lnTo>
                  <a:lnTo>
                    <a:pt x="3975835" y="234625"/>
                  </a:lnTo>
                  <a:lnTo>
                    <a:pt x="3919293" y="265400"/>
                  </a:lnTo>
                  <a:lnTo>
                    <a:pt x="3865744" y="299237"/>
                  </a:lnTo>
                  <a:lnTo>
                    <a:pt x="3820202" y="331906"/>
                  </a:lnTo>
                  <a:lnTo>
                    <a:pt x="3770540" y="371732"/>
                  </a:lnTo>
                  <a:lnTo>
                    <a:pt x="3722221" y="414783"/>
                  </a:lnTo>
                  <a:lnTo>
                    <a:pt x="3674841" y="461122"/>
                  </a:lnTo>
                  <a:lnTo>
                    <a:pt x="3628083" y="510746"/>
                  </a:lnTo>
                  <a:lnTo>
                    <a:pt x="3581702" y="563582"/>
                  </a:lnTo>
                  <a:lnTo>
                    <a:pt x="3535514" y="619474"/>
                  </a:lnTo>
                  <a:lnTo>
                    <a:pt x="3489390" y="678184"/>
                  </a:lnTo>
                  <a:lnTo>
                    <a:pt x="3443246" y="739393"/>
                  </a:lnTo>
                  <a:lnTo>
                    <a:pt x="3397037" y="802702"/>
                  </a:lnTo>
                  <a:lnTo>
                    <a:pt x="3350752" y="867643"/>
                  </a:lnTo>
                  <a:lnTo>
                    <a:pt x="3304402" y="933692"/>
                  </a:lnTo>
                  <a:lnTo>
                    <a:pt x="3258016" y="1000284"/>
                  </a:lnTo>
                  <a:lnTo>
                    <a:pt x="3211634" y="1066837"/>
                  </a:lnTo>
                  <a:lnTo>
                    <a:pt x="3165291" y="1132766"/>
                  </a:lnTo>
                  <a:lnTo>
                    <a:pt x="3119016" y="1197514"/>
                  </a:lnTo>
                  <a:lnTo>
                    <a:pt x="3072817" y="1260562"/>
                  </a:lnTo>
                  <a:lnTo>
                    <a:pt x="3026679" y="1321451"/>
                  </a:lnTo>
                  <a:lnTo>
                    <a:pt x="2980553" y="1379792"/>
                  </a:lnTo>
                  <a:lnTo>
                    <a:pt x="2934348" y="1435277"/>
                  </a:lnTo>
                  <a:lnTo>
                    <a:pt x="2887927" y="1487681"/>
                  </a:lnTo>
                  <a:lnTo>
                    <a:pt x="2841100" y="1536858"/>
                  </a:lnTo>
                  <a:lnTo>
                    <a:pt x="2793612" y="1582745"/>
                  </a:lnTo>
                  <a:lnTo>
                    <a:pt x="2745134" y="1625349"/>
                  </a:lnTo>
                  <a:lnTo>
                    <a:pt x="2702183" y="1659534"/>
                  </a:lnTo>
                  <a:lnTo>
                    <a:pt x="2650737" y="1696172"/>
                  </a:lnTo>
                  <a:lnTo>
                    <a:pt x="2596886" y="1729656"/>
                  </a:lnTo>
                  <a:lnTo>
                    <a:pt x="2539963" y="1760098"/>
                  </a:lnTo>
                  <a:lnTo>
                    <a:pt x="2479235" y="1787709"/>
                  </a:lnTo>
                  <a:lnTo>
                    <a:pt x="2413945" y="1812746"/>
                  </a:lnTo>
                  <a:lnTo>
                    <a:pt x="2343346" y="1835474"/>
                  </a:lnTo>
                  <a:lnTo>
                    <a:pt x="2266755" y="1856143"/>
                  </a:lnTo>
                  <a:lnTo>
                    <a:pt x="2183618" y="1874973"/>
                  </a:lnTo>
                  <a:lnTo>
                    <a:pt x="2093593" y="1892147"/>
                  </a:lnTo>
                  <a:lnTo>
                    <a:pt x="1996667" y="1907809"/>
                  </a:lnTo>
                  <a:lnTo>
                    <a:pt x="1893283" y="1922055"/>
                  </a:lnTo>
                  <a:lnTo>
                    <a:pt x="1784487" y="1934944"/>
                  </a:lnTo>
                  <a:lnTo>
                    <a:pt x="1672046" y="1946492"/>
                  </a:lnTo>
                  <a:lnTo>
                    <a:pt x="1558514" y="1956688"/>
                  </a:lnTo>
                  <a:lnTo>
                    <a:pt x="1447179" y="1965504"/>
                  </a:lnTo>
                  <a:lnTo>
                    <a:pt x="1341858" y="1972915"/>
                  </a:lnTo>
                  <a:lnTo>
                    <a:pt x="1246506" y="1978919"/>
                  </a:lnTo>
                  <a:lnTo>
                    <a:pt x="1164689" y="1983557"/>
                  </a:lnTo>
                  <a:lnTo>
                    <a:pt x="1099016" y="1986927"/>
                  </a:lnTo>
                  <a:lnTo>
                    <a:pt x="1050660" y="1989182"/>
                  </a:lnTo>
                  <a:lnTo>
                    <a:pt x="1019089" y="1990525"/>
                  </a:lnTo>
                  <a:lnTo>
                    <a:pt x="1002046" y="1991188"/>
                  </a:lnTo>
                  <a:lnTo>
                    <a:pt x="995717" y="1991415"/>
                  </a:lnTo>
                  <a:lnTo>
                    <a:pt x="994940" y="1991440"/>
                  </a:lnTo>
                  <a:lnTo>
                    <a:pt x="0" y="1991440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38" name="pl1137"/>
            <p:cNvSpPr/>
            <p:nvPr/>
          </p:nvSpPr>
          <p:spPr>
            <a:xfrm>
              <a:off x="1199187" y="1996517"/>
              <a:ext cx="12049831" cy="1991440"/>
            </a:xfrm>
            <a:custGeom>
              <a:avLst/>
              <a:pathLst>
                <a:path w="12049831" h="1991440">
                  <a:moveTo>
                    <a:pt x="0" y="1991440"/>
                  </a:moveTo>
                  <a:lnTo>
                    <a:pt x="994940" y="1991440"/>
                  </a:lnTo>
                  <a:lnTo>
                    <a:pt x="996046" y="1991403"/>
                  </a:lnTo>
                  <a:lnTo>
                    <a:pt x="1003347" y="1991140"/>
                  </a:lnTo>
                  <a:lnTo>
                    <a:pt x="1021863" y="1990412"/>
                  </a:lnTo>
                  <a:lnTo>
                    <a:pt x="1055243" y="1988978"/>
                  </a:lnTo>
                  <a:lnTo>
                    <a:pt x="1105555" y="1986607"/>
                  </a:lnTo>
                  <a:lnTo>
                    <a:pt x="1173135" y="1983101"/>
                  </a:lnTo>
                  <a:lnTo>
                    <a:pt x="1256630" y="1978312"/>
                  </a:lnTo>
                  <a:lnTo>
                    <a:pt x="1353295" y="1972151"/>
                  </a:lnTo>
                  <a:lnTo>
                    <a:pt x="1459493" y="1964581"/>
                  </a:lnTo>
                  <a:lnTo>
                    <a:pt x="1571259" y="1955608"/>
                  </a:lnTo>
                  <a:lnTo>
                    <a:pt x="1684820" y="1945259"/>
                  </a:lnTo>
                  <a:lnTo>
                    <a:pt x="1796963" y="1933559"/>
                  </a:lnTo>
                  <a:lnTo>
                    <a:pt x="1905224" y="1920519"/>
                  </a:lnTo>
                  <a:lnTo>
                    <a:pt x="2007920" y="1906117"/>
                  </a:lnTo>
                  <a:lnTo>
                    <a:pt x="2104081" y="1890291"/>
                  </a:lnTo>
                  <a:lnTo>
                    <a:pt x="2193322" y="1872938"/>
                  </a:lnTo>
                  <a:lnTo>
                    <a:pt x="2275700" y="1853911"/>
                  </a:lnTo>
                  <a:lnTo>
                    <a:pt x="2351585" y="1833022"/>
                  </a:lnTo>
                  <a:lnTo>
                    <a:pt x="2421551" y="1810046"/>
                  </a:lnTo>
                  <a:lnTo>
                    <a:pt x="2486289" y="1784732"/>
                  </a:lnTo>
                  <a:lnTo>
                    <a:pt x="2546550" y="1756815"/>
                  </a:lnTo>
                  <a:lnTo>
                    <a:pt x="2603092" y="1726040"/>
                  </a:lnTo>
                  <a:lnTo>
                    <a:pt x="2656641" y="1692203"/>
                  </a:lnTo>
                  <a:lnTo>
                    <a:pt x="2702183" y="1659534"/>
                  </a:lnTo>
                  <a:lnTo>
                    <a:pt x="2751845" y="1619708"/>
                  </a:lnTo>
                  <a:lnTo>
                    <a:pt x="2800164" y="1576657"/>
                  </a:lnTo>
                  <a:lnTo>
                    <a:pt x="2847544" y="1530318"/>
                  </a:lnTo>
                  <a:lnTo>
                    <a:pt x="2894302" y="1480694"/>
                  </a:lnTo>
                  <a:lnTo>
                    <a:pt x="2940683" y="1427858"/>
                  </a:lnTo>
                  <a:lnTo>
                    <a:pt x="2986871" y="1371966"/>
                  </a:lnTo>
                  <a:lnTo>
                    <a:pt x="3032995" y="1313256"/>
                  </a:lnTo>
                  <a:lnTo>
                    <a:pt x="3079139" y="1252047"/>
                  </a:lnTo>
                  <a:lnTo>
                    <a:pt x="3125348" y="1188738"/>
                  </a:lnTo>
                  <a:lnTo>
                    <a:pt x="3171633" y="1123797"/>
                  </a:lnTo>
                  <a:lnTo>
                    <a:pt x="3217983" y="1057748"/>
                  </a:lnTo>
                  <a:lnTo>
                    <a:pt x="3264369" y="991155"/>
                  </a:lnTo>
                  <a:lnTo>
                    <a:pt x="3310751" y="924603"/>
                  </a:lnTo>
                  <a:lnTo>
                    <a:pt x="3357094" y="858673"/>
                  </a:lnTo>
                  <a:lnTo>
                    <a:pt x="3403369" y="793926"/>
                  </a:lnTo>
                  <a:lnTo>
                    <a:pt x="3449568" y="730878"/>
                  </a:lnTo>
                  <a:lnTo>
                    <a:pt x="3495706" y="669989"/>
                  </a:lnTo>
                  <a:lnTo>
                    <a:pt x="3541832" y="611648"/>
                  </a:lnTo>
                  <a:lnTo>
                    <a:pt x="3588037" y="556162"/>
                  </a:lnTo>
                  <a:lnTo>
                    <a:pt x="3634458" y="503759"/>
                  </a:lnTo>
                  <a:lnTo>
                    <a:pt x="3681285" y="454582"/>
                  </a:lnTo>
                  <a:lnTo>
                    <a:pt x="3728773" y="408695"/>
                  </a:lnTo>
                  <a:lnTo>
                    <a:pt x="3777251" y="366091"/>
                  </a:lnTo>
                  <a:lnTo>
                    <a:pt x="3820202" y="331906"/>
                  </a:lnTo>
                  <a:lnTo>
                    <a:pt x="3871648" y="295268"/>
                  </a:lnTo>
                  <a:lnTo>
                    <a:pt x="3925499" y="261784"/>
                  </a:lnTo>
                  <a:lnTo>
                    <a:pt x="3982422" y="231342"/>
                  </a:lnTo>
                  <a:lnTo>
                    <a:pt x="4043150" y="203731"/>
                  </a:lnTo>
                  <a:lnTo>
                    <a:pt x="4108440" y="178694"/>
                  </a:lnTo>
                  <a:lnTo>
                    <a:pt x="4179039" y="155965"/>
                  </a:lnTo>
                  <a:lnTo>
                    <a:pt x="4255630" y="135297"/>
                  </a:lnTo>
                  <a:lnTo>
                    <a:pt x="4338767" y="116467"/>
                  </a:lnTo>
                  <a:lnTo>
                    <a:pt x="4428792" y="99293"/>
                  </a:lnTo>
                  <a:lnTo>
                    <a:pt x="4525718" y="83631"/>
                  </a:lnTo>
                  <a:lnTo>
                    <a:pt x="4629102" y="69384"/>
                  </a:lnTo>
                  <a:lnTo>
                    <a:pt x="4737898" y="56496"/>
                  </a:lnTo>
                  <a:lnTo>
                    <a:pt x="4850339" y="44948"/>
                  </a:lnTo>
                  <a:lnTo>
                    <a:pt x="4963871" y="34752"/>
                  </a:lnTo>
                  <a:lnTo>
                    <a:pt x="5075206" y="25936"/>
                  </a:lnTo>
                  <a:lnTo>
                    <a:pt x="5180527" y="18525"/>
                  </a:lnTo>
                  <a:lnTo>
                    <a:pt x="5275879" y="12521"/>
                  </a:lnTo>
                  <a:lnTo>
                    <a:pt x="5357696" y="7882"/>
                  </a:lnTo>
                  <a:lnTo>
                    <a:pt x="5423369" y="4513"/>
                  </a:lnTo>
                  <a:lnTo>
                    <a:pt x="5471725" y="2258"/>
                  </a:lnTo>
                  <a:lnTo>
                    <a:pt x="5503296" y="915"/>
                  </a:lnTo>
                  <a:lnTo>
                    <a:pt x="5520339" y="252"/>
                  </a:lnTo>
                  <a:lnTo>
                    <a:pt x="5526668" y="25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1" y="6"/>
                  </a:lnTo>
                  <a:lnTo>
                    <a:pt x="6531014" y="56"/>
                  </a:lnTo>
                  <a:lnTo>
                    <a:pt x="6550002" y="191"/>
                  </a:lnTo>
                  <a:lnTo>
                    <a:pt x="6584199" y="459"/>
                  </a:lnTo>
                  <a:lnTo>
                    <a:pt x="6635677" y="901"/>
                  </a:lnTo>
                  <a:lnTo>
                    <a:pt x="6704704" y="1555"/>
                  </a:lnTo>
                  <a:lnTo>
                    <a:pt x="6789814" y="2446"/>
                  </a:lnTo>
                  <a:lnTo>
                    <a:pt x="6888119" y="3593"/>
                  </a:lnTo>
                  <a:lnTo>
                    <a:pt x="6995841" y="4999"/>
                  </a:lnTo>
                  <a:lnTo>
                    <a:pt x="7108908" y="6665"/>
                  </a:lnTo>
                  <a:lnTo>
                    <a:pt x="7223482" y="8585"/>
                  </a:lnTo>
                  <a:lnTo>
                    <a:pt x="7336329" y="10754"/>
                  </a:lnTo>
                  <a:lnTo>
                    <a:pt x="7445002" y="13170"/>
                  </a:lnTo>
                  <a:lnTo>
                    <a:pt x="7547860" y="15840"/>
                  </a:lnTo>
                  <a:lnTo>
                    <a:pt x="7643986" y="18775"/>
                  </a:lnTo>
                  <a:lnTo>
                    <a:pt x="7733053" y="21995"/>
                  </a:lnTo>
                  <a:lnTo>
                    <a:pt x="7815170" y="25530"/>
                  </a:lnTo>
                  <a:lnTo>
                    <a:pt x="7890755" y="29414"/>
                  </a:lnTo>
                  <a:lnTo>
                    <a:pt x="7960421" y="33692"/>
                  </a:lnTo>
                  <a:lnTo>
                    <a:pt x="8024895" y="38410"/>
                  </a:lnTo>
                  <a:lnTo>
                    <a:pt x="8084949" y="43618"/>
                  </a:lnTo>
                  <a:lnTo>
                    <a:pt x="8141360" y="49363"/>
                  </a:lnTo>
                  <a:lnTo>
                    <a:pt x="8194864" y="55679"/>
                  </a:lnTo>
                  <a:lnTo>
                    <a:pt x="8229629" y="60267"/>
                  </a:lnTo>
                  <a:lnTo>
                    <a:pt x="8290599" y="69258"/>
                  </a:lnTo>
                  <a:lnTo>
                    <a:pt x="8349681" y="79143"/>
                  </a:lnTo>
                  <a:lnTo>
                    <a:pt x="8407570" y="89936"/>
                  </a:lnTo>
                  <a:lnTo>
                    <a:pt x="8464780" y="101621"/>
                  </a:lnTo>
                  <a:lnTo>
                    <a:pt x="8521675" y="114150"/>
                  </a:lnTo>
                  <a:lnTo>
                    <a:pt x="8578495" y="127443"/>
                  </a:lnTo>
                  <a:lnTo>
                    <a:pt x="8635377" y="141383"/>
                  </a:lnTo>
                  <a:lnTo>
                    <a:pt x="8692372" y="155823"/>
                  </a:lnTo>
                  <a:lnTo>
                    <a:pt x="8749468" y="170589"/>
                  </a:lnTo>
                  <a:lnTo>
                    <a:pt x="8806612" y="185491"/>
                  </a:lnTo>
                  <a:lnTo>
                    <a:pt x="8863734" y="200330"/>
                  </a:lnTo>
                  <a:lnTo>
                    <a:pt x="8920770" y="214912"/>
                  </a:lnTo>
                  <a:lnTo>
                    <a:pt x="8977692" y="229057"/>
                  </a:lnTo>
                  <a:lnTo>
                    <a:pt x="9034525" y="242605"/>
                  </a:lnTo>
                  <a:lnTo>
                    <a:pt x="9091370" y="255429"/>
                  </a:lnTo>
                  <a:lnTo>
                    <a:pt x="9148428" y="267435"/>
                  </a:lnTo>
                  <a:lnTo>
                    <a:pt x="9206014" y="278562"/>
                  </a:lnTo>
                  <a:lnTo>
                    <a:pt x="9264582" y="288783"/>
                  </a:lnTo>
                  <a:lnTo>
                    <a:pt x="9324757" y="298103"/>
                  </a:lnTo>
                  <a:lnTo>
                    <a:pt x="9347647" y="301336"/>
                  </a:lnTo>
                  <a:lnTo>
                    <a:pt x="9399567" y="308046"/>
                  </a:lnTo>
                  <a:lnTo>
                    <a:pt x="9453941" y="314173"/>
                  </a:lnTo>
                  <a:lnTo>
                    <a:pt x="9511455" y="319738"/>
                  </a:lnTo>
                  <a:lnTo>
                    <a:pt x="9572863" y="324781"/>
                  </a:lnTo>
                  <a:lnTo>
                    <a:pt x="9638945" y="329351"/>
                  </a:lnTo>
                  <a:lnTo>
                    <a:pt x="9710464" y="333495"/>
                  </a:lnTo>
                  <a:lnTo>
                    <a:pt x="9788117" y="337261"/>
                  </a:lnTo>
                  <a:lnTo>
                    <a:pt x="9872465" y="340690"/>
                  </a:lnTo>
                  <a:lnTo>
                    <a:pt x="9963838" y="343814"/>
                  </a:lnTo>
                  <a:lnTo>
                    <a:pt x="10062219" y="346661"/>
                  </a:lnTo>
                  <a:lnTo>
                    <a:pt x="10167104" y="349247"/>
                  </a:lnTo>
                  <a:lnTo>
                    <a:pt x="10277355" y="351583"/>
                  </a:lnTo>
                  <a:lnTo>
                    <a:pt x="10391074" y="353671"/>
                  </a:lnTo>
                  <a:lnTo>
                    <a:pt x="10505547" y="355509"/>
                  </a:lnTo>
                  <a:lnTo>
                    <a:pt x="10617315" y="357090"/>
                  </a:lnTo>
                  <a:lnTo>
                    <a:pt x="10722414" y="358412"/>
                  </a:lnTo>
                  <a:lnTo>
                    <a:pt x="10816804" y="359474"/>
                  </a:lnTo>
                  <a:lnTo>
                    <a:pt x="10896931" y="360286"/>
                  </a:lnTo>
                  <a:lnTo>
                    <a:pt x="10960322" y="360867"/>
                  </a:lnTo>
                  <a:lnTo>
                    <a:pt x="11006051" y="361248"/>
                  </a:lnTo>
                  <a:lnTo>
                    <a:pt x="11034982" y="361468"/>
                  </a:lnTo>
                  <a:lnTo>
                    <a:pt x="11049744" y="361571"/>
                  </a:lnTo>
                  <a:lnTo>
                    <a:pt x="11054537" y="361601"/>
                  </a:lnTo>
                  <a:lnTo>
                    <a:pt x="11054891" y="361603"/>
                  </a:lnTo>
                  <a:lnTo>
                    <a:pt x="12049831" y="361603"/>
                  </a:lnTo>
                  <a:lnTo>
                    <a:pt x="12049831" y="3616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9" name="pl1138"/>
            <p:cNvSpPr/>
            <p:nvPr/>
          </p:nvSpPr>
          <p:spPr>
            <a:xfrm>
              <a:off x="1199187" y="1991276"/>
              <a:ext cx="12049831" cy="1991440"/>
            </a:xfrm>
            <a:custGeom>
              <a:avLst/>
              <a:pathLst>
                <a:path w="12049831" h="1991440">
                  <a:moveTo>
                    <a:pt x="12049831" y="361603"/>
                  </a:moveTo>
                  <a:lnTo>
                    <a:pt x="11054891" y="361603"/>
                  </a:lnTo>
                  <a:lnTo>
                    <a:pt x="11053756" y="361596"/>
                  </a:lnTo>
                  <a:lnTo>
                    <a:pt x="11046263" y="361547"/>
                  </a:lnTo>
                  <a:lnTo>
                    <a:pt x="11027275" y="361411"/>
                  </a:lnTo>
                  <a:lnTo>
                    <a:pt x="10993077" y="361144"/>
                  </a:lnTo>
                  <a:lnTo>
                    <a:pt x="10941600" y="360702"/>
                  </a:lnTo>
                  <a:lnTo>
                    <a:pt x="10872572" y="360048"/>
                  </a:lnTo>
                  <a:lnTo>
                    <a:pt x="10787463" y="359156"/>
                  </a:lnTo>
                  <a:lnTo>
                    <a:pt x="10689158" y="358010"/>
                  </a:lnTo>
                  <a:lnTo>
                    <a:pt x="10581435" y="356604"/>
                  </a:lnTo>
                  <a:lnTo>
                    <a:pt x="10468368" y="354938"/>
                  </a:lnTo>
                  <a:lnTo>
                    <a:pt x="10353794" y="353018"/>
                  </a:lnTo>
                  <a:lnTo>
                    <a:pt x="10240947" y="350849"/>
                  </a:lnTo>
                  <a:lnTo>
                    <a:pt x="10132275" y="348432"/>
                  </a:lnTo>
                  <a:lnTo>
                    <a:pt x="10029417" y="345763"/>
                  </a:lnTo>
                  <a:lnTo>
                    <a:pt x="9933290" y="342828"/>
                  </a:lnTo>
                  <a:lnTo>
                    <a:pt x="9844224" y="339607"/>
                  </a:lnTo>
                  <a:lnTo>
                    <a:pt x="9762107" y="336073"/>
                  </a:lnTo>
                  <a:lnTo>
                    <a:pt x="9686522" y="332189"/>
                  </a:lnTo>
                  <a:lnTo>
                    <a:pt x="9616855" y="327911"/>
                  </a:lnTo>
                  <a:lnTo>
                    <a:pt x="9552382" y="323193"/>
                  </a:lnTo>
                  <a:lnTo>
                    <a:pt x="9492327" y="317985"/>
                  </a:lnTo>
                  <a:lnTo>
                    <a:pt x="9435916" y="312240"/>
                  </a:lnTo>
                  <a:lnTo>
                    <a:pt x="9382413" y="305924"/>
                  </a:lnTo>
                  <a:lnTo>
                    <a:pt x="9347647" y="301336"/>
                  </a:lnTo>
                  <a:lnTo>
                    <a:pt x="9286677" y="292344"/>
                  </a:lnTo>
                  <a:lnTo>
                    <a:pt x="9227596" y="282459"/>
                  </a:lnTo>
                  <a:lnTo>
                    <a:pt x="9169707" y="271667"/>
                  </a:lnTo>
                  <a:lnTo>
                    <a:pt x="9112497" y="259982"/>
                  </a:lnTo>
                  <a:lnTo>
                    <a:pt x="9055602" y="247452"/>
                  </a:lnTo>
                  <a:lnTo>
                    <a:pt x="8998781" y="234159"/>
                  </a:lnTo>
                  <a:lnTo>
                    <a:pt x="8941899" y="220219"/>
                  </a:lnTo>
                  <a:lnTo>
                    <a:pt x="8884904" y="205780"/>
                  </a:lnTo>
                  <a:lnTo>
                    <a:pt x="8827808" y="191014"/>
                  </a:lnTo>
                  <a:lnTo>
                    <a:pt x="8770664" y="176112"/>
                  </a:lnTo>
                  <a:lnTo>
                    <a:pt x="8713543" y="161272"/>
                  </a:lnTo>
                  <a:lnTo>
                    <a:pt x="8656506" y="146690"/>
                  </a:lnTo>
                  <a:lnTo>
                    <a:pt x="8599584" y="132546"/>
                  </a:lnTo>
                  <a:lnTo>
                    <a:pt x="8542752" y="118998"/>
                  </a:lnTo>
                  <a:lnTo>
                    <a:pt x="8485906" y="106174"/>
                  </a:lnTo>
                  <a:lnTo>
                    <a:pt x="8428849" y="94168"/>
                  </a:lnTo>
                  <a:lnTo>
                    <a:pt x="8371263" y="83041"/>
                  </a:lnTo>
                  <a:lnTo>
                    <a:pt x="8312694" y="72820"/>
                  </a:lnTo>
                  <a:lnTo>
                    <a:pt x="8252520" y="63500"/>
                  </a:lnTo>
                  <a:lnTo>
                    <a:pt x="8229629" y="60267"/>
                  </a:lnTo>
                  <a:lnTo>
                    <a:pt x="8177710" y="53557"/>
                  </a:lnTo>
                  <a:lnTo>
                    <a:pt x="8123336" y="47430"/>
                  </a:lnTo>
                  <a:lnTo>
                    <a:pt x="8065821" y="41864"/>
                  </a:lnTo>
                  <a:lnTo>
                    <a:pt x="8004413" y="36821"/>
                  </a:lnTo>
                  <a:lnTo>
                    <a:pt x="7938332" y="32252"/>
                  </a:lnTo>
                  <a:lnTo>
                    <a:pt x="7866813" y="28108"/>
                  </a:lnTo>
                  <a:lnTo>
                    <a:pt x="7789159" y="24342"/>
                  </a:lnTo>
                  <a:lnTo>
                    <a:pt x="7704812" y="20913"/>
                  </a:lnTo>
                  <a:lnTo>
                    <a:pt x="7613439" y="17789"/>
                  </a:lnTo>
                  <a:lnTo>
                    <a:pt x="7515058" y="14942"/>
                  </a:lnTo>
                  <a:lnTo>
                    <a:pt x="7410172" y="12356"/>
                  </a:lnTo>
                  <a:lnTo>
                    <a:pt x="7299921" y="10020"/>
                  </a:lnTo>
                  <a:lnTo>
                    <a:pt x="7186203" y="7932"/>
                  </a:lnTo>
                  <a:lnTo>
                    <a:pt x="7071730" y="6094"/>
                  </a:lnTo>
                  <a:lnTo>
                    <a:pt x="6959962" y="4512"/>
                  </a:lnTo>
                  <a:lnTo>
                    <a:pt x="6854863" y="3191"/>
                  </a:lnTo>
                  <a:lnTo>
                    <a:pt x="6760473" y="2128"/>
                  </a:lnTo>
                  <a:lnTo>
                    <a:pt x="6680345" y="1317"/>
                  </a:lnTo>
                  <a:lnTo>
                    <a:pt x="6616955" y="736"/>
                  </a:lnTo>
                  <a:lnTo>
                    <a:pt x="6571225" y="355"/>
                  </a:lnTo>
                  <a:lnTo>
                    <a:pt x="6542294" y="135"/>
                  </a:lnTo>
                  <a:lnTo>
                    <a:pt x="6527532" y="32"/>
                  </a:lnTo>
                  <a:lnTo>
                    <a:pt x="6522739" y="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9" y="36"/>
                  </a:lnTo>
                  <a:lnTo>
                    <a:pt x="5519038" y="300"/>
                  </a:lnTo>
                  <a:lnTo>
                    <a:pt x="5500522" y="1028"/>
                  </a:lnTo>
                  <a:lnTo>
                    <a:pt x="5467142" y="2462"/>
                  </a:lnTo>
                  <a:lnTo>
                    <a:pt x="5416830" y="4833"/>
                  </a:lnTo>
                  <a:lnTo>
                    <a:pt x="5349250" y="8339"/>
                  </a:lnTo>
                  <a:lnTo>
                    <a:pt x="5265755" y="13128"/>
                  </a:lnTo>
                  <a:lnTo>
                    <a:pt x="5169090" y="19289"/>
                  </a:lnTo>
                  <a:lnTo>
                    <a:pt x="5062892" y="26859"/>
                  </a:lnTo>
                  <a:lnTo>
                    <a:pt x="4951126" y="35832"/>
                  </a:lnTo>
                  <a:lnTo>
                    <a:pt x="4837565" y="46181"/>
                  </a:lnTo>
                  <a:lnTo>
                    <a:pt x="4725422" y="57881"/>
                  </a:lnTo>
                  <a:lnTo>
                    <a:pt x="4617161" y="70921"/>
                  </a:lnTo>
                  <a:lnTo>
                    <a:pt x="4514465" y="85323"/>
                  </a:lnTo>
                  <a:lnTo>
                    <a:pt x="4418304" y="101149"/>
                  </a:lnTo>
                  <a:lnTo>
                    <a:pt x="4329063" y="118502"/>
                  </a:lnTo>
                  <a:lnTo>
                    <a:pt x="4246685" y="137529"/>
                  </a:lnTo>
                  <a:lnTo>
                    <a:pt x="4170800" y="158418"/>
                  </a:lnTo>
                  <a:lnTo>
                    <a:pt x="4100834" y="181394"/>
                  </a:lnTo>
                  <a:lnTo>
                    <a:pt x="4036096" y="206707"/>
                  </a:lnTo>
                  <a:lnTo>
                    <a:pt x="3975835" y="234625"/>
                  </a:lnTo>
                  <a:lnTo>
                    <a:pt x="3919293" y="265400"/>
                  </a:lnTo>
                  <a:lnTo>
                    <a:pt x="3865744" y="299237"/>
                  </a:lnTo>
                  <a:lnTo>
                    <a:pt x="3820202" y="331906"/>
                  </a:lnTo>
                  <a:lnTo>
                    <a:pt x="3770540" y="371732"/>
                  </a:lnTo>
                  <a:lnTo>
                    <a:pt x="3722221" y="414783"/>
                  </a:lnTo>
                  <a:lnTo>
                    <a:pt x="3674841" y="461122"/>
                  </a:lnTo>
                  <a:lnTo>
                    <a:pt x="3628083" y="510746"/>
                  </a:lnTo>
                  <a:lnTo>
                    <a:pt x="3581702" y="563582"/>
                  </a:lnTo>
                  <a:lnTo>
                    <a:pt x="3535514" y="619474"/>
                  </a:lnTo>
                  <a:lnTo>
                    <a:pt x="3489390" y="678184"/>
                  </a:lnTo>
                  <a:lnTo>
                    <a:pt x="3443246" y="739393"/>
                  </a:lnTo>
                  <a:lnTo>
                    <a:pt x="3397037" y="802702"/>
                  </a:lnTo>
                  <a:lnTo>
                    <a:pt x="3350752" y="867643"/>
                  </a:lnTo>
                  <a:lnTo>
                    <a:pt x="3304402" y="933692"/>
                  </a:lnTo>
                  <a:lnTo>
                    <a:pt x="3258016" y="1000284"/>
                  </a:lnTo>
                  <a:lnTo>
                    <a:pt x="3211634" y="1066837"/>
                  </a:lnTo>
                  <a:lnTo>
                    <a:pt x="3165291" y="1132766"/>
                  </a:lnTo>
                  <a:lnTo>
                    <a:pt x="3119016" y="1197514"/>
                  </a:lnTo>
                  <a:lnTo>
                    <a:pt x="3072817" y="1260562"/>
                  </a:lnTo>
                  <a:lnTo>
                    <a:pt x="3026679" y="1321451"/>
                  </a:lnTo>
                  <a:lnTo>
                    <a:pt x="2980553" y="1379792"/>
                  </a:lnTo>
                  <a:lnTo>
                    <a:pt x="2934348" y="1435277"/>
                  </a:lnTo>
                  <a:lnTo>
                    <a:pt x="2887927" y="1487681"/>
                  </a:lnTo>
                  <a:lnTo>
                    <a:pt x="2841100" y="1536858"/>
                  </a:lnTo>
                  <a:lnTo>
                    <a:pt x="2793612" y="1582745"/>
                  </a:lnTo>
                  <a:lnTo>
                    <a:pt x="2745134" y="1625349"/>
                  </a:lnTo>
                  <a:lnTo>
                    <a:pt x="2702183" y="1659534"/>
                  </a:lnTo>
                  <a:lnTo>
                    <a:pt x="2650737" y="1696172"/>
                  </a:lnTo>
                  <a:lnTo>
                    <a:pt x="2596886" y="1729656"/>
                  </a:lnTo>
                  <a:lnTo>
                    <a:pt x="2539963" y="1760098"/>
                  </a:lnTo>
                  <a:lnTo>
                    <a:pt x="2479235" y="1787709"/>
                  </a:lnTo>
                  <a:lnTo>
                    <a:pt x="2413945" y="1812746"/>
                  </a:lnTo>
                  <a:lnTo>
                    <a:pt x="2343346" y="1835474"/>
                  </a:lnTo>
                  <a:lnTo>
                    <a:pt x="2266755" y="1856143"/>
                  </a:lnTo>
                  <a:lnTo>
                    <a:pt x="2183618" y="1874973"/>
                  </a:lnTo>
                  <a:lnTo>
                    <a:pt x="2093593" y="1892147"/>
                  </a:lnTo>
                  <a:lnTo>
                    <a:pt x="1996667" y="1907809"/>
                  </a:lnTo>
                  <a:lnTo>
                    <a:pt x="1893283" y="1922055"/>
                  </a:lnTo>
                  <a:lnTo>
                    <a:pt x="1784487" y="1934944"/>
                  </a:lnTo>
                  <a:lnTo>
                    <a:pt x="1672046" y="1946492"/>
                  </a:lnTo>
                  <a:lnTo>
                    <a:pt x="1558514" y="1956688"/>
                  </a:lnTo>
                  <a:lnTo>
                    <a:pt x="1447179" y="1965504"/>
                  </a:lnTo>
                  <a:lnTo>
                    <a:pt x="1341858" y="1972915"/>
                  </a:lnTo>
                  <a:lnTo>
                    <a:pt x="1246506" y="1978919"/>
                  </a:lnTo>
                  <a:lnTo>
                    <a:pt x="1164689" y="1983557"/>
                  </a:lnTo>
                  <a:lnTo>
                    <a:pt x="1099016" y="1986927"/>
                  </a:lnTo>
                  <a:lnTo>
                    <a:pt x="1050660" y="1989182"/>
                  </a:lnTo>
                  <a:lnTo>
                    <a:pt x="1019089" y="1990525"/>
                  </a:lnTo>
                  <a:lnTo>
                    <a:pt x="1002046" y="1991188"/>
                  </a:lnTo>
                  <a:lnTo>
                    <a:pt x="995717" y="1991415"/>
                  </a:lnTo>
                  <a:lnTo>
                    <a:pt x="994940" y="1991440"/>
                  </a:lnTo>
                  <a:lnTo>
                    <a:pt x="0" y="1991440"/>
                  </a:lnTo>
                  <a:lnTo>
                    <a:pt x="0" y="19914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0" name="pg1139"/>
            <p:cNvSpPr/>
            <p:nvPr/>
          </p:nvSpPr>
          <p:spPr>
            <a:xfrm>
              <a:off x="1199187" y="2017479"/>
              <a:ext cx="12049831" cy="1980959"/>
            </a:xfrm>
            <a:custGeom>
              <a:avLst/>
              <a:pathLst>
                <a:path w="12049831" h="1980959">
                  <a:moveTo>
                    <a:pt x="0" y="1980959"/>
                  </a:moveTo>
                  <a:lnTo>
                    <a:pt x="994940" y="1980959"/>
                  </a:lnTo>
                  <a:lnTo>
                    <a:pt x="996046" y="1980923"/>
                  </a:lnTo>
                  <a:lnTo>
                    <a:pt x="1003351" y="1980662"/>
                  </a:lnTo>
                  <a:lnTo>
                    <a:pt x="1021877" y="1979941"/>
                  </a:lnTo>
                  <a:lnTo>
                    <a:pt x="1055275" y="1978521"/>
                  </a:lnTo>
                  <a:lnTo>
                    <a:pt x="1105612" y="1976173"/>
                  </a:lnTo>
                  <a:lnTo>
                    <a:pt x="1173222" y="1972703"/>
                  </a:lnTo>
                  <a:lnTo>
                    <a:pt x="1256751" y="1967962"/>
                  </a:lnTo>
                  <a:lnTo>
                    <a:pt x="1353451" y="1961862"/>
                  </a:lnTo>
                  <a:lnTo>
                    <a:pt x="1459681" y="1954368"/>
                  </a:lnTo>
                  <a:lnTo>
                    <a:pt x="1571475" y="1945486"/>
                  </a:lnTo>
                  <a:lnTo>
                    <a:pt x="1685058" y="1935241"/>
                  </a:lnTo>
                  <a:lnTo>
                    <a:pt x="1797216" y="1923659"/>
                  </a:lnTo>
                  <a:lnTo>
                    <a:pt x="1905486" y="1910751"/>
                  </a:lnTo>
                  <a:lnTo>
                    <a:pt x="2008186" y="1896494"/>
                  </a:lnTo>
                  <a:lnTo>
                    <a:pt x="2104347" y="1880827"/>
                  </a:lnTo>
                  <a:lnTo>
                    <a:pt x="2193584" y="1863649"/>
                  </a:lnTo>
                  <a:lnTo>
                    <a:pt x="2275957" y="1844813"/>
                  </a:lnTo>
                  <a:lnTo>
                    <a:pt x="2351835" y="1824134"/>
                  </a:lnTo>
                  <a:lnTo>
                    <a:pt x="2421794" y="1801388"/>
                  </a:lnTo>
                  <a:lnTo>
                    <a:pt x="2486527" y="1776327"/>
                  </a:lnTo>
                  <a:lnTo>
                    <a:pt x="2546784" y="1748687"/>
                  </a:lnTo>
                  <a:lnTo>
                    <a:pt x="2603322" y="1718218"/>
                  </a:lnTo>
                  <a:lnTo>
                    <a:pt x="2656870" y="1684718"/>
                  </a:lnTo>
                  <a:lnTo>
                    <a:pt x="2702183" y="1652546"/>
                  </a:lnTo>
                  <a:lnTo>
                    <a:pt x="2751996" y="1613013"/>
                  </a:lnTo>
                  <a:lnTo>
                    <a:pt x="2800459" y="1570269"/>
                  </a:lnTo>
                  <a:lnTo>
                    <a:pt x="2847980" y="1524251"/>
                  </a:lnTo>
                  <a:lnTo>
                    <a:pt x="2894877" y="1474962"/>
                  </a:lnTo>
                  <a:lnTo>
                    <a:pt x="2941397" y="1422478"/>
                  </a:lnTo>
                  <a:lnTo>
                    <a:pt x="2987725" y="1366954"/>
                  </a:lnTo>
                  <a:lnTo>
                    <a:pt x="3033991" y="1308630"/>
                  </a:lnTo>
                  <a:lnTo>
                    <a:pt x="3080279" y="1247825"/>
                  </a:lnTo>
                  <a:lnTo>
                    <a:pt x="3126632" y="1184940"/>
                  </a:lnTo>
                  <a:lnTo>
                    <a:pt x="3173063" y="1120445"/>
                  </a:lnTo>
                  <a:lnTo>
                    <a:pt x="3219558" y="1054863"/>
                  </a:lnTo>
                  <a:lnTo>
                    <a:pt x="3266087" y="988760"/>
                  </a:lnTo>
                  <a:lnTo>
                    <a:pt x="3312612" y="922718"/>
                  </a:lnTo>
                  <a:lnTo>
                    <a:pt x="3359095" y="857319"/>
                  </a:lnTo>
                  <a:lnTo>
                    <a:pt x="3405510" y="793121"/>
                  </a:lnTo>
                  <a:lnTo>
                    <a:pt x="3451848" y="730637"/>
                  </a:lnTo>
                  <a:lnTo>
                    <a:pt x="3498126" y="670323"/>
                  </a:lnTo>
                  <a:lnTo>
                    <a:pt x="3544397" y="612564"/>
                  </a:lnTo>
                  <a:lnTo>
                    <a:pt x="3590752" y="557662"/>
                  </a:lnTo>
                  <a:lnTo>
                    <a:pt x="3637335" y="505840"/>
                  </a:lnTo>
                  <a:lnTo>
                    <a:pt x="3684340" y="457236"/>
                  </a:lnTo>
                  <a:lnTo>
                    <a:pt x="3732030" y="411909"/>
                  </a:lnTo>
                  <a:lnTo>
                    <a:pt x="3780740" y="369847"/>
                  </a:lnTo>
                  <a:lnTo>
                    <a:pt x="3820202" y="338894"/>
                  </a:lnTo>
                  <a:lnTo>
                    <a:pt x="3871658" y="302635"/>
                  </a:lnTo>
                  <a:lnTo>
                    <a:pt x="3925520" y="269497"/>
                  </a:lnTo>
                  <a:lnTo>
                    <a:pt x="3982456" y="239372"/>
                  </a:lnTo>
                  <a:lnTo>
                    <a:pt x="4043198" y="212048"/>
                  </a:lnTo>
                  <a:lnTo>
                    <a:pt x="4108505" y="187272"/>
                  </a:lnTo>
                  <a:lnTo>
                    <a:pt x="4179123" y="164780"/>
                  </a:lnTo>
                  <a:lnTo>
                    <a:pt x="4255736" y="144328"/>
                  </a:lnTo>
                  <a:lnTo>
                    <a:pt x="4338899" y="125695"/>
                  </a:lnTo>
                  <a:lnTo>
                    <a:pt x="4428952" y="108701"/>
                  </a:lnTo>
                  <a:lnTo>
                    <a:pt x="4525910" y="93204"/>
                  </a:lnTo>
                  <a:lnTo>
                    <a:pt x="4629325" y="79107"/>
                  </a:lnTo>
                  <a:lnTo>
                    <a:pt x="4738152" y="66355"/>
                  </a:lnTo>
                  <a:lnTo>
                    <a:pt x="4850620" y="54929"/>
                  </a:lnTo>
                  <a:lnTo>
                    <a:pt x="4964173" y="44842"/>
                  </a:lnTo>
                  <a:lnTo>
                    <a:pt x="5075517" y="36121"/>
                  </a:lnTo>
                  <a:lnTo>
                    <a:pt x="5180835" y="28791"/>
                  </a:lnTo>
                  <a:lnTo>
                    <a:pt x="5276168" y="22853"/>
                  </a:lnTo>
                  <a:lnTo>
                    <a:pt x="5357950" y="18267"/>
                  </a:lnTo>
                  <a:lnTo>
                    <a:pt x="5423575" y="14937"/>
                  </a:lnTo>
                  <a:lnTo>
                    <a:pt x="5471876" y="12709"/>
                  </a:lnTo>
                  <a:lnTo>
                    <a:pt x="5503391" y="11383"/>
                  </a:lnTo>
                  <a:lnTo>
                    <a:pt x="5520385" y="10728"/>
                  </a:lnTo>
                  <a:lnTo>
                    <a:pt x="5526679" y="10506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517" y="10496"/>
                  </a:lnTo>
                  <a:lnTo>
                    <a:pt x="6530982" y="10607"/>
                  </a:lnTo>
                  <a:lnTo>
                    <a:pt x="6549902" y="10913"/>
                  </a:lnTo>
                  <a:lnTo>
                    <a:pt x="6583982" y="11516"/>
                  </a:lnTo>
                  <a:lnTo>
                    <a:pt x="6635292" y="12512"/>
                  </a:lnTo>
                  <a:lnTo>
                    <a:pt x="6704112" y="13983"/>
                  </a:lnTo>
                  <a:lnTo>
                    <a:pt x="6788990" y="15992"/>
                  </a:lnTo>
                  <a:lnTo>
                    <a:pt x="6887061" y="18575"/>
                  </a:lnTo>
                  <a:lnTo>
                    <a:pt x="6994567" y="21745"/>
                  </a:lnTo>
                  <a:lnTo>
                    <a:pt x="7107449" y="25499"/>
                  </a:lnTo>
                  <a:lnTo>
                    <a:pt x="7221880" y="29826"/>
                  </a:lnTo>
                  <a:lnTo>
                    <a:pt x="7334629" y="34715"/>
                  </a:lnTo>
                  <a:lnTo>
                    <a:pt x="7443244" y="40163"/>
                  </a:lnTo>
                  <a:lnTo>
                    <a:pt x="7546081" y="46182"/>
                  </a:lnTo>
                  <a:lnTo>
                    <a:pt x="7642214" y="52797"/>
                  </a:lnTo>
                  <a:lnTo>
                    <a:pt x="7731306" y="60055"/>
                  </a:lnTo>
                  <a:lnTo>
                    <a:pt x="7813461" y="68020"/>
                  </a:lnTo>
                  <a:lnTo>
                    <a:pt x="7889089" y="76772"/>
                  </a:lnTo>
                  <a:lnTo>
                    <a:pt x="7958798" y="86409"/>
                  </a:lnTo>
                  <a:lnTo>
                    <a:pt x="8023309" y="97036"/>
                  </a:lnTo>
                  <a:lnTo>
                    <a:pt x="8083392" y="108766"/>
                  </a:lnTo>
                  <a:lnTo>
                    <a:pt x="8139821" y="121703"/>
                  </a:lnTo>
                  <a:lnTo>
                    <a:pt x="8193329" y="135926"/>
                  </a:lnTo>
                  <a:lnTo>
                    <a:pt x="8229629" y="146737"/>
                  </a:lnTo>
                  <a:lnTo>
                    <a:pt x="8288137" y="166192"/>
                  </a:lnTo>
                  <a:lnTo>
                    <a:pt x="8344880" y="187501"/>
                  </a:lnTo>
                  <a:lnTo>
                    <a:pt x="8400482" y="210698"/>
                  </a:lnTo>
                  <a:lnTo>
                    <a:pt x="8455410" y="235757"/>
                  </a:lnTo>
                  <a:lnTo>
                    <a:pt x="8510002" y="262595"/>
                  </a:lnTo>
                  <a:lnTo>
                    <a:pt x="8564490" y="291061"/>
                  </a:lnTo>
                  <a:lnTo>
                    <a:pt x="8619012" y="320938"/>
                  </a:lnTo>
                  <a:lnTo>
                    <a:pt x="8673631" y="351948"/>
                  </a:lnTo>
                  <a:lnTo>
                    <a:pt x="8728352" y="383761"/>
                  </a:lnTo>
                  <a:lnTo>
                    <a:pt x="8783139" y="416006"/>
                  </a:lnTo>
                  <a:lnTo>
                    <a:pt x="8837932" y="448290"/>
                  </a:lnTo>
                  <a:lnTo>
                    <a:pt x="8892671" y="480220"/>
                  </a:lnTo>
                  <a:lnTo>
                    <a:pt x="8947312" y="511420"/>
                  </a:lnTo>
                  <a:lnTo>
                    <a:pt x="9001850" y="541549"/>
                  </a:lnTo>
                  <a:lnTo>
                    <a:pt x="9056336" y="570317"/>
                  </a:lnTo>
                  <a:lnTo>
                    <a:pt x="9110892" y="597496"/>
                  </a:lnTo>
                  <a:lnTo>
                    <a:pt x="9165729" y="622921"/>
                  </a:lnTo>
                  <a:lnTo>
                    <a:pt x="9221163" y="646495"/>
                  </a:lnTo>
                  <a:lnTo>
                    <a:pt x="9277632" y="668183"/>
                  </a:lnTo>
                  <a:lnTo>
                    <a:pt x="9335727" y="688004"/>
                  </a:lnTo>
                  <a:lnTo>
                    <a:pt x="9347647" y="691763"/>
                  </a:lnTo>
                  <a:lnTo>
                    <a:pt x="9399499" y="706915"/>
                  </a:lnTo>
                  <a:lnTo>
                    <a:pt x="9453798" y="720753"/>
                  </a:lnTo>
                  <a:lnTo>
                    <a:pt x="9511228" y="733323"/>
                  </a:lnTo>
                  <a:lnTo>
                    <a:pt x="9572539" y="744715"/>
                  </a:lnTo>
                  <a:lnTo>
                    <a:pt x="9638507" y="755038"/>
                  </a:lnTo>
                  <a:lnTo>
                    <a:pt x="9709894" y="764402"/>
                  </a:lnTo>
                  <a:lnTo>
                    <a:pt x="9787395" y="772913"/>
                  </a:lnTo>
                  <a:lnTo>
                    <a:pt x="9871569" y="780661"/>
                  </a:lnTo>
                  <a:lnTo>
                    <a:pt x="9962749" y="787723"/>
                  </a:lnTo>
                  <a:lnTo>
                    <a:pt x="10060921" y="794158"/>
                  </a:lnTo>
                  <a:lnTo>
                    <a:pt x="10165592" y="800006"/>
                  </a:lnTo>
                  <a:lnTo>
                    <a:pt x="10275636" y="805289"/>
                  </a:lnTo>
                  <a:lnTo>
                    <a:pt x="10389174" y="810012"/>
                  </a:lnTo>
                  <a:lnTo>
                    <a:pt x="10503515" y="814171"/>
                  </a:lnTo>
                  <a:lnTo>
                    <a:pt x="10615226" y="817754"/>
                  </a:lnTo>
                  <a:lnTo>
                    <a:pt x="10720363" y="820750"/>
                  </a:lnTo>
                  <a:lnTo>
                    <a:pt x="10814897" y="823160"/>
                  </a:lnTo>
                  <a:lnTo>
                    <a:pt x="10895273" y="825006"/>
                  </a:lnTo>
                  <a:lnTo>
                    <a:pt x="10958995" y="826329"/>
                  </a:lnTo>
                  <a:lnTo>
                    <a:pt x="11005101" y="827200"/>
                  </a:lnTo>
                  <a:lnTo>
                    <a:pt x="11034407" y="827704"/>
                  </a:lnTo>
                  <a:lnTo>
                    <a:pt x="11049489" y="827942"/>
                  </a:lnTo>
                  <a:lnTo>
                    <a:pt x="11054490" y="828014"/>
                  </a:lnTo>
                  <a:lnTo>
                    <a:pt x="11054891" y="828020"/>
                  </a:lnTo>
                  <a:lnTo>
                    <a:pt x="12049831" y="828020"/>
                  </a:lnTo>
                  <a:lnTo>
                    <a:pt x="12049831" y="817538"/>
                  </a:lnTo>
                  <a:lnTo>
                    <a:pt x="11054891" y="817538"/>
                  </a:lnTo>
                  <a:lnTo>
                    <a:pt x="11053760" y="817523"/>
                  </a:lnTo>
                  <a:lnTo>
                    <a:pt x="11046295" y="817412"/>
                  </a:lnTo>
                  <a:lnTo>
                    <a:pt x="11027374" y="817106"/>
                  </a:lnTo>
                  <a:lnTo>
                    <a:pt x="10993294" y="816504"/>
                  </a:lnTo>
                  <a:lnTo>
                    <a:pt x="10941984" y="815508"/>
                  </a:lnTo>
                  <a:lnTo>
                    <a:pt x="10873164" y="814036"/>
                  </a:lnTo>
                  <a:lnTo>
                    <a:pt x="10788286" y="812027"/>
                  </a:lnTo>
                  <a:lnTo>
                    <a:pt x="10690215" y="809444"/>
                  </a:lnTo>
                  <a:lnTo>
                    <a:pt x="10582710" y="806275"/>
                  </a:lnTo>
                  <a:lnTo>
                    <a:pt x="10469827" y="802520"/>
                  </a:lnTo>
                  <a:lnTo>
                    <a:pt x="10355396" y="798193"/>
                  </a:lnTo>
                  <a:lnTo>
                    <a:pt x="10242648" y="793304"/>
                  </a:lnTo>
                  <a:lnTo>
                    <a:pt x="10134032" y="787856"/>
                  </a:lnTo>
                  <a:lnTo>
                    <a:pt x="10031196" y="781838"/>
                  </a:lnTo>
                  <a:lnTo>
                    <a:pt x="9935063" y="775222"/>
                  </a:lnTo>
                  <a:lnTo>
                    <a:pt x="9845971" y="767964"/>
                  </a:lnTo>
                  <a:lnTo>
                    <a:pt x="9763816" y="759999"/>
                  </a:lnTo>
                  <a:lnTo>
                    <a:pt x="9688188" y="751247"/>
                  </a:lnTo>
                  <a:lnTo>
                    <a:pt x="9618479" y="741610"/>
                  </a:lnTo>
                  <a:lnTo>
                    <a:pt x="9553968" y="730983"/>
                  </a:lnTo>
                  <a:lnTo>
                    <a:pt x="9493885" y="719253"/>
                  </a:lnTo>
                  <a:lnTo>
                    <a:pt x="9437456" y="706317"/>
                  </a:lnTo>
                  <a:lnTo>
                    <a:pt x="9383947" y="692093"/>
                  </a:lnTo>
                  <a:lnTo>
                    <a:pt x="9347647" y="681282"/>
                  </a:lnTo>
                  <a:lnTo>
                    <a:pt x="9289139" y="661828"/>
                  </a:lnTo>
                  <a:lnTo>
                    <a:pt x="9232396" y="640518"/>
                  </a:lnTo>
                  <a:lnTo>
                    <a:pt x="9176795" y="617321"/>
                  </a:lnTo>
                  <a:lnTo>
                    <a:pt x="9121867" y="592262"/>
                  </a:lnTo>
                  <a:lnTo>
                    <a:pt x="9067274" y="565424"/>
                  </a:lnTo>
                  <a:lnTo>
                    <a:pt x="9012787" y="536959"/>
                  </a:lnTo>
                  <a:lnTo>
                    <a:pt x="8958265" y="507081"/>
                  </a:lnTo>
                  <a:lnTo>
                    <a:pt x="8903645" y="476071"/>
                  </a:lnTo>
                  <a:lnTo>
                    <a:pt x="8848924" y="444258"/>
                  </a:lnTo>
                  <a:lnTo>
                    <a:pt x="8794137" y="412013"/>
                  </a:lnTo>
                  <a:lnTo>
                    <a:pt x="8739344" y="379729"/>
                  </a:lnTo>
                  <a:lnTo>
                    <a:pt x="8684606" y="347799"/>
                  </a:lnTo>
                  <a:lnTo>
                    <a:pt x="8629965" y="316599"/>
                  </a:lnTo>
                  <a:lnTo>
                    <a:pt x="8575426" y="286470"/>
                  </a:lnTo>
                  <a:lnTo>
                    <a:pt x="8520940" y="257702"/>
                  </a:lnTo>
                  <a:lnTo>
                    <a:pt x="8466384" y="230523"/>
                  </a:lnTo>
                  <a:lnTo>
                    <a:pt x="8411547" y="205098"/>
                  </a:lnTo>
                  <a:lnTo>
                    <a:pt x="8356114" y="181524"/>
                  </a:lnTo>
                  <a:lnTo>
                    <a:pt x="8299644" y="159837"/>
                  </a:lnTo>
                  <a:lnTo>
                    <a:pt x="8241549" y="140015"/>
                  </a:lnTo>
                  <a:lnTo>
                    <a:pt x="8229629" y="136256"/>
                  </a:lnTo>
                  <a:lnTo>
                    <a:pt x="8177778" y="121104"/>
                  </a:lnTo>
                  <a:lnTo>
                    <a:pt x="8123478" y="107267"/>
                  </a:lnTo>
                  <a:lnTo>
                    <a:pt x="8066048" y="94697"/>
                  </a:lnTo>
                  <a:lnTo>
                    <a:pt x="8004738" y="83304"/>
                  </a:lnTo>
                  <a:lnTo>
                    <a:pt x="7938770" y="72981"/>
                  </a:lnTo>
                  <a:lnTo>
                    <a:pt x="7867382" y="63617"/>
                  </a:lnTo>
                  <a:lnTo>
                    <a:pt x="7789881" y="55106"/>
                  </a:lnTo>
                  <a:lnTo>
                    <a:pt x="7705707" y="47358"/>
                  </a:lnTo>
                  <a:lnTo>
                    <a:pt x="7614528" y="40296"/>
                  </a:lnTo>
                  <a:lnTo>
                    <a:pt x="7516355" y="33861"/>
                  </a:lnTo>
                  <a:lnTo>
                    <a:pt x="7411684" y="28013"/>
                  </a:lnTo>
                  <a:lnTo>
                    <a:pt x="7301640" y="22731"/>
                  </a:lnTo>
                  <a:lnTo>
                    <a:pt x="7188103" y="18007"/>
                  </a:lnTo>
                  <a:lnTo>
                    <a:pt x="7073761" y="13848"/>
                  </a:lnTo>
                  <a:lnTo>
                    <a:pt x="6962050" y="10265"/>
                  </a:lnTo>
                  <a:lnTo>
                    <a:pt x="6856913" y="7269"/>
                  </a:lnTo>
                  <a:lnTo>
                    <a:pt x="6762379" y="4859"/>
                  </a:lnTo>
                  <a:lnTo>
                    <a:pt x="6682004" y="3014"/>
                  </a:lnTo>
                  <a:lnTo>
                    <a:pt x="6618282" y="1690"/>
                  </a:lnTo>
                  <a:lnTo>
                    <a:pt x="6572175" y="819"/>
                  </a:lnTo>
                  <a:lnTo>
                    <a:pt x="6542869" y="315"/>
                  </a:lnTo>
                  <a:lnTo>
                    <a:pt x="6527788" y="77"/>
                  </a:lnTo>
                  <a:lnTo>
                    <a:pt x="6522787" y="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9" y="36"/>
                  </a:lnTo>
                  <a:lnTo>
                    <a:pt x="5519034" y="297"/>
                  </a:lnTo>
                  <a:lnTo>
                    <a:pt x="5500508" y="1017"/>
                  </a:lnTo>
                  <a:lnTo>
                    <a:pt x="5467110" y="2438"/>
                  </a:lnTo>
                  <a:lnTo>
                    <a:pt x="5416773" y="4785"/>
                  </a:lnTo>
                  <a:lnTo>
                    <a:pt x="5349163" y="8256"/>
                  </a:lnTo>
                  <a:lnTo>
                    <a:pt x="5265634" y="12997"/>
                  </a:lnTo>
                  <a:lnTo>
                    <a:pt x="5168934" y="19096"/>
                  </a:lnTo>
                  <a:lnTo>
                    <a:pt x="5062704" y="26590"/>
                  </a:lnTo>
                  <a:lnTo>
                    <a:pt x="4950910" y="35473"/>
                  </a:lnTo>
                  <a:lnTo>
                    <a:pt x="4837327" y="45718"/>
                  </a:lnTo>
                  <a:lnTo>
                    <a:pt x="4725169" y="57299"/>
                  </a:lnTo>
                  <a:lnTo>
                    <a:pt x="4616899" y="70208"/>
                  </a:lnTo>
                  <a:lnTo>
                    <a:pt x="4514199" y="84465"/>
                  </a:lnTo>
                  <a:lnTo>
                    <a:pt x="4418038" y="100131"/>
                  </a:lnTo>
                  <a:lnTo>
                    <a:pt x="4328801" y="117310"/>
                  </a:lnTo>
                  <a:lnTo>
                    <a:pt x="4246428" y="136145"/>
                  </a:lnTo>
                  <a:lnTo>
                    <a:pt x="4170550" y="156825"/>
                  </a:lnTo>
                  <a:lnTo>
                    <a:pt x="4100591" y="179571"/>
                  </a:lnTo>
                  <a:lnTo>
                    <a:pt x="4035858" y="204632"/>
                  </a:lnTo>
                  <a:lnTo>
                    <a:pt x="3975601" y="232271"/>
                  </a:lnTo>
                  <a:lnTo>
                    <a:pt x="3919063" y="262740"/>
                  </a:lnTo>
                  <a:lnTo>
                    <a:pt x="3865515" y="296241"/>
                  </a:lnTo>
                  <a:lnTo>
                    <a:pt x="3820202" y="328413"/>
                  </a:lnTo>
                  <a:lnTo>
                    <a:pt x="3770389" y="367946"/>
                  </a:lnTo>
                  <a:lnTo>
                    <a:pt x="3721926" y="410690"/>
                  </a:lnTo>
                  <a:lnTo>
                    <a:pt x="3674405" y="456708"/>
                  </a:lnTo>
                  <a:lnTo>
                    <a:pt x="3627508" y="505996"/>
                  </a:lnTo>
                  <a:lnTo>
                    <a:pt x="3580988" y="558481"/>
                  </a:lnTo>
                  <a:lnTo>
                    <a:pt x="3534660" y="614004"/>
                  </a:lnTo>
                  <a:lnTo>
                    <a:pt x="3488394" y="672329"/>
                  </a:lnTo>
                  <a:lnTo>
                    <a:pt x="3442106" y="733134"/>
                  </a:lnTo>
                  <a:lnTo>
                    <a:pt x="3395753" y="796018"/>
                  </a:lnTo>
                  <a:lnTo>
                    <a:pt x="3349322" y="860514"/>
                  </a:lnTo>
                  <a:lnTo>
                    <a:pt x="3302827" y="926096"/>
                  </a:lnTo>
                  <a:lnTo>
                    <a:pt x="3256298" y="992199"/>
                  </a:lnTo>
                  <a:lnTo>
                    <a:pt x="3209773" y="1058240"/>
                  </a:lnTo>
                  <a:lnTo>
                    <a:pt x="3163290" y="1123639"/>
                  </a:lnTo>
                  <a:lnTo>
                    <a:pt x="3116875" y="1187838"/>
                  </a:lnTo>
                  <a:lnTo>
                    <a:pt x="3070537" y="1250322"/>
                  </a:lnTo>
                  <a:lnTo>
                    <a:pt x="3024259" y="1310636"/>
                  </a:lnTo>
                  <a:lnTo>
                    <a:pt x="2977988" y="1368395"/>
                  </a:lnTo>
                  <a:lnTo>
                    <a:pt x="2931633" y="1423296"/>
                  </a:lnTo>
                  <a:lnTo>
                    <a:pt x="2885050" y="1475118"/>
                  </a:lnTo>
                  <a:lnTo>
                    <a:pt x="2838045" y="1523723"/>
                  </a:lnTo>
                  <a:lnTo>
                    <a:pt x="2790355" y="1569050"/>
                  </a:lnTo>
                  <a:lnTo>
                    <a:pt x="2741645" y="1611111"/>
                  </a:lnTo>
                  <a:lnTo>
                    <a:pt x="2702183" y="1642065"/>
                  </a:lnTo>
                  <a:lnTo>
                    <a:pt x="2650727" y="1678324"/>
                  </a:lnTo>
                  <a:lnTo>
                    <a:pt x="2596865" y="1711461"/>
                  </a:lnTo>
                  <a:lnTo>
                    <a:pt x="2539929" y="1741587"/>
                  </a:lnTo>
                  <a:lnTo>
                    <a:pt x="2479187" y="1768911"/>
                  </a:lnTo>
                  <a:lnTo>
                    <a:pt x="2413880" y="1793687"/>
                  </a:lnTo>
                  <a:lnTo>
                    <a:pt x="2343262" y="1816178"/>
                  </a:lnTo>
                  <a:lnTo>
                    <a:pt x="2266649" y="1836631"/>
                  </a:lnTo>
                  <a:lnTo>
                    <a:pt x="2183486" y="1855263"/>
                  </a:lnTo>
                  <a:lnTo>
                    <a:pt x="2093433" y="1872258"/>
                  </a:lnTo>
                  <a:lnTo>
                    <a:pt x="1996475" y="1887755"/>
                  </a:lnTo>
                  <a:lnTo>
                    <a:pt x="1893060" y="1901851"/>
                  </a:lnTo>
                  <a:lnTo>
                    <a:pt x="1784233" y="1914604"/>
                  </a:lnTo>
                  <a:lnTo>
                    <a:pt x="1671765" y="1926029"/>
                  </a:lnTo>
                  <a:lnTo>
                    <a:pt x="1558212" y="1936117"/>
                  </a:lnTo>
                  <a:lnTo>
                    <a:pt x="1446868" y="1944838"/>
                  </a:lnTo>
                  <a:lnTo>
                    <a:pt x="1341550" y="1952168"/>
                  </a:lnTo>
                  <a:lnTo>
                    <a:pt x="1246217" y="1958105"/>
                  </a:lnTo>
                  <a:lnTo>
                    <a:pt x="1164435" y="1962691"/>
                  </a:lnTo>
                  <a:lnTo>
                    <a:pt x="1098810" y="1966022"/>
                  </a:lnTo>
                  <a:lnTo>
                    <a:pt x="1050509" y="1968250"/>
                  </a:lnTo>
                  <a:lnTo>
                    <a:pt x="1018994" y="1969576"/>
                  </a:lnTo>
                  <a:lnTo>
                    <a:pt x="1002000" y="1970230"/>
                  </a:lnTo>
                  <a:lnTo>
                    <a:pt x="995706" y="1970453"/>
                  </a:lnTo>
                  <a:lnTo>
                    <a:pt x="994940" y="1970478"/>
                  </a:lnTo>
                  <a:lnTo>
                    <a:pt x="0" y="1970478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41" name="pl1140"/>
            <p:cNvSpPr/>
            <p:nvPr/>
          </p:nvSpPr>
          <p:spPr>
            <a:xfrm>
              <a:off x="1199187" y="2027960"/>
              <a:ext cx="12049831" cy="1970478"/>
            </a:xfrm>
            <a:custGeom>
              <a:avLst/>
              <a:pathLst>
                <a:path w="12049831" h="1970478">
                  <a:moveTo>
                    <a:pt x="0" y="1970478"/>
                  </a:moveTo>
                  <a:lnTo>
                    <a:pt x="994940" y="1970478"/>
                  </a:lnTo>
                  <a:lnTo>
                    <a:pt x="996046" y="1970441"/>
                  </a:lnTo>
                  <a:lnTo>
                    <a:pt x="1003351" y="1970180"/>
                  </a:lnTo>
                  <a:lnTo>
                    <a:pt x="1021877" y="1969460"/>
                  </a:lnTo>
                  <a:lnTo>
                    <a:pt x="1055275" y="1968040"/>
                  </a:lnTo>
                  <a:lnTo>
                    <a:pt x="1105612" y="1965692"/>
                  </a:lnTo>
                  <a:lnTo>
                    <a:pt x="1173222" y="1962221"/>
                  </a:lnTo>
                  <a:lnTo>
                    <a:pt x="1256751" y="1957481"/>
                  </a:lnTo>
                  <a:lnTo>
                    <a:pt x="1353451" y="1951381"/>
                  </a:lnTo>
                  <a:lnTo>
                    <a:pt x="1459681" y="1943887"/>
                  </a:lnTo>
                  <a:lnTo>
                    <a:pt x="1571475" y="1935005"/>
                  </a:lnTo>
                  <a:lnTo>
                    <a:pt x="1685058" y="1924759"/>
                  </a:lnTo>
                  <a:lnTo>
                    <a:pt x="1797216" y="1913178"/>
                  </a:lnTo>
                  <a:lnTo>
                    <a:pt x="1905486" y="1900270"/>
                  </a:lnTo>
                  <a:lnTo>
                    <a:pt x="2008186" y="1886012"/>
                  </a:lnTo>
                  <a:lnTo>
                    <a:pt x="2104347" y="1870346"/>
                  </a:lnTo>
                  <a:lnTo>
                    <a:pt x="2193584" y="1853168"/>
                  </a:lnTo>
                  <a:lnTo>
                    <a:pt x="2275957" y="1834332"/>
                  </a:lnTo>
                  <a:lnTo>
                    <a:pt x="2351835" y="1813652"/>
                  </a:lnTo>
                  <a:lnTo>
                    <a:pt x="2421794" y="1790907"/>
                  </a:lnTo>
                  <a:lnTo>
                    <a:pt x="2486527" y="1765846"/>
                  </a:lnTo>
                  <a:lnTo>
                    <a:pt x="2546784" y="1738206"/>
                  </a:lnTo>
                  <a:lnTo>
                    <a:pt x="2603322" y="1707737"/>
                  </a:lnTo>
                  <a:lnTo>
                    <a:pt x="2656870" y="1674237"/>
                  </a:lnTo>
                  <a:lnTo>
                    <a:pt x="2702183" y="1642065"/>
                  </a:lnTo>
                  <a:lnTo>
                    <a:pt x="2751996" y="1602532"/>
                  </a:lnTo>
                  <a:lnTo>
                    <a:pt x="2800459" y="1559788"/>
                  </a:lnTo>
                  <a:lnTo>
                    <a:pt x="2847980" y="1513770"/>
                  </a:lnTo>
                  <a:lnTo>
                    <a:pt x="2894877" y="1464481"/>
                  </a:lnTo>
                  <a:lnTo>
                    <a:pt x="2941397" y="1411997"/>
                  </a:lnTo>
                  <a:lnTo>
                    <a:pt x="2987725" y="1356473"/>
                  </a:lnTo>
                  <a:lnTo>
                    <a:pt x="3033991" y="1298148"/>
                  </a:lnTo>
                  <a:lnTo>
                    <a:pt x="3080279" y="1237344"/>
                  </a:lnTo>
                  <a:lnTo>
                    <a:pt x="3126632" y="1174459"/>
                  </a:lnTo>
                  <a:lnTo>
                    <a:pt x="3173063" y="1109963"/>
                  </a:lnTo>
                  <a:lnTo>
                    <a:pt x="3219558" y="1044382"/>
                  </a:lnTo>
                  <a:lnTo>
                    <a:pt x="3266087" y="978279"/>
                  </a:lnTo>
                  <a:lnTo>
                    <a:pt x="3312612" y="912237"/>
                  </a:lnTo>
                  <a:lnTo>
                    <a:pt x="3359095" y="846838"/>
                  </a:lnTo>
                  <a:lnTo>
                    <a:pt x="3405510" y="782639"/>
                  </a:lnTo>
                  <a:lnTo>
                    <a:pt x="3451848" y="720155"/>
                  </a:lnTo>
                  <a:lnTo>
                    <a:pt x="3498126" y="659842"/>
                  </a:lnTo>
                  <a:lnTo>
                    <a:pt x="3544397" y="602082"/>
                  </a:lnTo>
                  <a:lnTo>
                    <a:pt x="3590752" y="547181"/>
                  </a:lnTo>
                  <a:lnTo>
                    <a:pt x="3637335" y="495359"/>
                  </a:lnTo>
                  <a:lnTo>
                    <a:pt x="3684340" y="446754"/>
                  </a:lnTo>
                  <a:lnTo>
                    <a:pt x="3732030" y="401427"/>
                  </a:lnTo>
                  <a:lnTo>
                    <a:pt x="3780740" y="359366"/>
                  </a:lnTo>
                  <a:lnTo>
                    <a:pt x="3820202" y="328413"/>
                  </a:lnTo>
                  <a:lnTo>
                    <a:pt x="3871658" y="292154"/>
                  </a:lnTo>
                  <a:lnTo>
                    <a:pt x="3925520" y="259016"/>
                  </a:lnTo>
                  <a:lnTo>
                    <a:pt x="3982456" y="228890"/>
                  </a:lnTo>
                  <a:lnTo>
                    <a:pt x="4043198" y="201567"/>
                  </a:lnTo>
                  <a:lnTo>
                    <a:pt x="4108505" y="176790"/>
                  </a:lnTo>
                  <a:lnTo>
                    <a:pt x="4179123" y="154299"/>
                  </a:lnTo>
                  <a:lnTo>
                    <a:pt x="4255736" y="133847"/>
                  </a:lnTo>
                  <a:lnTo>
                    <a:pt x="4338899" y="115214"/>
                  </a:lnTo>
                  <a:lnTo>
                    <a:pt x="4428952" y="98220"/>
                  </a:lnTo>
                  <a:lnTo>
                    <a:pt x="4525910" y="82723"/>
                  </a:lnTo>
                  <a:lnTo>
                    <a:pt x="4629325" y="68626"/>
                  </a:lnTo>
                  <a:lnTo>
                    <a:pt x="4738152" y="55874"/>
                  </a:lnTo>
                  <a:lnTo>
                    <a:pt x="4850620" y="44448"/>
                  </a:lnTo>
                  <a:lnTo>
                    <a:pt x="4964173" y="34361"/>
                  </a:lnTo>
                  <a:lnTo>
                    <a:pt x="5075517" y="25640"/>
                  </a:lnTo>
                  <a:lnTo>
                    <a:pt x="5180835" y="18310"/>
                  </a:lnTo>
                  <a:lnTo>
                    <a:pt x="5276168" y="12372"/>
                  </a:lnTo>
                  <a:lnTo>
                    <a:pt x="5357950" y="7786"/>
                  </a:lnTo>
                  <a:lnTo>
                    <a:pt x="5423575" y="4455"/>
                  </a:lnTo>
                  <a:lnTo>
                    <a:pt x="5471876" y="2227"/>
                  </a:lnTo>
                  <a:lnTo>
                    <a:pt x="5503391" y="901"/>
                  </a:lnTo>
                  <a:lnTo>
                    <a:pt x="5520385" y="247"/>
                  </a:lnTo>
                  <a:lnTo>
                    <a:pt x="5526679" y="25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7" y="15"/>
                  </a:lnTo>
                  <a:lnTo>
                    <a:pt x="6530982" y="126"/>
                  </a:lnTo>
                  <a:lnTo>
                    <a:pt x="6549902" y="432"/>
                  </a:lnTo>
                  <a:lnTo>
                    <a:pt x="6583982" y="1034"/>
                  </a:lnTo>
                  <a:lnTo>
                    <a:pt x="6635292" y="2030"/>
                  </a:lnTo>
                  <a:lnTo>
                    <a:pt x="6704112" y="3502"/>
                  </a:lnTo>
                  <a:lnTo>
                    <a:pt x="6788990" y="5511"/>
                  </a:lnTo>
                  <a:lnTo>
                    <a:pt x="6887061" y="8093"/>
                  </a:lnTo>
                  <a:lnTo>
                    <a:pt x="6994567" y="11263"/>
                  </a:lnTo>
                  <a:lnTo>
                    <a:pt x="7107449" y="15018"/>
                  </a:lnTo>
                  <a:lnTo>
                    <a:pt x="7221880" y="19345"/>
                  </a:lnTo>
                  <a:lnTo>
                    <a:pt x="7334629" y="24234"/>
                  </a:lnTo>
                  <a:lnTo>
                    <a:pt x="7443244" y="29682"/>
                  </a:lnTo>
                  <a:lnTo>
                    <a:pt x="7546081" y="35700"/>
                  </a:lnTo>
                  <a:lnTo>
                    <a:pt x="7642214" y="42316"/>
                  </a:lnTo>
                  <a:lnTo>
                    <a:pt x="7731306" y="49574"/>
                  </a:lnTo>
                  <a:lnTo>
                    <a:pt x="7813461" y="57539"/>
                  </a:lnTo>
                  <a:lnTo>
                    <a:pt x="7889089" y="66291"/>
                  </a:lnTo>
                  <a:lnTo>
                    <a:pt x="7958798" y="75928"/>
                  </a:lnTo>
                  <a:lnTo>
                    <a:pt x="8023309" y="86555"/>
                  </a:lnTo>
                  <a:lnTo>
                    <a:pt x="8083392" y="98285"/>
                  </a:lnTo>
                  <a:lnTo>
                    <a:pt x="8139821" y="111221"/>
                  </a:lnTo>
                  <a:lnTo>
                    <a:pt x="8193329" y="125445"/>
                  </a:lnTo>
                  <a:lnTo>
                    <a:pt x="8229629" y="136256"/>
                  </a:lnTo>
                  <a:lnTo>
                    <a:pt x="8288137" y="155710"/>
                  </a:lnTo>
                  <a:lnTo>
                    <a:pt x="8344880" y="177020"/>
                  </a:lnTo>
                  <a:lnTo>
                    <a:pt x="8400482" y="200217"/>
                  </a:lnTo>
                  <a:lnTo>
                    <a:pt x="8455410" y="225276"/>
                  </a:lnTo>
                  <a:lnTo>
                    <a:pt x="8510002" y="252114"/>
                  </a:lnTo>
                  <a:lnTo>
                    <a:pt x="8564490" y="280579"/>
                  </a:lnTo>
                  <a:lnTo>
                    <a:pt x="8619012" y="310457"/>
                  </a:lnTo>
                  <a:lnTo>
                    <a:pt x="8673631" y="341467"/>
                  </a:lnTo>
                  <a:lnTo>
                    <a:pt x="8728352" y="373280"/>
                  </a:lnTo>
                  <a:lnTo>
                    <a:pt x="8783139" y="405525"/>
                  </a:lnTo>
                  <a:lnTo>
                    <a:pt x="8837932" y="437809"/>
                  </a:lnTo>
                  <a:lnTo>
                    <a:pt x="8892671" y="469739"/>
                  </a:lnTo>
                  <a:lnTo>
                    <a:pt x="8947312" y="500939"/>
                  </a:lnTo>
                  <a:lnTo>
                    <a:pt x="9001850" y="531068"/>
                  </a:lnTo>
                  <a:lnTo>
                    <a:pt x="9056336" y="559836"/>
                  </a:lnTo>
                  <a:lnTo>
                    <a:pt x="9110892" y="587014"/>
                  </a:lnTo>
                  <a:lnTo>
                    <a:pt x="9165729" y="612440"/>
                  </a:lnTo>
                  <a:lnTo>
                    <a:pt x="9221163" y="636014"/>
                  </a:lnTo>
                  <a:lnTo>
                    <a:pt x="9277632" y="657701"/>
                  </a:lnTo>
                  <a:lnTo>
                    <a:pt x="9335727" y="677523"/>
                  </a:lnTo>
                  <a:lnTo>
                    <a:pt x="9347647" y="681282"/>
                  </a:lnTo>
                  <a:lnTo>
                    <a:pt x="9399499" y="696434"/>
                  </a:lnTo>
                  <a:lnTo>
                    <a:pt x="9453798" y="710271"/>
                  </a:lnTo>
                  <a:lnTo>
                    <a:pt x="9511228" y="722841"/>
                  </a:lnTo>
                  <a:lnTo>
                    <a:pt x="9572539" y="734234"/>
                  </a:lnTo>
                  <a:lnTo>
                    <a:pt x="9638507" y="744557"/>
                  </a:lnTo>
                  <a:lnTo>
                    <a:pt x="9709894" y="753921"/>
                  </a:lnTo>
                  <a:lnTo>
                    <a:pt x="9787395" y="762431"/>
                  </a:lnTo>
                  <a:lnTo>
                    <a:pt x="9871569" y="770180"/>
                  </a:lnTo>
                  <a:lnTo>
                    <a:pt x="9962749" y="777242"/>
                  </a:lnTo>
                  <a:lnTo>
                    <a:pt x="10060921" y="783677"/>
                  </a:lnTo>
                  <a:lnTo>
                    <a:pt x="10165592" y="789525"/>
                  </a:lnTo>
                  <a:lnTo>
                    <a:pt x="10275636" y="794807"/>
                  </a:lnTo>
                  <a:lnTo>
                    <a:pt x="10389174" y="799531"/>
                  </a:lnTo>
                  <a:lnTo>
                    <a:pt x="10503515" y="803690"/>
                  </a:lnTo>
                  <a:lnTo>
                    <a:pt x="10615226" y="807273"/>
                  </a:lnTo>
                  <a:lnTo>
                    <a:pt x="10720363" y="810269"/>
                  </a:lnTo>
                  <a:lnTo>
                    <a:pt x="10814897" y="812679"/>
                  </a:lnTo>
                  <a:lnTo>
                    <a:pt x="10895273" y="814524"/>
                  </a:lnTo>
                  <a:lnTo>
                    <a:pt x="10958995" y="815848"/>
                  </a:lnTo>
                  <a:lnTo>
                    <a:pt x="11005101" y="816719"/>
                  </a:lnTo>
                  <a:lnTo>
                    <a:pt x="11034407" y="817223"/>
                  </a:lnTo>
                  <a:lnTo>
                    <a:pt x="11049489" y="817461"/>
                  </a:lnTo>
                  <a:lnTo>
                    <a:pt x="11054490" y="817533"/>
                  </a:lnTo>
                  <a:lnTo>
                    <a:pt x="11054891" y="817538"/>
                  </a:lnTo>
                  <a:lnTo>
                    <a:pt x="12049831" y="817538"/>
                  </a:lnTo>
                  <a:lnTo>
                    <a:pt x="12049831" y="8175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2" name="pl1141"/>
            <p:cNvSpPr/>
            <p:nvPr/>
          </p:nvSpPr>
          <p:spPr>
            <a:xfrm>
              <a:off x="1199187" y="2017479"/>
              <a:ext cx="12049831" cy="1970478"/>
            </a:xfrm>
            <a:custGeom>
              <a:avLst/>
              <a:pathLst>
                <a:path w="12049831" h="1970478">
                  <a:moveTo>
                    <a:pt x="12049831" y="817538"/>
                  </a:moveTo>
                  <a:lnTo>
                    <a:pt x="11054891" y="817538"/>
                  </a:lnTo>
                  <a:lnTo>
                    <a:pt x="11053760" y="817523"/>
                  </a:lnTo>
                  <a:lnTo>
                    <a:pt x="11046295" y="817412"/>
                  </a:lnTo>
                  <a:lnTo>
                    <a:pt x="11027374" y="817106"/>
                  </a:lnTo>
                  <a:lnTo>
                    <a:pt x="10993294" y="816504"/>
                  </a:lnTo>
                  <a:lnTo>
                    <a:pt x="10941984" y="815508"/>
                  </a:lnTo>
                  <a:lnTo>
                    <a:pt x="10873164" y="814036"/>
                  </a:lnTo>
                  <a:lnTo>
                    <a:pt x="10788286" y="812027"/>
                  </a:lnTo>
                  <a:lnTo>
                    <a:pt x="10690215" y="809444"/>
                  </a:lnTo>
                  <a:lnTo>
                    <a:pt x="10582710" y="806275"/>
                  </a:lnTo>
                  <a:lnTo>
                    <a:pt x="10469827" y="802520"/>
                  </a:lnTo>
                  <a:lnTo>
                    <a:pt x="10355396" y="798193"/>
                  </a:lnTo>
                  <a:lnTo>
                    <a:pt x="10242648" y="793304"/>
                  </a:lnTo>
                  <a:lnTo>
                    <a:pt x="10134032" y="787856"/>
                  </a:lnTo>
                  <a:lnTo>
                    <a:pt x="10031196" y="781838"/>
                  </a:lnTo>
                  <a:lnTo>
                    <a:pt x="9935063" y="775222"/>
                  </a:lnTo>
                  <a:lnTo>
                    <a:pt x="9845971" y="767964"/>
                  </a:lnTo>
                  <a:lnTo>
                    <a:pt x="9763816" y="759999"/>
                  </a:lnTo>
                  <a:lnTo>
                    <a:pt x="9688188" y="751247"/>
                  </a:lnTo>
                  <a:lnTo>
                    <a:pt x="9618479" y="741610"/>
                  </a:lnTo>
                  <a:lnTo>
                    <a:pt x="9553968" y="730983"/>
                  </a:lnTo>
                  <a:lnTo>
                    <a:pt x="9493885" y="719253"/>
                  </a:lnTo>
                  <a:lnTo>
                    <a:pt x="9437456" y="706317"/>
                  </a:lnTo>
                  <a:lnTo>
                    <a:pt x="9383947" y="692093"/>
                  </a:lnTo>
                  <a:lnTo>
                    <a:pt x="9347647" y="681282"/>
                  </a:lnTo>
                  <a:lnTo>
                    <a:pt x="9289139" y="661828"/>
                  </a:lnTo>
                  <a:lnTo>
                    <a:pt x="9232396" y="640518"/>
                  </a:lnTo>
                  <a:lnTo>
                    <a:pt x="9176795" y="617321"/>
                  </a:lnTo>
                  <a:lnTo>
                    <a:pt x="9121867" y="592262"/>
                  </a:lnTo>
                  <a:lnTo>
                    <a:pt x="9067274" y="565424"/>
                  </a:lnTo>
                  <a:lnTo>
                    <a:pt x="9012787" y="536959"/>
                  </a:lnTo>
                  <a:lnTo>
                    <a:pt x="8958265" y="507081"/>
                  </a:lnTo>
                  <a:lnTo>
                    <a:pt x="8903645" y="476071"/>
                  </a:lnTo>
                  <a:lnTo>
                    <a:pt x="8848924" y="444258"/>
                  </a:lnTo>
                  <a:lnTo>
                    <a:pt x="8794137" y="412013"/>
                  </a:lnTo>
                  <a:lnTo>
                    <a:pt x="8739344" y="379729"/>
                  </a:lnTo>
                  <a:lnTo>
                    <a:pt x="8684606" y="347799"/>
                  </a:lnTo>
                  <a:lnTo>
                    <a:pt x="8629965" y="316599"/>
                  </a:lnTo>
                  <a:lnTo>
                    <a:pt x="8575426" y="286470"/>
                  </a:lnTo>
                  <a:lnTo>
                    <a:pt x="8520940" y="257702"/>
                  </a:lnTo>
                  <a:lnTo>
                    <a:pt x="8466384" y="230523"/>
                  </a:lnTo>
                  <a:lnTo>
                    <a:pt x="8411547" y="205098"/>
                  </a:lnTo>
                  <a:lnTo>
                    <a:pt x="8356114" y="181524"/>
                  </a:lnTo>
                  <a:lnTo>
                    <a:pt x="8299644" y="159837"/>
                  </a:lnTo>
                  <a:lnTo>
                    <a:pt x="8241549" y="140015"/>
                  </a:lnTo>
                  <a:lnTo>
                    <a:pt x="8229629" y="136256"/>
                  </a:lnTo>
                  <a:lnTo>
                    <a:pt x="8177778" y="121104"/>
                  </a:lnTo>
                  <a:lnTo>
                    <a:pt x="8123478" y="107267"/>
                  </a:lnTo>
                  <a:lnTo>
                    <a:pt x="8066048" y="94697"/>
                  </a:lnTo>
                  <a:lnTo>
                    <a:pt x="8004738" y="83304"/>
                  </a:lnTo>
                  <a:lnTo>
                    <a:pt x="7938770" y="72981"/>
                  </a:lnTo>
                  <a:lnTo>
                    <a:pt x="7867382" y="63617"/>
                  </a:lnTo>
                  <a:lnTo>
                    <a:pt x="7789881" y="55106"/>
                  </a:lnTo>
                  <a:lnTo>
                    <a:pt x="7705707" y="47358"/>
                  </a:lnTo>
                  <a:lnTo>
                    <a:pt x="7614528" y="40296"/>
                  </a:lnTo>
                  <a:lnTo>
                    <a:pt x="7516355" y="33861"/>
                  </a:lnTo>
                  <a:lnTo>
                    <a:pt x="7411684" y="28013"/>
                  </a:lnTo>
                  <a:lnTo>
                    <a:pt x="7301640" y="22731"/>
                  </a:lnTo>
                  <a:lnTo>
                    <a:pt x="7188103" y="18007"/>
                  </a:lnTo>
                  <a:lnTo>
                    <a:pt x="7073761" y="13848"/>
                  </a:lnTo>
                  <a:lnTo>
                    <a:pt x="6962050" y="10265"/>
                  </a:lnTo>
                  <a:lnTo>
                    <a:pt x="6856913" y="7269"/>
                  </a:lnTo>
                  <a:lnTo>
                    <a:pt x="6762379" y="4859"/>
                  </a:lnTo>
                  <a:lnTo>
                    <a:pt x="6682004" y="3014"/>
                  </a:lnTo>
                  <a:lnTo>
                    <a:pt x="6618282" y="1690"/>
                  </a:lnTo>
                  <a:lnTo>
                    <a:pt x="6572175" y="819"/>
                  </a:lnTo>
                  <a:lnTo>
                    <a:pt x="6542869" y="315"/>
                  </a:lnTo>
                  <a:lnTo>
                    <a:pt x="6527788" y="77"/>
                  </a:lnTo>
                  <a:lnTo>
                    <a:pt x="6522787" y="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9" y="36"/>
                  </a:lnTo>
                  <a:lnTo>
                    <a:pt x="5519034" y="297"/>
                  </a:lnTo>
                  <a:lnTo>
                    <a:pt x="5500508" y="1017"/>
                  </a:lnTo>
                  <a:lnTo>
                    <a:pt x="5467110" y="2438"/>
                  </a:lnTo>
                  <a:lnTo>
                    <a:pt x="5416773" y="4785"/>
                  </a:lnTo>
                  <a:lnTo>
                    <a:pt x="5349163" y="8256"/>
                  </a:lnTo>
                  <a:lnTo>
                    <a:pt x="5265634" y="12997"/>
                  </a:lnTo>
                  <a:lnTo>
                    <a:pt x="5168934" y="19096"/>
                  </a:lnTo>
                  <a:lnTo>
                    <a:pt x="5062704" y="26590"/>
                  </a:lnTo>
                  <a:lnTo>
                    <a:pt x="4950910" y="35473"/>
                  </a:lnTo>
                  <a:lnTo>
                    <a:pt x="4837327" y="45718"/>
                  </a:lnTo>
                  <a:lnTo>
                    <a:pt x="4725169" y="57299"/>
                  </a:lnTo>
                  <a:lnTo>
                    <a:pt x="4616899" y="70208"/>
                  </a:lnTo>
                  <a:lnTo>
                    <a:pt x="4514199" y="84465"/>
                  </a:lnTo>
                  <a:lnTo>
                    <a:pt x="4418038" y="100131"/>
                  </a:lnTo>
                  <a:lnTo>
                    <a:pt x="4328801" y="117310"/>
                  </a:lnTo>
                  <a:lnTo>
                    <a:pt x="4246428" y="136145"/>
                  </a:lnTo>
                  <a:lnTo>
                    <a:pt x="4170550" y="156825"/>
                  </a:lnTo>
                  <a:lnTo>
                    <a:pt x="4100591" y="179571"/>
                  </a:lnTo>
                  <a:lnTo>
                    <a:pt x="4035858" y="204632"/>
                  </a:lnTo>
                  <a:lnTo>
                    <a:pt x="3975601" y="232271"/>
                  </a:lnTo>
                  <a:lnTo>
                    <a:pt x="3919063" y="262740"/>
                  </a:lnTo>
                  <a:lnTo>
                    <a:pt x="3865515" y="296241"/>
                  </a:lnTo>
                  <a:lnTo>
                    <a:pt x="3820202" y="328413"/>
                  </a:lnTo>
                  <a:lnTo>
                    <a:pt x="3770389" y="367946"/>
                  </a:lnTo>
                  <a:lnTo>
                    <a:pt x="3721926" y="410690"/>
                  </a:lnTo>
                  <a:lnTo>
                    <a:pt x="3674405" y="456708"/>
                  </a:lnTo>
                  <a:lnTo>
                    <a:pt x="3627508" y="505996"/>
                  </a:lnTo>
                  <a:lnTo>
                    <a:pt x="3580988" y="558481"/>
                  </a:lnTo>
                  <a:lnTo>
                    <a:pt x="3534660" y="614004"/>
                  </a:lnTo>
                  <a:lnTo>
                    <a:pt x="3488394" y="672329"/>
                  </a:lnTo>
                  <a:lnTo>
                    <a:pt x="3442106" y="733134"/>
                  </a:lnTo>
                  <a:lnTo>
                    <a:pt x="3395753" y="796018"/>
                  </a:lnTo>
                  <a:lnTo>
                    <a:pt x="3349322" y="860514"/>
                  </a:lnTo>
                  <a:lnTo>
                    <a:pt x="3302827" y="926096"/>
                  </a:lnTo>
                  <a:lnTo>
                    <a:pt x="3256298" y="992199"/>
                  </a:lnTo>
                  <a:lnTo>
                    <a:pt x="3209773" y="1058240"/>
                  </a:lnTo>
                  <a:lnTo>
                    <a:pt x="3163290" y="1123639"/>
                  </a:lnTo>
                  <a:lnTo>
                    <a:pt x="3116875" y="1187838"/>
                  </a:lnTo>
                  <a:lnTo>
                    <a:pt x="3070537" y="1250322"/>
                  </a:lnTo>
                  <a:lnTo>
                    <a:pt x="3024259" y="1310636"/>
                  </a:lnTo>
                  <a:lnTo>
                    <a:pt x="2977988" y="1368395"/>
                  </a:lnTo>
                  <a:lnTo>
                    <a:pt x="2931633" y="1423296"/>
                  </a:lnTo>
                  <a:lnTo>
                    <a:pt x="2885050" y="1475118"/>
                  </a:lnTo>
                  <a:lnTo>
                    <a:pt x="2838045" y="1523723"/>
                  </a:lnTo>
                  <a:lnTo>
                    <a:pt x="2790355" y="1569050"/>
                  </a:lnTo>
                  <a:lnTo>
                    <a:pt x="2741645" y="1611111"/>
                  </a:lnTo>
                  <a:lnTo>
                    <a:pt x="2702183" y="1642065"/>
                  </a:lnTo>
                  <a:lnTo>
                    <a:pt x="2650727" y="1678324"/>
                  </a:lnTo>
                  <a:lnTo>
                    <a:pt x="2596865" y="1711461"/>
                  </a:lnTo>
                  <a:lnTo>
                    <a:pt x="2539929" y="1741587"/>
                  </a:lnTo>
                  <a:lnTo>
                    <a:pt x="2479187" y="1768911"/>
                  </a:lnTo>
                  <a:lnTo>
                    <a:pt x="2413880" y="1793687"/>
                  </a:lnTo>
                  <a:lnTo>
                    <a:pt x="2343262" y="1816178"/>
                  </a:lnTo>
                  <a:lnTo>
                    <a:pt x="2266649" y="1836631"/>
                  </a:lnTo>
                  <a:lnTo>
                    <a:pt x="2183486" y="1855263"/>
                  </a:lnTo>
                  <a:lnTo>
                    <a:pt x="2093433" y="1872258"/>
                  </a:lnTo>
                  <a:lnTo>
                    <a:pt x="1996475" y="1887755"/>
                  </a:lnTo>
                  <a:lnTo>
                    <a:pt x="1893060" y="1901851"/>
                  </a:lnTo>
                  <a:lnTo>
                    <a:pt x="1784233" y="1914604"/>
                  </a:lnTo>
                  <a:lnTo>
                    <a:pt x="1671765" y="1926029"/>
                  </a:lnTo>
                  <a:lnTo>
                    <a:pt x="1558212" y="1936117"/>
                  </a:lnTo>
                  <a:lnTo>
                    <a:pt x="1446868" y="1944838"/>
                  </a:lnTo>
                  <a:lnTo>
                    <a:pt x="1341550" y="1952168"/>
                  </a:lnTo>
                  <a:lnTo>
                    <a:pt x="1246217" y="1958105"/>
                  </a:lnTo>
                  <a:lnTo>
                    <a:pt x="1164435" y="1962691"/>
                  </a:lnTo>
                  <a:lnTo>
                    <a:pt x="1098810" y="1966022"/>
                  </a:lnTo>
                  <a:lnTo>
                    <a:pt x="1050509" y="1968250"/>
                  </a:lnTo>
                  <a:lnTo>
                    <a:pt x="1018994" y="1969576"/>
                  </a:lnTo>
                  <a:lnTo>
                    <a:pt x="1002000" y="1970230"/>
                  </a:lnTo>
                  <a:lnTo>
                    <a:pt x="995706" y="1970453"/>
                  </a:lnTo>
                  <a:lnTo>
                    <a:pt x="994940" y="1970478"/>
                  </a:lnTo>
                  <a:lnTo>
                    <a:pt x="0" y="1970478"/>
                  </a:lnTo>
                  <a:lnTo>
                    <a:pt x="0" y="19704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3" name="pg1142"/>
            <p:cNvSpPr/>
            <p:nvPr/>
          </p:nvSpPr>
          <p:spPr>
            <a:xfrm>
              <a:off x="1199187" y="2038442"/>
              <a:ext cx="12049831" cy="1975719"/>
            </a:xfrm>
            <a:custGeom>
              <a:avLst/>
              <a:pathLst>
                <a:path w="12049831" h="1975719">
                  <a:moveTo>
                    <a:pt x="0" y="1975719"/>
                  </a:moveTo>
                  <a:lnTo>
                    <a:pt x="994940" y="1975719"/>
                  </a:lnTo>
                  <a:lnTo>
                    <a:pt x="996046" y="1975682"/>
                  </a:lnTo>
                  <a:lnTo>
                    <a:pt x="1003354" y="1975423"/>
                  </a:lnTo>
                  <a:lnTo>
                    <a:pt x="1021885" y="1974706"/>
                  </a:lnTo>
                  <a:lnTo>
                    <a:pt x="1055290" y="1973293"/>
                  </a:lnTo>
                  <a:lnTo>
                    <a:pt x="1105640" y="1970957"/>
                  </a:lnTo>
                  <a:lnTo>
                    <a:pt x="1173265" y="1967504"/>
                  </a:lnTo>
                  <a:lnTo>
                    <a:pt x="1256811" y="1962787"/>
                  </a:lnTo>
                  <a:lnTo>
                    <a:pt x="1353528" y="1956718"/>
                  </a:lnTo>
                  <a:lnTo>
                    <a:pt x="1459775" y="1949262"/>
                  </a:lnTo>
                  <a:lnTo>
                    <a:pt x="1571582" y="1940425"/>
                  </a:lnTo>
                  <a:lnTo>
                    <a:pt x="1685176" y="1930232"/>
                  </a:lnTo>
                  <a:lnTo>
                    <a:pt x="1797342" y="1918710"/>
                  </a:lnTo>
                  <a:lnTo>
                    <a:pt x="1905616" y="1905867"/>
                  </a:lnTo>
                  <a:lnTo>
                    <a:pt x="2008317" y="1891683"/>
                  </a:lnTo>
                  <a:lnTo>
                    <a:pt x="2104478" y="1876096"/>
                  </a:lnTo>
                  <a:lnTo>
                    <a:pt x="2193714" y="1859005"/>
                  </a:lnTo>
                  <a:lnTo>
                    <a:pt x="2276084" y="1840265"/>
                  </a:lnTo>
                  <a:lnTo>
                    <a:pt x="2351959" y="1819691"/>
                  </a:lnTo>
                  <a:lnTo>
                    <a:pt x="2421915" y="1797060"/>
                  </a:lnTo>
                  <a:lnTo>
                    <a:pt x="2486645" y="1772125"/>
                  </a:lnTo>
                  <a:lnTo>
                    <a:pt x="2546900" y="1744625"/>
                  </a:lnTo>
                  <a:lnTo>
                    <a:pt x="2603437" y="1714309"/>
                  </a:lnTo>
                  <a:lnTo>
                    <a:pt x="2656984" y="1680977"/>
                  </a:lnTo>
                  <a:lnTo>
                    <a:pt x="2702183" y="1649052"/>
                  </a:lnTo>
                  <a:lnTo>
                    <a:pt x="2752072" y="1609666"/>
                  </a:lnTo>
                  <a:lnTo>
                    <a:pt x="2800607" y="1567077"/>
                  </a:lnTo>
                  <a:lnTo>
                    <a:pt x="2848198" y="1521220"/>
                  </a:lnTo>
                  <a:lnTo>
                    <a:pt x="2895165" y="1472100"/>
                  </a:lnTo>
                  <a:lnTo>
                    <a:pt x="2941756" y="1419793"/>
                  </a:lnTo>
                  <a:lnTo>
                    <a:pt x="2988154" y="1364455"/>
                  </a:lnTo>
                  <a:lnTo>
                    <a:pt x="3034491" y="1306324"/>
                  </a:lnTo>
                  <a:lnTo>
                    <a:pt x="3080851" y="1245723"/>
                  </a:lnTo>
                  <a:lnTo>
                    <a:pt x="3127277" y="1183052"/>
                  </a:lnTo>
                  <a:lnTo>
                    <a:pt x="3173781" y="1118781"/>
                  </a:lnTo>
                  <a:lnTo>
                    <a:pt x="3220348" y="1053434"/>
                  </a:lnTo>
                  <a:lnTo>
                    <a:pt x="3266949" y="987577"/>
                  </a:lnTo>
                  <a:lnTo>
                    <a:pt x="3313545" y="921793"/>
                  </a:lnTo>
                  <a:lnTo>
                    <a:pt x="3360099" y="856660"/>
                  </a:lnTo>
                  <a:lnTo>
                    <a:pt x="3406584" y="792737"/>
                  </a:lnTo>
                  <a:lnTo>
                    <a:pt x="3452992" y="730537"/>
                  </a:lnTo>
                  <a:lnTo>
                    <a:pt x="3499340" y="670512"/>
                  </a:lnTo>
                  <a:lnTo>
                    <a:pt x="3545683" y="613044"/>
                  </a:lnTo>
                  <a:lnTo>
                    <a:pt x="3592115" y="558436"/>
                  </a:lnTo>
                  <a:lnTo>
                    <a:pt x="3638779" y="506904"/>
                  </a:lnTo>
                  <a:lnTo>
                    <a:pt x="3685875" y="458587"/>
                  </a:lnTo>
                  <a:lnTo>
                    <a:pt x="3733666" y="413540"/>
                  </a:lnTo>
                  <a:lnTo>
                    <a:pt x="3782494" y="371749"/>
                  </a:lnTo>
                  <a:lnTo>
                    <a:pt x="3820202" y="342388"/>
                  </a:lnTo>
                  <a:lnTo>
                    <a:pt x="3871663" y="306318"/>
                  </a:lnTo>
                  <a:lnTo>
                    <a:pt x="3925531" y="273354"/>
                  </a:lnTo>
                  <a:lnTo>
                    <a:pt x="3982473" y="243387"/>
                  </a:lnTo>
                  <a:lnTo>
                    <a:pt x="4043222" y="216207"/>
                  </a:lnTo>
                  <a:lnTo>
                    <a:pt x="4108537" y="191561"/>
                  </a:lnTo>
                  <a:lnTo>
                    <a:pt x="4179165" y="169188"/>
                  </a:lnTo>
                  <a:lnTo>
                    <a:pt x="4255789" y="148844"/>
                  </a:lnTo>
                  <a:lnTo>
                    <a:pt x="4338965" y="130310"/>
                  </a:lnTo>
                  <a:lnTo>
                    <a:pt x="4429032" y="113405"/>
                  </a:lnTo>
                  <a:lnTo>
                    <a:pt x="4526004" y="97991"/>
                  </a:lnTo>
                  <a:lnTo>
                    <a:pt x="4629436" y="83969"/>
                  </a:lnTo>
                  <a:lnTo>
                    <a:pt x="4738278" y="71285"/>
                  </a:lnTo>
                  <a:lnTo>
                    <a:pt x="4850760" y="59920"/>
                  </a:lnTo>
                  <a:lnTo>
                    <a:pt x="4964323" y="49888"/>
                  </a:lnTo>
                  <a:lnTo>
                    <a:pt x="5075672" y="41214"/>
                  </a:lnTo>
                  <a:lnTo>
                    <a:pt x="5180988" y="33924"/>
                  </a:lnTo>
                  <a:lnTo>
                    <a:pt x="5276311" y="28020"/>
                  </a:lnTo>
                  <a:lnTo>
                    <a:pt x="5358076" y="23460"/>
                  </a:lnTo>
                  <a:lnTo>
                    <a:pt x="5423678" y="20149"/>
                  </a:lnTo>
                  <a:lnTo>
                    <a:pt x="5471951" y="17934"/>
                  </a:lnTo>
                  <a:lnTo>
                    <a:pt x="5503438" y="16617"/>
                  </a:lnTo>
                  <a:lnTo>
                    <a:pt x="5520408" y="15967"/>
                  </a:lnTo>
                  <a:lnTo>
                    <a:pt x="5526685" y="15746"/>
                  </a:lnTo>
                  <a:lnTo>
                    <a:pt x="5527445" y="15721"/>
                  </a:lnTo>
                  <a:lnTo>
                    <a:pt x="6522385" y="15721"/>
                  </a:lnTo>
                  <a:lnTo>
                    <a:pt x="6523514" y="15740"/>
                  </a:lnTo>
                  <a:lnTo>
                    <a:pt x="6530966" y="15871"/>
                  </a:lnTo>
                  <a:lnTo>
                    <a:pt x="6549852" y="16233"/>
                  </a:lnTo>
                  <a:lnTo>
                    <a:pt x="6583873" y="16946"/>
                  </a:lnTo>
                  <a:lnTo>
                    <a:pt x="6635099" y="18125"/>
                  </a:lnTo>
                  <a:lnTo>
                    <a:pt x="6703815" y="19867"/>
                  </a:lnTo>
                  <a:lnTo>
                    <a:pt x="6788577" y="22245"/>
                  </a:lnTo>
                  <a:lnTo>
                    <a:pt x="6886530" y="25302"/>
                  </a:lnTo>
                  <a:lnTo>
                    <a:pt x="6993926" y="29055"/>
                  </a:lnTo>
                  <a:lnTo>
                    <a:pt x="7106716" y="33500"/>
                  </a:lnTo>
                  <a:lnTo>
                    <a:pt x="7221075" y="38624"/>
                  </a:lnTo>
                  <a:lnTo>
                    <a:pt x="7333773" y="44414"/>
                  </a:lnTo>
                  <a:lnTo>
                    <a:pt x="7442360" y="50865"/>
                  </a:lnTo>
                  <a:lnTo>
                    <a:pt x="7545185" y="57992"/>
                  </a:lnTo>
                  <a:lnTo>
                    <a:pt x="7641321" y="65825"/>
                  </a:lnTo>
                  <a:lnTo>
                    <a:pt x="7730426" y="74419"/>
                  </a:lnTo>
                  <a:lnTo>
                    <a:pt x="7812600" y="83849"/>
                  </a:lnTo>
                  <a:lnTo>
                    <a:pt x="7888250" y="94211"/>
                  </a:lnTo>
                  <a:lnTo>
                    <a:pt x="7957981" y="105618"/>
                  </a:lnTo>
                  <a:lnTo>
                    <a:pt x="8022510" y="118197"/>
                  </a:lnTo>
                  <a:lnTo>
                    <a:pt x="8082608" y="132081"/>
                  </a:lnTo>
                  <a:lnTo>
                    <a:pt x="8139046" y="147392"/>
                  </a:lnTo>
                  <a:lnTo>
                    <a:pt x="8192557" y="164227"/>
                  </a:lnTo>
                  <a:lnTo>
                    <a:pt x="8229629" y="177308"/>
                  </a:lnTo>
                  <a:lnTo>
                    <a:pt x="8287067" y="199929"/>
                  </a:lnTo>
                  <a:lnTo>
                    <a:pt x="8342792" y="224669"/>
                  </a:lnTo>
                  <a:lnTo>
                    <a:pt x="8397399" y="251564"/>
                  </a:lnTo>
                  <a:lnTo>
                    <a:pt x="8451336" y="280590"/>
                  </a:lnTo>
                  <a:lnTo>
                    <a:pt x="8504930" y="311657"/>
                  </a:lnTo>
                  <a:lnTo>
                    <a:pt x="8558407" y="344603"/>
                  </a:lnTo>
                  <a:lnTo>
                    <a:pt x="8611905" y="379193"/>
                  </a:lnTo>
                  <a:lnTo>
                    <a:pt x="8665493" y="415122"/>
                  </a:lnTo>
                  <a:lnTo>
                    <a:pt x="8719182" y="452028"/>
                  </a:lnTo>
                  <a:lnTo>
                    <a:pt x="8772942" y="489499"/>
                  </a:lnTo>
                  <a:lnTo>
                    <a:pt x="8826719" y="527101"/>
                  </a:lnTo>
                  <a:lnTo>
                    <a:pt x="8880455" y="564389"/>
                  </a:lnTo>
                  <a:lnTo>
                    <a:pt x="8934104" y="600936"/>
                  </a:lnTo>
                  <a:lnTo>
                    <a:pt x="8987651" y="636348"/>
                  </a:lnTo>
                  <a:lnTo>
                    <a:pt x="9041128" y="670287"/>
                  </a:lnTo>
                  <a:lnTo>
                    <a:pt x="9094632" y="702475"/>
                  </a:lnTo>
                  <a:lnTo>
                    <a:pt x="9148336" y="732708"/>
                  </a:lnTo>
                  <a:lnTo>
                    <a:pt x="9202505" y="760854"/>
                  </a:lnTo>
                  <a:lnTo>
                    <a:pt x="9257516" y="786851"/>
                  </a:lnTo>
                  <a:lnTo>
                    <a:pt x="9313872" y="810701"/>
                  </a:lnTo>
                  <a:lnTo>
                    <a:pt x="9347647" y="823652"/>
                  </a:lnTo>
                  <a:lnTo>
                    <a:pt x="9399465" y="841610"/>
                  </a:lnTo>
                  <a:lnTo>
                    <a:pt x="9453727" y="858011"/>
                  </a:lnTo>
                  <a:lnTo>
                    <a:pt x="9511114" y="872910"/>
                  </a:lnTo>
                  <a:lnTo>
                    <a:pt x="9572376" y="886415"/>
                  </a:lnTo>
                  <a:lnTo>
                    <a:pt x="9638287" y="898652"/>
                  </a:lnTo>
                  <a:lnTo>
                    <a:pt x="9709608" y="909754"/>
                  </a:lnTo>
                  <a:lnTo>
                    <a:pt x="9787032" y="919844"/>
                  </a:lnTo>
                  <a:lnTo>
                    <a:pt x="9871119" y="929031"/>
                  </a:lnTo>
                  <a:lnTo>
                    <a:pt x="9962202" y="937405"/>
                  </a:lnTo>
                  <a:lnTo>
                    <a:pt x="10060270" y="945036"/>
                  </a:lnTo>
                  <a:lnTo>
                    <a:pt x="10164833" y="951971"/>
                  </a:lnTo>
                  <a:lnTo>
                    <a:pt x="10274772" y="958236"/>
                  </a:lnTo>
                  <a:lnTo>
                    <a:pt x="10388219" y="963840"/>
                  </a:lnTo>
                  <a:lnTo>
                    <a:pt x="10502494" y="968775"/>
                  </a:lnTo>
                  <a:lnTo>
                    <a:pt x="10614175" y="973027"/>
                  </a:lnTo>
                  <a:lnTo>
                    <a:pt x="10719331" y="976585"/>
                  </a:lnTo>
                  <a:lnTo>
                    <a:pt x="10813936" y="979449"/>
                  </a:lnTo>
                  <a:lnTo>
                    <a:pt x="10894436" y="981643"/>
                  </a:lnTo>
                  <a:lnTo>
                    <a:pt x="10958323" y="983218"/>
                  </a:lnTo>
                  <a:lnTo>
                    <a:pt x="11004619" y="984256"/>
                  </a:lnTo>
                  <a:lnTo>
                    <a:pt x="11034115" y="984859"/>
                  </a:lnTo>
                  <a:lnTo>
                    <a:pt x="11049357" y="985144"/>
                  </a:lnTo>
                  <a:lnTo>
                    <a:pt x="11054464" y="985232"/>
                  </a:lnTo>
                  <a:lnTo>
                    <a:pt x="11054891" y="985239"/>
                  </a:lnTo>
                  <a:lnTo>
                    <a:pt x="12049831" y="985239"/>
                  </a:lnTo>
                  <a:lnTo>
                    <a:pt x="12049831" y="969517"/>
                  </a:lnTo>
                  <a:lnTo>
                    <a:pt x="11054891" y="969517"/>
                  </a:lnTo>
                  <a:lnTo>
                    <a:pt x="11053762" y="969498"/>
                  </a:lnTo>
                  <a:lnTo>
                    <a:pt x="11046311" y="969367"/>
                  </a:lnTo>
                  <a:lnTo>
                    <a:pt x="11027425" y="969005"/>
                  </a:lnTo>
                  <a:lnTo>
                    <a:pt x="10993403" y="968292"/>
                  </a:lnTo>
                  <a:lnTo>
                    <a:pt x="10942177" y="967113"/>
                  </a:lnTo>
                  <a:lnTo>
                    <a:pt x="10873462" y="965371"/>
                  </a:lnTo>
                  <a:lnTo>
                    <a:pt x="10788700" y="962993"/>
                  </a:lnTo>
                  <a:lnTo>
                    <a:pt x="10690746" y="959936"/>
                  </a:lnTo>
                  <a:lnTo>
                    <a:pt x="10583350" y="956183"/>
                  </a:lnTo>
                  <a:lnTo>
                    <a:pt x="10470561" y="951738"/>
                  </a:lnTo>
                  <a:lnTo>
                    <a:pt x="10356202" y="946614"/>
                  </a:lnTo>
                  <a:lnTo>
                    <a:pt x="10243503" y="940825"/>
                  </a:lnTo>
                  <a:lnTo>
                    <a:pt x="10134916" y="934373"/>
                  </a:lnTo>
                  <a:lnTo>
                    <a:pt x="10032091" y="927247"/>
                  </a:lnTo>
                  <a:lnTo>
                    <a:pt x="9935955" y="919413"/>
                  </a:lnTo>
                  <a:lnTo>
                    <a:pt x="9846850" y="910819"/>
                  </a:lnTo>
                  <a:lnTo>
                    <a:pt x="9764676" y="901389"/>
                  </a:lnTo>
                  <a:lnTo>
                    <a:pt x="9689026" y="891027"/>
                  </a:lnTo>
                  <a:lnTo>
                    <a:pt x="9619296" y="879620"/>
                  </a:lnTo>
                  <a:lnTo>
                    <a:pt x="9554766" y="867041"/>
                  </a:lnTo>
                  <a:lnTo>
                    <a:pt x="9494669" y="853158"/>
                  </a:lnTo>
                  <a:lnTo>
                    <a:pt x="9438231" y="837846"/>
                  </a:lnTo>
                  <a:lnTo>
                    <a:pt x="9384719" y="821012"/>
                  </a:lnTo>
                  <a:lnTo>
                    <a:pt x="9347647" y="807931"/>
                  </a:lnTo>
                  <a:lnTo>
                    <a:pt x="9290209" y="785309"/>
                  </a:lnTo>
                  <a:lnTo>
                    <a:pt x="9234484" y="760569"/>
                  </a:lnTo>
                  <a:lnTo>
                    <a:pt x="9179877" y="733674"/>
                  </a:lnTo>
                  <a:lnTo>
                    <a:pt x="9125940" y="704648"/>
                  </a:lnTo>
                  <a:lnTo>
                    <a:pt x="9072346" y="673581"/>
                  </a:lnTo>
                  <a:lnTo>
                    <a:pt x="9018870" y="640635"/>
                  </a:lnTo>
                  <a:lnTo>
                    <a:pt x="8965371" y="606046"/>
                  </a:lnTo>
                  <a:lnTo>
                    <a:pt x="8911783" y="570116"/>
                  </a:lnTo>
                  <a:lnTo>
                    <a:pt x="8858094" y="533211"/>
                  </a:lnTo>
                  <a:lnTo>
                    <a:pt x="8804334" y="495739"/>
                  </a:lnTo>
                  <a:lnTo>
                    <a:pt x="8750557" y="458137"/>
                  </a:lnTo>
                  <a:lnTo>
                    <a:pt x="8696821" y="420849"/>
                  </a:lnTo>
                  <a:lnTo>
                    <a:pt x="8643173" y="384303"/>
                  </a:lnTo>
                  <a:lnTo>
                    <a:pt x="8589626" y="348890"/>
                  </a:lnTo>
                  <a:lnTo>
                    <a:pt x="8536149" y="314951"/>
                  </a:lnTo>
                  <a:lnTo>
                    <a:pt x="8482645" y="282763"/>
                  </a:lnTo>
                  <a:lnTo>
                    <a:pt x="8428941" y="252530"/>
                  </a:lnTo>
                  <a:lnTo>
                    <a:pt x="8374771" y="224384"/>
                  </a:lnTo>
                  <a:lnTo>
                    <a:pt x="8319761" y="198387"/>
                  </a:lnTo>
                  <a:lnTo>
                    <a:pt x="8263404" y="174537"/>
                  </a:lnTo>
                  <a:lnTo>
                    <a:pt x="8229629" y="161586"/>
                  </a:lnTo>
                  <a:lnTo>
                    <a:pt x="8177812" y="143628"/>
                  </a:lnTo>
                  <a:lnTo>
                    <a:pt x="8123550" y="127227"/>
                  </a:lnTo>
                  <a:lnTo>
                    <a:pt x="8066163" y="112328"/>
                  </a:lnTo>
                  <a:lnTo>
                    <a:pt x="8004901" y="98823"/>
                  </a:lnTo>
                  <a:lnTo>
                    <a:pt x="7938990" y="86586"/>
                  </a:lnTo>
                  <a:lnTo>
                    <a:pt x="7867669" y="75484"/>
                  </a:lnTo>
                  <a:lnTo>
                    <a:pt x="7790244" y="65394"/>
                  </a:lnTo>
                  <a:lnTo>
                    <a:pt x="7706157" y="56207"/>
                  </a:lnTo>
                  <a:lnTo>
                    <a:pt x="7615075" y="47833"/>
                  </a:lnTo>
                  <a:lnTo>
                    <a:pt x="7517007" y="40202"/>
                  </a:lnTo>
                  <a:lnTo>
                    <a:pt x="7412444" y="33268"/>
                  </a:lnTo>
                  <a:lnTo>
                    <a:pt x="7302504" y="27002"/>
                  </a:lnTo>
                  <a:lnTo>
                    <a:pt x="7189058" y="21398"/>
                  </a:lnTo>
                  <a:lnTo>
                    <a:pt x="7074783" y="16463"/>
                  </a:lnTo>
                  <a:lnTo>
                    <a:pt x="6963101" y="12211"/>
                  </a:lnTo>
                  <a:lnTo>
                    <a:pt x="6857946" y="8654"/>
                  </a:lnTo>
                  <a:lnTo>
                    <a:pt x="6763340" y="5790"/>
                  </a:lnTo>
                  <a:lnTo>
                    <a:pt x="6682841" y="3596"/>
                  </a:lnTo>
                  <a:lnTo>
                    <a:pt x="6618953" y="2020"/>
                  </a:lnTo>
                  <a:lnTo>
                    <a:pt x="6572657" y="982"/>
                  </a:lnTo>
                  <a:lnTo>
                    <a:pt x="6543162" y="379"/>
                  </a:lnTo>
                  <a:lnTo>
                    <a:pt x="6527919" y="94"/>
                  </a:lnTo>
                  <a:lnTo>
                    <a:pt x="6522812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9" y="36"/>
                  </a:lnTo>
                  <a:lnTo>
                    <a:pt x="5519031" y="295"/>
                  </a:lnTo>
                  <a:lnTo>
                    <a:pt x="5500500" y="1012"/>
                  </a:lnTo>
                  <a:lnTo>
                    <a:pt x="5467095" y="2425"/>
                  </a:lnTo>
                  <a:lnTo>
                    <a:pt x="5416745" y="4761"/>
                  </a:lnTo>
                  <a:lnTo>
                    <a:pt x="5349120" y="8215"/>
                  </a:lnTo>
                  <a:lnTo>
                    <a:pt x="5265574" y="12931"/>
                  </a:lnTo>
                  <a:lnTo>
                    <a:pt x="5168857" y="19000"/>
                  </a:lnTo>
                  <a:lnTo>
                    <a:pt x="5062610" y="26456"/>
                  </a:lnTo>
                  <a:lnTo>
                    <a:pt x="4950803" y="35293"/>
                  </a:lnTo>
                  <a:lnTo>
                    <a:pt x="4837209" y="45486"/>
                  </a:lnTo>
                  <a:lnTo>
                    <a:pt x="4725043" y="57008"/>
                  </a:lnTo>
                  <a:lnTo>
                    <a:pt x="4616769" y="69851"/>
                  </a:lnTo>
                  <a:lnTo>
                    <a:pt x="4514068" y="84035"/>
                  </a:lnTo>
                  <a:lnTo>
                    <a:pt x="4417907" y="99622"/>
                  </a:lnTo>
                  <a:lnTo>
                    <a:pt x="4328671" y="116713"/>
                  </a:lnTo>
                  <a:lnTo>
                    <a:pt x="4246301" y="135453"/>
                  </a:lnTo>
                  <a:lnTo>
                    <a:pt x="4170426" y="156028"/>
                  </a:lnTo>
                  <a:lnTo>
                    <a:pt x="4100470" y="178658"/>
                  </a:lnTo>
                  <a:lnTo>
                    <a:pt x="4035740" y="203593"/>
                  </a:lnTo>
                  <a:lnTo>
                    <a:pt x="3975485" y="231093"/>
                  </a:lnTo>
                  <a:lnTo>
                    <a:pt x="3918948" y="261409"/>
                  </a:lnTo>
                  <a:lnTo>
                    <a:pt x="3865401" y="294741"/>
                  </a:lnTo>
                  <a:lnTo>
                    <a:pt x="3820202" y="326666"/>
                  </a:lnTo>
                  <a:lnTo>
                    <a:pt x="3770313" y="366052"/>
                  </a:lnTo>
                  <a:lnTo>
                    <a:pt x="3721778" y="408642"/>
                  </a:lnTo>
                  <a:lnTo>
                    <a:pt x="3674187" y="454498"/>
                  </a:lnTo>
                  <a:lnTo>
                    <a:pt x="3627220" y="503618"/>
                  </a:lnTo>
                  <a:lnTo>
                    <a:pt x="3580629" y="555925"/>
                  </a:lnTo>
                  <a:lnTo>
                    <a:pt x="3534231" y="611263"/>
                  </a:lnTo>
                  <a:lnTo>
                    <a:pt x="3487894" y="669394"/>
                  </a:lnTo>
                  <a:lnTo>
                    <a:pt x="3441534" y="729995"/>
                  </a:lnTo>
                  <a:lnTo>
                    <a:pt x="3395108" y="792666"/>
                  </a:lnTo>
                  <a:lnTo>
                    <a:pt x="3348604" y="856937"/>
                  </a:lnTo>
                  <a:lnTo>
                    <a:pt x="3302037" y="922284"/>
                  </a:lnTo>
                  <a:lnTo>
                    <a:pt x="3255436" y="988141"/>
                  </a:lnTo>
                  <a:lnTo>
                    <a:pt x="3208840" y="1053925"/>
                  </a:lnTo>
                  <a:lnTo>
                    <a:pt x="3162286" y="1119058"/>
                  </a:lnTo>
                  <a:lnTo>
                    <a:pt x="3115801" y="1182981"/>
                  </a:lnTo>
                  <a:lnTo>
                    <a:pt x="3069393" y="1245181"/>
                  </a:lnTo>
                  <a:lnTo>
                    <a:pt x="3023045" y="1305206"/>
                  </a:lnTo>
                  <a:lnTo>
                    <a:pt x="2976702" y="1362674"/>
                  </a:lnTo>
                  <a:lnTo>
                    <a:pt x="2930270" y="1417282"/>
                  </a:lnTo>
                  <a:lnTo>
                    <a:pt x="2883606" y="1468814"/>
                  </a:lnTo>
                  <a:lnTo>
                    <a:pt x="2836510" y="1517132"/>
                  </a:lnTo>
                  <a:lnTo>
                    <a:pt x="2788719" y="1562178"/>
                  </a:lnTo>
                  <a:lnTo>
                    <a:pt x="2739891" y="1603969"/>
                  </a:lnTo>
                  <a:lnTo>
                    <a:pt x="2702183" y="1633330"/>
                  </a:lnTo>
                  <a:lnTo>
                    <a:pt x="2650722" y="1669400"/>
                  </a:lnTo>
                  <a:lnTo>
                    <a:pt x="2596854" y="1702364"/>
                  </a:lnTo>
                  <a:lnTo>
                    <a:pt x="2539912" y="1732331"/>
                  </a:lnTo>
                  <a:lnTo>
                    <a:pt x="2479163" y="1759511"/>
                  </a:lnTo>
                  <a:lnTo>
                    <a:pt x="2413848" y="1784157"/>
                  </a:lnTo>
                  <a:lnTo>
                    <a:pt x="2343220" y="1806530"/>
                  </a:lnTo>
                  <a:lnTo>
                    <a:pt x="2266596" y="1826874"/>
                  </a:lnTo>
                  <a:lnTo>
                    <a:pt x="2183420" y="1845408"/>
                  </a:lnTo>
                  <a:lnTo>
                    <a:pt x="2093353" y="1862313"/>
                  </a:lnTo>
                  <a:lnTo>
                    <a:pt x="1996380" y="1877727"/>
                  </a:lnTo>
                  <a:lnTo>
                    <a:pt x="1892949" y="1891749"/>
                  </a:lnTo>
                  <a:lnTo>
                    <a:pt x="1784107" y="1904433"/>
                  </a:lnTo>
                  <a:lnTo>
                    <a:pt x="1671625" y="1915798"/>
                  </a:lnTo>
                  <a:lnTo>
                    <a:pt x="1558062" y="1925830"/>
                  </a:lnTo>
                  <a:lnTo>
                    <a:pt x="1446713" y="1934504"/>
                  </a:lnTo>
                  <a:lnTo>
                    <a:pt x="1341397" y="1941794"/>
                  </a:lnTo>
                  <a:lnTo>
                    <a:pt x="1246074" y="1947698"/>
                  </a:lnTo>
                  <a:lnTo>
                    <a:pt x="1164309" y="1952258"/>
                  </a:lnTo>
                  <a:lnTo>
                    <a:pt x="1098707" y="1955569"/>
                  </a:lnTo>
                  <a:lnTo>
                    <a:pt x="1050434" y="1957784"/>
                  </a:lnTo>
                  <a:lnTo>
                    <a:pt x="1018947" y="1959101"/>
                  </a:lnTo>
                  <a:lnTo>
                    <a:pt x="1001977" y="1959751"/>
                  </a:lnTo>
                  <a:lnTo>
                    <a:pt x="995700" y="1959972"/>
                  </a:lnTo>
                  <a:lnTo>
                    <a:pt x="994940" y="1959997"/>
                  </a:lnTo>
                  <a:lnTo>
                    <a:pt x="0" y="1959997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44" name="pl1143"/>
            <p:cNvSpPr/>
            <p:nvPr/>
          </p:nvSpPr>
          <p:spPr>
            <a:xfrm>
              <a:off x="1199187" y="2054164"/>
              <a:ext cx="12049831" cy="1959997"/>
            </a:xfrm>
            <a:custGeom>
              <a:avLst/>
              <a:pathLst>
                <a:path w="12049831" h="1959997">
                  <a:moveTo>
                    <a:pt x="0" y="1959997"/>
                  </a:moveTo>
                  <a:lnTo>
                    <a:pt x="994940" y="1959997"/>
                  </a:lnTo>
                  <a:lnTo>
                    <a:pt x="996046" y="1959960"/>
                  </a:lnTo>
                  <a:lnTo>
                    <a:pt x="1003354" y="1959701"/>
                  </a:lnTo>
                  <a:lnTo>
                    <a:pt x="1021885" y="1958984"/>
                  </a:lnTo>
                  <a:lnTo>
                    <a:pt x="1055290" y="1957571"/>
                  </a:lnTo>
                  <a:lnTo>
                    <a:pt x="1105640" y="1955235"/>
                  </a:lnTo>
                  <a:lnTo>
                    <a:pt x="1173265" y="1951782"/>
                  </a:lnTo>
                  <a:lnTo>
                    <a:pt x="1256811" y="1947065"/>
                  </a:lnTo>
                  <a:lnTo>
                    <a:pt x="1353528" y="1940996"/>
                  </a:lnTo>
                  <a:lnTo>
                    <a:pt x="1459775" y="1933540"/>
                  </a:lnTo>
                  <a:lnTo>
                    <a:pt x="1571582" y="1924703"/>
                  </a:lnTo>
                  <a:lnTo>
                    <a:pt x="1685176" y="1914510"/>
                  </a:lnTo>
                  <a:lnTo>
                    <a:pt x="1797342" y="1902988"/>
                  </a:lnTo>
                  <a:lnTo>
                    <a:pt x="1905616" y="1890145"/>
                  </a:lnTo>
                  <a:lnTo>
                    <a:pt x="2008317" y="1875961"/>
                  </a:lnTo>
                  <a:lnTo>
                    <a:pt x="2104478" y="1860374"/>
                  </a:lnTo>
                  <a:lnTo>
                    <a:pt x="2193714" y="1843283"/>
                  </a:lnTo>
                  <a:lnTo>
                    <a:pt x="2276084" y="1824543"/>
                  </a:lnTo>
                  <a:lnTo>
                    <a:pt x="2351959" y="1803969"/>
                  </a:lnTo>
                  <a:lnTo>
                    <a:pt x="2421915" y="1781338"/>
                  </a:lnTo>
                  <a:lnTo>
                    <a:pt x="2486645" y="1756403"/>
                  </a:lnTo>
                  <a:lnTo>
                    <a:pt x="2546900" y="1728903"/>
                  </a:lnTo>
                  <a:lnTo>
                    <a:pt x="2603437" y="1698587"/>
                  </a:lnTo>
                  <a:lnTo>
                    <a:pt x="2656984" y="1665255"/>
                  </a:lnTo>
                  <a:lnTo>
                    <a:pt x="2702183" y="1633330"/>
                  </a:lnTo>
                  <a:lnTo>
                    <a:pt x="2752072" y="1593944"/>
                  </a:lnTo>
                  <a:lnTo>
                    <a:pt x="2800607" y="1551355"/>
                  </a:lnTo>
                  <a:lnTo>
                    <a:pt x="2848198" y="1505498"/>
                  </a:lnTo>
                  <a:lnTo>
                    <a:pt x="2895165" y="1456378"/>
                  </a:lnTo>
                  <a:lnTo>
                    <a:pt x="2941756" y="1404071"/>
                  </a:lnTo>
                  <a:lnTo>
                    <a:pt x="2988154" y="1348733"/>
                  </a:lnTo>
                  <a:lnTo>
                    <a:pt x="3034491" y="1290602"/>
                  </a:lnTo>
                  <a:lnTo>
                    <a:pt x="3080851" y="1230001"/>
                  </a:lnTo>
                  <a:lnTo>
                    <a:pt x="3127277" y="1167330"/>
                  </a:lnTo>
                  <a:lnTo>
                    <a:pt x="3173781" y="1103059"/>
                  </a:lnTo>
                  <a:lnTo>
                    <a:pt x="3220348" y="1037712"/>
                  </a:lnTo>
                  <a:lnTo>
                    <a:pt x="3266949" y="971855"/>
                  </a:lnTo>
                  <a:lnTo>
                    <a:pt x="3313545" y="906071"/>
                  </a:lnTo>
                  <a:lnTo>
                    <a:pt x="3360099" y="840939"/>
                  </a:lnTo>
                  <a:lnTo>
                    <a:pt x="3406584" y="777015"/>
                  </a:lnTo>
                  <a:lnTo>
                    <a:pt x="3452992" y="714815"/>
                  </a:lnTo>
                  <a:lnTo>
                    <a:pt x="3499340" y="654790"/>
                  </a:lnTo>
                  <a:lnTo>
                    <a:pt x="3545683" y="597322"/>
                  </a:lnTo>
                  <a:lnTo>
                    <a:pt x="3592115" y="542714"/>
                  </a:lnTo>
                  <a:lnTo>
                    <a:pt x="3638779" y="491183"/>
                  </a:lnTo>
                  <a:lnTo>
                    <a:pt x="3685875" y="442865"/>
                  </a:lnTo>
                  <a:lnTo>
                    <a:pt x="3733666" y="397818"/>
                  </a:lnTo>
                  <a:lnTo>
                    <a:pt x="3782494" y="356028"/>
                  </a:lnTo>
                  <a:lnTo>
                    <a:pt x="3820202" y="326666"/>
                  </a:lnTo>
                  <a:lnTo>
                    <a:pt x="3871663" y="290596"/>
                  </a:lnTo>
                  <a:lnTo>
                    <a:pt x="3925531" y="257632"/>
                  </a:lnTo>
                  <a:lnTo>
                    <a:pt x="3982473" y="227665"/>
                  </a:lnTo>
                  <a:lnTo>
                    <a:pt x="4043222" y="200485"/>
                  </a:lnTo>
                  <a:lnTo>
                    <a:pt x="4108537" y="175839"/>
                  </a:lnTo>
                  <a:lnTo>
                    <a:pt x="4179165" y="153466"/>
                  </a:lnTo>
                  <a:lnTo>
                    <a:pt x="4255789" y="133122"/>
                  </a:lnTo>
                  <a:lnTo>
                    <a:pt x="4338965" y="114588"/>
                  </a:lnTo>
                  <a:lnTo>
                    <a:pt x="4429032" y="97683"/>
                  </a:lnTo>
                  <a:lnTo>
                    <a:pt x="4526004" y="82269"/>
                  </a:lnTo>
                  <a:lnTo>
                    <a:pt x="4629436" y="68247"/>
                  </a:lnTo>
                  <a:lnTo>
                    <a:pt x="4738278" y="55563"/>
                  </a:lnTo>
                  <a:lnTo>
                    <a:pt x="4850760" y="44198"/>
                  </a:lnTo>
                  <a:lnTo>
                    <a:pt x="4964323" y="34166"/>
                  </a:lnTo>
                  <a:lnTo>
                    <a:pt x="5075672" y="25492"/>
                  </a:lnTo>
                  <a:lnTo>
                    <a:pt x="5180988" y="18202"/>
                  </a:lnTo>
                  <a:lnTo>
                    <a:pt x="5276311" y="12298"/>
                  </a:lnTo>
                  <a:lnTo>
                    <a:pt x="5358076" y="7738"/>
                  </a:lnTo>
                  <a:lnTo>
                    <a:pt x="5423678" y="4427"/>
                  </a:lnTo>
                  <a:lnTo>
                    <a:pt x="5471951" y="2212"/>
                  </a:lnTo>
                  <a:lnTo>
                    <a:pt x="5503438" y="895"/>
                  </a:lnTo>
                  <a:lnTo>
                    <a:pt x="5520408" y="245"/>
                  </a:lnTo>
                  <a:lnTo>
                    <a:pt x="5526685" y="24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4" y="18"/>
                  </a:lnTo>
                  <a:lnTo>
                    <a:pt x="6530966" y="149"/>
                  </a:lnTo>
                  <a:lnTo>
                    <a:pt x="6549852" y="511"/>
                  </a:lnTo>
                  <a:lnTo>
                    <a:pt x="6583873" y="1224"/>
                  </a:lnTo>
                  <a:lnTo>
                    <a:pt x="6635099" y="2403"/>
                  </a:lnTo>
                  <a:lnTo>
                    <a:pt x="6703815" y="4145"/>
                  </a:lnTo>
                  <a:lnTo>
                    <a:pt x="6788577" y="6523"/>
                  </a:lnTo>
                  <a:lnTo>
                    <a:pt x="6886530" y="9581"/>
                  </a:lnTo>
                  <a:lnTo>
                    <a:pt x="6993926" y="13334"/>
                  </a:lnTo>
                  <a:lnTo>
                    <a:pt x="7106716" y="17779"/>
                  </a:lnTo>
                  <a:lnTo>
                    <a:pt x="7221075" y="22902"/>
                  </a:lnTo>
                  <a:lnTo>
                    <a:pt x="7333773" y="28692"/>
                  </a:lnTo>
                  <a:lnTo>
                    <a:pt x="7442360" y="35143"/>
                  </a:lnTo>
                  <a:lnTo>
                    <a:pt x="7545185" y="42270"/>
                  </a:lnTo>
                  <a:lnTo>
                    <a:pt x="7641321" y="50103"/>
                  </a:lnTo>
                  <a:lnTo>
                    <a:pt x="7730426" y="58697"/>
                  </a:lnTo>
                  <a:lnTo>
                    <a:pt x="7812600" y="68127"/>
                  </a:lnTo>
                  <a:lnTo>
                    <a:pt x="7888250" y="78489"/>
                  </a:lnTo>
                  <a:lnTo>
                    <a:pt x="7957981" y="89896"/>
                  </a:lnTo>
                  <a:lnTo>
                    <a:pt x="8022510" y="102476"/>
                  </a:lnTo>
                  <a:lnTo>
                    <a:pt x="8082608" y="116359"/>
                  </a:lnTo>
                  <a:lnTo>
                    <a:pt x="8139046" y="131670"/>
                  </a:lnTo>
                  <a:lnTo>
                    <a:pt x="8192557" y="148505"/>
                  </a:lnTo>
                  <a:lnTo>
                    <a:pt x="8229629" y="161586"/>
                  </a:lnTo>
                  <a:lnTo>
                    <a:pt x="8287067" y="184207"/>
                  </a:lnTo>
                  <a:lnTo>
                    <a:pt x="8342792" y="208947"/>
                  </a:lnTo>
                  <a:lnTo>
                    <a:pt x="8397399" y="235842"/>
                  </a:lnTo>
                  <a:lnTo>
                    <a:pt x="8451336" y="264868"/>
                  </a:lnTo>
                  <a:lnTo>
                    <a:pt x="8504930" y="295935"/>
                  </a:lnTo>
                  <a:lnTo>
                    <a:pt x="8558407" y="328881"/>
                  </a:lnTo>
                  <a:lnTo>
                    <a:pt x="8611905" y="363471"/>
                  </a:lnTo>
                  <a:lnTo>
                    <a:pt x="8665493" y="399400"/>
                  </a:lnTo>
                  <a:lnTo>
                    <a:pt x="8719182" y="436306"/>
                  </a:lnTo>
                  <a:lnTo>
                    <a:pt x="8772942" y="473778"/>
                  </a:lnTo>
                  <a:lnTo>
                    <a:pt x="8826719" y="511379"/>
                  </a:lnTo>
                  <a:lnTo>
                    <a:pt x="8880455" y="548667"/>
                  </a:lnTo>
                  <a:lnTo>
                    <a:pt x="8934104" y="585214"/>
                  </a:lnTo>
                  <a:lnTo>
                    <a:pt x="8987651" y="620626"/>
                  </a:lnTo>
                  <a:lnTo>
                    <a:pt x="9041128" y="654565"/>
                  </a:lnTo>
                  <a:lnTo>
                    <a:pt x="9094632" y="686753"/>
                  </a:lnTo>
                  <a:lnTo>
                    <a:pt x="9148336" y="716986"/>
                  </a:lnTo>
                  <a:lnTo>
                    <a:pt x="9202505" y="745132"/>
                  </a:lnTo>
                  <a:lnTo>
                    <a:pt x="9257516" y="771129"/>
                  </a:lnTo>
                  <a:lnTo>
                    <a:pt x="9313872" y="794979"/>
                  </a:lnTo>
                  <a:lnTo>
                    <a:pt x="9347647" y="807931"/>
                  </a:lnTo>
                  <a:lnTo>
                    <a:pt x="9399465" y="825888"/>
                  </a:lnTo>
                  <a:lnTo>
                    <a:pt x="9453727" y="842289"/>
                  </a:lnTo>
                  <a:lnTo>
                    <a:pt x="9511114" y="857189"/>
                  </a:lnTo>
                  <a:lnTo>
                    <a:pt x="9572376" y="870693"/>
                  </a:lnTo>
                  <a:lnTo>
                    <a:pt x="9638287" y="882931"/>
                  </a:lnTo>
                  <a:lnTo>
                    <a:pt x="9709608" y="894032"/>
                  </a:lnTo>
                  <a:lnTo>
                    <a:pt x="9787032" y="904122"/>
                  </a:lnTo>
                  <a:lnTo>
                    <a:pt x="9871119" y="913309"/>
                  </a:lnTo>
                  <a:lnTo>
                    <a:pt x="9962202" y="921683"/>
                  </a:lnTo>
                  <a:lnTo>
                    <a:pt x="10060270" y="929314"/>
                  </a:lnTo>
                  <a:lnTo>
                    <a:pt x="10164833" y="936249"/>
                  </a:lnTo>
                  <a:lnTo>
                    <a:pt x="10274772" y="942514"/>
                  </a:lnTo>
                  <a:lnTo>
                    <a:pt x="10388219" y="948118"/>
                  </a:lnTo>
                  <a:lnTo>
                    <a:pt x="10502494" y="953053"/>
                  </a:lnTo>
                  <a:lnTo>
                    <a:pt x="10614175" y="957305"/>
                  </a:lnTo>
                  <a:lnTo>
                    <a:pt x="10719331" y="960863"/>
                  </a:lnTo>
                  <a:lnTo>
                    <a:pt x="10813936" y="963727"/>
                  </a:lnTo>
                  <a:lnTo>
                    <a:pt x="10894436" y="965921"/>
                  </a:lnTo>
                  <a:lnTo>
                    <a:pt x="10958323" y="967497"/>
                  </a:lnTo>
                  <a:lnTo>
                    <a:pt x="11004619" y="968534"/>
                  </a:lnTo>
                  <a:lnTo>
                    <a:pt x="11034115" y="969137"/>
                  </a:lnTo>
                  <a:lnTo>
                    <a:pt x="11049357" y="969422"/>
                  </a:lnTo>
                  <a:lnTo>
                    <a:pt x="11054464" y="969510"/>
                  </a:lnTo>
                  <a:lnTo>
                    <a:pt x="11054891" y="969517"/>
                  </a:lnTo>
                  <a:lnTo>
                    <a:pt x="12049831" y="969517"/>
                  </a:lnTo>
                  <a:lnTo>
                    <a:pt x="12049831" y="9695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5" name="pl1144"/>
            <p:cNvSpPr/>
            <p:nvPr/>
          </p:nvSpPr>
          <p:spPr>
            <a:xfrm>
              <a:off x="1199187" y="2038442"/>
              <a:ext cx="12049831" cy="1959997"/>
            </a:xfrm>
            <a:custGeom>
              <a:avLst/>
              <a:pathLst>
                <a:path w="12049831" h="1959997">
                  <a:moveTo>
                    <a:pt x="12049831" y="969517"/>
                  </a:moveTo>
                  <a:lnTo>
                    <a:pt x="11054891" y="969517"/>
                  </a:lnTo>
                  <a:lnTo>
                    <a:pt x="11053762" y="969498"/>
                  </a:lnTo>
                  <a:lnTo>
                    <a:pt x="11046311" y="969367"/>
                  </a:lnTo>
                  <a:lnTo>
                    <a:pt x="11027425" y="969005"/>
                  </a:lnTo>
                  <a:lnTo>
                    <a:pt x="10993403" y="968292"/>
                  </a:lnTo>
                  <a:lnTo>
                    <a:pt x="10942177" y="967113"/>
                  </a:lnTo>
                  <a:lnTo>
                    <a:pt x="10873462" y="965371"/>
                  </a:lnTo>
                  <a:lnTo>
                    <a:pt x="10788700" y="962993"/>
                  </a:lnTo>
                  <a:lnTo>
                    <a:pt x="10690746" y="959936"/>
                  </a:lnTo>
                  <a:lnTo>
                    <a:pt x="10583350" y="956183"/>
                  </a:lnTo>
                  <a:lnTo>
                    <a:pt x="10470561" y="951738"/>
                  </a:lnTo>
                  <a:lnTo>
                    <a:pt x="10356202" y="946614"/>
                  </a:lnTo>
                  <a:lnTo>
                    <a:pt x="10243503" y="940825"/>
                  </a:lnTo>
                  <a:lnTo>
                    <a:pt x="10134916" y="934373"/>
                  </a:lnTo>
                  <a:lnTo>
                    <a:pt x="10032091" y="927247"/>
                  </a:lnTo>
                  <a:lnTo>
                    <a:pt x="9935955" y="919413"/>
                  </a:lnTo>
                  <a:lnTo>
                    <a:pt x="9846850" y="910819"/>
                  </a:lnTo>
                  <a:lnTo>
                    <a:pt x="9764676" y="901389"/>
                  </a:lnTo>
                  <a:lnTo>
                    <a:pt x="9689026" y="891027"/>
                  </a:lnTo>
                  <a:lnTo>
                    <a:pt x="9619296" y="879620"/>
                  </a:lnTo>
                  <a:lnTo>
                    <a:pt x="9554766" y="867041"/>
                  </a:lnTo>
                  <a:lnTo>
                    <a:pt x="9494669" y="853158"/>
                  </a:lnTo>
                  <a:lnTo>
                    <a:pt x="9438231" y="837846"/>
                  </a:lnTo>
                  <a:lnTo>
                    <a:pt x="9384719" y="821012"/>
                  </a:lnTo>
                  <a:lnTo>
                    <a:pt x="9347647" y="807931"/>
                  </a:lnTo>
                  <a:lnTo>
                    <a:pt x="9290209" y="785309"/>
                  </a:lnTo>
                  <a:lnTo>
                    <a:pt x="9234484" y="760569"/>
                  </a:lnTo>
                  <a:lnTo>
                    <a:pt x="9179877" y="733674"/>
                  </a:lnTo>
                  <a:lnTo>
                    <a:pt x="9125940" y="704648"/>
                  </a:lnTo>
                  <a:lnTo>
                    <a:pt x="9072346" y="673581"/>
                  </a:lnTo>
                  <a:lnTo>
                    <a:pt x="9018870" y="640635"/>
                  </a:lnTo>
                  <a:lnTo>
                    <a:pt x="8965371" y="606046"/>
                  </a:lnTo>
                  <a:lnTo>
                    <a:pt x="8911783" y="570116"/>
                  </a:lnTo>
                  <a:lnTo>
                    <a:pt x="8858094" y="533211"/>
                  </a:lnTo>
                  <a:lnTo>
                    <a:pt x="8804334" y="495739"/>
                  </a:lnTo>
                  <a:lnTo>
                    <a:pt x="8750557" y="458137"/>
                  </a:lnTo>
                  <a:lnTo>
                    <a:pt x="8696821" y="420849"/>
                  </a:lnTo>
                  <a:lnTo>
                    <a:pt x="8643173" y="384303"/>
                  </a:lnTo>
                  <a:lnTo>
                    <a:pt x="8589626" y="348890"/>
                  </a:lnTo>
                  <a:lnTo>
                    <a:pt x="8536149" y="314951"/>
                  </a:lnTo>
                  <a:lnTo>
                    <a:pt x="8482645" y="282763"/>
                  </a:lnTo>
                  <a:lnTo>
                    <a:pt x="8428941" y="252530"/>
                  </a:lnTo>
                  <a:lnTo>
                    <a:pt x="8374771" y="224384"/>
                  </a:lnTo>
                  <a:lnTo>
                    <a:pt x="8319761" y="198387"/>
                  </a:lnTo>
                  <a:lnTo>
                    <a:pt x="8263404" y="174537"/>
                  </a:lnTo>
                  <a:lnTo>
                    <a:pt x="8229629" y="161586"/>
                  </a:lnTo>
                  <a:lnTo>
                    <a:pt x="8177812" y="143628"/>
                  </a:lnTo>
                  <a:lnTo>
                    <a:pt x="8123550" y="127227"/>
                  </a:lnTo>
                  <a:lnTo>
                    <a:pt x="8066163" y="112328"/>
                  </a:lnTo>
                  <a:lnTo>
                    <a:pt x="8004901" y="98823"/>
                  </a:lnTo>
                  <a:lnTo>
                    <a:pt x="7938990" y="86586"/>
                  </a:lnTo>
                  <a:lnTo>
                    <a:pt x="7867669" y="75484"/>
                  </a:lnTo>
                  <a:lnTo>
                    <a:pt x="7790244" y="65394"/>
                  </a:lnTo>
                  <a:lnTo>
                    <a:pt x="7706157" y="56207"/>
                  </a:lnTo>
                  <a:lnTo>
                    <a:pt x="7615075" y="47833"/>
                  </a:lnTo>
                  <a:lnTo>
                    <a:pt x="7517007" y="40202"/>
                  </a:lnTo>
                  <a:lnTo>
                    <a:pt x="7412444" y="33268"/>
                  </a:lnTo>
                  <a:lnTo>
                    <a:pt x="7302504" y="27002"/>
                  </a:lnTo>
                  <a:lnTo>
                    <a:pt x="7189058" y="21398"/>
                  </a:lnTo>
                  <a:lnTo>
                    <a:pt x="7074783" y="16463"/>
                  </a:lnTo>
                  <a:lnTo>
                    <a:pt x="6963101" y="12211"/>
                  </a:lnTo>
                  <a:lnTo>
                    <a:pt x="6857946" y="8654"/>
                  </a:lnTo>
                  <a:lnTo>
                    <a:pt x="6763340" y="5790"/>
                  </a:lnTo>
                  <a:lnTo>
                    <a:pt x="6682841" y="3596"/>
                  </a:lnTo>
                  <a:lnTo>
                    <a:pt x="6618953" y="2020"/>
                  </a:lnTo>
                  <a:lnTo>
                    <a:pt x="6572657" y="982"/>
                  </a:lnTo>
                  <a:lnTo>
                    <a:pt x="6543162" y="379"/>
                  </a:lnTo>
                  <a:lnTo>
                    <a:pt x="6527919" y="94"/>
                  </a:lnTo>
                  <a:lnTo>
                    <a:pt x="6522812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9" y="36"/>
                  </a:lnTo>
                  <a:lnTo>
                    <a:pt x="5519031" y="295"/>
                  </a:lnTo>
                  <a:lnTo>
                    <a:pt x="5500500" y="1012"/>
                  </a:lnTo>
                  <a:lnTo>
                    <a:pt x="5467095" y="2425"/>
                  </a:lnTo>
                  <a:lnTo>
                    <a:pt x="5416745" y="4761"/>
                  </a:lnTo>
                  <a:lnTo>
                    <a:pt x="5349120" y="8215"/>
                  </a:lnTo>
                  <a:lnTo>
                    <a:pt x="5265574" y="12931"/>
                  </a:lnTo>
                  <a:lnTo>
                    <a:pt x="5168857" y="19000"/>
                  </a:lnTo>
                  <a:lnTo>
                    <a:pt x="5062610" y="26456"/>
                  </a:lnTo>
                  <a:lnTo>
                    <a:pt x="4950803" y="35293"/>
                  </a:lnTo>
                  <a:lnTo>
                    <a:pt x="4837209" y="45486"/>
                  </a:lnTo>
                  <a:lnTo>
                    <a:pt x="4725043" y="57008"/>
                  </a:lnTo>
                  <a:lnTo>
                    <a:pt x="4616769" y="69851"/>
                  </a:lnTo>
                  <a:lnTo>
                    <a:pt x="4514068" y="84035"/>
                  </a:lnTo>
                  <a:lnTo>
                    <a:pt x="4417907" y="99622"/>
                  </a:lnTo>
                  <a:lnTo>
                    <a:pt x="4328671" y="116713"/>
                  </a:lnTo>
                  <a:lnTo>
                    <a:pt x="4246301" y="135453"/>
                  </a:lnTo>
                  <a:lnTo>
                    <a:pt x="4170426" y="156028"/>
                  </a:lnTo>
                  <a:lnTo>
                    <a:pt x="4100470" y="178658"/>
                  </a:lnTo>
                  <a:lnTo>
                    <a:pt x="4035740" y="203593"/>
                  </a:lnTo>
                  <a:lnTo>
                    <a:pt x="3975485" y="231093"/>
                  </a:lnTo>
                  <a:lnTo>
                    <a:pt x="3918948" y="261409"/>
                  </a:lnTo>
                  <a:lnTo>
                    <a:pt x="3865401" y="294741"/>
                  </a:lnTo>
                  <a:lnTo>
                    <a:pt x="3820202" y="326666"/>
                  </a:lnTo>
                  <a:lnTo>
                    <a:pt x="3770313" y="366052"/>
                  </a:lnTo>
                  <a:lnTo>
                    <a:pt x="3721778" y="408642"/>
                  </a:lnTo>
                  <a:lnTo>
                    <a:pt x="3674187" y="454498"/>
                  </a:lnTo>
                  <a:lnTo>
                    <a:pt x="3627220" y="503618"/>
                  </a:lnTo>
                  <a:lnTo>
                    <a:pt x="3580629" y="555925"/>
                  </a:lnTo>
                  <a:lnTo>
                    <a:pt x="3534231" y="611263"/>
                  </a:lnTo>
                  <a:lnTo>
                    <a:pt x="3487894" y="669394"/>
                  </a:lnTo>
                  <a:lnTo>
                    <a:pt x="3441534" y="729995"/>
                  </a:lnTo>
                  <a:lnTo>
                    <a:pt x="3395108" y="792666"/>
                  </a:lnTo>
                  <a:lnTo>
                    <a:pt x="3348604" y="856937"/>
                  </a:lnTo>
                  <a:lnTo>
                    <a:pt x="3302037" y="922284"/>
                  </a:lnTo>
                  <a:lnTo>
                    <a:pt x="3255436" y="988141"/>
                  </a:lnTo>
                  <a:lnTo>
                    <a:pt x="3208840" y="1053925"/>
                  </a:lnTo>
                  <a:lnTo>
                    <a:pt x="3162286" y="1119058"/>
                  </a:lnTo>
                  <a:lnTo>
                    <a:pt x="3115801" y="1182981"/>
                  </a:lnTo>
                  <a:lnTo>
                    <a:pt x="3069393" y="1245181"/>
                  </a:lnTo>
                  <a:lnTo>
                    <a:pt x="3023045" y="1305206"/>
                  </a:lnTo>
                  <a:lnTo>
                    <a:pt x="2976702" y="1362674"/>
                  </a:lnTo>
                  <a:lnTo>
                    <a:pt x="2930270" y="1417282"/>
                  </a:lnTo>
                  <a:lnTo>
                    <a:pt x="2883606" y="1468814"/>
                  </a:lnTo>
                  <a:lnTo>
                    <a:pt x="2836510" y="1517132"/>
                  </a:lnTo>
                  <a:lnTo>
                    <a:pt x="2788719" y="1562178"/>
                  </a:lnTo>
                  <a:lnTo>
                    <a:pt x="2739891" y="1603969"/>
                  </a:lnTo>
                  <a:lnTo>
                    <a:pt x="2702183" y="1633330"/>
                  </a:lnTo>
                  <a:lnTo>
                    <a:pt x="2650722" y="1669400"/>
                  </a:lnTo>
                  <a:lnTo>
                    <a:pt x="2596854" y="1702364"/>
                  </a:lnTo>
                  <a:lnTo>
                    <a:pt x="2539912" y="1732331"/>
                  </a:lnTo>
                  <a:lnTo>
                    <a:pt x="2479163" y="1759511"/>
                  </a:lnTo>
                  <a:lnTo>
                    <a:pt x="2413848" y="1784157"/>
                  </a:lnTo>
                  <a:lnTo>
                    <a:pt x="2343220" y="1806530"/>
                  </a:lnTo>
                  <a:lnTo>
                    <a:pt x="2266596" y="1826874"/>
                  </a:lnTo>
                  <a:lnTo>
                    <a:pt x="2183420" y="1845408"/>
                  </a:lnTo>
                  <a:lnTo>
                    <a:pt x="2093353" y="1862313"/>
                  </a:lnTo>
                  <a:lnTo>
                    <a:pt x="1996380" y="1877727"/>
                  </a:lnTo>
                  <a:lnTo>
                    <a:pt x="1892949" y="1891749"/>
                  </a:lnTo>
                  <a:lnTo>
                    <a:pt x="1784107" y="1904433"/>
                  </a:lnTo>
                  <a:lnTo>
                    <a:pt x="1671625" y="1915798"/>
                  </a:lnTo>
                  <a:lnTo>
                    <a:pt x="1558062" y="1925830"/>
                  </a:lnTo>
                  <a:lnTo>
                    <a:pt x="1446713" y="1934504"/>
                  </a:lnTo>
                  <a:lnTo>
                    <a:pt x="1341397" y="1941794"/>
                  </a:lnTo>
                  <a:lnTo>
                    <a:pt x="1246074" y="1947698"/>
                  </a:lnTo>
                  <a:lnTo>
                    <a:pt x="1164309" y="1952258"/>
                  </a:lnTo>
                  <a:lnTo>
                    <a:pt x="1098707" y="1955569"/>
                  </a:lnTo>
                  <a:lnTo>
                    <a:pt x="1050434" y="1957784"/>
                  </a:lnTo>
                  <a:lnTo>
                    <a:pt x="1018947" y="1959101"/>
                  </a:lnTo>
                  <a:lnTo>
                    <a:pt x="1001977" y="1959751"/>
                  </a:lnTo>
                  <a:lnTo>
                    <a:pt x="995700" y="1959972"/>
                  </a:lnTo>
                  <a:lnTo>
                    <a:pt x="994940" y="1959997"/>
                  </a:lnTo>
                  <a:lnTo>
                    <a:pt x="0" y="1959997"/>
                  </a:lnTo>
                  <a:lnTo>
                    <a:pt x="0" y="19599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6" name="pg1145"/>
            <p:cNvSpPr/>
            <p:nvPr/>
          </p:nvSpPr>
          <p:spPr>
            <a:xfrm>
              <a:off x="1199187" y="2064645"/>
              <a:ext cx="12049831" cy="1959997"/>
            </a:xfrm>
            <a:custGeom>
              <a:avLst/>
              <a:pathLst>
                <a:path w="12049831" h="1959997">
                  <a:moveTo>
                    <a:pt x="0" y="1959997"/>
                  </a:moveTo>
                  <a:lnTo>
                    <a:pt x="994940" y="1959997"/>
                  </a:lnTo>
                  <a:lnTo>
                    <a:pt x="996047" y="1959960"/>
                  </a:lnTo>
                  <a:lnTo>
                    <a:pt x="1003356" y="1959702"/>
                  </a:lnTo>
                  <a:lnTo>
                    <a:pt x="1021892" y="1958989"/>
                  </a:lnTo>
                  <a:lnTo>
                    <a:pt x="1055306" y="1957583"/>
                  </a:lnTo>
                  <a:lnTo>
                    <a:pt x="1105668" y="1955259"/>
                  </a:lnTo>
                  <a:lnTo>
                    <a:pt x="1173308" y="1951823"/>
                  </a:lnTo>
                  <a:lnTo>
                    <a:pt x="1256870" y="1947131"/>
                  </a:lnTo>
                  <a:lnTo>
                    <a:pt x="1353605" y="1941093"/>
                  </a:lnTo>
                  <a:lnTo>
                    <a:pt x="1459868" y="1933675"/>
                  </a:lnTo>
                  <a:lnTo>
                    <a:pt x="1571689" y="1924883"/>
                  </a:lnTo>
                  <a:lnTo>
                    <a:pt x="1685293" y="1914742"/>
                  </a:lnTo>
                  <a:lnTo>
                    <a:pt x="1797467" y="1903279"/>
                  </a:lnTo>
                  <a:lnTo>
                    <a:pt x="1905745" y="1890502"/>
                  </a:lnTo>
                  <a:lnTo>
                    <a:pt x="2008449" y="1876391"/>
                  </a:lnTo>
                  <a:lnTo>
                    <a:pt x="2104609" y="1860884"/>
                  </a:lnTo>
                  <a:lnTo>
                    <a:pt x="2193843" y="1843881"/>
                  </a:lnTo>
                  <a:lnTo>
                    <a:pt x="2276211" y="1825236"/>
                  </a:lnTo>
                  <a:lnTo>
                    <a:pt x="2352083" y="1804767"/>
                  </a:lnTo>
                  <a:lnTo>
                    <a:pt x="2422036" y="1782251"/>
                  </a:lnTo>
                  <a:lnTo>
                    <a:pt x="2486763" y="1757443"/>
                  </a:lnTo>
                  <a:lnTo>
                    <a:pt x="2547015" y="1730082"/>
                  </a:lnTo>
                  <a:lnTo>
                    <a:pt x="2603551" y="1699920"/>
                  </a:lnTo>
                  <a:lnTo>
                    <a:pt x="2657097" y="1666756"/>
                  </a:lnTo>
                  <a:lnTo>
                    <a:pt x="2702183" y="1635077"/>
                  </a:lnTo>
                  <a:lnTo>
                    <a:pt x="2752148" y="1595839"/>
                  </a:lnTo>
                  <a:lnTo>
                    <a:pt x="2800756" y="1553404"/>
                  </a:lnTo>
                  <a:lnTo>
                    <a:pt x="2848417" y="1507710"/>
                  </a:lnTo>
                  <a:lnTo>
                    <a:pt x="2895454" y="1458759"/>
                  </a:lnTo>
                  <a:lnTo>
                    <a:pt x="2942115" y="1406630"/>
                  </a:lnTo>
                  <a:lnTo>
                    <a:pt x="2988584" y="1351478"/>
                  </a:lnTo>
                  <a:lnTo>
                    <a:pt x="3034993" y="1293542"/>
                  </a:lnTo>
                  <a:lnTo>
                    <a:pt x="3081425" y="1233146"/>
                  </a:lnTo>
                  <a:lnTo>
                    <a:pt x="3127923" y="1170690"/>
                  </a:lnTo>
                  <a:lnTo>
                    <a:pt x="3174500" y="1106644"/>
                  </a:lnTo>
                  <a:lnTo>
                    <a:pt x="3221140" y="1041533"/>
                  </a:lnTo>
                  <a:lnTo>
                    <a:pt x="3267814" y="975924"/>
                  </a:lnTo>
                  <a:lnTo>
                    <a:pt x="3314481" y="910397"/>
                  </a:lnTo>
                  <a:lnTo>
                    <a:pt x="3361106" y="845532"/>
                  </a:lnTo>
                  <a:lnTo>
                    <a:pt x="3407661" y="781886"/>
                  </a:lnTo>
                  <a:lnTo>
                    <a:pt x="3454138" y="719969"/>
                  </a:lnTo>
                  <a:lnTo>
                    <a:pt x="3500558" y="660234"/>
                  </a:lnTo>
                  <a:lnTo>
                    <a:pt x="3546973" y="603059"/>
                  </a:lnTo>
                  <a:lnTo>
                    <a:pt x="3593481" y="548743"/>
                  </a:lnTo>
                  <a:lnTo>
                    <a:pt x="3640227" y="497503"/>
                  </a:lnTo>
                  <a:lnTo>
                    <a:pt x="3687413" y="449472"/>
                  </a:lnTo>
                  <a:lnTo>
                    <a:pt x="3735307" y="404705"/>
                  </a:lnTo>
                  <a:lnTo>
                    <a:pt x="3784254" y="363186"/>
                  </a:lnTo>
                  <a:lnTo>
                    <a:pt x="3820202" y="335400"/>
                  </a:lnTo>
                  <a:lnTo>
                    <a:pt x="3871668" y="299520"/>
                  </a:lnTo>
                  <a:lnTo>
                    <a:pt x="3925541" y="266730"/>
                  </a:lnTo>
                  <a:lnTo>
                    <a:pt x="3982489" y="236921"/>
                  </a:lnTo>
                  <a:lnTo>
                    <a:pt x="4043245" y="209884"/>
                  </a:lnTo>
                  <a:lnTo>
                    <a:pt x="4108569" y="185369"/>
                  </a:lnTo>
                  <a:lnTo>
                    <a:pt x="4179207" y="163115"/>
                  </a:lnTo>
                  <a:lnTo>
                    <a:pt x="4255842" y="142878"/>
                  </a:lnTo>
                  <a:lnTo>
                    <a:pt x="4339030" y="124443"/>
                  </a:lnTo>
                  <a:lnTo>
                    <a:pt x="4429111" y="107629"/>
                  </a:lnTo>
                  <a:lnTo>
                    <a:pt x="4526099" y="92296"/>
                  </a:lnTo>
                  <a:lnTo>
                    <a:pt x="4629546" y="78350"/>
                  </a:lnTo>
                  <a:lnTo>
                    <a:pt x="4738403" y="65733"/>
                  </a:lnTo>
                  <a:lnTo>
                    <a:pt x="4850899" y="54430"/>
                  </a:lnTo>
                  <a:lnTo>
                    <a:pt x="4964472" y="44452"/>
                  </a:lnTo>
                  <a:lnTo>
                    <a:pt x="5075826" y="35826"/>
                  </a:lnTo>
                  <a:lnTo>
                    <a:pt x="5181140" y="28576"/>
                  </a:lnTo>
                  <a:lnTo>
                    <a:pt x="5276454" y="22705"/>
                  </a:lnTo>
                  <a:lnTo>
                    <a:pt x="5358202" y="18171"/>
                  </a:lnTo>
                  <a:lnTo>
                    <a:pt x="5423780" y="14880"/>
                  </a:lnTo>
                  <a:lnTo>
                    <a:pt x="5472026" y="12678"/>
                  </a:lnTo>
                  <a:lnTo>
                    <a:pt x="5503485" y="11369"/>
                  </a:lnTo>
                  <a:lnTo>
                    <a:pt x="5520430" y="10724"/>
                  </a:lnTo>
                  <a:lnTo>
                    <a:pt x="5526691" y="10505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506" y="10508"/>
                  </a:lnTo>
                  <a:lnTo>
                    <a:pt x="6530899" y="10702"/>
                  </a:lnTo>
                  <a:lnTo>
                    <a:pt x="6549642" y="11237"/>
                  </a:lnTo>
                  <a:lnTo>
                    <a:pt x="6583416" y="12293"/>
                  </a:lnTo>
                  <a:lnTo>
                    <a:pt x="6634289" y="14038"/>
                  </a:lnTo>
                  <a:lnTo>
                    <a:pt x="6702567" y="16617"/>
                  </a:lnTo>
                  <a:lnTo>
                    <a:pt x="6786840" y="20137"/>
                  </a:lnTo>
                  <a:lnTo>
                    <a:pt x="6884298" y="24665"/>
                  </a:lnTo>
                  <a:lnTo>
                    <a:pt x="6991234" y="30225"/>
                  </a:lnTo>
                  <a:lnTo>
                    <a:pt x="7103631" y="36813"/>
                  </a:lnTo>
                  <a:lnTo>
                    <a:pt x="7217685" y="44408"/>
                  </a:lnTo>
                  <a:lnTo>
                    <a:pt x="7330172" y="52991"/>
                  </a:lnTo>
                  <a:lnTo>
                    <a:pt x="7438636" y="62557"/>
                  </a:lnTo>
                  <a:lnTo>
                    <a:pt x="7541413" y="73122"/>
                  </a:lnTo>
                  <a:lnTo>
                    <a:pt x="7637560" y="84735"/>
                  </a:lnTo>
                  <a:lnTo>
                    <a:pt x="7726719" y="97472"/>
                  </a:lnTo>
                  <a:lnTo>
                    <a:pt x="7808972" y="111444"/>
                  </a:lnTo>
                  <a:lnTo>
                    <a:pt x="7884713" y="126792"/>
                  </a:lnTo>
                  <a:lnTo>
                    <a:pt x="7954533" y="143682"/>
                  </a:lnTo>
                  <a:lnTo>
                    <a:pt x="8019143" y="162302"/>
                  </a:lnTo>
                  <a:lnTo>
                    <a:pt x="8079303" y="182845"/>
                  </a:lnTo>
                  <a:lnTo>
                    <a:pt x="8135779" y="205498"/>
                  </a:lnTo>
                  <a:lnTo>
                    <a:pt x="8189304" y="230406"/>
                  </a:lnTo>
                  <a:lnTo>
                    <a:pt x="8229629" y="251550"/>
                  </a:lnTo>
                  <a:lnTo>
                    <a:pt x="8283407" y="283019"/>
                  </a:lnTo>
                  <a:lnTo>
                    <a:pt x="8335650" y="317248"/>
                  </a:lnTo>
                  <a:lnTo>
                    <a:pt x="8386856" y="354287"/>
                  </a:lnTo>
                  <a:lnTo>
                    <a:pt x="8437411" y="394121"/>
                  </a:lnTo>
                  <a:lnTo>
                    <a:pt x="8487601" y="436659"/>
                  </a:lnTo>
                  <a:lnTo>
                    <a:pt x="8537634" y="481728"/>
                  </a:lnTo>
                  <a:lnTo>
                    <a:pt x="8587648" y="529074"/>
                  </a:lnTo>
                  <a:lnTo>
                    <a:pt x="8637721" y="578359"/>
                  </a:lnTo>
                  <a:lnTo>
                    <a:pt x="8687883" y="629173"/>
                  </a:lnTo>
                  <a:lnTo>
                    <a:pt x="8738127" y="681045"/>
                  </a:lnTo>
                  <a:lnTo>
                    <a:pt x="8788417" y="733457"/>
                  </a:lnTo>
                  <a:lnTo>
                    <a:pt x="8838708" y="785872"/>
                  </a:lnTo>
                  <a:lnTo>
                    <a:pt x="8888951" y="837751"/>
                  </a:lnTo>
                  <a:lnTo>
                    <a:pt x="8939114" y="888576"/>
                  </a:lnTo>
                  <a:lnTo>
                    <a:pt x="8989188" y="937877"/>
                  </a:lnTo>
                  <a:lnTo>
                    <a:pt x="9039202" y="985241"/>
                  </a:lnTo>
                  <a:lnTo>
                    <a:pt x="9089235" y="1030332"/>
                  </a:lnTo>
                  <a:lnTo>
                    <a:pt x="9139423" y="1072893"/>
                  </a:lnTo>
                  <a:lnTo>
                    <a:pt x="9189973" y="1112751"/>
                  </a:lnTo>
                  <a:lnTo>
                    <a:pt x="9241172" y="1149815"/>
                  </a:lnTo>
                  <a:lnTo>
                    <a:pt x="9293404" y="1184068"/>
                  </a:lnTo>
                  <a:lnTo>
                    <a:pt x="9347166" y="1215561"/>
                  </a:lnTo>
                  <a:lnTo>
                    <a:pt x="9347647" y="1215827"/>
                  </a:lnTo>
                  <a:lnTo>
                    <a:pt x="9399322" y="1242548"/>
                  </a:lnTo>
                  <a:lnTo>
                    <a:pt x="9453426" y="1266959"/>
                  </a:lnTo>
                  <a:lnTo>
                    <a:pt x="9510634" y="1289143"/>
                  </a:lnTo>
                  <a:lnTo>
                    <a:pt x="9571690" y="1309254"/>
                  </a:lnTo>
                  <a:lnTo>
                    <a:pt x="9637362" y="1327483"/>
                  </a:lnTo>
                  <a:lnTo>
                    <a:pt x="9708404" y="1344025"/>
                  </a:lnTo>
                  <a:lnTo>
                    <a:pt x="9785507" y="1359062"/>
                  </a:lnTo>
                  <a:lnTo>
                    <a:pt x="9869228" y="1372757"/>
                  </a:lnTo>
                  <a:lnTo>
                    <a:pt x="9959903" y="1385243"/>
                  </a:lnTo>
                  <a:lnTo>
                    <a:pt x="10057531" y="1396624"/>
                  </a:lnTo>
                  <a:lnTo>
                    <a:pt x="10161639" y="1406970"/>
                  </a:lnTo>
                  <a:lnTo>
                    <a:pt x="10271140" y="1416323"/>
                  </a:lnTo>
                  <a:lnTo>
                    <a:pt x="10384201" y="1424694"/>
                  </a:lnTo>
                  <a:lnTo>
                    <a:pt x="10498194" y="1432073"/>
                  </a:lnTo>
                  <a:lnTo>
                    <a:pt x="10609748" y="1438440"/>
                  </a:lnTo>
                  <a:lnTo>
                    <a:pt x="10714974" y="1443777"/>
                  </a:lnTo>
                  <a:lnTo>
                    <a:pt x="10809875" y="1448084"/>
                  </a:lnTo>
                  <a:lnTo>
                    <a:pt x="10890889" y="1451394"/>
                  </a:lnTo>
                  <a:lnTo>
                    <a:pt x="10955470" y="1453782"/>
                  </a:lnTo>
                  <a:lnTo>
                    <a:pt x="11002562" y="1455364"/>
                  </a:lnTo>
                  <a:lnTo>
                    <a:pt x="11032854" y="1456293"/>
                  </a:lnTo>
                  <a:lnTo>
                    <a:pt x="11048782" y="1456739"/>
                  </a:lnTo>
                  <a:lnTo>
                    <a:pt x="11054345" y="1456883"/>
                  </a:lnTo>
                  <a:lnTo>
                    <a:pt x="11054891" y="1456896"/>
                  </a:lnTo>
                  <a:lnTo>
                    <a:pt x="12049831" y="1456896"/>
                  </a:lnTo>
                  <a:lnTo>
                    <a:pt x="12049831" y="1446415"/>
                  </a:lnTo>
                  <a:lnTo>
                    <a:pt x="11054891" y="1446415"/>
                  </a:lnTo>
                  <a:lnTo>
                    <a:pt x="11053771" y="1446387"/>
                  </a:lnTo>
                  <a:lnTo>
                    <a:pt x="11046378" y="1446193"/>
                  </a:lnTo>
                  <a:lnTo>
                    <a:pt x="11027635" y="1445658"/>
                  </a:lnTo>
                  <a:lnTo>
                    <a:pt x="10993861" y="1444602"/>
                  </a:lnTo>
                  <a:lnTo>
                    <a:pt x="10942988" y="1442857"/>
                  </a:lnTo>
                  <a:lnTo>
                    <a:pt x="10874710" y="1440279"/>
                  </a:lnTo>
                  <a:lnTo>
                    <a:pt x="10790436" y="1436758"/>
                  </a:lnTo>
                  <a:lnTo>
                    <a:pt x="10692978" y="1432230"/>
                  </a:lnTo>
                  <a:lnTo>
                    <a:pt x="10586043" y="1426670"/>
                  </a:lnTo>
                  <a:lnTo>
                    <a:pt x="10473646" y="1420083"/>
                  </a:lnTo>
                  <a:lnTo>
                    <a:pt x="10359592" y="1412488"/>
                  </a:lnTo>
                  <a:lnTo>
                    <a:pt x="10247104" y="1403904"/>
                  </a:lnTo>
                  <a:lnTo>
                    <a:pt x="10138641" y="1394339"/>
                  </a:lnTo>
                  <a:lnTo>
                    <a:pt x="10035863" y="1383773"/>
                  </a:lnTo>
                  <a:lnTo>
                    <a:pt x="9939716" y="1372161"/>
                  </a:lnTo>
                  <a:lnTo>
                    <a:pt x="9850557" y="1359423"/>
                  </a:lnTo>
                  <a:lnTo>
                    <a:pt x="9768304" y="1345451"/>
                  </a:lnTo>
                  <a:lnTo>
                    <a:pt x="9692564" y="1330103"/>
                  </a:lnTo>
                  <a:lnTo>
                    <a:pt x="9622743" y="1313213"/>
                  </a:lnTo>
                  <a:lnTo>
                    <a:pt x="9558134" y="1294594"/>
                  </a:lnTo>
                  <a:lnTo>
                    <a:pt x="9497974" y="1274050"/>
                  </a:lnTo>
                  <a:lnTo>
                    <a:pt x="9441497" y="1251397"/>
                  </a:lnTo>
                  <a:lnTo>
                    <a:pt x="9387973" y="1226490"/>
                  </a:lnTo>
                  <a:lnTo>
                    <a:pt x="9347647" y="1205345"/>
                  </a:lnTo>
                  <a:lnTo>
                    <a:pt x="9293869" y="1173876"/>
                  </a:lnTo>
                  <a:lnTo>
                    <a:pt x="9241627" y="1139648"/>
                  </a:lnTo>
                  <a:lnTo>
                    <a:pt x="9190420" y="1102608"/>
                  </a:lnTo>
                  <a:lnTo>
                    <a:pt x="9139866" y="1062774"/>
                  </a:lnTo>
                  <a:lnTo>
                    <a:pt x="9089676" y="1020237"/>
                  </a:lnTo>
                  <a:lnTo>
                    <a:pt x="9039642" y="975167"/>
                  </a:lnTo>
                  <a:lnTo>
                    <a:pt x="8989628" y="927822"/>
                  </a:lnTo>
                  <a:lnTo>
                    <a:pt x="8939555" y="878536"/>
                  </a:lnTo>
                  <a:lnTo>
                    <a:pt x="8889393" y="827722"/>
                  </a:lnTo>
                  <a:lnTo>
                    <a:pt x="8839150" y="775851"/>
                  </a:lnTo>
                  <a:lnTo>
                    <a:pt x="8788860" y="723438"/>
                  </a:lnTo>
                  <a:lnTo>
                    <a:pt x="8738569" y="671023"/>
                  </a:lnTo>
                  <a:lnTo>
                    <a:pt x="8688325" y="619145"/>
                  </a:lnTo>
                  <a:lnTo>
                    <a:pt x="8638162" y="568319"/>
                  </a:lnTo>
                  <a:lnTo>
                    <a:pt x="8588088" y="519018"/>
                  </a:lnTo>
                  <a:lnTo>
                    <a:pt x="8538074" y="471654"/>
                  </a:lnTo>
                  <a:lnTo>
                    <a:pt x="8488042" y="426563"/>
                  </a:lnTo>
                  <a:lnTo>
                    <a:pt x="8437854" y="384002"/>
                  </a:lnTo>
                  <a:lnTo>
                    <a:pt x="8387304" y="344144"/>
                  </a:lnTo>
                  <a:lnTo>
                    <a:pt x="8336104" y="307080"/>
                  </a:lnTo>
                  <a:lnTo>
                    <a:pt x="8283873" y="272827"/>
                  </a:lnTo>
                  <a:lnTo>
                    <a:pt x="8230111" y="241334"/>
                  </a:lnTo>
                  <a:lnTo>
                    <a:pt x="8229629" y="241069"/>
                  </a:lnTo>
                  <a:lnTo>
                    <a:pt x="8177955" y="214347"/>
                  </a:lnTo>
                  <a:lnTo>
                    <a:pt x="8123851" y="189936"/>
                  </a:lnTo>
                  <a:lnTo>
                    <a:pt x="8066642" y="167753"/>
                  </a:lnTo>
                  <a:lnTo>
                    <a:pt x="8005587" y="147641"/>
                  </a:lnTo>
                  <a:lnTo>
                    <a:pt x="7939915" y="129412"/>
                  </a:lnTo>
                  <a:lnTo>
                    <a:pt x="7868872" y="112870"/>
                  </a:lnTo>
                  <a:lnTo>
                    <a:pt x="7791769" y="97833"/>
                  </a:lnTo>
                  <a:lnTo>
                    <a:pt x="7708049" y="84138"/>
                  </a:lnTo>
                  <a:lnTo>
                    <a:pt x="7617374" y="71652"/>
                  </a:lnTo>
                  <a:lnTo>
                    <a:pt x="7519746" y="60272"/>
                  </a:lnTo>
                  <a:lnTo>
                    <a:pt x="7415637" y="49925"/>
                  </a:lnTo>
                  <a:lnTo>
                    <a:pt x="7306137" y="40572"/>
                  </a:lnTo>
                  <a:lnTo>
                    <a:pt x="7193075" y="32201"/>
                  </a:lnTo>
                  <a:lnTo>
                    <a:pt x="7079082" y="24822"/>
                  </a:lnTo>
                  <a:lnTo>
                    <a:pt x="6967529" y="18455"/>
                  </a:lnTo>
                  <a:lnTo>
                    <a:pt x="6862303" y="13118"/>
                  </a:lnTo>
                  <a:lnTo>
                    <a:pt x="6767401" y="8812"/>
                  </a:lnTo>
                  <a:lnTo>
                    <a:pt x="6686387" y="5501"/>
                  </a:lnTo>
                  <a:lnTo>
                    <a:pt x="6621806" y="3113"/>
                  </a:lnTo>
                  <a:lnTo>
                    <a:pt x="6574715" y="1531"/>
                  </a:lnTo>
                  <a:lnTo>
                    <a:pt x="6544423" y="602"/>
                  </a:lnTo>
                  <a:lnTo>
                    <a:pt x="6528494" y="156"/>
                  </a:lnTo>
                  <a:lnTo>
                    <a:pt x="6522931" y="1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8" y="36"/>
                  </a:lnTo>
                  <a:lnTo>
                    <a:pt x="5519029" y="294"/>
                  </a:lnTo>
                  <a:lnTo>
                    <a:pt x="5500493" y="1007"/>
                  </a:lnTo>
                  <a:lnTo>
                    <a:pt x="5467079" y="2413"/>
                  </a:lnTo>
                  <a:lnTo>
                    <a:pt x="5416717" y="4737"/>
                  </a:lnTo>
                  <a:lnTo>
                    <a:pt x="5349077" y="8173"/>
                  </a:lnTo>
                  <a:lnTo>
                    <a:pt x="5265515" y="12866"/>
                  </a:lnTo>
                  <a:lnTo>
                    <a:pt x="5168780" y="18903"/>
                  </a:lnTo>
                  <a:lnTo>
                    <a:pt x="5062517" y="26321"/>
                  </a:lnTo>
                  <a:lnTo>
                    <a:pt x="4950696" y="35113"/>
                  </a:lnTo>
                  <a:lnTo>
                    <a:pt x="4837092" y="45254"/>
                  </a:lnTo>
                  <a:lnTo>
                    <a:pt x="4724918" y="56717"/>
                  </a:lnTo>
                  <a:lnTo>
                    <a:pt x="4616640" y="69494"/>
                  </a:lnTo>
                  <a:lnTo>
                    <a:pt x="4513936" y="83605"/>
                  </a:lnTo>
                  <a:lnTo>
                    <a:pt x="4417776" y="99112"/>
                  </a:lnTo>
                  <a:lnTo>
                    <a:pt x="4328542" y="116115"/>
                  </a:lnTo>
                  <a:lnTo>
                    <a:pt x="4246174" y="134760"/>
                  </a:lnTo>
                  <a:lnTo>
                    <a:pt x="4170302" y="155230"/>
                  </a:lnTo>
                  <a:lnTo>
                    <a:pt x="4100349" y="177745"/>
                  </a:lnTo>
                  <a:lnTo>
                    <a:pt x="4035622" y="202553"/>
                  </a:lnTo>
                  <a:lnTo>
                    <a:pt x="3975370" y="229914"/>
                  </a:lnTo>
                  <a:lnTo>
                    <a:pt x="3918834" y="260077"/>
                  </a:lnTo>
                  <a:lnTo>
                    <a:pt x="3865288" y="293240"/>
                  </a:lnTo>
                  <a:lnTo>
                    <a:pt x="3820202" y="324919"/>
                  </a:lnTo>
                  <a:lnTo>
                    <a:pt x="3770237" y="364157"/>
                  </a:lnTo>
                  <a:lnTo>
                    <a:pt x="3721629" y="406592"/>
                  </a:lnTo>
                  <a:lnTo>
                    <a:pt x="3673968" y="452286"/>
                  </a:lnTo>
                  <a:lnTo>
                    <a:pt x="3626931" y="501237"/>
                  </a:lnTo>
                  <a:lnTo>
                    <a:pt x="3580270" y="553366"/>
                  </a:lnTo>
                  <a:lnTo>
                    <a:pt x="3533801" y="608518"/>
                  </a:lnTo>
                  <a:lnTo>
                    <a:pt x="3487392" y="666454"/>
                  </a:lnTo>
                  <a:lnTo>
                    <a:pt x="3440960" y="726850"/>
                  </a:lnTo>
                  <a:lnTo>
                    <a:pt x="3394462" y="789306"/>
                  </a:lnTo>
                  <a:lnTo>
                    <a:pt x="3347885" y="853353"/>
                  </a:lnTo>
                  <a:lnTo>
                    <a:pt x="3301245" y="918463"/>
                  </a:lnTo>
                  <a:lnTo>
                    <a:pt x="3254571" y="984073"/>
                  </a:lnTo>
                  <a:lnTo>
                    <a:pt x="3207904" y="1049599"/>
                  </a:lnTo>
                  <a:lnTo>
                    <a:pt x="3161279" y="1114464"/>
                  </a:lnTo>
                  <a:lnTo>
                    <a:pt x="3114724" y="1178110"/>
                  </a:lnTo>
                  <a:lnTo>
                    <a:pt x="3068247" y="1240027"/>
                  </a:lnTo>
                  <a:lnTo>
                    <a:pt x="3021827" y="1299762"/>
                  </a:lnTo>
                  <a:lnTo>
                    <a:pt x="2975412" y="1356938"/>
                  </a:lnTo>
                  <a:lnTo>
                    <a:pt x="2928904" y="1411253"/>
                  </a:lnTo>
                  <a:lnTo>
                    <a:pt x="2882158" y="1462493"/>
                  </a:lnTo>
                  <a:lnTo>
                    <a:pt x="2834972" y="1510524"/>
                  </a:lnTo>
                  <a:lnTo>
                    <a:pt x="2787078" y="1555291"/>
                  </a:lnTo>
                  <a:lnTo>
                    <a:pt x="2738131" y="1596810"/>
                  </a:lnTo>
                  <a:lnTo>
                    <a:pt x="2702183" y="1624596"/>
                  </a:lnTo>
                  <a:lnTo>
                    <a:pt x="2650717" y="1660476"/>
                  </a:lnTo>
                  <a:lnTo>
                    <a:pt x="2596844" y="1693266"/>
                  </a:lnTo>
                  <a:lnTo>
                    <a:pt x="2539896" y="1723076"/>
                  </a:lnTo>
                  <a:lnTo>
                    <a:pt x="2479140" y="1750112"/>
                  </a:lnTo>
                  <a:lnTo>
                    <a:pt x="2413816" y="1774627"/>
                  </a:lnTo>
                  <a:lnTo>
                    <a:pt x="2343178" y="1796881"/>
                  </a:lnTo>
                  <a:lnTo>
                    <a:pt x="2266543" y="1817118"/>
                  </a:lnTo>
                  <a:lnTo>
                    <a:pt x="2183355" y="1835553"/>
                  </a:lnTo>
                  <a:lnTo>
                    <a:pt x="2093274" y="1852368"/>
                  </a:lnTo>
                  <a:lnTo>
                    <a:pt x="1996286" y="1867700"/>
                  </a:lnTo>
                  <a:lnTo>
                    <a:pt x="1892839" y="1881647"/>
                  </a:lnTo>
                  <a:lnTo>
                    <a:pt x="1783982" y="1894263"/>
                  </a:lnTo>
                  <a:lnTo>
                    <a:pt x="1671486" y="1905566"/>
                  </a:lnTo>
                  <a:lnTo>
                    <a:pt x="1557913" y="1915544"/>
                  </a:lnTo>
                  <a:lnTo>
                    <a:pt x="1446559" y="1924170"/>
                  </a:lnTo>
                  <a:lnTo>
                    <a:pt x="1341245" y="1931420"/>
                  </a:lnTo>
                  <a:lnTo>
                    <a:pt x="1245931" y="1937291"/>
                  </a:lnTo>
                  <a:lnTo>
                    <a:pt x="1164183" y="1941825"/>
                  </a:lnTo>
                  <a:lnTo>
                    <a:pt x="1098605" y="1945117"/>
                  </a:lnTo>
                  <a:lnTo>
                    <a:pt x="1050359" y="1947318"/>
                  </a:lnTo>
                  <a:lnTo>
                    <a:pt x="1018900" y="1948627"/>
                  </a:lnTo>
                  <a:lnTo>
                    <a:pt x="1001955" y="1949272"/>
                  </a:lnTo>
                  <a:lnTo>
                    <a:pt x="995694" y="1949491"/>
                  </a:lnTo>
                  <a:lnTo>
                    <a:pt x="994940" y="1949515"/>
                  </a:lnTo>
                  <a:lnTo>
                    <a:pt x="0" y="1949515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47" name="pl1146"/>
            <p:cNvSpPr/>
            <p:nvPr/>
          </p:nvSpPr>
          <p:spPr>
            <a:xfrm>
              <a:off x="1199187" y="2075126"/>
              <a:ext cx="12049831" cy="1949515"/>
            </a:xfrm>
            <a:custGeom>
              <a:avLst/>
              <a:pathLst>
                <a:path w="12049831" h="1949515">
                  <a:moveTo>
                    <a:pt x="0" y="1949515"/>
                  </a:moveTo>
                  <a:lnTo>
                    <a:pt x="994940" y="1949515"/>
                  </a:lnTo>
                  <a:lnTo>
                    <a:pt x="996047" y="1949479"/>
                  </a:lnTo>
                  <a:lnTo>
                    <a:pt x="1003356" y="1949221"/>
                  </a:lnTo>
                  <a:lnTo>
                    <a:pt x="1021892" y="1948508"/>
                  </a:lnTo>
                  <a:lnTo>
                    <a:pt x="1055306" y="1947102"/>
                  </a:lnTo>
                  <a:lnTo>
                    <a:pt x="1105668" y="1944778"/>
                  </a:lnTo>
                  <a:lnTo>
                    <a:pt x="1173308" y="1941342"/>
                  </a:lnTo>
                  <a:lnTo>
                    <a:pt x="1256870" y="1936649"/>
                  </a:lnTo>
                  <a:lnTo>
                    <a:pt x="1353605" y="1930611"/>
                  </a:lnTo>
                  <a:lnTo>
                    <a:pt x="1459868" y="1923194"/>
                  </a:lnTo>
                  <a:lnTo>
                    <a:pt x="1571689" y="1914401"/>
                  </a:lnTo>
                  <a:lnTo>
                    <a:pt x="1685293" y="1904261"/>
                  </a:lnTo>
                  <a:lnTo>
                    <a:pt x="1797467" y="1892798"/>
                  </a:lnTo>
                  <a:lnTo>
                    <a:pt x="1905745" y="1880021"/>
                  </a:lnTo>
                  <a:lnTo>
                    <a:pt x="2008449" y="1865909"/>
                  </a:lnTo>
                  <a:lnTo>
                    <a:pt x="2104609" y="1850403"/>
                  </a:lnTo>
                  <a:lnTo>
                    <a:pt x="2193843" y="1833399"/>
                  </a:lnTo>
                  <a:lnTo>
                    <a:pt x="2276211" y="1814755"/>
                  </a:lnTo>
                  <a:lnTo>
                    <a:pt x="2352083" y="1794285"/>
                  </a:lnTo>
                  <a:lnTo>
                    <a:pt x="2422036" y="1771770"/>
                  </a:lnTo>
                  <a:lnTo>
                    <a:pt x="2486763" y="1746962"/>
                  </a:lnTo>
                  <a:lnTo>
                    <a:pt x="2547015" y="1719601"/>
                  </a:lnTo>
                  <a:lnTo>
                    <a:pt x="2603551" y="1689438"/>
                  </a:lnTo>
                  <a:lnTo>
                    <a:pt x="2657097" y="1656275"/>
                  </a:lnTo>
                  <a:lnTo>
                    <a:pt x="2702183" y="1624596"/>
                  </a:lnTo>
                  <a:lnTo>
                    <a:pt x="2752148" y="1585358"/>
                  </a:lnTo>
                  <a:lnTo>
                    <a:pt x="2800756" y="1542923"/>
                  </a:lnTo>
                  <a:lnTo>
                    <a:pt x="2848417" y="1497228"/>
                  </a:lnTo>
                  <a:lnTo>
                    <a:pt x="2895454" y="1448278"/>
                  </a:lnTo>
                  <a:lnTo>
                    <a:pt x="2942115" y="1396149"/>
                  </a:lnTo>
                  <a:lnTo>
                    <a:pt x="2988584" y="1340996"/>
                  </a:lnTo>
                  <a:lnTo>
                    <a:pt x="3034993" y="1283061"/>
                  </a:lnTo>
                  <a:lnTo>
                    <a:pt x="3081425" y="1222665"/>
                  </a:lnTo>
                  <a:lnTo>
                    <a:pt x="3127923" y="1160208"/>
                  </a:lnTo>
                  <a:lnTo>
                    <a:pt x="3174500" y="1096162"/>
                  </a:lnTo>
                  <a:lnTo>
                    <a:pt x="3221140" y="1031052"/>
                  </a:lnTo>
                  <a:lnTo>
                    <a:pt x="3267814" y="965442"/>
                  </a:lnTo>
                  <a:lnTo>
                    <a:pt x="3314481" y="899915"/>
                  </a:lnTo>
                  <a:lnTo>
                    <a:pt x="3361106" y="835051"/>
                  </a:lnTo>
                  <a:lnTo>
                    <a:pt x="3407661" y="771405"/>
                  </a:lnTo>
                  <a:lnTo>
                    <a:pt x="3454138" y="709488"/>
                  </a:lnTo>
                  <a:lnTo>
                    <a:pt x="3500558" y="649752"/>
                  </a:lnTo>
                  <a:lnTo>
                    <a:pt x="3546973" y="592577"/>
                  </a:lnTo>
                  <a:lnTo>
                    <a:pt x="3593481" y="538262"/>
                  </a:lnTo>
                  <a:lnTo>
                    <a:pt x="3640227" y="487022"/>
                  </a:lnTo>
                  <a:lnTo>
                    <a:pt x="3687413" y="438991"/>
                  </a:lnTo>
                  <a:lnTo>
                    <a:pt x="3735307" y="394224"/>
                  </a:lnTo>
                  <a:lnTo>
                    <a:pt x="3784254" y="352705"/>
                  </a:lnTo>
                  <a:lnTo>
                    <a:pt x="3820202" y="324919"/>
                  </a:lnTo>
                  <a:lnTo>
                    <a:pt x="3871668" y="289039"/>
                  </a:lnTo>
                  <a:lnTo>
                    <a:pt x="3925541" y="256249"/>
                  </a:lnTo>
                  <a:lnTo>
                    <a:pt x="3982489" y="226439"/>
                  </a:lnTo>
                  <a:lnTo>
                    <a:pt x="4043245" y="199403"/>
                  </a:lnTo>
                  <a:lnTo>
                    <a:pt x="4108569" y="174887"/>
                  </a:lnTo>
                  <a:lnTo>
                    <a:pt x="4179207" y="152634"/>
                  </a:lnTo>
                  <a:lnTo>
                    <a:pt x="4255842" y="132397"/>
                  </a:lnTo>
                  <a:lnTo>
                    <a:pt x="4339030" y="113962"/>
                  </a:lnTo>
                  <a:lnTo>
                    <a:pt x="4429111" y="97147"/>
                  </a:lnTo>
                  <a:lnTo>
                    <a:pt x="4526099" y="81815"/>
                  </a:lnTo>
                  <a:lnTo>
                    <a:pt x="4629546" y="67868"/>
                  </a:lnTo>
                  <a:lnTo>
                    <a:pt x="4738403" y="55252"/>
                  </a:lnTo>
                  <a:lnTo>
                    <a:pt x="4850899" y="43949"/>
                  </a:lnTo>
                  <a:lnTo>
                    <a:pt x="4964472" y="33971"/>
                  </a:lnTo>
                  <a:lnTo>
                    <a:pt x="5075826" y="25345"/>
                  </a:lnTo>
                  <a:lnTo>
                    <a:pt x="5181140" y="18095"/>
                  </a:lnTo>
                  <a:lnTo>
                    <a:pt x="5276454" y="12224"/>
                  </a:lnTo>
                  <a:lnTo>
                    <a:pt x="5358202" y="7690"/>
                  </a:lnTo>
                  <a:lnTo>
                    <a:pt x="5423780" y="4398"/>
                  </a:lnTo>
                  <a:lnTo>
                    <a:pt x="5472026" y="2197"/>
                  </a:lnTo>
                  <a:lnTo>
                    <a:pt x="5503485" y="888"/>
                  </a:lnTo>
                  <a:lnTo>
                    <a:pt x="5520430" y="243"/>
                  </a:lnTo>
                  <a:lnTo>
                    <a:pt x="5526691" y="24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6" y="27"/>
                  </a:lnTo>
                  <a:lnTo>
                    <a:pt x="6530899" y="221"/>
                  </a:lnTo>
                  <a:lnTo>
                    <a:pt x="6549642" y="756"/>
                  </a:lnTo>
                  <a:lnTo>
                    <a:pt x="6583416" y="1812"/>
                  </a:lnTo>
                  <a:lnTo>
                    <a:pt x="6634289" y="3557"/>
                  </a:lnTo>
                  <a:lnTo>
                    <a:pt x="6702567" y="6135"/>
                  </a:lnTo>
                  <a:lnTo>
                    <a:pt x="6786840" y="9656"/>
                  </a:lnTo>
                  <a:lnTo>
                    <a:pt x="6884298" y="14184"/>
                  </a:lnTo>
                  <a:lnTo>
                    <a:pt x="6991234" y="19744"/>
                  </a:lnTo>
                  <a:lnTo>
                    <a:pt x="7103631" y="26331"/>
                  </a:lnTo>
                  <a:lnTo>
                    <a:pt x="7217685" y="33926"/>
                  </a:lnTo>
                  <a:lnTo>
                    <a:pt x="7330172" y="42510"/>
                  </a:lnTo>
                  <a:lnTo>
                    <a:pt x="7438636" y="52075"/>
                  </a:lnTo>
                  <a:lnTo>
                    <a:pt x="7541413" y="62641"/>
                  </a:lnTo>
                  <a:lnTo>
                    <a:pt x="7637560" y="74253"/>
                  </a:lnTo>
                  <a:lnTo>
                    <a:pt x="7726719" y="86991"/>
                  </a:lnTo>
                  <a:lnTo>
                    <a:pt x="7808972" y="100963"/>
                  </a:lnTo>
                  <a:lnTo>
                    <a:pt x="7884713" y="116311"/>
                  </a:lnTo>
                  <a:lnTo>
                    <a:pt x="7954533" y="133201"/>
                  </a:lnTo>
                  <a:lnTo>
                    <a:pt x="8019143" y="151820"/>
                  </a:lnTo>
                  <a:lnTo>
                    <a:pt x="8079303" y="172364"/>
                  </a:lnTo>
                  <a:lnTo>
                    <a:pt x="8135779" y="195017"/>
                  </a:lnTo>
                  <a:lnTo>
                    <a:pt x="8189304" y="219924"/>
                  </a:lnTo>
                  <a:lnTo>
                    <a:pt x="8229629" y="241069"/>
                  </a:lnTo>
                  <a:lnTo>
                    <a:pt x="8283407" y="272538"/>
                  </a:lnTo>
                  <a:lnTo>
                    <a:pt x="8335650" y="306766"/>
                  </a:lnTo>
                  <a:lnTo>
                    <a:pt x="8386856" y="343806"/>
                  </a:lnTo>
                  <a:lnTo>
                    <a:pt x="8437411" y="383640"/>
                  </a:lnTo>
                  <a:lnTo>
                    <a:pt x="8487601" y="426177"/>
                  </a:lnTo>
                  <a:lnTo>
                    <a:pt x="8537634" y="471247"/>
                  </a:lnTo>
                  <a:lnTo>
                    <a:pt x="8587648" y="518592"/>
                  </a:lnTo>
                  <a:lnTo>
                    <a:pt x="8637721" y="567878"/>
                  </a:lnTo>
                  <a:lnTo>
                    <a:pt x="8687883" y="618692"/>
                  </a:lnTo>
                  <a:lnTo>
                    <a:pt x="8738127" y="670563"/>
                  </a:lnTo>
                  <a:lnTo>
                    <a:pt x="8788417" y="722976"/>
                  </a:lnTo>
                  <a:lnTo>
                    <a:pt x="8838708" y="775391"/>
                  </a:lnTo>
                  <a:lnTo>
                    <a:pt x="8888951" y="827269"/>
                  </a:lnTo>
                  <a:lnTo>
                    <a:pt x="8939114" y="878095"/>
                  </a:lnTo>
                  <a:lnTo>
                    <a:pt x="8989188" y="927396"/>
                  </a:lnTo>
                  <a:lnTo>
                    <a:pt x="9039202" y="974760"/>
                  </a:lnTo>
                  <a:lnTo>
                    <a:pt x="9089235" y="1019851"/>
                  </a:lnTo>
                  <a:lnTo>
                    <a:pt x="9139423" y="1062412"/>
                  </a:lnTo>
                  <a:lnTo>
                    <a:pt x="9189973" y="1102270"/>
                  </a:lnTo>
                  <a:lnTo>
                    <a:pt x="9241172" y="1139334"/>
                  </a:lnTo>
                  <a:lnTo>
                    <a:pt x="9293404" y="1173587"/>
                  </a:lnTo>
                  <a:lnTo>
                    <a:pt x="9347166" y="1205080"/>
                  </a:lnTo>
                  <a:lnTo>
                    <a:pt x="9347647" y="1205345"/>
                  </a:lnTo>
                  <a:lnTo>
                    <a:pt x="9399322" y="1232067"/>
                  </a:lnTo>
                  <a:lnTo>
                    <a:pt x="9453426" y="1256478"/>
                  </a:lnTo>
                  <a:lnTo>
                    <a:pt x="9510634" y="1278661"/>
                  </a:lnTo>
                  <a:lnTo>
                    <a:pt x="9571690" y="1298773"/>
                  </a:lnTo>
                  <a:lnTo>
                    <a:pt x="9637362" y="1317002"/>
                  </a:lnTo>
                  <a:lnTo>
                    <a:pt x="9708404" y="1333544"/>
                  </a:lnTo>
                  <a:lnTo>
                    <a:pt x="9785507" y="1348581"/>
                  </a:lnTo>
                  <a:lnTo>
                    <a:pt x="9869228" y="1362276"/>
                  </a:lnTo>
                  <a:lnTo>
                    <a:pt x="9959903" y="1374762"/>
                  </a:lnTo>
                  <a:lnTo>
                    <a:pt x="10057531" y="1386142"/>
                  </a:lnTo>
                  <a:lnTo>
                    <a:pt x="10161639" y="1396489"/>
                  </a:lnTo>
                  <a:lnTo>
                    <a:pt x="10271140" y="1405842"/>
                  </a:lnTo>
                  <a:lnTo>
                    <a:pt x="10384201" y="1414213"/>
                  </a:lnTo>
                  <a:lnTo>
                    <a:pt x="10498194" y="1421592"/>
                  </a:lnTo>
                  <a:lnTo>
                    <a:pt x="10609748" y="1427959"/>
                  </a:lnTo>
                  <a:lnTo>
                    <a:pt x="10714974" y="1433296"/>
                  </a:lnTo>
                  <a:lnTo>
                    <a:pt x="10809875" y="1437602"/>
                  </a:lnTo>
                  <a:lnTo>
                    <a:pt x="10890889" y="1440913"/>
                  </a:lnTo>
                  <a:lnTo>
                    <a:pt x="10955470" y="1443301"/>
                  </a:lnTo>
                  <a:lnTo>
                    <a:pt x="11002562" y="1444883"/>
                  </a:lnTo>
                  <a:lnTo>
                    <a:pt x="11032854" y="1445812"/>
                  </a:lnTo>
                  <a:lnTo>
                    <a:pt x="11048782" y="1446258"/>
                  </a:lnTo>
                  <a:lnTo>
                    <a:pt x="11054345" y="1446401"/>
                  </a:lnTo>
                  <a:lnTo>
                    <a:pt x="11054891" y="1446415"/>
                  </a:lnTo>
                  <a:lnTo>
                    <a:pt x="12049831" y="1446415"/>
                  </a:lnTo>
                  <a:lnTo>
                    <a:pt x="12049831" y="14464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8" name="pl1147"/>
            <p:cNvSpPr/>
            <p:nvPr/>
          </p:nvSpPr>
          <p:spPr>
            <a:xfrm>
              <a:off x="1199187" y="2064645"/>
              <a:ext cx="12049831" cy="1949515"/>
            </a:xfrm>
            <a:custGeom>
              <a:avLst/>
              <a:pathLst>
                <a:path w="12049831" h="1949515">
                  <a:moveTo>
                    <a:pt x="12049831" y="1446415"/>
                  </a:moveTo>
                  <a:lnTo>
                    <a:pt x="11054891" y="1446415"/>
                  </a:lnTo>
                  <a:lnTo>
                    <a:pt x="11053771" y="1446387"/>
                  </a:lnTo>
                  <a:lnTo>
                    <a:pt x="11046378" y="1446193"/>
                  </a:lnTo>
                  <a:lnTo>
                    <a:pt x="11027635" y="1445658"/>
                  </a:lnTo>
                  <a:lnTo>
                    <a:pt x="10993861" y="1444602"/>
                  </a:lnTo>
                  <a:lnTo>
                    <a:pt x="10942988" y="1442857"/>
                  </a:lnTo>
                  <a:lnTo>
                    <a:pt x="10874710" y="1440279"/>
                  </a:lnTo>
                  <a:lnTo>
                    <a:pt x="10790436" y="1436758"/>
                  </a:lnTo>
                  <a:lnTo>
                    <a:pt x="10692978" y="1432230"/>
                  </a:lnTo>
                  <a:lnTo>
                    <a:pt x="10586043" y="1426670"/>
                  </a:lnTo>
                  <a:lnTo>
                    <a:pt x="10473646" y="1420083"/>
                  </a:lnTo>
                  <a:lnTo>
                    <a:pt x="10359592" y="1412488"/>
                  </a:lnTo>
                  <a:lnTo>
                    <a:pt x="10247104" y="1403904"/>
                  </a:lnTo>
                  <a:lnTo>
                    <a:pt x="10138641" y="1394339"/>
                  </a:lnTo>
                  <a:lnTo>
                    <a:pt x="10035863" y="1383773"/>
                  </a:lnTo>
                  <a:lnTo>
                    <a:pt x="9939716" y="1372161"/>
                  </a:lnTo>
                  <a:lnTo>
                    <a:pt x="9850557" y="1359423"/>
                  </a:lnTo>
                  <a:lnTo>
                    <a:pt x="9768304" y="1345451"/>
                  </a:lnTo>
                  <a:lnTo>
                    <a:pt x="9692564" y="1330103"/>
                  </a:lnTo>
                  <a:lnTo>
                    <a:pt x="9622743" y="1313213"/>
                  </a:lnTo>
                  <a:lnTo>
                    <a:pt x="9558134" y="1294594"/>
                  </a:lnTo>
                  <a:lnTo>
                    <a:pt x="9497974" y="1274050"/>
                  </a:lnTo>
                  <a:lnTo>
                    <a:pt x="9441497" y="1251397"/>
                  </a:lnTo>
                  <a:lnTo>
                    <a:pt x="9387973" y="1226490"/>
                  </a:lnTo>
                  <a:lnTo>
                    <a:pt x="9347647" y="1205345"/>
                  </a:lnTo>
                  <a:lnTo>
                    <a:pt x="9293869" y="1173876"/>
                  </a:lnTo>
                  <a:lnTo>
                    <a:pt x="9241627" y="1139648"/>
                  </a:lnTo>
                  <a:lnTo>
                    <a:pt x="9190420" y="1102608"/>
                  </a:lnTo>
                  <a:lnTo>
                    <a:pt x="9139866" y="1062774"/>
                  </a:lnTo>
                  <a:lnTo>
                    <a:pt x="9089676" y="1020237"/>
                  </a:lnTo>
                  <a:lnTo>
                    <a:pt x="9039642" y="975167"/>
                  </a:lnTo>
                  <a:lnTo>
                    <a:pt x="8989628" y="927822"/>
                  </a:lnTo>
                  <a:lnTo>
                    <a:pt x="8939555" y="878536"/>
                  </a:lnTo>
                  <a:lnTo>
                    <a:pt x="8889393" y="827722"/>
                  </a:lnTo>
                  <a:lnTo>
                    <a:pt x="8839150" y="775851"/>
                  </a:lnTo>
                  <a:lnTo>
                    <a:pt x="8788860" y="723438"/>
                  </a:lnTo>
                  <a:lnTo>
                    <a:pt x="8738569" y="671023"/>
                  </a:lnTo>
                  <a:lnTo>
                    <a:pt x="8688325" y="619145"/>
                  </a:lnTo>
                  <a:lnTo>
                    <a:pt x="8638162" y="568319"/>
                  </a:lnTo>
                  <a:lnTo>
                    <a:pt x="8588088" y="519018"/>
                  </a:lnTo>
                  <a:lnTo>
                    <a:pt x="8538074" y="471654"/>
                  </a:lnTo>
                  <a:lnTo>
                    <a:pt x="8488042" y="426563"/>
                  </a:lnTo>
                  <a:lnTo>
                    <a:pt x="8437854" y="384002"/>
                  </a:lnTo>
                  <a:lnTo>
                    <a:pt x="8387304" y="344144"/>
                  </a:lnTo>
                  <a:lnTo>
                    <a:pt x="8336104" y="307080"/>
                  </a:lnTo>
                  <a:lnTo>
                    <a:pt x="8283873" y="272827"/>
                  </a:lnTo>
                  <a:lnTo>
                    <a:pt x="8230111" y="241334"/>
                  </a:lnTo>
                  <a:lnTo>
                    <a:pt x="8229629" y="241069"/>
                  </a:lnTo>
                  <a:lnTo>
                    <a:pt x="8177955" y="214347"/>
                  </a:lnTo>
                  <a:lnTo>
                    <a:pt x="8123851" y="189936"/>
                  </a:lnTo>
                  <a:lnTo>
                    <a:pt x="8066642" y="167753"/>
                  </a:lnTo>
                  <a:lnTo>
                    <a:pt x="8005587" y="147641"/>
                  </a:lnTo>
                  <a:lnTo>
                    <a:pt x="7939915" y="129412"/>
                  </a:lnTo>
                  <a:lnTo>
                    <a:pt x="7868872" y="112870"/>
                  </a:lnTo>
                  <a:lnTo>
                    <a:pt x="7791769" y="97833"/>
                  </a:lnTo>
                  <a:lnTo>
                    <a:pt x="7708049" y="84138"/>
                  </a:lnTo>
                  <a:lnTo>
                    <a:pt x="7617374" y="71652"/>
                  </a:lnTo>
                  <a:lnTo>
                    <a:pt x="7519746" y="60272"/>
                  </a:lnTo>
                  <a:lnTo>
                    <a:pt x="7415637" y="49925"/>
                  </a:lnTo>
                  <a:lnTo>
                    <a:pt x="7306137" y="40572"/>
                  </a:lnTo>
                  <a:lnTo>
                    <a:pt x="7193075" y="32201"/>
                  </a:lnTo>
                  <a:lnTo>
                    <a:pt x="7079082" y="24822"/>
                  </a:lnTo>
                  <a:lnTo>
                    <a:pt x="6967529" y="18455"/>
                  </a:lnTo>
                  <a:lnTo>
                    <a:pt x="6862303" y="13118"/>
                  </a:lnTo>
                  <a:lnTo>
                    <a:pt x="6767401" y="8812"/>
                  </a:lnTo>
                  <a:lnTo>
                    <a:pt x="6686387" y="5501"/>
                  </a:lnTo>
                  <a:lnTo>
                    <a:pt x="6621806" y="3113"/>
                  </a:lnTo>
                  <a:lnTo>
                    <a:pt x="6574715" y="1531"/>
                  </a:lnTo>
                  <a:lnTo>
                    <a:pt x="6544423" y="602"/>
                  </a:lnTo>
                  <a:lnTo>
                    <a:pt x="6528494" y="156"/>
                  </a:lnTo>
                  <a:lnTo>
                    <a:pt x="6522931" y="1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8" y="36"/>
                  </a:lnTo>
                  <a:lnTo>
                    <a:pt x="5519029" y="294"/>
                  </a:lnTo>
                  <a:lnTo>
                    <a:pt x="5500493" y="1007"/>
                  </a:lnTo>
                  <a:lnTo>
                    <a:pt x="5467079" y="2413"/>
                  </a:lnTo>
                  <a:lnTo>
                    <a:pt x="5416717" y="4737"/>
                  </a:lnTo>
                  <a:lnTo>
                    <a:pt x="5349077" y="8173"/>
                  </a:lnTo>
                  <a:lnTo>
                    <a:pt x="5265515" y="12866"/>
                  </a:lnTo>
                  <a:lnTo>
                    <a:pt x="5168780" y="18903"/>
                  </a:lnTo>
                  <a:lnTo>
                    <a:pt x="5062517" y="26321"/>
                  </a:lnTo>
                  <a:lnTo>
                    <a:pt x="4950696" y="35113"/>
                  </a:lnTo>
                  <a:lnTo>
                    <a:pt x="4837092" y="45254"/>
                  </a:lnTo>
                  <a:lnTo>
                    <a:pt x="4724918" y="56717"/>
                  </a:lnTo>
                  <a:lnTo>
                    <a:pt x="4616640" y="69494"/>
                  </a:lnTo>
                  <a:lnTo>
                    <a:pt x="4513936" y="83605"/>
                  </a:lnTo>
                  <a:lnTo>
                    <a:pt x="4417776" y="99112"/>
                  </a:lnTo>
                  <a:lnTo>
                    <a:pt x="4328542" y="116115"/>
                  </a:lnTo>
                  <a:lnTo>
                    <a:pt x="4246174" y="134760"/>
                  </a:lnTo>
                  <a:lnTo>
                    <a:pt x="4170302" y="155230"/>
                  </a:lnTo>
                  <a:lnTo>
                    <a:pt x="4100349" y="177745"/>
                  </a:lnTo>
                  <a:lnTo>
                    <a:pt x="4035622" y="202553"/>
                  </a:lnTo>
                  <a:lnTo>
                    <a:pt x="3975370" y="229914"/>
                  </a:lnTo>
                  <a:lnTo>
                    <a:pt x="3918834" y="260077"/>
                  </a:lnTo>
                  <a:lnTo>
                    <a:pt x="3865288" y="293240"/>
                  </a:lnTo>
                  <a:lnTo>
                    <a:pt x="3820202" y="324919"/>
                  </a:lnTo>
                  <a:lnTo>
                    <a:pt x="3770237" y="364157"/>
                  </a:lnTo>
                  <a:lnTo>
                    <a:pt x="3721629" y="406592"/>
                  </a:lnTo>
                  <a:lnTo>
                    <a:pt x="3673968" y="452286"/>
                  </a:lnTo>
                  <a:lnTo>
                    <a:pt x="3626931" y="501237"/>
                  </a:lnTo>
                  <a:lnTo>
                    <a:pt x="3580270" y="553366"/>
                  </a:lnTo>
                  <a:lnTo>
                    <a:pt x="3533801" y="608518"/>
                  </a:lnTo>
                  <a:lnTo>
                    <a:pt x="3487392" y="666454"/>
                  </a:lnTo>
                  <a:lnTo>
                    <a:pt x="3440960" y="726850"/>
                  </a:lnTo>
                  <a:lnTo>
                    <a:pt x="3394462" y="789306"/>
                  </a:lnTo>
                  <a:lnTo>
                    <a:pt x="3347885" y="853353"/>
                  </a:lnTo>
                  <a:lnTo>
                    <a:pt x="3301245" y="918463"/>
                  </a:lnTo>
                  <a:lnTo>
                    <a:pt x="3254571" y="984073"/>
                  </a:lnTo>
                  <a:lnTo>
                    <a:pt x="3207904" y="1049599"/>
                  </a:lnTo>
                  <a:lnTo>
                    <a:pt x="3161279" y="1114464"/>
                  </a:lnTo>
                  <a:lnTo>
                    <a:pt x="3114724" y="1178110"/>
                  </a:lnTo>
                  <a:lnTo>
                    <a:pt x="3068247" y="1240027"/>
                  </a:lnTo>
                  <a:lnTo>
                    <a:pt x="3021827" y="1299762"/>
                  </a:lnTo>
                  <a:lnTo>
                    <a:pt x="2975412" y="1356938"/>
                  </a:lnTo>
                  <a:lnTo>
                    <a:pt x="2928904" y="1411253"/>
                  </a:lnTo>
                  <a:lnTo>
                    <a:pt x="2882158" y="1462493"/>
                  </a:lnTo>
                  <a:lnTo>
                    <a:pt x="2834972" y="1510524"/>
                  </a:lnTo>
                  <a:lnTo>
                    <a:pt x="2787078" y="1555291"/>
                  </a:lnTo>
                  <a:lnTo>
                    <a:pt x="2738131" y="1596810"/>
                  </a:lnTo>
                  <a:lnTo>
                    <a:pt x="2702183" y="1624596"/>
                  </a:lnTo>
                  <a:lnTo>
                    <a:pt x="2650717" y="1660476"/>
                  </a:lnTo>
                  <a:lnTo>
                    <a:pt x="2596844" y="1693266"/>
                  </a:lnTo>
                  <a:lnTo>
                    <a:pt x="2539896" y="1723076"/>
                  </a:lnTo>
                  <a:lnTo>
                    <a:pt x="2479140" y="1750112"/>
                  </a:lnTo>
                  <a:lnTo>
                    <a:pt x="2413816" y="1774627"/>
                  </a:lnTo>
                  <a:lnTo>
                    <a:pt x="2343178" y="1796881"/>
                  </a:lnTo>
                  <a:lnTo>
                    <a:pt x="2266543" y="1817118"/>
                  </a:lnTo>
                  <a:lnTo>
                    <a:pt x="2183355" y="1835553"/>
                  </a:lnTo>
                  <a:lnTo>
                    <a:pt x="2093274" y="1852368"/>
                  </a:lnTo>
                  <a:lnTo>
                    <a:pt x="1996286" y="1867700"/>
                  </a:lnTo>
                  <a:lnTo>
                    <a:pt x="1892839" y="1881647"/>
                  </a:lnTo>
                  <a:lnTo>
                    <a:pt x="1783982" y="1894263"/>
                  </a:lnTo>
                  <a:lnTo>
                    <a:pt x="1671486" y="1905566"/>
                  </a:lnTo>
                  <a:lnTo>
                    <a:pt x="1557913" y="1915544"/>
                  </a:lnTo>
                  <a:lnTo>
                    <a:pt x="1446559" y="1924170"/>
                  </a:lnTo>
                  <a:lnTo>
                    <a:pt x="1341245" y="1931420"/>
                  </a:lnTo>
                  <a:lnTo>
                    <a:pt x="1245931" y="1937291"/>
                  </a:lnTo>
                  <a:lnTo>
                    <a:pt x="1164183" y="1941825"/>
                  </a:lnTo>
                  <a:lnTo>
                    <a:pt x="1098605" y="1945117"/>
                  </a:lnTo>
                  <a:lnTo>
                    <a:pt x="1050359" y="1947318"/>
                  </a:lnTo>
                  <a:lnTo>
                    <a:pt x="1018900" y="1948627"/>
                  </a:lnTo>
                  <a:lnTo>
                    <a:pt x="1001955" y="1949272"/>
                  </a:lnTo>
                  <a:lnTo>
                    <a:pt x="995694" y="1949491"/>
                  </a:lnTo>
                  <a:lnTo>
                    <a:pt x="994940" y="1949515"/>
                  </a:lnTo>
                  <a:lnTo>
                    <a:pt x="0" y="1949515"/>
                  </a:lnTo>
                  <a:lnTo>
                    <a:pt x="0" y="19495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9" name="pg1148"/>
            <p:cNvSpPr/>
            <p:nvPr/>
          </p:nvSpPr>
          <p:spPr>
            <a:xfrm>
              <a:off x="1199187" y="2090848"/>
              <a:ext cx="12049831" cy="1949515"/>
            </a:xfrm>
            <a:custGeom>
              <a:avLst/>
              <a:pathLst>
                <a:path w="12049831" h="1949515">
                  <a:moveTo>
                    <a:pt x="0" y="1949515"/>
                  </a:moveTo>
                  <a:lnTo>
                    <a:pt x="994940" y="1949515"/>
                  </a:lnTo>
                  <a:lnTo>
                    <a:pt x="996047" y="1949479"/>
                  </a:lnTo>
                  <a:lnTo>
                    <a:pt x="1003359" y="1949223"/>
                  </a:lnTo>
                  <a:lnTo>
                    <a:pt x="1021903" y="1948515"/>
                  </a:lnTo>
                  <a:lnTo>
                    <a:pt x="1055330" y="1947120"/>
                  </a:lnTo>
                  <a:lnTo>
                    <a:pt x="1105709" y="1944814"/>
                  </a:lnTo>
                  <a:lnTo>
                    <a:pt x="1173372" y="1941405"/>
                  </a:lnTo>
                  <a:lnTo>
                    <a:pt x="1256960" y="1936748"/>
                  </a:lnTo>
                  <a:lnTo>
                    <a:pt x="1353720" y="1930756"/>
                  </a:lnTo>
                  <a:lnTo>
                    <a:pt x="1460006" y="1923396"/>
                  </a:lnTo>
                  <a:lnTo>
                    <a:pt x="1571848" y="1914671"/>
                  </a:lnTo>
                  <a:lnTo>
                    <a:pt x="1685468" y="1904609"/>
                  </a:lnTo>
                  <a:lnTo>
                    <a:pt x="1797653" y="1893235"/>
                  </a:lnTo>
                  <a:lnTo>
                    <a:pt x="1905938" y="1880557"/>
                  </a:lnTo>
                  <a:lnTo>
                    <a:pt x="2008644" y="1866555"/>
                  </a:lnTo>
                  <a:lnTo>
                    <a:pt x="2104804" y="1851168"/>
                  </a:lnTo>
                  <a:lnTo>
                    <a:pt x="2194036" y="1834296"/>
                  </a:lnTo>
                  <a:lnTo>
                    <a:pt x="2276399" y="1815796"/>
                  </a:lnTo>
                  <a:lnTo>
                    <a:pt x="2352267" y="1795483"/>
                  </a:lnTo>
                  <a:lnTo>
                    <a:pt x="2422215" y="1773141"/>
                  </a:lnTo>
                  <a:lnTo>
                    <a:pt x="2486938" y="1748523"/>
                  </a:lnTo>
                  <a:lnTo>
                    <a:pt x="2547187" y="1721371"/>
                  </a:lnTo>
                  <a:lnTo>
                    <a:pt x="2603720" y="1691439"/>
                  </a:lnTo>
                  <a:lnTo>
                    <a:pt x="2657266" y="1658529"/>
                  </a:lnTo>
                  <a:lnTo>
                    <a:pt x="2702183" y="1627216"/>
                  </a:lnTo>
                  <a:lnTo>
                    <a:pt x="2752262" y="1588200"/>
                  </a:lnTo>
                  <a:lnTo>
                    <a:pt x="2800979" y="1545999"/>
                  </a:lnTo>
                  <a:lnTo>
                    <a:pt x="2848747" y="1500549"/>
                  </a:lnTo>
                  <a:lnTo>
                    <a:pt x="2895889" y="1451855"/>
                  </a:lnTo>
                  <a:lnTo>
                    <a:pt x="2942655" y="1399993"/>
                  </a:lnTo>
                  <a:lnTo>
                    <a:pt x="2989230" y="1345122"/>
                  </a:lnTo>
                  <a:lnTo>
                    <a:pt x="3035747" y="1287481"/>
                  </a:lnTo>
                  <a:lnTo>
                    <a:pt x="3082287" y="1227393"/>
                  </a:lnTo>
                  <a:lnTo>
                    <a:pt x="3128896" y="1165261"/>
                  </a:lnTo>
                  <a:lnTo>
                    <a:pt x="3175582" y="1101555"/>
                  </a:lnTo>
                  <a:lnTo>
                    <a:pt x="3222332" y="1036801"/>
                  </a:lnTo>
                  <a:lnTo>
                    <a:pt x="3269114" y="971564"/>
                  </a:lnTo>
                  <a:lnTo>
                    <a:pt x="3315889" y="906426"/>
                  </a:lnTo>
                  <a:lnTo>
                    <a:pt x="3362620" y="841965"/>
                  </a:lnTo>
                  <a:lnTo>
                    <a:pt x="3409281" y="778735"/>
                  </a:lnTo>
                  <a:lnTo>
                    <a:pt x="3455863" y="717246"/>
                  </a:lnTo>
                  <a:lnTo>
                    <a:pt x="3502389" y="657946"/>
                  </a:lnTo>
                  <a:lnTo>
                    <a:pt x="3548914" y="601210"/>
                  </a:lnTo>
                  <a:lnTo>
                    <a:pt x="3595537" y="547336"/>
                  </a:lnTo>
                  <a:lnTo>
                    <a:pt x="3642406" y="496533"/>
                  </a:lnTo>
                  <a:lnTo>
                    <a:pt x="3689729" y="448933"/>
                  </a:lnTo>
                  <a:lnTo>
                    <a:pt x="3737778" y="404586"/>
                  </a:lnTo>
                  <a:lnTo>
                    <a:pt x="3786905" y="363473"/>
                  </a:lnTo>
                  <a:lnTo>
                    <a:pt x="3820202" y="338020"/>
                  </a:lnTo>
                  <a:lnTo>
                    <a:pt x="3871675" y="302425"/>
                  </a:lnTo>
                  <a:lnTo>
                    <a:pt x="3925557" y="269895"/>
                  </a:lnTo>
                  <a:lnTo>
                    <a:pt x="3982514" y="240323"/>
                  </a:lnTo>
                  <a:lnTo>
                    <a:pt x="4043281" y="213502"/>
                  </a:lnTo>
                  <a:lnTo>
                    <a:pt x="4108617" y="189183"/>
                  </a:lnTo>
                  <a:lnTo>
                    <a:pt x="4179269" y="167107"/>
                  </a:lnTo>
                  <a:lnTo>
                    <a:pt x="4255920" y="147033"/>
                  </a:lnTo>
                  <a:lnTo>
                    <a:pt x="4339127" y="128745"/>
                  </a:lnTo>
                  <a:lnTo>
                    <a:pt x="4429230" y="112066"/>
                  </a:lnTo>
                  <a:lnTo>
                    <a:pt x="4526240" y="96857"/>
                  </a:lnTo>
                  <a:lnTo>
                    <a:pt x="4629710" y="83023"/>
                  </a:lnTo>
                  <a:lnTo>
                    <a:pt x="4738591" y="70508"/>
                  </a:lnTo>
                  <a:lnTo>
                    <a:pt x="4851106" y="59297"/>
                  </a:lnTo>
                  <a:lnTo>
                    <a:pt x="4964694" y="49400"/>
                  </a:lnTo>
                  <a:lnTo>
                    <a:pt x="5076056" y="40845"/>
                  </a:lnTo>
                  <a:lnTo>
                    <a:pt x="5181367" y="33656"/>
                  </a:lnTo>
                  <a:lnTo>
                    <a:pt x="5276666" y="27835"/>
                  </a:lnTo>
                  <a:lnTo>
                    <a:pt x="5358389" y="23340"/>
                  </a:lnTo>
                  <a:lnTo>
                    <a:pt x="5423932" y="20077"/>
                  </a:lnTo>
                  <a:lnTo>
                    <a:pt x="5472137" y="17897"/>
                  </a:lnTo>
                  <a:lnTo>
                    <a:pt x="5503555" y="16600"/>
                  </a:lnTo>
                  <a:lnTo>
                    <a:pt x="5520464" y="15962"/>
                  </a:lnTo>
                  <a:lnTo>
                    <a:pt x="5526699" y="15745"/>
                  </a:lnTo>
                  <a:lnTo>
                    <a:pt x="5527445" y="15721"/>
                  </a:lnTo>
                  <a:lnTo>
                    <a:pt x="6522385" y="15721"/>
                  </a:lnTo>
                  <a:lnTo>
                    <a:pt x="6523500" y="15753"/>
                  </a:lnTo>
                  <a:lnTo>
                    <a:pt x="6530855" y="15979"/>
                  </a:lnTo>
                  <a:lnTo>
                    <a:pt x="6549503" y="16602"/>
                  </a:lnTo>
                  <a:lnTo>
                    <a:pt x="6583113" y="17831"/>
                  </a:lnTo>
                  <a:lnTo>
                    <a:pt x="6633753" y="19862"/>
                  </a:lnTo>
                  <a:lnTo>
                    <a:pt x="6701741" y="22864"/>
                  </a:lnTo>
                  <a:lnTo>
                    <a:pt x="6785691" y="26963"/>
                  </a:lnTo>
                  <a:lnTo>
                    <a:pt x="6882819" y="32236"/>
                  </a:lnTo>
                  <a:lnTo>
                    <a:pt x="6989449" y="38713"/>
                  </a:lnTo>
                  <a:lnTo>
                    <a:pt x="7101585" y="46388"/>
                  </a:lnTo>
                  <a:lnTo>
                    <a:pt x="7215435" y="55239"/>
                  </a:lnTo>
                  <a:lnTo>
                    <a:pt x="7327780" y="65242"/>
                  </a:lnTo>
                  <a:lnTo>
                    <a:pt x="7436160" y="76390"/>
                  </a:lnTo>
                  <a:lnTo>
                    <a:pt x="7538905" y="88704"/>
                  </a:lnTo>
                  <a:lnTo>
                    <a:pt x="7635058" y="102237"/>
                  </a:lnTo>
                  <a:lnTo>
                    <a:pt x="7724252" y="117078"/>
                  </a:lnTo>
                  <a:lnTo>
                    <a:pt x="7806557" y="133355"/>
                  </a:lnTo>
                  <a:lnTo>
                    <a:pt x="7882358" y="151231"/>
                  </a:lnTo>
                  <a:lnTo>
                    <a:pt x="7952238" y="170898"/>
                  </a:lnTo>
                  <a:lnTo>
                    <a:pt x="8016901" y="192575"/>
                  </a:lnTo>
                  <a:lnTo>
                    <a:pt x="8077103" y="216487"/>
                  </a:lnTo>
                  <a:lnTo>
                    <a:pt x="8133606" y="242851"/>
                  </a:lnTo>
                  <a:lnTo>
                    <a:pt x="8187140" y="271838"/>
                  </a:lnTo>
                  <a:lnTo>
                    <a:pt x="8229629" y="297842"/>
                  </a:lnTo>
                  <a:lnTo>
                    <a:pt x="8281504" y="333292"/>
                  </a:lnTo>
                  <a:lnTo>
                    <a:pt x="8331935" y="371739"/>
                  </a:lnTo>
                  <a:lnTo>
                    <a:pt x="8381373" y="413243"/>
                  </a:lnTo>
                  <a:lnTo>
                    <a:pt x="8430172" y="457792"/>
                  </a:lnTo>
                  <a:lnTo>
                    <a:pt x="8478599" y="505303"/>
                  </a:lnTo>
                  <a:lnTo>
                    <a:pt x="8526851" y="555608"/>
                  </a:lnTo>
                  <a:lnTo>
                    <a:pt x="8575063" y="608456"/>
                  </a:lnTo>
                  <a:lnTo>
                    <a:pt x="8623317" y="663516"/>
                  </a:lnTo>
                  <a:lnTo>
                    <a:pt x="8671650" y="720374"/>
                  </a:lnTo>
                  <a:lnTo>
                    <a:pt x="8720063" y="778555"/>
                  </a:lnTo>
                  <a:lnTo>
                    <a:pt x="8768534" y="837531"/>
                  </a:lnTo>
                  <a:lnTo>
                    <a:pt x="8817023" y="896742"/>
                  </a:lnTo>
                  <a:lnTo>
                    <a:pt x="8865487" y="955621"/>
                  </a:lnTo>
                  <a:lnTo>
                    <a:pt x="8913888" y="1013612"/>
                  </a:lnTo>
                  <a:lnTo>
                    <a:pt x="8962206" y="1070196"/>
                  </a:lnTo>
                  <a:lnTo>
                    <a:pt x="9010449" y="1124905"/>
                  </a:lnTo>
                  <a:lnTo>
                    <a:pt x="9058661" y="1177340"/>
                  </a:lnTo>
                  <a:lnTo>
                    <a:pt x="9106932" y="1227183"/>
                  </a:lnTo>
                  <a:lnTo>
                    <a:pt x="9155407" y="1274197"/>
                  </a:lnTo>
                  <a:lnTo>
                    <a:pt x="9204294" y="1318231"/>
                  </a:lnTo>
                  <a:lnTo>
                    <a:pt x="9253874" y="1359211"/>
                  </a:lnTo>
                  <a:lnTo>
                    <a:pt x="9304516" y="1397141"/>
                  </a:lnTo>
                  <a:lnTo>
                    <a:pt x="9347647" y="1426325"/>
                  </a:lnTo>
                  <a:lnTo>
                    <a:pt x="9399227" y="1457544"/>
                  </a:lnTo>
                  <a:lnTo>
                    <a:pt x="9453226" y="1486068"/>
                  </a:lnTo>
                  <a:lnTo>
                    <a:pt x="9510316" y="1511993"/>
                  </a:lnTo>
                  <a:lnTo>
                    <a:pt x="9571235" y="1535501"/>
                  </a:lnTo>
                  <a:lnTo>
                    <a:pt x="9636749" y="1556814"/>
                  </a:lnTo>
                  <a:lnTo>
                    <a:pt x="9707607" y="1576156"/>
                  </a:lnTo>
                  <a:lnTo>
                    <a:pt x="9784497" y="1593742"/>
                  </a:lnTo>
                  <a:lnTo>
                    <a:pt x="9867975" y="1609759"/>
                  </a:lnTo>
                  <a:lnTo>
                    <a:pt x="9958379" y="1624366"/>
                  </a:lnTo>
                  <a:lnTo>
                    <a:pt x="10055716" y="1637682"/>
                  </a:lnTo>
                  <a:lnTo>
                    <a:pt x="10159523" y="1649791"/>
                  </a:lnTo>
                  <a:lnTo>
                    <a:pt x="10268731" y="1660741"/>
                  </a:lnTo>
                  <a:lnTo>
                    <a:pt x="10381536" y="1670545"/>
                  </a:lnTo>
                  <a:lnTo>
                    <a:pt x="10495339" y="1679194"/>
                  </a:lnTo>
                  <a:lnTo>
                    <a:pt x="10606804" y="1686663"/>
                  </a:lnTo>
                  <a:lnTo>
                    <a:pt x="10712072" y="1692930"/>
                  </a:lnTo>
                  <a:lnTo>
                    <a:pt x="10807164" y="1697997"/>
                  </a:lnTo>
                  <a:lnTo>
                    <a:pt x="10888515" y="1701899"/>
                  </a:lnTo>
                  <a:lnTo>
                    <a:pt x="10953551" y="1704723"/>
                  </a:lnTo>
                  <a:lnTo>
                    <a:pt x="11001169" y="1706602"/>
                  </a:lnTo>
                  <a:lnTo>
                    <a:pt x="11031991" y="1707711"/>
                  </a:lnTo>
                  <a:lnTo>
                    <a:pt x="11048380" y="1708251"/>
                  </a:lnTo>
                  <a:lnTo>
                    <a:pt x="11054256" y="1708428"/>
                  </a:lnTo>
                  <a:lnTo>
                    <a:pt x="11054891" y="1708446"/>
                  </a:lnTo>
                  <a:lnTo>
                    <a:pt x="12049831" y="1708446"/>
                  </a:lnTo>
                  <a:lnTo>
                    <a:pt x="12049831" y="1692724"/>
                  </a:lnTo>
                  <a:lnTo>
                    <a:pt x="11054891" y="1692724"/>
                  </a:lnTo>
                  <a:lnTo>
                    <a:pt x="11053777" y="1692693"/>
                  </a:lnTo>
                  <a:lnTo>
                    <a:pt x="11046422" y="1692467"/>
                  </a:lnTo>
                  <a:lnTo>
                    <a:pt x="11027773" y="1691844"/>
                  </a:lnTo>
                  <a:lnTo>
                    <a:pt x="10994163" y="1690615"/>
                  </a:lnTo>
                  <a:lnTo>
                    <a:pt x="10943523" y="1688584"/>
                  </a:lnTo>
                  <a:lnTo>
                    <a:pt x="10875536" y="1685582"/>
                  </a:lnTo>
                  <a:lnTo>
                    <a:pt x="10791586" y="1681482"/>
                  </a:lnTo>
                  <a:lnTo>
                    <a:pt x="10694457" y="1676209"/>
                  </a:lnTo>
                  <a:lnTo>
                    <a:pt x="10587827" y="1669733"/>
                  </a:lnTo>
                  <a:lnTo>
                    <a:pt x="10475692" y="1662058"/>
                  </a:lnTo>
                  <a:lnTo>
                    <a:pt x="10361842" y="1653207"/>
                  </a:lnTo>
                  <a:lnTo>
                    <a:pt x="10249496" y="1643204"/>
                  </a:lnTo>
                  <a:lnTo>
                    <a:pt x="10141116" y="1632055"/>
                  </a:lnTo>
                  <a:lnTo>
                    <a:pt x="10038372" y="1619742"/>
                  </a:lnTo>
                  <a:lnTo>
                    <a:pt x="9942218" y="1606209"/>
                  </a:lnTo>
                  <a:lnTo>
                    <a:pt x="9853025" y="1591368"/>
                  </a:lnTo>
                  <a:lnTo>
                    <a:pt x="9770719" y="1575091"/>
                  </a:lnTo>
                  <a:lnTo>
                    <a:pt x="9694919" y="1557215"/>
                  </a:lnTo>
                  <a:lnTo>
                    <a:pt x="9625038" y="1537547"/>
                  </a:lnTo>
                  <a:lnTo>
                    <a:pt x="9560375" y="1515871"/>
                  </a:lnTo>
                  <a:lnTo>
                    <a:pt x="9500174" y="1491959"/>
                  </a:lnTo>
                  <a:lnTo>
                    <a:pt x="9443671" y="1465595"/>
                  </a:lnTo>
                  <a:lnTo>
                    <a:pt x="9390137" y="1436608"/>
                  </a:lnTo>
                  <a:lnTo>
                    <a:pt x="9347647" y="1410604"/>
                  </a:lnTo>
                  <a:lnTo>
                    <a:pt x="9295772" y="1375154"/>
                  </a:lnTo>
                  <a:lnTo>
                    <a:pt x="9245342" y="1336706"/>
                  </a:lnTo>
                  <a:lnTo>
                    <a:pt x="9195903" y="1295203"/>
                  </a:lnTo>
                  <a:lnTo>
                    <a:pt x="9147105" y="1250654"/>
                  </a:lnTo>
                  <a:lnTo>
                    <a:pt x="9098677" y="1203143"/>
                  </a:lnTo>
                  <a:lnTo>
                    <a:pt x="9050425" y="1152838"/>
                  </a:lnTo>
                  <a:lnTo>
                    <a:pt x="9002213" y="1099989"/>
                  </a:lnTo>
                  <a:lnTo>
                    <a:pt x="8953959" y="1044930"/>
                  </a:lnTo>
                  <a:lnTo>
                    <a:pt x="8905627" y="988072"/>
                  </a:lnTo>
                  <a:lnTo>
                    <a:pt x="8857213" y="929891"/>
                  </a:lnTo>
                  <a:lnTo>
                    <a:pt x="8808742" y="870915"/>
                  </a:lnTo>
                  <a:lnTo>
                    <a:pt x="8760253" y="811704"/>
                  </a:lnTo>
                  <a:lnTo>
                    <a:pt x="8711789" y="752825"/>
                  </a:lnTo>
                  <a:lnTo>
                    <a:pt x="8663388" y="694833"/>
                  </a:lnTo>
                  <a:lnTo>
                    <a:pt x="8615070" y="638250"/>
                  </a:lnTo>
                  <a:lnTo>
                    <a:pt x="8566828" y="583541"/>
                  </a:lnTo>
                  <a:lnTo>
                    <a:pt x="8518616" y="531105"/>
                  </a:lnTo>
                  <a:lnTo>
                    <a:pt x="8470345" y="481262"/>
                  </a:lnTo>
                  <a:lnTo>
                    <a:pt x="8421870" y="434248"/>
                  </a:lnTo>
                  <a:lnTo>
                    <a:pt x="8372983" y="390215"/>
                  </a:lnTo>
                  <a:lnTo>
                    <a:pt x="8323403" y="349235"/>
                  </a:lnTo>
                  <a:lnTo>
                    <a:pt x="8272761" y="311305"/>
                  </a:lnTo>
                  <a:lnTo>
                    <a:pt x="8229629" y="282120"/>
                  </a:lnTo>
                  <a:lnTo>
                    <a:pt x="8178050" y="250902"/>
                  </a:lnTo>
                  <a:lnTo>
                    <a:pt x="8124051" y="222378"/>
                  </a:lnTo>
                  <a:lnTo>
                    <a:pt x="8066961" y="196453"/>
                  </a:lnTo>
                  <a:lnTo>
                    <a:pt x="8006041" y="172944"/>
                  </a:lnTo>
                  <a:lnTo>
                    <a:pt x="7940528" y="151632"/>
                  </a:lnTo>
                  <a:lnTo>
                    <a:pt x="7869670" y="132290"/>
                  </a:lnTo>
                  <a:lnTo>
                    <a:pt x="7792780" y="114704"/>
                  </a:lnTo>
                  <a:lnTo>
                    <a:pt x="7709302" y="98686"/>
                  </a:lnTo>
                  <a:lnTo>
                    <a:pt x="7618897" y="84080"/>
                  </a:lnTo>
                  <a:lnTo>
                    <a:pt x="7521561" y="70764"/>
                  </a:lnTo>
                  <a:lnTo>
                    <a:pt x="7417753" y="58655"/>
                  </a:lnTo>
                  <a:lnTo>
                    <a:pt x="7308545" y="47705"/>
                  </a:lnTo>
                  <a:lnTo>
                    <a:pt x="7195741" y="37901"/>
                  </a:lnTo>
                  <a:lnTo>
                    <a:pt x="7081937" y="29252"/>
                  </a:lnTo>
                  <a:lnTo>
                    <a:pt x="6970473" y="21783"/>
                  </a:lnTo>
                  <a:lnTo>
                    <a:pt x="6865204" y="15515"/>
                  </a:lnTo>
                  <a:lnTo>
                    <a:pt x="6770113" y="10449"/>
                  </a:lnTo>
                  <a:lnTo>
                    <a:pt x="6688762" y="6546"/>
                  </a:lnTo>
                  <a:lnTo>
                    <a:pt x="6623725" y="3723"/>
                  </a:lnTo>
                  <a:lnTo>
                    <a:pt x="6576108" y="1844"/>
                  </a:lnTo>
                  <a:lnTo>
                    <a:pt x="6545285" y="735"/>
                  </a:lnTo>
                  <a:lnTo>
                    <a:pt x="6528897" y="195"/>
                  </a:lnTo>
                  <a:lnTo>
                    <a:pt x="6523021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8" y="35"/>
                  </a:lnTo>
                  <a:lnTo>
                    <a:pt x="5519026" y="292"/>
                  </a:lnTo>
                  <a:lnTo>
                    <a:pt x="5500482" y="999"/>
                  </a:lnTo>
                  <a:lnTo>
                    <a:pt x="5467055" y="2395"/>
                  </a:lnTo>
                  <a:lnTo>
                    <a:pt x="5416676" y="4701"/>
                  </a:lnTo>
                  <a:lnTo>
                    <a:pt x="5349013" y="8110"/>
                  </a:lnTo>
                  <a:lnTo>
                    <a:pt x="5265425" y="12767"/>
                  </a:lnTo>
                  <a:lnTo>
                    <a:pt x="5168665" y="18758"/>
                  </a:lnTo>
                  <a:lnTo>
                    <a:pt x="5062379" y="26119"/>
                  </a:lnTo>
                  <a:lnTo>
                    <a:pt x="4950537" y="34843"/>
                  </a:lnTo>
                  <a:lnTo>
                    <a:pt x="4836917" y="44906"/>
                  </a:lnTo>
                  <a:lnTo>
                    <a:pt x="4724732" y="56280"/>
                  </a:lnTo>
                  <a:lnTo>
                    <a:pt x="4616447" y="68958"/>
                  </a:lnTo>
                  <a:lnTo>
                    <a:pt x="4513741" y="82960"/>
                  </a:lnTo>
                  <a:lnTo>
                    <a:pt x="4417581" y="98347"/>
                  </a:lnTo>
                  <a:lnTo>
                    <a:pt x="4328349" y="115219"/>
                  </a:lnTo>
                  <a:lnTo>
                    <a:pt x="4245986" y="133719"/>
                  </a:lnTo>
                  <a:lnTo>
                    <a:pt x="4170118" y="154031"/>
                  </a:lnTo>
                  <a:lnTo>
                    <a:pt x="4100170" y="176374"/>
                  </a:lnTo>
                  <a:lnTo>
                    <a:pt x="4035447" y="200992"/>
                  </a:lnTo>
                  <a:lnTo>
                    <a:pt x="3975198" y="228144"/>
                  </a:lnTo>
                  <a:lnTo>
                    <a:pt x="3918665" y="258076"/>
                  </a:lnTo>
                  <a:lnTo>
                    <a:pt x="3865119" y="290986"/>
                  </a:lnTo>
                  <a:lnTo>
                    <a:pt x="3820202" y="322298"/>
                  </a:lnTo>
                  <a:lnTo>
                    <a:pt x="3770123" y="361314"/>
                  </a:lnTo>
                  <a:lnTo>
                    <a:pt x="3721406" y="403516"/>
                  </a:lnTo>
                  <a:lnTo>
                    <a:pt x="3673638" y="448966"/>
                  </a:lnTo>
                  <a:lnTo>
                    <a:pt x="3626496" y="497660"/>
                  </a:lnTo>
                  <a:lnTo>
                    <a:pt x="3579730" y="549522"/>
                  </a:lnTo>
                  <a:lnTo>
                    <a:pt x="3533155" y="604393"/>
                  </a:lnTo>
                  <a:lnTo>
                    <a:pt x="3486638" y="662034"/>
                  </a:lnTo>
                  <a:lnTo>
                    <a:pt x="3440098" y="722122"/>
                  </a:lnTo>
                  <a:lnTo>
                    <a:pt x="3393489" y="784254"/>
                  </a:lnTo>
                  <a:lnTo>
                    <a:pt x="3346803" y="847960"/>
                  </a:lnTo>
                  <a:lnTo>
                    <a:pt x="3300053" y="912714"/>
                  </a:lnTo>
                  <a:lnTo>
                    <a:pt x="3253271" y="977951"/>
                  </a:lnTo>
                  <a:lnTo>
                    <a:pt x="3206496" y="1043089"/>
                  </a:lnTo>
                  <a:lnTo>
                    <a:pt x="3159765" y="1107550"/>
                  </a:lnTo>
                  <a:lnTo>
                    <a:pt x="3113104" y="1170779"/>
                  </a:lnTo>
                  <a:lnTo>
                    <a:pt x="3066522" y="1232269"/>
                  </a:lnTo>
                  <a:lnTo>
                    <a:pt x="3019996" y="1291569"/>
                  </a:lnTo>
                  <a:lnTo>
                    <a:pt x="2973471" y="1348304"/>
                  </a:lnTo>
                  <a:lnTo>
                    <a:pt x="2926848" y="1402179"/>
                  </a:lnTo>
                  <a:lnTo>
                    <a:pt x="2879979" y="1452982"/>
                  </a:lnTo>
                  <a:lnTo>
                    <a:pt x="2832656" y="1500582"/>
                  </a:lnTo>
                  <a:lnTo>
                    <a:pt x="2784607" y="1544929"/>
                  </a:lnTo>
                  <a:lnTo>
                    <a:pt x="2735480" y="1586042"/>
                  </a:lnTo>
                  <a:lnTo>
                    <a:pt x="2702183" y="1611494"/>
                  </a:lnTo>
                  <a:lnTo>
                    <a:pt x="2650710" y="1647090"/>
                  </a:lnTo>
                  <a:lnTo>
                    <a:pt x="2596828" y="1679620"/>
                  </a:lnTo>
                  <a:lnTo>
                    <a:pt x="2539871" y="1709192"/>
                  </a:lnTo>
                  <a:lnTo>
                    <a:pt x="2479104" y="1736013"/>
                  </a:lnTo>
                  <a:lnTo>
                    <a:pt x="2413768" y="1760332"/>
                  </a:lnTo>
                  <a:lnTo>
                    <a:pt x="2343116" y="1782408"/>
                  </a:lnTo>
                  <a:lnTo>
                    <a:pt x="2266465" y="1802482"/>
                  </a:lnTo>
                  <a:lnTo>
                    <a:pt x="2183258" y="1820770"/>
                  </a:lnTo>
                  <a:lnTo>
                    <a:pt x="2093155" y="1837449"/>
                  </a:lnTo>
                  <a:lnTo>
                    <a:pt x="1996145" y="1852658"/>
                  </a:lnTo>
                  <a:lnTo>
                    <a:pt x="1892675" y="1866492"/>
                  </a:lnTo>
                  <a:lnTo>
                    <a:pt x="1783794" y="1879007"/>
                  </a:lnTo>
                  <a:lnTo>
                    <a:pt x="1671279" y="1890218"/>
                  </a:lnTo>
                  <a:lnTo>
                    <a:pt x="1557691" y="1900114"/>
                  </a:lnTo>
                  <a:lnTo>
                    <a:pt x="1446329" y="1908669"/>
                  </a:lnTo>
                  <a:lnTo>
                    <a:pt x="1341018" y="1915858"/>
                  </a:lnTo>
                  <a:lnTo>
                    <a:pt x="1245719" y="1921680"/>
                  </a:lnTo>
                  <a:lnTo>
                    <a:pt x="1163996" y="1926175"/>
                  </a:lnTo>
                  <a:lnTo>
                    <a:pt x="1098453" y="1929437"/>
                  </a:lnTo>
                  <a:lnTo>
                    <a:pt x="1050248" y="1931618"/>
                  </a:lnTo>
                  <a:lnTo>
                    <a:pt x="1018830" y="1932915"/>
                  </a:lnTo>
                  <a:lnTo>
                    <a:pt x="1001921" y="1933553"/>
                  </a:lnTo>
                  <a:lnTo>
                    <a:pt x="995686" y="1933769"/>
                  </a:lnTo>
                  <a:lnTo>
                    <a:pt x="994940" y="1933793"/>
                  </a:lnTo>
                  <a:lnTo>
                    <a:pt x="0" y="1933793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50" name="pl1149"/>
            <p:cNvSpPr/>
            <p:nvPr/>
          </p:nvSpPr>
          <p:spPr>
            <a:xfrm>
              <a:off x="1199187" y="2106570"/>
              <a:ext cx="12049831" cy="1933793"/>
            </a:xfrm>
            <a:custGeom>
              <a:avLst/>
              <a:pathLst>
                <a:path w="12049831" h="1933793">
                  <a:moveTo>
                    <a:pt x="0" y="1933793"/>
                  </a:moveTo>
                  <a:lnTo>
                    <a:pt x="994940" y="1933793"/>
                  </a:lnTo>
                  <a:lnTo>
                    <a:pt x="996047" y="1933757"/>
                  </a:lnTo>
                  <a:lnTo>
                    <a:pt x="1003359" y="1933501"/>
                  </a:lnTo>
                  <a:lnTo>
                    <a:pt x="1021903" y="1932794"/>
                  </a:lnTo>
                  <a:lnTo>
                    <a:pt x="1055330" y="1931398"/>
                  </a:lnTo>
                  <a:lnTo>
                    <a:pt x="1105709" y="1929092"/>
                  </a:lnTo>
                  <a:lnTo>
                    <a:pt x="1173372" y="1925683"/>
                  </a:lnTo>
                  <a:lnTo>
                    <a:pt x="1256960" y="1921026"/>
                  </a:lnTo>
                  <a:lnTo>
                    <a:pt x="1353720" y="1915035"/>
                  </a:lnTo>
                  <a:lnTo>
                    <a:pt x="1460006" y="1907674"/>
                  </a:lnTo>
                  <a:lnTo>
                    <a:pt x="1571848" y="1898950"/>
                  </a:lnTo>
                  <a:lnTo>
                    <a:pt x="1685468" y="1888887"/>
                  </a:lnTo>
                  <a:lnTo>
                    <a:pt x="1797653" y="1877513"/>
                  </a:lnTo>
                  <a:lnTo>
                    <a:pt x="1905938" y="1864835"/>
                  </a:lnTo>
                  <a:lnTo>
                    <a:pt x="2008644" y="1850833"/>
                  </a:lnTo>
                  <a:lnTo>
                    <a:pt x="2104804" y="1835446"/>
                  </a:lnTo>
                  <a:lnTo>
                    <a:pt x="2194036" y="1818574"/>
                  </a:lnTo>
                  <a:lnTo>
                    <a:pt x="2276399" y="1800074"/>
                  </a:lnTo>
                  <a:lnTo>
                    <a:pt x="2352267" y="1779761"/>
                  </a:lnTo>
                  <a:lnTo>
                    <a:pt x="2422215" y="1757419"/>
                  </a:lnTo>
                  <a:lnTo>
                    <a:pt x="2486938" y="1732801"/>
                  </a:lnTo>
                  <a:lnTo>
                    <a:pt x="2547187" y="1705649"/>
                  </a:lnTo>
                  <a:lnTo>
                    <a:pt x="2603720" y="1675717"/>
                  </a:lnTo>
                  <a:lnTo>
                    <a:pt x="2657266" y="1642807"/>
                  </a:lnTo>
                  <a:lnTo>
                    <a:pt x="2702183" y="1611494"/>
                  </a:lnTo>
                  <a:lnTo>
                    <a:pt x="2752262" y="1572479"/>
                  </a:lnTo>
                  <a:lnTo>
                    <a:pt x="2800979" y="1530277"/>
                  </a:lnTo>
                  <a:lnTo>
                    <a:pt x="2848747" y="1484827"/>
                  </a:lnTo>
                  <a:lnTo>
                    <a:pt x="2895889" y="1436133"/>
                  </a:lnTo>
                  <a:lnTo>
                    <a:pt x="2942655" y="1384271"/>
                  </a:lnTo>
                  <a:lnTo>
                    <a:pt x="2989230" y="1329400"/>
                  </a:lnTo>
                  <a:lnTo>
                    <a:pt x="3035747" y="1271759"/>
                  </a:lnTo>
                  <a:lnTo>
                    <a:pt x="3082287" y="1211671"/>
                  </a:lnTo>
                  <a:lnTo>
                    <a:pt x="3128896" y="1149539"/>
                  </a:lnTo>
                  <a:lnTo>
                    <a:pt x="3175582" y="1085833"/>
                  </a:lnTo>
                  <a:lnTo>
                    <a:pt x="3222332" y="1021079"/>
                  </a:lnTo>
                  <a:lnTo>
                    <a:pt x="3269114" y="955842"/>
                  </a:lnTo>
                  <a:lnTo>
                    <a:pt x="3315889" y="890704"/>
                  </a:lnTo>
                  <a:lnTo>
                    <a:pt x="3362620" y="826243"/>
                  </a:lnTo>
                  <a:lnTo>
                    <a:pt x="3409281" y="763014"/>
                  </a:lnTo>
                  <a:lnTo>
                    <a:pt x="3455863" y="701524"/>
                  </a:lnTo>
                  <a:lnTo>
                    <a:pt x="3502389" y="642224"/>
                  </a:lnTo>
                  <a:lnTo>
                    <a:pt x="3548914" y="585489"/>
                  </a:lnTo>
                  <a:lnTo>
                    <a:pt x="3595537" y="531614"/>
                  </a:lnTo>
                  <a:lnTo>
                    <a:pt x="3642406" y="480811"/>
                  </a:lnTo>
                  <a:lnTo>
                    <a:pt x="3689729" y="433211"/>
                  </a:lnTo>
                  <a:lnTo>
                    <a:pt x="3737778" y="388864"/>
                  </a:lnTo>
                  <a:lnTo>
                    <a:pt x="3786905" y="347751"/>
                  </a:lnTo>
                  <a:lnTo>
                    <a:pt x="3820202" y="322298"/>
                  </a:lnTo>
                  <a:lnTo>
                    <a:pt x="3871675" y="286703"/>
                  </a:lnTo>
                  <a:lnTo>
                    <a:pt x="3925557" y="254173"/>
                  </a:lnTo>
                  <a:lnTo>
                    <a:pt x="3982514" y="224601"/>
                  </a:lnTo>
                  <a:lnTo>
                    <a:pt x="4043281" y="197780"/>
                  </a:lnTo>
                  <a:lnTo>
                    <a:pt x="4108617" y="173461"/>
                  </a:lnTo>
                  <a:lnTo>
                    <a:pt x="4179269" y="151385"/>
                  </a:lnTo>
                  <a:lnTo>
                    <a:pt x="4255920" y="131311"/>
                  </a:lnTo>
                  <a:lnTo>
                    <a:pt x="4339127" y="113023"/>
                  </a:lnTo>
                  <a:lnTo>
                    <a:pt x="4429230" y="96344"/>
                  </a:lnTo>
                  <a:lnTo>
                    <a:pt x="4526240" y="81135"/>
                  </a:lnTo>
                  <a:lnTo>
                    <a:pt x="4629710" y="67301"/>
                  </a:lnTo>
                  <a:lnTo>
                    <a:pt x="4738591" y="54786"/>
                  </a:lnTo>
                  <a:lnTo>
                    <a:pt x="4851106" y="43575"/>
                  </a:lnTo>
                  <a:lnTo>
                    <a:pt x="4964694" y="33679"/>
                  </a:lnTo>
                  <a:lnTo>
                    <a:pt x="5076056" y="25124"/>
                  </a:lnTo>
                  <a:lnTo>
                    <a:pt x="5181367" y="17935"/>
                  </a:lnTo>
                  <a:lnTo>
                    <a:pt x="5276666" y="12113"/>
                  </a:lnTo>
                  <a:lnTo>
                    <a:pt x="5358389" y="7618"/>
                  </a:lnTo>
                  <a:lnTo>
                    <a:pt x="5423932" y="4356"/>
                  </a:lnTo>
                  <a:lnTo>
                    <a:pt x="5472137" y="2175"/>
                  </a:lnTo>
                  <a:lnTo>
                    <a:pt x="5503555" y="878"/>
                  </a:lnTo>
                  <a:lnTo>
                    <a:pt x="5520464" y="240"/>
                  </a:lnTo>
                  <a:lnTo>
                    <a:pt x="5526699" y="24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0" y="31"/>
                  </a:lnTo>
                  <a:lnTo>
                    <a:pt x="6530855" y="257"/>
                  </a:lnTo>
                  <a:lnTo>
                    <a:pt x="6549503" y="880"/>
                  </a:lnTo>
                  <a:lnTo>
                    <a:pt x="6583113" y="2109"/>
                  </a:lnTo>
                  <a:lnTo>
                    <a:pt x="6633753" y="4140"/>
                  </a:lnTo>
                  <a:lnTo>
                    <a:pt x="6701741" y="7142"/>
                  </a:lnTo>
                  <a:lnTo>
                    <a:pt x="6785691" y="11241"/>
                  </a:lnTo>
                  <a:lnTo>
                    <a:pt x="6882819" y="16515"/>
                  </a:lnTo>
                  <a:lnTo>
                    <a:pt x="6989449" y="22991"/>
                  </a:lnTo>
                  <a:lnTo>
                    <a:pt x="7101585" y="30666"/>
                  </a:lnTo>
                  <a:lnTo>
                    <a:pt x="7215435" y="39517"/>
                  </a:lnTo>
                  <a:lnTo>
                    <a:pt x="7327780" y="49520"/>
                  </a:lnTo>
                  <a:lnTo>
                    <a:pt x="7436160" y="60668"/>
                  </a:lnTo>
                  <a:lnTo>
                    <a:pt x="7538905" y="72982"/>
                  </a:lnTo>
                  <a:lnTo>
                    <a:pt x="7635058" y="86515"/>
                  </a:lnTo>
                  <a:lnTo>
                    <a:pt x="7724252" y="101356"/>
                  </a:lnTo>
                  <a:lnTo>
                    <a:pt x="7806557" y="117633"/>
                  </a:lnTo>
                  <a:lnTo>
                    <a:pt x="7882358" y="135509"/>
                  </a:lnTo>
                  <a:lnTo>
                    <a:pt x="7952238" y="155176"/>
                  </a:lnTo>
                  <a:lnTo>
                    <a:pt x="8016901" y="176853"/>
                  </a:lnTo>
                  <a:lnTo>
                    <a:pt x="8077103" y="200765"/>
                  </a:lnTo>
                  <a:lnTo>
                    <a:pt x="8133606" y="227129"/>
                  </a:lnTo>
                  <a:lnTo>
                    <a:pt x="8187140" y="256116"/>
                  </a:lnTo>
                  <a:lnTo>
                    <a:pt x="8229629" y="282120"/>
                  </a:lnTo>
                  <a:lnTo>
                    <a:pt x="8281504" y="317570"/>
                  </a:lnTo>
                  <a:lnTo>
                    <a:pt x="8331935" y="356017"/>
                  </a:lnTo>
                  <a:lnTo>
                    <a:pt x="8381373" y="397521"/>
                  </a:lnTo>
                  <a:lnTo>
                    <a:pt x="8430172" y="442070"/>
                  </a:lnTo>
                  <a:lnTo>
                    <a:pt x="8478599" y="489581"/>
                  </a:lnTo>
                  <a:lnTo>
                    <a:pt x="8526851" y="539886"/>
                  </a:lnTo>
                  <a:lnTo>
                    <a:pt x="8575063" y="592735"/>
                  </a:lnTo>
                  <a:lnTo>
                    <a:pt x="8623317" y="647794"/>
                  </a:lnTo>
                  <a:lnTo>
                    <a:pt x="8671650" y="704652"/>
                  </a:lnTo>
                  <a:lnTo>
                    <a:pt x="8720063" y="762833"/>
                  </a:lnTo>
                  <a:lnTo>
                    <a:pt x="8768534" y="821809"/>
                  </a:lnTo>
                  <a:lnTo>
                    <a:pt x="8817023" y="881020"/>
                  </a:lnTo>
                  <a:lnTo>
                    <a:pt x="8865487" y="939899"/>
                  </a:lnTo>
                  <a:lnTo>
                    <a:pt x="8913888" y="997891"/>
                  </a:lnTo>
                  <a:lnTo>
                    <a:pt x="8962206" y="1054474"/>
                  </a:lnTo>
                  <a:lnTo>
                    <a:pt x="9010449" y="1109183"/>
                  </a:lnTo>
                  <a:lnTo>
                    <a:pt x="9058661" y="1161618"/>
                  </a:lnTo>
                  <a:lnTo>
                    <a:pt x="9106932" y="1211461"/>
                  </a:lnTo>
                  <a:lnTo>
                    <a:pt x="9155407" y="1258476"/>
                  </a:lnTo>
                  <a:lnTo>
                    <a:pt x="9204294" y="1302509"/>
                  </a:lnTo>
                  <a:lnTo>
                    <a:pt x="9253874" y="1343489"/>
                  </a:lnTo>
                  <a:lnTo>
                    <a:pt x="9304516" y="1381419"/>
                  </a:lnTo>
                  <a:lnTo>
                    <a:pt x="9347647" y="1410604"/>
                  </a:lnTo>
                  <a:lnTo>
                    <a:pt x="9399227" y="1441822"/>
                  </a:lnTo>
                  <a:lnTo>
                    <a:pt x="9453226" y="1470346"/>
                  </a:lnTo>
                  <a:lnTo>
                    <a:pt x="9510316" y="1496271"/>
                  </a:lnTo>
                  <a:lnTo>
                    <a:pt x="9571235" y="1519780"/>
                  </a:lnTo>
                  <a:lnTo>
                    <a:pt x="9636749" y="1541092"/>
                  </a:lnTo>
                  <a:lnTo>
                    <a:pt x="9707607" y="1560434"/>
                  </a:lnTo>
                  <a:lnTo>
                    <a:pt x="9784497" y="1578020"/>
                  </a:lnTo>
                  <a:lnTo>
                    <a:pt x="9867975" y="1594037"/>
                  </a:lnTo>
                  <a:lnTo>
                    <a:pt x="9958379" y="1608644"/>
                  </a:lnTo>
                  <a:lnTo>
                    <a:pt x="10055716" y="1621960"/>
                  </a:lnTo>
                  <a:lnTo>
                    <a:pt x="10159523" y="1634069"/>
                  </a:lnTo>
                  <a:lnTo>
                    <a:pt x="10268731" y="1645019"/>
                  </a:lnTo>
                  <a:lnTo>
                    <a:pt x="10381536" y="1654823"/>
                  </a:lnTo>
                  <a:lnTo>
                    <a:pt x="10495339" y="1663472"/>
                  </a:lnTo>
                  <a:lnTo>
                    <a:pt x="10606804" y="1670941"/>
                  </a:lnTo>
                  <a:lnTo>
                    <a:pt x="10712072" y="1677209"/>
                  </a:lnTo>
                  <a:lnTo>
                    <a:pt x="10807164" y="1682275"/>
                  </a:lnTo>
                  <a:lnTo>
                    <a:pt x="10888515" y="1686178"/>
                  </a:lnTo>
                  <a:lnTo>
                    <a:pt x="10953551" y="1689001"/>
                  </a:lnTo>
                  <a:lnTo>
                    <a:pt x="11001169" y="1690880"/>
                  </a:lnTo>
                  <a:lnTo>
                    <a:pt x="11031991" y="1691989"/>
                  </a:lnTo>
                  <a:lnTo>
                    <a:pt x="11048380" y="1692529"/>
                  </a:lnTo>
                  <a:lnTo>
                    <a:pt x="11054256" y="1692706"/>
                  </a:lnTo>
                  <a:lnTo>
                    <a:pt x="11054891" y="1692724"/>
                  </a:lnTo>
                  <a:lnTo>
                    <a:pt x="12049831" y="1692724"/>
                  </a:lnTo>
                  <a:lnTo>
                    <a:pt x="12049831" y="16927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1" name="pl1150"/>
            <p:cNvSpPr/>
            <p:nvPr/>
          </p:nvSpPr>
          <p:spPr>
            <a:xfrm>
              <a:off x="1199187" y="2090848"/>
              <a:ext cx="12049831" cy="1933793"/>
            </a:xfrm>
            <a:custGeom>
              <a:avLst/>
              <a:pathLst>
                <a:path w="12049831" h="1933793">
                  <a:moveTo>
                    <a:pt x="12049831" y="1692724"/>
                  </a:moveTo>
                  <a:lnTo>
                    <a:pt x="11054891" y="1692724"/>
                  </a:lnTo>
                  <a:lnTo>
                    <a:pt x="11053777" y="1692693"/>
                  </a:lnTo>
                  <a:lnTo>
                    <a:pt x="11046422" y="1692467"/>
                  </a:lnTo>
                  <a:lnTo>
                    <a:pt x="11027773" y="1691844"/>
                  </a:lnTo>
                  <a:lnTo>
                    <a:pt x="10994163" y="1690615"/>
                  </a:lnTo>
                  <a:lnTo>
                    <a:pt x="10943523" y="1688584"/>
                  </a:lnTo>
                  <a:lnTo>
                    <a:pt x="10875536" y="1685582"/>
                  </a:lnTo>
                  <a:lnTo>
                    <a:pt x="10791586" y="1681482"/>
                  </a:lnTo>
                  <a:lnTo>
                    <a:pt x="10694457" y="1676209"/>
                  </a:lnTo>
                  <a:lnTo>
                    <a:pt x="10587827" y="1669733"/>
                  </a:lnTo>
                  <a:lnTo>
                    <a:pt x="10475692" y="1662058"/>
                  </a:lnTo>
                  <a:lnTo>
                    <a:pt x="10361842" y="1653207"/>
                  </a:lnTo>
                  <a:lnTo>
                    <a:pt x="10249496" y="1643204"/>
                  </a:lnTo>
                  <a:lnTo>
                    <a:pt x="10141116" y="1632055"/>
                  </a:lnTo>
                  <a:lnTo>
                    <a:pt x="10038372" y="1619742"/>
                  </a:lnTo>
                  <a:lnTo>
                    <a:pt x="9942218" y="1606209"/>
                  </a:lnTo>
                  <a:lnTo>
                    <a:pt x="9853025" y="1591368"/>
                  </a:lnTo>
                  <a:lnTo>
                    <a:pt x="9770719" y="1575091"/>
                  </a:lnTo>
                  <a:lnTo>
                    <a:pt x="9694919" y="1557215"/>
                  </a:lnTo>
                  <a:lnTo>
                    <a:pt x="9625038" y="1537547"/>
                  </a:lnTo>
                  <a:lnTo>
                    <a:pt x="9560375" y="1515871"/>
                  </a:lnTo>
                  <a:lnTo>
                    <a:pt x="9500174" y="1491959"/>
                  </a:lnTo>
                  <a:lnTo>
                    <a:pt x="9443671" y="1465595"/>
                  </a:lnTo>
                  <a:lnTo>
                    <a:pt x="9390137" y="1436608"/>
                  </a:lnTo>
                  <a:lnTo>
                    <a:pt x="9347647" y="1410604"/>
                  </a:lnTo>
                  <a:lnTo>
                    <a:pt x="9295772" y="1375154"/>
                  </a:lnTo>
                  <a:lnTo>
                    <a:pt x="9245342" y="1336706"/>
                  </a:lnTo>
                  <a:lnTo>
                    <a:pt x="9195903" y="1295203"/>
                  </a:lnTo>
                  <a:lnTo>
                    <a:pt x="9147105" y="1250654"/>
                  </a:lnTo>
                  <a:lnTo>
                    <a:pt x="9098677" y="1203143"/>
                  </a:lnTo>
                  <a:lnTo>
                    <a:pt x="9050425" y="1152838"/>
                  </a:lnTo>
                  <a:lnTo>
                    <a:pt x="9002213" y="1099989"/>
                  </a:lnTo>
                  <a:lnTo>
                    <a:pt x="8953959" y="1044930"/>
                  </a:lnTo>
                  <a:lnTo>
                    <a:pt x="8905627" y="988072"/>
                  </a:lnTo>
                  <a:lnTo>
                    <a:pt x="8857213" y="929891"/>
                  </a:lnTo>
                  <a:lnTo>
                    <a:pt x="8808742" y="870915"/>
                  </a:lnTo>
                  <a:lnTo>
                    <a:pt x="8760253" y="811704"/>
                  </a:lnTo>
                  <a:lnTo>
                    <a:pt x="8711789" y="752825"/>
                  </a:lnTo>
                  <a:lnTo>
                    <a:pt x="8663388" y="694833"/>
                  </a:lnTo>
                  <a:lnTo>
                    <a:pt x="8615070" y="638250"/>
                  </a:lnTo>
                  <a:lnTo>
                    <a:pt x="8566828" y="583541"/>
                  </a:lnTo>
                  <a:lnTo>
                    <a:pt x="8518616" y="531105"/>
                  </a:lnTo>
                  <a:lnTo>
                    <a:pt x="8470345" y="481262"/>
                  </a:lnTo>
                  <a:lnTo>
                    <a:pt x="8421870" y="434248"/>
                  </a:lnTo>
                  <a:lnTo>
                    <a:pt x="8372983" y="390215"/>
                  </a:lnTo>
                  <a:lnTo>
                    <a:pt x="8323403" y="349235"/>
                  </a:lnTo>
                  <a:lnTo>
                    <a:pt x="8272761" y="311305"/>
                  </a:lnTo>
                  <a:lnTo>
                    <a:pt x="8229629" y="282120"/>
                  </a:lnTo>
                  <a:lnTo>
                    <a:pt x="8178050" y="250902"/>
                  </a:lnTo>
                  <a:lnTo>
                    <a:pt x="8124051" y="222378"/>
                  </a:lnTo>
                  <a:lnTo>
                    <a:pt x="8066961" y="196453"/>
                  </a:lnTo>
                  <a:lnTo>
                    <a:pt x="8006041" y="172944"/>
                  </a:lnTo>
                  <a:lnTo>
                    <a:pt x="7940528" y="151632"/>
                  </a:lnTo>
                  <a:lnTo>
                    <a:pt x="7869670" y="132290"/>
                  </a:lnTo>
                  <a:lnTo>
                    <a:pt x="7792780" y="114704"/>
                  </a:lnTo>
                  <a:lnTo>
                    <a:pt x="7709302" y="98686"/>
                  </a:lnTo>
                  <a:lnTo>
                    <a:pt x="7618897" y="84080"/>
                  </a:lnTo>
                  <a:lnTo>
                    <a:pt x="7521561" y="70764"/>
                  </a:lnTo>
                  <a:lnTo>
                    <a:pt x="7417753" y="58655"/>
                  </a:lnTo>
                  <a:lnTo>
                    <a:pt x="7308545" y="47705"/>
                  </a:lnTo>
                  <a:lnTo>
                    <a:pt x="7195741" y="37901"/>
                  </a:lnTo>
                  <a:lnTo>
                    <a:pt x="7081937" y="29252"/>
                  </a:lnTo>
                  <a:lnTo>
                    <a:pt x="6970473" y="21783"/>
                  </a:lnTo>
                  <a:lnTo>
                    <a:pt x="6865204" y="15515"/>
                  </a:lnTo>
                  <a:lnTo>
                    <a:pt x="6770113" y="10449"/>
                  </a:lnTo>
                  <a:lnTo>
                    <a:pt x="6688762" y="6546"/>
                  </a:lnTo>
                  <a:lnTo>
                    <a:pt x="6623725" y="3723"/>
                  </a:lnTo>
                  <a:lnTo>
                    <a:pt x="6576108" y="1844"/>
                  </a:lnTo>
                  <a:lnTo>
                    <a:pt x="6545285" y="735"/>
                  </a:lnTo>
                  <a:lnTo>
                    <a:pt x="6528897" y="195"/>
                  </a:lnTo>
                  <a:lnTo>
                    <a:pt x="6523021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8" y="35"/>
                  </a:lnTo>
                  <a:lnTo>
                    <a:pt x="5519026" y="292"/>
                  </a:lnTo>
                  <a:lnTo>
                    <a:pt x="5500482" y="999"/>
                  </a:lnTo>
                  <a:lnTo>
                    <a:pt x="5467055" y="2395"/>
                  </a:lnTo>
                  <a:lnTo>
                    <a:pt x="5416676" y="4701"/>
                  </a:lnTo>
                  <a:lnTo>
                    <a:pt x="5349013" y="8110"/>
                  </a:lnTo>
                  <a:lnTo>
                    <a:pt x="5265425" y="12767"/>
                  </a:lnTo>
                  <a:lnTo>
                    <a:pt x="5168665" y="18758"/>
                  </a:lnTo>
                  <a:lnTo>
                    <a:pt x="5062379" y="26119"/>
                  </a:lnTo>
                  <a:lnTo>
                    <a:pt x="4950537" y="34843"/>
                  </a:lnTo>
                  <a:lnTo>
                    <a:pt x="4836917" y="44906"/>
                  </a:lnTo>
                  <a:lnTo>
                    <a:pt x="4724732" y="56280"/>
                  </a:lnTo>
                  <a:lnTo>
                    <a:pt x="4616447" y="68958"/>
                  </a:lnTo>
                  <a:lnTo>
                    <a:pt x="4513741" y="82960"/>
                  </a:lnTo>
                  <a:lnTo>
                    <a:pt x="4417581" y="98347"/>
                  </a:lnTo>
                  <a:lnTo>
                    <a:pt x="4328349" y="115219"/>
                  </a:lnTo>
                  <a:lnTo>
                    <a:pt x="4245986" y="133719"/>
                  </a:lnTo>
                  <a:lnTo>
                    <a:pt x="4170118" y="154031"/>
                  </a:lnTo>
                  <a:lnTo>
                    <a:pt x="4100170" y="176374"/>
                  </a:lnTo>
                  <a:lnTo>
                    <a:pt x="4035447" y="200992"/>
                  </a:lnTo>
                  <a:lnTo>
                    <a:pt x="3975198" y="228144"/>
                  </a:lnTo>
                  <a:lnTo>
                    <a:pt x="3918665" y="258076"/>
                  </a:lnTo>
                  <a:lnTo>
                    <a:pt x="3865119" y="290986"/>
                  </a:lnTo>
                  <a:lnTo>
                    <a:pt x="3820202" y="322298"/>
                  </a:lnTo>
                  <a:lnTo>
                    <a:pt x="3770123" y="361314"/>
                  </a:lnTo>
                  <a:lnTo>
                    <a:pt x="3721406" y="403516"/>
                  </a:lnTo>
                  <a:lnTo>
                    <a:pt x="3673638" y="448966"/>
                  </a:lnTo>
                  <a:lnTo>
                    <a:pt x="3626496" y="497660"/>
                  </a:lnTo>
                  <a:lnTo>
                    <a:pt x="3579730" y="549522"/>
                  </a:lnTo>
                  <a:lnTo>
                    <a:pt x="3533155" y="604393"/>
                  </a:lnTo>
                  <a:lnTo>
                    <a:pt x="3486638" y="662034"/>
                  </a:lnTo>
                  <a:lnTo>
                    <a:pt x="3440098" y="722122"/>
                  </a:lnTo>
                  <a:lnTo>
                    <a:pt x="3393489" y="784254"/>
                  </a:lnTo>
                  <a:lnTo>
                    <a:pt x="3346803" y="847960"/>
                  </a:lnTo>
                  <a:lnTo>
                    <a:pt x="3300053" y="912714"/>
                  </a:lnTo>
                  <a:lnTo>
                    <a:pt x="3253271" y="977951"/>
                  </a:lnTo>
                  <a:lnTo>
                    <a:pt x="3206496" y="1043089"/>
                  </a:lnTo>
                  <a:lnTo>
                    <a:pt x="3159765" y="1107550"/>
                  </a:lnTo>
                  <a:lnTo>
                    <a:pt x="3113104" y="1170779"/>
                  </a:lnTo>
                  <a:lnTo>
                    <a:pt x="3066522" y="1232269"/>
                  </a:lnTo>
                  <a:lnTo>
                    <a:pt x="3019996" y="1291569"/>
                  </a:lnTo>
                  <a:lnTo>
                    <a:pt x="2973471" y="1348304"/>
                  </a:lnTo>
                  <a:lnTo>
                    <a:pt x="2926848" y="1402179"/>
                  </a:lnTo>
                  <a:lnTo>
                    <a:pt x="2879979" y="1452982"/>
                  </a:lnTo>
                  <a:lnTo>
                    <a:pt x="2832656" y="1500582"/>
                  </a:lnTo>
                  <a:lnTo>
                    <a:pt x="2784607" y="1544929"/>
                  </a:lnTo>
                  <a:lnTo>
                    <a:pt x="2735480" y="1586042"/>
                  </a:lnTo>
                  <a:lnTo>
                    <a:pt x="2702183" y="1611494"/>
                  </a:lnTo>
                  <a:lnTo>
                    <a:pt x="2650710" y="1647090"/>
                  </a:lnTo>
                  <a:lnTo>
                    <a:pt x="2596828" y="1679620"/>
                  </a:lnTo>
                  <a:lnTo>
                    <a:pt x="2539871" y="1709192"/>
                  </a:lnTo>
                  <a:lnTo>
                    <a:pt x="2479104" y="1736013"/>
                  </a:lnTo>
                  <a:lnTo>
                    <a:pt x="2413768" y="1760332"/>
                  </a:lnTo>
                  <a:lnTo>
                    <a:pt x="2343116" y="1782408"/>
                  </a:lnTo>
                  <a:lnTo>
                    <a:pt x="2266465" y="1802482"/>
                  </a:lnTo>
                  <a:lnTo>
                    <a:pt x="2183258" y="1820770"/>
                  </a:lnTo>
                  <a:lnTo>
                    <a:pt x="2093155" y="1837449"/>
                  </a:lnTo>
                  <a:lnTo>
                    <a:pt x="1996145" y="1852658"/>
                  </a:lnTo>
                  <a:lnTo>
                    <a:pt x="1892675" y="1866492"/>
                  </a:lnTo>
                  <a:lnTo>
                    <a:pt x="1783794" y="1879007"/>
                  </a:lnTo>
                  <a:lnTo>
                    <a:pt x="1671279" y="1890218"/>
                  </a:lnTo>
                  <a:lnTo>
                    <a:pt x="1557691" y="1900114"/>
                  </a:lnTo>
                  <a:lnTo>
                    <a:pt x="1446329" y="1908669"/>
                  </a:lnTo>
                  <a:lnTo>
                    <a:pt x="1341018" y="1915858"/>
                  </a:lnTo>
                  <a:lnTo>
                    <a:pt x="1245719" y="1921680"/>
                  </a:lnTo>
                  <a:lnTo>
                    <a:pt x="1163996" y="1926175"/>
                  </a:lnTo>
                  <a:lnTo>
                    <a:pt x="1098453" y="1929437"/>
                  </a:lnTo>
                  <a:lnTo>
                    <a:pt x="1050248" y="1931618"/>
                  </a:lnTo>
                  <a:lnTo>
                    <a:pt x="1018830" y="1932915"/>
                  </a:lnTo>
                  <a:lnTo>
                    <a:pt x="1001921" y="1933553"/>
                  </a:lnTo>
                  <a:lnTo>
                    <a:pt x="995686" y="1933769"/>
                  </a:lnTo>
                  <a:lnTo>
                    <a:pt x="994940" y="1933793"/>
                  </a:lnTo>
                  <a:lnTo>
                    <a:pt x="0" y="1933793"/>
                  </a:lnTo>
                  <a:lnTo>
                    <a:pt x="0" y="19337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2" name="pg1151"/>
            <p:cNvSpPr/>
            <p:nvPr/>
          </p:nvSpPr>
          <p:spPr>
            <a:xfrm>
              <a:off x="1199187" y="2143254"/>
              <a:ext cx="12049831" cy="2588873"/>
            </a:xfrm>
            <a:custGeom>
              <a:avLst/>
              <a:pathLst>
                <a:path w="12049831" h="2588873">
                  <a:moveTo>
                    <a:pt x="0" y="1902350"/>
                  </a:moveTo>
                  <a:lnTo>
                    <a:pt x="994940" y="1902350"/>
                  </a:lnTo>
                  <a:lnTo>
                    <a:pt x="996048" y="1902314"/>
                  </a:lnTo>
                  <a:lnTo>
                    <a:pt x="1003367" y="1902063"/>
                  </a:lnTo>
                  <a:lnTo>
                    <a:pt x="1021927" y="1901368"/>
                  </a:lnTo>
                  <a:lnTo>
                    <a:pt x="1055384" y="1899998"/>
                  </a:lnTo>
                  <a:lnTo>
                    <a:pt x="1105805" y="1897733"/>
                  </a:lnTo>
                  <a:lnTo>
                    <a:pt x="1173520" y="1894385"/>
                  </a:lnTo>
                  <a:lnTo>
                    <a:pt x="1257165" y="1889813"/>
                  </a:lnTo>
                  <a:lnTo>
                    <a:pt x="1353985" y="1883930"/>
                  </a:lnTo>
                  <a:lnTo>
                    <a:pt x="1460326" y="1876703"/>
                  </a:lnTo>
                  <a:lnTo>
                    <a:pt x="1572214" y="1868137"/>
                  </a:lnTo>
                  <a:lnTo>
                    <a:pt x="1685872" y="1858258"/>
                  </a:lnTo>
                  <a:lnTo>
                    <a:pt x="1798083" y="1847091"/>
                  </a:lnTo>
                  <a:lnTo>
                    <a:pt x="1906383" y="1834645"/>
                  </a:lnTo>
                  <a:lnTo>
                    <a:pt x="2009095" y="1820898"/>
                  </a:lnTo>
                  <a:lnTo>
                    <a:pt x="2105254" y="1805791"/>
                  </a:lnTo>
                  <a:lnTo>
                    <a:pt x="2194480" y="1789227"/>
                  </a:lnTo>
                  <a:lnTo>
                    <a:pt x="2276834" y="1771062"/>
                  </a:lnTo>
                  <a:lnTo>
                    <a:pt x="2352691" y="1751118"/>
                  </a:lnTo>
                  <a:lnTo>
                    <a:pt x="2422628" y="1729180"/>
                  </a:lnTo>
                  <a:lnTo>
                    <a:pt x="2487341" y="1705006"/>
                  </a:lnTo>
                  <a:lnTo>
                    <a:pt x="2547583" y="1678343"/>
                  </a:lnTo>
                  <a:lnTo>
                    <a:pt x="2604111" y="1648949"/>
                  </a:lnTo>
                  <a:lnTo>
                    <a:pt x="2657655" y="1616631"/>
                  </a:lnTo>
                  <a:lnTo>
                    <a:pt x="2702183" y="1586165"/>
                  </a:lnTo>
                  <a:lnTo>
                    <a:pt x="2752530" y="1547672"/>
                  </a:lnTo>
                  <a:lnTo>
                    <a:pt x="2801503" y="1506020"/>
                  </a:lnTo>
                  <a:lnTo>
                    <a:pt x="2849520" y="1461147"/>
                  </a:lnTo>
                  <a:lnTo>
                    <a:pt x="2896909" y="1413056"/>
                  </a:lnTo>
                  <a:lnTo>
                    <a:pt x="2943922" y="1361827"/>
                  </a:lnTo>
                  <a:lnTo>
                    <a:pt x="2990748" y="1307619"/>
                  </a:lnTo>
                  <a:lnTo>
                    <a:pt x="3037517" y="1250673"/>
                  </a:lnTo>
                  <a:lnTo>
                    <a:pt x="3084313" y="1191314"/>
                  </a:lnTo>
                  <a:lnTo>
                    <a:pt x="3131178" y="1129947"/>
                  </a:lnTo>
                  <a:lnTo>
                    <a:pt x="3178122" y="1067044"/>
                  </a:lnTo>
                  <a:lnTo>
                    <a:pt x="3225128" y="1003131"/>
                  </a:lnTo>
                  <a:lnTo>
                    <a:pt x="3272165" y="938773"/>
                  </a:lnTo>
                  <a:lnTo>
                    <a:pt x="3319193" y="874551"/>
                  </a:lnTo>
                  <a:lnTo>
                    <a:pt x="3366173" y="811041"/>
                  </a:lnTo>
                  <a:lnTo>
                    <a:pt x="3413081" y="748791"/>
                  </a:lnTo>
                  <a:lnTo>
                    <a:pt x="3459911" y="688306"/>
                  </a:lnTo>
                  <a:lnTo>
                    <a:pt x="3506687" y="630028"/>
                  </a:lnTo>
                  <a:lnTo>
                    <a:pt x="3553469" y="574324"/>
                  </a:lnTo>
                  <a:lnTo>
                    <a:pt x="3600363" y="521480"/>
                  </a:lnTo>
                  <a:lnTo>
                    <a:pt x="3647524" y="471701"/>
                  </a:lnTo>
                  <a:lnTo>
                    <a:pt x="3695171" y="425106"/>
                  </a:lnTo>
                  <a:lnTo>
                    <a:pt x="3743588" y="381739"/>
                  </a:lnTo>
                  <a:lnTo>
                    <a:pt x="3793143" y="341572"/>
                  </a:lnTo>
                  <a:lnTo>
                    <a:pt x="3820202" y="321425"/>
                  </a:lnTo>
                  <a:lnTo>
                    <a:pt x="3871692" y="286494"/>
                  </a:lnTo>
                  <a:lnTo>
                    <a:pt x="3925592" y="254573"/>
                  </a:lnTo>
                  <a:lnTo>
                    <a:pt x="3982571" y="225554"/>
                  </a:lnTo>
                  <a:lnTo>
                    <a:pt x="4043362" y="199237"/>
                  </a:lnTo>
                  <a:lnTo>
                    <a:pt x="4108726" y="175374"/>
                  </a:lnTo>
                  <a:lnTo>
                    <a:pt x="4179411" y="153714"/>
                  </a:lnTo>
                  <a:lnTo>
                    <a:pt x="4256101" y="134018"/>
                  </a:lnTo>
                  <a:lnTo>
                    <a:pt x="4339352" y="116075"/>
                  </a:lnTo>
                  <a:lnTo>
                    <a:pt x="4429502" y="99711"/>
                  </a:lnTo>
                  <a:lnTo>
                    <a:pt x="4526565" y="84790"/>
                  </a:lnTo>
                  <a:lnTo>
                    <a:pt x="4630089" y="71219"/>
                  </a:lnTo>
                  <a:lnTo>
                    <a:pt x="4739022" y="58943"/>
                  </a:lnTo>
                  <a:lnTo>
                    <a:pt x="4851584" y="47946"/>
                  </a:lnTo>
                  <a:lnTo>
                    <a:pt x="4965206" y="38239"/>
                  </a:lnTo>
                  <a:lnTo>
                    <a:pt x="5076585" y="29850"/>
                  </a:lnTo>
                  <a:lnTo>
                    <a:pt x="5181889" y="22802"/>
                  </a:lnTo>
                  <a:lnTo>
                    <a:pt x="5277156" y="17096"/>
                  </a:lnTo>
                  <a:lnTo>
                    <a:pt x="5358819" y="12692"/>
                  </a:lnTo>
                  <a:lnTo>
                    <a:pt x="5424281" y="9497"/>
                  </a:lnTo>
                  <a:lnTo>
                    <a:pt x="5472393" y="7363"/>
                  </a:lnTo>
                  <a:lnTo>
                    <a:pt x="5503715" y="6096"/>
                  </a:lnTo>
                  <a:lnTo>
                    <a:pt x="5520540" y="5473"/>
                  </a:lnTo>
                  <a:lnTo>
                    <a:pt x="5526717" y="526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71" y="5287"/>
                  </a:lnTo>
                  <a:lnTo>
                    <a:pt x="6530644" y="5623"/>
                  </a:lnTo>
                  <a:lnTo>
                    <a:pt x="6548843" y="6549"/>
                  </a:lnTo>
                  <a:lnTo>
                    <a:pt x="6581673" y="8376"/>
                  </a:lnTo>
                  <a:lnTo>
                    <a:pt x="6631201" y="11397"/>
                  </a:lnTo>
                  <a:lnTo>
                    <a:pt x="6697803" y="15864"/>
                  </a:lnTo>
                  <a:lnTo>
                    <a:pt x="6780202" y="21970"/>
                  </a:lnTo>
                  <a:lnTo>
                    <a:pt x="6875750" y="29832"/>
                  </a:lnTo>
                  <a:lnTo>
                    <a:pt x="6980903" y="39498"/>
                  </a:lnTo>
                  <a:lnTo>
                    <a:pt x="7091771" y="50963"/>
                  </a:lnTo>
                  <a:lnTo>
                    <a:pt x="7204627" y="64195"/>
                  </a:lnTo>
                  <a:lnTo>
                    <a:pt x="7316273" y="79158"/>
                  </a:lnTo>
                  <a:lnTo>
                    <a:pt x="7424236" y="95840"/>
                  </a:lnTo>
                  <a:lnTo>
                    <a:pt x="7526806" y="114263"/>
                  </a:lnTo>
                  <a:lnTo>
                    <a:pt x="7622978" y="134502"/>
                  </a:lnTo>
                  <a:lnTo>
                    <a:pt x="7712329" y="156683"/>
                  </a:lnTo>
                  <a:lnTo>
                    <a:pt x="7794880" y="180988"/>
                  </a:lnTo>
                  <a:lnTo>
                    <a:pt x="7870967" y="207652"/>
                  </a:lnTo>
                  <a:lnTo>
                    <a:pt x="7941137" y="236957"/>
                  </a:lnTo>
                  <a:lnTo>
                    <a:pt x="8006060" y="269219"/>
                  </a:lnTo>
                  <a:lnTo>
                    <a:pt x="8066469" y="304776"/>
                  </a:lnTo>
                  <a:lnTo>
                    <a:pt x="8123109" y="343955"/>
                  </a:lnTo>
                  <a:lnTo>
                    <a:pt x="8176698" y="387030"/>
                  </a:lnTo>
                  <a:lnTo>
                    <a:pt x="8227895" y="434144"/>
                  </a:lnTo>
                  <a:lnTo>
                    <a:pt x="8229629" y="435846"/>
                  </a:lnTo>
                  <a:lnTo>
                    <a:pt x="8275342" y="483195"/>
                  </a:lnTo>
                  <a:lnTo>
                    <a:pt x="8319891" y="534073"/>
                  </a:lnTo>
                  <a:lnTo>
                    <a:pt x="8363597" y="588551"/>
                  </a:lnTo>
                  <a:lnTo>
                    <a:pt x="8406720" y="646641"/>
                  </a:lnTo>
                  <a:lnTo>
                    <a:pt x="8449463" y="708289"/>
                  </a:lnTo>
                  <a:lnTo>
                    <a:pt x="8491987" y="773368"/>
                  </a:lnTo>
                  <a:lnTo>
                    <a:pt x="8534410" y="841678"/>
                  </a:lnTo>
                  <a:lnTo>
                    <a:pt x="8576814" y="912937"/>
                  </a:lnTo>
                  <a:lnTo>
                    <a:pt x="8619254" y="986791"/>
                  </a:lnTo>
                  <a:lnTo>
                    <a:pt x="8661753" y="1062816"/>
                  </a:lnTo>
                  <a:lnTo>
                    <a:pt x="8704318" y="1140525"/>
                  </a:lnTo>
                  <a:lnTo>
                    <a:pt x="8746934" y="1219380"/>
                  </a:lnTo>
                  <a:lnTo>
                    <a:pt x="8789579" y="1298811"/>
                  </a:lnTo>
                  <a:lnTo>
                    <a:pt x="8832224" y="1378229"/>
                  </a:lnTo>
                  <a:lnTo>
                    <a:pt x="8874838" y="1457045"/>
                  </a:lnTo>
                  <a:lnTo>
                    <a:pt x="8917400" y="1534690"/>
                  </a:lnTo>
                  <a:lnTo>
                    <a:pt x="8959896" y="1610629"/>
                  </a:lnTo>
                  <a:lnTo>
                    <a:pt x="9002333" y="1684378"/>
                  </a:lnTo>
                  <a:lnTo>
                    <a:pt x="9044738" y="1755514"/>
                  </a:lnTo>
                  <a:lnTo>
                    <a:pt x="9087163" y="1823686"/>
                  </a:lnTo>
                  <a:lnTo>
                    <a:pt x="9129694" y="1888618"/>
                  </a:lnTo>
                  <a:lnTo>
                    <a:pt x="9172450" y="1950111"/>
                  </a:lnTo>
                  <a:lnTo>
                    <a:pt x="9215594" y="2008042"/>
                  </a:lnTo>
                  <a:lnTo>
                    <a:pt x="9259331" y="2062360"/>
                  </a:lnTo>
                  <a:lnTo>
                    <a:pt x="9303924" y="2113081"/>
                  </a:lnTo>
                  <a:lnTo>
                    <a:pt x="9347647" y="2158267"/>
                  </a:lnTo>
                  <a:lnTo>
                    <a:pt x="9398772" y="2205522"/>
                  </a:lnTo>
                  <a:lnTo>
                    <a:pt x="9452268" y="2248734"/>
                  </a:lnTo>
                  <a:lnTo>
                    <a:pt x="9508790" y="2288045"/>
                  </a:lnTo>
                  <a:lnTo>
                    <a:pt x="9569056" y="2323722"/>
                  </a:lnTo>
                  <a:lnTo>
                    <a:pt x="9633811" y="2356092"/>
                  </a:lnTo>
                  <a:lnTo>
                    <a:pt x="9703788" y="2385493"/>
                  </a:lnTo>
                  <a:lnTo>
                    <a:pt x="9779661" y="2412243"/>
                  </a:lnTo>
                  <a:lnTo>
                    <a:pt x="9861980" y="2436626"/>
                  </a:lnTo>
                  <a:lnTo>
                    <a:pt x="9951094" y="2458877"/>
                  </a:lnTo>
                  <a:lnTo>
                    <a:pt x="10047034" y="2479181"/>
                  </a:lnTo>
                  <a:lnTo>
                    <a:pt x="10149396" y="2497665"/>
                  </a:lnTo>
                  <a:lnTo>
                    <a:pt x="10257197" y="2514406"/>
                  </a:lnTo>
                  <a:lnTo>
                    <a:pt x="10368752" y="2529429"/>
                  </a:lnTo>
                  <a:lnTo>
                    <a:pt x="10481616" y="2542722"/>
                  </a:lnTo>
                  <a:lnTo>
                    <a:pt x="10592613" y="2554249"/>
                  </a:lnTo>
                  <a:lnTo>
                    <a:pt x="10698028" y="2563977"/>
                  </a:lnTo>
                  <a:lnTo>
                    <a:pt x="10793972" y="2571901"/>
                  </a:lnTo>
                  <a:lnTo>
                    <a:pt x="10876876" y="2578066"/>
                  </a:lnTo>
                  <a:lnTo>
                    <a:pt x="10944054" y="2582587"/>
                  </a:lnTo>
                  <a:lnTo>
                    <a:pt x="10994176" y="2585654"/>
                  </a:lnTo>
                  <a:lnTo>
                    <a:pt x="11027559" y="2587517"/>
                  </a:lnTo>
                  <a:lnTo>
                    <a:pt x="11046212" y="2588470"/>
                  </a:lnTo>
                  <a:lnTo>
                    <a:pt x="11053691" y="2588821"/>
                  </a:lnTo>
                  <a:lnTo>
                    <a:pt x="11054891" y="2588873"/>
                  </a:lnTo>
                  <a:lnTo>
                    <a:pt x="12049831" y="2588873"/>
                  </a:lnTo>
                  <a:lnTo>
                    <a:pt x="12049831" y="2583632"/>
                  </a:lnTo>
                  <a:lnTo>
                    <a:pt x="11054891" y="2583632"/>
                  </a:lnTo>
                  <a:lnTo>
                    <a:pt x="11053805" y="2583585"/>
                  </a:lnTo>
                  <a:lnTo>
                    <a:pt x="11046632" y="2583250"/>
                  </a:lnTo>
                  <a:lnTo>
                    <a:pt x="11028433" y="2582323"/>
                  </a:lnTo>
                  <a:lnTo>
                    <a:pt x="10995603" y="2580496"/>
                  </a:lnTo>
                  <a:lnTo>
                    <a:pt x="10946075" y="2577476"/>
                  </a:lnTo>
                  <a:lnTo>
                    <a:pt x="10879474" y="2573008"/>
                  </a:lnTo>
                  <a:lnTo>
                    <a:pt x="10797075" y="2566902"/>
                  </a:lnTo>
                  <a:lnTo>
                    <a:pt x="10701526" y="2559041"/>
                  </a:lnTo>
                  <a:lnTo>
                    <a:pt x="10596373" y="2549375"/>
                  </a:lnTo>
                  <a:lnTo>
                    <a:pt x="10485506" y="2537909"/>
                  </a:lnTo>
                  <a:lnTo>
                    <a:pt x="10372650" y="2524677"/>
                  </a:lnTo>
                  <a:lnTo>
                    <a:pt x="10261003" y="2509714"/>
                  </a:lnTo>
                  <a:lnTo>
                    <a:pt x="10153041" y="2493032"/>
                  </a:lnTo>
                  <a:lnTo>
                    <a:pt x="10050471" y="2474609"/>
                  </a:lnTo>
                  <a:lnTo>
                    <a:pt x="9954298" y="2454370"/>
                  </a:lnTo>
                  <a:lnTo>
                    <a:pt x="9864947" y="2432189"/>
                  </a:lnTo>
                  <a:lnTo>
                    <a:pt x="9782397" y="2407884"/>
                  </a:lnTo>
                  <a:lnTo>
                    <a:pt x="9706310" y="2381220"/>
                  </a:lnTo>
                  <a:lnTo>
                    <a:pt x="9636140" y="2351916"/>
                  </a:lnTo>
                  <a:lnTo>
                    <a:pt x="9571216" y="2319653"/>
                  </a:lnTo>
                  <a:lnTo>
                    <a:pt x="9510807" y="2284097"/>
                  </a:lnTo>
                  <a:lnTo>
                    <a:pt x="9454168" y="2244917"/>
                  </a:lnTo>
                  <a:lnTo>
                    <a:pt x="9400578" y="2201843"/>
                  </a:lnTo>
                  <a:lnTo>
                    <a:pt x="9349382" y="2154728"/>
                  </a:lnTo>
                  <a:lnTo>
                    <a:pt x="9347647" y="2153027"/>
                  </a:lnTo>
                  <a:lnTo>
                    <a:pt x="9301934" y="2105677"/>
                  </a:lnTo>
                  <a:lnTo>
                    <a:pt x="9257386" y="2054799"/>
                  </a:lnTo>
                  <a:lnTo>
                    <a:pt x="9213679" y="2000321"/>
                  </a:lnTo>
                  <a:lnTo>
                    <a:pt x="9170557" y="1942231"/>
                  </a:lnTo>
                  <a:lnTo>
                    <a:pt x="9127813" y="1880583"/>
                  </a:lnTo>
                  <a:lnTo>
                    <a:pt x="9085290" y="1815504"/>
                  </a:lnTo>
                  <a:lnTo>
                    <a:pt x="9042867" y="1747195"/>
                  </a:lnTo>
                  <a:lnTo>
                    <a:pt x="9000462" y="1675935"/>
                  </a:lnTo>
                  <a:lnTo>
                    <a:pt x="8958023" y="1602081"/>
                  </a:lnTo>
                  <a:lnTo>
                    <a:pt x="8915523" y="1526056"/>
                  </a:lnTo>
                  <a:lnTo>
                    <a:pt x="8872959" y="1448348"/>
                  </a:lnTo>
                  <a:lnTo>
                    <a:pt x="8830342" y="1369492"/>
                  </a:lnTo>
                  <a:lnTo>
                    <a:pt x="8787697" y="1290061"/>
                  </a:lnTo>
                  <a:lnTo>
                    <a:pt x="8745053" y="1210643"/>
                  </a:lnTo>
                  <a:lnTo>
                    <a:pt x="8702438" y="1131827"/>
                  </a:lnTo>
                  <a:lnTo>
                    <a:pt x="8659877" y="1054182"/>
                  </a:lnTo>
                  <a:lnTo>
                    <a:pt x="8617380" y="978243"/>
                  </a:lnTo>
                  <a:lnTo>
                    <a:pt x="8574943" y="904494"/>
                  </a:lnTo>
                  <a:lnTo>
                    <a:pt x="8532539" y="833358"/>
                  </a:lnTo>
                  <a:lnTo>
                    <a:pt x="8490114" y="765187"/>
                  </a:lnTo>
                  <a:lnTo>
                    <a:pt x="8447583" y="700255"/>
                  </a:lnTo>
                  <a:lnTo>
                    <a:pt x="8404826" y="638762"/>
                  </a:lnTo>
                  <a:lnTo>
                    <a:pt x="8361683" y="580830"/>
                  </a:lnTo>
                  <a:lnTo>
                    <a:pt x="8317945" y="526512"/>
                  </a:lnTo>
                  <a:lnTo>
                    <a:pt x="8273352" y="475791"/>
                  </a:lnTo>
                  <a:lnTo>
                    <a:pt x="8229629" y="430605"/>
                  </a:lnTo>
                  <a:lnTo>
                    <a:pt x="8178505" y="383350"/>
                  </a:lnTo>
                  <a:lnTo>
                    <a:pt x="8125009" y="340138"/>
                  </a:lnTo>
                  <a:lnTo>
                    <a:pt x="8068486" y="300828"/>
                  </a:lnTo>
                  <a:lnTo>
                    <a:pt x="8008220" y="265151"/>
                  </a:lnTo>
                  <a:lnTo>
                    <a:pt x="7943465" y="232780"/>
                  </a:lnTo>
                  <a:lnTo>
                    <a:pt x="7873488" y="203379"/>
                  </a:lnTo>
                  <a:lnTo>
                    <a:pt x="7797616" y="176629"/>
                  </a:lnTo>
                  <a:lnTo>
                    <a:pt x="7715296" y="152246"/>
                  </a:lnTo>
                  <a:lnTo>
                    <a:pt x="7626183" y="129995"/>
                  </a:lnTo>
                  <a:lnTo>
                    <a:pt x="7530242" y="109692"/>
                  </a:lnTo>
                  <a:lnTo>
                    <a:pt x="7427880" y="91207"/>
                  </a:lnTo>
                  <a:lnTo>
                    <a:pt x="7320080" y="74466"/>
                  </a:lnTo>
                  <a:lnTo>
                    <a:pt x="7208524" y="59443"/>
                  </a:lnTo>
                  <a:lnTo>
                    <a:pt x="7095660" y="46151"/>
                  </a:lnTo>
                  <a:lnTo>
                    <a:pt x="6984664" y="34624"/>
                  </a:lnTo>
                  <a:lnTo>
                    <a:pt x="6879248" y="24895"/>
                  </a:lnTo>
                  <a:lnTo>
                    <a:pt x="6783305" y="16971"/>
                  </a:lnTo>
                  <a:lnTo>
                    <a:pt x="6700400" y="10806"/>
                  </a:lnTo>
                  <a:lnTo>
                    <a:pt x="6633222" y="6285"/>
                  </a:lnTo>
                  <a:lnTo>
                    <a:pt x="6583100" y="3218"/>
                  </a:lnTo>
                  <a:lnTo>
                    <a:pt x="6549718" y="1355"/>
                  </a:lnTo>
                  <a:lnTo>
                    <a:pt x="6531065" y="402"/>
                  </a:lnTo>
                  <a:lnTo>
                    <a:pt x="6523586" y="5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7" y="35"/>
                  </a:lnTo>
                  <a:lnTo>
                    <a:pt x="5519018" y="286"/>
                  </a:lnTo>
                  <a:lnTo>
                    <a:pt x="5500458" y="981"/>
                  </a:lnTo>
                  <a:lnTo>
                    <a:pt x="5467001" y="2351"/>
                  </a:lnTo>
                  <a:lnTo>
                    <a:pt x="5416580" y="4616"/>
                  </a:lnTo>
                  <a:lnTo>
                    <a:pt x="5348865" y="7964"/>
                  </a:lnTo>
                  <a:lnTo>
                    <a:pt x="5265220" y="12537"/>
                  </a:lnTo>
                  <a:lnTo>
                    <a:pt x="5168400" y="18420"/>
                  </a:lnTo>
                  <a:lnTo>
                    <a:pt x="5062059" y="25647"/>
                  </a:lnTo>
                  <a:lnTo>
                    <a:pt x="4950171" y="34212"/>
                  </a:lnTo>
                  <a:lnTo>
                    <a:pt x="4836513" y="44091"/>
                  </a:lnTo>
                  <a:lnTo>
                    <a:pt x="4724302" y="55258"/>
                  </a:lnTo>
                  <a:lnTo>
                    <a:pt x="4616002" y="67705"/>
                  </a:lnTo>
                  <a:lnTo>
                    <a:pt x="4513290" y="81452"/>
                  </a:lnTo>
                  <a:lnTo>
                    <a:pt x="4417131" y="96558"/>
                  </a:lnTo>
                  <a:lnTo>
                    <a:pt x="4327905" y="113123"/>
                  </a:lnTo>
                  <a:lnTo>
                    <a:pt x="4245551" y="131287"/>
                  </a:lnTo>
                  <a:lnTo>
                    <a:pt x="4169694" y="151231"/>
                  </a:lnTo>
                  <a:lnTo>
                    <a:pt x="4099757" y="173170"/>
                  </a:lnTo>
                  <a:lnTo>
                    <a:pt x="4035044" y="197344"/>
                  </a:lnTo>
                  <a:lnTo>
                    <a:pt x="3974802" y="224006"/>
                  </a:lnTo>
                  <a:lnTo>
                    <a:pt x="3918274" y="253400"/>
                  </a:lnTo>
                  <a:lnTo>
                    <a:pt x="3864730" y="285718"/>
                  </a:lnTo>
                  <a:lnTo>
                    <a:pt x="3820202" y="316184"/>
                  </a:lnTo>
                  <a:lnTo>
                    <a:pt x="3769855" y="354677"/>
                  </a:lnTo>
                  <a:lnTo>
                    <a:pt x="3720882" y="396329"/>
                  </a:lnTo>
                  <a:lnTo>
                    <a:pt x="3672865" y="441203"/>
                  </a:lnTo>
                  <a:lnTo>
                    <a:pt x="3625476" y="489293"/>
                  </a:lnTo>
                  <a:lnTo>
                    <a:pt x="3578463" y="540522"/>
                  </a:lnTo>
                  <a:lnTo>
                    <a:pt x="3531637" y="594731"/>
                  </a:lnTo>
                  <a:lnTo>
                    <a:pt x="3484868" y="651677"/>
                  </a:lnTo>
                  <a:lnTo>
                    <a:pt x="3438072" y="711035"/>
                  </a:lnTo>
                  <a:lnTo>
                    <a:pt x="3391207" y="772402"/>
                  </a:lnTo>
                  <a:lnTo>
                    <a:pt x="3344263" y="835305"/>
                  </a:lnTo>
                  <a:lnTo>
                    <a:pt x="3297257" y="899218"/>
                  </a:lnTo>
                  <a:lnTo>
                    <a:pt x="3250220" y="963576"/>
                  </a:lnTo>
                  <a:lnTo>
                    <a:pt x="3203192" y="1027798"/>
                  </a:lnTo>
                  <a:lnTo>
                    <a:pt x="3156212" y="1091309"/>
                  </a:lnTo>
                  <a:lnTo>
                    <a:pt x="3109304" y="1153558"/>
                  </a:lnTo>
                  <a:lnTo>
                    <a:pt x="3062474" y="1214043"/>
                  </a:lnTo>
                  <a:lnTo>
                    <a:pt x="3015698" y="1272321"/>
                  </a:lnTo>
                  <a:lnTo>
                    <a:pt x="2968916" y="1328026"/>
                  </a:lnTo>
                  <a:lnTo>
                    <a:pt x="2922022" y="1380869"/>
                  </a:lnTo>
                  <a:lnTo>
                    <a:pt x="2874861" y="1430649"/>
                  </a:lnTo>
                  <a:lnTo>
                    <a:pt x="2827214" y="1477243"/>
                  </a:lnTo>
                  <a:lnTo>
                    <a:pt x="2778797" y="1520610"/>
                  </a:lnTo>
                  <a:lnTo>
                    <a:pt x="2729242" y="1560777"/>
                  </a:lnTo>
                  <a:lnTo>
                    <a:pt x="2702183" y="1580924"/>
                  </a:lnTo>
                  <a:lnTo>
                    <a:pt x="2650693" y="1615855"/>
                  </a:lnTo>
                  <a:lnTo>
                    <a:pt x="2596793" y="1647777"/>
                  </a:lnTo>
                  <a:lnTo>
                    <a:pt x="2539814" y="1676795"/>
                  </a:lnTo>
                  <a:lnTo>
                    <a:pt x="2479023" y="1703112"/>
                  </a:lnTo>
                  <a:lnTo>
                    <a:pt x="2413659" y="1726975"/>
                  </a:lnTo>
                  <a:lnTo>
                    <a:pt x="2342974" y="1748635"/>
                  </a:lnTo>
                  <a:lnTo>
                    <a:pt x="2266284" y="1768331"/>
                  </a:lnTo>
                  <a:lnTo>
                    <a:pt x="2183033" y="1786274"/>
                  </a:lnTo>
                  <a:lnTo>
                    <a:pt x="2092883" y="1802638"/>
                  </a:lnTo>
                  <a:lnTo>
                    <a:pt x="1995820" y="1817559"/>
                  </a:lnTo>
                  <a:lnTo>
                    <a:pt x="1892296" y="1831131"/>
                  </a:lnTo>
                  <a:lnTo>
                    <a:pt x="1783363" y="1843407"/>
                  </a:lnTo>
                  <a:lnTo>
                    <a:pt x="1670801" y="1854404"/>
                  </a:lnTo>
                  <a:lnTo>
                    <a:pt x="1557179" y="1864110"/>
                  </a:lnTo>
                  <a:lnTo>
                    <a:pt x="1445800" y="1872499"/>
                  </a:lnTo>
                  <a:lnTo>
                    <a:pt x="1340496" y="1879547"/>
                  </a:lnTo>
                  <a:lnTo>
                    <a:pt x="1245229" y="1885253"/>
                  </a:lnTo>
                  <a:lnTo>
                    <a:pt x="1163566" y="1889657"/>
                  </a:lnTo>
                  <a:lnTo>
                    <a:pt x="1098104" y="1892852"/>
                  </a:lnTo>
                  <a:lnTo>
                    <a:pt x="1049992" y="1894986"/>
                  </a:lnTo>
                  <a:lnTo>
                    <a:pt x="1018670" y="1896253"/>
                  </a:lnTo>
                  <a:lnTo>
                    <a:pt x="1001845" y="1896876"/>
                  </a:lnTo>
                  <a:lnTo>
                    <a:pt x="995668" y="1897086"/>
                  </a:lnTo>
                  <a:lnTo>
                    <a:pt x="994940" y="1897109"/>
                  </a:lnTo>
                  <a:lnTo>
                    <a:pt x="0" y="1897109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53" name="pl1152"/>
            <p:cNvSpPr/>
            <p:nvPr/>
          </p:nvSpPr>
          <p:spPr>
            <a:xfrm>
              <a:off x="1199187" y="2148495"/>
              <a:ext cx="12049831" cy="2583632"/>
            </a:xfrm>
            <a:custGeom>
              <a:avLst/>
              <a:pathLst>
                <a:path w="12049831" h="2583632">
                  <a:moveTo>
                    <a:pt x="0" y="1897109"/>
                  </a:moveTo>
                  <a:lnTo>
                    <a:pt x="994940" y="1897109"/>
                  </a:lnTo>
                  <a:lnTo>
                    <a:pt x="996048" y="1897074"/>
                  </a:lnTo>
                  <a:lnTo>
                    <a:pt x="1003367" y="1896822"/>
                  </a:lnTo>
                  <a:lnTo>
                    <a:pt x="1021927" y="1896127"/>
                  </a:lnTo>
                  <a:lnTo>
                    <a:pt x="1055384" y="1894757"/>
                  </a:lnTo>
                  <a:lnTo>
                    <a:pt x="1105805" y="1892492"/>
                  </a:lnTo>
                  <a:lnTo>
                    <a:pt x="1173520" y="1889144"/>
                  </a:lnTo>
                  <a:lnTo>
                    <a:pt x="1257165" y="1884572"/>
                  </a:lnTo>
                  <a:lnTo>
                    <a:pt x="1353985" y="1878689"/>
                  </a:lnTo>
                  <a:lnTo>
                    <a:pt x="1460326" y="1871462"/>
                  </a:lnTo>
                  <a:lnTo>
                    <a:pt x="1572214" y="1862896"/>
                  </a:lnTo>
                  <a:lnTo>
                    <a:pt x="1685872" y="1853017"/>
                  </a:lnTo>
                  <a:lnTo>
                    <a:pt x="1798083" y="1841850"/>
                  </a:lnTo>
                  <a:lnTo>
                    <a:pt x="1906383" y="1829404"/>
                  </a:lnTo>
                  <a:lnTo>
                    <a:pt x="2009095" y="1815657"/>
                  </a:lnTo>
                  <a:lnTo>
                    <a:pt x="2105254" y="1800551"/>
                  </a:lnTo>
                  <a:lnTo>
                    <a:pt x="2194480" y="1783986"/>
                  </a:lnTo>
                  <a:lnTo>
                    <a:pt x="2276834" y="1765821"/>
                  </a:lnTo>
                  <a:lnTo>
                    <a:pt x="2352691" y="1745877"/>
                  </a:lnTo>
                  <a:lnTo>
                    <a:pt x="2422628" y="1723939"/>
                  </a:lnTo>
                  <a:lnTo>
                    <a:pt x="2487341" y="1699765"/>
                  </a:lnTo>
                  <a:lnTo>
                    <a:pt x="2547583" y="1673102"/>
                  </a:lnTo>
                  <a:lnTo>
                    <a:pt x="2604111" y="1643709"/>
                  </a:lnTo>
                  <a:lnTo>
                    <a:pt x="2657655" y="1611391"/>
                  </a:lnTo>
                  <a:lnTo>
                    <a:pt x="2702183" y="1580924"/>
                  </a:lnTo>
                  <a:lnTo>
                    <a:pt x="2752530" y="1542432"/>
                  </a:lnTo>
                  <a:lnTo>
                    <a:pt x="2801503" y="1500780"/>
                  </a:lnTo>
                  <a:lnTo>
                    <a:pt x="2849520" y="1455906"/>
                  </a:lnTo>
                  <a:lnTo>
                    <a:pt x="2896909" y="1407815"/>
                  </a:lnTo>
                  <a:lnTo>
                    <a:pt x="2943922" y="1356587"/>
                  </a:lnTo>
                  <a:lnTo>
                    <a:pt x="2990748" y="1302378"/>
                  </a:lnTo>
                  <a:lnTo>
                    <a:pt x="3037517" y="1245432"/>
                  </a:lnTo>
                  <a:lnTo>
                    <a:pt x="3084313" y="1186074"/>
                  </a:lnTo>
                  <a:lnTo>
                    <a:pt x="3131178" y="1124707"/>
                  </a:lnTo>
                  <a:lnTo>
                    <a:pt x="3178122" y="1061803"/>
                  </a:lnTo>
                  <a:lnTo>
                    <a:pt x="3225128" y="997890"/>
                  </a:lnTo>
                  <a:lnTo>
                    <a:pt x="3272165" y="933532"/>
                  </a:lnTo>
                  <a:lnTo>
                    <a:pt x="3319193" y="869310"/>
                  </a:lnTo>
                  <a:lnTo>
                    <a:pt x="3366173" y="805800"/>
                  </a:lnTo>
                  <a:lnTo>
                    <a:pt x="3413081" y="743551"/>
                  </a:lnTo>
                  <a:lnTo>
                    <a:pt x="3459911" y="683066"/>
                  </a:lnTo>
                  <a:lnTo>
                    <a:pt x="3506687" y="624787"/>
                  </a:lnTo>
                  <a:lnTo>
                    <a:pt x="3553469" y="569083"/>
                  </a:lnTo>
                  <a:lnTo>
                    <a:pt x="3600363" y="516239"/>
                  </a:lnTo>
                  <a:lnTo>
                    <a:pt x="3647524" y="466460"/>
                  </a:lnTo>
                  <a:lnTo>
                    <a:pt x="3695171" y="419865"/>
                  </a:lnTo>
                  <a:lnTo>
                    <a:pt x="3743588" y="376498"/>
                  </a:lnTo>
                  <a:lnTo>
                    <a:pt x="3793143" y="336331"/>
                  </a:lnTo>
                  <a:lnTo>
                    <a:pt x="3820202" y="316184"/>
                  </a:lnTo>
                  <a:lnTo>
                    <a:pt x="3871692" y="281254"/>
                  </a:lnTo>
                  <a:lnTo>
                    <a:pt x="3925592" y="249332"/>
                  </a:lnTo>
                  <a:lnTo>
                    <a:pt x="3982571" y="220314"/>
                  </a:lnTo>
                  <a:lnTo>
                    <a:pt x="4043362" y="193996"/>
                  </a:lnTo>
                  <a:lnTo>
                    <a:pt x="4108726" y="170133"/>
                  </a:lnTo>
                  <a:lnTo>
                    <a:pt x="4179411" y="148473"/>
                  </a:lnTo>
                  <a:lnTo>
                    <a:pt x="4256101" y="128777"/>
                  </a:lnTo>
                  <a:lnTo>
                    <a:pt x="4339352" y="110835"/>
                  </a:lnTo>
                  <a:lnTo>
                    <a:pt x="4429502" y="94471"/>
                  </a:lnTo>
                  <a:lnTo>
                    <a:pt x="4526565" y="79550"/>
                  </a:lnTo>
                  <a:lnTo>
                    <a:pt x="4630089" y="65978"/>
                  </a:lnTo>
                  <a:lnTo>
                    <a:pt x="4739022" y="53702"/>
                  </a:lnTo>
                  <a:lnTo>
                    <a:pt x="4851584" y="42705"/>
                  </a:lnTo>
                  <a:lnTo>
                    <a:pt x="4965206" y="32999"/>
                  </a:lnTo>
                  <a:lnTo>
                    <a:pt x="5076585" y="24609"/>
                  </a:lnTo>
                  <a:lnTo>
                    <a:pt x="5181889" y="17561"/>
                  </a:lnTo>
                  <a:lnTo>
                    <a:pt x="5277156" y="11855"/>
                  </a:lnTo>
                  <a:lnTo>
                    <a:pt x="5358819" y="7452"/>
                  </a:lnTo>
                  <a:lnTo>
                    <a:pt x="5424281" y="4257"/>
                  </a:lnTo>
                  <a:lnTo>
                    <a:pt x="5472393" y="2123"/>
                  </a:lnTo>
                  <a:lnTo>
                    <a:pt x="5503715" y="855"/>
                  </a:lnTo>
                  <a:lnTo>
                    <a:pt x="5520540" y="233"/>
                  </a:lnTo>
                  <a:lnTo>
                    <a:pt x="5526717" y="2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71" y="47"/>
                  </a:lnTo>
                  <a:lnTo>
                    <a:pt x="6530644" y="382"/>
                  </a:lnTo>
                  <a:lnTo>
                    <a:pt x="6548843" y="1309"/>
                  </a:lnTo>
                  <a:lnTo>
                    <a:pt x="6581673" y="3135"/>
                  </a:lnTo>
                  <a:lnTo>
                    <a:pt x="6631201" y="6156"/>
                  </a:lnTo>
                  <a:lnTo>
                    <a:pt x="6697803" y="10624"/>
                  </a:lnTo>
                  <a:lnTo>
                    <a:pt x="6780202" y="16729"/>
                  </a:lnTo>
                  <a:lnTo>
                    <a:pt x="6875750" y="24591"/>
                  </a:lnTo>
                  <a:lnTo>
                    <a:pt x="6980903" y="34257"/>
                  </a:lnTo>
                  <a:lnTo>
                    <a:pt x="7091771" y="45722"/>
                  </a:lnTo>
                  <a:lnTo>
                    <a:pt x="7204627" y="58954"/>
                  </a:lnTo>
                  <a:lnTo>
                    <a:pt x="7316273" y="73918"/>
                  </a:lnTo>
                  <a:lnTo>
                    <a:pt x="7424236" y="90599"/>
                  </a:lnTo>
                  <a:lnTo>
                    <a:pt x="7526806" y="109023"/>
                  </a:lnTo>
                  <a:lnTo>
                    <a:pt x="7622978" y="129261"/>
                  </a:lnTo>
                  <a:lnTo>
                    <a:pt x="7712329" y="151442"/>
                  </a:lnTo>
                  <a:lnTo>
                    <a:pt x="7794880" y="175748"/>
                  </a:lnTo>
                  <a:lnTo>
                    <a:pt x="7870967" y="202412"/>
                  </a:lnTo>
                  <a:lnTo>
                    <a:pt x="7941137" y="231716"/>
                  </a:lnTo>
                  <a:lnTo>
                    <a:pt x="8006060" y="263978"/>
                  </a:lnTo>
                  <a:lnTo>
                    <a:pt x="8066469" y="299535"/>
                  </a:lnTo>
                  <a:lnTo>
                    <a:pt x="8123109" y="338715"/>
                  </a:lnTo>
                  <a:lnTo>
                    <a:pt x="8176698" y="381789"/>
                  </a:lnTo>
                  <a:lnTo>
                    <a:pt x="8227895" y="428904"/>
                  </a:lnTo>
                  <a:lnTo>
                    <a:pt x="8229629" y="430605"/>
                  </a:lnTo>
                  <a:lnTo>
                    <a:pt x="8275342" y="477954"/>
                  </a:lnTo>
                  <a:lnTo>
                    <a:pt x="8319891" y="528832"/>
                  </a:lnTo>
                  <a:lnTo>
                    <a:pt x="8363597" y="583310"/>
                  </a:lnTo>
                  <a:lnTo>
                    <a:pt x="8406720" y="641400"/>
                  </a:lnTo>
                  <a:lnTo>
                    <a:pt x="8449463" y="703048"/>
                  </a:lnTo>
                  <a:lnTo>
                    <a:pt x="8491987" y="768128"/>
                  </a:lnTo>
                  <a:lnTo>
                    <a:pt x="8534410" y="836437"/>
                  </a:lnTo>
                  <a:lnTo>
                    <a:pt x="8576814" y="907696"/>
                  </a:lnTo>
                  <a:lnTo>
                    <a:pt x="8619254" y="981551"/>
                  </a:lnTo>
                  <a:lnTo>
                    <a:pt x="8661753" y="1057576"/>
                  </a:lnTo>
                  <a:lnTo>
                    <a:pt x="8704318" y="1135284"/>
                  </a:lnTo>
                  <a:lnTo>
                    <a:pt x="8746934" y="1214139"/>
                  </a:lnTo>
                  <a:lnTo>
                    <a:pt x="8789579" y="1293570"/>
                  </a:lnTo>
                  <a:lnTo>
                    <a:pt x="8832224" y="1372988"/>
                  </a:lnTo>
                  <a:lnTo>
                    <a:pt x="8874838" y="1451805"/>
                  </a:lnTo>
                  <a:lnTo>
                    <a:pt x="8917400" y="1529450"/>
                  </a:lnTo>
                  <a:lnTo>
                    <a:pt x="8959896" y="1605389"/>
                  </a:lnTo>
                  <a:lnTo>
                    <a:pt x="9002333" y="1679137"/>
                  </a:lnTo>
                  <a:lnTo>
                    <a:pt x="9044738" y="1750273"/>
                  </a:lnTo>
                  <a:lnTo>
                    <a:pt x="9087163" y="1818445"/>
                  </a:lnTo>
                  <a:lnTo>
                    <a:pt x="9129694" y="1883377"/>
                  </a:lnTo>
                  <a:lnTo>
                    <a:pt x="9172450" y="1944870"/>
                  </a:lnTo>
                  <a:lnTo>
                    <a:pt x="9215594" y="2002801"/>
                  </a:lnTo>
                  <a:lnTo>
                    <a:pt x="9259331" y="2057120"/>
                  </a:lnTo>
                  <a:lnTo>
                    <a:pt x="9303924" y="2107840"/>
                  </a:lnTo>
                  <a:lnTo>
                    <a:pt x="9347647" y="2153027"/>
                  </a:lnTo>
                  <a:lnTo>
                    <a:pt x="9398772" y="2200281"/>
                  </a:lnTo>
                  <a:lnTo>
                    <a:pt x="9452268" y="2243494"/>
                  </a:lnTo>
                  <a:lnTo>
                    <a:pt x="9508790" y="2282804"/>
                  </a:lnTo>
                  <a:lnTo>
                    <a:pt x="9569056" y="2318481"/>
                  </a:lnTo>
                  <a:lnTo>
                    <a:pt x="9633811" y="2350851"/>
                  </a:lnTo>
                  <a:lnTo>
                    <a:pt x="9703788" y="2380252"/>
                  </a:lnTo>
                  <a:lnTo>
                    <a:pt x="9779661" y="2407003"/>
                  </a:lnTo>
                  <a:lnTo>
                    <a:pt x="9861980" y="2431386"/>
                  </a:lnTo>
                  <a:lnTo>
                    <a:pt x="9951094" y="2453637"/>
                  </a:lnTo>
                  <a:lnTo>
                    <a:pt x="10047034" y="2473940"/>
                  </a:lnTo>
                  <a:lnTo>
                    <a:pt x="10149396" y="2492425"/>
                  </a:lnTo>
                  <a:lnTo>
                    <a:pt x="10257197" y="2509166"/>
                  </a:lnTo>
                  <a:lnTo>
                    <a:pt x="10368752" y="2524189"/>
                  </a:lnTo>
                  <a:lnTo>
                    <a:pt x="10481616" y="2537481"/>
                  </a:lnTo>
                  <a:lnTo>
                    <a:pt x="10592613" y="2549008"/>
                  </a:lnTo>
                  <a:lnTo>
                    <a:pt x="10698028" y="2558737"/>
                  </a:lnTo>
                  <a:lnTo>
                    <a:pt x="10793972" y="2566660"/>
                  </a:lnTo>
                  <a:lnTo>
                    <a:pt x="10876876" y="2572825"/>
                  </a:lnTo>
                  <a:lnTo>
                    <a:pt x="10944054" y="2577347"/>
                  </a:lnTo>
                  <a:lnTo>
                    <a:pt x="10994176" y="2580413"/>
                  </a:lnTo>
                  <a:lnTo>
                    <a:pt x="11027559" y="2582276"/>
                  </a:lnTo>
                  <a:lnTo>
                    <a:pt x="11046212" y="2583229"/>
                  </a:lnTo>
                  <a:lnTo>
                    <a:pt x="11053691" y="2583580"/>
                  </a:lnTo>
                  <a:lnTo>
                    <a:pt x="11054891" y="2583632"/>
                  </a:lnTo>
                  <a:lnTo>
                    <a:pt x="11054891" y="2583632"/>
                  </a:lnTo>
                  <a:lnTo>
                    <a:pt x="12049831" y="2583632"/>
                  </a:lnTo>
                  <a:lnTo>
                    <a:pt x="12049831" y="25836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4" name="pl1153"/>
            <p:cNvSpPr/>
            <p:nvPr/>
          </p:nvSpPr>
          <p:spPr>
            <a:xfrm>
              <a:off x="1199187" y="2143254"/>
              <a:ext cx="12049831" cy="2583632"/>
            </a:xfrm>
            <a:custGeom>
              <a:avLst/>
              <a:pathLst>
                <a:path w="12049831" h="2583632">
                  <a:moveTo>
                    <a:pt x="12049831" y="2583632"/>
                  </a:moveTo>
                  <a:lnTo>
                    <a:pt x="11054891" y="2583632"/>
                  </a:lnTo>
                  <a:lnTo>
                    <a:pt x="11053805" y="2583585"/>
                  </a:lnTo>
                  <a:lnTo>
                    <a:pt x="11046632" y="2583250"/>
                  </a:lnTo>
                  <a:lnTo>
                    <a:pt x="11028433" y="2582323"/>
                  </a:lnTo>
                  <a:lnTo>
                    <a:pt x="10995603" y="2580496"/>
                  </a:lnTo>
                  <a:lnTo>
                    <a:pt x="10946075" y="2577476"/>
                  </a:lnTo>
                  <a:lnTo>
                    <a:pt x="10879474" y="2573008"/>
                  </a:lnTo>
                  <a:lnTo>
                    <a:pt x="10797075" y="2566902"/>
                  </a:lnTo>
                  <a:lnTo>
                    <a:pt x="10701526" y="2559041"/>
                  </a:lnTo>
                  <a:lnTo>
                    <a:pt x="10596373" y="2549375"/>
                  </a:lnTo>
                  <a:lnTo>
                    <a:pt x="10485506" y="2537909"/>
                  </a:lnTo>
                  <a:lnTo>
                    <a:pt x="10372650" y="2524677"/>
                  </a:lnTo>
                  <a:lnTo>
                    <a:pt x="10261003" y="2509714"/>
                  </a:lnTo>
                  <a:lnTo>
                    <a:pt x="10153041" y="2493032"/>
                  </a:lnTo>
                  <a:lnTo>
                    <a:pt x="10050471" y="2474609"/>
                  </a:lnTo>
                  <a:lnTo>
                    <a:pt x="9954298" y="2454370"/>
                  </a:lnTo>
                  <a:lnTo>
                    <a:pt x="9864947" y="2432189"/>
                  </a:lnTo>
                  <a:lnTo>
                    <a:pt x="9782397" y="2407884"/>
                  </a:lnTo>
                  <a:lnTo>
                    <a:pt x="9706310" y="2381220"/>
                  </a:lnTo>
                  <a:lnTo>
                    <a:pt x="9636140" y="2351916"/>
                  </a:lnTo>
                  <a:lnTo>
                    <a:pt x="9571216" y="2319653"/>
                  </a:lnTo>
                  <a:lnTo>
                    <a:pt x="9510807" y="2284097"/>
                  </a:lnTo>
                  <a:lnTo>
                    <a:pt x="9454168" y="2244917"/>
                  </a:lnTo>
                  <a:lnTo>
                    <a:pt x="9400578" y="2201843"/>
                  </a:lnTo>
                  <a:lnTo>
                    <a:pt x="9349382" y="2154728"/>
                  </a:lnTo>
                  <a:lnTo>
                    <a:pt x="9347647" y="2153027"/>
                  </a:lnTo>
                  <a:lnTo>
                    <a:pt x="9301934" y="2105677"/>
                  </a:lnTo>
                  <a:lnTo>
                    <a:pt x="9257386" y="2054799"/>
                  </a:lnTo>
                  <a:lnTo>
                    <a:pt x="9213679" y="2000321"/>
                  </a:lnTo>
                  <a:lnTo>
                    <a:pt x="9170557" y="1942231"/>
                  </a:lnTo>
                  <a:lnTo>
                    <a:pt x="9127813" y="1880583"/>
                  </a:lnTo>
                  <a:lnTo>
                    <a:pt x="9085290" y="1815504"/>
                  </a:lnTo>
                  <a:lnTo>
                    <a:pt x="9042867" y="1747195"/>
                  </a:lnTo>
                  <a:lnTo>
                    <a:pt x="9000462" y="1675935"/>
                  </a:lnTo>
                  <a:lnTo>
                    <a:pt x="8958023" y="1602081"/>
                  </a:lnTo>
                  <a:lnTo>
                    <a:pt x="8915523" y="1526056"/>
                  </a:lnTo>
                  <a:lnTo>
                    <a:pt x="8872959" y="1448348"/>
                  </a:lnTo>
                  <a:lnTo>
                    <a:pt x="8830342" y="1369492"/>
                  </a:lnTo>
                  <a:lnTo>
                    <a:pt x="8787697" y="1290061"/>
                  </a:lnTo>
                  <a:lnTo>
                    <a:pt x="8745053" y="1210643"/>
                  </a:lnTo>
                  <a:lnTo>
                    <a:pt x="8702438" y="1131827"/>
                  </a:lnTo>
                  <a:lnTo>
                    <a:pt x="8659877" y="1054182"/>
                  </a:lnTo>
                  <a:lnTo>
                    <a:pt x="8617380" y="978243"/>
                  </a:lnTo>
                  <a:lnTo>
                    <a:pt x="8574943" y="904494"/>
                  </a:lnTo>
                  <a:lnTo>
                    <a:pt x="8532539" y="833358"/>
                  </a:lnTo>
                  <a:lnTo>
                    <a:pt x="8490114" y="765187"/>
                  </a:lnTo>
                  <a:lnTo>
                    <a:pt x="8447583" y="700255"/>
                  </a:lnTo>
                  <a:lnTo>
                    <a:pt x="8404826" y="638762"/>
                  </a:lnTo>
                  <a:lnTo>
                    <a:pt x="8361683" y="580830"/>
                  </a:lnTo>
                  <a:lnTo>
                    <a:pt x="8317945" y="526512"/>
                  </a:lnTo>
                  <a:lnTo>
                    <a:pt x="8273352" y="475791"/>
                  </a:lnTo>
                  <a:lnTo>
                    <a:pt x="8229629" y="430605"/>
                  </a:lnTo>
                  <a:lnTo>
                    <a:pt x="8178505" y="383350"/>
                  </a:lnTo>
                  <a:lnTo>
                    <a:pt x="8125009" y="340138"/>
                  </a:lnTo>
                  <a:lnTo>
                    <a:pt x="8068486" y="300828"/>
                  </a:lnTo>
                  <a:lnTo>
                    <a:pt x="8008220" y="265151"/>
                  </a:lnTo>
                  <a:lnTo>
                    <a:pt x="7943465" y="232780"/>
                  </a:lnTo>
                  <a:lnTo>
                    <a:pt x="7873488" y="203379"/>
                  </a:lnTo>
                  <a:lnTo>
                    <a:pt x="7797616" y="176629"/>
                  </a:lnTo>
                  <a:lnTo>
                    <a:pt x="7715296" y="152246"/>
                  </a:lnTo>
                  <a:lnTo>
                    <a:pt x="7626183" y="129995"/>
                  </a:lnTo>
                  <a:lnTo>
                    <a:pt x="7530242" y="109692"/>
                  </a:lnTo>
                  <a:lnTo>
                    <a:pt x="7427880" y="91207"/>
                  </a:lnTo>
                  <a:lnTo>
                    <a:pt x="7320080" y="74466"/>
                  </a:lnTo>
                  <a:lnTo>
                    <a:pt x="7208524" y="59443"/>
                  </a:lnTo>
                  <a:lnTo>
                    <a:pt x="7095660" y="46151"/>
                  </a:lnTo>
                  <a:lnTo>
                    <a:pt x="6984664" y="34624"/>
                  </a:lnTo>
                  <a:lnTo>
                    <a:pt x="6879248" y="24895"/>
                  </a:lnTo>
                  <a:lnTo>
                    <a:pt x="6783305" y="16971"/>
                  </a:lnTo>
                  <a:lnTo>
                    <a:pt x="6700400" y="10806"/>
                  </a:lnTo>
                  <a:lnTo>
                    <a:pt x="6633222" y="6285"/>
                  </a:lnTo>
                  <a:lnTo>
                    <a:pt x="6583100" y="3218"/>
                  </a:lnTo>
                  <a:lnTo>
                    <a:pt x="6549718" y="1355"/>
                  </a:lnTo>
                  <a:lnTo>
                    <a:pt x="6531065" y="402"/>
                  </a:lnTo>
                  <a:lnTo>
                    <a:pt x="6523586" y="52"/>
                  </a:lnTo>
                  <a:lnTo>
                    <a:pt x="652238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7" y="35"/>
                  </a:lnTo>
                  <a:lnTo>
                    <a:pt x="5519018" y="286"/>
                  </a:lnTo>
                  <a:lnTo>
                    <a:pt x="5500458" y="981"/>
                  </a:lnTo>
                  <a:lnTo>
                    <a:pt x="5467001" y="2351"/>
                  </a:lnTo>
                  <a:lnTo>
                    <a:pt x="5416580" y="4616"/>
                  </a:lnTo>
                  <a:lnTo>
                    <a:pt x="5348865" y="7964"/>
                  </a:lnTo>
                  <a:lnTo>
                    <a:pt x="5265220" y="12537"/>
                  </a:lnTo>
                  <a:lnTo>
                    <a:pt x="5168400" y="18420"/>
                  </a:lnTo>
                  <a:lnTo>
                    <a:pt x="5062059" y="25647"/>
                  </a:lnTo>
                  <a:lnTo>
                    <a:pt x="4950171" y="34212"/>
                  </a:lnTo>
                  <a:lnTo>
                    <a:pt x="4836513" y="44091"/>
                  </a:lnTo>
                  <a:lnTo>
                    <a:pt x="4724302" y="55258"/>
                  </a:lnTo>
                  <a:lnTo>
                    <a:pt x="4616002" y="67705"/>
                  </a:lnTo>
                  <a:lnTo>
                    <a:pt x="4513290" y="81452"/>
                  </a:lnTo>
                  <a:lnTo>
                    <a:pt x="4417131" y="96558"/>
                  </a:lnTo>
                  <a:lnTo>
                    <a:pt x="4327905" y="113123"/>
                  </a:lnTo>
                  <a:lnTo>
                    <a:pt x="4245551" y="131287"/>
                  </a:lnTo>
                  <a:lnTo>
                    <a:pt x="4169694" y="151231"/>
                  </a:lnTo>
                  <a:lnTo>
                    <a:pt x="4099757" y="173170"/>
                  </a:lnTo>
                  <a:lnTo>
                    <a:pt x="4035044" y="197344"/>
                  </a:lnTo>
                  <a:lnTo>
                    <a:pt x="3974802" y="224006"/>
                  </a:lnTo>
                  <a:lnTo>
                    <a:pt x="3918274" y="253400"/>
                  </a:lnTo>
                  <a:lnTo>
                    <a:pt x="3864730" y="285718"/>
                  </a:lnTo>
                  <a:lnTo>
                    <a:pt x="3820202" y="316184"/>
                  </a:lnTo>
                  <a:lnTo>
                    <a:pt x="3769855" y="354677"/>
                  </a:lnTo>
                  <a:lnTo>
                    <a:pt x="3720882" y="396329"/>
                  </a:lnTo>
                  <a:lnTo>
                    <a:pt x="3672865" y="441203"/>
                  </a:lnTo>
                  <a:lnTo>
                    <a:pt x="3625476" y="489293"/>
                  </a:lnTo>
                  <a:lnTo>
                    <a:pt x="3578463" y="540522"/>
                  </a:lnTo>
                  <a:lnTo>
                    <a:pt x="3531637" y="594731"/>
                  </a:lnTo>
                  <a:lnTo>
                    <a:pt x="3484868" y="651677"/>
                  </a:lnTo>
                  <a:lnTo>
                    <a:pt x="3438072" y="711035"/>
                  </a:lnTo>
                  <a:lnTo>
                    <a:pt x="3391207" y="772402"/>
                  </a:lnTo>
                  <a:lnTo>
                    <a:pt x="3344263" y="835305"/>
                  </a:lnTo>
                  <a:lnTo>
                    <a:pt x="3297257" y="899218"/>
                  </a:lnTo>
                  <a:lnTo>
                    <a:pt x="3250220" y="963576"/>
                  </a:lnTo>
                  <a:lnTo>
                    <a:pt x="3203192" y="1027798"/>
                  </a:lnTo>
                  <a:lnTo>
                    <a:pt x="3156212" y="1091309"/>
                  </a:lnTo>
                  <a:lnTo>
                    <a:pt x="3109304" y="1153558"/>
                  </a:lnTo>
                  <a:lnTo>
                    <a:pt x="3062474" y="1214043"/>
                  </a:lnTo>
                  <a:lnTo>
                    <a:pt x="3015698" y="1272321"/>
                  </a:lnTo>
                  <a:lnTo>
                    <a:pt x="2968916" y="1328026"/>
                  </a:lnTo>
                  <a:lnTo>
                    <a:pt x="2922022" y="1380869"/>
                  </a:lnTo>
                  <a:lnTo>
                    <a:pt x="2874861" y="1430649"/>
                  </a:lnTo>
                  <a:lnTo>
                    <a:pt x="2827214" y="1477243"/>
                  </a:lnTo>
                  <a:lnTo>
                    <a:pt x="2778797" y="1520610"/>
                  </a:lnTo>
                  <a:lnTo>
                    <a:pt x="2729242" y="1560777"/>
                  </a:lnTo>
                  <a:lnTo>
                    <a:pt x="2702183" y="1580924"/>
                  </a:lnTo>
                  <a:lnTo>
                    <a:pt x="2650693" y="1615855"/>
                  </a:lnTo>
                  <a:lnTo>
                    <a:pt x="2596793" y="1647777"/>
                  </a:lnTo>
                  <a:lnTo>
                    <a:pt x="2539814" y="1676795"/>
                  </a:lnTo>
                  <a:lnTo>
                    <a:pt x="2479023" y="1703112"/>
                  </a:lnTo>
                  <a:lnTo>
                    <a:pt x="2413659" y="1726975"/>
                  </a:lnTo>
                  <a:lnTo>
                    <a:pt x="2342974" y="1748635"/>
                  </a:lnTo>
                  <a:lnTo>
                    <a:pt x="2266284" y="1768331"/>
                  </a:lnTo>
                  <a:lnTo>
                    <a:pt x="2183033" y="1786274"/>
                  </a:lnTo>
                  <a:lnTo>
                    <a:pt x="2092883" y="1802638"/>
                  </a:lnTo>
                  <a:lnTo>
                    <a:pt x="1995820" y="1817559"/>
                  </a:lnTo>
                  <a:lnTo>
                    <a:pt x="1892296" y="1831131"/>
                  </a:lnTo>
                  <a:lnTo>
                    <a:pt x="1783363" y="1843407"/>
                  </a:lnTo>
                  <a:lnTo>
                    <a:pt x="1670801" y="1854404"/>
                  </a:lnTo>
                  <a:lnTo>
                    <a:pt x="1557179" y="1864110"/>
                  </a:lnTo>
                  <a:lnTo>
                    <a:pt x="1445800" y="1872499"/>
                  </a:lnTo>
                  <a:lnTo>
                    <a:pt x="1340496" y="1879547"/>
                  </a:lnTo>
                  <a:lnTo>
                    <a:pt x="1245229" y="1885253"/>
                  </a:lnTo>
                  <a:lnTo>
                    <a:pt x="1163566" y="1889657"/>
                  </a:lnTo>
                  <a:lnTo>
                    <a:pt x="1098104" y="1892852"/>
                  </a:lnTo>
                  <a:lnTo>
                    <a:pt x="1049992" y="1894986"/>
                  </a:lnTo>
                  <a:lnTo>
                    <a:pt x="1018670" y="1896253"/>
                  </a:lnTo>
                  <a:lnTo>
                    <a:pt x="1001845" y="1896876"/>
                  </a:lnTo>
                  <a:lnTo>
                    <a:pt x="995668" y="1897086"/>
                  </a:lnTo>
                  <a:lnTo>
                    <a:pt x="994940" y="1897109"/>
                  </a:lnTo>
                  <a:lnTo>
                    <a:pt x="0" y="1897109"/>
                  </a:lnTo>
                  <a:lnTo>
                    <a:pt x="0" y="18971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5" name="pg1154"/>
            <p:cNvSpPr/>
            <p:nvPr/>
          </p:nvSpPr>
          <p:spPr>
            <a:xfrm>
              <a:off x="1199187" y="2195661"/>
              <a:ext cx="12049831" cy="3631759"/>
            </a:xfrm>
            <a:custGeom>
              <a:avLst/>
              <a:pathLst>
                <a:path w="12049831" h="3631759">
                  <a:moveTo>
                    <a:pt x="0" y="1855184"/>
                  </a:moveTo>
                  <a:lnTo>
                    <a:pt x="994940" y="1855184"/>
                  </a:lnTo>
                  <a:lnTo>
                    <a:pt x="996050" y="1855149"/>
                  </a:lnTo>
                  <a:lnTo>
                    <a:pt x="1003377" y="1854904"/>
                  </a:lnTo>
                  <a:lnTo>
                    <a:pt x="1021958" y="1854225"/>
                  </a:lnTo>
                  <a:lnTo>
                    <a:pt x="1055452" y="1852888"/>
                  </a:lnTo>
                  <a:lnTo>
                    <a:pt x="1105925" y="1850677"/>
                  </a:lnTo>
                  <a:lnTo>
                    <a:pt x="1173706" y="1847408"/>
                  </a:lnTo>
                  <a:lnTo>
                    <a:pt x="1257424" y="1842944"/>
                  </a:lnTo>
                  <a:lnTo>
                    <a:pt x="1354318" y="1837201"/>
                  </a:lnTo>
                  <a:lnTo>
                    <a:pt x="1460728" y="1830146"/>
                  </a:lnTo>
                  <a:lnTo>
                    <a:pt x="1572676" y="1821785"/>
                  </a:lnTo>
                  <a:lnTo>
                    <a:pt x="1686380" y="1812142"/>
                  </a:lnTo>
                  <a:lnTo>
                    <a:pt x="1798623" y="1801243"/>
                  </a:lnTo>
                  <a:lnTo>
                    <a:pt x="1906943" y="1789094"/>
                  </a:lnTo>
                  <a:lnTo>
                    <a:pt x="2009663" y="1775677"/>
                  </a:lnTo>
                  <a:lnTo>
                    <a:pt x="2105821" y="1760932"/>
                  </a:lnTo>
                  <a:lnTo>
                    <a:pt x="2195039" y="1744763"/>
                  </a:lnTo>
                  <a:lnTo>
                    <a:pt x="2277381" y="1727032"/>
                  </a:lnTo>
                  <a:lnTo>
                    <a:pt x="2353225" y="1707563"/>
                  </a:lnTo>
                  <a:lnTo>
                    <a:pt x="2423148" y="1686145"/>
                  </a:lnTo>
                  <a:lnTo>
                    <a:pt x="2487849" y="1662544"/>
                  </a:lnTo>
                  <a:lnTo>
                    <a:pt x="2548081" y="1636513"/>
                  </a:lnTo>
                  <a:lnTo>
                    <a:pt x="2604604" y="1607814"/>
                  </a:lnTo>
                  <a:lnTo>
                    <a:pt x="2658145" y="1576260"/>
                  </a:lnTo>
                  <a:lnTo>
                    <a:pt x="2702183" y="1546860"/>
                  </a:lnTo>
                  <a:lnTo>
                    <a:pt x="2752877" y="1509051"/>
                  </a:lnTo>
                  <a:lnTo>
                    <a:pt x="2802182" y="1468116"/>
                  </a:lnTo>
                  <a:lnTo>
                    <a:pt x="2850522" y="1423996"/>
                  </a:lnTo>
                  <a:lnTo>
                    <a:pt x="2898232" y="1376695"/>
                  </a:lnTo>
                  <a:lnTo>
                    <a:pt x="2945566" y="1326294"/>
                  </a:lnTo>
                  <a:lnTo>
                    <a:pt x="2992716" y="1272954"/>
                  </a:lnTo>
                  <a:lnTo>
                    <a:pt x="3039813" y="1216919"/>
                  </a:lnTo>
                  <a:lnTo>
                    <a:pt x="3086940" y="1158517"/>
                  </a:lnTo>
                  <a:lnTo>
                    <a:pt x="3134138" y="1098153"/>
                  </a:lnTo>
                  <a:lnTo>
                    <a:pt x="3181416" y="1036301"/>
                  </a:lnTo>
                  <a:lnTo>
                    <a:pt x="3228756" y="973489"/>
                  </a:lnTo>
                  <a:lnTo>
                    <a:pt x="3276124" y="910281"/>
                  </a:lnTo>
                  <a:lnTo>
                    <a:pt x="3323478" y="847255"/>
                  </a:lnTo>
                  <a:lnTo>
                    <a:pt x="3370782" y="784985"/>
                  </a:lnTo>
                  <a:lnTo>
                    <a:pt x="3418011" y="724012"/>
                  </a:lnTo>
                  <a:lnTo>
                    <a:pt x="3465161" y="664833"/>
                  </a:lnTo>
                  <a:lnTo>
                    <a:pt x="3512262" y="607881"/>
                  </a:lnTo>
                  <a:lnTo>
                    <a:pt x="3559379" y="553512"/>
                  </a:lnTo>
                  <a:lnTo>
                    <a:pt x="3606627" y="502002"/>
                  </a:lnTo>
                  <a:lnTo>
                    <a:pt x="3654172" y="453542"/>
                  </a:lnTo>
                  <a:lnTo>
                    <a:pt x="3702245" y="408242"/>
                  </a:lnTo>
                  <a:lnTo>
                    <a:pt x="3751148" y="366134"/>
                  </a:lnTo>
                  <a:lnTo>
                    <a:pt x="3801272" y="327180"/>
                  </a:lnTo>
                  <a:lnTo>
                    <a:pt x="3820202" y="313564"/>
                  </a:lnTo>
                  <a:lnTo>
                    <a:pt x="3871713" y="279488"/>
                  </a:lnTo>
                  <a:lnTo>
                    <a:pt x="3925637" y="248350"/>
                  </a:lnTo>
                  <a:lnTo>
                    <a:pt x="3982643" y="220044"/>
                  </a:lnTo>
                  <a:lnTo>
                    <a:pt x="4043465" y="194374"/>
                  </a:lnTo>
                  <a:lnTo>
                    <a:pt x="4108865" y="171099"/>
                  </a:lnTo>
                  <a:lnTo>
                    <a:pt x="4179591" y="149973"/>
                  </a:lnTo>
                  <a:lnTo>
                    <a:pt x="4256329" y="130764"/>
                  </a:lnTo>
                  <a:lnTo>
                    <a:pt x="4339634" y="113265"/>
                  </a:lnTo>
                  <a:lnTo>
                    <a:pt x="4429846" y="97307"/>
                  </a:lnTo>
                  <a:lnTo>
                    <a:pt x="4526974" y="82756"/>
                  </a:lnTo>
                  <a:lnTo>
                    <a:pt x="4630566" y="69522"/>
                  </a:lnTo>
                  <a:lnTo>
                    <a:pt x="4739565" y="57552"/>
                  </a:lnTo>
                  <a:lnTo>
                    <a:pt x="4852185" y="46830"/>
                  </a:lnTo>
                  <a:lnTo>
                    <a:pt x="4965852" y="37369"/>
                  </a:lnTo>
                  <a:lnTo>
                    <a:pt x="5077251" y="29192"/>
                  </a:lnTo>
                  <a:lnTo>
                    <a:pt x="5182547" y="22325"/>
                  </a:lnTo>
                  <a:lnTo>
                    <a:pt x="5277772" y="16767"/>
                  </a:lnTo>
                  <a:lnTo>
                    <a:pt x="5359361" y="12480"/>
                  </a:lnTo>
                  <a:lnTo>
                    <a:pt x="5424721" y="9372"/>
                  </a:lnTo>
                  <a:lnTo>
                    <a:pt x="5472714" y="7297"/>
                  </a:lnTo>
                  <a:lnTo>
                    <a:pt x="5503916" y="6067"/>
                  </a:lnTo>
                  <a:lnTo>
                    <a:pt x="5520636" y="5464"/>
                  </a:lnTo>
                  <a:lnTo>
                    <a:pt x="5526740" y="5262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27" y="5304"/>
                  </a:lnTo>
                  <a:lnTo>
                    <a:pt x="6530313" y="5755"/>
                  </a:lnTo>
                  <a:lnTo>
                    <a:pt x="6547804" y="7001"/>
                  </a:lnTo>
                  <a:lnTo>
                    <a:pt x="6579405" y="9458"/>
                  </a:lnTo>
                  <a:lnTo>
                    <a:pt x="6627172" y="13522"/>
                  </a:lnTo>
                  <a:lnTo>
                    <a:pt x="6691571" y="19540"/>
                  </a:lnTo>
                  <a:lnTo>
                    <a:pt x="6771492" y="27776"/>
                  </a:lnTo>
                  <a:lnTo>
                    <a:pt x="6864498" y="38396"/>
                  </a:lnTo>
                  <a:lnTo>
                    <a:pt x="6967255" y="51476"/>
                  </a:lnTo>
                  <a:lnTo>
                    <a:pt x="7076045" y="67015"/>
                  </a:lnTo>
                  <a:lnTo>
                    <a:pt x="7187249" y="84972"/>
                  </a:lnTo>
                  <a:lnTo>
                    <a:pt x="7297712" y="105298"/>
                  </a:lnTo>
                  <a:lnTo>
                    <a:pt x="7404943" y="127968"/>
                  </a:lnTo>
                  <a:lnTo>
                    <a:pt x="7507179" y="153004"/>
                  </a:lnTo>
                  <a:lnTo>
                    <a:pt x="7603337" y="180492"/>
                  </a:lnTo>
                  <a:lnTo>
                    <a:pt x="7692908" y="210588"/>
                  </a:lnTo>
                  <a:lnTo>
                    <a:pt x="7775831" y="243521"/>
                  </a:lnTo>
                  <a:lnTo>
                    <a:pt x="7852370" y="279590"/>
                  </a:lnTo>
                  <a:lnTo>
                    <a:pt x="7923008" y="319159"/>
                  </a:lnTo>
                  <a:lnTo>
                    <a:pt x="7988365" y="362645"/>
                  </a:lnTo>
                  <a:lnTo>
                    <a:pt x="8049129" y="410499"/>
                  </a:lnTo>
                  <a:lnTo>
                    <a:pt x="8106017" y="463168"/>
                  </a:lnTo>
                  <a:lnTo>
                    <a:pt x="8159729" y="521052"/>
                  </a:lnTo>
                  <a:lnTo>
                    <a:pt x="8210919" y="584412"/>
                  </a:lnTo>
                  <a:lnTo>
                    <a:pt x="8229629" y="609660"/>
                  </a:lnTo>
                  <a:lnTo>
                    <a:pt x="8269836" y="667752"/>
                  </a:lnTo>
                  <a:lnTo>
                    <a:pt x="8309111" y="729651"/>
                  </a:lnTo>
                  <a:lnTo>
                    <a:pt x="8347683" y="795432"/>
                  </a:lnTo>
                  <a:lnTo>
                    <a:pt x="8385738" y="865127"/>
                  </a:lnTo>
                  <a:lnTo>
                    <a:pt x="8423429" y="938712"/>
                  </a:lnTo>
                  <a:lnTo>
                    <a:pt x="8460880" y="1016104"/>
                  </a:lnTo>
                  <a:lnTo>
                    <a:pt x="8498190" y="1097160"/>
                  </a:lnTo>
                  <a:lnTo>
                    <a:pt x="8535433" y="1181674"/>
                  </a:lnTo>
                  <a:lnTo>
                    <a:pt x="8572664" y="1269373"/>
                  </a:lnTo>
                  <a:lnTo>
                    <a:pt x="8609920" y="1359923"/>
                  </a:lnTo>
                  <a:lnTo>
                    <a:pt x="8647219" y="1452931"/>
                  </a:lnTo>
                  <a:lnTo>
                    <a:pt x="8684569" y="1547948"/>
                  </a:lnTo>
                  <a:lnTo>
                    <a:pt x="8721965" y="1644482"/>
                  </a:lnTo>
                  <a:lnTo>
                    <a:pt x="8759395" y="1742004"/>
                  </a:lnTo>
                  <a:lnTo>
                    <a:pt x="8796841" y="1839966"/>
                  </a:lnTo>
                  <a:lnTo>
                    <a:pt x="8834282" y="1937804"/>
                  </a:lnTo>
                  <a:lnTo>
                    <a:pt x="8871699" y="2034960"/>
                  </a:lnTo>
                  <a:lnTo>
                    <a:pt x="8909076" y="2130893"/>
                  </a:lnTo>
                  <a:lnTo>
                    <a:pt x="8946404" y="2225087"/>
                  </a:lnTo>
                  <a:lnTo>
                    <a:pt x="8983682" y="2317070"/>
                  </a:lnTo>
                  <a:lnTo>
                    <a:pt x="9020923" y="2406417"/>
                  </a:lnTo>
                  <a:lnTo>
                    <a:pt x="9058154" y="2492758"/>
                  </a:lnTo>
                  <a:lnTo>
                    <a:pt x="9095419" y="2575787"/>
                  </a:lnTo>
                  <a:lnTo>
                    <a:pt x="9132780" y="2655260"/>
                  </a:lnTo>
                  <a:lnTo>
                    <a:pt x="9170323" y="2730998"/>
                  </a:lnTo>
                  <a:lnTo>
                    <a:pt x="9208156" y="2802885"/>
                  </a:lnTo>
                  <a:lnTo>
                    <a:pt x="9246417" y="2870865"/>
                  </a:lnTo>
                  <a:lnTo>
                    <a:pt x="9285272" y="2934939"/>
                  </a:lnTo>
                  <a:lnTo>
                    <a:pt x="9324925" y="2995158"/>
                  </a:lnTo>
                  <a:lnTo>
                    <a:pt x="9347647" y="3027339"/>
                  </a:lnTo>
                  <a:lnTo>
                    <a:pt x="9398041" y="3092778"/>
                  </a:lnTo>
                  <a:lnTo>
                    <a:pt x="9450732" y="3152701"/>
                  </a:lnTo>
                  <a:lnTo>
                    <a:pt x="9506345" y="3207289"/>
                  </a:lnTo>
                  <a:lnTo>
                    <a:pt x="9565569" y="3256901"/>
                  </a:lnTo>
                  <a:lnTo>
                    <a:pt x="9629116" y="3301976"/>
                  </a:lnTo>
                  <a:lnTo>
                    <a:pt x="9697691" y="3342966"/>
                  </a:lnTo>
                  <a:lnTo>
                    <a:pt x="9771946" y="3380305"/>
                  </a:lnTo>
                  <a:lnTo>
                    <a:pt x="9852424" y="3414378"/>
                  </a:lnTo>
                  <a:lnTo>
                    <a:pt x="9939483" y="3445510"/>
                  </a:lnTo>
                  <a:lnTo>
                    <a:pt x="10033198" y="3473956"/>
                  </a:lnTo>
                  <a:lnTo>
                    <a:pt x="10133242" y="3499900"/>
                  </a:lnTo>
                  <a:lnTo>
                    <a:pt x="10238764" y="3523454"/>
                  </a:lnTo>
                  <a:lnTo>
                    <a:pt x="10348265" y="3544662"/>
                  </a:lnTo>
                  <a:lnTo>
                    <a:pt x="10459528" y="3563514"/>
                  </a:lnTo>
                  <a:lnTo>
                    <a:pt x="10569631" y="3579968"/>
                  </a:lnTo>
                  <a:lnTo>
                    <a:pt x="10675096" y="3593975"/>
                  </a:lnTo>
                  <a:lnTo>
                    <a:pt x="10772191" y="3605516"/>
                  </a:lnTo>
                  <a:lnTo>
                    <a:pt x="10857376" y="3614634"/>
                  </a:lnTo>
                  <a:lnTo>
                    <a:pt x="10927819" y="3621460"/>
                  </a:lnTo>
                  <a:lnTo>
                    <a:pt x="10981872" y="3626222"/>
                  </a:lnTo>
                  <a:lnTo>
                    <a:pt x="11019392" y="3629239"/>
                  </a:lnTo>
                  <a:lnTo>
                    <a:pt x="11041850" y="3630892"/>
                  </a:lnTo>
                  <a:lnTo>
                    <a:pt x="11052228" y="3631593"/>
                  </a:lnTo>
                  <a:lnTo>
                    <a:pt x="11054891" y="3631759"/>
                  </a:lnTo>
                  <a:lnTo>
                    <a:pt x="12049831" y="3631759"/>
                  </a:lnTo>
                  <a:lnTo>
                    <a:pt x="12049831" y="3626518"/>
                  </a:lnTo>
                  <a:lnTo>
                    <a:pt x="11054891" y="3626518"/>
                  </a:lnTo>
                  <a:lnTo>
                    <a:pt x="11053849" y="3626455"/>
                  </a:lnTo>
                  <a:lnTo>
                    <a:pt x="11046963" y="3626004"/>
                  </a:lnTo>
                  <a:lnTo>
                    <a:pt x="11029472" y="3624758"/>
                  </a:lnTo>
                  <a:lnTo>
                    <a:pt x="10997872" y="3622301"/>
                  </a:lnTo>
                  <a:lnTo>
                    <a:pt x="10950104" y="3618236"/>
                  </a:lnTo>
                  <a:lnTo>
                    <a:pt x="10885706" y="3612218"/>
                  </a:lnTo>
                  <a:lnTo>
                    <a:pt x="10805785" y="3603983"/>
                  </a:lnTo>
                  <a:lnTo>
                    <a:pt x="10712778" y="3593362"/>
                  </a:lnTo>
                  <a:lnTo>
                    <a:pt x="10610021" y="3580282"/>
                  </a:lnTo>
                  <a:lnTo>
                    <a:pt x="10501232" y="3564743"/>
                  </a:lnTo>
                  <a:lnTo>
                    <a:pt x="10390027" y="3546787"/>
                  </a:lnTo>
                  <a:lnTo>
                    <a:pt x="10279565" y="3526461"/>
                  </a:lnTo>
                  <a:lnTo>
                    <a:pt x="10172334" y="3503791"/>
                  </a:lnTo>
                  <a:lnTo>
                    <a:pt x="10070098" y="3478754"/>
                  </a:lnTo>
                  <a:lnTo>
                    <a:pt x="9973940" y="3451266"/>
                  </a:lnTo>
                  <a:lnTo>
                    <a:pt x="9884369" y="3421170"/>
                  </a:lnTo>
                  <a:lnTo>
                    <a:pt x="9801446" y="3388238"/>
                  </a:lnTo>
                  <a:lnTo>
                    <a:pt x="9724907" y="3352169"/>
                  </a:lnTo>
                  <a:lnTo>
                    <a:pt x="9654268" y="3312599"/>
                  </a:lnTo>
                  <a:lnTo>
                    <a:pt x="9588912" y="3269113"/>
                  </a:lnTo>
                  <a:lnTo>
                    <a:pt x="9528147" y="3221260"/>
                  </a:lnTo>
                  <a:lnTo>
                    <a:pt x="9471260" y="3168590"/>
                  </a:lnTo>
                  <a:lnTo>
                    <a:pt x="9417547" y="3110707"/>
                  </a:lnTo>
                  <a:lnTo>
                    <a:pt x="9366358" y="3047346"/>
                  </a:lnTo>
                  <a:lnTo>
                    <a:pt x="9347647" y="3022098"/>
                  </a:lnTo>
                  <a:lnTo>
                    <a:pt x="9307441" y="2964006"/>
                  </a:lnTo>
                  <a:lnTo>
                    <a:pt x="9268165" y="2902108"/>
                  </a:lnTo>
                  <a:lnTo>
                    <a:pt x="9229593" y="2836326"/>
                  </a:lnTo>
                  <a:lnTo>
                    <a:pt x="9191539" y="2766631"/>
                  </a:lnTo>
                  <a:lnTo>
                    <a:pt x="9153848" y="2693047"/>
                  </a:lnTo>
                  <a:lnTo>
                    <a:pt x="9116397" y="2615655"/>
                  </a:lnTo>
                  <a:lnTo>
                    <a:pt x="9079087" y="2534598"/>
                  </a:lnTo>
                  <a:lnTo>
                    <a:pt x="9041843" y="2450085"/>
                  </a:lnTo>
                  <a:lnTo>
                    <a:pt x="9004612" y="2362385"/>
                  </a:lnTo>
                  <a:lnTo>
                    <a:pt x="8967357" y="2271835"/>
                  </a:lnTo>
                  <a:lnTo>
                    <a:pt x="8930058" y="2178828"/>
                  </a:lnTo>
                  <a:lnTo>
                    <a:pt x="8892708" y="2083811"/>
                  </a:lnTo>
                  <a:lnTo>
                    <a:pt x="8855311" y="1987277"/>
                  </a:lnTo>
                  <a:lnTo>
                    <a:pt x="8817882" y="1889754"/>
                  </a:lnTo>
                  <a:lnTo>
                    <a:pt x="8780436" y="1791793"/>
                  </a:lnTo>
                  <a:lnTo>
                    <a:pt x="8742995" y="1693955"/>
                  </a:lnTo>
                  <a:lnTo>
                    <a:pt x="8705578" y="1596798"/>
                  </a:lnTo>
                  <a:lnTo>
                    <a:pt x="8668201" y="1500866"/>
                  </a:lnTo>
                  <a:lnTo>
                    <a:pt x="8630873" y="1406671"/>
                  </a:lnTo>
                  <a:lnTo>
                    <a:pt x="8593595" y="1314688"/>
                  </a:lnTo>
                  <a:lnTo>
                    <a:pt x="8556353" y="1225342"/>
                  </a:lnTo>
                  <a:lnTo>
                    <a:pt x="8519122" y="1139000"/>
                  </a:lnTo>
                  <a:lnTo>
                    <a:pt x="8481857" y="1055971"/>
                  </a:lnTo>
                  <a:lnTo>
                    <a:pt x="8444496" y="976499"/>
                  </a:lnTo>
                  <a:lnTo>
                    <a:pt x="8406953" y="900761"/>
                  </a:lnTo>
                  <a:lnTo>
                    <a:pt x="8369120" y="828874"/>
                  </a:lnTo>
                  <a:lnTo>
                    <a:pt x="8330860" y="760893"/>
                  </a:lnTo>
                  <a:lnTo>
                    <a:pt x="8292005" y="696819"/>
                  </a:lnTo>
                  <a:lnTo>
                    <a:pt x="8252352" y="636601"/>
                  </a:lnTo>
                  <a:lnTo>
                    <a:pt x="8229629" y="604419"/>
                  </a:lnTo>
                  <a:lnTo>
                    <a:pt x="8179236" y="538980"/>
                  </a:lnTo>
                  <a:lnTo>
                    <a:pt x="8126545" y="479058"/>
                  </a:lnTo>
                  <a:lnTo>
                    <a:pt x="8070931" y="424470"/>
                  </a:lnTo>
                  <a:lnTo>
                    <a:pt x="8011708" y="374857"/>
                  </a:lnTo>
                  <a:lnTo>
                    <a:pt x="7948161" y="329783"/>
                  </a:lnTo>
                  <a:lnTo>
                    <a:pt x="7879586" y="288792"/>
                  </a:lnTo>
                  <a:lnTo>
                    <a:pt x="7805331" y="251453"/>
                  </a:lnTo>
                  <a:lnTo>
                    <a:pt x="7724852" y="217380"/>
                  </a:lnTo>
                  <a:lnTo>
                    <a:pt x="7637793" y="186249"/>
                  </a:lnTo>
                  <a:lnTo>
                    <a:pt x="7544079" y="157803"/>
                  </a:lnTo>
                  <a:lnTo>
                    <a:pt x="7444034" y="131858"/>
                  </a:lnTo>
                  <a:lnTo>
                    <a:pt x="7338512" y="108304"/>
                  </a:lnTo>
                  <a:lnTo>
                    <a:pt x="7229012" y="87096"/>
                  </a:lnTo>
                  <a:lnTo>
                    <a:pt x="7117749" y="68244"/>
                  </a:lnTo>
                  <a:lnTo>
                    <a:pt x="7007646" y="51790"/>
                  </a:lnTo>
                  <a:lnTo>
                    <a:pt x="6902180" y="37783"/>
                  </a:lnTo>
                  <a:lnTo>
                    <a:pt x="6805085" y="26242"/>
                  </a:lnTo>
                  <a:lnTo>
                    <a:pt x="6719900" y="17124"/>
                  </a:lnTo>
                  <a:lnTo>
                    <a:pt x="6649458" y="10299"/>
                  </a:lnTo>
                  <a:lnTo>
                    <a:pt x="6595405" y="5536"/>
                  </a:lnTo>
                  <a:lnTo>
                    <a:pt x="6557884" y="2520"/>
                  </a:lnTo>
                  <a:lnTo>
                    <a:pt x="6535427" y="867"/>
                  </a:lnTo>
                  <a:lnTo>
                    <a:pt x="6525048" y="16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5" y="34"/>
                  </a:lnTo>
                  <a:lnTo>
                    <a:pt x="5519008" y="280"/>
                  </a:lnTo>
                  <a:lnTo>
                    <a:pt x="5500427" y="958"/>
                  </a:lnTo>
                  <a:lnTo>
                    <a:pt x="5466933" y="2296"/>
                  </a:lnTo>
                  <a:lnTo>
                    <a:pt x="5416460" y="4507"/>
                  </a:lnTo>
                  <a:lnTo>
                    <a:pt x="5348679" y="7776"/>
                  </a:lnTo>
                  <a:lnTo>
                    <a:pt x="5264961" y="12239"/>
                  </a:lnTo>
                  <a:lnTo>
                    <a:pt x="5168067" y="17982"/>
                  </a:lnTo>
                  <a:lnTo>
                    <a:pt x="5061657" y="25037"/>
                  </a:lnTo>
                  <a:lnTo>
                    <a:pt x="4949709" y="33398"/>
                  </a:lnTo>
                  <a:lnTo>
                    <a:pt x="4836005" y="43041"/>
                  </a:lnTo>
                  <a:lnTo>
                    <a:pt x="4723762" y="53941"/>
                  </a:lnTo>
                  <a:lnTo>
                    <a:pt x="4615442" y="66089"/>
                  </a:lnTo>
                  <a:lnTo>
                    <a:pt x="4512722" y="79507"/>
                  </a:lnTo>
                  <a:lnTo>
                    <a:pt x="4416564" y="94251"/>
                  </a:lnTo>
                  <a:lnTo>
                    <a:pt x="4327346" y="110420"/>
                  </a:lnTo>
                  <a:lnTo>
                    <a:pt x="4245004" y="128152"/>
                  </a:lnTo>
                  <a:lnTo>
                    <a:pt x="4169160" y="147621"/>
                  </a:lnTo>
                  <a:lnTo>
                    <a:pt x="4099237" y="169038"/>
                  </a:lnTo>
                  <a:lnTo>
                    <a:pt x="4034536" y="192639"/>
                  </a:lnTo>
                  <a:lnTo>
                    <a:pt x="3974304" y="218671"/>
                  </a:lnTo>
                  <a:lnTo>
                    <a:pt x="3917781" y="247369"/>
                  </a:lnTo>
                  <a:lnTo>
                    <a:pt x="3864240" y="278924"/>
                  </a:lnTo>
                  <a:lnTo>
                    <a:pt x="3820202" y="308323"/>
                  </a:lnTo>
                  <a:lnTo>
                    <a:pt x="3769508" y="346133"/>
                  </a:lnTo>
                  <a:lnTo>
                    <a:pt x="3720203" y="387067"/>
                  </a:lnTo>
                  <a:lnTo>
                    <a:pt x="3671863" y="431188"/>
                  </a:lnTo>
                  <a:lnTo>
                    <a:pt x="3624153" y="478488"/>
                  </a:lnTo>
                  <a:lnTo>
                    <a:pt x="3576819" y="528889"/>
                  </a:lnTo>
                  <a:lnTo>
                    <a:pt x="3529669" y="582229"/>
                  </a:lnTo>
                  <a:lnTo>
                    <a:pt x="3482572" y="638264"/>
                  </a:lnTo>
                  <a:lnTo>
                    <a:pt x="3435445" y="696666"/>
                  </a:lnTo>
                  <a:lnTo>
                    <a:pt x="3388247" y="757031"/>
                  </a:lnTo>
                  <a:lnTo>
                    <a:pt x="3340969" y="818883"/>
                  </a:lnTo>
                  <a:lnTo>
                    <a:pt x="3293629" y="881695"/>
                  </a:lnTo>
                  <a:lnTo>
                    <a:pt x="3246261" y="944903"/>
                  </a:lnTo>
                  <a:lnTo>
                    <a:pt x="3198907" y="1007928"/>
                  </a:lnTo>
                  <a:lnTo>
                    <a:pt x="3151603" y="1070199"/>
                  </a:lnTo>
                  <a:lnTo>
                    <a:pt x="3104374" y="1131171"/>
                  </a:lnTo>
                  <a:lnTo>
                    <a:pt x="3057224" y="1190350"/>
                  </a:lnTo>
                  <a:lnTo>
                    <a:pt x="3010123" y="1247303"/>
                  </a:lnTo>
                  <a:lnTo>
                    <a:pt x="2963006" y="1301671"/>
                  </a:lnTo>
                  <a:lnTo>
                    <a:pt x="2915758" y="1353182"/>
                  </a:lnTo>
                  <a:lnTo>
                    <a:pt x="2868213" y="1401641"/>
                  </a:lnTo>
                  <a:lnTo>
                    <a:pt x="2820140" y="1446942"/>
                  </a:lnTo>
                  <a:lnTo>
                    <a:pt x="2771237" y="1489050"/>
                  </a:lnTo>
                  <a:lnTo>
                    <a:pt x="2721113" y="1528003"/>
                  </a:lnTo>
                  <a:lnTo>
                    <a:pt x="2702183" y="1541619"/>
                  </a:lnTo>
                  <a:lnTo>
                    <a:pt x="2650672" y="1575695"/>
                  </a:lnTo>
                  <a:lnTo>
                    <a:pt x="2596748" y="1606834"/>
                  </a:lnTo>
                  <a:lnTo>
                    <a:pt x="2539742" y="1635139"/>
                  </a:lnTo>
                  <a:lnTo>
                    <a:pt x="2478920" y="1660810"/>
                  </a:lnTo>
                  <a:lnTo>
                    <a:pt x="2413520" y="1684084"/>
                  </a:lnTo>
                  <a:lnTo>
                    <a:pt x="2342794" y="1705210"/>
                  </a:lnTo>
                  <a:lnTo>
                    <a:pt x="2266056" y="1724420"/>
                  </a:lnTo>
                  <a:lnTo>
                    <a:pt x="2182751" y="1741918"/>
                  </a:lnTo>
                  <a:lnTo>
                    <a:pt x="2092539" y="1757877"/>
                  </a:lnTo>
                  <a:lnTo>
                    <a:pt x="1995411" y="1772427"/>
                  </a:lnTo>
                  <a:lnTo>
                    <a:pt x="1891819" y="1785662"/>
                  </a:lnTo>
                  <a:lnTo>
                    <a:pt x="1782820" y="1797631"/>
                  </a:lnTo>
                  <a:lnTo>
                    <a:pt x="1670200" y="1808353"/>
                  </a:lnTo>
                  <a:lnTo>
                    <a:pt x="1556533" y="1817815"/>
                  </a:lnTo>
                  <a:lnTo>
                    <a:pt x="1445134" y="1825991"/>
                  </a:lnTo>
                  <a:lnTo>
                    <a:pt x="1339838" y="1832859"/>
                  </a:lnTo>
                  <a:lnTo>
                    <a:pt x="1244613" y="1838416"/>
                  </a:lnTo>
                  <a:lnTo>
                    <a:pt x="1163024" y="1842704"/>
                  </a:lnTo>
                  <a:lnTo>
                    <a:pt x="1097664" y="1845812"/>
                  </a:lnTo>
                  <a:lnTo>
                    <a:pt x="1049671" y="1847886"/>
                  </a:lnTo>
                  <a:lnTo>
                    <a:pt x="1018469" y="1849116"/>
                  </a:lnTo>
                  <a:lnTo>
                    <a:pt x="1001749" y="1849719"/>
                  </a:lnTo>
                  <a:lnTo>
                    <a:pt x="995645" y="1849922"/>
                  </a:lnTo>
                  <a:lnTo>
                    <a:pt x="994940" y="1849943"/>
                  </a:lnTo>
                  <a:lnTo>
                    <a:pt x="0" y="1849943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56" name="pl1155"/>
            <p:cNvSpPr/>
            <p:nvPr/>
          </p:nvSpPr>
          <p:spPr>
            <a:xfrm>
              <a:off x="1199187" y="2200901"/>
              <a:ext cx="12049831" cy="3626518"/>
            </a:xfrm>
            <a:custGeom>
              <a:avLst/>
              <a:pathLst>
                <a:path w="12049831" h="3626518">
                  <a:moveTo>
                    <a:pt x="0" y="1849943"/>
                  </a:moveTo>
                  <a:lnTo>
                    <a:pt x="994940" y="1849943"/>
                  </a:lnTo>
                  <a:lnTo>
                    <a:pt x="996050" y="1849909"/>
                  </a:lnTo>
                  <a:lnTo>
                    <a:pt x="1003377" y="1849663"/>
                  </a:lnTo>
                  <a:lnTo>
                    <a:pt x="1021958" y="1848985"/>
                  </a:lnTo>
                  <a:lnTo>
                    <a:pt x="1055452" y="1847647"/>
                  </a:lnTo>
                  <a:lnTo>
                    <a:pt x="1105925" y="1845436"/>
                  </a:lnTo>
                  <a:lnTo>
                    <a:pt x="1173706" y="1842167"/>
                  </a:lnTo>
                  <a:lnTo>
                    <a:pt x="1257424" y="1837703"/>
                  </a:lnTo>
                  <a:lnTo>
                    <a:pt x="1354318" y="1831960"/>
                  </a:lnTo>
                  <a:lnTo>
                    <a:pt x="1460728" y="1824906"/>
                  </a:lnTo>
                  <a:lnTo>
                    <a:pt x="1572676" y="1816544"/>
                  </a:lnTo>
                  <a:lnTo>
                    <a:pt x="1686380" y="1806902"/>
                  </a:lnTo>
                  <a:lnTo>
                    <a:pt x="1798623" y="1796002"/>
                  </a:lnTo>
                  <a:lnTo>
                    <a:pt x="1906943" y="1783854"/>
                  </a:lnTo>
                  <a:lnTo>
                    <a:pt x="2009663" y="1770436"/>
                  </a:lnTo>
                  <a:lnTo>
                    <a:pt x="2105821" y="1755691"/>
                  </a:lnTo>
                  <a:lnTo>
                    <a:pt x="2195039" y="1739522"/>
                  </a:lnTo>
                  <a:lnTo>
                    <a:pt x="2277381" y="1721791"/>
                  </a:lnTo>
                  <a:lnTo>
                    <a:pt x="2353225" y="1702322"/>
                  </a:lnTo>
                  <a:lnTo>
                    <a:pt x="2423148" y="1680905"/>
                  </a:lnTo>
                  <a:lnTo>
                    <a:pt x="2487849" y="1657304"/>
                  </a:lnTo>
                  <a:lnTo>
                    <a:pt x="2548081" y="1631272"/>
                  </a:lnTo>
                  <a:lnTo>
                    <a:pt x="2604604" y="1602573"/>
                  </a:lnTo>
                  <a:lnTo>
                    <a:pt x="2658145" y="1571019"/>
                  </a:lnTo>
                  <a:lnTo>
                    <a:pt x="2702183" y="1541619"/>
                  </a:lnTo>
                  <a:lnTo>
                    <a:pt x="2752877" y="1503810"/>
                  </a:lnTo>
                  <a:lnTo>
                    <a:pt x="2802182" y="1462875"/>
                  </a:lnTo>
                  <a:lnTo>
                    <a:pt x="2850522" y="1418755"/>
                  </a:lnTo>
                  <a:lnTo>
                    <a:pt x="2898232" y="1371454"/>
                  </a:lnTo>
                  <a:lnTo>
                    <a:pt x="2945566" y="1321054"/>
                  </a:lnTo>
                  <a:lnTo>
                    <a:pt x="2992716" y="1267714"/>
                  </a:lnTo>
                  <a:lnTo>
                    <a:pt x="3039813" y="1211679"/>
                  </a:lnTo>
                  <a:lnTo>
                    <a:pt x="3086940" y="1153276"/>
                  </a:lnTo>
                  <a:lnTo>
                    <a:pt x="3134138" y="1092912"/>
                  </a:lnTo>
                  <a:lnTo>
                    <a:pt x="3181416" y="1031060"/>
                  </a:lnTo>
                  <a:lnTo>
                    <a:pt x="3228756" y="968248"/>
                  </a:lnTo>
                  <a:lnTo>
                    <a:pt x="3276124" y="905040"/>
                  </a:lnTo>
                  <a:lnTo>
                    <a:pt x="3323478" y="842015"/>
                  </a:lnTo>
                  <a:lnTo>
                    <a:pt x="3370782" y="779744"/>
                  </a:lnTo>
                  <a:lnTo>
                    <a:pt x="3418011" y="718771"/>
                  </a:lnTo>
                  <a:lnTo>
                    <a:pt x="3465161" y="659593"/>
                  </a:lnTo>
                  <a:lnTo>
                    <a:pt x="3512262" y="602640"/>
                  </a:lnTo>
                  <a:lnTo>
                    <a:pt x="3559379" y="548271"/>
                  </a:lnTo>
                  <a:lnTo>
                    <a:pt x="3606627" y="496761"/>
                  </a:lnTo>
                  <a:lnTo>
                    <a:pt x="3654172" y="448301"/>
                  </a:lnTo>
                  <a:lnTo>
                    <a:pt x="3702245" y="403001"/>
                  </a:lnTo>
                  <a:lnTo>
                    <a:pt x="3751148" y="360893"/>
                  </a:lnTo>
                  <a:lnTo>
                    <a:pt x="3801272" y="321939"/>
                  </a:lnTo>
                  <a:lnTo>
                    <a:pt x="3820202" y="308323"/>
                  </a:lnTo>
                  <a:lnTo>
                    <a:pt x="3871713" y="274248"/>
                  </a:lnTo>
                  <a:lnTo>
                    <a:pt x="3925637" y="243109"/>
                  </a:lnTo>
                  <a:lnTo>
                    <a:pt x="3982643" y="214803"/>
                  </a:lnTo>
                  <a:lnTo>
                    <a:pt x="4043465" y="189133"/>
                  </a:lnTo>
                  <a:lnTo>
                    <a:pt x="4108865" y="165858"/>
                  </a:lnTo>
                  <a:lnTo>
                    <a:pt x="4179591" y="144733"/>
                  </a:lnTo>
                  <a:lnTo>
                    <a:pt x="4256329" y="125523"/>
                  </a:lnTo>
                  <a:lnTo>
                    <a:pt x="4339634" y="108025"/>
                  </a:lnTo>
                  <a:lnTo>
                    <a:pt x="4429846" y="92066"/>
                  </a:lnTo>
                  <a:lnTo>
                    <a:pt x="4526974" y="77515"/>
                  </a:lnTo>
                  <a:lnTo>
                    <a:pt x="4630566" y="64281"/>
                  </a:lnTo>
                  <a:lnTo>
                    <a:pt x="4739565" y="52311"/>
                  </a:lnTo>
                  <a:lnTo>
                    <a:pt x="4852185" y="41590"/>
                  </a:lnTo>
                  <a:lnTo>
                    <a:pt x="4965852" y="32128"/>
                  </a:lnTo>
                  <a:lnTo>
                    <a:pt x="5077251" y="23952"/>
                  </a:lnTo>
                  <a:lnTo>
                    <a:pt x="5182547" y="17084"/>
                  </a:lnTo>
                  <a:lnTo>
                    <a:pt x="5277772" y="11527"/>
                  </a:lnTo>
                  <a:lnTo>
                    <a:pt x="5359361" y="7239"/>
                  </a:lnTo>
                  <a:lnTo>
                    <a:pt x="5424721" y="4131"/>
                  </a:lnTo>
                  <a:lnTo>
                    <a:pt x="5472714" y="2057"/>
                  </a:lnTo>
                  <a:lnTo>
                    <a:pt x="5503916" y="827"/>
                  </a:lnTo>
                  <a:lnTo>
                    <a:pt x="5520636" y="223"/>
                  </a:lnTo>
                  <a:lnTo>
                    <a:pt x="5526740" y="2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27" y="63"/>
                  </a:lnTo>
                  <a:lnTo>
                    <a:pt x="6530313" y="514"/>
                  </a:lnTo>
                  <a:lnTo>
                    <a:pt x="6547804" y="1760"/>
                  </a:lnTo>
                  <a:lnTo>
                    <a:pt x="6579405" y="4217"/>
                  </a:lnTo>
                  <a:lnTo>
                    <a:pt x="6627172" y="8282"/>
                  </a:lnTo>
                  <a:lnTo>
                    <a:pt x="6691571" y="14300"/>
                  </a:lnTo>
                  <a:lnTo>
                    <a:pt x="6771492" y="22535"/>
                  </a:lnTo>
                  <a:lnTo>
                    <a:pt x="6864498" y="33156"/>
                  </a:lnTo>
                  <a:lnTo>
                    <a:pt x="6967255" y="46235"/>
                  </a:lnTo>
                  <a:lnTo>
                    <a:pt x="7076045" y="61774"/>
                  </a:lnTo>
                  <a:lnTo>
                    <a:pt x="7187249" y="79731"/>
                  </a:lnTo>
                  <a:lnTo>
                    <a:pt x="7297712" y="100057"/>
                  </a:lnTo>
                  <a:lnTo>
                    <a:pt x="7404943" y="122727"/>
                  </a:lnTo>
                  <a:lnTo>
                    <a:pt x="7507179" y="147763"/>
                  </a:lnTo>
                  <a:lnTo>
                    <a:pt x="7603337" y="175252"/>
                  </a:lnTo>
                  <a:lnTo>
                    <a:pt x="7692908" y="205348"/>
                  </a:lnTo>
                  <a:lnTo>
                    <a:pt x="7775831" y="238280"/>
                  </a:lnTo>
                  <a:lnTo>
                    <a:pt x="7852370" y="274349"/>
                  </a:lnTo>
                  <a:lnTo>
                    <a:pt x="7923008" y="313918"/>
                  </a:lnTo>
                  <a:lnTo>
                    <a:pt x="7988365" y="357405"/>
                  </a:lnTo>
                  <a:lnTo>
                    <a:pt x="8049129" y="405258"/>
                  </a:lnTo>
                  <a:lnTo>
                    <a:pt x="8106017" y="457928"/>
                  </a:lnTo>
                  <a:lnTo>
                    <a:pt x="8159729" y="515811"/>
                  </a:lnTo>
                  <a:lnTo>
                    <a:pt x="8210919" y="579171"/>
                  </a:lnTo>
                  <a:lnTo>
                    <a:pt x="8229629" y="604419"/>
                  </a:lnTo>
                  <a:lnTo>
                    <a:pt x="8269836" y="662512"/>
                  </a:lnTo>
                  <a:lnTo>
                    <a:pt x="8309111" y="724410"/>
                  </a:lnTo>
                  <a:lnTo>
                    <a:pt x="8347683" y="790192"/>
                  </a:lnTo>
                  <a:lnTo>
                    <a:pt x="8385738" y="859887"/>
                  </a:lnTo>
                  <a:lnTo>
                    <a:pt x="8423429" y="933471"/>
                  </a:lnTo>
                  <a:lnTo>
                    <a:pt x="8460880" y="1010863"/>
                  </a:lnTo>
                  <a:lnTo>
                    <a:pt x="8498190" y="1091919"/>
                  </a:lnTo>
                  <a:lnTo>
                    <a:pt x="8535433" y="1176433"/>
                  </a:lnTo>
                  <a:lnTo>
                    <a:pt x="8572664" y="1264132"/>
                  </a:lnTo>
                  <a:lnTo>
                    <a:pt x="8609920" y="1354683"/>
                  </a:lnTo>
                  <a:lnTo>
                    <a:pt x="8647219" y="1447690"/>
                  </a:lnTo>
                  <a:lnTo>
                    <a:pt x="8684569" y="1542707"/>
                  </a:lnTo>
                  <a:lnTo>
                    <a:pt x="8721965" y="1639241"/>
                  </a:lnTo>
                  <a:lnTo>
                    <a:pt x="8759395" y="1736764"/>
                  </a:lnTo>
                  <a:lnTo>
                    <a:pt x="8796841" y="1834725"/>
                  </a:lnTo>
                  <a:lnTo>
                    <a:pt x="8834282" y="1932563"/>
                  </a:lnTo>
                  <a:lnTo>
                    <a:pt x="8871699" y="2029719"/>
                  </a:lnTo>
                  <a:lnTo>
                    <a:pt x="8909076" y="2125652"/>
                  </a:lnTo>
                  <a:lnTo>
                    <a:pt x="8946404" y="2219847"/>
                  </a:lnTo>
                  <a:lnTo>
                    <a:pt x="8983682" y="2311830"/>
                  </a:lnTo>
                  <a:lnTo>
                    <a:pt x="9020923" y="2401176"/>
                  </a:lnTo>
                  <a:lnTo>
                    <a:pt x="9058154" y="2487518"/>
                  </a:lnTo>
                  <a:lnTo>
                    <a:pt x="9095419" y="2570546"/>
                  </a:lnTo>
                  <a:lnTo>
                    <a:pt x="9132780" y="2650019"/>
                  </a:lnTo>
                  <a:lnTo>
                    <a:pt x="9170323" y="2725757"/>
                  </a:lnTo>
                  <a:lnTo>
                    <a:pt x="9208156" y="2797644"/>
                  </a:lnTo>
                  <a:lnTo>
                    <a:pt x="9246417" y="2865625"/>
                  </a:lnTo>
                  <a:lnTo>
                    <a:pt x="9285272" y="2929698"/>
                  </a:lnTo>
                  <a:lnTo>
                    <a:pt x="9324925" y="2989917"/>
                  </a:lnTo>
                  <a:lnTo>
                    <a:pt x="9347647" y="3022098"/>
                  </a:lnTo>
                  <a:lnTo>
                    <a:pt x="9398041" y="3087538"/>
                  </a:lnTo>
                  <a:lnTo>
                    <a:pt x="9450732" y="3147460"/>
                  </a:lnTo>
                  <a:lnTo>
                    <a:pt x="9506345" y="3202048"/>
                  </a:lnTo>
                  <a:lnTo>
                    <a:pt x="9565569" y="3251661"/>
                  </a:lnTo>
                  <a:lnTo>
                    <a:pt x="9629116" y="3296735"/>
                  </a:lnTo>
                  <a:lnTo>
                    <a:pt x="9697691" y="3337726"/>
                  </a:lnTo>
                  <a:lnTo>
                    <a:pt x="9771946" y="3375065"/>
                  </a:lnTo>
                  <a:lnTo>
                    <a:pt x="9852424" y="3409137"/>
                  </a:lnTo>
                  <a:lnTo>
                    <a:pt x="9939483" y="3440269"/>
                  </a:lnTo>
                  <a:lnTo>
                    <a:pt x="10033198" y="3468715"/>
                  </a:lnTo>
                  <a:lnTo>
                    <a:pt x="10133242" y="3494660"/>
                  </a:lnTo>
                  <a:lnTo>
                    <a:pt x="10238764" y="3518213"/>
                  </a:lnTo>
                  <a:lnTo>
                    <a:pt x="10348265" y="3539421"/>
                  </a:lnTo>
                  <a:lnTo>
                    <a:pt x="10459528" y="3558274"/>
                  </a:lnTo>
                  <a:lnTo>
                    <a:pt x="10569631" y="3574728"/>
                  </a:lnTo>
                  <a:lnTo>
                    <a:pt x="10675096" y="3588735"/>
                  </a:lnTo>
                  <a:lnTo>
                    <a:pt x="10772191" y="3600276"/>
                  </a:lnTo>
                  <a:lnTo>
                    <a:pt x="10857376" y="3609394"/>
                  </a:lnTo>
                  <a:lnTo>
                    <a:pt x="10927819" y="3616219"/>
                  </a:lnTo>
                  <a:lnTo>
                    <a:pt x="10981872" y="3620981"/>
                  </a:lnTo>
                  <a:lnTo>
                    <a:pt x="11019392" y="3623998"/>
                  </a:lnTo>
                  <a:lnTo>
                    <a:pt x="11041850" y="3625651"/>
                  </a:lnTo>
                  <a:lnTo>
                    <a:pt x="11052228" y="3626352"/>
                  </a:lnTo>
                  <a:lnTo>
                    <a:pt x="11054834" y="3626515"/>
                  </a:lnTo>
                  <a:lnTo>
                    <a:pt x="11054891" y="3626518"/>
                  </a:lnTo>
                  <a:lnTo>
                    <a:pt x="12049831" y="3626518"/>
                  </a:lnTo>
                  <a:lnTo>
                    <a:pt x="12049831" y="36265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7" name="pl1156"/>
            <p:cNvSpPr/>
            <p:nvPr/>
          </p:nvSpPr>
          <p:spPr>
            <a:xfrm>
              <a:off x="1199187" y="2195661"/>
              <a:ext cx="12049831" cy="3626518"/>
            </a:xfrm>
            <a:custGeom>
              <a:avLst/>
              <a:pathLst>
                <a:path w="12049831" h="3626518">
                  <a:moveTo>
                    <a:pt x="12049831" y="3626518"/>
                  </a:moveTo>
                  <a:lnTo>
                    <a:pt x="11054891" y="3626518"/>
                  </a:lnTo>
                  <a:lnTo>
                    <a:pt x="11053849" y="3626455"/>
                  </a:lnTo>
                  <a:lnTo>
                    <a:pt x="11046963" y="3626004"/>
                  </a:lnTo>
                  <a:lnTo>
                    <a:pt x="11029472" y="3624758"/>
                  </a:lnTo>
                  <a:lnTo>
                    <a:pt x="10997872" y="3622301"/>
                  </a:lnTo>
                  <a:lnTo>
                    <a:pt x="10950104" y="3618236"/>
                  </a:lnTo>
                  <a:lnTo>
                    <a:pt x="10885706" y="3612218"/>
                  </a:lnTo>
                  <a:lnTo>
                    <a:pt x="10805785" y="3603983"/>
                  </a:lnTo>
                  <a:lnTo>
                    <a:pt x="10712778" y="3593362"/>
                  </a:lnTo>
                  <a:lnTo>
                    <a:pt x="10610021" y="3580282"/>
                  </a:lnTo>
                  <a:lnTo>
                    <a:pt x="10501232" y="3564743"/>
                  </a:lnTo>
                  <a:lnTo>
                    <a:pt x="10390027" y="3546787"/>
                  </a:lnTo>
                  <a:lnTo>
                    <a:pt x="10279565" y="3526461"/>
                  </a:lnTo>
                  <a:lnTo>
                    <a:pt x="10172334" y="3503791"/>
                  </a:lnTo>
                  <a:lnTo>
                    <a:pt x="10070098" y="3478754"/>
                  </a:lnTo>
                  <a:lnTo>
                    <a:pt x="9973940" y="3451266"/>
                  </a:lnTo>
                  <a:lnTo>
                    <a:pt x="9884369" y="3421170"/>
                  </a:lnTo>
                  <a:lnTo>
                    <a:pt x="9801446" y="3388238"/>
                  </a:lnTo>
                  <a:lnTo>
                    <a:pt x="9724907" y="3352169"/>
                  </a:lnTo>
                  <a:lnTo>
                    <a:pt x="9654268" y="3312599"/>
                  </a:lnTo>
                  <a:lnTo>
                    <a:pt x="9588912" y="3269113"/>
                  </a:lnTo>
                  <a:lnTo>
                    <a:pt x="9528147" y="3221260"/>
                  </a:lnTo>
                  <a:lnTo>
                    <a:pt x="9471260" y="3168590"/>
                  </a:lnTo>
                  <a:lnTo>
                    <a:pt x="9417547" y="3110707"/>
                  </a:lnTo>
                  <a:lnTo>
                    <a:pt x="9366358" y="3047346"/>
                  </a:lnTo>
                  <a:lnTo>
                    <a:pt x="9347647" y="3022098"/>
                  </a:lnTo>
                  <a:lnTo>
                    <a:pt x="9307441" y="2964006"/>
                  </a:lnTo>
                  <a:lnTo>
                    <a:pt x="9268165" y="2902108"/>
                  </a:lnTo>
                  <a:lnTo>
                    <a:pt x="9229593" y="2836326"/>
                  </a:lnTo>
                  <a:lnTo>
                    <a:pt x="9191539" y="2766631"/>
                  </a:lnTo>
                  <a:lnTo>
                    <a:pt x="9153848" y="2693047"/>
                  </a:lnTo>
                  <a:lnTo>
                    <a:pt x="9116397" y="2615655"/>
                  </a:lnTo>
                  <a:lnTo>
                    <a:pt x="9079087" y="2534598"/>
                  </a:lnTo>
                  <a:lnTo>
                    <a:pt x="9041843" y="2450085"/>
                  </a:lnTo>
                  <a:lnTo>
                    <a:pt x="9004612" y="2362385"/>
                  </a:lnTo>
                  <a:lnTo>
                    <a:pt x="8967357" y="2271835"/>
                  </a:lnTo>
                  <a:lnTo>
                    <a:pt x="8930058" y="2178828"/>
                  </a:lnTo>
                  <a:lnTo>
                    <a:pt x="8892708" y="2083811"/>
                  </a:lnTo>
                  <a:lnTo>
                    <a:pt x="8855311" y="1987277"/>
                  </a:lnTo>
                  <a:lnTo>
                    <a:pt x="8817882" y="1889754"/>
                  </a:lnTo>
                  <a:lnTo>
                    <a:pt x="8780436" y="1791793"/>
                  </a:lnTo>
                  <a:lnTo>
                    <a:pt x="8742995" y="1693955"/>
                  </a:lnTo>
                  <a:lnTo>
                    <a:pt x="8705578" y="1596798"/>
                  </a:lnTo>
                  <a:lnTo>
                    <a:pt x="8668201" y="1500866"/>
                  </a:lnTo>
                  <a:lnTo>
                    <a:pt x="8630873" y="1406671"/>
                  </a:lnTo>
                  <a:lnTo>
                    <a:pt x="8593595" y="1314688"/>
                  </a:lnTo>
                  <a:lnTo>
                    <a:pt x="8556353" y="1225342"/>
                  </a:lnTo>
                  <a:lnTo>
                    <a:pt x="8519122" y="1139000"/>
                  </a:lnTo>
                  <a:lnTo>
                    <a:pt x="8481857" y="1055971"/>
                  </a:lnTo>
                  <a:lnTo>
                    <a:pt x="8444496" y="976499"/>
                  </a:lnTo>
                  <a:lnTo>
                    <a:pt x="8406953" y="900761"/>
                  </a:lnTo>
                  <a:lnTo>
                    <a:pt x="8369120" y="828874"/>
                  </a:lnTo>
                  <a:lnTo>
                    <a:pt x="8330860" y="760893"/>
                  </a:lnTo>
                  <a:lnTo>
                    <a:pt x="8292005" y="696819"/>
                  </a:lnTo>
                  <a:lnTo>
                    <a:pt x="8252352" y="636601"/>
                  </a:lnTo>
                  <a:lnTo>
                    <a:pt x="8229629" y="604419"/>
                  </a:lnTo>
                  <a:lnTo>
                    <a:pt x="8179236" y="538980"/>
                  </a:lnTo>
                  <a:lnTo>
                    <a:pt x="8126545" y="479058"/>
                  </a:lnTo>
                  <a:lnTo>
                    <a:pt x="8070931" y="424470"/>
                  </a:lnTo>
                  <a:lnTo>
                    <a:pt x="8011708" y="374857"/>
                  </a:lnTo>
                  <a:lnTo>
                    <a:pt x="7948161" y="329783"/>
                  </a:lnTo>
                  <a:lnTo>
                    <a:pt x="7879586" y="288792"/>
                  </a:lnTo>
                  <a:lnTo>
                    <a:pt x="7805331" y="251453"/>
                  </a:lnTo>
                  <a:lnTo>
                    <a:pt x="7724852" y="217380"/>
                  </a:lnTo>
                  <a:lnTo>
                    <a:pt x="7637793" y="186249"/>
                  </a:lnTo>
                  <a:lnTo>
                    <a:pt x="7544079" y="157803"/>
                  </a:lnTo>
                  <a:lnTo>
                    <a:pt x="7444034" y="131858"/>
                  </a:lnTo>
                  <a:lnTo>
                    <a:pt x="7338512" y="108304"/>
                  </a:lnTo>
                  <a:lnTo>
                    <a:pt x="7229012" y="87096"/>
                  </a:lnTo>
                  <a:lnTo>
                    <a:pt x="7117749" y="68244"/>
                  </a:lnTo>
                  <a:lnTo>
                    <a:pt x="7007646" y="51790"/>
                  </a:lnTo>
                  <a:lnTo>
                    <a:pt x="6902180" y="37783"/>
                  </a:lnTo>
                  <a:lnTo>
                    <a:pt x="6805085" y="26242"/>
                  </a:lnTo>
                  <a:lnTo>
                    <a:pt x="6719900" y="17124"/>
                  </a:lnTo>
                  <a:lnTo>
                    <a:pt x="6649458" y="10299"/>
                  </a:lnTo>
                  <a:lnTo>
                    <a:pt x="6595405" y="5536"/>
                  </a:lnTo>
                  <a:lnTo>
                    <a:pt x="6557884" y="2520"/>
                  </a:lnTo>
                  <a:lnTo>
                    <a:pt x="6535427" y="867"/>
                  </a:lnTo>
                  <a:lnTo>
                    <a:pt x="6525048" y="166"/>
                  </a:lnTo>
                  <a:lnTo>
                    <a:pt x="6522443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5" y="34"/>
                  </a:lnTo>
                  <a:lnTo>
                    <a:pt x="5519008" y="280"/>
                  </a:lnTo>
                  <a:lnTo>
                    <a:pt x="5500427" y="958"/>
                  </a:lnTo>
                  <a:lnTo>
                    <a:pt x="5466933" y="2296"/>
                  </a:lnTo>
                  <a:lnTo>
                    <a:pt x="5416460" y="4507"/>
                  </a:lnTo>
                  <a:lnTo>
                    <a:pt x="5348679" y="7776"/>
                  </a:lnTo>
                  <a:lnTo>
                    <a:pt x="5264961" y="12239"/>
                  </a:lnTo>
                  <a:lnTo>
                    <a:pt x="5168067" y="17982"/>
                  </a:lnTo>
                  <a:lnTo>
                    <a:pt x="5061657" y="25037"/>
                  </a:lnTo>
                  <a:lnTo>
                    <a:pt x="4949709" y="33398"/>
                  </a:lnTo>
                  <a:lnTo>
                    <a:pt x="4836005" y="43041"/>
                  </a:lnTo>
                  <a:lnTo>
                    <a:pt x="4723762" y="53941"/>
                  </a:lnTo>
                  <a:lnTo>
                    <a:pt x="4615442" y="66089"/>
                  </a:lnTo>
                  <a:lnTo>
                    <a:pt x="4512722" y="79507"/>
                  </a:lnTo>
                  <a:lnTo>
                    <a:pt x="4416564" y="94251"/>
                  </a:lnTo>
                  <a:lnTo>
                    <a:pt x="4327346" y="110420"/>
                  </a:lnTo>
                  <a:lnTo>
                    <a:pt x="4245004" y="128152"/>
                  </a:lnTo>
                  <a:lnTo>
                    <a:pt x="4169160" y="147621"/>
                  </a:lnTo>
                  <a:lnTo>
                    <a:pt x="4099237" y="169038"/>
                  </a:lnTo>
                  <a:lnTo>
                    <a:pt x="4034536" y="192639"/>
                  </a:lnTo>
                  <a:lnTo>
                    <a:pt x="3974304" y="218671"/>
                  </a:lnTo>
                  <a:lnTo>
                    <a:pt x="3917781" y="247369"/>
                  </a:lnTo>
                  <a:lnTo>
                    <a:pt x="3864240" y="278924"/>
                  </a:lnTo>
                  <a:lnTo>
                    <a:pt x="3820202" y="308323"/>
                  </a:lnTo>
                  <a:lnTo>
                    <a:pt x="3769508" y="346133"/>
                  </a:lnTo>
                  <a:lnTo>
                    <a:pt x="3720203" y="387067"/>
                  </a:lnTo>
                  <a:lnTo>
                    <a:pt x="3671863" y="431188"/>
                  </a:lnTo>
                  <a:lnTo>
                    <a:pt x="3624153" y="478488"/>
                  </a:lnTo>
                  <a:lnTo>
                    <a:pt x="3576819" y="528889"/>
                  </a:lnTo>
                  <a:lnTo>
                    <a:pt x="3529669" y="582229"/>
                  </a:lnTo>
                  <a:lnTo>
                    <a:pt x="3482572" y="638264"/>
                  </a:lnTo>
                  <a:lnTo>
                    <a:pt x="3435445" y="696666"/>
                  </a:lnTo>
                  <a:lnTo>
                    <a:pt x="3388247" y="757031"/>
                  </a:lnTo>
                  <a:lnTo>
                    <a:pt x="3340969" y="818883"/>
                  </a:lnTo>
                  <a:lnTo>
                    <a:pt x="3293629" y="881695"/>
                  </a:lnTo>
                  <a:lnTo>
                    <a:pt x="3246261" y="944903"/>
                  </a:lnTo>
                  <a:lnTo>
                    <a:pt x="3198907" y="1007928"/>
                  </a:lnTo>
                  <a:lnTo>
                    <a:pt x="3151603" y="1070199"/>
                  </a:lnTo>
                  <a:lnTo>
                    <a:pt x="3104374" y="1131171"/>
                  </a:lnTo>
                  <a:lnTo>
                    <a:pt x="3057224" y="1190350"/>
                  </a:lnTo>
                  <a:lnTo>
                    <a:pt x="3010123" y="1247303"/>
                  </a:lnTo>
                  <a:lnTo>
                    <a:pt x="2963006" y="1301671"/>
                  </a:lnTo>
                  <a:lnTo>
                    <a:pt x="2915758" y="1353182"/>
                  </a:lnTo>
                  <a:lnTo>
                    <a:pt x="2868213" y="1401641"/>
                  </a:lnTo>
                  <a:lnTo>
                    <a:pt x="2820140" y="1446942"/>
                  </a:lnTo>
                  <a:lnTo>
                    <a:pt x="2771237" y="1489050"/>
                  </a:lnTo>
                  <a:lnTo>
                    <a:pt x="2721113" y="1528003"/>
                  </a:lnTo>
                  <a:lnTo>
                    <a:pt x="2702183" y="1541619"/>
                  </a:lnTo>
                  <a:lnTo>
                    <a:pt x="2650672" y="1575695"/>
                  </a:lnTo>
                  <a:lnTo>
                    <a:pt x="2596748" y="1606834"/>
                  </a:lnTo>
                  <a:lnTo>
                    <a:pt x="2539742" y="1635139"/>
                  </a:lnTo>
                  <a:lnTo>
                    <a:pt x="2478920" y="1660810"/>
                  </a:lnTo>
                  <a:lnTo>
                    <a:pt x="2413520" y="1684084"/>
                  </a:lnTo>
                  <a:lnTo>
                    <a:pt x="2342794" y="1705210"/>
                  </a:lnTo>
                  <a:lnTo>
                    <a:pt x="2266056" y="1724420"/>
                  </a:lnTo>
                  <a:lnTo>
                    <a:pt x="2182751" y="1741918"/>
                  </a:lnTo>
                  <a:lnTo>
                    <a:pt x="2092539" y="1757877"/>
                  </a:lnTo>
                  <a:lnTo>
                    <a:pt x="1995411" y="1772427"/>
                  </a:lnTo>
                  <a:lnTo>
                    <a:pt x="1891819" y="1785662"/>
                  </a:lnTo>
                  <a:lnTo>
                    <a:pt x="1782820" y="1797631"/>
                  </a:lnTo>
                  <a:lnTo>
                    <a:pt x="1670200" y="1808353"/>
                  </a:lnTo>
                  <a:lnTo>
                    <a:pt x="1556533" y="1817815"/>
                  </a:lnTo>
                  <a:lnTo>
                    <a:pt x="1445134" y="1825991"/>
                  </a:lnTo>
                  <a:lnTo>
                    <a:pt x="1339838" y="1832859"/>
                  </a:lnTo>
                  <a:lnTo>
                    <a:pt x="1244613" y="1838416"/>
                  </a:lnTo>
                  <a:lnTo>
                    <a:pt x="1163024" y="1842704"/>
                  </a:lnTo>
                  <a:lnTo>
                    <a:pt x="1097664" y="1845812"/>
                  </a:lnTo>
                  <a:lnTo>
                    <a:pt x="1049671" y="1847886"/>
                  </a:lnTo>
                  <a:lnTo>
                    <a:pt x="1018469" y="1849116"/>
                  </a:lnTo>
                  <a:lnTo>
                    <a:pt x="1001749" y="1849719"/>
                  </a:lnTo>
                  <a:lnTo>
                    <a:pt x="995645" y="1849922"/>
                  </a:lnTo>
                  <a:lnTo>
                    <a:pt x="994940" y="1849943"/>
                  </a:lnTo>
                  <a:lnTo>
                    <a:pt x="0" y="1849943"/>
                  </a:lnTo>
                  <a:lnTo>
                    <a:pt x="0" y="18499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8" name="pg1157"/>
            <p:cNvSpPr/>
            <p:nvPr/>
          </p:nvSpPr>
          <p:spPr>
            <a:xfrm>
              <a:off x="1199187" y="2206142"/>
              <a:ext cx="12049831" cy="4208229"/>
            </a:xfrm>
            <a:custGeom>
              <a:avLst/>
              <a:pathLst>
                <a:path w="12049831" h="4208229">
                  <a:moveTo>
                    <a:pt x="0" y="1860425"/>
                  </a:moveTo>
                  <a:lnTo>
                    <a:pt x="994940" y="1860425"/>
                  </a:lnTo>
                  <a:lnTo>
                    <a:pt x="996050" y="1860390"/>
                  </a:lnTo>
                  <a:lnTo>
                    <a:pt x="1003378" y="1860145"/>
                  </a:lnTo>
                  <a:lnTo>
                    <a:pt x="1021962" y="1859468"/>
                  </a:lnTo>
                  <a:lnTo>
                    <a:pt x="1055459" y="1858134"/>
                  </a:lnTo>
                  <a:lnTo>
                    <a:pt x="1105939" y="1855929"/>
                  </a:lnTo>
                  <a:lnTo>
                    <a:pt x="1173726" y="1852670"/>
                  </a:lnTo>
                  <a:lnTo>
                    <a:pt x="1257453" y="1848218"/>
                  </a:lnTo>
                  <a:lnTo>
                    <a:pt x="1354355" y="1842490"/>
                  </a:lnTo>
                  <a:lnTo>
                    <a:pt x="1460773" y="1835455"/>
                  </a:lnTo>
                  <a:lnTo>
                    <a:pt x="1572727" y="1827116"/>
                  </a:lnTo>
                  <a:lnTo>
                    <a:pt x="1686436" y="1817500"/>
                  </a:lnTo>
                  <a:lnTo>
                    <a:pt x="1798683" y="1806630"/>
                  </a:lnTo>
                  <a:lnTo>
                    <a:pt x="1907004" y="1794515"/>
                  </a:lnTo>
                  <a:lnTo>
                    <a:pt x="2009725" y="1781134"/>
                  </a:lnTo>
                  <a:lnTo>
                    <a:pt x="2105883" y="1766429"/>
                  </a:lnTo>
                  <a:lnTo>
                    <a:pt x="2195100" y="1750304"/>
                  </a:lnTo>
                  <a:lnTo>
                    <a:pt x="2277441" y="1732622"/>
                  </a:lnTo>
                  <a:lnTo>
                    <a:pt x="2353283" y="1713205"/>
                  </a:lnTo>
                  <a:lnTo>
                    <a:pt x="2423205" y="1691846"/>
                  </a:lnTo>
                  <a:lnTo>
                    <a:pt x="2487905" y="1668309"/>
                  </a:lnTo>
                  <a:lnTo>
                    <a:pt x="2548136" y="1642347"/>
                  </a:lnTo>
                  <a:lnTo>
                    <a:pt x="2604657" y="1613726"/>
                  </a:lnTo>
                  <a:lnTo>
                    <a:pt x="2658199" y="1582257"/>
                  </a:lnTo>
                  <a:lnTo>
                    <a:pt x="2702183" y="1552974"/>
                  </a:lnTo>
                  <a:lnTo>
                    <a:pt x="2752916" y="1515241"/>
                  </a:lnTo>
                  <a:lnTo>
                    <a:pt x="2802258" y="1474387"/>
                  </a:lnTo>
                  <a:lnTo>
                    <a:pt x="2850634" y="1430351"/>
                  </a:lnTo>
                  <a:lnTo>
                    <a:pt x="2898379" y="1383140"/>
                  </a:lnTo>
                  <a:lnTo>
                    <a:pt x="2945750" y="1332832"/>
                  </a:lnTo>
                  <a:lnTo>
                    <a:pt x="2992936" y="1279590"/>
                  </a:lnTo>
                  <a:lnTo>
                    <a:pt x="3040069" y="1223657"/>
                  </a:lnTo>
                  <a:lnTo>
                    <a:pt x="3087233" y="1165362"/>
                  </a:lnTo>
                  <a:lnTo>
                    <a:pt x="3134469" y="1105111"/>
                  </a:lnTo>
                  <a:lnTo>
                    <a:pt x="3181784" y="1043377"/>
                  </a:lnTo>
                  <a:lnTo>
                    <a:pt x="3229161" y="980689"/>
                  </a:lnTo>
                  <a:lnTo>
                    <a:pt x="3276566" y="917610"/>
                  </a:lnTo>
                  <a:lnTo>
                    <a:pt x="3323957" y="854719"/>
                  </a:lnTo>
                  <a:lnTo>
                    <a:pt x="3371297" y="792587"/>
                  </a:lnTo>
                  <a:lnTo>
                    <a:pt x="3418561" y="731757"/>
                  </a:lnTo>
                  <a:lnTo>
                    <a:pt x="3465748" y="672725"/>
                  </a:lnTo>
                  <a:lnTo>
                    <a:pt x="3512885" y="615921"/>
                  </a:lnTo>
                  <a:lnTo>
                    <a:pt x="3560040" y="561701"/>
                  </a:lnTo>
                  <a:lnTo>
                    <a:pt x="3607327" y="510339"/>
                  </a:lnTo>
                  <a:lnTo>
                    <a:pt x="3654915" y="462026"/>
                  </a:lnTo>
                  <a:lnTo>
                    <a:pt x="3703036" y="416870"/>
                  </a:lnTo>
                  <a:lnTo>
                    <a:pt x="3751995" y="374901"/>
                  </a:lnTo>
                  <a:lnTo>
                    <a:pt x="3802183" y="336083"/>
                  </a:lnTo>
                  <a:lnTo>
                    <a:pt x="3820202" y="323172"/>
                  </a:lnTo>
                  <a:lnTo>
                    <a:pt x="3871716" y="289191"/>
                  </a:lnTo>
                  <a:lnTo>
                    <a:pt x="3925642" y="258139"/>
                  </a:lnTo>
                  <a:lnTo>
                    <a:pt x="3982651" y="229913"/>
                  </a:lnTo>
                  <a:lnTo>
                    <a:pt x="4043476" y="204315"/>
                  </a:lnTo>
                  <a:lnTo>
                    <a:pt x="4108880" y="181106"/>
                  </a:lnTo>
                  <a:lnTo>
                    <a:pt x="4179611" y="160039"/>
                  </a:lnTo>
                  <a:lnTo>
                    <a:pt x="4256354" y="140884"/>
                  </a:lnTo>
                  <a:lnTo>
                    <a:pt x="4339665" y="123435"/>
                  </a:lnTo>
                  <a:lnTo>
                    <a:pt x="4429883" y="107521"/>
                  </a:lnTo>
                  <a:lnTo>
                    <a:pt x="4527019" y="93012"/>
                  </a:lnTo>
                  <a:lnTo>
                    <a:pt x="4630619" y="79815"/>
                  </a:lnTo>
                  <a:lnTo>
                    <a:pt x="4739625" y="67879"/>
                  </a:lnTo>
                  <a:lnTo>
                    <a:pt x="4852251" y="57188"/>
                  </a:lnTo>
                  <a:lnTo>
                    <a:pt x="4965922" y="47753"/>
                  </a:lnTo>
                  <a:lnTo>
                    <a:pt x="5077324" y="39601"/>
                  </a:lnTo>
                  <a:lnTo>
                    <a:pt x="5182619" y="32753"/>
                  </a:lnTo>
                  <a:lnTo>
                    <a:pt x="5277840" y="27212"/>
                  </a:lnTo>
                  <a:lnTo>
                    <a:pt x="5359420" y="22938"/>
                  </a:lnTo>
                  <a:lnTo>
                    <a:pt x="5424769" y="19839"/>
                  </a:lnTo>
                  <a:lnTo>
                    <a:pt x="5472749" y="17771"/>
                  </a:lnTo>
                  <a:lnTo>
                    <a:pt x="5503938" y="16545"/>
                  </a:lnTo>
                  <a:lnTo>
                    <a:pt x="5520647" y="15944"/>
                  </a:lnTo>
                  <a:lnTo>
                    <a:pt x="5526743" y="15743"/>
                  </a:lnTo>
                  <a:lnTo>
                    <a:pt x="5527445" y="15721"/>
                  </a:lnTo>
                  <a:lnTo>
                    <a:pt x="6522385" y="15721"/>
                  </a:lnTo>
                  <a:lnTo>
                    <a:pt x="6523399" y="15793"/>
                  </a:lnTo>
                  <a:lnTo>
                    <a:pt x="6530105" y="16300"/>
                  </a:lnTo>
                  <a:lnTo>
                    <a:pt x="6547148" y="17701"/>
                  </a:lnTo>
                  <a:lnTo>
                    <a:pt x="6577970" y="20463"/>
                  </a:lnTo>
                  <a:lnTo>
                    <a:pt x="6624620" y="25034"/>
                  </a:lnTo>
                  <a:lnTo>
                    <a:pt x="6687614" y="31807"/>
                  </a:lnTo>
                  <a:lnTo>
                    <a:pt x="6765945" y="41083"/>
                  </a:lnTo>
                  <a:lnTo>
                    <a:pt x="6857311" y="53057"/>
                  </a:lnTo>
                  <a:lnTo>
                    <a:pt x="6958508" y="67819"/>
                  </a:lnTo>
                  <a:lnTo>
                    <a:pt x="7065931" y="85375"/>
                  </a:lnTo>
                  <a:lnTo>
                    <a:pt x="7176035" y="105681"/>
                  </a:lnTo>
                  <a:lnTo>
                    <a:pt x="7285694" y="128680"/>
                  </a:lnTo>
                  <a:lnTo>
                    <a:pt x="7392413" y="154341"/>
                  </a:lnTo>
                  <a:lnTo>
                    <a:pt x="7494397" y="182681"/>
                  </a:lnTo>
                  <a:lnTo>
                    <a:pt x="7590514" y="213787"/>
                  </a:lnTo>
                  <a:lnTo>
                    <a:pt x="7680204" y="247823"/>
                  </a:lnTo>
                  <a:lnTo>
                    <a:pt x="7763353" y="285036"/>
                  </a:lnTo>
                  <a:lnTo>
                    <a:pt x="7840177" y="325750"/>
                  </a:lnTo>
                  <a:lnTo>
                    <a:pt x="7911118" y="370364"/>
                  </a:lnTo>
                  <a:lnTo>
                    <a:pt x="7976761" y="419339"/>
                  </a:lnTo>
                  <a:lnTo>
                    <a:pt x="8037768" y="473174"/>
                  </a:lnTo>
                  <a:lnTo>
                    <a:pt x="8094835" y="532381"/>
                  </a:lnTo>
                  <a:lnTo>
                    <a:pt x="8148648" y="597424"/>
                  </a:lnTo>
                  <a:lnTo>
                    <a:pt x="8199856" y="668639"/>
                  </a:lnTo>
                  <a:lnTo>
                    <a:pt x="8229629" y="714473"/>
                  </a:lnTo>
                  <a:lnTo>
                    <a:pt x="8267478" y="777525"/>
                  </a:lnTo>
                  <a:lnTo>
                    <a:pt x="8304491" y="844464"/>
                  </a:lnTo>
                  <a:lnTo>
                    <a:pt x="8340860" y="915370"/>
                  </a:lnTo>
                  <a:lnTo>
                    <a:pt x="8376744" y="990278"/>
                  </a:lnTo>
                  <a:lnTo>
                    <a:pt x="8412276" y="1069176"/>
                  </a:lnTo>
                  <a:lnTo>
                    <a:pt x="8447567" y="1152000"/>
                  </a:lnTo>
                  <a:lnTo>
                    <a:pt x="8482705" y="1238634"/>
                  </a:lnTo>
                  <a:lnTo>
                    <a:pt x="8517758" y="1328900"/>
                  </a:lnTo>
                  <a:lnTo>
                    <a:pt x="8552781" y="1422567"/>
                  </a:lnTo>
                  <a:lnTo>
                    <a:pt x="8587809" y="1519340"/>
                  </a:lnTo>
                  <a:lnTo>
                    <a:pt x="8622868" y="1618874"/>
                  </a:lnTo>
                  <a:lnTo>
                    <a:pt x="8657969" y="1720769"/>
                  </a:lnTo>
                  <a:lnTo>
                    <a:pt x="8693115" y="1824579"/>
                  </a:lnTo>
                  <a:lnTo>
                    <a:pt x="8728299" y="1929820"/>
                  </a:lnTo>
                  <a:lnTo>
                    <a:pt x="8763511" y="2035979"/>
                  </a:lnTo>
                  <a:lnTo>
                    <a:pt x="8798736" y="2142524"/>
                  </a:lnTo>
                  <a:lnTo>
                    <a:pt x="8833955" y="2248914"/>
                  </a:lnTo>
                  <a:lnTo>
                    <a:pt x="8869153" y="2354611"/>
                  </a:lnTo>
                  <a:lnTo>
                    <a:pt x="8904316" y="2459093"/>
                  </a:lnTo>
                  <a:lnTo>
                    <a:pt x="8939437" y="2561862"/>
                  </a:lnTo>
                  <a:lnTo>
                    <a:pt x="8974513" y="2662454"/>
                  </a:lnTo>
                  <a:lnTo>
                    <a:pt x="9009552" y="2760452"/>
                  </a:lnTo>
                  <a:lnTo>
                    <a:pt x="9044573" y="2855483"/>
                  </a:lnTo>
                  <a:lnTo>
                    <a:pt x="9079608" y="2947232"/>
                  </a:lnTo>
                  <a:lnTo>
                    <a:pt x="9114702" y="3035441"/>
                  </a:lnTo>
                  <a:lnTo>
                    <a:pt x="9149918" y="3119908"/>
                  </a:lnTo>
                  <a:lnTo>
                    <a:pt x="9185335" y="3200492"/>
                  </a:lnTo>
                  <a:lnTo>
                    <a:pt x="9221054" y="3277107"/>
                  </a:lnTo>
                  <a:lnTo>
                    <a:pt x="9257198" y="3349719"/>
                  </a:lnTo>
                  <a:lnTo>
                    <a:pt x="9293915" y="3418343"/>
                  </a:lnTo>
                  <a:lnTo>
                    <a:pt x="9331381" y="3483042"/>
                  </a:lnTo>
                  <a:lnTo>
                    <a:pt x="9347647" y="3509477"/>
                  </a:lnTo>
                  <a:lnTo>
                    <a:pt x="9397570" y="3584466"/>
                  </a:lnTo>
                  <a:lnTo>
                    <a:pt x="9449743" y="3653192"/>
                  </a:lnTo>
                  <a:lnTo>
                    <a:pt x="9504773" y="3715857"/>
                  </a:lnTo>
                  <a:lnTo>
                    <a:pt x="9563328" y="3772862"/>
                  </a:lnTo>
                  <a:lnTo>
                    <a:pt x="9626102" y="3824698"/>
                  </a:lnTo>
                  <a:lnTo>
                    <a:pt x="9693781" y="3871875"/>
                  </a:lnTo>
                  <a:lnTo>
                    <a:pt x="9767005" y="3914882"/>
                  </a:lnTo>
                  <a:lnTo>
                    <a:pt x="9846309" y="3954155"/>
                  </a:lnTo>
                  <a:lnTo>
                    <a:pt x="9932056" y="3990067"/>
                  </a:lnTo>
                  <a:lnTo>
                    <a:pt x="10024346" y="4022909"/>
                  </a:lnTo>
                  <a:lnTo>
                    <a:pt x="10122899" y="4052897"/>
                  </a:lnTo>
                  <a:lnTo>
                    <a:pt x="10226942" y="4080162"/>
                  </a:lnTo>
                  <a:lnTo>
                    <a:pt x="10335088" y="4104762"/>
                  </a:lnTo>
                  <a:lnTo>
                    <a:pt x="10445262" y="4126693"/>
                  </a:lnTo>
                  <a:lnTo>
                    <a:pt x="10554701" y="4145909"/>
                  </a:lnTo>
                  <a:lnTo>
                    <a:pt x="10660079" y="4162354"/>
                  </a:lnTo>
                  <a:lnTo>
                    <a:pt x="10757777" y="4176000"/>
                  </a:lnTo>
                  <a:lnTo>
                    <a:pt x="10844288" y="4186882"/>
                  </a:lnTo>
                  <a:lnTo>
                    <a:pt x="10916714" y="4195130"/>
                  </a:lnTo>
                  <a:lnTo>
                    <a:pt x="10973227" y="4200983"/>
                  </a:lnTo>
                  <a:lnTo>
                    <a:pt x="11013415" y="4204781"/>
                  </a:lnTo>
                  <a:lnTo>
                    <a:pt x="11038414" y="4206945"/>
                  </a:lnTo>
                  <a:lnTo>
                    <a:pt x="11050851" y="4207934"/>
                  </a:lnTo>
                  <a:lnTo>
                    <a:pt x="11054666" y="4208213"/>
                  </a:lnTo>
                  <a:lnTo>
                    <a:pt x="11054891" y="4208229"/>
                  </a:lnTo>
                  <a:lnTo>
                    <a:pt x="12049831" y="4208229"/>
                  </a:lnTo>
                  <a:lnTo>
                    <a:pt x="12049831" y="4192507"/>
                  </a:lnTo>
                  <a:lnTo>
                    <a:pt x="11054891" y="4192507"/>
                  </a:lnTo>
                  <a:lnTo>
                    <a:pt x="11053877" y="4192436"/>
                  </a:lnTo>
                  <a:lnTo>
                    <a:pt x="11047172" y="4191928"/>
                  </a:lnTo>
                  <a:lnTo>
                    <a:pt x="11030128" y="4190527"/>
                  </a:lnTo>
                  <a:lnTo>
                    <a:pt x="10999306" y="4187765"/>
                  </a:lnTo>
                  <a:lnTo>
                    <a:pt x="10952657" y="4183194"/>
                  </a:lnTo>
                  <a:lnTo>
                    <a:pt x="10889663" y="4176421"/>
                  </a:lnTo>
                  <a:lnTo>
                    <a:pt x="10811331" y="4167145"/>
                  </a:lnTo>
                  <a:lnTo>
                    <a:pt x="10719966" y="4155171"/>
                  </a:lnTo>
                  <a:lnTo>
                    <a:pt x="10618768" y="4140409"/>
                  </a:lnTo>
                  <a:lnTo>
                    <a:pt x="10511345" y="4122853"/>
                  </a:lnTo>
                  <a:lnTo>
                    <a:pt x="10401242" y="4102547"/>
                  </a:lnTo>
                  <a:lnTo>
                    <a:pt x="10291582" y="4079548"/>
                  </a:lnTo>
                  <a:lnTo>
                    <a:pt x="10184863" y="4053887"/>
                  </a:lnTo>
                  <a:lnTo>
                    <a:pt x="10082880" y="4025547"/>
                  </a:lnTo>
                  <a:lnTo>
                    <a:pt x="9986762" y="3994441"/>
                  </a:lnTo>
                  <a:lnTo>
                    <a:pt x="9897073" y="3960405"/>
                  </a:lnTo>
                  <a:lnTo>
                    <a:pt x="9813924" y="3923193"/>
                  </a:lnTo>
                  <a:lnTo>
                    <a:pt x="9737100" y="3882478"/>
                  </a:lnTo>
                  <a:lnTo>
                    <a:pt x="9666159" y="3837864"/>
                  </a:lnTo>
                  <a:lnTo>
                    <a:pt x="9600516" y="3788890"/>
                  </a:lnTo>
                  <a:lnTo>
                    <a:pt x="9539508" y="3735054"/>
                  </a:lnTo>
                  <a:lnTo>
                    <a:pt x="9482441" y="3675847"/>
                  </a:lnTo>
                  <a:lnTo>
                    <a:pt x="9428628" y="3610804"/>
                  </a:lnTo>
                  <a:lnTo>
                    <a:pt x="9377421" y="3539589"/>
                  </a:lnTo>
                  <a:lnTo>
                    <a:pt x="9347647" y="3493756"/>
                  </a:lnTo>
                  <a:lnTo>
                    <a:pt x="9309798" y="3430703"/>
                  </a:lnTo>
                  <a:lnTo>
                    <a:pt x="9272785" y="3363764"/>
                  </a:lnTo>
                  <a:lnTo>
                    <a:pt x="9236417" y="3292858"/>
                  </a:lnTo>
                  <a:lnTo>
                    <a:pt x="9200533" y="3217950"/>
                  </a:lnTo>
                  <a:lnTo>
                    <a:pt x="9165000" y="3139053"/>
                  </a:lnTo>
                  <a:lnTo>
                    <a:pt x="9129709" y="3056228"/>
                  </a:lnTo>
                  <a:lnTo>
                    <a:pt x="9094572" y="2969594"/>
                  </a:lnTo>
                  <a:lnTo>
                    <a:pt x="9059518" y="2879328"/>
                  </a:lnTo>
                  <a:lnTo>
                    <a:pt x="9024496" y="2785662"/>
                  </a:lnTo>
                  <a:lnTo>
                    <a:pt x="8989467" y="2688888"/>
                  </a:lnTo>
                  <a:lnTo>
                    <a:pt x="8954409" y="2589354"/>
                  </a:lnTo>
                  <a:lnTo>
                    <a:pt x="8919308" y="2487459"/>
                  </a:lnTo>
                  <a:lnTo>
                    <a:pt x="8884162" y="2383649"/>
                  </a:lnTo>
                  <a:lnTo>
                    <a:pt x="8848977" y="2278408"/>
                  </a:lnTo>
                  <a:lnTo>
                    <a:pt x="8813765" y="2172249"/>
                  </a:lnTo>
                  <a:lnTo>
                    <a:pt x="8778541" y="2065704"/>
                  </a:lnTo>
                  <a:lnTo>
                    <a:pt x="8743322" y="1959314"/>
                  </a:lnTo>
                  <a:lnTo>
                    <a:pt x="8708124" y="1853617"/>
                  </a:lnTo>
                  <a:lnTo>
                    <a:pt x="8672960" y="1749135"/>
                  </a:lnTo>
                  <a:lnTo>
                    <a:pt x="8637840" y="1646367"/>
                  </a:lnTo>
                  <a:lnTo>
                    <a:pt x="8602764" y="1545774"/>
                  </a:lnTo>
                  <a:lnTo>
                    <a:pt x="8567725" y="1447777"/>
                  </a:lnTo>
                  <a:lnTo>
                    <a:pt x="8532703" y="1352745"/>
                  </a:lnTo>
                  <a:lnTo>
                    <a:pt x="8497669" y="1260996"/>
                  </a:lnTo>
                  <a:lnTo>
                    <a:pt x="8462574" y="1172788"/>
                  </a:lnTo>
                  <a:lnTo>
                    <a:pt x="8427359" y="1088320"/>
                  </a:lnTo>
                  <a:lnTo>
                    <a:pt x="8391941" y="1007736"/>
                  </a:lnTo>
                  <a:lnTo>
                    <a:pt x="8356222" y="931121"/>
                  </a:lnTo>
                  <a:lnTo>
                    <a:pt x="8320078" y="858509"/>
                  </a:lnTo>
                  <a:lnTo>
                    <a:pt x="8283362" y="789885"/>
                  </a:lnTo>
                  <a:lnTo>
                    <a:pt x="8245895" y="725186"/>
                  </a:lnTo>
                  <a:lnTo>
                    <a:pt x="8229629" y="698751"/>
                  </a:lnTo>
                  <a:lnTo>
                    <a:pt x="8179707" y="623762"/>
                  </a:lnTo>
                  <a:lnTo>
                    <a:pt x="8127534" y="555036"/>
                  </a:lnTo>
                  <a:lnTo>
                    <a:pt x="8072504" y="492371"/>
                  </a:lnTo>
                  <a:lnTo>
                    <a:pt x="8013949" y="435366"/>
                  </a:lnTo>
                  <a:lnTo>
                    <a:pt x="7951175" y="383530"/>
                  </a:lnTo>
                  <a:lnTo>
                    <a:pt x="7883495" y="336353"/>
                  </a:lnTo>
                  <a:lnTo>
                    <a:pt x="7810271" y="293346"/>
                  </a:lnTo>
                  <a:lnTo>
                    <a:pt x="7730967" y="254073"/>
                  </a:lnTo>
                  <a:lnTo>
                    <a:pt x="7645220" y="218162"/>
                  </a:lnTo>
                  <a:lnTo>
                    <a:pt x="7552931" y="185319"/>
                  </a:lnTo>
                  <a:lnTo>
                    <a:pt x="7454377" y="155332"/>
                  </a:lnTo>
                  <a:lnTo>
                    <a:pt x="7350334" y="128066"/>
                  </a:lnTo>
                  <a:lnTo>
                    <a:pt x="7242188" y="103466"/>
                  </a:lnTo>
                  <a:lnTo>
                    <a:pt x="7132014" y="81535"/>
                  </a:lnTo>
                  <a:lnTo>
                    <a:pt x="7022575" y="62319"/>
                  </a:lnTo>
                  <a:lnTo>
                    <a:pt x="6917197" y="45874"/>
                  </a:lnTo>
                  <a:lnTo>
                    <a:pt x="6819500" y="32228"/>
                  </a:lnTo>
                  <a:lnTo>
                    <a:pt x="6732989" y="21346"/>
                  </a:lnTo>
                  <a:lnTo>
                    <a:pt x="6660563" y="13099"/>
                  </a:lnTo>
                  <a:lnTo>
                    <a:pt x="6604049" y="7246"/>
                  </a:lnTo>
                  <a:lnTo>
                    <a:pt x="6563862" y="3447"/>
                  </a:lnTo>
                  <a:lnTo>
                    <a:pt x="6538863" y="1283"/>
                  </a:lnTo>
                  <a:lnTo>
                    <a:pt x="6526425" y="295"/>
                  </a:lnTo>
                  <a:lnTo>
                    <a:pt x="6522610" y="1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5" y="34"/>
                  </a:lnTo>
                  <a:lnTo>
                    <a:pt x="5519007" y="279"/>
                  </a:lnTo>
                  <a:lnTo>
                    <a:pt x="5500423" y="956"/>
                  </a:lnTo>
                  <a:lnTo>
                    <a:pt x="5466926" y="2290"/>
                  </a:lnTo>
                  <a:lnTo>
                    <a:pt x="5416446" y="4495"/>
                  </a:lnTo>
                  <a:lnTo>
                    <a:pt x="5348659" y="7755"/>
                  </a:lnTo>
                  <a:lnTo>
                    <a:pt x="5264932" y="12206"/>
                  </a:lnTo>
                  <a:lnTo>
                    <a:pt x="5168030" y="17934"/>
                  </a:lnTo>
                  <a:lnTo>
                    <a:pt x="5061612" y="24969"/>
                  </a:lnTo>
                  <a:lnTo>
                    <a:pt x="4949658" y="33308"/>
                  </a:lnTo>
                  <a:lnTo>
                    <a:pt x="4835949" y="42924"/>
                  </a:lnTo>
                  <a:lnTo>
                    <a:pt x="4723702" y="53794"/>
                  </a:lnTo>
                  <a:lnTo>
                    <a:pt x="4615381" y="65909"/>
                  </a:lnTo>
                  <a:lnTo>
                    <a:pt x="4512660" y="79290"/>
                  </a:lnTo>
                  <a:lnTo>
                    <a:pt x="4416502" y="93995"/>
                  </a:lnTo>
                  <a:lnTo>
                    <a:pt x="4327285" y="110120"/>
                  </a:lnTo>
                  <a:lnTo>
                    <a:pt x="4244944" y="127803"/>
                  </a:lnTo>
                  <a:lnTo>
                    <a:pt x="4169102" y="147219"/>
                  </a:lnTo>
                  <a:lnTo>
                    <a:pt x="4099180" y="168578"/>
                  </a:lnTo>
                  <a:lnTo>
                    <a:pt x="4034480" y="192115"/>
                  </a:lnTo>
                  <a:lnTo>
                    <a:pt x="3974249" y="218077"/>
                  </a:lnTo>
                  <a:lnTo>
                    <a:pt x="3917728" y="246698"/>
                  </a:lnTo>
                  <a:lnTo>
                    <a:pt x="3864186" y="278167"/>
                  </a:lnTo>
                  <a:lnTo>
                    <a:pt x="3820202" y="307450"/>
                  </a:lnTo>
                  <a:lnTo>
                    <a:pt x="3769469" y="345183"/>
                  </a:lnTo>
                  <a:lnTo>
                    <a:pt x="3720127" y="386037"/>
                  </a:lnTo>
                  <a:lnTo>
                    <a:pt x="3671751" y="430073"/>
                  </a:lnTo>
                  <a:lnTo>
                    <a:pt x="3624006" y="477285"/>
                  </a:lnTo>
                  <a:lnTo>
                    <a:pt x="3576635" y="527592"/>
                  </a:lnTo>
                  <a:lnTo>
                    <a:pt x="3529449" y="580834"/>
                  </a:lnTo>
                  <a:lnTo>
                    <a:pt x="3482316" y="636767"/>
                  </a:lnTo>
                  <a:lnTo>
                    <a:pt x="3435152" y="695062"/>
                  </a:lnTo>
                  <a:lnTo>
                    <a:pt x="3387916" y="755313"/>
                  </a:lnTo>
                  <a:lnTo>
                    <a:pt x="3340600" y="817047"/>
                  </a:lnTo>
                  <a:lnTo>
                    <a:pt x="3293224" y="879736"/>
                  </a:lnTo>
                  <a:lnTo>
                    <a:pt x="3245819" y="942814"/>
                  </a:lnTo>
                  <a:lnTo>
                    <a:pt x="3198428" y="1005705"/>
                  </a:lnTo>
                  <a:lnTo>
                    <a:pt x="3151088" y="1067837"/>
                  </a:lnTo>
                  <a:lnTo>
                    <a:pt x="3103824" y="1128667"/>
                  </a:lnTo>
                  <a:lnTo>
                    <a:pt x="3056637" y="1187699"/>
                  </a:lnTo>
                  <a:lnTo>
                    <a:pt x="3009500" y="1244504"/>
                  </a:lnTo>
                  <a:lnTo>
                    <a:pt x="2962345" y="1298723"/>
                  </a:lnTo>
                  <a:lnTo>
                    <a:pt x="2915058" y="1350085"/>
                  </a:lnTo>
                  <a:lnTo>
                    <a:pt x="2867470" y="1398398"/>
                  </a:lnTo>
                  <a:lnTo>
                    <a:pt x="2819349" y="1443554"/>
                  </a:lnTo>
                  <a:lnTo>
                    <a:pt x="2770390" y="1485523"/>
                  </a:lnTo>
                  <a:lnTo>
                    <a:pt x="2720202" y="1524342"/>
                  </a:lnTo>
                  <a:lnTo>
                    <a:pt x="2702183" y="1537252"/>
                  </a:lnTo>
                  <a:lnTo>
                    <a:pt x="2650669" y="1571233"/>
                  </a:lnTo>
                  <a:lnTo>
                    <a:pt x="2596743" y="1602285"/>
                  </a:lnTo>
                  <a:lnTo>
                    <a:pt x="2539734" y="1630511"/>
                  </a:lnTo>
                  <a:lnTo>
                    <a:pt x="2478909" y="1656109"/>
                  </a:lnTo>
                  <a:lnTo>
                    <a:pt x="2413505" y="1679319"/>
                  </a:lnTo>
                  <a:lnTo>
                    <a:pt x="2342774" y="1700385"/>
                  </a:lnTo>
                  <a:lnTo>
                    <a:pt x="2266031" y="1719540"/>
                  </a:lnTo>
                  <a:lnTo>
                    <a:pt x="2182720" y="1736990"/>
                  </a:lnTo>
                  <a:lnTo>
                    <a:pt x="2092502" y="1752903"/>
                  </a:lnTo>
                  <a:lnTo>
                    <a:pt x="1995366" y="1767413"/>
                  </a:lnTo>
                  <a:lnTo>
                    <a:pt x="1891766" y="1780609"/>
                  </a:lnTo>
                  <a:lnTo>
                    <a:pt x="1782760" y="1792545"/>
                  </a:lnTo>
                  <a:lnTo>
                    <a:pt x="1670134" y="1803236"/>
                  </a:lnTo>
                  <a:lnTo>
                    <a:pt x="1556463" y="1812671"/>
                  </a:lnTo>
                  <a:lnTo>
                    <a:pt x="1445061" y="1820823"/>
                  </a:lnTo>
                  <a:lnTo>
                    <a:pt x="1339766" y="1827671"/>
                  </a:lnTo>
                  <a:lnTo>
                    <a:pt x="1244545" y="1833212"/>
                  </a:lnTo>
                  <a:lnTo>
                    <a:pt x="1162965" y="1837486"/>
                  </a:lnTo>
                  <a:lnTo>
                    <a:pt x="1097616" y="1840585"/>
                  </a:lnTo>
                  <a:lnTo>
                    <a:pt x="1049636" y="1842653"/>
                  </a:lnTo>
                  <a:lnTo>
                    <a:pt x="1018447" y="1843879"/>
                  </a:lnTo>
                  <a:lnTo>
                    <a:pt x="1001738" y="1844480"/>
                  </a:lnTo>
                  <a:lnTo>
                    <a:pt x="995642" y="1844681"/>
                  </a:lnTo>
                  <a:lnTo>
                    <a:pt x="994940" y="1844703"/>
                  </a:lnTo>
                  <a:lnTo>
                    <a:pt x="0" y="1844703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59" name="pl1158"/>
            <p:cNvSpPr/>
            <p:nvPr/>
          </p:nvSpPr>
          <p:spPr>
            <a:xfrm>
              <a:off x="1199187" y="2221864"/>
              <a:ext cx="12049831" cy="4192507"/>
            </a:xfrm>
            <a:custGeom>
              <a:avLst/>
              <a:pathLst>
                <a:path w="12049831" h="4192507">
                  <a:moveTo>
                    <a:pt x="0" y="1844703"/>
                  </a:moveTo>
                  <a:lnTo>
                    <a:pt x="994940" y="1844703"/>
                  </a:lnTo>
                  <a:lnTo>
                    <a:pt x="996050" y="1844668"/>
                  </a:lnTo>
                  <a:lnTo>
                    <a:pt x="1003378" y="1844423"/>
                  </a:lnTo>
                  <a:lnTo>
                    <a:pt x="1021962" y="1843747"/>
                  </a:lnTo>
                  <a:lnTo>
                    <a:pt x="1055459" y="1842413"/>
                  </a:lnTo>
                  <a:lnTo>
                    <a:pt x="1105939" y="1840208"/>
                  </a:lnTo>
                  <a:lnTo>
                    <a:pt x="1173726" y="1836948"/>
                  </a:lnTo>
                  <a:lnTo>
                    <a:pt x="1257453" y="1832496"/>
                  </a:lnTo>
                  <a:lnTo>
                    <a:pt x="1354355" y="1826768"/>
                  </a:lnTo>
                  <a:lnTo>
                    <a:pt x="1460773" y="1819733"/>
                  </a:lnTo>
                  <a:lnTo>
                    <a:pt x="1572727" y="1811394"/>
                  </a:lnTo>
                  <a:lnTo>
                    <a:pt x="1686436" y="1801778"/>
                  </a:lnTo>
                  <a:lnTo>
                    <a:pt x="1798683" y="1790908"/>
                  </a:lnTo>
                  <a:lnTo>
                    <a:pt x="1907004" y="1778793"/>
                  </a:lnTo>
                  <a:lnTo>
                    <a:pt x="2009725" y="1765412"/>
                  </a:lnTo>
                  <a:lnTo>
                    <a:pt x="2105883" y="1750707"/>
                  </a:lnTo>
                  <a:lnTo>
                    <a:pt x="2195100" y="1734582"/>
                  </a:lnTo>
                  <a:lnTo>
                    <a:pt x="2277441" y="1716900"/>
                  </a:lnTo>
                  <a:lnTo>
                    <a:pt x="2353283" y="1697483"/>
                  </a:lnTo>
                  <a:lnTo>
                    <a:pt x="2423205" y="1676124"/>
                  </a:lnTo>
                  <a:lnTo>
                    <a:pt x="2487905" y="1652587"/>
                  </a:lnTo>
                  <a:lnTo>
                    <a:pt x="2548136" y="1626625"/>
                  </a:lnTo>
                  <a:lnTo>
                    <a:pt x="2604657" y="1598004"/>
                  </a:lnTo>
                  <a:lnTo>
                    <a:pt x="2658199" y="1566535"/>
                  </a:lnTo>
                  <a:lnTo>
                    <a:pt x="2702183" y="1537252"/>
                  </a:lnTo>
                  <a:lnTo>
                    <a:pt x="2752916" y="1499519"/>
                  </a:lnTo>
                  <a:lnTo>
                    <a:pt x="2802258" y="1458665"/>
                  </a:lnTo>
                  <a:lnTo>
                    <a:pt x="2850634" y="1414629"/>
                  </a:lnTo>
                  <a:lnTo>
                    <a:pt x="2898379" y="1367418"/>
                  </a:lnTo>
                  <a:lnTo>
                    <a:pt x="2945750" y="1317110"/>
                  </a:lnTo>
                  <a:lnTo>
                    <a:pt x="2992936" y="1263868"/>
                  </a:lnTo>
                  <a:lnTo>
                    <a:pt x="3040069" y="1207935"/>
                  </a:lnTo>
                  <a:lnTo>
                    <a:pt x="3087233" y="1149640"/>
                  </a:lnTo>
                  <a:lnTo>
                    <a:pt x="3134469" y="1089389"/>
                  </a:lnTo>
                  <a:lnTo>
                    <a:pt x="3181784" y="1027655"/>
                  </a:lnTo>
                  <a:lnTo>
                    <a:pt x="3229161" y="964967"/>
                  </a:lnTo>
                  <a:lnTo>
                    <a:pt x="3276566" y="901888"/>
                  </a:lnTo>
                  <a:lnTo>
                    <a:pt x="3323957" y="838997"/>
                  </a:lnTo>
                  <a:lnTo>
                    <a:pt x="3371297" y="776865"/>
                  </a:lnTo>
                  <a:lnTo>
                    <a:pt x="3418561" y="716035"/>
                  </a:lnTo>
                  <a:lnTo>
                    <a:pt x="3465748" y="657003"/>
                  </a:lnTo>
                  <a:lnTo>
                    <a:pt x="3512885" y="600199"/>
                  </a:lnTo>
                  <a:lnTo>
                    <a:pt x="3560040" y="545979"/>
                  </a:lnTo>
                  <a:lnTo>
                    <a:pt x="3607327" y="494617"/>
                  </a:lnTo>
                  <a:lnTo>
                    <a:pt x="3654915" y="446304"/>
                  </a:lnTo>
                  <a:lnTo>
                    <a:pt x="3703036" y="401148"/>
                  </a:lnTo>
                  <a:lnTo>
                    <a:pt x="3751995" y="359180"/>
                  </a:lnTo>
                  <a:lnTo>
                    <a:pt x="3802183" y="320361"/>
                  </a:lnTo>
                  <a:lnTo>
                    <a:pt x="3820202" y="307450"/>
                  </a:lnTo>
                  <a:lnTo>
                    <a:pt x="3871716" y="273469"/>
                  </a:lnTo>
                  <a:lnTo>
                    <a:pt x="3925642" y="242418"/>
                  </a:lnTo>
                  <a:lnTo>
                    <a:pt x="3982651" y="214191"/>
                  </a:lnTo>
                  <a:lnTo>
                    <a:pt x="4043476" y="188593"/>
                  </a:lnTo>
                  <a:lnTo>
                    <a:pt x="4108880" y="165384"/>
                  </a:lnTo>
                  <a:lnTo>
                    <a:pt x="4179611" y="144317"/>
                  </a:lnTo>
                  <a:lnTo>
                    <a:pt x="4256354" y="125162"/>
                  </a:lnTo>
                  <a:lnTo>
                    <a:pt x="4339665" y="107713"/>
                  </a:lnTo>
                  <a:lnTo>
                    <a:pt x="4429883" y="91799"/>
                  </a:lnTo>
                  <a:lnTo>
                    <a:pt x="4527019" y="77290"/>
                  </a:lnTo>
                  <a:lnTo>
                    <a:pt x="4630619" y="64093"/>
                  </a:lnTo>
                  <a:lnTo>
                    <a:pt x="4739625" y="52157"/>
                  </a:lnTo>
                  <a:lnTo>
                    <a:pt x="4852251" y="41466"/>
                  </a:lnTo>
                  <a:lnTo>
                    <a:pt x="4965922" y="32031"/>
                  </a:lnTo>
                  <a:lnTo>
                    <a:pt x="5077324" y="23879"/>
                  </a:lnTo>
                  <a:lnTo>
                    <a:pt x="5182619" y="17031"/>
                  </a:lnTo>
                  <a:lnTo>
                    <a:pt x="5277840" y="11490"/>
                  </a:lnTo>
                  <a:lnTo>
                    <a:pt x="5359420" y="7216"/>
                  </a:lnTo>
                  <a:lnTo>
                    <a:pt x="5424769" y="4117"/>
                  </a:lnTo>
                  <a:lnTo>
                    <a:pt x="5472749" y="2049"/>
                  </a:lnTo>
                  <a:lnTo>
                    <a:pt x="5503938" y="823"/>
                  </a:lnTo>
                  <a:lnTo>
                    <a:pt x="5520647" y="222"/>
                  </a:lnTo>
                  <a:lnTo>
                    <a:pt x="5526743" y="2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399" y="71"/>
                  </a:lnTo>
                  <a:lnTo>
                    <a:pt x="6530105" y="578"/>
                  </a:lnTo>
                  <a:lnTo>
                    <a:pt x="6547148" y="1979"/>
                  </a:lnTo>
                  <a:lnTo>
                    <a:pt x="6577970" y="4741"/>
                  </a:lnTo>
                  <a:lnTo>
                    <a:pt x="6624620" y="9313"/>
                  </a:lnTo>
                  <a:lnTo>
                    <a:pt x="6687614" y="16085"/>
                  </a:lnTo>
                  <a:lnTo>
                    <a:pt x="6765945" y="25361"/>
                  </a:lnTo>
                  <a:lnTo>
                    <a:pt x="6857311" y="37335"/>
                  </a:lnTo>
                  <a:lnTo>
                    <a:pt x="6958508" y="52097"/>
                  </a:lnTo>
                  <a:lnTo>
                    <a:pt x="7065931" y="69654"/>
                  </a:lnTo>
                  <a:lnTo>
                    <a:pt x="7176035" y="89959"/>
                  </a:lnTo>
                  <a:lnTo>
                    <a:pt x="7285694" y="112959"/>
                  </a:lnTo>
                  <a:lnTo>
                    <a:pt x="7392413" y="138619"/>
                  </a:lnTo>
                  <a:lnTo>
                    <a:pt x="7494397" y="166959"/>
                  </a:lnTo>
                  <a:lnTo>
                    <a:pt x="7590514" y="198065"/>
                  </a:lnTo>
                  <a:lnTo>
                    <a:pt x="7680204" y="232101"/>
                  </a:lnTo>
                  <a:lnTo>
                    <a:pt x="7763353" y="269314"/>
                  </a:lnTo>
                  <a:lnTo>
                    <a:pt x="7840177" y="310028"/>
                  </a:lnTo>
                  <a:lnTo>
                    <a:pt x="7911118" y="354642"/>
                  </a:lnTo>
                  <a:lnTo>
                    <a:pt x="7976761" y="403617"/>
                  </a:lnTo>
                  <a:lnTo>
                    <a:pt x="8037768" y="457452"/>
                  </a:lnTo>
                  <a:lnTo>
                    <a:pt x="8094835" y="516659"/>
                  </a:lnTo>
                  <a:lnTo>
                    <a:pt x="8148648" y="581702"/>
                  </a:lnTo>
                  <a:lnTo>
                    <a:pt x="8199856" y="652917"/>
                  </a:lnTo>
                  <a:lnTo>
                    <a:pt x="8229629" y="698751"/>
                  </a:lnTo>
                  <a:lnTo>
                    <a:pt x="8267478" y="761803"/>
                  </a:lnTo>
                  <a:lnTo>
                    <a:pt x="8304491" y="828742"/>
                  </a:lnTo>
                  <a:lnTo>
                    <a:pt x="8340860" y="899648"/>
                  </a:lnTo>
                  <a:lnTo>
                    <a:pt x="8376744" y="974556"/>
                  </a:lnTo>
                  <a:lnTo>
                    <a:pt x="8412276" y="1053454"/>
                  </a:lnTo>
                  <a:lnTo>
                    <a:pt x="8447567" y="1136278"/>
                  </a:lnTo>
                  <a:lnTo>
                    <a:pt x="8482705" y="1222912"/>
                  </a:lnTo>
                  <a:lnTo>
                    <a:pt x="8517758" y="1313178"/>
                  </a:lnTo>
                  <a:lnTo>
                    <a:pt x="8552781" y="1406845"/>
                  </a:lnTo>
                  <a:lnTo>
                    <a:pt x="8587809" y="1503618"/>
                  </a:lnTo>
                  <a:lnTo>
                    <a:pt x="8622868" y="1603152"/>
                  </a:lnTo>
                  <a:lnTo>
                    <a:pt x="8657969" y="1705047"/>
                  </a:lnTo>
                  <a:lnTo>
                    <a:pt x="8693115" y="1808857"/>
                  </a:lnTo>
                  <a:lnTo>
                    <a:pt x="8728299" y="1914098"/>
                  </a:lnTo>
                  <a:lnTo>
                    <a:pt x="8763511" y="2020257"/>
                  </a:lnTo>
                  <a:lnTo>
                    <a:pt x="8798736" y="2126802"/>
                  </a:lnTo>
                  <a:lnTo>
                    <a:pt x="8833955" y="2233192"/>
                  </a:lnTo>
                  <a:lnTo>
                    <a:pt x="8869153" y="2338889"/>
                  </a:lnTo>
                  <a:lnTo>
                    <a:pt x="8904316" y="2443371"/>
                  </a:lnTo>
                  <a:lnTo>
                    <a:pt x="8939437" y="2546140"/>
                  </a:lnTo>
                  <a:lnTo>
                    <a:pt x="8974513" y="2646733"/>
                  </a:lnTo>
                  <a:lnTo>
                    <a:pt x="9009552" y="2744730"/>
                  </a:lnTo>
                  <a:lnTo>
                    <a:pt x="9044573" y="2839761"/>
                  </a:lnTo>
                  <a:lnTo>
                    <a:pt x="9079608" y="2931510"/>
                  </a:lnTo>
                  <a:lnTo>
                    <a:pt x="9114702" y="3019719"/>
                  </a:lnTo>
                  <a:lnTo>
                    <a:pt x="9149918" y="3104186"/>
                  </a:lnTo>
                  <a:lnTo>
                    <a:pt x="9185335" y="3184771"/>
                  </a:lnTo>
                  <a:lnTo>
                    <a:pt x="9221054" y="3261385"/>
                  </a:lnTo>
                  <a:lnTo>
                    <a:pt x="9257198" y="3333997"/>
                  </a:lnTo>
                  <a:lnTo>
                    <a:pt x="9293915" y="3402622"/>
                  </a:lnTo>
                  <a:lnTo>
                    <a:pt x="9331381" y="3467320"/>
                  </a:lnTo>
                  <a:lnTo>
                    <a:pt x="9347647" y="3493756"/>
                  </a:lnTo>
                  <a:lnTo>
                    <a:pt x="9397570" y="3568744"/>
                  </a:lnTo>
                  <a:lnTo>
                    <a:pt x="9449743" y="3637470"/>
                  </a:lnTo>
                  <a:lnTo>
                    <a:pt x="9504773" y="3700135"/>
                  </a:lnTo>
                  <a:lnTo>
                    <a:pt x="9563328" y="3757140"/>
                  </a:lnTo>
                  <a:lnTo>
                    <a:pt x="9626102" y="3808976"/>
                  </a:lnTo>
                  <a:lnTo>
                    <a:pt x="9693781" y="3856153"/>
                  </a:lnTo>
                  <a:lnTo>
                    <a:pt x="9767005" y="3899160"/>
                  </a:lnTo>
                  <a:lnTo>
                    <a:pt x="9846309" y="3938434"/>
                  </a:lnTo>
                  <a:lnTo>
                    <a:pt x="9932056" y="3974345"/>
                  </a:lnTo>
                  <a:lnTo>
                    <a:pt x="10024346" y="4007187"/>
                  </a:lnTo>
                  <a:lnTo>
                    <a:pt x="10122899" y="4037175"/>
                  </a:lnTo>
                  <a:lnTo>
                    <a:pt x="10226942" y="4064440"/>
                  </a:lnTo>
                  <a:lnTo>
                    <a:pt x="10335088" y="4089040"/>
                  </a:lnTo>
                  <a:lnTo>
                    <a:pt x="10445262" y="4110971"/>
                  </a:lnTo>
                  <a:lnTo>
                    <a:pt x="10554701" y="4130187"/>
                  </a:lnTo>
                  <a:lnTo>
                    <a:pt x="10660079" y="4146633"/>
                  </a:lnTo>
                  <a:lnTo>
                    <a:pt x="10757777" y="4160278"/>
                  </a:lnTo>
                  <a:lnTo>
                    <a:pt x="10844288" y="4171160"/>
                  </a:lnTo>
                  <a:lnTo>
                    <a:pt x="10916714" y="4179408"/>
                  </a:lnTo>
                  <a:lnTo>
                    <a:pt x="10973227" y="4185261"/>
                  </a:lnTo>
                  <a:lnTo>
                    <a:pt x="11013415" y="4189060"/>
                  </a:lnTo>
                  <a:lnTo>
                    <a:pt x="11038414" y="4191223"/>
                  </a:lnTo>
                  <a:lnTo>
                    <a:pt x="11050851" y="4192212"/>
                  </a:lnTo>
                  <a:lnTo>
                    <a:pt x="11054666" y="4192491"/>
                  </a:lnTo>
                  <a:lnTo>
                    <a:pt x="11054891" y="4192507"/>
                  </a:lnTo>
                  <a:lnTo>
                    <a:pt x="12049831" y="4192507"/>
                  </a:lnTo>
                  <a:lnTo>
                    <a:pt x="12049831" y="41925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0" name="pl1159"/>
            <p:cNvSpPr/>
            <p:nvPr/>
          </p:nvSpPr>
          <p:spPr>
            <a:xfrm>
              <a:off x="1199187" y="2206142"/>
              <a:ext cx="12049831" cy="4192507"/>
            </a:xfrm>
            <a:custGeom>
              <a:avLst/>
              <a:pathLst>
                <a:path w="12049831" h="4192507">
                  <a:moveTo>
                    <a:pt x="12049831" y="4192507"/>
                  </a:moveTo>
                  <a:lnTo>
                    <a:pt x="11054891" y="4192507"/>
                  </a:lnTo>
                  <a:lnTo>
                    <a:pt x="11053877" y="4192436"/>
                  </a:lnTo>
                  <a:lnTo>
                    <a:pt x="11047172" y="4191928"/>
                  </a:lnTo>
                  <a:lnTo>
                    <a:pt x="11030128" y="4190527"/>
                  </a:lnTo>
                  <a:lnTo>
                    <a:pt x="10999306" y="4187765"/>
                  </a:lnTo>
                  <a:lnTo>
                    <a:pt x="10952657" y="4183194"/>
                  </a:lnTo>
                  <a:lnTo>
                    <a:pt x="10889663" y="4176421"/>
                  </a:lnTo>
                  <a:lnTo>
                    <a:pt x="10811331" y="4167145"/>
                  </a:lnTo>
                  <a:lnTo>
                    <a:pt x="10719966" y="4155171"/>
                  </a:lnTo>
                  <a:lnTo>
                    <a:pt x="10618768" y="4140409"/>
                  </a:lnTo>
                  <a:lnTo>
                    <a:pt x="10511345" y="4122853"/>
                  </a:lnTo>
                  <a:lnTo>
                    <a:pt x="10401242" y="4102547"/>
                  </a:lnTo>
                  <a:lnTo>
                    <a:pt x="10291582" y="4079548"/>
                  </a:lnTo>
                  <a:lnTo>
                    <a:pt x="10184863" y="4053887"/>
                  </a:lnTo>
                  <a:lnTo>
                    <a:pt x="10082880" y="4025547"/>
                  </a:lnTo>
                  <a:lnTo>
                    <a:pt x="9986762" y="3994441"/>
                  </a:lnTo>
                  <a:lnTo>
                    <a:pt x="9897073" y="3960405"/>
                  </a:lnTo>
                  <a:lnTo>
                    <a:pt x="9813924" y="3923193"/>
                  </a:lnTo>
                  <a:lnTo>
                    <a:pt x="9737100" y="3882478"/>
                  </a:lnTo>
                  <a:lnTo>
                    <a:pt x="9666159" y="3837864"/>
                  </a:lnTo>
                  <a:lnTo>
                    <a:pt x="9600516" y="3788890"/>
                  </a:lnTo>
                  <a:lnTo>
                    <a:pt x="9539508" y="3735054"/>
                  </a:lnTo>
                  <a:lnTo>
                    <a:pt x="9482441" y="3675847"/>
                  </a:lnTo>
                  <a:lnTo>
                    <a:pt x="9428628" y="3610804"/>
                  </a:lnTo>
                  <a:lnTo>
                    <a:pt x="9377421" y="3539589"/>
                  </a:lnTo>
                  <a:lnTo>
                    <a:pt x="9347647" y="3493756"/>
                  </a:lnTo>
                  <a:lnTo>
                    <a:pt x="9309798" y="3430703"/>
                  </a:lnTo>
                  <a:lnTo>
                    <a:pt x="9272785" y="3363764"/>
                  </a:lnTo>
                  <a:lnTo>
                    <a:pt x="9236417" y="3292858"/>
                  </a:lnTo>
                  <a:lnTo>
                    <a:pt x="9200533" y="3217950"/>
                  </a:lnTo>
                  <a:lnTo>
                    <a:pt x="9165000" y="3139053"/>
                  </a:lnTo>
                  <a:lnTo>
                    <a:pt x="9129709" y="3056228"/>
                  </a:lnTo>
                  <a:lnTo>
                    <a:pt x="9094572" y="2969594"/>
                  </a:lnTo>
                  <a:lnTo>
                    <a:pt x="9059518" y="2879328"/>
                  </a:lnTo>
                  <a:lnTo>
                    <a:pt x="9024496" y="2785662"/>
                  </a:lnTo>
                  <a:lnTo>
                    <a:pt x="8989467" y="2688888"/>
                  </a:lnTo>
                  <a:lnTo>
                    <a:pt x="8954409" y="2589354"/>
                  </a:lnTo>
                  <a:lnTo>
                    <a:pt x="8919308" y="2487459"/>
                  </a:lnTo>
                  <a:lnTo>
                    <a:pt x="8884162" y="2383649"/>
                  </a:lnTo>
                  <a:lnTo>
                    <a:pt x="8848977" y="2278408"/>
                  </a:lnTo>
                  <a:lnTo>
                    <a:pt x="8813765" y="2172249"/>
                  </a:lnTo>
                  <a:lnTo>
                    <a:pt x="8778541" y="2065704"/>
                  </a:lnTo>
                  <a:lnTo>
                    <a:pt x="8743322" y="1959314"/>
                  </a:lnTo>
                  <a:lnTo>
                    <a:pt x="8708124" y="1853617"/>
                  </a:lnTo>
                  <a:lnTo>
                    <a:pt x="8672960" y="1749135"/>
                  </a:lnTo>
                  <a:lnTo>
                    <a:pt x="8637840" y="1646367"/>
                  </a:lnTo>
                  <a:lnTo>
                    <a:pt x="8602764" y="1545774"/>
                  </a:lnTo>
                  <a:lnTo>
                    <a:pt x="8567725" y="1447777"/>
                  </a:lnTo>
                  <a:lnTo>
                    <a:pt x="8532703" y="1352745"/>
                  </a:lnTo>
                  <a:lnTo>
                    <a:pt x="8497669" y="1260996"/>
                  </a:lnTo>
                  <a:lnTo>
                    <a:pt x="8462574" y="1172788"/>
                  </a:lnTo>
                  <a:lnTo>
                    <a:pt x="8427359" y="1088320"/>
                  </a:lnTo>
                  <a:lnTo>
                    <a:pt x="8391941" y="1007736"/>
                  </a:lnTo>
                  <a:lnTo>
                    <a:pt x="8356222" y="931121"/>
                  </a:lnTo>
                  <a:lnTo>
                    <a:pt x="8320078" y="858509"/>
                  </a:lnTo>
                  <a:lnTo>
                    <a:pt x="8283362" y="789885"/>
                  </a:lnTo>
                  <a:lnTo>
                    <a:pt x="8245895" y="725186"/>
                  </a:lnTo>
                  <a:lnTo>
                    <a:pt x="8229629" y="698751"/>
                  </a:lnTo>
                  <a:lnTo>
                    <a:pt x="8179707" y="623762"/>
                  </a:lnTo>
                  <a:lnTo>
                    <a:pt x="8127534" y="555036"/>
                  </a:lnTo>
                  <a:lnTo>
                    <a:pt x="8072504" y="492371"/>
                  </a:lnTo>
                  <a:lnTo>
                    <a:pt x="8013949" y="435366"/>
                  </a:lnTo>
                  <a:lnTo>
                    <a:pt x="7951175" y="383530"/>
                  </a:lnTo>
                  <a:lnTo>
                    <a:pt x="7883495" y="336353"/>
                  </a:lnTo>
                  <a:lnTo>
                    <a:pt x="7810271" y="293346"/>
                  </a:lnTo>
                  <a:lnTo>
                    <a:pt x="7730967" y="254073"/>
                  </a:lnTo>
                  <a:lnTo>
                    <a:pt x="7645220" y="218162"/>
                  </a:lnTo>
                  <a:lnTo>
                    <a:pt x="7552931" y="185319"/>
                  </a:lnTo>
                  <a:lnTo>
                    <a:pt x="7454377" y="155332"/>
                  </a:lnTo>
                  <a:lnTo>
                    <a:pt x="7350334" y="128066"/>
                  </a:lnTo>
                  <a:lnTo>
                    <a:pt x="7242188" y="103466"/>
                  </a:lnTo>
                  <a:lnTo>
                    <a:pt x="7132014" y="81535"/>
                  </a:lnTo>
                  <a:lnTo>
                    <a:pt x="7022575" y="62319"/>
                  </a:lnTo>
                  <a:lnTo>
                    <a:pt x="6917197" y="45874"/>
                  </a:lnTo>
                  <a:lnTo>
                    <a:pt x="6819500" y="32228"/>
                  </a:lnTo>
                  <a:lnTo>
                    <a:pt x="6732989" y="21346"/>
                  </a:lnTo>
                  <a:lnTo>
                    <a:pt x="6660563" y="13099"/>
                  </a:lnTo>
                  <a:lnTo>
                    <a:pt x="6604049" y="7246"/>
                  </a:lnTo>
                  <a:lnTo>
                    <a:pt x="6563862" y="3447"/>
                  </a:lnTo>
                  <a:lnTo>
                    <a:pt x="6538863" y="1283"/>
                  </a:lnTo>
                  <a:lnTo>
                    <a:pt x="6526425" y="295"/>
                  </a:lnTo>
                  <a:lnTo>
                    <a:pt x="6522610" y="1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5" y="34"/>
                  </a:lnTo>
                  <a:lnTo>
                    <a:pt x="5519007" y="279"/>
                  </a:lnTo>
                  <a:lnTo>
                    <a:pt x="5500423" y="956"/>
                  </a:lnTo>
                  <a:lnTo>
                    <a:pt x="5466926" y="2290"/>
                  </a:lnTo>
                  <a:lnTo>
                    <a:pt x="5416446" y="4495"/>
                  </a:lnTo>
                  <a:lnTo>
                    <a:pt x="5348659" y="7755"/>
                  </a:lnTo>
                  <a:lnTo>
                    <a:pt x="5264932" y="12206"/>
                  </a:lnTo>
                  <a:lnTo>
                    <a:pt x="5168030" y="17934"/>
                  </a:lnTo>
                  <a:lnTo>
                    <a:pt x="5061612" y="24969"/>
                  </a:lnTo>
                  <a:lnTo>
                    <a:pt x="4949658" y="33308"/>
                  </a:lnTo>
                  <a:lnTo>
                    <a:pt x="4835949" y="42924"/>
                  </a:lnTo>
                  <a:lnTo>
                    <a:pt x="4723702" y="53794"/>
                  </a:lnTo>
                  <a:lnTo>
                    <a:pt x="4615381" y="65909"/>
                  </a:lnTo>
                  <a:lnTo>
                    <a:pt x="4512660" y="79290"/>
                  </a:lnTo>
                  <a:lnTo>
                    <a:pt x="4416502" y="93995"/>
                  </a:lnTo>
                  <a:lnTo>
                    <a:pt x="4327285" y="110120"/>
                  </a:lnTo>
                  <a:lnTo>
                    <a:pt x="4244944" y="127803"/>
                  </a:lnTo>
                  <a:lnTo>
                    <a:pt x="4169102" y="147219"/>
                  </a:lnTo>
                  <a:lnTo>
                    <a:pt x="4099180" y="168578"/>
                  </a:lnTo>
                  <a:lnTo>
                    <a:pt x="4034480" y="192115"/>
                  </a:lnTo>
                  <a:lnTo>
                    <a:pt x="3974249" y="218077"/>
                  </a:lnTo>
                  <a:lnTo>
                    <a:pt x="3917728" y="246698"/>
                  </a:lnTo>
                  <a:lnTo>
                    <a:pt x="3864186" y="278167"/>
                  </a:lnTo>
                  <a:lnTo>
                    <a:pt x="3820202" y="307450"/>
                  </a:lnTo>
                  <a:lnTo>
                    <a:pt x="3769469" y="345183"/>
                  </a:lnTo>
                  <a:lnTo>
                    <a:pt x="3720127" y="386037"/>
                  </a:lnTo>
                  <a:lnTo>
                    <a:pt x="3671751" y="430073"/>
                  </a:lnTo>
                  <a:lnTo>
                    <a:pt x="3624006" y="477285"/>
                  </a:lnTo>
                  <a:lnTo>
                    <a:pt x="3576635" y="527592"/>
                  </a:lnTo>
                  <a:lnTo>
                    <a:pt x="3529449" y="580834"/>
                  </a:lnTo>
                  <a:lnTo>
                    <a:pt x="3482316" y="636767"/>
                  </a:lnTo>
                  <a:lnTo>
                    <a:pt x="3435152" y="695062"/>
                  </a:lnTo>
                  <a:lnTo>
                    <a:pt x="3387916" y="755313"/>
                  </a:lnTo>
                  <a:lnTo>
                    <a:pt x="3340600" y="817047"/>
                  </a:lnTo>
                  <a:lnTo>
                    <a:pt x="3293224" y="879736"/>
                  </a:lnTo>
                  <a:lnTo>
                    <a:pt x="3245819" y="942814"/>
                  </a:lnTo>
                  <a:lnTo>
                    <a:pt x="3198428" y="1005705"/>
                  </a:lnTo>
                  <a:lnTo>
                    <a:pt x="3151088" y="1067837"/>
                  </a:lnTo>
                  <a:lnTo>
                    <a:pt x="3103824" y="1128667"/>
                  </a:lnTo>
                  <a:lnTo>
                    <a:pt x="3056637" y="1187699"/>
                  </a:lnTo>
                  <a:lnTo>
                    <a:pt x="3009500" y="1244504"/>
                  </a:lnTo>
                  <a:lnTo>
                    <a:pt x="2962345" y="1298723"/>
                  </a:lnTo>
                  <a:lnTo>
                    <a:pt x="2915058" y="1350085"/>
                  </a:lnTo>
                  <a:lnTo>
                    <a:pt x="2867470" y="1398398"/>
                  </a:lnTo>
                  <a:lnTo>
                    <a:pt x="2819349" y="1443554"/>
                  </a:lnTo>
                  <a:lnTo>
                    <a:pt x="2770390" y="1485523"/>
                  </a:lnTo>
                  <a:lnTo>
                    <a:pt x="2720202" y="1524342"/>
                  </a:lnTo>
                  <a:lnTo>
                    <a:pt x="2702183" y="1537252"/>
                  </a:lnTo>
                  <a:lnTo>
                    <a:pt x="2650669" y="1571233"/>
                  </a:lnTo>
                  <a:lnTo>
                    <a:pt x="2596743" y="1602285"/>
                  </a:lnTo>
                  <a:lnTo>
                    <a:pt x="2539734" y="1630511"/>
                  </a:lnTo>
                  <a:lnTo>
                    <a:pt x="2478909" y="1656109"/>
                  </a:lnTo>
                  <a:lnTo>
                    <a:pt x="2413505" y="1679319"/>
                  </a:lnTo>
                  <a:lnTo>
                    <a:pt x="2342774" y="1700385"/>
                  </a:lnTo>
                  <a:lnTo>
                    <a:pt x="2266031" y="1719540"/>
                  </a:lnTo>
                  <a:lnTo>
                    <a:pt x="2182720" y="1736990"/>
                  </a:lnTo>
                  <a:lnTo>
                    <a:pt x="2092502" y="1752903"/>
                  </a:lnTo>
                  <a:lnTo>
                    <a:pt x="1995366" y="1767413"/>
                  </a:lnTo>
                  <a:lnTo>
                    <a:pt x="1891766" y="1780609"/>
                  </a:lnTo>
                  <a:lnTo>
                    <a:pt x="1782760" y="1792545"/>
                  </a:lnTo>
                  <a:lnTo>
                    <a:pt x="1670134" y="1803236"/>
                  </a:lnTo>
                  <a:lnTo>
                    <a:pt x="1556463" y="1812671"/>
                  </a:lnTo>
                  <a:lnTo>
                    <a:pt x="1445061" y="1820823"/>
                  </a:lnTo>
                  <a:lnTo>
                    <a:pt x="1339766" y="1827671"/>
                  </a:lnTo>
                  <a:lnTo>
                    <a:pt x="1244545" y="1833212"/>
                  </a:lnTo>
                  <a:lnTo>
                    <a:pt x="1162965" y="1837486"/>
                  </a:lnTo>
                  <a:lnTo>
                    <a:pt x="1097616" y="1840585"/>
                  </a:lnTo>
                  <a:lnTo>
                    <a:pt x="1049636" y="1842653"/>
                  </a:lnTo>
                  <a:lnTo>
                    <a:pt x="1018447" y="1843879"/>
                  </a:lnTo>
                  <a:lnTo>
                    <a:pt x="1001738" y="1844480"/>
                  </a:lnTo>
                  <a:lnTo>
                    <a:pt x="995642" y="1844681"/>
                  </a:lnTo>
                  <a:lnTo>
                    <a:pt x="994940" y="1844703"/>
                  </a:lnTo>
                  <a:lnTo>
                    <a:pt x="0" y="1844703"/>
                  </a:lnTo>
                  <a:lnTo>
                    <a:pt x="0" y="18447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1" name="pg1160"/>
            <p:cNvSpPr/>
            <p:nvPr/>
          </p:nvSpPr>
          <p:spPr>
            <a:xfrm>
              <a:off x="1199187" y="3532022"/>
              <a:ext cx="12049831" cy="691763"/>
            </a:xfrm>
            <a:custGeom>
              <a:avLst/>
              <a:pathLst>
                <a:path w="12049831" h="691763">
                  <a:moveTo>
                    <a:pt x="0" y="691763"/>
                  </a:moveTo>
                  <a:lnTo>
                    <a:pt x="994940" y="691763"/>
                  </a:lnTo>
                  <a:lnTo>
                    <a:pt x="996072" y="691750"/>
                  </a:lnTo>
                  <a:lnTo>
                    <a:pt x="1003548" y="691657"/>
                  </a:lnTo>
                  <a:lnTo>
                    <a:pt x="1022493" y="691400"/>
                  </a:lnTo>
                  <a:lnTo>
                    <a:pt x="1056616" y="690893"/>
                  </a:lnTo>
                  <a:lnTo>
                    <a:pt x="1107987" y="690055"/>
                  </a:lnTo>
                  <a:lnTo>
                    <a:pt x="1176883" y="688818"/>
                  </a:lnTo>
                  <a:lnTo>
                    <a:pt x="1261846" y="687129"/>
                  </a:lnTo>
                  <a:lnTo>
                    <a:pt x="1360002" y="684957"/>
                  </a:lnTo>
                  <a:lnTo>
                    <a:pt x="1467587" y="682292"/>
                  </a:lnTo>
                  <a:lnTo>
                    <a:pt x="1580537" y="679136"/>
                  </a:lnTo>
                  <a:lnTo>
                    <a:pt x="1695020" y="675498"/>
                  </a:lnTo>
                  <a:lnTo>
                    <a:pt x="1807805" y="671388"/>
                  </a:lnTo>
                  <a:lnTo>
                    <a:pt x="1916442" y="666808"/>
                  </a:lnTo>
                  <a:lnTo>
                    <a:pt x="2019286" y="661749"/>
                  </a:lnTo>
                  <a:lnTo>
                    <a:pt x="2115417" y="656188"/>
                  </a:lnTo>
                  <a:lnTo>
                    <a:pt x="2204499" y="650086"/>
                  </a:lnTo>
                  <a:lnTo>
                    <a:pt x="2286641" y="643389"/>
                  </a:lnTo>
                  <a:lnTo>
                    <a:pt x="2362253" y="636030"/>
                  </a:lnTo>
                  <a:lnTo>
                    <a:pt x="2431946" y="627928"/>
                  </a:lnTo>
                  <a:lnTo>
                    <a:pt x="2496443" y="618991"/>
                  </a:lnTo>
                  <a:lnTo>
                    <a:pt x="2556516" y="609127"/>
                  </a:lnTo>
                  <a:lnTo>
                    <a:pt x="2612938" y="598248"/>
                  </a:lnTo>
                  <a:lnTo>
                    <a:pt x="2666445" y="586287"/>
                  </a:lnTo>
                  <a:lnTo>
                    <a:pt x="2702183" y="577343"/>
                  </a:lnTo>
                  <a:lnTo>
                    <a:pt x="2761535" y="560755"/>
                  </a:lnTo>
                  <a:lnTo>
                    <a:pt x="2819080" y="542562"/>
                  </a:lnTo>
                  <a:lnTo>
                    <a:pt x="2875466" y="522738"/>
                  </a:lnTo>
                  <a:lnTo>
                    <a:pt x="2931175" y="501306"/>
                  </a:lnTo>
                  <a:lnTo>
                    <a:pt x="2986556" y="478342"/>
                  </a:lnTo>
                  <a:lnTo>
                    <a:pt x="3041842" y="453983"/>
                  </a:lnTo>
                  <a:lnTo>
                    <a:pt x="3097172" y="428423"/>
                  </a:lnTo>
                  <a:lnTo>
                    <a:pt x="3152605" y="401911"/>
                  </a:lnTo>
                  <a:lnTo>
                    <a:pt x="3208141" y="374741"/>
                  </a:lnTo>
                  <a:lnTo>
                    <a:pt x="3263736" y="347241"/>
                  </a:lnTo>
                  <a:lnTo>
                    <a:pt x="3319328" y="319758"/>
                  </a:lnTo>
                  <a:lnTo>
                    <a:pt x="3374856" y="292635"/>
                  </a:lnTo>
                  <a:lnTo>
                    <a:pt x="3430279" y="266198"/>
                  </a:lnTo>
                  <a:lnTo>
                    <a:pt x="3485601" y="240738"/>
                  </a:lnTo>
                  <a:lnTo>
                    <a:pt x="3540889" y="216500"/>
                  </a:lnTo>
                  <a:lnTo>
                    <a:pt x="3596288" y="193671"/>
                  </a:lnTo>
                  <a:lnTo>
                    <a:pt x="3652043" y="172384"/>
                  </a:lnTo>
                  <a:lnTo>
                    <a:pt x="3708513" y="152709"/>
                  </a:lnTo>
                  <a:lnTo>
                    <a:pt x="3766193" y="134665"/>
                  </a:lnTo>
                  <a:lnTo>
                    <a:pt x="3820202" y="119661"/>
                  </a:lnTo>
                  <a:lnTo>
                    <a:pt x="3872078" y="106931"/>
                  </a:lnTo>
                  <a:lnTo>
                    <a:pt x="3926405" y="95307"/>
                  </a:lnTo>
                  <a:lnTo>
                    <a:pt x="3983865" y="84747"/>
                  </a:lnTo>
                  <a:lnTo>
                    <a:pt x="4045212" y="75178"/>
                  </a:lnTo>
                  <a:lnTo>
                    <a:pt x="4111221" y="66507"/>
                  </a:lnTo>
                  <a:lnTo>
                    <a:pt x="4182657" y="58641"/>
                  </a:lnTo>
                  <a:lnTo>
                    <a:pt x="4260213" y="51494"/>
                  </a:lnTo>
                  <a:lnTo>
                    <a:pt x="4344451" y="44986"/>
                  </a:lnTo>
                  <a:lnTo>
                    <a:pt x="4435701" y="39055"/>
                  </a:lnTo>
                  <a:lnTo>
                    <a:pt x="4533950" y="33651"/>
                  </a:lnTo>
                  <a:lnTo>
                    <a:pt x="4638699" y="28741"/>
                  </a:lnTo>
                  <a:lnTo>
                    <a:pt x="4748819" y="24305"/>
                  </a:lnTo>
                  <a:lnTo>
                    <a:pt x="4862423" y="20339"/>
                  </a:lnTo>
                  <a:lnTo>
                    <a:pt x="4976813" y="16848"/>
                  </a:lnTo>
                  <a:lnTo>
                    <a:pt x="5088545" y="13841"/>
                  </a:lnTo>
                  <a:lnTo>
                    <a:pt x="5193668" y="11328"/>
                  </a:lnTo>
                  <a:lnTo>
                    <a:pt x="5288150" y="9307"/>
                  </a:lnTo>
                  <a:lnTo>
                    <a:pt x="5368435" y="7760"/>
                  </a:lnTo>
                  <a:lnTo>
                    <a:pt x="5432036" y="6651"/>
                  </a:lnTo>
                  <a:lnTo>
                    <a:pt x="5478004" y="5923"/>
                  </a:lnTo>
                  <a:lnTo>
                    <a:pt x="5507173" y="5502"/>
                  </a:lnTo>
                  <a:lnTo>
                    <a:pt x="5522137" y="5304"/>
                  </a:lnTo>
                  <a:lnTo>
                    <a:pt x="5527062" y="524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9" y="5252"/>
                  </a:lnTo>
                  <a:lnTo>
                    <a:pt x="6530997" y="5339"/>
                  </a:lnTo>
                  <a:lnTo>
                    <a:pt x="6549950" y="5579"/>
                  </a:lnTo>
                  <a:lnTo>
                    <a:pt x="6584087" y="6051"/>
                  </a:lnTo>
                  <a:lnTo>
                    <a:pt x="6635477" y="6831"/>
                  </a:lnTo>
                  <a:lnTo>
                    <a:pt x="6704397" y="7984"/>
                  </a:lnTo>
                  <a:lnTo>
                    <a:pt x="6789387" y="9558"/>
                  </a:lnTo>
                  <a:lnTo>
                    <a:pt x="6887571" y="11581"/>
                  </a:lnTo>
                  <a:lnTo>
                    <a:pt x="6995181" y="14064"/>
                  </a:lnTo>
                  <a:lnTo>
                    <a:pt x="7108152" y="17004"/>
                  </a:lnTo>
                  <a:lnTo>
                    <a:pt x="7222652" y="20393"/>
                  </a:lnTo>
                  <a:lnTo>
                    <a:pt x="7335449" y="24222"/>
                  </a:lnTo>
                  <a:lnTo>
                    <a:pt x="7444092" y="28489"/>
                  </a:lnTo>
                  <a:lnTo>
                    <a:pt x="7546939" y="33203"/>
                  </a:lnTo>
                  <a:lnTo>
                    <a:pt x="7643068" y="38384"/>
                  </a:lnTo>
                  <a:lnTo>
                    <a:pt x="7732148" y="44068"/>
                  </a:lnTo>
                  <a:lnTo>
                    <a:pt x="7814285" y="50307"/>
                  </a:lnTo>
                  <a:lnTo>
                    <a:pt x="7889892" y="57163"/>
                  </a:lnTo>
                  <a:lnTo>
                    <a:pt x="7959581" y="64712"/>
                  </a:lnTo>
                  <a:lnTo>
                    <a:pt x="8024074" y="73038"/>
                  </a:lnTo>
                  <a:lnTo>
                    <a:pt x="8084143" y="82229"/>
                  </a:lnTo>
                  <a:lnTo>
                    <a:pt x="8140563" y="92365"/>
                  </a:lnTo>
                  <a:lnTo>
                    <a:pt x="8194069" y="103510"/>
                  </a:lnTo>
                  <a:lnTo>
                    <a:pt x="8229629" y="111800"/>
                  </a:lnTo>
                  <a:lnTo>
                    <a:pt x="8289262" y="127326"/>
                  </a:lnTo>
                  <a:lnTo>
                    <a:pt x="8347074" y="144362"/>
                  </a:lnTo>
                  <a:lnTo>
                    <a:pt x="8403721" y="162931"/>
                  </a:lnTo>
                  <a:lnTo>
                    <a:pt x="8459691" y="183012"/>
                  </a:lnTo>
                  <a:lnTo>
                    <a:pt x="8515334" y="204530"/>
                  </a:lnTo>
                  <a:lnTo>
                    <a:pt x="8570887" y="227357"/>
                  </a:lnTo>
                  <a:lnTo>
                    <a:pt x="8626486" y="251308"/>
                  </a:lnTo>
                  <a:lnTo>
                    <a:pt x="8682190" y="276145"/>
                  </a:lnTo>
                  <a:lnTo>
                    <a:pt x="8737997" y="301589"/>
                  </a:lnTo>
                  <a:lnTo>
                    <a:pt x="8793861" y="327329"/>
                  </a:lnTo>
                  <a:lnTo>
                    <a:pt x="8849719" y="353038"/>
                  </a:lnTo>
                  <a:lnTo>
                    <a:pt x="8905509" y="378391"/>
                  </a:lnTo>
                  <a:lnTo>
                    <a:pt x="8961192" y="403082"/>
                  </a:lnTo>
                  <a:lnTo>
                    <a:pt x="9016776" y="426839"/>
                  </a:lnTo>
                  <a:lnTo>
                    <a:pt x="9072332" y="449434"/>
                  </a:lnTo>
                  <a:lnTo>
                    <a:pt x="9128016" y="470693"/>
                  </a:lnTo>
                  <a:lnTo>
                    <a:pt x="9184082" y="490495"/>
                  </a:lnTo>
                  <a:lnTo>
                    <a:pt x="9240905" y="508777"/>
                  </a:lnTo>
                  <a:lnTo>
                    <a:pt x="9299002" y="525528"/>
                  </a:lnTo>
                  <a:lnTo>
                    <a:pt x="9347647" y="538038"/>
                  </a:lnTo>
                  <a:lnTo>
                    <a:pt x="9399532" y="549894"/>
                  </a:lnTo>
                  <a:lnTo>
                    <a:pt x="9453867" y="560722"/>
                  </a:lnTo>
                  <a:lnTo>
                    <a:pt x="9511337" y="570557"/>
                  </a:lnTo>
                  <a:lnTo>
                    <a:pt x="9572695" y="579470"/>
                  </a:lnTo>
                  <a:lnTo>
                    <a:pt x="9638718" y="587546"/>
                  </a:lnTo>
                  <a:lnTo>
                    <a:pt x="9710169" y="594871"/>
                  </a:lnTo>
                  <a:lnTo>
                    <a:pt x="9787743" y="601528"/>
                  </a:lnTo>
                  <a:lnTo>
                    <a:pt x="9872001" y="607589"/>
                  </a:lnTo>
                  <a:lnTo>
                    <a:pt x="9963273" y="613113"/>
                  </a:lnTo>
                  <a:lnTo>
                    <a:pt x="10061547" y="618146"/>
                  </a:lnTo>
                  <a:lnTo>
                    <a:pt x="10166321" y="622719"/>
                  </a:lnTo>
                  <a:lnTo>
                    <a:pt x="10276465" y="626849"/>
                  </a:lnTo>
                  <a:lnTo>
                    <a:pt x="10390090" y="630543"/>
                  </a:lnTo>
                  <a:lnTo>
                    <a:pt x="10504495" y="633794"/>
                  </a:lnTo>
                  <a:lnTo>
                    <a:pt x="10616233" y="636593"/>
                  </a:lnTo>
                  <a:lnTo>
                    <a:pt x="10721352" y="638933"/>
                  </a:lnTo>
                  <a:lnTo>
                    <a:pt x="10815817" y="640815"/>
                  </a:lnTo>
                  <a:lnTo>
                    <a:pt x="10896073" y="642254"/>
                  </a:lnTo>
                  <a:lnTo>
                    <a:pt x="10959636" y="643285"/>
                  </a:lnTo>
                  <a:lnTo>
                    <a:pt x="11005561" y="643963"/>
                  </a:lnTo>
                  <a:lnTo>
                    <a:pt x="11034686" y="644354"/>
                  </a:lnTo>
                  <a:lnTo>
                    <a:pt x="11049613" y="644538"/>
                  </a:lnTo>
                  <a:lnTo>
                    <a:pt x="11054513" y="644594"/>
                  </a:lnTo>
                  <a:lnTo>
                    <a:pt x="11054891" y="644597"/>
                  </a:lnTo>
                  <a:lnTo>
                    <a:pt x="12049831" y="644597"/>
                  </a:lnTo>
                  <a:lnTo>
                    <a:pt x="12049831" y="639357"/>
                  </a:lnTo>
                  <a:lnTo>
                    <a:pt x="11054891" y="639357"/>
                  </a:lnTo>
                  <a:lnTo>
                    <a:pt x="11053758" y="639345"/>
                  </a:lnTo>
                  <a:lnTo>
                    <a:pt x="11046279" y="639258"/>
                  </a:lnTo>
                  <a:lnTo>
                    <a:pt x="11027326" y="639018"/>
                  </a:lnTo>
                  <a:lnTo>
                    <a:pt x="10993190" y="638546"/>
                  </a:lnTo>
                  <a:lnTo>
                    <a:pt x="10941799" y="637766"/>
                  </a:lnTo>
                  <a:lnTo>
                    <a:pt x="10872879" y="636613"/>
                  </a:lnTo>
                  <a:lnTo>
                    <a:pt x="10787889" y="635039"/>
                  </a:lnTo>
                  <a:lnTo>
                    <a:pt x="10689706" y="633016"/>
                  </a:lnTo>
                  <a:lnTo>
                    <a:pt x="10582096" y="630533"/>
                  </a:lnTo>
                  <a:lnTo>
                    <a:pt x="10469124" y="627593"/>
                  </a:lnTo>
                  <a:lnTo>
                    <a:pt x="10354624" y="624204"/>
                  </a:lnTo>
                  <a:lnTo>
                    <a:pt x="10241828" y="620375"/>
                  </a:lnTo>
                  <a:lnTo>
                    <a:pt x="10133185" y="616108"/>
                  </a:lnTo>
                  <a:lnTo>
                    <a:pt x="10030338" y="611394"/>
                  </a:lnTo>
                  <a:lnTo>
                    <a:pt x="9934208" y="606213"/>
                  </a:lnTo>
                  <a:lnTo>
                    <a:pt x="9845128" y="600529"/>
                  </a:lnTo>
                  <a:lnTo>
                    <a:pt x="9762992" y="594290"/>
                  </a:lnTo>
                  <a:lnTo>
                    <a:pt x="9687384" y="587434"/>
                  </a:lnTo>
                  <a:lnTo>
                    <a:pt x="9617696" y="579885"/>
                  </a:lnTo>
                  <a:lnTo>
                    <a:pt x="9553203" y="571559"/>
                  </a:lnTo>
                  <a:lnTo>
                    <a:pt x="9493134" y="562368"/>
                  </a:lnTo>
                  <a:lnTo>
                    <a:pt x="9436713" y="552232"/>
                  </a:lnTo>
                  <a:lnTo>
                    <a:pt x="9383207" y="541087"/>
                  </a:lnTo>
                  <a:lnTo>
                    <a:pt x="9347647" y="532797"/>
                  </a:lnTo>
                  <a:lnTo>
                    <a:pt x="9288014" y="517271"/>
                  </a:lnTo>
                  <a:lnTo>
                    <a:pt x="9230203" y="500235"/>
                  </a:lnTo>
                  <a:lnTo>
                    <a:pt x="9173556" y="481666"/>
                  </a:lnTo>
                  <a:lnTo>
                    <a:pt x="9117586" y="461585"/>
                  </a:lnTo>
                  <a:lnTo>
                    <a:pt x="9061942" y="440067"/>
                  </a:lnTo>
                  <a:lnTo>
                    <a:pt x="9006390" y="417240"/>
                  </a:lnTo>
                  <a:lnTo>
                    <a:pt x="8950791" y="393289"/>
                  </a:lnTo>
                  <a:lnTo>
                    <a:pt x="8895086" y="368452"/>
                  </a:lnTo>
                  <a:lnTo>
                    <a:pt x="8839280" y="343008"/>
                  </a:lnTo>
                  <a:lnTo>
                    <a:pt x="8783415" y="317268"/>
                  </a:lnTo>
                  <a:lnTo>
                    <a:pt x="8727557" y="291559"/>
                  </a:lnTo>
                  <a:lnTo>
                    <a:pt x="8671767" y="266206"/>
                  </a:lnTo>
                  <a:lnTo>
                    <a:pt x="8616084" y="241515"/>
                  </a:lnTo>
                  <a:lnTo>
                    <a:pt x="8560500" y="217758"/>
                  </a:lnTo>
                  <a:lnTo>
                    <a:pt x="8504944" y="195163"/>
                  </a:lnTo>
                  <a:lnTo>
                    <a:pt x="8449260" y="173904"/>
                  </a:lnTo>
                  <a:lnTo>
                    <a:pt x="8393194" y="154102"/>
                  </a:lnTo>
                  <a:lnTo>
                    <a:pt x="8336371" y="135820"/>
                  </a:lnTo>
                  <a:lnTo>
                    <a:pt x="8278275" y="119069"/>
                  </a:lnTo>
                  <a:lnTo>
                    <a:pt x="8229629" y="106559"/>
                  </a:lnTo>
                  <a:lnTo>
                    <a:pt x="8177745" y="94703"/>
                  </a:lnTo>
                  <a:lnTo>
                    <a:pt x="8123410" y="83875"/>
                  </a:lnTo>
                  <a:lnTo>
                    <a:pt x="8065939" y="74040"/>
                  </a:lnTo>
                  <a:lnTo>
                    <a:pt x="8004581" y="65127"/>
                  </a:lnTo>
                  <a:lnTo>
                    <a:pt x="7938559" y="57051"/>
                  </a:lnTo>
                  <a:lnTo>
                    <a:pt x="7867108" y="49726"/>
                  </a:lnTo>
                  <a:lnTo>
                    <a:pt x="7789533" y="43069"/>
                  </a:lnTo>
                  <a:lnTo>
                    <a:pt x="7705276" y="37008"/>
                  </a:lnTo>
                  <a:lnTo>
                    <a:pt x="7614003" y="31484"/>
                  </a:lnTo>
                  <a:lnTo>
                    <a:pt x="7515730" y="26451"/>
                  </a:lnTo>
                  <a:lnTo>
                    <a:pt x="7410956" y="21878"/>
                  </a:lnTo>
                  <a:lnTo>
                    <a:pt x="7300812" y="17748"/>
                  </a:lnTo>
                  <a:lnTo>
                    <a:pt x="7187187" y="14054"/>
                  </a:lnTo>
                  <a:lnTo>
                    <a:pt x="7072782" y="10803"/>
                  </a:lnTo>
                  <a:lnTo>
                    <a:pt x="6961043" y="8004"/>
                  </a:lnTo>
                  <a:lnTo>
                    <a:pt x="6855924" y="5664"/>
                  </a:lnTo>
                  <a:lnTo>
                    <a:pt x="6761459" y="3782"/>
                  </a:lnTo>
                  <a:lnTo>
                    <a:pt x="6681203" y="2343"/>
                  </a:lnTo>
                  <a:lnTo>
                    <a:pt x="6617641" y="1312"/>
                  </a:lnTo>
                  <a:lnTo>
                    <a:pt x="6571716" y="634"/>
                  </a:lnTo>
                  <a:lnTo>
                    <a:pt x="6542591" y="243"/>
                  </a:lnTo>
                  <a:lnTo>
                    <a:pt x="6527664" y="59"/>
                  </a:lnTo>
                  <a:lnTo>
                    <a:pt x="6522764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3" y="13"/>
                  </a:lnTo>
                  <a:lnTo>
                    <a:pt x="5518837" y="106"/>
                  </a:lnTo>
                  <a:lnTo>
                    <a:pt x="5499892" y="363"/>
                  </a:lnTo>
                  <a:lnTo>
                    <a:pt x="5465769" y="870"/>
                  </a:lnTo>
                  <a:lnTo>
                    <a:pt x="5414398" y="1707"/>
                  </a:lnTo>
                  <a:lnTo>
                    <a:pt x="5345502" y="2945"/>
                  </a:lnTo>
                  <a:lnTo>
                    <a:pt x="5260539" y="4634"/>
                  </a:lnTo>
                  <a:lnTo>
                    <a:pt x="5162383" y="6805"/>
                  </a:lnTo>
                  <a:lnTo>
                    <a:pt x="5054798" y="9470"/>
                  </a:lnTo>
                  <a:lnTo>
                    <a:pt x="4941848" y="12627"/>
                  </a:lnTo>
                  <a:lnTo>
                    <a:pt x="4827365" y="16264"/>
                  </a:lnTo>
                  <a:lnTo>
                    <a:pt x="4714580" y="20374"/>
                  </a:lnTo>
                  <a:lnTo>
                    <a:pt x="4605943" y="24955"/>
                  </a:lnTo>
                  <a:lnTo>
                    <a:pt x="4503099" y="30014"/>
                  </a:lnTo>
                  <a:lnTo>
                    <a:pt x="4406968" y="35575"/>
                  </a:lnTo>
                  <a:lnTo>
                    <a:pt x="4317886" y="41677"/>
                  </a:lnTo>
                  <a:lnTo>
                    <a:pt x="4235744" y="48373"/>
                  </a:lnTo>
                  <a:lnTo>
                    <a:pt x="4160132" y="55732"/>
                  </a:lnTo>
                  <a:lnTo>
                    <a:pt x="4090439" y="63835"/>
                  </a:lnTo>
                  <a:lnTo>
                    <a:pt x="4025942" y="72771"/>
                  </a:lnTo>
                  <a:lnTo>
                    <a:pt x="3965869" y="82635"/>
                  </a:lnTo>
                  <a:lnTo>
                    <a:pt x="3909447" y="93514"/>
                  </a:lnTo>
                  <a:lnTo>
                    <a:pt x="3855940" y="105476"/>
                  </a:lnTo>
                  <a:lnTo>
                    <a:pt x="3820202" y="114420"/>
                  </a:lnTo>
                  <a:lnTo>
                    <a:pt x="3760850" y="131008"/>
                  </a:lnTo>
                  <a:lnTo>
                    <a:pt x="3703305" y="149201"/>
                  </a:lnTo>
                  <a:lnTo>
                    <a:pt x="3646919" y="169024"/>
                  </a:lnTo>
                  <a:lnTo>
                    <a:pt x="3591210" y="190457"/>
                  </a:lnTo>
                  <a:lnTo>
                    <a:pt x="3535829" y="213420"/>
                  </a:lnTo>
                  <a:lnTo>
                    <a:pt x="3480543" y="237779"/>
                  </a:lnTo>
                  <a:lnTo>
                    <a:pt x="3425213" y="263340"/>
                  </a:lnTo>
                  <a:lnTo>
                    <a:pt x="3369780" y="289852"/>
                  </a:lnTo>
                  <a:lnTo>
                    <a:pt x="3314244" y="317022"/>
                  </a:lnTo>
                  <a:lnTo>
                    <a:pt x="3258649" y="344521"/>
                  </a:lnTo>
                  <a:lnTo>
                    <a:pt x="3203057" y="372004"/>
                  </a:lnTo>
                  <a:lnTo>
                    <a:pt x="3147529" y="399127"/>
                  </a:lnTo>
                  <a:lnTo>
                    <a:pt x="3092106" y="425565"/>
                  </a:lnTo>
                  <a:lnTo>
                    <a:pt x="3036784" y="451024"/>
                  </a:lnTo>
                  <a:lnTo>
                    <a:pt x="2981496" y="475263"/>
                  </a:lnTo>
                  <a:lnTo>
                    <a:pt x="2926097" y="498091"/>
                  </a:lnTo>
                  <a:lnTo>
                    <a:pt x="2870342" y="519379"/>
                  </a:lnTo>
                  <a:lnTo>
                    <a:pt x="2813872" y="539053"/>
                  </a:lnTo>
                  <a:lnTo>
                    <a:pt x="2756192" y="557098"/>
                  </a:lnTo>
                  <a:lnTo>
                    <a:pt x="2702183" y="572102"/>
                  </a:lnTo>
                  <a:lnTo>
                    <a:pt x="2650307" y="584831"/>
                  </a:lnTo>
                  <a:lnTo>
                    <a:pt x="2595980" y="596456"/>
                  </a:lnTo>
                  <a:lnTo>
                    <a:pt x="2538520" y="607015"/>
                  </a:lnTo>
                  <a:lnTo>
                    <a:pt x="2477173" y="616585"/>
                  </a:lnTo>
                  <a:lnTo>
                    <a:pt x="2411164" y="625256"/>
                  </a:lnTo>
                  <a:lnTo>
                    <a:pt x="2339728" y="633121"/>
                  </a:lnTo>
                  <a:lnTo>
                    <a:pt x="2262172" y="640269"/>
                  </a:lnTo>
                  <a:lnTo>
                    <a:pt x="2177934" y="646777"/>
                  </a:lnTo>
                  <a:lnTo>
                    <a:pt x="2086684" y="652708"/>
                  </a:lnTo>
                  <a:lnTo>
                    <a:pt x="1988435" y="658112"/>
                  </a:lnTo>
                  <a:lnTo>
                    <a:pt x="1883686" y="663022"/>
                  </a:lnTo>
                  <a:lnTo>
                    <a:pt x="1773566" y="667458"/>
                  </a:lnTo>
                  <a:lnTo>
                    <a:pt x="1659962" y="671424"/>
                  </a:lnTo>
                  <a:lnTo>
                    <a:pt x="1545572" y="674915"/>
                  </a:lnTo>
                  <a:lnTo>
                    <a:pt x="1433840" y="677921"/>
                  </a:lnTo>
                  <a:lnTo>
                    <a:pt x="1328717" y="680435"/>
                  </a:lnTo>
                  <a:lnTo>
                    <a:pt x="1234235" y="682456"/>
                  </a:lnTo>
                  <a:lnTo>
                    <a:pt x="1153950" y="684003"/>
                  </a:lnTo>
                  <a:lnTo>
                    <a:pt x="1090349" y="685111"/>
                  </a:lnTo>
                  <a:lnTo>
                    <a:pt x="1044381" y="685839"/>
                  </a:lnTo>
                  <a:lnTo>
                    <a:pt x="1015212" y="686261"/>
                  </a:lnTo>
                  <a:lnTo>
                    <a:pt x="1000248" y="686458"/>
                  </a:lnTo>
                  <a:lnTo>
                    <a:pt x="995323" y="686518"/>
                  </a:lnTo>
                  <a:lnTo>
                    <a:pt x="994940" y="686523"/>
                  </a:lnTo>
                  <a:lnTo>
                    <a:pt x="0" y="686523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62" name="pl1161"/>
            <p:cNvSpPr/>
            <p:nvPr/>
          </p:nvSpPr>
          <p:spPr>
            <a:xfrm>
              <a:off x="1199187" y="3537263"/>
              <a:ext cx="12049831" cy="686523"/>
            </a:xfrm>
            <a:custGeom>
              <a:avLst/>
              <a:pathLst>
                <a:path w="12049831" h="686523">
                  <a:moveTo>
                    <a:pt x="0" y="686523"/>
                  </a:moveTo>
                  <a:lnTo>
                    <a:pt x="994940" y="686523"/>
                  </a:lnTo>
                  <a:lnTo>
                    <a:pt x="996072" y="686509"/>
                  </a:lnTo>
                  <a:lnTo>
                    <a:pt x="1003548" y="686416"/>
                  </a:lnTo>
                  <a:lnTo>
                    <a:pt x="1022493" y="686159"/>
                  </a:lnTo>
                  <a:lnTo>
                    <a:pt x="1056616" y="685652"/>
                  </a:lnTo>
                  <a:lnTo>
                    <a:pt x="1107987" y="684815"/>
                  </a:lnTo>
                  <a:lnTo>
                    <a:pt x="1176883" y="683577"/>
                  </a:lnTo>
                  <a:lnTo>
                    <a:pt x="1261846" y="681888"/>
                  </a:lnTo>
                  <a:lnTo>
                    <a:pt x="1360002" y="679717"/>
                  </a:lnTo>
                  <a:lnTo>
                    <a:pt x="1467587" y="677052"/>
                  </a:lnTo>
                  <a:lnTo>
                    <a:pt x="1580537" y="673895"/>
                  </a:lnTo>
                  <a:lnTo>
                    <a:pt x="1695020" y="670258"/>
                  </a:lnTo>
                  <a:lnTo>
                    <a:pt x="1807805" y="666148"/>
                  </a:lnTo>
                  <a:lnTo>
                    <a:pt x="1916442" y="661568"/>
                  </a:lnTo>
                  <a:lnTo>
                    <a:pt x="2019286" y="656508"/>
                  </a:lnTo>
                  <a:lnTo>
                    <a:pt x="2115417" y="650947"/>
                  </a:lnTo>
                  <a:lnTo>
                    <a:pt x="2204499" y="644845"/>
                  </a:lnTo>
                  <a:lnTo>
                    <a:pt x="2286641" y="638149"/>
                  </a:lnTo>
                  <a:lnTo>
                    <a:pt x="2362253" y="630790"/>
                  </a:lnTo>
                  <a:lnTo>
                    <a:pt x="2431946" y="622687"/>
                  </a:lnTo>
                  <a:lnTo>
                    <a:pt x="2496443" y="613751"/>
                  </a:lnTo>
                  <a:lnTo>
                    <a:pt x="2556516" y="603887"/>
                  </a:lnTo>
                  <a:lnTo>
                    <a:pt x="2612938" y="593008"/>
                  </a:lnTo>
                  <a:lnTo>
                    <a:pt x="2666445" y="581046"/>
                  </a:lnTo>
                  <a:lnTo>
                    <a:pt x="2702183" y="572102"/>
                  </a:lnTo>
                  <a:lnTo>
                    <a:pt x="2761535" y="555514"/>
                  </a:lnTo>
                  <a:lnTo>
                    <a:pt x="2819080" y="537321"/>
                  </a:lnTo>
                  <a:lnTo>
                    <a:pt x="2875466" y="517498"/>
                  </a:lnTo>
                  <a:lnTo>
                    <a:pt x="2931175" y="496065"/>
                  </a:lnTo>
                  <a:lnTo>
                    <a:pt x="2986556" y="473102"/>
                  </a:lnTo>
                  <a:lnTo>
                    <a:pt x="3041842" y="448743"/>
                  </a:lnTo>
                  <a:lnTo>
                    <a:pt x="3097172" y="423182"/>
                  </a:lnTo>
                  <a:lnTo>
                    <a:pt x="3152605" y="396670"/>
                  </a:lnTo>
                  <a:lnTo>
                    <a:pt x="3208141" y="369500"/>
                  </a:lnTo>
                  <a:lnTo>
                    <a:pt x="3263736" y="342001"/>
                  </a:lnTo>
                  <a:lnTo>
                    <a:pt x="3319328" y="314518"/>
                  </a:lnTo>
                  <a:lnTo>
                    <a:pt x="3374856" y="287395"/>
                  </a:lnTo>
                  <a:lnTo>
                    <a:pt x="3430279" y="260958"/>
                  </a:lnTo>
                  <a:lnTo>
                    <a:pt x="3485601" y="235498"/>
                  </a:lnTo>
                  <a:lnTo>
                    <a:pt x="3540889" y="211259"/>
                  </a:lnTo>
                  <a:lnTo>
                    <a:pt x="3596288" y="188431"/>
                  </a:lnTo>
                  <a:lnTo>
                    <a:pt x="3652043" y="167143"/>
                  </a:lnTo>
                  <a:lnTo>
                    <a:pt x="3708513" y="147469"/>
                  </a:lnTo>
                  <a:lnTo>
                    <a:pt x="3766193" y="129424"/>
                  </a:lnTo>
                  <a:lnTo>
                    <a:pt x="3820202" y="114420"/>
                  </a:lnTo>
                  <a:lnTo>
                    <a:pt x="3872078" y="101691"/>
                  </a:lnTo>
                  <a:lnTo>
                    <a:pt x="3926405" y="90066"/>
                  </a:lnTo>
                  <a:lnTo>
                    <a:pt x="3983865" y="79507"/>
                  </a:lnTo>
                  <a:lnTo>
                    <a:pt x="4045212" y="69937"/>
                  </a:lnTo>
                  <a:lnTo>
                    <a:pt x="4111221" y="61266"/>
                  </a:lnTo>
                  <a:lnTo>
                    <a:pt x="4182657" y="53401"/>
                  </a:lnTo>
                  <a:lnTo>
                    <a:pt x="4260213" y="46253"/>
                  </a:lnTo>
                  <a:lnTo>
                    <a:pt x="4344451" y="39745"/>
                  </a:lnTo>
                  <a:lnTo>
                    <a:pt x="4435701" y="33814"/>
                  </a:lnTo>
                  <a:lnTo>
                    <a:pt x="4533950" y="28410"/>
                  </a:lnTo>
                  <a:lnTo>
                    <a:pt x="4638699" y="23500"/>
                  </a:lnTo>
                  <a:lnTo>
                    <a:pt x="4748819" y="19064"/>
                  </a:lnTo>
                  <a:lnTo>
                    <a:pt x="4862423" y="15098"/>
                  </a:lnTo>
                  <a:lnTo>
                    <a:pt x="4976813" y="11607"/>
                  </a:lnTo>
                  <a:lnTo>
                    <a:pt x="5088545" y="8601"/>
                  </a:lnTo>
                  <a:lnTo>
                    <a:pt x="5193668" y="6087"/>
                  </a:lnTo>
                  <a:lnTo>
                    <a:pt x="5288150" y="4066"/>
                  </a:lnTo>
                  <a:lnTo>
                    <a:pt x="5368435" y="2519"/>
                  </a:lnTo>
                  <a:lnTo>
                    <a:pt x="5432036" y="1411"/>
                  </a:lnTo>
                  <a:lnTo>
                    <a:pt x="5478004" y="683"/>
                  </a:lnTo>
                  <a:lnTo>
                    <a:pt x="5507173" y="261"/>
                  </a:lnTo>
                  <a:lnTo>
                    <a:pt x="5522137" y="64"/>
                  </a:lnTo>
                  <a:lnTo>
                    <a:pt x="5527062" y="4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9" y="12"/>
                  </a:lnTo>
                  <a:lnTo>
                    <a:pt x="6530997" y="98"/>
                  </a:lnTo>
                  <a:lnTo>
                    <a:pt x="6549950" y="338"/>
                  </a:lnTo>
                  <a:lnTo>
                    <a:pt x="6584087" y="810"/>
                  </a:lnTo>
                  <a:lnTo>
                    <a:pt x="6635477" y="1591"/>
                  </a:lnTo>
                  <a:lnTo>
                    <a:pt x="6704397" y="2744"/>
                  </a:lnTo>
                  <a:lnTo>
                    <a:pt x="6789387" y="4317"/>
                  </a:lnTo>
                  <a:lnTo>
                    <a:pt x="6887571" y="6340"/>
                  </a:lnTo>
                  <a:lnTo>
                    <a:pt x="6995181" y="8823"/>
                  </a:lnTo>
                  <a:lnTo>
                    <a:pt x="7108152" y="11764"/>
                  </a:lnTo>
                  <a:lnTo>
                    <a:pt x="7222652" y="15153"/>
                  </a:lnTo>
                  <a:lnTo>
                    <a:pt x="7335449" y="18982"/>
                  </a:lnTo>
                  <a:lnTo>
                    <a:pt x="7444092" y="23249"/>
                  </a:lnTo>
                  <a:lnTo>
                    <a:pt x="7546939" y="27962"/>
                  </a:lnTo>
                  <a:lnTo>
                    <a:pt x="7643068" y="33143"/>
                  </a:lnTo>
                  <a:lnTo>
                    <a:pt x="7732148" y="38828"/>
                  </a:lnTo>
                  <a:lnTo>
                    <a:pt x="7814285" y="45066"/>
                  </a:lnTo>
                  <a:lnTo>
                    <a:pt x="7889892" y="51923"/>
                  </a:lnTo>
                  <a:lnTo>
                    <a:pt x="7959581" y="59472"/>
                  </a:lnTo>
                  <a:lnTo>
                    <a:pt x="8024074" y="67798"/>
                  </a:lnTo>
                  <a:lnTo>
                    <a:pt x="8084143" y="76988"/>
                  </a:lnTo>
                  <a:lnTo>
                    <a:pt x="8140563" y="87124"/>
                  </a:lnTo>
                  <a:lnTo>
                    <a:pt x="8194069" y="98269"/>
                  </a:lnTo>
                  <a:lnTo>
                    <a:pt x="8229629" y="106559"/>
                  </a:lnTo>
                  <a:lnTo>
                    <a:pt x="8289262" y="122085"/>
                  </a:lnTo>
                  <a:lnTo>
                    <a:pt x="8347074" y="139121"/>
                  </a:lnTo>
                  <a:lnTo>
                    <a:pt x="8403721" y="157690"/>
                  </a:lnTo>
                  <a:lnTo>
                    <a:pt x="8459691" y="177771"/>
                  </a:lnTo>
                  <a:lnTo>
                    <a:pt x="8515334" y="199290"/>
                  </a:lnTo>
                  <a:lnTo>
                    <a:pt x="8570887" y="222117"/>
                  </a:lnTo>
                  <a:lnTo>
                    <a:pt x="8626486" y="246067"/>
                  </a:lnTo>
                  <a:lnTo>
                    <a:pt x="8682190" y="270905"/>
                  </a:lnTo>
                  <a:lnTo>
                    <a:pt x="8737997" y="296348"/>
                  </a:lnTo>
                  <a:lnTo>
                    <a:pt x="8793861" y="322088"/>
                  </a:lnTo>
                  <a:lnTo>
                    <a:pt x="8849719" y="347797"/>
                  </a:lnTo>
                  <a:lnTo>
                    <a:pt x="8905509" y="373150"/>
                  </a:lnTo>
                  <a:lnTo>
                    <a:pt x="8961192" y="397842"/>
                  </a:lnTo>
                  <a:lnTo>
                    <a:pt x="9016776" y="421599"/>
                  </a:lnTo>
                  <a:lnTo>
                    <a:pt x="9072332" y="444194"/>
                  </a:lnTo>
                  <a:lnTo>
                    <a:pt x="9128016" y="465452"/>
                  </a:lnTo>
                  <a:lnTo>
                    <a:pt x="9184082" y="485254"/>
                  </a:lnTo>
                  <a:lnTo>
                    <a:pt x="9240905" y="503537"/>
                  </a:lnTo>
                  <a:lnTo>
                    <a:pt x="9299002" y="520287"/>
                  </a:lnTo>
                  <a:lnTo>
                    <a:pt x="9347647" y="532797"/>
                  </a:lnTo>
                  <a:lnTo>
                    <a:pt x="9399532" y="544654"/>
                  </a:lnTo>
                  <a:lnTo>
                    <a:pt x="9453867" y="555481"/>
                  </a:lnTo>
                  <a:lnTo>
                    <a:pt x="9511337" y="565316"/>
                  </a:lnTo>
                  <a:lnTo>
                    <a:pt x="9572695" y="574229"/>
                  </a:lnTo>
                  <a:lnTo>
                    <a:pt x="9638718" y="582305"/>
                  </a:lnTo>
                  <a:lnTo>
                    <a:pt x="9710169" y="589631"/>
                  </a:lnTo>
                  <a:lnTo>
                    <a:pt x="9787743" y="596288"/>
                  </a:lnTo>
                  <a:lnTo>
                    <a:pt x="9872001" y="602348"/>
                  </a:lnTo>
                  <a:lnTo>
                    <a:pt x="9963273" y="607872"/>
                  </a:lnTo>
                  <a:lnTo>
                    <a:pt x="10061547" y="612905"/>
                  </a:lnTo>
                  <a:lnTo>
                    <a:pt x="10166321" y="617478"/>
                  </a:lnTo>
                  <a:lnTo>
                    <a:pt x="10276465" y="621609"/>
                  </a:lnTo>
                  <a:lnTo>
                    <a:pt x="10390090" y="625302"/>
                  </a:lnTo>
                  <a:lnTo>
                    <a:pt x="10504495" y="628553"/>
                  </a:lnTo>
                  <a:lnTo>
                    <a:pt x="10616233" y="631352"/>
                  </a:lnTo>
                  <a:lnTo>
                    <a:pt x="10721352" y="633692"/>
                  </a:lnTo>
                  <a:lnTo>
                    <a:pt x="10815817" y="635574"/>
                  </a:lnTo>
                  <a:lnTo>
                    <a:pt x="10896073" y="637013"/>
                  </a:lnTo>
                  <a:lnTo>
                    <a:pt x="10959636" y="638045"/>
                  </a:lnTo>
                  <a:lnTo>
                    <a:pt x="11005561" y="638722"/>
                  </a:lnTo>
                  <a:lnTo>
                    <a:pt x="11034686" y="639114"/>
                  </a:lnTo>
                  <a:lnTo>
                    <a:pt x="11049613" y="639297"/>
                  </a:lnTo>
                  <a:lnTo>
                    <a:pt x="11054513" y="639353"/>
                  </a:lnTo>
                  <a:lnTo>
                    <a:pt x="11054891" y="639357"/>
                  </a:lnTo>
                  <a:lnTo>
                    <a:pt x="12049831" y="639357"/>
                  </a:lnTo>
                  <a:lnTo>
                    <a:pt x="12049831" y="6393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3" name="pl1162"/>
            <p:cNvSpPr/>
            <p:nvPr/>
          </p:nvSpPr>
          <p:spPr>
            <a:xfrm>
              <a:off x="1199187" y="3532022"/>
              <a:ext cx="12049831" cy="686523"/>
            </a:xfrm>
            <a:custGeom>
              <a:avLst/>
              <a:pathLst>
                <a:path w="12049831" h="686523">
                  <a:moveTo>
                    <a:pt x="12049831" y="639357"/>
                  </a:moveTo>
                  <a:lnTo>
                    <a:pt x="11054891" y="639357"/>
                  </a:lnTo>
                  <a:lnTo>
                    <a:pt x="11053758" y="639345"/>
                  </a:lnTo>
                  <a:lnTo>
                    <a:pt x="11046279" y="639258"/>
                  </a:lnTo>
                  <a:lnTo>
                    <a:pt x="11027326" y="639018"/>
                  </a:lnTo>
                  <a:lnTo>
                    <a:pt x="10993190" y="638546"/>
                  </a:lnTo>
                  <a:lnTo>
                    <a:pt x="10941799" y="637766"/>
                  </a:lnTo>
                  <a:lnTo>
                    <a:pt x="10872879" y="636613"/>
                  </a:lnTo>
                  <a:lnTo>
                    <a:pt x="10787889" y="635039"/>
                  </a:lnTo>
                  <a:lnTo>
                    <a:pt x="10689706" y="633016"/>
                  </a:lnTo>
                  <a:lnTo>
                    <a:pt x="10582096" y="630533"/>
                  </a:lnTo>
                  <a:lnTo>
                    <a:pt x="10469124" y="627593"/>
                  </a:lnTo>
                  <a:lnTo>
                    <a:pt x="10354624" y="624204"/>
                  </a:lnTo>
                  <a:lnTo>
                    <a:pt x="10241828" y="620375"/>
                  </a:lnTo>
                  <a:lnTo>
                    <a:pt x="10133185" y="616108"/>
                  </a:lnTo>
                  <a:lnTo>
                    <a:pt x="10030338" y="611394"/>
                  </a:lnTo>
                  <a:lnTo>
                    <a:pt x="9934208" y="606213"/>
                  </a:lnTo>
                  <a:lnTo>
                    <a:pt x="9845128" y="600529"/>
                  </a:lnTo>
                  <a:lnTo>
                    <a:pt x="9762992" y="594290"/>
                  </a:lnTo>
                  <a:lnTo>
                    <a:pt x="9687384" y="587434"/>
                  </a:lnTo>
                  <a:lnTo>
                    <a:pt x="9617696" y="579885"/>
                  </a:lnTo>
                  <a:lnTo>
                    <a:pt x="9553203" y="571559"/>
                  </a:lnTo>
                  <a:lnTo>
                    <a:pt x="9493134" y="562368"/>
                  </a:lnTo>
                  <a:lnTo>
                    <a:pt x="9436713" y="552232"/>
                  </a:lnTo>
                  <a:lnTo>
                    <a:pt x="9383207" y="541087"/>
                  </a:lnTo>
                  <a:lnTo>
                    <a:pt x="9347647" y="532797"/>
                  </a:lnTo>
                  <a:lnTo>
                    <a:pt x="9288014" y="517271"/>
                  </a:lnTo>
                  <a:lnTo>
                    <a:pt x="9230203" y="500235"/>
                  </a:lnTo>
                  <a:lnTo>
                    <a:pt x="9173556" y="481666"/>
                  </a:lnTo>
                  <a:lnTo>
                    <a:pt x="9117586" y="461585"/>
                  </a:lnTo>
                  <a:lnTo>
                    <a:pt x="9061942" y="440067"/>
                  </a:lnTo>
                  <a:lnTo>
                    <a:pt x="9006390" y="417240"/>
                  </a:lnTo>
                  <a:lnTo>
                    <a:pt x="8950791" y="393289"/>
                  </a:lnTo>
                  <a:lnTo>
                    <a:pt x="8895086" y="368452"/>
                  </a:lnTo>
                  <a:lnTo>
                    <a:pt x="8839280" y="343008"/>
                  </a:lnTo>
                  <a:lnTo>
                    <a:pt x="8783415" y="317268"/>
                  </a:lnTo>
                  <a:lnTo>
                    <a:pt x="8727557" y="291559"/>
                  </a:lnTo>
                  <a:lnTo>
                    <a:pt x="8671767" y="266206"/>
                  </a:lnTo>
                  <a:lnTo>
                    <a:pt x="8616084" y="241515"/>
                  </a:lnTo>
                  <a:lnTo>
                    <a:pt x="8560500" y="217758"/>
                  </a:lnTo>
                  <a:lnTo>
                    <a:pt x="8504944" y="195163"/>
                  </a:lnTo>
                  <a:lnTo>
                    <a:pt x="8449260" y="173904"/>
                  </a:lnTo>
                  <a:lnTo>
                    <a:pt x="8393194" y="154102"/>
                  </a:lnTo>
                  <a:lnTo>
                    <a:pt x="8336371" y="135820"/>
                  </a:lnTo>
                  <a:lnTo>
                    <a:pt x="8278275" y="119069"/>
                  </a:lnTo>
                  <a:lnTo>
                    <a:pt x="8229629" y="106559"/>
                  </a:lnTo>
                  <a:lnTo>
                    <a:pt x="8177745" y="94703"/>
                  </a:lnTo>
                  <a:lnTo>
                    <a:pt x="8123410" y="83875"/>
                  </a:lnTo>
                  <a:lnTo>
                    <a:pt x="8065939" y="74040"/>
                  </a:lnTo>
                  <a:lnTo>
                    <a:pt x="8004581" y="65127"/>
                  </a:lnTo>
                  <a:lnTo>
                    <a:pt x="7938559" y="57051"/>
                  </a:lnTo>
                  <a:lnTo>
                    <a:pt x="7867108" y="49726"/>
                  </a:lnTo>
                  <a:lnTo>
                    <a:pt x="7789533" y="43069"/>
                  </a:lnTo>
                  <a:lnTo>
                    <a:pt x="7705276" y="37008"/>
                  </a:lnTo>
                  <a:lnTo>
                    <a:pt x="7614003" y="31484"/>
                  </a:lnTo>
                  <a:lnTo>
                    <a:pt x="7515730" y="26451"/>
                  </a:lnTo>
                  <a:lnTo>
                    <a:pt x="7410956" y="21878"/>
                  </a:lnTo>
                  <a:lnTo>
                    <a:pt x="7300812" y="17748"/>
                  </a:lnTo>
                  <a:lnTo>
                    <a:pt x="7187187" y="14054"/>
                  </a:lnTo>
                  <a:lnTo>
                    <a:pt x="7072782" y="10803"/>
                  </a:lnTo>
                  <a:lnTo>
                    <a:pt x="6961043" y="8004"/>
                  </a:lnTo>
                  <a:lnTo>
                    <a:pt x="6855924" y="5664"/>
                  </a:lnTo>
                  <a:lnTo>
                    <a:pt x="6761459" y="3782"/>
                  </a:lnTo>
                  <a:lnTo>
                    <a:pt x="6681203" y="2343"/>
                  </a:lnTo>
                  <a:lnTo>
                    <a:pt x="6617641" y="1312"/>
                  </a:lnTo>
                  <a:lnTo>
                    <a:pt x="6571716" y="634"/>
                  </a:lnTo>
                  <a:lnTo>
                    <a:pt x="6542591" y="243"/>
                  </a:lnTo>
                  <a:lnTo>
                    <a:pt x="6527664" y="59"/>
                  </a:lnTo>
                  <a:lnTo>
                    <a:pt x="6522764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3" y="13"/>
                  </a:lnTo>
                  <a:lnTo>
                    <a:pt x="5518837" y="106"/>
                  </a:lnTo>
                  <a:lnTo>
                    <a:pt x="5499892" y="363"/>
                  </a:lnTo>
                  <a:lnTo>
                    <a:pt x="5465769" y="870"/>
                  </a:lnTo>
                  <a:lnTo>
                    <a:pt x="5414398" y="1707"/>
                  </a:lnTo>
                  <a:lnTo>
                    <a:pt x="5345502" y="2945"/>
                  </a:lnTo>
                  <a:lnTo>
                    <a:pt x="5260539" y="4634"/>
                  </a:lnTo>
                  <a:lnTo>
                    <a:pt x="5162383" y="6805"/>
                  </a:lnTo>
                  <a:lnTo>
                    <a:pt x="5054798" y="9470"/>
                  </a:lnTo>
                  <a:lnTo>
                    <a:pt x="4941848" y="12627"/>
                  </a:lnTo>
                  <a:lnTo>
                    <a:pt x="4827365" y="16264"/>
                  </a:lnTo>
                  <a:lnTo>
                    <a:pt x="4714580" y="20374"/>
                  </a:lnTo>
                  <a:lnTo>
                    <a:pt x="4605943" y="24955"/>
                  </a:lnTo>
                  <a:lnTo>
                    <a:pt x="4503099" y="30014"/>
                  </a:lnTo>
                  <a:lnTo>
                    <a:pt x="4406968" y="35575"/>
                  </a:lnTo>
                  <a:lnTo>
                    <a:pt x="4317886" y="41677"/>
                  </a:lnTo>
                  <a:lnTo>
                    <a:pt x="4235744" y="48373"/>
                  </a:lnTo>
                  <a:lnTo>
                    <a:pt x="4160132" y="55732"/>
                  </a:lnTo>
                  <a:lnTo>
                    <a:pt x="4090439" y="63835"/>
                  </a:lnTo>
                  <a:lnTo>
                    <a:pt x="4025942" y="72771"/>
                  </a:lnTo>
                  <a:lnTo>
                    <a:pt x="3965869" y="82635"/>
                  </a:lnTo>
                  <a:lnTo>
                    <a:pt x="3909447" y="93514"/>
                  </a:lnTo>
                  <a:lnTo>
                    <a:pt x="3855940" y="105476"/>
                  </a:lnTo>
                  <a:lnTo>
                    <a:pt x="3820202" y="114420"/>
                  </a:lnTo>
                  <a:lnTo>
                    <a:pt x="3760850" y="131008"/>
                  </a:lnTo>
                  <a:lnTo>
                    <a:pt x="3703305" y="149201"/>
                  </a:lnTo>
                  <a:lnTo>
                    <a:pt x="3646919" y="169024"/>
                  </a:lnTo>
                  <a:lnTo>
                    <a:pt x="3591210" y="190457"/>
                  </a:lnTo>
                  <a:lnTo>
                    <a:pt x="3535829" y="213420"/>
                  </a:lnTo>
                  <a:lnTo>
                    <a:pt x="3480543" y="237779"/>
                  </a:lnTo>
                  <a:lnTo>
                    <a:pt x="3425213" y="263340"/>
                  </a:lnTo>
                  <a:lnTo>
                    <a:pt x="3369780" y="289852"/>
                  </a:lnTo>
                  <a:lnTo>
                    <a:pt x="3314244" y="317022"/>
                  </a:lnTo>
                  <a:lnTo>
                    <a:pt x="3258649" y="344521"/>
                  </a:lnTo>
                  <a:lnTo>
                    <a:pt x="3203057" y="372004"/>
                  </a:lnTo>
                  <a:lnTo>
                    <a:pt x="3147529" y="399127"/>
                  </a:lnTo>
                  <a:lnTo>
                    <a:pt x="3092106" y="425565"/>
                  </a:lnTo>
                  <a:lnTo>
                    <a:pt x="3036784" y="451024"/>
                  </a:lnTo>
                  <a:lnTo>
                    <a:pt x="2981496" y="475263"/>
                  </a:lnTo>
                  <a:lnTo>
                    <a:pt x="2926097" y="498091"/>
                  </a:lnTo>
                  <a:lnTo>
                    <a:pt x="2870342" y="519379"/>
                  </a:lnTo>
                  <a:lnTo>
                    <a:pt x="2813872" y="539053"/>
                  </a:lnTo>
                  <a:lnTo>
                    <a:pt x="2756192" y="557098"/>
                  </a:lnTo>
                  <a:lnTo>
                    <a:pt x="2702183" y="572102"/>
                  </a:lnTo>
                  <a:lnTo>
                    <a:pt x="2650307" y="584831"/>
                  </a:lnTo>
                  <a:lnTo>
                    <a:pt x="2595980" y="596456"/>
                  </a:lnTo>
                  <a:lnTo>
                    <a:pt x="2538520" y="607015"/>
                  </a:lnTo>
                  <a:lnTo>
                    <a:pt x="2477173" y="616585"/>
                  </a:lnTo>
                  <a:lnTo>
                    <a:pt x="2411164" y="625256"/>
                  </a:lnTo>
                  <a:lnTo>
                    <a:pt x="2339728" y="633121"/>
                  </a:lnTo>
                  <a:lnTo>
                    <a:pt x="2262172" y="640269"/>
                  </a:lnTo>
                  <a:lnTo>
                    <a:pt x="2177934" y="646777"/>
                  </a:lnTo>
                  <a:lnTo>
                    <a:pt x="2086684" y="652708"/>
                  </a:lnTo>
                  <a:lnTo>
                    <a:pt x="1988435" y="658112"/>
                  </a:lnTo>
                  <a:lnTo>
                    <a:pt x="1883686" y="663022"/>
                  </a:lnTo>
                  <a:lnTo>
                    <a:pt x="1773566" y="667458"/>
                  </a:lnTo>
                  <a:lnTo>
                    <a:pt x="1659962" y="671424"/>
                  </a:lnTo>
                  <a:lnTo>
                    <a:pt x="1545572" y="674915"/>
                  </a:lnTo>
                  <a:lnTo>
                    <a:pt x="1433840" y="677921"/>
                  </a:lnTo>
                  <a:lnTo>
                    <a:pt x="1328717" y="680435"/>
                  </a:lnTo>
                  <a:lnTo>
                    <a:pt x="1234235" y="682456"/>
                  </a:lnTo>
                  <a:lnTo>
                    <a:pt x="1153950" y="684003"/>
                  </a:lnTo>
                  <a:lnTo>
                    <a:pt x="1090349" y="685111"/>
                  </a:lnTo>
                  <a:lnTo>
                    <a:pt x="1044381" y="685839"/>
                  </a:lnTo>
                  <a:lnTo>
                    <a:pt x="1015212" y="686261"/>
                  </a:lnTo>
                  <a:lnTo>
                    <a:pt x="1000248" y="686458"/>
                  </a:lnTo>
                  <a:lnTo>
                    <a:pt x="995323" y="686518"/>
                  </a:lnTo>
                  <a:lnTo>
                    <a:pt x="994940" y="686523"/>
                  </a:lnTo>
                  <a:lnTo>
                    <a:pt x="0" y="686523"/>
                  </a:lnTo>
                  <a:lnTo>
                    <a:pt x="0" y="6865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4" name="pg1163"/>
            <p:cNvSpPr/>
            <p:nvPr/>
          </p:nvSpPr>
          <p:spPr>
            <a:xfrm>
              <a:off x="1199187" y="3563466"/>
              <a:ext cx="12049831" cy="1289195"/>
            </a:xfrm>
            <a:custGeom>
              <a:avLst/>
              <a:pathLst>
                <a:path w="12049831" h="1289195">
                  <a:moveTo>
                    <a:pt x="0" y="665560"/>
                  </a:moveTo>
                  <a:lnTo>
                    <a:pt x="994940" y="665560"/>
                  </a:lnTo>
                  <a:lnTo>
                    <a:pt x="996073" y="665547"/>
                  </a:lnTo>
                  <a:lnTo>
                    <a:pt x="1003550" y="665458"/>
                  </a:lnTo>
                  <a:lnTo>
                    <a:pt x="1022499" y="665210"/>
                  </a:lnTo>
                  <a:lnTo>
                    <a:pt x="1056630" y="664723"/>
                  </a:lnTo>
                  <a:lnTo>
                    <a:pt x="1108012" y="663917"/>
                  </a:lnTo>
                  <a:lnTo>
                    <a:pt x="1176922" y="662726"/>
                  </a:lnTo>
                  <a:lnTo>
                    <a:pt x="1261900" y="661101"/>
                  </a:lnTo>
                  <a:lnTo>
                    <a:pt x="1360072" y="659012"/>
                  </a:lnTo>
                  <a:lnTo>
                    <a:pt x="1467671" y="656448"/>
                  </a:lnTo>
                  <a:lnTo>
                    <a:pt x="1580633" y="653412"/>
                  </a:lnTo>
                  <a:lnTo>
                    <a:pt x="1695126" y="649913"/>
                  </a:lnTo>
                  <a:lnTo>
                    <a:pt x="1807917" y="645959"/>
                  </a:lnTo>
                  <a:lnTo>
                    <a:pt x="1916557" y="641552"/>
                  </a:lnTo>
                  <a:lnTo>
                    <a:pt x="2019403" y="636685"/>
                  </a:lnTo>
                  <a:lnTo>
                    <a:pt x="2115533" y="631335"/>
                  </a:lnTo>
                  <a:lnTo>
                    <a:pt x="2204614" y="625465"/>
                  </a:lnTo>
                  <a:lnTo>
                    <a:pt x="2286753" y="619023"/>
                  </a:lnTo>
                  <a:lnTo>
                    <a:pt x="2362362" y="611943"/>
                  </a:lnTo>
                  <a:lnTo>
                    <a:pt x="2432053" y="604148"/>
                  </a:lnTo>
                  <a:lnTo>
                    <a:pt x="2496548" y="595551"/>
                  </a:lnTo>
                  <a:lnTo>
                    <a:pt x="2556618" y="586061"/>
                  </a:lnTo>
                  <a:lnTo>
                    <a:pt x="2613039" y="575594"/>
                  </a:lnTo>
                  <a:lnTo>
                    <a:pt x="2666546" y="564086"/>
                  </a:lnTo>
                  <a:lnTo>
                    <a:pt x="2702183" y="555507"/>
                  </a:lnTo>
                  <a:lnTo>
                    <a:pt x="2761693" y="539507"/>
                  </a:lnTo>
                  <a:lnTo>
                    <a:pt x="2819388" y="521955"/>
                  </a:lnTo>
                  <a:lnTo>
                    <a:pt x="2875920" y="502825"/>
                  </a:lnTo>
                  <a:lnTo>
                    <a:pt x="2931776" y="482141"/>
                  </a:lnTo>
                  <a:lnTo>
                    <a:pt x="2987304" y="459977"/>
                  </a:lnTo>
                  <a:lnTo>
                    <a:pt x="3042740" y="436465"/>
                  </a:lnTo>
                  <a:lnTo>
                    <a:pt x="3098221" y="411796"/>
                  </a:lnTo>
                  <a:lnTo>
                    <a:pt x="3153806" y="386211"/>
                  </a:lnTo>
                  <a:lnTo>
                    <a:pt x="3209494" y="359996"/>
                  </a:lnTo>
                  <a:lnTo>
                    <a:pt x="3265240" y="333471"/>
                  </a:lnTo>
                  <a:lnTo>
                    <a:pt x="3320982" y="306971"/>
                  </a:lnTo>
                  <a:lnTo>
                    <a:pt x="3376657" y="280829"/>
                  </a:lnTo>
                  <a:lnTo>
                    <a:pt x="3432226" y="255359"/>
                  </a:lnTo>
                  <a:lnTo>
                    <a:pt x="3487695" y="230844"/>
                  </a:lnTo>
                  <a:lnTo>
                    <a:pt x="3543133" y="207518"/>
                  </a:lnTo>
                  <a:lnTo>
                    <a:pt x="3598692" y="185562"/>
                  </a:lnTo>
                  <a:lnTo>
                    <a:pt x="3654621" y="165100"/>
                  </a:lnTo>
                  <a:lnTo>
                    <a:pt x="3711289" y="146199"/>
                  </a:lnTo>
                  <a:lnTo>
                    <a:pt x="3769202" y="128875"/>
                  </a:lnTo>
                  <a:lnTo>
                    <a:pt x="3820202" y="115293"/>
                  </a:lnTo>
                  <a:lnTo>
                    <a:pt x="3872082" y="103049"/>
                  </a:lnTo>
                  <a:lnTo>
                    <a:pt x="3926414" y="91867"/>
                  </a:lnTo>
                  <a:lnTo>
                    <a:pt x="3983880" y="81710"/>
                  </a:lnTo>
                  <a:lnTo>
                    <a:pt x="4045233" y="72505"/>
                  </a:lnTo>
                  <a:lnTo>
                    <a:pt x="4111250" y="64165"/>
                  </a:lnTo>
                  <a:lnTo>
                    <a:pt x="4182694" y="56600"/>
                  </a:lnTo>
                  <a:lnTo>
                    <a:pt x="4260261" y="49724"/>
                  </a:lnTo>
                  <a:lnTo>
                    <a:pt x="4344510" y="43465"/>
                  </a:lnTo>
                  <a:lnTo>
                    <a:pt x="4435773" y="37760"/>
                  </a:lnTo>
                  <a:lnTo>
                    <a:pt x="4534035" y="32562"/>
                  </a:lnTo>
                  <a:lnTo>
                    <a:pt x="4638799" y="27839"/>
                  </a:lnTo>
                  <a:lnTo>
                    <a:pt x="4748932" y="23573"/>
                  </a:lnTo>
                  <a:lnTo>
                    <a:pt x="4862548" y="19759"/>
                  </a:lnTo>
                  <a:lnTo>
                    <a:pt x="4976946" y="16401"/>
                  </a:lnTo>
                  <a:lnTo>
                    <a:pt x="5088682" y="13510"/>
                  </a:lnTo>
                  <a:lnTo>
                    <a:pt x="5193803" y="11093"/>
                  </a:lnTo>
                  <a:lnTo>
                    <a:pt x="5288275" y="9149"/>
                  </a:lnTo>
                  <a:lnTo>
                    <a:pt x="5368544" y="7662"/>
                  </a:lnTo>
                  <a:lnTo>
                    <a:pt x="5432123" y="6596"/>
                  </a:lnTo>
                  <a:lnTo>
                    <a:pt x="5478067" y="5896"/>
                  </a:lnTo>
                  <a:lnTo>
                    <a:pt x="5507211" y="5492"/>
                  </a:lnTo>
                  <a:lnTo>
                    <a:pt x="5522154" y="5302"/>
                  </a:lnTo>
                  <a:lnTo>
                    <a:pt x="5527065" y="524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9" y="5264"/>
                  </a:lnTo>
                  <a:lnTo>
                    <a:pt x="6530925" y="5437"/>
                  </a:lnTo>
                  <a:lnTo>
                    <a:pt x="6549722" y="5914"/>
                  </a:lnTo>
                  <a:lnTo>
                    <a:pt x="6583591" y="6854"/>
                  </a:lnTo>
                  <a:lnTo>
                    <a:pt x="6634599" y="8408"/>
                  </a:lnTo>
                  <a:lnTo>
                    <a:pt x="6703045" y="10704"/>
                  </a:lnTo>
                  <a:lnTo>
                    <a:pt x="6787505" y="13838"/>
                  </a:lnTo>
                  <a:lnTo>
                    <a:pt x="6885153" y="17869"/>
                  </a:lnTo>
                  <a:lnTo>
                    <a:pt x="6992266" y="22817"/>
                  </a:lnTo>
                  <a:lnTo>
                    <a:pt x="7104813" y="28680"/>
                  </a:lnTo>
                  <a:lnTo>
                    <a:pt x="7218985" y="35439"/>
                  </a:lnTo>
                  <a:lnTo>
                    <a:pt x="7331553" y="43076"/>
                  </a:lnTo>
                  <a:lnTo>
                    <a:pt x="7440064" y="51588"/>
                  </a:lnTo>
                  <a:lnTo>
                    <a:pt x="7542861" y="60989"/>
                  </a:lnTo>
                  <a:lnTo>
                    <a:pt x="7639004" y="71322"/>
                  </a:lnTo>
                  <a:lnTo>
                    <a:pt x="7728142" y="82657"/>
                  </a:lnTo>
                  <a:lnTo>
                    <a:pt x="7810365" y="95093"/>
                  </a:lnTo>
                  <a:lnTo>
                    <a:pt x="7886071" y="108755"/>
                  </a:lnTo>
                  <a:lnTo>
                    <a:pt x="7955857" y="123791"/>
                  </a:lnTo>
                  <a:lnTo>
                    <a:pt x="8020435" y="140370"/>
                  </a:lnTo>
                  <a:lnTo>
                    <a:pt x="8080571" y="158663"/>
                  </a:lnTo>
                  <a:lnTo>
                    <a:pt x="8137033" y="178836"/>
                  </a:lnTo>
                  <a:lnTo>
                    <a:pt x="8190552" y="201017"/>
                  </a:lnTo>
                  <a:lnTo>
                    <a:pt x="8229629" y="219233"/>
                  </a:lnTo>
                  <a:lnTo>
                    <a:pt x="8284676" y="247867"/>
                  </a:lnTo>
                  <a:lnTo>
                    <a:pt x="8338126" y="279071"/>
                  </a:lnTo>
                  <a:lnTo>
                    <a:pt x="8390511" y="312892"/>
                  </a:lnTo>
                  <a:lnTo>
                    <a:pt x="8442237" y="349310"/>
                  </a:lnTo>
                  <a:lnTo>
                    <a:pt x="8493605" y="388233"/>
                  </a:lnTo>
                  <a:lnTo>
                    <a:pt x="8544830" y="429487"/>
                  </a:lnTo>
                  <a:lnTo>
                    <a:pt x="8596049" y="472819"/>
                  </a:lnTo>
                  <a:lnTo>
                    <a:pt x="8647338" y="517896"/>
                  </a:lnTo>
                  <a:lnTo>
                    <a:pt x="8698722" y="564316"/>
                  </a:lnTo>
                  <a:lnTo>
                    <a:pt x="8750185" y="611619"/>
                  </a:lnTo>
                  <a:lnTo>
                    <a:pt x="8801686" y="659306"/>
                  </a:lnTo>
                  <a:lnTo>
                    <a:pt x="8853174" y="706863"/>
                  </a:lnTo>
                  <a:lnTo>
                    <a:pt x="8904600" y="753779"/>
                  </a:lnTo>
                  <a:lnTo>
                    <a:pt x="8955936" y="799573"/>
                  </a:lnTo>
                  <a:lnTo>
                    <a:pt x="9007184" y="843812"/>
                  </a:lnTo>
                  <a:lnTo>
                    <a:pt x="9058392" y="886128"/>
                  </a:lnTo>
                  <a:lnTo>
                    <a:pt x="9109668" y="926227"/>
                  </a:lnTo>
                  <a:lnTo>
                    <a:pt x="9161185" y="963897"/>
                  </a:lnTo>
                  <a:lnTo>
                    <a:pt x="9213201" y="999006"/>
                  </a:lnTo>
                  <a:lnTo>
                    <a:pt x="9266068" y="1031500"/>
                  </a:lnTo>
                  <a:lnTo>
                    <a:pt x="9320252" y="1061392"/>
                  </a:lnTo>
                  <a:lnTo>
                    <a:pt x="9347647" y="1075203"/>
                  </a:lnTo>
                  <a:lnTo>
                    <a:pt x="9399377" y="1098947"/>
                  </a:lnTo>
                  <a:lnTo>
                    <a:pt x="9453541" y="1120636"/>
                  </a:lnTo>
                  <a:lnTo>
                    <a:pt x="9510818" y="1140342"/>
                  </a:lnTo>
                  <a:lnTo>
                    <a:pt x="9571953" y="1158207"/>
                  </a:lnTo>
                  <a:lnTo>
                    <a:pt x="9637716" y="1174399"/>
                  </a:lnTo>
                  <a:lnTo>
                    <a:pt x="9708866" y="1189090"/>
                  </a:lnTo>
                  <a:lnTo>
                    <a:pt x="9786092" y="1202443"/>
                  </a:lnTo>
                  <a:lnTo>
                    <a:pt x="9869953" y="1214603"/>
                  </a:lnTo>
                  <a:lnTo>
                    <a:pt x="9960783" y="1225689"/>
                  </a:lnTo>
                  <a:lnTo>
                    <a:pt x="10058580" y="1235793"/>
                  </a:lnTo>
                  <a:lnTo>
                    <a:pt x="10162863" y="1244977"/>
                  </a:lnTo>
                  <a:lnTo>
                    <a:pt x="10272532" y="1253278"/>
                  </a:lnTo>
                  <a:lnTo>
                    <a:pt x="10385741" y="1260705"/>
                  </a:lnTo>
                  <a:lnTo>
                    <a:pt x="10499843" y="1267250"/>
                  </a:lnTo>
                  <a:lnTo>
                    <a:pt x="10611446" y="1272894"/>
                  </a:lnTo>
                  <a:lnTo>
                    <a:pt x="10716647" y="1277621"/>
                  </a:lnTo>
                  <a:lnTo>
                    <a:pt x="10811436" y="1281433"/>
                  </a:lnTo>
                  <a:lnTo>
                    <a:pt x="10892254" y="1284358"/>
                  </a:lnTo>
                  <a:lnTo>
                    <a:pt x="10956570" y="1286466"/>
                  </a:lnTo>
                  <a:lnTo>
                    <a:pt x="11003357" y="1287859"/>
                  </a:lnTo>
                  <a:lnTo>
                    <a:pt x="11033343" y="1288673"/>
                  </a:lnTo>
                  <a:lnTo>
                    <a:pt x="11049007" y="1289062"/>
                  </a:lnTo>
                  <a:lnTo>
                    <a:pt x="11054393" y="1289185"/>
                  </a:lnTo>
                  <a:lnTo>
                    <a:pt x="11054891" y="1289195"/>
                  </a:lnTo>
                  <a:lnTo>
                    <a:pt x="12049831" y="1289195"/>
                  </a:lnTo>
                  <a:lnTo>
                    <a:pt x="12049831" y="1283955"/>
                  </a:lnTo>
                  <a:lnTo>
                    <a:pt x="11054891" y="1283955"/>
                  </a:lnTo>
                  <a:lnTo>
                    <a:pt x="11053768" y="1283931"/>
                  </a:lnTo>
                  <a:lnTo>
                    <a:pt x="11046352" y="1283758"/>
                  </a:lnTo>
                  <a:lnTo>
                    <a:pt x="11027554" y="1283281"/>
                  </a:lnTo>
                  <a:lnTo>
                    <a:pt x="10993686" y="1282341"/>
                  </a:lnTo>
                  <a:lnTo>
                    <a:pt x="10942677" y="1280787"/>
                  </a:lnTo>
                  <a:lnTo>
                    <a:pt x="10874232" y="1278491"/>
                  </a:lnTo>
                  <a:lnTo>
                    <a:pt x="10789771" y="1275357"/>
                  </a:lnTo>
                  <a:lnTo>
                    <a:pt x="10692123" y="1271326"/>
                  </a:lnTo>
                  <a:lnTo>
                    <a:pt x="10585011" y="1266378"/>
                  </a:lnTo>
                  <a:lnTo>
                    <a:pt x="10472463" y="1260515"/>
                  </a:lnTo>
                  <a:lnTo>
                    <a:pt x="10358292" y="1253756"/>
                  </a:lnTo>
                  <a:lnTo>
                    <a:pt x="10245723" y="1246119"/>
                  </a:lnTo>
                  <a:lnTo>
                    <a:pt x="10137212" y="1237607"/>
                  </a:lnTo>
                  <a:lnTo>
                    <a:pt x="10034416" y="1228206"/>
                  </a:lnTo>
                  <a:lnTo>
                    <a:pt x="9938273" y="1217873"/>
                  </a:lnTo>
                  <a:lnTo>
                    <a:pt x="9849135" y="1206538"/>
                  </a:lnTo>
                  <a:lnTo>
                    <a:pt x="9766912" y="1194102"/>
                  </a:lnTo>
                  <a:lnTo>
                    <a:pt x="9691206" y="1180440"/>
                  </a:lnTo>
                  <a:lnTo>
                    <a:pt x="9621420" y="1165404"/>
                  </a:lnTo>
                  <a:lnTo>
                    <a:pt x="9556841" y="1148825"/>
                  </a:lnTo>
                  <a:lnTo>
                    <a:pt x="9496705" y="1130532"/>
                  </a:lnTo>
                  <a:lnTo>
                    <a:pt x="9440244" y="1110359"/>
                  </a:lnTo>
                  <a:lnTo>
                    <a:pt x="9386724" y="1088178"/>
                  </a:lnTo>
                  <a:lnTo>
                    <a:pt x="9347647" y="1069962"/>
                  </a:lnTo>
                  <a:lnTo>
                    <a:pt x="9292601" y="1041328"/>
                  </a:lnTo>
                  <a:lnTo>
                    <a:pt x="9239150" y="1010124"/>
                  </a:lnTo>
                  <a:lnTo>
                    <a:pt x="9186765" y="976303"/>
                  </a:lnTo>
                  <a:lnTo>
                    <a:pt x="9135039" y="939885"/>
                  </a:lnTo>
                  <a:lnTo>
                    <a:pt x="9083671" y="900962"/>
                  </a:lnTo>
                  <a:lnTo>
                    <a:pt x="9032447" y="859708"/>
                  </a:lnTo>
                  <a:lnTo>
                    <a:pt x="8981228" y="816376"/>
                  </a:lnTo>
                  <a:lnTo>
                    <a:pt x="8929938" y="771299"/>
                  </a:lnTo>
                  <a:lnTo>
                    <a:pt x="8878555" y="724879"/>
                  </a:lnTo>
                  <a:lnTo>
                    <a:pt x="8827092" y="677576"/>
                  </a:lnTo>
                  <a:lnTo>
                    <a:pt x="8775591" y="629889"/>
                  </a:lnTo>
                  <a:lnTo>
                    <a:pt x="8724103" y="582332"/>
                  </a:lnTo>
                  <a:lnTo>
                    <a:pt x="8672676" y="535416"/>
                  </a:lnTo>
                  <a:lnTo>
                    <a:pt x="8621341" y="489622"/>
                  </a:lnTo>
                  <a:lnTo>
                    <a:pt x="8570093" y="445383"/>
                  </a:lnTo>
                  <a:lnTo>
                    <a:pt x="8518884" y="403067"/>
                  </a:lnTo>
                  <a:lnTo>
                    <a:pt x="8467609" y="362968"/>
                  </a:lnTo>
                  <a:lnTo>
                    <a:pt x="8416091" y="325298"/>
                  </a:lnTo>
                  <a:lnTo>
                    <a:pt x="8364075" y="290189"/>
                  </a:lnTo>
                  <a:lnTo>
                    <a:pt x="8311208" y="257695"/>
                  </a:lnTo>
                  <a:lnTo>
                    <a:pt x="8257025" y="227803"/>
                  </a:lnTo>
                  <a:lnTo>
                    <a:pt x="8229629" y="213992"/>
                  </a:lnTo>
                  <a:lnTo>
                    <a:pt x="8177900" y="190248"/>
                  </a:lnTo>
                  <a:lnTo>
                    <a:pt x="8123736" y="168559"/>
                  </a:lnTo>
                  <a:lnTo>
                    <a:pt x="8066458" y="148852"/>
                  </a:lnTo>
                  <a:lnTo>
                    <a:pt x="8005324" y="130988"/>
                  </a:lnTo>
                  <a:lnTo>
                    <a:pt x="7939560" y="114796"/>
                  </a:lnTo>
                  <a:lnTo>
                    <a:pt x="7868411" y="100105"/>
                  </a:lnTo>
                  <a:lnTo>
                    <a:pt x="7791185" y="86752"/>
                  </a:lnTo>
                  <a:lnTo>
                    <a:pt x="7707324" y="74592"/>
                  </a:lnTo>
                  <a:lnTo>
                    <a:pt x="7616493" y="63506"/>
                  </a:lnTo>
                  <a:lnTo>
                    <a:pt x="7518696" y="53402"/>
                  </a:lnTo>
                  <a:lnTo>
                    <a:pt x="7414413" y="44217"/>
                  </a:lnTo>
                  <a:lnTo>
                    <a:pt x="7304745" y="35917"/>
                  </a:lnTo>
                  <a:lnTo>
                    <a:pt x="7191535" y="28490"/>
                  </a:lnTo>
                  <a:lnTo>
                    <a:pt x="7077433" y="21945"/>
                  </a:lnTo>
                  <a:lnTo>
                    <a:pt x="6965830" y="16301"/>
                  </a:lnTo>
                  <a:lnTo>
                    <a:pt x="6860630" y="11574"/>
                  </a:lnTo>
                  <a:lnTo>
                    <a:pt x="6765841" y="7762"/>
                  </a:lnTo>
                  <a:lnTo>
                    <a:pt x="6685023" y="4837"/>
                  </a:lnTo>
                  <a:lnTo>
                    <a:pt x="6620707" y="2729"/>
                  </a:lnTo>
                  <a:lnTo>
                    <a:pt x="6573920" y="1336"/>
                  </a:lnTo>
                  <a:lnTo>
                    <a:pt x="6543934" y="522"/>
                  </a:lnTo>
                  <a:lnTo>
                    <a:pt x="6528270" y="133"/>
                  </a:lnTo>
                  <a:lnTo>
                    <a:pt x="6522883" y="1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2" y="12"/>
                  </a:lnTo>
                  <a:lnTo>
                    <a:pt x="5518835" y="102"/>
                  </a:lnTo>
                  <a:lnTo>
                    <a:pt x="5499886" y="349"/>
                  </a:lnTo>
                  <a:lnTo>
                    <a:pt x="5465755" y="837"/>
                  </a:lnTo>
                  <a:lnTo>
                    <a:pt x="5414373" y="1643"/>
                  </a:lnTo>
                  <a:lnTo>
                    <a:pt x="5345463" y="2833"/>
                  </a:lnTo>
                  <a:lnTo>
                    <a:pt x="5260485" y="4458"/>
                  </a:lnTo>
                  <a:lnTo>
                    <a:pt x="5162313" y="6547"/>
                  </a:lnTo>
                  <a:lnTo>
                    <a:pt x="5054714" y="9111"/>
                  </a:lnTo>
                  <a:lnTo>
                    <a:pt x="4941752" y="12147"/>
                  </a:lnTo>
                  <a:lnTo>
                    <a:pt x="4827259" y="15647"/>
                  </a:lnTo>
                  <a:lnTo>
                    <a:pt x="4714468" y="19601"/>
                  </a:lnTo>
                  <a:lnTo>
                    <a:pt x="4605828" y="24007"/>
                  </a:lnTo>
                  <a:lnTo>
                    <a:pt x="4502982" y="28874"/>
                  </a:lnTo>
                  <a:lnTo>
                    <a:pt x="4406852" y="34224"/>
                  </a:lnTo>
                  <a:lnTo>
                    <a:pt x="4317771" y="40094"/>
                  </a:lnTo>
                  <a:lnTo>
                    <a:pt x="4235632" y="46537"/>
                  </a:lnTo>
                  <a:lnTo>
                    <a:pt x="4160023" y="53616"/>
                  </a:lnTo>
                  <a:lnTo>
                    <a:pt x="4090332" y="61412"/>
                  </a:lnTo>
                  <a:lnTo>
                    <a:pt x="4025837" y="70009"/>
                  </a:lnTo>
                  <a:lnTo>
                    <a:pt x="3965767" y="79499"/>
                  </a:lnTo>
                  <a:lnTo>
                    <a:pt x="3909346" y="89965"/>
                  </a:lnTo>
                  <a:lnTo>
                    <a:pt x="3855839" y="101473"/>
                  </a:lnTo>
                  <a:lnTo>
                    <a:pt x="3820202" y="110053"/>
                  </a:lnTo>
                  <a:lnTo>
                    <a:pt x="3760692" y="126053"/>
                  </a:lnTo>
                  <a:lnTo>
                    <a:pt x="3702997" y="143605"/>
                  </a:lnTo>
                  <a:lnTo>
                    <a:pt x="3646465" y="162734"/>
                  </a:lnTo>
                  <a:lnTo>
                    <a:pt x="3590609" y="183419"/>
                  </a:lnTo>
                  <a:lnTo>
                    <a:pt x="3535081" y="205583"/>
                  </a:lnTo>
                  <a:lnTo>
                    <a:pt x="3479645" y="229094"/>
                  </a:lnTo>
                  <a:lnTo>
                    <a:pt x="3424164" y="253764"/>
                  </a:lnTo>
                  <a:lnTo>
                    <a:pt x="3368579" y="279349"/>
                  </a:lnTo>
                  <a:lnTo>
                    <a:pt x="3312891" y="305563"/>
                  </a:lnTo>
                  <a:lnTo>
                    <a:pt x="3257145" y="332088"/>
                  </a:lnTo>
                  <a:lnTo>
                    <a:pt x="3201403" y="358589"/>
                  </a:lnTo>
                  <a:lnTo>
                    <a:pt x="3145728" y="384731"/>
                  </a:lnTo>
                  <a:lnTo>
                    <a:pt x="3090159" y="410200"/>
                  </a:lnTo>
                  <a:lnTo>
                    <a:pt x="3034690" y="434715"/>
                  </a:lnTo>
                  <a:lnTo>
                    <a:pt x="2979252" y="458042"/>
                  </a:lnTo>
                  <a:lnTo>
                    <a:pt x="2923693" y="479998"/>
                  </a:lnTo>
                  <a:lnTo>
                    <a:pt x="2867764" y="500460"/>
                  </a:lnTo>
                  <a:lnTo>
                    <a:pt x="2811096" y="519360"/>
                  </a:lnTo>
                  <a:lnTo>
                    <a:pt x="2753183" y="536684"/>
                  </a:lnTo>
                  <a:lnTo>
                    <a:pt x="2702183" y="550266"/>
                  </a:lnTo>
                  <a:lnTo>
                    <a:pt x="2650303" y="562511"/>
                  </a:lnTo>
                  <a:lnTo>
                    <a:pt x="2595971" y="573692"/>
                  </a:lnTo>
                  <a:lnTo>
                    <a:pt x="2538505" y="583849"/>
                  </a:lnTo>
                  <a:lnTo>
                    <a:pt x="2477152" y="593054"/>
                  </a:lnTo>
                  <a:lnTo>
                    <a:pt x="2411135" y="601394"/>
                  </a:lnTo>
                  <a:lnTo>
                    <a:pt x="2339691" y="608960"/>
                  </a:lnTo>
                  <a:lnTo>
                    <a:pt x="2262124" y="615835"/>
                  </a:lnTo>
                  <a:lnTo>
                    <a:pt x="2177875" y="622094"/>
                  </a:lnTo>
                  <a:lnTo>
                    <a:pt x="2086612" y="627799"/>
                  </a:lnTo>
                  <a:lnTo>
                    <a:pt x="1988350" y="632997"/>
                  </a:lnTo>
                  <a:lnTo>
                    <a:pt x="1883586" y="637720"/>
                  </a:lnTo>
                  <a:lnTo>
                    <a:pt x="1773453" y="641986"/>
                  </a:lnTo>
                  <a:lnTo>
                    <a:pt x="1659837" y="645801"/>
                  </a:lnTo>
                  <a:lnTo>
                    <a:pt x="1545439" y="649158"/>
                  </a:lnTo>
                  <a:lnTo>
                    <a:pt x="1433703" y="652050"/>
                  </a:lnTo>
                  <a:lnTo>
                    <a:pt x="1328582" y="654467"/>
                  </a:lnTo>
                  <a:lnTo>
                    <a:pt x="1234110" y="656411"/>
                  </a:lnTo>
                  <a:lnTo>
                    <a:pt x="1153841" y="657898"/>
                  </a:lnTo>
                  <a:lnTo>
                    <a:pt x="1090262" y="658963"/>
                  </a:lnTo>
                  <a:lnTo>
                    <a:pt x="1044318" y="659663"/>
                  </a:lnTo>
                  <a:lnTo>
                    <a:pt x="1015174" y="660068"/>
                  </a:lnTo>
                  <a:lnTo>
                    <a:pt x="1000231" y="660258"/>
                  </a:lnTo>
                  <a:lnTo>
                    <a:pt x="995320" y="660315"/>
                  </a:lnTo>
                  <a:lnTo>
                    <a:pt x="994940" y="660319"/>
                  </a:lnTo>
                  <a:lnTo>
                    <a:pt x="0" y="660319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65" name="pl1164"/>
            <p:cNvSpPr/>
            <p:nvPr/>
          </p:nvSpPr>
          <p:spPr>
            <a:xfrm>
              <a:off x="1199187" y="3568707"/>
              <a:ext cx="12049831" cy="1283955"/>
            </a:xfrm>
            <a:custGeom>
              <a:avLst/>
              <a:pathLst>
                <a:path w="12049831" h="1283955">
                  <a:moveTo>
                    <a:pt x="0" y="660319"/>
                  </a:moveTo>
                  <a:lnTo>
                    <a:pt x="994940" y="660319"/>
                  </a:lnTo>
                  <a:lnTo>
                    <a:pt x="996073" y="660307"/>
                  </a:lnTo>
                  <a:lnTo>
                    <a:pt x="1003550" y="660217"/>
                  </a:lnTo>
                  <a:lnTo>
                    <a:pt x="1022499" y="659970"/>
                  </a:lnTo>
                  <a:lnTo>
                    <a:pt x="1056630" y="659482"/>
                  </a:lnTo>
                  <a:lnTo>
                    <a:pt x="1108012" y="658676"/>
                  </a:lnTo>
                  <a:lnTo>
                    <a:pt x="1176922" y="657486"/>
                  </a:lnTo>
                  <a:lnTo>
                    <a:pt x="1261900" y="655861"/>
                  </a:lnTo>
                  <a:lnTo>
                    <a:pt x="1360072" y="653772"/>
                  </a:lnTo>
                  <a:lnTo>
                    <a:pt x="1467671" y="651208"/>
                  </a:lnTo>
                  <a:lnTo>
                    <a:pt x="1580633" y="648171"/>
                  </a:lnTo>
                  <a:lnTo>
                    <a:pt x="1695126" y="644672"/>
                  </a:lnTo>
                  <a:lnTo>
                    <a:pt x="1807917" y="640718"/>
                  </a:lnTo>
                  <a:lnTo>
                    <a:pt x="1916557" y="636312"/>
                  </a:lnTo>
                  <a:lnTo>
                    <a:pt x="2019403" y="631445"/>
                  </a:lnTo>
                  <a:lnTo>
                    <a:pt x="2115533" y="626095"/>
                  </a:lnTo>
                  <a:lnTo>
                    <a:pt x="2204614" y="620224"/>
                  </a:lnTo>
                  <a:lnTo>
                    <a:pt x="2286753" y="613782"/>
                  </a:lnTo>
                  <a:lnTo>
                    <a:pt x="2362362" y="606703"/>
                  </a:lnTo>
                  <a:lnTo>
                    <a:pt x="2432053" y="598907"/>
                  </a:lnTo>
                  <a:lnTo>
                    <a:pt x="2496548" y="590310"/>
                  </a:lnTo>
                  <a:lnTo>
                    <a:pt x="2556618" y="580820"/>
                  </a:lnTo>
                  <a:lnTo>
                    <a:pt x="2613039" y="570354"/>
                  </a:lnTo>
                  <a:lnTo>
                    <a:pt x="2666546" y="558846"/>
                  </a:lnTo>
                  <a:lnTo>
                    <a:pt x="2702183" y="550266"/>
                  </a:lnTo>
                  <a:lnTo>
                    <a:pt x="2761693" y="534266"/>
                  </a:lnTo>
                  <a:lnTo>
                    <a:pt x="2819388" y="516714"/>
                  </a:lnTo>
                  <a:lnTo>
                    <a:pt x="2875920" y="497585"/>
                  </a:lnTo>
                  <a:lnTo>
                    <a:pt x="2931776" y="476900"/>
                  </a:lnTo>
                  <a:lnTo>
                    <a:pt x="2987304" y="454736"/>
                  </a:lnTo>
                  <a:lnTo>
                    <a:pt x="3042740" y="431225"/>
                  </a:lnTo>
                  <a:lnTo>
                    <a:pt x="3098221" y="406555"/>
                  </a:lnTo>
                  <a:lnTo>
                    <a:pt x="3153806" y="380970"/>
                  </a:lnTo>
                  <a:lnTo>
                    <a:pt x="3209494" y="354755"/>
                  </a:lnTo>
                  <a:lnTo>
                    <a:pt x="3265240" y="328231"/>
                  </a:lnTo>
                  <a:lnTo>
                    <a:pt x="3320982" y="301730"/>
                  </a:lnTo>
                  <a:lnTo>
                    <a:pt x="3376657" y="275588"/>
                  </a:lnTo>
                  <a:lnTo>
                    <a:pt x="3432226" y="250119"/>
                  </a:lnTo>
                  <a:lnTo>
                    <a:pt x="3487695" y="225603"/>
                  </a:lnTo>
                  <a:lnTo>
                    <a:pt x="3543133" y="202277"/>
                  </a:lnTo>
                  <a:lnTo>
                    <a:pt x="3598692" y="180321"/>
                  </a:lnTo>
                  <a:lnTo>
                    <a:pt x="3654621" y="159859"/>
                  </a:lnTo>
                  <a:lnTo>
                    <a:pt x="3711289" y="140959"/>
                  </a:lnTo>
                  <a:lnTo>
                    <a:pt x="3769202" y="123635"/>
                  </a:lnTo>
                  <a:lnTo>
                    <a:pt x="3820202" y="110053"/>
                  </a:lnTo>
                  <a:lnTo>
                    <a:pt x="3872082" y="97808"/>
                  </a:lnTo>
                  <a:lnTo>
                    <a:pt x="3926414" y="86627"/>
                  </a:lnTo>
                  <a:lnTo>
                    <a:pt x="3983880" y="76470"/>
                  </a:lnTo>
                  <a:lnTo>
                    <a:pt x="4045233" y="67265"/>
                  </a:lnTo>
                  <a:lnTo>
                    <a:pt x="4111250" y="58924"/>
                  </a:lnTo>
                  <a:lnTo>
                    <a:pt x="4182694" y="51359"/>
                  </a:lnTo>
                  <a:lnTo>
                    <a:pt x="4260261" y="44484"/>
                  </a:lnTo>
                  <a:lnTo>
                    <a:pt x="4344510" y="38224"/>
                  </a:lnTo>
                  <a:lnTo>
                    <a:pt x="4435773" y="32520"/>
                  </a:lnTo>
                  <a:lnTo>
                    <a:pt x="4534035" y="27322"/>
                  </a:lnTo>
                  <a:lnTo>
                    <a:pt x="4638799" y="22599"/>
                  </a:lnTo>
                  <a:lnTo>
                    <a:pt x="4748932" y="18333"/>
                  </a:lnTo>
                  <a:lnTo>
                    <a:pt x="4862548" y="14518"/>
                  </a:lnTo>
                  <a:lnTo>
                    <a:pt x="4976946" y="11160"/>
                  </a:lnTo>
                  <a:lnTo>
                    <a:pt x="5088682" y="8269"/>
                  </a:lnTo>
                  <a:lnTo>
                    <a:pt x="5193803" y="5852"/>
                  </a:lnTo>
                  <a:lnTo>
                    <a:pt x="5288275" y="3908"/>
                  </a:lnTo>
                  <a:lnTo>
                    <a:pt x="5368544" y="2421"/>
                  </a:lnTo>
                  <a:lnTo>
                    <a:pt x="5432123" y="1356"/>
                  </a:lnTo>
                  <a:lnTo>
                    <a:pt x="5478067" y="656"/>
                  </a:lnTo>
                  <a:lnTo>
                    <a:pt x="5507211" y="251"/>
                  </a:lnTo>
                  <a:lnTo>
                    <a:pt x="5522154" y="61"/>
                  </a:lnTo>
                  <a:lnTo>
                    <a:pt x="5527065" y="4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9" y="24"/>
                  </a:lnTo>
                  <a:lnTo>
                    <a:pt x="6530925" y="196"/>
                  </a:lnTo>
                  <a:lnTo>
                    <a:pt x="6549722" y="673"/>
                  </a:lnTo>
                  <a:lnTo>
                    <a:pt x="6583591" y="1613"/>
                  </a:lnTo>
                  <a:lnTo>
                    <a:pt x="6634599" y="3167"/>
                  </a:lnTo>
                  <a:lnTo>
                    <a:pt x="6703045" y="5463"/>
                  </a:lnTo>
                  <a:lnTo>
                    <a:pt x="6787505" y="8597"/>
                  </a:lnTo>
                  <a:lnTo>
                    <a:pt x="6885153" y="12628"/>
                  </a:lnTo>
                  <a:lnTo>
                    <a:pt x="6992266" y="17577"/>
                  </a:lnTo>
                  <a:lnTo>
                    <a:pt x="7104813" y="23439"/>
                  </a:lnTo>
                  <a:lnTo>
                    <a:pt x="7218985" y="30198"/>
                  </a:lnTo>
                  <a:lnTo>
                    <a:pt x="7331553" y="37835"/>
                  </a:lnTo>
                  <a:lnTo>
                    <a:pt x="7440064" y="46347"/>
                  </a:lnTo>
                  <a:lnTo>
                    <a:pt x="7542861" y="55748"/>
                  </a:lnTo>
                  <a:lnTo>
                    <a:pt x="7639004" y="66082"/>
                  </a:lnTo>
                  <a:lnTo>
                    <a:pt x="7728142" y="77417"/>
                  </a:lnTo>
                  <a:lnTo>
                    <a:pt x="7810365" y="89852"/>
                  </a:lnTo>
                  <a:lnTo>
                    <a:pt x="7886071" y="103514"/>
                  </a:lnTo>
                  <a:lnTo>
                    <a:pt x="7955857" y="118551"/>
                  </a:lnTo>
                  <a:lnTo>
                    <a:pt x="8020435" y="135129"/>
                  </a:lnTo>
                  <a:lnTo>
                    <a:pt x="8080571" y="153422"/>
                  </a:lnTo>
                  <a:lnTo>
                    <a:pt x="8137033" y="173596"/>
                  </a:lnTo>
                  <a:lnTo>
                    <a:pt x="8190552" y="195776"/>
                  </a:lnTo>
                  <a:lnTo>
                    <a:pt x="8229629" y="213992"/>
                  </a:lnTo>
                  <a:lnTo>
                    <a:pt x="8284676" y="242626"/>
                  </a:lnTo>
                  <a:lnTo>
                    <a:pt x="8338126" y="273831"/>
                  </a:lnTo>
                  <a:lnTo>
                    <a:pt x="8390511" y="307651"/>
                  </a:lnTo>
                  <a:lnTo>
                    <a:pt x="8442237" y="344070"/>
                  </a:lnTo>
                  <a:lnTo>
                    <a:pt x="8493605" y="382992"/>
                  </a:lnTo>
                  <a:lnTo>
                    <a:pt x="8544830" y="424246"/>
                  </a:lnTo>
                  <a:lnTo>
                    <a:pt x="8596049" y="467578"/>
                  </a:lnTo>
                  <a:lnTo>
                    <a:pt x="8647338" y="512655"/>
                  </a:lnTo>
                  <a:lnTo>
                    <a:pt x="8698722" y="559075"/>
                  </a:lnTo>
                  <a:lnTo>
                    <a:pt x="8750185" y="606378"/>
                  </a:lnTo>
                  <a:lnTo>
                    <a:pt x="8801686" y="654066"/>
                  </a:lnTo>
                  <a:lnTo>
                    <a:pt x="8853174" y="701622"/>
                  </a:lnTo>
                  <a:lnTo>
                    <a:pt x="8904600" y="748538"/>
                  </a:lnTo>
                  <a:lnTo>
                    <a:pt x="8955936" y="794332"/>
                  </a:lnTo>
                  <a:lnTo>
                    <a:pt x="9007184" y="838572"/>
                  </a:lnTo>
                  <a:lnTo>
                    <a:pt x="9058392" y="880887"/>
                  </a:lnTo>
                  <a:lnTo>
                    <a:pt x="9109668" y="920987"/>
                  </a:lnTo>
                  <a:lnTo>
                    <a:pt x="9161185" y="958657"/>
                  </a:lnTo>
                  <a:lnTo>
                    <a:pt x="9213201" y="993766"/>
                  </a:lnTo>
                  <a:lnTo>
                    <a:pt x="9266068" y="1026259"/>
                  </a:lnTo>
                  <a:lnTo>
                    <a:pt x="9320252" y="1056152"/>
                  </a:lnTo>
                  <a:lnTo>
                    <a:pt x="9347647" y="1069962"/>
                  </a:lnTo>
                  <a:lnTo>
                    <a:pt x="9399377" y="1093706"/>
                  </a:lnTo>
                  <a:lnTo>
                    <a:pt x="9453541" y="1115395"/>
                  </a:lnTo>
                  <a:lnTo>
                    <a:pt x="9510818" y="1135102"/>
                  </a:lnTo>
                  <a:lnTo>
                    <a:pt x="9571953" y="1152967"/>
                  </a:lnTo>
                  <a:lnTo>
                    <a:pt x="9637716" y="1169158"/>
                  </a:lnTo>
                  <a:lnTo>
                    <a:pt x="9708866" y="1183849"/>
                  </a:lnTo>
                  <a:lnTo>
                    <a:pt x="9786092" y="1197203"/>
                  </a:lnTo>
                  <a:lnTo>
                    <a:pt x="9869953" y="1209363"/>
                  </a:lnTo>
                  <a:lnTo>
                    <a:pt x="9960783" y="1220449"/>
                  </a:lnTo>
                  <a:lnTo>
                    <a:pt x="10058580" y="1230552"/>
                  </a:lnTo>
                  <a:lnTo>
                    <a:pt x="10162863" y="1239737"/>
                  </a:lnTo>
                  <a:lnTo>
                    <a:pt x="10272532" y="1248037"/>
                  </a:lnTo>
                  <a:lnTo>
                    <a:pt x="10385741" y="1255464"/>
                  </a:lnTo>
                  <a:lnTo>
                    <a:pt x="10499843" y="1262009"/>
                  </a:lnTo>
                  <a:lnTo>
                    <a:pt x="10611446" y="1267653"/>
                  </a:lnTo>
                  <a:lnTo>
                    <a:pt x="10716647" y="1272380"/>
                  </a:lnTo>
                  <a:lnTo>
                    <a:pt x="10811436" y="1276192"/>
                  </a:lnTo>
                  <a:lnTo>
                    <a:pt x="10892254" y="1279118"/>
                  </a:lnTo>
                  <a:lnTo>
                    <a:pt x="10956570" y="1281225"/>
                  </a:lnTo>
                  <a:lnTo>
                    <a:pt x="11003357" y="1282618"/>
                  </a:lnTo>
                  <a:lnTo>
                    <a:pt x="11033343" y="1283432"/>
                  </a:lnTo>
                  <a:lnTo>
                    <a:pt x="11049007" y="1283821"/>
                  </a:lnTo>
                  <a:lnTo>
                    <a:pt x="11054393" y="1283944"/>
                  </a:lnTo>
                  <a:lnTo>
                    <a:pt x="11054891" y="1283955"/>
                  </a:lnTo>
                  <a:lnTo>
                    <a:pt x="12049831" y="1283955"/>
                  </a:lnTo>
                  <a:lnTo>
                    <a:pt x="12049831" y="12839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6" name="pl1165"/>
            <p:cNvSpPr/>
            <p:nvPr/>
          </p:nvSpPr>
          <p:spPr>
            <a:xfrm>
              <a:off x="1199187" y="3563466"/>
              <a:ext cx="12049831" cy="1283955"/>
            </a:xfrm>
            <a:custGeom>
              <a:avLst/>
              <a:pathLst>
                <a:path w="12049831" h="1283955">
                  <a:moveTo>
                    <a:pt x="12049831" y="1283955"/>
                  </a:moveTo>
                  <a:lnTo>
                    <a:pt x="11054891" y="1283955"/>
                  </a:lnTo>
                  <a:lnTo>
                    <a:pt x="11053768" y="1283931"/>
                  </a:lnTo>
                  <a:lnTo>
                    <a:pt x="11046352" y="1283758"/>
                  </a:lnTo>
                  <a:lnTo>
                    <a:pt x="11027554" y="1283281"/>
                  </a:lnTo>
                  <a:lnTo>
                    <a:pt x="10993686" y="1282341"/>
                  </a:lnTo>
                  <a:lnTo>
                    <a:pt x="10942677" y="1280787"/>
                  </a:lnTo>
                  <a:lnTo>
                    <a:pt x="10874232" y="1278491"/>
                  </a:lnTo>
                  <a:lnTo>
                    <a:pt x="10789771" y="1275357"/>
                  </a:lnTo>
                  <a:lnTo>
                    <a:pt x="10692123" y="1271326"/>
                  </a:lnTo>
                  <a:lnTo>
                    <a:pt x="10585011" y="1266378"/>
                  </a:lnTo>
                  <a:lnTo>
                    <a:pt x="10472463" y="1260515"/>
                  </a:lnTo>
                  <a:lnTo>
                    <a:pt x="10358292" y="1253756"/>
                  </a:lnTo>
                  <a:lnTo>
                    <a:pt x="10245723" y="1246119"/>
                  </a:lnTo>
                  <a:lnTo>
                    <a:pt x="10137212" y="1237607"/>
                  </a:lnTo>
                  <a:lnTo>
                    <a:pt x="10034416" y="1228206"/>
                  </a:lnTo>
                  <a:lnTo>
                    <a:pt x="9938273" y="1217873"/>
                  </a:lnTo>
                  <a:lnTo>
                    <a:pt x="9849135" y="1206538"/>
                  </a:lnTo>
                  <a:lnTo>
                    <a:pt x="9766912" y="1194102"/>
                  </a:lnTo>
                  <a:lnTo>
                    <a:pt x="9691206" y="1180440"/>
                  </a:lnTo>
                  <a:lnTo>
                    <a:pt x="9621420" y="1165404"/>
                  </a:lnTo>
                  <a:lnTo>
                    <a:pt x="9556841" y="1148825"/>
                  </a:lnTo>
                  <a:lnTo>
                    <a:pt x="9496705" y="1130532"/>
                  </a:lnTo>
                  <a:lnTo>
                    <a:pt x="9440244" y="1110359"/>
                  </a:lnTo>
                  <a:lnTo>
                    <a:pt x="9386724" y="1088178"/>
                  </a:lnTo>
                  <a:lnTo>
                    <a:pt x="9347647" y="1069962"/>
                  </a:lnTo>
                  <a:lnTo>
                    <a:pt x="9292601" y="1041328"/>
                  </a:lnTo>
                  <a:lnTo>
                    <a:pt x="9239150" y="1010124"/>
                  </a:lnTo>
                  <a:lnTo>
                    <a:pt x="9186765" y="976303"/>
                  </a:lnTo>
                  <a:lnTo>
                    <a:pt x="9135039" y="939885"/>
                  </a:lnTo>
                  <a:lnTo>
                    <a:pt x="9083671" y="900962"/>
                  </a:lnTo>
                  <a:lnTo>
                    <a:pt x="9032447" y="859708"/>
                  </a:lnTo>
                  <a:lnTo>
                    <a:pt x="8981228" y="816376"/>
                  </a:lnTo>
                  <a:lnTo>
                    <a:pt x="8929938" y="771299"/>
                  </a:lnTo>
                  <a:lnTo>
                    <a:pt x="8878555" y="724879"/>
                  </a:lnTo>
                  <a:lnTo>
                    <a:pt x="8827092" y="677576"/>
                  </a:lnTo>
                  <a:lnTo>
                    <a:pt x="8775591" y="629889"/>
                  </a:lnTo>
                  <a:lnTo>
                    <a:pt x="8724103" y="582332"/>
                  </a:lnTo>
                  <a:lnTo>
                    <a:pt x="8672676" y="535416"/>
                  </a:lnTo>
                  <a:lnTo>
                    <a:pt x="8621341" y="489622"/>
                  </a:lnTo>
                  <a:lnTo>
                    <a:pt x="8570093" y="445383"/>
                  </a:lnTo>
                  <a:lnTo>
                    <a:pt x="8518884" y="403067"/>
                  </a:lnTo>
                  <a:lnTo>
                    <a:pt x="8467609" y="362968"/>
                  </a:lnTo>
                  <a:lnTo>
                    <a:pt x="8416091" y="325298"/>
                  </a:lnTo>
                  <a:lnTo>
                    <a:pt x="8364075" y="290189"/>
                  </a:lnTo>
                  <a:lnTo>
                    <a:pt x="8311208" y="257695"/>
                  </a:lnTo>
                  <a:lnTo>
                    <a:pt x="8257025" y="227803"/>
                  </a:lnTo>
                  <a:lnTo>
                    <a:pt x="8229629" y="213992"/>
                  </a:lnTo>
                  <a:lnTo>
                    <a:pt x="8177900" y="190248"/>
                  </a:lnTo>
                  <a:lnTo>
                    <a:pt x="8123736" y="168559"/>
                  </a:lnTo>
                  <a:lnTo>
                    <a:pt x="8066458" y="148852"/>
                  </a:lnTo>
                  <a:lnTo>
                    <a:pt x="8005324" y="130988"/>
                  </a:lnTo>
                  <a:lnTo>
                    <a:pt x="7939560" y="114796"/>
                  </a:lnTo>
                  <a:lnTo>
                    <a:pt x="7868411" y="100105"/>
                  </a:lnTo>
                  <a:lnTo>
                    <a:pt x="7791185" y="86752"/>
                  </a:lnTo>
                  <a:lnTo>
                    <a:pt x="7707324" y="74592"/>
                  </a:lnTo>
                  <a:lnTo>
                    <a:pt x="7616493" y="63506"/>
                  </a:lnTo>
                  <a:lnTo>
                    <a:pt x="7518696" y="53402"/>
                  </a:lnTo>
                  <a:lnTo>
                    <a:pt x="7414413" y="44217"/>
                  </a:lnTo>
                  <a:lnTo>
                    <a:pt x="7304745" y="35917"/>
                  </a:lnTo>
                  <a:lnTo>
                    <a:pt x="7191535" y="28490"/>
                  </a:lnTo>
                  <a:lnTo>
                    <a:pt x="7077433" y="21945"/>
                  </a:lnTo>
                  <a:lnTo>
                    <a:pt x="6965830" y="16301"/>
                  </a:lnTo>
                  <a:lnTo>
                    <a:pt x="6860630" y="11574"/>
                  </a:lnTo>
                  <a:lnTo>
                    <a:pt x="6765841" y="7762"/>
                  </a:lnTo>
                  <a:lnTo>
                    <a:pt x="6685023" y="4837"/>
                  </a:lnTo>
                  <a:lnTo>
                    <a:pt x="6620707" y="2729"/>
                  </a:lnTo>
                  <a:lnTo>
                    <a:pt x="6573920" y="1336"/>
                  </a:lnTo>
                  <a:lnTo>
                    <a:pt x="6543934" y="522"/>
                  </a:lnTo>
                  <a:lnTo>
                    <a:pt x="6528270" y="133"/>
                  </a:lnTo>
                  <a:lnTo>
                    <a:pt x="6522883" y="1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2" y="12"/>
                  </a:lnTo>
                  <a:lnTo>
                    <a:pt x="5518835" y="102"/>
                  </a:lnTo>
                  <a:lnTo>
                    <a:pt x="5499886" y="349"/>
                  </a:lnTo>
                  <a:lnTo>
                    <a:pt x="5465755" y="837"/>
                  </a:lnTo>
                  <a:lnTo>
                    <a:pt x="5414373" y="1643"/>
                  </a:lnTo>
                  <a:lnTo>
                    <a:pt x="5345463" y="2833"/>
                  </a:lnTo>
                  <a:lnTo>
                    <a:pt x="5260485" y="4458"/>
                  </a:lnTo>
                  <a:lnTo>
                    <a:pt x="5162313" y="6547"/>
                  </a:lnTo>
                  <a:lnTo>
                    <a:pt x="5054714" y="9111"/>
                  </a:lnTo>
                  <a:lnTo>
                    <a:pt x="4941752" y="12147"/>
                  </a:lnTo>
                  <a:lnTo>
                    <a:pt x="4827259" y="15647"/>
                  </a:lnTo>
                  <a:lnTo>
                    <a:pt x="4714468" y="19601"/>
                  </a:lnTo>
                  <a:lnTo>
                    <a:pt x="4605828" y="24007"/>
                  </a:lnTo>
                  <a:lnTo>
                    <a:pt x="4502982" y="28874"/>
                  </a:lnTo>
                  <a:lnTo>
                    <a:pt x="4406852" y="34224"/>
                  </a:lnTo>
                  <a:lnTo>
                    <a:pt x="4317771" y="40094"/>
                  </a:lnTo>
                  <a:lnTo>
                    <a:pt x="4235632" y="46537"/>
                  </a:lnTo>
                  <a:lnTo>
                    <a:pt x="4160023" y="53616"/>
                  </a:lnTo>
                  <a:lnTo>
                    <a:pt x="4090332" y="61412"/>
                  </a:lnTo>
                  <a:lnTo>
                    <a:pt x="4025837" y="70009"/>
                  </a:lnTo>
                  <a:lnTo>
                    <a:pt x="3965767" y="79499"/>
                  </a:lnTo>
                  <a:lnTo>
                    <a:pt x="3909346" y="89965"/>
                  </a:lnTo>
                  <a:lnTo>
                    <a:pt x="3855839" y="101473"/>
                  </a:lnTo>
                  <a:lnTo>
                    <a:pt x="3820202" y="110053"/>
                  </a:lnTo>
                  <a:lnTo>
                    <a:pt x="3760692" y="126053"/>
                  </a:lnTo>
                  <a:lnTo>
                    <a:pt x="3702997" y="143605"/>
                  </a:lnTo>
                  <a:lnTo>
                    <a:pt x="3646465" y="162734"/>
                  </a:lnTo>
                  <a:lnTo>
                    <a:pt x="3590609" y="183419"/>
                  </a:lnTo>
                  <a:lnTo>
                    <a:pt x="3535081" y="205583"/>
                  </a:lnTo>
                  <a:lnTo>
                    <a:pt x="3479645" y="229094"/>
                  </a:lnTo>
                  <a:lnTo>
                    <a:pt x="3424164" y="253764"/>
                  </a:lnTo>
                  <a:lnTo>
                    <a:pt x="3368579" y="279349"/>
                  </a:lnTo>
                  <a:lnTo>
                    <a:pt x="3312891" y="305563"/>
                  </a:lnTo>
                  <a:lnTo>
                    <a:pt x="3257145" y="332088"/>
                  </a:lnTo>
                  <a:lnTo>
                    <a:pt x="3201403" y="358589"/>
                  </a:lnTo>
                  <a:lnTo>
                    <a:pt x="3145728" y="384731"/>
                  </a:lnTo>
                  <a:lnTo>
                    <a:pt x="3090159" y="410200"/>
                  </a:lnTo>
                  <a:lnTo>
                    <a:pt x="3034690" y="434715"/>
                  </a:lnTo>
                  <a:lnTo>
                    <a:pt x="2979252" y="458042"/>
                  </a:lnTo>
                  <a:lnTo>
                    <a:pt x="2923693" y="479998"/>
                  </a:lnTo>
                  <a:lnTo>
                    <a:pt x="2867764" y="500460"/>
                  </a:lnTo>
                  <a:lnTo>
                    <a:pt x="2811096" y="519360"/>
                  </a:lnTo>
                  <a:lnTo>
                    <a:pt x="2753183" y="536684"/>
                  </a:lnTo>
                  <a:lnTo>
                    <a:pt x="2702183" y="550266"/>
                  </a:lnTo>
                  <a:lnTo>
                    <a:pt x="2650303" y="562511"/>
                  </a:lnTo>
                  <a:lnTo>
                    <a:pt x="2595971" y="573692"/>
                  </a:lnTo>
                  <a:lnTo>
                    <a:pt x="2538505" y="583849"/>
                  </a:lnTo>
                  <a:lnTo>
                    <a:pt x="2477152" y="593054"/>
                  </a:lnTo>
                  <a:lnTo>
                    <a:pt x="2411135" y="601394"/>
                  </a:lnTo>
                  <a:lnTo>
                    <a:pt x="2339691" y="608960"/>
                  </a:lnTo>
                  <a:lnTo>
                    <a:pt x="2262124" y="615835"/>
                  </a:lnTo>
                  <a:lnTo>
                    <a:pt x="2177875" y="622094"/>
                  </a:lnTo>
                  <a:lnTo>
                    <a:pt x="2086612" y="627799"/>
                  </a:lnTo>
                  <a:lnTo>
                    <a:pt x="1988350" y="632997"/>
                  </a:lnTo>
                  <a:lnTo>
                    <a:pt x="1883586" y="637720"/>
                  </a:lnTo>
                  <a:lnTo>
                    <a:pt x="1773453" y="641986"/>
                  </a:lnTo>
                  <a:lnTo>
                    <a:pt x="1659837" y="645801"/>
                  </a:lnTo>
                  <a:lnTo>
                    <a:pt x="1545439" y="649158"/>
                  </a:lnTo>
                  <a:lnTo>
                    <a:pt x="1433703" y="652050"/>
                  </a:lnTo>
                  <a:lnTo>
                    <a:pt x="1328582" y="654467"/>
                  </a:lnTo>
                  <a:lnTo>
                    <a:pt x="1234110" y="656411"/>
                  </a:lnTo>
                  <a:lnTo>
                    <a:pt x="1153841" y="657898"/>
                  </a:lnTo>
                  <a:lnTo>
                    <a:pt x="1090262" y="658963"/>
                  </a:lnTo>
                  <a:lnTo>
                    <a:pt x="1044318" y="659663"/>
                  </a:lnTo>
                  <a:lnTo>
                    <a:pt x="1015174" y="660068"/>
                  </a:lnTo>
                  <a:lnTo>
                    <a:pt x="1000231" y="660258"/>
                  </a:lnTo>
                  <a:lnTo>
                    <a:pt x="995320" y="660315"/>
                  </a:lnTo>
                  <a:lnTo>
                    <a:pt x="994940" y="660319"/>
                  </a:lnTo>
                  <a:lnTo>
                    <a:pt x="0" y="660319"/>
                  </a:lnTo>
                  <a:lnTo>
                    <a:pt x="0" y="6603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7" name="pg1166"/>
            <p:cNvSpPr/>
            <p:nvPr/>
          </p:nvSpPr>
          <p:spPr>
            <a:xfrm>
              <a:off x="1199187" y="3579188"/>
              <a:ext cx="12049831" cy="1687484"/>
            </a:xfrm>
            <a:custGeom>
              <a:avLst/>
              <a:pathLst>
                <a:path w="12049831" h="1687484">
                  <a:moveTo>
                    <a:pt x="0" y="660319"/>
                  </a:moveTo>
                  <a:lnTo>
                    <a:pt x="994940" y="660319"/>
                  </a:lnTo>
                  <a:lnTo>
                    <a:pt x="996073" y="660307"/>
                  </a:lnTo>
                  <a:lnTo>
                    <a:pt x="1003551" y="660219"/>
                  </a:lnTo>
                  <a:lnTo>
                    <a:pt x="1022502" y="659975"/>
                  </a:lnTo>
                  <a:lnTo>
                    <a:pt x="1056636" y="659495"/>
                  </a:lnTo>
                  <a:lnTo>
                    <a:pt x="1108022" y="658702"/>
                  </a:lnTo>
                  <a:lnTo>
                    <a:pt x="1176937" y="657530"/>
                  </a:lnTo>
                  <a:lnTo>
                    <a:pt x="1261921" y="655931"/>
                  </a:lnTo>
                  <a:lnTo>
                    <a:pt x="1360098" y="653875"/>
                  </a:lnTo>
                  <a:lnTo>
                    <a:pt x="1467703" y="651352"/>
                  </a:lnTo>
                  <a:lnTo>
                    <a:pt x="1580670" y="648363"/>
                  </a:lnTo>
                  <a:lnTo>
                    <a:pt x="1695166" y="644919"/>
                  </a:lnTo>
                  <a:lnTo>
                    <a:pt x="1807960" y="641027"/>
                  </a:lnTo>
                  <a:lnTo>
                    <a:pt x="1916602" y="636691"/>
                  </a:lnTo>
                  <a:lnTo>
                    <a:pt x="2019448" y="631901"/>
                  </a:lnTo>
                  <a:lnTo>
                    <a:pt x="2115578" y="626635"/>
                  </a:lnTo>
                  <a:lnTo>
                    <a:pt x="2204659" y="620858"/>
                  </a:lnTo>
                  <a:lnTo>
                    <a:pt x="2286796" y="614517"/>
                  </a:lnTo>
                  <a:lnTo>
                    <a:pt x="2362405" y="607549"/>
                  </a:lnTo>
                  <a:lnTo>
                    <a:pt x="2432094" y="599877"/>
                  </a:lnTo>
                  <a:lnTo>
                    <a:pt x="2496588" y="591415"/>
                  </a:lnTo>
                  <a:lnTo>
                    <a:pt x="2556658" y="582075"/>
                  </a:lnTo>
                  <a:lnTo>
                    <a:pt x="2613079" y="571774"/>
                  </a:lnTo>
                  <a:lnTo>
                    <a:pt x="2666585" y="560447"/>
                  </a:lnTo>
                  <a:lnTo>
                    <a:pt x="2702183" y="552013"/>
                  </a:lnTo>
                  <a:lnTo>
                    <a:pt x="2761755" y="536249"/>
                  </a:lnTo>
                  <a:lnTo>
                    <a:pt x="2819509" y="518955"/>
                  </a:lnTo>
                  <a:lnTo>
                    <a:pt x="2876098" y="500105"/>
                  </a:lnTo>
                  <a:lnTo>
                    <a:pt x="2932012" y="479722"/>
                  </a:lnTo>
                  <a:lnTo>
                    <a:pt x="2987598" y="457880"/>
                  </a:lnTo>
                  <a:lnTo>
                    <a:pt x="3043092" y="434710"/>
                  </a:lnTo>
                  <a:lnTo>
                    <a:pt x="3098633" y="410399"/>
                  </a:lnTo>
                  <a:lnTo>
                    <a:pt x="3154278" y="385188"/>
                  </a:lnTo>
                  <a:lnTo>
                    <a:pt x="3210025" y="359358"/>
                  </a:lnTo>
                  <a:lnTo>
                    <a:pt x="3265831" y="333225"/>
                  </a:lnTo>
                  <a:lnTo>
                    <a:pt x="3321631" y="307120"/>
                  </a:lnTo>
                  <a:lnTo>
                    <a:pt x="3377364" y="281371"/>
                  </a:lnTo>
                  <a:lnTo>
                    <a:pt x="3432990" y="256291"/>
                  </a:lnTo>
                  <a:lnTo>
                    <a:pt x="3488517" y="232154"/>
                  </a:lnTo>
                  <a:lnTo>
                    <a:pt x="3544015" y="209193"/>
                  </a:lnTo>
                  <a:lnTo>
                    <a:pt x="3599636" y="187586"/>
                  </a:lnTo>
                  <a:lnTo>
                    <a:pt x="3655634" y="167454"/>
                  </a:lnTo>
                  <a:lnTo>
                    <a:pt x="3712380" y="148863"/>
                  </a:lnTo>
                  <a:lnTo>
                    <a:pt x="3770385" y="131826"/>
                  </a:lnTo>
                  <a:lnTo>
                    <a:pt x="3820202" y="118787"/>
                  </a:lnTo>
                  <a:lnTo>
                    <a:pt x="3872084" y="106737"/>
                  </a:lnTo>
                  <a:lnTo>
                    <a:pt x="3926417" y="95732"/>
                  </a:lnTo>
                  <a:lnTo>
                    <a:pt x="3983886" y="85736"/>
                  </a:lnTo>
                  <a:lnTo>
                    <a:pt x="4045241" y="76677"/>
                  </a:lnTo>
                  <a:lnTo>
                    <a:pt x="4111261" y="68469"/>
                  </a:lnTo>
                  <a:lnTo>
                    <a:pt x="4182709" y="61024"/>
                  </a:lnTo>
                  <a:lnTo>
                    <a:pt x="4260279" y="54257"/>
                  </a:lnTo>
                  <a:lnTo>
                    <a:pt x="4344533" y="48097"/>
                  </a:lnTo>
                  <a:lnTo>
                    <a:pt x="4435800" y="42483"/>
                  </a:lnTo>
                  <a:lnTo>
                    <a:pt x="4534068" y="37368"/>
                  </a:lnTo>
                  <a:lnTo>
                    <a:pt x="4638837" y="32720"/>
                  </a:lnTo>
                  <a:lnTo>
                    <a:pt x="4748976" y="28521"/>
                  </a:lnTo>
                  <a:lnTo>
                    <a:pt x="4862596" y="24768"/>
                  </a:lnTo>
                  <a:lnTo>
                    <a:pt x="4976998" y="21463"/>
                  </a:lnTo>
                  <a:lnTo>
                    <a:pt x="5088735" y="18618"/>
                  </a:lnTo>
                  <a:lnTo>
                    <a:pt x="5193855" y="16239"/>
                  </a:lnTo>
                  <a:lnTo>
                    <a:pt x="5288324" y="14327"/>
                  </a:lnTo>
                  <a:lnTo>
                    <a:pt x="5368586" y="12863"/>
                  </a:lnTo>
                  <a:lnTo>
                    <a:pt x="5432157" y="11815"/>
                  </a:lnTo>
                  <a:lnTo>
                    <a:pt x="5478091" y="11126"/>
                  </a:lnTo>
                  <a:lnTo>
                    <a:pt x="5507226" y="10728"/>
                  </a:lnTo>
                  <a:lnTo>
                    <a:pt x="5522161" y="10541"/>
                  </a:lnTo>
                  <a:lnTo>
                    <a:pt x="5527066" y="10485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500" y="10512"/>
                  </a:lnTo>
                  <a:lnTo>
                    <a:pt x="6530858" y="10736"/>
                  </a:lnTo>
                  <a:lnTo>
                    <a:pt x="6549513" y="11354"/>
                  </a:lnTo>
                  <a:lnTo>
                    <a:pt x="6583134" y="12571"/>
                  </a:lnTo>
                  <a:lnTo>
                    <a:pt x="6633790" y="14584"/>
                  </a:lnTo>
                  <a:lnTo>
                    <a:pt x="6701797" y="17559"/>
                  </a:lnTo>
                  <a:lnTo>
                    <a:pt x="6785769" y="21622"/>
                  </a:lnTo>
                  <a:lnTo>
                    <a:pt x="6882920" y="26848"/>
                  </a:lnTo>
                  <a:lnTo>
                    <a:pt x="6989571" y="33267"/>
                  </a:lnTo>
                  <a:lnTo>
                    <a:pt x="7101724" y="40873"/>
                  </a:lnTo>
                  <a:lnTo>
                    <a:pt x="7215588" y="49644"/>
                  </a:lnTo>
                  <a:lnTo>
                    <a:pt x="7327943" y="59557"/>
                  </a:lnTo>
                  <a:lnTo>
                    <a:pt x="7436329" y="70605"/>
                  </a:lnTo>
                  <a:lnTo>
                    <a:pt x="7539076" y="82808"/>
                  </a:lnTo>
                  <a:lnTo>
                    <a:pt x="7635229" y="96218"/>
                  </a:lnTo>
                  <a:lnTo>
                    <a:pt x="7724420" y="110926"/>
                  </a:lnTo>
                  <a:lnTo>
                    <a:pt x="7806722" y="127057"/>
                  </a:lnTo>
                  <a:lnTo>
                    <a:pt x="7882519" y="144773"/>
                  </a:lnTo>
                  <a:lnTo>
                    <a:pt x="7952395" y="164264"/>
                  </a:lnTo>
                  <a:lnTo>
                    <a:pt x="8017054" y="185747"/>
                  </a:lnTo>
                  <a:lnTo>
                    <a:pt x="8077253" y="209445"/>
                  </a:lnTo>
                  <a:lnTo>
                    <a:pt x="8133754" y="235575"/>
                  </a:lnTo>
                  <a:lnTo>
                    <a:pt x="8187288" y="264304"/>
                  </a:lnTo>
                  <a:lnTo>
                    <a:pt x="8229629" y="289981"/>
                  </a:lnTo>
                  <a:lnTo>
                    <a:pt x="8281624" y="325187"/>
                  </a:lnTo>
                  <a:lnTo>
                    <a:pt x="8332169" y="363378"/>
                  </a:lnTo>
                  <a:lnTo>
                    <a:pt x="8381719" y="404610"/>
                  </a:lnTo>
                  <a:lnTo>
                    <a:pt x="8430628" y="448874"/>
                  </a:lnTo>
                  <a:lnTo>
                    <a:pt x="8479166" y="496084"/>
                  </a:lnTo>
                  <a:lnTo>
                    <a:pt x="8527530" y="546073"/>
                  </a:lnTo>
                  <a:lnTo>
                    <a:pt x="8575856" y="598590"/>
                  </a:lnTo>
                  <a:lnTo>
                    <a:pt x="8624224" y="653301"/>
                  </a:lnTo>
                  <a:lnTo>
                    <a:pt x="8672671" y="709794"/>
                  </a:lnTo>
                  <a:lnTo>
                    <a:pt x="8721200" y="767593"/>
                  </a:lnTo>
                  <a:lnTo>
                    <a:pt x="8769786" y="826171"/>
                  </a:lnTo>
                  <a:lnTo>
                    <a:pt x="8818389" y="884968"/>
                  </a:lnTo>
                  <a:lnTo>
                    <a:pt x="8866965" y="943419"/>
                  </a:lnTo>
                  <a:lnTo>
                    <a:pt x="8915477" y="1000970"/>
                  </a:lnTo>
                  <a:lnTo>
                    <a:pt x="8963905" y="1057103"/>
                  </a:lnTo>
                  <a:lnTo>
                    <a:pt x="9012259" y="1111355"/>
                  </a:lnTo>
                  <a:lnTo>
                    <a:pt x="9060584" y="1163331"/>
                  </a:lnTo>
                  <a:lnTo>
                    <a:pt x="9108974" y="1212716"/>
                  </a:lnTo>
                  <a:lnTo>
                    <a:pt x="9157576" y="1259277"/>
                  </a:lnTo>
                  <a:lnTo>
                    <a:pt x="9206602" y="1302865"/>
                  </a:lnTo>
                  <a:lnTo>
                    <a:pt x="9256341" y="1343414"/>
                  </a:lnTo>
                  <a:lnTo>
                    <a:pt x="9307167" y="1380928"/>
                  </a:lnTo>
                  <a:lnTo>
                    <a:pt x="9347647" y="1407983"/>
                  </a:lnTo>
                  <a:lnTo>
                    <a:pt x="9399233" y="1438915"/>
                  </a:lnTo>
                  <a:lnTo>
                    <a:pt x="9453240" y="1467177"/>
                  </a:lnTo>
                  <a:lnTo>
                    <a:pt x="9510338" y="1492864"/>
                  </a:lnTo>
                  <a:lnTo>
                    <a:pt x="9571266" y="1516156"/>
                  </a:lnTo>
                  <a:lnTo>
                    <a:pt x="9636790" y="1537272"/>
                  </a:lnTo>
                  <a:lnTo>
                    <a:pt x="9707661" y="1556435"/>
                  </a:lnTo>
                  <a:lnTo>
                    <a:pt x="9784566" y="1573859"/>
                  </a:lnTo>
                  <a:lnTo>
                    <a:pt x="9868060" y="1589728"/>
                  </a:lnTo>
                  <a:lnTo>
                    <a:pt x="9958483" y="1604199"/>
                  </a:lnTo>
                  <a:lnTo>
                    <a:pt x="10055839" y="1617392"/>
                  </a:lnTo>
                  <a:lnTo>
                    <a:pt x="10159668" y="1629389"/>
                  </a:lnTo>
                  <a:lnTo>
                    <a:pt x="10268896" y="1640236"/>
                  </a:lnTo>
                  <a:lnTo>
                    <a:pt x="10381718" y="1649949"/>
                  </a:lnTo>
                  <a:lnTo>
                    <a:pt x="10495534" y="1658517"/>
                  </a:lnTo>
                  <a:lnTo>
                    <a:pt x="10607005" y="1665915"/>
                  </a:lnTo>
                  <a:lnTo>
                    <a:pt x="10712270" y="1672123"/>
                  </a:lnTo>
                  <a:lnTo>
                    <a:pt x="10807349" y="1677141"/>
                  </a:lnTo>
                  <a:lnTo>
                    <a:pt x="10888677" y="1681005"/>
                  </a:lnTo>
                  <a:lnTo>
                    <a:pt x="10953683" y="1683800"/>
                  </a:lnTo>
                  <a:lnTo>
                    <a:pt x="11001265" y="1685660"/>
                  </a:lnTo>
                  <a:lnTo>
                    <a:pt x="11032051" y="1686757"/>
                  </a:lnTo>
                  <a:lnTo>
                    <a:pt x="11048408" y="1687291"/>
                  </a:lnTo>
                  <a:lnTo>
                    <a:pt x="11054262" y="1687466"/>
                  </a:lnTo>
                  <a:lnTo>
                    <a:pt x="11054891" y="1687484"/>
                  </a:lnTo>
                  <a:lnTo>
                    <a:pt x="12049831" y="1687484"/>
                  </a:lnTo>
                  <a:lnTo>
                    <a:pt x="12049831" y="1677002"/>
                  </a:lnTo>
                  <a:lnTo>
                    <a:pt x="11054891" y="1677002"/>
                  </a:lnTo>
                  <a:lnTo>
                    <a:pt x="11053777" y="1676971"/>
                  </a:lnTo>
                  <a:lnTo>
                    <a:pt x="11046419" y="1676747"/>
                  </a:lnTo>
                  <a:lnTo>
                    <a:pt x="11027764" y="1676130"/>
                  </a:lnTo>
                  <a:lnTo>
                    <a:pt x="10994143" y="1674912"/>
                  </a:lnTo>
                  <a:lnTo>
                    <a:pt x="10943487" y="1672899"/>
                  </a:lnTo>
                  <a:lnTo>
                    <a:pt x="10875480" y="1669924"/>
                  </a:lnTo>
                  <a:lnTo>
                    <a:pt x="10791508" y="1665861"/>
                  </a:lnTo>
                  <a:lnTo>
                    <a:pt x="10694356" y="1660635"/>
                  </a:lnTo>
                  <a:lnTo>
                    <a:pt x="10587706" y="1654216"/>
                  </a:lnTo>
                  <a:lnTo>
                    <a:pt x="10475552" y="1646610"/>
                  </a:lnTo>
                  <a:lnTo>
                    <a:pt x="10361688" y="1637840"/>
                  </a:lnTo>
                  <a:lnTo>
                    <a:pt x="10249333" y="1627927"/>
                  </a:lnTo>
                  <a:lnTo>
                    <a:pt x="10140947" y="1616878"/>
                  </a:lnTo>
                  <a:lnTo>
                    <a:pt x="10038201" y="1604675"/>
                  </a:lnTo>
                  <a:lnTo>
                    <a:pt x="9942047" y="1591265"/>
                  </a:lnTo>
                  <a:lnTo>
                    <a:pt x="9852856" y="1576557"/>
                  </a:lnTo>
                  <a:lnTo>
                    <a:pt x="9770554" y="1560426"/>
                  </a:lnTo>
                  <a:lnTo>
                    <a:pt x="9694758" y="1542711"/>
                  </a:lnTo>
                  <a:lnTo>
                    <a:pt x="9624881" y="1523219"/>
                  </a:lnTo>
                  <a:lnTo>
                    <a:pt x="9560222" y="1501736"/>
                  </a:lnTo>
                  <a:lnTo>
                    <a:pt x="9500024" y="1478038"/>
                  </a:lnTo>
                  <a:lnTo>
                    <a:pt x="9443522" y="1451909"/>
                  </a:lnTo>
                  <a:lnTo>
                    <a:pt x="9389989" y="1423180"/>
                  </a:lnTo>
                  <a:lnTo>
                    <a:pt x="9347647" y="1397502"/>
                  </a:lnTo>
                  <a:lnTo>
                    <a:pt x="9295652" y="1362296"/>
                  </a:lnTo>
                  <a:lnTo>
                    <a:pt x="9245108" y="1324105"/>
                  </a:lnTo>
                  <a:lnTo>
                    <a:pt x="9195558" y="1282873"/>
                  </a:lnTo>
                  <a:lnTo>
                    <a:pt x="9146649" y="1238609"/>
                  </a:lnTo>
                  <a:lnTo>
                    <a:pt x="9098111" y="1191399"/>
                  </a:lnTo>
                  <a:lnTo>
                    <a:pt x="9049746" y="1141410"/>
                  </a:lnTo>
                  <a:lnTo>
                    <a:pt x="9001421" y="1088893"/>
                  </a:lnTo>
                  <a:lnTo>
                    <a:pt x="8953053" y="1034183"/>
                  </a:lnTo>
                  <a:lnTo>
                    <a:pt x="8904605" y="977689"/>
                  </a:lnTo>
                  <a:lnTo>
                    <a:pt x="8856076" y="919890"/>
                  </a:lnTo>
                  <a:lnTo>
                    <a:pt x="8807491" y="861312"/>
                  </a:lnTo>
                  <a:lnTo>
                    <a:pt x="8758888" y="802515"/>
                  </a:lnTo>
                  <a:lnTo>
                    <a:pt x="8710312" y="744064"/>
                  </a:lnTo>
                  <a:lnTo>
                    <a:pt x="8661800" y="686513"/>
                  </a:lnTo>
                  <a:lnTo>
                    <a:pt x="8613371" y="630380"/>
                  </a:lnTo>
                  <a:lnTo>
                    <a:pt x="8565017" y="576128"/>
                  </a:lnTo>
                  <a:lnTo>
                    <a:pt x="8516692" y="524152"/>
                  </a:lnTo>
                  <a:lnTo>
                    <a:pt x="8468303" y="474767"/>
                  </a:lnTo>
                  <a:lnTo>
                    <a:pt x="8419701" y="428206"/>
                  </a:lnTo>
                  <a:lnTo>
                    <a:pt x="8370674" y="384618"/>
                  </a:lnTo>
                  <a:lnTo>
                    <a:pt x="8320936" y="344069"/>
                  </a:lnTo>
                  <a:lnTo>
                    <a:pt x="8270110" y="306555"/>
                  </a:lnTo>
                  <a:lnTo>
                    <a:pt x="8229629" y="279500"/>
                  </a:lnTo>
                  <a:lnTo>
                    <a:pt x="8178043" y="248568"/>
                  </a:lnTo>
                  <a:lnTo>
                    <a:pt x="8124037" y="220306"/>
                  </a:lnTo>
                  <a:lnTo>
                    <a:pt x="8066939" y="194619"/>
                  </a:lnTo>
                  <a:lnTo>
                    <a:pt x="8006010" y="171327"/>
                  </a:lnTo>
                  <a:lnTo>
                    <a:pt x="7940486" y="150211"/>
                  </a:lnTo>
                  <a:lnTo>
                    <a:pt x="7869615" y="131048"/>
                  </a:lnTo>
                  <a:lnTo>
                    <a:pt x="7792711" y="113625"/>
                  </a:lnTo>
                  <a:lnTo>
                    <a:pt x="7709216" y="97755"/>
                  </a:lnTo>
                  <a:lnTo>
                    <a:pt x="7618793" y="83284"/>
                  </a:lnTo>
                  <a:lnTo>
                    <a:pt x="7521437" y="70091"/>
                  </a:lnTo>
                  <a:lnTo>
                    <a:pt x="7417609" y="58095"/>
                  </a:lnTo>
                  <a:lnTo>
                    <a:pt x="7308381" y="47247"/>
                  </a:lnTo>
                  <a:lnTo>
                    <a:pt x="7195559" y="37534"/>
                  </a:lnTo>
                  <a:lnTo>
                    <a:pt x="7081743" y="28966"/>
                  </a:lnTo>
                  <a:lnTo>
                    <a:pt x="6970272" y="21568"/>
                  </a:lnTo>
                  <a:lnTo>
                    <a:pt x="6865006" y="15360"/>
                  </a:lnTo>
                  <a:lnTo>
                    <a:pt x="6769927" y="10342"/>
                  </a:lnTo>
                  <a:lnTo>
                    <a:pt x="6688599" y="6478"/>
                  </a:lnTo>
                  <a:lnTo>
                    <a:pt x="6623594" y="3683"/>
                  </a:lnTo>
                  <a:lnTo>
                    <a:pt x="6576012" y="1823"/>
                  </a:lnTo>
                  <a:lnTo>
                    <a:pt x="6545226" y="726"/>
                  </a:lnTo>
                  <a:lnTo>
                    <a:pt x="6528869" y="192"/>
                  </a:lnTo>
                  <a:lnTo>
                    <a:pt x="6523014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2" y="12"/>
                  </a:lnTo>
                  <a:lnTo>
                    <a:pt x="5518834" y="100"/>
                  </a:lnTo>
                  <a:lnTo>
                    <a:pt x="5499883" y="344"/>
                  </a:lnTo>
                  <a:lnTo>
                    <a:pt x="5465749" y="823"/>
                  </a:lnTo>
                  <a:lnTo>
                    <a:pt x="5414363" y="1617"/>
                  </a:lnTo>
                  <a:lnTo>
                    <a:pt x="5345448" y="2789"/>
                  </a:lnTo>
                  <a:lnTo>
                    <a:pt x="5260464" y="4388"/>
                  </a:lnTo>
                  <a:lnTo>
                    <a:pt x="5162286" y="6444"/>
                  </a:lnTo>
                  <a:lnTo>
                    <a:pt x="5054682" y="8967"/>
                  </a:lnTo>
                  <a:lnTo>
                    <a:pt x="4941715" y="11956"/>
                  </a:lnTo>
                  <a:lnTo>
                    <a:pt x="4827219" y="15400"/>
                  </a:lnTo>
                  <a:lnTo>
                    <a:pt x="4714425" y="19291"/>
                  </a:lnTo>
                  <a:lnTo>
                    <a:pt x="4605783" y="23628"/>
                  </a:lnTo>
                  <a:lnTo>
                    <a:pt x="4502937" y="28418"/>
                  </a:lnTo>
                  <a:lnTo>
                    <a:pt x="4406807" y="33684"/>
                  </a:lnTo>
                  <a:lnTo>
                    <a:pt x="4317726" y="39461"/>
                  </a:lnTo>
                  <a:lnTo>
                    <a:pt x="4235589" y="45802"/>
                  </a:lnTo>
                  <a:lnTo>
                    <a:pt x="4159980" y="52770"/>
                  </a:lnTo>
                  <a:lnTo>
                    <a:pt x="4090291" y="60442"/>
                  </a:lnTo>
                  <a:lnTo>
                    <a:pt x="4025797" y="68904"/>
                  </a:lnTo>
                  <a:lnTo>
                    <a:pt x="3965727" y="78244"/>
                  </a:lnTo>
                  <a:lnTo>
                    <a:pt x="3909306" y="88545"/>
                  </a:lnTo>
                  <a:lnTo>
                    <a:pt x="3855800" y="99871"/>
                  </a:lnTo>
                  <a:lnTo>
                    <a:pt x="3820202" y="108306"/>
                  </a:lnTo>
                  <a:lnTo>
                    <a:pt x="3760630" y="124070"/>
                  </a:lnTo>
                  <a:lnTo>
                    <a:pt x="3702876" y="141364"/>
                  </a:lnTo>
                  <a:lnTo>
                    <a:pt x="3646287" y="160213"/>
                  </a:lnTo>
                  <a:lnTo>
                    <a:pt x="3590373" y="180597"/>
                  </a:lnTo>
                  <a:lnTo>
                    <a:pt x="3534787" y="202439"/>
                  </a:lnTo>
                  <a:lnTo>
                    <a:pt x="3479293" y="225609"/>
                  </a:lnTo>
                  <a:lnTo>
                    <a:pt x="3423752" y="249919"/>
                  </a:lnTo>
                  <a:lnTo>
                    <a:pt x="3368107" y="275131"/>
                  </a:lnTo>
                  <a:lnTo>
                    <a:pt x="3312360" y="300961"/>
                  </a:lnTo>
                  <a:lnTo>
                    <a:pt x="3256554" y="327094"/>
                  </a:lnTo>
                  <a:lnTo>
                    <a:pt x="3200754" y="353199"/>
                  </a:lnTo>
                  <a:lnTo>
                    <a:pt x="3145021" y="378948"/>
                  </a:lnTo>
                  <a:lnTo>
                    <a:pt x="3089395" y="404028"/>
                  </a:lnTo>
                  <a:lnTo>
                    <a:pt x="3033868" y="428165"/>
                  </a:lnTo>
                  <a:lnTo>
                    <a:pt x="2978370" y="451125"/>
                  </a:lnTo>
                  <a:lnTo>
                    <a:pt x="2922749" y="472733"/>
                  </a:lnTo>
                  <a:lnTo>
                    <a:pt x="2866751" y="492865"/>
                  </a:lnTo>
                  <a:lnTo>
                    <a:pt x="2810005" y="511456"/>
                  </a:lnTo>
                  <a:lnTo>
                    <a:pt x="2752000" y="528493"/>
                  </a:lnTo>
                  <a:lnTo>
                    <a:pt x="2702183" y="541532"/>
                  </a:lnTo>
                  <a:lnTo>
                    <a:pt x="2650301" y="553582"/>
                  </a:lnTo>
                  <a:lnTo>
                    <a:pt x="2595968" y="564587"/>
                  </a:lnTo>
                  <a:lnTo>
                    <a:pt x="2538499" y="574583"/>
                  </a:lnTo>
                  <a:lnTo>
                    <a:pt x="2477144" y="583642"/>
                  </a:lnTo>
                  <a:lnTo>
                    <a:pt x="2411124" y="591850"/>
                  </a:lnTo>
                  <a:lnTo>
                    <a:pt x="2339676" y="599295"/>
                  </a:lnTo>
                  <a:lnTo>
                    <a:pt x="2262106" y="606061"/>
                  </a:lnTo>
                  <a:lnTo>
                    <a:pt x="2177852" y="612221"/>
                  </a:lnTo>
                  <a:lnTo>
                    <a:pt x="2086585" y="617836"/>
                  </a:lnTo>
                  <a:lnTo>
                    <a:pt x="1988317" y="622951"/>
                  </a:lnTo>
                  <a:lnTo>
                    <a:pt x="1883548" y="627599"/>
                  </a:lnTo>
                  <a:lnTo>
                    <a:pt x="1773409" y="631798"/>
                  </a:lnTo>
                  <a:lnTo>
                    <a:pt x="1659789" y="635551"/>
                  </a:lnTo>
                  <a:lnTo>
                    <a:pt x="1545387" y="638856"/>
                  </a:lnTo>
                  <a:lnTo>
                    <a:pt x="1433650" y="641701"/>
                  </a:lnTo>
                  <a:lnTo>
                    <a:pt x="1328530" y="644080"/>
                  </a:lnTo>
                  <a:lnTo>
                    <a:pt x="1234061" y="645992"/>
                  </a:lnTo>
                  <a:lnTo>
                    <a:pt x="1153799" y="647455"/>
                  </a:lnTo>
                  <a:lnTo>
                    <a:pt x="1090228" y="648504"/>
                  </a:lnTo>
                  <a:lnTo>
                    <a:pt x="1044294" y="649193"/>
                  </a:lnTo>
                  <a:lnTo>
                    <a:pt x="1015159" y="649591"/>
                  </a:lnTo>
                  <a:lnTo>
                    <a:pt x="1000224" y="649778"/>
                  </a:lnTo>
                  <a:lnTo>
                    <a:pt x="995319" y="649834"/>
                  </a:lnTo>
                  <a:lnTo>
                    <a:pt x="994940" y="649838"/>
                  </a:lnTo>
                  <a:lnTo>
                    <a:pt x="0" y="649838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68" name="pl1167"/>
            <p:cNvSpPr/>
            <p:nvPr/>
          </p:nvSpPr>
          <p:spPr>
            <a:xfrm>
              <a:off x="1199187" y="3589669"/>
              <a:ext cx="12049831" cy="1677002"/>
            </a:xfrm>
            <a:custGeom>
              <a:avLst/>
              <a:pathLst>
                <a:path w="12049831" h="1677002">
                  <a:moveTo>
                    <a:pt x="0" y="649838"/>
                  </a:moveTo>
                  <a:lnTo>
                    <a:pt x="994940" y="649838"/>
                  </a:lnTo>
                  <a:lnTo>
                    <a:pt x="996073" y="649826"/>
                  </a:lnTo>
                  <a:lnTo>
                    <a:pt x="1003551" y="649738"/>
                  </a:lnTo>
                  <a:lnTo>
                    <a:pt x="1022502" y="649494"/>
                  </a:lnTo>
                  <a:lnTo>
                    <a:pt x="1056636" y="649014"/>
                  </a:lnTo>
                  <a:lnTo>
                    <a:pt x="1108022" y="648221"/>
                  </a:lnTo>
                  <a:lnTo>
                    <a:pt x="1176937" y="647049"/>
                  </a:lnTo>
                  <a:lnTo>
                    <a:pt x="1261921" y="645450"/>
                  </a:lnTo>
                  <a:lnTo>
                    <a:pt x="1360098" y="643394"/>
                  </a:lnTo>
                  <a:lnTo>
                    <a:pt x="1467703" y="640870"/>
                  </a:lnTo>
                  <a:lnTo>
                    <a:pt x="1580670" y="637882"/>
                  </a:lnTo>
                  <a:lnTo>
                    <a:pt x="1695166" y="634438"/>
                  </a:lnTo>
                  <a:lnTo>
                    <a:pt x="1807960" y="630546"/>
                  </a:lnTo>
                  <a:lnTo>
                    <a:pt x="1916602" y="626210"/>
                  </a:lnTo>
                  <a:lnTo>
                    <a:pt x="2019448" y="621420"/>
                  </a:lnTo>
                  <a:lnTo>
                    <a:pt x="2115578" y="616154"/>
                  </a:lnTo>
                  <a:lnTo>
                    <a:pt x="2204659" y="610376"/>
                  </a:lnTo>
                  <a:lnTo>
                    <a:pt x="2286796" y="604036"/>
                  </a:lnTo>
                  <a:lnTo>
                    <a:pt x="2362405" y="597068"/>
                  </a:lnTo>
                  <a:lnTo>
                    <a:pt x="2432094" y="589396"/>
                  </a:lnTo>
                  <a:lnTo>
                    <a:pt x="2496588" y="580934"/>
                  </a:lnTo>
                  <a:lnTo>
                    <a:pt x="2556658" y="571594"/>
                  </a:lnTo>
                  <a:lnTo>
                    <a:pt x="2613079" y="561293"/>
                  </a:lnTo>
                  <a:lnTo>
                    <a:pt x="2666585" y="549966"/>
                  </a:lnTo>
                  <a:lnTo>
                    <a:pt x="2702183" y="541532"/>
                  </a:lnTo>
                  <a:lnTo>
                    <a:pt x="2761755" y="525768"/>
                  </a:lnTo>
                  <a:lnTo>
                    <a:pt x="2819509" y="508474"/>
                  </a:lnTo>
                  <a:lnTo>
                    <a:pt x="2876098" y="489624"/>
                  </a:lnTo>
                  <a:lnTo>
                    <a:pt x="2932012" y="469241"/>
                  </a:lnTo>
                  <a:lnTo>
                    <a:pt x="2987598" y="447399"/>
                  </a:lnTo>
                  <a:lnTo>
                    <a:pt x="3043092" y="424229"/>
                  </a:lnTo>
                  <a:lnTo>
                    <a:pt x="3098633" y="399918"/>
                  </a:lnTo>
                  <a:lnTo>
                    <a:pt x="3154278" y="374706"/>
                  </a:lnTo>
                  <a:lnTo>
                    <a:pt x="3210025" y="348876"/>
                  </a:lnTo>
                  <a:lnTo>
                    <a:pt x="3265831" y="322744"/>
                  </a:lnTo>
                  <a:lnTo>
                    <a:pt x="3321631" y="296638"/>
                  </a:lnTo>
                  <a:lnTo>
                    <a:pt x="3377364" y="270890"/>
                  </a:lnTo>
                  <a:lnTo>
                    <a:pt x="3432990" y="245809"/>
                  </a:lnTo>
                  <a:lnTo>
                    <a:pt x="3488517" y="221673"/>
                  </a:lnTo>
                  <a:lnTo>
                    <a:pt x="3544015" y="198712"/>
                  </a:lnTo>
                  <a:lnTo>
                    <a:pt x="3599636" y="177105"/>
                  </a:lnTo>
                  <a:lnTo>
                    <a:pt x="3655634" y="156973"/>
                  </a:lnTo>
                  <a:lnTo>
                    <a:pt x="3712380" y="138382"/>
                  </a:lnTo>
                  <a:lnTo>
                    <a:pt x="3770385" y="121345"/>
                  </a:lnTo>
                  <a:lnTo>
                    <a:pt x="3820202" y="108306"/>
                  </a:lnTo>
                  <a:lnTo>
                    <a:pt x="3872084" y="96255"/>
                  </a:lnTo>
                  <a:lnTo>
                    <a:pt x="3926417" y="85251"/>
                  </a:lnTo>
                  <a:lnTo>
                    <a:pt x="3983886" y="75255"/>
                  </a:lnTo>
                  <a:lnTo>
                    <a:pt x="4045241" y="66196"/>
                  </a:lnTo>
                  <a:lnTo>
                    <a:pt x="4111261" y="57988"/>
                  </a:lnTo>
                  <a:lnTo>
                    <a:pt x="4182709" y="50542"/>
                  </a:lnTo>
                  <a:lnTo>
                    <a:pt x="4260279" y="43776"/>
                  </a:lnTo>
                  <a:lnTo>
                    <a:pt x="4344533" y="37616"/>
                  </a:lnTo>
                  <a:lnTo>
                    <a:pt x="4435800" y="32002"/>
                  </a:lnTo>
                  <a:lnTo>
                    <a:pt x="4534068" y="26887"/>
                  </a:lnTo>
                  <a:lnTo>
                    <a:pt x="4638837" y="22238"/>
                  </a:lnTo>
                  <a:lnTo>
                    <a:pt x="4748976" y="18040"/>
                  </a:lnTo>
                  <a:lnTo>
                    <a:pt x="4862596" y="14286"/>
                  </a:lnTo>
                  <a:lnTo>
                    <a:pt x="4976998" y="10982"/>
                  </a:lnTo>
                  <a:lnTo>
                    <a:pt x="5088735" y="8137"/>
                  </a:lnTo>
                  <a:lnTo>
                    <a:pt x="5193855" y="5758"/>
                  </a:lnTo>
                  <a:lnTo>
                    <a:pt x="5288324" y="3845"/>
                  </a:lnTo>
                  <a:lnTo>
                    <a:pt x="5368586" y="2382"/>
                  </a:lnTo>
                  <a:lnTo>
                    <a:pt x="5432157" y="1334"/>
                  </a:lnTo>
                  <a:lnTo>
                    <a:pt x="5478091" y="645"/>
                  </a:lnTo>
                  <a:lnTo>
                    <a:pt x="5507226" y="247"/>
                  </a:lnTo>
                  <a:lnTo>
                    <a:pt x="5522161" y="60"/>
                  </a:lnTo>
                  <a:lnTo>
                    <a:pt x="5527066" y="4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0" y="31"/>
                  </a:lnTo>
                  <a:lnTo>
                    <a:pt x="6530858" y="255"/>
                  </a:lnTo>
                  <a:lnTo>
                    <a:pt x="6549513" y="872"/>
                  </a:lnTo>
                  <a:lnTo>
                    <a:pt x="6583134" y="2090"/>
                  </a:lnTo>
                  <a:lnTo>
                    <a:pt x="6633790" y="4103"/>
                  </a:lnTo>
                  <a:lnTo>
                    <a:pt x="6701797" y="7078"/>
                  </a:lnTo>
                  <a:lnTo>
                    <a:pt x="6785769" y="11141"/>
                  </a:lnTo>
                  <a:lnTo>
                    <a:pt x="6882920" y="16367"/>
                  </a:lnTo>
                  <a:lnTo>
                    <a:pt x="6989571" y="22785"/>
                  </a:lnTo>
                  <a:lnTo>
                    <a:pt x="7101724" y="30392"/>
                  </a:lnTo>
                  <a:lnTo>
                    <a:pt x="7215588" y="39162"/>
                  </a:lnTo>
                  <a:lnTo>
                    <a:pt x="7327943" y="49075"/>
                  </a:lnTo>
                  <a:lnTo>
                    <a:pt x="7436329" y="60123"/>
                  </a:lnTo>
                  <a:lnTo>
                    <a:pt x="7539076" y="72326"/>
                  </a:lnTo>
                  <a:lnTo>
                    <a:pt x="7635229" y="85737"/>
                  </a:lnTo>
                  <a:lnTo>
                    <a:pt x="7724420" y="100445"/>
                  </a:lnTo>
                  <a:lnTo>
                    <a:pt x="7806722" y="116576"/>
                  </a:lnTo>
                  <a:lnTo>
                    <a:pt x="7882519" y="134291"/>
                  </a:lnTo>
                  <a:lnTo>
                    <a:pt x="7952395" y="153783"/>
                  </a:lnTo>
                  <a:lnTo>
                    <a:pt x="8017054" y="175266"/>
                  </a:lnTo>
                  <a:lnTo>
                    <a:pt x="8077253" y="198964"/>
                  </a:lnTo>
                  <a:lnTo>
                    <a:pt x="8133754" y="225093"/>
                  </a:lnTo>
                  <a:lnTo>
                    <a:pt x="8187288" y="253822"/>
                  </a:lnTo>
                  <a:lnTo>
                    <a:pt x="8229629" y="279500"/>
                  </a:lnTo>
                  <a:lnTo>
                    <a:pt x="8281624" y="314706"/>
                  </a:lnTo>
                  <a:lnTo>
                    <a:pt x="8332169" y="352897"/>
                  </a:lnTo>
                  <a:lnTo>
                    <a:pt x="8381719" y="394129"/>
                  </a:lnTo>
                  <a:lnTo>
                    <a:pt x="8430628" y="438393"/>
                  </a:lnTo>
                  <a:lnTo>
                    <a:pt x="8479166" y="485603"/>
                  </a:lnTo>
                  <a:lnTo>
                    <a:pt x="8527530" y="535592"/>
                  </a:lnTo>
                  <a:lnTo>
                    <a:pt x="8575856" y="588109"/>
                  </a:lnTo>
                  <a:lnTo>
                    <a:pt x="8624224" y="642819"/>
                  </a:lnTo>
                  <a:lnTo>
                    <a:pt x="8672671" y="699313"/>
                  </a:lnTo>
                  <a:lnTo>
                    <a:pt x="8721200" y="757112"/>
                  </a:lnTo>
                  <a:lnTo>
                    <a:pt x="8769786" y="815690"/>
                  </a:lnTo>
                  <a:lnTo>
                    <a:pt x="8818389" y="874487"/>
                  </a:lnTo>
                  <a:lnTo>
                    <a:pt x="8866965" y="932938"/>
                  </a:lnTo>
                  <a:lnTo>
                    <a:pt x="8915477" y="990489"/>
                  </a:lnTo>
                  <a:lnTo>
                    <a:pt x="8963905" y="1046622"/>
                  </a:lnTo>
                  <a:lnTo>
                    <a:pt x="9012259" y="1100874"/>
                  </a:lnTo>
                  <a:lnTo>
                    <a:pt x="9060584" y="1152850"/>
                  </a:lnTo>
                  <a:lnTo>
                    <a:pt x="9108974" y="1202235"/>
                  </a:lnTo>
                  <a:lnTo>
                    <a:pt x="9157576" y="1248795"/>
                  </a:lnTo>
                  <a:lnTo>
                    <a:pt x="9206602" y="1292384"/>
                  </a:lnTo>
                  <a:lnTo>
                    <a:pt x="9256341" y="1332933"/>
                  </a:lnTo>
                  <a:lnTo>
                    <a:pt x="9307167" y="1370447"/>
                  </a:lnTo>
                  <a:lnTo>
                    <a:pt x="9347647" y="1397502"/>
                  </a:lnTo>
                  <a:lnTo>
                    <a:pt x="9399233" y="1428434"/>
                  </a:lnTo>
                  <a:lnTo>
                    <a:pt x="9453240" y="1456696"/>
                  </a:lnTo>
                  <a:lnTo>
                    <a:pt x="9510338" y="1482383"/>
                  </a:lnTo>
                  <a:lnTo>
                    <a:pt x="9571266" y="1505675"/>
                  </a:lnTo>
                  <a:lnTo>
                    <a:pt x="9636790" y="1526790"/>
                  </a:lnTo>
                  <a:lnTo>
                    <a:pt x="9707661" y="1545954"/>
                  </a:lnTo>
                  <a:lnTo>
                    <a:pt x="9784566" y="1563377"/>
                  </a:lnTo>
                  <a:lnTo>
                    <a:pt x="9868060" y="1579247"/>
                  </a:lnTo>
                  <a:lnTo>
                    <a:pt x="9958483" y="1593718"/>
                  </a:lnTo>
                  <a:lnTo>
                    <a:pt x="10055839" y="1606911"/>
                  </a:lnTo>
                  <a:lnTo>
                    <a:pt x="10159668" y="1618907"/>
                  </a:lnTo>
                  <a:lnTo>
                    <a:pt x="10268896" y="1629755"/>
                  </a:lnTo>
                  <a:lnTo>
                    <a:pt x="10381718" y="1639468"/>
                  </a:lnTo>
                  <a:lnTo>
                    <a:pt x="10495534" y="1648035"/>
                  </a:lnTo>
                  <a:lnTo>
                    <a:pt x="10607005" y="1655434"/>
                  </a:lnTo>
                  <a:lnTo>
                    <a:pt x="10712270" y="1661642"/>
                  </a:lnTo>
                  <a:lnTo>
                    <a:pt x="10807349" y="1666660"/>
                  </a:lnTo>
                  <a:lnTo>
                    <a:pt x="10888677" y="1670524"/>
                  </a:lnTo>
                  <a:lnTo>
                    <a:pt x="10953683" y="1673319"/>
                  </a:lnTo>
                  <a:lnTo>
                    <a:pt x="11001265" y="1675179"/>
                  </a:lnTo>
                  <a:lnTo>
                    <a:pt x="11032051" y="1676276"/>
                  </a:lnTo>
                  <a:lnTo>
                    <a:pt x="11048408" y="1676810"/>
                  </a:lnTo>
                  <a:lnTo>
                    <a:pt x="11054262" y="1676985"/>
                  </a:lnTo>
                  <a:lnTo>
                    <a:pt x="11054891" y="1677002"/>
                  </a:lnTo>
                  <a:lnTo>
                    <a:pt x="12049831" y="1677002"/>
                  </a:lnTo>
                  <a:lnTo>
                    <a:pt x="12049831" y="16770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9" name="pl1168"/>
            <p:cNvSpPr/>
            <p:nvPr/>
          </p:nvSpPr>
          <p:spPr>
            <a:xfrm>
              <a:off x="1199187" y="3579188"/>
              <a:ext cx="12049831" cy="1677002"/>
            </a:xfrm>
            <a:custGeom>
              <a:avLst/>
              <a:pathLst>
                <a:path w="12049831" h="1677002">
                  <a:moveTo>
                    <a:pt x="12049831" y="1677002"/>
                  </a:moveTo>
                  <a:lnTo>
                    <a:pt x="11054891" y="1677002"/>
                  </a:lnTo>
                  <a:lnTo>
                    <a:pt x="11053777" y="1676971"/>
                  </a:lnTo>
                  <a:lnTo>
                    <a:pt x="11046419" y="1676747"/>
                  </a:lnTo>
                  <a:lnTo>
                    <a:pt x="11027764" y="1676130"/>
                  </a:lnTo>
                  <a:lnTo>
                    <a:pt x="10994143" y="1674912"/>
                  </a:lnTo>
                  <a:lnTo>
                    <a:pt x="10943487" y="1672899"/>
                  </a:lnTo>
                  <a:lnTo>
                    <a:pt x="10875480" y="1669924"/>
                  </a:lnTo>
                  <a:lnTo>
                    <a:pt x="10791508" y="1665861"/>
                  </a:lnTo>
                  <a:lnTo>
                    <a:pt x="10694356" y="1660635"/>
                  </a:lnTo>
                  <a:lnTo>
                    <a:pt x="10587706" y="1654216"/>
                  </a:lnTo>
                  <a:lnTo>
                    <a:pt x="10475552" y="1646610"/>
                  </a:lnTo>
                  <a:lnTo>
                    <a:pt x="10361688" y="1637840"/>
                  </a:lnTo>
                  <a:lnTo>
                    <a:pt x="10249333" y="1627927"/>
                  </a:lnTo>
                  <a:lnTo>
                    <a:pt x="10140947" y="1616878"/>
                  </a:lnTo>
                  <a:lnTo>
                    <a:pt x="10038201" y="1604675"/>
                  </a:lnTo>
                  <a:lnTo>
                    <a:pt x="9942047" y="1591265"/>
                  </a:lnTo>
                  <a:lnTo>
                    <a:pt x="9852856" y="1576557"/>
                  </a:lnTo>
                  <a:lnTo>
                    <a:pt x="9770554" y="1560426"/>
                  </a:lnTo>
                  <a:lnTo>
                    <a:pt x="9694758" y="1542711"/>
                  </a:lnTo>
                  <a:lnTo>
                    <a:pt x="9624881" y="1523219"/>
                  </a:lnTo>
                  <a:lnTo>
                    <a:pt x="9560222" y="1501736"/>
                  </a:lnTo>
                  <a:lnTo>
                    <a:pt x="9500024" y="1478038"/>
                  </a:lnTo>
                  <a:lnTo>
                    <a:pt x="9443522" y="1451909"/>
                  </a:lnTo>
                  <a:lnTo>
                    <a:pt x="9389989" y="1423180"/>
                  </a:lnTo>
                  <a:lnTo>
                    <a:pt x="9347647" y="1397502"/>
                  </a:lnTo>
                  <a:lnTo>
                    <a:pt x="9295652" y="1362296"/>
                  </a:lnTo>
                  <a:lnTo>
                    <a:pt x="9245108" y="1324105"/>
                  </a:lnTo>
                  <a:lnTo>
                    <a:pt x="9195558" y="1282873"/>
                  </a:lnTo>
                  <a:lnTo>
                    <a:pt x="9146649" y="1238609"/>
                  </a:lnTo>
                  <a:lnTo>
                    <a:pt x="9098111" y="1191399"/>
                  </a:lnTo>
                  <a:lnTo>
                    <a:pt x="9049746" y="1141410"/>
                  </a:lnTo>
                  <a:lnTo>
                    <a:pt x="9001421" y="1088893"/>
                  </a:lnTo>
                  <a:lnTo>
                    <a:pt x="8953053" y="1034183"/>
                  </a:lnTo>
                  <a:lnTo>
                    <a:pt x="8904605" y="977689"/>
                  </a:lnTo>
                  <a:lnTo>
                    <a:pt x="8856076" y="919890"/>
                  </a:lnTo>
                  <a:lnTo>
                    <a:pt x="8807491" y="861312"/>
                  </a:lnTo>
                  <a:lnTo>
                    <a:pt x="8758888" y="802515"/>
                  </a:lnTo>
                  <a:lnTo>
                    <a:pt x="8710312" y="744064"/>
                  </a:lnTo>
                  <a:lnTo>
                    <a:pt x="8661800" y="686513"/>
                  </a:lnTo>
                  <a:lnTo>
                    <a:pt x="8613371" y="630380"/>
                  </a:lnTo>
                  <a:lnTo>
                    <a:pt x="8565017" y="576128"/>
                  </a:lnTo>
                  <a:lnTo>
                    <a:pt x="8516692" y="524152"/>
                  </a:lnTo>
                  <a:lnTo>
                    <a:pt x="8468303" y="474767"/>
                  </a:lnTo>
                  <a:lnTo>
                    <a:pt x="8419701" y="428206"/>
                  </a:lnTo>
                  <a:lnTo>
                    <a:pt x="8370674" y="384618"/>
                  </a:lnTo>
                  <a:lnTo>
                    <a:pt x="8320936" y="344069"/>
                  </a:lnTo>
                  <a:lnTo>
                    <a:pt x="8270110" y="306555"/>
                  </a:lnTo>
                  <a:lnTo>
                    <a:pt x="8229629" y="279500"/>
                  </a:lnTo>
                  <a:lnTo>
                    <a:pt x="8178043" y="248568"/>
                  </a:lnTo>
                  <a:lnTo>
                    <a:pt x="8124037" y="220306"/>
                  </a:lnTo>
                  <a:lnTo>
                    <a:pt x="8066939" y="194619"/>
                  </a:lnTo>
                  <a:lnTo>
                    <a:pt x="8006010" y="171327"/>
                  </a:lnTo>
                  <a:lnTo>
                    <a:pt x="7940486" y="150211"/>
                  </a:lnTo>
                  <a:lnTo>
                    <a:pt x="7869615" y="131048"/>
                  </a:lnTo>
                  <a:lnTo>
                    <a:pt x="7792711" y="113625"/>
                  </a:lnTo>
                  <a:lnTo>
                    <a:pt x="7709216" y="97755"/>
                  </a:lnTo>
                  <a:lnTo>
                    <a:pt x="7618793" y="83284"/>
                  </a:lnTo>
                  <a:lnTo>
                    <a:pt x="7521437" y="70091"/>
                  </a:lnTo>
                  <a:lnTo>
                    <a:pt x="7417609" y="58095"/>
                  </a:lnTo>
                  <a:lnTo>
                    <a:pt x="7308381" y="47247"/>
                  </a:lnTo>
                  <a:lnTo>
                    <a:pt x="7195559" y="37534"/>
                  </a:lnTo>
                  <a:lnTo>
                    <a:pt x="7081743" y="28966"/>
                  </a:lnTo>
                  <a:lnTo>
                    <a:pt x="6970272" y="21568"/>
                  </a:lnTo>
                  <a:lnTo>
                    <a:pt x="6865006" y="15360"/>
                  </a:lnTo>
                  <a:lnTo>
                    <a:pt x="6769927" y="10342"/>
                  </a:lnTo>
                  <a:lnTo>
                    <a:pt x="6688599" y="6478"/>
                  </a:lnTo>
                  <a:lnTo>
                    <a:pt x="6623594" y="3683"/>
                  </a:lnTo>
                  <a:lnTo>
                    <a:pt x="6576012" y="1823"/>
                  </a:lnTo>
                  <a:lnTo>
                    <a:pt x="6545226" y="726"/>
                  </a:lnTo>
                  <a:lnTo>
                    <a:pt x="6528869" y="192"/>
                  </a:lnTo>
                  <a:lnTo>
                    <a:pt x="6523014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2" y="12"/>
                  </a:lnTo>
                  <a:lnTo>
                    <a:pt x="5518834" y="100"/>
                  </a:lnTo>
                  <a:lnTo>
                    <a:pt x="5499883" y="344"/>
                  </a:lnTo>
                  <a:lnTo>
                    <a:pt x="5465749" y="823"/>
                  </a:lnTo>
                  <a:lnTo>
                    <a:pt x="5414363" y="1617"/>
                  </a:lnTo>
                  <a:lnTo>
                    <a:pt x="5345448" y="2789"/>
                  </a:lnTo>
                  <a:lnTo>
                    <a:pt x="5260464" y="4388"/>
                  </a:lnTo>
                  <a:lnTo>
                    <a:pt x="5162286" y="6444"/>
                  </a:lnTo>
                  <a:lnTo>
                    <a:pt x="5054682" y="8967"/>
                  </a:lnTo>
                  <a:lnTo>
                    <a:pt x="4941715" y="11956"/>
                  </a:lnTo>
                  <a:lnTo>
                    <a:pt x="4827219" y="15400"/>
                  </a:lnTo>
                  <a:lnTo>
                    <a:pt x="4714425" y="19291"/>
                  </a:lnTo>
                  <a:lnTo>
                    <a:pt x="4605783" y="23628"/>
                  </a:lnTo>
                  <a:lnTo>
                    <a:pt x="4502937" y="28418"/>
                  </a:lnTo>
                  <a:lnTo>
                    <a:pt x="4406807" y="33684"/>
                  </a:lnTo>
                  <a:lnTo>
                    <a:pt x="4317726" y="39461"/>
                  </a:lnTo>
                  <a:lnTo>
                    <a:pt x="4235589" y="45802"/>
                  </a:lnTo>
                  <a:lnTo>
                    <a:pt x="4159980" y="52770"/>
                  </a:lnTo>
                  <a:lnTo>
                    <a:pt x="4090291" y="60442"/>
                  </a:lnTo>
                  <a:lnTo>
                    <a:pt x="4025797" y="68904"/>
                  </a:lnTo>
                  <a:lnTo>
                    <a:pt x="3965727" y="78244"/>
                  </a:lnTo>
                  <a:lnTo>
                    <a:pt x="3909306" y="88545"/>
                  </a:lnTo>
                  <a:lnTo>
                    <a:pt x="3855800" y="99871"/>
                  </a:lnTo>
                  <a:lnTo>
                    <a:pt x="3820202" y="108306"/>
                  </a:lnTo>
                  <a:lnTo>
                    <a:pt x="3760630" y="124070"/>
                  </a:lnTo>
                  <a:lnTo>
                    <a:pt x="3702876" y="141364"/>
                  </a:lnTo>
                  <a:lnTo>
                    <a:pt x="3646287" y="160213"/>
                  </a:lnTo>
                  <a:lnTo>
                    <a:pt x="3590373" y="180597"/>
                  </a:lnTo>
                  <a:lnTo>
                    <a:pt x="3534787" y="202439"/>
                  </a:lnTo>
                  <a:lnTo>
                    <a:pt x="3479293" y="225609"/>
                  </a:lnTo>
                  <a:lnTo>
                    <a:pt x="3423752" y="249919"/>
                  </a:lnTo>
                  <a:lnTo>
                    <a:pt x="3368107" y="275131"/>
                  </a:lnTo>
                  <a:lnTo>
                    <a:pt x="3312360" y="300961"/>
                  </a:lnTo>
                  <a:lnTo>
                    <a:pt x="3256554" y="327094"/>
                  </a:lnTo>
                  <a:lnTo>
                    <a:pt x="3200754" y="353199"/>
                  </a:lnTo>
                  <a:lnTo>
                    <a:pt x="3145021" y="378948"/>
                  </a:lnTo>
                  <a:lnTo>
                    <a:pt x="3089395" y="404028"/>
                  </a:lnTo>
                  <a:lnTo>
                    <a:pt x="3033868" y="428165"/>
                  </a:lnTo>
                  <a:lnTo>
                    <a:pt x="2978370" y="451125"/>
                  </a:lnTo>
                  <a:lnTo>
                    <a:pt x="2922749" y="472733"/>
                  </a:lnTo>
                  <a:lnTo>
                    <a:pt x="2866751" y="492865"/>
                  </a:lnTo>
                  <a:lnTo>
                    <a:pt x="2810005" y="511456"/>
                  </a:lnTo>
                  <a:lnTo>
                    <a:pt x="2752000" y="528493"/>
                  </a:lnTo>
                  <a:lnTo>
                    <a:pt x="2702183" y="541532"/>
                  </a:lnTo>
                  <a:lnTo>
                    <a:pt x="2650301" y="553582"/>
                  </a:lnTo>
                  <a:lnTo>
                    <a:pt x="2595968" y="564587"/>
                  </a:lnTo>
                  <a:lnTo>
                    <a:pt x="2538499" y="574583"/>
                  </a:lnTo>
                  <a:lnTo>
                    <a:pt x="2477144" y="583642"/>
                  </a:lnTo>
                  <a:lnTo>
                    <a:pt x="2411124" y="591850"/>
                  </a:lnTo>
                  <a:lnTo>
                    <a:pt x="2339676" y="599295"/>
                  </a:lnTo>
                  <a:lnTo>
                    <a:pt x="2262106" y="606061"/>
                  </a:lnTo>
                  <a:lnTo>
                    <a:pt x="2177852" y="612221"/>
                  </a:lnTo>
                  <a:lnTo>
                    <a:pt x="2086585" y="617836"/>
                  </a:lnTo>
                  <a:lnTo>
                    <a:pt x="1988317" y="622951"/>
                  </a:lnTo>
                  <a:lnTo>
                    <a:pt x="1883548" y="627599"/>
                  </a:lnTo>
                  <a:lnTo>
                    <a:pt x="1773409" y="631798"/>
                  </a:lnTo>
                  <a:lnTo>
                    <a:pt x="1659789" y="635551"/>
                  </a:lnTo>
                  <a:lnTo>
                    <a:pt x="1545387" y="638856"/>
                  </a:lnTo>
                  <a:lnTo>
                    <a:pt x="1433650" y="641701"/>
                  </a:lnTo>
                  <a:lnTo>
                    <a:pt x="1328530" y="644080"/>
                  </a:lnTo>
                  <a:lnTo>
                    <a:pt x="1234061" y="645992"/>
                  </a:lnTo>
                  <a:lnTo>
                    <a:pt x="1153799" y="647455"/>
                  </a:lnTo>
                  <a:lnTo>
                    <a:pt x="1090228" y="648504"/>
                  </a:lnTo>
                  <a:lnTo>
                    <a:pt x="1044294" y="649193"/>
                  </a:lnTo>
                  <a:lnTo>
                    <a:pt x="1015159" y="649591"/>
                  </a:lnTo>
                  <a:lnTo>
                    <a:pt x="1000224" y="649778"/>
                  </a:lnTo>
                  <a:lnTo>
                    <a:pt x="995319" y="649834"/>
                  </a:lnTo>
                  <a:lnTo>
                    <a:pt x="994940" y="649838"/>
                  </a:lnTo>
                  <a:lnTo>
                    <a:pt x="0" y="649838"/>
                  </a:lnTo>
                  <a:lnTo>
                    <a:pt x="0" y="6498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0" name="pg1169"/>
            <p:cNvSpPr/>
            <p:nvPr/>
          </p:nvSpPr>
          <p:spPr>
            <a:xfrm>
              <a:off x="1199187" y="3615872"/>
              <a:ext cx="12049831" cy="1991440"/>
            </a:xfrm>
            <a:custGeom>
              <a:avLst/>
              <a:pathLst>
                <a:path w="12049831" h="1991440">
                  <a:moveTo>
                    <a:pt x="0" y="628876"/>
                  </a:moveTo>
                  <a:lnTo>
                    <a:pt x="994940" y="628876"/>
                  </a:lnTo>
                  <a:lnTo>
                    <a:pt x="996073" y="628864"/>
                  </a:lnTo>
                  <a:lnTo>
                    <a:pt x="1003553" y="628779"/>
                  </a:lnTo>
                  <a:lnTo>
                    <a:pt x="1022508" y="628545"/>
                  </a:lnTo>
                  <a:lnTo>
                    <a:pt x="1056649" y="628085"/>
                  </a:lnTo>
                  <a:lnTo>
                    <a:pt x="1108046" y="627323"/>
                  </a:lnTo>
                  <a:lnTo>
                    <a:pt x="1176973" y="626198"/>
                  </a:lnTo>
                  <a:lnTo>
                    <a:pt x="1261972" y="624663"/>
                  </a:lnTo>
                  <a:lnTo>
                    <a:pt x="1360164" y="622690"/>
                  </a:lnTo>
                  <a:lnTo>
                    <a:pt x="1467782" y="620268"/>
                  </a:lnTo>
                  <a:lnTo>
                    <a:pt x="1580761" y="617399"/>
                  </a:lnTo>
                  <a:lnTo>
                    <a:pt x="1695266" y="614093"/>
                  </a:lnTo>
                  <a:lnTo>
                    <a:pt x="1808066" y="610358"/>
                  </a:lnTo>
                  <a:lnTo>
                    <a:pt x="1916711" y="606195"/>
                  </a:lnTo>
                  <a:lnTo>
                    <a:pt x="2019559" y="601598"/>
                  </a:lnTo>
                  <a:lnTo>
                    <a:pt x="2115688" y="596543"/>
                  </a:lnTo>
                  <a:lnTo>
                    <a:pt x="2204767" y="590998"/>
                  </a:lnTo>
                  <a:lnTo>
                    <a:pt x="2286902" y="584912"/>
                  </a:lnTo>
                  <a:lnTo>
                    <a:pt x="2362508" y="578223"/>
                  </a:lnTo>
                  <a:lnTo>
                    <a:pt x="2432195" y="570859"/>
                  </a:lnTo>
                  <a:lnTo>
                    <a:pt x="2496686" y="562736"/>
                  </a:lnTo>
                  <a:lnTo>
                    <a:pt x="2556755" y="553771"/>
                  </a:lnTo>
                  <a:lnTo>
                    <a:pt x="2613174" y="543882"/>
                  </a:lnTo>
                  <a:lnTo>
                    <a:pt x="2666680" y="533010"/>
                  </a:lnTo>
                  <a:lnTo>
                    <a:pt x="2702183" y="524936"/>
                  </a:lnTo>
                  <a:lnTo>
                    <a:pt x="2761907" y="509767"/>
                  </a:lnTo>
                  <a:lnTo>
                    <a:pt x="2819805" y="493121"/>
                  </a:lnTo>
                  <a:lnTo>
                    <a:pt x="2876536" y="474975"/>
                  </a:lnTo>
                  <a:lnTo>
                    <a:pt x="2932590" y="455350"/>
                  </a:lnTo>
                  <a:lnTo>
                    <a:pt x="2988318" y="434318"/>
                  </a:lnTo>
                  <a:lnTo>
                    <a:pt x="3043957" y="412008"/>
                  </a:lnTo>
                  <a:lnTo>
                    <a:pt x="3099643" y="388600"/>
                  </a:lnTo>
                  <a:lnTo>
                    <a:pt x="3155434" y="364328"/>
                  </a:lnTo>
                  <a:lnTo>
                    <a:pt x="3211328" y="339466"/>
                  </a:lnTo>
                  <a:lnTo>
                    <a:pt x="3267280" y="314318"/>
                  </a:lnTo>
                  <a:lnTo>
                    <a:pt x="3323224" y="289206"/>
                  </a:lnTo>
                  <a:lnTo>
                    <a:pt x="3379098" y="264447"/>
                  </a:lnTo>
                  <a:lnTo>
                    <a:pt x="3434865" y="240340"/>
                  </a:lnTo>
                  <a:lnTo>
                    <a:pt x="3490534" y="217153"/>
                  </a:lnTo>
                  <a:lnTo>
                    <a:pt x="3546177" y="195108"/>
                  </a:lnTo>
                  <a:lnTo>
                    <a:pt x="3601952" y="174373"/>
                  </a:lnTo>
                  <a:lnTo>
                    <a:pt x="3658119" y="155065"/>
                  </a:lnTo>
                  <a:lnTo>
                    <a:pt x="3715057" y="137245"/>
                  </a:lnTo>
                  <a:lnTo>
                    <a:pt x="3773289" y="120924"/>
                  </a:lnTo>
                  <a:lnTo>
                    <a:pt x="3820202" y="109179"/>
                  </a:lnTo>
                  <a:lnTo>
                    <a:pt x="3872088" y="97614"/>
                  </a:lnTo>
                  <a:lnTo>
                    <a:pt x="3926426" y="87052"/>
                  </a:lnTo>
                  <a:lnTo>
                    <a:pt x="3983900" y="77459"/>
                  </a:lnTo>
                  <a:lnTo>
                    <a:pt x="4045261" y="68765"/>
                  </a:lnTo>
                  <a:lnTo>
                    <a:pt x="4111288" y="60887"/>
                  </a:lnTo>
                  <a:lnTo>
                    <a:pt x="4182744" y="53742"/>
                  </a:lnTo>
                  <a:lnTo>
                    <a:pt x="4260324" y="47248"/>
                  </a:lnTo>
                  <a:lnTo>
                    <a:pt x="4344588" y="41336"/>
                  </a:lnTo>
                  <a:lnTo>
                    <a:pt x="4435868" y="35948"/>
                  </a:lnTo>
                  <a:lnTo>
                    <a:pt x="4534149" y="31039"/>
                  </a:lnTo>
                  <a:lnTo>
                    <a:pt x="4638931" y="26579"/>
                  </a:lnTo>
                  <a:lnTo>
                    <a:pt x="4749082" y="22550"/>
                  </a:lnTo>
                  <a:lnTo>
                    <a:pt x="4862714" y="18947"/>
                  </a:lnTo>
                  <a:lnTo>
                    <a:pt x="4977124" y="15776"/>
                  </a:lnTo>
                  <a:lnTo>
                    <a:pt x="5088865" y="13046"/>
                  </a:lnTo>
                  <a:lnTo>
                    <a:pt x="5193982" y="10764"/>
                  </a:lnTo>
                  <a:lnTo>
                    <a:pt x="5288442" y="8929"/>
                  </a:lnTo>
                  <a:lnTo>
                    <a:pt x="5368689" y="7525"/>
                  </a:lnTo>
                  <a:lnTo>
                    <a:pt x="5432239" y="6519"/>
                  </a:lnTo>
                  <a:lnTo>
                    <a:pt x="5478150" y="5859"/>
                  </a:lnTo>
                  <a:lnTo>
                    <a:pt x="5507261" y="5477"/>
                  </a:lnTo>
                  <a:lnTo>
                    <a:pt x="5522177" y="5298"/>
                  </a:lnTo>
                  <a:lnTo>
                    <a:pt x="5527069" y="524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91" y="5277"/>
                  </a:lnTo>
                  <a:lnTo>
                    <a:pt x="6530794" y="5540"/>
                  </a:lnTo>
                  <a:lnTo>
                    <a:pt x="6549312" y="6266"/>
                  </a:lnTo>
                  <a:lnTo>
                    <a:pt x="6582697" y="7697"/>
                  </a:lnTo>
                  <a:lnTo>
                    <a:pt x="6633015" y="10062"/>
                  </a:lnTo>
                  <a:lnTo>
                    <a:pt x="6700603" y="13559"/>
                  </a:lnTo>
                  <a:lnTo>
                    <a:pt x="6784106" y="18336"/>
                  </a:lnTo>
                  <a:lnTo>
                    <a:pt x="6880780" y="24482"/>
                  </a:lnTo>
                  <a:lnTo>
                    <a:pt x="6986986" y="32032"/>
                  </a:lnTo>
                  <a:lnTo>
                    <a:pt x="7098759" y="40983"/>
                  </a:lnTo>
                  <a:lnTo>
                    <a:pt x="7212325" y="51306"/>
                  </a:lnTo>
                  <a:lnTo>
                    <a:pt x="7324472" y="62976"/>
                  </a:lnTo>
                  <a:lnTo>
                    <a:pt x="7432735" y="75983"/>
                  </a:lnTo>
                  <a:lnTo>
                    <a:pt x="7535432" y="90349"/>
                  </a:lnTo>
                  <a:lnTo>
                    <a:pt x="7631594" y="106135"/>
                  </a:lnTo>
                  <a:lnTo>
                    <a:pt x="7720834" y="123445"/>
                  </a:lnTo>
                  <a:lnTo>
                    <a:pt x="7803211" y="142424"/>
                  </a:lnTo>
                  <a:lnTo>
                    <a:pt x="7879094" y="163261"/>
                  </a:lnTo>
                  <a:lnTo>
                    <a:pt x="7949058" y="186179"/>
                  </a:lnTo>
                  <a:lnTo>
                    <a:pt x="8013795" y="211429"/>
                  </a:lnTo>
                  <a:lnTo>
                    <a:pt x="8074055" y="239277"/>
                  </a:lnTo>
                  <a:lnTo>
                    <a:pt x="8130596" y="269976"/>
                  </a:lnTo>
                  <a:lnTo>
                    <a:pt x="8184144" y="303729"/>
                  </a:lnTo>
                  <a:lnTo>
                    <a:pt x="8229629" y="336274"/>
                  </a:lnTo>
                  <a:lnTo>
                    <a:pt x="8279328" y="376026"/>
                  </a:lnTo>
                  <a:lnTo>
                    <a:pt x="8327684" y="419001"/>
                  </a:lnTo>
                  <a:lnTo>
                    <a:pt x="8375099" y="465259"/>
                  </a:lnTo>
                  <a:lnTo>
                    <a:pt x="8421892" y="514800"/>
                  </a:lnTo>
                  <a:lnTo>
                    <a:pt x="8468307" y="567548"/>
                  </a:lnTo>
                  <a:lnTo>
                    <a:pt x="8514530" y="623348"/>
                  </a:lnTo>
                  <a:lnTo>
                    <a:pt x="8560689" y="681963"/>
                  </a:lnTo>
                  <a:lnTo>
                    <a:pt x="8606869" y="743071"/>
                  </a:lnTo>
                  <a:lnTo>
                    <a:pt x="8653114" y="806274"/>
                  </a:lnTo>
                  <a:lnTo>
                    <a:pt x="8699436" y="871105"/>
                  </a:lnTo>
                  <a:lnTo>
                    <a:pt x="8745822" y="937037"/>
                  </a:lnTo>
                  <a:lnTo>
                    <a:pt x="8792243" y="1003507"/>
                  </a:lnTo>
                  <a:lnTo>
                    <a:pt x="8838661" y="1069932"/>
                  </a:lnTo>
                  <a:lnTo>
                    <a:pt x="8885039" y="1135730"/>
                  </a:lnTo>
                  <a:lnTo>
                    <a:pt x="8931349" y="1200341"/>
                  </a:lnTo>
                  <a:lnTo>
                    <a:pt x="8977583" y="1263248"/>
                  </a:lnTo>
                  <a:lnTo>
                    <a:pt x="9023755" y="1323993"/>
                  </a:lnTo>
                  <a:lnTo>
                    <a:pt x="9069918" y="1382189"/>
                  </a:lnTo>
                  <a:lnTo>
                    <a:pt x="9116161" y="1437529"/>
                  </a:lnTo>
                  <a:lnTo>
                    <a:pt x="9162621" y="1489787"/>
                  </a:lnTo>
                  <a:lnTo>
                    <a:pt x="9209493" y="1538821"/>
                  </a:lnTo>
                  <a:lnTo>
                    <a:pt x="9257031" y="1584568"/>
                  </a:lnTo>
                  <a:lnTo>
                    <a:pt x="9305567" y="1627036"/>
                  </a:lnTo>
                  <a:lnTo>
                    <a:pt x="9347647" y="1660407"/>
                  </a:lnTo>
                  <a:lnTo>
                    <a:pt x="9399096" y="1696950"/>
                  </a:lnTo>
                  <a:lnTo>
                    <a:pt x="9452950" y="1730348"/>
                  </a:lnTo>
                  <a:lnTo>
                    <a:pt x="9509877" y="1760711"/>
                  </a:lnTo>
                  <a:lnTo>
                    <a:pt x="9570608" y="1788250"/>
                  </a:lnTo>
                  <a:lnTo>
                    <a:pt x="9635902" y="1813222"/>
                  </a:lnTo>
                  <a:lnTo>
                    <a:pt x="9706506" y="1835891"/>
                  </a:lnTo>
                  <a:lnTo>
                    <a:pt x="9783102" y="1856506"/>
                  </a:lnTo>
                  <a:lnTo>
                    <a:pt x="9866246" y="1875286"/>
                  </a:lnTo>
                  <a:lnTo>
                    <a:pt x="9956278" y="1892416"/>
                  </a:lnTo>
                  <a:lnTo>
                    <a:pt x="10053212" y="1908036"/>
                  </a:lnTo>
                  <a:lnTo>
                    <a:pt x="10156603" y="1922245"/>
                  </a:lnTo>
                  <a:lnTo>
                    <a:pt x="10265407" y="1935100"/>
                  </a:lnTo>
                  <a:lnTo>
                    <a:pt x="10377855" y="1946617"/>
                  </a:lnTo>
                  <a:lnTo>
                    <a:pt x="10491392" y="1956786"/>
                  </a:lnTo>
                  <a:lnTo>
                    <a:pt x="10602730" y="1965578"/>
                  </a:lnTo>
                  <a:lnTo>
                    <a:pt x="10708050" y="1972969"/>
                  </a:lnTo>
                  <a:lnTo>
                    <a:pt x="10803397" y="1978956"/>
                  </a:lnTo>
                  <a:lnTo>
                    <a:pt x="10885205" y="1983582"/>
                  </a:lnTo>
                  <a:lnTo>
                    <a:pt x="10950866" y="1986941"/>
                  </a:lnTo>
                  <a:lnTo>
                    <a:pt x="10999208" y="1989190"/>
                  </a:lnTo>
                  <a:lnTo>
                    <a:pt x="11030766" y="1990528"/>
                  </a:lnTo>
                  <a:lnTo>
                    <a:pt x="11047797" y="1991189"/>
                  </a:lnTo>
                  <a:lnTo>
                    <a:pt x="11054117" y="1991415"/>
                  </a:lnTo>
                  <a:lnTo>
                    <a:pt x="11054891" y="1991440"/>
                  </a:lnTo>
                  <a:lnTo>
                    <a:pt x="12049831" y="1991440"/>
                  </a:lnTo>
                  <a:lnTo>
                    <a:pt x="12049831" y="1986200"/>
                  </a:lnTo>
                  <a:lnTo>
                    <a:pt x="11054891" y="1986200"/>
                  </a:lnTo>
                  <a:lnTo>
                    <a:pt x="11053785" y="1986163"/>
                  </a:lnTo>
                  <a:lnTo>
                    <a:pt x="11046483" y="1985900"/>
                  </a:lnTo>
                  <a:lnTo>
                    <a:pt x="11027964" y="1985174"/>
                  </a:lnTo>
                  <a:lnTo>
                    <a:pt x="10994580" y="1983743"/>
                  </a:lnTo>
                  <a:lnTo>
                    <a:pt x="10944261" y="1981378"/>
                  </a:lnTo>
                  <a:lnTo>
                    <a:pt x="10876674" y="1977881"/>
                  </a:lnTo>
                  <a:lnTo>
                    <a:pt x="10793171" y="1973104"/>
                  </a:lnTo>
                  <a:lnTo>
                    <a:pt x="10696496" y="1966958"/>
                  </a:lnTo>
                  <a:lnTo>
                    <a:pt x="10590291" y="1959408"/>
                  </a:lnTo>
                  <a:lnTo>
                    <a:pt x="10478518" y="1950457"/>
                  </a:lnTo>
                  <a:lnTo>
                    <a:pt x="10364951" y="1940134"/>
                  </a:lnTo>
                  <a:lnTo>
                    <a:pt x="10252804" y="1928464"/>
                  </a:lnTo>
                  <a:lnTo>
                    <a:pt x="10144541" y="1915457"/>
                  </a:lnTo>
                  <a:lnTo>
                    <a:pt x="10041844" y="1901091"/>
                  </a:lnTo>
                  <a:lnTo>
                    <a:pt x="9945683" y="1885304"/>
                  </a:lnTo>
                  <a:lnTo>
                    <a:pt x="9856443" y="1867995"/>
                  </a:lnTo>
                  <a:lnTo>
                    <a:pt x="9774066" y="1849016"/>
                  </a:lnTo>
                  <a:lnTo>
                    <a:pt x="9698183" y="1828179"/>
                  </a:lnTo>
                  <a:lnTo>
                    <a:pt x="9628219" y="1805261"/>
                  </a:lnTo>
                  <a:lnTo>
                    <a:pt x="9563482" y="1780010"/>
                  </a:lnTo>
                  <a:lnTo>
                    <a:pt x="9503222" y="1752162"/>
                  </a:lnTo>
                  <a:lnTo>
                    <a:pt x="9446681" y="1721464"/>
                  </a:lnTo>
                  <a:lnTo>
                    <a:pt x="9393132" y="1687711"/>
                  </a:lnTo>
                  <a:lnTo>
                    <a:pt x="9347647" y="1655166"/>
                  </a:lnTo>
                  <a:lnTo>
                    <a:pt x="9297948" y="1615414"/>
                  </a:lnTo>
                  <a:lnTo>
                    <a:pt x="9249593" y="1572439"/>
                  </a:lnTo>
                  <a:lnTo>
                    <a:pt x="9202178" y="1526181"/>
                  </a:lnTo>
                  <a:lnTo>
                    <a:pt x="9155385" y="1476640"/>
                  </a:lnTo>
                  <a:lnTo>
                    <a:pt x="9108969" y="1423892"/>
                  </a:lnTo>
                  <a:lnTo>
                    <a:pt x="9062747" y="1368092"/>
                  </a:lnTo>
                  <a:lnTo>
                    <a:pt x="9016588" y="1309477"/>
                  </a:lnTo>
                  <a:lnTo>
                    <a:pt x="8970408" y="1248369"/>
                  </a:lnTo>
                  <a:lnTo>
                    <a:pt x="8924163" y="1185166"/>
                  </a:lnTo>
                  <a:lnTo>
                    <a:pt x="8877841" y="1120335"/>
                  </a:lnTo>
                  <a:lnTo>
                    <a:pt x="8831454" y="1054403"/>
                  </a:lnTo>
                  <a:lnTo>
                    <a:pt x="8785033" y="987933"/>
                  </a:lnTo>
                  <a:lnTo>
                    <a:pt x="8738616" y="921508"/>
                  </a:lnTo>
                  <a:lnTo>
                    <a:pt x="8692238" y="855710"/>
                  </a:lnTo>
                  <a:lnTo>
                    <a:pt x="8645927" y="791099"/>
                  </a:lnTo>
                  <a:lnTo>
                    <a:pt x="8599694" y="728192"/>
                  </a:lnTo>
                  <a:lnTo>
                    <a:pt x="8553521" y="667447"/>
                  </a:lnTo>
                  <a:lnTo>
                    <a:pt x="8507359" y="609251"/>
                  </a:lnTo>
                  <a:lnTo>
                    <a:pt x="8461116" y="553911"/>
                  </a:lnTo>
                  <a:lnTo>
                    <a:pt x="8414655" y="501653"/>
                  </a:lnTo>
                  <a:lnTo>
                    <a:pt x="8367783" y="452619"/>
                  </a:lnTo>
                  <a:lnTo>
                    <a:pt x="8320245" y="406872"/>
                  </a:lnTo>
                  <a:lnTo>
                    <a:pt x="8271710" y="364404"/>
                  </a:lnTo>
                  <a:lnTo>
                    <a:pt x="8229629" y="331033"/>
                  </a:lnTo>
                  <a:lnTo>
                    <a:pt x="8178181" y="294490"/>
                  </a:lnTo>
                  <a:lnTo>
                    <a:pt x="8124326" y="261092"/>
                  </a:lnTo>
                  <a:lnTo>
                    <a:pt x="8067400" y="230729"/>
                  </a:lnTo>
                  <a:lnTo>
                    <a:pt x="8006669" y="203190"/>
                  </a:lnTo>
                  <a:lnTo>
                    <a:pt x="7941374" y="178218"/>
                  </a:lnTo>
                  <a:lnTo>
                    <a:pt x="7870771" y="155549"/>
                  </a:lnTo>
                  <a:lnTo>
                    <a:pt x="7794174" y="134934"/>
                  </a:lnTo>
                  <a:lnTo>
                    <a:pt x="7711030" y="116154"/>
                  </a:lnTo>
                  <a:lnTo>
                    <a:pt x="7620999" y="99024"/>
                  </a:lnTo>
                  <a:lnTo>
                    <a:pt x="7524065" y="83404"/>
                  </a:lnTo>
                  <a:lnTo>
                    <a:pt x="7420673" y="69195"/>
                  </a:lnTo>
                  <a:lnTo>
                    <a:pt x="7311869" y="56340"/>
                  </a:lnTo>
                  <a:lnTo>
                    <a:pt x="7199422" y="44823"/>
                  </a:lnTo>
                  <a:lnTo>
                    <a:pt x="7085884" y="34654"/>
                  </a:lnTo>
                  <a:lnTo>
                    <a:pt x="6974547" y="25862"/>
                  </a:lnTo>
                  <a:lnTo>
                    <a:pt x="6869227" y="18471"/>
                  </a:lnTo>
                  <a:lnTo>
                    <a:pt x="6773879" y="12484"/>
                  </a:lnTo>
                  <a:lnTo>
                    <a:pt x="6692071" y="7858"/>
                  </a:lnTo>
                  <a:lnTo>
                    <a:pt x="6626410" y="4498"/>
                  </a:lnTo>
                  <a:lnTo>
                    <a:pt x="6578068" y="2250"/>
                  </a:lnTo>
                  <a:lnTo>
                    <a:pt x="6546511" y="911"/>
                  </a:lnTo>
                  <a:lnTo>
                    <a:pt x="6529480" y="250"/>
                  </a:lnTo>
                  <a:lnTo>
                    <a:pt x="6523160" y="2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2" y="11"/>
                  </a:lnTo>
                  <a:lnTo>
                    <a:pt x="5518832" y="96"/>
                  </a:lnTo>
                  <a:lnTo>
                    <a:pt x="5499877" y="330"/>
                  </a:lnTo>
                  <a:lnTo>
                    <a:pt x="5465736" y="790"/>
                  </a:lnTo>
                  <a:lnTo>
                    <a:pt x="5414339" y="1552"/>
                  </a:lnTo>
                  <a:lnTo>
                    <a:pt x="5345412" y="2677"/>
                  </a:lnTo>
                  <a:lnTo>
                    <a:pt x="5260413" y="4212"/>
                  </a:lnTo>
                  <a:lnTo>
                    <a:pt x="5162221" y="6185"/>
                  </a:lnTo>
                  <a:lnTo>
                    <a:pt x="5054603" y="8608"/>
                  </a:lnTo>
                  <a:lnTo>
                    <a:pt x="4941624" y="11476"/>
                  </a:lnTo>
                  <a:lnTo>
                    <a:pt x="4827119" y="14782"/>
                  </a:lnTo>
                  <a:lnTo>
                    <a:pt x="4714319" y="18517"/>
                  </a:lnTo>
                  <a:lnTo>
                    <a:pt x="4605674" y="22680"/>
                  </a:lnTo>
                  <a:lnTo>
                    <a:pt x="4502826" y="27277"/>
                  </a:lnTo>
                  <a:lnTo>
                    <a:pt x="4406697" y="32332"/>
                  </a:lnTo>
                  <a:lnTo>
                    <a:pt x="4317618" y="37877"/>
                  </a:lnTo>
                  <a:lnTo>
                    <a:pt x="4235483" y="43963"/>
                  </a:lnTo>
                  <a:lnTo>
                    <a:pt x="4159877" y="50652"/>
                  </a:lnTo>
                  <a:lnTo>
                    <a:pt x="4090190" y="58016"/>
                  </a:lnTo>
                  <a:lnTo>
                    <a:pt x="4025699" y="66139"/>
                  </a:lnTo>
                  <a:lnTo>
                    <a:pt x="3965630" y="75104"/>
                  </a:lnTo>
                  <a:lnTo>
                    <a:pt x="3909211" y="84993"/>
                  </a:lnTo>
                  <a:lnTo>
                    <a:pt x="3855705" y="95865"/>
                  </a:lnTo>
                  <a:lnTo>
                    <a:pt x="3820202" y="103939"/>
                  </a:lnTo>
                  <a:lnTo>
                    <a:pt x="3760478" y="119108"/>
                  </a:lnTo>
                  <a:lnTo>
                    <a:pt x="3702580" y="135754"/>
                  </a:lnTo>
                  <a:lnTo>
                    <a:pt x="3645849" y="153900"/>
                  </a:lnTo>
                  <a:lnTo>
                    <a:pt x="3589795" y="173525"/>
                  </a:lnTo>
                  <a:lnTo>
                    <a:pt x="3534067" y="194557"/>
                  </a:lnTo>
                  <a:lnTo>
                    <a:pt x="3478428" y="216867"/>
                  </a:lnTo>
                  <a:lnTo>
                    <a:pt x="3422742" y="240275"/>
                  </a:lnTo>
                  <a:lnTo>
                    <a:pt x="3366951" y="264547"/>
                  </a:lnTo>
                  <a:lnTo>
                    <a:pt x="3311057" y="289409"/>
                  </a:lnTo>
                  <a:lnTo>
                    <a:pt x="3255105" y="314557"/>
                  </a:lnTo>
                  <a:lnTo>
                    <a:pt x="3199161" y="339669"/>
                  </a:lnTo>
                  <a:lnTo>
                    <a:pt x="3143287" y="364428"/>
                  </a:lnTo>
                  <a:lnTo>
                    <a:pt x="3087520" y="388535"/>
                  </a:lnTo>
                  <a:lnTo>
                    <a:pt x="3031851" y="411722"/>
                  </a:lnTo>
                  <a:lnTo>
                    <a:pt x="2976208" y="433768"/>
                  </a:lnTo>
                  <a:lnTo>
                    <a:pt x="2920433" y="454502"/>
                  </a:lnTo>
                  <a:lnTo>
                    <a:pt x="2864266" y="473810"/>
                  </a:lnTo>
                  <a:lnTo>
                    <a:pt x="2807328" y="491630"/>
                  </a:lnTo>
                  <a:lnTo>
                    <a:pt x="2749096" y="507951"/>
                  </a:lnTo>
                  <a:lnTo>
                    <a:pt x="2702183" y="519696"/>
                  </a:lnTo>
                  <a:lnTo>
                    <a:pt x="2650297" y="531261"/>
                  </a:lnTo>
                  <a:lnTo>
                    <a:pt x="2595959" y="541823"/>
                  </a:lnTo>
                  <a:lnTo>
                    <a:pt x="2538485" y="551416"/>
                  </a:lnTo>
                  <a:lnTo>
                    <a:pt x="2477124" y="560110"/>
                  </a:lnTo>
                  <a:lnTo>
                    <a:pt x="2411097" y="567988"/>
                  </a:lnTo>
                  <a:lnTo>
                    <a:pt x="2339641" y="575133"/>
                  </a:lnTo>
                  <a:lnTo>
                    <a:pt x="2262061" y="581627"/>
                  </a:lnTo>
                  <a:lnTo>
                    <a:pt x="2177797" y="587539"/>
                  </a:lnTo>
                  <a:lnTo>
                    <a:pt x="2086517" y="592927"/>
                  </a:lnTo>
                  <a:lnTo>
                    <a:pt x="1988236" y="597836"/>
                  </a:lnTo>
                  <a:lnTo>
                    <a:pt x="1883454" y="602296"/>
                  </a:lnTo>
                  <a:lnTo>
                    <a:pt x="1773303" y="606326"/>
                  </a:lnTo>
                  <a:lnTo>
                    <a:pt x="1659671" y="609928"/>
                  </a:lnTo>
                  <a:lnTo>
                    <a:pt x="1545261" y="613099"/>
                  </a:lnTo>
                  <a:lnTo>
                    <a:pt x="1433520" y="615829"/>
                  </a:lnTo>
                  <a:lnTo>
                    <a:pt x="1328403" y="618111"/>
                  </a:lnTo>
                  <a:lnTo>
                    <a:pt x="1233943" y="619946"/>
                  </a:lnTo>
                  <a:lnTo>
                    <a:pt x="1153696" y="621350"/>
                  </a:lnTo>
                  <a:lnTo>
                    <a:pt x="1090146" y="622356"/>
                  </a:lnTo>
                  <a:lnTo>
                    <a:pt x="1044235" y="623016"/>
                  </a:lnTo>
                  <a:lnTo>
                    <a:pt x="1015124" y="623398"/>
                  </a:lnTo>
                  <a:lnTo>
                    <a:pt x="1000208" y="623577"/>
                  </a:lnTo>
                  <a:lnTo>
                    <a:pt x="995316" y="623631"/>
                  </a:lnTo>
                  <a:lnTo>
                    <a:pt x="994940" y="623635"/>
                  </a:lnTo>
                  <a:lnTo>
                    <a:pt x="0" y="623635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71" name="pl1170"/>
            <p:cNvSpPr/>
            <p:nvPr/>
          </p:nvSpPr>
          <p:spPr>
            <a:xfrm>
              <a:off x="1199187" y="3621113"/>
              <a:ext cx="12049831" cy="1986200"/>
            </a:xfrm>
            <a:custGeom>
              <a:avLst/>
              <a:pathLst>
                <a:path w="12049831" h="1986200">
                  <a:moveTo>
                    <a:pt x="0" y="623635"/>
                  </a:moveTo>
                  <a:lnTo>
                    <a:pt x="994940" y="623635"/>
                  </a:lnTo>
                  <a:lnTo>
                    <a:pt x="996073" y="623623"/>
                  </a:lnTo>
                  <a:lnTo>
                    <a:pt x="1003553" y="623538"/>
                  </a:lnTo>
                  <a:lnTo>
                    <a:pt x="1022508" y="623305"/>
                  </a:lnTo>
                  <a:lnTo>
                    <a:pt x="1056649" y="622844"/>
                  </a:lnTo>
                  <a:lnTo>
                    <a:pt x="1108046" y="622083"/>
                  </a:lnTo>
                  <a:lnTo>
                    <a:pt x="1176973" y="620958"/>
                  </a:lnTo>
                  <a:lnTo>
                    <a:pt x="1261972" y="619423"/>
                  </a:lnTo>
                  <a:lnTo>
                    <a:pt x="1360164" y="617449"/>
                  </a:lnTo>
                  <a:lnTo>
                    <a:pt x="1467782" y="615027"/>
                  </a:lnTo>
                  <a:lnTo>
                    <a:pt x="1580761" y="612158"/>
                  </a:lnTo>
                  <a:lnTo>
                    <a:pt x="1695266" y="608852"/>
                  </a:lnTo>
                  <a:lnTo>
                    <a:pt x="1808066" y="605117"/>
                  </a:lnTo>
                  <a:lnTo>
                    <a:pt x="1916711" y="600955"/>
                  </a:lnTo>
                  <a:lnTo>
                    <a:pt x="2019559" y="596357"/>
                  </a:lnTo>
                  <a:lnTo>
                    <a:pt x="2115688" y="591303"/>
                  </a:lnTo>
                  <a:lnTo>
                    <a:pt x="2204767" y="585757"/>
                  </a:lnTo>
                  <a:lnTo>
                    <a:pt x="2286902" y="579671"/>
                  </a:lnTo>
                  <a:lnTo>
                    <a:pt x="2362508" y="572983"/>
                  </a:lnTo>
                  <a:lnTo>
                    <a:pt x="2432195" y="565618"/>
                  </a:lnTo>
                  <a:lnTo>
                    <a:pt x="2496686" y="557496"/>
                  </a:lnTo>
                  <a:lnTo>
                    <a:pt x="2556755" y="548530"/>
                  </a:lnTo>
                  <a:lnTo>
                    <a:pt x="2613174" y="538642"/>
                  </a:lnTo>
                  <a:lnTo>
                    <a:pt x="2666680" y="527769"/>
                  </a:lnTo>
                  <a:lnTo>
                    <a:pt x="2702183" y="519696"/>
                  </a:lnTo>
                  <a:lnTo>
                    <a:pt x="2761907" y="504527"/>
                  </a:lnTo>
                  <a:lnTo>
                    <a:pt x="2819805" y="487881"/>
                  </a:lnTo>
                  <a:lnTo>
                    <a:pt x="2876536" y="469735"/>
                  </a:lnTo>
                  <a:lnTo>
                    <a:pt x="2932590" y="450109"/>
                  </a:lnTo>
                  <a:lnTo>
                    <a:pt x="2988318" y="429078"/>
                  </a:lnTo>
                  <a:lnTo>
                    <a:pt x="3043957" y="406767"/>
                  </a:lnTo>
                  <a:lnTo>
                    <a:pt x="3099643" y="383360"/>
                  </a:lnTo>
                  <a:lnTo>
                    <a:pt x="3155434" y="359087"/>
                  </a:lnTo>
                  <a:lnTo>
                    <a:pt x="3211328" y="334225"/>
                  </a:lnTo>
                  <a:lnTo>
                    <a:pt x="3267280" y="309078"/>
                  </a:lnTo>
                  <a:lnTo>
                    <a:pt x="3323224" y="283965"/>
                  </a:lnTo>
                  <a:lnTo>
                    <a:pt x="3379098" y="259206"/>
                  </a:lnTo>
                  <a:lnTo>
                    <a:pt x="3434865" y="235100"/>
                  </a:lnTo>
                  <a:lnTo>
                    <a:pt x="3490534" y="211913"/>
                  </a:lnTo>
                  <a:lnTo>
                    <a:pt x="3546177" y="189867"/>
                  </a:lnTo>
                  <a:lnTo>
                    <a:pt x="3601952" y="169133"/>
                  </a:lnTo>
                  <a:lnTo>
                    <a:pt x="3658119" y="149825"/>
                  </a:lnTo>
                  <a:lnTo>
                    <a:pt x="3715057" y="132005"/>
                  </a:lnTo>
                  <a:lnTo>
                    <a:pt x="3773289" y="115684"/>
                  </a:lnTo>
                  <a:lnTo>
                    <a:pt x="3820202" y="103939"/>
                  </a:lnTo>
                  <a:lnTo>
                    <a:pt x="3872088" y="92373"/>
                  </a:lnTo>
                  <a:lnTo>
                    <a:pt x="3926426" y="81812"/>
                  </a:lnTo>
                  <a:lnTo>
                    <a:pt x="3983900" y="72218"/>
                  </a:lnTo>
                  <a:lnTo>
                    <a:pt x="4045261" y="63524"/>
                  </a:lnTo>
                  <a:lnTo>
                    <a:pt x="4111288" y="55647"/>
                  </a:lnTo>
                  <a:lnTo>
                    <a:pt x="4182744" y="48501"/>
                  </a:lnTo>
                  <a:lnTo>
                    <a:pt x="4260324" y="42008"/>
                  </a:lnTo>
                  <a:lnTo>
                    <a:pt x="4344588" y="36096"/>
                  </a:lnTo>
                  <a:lnTo>
                    <a:pt x="4435868" y="30708"/>
                  </a:lnTo>
                  <a:lnTo>
                    <a:pt x="4534149" y="25799"/>
                  </a:lnTo>
                  <a:lnTo>
                    <a:pt x="4638931" y="21338"/>
                  </a:lnTo>
                  <a:lnTo>
                    <a:pt x="4749082" y="17309"/>
                  </a:lnTo>
                  <a:lnTo>
                    <a:pt x="4862714" y="13707"/>
                  </a:lnTo>
                  <a:lnTo>
                    <a:pt x="4977124" y="10536"/>
                  </a:lnTo>
                  <a:lnTo>
                    <a:pt x="5088865" y="7805"/>
                  </a:lnTo>
                  <a:lnTo>
                    <a:pt x="5193982" y="5523"/>
                  </a:lnTo>
                  <a:lnTo>
                    <a:pt x="5288442" y="3688"/>
                  </a:lnTo>
                  <a:lnTo>
                    <a:pt x="5368689" y="2284"/>
                  </a:lnTo>
                  <a:lnTo>
                    <a:pt x="5432239" y="1279"/>
                  </a:lnTo>
                  <a:lnTo>
                    <a:pt x="5478150" y="618"/>
                  </a:lnTo>
                  <a:lnTo>
                    <a:pt x="5507261" y="236"/>
                  </a:lnTo>
                  <a:lnTo>
                    <a:pt x="5522177" y="57"/>
                  </a:lnTo>
                  <a:lnTo>
                    <a:pt x="5527069" y="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91" y="36"/>
                  </a:lnTo>
                  <a:lnTo>
                    <a:pt x="6530794" y="299"/>
                  </a:lnTo>
                  <a:lnTo>
                    <a:pt x="6549312" y="1025"/>
                  </a:lnTo>
                  <a:lnTo>
                    <a:pt x="6582697" y="2456"/>
                  </a:lnTo>
                  <a:lnTo>
                    <a:pt x="6633015" y="4821"/>
                  </a:lnTo>
                  <a:lnTo>
                    <a:pt x="6700603" y="8318"/>
                  </a:lnTo>
                  <a:lnTo>
                    <a:pt x="6784106" y="13095"/>
                  </a:lnTo>
                  <a:lnTo>
                    <a:pt x="6880780" y="19241"/>
                  </a:lnTo>
                  <a:lnTo>
                    <a:pt x="6986986" y="26792"/>
                  </a:lnTo>
                  <a:lnTo>
                    <a:pt x="7098759" y="35742"/>
                  </a:lnTo>
                  <a:lnTo>
                    <a:pt x="7212325" y="46066"/>
                  </a:lnTo>
                  <a:lnTo>
                    <a:pt x="7324472" y="57735"/>
                  </a:lnTo>
                  <a:lnTo>
                    <a:pt x="7432735" y="70742"/>
                  </a:lnTo>
                  <a:lnTo>
                    <a:pt x="7535432" y="85109"/>
                  </a:lnTo>
                  <a:lnTo>
                    <a:pt x="7631594" y="100895"/>
                  </a:lnTo>
                  <a:lnTo>
                    <a:pt x="7720834" y="118204"/>
                  </a:lnTo>
                  <a:lnTo>
                    <a:pt x="7803211" y="137183"/>
                  </a:lnTo>
                  <a:lnTo>
                    <a:pt x="7879094" y="158020"/>
                  </a:lnTo>
                  <a:lnTo>
                    <a:pt x="7949058" y="180938"/>
                  </a:lnTo>
                  <a:lnTo>
                    <a:pt x="8013795" y="206189"/>
                  </a:lnTo>
                  <a:lnTo>
                    <a:pt x="8074055" y="234037"/>
                  </a:lnTo>
                  <a:lnTo>
                    <a:pt x="8130596" y="264735"/>
                  </a:lnTo>
                  <a:lnTo>
                    <a:pt x="8184144" y="298488"/>
                  </a:lnTo>
                  <a:lnTo>
                    <a:pt x="8229629" y="331033"/>
                  </a:lnTo>
                  <a:lnTo>
                    <a:pt x="8279328" y="370786"/>
                  </a:lnTo>
                  <a:lnTo>
                    <a:pt x="8327684" y="413760"/>
                  </a:lnTo>
                  <a:lnTo>
                    <a:pt x="8375099" y="460019"/>
                  </a:lnTo>
                  <a:lnTo>
                    <a:pt x="8421892" y="509560"/>
                  </a:lnTo>
                  <a:lnTo>
                    <a:pt x="8468307" y="562308"/>
                  </a:lnTo>
                  <a:lnTo>
                    <a:pt x="8514530" y="618108"/>
                  </a:lnTo>
                  <a:lnTo>
                    <a:pt x="8560689" y="676722"/>
                  </a:lnTo>
                  <a:lnTo>
                    <a:pt x="8606869" y="737830"/>
                  </a:lnTo>
                  <a:lnTo>
                    <a:pt x="8653114" y="801034"/>
                  </a:lnTo>
                  <a:lnTo>
                    <a:pt x="8699436" y="865864"/>
                  </a:lnTo>
                  <a:lnTo>
                    <a:pt x="8745822" y="931796"/>
                  </a:lnTo>
                  <a:lnTo>
                    <a:pt x="8792243" y="998267"/>
                  </a:lnTo>
                  <a:lnTo>
                    <a:pt x="8838661" y="1064692"/>
                  </a:lnTo>
                  <a:lnTo>
                    <a:pt x="8885039" y="1130489"/>
                  </a:lnTo>
                  <a:lnTo>
                    <a:pt x="8931349" y="1195100"/>
                  </a:lnTo>
                  <a:lnTo>
                    <a:pt x="8977583" y="1258007"/>
                  </a:lnTo>
                  <a:lnTo>
                    <a:pt x="9023755" y="1318752"/>
                  </a:lnTo>
                  <a:lnTo>
                    <a:pt x="9069918" y="1376948"/>
                  </a:lnTo>
                  <a:lnTo>
                    <a:pt x="9116161" y="1432288"/>
                  </a:lnTo>
                  <a:lnTo>
                    <a:pt x="9162621" y="1484546"/>
                  </a:lnTo>
                  <a:lnTo>
                    <a:pt x="9209493" y="1533580"/>
                  </a:lnTo>
                  <a:lnTo>
                    <a:pt x="9257031" y="1579328"/>
                  </a:lnTo>
                  <a:lnTo>
                    <a:pt x="9305567" y="1621796"/>
                  </a:lnTo>
                  <a:lnTo>
                    <a:pt x="9347647" y="1655166"/>
                  </a:lnTo>
                  <a:lnTo>
                    <a:pt x="9399096" y="1691710"/>
                  </a:lnTo>
                  <a:lnTo>
                    <a:pt x="9452950" y="1725108"/>
                  </a:lnTo>
                  <a:lnTo>
                    <a:pt x="9509877" y="1755470"/>
                  </a:lnTo>
                  <a:lnTo>
                    <a:pt x="9570608" y="1783009"/>
                  </a:lnTo>
                  <a:lnTo>
                    <a:pt x="9635902" y="1807982"/>
                  </a:lnTo>
                  <a:lnTo>
                    <a:pt x="9706506" y="1830650"/>
                  </a:lnTo>
                  <a:lnTo>
                    <a:pt x="9783102" y="1851265"/>
                  </a:lnTo>
                  <a:lnTo>
                    <a:pt x="9866246" y="1870046"/>
                  </a:lnTo>
                  <a:lnTo>
                    <a:pt x="9956278" y="1887175"/>
                  </a:lnTo>
                  <a:lnTo>
                    <a:pt x="10053212" y="1902795"/>
                  </a:lnTo>
                  <a:lnTo>
                    <a:pt x="10156603" y="1917005"/>
                  </a:lnTo>
                  <a:lnTo>
                    <a:pt x="10265407" y="1929859"/>
                  </a:lnTo>
                  <a:lnTo>
                    <a:pt x="10377855" y="1941377"/>
                  </a:lnTo>
                  <a:lnTo>
                    <a:pt x="10491392" y="1951545"/>
                  </a:lnTo>
                  <a:lnTo>
                    <a:pt x="10602730" y="1960338"/>
                  </a:lnTo>
                  <a:lnTo>
                    <a:pt x="10708050" y="1967728"/>
                  </a:lnTo>
                  <a:lnTo>
                    <a:pt x="10803397" y="1973716"/>
                  </a:lnTo>
                  <a:lnTo>
                    <a:pt x="10885205" y="1978341"/>
                  </a:lnTo>
                  <a:lnTo>
                    <a:pt x="10950866" y="1981701"/>
                  </a:lnTo>
                  <a:lnTo>
                    <a:pt x="10999208" y="1983949"/>
                  </a:lnTo>
                  <a:lnTo>
                    <a:pt x="11030766" y="1985288"/>
                  </a:lnTo>
                  <a:lnTo>
                    <a:pt x="11047797" y="1985949"/>
                  </a:lnTo>
                  <a:lnTo>
                    <a:pt x="11054117" y="1986174"/>
                  </a:lnTo>
                  <a:lnTo>
                    <a:pt x="11054891" y="1986200"/>
                  </a:lnTo>
                  <a:lnTo>
                    <a:pt x="12049831" y="1986200"/>
                  </a:lnTo>
                  <a:lnTo>
                    <a:pt x="12049831" y="19862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2" name="pl1171"/>
            <p:cNvSpPr/>
            <p:nvPr/>
          </p:nvSpPr>
          <p:spPr>
            <a:xfrm>
              <a:off x="1199187" y="3615872"/>
              <a:ext cx="12049831" cy="1986200"/>
            </a:xfrm>
            <a:custGeom>
              <a:avLst/>
              <a:pathLst>
                <a:path w="12049831" h="1986200">
                  <a:moveTo>
                    <a:pt x="12049831" y="1986200"/>
                  </a:moveTo>
                  <a:lnTo>
                    <a:pt x="11054891" y="1986200"/>
                  </a:lnTo>
                  <a:lnTo>
                    <a:pt x="11053785" y="1986163"/>
                  </a:lnTo>
                  <a:lnTo>
                    <a:pt x="11046483" y="1985900"/>
                  </a:lnTo>
                  <a:lnTo>
                    <a:pt x="11027964" y="1985174"/>
                  </a:lnTo>
                  <a:lnTo>
                    <a:pt x="10994580" y="1983743"/>
                  </a:lnTo>
                  <a:lnTo>
                    <a:pt x="10944261" y="1981378"/>
                  </a:lnTo>
                  <a:lnTo>
                    <a:pt x="10876674" y="1977881"/>
                  </a:lnTo>
                  <a:lnTo>
                    <a:pt x="10793171" y="1973104"/>
                  </a:lnTo>
                  <a:lnTo>
                    <a:pt x="10696496" y="1966958"/>
                  </a:lnTo>
                  <a:lnTo>
                    <a:pt x="10590291" y="1959408"/>
                  </a:lnTo>
                  <a:lnTo>
                    <a:pt x="10478518" y="1950457"/>
                  </a:lnTo>
                  <a:lnTo>
                    <a:pt x="10364951" y="1940134"/>
                  </a:lnTo>
                  <a:lnTo>
                    <a:pt x="10252804" y="1928464"/>
                  </a:lnTo>
                  <a:lnTo>
                    <a:pt x="10144541" y="1915457"/>
                  </a:lnTo>
                  <a:lnTo>
                    <a:pt x="10041844" y="1901091"/>
                  </a:lnTo>
                  <a:lnTo>
                    <a:pt x="9945683" y="1885304"/>
                  </a:lnTo>
                  <a:lnTo>
                    <a:pt x="9856443" y="1867995"/>
                  </a:lnTo>
                  <a:lnTo>
                    <a:pt x="9774066" y="1849016"/>
                  </a:lnTo>
                  <a:lnTo>
                    <a:pt x="9698183" y="1828179"/>
                  </a:lnTo>
                  <a:lnTo>
                    <a:pt x="9628219" y="1805261"/>
                  </a:lnTo>
                  <a:lnTo>
                    <a:pt x="9563482" y="1780010"/>
                  </a:lnTo>
                  <a:lnTo>
                    <a:pt x="9503222" y="1752162"/>
                  </a:lnTo>
                  <a:lnTo>
                    <a:pt x="9446681" y="1721464"/>
                  </a:lnTo>
                  <a:lnTo>
                    <a:pt x="9393132" y="1687711"/>
                  </a:lnTo>
                  <a:lnTo>
                    <a:pt x="9347647" y="1655166"/>
                  </a:lnTo>
                  <a:lnTo>
                    <a:pt x="9297948" y="1615414"/>
                  </a:lnTo>
                  <a:lnTo>
                    <a:pt x="9249593" y="1572439"/>
                  </a:lnTo>
                  <a:lnTo>
                    <a:pt x="9202178" y="1526181"/>
                  </a:lnTo>
                  <a:lnTo>
                    <a:pt x="9155385" y="1476640"/>
                  </a:lnTo>
                  <a:lnTo>
                    <a:pt x="9108969" y="1423892"/>
                  </a:lnTo>
                  <a:lnTo>
                    <a:pt x="9062747" y="1368092"/>
                  </a:lnTo>
                  <a:lnTo>
                    <a:pt x="9016588" y="1309477"/>
                  </a:lnTo>
                  <a:lnTo>
                    <a:pt x="8970408" y="1248369"/>
                  </a:lnTo>
                  <a:lnTo>
                    <a:pt x="8924163" y="1185166"/>
                  </a:lnTo>
                  <a:lnTo>
                    <a:pt x="8877841" y="1120335"/>
                  </a:lnTo>
                  <a:lnTo>
                    <a:pt x="8831454" y="1054403"/>
                  </a:lnTo>
                  <a:lnTo>
                    <a:pt x="8785033" y="987933"/>
                  </a:lnTo>
                  <a:lnTo>
                    <a:pt x="8738616" y="921508"/>
                  </a:lnTo>
                  <a:lnTo>
                    <a:pt x="8692238" y="855710"/>
                  </a:lnTo>
                  <a:lnTo>
                    <a:pt x="8645927" y="791099"/>
                  </a:lnTo>
                  <a:lnTo>
                    <a:pt x="8599694" y="728192"/>
                  </a:lnTo>
                  <a:lnTo>
                    <a:pt x="8553521" y="667447"/>
                  </a:lnTo>
                  <a:lnTo>
                    <a:pt x="8507359" y="609251"/>
                  </a:lnTo>
                  <a:lnTo>
                    <a:pt x="8461116" y="553911"/>
                  </a:lnTo>
                  <a:lnTo>
                    <a:pt x="8414655" y="501653"/>
                  </a:lnTo>
                  <a:lnTo>
                    <a:pt x="8367783" y="452619"/>
                  </a:lnTo>
                  <a:lnTo>
                    <a:pt x="8320245" y="406872"/>
                  </a:lnTo>
                  <a:lnTo>
                    <a:pt x="8271710" y="364404"/>
                  </a:lnTo>
                  <a:lnTo>
                    <a:pt x="8229629" y="331033"/>
                  </a:lnTo>
                  <a:lnTo>
                    <a:pt x="8178181" y="294490"/>
                  </a:lnTo>
                  <a:lnTo>
                    <a:pt x="8124326" y="261092"/>
                  </a:lnTo>
                  <a:lnTo>
                    <a:pt x="8067400" y="230729"/>
                  </a:lnTo>
                  <a:lnTo>
                    <a:pt x="8006669" y="203190"/>
                  </a:lnTo>
                  <a:lnTo>
                    <a:pt x="7941374" y="178218"/>
                  </a:lnTo>
                  <a:lnTo>
                    <a:pt x="7870771" y="155549"/>
                  </a:lnTo>
                  <a:lnTo>
                    <a:pt x="7794174" y="134934"/>
                  </a:lnTo>
                  <a:lnTo>
                    <a:pt x="7711030" y="116154"/>
                  </a:lnTo>
                  <a:lnTo>
                    <a:pt x="7620999" y="99024"/>
                  </a:lnTo>
                  <a:lnTo>
                    <a:pt x="7524065" y="83404"/>
                  </a:lnTo>
                  <a:lnTo>
                    <a:pt x="7420673" y="69195"/>
                  </a:lnTo>
                  <a:lnTo>
                    <a:pt x="7311869" y="56340"/>
                  </a:lnTo>
                  <a:lnTo>
                    <a:pt x="7199422" y="44823"/>
                  </a:lnTo>
                  <a:lnTo>
                    <a:pt x="7085884" y="34654"/>
                  </a:lnTo>
                  <a:lnTo>
                    <a:pt x="6974547" y="25862"/>
                  </a:lnTo>
                  <a:lnTo>
                    <a:pt x="6869227" y="18471"/>
                  </a:lnTo>
                  <a:lnTo>
                    <a:pt x="6773879" y="12484"/>
                  </a:lnTo>
                  <a:lnTo>
                    <a:pt x="6692071" y="7858"/>
                  </a:lnTo>
                  <a:lnTo>
                    <a:pt x="6626410" y="4498"/>
                  </a:lnTo>
                  <a:lnTo>
                    <a:pt x="6578068" y="2250"/>
                  </a:lnTo>
                  <a:lnTo>
                    <a:pt x="6546511" y="911"/>
                  </a:lnTo>
                  <a:lnTo>
                    <a:pt x="6529480" y="250"/>
                  </a:lnTo>
                  <a:lnTo>
                    <a:pt x="6523160" y="2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2" y="11"/>
                  </a:lnTo>
                  <a:lnTo>
                    <a:pt x="5518832" y="96"/>
                  </a:lnTo>
                  <a:lnTo>
                    <a:pt x="5499877" y="330"/>
                  </a:lnTo>
                  <a:lnTo>
                    <a:pt x="5465736" y="790"/>
                  </a:lnTo>
                  <a:lnTo>
                    <a:pt x="5414339" y="1552"/>
                  </a:lnTo>
                  <a:lnTo>
                    <a:pt x="5345412" y="2677"/>
                  </a:lnTo>
                  <a:lnTo>
                    <a:pt x="5260413" y="4212"/>
                  </a:lnTo>
                  <a:lnTo>
                    <a:pt x="5162221" y="6185"/>
                  </a:lnTo>
                  <a:lnTo>
                    <a:pt x="5054603" y="8608"/>
                  </a:lnTo>
                  <a:lnTo>
                    <a:pt x="4941624" y="11476"/>
                  </a:lnTo>
                  <a:lnTo>
                    <a:pt x="4827119" y="14782"/>
                  </a:lnTo>
                  <a:lnTo>
                    <a:pt x="4714319" y="18517"/>
                  </a:lnTo>
                  <a:lnTo>
                    <a:pt x="4605674" y="22680"/>
                  </a:lnTo>
                  <a:lnTo>
                    <a:pt x="4502826" y="27277"/>
                  </a:lnTo>
                  <a:lnTo>
                    <a:pt x="4406697" y="32332"/>
                  </a:lnTo>
                  <a:lnTo>
                    <a:pt x="4317618" y="37877"/>
                  </a:lnTo>
                  <a:lnTo>
                    <a:pt x="4235483" y="43963"/>
                  </a:lnTo>
                  <a:lnTo>
                    <a:pt x="4159877" y="50652"/>
                  </a:lnTo>
                  <a:lnTo>
                    <a:pt x="4090190" y="58016"/>
                  </a:lnTo>
                  <a:lnTo>
                    <a:pt x="4025699" y="66139"/>
                  </a:lnTo>
                  <a:lnTo>
                    <a:pt x="3965630" y="75104"/>
                  </a:lnTo>
                  <a:lnTo>
                    <a:pt x="3909211" y="84993"/>
                  </a:lnTo>
                  <a:lnTo>
                    <a:pt x="3855705" y="95865"/>
                  </a:lnTo>
                  <a:lnTo>
                    <a:pt x="3820202" y="103939"/>
                  </a:lnTo>
                  <a:lnTo>
                    <a:pt x="3760478" y="119108"/>
                  </a:lnTo>
                  <a:lnTo>
                    <a:pt x="3702580" y="135754"/>
                  </a:lnTo>
                  <a:lnTo>
                    <a:pt x="3645849" y="153900"/>
                  </a:lnTo>
                  <a:lnTo>
                    <a:pt x="3589795" y="173525"/>
                  </a:lnTo>
                  <a:lnTo>
                    <a:pt x="3534067" y="194557"/>
                  </a:lnTo>
                  <a:lnTo>
                    <a:pt x="3478428" y="216867"/>
                  </a:lnTo>
                  <a:lnTo>
                    <a:pt x="3422742" y="240275"/>
                  </a:lnTo>
                  <a:lnTo>
                    <a:pt x="3366951" y="264547"/>
                  </a:lnTo>
                  <a:lnTo>
                    <a:pt x="3311057" y="289409"/>
                  </a:lnTo>
                  <a:lnTo>
                    <a:pt x="3255105" y="314557"/>
                  </a:lnTo>
                  <a:lnTo>
                    <a:pt x="3199161" y="339669"/>
                  </a:lnTo>
                  <a:lnTo>
                    <a:pt x="3143287" y="364428"/>
                  </a:lnTo>
                  <a:lnTo>
                    <a:pt x="3087520" y="388535"/>
                  </a:lnTo>
                  <a:lnTo>
                    <a:pt x="3031851" y="411722"/>
                  </a:lnTo>
                  <a:lnTo>
                    <a:pt x="2976208" y="433768"/>
                  </a:lnTo>
                  <a:lnTo>
                    <a:pt x="2920433" y="454502"/>
                  </a:lnTo>
                  <a:lnTo>
                    <a:pt x="2864266" y="473810"/>
                  </a:lnTo>
                  <a:lnTo>
                    <a:pt x="2807328" y="491630"/>
                  </a:lnTo>
                  <a:lnTo>
                    <a:pt x="2749096" y="507951"/>
                  </a:lnTo>
                  <a:lnTo>
                    <a:pt x="2702183" y="519696"/>
                  </a:lnTo>
                  <a:lnTo>
                    <a:pt x="2650297" y="531261"/>
                  </a:lnTo>
                  <a:lnTo>
                    <a:pt x="2595959" y="541823"/>
                  </a:lnTo>
                  <a:lnTo>
                    <a:pt x="2538485" y="551416"/>
                  </a:lnTo>
                  <a:lnTo>
                    <a:pt x="2477124" y="560110"/>
                  </a:lnTo>
                  <a:lnTo>
                    <a:pt x="2411097" y="567988"/>
                  </a:lnTo>
                  <a:lnTo>
                    <a:pt x="2339641" y="575133"/>
                  </a:lnTo>
                  <a:lnTo>
                    <a:pt x="2262061" y="581627"/>
                  </a:lnTo>
                  <a:lnTo>
                    <a:pt x="2177797" y="587539"/>
                  </a:lnTo>
                  <a:lnTo>
                    <a:pt x="2086517" y="592927"/>
                  </a:lnTo>
                  <a:lnTo>
                    <a:pt x="1988236" y="597836"/>
                  </a:lnTo>
                  <a:lnTo>
                    <a:pt x="1883454" y="602296"/>
                  </a:lnTo>
                  <a:lnTo>
                    <a:pt x="1773303" y="606326"/>
                  </a:lnTo>
                  <a:lnTo>
                    <a:pt x="1659671" y="609928"/>
                  </a:lnTo>
                  <a:lnTo>
                    <a:pt x="1545261" y="613099"/>
                  </a:lnTo>
                  <a:lnTo>
                    <a:pt x="1433520" y="615829"/>
                  </a:lnTo>
                  <a:lnTo>
                    <a:pt x="1328403" y="618111"/>
                  </a:lnTo>
                  <a:lnTo>
                    <a:pt x="1233943" y="619946"/>
                  </a:lnTo>
                  <a:lnTo>
                    <a:pt x="1153696" y="621350"/>
                  </a:lnTo>
                  <a:lnTo>
                    <a:pt x="1090146" y="622356"/>
                  </a:lnTo>
                  <a:lnTo>
                    <a:pt x="1044235" y="623016"/>
                  </a:lnTo>
                  <a:lnTo>
                    <a:pt x="1015124" y="623398"/>
                  </a:lnTo>
                  <a:lnTo>
                    <a:pt x="1000208" y="623577"/>
                  </a:lnTo>
                  <a:lnTo>
                    <a:pt x="995316" y="623631"/>
                  </a:lnTo>
                  <a:lnTo>
                    <a:pt x="994940" y="623635"/>
                  </a:lnTo>
                  <a:lnTo>
                    <a:pt x="0" y="623635"/>
                  </a:lnTo>
                  <a:lnTo>
                    <a:pt x="0" y="6236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3" name="pg1172"/>
            <p:cNvSpPr/>
            <p:nvPr/>
          </p:nvSpPr>
          <p:spPr>
            <a:xfrm>
              <a:off x="1199187" y="3636835"/>
              <a:ext cx="12049831" cy="2300638"/>
            </a:xfrm>
            <a:custGeom>
              <a:avLst/>
              <a:pathLst>
                <a:path w="12049831" h="2300638">
                  <a:moveTo>
                    <a:pt x="0" y="613154"/>
                  </a:moveTo>
                  <a:lnTo>
                    <a:pt x="994940" y="613154"/>
                  </a:lnTo>
                  <a:lnTo>
                    <a:pt x="996073" y="613142"/>
                  </a:lnTo>
                  <a:lnTo>
                    <a:pt x="1003554" y="613060"/>
                  </a:lnTo>
                  <a:lnTo>
                    <a:pt x="1022512" y="612832"/>
                  </a:lnTo>
                  <a:lnTo>
                    <a:pt x="1056657" y="612383"/>
                  </a:lnTo>
                  <a:lnTo>
                    <a:pt x="1108060" y="611640"/>
                  </a:lnTo>
                  <a:lnTo>
                    <a:pt x="1176995" y="610544"/>
                  </a:lnTo>
                  <a:lnTo>
                    <a:pt x="1262001" y="609047"/>
                  </a:lnTo>
                  <a:lnTo>
                    <a:pt x="1360202" y="607123"/>
                  </a:lnTo>
                  <a:lnTo>
                    <a:pt x="1467828" y="604762"/>
                  </a:lnTo>
                  <a:lnTo>
                    <a:pt x="1580813" y="601965"/>
                  </a:lnTo>
                  <a:lnTo>
                    <a:pt x="1695324" y="598742"/>
                  </a:lnTo>
                  <a:lnTo>
                    <a:pt x="1808127" y="595101"/>
                  </a:lnTo>
                  <a:lnTo>
                    <a:pt x="1916774" y="591043"/>
                  </a:lnTo>
                  <a:lnTo>
                    <a:pt x="2019623" y="586560"/>
                  </a:lnTo>
                  <a:lnTo>
                    <a:pt x="2115752" y="581633"/>
                  </a:lnTo>
                  <a:lnTo>
                    <a:pt x="2204830" y="576227"/>
                  </a:lnTo>
                  <a:lnTo>
                    <a:pt x="2286964" y="570293"/>
                  </a:lnTo>
                  <a:lnTo>
                    <a:pt x="2362568" y="563773"/>
                  </a:lnTo>
                  <a:lnTo>
                    <a:pt x="2432254" y="556593"/>
                  </a:lnTo>
                  <a:lnTo>
                    <a:pt x="2496744" y="548674"/>
                  </a:lnTo>
                  <a:lnTo>
                    <a:pt x="2556811" y="539933"/>
                  </a:lnTo>
                  <a:lnTo>
                    <a:pt x="2613230" y="530293"/>
                  </a:lnTo>
                  <a:lnTo>
                    <a:pt x="2666736" y="519693"/>
                  </a:lnTo>
                  <a:lnTo>
                    <a:pt x="2702183" y="511835"/>
                  </a:lnTo>
                  <a:lnTo>
                    <a:pt x="2761996" y="497025"/>
                  </a:lnTo>
                  <a:lnTo>
                    <a:pt x="2819979" y="480770"/>
                  </a:lnTo>
                  <a:lnTo>
                    <a:pt x="2876792" y="463049"/>
                  </a:lnTo>
                  <a:lnTo>
                    <a:pt x="2932929" y="443882"/>
                  </a:lnTo>
                  <a:lnTo>
                    <a:pt x="2988741" y="423341"/>
                  </a:lnTo>
                  <a:lnTo>
                    <a:pt x="3044463" y="401550"/>
                  </a:lnTo>
                  <a:lnTo>
                    <a:pt x="3100235" y="378688"/>
                  </a:lnTo>
                  <a:lnTo>
                    <a:pt x="3156113" y="354984"/>
                  </a:lnTo>
                  <a:lnTo>
                    <a:pt x="3212092" y="330706"/>
                  </a:lnTo>
                  <a:lnTo>
                    <a:pt x="3268129" y="306154"/>
                  </a:lnTo>
                  <a:lnTo>
                    <a:pt x="3324157" y="281641"/>
                  </a:lnTo>
                  <a:lnTo>
                    <a:pt x="3380115" y="257478"/>
                  </a:lnTo>
                  <a:lnTo>
                    <a:pt x="3435965" y="233958"/>
                  </a:lnTo>
                  <a:lnTo>
                    <a:pt x="3491716" y="211342"/>
                  </a:lnTo>
                  <a:lnTo>
                    <a:pt x="3547444" y="189846"/>
                  </a:lnTo>
                  <a:lnTo>
                    <a:pt x="3603310" y="169635"/>
                  </a:lnTo>
                  <a:lnTo>
                    <a:pt x="3659577" y="150822"/>
                  </a:lnTo>
                  <a:lnTo>
                    <a:pt x="3716628" y="133463"/>
                  </a:lnTo>
                  <a:lnTo>
                    <a:pt x="3774994" y="117570"/>
                  </a:lnTo>
                  <a:lnTo>
                    <a:pt x="3820202" y="106559"/>
                  </a:lnTo>
                  <a:lnTo>
                    <a:pt x="3872091" y="95285"/>
                  </a:lnTo>
                  <a:lnTo>
                    <a:pt x="3926431" y="84989"/>
                  </a:lnTo>
                  <a:lnTo>
                    <a:pt x="3983908" y="75637"/>
                  </a:lnTo>
                  <a:lnTo>
                    <a:pt x="4045273" y="67162"/>
                  </a:lnTo>
                  <a:lnTo>
                    <a:pt x="4111304" y="59483"/>
                  </a:lnTo>
                  <a:lnTo>
                    <a:pt x="4182764" y="52517"/>
                  </a:lnTo>
                  <a:lnTo>
                    <a:pt x="4260350" y="46187"/>
                  </a:lnTo>
                  <a:lnTo>
                    <a:pt x="4344620" y="40424"/>
                  </a:lnTo>
                  <a:lnTo>
                    <a:pt x="4435907" y="35172"/>
                  </a:lnTo>
                  <a:lnTo>
                    <a:pt x="4534196" y="30387"/>
                  </a:lnTo>
                  <a:lnTo>
                    <a:pt x="4638985" y="26039"/>
                  </a:lnTo>
                  <a:lnTo>
                    <a:pt x="4749144" y="22111"/>
                  </a:lnTo>
                  <a:lnTo>
                    <a:pt x="4862783" y="18600"/>
                  </a:lnTo>
                  <a:lnTo>
                    <a:pt x="4977197" y="15509"/>
                  </a:lnTo>
                  <a:lnTo>
                    <a:pt x="5088940" y="12848"/>
                  </a:lnTo>
                  <a:lnTo>
                    <a:pt x="5194056" y="10623"/>
                  </a:lnTo>
                  <a:lnTo>
                    <a:pt x="5288511" y="8834"/>
                  </a:lnTo>
                  <a:lnTo>
                    <a:pt x="5368749" y="7466"/>
                  </a:lnTo>
                  <a:lnTo>
                    <a:pt x="5432287" y="6486"/>
                  </a:lnTo>
                  <a:lnTo>
                    <a:pt x="5478184" y="5843"/>
                  </a:lnTo>
                  <a:lnTo>
                    <a:pt x="5507282" y="5471"/>
                  </a:lnTo>
                  <a:lnTo>
                    <a:pt x="5522186" y="5296"/>
                  </a:lnTo>
                  <a:lnTo>
                    <a:pt x="5527071" y="524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2" y="5282"/>
                  </a:lnTo>
                  <a:lnTo>
                    <a:pt x="6530720" y="5583"/>
                  </a:lnTo>
                  <a:lnTo>
                    <a:pt x="6549082" y="6415"/>
                  </a:lnTo>
                  <a:lnTo>
                    <a:pt x="6582195" y="8053"/>
                  </a:lnTo>
                  <a:lnTo>
                    <a:pt x="6632127" y="10762"/>
                  </a:lnTo>
                  <a:lnTo>
                    <a:pt x="6699231" y="14768"/>
                  </a:lnTo>
                  <a:lnTo>
                    <a:pt x="6782194" y="20242"/>
                  </a:lnTo>
                  <a:lnTo>
                    <a:pt x="6878319" y="27286"/>
                  </a:lnTo>
                  <a:lnTo>
                    <a:pt x="6984011" y="35945"/>
                  </a:lnTo>
                  <a:lnTo>
                    <a:pt x="7095342" y="46211"/>
                  </a:lnTo>
                  <a:lnTo>
                    <a:pt x="7208563" y="58056"/>
                  </a:lnTo>
                  <a:lnTo>
                    <a:pt x="7320468" y="71449"/>
                  </a:lnTo>
                  <a:lnTo>
                    <a:pt x="7428585" y="86377"/>
                  </a:lnTo>
                  <a:lnTo>
                    <a:pt x="7531222" y="102865"/>
                  </a:lnTo>
                  <a:lnTo>
                    <a:pt x="7627390" y="120980"/>
                  </a:lnTo>
                  <a:lnTo>
                    <a:pt x="7716685" y="140838"/>
                  </a:lnTo>
                  <a:lnTo>
                    <a:pt x="7799148" y="162605"/>
                  </a:lnTo>
                  <a:lnTo>
                    <a:pt x="7875131" y="186493"/>
                  </a:lnTo>
                  <a:lnTo>
                    <a:pt x="7945195" y="212758"/>
                  </a:lnTo>
                  <a:lnTo>
                    <a:pt x="8010023" y="241685"/>
                  </a:lnTo>
                  <a:lnTo>
                    <a:pt x="8070355" y="273577"/>
                  </a:lnTo>
                  <a:lnTo>
                    <a:pt x="8126943" y="308726"/>
                  </a:lnTo>
                  <a:lnTo>
                    <a:pt x="8180511" y="347371"/>
                  </a:lnTo>
                  <a:lnTo>
                    <a:pt x="8229629" y="387806"/>
                  </a:lnTo>
                  <a:lnTo>
                    <a:pt x="8277186" y="431661"/>
                  </a:lnTo>
                  <a:lnTo>
                    <a:pt x="8323496" y="478916"/>
                  </a:lnTo>
                  <a:lnTo>
                    <a:pt x="8368918" y="529639"/>
                  </a:lnTo>
                  <a:lnTo>
                    <a:pt x="8413738" y="583837"/>
                  </a:lnTo>
                  <a:lnTo>
                    <a:pt x="8458178" y="641443"/>
                  </a:lnTo>
                  <a:lnTo>
                    <a:pt x="8502409" y="702319"/>
                  </a:lnTo>
                  <a:lnTo>
                    <a:pt x="8546556" y="766244"/>
                  </a:lnTo>
                  <a:lnTo>
                    <a:pt x="8590703" y="832918"/>
                  </a:lnTo>
                  <a:lnTo>
                    <a:pt x="8634899" y="901962"/>
                  </a:lnTo>
                  <a:lnTo>
                    <a:pt x="8679165" y="972930"/>
                  </a:lnTo>
                  <a:lnTo>
                    <a:pt x="8723497" y="1045311"/>
                  </a:lnTo>
                  <a:lnTo>
                    <a:pt x="8767875" y="1118552"/>
                  </a:lnTo>
                  <a:lnTo>
                    <a:pt x="8812268" y="1192070"/>
                  </a:lnTo>
                  <a:lnTo>
                    <a:pt x="8856644" y="1265273"/>
                  </a:lnTo>
                  <a:lnTo>
                    <a:pt x="8900972" y="1337579"/>
                  </a:lnTo>
                  <a:lnTo>
                    <a:pt x="8945233" y="1408437"/>
                  </a:lnTo>
                  <a:lnTo>
                    <a:pt x="8989425" y="1477342"/>
                  </a:lnTo>
                  <a:lnTo>
                    <a:pt x="9033570" y="1543849"/>
                  </a:lnTo>
                  <a:lnTo>
                    <a:pt x="9077720" y="1607585"/>
                  </a:lnTo>
                  <a:lnTo>
                    <a:pt x="9121961" y="1668255"/>
                  </a:lnTo>
                  <a:lnTo>
                    <a:pt x="9166419" y="1725645"/>
                  </a:lnTo>
                  <a:lnTo>
                    <a:pt x="9211270" y="1779619"/>
                  </a:lnTo>
                  <a:lnTo>
                    <a:pt x="9256741" y="1830118"/>
                  </a:lnTo>
                  <a:lnTo>
                    <a:pt x="9303120" y="1877150"/>
                  </a:lnTo>
                  <a:lnTo>
                    <a:pt x="9347647" y="1918072"/>
                  </a:lnTo>
                  <a:lnTo>
                    <a:pt x="9398937" y="1960182"/>
                  </a:lnTo>
                  <a:lnTo>
                    <a:pt x="9452617" y="1998679"/>
                  </a:lnTo>
                  <a:lnTo>
                    <a:pt x="9509345" y="2033687"/>
                  </a:lnTo>
                  <a:lnTo>
                    <a:pt x="9569849" y="2065450"/>
                  </a:lnTo>
                  <a:lnTo>
                    <a:pt x="9634880" y="2094261"/>
                  </a:lnTo>
                  <a:lnTo>
                    <a:pt x="9705177" y="2120421"/>
                  </a:lnTo>
                  <a:lnTo>
                    <a:pt x="9781419" y="2144217"/>
                  </a:lnTo>
                  <a:lnTo>
                    <a:pt x="9864159" y="2165901"/>
                  </a:lnTo>
                  <a:lnTo>
                    <a:pt x="9953741" y="2185684"/>
                  </a:lnTo>
                  <a:lnTo>
                    <a:pt x="10050189" y="2203729"/>
                  </a:lnTo>
                  <a:lnTo>
                    <a:pt x="10153078" y="2220151"/>
                  </a:lnTo>
                  <a:lnTo>
                    <a:pt x="10261392" y="2235016"/>
                  </a:lnTo>
                  <a:lnTo>
                    <a:pt x="10373405" y="2248344"/>
                  </a:lnTo>
                  <a:lnTo>
                    <a:pt x="10486616" y="2260124"/>
                  </a:lnTo>
                  <a:lnTo>
                    <a:pt x="10597791" y="2270325"/>
                  </a:lnTo>
                  <a:lnTo>
                    <a:pt x="10703163" y="2278916"/>
                  </a:lnTo>
                  <a:lnTo>
                    <a:pt x="10798809" y="2285894"/>
                  </a:lnTo>
                  <a:lnTo>
                    <a:pt x="10881159" y="2291304"/>
                  </a:lnTo>
                  <a:lnTo>
                    <a:pt x="10947567" y="2295253"/>
                  </a:lnTo>
                  <a:lnTo>
                    <a:pt x="10996781" y="2297912"/>
                  </a:lnTo>
                  <a:lnTo>
                    <a:pt x="11029229" y="2299512"/>
                  </a:lnTo>
                  <a:lnTo>
                    <a:pt x="11047048" y="2300316"/>
                  </a:lnTo>
                  <a:lnTo>
                    <a:pt x="11053924" y="2300601"/>
                  </a:lnTo>
                  <a:lnTo>
                    <a:pt x="11054891" y="2300638"/>
                  </a:lnTo>
                  <a:lnTo>
                    <a:pt x="12049831" y="2300638"/>
                  </a:lnTo>
                  <a:lnTo>
                    <a:pt x="12049831" y="2295397"/>
                  </a:lnTo>
                  <a:lnTo>
                    <a:pt x="11054891" y="2295397"/>
                  </a:lnTo>
                  <a:lnTo>
                    <a:pt x="11053795" y="2295355"/>
                  </a:lnTo>
                  <a:lnTo>
                    <a:pt x="11046556" y="2295054"/>
                  </a:lnTo>
                  <a:lnTo>
                    <a:pt x="11028194" y="2294223"/>
                  </a:lnTo>
                  <a:lnTo>
                    <a:pt x="10995081" y="2292584"/>
                  </a:lnTo>
                  <a:lnTo>
                    <a:pt x="10945150" y="2289875"/>
                  </a:lnTo>
                  <a:lnTo>
                    <a:pt x="10878045" y="2285869"/>
                  </a:lnTo>
                  <a:lnTo>
                    <a:pt x="10795082" y="2280396"/>
                  </a:lnTo>
                  <a:lnTo>
                    <a:pt x="10698958" y="2273351"/>
                  </a:lnTo>
                  <a:lnTo>
                    <a:pt x="10593266" y="2264693"/>
                  </a:lnTo>
                  <a:lnTo>
                    <a:pt x="10481934" y="2254426"/>
                  </a:lnTo>
                  <a:lnTo>
                    <a:pt x="10368713" y="2242581"/>
                  </a:lnTo>
                  <a:lnTo>
                    <a:pt x="10256809" y="2229189"/>
                  </a:lnTo>
                  <a:lnTo>
                    <a:pt x="10148691" y="2214260"/>
                  </a:lnTo>
                  <a:lnTo>
                    <a:pt x="10046054" y="2197773"/>
                  </a:lnTo>
                  <a:lnTo>
                    <a:pt x="9949886" y="2179658"/>
                  </a:lnTo>
                  <a:lnTo>
                    <a:pt x="9860591" y="2159800"/>
                  </a:lnTo>
                  <a:lnTo>
                    <a:pt x="9778129" y="2138033"/>
                  </a:lnTo>
                  <a:lnTo>
                    <a:pt x="9702146" y="2114144"/>
                  </a:lnTo>
                  <a:lnTo>
                    <a:pt x="9632081" y="2087880"/>
                  </a:lnTo>
                  <a:lnTo>
                    <a:pt x="9567254" y="2058953"/>
                  </a:lnTo>
                  <a:lnTo>
                    <a:pt x="9506921" y="2027061"/>
                  </a:lnTo>
                  <a:lnTo>
                    <a:pt x="9450333" y="1991911"/>
                  </a:lnTo>
                  <a:lnTo>
                    <a:pt x="9396766" y="1953266"/>
                  </a:lnTo>
                  <a:lnTo>
                    <a:pt x="9347647" y="1912831"/>
                  </a:lnTo>
                  <a:lnTo>
                    <a:pt x="9300091" y="1868976"/>
                  </a:lnTo>
                  <a:lnTo>
                    <a:pt x="9253781" y="1821721"/>
                  </a:lnTo>
                  <a:lnTo>
                    <a:pt x="9208358" y="1770998"/>
                  </a:lnTo>
                  <a:lnTo>
                    <a:pt x="9163539" y="1716801"/>
                  </a:lnTo>
                  <a:lnTo>
                    <a:pt x="9119099" y="1659194"/>
                  </a:lnTo>
                  <a:lnTo>
                    <a:pt x="9074867" y="1598319"/>
                  </a:lnTo>
                  <a:lnTo>
                    <a:pt x="9030720" y="1534394"/>
                  </a:lnTo>
                  <a:lnTo>
                    <a:pt x="8986573" y="1467720"/>
                  </a:lnTo>
                  <a:lnTo>
                    <a:pt x="8942377" y="1398675"/>
                  </a:lnTo>
                  <a:lnTo>
                    <a:pt x="8898112" y="1327707"/>
                  </a:lnTo>
                  <a:lnTo>
                    <a:pt x="8853780" y="1255326"/>
                  </a:lnTo>
                  <a:lnTo>
                    <a:pt x="8809402" y="1182085"/>
                  </a:lnTo>
                  <a:lnTo>
                    <a:pt x="8765008" y="1108567"/>
                  </a:lnTo>
                  <a:lnTo>
                    <a:pt x="8720632" y="1035365"/>
                  </a:lnTo>
                  <a:lnTo>
                    <a:pt x="8676304" y="963058"/>
                  </a:lnTo>
                  <a:lnTo>
                    <a:pt x="8632043" y="892200"/>
                  </a:lnTo>
                  <a:lnTo>
                    <a:pt x="8587851" y="823296"/>
                  </a:lnTo>
                  <a:lnTo>
                    <a:pt x="8543706" y="756789"/>
                  </a:lnTo>
                  <a:lnTo>
                    <a:pt x="8499557" y="693052"/>
                  </a:lnTo>
                  <a:lnTo>
                    <a:pt x="8455316" y="632382"/>
                  </a:lnTo>
                  <a:lnTo>
                    <a:pt x="8410857" y="574992"/>
                  </a:lnTo>
                  <a:lnTo>
                    <a:pt x="8366006" y="521018"/>
                  </a:lnTo>
                  <a:lnTo>
                    <a:pt x="8320536" y="470520"/>
                  </a:lnTo>
                  <a:lnTo>
                    <a:pt x="8274157" y="423487"/>
                  </a:lnTo>
                  <a:lnTo>
                    <a:pt x="8229629" y="382566"/>
                  </a:lnTo>
                  <a:lnTo>
                    <a:pt x="8178339" y="340456"/>
                  </a:lnTo>
                  <a:lnTo>
                    <a:pt x="8124660" y="301959"/>
                  </a:lnTo>
                  <a:lnTo>
                    <a:pt x="8067931" y="266950"/>
                  </a:lnTo>
                  <a:lnTo>
                    <a:pt x="8007428" y="235187"/>
                  </a:lnTo>
                  <a:lnTo>
                    <a:pt x="7942397" y="206376"/>
                  </a:lnTo>
                  <a:lnTo>
                    <a:pt x="7872100" y="180216"/>
                  </a:lnTo>
                  <a:lnTo>
                    <a:pt x="7795858" y="156420"/>
                  </a:lnTo>
                  <a:lnTo>
                    <a:pt x="7713118" y="134736"/>
                  </a:lnTo>
                  <a:lnTo>
                    <a:pt x="7623535" y="114954"/>
                  </a:lnTo>
                  <a:lnTo>
                    <a:pt x="7527087" y="96908"/>
                  </a:lnTo>
                  <a:lnTo>
                    <a:pt x="7424199" y="80486"/>
                  </a:lnTo>
                  <a:lnTo>
                    <a:pt x="7315885" y="65622"/>
                  </a:lnTo>
                  <a:lnTo>
                    <a:pt x="7203872" y="52293"/>
                  </a:lnTo>
                  <a:lnTo>
                    <a:pt x="7090660" y="40513"/>
                  </a:lnTo>
                  <a:lnTo>
                    <a:pt x="6979486" y="30313"/>
                  </a:lnTo>
                  <a:lnTo>
                    <a:pt x="6874113" y="21722"/>
                  </a:lnTo>
                  <a:lnTo>
                    <a:pt x="6778468" y="14743"/>
                  </a:lnTo>
                  <a:lnTo>
                    <a:pt x="6696117" y="9333"/>
                  </a:lnTo>
                  <a:lnTo>
                    <a:pt x="6629710" y="5385"/>
                  </a:lnTo>
                  <a:lnTo>
                    <a:pt x="6580495" y="2725"/>
                  </a:lnTo>
                  <a:lnTo>
                    <a:pt x="6548047" y="1125"/>
                  </a:lnTo>
                  <a:lnTo>
                    <a:pt x="6530229" y="322"/>
                  </a:lnTo>
                  <a:lnTo>
                    <a:pt x="6523353" y="3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2" y="11"/>
                  </a:lnTo>
                  <a:lnTo>
                    <a:pt x="5518831" y="94"/>
                  </a:lnTo>
                  <a:lnTo>
                    <a:pt x="5499873" y="321"/>
                  </a:lnTo>
                  <a:lnTo>
                    <a:pt x="5465728" y="771"/>
                  </a:lnTo>
                  <a:lnTo>
                    <a:pt x="5414325" y="1513"/>
                  </a:lnTo>
                  <a:lnTo>
                    <a:pt x="5345390" y="2610"/>
                  </a:lnTo>
                  <a:lnTo>
                    <a:pt x="5260384" y="4106"/>
                  </a:lnTo>
                  <a:lnTo>
                    <a:pt x="5162183" y="6030"/>
                  </a:lnTo>
                  <a:lnTo>
                    <a:pt x="5054557" y="8392"/>
                  </a:lnTo>
                  <a:lnTo>
                    <a:pt x="4941572" y="11188"/>
                  </a:lnTo>
                  <a:lnTo>
                    <a:pt x="4827061" y="14411"/>
                  </a:lnTo>
                  <a:lnTo>
                    <a:pt x="4714258" y="18053"/>
                  </a:lnTo>
                  <a:lnTo>
                    <a:pt x="4605611" y="22110"/>
                  </a:lnTo>
                  <a:lnTo>
                    <a:pt x="4502762" y="26593"/>
                  </a:lnTo>
                  <a:lnTo>
                    <a:pt x="4406633" y="31520"/>
                  </a:lnTo>
                  <a:lnTo>
                    <a:pt x="4317555" y="36927"/>
                  </a:lnTo>
                  <a:lnTo>
                    <a:pt x="4235421" y="42860"/>
                  </a:lnTo>
                  <a:lnTo>
                    <a:pt x="4159817" y="49380"/>
                  </a:lnTo>
                  <a:lnTo>
                    <a:pt x="4090131" y="56560"/>
                  </a:lnTo>
                  <a:lnTo>
                    <a:pt x="4025641" y="64479"/>
                  </a:lnTo>
                  <a:lnTo>
                    <a:pt x="3965574" y="73220"/>
                  </a:lnTo>
                  <a:lnTo>
                    <a:pt x="3909155" y="82860"/>
                  </a:lnTo>
                  <a:lnTo>
                    <a:pt x="3855649" y="93460"/>
                  </a:lnTo>
                  <a:lnTo>
                    <a:pt x="3820202" y="101318"/>
                  </a:lnTo>
                  <a:lnTo>
                    <a:pt x="3760389" y="116129"/>
                  </a:lnTo>
                  <a:lnTo>
                    <a:pt x="3702406" y="132383"/>
                  </a:lnTo>
                  <a:lnTo>
                    <a:pt x="3645593" y="150104"/>
                  </a:lnTo>
                  <a:lnTo>
                    <a:pt x="3589456" y="169271"/>
                  </a:lnTo>
                  <a:lnTo>
                    <a:pt x="3533644" y="189812"/>
                  </a:lnTo>
                  <a:lnTo>
                    <a:pt x="3477921" y="211603"/>
                  </a:lnTo>
                  <a:lnTo>
                    <a:pt x="3422150" y="234465"/>
                  </a:lnTo>
                  <a:lnTo>
                    <a:pt x="3366272" y="258169"/>
                  </a:lnTo>
                  <a:lnTo>
                    <a:pt x="3310293" y="282447"/>
                  </a:lnTo>
                  <a:lnTo>
                    <a:pt x="3254256" y="306999"/>
                  </a:lnTo>
                  <a:lnTo>
                    <a:pt x="3198228" y="331513"/>
                  </a:lnTo>
                  <a:lnTo>
                    <a:pt x="3142270" y="355676"/>
                  </a:lnTo>
                  <a:lnTo>
                    <a:pt x="3086420" y="379195"/>
                  </a:lnTo>
                  <a:lnTo>
                    <a:pt x="3030669" y="401811"/>
                  </a:lnTo>
                  <a:lnTo>
                    <a:pt x="2974941" y="423307"/>
                  </a:lnTo>
                  <a:lnTo>
                    <a:pt x="2919075" y="443518"/>
                  </a:lnTo>
                  <a:lnTo>
                    <a:pt x="2862808" y="462332"/>
                  </a:lnTo>
                  <a:lnTo>
                    <a:pt x="2805757" y="479690"/>
                  </a:lnTo>
                  <a:lnTo>
                    <a:pt x="2747391" y="495583"/>
                  </a:lnTo>
                  <a:lnTo>
                    <a:pt x="2702183" y="506594"/>
                  </a:lnTo>
                  <a:lnTo>
                    <a:pt x="2650294" y="517869"/>
                  </a:lnTo>
                  <a:lnTo>
                    <a:pt x="2595954" y="528164"/>
                  </a:lnTo>
                  <a:lnTo>
                    <a:pt x="2538477" y="537516"/>
                  </a:lnTo>
                  <a:lnTo>
                    <a:pt x="2477112" y="545991"/>
                  </a:lnTo>
                  <a:lnTo>
                    <a:pt x="2411081" y="553670"/>
                  </a:lnTo>
                  <a:lnTo>
                    <a:pt x="2339621" y="560636"/>
                  </a:lnTo>
                  <a:lnTo>
                    <a:pt x="2262035" y="566966"/>
                  </a:lnTo>
                  <a:lnTo>
                    <a:pt x="2177765" y="572729"/>
                  </a:lnTo>
                  <a:lnTo>
                    <a:pt x="2086478" y="577981"/>
                  </a:lnTo>
                  <a:lnTo>
                    <a:pt x="1988189" y="582766"/>
                  </a:lnTo>
                  <a:lnTo>
                    <a:pt x="1883400" y="587115"/>
                  </a:lnTo>
                  <a:lnTo>
                    <a:pt x="1773241" y="591042"/>
                  </a:lnTo>
                  <a:lnTo>
                    <a:pt x="1659602" y="594553"/>
                  </a:lnTo>
                  <a:lnTo>
                    <a:pt x="1545188" y="597644"/>
                  </a:lnTo>
                  <a:lnTo>
                    <a:pt x="1433445" y="600306"/>
                  </a:lnTo>
                  <a:lnTo>
                    <a:pt x="1328329" y="602530"/>
                  </a:lnTo>
                  <a:lnTo>
                    <a:pt x="1233874" y="604319"/>
                  </a:lnTo>
                  <a:lnTo>
                    <a:pt x="1153636" y="605687"/>
                  </a:lnTo>
                  <a:lnTo>
                    <a:pt x="1090098" y="606667"/>
                  </a:lnTo>
                  <a:lnTo>
                    <a:pt x="1044201" y="607310"/>
                  </a:lnTo>
                  <a:lnTo>
                    <a:pt x="1015103" y="607682"/>
                  </a:lnTo>
                  <a:lnTo>
                    <a:pt x="1000199" y="607857"/>
                  </a:lnTo>
                  <a:lnTo>
                    <a:pt x="995314" y="607909"/>
                  </a:lnTo>
                  <a:lnTo>
                    <a:pt x="994940" y="607913"/>
                  </a:lnTo>
                  <a:lnTo>
                    <a:pt x="0" y="607913"/>
                  </a:lnTo>
                  <a:close/>
                </a:path>
              </a:pathLst>
            </a:custGeom>
            <a:solidFill>
              <a:srgbClr val="F28E5B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74" name="pl1173"/>
            <p:cNvSpPr/>
            <p:nvPr/>
          </p:nvSpPr>
          <p:spPr>
            <a:xfrm>
              <a:off x="1199187" y="3642076"/>
              <a:ext cx="12049831" cy="2295397"/>
            </a:xfrm>
            <a:custGeom>
              <a:avLst/>
              <a:pathLst>
                <a:path w="12049831" h="2295397">
                  <a:moveTo>
                    <a:pt x="0" y="607913"/>
                  </a:moveTo>
                  <a:lnTo>
                    <a:pt x="994940" y="607913"/>
                  </a:lnTo>
                  <a:lnTo>
                    <a:pt x="996073" y="607901"/>
                  </a:lnTo>
                  <a:lnTo>
                    <a:pt x="1003554" y="607819"/>
                  </a:lnTo>
                  <a:lnTo>
                    <a:pt x="1022512" y="607591"/>
                  </a:lnTo>
                  <a:lnTo>
                    <a:pt x="1056657" y="607142"/>
                  </a:lnTo>
                  <a:lnTo>
                    <a:pt x="1108060" y="606400"/>
                  </a:lnTo>
                  <a:lnTo>
                    <a:pt x="1176995" y="605303"/>
                  </a:lnTo>
                  <a:lnTo>
                    <a:pt x="1262001" y="603806"/>
                  </a:lnTo>
                  <a:lnTo>
                    <a:pt x="1360202" y="601882"/>
                  </a:lnTo>
                  <a:lnTo>
                    <a:pt x="1467828" y="599521"/>
                  </a:lnTo>
                  <a:lnTo>
                    <a:pt x="1580813" y="596724"/>
                  </a:lnTo>
                  <a:lnTo>
                    <a:pt x="1695324" y="593501"/>
                  </a:lnTo>
                  <a:lnTo>
                    <a:pt x="1808127" y="589860"/>
                  </a:lnTo>
                  <a:lnTo>
                    <a:pt x="1916774" y="585802"/>
                  </a:lnTo>
                  <a:lnTo>
                    <a:pt x="2019623" y="581320"/>
                  </a:lnTo>
                  <a:lnTo>
                    <a:pt x="2115752" y="576392"/>
                  </a:lnTo>
                  <a:lnTo>
                    <a:pt x="2204830" y="570986"/>
                  </a:lnTo>
                  <a:lnTo>
                    <a:pt x="2286964" y="565053"/>
                  </a:lnTo>
                  <a:lnTo>
                    <a:pt x="2362568" y="558532"/>
                  </a:lnTo>
                  <a:lnTo>
                    <a:pt x="2432254" y="551352"/>
                  </a:lnTo>
                  <a:lnTo>
                    <a:pt x="2496744" y="543434"/>
                  </a:lnTo>
                  <a:lnTo>
                    <a:pt x="2556811" y="534693"/>
                  </a:lnTo>
                  <a:lnTo>
                    <a:pt x="2613230" y="525052"/>
                  </a:lnTo>
                  <a:lnTo>
                    <a:pt x="2666736" y="514452"/>
                  </a:lnTo>
                  <a:lnTo>
                    <a:pt x="2702183" y="506594"/>
                  </a:lnTo>
                  <a:lnTo>
                    <a:pt x="2761996" y="491784"/>
                  </a:lnTo>
                  <a:lnTo>
                    <a:pt x="2819979" y="475530"/>
                  </a:lnTo>
                  <a:lnTo>
                    <a:pt x="2876792" y="457809"/>
                  </a:lnTo>
                  <a:lnTo>
                    <a:pt x="2932929" y="438642"/>
                  </a:lnTo>
                  <a:lnTo>
                    <a:pt x="2988741" y="418100"/>
                  </a:lnTo>
                  <a:lnTo>
                    <a:pt x="3044463" y="396309"/>
                  </a:lnTo>
                  <a:lnTo>
                    <a:pt x="3100235" y="373448"/>
                  </a:lnTo>
                  <a:lnTo>
                    <a:pt x="3156113" y="349743"/>
                  </a:lnTo>
                  <a:lnTo>
                    <a:pt x="3212092" y="325465"/>
                  </a:lnTo>
                  <a:lnTo>
                    <a:pt x="3268129" y="300913"/>
                  </a:lnTo>
                  <a:lnTo>
                    <a:pt x="3324157" y="276400"/>
                  </a:lnTo>
                  <a:lnTo>
                    <a:pt x="3380115" y="252237"/>
                  </a:lnTo>
                  <a:lnTo>
                    <a:pt x="3435965" y="228717"/>
                  </a:lnTo>
                  <a:lnTo>
                    <a:pt x="3491716" y="206101"/>
                  </a:lnTo>
                  <a:lnTo>
                    <a:pt x="3547444" y="184605"/>
                  </a:lnTo>
                  <a:lnTo>
                    <a:pt x="3603310" y="164395"/>
                  </a:lnTo>
                  <a:lnTo>
                    <a:pt x="3659577" y="145581"/>
                  </a:lnTo>
                  <a:lnTo>
                    <a:pt x="3716628" y="128223"/>
                  </a:lnTo>
                  <a:lnTo>
                    <a:pt x="3774994" y="112330"/>
                  </a:lnTo>
                  <a:lnTo>
                    <a:pt x="3820202" y="101318"/>
                  </a:lnTo>
                  <a:lnTo>
                    <a:pt x="3872091" y="90044"/>
                  </a:lnTo>
                  <a:lnTo>
                    <a:pt x="3926431" y="79748"/>
                  </a:lnTo>
                  <a:lnTo>
                    <a:pt x="3983908" y="70396"/>
                  </a:lnTo>
                  <a:lnTo>
                    <a:pt x="4045273" y="61921"/>
                  </a:lnTo>
                  <a:lnTo>
                    <a:pt x="4111304" y="54242"/>
                  </a:lnTo>
                  <a:lnTo>
                    <a:pt x="4182764" y="47277"/>
                  </a:lnTo>
                  <a:lnTo>
                    <a:pt x="4260350" y="40947"/>
                  </a:lnTo>
                  <a:lnTo>
                    <a:pt x="4344620" y="35184"/>
                  </a:lnTo>
                  <a:lnTo>
                    <a:pt x="4435907" y="29932"/>
                  </a:lnTo>
                  <a:lnTo>
                    <a:pt x="4534196" y="25146"/>
                  </a:lnTo>
                  <a:lnTo>
                    <a:pt x="4638985" y="20798"/>
                  </a:lnTo>
                  <a:lnTo>
                    <a:pt x="4749144" y="16871"/>
                  </a:lnTo>
                  <a:lnTo>
                    <a:pt x="4862783" y="13359"/>
                  </a:lnTo>
                  <a:lnTo>
                    <a:pt x="4977197" y="10268"/>
                  </a:lnTo>
                  <a:lnTo>
                    <a:pt x="5088940" y="7607"/>
                  </a:lnTo>
                  <a:lnTo>
                    <a:pt x="5194056" y="5382"/>
                  </a:lnTo>
                  <a:lnTo>
                    <a:pt x="5288511" y="3594"/>
                  </a:lnTo>
                  <a:lnTo>
                    <a:pt x="5368749" y="2226"/>
                  </a:lnTo>
                  <a:lnTo>
                    <a:pt x="5432287" y="1246"/>
                  </a:lnTo>
                  <a:lnTo>
                    <a:pt x="5478184" y="602"/>
                  </a:lnTo>
                  <a:lnTo>
                    <a:pt x="5507282" y="230"/>
                  </a:lnTo>
                  <a:lnTo>
                    <a:pt x="5522186" y="56"/>
                  </a:lnTo>
                  <a:lnTo>
                    <a:pt x="5527071" y="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2" y="42"/>
                  </a:lnTo>
                  <a:lnTo>
                    <a:pt x="6530720" y="343"/>
                  </a:lnTo>
                  <a:lnTo>
                    <a:pt x="6549082" y="1174"/>
                  </a:lnTo>
                  <a:lnTo>
                    <a:pt x="6582195" y="2812"/>
                  </a:lnTo>
                  <a:lnTo>
                    <a:pt x="6632127" y="5522"/>
                  </a:lnTo>
                  <a:lnTo>
                    <a:pt x="6699231" y="9528"/>
                  </a:lnTo>
                  <a:lnTo>
                    <a:pt x="6782194" y="15001"/>
                  </a:lnTo>
                  <a:lnTo>
                    <a:pt x="6878319" y="22046"/>
                  </a:lnTo>
                  <a:lnTo>
                    <a:pt x="6984011" y="30704"/>
                  </a:lnTo>
                  <a:lnTo>
                    <a:pt x="7095342" y="40971"/>
                  </a:lnTo>
                  <a:lnTo>
                    <a:pt x="7208563" y="52816"/>
                  </a:lnTo>
                  <a:lnTo>
                    <a:pt x="7320468" y="66208"/>
                  </a:lnTo>
                  <a:lnTo>
                    <a:pt x="7428585" y="81136"/>
                  </a:lnTo>
                  <a:lnTo>
                    <a:pt x="7531222" y="97624"/>
                  </a:lnTo>
                  <a:lnTo>
                    <a:pt x="7627390" y="115739"/>
                  </a:lnTo>
                  <a:lnTo>
                    <a:pt x="7716685" y="135597"/>
                  </a:lnTo>
                  <a:lnTo>
                    <a:pt x="7799148" y="157364"/>
                  </a:lnTo>
                  <a:lnTo>
                    <a:pt x="7875131" y="181253"/>
                  </a:lnTo>
                  <a:lnTo>
                    <a:pt x="7945195" y="207517"/>
                  </a:lnTo>
                  <a:lnTo>
                    <a:pt x="8010023" y="236444"/>
                  </a:lnTo>
                  <a:lnTo>
                    <a:pt x="8070355" y="268336"/>
                  </a:lnTo>
                  <a:lnTo>
                    <a:pt x="8126943" y="303486"/>
                  </a:lnTo>
                  <a:lnTo>
                    <a:pt x="8180511" y="342131"/>
                  </a:lnTo>
                  <a:lnTo>
                    <a:pt x="8229629" y="382566"/>
                  </a:lnTo>
                  <a:lnTo>
                    <a:pt x="8277186" y="426420"/>
                  </a:lnTo>
                  <a:lnTo>
                    <a:pt x="8323496" y="473675"/>
                  </a:lnTo>
                  <a:lnTo>
                    <a:pt x="8368918" y="524399"/>
                  </a:lnTo>
                  <a:lnTo>
                    <a:pt x="8413738" y="578596"/>
                  </a:lnTo>
                  <a:lnTo>
                    <a:pt x="8458178" y="636203"/>
                  </a:lnTo>
                  <a:lnTo>
                    <a:pt x="8502409" y="697078"/>
                  </a:lnTo>
                  <a:lnTo>
                    <a:pt x="8546556" y="761003"/>
                  </a:lnTo>
                  <a:lnTo>
                    <a:pt x="8590703" y="827677"/>
                  </a:lnTo>
                  <a:lnTo>
                    <a:pt x="8634899" y="896722"/>
                  </a:lnTo>
                  <a:lnTo>
                    <a:pt x="8679165" y="967689"/>
                  </a:lnTo>
                  <a:lnTo>
                    <a:pt x="8723497" y="1040071"/>
                  </a:lnTo>
                  <a:lnTo>
                    <a:pt x="8767875" y="1113312"/>
                  </a:lnTo>
                  <a:lnTo>
                    <a:pt x="8812268" y="1186829"/>
                  </a:lnTo>
                  <a:lnTo>
                    <a:pt x="8856644" y="1260032"/>
                  </a:lnTo>
                  <a:lnTo>
                    <a:pt x="8900972" y="1332338"/>
                  </a:lnTo>
                  <a:lnTo>
                    <a:pt x="8945233" y="1403197"/>
                  </a:lnTo>
                  <a:lnTo>
                    <a:pt x="8989425" y="1472101"/>
                  </a:lnTo>
                  <a:lnTo>
                    <a:pt x="9033570" y="1538608"/>
                  </a:lnTo>
                  <a:lnTo>
                    <a:pt x="9077720" y="1602344"/>
                  </a:lnTo>
                  <a:lnTo>
                    <a:pt x="9121961" y="1663015"/>
                  </a:lnTo>
                  <a:lnTo>
                    <a:pt x="9166419" y="1720405"/>
                  </a:lnTo>
                  <a:lnTo>
                    <a:pt x="9211270" y="1774379"/>
                  </a:lnTo>
                  <a:lnTo>
                    <a:pt x="9256741" y="1824877"/>
                  </a:lnTo>
                  <a:lnTo>
                    <a:pt x="9303120" y="1871910"/>
                  </a:lnTo>
                  <a:lnTo>
                    <a:pt x="9347647" y="1912831"/>
                  </a:lnTo>
                  <a:lnTo>
                    <a:pt x="9398937" y="1954941"/>
                  </a:lnTo>
                  <a:lnTo>
                    <a:pt x="9452617" y="1993438"/>
                  </a:lnTo>
                  <a:lnTo>
                    <a:pt x="9509345" y="2028447"/>
                  </a:lnTo>
                  <a:lnTo>
                    <a:pt x="9569849" y="2060210"/>
                  </a:lnTo>
                  <a:lnTo>
                    <a:pt x="9634880" y="2089020"/>
                  </a:lnTo>
                  <a:lnTo>
                    <a:pt x="9705177" y="2115181"/>
                  </a:lnTo>
                  <a:lnTo>
                    <a:pt x="9781419" y="2138976"/>
                  </a:lnTo>
                  <a:lnTo>
                    <a:pt x="9864159" y="2160660"/>
                  </a:lnTo>
                  <a:lnTo>
                    <a:pt x="9953741" y="2180443"/>
                  </a:lnTo>
                  <a:lnTo>
                    <a:pt x="10050189" y="2198488"/>
                  </a:lnTo>
                  <a:lnTo>
                    <a:pt x="10153078" y="2214911"/>
                  </a:lnTo>
                  <a:lnTo>
                    <a:pt x="10261392" y="2229775"/>
                  </a:lnTo>
                  <a:lnTo>
                    <a:pt x="10373405" y="2243103"/>
                  </a:lnTo>
                  <a:lnTo>
                    <a:pt x="10486616" y="2254884"/>
                  </a:lnTo>
                  <a:lnTo>
                    <a:pt x="10597791" y="2265084"/>
                  </a:lnTo>
                  <a:lnTo>
                    <a:pt x="10703163" y="2273675"/>
                  </a:lnTo>
                  <a:lnTo>
                    <a:pt x="10798809" y="2280654"/>
                  </a:lnTo>
                  <a:lnTo>
                    <a:pt x="10881159" y="2286064"/>
                  </a:lnTo>
                  <a:lnTo>
                    <a:pt x="10947567" y="2290012"/>
                  </a:lnTo>
                  <a:lnTo>
                    <a:pt x="10996781" y="2292672"/>
                  </a:lnTo>
                  <a:lnTo>
                    <a:pt x="11029229" y="2294271"/>
                  </a:lnTo>
                  <a:lnTo>
                    <a:pt x="11047048" y="2295075"/>
                  </a:lnTo>
                  <a:lnTo>
                    <a:pt x="11053924" y="2295360"/>
                  </a:lnTo>
                  <a:lnTo>
                    <a:pt x="11054891" y="2295397"/>
                  </a:lnTo>
                  <a:lnTo>
                    <a:pt x="12049831" y="2295397"/>
                  </a:lnTo>
                  <a:lnTo>
                    <a:pt x="12049831" y="22953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5" name="pl1174"/>
            <p:cNvSpPr/>
            <p:nvPr/>
          </p:nvSpPr>
          <p:spPr>
            <a:xfrm>
              <a:off x="1199187" y="3636835"/>
              <a:ext cx="12049831" cy="2295397"/>
            </a:xfrm>
            <a:custGeom>
              <a:avLst/>
              <a:pathLst>
                <a:path w="12049831" h="2295397">
                  <a:moveTo>
                    <a:pt x="12049831" y="2295397"/>
                  </a:moveTo>
                  <a:lnTo>
                    <a:pt x="11054891" y="2295397"/>
                  </a:lnTo>
                  <a:lnTo>
                    <a:pt x="11053795" y="2295355"/>
                  </a:lnTo>
                  <a:lnTo>
                    <a:pt x="11046556" y="2295054"/>
                  </a:lnTo>
                  <a:lnTo>
                    <a:pt x="11028194" y="2294223"/>
                  </a:lnTo>
                  <a:lnTo>
                    <a:pt x="10995081" y="2292584"/>
                  </a:lnTo>
                  <a:lnTo>
                    <a:pt x="10945150" y="2289875"/>
                  </a:lnTo>
                  <a:lnTo>
                    <a:pt x="10878045" y="2285869"/>
                  </a:lnTo>
                  <a:lnTo>
                    <a:pt x="10795082" y="2280396"/>
                  </a:lnTo>
                  <a:lnTo>
                    <a:pt x="10698958" y="2273351"/>
                  </a:lnTo>
                  <a:lnTo>
                    <a:pt x="10593266" y="2264693"/>
                  </a:lnTo>
                  <a:lnTo>
                    <a:pt x="10481934" y="2254426"/>
                  </a:lnTo>
                  <a:lnTo>
                    <a:pt x="10368713" y="2242581"/>
                  </a:lnTo>
                  <a:lnTo>
                    <a:pt x="10256809" y="2229189"/>
                  </a:lnTo>
                  <a:lnTo>
                    <a:pt x="10148691" y="2214260"/>
                  </a:lnTo>
                  <a:lnTo>
                    <a:pt x="10046054" y="2197773"/>
                  </a:lnTo>
                  <a:lnTo>
                    <a:pt x="9949886" y="2179658"/>
                  </a:lnTo>
                  <a:lnTo>
                    <a:pt x="9860591" y="2159800"/>
                  </a:lnTo>
                  <a:lnTo>
                    <a:pt x="9778129" y="2138033"/>
                  </a:lnTo>
                  <a:lnTo>
                    <a:pt x="9702146" y="2114144"/>
                  </a:lnTo>
                  <a:lnTo>
                    <a:pt x="9632081" y="2087880"/>
                  </a:lnTo>
                  <a:lnTo>
                    <a:pt x="9567254" y="2058953"/>
                  </a:lnTo>
                  <a:lnTo>
                    <a:pt x="9506921" y="2027061"/>
                  </a:lnTo>
                  <a:lnTo>
                    <a:pt x="9450333" y="1991911"/>
                  </a:lnTo>
                  <a:lnTo>
                    <a:pt x="9396766" y="1953266"/>
                  </a:lnTo>
                  <a:lnTo>
                    <a:pt x="9347647" y="1912831"/>
                  </a:lnTo>
                  <a:lnTo>
                    <a:pt x="9300091" y="1868976"/>
                  </a:lnTo>
                  <a:lnTo>
                    <a:pt x="9253781" y="1821721"/>
                  </a:lnTo>
                  <a:lnTo>
                    <a:pt x="9208358" y="1770998"/>
                  </a:lnTo>
                  <a:lnTo>
                    <a:pt x="9163539" y="1716801"/>
                  </a:lnTo>
                  <a:lnTo>
                    <a:pt x="9119099" y="1659194"/>
                  </a:lnTo>
                  <a:lnTo>
                    <a:pt x="9074867" y="1598319"/>
                  </a:lnTo>
                  <a:lnTo>
                    <a:pt x="9030720" y="1534394"/>
                  </a:lnTo>
                  <a:lnTo>
                    <a:pt x="8986573" y="1467720"/>
                  </a:lnTo>
                  <a:lnTo>
                    <a:pt x="8942377" y="1398675"/>
                  </a:lnTo>
                  <a:lnTo>
                    <a:pt x="8898112" y="1327707"/>
                  </a:lnTo>
                  <a:lnTo>
                    <a:pt x="8853780" y="1255326"/>
                  </a:lnTo>
                  <a:lnTo>
                    <a:pt x="8809402" y="1182085"/>
                  </a:lnTo>
                  <a:lnTo>
                    <a:pt x="8765008" y="1108567"/>
                  </a:lnTo>
                  <a:lnTo>
                    <a:pt x="8720632" y="1035365"/>
                  </a:lnTo>
                  <a:lnTo>
                    <a:pt x="8676304" y="963058"/>
                  </a:lnTo>
                  <a:lnTo>
                    <a:pt x="8632043" y="892200"/>
                  </a:lnTo>
                  <a:lnTo>
                    <a:pt x="8587851" y="823296"/>
                  </a:lnTo>
                  <a:lnTo>
                    <a:pt x="8543706" y="756789"/>
                  </a:lnTo>
                  <a:lnTo>
                    <a:pt x="8499557" y="693052"/>
                  </a:lnTo>
                  <a:lnTo>
                    <a:pt x="8455316" y="632382"/>
                  </a:lnTo>
                  <a:lnTo>
                    <a:pt x="8410857" y="574992"/>
                  </a:lnTo>
                  <a:lnTo>
                    <a:pt x="8366006" y="521018"/>
                  </a:lnTo>
                  <a:lnTo>
                    <a:pt x="8320536" y="470520"/>
                  </a:lnTo>
                  <a:lnTo>
                    <a:pt x="8274157" y="423487"/>
                  </a:lnTo>
                  <a:lnTo>
                    <a:pt x="8229629" y="382566"/>
                  </a:lnTo>
                  <a:lnTo>
                    <a:pt x="8178339" y="340456"/>
                  </a:lnTo>
                  <a:lnTo>
                    <a:pt x="8124660" y="301959"/>
                  </a:lnTo>
                  <a:lnTo>
                    <a:pt x="8067931" y="266950"/>
                  </a:lnTo>
                  <a:lnTo>
                    <a:pt x="8007428" y="235187"/>
                  </a:lnTo>
                  <a:lnTo>
                    <a:pt x="7942397" y="206376"/>
                  </a:lnTo>
                  <a:lnTo>
                    <a:pt x="7872100" y="180216"/>
                  </a:lnTo>
                  <a:lnTo>
                    <a:pt x="7795858" y="156420"/>
                  </a:lnTo>
                  <a:lnTo>
                    <a:pt x="7713118" y="134736"/>
                  </a:lnTo>
                  <a:lnTo>
                    <a:pt x="7623535" y="114954"/>
                  </a:lnTo>
                  <a:lnTo>
                    <a:pt x="7527087" y="96908"/>
                  </a:lnTo>
                  <a:lnTo>
                    <a:pt x="7424199" y="80486"/>
                  </a:lnTo>
                  <a:lnTo>
                    <a:pt x="7315885" y="65622"/>
                  </a:lnTo>
                  <a:lnTo>
                    <a:pt x="7203872" y="52293"/>
                  </a:lnTo>
                  <a:lnTo>
                    <a:pt x="7090660" y="40513"/>
                  </a:lnTo>
                  <a:lnTo>
                    <a:pt x="6979486" y="30313"/>
                  </a:lnTo>
                  <a:lnTo>
                    <a:pt x="6874113" y="21722"/>
                  </a:lnTo>
                  <a:lnTo>
                    <a:pt x="6778468" y="14743"/>
                  </a:lnTo>
                  <a:lnTo>
                    <a:pt x="6696117" y="9333"/>
                  </a:lnTo>
                  <a:lnTo>
                    <a:pt x="6629710" y="5385"/>
                  </a:lnTo>
                  <a:lnTo>
                    <a:pt x="6580495" y="2725"/>
                  </a:lnTo>
                  <a:lnTo>
                    <a:pt x="6548047" y="1125"/>
                  </a:lnTo>
                  <a:lnTo>
                    <a:pt x="6530229" y="322"/>
                  </a:lnTo>
                  <a:lnTo>
                    <a:pt x="6523353" y="3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2" y="11"/>
                  </a:lnTo>
                  <a:lnTo>
                    <a:pt x="5518831" y="94"/>
                  </a:lnTo>
                  <a:lnTo>
                    <a:pt x="5499873" y="321"/>
                  </a:lnTo>
                  <a:lnTo>
                    <a:pt x="5465728" y="771"/>
                  </a:lnTo>
                  <a:lnTo>
                    <a:pt x="5414325" y="1513"/>
                  </a:lnTo>
                  <a:lnTo>
                    <a:pt x="5345390" y="2610"/>
                  </a:lnTo>
                  <a:lnTo>
                    <a:pt x="5260384" y="4106"/>
                  </a:lnTo>
                  <a:lnTo>
                    <a:pt x="5162183" y="6030"/>
                  </a:lnTo>
                  <a:lnTo>
                    <a:pt x="5054557" y="8392"/>
                  </a:lnTo>
                  <a:lnTo>
                    <a:pt x="4941572" y="11188"/>
                  </a:lnTo>
                  <a:lnTo>
                    <a:pt x="4827061" y="14411"/>
                  </a:lnTo>
                  <a:lnTo>
                    <a:pt x="4714258" y="18053"/>
                  </a:lnTo>
                  <a:lnTo>
                    <a:pt x="4605611" y="22110"/>
                  </a:lnTo>
                  <a:lnTo>
                    <a:pt x="4502762" y="26593"/>
                  </a:lnTo>
                  <a:lnTo>
                    <a:pt x="4406633" y="31520"/>
                  </a:lnTo>
                  <a:lnTo>
                    <a:pt x="4317555" y="36927"/>
                  </a:lnTo>
                  <a:lnTo>
                    <a:pt x="4235421" y="42860"/>
                  </a:lnTo>
                  <a:lnTo>
                    <a:pt x="4159817" y="49380"/>
                  </a:lnTo>
                  <a:lnTo>
                    <a:pt x="4090131" y="56560"/>
                  </a:lnTo>
                  <a:lnTo>
                    <a:pt x="4025641" y="64479"/>
                  </a:lnTo>
                  <a:lnTo>
                    <a:pt x="3965574" y="73220"/>
                  </a:lnTo>
                  <a:lnTo>
                    <a:pt x="3909155" y="82860"/>
                  </a:lnTo>
                  <a:lnTo>
                    <a:pt x="3855649" y="93460"/>
                  </a:lnTo>
                  <a:lnTo>
                    <a:pt x="3820202" y="101318"/>
                  </a:lnTo>
                  <a:lnTo>
                    <a:pt x="3760389" y="116129"/>
                  </a:lnTo>
                  <a:lnTo>
                    <a:pt x="3702406" y="132383"/>
                  </a:lnTo>
                  <a:lnTo>
                    <a:pt x="3645593" y="150104"/>
                  </a:lnTo>
                  <a:lnTo>
                    <a:pt x="3589456" y="169271"/>
                  </a:lnTo>
                  <a:lnTo>
                    <a:pt x="3533644" y="189812"/>
                  </a:lnTo>
                  <a:lnTo>
                    <a:pt x="3477921" y="211603"/>
                  </a:lnTo>
                  <a:lnTo>
                    <a:pt x="3422150" y="234465"/>
                  </a:lnTo>
                  <a:lnTo>
                    <a:pt x="3366272" y="258169"/>
                  </a:lnTo>
                  <a:lnTo>
                    <a:pt x="3310293" y="282447"/>
                  </a:lnTo>
                  <a:lnTo>
                    <a:pt x="3254256" y="306999"/>
                  </a:lnTo>
                  <a:lnTo>
                    <a:pt x="3198228" y="331513"/>
                  </a:lnTo>
                  <a:lnTo>
                    <a:pt x="3142270" y="355676"/>
                  </a:lnTo>
                  <a:lnTo>
                    <a:pt x="3086420" y="379195"/>
                  </a:lnTo>
                  <a:lnTo>
                    <a:pt x="3030669" y="401811"/>
                  </a:lnTo>
                  <a:lnTo>
                    <a:pt x="2974941" y="423307"/>
                  </a:lnTo>
                  <a:lnTo>
                    <a:pt x="2919075" y="443518"/>
                  </a:lnTo>
                  <a:lnTo>
                    <a:pt x="2862808" y="462332"/>
                  </a:lnTo>
                  <a:lnTo>
                    <a:pt x="2805757" y="479690"/>
                  </a:lnTo>
                  <a:lnTo>
                    <a:pt x="2747391" y="495583"/>
                  </a:lnTo>
                  <a:lnTo>
                    <a:pt x="2702183" y="506594"/>
                  </a:lnTo>
                  <a:lnTo>
                    <a:pt x="2650294" y="517869"/>
                  </a:lnTo>
                  <a:lnTo>
                    <a:pt x="2595954" y="528164"/>
                  </a:lnTo>
                  <a:lnTo>
                    <a:pt x="2538477" y="537516"/>
                  </a:lnTo>
                  <a:lnTo>
                    <a:pt x="2477112" y="545991"/>
                  </a:lnTo>
                  <a:lnTo>
                    <a:pt x="2411081" y="553670"/>
                  </a:lnTo>
                  <a:lnTo>
                    <a:pt x="2339621" y="560636"/>
                  </a:lnTo>
                  <a:lnTo>
                    <a:pt x="2262035" y="566966"/>
                  </a:lnTo>
                  <a:lnTo>
                    <a:pt x="2177765" y="572729"/>
                  </a:lnTo>
                  <a:lnTo>
                    <a:pt x="2086478" y="577981"/>
                  </a:lnTo>
                  <a:lnTo>
                    <a:pt x="1988189" y="582766"/>
                  </a:lnTo>
                  <a:lnTo>
                    <a:pt x="1883400" y="587115"/>
                  </a:lnTo>
                  <a:lnTo>
                    <a:pt x="1773241" y="591042"/>
                  </a:lnTo>
                  <a:lnTo>
                    <a:pt x="1659602" y="594553"/>
                  </a:lnTo>
                  <a:lnTo>
                    <a:pt x="1545188" y="597644"/>
                  </a:lnTo>
                  <a:lnTo>
                    <a:pt x="1433445" y="600306"/>
                  </a:lnTo>
                  <a:lnTo>
                    <a:pt x="1328329" y="602530"/>
                  </a:lnTo>
                  <a:lnTo>
                    <a:pt x="1233874" y="604319"/>
                  </a:lnTo>
                  <a:lnTo>
                    <a:pt x="1153636" y="605687"/>
                  </a:lnTo>
                  <a:lnTo>
                    <a:pt x="1090098" y="606667"/>
                  </a:lnTo>
                  <a:lnTo>
                    <a:pt x="1044201" y="607310"/>
                  </a:lnTo>
                  <a:lnTo>
                    <a:pt x="1015103" y="607682"/>
                  </a:lnTo>
                  <a:lnTo>
                    <a:pt x="1000199" y="607857"/>
                  </a:lnTo>
                  <a:lnTo>
                    <a:pt x="995314" y="607909"/>
                  </a:lnTo>
                  <a:lnTo>
                    <a:pt x="994940" y="607913"/>
                  </a:lnTo>
                  <a:lnTo>
                    <a:pt x="0" y="607913"/>
                  </a:lnTo>
                  <a:lnTo>
                    <a:pt x="0" y="6079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6" name="pg1175"/>
            <p:cNvSpPr/>
            <p:nvPr/>
          </p:nvSpPr>
          <p:spPr>
            <a:xfrm>
              <a:off x="1199187" y="2090848"/>
              <a:ext cx="12049831" cy="2709407"/>
            </a:xfrm>
            <a:custGeom>
              <a:avLst/>
              <a:pathLst>
                <a:path w="12049831" h="2709407">
                  <a:moveTo>
                    <a:pt x="0" y="2709407"/>
                  </a:moveTo>
                  <a:lnTo>
                    <a:pt x="994940" y="2709407"/>
                  </a:lnTo>
                  <a:lnTo>
                    <a:pt x="996053" y="2709375"/>
                  </a:lnTo>
                  <a:lnTo>
                    <a:pt x="1003403" y="2709145"/>
                  </a:lnTo>
                  <a:lnTo>
                    <a:pt x="1022038" y="2708511"/>
                  </a:lnTo>
                  <a:lnTo>
                    <a:pt x="1055626" y="2707260"/>
                  </a:lnTo>
                  <a:lnTo>
                    <a:pt x="1106233" y="2705193"/>
                  </a:lnTo>
                  <a:lnTo>
                    <a:pt x="1174181" y="2702138"/>
                  </a:lnTo>
                  <a:lnTo>
                    <a:pt x="1258086" y="2697965"/>
                  </a:lnTo>
                  <a:lnTo>
                    <a:pt x="1355169" y="2692597"/>
                  </a:lnTo>
                  <a:lnTo>
                    <a:pt x="1461757" y="2686005"/>
                  </a:lnTo>
                  <a:lnTo>
                    <a:pt x="1573856" y="2678192"/>
                  </a:lnTo>
                  <a:lnTo>
                    <a:pt x="1687678" y="2669182"/>
                  </a:lnTo>
                  <a:lnTo>
                    <a:pt x="1800004" y="2658999"/>
                  </a:lnTo>
                  <a:lnTo>
                    <a:pt x="1908372" y="2647650"/>
                  </a:lnTo>
                  <a:lnTo>
                    <a:pt x="2011112" y="2635115"/>
                  </a:lnTo>
                  <a:lnTo>
                    <a:pt x="2107266" y="2621339"/>
                  </a:lnTo>
                  <a:lnTo>
                    <a:pt x="2196464" y="2606231"/>
                  </a:lnTo>
                  <a:lnTo>
                    <a:pt x="2278777" y="2589662"/>
                  </a:lnTo>
                  <a:lnTo>
                    <a:pt x="2354586" y="2571466"/>
                  </a:lnTo>
                  <a:lnTo>
                    <a:pt x="2424475" y="2551447"/>
                  </a:lnTo>
                  <a:lnTo>
                    <a:pt x="2489145" y="2529384"/>
                  </a:lnTo>
                  <a:lnTo>
                    <a:pt x="2549352" y="2505046"/>
                  </a:lnTo>
                  <a:lnTo>
                    <a:pt x="2605859" y="2478213"/>
                  </a:lnTo>
                  <a:lnTo>
                    <a:pt x="2659395" y="2448710"/>
                  </a:lnTo>
                  <a:lnTo>
                    <a:pt x="2702183" y="2422046"/>
                  </a:lnTo>
                  <a:lnTo>
                    <a:pt x="2753820" y="2386114"/>
                  </a:lnTo>
                  <a:lnTo>
                    <a:pt x="2804023" y="2347157"/>
                  </a:lnTo>
                  <a:lnTo>
                    <a:pt x="2853239" y="2305116"/>
                  </a:lnTo>
                  <a:lnTo>
                    <a:pt x="2901818" y="2260001"/>
                  </a:lnTo>
                  <a:lnTo>
                    <a:pt x="2950024" y="2211896"/>
                  </a:lnTo>
                  <a:lnTo>
                    <a:pt x="2998053" y="2160967"/>
                  </a:lnTo>
                  <a:lnTo>
                    <a:pt x="3046039" y="2107461"/>
                  </a:lnTo>
                  <a:lnTo>
                    <a:pt x="3094065" y="2051713"/>
                  </a:lnTo>
                  <a:lnTo>
                    <a:pt x="3142168" y="1994133"/>
                  </a:lnTo>
                  <a:lnTo>
                    <a:pt x="3190352" y="1935197"/>
                  </a:lnTo>
                  <a:lnTo>
                    <a:pt x="3238595" y="1875432"/>
                  </a:lnTo>
                  <a:lnTo>
                    <a:pt x="3286857" y="1815401"/>
                  </a:lnTo>
                  <a:lnTo>
                    <a:pt x="3335097" y="1755673"/>
                  </a:lnTo>
                  <a:lnTo>
                    <a:pt x="3383276" y="1696808"/>
                  </a:lnTo>
                  <a:lnTo>
                    <a:pt x="3431374" y="1639330"/>
                  </a:lnTo>
                  <a:lnTo>
                    <a:pt x="3479396" y="1583713"/>
                  </a:lnTo>
                  <a:lnTo>
                    <a:pt x="3527382" y="1530363"/>
                  </a:lnTo>
                  <a:lnTo>
                    <a:pt x="3575418" y="1479606"/>
                  </a:lnTo>
                  <a:lnTo>
                    <a:pt x="3623641" y="1431687"/>
                  </a:lnTo>
                  <a:lnTo>
                    <a:pt x="3672252" y="1386766"/>
                  </a:lnTo>
                  <a:lnTo>
                    <a:pt x="3721520" y="1344922"/>
                  </a:lnTo>
                  <a:lnTo>
                    <a:pt x="3771799" y="1306159"/>
                  </a:lnTo>
                  <a:lnTo>
                    <a:pt x="3820202" y="1272600"/>
                  </a:lnTo>
                  <a:lnTo>
                    <a:pt x="3871768" y="1240810"/>
                  </a:lnTo>
                  <a:lnTo>
                    <a:pt x="3925753" y="1211762"/>
                  </a:lnTo>
                  <a:lnTo>
                    <a:pt x="3982826" y="1185360"/>
                  </a:lnTo>
                  <a:lnTo>
                    <a:pt x="4043727" y="1161419"/>
                  </a:lnTo>
                  <a:lnTo>
                    <a:pt x="4109218" y="1139714"/>
                  </a:lnTo>
                  <a:lnTo>
                    <a:pt x="4180051" y="1120015"/>
                  </a:lnTo>
                  <a:lnTo>
                    <a:pt x="4256911" y="1102104"/>
                  </a:lnTo>
                  <a:lnTo>
                    <a:pt x="4340356" y="1085790"/>
                  </a:lnTo>
                  <a:lnTo>
                    <a:pt x="4430723" y="1070913"/>
                  </a:lnTo>
                  <a:lnTo>
                    <a:pt x="4528019" y="1057350"/>
                  </a:lnTo>
                  <a:lnTo>
                    <a:pt x="4631785" y="1045016"/>
                  </a:lnTo>
                  <a:lnTo>
                    <a:pt x="4740953" y="1033862"/>
                  </a:lnTo>
                  <a:lnTo>
                    <a:pt x="4853722" y="1023874"/>
                  </a:lnTo>
                  <a:lnTo>
                    <a:pt x="4967499" y="1015063"/>
                  </a:lnTo>
                  <a:lnTo>
                    <a:pt x="5078951" y="1007453"/>
                  </a:lnTo>
                  <a:lnTo>
                    <a:pt x="5184225" y="1001066"/>
                  </a:lnTo>
                  <a:lnTo>
                    <a:pt x="5279342" y="995901"/>
                  </a:lnTo>
                  <a:lnTo>
                    <a:pt x="5360739" y="991922"/>
                  </a:lnTo>
                  <a:lnTo>
                    <a:pt x="5425838" y="989042"/>
                  </a:lnTo>
                  <a:lnTo>
                    <a:pt x="5473529" y="987125"/>
                  </a:lnTo>
                  <a:lnTo>
                    <a:pt x="5504425" y="985992"/>
                  </a:lnTo>
                  <a:lnTo>
                    <a:pt x="5520877" y="985440"/>
                  </a:lnTo>
                  <a:lnTo>
                    <a:pt x="5526797" y="985257"/>
                  </a:lnTo>
                  <a:lnTo>
                    <a:pt x="5527445" y="985239"/>
                  </a:lnTo>
                  <a:lnTo>
                    <a:pt x="6522385" y="985239"/>
                  </a:lnTo>
                  <a:lnTo>
                    <a:pt x="6523514" y="985220"/>
                  </a:lnTo>
                  <a:lnTo>
                    <a:pt x="6530965" y="985088"/>
                  </a:lnTo>
                  <a:lnTo>
                    <a:pt x="6549848" y="984722"/>
                  </a:lnTo>
                  <a:lnTo>
                    <a:pt x="6583865" y="984001"/>
                  </a:lnTo>
                  <a:lnTo>
                    <a:pt x="6635085" y="982809"/>
                  </a:lnTo>
                  <a:lnTo>
                    <a:pt x="6703792" y="981049"/>
                  </a:lnTo>
                  <a:lnTo>
                    <a:pt x="6788546" y="978645"/>
                  </a:lnTo>
                  <a:lnTo>
                    <a:pt x="6886490" y="975555"/>
                  </a:lnTo>
                  <a:lnTo>
                    <a:pt x="6993878" y="971762"/>
                  </a:lnTo>
                  <a:lnTo>
                    <a:pt x="7106661" y="967270"/>
                  </a:lnTo>
                  <a:lnTo>
                    <a:pt x="7221014" y="962091"/>
                  </a:lnTo>
                  <a:lnTo>
                    <a:pt x="7333709" y="956240"/>
                  </a:lnTo>
                  <a:lnTo>
                    <a:pt x="7442294" y="949719"/>
                  </a:lnTo>
                  <a:lnTo>
                    <a:pt x="7545118" y="942517"/>
                  </a:lnTo>
                  <a:lnTo>
                    <a:pt x="7641254" y="934600"/>
                  </a:lnTo>
                  <a:lnTo>
                    <a:pt x="7730360" y="925914"/>
                  </a:lnTo>
                  <a:lnTo>
                    <a:pt x="7812536" y="916383"/>
                  </a:lnTo>
                  <a:lnTo>
                    <a:pt x="7888187" y="905910"/>
                  </a:lnTo>
                  <a:lnTo>
                    <a:pt x="7957919" y="894381"/>
                  </a:lnTo>
                  <a:lnTo>
                    <a:pt x="8022450" y="881668"/>
                  </a:lnTo>
                  <a:lnTo>
                    <a:pt x="8082549" y="867636"/>
                  </a:lnTo>
                  <a:lnTo>
                    <a:pt x="8138987" y="852162"/>
                  </a:lnTo>
                  <a:lnTo>
                    <a:pt x="8192499" y="835148"/>
                  </a:lnTo>
                  <a:lnTo>
                    <a:pt x="8229629" y="821906"/>
                  </a:lnTo>
                  <a:lnTo>
                    <a:pt x="8286990" y="799072"/>
                  </a:lnTo>
                  <a:lnTo>
                    <a:pt x="8342643" y="774103"/>
                  </a:lnTo>
                  <a:lnTo>
                    <a:pt x="8397179" y="746962"/>
                  </a:lnTo>
                  <a:lnTo>
                    <a:pt x="8451045" y="717672"/>
                  </a:lnTo>
                  <a:lnTo>
                    <a:pt x="8504567" y="686323"/>
                  </a:lnTo>
                  <a:lnTo>
                    <a:pt x="8557971" y="653080"/>
                  </a:lnTo>
                  <a:lnTo>
                    <a:pt x="8611397" y="618177"/>
                  </a:lnTo>
                  <a:lnTo>
                    <a:pt x="8664911" y="581920"/>
                  </a:lnTo>
                  <a:lnTo>
                    <a:pt x="8718526" y="544676"/>
                  </a:lnTo>
                  <a:lnTo>
                    <a:pt x="8772213" y="506855"/>
                  </a:lnTo>
                  <a:lnTo>
                    <a:pt x="8825917" y="468897"/>
                  </a:lnTo>
                  <a:lnTo>
                    <a:pt x="8879581" y="431248"/>
                  </a:lnTo>
                  <a:lnTo>
                    <a:pt x="8933159" y="394341"/>
                  </a:lnTo>
                  <a:lnTo>
                    <a:pt x="8986634" y="358569"/>
                  </a:lnTo>
                  <a:lnTo>
                    <a:pt x="9040040" y="324278"/>
                  </a:lnTo>
                  <a:lnTo>
                    <a:pt x="9093469" y="291747"/>
                  </a:lnTo>
                  <a:lnTo>
                    <a:pt x="9147093" y="261182"/>
                  </a:lnTo>
                  <a:lnTo>
                    <a:pt x="9201174" y="232720"/>
                  </a:lnTo>
                  <a:lnTo>
                    <a:pt x="9256083" y="206423"/>
                  </a:lnTo>
                  <a:lnTo>
                    <a:pt x="9312320" y="182290"/>
                  </a:lnTo>
                  <a:lnTo>
                    <a:pt x="9347647" y="168573"/>
                  </a:lnTo>
                  <a:lnTo>
                    <a:pt x="9399462" y="150422"/>
                  </a:lnTo>
                  <a:lnTo>
                    <a:pt x="9453721" y="133845"/>
                  </a:lnTo>
                  <a:lnTo>
                    <a:pt x="9511105" y="118785"/>
                  </a:lnTo>
                  <a:lnTo>
                    <a:pt x="9572363" y="105135"/>
                  </a:lnTo>
                  <a:lnTo>
                    <a:pt x="9638270" y="92765"/>
                  </a:lnTo>
                  <a:lnTo>
                    <a:pt x="9709586" y="81544"/>
                  </a:lnTo>
                  <a:lnTo>
                    <a:pt x="9787005" y="71345"/>
                  </a:lnTo>
                  <a:lnTo>
                    <a:pt x="9871085" y="62059"/>
                  </a:lnTo>
                  <a:lnTo>
                    <a:pt x="9962160" y="53594"/>
                  </a:lnTo>
                  <a:lnTo>
                    <a:pt x="10060221" y="45881"/>
                  </a:lnTo>
                  <a:lnTo>
                    <a:pt x="10164775" y="38871"/>
                  </a:lnTo>
                  <a:lnTo>
                    <a:pt x="10274707" y="32538"/>
                  </a:lnTo>
                  <a:lnTo>
                    <a:pt x="10388147" y="26874"/>
                  </a:lnTo>
                  <a:lnTo>
                    <a:pt x="10502417" y="21885"/>
                  </a:lnTo>
                  <a:lnTo>
                    <a:pt x="10614096" y="17587"/>
                  </a:lnTo>
                  <a:lnTo>
                    <a:pt x="10719253" y="13990"/>
                  </a:lnTo>
                  <a:lnTo>
                    <a:pt x="10813864" y="11095"/>
                  </a:lnTo>
                  <a:lnTo>
                    <a:pt x="10894373" y="8877"/>
                  </a:lnTo>
                  <a:lnTo>
                    <a:pt x="10958273" y="7283"/>
                  </a:lnTo>
                  <a:lnTo>
                    <a:pt x="11004583" y="6234"/>
                  </a:lnTo>
                  <a:lnTo>
                    <a:pt x="11034092" y="5624"/>
                  </a:lnTo>
                  <a:lnTo>
                    <a:pt x="11049347" y="5336"/>
                  </a:lnTo>
                  <a:lnTo>
                    <a:pt x="11054462" y="524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2" y="18"/>
                  </a:lnTo>
                  <a:lnTo>
                    <a:pt x="11046312" y="151"/>
                  </a:lnTo>
                  <a:lnTo>
                    <a:pt x="11027428" y="516"/>
                  </a:lnTo>
                  <a:lnTo>
                    <a:pt x="10993412" y="1237"/>
                  </a:lnTo>
                  <a:lnTo>
                    <a:pt x="10942192" y="2429"/>
                  </a:lnTo>
                  <a:lnTo>
                    <a:pt x="10873484" y="4190"/>
                  </a:lnTo>
                  <a:lnTo>
                    <a:pt x="10788731" y="6593"/>
                  </a:lnTo>
                  <a:lnTo>
                    <a:pt x="10690786" y="9683"/>
                  </a:lnTo>
                  <a:lnTo>
                    <a:pt x="10583398" y="13476"/>
                  </a:lnTo>
                  <a:lnTo>
                    <a:pt x="10470616" y="17968"/>
                  </a:lnTo>
                  <a:lnTo>
                    <a:pt x="10356262" y="23147"/>
                  </a:lnTo>
                  <a:lnTo>
                    <a:pt x="10243567" y="28998"/>
                  </a:lnTo>
                  <a:lnTo>
                    <a:pt x="10134983" y="35519"/>
                  </a:lnTo>
                  <a:lnTo>
                    <a:pt x="10032158" y="42722"/>
                  </a:lnTo>
                  <a:lnTo>
                    <a:pt x="9936022" y="50639"/>
                  </a:lnTo>
                  <a:lnTo>
                    <a:pt x="9846916" y="59325"/>
                  </a:lnTo>
                  <a:lnTo>
                    <a:pt x="9764741" y="68855"/>
                  </a:lnTo>
                  <a:lnTo>
                    <a:pt x="9689089" y="79328"/>
                  </a:lnTo>
                  <a:lnTo>
                    <a:pt x="9619357" y="90857"/>
                  </a:lnTo>
                  <a:lnTo>
                    <a:pt x="9554826" y="103571"/>
                  </a:lnTo>
                  <a:lnTo>
                    <a:pt x="9494728" y="117602"/>
                  </a:lnTo>
                  <a:lnTo>
                    <a:pt x="9438289" y="133076"/>
                  </a:lnTo>
                  <a:lnTo>
                    <a:pt x="9384777" y="150090"/>
                  </a:lnTo>
                  <a:lnTo>
                    <a:pt x="9347647" y="163333"/>
                  </a:lnTo>
                  <a:lnTo>
                    <a:pt x="9290286" y="186166"/>
                  </a:lnTo>
                  <a:lnTo>
                    <a:pt x="9234634" y="211136"/>
                  </a:lnTo>
                  <a:lnTo>
                    <a:pt x="9180098" y="238277"/>
                  </a:lnTo>
                  <a:lnTo>
                    <a:pt x="9126232" y="267567"/>
                  </a:lnTo>
                  <a:lnTo>
                    <a:pt x="9072709" y="298915"/>
                  </a:lnTo>
                  <a:lnTo>
                    <a:pt x="9019305" y="332158"/>
                  </a:lnTo>
                  <a:lnTo>
                    <a:pt x="8965880" y="367061"/>
                  </a:lnTo>
                  <a:lnTo>
                    <a:pt x="8912365" y="403318"/>
                  </a:lnTo>
                  <a:lnTo>
                    <a:pt x="8858750" y="440563"/>
                  </a:lnTo>
                  <a:lnTo>
                    <a:pt x="8805064" y="478384"/>
                  </a:lnTo>
                  <a:lnTo>
                    <a:pt x="8751360" y="516341"/>
                  </a:lnTo>
                  <a:lnTo>
                    <a:pt x="8697695" y="553990"/>
                  </a:lnTo>
                  <a:lnTo>
                    <a:pt x="8644118" y="590898"/>
                  </a:lnTo>
                  <a:lnTo>
                    <a:pt x="8590642" y="626669"/>
                  </a:lnTo>
                  <a:lnTo>
                    <a:pt x="8537237" y="660960"/>
                  </a:lnTo>
                  <a:lnTo>
                    <a:pt x="8483808" y="693492"/>
                  </a:lnTo>
                  <a:lnTo>
                    <a:pt x="8430184" y="724056"/>
                  </a:lnTo>
                  <a:lnTo>
                    <a:pt x="8376102" y="752518"/>
                  </a:lnTo>
                  <a:lnTo>
                    <a:pt x="8321193" y="778815"/>
                  </a:lnTo>
                  <a:lnTo>
                    <a:pt x="8264957" y="802948"/>
                  </a:lnTo>
                  <a:lnTo>
                    <a:pt x="8229629" y="816665"/>
                  </a:lnTo>
                  <a:lnTo>
                    <a:pt x="8177814" y="834816"/>
                  </a:lnTo>
                  <a:lnTo>
                    <a:pt x="8123555" y="851393"/>
                  </a:lnTo>
                  <a:lnTo>
                    <a:pt x="8066171" y="866453"/>
                  </a:lnTo>
                  <a:lnTo>
                    <a:pt x="8004913" y="880103"/>
                  </a:lnTo>
                  <a:lnTo>
                    <a:pt x="7939006" y="892473"/>
                  </a:lnTo>
                  <a:lnTo>
                    <a:pt x="7867690" y="903695"/>
                  </a:lnTo>
                  <a:lnTo>
                    <a:pt x="7790272" y="913893"/>
                  </a:lnTo>
                  <a:lnTo>
                    <a:pt x="7706191" y="923179"/>
                  </a:lnTo>
                  <a:lnTo>
                    <a:pt x="7615116" y="931644"/>
                  </a:lnTo>
                  <a:lnTo>
                    <a:pt x="7517056" y="939357"/>
                  </a:lnTo>
                  <a:lnTo>
                    <a:pt x="7412501" y="946367"/>
                  </a:lnTo>
                  <a:lnTo>
                    <a:pt x="7302569" y="952700"/>
                  </a:lnTo>
                  <a:lnTo>
                    <a:pt x="7189130" y="958365"/>
                  </a:lnTo>
                  <a:lnTo>
                    <a:pt x="7074859" y="963353"/>
                  </a:lnTo>
                  <a:lnTo>
                    <a:pt x="6963180" y="967652"/>
                  </a:lnTo>
                  <a:lnTo>
                    <a:pt x="6858024" y="971248"/>
                  </a:lnTo>
                  <a:lnTo>
                    <a:pt x="6763412" y="974143"/>
                  </a:lnTo>
                  <a:lnTo>
                    <a:pt x="6682904" y="976362"/>
                  </a:lnTo>
                  <a:lnTo>
                    <a:pt x="6619004" y="977955"/>
                  </a:lnTo>
                  <a:lnTo>
                    <a:pt x="6572693" y="979004"/>
                  </a:lnTo>
                  <a:lnTo>
                    <a:pt x="6543184" y="979614"/>
                  </a:lnTo>
                  <a:lnTo>
                    <a:pt x="6527929" y="979902"/>
                  </a:lnTo>
                  <a:lnTo>
                    <a:pt x="6522814" y="979991"/>
                  </a:lnTo>
                  <a:lnTo>
                    <a:pt x="6522385" y="979998"/>
                  </a:lnTo>
                  <a:lnTo>
                    <a:pt x="5527445" y="979998"/>
                  </a:lnTo>
                  <a:lnTo>
                    <a:pt x="5526332" y="980030"/>
                  </a:lnTo>
                  <a:lnTo>
                    <a:pt x="5518982" y="980260"/>
                  </a:lnTo>
                  <a:lnTo>
                    <a:pt x="5500347" y="980894"/>
                  </a:lnTo>
                  <a:lnTo>
                    <a:pt x="5466759" y="982145"/>
                  </a:lnTo>
                  <a:lnTo>
                    <a:pt x="5416152" y="984212"/>
                  </a:lnTo>
                  <a:lnTo>
                    <a:pt x="5348204" y="987268"/>
                  </a:lnTo>
                  <a:lnTo>
                    <a:pt x="5264299" y="991440"/>
                  </a:lnTo>
                  <a:lnTo>
                    <a:pt x="5167216" y="996808"/>
                  </a:lnTo>
                  <a:lnTo>
                    <a:pt x="5060628" y="1003401"/>
                  </a:lnTo>
                  <a:lnTo>
                    <a:pt x="4948529" y="1011214"/>
                  </a:lnTo>
                  <a:lnTo>
                    <a:pt x="4834707" y="1020223"/>
                  </a:lnTo>
                  <a:lnTo>
                    <a:pt x="4722381" y="1030406"/>
                  </a:lnTo>
                  <a:lnTo>
                    <a:pt x="4614013" y="1041755"/>
                  </a:lnTo>
                  <a:lnTo>
                    <a:pt x="4511273" y="1054291"/>
                  </a:lnTo>
                  <a:lnTo>
                    <a:pt x="4415119" y="1068067"/>
                  </a:lnTo>
                  <a:lnTo>
                    <a:pt x="4325921" y="1083174"/>
                  </a:lnTo>
                  <a:lnTo>
                    <a:pt x="4243608" y="1099743"/>
                  </a:lnTo>
                  <a:lnTo>
                    <a:pt x="4167799" y="1117939"/>
                  </a:lnTo>
                  <a:lnTo>
                    <a:pt x="4097910" y="1137958"/>
                  </a:lnTo>
                  <a:lnTo>
                    <a:pt x="4033240" y="1160021"/>
                  </a:lnTo>
                  <a:lnTo>
                    <a:pt x="3973033" y="1184359"/>
                  </a:lnTo>
                  <a:lnTo>
                    <a:pt x="3916526" y="1211192"/>
                  </a:lnTo>
                  <a:lnTo>
                    <a:pt x="3862990" y="1240695"/>
                  </a:lnTo>
                  <a:lnTo>
                    <a:pt x="3820202" y="1267360"/>
                  </a:lnTo>
                  <a:lnTo>
                    <a:pt x="3768565" y="1303291"/>
                  </a:lnTo>
                  <a:lnTo>
                    <a:pt x="3718362" y="1342249"/>
                  </a:lnTo>
                  <a:lnTo>
                    <a:pt x="3669146" y="1384289"/>
                  </a:lnTo>
                  <a:lnTo>
                    <a:pt x="3620567" y="1429404"/>
                  </a:lnTo>
                  <a:lnTo>
                    <a:pt x="3572361" y="1477509"/>
                  </a:lnTo>
                  <a:lnTo>
                    <a:pt x="3524332" y="1528439"/>
                  </a:lnTo>
                  <a:lnTo>
                    <a:pt x="3476346" y="1581944"/>
                  </a:lnTo>
                  <a:lnTo>
                    <a:pt x="3428320" y="1637692"/>
                  </a:lnTo>
                  <a:lnTo>
                    <a:pt x="3380217" y="1695273"/>
                  </a:lnTo>
                  <a:lnTo>
                    <a:pt x="3332033" y="1754209"/>
                  </a:lnTo>
                  <a:lnTo>
                    <a:pt x="3283790" y="1813973"/>
                  </a:lnTo>
                  <a:lnTo>
                    <a:pt x="3235528" y="1874004"/>
                  </a:lnTo>
                  <a:lnTo>
                    <a:pt x="3187288" y="1933732"/>
                  </a:lnTo>
                  <a:lnTo>
                    <a:pt x="3139109" y="1992598"/>
                  </a:lnTo>
                  <a:lnTo>
                    <a:pt x="3091011" y="2050075"/>
                  </a:lnTo>
                  <a:lnTo>
                    <a:pt x="3042989" y="2105692"/>
                  </a:lnTo>
                  <a:lnTo>
                    <a:pt x="2995003" y="2159043"/>
                  </a:lnTo>
                  <a:lnTo>
                    <a:pt x="2946967" y="2209799"/>
                  </a:lnTo>
                  <a:lnTo>
                    <a:pt x="2898744" y="2257718"/>
                  </a:lnTo>
                  <a:lnTo>
                    <a:pt x="2850133" y="2302640"/>
                  </a:lnTo>
                  <a:lnTo>
                    <a:pt x="2800865" y="2344484"/>
                  </a:lnTo>
                  <a:lnTo>
                    <a:pt x="2750586" y="2383246"/>
                  </a:lnTo>
                  <a:lnTo>
                    <a:pt x="2702183" y="2416805"/>
                  </a:lnTo>
                  <a:lnTo>
                    <a:pt x="2650617" y="2448596"/>
                  </a:lnTo>
                  <a:lnTo>
                    <a:pt x="2596632" y="2477644"/>
                  </a:lnTo>
                  <a:lnTo>
                    <a:pt x="2539559" y="2504045"/>
                  </a:lnTo>
                  <a:lnTo>
                    <a:pt x="2478658" y="2527987"/>
                  </a:lnTo>
                  <a:lnTo>
                    <a:pt x="2413167" y="2549692"/>
                  </a:lnTo>
                  <a:lnTo>
                    <a:pt x="2342334" y="2569391"/>
                  </a:lnTo>
                  <a:lnTo>
                    <a:pt x="2265474" y="2587301"/>
                  </a:lnTo>
                  <a:lnTo>
                    <a:pt x="2182029" y="2603616"/>
                  </a:lnTo>
                  <a:lnTo>
                    <a:pt x="2091662" y="2618492"/>
                  </a:lnTo>
                  <a:lnTo>
                    <a:pt x="1994366" y="2632055"/>
                  </a:lnTo>
                  <a:lnTo>
                    <a:pt x="1890600" y="2644390"/>
                  </a:lnTo>
                  <a:lnTo>
                    <a:pt x="1781432" y="2655543"/>
                  </a:lnTo>
                  <a:lnTo>
                    <a:pt x="1668663" y="2665531"/>
                  </a:lnTo>
                  <a:lnTo>
                    <a:pt x="1554886" y="2674342"/>
                  </a:lnTo>
                  <a:lnTo>
                    <a:pt x="1443434" y="2681952"/>
                  </a:lnTo>
                  <a:lnTo>
                    <a:pt x="1338160" y="2688340"/>
                  </a:lnTo>
                  <a:lnTo>
                    <a:pt x="1243043" y="2693504"/>
                  </a:lnTo>
                  <a:lnTo>
                    <a:pt x="1161646" y="2697483"/>
                  </a:lnTo>
                  <a:lnTo>
                    <a:pt x="1096547" y="2700363"/>
                  </a:lnTo>
                  <a:lnTo>
                    <a:pt x="1048856" y="2702281"/>
                  </a:lnTo>
                  <a:lnTo>
                    <a:pt x="1017960" y="2703414"/>
                  </a:lnTo>
                  <a:lnTo>
                    <a:pt x="1001508" y="2703966"/>
                  </a:lnTo>
                  <a:lnTo>
                    <a:pt x="995588" y="2704148"/>
                  </a:lnTo>
                  <a:lnTo>
                    <a:pt x="994940" y="2704167"/>
                  </a:lnTo>
                  <a:lnTo>
                    <a:pt x="0" y="2704167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77" name="pl1176"/>
            <p:cNvSpPr/>
            <p:nvPr/>
          </p:nvSpPr>
          <p:spPr>
            <a:xfrm>
              <a:off x="1199187" y="2096089"/>
              <a:ext cx="12049831" cy="2704167"/>
            </a:xfrm>
            <a:custGeom>
              <a:avLst/>
              <a:pathLst>
                <a:path w="12049831" h="2704167">
                  <a:moveTo>
                    <a:pt x="0" y="2704167"/>
                  </a:moveTo>
                  <a:lnTo>
                    <a:pt x="994940" y="2704167"/>
                  </a:lnTo>
                  <a:lnTo>
                    <a:pt x="996053" y="2704134"/>
                  </a:lnTo>
                  <a:lnTo>
                    <a:pt x="1003403" y="2703905"/>
                  </a:lnTo>
                  <a:lnTo>
                    <a:pt x="1022038" y="2703270"/>
                  </a:lnTo>
                  <a:lnTo>
                    <a:pt x="1055626" y="2702020"/>
                  </a:lnTo>
                  <a:lnTo>
                    <a:pt x="1106233" y="2699953"/>
                  </a:lnTo>
                  <a:lnTo>
                    <a:pt x="1174181" y="2696897"/>
                  </a:lnTo>
                  <a:lnTo>
                    <a:pt x="1258086" y="2692724"/>
                  </a:lnTo>
                  <a:lnTo>
                    <a:pt x="1355169" y="2687357"/>
                  </a:lnTo>
                  <a:lnTo>
                    <a:pt x="1461757" y="2680764"/>
                  </a:lnTo>
                  <a:lnTo>
                    <a:pt x="1573856" y="2672951"/>
                  </a:lnTo>
                  <a:lnTo>
                    <a:pt x="1687678" y="2663942"/>
                  </a:lnTo>
                  <a:lnTo>
                    <a:pt x="1800004" y="2653759"/>
                  </a:lnTo>
                  <a:lnTo>
                    <a:pt x="1908372" y="2642409"/>
                  </a:lnTo>
                  <a:lnTo>
                    <a:pt x="2011112" y="2629874"/>
                  </a:lnTo>
                  <a:lnTo>
                    <a:pt x="2107266" y="2616098"/>
                  </a:lnTo>
                  <a:lnTo>
                    <a:pt x="2196464" y="2600990"/>
                  </a:lnTo>
                  <a:lnTo>
                    <a:pt x="2278777" y="2584421"/>
                  </a:lnTo>
                  <a:lnTo>
                    <a:pt x="2354586" y="2566226"/>
                  </a:lnTo>
                  <a:lnTo>
                    <a:pt x="2424475" y="2546207"/>
                  </a:lnTo>
                  <a:lnTo>
                    <a:pt x="2489145" y="2524144"/>
                  </a:lnTo>
                  <a:lnTo>
                    <a:pt x="2549352" y="2499806"/>
                  </a:lnTo>
                  <a:lnTo>
                    <a:pt x="2605859" y="2472973"/>
                  </a:lnTo>
                  <a:lnTo>
                    <a:pt x="2659395" y="2443469"/>
                  </a:lnTo>
                  <a:lnTo>
                    <a:pt x="2702183" y="2416805"/>
                  </a:lnTo>
                  <a:lnTo>
                    <a:pt x="2753820" y="2380873"/>
                  </a:lnTo>
                  <a:lnTo>
                    <a:pt x="2804023" y="2341916"/>
                  </a:lnTo>
                  <a:lnTo>
                    <a:pt x="2853239" y="2299876"/>
                  </a:lnTo>
                  <a:lnTo>
                    <a:pt x="2901818" y="2254761"/>
                  </a:lnTo>
                  <a:lnTo>
                    <a:pt x="2950024" y="2206656"/>
                  </a:lnTo>
                  <a:lnTo>
                    <a:pt x="2998053" y="2155726"/>
                  </a:lnTo>
                  <a:lnTo>
                    <a:pt x="3046039" y="2102221"/>
                  </a:lnTo>
                  <a:lnTo>
                    <a:pt x="3094065" y="2046473"/>
                  </a:lnTo>
                  <a:lnTo>
                    <a:pt x="3142168" y="1988892"/>
                  </a:lnTo>
                  <a:lnTo>
                    <a:pt x="3190352" y="1929956"/>
                  </a:lnTo>
                  <a:lnTo>
                    <a:pt x="3238595" y="1870192"/>
                  </a:lnTo>
                  <a:lnTo>
                    <a:pt x="3286857" y="1810160"/>
                  </a:lnTo>
                  <a:lnTo>
                    <a:pt x="3335097" y="1750433"/>
                  </a:lnTo>
                  <a:lnTo>
                    <a:pt x="3383276" y="1691567"/>
                  </a:lnTo>
                  <a:lnTo>
                    <a:pt x="3431374" y="1634090"/>
                  </a:lnTo>
                  <a:lnTo>
                    <a:pt x="3479396" y="1578473"/>
                  </a:lnTo>
                  <a:lnTo>
                    <a:pt x="3527382" y="1525122"/>
                  </a:lnTo>
                  <a:lnTo>
                    <a:pt x="3575418" y="1474365"/>
                  </a:lnTo>
                  <a:lnTo>
                    <a:pt x="3623641" y="1426446"/>
                  </a:lnTo>
                  <a:lnTo>
                    <a:pt x="3672252" y="1381525"/>
                  </a:lnTo>
                  <a:lnTo>
                    <a:pt x="3721520" y="1339681"/>
                  </a:lnTo>
                  <a:lnTo>
                    <a:pt x="3771799" y="1300919"/>
                  </a:lnTo>
                  <a:lnTo>
                    <a:pt x="3820202" y="1267360"/>
                  </a:lnTo>
                  <a:lnTo>
                    <a:pt x="3871768" y="1235569"/>
                  </a:lnTo>
                  <a:lnTo>
                    <a:pt x="3925753" y="1206521"/>
                  </a:lnTo>
                  <a:lnTo>
                    <a:pt x="3982826" y="1180119"/>
                  </a:lnTo>
                  <a:lnTo>
                    <a:pt x="4043727" y="1156178"/>
                  </a:lnTo>
                  <a:lnTo>
                    <a:pt x="4109218" y="1134473"/>
                  </a:lnTo>
                  <a:lnTo>
                    <a:pt x="4180051" y="1114774"/>
                  </a:lnTo>
                  <a:lnTo>
                    <a:pt x="4256911" y="1096863"/>
                  </a:lnTo>
                  <a:lnTo>
                    <a:pt x="4340356" y="1080549"/>
                  </a:lnTo>
                  <a:lnTo>
                    <a:pt x="4430723" y="1065672"/>
                  </a:lnTo>
                  <a:lnTo>
                    <a:pt x="4528019" y="1052109"/>
                  </a:lnTo>
                  <a:lnTo>
                    <a:pt x="4631785" y="1039775"/>
                  </a:lnTo>
                  <a:lnTo>
                    <a:pt x="4740953" y="1028621"/>
                  </a:lnTo>
                  <a:lnTo>
                    <a:pt x="4853722" y="1018634"/>
                  </a:lnTo>
                  <a:lnTo>
                    <a:pt x="4967499" y="1009823"/>
                  </a:lnTo>
                  <a:lnTo>
                    <a:pt x="5078951" y="1002212"/>
                  </a:lnTo>
                  <a:lnTo>
                    <a:pt x="5184225" y="995825"/>
                  </a:lnTo>
                  <a:lnTo>
                    <a:pt x="5279342" y="990661"/>
                  </a:lnTo>
                  <a:lnTo>
                    <a:pt x="5360739" y="986682"/>
                  </a:lnTo>
                  <a:lnTo>
                    <a:pt x="5425838" y="983802"/>
                  </a:lnTo>
                  <a:lnTo>
                    <a:pt x="5473529" y="981884"/>
                  </a:lnTo>
                  <a:lnTo>
                    <a:pt x="5504425" y="980751"/>
                  </a:lnTo>
                  <a:lnTo>
                    <a:pt x="5520877" y="980199"/>
                  </a:lnTo>
                  <a:lnTo>
                    <a:pt x="5526797" y="980017"/>
                  </a:lnTo>
                  <a:lnTo>
                    <a:pt x="5527445" y="979998"/>
                  </a:lnTo>
                  <a:lnTo>
                    <a:pt x="6522385" y="979998"/>
                  </a:lnTo>
                  <a:lnTo>
                    <a:pt x="6523514" y="979979"/>
                  </a:lnTo>
                  <a:lnTo>
                    <a:pt x="6530965" y="979847"/>
                  </a:lnTo>
                  <a:lnTo>
                    <a:pt x="6549848" y="979481"/>
                  </a:lnTo>
                  <a:lnTo>
                    <a:pt x="6583865" y="978760"/>
                  </a:lnTo>
                  <a:lnTo>
                    <a:pt x="6635085" y="977569"/>
                  </a:lnTo>
                  <a:lnTo>
                    <a:pt x="6703792" y="975808"/>
                  </a:lnTo>
                  <a:lnTo>
                    <a:pt x="6788546" y="973405"/>
                  </a:lnTo>
                  <a:lnTo>
                    <a:pt x="6886490" y="970315"/>
                  </a:lnTo>
                  <a:lnTo>
                    <a:pt x="6993878" y="966522"/>
                  </a:lnTo>
                  <a:lnTo>
                    <a:pt x="7106661" y="962029"/>
                  </a:lnTo>
                  <a:lnTo>
                    <a:pt x="7221014" y="956851"/>
                  </a:lnTo>
                  <a:lnTo>
                    <a:pt x="7333709" y="950999"/>
                  </a:lnTo>
                  <a:lnTo>
                    <a:pt x="7442294" y="944479"/>
                  </a:lnTo>
                  <a:lnTo>
                    <a:pt x="7545118" y="937276"/>
                  </a:lnTo>
                  <a:lnTo>
                    <a:pt x="7641254" y="929359"/>
                  </a:lnTo>
                  <a:lnTo>
                    <a:pt x="7730360" y="920673"/>
                  </a:lnTo>
                  <a:lnTo>
                    <a:pt x="7812536" y="911142"/>
                  </a:lnTo>
                  <a:lnTo>
                    <a:pt x="7888187" y="900670"/>
                  </a:lnTo>
                  <a:lnTo>
                    <a:pt x="7957919" y="889141"/>
                  </a:lnTo>
                  <a:lnTo>
                    <a:pt x="8022450" y="876427"/>
                  </a:lnTo>
                  <a:lnTo>
                    <a:pt x="8082549" y="862396"/>
                  </a:lnTo>
                  <a:lnTo>
                    <a:pt x="8138987" y="846921"/>
                  </a:lnTo>
                  <a:lnTo>
                    <a:pt x="8192499" y="829907"/>
                  </a:lnTo>
                  <a:lnTo>
                    <a:pt x="8229629" y="816665"/>
                  </a:lnTo>
                  <a:lnTo>
                    <a:pt x="8286990" y="793831"/>
                  </a:lnTo>
                  <a:lnTo>
                    <a:pt x="8342643" y="768862"/>
                  </a:lnTo>
                  <a:lnTo>
                    <a:pt x="8397179" y="741721"/>
                  </a:lnTo>
                  <a:lnTo>
                    <a:pt x="8451045" y="712431"/>
                  </a:lnTo>
                  <a:lnTo>
                    <a:pt x="8504567" y="681083"/>
                  </a:lnTo>
                  <a:lnTo>
                    <a:pt x="8557971" y="647839"/>
                  </a:lnTo>
                  <a:lnTo>
                    <a:pt x="8611397" y="612936"/>
                  </a:lnTo>
                  <a:lnTo>
                    <a:pt x="8664911" y="576680"/>
                  </a:lnTo>
                  <a:lnTo>
                    <a:pt x="8718526" y="539435"/>
                  </a:lnTo>
                  <a:lnTo>
                    <a:pt x="8772213" y="501614"/>
                  </a:lnTo>
                  <a:lnTo>
                    <a:pt x="8825917" y="463656"/>
                  </a:lnTo>
                  <a:lnTo>
                    <a:pt x="8879581" y="426008"/>
                  </a:lnTo>
                  <a:lnTo>
                    <a:pt x="8933159" y="389100"/>
                  </a:lnTo>
                  <a:lnTo>
                    <a:pt x="8986634" y="353329"/>
                  </a:lnTo>
                  <a:lnTo>
                    <a:pt x="9040040" y="319038"/>
                  </a:lnTo>
                  <a:lnTo>
                    <a:pt x="9093469" y="286506"/>
                  </a:lnTo>
                  <a:lnTo>
                    <a:pt x="9147093" y="255942"/>
                  </a:lnTo>
                  <a:lnTo>
                    <a:pt x="9201174" y="227479"/>
                  </a:lnTo>
                  <a:lnTo>
                    <a:pt x="9256083" y="201182"/>
                  </a:lnTo>
                  <a:lnTo>
                    <a:pt x="9312320" y="177050"/>
                  </a:lnTo>
                  <a:lnTo>
                    <a:pt x="9347647" y="163333"/>
                  </a:lnTo>
                  <a:lnTo>
                    <a:pt x="9399462" y="145182"/>
                  </a:lnTo>
                  <a:lnTo>
                    <a:pt x="9453721" y="128604"/>
                  </a:lnTo>
                  <a:lnTo>
                    <a:pt x="9511105" y="113544"/>
                  </a:lnTo>
                  <a:lnTo>
                    <a:pt x="9572363" y="99894"/>
                  </a:lnTo>
                  <a:lnTo>
                    <a:pt x="9638270" y="87525"/>
                  </a:lnTo>
                  <a:lnTo>
                    <a:pt x="9709586" y="76303"/>
                  </a:lnTo>
                  <a:lnTo>
                    <a:pt x="9787005" y="66104"/>
                  </a:lnTo>
                  <a:lnTo>
                    <a:pt x="9871085" y="56818"/>
                  </a:lnTo>
                  <a:lnTo>
                    <a:pt x="9962160" y="48354"/>
                  </a:lnTo>
                  <a:lnTo>
                    <a:pt x="10060221" y="40641"/>
                  </a:lnTo>
                  <a:lnTo>
                    <a:pt x="10164775" y="33631"/>
                  </a:lnTo>
                  <a:lnTo>
                    <a:pt x="10274707" y="27297"/>
                  </a:lnTo>
                  <a:lnTo>
                    <a:pt x="10388147" y="21633"/>
                  </a:lnTo>
                  <a:lnTo>
                    <a:pt x="10502417" y="16644"/>
                  </a:lnTo>
                  <a:lnTo>
                    <a:pt x="10614096" y="12346"/>
                  </a:lnTo>
                  <a:lnTo>
                    <a:pt x="10719253" y="8750"/>
                  </a:lnTo>
                  <a:lnTo>
                    <a:pt x="10813864" y="5854"/>
                  </a:lnTo>
                  <a:lnTo>
                    <a:pt x="10894373" y="3636"/>
                  </a:lnTo>
                  <a:lnTo>
                    <a:pt x="10958273" y="2043"/>
                  </a:lnTo>
                  <a:lnTo>
                    <a:pt x="11004583" y="993"/>
                  </a:lnTo>
                  <a:lnTo>
                    <a:pt x="11034092" y="384"/>
                  </a:lnTo>
                  <a:lnTo>
                    <a:pt x="11049347" y="95"/>
                  </a:lnTo>
                  <a:lnTo>
                    <a:pt x="11054462" y="6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8" name="pl1177"/>
            <p:cNvSpPr/>
            <p:nvPr/>
          </p:nvSpPr>
          <p:spPr>
            <a:xfrm>
              <a:off x="1199187" y="2090848"/>
              <a:ext cx="12049831" cy="2704167"/>
            </a:xfrm>
            <a:custGeom>
              <a:avLst/>
              <a:pathLst>
                <a:path w="12049831" h="2704167">
                  <a:moveTo>
                    <a:pt x="12049831" y="0"/>
                  </a:moveTo>
                  <a:lnTo>
                    <a:pt x="11054891" y="0"/>
                  </a:lnTo>
                  <a:lnTo>
                    <a:pt x="11053762" y="18"/>
                  </a:lnTo>
                  <a:lnTo>
                    <a:pt x="11046312" y="151"/>
                  </a:lnTo>
                  <a:lnTo>
                    <a:pt x="11027428" y="516"/>
                  </a:lnTo>
                  <a:lnTo>
                    <a:pt x="10993412" y="1237"/>
                  </a:lnTo>
                  <a:lnTo>
                    <a:pt x="10942192" y="2429"/>
                  </a:lnTo>
                  <a:lnTo>
                    <a:pt x="10873484" y="4190"/>
                  </a:lnTo>
                  <a:lnTo>
                    <a:pt x="10788731" y="6593"/>
                  </a:lnTo>
                  <a:lnTo>
                    <a:pt x="10690786" y="9683"/>
                  </a:lnTo>
                  <a:lnTo>
                    <a:pt x="10583398" y="13476"/>
                  </a:lnTo>
                  <a:lnTo>
                    <a:pt x="10470616" y="17968"/>
                  </a:lnTo>
                  <a:lnTo>
                    <a:pt x="10356262" y="23147"/>
                  </a:lnTo>
                  <a:lnTo>
                    <a:pt x="10243567" y="28998"/>
                  </a:lnTo>
                  <a:lnTo>
                    <a:pt x="10134983" y="35519"/>
                  </a:lnTo>
                  <a:lnTo>
                    <a:pt x="10032158" y="42722"/>
                  </a:lnTo>
                  <a:lnTo>
                    <a:pt x="9936022" y="50639"/>
                  </a:lnTo>
                  <a:lnTo>
                    <a:pt x="9846916" y="59325"/>
                  </a:lnTo>
                  <a:lnTo>
                    <a:pt x="9764741" y="68855"/>
                  </a:lnTo>
                  <a:lnTo>
                    <a:pt x="9689089" y="79328"/>
                  </a:lnTo>
                  <a:lnTo>
                    <a:pt x="9619357" y="90857"/>
                  </a:lnTo>
                  <a:lnTo>
                    <a:pt x="9554826" y="103571"/>
                  </a:lnTo>
                  <a:lnTo>
                    <a:pt x="9494728" y="117602"/>
                  </a:lnTo>
                  <a:lnTo>
                    <a:pt x="9438289" y="133076"/>
                  </a:lnTo>
                  <a:lnTo>
                    <a:pt x="9384777" y="150090"/>
                  </a:lnTo>
                  <a:lnTo>
                    <a:pt x="9347647" y="163333"/>
                  </a:lnTo>
                  <a:lnTo>
                    <a:pt x="9290286" y="186166"/>
                  </a:lnTo>
                  <a:lnTo>
                    <a:pt x="9234634" y="211136"/>
                  </a:lnTo>
                  <a:lnTo>
                    <a:pt x="9180098" y="238277"/>
                  </a:lnTo>
                  <a:lnTo>
                    <a:pt x="9126232" y="267567"/>
                  </a:lnTo>
                  <a:lnTo>
                    <a:pt x="9072709" y="298915"/>
                  </a:lnTo>
                  <a:lnTo>
                    <a:pt x="9019305" y="332158"/>
                  </a:lnTo>
                  <a:lnTo>
                    <a:pt x="8965880" y="367061"/>
                  </a:lnTo>
                  <a:lnTo>
                    <a:pt x="8912365" y="403318"/>
                  </a:lnTo>
                  <a:lnTo>
                    <a:pt x="8858750" y="440563"/>
                  </a:lnTo>
                  <a:lnTo>
                    <a:pt x="8805064" y="478384"/>
                  </a:lnTo>
                  <a:lnTo>
                    <a:pt x="8751360" y="516341"/>
                  </a:lnTo>
                  <a:lnTo>
                    <a:pt x="8697695" y="553990"/>
                  </a:lnTo>
                  <a:lnTo>
                    <a:pt x="8644118" y="590898"/>
                  </a:lnTo>
                  <a:lnTo>
                    <a:pt x="8590642" y="626669"/>
                  </a:lnTo>
                  <a:lnTo>
                    <a:pt x="8537237" y="660960"/>
                  </a:lnTo>
                  <a:lnTo>
                    <a:pt x="8483808" y="693492"/>
                  </a:lnTo>
                  <a:lnTo>
                    <a:pt x="8430184" y="724056"/>
                  </a:lnTo>
                  <a:lnTo>
                    <a:pt x="8376102" y="752518"/>
                  </a:lnTo>
                  <a:lnTo>
                    <a:pt x="8321193" y="778815"/>
                  </a:lnTo>
                  <a:lnTo>
                    <a:pt x="8264957" y="802948"/>
                  </a:lnTo>
                  <a:lnTo>
                    <a:pt x="8229629" y="816665"/>
                  </a:lnTo>
                  <a:lnTo>
                    <a:pt x="8177814" y="834816"/>
                  </a:lnTo>
                  <a:lnTo>
                    <a:pt x="8123555" y="851393"/>
                  </a:lnTo>
                  <a:lnTo>
                    <a:pt x="8066171" y="866453"/>
                  </a:lnTo>
                  <a:lnTo>
                    <a:pt x="8004913" y="880103"/>
                  </a:lnTo>
                  <a:lnTo>
                    <a:pt x="7939006" y="892473"/>
                  </a:lnTo>
                  <a:lnTo>
                    <a:pt x="7867690" y="903695"/>
                  </a:lnTo>
                  <a:lnTo>
                    <a:pt x="7790272" y="913893"/>
                  </a:lnTo>
                  <a:lnTo>
                    <a:pt x="7706191" y="923179"/>
                  </a:lnTo>
                  <a:lnTo>
                    <a:pt x="7615116" y="931644"/>
                  </a:lnTo>
                  <a:lnTo>
                    <a:pt x="7517056" y="939357"/>
                  </a:lnTo>
                  <a:lnTo>
                    <a:pt x="7412501" y="946367"/>
                  </a:lnTo>
                  <a:lnTo>
                    <a:pt x="7302569" y="952700"/>
                  </a:lnTo>
                  <a:lnTo>
                    <a:pt x="7189130" y="958365"/>
                  </a:lnTo>
                  <a:lnTo>
                    <a:pt x="7074859" y="963353"/>
                  </a:lnTo>
                  <a:lnTo>
                    <a:pt x="6963180" y="967652"/>
                  </a:lnTo>
                  <a:lnTo>
                    <a:pt x="6858024" y="971248"/>
                  </a:lnTo>
                  <a:lnTo>
                    <a:pt x="6763412" y="974143"/>
                  </a:lnTo>
                  <a:lnTo>
                    <a:pt x="6682904" y="976362"/>
                  </a:lnTo>
                  <a:lnTo>
                    <a:pt x="6619004" y="977955"/>
                  </a:lnTo>
                  <a:lnTo>
                    <a:pt x="6572693" y="979004"/>
                  </a:lnTo>
                  <a:lnTo>
                    <a:pt x="6543184" y="979614"/>
                  </a:lnTo>
                  <a:lnTo>
                    <a:pt x="6527929" y="979902"/>
                  </a:lnTo>
                  <a:lnTo>
                    <a:pt x="6522814" y="979991"/>
                  </a:lnTo>
                  <a:lnTo>
                    <a:pt x="6522385" y="979998"/>
                  </a:lnTo>
                  <a:lnTo>
                    <a:pt x="5527445" y="979998"/>
                  </a:lnTo>
                  <a:lnTo>
                    <a:pt x="5526332" y="980030"/>
                  </a:lnTo>
                  <a:lnTo>
                    <a:pt x="5518982" y="980260"/>
                  </a:lnTo>
                  <a:lnTo>
                    <a:pt x="5500347" y="980894"/>
                  </a:lnTo>
                  <a:lnTo>
                    <a:pt x="5466759" y="982145"/>
                  </a:lnTo>
                  <a:lnTo>
                    <a:pt x="5416152" y="984212"/>
                  </a:lnTo>
                  <a:lnTo>
                    <a:pt x="5348204" y="987268"/>
                  </a:lnTo>
                  <a:lnTo>
                    <a:pt x="5264299" y="991440"/>
                  </a:lnTo>
                  <a:lnTo>
                    <a:pt x="5167216" y="996808"/>
                  </a:lnTo>
                  <a:lnTo>
                    <a:pt x="5060628" y="1003401"/>
                  </a:lnTo>
                  <a:lnTo>
                    <a:pt x="4948529" y="1011214"/>
                  </a:lnTo>
                  <a:lnTo>
                    <a:pt x="4834707" y="1020223"/>
                  </a:lnTo>
                  <a:lnTo>
                    <a:pt x="4722381" y="1030406"/>
                  </a:lnTo>
                  <a:lnTo>
                    <a:pt x="4614013" y="1041755"/>
                  </a:lnTo>
                  <a:lnTo>
                    <a:pt x="4511273" y="1054291"/>
                  </a:lnTo>
                  <a:lnTo>
                    <a:pt x="4415119" y="1068067"/>
                  </a:lnTo>
                  <a:lnTo>
                    <a:pt x="4325921" y="1083174"/>
                  </a:lnTo>
                  <a:lnTo>
                    <a:pt x="4243608" y="1099743"/>
                  </a:lnTo>
                  <a:lnTo>
                    <a:pt x="4167799" y="1117939"/>
                  </a:lnTo>
                  <a:lnTo>
                    <a:pt x="4097910" y="1137958"/>
                  </a:lnTo>
                  <a:lnTo>
                    <a:pt x="4033240" y="1160021"/>
                  </a:lnTo>
                  <a:lnTo>
                    <a:pt x="3973033" y="1184359"/>
                  </a:lnTo>
                  <a:lnTo>
                    <a:pt x="3916526" y="1211192"/>
                  </a:lnTo>
                  <a:lnTo>
                    <a:pt x="3862990" y="1240695"/>
                  </a:lnTo>
                  <a:lnTo>
                    <a:pt x="3820202" y="1267360"/>
                  </a:lnTo>
                  <a:lnTo>
                    <a:pt x="3768565" y="1303291"/>
                  </a:lnTo>
                  <a:lnTo>
                    <a:pt x="3718362" y="1342249"/>
                  </a:lnTo>
                  <a:lnTo>
                    <a:pt x="3669146" y="1384289"/>
                  </a:lnTo>
                  <a:lnTo>
                    <a:pt x="3620567" y="1429404"/>
                  </a:lnTo>
                  <a:lnTo>
                    <a:pt x="3572361" y="1477509"/>
                  </a:lnTo>
                  <a:lnTo>
                    <a:pt x="3524332" y="1528439"/>
                  </a:lnTo>
                  <a:lnTo>
                    <a:pt x="3476346" y="1581944"/>
                  </a:lnTo>
                  <a:lnTo>
                    <a:pt x="3428320" y="1637692"/>
                  </a:lnTo>
                  <a:lnTo>
                    <a:pt x="3380217" y="1695273"/>
                  </a:lnTo>
                  <a:lnTo>
                    <a:pt x="3332033" y="1754209"/>
                  </a:lnTo>
                  <a:lnTo>
                    <a:pt x="3283790" y="1813973"/>
                  </a:lnTo>
                  <a:lnTo>
                    <a:pt x="3235528" y="1874004"/>
                  </a:lnTo>
                  <a:lnTo>
                    <a:pt x="3187288" y="1933732"/>
                  </a:lnTo>
                  <a:lnTo>
                    <a:pt x="3139109" y="1992598"/>
                  </a:lnTo>
                  <a:lnTo>
                    <a:pt x="3091011" y="2050075"/>
                  </a:lnTo>
                  <a:lnTo>
                    <a:pt x="3042989" y="2105692"/>
                  </a:lnTo>
                  <a:lnTo>
                    <a:pt x="2995003" y="2159043"/>
                  </a:lnTo>
                  <a:lnTo>
                    <a:pt x="2946967" y="2209799"/>
                  </a:lnTo>
                  <a:lnTo>
                    <a:pt x="2898744" y="2257718"/>
                  </a:lnTo>
                  <a:lnTo>
                    <a:pt x="2850133" y="2302640"/>
                  </a:lnTo>
                  <a:lnTo>
                    <a:pt x="2800865" y="2344484"/>
                  </a:lnTo>
                  <a:lnTo>
                    <a:pt x="2750586" y="2383246"/>
                  </a:lnTo>
                  <a:lnTo>
                    <a:pt x="2702183" y="2416805"/>
                  </a:lnTo>
                  <a:lnTo>
                    <a:pt x="2650617" y="2448596"/>
                  </a:lnTo>
                  <a:lnTo>
                    <a:pt x="2596632" y="2477644"/>
                  </a:lnTo>
                  <a:lnTo>
                    <a:pt x="2539559" y="2504045"/>
                  </a:lnTo>
                  <a:lnTo>
                    <a:pt x="2478658" y="2527987"/>
                  </a:lnTo>
                  <a:lnTo>
                    <a:pt x="2413167" y="2549692"/>
                  </a:lnTo>
                  <a:lnTo>
                    <a:pt x="2342334" y="2569391"/>
                  </a:lnTo>
                  <a:lnTo>
                    <a:pt x="2265474" y="2587301"/>
                  </a:lnTo>
                  <a:lnTo>
                    <a:pt x="2182029" y="2603616"/>
                  </a:lnTo>
                  <a:lnTo>
                    <a:pt x="2091662" y="2618492"/>
                  </a:lnTo>
                  <a:lnTo>
                    <a:pt x="1994366" y="2632055"/>
                  </a:lnTo>
                  <a:lnTo>
                    <a:pt x="1890600" y="2644390"/>
                  </a:lnTo>
                  <a:lnTo>
                    <a:pt x="1781432" y="2655543"/>
                  </a:lnTo>
                  <a:lnTo>
                    <a:pt x="1668663" y="2665531"/>
                  </a:lnTo>
                  <a:lnTo>
                    <a:pt x="1554886" y="2674342"/>
                  </a:lnTo>
                  <a:lnTo>
                    <a:pt x="1443434" y="2681952"/>
                  </a:lnTo>
                  <a:lnTo>
                    <a:pt x="1338160" y="2688340"/>
                  </a:lnTo>
                  <a:lnTo>
                    <a:pt x="1243043" y="2693504"/>
                  </a:lnTo>
                  <a:lnTo>
                    <a:pt x="1161646" y="2697483"/>
                  </a:lnTo>
                  <a:lnTo>
                    <a:pt x="1096547" y="2700363"/>
                  </a:lnTo>
                  <a:lnTo>
                    <a:pt x="1048856" y="2702281"/>
                  </a:lnTo>
                  <a:lnTo>
                    <a:pt x="1017960" y="2703414"/>
                  </a:lnTo>
                  <a:lnTo>
                    <a:pt x="1001508" y="2703966"/>
                  </a:lnTo>
                  <a:lnTo>
                    <a:pt x="995588" y="2704148"/>
                  </a:lnTo>
                  <a:lnTo>
                    <a:pt x="994940" y="2704167"/>
                  </a:lnTo>
                  <a:lnTo>
                    <a:pt x="0" y="2704167"/>
                  </a:lnTo>
                  <a:lnTo>
                    <a:pt x="0" y="27041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9" name="pg1178"/>
            <p:cNvSpPr/>
            <p:nvPr/>
          </p:nvSpPr>
          <p:spPr>
            <a:xfrm>
              <a:off x="1199187" y="3149456"/>
              <a:ext cx="12049831" cy="1656040"/>
            </a:xfrm>
            <a:custGeom>
              <a:avLst/>
              <a:pathLst>
                <a:path w="12049831" h="1656040">
                  <a:moveTo>
                    <a:pt x="0" y="1656040"/>
                  </a:moveTo>
                  <a:lnTo>
                    <a:pt x="994940" y="1656040"/>
                  </a:lnTo>
                  <a:lnTo>
                    <a:pt x="996055" y="1656009"/>
                  </a:lnTo>
                  <a:lnTo>
                    <a:pt x="1003417" y="1655789"/>
                  </a:lnTo>
                  <a:lnTo>
                    <a:pt x="1022082" y="1655180"/>
                  </a:lnTo>
                  <a:lnTo>
                    <a:pt x="1055722" y="1653981"/>
                  </a:lnTo>
                  <a:lnTo>
                    <a:pt x="1106404" y="1651998"/>
                  </a:lnTo>
                  <a:lnTo>
                    <a:pt x="1174444" y="1649068"/>
                  </a:lnTo>
                  <a:lnTo>
                    <a:pt x="1258452" y="1645066"/>
                  </a:lnTo>
                  <a:lnTo>
                    <a:pt x="1355641" y="1639919"/>
                  </a:lnTo>
                  <a:lnTo>
                    <a:pt x="1462326" y="1633597"/>
                  </a:lnTo>
                  <a:lnTo>
                    <a:pt x="1574508" y="1626106"/>
                  </a:lnTo>
                  <a:lnTo>
                    <a:pt x="1688396" y="1617469"/>
                  </a:lnTo>
                  <a:lnTo>
                    <a:pt x="1800767" y="1607706"/>
                  </a:lnTo>
                  <a:lnTo>
                    <a:pt x="1909162" y="1596825"/>
                  </a:lnTo>
                  <a:lnTo>
                    <a:pt x="2011912" y="1584807"/>
                  </a:lnTo>
                  <a:lnTo>
                    <a:pt x="2108065" y="1571600"/>
                  </a:lnTo>
                  <a:lnTo>
                    <a:pt x="2197252" y="1557115"/>
                  </a:lnTo>
                  <a:lnTo>
                    <a:pt x="2279548" y="1541228"/>
                  </a:lnTo>
                  <a:lnTo>
                    <a:pt x="2355338" y="1523780"/>
                  </a:lnTo>
                  <a:lnTo>
                    <a:pt x="2425208" y="1504582"/>
                  </a:lnTo>
                  <a:lnTo>
                    <a:pt x="2489861" y="1483422"/>
                  </a:lnTo>
                  <a:lnTo>
                    <a:pt x="2550055" y="1460080"/>
                  </a:lnTo>
                  <a:lnTo>
                    <a:pt x="2606553" y="1434343"/>
                  </a:lnTo>
                  <a:lnTo>
                    <a:pt x="2660085" y="1406045"/>
                  </a:lnTo>
                  <a:lnTo>
                    <a:pt x="2702183" y="1380907"/>
                  </a:lnTo>
                  <a:lnTo>
                    <a:pt x="2754379" y="1346109"/>
                  </a:lnTo>
                  <a:lnTo>
                    <a:pt x="2805114" y="1308351"/>
                  </a:lnTo>
                  <a:lnTo>
                    <a:pt x="2854850" y="1267574"/>
                  </a:lnTo>
                  <a:lnTo>
                    <a:pt x="2903944" y="1223791"/>
                  </a:lnTo>
                  <a:lnTo>
                    <a:pt x="2952668" y="1177087"/>
                  </a:lnTo>
                  <a:lnTo>
                    <a:pt x="3001219" y="1127630"/>
                  </a:lnTo>
                  <a:lnTo>
                    <a:pt x="3049734" y="1075672"/>
                  </a:lnTo>
                  <a:lnTo>
                    <a:pt x="3098293" y="1021547"/>
                  </a:lnTo>
                  <a:lnTo>
                    <a:pt x="3146934" y="965668"/>
                  </a:lnTo>
                  <a:lnTo>
                    <a:pt x="3195655" y="908511"/>
                  </a:lnTo>
                  <a:lnTo>
                    <a:pt x="3244432" y="850604"/>
                  </a:lnTo>
                  <a:lnTo>
                    <a:pt x="3293225" y="792502"/>
                  </a:lnTo>
                  <a:lnTo>
                    <a:pt x="3341989" y="734771"/>
                  </a:lnTo>
                  <a:lnTo>
                    <a:pt x="3390687" y="677959"/>
                  </a:lnTo>
                  <a:lnTo>
                    <a:pt x="3439300" y="622581"/>
                  </a:lnTo>
                  <a:lnTo>
                    <a:pt x="3487840" y="569093"/>
                  </a:lnTo>
                  <a:lnTo>
                    <a:pt x="3536355" y="517886"/>
                  </a:lnTo>
                  <a:lnTo>
                    <a:pt x="3584943" y="469268"/>
                  </a:lnTo>
                  <a:lnTo>
                    <a:pt x="3633758" y="423464"/>
                  </a:lnTo>
                  <a:lnTo>
                    <a:pt x="3683020" y="380616"/>
                  </a:lnTo>
                  <a:lnTo>
                    <a:pt x="3733026" y="340787"/>
                  </a:lnTo>
                  <a:lnTo>
                    <a:pt x="3784163" y="303964"/>
                  </a:lnTo>
                  <a:lnTo>
                    <a:pt x="3820202" y="280373"/>
                  </a:lnTo>
                  <a:lnTo>
                    <a:pt x="3871798" y="249919"/>
                  </a:lnTo>
                  <a:lnTo>
                    <a:pt x="3925816" y="222094"/>
                  </a:lnTo>
                  <a:lnTo>
                    <a:pt x="3982928" y="196804"/>
                  </a:lnTo>
                  <a:lnTo>
                    <a:pt x="4043872" y="173873"/>
                  </a:lnTo>
                  <a:lnTo>
                    <a:pt x="4109414" y="153085"/>
                  </a:lnTo>
                  <a:lnTo>
                    <a:pt x="4180305" y="134219"/>
                  </a:lnTo>
                  <a:lnTo>
                    <a:pt x="4257233" y="117067"/>
                  </a:lnTo>
                  <a:lnTo>
                    <a:pt x="4340755" y="101444"/>
                  </a:lnTo>
                  <a:lnTo>
                    <a:pt x="4431208" y="87198"/>
                  </a:lnTo>
                  <a:lnTo>
                    <a:pt x="4528598" y="74212"/>
                  </a:lnTo>
                  <a:lnTo>
                    <a:pt x="4632460" y="62402"/>
                  </a:lnTo>
                  <a:lnTo>
                    <a:pt x="4741720" y="51725"/>
                  </a:lnTo>
                  <a:lnTo>
                    <a:pt x="4854572" y="42164"/>
                  </a:lnTo>
                  <a:lnTo>
                    <a:pt x="4968409" y="33732"/>
                  </a:lnTo>
                  <a:lnTo>
                    <a:pt x="5079890" y="26452"/>
                  </a:lnTo>
                  <a:lnTo>
                    <a:pt x="5185151" y="20343"/>
                  </a:lnTo>
                  <a:lnTo>
                    <a:pt x="5280209" y="15406"/>
                  </a:lnTo>
                  <a:lnTo>
                    <a:pt x="5361499" y="11606"/>
                  </a:lnTo>
                  <a:lnTo>
                    <a:pt x="5426454" y="8857"/>
                  </a:lnTo>
                  <a:lnTo>
                    <a:pt x="5473976" y="7030"/>
                  </a:lnTo>
                  <a:lnTo>
                    <a:pt x="5504703" y="5952"/>
                  </a:lnTo>
                  <a:lnTo>
                    <a:pt x="5521008" y="5429"/>
                  </a:lnTo>
                  <a:lnTo>
                    <a:pt x="5526827" y="525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8" y="5254"/>
                  </a:lnTo>
                  <a:lnTo>
                    <a:pt x="6530989" y="5355"/>
                  </a:lnTo>
                  <a:lnTo>
                    <a:pt x="6549923" y="5634"/>
                  </a:lnTo>
                  <a:lnTo>
                    <a:pt x="6584028" y="6183"/>
                  </a:lnTo>
                  <a:lnTo>
                    <a:pt x="6635374" y="7090"/>
                  </a:lnTo>
                  <a:lnTo>
                    <a:pt x="6704238" y="8431"/>
                  </a:lnTo>
                  <a:lnTo>
                    <a:pt x="6789165" y="10261"/>
                  </a:lnTo>
                  <a:lnTo>
                    <a:pt x="6887286" y="12613"/>
                  </a:lnTo>
                  <a:lnTo>
                    <a:pt x="6994838" y="15501"/>
                  </a:lnTo>
                  <a:lnTo>
                    <a:pt x="7107759" y="18920"/>
                  </a:lnTo>
                  <a:lnTo>
                    <a:pt x="7222221" y="22862"/>
                  </a:lnTo>
                  <a:lnTo>
                    <a:pt x="7334990" y="27315"/>
                  </a:lnTo>
                  <a:lnTo>
                    <a:pt x="7443618" y="32277"/>
                  </a:lnTo>
                  <a:lnTo>
                    <a:pt x="7546459" y="37759"/>
                  </a:lnTo>
                  <a:lnTo>
                    <a:pt x="7642591" y="43784"/>
                  </a:lnTo>
                  <a:lnTo>
                    <a:pt x="7731677" y="50396"/>
                  </a:lnTo>
                  <a:lnTo>
                    <a:pt x="7813824" y="57651"/>
                  </a:lnTo>
                  <a:lnTo>
                    <a:pt x="7889443" y="65623"/>
                  </a:lnTo>
                  <a:lnTo>
                    <a:pt x="7959143" y="74402"/>
                  </a:lnTo>
                  <a:lnTo>
                    <a:pt x="8023646" y="84083"/>
                  </a:lnTo>
                  <a:lnTo>
                    <a:pt x="8083723" y="94769"/>
                  </a:lnTo>
                  <a:lnTo>
                    <a:pt x="8140148" y="106554"/>
                  </a:lnTo>
                  <a:lnTo>
                    <a:pt x="8193656" y="119512"/>
                  </a:lnTo>
                  <a:lnTo>
                    <a:pt x="8229629" y="129268"/>
                  </a:lnTo>
                  <a:lnTo>
                    <a:pt x="8288621" y="147133"/>
                  </a:lnTo>
                  <a:lnTo>
                    <a:pt x="8345823" y="166715"/>
                  </a:lnTo>
                  <a:lnTo>
                    <a:pt x="8401873" y="188043"/>
                  </a:lnTo>
                  <a:lnTo>
                    <a:pt x="8457248" y="211095"/>
                  </a:lnTo>
                  <a:lnTo>
                    <a:pt x="8512292" y="235789"/>
                  </a:lnTo>
                  <a:lnTo>
                    <a:pt x="8567237" y="261982"/>
                  </a:lnTo>
                  <a:lnTo>
                    <a:pt x="8622222" y="289470"/>
                  </a:lnTo>
                  <a:lnTo>
                    <a:pt x="8677307" y="317991"/>
                  </a:lnTo>
                  <a:lnTo>
                    <a:pt x="8732494" y="347231"/>
                  </a:lnTo>
                  <a:lnTo>
                    <a:pt x="8787744" y="376845"/>
                  </a:lnTo>
                  <a:lnTo>
                    <a:pt x="8842995" y="406464"/>
                  </a:lnTo>
                  <a:lnTo>
                    <a:pt x="8898185" y="435723"/>
                  </a:lnTo>
                  <a:lnTo>
                    <a:pt x="8953274" y="464272"/>
                  </a:lnTo>
                  <a:lnTo>
                    <a:pt x="9008261" y="491798"/>
                  </a:lnTo>
                  <a:lnTo>
                    <a:pt x="9063205" y="518036"/>
                  </a:lnTo>
                  <a:lnTo>
                    <a:pt x="9118243" y="542781"/>
                  </a:lnTo>
                  <a:lnTo>
                    <a:pt x="9173603" y="565888"/>
                  </a:lnTo>
                  <a:lnTo>
                    <a:pt x="9229625" y="587272"/>
                  </a:lnTo>
                  <a:lnTo>
                    <a:pt x="9286781" y="606911"/>
                  </a:lnTo>
                  <a:lnTo>
                    <a:pt x="9345702" y="624830"/>
                  </a:lnTo>
                  <a:lnTo>
                    <a:pt x="9347647" y="625382"/>
                  </a:lnTo>
                  <a:lnTo>
                    <a:pt x="9399513" y="639178"/>
                  </a:lnTo>
                  <a:lnTo>
                    <a:pt x="9453828" y="651776"/>
                  </a:lnTo>
                  <a:lnTo>
                    <a:pt x="9511276" y="663220"/>
                  </a:lnTo>
                  <a:lnTo>
                    <a:pt x="9572608" y="673592"/>
                  </a:lnTo>
                  <a:lnTo>
                    <a:pt x="9638600" y="682990"/>
                  </a:lnTo>
                  <a:lnTo>
                    <a:pt x="9710015" y="691515"/>
                  </a:lnTo>
                  <a:lnTo>
                    <a:pt x="9787548" y="699263"/>
                  </a:lnTo>
                  <a:lnTo>
                    <a:pt x="9871759" y="706316"/>
                  </a:lnTo>
                  <a:lnTo>
                    <a:pt x="9962980" y="712745"/>
                  </a:lnTo>
                  <a:lnTo>
                    <a:pt x="10061197" y="718603"/>
                  </a:lnTo>
                  <a:lnTo>
                    <a:pt x="10165914" y="723926"/>
                  </a:lnTo>
                  <a:lnTo>
                    <a:pt x="10276001" y="728734"/>
                  </a:lnTo>
                  <a:lnTo>
                    <a:pt x="10389578" y="733033"/>
                  </a:lnTo>
                  <a:lnTo>
                    <a:pt x="10503947" y="736818"/>
                  </a:lnTo>
                  <a:lnTo>
                    <a:pt x="10615670" y="740078"/>
                  </a:lnTo>
                  <a:lnTo>
                    <a:pt x="10720800" y="742804"/>
                  </a:lnTo>
                  <a:lnTo>
                    <a:pt x="10815303" y="744996"/>
                  </a:lnTo>
                  <a:lnTo>
                    <a:pt x="10895626" y="746674"/>
                  </a:lnTo>
                  <a:lnTo>
                    <a:pt x="10959278" y="747877"/>
                  </a:lnTo>
                  <a:lnTo>
                    <a:pt x="11005304" y="748667"/>
                  </a:lnTo>
                  <a:lnTo>
                    <a:pt x="11034530" y="749125"/>
                  </a:lnTo>
                  <a:lnTo>
                    <a:pt x="11049544" y="749340"/>
                  </a:lnTo>
                  <a:lnTo>
                    <a:pt x="11054500" y="749405"/>
                  </a:lnTo>
                  <a:lnTo>
                    <a:pt x="11054891" y="749410"/>
                  </a:lnTo>
                  <a:lnTo>
                    <a:pt x="12049831" y="749410"/>
                  </a:lnTo>
                  <a:lnTo>
                    <a:pt x="12049831" y="744170"/>
                  </a:lnTo>
                  <a:lnTo>
                    <a:pt x="11054891" y="744170"/>
                  </a:lnTo>
                  <a:lnTo>
                    <a:pt x="11053759" y="744155"/>
                  </a:lnTo>
                  <a:lnTo>
                    <a:pt x="11046288" y="744055"/>
                  </a:lnTo>
                  <a:lnTo>
                    <a:pt x="11027353" y="743776"/>
                  </a:lnTo>
                  <a:lnTo>
                    <a:pt x="10993248" y="743227"/>
                  </a:lnTo>
                  <a:lnTo>
                    <a:pt x="10941903" y="742319"/>
                  </a:lnTo>
                  <a:lnTo>
                    <a:pt x="10873039" y="740979"/>
                  </a:lnTo>
                  <a:lnTo>
                    <a:pt x="10788111" y="739149"/>
                  </a:lnTo>
                  <a:lnTo>
                    <a:pt x="10689991" y="736796"/>
                  </a:lnTo>
                  <a:lnTo>
                    <a:pt x="10582439" y="733909"/>
                  </a:lnTo>
                  <a:lnTo>
                    <a:pt x="10469517" y="730489"/>
                  </a:lnTo>
                  <a:lnTo>
                    <a:pt x="10355056" y="726548"/>
                  </a:lnTo>
                  <a:lnTo>
                    <a:pt x="10242286" y="722095"/>
                  </a:lnTo>
                  <a:lnTo>
                    <a:pt x="10133658" y="717132"/>
                  </a:lnTo>
                  <a:lnTo>
                    <a:pt x="10030817" y="711651"/>
                  </a:lnTo>
                  <a:lnTo>
                    <a:pt x="9934686" y="705625"/>
                  </a:lnTo>
                  <a:lnTo>
                    <a:pt x="9845599" y="699014"/>
                  </a:lnTo>
                  <a:lnTo>
                    <a:pt x="9763452" y="691759"/>
                  </a:lnTo>
                  <a:lnTo>
                    <a:pt x="9687833" y="683786"/>
                  </a:lnTo>
                  <a:lnTo>
                    <a:pt x="9618133" y="675008"/>
                  </a:lnTo>
                  <a:lnTo>
                    <a:pt x="9553630" y="665327"/>
                  </a:lnTo>
                  <a:lnTo>
                    <a:pt x="9493553" y="654641"/>
                  </a:lnTo>
                  <a:lnTo>
                    <a:pt x="9437128" y="642855"/>
                  </a:lnTo>
                  <a:lnTo>
                    <a:pt x="9383621" y="629897"/>
                  </a:lnTo>
                  <a:lnTo>
                    <a:pt x="9347647" y="620141"/>
                  </a:lnTo>
                  <a:lnTo>
                    <a:pt x="9288656" y="602277"/>
                  </a:lnTo>
                  <a:lnTo>
                    <a:pt x="9231454" y="582695"/>
                  </a:lnTo>
                  <a:lnTo>
                    <a:pt x="9175403" y="561366"/>
                  </a:lnTo>
                  <a:lnTo>
                    <a:pt x="9120028" y="538315"/>
                  </a:lnTo>
                  <a:lnTo>
                    <a:pt x="9064984" y="513621"/>
                  </a:lnTo>
                  <a:lnTo>
                    <a:pt x="9010039" y="487428"/>
                  </a:lnTo>
                  <a:lnTo>
                    <a:pt x="8955055" y="459939"/>
                  </a:lnTo>
                  <a:lnTo>
                    <a:pt x="8899970" y="431419"/>
                  </a:lnTo>
                  <a:lnTo>
                    <a:pt x="8844782" y="402178"/>
                  </a:lnTo>
                  <a:lnTo>
                    <a:pt x="8789532" y="372565"/>
                  </a:lnTo>
                  <a:lnTo>
                    <a:pt x="8734282" y="342945"/>
                  </a:lnTo>
                  <a:lnTo>
                    <a:pt x="8679091" y="313687"/>
                  </a:lnTo>
                  <a:lnTo>
                    <a:pt x="8624002" y="285138"/>
                  </a:lnTo>
                  <a:lnTo>
                    <a:pt x="8569015" y="257612"/>
                  </a:lnTo>
                  <a:lnTo>
                    <a:pt x="8514071" y="231373"/>
                  </a:lnTo>
                  <a:lnTo>
                    <a:pt x="8459033" y="206628"/>
                  </a:lnTo>
                  <a:lnTo>
                    <a:pt x="8403673" y="183522"/>
                  </a:lnTo>
                  <a:lnTo>
                    <a:pt x="8347651" y="162137"/>
                  </a:lnTo>
                  <a:lnTo>
                    <a:pt x="8290496" y="142499"/>
                  </a:lnTo>
                  <a:lnTo>
                    <a:pt x="8231574" y="124580"/>
                  </a:lnTo>
                  <a:lnTo>
                    <a:pt x="8229629" y="124028"/>
                  </a:lnTo>
                  <a:lnTo>
                    <a:pt x="8177763" y="110232"/>
                  </a:lnTo>
                  <a:lnTo>
                    <a:pt x="8123448" y="97634"/>
                  </a:lnTo>
                  <a:lnTo>
                    <a:pt x="8066000" y="86189"/>
                  </a:lnTo>
                  <a:lnTo>
                    <a:pt x="8004669" y="75817"/>
                  </a:lnTo>
                  <a:lnTo>
                    <a:pt x="7938677" y="66419"/>
                  </a:lnTo>
                  <a:lnTo>
                    <a:pt x="7867261" y="57894"/>
                  </a:lnTo>
                  <a:lnTo>
                    <a:pt x="7789728" y="50147"/>
                  </a:lnTo>
                  <a:lnTo>
                    <a:pt x="7705517" y="43093"/>
                  </a:lnTo>
                  <a:lnTo>
                    <a:pt x="7614296" y="36665"/>
                  </a:lnTo>
                  <a:lnTo>
                    <a:pt x="7516079" y="30807"/>
                  </a:lnTo>
                  <a:lnTo>
                    <a:pt x="7411363" y="25484"/>
                  </a:lnTo>
                  <a:lnTo>
                    <a:pt x="7301275" y="20676"/>
                  </a:lnTo>
                  <a:lnTo>
                    <a:pt x="7187699" y="16377"/>
                  </a:lnTo>
                  <a:lnTo>
                    <a:pt x="7073329" y="12592"/>
                  </a:lnTo>
                  <a:lnTo>
                    <a:pt x="6961606" y="9332"/>
                  </a:lnTo>
                  <a:lnTo>
                    <a:pt x="6856477" y="6606"/>
                  </a:lnTo>
                  <a:lnTo>
                    <a:pt x="6761973" y="4414"/>
                  </a:lnTo>
                  <a:lnTo>
                    <a:pt x="6681650" y="2736"/>
                  </a:lnTo>
                  <a:lnTo>
                    <a:pt x="6617999" y="1533"/>
                  </a:lnTo>
                  <a:lnTo>
                    <a:pt x="6571972" y="742"/>
                  </a:lnTo>
                  <a:lnTo>
                    <a:pt x="6542746" y="285"/>
                  </a:lnTo>
                  <a:lnTo>
                    <a:pt x="6527733" y="70"/>
                  </a:lnTo>
                  <a:lnTo>
                    <a:pt x="6522777" y="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0" y="30"/>
                  </a:lnTo>
                  <a:lnTo>
                    <a:pt x="5518968" y="251"/>
                  </a:lnTo>
                  <a:lnTo>
                    <a:pt x="5500303" y="859"/>
                  </a:lnTo>
                  <a:lnTo>
                    <a:pt x="5466663" y="2059"/>
                  </a:lnTo>
                  <a:lnTo>
                    <a:pt x="5415981" y="4041"/>
                  </a:lnTo>
                  <a:lnTo>
                    <a:pt x="5347941" y="6972"/>
                  </a:lnTo>
                  <a:lnTo>
                    <a:pt x="5263933" y="10973"/>
                  </a:lnTo>
                  <a:lnTo>
                    <a:pt x="5166744" y="16120"/>
                  </a:lnTo>
                  <a:lnTo>
                    <a:pt x="5060059" y="22442"/>
                  </a:lnTo>
                  <a:lnTo>
                    <a:pt x="4947877" y="29933"/>
                  </a:lnTo>
                  <a:lnTo>
                    <a:pt x="4833989" y="38571"/>
                  </a:lnTo>
                  <a:lnTo>
                    <a:pt x="4721618" y="48334"/>
                  </a:lnTo>
                  <a:lnTo>
                    <a:pt x="4613223" y="59214"/>
                  </a:lnTo>
                  <a:lnTo>
                    <a:pt x="4510473" y="71232"/>
                  </a:lnTo>
                  <a:lnTo>
                    <a:pt x="4414320" y="84439"/>
                  </a:lnTo>
                  <a:lnTo>
                    <a:pt x="4325133" y="98925"/>
                  </a:lnTo>
                  <a:lnTo>
                    <a:pt x="4242837" y="114812"/>
                  </a:lnTo>
                  <a:lnTo>
                    <a:pt x="4167047" y="132260"/>
                  </a:lnTo>
                  <a:lnTo>
                    <a:pt x="4097177" y="151458"/>
                  </a:lnTo>
                  <a:lnTo>
                    <a:pt x="4032524" y="172617"/>
                  </a:lnTo>
                  <a:lnTo>
                    <a:pt x="3972330" y="195959"/>
                  </a:lnTo>
                  <a:lnTo>
                    <a:pt x="3915832" y="221696"/>
                  </a:lnTo>
                  <a:lnTo>
                    <a:pt x="3862300" y="249994"/>
                  </a:lnTo>
                  <a:lnTo>
                    <a:pt x="3820202" y="275133"/>
                  </a:lnTo>
                  <a:lnTo>
                    <a:pt x="3768006" y="309930"/>
                  </a:lnTo>
                  <a:lnTo>
                    <a:pt x="3717271" y="347689"/>
                  </a:lnTo>
                  <a:lnTo>
                    <a:pt x="3667535" y="388465"/>
                  </a:lnTo>
                  <a:lnTo>
                    <a:pt x="3618441" y="432248"/>
                  </a:lnTo>
                  <a:lnTo>
                    <a:pt x="3569717" y="478952"/>
                  </a:lnTo>
                  <a:lnTo>
                    <a:pt x="3521166" y="528409"/>
                  </a:lnTo>
                  <a:lnTo>
                    <a:pt x="3472651" y="580368"/>
                  </a:lnTo>
                  <a:lnTo>
                    <a:pt x="3424092" y="634492"/>
                  </a:lnTo>
                  <a:lnTo>
                    <a:pt x="3375451" y="690371"/>
                  </a:lnTo>
                  <a:lnTo>
                    <a:pt x="3326730" y="747528"/>
                  </a:lnTo>
                  <a:lnTo>
                    <a:pt x="3277953" y="805436"/>
                  </a:lnTo>
                  <a:lnTo>
                    <a:pt x="3229160" y="863537"/>
                  </a:lnTo>
                  <a:lnTo>
                    <a:pt x="3180396" y="921269"/>
                  </a:lnTo>
                  <a:lnTo>
                    <a:pt x="3131698" y="978080"/>
                  </a:lnTo>
                  <a:lnTo>
                    <a:pt x="3083085" y="1033459"/>
                  </a:lnTo>
                  <a:lnTo>
                    <a:pt x="3034545" y="1086946"/>
                  </a:lnTo>
                  <a:lnTo>
                    <a:pt x="2986030" y="1138153"/>
                  </a:lnTo>
                  <a:lnTo>
                    <a:pt x="2937442" y="1186772"/>
                  </a:lnTo>
                  <a:lnTo>
                    <a:pt x="2888627" y="1232576"/>
                  </a:lnTo>
                  <a:lnTo>
                    <a:pt x="2839365" y="1275423"/>
                  </a:lnTo>
                  <a:lnTo>
                    <a:pt x="2789359" y="1315253"/>
                  </a:lnTo>
                  <a:lnTo>
                    <a:pt x="2738222" y="1352075"/>
                  </a:lnTo>
                  <a:lnTo>
                    <a:pt x="2702183" y="1375666"/>
                  </a:lnTo>
                  <a:lnTo>
                    <a:pt x="2650587" y="1406120"/>
                  </a:lnTo>
                  <a:lnTo>
                    <a:pt x="2596569" y="1433946"/>
                  </a:lnTo>
                  <a:lnTo>
                    <a:pt x="2539457" y="1459235"/>
                  </a:lnTo>
                  <a:lnTo>
                    <a:pt x="2478513" y="1482166"/>
                  </a:lnTo>
                  <a:lnTo>
                    <a:pt x="2412971" y="1502954"/>
                  </a:lnTo>
                  <a:lnTo>
                    <a:pt x="2342080" y="1521820"/>
                  </a:lnTo>
                  <a:lnTo>
                    <a:pt x="2265152" y="1538973"/>
                  </a:lnTo>
                  <a:lnTo>
                    <a:pt x="2181630" y="1554595"/>
                  </a:lnTo>
                  <a:lnTo>
                    <a:pt x="2091177" y="1568841"/>
                  </a:lnTo>
                  <a:lnTo>
                    <a:pt x="1993787" y="1581828"/>
                  </a:lnTo>
                  <a:lnTo>
                    <a:pt x="1889925" y="1593637"/>
                  </a:lnTo>
                  <a:lnTo>
                    <a:pt x="1780665" y="1604315"/>
                  </a:lnTo>
                  <a:lnTo>
                    <a:pt x="1667813" y="1613875"/>
                  </a:lnTo>
                  <a:lnTo>
                    <a:pt x="1553976" y="1622307"/>
                  </a:lnTo>
                  <a:lnTo>
                    <a:pt x="1442495" y="1629588"/>
                  </a:lnTo>
                  <a:lnTo>
                    <a:pt x="1337234" y="1635696"/>
                  </a:lnTo>
                  <a:lnTo>
                    <a:pt x="1242176" y="1640633"/>
                  </a:lnTo>
                  <a:lnTo>
                    <a:pt x="1160886" y="1644434"/>
                  </a:lnTo>
                  <a:lnTo>
                    <a:pt x="1095931" y="1647182"/>
                  </a:lnTo>
                  <a:lnTo>
                    <a:pt x="1048409" y="1649010"/>
                  </a:lnTo>
                  <a:lnTo>
                    <a:pt x="1017682" y="1650088"/>
                  </a:lnTo>
                  <a:lnTo>
                    <a:pt x="1001377" y="1650611"/>
                  </a:lnTo>
                  <a:lnTo>
                    <a:pt x="995558" y="1650782"/>
                  </a:lnTo>
                  <a:lnTo>
                    <a:pt x="994940" y="1650799"/>
                  </a:lnTo>
                  <a:lnTo>
                    <a:pt x="0" y="1650799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80" name="pl1179"/>
            <p:cNvSpPr/>
            <p:nvPr/>
          </p:nvSpPr>
          <p:spPr>
            <a:xfrm>
              <a:off x="1199187" y="3154697"/>
              <a:ext cx="12049831" cy="1650799"/>
            </a:xfrm>
            <a:custGeom>
              <a:avLst/>
              <a:pathLst>
                <a:path w="12049831" h="1650799">
                  <a:moveTo>
                    <a:pt x="0" y="1650799"/>
                  </a:moveTo>
                  <a:lnTo>
                    <a:pt x="994940" y="1650799"/>
                  </a:lnTo>
                  <a:lnTo>
                    <a:pt x="996055" y="1650768"/>
                  </a:lnTo>
                  <a:lnTo>
                    <a:pt x="1003417" y="1650548"/>
                  </a:lnTo>
                  <a:lnTo>
                    <a:pt x="1022082" y="1649940"/>
                  </a:lnTo>
                  <a:lnTo>
                    <a:pt x="1055722" y="1648740"/>
                  </a:lnTo>
                  <a:lnTo>
                    <a:pt x="1106404" y="1646758"/>
                  </a:lnTo>
                  <a:lnTo>
                    <a:pt x="1174444" y="1643827"/>
                  </a:lnTo>
                  <a:lnTo>
                    <a:pt x="1258452" y="1639825"/>
                  </a:lnTo>
                  <a:lnTo>
                    <a:pt x="1355641" y="1634678"/>
                  </a:lnTo>
                  <a:lnTo>
                    <a:pt x="1462326" y="1628357"/>
                  </a:lnTo>
                  <a:lnTo>
                    <a:pt x="1574508" y="1620866"/>
                  </a:lnTo>
                  <a:lnTo>
                    <a:pt x="1688396" y="1612228"/>
                  </a:lnTo>
                  <a:lnTo>
                    <a:pt x="1800767" y="1602465"/>
                  </a:lnTo>
                  <a:lnTo>
                    <a:pt x="1909162" y="1591585"/>
                  </a:lnTo>
                  <a:lnTo>
                    <a:pt x="2011912" y="1579567"/>
                  </a:lnTo>
                  <a:lnTo>
                    <a:pt x="2108065" y="1566359"/>
                  </a:lnTo>
                  <a:lnTo>
                    <a:pt x="2197252" y="1551874"/>
                  </a:lnTo>
                  <a:lnTo>
                    <a:pt x="2279548" y="1535987"/>
                  </a:lnTo>
                  <a:lnTo>
                    <a:pt x="2355338" y="1518539"/>
                  </a:lnTo>
                  <a:lnTo>
                    <a:pt x="2425208" y="1499341"/>
                  </a:lnTo>
                  <a:lnTo>
                    <a:pt x="2489861" y="1478182"/>
                  </a:lnTo>
                  <a:lnTo>
                    <a:pt x="2550055" y="1454839"/>
                  </a:lnTo>
                  <a:lnTo>
                    <a:pt x="2606553" y="1429102"/>
                  </a:lnTo>
                  <a:lnTo>
                    <a:pt x="2660085" y="1400805"/>
                  </a:lnTo>
                  <a:lnTo>
                    <a:pt x="2702183" y="1375666"/>
                  </a:lnTo>
                  <a:lnTo>
                    <a:pt x="2754379" y="1340869"/>
                  </a:lnTo>
                  <a:lnTo>
                    <a:pt x="2805114" y="1303110"/>
                  </a:lnTo>
                  <a:lnTo>
                    <a:pt x="2854850" y="1262334"/>
                  </a:lnTo>
                  <a:lnTo>
                    <a:pt x="2903944" y="1218550"/>
                  </a:lnTo>
                  <a:lnTo>
                    <a:pt x="2952668" y="1171846"/>
                  </a:lnTo>
                  <a:lnTo>
                    <a:pt x="3001219" y="1122389"/>
                  </a:lnTo>
                  <a:lnTo>
                    <a:pt x="3049734" y="1070431"/>
                  </a:lnTo>
                  <a:lnTo>
                    <a:pt x="3098293" y="1016307"/>
                  </a:lnTo>
                  <a:lnTo>
                    <a:pt x="3146934" y="960427"/>
                  </a:lnTo>
                  <a:lnTo>
                    <a:pt x="3195655" y="903271"/>
                  </a:lnTo>
                  <a:lnTo>
                    <a:pt x="3244432" y="845363"/>
                  </a:lnTo>
                  <a:lnTo>
                    <a:pt x="3293225" y="787261"/>
                  </a:lnTo>
                  <a:lnTo>
                    <a:pt x="3341989" y="729530"/>
                  </a:lnTo>
                  <a:lnTo>
                    <a:pt x="3390687" y="672718"/>
                  </a:lnTo>
                  <a:lnTo>
                    <a:pt x="3439300" y="617340"/>
                  </a:lnTo>
                  <a:lnTo>
                    <a:pt x="3487840" y="563853"/>
                  </a:lnTo>
                  <a:lnTo>
                    <a:pt x="3536355" y="512645"/>
                  </a:lnTo>
                  <a:lnTo>
                    <a:pt x="3584943" y="464027"/>
                  </a:lnTo>
                  <a:lnTo>
                    <a:pt x="3633758" y="418223"/>
                  </a:lnTo>
                  <a:lnTo>
                    <a:pt x="3683020" y="375375"/>
                  </a:lnTo>
                  <a:lnTo>
                    <a:pt x="3733026" y="335546"/>
                  </a:lnTo>
                  <a:lnTo>
                    <a:pt x="3784163" y="298723"/>
                  </a:lnTo>
                  <a:lnTo>
                    <a:pt x="3820202" y="275133"/>
                  </a:lnTo>
                  <a:lnTo>
                    <a:pt x="3871798" y="244678"/>
                  </a:lnTo>
                  <a:lnTo>
                    <a:pt x="3925816" y="216853"/>
                  </a:lnTo>
                  <a:lnTo>
                    <a:pt x="3982928" y="191564"/>
                  </a:lnTo>
                  <a:lnTo>
                    <a:pt x="4043872" y="168632"/>
                  </a:lnTo>
                  <a:lnTo>
                    <a:pt x="4109414" y="147844"/>
                  </a:lnTo>
                  <a:lnTo>
                    <a:pt x="4180305" y="128978"/>
                  </a:lnTo>
                  <a:lnTo>
                    <a:pt x="4257233" y="111826"/>
                  </a:lnTo>
                  <a:lnTo>
                    <a:pt x="4340755" y="96203"/>
                  </a:lnTo>
                  <a:lnTo>
                    <a:pt x="4431208" y="81958"/>
                  </a:lnTo>
                  <a:lnTo>
                    <a:pt x="4528598" y="68971"/>
                  </a:lnTo>
                  <a:lnTo>
                    <a:pt x="4632460" y="57162"/>
                  </a:lnTo>
                  <a:lnTo>
                    <a:pt x="4741720" y="46484"/>
                  </a:lnTo>
                  <a:lnTo>
                    <a:pt x="4854572" y="36924"/>
                  </a:lnTo>
                  <a:lnTo>
                    <a:pt x="4968409" y="28492"/>
                  </a:lnTo>
                  <a:lnTo>
                    <a:pt x="5079890" y="21211"/>
                  </a:lnTo>
                  <a:lnTo>
                    <a:pt x="5185151" y="15102"/>
                  </a:lnTo>
                  <a:lnTo>
                    <a:pt x="5280209" y="10166"/>
                  </a:lnTo>
                  <a:lnTo>
                    <a:pt x="5361499" y="6365"/>
                  </a:lnTo>
                  <a:lnTo>
                    <a:pt x="5426454" y="3617"/>
                  </a:lnTo>
                  <a:lnTo>
                    <a:pt x="5473976" y="1789"/>
                  </a:lnTo>
                  <a:lnTo>
                    <a:pt x="5504703" y="711"/>
                  </a:lnTo>
                  <a:lnTo>
                    <a:pt x="5521008" y="188"/>
                  </a:lnTo>
                  <a:lnTo>
                    <a:pt x="5526827" y="16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8" y="14"/>
                  </a:lnTo>
                  <a:lnTo>
                    <a:pt x="6530989" y="115"/>
                  </a:lnTo>
                  <a:lnTo>
                    <a:pt x="6549923" y="393"/>
                  </a:lnTo>
                  <a:lnTo>
                    <a:pt x="6584028" y="942"/>
                  </a:lnTo>
                  <a:lnTo>
                    <a:pt x="6635374" y="1850"/>
                  </a:lnTo>
                  <a:lnTo>
                    <a:pt x="6704238" y="3190"/>
                  </a:lnTo>
                  <a:lnTo>
                    <a:pt x="6789165" y="5020"/>
                  </a:lnTo>
                  <a:lnTo>
                    <a:pt x="6887286" y="7373"/>
                  </a:lnTo>
                  <a:lnTo>
                    <a:pt x="6994838" y="10260"/>
                  </a:lnTo>
                  <a:lnTo>
                    <a:pt x="7107759" y="13680"/>
                  </a:lnTo>
                  <a:lnTo>
                    <a:pt x="7222221" y="17621"/>
                  </a:lnTo>
                  <a:lnTo>
                    <a:pt x="7334990" y="22074"/>
                  </a:lnTo>
                  <a:lnTo>
                    <a:pt x="7443618" y="27037"/>
                  </a:lnTo>
                  <a:lnTo>
                    <a:pt x="7546459" y="32518"/>
                  </a:lnTo>
                  <a:lnTo>
                    <a:pt x="7642591" y="38544"/>
                  </a:lnTo>
                  <a:lnTo>
                    <a:pt x="7731677" y="45155"/>
                  </a:lnTo>
                  <a:lnTo>
                    <a:pt x="7813824" y="52410"/>
                  </a:lnTo>
                  <a:lnTo>
                    <a:pt x="7889443" y="60383"/>
                  </a:lnTo>
                  <a:lnTo>
                    <a:pt x="7959143" y="69161"/>
                  </a:lnTo>
                  <a:lnTo>
                    <a:pt x="8023646" y="78842"/>
                  </a:lnTo>
                  <a:lnTo>
                    <a:pt x="8083723" y="89528"/>
                  </a:lnTo>
                  <a:lnTo>
                    <a:pt x="8140148" y="101314"/>
                  </a:lnTo>
                  <a:lnTo>
                    <a:pt x="8193656" y="114272"/>
                  </a:lnTo>
                  <a:lnTo>
                    <a:pt x="8229629" y="124028"/>
                  </a:lnTo>
                  <a:lnTo>
                    <a:pt x="8288621" y="141892"/>
                  </a:lnTo>
                  <a:lnTo>
                    <a:pt x="8345823" y="161474"/>
                  </a:lnTo>
                  <a:lnTo>
                    <a:pt x="8401873" y="182803"/>
                  </a:lnTo>
                  <a:lnTo>
                    <a:pt x="8457248" y="205854"/>
                  </a:lnTo>
                  <a:lnTo>
                    <a:pt x="8512292" y="230548"/>
                  </a:lnTo>
                  <a:lnTo>
                    <a:pt x="8567237" y="256741"/>
                  </a:lnTo>
                  <a:lnTo>
                    <a:pt x="8622222" y="284230"/>
                  </a:lnTo>
                  <a:lnTo>
                    <a:pt x="8677307" y="312750"/>
                  </a:lnTo>
                  <a:lnTo>
                    <a:pt x="8732494" y="341991"/>
                  </a:lnTo>
                  <a:lnTo>
                    <a:pt x="8787744" y="371604"/>
                  </a:lnTo>
                  <a:lnTo>
                    <a:pt x="8842995" y="401224"/>
                  </a:lnTo>
                  <a:lnTo>
                    <a:pt x="8898185" y="430482"/>
                  </a:lnTo>
                  <a:lnTo>
                    <a:pt x="8953274" y="459031"/>
                  </a:lnTo>
                  <a:lnTo>
                    <a:pt x="9008261" y="486557"/>
                  </a:lnTo>
                  <a:lnTo>
                    <a:pt x="9063205" y="512796"/>
                  </a:lnTo>
                  <a:lnTo>
                    <a:pt x="9118243" y="537541"/>
                  </a:lnTo>
                  <a:lnTo>
                    <a:pt x="9173603" y="560647"/>
                  </a:lnTo>
                  <a:lnTo>
                    <a:pt x="9229625" y="582032"/>
                  </a:lnTo>
                  <a:lnTo>
                    <a:pt x="9286781" y="601670"/>
                  </a:lnTo>
                  <a:lnTo>
                    <a:pt x="9345702" y="619589"/>
                  </a:lnTo>
                  <a:lnTo>
                    <a:pt x="9347647" y="620141"/>
                  </a:lnTo>
                  <a:lnTo>
                    <a:pt x="9399513" y="633937"/>
                  </a:lnTo>
                  <a:lnTo>
                    <a:pt x="9453828" y="646535"/>
                  </a:lnTo>
                  <a:lnTo>
                    <a:pt x="9511276" y="657980"/>
                  </a:lnTo>
                  <a:lnTo>
                    <a:pt x="9572608" y="668352"/>
                  </a:lnTo>
                  <a:lnTo>
                    <a:pt x="9638600" y="677750"/>
                  </a:lnTo>
                  <a:lnTo>
                    <a:pt x="9710015" y="686275"/>
                  </a:lnTo>
                  <a:lnTo>
                    <a:pt x="9787548" y="694022"/>
                  </a:lnTo>
                  <a:lnTo>
                    <a:pt x="9871759" y="701076"/>
                  </a:lnTo>
                  <a:lnTo>
                    <a:pt x="9962980" y="707504"/>
                  </a:lnTo>
                  <a:lnTo>
                    <a:pt x="10061197" y="713362"/>
                  </a:lnTo>
                  <a:lnTo>
                    <a:pt x="10165914" y="718685"/>
                  </a:lnTo>
                  <a:lnTo>
                    <a:pt x="10276001" y="723493"/>
                  </a:lnTo>
                  <a:lnTo>
                    <a:pt x="10389578" y="727793"/>
                  </a:lnTo>
                  <a:lnTo>
                    <a:pt x="10503947" y="731578"/>
                  </a:lnTo>
                  <a:lnTo>
                    <a:pt x="10615670" y="734837"/>
                  </a:lnTo>
                  <a:lnTo>
                    <a:pt x="10720800" y="737563"/>
                  </a:lnTo>
                  <a:lnTo>
                    <a:pt x="10815303" y="739755"/>
                  </a:lnTo>
                  <a:lnTo>
                    <a:pt x="10895626" y="741433"/>
                  </a:lnTo>
                  <a:lnTo>
                    <a:pt x="10959278" y="742636"/>
                  </a:lnTo>
                  <a:lnTo>
                    <a:pt x="11005304" y="743427"/>
                  </a:lnTo>
                  <a:lnTo>
                    <a:pt x="11034530" y="743884"/>
                  </a:lnTo>
                  <a:lnTo>
                    <a:pt x="11049544" y="744099"/>
                  </a:lnTo>
                  <a:lnTo>
                    <a:pt x="11054500" y="744165"/>
                  </a:lnTo>
                  <a:lnTo>
                    <a:pt x="11054891" y="744170"/>
                  </a:lnTo>
                  <a:lnTo>
                    <a:pt x="12049831" y="744170"/>
                  </a:lnTo>
                  <a:lnTo>
                    <a:pt x="12049831" y="7441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1" name="pl1180"/>
            <p:cNvSpPr/>
            <p:nvPr/>
          </p:nvSpPr>
          <p:spPr>
            <a:xfrm>
              <a:off x="1199187" y="3149456"/>
              <a:ext cx="12049831" cy="1650799"/>
            </a:xfrm>
            <a:custGeom>
              <a:avLst/>
              <a:pathLst>
                <a:path w="12049831" h="1650799">
                  <a:moveTo>
                    <a:pt x="12049831" y="744170"/>
                  </a:moveTo>
                  <a:lnTo>
                    <a:pt x="11054891" y="744170"/>
                  </a:lnTo>
                  <a:lnTo>
                    <a:pt x="11053759" y="744155"/>
                  </a:lnTo>
                  <a:lnTo>
                    <a:pt x="11046288" y="744055"/>
                  </a:lnTo>
                  <a:lnTo>
                    <a:pt x="11027353" y="743776"/>
                  </a:lnTo>
                  <a:lnTo>
                    <a:pt x="10993248" y="743227"/>
                  </a:lnTo>
                  <a:lnTo>
                    <a:pt x="10941903" y="742319"/>
                  </a:lnTo>
                  <a:lnTo>
                    <a:pt x="10873039" y="740979"/>
                  </a:lnTo>
                  <a:lnTo>
                    <a:pt x="10788111" y="739149"/>
                  </a:lnTo>
                  <a:lnTo>
                    <a:pt x="10689991" y="736796"/>
                  </a:lnTo>
                  <a:lnTo>
                    <a:pt x="10582439" y="733909"/>
                  </a:lnTo>
                  <a:lnTo>
                    <a:pt x="10469517" y="730489"/>
                  </a:lnTo>
                  <a:lnTo>
                    <a:pt x="10355056" y="726548"/>
                  </a:lnTo>
                  <a:lnTo>
                    <a:pt x="10242286" y="722095"/>
                  </a:lnTo>
                  <a:lnTo>
                    <a:pt x="10133658" y="717132"/>
                  </a:lnTo>
                  <a:lnTo>
                    <a:pt x="10030817" y="711651"/>
                  </a:lnTo>
                  <a:lnTo>
                    <a:pt x="9934686" y="705625"/>
                  </a:lnTo>
                  <a:lnTo>
                    <a:pt x="9845599" y="699014"/>
                  </a:lnTo>
                  <a:lnTo>
                    <a:pt x="9763452" y="691759"/>
                  </a:lnTo>
                  <a:lnTo>
                    <a:pt x="9687833" y="683786"/>
                  </a:lnTo>
                  <a:lnTo>
                    <a:pt x="9618133" y="675008"/>
                  </a:lnTo>
                  <a:lnTo>
                    <a:pt x="9553630" y="665327"/>
                  </a:lnTo>
                  <a:lnTo>
                    <a:pt x="9493553" y="654641"/>
                  </a:lnTo>
                  <a:lnTo>
                    <a:pt x="9437128" y="642855"/>
                  </a:lnTo>
                  <a:lnTo>
                    <a:pt x="9383621" y="629897"/>
                  </a:lnTo>
                  <a:lnTo>
                    <a:pt x="9347647" y="620141"/>
                  </a:lnTo>
                  <a:lnTo>
                    <a:pt x="9288656" y="602277"/>
                  </a:lnTo>
                  <a:lnTo>
                    <a:pt x="9231454" y="582695"/>
                  </a:lnTo>
                  <a:lnTo>
                    <a:pt x="9175403" y="561366"/>
                  </a:lnTo>
                  <a:lnTo>
                    <a:pt x="9120028" y="538315"/>
                  </a:lnTo>
                  <a:lnTo>
                    <a:pt x="9064984" y="513621"/>
                  </a:lnTo>
                  <a:lnTo>
                    <a:pt x="9010039" y="487428"/>
                  </a:lnTo>
                  <a:lnTo>
                    <a:pt x="8955055" y="459939"/>
                  </a:lnTo>
                  <a:lnTo>
                    <a:pt x="8899970" y="431419"/>
                  </a:lnTo>
                  <a:lnTo>
                    <a:pt x="8844782" y="402178"/>
                  </a:lnTo>
                  <a:lnTo>
                    <a:pt x="8789532" y="372565"/>
                  </a:lnTo>
                  <a:lnTo>
                    <a:pt x="8734282" y="342945"/>
                  </a:lnTo>
                  <a:lnTo>
                    <a:pt x="8679091" y="313687"/>
                  </a:lnTo>
                  <a:lnTo>
                    <a:pt x="8624002" y="285138"/>
                  </a:lnTo>
                  <a:lnTo>
                    <a:pt x="8569015" y="257612"/>
                  </a:lnTo>
                  <a:lnTo>
                    <a:pt x="8514071" y="231373"/>
                  </a:lnTo>
                  <a:lnTo>
                    <a:pt x="8459033" y="206628"/>
                  </a:lnTo>
                  <a:lnTo>
                    <a:pt x="8403673" y="183522"/>
                  </a:lnTo>
                  <a:lnTo>
                    <a:pt x="8347651" y="162137"/>
                  </a:lnTo>
                  <a:lnTo>
                    <a:pt x="8290496" y="142499"/>
                  </a:lnTo>
                  <a:lnTo>
                    <a:pt x="8231574" y="124580"/>
                  </a:lnTo>
                  <a:lnTo>
                    <a:pt x="8229629" y="124028"/>
                  </a:lnTo>
                  <a:lnTo>
                    <a:pt x="8177763" y="110232"/>
                  </a:lnTo>
                  <a:lnTo>
                    <a:pt x="8123448" y="97634"/>
                  </a:lnTo>
                  <a:lnTo>
                    <a:pt x="8066000" y="86189"/>
                  </a:lnTo>
                  <a:lnTo>
                    <a:pt x="8004669" y="75817"/>
                  </a:lnTo>
                  <a:lnTo>
                    <a:pt x="7938677" y="66419"/>
                  </a:lnTo>
                  <a:lnTo>
                    <a:pt x="7867261" y="57894"/>
                  </a:lnTo>
                  <a:lnTo>
                    <a:pt x="7789728" y="50147"/>
                  </a:lnTo>
                  <a:lnTo>
                    <a:pt x="7705517" y="43093"/>
                  </a:lnTo>
                  <a:lnTo>
                    <a:pt x="7614296" y="36665"/>
                  </a:lnTo>
                  <a:lnTo>
                    <a:pt x="7516079" y="30807"/>
                  </a:lnTo>
                  <a:lnTo>
                    <a:pt x="7411363" y="25484"/>
                  </a:lnTo>
                  <a:lnTo>
                    <a:pt x="7301275" y="20676"/>
                  </a:lnTo>
                  <a:lnTo>
                    <a:pt x="7187699" y="16377"/>
                  </a:lnTo>
                  <a:lnTo>
                    <a:pt x="7073329" y="12592"/>
                  </a:lnTo>
                  <a:lnTo>
                    <a:pt x="6961606" y="9332"/>
                  </a:lnTo>
                  <a:lnTo>
                    <a:pt x="6856477" y="6606"/>
                  </a:lnTo>
                  <a:lnTo>
                    <a:pt x="6761973" y="4414"/>
                  </a:lnTo>
                  <a:lnTo>
                    <a:pt x="6681650" y="2736"/>
                  </a:lnTo>
                  <a:lnTo>
                    <a:pt x="6617999" y="1533"/>
                  </a:lnTo>
                  <a:lnTo>
                    <a:pt x="6571972" y="742"/>
                  </a:lnTo>
                  <a:lnTo>
                    <a:pt x="6542746" y="285"/>
                  </a:lnTo>
                  <a:lnTo>
                    <a:pt x="6527733" y="70"/>
                  </a:lnTo>
                  <a:lnTo>
                    <a:pt x="6522777" y="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0" y="30"/>
                  </a:lnTo>
                  <a:lnTo>
                    <a:pt x="5518968" y="251"/>
                  </a:lnTo>
                  <a:lnTo>
                    <a:pt x="5500303" y="859"/>
                  </a:lnTo>
                  <a:lnTo>
                    <a:pt x="5466663" y="2059"/>
                  </a:lnTo>
                  <a:lnTo>
                    <a:pt x="5415981" y="4041"/>
                  </a:lnTo>
                  <a:lnTo>
                    <a:pt x="5347941" y="6972"/>
                  </a:lnTo>
                  <a:lnTo>
                    <a:pt x="5263933" y="10973"/>
                  </a:lnTo>
                  <a:lnTo>
                    <a:pt x="5166744" y="16120"/>
                  </a:lnTo>
                  <a:lnTo>
                    <a:pt x="5060059" y="22442"/>
                  </a:lnTo>
                  <a:lnTo>
                    <a:pt x="4947877" y="29933"/>
                  </a:lnTo>
                  <a:lnTo>
                    <a:pt x="4833989" y="38571"/>
                  </a:lnTo>
                  <a:lnTo>
                    <a:pt x="4721618" y="48334"/>
                  </a:lnTo>
                  <a:lnTo>
                    <a:pt x="4613223" y="59214"/>
                  </a:lnTo>
                  <a:lnTo>
                    <a:pt x="4510473" y="71232"/>
                  </a:lnTo>
                  <a:lnTo>
                    <a:pt x="4414320" y="84439"/>
                  </a:lnTo>
                  <a:lnTo>
                    <a:pt x="4325133" y="98925"/>
                  </a:lnTo>
                  <a:lnTo>
                    <a:pt x="4242837" y="114812"/>
                  </a:lnTo>
                  <a:lnTo>
                    <a:pt x="4167047" y="132260"/>
                  </a:lnTo>
                  <a:lnTo>
                    <a:pt x="4097177" y="151458"/>
                  </a:lnTo>
                  <a:lnTo>
                    <a:pt x="4032524" y="172617"/>
                  </a:lnTo>
                  <a:lnTo>
                    <a:pt x="3972330" y="195959"/>
                  </a:lnTo>
                  <a:lnTo>
                    <a:pt x="3915832" y="221696"/>
                  </a:lnTo>
                  <a:lnTo>
                    <a:pt x="3862300" y="249994"/>
                  </a:lnTo>
                  <a:lnTo>
                    <a:pt x="3820202" y="275133"/>
                  </a:lnTo>
                  <a:lnTo>
                    <a:pt x="3768006" y="309930"/>
                  </a:lnTo>
                  <a:lnTo>
                    <a:pt x="3717271" y="347689"/>
                  </a:lnTo>
                  <a:lnTo>
                    <a:pt x="3667535" y="388465"/>
                  </a:lnTo>
                  <a:lnTo>
                    <a:pt x="3618441" y="432248"/>
                  </a:lnTo>
                  <a:lnTo>
                    <a:pt x="3569717" y="478952"/>
                  </a:lnTo>
                  <a:lnTo>
                    <a:pt x="3521166" y="528409"/>
                  </a:lnTo>
                  <a:lnTo>
                    <a:pt x="3472651" y="580368"/>
                  </a:lnTo>
                  <a:lnTo>
                    <a:pt x="3424092" y="634492"/>
                  </a:lnTo>
                  <a:lnTo>
                    <a:pt x="3375451" y="690371"/>
                  </a:lnTo>
                  <a:lnTo>
                    <a:pt x="3326730" y="747528"/>
                  </a:lnTo>
                  <a:lnTo>
                    <a:pt x="3277953" y="805436"/>
                  </a:lnTo>
                  <a:lnTo>
                    <a:pt x="3229160" y="863537"/>
                  </a:lnTo>
                  <a:lnTo>
                    <a:pt x="3180396" y="921269"/>
                  </a:lnTo>
                  <a:lnTo>
                    <a:pt x="3131698" y="978080"/>
                  </a:lnTo>
                  <a:lnTo>
                    <a:pt x="3083085" y="1033459"/>
                  </a:lnTo>
                  <a:lnTo>
                    <a:pt x="3034545" y="1086946"/>
                  </a:lnTo>
                  <a:lnTo>
                    <a:pt x="2986030" y="1138153"/>
                  </a:lnTo>
                  <a:lnTo>
                    <a:pt x="2937442" y="1186772"/>
                  </a:lnTo>
                  <a:lnTo>
                    <a:pt x="2888627" y="1232576"/>
                  </a:lnTo>
                  <a:lnTo>
                    <a:pt x="2839365" y="1275423"/>
                  </a:lnTo>
                  <a:lnTo>
                    <a:pt x="2789359" y="1315253"/>
                  </a:lnTo>
                  <a:lnTo>
                    <a:pt x="2738222" y="1352075"/>
                  </a:lnTo>
                  <a:lnTo>
                    <a:pt x="2702183" y="1375666"/>
                  </a:lnTo>
                  <a:lnTo>
                    <a:pt x="2650587" y="1406120"/>
                  </a:lnTo>
                  <a:lnTo>
                    <a:pt x="2596569" y="1433946"/>
                  </a:lnTo>
                  <a:lnTo>
                    <a:pt x="2539457" y="1459235"/>
                  </a:lnTo>
                  <a:lnTo>
                    <a:pt x="2478513" y="1482166"/>
                  </a:lnTo>
                  <a:lnTo>
                    <a:pt x="2412971" y="1502954"/>
                  </a:lnTo>
                  <a:lnTo>
                    <a:pt x="2342080" y="1521820"/>
                  </a:lnTo>
                  <a:lnTo>
                    <a:pt x="2265152" y="1538973"/>
                  </a:lnTo>
                  <a:lnTo>
                    <a:pt x="2181630" y="1554595"/>
                  </a:lnTo>
                  <a:lnTo>
                    <a:pt x="2091177" y="1568841"/>
                  </a:lnTo>
                  <a:lnTo>
                    <a:pt x="1993787" y="1581828"/>
                  </a:lnTo>
                  <a:lnTo>
                    <a:pt x="1889925" y="1593637"/>
                  </a:lnTo>
                  <a:lnTo>
                    <a:pt x="1780665" y="1604315"/>
                  </a:lnTo>
                  <a:lnTo>
                    <a:pt x="1667813" y="1613875"/>
                  </a:lnTo>
                  <a:lnTo>
                    <a:pt x="1553976" y="1622307"/>
                  </a:lnTo>
                  <a:lnTo>
                    <a:pt x="1442495" y="1629588"/>
                  </a:lnTo>
                  <a:lnTo>
                    <a:pt x="1337234" y="1635696"/>
                  </a:lnTo>
                  <a:lnTo>
                    <a:pt x="1242176" y="1640633"/>
                  </a:lnTo>
                  <a:lnTo>
                    <a:pt x="1160886" y="1644434"/>
                  </a:lnTo>
                  <a:lnTo>
                    <a:pt x="1095931" y="1647182"/>
                  </a:lnTo>
                  <a:lnTo>
                    <a:pt x="1048409" y="1649010"/>
                  </a:lnTo>
                  <a:lnTo>
                    <a:pt x="1017682" y="1650088"/>
                  </a:lnTo>
                  <a:lnTo>
                    <a:pt x="1001377" y="1650611"/>
                  </a:lnTo>
                  <a:lnTo>
                    <a:pt x="995558" y="1650782"/>
                  </a:lnTo>
                  <a:lnTo>
                    <a:pt x="994940" y="1650799"/>
                  </a:lnTo>
                  <a:lnTo>
                    <a:pt x="0" y="1650799"/>
                  </a:lnTo>
                  <a:lnTo>
                    <a:pt x="0" y="16507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2" name="pg1181"/>
            <p:cNvSpPr/>
            <p:nvPr/>
          </p:nvSpPr>
          <p:spPr>
            <a:xfrm>
              <a:off x="1199187" y="3165178"/>
              <a:ext cx="12049831" cy="1645559"/>
            </a:xfrm>
            <a:custGeom>
              <a:avLst/>
              <a:pathLst>
                <a:path w="12049831" h="1645559">
                  <a:moveTo>
                    <a:pt x="0" y="1645559"/>
                  </a:moveTo>
                  <a:lnTo>
                    <a:pt x="994940" y="1645559"/>
                  </a:lnTo>
                  <a:lnTo>
                    <a:pt x="996055" y="1645528"/>
                  </a:lnTo>
                  <a:lnTo>
                    <a:pt x="1003419" y="1645309"/>
                  </a:lnTo>
                  <a:lnTo>
                    <a:pt x="1022089" y="1644704"/>
                  </a:lnTo>
                  <a:lnTo>
                    <a:pt x="1055735" y="1643512"/>
                  </a:lnTo>
                  <a:lnTo>
                    <a:pt x="1106428" y="1641542"/>
                  </a:lnTo>
                  <a:lnTo>
                    <a:pt x="1174481" y="1638629"/>
                  </a:lnTo>
                  <a:lnTo>
                    <a:pt x="1258503" y="1634652"/>
                  </a:lnTo>
                  <a:lnTo>
                    <a:pt x="1355706" y="1629536"/>
                  </a:lnTo>
                  <a:lnTo>
                    <a:pt x="1462405" y="1623254"/>
                  </a:lnTo>
                  <a:lnTo>
                    <a:pt x="1574599" y="1615809"/>
                  </a:lnTo>
                  <a:lnTo>
                    <a:pt x="1688496" y="1607224"/>
                  </a:lnTo>
                  <a:lnTo>
                    <a:pt x="1800873" y="1597522"/>
                  </a:lnTo>
                  <a:lnTo>
                    <a:pt x="1909272" y="1586708"/>
                  </a:lnTo>
                  <a:lnTo>
                    <a:pt x="2012024" y="1574764"/>
                  </a:lnTo>
                  <a:lnTo>
                    <a:pt x="2108176" y="1561638"/>
                  </a:lnTo>
                  <a:lnTo>
                    <a:pt x="2197362" y="1547242"/>
                  </a:lnTo>
                  <a:lnTo>
                    <a:pt x="2279656" y="1531453"/>
                  </a:lnTo>
                  <a:lnTo>
                    <a:pt x="2355443" y="1514112"/>
                  </a:lnTo>
                  <a:lnTo>
                    <a:pt x="2425310" y="1495032"/>
                  </a:lnTo>
                  <a:lnTo>
                    <a:pt x="2489960" y="1474002"/>
                  </a:lnTo>
                  <a:lnTo>
                    <a:pt x="2550153" y="1450802"/>
                  </a:lnTo>
                  <a:lnTo>
                    <a:pt x="2606650" y="1425222"/>
                  </a:lnTo>
                  <a:lnTo>
                    <a:pt x="2660182" y="1397097"/>
                  </a:lnTo>
                  <a:lnTo>
                    <a:pt x="2702183" y="1372172"/>
                  </a:lnTo>
                  <a:lnTo>
                    <a:pt x="2754459" y="1337540"/>
                  </a:lnTo>
                  <a:lnTo>
                    <a:pt x="2805271" y="1299955"/>
                  </a:lnTo>
                  <a:lnTo>
                    <a:pt x="2855082" y="1259362"/>
                  </a:lnTo>
                  <a:lnTo>
                    <a:pt x="2904250" y="1215773"/>
                  </a:lnTo>
                  <a:lnTo>
                    <a:pt x="2953048" y="1169273"/>
                  </a:lnTo>
                  <a:lnTo>
                    <a:pt x="3001674" y="1120030"/>
                  </a:lnTo>
                  <a:lnTo>
                    <a:pt x="3050265" y="1068298"/>
                  </a:lnTo>
                  <a:lnTo>
                    <a:pt x="3098901" y="1014410"/>
                  </a:lnTo>
                  <a:lnTo>
                    <a:pt x="3147619" y="958779"/>
                  </a:lnTo>
                  <a:lnTo>
                    <a:pt x="3196417" y="901881"/>
                  </a:lnTo>
                  <a:lnTo>
                    <a:pt x="3245272" y="844243"/>
                  </a:lnTo>
                  <a:lnTo>
                    <a:pt x="3294140" y="786422"/>
                  </a:lnTo>
                  <a:lnTo>
                    <a:pt x="3342979" y="728980"/>
                  </a:lnTo>
                  <a:lnTo>
                    <a:pt x="3391752" y="672466"/>
                  </a:lnTo>
                  <a:lnTo>
                    <a:pt x="3440439" y="617392"/>
                  </a:lnTo>
                  <a:lnTo>
                    <a:pt x="3489053" y="564212"/>
                  </a:lnTo>
                  <a:lnTo>
                    <a:pt x="3537645" y="513313"/>
                  </a:lnTo>
                  <a:lnTo>
                    <a:pt x="3586312" y="465002"/>
                  </a:lnTo>
                  <a:lnTo>
                    <a:pt x="3635213" y="419501"/>
                  </a:lnTo>
                  <a:lnTo>
                    <a:pt x="3684570" y="376950"/>
                  </a:lnTo>
                  <a:lnTo>
                    <a:pt x="3734684" y="337408"/>
                  </a:lnTo>
                  <a:lnTo>
                    <a:pt x="3785948" y="300861"/>
                  </a:lnTo>
                  <a:lnTo>
                    <a:pt x="3820202" y="278627"/>
                  </a:lnTo>
                  <a:lnTo>
                    <a:pt x="3871803" y="248363"/>
                  </a:lnTo>
                  <a:lnTo>
                    <a:pt x="3925825" y="220712"/>
                  </a:lnTo>
                  <a:lnTo>
                    <a:pt x="3982942" y="195582"/>
                  </a:lnTo>
                  <a:lnTo>
                    <a:pt x="4043892" y="172795"/>
                  </a:lnTo>
                  <a:lnTo>
                    <a:pt x="4109441" y="152138"/>
                  </a:lnTo>
                  <a:lnTo>
                    <a:pt x="4180340" y="133391"/>
                  </a:lnTo>
                  <a:lnTo>
                    <a:pt x="4257278" y="116347"/>
                  </a:lnTo>
                  <a:lnTo>
                    <a:pt x="4340811" y="100824"/>
                  </a:lnTo>
                  <a:lnTo>
                    <a:pt x="4431276" y="86668"/>
                  </a:lnTo>
                  <a:lnTo>
                    <a:pt x="4528678" y="73764"/>
                  </a:lnTo>
                  <a:lnTo>
                    <a:pt x="4632554" y="62030"/>
                  </a:lnTo>
                  <a:lnTo>
                    <a:pt x="4741828" y="51420"/>
                  </a:lnTo>
                  <a:lnTo>
                    <a:pt x="4854690" y="41921"/>
                  </a:lnTo>
                  <a:lnTo>
                    <a:pt x="4968536" y="33543"/>
                  </a:lnTo>
                  <a:lnTo>
                    <a:pt x="5080021" y="26309"/>
                  </a:lnTo>
                  <a:lnTo>
                    <a:pt x="5185280" y="20240"/>
                  </a:lnTo>
                  <a:lnTo>
                    <a:pt x="5280330" y="15336"/>
                  </a:lnTo>
                  <a:lnTo>
                    <a:pt x="5361605" y="11561"/>
                  </a:lnTo>
                  <a:lnTo>
                    <a:pt x="5426539" y="8831"/>
                  </a:lnTo>
                  <a:lnTo>
                    <a:pt x="5474039" y="7016"/>
                  </a:lnTo>
                  <a:lnTo>
                    <a:pt x="5504742" y="5946"/>
                  </a:lnTo>
                  <a:lnTo>
                    <a:pt x="5521026" y="5427"/>
                  </a:lnTo>
                  <a:lnTo>
                    <a:pt x="5526831" y="525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4" y="5259"/>
                  </a:lnTo>
                  <a:lnTo>
                    <a:pt x="6530964" y="5392"/>
                  </a:lnTo>
                  <a:lnTo>
                    <a:pt x="6549846" y="5760"/>
                  </a:lnTo>
                  <a:lnTo>
                    <a:pt x="6583861" y="6484"/>
                  </a:lnTo>
                  <a:lnTo>
                    <a:pt x="6635077" y="7682"/>
                  </a:lnTo>
                  <a:lnTo>
                    <a:pt x="6703781" y="9452"/>
                  </a:lnTo>
                  <a:lnTo>
                    <a:pt x="6788530" y="11868"/>
                  </a:lnTo>
                  <a:lnTo>
                    <a:pt x="6886470" y="14975"/>
                  </a:lnTo>
                  <a:lnTo>
                    <a:pt x="6993854" y="18788"/>
                  </a:lnTo>
                  <a:lnTo>
                    <a:pt x="7106633" y="23304"/>
                  </a:lnTo>
                  <a:lnTo>
                    <a:pt x="7220984" y="28510"/>
                  </a:lnTo>
                  <a:lnTo>
                    <a:pt x="7333677" y="34392"/>
                  </a:lnTo>
                  <a:lnTo>
                    <a:pt x="7442260" y="40947"/>
                  </a:lnTo>
                  <a:lnTo>
                    <a:pt x="7545084" y="48188"/>
                  </a:lnTo>
                  <a:lnTo>
                    <a:pt x="7641220" y="56147"/>
                  </a:lnTo>
                  <a:lnTo>
                    <a:pt x="7730327" y="64879"/>
                  </a:lnTo>
                  <a:lnTo>
                    <a:pt x="7812503" y="74460"/>
                  </a:lnTo>
                  <a:lnTo>
                    <a:pt x="7888155" y="84988"/>
                  </a:lnTo>
                  <a:lnTo>
                    <a:pt x="7957888" y="96578"/>
                  </a:lnTo>
                  <a:lnTo>
                    <a:pt x="8022420" y="109358"/>
                  </a:lnTo>
                  <a:lnTo>
                    <a:pt x="8082519" y="123464"/>
                  </a:lnTo>
                  <a:lnTo>
                    <a:pt x="8138958" y="139020"/>
                  </a:lnTo>
                  <a:lnTo>
                    <a:pt x="8192470" y="156124"/>
                  </a:lnTo>
                  <a:lnTo>
                    <a:pt x="8229629" y="169447"/>
                  </a:lnTo>
                  <a:lnTo>
                    <a:pt x="8286952" y="192386"/>
                  </a:lnTo>
                  <a:lnTo>
                    <a:pt x="8342568" y="217470"/>
                  </a:lnTo>
                  <a:lnTo>
                    <a:pt x="8397068" y="244734"/>
                  </a:lnTo>
                  <a:lnTo>
                    <a:pt x="8450899" y="274155"/>
                  </a:lnTo>
                  <a:lnTo>
                    <a:pt x="8504385" y="305643"/>
                  </a:lnTo>
                  <a:lnTo>
                    <a:pt x="8557753" y="339035"/>
                  </a:lnTo>
                  <a:lnTo>
                    <a:pt x="8611142" y="374094"/>
                  </a:lnTo>
                  <a:lnTo>
                    <a:pt x="8664619" y="410514"/>
                  </a:lnTo>
                  <a:lnTo>
                    <a:pt x="8718197" y="447927"/>
                  </a:lnTo>
                  <a:lnTo>
                    <a:pt x="8771847" y="485922"/>
                  </a:lnTo>
                  <a:lnTo>
                    <a:pt x="8825515" y="524058"/>
                  </a:lnTo>
                  <a:lnTo>
                    <a:pt x="8879143" y="561886"/>
                  </a:lnTo>
                  <a:lnTo>
                    <a:pt x="8932685" y="598974"/>
                  </a:lnTo>
                  <a:lnTo>
                    <a:pt x="8986125" y="634924"/>
                  </a:lnTo>
                  <a:lnTo>
                    <a:pt x="9039494" y="669391"/>
                  </a:lnTo>
                  <a:lnTo>
                    <a:pt x="9092886" y="702095"/>
                  </a:lnTo>
                  <a:lnTo>
                    <a:pt x="9146470" y="732825"/>
                  </a:lnTo>
                  <a:lnTo>
                    <a:pt x="9200507" y="761445"/>
                  </a:lnTo>
                  <a:lnTo>
                    <a:pt x="9255365" y="787892"/>
                  </a:lnTo>
                  <a:lnTo>
                    <a:pt x="9311542" y="812166"/>
                  </a:lnTo>
                  <a:lnTo>
                    <a:pt x="9347647" y="826273"/>
                  </a:lnTo>
                  <a:lnTo>
                    <a:pt x="9399461" y="844520"/>
                  </a:lnTo>
                  <a:lnTo>
                    <a:pt x="9453719" y="861186"/>
                  </a:lnTo>
                  <a:lnTo>
                    <a:pt x="9511101" y="876326"/>
                  </a:lnTo>
                  <a:lnTo>
                    <a:pt x="9572357" y="890049"/>
                  </a:lnTo>
                  <a:lnTo>
                    <a:pt x="9638262" y="902485"/>
                  </a:lnTo>
                  <a:lnTo>
                    <a:pt x="9709575" y="913766"/>
                  </a:lnTo>
                  <a:lnTo>
                    <a:pt x="9786991" y="924019"/>
                  </a:lnTo>
                  <a:lnTo>
                    <a:pt x="9871068" y="933355"/>
                  </a:lnTo>
                  <a:lnTo>
                    <a:pt x="9962140" y="941865"/>
                  </a:lnTo>
                  <a:lnTo>
                    <a:pt x="10060196" y="949619"/>
                  </a:lnTo>
                  <a:lnTo>
                    <a:pt x="10164747" y="956666"/>
                  </a:lnTo>
                  <a:lnTo>
                    <a:pt x="10274674" y="963034"/>
                  </a:lnTo>
                  <a:lnTo>
                    <a:pt x="10388111" y="968728"/>
                  </a:lnTo>
                  <a:lnTo>
                    <a:pt x="10502378" y="973744"/>
                  </a:lnTo>
                  <a:lnTo>
                    <a:pt x="10614057" y="978065"/>
                  </a:lnTo>
                  <a:lnTo>
                    <a:pt x="10719214" y="981681"/>
                  </a:lnTo>
                  <a:lnTo>
                    <a:pt x="10813828" y="984592"/>
                  </a:lnTo>
                  <a:lnTo>
                    <a:pt x="10894341" y="986823"/>
                  </a:lnTo>
                  <a:lnTo>
                    <a:pt x="10958247" y="988425"/>
                  </a:lnTo>
                  <a:lnTo>
                    <a:pt x="11004565" y="989480"/>
                  </a:lnTo>
                  <a:lnTo>
                    <a:pt x="11034081" y="990093"/>
                  </a:lnTo>
                  <a:lnTo>
                    <a:pt x="11049342" y="990383"/>
                  </a:lnTo>
                  <a:lnTo>
                    <a:pt x="11054461" y="990472"/>
                  </a:lnTo>
                  <a:lnTo>
                    <a:pt x="11054891" y="990479"/>
                  </a:lnTo>
                  <a:lnTo>
                    <a:pt x="12049831" y="990479"/>
                  </a:lnTo>
                  <a:lnTo>
                    <a:pt x="12049831" y="985239"/>
                  </a:lnTo>
                  <a:lnTo>
                    <a:pt x="11054891" y="985239"/>
                  </a:lnTo>
                  <a:lnTo>
                    <a:pt x="11053762" y="985220"/>
                  </a:lnTo>
                  <a:lnTo>
                    <a:pt x="11046312" y="985087"/>
                  </a:lnTo>
                  <a:lnTo>
                    <a:pt x="11027430" y="984719"/>
                  </a:lnTo>
                  <a:lnTo>
                    <a:pt x="10993416" y="983994"/>
                  </a:lnTo>
                  <a:lnTo>
                    <a:pt x="10942199" y="982797"/>
                  </a:lnTo>
                  <a:lnTo>
                    <a:pt x="10873495" y="981026"/>
                  </a:lnTo>
                  <a:lnTo>
                    <a:pt x="10788746" y="978610"/>
                  </a:lnTo>
                  <a:lnTo>
                    <a:pt x="10690806" y="975504"/>
                  </a:lnTo>
                  <a:lnTo>
                    <a:pt x="10583423" y="971691"/>
                  </a:lnTo>
                  <a:lnTo>
                    <a:pt x="10470644" y="967175"/>
                  </a:lnTo>
                  <a:lnTo>
                    <a:pt x="10356293" y="961969"/>
                  </a:lnTo>
                  <a:lnTo>
                    <a:pt x="10243600" y="956087"/>
                  </a:lnTo>
                  <a:lnTo>
                    <a:pt x="10135016" y="949531"/>
                  </a:lnTo>
                  <a:lnTo>
                    <a:pt x="10032192" y="942291"/>
                  </a:lnTo>
                  <a:lnTo>
                    <a:pt x="9936056" y="934332"/>
                  </a:lnTo>
                  <a:lnTo>
                    <a:pt x="9846949" y="925600"/>
                  </a:lnTo>
                  <a:lnTo>
                    <a:pt x="9764773" y="916019"/>
                  </a:lnTo>
                  <a:lnTo>
                    <a:pt x="9689121" y="905491"/>
                  </a:lnTo>
                  <a:lnTo>
                    <a:pt x="9619388" y="893901"/>
                  </a:lnTo>
                  <a:lnTo>
                    <a:pt x="9554857" y="881120"/>
                  </a:lnTo>
                  <a:lnTo>
                    <a:pt x="9494757" y="867015"/>
                  </a:lnTo>
                  <a:lnTo>
                    <a:pt x="9438318" y="851459"/>
                  </a:lnTo>
                  <a:lnTo>
                    <a:pt x="9384806" y="834355"/>
                  </a:lnTo>
                  <a:lnTo>
                    <a:pt x="9347647" y="821032"/>
                  </a:lnTo>
                  <a:lnTo>
                    <a:pt x="9290324" y="798093"/>
                  </a:lnTo>
                  <a:lnTo>
                    <a:pt x="9234709" y="773009"/>
                  </a:lnTo>
                  <a:lnTo>
                    <a:pt x="9180208" y="745745"/>
                  </a:lnTo>
                  <a:lnTo>
                    <a:pt x="9126378" y="716324"/>
                  </a:lnTo>
                  <a:lnTo>
                    <a:pt x="9072891" y="684836"/>
                  </a:lnTo>
                  <a:lnTo>
                    <a:pt x="9019523" y="651444"/>
                  </a:lnTo>
                  <a:lnTo>
                    <a:pt x="8966135" y="616385"/>
                  </a:lnTo>
                  <a:lnTo>
                    <a:pt x="8912657" y="579965"/>
                  </a:lnTo>
                  <a:lnTo>
                    <a:pt x="8859079" y="542551"/>
                  </a:lnTo>
                  <a:lnTo>
                    <a:pt x="8805430" y="504556"/>
                  </a:lnTo>
                  <a:lnTo>
                    <a:pt x="8751762" y="466421"/>
                  </a:lnTo>
                  <a:lnTo>
                    <a:pt x="8698134" y="428593"/>
                  </a:lnTo>
                  <a:lnTo>
                    <a:pt x="8644592" y="391505"/>
                  </a:lnTo>
                  <a:lnTo>
                    <a:pt x="8591152" y="355555"/>
                  </a:lnTo>
                  <a:lnTo>
                    <a:pt x="8537782" y="321087"/>
                  </a:lnTo>
                  <a:lnTo>
                    <a:pt x="8484391" y="288384"/>
                  </a:lnTo>
                  <a:lnTo>
                    <a:pt x="8430807" y="257654"/>
                  </a:lnTo>
                  <a:lnTo>
                    <a:pt x="8376770" y="229033"/>
                  </a:lnTo>
                  <a:lnTo>
                    <a:pt x="8321911" y="202586"/>
                  </a:lnTo>
                  <a:lnTo>
                    <a:pt x="8265735" y="178313"/>
                  </a:lnTo>
                  <a:lnTo>
                    <a:pt x="8229629" y="164206"/>
                  </a:lnTo>
                  <a:lnTo>
                    <a:pt x="8177815" y="145959"/>
                  </a:lnTo>
                  <a:lnTo>
                    <a:pt x="8123558" y="129293"/>
                  </a:lnTo>
                  <a:lnTo>
                    <a:pt x="8066175" y="114152"/>
                  </a:lnTo>
                  <a:lnTo>
                    <a:pt x="8004919" y="100430"/>
                  </a:lnTo>
                  <a:lnTo>
                    <a:pt x="7939015" y="87994"/>
                  </a:lnTo>
                  <a:lnTo>
                    <a:pt x="7867701" y="76713"/>
                  </a:lnTo>
                  <a:lnTo>
                    <a:pt x="7790285" y="66459"/>
                  </a:lnTo>
                  <a:lnTo>
                    <a:pt x="7706208" y="57124"/>
                  </a:lnTo>
                  <a:lnTo>
                    <a:pt x="7615137" y="48614"/>
                  </a:lnTo>
                  <a:lnTo>
                    <a:pt x="7517080" y="40860"/>
                  </a:lnTo>
                  <a:lnTo>
                    <a:pt x="7412530" y="33812"/>
                  </a:lnTo>
                  <a:lnTo>
                    <a:pt x="7302602" y="27445"/>
                  </a:lnTo>
                  <a:lnTo>
                    <a:pt x="7189166" y="21750"/>
                  </a:lnTo>
                  <a:lnTo>
                    <a:pt x="7074898" y="16735"/>
                  </a:lnTo>
                  <a:lnTo>
                    <a:pt x="6963220" y="12414"/>
                  </a:lnTo>
                  <a:lnTo>
                    <a:pt x="6858063" y="8798"/>
                  </a:lnTo>
                  <a:lnTo>
                    <a:pt x="6763449" y="5887"/>
                  </a:lnTo>
                  <a:lnTo>
                    <a:pt x="6682936" y="3656"/>
                  </a:lnTo>
                  <a:lnTo>
                    <a:pt x="6619029" y="2054"/>
                  </a:lnTo>
                  <a:lnTo>
                    <a:pt x="6572712" y="999"/>
                  </a:lnTo>
                  <a:lnTo>
                    <a:pt x="6543195" y="386"/>
                  </a:lnTo>
                  <a:lnTo>
                    <a:pt x="6527934" y="96"/>
                  </a:lnTo>
                  <a:lnTo>
                    <a:pt x="6522815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0" y="30"/>
                  </a:lnTo>
                  <a:lnTo>
                    <a:pt x="5518966" y="249"/>
                  </a:lnTo>
                  <a:lnTo>
                    <a:pt x="5500296" y="854"/>
                  </a:lnTo>
                  <a:lnTo>
                    <a:pt x="5466650" y="2046"/>
                  </a:lnTo>
                  <a:lnTo>
                    <a:pt x="5415957" y="4017"/>
                  </a:lnTo>
                  <a:lnTo>
                    <a:pt x="5347904" y="6929"/>
                  </a:lnTo>
                  <a:lnTo>
                    <a:pt x="5263882" y="10906"/>
                  </a:lnTo>
                  <a:lnTo>
                    <a:pt x="5166679" y="16022"/>
                  </a:lnTo>
                  <a:lnTo>
                    <a:pt x="5059980" y="22304"/>
                  </a:lnTo>
                  <a:lnTo>
                    <a:pt x="4947786" y="29749"/>
                  </a:lnTo>
                  <a:lnTo>
                    <a:pt x="4833889" y="38334"/>
                  </a:lnTo>
                  <a:lnTo>
                    <a:pt x="4721512" y="48037"/>
                  </a:lnTo>
                  <a:lnTo>
                    <a:pt x="4613113" y="58850"/>
                  </a:lnTo>
                  <a:lnTo>
                    <a:pt x="4510361" y="70794"/>
                  </a:lnTo>
                  <a:lnTo>
                    <a:pt x="4414209" y="83920"/>
                  </a:lnTo>
                  <a:lnTo>
                    <a:pt x="4325023" y="98316"/>
                  </a:lnTo>
                  <a:lnTo>
                    <a:pt x="4242729" y="114105"/>
                  </a:lnTo>
                  <a:lnTo>
                    <a:pt x="4166942" y="131446"/>
                  </a:lnTo>
                  <a:lnTo>
                    <a:pt x="4097075" y="150526"/>
                  </a:lnTo>
                  <a:lnTo>
                    <a:pt x="4032425" y="171556"/>
                  </a:lnTo>
                  <a:lnTo>
                    <a:pt x="3972232" y="194756"/>
                  </a:lnTo>
                  <a:lnTo>
                    <a:pt x="3915735" y="220336"/>
                  </a:lnTo>
                  <a:lnTo>
                    <a:pt x="3862203" y="248461"/>
                  </a:lnTo>
                  <a:lnTo>
                    <a:pt x="3820202" y="273386"/>
                  </a:lnTo>
                  <a:lnTo>
                    <a:pt x="3767926" y="308018"/>
                  </a:lnTo>
                  <a:lnTo>
                    <a:pt x="3717114" y="345603"/>
                  </a:lnTo>
                  <a:lnTo>
                    <a:pt x="3667303" y="386196"/>
                  </a:lnTo>
                  <a:lnTo>
                    <a:pt x="3618135" y="429785"/>
                  </a:lnTo>
                  <a:lnTo>
                    <a:pt x="3569337" y="476285"/>
                  </a:lnTo>
                  <a:lnTo>
                    <a:pt x="3520711" y="525528"/>
                  </a:lnTo>
                  <a:lnTo>
                    <a:pt x="3472120" y="577260"/>
                  </a:lnTo>
                  <a:lnTo>
                    <a:pt x="3423484" y="631148"/>
                  </a:lnTo>
                  <a:lnTo>
                    <a:pt x="3374766" y="686780"/>
                  </a:lnTo>
                  <a:lnTo>
                    <a:pt x="3325968" y="743677"/>
                  </a:lnTo>
                  <a:lnTo>
                    <a:pt x="3277113" y="801315"/>
                  </a:lnTo>
                  <a:lnTo>
                    <a:pt x="3228245" y="859136"/>
                  </a:lnTo>
                  <a:lnTo>
                    <a:pt x="3179406" y="916578"/>
                  </a:lnTo>
                  <a:lnTo>
                    <a:pt x="3130633" y="973092"/>
                  </a:lnTo>
                  <a:lnTo>
                    <a:pt x="3081946" y="1028167"/>
                  </a:lnTo>
                  <a:lnTo>
                    <a:pt x="3033332" y="1081347"/>
                  </a:lnTo>
                  <a:lnTo>
                    <a:pt x="2984740" y="1132245"/>
                  </a:lnTo>
                  <a:lnTo>
                    <a:pt x="2936073" y="1180557"/>
                  </a:lnTo>
                  <a:lnTo>
                    <a:pt x="2887172" y="1226057"/>
                  </a:lnTo>
                  <a:lnTo>
                    <a:pt x="2837815" y="1268608"/>
                  </a:lnTo>
                  <a:lnTo>
                    <a:pt x="2787701" y="1308150"/>
                  </a:lnTo>
                  <a:lnTo>
                    <a:pt x="2736437" y="1344697"/>
                  </a:lnTo>
                  <a:lnTo>
                    <a:pt x="2702183" y="1366932"/>
                  </a:lnTo>
                  <a:lnTo>
                    <a:pt x="2650582" y="1397195"/>
                  </a:lnTo>
                  <a:lnTo>
                    <a:pt x="2596560" y="1424846"/>
                  </a:lnTo>
                  <a:lnTo>
                    <a:pt x="2539443" y="1449976"/>
                  </a:lnTo>
                  <a:lnTo>
                    <a:pt x="2478493" y="1472763"/>
                  </a:lnTo>
                  <a:lnTo>
                    <a:pt x="2412944" y="1493420"/>
                  </a:lnTo>
                  <a:lnTo>
                    <a:pt x="2342044" y="1512167"/>
                  </a:lnTo>
                  <a:lnTo>
                    <a:pt x="2265107" y="1529211"/>
                  </a:lnTo>
                  <a:lnTo>
                    <a:pt x="2181574" y="1544734"/>
                  </a:lnTo>
                  <a:lnTo>
                    <a:pt x="2091109" y="1558890"/>
                  </a:lnTo>
                  <a:lnTo>
                    <a:pt x="1993707" y="1571794"/>
                  </a:lnTo>
                  <a:lnTo>
                    <a:pt x="1889831" y="1583528"/>
                  </a:lnTo>
                  <a:lnTo>
                    <a:pt x="1780557" y="1594138"/>
                  </a:lnTo>
                  <a:lnTo>
                    <a:pt x="1667695" y="1603637"/>
                  </a:lnTo>
                  <a:lnTo>
                    <a:pt x="1553849" y="1612016"/>
                  </a:lnTo>
                  <a:lnTo>
                    <a:pt x="1442364" y="1619249"/>
                  </a:lnTo>
                  <a:lnTo>
                    <a:pt x="1337105" y="1625318"/>
                  </a:lnTo>
                  <a:lnTo>
                    <a:pt x="1242055" y="1630222"/>
                  </a:lnTo>
                  <a:lnTo>
                    <a:pt x="1160780" y="1633998"/>
                  </a:lnTo>
                  <a:lnTo>
                    <a:pt x="1095846" y="1636727"/>
                  </a:lnTo>
                  <a:lnTo>
                    <a:pt x="1048346" y="1638542"/>
                  </a:lnTo>
                  <a:lnTo>
                    <a:pt x="1017643" y="1639612"/>
                  </a:lnTo>
                  <a:lnTo>
                    <a:pt x="1001359" y="1640131"/>
                  </a:lnTo>
                  <a:lnTo>
                    <a:pt x="995554" y="1640301"/>
                  </a:lnTo>
                  <a:lnTo>
                    <a:pt x="994940" y="1640318"/>
                  </a:lnTo>
                  <a:lnTo>
                    <a:pt x="0" y="1640318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83" name="pl1182"/>
            <p:cNvSpPr/>
            <p:nvPr/>
          </p:nvSpPr>
          <p:spPr>
            <a:xfrm>
              <a:off x="1199187" y="3170419"/>
              <a:ext cx="12049831" cy="1640318"/>
            </a:xfrm>
            <a:custGeom>
              <a:avLst/>
              <a:pathLst>
                <a:path w="12049831" h="1640318">
                  <a:moveTo>
                    <a:pt x="0" y="1640318"/>
                  </a:moveTo>
                  <a:lnTo>
                    <a:pt x="994940" y="1640318"/>
                  </a:lnTo>
                  <a:lnTo>
                    <a:pt x="996055" y="1640287"/>
                  </a:lnTo>
                  <a:lnTo>
                    <a:pt x="1003419" y="1640068"/>
                  </a:lnTo>
                  <a:lnTo>
                    <a:pt x="1022089" y="1639463"/>
                  </a:lnTo>
                  <a:lnTo>
                    <a:pt x="1055735" y="1638271"/>
                  </a:lnTo>
                  <a:lnTo>
                    <a:pt x="1106428" y="1636301"/>
                  </a:lnTo>
                  <a:lnTo>
                    <a:pt x="1174481" y="1633388"/>
                  </a:lnTo>
                  <a:lnTo>
                    <a:pt x="1258503" y="1629411"/>
                  </a:lnTo>
                  <a:lnTo>
                    <a:pt x="1355706" y="1624296"/>
                  </a:lnTo>
                  <a:lnTo>
                    <a:pt x="1462405" y="1618013"/>
                  </a:lnTo>
                  <a:lnTo>
                    <a:pt x="1574599" y="1610568"/>
                  </a:lnTo>
                  <a:lnTo>
                    <a:pt x="1688496" y="1601983"/>
                  </a:lnTo>
                  <a:lnTo>
                    <a:pt x="1800873" y="1592281"/>
                  </a:lnTo>
                  <a:lnTo>
                    <a:pt x="1909272" y="1581467"/>
                  </a:lnTo>
                  <a:lnTo>
                    <a:pt x="2012024" y="1569524"/>
                  </a:lnTo>
                  <a:lnTo>
                    <a:pt x="2108176" y="1556398"/>
                  </a:lnTo>
                  <a:lnTo>
                    <a:pt x="2197362" y="1542002"/>
                  </a:lnTo>
                  <a:lnTo>
                    <a:pt x="2279656" y="1526212"/>
                  </a:lnTo>
                  <a:lnTo>
                    <a:pt x="2355443" y="1508871"/>
                  </a:lnTo>
                  <a:lnTo>
                    <a:pt x="2425310" y="1489791"/>
                  </a:lnTo>
                  <a:lnTo>
                    <a:pt x="2489960" y="1468761"/>
                  </a:lnTo>
                  <a:lnTo>
                    <a:pt x="2550153" y="1445561"/>
                  </a:lnTo>
                  <a:lnTo>
                    <a:pt x="2606650" y="1419981"/>
                  </a:lnTo>
                  <a:lnTo>
                    <a:pt x="2660182" y="1391856"/>
                  </a:lnTo>
                  <a:lnTo>
                    <a:pt x="2702183" y="1366932"/>
                  </a:lnTo>
                  <a:lnTo>
                    <a:pt x="2754459" y="1332299"/>
                  </a:lnTo>
                  <a:lnTo>
                    <a:pt x="2805271" y="1294714"/>
                  </a:lnTo>
                  <a:lnTo>
                    <a:pt x="2855082" y="1254122"/>
                  </a:lnTo>
                  <a:lnTo>
                    <a:pt x="2904250" y="1210532"/>
                  </a:lnTo>
                  <a:lnTo>
                    <a:pt x="2953048" y="1164032"/>
                  </a:lnTo>
                  <a:lnTo>
                    <a:pt x="3001674" y="1114790"/>
                  </a:lnTo>
                  <a:lnTo>
                    <a:pt x="3050265" y="1063057"/>
                  </a:lnTo>
                  <a:lnTo>
                    <a:pt x="3098901" y="1009169"/>
                  </a:lnTo>
                  <a:lnTo>
                    <a:pt x="3147619" y="953538"/>
                  </a:lnTo>
                  <a:lnTo>
                    <a:pt x="3196417" y="896640"/>
                  </a:lnTo>
                  <a:lnTo>
                    <a:pt x="3245272" y="839003"/>
                  </a:lnTo>
                  <a:lnTo>
                    <a:pt x="3294140" y="781182"/>
                  </a:lnTo>
                  <a:lnTo>
                    <a:pt x="3342979" y="723740"/>
                  </a:lnTo>
                  <a:lnTo>
                    <a:pt x="3391752" y="667226"/>
                  </a:lnTo>
                  <a:lnTo>
                    <a:pt x="3440439" y="612151"/>
                  </a:lnTo>
                  <a:lnTo>
                    <a:pt x="3489053" y="558971"/>
                  </a:lnTo>
                  <a:lnTo>
                    <a:pt x="3537645" y="508072"/>
                  </a:lnTo>
                  <a:lnTo>
                    <a:pt x="3586312" y="459761"/>
                  </a:lnTo>
                  <a:lnTo>
                    <a:pt x="3635213" y="414260"/>
                  </a:lnTo>
                  <a:lnTo>
                    <a:pt x="3684570" y="371709"/>
                  </a:lnTo>
                  <a:lnTo>
                    <a:pt x="3734684" y="332167"/>
                  </a:lnTo>
                  <a:lnTo>
                    <a:pt x="3785948" y="295621"/>
                  </a:lnTo>
                  <a:lnTo>
                    <a:pt x="3820202" y="273386"/>
                  </a:lnTo>
                  <a:lnTo>
                    <a:pt x="3871803" y="243123"/>
                  </a:lnTo>
                  <a:lnTo>
                    <a:pt x="3925825" y="215472"/>
                  </a:lnTo>
                  <a:lnTo>
                    <a:pt x="3982942" y="190342"/>
                  </a:lnTo>
                  <a:lnTo>
                    <a:pt x="4043892" y="167555"/>
                  </a:lnTo>
                  <a:lnTo>
                    <a:pt x="4109441" y="146898"/>
                  </a:lnTo>
                  <a:lnTo>
                    <a:pt x="4180340" y="128151"/>
                  </a:lnTo>
                  <a:lnTo>
                    <a:pt x="4257278" y="111107"/>
                  </a:lnTo>
                  <a:lnTo>
                    <a:pt x="4340811" y="95583"/>
                  </a:lnTo>
                  <a:lnTo>
                    <a:pt x="4431276" y="81428"/>
                  </a:lnTo>
                  <a:lnTo>
                    <a:pt x="4528678" y="68523"/>
                  </a:lnTo>
                  <a:lnTo>
                    <a:pt x="4632554" y="56789"/>
                  </a:lnTo>
                  <a:lnTo>
                    <a:pt x="4741828" y="46179"/>
                  </a:lnTo>
                  <a:lnTo>
                    <a:pt x="4854690" y="36680"/>
                  </a:lnTo>
                  <a:lnTo>
                    <a:pt x="4968536" y="28302"/>
                  </a:lnTo>
                  <a:lnTo>
                    <a:pt x="5080021" y="21068"/>
                  </a:lnTo>
                  <a:lnTo>
                    <a:pt x="5185280" y="14999"/>
                  </a:lnTo>
                  <a:lnTo>
                    <a:pt x="5280330" y="10095"/>
                  </a:lnTo>
                  <a:lnTo>
                    <a:pt x="5361605" y="6320"/>
                  </a:lnTo>
                  <a:lnTo>
                    <a:pt x="5426539" y="3590"/>
                  </a:lnTo>
                  <a:lnTo>
                    <a:pt x="5474039" y="1775"/>
                  </a:lnTo>
                  <a:lnTo>
                    <a:pt x="5504742" y="705"/>
                  </a:lnTo>
                  <a:lnTo>
                    <a:pt x="5521026" y="186"/>
                  </a:lnTo>
                  <a:lnTo>
                    <a:pt x="5526831" y="16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4" y="18"/>
                  </a:lnTo>
                  <a:lnTo>
                    <a:pt x="6530964" y="151"/>
                  </a:lnTo>
                  <a:lnTo>
                    <a:pt x="6549846" y="519"/>
                  </a:lnTo>
                  <a:lnTo>
                    <a:pt x="6583861" y="1244"/>
                  </a:lnTo>
                  <a:lnTo>
                    <a:pt x="6635077" y="2442"/>
                  </a:lnTo>
                  <a:lnTo>
                    <a:pt x="6703781" y="4212"/>
                  </a:lnTo>
                  <a:lnTo>
                    <a:pt x="6788530" y="6628"/>
                  </a:lnTo>
                  <a:lnTo>
                    <a:pt x="6886470" y="9734"/>
                  </a:lnTo>
                  <a:lnTo>
                    <a:pt x="6993854" y="13547"/>
                  </a:lnTo>
                  <a:lnTo>
                    <a:pt x="7106633" y="18063"/>
                  </a:lnTo>
                  <a:lnTo>
                    <a:pt x="7220984" y="23269"/>
                  </a:lnTo>
                  <a:lnTo>
                    <a:pt x="7333677" y="29152"/>
                  </a:lnTo>
                  <a:lnTo>
                    <a:pt x="7442260" y="35707"/>
                  </a:lnTo>
                  <a:lnTo>
                    <a:pt x="7545084" y="42947"/>
                  </a:lnTo>
                  <a:lnTo>
                    <a:pt x="7641220" y="50906"/>
                  </a:lnTo>
                  <a:lnTo>
                    <a:pt x="7730327" y="59638"/>
                  </a:lnTo>
                  <a:lnTo>
                    <a:pt x="7812503" y="69219"/>
                  </a:lnTo>
                  <a:lnTo>
                    <a:pt x="7888155" y="79747"/>
                  </a:lnTo>
                  <a:lnTo>
                    <a:pt x="7957888" y="91337"/>
                  </a:lnTo>
                  <a:lnTo>
                    <a:pt x="8022420" y="104118"/>
                  </a:lnTo>
                  <a:lnTo>
                    <a:pt x="8082519" y="118223"/>
                  </a:lnTo>
                  <a:lnTo>
                    <a:pt x="8138958" y="133779"/>
                  </a:lnTo>
                  <a:lnTo>
                    <a:pt x="8192470" y="150883"/>
                  </a:lnTo>
                  <a:lnTo>
                    <a:pt x="8229629" y="164206"/>
                  </a:lnTo>
                  <a:lnTo>
                    <a:pt x="8286952" y="187146"/>
                  </a:lnTo>
                  <a:lnTo>
                    <a:pt x="8342568" y="212229"/>
                  </a:lnTo>
                  <a:lnTo>
                    <a:pt x="8397068" y="239493"/>
                  </a:lnTo>
                  <a:lnTo>
                    <a:pt x="8450899" y="268914"/>
                  </a:lnTo>
                  <a:lnTo>
                    <a:pt x="8504385" y="300403"/>
                  </a:lnTo>
                  <a:lnTo>
                    <a:pt x="8557753" y="333794"/>
                  </a:lnTo>
                  <a:lnTo>
                    <a:pt x="8611142" y="368853"/>
                  </a:lnTo>
                  <a:lnTo>
                    <a:pt x="8664619" y="405273"/>
                  </a:lnTo>
                  <a:lnTo>
                    <a:pt x="8718197" y="442687"/>
                  </a:lnTo>
                  <a:lnTo>
                    <a:pt x="8771847" y="480682"/>
                  </a:lnTo>
                  <a:lnTo>
                    <a:pt x="8825515" y="518817"/>
                  </a:lnTo>
                  <a:lnTo>
                    <a:pt x="8879143" y="556645"/>
                  </a:lnTo>
                  <a:lnTo>
                    <a:pt x="8932685" y="593733"/>
                  </a:lnTo>
                  <a:lnTo>
                    <a:pt x="8986125" y="629684"/>
                  </a:lnTo>
                  <a:lnTo>
                    <a:pt x="9039494" y="664151"/>
                  </a:lnTo>
                  <a:lnTo>
                    <a:pt x="9092886" y="696854"/>
                  </a:lnTo>
                  <a:lnTo>
                    <a:pt x="9146470" y="727584"/>
                  </a:lnTo>
                  <a:lnTo>
                    <a:pt x="9200507" y="756205"/>
                  </a:lnTo>
                  <a:lnTo>
                    <a:pt x="9255365" y="782652"/>
                  </a:lnTo>
                  <a:lnTo>
                    <a:pt x="9311542" y="806926"/>
                  </a:lnTo>
                  <a:lnTo>
                    <a:pt x="9347647" y="821032"/>
                  </a:lnTo>
                  <a:lnTo>
                    <a:pt x="9399461" y="839280"/>
                  </a:lnTo>
                  <a:lnTo>
                    <a:pt x="9453719" y="855945"/>
                  </a:lnTo>
                  <a:lnTo>
                    <a:pt x="9511101" y="871086"/>
                  </a:lnTo>
                  <a:lnTo>
                    <a:pt x="9572357" y="884809"/>
                  </a:lnTo>
                  <a:lnTo>
                    <a:pt x="9638262" y="897244"/>
                  </a:lnTo>
                  <a:lnTo>
                    <a:pt x="9709575" y="908526"/>
                  </a:lnTo>
                  <a:lnTo>
                    <a:pt x="9786991" y="918779"/>
                  </a:lnTo>
                  <a:lnTo>
                    <a:pt x="9871068" y="928114"/>
                  </a:lnTo>
                  <a:lnTo>
                    <a:pt x="9962140" y="936624"/>
                  </a:lnTo>
                  <a:lnTo>
                    <a:pt x="10060196" y="944378"/>
                  </a:lnTo>
                  <a:lnTo>
                    <a:pt x="10164747" y="951426"/>
                  </a:lnTo>
                  <a:lnTo>
                    <a:pt x="10274674" y="957793"/>
                  </a:lnTo>
                  <a:lnTo>
                    <a:pt x="10388111" y="963488"/>
                  </a:lnTo>
                  <a:lnTo>
                    <a:pt x="10502378" y="968503"/>
                  </a:lnTo>
                  <a:lnTo>
                    <a:pt x="10614057" y="972825"/>
                  </a:lnTo>
                  <a:lnTo>
                    <a:pt x="10719214" y="976440"/>
                  </a:lnTo>
                  <a:lnTo>
                    <a:pt x="10813828" y="979352"/>
                  </a:lnTo>
                  <a:lnTo>
                    <a:pt x="10894341" y="981582"/>
                  </a:lnTo>
                  <a:lnTo>
                    <a:pt x="10958247" y="983184"/>
                  </a:lnTo>
                  <a:lnTo>
                    <a:pt x="11004565" y="984239"/>
                  </a:lnTo>
                  <a:lnTo>
                    <a:pt x="11034081" y="984852"/>
                  </a:lnTo>
                  <a:lnTo>
                    <a:pt x="11049342" y="985142"/>
                  </a:lnTo>
                  <a:lnTo>
                    <a:pt x="11054461" y="985232"/>
                  </a:lnTo>
                  <a:lnTo>
                    <a:pt x="11054891" y="985239"/>
                  </a:lnTo>
                  <a:lnTo>
                    <a:pt x="12049831" y="985239"/>
                  </a:lnTo>
                  <a:lnTo>
                    <a:pt x="12049831" y="9852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4" name="pl1183"/>
            <p:cNvSpPr/>
            <p:nvPr/>
          </p:nvSpPr>
          <p:spPr>
            <a:xfrm>
              <a:off x="1199187" y="3165178"/>
              <a:ext cx="12049831" cy="1640318"/>
            </a:xfrm>
            <a:custGeom>
              <a:avLst/>
              <a:pathLst>
                <a:path w="12049831" h="1640318">
                  <a:moveTo>
                    <a:pt x="12049831" y="985239"/>
                  </a:moveTo>
                  <a:lnTo>
                    <a:pt x="11054891" y="985239"/>
                  </a:lnTo>
                  <a:lnTo>
                    <a:pt x="11053762" y="985220"/>
                  </a:lnTo>
                  <a:lnTo>
                    <a:pt x="11046312" y="985087"/>
                  </a:lnTo>
                  <a:lnTo>
                    <a:pt x="11027430" y="984719"/>
                  </a:lnTo>
                  <a:lnTo>
                    <a:pt x="10993416" y="983994"/>
                  </a:lnTo>
                  <a:lnTo>
                    <a:pt x="10942199" y="982797"/>
                  </a:lnTo>
                  <a:lnTo>
                    <a:pt x="10873495" y="981026"/>
                  </a:lnTo>
                  <a:lnTo>
                    <a:pt x="10788746" y="978610"/>
                  </a:lnTo>
                  <a:lnTo>
                    <a:pt x="10690806" y="975504"/>
                  </a:lnTo>
                  <a:lnTo>
                    <a:pt x="10583423" y="971691"/>
                  </a:lnTo>
                  <a:lnTo>
                    <a:pt x="10470644" y="967175"/>
                  </a:lnTo>
                  <a:lnTo>
                    <a:pt x="10356293" y="961969"/>
                  </a:lnTo>
                  <a:lnTo>
                    <a:pt x="10243600" y="956087"/>
                  </a:lnTo>
                  <a:lnTo>
                    <a:pt x="10135016" y="949531"/>
                  </a:lnTo>
                  <a:lnTo>
                    <a:pt x="10032192" y="942291"/>
                  </a:lnTo>
                  <a:lnTo>
                    <a:pt x="9936056" y="934332"/>
                  </a:lnTo>
                  <a:lnTo>
                    <a:pt x="9846949" y="925600"/>
                  </a:lnTo>
                  <a:lnTo>
                    <a:pt x="9764773" y="916019"/>
                  </a:lnTo>
                  <a:lnTo>
                    <a:pt x="9689121" y="905491"/>
                  </a:lnTo>
                  <a:lnTo>
                    <a:pt x="9619388" y="893901"/>
                  </a:lnTo>
                  <a:lnTo>
                    <a:pt x="9554857" y="881120"/>
                  </a:lnTo>
                  <a:lnTo>
                    <a:pt x="9494757" y="867015"/>
                  </a:lnTo>
                  <a:lnTo>
                    <a:pt x="9438318" y="851459"/>
                  </a:lnTo>
                  <a:lnTo>
                    <a:pt x="9384806" y="834355"/>
                  </a:lnTo>
                  <a:lnTo>
                    <a:pt x="9347647" y="821032"/>
                  </a:lnTo>
                  <a:lnTo>
                    <a:pt x="9290324" y="798093"/>
                  </a:lnTo>
                  <a:lnTo>
                    <a:pt x="9234709" y="773009"/>
                  </a:lnTo>
                  <a:lnTo>
                    <a:pt x="9180208" y="745745"/>
                  </a:lnTo>
                  <a:lnTo>
                    <a:pt x="9126378" y="716324"/>
                  </a:lnTo>
                  <a:lnTo>
                    <a:pt x="9072891" y="684836"/>
                  </a:lnTo>
                  <a:lnTo>
                    <a:pt x="9019523" y="651444"/>
                  </a:lnTo>
                  <a:lnTo>
                    <a:pt x="8966135" y="616385"/>
                  </a:lnTo>
                  <a:lnTo>
                    <a:pt x="8912657" y="579965"/>
                  </a:lnTo>
                  <a:lnTo>
                    <a:pt x="8859079" y="542551"/>
                  </a:lnTo>
                  <a:lnTo>
                    <a:pt x="8805430" y="504556"/>
                  </a:lnTo>
                  <a:lnTo>
                    <a:pt x="8751762" y="466421"/>
                  </a:lnTo>
                  <a:lnTo>
                    <a:pt x="8698134" y="428593"/>
                  </a:lnTo>
                  <a:lnTo>
                    <a:pt x="8644592" y="391505"/>
                  </a:lnTo>
                  <a:lnTo>
                    <a:pt x="8591152" y="355555"/>
                  </a:lnTo>
                  <a:lnTo>
                    <a:pt x="8537782" y="321087"/>
                  </a:lnTo>
                  <a:lnTo>
                    <a:pt x="8484391" y="288384"/>
                  </a:lnTo>
                  <a:lnTo>
                    <a:pt x="8430807" y="257654"/>
                  </a:lnTo>
                  <a:lnTo>
                    <a:pt x="8376770" y="229033"/>
                  </a:lnTo>
                  <a:lnTo>
                    <a:pt x="8321911" y="202586"/>
                  </a:lnTo>
                  <a:lnTo>
                    <a:pt x="8265735" y="178313"/>
                  </a:lnTo>
                  <a:lnTo>
                    <a:pt x="8229629" y="164206"/>
                  </a:lnTo>
                  <a:lnTo>
                    <a:pt x="8177815" y="145959"/>
                  </a:lnTo>
                  <a:lnTo>
                    <a:pt x="8123558" y="129293"/>
                  </a:lnTo>
                  <a:lnTo>
                    <a:pt x="8066175" y="114152"/>
                  </a:lnTo>
                  <a:lnTo>
                    <a:pt x="8004919" y="100430"/>
                  </a:lnTo>
                  <a:lnTo>
                    <a:pt x="7939015" y="87994"/>
                  </a:lnTo>
                  <a:lnTo>
                    <a:pt x="7867701" y="76713"/>
                  </a:lnTo>
                  <a:lnTo>
                    <a:pt x="7790285" y="66459"/>
                  </a:lnTo>
                  <a:lnTo>
                    <a:pt x="7706208" y="57124"/>
                  </a:lnTo>
                  <a:lnTo>
                    <a:pt x="7615137" y="48614"/>
                  </a:lnTo>
                  <a:lnTo>
                    <a:pt x="7517080" y="40860"/>
                  </a:lnTo>
                  <a:lnTo>
                    <a:pt x="7412530" y="33812"/>
                  </a:lnTo>
                  <a:lnTo>
                    <a:pt x="7302602" y="27445"/>
                  </a:lnTo>
                  <a:lnTo>
                    <a:pt x="7189166" y="21750"/>
                  </a:lnTo>
                  <a:lnTo>
                    <a:pt x="7074898" y="16735"/>
                  </a:lnTo>
                  <a:lnTo>
                    <a:pt x="6963220" y="12414"/>
                  </a:lnTo>
                  <a:lnTo>
                    <a:pt x="6858063" y="8798"/>
                  </a:lnTo>
                  <a:lnTo>
                    <a:pt x="6763449" y="5887"/>
                  </a:lnTo>
                  <a:lnTo>
                    <a:pt x="6682936" y="3656"/>
                  </a:lnTo>
                  <a:lnTo>
                    <a:pt x="6619029" y="2054"/>
                  </a:lnTo>
                  <a:lnTo>
                    <a:pt x="6572712" y="999"/>
                  </a:lnTo>
                  <a:lnTo>
                    <a:pt x="6543195" y="386"/>
                  </a:lnTo>
                  <a:lnTo>
                    <a:pt x="6527934" y="96"/>
                  </a:lnTo>
                  <a:lnTo>
                    <a:pt x="6522815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0" y="30"/>
                  </a:lnTo>
                  <a:lnTo>
                    <a:pt x="5518966" y="249"/>
                  </a:lnTo>
                  <a:lnTo>
                    <a:pt x="5500296" y="854"/>
                  </a:lnTo>
                  <a:lnTo>
                    <a:pt x="5466650" y="2046"/>
                  </a:lnTo>
                  <a:lnTo>
                    <a:pt x="5415957" y="4017"/>
                  </a:lnTo>
                  <a:lnTo>
                    <a:pt x="5347904" y="6929"/>
                  </a:lnTo>
                  <a:lnTo>
                    <a:pt x="5263882" y="10906"/>
                  </a:lnTo>
                  <a:lnTo>
                    <a:pt x="5166679" y="16022"/>
                  </a:lnTo>
                  <a:lnTo>
                    <a:pt x="5059980" y="22304"/>
                  </a:lnTo>
                  <a:lnTo>
                    <a:pt x="4947786" y="29749"/>
                  </a:lnTo>
                  <a:lnTo>
                    <a:pt x="4833889" y="38334"/>
                  </a:lnTo>
                  <a:lnTo>
                    <a:pt x="4721512" y="48037"/>
                  </a:lnTo>
                  <a:lnTo>
                    <a:pt x="4613113" y="58850"/>
                  </a:lnTo>
                  <a:lnTo>
                    <a:pt x="4510361" y="70794"/>
                  </a:lnTo>
                  <a:lnTo>
                    <a:pt x="4414209" y="83920"/>
                  </a:lnTo>
                  <a:lnTo>
                    <a:pt x="4325023" y="98316"/>
                  </a:lnTo>
                  <a:lnTo>
                    <a:pt x="4242729" y="114105"/>
                  </a:lnTo>
                  <a:lnTo>
                    <a:pt x="4166942" y="131446"/>
                  </a:lnTo>
                  <a:lnTo>
                    <a:pt x="4097075" y="150526"/>
                  </a:lnTo>
                  <a:lnTo>
                    <a:pt x="4032425" y="171556"/>
                  </a:lnTo>
                  <a:lnTo>
                    <a:pt x="3972232" y="194756"/>
                  </a:lnTo>
                  <a:lnTo>
                    <a:pt x="3915735" y="220336"/>
                  </a:lnTo>
                  <a:lnTo>
                    <a:pt x="3862203" y="248461"/>
                  </a:lnTo>
                  <a:lnTo>
                    <a:pt x="3820202" y="273386"/>
                  </a:lnTo>
                  <a:lnTo>
                    <a:pt x="3767926" y="308018"/>
                  </a:lnTo>
                  <a:lnTo>
                    <a:pt x="3717114" y="345603"/>
                  </a:lnTo>
                  <a:lnTo>
                    <a:pt x="3667303" y="386196"/>
                  </a:lnTo>
                  <a:lnTo>
                    <a:pt x="3618135" y="429785"/>
                  </a:lnTo>
                  <a:lnTo>
                    <a:pt x="3569337" y="476285"/>
                  </a:lnTo>
                  <a:lnTo>
                    <a:pt x="3520711" y="525528"/>
                  </a:lnTo>
                  <a:lnTo>
                    <a:pt x="3472120" y="577260"/>
                  </a:lnTo>
                  <a:lnTo>
                    <a:pt x="3423484" y="631148"/>
                  </a:lnTo>
                  <a:lnTo>
                    <a:pt x="3374766" y="686780"/>
                  </a:lnTo>
                  <a:lnTo>
                    <a:pt x="3325968" y="743677"/>
                  </a:lnTo>
                  <a:lnTo>
                    <a:pt x="3277113" y="801315"/>
                  </a:lnTo>
                  <a:lnTo>
                    <a:pt x="3228245" y="859136"/>
                  </a:lnTo>
                  <a:lnTo>
                    <a:pt x="3179406" y="916578"/>
                  </a:lnTo>
                  <a:lnTo>
                    <a:pt x="3130633" y="973092"/>
                  </a:lnTo>
                  <a:lnTo>
                    <a:pt x="3081946" y="1028167"/>
                  </a:lnTo>
                  <a:lnTo>
                    <a:pt x="3033332" y="1081347"/>
                  </a:lnTo>
                  <a:lnTo>
                    <a:pt x="2984740" y="1132245"/>
                  </a:lnTo>
                  <a:lnTo>
                    <a:pt x="2936073" y="1180557"/>
                  </a:lnTo>
                  <a:lnTo>
                    <a:pt x="2887172" y="1226057"/>
                  </a:lnTo>
                  <a:lnTo>
                    <a:pt x="2837815" y="1268608"/>
                  </a:lnTo>
                  <a:lnTo>
                    <a:pt x="2787701" y="1308150"/>
                  </a:lnTo>
                  <a:lnTo>
                    <a:pt x="2736437" y="1344697"/>
                  </a:lnTo>
                  <a:lnTo>
                    <a:pt x="2702183" y="1366932"/>
                  </a:lnTo>
                  <a:lnTo>
                    <a:pt x="2650582" y="1397195"/>
                  </a:lnTo>
                  <a:lnTo>
                    <a:pt x="2596560" y="1424846"/>
                  </a:lnTo>
                  <a:lnTo>
                    <a:pt x="2539443" y="1449976"/>
                  </a:lnTo>
                  <a:lnTo>
                    <a:pt x="2478493" y="1472763"/>
                  </a:lnTo>
                  <a:lnTo>
                    <a:pt x="2412944" y="1493420"/>
                  </a:lnTo>
                  <a:lnTo>
                    <a:pt x="2342044" y="1512167"/>
                  </a:lnTo>
                  <a:lnTo>
                    <a:pt x="2265107" y="1529211"/>
                  </a:lnTo>
                  <a:lnTo>
                    <a:pt x="2181574" y="1544734"/>
                  </a:lnTo>
                  <a:lnTo>
                    <a:pt x="2091109" y="1558890"/>
                  </a:lnTo>
                  <a:lnTo>
                    <a:pt x="1993707" y="1571794"/>
                  </a:lnTo>
                  <a:lnTo>
                    <a:pt x="1889831" y="1583528"/>
                  </a:lnTo>
                  <a:lnTo>
                    <a:pt x="1780557" y="1594138"/>
                  </a:lnTo>
                  <a:lnTo>
                    <a:pt x="1667695" y="1603637"/>
                  </a:lnTo>
                  <a:lnTo>
                    <a:pt x="1553849" y="1612016"/>
                  </a:lnTo>
                  <a:lnTo>
                    <a:pt x="1442364" y="1619249"/>
                  </a:lnTo>
                  <a:lnTo>
                    <a:pt x="1337105" y="1625318"/>
                  </a:lnTo>
                  <a:lnTo>
                    <a:pt x="1242055" y="1630222"/>
                  </a:lnTo>
                  <a:lnTo>
                    <a:pt x="1160780" y="1633998"/>
                  </a:lnTo>
                  <a:lnTo>
                    <a:pt x="1095846" y="1636727"/>
                  </a:lnTo>
                  <a:lnTo>
                    <a:pt x="1048346" y="1638542"/>
                  </a:lnTo>
                  <a:lnTo>
                    <a:pt x="1017643" y="1639612"/>
                  </a:lnTo>
                  <a:lnTo>
                    <a:pt x="1001359" y="1640131"/>
                  </a:lnTo>
                  <a:lnTo>
                    <a:pt x="995554" y="1640301"/>
                  </a:lnTo>
                  <a:lnTo>
                    <a:pt x="994940" y="1640318"/>
                  </a:lnTo>
                  <a:lnTo>
                    <a:pt x="0" y="1640318"/>
                  </a:lnTo>
                  <a:lnTo>
                    <a:pt x="0" y="16403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5" name="pg1184"/>
            <p:cNvSpPr/>
            <p:nvPr/>
          </p:nvSpPr>
          <p:spPr>
            <a:xfrm>
              <a:off x="1199187" y="4365283"/>
              <a:ext cx="12049831" cy="1886628"/>
            </a:xfrm>
            <a:custGeom>
              <a:avLst/>
              <a:pathLst>
                <a:path w="12049831" h="1886628">
                  <a:moveTo>
                    <a:pt x="0" y="655079"/>
                  </a:moveTo>
                  <a:lnTo>
                    <a:pt x="994940" y="655079"/>
                  </a:lnTo>
                  <a:lnTo>
                    <a:pt x="996064" y="655102"/>
                  </a:lnTo>
                  <a:lnTo>
                    <a:pt x="1003486" y="655268"/>
                  </a:lnTo>
                  <a:lnTo>
                    <a:pt x="1022301" y="655726"/>
                  </a:lnTo>
                  <a:lnTo>
                    <a:pt x="1056197" y="656628"/>
                  </a:lnTo>
                  <a:lnTo>
                    <a:pt x="1107246" y="658120"/>
                  </a:lnTo>
                  <a:lnTo>
                    <a:pt x="1175742" y="660324"/>
                  </a:lnTo>
                  <a:lnTo>
                    <a:pt x="1260258" y="663333"/>
                  </a:lnTo>
                  <a:lnTo>
                    <a:pt x="1357963" y="667202"/>
                  </a:lnTo>
                  <a:lnTo>
                    <a:pt x="1465128" y="671953"/>
                  </a:lnTo>
                  <a:lnTo>
                    <a:pt x="1577720" y="677581"/>
                  </a:lnTo>
                  <a:lnTo>
                    <a:pt x="1691927" y="684068"/>
                  </a:lnTo>
                  <a:lnTo>
                    <a:pt x="1804519" y="691399"/>
                  </a:lnTo>
                  <a:lnTo>
                    <a:pt x="1913044" y="699569"/>
                  </a:lnTo>
                  <a:lnTo>
                    <a:pt x="2015846" y="708593"/>
                  </a:lnTo>
                  <a:lnTo>
                    <a:pt x="2111988" y="718512"/>
                  </a:lnTo>
                  <a:lnTo>
                    <a:pt x="2201120" y="729393"/>
                  </a:lnTo>
                  <a:lnTo>
                    <a:pt x="2283334" y="741330"/>
                  </a:lnTo>
                  <a:lnTo>
                    <a:pt x="2359029" y="754445"/>
                  </a:lnTo>
                  <a:lnTo>
                    <a:pt x="2428805" y="768880"/>
                  </a:lnTo>
                  <a:lnTo>
                    <a:pt x="2493375" y="784796"/>
                  </a:lnTo>
                  <a:lnTo>
                    <a:pt x="2553503" y="802359"/>
                  </a:lnTo>
                  <a:lnTo>
                    <a:pt x="2609960" y="821728"/>
                  </a:lnTo>
                  <a:lnTo>
                    <a:pt x="2663479" y="843023"/>
                  </a:lnTo>
                  <a:lnTo>
                    <a:pt x="2702183" y="860337"/>
                  </a:lnTo>
                  <a:lnTo>
                    <a:pt x="2757638" y="888019"/>
                  </a:lnTo>
                  <a:lnTo>
                    <a:pt x="2811476" y="918203"/>
                  </a:lnTo>
                  <a:lnTo>
                    <a:pt x="2864240" y="950935"/>
                  </a:lnTo>
                  <a:lnTo>
                    <a:pt x="2916342" y="986195"/>
                  </a:lnTo>
                  <a:lnTo>
                    <a:pt x="2968089" y="1023889"/>
                  </a:lnTo>
                  <a:lnTo>
                    <a:pt x="3019696" y="1063845"/>
                  </a:lnTo>
                  <a:lnTo>
                    <a:pt x="3071303" y="1105812"/>
                  </a:lnTo>
                  <a:lnTo>
                    <a:pt x="3122984" y="1149459"/>
                  </a:lnTo>
                  <a:lnTo>
                    <a:pt x="3174760" y="1194387"/>
                  </a:lnTo>
                  <a:lnTo>
                    <a:pt x="3226615" y="1240144"/>
                  </a:lnTo>
                  <a:lnTo>
                    <a:pt x="3278505" y="1286237"/>
                  </a:lnTo>
                  <a:lnTo>
                    <a:pt x="3330376" y="1332161"/>
                  </a:lnTo>
                  <a:lnTo>
                    <a:pt x="3382182" y="1377418"/>
                  </a:lnTo>
                  <a:lnTo>
                    <a:pt x="3433894" y="1421539"/>
                  </a:lnTo>
                  <a:lnTo>
                    <a:pt x="3485521" y="1464105"/>
                  </a:lnTo>
                  <a:lnTo>
                    <a:pt x="3537116" y="1504762"/>
                  </a:lnTo>
                  <a:lnTo>
                    <a:pt x="3588796" y="1543232"/>
                  </a:lnTo>
                  <a:lnTo>
                    <a:pt x="3640751" y="1579316"/>
                  </a:lnTo>
                  <a:lnTo>
                    <a:pt x="3693255" y="1612895"/>
                  </a:lnTo>
                  <a:lnTo>
                    <a:pt x="3746682" y="1643925"/>
                  </a:lnTo>
                  <a:lnTo>
                    <a:pt x="3801529" y="1672431"/>
                  </a:lnTo>
                  <a:lnTo>
                    <a:pt x="3820202" y="1681370"/>
                  </a:lnTo>
                  <a:lnTo>
                    <a:pt x="3871947" y="1704151"/>
                  </a:lnTo>
                  <a:lnTo>
                    <a:pt x="3926130" y="1724960"/>
                  </a:lnTo>
                  <a:lnTo>
                    <a:pt x="3983427" y="1743867"/>
                  </a:lnTo>
                  <a:lnTo>
                    <a:pt x="4044585" y="1761006"/>
                  </a:lnTo>
                  <a:lnTo>
                    <a:pt x="4110376" y="1776539"/>
                  </a:lnTo>
                  <a:lnTo>
                    <a:pt x="4181557" y="1790633"/>
                  </a:lnTo>
                  <a:lnTo>
                    <a:pt x="4258820" y="1803443"/>
                  </a:lnTo>
                  <a:lnTo>
                    <a:pt x="4342723" y="1815108"/>
                  </a:lnTo>
                  <a:lnTo>
                    <a:pt x="4433601" y="1825742"/>
                  </a:lnTo>
                  <a:lnTo>
                    <a:pt x="4531448" y="1835434"/>
                  </a:lnTo>
                  <a:lnTo>
                    <a:pt x="4635782" y="1844243"/>
                  </a:lnTo>
                  <a:lnTo>
                    <a:pt x="4745501" y="1852204"/>
                  </a:lnTo>
                  <a:lnTo>
                    <a:pt x="4858755" y="1859327"/>
                  </a:lnTo>
                  <a:lnTo>
                    <a:pt x="4972889" y="1865603"/>
                  </a:lnTo>
                  <a:lnTo>
                    <a:pt x="5084507" y="1871014"/>
                  </a:lnTo>
                  <a:lnTo>
                    <a:pt x="5189699" y="1875546"/>
                  </a:lnTo>
                  <a:lnTo>
                    <a:pt x="5284455" y="1879199"/>
                  </a:lnTo>
                  <a:lnTo>
                    <a:pt x="5365214" y="1882001"/>
                  </a:lnTo>
                  <a:lnTo>
                    <a:pt x="5429450" y="1884019"/>
                  </a:lnTo>
                  <a:lnTo>
                    <a:pt x="5476146" y="1885352"/>
                  </a:lnTo>
                  <a:lnTo>
                    <a:pt x="5506041" y="1886130"/>
                  </a:lnTo>
                  <a:lnTo>
                    <a:pt x="5521627" y="1886501"/>
                  </a:lnTo>
                  <a:lnTo>
                    <a:pt x="5526961" y="1886618"/>
                  </a:lnTo>
                  <a:lnTo>
                    <a:pt x="5527445" y="1886628"/>
                  </a:lnTo>
                  <a:lnTo>
                    <a:pt x="6522385" y="1886628"/>
                  </a:lnTo>
                  <a:lnTo>
                    <a:pt x="6523494" y="1886593"/>
                  </a:lnTo>
                  <a:lnTo>
                    <a:pt x="6530816" y="1886343"/>
                  </a:lnTo>
                  <a:lnTo>
                    <a:pt x="6549384" y="1885654"/>
                  </a:lnTo>
                  <a:lnTo>
                    <a:pt x="6582852" y="1884294"/>
                  </a:lnTo>
                  <a:lnTo>
                    <a:pt x="6633291" y="1882048"/>
                  </a:lnTo>
                  <a:lnTo>
                    <a:pt x="6701028" y="1878726"/>
                  </a:lnTo>
                  <a:lnTo>
                    <a:pt x="6784698" y="1874190"/>
                  </a:lnTo>
                  <a:lnTo>
                    <a:pt x="6881542" y="1868353"/>
                  </a:lnTo>
                  <a:lnTo>
                    <a:pt x="6987907" y="1861184"/>
                  </a:lnTo>
                  <a:lnTo>
                    <a:pt x="7099815" y="1852686"/>
                  </a:lnTo>
                  <a:lnTo>
                    <a:pt x="7213488" y="1842886"/>
                  </a:lnTo>
                  <a:lnTo>
                    <a:pt x="7325710" y="1831808"/>
                  </a:lnTo>
                  <a:lnTo>
                    <a:pt x="7434017" y="1819461"/>
                  </a:lnTo>
                  <a:lnTo>
                    <a:pt x="7536732" y="1805823"/>
                  </a:lnTo>
                  <a:lnTo>
                    <a:pt x="7632891" y="1790837"/>
                  </a:lnTo>
                  <a:lnTo>
                    <a:pt x="7722113" y="1774404"/>
                  </a:lnTo>
                  <a:lnTo>
                    <a:pt x="7804463" y="1756384"/>
                  </a:lnTo>
                  <a:lnTo>
                    <a:pt x="7880316" y="1736598"/>
                  </a:lnTo>
                  <a:lnTo>
                    <a:pt x="7950249" y="1714833"/>
                  </a:lnTo>
                  <a:lnTo>
                    <a:pt x="8014958" y="1690850"/>
                  </a:lnTo>
                  <a:lnTo>
                    <a:pt x="8075196" y="1664398"/>
                  </a:lnTo>
                  <a:lnTo>
                    <a:pt x="8131722" y="1635235"/>
                  </a:lnTo>
                  <a:lnTo>
                    <a:pt x="8185265" y="1603172"/>
                  </a:lnTo>
                  <a:lnTo>
                    <a:pt x="8229629" y="1573063"/>
                  </a:lnTo>
                  <a:lnTo>
                    <a:pt x="8280091" y="1534797"/>
                  </a:lnTo>
                  <a:lnTo>
                    <a:pt x="8329174" y="1493383"/>
                  </a:lnTo>
                  <a:lnTo>
                    <a:pt x="8377298" y="1448759"/>
                  </a:lnTo>
                  <a:lnTo>
                    <a:pt x="8424794" y="1400930"/>
                  </a:lnTo>
                  <a:lnTo>
                    <a:pt x="8471914" y="1349975"/>
                  </a:lnTo>
                  <a:lnTo>
                    <a:pt x="8518847" y="1296054"/>
                  </a:lnTo>
                  <a:lnTo>
                    <a:pt x="8565725" y="1239410"/>
                  </a:lnTo>
                  <a:lnTo>
                    <a:pt x="8612631" y="1180368"/>
                  </a:lnTo>
                  <a:lnTo>
                    <a:pt x="8659607" y="1119332"/>
                  </a:lnTo>
                  <a:lnTo>
                    <a:pt x="8706662" y="1056777"/>
                  </a:lnTo>
                  <a:lnTo>
                    <a:pt x="8753779" y="993228"/>
                  </a:lnTo>
                  <a:lnTo>
                    <a:pt x="8800926" y="929251"/>
                  </a:lnTo>
                  <a:lnTo>
                    <a:pt x="8848062" y="865426"/>
                  </a:lnTo>
                  <a:lnTo>
                    <a:pt x="8895151" y="802326"/>
                  </a:lnTo>
                  <a:lnTo>
                    <a:pt x="8942165" y="740501"/>
                  </a:lnTo>
                  <a:lnTo>
                    <a:pt x="8989101" y="680449"/>
                  </a:lnTo>
                  <a:lnTo>
                    <a:pt x="9035985" y="622611"/>
                  </a:lnTo>
                  <a:lnTo>
                    <a:pt x="9082878" y="567351"/>
                  </a:lnTo>
                  <a:lnTo>
                    <a:pt x="9129889" y="514951"/>
                  </a:lnTo>
                  <a:lnTo>
                    <a:pt x="9177178" y="465611"/>
                  </a:lnTo>
                  <a:lnTo>
                    <a:pt x="9224965" y="419447"/>
                  </a:lnTo>
                  <a:lnTo>
                    <a:pt x="9273543" y="376500"/>
                  </a:lnTo>
                  <a:lnTo>
                    <a:pt x="9323285" y="336738"/>
                  </a:lnTo>
                  <a:lnTo>
                    <a:pt x="9347647" y="318805"/>
                  </a:lnTo>
                  <a:lnTo>
                    <a:pt x="9399145" y="284159"/>
                  </a:lnTo>
                  <a:lnTo>
                    <a:pt x="9453053" y="252498"/>
                  </a:lnTo>
                  <a:lnTo>
                    <a:pt x="9510041" y="223717"/>
                  </a:lnTo>
                  <a:lnTo>
                    <a:pt x="9570842" y="197615"/>
                  </a:lnTo>
                  <a:lnTo>
                    <a:pt x="9636219" y="173949"/>
                  </a:lnTo>
                  <a:lnTo>
                    <a:pt x="9706918" y="152467"/>
                  </a:lnTo>
                  <a:lnTo>
                    <a:pt x="9783624" y="132933"/>
                  </a:lnTo>
                  <a:lnTo>
                    <a:pt x="9866892" y="115138"/>
                  </a:lnTo>
                  <a:lnTo>
                    <a:pt x="9957063" y="98909"/>
                  </a:lnTo>
                  <a:lnTo>
                    <a:pt x="10054148" y="84112"/>
                  </a:lnTo>
                  <a:lnTo>
                    <a:pt x="10157695" y="70653"/>
                  </a:lnTo>
                  <a:lnTo>
                    <a:pt x="10266650" y="58479"/>
                  </a:lnTo>
                  <a:lnTo>
                    <a:pt x="10379231" y="47573"/>
                  </a:lnTo>
                  <a:lnTo>
                    <a:pt x="10492869" y="37949"/>
                  </a:lnTo>
                  <a:lnTo>
                    <a:pt x="10604254" y="29630"/>
                  </a:lnTo>
                  <a:lnTo>
                    <a:pt x="10709556" y="22643"/>
                  </a:lnTo>
                  <a:lnTo>
                    <a:pt x="10804809" y="16986"/>
                  </a:lnTo>
                  <a:lnTo>
                    <a:pt x="10886447" y="12621"/>
                  </a:lnTo>
                  <a:lnTo>
                    <a:pt x="10951875" y="9455"/>
                  </a:lnTo>
                  <a:lnTo>
                    <a:pt x="10999947" y="7341"/>
                  </a:lnTo>
                  <a:lnTo>
                    <a:pt x="11031229" y="6086"/>
                  </a:lnTo>
                  <a:lnTo>
                    <a:pt x="11048018" y="5470"/>
                  </a:lnTo>
                  <a:lnTo>
                    <a:pt x="11054171" y="526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2" y="35"/>
                  </a:lnTo>
                  <a:lnTo>
                    <a:pt x="11046460" y="284"/>
                  </a:lnTo>
                  <a:lnTo>
                    <a:pt x="11027893" y="974"/>
                  </a:lnTo>
                  <a:lnTo>
                    <a:pt x="10994424" y="2333"/>
                  </a:lnTo>
                  <a:lnTo>
                    <a:pt x="10943986" y="4580"/>
                  </a:lnTo>
                  <a:lnTo>
                    <a:pt x="10876249" y="7901"/>
                  </a:lnTo>
                  <a:lnTo>
                    <a:pt x="10792579" y="12438"/>
                  </a:lnTo>
                  <a:lnTo>
                    <a:pt x="10695734" y="18274"/>
                  </a:lnTo>
                  <a:lnTo>
                    <a:pt x="10589370" y="25444"/>
                  </a:lnTo>
                  <a:lnTo>
                    <a:pt x="10477461" y="33941"/>
                  </a:lnTo>
                  <a:lnTo>
                    <a:pt x="10363788" y="43742"/>
                  </a:lnTo>
                  <a:lnTo>
                    <a:pt x="10251567" y="54820"/>
                  </a:lnTo>
                  <a:lnTo>
                    <a:pt x="10143260" y="67167"/>
                  </a:lnTo>
                  <a:lnTo>
                    <a:pt x="10040545" y="80804"/>
                  </a:lnTo>
                  <a:lnTo>
                    <a:pt x="9944386" y="95790"/>
                  </a:lnTo>
                  <a:lnTo>
                    <a:pt x="9855163" y="112223"/>
                  </a:lnTo>
                  <a:lnTo>
                    <a:pt x="9772813" y="130243"/>
                  </a:lnTo>
                  <a:lnTo>
                    <a:pt x="9696961" y="150029"/>
                  </a:lnTo>
                  <a:lnTo>
                    <a:pt x="9627028" y="171794"/>
                  </a:lnTo>
                  <a:lnTo>
                    <a:pt x="9562319" y="195777"/>
                  </a:lnTo>
                  <a:lnTo>
                    <a:pt x="9502081" y="222230"/>
                  </a:lnTo>
                  <a:lnTo>
                    <a:pt x="9445554" y="251392"/>
                  </a:lnTo>
                  <a:lnTo>
                    <a:pt x="9392011" y="283456"/>
                  </a:lnTo>
                  <a:lnTo>
                    <a:pt x="9347647" y="313564"/>
                  </a:lnTo>
                  <a:lnTo>
                    <a:pt x="9297185" y="351830"/>
                  </a:lnTo>
                  <a:lnTo>
                    <a:pt x="9248103" y="393244"/>
                  </a:lnTo>
                  <a:lnTo>
                    <a:pt x="9199978" y="437869"/>
                  </a:lnTo>
                  <a:lnTo>
                    <a:pt x="9152482" y="485697"/>
                  </a:lnTo>
                  <a:lnTo>
                    <a:pt x="9105362" y="536652"/>
                  </a:lnTo>
                  <a:lnTo>
                    <a:pt x="9058429" y="590573"/>
                  </a:lnTo>
                  <a:lnTo>
                    <a:pt x="9011551" y="647218"/>
                  </a:lnTo>
                  <a:lnTo>
                    <a:pt x="8964645" y="706260"/>
                  </a:lnTo>
                  <a:lnTo>
                    <a:pt x="8917669" y="767295"/>
                  </a:lnTo>
                  <a:lnTo>
                    <a:pt x="8870614" y="829850"/>
                  </a:lnTo>
                  <a:lnTo>
                    <a:pt x="8823497" y="893399"/>
                  </a:lnTo>
                  <a:lnTo>
                    <a:pt x="8776350" y="957376"/>
                  </a:lnTo>
                  <a:lnTo>
                    <a:pt x="8729214" y="1021201"/>
                  </a:lnTo>
                  <a:lnTo>
                    <a:pt x="8682126" y="1084301"/>
                  </a:lnTo>
                  <a:lnTo>
                    <a:pt x="8635111" y="1146127"/>
                  </a:lnTo>
                  <a:lnTo>
                    <a:pt x="8588175" y="1206178"/>
                  </a:lnTo>
                  <a:lnTo>
                    <a:pt x="8541291" y="1264016"/>
                  </a:lnTo>
                  <a:lnTo>
                    <a:pt x="8494398" y="1319276"/>
                  </a:lnTo>
                  <a:lnTo>
                    <a:pt x="8447387" y="1371676"/>
                  </a:lnTo>
                  <a:lnTo>
                    <a:pt x="8400099" y="1421016"/>
                  </a:lnTo>
                  <a:lnTo>
                    <a:pt x="8352311" y="1467180"/>
                  </a:lnTo>
                  <a:lnTo>
                    <a:pt x="8303734" y="1510127"/>
                  </a:lnTo>
                  <a:lnTo>
                    <a:pt x="8253991" y="1549889"/>
                  </a:lnTo>
                  <a:lnTo>
                    <a:pt x="8229629" y="1567823"/>
                  </a:lnTo>
                  <a:lnTo>
                    <a:pt x="8178132" y="1602468"/>
                  </a:lnTo>
                  <a:lnTo>
                    <a:pt x="8124223" y="1634129"/>
                  </a:lnTo>
                  <a:lnTo>
                    <a:pt x="8067236" y="1662910"/>
                  </a:lnTo>
                  <a:lnTo>
                    <a:pt x="8006434" y="1689012"/>
                  </a:lnTo>
                  <a:lnTo>
                    <a:pt x="7941058" y="1712679"/>
                  </a:lnTo>
                  <a:lnTo>
                    <a:pt x="7870359" y="1734161"/>
                  </a:lnTo>
                  <a:lnTo>
                    <a:pt x="7793653" y="1753695"/>
                  </a:lnTo>
                  <a:lnTo>
                    <a:pt x="7710384" y="1771489"/>
                  </a:lnTo>
                  <a:lnTo>
                    <a:pt x="7620213" y="1787718"/>
                  </a:lnTo>
                  <a:lnTo>
                    <a:pt x="7523129" y="1802515"/>
                  </a:lnTo>
                  <a:lnTo>
                    <a:pt x="7419582" y="1815975"/>
                  </a:lnTo>
                  <a:lnTo>
                    <a:pt x="7310626" y="1828149"/>
                  </a:lnTo>
                  <a:lnTo>
                    <a:pt x="7198045" y="1839054"/>
                  </a:lnTo>
                  <a:lnTo>
                    <a:pt x="7084408" y="1848679"/>
                  </a:lnTo>
                  <a:lnTo>
                    <a:pt x="6973022" y="1856997"/>
                  </a:lnTo>
                  <a:lnTo>
                    <a:pt x="6867721" y="1863985"/>
                  </a:lnTo>
                  <a:lnTo>
                    <a:pt x="6772468" y="1869641"/>
                  </a:lnTo>
                  <a:lnTo>
                    <a:pt x="6690830" y="1874006"/>
                  </a:lnTo>
                  <a:lnTo>
                    <a:pt x="6625402" y="1877172"/>
                  </a:lnTo>
                  <a:lnTo>
                    <a:pt x="6577330" y="1879286"/>
                  </a:lnTo>
                  <a:lnTo>
                    <a:pt x="6546048" y="1880541"/>
                  </a:lnTo>
                  <a:lnTo>
                    <a:pt x="6529258" y="1881157"/>
                  </a:lnTo>
                  <a:lnTo>
                    <a:pt x="6523106" y="1881365"/>
                  </a:lnTo>
                  <a:lnTo>
                    <a:pt x="6522385" y="1881387"/>
                  </a:lnTo>
                  <a:lnTo>
                    <a:pt x="5527445" y="1881387"/>
                  </a:lnTo>
                  <a:lnTo>
                    <a:pt x="5526321" y="1881364"/>
                  </a:lnTo>
                  <a:lnTo>
                    <a:pt x="5518899" y="1881198"/>
                  </a:lnTo>
                  <a:lnTo>
                    <a:pt x="5500084" y="1880740"/>
                  </a:lnTo>
                  <a:lnTo>
                    <a:pt x="5466188" y="1879838"/>
                  </a:lnTo>
                  <a:lnTo>
                    <a:pt x="5415139" y="1878346"/>
                  </a:lnTo>
                  <a:lnTo>
                    <a:pt x="5346643" y="1876142"/>
                  </a:lnTo>
                  <a:lnTo>
                    <a:pt x="5262127" y="1873133"/>
                  </a:lnTo>
                  <a:lnTo>
                    <a:pt x="5164422" y="1869263"/>
                  </a:lnTo>
                  <a:lnTo>
                    <a:pt x="5057257" y="1864513"/>
                  </a:lnTo>
                  <a:lnTo>
                    <a:pt x="4944665" y="1858885"/>
                  </a:lnTo>
                  <a:lnTo>
                    <a:pt x="4830458" y="1852398"/>
                  </a:lnTo>
                  <a:lnTo>
                    <a:pt x="4717866" y="1845067"/>
                  </a:lnTo>
                  <a:lnTo>
                    <a:pt x="4609341" y="1836897"/>
                  </a:lnTo>
                  <a:lnTo>
                    <a:pt x="4506539" y="1827873"/>
                  </a:lnTo>
                  <a:lnTo>
                    <a:pt x="4410397" y="1817954"/>
                  </a:lnTo>
                  <a:lnTo>
                    <a:pt x="4321265" y="1807073"/>
                  </a:lnTo>
                  <a:lnTo>
                    <a:pt x="4239051" y="1795136"/>
                  </a:lnTo>
                  <a:lnTo>
                    <a:pt x="4163356" y="1782021"/>
                  </a:lnTo>
                  <a:lnTo>
                    <a:pt x="4093580" y="1767586"/>
                  </a:lnTo>
                  <a:lnTo>
                    <a:pt x="4029010" y="1751670"/>
                  </a:lnTo>
                  <a:lnTo>
                    <a:pt x="3968882" y="1734107"/>
                  </a:lnTo>
                  <a:lnTo>
                    <a:pt x="3912425" y="1714738"/>
                  </a:lnTo>
                  <a:lnTo>
                    <a:pt x="3858906" y="1693443"/>
                  </a:lnTo>
                  <a:lnTo>
                    <a:pt x="3820202" y="1676129"/>
                  </a:lnTo>
                  <a:lnTo>
                    <a:pt x="3764747" y="1648447"/>
                  </a:lnTo>
                  <a:lnTo>
                    <a:pt x="3710909" y="1618263"/>
                  </a:lnTo>
                  <a:lnTo>
                    <a:pt x="3658145" y="1585531"/>
                  </a:lnTo>
                  <a:lnTo>
                    <a:pt x="3606043" y="1550271"/>
                  </a:lnTo>
                  <a:lnTo>
                    <a:pt x="3554296" y="1512577"/>
                  </a:lnTo>
                  <a:lnTo>
                    <a:pt x="3502689" y="1472620"/>
                  </a:lnTo>
                  <a:lnTo>
                    <a:pt x="3451082" y="1430654"/>
                  </a:lnTo>
                  <a:lnTo>
                    <a:pt x="3399401" y="1387007"/>
                  </a:lnTo>
                  <a:lnTo>
                    <a:pt x="3347625" y="1342078"/>
                  </a:lnTo>
                  <a:lnTo>
                    <a:pt x="3295770" y="1296322"/>
                  </a:lnTo>
                  <a:lnTo>
                    <a:pt x="3243880" y="1250229"/>
                  </a:lnTo>
                  <a:lnTo>
                    <a:pt x="3192009" y="1204305"/>
                  </a:lnTo>
                  <a:lnTo>
                    <a:pt x="3140203" y="1159048"/>
                  </a:lnTo>
                  <a:lnTo>
                    <a:pt x="3088491" y="1114927"/>
                  </a:lnTo>
                  <a:lnTo>
                    <a:pt x="3036864" y="1072361"/>
                  </a:lnTo>
                  <a:lnTo>
                    <a:pt x="2985269" y="1031704"/>
                  </a:lnTo>
                  <a:lnTo>
                    <a:pt x="2933589" y="993234"/>
                  </a:lnTo>
                  <a:lnTo>
                    <a:pt x="2881634" y="957150"/>
                  </a:lnTo>
                  <a:lnTo>
                    <a:pt x="2829130" y="923571"/>
                  </a:lnTo>
                  <a:lnTo>
                    <a:pt x="2775703" y="892541"/>
                  </a:lnTo>
                  <a:lnTo>
                    <a:pt x="2720856" y="864035"/>
                  </a:lnTo>
                  <a:lnTo>
                    <a:pt x="2702183" y="855096"/>
                  </a:lnTo>
                  <a:lnTo>
                    <a:pt x="2650438" y="832315"/>
                  </a:lnTo>
                  <a:lnTo>
                    <a:pt x="2596255" y="811506"/>
                  </a:lnTo>
                  <a:lnTo>
                    <a:pt x="2538958" y="792599"/>
                  </a:lnTo>
                  <a:lnTo>
                    <a:pt x="2477800" y="775460"/>
                  </a:lnTo>
                  <a:lnTo>
                    <a:pt x="2412009" y="759927"/>
                  </a:lnTo>
                  <a:lnTo>
                    <a:pt x="2340828" y="745833"/>
                  </a:lnTo>
                  <a:lnTo>
                    <a:pt x="2263565" y="733023"/>
                  </a:lnTo>
                  <a:lnTo>
                    <a:pt x="2179662" y="721358"/>
                  </a:lnTo>
                  <a:lnTo>
                    <a:pt x="2088784" y="710724"/>
                  </a:lnTo>
                  <a:lnTo>
                    <a:pt x="1990937" y="701032"/>
                  </a:lnTo>
                  <a:lnTo>
                    <a:pt x="1886603" y="692223"/>
                  </a:lnTo>
                  <a:lnTo>
                    <a:pt x="1776884" y="684262"/>
                  </a:lnTo>
                  <a:lnTo>
                    <a:pt x="1663630" y="677139"/>
                  </a:lnTo>
                  <a:lnTo>
                    <a:pt x="1549496" y="670863"/>
                  </a:lnTo>
                  <a:lnTo>
                    <a:pt x="1437878" y="665451"/>
                  </a:lnTo>
                  <a:lnTo>
                    <a:pt x="1332686" y="660920"/>
                  </a:lnTo>
                  <a:lnTo>
                    <a:pt x="1237930" y="657267"/>
                  </a:lnTo>
                  <a:lnTo>
                    <a:pt x="1157171" y="654464"/>
                  </a:lnTo>
                  <a:lnTo>
                    <a:pt x="1092935" y="652447"/>
                  </a:lnTo>
                  <a:lnTo>
                    <a:pt x="1046239" y="651114"/>
                  </a:lnTo>
                  <a:lnTo>
                    <a:pt x="1016344" y="650336"/>
                  </a:lnTo>
                  <a:lnTo>
                    <a:pt x="1000758" y="649965"/>
                  </a:lnTo>
                  <a:lnTo>
                    <a:pt x="995424" y="649848"/>
                  </a:lnTo>
                  <a:lnTo>
                    <a:pt x="994940" y="649838"/>
                  </a:lnTo>
                  <a:lnTo>
                    <a:pt x="0" y="649838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86" name="pl1185"/>
            <p:cNvSpPr/>
            <p:nvPr/>
          </p:nvSpPr>
          <p:spPr>
            <a:xfrm>
              <a:off x="1199187" y="4370524"/>
              <a:ext cx="12049831" cy="1881387"/>
            </a:xfrm>
            <a:custGeom>
              <a:avLst/>
              <a:pathLst>
                <a:path w="12049831" h="1881387">
                  <a:moveTo>
                    <a:pt x="0" y="649838"/>
                  </a:moveTo>
                  <a:lnTo>
                    <a:pt x="994940" y="649838"/>
                  </a:lnTo>
                  <a:lnTo>
                    <a:pt x="996064" y="649861"/>
                  </a:lnTo>
                  <a:lnTo>
                    <a:pt x="1003486" y="650027"/>
                  </a:lnTo>
                  <a:lnTo>
                    <a:pt x="1022301" y="650485"/>
                  </a:lnTo>
                  <a:lnTo>
                    <a:pt x="1056197" y="651388"/>
                  </a:lnTo>
                  <a:lnTo>
                    <a:pt x="1107246" y="652879"/>
                  </a:lnTo>
                  <a:lnTo>
                    <a:pt x="1175742" y="655083"/>
                  </a:lnTo>
                  <a:lnTo>
                    <a:pt x="1260258" y="658092"/>
                  </a:lnTo>
                  <a:lnTo>
                    <a:pt x="1357963" y="661962"/>
                  </a:lnTo>
                  <a:lnTo>
                    <a:pt x="1465128" y="666712"/>
                  </a:lnTo>
                  <a:lnTo>
                    <a:pt x="1577720" y="672340"/>
                  </a:lnTo>
                  <a:lnTo>
                    <a:pt x="1691927" y="678827"/>
                  </a:lnTo>
                  <a:lnTo>
                    <a:pt x="1804519" y="686158"/>
                  </a:lnTo>
                  <a:lnTo>
                    <a:pt x="1913044" y="694328"/>
                  </a:lnTo>
                  <a:lnTo>
                    <a:pt x="2015846" y="703353"/>
                  </a:lnTo>
                  <a:lnTo>
                    <a:pt x="2111988" y="713271"/>
                  </a:lnTo>
                  <a:lnTo>
                    <a:pt x="2201120" y="724152"/>
                  </a:lnTo>
                  <a:lnTo>
                    <a:pt x="2283334" y="736089"/>
                  </a:lnTo>
                  <a:lnTo>
                    <a:pt x="2359029" y="749204"/>
                  </a:lnTo>
                  <a:lnTo>
                    <a:pt x="2428805" y="763640"/>
                  </a:lnTo>
                  <a:lnTo>
                    <a:pt x="2493375" y="779555"/>
                  </a:lnTo>
                  <a:lnTo>
                    <a:pt x="2553503" y="797119"/>
                  </a:lnTo>
                  <a:lnTo>
                    <a:pt x="2609960" y="816487"/>
                  </a:lnTo>
                  <a:lnTo>
                    <a:pt x="2663479" y="837782"/>
                  </a:lnTo>
                  <a:lnTo>
                    <a:pt x="2702183" y="855096"/>
                  </a:lnTo>
                  <a:lnTo>
                    <a:pt x="2757638" y="882778"/>
                  </a:lnTo>
                  <a:lnTo>
                    <a:pt x="2811476" y="912962"/>
                  </a:lnTo>
                  <a:lnTo>
                    <a:pt x="2864240" y="945694"/>
                  </a:lnTo>
                  <a:lnTo>
                    <a:pt x="2916342" y="980954"/>
                  </a:lnTo>
                  <a:lnTo>
                    <a:pt x="2968089" y="1018648"/>
                  </a:lnTo>
                  <a:lnTo>
                    <a:pt x="3019696" y="1058605"/>
                  </a:lnTo>
                  <a:lnTo>
                    <a:pt x="3071303" y="1100571"/>
                  </a:lnTo>
                  <a:lnTo>
                    <a:pt x="3122984" y="1144218"/>
                  </a:lnTo>
                  <a:lnTo>
                    <a:pt x="3174760" y="1189147"/>
                  </a:lnTo>
                  <a:lnTo>
                    <a:pt x="3226615" y="1234903"/>
                  </a:lnTo>
                  <a:lnTo>
                    <a:pt x="3278505" y="1280996"/>
                  </a:lnTo>
                  <a:lnTo>
                    <a:pt x="3330376" y="1326921"/>
                  </a:lnTo>
                  <a:lnTo>
                    <a:pt x="3382182" y="1372177"/>
                  </a:lnTo>
                  <a:lnTo>
                    <a:pt x="3433894" y="1416298"/>
                  </a:lnTo>
                  <a:lnTo>
                    <a:pt x="3485521" y="1458864"/>
                  </a:lnTo>
                  <a:lnTo>
                    <a:pt x="3537116" y="1499521"/>
                  </a:lnTo>
                  <a:lnTo>
                    <a:pt x="3588796" y="1537991"/>
                  </a:lnTo>
                  <a:lnTo>
                    <a:pt x="3640751" y="1574075"/>
                  </a:lnTo>
                  <a:lnTo>
                    <a:pt x="3693255" y="1607654"/>
                  </a:lnTo>
                  <a:lnTo>
                    <a:pt x="3746682" y="1638684"/>
                  </a:lnTo>
                  <a:lnTo>
                    <a:pt x="3801529" y="1667190"/>
                  </a:lnTo>
                  <a:lnTo>
                    <a:pt x="3820202" y="1676129"/>
                  </a:lnTo>
                  <a:lnTo>
                    <a:pt x="3871947" y="1698910"/>
                  </a:lnTo>
                  <a:lnTo>
                    <a:pt x="3926130" y="1719719"/>
                  </a:lnTo>
                  <a:lnTo>
                    <a:pt x="3983427" y="1738626"/>
                  </a:lnTo>
                  <a:lnTo>
                    <a:pt x="4044585" y="1755766"/>
                  </a:lnTo>
                  <a:lnTo>
                    <a:pt x="4110376" y="1771299"/>
                  </a:lnTo>
                  <a:lnTo>
                    <a:pt x="4181557" y="1785392"/>
                  </a:lnTo>
                  <a:lnTo>
                    <a:pt x="4258820" y="1798202"/>
                  </a:lnTo>
                  <a:lnTo>
                    <a:pt x="4342723" y="1809867"/>
                  </a:lnTo>
                  <a:lnTo>
                    <a:pt x="4433601" y="1820501"/>
                  </a:lnTo>
                  <a:lnTo>
                    <a:pt x="4531448" y="1830193"/>
                  </a:lnTo>
                  <a:lnTo>
                    <a:pt x="4635782" y="1839002"/>
                  </a:lnTo>
                  <a:lnTo>
                    <a:pt x="4745501" y="1846964"/>
                  </a:lnTo>
                  <a:lnTo>
                    <a:pt x="4858755" y="1854087"/>
                  </a:lnTo>
                  <a:lnTo>
                    <a:pt x="4972889" y="1860362"/>
                  </a:lnTo>
                  <a:lnTo>
                    <a:pt x="5084507" y="1865774"/>
                  </a:lnTo>
                  <a:lnTo>
                    <a:pt x="5189699" y="1870305"/>
                  </a:lnTo>
                  <a:lnTo>
                    <a:pt x="5284455" y="1873958"/>
                  </a:lnTo>
                  <a:lnTo>
                    <a:pt x="5365214" y="1876761"/>
                  </a:lnTo>
                  <a:lnTo>
                    <a:pt x="5429450" y="1878778"/>
                  </a:lnTo>
                  <a:lnTo>
                    <a:pt x="5476146" y="1880111"/>
                  </a:lnTo>
                  <a:lnTo>
                    <a:pt x="5506041" y="1880889"/>
                  </a:lnTo>
                  <a:lnTo>
                    <a:pt x="5521627" y="1881261"/>
                  </a:lnTo>
                  <a:lnTo>
                    <a:pt x="5526961" y="1881377"/>
                  </a:lnTo>
                  <a:lnTo>
                    <a:pt x="5527445" y="1881387"/>
                  </a:lnTo>
                  <a:lnTo>
                    <a:pt x="6522385" y="1881387"/>
                  </a:lnTo>
                  <a:lnTo>
                    <a:pt x="6523494" y="1881352"/>
                  </a:lnTo>
                  <a:lnTo>
                    <a:pt x="6530816" y="1881102"/>
                  </a:lnTo>
                  <a:lnTo>
                    <a:pt x="6549384" y="1880413"/>
                  </a:lnTo>
                  <a:lnTo>
                    <a:pt x="6582852" y="1879054"/>
                  </a:lnTo>
                  <a:lnTo>
                    <a:pt x="6633291" y="1876807"/>
                  </a:lnTo>
                  <a:lnTo>
                    <a:pt x="6701028" y="1873485"/>
                  </a:lnTo>
                  <a:lnTo>
                    <a:pt x="6784698" y="1868949"/>
                  </a:lnTo>
                  <a:lnTo>
                    <a:pt x="6881542" y="1863113"/>
                  </a:lnTo>
                  <a:lnTo>
                    <a:pt x="6987907" y="1855943"/>
                  </a:lnTo>
                  <a:lnTo>
                    <a:pt x="7099815" y="1847445"/>
                  </a:lnTo>
                  <a:lnTo>
                    <a:pt x="7213488" y="1837645"/>
                  </a:lnTo>
                  <a:lnTo>
                    <a:pt x="7325710" y="1826567"/>
                  </a:lnTo>
                  <a:lnTo>
                    <a:pt x="7434017" y="1814220"/>
                  </a:lnTo>
                  <a:lnTo>
                    <a:pt x="7536732" y="1800583"/>
                  </a:lnTo>
                  <a:lnTo>
                    <a:pt x="7632891" y="1785597"/>
                  </a:lnTo>
                  <a:lnTo>
                    <a:pt x="7722113" y="1769164"/>
                  </a:lnTo>
                  <a:lnTo>
                    <a:pt x="7804463" y="1751144"/>
                  </a:lnTo>
                  <a:lnTo>
                    <a:pt x="7880316" y="1731358"/>
                  </a:lnTo>
                  <a:lnTo>
                    <a:pt x="7950249" y="1709593"/>
                  </a:lnTo>
                  <a:lnTo>
                    <a:pt x="8014958" y="1685610"/>
                  </a:lnTo>
                  <a:lnTo>
                    <a:pt x="8075196" y="1659157"/>
                  </a:lnTo>
                  <a:lnTo>
                    <a:pt x="8131722" y="1629995"/>
                  </a:lnTo>
                  <a:lnTo>
                    <a:pt x="8185265" y="1597931"/>
                  </a:lnTo>
                  <a:lnTo>
                    <a:pt x="8229629" y="1567823"/>
                  </a:lnTo>
                  <a:lnTo>
                    <a:pt x="8280091" y="1529557"/>
                  </a:lnTo>
                  <a:lnTo>
                    <a:pt x="8329174" y="1488142"/>
                  </a:lnTo>
                  <a:lnTo>
                    <a:pt x="8377298" y="1443518"/>
                  </a:lnTo>
                  <a:lnTo>
                    <a:pt x="8424794" y="1395689"/>
                  </a:lnTo>
                  <a:lnTo>
                    <a:pt x="8471914" y="1344734"/>
                  </a:lnTo>
                  <a:lnTo>
                    <a:pt x="8518847" y="1290813"/>
                  </a:lnTo>
                  <a:lnTo>
                    <a:pt x="8565725" y="1234169"/>
                  </a:lnTo>
                  <a:lnTo>
                    <a:pt x="8612631" y="1175127"/>
                  </a:lnTo>
                  <a:lnTo>
                    <a:pt x="8659607" y="1114092"/>
                  </a:lnTo>
                  <a:lnTo>
                    <a:pt x="8706662" y="1051536"/>
                  </a:lnTo>
                  <a:lnTo>
                    <a:pt x="8753779" y="987988"/>
                  </a:lnTo>
                  <a:lnTo>
                    <a:pt x="8800926" y="924011"/>
                  </a:lnTo>
                  <a:lnTo>
                    <a:pt x="8848062" y="860185"/>
                  </a:lnTo>
                  <a:lnTo>
                    <a:pt x="8895151" y="797086"/>
                  </a:lnTo>
                  <a:lnTo>
                    <a:pt x="8942165" y="735260"/>
                  </a:lnTo>
                  <a:lnTo>
                    <a:pt x="8989101" y="675209"/>
                  </a:lnTo>
                  <a:lnTo>
                    <a:pt x="9035985" y="617371"/>
                  </a:lnTo>
                  <a:lnTo>
                    <a:pt x="9082878" y="562110"/>
                  </a:lnTo>
                  <a:lnTo>
                    <a:pt x="9129889" y="509710"/>
                  </a:lnTo>
                  <a:lnTo>
                    <a:pt x="9177178" y="460370"/>
                  </a:lnTo>
                  <a:lnTo>
                    <a:pt x="9224965" y="414207"/>
                  </a:lnTo>
                  <a:lnTo>
                    <a:pt x="9273543" y="371260"/>
                  </a:lnTo>
                  <a:lnTo>
                    <a:pt x="9323285" y="331498"/>
                  </a:lnTo>
                  <a:lnTo>
                    <a:pt x="9347647" y="313564"/>
                  </a:lnTo>
                  <a:lnTo>
                    <a:pt x="9399145" y="278918"/>
                  </a:lnTo>
                  <a:lnTo>
                    <a:pt x="9453053" y="247257"/>
                  </a:lnTo>
                  <a:lnTo>
                    <a:pt x="9510041" y="218477"/>
                  </a:lnTo>
                  <a:lnTo>
                    <a:pt x="9570842" y="192375"/>
                  </a:lnTo>
                  <a:lnTo>
                    <a:pt x="9636219" y="168708"/>
                  </a:lnTo>
                  <a:lnTo>
                    <a:pt x="9706918" y="147226"/>
                  </a:lnTo>
                  <a:lnTo>
                    <a:pt x="9783624" y="127692"/>
                  </a:lnTo>
                  <a:lnTo>
                    <a:pt x="9866892" y="109897"/>
                  </a:lnTo>
                  <a:lnTo>
                    <a:pt x="9957063" y="93669"/>
                  </a:lnTo>
                  <a:lnTo>
                    <a:pt x="10054148" y="78871"/>
                  </a:lnTo>
                  <a:lnTo>
                    <a:pt x="10157695" y="65412"/>
                  </a:lnTo>
                  <a:lnTo>
                    <a:pt x="10266650" y="53238"/>
                  </a:lnTo>
                  <a:lnTo>
                    <a:pt x="10379231" y="42333"/>
                  </a:lnTo>
                  <a:lnTo>
                    <a:pt x="10492869" y="32708"/>
                  </a:lnTo>
                  <a:lnTo>
                    <a:pt x="10604254" y="24390"/>
                  </a:lnTo>
                  <a:lnTo>
                    <a:pt x="10709556" y="17402"/>
                  </a:lnTo>
                  <a:lnTo>
                    <a:pt x="10804809" y="11745"/>
                  </a:lnTo>
                  <a:lnTo>
                    <a:pt x="10886447" y="7381"/>
                  </a:lnTo>
                  <a:lnTo>
                    <a:pt x="10951875" y="4215"/>
                  </a:lnTo>
                  <a:lnTo>
                    <a:pt x="10999947" y="2100"/>
                  </a:lnTo>
                  <a:lnTo>
                    <a:pt x="11031229" y="846"/>
                  </a:lnTo>
                  <a:lnTo>
                    <a:pt x="11048018" y="229"/>
                  </a:lnTo>
                  <a:lnTo>
                    <a:pt x="11054171" y="2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7" name="pl1186"/>
            <p:cNvSpPr/>
            <p:nvPr/>
          </p:nvSpPr>
          <p:spPr>
            <a:xfrm>
              <a:off x="1199187" y="4365283"/>
              <a:ext cx="12049831" cy="1881387"/>
            </a:xfrm>
            <a:custGeom>
              <a:avLst/>
              <a:pathLst>
                <a:path w="12049831" h="1881387">
                  <a:moveTo>
                    <a:pt x="12049831" y="0"/>
                  </a:moveTo>
                  <a:lnTo>
                    <a:pt x="11054891" y="0"/>
                  </a:lnTo>
                  <a:lnTo>
                    <a:pt x="11053782" y="35"/>
                  </a:lnTo>
                  <a:lnTo>
                    <a:pt x="11046460" y="284"/>
                  </a:lnTo>
                  <a:lnTo>
                    <a:pt x="11027893" y="974"/>
                  </a:lnTo>
                  <a:lnTo>
                    <a:pt x="10994424" y="2333"/>
                  </a:lnTo>
                  <a:lnTo>
                    <a:pt x="10943986" y="4580"/>
                  </a:lnTo>
                  <a:lnTo>
                    <a:pt x="10876249" y="7901"/>
                  </a:lnTo>
                  <a:lnTo>
                    <a:pt x="10792579" y="12438"/>
                  </a:lnTo>
                  <a:lnTo>
                    <a:pt x="10695734" y="18274"/>
                  </a:lnTo>
                  <a:lnTo>
                    <a:pt x="10589370" y="25444"/>
                  </a:lnTo>
                  <a:lnTo>
                    <a:pt x="10477461" y="33941"/>
                  </a:lnTo>
                  <a:lnTo>
                    <a:pt x="10363788" y="43742"/>
                  </a:lnTo>
                  <a:lnTo>
                    <a:pt x="10251567" y="54820"/>
                  </a:lnTo>
                  <a:lnTo>
                    <a:pt x="10143260" y="67167"/>
                  </a:lnTo>
                  <a:lnTo>
                    <a:pt x="10040545" y="80804"/>
                  </a:lnTo>
                  <a:lnTo>
                    <a:pt x="9944386" y="95790"/>
                  </a:lnTo>
                  <a:lnTo>
                    <a:pt x="9855163" y="112223"/>
                  </a:lnTo>
                  <a:lnTo>
                    <a:pt x="9772813" y="130243"/>
                  </a:lnTo>
                  <a:lnTo>
                    <a:pt x="9696961" y="150029"/>
                  </a:lnTo>
                  <a:lnTo>
                    <a:pt x="9627028" y="171794"/>
                  </a:lnTo>
                  <a:lnTo>
                    <a:pt x="9562319" y="195777"/>
                  </a:lnTo>
                  <a:lnTo>
                    <a:pt x="9502081" y="222230"/>
                  </a:lnTo>
                  <a:lnTo>
                    <a:pt x="9445554" y="251392"/>
                  </a:lnTo>
                  <a:lnTo>
                    <a:pt x="9392011" y="283456"/>
                  </a:lnTo>
                  <a:lnTo>
                    <a:pt x="9347647" y="313564"/>
                  </a:lnTo>
                  <a:lnTo>
                    <a:pt x="9297185" y="351830"/>
                  </a:lnTo>
                  <a:lnTo>
                    <a:pt x="9248103" y="393244"/>
                  </a:lnTo>
                  <a:lnTo>
                    <a:pt x="9199978" y="437869"/>
                  </a:lnTo>
                  <a:lnTo>
                    <a:pt x="9152482" y="485697"/>
                  </a:lnTo>
                  <a:lnTo>
                    <a:pt x="9105362" y="536652"/>
                  </a:lnTo>
                  <a:lnTo>
                    <a:pt x="9058429" y="590573"/>
                  </a:lnTo>
                  <a:lnTo>
                    <a:pt x="9011551" y="647218"/>
                  </a:lnTo>
                  <a:lnTo>
                    <a:pt x="8964645" y="706260"/>
                  </a:lnTo>
                  <a:lnTo>
                    <a:pt x="8917669" y="767295"/>
                  </a:lnTo>
                  <a:lnTo>
                    <a:pt x="8870614" y="829850"/>
                  </a:lnTo>
                  <a:lnTo>
                    <a:pt x="8823497" y="893399"/>
                  </a:lnTo>
                  <a:lnTo>
                    <a:pt x="8776350" y="957376"/>
                  </a:lnTo>
                  <a:lnTo>
                    <a:pt x="8729214" y="1021201"/>
                  </a:lnTo>
                  <a:lnTo>
                    <a:pt x="8682126" y="1084301"/>
                  </a:lnTo>
                  <a:lnTo>
                    <a:pt x="8635111" y="1146127"/>
                  </a:lnTo>
                  <a:lnTo>
                    <a:pt x="8588175" y="1206178"/>
                  </a:lnTo>
                  <a:lnTo>
                    <a:pt x="8541291" y="1264016"/>
                  </a:lnTo>
                  <a:lnTo>
                    <a:pt x="8494398" y="1319276"/>
                  </a:lnTo>
                  <a:lnTo>
                    <a:pt x="8447387" y="1371676"/>
                  </a:lnTo>
                  <a:lnTo>
                    <a:pt x="8400099" y="1421016"/>
                  </a:lnTo>
                  <a:lnTo>
                    <a:pt x="8352311" y="1467180"/>
                  </a:lnTo>
                  <a:lnTo>
                    <a:pt x="8303734" y="1510127"/>
                  </a:lnTo>
                  <a:lnTo>
                    <a:pt x="8253991" y="1549889"/>
                  </a:lnTo>
                  <a:lnTo>
                    <a:pt x="8229629" y="1567823"/>
                  </a:lnTo>
                  <a:lnTo>
                    <a:pt x="8178132" y="1602468"/>
                  </a:lnTo>
                  <a:lnTo>
                    <a:pt x="8124223" y="1634129"/>
                  </a:lnTo>
                  <a:lnTo>
                    <a:pt x="8067236" y="1662910"/>
                  </a:lnTo>
                  <a:lnTo>
                    <a:pt x="8006434" y="1689012"/>
                  </a:lnTo>
                  <a:lnTo>
                    <a:pt x="7941058" y="1712679"/>
                  </a:lnTo>
                  <a:lnTo>
                    <a:pt x="7870359" y="1734161"/>
                  </a:lnTo>
                  <a:lnTo>
                    <a:pt x="7793653" y="1753695"/>
                  </a:lnTo>
                  <a:lnTo>
                    <a:pt x="7710384" y="1771489"/>
                  </a:lnTo>
                  <a:lnTo>
                    <a:pt x="7620213" y="1787718"/>
                  </a:lnTo>
                  <a:lnTo>
                    <a:pt x="7523129" y="1802515"/>
                  </a:lnTo>
                  <a:lnTo>
                    <a:pt x="7419582" y="1815975"/>
                  </a:lnTo>
                  <a:lnTo>
                    <a:pt x="7310626" y="1828149"/>
                  </a:lnTo>
                  <a:lnTo>
                    <a:pt x="7198045" y="1839054"/>
                  </a:lnTo>
                  <a:lnTo>
                    <a:pt x="7084408" y="1848679"/>
                  </a:lnTo>
                  <a:lnTo>
                    <a:pt x="6973022" y="1856997"/>
                  </a:lnTo>
                  <a:lnTo>
                    <a:pt x="6867721" y="1863985"/>
                  </a:lnTo>
                  <a:lnTo>
                    <a:pt x="6772468" y="1869641"/>
                  </a:lnTo>
                  <a:lnTo>
                    <a:pt x="6690830" y="1874006"/>
                  </a:lnTo>
                  <a:lnTo>
                    <a:pt x="6625402" y="1877172"/>
                  </a:lnTo>
                  <a:lnTo>
                    <a:pt x="6577330" y="1879286"/>
                  </a:lnTo>
                  <a:lnTo>
                    <a:pt x="6546048" y="1880541"/>
                  </a:lnTo>
                  <a:lnTo>
                    <a:pt x="6529258" y="1881157"/>
                  </a:lnTo>
                  <a:lnTo>
                    <a:pt x="6523106" y="1881365"/>
                  </a:lnTo>
                  <a:lnTo>
                    <a:pt x="6522385" y="1881387"/>
                  </a:lnTo>
                  <a:lnTo>
                    <a:pt x="5527445" y="1881387"/>
                  </a:lnTo>
                  <a:lnTo>
                    <a:pt x="5526321" y="1881364"/>
                  </a:lnTo>
                  <a:lnTo>
                    <a:pt x="5518899" y="1881198"/>
                  </a:lnTo>
                  <a:lnTo>
                    <a:pt x="5500084" y="1880740"/>
                  </a:lnTo>
                  <a:lnTo>
                    <a:pt x="5466188" y="1879838"/>
                  </a:lnTo>
                  <a:lnTo>
                    <a:pt x="5415139" y="1878346"/>
                  </a:lnTo>
                  <a:lnTo>
                    <a:pt x="5346643" y="1876142"/>
                  </a:lnTo>
                  <a:lnTo>
                    <a:pt x="5262127" y="1873133"/>
                  </a:lnTo>
                  <a:lnTo>
                    <a:pt x="5164422" y="1869263"/>
                  </a:lnTo>
                  <a:lnTo>
                    <a:pt x="5057257" y="1864513"/>
                  </a:lnTo>
                  <a:lnTo>
                    <a:pt x="4944665" y="1858885"/>
                  </a:lnTo>
                  <a:lnTo>
                    <a:pt x="4830458" y="1852398"/>
                  </a:lnTo>
                  <a:lnTo>
                    <a:pt x="4717866" y="1845067"/>
                  </a:lnTo>
                  <a:lnTo>
                    <a:pt x="4609341" y="1836897"/>
                  </a:lnTo>
                  <a:lnTo>
                    <a:pt x="4506539" y="1827873"/>
                  </a:lnTo>
                  <a:lnTo>
                    <a:pt x="4410397" y="1817954"/>
                  </a:lnTo>
                  <a:lnTo>
                    <a:pt x="4321265" y="1807073"/>
                  </a:lnTo>
                  <a:lnTo>
                    <a:pt x="4239051" y="1795136"/>
                  </a:lnTo>
                  <a:lnTo>
                    <a:pt x="4163356" y="1782021"/>
                  </a:lnTo>
                  <a:lnTo>
                    <a:pt x="4093580" y="1767586"/>
                  </a:lnTo>
                  <a:lnTo>
                    <a:pt x="4029010" y="1751670"/>
                  </a:lnTo>
                  <a:lnTo>
                    <a:pt x="3968882" y="1734107"/>
                  </a:lnTo>
                  <a:lnTo>
                    <a:pt x="3912425" y="1714738"/>
                  </a:lnTo>
                  <a:lnTo>
                    <a:pt x="3858906" y="1693443"/>
                  </a:lnTo>
                  <a:lnTo>
                    <a:pt x="3820202" y="1676129"/>
                  </a:lnTo>
                  <a:lnTo>
                    <a:pt x="3764747" y="1648447"/>
                  </a:lnTo>
                  <a:lnTo>
                    <a:pt x="3710909" y="1618263"/>
                  </a:lnTo>
                  <a:lnTo>
                    <a:pt x="3658145" y="1585531"/>
                  </a:lnTo>
                  <a:lnTo>
                    <a:pt x="3606043" y="1550271"/>
                  </a:lnTo>
                  <a:lnTo>
                    <a:pt x="3554296" y="1512577"/>
                  </a:lnTo>
                  <a:lnTo>
                    <a:pt x="3502689" y="1472620"/>
                  </a:lnTo>
                  <a:lnTo>
                    <a:pt x="3451082" y="1430654"/>
                  </a:lnTo>
                  <a:lnTo>
                    <a:pt x="3399401" y="1387007"/>
                  </a:lnTo>
                  <a:lnTo>
                    <a:pt x="3347625" y="1342078"/>
                  </a:lnTo>
                  <a:lnTo>
                    <a:pt x="3295770" y="1296322"/>
                  </a:lnTo>
                  <a:lnTo>
                    <a:pt x="3243880" y="1250229"/>
                  </a:lnTo>
                  <a:lnTo>
                    <a:pt x="3192009" y="1204305"/>
                  </a:lnTo>
                  <a:lnTo>
                    <a:pt x="3140203" y="1159048"/>
                  </a:lnTo>
                  <a:lnTo>
                    <a:pt x="3088491" y="1114927"/>
                  </a:lnTo>
                  <a:lnTo>
                    <a:pt x="3036864" y="1072361"/>
                  </a:lnTo>
                  <a:lnTo>
                    <a:pt x="2985269" y="1031704"/>
                  </a:lnTo>
                  <a:lnTo>
                    <a:pt x="2933589" y="993234"/>
                  </a:lnTo>
                  <a:lnTo>
                    <a:pt x="2881634" y="957150"/>
                  </a:lnTo>
                  <a:lnTo>
                    <a:pt x="2829130" y="923571"/>
                  </a:lnTo>
                  <a:lnTo>
                    <a:pt x="2775703" y="892541"/>
                  </a:lnTo>
                  <a:lnTo>
                    <a:pt x="2720856" y="864035"/>
                  </a:lnTo>
                  <a:lnTo>
                    <a:pt x="2702183" y="855096"/>
                  </a:lnTo>
                  <a:lnTo>
                    <a:pt x="2650438" y="832315"/>
                  </a:lnTo>
                  <a:lnTo>
                    <a:pt x="2596255" y="811506"/>
                  </a:lnTo>
                  <a:lnTo>
                    <a:pt x="2538958" y="792599"/>
                  </a:lnTo>
                  <a:lnTo>
                    <a:pt x="2477800" y="775460"/>
                  </a:lnTo>
                  <a:lnTo>
                    <a:pt x="2412009" y="759927"/>
                  </a:lnTo>
                  <a:lnTo>
                    <a:pt x="2340828" y="745833"/>
                  </a:lnTo>
                  <a:lnTo>
                    <a:pt x="2263565" y="733023"/>
                  </a:lnTo>
                  <a:lnTo>
                    <a:pt x="2179662" y="721358"/>
                  </a:lnTo>
                  <a:lnTo>
                    <a:pt x="2088784" y="710724"/>
                  </a:lnTo>
                  <a:lnTo>
                    <a:pt x="1990937" y="701032"/>
                  </a:lnTo>
                  <a:lnTo>
                    <a:pt x="1886603" y="692223"/>
                  </a:lnTo>
                  <a:lnTo>
                    <a:pt x="1776884" y="684262"/>
                  </a:lnTo>
                  <a:lnTo>
                    <a:pt x="1663630" y="677139"/>
                  </a:lnTo>
                  <a:lnTo>
                    <a:pt x="1549496" y="670863"/>
                  </a:lnTo>
                  <a:lnTo>
                    <a:pt x="1437878" y="665451"/>
                  </a:lnTo>
                  <a:lnTo>
                    <a:pt x="1332686" y="660920"/>
                  </a:lnTo>
                  <a:lnTo>
                    <a:pt x="1237930" y="657267"/>
                  </a:lnTo>
                  <a:lnTo>
                    <a:pt x="1157171" y="654464"/>
                  </a:lnTo>
                  <a:lnTo>
                    <a:pt x="1092935" y="652447"/>
                  </a:lnTo>
                  <a:lnTo>
                    <a:pt x="1046239" y="651114"/>
                  </a:lnTo>
                  <a:lnTo>
                    <a:pt x="1016344" y="650336"/>
                  </a:lnTo>
                  <a:lnTo>
                    <a:pt x="1000758" y="649965"/>
                  </a:lnTo>
                  <a:lnTo>
                    <a:pt x="995424" y="649848"/>
                  </a:lnTo>
                  <a:lnTo>
                    <a:pt x="994940" y="649838"/>
                  </a:lnTo>
                  <a:lnTo>
                    <a:pt x="0" y="649838"/>
                  </a:lnTo>
                  <a:lnTo>
                    <a:pt x="0" y="6498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8" name="pg1187"/>
            <p:cNvSpPr/>
            <p:nvPr/>
          </p:nvSpPr>
          <p:spPr>
            <a:xfrm>
              <a:off x="1199187" y="1917907"/>
              <a:ext cx="12049831" cy="4564592"/>
            </a:xfrm>
            <a:custGeom>
              <a:avLst/>
              <a:pathLst>
                <a:path w="12049831" h="4564592">
                  <a:moveTo>
                    <a:pt x="0" y="3128658"/>
                  </a:moveTo>
                  <a:lnTo>
                    <a:pt x="994940" y="3128658"/>
                  </a:lnTo>
                  <a:lnTo>
                    <a:pt x="996060" y="3128685"/>
                  </a:lnTo>
                  <a:lnTo>
                    <a:pt x="1003455" y="3128878"/>
                  </a:lnTo>
                  <a:lnTo>
                    <a:pt x="1022202" y="3129409"/>
                  </a:lnTo>
                  <a:lnTo>
                    <a:pt x="1055982" y="3130458"/>
                  </a:lnTo>
                  <a:lnTo>
                    <a:pt x="1106864" y="3132190"/>
                  </a:lnTo>
                  <a:lnTo>
                    <a:pt x="1175153" y="3134751"/>
                  </a:lnTo>
                  <a:lnTo>
                    <a:pt x="1259440" y="3138247"/>
                  </a:lnTo>
                  <a:lnTo>
                    <a:pt x="1356910" y="3142742"/>
                  </a:lnTo>
                  <a:lnTo>
                    <a:pt x="1463858" y="3148263"/>
                  </a:lnTo>
                  <a:lnTo>
                    <a:pt x="1576266" y="3154804"/>
                  </a:lnTo>
                  <a:lnTo>
                    <a:pt x="1690328" y="3162345"/>
                  </a:lnTo>
                  <a:lnTo>
                    <a:pt x="1802820" y="3170868"/>
                  </a:lnTo>
                  <a:lnTo>
                    <a:pt x="1911287" y="3180366"/>
                  </a:lnTo>
                  <a:lnTo>
                    <a:pt x="2014066" y="3190857"/>
                  </a:lnTo>
                  <a:lnTo>
                    <a:pt x="2110213" y="3202387"/>
                  </a:lnTo>
                  <a:lnTo>
                    <a:pt x="2199370" y="3215034"/>
                  </a:lnTo>
                  <a:lnTo>
                    <a:pt x="2281621" y="3228907"/>
                  </a:lnTo>
                  <a:lnTo>
                    <a:pt x="2357359" y="3244147"/>
                  </a:lnTo>
                  <a:lnTo>
                    <a:pt x="2427178" y="3260918"/>
                  </a:lnTo>
                  <a:lnTo>
                    <a:pt x="2491785" y="3279406"/>
                  </a:lnTo>
                  <a:lnTo>
                    <a:pt x="2551943" y="3299805"/>
                  </a:lnTo>
                  <a:lnTo>
                    <a:pt x="2608419" y="3322299"/>
                  </a:lnTo>
                  <a:lnTo>
                    <a:pt x="2661943" y="3347031"/>
                  </a:lnTo>
                  <a:lnTo>
                    <a:pt x="2702183" y="3367980"/>
                  </a:lnTo>
                  <a:lnTo>
                    <a:pt x="2756043" y="3399272"/>
                  </a:lnTo>
                  <a:lnTo>
                    <a:pt x="2808364" y="3433311"/>
                  </a:lnTo>
                  <a:lnTo>
                    <a:pt x="2859646" y="3470150"/>
                  </a:lnTo>
                  <a:lnTo>
                    <a:pt x="2910276" y="3509771"/>
                  </a:lnTo>
                  <a:lnTo>
                    <a:pt x="2960542" y="3552084"/>
                  </a:lnTo>
                  <a:lnTo>
                    <a:pt x="3010652" y="3596916"/>
                  </a:lnTo>
                  <a:lnTo>
                    <a:pt x="3060744" y="3644013"/>
                  </a:lnTo>
                  <a:lnTo>
                    <a:pt x="3110895" y="3693037"/>
                  </a:lnTo>
                  <a:lnTo>
                    <a:pt x="3161136" y="3743578"/>
                  </a:lnTo>
                  <a:lnTo>
                    <a:pt x="3211458" y="3795164"/>
                  </a:lnTo>
                  <a:lnTo>
                    <a:pt x="3261826" y="3847282"/>
                  </a:lnTo>
                  <a:lnTo>
                    <a:pt x="3312194" y="3899393"/>
                  </a:lnTo>
                  <a:lnTo>
                    <a:pt x="3362514" y="3950959"/>
                  </a:lnTo>
                  <a:lnTo>
                    <a:pt x="3412753" y="4001468"/>
                  </a:lnTo>
                  <a:lnTo>
                    <a:pt x="3462903" y="4050448"/>
                  </a:lnTo>
                  <a:lnTo>
                    <a:pt x="3512993" y="4097491"/>
                  </a:lnTo>
                  <a:lnTo>
                    <a:pt x="3563105" y="4142263"/>
                  </a:lnTo>
                  <a:lnTo>
                    <a:pt x="3613378" y="4184510"/>
                  </a:lnTo>
                  <a:lnTo>
                    <a:pt x="3664020" y="4224062"/>
                  </a:lnTo>
                  <a:lnTo>
                    <a:pt x="3715324" y="4260829"/>
                  </a:lnTo>
                  <a:lnTo>
                    <a:pt x="3767676" y="4294799"/>
                  </a:lnTo>
                  <a:lnTo>
                    <a:pt x="3820202" y="4325270"/>
                  </a:lnTo>
                  <a:lnTo>
                    <a:pt x="3871880" y="4351799"/>
                  </a:lnTo>
                  <a:lnTo>
                    <a:pt x="3925988" y="4376035"/>
                  </a:lnTo>
                  <a:lnTo>
                    <a:pt x="3983201" y="4398059"/>
                  </a:lnTo>
                  <a:lnTo>
                    <a:pt x="4044262" y="4418025"/>
                  </a:lnTo>
                  <a:lnTo>
                    <a:pt x="4109940" y="4436123"/>
                  </a:lnTo>
                  <a:lnTo>
                    <a:pt x="4180990" y="4452546"/>
                  </a:lnTo>
                  <a:lnTo>
                    <a:pt x="4258101" y="4467474"/>
                  </a:lnTo>
                  <a:lnTo>
                    <a:pt x="4341831" y="4481070"/>
                  </a:lnTo>
                  <a:lnTo>
                    <a:pt x="4432517" y="4493466"/>
                  </a:lnTo>
                  <a:lnTo>
                    <a:pt x="4530156" y="4504764"/>
                  </a:lnTo>
                  <a:lnTo>
                    <a:pt x="4634277" y="4515036"/>
                  </a:lnTo>
                  <a:lnTo>
                    <a:pt x="4743788" y="4524321"/>
                  </a:lnTo>
                  <a:lnTo>
                    <a:pt x="4856860" y="4532631"/>
                  </a:lnTo>
                  <a:lnTo>
                    <a:pt x="4970860" y="4539956"/>
                  </a:lnTo>
                  <a:lnTo>
                    <a:pt x="5082417" y="4546276"/>
                  </a:lnTo>
                  <a:lnTo>
                    <a:pt x="5187642" y="4551573"/>
                  </a:lnTo>
                  <a:lnTo>
                    <a:pt x="5282536" y="4555848"/>
                  </a:lnTo>
                  <a:lnTo>
                    <a:pt x="5363537" y="4559133"/>
                  </a:lnTo>
                  <a:lnTo>
                    <a:pt x="5428099" y="4561503"/>
                  </a:lnTo>
                  <a:lnTo>
                    <a:pt x="5475170" y="4563073"/>
                  </a:lnTo>
                  <a:lnTo>
                    <a:pt x="5505442" y="4563994"/>
                  </a:lnTo>
                  <a:lnTo>
                    <a:pt x="5521352" y="4564437"/>
                  </a:lnTo>
                  <a:lnTo>
                    <a:pt x="5526903" y="4564579"/>
                  </a:lnTo>
                  <a:lnTo>
                    <a:pt x="5527445" y="4564592"/>
                  </a:lnTo>
                  <a:lnTo>
                    <a:pt x="6522385" y="4564592"/>
                  </a:lnTo>
                  <a:lnTo>
                    <a:pt x="6523380" y="4564516"/>
                  </a:lnTo>
                  <a:lnTo>
                    <a:pt x="6529961" y="4563975"/>
                  </a:lnTo>
                  <a:lnTo>
                    <a:pt x="6546697" y="4562481"/>
                  </a:lnTo>
                  <a:lnTo>
                    <a:pt x="6576982" y="4559536"/>
                  </a:lnTo>
                  <a:lnTo>
                    <a:pt x="6622860" y="4554659"/>
                  </a:lnTo>
                  <a:lnTo>
                    <a:pt x="6684881" y="4547433"/>
                  </a:lnTo>
                  <a:lnTo>
                    <a:pt x="6762108" y="4537529"/>
                  </a:lnTo>
                  <a:lnTo>
                    <a:pt x="6852328" y="4524735"/>
                  </a:lnTo>
                  <a:lnTo>
                    <a:pt x="6952431" y="4508950"/>
                  </a:lnTo>
                  <a:lnTo>
                    <a:pt x="7058889" y="4490165"/>
                  </a:lnTo>
                  <a:lnTo>
                    <a:pt x="7168208" y="4468424"/>
                  </a:lnTo>
                  <a:lnTo>
                    <a:pt x="7277288" y="4443787"/>
                  </a:lnTo>
                  <a:lnTo>
                    <a:pt x="7383631" y="4416293"/>
                  </a:lnTo>
                  <a:lnTo>
                    <a:pt x="7485421" y="4385926"/>
                  </a:lnTo>
                  <a:lnTo>
                    <a:pt x="7581495" y="4352602"/>
                  </a:lnTo>
                  <a:lnTo>
                    <a:pt x="7671256" y="4316154"/>
                  </a:lnTo>
                  <a:lnTo>
                    <a:pt x="7754555" y="4276326"/>
                  </a:lnTo>
                  <a:lnTo>
                    <a:pt x="7831574" y="4232782"/>
                  </a:lnTo>
                  <a:lnTo>
                    <a:pt x="7902726" y="4185105"/>
                  </a:lnTo>
                  <a:lnTo>
                    <a:pt x="7968572" y="4132810"/>
                  </a:lnTo>
                  <a:lnTo>
                    <a:pt x="8029755" y="4075367"/>
                  </a:lnTo>
                  <a:lnTo>
                    <a:pt x="8086955" y="4012232"/>
                  </a:lnTo>
                  <a:lnTo>
                    <a:pt x="8140849" y="3942896"/>
                  </a:lnTo>
                  <a:lnTo>
                    <a:pt x="8192079" y="3866973"/>
                  </a:lnTo>
                  <a:lnTo>
                    <a:pt x="8229629" y="3804700"/>
                  </a:lnTo>
                  <a:lnTo>
                    <a:pt x="8266135" y="3738665"/>
                  </a:lnTo>
                  <a:lnTo>
                    <a:pt x="8301858" y="3668703"/>
                  </a:lnTo>
                  <a:lnTo>
                    <a:pt x="8336969" y="3594737"/>
                  </a:lnTo>
                  <a:lnTo>
                    <a:pt x="8371616" y="3516726"/>
                  </a:lnTo>
                  <a:lnTo>
                    <a:pt x="8405919" y="3434678"/>
                  </a:lnTo>
                  <a:lnTo>
                    <a:pt x="8439982" y="3348644"/>
                  </a:lnTo>
                  <a:lnTo>
                    <a:pt x="8473886" y="3258729"/>
                  </a:lnTo>
                  <a:lnTo>
                    <a:pt x="8507697" y="3165091"/>
                  </a:lnTo>
                  <a:lnTo>
                    <a:pt x="8541467" y="3067943"/>
                  </a:lnTo>
                  <a:lnTo>
                    <a:pt x="8575232" y="2967551"/>
                  </a:lnTo>
                  <a:lnTo>
                    <a:pt x="8609020" y="2864237"/>
                  </a:lnTo>
                  <a:lnTo>
                    <a:pt x="8642843" y="2758371"/>
                  </a:lnTo>
                  <a:lnTo>
                    <a:pt x="8676708" y="2650369"/>
                  </a:lnTo>
                  <a:lnTo>
                    <a:pt x="8710613" y="2540688"/>
                  </a:lnTo>
                  <a:lnTo>
                    <a:pt x="8744549" y="2429815"/>
                  </a:lnTo>
                  <a:lnTo>
                    <a:pt x="8778504" y="2318260"/>
                  </a:lnTo>
                  <a:lnTo>
                    <a:pt x="8812464" y="2206548"/>
                  </a:lnTo>
                  <a:lnTo>
                    <a:pt x="8846413" y="2095206"/>
                  </a:lnTo>
                  <a:lnTo>
                    <a:pt x="8880338" y="1984753"/>
                  </a:lnTo>
                  <a:lnTo>
                    <a:pt x="8914227" y="1875691"/>
                  </a:lnTo>
                  <a:lnTo>
                    <a:pt x="8948075" y="1768498"/>
                  </a:lnTo>
                  <a:lnTo>
                    <a:pt x="8981883" y="1663613"/>
                  </a:lnTo>
                  <a:lnTo>
                    <a:pt x="9015659" y="1561435"/>
                  </a:lnTo>
                  <a:lnTo>
                    <a:pt x="9049423" y="1462315"/>
                  </a:lnTo>
                  <a:lnTo>
                    <a:pt x="9083204" y="1366553"/>
                  </a:lnTo>
                  <a:lnTo>
                    <a:pt x="9117045" y="1274394"/>
                  </a:lnTo>
                  <a:lnTo>
                    <a:pt x="9151004" y="1186028"/>
                  </a:lnTo>
                  <a:lnTo>
                    <a:pt x="9185153" y="1101591"/>
                  </a:lnTo>
                  <a:lnTo>
                    <a:pt x="9219582" y="1021167"/>
                  </a:lnTo>
                  <a:lnTo>
                    <a:pt x="9254400" y="944789"/>
                  </a:lnTo>
                  <a:lnTo>
                    <a:pt x="9289739" y="872444"/>
                  </a:lnTo>
                  <a:lnTo>
                    <a:pt x="9325754" y="804077"/>
                  </a:lnTo>
                  <a:lnTo>
                    <a:pt x="9347647" y="765132"/>
                  </a:lnTo>
                  <a:lnTo>
                    <a:pt x="9397241" y="684086"/>
                  </a:lnTo>
                  <a:lnTo>
                    <a:pt x="9449053" y="609763"/>
                  </a:lnTo>
                  <a:lnTo>
                    <a:pt x="9503677" y="541952"/>
                  </a:lnTo>
                  <a:lnTo>
                    <a:pt x="9561768" y="480227"/>
                  </a:lnTo>
                  <a:lnTo>
                    <a:pt x="9624005" y="424065"/>
                  </a:lnTo>
                  <a:lnTo>
                    <a:pt x="9691064" y="372922"/>
                  </a:lnTo>
                  <a:lnTo>
                    <a:pt x="9763573" y="326275"/>
                  </a:lnTo>
                  <a:lnTo>
                    <a:pt x="9842064" y="283655"/>
                  </a:lnTo>
                  <a:lnTo>
                    <a:pt x="9926902" y="244663"/>
                  </a:lnTo>
                  <a:lnTo>
                    <a:pt x="10018202" y="208982"/>
                  </a:lnTo>
                  <a:lnTo>
                    <a:pt x="10115717" y="176378"/>
                  </a:lnTo>
                  <a:lnTo>
                    <a:pt x="10218725" y="146703"/>
                  </a:lnTo>
                  <a:lnTo>
                    <a:pt x="10325914" y="119891"/>
                  </a:lnTo>
                  <a:lnTo>
                    <a:pt x="10435303" y="95942"/>
                  </a:lnTo>
                  <a:lnTo>
                    <a:pt x="10544240" y="74903"/>
                  </a:lnTo>
                  <a:lnTo>
                    <a:pt x="10649503" y="56832"/>
                  </a:lnTo>
                  <a:lnTo>
                    <a:pt x="10747555" y="41767"/>
                  </a:lnTo>
                  <a:lnTo>
                    <a:pt x="10834924" y="29677"/>
                  </a:lnTo>
                  <a:lnTo>
                    <a:pt x="10908673" y="20438"/>
                  </a:lnTo>
                  <a:lnTo>
                    <a:pt x="10966864" y="13807"/>
                  </a:lnTo>
                  <a:lnTo>
                    <a:pt x="11008904" y="9433"/>
                  </a:lnTo>
                  <a:lnTo>
                    <a:pt x="11035709" y="6880"/>
                  </a:lnTo>
                  <a:lnTo>
                    <a:pt x="11049660" y="5660"/>
                  </a:lnTo>
                  <a:lnTo>
                    <a:pt x="11054448" y="527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96" y="76"/>
                  </a:lnTo>
                  <a:lnTo>
                    <a:pt x="11047315" y="616"/>
                  </a:lnTo>
                  <a:lnTo>
                    <a:pt x="11030579" y="2110"/>
                  </a:lnTo>
                  <a:lnTo>
                    <a:pt x="11000294" y="5056"/>
                  </a:lnTo>
                  <a:lnTo>
                    <a:pt x="10954417" y="9932"/>
                  </a:lnTo>
                  <a:lnTo>
                    <a:pt x="10892396" y="17159"/>
                  </a:lnTo>
                  <a:lnTo>
                    <a:pt x="10815168" y="27063"/>
                  </a:lnTo>
                  <a:lnTo>
                    <a:pt x="10724948" y="39857"/>
                  </a:lnTo>
                  <a:lnTo>
                    <a:pt x="10624845" y="55641"/>
                  </a:lnTo>
                  <a:lnTo>
                    <a:pt x="10518388" y="74427"/>
                  </a:lnTo>
                  <a:lnTo>
                    <a:pt x="10409068" y="96168"/>
                  </a:lnTo>
                  <a:lnTo>
                    <a:pt x="10299988" y="120804"/>
                  </a:lnTo>
                  <a:lnTo>
                    <a:pt x="10193646" y="148299"/>
                  </a:lnTo>
                  <a:lnTo>
                    <a:pt x="10091856" y="178665"/>
                  </a:lnTo>
                  <a:lnTo>
                    <a:pt x="9995781" y="211989"/>
                  </a:lnTo>
                  <a:lnTo>
                    <a:pt x="9906020" y="248438"/>
                  </a:lnTo>
                  <a:lnTo>
                    <a:pt x="9822722" y="288265"/>
                  </a:lnTo>
                  <a:lnTo>
                    <a:pt x="9745703" y="331809"/>
                  </a:lnTo>
                  <a:lnTo>
                    <a:pt x="9674551" y="379486"/>
                  </a:lnTo>
                  <a:lnTo>
                    <a:pt x="9608705" y="431781"/>
                  </a:lnTo>
                  <a:lnTo>
                    <a:pt x="9547521" y="489224"/>
                  </a:lnTo>
                  <a:lnTo>
                    <a:pt x="9490321" y="552360"/>
                  </a:lnTo>
                  <a:lnTo>
                    <a:pt x="9436428" y="621696"/>
                  </a:lnTo>
                  <a:lnTo>
                    <a:pt x="9385197" y="697618"/>
                  </a:lnTo>
                  <a:lnTo>
                    <a:pt x="9347647" y="759891"/>
                  </a:lnTo>
                  <a:lnTo>
                    <a:pt x="9311141" y="825927"/>
                  </a:lnTo>
                  <a:lnTo>
                    <a:pt x="9275419" y="895888"/>
                  </a:lnTo>
                  <a:lnTo>
                    <a:pt x="9240308" y="969855"/>
                  </a:lnTo>
                  <a:lnTo>
                    <a:pt x="9205661" y="1047865"/>
                  </a:lnTo>
                  <a:lnTo>
                    <a:pt x="9171357" y="1129914"/>
                  </a:lnTo>
                  <a:lnTo>
                    <a:pt x="9137295" y="1215948"/>
                  </a:lnTo>
                  <a:lnTo>
                    <a:pt x="9103391" y="1305862"/>
                  </a:lnTo>
                  <a:lnTo>
                    <a:pt x="9069580" y="1399500"/>
                  </a:lnTo>
                  <a:lnTo>
                    <a:pt x="9035810" y="1496648"/>
                  </a:lnTo>
                  <a:lnTo>
                    <a:pt x="9002044" y="1597040"/>
                  </a:lnTo>
                  <a:lnTo>
                    <a:pt x="8968257" y="1700354"/>
                  </a:lnTo>
                  <a:lnTo>
                    <a:pt x="8934434" y="1806221"/>
                  </a:lnTo>
                  <a:lnTo>
                    <a:pt x="8900569" y="1914222"/>
                  </a:lnTo>
                  <a:lnTo>
                    <a:pt x="8866664" y="2023903"/>
                  </a:lnTo>
                  <a:lnTo>
                    <a:pt x="8832728" y="2134777"/>
                  </a:lnTo>
                  <a:lnTo>
                    <a:pt x="8798773" y="2246331"/>
                  </a:lnTo>
                  <a:lnTo>
                    <a:pt x="8764813" y="2358043"/>
                  </a:lnTo>
                  <a:lnTo>
                    <a:pt x="8730864" y="2469386"/>
                  </a:lnTo>
                  <a:lnTo>
                    <a:pt x="8696939" y="2579839"/>
                  </a:lnTo>
                  <a:lnTo>
                    <a:pt x="8663050" y="2688900"/>
                  </a:lnTo>
                  <a:lnTo>
                    <a:pt x="8629202" y="2796093"/>
                  </a:lnTo>
                  <a:lnTo>
                    <a:pt x="8595394" y="2900978"/>
                  </a:lnTo>
                  <a:lnTo>
                    <a:pt x="8561618" y="3003156"/>
                  </a:lnTo>
                  <a:lnTo>
                    <a:pt x="8527854" y="3102276"/>
                  </a:lnTo>
                  <a:lnTo>
                    <a:pt x="8494073" y="3198038"/>
                  </a:lnTo>
                  <a:lnTo>
                    <a:pt x="8460231" y="3290197"/>
                  </a:lnTo>
                  <a:lnTo>
                    <a:pt x="8426272" y="3378563"/>
                  </a:lnTo>
                  <a:lnTo>
                    <a:pt x="8392123" y="3463000"/>
                  </a:lnTo>
                  <a:lnTo>
                    <a:pt x="8357695" y="3543424"/>
                  </a:lnTo>
                  <a:lnTo>
                    <a:pt x="8322877" y="3619802"/>
                  </a:lnTo>
                  <a:lnTo>
                    <a:pt x="8287538" y="3692147"/>
                  </a:lnTo>
                  <a:lnTo>
                    <a:pt x="8251522" y="3760514"/>
                  </a:lnTo>
                  <a:lnTo>
                    <a:pt x="8229629" y="3799459"/>
                  </a:lnTo>
                  <a:lnTo>
                    <a:pt x="8180035" y="3880506"/>
                  </a:lnTo>
                  <a:lnTo>
                    <a:pt x="8128223" y="3954828"/>
                  </a:lnTo>
                  <a:lnTo>
                    <a:pt x="8073599" y="4022639"/>
                  </a:lnTo>
                  <a:lnTo>
                    <a:pt x="8015509" y="4084365"/>
                  </a:lnTo>
                  <a:lnTo>
                    <a:pt x="7953271" y="4140526"/>
                  </a:lnTo>
                  <a:lnTo>
                    <a:pt x="7886212" y="4191670"/>
                  </a:lnTo>
                  <a:lnTo>
                    <a:pt x="7813703" y="4238317"/>
                  </a:lnTo>
                  <a:lnTo>
                    <a:pt x="7735213" y="4280936"/>
                  </a:lnTo>
                  <a:lnTo>
                    <a:pt x="7650374" y="4319928"/>
                  </a:lnTo>
                  <a:lnTo>
                    <a:pt x="7559075" y="4355609"/>
                  </a:lnTo>
                  <a:lnTo>
                    <a:pt x="7461559" y="4388214"/>
                  </a:lnTo>
                  <a:lnTo>
                    <a:pt x="7358551" y="4417888"/>
                  </a:lnTo>
                  <a:lnTo>
                    <a:pt x="7251363" y="4444700"/>
                  </a:lnTo>
                  <a:lnTo>
                    <a:pt x="7141973" y="4468649"/>
                  </a:lnTo>
                  <a:lnTo>
                    <a:pt x="7033037" y="4489689"/>
                  </a:lnTo>
                  <a:lnTo>
                    <a:pt x="6927773" y="4507759"/>
                  </a:lnTo>
                  <a:lnTo>
                    <a:pt x="6829721" y="4522824"/>
                  </a:lnTo>
                  <a:lnTo>
                    <a:pt x="6742352" y="4534914"/>
                  </a:lnTo>
                  <a:lnTo>
                    <a:pt x="6668603" y="4544154"/>
                  </a:lnTo>
                  <a:lnTo>
                    <a:pt x="6610413" y="4550785"/>
                  </a:lnTo>
                  <a:lnTo>
                    <a:pt x="6568372" y="4555158"/>
                  </a:lnTo>
                  <a:lnTo>
                    <a:pt x="6541568" y="4557711"/>
                  </a:lnTo>
                  <a:lnTo>
                    <a:pt x="6527616" y="4558932"/>
                  </a:lnTo>
                  <a:lnTo>
                    <a:pt x="6522829" y="4559318"/>
                  </a:lnTo>
                  <a:lnTo>
                    <a:pt x="6522385" y="4559351"/>
                  </a:lnTo>
                  <a:lnTo>
                    <a:pt x="5527445" y="4559351"/>
                  </a:lnTo>
                  <a:lnTo>
                    <a:pt x="5526325" y="4559324"/>
                  </a:lnTo>
                  <a:lnTo>
                    <a:pt x="5518930" y="4559132"/>
                  </a:lnTo>
                  <a:lnTo>
                    <a:pt x="5500183" y="4558600"/>
                  </a:lnTo>
                  <a:lnTo>
                    <a:pt x="5466403" y="4557552"/>
                  </a:lnTo>
                  <a:lnTo>
                    <a:pt x="5415521" y="4555819"/>
                  </a:lnTo>
                  <a:lnTo>
                    <a:pt x="5347232" y="4553259"/>
                  </a:lnTo>
                  <a:lnTo>
                    <a:pt x="5262945" y="4549763"/>
                  </a:lnTo>
                  <a:lnTo>
                    <a:pt x="5165475" y="4545267"/>
                  </a:lnTo>
                  <a:lnTo>
                    <a:pt x="5058527" y="4539746"/>
                  </a:lnTo>
                  <a:lnTo>
                    <a:pt x="4946119" y="4533205"/>
                  </a:lnTo>
                  <a:lnTo>
                    <a:pt x="4832057" y="4525664"/>
                  </a:lnTo>
                  <a:lnTo>
                    <a:pt x="4719565" y="4517141"/>
                  </a:lnTo>
                  <a:lnTo>
                    <a:pt x="4611098" y="4507644"/>
                  </a:lnTo>
                  <a:lnTo>
                    <a:pt x="4508319" y="4497153"/>
                  </a:lnTo>
                  <a:lnTo>
                    <a:pt x="4412172" y="4485623"/>
                  </a:lnTo>
                  <a:lnTo>
                    <a:pt x="4323015" y="4472975"/>
                  </a:lnTo>
                  <a:lnTo>
                    <a:pt x="4240764" y="4459102"/>
                  </a:lnTo>
                  <a:lnTo>
                    <a:pt x="4165026" y="4443862"/>
                  </a:lnTo>
                  <a:lnTo>
                    <a:pt x="4095207" y="4427091"/>
                  </a:lnTo>
                  <a:lnTo>
                    <a:pt x="4030600" y="4408603"/>
                  </a:lnTo>
                  <a:lnTo>
                    <a:pt x="3970442" y="4388204"/>
                  </a:lnTo>
                  <a:lnTo>
                    <a:pt x="3913966" y="4365710"/>
                  </a:lnTo>
                  <a:lnTo>
                    <a:pt x="3860442" y="4340978"/>
                  </a:lnTo>
                  <a:lnTo>
                    <a:pt x="3820202" y="4320029"/>
                  </a:lnTo>
                  <a:lnTo>
                    <a:pt x="3766342" y="4288737"/>
                  </a:lnTo>
                  <a:lnTo>
                    <a:pt x="3714021" y="4254698"/>
                  </a:lnTo>
                  <a:lnTo>
                    <a:pt x="3662739" y="4217859"/>
                  </a:lnTo>
                  <a:lnTo>
                    <a:pt x="3612109" y="4178238"/>
                  </a:lnTo>
                  <a:lnTo>
                    <a:pt x="3561843" y="4135925"/>
                  </a:lnTo>
                  <a:lnTo>
                    <a:pt x="3511733" y="4091093"/>
                  </a:lnTo>
                  <a:lnTo>
                    <a:pt x="3461641" y="4043996"/>
                  </a:lnTo>
                  <a:lnTo>
                    <a:pt x="3411490" y="3994973"/>
                  </a:lnTo>
                  <a:lnTo>
                    <a:pt x="3361249" y="3944432"/>
                  </a:lnTo>
                  <a:lnTo>
                    <a:pt x="3310927" y="3892845"/>
                  </a:lnTo>
                  <a:lnTo>
                    <a:pt x="3260559" y="3840727"/>
                  </a:lnTo>
                  <a:lnTo>
                    <a:pt x="3210191" y="3788617"/>
                  </a:lnTo>
                  <a:lnTo>
                    <a:pt x="3159871" y="3737050"/>
                  </a:lnTo>
                  <a:lnTo>
                    <a:pt x="3109632" y="3686542"/>
                  </a:lnTo>
                  <a:lnTo>
                    <a:pt x="3059482" y="3637562"/>
                  </a:lnTo>
                  <a:lnTo>
                    <a:pt x="3009392" y="3590518"/>
                  </a:lnTo>
                  <a:lnTo>
                    <a:pt x="2959280" y="3545747"/>
                  </a:lnTo>
                  <a:lnTo>
                    <a:pt x="2909007" y="3503500"/>
                  </a:lnTo>
                  <a:lnTo>
                    <a:pt x="2858365" y="3463948"/>
                  </a:lnTo>
                  <a:lnTo>
                    <a:pt x="2807061" y="3427180"/>
                  </a:lnTo>
                  <a:lnTo>
                    <a:pt x="2754709" y="3393210"/>
                  </a:lnTo>
                  <a:lnTo>
                    <a:pt x="2702183" y="3362740"/>
                  </a:lnTo>
                  <a:lnTo>
                    <a:pt x="2650505" y="3336210"/>
                  </a:lnTo>
                  <a:lnTo>
                    <a:pt x="2596397" y="3311974"/>
                  </a:lnTo>
                  <a:lnTo>
                    <a:pt x="2539184" y="3289951"/>
                  </a:lnTo>
                  <a:lnTo>
                    <a:pt x="2478123" y="3269984"/>
                  </a:lnTo>
                  <a:lnTo>
                    <a:pt x="2412445" y="3251886"/>
                  </a:lnTo>
                  <a:lnTo>
                    <a:pt x="2341395" y="3235464"/>
                  </a:lnTo>
                  <a:lnTo>
                    <a:pt x="2264284" y="3220535"/>
                  </a:lnTo>
                  <a:lnTo>
                    <a:pt x="2180554" y="3206939"/>
                  </a:lnTo>
                  <a:lnTo>
                    <a:pt x="2089868" y="3194544"/>
                  </a:lnTo>
                  <a:lnTo>
                    <a:pt x="1992229" y="3183245"/>
                  </a:lnTo>
                  <a:lnTo>
                    <a:pt x="1888108" y="3172973"/>
                  </a:lnTo>
                  <a:lnTo>
                    <a:pt x="1778597" y="3163688"/>
                  </a:lnTo>
                  <a:lnTo>
                    <a:pt x="1665525" y="3155379"/>
                  </a:lnTo>
                  <a:lnTo>
                    <a:pt x="1551525" y="3148053"/>
                  </a:lnTo>
                  <a:lnTo>
                    <a:pt x="1439968" y="3141733"/>
                  </a:lnTo>
                  <a:lnTo>
                    <a:pt x="1334743" y="3136436"/>
                  </a:lnTo>
                  <a:lnTo>
                    <a:pt x="1239849" y="3132161"/>
                  </a:lnTo>
                  <a:lnTo>
                    <a:pt x="1158848" y="3128876"/>
                  </a:lnTo>
                  <a:lnTo>
                    <a:pt x="1094286" y="3126506"/>
                  </a:lnTo>
                  <a:lnTo>
                    <a:pt x="1047215" y="3124936"/>
                  </a:lnTo>
                  <a:lnTo>
                    <a:pt x="1016943" y="3124015"/>
                  </a:lnTo>
                  <a:lnTo>
                    <a:pt x="1001033" y="3123572"/>
                  </a:lnTo>
                  <a:lnTo>
                    <a:pt x="995482" y="3123430"/>
                  </a:lnTo>
                  <a:lnTo>
                    <a:pt x="994940" y="3123417"/>
                  </a:lnTo>
                  <a:lnTo>
                    <a:pt x="0" y="3123417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89" name="pl1188"/>
            <p:cNvSpPr/>
            <p:nvPr/>
          </p:nvSpPr>
          <p:spPr>
            <a:xfrm>
              <a:off x="1199187" y="1923148"/>
              <a:ext cx="12049831" cy="4559351"/>
            </a:xfrm>
            <a:custGeom>
              <a:avLst/>
              <a:pathLst>
                <a:path w="12049831" h="4559351">
                  <a:moveTo>
                    <a:pt x="0" y="3123417"/>
                  </a:moveTo>
                  <a:lnTo>
                    <a:pt x="994940" y="3123417"/>
                  </a:lnTo>
                  <a:lnTo>
                    <a:pt x="996060" y="3123444"/>
                  </a:lnTo>
                  <a:lnTo>
                    <a:pt x="1003455" y="3123637"/>
                  </a:lnTo>
                  <a:lnTo>
                    <a:pt x="1022202" y="3124169"/>
                  </a:lnTo>
                  <a:lnTo>
                    <a:pt x="1055982" y="3125217"/>
                  </a:lnTo>
                  <a:lnTo>
                    <a:pt x="1106864" y="3126949"/>
                  </a:lnTo>
                  <a:lnTo>
                    <a:pt x="1175153" y="3129510"/>
                  </a:lnTo>
                  <a:lnTo>
                    <a:pt x="1259440" y="3133006"/>
                  </a:lnTo>
                  <a:lnTo>
                    <a:pt x="1356910" y="3137502"/>
                  </a:lnTo>
                  <a:lnTo>
                    <a:pt x="1463858" y="3143023"/>
                  </a:lnTo>
                  <a:lnTo>
                    <a:pt x="1576266" y="3149563"/>
                  </a:lnTo>
                  <a:lnTo>
                    <a:pt x="1690328" y="3157105"/>
                  </a:lnTo>
                  <a:lnTo>
                    <a:pt x="1802820" y="3165627"/>
                  </a:lnTo>
                  <a:lnTo>
                    <a:pt x="1911287" y="3175125"/>
                  </a:lnTo>
                  <a:lnTo>
                    <a:pt x="2014066" y="3185616"/>
                  </a:lnTo>
                  <a:lnTo>
                    <a:pt x="2110213" y="3197146"/>
                  </a:lnTo>
                  <a:lnTo>
                    <a:pt x="2199370" y="3209793"/>
                  </a:lnTo>
                  <a:lnTo>
                    <a:pt x="2281621" y="3223667"/>
                  </a:lnTo>
                  <a:lnTo>
                    <a:pt x="2357359" y="3238906"/>
                  </a:lnTo>
                  <a:lnTo>
                    <a:pt x="2427178" y="3255677"/>
                  </a:lnTo>
                  <a:lnTo>
                    <a:pt x="2491785" y="3274166"/>
                  </a:lnTo>
                  <a:lnTo>
                    <a:pt x="2551943" y="3294565"/>
                  </a:lnTo>
                  <a:lnTo>
                    <a:pt x="2608419" y="3317059"/>
                  </a:lnTo>
                  <a:lnTo>
                    <a:pt x="2661943" y="3341791"/>
                  </a:lnTo>
                  <a:lnTo>
                    <a:pt x="2702183" y="3362740"/>
                  </a:lnTo>
                  <a:lnTo>
                    <a:pt x="2756043" y="3394031"/>
                  </a:lnTo>
                  <a:lnTo>
                    <a:pt x="2808364" y="3428071"/>
                  </a:lnTo>
                  <a:lnTo>
                    <a:pt x="2859646" y="3464909"/>
                  </a:lnTo>
                  <a:lnTo>
                    <a:pt x="2910276" y="3504530"/>
                  </a:lnTo>
                  <a:lnTo>
                    <a:pt x="2960542" y="3546843"/>
                  </a:lnTo>
                  <a:lnTo>
                    <a:pt x="3010652" y="3591676"/>
                  </a:lnTo>
                  <a:lnTo>
                    <a:pt x="3060744" y="3638772"/>
                  </a:lnTo>
                  <a:lnTo>
                    <a:pt x="3110895" y="3687796"/>
                  </a:lnTo>
                  <a:lnTo>
                    <a:pt x="3161136" y="3738337"/>
                  </a:lnTo>
                  <a:lnTo>
                    <a:pt x="3211458" y="3789924"/>
                  </a:lnTo>
                  <a:lnTo>
                    <a:pt x="3261826" y="3842041"/>
                  </a:lnTo>
                  <a:lnTo>
                    <a:pt x="3312194" y="3894152"/>
                  </a:lnTo>
                  <a:lnTo>
                    <a:pt x="3362514" y="3945719"/>
                  </a:lnTo>
                  <a:lnTo>
                    <a:pt x="3412753" y="3996227"/>
                  </a:lnTo>
                  <a:lnTo>
                    <a:pt x="3462903" y="4045207"/>
                  </a:lnTo>
                  <a:lnTo>
                    <a:pt x="3512993" y="4092250"/>
                  </a:lnTo>
                  <a:lnTo>
                    <a:pt x="3563105" y="4137022"/>
                  </a:lnTo>
                  <a:lnTo>
                    <a:pt x="3613378" y="4179269"/>
                  </a:lnTo>
                  <a:lnTo>
                    <a:pt x="3664020" y="4218821"/>
                  </a:lnTo>
                  <a:lnTo>
                    <a:pt x="3715324" y="4255589"/>
                  </a:lnTo>
                  <a:lnTo>
                    <a:pt x="3767676" y="4289558"/>
                  </a:lnTo>
                  <a:lnTo>
                    <a:pt x="3820202" y="4320029"/>
                  </a:lnTo>
                  <a:lnTo>
                    <a:pt x="3871880" y="4346559"/>
                  </a:lnTo>
                  <a:lnTo>
                    <a:pt x="3925988" y="4370794"/>
                  </a:lnTo>
                  <a:lnTo>
                    <a:pt x="3983201" y="4392818"/>
                  </a:lnTo>
                  <a:lnTo>
                    <a:pt x="4044262" y="4412785"/>
                  </a:lnTo>
                  <a:lnTo>
                    <a:pt x="4109940" y="4430883"/>
                  </a:lnTo>
                  <a:lnTo>
                    <a:pt x="4180990" y="4447305"/>
                  </a:lnTo>
                  <a:lnTo>
                    <a:pt x="4258101" y="4462234"/>
                  </a:lnTo>
                  <a:lnTo>
                    <a:pt x="4341831" y="4475829"/>
                  </a:lnTo>
                  <a:lnTo>
                    <a:pt x="4432517" y="4488225"/>
                  </a:lnTo>
                  <a:lnTo>
                    <a:pt x="4530156" y="4499523"/>
                  </a:lnTo>
                  <a:lnTo>
                    <a:pt x="4634277" y="4509795"/>
                  </a:lnTo>
                  <a:lnTo>
                    <a:pt x="4743788" y="4519080"/>
                  </a:lnTo>
                  <a:lnTo>
                    <a:pt x="4856860" y="4527390"/>
                  </a:lnTo>
                  <a:lnTo>
                    <a:pt x="4970860" y="4534715"/>
                  </a:lnTo>
                  <a:lnTo>
                    <a:pt x="5082417" y="4541035"/>
                  </a:lnTo>
                  <a:lnTo>
                    <a:pt x="5187642" y="4546333"/>
                  </a:lnTo>
                  <a:lnTo>
                    <a:pt x="5282536" y="4550607"/>
                  </a:lnTo>
                  <a:lnTo>
                    <a:pt x="5363537" y="4553893"/>
                  </a:lnTo>
                  <a:lnTo>
                    <a:pt x="5428099" y="4556262"/>
                  </a:lnTo>
                  <a:lnTo>
                    <a:pt x="5475170" y="4557833"/>
                  </a:lnTo>
                  <a:lnTo>
                    <a:pt x="5505442" y="4558754"/>
                  </a:lnTo>
                  <a:lnTo>
                    <a:pt x="5521352" y="4559196"/>
                  </a:lnTo>
                  <a:lnTo>
                    <a:pt x="5526903" y="4559338"/>
                  </a:lnTo>
                  <a:lnTo>
                    <a:pt x="5527445" y="4559351"/>
                  </a:lnTo>
                  <a:lnTo>
                    <a:pt x="6522385" y="4559351"/>
                  </a:lnTo>
                  <a:lnTo>
                    <a:pt x="6523380" y="4559275"/>
                  </a:lnTo>
                  <a:lnTo>
                    <a:pt x="6529961" y="4558734"/>
                  </a:lnTo>
                  <a:lnTo>
                    <a:pt x="6546697" y="4557240"/>
                  </a:lnTo>
                  <a:lnTo>
                    <a:pt x="6576982" y="4554295"/>
                  </a:lnTo>
                  <a:lnTo>
                    <a:pt x="6622860" y="4549419"/>
                  </a:lnTo>
                  <a:lnTo>
                    <a:pt x="6684881" y="4542192"/>
                  </a:lnTo>
                  <a:lnTo>
                    <a:pt x="6762108" y="4532288"/>
                  </a:lnTo>
                  <a:lnTo>
                    <a:pt x="6852328" y="4519494"/>
                  </a:lnTo>
                  <a:lnTo>
                    <a:pt x="6952431" y="4503709"/>
                  </a:lnTo>
                  <a:lnTo>
                    <a:pt x="7058889" y="4484924"/>
                  </a:lnTo>
                  <a:lnTo>
                    <a:pt x="7168208" y="4463183"/>
                  </a:lnTo>
                  <a:lnTo>
                    <a:pt x="7277288" y="4438547"/>
                  </a:lnTo>
                  <a:lnTo>
                    <a:pt x="7383631" y="4411052"/>
                  </a:lnTo>
                  <a:lnTo>
                    <a:pt x="7485421" y="4380686"/>
                  </a:lnTo>
                  <a:lnTo>
                    <a:pt x="7581495" y="4347362"/>
                  </a:lnTo>
                  <a:lnTo>
                    <a:pt x="7671256" y="4310913"/>
                  </a:lnTo>
                  <a:lnTo>
                    <a:pt x="7754555" y="4271086"/>
                  </a:lnTo>
                  <a:lnTo>
                    <a:pt x="7831574" y="4227542"/>
                  </a:lnTo>
                  <a:lnTo>
                    <a:pt x="7902726" y="4179864"/>
                  </a:lnTo>
                  <a:lnTo>
                    <a:pt x="7968572" y="4127570"/>
                  </a:lnTo>
                  <a:lnTo>
                    <a:pt x="8029755" y="4070127"/>
                  </a:lnTo>
                  <a:lnTo>
                    <a:pt x="8086955" y="4006991"/>
                  </a:lnTo>
                  <a:lnTo>
                    <a:pt x="8140849" y="3937655"/>
                  </a:lnTo>
                  <a:lnTo>
                    <a:pt x="8192079" y="3861733"/>
                  </a:lnTo>
                  <a:lnTo>
                    <a:pt x="8229629" y="3799459"/>
                  </a:lnTo>
                  <a:lnTo>
                    <a:pt x="8266135" y="3733424"/>
                  </a:lnTo>
                  <a:lnTo>
                    <a:pt x="8301858" y="3663463"/>
                  </a:lnTo>
                  <a:lnTo>
                    <a:pt x="8336969" y="3589496"/>
                  </a:lnTo>
                  <a:lnTo>
                    <a:pt x="8371616" y="3511486"/>
                  </a:lnTo>
                  <a:lnTo>
                    <a:pt x="8405919" y="3429437"/>
                  </a:lnTo>
                  <a:lnTo>
                    <a:pt x="8439982" y="3343403"/>
                  </a:lnTo>
                  <a:lnTo>
                    <a:pt x="8473886" y="3253488"/>
                  </a:lnTo>
                  <a:lnTo>
                    <a:pt x="8507697" y="3159851"/>
                  </a:lnTo>
                  <a:lnTo>
                    <a:pt x="8541467" y="3062702"/>
                  </a:lnTo>
                  <a:lnTo>
                    <a:pt x="8575232" y="2962311"/>
                  </a:lnTo>
                  <a:lnTo>
                    <a:pt x="8609020" y="2858996"/>
                  </a:lnTo>
                  <a:lnTo>
                    <a:pt x="8642843" y="2753130"/>
                  </a:lnTo>
                  <a:lnTo>
                    <a:pt x="8676708" y="2645129"/>
                  </a:lnTo>
                  <a:lnTo>
                    <a:pt x="8710613" y="2535447"/>
                  </a:lnTo>
                  <a:lnTo>
                    <a:pt x="8744549" y="2424574"/>
                  </a:lnTo>
                  <a:lnTo>
                    <a:pt x="8778504" y="2313019"/>
                  </a:lnTo>
                  <a:lnTo>
                    <a:pt x="8812464" y="2201307"/>
                  </a:lnTo>
                  <a:lnTo>
                    <a:pt x="8846413" y="2089965"/>
                  </a:lnTo>
                  <a:lnTo>
                    <a:pt x="8880338" y="1979512"/>
                  </a:lnTo>
                  <a:lnTo>
                    <a:pt x="8914227" y="1870451"/>
                  </a:lnTo>
                  <a:lnTo>
                    <a:pt x="8948075" y="1763257"/>
                  </a:lnTo>
                  <a:lnTo>
                    <a:pt x="8981883" y="1658372"/>
                  </a:lnTo>
                  <a:lnTo>
                    <a:pt x="9015659" y="1556194"/>
                  </a:lnTo>
                  <a:lnTo>
                    <a:pt x="9049423" y="1457075"/>
                  </a:lnTo>
                  <a:lnTo>
                    <a:pt x="9083204" y="1361313"/>
                  </a:lnTo>
                  <a:lnTo>
                    <a:pt x="9117045" y="1269153"/>
                  </a:lnTo>
                  <a:lnTo>
                    <a:pt x="9151004" y="1180787"/>
                  </a:lnTo>
                  <a:lnTo>
                    <a:pt x="9185153" y="1096351"/>
                  </a:lnTo>
                  <a:lnTo>
                    <a:pt x="9219582" y="1015926"/>
                  </a:lnTo>
                  <a:lnTo>
                    <a:pt x="9254400" y="939548"/>
                  </a:lnTo>
                  <a:lnTo>
                    <a:pt x="9289739" y="867204"/>
                  </a:lnTo>
                  <a:lnTo>
                    <a:pt x="9325754" y="798837"/>
                  </a:lnTo>
                  <a:lnTo>
                    <a:pt x="9347647" y="759891"/>
                  </a:lnTo>
                  <a:lnTo>
                    <a:pt x="9397241" y="678845"/>
                  </a:lnTo>
                  <a:lnTo>
                    <a:pt x="9449053" y="604523"/>
                  </a:lnTo>
                  <a:lnTo>
                    <a:pt x="9503677" y="536711"/>
                  </a:lnTo>
                  <a:lnTo>
                    <a:pt x="9561768" y="474986"/>
                  </a:lnTo>
                  <a:lnTo>
                    <a:pt x="9624005" y="418824"/>
                  </a:lnTo>
                  <a:lnTo>
                    <a:pt x="9691064" y="367681"/>
                  </a:lnTo>
                  <a:lnTo>
                    <a:pt x="9763573" y="321034"/>
                  </a:lnTo>
                  <a:lnTo>
                    <a:pt x="9842064" y="278414"/>
                  </a:lnTo>
                  <a:lnTo>
                    <a:pt x="9926902" y="239423"/>
                  </a:lnTo>
                  <a:lnTo>
                    <a:pt x="10018202" y="203741"/>
                  </a:lnTo>
                  <a:lnTo>
                    <a:pt x="10115717" y="171137"/>
                  </a:lnTo>
                  <a:lnTo>
                    <a:pt x="10218725" y="141462"/>
                  </a:lnTo>
                  <a:lnTo>
                    <a:pt x="10325914" y="114650"/>
                  </a:lnTo>
                  <a:lnTo>
                    <a:pt x="10435303" y="90702"/>
                  </a:lnTo>
                  <a:lnTo>
                    <a:pt x="10544240" y="69662"/>
                  </a:lnTo>
                  <a:lnTo>
                    <a:pt x="10649503" y="51592"/>
                  </a:lnTo>
                  <a:lnTo>
                    <a:pt x="10747555" y="36526"/>
                  </a:lnTo>
                  <a:lnTo>
                    <a:pt x="10834924" y="24437"/>
                  </a:lnTo>
                  <a:lnTo>
                    <a:pt x="10908673" y="15197"/>
                  </a:lnTo>
                  <a:lnTo>
                    <a:pt x="10966864" y="8566"/>
                  </a:lnTo>
                  <a:lnTo>
                    <a:pt x="11008904" y="4193"/>
                  </a:lnTo>
                  <a:lnTo>
                    <a:pt x="11035709" y="1639"/>
                  </a:lnTo>
                  <a:lnTo>
                    <a:pt x="11049660" y="419"/>
                  </a:lnTo>
                  <a:lnTo>
                    <a:pt x="11054448" y="3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0" name="pl1189"/>
            <p:cNvSpPr/>
            <p:nvPr/>
          </p:nvSpPr>
          <p:spPr>
            <a:xfrm>
              <a:off x="1199187" y="1917907"/>
              <a:ext cx="12049831" cy="4559351"/>
            </a:xfrm>
            <a:custGeom>
              <a:avLst/>
              <a:pathLst>
                <a:path w="12049831" h="4559351">
                  <a:moveTo>
                    <a:pt x="12049831" y="0"/>
                  </a:moveTo>
                  <a:lnTo>
                    <a:pt x="11054891" y="0"/>
                  </a:lnTo>
                  <a:lnTo>
                    <a:pt x="11053896" y="76"/>
                  </a:lnTo>
                  <a:lnTo>
                    <a:pt x="11047315" y="616"/>
                  </a:lnTo>
                  <a:lnTo>
                    <a:pt x="11030579" y="2110"/>
                  </a:lnTo>
                  <a:lnTo>
                    <a:pt x="11000294" y="5056"/>
                  </a:lnTo>
                  <a:lnTo>
                    <a:pt x="10954417" y="9932"/>
                  </a:lnTo>
                  <a:lnTo>
                    <a:pt x="10892396" y="17159"/>
                  </a:lnTo>
                  <a:lnTo>
                    <a:pt x="10815168" y="27063"/>
                  </a:lnTo>
                  <a:lnTo>
                    <a:pt x="10724948" y="39857"/>
                  </a:lnTo>
                  <a:lnTo>
                    <a:pt x="10624845" y="55641"/>
                  </a:lnTo>
                  <a:lnTo>
                    <a:pt x="10518388" y="74427"/>
                  </a:lnTo>
                  <a:lnTo>
                    <a:pt x="10409068" y="96168"/>
                  </a:lnTo>
                  <a:lnTo>
                    <a:pt x="10299988" y="120804"/>
                  </a:lnTo>
                  <a:lnTo>
                    <a:pt x="10193646" y="148299"/>
                  </a:lnTo>
                  <a:lnTo>
                    <a:pt x="10091856" y="178665"/>
                  </a:lnTo>
                  <a:lnTo>
                    <a:pt x="9995781" y="211989"/>
                  </a:lnTo>
                  <a:lnTo>
                    <a:pt x="9906020" y="248438"/>
                  </a:lnTo>
                  <a:lnTo>
                    <a:pt x="9822722" y="288265"/>
                  </a:lnTo>
                  <a:lnTo>
                    <a:pt x="9745703" y="331809"/>
                  </a:lnTo>
                  <a:lnTo>
                    <a:pt x="9674551" y="379486"/>
                  </a:lnTo>
                  <a:lnTo>
                    <a:pt x="9608705" y="431781"/>
                  </a:lnTo>
                  <a:lnTo>
                    <a:pt x="9547521" y="489224"/>
                  </a:lnTo>
                  <a:lnTo>
                    <a:pt x="9490321" y="552360"/>
                  </a:lnTo>
                  <a:lnTo>
                    <a:pt x="9436428" y="621696"/>
                  </a:lnTo>
                  <a:lnTo>
                    <a:pt x="9385197" y="697618"/>
                  </a:lnTo>
                  <a:lnTo>
                    <a:pt x="9347647" y="759891"/>
                  </a:lnTo>
                  <a:lnTo>
                    <a:pt x="9311141" y="825927"/>
                  </a:lnTo>
                  <a:lnTo>
                    <a:pt x="9275419" y="895888"/>
                  </a:lnTo>
                  <a:lnTo>
                    <a:pt x="9240308" y="969855"/>
                  </a:lnTo>
                  <a:lnTo>
                    <a:pt x="9205661" y="1047865"/>
                  </a:lnTo>
                  <a:lnTo>
                    <a:pt x="9171357" y="1129914"/>
                  </a:lnTo>
                  <a:lnTo>
                    <a:pt x="9137295" y="1215948"/>
                  </a:lnTo>
                  <a:lnTo>
                    <a:pt x="9103391" y="1305862"/>
                  </a:lnTo>
                  <a:lnTo>
                    <a:pt x="9069580" y="1399500"/>
                  </a:lnTo>
                  <a:lnTo>
                    <a:pt x="9035810" y="1496648"/>
                  </a:lnTo>
                  <a:lnTo>
                    <a:pt x="9002044" y="1597040"/>
                  </a:lnTo>
                  <a:lnTo>
                    <a:pt x="8968257" y="1700354"/>
                  </a:lnTo>
                  <a:lnTo>
                    <a:pt x="8934434" y="1806221"/>
                  </a:lnTo>
                  <a:lnTo>
                    <a:pt x="8900569" y="1914222"/>
                  </a:lnTo>
                  <a:lnTo>
                    <a:pt x="8866664" y="2023903"/>
                  </a:lnTo>
                  <a:lnTo>
                    <a:pt x="8832728" y="2134777"/>
                  </a:lnTo>
                  <a:lnTo>
                    <a:pt x="8798773" y="2246331"/>
                  </a:lnTo>
                  <a:lnTo>
                    <a:pt x="8764813" y="2358043"/>
                  </a:lnTo>
                  <a:lnTo>
                    <a:pt x="8730864" y="2469386"/>
                  </a:lnTo>
                  <a:lnTo>
                    <a:pt x="8696939" y="2579839"/>
                  </a:lnTo>
                  <a:lnTo>
                    <a:pt x="8663050" y="2688900"/>
                  </a:lnTo>
                  <a:lnTo>
                    <a:pt x="8629202" y="2796093"/>
                  </a:lnTo>
                  <a:lnTo>
                    <a:pt x="8595394" y="2900978"/>
                  </a:lnTo>
                  <a:lnTo>
                    <a:pt x="8561618" y="3003156"/>
                  </a:lnTo>
                  <a:lnTo>
                    <a:pt x="8527854" y="3102276"/>
                  </a:lnTo>
                  <a:lnTo>
                    <a:pt x="8494073" y="3198038"/>
                  </a:lnTo>
                  <a:lnTo>
                    <a:pt x="8460231" y="3290197"/>
                  </a:lnTo>
                  <a:lnTo>
                    <a:pt x="8426272" y="3378563"/>
                  </a:lnTo>
                  <a:lnTo>
                    <a:pt x="8392123" y="3463000"/>
                  </a:lnTo>
                  <a:lnTo>
                    <a:pt x="8357695" y="3543424"/>
                  </a:lnTo>
                  <a:lnTo>
                    <a:pt x="8322877" y="3619802"/>
                  </a:lnTo>
                  <a:lnTo>
                    <a:pt x="8287538" y="3692147"/>
                  </a:lnTo>
                  <a:lnTo>
                    <a:pt x="8251522" y="3760514"/>
                  </a:lnTo>
                  <a:lnTo>
                    <a:pt x="8229629" y="3799459"/>
                  </a:lnTo>
                  <a:lnTo>
                    <a:pt x="8180035" y="3880506"/>
                  </a:lnTo>
                  <a:lnTo>
                    <a:pt x="8128223" y="3954828"/>
                  </a:lnTo>
                  <a:lnTo>
                    <a:pt x="8073599" y="4022639"/>
                  </a:lnTo>
                  <a:lnTo>
                    <a:pt x="8015509" y="4084365"/>
                  </a:lnTo>
                  <a:lnTo>
                    <a:pt x="7953271" y="4140526"/>
                  </a:lnTo>
                  <a:lnTo>
                    <a:pt x="7886212" y="4191670"/>
                  </a:lnTo>
                  <a:lnTo>
                    <a:pt x="7813703" y="4238317"/>
                  </a:lnTo>
                  <a:lnTo>
                    <a:pt x="7735213" y="4280936"/>
                  </a:lnTo>
                  <a:lnTo>
                    <a:pt x="7650374" y="4319928"/>
                  </a:lnTo>
                  <a:lnTo>
                    <a:pt x="7559075" y="4355609"/>
                  </a:lnTo>
                  <a:lnTo>
                    <a:pt x="7461559" y="4388214"/>
                  </a:lnTo>
                  <a:lnTo>
                    <a:pt x="7358551" y="4417888"/>
                  </a:lnTo>
                  <a:lnTo>
                    <a:pt x="7251363" y="4444700"/>
                  </a:lnTo>
                  <a:lnTo>
                    <a:pt x="7141973" y="4468649"/>
                  </a:lnTo>
                  <a:lnTo>
                    <a:pt x="7033037" y="4489689"/>
                  </a:lnTo>
                  <a:lnTo>
                    <a:pt x="6927773" y="4507759"/>
                  </a:lnTo>
                  <a:lnTo>
                    <a:pt x="6829721" y="4522824"/>
                  </a:lnTo>
                  <a:lnTo>
                    <a:pt x="6742352" y="4534914"/>
                  </a:lnTo>
                  <a:lnTo>
                    <a:pt x="6668603" y="4544154"/>
                  </a:lnTo>
                  <a:lnTo>
                    <a:pt x="6610413" y="4550785"/>
                  </a:lnTo>
                  <a:lnTo>
                    <a:pt x="6568372" y="4555158"/>
                  </a:lnTo>
                  <a:lnTo>
                    <a:pt x="6541568" y="4557711"/>
                  </a:lnTo>
                  <a:lnTo>
                    <a:pt x="6527616" y="4558932"/>
                  </a:lnTo>
                  <a:lnTo>
                    <a:pt x="6522829" y="4559318"/>
                  </a:lnTo>
                  <a:lnTo>
                    <a:pt x="6522385" y="4559351"/>
                  </a:lnTo>
                  <a:lnTo>
                    <a:pt x="5527445" y="4559351"/>
                  </a:lnTo>
                  <a:lnTo>
                    <a:pt x="5526325" y="4559324"/>
                  </a:lnTo>
                  <a:lnTo>
                    <a:pt x="5518930" y="4559132"/>
                  </a:lnTo>
                  <a:lnTo>
                    <a:pt x="5500183" y="4558600"/>
                  </a:lnTo>
                  <a:lnTo>
                    <a:pt x="5466403" y="4557552"/>
                  </a:lnTo>
                  <a:lnTo>
                    <a:pt x="5415521" y="4555819"/>
                  </a:lnTo>
                  <a:lnTo>
                    <a:pt x="5347232" y="4553259"/>
                  </a:lnTo>
                  <a:lnTo>
                    <a:pt x="5262945" y="4549763"/>
                  </a:lnTo>
                  <a:lnTo>
                    <a:pt x="5165475" y="4545267"/>
                  </a:lnTo>
                  <a:lnTo>
                    <a:pt x="5058527" y="4539746"/>
                  </a:lnTo>
                  <a:lnTo>
                    <a:pt x="4946119" y="4533205"/>
                  </a:lnTo>
                  <a:lnTo>
                    <a:pt x="4832057" y="4525664"/>
                  </a:lnTo>
                  <a:lnTo>
                    <a:pt x="4719565" y="4517141"/>
                  </a:lnTo>
                  <a:lnTo>
                    <a:pt x="4611098" y="4507644"/>
                  </a:lnTo>
                  <a:lnTo>
                    <a:pt x="4508319" y="4497153"/>
                  </a:lnTo>
                  <a:lnTo>
                    <a:pt x="4412172" y="4485623"/>
                  </a:lnTo>
                  <a:lnTo>
                    <a:pt x="4323015" y="4472975"/>
                  </a:lnTo>
                  <a:lnTo>
                    <a:pt x="4240764" y="4459102"/>
                  </a:lnTo>
                  <a:lnTo>
                    <a:pt x="4165026" y="4443862"/>
                  </a:lnTo>
                  <a:lnTo>
                    <a:pt x="4095207" y="4427091"/>
                  </a:lnTo>
                  <a:lnTo>
                    <a:pt x="4030600" y="4408603"/>
                  </a:lnTo>
                  <a:lnTo>
                    <a:pt x="3970442" y="4388204"/>
                  </a:lnTo>
                  <a:lnTo>
                    <a:pt x="3913966" y="4365710"/>
                  </a:lnTo>
                  <a:lnTo>
                    <a:pt x="3860442" y="4340978"/>
                  </a:lnTo>
                  <a:lnTo>
                    <a:pt x="3820202" y="4320029"/>
                  </a:lnTo>
                  <a:lnTo>
                    <a:pt x="3766342" y="4288737"/>
                  </a:lnTo>
                  <a:lnTo>
                    <a:pt x="3714021" y="4254698"/>
                  </a:lnTo>
                  <a:lnTo>
                    <a:pt x="3662739" y="4217859"/>
                  </a:lnTo>
                  <a:lnTo>
                    <a:pt x="3612109" y="4178238"/>
                  </a:lnTo>
                  <a:lnTo>
                    <a:pt x="3561843" y="4135925"/>
                  </a:lnTo>
                  <a:lnTo>
                    <a:pt x="3511733" y="4091093"/>
                  </a:lnTo>
                  <a:lnTo>
                    <a:pt x="3461641" y="4043996"/>
                  </a:lnTo>
                  <a:lnTo>
                    <a:pt x="3411490" y="3994973"/>
                  </a:lnTo>
                  <a:lnTo>
                    <a:pt x="3361249" y="3944432"/>
                  </a:lnTo>
                  <a:lnTo>
                    <a:pt x="3310927" y="3892845"/>
                  </a:lnTo>
                  <a:lnTo>
                    <a:pt x="3260559" y="3840727"/>
                  </a:lnTo>
                  <a:lnTo>
                    <a:pt x="3210191" y="3788617"/>
                  </a:lnTo>
                  <a:lnTo>
                    <a:pt x="3159871" y="3737050"/>
                  </a:lnTo>
                  <a:lnTo>
                    <a:pt x="3109632" y="3686542"/>
                  </a:lnTo>
                  <a:lnTo>
                    <a:pt x="3059482" y="3637562"/>
                  </a:lnTo>
                  <a:lnTo>
                    <a:pt x="3009392" y="3590518"/>
                  </a:lnTo>
                  <a:lnTo>
                    <a:pt x="2959280" y="3545747"/>
                  </a:lnTo>
                  <a:lnTo>
                    <a:pt x="2909007" y="3503500"/>
                  </a:lnTo>
                  <a:lnTo>
                    <a:pt x="2858365" y="3463948"/>
                  </a:lnTo>
                  <a:lnTo>
                    <a:pt x="2807061" y="3427180"/>
                  </a:lnTo>
                  <a:lnTo>
                    <a:pt x="2754709" y="3393210"/>
                  </a:lnTo>
                  <a:lnTo>
                    <a:pt x="2702183" y="3362740"/>
                  </a:lnTo>
                  <a:lnTo>
                    <a:pt x="2650505" y="3336210"/>
                  </a:lnTo>
                  <a:lnTo>
                    <a:pt x="2596397" y="3311974"/>
                  </a:lnTo>
                  <a:lnTo>
                    <a:pt x="2539184" y="3289951"/>
                  </a:lnTo>
                  <a:lnTo>
                    <a:pt x="2478123" y="3269984"/>
                  </a:lnTo>
                  <a:lnTo>
                    <a:pt x="2412445" y="3251886"/>
                  </a:lnTo>
                  <a:lnTo>
                    <a:pt x="2341395" y="3235464"/>
                  </a:lnTo>
                  <a:lnTo>
                    <a:pt x="2264284" y="3220535"/>
                  </a:lnTo>
                  <a:lnTo>
                    <a:pt x="2180554" y="3206939"/>
                  </a:lnTo>
                  <a:lnTo>
                    <a:pt x="2089868" y="3194544"/>
                  </a:lnTo>
                  <a:lnTo>
                    <a:pt x="1992229" y="3183245"/>
                  </a:lnTo>
                  <a:lnTo>
                    <a:pt x="1888108" y="3172973"/>
                  </a:lnTo>
                  <a:lnTo>
                    <a:pt x="1778597" y="3163688"/>
                  </a:lnTo>
                  <a:lnTo>
                    <a:pt x="1665525" y="3155379"/>
                  </a:lnTo>
                  <a:lnTo>
                    <a:pt x="1551525" y="3148053"/>
                  </a:lnTo>
                  <a:lnTo>
                    <a:pt x="1439968" y="3141733"/>
                  </a:lnTo>
                  <a:lnTo>
                    <a:pt x="1334743" y="3136436"/>
                  </a:lnTo>
                  <a:lnTo>
                    <a:pt x="1239849" y="3132161"/>
                  </a:lnTo>
                  <a:lnTo>
                    <a:pt x="1158848" y="3128876"/>
                  </a:lnTo>
                  <a:lnTo>
                    <a:pt x="1094286" y="3126506"/>
                  </a:lnTo>
                  <a:lnTo>
                    <a:pt x="1047215" y="3124936"/>
                  </a:lnTo>
                  <a:lnTo>
                    <a:pt x="1016943" y="3124015"/>
                  </a:lnTo>
                  <a:lnTo>
                    <a:pt x="1001033" y="3123572"/>
                  </a:lnTo>
                  <a:lnTo>
                    <a:pt x="995482" y="3123430"/>
                  </a:lnTo>
                  <a:lnTo>
                    <a:pt x="994940" y="3123417"/>
                  </a:lnTo>
                  <a:lnTo>
                    <a:pt x="0" y="3123417"/>
                  </a:lnTo>
                  <a:lnTo>
                    <a:pt x="0" y="31234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1" name="pg1190"/>
            <p:cNvSpPr/>
            <p:nvPr/>
          </p:nvSpPr>
          <p:spPr>
            <a:xfrm>
              <a:off x="1199187" y="1545822"/>
              <a:ext cx="12049831" cy="4727051"/>
            </a:xfrm>
            <a:custGeom>
              <a:avLst/>
              <a:pathLst>
                <a:path w="12049831" h="4727051">
                  <a:moveTo>
                    <a:pt x="0" y="3479781"/>
                  </a:moveTo>
                  <a:lnTo>
                    <a:pt x="994940" y="3479781"/>
                  </a:lnTo>
                  <a:lnTo>
                    <a:pt x="996064" y="3479804"/>
                  </a:lnTo>
                  <a:lnTo>
                    <a:pt x="1003484" y="3479972"/>
                  </a:lnTo>
                  <a:lnTo>
                    <a:pt x="1022294" y="3480436"/>
                  </a:lnTo>
                  <a:lnTo>
                    <a:pt x="1056182" y="3481349"/>
                  </a:lnTo>
                  <a:lnTo>
                    <a:pt x="1107219" y="3482859"/>
                  </a:lnTo>
                  <a:lnTo>
                    <a:pt x="1175699" y="3485091"/>
                  </a:lnTo>
                  <a:lnTo>
                    <a:pt x="1260199" y="3488138"/>
                  </a:lnTo>
                  <a:lnTo>
                    <a:pt x="1357887" y="3492056"/>
                  </a:lnTo>
                  <a:lnTo>
                    <a:pt x="1465037" y="3496866"/>
                  </a:lnTo>
                  <a:lnTo>
                    <a:pt x="1577616" y="3502564"/>
                  </a:lnTo>
                  <a:lnTo>
                    <a:pt x="1691812" y="3509133"/>
                  </a:lnTo>
                  <a:lnTo>
                    <a:pt x="1804398" y="3516556"/>
                  </a:lnTo>
                  <a:lnTo>
                    <a:pt x="1912918" y="3524828"/>
                  </a:lnTo>
                  <a:lnTo>
                    <a:pt x="2015719" y="3533966"/>
                  </a:lnTo>
                  <a:lnTo>
                    <a:pt x="2111861" y="3544009"/>
                  </a:lnTo>
                  <a:lnTo>
                    <a:pt x="2200995" y="3555026"/>
                  </a:lnTo>
                  <a:lnTo>
                    <a:pt x="2283211" y="3567113"/>
                  </a:lnTo>
                  <a:lnTo>
                    <a:pt x="2358910" y="3580392"/>
                  </a:lnTo>
                  <a:lnTo>
                    <a:pt x="2428689" y="3595008"/>
                  </a:lnTo>
                  <a:lnTo>
                    <a:pt x="2493261" y="3611123"/>
                  </a:lnTo>
                  <a:lnTo>
                    <a:pt x="2553392" y="3628905"/>
                  </a:lnTo>
                  <a:lnTo>
                    <a:pt x="2609850" y="3648515"/>
                  </a:lnTo>
                  <a:lnTo>
                    <a:pt x="2663369" y="3670076"/>
                  </a:lnTo>
                  <a:lnTo>
                    <a:pt x="2702183" y="3687659"/>
                  </a:lnTo>
                  <a:lnTo>
                    <a:pt x="2757515" y="3715628"/>
                  </a:lnTo>
                  <a:lnTo>
                    <a:pt x="2811237" y="3746121"/>
                  </a:lnTo>
                  <a:lnTo>
                    <a:pt x="2863888" y="3779183"/>
                  </a:lnTo>
                  <a:lnTo>
                    <a:pt x="2915878" y="3814793"/>
                  </a:lnTo>
                  <a:lnTo>
                    <a:pt x="2967511" y="3852859"/>
                  </a:lnTo>
                  <a:lnTo>
                    <a:pt x="3019004" y="3893208"/>
                  </a:lnTo>
                  <a:lnTo>
                    <a:pt x="3070494" y="3935588"/>
                  </a:lnTo>
                  <a:lnTo>
                    <a:pt x="3122058" y="3979668"/>
                  </a:lnTo>
                  <a:lnTo>
                    <a:pt x="3173717" y="4025048"/>
                  </a:lnTo>
                  <a:lnTo>
                    <a:pt x="3225454" y="4071272"/>
                  </a:lnTo>
                  <a:lnTo>
                    <a:pt x="3277227" y="4117847"/>
                  </a:lnTo>
                  <a:lnTo>
                    <a:pt x="3328984" y="4164264"/>
                  </a:lnTo>
                  <a:lnTo>
                    <a:pt x="3380676" y="4210022"/>
                  </a:lnTo>
                  <a:lnTo>
                    <a:pt x="3432276" y="4254647"/>
                  </a:lnTo>
                  <a:lnTo>
                    <a:pt x="3483788" y="4297717"/>
                  </a:lnTo>
                  <a:lnTo>
                    <a:pt x="3535268" y="4338873"/>
                  </a:lnTo>
                  <a:lnTo>
                    <a:pt x="3586827" y="4377833"/>
                  </a:lnTo>
                  <a:lnTo>
                    <a:pt x="3638650" y="4414393"/>
                  </a:lnTo>
                  <a:lnTo>
                    <a:pt x="3691007" y="4448430"/>
                  </a:lnTo>
                  <a:lnTo>
                    <a:pt x="3744265" y="4479899"/>
                  </a:lnTo>
                  <a:lnTo>
                    <a:pt x="3798911" y="4508820"/>
                  </a:lnTo>
                  <a:lnTo>
                    <a:pt x="3820202" y="4519173"/>
                  </a:lnTo>
                  <a:lnTo>
                    <a:pt x="3871942" y="4542243"/>
                  </a:lnTo>
                  <a:lnTo>
                    <a:pt x="3926119" y="4563316"/>
                  </a:lnTo>
                  <a:lnTo>
                    <a:pt x="3983411" y="4582463"/>
                  </a:lnTo>
                  <a:lnTo>
                    <a:pt x="4044562" y="4599820"/>
                  </a:lnTo>
                  <a:lnTo>
                    <a:pt x="4110345" y="4615551"/>
                  </a:lnTo>
                  <a:lnTo>
                    <a:pt x="4181517" y="4629823"/>
                  </a:lnTo>
                  <a:lnTo>
                    <a:pt x="4258769" y="4642797"/>
                  </a:lnTo>
                  <a:lnTo>
                    <a:pt x="4342659" y="4654610"/>
                  </a:lnTo>
                  <a:lnTo>
                    <a:pt x="4433523" y="4665380"/>
                  </a:lnTo>
                  <a:lnTo>
                    <a:pt x="4531355" y="4675195"/>
                  </a:lnTo>
                  <a:lnTo>
                    <a:pt x="4635674" y="4684117"/>
                  </a:lnTo>
                  <a:lnTo>
                    <a:pt x="4745378" y="4692180"/>
                  </a:lnTo>
                  <a:lnTo>
                    <a:pt x="4858619" y="4699394"/>
                  </a:lnTo>
                  <a:lnTo>
                    <a:pt x="4972744" y="4705751"/>
                  </a:lnTo>
                  <a:lnTo>
                    <a:pt x="5084357" y="4711232"/>
                  </a:lnTo>
                  <a:lnTo>
                    <a:pt x="5189552" y="4715822"/>
                  </a:lnTo>
                  <a:lnTo>
                    <a:pt x="5284317" y="4719522"/>
                  </a:lnTo>
                  <a:lnTo>
                    <a:pt x="5365094" y="4722362"/>
                  </a:lnTo>
                  <a:lnTo>
                    <a:pt x="5429354" y="4724406"/>
                  </a:lnTo>
                  <a:lnTo>
                    <a:pt x="5476077" y="4725757"/>
                  </a:lnTo>
                  <a:lnTo>
                    <a:pt x="5505999" y="4726546"/>
                  </a:lnTo>
                  <a:lnTo>
                    <a:pt x="5521608" y="4726923"/>
                  </a:lnTo>
                  <a:lnTo>
                    <a:pt x="5526957" y="4727041"/>
                  </a:lnTo>
                  <a:lnTo>
                    <a:pt x="5527445" y="4727051"/>
                  </a:lnTo>
                  <a:lnTo>
                    <a:pt x="6522385" y="4727051"/>
                  </a:lnTo>
                  <a:lnTo>
                    <a:pt x="6523263" y="4726982"/>
                  </a:lnTo>
                  <a:lnTo>
                    <a:pt x="6529083" y="4726490"/>
                  </a:lnTo>
                  <a:lnTo>
                    <a:pt x="6543928" y="4725130"/>
                  </a:lnTo>
                  <a:lnTo>
                    <a:pt x="6570903" y="4722448"/>
                  </a:lnTo>
                  <a:lnTo>
                    <a:pt x="6611991" y="4718002"/>
                  </a:lnTo>
                  <a:lnTo>
                    <a:pt x="6667928" y="4711396"/>
                  </a:lnTo>
                  <a:lnTo>
                    <a:pt x="6738177" y="4702310"/>
                  </a:lnTo>
                  <a:lnTo>
                    <a:pt x="6821062" y="4690521"/>
                  </a:lnTo>
                  <a:lnTo>
                    <a:pt x="6914044" y="4675908"/>
                  </a:lnTo>
                  <a:lnTo>
                    <a:pt x="7014094" y="4658435"/>
                  </a:lnTo>
                  <a:lnTo>
                    <a:pt x="7118077" y="4638128"/>
                  </a:lnTo>
                  <a:lnTo>
                    <a:pt x="7223078" y="4615041"/>
                  </a:lnTo>
                  <a:lnTo>
                    <a:pt x="7326630" y="4589222"/>
                  </a:lnTo>
                  <a:lnTo>
                    <a:pt x="7426818" y="4560686"/>
                  </a:lnTo>
                  <a:lnTo>
                    <a:pt x="7522304" y="4529394"/>
                  </a:lnTo>
                  <a:lnTo>
                    <a:pt x="7612275" y="4495238"/>
                  </a:lnTo>
                  <a:lnTo>
                    <a:pt x="7696358" y="4458038"/>
                  </a:lnTo>
                  <a:lnTo>
                    <a:pt x="7774524" y="4417539"/>
                  </a:lnTo>
                  <a:lnTo>
                    <a:pt x="7847000" y="4373411"/>
                  </a:lnTo>
                  <a:lnTo>
                    <a:pt x="7914185" y="4325260"/>
                  </a:lnTo>
                  <a:lnTo>
                    <a:pt x="7976590" y="4272633"/>
                  </a:lnTo>
                  <a:lnTo>
                    <a:pt x="8034791" y="4215043"/>
                  </a:lnTo>
                  <a:lnTo>
                    <a:pt x="8089387" y="4151994"/>
                  </a:lnTo>
                  <a:lnTo>
                    <a:pt x="8140972" y="4083026"/>
                  </a:lnTo>
                  <a:lnTo>
                    <a:pt x="8190113" y="4007790"/>
                  </a:lnTo>
                  <a:lnTo>
                    <a:pt x="8229629" y="3940083"/>
                  </a:lnTo>
                  <a:lnTo>
                    <a:pt x="8265581" y="3872776"/>
                  </a:lnTo>
                  <a:lnTo>
                    <a:pt x="8300770" y="3801528"/>
                  </a:lnTo>
                  <a:lnTo>
                    <a:pt x="8335362" y="3726261"/>
                  </a:lnTo>
                  <a:lnTo>
                    <a:pt x="8369497" y="3646934"/>
                  </a:lnTo>
                  <a:lnTo>
                    <a:pt x="8403294" y="3563551"/>
                  </a:lnTo>
                  <a:lnTo>
                    <a:pt x="8436850" y="3476160"/>
                  </a:lnTo>
                  <a:lnTo>
                    <a:pt x="8470245" y="3384861"/>
                  </a:lnTo>
                  <a:lnTo>
                    <a:pt x="8503544" y="3289804"/>
                  </a:lnTo>
                  <a:lnTo>
                    <a:pt x="8536798" y="3191192"/>
                  </a:lnTo>
                  <a:lnTo>
                    <a:pt x="8570044" y="3089284"/>
                  </a:lnTo>
                  <a:lnTo>
                    <a:pt x="8603307" y="2984388"/>
                  </a:lnTo>
                  <a:lnTo>
                    <a:pt x="8636604" y="2876864"/>
                  </a:lnTo>
                  <a:lnTo>
                    <a:pt x="8669941" y="2767115"/>
                  </a:lnTo>
                  <a:lnTo>
                    <a:pt x="8703317" y="2655586"/>
                  </a:lnTo>
                  <a:lnTo>
                    <a:pt x="8736726" y="2542752"/>
                  </a:lnTo>
                  <a:lnTo>
                    <a:pt x="8770156" y="2429114"/>
                  </a:lnTo>
                  <a:lnTo>
                    <a:pt x="8803594" y="2315188"/>
                  </a:lnTo>
                  <a:lnTo>
                    <a:pt x="8837026" y="2201495"/>
                  </a:lnTo>
                  <a:lnTo>
                    <a:pt x="8870438" y="2088552"/>
                  </a:lnTo>
                  <a:lnTo>
                    <a:pt x="8903818" y="1976862"/>
                  </a:lnTo>
                  <a:lnTo>
                    <a:pt x="8937159" y="1866904"/>
                  </a:lnTo>
                  <a:lnTo>
                    <a:pt x="8970460" y="1759125"/>
                  </a:lnTo>
                  <a:lnTo>
                    <a:pt x="9003726" y="1653934"/>
                  </a:lnTo>
                  <a:lnTo>
                    <a:pt x="9036973" y="1551696"/>
                  </a:lnTo>
                  <a:lnTo>
                    <a:pt x="9070224" y="1452724"/>
                  </a:lnTo>
                  <a:lnTo>
                    <a:pt x="9103517" y="1357281"/>
                  </a:lnTo>
                  <a:lnTo>
                    <a:pt x="9136899" y="1265577"/>
                  </a:lnTo>
                  <a:lnTo>
                    <a:pt x="9170434" y="1177769"/>
                  </a:lnTo>
                  <a:lnTo>
                    <a:pt x="9204201" y="1093960"/>
                  </a:lnTo>
                  <a:lnTo>
                    <a:pt x="9238295" y="1014204"/>
                  </a:lnTo>
                  <a:lnTo>
                    <a:pt x="9272833" y="938510"/>
                  </a:lnTo>
                  <a:lnTo>
                    <a:pt x="9307952" y="866842"/>
                  </a:lnTo>
                  <a:lnTo>
                    <a:pt x="9343814" y="799124"/>
                  </a:lnTo>
                  <a:lnTo>
                    <a:pt x="9347647" y="792209"/>
                  </a:lnTo>
                  <a:lnTo>
                    <a:pt x="9395139" y="711624"/>
                  </a:lnTo>
                  <a:lnTo>
                    <a:pt x="9444647" y="637441"/>
                  </a:lnTo>
                  <a:lnTo>
                    <a:pt x="9496690" y="569480"/>
                  </a:lnTo>
                  <a:lnTo>
                    <a:pt x="9551840" y="507366"/>
                  </a:lnTo>
                  <a:lnTo>
                    <a:pt x="9610695" y="450631"/>
                  </a:lnTo>
                  <a:lnTo>
                    <a:pt x="9673852" y="398777"/>
                  </a:lnTo>
                  <a:lnTo>
                    <a:pt x="9741879" y="351320"/>
                  </a:lnTo>
                  <a:lnTo>
                    <a:pt x="9815271" y="307818"/>
                  </a:lnTo>
                  <a:lnTo>
                    <a:pt x="9894406" y="267885"/>
                  </a:lnTo>
                  <a:lnTo>
                    <a:pt x="9979471" y="231204"/>
                  </a:lnTo>
                  <a:lnTo>
                    <a:pt x="10070390" y="197532"/>
                  </a:lnTo>
                  <a:lnTo>
                    <a:pt x="10166723" y="166700"/>
                  </a:lnTo>
                  <a:lnTo>
                    <a:pt x="10267574" y="138615"/>
                  </a:lnTo>
                  <a:lnTo>
                    <a:pt x="10371513" y="113245"/>
                  </a:lnTo>
                  <a:lnTo>
                    <a:pt x="10476531" y="90614"/>
                  </a:lnTo>
                  <a:lnTo>
                    <a:pt x="10580074" y="70772"/>
                  </a:lnTo>
                  <a:lnTo>
                    <a:pt x="10679173" y="53771"/>
                  </a:lnTo>
                  <a:lnTo>
                    <a:pt x="10770687" y="39629"/>
                  </a:lnTo>
                  <a:lnTo>
                    <a:pt x="10851639" y="28298"/>
                  </a:lnTo>
                  <a:lnTo>
                    <a:pt x="10919611" y="19640"/>
                  </a:lnTo>
                  <a:lnTo>
                    <a:pt x="10973097" y="13416"/>
                  </a:lnTo>
                  <a:lnTo>
                    <a:pt x="11011768" y="9290"/>
                  </a:lnTo>
                  <a:lnTo>
                    <a:pt x="11036569" y="6858"/>
                  </a:lnTo>
                  <a:lnTo>
                    <a:pt x="11049681" y="5673"/>
                  </a:lnTo>
                  <a:lnTo>
                    <a:pt x="11054377" y="5280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4014" y="69"/>
                  </a:lnTo>
                  <a:lnTo>
                    <a:pt x="11048194" y="561"/>
                  </a:lnTo>
                  <a:lnTo>
                    <a:pt x="11033349" y="1921"/>
                  </a:lnTo>
                  <a:lnTo>
                    <a:pt x="11006374" y="4603"/>
                  </a:lnTo>
                  <a:lnTo>
                    <a:pt x="10965285" y="9049"/>
                  </a:lnTo>
                  <a:lnTo>
                    <a:pt x="10909348" y="15655"/>
                  </a:lnTo>
                  <a:lnTo>
                    <a:pt x="10839099" y="24741"/>
                  </a:lnTo>
                  <a:lnTo>
                    <a:pt x="10756214" y="36530"/>
                  </a:lnTo>
                  <a:lnTo>
                    <a:pt x="10663232" y="51143"/>
                  </a:lnTo>
                  <a:lnTo>
                    <a:pt x="10563183" y="68616"/>
                  </a:lnTo>
                  <a:lnTo>
                    <a:pt x="10459200" y="88923"/>
                  </a:lnTo>
                  <a:lnTo>
                    <a:pt x="10354198" y="112010"/>
                  </a:lnTo>
                  <a:lnTo>
                    <a:pt x="10250647" y="137829"/>
                  </a:lnTo>
                  <a:lnTo>
                    <a:pt x="10150459" y="166364"/>
                  </a:lnTo>
                  <a:lnTo>
                    <a:pt x="10054972" y="197657"/>
                  </a:lnTo>
                  <a:lnTo>
                    <a:pt x="9965001" y="231813"/>
                  </a:lnTo>
                  <a:lnTo>
                    <a:pt x="9880919" y="269012"/>
                  </a:lnTo>
                  <a:lnTo>
                    <a:pt x="9802752" y="309512"/>
                  </a:lnTo>
                  <a:lnTo>
                    <a:pt x="9730277" y="353640"/>
                  </a:lnTo>
                  <a:lnTo>
                    <a:pt x="9663092" y="401791"/>
                  </a:lnTo>
                  <a:lnTo>
                    <a:pt x="9600686" y="454418"/>
                  </a:lnTo>
                  <a:lnTo>
                    <a:pt x="9542485" y="512007"/>
                  </a:lnTo>
                  <a:lnTo>
                    <a:pt x="9487890" y="575057"/>
                  </a:lnTo>
                  <a:lnTo>
                    <a:pt x="9436304" y="644025"/>
                  </a:lnTo>
                  <a:lnTo>
                    <a:pt x="9387164" y="719261"/>
                  </a:lnTo>
                  <a:lnTo>
                    <a:pt x="9347647" y="786968"/>
                  </a:lnTo>
                  <a:lnTo>
                    <a:pt x="9311696" y="854275"/>
                  </a:lnTo>
                  <a:lnTo>
                    <a:pt x="9276507" y="925523"/>
                  </a:lnTo>
                  <a:lnTo>
                    <a:pt x="9241915" y="1000790"/>
                  </a:lnTo>
                  <a:lnTo>
                    <a:pt x="9207779" y="1080117"/>
                  </a:lnTo>
                  <a:lnTo>
                    <a:pt x="9173983" y="1163500"/>
                  </a:lnTo>
                  <a:lnTo>
                    <a:pt x="9140427" y="1250891"/>
                  </a:lnTo>
                  <a:lnTo>
                    <a:pt x="9107032" y="1342190"/>
                  </a:lnTo>
                  <a:lnTo>
                    <a:pt x="9073732" y="1437247"/>
                  </a:lnTo>
                  <a:lnTo>
                    <a:pt x="9040478" y="1535859"/>
                  </a:lnTo>
                  <a:lnTo>
                    <a:pt x="9007233" y="1637767"/>
                  </a:lnTo>
                  <a:lnTo>
                    <a:pt x="8973969" y="1742663"/>
                  </a:lnTo>
                  <a:lnTo>
                    <a:pt x="8940672" y="1850187"/>
                  </a:lnTo>
                  <a:lnTo>
                    <a:pt x="8907336" y="1959936"/>
                  </a:lnTo>
                  <a:lnTo>
                    <a:pt x="8873960" y="2071465"/>
                  </a:lnTo>
                  <a:lnTo>
                    <a:pt x="8840551" y="2184299"/>
                  </a:lnTo>
                  <a:lnTo>
                    <a:pt x="8807121" y="2297937"/>
                  </a:lnTo>
                  <a:lnTo>
                    <a:pt x="8773682" y="2411863"/>
                  </a:lnTo>
                  <a:lnTo>
                    <a:pt x="8740250" y="2525556"/>
                  </a:lnTo>
                  <a:lnTo>
                    <a:pt x="8706839" y="2638499"/>
                  </a:lnTo>
                  <a:lnTo>
                    <a:pt x="8673459" y="2750189"/>
                  </a:lnTo>
                  <a:lnTo>
                    <a:pt x="8640118" y="2860147"/>
                  </a:lnTo>
                  <a:lnTo>
                    <a:pt x="8606817" y="2967926"/>
                  </a:lnTo>
                  <a:lnTo>
                    <a:pt x="8573550" y="3073117"/>
                  </a:lnTo>
                  <a:lnTo>
                    <a:pt x="8540304" y="3175355"/>
                  </a:lnTo>
                  <a:lnTo>
                    <a:pt x="8507052" y="3274327"/>
                  </a:lnTo>
                  <a:lnTo>
                    <a:pt x="8473760" y="3369770"/>
                  </a:lnTo>
                  <a:lnTo>
                    <a:pt x="8440378" y="3461474"/>
                  </a:lnTo>
                  <a:lnTo>
                    <a:pt x="8406842" y="3549282"/>
                  </a:lnTo>
                  <a:lnTo>
                    <a:pt x="8373076" y="3633091"/>
                  </a:lnTo>
                  <a:lnTo>
                    <a:pt x="8338981" y="3712847"/>
                  </a:lnTo>
                  <a:lnTo>
                    <a:pt x="8304443" y="3788541"/>
                  </a:lnTo>
                  <a:lnTo>
                    <a:pt x="8269325" y="3860209"/>
                  </a:lnTo>
                  <a:lnTo>
                    <a:pt x="8233462" y="3927927"/>
                  </a:lnTo>
                  <a:lnTo>
                    <a:pt x="8229629" y="3934842"/>
                  </a:lnTo>
                  <a:lnTo>
                    <a:pt x="8182137" y="4015427"/>
                  </a:lnTo>
                  <a:lnTo>
                    <a:pt x="8132629" y="4089610"/>
                  </a:lnTo>
                  <a:lnTo>
                    <a:pt x="8080587" y="4157571"/>
                  </a:lnTo>
                  <a:lnTo>
                    <a:pt x="8025437" y="4219685"/>
                  </a:lnTo>
                  <a:lnTo>
                    <a:pt x="7966582" y="4276420"/>
                  </a:lnTo>
                  <a:lnTo>
                    <a:pt x="7903424" y="4328274"/>
                  </a:lnTo>
                  <a:lnTo>
                    <a:pt x="7835398" y="4375731"/>
                  </a:lnTo>
                  <a:lnTo>
                    <a:pt x="7762005" y="4419233"/>
                  </a:lnTo>
                  <a:lnTo>
                    <a:pt x="7682871" y="4459166"/>
                  </a:lnTo>
                  <a:lnTo>
                    <a:pt x="7597805" y="4495847"/>
                  </a:lnTo>
                  <a:lnTo>
                    <a:pt x="7506886" y="4529519"/>
                  </a:lnTo>
                  <a:lnTo>
                    <a:pt x="7410554" y="4560351"/>
                  </a:lnTo>
                  <a:lnTo>
                    <a:pt x="7309702" y="4588436"/>
                  </a:lnTo>
                  <a:lnTo>
                    <a:pt x="7205764" y="4613806"/>
                  </a:lnTo>
                  <a:lnTo>
                    <a:pt x="7100746" y="4636437"/>
                  </a:lnTo>
                  <a:lnTo>
                    <a:pt x="6997203" y="4656279"/>
                  </a:lnTo>
                  <a:lnTo>
                    <a:pt x="6898104" y="4673280"/>
                  </a:lnTo>
                  <a:lnTo>
                    <a:pt x="6806590" y="4687422"/>
                  </a:lnTo>
                  <a:lnTo>
                    <a:pt x="6725637" y="4698753"/>
                  </a:lnTo>
                  <a:lnTo>
                    <a:pt x="6657666" y="4707411"/>
                  </a:lnTo>
                  <a:lnTo>
                    <a:pt x="6604179" y="4713635"/>
                  </a:lnTo>
                  <a:lnTo>
                    <a:pt x="6565509" y="4717761"/>
                  </a:lnTo>
                  <a:lnTo>
                    <a:pt x="6540708" y="4720193"/>
                  </a:lnTo>
                  <a:lnTo>
                    <a:pt x="6527596" y="4721378"/>
                  </a:lnTo>
                  <a:lnTo>
                    <a:pt x="6522900" y="4721771"/>
                  </a:lnTo>
                  <a:lnTo>
                    <a:pt x="6522385" y="4721811"/>
                  </a:lnTo>
                  <a:lnTo>
                    <a:pt x="5527445" y="4721811"/>
                  </a:lnTo>
                  <a:lnTo>
                    <a:pt x="5526321" y="4721787"/>
                  </a:lnTo>
                  <a:lnTo>
                    <a:pt x="5518901" y="4721619"/>
                  </a:lnTo>
                  <a:lnTo>
                    <a:pt x="5500091" y="4721156"/>
                  </a:lnTo>
                  <a:lnTo>
                    <a:pt x="5466203" y="4720242"/>
                  </a:lnTo>
                  <a:lnTo>
                    <a:pt x="5415166" y="4718732"/>
                  </a:lnTo>
                  <a:lnTo>
                    <a:pt x="5346686" y="4716500"/>
                  </a:lnTo>
                  <a:lnTo>
                    <a:pt x="5262186" y="4713453"/>
                  </a:lnTo>
                  <a:lnTo>
                    <a:pt x="5164498" y="4709536"/>
                  </a:lnTo>
                  <a:lnTo>
                    <a:pt x="5057348" y="4704726"/>
                  </a:lnTo>
                  <a:lnTo>
                    <a:pt x="4944769" y="4699027"/>
                  </a:lnTo>
                  <a:lnTo>
                    <a:pt x="4830573" y="4692458"/>
                  </a:lnTo>
                  <a:lnTo>
                    <a:pt x="4717987" y="4685035"/>
                  </a:lnTo>
                  <a:lnTo>
                    <a:pt x="4609467" y="4676763"/>
                  </a:lnTo>
                  <a:lnTo>
                    <a:pt x="4506666" y="4667626"/>
                  </a:lnTo>
                  <a:lnTo>
                    <a:pt x="4410524" y="4657582"/>
                  </a:lnTo>
                  <a:lnTo>
                    <a:pt x="4321390" y="4646565"/>
                  </a:lnTo>
                  <a:lnTo>
                    <a:pt x="4239174" y="4634478"/>
                  </a:lnTo>
                  <a:lnTo>
                    <a:pt x="4163475" y="4621199"/>
                  </a:lnTo>
                  <a:lnTo>
                    <a:pt x="4093696" y="4606583"/>
                  </a:lnTo>
                  <a:lnTo>
                    <a:pt x="4029124" y="4590468"/>
                  </a:lnTo>
                  <a:lnTo>
                    <a:pt x="3968993" y="4572686"/>
                  </a:lnTo>
                  <a:lnTo>
                    <a:pt x="3912535" y="4553076"/>
                  </a:lnTo>
                  <a:lnTo>
                    <a:pt x="3859016" y="4531515"/>
                  </a:lnTo>
                  <a:lnTo>
                    <a:pt x="3820202" y="4513932"/>
                  </a:lnTo>
                  <a:lnTo>
                    <a:pt x="3764870" y="4485963"/>
                  </a:lnTo>
                  <a:lnTo>
                    <a:pt x="3711148" y="4455470"/>
                  </a:lnTo>
                  <a:lnTo>
                    <a:pt x="3658497" y="4422409"/>
                  </a:lnTo>
                  <a:lnTo>
                    <a:pt x="3606507" y="4386799"/>
                  </a:lnTo>
                  <a:lnTo>
                    <a:pt x="3554874" y="4348733"/>
                  </a:lnTo>
                  <a:lnTo>
                    <a:pt x="3503381" y="4308383"/>
                  </a:lnTo>
                  <a:lnTo>
                    <a:pt x="3451891" y="4266003"/>
                  </a:lnTo>
                  <a:lnTo>
                    <a:pt x="3400327" y="4221924"/>
                  </a:lnTo>
                  <a:lnTo>
                    <a:pt x="3348668" y="4176544"/>
                  </a:lnTo>
                  <a:lnTo>
                    <a:pt x="3296931" y="4130320"/>
                  </a:lnTo>
                  <a:lnTo>
                    <a:pt x="3245158" y="4083744"/>
                  </a:lnTo>
                  <a:lnTo>
                    <a:pt x="3193401" y="4037327"/>
                  </a:lnTo>
                  <a:lnTo>
                    <a:pt x="3141709" y="3991570"/>
                  </a:lnTo>
                  <a:lnTo>
                    <a:pt x="3090109" y="3946945"/>
                  </a:lnTo>
                  <a:lnTo>
                    <a:pt x="3038597" y="3903875"/>
                  </a:lnTo>
                  <a:lnTo>
                    <a:pt x="2987117" y="3862718"/>
                  </a:lnTo>
                  <a:lnTo>
                    <a:pt x="2935558" y="3823759"/>
                  </a:lnTo>
                  <a:lnTo>
                    <a:pt x="2883735" y="3787199"/>
                  </a:lnTo>
                  <a:lnTo>
                    <a:pt x="2831378" y="3753161"/>
                  </a:lnTo>
                  <a:lnTo>
                    <a:pt x="2778120" y="3721693"/>
                  </a:lnTo>
                  <a:lnTo>
                    <a:pt x="2723474" y="3692772"/>
                  </a:lnTo>
                  <a:lnTo>
                    <a:pt x="2702183" y="3682418"/>
                  </a:lnTo>
                  <a:lnTo>
                    <a:pt x="2650443" y="3659348"/>
                  </a:lnTo>
                  <a:lnTo>
                    <a:pt x="2596266" y="3638275"/>
                  </a:lnTo>
                  <a:lnTo>
                    <a:pt x="2538974" y="3619128"/>
                  </a:lnTo>
                  <a:lnTo>
                    <a:pt x="2477823" y="3601771"/>
                  </a:lnTo>
                  <a:lnTo>
                    <a:pt x="2412040" y="3586041"/>
                  </a:lnTo>
                  <a:lnTo>
                    <a:pt x="2340868" y="3571768"/>
                  </a:lnTo>
                  <a:lnTo>
                    <a:pt x="2263616" y="3558795"/>
                  </a:lnTo>
                  <a:lnTo>
                    <a:pt x="2179726" y="3546981"/>
                  </a:lnTo>
                  <a:lnTo>
                    <a:pt x="2088862" y="3536211"/>
                  </a:lnTo>
                  <a:lnTo>
                    <a:pt x="1991030" y="3526396"/>
                  </a:lnTo>
                  <a:lnTo>
                    <a:pt x="1886711" y="3517474"/>
                  </a:lnTo>
                  <a:lnTo>
                    <a:pt x="1777007" y="3509411"/>
                  </a:lnTo>
                  <a:lnTo>
                    <a:pt x="1663766" y="3502197"/>
                  </a:lnTo>
                  <a:lnTo>
                    <a:pt x="1549641" y="3495841"/>
                  </a:lnTo>
                  <a:lnTo>
                    <a:pt x="1438028" y="3490359"/>
                  </a:lnTo>
                  <a:lnTo>
                    <a:pt x="1332833" y="3485769"/>
                  </a:lnTo>
                  <a:lnTo>
                    <a:pt x="1238068" y="3482069"/>
                  </a:lnTo>
                  <a:lnTo>
                    <a:pt x="1157291" y="3479229"/>
                  </a:lnTo>
                  <a:lnTo>
                    <a:pt x="1093031" y="3477185"/>
                  </a:lnTo>
                  <a:lnTo>
                    <a:pt x="1046308" y="3475834"/>
                  </a:lnTo>
                  <a:lnTo>
                    <a:pt x="1016386" y="3475045"/>
                  </a:lnTo>
                  <a:lnTo>
                    <a:pt x="1000777" y="3474669"/>
                  </a:lnTo>
                  <a:lnTo>
                    <a:pt x="995428" y="3474550"/>
                  </a:lnTo>
                  <a:lnTo>
                    <a:pt x="994940" y="3474540"/>
                  </a:lnTo>
                  <a:lnTo>
                    <a:pt x="0" y="3474540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92" name="pl1191"/>
            <p:cNvSpPr/>
            <p:nvPr/>
          </p:nvSpPr>
          <p:spPr>
            <a:xfrm>
              <a:off x="1199187" y="1551063"/>
              <a:ext cx="12049831" cy="4721811"/>
            </a:xfrm>
            <a:custGeom>
              <a:avLst/>
              <a:pathLst>
                <a:path w="12049831" h="4721811">
                  <a:moveTo>
                    <a:pt x="0" y="3474540"/>
                  </a:moveTo>
                  <a:lnTo>
                    <a:pt x="994940" y="3474540"/>
                  </a:lnTo>
                  <a:lnTo>
                    <a:pt x="996064" y="3474563"/>
                  </a:lnTo>
                  <a:lnTo>
                    <a:pt x="1003484" y="3474731"/>
                  </a:lnTo>
                  <a:lnTo>
                    <a:pt x="1022294" y="3475195"/>
                  </a:lnTo>
                  <a:lnTo>
                    <a:pt x="1056182" y="3476109"/>
                  </a:lnTo>
                  <a:lnTo>
                    <a:pt x="1107219" y="3477619"/>
                  </a:lnTo>
                  <a:lnTo>
                    <a:pt x="1175699" y="3479851"/>
                  </a:lnTo>
                  <a:lnTo>
                    <a:pt x="1260199" y="3482897"/>
                  </a:lnTo>
                  <a:lnTo>
                    <a:pt x="1357887" y="3486815"/>
                  </a:lnTo>
                  <a:lnTo>
                    <a:pt x="1465037" y="3491625"/>
                  </a:lnTo>
                  <a:lnTo>
                    <a:pt x="1577616" y="3497323"/>
                  </a:lnTo>
                  <a:lnTo>
                    <a:pt x="1691812" y="3503892"/>
                  </a:lnTo>
                  <a:lnTo>
                    <a:pt x="1804398" y="3511315"/>
                  </a:lnTo>
                  <a:lnTo>
                    <a:pt x="1912918" y="3519588"/>
                  </a:lnTo>
                  <a:lnTo>
                    <a:pt x="2015719" y="3528725"/>
                  </a:lnTo>
                  <a:lnTo>
                    <a:pt x="2111861" y="3538768"/>
                  </a:lnTo>
                  <a:lnTo>
                    <a:pt x="2200995" y="3549785"/>
                  </a:lnTo>
                  <a:lnTo>
                    <a:pt x="2283211" y="3561872"/>
                  </a:lnTo>
                  <a:lnTo>
                    <a:pt x="2358910" y="3575152"/>
                  </a:lnTo>
                  <a:lnTo>
                    <a:pt x="2428689" y="3589767"/>
                  </a:lnTo>
                  <a:lnTo>
                    <a:pt x="2493261" y="3605882"/>
                  </a:lnTo>
                  <a:lnTo>
                    <a:pt x="2553392" y="3623665"/>
                  </a:lnTo>
                  <a:lnTo>
                    <a:pt x="2609850" y="3643275"/>
                  </a:lnTo>
                  <a:lnTo>
                    <a:pt x="2663369" y="3664836"/>
                  </a:lnTo>
                  <a:lnTo>
                    <a:pt x="2702183" y="3682418"/>
                  </a:lnTo>
                  <a:lnTo>
                    <a:pt x="2757515" y="3710388"/>
                  </a:lnTo>
                  <a:lnTo>
                    <a:pt x="2811237" y="3740881"/>
                  </a:lnTo>
                  <a:lnTo>
                    <a:pt x="2863888" y="3773942"/>
                  </a:lnTo>
                  <a:lnTo>
                    <a:pt x="2915878" y="3809552"/>
                  </a:lnTo>
                  <a:lnTo>
                    <a:pt x="2967511" y="3847618"/>
                  </a:lnTo>
                  <a:lnTo>
                    <a:pt x="3019004" y="3887967"/>
                  </a:lnTo>
                  <a:lnTo>
                    <a:pt x="3070494" y="3930347"/>
                  </a:lnTo>
                  <a:lnTo>
                    <a:pt x="3122058" y="3974427"/>
                  </a:lnTo>
                  <a:lnTo>
                    <a:pt x="3173717" y="4019807"/>
                  </a:lnTo>
                  <a:lnTo>
                    <a:pt x="3225454" y="4066031"/>
                  </a:lnTo>
                  <a:lnTo>
                    <a:pt x="3277227" y="4112606"/>
                  </a:lnTo>
                  <a:lnTo>
                    <a:pt x="3328984" y="4159024"/>
                  </a:lnTo>
                  <a:lnTo>
                    <a:pt x="3380676" y="4204781"/>
                  </a:lnTo>
                  <a:lnTo>
                    <a:pt x="3432276" y="4249406"/>
                  </a:lnTo>
                  <a:lnTo>
                    <a:pt x="3483788" y="4292476"/>
                  </a:lnTo>
                  <a:lnTo>
                    <a:pt x="3535268" y="4333632"/>
                  </a:lnTo>
                  <a:lnTo>
                    <a:pt x="3586827" y="4372592"/>
                  </a:lnTo>
                  <a:lnTo>
                    <a:pt x="3638650" y="4409152"/>
                  </a:lnTo>
                  <a:lnTo>
                    <a:pt x="3691007" y="4443190"/>
                  </a:lnTo>
                  <a:lnTo>
                    <a:pt x="3744265" y="4474658"/>
                  </a:lnTo>
                  <a:lnTo>
                    <a:pt x="3798911" y="4503579"/>
                  </a:lnTo>
                  <a:lnTo>
                    <a:pt x="3820202" y="4513932"/>
                  </a:lnTo>
                  <a:lnTo>
                    <a:pt x="3871942" y="4537003"/>
                  </a:lnTo>
                  <a:lnTo>
                    <a:pt x="3926119" y="4558076"/>
                  </a:lnTo>
                  <a:lnTo>
                    <a:pt x="3983411" y="4577223"/>
                  </a:lnTo>
                  <a:lnTo>
                    <a:pt x="4044562" y="4594580"/>
                  </a:lnTo>
                  <a:lnTo>
                    <a:pt x="4110345" y="4610310"/>
                  </a:lnTo>
                  <a:lnTo>
                    <a:pt x="4181517" y="4624583"/>
                  </a:lnTo>
                  <a:lnTo>
                    <a:pt x="4258769" y="4637556"/>
                  </a:lnTo>
                  <a:lnTo>
                    <a:pt x="4342659" y="4649370"/>
                  </a:lnTo>
                  <a:lnTo>
                    <a:pt x="4433523" y="4660139"/>
                  </a:lnTo>
                  <a:lnTo>
                    <a:pt x="4531355" y="4669955"/>
                  </a:lnTo>
                  <a:lnTo>
                    <a:pt x="4635674" y="4678877"/>
                  </a:lnTo>
                  <a:lnTo>
                    <a:pt x="4745378" y="4686940"/>
                  </a:lnTo>
                  <a:lnTo>
                    <a:pt x="4858619" y="4694154"/>
                  </a:lnTo>
                  <a:lnTo>
                    <a:pt x="4972744" y="4700510"/>
                  </a:lnTo>
                  <a:lnTo>
                    <a:pt x="5084357" y="4705991"/>
                  </a:lnTo>
                  <a:lnTo>
                    <a:pt x="5189552" y="4710581"/>
                  </a:lnTo>
                  <a:lnTo>
                    <a:pt x="5284317" y="4714282"/>
                  </a:lnTo>
                  <a:lnTo>
                    <a:pt x="5365094" y="4717121"/>
                  </a:lnTo>
                  <a:lnTo>
                    <a:pt x="5429354" y="4719166"/>
                  </a:lnTo>
                  <a:lnTo>
                    <a:pt x="5476077" y="4720517"/>
                  </a:lnTo>
                  <a:lnTo>
                    <a:pt x="5505999" y="4721306"/>
                  </a:lnTo>
                  <a:lnTo>
                    <a:pt x="5521608" y="4721682"/>
                  </a:lnTo>
                  <a:lnTo>
                    <a:pt x="5526957" y="4721801"/>
                  </a:lnTo>
                  <a:lnTo>
                    <a:pt x="5527445" y="4721811"/>
                  </a:lnTo>
                  <a:lnTo>
                    <a:pt x="6522385" y="4721811"/>
                  </a:lnTo>
                  <a:lnTo>
                    <a:pt x="6523263" y="4721742"/>
                  </a:lnTo>
                  <a:lnTo>
                    <a:pt x="6529083" y="4721249"/>
                  </a:lnTo>
                  <a:lnTo>
                    <a:pt x="6543928" y="4719889"/>
                  </a:lnTo>
                  <a:lnTo>
                    <a:pt x="6570903" y="4717207"/>
                  </a:lnTo>
                  <a:lnTo>
                    <a:pt x="6611991" y="4712761"/>
                  </a:lnTo>
                  <a:lnTo>
                    <a:pt x="6667928" y="4706155"/>
                  </a:lnTo>
                  <a:lnTo>
                    <a:pt x="6738177" y="4697069"/>
                  </a:lnTo>
                  <a:lnTo>
                    <a:pt x="6821062" y="4685281"/>
                  </a:lnTo>
                  <a:lnTo>
                    <a:pt x="6914044" y="4670667"/>
                  </a:lnTo>
                  <a:lnTo>
                    <a:pt x="7014094" y="4653194"/>
                  </a:lnTo>
                  <a:lnTo>
                    <a:pt x="7118077" y="4632887"/>
                  </a:lnTo>
                  <a:lnTo>
                    <a:pt x="7223078" y="4609800"/>
                  </a:lnTo>
                  <a:lnTo>
                    <a:pt x="7326630" y="4583982"/>
                  </a:lnTo>
                  <a:lnTo>
                    <a:pt x="7426818" y="4555446"/>
                  </a:lnTo>
                  <a:lnTo>
                    <a:pt x="7522304" y="4524153"/>
                  </a:lnTo>
                  <a:lnTo>
                    <a:pt x="7612275" y="4489998"/>
                  </a:lnTo>
                  <a:lnTo>
                    <a:pt x="7696358" y="4452798"/>
                  </a:lnTo>
                  <a:lnTo>
                    <a:pt x="7774524" y="4412299"/>
                  </a:lnTo>
                  <a:lnTo>
                    <a:pt x="7847000" y="4368171"/>
                  </a:lnTo>
                  <a:lnTo>
                    <a:pt x="7914185" y="4320019"/>
                  </a:lnTo>
                  <a:lnTo>
                    <a:pt x="7976590" y="4267393"/>
                  </a:lnTo>
                  <a:lnTo>
                    <a:pt x="8034791" y="4209803"/>
                  </a:lnTo>
                  <a:lnTo>
                    <a:pt x="8089387" y="4146753"/>
                  </a:lnTo>
                  <a:lnTo>
                    <a:pt x="8140972" y="4077785"/>
                  </a:lnTo>
                  <a:lnTo>
                    <a:pt x="8190113" y="4002550"/>
                  </a:lnTo>
                  <a:lnTo>
                    <a:pt x="8229629" y="3934842"/>
                  </a:lnTo>
                  <a:lnTo>
                    <a:pt x="8265581" y="3867535"/>
                  </a:lnTo>
                  <a:lnTo>
                    <a:pt x="8300770" y="3796288"/>
                  </a:lnTo>
                  <a:lnTo>
                    <a:pt x="8335362" y="3721020"/>
                  </a:lnTo>
                  <a:lnTo>
                    <a:pt x="8369497" y="3641694"/>
                  </a:lnTo>
                  <a:lnTo>
                    <a:pt x="8403294" y="3558310"/>
                  </a:lnTo>
                  <a:lnTo>
                    <a:pt x="8436850" y="3470920"/>
                  </a:lnTo>
                  <a:lnTo>
                    <a:pt x="8470245" y="3379620"/>
                  </a:lnTo>
                  <a:lnTo>
                    <a:pt x="8503544" y="3284563"/>
                  </a:lnTo>
                  <a:lnTo>
                    <a:pt x="8536798" y="3185952"/>
                  </a:lnTo>
                  <a:lnTo>
                    <a:pt x="8570044" y="3084043"/>
                  </a:lnTo>
                  <a:lnTo>
                    <a:pt x="8603307" y="2979148"/>
                  </a:lnTo>
                  <a:lnTo>
                    <a:pt x="8636604" y="2871623"/>
                  </a:lnTo>
                  <a:lnTo>
                    <a:pt x="8669941" y="2761875"/>
                  </a:lnTo>
                  <a:lnTo>
                    <a:pt x="8703317" y="2650345"/>
                  </a:lnTo>
                  <a:lnTo>
                    <a:pt x="8736726" y="2537511"/>
                  </a:lnTo>
                  <a:lnTo>
                    <a:pt x="8770156" y="2423873"/>
                  </a:lnTo>
                  <a:lnTo>
                    <a:pt x="8803594" y="2309947"/>
                  </a:lnTo>
                  <a:lnTo>
                    <a:pt x="8837026" y="2196254"/>
                  </a:lnTo>
                  <a:lnTo>
                    <a:pt x="8870438" y="2083311"/>
                  </a:lnTo>
                  <a:lnTo>
                    <a:pt x="8903818" y="1971621"/>
                  </a:lnTo>
                  <a:lnTo>
                    <a:pt x="8937159" y="1861663"/>
                  </a:lnTo>
                  <a:lnTo>
                    <a:pt x="8970460" y="1753884"/>
                  </a:lnTo>
                  <a:lnTo>
                    <a:pt x="9003726" y="1648694"/>
                  </a:lnTo>
                  <a:lnTo>
                    <a:pt x="9036973" y="1546455"/>
                  </a:lnTo>
                  <a:lnTo>
                    <a:pt x="9070224" y="1447483"/>
                  </a:lnTo>
                  <a:lnTo>
                    <a:pt x="9103517" y="1352040"/>
                  </a:lnTo>
                  <a:lnTo>
                    <a:pt x="9136899" y="1260337"/>
                  </a:lnTo>
                  <a:lnTo>
                    <a:pt x="9170434" y="1172528"/>
                  </a:lnTo>
                  <a:lnTo>
                    <a:pt x="9204201" y="1088719"/>
                  </a:lnTo>
                  <a:lnTo>
                    <a:pt x="9238295" y="1008964"/>
                  </a:lnTo>
                  <a:lnTo>
                    <a:pt x="9272833" y="933270"/>
                  </a:lnTo>
                  <a:lnTo>
                    <a:pt x="9307952" y="861601"/>
                  </a:lnTo>
                  <a:lnTo>
                    <a:pt x="9343814" y="793883"/>
                  </a:lnTo>
                  <a:lnTo>
                    <a:pt x="9347647" y="786968"/>
                  </a:lnTo>
                  <a:lnTo>
                    <a:pt x="9395139" y="706384"/>
                  </a:lnTo>
                  <a:lnTo>
                    <a:pt x="9444647" y="632201"/>
                  </a:lnTo>
                  <a:lnTo>
                    <a:pt x="9496690" y="564239"/>
                  </a:lnTo>
                  <a:lnTo>
                    <a:pt x="9551840" y="502125"/>
                  </a:lnTo>
                  <a:lnTo>
                    <a:pt x="9610695" y="445390"/>
                  </a:lnTo>
                  <a:lnTo>
                    <a:pt x="9673852" y="393536"/>
                  </a:lnTo>
                  <a:lnTo>
                    <a:pt x="9741879" y="346080"/>
                  </a:lnTo>
                  <a:lnTo>
                    <a:pt x="9815271" y="302577"/>
                  </a:lnTo>
                  <a:lnTo>
                    <a:pt x="9894406" y="262644"/>
                  </a:lnTo>
                  <a:lnTo>
                    <a:pt x="9979471" y="225963"/>
                  </a:lnTo>
                  <a:lnTo>
                    <a:pt x="10070390" y="192291"/>
                  </a:lnTo>
                  <a:lnTo>
                    <a:pt x="10166723" y="161460"/>
                  </a:lnTo>
                  <a:lnTo>
                    <a:pt x="10267574" y="133374"/>
                  </a:lnTo>
                  <a:lnTo>
                    <a:pt x="10371513" y="108005"/>
                  </a:lnTo>
                  <a:lnTo>
                    <a:pt x="10476531" y="85373"/>
                  </a:lnTo>
                  <a:lnTo>
                    <a:pt x="10580074" y="65532"/>
                  </a:lnTo>
                  <a:lnTo>
                    <a:pt x="10679173" y="48531"/>
                  </a:lnTo>
                  <a:lnTo>
                    <a:pt x="10770687" y="34388"/>
                  </a:lnTo>
                  <a:lnTo>
                    <a:pt x="10851639" y="23058"/>
                  </a:lnTo>
                  <a:lnTo>
                    <a:pt x="10919611" y="14400"/>
                  </a:lnTo>
                  <a:lnTo>
                    <a:pt x="10973097" y="8175"/>
                  </a:lnTo>
                  <a:lnTo>
                    <a:pt x="11011768" y="4049"/>
                  </a:lnTo>
                  <a:lnTo>
                    <a:pt x="11036569" y="1617"/>
                  </a:lnTo>
                  <a:lnTo>
                    <a:pt x="11049681" y="432"/>
                  </a:lnTo>
                  <a:lnTo>
                    <a:pt x="11054377" y="4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3" name="pl1192"/>
            <p:cNvSpPr/>
            <p:nvPr/>
          </p:nvSpPr>
          <p:spPr>
            <a:xfrm>
              <a:off x="1199187" y="1545822"/>
              <a:ext cx="12049831" cy="4721811"/>
            </a:xfrm>
            <a:custGeom>
              <a:avLst/>
              <a:pathLst>
                <a:path w="12049831" h="4721811">
                  <a:moveTo>
                    <a:pt x="12049831" y="0"/>
                  </a:moveTo>
                  <a:lnTo>
                    <a:pt x="11054891" y="0"/>
                  </a:lnTo>
                  <a:lnTo>
                    <a:pt x="11054014" y="69"/>
                  </a:lnTo>
                  <a:lnTo>
                    <a:pt x="11048194" y="561"/>
                  </a:lnTo>
                  <a:lnTo>
                    <a:pt x="11033349" y="1921"/>
                  </a:lnTo>
                  <a:lnTo>
                    <a:pt x="11006374" y="4603"/>
                  </a:lnTo>
                  <a:lnTo>
                    <a:pt x="10965285" y="9049"/>
                  </a:lnTo>
                  <a:lnTo>
                    <a:pt x="10909348" y="15655"/>
                  </a:lnTo>
                  <a:lnTo>
                    <a:pt x="10839099" y="24741"/>
                  </a:lnTo>
                  <a:lnTo>
                    <a:pt x="10756214" y="36530"/>
                  </a:lnTo>
                  <a:lnTo>
                    <a:pt x="10663232" y="51143"/>
                  </a:lnTo>
                  <a:lnTo>
                    <a:pt x="10563183" y="68616"/>
                  </a:lnTo>
                  <a:lnTo>
                    <a:pt x="10459200" y="88923"/>
                  </a:lnTo>
                  <a:lnTo>
                    <a:pt x="10354198" y="112010"/>
                  </a:lnTo>
                  <a:lnTo>
                    <a:pt x="10250647" y="137829"/>
                  </a:lnTo>
                  <a:lnTo>
                    <a:pt x="10150459" y="166364"/>
                  </a:lnTo>
                  <a:lnTo>
                    <a:pt x="10054972" y="197657"/>
                  </a:lnTo>
                  <a:lnTo>
                    <a:pt x="9965001" y="231813"/>
                  </a:lnTo>
                  <a:lnTo>
                    <a:pt x="9880919" y="269012"/>
                  </a:lnTo>
                  <a:lnTo>
                    <a:pt x="9802752" y="309512"/>
                  </a:lnTo>
                  <a:lnTo>
                    <a:pt x="9730277" y="353640"/>
                  </a:lnTo>
                  <a:lnTo>
                    <a:pt x="9663092" y="401791"/>
                  </a:lnTo>
                  <a:lnTo>
                    <a:pt x="9600686" y="454418"/>
                  </a:lnTo>
                  <a:lnTo>
                    <a:pt x="9542485" y="512007"/>
                  </a:lnTo>
                  <a:lnTo>
                    <a:pt x="9487890" y="575057"/>
                  </a:lnTo>
                  <a:lnTo>
                    <a:pt x="9436304" y="644025"/>
                  </a:lnTo>
                  <a:lnTo>
                    <a:pt x="9387164" y="719261"/>
                  </a:lnTo>
                  <a:lnTo>
                    <a:pt x="9347647" y="786968"/>
                  </a:lnTo>
                  <a:lnTo>
                    <a:pt x="9311696" y="854275"/>
                  </a:lnTo>
                  <a:lnTo>
                    <a:pt x="9276507" y="925523"/>
                  </a:lnTo>
                  <a:lnTo>
                    <a:pt x="9241915" y="1000790"/>
                  </a:lnTo>
                  <a:lnTo>
                    <a:pt x="9207779" y="1080117"/>
                  </a:lnTo>
                  <a:lnTo>
                    <a:pt x="9173983" y="1163500"/>
                  </a:lnTo>
                  <a:lnTo>
                    <a:pt x="9140427" y="1250891"/>
                  </a:lnTo>
                  <a:lnTo>
                    <a:pt x="9107032" y="1342190"/>
                  </a:lnTo>
                  <a:lnTo>
                    <a:pt x="9073732" y="1437247"/>
                  </a:lnTo>
                  <a:lnTo>
                    <a:pt x="9040478" y="1535859"/>
                  </a:lnTo>
                  <a:lnTo>
                    <a:pt x="9007233" y="1637767"/>
                  </a:lnTo>
                  <a:lnTo>
                    <a:pt x="8973969" y="1742663"/>
                  </a:lnTo>
                  <a:lnTo>
                    <a:pt x="8940672" y="1850187"/>
                  </a:lnTo>
                  <a:lnTo>
                    <a:pt x="8907336" y="1959936"/>
                  </a:lnTo>
                  <a:lnTo>
                    <a:pt x="8873960" y="2071465"/>
                  </a:lnTo>
                  <a:lnTo>
                    <a:pt x="8840551" y="2184299"/>
                  </a:lnTo>
                  <a:lnTo>
                    <a:pt x="8807121" y="2297937"/>
                  </a:lnTo>
                  <a:lnTo>
                    <a:pt x="8773682" y="2411863"/>
                  </a:lnTo>
                  <a:lnTo>
                    <a:pt x="8740250" y="2525556"/>
                  </a:lnTo>
                  <a:lnTo>
                    <a:pt x="8706839" y="2638499"/>
                  </a:lnTo>
                  <a:lnTo>
                    <a:pt x="8673459" y="2750189"/>
                  </a:lnTo>
                  <a:lnTo>
                    <a:pt x="8640118" y="2860147"/>
                  </a:lnTo>
                  <a:lnTo>
                    <a:pt x="8606817" y="2967926"/>
                  </a:lnTo>
                  <a:lnTo>
                    <a:pt x="8573550" y="3073117"/>
                  </a:lnTo>
                  <a:lnTo>
                    <a:pt x="8540304" y="3175355"/>
                  </a:lnTo>
                  <a:lnTo>
                    <a:pt x="8507052" y="3274327"/>
                  </a:lnTo>
                  <a:lnTo>
                    <a:pt x="8473760" y="3369770"/>
                  </a:lnTo>
                  <a:lnTo>
                    <a:pt x="8440378" y="3461474"/>
                  </a:lnTo>
                  <a:lnTo>
                    <a:pt x="8406842" y="3549282"/>
                  </a:lnTo>
                  <a:lnTo>
                    <a:pt x="8373076" y="3633091"/>
                  </a:lnTo>
                  <a:lnTo>
                    <a:pt x="8338981" y="3712847"/>
                  </a:lnTo>
                  <a:lnTo>
                    <a:pt x="8304443" y="3788541"/>
                  </a:lnTo>
                  <a:lnTo>
                    <a:pt x="8269325" y="3860209"/>
                  </a:lnTo>
                  <a:lnTo>
                    <a:pt x="8233462" y="3927927"/>
                  </a:lnTo>
                  <a:lnTo>
                    <a:pt x="8229629" y="3934842"/>
                  </a:lnTo>
                  <a:lnTo>
                    <a:pt x="8182137" y="4015427"/>
                  </a:lnTo>
                  <a:lnTo>
                    <a:pt x="8132629" y="4089610"/>
                  </a:lnTo>
                  <a:lnTo>
                    <a:pt x="8080587" y="4157571"/>
                  </a:lnTo>
                  <a:lnTo>
                    <a:pt x="8025437" y="4219685"/>
                  </a:lnTo>
                  <a:lnTo>
                    <a:pt x="7966582" y="4276420"/>
                  </a:lnTo>
                  <a:lnTo>
                    <a:pt x="7903424" y="4328274"/>
                  </a:lnTo>
                  <a:lnTo>
                    <a:pt x="7835398" y="4375731"/>
                  </a:lnTo>
                  <a:lnTo>
                    <a:pt x="7762005" y="4419233"/>
                  </a:lnTo>
                  <a:lnTo>
                    <a:pt x="7682871" y="4459166"/>
                  </a:lnTo>
                  <a:lnTo>
                    <a:pt x="7597805" y="4495847"/>
                  </a:lnTo>
                  <a:lnTo>
                    <a:pt x="7506886" y="4529519"/>
                  </a:lnTo>
                  <a:lnTo>
                    <a:pt x="7410554" y="4560351"/>
                  </a:lnTo>
                  <a:lnTo>
                    <a:pt x="7309702" y="4588436"/>
                  </a:lnTo>
                  <a:lnTo>
                    <a:pt x="7205764" y="4613806"/>
                  </a:lnTo>
                  <a:lnTo>
                    <a:pt x="7100746" y="4636437"/>
                  </a:lnTo>
                  <a:lnTo>
                    <a:pt x="6997203" y="4656279"/>
                  </a:lnTo>
                  <a:lnTo>
                    <a:pt x="6898104" y="4673280"/>
                  </a:lnTo>
                  <a:lnTo>
                    <a:pt x="6806590" y="4687422"/>
                  </a:lnTo>
                  <a:lnTo>
                    <a:pt x="6725637" y="4698753"/>
                  </a:lnTo>
                  <a:lnTo>
                    <a:pt x="6657666" y="4707411"/>
                  </a:lnTo>
                  <a:lnTo>
                    <a:pt x="6604179" y="4713635"/>
                  </a:lnTo>
                  <a:lnTo>
                    <a:pt x="6565509" y="4717761"/>
                  </a:lnTo>
                  <a:lnTo>
                    <a:pt x="6540708" y="4720193"/>
                  </a:lnTo>
                  <a:lnTo>
                    <a:pt x="6527596" y="4721378"/>
                  </a:lnTo>
                  <a:lnTo>
                    <a:pt x="6522900" y="4721771"/>
                  </a:lnTo>
                  <a:lnTo>
                    <a:pt x="6522385" y="4721811"/>
                  </a:lnTo>
                  <a:lnTo>
                    <a:pt x="5527445" y="4721811"/>
                  </a:lnTo>
                  <a:lnTo>
                    <a:pt x="5526321" y="4721787"/>
                  </a:lnTo>
                  <a:lnTo>
                    <a:pt x="5518901" y="4721619"/>
                  </a:lnTo>
                  <a:lnTo>
                    <a:pt x="5500091" y="4721156"/>
                  </a:lnTo>
                  <a:lnTo>
                    <a:pt x="5466203" y="4720242"/>
                  </a:lnTo>
                  <a:lnTo>
                    <a:pt x="5415166" y="4718732"/>
                  </a:lnTo>
                  <a:lnTo>
                    <a:pt x="5346686" y="4716500"/>
                  </a:lnTo>
                  <a:lnTo>
                    <a:pt x="5262186" y="4713453"/>
                  </a:lnTo>
                  <a:lnTo>
                    <a:pt x="5164498" y="4709536"/>
                  </a:lnTo>
                  <a:lnTo>
                    <a:pt x="5057348" y="4704726"/>
                  </a:lnTo>
                  <a:lnTo>
                    <a:pt x="4944769" y="4699027"/>
                  </a:lnTo>
                  <a:lnTo>
                    <a:pt x="4830573" y="4692458"/>
                  </a:lnTo>
                  <a:lnTo>
                    <a:pt x="4717987" y="4685035"/>
                  </a:lnTo>
                  <a:lnTo>
                    <a:pt x="4609467" y="4676763"/>
                  </a:lnTo>
                  <a:lnTo>
                    <a:pt x="4506666" y="4667626"/>
                  </a:lnTo>
                  <a:lnTo>
                    <a:pt x="4410524" y="4657582"/>
                  </a:lnTo>
                  <a:lnTo>
                    <a:pt x="4321390" y="4646565"/>
                  </a:lnTo>
                  <a:lnTo>
                    <a:pt x="4239174" y="4634478"/>
                  </a:lnTo>
                  <a:lnTo>
                    <a:pt x="4163475" y="4621199"/>
                  </a:lnTo>
                  <a:lnTo>
                    <a:pt x="4093696" y="4606583"/>
                  </a:lnTo>
                  <a:lnTo>
                    <a:pt x="4029124" y="4590468"/>
                  </a:lnTo>
                  <a:lnTo>
                    <a:pt x="3968993" y="4572686"/>
                  </a:lnTo>
                  <a:lnTo>
                    <a:pt x="3912535" y="4553076"/>
                  </a:lnTo>
                  <a:lnTo>
                    <a:pt x="3859016" y="4531515"/>
                  </a:lnTo>
                  <a:lnTo>
                    <a:pt x="3820202" y="4513932"/>
                  </a:lnTo>
                  <a:lnTo>
                    <a:pt x="3764870" y="4485963"/>
                  </a:lnTo>
                  <a:lnTo>
                    <a:pt x="3711148" y="4455470"/>
                  </a:lnTo>
                  <a:lnTo>
                    <a:pt x="3658497" y="4422409"/>
                  </a:lnTo>
                  <a:lnTo>
                    <a:pt x="3606507" y="4386799"/>
                  </a:lnTo>
                  <a:lnTo>
                    <a:pt x="3554874" y="4348733"/>
                  </a:lnTo>
                  <a:lnTo>
                    <a:pt x="3503381" y="4308383"/>
                  </a:lnTo>
                  <a:lnTo>
                    <a:pt x="3451891" y="4266003"/>
                  </a:lnTo>
                  <a:lnTo>
                    <a:pt x="3400327" y="4221924"/>
                  </a:lnTo>
                  <a:lnTo>
                    <a:pt x="3348668" y="4176544"/>
                  </a:lnTo>
                  <a:lnTo>
                    <a:pt x="3296931" y="4130320"/>
                  </a:lnTo>
                  <a:lnTo>
                    <a:pt x="3245158" y="4083744"/>
                  </a:lnTo>
                  <a:lnTo>
                    <a:pt x="3193401" y="4037327"/>
                  </a:lnTo>
                  <a:lnTo>
                    <a:pt x="3141709" y="3991570"/>
                  </a:lnTo>
                  <a:lnTo>
                    <a:pt x="3090109" y="3946945"/>
                  </a:lnTo>
                  <a:lnTo>
                    <a:pt x="3038597" y="3903875"/>
                  </a:lnTo>
                  <a:lnTo>
                    <a:pt x="2987117" y="3862718"/>
                  </a:lnTo>
                  <a:lnTo>
                    <a:pt x="2935558" y="3823759"/>
                  </a:lnTo>
                  <a:lnTo>
                    <a:pt x="2883735" y="3787199"/>
                  </a:lnTo>
                  <a:lnTo>
                    <a:pt x="2831378" y="3753161"/>
                  </a:lnTo>
                  <a:lnTo>
                    <a:pt x="2778120" y="3721693"/>
                  </a:lnTo>
                  <a:lnTo>
                    <a:pt x="2723474" y="3692772"/>
                  </a:lnTo>
                  <a:lnTo>
                    <a:pt x="2702183" y="3682418"/>
                  </a:lnTo>
                  <a:lnTo>
                    <a:pt x="2650443" y="3659348"/>
                  </a:lnTo>
                  <a:lnTo>
                    <a:pt x="2596266" y="3638275"/>
                  </a:lnTo>
                  <a:lnTo>
                    <a:pt x="2538974" y="3619128"/>
                  </a:lnTo>
                  <a:lnTo>
                    <a:pt x="2477823" y="3601771"/>
                  </a:lnTo>
                  <a:lnTo>
                    <a:pt x="2412040" y="3586041"/>
                  </a:lnTo>
                  <a:lnTo>
                    <a:pt x="2340868" y="3571768"/>
                  </a:lnTo>
                  <a:lnTo>
                    <a:pt x="2263616" y="3558795"/>
                  </a:lnTo>
                  <a:lnTo>
                    <a:pt x="2179726" y="3546981"/>
                  </a:lnTo>
                  <a:lnTo>
                    <a:pt x="2088862" y="3536211"/>
                  </a:lnTo>
                  <a:lnTo>
                    <a:pt x="1991030" y="3526396"/>
                  </a:lnTo>
                  <a:lnTo>
                    <a:pt x="1886711" y="3517474"/>
                  </a:lnTo>
                  <a:lnTo>
                    <a:pt x="1777007" y="3509411"/>
                  </a:lnTo>
                  <a:lnTo>
                    <a:pt x="1663766" y="3502197"/>
                  </a:lnTo>
                  <a:lnTo>
                    <a:pt x="1549641" y="3495841"/>
                  </a:lnTo>
                  <a:lnTo>
                    <a:pt x="1438028" y="3490359"/>
                  </a:lnTo>
                  <a:lnTo>
                    <a:pt x="1332833" y="3485769"/>
                  </a:lnTo>
                  <a:lnTo>
                    <a:pt x="1238068" y="3482069"/>
                  </a:lnTo>
                  <a:lnTo>
                    <a:pt x="1157291" y="3479229"/>
                  </a:lnTo>
                  <a:lnTo>
                    <a:pt x="1093031" y="3477185"/>
                  </a:lnTo>
                  <a:lnTo>
                    <a:pt x="1046308" y="3475834"/>
                  </a:lnTo>
                  <a:lnTo>
                    <a:pt x="1016386" y="3475045"/>
                  </a:lnTo>
                  <a:lnTo>
                    <a:pt x="1000777" y="3474669"/>
                  </a:lnTo>
                  <a:lnTo>
                    <a:pt x="995428" y="3474550"/>
                  </a:lnTo>
                  <a:lnTo>
                    <a:pt x="994940" y="3474540"/>
                  </a:lnTo>
                  <a:lnTo>
                    <a:pt x="0" y="3474540"/>
                  </a:lnTo>
                  <a:lnTo>
                    <a:pt x="0" y="34745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4" name="pg1193"/>
            <p:cNvSpPr/>
            <p:nvPr/>
          </p:nvSpPr>
          <p:spPr>
            <a:xfrm>
              <a:off x="1199187" y="1975554"/>
              <a:ext cx="12049831" cy="2808979"/>
            </a:xfrm>
            <a:custGeom>
              <a:avLst/>
              <a:pathLst>
                <a:path w="12049831" h="2808979">
                  <a:moveTo>
                    <a:pt x="0" y="2808979"/>
                  </a:moveTo>
                  <a:lnTo>
                    <a:pt x="994940" y="2808979"/>
                  </a:lnTo>
                  <a:lnTo>
                    <a:pt x="996046" y="2808943"/>
                  </a:lnTo>
                  <a:lnTo>
                    <a:pt x="1003350" y="2808681"/>
                  </a:lnTo>
                  <a:lnTo>
                    <a:pt x="1021874" y="2807959"/>
                  </a:lnTo>
                  <a:lnTo>
                    <a:pt x="1055267" y="2806535"/>
                  </a:lnTo>
                  <a:lnTo>
                    <a:pt x="1105598" y="2804182"/>
                  </a:lnTo>
                  <a:lnTo>
                    <a:pt x="1173200" y="2800702"/>
                  </a:lnTo>
                  <a:lnTo>
                    <a:pt x="1256720" y="2795949"/>
                  </a:lnTo>
                  <a:lnTo>
                    <a:pt x="1353412" y="2789834"/>
                  </a:lnTo>
                  <a:lnTo>
                    <a:pt x="1459634" y="2782321"/>
                  </a:lnTo>
                  <a:lnTo>
                    <a:pt x="1571421" y="2773416"/>
                  </a:lnTo>
                  <a:lnTo>
                    <a:pt x="1684999" y="2763145"/>
                  </a:lnTo>
                  <a:lnTo>
                    <a:pt x="1797153" y="2751534"/>
                  </a:lnTo>
                  <a:lnTo>
                    <a:pt x="1905420" y="2738593"/>
                  </a:lnTo>
                  <a:lnTo>
                    <a:pt x="2008119" y="2724299"/>
                  </a:lnTo>
                  <a:lnTo>
                    <a:pt x="2104280" y="2708593"/>
                  </a:lnTo>
                  <a:lnTo>
                    <a:pt x="2193519" y="2691371"/>
                  </a:lnTo>
                  <a:lnTo>
                    <a:pt x="2275893" y="2672487"/>
                  </a:lnTo>
                  <a:lnTo>
                    <a:pt x="2351773" y="2651755"/>
                  </a:lnTo>
                  <a:lnTo>
                    <a:pt x="2421734" y="2628952"/>
                  </a:lnTo>
                  <a:lnTo>
                    <a:pt x="2486468" y="2603828"/>
                  </a:lnTo>
                  <a:lnTo>
                    <a:pt x="2546726" y="2576119"/>
                  </a:lnTo>
                  <a:lnTo>
                    <a:pt x="2603265" y="2545573"/>
                  </a:lnTo>
                  <a:lnTo>
                    <a:pt x="2656813" y="2511989"/>
                  </a:lnTo>
                  <a:lnTo>
                    <a:pt x="2702183" y="2479693"/>
                  </a:lnTo>
                  <a:lnTo>
                    <a:pt x="2751958" y="2440086"/>
                  </a:lnTo>
                  <a:lnTo>
                    <a:pt x="2800385" y="2397265"/>
                  </a:lnTo>
                  <a:lnTo>
                    <a:pt x="2847871" y="2351167"/>
                  </a:lnTo>
                  <a:lnTo>
                    <a:pt x="2894733" y="2301794"/>
                  </a:lnTo>
                  <a:lnTo>
                    <a:pt x="2941219" y="2249222"/>
                  </a:lnTo>
                  <a:lnTo>
                    <a:pt x="2987511" y="2193606"/>
                  </a:lnTo>
                  <a:lnTo>
                    <a:pt x="3033742" y="2135184"/>
                  </a:lnTo>
                  <a:lnTo>
                    <a:pt x="3079993" y="2074278"/>
                  </a:lnTo>
                  <a:lnTo>
                    <a:pt x="3126311" y="2011287"/>
                  </a:lnTo>
                  <a:lnTo>
                    <a:pt x="3172705" y="1946680"/>
                  </a:lnTo>
                  <a:lnTo>
                    <a:pt x="3219164" y="1880981"/>
                  </a:lnTo>
                  <a:lnTo>
                    <a:pt x="3265657" y="1814755"/>
                  </a:lnTo>
                  <a:lnTo>
                    <a:pt x="3312146" y="1748585"/>
                  </a:lnTo>
                  <a:lnTo>
                    <a:pt x="3358594" y="1683053"/>
                  </a:lnTo>
                  <a:lnTo>
                    <a:pt x="3404974" y="1618717"/>
                  </a:lnTo>
                  <a:lnTo>
                    <a:pt x="3451277" y="1556092"/>
                  </a:lnTo>
                  <a:lnTo>
                    <a:pt x="3497520" y="1495634"/>
                  </a:lnTo>
                  <a:lnTo>
                    <a:pt x="3543754" y="1437729"/>
                  </a:lnTo>
                  <a:lnTo>
                    <a:pt x="3590072" y="1382681"/>
                  </a:lnTo>
                  <a:lnTo>
                    <a:pt x="3636614" y="1330714"/>
                  </a:lnTo>
                  <a:lnTo>
                    <a:pt x="3683575" y="1281966"/>
                  </a:lnTo>
                  <a:lnTo>
                    <a:pt x="3731214" y="1236499"/>
                  </a:lnTo>
                  <a:lnTo>
                    <a:pt x="3779866" y="1194302"/>
                  </a:lnTo>
                  <a:lnTo>
                    <a:pt x="3820202" y="1162547"/>
                  </a:lnTo>
                  <a:lnTo>
                    <a:pt x="3871655" y="1126193"/>
                  </a:lnTo>
                  <a:lnTo>
                    <a:pt x="3925515" y="1092969"/>
                  </a:lnTo>
                  <a:lnTo>
                    <a:pt x="3982448" y="1062764"/>
                  </a:lnTo>
                  <a:lnTo>
                    <a:pt x="4043186" y="1035369"/>
                  </a:lnTo>
                  <a:lnTo>
                    <a:pt x="4108489" y="1010527"/>
                  </a:lnTo>
                  <a:lnTo>
                    <a:pt x="4179102" y="987977"/>
                  </a:lnTo>
                  <a:lnTo>
                    <a:pt x="4255710" y="967470"/>
                  </a:lnTo>
                  <a:lnTo>
                    <a:pt x="4338866" y="948788"/>
                  </a:lnTo>
                  <a:lnTo>
                    <a:pt x="4428912" y="931749"/>
                  </a:lnTo>
                  <a:lnTo>
                    <a:pt x="4525862" y="916211"/>
                  </a:lnTo>
                  <a:lnTo>
                    <a:pt x="4629269" y="902076"/>
                  </a:lnTo>
                  <a:lnTo>
                    <a:pt x="4738088" y="889290"/>
                  </a:lnTo>
                  <a:lnTo>
                    <a:pt x="4850550" y="877834"/>
                  </a:lnTo>
                  <a:lnTo>
                    <a:pt x="4964098" y="867719"/>
                  </a:lnTo>
                  <a:lnTo>
                    <a:pt x="5075440" y="858975"/>
                  </a:lnTo>
                  <a:lnTo>
                    <a:pt x="5180758" y="851624"/>
                  </a:lnTo>
                  <a:lnTo>
                    <a:pt x="5276096" y="845670"/>
                  </a:lnTo>
                  <a:lnTo>
                    <a:pt x="5357887" y="841071"/>
                  </a:lnTo>
                  <a:lnTo>
                    <a:pt x="5423524" y="837731"/>
                  </a:lnTo>
                  <a:lnTo>
                    <a:pt x="5471838" y="835496"/>
                  </a:lnTo>
                  <a:lnTo>
                    <a:pt x="5503367" y="834166"/>
                  </a:lnTo>
                  <a:lnTo>
                    <a:pt x="5520374" y="833509"/>
                  </a:lnTo>
                  <a:lnTo>
                    <a:pt x="5526677" y="833286"/>
                  </a:lnTo>
                  <a:lnTo>
                    <a:pt x="5527445" y="833260"/>
                  </a:lnTo>
                  <a:lnTo>
                    <a:pt x="6522385" y="833260"/>
                  </a:lnTo>
                  <a:lnTo>
                    <a:pt x="6523516" y="833245"/>
                  </a:lnTo>
                  <a:lnTo>
                    <a:pt x="6530981" y="833132"/>
                  </a:lnTo>
                  <a:lnTo>
                    <a:pt x="6549899" y="832823"/>
                  </a:lnTo>
                  <a:lnTo>
                    <a:pt x="6583975" y="832212"/>
                  </a:lnTo>
                  <a:lnTo>
                    <a:pt x="6635280" y="831204"/>
                  </a:lnTo>
                  <a:lnTo>
                    <a:pt x="6704093" y="829713"/>
                  </a:lnTo>
                  <a:lnTo>
                    <a:pt x="6788964" y="827679"/>
                  </a:lnTo>
                  <a:lnTo>
                    <a:pt x="6887027" y="825064"/>
                  </a:lnTo>
                  <a:lnTo>
                    <a:pt x="6994526" y="821853"/>
                  </a:lnTo>
                  <a:lnTo>
                    <a:pt x="7107402" y="818051"/>
                  </a:lnTo>
                  <a:lnTo>
                    <a:pt x="7221829" y="813669"/>
                  </a:lnTo>
                  <a:lnTo>
                    <a:pt x="7334574" y="808718"/>
                  </a:lnTo>
                  <a:lnTo>
                    <a:pt x="7443188" y="803200"/>
                  </a:lnTo>
                  <a:lnTo>
                    <a:pt x="7546024" y="797105"/>
                  </a:lnTo>
                  <a:lnTo>
                    <a:pt x="7642157" y="790406"/>
                  </a:lnTo>
                  <a:lnTo>
                    <a:pt x="7731250" y="783055"/>
                  </a:lnTo>
                  <a:lnTo>
                    <a:pt x="7813406" y="774989"/>
                  </a:lnTo>
                  <a:lnTo>
                    <a:pt x="7889036" y="766126"/>
                  </a:lnTo>
                  <a:lnTo>
                    <a:pt x="7958746" y="756367"/>
                  </a:lnTo>
                  <a:lnTo>
                    <a:pt x="8023258" y="745604"/>
                  </a:lnTo>
                  <a:lnTo>
                    <a:pt x="8083342" y="733726"/>
                  </a:lnTo>
                  <a:lnTo>
                    <a:pt x="8139771" y="720625"/>
                  </a:lnTo>
                  <a:lnTo>
                    <a:pt x="8193280" y="706221"/>
                  </a:lnTo>
                  <a:lnTo>
                    <a:pt x="8229629" y="695257"/>
                  </a:lnTo>
                  <a:lnTo>
                    <a:pt x="8288066" y="675579"/>
                  </a:lnTo>
                  <a:lnTo>
                    <a:pt x="8344742" y="654026"/>
                  </a:lnTo>
                  <a:lnTo>
                    <a:pt x="8400277" y="630567"/>
                  </a:lnTo>
                  <a:lnTo>
                    <a:pt x="8455139" y="605226"/>
                  </a:lnTo>
                  <a:lnTo>
                    <a:pt x="8509666" y="578087"/>
                  </a:lnTo>
                  <a:lnTo>
                    <a:pt x="8564086" y="549303"/>
                  </a:lnTo>
                  <a:lnTo>
                    <a:pt x="8618540" y="519090"/>
                  </a:lnTo>
                  <a:lnTo>
                    <a:pt x="8673091" y="487730"/>
                  </a:lnTo>
                  <a:lnTo>
                    <a:pt x="8727744" y="455556"/>
                  </a:lnTo>
                  <a:lnTo>
                    <a:pt x="8782462" y="422941"/>
                  </a:lnTo>
                  <a:lnTo>
                    <a:pt x="8837188" y="390281"/>
                  </a:lnTo>
                  <a:lnTo>
                    <a:pt x="8891860" y="357973"/>
                  </a:lnTo>
                  <a:lnTo>
                    <a:pt x="8946435" y="326398"/>
                  </a:lnTo>
                  <a:lnTo>
                    <a:pt x="9000908" y="295900"/>
                  </a:lnTo>
                  <a:lnTo>
                    <a:pt x="9055327" y="266772"/>
                  </a:lnTo>
                  <a:lnTo>
                    <a:pt x="9109812" y="239247"/>
                  </a:lnTo>
                  <a:lnTo>
                    <a:pt x="9164573" y="213490"/>
                  </a:lnTo>
                  <a:lnTo>
                    <a:pt x="9219921" y="189602"/>
                  </a:lnTo>
                  <a:lnTo>
                    <a:pt x="9276291" y="167620"/>
                  </a:lnTo>
                  <a:lnTo>
                    <a:pt x="9334267" y="147524"/>
                  </a:lnTo>
                  <a:lnTo>
                    <a:pt x="9347647" y="143243"/>
                  </a:lnTo>
                  <a:lnTo>
                    <a:pt x="9399497" y="127898"/>
                  </a:lnTo>
                  <a:lnTo>
                    <a:pt x="9453794" y="113884"/>
                  </a:lnTo>
                  <a:lnTo>
                    <a:pt x="9511221" y="101153"/>
                  </a:lnTo>
                  <a:lnTo>
                    <a:pt x="9572528" y="89615"/>
                  </a:lnTo>
                  <a:lnTo>
                    <a:pt x="9638493" y="79160"/>
                  </a:lnTo>
                  <a:lnTo>
                    <a:pt x="9709876" y="69675"/>
                  </a:lnTo>
                  <a:lnTo>
                    <a:pt x="9787372" y="61056"/>
                  </a:lnTo>
                  <a:lnTo>
                    <a:pt x="9871541" y="53208"/>
                  </a:lnTo>
                  <a:lnTo>
                    <a:pt x="9962714" y="46056"/>
                  </a:lnTo>
                  <a:lnTo>
                    <a:pt x="10060880" y="39538"/>
                  </a:lnTo>
                  <a:lnTo>
                    <a:pt x="10165544" y="33616"/>
                  </a:lnTo>
                  <a:lnTo>
                    <a:pt x="10275581" y="28265"/>
                  </a:lnTo>
                  <a:lnTo>
                    <a:pt x="10389113" y="23481"/>
                  </a:lnTo>
                  <a:lnTo>
                    <a:pt x="10503450" y="19268"/>
                  </a:lnTo>
                  <a:lnTo>
                    <a:pt x="10615159" y="15639"/>
                  </a:lnTo>
                  <a:lnTo>
                    <a:pt x="10720298" y="12605"/>
                  </a:lnTo>
                  <a:lnTo>
                    <a:pt x="10814836" y="10163"/>
                  </a:lnTo>
                  <a:lnTo>
                    <a:pt x="10895220" y="8294"/>
                  </a:lnTo>
                  <a:lnTo>
                    <a:pt x="10958952" y="6953"/>
                  </a:lnTo>
                  <a:lnTo>
                    <a:pt x="11005071" y="6071"/>
                  </a:lnTo>
                  <a:lnTo>
                    <a:pt x="11034389" y="5560"/>
                  </a:lnTo>
                  <a:lnTo>
                    <a:pt x="11049481" y="5319"/>
                  </a:lnTo>
                  <a:lnTo>
                    <a:pt x="11054488" y="524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0" y="15"/>
                  </a:lnTo>
                  <a:lnTo>
                    <a:pt x="11046296" y="127"/>
                  </a:lnTo>
                  <a:lnTo>
                    <a:pt x="11027378" y="437"/>
                  </a:lnTo>
                  <a:lnTo>
                    <a:pt x="10993301" y="1047"/>
                  </a:lnTo>
                  <a:lnTo>
                    <a:pt x="10941997" y="2056"/>
                  </a:lnTo>
                  <a:lnTo>
                    <a:pt x="10873183" y="3547"/>
                  </a:lnTo>
                  <a:lnTo>
                    <a:pt x="10788313" y="5581"/>
                  </a:lnTo>
                  <a:lnTo>
                    <a:pt x="10690249" y="8196"/>
                  </a:lnTo>
                  <a:lnTo>
                    <a:pt x="10582751" y="11406"/>
                  </a:lnTo>
                  <a:lnTo>
                    <a:pt x="10469874" y="15208"/>
                  </a:lnTo>
                  <a:lnTo>
                    <a:pt x="10355448" y="19591"/>
                  </a:lnTo>
                  <a:lnTo>
                    <a:pt x="10242702" y="24542"/>
                  </a:lnTo>
                  <a:lnTo>
                    <a:pt x="10134088" y="30060"/>
                  </a:lnTo>
                  <a:lnTo>
                    <a:pt x="10031253" y="36154"/>
                  </a:lnTo>
                  <a:lnTo>
                    <a:pt x="9935120" y="42854"/>
                  </a:lnTo>
                  <a:lnTo>
                    <a:pt x="9846027" y="50204"/>
                  </a:lnTo>
                  <a:lnTo>
                    <a:pt x="9763870" y="58270"/>
                  </a:lnTo>
                  <a:lnTo>
                    <a:pt x="9688241" y="67134"/>
                  </a:lnTo>
                  <a:lnTo>
                    <a:pt x="9618531" y="76893"/>
                  </a:lnTo>
                  <a:lnTo>
                    <a:pt x="9554019" y="87655"/>
                  </a:lnTo>
                  <a:lnTo>
                    <a:pt x="9493934" y="99534"/>
                  </a:lnTo>
                  <a:lnTo>
                    <a:pt x="9437505" y="112635"/>
                  </a:lnTo>
                  <a:lnTo>
                    <a:pt x="9383996" y="127039"/>
                  </a:lnTo>
                  <a:lnTo>
                    <a:pt x="9347647" y="138003"/>
                  </a:lnTo>
                  <a:lnTo>
                    <a:pt x="9289210" y="157681"/>
                  </a:lnTo>
                  <a:lnTo>
                    <a:pt x="9232535" y="179234"/>
                  </a:lnTo>
                  <a:lnTo>
                    <a:pt x="9176999" y="202693"/>
                  </a:lnTo>
                  <a:lnTo>
                    <a:pt x="9122137" y="228034"/>
                  </a:lnTo>
                  <a:lnTo>
                    <a:pt x="9067611" y="255173"/>
                  </a:lnTo>
                  <a:lnTo>
                    <a:pt x="9013190" y="283957"/>
                  </a:lnTo>
                  <a:lnTo>
                    <a:pt x="8958737" y="314170"/>
                  </a:lnTo>
                  <a:lnTo>
                    <a:pt x="8904186" y="345530"/>
                  </a:lnTo>
                  <a:lnTo>
                    <a:pt x="8849533" y="377704"/>
                  </a:lnTo>
                  <a:lnTo>
                    <a:pt x="8794814" y="410319"/>
                  </a:lnTo>
                  <a:lnTo>
                    <a:pt x="8740088" y="442979"/>
                  </a:lnTo>
                  <a:lnTo>
                    <a:pt x="8685416" y="475287"/>
                  </a:lnTo>
                  <a:lnTo>
                    <a:pt x="8630841" y="506861"/>
                  </a:lnTo>
                  <a:lnTo>
                    <a:pt x="8576369" y="537359"/>
                  </a:lnTo>
                  <a:lnTo>
                    <a:pt x="8521950" y="566488"/>
                  </a:lnTo>
                  <a:lnTo>
                    <a:pt x="8467464" y="594013"/>
                  </a:lnTo>
                  <a:lnTo>
                    <a:pt x="8412703" y="619770"/>
                  </a:lnTo>
                  <a:lnTo>
                    <a:pt x="8357355" y="643658"/>
                  </a:lnTo>
                  <a:lnTo>
                    <a:pt x="8300985" y="665640"/>
                  </a:lnTo>
                  <a:lnTo>
                    <a:pt x="8243010" y="685736"/>
                  </a:lnTo>
                  <a:lnTo>
                    <a:pt x="8229629" y="690016"/>
                  </a:lnTo>
                  <a:lnTo>
                    <a:pt x="8177780" y="705362"/>
                  </a:lnTo>
                  <a:lnTo>
                    <a:pt x="8123483" y="719376"/>
                  </a:lnTo>
                  <a:lnTo>
                    <a:pt x="8066056" y="732107"/>
                  </a:lnTo>
                  <a:lnTo>
                    <a:pt x="8004748" y="743645"/>
                  </a:lnTo>
                  <a:lnTo>
                    <a:pt x="7938784" y="754100"/>
                  </a:lnTo>
                  <a:lnTo>
                    <a:pt x="7867401" y="763585"/>
                  </a:lnTo>
                  <a:lnTo>
                    <a:pt x="7789905" y="772204"/>
                  </a:lnTo>
                  <a:lnTo>
                    <a:pt x="7705736" y="780051"/>
                  </a:lnTo>
                  <a:lnTo>
                    <a:pt x="7614563" y="787204"/>
                  </a:lnTo>
                  <a:lnTo>
                    <a:pt x="7516397" y="793722"/>
                  </a:lnTo>
                  <a:lnTo>
                    <a:pt x="7411733" y="799644"/>
                  </a:lnTo>
                  <a:lnTo>
                    <a:pt x="7301695" y="804995"/>
                  </a:lnTo>
                  <a:lnTo>
                    <a:pt x="7188163" y="809779"/>
                  </a:lnTo>
                  <a:lnTo>
                    <a:pt x="7073826" y="813992"/>
                  </a:lnTo>
                  <a:lnTo>
                    <a:pt x="6962117" y="817620"/>
                  </a:lnTo>
                  <a:lnTo>
                    <a:pt x="6856979" y="820655"/>
                  </a:lnTo>
                  <a:lnTo>
                    <a:pt x="6762440" y="823097"/>
                  </a:lnTo>
                  <a:lnTo>
                    <a:pt x="6682057" y="824966"/>
                  </a:lnTo>
                  <a:lnTo>
                    <a:pt x="6618325" y="826307"/>
                  </a:lnTo>
                  <a:lnTo>
                    <a:pt x="6572206" y="827189"/>
                  </a:lnTo>
                  <a:lnTo>
                    <a:pt x="6542888" y="827700"/>
                  </a:lnTo>
                  <a:lnTo>
                    <a:pt x="6527796" y="827941"/>
                  </a:lnTo>
                  <a:lnTo>
                    <a:pt x="6522789" y="828014"/>
                  </a:lnTo>
                  <a:lnTo>
                    <a:pt x="6522385" y="828020"/>
                  </a:lnTo>
                  <a:lnTo>
                    <a:pt x="5527445" y="828020"/>
                  </a:lnTo>
                  <a:lnTo>
                    <a:pt x="5526339" y="828056"/>
                  </a:lnTo>
                  <a:lnTo>
                    <a:pt x="5519035" y="828318"/>
                  </a:lnTo>
                  <a:lnTo>
                    <a:pt x="5500511" y="829040"/>
                  </a:lnTo>
                  <a:lnTo>
                    <a:pt x="5467118" y="830464"/>
                  </a:lnTo>
                  <a:lnTo>
                    <a:pt x="5416787" y="832817"/>
                  </a:lnTo>
                  <a:lnTo>
                    <a:pt x="5349185" y="836297"/>
                  </a:lnTo>
                  <a:lnTo>
                    <a:pt x="5265665" y="841050"/>
                  </a:lnTo>
                  <a:lnTo>
                    <a:pt x="5168973" y="847165"/>
                  </a:lnTo>
                  <a:lnTo>
                    <a:pt x="5062751" y="854678"/>
                  </a:lnTo>
                  <a:lnTo>
                    <a:pt x="4950964" y="863583"/>
                  </a:lnTo>
                  <a:lnTo>
                    <a:pt x="4837386" y="873854"/>
                  </a:lnTo>
                  <a:lnTo>
                    <a:pt x="4725232" y="885465"/>
                  </a:lnTo>
                  <a:lnTo>
                    <a:pt x="4616965" y="898406"/>
                  </a:lnTo>
                  <a:lnTo>
                    <a:pt x="4514266" y="912700"/>
                  </a:lnTo>
                  <a:lnTo>
                    <a:pt x="4418105" y="928406"/>
                  </a:lnTo>
                  <a:lnTo>
                    <a:pt x="4328866" y="945628"/>
                  </a:lnTo>
                  <a:lnTo>
                    <a:pt x="4246492" y="964512"/>
                  </a:lnTo>
                  <a:lnTo>
                    <a:pt x="4170612" y="985244"/>
                  </a:lnTo>
                  <a:lnTo>
                    <a:pt x="4100651" y="1008047"/>
                  </a:lnTo>
                  <a:lnTo>
                    <a:pt x="4035917" y="1033171"/>
                  </a:lnTo>
                  <a:lnTo>
                    <a:pt x="3975659" y="1060880"/>
                  </a:lnTo>
                  <a:lnTo>
                    <a:pt x="3919120" y="1091426"/>
                  </a:lnTo>
                  <a:lnTo>
                    <a:pt x="3865572" y="1125010"/>
                  </a:lnTo>
                  <a:lnTo>
                    <a:pt x="3820202" y="1157306"/>
                  </a:lnTo>
                  <a:lnTo>
                    <a:pt x="3770427" y="1196913"/>
                  </a:lnTo>
                  <a:lnTo>
                    <a:pt x="3722000" y="1239734"/>
                  </a:lnTo>
                  <a:lnTo>
                    <a:pt x="3674514" y="1285832"/>
                  </a:lnTo>
                  <a:lnTo>
                    <a:pt x="3627652" y="1335205"/>
                  </a:lnTo>
                  <a:lnTo>
                    <a:pt x="3581166" y="1387777"/>
                  </a:lnTo>
                  <a:lnTo>
                    <a:pt x="3534874" y="1443393"/>
                  </a:lnTo>
                  <a:lnTo>
                    <a:pt x="3488643" y="1501815"/>
                  </a:lnTo>
                  <a:lnTo>
                    <a:pt x="3442392" y="1562721"/>
                  </a:lnTo>
                  <a:lnTo>
                    <a:pt x="3396074" y="1625712"/>
                  </a:lnTo>
                  <a:lnTo>
                    <a:pt x="3349680" y="1690319"/>
                  </a:lnTo>
                  <a:lnTo>
                    <a:pt x="3303221" y="1756018"/>
                  </a:lnTo>
                  <a:lnTo>
                    <a:pt x="3256728" y="1822244"/>
                  </a:lnTo>
                  <a:lnTo>
                    <a:pt x="3210239" y="1888414"/>
                  </a:lnTo>
                  <a:lnTo>
                    <a:pt x="3163791" y="1953946"/>
                  </a:lnTo>
                  <a:lnTo>
                    <a:pt x="3117411" y="2018282"/>
                  </a:lnTo>
                  <a:lnTo>
                    <a:pt x="3071108" y="2080907"/>
                  </a:lnTo>
                  <a:lnTo>
                    <a:pt x="3024865" y="2141365"/>
                  </a:lnTo>
                  <a:lnTo>
                    <a:pt x="2978631" y="2199270"/>
                  </a:lnTo>
                  <a:lnTo>
                    <a:pt x="2932313" y="2254318"/>
                  </a:lnTo>
                  <a:lnTo>
                    <a:pt x="2885771" y="2306285"/>
                  </a:lnTo>
                  <a:lnTo>
                    <a:pt x="2838810" y="2355033"/>
                  </a:lnTo>
                  <a:lnTo>
                    <a:pt x="2791171" y="2400500"/>
                  </a:lnTo>
                  <a:lnTo>
                    <a:pt x="2742519" y="2442697"/>
                  </a:lnTo>
                  <a:lnTo>
                    <a:pt x="2702183" y="2474452"/>
                  </a:lnTo>
                  <a:lnTo>
                    <a:pt x="2650730" y="2510806"/>
                  </a:lnTo>
                  <a:lnTo>
                    <a:pt x="2596870" y="2544030"/>
                  </a:lnTo>
                  <a:lnTo>
                    <a:pt x="2539937" y="2574235"/>
                  </a:lnTo>
                  <a:lnTo>
                    <a:pt x="2479199" y="2601631"/>
                  </a:lnTo>
                  <a:lnTo>
                    <a:pt x="2413896" y="2626472"/>
                  </a:lnTo>
                  <a:lnTo>
                    <a:pt x="2343283" y="2649023"/>
                  </a:lnTo>
                  <a:lnTo>
                    <a:pt x="2266675" y="2669529"/>
                  </a:lnTo>
                  <a:lnTo>
                    <a:pt x="2183519" y="2688211"/>
                  </a:lnTo>
                  <a:lnTo>
                    <a:pt x="2093473" y="2705251"/>
                  </a:lnTo>
                  <a:lnTo>
                    <a:pt x="1996523" y="2720788"/>
                  </a:lnTo>
                  <a:lnTo>
                    <a:pt x="1893116" y="2734923"/>
                  </a:lnTo>
                  <a:lnTo>
                    <a:pt x="1784296" y="2747709"/>
                  </a:lnTo>
                  <a:lnTo>
                    <a:pt x="1671835" y="2759165"/>
                  </a:lnTo>
                  <a:lnTo>
                    <a:pt x="1558287" y="2769280"/>
                  </a:lnTo>
                  <a:lnTo>
                    <a:pt x="1446945" y="2778025"/>
                  </a:lnTo>
                  <a:lnTo>
                    <a:pt x="1341627" y="2785375"/>
                  </a:lnTo>
                  <a:lnTo>
                    <a:pt x="1246289" y="2791329"/>
                  </a:lnTo>
                  <a:lnTo>
                    <a:pt x="1164498" y="2795928"/>
                  </a:lnTo>
                  <a:lnTo>
                    <a:pt x="1098861" y="2799269"/>
                  </a:lnTo>
                  <a:lnTo>
                    <a:pt x="1050547" y="2801503"/>
                  </a:lnTo>
                  <a:lnTo>
                    <a:pt x="1019018" y="2802834"/>
                  </a:lnTo>
                  <a:lnTo>
                    <a:pt x="1002011" y="2803490"/>
                  </a:lnTo>
                  <a:lnTo>
                    <a:pt x="995708" y="2803713"/>
                  </a:lnTo>
                  <a:lnTo>
                    <a:pt x="994940" y="2803739"/>
                  </a:lnTo>
                  <a:lnTo>
                    <a:pt x="0" y="2803739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95" name="pl1194"/>
            <p:cNvSpPr/>
            <p:nvPr/>
          </p:nvSpPr>
          <p:spPr>
            <a:xfrm>
              <a:off x="1199187" y="1980795"/>
              <a:ext cx="12049831" cy="2803739"/>
            </a:xfrm>
            <a:custGeom>
              <a:avLst/>
              <a:pathLst>
                <a:path w="12049831" h="2803739">
                  <a:moveTo>
                    <a:pt x="0" y="2803739"/>
                  </a:moveTo>
                  <a:lnTo>
                    <a:pt x="994940" y="2803739"/>
                  </a:lnTo>
                  <a:lnTo>
                    <a:pt x="996046" y="2803702"/>
                  </a:lnTo>
                  <a:lnTo>
                    <a:pt x="1003350" y="2803441"/>
                  </a:lnTo>
                  <a:lnTo>
                    <a:pt x="1021874" y="2802718"/>
                  </a:lnTo>
                  <a:lnTo>
                    <a:pt x="1055267" y="2801295"/>
                  </a:lnTo>
                  <a:lnTo>
                    <a:pt x="1105598" y="2798941"/>
                  </a:lnTo>
                  <a:lnTo>
                    <a:pt x="1173200" y="2795461"/>
                  </a:lnTo>
                  <a:lnTo>
                    <a:pt x="1256720" y="2790709"/>
                  </a:lnTo>
                  <a:lnTo>
                    <a:pt x="1353412" y="2784594"/>
                  </a:lnTo>
                  <a:lnTo>
                    <a:pt x="1459634" y="2777081"/>
                  </a:lnTo>
                  <a:lnTo>
                    <a:pt x="1571421" y="2768176"/>
                  </a:lnTo>
                  <a:lnTo>
                    <a:pt x="1684999" y="2757904"/>
                  </a:lnTo>
                  <a:lnTo>
                    <a:pt x="1797153" y="2746293"/>
                  </a:lnTo>
                  <a:lnTo>
                    <a:pt x="1905420" y="2733352"/>
                  </a:lnTo>
                  <a:lnTo>
                    <a:pt x="2008119" y="2719059"/>
                  </a:lnTo>
                  <a:lnTo>
                    <a:pt x="2104280" y="2703352"/>
                  </a:lnTo>
                  <a:lnTo>
                    <a:pt x="2193519" y="2686130"/>
                  </a:lnTo>
                  <a:lnTo>
                    <a:pt x="2275893" y="2667247"/>
                  </a:lnTo>
                  <a:lnTo>
                    <a:pt x="2351773" y="2646515"/>
                  </a:lnTo>
                  <a:lnTo>
                    <a:pt x="2421734" y="2623712"/>
                  </a:lnTo>
                  <a:lnTo>
                    <a:pt x="2486468" y="2598587"/>
                  </a:lnTo>
                  <a:lnTo>
                    <a:pt x="2546726" y="2570878"/>
                  </a:lnTo>
                  <a:lnTo>
                    <a:pt x="2603265" y="2540333"/>
                  </a:lnTo>
                  <a:lnTo>
                    <a:pt x="2656813" y="2506748"/>
                  </a:lnTo>
                  <a:lnTo>
                    <a:pt x="2702183" y="2474452"/>
                  </a:lnTo>
                  <a:lnTo>
                    <a:pt x="2751958" y="2434846"/>
                  </a:lnTo>
                  <a:lnTo>
                    <a:pt x="2800385" y="2392025"/>
                  </a:lnTo>
                  <a:lnTo>
                    <a:pt x="2847871" y="2345927"/>
                  </a:lnTo>
                  <a:lnTo>
                    <a:pt x="2894733" y="2296553"/>
                  </a:lnTo>
                  <a:lnTo>
                    <a:pt x="2941219" y="2243981"/>
                  </a:lnTo>
                  <a:lnTo>
                    <a:pt x="2987511" y="2188365"/>
                  </a:lnTo>
                  <a:lnTo>
                    <a:pt x="3033742" y="2129944"/>
                  </a:lnTo>
                  <a:lnTo>
                    <a:pt x="3079993" y="2069038"/>
                  </a:lnTo>
                  <a:lnTo>
                    <a:pt x="3126311" y="2006046"/>
                  </a:lnTo>
                  <a:lnTo>
                    <a:pt x="3172705" y="1941439"/>
                  </a:lnTo>
                  <a:lnTo>
                    <a:pt x="3219164" y="1875740"/>
                  </a:lnTo>
                  <a:lnTo>
                    <a:pt x="3265657" y="1809514"/>
                  </a:lnTo>
                  <a:lnTo>
                    <a:pt x="3312146" y="1743345"/>
                  </a:lnTo>
                  <a:lnTo>
                    <a:pt x="3358594" y="1677813"/>
                  </a:lnTo>
                  <a:lnTo>
                    <a:pt x="3404974" y="1613476"/>
                  </a:lnTo>
                  <a:lnTo>
                    <a:pt x="3451277" y="1550851"/>
                  </a:lnTo>
                  <a:lnTo>
                    <a:pt x="3497520" y="1490393"/>
                  </a:lnTo>
                  <a:lnTo>
                    <a:pt x="3543754" y="1432488"/>
                  </a:lnTo>
                  <a:lnTo>
                    <a:pt x="3590072" y="1377441"/>
                  </a:lnTo>
                  <a:lnTo>
                    <a:pt x="3636614" y="1325473"/>
                  </a:lnTo>
                  <a:lnTo>
                    <a:pt x="3683575" y="1276725"/>
                  </a:lnTo>
                  <a:lnTo>
                    <a:pt x="3731214" y="1231258"/>
                  </a:lnTo>
                  <a:lnTo>
                    <a:pt x="3779866" y="1189061"/>
                  </a:lnTo>
                  <a:lnTo>
                    <a:pt x="3820202" y="1157306"/>
                  </a:lnTo>
                  <a:lnTo>
                    <a:pt x="3871655" y="1120952"/>
                  </a:lnTo>
                  <a:lnTo>
                    <a:pt x="3925515" y="1087728"/>
                  </a:lnTo>
                  <a:lnTo>
                    <a:pt x="3982448" y="1057523"/>
                  </a:lnTo>
                  <a:lnTo>
                    <a:pt x="4043186" y="1030128"/>
                  </a:lnTo>
                  <a:lnTo>
                    <a:pt x="4108489" y="1005286"/>
                  </a:lnTo>
                  <a:lnTo>
                    <a:pt x="4179102" y="982736"/>
                  </a:lnTo>
                  <a:lnTo>
                    <a:pt x="4255710" y="962229"/>
                  </a:lnTo>
                  <a:lnTo>
                    <a:pt x="4338866" y="943547"/>
                  </a:lnTo>
                  <a:lnTo>
                    <a:pt x="4428912" y="926508"/>
                  </a:lnTo>
                  <a:lnTo>
                    <a:pt x="4525862" y="910970"/>
                  </a:lnTo>
                  <a:lnTo>
                    <a:pt x="4629269" y="896836"/>
                  </a:lnTo>
                  <a:lnTo>
                    <a:pt x="4738088" y="884049"/>
                  </a:lnTo>
                  <a:lnTo>
                    <a:pt x="4850550" y="872593"/>
                  </a:lnTo>
                  <a:lnTo>
                    <a:pt x="4964098" y="862479"/>
                  </a:lnTo>
                  <a:lnTo>
                    <a:pt x="5075440" y="853734"/>
                  </a:lnTo>
                  <a:lnTo>
                    <a:pt x="5180758" y="846384"/>
                  </a:lnTo>
                  <a:lnTo>
                    <a:pt x="5276096" y="840429"/>
                  </a:lnTo>
                  <a:lnTo>
                    <a:pt x="5357887" y="835830"/>
                  </a:lnTo>
                  <a:lnTo>
                    <a:pt x="5423524" y="832490"/>
                  </a:lnTo>
                  <a:lnTo>
                    <a:pt x="5471838" y="830255"/>
                  </a:lnTo>
                  <a:lnTo>
                    <a:pt x="5503367" y="828925"/>
                  </a:lnTo>
                  <a:lnTo>
                    <a:pt x="5520374" y="828268"/>
                  </a:lnTo>
                  <a:lnTo>
                    <a:pt x="5526677" y="828045"/>
                  </a:lnTo>
                  <a:lnTo>
                    <a:pt x="5527445" y="828020"/>
                  </a:lnTo>
                  <a:lnTo>
                    <a:pt x="6522385" y="828020"/>
                  </a:lnTo>
                  <a:lnTo>
                    <a:pt x="6523516" y="828004"/>
                  </a:lnTo>
                  <a:lnTo>
                    <a:pt x="6530981" y="827892"/>
                  </a:lnTo>
                  <a:lnTo>
                    <a:pt x="6549899" y="827582"/>
                  </a:lnTo>
                  <a:lnTo>
                    <a:pt x="6583975" y="826972"/>
                  </a:lnTo>
                  <a:lnTo>
                    <a:pt x="6635280" y="825963"/>
                  </a:lnTo>
                  <a:lnTo>
                    <a:pt x="6704093" y="824473"/>
                  </a:lnTo>
                  <a:lnTo>
                    <a:pt x="6788964" y="822438"/>
                  </a:lnTo>
                  <a:lnTo>
                    <a:pt x="6887027" y="819823"/>
                  </a:lnTo>
                  <a:lnTo>
                    <a:pt x="6994526" y="816613"/>
                  </a:lnTo>
                  <a:lnTo>
                    <a:pt x="7107402" y="812811"/>
                  </a:lnTo>
                  <a:lnTo>
                    <a:pt x="7221829" y="808429"/>
                  </a:lnTo>
                  <a:lnTo>
                    <a:pt x="7334574" y="803477"/>
                  </a:lnTo>
                  <a:lnTo>
                    <a:pt x="7443188" y="797960"/>
                  </a:lnTo>
                  <a:lnTo>
                    <a:pt x="7546024" y="791865"/>
                  </a:lnTo>
                  <a:lnTo>
                    <a:pt x="7642157" y="785165"/>
                  </a:lnTo>
                  <a:lnTo>
                    <a:pt x="7731250" y="777815"/>
                  </a:lnTo>
                  <a:lnTo>
                    <a:pt x="7813406" y="769749"/>
                  </a:lnTo>
                  <a:lnTo>
                    <a:pt x="7889036" y="760885"/>
                  </a:lnTo>
                  <a:lnTo>
                    <a:pt x="7958746" y="751126"/>
                  </a:lnTo>
                  <a:lnTo>
                    <a:pt x="8023258" y="740364"/>
                  </a:lnTo>
                  <a:lnTo>
                    <a:pt x="8083342" y="728485"/>
                  </a:lnTo>
                  <a:lnTo>
                    <a:pt x="8139771" y="715384"/>
                  </a:lnTo>
                  <a:lnTo>
                    <a:pt x="8193280" y="700980"/>
                  </a:lnTo>
                  <a:lnTo>
                    <a:pt x="8229629" y="690016"/>
                  </a:lnTo>
                  <a:lnTo>
                    <a:pt x="8288066" y="670338"/>
                  </a:lnTo>
                  <a:lnTo>
                    <a:pt x="8344742" y="648785"/>
                  </a:lnTo>
                  <a:lnTo>
                    <a:pt x="8400277" y="625326"/>
                  </a:lnTo>
                  <a:lnTo>
                    <a:pt x="8455139" y="599985"/>
                  </a:lnTo>
                  <a:lnTo>
                    <a:pt x="8509666" y="572846"/>
                  </a:lnTo>
                  <a:lnTo>
                    <a:pt x="8564086" y="544062"/>
                  </a:lnTo>
                  <a:lnTo>
                    <a:pt x="8618540" y="513849"/>
                  </a:lnTo>
                  <a:lnTo>
                    <a:pt x="8673091" y="482489"/>
                  </a:lnTo>
                  <a:lnTo>
                    <a:pt x="8727744" y="450315"/>
                  </a:lnTo>
                  <a:lnTo>
                    <a:pt x="8782462" y="417700"/>
                  </a:lnTo>
                  <a:lnTo>
                    <a:pt x="8837188" y="385040"/>
                  </a:lnTo>
                  <a:lnTo>
                    <a:pt x="8891860" y="352733"/>
                  </a:lnTo>
                  <a:lnTo>
                    <a:pt x="8946435" y="321158"/>
                  </a:lnTo>
                  <a:lnTo>
                    <a:pt x="9000908" y="290660"/>
                  </a:lnTo>
                  <a:lnTo>
                    <a:pt x="9055327" y="261532"/>
                  </a:lnTo>
                  <a:lnTo>
                    <a:pt x="9109812" y="234006"/>
                  </a:lnTo>
                  <a:lnTo>
                    <a:pt x="9164573" y="208249"/>
                  </a:lnTo>
                  <a:lnTo>
                    <a:pt x="9219921" y="184361"/>
                  </a:lnTo>
                  <a:lnTo>
                    <a:pt x="9276291" y="162379"/>
                  </a:lnTo>
                  <a:lnTo>
                    <a:pt x="9334267" y="142283"/>
                  </a:lnTo>
                  <a:lnTo>
                    <a:pt x="9347647" y="138003"/>
                  </a:lnTo>
                  <a:lnTo>
                    <a:pt x="9399497" y="122657"/>
                  </a:lnTo>
                  <a:lnTo>
                    <a:pt x="9453794" y="108643"/>
                  </a:lnTo>
                  <a:lnTo>
                    <a:pt x="9511221" y="95912"/>
                  </a:lnTo>
                  <a:lnTo>
                    <a:pt x="9572528" y="84374"/>
                  </a:lnTo>
                  <a:lnTo>
                    <a:pt x="9638493" y="73919"/>
                  </a:lnTo>
                  <a:lnTo>
                    <a:pt x="9709876" y="64435"/>
                  </a:lnTo>
                  <a:lnTo>
                    <a:pt x="9787372" y="55815"/>
                  </a:lnTo>
                  <a:lnTo>
                    <a:pt x="9871541" y="47968"/>
                  </a:lnTo>
                  <a:lnTo>
                    <a:pt x="9962714" y="40815"/>
                  </a:lnTo>
                  <a:lnTo>
                    <a:pt x="10060880" y="34298"/>
                  </a:lnTo>
                  <a:lnTo>
                    <a:pt x="10165544" y="28375"/>
                  </a:lnTo>
                  <a:lnTo>
                    <a:pt x="10275581" y="23025"/>
                  </a:lnTo>
                  <a:lnTo>
                    <a:pt x="10389113" y="18240"/>
                  </a:lnTo>
                  <a:lnTo>
                    <a:pt x="10503450" y="14027"/>
                  </a:lnTo>
                  <a:lnTo>
                    <a:pt x="10615159" y="10399"/>
                  </a:lnTo>
                  <a:lnTo>
                    <a:pt x="10720298" y="7364"/>
                  </a:lnTo>
                  <a:lnTo>
                    <a:pt x="10814836" y="4923"/>
                  </a:lnTo>
                  <a:lnTo>
                    <a:pt x="10895220" y="3053"/>
                  </a:lnTo>
                  <a:lnTo>
                    <a:pt x="10958952" y="1712"/>
                  </a:lnTo>
                  <a:lnTo>
                    <a:pt x="11005071" y="830"/>
                  </a:lnTo>
                  <a:lnTo>
                    <a:pt x="11034389" y="319"/>
                  </a:lnTo>
                  <a:lnTo>
                    <a:pt x="11049481" y="78"/>
                  </a:lnTo>
                  <a:lnTo>
                    <a:pt x="11054488" y="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6" name="pl1195"/>
            <p:cNvSpPr/>
            <p:nvPr/>
          </p:nvSpPr>
          <p:spPr>
            <a:xfrm>
              <a:off x="1199187" y="1975554"/>
              <a:ext cx="12049831" cy="2803739"/>
            </a:xfrm>
            <a:custGeom>
              <a:avLst/>
              <a:pathLst>
                <a:path w="12049831" h="2803739">
                  <a:moveTo>
                    <a:pt x="12049831" y="0"/>
                  </a:moveTo>
                  <a:lnTo>
                    <a:pt x="11054891" y="0"/>
                  </a:lnTo>
                  <a:lnTo>
                    <a:pt x="11053760" y="15"/>
                  </a:lnTo>
                  <a:lnTo>
                    <a:pt x="11046296" y="127"/>
                  </a:lnTo>
                  <a:lnTo>
                    <a:pt x="11027378" y="437"/>
                  </a:lnTo>
                  <a:lnTo>
                    <a:pt x="10993301" y="1047"/>
                  </a:lnTo>
                  <a:lnTo>
                    <a:pt x="10941997" y="2056"/>
                  </a:lnTo>
                  <a:lnTo>
                    <a:pt x="10873183" y="3547"/>
                  </a:lnTo>
                  <a:lnTo>
                    <a:pt x="10788313" y="5581"/>
                  </a:lnTo>
                  <a:lnTo>
                    <a:pt x="10690249" y="8196"/>
                  </a:lnTo>
                  <a:lnTo>
                    <a:pt x="10582751" y="11406"/>
                  </a:lnTo>
                  <a:lnTo>
                    <a:pt x="10469874" y="15208"/>
                  </a:lnTo>
                  <a:lnTo>
                    <a:pt x="10355448" y="19591"/>
                  </a:lnTo>
                  <a:lnTo>
                    <a:pt x="10242702" y="24542"/>
                  </a:lnTo>
                  <a:lnTo>
                    <a:pt x="10134088" y="30060"/>
                  </a:lnTo>
                  <a:lnTo>
                    <a:pt x="10031253" y="36154"/>
                  </a:lnTo>
                  <a:lnTo>
                    <a:pt x="9935120" y="42854"/>
                  </a:lnTo>
                  <a:lnTo>
                    <a:pt x="9846027" y="50204"/>
                  </a:lnTo>
                  <a:lnTo>
                    <a:pt x="9763870" y="58270"/>
                  </a:lnTo>
                  <a:lnTo>
                    <a:pt x="9688241" y="67134"/>
                  </a:lnTo>
                  <a:lnTo>
                    <a:pt x="9618531" y="76893"/>
                  </a:lnTo>
                  <a:lnTo>
                    <a:pt x="9554019" y="87655"/>
                  </a:lnTo>
                  <a:lnTo>
                    <a:pt x="9493934" y="99534"/>
                  </a:lnTo>
                  <a:lnTo>
                    <a:pt x="9437505" y="112635"/>
                  </a:lnTo>
                  <a:lnTo>
                    <a:pt x="9383996" y="127039"/>
                  </a:lnTo>
                  <a:lnTo>
                    <a:pt x="9347647" y="138003"/>
                  </a:lnTo>
                  <a:lnTo>
                    <a:pt x="9289210" y="157681"/>
                  </a:lnTo>
                  <a:lnTo>
                    <a:pt x="9232535" y="179234"/>
                  </a:lnTo>
                  <a:lnTo>
                    <a:pt x="9176999" y="202693"/>
                  </a:lnTo>
                  <a:lnTo>
                    <a:pt x="9122137" y="228034"/>
                  </a:lnTo>
                  <a:lnTo>
                    <a:pt x="9067611" y="255173"/>
                  </a:lnTo>
                  <a:lnTo>
                    <a:pt x="9013190" y="283957"/>
                  </a:lnTo>
                  <a:lnTo>
                    <a:pt x="8958737" y="314170"/>
                  </a:lnTo>
                  <a:lnTo>
                    <a:pt x="8904186" y="345530"/>
                  </a:lnTo>
                  <a:lnTo>
                    <a:pt x="8849533" y="377704"/>
                  </a:lnTo>
                  <a:lnTo>
                    <a:pt x="8794814" y="410319"/>
                  </a:lnTo>
                  <a:lnTo>
                    <a:pt x="8740088" y="442979"/>
                  </a:lnTo>
                  <a:lnTo>
                    <a:pt x="8685416" y="475287"/>
                  </a:lnTo>
                  <a:lnTo>
                    <a:pt x="8630841" y="506861"/>
                  </a:lnTo>
                  <a:lnTo>
                    <a:pt x="8576369" y="537359"/>
                  </a:lnTo>
                  <a:lnTo>
                    <a:pt x="8521950" y="566488"/>
                  </a:lnTo>
                  <a:lnTo>
                    <a:pt x="8467464" y="594013"/>
                  </a:lnTo>
                  <a:lnTo>
                    <a:pt x="8412703" y="619770"/>
                  </a:lnTo>
                  <a:lnTo>
                    <a:pt x="8357355" y="643658"/>
                  </a:lnTo>
                  <a:lnTo>
                    <a:pt x="8300985" y="665640"/>
                  </a:lnTo>
                  <a:lnTo>
                    <a:pt x="8243010" y="685736"/>
                  </a:lnTo>
                  <a:lnTo>
                    <a:pt x="8229629" y="690016"/>
                  </a:lnTo>
                  <a:lnTo>
                    <a:pt x="8177780" y="705362"/>
                  </a:lnTo>
                  <a:lnTo>
                    <a:pt x="8123483" y="719376"/>
                  </a:lnTo>
                  <a:lnTo>
                    <a:pt x="8066056" y="732107"/>
                  </a:lnTo>
                  <a:lnTo>
                    <a:pt x="8004748" y="743645"/>
                  </a:lnTo>
                  <a:lnTo>
                    <a:pt x="7938784" y="754100"/>
                  </a:lnTo>
                  <a:lnTo>
                    <a:pt x="7867401" y="763585"/>
                  </a:lnTo>
                  <a:lnTo>
                    <a:pt x="7789905" y="772204"/>
                  </a:lnTo>
                  <a:lnTo>
                    <a:pt x="7705736" y="780051"/>
                  </a:lnTo>
                  <a:lnTo>
                    <a:pt x="7614563" y="787204"/>
                  </a:lnTo>
                  <a:lnTo>
                    <a:pt x="7516397" y="793722"/>
                  </a:lnTo>
                  <a:lnTo>
                    <a:pt x="7411733" y="799644"/>
                  </a:lnTo>
                  <a:lnTo>
                    <a:pt x="7301695" y="804995"/>
                  </a:lnTo>
                  <a:lnTo>
                    <a:pt x="7188163" y="809779"/>
                  </a:lnTo>
                  <a:lnTo>
                    <a:pt x="7073826" y="813992"/>
                  </a:lnTo>
                  <a:lnTo>
                    <a:pt x="6962117" y="817620"/>
                  </a:lnTo>
                  <a:lnTo>
                    <a:pt x="6856979" y="820655"/>
                  </a:lnTo>
                  <a:lnTo>
                    <a:pt x="6762440" y="823097"/>
                  </a:lnTo>
                  <a:lnTo>
                    <a:pt x="6682057" y="824966"/>
                  </a:lnTo>
                  <a:lnTo>
                    <a:pt x="6618325" y="826307"/>
                  </a:lnTo>
                  <a:lnTo>
                    <a:pt x="6572206" y="827189"/>
                  </a:lnTo>
                  <a:lnTo>
                    <a:pt x="6542888" y="827700"/>
                  </a:lnTo>
                  <a:lnTo>
                    <a:pt x="6527796" y="827941"/>
                  </a:lnTo>
                  <a:lnTo>
                    <a:pt x="6522789" y="828014"/>
                  </a:lnTo>
                  <a:lnTo>
                    <a:pt x="6522385" y="828020"/>
                  </a:lnTo>
                  <a:lnTo>
                    <a:pt x="5527445" y="828020"/>
                  </a:lnTo>
                  <a:lnTo>
                    <a:pt x="5526339" y="828056"/>
                  </a:lnTo>
                  <a:lnTo>
                    <a:pt x="5519035" y="828318"/>
                  </a:lnTo>
                  <a:lnTo>
                    <a:pt x="5500511" y="829040"/>
                  </a:lnTo>
                  <a:lnTo>
                    <a:pt x="5467118" y="830464"/>
                  </a:lnTo>
                  <a:lnTo>
                    <a:pt x="5416787" y="832817"/>
                  </a:lnTo>
                  <a:lnTo>
                    <a:pt x="5349185" y="836297"/>
                  </a:lnTo>
                  <a:lnTo>
                    <a:pt x="5265665" y="841050"/>
                  </a:lnTo>
                  <a:lnTo>
                    <a:pt x="5168973" y="847165"/>
                  </a:lnTo>
                  <a:lnTo>
                    <a:pt x="5062751" y="854678"/>
                  </a:lnTo>
                  <a:lnTo>
                    <a:pt x="4950964" y="863583"/>
                  </a:lnTo>
                  <a:lnTo>
                    <a:pt x="4837386" y="873854"/>
                  </a:lnTo>
                  <a:lnTo>
                    <a:pt x="4725232" y="885465"/>
                  </a:lnTo>
                  <a:lnTo>
                    <a:pt x="4616965" y="898406"/>
                  </a:lnTo>
                  <a:lnTo>
                    <a:pt x="4514266" y="912700"/>
                  </a:lnTo>
                  <a:lnTo>
                    <a:pt x="4418105" y="928406"/>
                  </a:lnTo>
                  <a:lnTo>
                    <a:pt x="4328866" y="945628"/>
                  </a:lnTo>
                  <a:lnTo>
                    <a:pt x="4246492" y="964512"/>
                  </a:lnTo>
                  <a:lnTo>
                    <a:pt x="4170612" y="985244"/>
                  </a:lnTo>
                  <a:lnTo>
                    <a:pt x="4100651" y="1008047"/>
                  </a:lnTo>
                  <a:lnTo>
                    <a:pt x="4035917" y="1033171"/>
                  </a:lnTo>
                  <a:lnTo>
                    <a:pt x="3975659" y="1060880"/>
                  </a:lnTo>
                  <a:lnTo>
                    <a:pt x="3919120" y="1091426"/>
                  </a:lnTo>
                  <a:lnTo>
                    <a:pt x="3865572" y="1125010"/>
                  </a:lnTo>
                  <a:lnTo>
                    <a:pt x="3820202" y="1157306"/>
                  </a:lnTo>
                  <a:lnTo>
                    <a:pt x="3770427" y="1196913"/>
                  </a:lnTo>
                  <a:lnTo>
                    <a:pt x="3722000" y="1239734"/>
                  </a:lnTo>
                  <a:lnTo>
                    <a:pt x="3674514" y="1285832"/>
                  </a:lnTo>
                  <a:lnTo>
                    <a:pt x="3627652" y="1335205"/>
                  </a:lnTo>
                  <a:lnTo>
                    <a:pt x="3581166" y="1387777"/>
                  </a:lnTo>
                  <a:lnTo>
                    <a:pt x="3534874" y="1443393"/>
                  </a:lnTo>
                  <a:lnTo>
                    <a:pt x="3488643" y="1501815"/>
                  </a:lnTo>
                  <a:lnTo>
                    <a:pt x="3442392" y="1562721"/>
                  </a:lnTo>
                  <a:lnTo>
                    <a:pt x="3396074" y="1625712"/>
                  </a:lnTo>
                  <a:lnTo>
                    <a:pt x="3349680" y="1690319"/>
                  </a:lnTo>
                  <a:lnTo>
                    <a:pt x="3303221" y="1756018"/>
                  </a:lnTo>
                  <a:lnTo>
                    <a:pt x="3256728" y="1822244"/>
                  </a:lnTo>
                  <a:lnTo>
                    <a:pt x="3210239" y="1888414"/>
                  </a:lnTo>
                  <a:lnTo>
                    <a:pt x="3163791" y="1953946"/>
                  </a:lnTo>
                  <a:lnTo>
                    <a:pt x="3117411" y="2018282"/>
                  </a:lnTo>
                  <a:lnTo>
                    <a:pt x="3071108" y="2080907"/>
                  </a:lnTo>
                  <a:lnTo>
                    <a:pt x="3024865" y="2141365"/>
                  </a:lnTo>
                  <a:lnTo>
                    <a:pt x="2978631" y="2199270"/>
                  </a:lnTo>
                  <a:lnTo>
                    <a:pt x="2932313" y="2254318"/>
                  </a:lnTo>
                  <a:lnTo>
                    <a:pt x="2885771" y="2306285"/>
                  </a:lnTo>
                  <a:lnTo>
                    <a:pt x="2838810" y="2355033"/>
                  </a:lnTo>
                  <a:lnTo>
                    <a:pt x="2791171" y="2400500"/>
                  </a:lnTo>
                  <a:lnTo>
                    <a:pt x="2742519" y="2442697"/>
                  </a:lnTo>
                  <a:lnTo>
                    <a:pt x="2702183" y="2474452"/>
                  </a:lnTo>
                  <a:lnTo>
                    <a:pt x="2650730" y="2510806"/>
                  </a:lnTo>
                  <a:lnTo>
                    <a:pt x="2596870" y="2544030"/>
                  </a:lnTo>
                  <a:lnTo>
                    <a:pt x="2539937" y="2574235"/>
                  </a:lnTo>
                  <a:lnTo>
                    <a:pt x="2479199" y="2601631"/>
                  </a:lnTo>
                  <a:lnTo>
                    <a:pt x="2413896" y="2626472"/>
                  </a:lnTo>
                  <a:lnTo>
                    <a:pt x="2343283" y="2649023"/>
                  </a:lnTo>
                  <a:lnTo>
                    <a:pt x="2266675" y="2669529"/>
                  </a:lnTo>
                  <a:lnTo>
                    <a:pt x="2183519" y="2688211"/>
                  </a:lnTo>
                  <a:lnTo>
                    <a:pt x="2093473" y="2705251"/>
                  </a:lnTo>
                  <a:lnTo>
                    <a:pt x="1996523" y="2720788"/>
                  </a:lnTo>
                  <a:lnTo>
                    <a:pt x="1893116" y="2734923"/>
                  </a:lnTo>
                  <a:lnTo>
                    <a:pt x="1784296" y="2747709"/>
                  </a:lnTo>
                  <a:lnTo>
                    <a:pt x="1671835" y="2759165"/>
                  </a:lnTo>
                  <a:lnTo>
                    <a:pt x="1558287" y="2769280"/>
                  </a:lnTo>
                  <a:lnTo>
                    <a:pt x="1446945" y="2778025"/>
                  </a:lnTo>
                  <a:lnTo>
                    <a:pt x="1341627" y="2785375"/>
                  </a:lnTo>
                  <a:lnTo>
                    <a:pt x="1246289" y="2791329"/>
                  </a:lnTo>
                  <a:lnTo>
                    <a:pt x="1164498" y="2795928"/>
                  </a:lnTo>
                  <a:lnTo>
                    <a:pt x="1098861" y="2799269"/>
                  </a:lnTo>
                  <a:lnTo>
                    <a:pt x="1050547" y="2801503"/>
                  </a:lnTo>
                  <a:lnTo>
                    <a:pt x="1019018" y="2802834"/>
                  </a:lnTo>
                  <a:lnTo>
                    <a:pt x="1002011" y="2803490"/>
                  </a:lnTo>
                  <a:lnTo>
                    <a:pt x="995708" y="2803713"/>
                  </a:lnTo>
                  <a:lnTo>
                    <a:pt x="994940" y="2803739"/>
                  </a:lnTo>
                  <a:lnTo>
                    <a:pt x="0" y="2803739"/>
                  </a:lnTo>
                  <a:lnTo>
                    <a:pt x="0" y="28037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7" name="pg1196"/>
            <p:cNvSpPr/>
            <p:nvPr/>
          </p:nvSpPr>
          <p:spPr>
            <a:xfrm>
              <a:off x="1199187" y="2887424"/>
              <a:ext cx="12049831" cy="1902350"/>
            </a:xfrm>
            <a:custGeom>
              <a:avLst/>
              <a:pathLst>
                <a:path w="12049831" h="1902350">
                  <a:moveTo>
                    <a:pt x="0" y="1902350"/>
                  </a:moveTo>
                  <a:lnTo>
                    <a:pt x="994940" y="1902350"/>
                  </a:lnTo>
                  <a:lnTo>
                    <a:pt x="996048" y="1902314"/>
                  </a:lnTo>
                  <a:lnTo>
                    <a:pt x="1003367" y="1902063"/>
                  </a:lnTo>
                  <a:lnTo>
                    <a:pt x="1021927" y="1901368"/>
                  </a:lnTo>
                  <a:lnTo>
                    <a:pt x="1055384" y="1899998"/>
                  </a:lnTo>
                  <a:lnTo>
                    <a:pt x="1105805" y="1897733"/>
                  </a:lnTo>
                  <a:lnTo>
                    <a:pt x="1173520" y="1894385"/>
                  </a:lnTo>
                  <a:lnTo>
                    <a:pt x="1257165" y="1889813"/>
                  </a:lnTo>
                  <a:lnTo>
                    <a:pt x="1353985" y="1883930"/>
                  </a:lnTo>
                  <a:lnTo>
                    <a:pt x="1460326" y="1876703"/>
                  </a:lnTo>
                  <a:lnTo>
                    <a:pt x="1572214" y="1868137"/>
                  </a:lnTo>
                  <a:lnTo>
                    <a:pt x="1685872" y="1858258"/>
                  </a:lnTo>
                  <a:lnTo>
                    <a:pt x="1798083" y="1847091"/>
                  </a:lnTo>
                  <a:lnTo>
                    <a:pt x="1906383" y="1834645"/>
                  </a:lnTo>
                  <a:lnTo>
                    <a:pt x="2009095" y="1820898"/>
                  </a:lnTo>
                  <a:lnTo>
                    <a:pt x="2105254" y="1805791"/>
                  </a:lnTo>
                  <a:lnTo>
                    <a:pt x="2194480" y="1789227"/>
                  </a:lnTo>
                  <a:lnTo>
                    <a:pt x="2276834" y="1771062"/>
                  </a:lnTo>
                  <a:lnTo>
                    <a:pt x="2352691" y="1751118"/>
                  </a:lnTo>
                  <a:lnTo>
                    <a:pt x="2422628" y="1729180"/>
                  </a:lnTo>
                  <a:lnTo>
                    <a:pt x="2487341" y="1705006"/>
                  </a:lnTo>
                  <a:lnTo>
                    <a:pt x="2547583" y="1678343"/>
                  </a:lnTo>
                  <a:lnTo>
                    <a:pt x="2604111" y="1648949"/>
                  </a:lnTo>
                  <a:lnTo>
                    <a:pt x="2657655" y="1616631"/>
                  </a:lnTo>
                  <a:lnTo>
                    <a:pt x="2702183" y="1586165"/>
                  </a:lnTo>
                  <a:lnTo>
                    <a:pt x="2752530" y="1547672"/>
                  </a:lnTo>
                  <a:lnTo>
                    <a:pt x="2801503" y="1506020"/>
                  </a:lnTo>
                  <a:lnTo>
                    <a:pt x="2849520" y="1461147"/>
                  </a:lnTo>
                  <a:lnTo>
                    <a:pt x="2896909" y="1413056"/>
                  </a:lnTo>
                  <a:lnTo>
                    <a:pt x="2943922" y="1361827"/>
                  </a:lnTo>
                  <a:lnTo>
                    <a:pt x="2990748" y="1307619"/>
                  </a:lnTo>
                  <a:lnTo>
                    <a:pt x="3037517" y="1250673"/>
                  </a:lnTo>
                  <a:lnTo>
                    <a:pt x="3084313" y="1191314"/>
                  </a:lnTo>
                  <a:lnTo>
                    <a:pt x="3131178" y="1129947"/>
                  </a:lnTo>
                  <a:lnTo>
                    <a:pt x="3178122" y="1067044"/>
                  </a:lnTo>
                  <a:lnTo>
                    <a:pt x="3225128" y="1003131"/>
                  </a:lnTo>
                  <a:lnTo>
                    <a:pt x="3272165" y="938773"/>
                  </a:lnTo>
                  <a:lnTo>
                    <a:pt x="3319193" y="874551"/>
                  </a:lnTo>
                  <a:lnTo>
                    <a:pt x="3366173" y="811041"/>
                  </a:lnTo>
                  <a:lnTo>
                    <a:pt x="3413081" y="748791"/>
                  </a:lnTo>
                  <a:lnTo>
                    <a:pt x="3459911" y="688306"/>
                  </a:lnTo>
                  <a:lnTo>
                    <a:pt x="3506687" y="630028"/>
                  </a:lnTo>
                  <a:lnTo>
                    <a:pt x="3553469" y="574324"/>
                  </a:lnTo>
                  <a:lnTo>
                    <a:pt x="3600363" y="521480"/>
                  </a:lnTo>
                  <a:lnTo>
                    <a:pt x="3647524" y="471701"/>
                  </a:lnTo>
                  <a:lnTo>
                    <a:pt x="3695171" y="425106"/>
                  </a:lnTo>
                  <a:lnTo>
                    <a:pt x="3743588" y="381739"/>
                  </a:lnTo>
                  <a:lnTo>
                    <a:pt x="3793143" y="341572"/>
                  </a:lnTo>
                  <a:lnTo>
                    <a:pt x="3820202" y="321425"/>
                  </a:lnTo>
                  <a:lnTo>
                    <a:pt x="3871692" y="286494"/>
                  </a:lnTo>
                  <a:lnTo>
                    <a:pt x="3925592" y="254573"/>
                  </a:lnTo>
                  <a:lnTo>
                    <a:pt x="3982571" y="225554"/>
                  </a:lnTo>
                  <a:lnTo>
                    <a:pt x="4043362" y="199237"/>
                  </a:lnTo>
                  <a:lnTo>
                    <a:pt x="4108726" y="175374"/>
                  </a:lnTo>
                  <a:lnTo>
                    <a:pt x="4179411" y="153714"/>
                  </a:lnTo>
                  <a:lnTo>
                    <a:pt x="4256101" y="134018"/>
                  </a:lnTo>
                  <a:lnTo>
                    <a:pt x="4339352" y="116075"/>
                  </a:lnTo>
                  <a:lnTo>
                    <a:pt x="4429502" y="99711"/>
                  </a:lnTo>
                  <a:lnTo>
                    <a:pt x="4526565" y="84790"/>
                  </a:lnTo>
                  <a:lnTo>
                    <a:pt x="4630089" y="71219"/>
                  </a:lnTo>
                  <a:lnTo>
                    <a:pt x="4739022" y="58943"/>
                  </a:lnTo>
                  <a:lnTo>
                    <a:pt x="4851584" y="47946"/>
                  </a:lnTo>
                  <a:lnTo>
                    <a:pt x="4965206" y="38239"/>
                  </a:lnTo>
                  <a:lnTo>
                    <a:pt x="5076585" y="29850"/>
                  </a:lnTo>
                  <a:lnTo>
                    <a:pt x="5181889" y="22802"/>
                  </a:lnTo>
                  <a:lnTo>
                    <a:pt x="5277156" y="17096"/>
                  </a:lnTo>
                  <a:lnTo>
                    <a:pt x="5358819" y="12692"/>
                  </a:lnTo>
                  <a:lnTo>
                    <a:pt x="5424281" y="9497"/>
                  </a:lnTo>
                  <a:lnTo>
                    <a:pt x="5472393" y="7363"/>
                  </a:lnTo>
                  <a:lnTo>
                    <a:pt x="5503715" y="6096"/>
                  </a:lnTo>
                  <a:lnTo>
                    <a:pt x="5520540" y="5473"/>
                  </a:lnTo>
                  <a:lnTo>
                    <a:pt x="5526717" y="526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3" y="5270"/>
                  </a:lnTo>
                  <a:lnTo>
                    <a:pt x="6530877" y="5480"/>
                  </a:lnTo>
                  <a:lnTo>
                    <a:pt x="6549574" y="6060"/>
                  </a:lnTo>
                  <a:lnTo>
                    <a:pt x="6583267" y="7205"/>
                  </a:lnTo>
                  <a:lnTo>
                    <a:pt x="6634025" y="9096"/>
                  </a:lnTo>
                  <a:lnTo>
                    <a:pt x="6702160" y="11892"/>
                  </a:lnTo>
                  <a:lnTo>
                    <a:pt x="6786274" y="15709"/>
                  </a:lnTo>
                  <a:lnTo>
                    <a:pt x="6883570" y="20619"/>
                  </a:lnTo>
                  <a:lnTo>
                    <a:pt x="6990355" y="26649"/>
                  </a:lnTo>
                  <a:lnTo>
                    <a:pt x="7102624" y="33793"/>
                  </a:lnTo>
                  <a:lnTo>
                    <a:pt x="7216578" y="42032"/>
                  </a:lnTo>
                  <a:lnTo>
                    <a:pt x="7328995" y="51342"/>
                  </a:lnTo>
                  <a:lnTo>
                    <a:pt x="7437418" y="61719"/>
                  </a:lnTo>
                  <a:lnTo>
                    <a:pt x="7540179" y="73180"/>
                  </a:lnTo>
                  <a:lnTo>
                    <a:pt x="7636330" y="85776"/>
                  </a:lnTo>
                  <a:lnTo>
                    <a:pt x="7725505" y="99591"/>
                  </a:lnTo>
                  <a:lnTo>
                    <a:pt x="7807784" y="114744"/>
                  </a:lnTo>
                  <a:lnTo>
                    <a:pt x="7883554" y="131387"/>
                  </a:lnTo>
                  <a:lnTo>
                    <a:pt x="7953405" y="149701"/>
                  </a:lnTo>
                  <a:lnTo>
                    <a:pt x="8018040" y="169887"/>
                  </a:lnTo>
                  <a:lnTo>
                    <a:pt x="8078220" y="192158"/>
                  </a:lnTo>
                  <a:lnTo>
                    <a:pt x="8134710" y="216713"/>
                  </a:lnTo>
                  <a:lnTo>
                    <a:pt x="8188239" y="243713"/>
                  </a:lnTo>
                  <a:lnTo>
                    <a:pt x="8229629" y="267272"/>
                  </a:lnTo>
                  <a:lnTo>
                    <a:pt x="8282430" y="300819"/>
                  </a:lnTo>
                  <a:lnTo>
                    <a:pt x="8333741" y="337254"/>
                  </a:lnTo>
                  <a:lnTo>
                    <a:pt x="8384040" y="376632"/>
                  </a:lnTo>
                  <a:lnTo>
                    <a:pt x="8433692" y="418940"/>
                  </a:lnTo>
                  <a:lnTo>
                    <a:pt x="8482976" y="464089"/>
                  </a:lnTo>
                  <a:lnTo>
                    <a:pt x="8532093" y="511909"/>
                  </a:lnTo>
                  <a:lnTo>
                    <a:pt x="8581180" y="562148"/>
                  </a:lnTo>
                  <a:lnTo>
                    <a:pt x="8630318" y="614468"/>
                  </a:lnTo>
                  <a:lnTo>
                    <a:pt x="8679540" y="668458"/>
                  </a:lnTo>
                  <a:lnTo>
                    <a:pt x="8728843" y="723640"/>
                  </a:lnTo>
                  <a:lnTo>
                    <a:pt x="8778199" y="779492"/>
                  </a:lnTo>
                  <a:lnTo>
                    <a:pt x="8827565" y="835461"/>
                  </a:lnTo>
                  <a:lnTo>
                    <a:pt x="8876895" y="890993"/>
                  </a:lnTo>
                  <a:lnTo>
                    <a:pt x="8926153" y="945548"/>
                  </a:lnTo>
                  <a:lnTo>
                    <a:pt x="8975325" y="998628"/>
                  </a:lnTo>
                  <a:lnTo>
                    <a:pt x="9024427" y="1049793"/>
                  </a:lnTo>
                  <a:lnTo>
                    <a:pt x="9073518" y="1098672"/>
                  </a:lnTo>
                  <a:lnTo>
                    <a:pt x="9122711" y="1144976"/>
                  </a:lnTo>
                  <a:lnTo>
                    <a:pt x="9172178" y="1188501"/>
                  </a:lnTo>
                  <a:lnTo>
                    <a:pt x="9222164" y="1229124"/>
                  </a:lnTo>
                  <a:lnTo>
                    <a:pt x="9272996" y="1266800"/>
                  </a:lnTo>
                  <a:lnTo>
                    <a:pt x="9325101" y="1301558"/>
                  </a:lnTo>
                  <a:lnTo>
                    <a:pt x="9347647" y="1315399"/>
                  </a:lnTo>
                  <a:lnTo>
                    <a:pt x="9399275" y="1344419"/>
                  </a:lnTo>
                  <a:lnTo>
                    <a:pt x="9453327" y="1370933"/>
                  </a:lnTo>
                  <a:lnTo>
                    <a:pt x="9510478" y="1395029"/>
                  </a:lnTo>
                  <a:lnTo>
                    <a:pt x="9571466" y="1416877"/>
                  </a:lnTo>
                  <a:lnTo>
                    <a:pt x="9637060" y="1436681"/>
                  </a:lnTo>
                  <a:lnTo>
                    <a:pt x="9708012" y="1454654"/>
                  </a:lnTo>
                  <a:lnTo>
                    <a:pt x="9785010" y="1470993"/>
                  </a:lnTo>
                  <a:lnTo>
                    <a:pt x="9868611" y="1485875"/>
                  </a:lnTo>
                  <a:lnTo>
                    <a:pt x="9959153" y="1499444"/>
                  </a:lnTo>
                  <a:lnTo>
                    <a:pt x="10056637" y="1511813"/>
                  </a:lnTo>
                  <a:lnTo>
                    <a:pt x="10160598" y="1523059"/>
                  </a:lnTo>
                  <a:lnTo>
                    <a:pt x="10269954" y="1533227"/>
                  </a:lnTo>
                  <a:lnTo>
                    <a:pt x="10382889" y="1542330"/>
                  </a:lnTo>
                  <a:lnTo>
                    <a:pt x="10496789" y="1550357"/>
                  </a:lnTo>
                  <a:lnTo>
                    <a:pt x="10608299" y="1557285"/>
                  </a:lnTo>
                  <a:lnTo>
                    <a:pt x="10713547" y="1563096"/>
                  </a:lnTo>
                  <a:lnTo>
                    <a:pt x="10808542" y="1567790"/>
                  </a:lnTo>
                  <a:lnTo>
                    <a:pt x="10889723" y="1571401"/>
                  </a:lnTo>
                  <a:lnTo>
                    <a:pt x="10954528" y="1574010"/>
                  </a:lnTo>
                  <a:lnTo>
                    <a:pt x="11001879" y="1575742"/>
                  </a:lnTo>
                  <a:lnTo>
                    <a:pt x="11032432" y="1576762"/>
                  </a:lnTo>
                  <a:lnTo>
                    <a:pt x="11048586" y="1577255"/>
                  </a:lnTo>
                  <a:lnTo>
                    <a:pt x="11054302" y="1577415"/>
                  </a:lnTo>
                  <a:lnTo>
                    <a:pt x="11054891" y="1577430"/>
                  </a:lnTo>
                  <a:lnTo>
                    <a:pt x="12049831" y="1577430"/>
                  </a:lnTo>
                  <a:lnTo>
                    <a:pt x="12049831" y="1572190"/>
                  </a:lnTo>
                  <a:lnTo>
                    <a:pt x="11054891" y="1572190"/>
                  </a:lnTo>
                  <a:lnTo>
                    <a:pt x="11053774" y="1572160"/>
                  </a:lnTo>
                  <a:lnTo>
                    <a:pt x="11046399" y="1571950"/>
                  </a:lnTo>
                  <a:lnTo>
                    <a:pt x="11027703" y="1571369"/>
                  </a:lnTo>
                  <a:lnTo>
                    <a:pt x="10994010" y="1570225"/>
                  </a:lnTo>
                  <a:lnTo>
                    <a:pt x="10943251" y="1568334"/>
                  </a:lnTo>
                  <a:lnTo>
                    <a:pt x="10875117" y="1565538"/>
                  </a:lnTo>
                  <a:lnTo>
                    <a:pt x="10791002" y="1561721"/>
                  </a:lnTo>
                  <a:lnTo>
                    <a:pt x="10693706" y="1556811"/>
                  </a:lnTo>
                  <a:lnTo>
                    <a:pt x="10586921" y="1550781"/>
                  </a:lnTo>
                  <a:lnTo>
                    <a:pt x="10474653" y="1543636"/>
                  </a:lnTo>
                  <a:lnTo>
                    <a:pt x="10360699" y="1535398"/>
                  </a:lnTo>
                  <a:lnTo>
                    <a:pt x="10248281" y="1526088"/>
                  </a:lnTo>
                  <a:lnTo>
                    <a:pt x="10139859" y="1515711"/>
                  </a:lnTo>
                  <a:lnTo>
                    <a:pt x="10037097" y="1504250"/>
                  </a:lnTo>
                  <a:lnTo>
                    <a:pt x="9940947" y="1491654"/>
                  </a:lnTo>
                  <a:lnTo>
                    <a:pt x="9851771" y="1477839"/>
                  </a:lnTo>
                  <a:lnTo>
                    <a:pt x="9769492" y="1462686"/>
                  </a:lnTo>
                  <a:lnTo>
                    <a:pt x="9693722" y="1446043"/>
                  </a:lnTo>
                  <a:lnTo>
                    <a:pt x="9623872" y="1427729"/>
                  </a:lnTo>
                  <a:lnTo>
                    <a:pt x="9559236" y="1407543"/>
                  </a:lnTo>
                  <a:lnTo>
                    <a:pt x="9499056" y="1385272"/>
                  </a:lnTo>
                  <a:lnTo>
                    <a:pt x="9442567" y="1360716"/>
                  </a:lnTo>
                  <a:lnTo>
                    <a:pt x="9389037" y="1333717"/>
                  </a:lnTo>
                  <a:lnTo>
                    <a:pt x="9347647" y="1310158"/>
                  </a:lnTo>
                  <a:lnTo>
                    <a:pt x="9294847" y="1276611"/>
                  </a:lnTo>
                  <a:lnTo>
                    <a:pt x="9243535" y="1240176"/>
                  </a:lnTo>
                  <a:lnTo>
                    <a:pt x="9193237" y="1200798"/>
                  </a:lnTo>
                  <a:lnTo>
                    <a:pt x="9143585" y="1158490"/>
                  </a:lnTo>
                  <a:lnTo>
                    <a:pt x="9094301" y="1113341"/>
                  </a:lnTo>
                  <a:lnTo>
                    <a:pt x="9045183" y="1065520"/>
                  </a:lnTo>
                  <a:lnTo>
                    <a:pt x="8996096" y="1015282"/>
                  </a:lnTo>
                  <a:lnTo>
                    <a:pt x="8946958" y="962962"/>
                  </a:lnTo>
                  <a:lnTo>
                    <a:pt x="8897737" y="908972"/>
                  </a:lnTo>
                  <a:lnTo>
                    <a:pt x="8848433" y="853790"/>
                  </a:lnTo>
                  <a:lnTo>
                    <a:pt x="8799077" y="797938"/>
                  </a:lnTo>
                  <a:lnTo>
                    <a:pt x="8749711" y="741969"/>
                  </a:lnTo>
                  <a:lnTo>
                    <a:pt x="8700381" y="686437"/>
                  </a:lnTo>
                  <a:lnTo>
                    <a:pt x="8651123" y="631882"/>
                  </a:lnTo>
                  <a:lnTo>
                    <a:pt x="8601952" y="578802"/>
                  </a:lnTo>
                  <a:lnTo>
                    <a:pt x="8552850" y="527637"/>
                  </a:lnTo>
                  <a:lnTo>
                    <a:pt x="8503758" y="478758"/>
                  </a:lnTo>
                  <a:lnTo>
                    <a:pt x="8454565" y="432454"/>
                  </a:lnTo>
                  <a:lnTo>
                    <a:pt x="8405098" y="388929"/>
                  </a:lnTo>
                  <a:lnTo>
                    <a:pt x="8355112" y="348306"/>
                  </a:lnTo>
                  <a:lnTo>
                    <a:pt x="8304281" y="310630"/>
                  </a:lnTo>
                  <a:lnTo>
                    <a:pt x="8252176" y="275872"/>
                  </a:lnTo>
                  <a:lnTo>
                    <a:pt x="8229629" y="262031"/>
                  </a:lnTo>
                  <a:lnTo>
                    <a:pt x="8178001" y="233011"/>
                  </a:lnTo>
                  <a:lnTo>
                    <a:pt x="8123949" y="206497"/>
                  </a:lnTo>
                  <a:lnTo>
                    <a:pt x="8066799" y="182401"/>
                  </a:lnTo>
                  <a:lnTo>
                    <a:pt x="8005810" y="160553"/>
                  </a:lnTo>
                  <a:lnTo>
                    <a:pt x="7940217" y="140749"/>
                  </a:lnTo>
                  <a:lnTo>
                    <a:pt x="7869265" y="122776"/>
                  </a:lnTo>
                  <a:lnTo>
                    <a:pt x="7792267" y="106437"/>
                  </a:lnTo>
                  <a:lnTo>
                    <a:pt x="7708665" y="91555"/>
                  </a:lnTo>
                  <a:lnTo>
                    <a:pt x="7618124" y="77986"/>
                  </a:lnTo>
                  <a:lnTo>
                    <a:pt x="7520639" y="65617"/>
                  </a:lnTo>
                  <a:lnTo>
                    <a:pt x="7416679" y="54370"/>
                  </a:lnTo>
                  <a:lnTo>
                    <a:pt x="7307322" y="44202"/>
                  </a:lnTo>
                  <a:lnTo>
                    <a:pt x="7194387" y="35100"/>
                  </a:lnTo>
                  <a:lnTo>
                    <a:pt x="7080487" y="27073"/>
                  </a:lnTo>
                  <a:lnTo>
                    <a:pt x="6968977" y="20144"/>
                  </a:lnTo>
                  <a:lnTo>
                    <a:pt x="6863730" y="14334"/>
                  </a:lnTo>
                  <a:lnTo>
                    <a:pt x="6768734" y="9640"/>
                  </a:lnTo>
                  <a:lnTo>
                    <a:pt x="6687554" y="6029"/>
                  </a:lnTo>
                  <a:lnTo>
                    <a:pt x="6622748" y="3420"/>
                  </a:lnTo>
                  <a:lnTo>
                    <a:pt x="6575398" y="1688"/>
                  </a:lnTo>
                  <a:lnTo>
                    <a:pt x="6544845" y="668"/>
                  </a:lnTo>
                  <a:lnTo>
                    <a:pt x="6528690" y="175"/>
                  </a:lnTo>
                  <a:lnTo>
                    <a:pt x="6522974" y="1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7" y="35"/>
                  </a:lnTo>
                  <a:lnTo>
                    <a:pt x="5519018" y="286"/>
                  </a:lnTo>
                  <a:lnTo>
                    <a:pt x="5500458" y="981"/>
                  </a:lnTo>
                  <a:lnTo>
                    <a:pt x="5467001" y="2351"/>
                  </a:lnTo>
                  <a:lnTo>
                    <a:pt x="5416580" y="4616"/>
                  </a:lnTo>
                  <a:lnTo>
                    <a:pt x="5348865" y="7964"/>
                  </a:lnTo>
                  <a:lnTo>
                    <a:pt x="5265220" y="12537"/>
                  </a:lnTo>
                  <a:lnTo>
                    <a:pt x="5168400" y="18420"/>
                  </a:lnTo>
                  <a:lnTo>
                    <a:pt x="5062059" y="25647"/>
                  </a:lnTo>
                  <a:lnTo>
                    <a:pt x="4950171" y="34212"/>
                  </a:lnTo>
                  <a:lnTo>
                    <a:pt x="4836513" y="44091"/>
                  </a:lnTo>
                  <a:lnTo>
                    <a:pt x="4724302" y="55258"/>
                  </a:lnTo>
                  <a:lnTo>
                    <a:pt x="4616002" y="67705"/>
                  </a:lnTo>
                  <a:lnTo>
                    <a:pt x="4513290" y="81452"/>
                  </a:lnTo>
                  <a:lnTo>
                    <a:pt x="4417131" y="96558"/>
                  </a:lnTo>
                  <a:lnTo>
                    <a:pt x="4327905" y="113123"/>
                  </a:lnTo>
                  <a:lnTo>
                    <a:pt x="4245551" y="131287"/>
                  </a:lnTo>
                  <a:lnTo>
                    <a:pt x="4169694" y="151231"/>
                  </a:lnTo>
                  <a:lnTo>
                    <a:pt x="4099757" y="173170"/>
                  </a:lnTo>
                  <a:lnTo>
                    <a:pt x="4035044" y="197344"/>
                  </a:lnTo>
                  <a:lnTo>
                    <a:pt x="3974802" y="224006"/>
                  </a:lnTo>
                  <a:lnTo>
                    <a:pt x="3918274" y="253400"/>
                  </a:lnTo>
                  <a:lnTo>
                    <a:pt x="3864730" y="285718"/>
                  </a:lnTo>
                  <a:lnTo>
                    <a:pt x="3820202" y="316184"/>
                  </a:lnTo>
                  <a:lnTo>
                    <a:pt x="3769855" y="354677"/>
                  </a:lnTo>
                  <a:lnTo>
                    <a:pt x="3720882" y="396329"/>
                  </a:lnTo>
                  <a:lnTo>
                    <a:pt x="3672865" y="441203"/>
                  </a:lnTo>
                  <a:lnTo>
                    <a:pt x="3625476" y="489293"/>
                  </a:lnTo>
                  <a:lnTo>
                    <a:pt x="3578463" y="540522"/>
                  </a:lnTo>
                  <a:lnTo>
                    <a:pt x="3531637" y="594731"/>
                  </a:lnTo>
                  <a:lnTo>
                    <a:pt x="3484868" y="651677"/>
                  </a:lnTo>
                  <a:lnTo>
                    <a:pt x="3438072" y="711035"/>
                  </a:lnTo>
                  <a:lnTo>
                    <a:pt x="3391207" y="772402"/>
                  </a:lnTo>
                  <a:lnTo>
                    <a:pt x="3344263" y="835305"/>
                  </a:lnTo>
                  <a:lnTo>
                    <a:pt x="3297257" y="899218"/>
                  </a:lnTo>
                  <a:lnTo>
                    <a:pt x="3250220" y="963576"/>
                  </a:lnTo>
                  <a:lnTo>
                    <a:pt x="3203192" y="1027798"/>
                  </a:lnTo>
                  <a:lnTo>
                    <a:pt x="3156212" y="1091309"/>
                  </a:lnTo>
                  <a:lnTo>
                    <a:pt x="3109304" y="1153558"/>
                  </a:lnTo>
                  <a:lnTo>
                    <a:pt x="3062474" y="1214043"/>
                  </a:lnTo>
                  <a:lnTo>
                    <a:pt x="3015698" y="1272321"/>
                  </a:lnTo>
                  <a:lnTo>
                    <a:pt x="2968916" y="1328026"/>
                  </a:lnTo>
                  <a:lnTo>
                    <a:pt x="2922022" y="1380869"/>
                  </a:lnTo>
                  <a:lnTo>
                    <a:pt x="2874861" y="1430649"/>
                  </a:lnTo>
                  <a:lnTo>
                    <a:pt x="2827214" y="1477243"/>
                  </a:lnTo>
                  <a:lnTo>
                    <a:pt x="2778797" y="1520610"/>
                  </a:lnTo>
                  <a:lnTo>
                    <a:pt x="2729242" y="1560777"/>
                  </a:lnTo>
                  <a:lnTo>
                    <a:pt x="2702183" y="1580924"/>
                  </a:lnTo>
                  <a:lnTo>
                    <a:pt x="2650693" y="1615855"/>
                  </a:lnTo>
                  <a:lnTo>
                    <a:pt x="2596793" y="1647777"/>
                  </a:lnTo>
                  <a:lnTo>
                    <a:pt x="2539814" y="1676795"/>
                  </a:lnTo>
                  <a:lnTo>
                    <a:pt x="2479023" y="1703112"/>
                  </a:lnTo>
                  <a:lnTo>
                    <a:pt x="2413659" y="1726975"/>
                  </a:lnTo>
                  <a:lnTo>
                    <a:pt x="2342974" y="1748635"/>
                  </a:lnTo>
                  <a:lnTo>
                    <a:pt x="2266284" y="1768331"/>
                  </a:lnTo>
                  <a:lnTo>
                    <a:pt x="2183033" y="1786274"/>
                  </a:lnTo>
                  <a:lnTo>
                    <a:pt x="2092883" y="1802638"/>
                  </a:lnTo>
                  <a:lnTo>
                    <a:pt x="1995820" y="1817559"/>
                  </a:lnTo>
                  <a:lnTo>
                    <a:pt x="1892296" y="1831131"/>
                  </a:lnTo>
                  <a:lnTo>
                    <a:pt x="1783363" y="1843407"/>
                  </a:lnTo>
                  <a:lnTo>
                    <a:pt x="1670801" y="1854404"/>
                  </a:lnTo>
                  <a:lnTo>
                    <a:pt x="1557179" y="1864110"/>
                  </a:lnTo>
                  <a:lnTo>
                    <a:pt x="1445800" y="1872499"/>
                  </a:lnTo>
                  <a:lnTo>
                    <a:pt x="1340496" y="1879547"/>
                  </a:lnTo>
                  <a:lnTo>
                    <a:pt x="1245229" y="1885253"/>
                  </a:lnTo>
                  <a:lnTo>
                    <a:pt x="1163566" y="1889657"/>
                  </a:lnTo>
                  <a:lnTo>
                    <a:pt x="1098104" y="1892852"/>
                  </a:lnTo>
                  <a:lnTo>
                    <a:pt x="1049992" y="1894986"/>
                  </a:lnTo>
                  <a:lnTo>
                    <a:pt x="1018670" y="1896253"/>
                  </a:lnTo>
                  <a:lnTo>
                    <a:pt x="1001845" y="1896876"/>
                  </a:lnTo>
                  <a:lnTo>
                    <a:pt x="995668" y="1897086"/>
                  </a:lnTo>
                  <a:lnTo>
                    <a:pt x="994940" y="1897109"/>
                  </a:lnTo>
                  <a:lnTo>
                    <a:pt x="0" y="1897109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198" name="pl1197"/>
            <p:cNvSpPr/>
            <p:nvPr/>
          </p:nvSpPr>
          <p:spPr>
            <a:xfrm>
              <a:off x="1199187" y="2892665"/>
              <a:ext cx="12049831" cy="1897109"/>
            </a:xfrm>
            <a:custGeom>
              <a:avLst/>
              <a:pathLst>
                <a:path w="12049831" h="1897109">
                  <a:moveTo>
                    <a:pt x="0" y="1897109"/>
                  </a:moveTo>
                  <a:lnTo>
                    <a:pt x="994940" y="1897109"/>
                  </a:lnTo>
                  <a:lnTo>
                    <a:pt x="996048" y="1897074"/>
                  </a:lnTo>
                  <a:lnTo>
                    <a:pt x="1003367" y="1896822"/>
                  </a:lnTo>
                  <a:lnTo>
                    <a:pt x="1021927" y="1896127"/>
                  </a:lnTo>
                  <a:lnTo>
                    <a:pt x="1055384" y="1894757"/>
                  </a:lnTo>
                  <a:lnTo>
                    <a:pt x="1105805" y="1892492"/>
                  </a:lnTo>
                  <a:lnTo>
                    <a:pt x="1173520" y="1889144"/>
                  </a:lnTo>
                  <a:lnTo>
                    <a:pt x="1257165" y="1884572"/>
                  </a:lnTo>
                  <a:lnTo>
                    <a:pt x="1353985" y="1878689"/>
                  </a:lnTo>
                  <a:lnTo>
                    <a:pt x="1460326" y="1871462"/>
                  </a:lnTo>
                  <a:lnTo>
                    <a:pt x="1572214" y="1862896"/>
                  </a:lnTo>
                  <a:lnTo>
                    <a:pt x="1685872" y="1853017"/>
                  </a:lnTo>
                  <a:lnTo>
                    <a:pt x="1798083" y="1841850"/>
                  </a:lnTo>
                  <a:lnTo>
                    <a:pt x="1906383" y="1829404"/>
                  </a:lnTo>
                  <a:lnTo>
                    <a:pt x="2009095" y="1815657"/>
                  </a:lnTo>
                  <a:lnTo>
                    <a:pt x="2105254" y="1800551"/>
                  </a:lnTo>
                  <a:lnTo>
                    <a:pt x="2194480" y="1783986"/>
                  </a:lnTo>
                  <a:lnTo>
                    <a:pt x="2276834" y="1765821"/>
                  </a:lnTo>
                  <a:lnTo>
                    <a:pt x="2352691" y="1745877"/>
                  </a:lnTo>
                  <a:lnTo>
                    <a:pt x="2422628" y="1723939"/>
                  </a:lnTo>
                  <a:lnTo>
                    <a:pt x="2487341" y="1699765"/>
                  </a:lnTo>
                  <a:lnTo>
                    <a:pt x="2547583" y="1673102"/>
                  </a:lnTo>
                  <a:lnTo>
                    <a:pt x="2604111" y="1643709"/>
                  </a:lnTo>
                  <a:lnTo>
                    <a:pt x="2657655" y="1611391"/>
                  </a:lnTo>
                  <a:lnTo>
                    <a:pt x="2702183" y="1580924"/>
                  </a:lnTo>
                  <a:lnTo>
                    <a:pt x="2752530" y="1542432"/>
                  </a:lnTo>
                  <a:lnTo>
                    <a:pt x="2801503" y="1500780"/>
                  </a:lnTo>
                  <a:lnTo>
                    <a:pt x="2849520" y="1455906"/>
                  </a:lnTo>
                  <a:lnTo>
                    <a:pt x="2896909" y="1407815"/>
                  </a:lnTo>
                  <a:lnTo>
                    <a:pt x="2943922" y="1356587"/>
                  </a:lnTo>
                  <a:lnTo>
                    <a:pt x="2990748" y="1302378"/>
                  </a:lnTo>
                  <a:lnTo>
                    <a:pt x="3037517" y="1245432"/>
                  </a:lnTo>
                  <a:lnTo>
                    <a:pt x="3084313" y="1186074"/>
                  </a:lnTo>
                  <a:lnTo>
                    <a:pt x="3131178" y="1124707"/>
                  </a:lnTo>
                  <a:lnTo>
                    <a:pt x="3178122" y="1061803"/>
                  </a:lnTo>
                  <a:lnTo>
                    <a:pt x="3225128" y="997890"/>
                  </a:lnTo>
                  <a:lnTo>
                    <a:pt x="3272165" y="933532"/>
                  </a:lnTo>
                  <a:lnTo>
                    <a:pt x="3319193" y="869310"/>
                  </a:lnTo>
                  <a:lnTo>
                    <a:pt x="3366173" y="805800"/>
                  </a:lnTo>
                  <a:lnTo>
                    <a:pt x="3413081" y="743551"/>
                  </a:lnTo>
                  <a:lnTo>
                    <a:pt x="3459911" y="683066"/>
                  </a:lnTo>
                  <a:lnTo>
                    <a:pt x="3506687" y="624787"/>
                  </a:lnTo>
                  <a:lnTo>
                    <a:pt x="3553469" y="569083"/>
                  </a:lnTo>
                  <a:lnTo>
                    <a:pt x="3600363" y="516239"/>
                  </a:lnTo>
                  <a:lnTo>
                    <a:pt x="3647524" y="466460"/>
                  </a:lnTo>
                  <a:lnTo>
                    <a:pt x="3695171" y="419865"/>
                  </a:lnTo>
                  <a:lnTo>
                    <a:pt x="3743588" y="376498"/>
                  </a:lnTo>
                  <a:lnTo>
                    <a:pt x="3793143" y="336331"/>
                  </a:lnTo>
                  <a:lnTo>
                    <a:pt x="3820202" y="316184"/>
                  </a:lnTo>
                  <a:lnTo>
                    <a:pt x="3871692" y="281254"/>
                  </a:lnTo>
                  <a:lnTo>
                    <a:pt x="3925592" y="249332"/>
                  </a:lnTo>
                  <a:lnTo>
                    <a:pt x="3982571" y="220314"/>
                  </a:lnTo>
                  <a:lnTo>
                    <a:pt x="4043362" y="193996"/>
                  </a:lnTo>
                  <a:lnTo>
                    <a:pt x="4108726" y="170133"/>
                  </a:lnTo>
                  <a:lnTo>
                    <a:pt x="4179411" y="148473"/>
                  </a:lnTo>
                  <a:lnTo>
                    <a:pt x="4256101" y="128777"/>
                  </a:lnTo>
                  <a:lnTo>
                    <a:pt x="4339352" y="110835"/>
                  </a:lnTo>
                  <a:lnTo>
                    <a:pt x="4429502" y="94471"/>
                  </a:lnTo>
                  <a:lnTo>
                    <a:pt x="4526565" y="79550"/>
                  </a:lnTo>
                  <a:lnTo>
                    <a:pt x="4630089" y="65978"/>
                  </a:lnTo>
                  <a:lnTo>
                    <a:pt x="4739022" y="53702"/>
                  </a:lnTo>
                  <a:lnTo>
                    <a:pt x="4851584" y="42705"/>
                  </a:lnTo>
                  <a:lnTo>
                    <a:pt x="4965206" y="32999"/>
                  </a:lnTo>
                  <a:lnTo>
                    <a:pt x="5076585" y="24609"/>
                  </a:lnTo>
                  <a:lnTo>
                    <a:pt x="5181889" y="17561"/>
                  </a:lnTo>
                  <a:lnTo>
                    <a:pt x="5277156" y="11855"/>
                  </a:lnTo>
                  <a:lnTo>
                    <a:pt x="5358819" y="7452"/>
                  </a:lnTo>
                  <a:lnTo>
                    <a:pt x="5424281" y="4257"/>
                  </a:lnTo>
                  <a:lnTo>
                    <a:pt x="5472393" y="2123"/>
                  </a:lnTo>
                  <a:lnTo>
                    <a:pt x="5503715" y="855"/>
                  </a:lnTo>
                  <a:lnTo>
                    <a:pt x="5520540" y="233"/>
                  </a:lnTo>
                  <a:lnTo>
                    <a:pt x="5526717" y="2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3" y="29"/>
                  </a:lnTo>
                  <a:lnTo>
                    <a:pt x="6530877" y="239"/>
                  </a:lnTo>
                  <a:lnTo>
                    <a:pt x="6549574" y="820"/>
                  </a:lnTo>
                  <a:lnTo>
                    <a:pt x="6583267" y="1964"/>
                  </a:lnTo>
                  <a:lnTo>
                    <a:pt x="6634025" y="3856"/>
                  </a:lnTo>
                  <a:lnTo>
                    <a:pt x="6702160" y="6651"/>
                  </a:lnTo>
                  <a:lnTo>
                    <a:pt x="6786274" y="10469"/>
                  </a:lnTo>
                  <a:lnTo>
                    <a:pt x="6883570" y="15379"/>
                  </a:lnTo>
                  <a:lnTo>
                    <a:pt x="6990355" y="21408"/>
                  </a:lnTo>
                  <a:lnTo>
                    <a:pt x="7102624" y="28553"/>
                  </a:lnTo>
                  <a:lnTo>
                    <a:pt x="7216578" y="36791"/>
                  </a:lnTo>
                  <a:lnTo>
                    <a:pt x="7328995" y="46101"/>
                  </a:lnTo>
                  <a:lnTo>
                    <a:pt x="7437418" y="56478"/>
                  </a:lnTo>
                  <a:lnTo>
                    <a:pt x="7540179" y="67939"/>
                  </a:lnTo>
                  <a:lnTo>
                    <a:pt x="7636330" y="80535"/>
                  </a:lnTo>
                  <a:lnTo>
                    <a:pt x="7725505" y="94350"/>
                  </a:lnTo>
                  <a:lnTo>
                    <a:pt x="7807784" y="109503"/>
                  </a:lnTo>
                  <a:lnTo>
                    <a:pt x="7883554" y="126146"/>
                  </a:lnTo>
                  <a:lnTo>
                    <a:pt x="7953405" y="144460"/>
                  </a:lnTo>
                  <a:lnTo>
                    <a:pt x="8018040" y="164646"/>
                  </a:lnTo>
                  <a:lnTo>
                    <a:pt x="8078220" y="186917"/>
                  </a:lnTo>
                  <a:lnTo>
                    <a:pt x="8134710" y="211473"/>
                  </a:lnTo>
                  <a:lnTo>
                    <a:pt x="8188239" y="238472"/>
                  </a:lnTo>
                  <a:lnTo>
                    <a:pt x="8229629" y="262031"/>
                  </a:lnTo>
                  <a:lnTo>
                    <a:pt x="8282430" y="295578"/>
                  </a:lnTo>
                  <a:lnTo>
                    <a:pt x="8333741" y="332014"/>
                  </a:lnTo>
                  <a:lnTo>
                    <a:pt x="8384040" y="371391"/>
                  </a:lnTo>
                  <a:lnTo>
                    <a:pt x="8433692" y="413699"/>
                  </a:lnTo>
                  <a:lnTo>
                    <a:pt x="8482976" y="458848"/>
                  </a:lnTo>
                  <a:lnTo>
                    <a:pt x="8532093" y="506669"/>
                  </a:lnTo>
                  <a:lnTo>
                    <a:pt x="8581180" y="556907"/>
                  </a:lnTo>
                  <a:lnTo>
                    <a:pt x="8630318" y="609228"/>
                  </a:lnTo>
                  <a:lnTo>
                    <a:pt x="8679540" y="663217"/>
                  </a:lnTo>
                  <a:lnTo>
                    <a:pt x="8728843" y="718399"/>
                  </a:lnTo>
                  <a:lnTo>
                    <a:pt x="8778199" y="774251"/>
                  </a:lnTo>
                  <a:lnTo>
                    <a:pt x="8827565" y="830220"/>
                  </a:lnTo>
                  <a:lnTo>
                    <a:pt x="8876895" y="885752"/>
                  </a:lnTo>
                  <a:lnTo>
                    <a:pt x="8926153" y="940307"/>
                  </a:lnTo>
                  <a:lnTo>
                    <a:pt x="8975325" y="993388"/>
                  </a:lnTo>
                  <a:lnTo>
                    <a:pt x="9024427" y="1044552"/>
                  </a:lnTo>
                  <a:lnTo>
                    <a:pt x="9073518" y="1093431"/>
                  </a:lnTo>
                  <a:lnTo>
                    <a:pt x="9122711" y="1139736"/>
                  </a:lnTo>
                  <a:lnTo>
                    <a:pt x="9172178" y="1183260"/>
                  </a:lnTo>
                  <a:lnTo>
                    <a:pt x="9222164" y="1223883"/>
                  </a:lnTo>
                  <a:lnTo>
                    <a:pt x="9272996" y="1261560"/>
                  </a:lnTo>
                  <a:lnTo>
                    <a:pt x="9325101" y="1296317"/>
                  </a:lnTo>
                  <a:lnTo>
                    <a:pt x="9347647" y="1310158"/>
                  </a:lnTo>
                  <a:lnTo>
                    <a:pt x="9399275" y="1339179"/>
                  </a:lnTo>
                  <a:lnTo>
                    <a:pt x="9453327" y="1365692"/>
                  </a:lnTo>
                  <a:lnTo>
                    <a:pt x="9510478" y="1389788"/>
                  </a:lnTo>
                  <a:lnTo>
                    <a:pt x="9571466" y="1411636"/>
                  </a:lnTo>
                  <a:lnTo>
                    <a:pt x="9637060" y="1431441"/>
                  </a:lnTo>
                  <a:lnTo>
                    <a:pt x="9708012" y="1449413"/>
                  </a:lnTo>
                  <a:lnTo>
                    <a:pt x="9785010" y="1465753"/>
                  </a:lnTo>
                  <a:lnTo>
                    <a:pt x="9868611" y="1480634"/>
                  </a:lnTo>
                  <a:lnTo>
                    <a:pt x="9959153" y="1494203"/>
                  </a:lnTo>
                  <a:lnTo>
                    <a:pt x="10056637" y="1506572"/>
                  </a:lnTo>
                  <a:lnTo>
                    <a:pt x="10160598" y="1517819"/>
                  </a:lnTo>
                  <a:lnTo>
                    <a:pt x="10269954" y="1527987"/>
                  </a:lnTo>
                  <a:lnTo>
                    <a:pt x="10382889" y="1537089"/>
                  </a:lnTo>
                  <a:lnTo>
                    <a:pt x="10496789" y="1545116"/>
                  </a:lnTo>
                  <a:lnTo>
                    <a:pt x="10608299" y="1552045"/>
                  </a:lnTo>
                  <a:lnTo>
                    <a:pt x="10713547" y="1557856"/>
                  </a:lnTo>
                  <a:lnTo>
                    <a:pt x="10808542" y="1562549"/>
                  </a:lnTo>
                  <a:lnTo>
                    <a:pt x="10889723" y="1566160"/>
                  </a:lnTo>
                  <a:lnTo>
                    <a:pt x="10954528" y="1568769"/>
                  </a:lnTo>
                  <a:lnTo>
                    <a:pt x="11001879" y="1570501"/>
                  </a:lnTo>
                  <a:lnTo>
                    <a:pt x="11032432" y="1571521"/>
                  </a:lnTo>
                  <a:lnTo>
                    <a:pt x="11048586" y="1572014"/>
                  </a:lnTo>
                  <a:lnTo>
                    <a:pt x="11054302" y="1572174"/>
                  </a:lnTo>
                  <a:lnTo>
                    <a:pt x="11054891" y="1572190"/>
                  </a:lnTo>
                  <a:lnTo>
                    <a:pt x="12049831" y="1572190"/>
                  </a:lnTo>
                  <a:lnTo>
                    <a:pt x="12049831" y="15721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9" name="pl1198"/>
            <p:cNvSpPr/>
            <p:nvPr/>
          </p:nvSpPr>
          <p:spPr>
            <a:xfrm>
              <a:off x="1199187" y="2887424"/>
              <a:ext cx="12049831" cy="1897109"/>
            </a:xfrm>
            <a:custGeom>
              <a:avLst/>
              <a:pathLst>
                <a:path w="12049831" h="1897109">
                  <a:moveTo>
                    <a:pt x="12049831" y="1572190"/>
                  </a:moveTo>
                  <a:lnTo>
                    <a:pt x="11054891" y="1572190"/>
                  </a:lnTo>
                  <a:lnTo>
                    <a:pt x="11053774" y="1572160"/>
                  </a:lnTo>
                  <a:lnTo>
                    <a:pt x="11046399" y="1571950"/>
                  </a:lnTo>
                  <a:lnTo>
                    <a:pt x="11027703" y="1571369"/>
                  </a:lnTo>
                  <a:lnTo>
                    <a:pt x="10994010" y="1570225"/>
                  </a:lnTo>
                  <a:lnTo>
                    <a:pt x="10943251" y="1568334"/>
                  </a:lnTo>
                  <a:lnTo>
                    <a:pt x="10875117" y="1565538"/>
                  </a:lnTo>
                  <a:lnTo>
                    <a:pt x="10791002" y="1561721"/>
                  </a:lnTo>
                  <a:lnTo>
                    <a:pt x="10693706" y="1556811"/>
                  </a:lnTo>
                  <a:lnTo>
                    <a:pt x="10586921" y="1550781"/>
                  </a:lnTo>
                  <a:lnTo>
                    <a:pt x="10474653" y="1543636"/>
                  </a:lnTo>
                  <a:lnTo>
                    <a:pt x="10360699" y="1535398"/>
                  </a:lnTo>
                  <a:lnTo>
                    <a:pt x="10248281" y="1526088"/>
                  </a:lnTo>
                  <a:lnTo>
                    <a:pt x="10139859" y="1515711"/>
                  </a:lnTo>
                  <a:lnTo>
                    <a:pt x="10037097" y="1504250"/>
                  </a:lnTo>
                  <a:lnTo>
                    <a:pt x="9940947" y="1491654"/>
                  </a:lnTo>
                  <a:lnTo>
                    <a:pt x="9851771" y="1477839"/>
                  </a:lnTo>
                  <a:lnTo>
                    <a:pt x="9769492" y="1462686"/>
                  </a:lnTo>
                  <a:lnTo>
                    <a:pt x="9693722" y="1446043"/>
                  </a:lnTo>
                  <a:lnTo>
                    <a:pt x="9623872" y="1427729"/>
                  </a:lnTo>
                  <a:lnTo>
                    <a:pt x="9559236" y="1407543"/>
                  </a:lnTo>
                  <a:lnTo>
                    <a:pt x="9499056" y="1385272"/>
                  </a:lnTo>
                  <a:lnTo>
                    <a:pt x="9442567" y="1360716"/>
                  </a:lnTo>
                  <a:lnTo>
                    <a:pt x="9389037" y="1333717"/>
                  </a:lnTo>
                  <a:lnTo>
                    <a:pt x="9347647" y="1310158"/>
                  </a:lnTo>
                  <a:lnTo>
                    <a:pt x="9294847" y="1276611"/>
                  </a:lnTo>
                  <a:lnTo>
                    <a:pt x="9243535" y="1240176"/>
                  </a:lnTo>
                  <a:lnTo>
                    <a:pt x="9193237" y="1200798"/>
                  </a:lnTo>
                  <a:lnTo>
                    <a:pt x="9143585" y="1158490"/>
                  </a:lnTo>
                  <a:lnTo>
                    <a:pt x="9094301" y="1113341"/>
                  </a:lnTo>
                  <a:lnTo>
                    <a:pt x="9045183" y="1065520"/>
                  </a:lnTo>
                  <a:lnTo>
                    <a:pt x="8996096" y="1015282"/>
                  </a:lnTo>
                  <a:lnTo>
                    <a:pt x="8946958" y="962962"/>
                  </a:lnTo>
                  <a:lnTo>
                    <a:pt x="8897737" y="908972"/>
                  </a:lnTo>
                  <a:lnTo>
                    <a:pt x="8848433" y="853790"/>
                  </a:lnTo>
                  <a:lnTo>
                    <a:pt x="8799077" y="797938"/>
                  </a:lnTo>
                  <a:lnTo>
                    <a:pt x="8749711" y="741969"/>
                  </a:lnTo>
                  <a:lnTo>
                    <a:pt x="8700381" y="686437"/>
                  </a:lnTo>
                  <a:lnTo>
                    <a:pt x="8651123" y="631882"/>
                  </a:lnTo>
                  <a:lnTo>
                    <a:pt x="8601952" y="578802"/>
                  </a:lnTo>
                  <a:lnTo>
                    <a:pt x="8552850" y="527637"/>
                  </a:lnTo>
                  <a:lnTo>
                    <a:pt x="8503758" y="478758"/>
                  </a:lnTo>
                  <a:lnTo>
                    <a:pt x="8454565" y="432454"/>
                  </a:lnTo>
                  <a:lnTo>
                    <a:pt x="8405098" y="388929"/>
                  </a:lnTo>
                  <a:lnTo>
                    <a:pt x="8355112" y="348306"/>
                  </a:lnTo>
                  <a:lnTo>
                    <a:pt x="8304281" y="310630"/>
                  </a:lnTo>
                  <a:lnTo>
                    <a:pt x="8252176" y="275872"/>
                  </a:lnTo>
                  <a:lnTo>
                    <a:pt x="8229629" y="262031"/>
                  </a:lnTo>
                  <a:lnTo>
                    <a:pt x="8178001" y="233011"/>
                  </a:lnTo>
                  <a:lnTo>
                    <a:pt x="8123949" y="206497"/>
                  </a:lnTo>
                  <a:lnTo>
                    <a:pt x="8066799" y="182401"/>
                  </a:lnTo>
                  <a:lnTo>
                    <a:pt x="8005810" y="160553"/>
                  </a:lnTo>
                  <a:lnTo>
                    <a:pt x="7940217" y="140749"/>
                  </a:lnTo>
                  <a:lnTo>
                    <a:pt x="7869265" y="122776"/>
                  </a:lnTo>
                  <a:lnTo>
                    <a:pt x="7792267" y="106437"/>
                  </a:lnTo>
                  <a:lnTo>
                    <a:pt x="7708665" y="91555"/>
                  </a:lnTo>
                  <a:lnTo>
                    <a:pt x="7618124" y="77986"/>
                  </a:lnTo>
                  <a:lnTo>
                    <a:pt x="7520639" y="65617"/>
                  </a:lnTo>
                  <a:lnTo>
                    <a:pt x="7416679" y="54370"/>
                  </a:lnTo>
                  <a:lnTo>
                    <a:pt x="7307322" y="44202"/>
                  </a:lnTo>
                  <a:lnTo>
                    <a:pt x="7194387" y="35100"/>
                  </a:lnTo>
                  <a:lnTo>
                    <a:pt x="7080487" y="27073"/>
                  </a:lnTo>
                  <a:lnTo>
                    <a:pt x="6968977" y="20144"/>
                  </a:lnTo>
                  <a:lnTo>
                    <a:pt x="6863730" y="14334"/>
                  </a:lnTo>
                  <a:lnTo>
                    <a:pt x="6768734" y="9640"/>
                  </a:lnTo>
                  <a:lnTo>
                    <a:pt x="6687554" y="6029"/>
                  </a:lnTo>
                  <a:lnTo>
                    <a:pt x="6622748" y="3420"/>
                  </a:lnTo>
                  <a:lnTo>
                    <a:pt x="6575398" y="1688"/>
                  </a:lnTo>
                  <a:lnTo>
                    <a:pt x="6544845" y="668"/>
                  </a:lnTo>
                  <a:lnTo>
                    <a:pt x="6528690" y="175"/>
                  </a:lnTo>
                  <a:lnTo>
                    <a:pt x="6522974" y="1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7" y="35"/>
                  </a:lnTo>
                  <a:lnTo>
                    <a:pt x="5519018" y="286"/>
                  </a:lnTo>
                  <a:lnTo>
                    <a:pt x="5500458" y="981"/>
                  </a:lnTo>
                  <a:lnTo>
                    <a:pt x="5467001" y="2351"/>
                  </a:lnTo>
                  <a:lnTo>
                    <a:pt x="5416580" y="4616"/>
                  </a:lnTo>
                  <a:lnTo>
                    <a:pt x="5348865" y="7964"/>
                  </a:lnTo>
                  <a:lnTo>
                    <a:pt x="5265220" y="12537"/>
                  </a:lnTo>
                  <a:lnTo>
                    <a:pt x="5168400" y="18420"/>
                  </a:lnTo>
                  <a:lnTo>
                    <a:pt x="5062059" y="25647"/>
                  </a:lnTo>
                  <a:lnTo>
                    <a:pt x="4950171" y="34212"/>
                  </a:lnTo>
                  <a:lnTo>
                    <a:pt x="4836513" y="44091"/>
                  </a:lnTo>
                  <a:lnTo>
                    <a:pt x="4724302" y="55258"/>
                  </a:lnTo>
                  <a:lnTo>
                    <a:pt x="4616002" y="67705"/>
                  </a:lnTo>
                  <a:lnTo>
                    <a:pt x="4513290" y="81452"/>
                  </a:lnTo>
                  <a:lnTo>
                    <a:pt x="4417131" y="96558"/>
                  </a:lnTo>
                  <a:lnTo>
                    <a:pt x="4327905" y="113123"/>
                  </a:lnTo>
                  <a:lnTo>
                    <a:pt x="4245551" y="131287"/>
                  </a:lnTo>
                  <a:lnTo>
                    <a:pt x="4169694" y="151231"/>
                  </a:lnTo>
                  <a:lnTo>
                    <a:pt x="4099757" y="173170"/>
                  </a:lnTo>
                  <a:lnTo>
                    <a:pt x="4035044" y="197344"/>
                  </a:lnTo>
                  <a:lnTo>
                    <a:pt x="3974802" y="224006"/>
                  </a:lnTo>
                  <a:lnTo>
                    <a:pt x="3918274" y="253400"/>
                  </a:lnTo>
                  <a:lnTo>
                    <a:pt x="3864730" y="285718"/>
                  </a:lnTo>
                  <a:lnTo>
                    <a:pt x="3820202" y="316184"/>
                  </a:lnTo>
                  <a:lnTo>
                    <a:pt x="3769855" y="354677"/>
                  </a:lnTo>
                  <a:lnTo>
                    <a:pt x="3720882" y="396329"/>
                  </a:lnTo>
                  <a:lnTo>
                    <a:pt x="3672865" y="441203"/>
                  </a:lnTo>
                  <a:lnTo>
                    <a:pt x="3625476" y="489293"/>
                  </a:lnTo>
                  <a:lnTo>
                    <a:pt x="3578463" y="540522"/>
                  </a:lnTo>
                  <a:lnTo>
                    <a:pt x="3531637" y="594731"/>
                  </a:lnTo>
                  <a:lnTo>
                    <a:pt x="3484868" y="651677"/>
                  </a:lnTo>
                  <a:lnTo>
                    <a:pt x="3438072" y="711035"/>
                  </a:lnTo>
                  <a:lnTo>
                    <a:pt x="3391207" y="772402"/>
                  </a:lnTo>
                  <a:lnTo>
                    <a:pt x="3344263" y="835305"/>
                  </a:lnTo>
                  <a:lnTo>
                    <a:pt x="3297257" y="899218"/>
                  </a:lnTo>
                  <a:lnTo>
                    <a:pt x="3250220" y="963576"/>
                  </a:lnTo>
                  <a:lnTo>
                    <a:pt x="3203192" y="1027798"/>
                  </a:lnTo>
                  <a:lnTo>
                    <a:pt x="3156212" y="1091309"/>
                  </a:lnTo>
                  <a:lnTo>
                    <a:pt x="3109304" y="1153558"/>
                  </a:lnTo>
                  <a:lnTo>
                    <a:pt x="3062474" y="1214043"/>
                  </a:lnTo>
                  <a:lnTo>
                    <a:pt x="3015698" y="1272321"/>
                  </a:lnTo>
                  <a:lnTo>
                    <a:pt x="2968916" y="1328026"/>
                  </a:lnTo>
                  <a:lnTo>
                    <a:pt x="2922022" y="1380869"/>
                  </a:lnTo>
                  <a:lnTo>
                    <a:pt x="2874861" y="1430649"/>
                  </a:lnTo>
                  <a:lnTo>
                    <a:pt x="2827214" y="1477243"/>
                  </a:lnTo>
                  <a:lnTo>
                    <a:pt x="2778797" y="1520610"/>
                  </a:lnTo>
                  <a:lnTo>
                    <a:pt x="2729242" y="1560777"/>
                  </a:lnTo>
                  <a:lnTo>
                    <a:pt x="2702183" y="1580924"/>
                  </a:lnTo>
                  <a:lnTo>
                    <a:pt x="2650693" y="1615855"/>
                  </a:lnTo>
                  <a:lnTo>
                    <a:pt x="2596793" y="1647777"/>
                  </a:lnTo>
                  <a:lnTo>
                    <a:pt x="2539814" y="1676795"/>
                  </a:lnTo>
                  <a:lnTo>
                    <a:pt x="2479023" y="1703112"/>
                  </a:lnTo>
                  <a:lnTo>
                    <a:pt x="2413659" y="1726975"/>
                  </a:lnTo>
                  <a:lnTo>
                    <a:pt x="2342974" y="1748635"/>
                  </a:lnTo>
                  <a:lnTo>
                    <a:pt x="2266284" y="1768331"/>
                  </a:lnTo>
                  <a:lnTo>
                    <a:pt x="2183033" y="1786274"/>
                  </a:lnTo>
                  <a:lnTo>
                    <a:pt x="2092883" y="1802638"/>
                  </a:lnTo>
                  <a:lnTo>
                    <a:pt x="1995820" y="1817559"/>
                  </a:lnTo>
                  <a:lnTo>
                    <a:pt x="1892296" y="1831131"/>
                  </a:lnTo>
                  <a:lnTo>
                    <a:pt x="1783363" y="1843407"/>
                  </a:lnTo>
                  <a:lnTo>
                    <a:pt x="1670801" y="1854404"/>
                  </a:lnTo>
                  <a:lnTo>
                    <a:pt x="1557179" y="1864110"/>
                  </a:lnTo>
                  <a:lnTo>
                    <a:pt x="1445800" y="1872499"/>
                  </a:lnTo>
                  <a:lnTo>
                    <a:pt x="1340496" y="1879547"/>
                  </a:lnTo>
                  <a:lnTo>
                    <a:pt x="1245229" y="1885253"/>
                  </a:lnTo>
                  <a:lnTo>
                    <a:pt x="1163566" y="1889657"/>
                  </a:lnTo>
                  <a:lnTo>
                    <a:pt x="1098104" y="1892852"/>
                  </a:lnTo>
                  <a:lnTo>
                    <a:pt x="1049992" y="1894986"/>
                  </a:lnTo>
                  <a:lnTo>
                    <a:pt x="1018670" y="1896253"/>
                  </a:lnTo>
                  <a:lnTo>
                    <a:pt x="1001845" y="1896876"/>
                  </a:lnTo>
                  <a:lnTo>
                    <a:pt x="995668" y="1897086"/>
                  </a:lnTo>
                  <a:lnTo>
                    <a:pt x="994940" y="1897109"/>
                  </a:lnTo>
                  <a:lnTo>
                    <a:pt x="0" y="1897109"/>
                  </a:lnTo>
                  <a:lnTo>
                    <a:pt x="0" y="18971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0" name="pg1199"/>
            <p:cNvSpPr/>
            <p:nvPr/>
          </p:nvSpPr>
          <p:spPr>
            <a:xfrm>
              <a:off x="1199187" y="2913628"/>
              <a:ext cx="12049831" cy="1886628"/>
            </a:xfrm>
            <a:custGeom>
              <a:avLst/>
              <a:pathLst>
                <a:path w="12049831" h="1886628">
                  <a:moveTo>
                    <a:pt x="0" y="1881387"/>
                  </a:moveTo>
                  <a:lnTo>
                    <a:pt x="994940" y="1881387"/>
                  </a:lnTo>
                  <a:lnTo>
                    <a:pt x="996049" y="1881352"/>
                  </a:lnTo>
                  <a:lnTo>
                    <a:pt x="1003372" y="1881103"/>
                  </a:lnTo>
                  <a:lnTo>
                    <a:pt x="1021941" y="1880415"/>
                  </a:lnTo>
                  <a:lnTo>
                    <a:pt x="1055414" y="1879060"/>
                  </a:lnTo>
                  <a:lnTo>
                    <a:pt x="1105859" y="1876819"/>
                  </a:lnTo>
                  <a:lnTo>
                    <a:pt x="1173603" y="1873506"/>
                  </a:lnTo>
                  <a:lnTo>
                    <a:pt x="1257281" y="1868982"/>
                  </a:lnTo>
                  <a:lnTo>
                    <a:pt x="1354134" y="1863161"/>
                  </a:lnTo>
                  <a:lnTo>
                    <a:pt x="1460506" y="1856011"/>
                  </a:lnTo>
                  <a:lnTo>
                    <a:pt x="1572421" y="1847536"/>
                  </a:lnTo>
                  <a:lnTo>
                    <a:pt x="1686099" y="1837762"/>
                  </a:lnTo>
                  <a:lnTo>
                    <a:pt x="1798324" y="1826713"/>
                  </a:lnTo>
                  <a:lnTo>
                    <a:pt x="1906633" y="1814399"/>
                  </a:lnTo>
                  <a:lnTo>
                    <a:pt x="2009349" y="1800799"/>
                  </a:lnTo>
                  <a:lnTo>
                    <a:pt x="2105508" y="1785853"/>
                  </a:lnTo>
                  <a:lnTo>
                    <a:pt x="2194730" y="1769464"/>
                  </a:lnTo>
                  <a:lnTo>
                    <a:pt x="2277079" y="1751492"/>
                  </a:lnTo>
                  <a:lnTo>
                    <a:pt x="2352930" y="1731759"/>
                  </a:lnTo>
                  <a:lnTo>
                    <a:pt x="2422861" y="1710052"/>
                  </a:lnTo>
                  <a:lnTo>
                    <a:pt x="2487569" y="1686132"/>
                  </a:lnTo>
                  <a:lnTo>
                    <a:pt x="2547806" y="1659750"/>
                  </a:lnTo>
                  <a:lnTo>
                    <a:pt x="2604331" y="1630665"/>
                  </a:lnTo>
                  <a:lnTo>
                    <a:pt x="2657874" y="1598686"/>
                  </a:lnTo>
                  <a:lnTo>
                    <a:pt x="2702183" y="1568696"/>
                  </a:lnTo>
                  <a:lnTo>
                    <a:pt x="2752684" y="1530506"/>
                  </a:lnTo>
                  <a:lnTo>
                    <a:pt x="2801804" y="1489171"/>
                  </a:lnTo>
                  <a:lnTo>
                    <a:pt x="2849964" y="1444630"/>
                  </a:lnTo>
                  <a:lnTo>
                    <a:pt x="2897495" y="1396889"/>
                  </a:lnTo>
                  <a:lnTo>
                    <a:pt x="2944651" y="1346026"/>
                  </a:lnTo>
                  <a:lnTo>
                    <a:pt x="2991620" y="1292201"/>
                  </a:lnTo>
                  <a:lnTo>
                    <a:pt x="3038534" y="1235658"/>
                  </a:lnTo>
                  <a:lnTo>
                    <a:pt x="3085477" y="1176722"/>
                  </a:lnTo>
                  <a:lnTo>
                    <a:pt x="3132490" y="1115798"/>
                  </a:lnTo>
                  <a:lnTo>
                    <a:pt x="3179582" y="1053359"/>
                  </a:lnTo>
                  <a:lnTo>
                    <a:pt x="3226736" y="989932"/>
                  </a:lnTo>
                  <a:lnTo>
                    <a:pt x="3273920" y="926083"/>
                  </a:lnTo>
                  <a:lnTo>
                    <a:pt x="3321092" y="862390"/>
                  </a:lnTo>
                  <a:lnTo>
                    <a:pt x="3368216" y="799428"/>
                  </a:lnTo>
                  <a:lnTo>
                    <a:pt x="3415266" y="737744"/>
                  </a:lnTo>
                  <a:lnTo>
                    <a:pt x="3462238" y="677838"/>
                  </a:lnTo>
                  <a:lnTo>
                    <a:pt x="3509158" y="620147"/>
                  </a:lnTo>
                  <a:lnTo>
                    <a:pt x="3556089" y="565035"/>
                  </a:lnTo>
                  <a:lnTo>
                    <a:pt x="3603139" y="512783"/>
                  </a:lnTo>
                  <a:lnTo>
                    <a:pt x="3650470" y="463589"/>
                  </a:lnTo>
                  <a:lnTo>
                    <a:pt x="3698304" y="417570"/>
                  </a:lnTo>
                  <a:lnTo>
                    <a:pt x="3746936" y="374762"/>
                  </a:lnTo>
                  <a:lnTo>
                    <a:pt x="3796741" y="335135"/>
                  </a:lnTo>
                  <a:lnTo>
                    <a:pt x="3820202" y="317931"/>
                  </a:lnTo>
                  <a:lnTo>
                    <a:pt x="3871702" y="283380"/>
                  </a:lnTo>
                  <a:lnTo>
                    <a:pt x="3925613" y="251807"/>
                  </a:lnTo>
                  <a:lnTo>
                    <a:pt x="3982603" y="223105"/>
                  </a:lnTo>
                  <a:lnTo>
                    <a:pt x="4043408" y="197075"/>
                  </a:lnTo>
                  <a:lnTo>
                    <a:pt x="4108788" y="173474"/>
                  </a:lnTo>
                  <a:lnTo>
                    <a:pt x="4179492" y="152051"/>
                  </a:lnTo>
                  <a:lnTo>
                    <a:pt x="4256203" y="132571"/>
                  </a:lnTo>
                  <a:lnTo>
                    <a:pt x="4339478" y="114826"/>
                  </a:lnTo>
                  <a:lnTo>
                    <a:pt x="4429656" y="98642"/>
                  </a:lnTo>
                  <a:lnTo>
                    <a:pt x="4526748" y="83886"/>
                  </a:lnTo>
                  <a:lnTo>
                    <a:pt x="4630302" y="70464"/>
                  </a:lnTo>
                  <a:lnTo>
                    <a:pt x="4739265" y="58324"/>
                  </a:lnTo>
                  <a:lnTo>
                    <a:pt x="4851853" y="47450"/>
                  </a:lnTo>
                  <a:lnTo>
                    <a:pt x="4965495" y="37852"/>
                  </a:lnTo>
                  <a:lnTo>
                    <a:pt x="5076883" y="29557"/>
                  </a:lnTo>
                  <a:lnTo>
                    <a:pt x="5182183" y="22590"/>
                  </a:lnTo>
                  <a:lnTo>
                    <a:pt x="5277432" y="16950"/>
                  </a:lnTo>
                  <a:lnTo>
                    <a:pt x="5359061" y="12598"/>
                  </a:lnTo>
                  <a:lnTo>
                    <a:pt x="5424478" y="9441"/>
                  </a:lnTo>
                  <a:lnTo>
                    <a:pt x="5472537" y="7334"/>
                  </a:lnTo>
                  <a:lnTo>
                    <a:pt x="5503805" y="6083"/>
                  </a:lnTo>
                  <a:lnTo>
                    <a:pt x="5520583" y="5469"/>
                  </a:lnTo>
                  <a:lnTo>
                    <a:pt x="5526728" y="526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94" y="5275"/>
                  </a:lnTo>
                  <a:lnTo>
                    <a:pt x="6530816" y="5525"/>
                  </a:lnTo>
                  <a:lnTo>
                    <a:pt x="6549384" y="6214"/>
                  </a:lnTo>
                  <a:lnTo>
                    <a:pt x="6582852" y="7574"/>
                  </a:lnTo>
                  <a:lnTo>
                    <a:pt x="6633291" y="9820"/>
                  </a:lnTo>
                  <a:lnTo>
                    <a:pt x="6701028" y="13142"/>
                  </a:lnTo>
                  <a:lnTo>
                    <a:pt x="6784698" y="17678"/>
                  </a:lnTo>
                  <a:lnTo>
                    <a:pt x="6881542" y="23515"/>
                  </a:lnTo>
                  <a:lnTo>
                    <a:pt x="6987907" y="30684"/>
                  </a:lnTo>
                  <a:lnTo>
                    <a:pt x="7099815" y="39182"/>
                  </a:lnTo>
                  <a:lnTo>
                    <a:pt x="7213488" y="48982"/>
                  </a:lnTo>
                  <a:lnTo>
                    <a:pt x="7325710" y="60060"/>
                  </a:lnTo>
                  <a:lnTo>
                    <a:pt x="7434017" y="72407"/>
                  </a:lnTo>
                  <a:lnTo>
                    <a:pt x="7536732" y="86045"/>
                  </a:lnTo>
                  <a:lnTo>
                    <a:pt x="7632891" y="101030"/>
                  </a:lnTo>
                  <a:lnTo>
                    <a:pt x="7722113" y="117463"/>
                  </a:lnTo>
                  <a:lnTo>
                    <a:pt x="7804463" y="135484"/>
                  </a:lnTo>
                  <a:lnTo>
                    <a:pt x="7880316" y="155270"/>
                  </a:lnTo>
                  <a:lnTo>
                    <a:pt x="7950249" y="177035"/>
                  </a:lnTo>
                  <a:lnTo>
                    <a:pt x="8014958" y="201018"/>
                  </a:lnTo>
                  <a:lnTo>
                    <a:pt x="8075196" y="227470"/>
                  </a:lnTo>
                  <a:lnTo>
                    <a:pt x="8131722" y="256632"/>
                  </a:lnTo>
                  <a:lnTo>
                    <a:pt x="8185265" y="288696"/>
                  </a:lnTo>
                  <a:lnTo>
                    <a:pt x="8229629" y="318805"/>
                  </a:lnTo>
                  <a:lnTo>
                    <a:pt x="8280091" y="357071"/>
                  </a:lnTo>
                  <a:lnTo>
                    <a:pt x="8329174" y="398485"/>
                  </a:lnTo>
                  <a:lnTo>
                    <a:pt x="8377298" y="443109"/>
                  </a:lnTo>
                  <a:lnTo>
                    <a:pt x="8424794" y="490938"/>
                  </a:lnTo>
                  <a:lnTo>
                    <a:pt x="8471914" y="541893"/>
                  </a:lnTo>
                  <a:lnTo>
                    <a:pt x="8518847" y="595814"/>
                  </a:lnTo>
                  <a:lnTo>
                    <a:pt x="8565725" y="652458"/>
                  </a:lnTo>
                  <a:lnTo>
                    <a:pt x="8612631" y="711500"/>
                  </a:lnTo>
                  <a:lnTo>
                    <a:pt x="8659607" y="772536"/>
                  </a:lnTo>
                  <a:lnTo>
                    <a:pt x="8706662" y="835091"/>
                  </a:lnTo>
                  <a:lnTo>
                    <a:pt x="8753779" y="898640"/>
                  </a:lnTo>
                  <a:lnTo>
                    <a:pt x="8800926" y="962617"/>
                  </a:lnTo>
                  <a:lnTo>
                    <a:pt x="8848062" y="1026442"/>
                  </a:lnTo>
                  <a:lnTo>
                    <a:pt x="8895151" y="1089541"/>
                  </a:lnTo>
                  <a:lnTo>
                    <a:pt x="8942165" y="1151367"/>
                  </a:lnTo>
                  <a:lnTo>
                    <a:pt x="8989101" y="1211419"/>
                  </a:lnTo>
                  <a:lnTo>
                    <a:pt x="9035985" y="1269257"/>
                  </a:lnTo>
                  <a:lnTo>
                    <a:pt x="9082878" y="1324517"/>
                  </a:lnTo>
                  <a:lnTo>
                    <a:pt x="9129889" y="1376917"/>
                  </a:lnTo>
                  <a:lnTo>
                    <a:pt x="9177178" y="1426257"/>
                  </a:lnTo>
                  <a:lnTo>
                    <a:pt x="9224965" y="1472420"/>
                  </a:lnTo>
                  <a:lnTo>
                    <a:pt x="9273543" y="1515368"/>
                  </a:lnTo>
                  <a:lnTo>
                    <a:pt x="9323285" y="1555130"/>
                  </a:lnTo>
                  <a:lnTo>
                    <a:pt x="9347647" y="1573063"/>
                  </a:lnTo>
                  <a:lnTo>
                    <a:pt x="9399145" y="1607709"/>
                  </a:lnTo>
                  <a:lnTo>
                    <a:pt x="9453053" y="1639370"/>
                  </a:lnTo>
                  <a:lnTo>
                    <a:pt x="9510041" y="1668151"/>
                  </a:lnTo>
                  <a:lnTo>
                    <a:pt x="9570842" y="1694252"/>
                  </a:lnTo>
                  <a:lnTo>
                    <a:pt x="9636219" y="1717919"/>
                  </a:lnTo>
                  <a:lnTo>
                    <a:pt x="9706918" y="1739401"/>
                  </a:lnTo>
                  <a:lnTo>
                    <a:pt x="9783624" y="1758935"/>
                  </a:lnTo>
                  <a:lnTo>
                    <a:pt x="9866892" y="1776730"/>
                  </a:lnTo>
                  <a:lnTo>
                    <a:pt x="9957063" y="1792959"/>
                  </a:lnTo>
                  <a:lnTo>
                    <a:pt x="10054148" y="1807756"/>
                  </a:lnTo>
                  <a:lnTo>
                    <a:pt x="10157695" y="1821215"/>
                  </a:lnTo>
                  <a:lnTo>
                    <a:pt x="10266650" y="1833389"/>
                  </a:lnTo>
                  <a:lnTo>
                    <a:pt x="10379231" y="1844294"/>
                  </a:lnTo>
                  <a:lnTo>
                    <a:pt x="10492869" y="1853919"/>
                  </a:lnTo>
                  <a:lnTo>
                    <a:pt x="10604254" y="1862237"/>
                  </a:lnTo>
                  <a:lnTo>
                    <a:pt x="10709556" y="1869225"/>
                  </a:lnTo>
                  <a:lnTo>
                    <a:pt x="10804809" y="1874882"/>
                  </a:lnTo>
                  <a:lnTo>
                    <a:pt x="10886447" y="1879247"/>
                  </a:lnTo>
                  <a:lnTo>
                    <a:pt x="10951875" y="1882413"/>
                  </a:lnTo>
                  <a:lnTo>
                    <a:pt x="10999947" y="1884527"/>
                  </a:lnTo>
                  <a:lnTo>
                    <a:pt x="11031229" y="1885782"/>
                  </a:lnTo>
                  <a:lnTo>
                    <a:pt x="11048018" y="1886398"/>
                  </a:lnTo>
                  <a:lnTo>
                    <a:pt x="11054171" y="1886605"/>
                  </a:lnTo>
                  <a:lnTo>
                    <a:pt x="11054891" y="1886628"/>
                  </a:lnTo>
                  <a:lnTo>
                    <a:pt x="12049831" y="1886628"/>
                  </a:lnTo>
                  <a:lnTo>
                    <a:pt x="12049831" y="1881387"/>
                  </a:lnTo>
                  <a:lnTo>
                    <a:pt x="11054891" y="1881387"/>
                  </a:lnTo>
                  <a:lnTo>
                    <a:pt x="11053782" y="1881352"/>
                  </a:lnTo>
                  <a:lnTo>
                    <a:pt x="11046460" y="1881102"/>
                  </a:lnTo>
                  <a:lnTo>
                    <a:pt x="11027893" y="1880413"/>
                  </a:lnTo>
                  <a:lnTo>
                    <a:pt x="10994424" y="1879054"/>
                  </a:lnTo>
                  <a:lnTo>
                    <a:pt x="10943986" y="1876807"/>
                  </a:lnTo>
                  <a:lnTo>
                    <a:pt x="10876249" y="1873485"/>
                  </a:lnTo>
                  <a:lnTo>
                    <a:pt x="10792579" y="1868949"/>
                  </a:lnTo>
                  <a:lnTo>
                    <a:pt x="10695734" y="1863113"/>
                  </a:lnTo>
                  <a:lnTo>
                    <a:pt x="10589370" y="1855943"/>
                  </a:lnTo>
                  <a:lnTo>
                    <a:pt x="10477461" y="1847445"/>
                  </a:lnTo>
                  <a:lnTo>
                    <a:pt x="10363788" y="1837645"/>
                  </a:lnTo>
                  <a:lnTo>
                    <a:pt x="10251567" y="1826567"/>
                  </a:lnTo>
                  <a:lnTo>
                    <a:pt x="10143260" y="1814220"/>
                  </a:lnTo>
                  <a:lnTo>
                    <a:pt x="10040545" y="1800583"/>
                  </a:lnTo>
                  <a:lnTo>
                    <a:pt x="9944386" y="1785597"/>
                  </a:lnTo>
                  <a:lnTo>
                    <a:pt x="9855163" y="1769164"/>
                  </a:lnTo>
                  <a:lnTo>
                    <a:pt x="9772813" y="1751144"/>
                  </a:lnTo>
                  <a:lnTo>
                    <a:pt x="9696961" y="1731358"/>
                  </a:lnTo>
                  <a:lnTo>
                    <a:pt x="9627028" y="1709593"/>
                  </a:lnTo>
                  <a:lnTo>
                    <a:pt x="9562319" y="1685610"/>
                  </a:lnTo>
                  <a:lnTo>
                    <a:pt x="9502081" y="1659157"/>
                  </a:lnTo>
                  <a:lnTo>
                    <a:pt x="9445554" y="1629995"/>
                  </a:lnTo>
                  <a:lnTo>
                    <a:pt x="9392011" y="1597931"/>
                  </a:lnTo>
                  <a:lnTo>
                    <a:pt x="9347647" y="1567823"/>
                  </a:lnTo>
                  <a:lnTo>
                    <a:pt x="9297185" y="1529557"/>
                  </a:lnTo>
                  <a:lnTo>
                    <a:pt x="9248103" y="1488142"/>
                  </a:lnTo>
                  <a:lnTo>
                    <a:pt x="9199978" y="1443518"/>
                  </a:lnTo>
                  <a:lnTo>
                    <a:pt x="9152482" y="1395689"/>
                  </a:lnTo>
                  <a:lnTo>
                    <a:pt x="9105362" y="1344734"/>
                  </a:lnTo>
                  <a:lnTo>
                    <a:pt x="9058429" y="1290813"/>
                  </a:lnTo>
                  <a:lnTo>
                    <a:pt x="9011551" y="1234169"/>
                  </a:lnTo>
                  <a:lnTo>
                    <a:pt x="8964645" y="1175127"/>
                  </a:lnTo>
                  <a:lnTo>
                    <a:pt x="8917669" y="1114092"/>
                  </a:lnTo>
                  <a:lnTo>
                    <a:pt x="8870614" y="1051536"/>
                  </a:lnTo>
                  <a:lnTo>
                    <a:pt x="8823497" y="987988"/>
                  </a:lnTo>
                  <a:lnTo>
                    <a:pt x="8776350" y="924011"/>
                  </a:lnTo>
                  <a:lnTo>
                    <a:pt x="8729214" y="860185"/>
                  </a:lnTo>
                  <a:lnTo>
                    <a:pt x="8682126" y="797086"/>
                  </a:lnTo>
                  <a:lnTo>
                    <a:pt x="8635111" y="735260"/>
                  </a:lnTo>
                  <a:lnTo>
                    <a:pt x="8588175" y="675209"/>
                  </a:lnTo>
                  <a:lnTo>
                    <a:pt x="8541291" y="617371"/>
                  </a:lnTo>
                  <a:lnTo>
                    <a:pt x="8494398" y="562110"/>
                  </a:lnTo>
                  <a:lnTo>
                    <a:pt x="8447387" y="509710"/>
                  </a:lnTo>
                  <a:lnTo>
                    <a:pt x="8400099" y="460370"/>
                  </a:lnTo>
                  <a:lnTo>
                    <a:pt x="8352311" y="414207"/>
                  </a:lnTo>
                  <a:lnTo>
                    <a:pt x="8303734" y="371260"/>
                  </a:lnTo>
                  <a:lnTo>
                    <a:pt x="8253991" y="331498"/>
                  </a:lnTo>
                  <a:lnTo>
                    <a:pt x="8229629" y="313564"/>
                  </a:lnTo>
                  <a:lnTo>
                    <a:pt x="8178132" y="278918"/>
                  </a:lnTo>
                  <a:lnTo>
                    <a:pt x="8124223" y="247257"/>
                  </a:lnTo>
                  <a:lnTo>
                    <a:pt x="8067236" y="218477"/>
                  </a:lnTo>
                  <a:lnTo>
                    <a:pt x="8006434" y="192375"/>
                  </a:lnTo>
                  <a:lnTo>
                    <a:pt x="7941058" y="168708"/>
                  </a:lnTo>
                  <a:lnTo>
                    <a:pt x="7870359" y="147226"/>
                  </a:lnTo>
                  <a:lnTo>
                    <a:pt x="7793653" y="127692"/>
                  </a:lnTo>
                  <a:lnTo>
                    <a:pt x="7710384" y="109897"/>
                  </a:lnTo>
                  <a:lnTo>
                    <a:pt x="7620213" y="93669"/>
                  </a:lnTo>
                  <a:lnTo>
                    <a:pt x="7523129" y="78871"/>
                  </a:lnTo>
                  <a:lnTo>
                    <a:pt x="7419582" y="65412"/>
                  </a:lnTo>
                  <a:lnTo>
                    <a:pt x="7310626" y="53238"/>
                  </a:lnTo>
                  <a:lnTo>
                    <a:pt x="7198045" y="42333"/>
                  </a:lnTo>
                  <a:lnTo>
                    <a:pt x="7084408" y="32708"/>
                  </a:lnTo>
                  <a:lnTo>
                    <a:pt x="6973022" y="24390"/>
                  </a:lnTo>
                  <a:lnTo>
                    <a:pt x="6867721" y="17402"/>
                  </a:lnTo>
                  <a:lnTo>
                    <a:pt x="6772468" y="11745"/>
                  </a:lnTo>
                  <a:lnTo>
                    <a:pt x="6690830" y="7381"/>
                  </a:lnTo>
                  <a:lnTo>
                    <a:pt x="6625402" y="4215"/>
                  </a:lnTo>
                  <a:lnTo>
                    <a:pt x="6577330" y="2100"/>
                  </a:lnTo>
                  <a:lnTo>
                    <a:pt x="6546048" y="846"/>
                  </a:lnTo>
                  <a:lnTo>
                    <a:pt x="6529258" y="229"/>
                  </a:lnTo>
                  <a:lnTo>
                    <a:pt x="6523106" y="2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6" y="34"/>
                  </a:lnTo>
                  <a:lnTo>
                    <a:pt x="5519013" y="283"/>
                  </a:lnTo>
                  <a:lnTo>
                    <a:pt x="5500444" y="971"/>
                  </a:lnTo>
                  <a:lnTo>
                    <a:pt x="5466971" y="2327"/>
                  </a:lnTo>
                  <a:lnTo>
                    <a:pt x="5416526" y="4568"/>
                  </a:lnTo>
                  <a:lnTo>
                    <a:pt x="5348782" y="7880"/>
                  </a:lnTo>
                  <a:lnTo>
                    <a:pt x="5265104" y="12405"/>
                  </a:lnTo>
                  <a:lnTo>
                    <a:pt x="5168251" y="18225"/>
                  </a:lnTo>
                  <a:lnTo>
                    <a:pt x="5061879" y="25376"/>
                  </a:lnTo>
                  <a:lnTo>
                    <a:pt x="4949964" y="33851"/>
                  </a:lnTo>
                  <a:lnTo>
                    <a:pt x="4836286" y="43625"/>
                  </a:lnTo>
                  <a:lnTo>
                    <a:pt x="4724061" y="54673"/>
                  </a:lnTo>
                  <a:lnTo>
                    <a:pt x="4615752" y="66987"/>
                  </a:lnTo>
                  <a:lnTo>
                    <a:pt x="4513036" y="80588"/>
                  </a:lnTo>
                  <a:lnTo>
                    <a:pt x="4416877" y="95534"/>
                  </a:lnTo>
                  <a:lnTo>
                    <a:pt x="4327655" y="111923"/>
                  </a:lnTo>
                  <a:lnTo>
                    <a:pt x="4245306" y="129895"/>
                  </a:lnTo>
                  <a:lnTo>
                    <a:pt x="4169455" y="149628"/>
                  </a:lnTo>
                  <a:lnTo>
                    <a:pt x="4099524" y="171335"/>
                  </a:lnTo>
                  <a:lnTo>
                    <a:pt x="4034816" y="195255"/>
                  </a:lnTo>
                  <a:lnTo>
                    <a:pt x="3974579" y="221637"/>
                  </a:lnTo>
                  <a:lnTo>
                    <a:pt x="3918054" y="250722"/>
                  </a:lnTo>
                  <a:lnTo>
                    <a:pt x="3864511" y="282701"/>
                  </a:lnTo>
                  <a:lnTo>
                    <a:pt x="3820202" y="312691"/>
                  </a:lnTo>
                  <a:lnTo>
                    <a:pt x="3769701" y="350881"/>
                  </a:lnTo>
                  <a:lnTo>
                    <a:pt x="3720581" y="392216"/>
                  </a:lnTo>
                  <a:lnTo>
                    <a:pt x="3672421" y="436756"/>
                  </a:lnTo>
                  <a:lnTo>
                    <a:pt x="3624890" y="484498"/>
                  </a:lnTo>
                  <a:lnTo>
                    <a:pt x="3577734" y="535360"/>
                  </a:lnTo>
                  <a:lnTo>
                    <a:pt x="3530765" y="589185"/>
                  </a:lnTo>
                  <a:lnTo>
                    <a:pt x="3483851" y="645729"/>
                  </a:lnTo>
                  <a:lnTo>
                    <a:pt x="3436908" y="704665"/>
                  </a:lnTo>
                  <a:lnTo>
                    <a:pt x="3389895" y="765589"/>
                  </a:lnTo>
                  <a:lnTo>
                    <a:pt x="3342803" y="828028"/>
                  </a:lnTo>
                  <a:lnTo>
                    <a:pt x="3295649" y="891454"/>
                  </a:lnTo>
                  <a:lnTo>
                    <a:pt x="3248465" y="955304"/>
                  </a:lnTo>
                  <a:lnTo>
                    <a:pt x="3201293" y="1018997"/>
                  </a:lnTo>
                  <a:lnTo>
                    <a:pt x="3154169" y="1081959"/>
                  </a:lnTo>
                  <a:lnTo>
                    <a:pt x="3107119" y="1143643"/>
                  </a:lnTo>
                  <a:lnTo>
                    <a:pt x="3060147" y="1203549"/>
                  </a:lnTo>
                  <a:lnTo>
                    <a:pt x="3013227" y="1261240"/>
                  </a:lnTo>
                  <a:lnTo>
                    <a:pt x="2966296" y="1316352"/>
                  </a:lnTo>
                  <a:lnTo>
                    <a:pt x="2919246" y="1368604"/>
                  </a:lnTo>
                  <a:lnTo>
                    <a:pt x="2871915" y="1417797"/>
                  </a:lnTo>
                  <a:lnTo>
                    <a:pt x="2824081" y="1463817"/>
                  </a:lnTo>
                  <a:lnTo>
                    <a:pt x="2775449" y="1506624"/>
                  </a:lnTo>
                  <a:lnTo>
                    <a:pt x="2725644" y="1546251"/>
                  </a:lnTo>
                  <a:lnTo>
                    <a:pt x="2702183" y="1563455"/>
                  </a:lnTo>
                  <a:lnTo>
                    <a:pt x="2650683" y="1598006"/>
                  </a:lnTo>
                  <a:lnTo>
                    <a:pt x="2596772" y="1629580"/>
                  </a:lnTo>
                  <a:lnTo>
                    <a:pt x="2539782" y="1658282"/>
                  </a:lnTo>
                  <a:lnTo>
                    <a:pt x="2478977" y="1684312"/>
                  </a:lnTo>
                  <a:lnTo>
                    <a:pt x="2413597" y="1707913"/>
                  </a:lnTo>
                  <a:lnTo>
                    <a:pt x="2342893" y="1729336"/>
                  </a:lnTo>
                  <a:lnTo>
                    <a:pt x="2266182" y="1748816"/>
                  </a:lnTo>
                  <a:lnTo>
                    <a:pt x="2182907" y="1766561"/>
                  </a:lnTo>
                  <a:lnTo>
                    <a:pt x="2092729" y="1782745"/>
                  </a:lnTo>
                  <a:lnTo>
                    <a:pt x="1995637" y="1797501"/>
                  </a:lnTo>
                  <a:lnTo>
                    <a:pt x="1892083" y="1810923"/>
                  </a:lnTo>
                  <a:lnTo>
                    <a:pt x="1783120" y="1823063"/>
                  </a:lnTo>
                  <a:lnTo>
                    <a:pt x="1670532" y="1833937"/>
                  </a:lnTo>
                  <a:lnTo>
                    <a:pt x="1556890" y="1843535"/>
                  </a:lnTo>
                  <a:lnTo>
                    <a:pt x="1445502" y="1851829"/>
                  </a:lnTo>
                  <a:lnTo>
                    <a:pt x="1340202" y="1858797"/>
                  </a:lnTo>
                  <a:lnTo>
                    <a:pt x="1244953" y="1864437"/>
                  </a:lnTo>
                  <a:lnTo>
                    <a:pt x="1163324" y="1868789"/>
                  </a:lnTo>
                  <a:lnTo>
                    <a:pt x="1097907" y="1871945"/>
                  </a:lnTo>
                  <a:lnTo>
                    <a:pt x="1049848" y="1874053"/>
                  </a:lnTo>
                  <a:lnTo>
                    <a:pt x="1018580" y="1875304"/>
                  </a:lnTo>
                  <a:lnTo>
                    <a:pt x="1001802" y="1875918"/>
                  </a:lnTo>
                  <a:lnTo>
                    <a:pt x="995657" y="1876124"/>
                  </a:lnTo>
                  <a:lnTo>
                    <a:pt x="994940" y="1876147"/>
                  </a:lnTo>
                  <a:lnTo>
                    <a:pt x="0" y="1876147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01" name="pl1200"/>
            <p:cNvSpPr/>
            <p:nvPr/>
          </p:nvSpPr>
          <p:spPr>
            <a:xfrm>
              <a:off x="1199187" y="2918868"/>
              <a:ext cx="12049831" cy="1881387"/>
            </a:xfrm>
            <a:custGeom>
              <a:avLst/>
              <a:pathLst>
                <a:path w="12049831" h="1881387">
                  <a:moveTo>
                    <a:pt x="0" y="1876147"/>
                  </a:moveTo>
                  <a:lnTo>
                    <a:pt x="994940" y="1876147"/>
                  </a:lnTo>
                  <a:lnTo>
                    <a:pt x="996049" y="1876112"/>
                  </a:lnTo>
                  <a:lnTo>
                    <a:pt x="1003372" y="1875863"/>
                  </a:lnTo>
                  <a:lnTo>
                    <a:pt x="1021941" y="1875175"/>
                  </a:lnTo>
                  <a:lnTo>
                    <a:pt x="1055414" y="1873819"/>
                  </a:lnTo>
                  <a:lnTo>
                    <a:pt x="1105859" y="1871578"/>
                  </a:lnTo>
                  <a:lnTo>
                    <a:pt x="1173603" y="1868266"/>
                  </a:lnTo>
                  <a:lnTo>
                    <a:pt x="1257281" y="1863741"/>
                  </a:lnTo>
                  <a:lnTo>
                    <a:pt x="1354134" y="1857921"/>
                  </a:lnTo>
                  <a:lnTo>
                    <a:pt x="1460506" y="1850770"/>
                  </a:lnTo>
                  <a:lnTo>
                    <a:pt x="1572421" y="1842295"/>
                  </a:lnTo>
                  <a:lnTo>
                    <a:pt x="1686099" y="1832521"/>
                  </a:lnTo>
                  <a:lnTo>
                    <a:pt x="1798324" y="1821473"/>
                  </a:lnTo>
                  <a:lnTo>
                    <a:pt x="1906633" y="1809159"/>
                  </a:lnTo>
                  <a:lnTo>
                    <a:pt x="2009349" y="1795558"/>
                  </a:lnTo>
                  <a:lnTo>
                    <a:pt x="2105508" y="1780612"/>
                  </a:lnTo>
                  <a:lnTo>
                    <a:pt x="2194730" y="1764223"/>
                  </a:lnTo>
                  <a:lnTo>
                    <a:pt x="2277079" y="1746251"/>
                  </a:lnTo>
                  <a:lnTo>
                    <a:pt x="2352930" y="1726518"/>
                  </a:lnTo>
                  <a:lnTo>
                    <a:pt x="2422861" y="1704811"/>
                  </a:lnTo>
                  <a:lnTo>
                    <a:pt x="2487569" y="1680891"/>
                  </a:lnTo>
                  <a:lnTo>
                    <a:pt x="2547806" y="1654509"/>
                  </a:lnTo>
                  <a:lnTo>
                    <a:pt x="2604331" y="1625424"/>
                  </a:lnTo>
                  <a:lnTo>
                    <a:pt x="2657874" y="1593445"/>
                  </a:lnTo>
                  <a:lnTo>
                    <a:pt x="2702183" y="1563455"/>
                  </a:lnTo>
                  <a:lnTo>
                    <a:pt x="2752684" y="1525265"/>
                  </a:lnTo>
                  <a:lnTo>
                    <a:pt x="2801804" y="1483930"/>
                  </a:lnTo>
                  <a:lnTo>
                    <a:pt x="2849964" y="1439390"/>
                  </a:lnTo>
                  <a:lnTo>
                    <a:pt x="2897495" y="1391648"/>
                  </a:lnTo>
                  <a:lnTo>
                    <a:pt x="2944651" y="1340786"/>
                  </a:lnTo>
                  <a:lnTo>
                    <a:pt x="2991620" y="1286961"/>
                  </a:lnTo>
                  <a:lnTo>
                    <a:pt x="3038534" y="1230417"/>
                  </a:lnTo>
                  <a:lnTo>
                    <a:pt x="3085477" y="1171481"/>
                  </a:lnTo>
                  <a:lnTo>
                    <a:pt x="3132490" y="1110557"/>
                  </a:lnTo>
                  <a:lnTo>
                    <a:pt x="3179582" y="1048118"/>
                  </a:lnTo>
                  <a:lnTo>
                    <a:pt x="3226736" y="984692"/>
                  </a:lnTo>
                  <a:lnTo>
                    <a:pt x="3273920" y="920842"/>
                  </a:lnTo>
                  <a:lnTo>
                    <a:pt x="3321092" y="857149"/>
                  </a:lnTo>
                  <a:lnTo>
                    <a:pt x="3368216" y="794187"/>
                  </a:lnTo>
                  <a:lnTo>
                    <a:pt x="3415266" y="732503"/>
                  </a:lnTo>
                  <a:lnTo>
                    <a:pt x="3462238" y="672597"/>
                  </a:lnTo>
                  <a:lnTo>
                    <a:pt x="3509158" y="614906"/>
                  </a:lnTo>
                  <a:lnTo>
                    <a:pt x="3556089" y="559794"/>
                  </a:lnTo>
                  <a:lnTo>
                    <a:pt x="3603139" y="507542"/>
                  </a:lnTo>
                  <a:lnTo>
                    <a:pt x="3650470" y="458349"/>
                  </a:lnTo>
                  <a:lnTo>
                    <a:pt x="3698304" y="412329"/>
                  </a:lnTo>
                  <a:lnTo>
                    <a:pt x="3746936" y="369522"/>
                  </a:lnTo>
                  <a:lnTo>
                    <a:pt x="3796741" y="329895"/>
                  </a:lnTo>
                  <a:lnTo>
                    <a:pt x="3820202" y="312691"/>
                  </a:lnTo>
                  <a:lnTo>
                    <a:pt x="3871702" y="278140"/>
                  </a:lnTo>
                  <a:lnTo>
                    <a:pt x="3925613" y="246566"/>
                  </a:lnTo>
                  <a:lnTo>
                    <a:pt x="3982603" y="217864"/>
                  </a:lnTo>
                  <a:lnTo>
                    <a:pt x="4043408" y="191834"/>
                  </a:lnTo>
                  <a:lnTo>
                    <a:pt x="4108788" y="168233"/>
                  </a:lnTo>
                  <a:lnTo>
                    <a:pt x="4179492" y="146810"/>
                  </a:lnTo>
                  <a:lnTo>
                    <a:pt x="4256203" y="127330"/>
                  </a:lnTo>
                  <a:lnTo>
                    <a:pt x="4339478" y="109585"/>
                  </a:lnTo>
                  <a:lnTo>
                    <a:pt x="4429656" y="93401"/>
                  </a:lnTo>
                  <a:lnTo>
                    <a:pt x="4526748" y="78645"/>
                  </a:lnTo>
                  <a:lnTo>
                    <a:pt x="4630302" y="65223"/>
                  </a:lnTo>
                  <a:lnTo>
                    <a:pt x="4739265" y="53083"/>
                  </a:lnTo>
                  <a:lnTo>
                    <a:pt x="4851853" y="42209"/>
                  </a:lnTo>
                  <a:lnTo>
                    <a:pt x="4965495" y="32611"/>
                  </a:lnTo>
                  <a:lnTo>
                    <a:pt x="5076883" y="24317"/>
                  </a:lnTo>
                  <a:lnTo>
                    <a:pt x="5182183" y="17349"/>
                  </a:lnTo>
                  <a:lnTo>
                    <a:pt x="5277432" y="11709"/>
                  </a:lnTo>
                  <a:lnTo>
                    <a:pt x="5359061" y="7357"/>
                  </a:lnTo>
                  <a:lnTo>
                    <a:pt x="5424478" y="4201"/>
                  </a:lnTo>
                  <a:lnTo>
                    <a:pt x="5472537" y="2093"/>
                  </a:lnTo>
                  <a:lnTo>
                    <a:pt x="5503805" y="842"/>
                  </a:lnTo>
                  <a:lnTo>
                    <a:pt x="5520583" y="228"/>
                  </a:lnTo>
                  <a:lnTo>
                    <a:pt x="5526728" y="2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94" y="35"/>
                  </a:lnTo>
                  <a:lnTo>
                    <a:pt x="6530816" y="284"/>
                  </a:lnTo>
                  <a:lnTo>
                    <a:pt x="6549384" y="974"/>
                  </a:lnTo>
                  <a:lnTo>
                    <a:pt x="6582852" y="2333"/>
                  </a:lnTo>
                  <a:lnTo>
                    <a:pt x="6633291" y="4580"/>
                  </a:lnTo>
                  <a:lnTo>
                    <a:pt x="6701028" y="7901"/>
                  </a:lnTo>
                  <a:lnTo>
                    <a:pt x="6784698" y="12438"/>
                  </a:lnTo>
                  <a:lnTo>
                    <a:pt x="6881542" y="18274"/>
                  </a:lnTo>
                  <a:lnTo>
                    <a:pt x="6987907" y="25444"/>
                  </a:lnTo>
                  <a:lnTo>
                    <a:pt x="7099815" y="33941"/>
                  </a:lnTo>
                  <a:lnTo>
                    <a:pt x="7213488" y="43742"/>
                  </a:lnTo>
                  <a:lnTo>
                    <a:pt x="7325710" y="54820"/>
                  </a:lnTo>
                  <a:lnTo>
                    <a:pt x="7434017" y="67167"/>
                  </a:lnTo>
                  <a:lnTo>
                    <a:pt x="7536732" y="80804"/>
                  </a:lnTo>
                  <a:lnTo>
                    <a:pt x="7632891" y="95790"/>
                  </a:lnTo>
                  <a:lnTo>
                    <a:pt x="7722113" y="112223"/>
                  </a:lnTo>
                  <a:lnTo>
                    <a:pt x="7804463" y="130243"/>
                  </a:lnTo>
                  <a:lnTo>
                    <a:pt x="7880316" y="150029"/>
                  </a:lnTo>
                  <a:lnTo>
                    <a:pt x="7950249" y="171794"/>
                  </a:lnTo>
                  <a:lnTo>
                    <a:pt x="8014958" y="195777"/>
                  </a:lnTo>
                  <a:lnTo>
                    <a:pt x="8075196" y="222230"/>
                  </a:lnTo>
                  <a:lnTo>
                    <a:pt x="8131722" y="251392"/>
                  </a:lnTo>
                  <a:lnTo>
                    <a:pt x="8185265" y="283456"/>
                  </a:lnTo>
                  <a:lnTo>
                    <a:pt x="8229629" y="313564"/>
                  </a:lnTo>
                  <a:lnTo>
                    <a:pt x="8280091" y="351830"/>
                  </a:lnTo>
                  <a:lnTo>
                    <a:pt x="8329174" y="393244"/>
                  </a:lnTo>
                  <a:lnTo>
                    <a:pt x="8377298" y="437869"/>
                  </a:lnTo>
                  <a:lnTo>
                    <a:pt x="8424794" y="485697"/>
                  </a:lnTo>
                  <a:lnTo>
                    <a:pt x="8471914" y="536652"/>
                  </a:lnTo>
                  <a:lnTo>
                    <a:pt x="8518847" y="590573"/>
                  </a:lnTo>
                  <a:lnTo>
                    <a:pt x="8565725" y="647218"/>
                  </a:lnTo>
                  <a:lnTo>
                    <a:pt x="8612631" y="706260"/>
                  </a:lnTo>
                  <a:lnTo>
                    <a:pt x="8659607" y="767295"/>
                  </a:lnTo>
                  <a:lnTo>
                    <a:pt x="8706662" y="829850"/>
                  </a:lnTo>
                  <a:lnTo>
                    <a:pt x="8753779" y="893399"/>
                  </a:lnTo>
                  <a:lnTo>
                    <a:pt x="8800926" y="957376"/>
                  </a:lnTo>
                  <a:lnTo>
                    <a:pt x="8848062" y="1021201"/>
                  </a:lnTo>
                  <a:lnTo>
                    <a:pt x="8895151" y="1084301"/>
                  </a:lnTo>
                  <a:lnTo>
                    <a:pt x="8942165" y="1146127"/>
                  </a:lnTo>
                  <a:lnTo>
                    <a:pt x="8989101" y="1206178"/>
                  </a:lnTo>
                  <a:lnTo>
                    <a:pt x="9035985" y="1264016"/>
                  </a:lnTo>
                  <a:lnTo>
                    <a:pt x="9082878" y="1319276"/>
                  </a:lnTo>
                  <a:lnTo>
                    <a:pt x="9129889" y="1371676"/>
                  </a:lnTo>
                  <a:lnTo>
                    <a:pt x="9177178" y="1421016"/>
                  </a:lnTo>
                  <a:lnTo>
                    <a:pt x="9224965" y="1467180"/>
                  </a:lnTo>
                  <a:lnTo>
                    <a:pt x="9273543" y="1510127"/>
                  </a:lnTo>
                  <a:lnTo>
                    <a:pt x="9323285" y="1549889"/>
                  </a:lnTo>
                  <a:lnTo>
                    <a:pt x="9347647" y="1567823"/>
                  </a:lnTo>
                  <a:lnTo>
                    <a:pt x="9399145" y="1602468"/>
                  </a:lnTo>
                  <a:lnTo>
                    <a:pt x="9453053" y="1634129"/>
                  </a:lnTo>
                  <a:lnTo>
                    <a:pt x="9510041" y="1662910"/>
                  </a:lnTo>
                  <a:lnTo>
                    <a:pt x="9570842" y="1689012"/>
                  </a:lnTo>
                  <a:lnTo>
                    <a:pt x="9636219" y="1712679"/>
                  </a:lnTo>
                  <a:lnTo>
                    <a:pt x="9706918" y="1734161"/>
                  </a:lnTo>
                  <a:lnTo>
                    <a:pt x="9783624" y="1753695"/>
                  </a:lnTo>
                  <a:lnTo>
                    <a:pt x="9866892" y="1771489"/>
                  </a:lnTo>
                  <a:lnTo>
                    <a:pt x="9957063" y="1787718"/>
                  </a:lnTo>
                  <a:lnTo>
                    <a:pt x="10054148" y="1802515"/>
                  </a:lnTo>
                  <a:lnTo>
                    <a:pt x="10157695" y="1815975"/>
                  </a:lnTo>
                  <a:lnTo>
                    <a:pt x="10266650" y="1828149"/>
                  </a:lnTo>
                  <a:lnTo>
                    <a:pt x="10379231" y="1839054"/>
                  </a:lnTo>
                  <a:lnTo>
                    <a:pt x="10492869" y="1848679"/>
                  </a:lnTo>
                  <a:lnTo>
                    <a:pt x="10604254" y="1856997"/>
                  </a:lnTo>
                  <a:lnTo>
                    <a:pt x="10709556" y="1863985"/>
                  </a:lnTo>
                  <a:lnTo>
                    <a:pt x="10804809" y="1869641"/>
                  </a:lnTo>
                  <a:lnTo>
                    <a:pt x="10886447" y="1874006"/>
                  </a:lnTo>
                  <a:lnTo>
                    <a:pt x="10951875" y="1877172"/>
                  </a:lnTo>
                  <a:lnTo>
                    <a:pt x="10999947" y="1879286"/>
                  </a:lnTo>
                  <a:lnTo>
                    <a:pt x="11031229" y="1880541"/>
                  </a:lnTo>
                  <a:lnTo>
                    <a:pt x="11048018" y="1881157"/>
                  </a:lnTo>
                  <a:lnTo>
                    <a:pt x="11054171" y="1881365"/>
                  </a:lnTo>
                  <a:lnTo>
                    <a:pt x="11054891" y="1881387"/>
                  </a:lnTo>
                  <a:lnTo>
                    <a:pt x="12049831" y="1881387"/>
                  </a:lnTo>
                  <a:lnTo>
                    <a:pt x="12049831" y="18813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2" name="pl1201"/>
            <p:cNvSpPr/>
            <p:nvPr/>
          </p:nvSpPr>
          <p:spPr>
            <a:xfrm>
              <a:off x="1199187" y="2913628"/>
              <a:ext cx="12049831" cy="1881387"/>
            </a:xfrm>
            <a:custGeom>
              <a:avLst/>
              <a:pathLst>
                <a:path w="12049831" h="1881387">
                  <a:moveTo>
                    <a:pt x="12049831" y="1881387"/>
                  </a:moveTo>
                  <a:lnTo>
                    <a:pt x="11054891" y="1881387"/>
                  </a:lnTo>
                  <a:lnTo>
                    <a:pt x="11053782" y="1881352"/>
                  </a:lnTo>
                  <a:lnTo>
                    <a:pt x="11046460" y="1881102"/>
                  </a:lnTo>
                  <a:lnTo>
                    <a:pt x="11027893" y="1880413"/>
                  </a:lnTo>
                  <a:lnTo>
                    <a:pt x="10994424" y="1879054"/>
                  </a:lnTo>
                  <a:lnTo>
                    <a:pt x="10943986" y="1876807"/>
                  </a:lnTo>
                  <a:lnTo>
                    <a:pt x="10876249" y="1873485"/>
                  </a:lnTo>
                  <a:lnTo>
                    <a:pt x="10792579" y="1868949"/>
                  </a:lnTo>
                  <a:lnTo>
                    <a:pt x="10695734" y="1863113"/>
                  </a:lnTo>
                  <a:lnTo>
                    <a:pt x="10589370" y="1855943"/>
                  </a:lnTo>
                  <a:lnTo>
                    <a:pt x="10477461" y="1847445"/>
                  </a:lnTo>
                  <a:lnTo>
                    <a:pt x="10363788" y="1837645"/>
                  </a:lnTo>
                  <a:lnTo>
                    <a:pt x="10251567" y="1826567"/>
                  </a:lnTo>
                  <a:lnTo>
                    <a:pt x="10143260" y="1814220"/>
                  </a:lnTo>
                  <a:lnTo>
                    <a:pt x="10040545" y="1800583"/>
                  </a:lnTo>
                  <a:lnTo>
                    <a:pt x="9944386" y="1785597"/>
                  </a:lnTo>
                  <a:lnTo>
                    <a:pt x="9855163" y="1769164"/>
                  </a:lnTo>
                  <a:lnTo>
                    <a:pt x="9772813" y="1751144"/>
                  </a:lnTo>
                  <a:lnTo>
                    <a:pt x="9696961" y="1731358"/>
                  </a:lnTo>
                  <a:lnTo>
                    <a:pt x="9627028" y="1709593"/>
                  </a:lnTo>
                  <a:lnTo>
                    <a:pt x="9562319" y="1685610"/>
                  </a:lnTo>
                  <a:lnTo>
                    <a:pt x="9502081" y="1659157"/>
                  </a:lnTo>
                  <a:lnTo>
                    <a:pt x="9445554" y="1629995"/>
                  </a:lnTo>
                  <a:lnTo>
                    <a:pt x="9392011" y="1597931"/>
                  </a:lnTo>
                  <a:lnTo>
                    <a:pt x="9347647" y="1567823"/>
                  </a:lnTo>
                  <a:lnTo>
                    <a:pt x="9297185" y="1529557"/>
                  </a:lnTo>
                  <a:lnTo>
                    <a:pt x="9248103" y="1488142"/>
                  </a:lnTo>
                  <a:lnTo>
                    <a:pt x="9199978" y="1443518"/>
                  </a:lnTo>
                  <a:lnTo>
                    <a:pt x="9152482" y="1395689"/>
                  </a:lnTo>
                  <a:lnTo>
                    <a:pt x="9105362" y="1344734"/>
                  </a:lnTo>
                  <a:lnTo>
                    <a:pt x="9058429" y="1290813"/>
                  </a:lnTo>
                  <a:lnTo>
                    <a:pt x="9011551" y="1234169"/>
                  </a:lnTo>
                  <a:lnTo>
                    <a:pt x="8964645" y="1175127"/>
                  </a:lnTo>
                  <a:lnTo>
                    <a:pt x="8917669" y="1114092"/>
                  </a:lnTo>
                  <a:lnTo>
                    <a:pt x="8870614" y="1051536"/>
                  </a:lnTo>
                  <a:lnTo>
                    <a:pt x="8823497" y="987988"/>
                  </a:lnTo>
                  <a:lnTo>
                    <a:pt x="8776350" y="924011"/>
                  </a:lnTo>
                  <a:lnTo>
                    <a:pt x="8729214" y="860185"/>
                  </a:lnTo>
                  <a:lnTo>
                    <a:pt x="8682126" y="797086"/>
                  </a:lnTo>
                  <a:lnTo>
                    <a:pt x="8635111" y="735260"/>
                  </a:lnTo>
                  <a:lnTo>
                    <a:pt x="8588175" y="675209"/>
                  </a:lnTo>
                  <a:lnTo>
                    <a:pt x="8541291" y="617371"/>
                  </a:lnTo>
                  <a:lnTo>
                    <a:pt x="8494398" y="562110"/>
                  </a:lnTo>
                  <a:lnTo>
                    <a:pt x="8447387" y="509710"/>
                  </a:lnTo>
                  <a:lnTo>
                    <a:pt x="8400099" y="460370"/>
                  </a:lnTo>
                  <a:lnTo>
                    <a:pt x="8352311" y="414207"/>
                  </a:lnTo>
                  <a:lnTo>
                    <a:pt x="8303734" y="371260"/>
                  </a:lnTo>
                  <a:lnTo>
                    <a:pt x="8253991" y="331498"/>
                  </a:lnTo>
                  <a:lnTo>
                    <a:pt x="8229629" y="313564"/>
                  </a:lnTo>
                  <a:lnTo>
                    <a:pt x="8178132" y="278918"/>
                  </a:lnTo>
                  <a:lnTo>
                    <a:pt x="8124223" y="247257"/>
                  </a:lnTo>
                  <a:lnTo>
                    <a:pt x="8067236" y="218477"/>
                  </a:lnTo>
                  <a:lnTo>
                    <a:pt x="8006434" y="192375"/>
                  </a:lnTo>
                  <a:lnTo>
                    <a:pt x="7941058" y="168708"/>
                  </a:lnTo>
                  <a:lnTo>
                    <a:pt x="7870359" y="147226"/>
                  </a:lnTo>
                  <a:lnTo>
                    <a:pt x="7793653" y="127692"/>
                  </a:lnTo>
                  <a:lnTo>
                    <a:pt x="7710384" y="109897"/>
                  </a:lnTo>
                  <a:lnTo>
                    <a:pt x="7620213" y="93669"/>
                  </a:lnTo>
                  <a:lnTo>
                    <a:pt x="7523129" y="78871"/>
                  </a:lnTo>
                  <a:lnTo>
                    <a:pt x="7419582" y="65412"/>
                  </a:lnTo>
                  <a:lnTo>
                    <a:pt x="7310626" y="53238"/>
                  </a:lnTo>
                  <a:lnTo>
                    <a:pt x="7198045" y="42333"/>
                  </a:lnTo>
                  <a:lnTo>
                    <a:pt x="7084408" y="32708"/>
                  </a:lnTo>
                  <a:lnTo>
                    <a:pt x="6973022" y="24390"/>
                  </a:lnTo>
                  <a:lnTo>
                    <a:pt x="6867721" y="17402"/>
                  </a:lnTo>
                  <a:lnTo>
                    <a:pt x="6772468" y="11745"/>
                  </a:lnTo>
                  <a:lnTo>
                    <a:pt x="6690830" y="7381"/>
                  </a:lnTo>
                  <a:lnTo>
                    <a:pt x="6625402" y="4215"/>
                  </a:lnTo>
                  <a:lnTo>
                    <a:pt x="6577330" y="2100"/>
                  </a:lnTo>
                  <a:lnTo>
                    <a:pt x="6546048" y="846"/>
                  </a:lnTo>
                  <a:lnTo>
                    <a:pt x="6529258" y="229"/>
                  </a:lnTo>
                  <a:lnTo>
                    <a:pt x="6523106" y="2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6" y="34"/>
                  </a:lnTo>
                  <a:lnTo>
                    <a:pt x="5519013" y="283"/>
                  </a:lnTo>
                  <a:lnTo>
                    <a:pt x="5500444" y="971"/>
                  </a:lnTo>
                  <a:lnTo>
                    <a:pt x="5466971" y="2327"/>
                  </a:lnTo>
                  <a:lnTo>
                    <a:pt x="5416526" y="4568"/>
                  </a:lnTo>
                  <a:lnTo>
                    <a:pt x="5348782" y="7880"/>
                  </a:lnTo>
                  <a:lnTo>
                    <a:pt x="5265104" y="12405"/>
                  </a:lnTo>
                  <a:lnTo>
                    <a:pt x="5168251" y="18225"/>
                  </a:lnTo>
                  <a:lnTo>
                    <a:pt x="5061879" y="25376"/>
                  </a:lnTo>
                  <a:lnTo>
                    <a:pt x="4949964" y="33851"/>
                  </a:lnTo>
                  <a:lnTo>
                    <a:pt x="4836286" y="43625"/>
                  </a:lnTo>
                  <a:lnTo>
                    <a:pt x="4724061" y="54673"/>
                  </a:lnTo>
                  <a:lnTo>
                    <a:pt x="4615752" y="66987"/>
                  </a:lnTo>
                  <a:lnTo>
                    <a:pt x="4513036" y="80588"/>
                  </a:lnTo>
                  <a:lnTo>
                    <a:pt x="4416877" y="95534"/>
                  </a:lnTo>
                  <a:lnTo>
                    <a:pt x="4327655" y="111923"/>
                  </a:lnTo>
                  <a:lnTo>
                    <a:pt x="4245306" y="129895"/>
                  </a:lnTo>
                  <a:lnTo>
                    <a:pt x="4169455" y="149628"/>
                  </a:lnTo>
                  <a:lnTo>
                    <a:pt x="4099524" y="171335"/>
                  </a:lnTo>
                  <a:lnTo>
                    <a:pt x="4034816" y="195255"/>
                  </a:lnTo>
                  <a:lnTo>
                    <a:pt x="3974579" y="221637"/>
                  </a:lnTo>
                  <a:lnTo>
                    <a:pt x="3918054" y="250722"/>
                  </a:lnTo>
                  <a:lnTo>
                    <a:pt x="3864511" y="282701"/>
                  </a:lnTo>
                  <a:lnTo>
                    <a:pt x="3820202" y="312691"/>
                  </a:lnTo>
                  <a:lnTo>
                    <a:pt x="3769701" y="350881"/>
                  </a:lnTo>
                  <a:lnTo>
                    <a:pt x="3720581" y="392216"/>
                  </a:lnTo>
                  <a:lnTo>
                    <a:pt x="3672421" y="436756"/>
                  </a:lnTo>
                  <a:lnTo>
                    <a:pt x="3624890" y="484498"/>
                  </a:lnTo>
                  <a:lnTo>
                    <a:pt x="3577734" y="535360"/>
                  </a:lnTo>
                  <a:lnTo>
                    <a:pt x="3530765" y="589185"/>
                  </a:lnTo>
                  <a:lnTo>
                    <a:pt x="3483851" y="645729"/>
                  </a:lnTo>
                  <a:lnTo>
                    <a:pt x="3436908" y="704665"/>
                  </a:lnTo>
                  <a:lnTo>
                    <a:pt x="3389895" y="765589"/>
                  </a:lnTo>
                  <a:lnTo>
                    <a:pt x="3342803" y="828028"/>
                  </a:lnTo>
                  <a:lnTo>
                    <a:pt x="3295649" y="891454"/>
                  </a:lnTo>
                  <a:lnTo>
                    <a:pt x="3248465" y="955304"/>
                  </a:lnTo>
                  <a:lnTo>
                    <a:pt x="3201293" y="1018997"/>
                  </a:lnTo>
                  <a:lnTo>
                    <a:pt x="3154169" y="1081959"/>
                  </a:lnTo>
                  <a:lnTo>
                    <a:pt x="3107119" y="1143643"/>
                  </a:lnTo>
                  <a:lnTo>
                    <a:pt x="3060147" y="1203549"/>
                  </a:lnTo>
                  <a:lnTo>
                    <a:pt x="3013227" y="1261240"/>
                  </a:lnTo>
                  <a:lnTo>
                    <a:pt x="2966296" y="1316352"/>
                  </a:lnTo>
                  <a:lnTo>
                    <a:pt x="2919246" y="1368604"/>
                  </a:lnTo>
                  <a:lnTo>
                    <a:pt x="2871915" y="1417797"/>
                  </a:lnTo>
                  <a:lnTo>
                    <a:pt x="2824081" y="1463817"/>
                  </a:lnTo>
                  <a:lnTo>
                    <a:pt x="2775449" y="1506624"/>
                  </a:lnTo>
                  <a:lnTo>
                    <a:pt x="2725644" y="1546251"/>
                  </a:lnTo>
                  <a:lnTo>
                    <a:pt x="2702183" y="1563455"/>
                  </a:lnTo>
                  <a:lnTo>
                    <a:pt x="2650683" y="1598006"/>
                  </a:lnTo>
                  <a:lnTo>
                    <a:pt x="2596772" y="1629580"/>
                  </a:lnTo>
                  <a:lnTo>
                    <a:pt x="2539782" y="1658282"/>
                  </a:lnTo>
                  <a:lnTo>
                    <a:pt x="2478977" y="1684312"/>
                  </a:lnTo>
                  <a:lnTo>
                    <a:pt x="2413597" y="1707913"/>
                  </a:lnTo>
                  <a:lnTo>
                    <a:pt x="2342893" y="1729336"/>
                  </a:lnTo>
                  <a:lnTo>
                    <a:pt x="2266182" y="1748816"/>
                  </a:lnTo>
                  <a:lnTo>
                    <a:pt x="2182907" y="1766561"/>
                  </a:lnTo>
                  <a:lnTo>
                    <a:pt x="2092729" y="1782745"/>
                  </a:lnTo>
                  <a:lnTo>
                    <a:pt x="1995637" y="1797501"/>
                  </a:lnTo>
                  <a:lnTo>
                    <a:pt x="1892083" y="1810923"/>
                  </a:lnTo>
                  <a:lnTo>
                    <a:pt x="1783120" y="1823063"/>
                  </a:lnTo>
                  <a:lnTo>
                    <a:pt x="1670532" y="1833937"/>
                  </a:lnTo>
                  <a:lnTo>
                    <a:pt x="1556890" y="1843535"/>
                  </a:lnTo>
                  <a:lnTo>
                    <a:pt x="1445502" y="1851829"/>
                  </a:lnTo>
                  <a:lnTo>
                    <a:pt x="1340202" y="1858797"/>
                  </a:lnTo>
                  <a:lnTo>
                    <a:pt x="1244953" y="1864437"/>
                  </a:lnTo>
                  <a:lnTo>
                    <a:pt x="1163324" y="1868789"/>
                  </a:lnTo>
                  <a:lnTo>
                    <a:pt x="1097907" y="1871945"/>
                  </a:lnTo>
                  <a:lnTo>
                    <a:pt x="1049848" y="1874053"/>
                  </a:lnTo>
                  <a:lnTo>
                    <a:pt x="1018580" y="1875304"/>
                  </a:lnTo>
                  <a:lnTo>
                    <a:pt x="1001802" y="1875918"/>
                  </a:lnTo>
                  <a:lnTo>
                    <a:pt x="995657" y="1876124"/>
                  </a:lnTo>
                  <a:lnTo>
                    <a:pt x="994940" y="1876147"/>
                  </a:lnTo>
                  <a:lnTo>
                    <a:pt x="0" y="1876147"/>
                  </a:lnTo>
                  <a:lnTo>
                    <a:pt x="0" y="18761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3" name="pg1202"/>
            <p:cNvSpPr/>
            <p:nvPr/>
          </p:nvSpPr>
          <p:spPr>
            <a:xfrm>
              <a:off x="1199187" y="5025603"/>
              <a:ext cx="12049831" cy="1362564"/>
            </a:xfrm>
            <a:custGeom>
              <a:avLst/>
              <a:pathLst>
                <a:path w="12049831" h="1362564">
                  <a:moveTo>
                    <a:pt x="0" y="5240"/>
                  </a:moveTo>
                  <a:lnTo>
                    <a:pt x="994940" y="5240"/>
                  </a:lnTo>
                  <a:lnTo>
                    <a:pt x="996062" y="5266"/>
                  </a:lnTo>
                  <a:lnTo>
                    <a:pt x="1003468" y="5448"/>
                  </a:lnTo>
                  <a:lnTo>
                    <a:pt x="1022241" y="5951"/>
                  </a:lnTo>
                  <a:lnTo>
                    <a:pt x="1056068" y="6944"/>
                  </a:lnTo>
                  <a:lnTo>
                    <a:pt x="1107018" y="8584"/>
                  </a:lnTo>
                  <a:lnTo>
                    <a:pt x="1175390" y="11008"/>
                  </a:lnTo>
                  <a:lnTo>
                    <a:pt x="1259769" y="14317"/>
                  </a:lnTo>
                  <a:lnTo>
                    <a:pt x="1357333" y="18573"/>
                  </a:lnTo>
                  <a:lnTo>
                    <a:pt x="1464368" y="23798"/>
                  </a:lnTo>
                  <a:lnTo>
                    <a:pt x="1576850" y="29989"/>
                  </a:lnTo>
                  <a:lnTo>
                    <a:pt x="1690970" y="37126"/>
                  </a:lnTo>
                  <a:lnTo>
                    <a:pt x="1803503" y="45192"/>
                  </a:lnTo>
                  <a:lnTo>
                    <a:pt x="1911994" y="54180"/>
                  </a:lnTo>
                  <a:lnTo>
                    <a:pt x="2014782" y="64108"/>
                  </a:lnTo>
                  <a:lnTo>
                    <a:pt x="2110927" y="75020"/>
                  </a:lnTo>
                  <a:lnTo>
                    <a:pt x="2200074" y="86990"/>
                  </a:lnTo>
                  <a:lnTo>
                    <a:pt x="2282310" y="100121"/>
                  </a:lnTo>
                  <a:lnTo>
                    <a:pt x="2358031" y="114546"/>
                  </a:lnTo>
                  <a:lnTo>
                    <a:pt x="2427832" y="130422"/>
                  </a:lnTo>
                  <a:lnTo>
                    <a:pt x="2492424" y="147924"/>
                  </a:lnTo>
                  <a:lnTo>
                    <a:pt x="2552571" y="167237"/>
                  </a:lnTo>
                  <a:lnTo>
                    <a:pt x="2609039" y="188533"/>
                  </a:lnTo>
                  <a:lnTo>
                    <a:pt x="2662560" y="211948"/>
                  </a:lnTo>
                  <a:lnTo>
                    <a:pt x="2702183" y="231461"/>
                  </a:lnTo>
                  <a:lnTo>
                    <a:pt x="2756657" y="261397"/>
                  </a:lnTo>
                  <a:lnTo>
                    <a:pt x="2809563" y="293993"/>
                  </a:lnTo>
                  <a:lnTo>
                    <a:pt x="2861416" y="329296"/>
                  </a:lnTo>
                  <a:lnTo>
                    <a:pt x="2912613" y="367288"/>
                  </a:lnTo>
                  <a:lnTo>
                    <a:pt x="2963449" y="407879"/>
                  </a:lnTo>
                  <a:lnTo>
                    <a:pt x="3014135" y="450894"/>
                  </a:lnTo>
                  <a:lnTo>
                    <a:pt x="3064810" y="496079"/>
                  </a:lnTo>
                  <a:lnTo>
                    <a:pt x="3115550" y="543098"/>
                  </a:lnTo>
                  <a:lnTo>
                    <a:pt x="3166382" y="591545"/>
                  </a:lnTo>
                  <a:lnTo>
                    <a:pt x="3217294" y="640953"/>
                  </a:lnTo>
                  <a:lnTo>
                    <a:pt x="3268249" y="690814"/>
                  </a:lnTo>
                  <a:lnTo>
                    <a:pt x="3319197" y="740603"/>
                  </a:lnTo>
                  <a:lnTo>
                    <a:pt x="3370090" y="789794"/>
                  </a:lnTo>
                  <a:lnTo>
                    <a:pt x="3420896" y="837890"/>
                  </a:lnTo>
                  <a:lnTo>
                    <a:pt x="3471614" y="884439"/>
                  </a:lnTo>
                  <a:lnTo>
                    <a:pt x="3522281" y="929053"/>
                  </a:lnTo>
                  <a:lnTo>
                    <a:pt x="3572992" y="971419"/>
                  </a:lnTo>
                  <a:lnTo>
                    <a:pt x="3623904" y="1011303"/>
                  </a:lnTo>
                  <a:lnTo>
                    <a:pt x="3675249" y="1048557"/>
                  </a:lnTo>
                  <a:lnTo>
                    <a:pt x="3727349" y="1083109"/>
                  </a:lnTo>
                  <a:lnTo>
                    <a:pt x="3780631" y="1114961"/>
                  </a:lnTo>
                  <a:lnTo>
                    <a:pt x="3820202" y="1136344"/>
                  </a:lnTo>
                  <a:lnTo>
                    <a:pt x="3871907" y="1161433"/>
                  </a:lnTo>
                  <a:lnTo>
                    <a:pt x="3926045" y="1184353"/>
                  </a:lnTo>
                  <a:lnTo>
                    <a:pt x="3983292" y="1205178"/>
                  </a:lnTo>
                  <a:lnTo>
                    <a:pt x="4044392" y="1224059"/>
                  </a:lnTo>
                  <a:lnTo>
                    <a:pt x="4110115" y="1241171"/>
                  </a:lnTo>
                  <a:lnTo>
                    <a:pt x="4181218" y="1256698"/>
                  </a:lnTo>
                  <a:lnTo>
                    <a:pt x="4258390" y="1270812"/>
                  </a:lnTo>
                  <a:lnTo>
                    <a:pt x="4342190" y="1283665"/>
                  </a:lnTo>
                  <a:lnTo>
                    <a:pt x="4432952" y="1295384"/>
                  </a:lnTo>
                  <a:lnTo>
                    <a:pt x="4530675" y="1306064"/>
                  </a:lnTo>
                  <a:lnTo>
                    <a:pt x="4634882" y="1315773"/>
                  </a:lnTo>
                  <a:lnTo>
                    <a:pt x="4744477" y="1324549"/>
                  </a:lnTo>
                  <a:lnTo>
                    <a:pt x="4857622" y="1332402"/>
                  </a:lnTo>
                  <a:lnTo>
                    <a:pt x="4971676" y="1339324"/>
                  </a:lnTo>
                  <a:lnTo>
                    <a:pt x="5083258" y="1345294"/>
                  </a:lnTo>
                  <a:lnTo>
                    <a:pt x="5188469" y="1350296"/>
                  </a:lnTo>
                  <a:lnTo>
                    <a:pt x="5283308" y="1354330"/>
                  </a:lnTo>
                  <a:lnTo>
                    <a:pt x="5364212" y="1357429"/>
                  </a:lnTo>
                  <a:lnTo>
                    <a:pt x="5428644" y="1359663"/>
                  </a:lnTo>
                  <a:lnTo>
                    <a:pt x="5475564" y="1361141"/>
                  </a:lnTo>
                  <a:lnTo>
                    <a:pt x="5505684" y="1362006"/>
                  </a:lnTo>
                  <a:lnTo>
                    <a:pt x="5521464" y="1362421"/>
                  </a:lnTo>
                  <a:lnTo>
                    <a:pt x="5526927" y="1362553"/>
                  </a:lnTo>
                  <a:lnTo>
                    <a:pt x="5527445" y="1362564"/>
                  </a:lnTo>
                  <a:lnTo>
                    <a:pt x="6522385" y="1362564"/>
                  </a:lnTo>
                  <a:lnTo>
                    <a:pt x="6523522" y="1362564"/>
                  </a:lnTo>
                  <a:lnTo>
                    <a:pt x="6531021" y="1362560"/>
                  </a:lnTo>
                  <a:lnTo>
                    <a:pt x="6550026" y="1362550"/>
                  </a:lnTo>
                  <a:lnTo>
                    <a:pt x="6584252" y="1362531"/>
                  </a:lnTo>
                  <a:lnTo>
                    <a:pt x="6635770" y="1362499"/>
                  </a:lnTo>
                  <a:lnTo>
                    <a:pt x="6704848" y="1362452"/>
                  </a:lnTo>
                  <a:lnTo>
                    <a:pt x="6790014" y="1362387"/>
                  </a:lnTo>
                  <a:lnTo>
                    <a:pt x="6888376" y="1362304"/>
                  </a:lnTo>
                  <a:lnTo>
                    <a:pt x="6996151" y="1362202"/>
                  </a:lnTo>
                  <a:lnTo>
                    <a:pt x="7109263" y="1362081"/>
                  </a:lnTo>
                  <a:lnTo>
                    <a:pt x="7223871" y="1361942"/>
                  </a:lnTo>
                  <a:lnTo>
                    <a:pt x="7336742" y="1361784"/>
                  </a:lnTo>
                  <a:lnTo>
                    <a:pt x="7445429" y="1361609"/>
                  </a:lnTo>
                  <a:lnTo>
                    <a:pt x="7548292" y="1361416"/>
                  </a:lnTo>
                  <a:lnTo>
                    <a:pt x="7644417" y="1361203"/>
                  </a:lnTo>
                  <a:lnTo>
                    <a:pt x="7733476" y="1360969"/>
                  </a:lnTo>
                  <a:lnTo>
                    <a:pt x="7815584" y="1360713"/>
                  </a:lnTo>
                  <a:lnTo>
                    <a:pt x="7891159" y="1360431"/>
                  </a:lnTo>
                  <a:lnTo>
                    <a:pt x="7960815" y="1360121"/>
                  </a:lnTo>
                  <a:lnTo>
                    <a:pt x="8025280" y="1359779"/>
                  </a:lnTo>
                  <a:lnTo>
                    <a:pt x="8085327" y="1359401"/>
                  </a:lnTo>
                  <a:lnTo>
                    <a:pt x="8141734" y="1358984"/>
                  </a:lnTo>
                  <a:lnTo>
                    <a:pt x="8195236" y="1358526"/>
                  </a:lnTo>
                  <a:lnTo>
                    <a:pt x="8229629" y="1358197"/>
                  </a:lnTo>
                  <a:lnTo>
                    <a:pt x="8291280" y="1357538"/>
                  </a:lnTo>
                  <a:lnTo>
                    <a:pt x="8351007" y="1356812"/>
                  </a:lnTo>
                  <a:lnTo>
                    <a:pt x="8409529" y="1356019"/>
                  </a:lnTo>
                  <a:lnTo>
                    <a:pt x="8467370" y="1355161"/>
                  </a:lnTo>
                  <a:lnTo>
                    <a:pt x="8524904" y="1354239"/>
                  </a:lnTo>
                  <a:lnTo>
                    <a:pt x="8582371" y="1353262"/>
                  </a:lnTo>
                  <a:lnTo>
                    <a:pt x="8639907" y="1352237"/>
                  </a:lnTo>
                  <a:lnTo>
                    <a:pt x="8697560" y="1351176"/>
                  </a:lnTo>
                  <a:lnTo>
                    <a:pt x="8755312" y="1350093"/>
                  </a:lnTo>
                  <a:lnTo>
                    <a:pt x="8813106" y="1349000"/>
                  </a:lnTo>
                  <a:lnTo>
                    <a:pt x="8870869" y="1347914"/>
                  </a:lnTo>
                  <a:lnTo>
                    <a:pt x="8928540" y="1346849"/>
                  </a:lnTo>
                  <a:lnTo>
                    <a:pt x="8986092" y="1345818"/>
                  </a:lnTo>
                  <a:lnTo>
                    <a:pt x="9043564" y="1344833"/>
                  </a:lnTo>
                  <a:lnTo>
                    <a:pt x="9101074" y="1343902"/>
                  </a:lnTo>
                  <a:lnTo>
                    <a:pt x="9158848" y="1343034"/>
                  </a:lnTo>
                  <a:lnTo>
                    <a:pt x="9217235" y="1342230"/>
                  </a:lnTo>
                  <a:lnTo>
                    <a:pt x="9276737" y="1341495"/>
                  </a:lnTo>
                  <a:lnTo>
                    <a:pt x="9338037" y="1340825"/>
                  </a:lnTo>
                  <a:lnTo>
                    <a:pt x="9347647" y="1340728"/>
                  </a:lnTo>
                  <a:lnTo>
                    <a:pt x="9399583" y="1340242"/>
                  </a:lnTo>
                  <a:lnTo>
                    <a:pt x="9453975" y="1339798"/>
                  </a:lnTo>
                  <a:lnTo>
                    <a:pt x="9511510" y="1339395"/>
                  </a:lnTo>
                  <a:lnTo>
                    <a:pt x="9572942" y="1339029"/>
                  </a:lnTo>
                  <a:lnTo>
                    <a:pt x="9639051" y="1338698"/>
                  </a:lnTo>
                  <a:lnTo>
                    <a:pt x="9710602" y="1338397"/>
                  </a:lnTo>
                  <a:lnTo>
                    <a:pt x="9788293" y="1338125"/>
                  </a:lnTo>
                  <a:lnTo>
                    <a:pt x="9872682" y="1337876"/>
                  </a:lnTo>
                  <a:lnTo>
                    <a:pt x="9964102" y="1337650"/>
                  </a:lnTo>
                  <a:lnTo>
                    <a:pt x="10062534" y="1337443"/>
                  </a:lnTo>
                  <a:lnTo>
                    <a:pt x="10167472" y="1337256"/>
                  </a:lnTo>
                  <a:lnTo>
                    <a:pt x="10277773" y="1337087"/>
                  </a:lnTo>
                  <a:lnTo>
                    <a:pt x="10391535" y="1336935"/>
                  </a:lnTo>
                  <a:lnTo>
                    <a:pt x="10506040" y="1336802"/>
                  </a:lnTo>
                  <a:lnTo>
                    <a:pt x="10617822" y="1336688"/>
                  </a:lnTo>
                  <a:lnTo>
                    <a:pt x="10722911" y="1336592"/>
                  </a:lnTo>
                  <a:lnTo>
                    <a:pt x="10817266" y="1336515"/>
                  </a:lnTo>
                  <a:lnTo>
                    <a:pt x="10897333" y="1336456"/>
                  </a:lnTo>
                  <a:lnTo>
                    <a:pt x="10960643" y="1336414"/>
                  </a:lnTo>
                  <a:lnTo>
                    <a:pt x="11006280" y="1336387"/>
                  </a:lnTo>
                  <a:lnTo>
                    <a:pt x="11035120" y="1336371"/>
                  </a:lnTo>
                  <a:lnTo>
                    <a:pt x="11049805" y="1336364"/>
                  </a:lnTo>
                  <a:lnTo>
                    <a:pt x="11054548" y="1336361"/>
                  </a:lnTo>
                  <a:lnTo>
                    <a:pt x="11054891" y="1336361"/>
                  </a:lnTo>
                  <a:lnTo>
                    <a:pt x="12049831" y="1336361"/>
                  </a:lnTo>
                  <a:lnTo>
                    <a:pt x="12049831" y="1331121"/>
                  </a:lnTo>
                  <a:lnTo>
                    <a:pt x="11054891" y="1331121"/>
                  </a:lnTo>
                  <a:lnTo>
                    <a:pt x="11053755" y="1331121"/>
                  </a:lnTo>
                  <a:lnTo>
                    <a:pt x="11046255" y="1331125"/>
                  </a:lnTo>
                  <a:lnTo>
                    <a:pt x="11027250" y="1331134"/>
                  </a:lnTo>
                  <a:lnTo>
                    <a:pt x="10993024" y="1331154"/>
                  </a:lnTo>
                  <a:lnTo>
                    <a:pt x="10941506" y="1331186"/>
                  </a:lnTo>
                  <a:lnTo>
                    <a:pt x="10872428" y="1331233"/>
                  </a:lnTo>
                  <a:lnTo>
                    <a:pt x="10787263" y="1331298"/>
                  </a:lnTo>
                  <a:lnTo>
                    <a:pt x="10688901" y="1331381"/>
                  </a:lnTo>
                  <a:lnTo>
                    <a:pt x="10581126" y="1331483"/>
                  </a:lnTo>
                  <a:lnTo>
                    <a:pt x="10468014" y="1331604"/>
                  </a:lnTo>
                  <a:lnTo>
                    <a:pt x="10353405" y="1331743"/>
                  </a:lnTo>
                  <a:lnTo>
                    <a:pt x="10240534" y="1331900"/>
                  </a:lnTo>
                  <a:lnTo>
                    <a:pt x="10131848" y="1332076"/>
                  </a:lnTo>
                  <a:lnTo>
                    <a:pt x="10028985" y="1332269"/>
                  </a:lnTo>
                  <a:lnTo>
                    <a:pt x="9932860" y="1332482"/>
                  </a:lnTo>
                  <a:lnTo>
                    <a:pt x="9843800" y="1332716"/>
                  </a:lnTo>
                  <a:lnTo>
                    <a:pt x="9761692" y="1332972"/>
                  </a:lnTo>
                  <a:lnTo>
                    <a:pt x="9686117" y="1333254"/>
                  </a:lnTo>
                  <a:lnTo>
                    <a:pt x="9616461" y="1333564"/>
                  </a:lnTo>
                  <a:lnTo>
                    <a:pt x="9551997" y="1333906"/>
                  </a:lnTo>
                  <a:lnTo>
                    <a:pt x="9491949" y="1334284"/>
                  </a:lnTo>
                  <a:lnTo>
                    <a:pt x="9435543" y="1334701"/>
                  </a:lnTo>
                  <a:lnTo>
                    <a:pt x="9382040" y="1335159"/>
                  </a:lnTo>
                  <a:lnTo>
                    <a:pt x="9347647" y="1335488"/>
                  </a:lnTo>
                  <a:lnTo>
                    <a:pt x="9285997" y="1336147"/>
                  </a:lnTo>
                  <a:lnTo>
                    <a:pt x="9226269" y="1336873"/>
                  </a:lnTo>
                  <a:lnTo>
                    <a:pt x="9167748" y="1337665"/>
                  </a:lnTo>
                  <a:lnTo>
                    <a:pt x="9109906" y="1338524"/>
                  </a:lnTo>
                  <a:lnTo>
                    <a:pt x="9052373" y="1339446"/>
                  </a:lnTo>
                  <a:lnTo>
                    <a:pt x="8994906" y="1340423"/>
                  </a:lnTo>
                  <a:lnTo>
                    <a:pt x="8937370" y="1341448"/>
                  </a:lnTo>
                  <a:lnTo>
                    <a:pt x="8879717" y="1342509"/>
                  </a:lnTo>
                  <a:lnTo>
                    <a:pt x="8821965" y="1343592"/>
                  </a:lnTo>
                  <a:lnTo>
                    <a:pt x="8764170" y="1344685"/>
                  </a:lnTo>
                  <a:lnTo>
                    <a:pt x="8706407" y="1345771"/>
                  </a:lnTo>
                  <a:lnTo>
                    <a:pt x="8648737" y="1346836"/>
                  </a:lnTo>
                  <a:lnTo>
                    <a:pt x="8591184" y="1347867"/>
                  </a:lnTo>
                  <a:lnTo>
                    <a:pt x="8533713" y="1348852"/>
                  </a:lnTo>
                  <a:lnTo>
                    <a:pt x="8476202" y="1349783"/>
                  </a:lnTo>
                  <a:lnTo>
                    <a:pt x="8418429" y="1350651"/>
                  </a:lnTo>
                  <a:lnTo>
                    <a:pt x="8360041" y="1351454"/>
                  </a:lnTo>
                  <a:lnTo>
                    <a:pt x="8300540" y="1352190"/>
                  </a:lnTo>
                  <a:lnTo>
                    <a:pt x="8239240" y="1352860"/>
                  </a:lnTo>
                  <a:lnTo>
                    <a:pt x="8229629" y="1352957"/>
                  </a:lnTo>
                  <a:lnTo>
                    <a:pt x="8177694" y="1353443"/>
                  </a:lnTo>
                  <a:lnTo>
                    <a:pt x="8123301" y="1353887"/>
                  </a:lnTo>
                  <a:lnTo>
                    <a:pt x="8065766" y="1354290"/>
                  </a:lnTo>
                  <a:lnTo>
                    <a:pt x="8004335" y="1354656"/>
                  </a:lnTo>
                  <a:lnTo>
                    <a:pt x="7938226" y="1354987"/>
                  </a:lnTo>
                  <a:lnTo>
                    <a:pt x="7866674" y="1355287"/>
                  </a:lnTo>
                  <a:lnTo>
                    <a:pt x="7788984" y="1355560"/>
                  </a:lnTo>
                  <a:lnTo>
                    <a:pt x="7704594" y="1355809"/>
                  </a:lnTo>
                  <a:lnTo>
                    <a:pt x="7613174" y="1356035"/>
                  </a:lnTo>
                  <a:lnTo>
                    <a:pt x="7514743" y="1356242"/>
                  </a:lnTo>
                  <a:lnTo>
                    <a:pt x="7409805" y="1356429"/>
                  </a:lnTo>
                  <a:lnTo>
                    <a:pt x="7299504" y="1356598"/>
                  </a:lnTo>
                  <a:lnTo>
                    <a:pt x="7185741" y="1356750"/>
                  </a:lnTo>
                  <a:lnTo>
                    <a:pt x="7071237" y="1356883"/>
                  </a:lnTo>
                  <a:lnTo>
                    <a:pt x="6959455" y="1356997"/>
                  </a:lnTo>
                  <a:lnTo>
                    <a:pt x="6854365" y="1357093"/>
                  </a:lnTo>
                  <a:lnTo>
                    <a:pt x="6760011" y="1357170"/>
                  </a:lnTo>
                  <a:lnTo>
                    <a:pt x="6679944" y="1357229"/>
                  </a:lnTo>
                  <a:lnTo>
                    <a:pt x="6616634" y="1357271"/>
                  </a:lnTo>
                  <a:lnTo>
                    <a:pt x="6570996" y="1357298"/>
                  </a:lnTo>
                  <a:lnTo>
                    <a:pt x="6542156" y="1357314"/>
                  </a:lnTo>
                  <a:lnTo>
                    <a:pt x="6527472" y="1357321"/>
                  </a:lnTo>
                  <a:lnTo>
                    <a:pt x="6522728" y="1357324"/>
                  </a:lnTo>
                  <a:lnTo>
                    <a:pt x="6522385" y="1357324"/>
                  </a:lnTo>
                  <a:lnTo>
                    <a:pt x="5527445" y="1357324"/>
                  </a:lnTo>
                  <a:lnTo>
                    <a:pt x="5526323" y="1357298"/>
                  </a:lnTo>
                  <a:lnTo>
                    <a:pt x="5518917" y="1357116"/>
                  </a:lnTo>
                  <a:lnTo>
                    <a:pt x="5500144" y="1356612"/>
                  </a:lnTo>
                  <a:lnTo>
                    <a:pt x="5466317" y="1355620"/>
                  </a:lnTo>
                  <a:lnTo>
                    <a:pt x="5415367" y="1353980"/>
                  </a:lnTo>
                  <a:lnTo>
                    <a:pt x="5346995" y="1351556"/>
                  </a:lnTo>
                  <a:lnTo>
                    <a:pt x="5262616" y="1348247"/>
                  </a:lnTo>
                  <a:lnTo>
                    <a:pt x="5165052" y="1343991"/>
                  </a:lnTo>
                  <a:lnTo>
                    <a:pt x="5058017" y="1338765"/>
                  </a:lnTo>
                  <a:lnTo>
                    <a:pt x="4945535" y="1332575"/>
                  </a:lnTo>
                  <a:lnTo>
                    <a:pt x="4831415" y="1325438"/>
                  </a:lnTo>
                  <a:lnTo>
                    <a:pt x="4718882" y="1317372"/>
                  </a:lnTo>
                  <a:lnTo>
                    <a:pt x="4610391" y="1308384"/>
                  </a:lnTo>
                  <a:lnTo>
                    <a:pt x="4507603" y="1298455"/>
                  </a:lnTo>
                  <a:lnTo>
                    <a:pt x="4411458" y="1287543"/>
                  </a:lnTo>
                  <a:lnTo>
                    <a:pt x="4322311" y="1275574"/>
                  </a:lnTo>
                  <a:lnTo>
                    <a:pt x="4240075" y="1262443"/>
                  </a:lnTo>
                  <a:lnTo>
                    <a:pt x="4164354" y="1248018"/>
                  </a:lnTo>
                  <a:lnTo>
                    <a:pt x="4094553" y="1232142"/>
                  </a:lnTo>
                  <a:lnTo>
                    <a:pt x="4029961" y="1214640"/>
                  </a:lnTo>
                  <a:lnTo>
                    <a:pt x="3969814" y="1195327"/>
                  </a:lnTo>
                  <a:lnTo>
                    <a:pt x="3913346" y="1174031"/>
                  </a:lnTo>
                  <a:lnTo>
                    <a:pt x="3859825" y="1150616"/>
                  </a:lnTo>
                  <a:lnTo>
                    <a:pt x="3820202" y="1131103"/>
                  </a:lnTo>
                  <a:lnTo>
                    <a:pt x="3765728" y="1101167"/>
                  </a:lnTo>
                  <a:lnTo>
                    <a:pt x="3712822" y="1068571"/>
                  </a:lnTo>
                  <a:lnTo>
                    <a:pt x="3660969" y="1033268"/>
                  </a:lnTo>
                  <a:lnTo>
                    <a:pt x="3609772" y="995276"/>
                  </a:lnTo>
                  <a:lnTo>
                    <a:pt x="3558936" y="954685"/>
                  </a:lnTo>
                  <a:lnTo>
                    <a:pt x="3508250" y="911670"/>
                  </a:lnTo>
                  <a:lnTo>
                    <a:pt x="3457575" y="866485"/>
                  </a:lnTo>
                  <a:lnTo>
                    <a:pt x="3406835" y="819466"/>
                  </a:lnTo>
                  <a:lnTo>
                    <a:pt x="3356003" y="771019"/>
                  </a:lnTo>
                  <a:lnTo>
                    <a:pt x="3305091" y="721611"/>
                  </a:lnTo>
                  <a:lnTo>
                    <a:pt x="3254136" y="671750"/>
                  </a:lnTo>
                  <a:lnTo>
                    <a:pt x="3203188" y="621961"/>
                  </a:lnTo>
                  <a:lnTo>
                    <a:pt x="3152295" y="572770"/>
                  </a:lnTo>
                  <a:lnTo>
                    <a:pt x="3101489" y="524674"/>
                  </a:lnTo>
                  <a:lnTo>
                    <a:pt x="3050771" y="478125"/>
                  </a:lnTo>
                  <a:lnTo>
                    <a:pt x="3000104" y="433511"/>
                  </a:lnTo>
                  <a:lnTo>
                    <a:pt x="2949393" y="391145"/>
                  </a:lnTo>
                  <a:lnTo>
                    <a:pt x="2898481" y="351260"/>
                  </a:lnTo>
                  <a:lnTo>
                    <a:pt x="2847136" y="314007"/>
                  </a:lnTo>
                  <a:lnTo>
                    <a:pt x="2795036" y="279455"/>
                  </a:lnTo>
                  <a:lnTo>
                    <a:pt x="2741754" y="247603"/>
                  </a:lnTo>
                  <a:lnTo>
                    <a:pt x="2702183" y="226220"/>
                  </a:lnTo>
                  <a:lnTo>
                    <a:pt x="2650478" y="201131"/>
                  </a:lnTo>
                  <a:lnTo>
                    <a:pt x="2596340" y="178211"/>
                  </a:lnTo>
                  <a:lnTo>
                    <a:pt x="2539093" y="157385"/>
                  </a:lnTo>
                  <a:lnTo>
                    <a:pt x="2477993" y="138505"/>
                  </a:lnTo>
                  <a:lnTo>
                    <a:pt x="2412270" y="121393"/>
                  </a:lnTo>
                  <a:lnTo>
                    <a:pt x="2341167" y="105866"/>
                  </a:lnTo>
                  <a:lnTo>
                    <a:pt x="2263995" y="91752"/>
                  </a:lnTo>
                  <a:lnTo>
                    <a:pt x="2180195" y="78898"/>
                  </a:lnTo>
                  <a:lnTo>
                    <a:pt x="2089433" y="67180"/>
                  </a:lnTo>
                  <a:lnTo>
                    <a:pt x="1991710" y="56500"/>
                  </a:lnTo>
                  <a:lnTo>
                    <a:pt x="1887503" y="46790"/>
                  </a:lnTo>
                  <a:lnTo>
                    <a:pt x="1777908" y="38015"/>
                  </a:lnTo>
                  <a:lnTo>
                    <a:pt x="1664763" y="30162"/>
                  </a:lnTo>
                  <a:lnTo>
                    <a:pt x="1550709" y="23240"/>
                  </a:lnTo>
                  <a:lnTo>
                    <a:pt x="1439127" y="17270"/>
                  </a:lnTo>
                  <a:lnTo>
                    <a:pt x="1333916" y="12268"/>
                  </a:lnTo>
                  <a:lnTo>
                    <a:pt x="1239077" y="8233"/>
                  </a:lnTo>
                  <a:lnTo>
                    <a:pt x="1158173" y="5135"/>
                  </a:lnTo>
                  <a:lnTo>
                    <a:pt x="1093741" y="2901"/>
                  </a:lnTo>
                  <a:lnTo>
                    <a:pt x="1046821" y="1423"/>
                  </a:lnTo>
                  <a:lnTo>
                    <a:pt x="1016701" y="558"/>
                  </a:lnTo>
                  <a:lnTo>
                    <a:pt x="1000921" y="143"/>
                  </a:lnTo>
                  <a:lnTo>
                    <a:pt x="995458" y="11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04" name="pl1203"/>
            <p:cNvSpPr/>
            <p:nvPr/>
          </p:nvSpPr>
          <p:spPr>
            <a:xfrm>
              <a:off x="1199187" y="5030844"/>
              <a:ext cx="12049831" cy="1357324"/>
            </a:xfrm>
            <a:custGeom>
              <a:avLst/>
              <a:pathLst>
                <a:path w="12049831" h="1357324">
                  <a:moveTo>
                    <a:pt x="0" y="0"/>
                  </a:moveTo>
                  <a:lnTo>
                    <a:pt x="994940" y="0"/>
                  </a:lnTo>
                  <a:lnTo>
                    <a:pt x="996062" y="25"/>
                  </a:lnTo>
                  <a:lnTo>
                    <a:pt x="1003468" y="207"/>
                  </a:lnTo>
                  <a:lnTo>
                    <a:pt x="1022241" y="711"/>
                  </a:lnTo>
                  <a:lnTo>
                    <a:pt x="1056068" y="1703"/>
                  </a:lnTo>
                  <a:lnTo>
                    <a:pt x="1107018" y="3343"/>
                  </a:lnTo>
                  <a:lnTo>
                    <a:pt x="1175390" y="5767"/>
                  </a:lnTo>
                  <a:lnTo>
                    <a:pt x="1259769" y="9077"/>
                  </a:lnTo>
                  <a:lnTo>
                    <a:pt x="1357333" y="13332"/>
                  </a:lnTo>
                  <a:lnTo>
                    <a:pt x="1464368" y="18558"/>
                  </a:lnTo>
                  <a:lnTo>
                    <a:pt x="1576850" y="24748"/>
                  </a:lnTo>
                  <a:lnTo>
                    <a:pt x="1690970" y="31885"/>
                  </a:lnTo>
                  <a:lnTo>
                    <a:pt x="1803503" y="39951"/>
                  </a:lnTo>
                  <a:lnTo>
                    <a:pt x="1911994" y="48939"/>
                  </a:lnTo>
                  <a:lnTo>
                    <a:pt x="2014782" y="58868"/>
                  </a:lnTo>
                  <a:lnTo>
                    <a:pt x="2110927" y="69780"/>
                  </a:lnTo>
                  <a:lnTo>
                    <a:pt x="2200074" y="81750"/>
                  </a:lnTo>
                  <a:lnTo>
                    <a:pt x="2282310" y="94881"/>
                  </a:lnTo>
                  <a:lnTo>
                    <a:pt x="2358031" y="109306"/>
                  </a:lnTo>
                  <a:lnTo>
                    <a:pt x="2427832" y="125181"/>
                  </a:lnTo>
                  <a:lnTo>
                    <a:pt x="2492424" y="142684"/>
                  </a:lnTo>
                  <a:lnTo>
                    <a:pt x="2552571" y="161996"/>
                  </a:lnTo>
                  <a:lnTo>
                    <a:pt x="2609039" y="183292"/>
                  </a:lnTo>
                  <a:lnTo>
                    <a:pt x="2662560" y="206707"/>
                  </a:lnTo>
                  <a:lnTo>
                    <a:pt x="2702183" y="226220"/>
                  </a:lnTo>
                  <a:lnTo>
                    <a:pt x="2756657" y="256157"/>
                  </a:lnTo>
                  <a:lnTo>
                    <a:pt x="2809563" y="288752"/>
                  </a:lnTo>
                  <a:lnTo>
                    <a:pt x="2861416" y="324055"/>
                  </a:lnTo>
                  <a:lnTo>
                    <a:pt x="2912613" y="362048"/>
                  </a:lnTo>
                  <a:lnTo>
                    <a:pt x="2963449" y="402638"/>
                  </a:lnTo>
                  <a:lnTo>
                    <a:pt x="3014135" y="445653"/>
                  </a:lnTo>
                  <a:lnTo>
                    <a:pt x="3064810" y="490838"/>
                  </a:lnTo>
                  <a:lnTo>
                    <a:pt x="3115550" y="537857"/>
                  </a:lnTo>
                  <a:lnTo>
                    <a:pt x="3166382" y="586304"/>
                  </a:lnTo>
                  <a:lnTo>
                    <a:pt x="3217294" y="635712"/>
                  </a:lnTo>
                  <a:lnTo>
                    <a:pt x="3268249" y="685574"/>
                  </a:lnTo>
                  <a:lnTo>
                    <a:pt x="3319197" y="735362"/>
                  </a:lnTo>
                  <a:lnTo>
                    <a:pt x="3370090" y="784553"/>
                  </a:lnTo>
                  <a:lnTo>
                    <a:pt x="3420896" y="832649"/>
                  </a:lnTo>
                  <a:lnTo>
                    <a:pt x="3471614" y="879198"/>
                  </a:lnTo>
                  <a:lnTo>
                    <a:pt x="3522281" y="923812"/>
                  </a:lnTo>
                  <a:lnTo>
                    <a:pt x="3572992" y="966178"/>
                  </a:lnTo>
                  <a:lnTo>
                    <a:pt x="3623904" y="1006063"/>
                  </a:lnTo>
                  <a:lnTo>
                    <a:pt x="3675249" y="1043317"/>
                  </a:lnTo>
                  <a:lnTo>
                    <a:pt x="3727349" y="1077868"/>
                  </a:lnTo>
                  <a:lnTo>
                    <a:pt x="3780631" y="1109720"/>
                  </a:lnTo>
                  <a:lnTo>
                    <a:pt x="3820202" y="1131103"/>
                  </a:lnTo>
                  <a:lnTo>
                    <a:pt x="3871907" y="1156193"/>
                  </a:lnTo>
                  <a:lnTo>
                    <a:pt x="3926045" y="1179112"/>
                  </a:lnTo>
                  <a:lnTo>
                    <a:pt x="3983292" y="1199938"/>
                  </a:lnTo>
                  <a:lnTo>
                    <a:pt x="4044392" y="1218818"/>
                  </a:lnTo>
                  <a:lnTo>
                    <a:pt x="4110115" y="1235930"/>
                  </a:lnTo>
                  <a:lnTo>
                    <a:pt x="4181218" y="1251457"/>
                  </a:lnTo>
                  <a:lnTo>
                    <a:pt x="4258390" y="1265571"/>
                  </a:lnTo>
                  <a:lnTo>
                    <a:pt x="4342190" y="1278425"/>
                  </a:lnTo>
                  <a:lnTo>
                    <a:pt x="4432952" y="1290143"/>
                  </a:lnTo>
                  <a:lnTo>
                    <a:pt x="4530675" y="1300823"/>
                  </a:lnTo>
                  <a:lnTo>
                    <a:pt x="4634882" y="1310533"/>
                  </a:lnTo>
                  <a:lnTo>
                    <a:pt x="4744477" y="1319309"/>
                  </a:lnTo>
                  <a:lnTo>
                    <a:pt x="4857622" y="1327162"/>
                  </a:lnTo>
                  <a:lnTo>
                    <a:pt x="4971676" y="1334083"/>
                  </a:lnTo>
                  <a:lnTo>
                    <a:pt x="5083258" y="1340053"/>
                  </a:lnTo>
                  <a:lnTo>
                    <a:pt x="5188469" y="1345055"/>
                  </a:lnTo>
                  <a:lnTo>
                    <a:pt x="5283308" y="1349090"/>
                  </a:lnTo>
                  <a:lnTo>
                    <a:pt x="5364212" y="1352189"/>
                  </a:lnTo>
                  <a:lnTo>
                    <a:pt x="5428644" y="1354422"/>
                  </a:lnTo>
                  <a:lnTo>
                    <a:pt x="5475564" y="1355900"/>
                  </a:lnTo>
                  <a:lnTo>
                    <a:pt x="5505684" y="1356765"/>
                  </a:lnTo>
                  <a:lnTo>
                    <a:pt x="5521464" y="1357180"/>
                  </a:lnTo>
                  <a:lnTo>
                    <a:pt x="5526927" y="1357312"/>
                  </a:lnTo>
                  <a:lnTo>
                    <a:pt x="5527445" y="1357324"/>
                  </a:lnTo>
                  <a:lnTo>
                    <a:pt x="6522385" y="1357324"/>
                  </a:lnTo>
                  <a:lnTo>
                    <a:pt x="6523522" y="1357323"/>
                  </a:lnTo>
                  <a:lnTo>
                    <a:pt x="6531021" y="1357320"/>
                  </a:lnTo>
                  <a:lnTo>
                    <a:pt x="6550026" y="1357310"/>
                  </a:lnTo>
                  <a:lnTo>
                    <a:pt x="6584252" y="1357290"/>
                  </a:lnTo>
                  <a:lnTo>
                    <a:pt x="6635770" y="1357258"/>
                  </a:lnTo>
                  <a:lnTo>
                    <a:pt x="6704848" y="1357211"/>
                  </a:lnTo>
                  <a:lnTo>
                    <a:pt x="6790014" y="1357146"/>
                  </a:lnTo>
                  <a:lnTo>
                    <a:pt x="6888376" y="1357063"/>
                  </a:lnTo>
                  <a:lnTo>
                    <a:pt x="6996151" y="1356961"/>
                  </a:lnTo>
                  <a:lnTo>
                    <a:pt x="7109263" y="1356840"/>
                  </a:lnTo>
                  <a:lnTo>
                    <a:pt x="7223871" y="1356701"/>
                  </a:lnTo>
                  <a:lnTo>
                    <a:pt x="7336742" y="1356544"/>
                  </a:lnTo>
                  <a:lnTo>
                    <a:pt x="7445429" y="1356369"/>
                  </a:lnTo>
                  <a:lnTo>
                    <a:pt x="7548292" y="1356175"/>
                  </a:lnTo>
                  <a:lnTo>
                    <a:pt x="7644417" y="1355962"/>
                  </a:lnTo>
                  <a:lnTo>
                    <a:pt x="7733476" y="1355729"/>
                  </a:lnTo>
                  <a:lnTo>
                    <a:pt x="7815584" y="1355472"/>
                  </a:lnTo>
                  <a:lnTo>
                    <a:pt x="7891159" y="1355191"/>
                  </a:lnTo>
                  <a:lnTo>
                    <a:pt x="7960815" y="1354880"/>
                  </a:lnTo>
                  <a:lnTo>
                    <a:pt x="8025280" y="1354538"/>
                  </a:lnTo>
                  <a:lnTo>
                    <a:pt x="8085327" y="1354160"/>
                  </a:lnTo>
                  <a:lnTo>
                    <a:pt x="8141734" y="1353744"/>
                  </a:lnTo>
                  <a:lnTo>
                    <a:pt x="8195236" y="1353286"/>
                  </a:lnTo>
                  <a:lnTo>
                    <a:pt x="8229629" y="1352957"/>
                  </a:lnTo>
                  <a:lnTo>
                    <a:pt x="8291280" y="1352297"/>
                  </a:lnTo>
                  <a:lnTo>
                    <a:pt x="8351007" y="1351572"/>
                  </a:lnTo>
                  <a:lnTo>
                    <a:pt x="8409529" y="1350779"/>
                  </a:lnTo>
                  <a:lnTo>
                    <a:pt x="8467370" y="1349920"/>
                  </a:lnTo>
                  <a:lnTo>
                    <a:pt x="8524904" y="1348999"/>
                  </a:lnTo>
                  <a:lnTo>
                    <a:pt x="8582371" y="1348021"/>
                  </a:lnTo>
                  <a:lnTo>
                    <a:pt x="8639907" y="1346996"/>
                  </a:lnTo>
                  <a:lnTo>
                    <a:pt x="8697560" y="1345936"/>
                  </a:lnTo>
                  <a:lnTo>
                    <a:pt x="8755312" y="1344852"/>
                  </a:lnTo>
                  <a:lnTo>
                    <a:pt x="8813106" y="1343760"/>
                  </a:lnTo>
                  <a:lnTo>
                    <a:pt x="8870869" y="1342674"/>
                  </a:lnTo>
                  <a:lnTo>
                    <a:pt x="8928540" y="1341608"/>
                  </a:lnTo>
                  <a:lnTo>
                    <a:pt x="8986092" y="1340577"/>
                  </a:lnTo>
                  <a:lnTo>
                    <a:pt x="9043564" y="1339592"/>
                  </a:lnTo>
                  <a:lnTo>
                    <a:pt x="9101074" y="1338662"/>
                  </a:lnTo>
                  <a:lnTo>
                    <a:pt x="9158848" y="1337793"/>
                  </a:lnTo>
                  <a:lnTo>
                    <a:pt x="9217235" y="1336990"/>
                  </a:lnTo>
                  <a:lnTo>
                    <a:pt x="9276737" y="1336254"/>
                  </a:lnTo>
                  <a:lnTo>
                    <a:pt x="9338037" y="1335585"/>
                  </a:lnTo>
                  <a:lnTo>
                    <a:pt x="9347647" y="1335488"/>
                  </a:lnTo>
                  <a:lnTo>
                    <a:pt x="9399583" y="1335001"/>
                  </a:lnTo>
                  <a:lnTo>
                    <a:pt x="9453975" y="1334557"/>
                  </a:lnTo>
                  <a:lnTo>
                    <a:pt x="9511510" y="1334154"/>
                  </a:lnTo>
                  <a:lnTo>
                    <a:pt x="9572942" y="1333788"/>
                  </a:lnTo>
                  <a:lnTo>
                    <a:pt x="9639051" y="1333457"/>
                  </a:lnTo>
                  <a:lnTo>
                    <a:pt x="9710602" y="1333157"/>
                  </a:lnTo>
                  <a:lnTo>
                    <a:pt x="9788293" y="1332884"/>
                  </a:lnTo>
                  <a:lnTo>
                    <a:pt x="9872682" y="1332635"/>
                  </a:lnTo>
                  <a:lnTo>
                    <a:pt x="9964102" y="1332409"/>
                  </a:lnTo>
                  <a:lnTo>
                    <a:pt x="10062534" y="1332203"/>
                  </a:lnTo>
                  <a:lnTo>
                    <a:pt x="10167472" y="1332015"/>
                  </a:lnTo>
                  <a:lnTo>
                    <a:pt x="10277773" y="1331846"/>
                  </a:lnTo>
                  <a:lnTo>
                    <a:pt x="10391535" y="1331695"/>
                  </a:lnTo>
                  <a:lnTo>
                    <a:pt x="10506040" y="1331562"/>
                  </a:lnTo>
                  <a:lnTo>
                    <a:pt x="10617822" y="1331447"/>
                  </a:lnTo>
                  <a:lnTo>
                    <a:pt x="10722911" y="1331351"/>
                  </a:lnTo>
                  <a:lnTo>
                    <a:pt x="10817266" y="1331274"/>
                  </a:lnTo>
                  <a:lnTo>
                    <a:pt x="10897333" y="1331216"/>
                  </a:lnTo>
                  <a:lnTo>
                    <a:pt x="10960643" y="1331174"/>
                  </a:lnTo>
                  <a:lnTo>
                    <a:pt x="11006280" y="1331146"/>
                  </a:lnTo>
                  <a:lnTo>
                    <a:pt x="11035120" y="1331130"/>
                  </a:lnTo>
                  <a:lnTo>
                    <a:pt x="11049805" y="1331123"/>
                  </a:lnTo>
                  <a:lnTo>
                    <a:pt x="11054548" y="1331121"/>
                  </a:lnTo>
                  <a:lnTo>
                    <a:pt x="11054891" y="1331121"/>
                  </a:lnTo>
                  <a:lnTo>
                    <a:pt x="12049831" y="1331121"/>
                  </a:lnTo>
                  <a:lnTo>
                    <a:pt x="12049831" y="13311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5" name="pl1204"/>
            <p:cNvSpPr/>
            <p:nvPr/>
          </p:nvSpPr>
          <p:spPr>
            <a:xfrm>
              <a:off x="1199187" y="5025603"/>
              <a:ext cx="12049831" cy="1357324"/>
            </a:xfrm>
            <a:custGeom>
              <a:avLst/>
              <a:pathLst>
                <a:path w="12049831" h="1357324">
                  <a:moveTo>
                    <a:pt x="12049831" y="1331121"/>
                  </a:moveTo>
                  <a:lnTo>
                    <a:pt x="11054891" y="1331121"/>
                  </a:lnTo>
                  <a:lnTo>
                    <a:pt x="11053755" y="1331121"/>
                  </a:lnTo>
                  <a:lnTo>
                    <a:pt x="11046255" y="1331125"/>
                  </a:lnTo>
                  <a:lnTo>
                    <a:pt x="11027250" y="1331134"/>
                  </a:lnTo>
                  <a:lnTo>
                    <a:pt x="10993024" y="1331154"/>
                  </a:lnTo>
                  <a:lnTo>
                    <a:pt x="10941506" y="1331186"/>
                  </a:lnTo>
                  <a:lnTo>
                    <a:pt x="10872428" y="1331233"/>
                  </a:lnTo>
                  <a:lnTo>
                    <a:pt x="10787263" y="1331298"/>
                  </a:lnTo>
                  <a:lnTo>
                    <a:pt x="10688901" y="1331381"/>
                  </a:lnTo>
                  <a:lnTo>
                    <a:pt x="10581126" y="1331483"/>
                  </a:lnTo>
                  <a:lnTo>
                    <a:pt x="10468014" y="1331604"/>
                  </a:lnTo>
                  <a:lnTo>
                    <a:pt x="10353405" y="1331743"/>
                  </a:lnTo>
                  <a:lnTo>
                    <a:pt x="10240534" y="1331900"/>
                  </a:lnTo>
                  <a:lnTo>
                    <a:pt x="10131848" y="1332076"/>
                  </a:lnTo>
                  <a:lnTo>
                    <a:pt x="10028985" y="1332269"/>
                  </a:lnTo>
                  <a:lnTo>
                    <a:pt x="9932860" y="1332482"/>
                  </a:lnTo>
                  <a:lnTo>
                    <a:pt x="9843800" y="1332716"/>
                  </a:lnTo>
                  <a:lnTo>
                    <a:pt x="9761692" y="1332972"/>
                  </a:lnTo>
                  <a:lnTo>
                    <a:pt x="9686117" y="1333254"/>
                  </a:lnTo>
                  <a:lnTo>
                    <a:pt x="9616461" y="1333564"/>
                  </a:lnTo>
                  <a:lnTo>
                    <a:pt x="9551997" y="1333906"/>
                  </a:lnTo>
                  <a:lnTo>
                    <a:pt x="9491949" y="1334284"/>
                  </a:lnTo>
                  <a:lnTo>
                    <a:pt x="9435543" y="1334701"/>
                  </a:lnTo>
                  <a:lnTo>
                    <a:pt x="9382040" y="1335159"/>
                  </a:lnTo>
                  <a:lnTo>
                    <a:pt x="9347647" y="1335488"/>
                  </a:lnTo>
                  <a:lnTo>
                    <a:pt x="9285997" y="1336147"/>
                  </a:lnTo>
                  <a:lnTo>
                    <a:pt x="9226269" y="1336873"/>
                  </a:lnTo>
                  <a:lnTo>
                    <a:pt x="9167748" y="1337665"/>
                  </a:lnTo>
                  <a:lnTo>
                    <a:pt x="9109906" y="1338524"/>
                  </a:lnTo>
                  <a:lnTo>
                    <a:pt x="9052373" y="1339446"/>
                  </a:lnTo>
                  <a:lnTo>
                    <a:pt x="8994906" y="1340423"/>
                  </a:lnTo>
                  <a:lnTo>
                    <a:pt x="8937370" y="1341448"/>
                  </a:lnTo>
                  <a:lnTo>
                    <a:pt x="8879717" y="1342509"/>
                  </a:lnTo>
                  <a:lnTo>
                    <a:pt x="8821965" y="1343592"/>
                  </a:lnTo>
                  <a:lnTo>
                    <a:pt x="8764170" y="1344685"/>
                  </a:lnTo>
                  <a:lnTo>
                    <a:pt x="8706407" y="1345771"/>
                  </a:lnTo>
                  <a:lnTo>
                    <a:pt x="8648737" y="1346836"/>
                  </a:lnTo>
                  <a:lnTo>
                    <a:pt x="8591184" y="1347867"/>
                  </a:lnTo>
                  <a:lnTo>
                    <a:pt x="8533713" y="1348852"/>
                  </a:lnTo>
                  <a:lnTo>
                    <a:pt x="8476202" y="1349783"/>
                  </a:lnTo>
                  <a:lnTo>
                    <a:pt x="8418429" y="1350651"/>
                  </a:lnTo>
                  <a:lnTo>
                    <a:pt x="8360041" y="1351454"/>
                  </a:lnTo>
                  <a:lnTo>
                    <a:pt x="8300540" y="1352190"/>
                  </a:lnTo>
                  <a:lnTo>
                    <a:pt x="8239240" y="1352860"/>
                  </a:lnTo>
                  <a:lnTo>
                    <a:pt x="8229629" y="1352957"/>
                  </a:lnTo>
                  <a:lnTo>
                    <a:pt x="8177694" y="1353443"/>
                  </a:lnTo>
                  <a:lnTo>
                    <a:pt x="8123301" y="1353887"/>
                  </a:lnTo>
                  <a:lnTo>
                    <a:pt x="8065766" y="1354290"/>
                  </a:lnTo>
                  <a:lnTo>
                    <a:pt x="8004335" y="1354656"/>
                  </a:lnTo>
                  <a:lnTo>
                    <a:pt x="7938226" y="1354987"/>
                  </a:lnTo>
                  <a:lnTo>
                    <a:pt x="7866674" y="1355287"/>
                  </a:lnTo>
                  <a:lnTo>
                    <a:pt x="7788984" y="1355560"/>
                  </a:lnTo>
                  <a:lnTo>
                    <a:pt x="7704594" y="1355809"/>
                  </a:lnTo>
                  <a:lnTo>
                    <a:pt x="7613174" y="1356035"/>
                  </a:lnTo>
                  <a:lnTo>
                    <a:pt x="7514743" y="1356242"/>
                  </a:lnTo>
                  <a:lnTo>
                    <a:pt x="7409805" y="1356429"/>
                  </a:lnTo>
                  <a:lnTo>
                    <a:pt x="7299504" y="1356598"/>
                  </a:lnTo>
                  <a:lnTo>
                    <a:pt x="7185741" y="1356750"/>
                  </a:lnTo>
                  <a:lnTo>
                    <a:pt x="7071237" y="1356883"/>
                  </a:lnTo>
                  <a:lnTo>
                    <a:pt x="6959455" y="1356997"/>
                  </a:lnTo>
                  <a:lnTo>
                    <a:pt x="6854365" y="1357093"/>
                  </a:lnTo>
                  <a:lnTo>
                    <a:pt x="6760011" y="1357170"/>
                  </a:lnTo>
                  <a:lnTo>
                    <a:pt x="6679944" y="1357229"/>
                  </a:lnTo>
                  <a:lnTo>
                    <a:pt x="6616634" y="1357271"/>
                  </a:lnTo>
                  <a:lnTo>
                    <a:pt x="6570996" y="1357298"/>
                  </a:lnTo>
                  <a:lnTo>
                    <a:pt x="6542156" y="1357314"/>
                  </a:lnTo>
                  <a:lnTo>
                    <a:pt x="6527472" y="1357321"/>
                  </a:lnTo>
                  <a:lnTo>
                    <a:pt x="6522728" y="1357324"/>
                  </a:lnTo>
                  <a:lnTo>
                    <a:pt x="6522385" y="1357324"/>
                  </a:lnTo>
                  <a:lnTo>
                    <a:pt x="5527445" y="1357324"/>
                  </a:lnTo>
                  <a:lnTo>
                    <a:pt x="5526323" y="1357298"/>
                  </a:lnTo>
                  <a:lnTo>
                    <a:pt x="5518917" y="1357116"/>
                  </a:lnTo>
                  <a:lnTo>
                    <a:pt x="5500144" y="1356612"/>
                  </a:lnTo>
                  <a:lnTo>
                    <a:pt x="5466317" y="1355620"/>
                  </a:lnTo>
                  <a:lnTo>
                    <a:pt x="5415367" y="1353980"/>
                  </a:lnTo>
                  <a:lnTo>
                    <a:pt x="5346995" y="1351556"/>
                  </a:lnTo>
                  <a:lnTo>
                    <a:pt x="5262616" y="1348247"/>
                  </a:lnTo>
                  <a:lnTo>
                    <a:pt x="5165052" y="1343991"/>
                  </a:lnTo>
                  <a:lnTo>
                    <a:pt x="5058017" y="1338765"/>
                  </a:lnTo>
                  <a:lnTo>
                    <a:pt x="4945535" y="1332575"/>
                  </a:lnTo>
                  <a:lnTo>
                    <a:pt x="4831415" y="1325438"/>
                  </a:lnTo>
                  <a:lnTo>
                    <a:pt x="4718882" y="1317372"/>
                  </a:lnTo>
                  <a:lnTo>
                    <a:pt x="4610391" y="1308384"/>
                  </a:lnTo>
                  <a:lnTo>
                    <a:pt x="4507603" y="1298455"/>
                  </a:lnTo>
                  <a:lnTo>
                    <a:pt x="4411458" y="1287543"/>
                  </a:lnTo>
                  <a:lnTo>
                    <a:pt x="4322311" y="1275574"/>
                  </a:lnTo>
                  <a:lnTo>
                    <a:pt x="4240075" y="1262443"/>
                  </a:lnTo>
                  <a:lnTo>
                    <a:pt x="4164354" y="1248018"/>
                  </a:lnTo>
                  <a:lnTo>
                    <a:pt x="4094553" y="1232142"/>
                  </a:lnTo>
                  <a:lnTo>
                    <a:pt x="4029961" y="1214640"/>
                  </a:lnTo>
                  <a:lnTo>
                    <a:pt x="3969814" y="1195327"/>
                  </a:lnTo>
                  <a:lnTo>
                    <a:pt x="3913346" y="1174031"/>
                  </a:lnTo>
                  <a:lnTo>
                    <a:pt x="3859825" y="1150616"/>
                  </a:lnTo>
                  <a:lnTo>
                    <a:pt x="3820202" y="1131103"/>
                  </a:lnTo>
                  <a:lnTo>
                    <a:pt x="3765728" y="1101167"/>
                  </a:lnTo>
                  <a:lnTo>
                    <a:pt x="3712822" y="1068571"/>
                  </a:lnTo>
                  <a:lnTo>
                    <a:pt x="3660969" y="1033268"/>
                  </a:lnTo>
                  <a:lnTo>
                    <a:pt x="3609772" y="995276"/>
                  </a:lnTo>
                  <a:lnTo>
                    <a:pt x="3558936" y="954685"/>
                  </a:lnTo>
                  <a:lnTo>
                    <a:pt x="3508250" y="911670"/>
                  </a:lnTo>
                  <a:lnTo>
                    <a:pt x="3457575" y="866485"/>
                  </a:lnTo>
                  <a:lnTo>
                    <a:pt x="3406835" y="819466"/>
                  </a:lnTo>
                  <a:lnTo>
                    <a:pt x="3356003" y="771019"/>
                  </a:lnTo>
                  <a:lnTo>
                    <a:pt x="3305091" y="721611"/>
                  </a:lnTo>
                  <a:lnTo>
                    <a:pt x="3254136" y="671750"/>
                  </a:lnTo>
                  <a:lnTo>
                    <a:pt x="3203188" y="621961"/>
                  </a:lnTo>
                  <a:lnTo>
                    <a:pt x="3152295" y="572770"/>
                  </a:lnTo>
                  <a:lnTo>
                    <a:pt x="3101489" y="524674"/>
                  </a:lnTo>
                  <a:lnTo>
                    <a:pt x="3050771" y="478125"/>
                  </a:lnTo>
                  <a:lnTo>
                    <a:pt x="3000104" y="433511"/>
                  </a:lnTo>
                  <a:lnTo>
                    <a:pt x="2949393" y="391145"/>
                  </a:lnTo>
                  <a:lnTo>
                    <a:pt x="2898481" y="351260"/>
                  </a:lnTo>
                  <a:lnTo>
                    <a:pt x="2847136" y="314007"/>
                  </a:lnTo>
                  <a:lnTo>
                    <a:pt x="2795036" y="279455"/>
                  </a:lnTo>
                  <a:lnTo>
                    <a:pt x="2741754" y="247603"/>
                  </a:lnTo>
                  <a:lnTo>
                    <a:pt x="2702183" y="226220"/>
                  </a:lnTo>
                  <a:lnTo>
                    <a:pt x="2650478" y="201131"/>
                  </a:lnTo>
                  <a:lnTo>
                    <a:pt x="2596340" y="178211"/>
                  </a:lnTo>
                  <a:lnTo>
                    <a:pt x="2539093" y="157385"/>
                  </a:lnTo>
                  <a:lnTo>
                    <a:pt x="2477993" y="138505"/>
                  </a:lnTo>
                  <a:lnTo>
                    <a:pt x="2412270" y="121393"/>
                  </a:lnTo>
                  <a:lnTo>
                    <a:pt x="2341167" y="105866"/>
                  </a:lnTo>
                  <a:lnTo>
                    <a:pt x="2263995" y="91752"/>
                  </a:lnTo>
                  <a:lnTo>
                    <a:pt x="2180195" y="78898"/>
                  </a:lnTo>
                  <a:lnTo>
                    <a:pt x="2089433" y="67180"/>
                  </a:lnTo>
                  <a:lnTo>
                    <a:pt x="1991710" y="56500"/>
                  </a:lnTo>
                  <a:lnTo>
                    <a:pt x="1887503" y="46790"/>
                  </a:lnTo>
                  <a:lnTo>
                    <a:pt x="1777908" y="38015"/>
                  </a:lnTo>
                  <a:lnTo>
                    <a:pt x="1664763" y="30162"/>
                  </a:lnTo>
                  <a:lnTo>
                    <a:pt x="1550709" y="23240"/>
                  </a:lnTo>
                  <a:lnTo>
                    <a:pt x="1439127" y="17270"/>
                  </a:lnTo>
                  <a:lnTo>
                    <a:pt x="1333916" y="12268"/>
                  </a:lnTo>
                  <a:lnTo>
                    <a:pt x="1239077" y="8233"/>
                  </a:lnTo>
                  <a:lnTo>
                    <a:pt x="1158173" y="5135"/>
                  </a:lnTo>
                  <a:lnTo>
                    <a:pt x="1093741" y="2901"/>
                  </a:lnTo>
                  <a:lnTo>
                    <a:pt x="1046821" y="1423"/>
                  </a:lnTo>
                  <a:lnTo>
                    <a:pt x="1016701" y="558"/>
                  </a:lnTo>
                  <a:lnTo>
                    <a:pt x="1000921" y="143"/>
                  </a:lnTo>
                  <a:lnTo>
                    <a:pt x="995458" y="11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6" name="pg1205"/>
            <p:cNvSpPr/>
            <p:nvPr/>
          </p:nvSpPr>
          <p:spPr>
            <a:xfrm>
              <a:off x="1199187" y="3966995"/>
              <a:ext cx="12049831" cy="896148"/>
            </a:xfrm>
            <a:custGeom>
              <a:avLst/>
              <a:pathLst>
                <a:path w="12049831" h="896148">
                  <a:moveTo>
                    <a:pt x="0" y="896148"/>
                  </a:moveTo>
                  <a:lnTo>
                    <a:pt x="994940" y="896148"/>
                  </a:lnTo>
                  <a:lnTo>
                    <a:pt x="996072" y="896135"/>
                  </a:lnTo>
                  <a:lnTo>
                    <a:pt x="1003547" y="896040"/>
                  </a:lnTo>
                  <a:lnTo>
                    <a:pt x="1022490" y="895779"/>
                  </a:lnTo>
                  <a:lnTo>
                    <a:pt x="1056610" y="895265"/>
                  </a:lnTo>
                  <a:lnTo>
                    <a:pt x="1107977" y="894414"/>
                  </a:lnTo>
                  <a:lnTo>
                    <a:pt x="1176867" y="893158"/>
                  </a:lnTo>
                  <a:lnTo>
                    <a:pt x="1261823" y="891443"/>
                  </a:lnTo>
                  <a:lnTo>
                    <a:pt x="1359974" y="889239"/>
                  </a:lnTo>
                  <a:lnTo>
                    <a:pt x="1467553" y="886533"/>
                  </a:lnTo>
                  <a:lnTo>
                    <a:pt x="1580498" y="883329"/>
                  </a:lnTo>
                  <a:lnTo>
                    <a:pt x="1694977" y="879636"/>
                  </a:lnTo>
                  <a:lnTo>
                    <a:pt x="1807759" y="875464"/>
                  </a:lnTo>
                  <a:lnTo>
                    <a:pt x="1916394" y="870814"/>
                  </a:lnTo>
                  <a:lnTo>
                    <a:pt x="2019238" y="865678"/>
                  </a:lnTo>
                  <a:lnTo>
                    <a:pt x="2115369" y="860032"/>
                  </a:lnTo>
                  <a:lnTo>
                    <a:pt x="2204452" y="853838"/>
                  </a:lnTo>
                  <a:lnTo>
                    <a:pt x="2286594" y="847040"/>
                  </a:lnTo>
                  <a:lnTo>
                    <a:pt x="2362208" y="839569"/>
                  </a:lnTo>
                  <a:lnTo>
                    <a:pt x="2431903" y="831343"/>
                  </a:lnTo>
                  <a:lnTo>
                    <a:pt x="2496401" y="822272"/>
                  </a:lnTo>
                  <a:lnTo>
                    <a:pt x="2556474" y="812258"/>
                  </a:lnTo>
                  <a:lnTo>
                    <a:pt x="2612897" y="801214"/>
                  </a:lnTo>
                  <a:lnTo>
                    <a:pt x="2666404" y="789071"/>
                  </a:lnTo>
                  <a:lnTo>
                    <a:pt x="2702183" y="779981"/>
                  </a:lnTo>
                  <a:lnTo>
                    <a:pt x="2761471" y="763159"/>
                  </a:lnTo>
                  <a:lnTo>
                    <a:pt x="2818955" y="744711"/>
                  </a:lnTo>
                  <a:lnTo>
                    <a:pt x="2875281" y="724612"/>
                  </a:lnTo>
                  <a:lnTo>
                    <a:pt x="2930931" y="702882"/>
                  </a:lnTo>
                  <a:lnTo>
                    <a:pt x="2986252" y="679601"/>
                  </a:lnTo>
                  <a:lnTo>
                    <a:pt x="3041477" y="654905"/>
                  </a:lnTo>
                  <a:lnTo>
                    <a:pt x="3096745" y="628991"/>
                  </a:lnTo>
                  <a:lnTo>
                    <a:pt x="3152116" y="602111"/>
                  </a:lnTo>
                  <a:lnTo>
                    <a:pt x="3207590" y="574561"/>
                  </a:lnTo>
                  <a:lnTo>
                    <a:pt x="3263124" y="546674"/>
                  </a:lnTo>
                  <a:lnTo>
                    <a:pt x="3318655" y="518800"/>
                  </a:lnTo>
                  <a:lnTo>
                    <a:pt x="3374123" y="491286"/>
                  </a:lnTo>
                  <a:lnTo>
                    <a:pt x="3429486" y="464464"/>
                  </a:lnTo>
                  <a:lnTo>
                    <a:pt x="3484749" y="438627"/>
                  </a:lnTo>
                  <a:lnTo>
                    <a:pt x="3539975" y="414024"/>
                  </a:lnTo>
                  <a:lnTo>
                    <a:pt x="3595310" y="390847"/>
                  </a:lnTo>
                  <a:lnTo>
                    <a:pt x="3650995" y="369229"/>
                  </a:lnTo>
                  <a:lnTo>
                    <a:pt x="3707384" y="349244"/>
                  </a:lnTo>
                  <a:lnTo>
                    <a:pt x="3764970" y="330911"/>
                  </a:lnTo>
                  <a:lnTo>
                    <a:pt x="3820202" y="315311"/>
                  </a:lnTo>
                  <a:lnTo>
                    <a:pt x="3872076" y="302388"/>
                  </a:lnTo>
                  <a:lnTo>
                    <a:pt x="3926401" y="290586"/>
                  </a:lnTo>
                  <a:lnTo>
                    <a:pt x="3983859" y="279866"/>
                  </a:lnTo>
                  <a:lnTo>
                    <a:pt x="4045203" y="270150"/>
                  </a:lnTo>
                  <a:lnTo>
                    <a:pt x="4111209" y="261347"/>
                  </a:lnTo>
                  <a:lnTo>
                    <a:pt x="4182641" y="253362"/>
                  </a:lnTo>
                  <a:lnTo>
                    <a:pt x="4260194" y="246105"/>
                  </a:lnTo>
                  <a:lnTo>
                    <a:pt x="4344427" y="239498"/>
                  </a:lnTo>
                  <a:lnTo>
                    <a:pt x="4435672" y="233476"/>
                  </a:lnTo>
                  <a:lnTo>
                    <a:pt x="4533915" y="227990"/>
                  </a:lnTo>
                  <a:lnTo>
                    <a:pt x="4638659" y="223005"/>
                  </a:lnTo>
                  <a:lnTo>
                    <a:pt x="4748773" y="218501"/>
                  </a:lnTo>
                  <a:lnTo>
                    <a:pt x="4862372" y="214475"/>
                  </a:lnTo>
                  <a:lnTo>
                    <a:pt x="4976758" y="210930"/>
                  </a:lnTo>
                  <a:lnTo>
                    <a:pt x="5088488" y="207878"/>
                  </a:lnTo>
                  <a:lnTo>
                    <a:pt x="5193613" y="205326"/>
                  </a:lnTo>
                  <a:lnTo>
                    <a:pt x="5288098" y="203273"/>
                  </a:lnTo>
                  <a:lnTo>
                    <a:pt x="5368390" y="201703"/>
                  </a:lnTo>
                  <a:lnTo>
                    <a:pt x="5432000" y="200577"/>
                  </a:lnTo>
                  <a:lnTo>
                    <a:pt x="5477979" y="199838"/>
                  </a:lnTo>
                  <a:lnTo>
                    <a:pt x="5507158" y="199410"/>
                  </a:lnTo>
                  <a:lnTo>
                    <a:pt x="5522130" y="199209"/>
                  </a:lnTo>
                  <a:lnTo>
                    <a:pt x="5527060" y="199148"/>
                  </a:lnTo>
                  <a:lnTo>
                    <a:pt x="5527445" y="199144"/>
                  </a:lnTo>
                  <a:lnTo>
                    <a:pt x="6522385" y="199144"/>
                  </a:lnTo>
                  <a:lnTo>
                    <a:pt x="6523522" y="199140"/>
                  </a:lnTo>
                  <a:lnTo>
                    <a:pt x="6531019" y="199114"/>
                  </a:lnTo>
                  <a:lnTo>
                    <a:pt x="6550019" y="199041"/>
                  </a:lnTo>
                  <a:lnTo>
                    <a:pt x="6584237" y="198897"/>
                  </a:lnTo>
                  <a:lnTo>
                    <a:pt x="6635744" y="198660"/>
                  </a:lnTo>
                  <a:lnTo>
                    <a:pt x="6704807" y="198309"/>
                  </a:lnTo>
                  <a:lnTo>
                    <a:pt x="6789957" y="197831"/>
                  </a:lnTo>
                  <a:lnTo>
                    <a:pt x="6888303" y="197216"/>
                  </a:lnTo>
                  <a:lnTo>
                    <a:pt x="6996063" y="196461"/>
                  </a:lnTo>
                  <a:lnTo>
                    <a:pt x="7109162" y="195567"/>
                  </a:lnTo>
                  <a:lnTo>
                    <a:pt x="7223761" y="194537"/>
                  </a:lnTo>
                  <a:lnTo>
                    <a:pt x="7336625" y="193374"/>
                  </a:lnTo>
                  <a:lnTo>
                    <a:pt x="7445308" y="192077"/>
                  </a:lnTo>
                  <a:lnTo>
                    <a:pt x="7548169" y="190645"/>
                  </a:lnTo>
                  <a:lnTo>
                    <a:pt x="7644294" y="189070"/>
                  </a:lnTo>
                  <a:lnTo>
                    <a:pt x="7733356" y="187342"/>
                  </a:lnTo>
                  <a:lnTo>
                    <a:pt x="7815467" y="185446"/>
                  </a:lnTo>
                  <a:lnTo>
                    <a:pt x="7891044" y="183362"/>
                  </a:lnTo>
                  <a:lnTo>
                    <a:pt x="7960704" y="181067"/>
                  </a:lnTo>
                  <a:lnTo>
                    <a:pt x="8025170" y="178535"/>
                  </a:lnTo>
                  <a:lnTo>
                    <a:pt x="8085220" y="175740"/>
                  </a:lnTo>
                  <a:lnTo>
                    <a:pt x="8141628" y="172658"/>
                  </a:lnTo>
                  <a:lnTo>
                    <a:pt x="8195130" y="169269"/>
                  </a:lnTo>
                  <a:lnTo>
                    <a:pt x="8229629" y="166826"/>
                  </a:lnTo>
                  <a:lnTo>
                    <a:pt x="8291083" y="161964"/>
                  </a:lnTo>
                  <a:lnTo>
                    <a:pt x="8350623" y="156615"/>
                  </a:lnTo>
                  <a:lnTo>
                    <a:pt x="8408962" y="150771"/>
                  </a:lnTo>
                  <a:lnTo>
                    <a:pt x="8466620" y="144441"/>
                  </a:lnTo>
                  <a:lnTo>
                    <a:pt x="8523969" y="137652"/>
                  </a:lnTo>
                  <a:lnTo>
                    <a:pt x="8581249" y="130449"/>
                  </a:lnTo>
                  <a:lnTo>
                    <a:pt x="8638595" y="122898"/>
                  </a:lnTo>
                  <a:lnTo>
                    <a:pt x="8696057" y="115079"/>
                  </a:lnTo>
                  <a:lnTo>
                    <a:pt x="8753620" y="107089"/>
                  </a:lnTo>
                  <a:lnTo>
                    <a:pt x="8811226" y="99032"/>
                  </a:lnTo>
                  <a:lnTo>
                    <a:pt x="8868803" y="91018"/>
                  </a:lnTo>
                  <a:lnTo>
                    <a:pt x="8926290" y="83154"/>
                  </a:lnTo>
                  <a:lnTo>
                    <a:pt x="8983660" y="75537"/>
                  </a:lnTo>
                  <a:lnTo>
                    <a:pt x="9040946" y="68253"/>
                  </a:lnTo>
                  <a:lnTo>
                    <a:pt x="9098264" y="61370"/>
                  </a:lnTo>
                  <a:lnTo>
                    <a:pt x="9155829" y="54939"/>
                  </a:lnTo>
                  <a:lnTo>
                    <a:pt x="9213982" y="48989"/>
                  </a:lnTo>
                  <a:lnTo>
                    <a:pt x="9273210" y="43533"/>
                  </a:lnTo>
                  <a:lnTo>
                    <a:pt x="9334179" y="38566"/>
                  </a:lnTo>
                  <a:lnTo>
                    <a:pt x="9347647" y="37557"/>
                  </a:lnTo>
                  <a:lnTo>
                    <a:pt x="9399578" y="33959"/>
                  </a:lnTo>
                  <a:lnTo>
                    <a:pt x="9453965" y="30672"/>
                  </a:lnTo>
                  <a:lnTo>
                    <a:pt x="9511495" y="27688"/>
                  </a:lnTo>
                  <a:lnTo>
                    <a:pt x="9572920" y="24983"/>
                  </a:lnTo>
                  <a:lnTo>
                    <a:pt x="9639021" y="22532"/>
                  </a:lnTo>
                  <a:lnTo>
                    <a:pt x="9710563" y="20310"/>
                  </a:lnTo>
                  <a:lnTo>
                    <a:pt x="9788243" y="18290"/>
                  </a:lnTo>
                  <a:lnTo>
                    <a:pt x="9872621" y="16452"/>
                  </a:lnTo>
                  <a:lnTo>
                    <a:pt x="9964027" y="14776"/>
                  </a:lnTo>
                  <a:lnTo>
                    <a:pt x="10062444" y="13250"/>
                  </a:lnTo>
                  <a:lnTo>
                    <a:pt x="10167367" y="11863"/>
                  </a:lnTo>
                  <a:lnTo>
                    <a:pt x="10277654" y="10610"/>
                  </a:lnTo>
                  <a:lnTo>
                    <a:pt x="10391404" y="9491"/>
                  </a:lnTo>
                  <a:lnTo>
                    <a:pt x="10505900" y="8505"/>
                  </a:lnTo>
                  <a:lnTo>
                    <a:pt x="10617678" y="7657"/>
                  </a:lnTo>
                  <a:lnTo>
                    <a:pt x="10722770" y="6949"/>
                  </a:lnTo>
                  <a:lnTo>
                    <a:pt x="10817135" y="6380"/>
                  </a:lnTo>
                  <a:lnTo>
                    <a:pt x="10897219" y="5945"/>
                  </a:lnTo>
                  <a:lnTo>
                    <a:pt x="10960552" y="5634"/>
                  </a:lnTo>
                  <a:lnTo>
                    <a:pt x="11006215" y="5430"/>
                  </a:lnTo>
                  <a:lnTo>
                    <a:pt x="11035081" y="5312"/>
                  </a:lnTo>
                  <a:lnTo>
                    <a:pt x="11049788" y="5258"/>
                  </a:lnTo>
                  <a:lnTo>
                    <a:pt x="11054545" y="524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3"/>
                  </a:lnTo>
                  <a:lnTo>
                    <a:pt x="11046257" y="30"/>
                  </a:lnTo>
                  <a:lnTo>
                    <a:pt x="11027257" y="102"/>
                  </a:lnTo>
                  <a:lnTo>
                    <a:pt x="10993039" y="246"/>
                  </a:lnTo>
                  <a:lnTo>
                    <a:pt x="10941533" y="483"/>
                  </a:lnTo>
                  <a:lnTo>
                    <a:pt x="10872469" y="834"/>
                  </a:lnTo>
                  <a:lnTo>
                    <a:pt x="10787320" y="1312"/>
                  </a:lnTo>
                  <a:lnTo>
                    <a:pt x="10688974" y="1927"/>
                  </a:lnTo>
                  <a:lnTo>
                    <a:pt x="10581214" y="2682"/>
                  </a:lnTo>
                  <a:lnTo>
                    <a:pt x="10468115" y="3576"/>
                  </a:lnTo>
                  <a:lnTo>
                    <a:pt x="10353516" y="4606"/>
                  </a:lnTo>
                  <a:lnTo>
                    <a:pt x="10240651" y="5769"/>
                  </a:lnTo>
                  <a:lnTo>
                    <a:pt x="10131969" y="7066"/>
                  </a:lnTo>
                  <a:lnTo>
                    <a:pt x="10029108" y="8498"/>
                  </a:lnTo>
                  <a:lnTo>
                    <a:pt x="9932982" y="10073"/>
                  </a:lnTo>
                  <a:lnTo>
                    <a:pt x="9843920" y="11801"/>
                  </a:lnTo>
                  <a:lnTo>
                    <a:pt x="9761810" y="13697"/>
                  </a:lnTo>
                  <a:lnTo>
                    <a:pt x="9686232" y="15781"/>
                  </a:lnTo>
                  <a:lnTo>
                    <a:pt x="9616573" y="18076"/>
                  </a:lnTo>
                  <a:lnTo>
                    <a:pt x="9552106" y="20608"/>
                  </a:lnTo>
                  <a:lnTo>
                    <a:pt x="9492057" y="23403"/>
                  </a:lnTo>
                  <a:lnTo>
                    <a:pt x="9435649" y="26485"/>
                  </a:lnTo>
                  <a:lnTo>
                    <a:pt x="9382146" y="29875"/>
                  </a:lnTo>
                  <a:lnTo>
                    <a:pt x="9347647" y="32317"/>
                  </a:lnTo>
                  <a:lnTo>
                    <a:pt x="9286194" y="37179"/>
                  </a:lnTo>
                  <a:lnTo>
                    <a:pt x="9226653" y="42529"/>
                  </a:lnTo>
                  <a:lnTo>
                    <a:pt x="9168315" y="48372"/>
                  </a:lnTo>
                  <a:lnTo>
                    <a:pt x="9110656" y="54702"/>
                  </a:lnTo>
                  <a:lnTo>
                    <a:pt x="9053308" y="61491"/>
                  </a:lnTo>
                  <a:lnTo>
                    <a:pt x="8996028" y="68694"/>
                  </a:lnTo>
                  <a:lnTo>
                    <a:pt x="8938681" y="76245"/>
                  </a:lnTo>
                  <a:lnTo>
                    <a:pt x="8881219" y="84064"/>
                  </a:lnTo>
                  <a:lnTo>
                    <a:pt x="8823657" y="92055"/>
                  </a:lnTo>
                  <a:lnTo>
                    <a:pt x="8766051" y="100111"/>
                  </a:lnTo>
                  <a:lnTo>
                    <a:pt x="8708473" y="108125"/>
                  </a:lnTo>
                  <a:lnTo>
                    <a:pt x="8650986" y="115989"/>
                  </a:lnTo>
                  <a:lnTo>
                    <a:pt x="8593616" y="123606"/>
                  </a:lnTo>
                  <a:lnTo>
                    <a:pt x="8536330" y="130890"/>
                  </a:lnTo>
                  <a:lnTo>
                    <a:pt x="8479013" y="137773"/>
                  </a:lnTo>
                  <a:lnTo>
                    <a:pt x="8421448" y="144205"/>
                  </a:lnTo>
                  <a:lnTo>
                    <a:pt x="8363295" y="150155"/>
                  </a:lnTo>
                  <a:lnTo>
                    <a:pt x="8304067" y="155611"/>
                  </a:lnTo>
                  <a:lnTo>
                    <a:pt x="8243097" y="160577"/>
                  </a:lnTo>
                  <a:lnTo>
                    <a:pt x="8229629" y="161586"/>
                  </a:lnTo>
                  <a:lnTo>
                    <a:pt x="8177698" y="165185"/>
                  </a:lnTo>
                  <a:lnTo>
                    <a:pt x="8123311" y="168471"/>
                  </a:lnTo>
                  <a:lnTo>
                    <a:pt x="8065782" y="171456"/>
                  </a:lnTo>
                  <a:lnTo>
                    <a:pt x="8004357" y="174160"/>
                  </a:lnTo>
                  <a:lnTo>
                    <a:pt x="7938256" y="176611"/>
                  </a:lnTo>
                  <a:lnTo>
                    <a:pt x="7866714" y="178833"/>
                  </a:lnTo>
                  <a:lnTo>
                    <a:pt x="7789034" y="180853"/>
                  </a:lnTo>
                  <a:lnTo>
                    <a:pt x="7704656" y="182691"/>
                  </a:lnTo>
                  <a:lnTo>
                    <a:pt x="7613250" y="184367"/>
                  </a:lnTo>
                  <a:lnTo>
                    <a:pt x="7514832" y="185894"/>
                  </a:lnTo>
                  <a:lnTo>
                    <a:pt x="7409909" y="187280"/>
                  </a:lnTo>
                  <a:lnTo>
                    <a:pt x="7299622" y="188533"/>
                  </a:lnTo>
                  <a:lnTo>
                    <a:pt x="7185872" y="189653"/>
                  </a:lnTo>
                  <a:lnTo>
                    <a:pt x="7071377" y="190638"/>
                  </a:lnTo>
                  <a:lnTo>
                    <a:pt x="6959599" y="191486"/>
                  </a:lnTo>
                  <a:lnTo>
                    <a:pt x="6854506" y="192194"/>
                  </a:lnTo>
                  <a:lnTo>
                    <a:pt x="6760142" y="192763"/>
                  </a:lnTo>
                  <a:lnTo>
                    <a:pt x="6680058" y="193198"/>
                  </a:lnTo>
                  <a:lnTo>
                    <a:pt x="6616725" y="193509"/>
                  </a:lnTo>
                  <a:lnTo>
                    <a:pt x="6571061" y="193713"/>
                  </a:lnTo>
                  <a:lnTo>
                    <a:pt x="6542195" y="193831"/>
                  </a:lnTo>
                  <a:lnTo>
                    <a:pt x="6527489" y="193886"/>
                  </a:lnTo>
                  <a:lnTo>
                    <a:pt x="6522732" y="193902"/>
                  </a:lnTo>
                  <a:lnTo>
                    <a:pt x="6522385" y="193903"/>
                  </a:lnTo>
                  <a:lnTo>
                    <a:pt x="5527445" y="193903"/>
                  </a:lnTo>
                  <a:lnTo>
                    <a:pt x="5526313" y="193916"/>
                  </a:lnTo>
                  <a:lnTo>
                    <a:pt x="5518838" y="194011"/>
                  </a:lnTo>
                  <a:lnTo>
                    <a:pt x="5499895" y="194272"/>
                  </a:lnTo>
                  <a:lnTo>
                    <a:pt x="5465775" y="194786"/>
                  </a:lnTo>
                  <a:lnTo>
                    <a:pt x="5414408" y="195637"/>
                  </a:lnTo>
                  <a:lnTo>
                    <a:pt x="5345518" y="196893"/>
                  </a:lnTo>
                  <a:lnTo>
                    <a:pt x="5260562" y="198608"/>
                  </a:lnTo>
                  <a:lnTo>
                    <a:pt x="5162411" y="200812"/>
                  </a:lnTo>
                  <a:lnTo>
                    <a:pt x="5054832" y="203518"/>
                  </a:lnTo>
                  <a:lnTo>
                    <a:pt x="4941887" y="206722"/>
                  </a:lnTo>
                  <a:lnTo>
                    <a:pt x="4827408" y="210415"/>
                  </a:lnTo>
                  <a:lnTo>
                    <a:pt x="4714626" y="214587"/>
                  </a:lnTo>
                  <a:lnTo>
                    <a:pt x="4605991" y="219237"/>
                  </a:lnTo>
                  <a:lnTo>
                    <a:pt x="4503147" y="224373"/>
                  </a:lnTo>
                  <a:lnTo>
                    <a:pt x="4407016" y="230019"/>
                  </a:lnTo>
                  <a:lnTo>
                    <a:pt x="4317933" y="236213"/>
                  </a:lnTo>
                  <a:lnTo>
                    <a:pt x="4235791" y="243011"/>
                  </a:lnTo>
                  <a:lnTo>
                    <a:pt x="4160177" y="250482"/>
                  </a:lnTo>
                  <a:lnTo>
                    <a:pt x="4090482" y="258707"/>
                  </a:lnTo>
                  <a:lnTo>
                    <a:pt x="4025984" y="267779"/>
                  </a:lnTo>
                  <a:lnTo>
                    <a:pt x="3965911" y="277793"/>
                  </a:lnTo>
                  <a:lnTo>
                    <a:pt x="3909488" y="288837"/>
                  </a:lnTo>
                  <a:lnTo>
                    <a:pt x="3855981" y="300980"/>
                  </a:lnTo>
                  <a:lnTo>
                    <a:pt x="3820202" y="310070"/>
                  </a:lnTo>
                  <a:lnTo>
                    <a:pt x="3760914" y="326892"/>
                  </a:lnTo>
                  <a:lnTo>
                    <a:pt x="3703430" y="345340"/>
                  </a:lnTo>
                  <a:lnTo>
                    <a:pt x="3647104" y="365439"/>
                  </a:lnTo>
                  <a:lnTo>
                    <a:pt x="3591454" y="387169"/>
                  </a:lnTo>
                  <a:lnTo>
                    <a:pt x="3536133" y="410450"/>
                  </a:lnTo>
                  <a:lnTo>
                    <a:pt x="3480908" y="435145"/>
                  </a:lnTo>
                  <a:lnTo>
                    <a:pt x="3425640" y="461059"/>
                  </a:lnTo>
                  <a:lnTo>
                    <a:pt x="3370269" y="487940"/>
                  </a:lnTo>
                  <a:lnTo>
                    <a:pt x="3314795" y="515490"/>
                  </a:lnTo>
                  <a:lnTo>
                    <a:pt x="3259261" y="543377"/>
                  </a:lnTo>
                  <a:lnTo>
                    <a:pt x="3203730" y="571251"/>
                  </a:lnTo>
                  <a:lnTo>
                    <a:pt x="3148262" y="598765"/>
                  </a:lnTo>
                  <a:lnTo>
                    <a:pt x="3092899" y="625587"/>
                  </a:lnTo>
                  <a:lnTo>
                    <a:pt x="3037636" y="651424"/>
                  </a:lnTo>
                  <a:lnTo>
                    <a:pt x="2982410" y="676027"/>
                  </a:lnTo>
                  <a:lnTo>
                    <a:pt x="2927075" y="699204"/>
                  </a:lnTo>
                  <a:lnTo>
                    <a:pt x="2871390" y="720822"/>
                  </a:lnTo>
                  <a:lnTo>
                    <a:pt x="2815001" y="740807"/>
                  </a:lnTo>
                  <a:lnTo>
                    <a:pt x="2757415" y="759140"/>
                  </a:lnTo>
                  <a:lnTo>
                    <a:pt x="2702183" y="774740"/>
                  </a:lnTo>
                  <a:lnTo>
                    <a:pt x="2650309" y="787663"/>
                  </a:lnTo>
                  <a:lnTo>
                    <a:pt x="2595984" y="799465"/>
                  </a:lnTo>
                  <a:lnTo>
                    <a:pt x="2538526" y="810185"/>
                  </a:lnTo>
                  <a:lnTo>
                    <a:pt x="2477182" y="819901"/>
                  </a:lnTo>
                  <a:lnTo>
                    <a:pt x="2411176" y="828704"/>
                  </a:lnTo>
                  <a:lnTo>
                    <a:pt x="2339744" y="836689"/>
                  </a:lnTo>
                  <a:lnTo>
                    <a:pt x="2262191" y="843946"/>
                  </a:lnTo>
                  <a:lnTo>
                    <a:pt x="2177958" y="850553"/>
                  </a:lnTo>
                  <a:lnTo>
                    <a:pt x="2086713" y="856574"/>
                  </a:lnTo>
                  <a:lnTo>
                    <a:pt x="1988470" y="862061"/>
                  </a:lnTo>
                  <a:lnTo>
                    <a:pt x="1883726" y="867046"/>
                  </a:lnTo>
                  <a:lnTo>
                    <a:pt x="1773612" y="871550"/>
                  </a:lnTo>
                  <a:lnTo>
                    <a:pt x="1660013" y="875576"/>
                  </a:lnTo>
                  <a:lnTo>
                    <a:pt x="1545627" y="879121"/>
                  </a:lnTo>
                  <a:lnTo>
                    <a:pt x="1433897" y="882173"/>
                  </a:lnTo>
                  <a:lnTo>
                    <a:pt x="1328772" y="884725"/>
                  </a:lnTo>
                  <a:lnTo>
                    <a:pt x="1234287" y="886778"/>
                  </a:lnTo>
                  <a:lnTo>
                    <a:pt x="1153995" y="888348"/>
                  </a:lnTo>
                  <a:lnTo>
                    <a:pt x="1090385" y="889474"/>
                  </a:lnTo>
                  <a:lnTo>
                    <a:pt x="1044406" y="890213"/>
                  </a:lnTo>
                  <a:lnTo>
                    <a:pt x="1015227" y="890641"/>
                  </a:lnTo>
                  <a:lnTo>
                    <a:pt x="1000255" y="890842"/>
                  </a:lnTo>
                  <a:lnTo>
                    <a:pt x="995325" y="890903"/>
                  </a:lnTo>
                  <a:lnTo>
                    <a:pt x="994940" y="890907"/>
                  </a:lnTo>
                  <a:lnTo>
                    <a:pt x="0" y="890907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07" name="pl1206"/>
            <p:cNvSpPr/>
            <p:nvPr/>
          </p:nvSpPr>
          <p:spPr>
            <a:xfrm>
              <a:off x="1199187" y="3972236"/>
              <a:ext cx="12049831" cy="890907"/>
            </a:xfrm>
            <a:custGeom>
              <a:avLst/>
              <a:pathLst>
                <a:path w="12049831" h="890907">
                  <a:moveTo>
                    <a:pt x="0" y="890907"/>
                  </a:moveTo>
                  <a:lnTo>
                    <a:pt x="994940" y="890907"/>
                  </a:lnTo>
                  <a:lnTo>
                    <a:pt x="996072" y="890894"/>
                  </a:lnTo>
                  <a:lnTo>
                    <a:pt x="1003547" y="890800"/>
                  </a:lnTo>
                  <a:lnTo>
                    <a:pt x="1022490" y="890538"/>
                  </a:lnTo>
                  <a:lnTo>
                    <a:pt x="1056610" y="890024"/>
                  </a:lnTo>
                  <a:lnTo>
                    <a:pt x="1107977" y="889174"/>
                  </a:lnTo>
                  <a:lnTo>
                    <a:pt x="1176867" y="887917"/>
                  </a:lnTo>
                  <a:lnTo>
                    <a:pt x="1261823" y="886202"/>
                  </a:lnTo>
                  <a:lnTo>
                    <a:pt x="1359974" y="883998"/>
                  </a:lnTo>
                  <a:lnTo>
                    <a:pt x="1467553" y="881293"/>
                  </a:lnTo>
                  <a:lnTo>
                    <a:pt x="1580498" y="878089"/>
                  </a:lnTo>
                  <a:lnTo>
                    <a:pt x="1694977" y="874396"/>
                  </a:lnTo>
                  <a:lnTo>
                    <a:pt x="1807759" y="870223"/>
                  </a:lnTo>
                  <a:lnTo>
                    <a:pt x="1916394" y="865573"/>
                  </a:lnTo>
                  <a:lnTo>
                    <a:pt x="2019238" y="860437"/>
                  </a:lnTo>
                  <a:lnTo>
                    <a:pt x="2115369" y="854792"/>
                  </a:lnTo>
                  <a:lnTo>
                    <a:pt x="2204452" y="848597"/>
                  </a:lnTo>
                  <a:lnTo>
                    <a:pt x="2286594" y="841799"/>
                  </a:lnTo>
                  <a:lnTo>
                    <a:pt x="2362208" y="834328"/>
                  </a:lnTo>
                  <a:lnTo>
                    <a:pt x="2431903" y="826103"/>
                  </a:lnTo>
                  <a:lnTo>
                    <a:pt x="2496401" y="817031"/>
                  </a:lnTo>
                  <a:lnTo>
                    <a:pt x="2556474" y="807017"/>
                  </a:lnTo>
                  <a:lnTo>
                    <a:pt x="2612897" y="795973"/>
                  </a:lnTo>
                  <a:lnTo>
                    <a:pt x="2666404" y="783831"/>
                  </a:lnTo>
                  <a:lnTo>
                    <a:pt x="2702183" y="774740"/>
                  </a:lnTo>
                  <a:lnTo>
                    <a:pt x="2761471" y="757918"/>
                  </a:lnTo>
                  <a:lnTo>
                    <a:pt x="2818955" y="739471"/>
                  </a:lnTo>
                  <a:lnTo>
                    <a:pt x="2875281" y="719371"/>
                  </a:lnTo>
                  <a:lnTo>
                    <a:pt x="2930931" y="697642"/>
                  </a:lnTo>
                  <a:lnTo>
                    <a:pt x="2986252" y="674361"/>
                  </a:lnTo>
                  <a:lnTo>
                    <a:pt x="3041477" y="649665"/>
                  </a:lnTo>
                  <a:lnTo>
                    <a:pt x="3096745" y="623751"/>
                  </a:lnTo>
                  <a:lnTo>
                    <a:pt x="3152116" y="596870"/>
                  </a:lnTo>
                  <a:lnTo>
                    <a:pt x="3207590" y="569320"/>
                  </a:lnTo>
                  <a:lnTo>
                    <a:pt x="3263124" y="541434"/>
                  </a:lnTo>
                  <a:lnTo>
                    <a:pt x="3318655" y="513559"/>
                  </a:lnTo>
                  <a:lnTo>
                    <a:pt x="3374123" y="486046"/>
                  </a:lnTo>
                  <a:lnTo>
                    <a:pt x="3429486" y="459223"/>
                  </a:lnTo>
                  <a:lnTo>
                    <a:pt x="3484749" y="433386"/>
                  </a:lnTo>
                  <a:lnTo>
                    <a:pt x="3539975" y="408783"/>
                  </a:lnTo>
                  <a:lnTo>
                    <a:pt x="3595310" y="385606"/>
                  </a:lnTo>
                  <a:lnTo>
                    <a:pt x="3650995" y="363988"/>
                  </a:lnTo>
                  <a:lnTo>
                    <a:pt x="3707384" y="344003"/>
                  </a:lnTo>
                  <a:lnTo>
                    <a:pt x="3764970" y="325670"/>
                  </a:lnTo>
                  <a:lnTo>
                    <a:pt x="3820202" y="310070"/>
                  </a:lnTo>
                  <a:lnTo>
                    <a:pt x="3872076" y="297147"/>
                  </a:lnTo>
                  <a:lnTo>
                    <a:pt x="3926401" y="285345"/>
                  </a:lnTo>
                  <a:lnTo>
                    <a:pt x="3983859" y="274625"/>
                  </a:lnTo>
                  <a:lnTo>
                    <a:pt x="4045203" y="264910"/>
                  </a:lnTo>
                  <a:lnTo>
                    <a:pt x="4111209" y="256106"/>
                  </a:lnTo>
                  <a:lnTo>
                    <a:pt x="4182641" y="248121"/>
                  </a:lnTo>
                  <a:lnTo>
                    <a:pt x="4260194" y="240864"/>
                  </a:lnTo>
                  <a:lnTo>
                    <a:pt x="4344427" y="234257"/>
                  </a:lnTo>
                  <a:lnTo>
                    <a:pt x="4435672" y="228236"/>
                  </a:lnTo>
                  <a:lnTo>
                    <a:pt x="4533915" y="222749"/>
                  </a:lnTo>
                  <a:lnTo>
                    <a:pt x="4638659" y="217764"/>
                  </a:lnTo>
                  <a:lnTo>
                    <a:pt x="4748773" y="213261"/>
                  </a:lnTo>
                  <a:lnTo>
                    <a:pt x="4862372" y="209234"/>
                  </a:lnTo>
                  <a:lnTo>
                    <a:pt x="4976758" y="205689"/>
                  </a:lnTo>
                  <a:lnTo>
                    <a:pt x="5088488" y="202637"/>
                  </a:lnTo>
                  <a:lnTo>
                    <a:pt x="5193613" y="200085"/>
                  </a:lnTo>
                  <a:lnTo>
                    <a:pt x="5288098" y="198032"/>
                  </a:lnTo>
                  <a:lnTo>
                    <a:pt x="5368390" y="196462"/>
                  </a:lnTo>
                  <a:lnTo>
                    <a:pt x="5432000" y="195336"/>
                  </a:lnTo>
                  <a:lnTo>
                    <a:pt x="5477979" y="194597"/>
                  </a:lnTo>
                  <a:lnTo>
                    <a:pt x="5507158" y="194169"/>
                  </a:lnTo>
                  <a:lnTo>
                    <a:pt x="5522130" y="193968"/>
                  </a:lnTo>
                  <a:lnTo>
                    <a:pt x="5527060" y="193907"/>
                  </a:lnTo>
                  <a:lnTo>
                    <a:pt x="5527445" y="193903"/>
                  </a:lnTo>
                  <a:lnTo>
                    <a:pt x="6522385" y="193903"/>
                  </a:lnTo>
                  <a:lnTo>
                    <a:pt x="6523522" y="193899"/>
                  </a:lnTo>
                  <a:lnTo>
                    <a:pt x="6531019" y="193873"/>
                  </a:lnTo>
                  <a:lnTo>
                    <a:pt x="6550019" y="193800"/>
                  </a:lnTo>
                  <a:lnTo>
                    <a:pt x="6584237" y="193656"/>
                  </a:lnTo>
                  <a:lnTo>
                    <a:pt x="6635744" y="193419"/>
                  </a:lnTo>
                  <a:lnTo>
                    <a:pt x="6704807" y="193068"/>
                  </a:lnTo>
                  <a:lnTo>
                    <a:pt x="6789957" y="192590"/>
                  </a:lnTo>
                  <a:lnTo>
                    <a:pt x="6888303" y="191975"/>
                  </a:lnTo>
                  <a:lnTo>
                    <a:pt x="6996063" y="191220"/>
                  </a:lnTo>
                  <a:lnTo>
                    <a:pt x="7109162" y="190327"/>
                  </a:lnTo>
                  <a:lnTo>
                    <a:pt x="7223761" y="189297"/>
                  </a:lnTo>
                  <a:lnTo>
                    <a:pt x="7336625" y="188133"/>
                  </a:lnTo>
                  <a:lnTo>
                    <a:pt x="7445308" y="186836"/>
                  </a:lnTo>
                  <a:lnTo>
                    <a:pt x="7548169" y="185404"/>
                  </a:lnTo>
                  <a:lnTo>
                    <a:pt x="7644294" y="183829"/>
                  </a:lnTo>
                  <a:lnTo>
                    <a:pt x="7733356" y="182102"/>
                  </a:lnTo>
                  <a:lnTo>
                    <a:pt x="7815467" y="180205"/>
                  </a:lnTo>
                  <a:lnTo>
                    <a:pt x="7891044" y="178121"/>
                  </a:lnTo>
                  <a:lnTo>
                    <a:pt x="7960704" y="175826"/>
                  </a:lnTo>
                  <a:lnTo>
                    <a:pt x="8025170" y="173294"/>
                  </a:lnTo>
                  <a:lnTo>
                    <a:pt x="8085220" y="170500"/>
                  </a:lnTo>
                  <a:lnTo>
                    <a:pt x="8141628" y="167417"/>
                  </a:lnTo>
                  <a:lnTo>
                    <a:pt x="8195130" y="164028"/>
                  </a:lnTo>
                  <a:lnTo>
                    <a:pt x="8229629" y="161586"/>
                  </a:lnTo>
                  <a:lnTo>
                    <a:pt x="8291083" y="156723"/>
                  </a:lnTo>
                  <a:lnTo>
                    <a:pt x="8350623" y="151374"/>
                  </a:lnTo>
                  <a:lnTo>
                    <a:pt x="8408962" y="145530"/>
                  </a:lnTo>
                  <a:lnTo>
                    <a:pt x="8466620" y="139200"/>
                  </a:lnTo>
                  <a:lnTo>
                    <a:pt x="8523969" y="132411"/>
                  </a:lnTo>
                  <a:lnTo>
                    <a:pt x="8581249" y="125209"/>
                  </a:lnTo>
                  <a:lnTo>
                    <a:pt x="8638595" y="117657"/>
                  </a:lnTo>
                  <a:lnTo>
                    <a:pt x="8696057" y="109838"/>
                  </a:lnTo>
                  <a:lnTo>
                    <a:pt x="8753620" y="101848"/>
                  </a:lnTo>
                  <a:lnTo>
                    <a:pt x="8811226" y="93791"/>
                  </a:lnTo>
                  <a:lnTo>
                    <a:pt x="8868803" y="85778"/>
                  </a:lnTo>
                  <a:lnTo>
                    <a:pt x="8926290" y="77913"/>
                  </a:lnTo>
                  <a:lnTo>
                    <a:pt x="8983660" y="70296"/>
                  </a:lnTo>
                  <a:lnTo>
                    <a:pt x="9040946" y="63012"/>
                  </a:lnTo>
                  <a:lnTo>
                    <a:pt x="9098264" y="56130"/>
                  </a:lnTo>
                  <a:lnTo>
                    <a:pt x="9155829" y="49698"/>
                  </a:lnTo>
                  <a:lnTo>
                    <a:pt x="9213982" y="43748"/>
                  </a:lnTo>
                  <a:lnTo>
                    <a:pt x="9273210" y="38292"/>
                  </a:lnTo>
                  <a:lnTo>
                    <a:pt x="9334179" y="33326"/>
                  </a:lnTo>
                  <a:lnTo>
                    <a:pt x="9347647" y="32317"/>
                  </a:lnTo>
                  <a:lnTo>
                    <a:pt x="9399578" y="28718"/>
                  </a:lnTo>
                  <a:lnTo>
                    <a:pt x="9453965" y="25432"/>
                  </a:lnTo>
                  <a:lnTo>
                    <a:pt x="9511495" y="22447"/>
                  </a:lnTo>
                  <a:lnTo>
                    <a:pt x="9572920" y="19742"/>
                  </a:lnTo>
                  <a:lnTo>
                    <a:pt x="9639021" y="17292"/>
                  </a:lnTo>
                  <a:lnTo>
                    <a:pt x="9710563" y="15069"/>
                  </a:lnTo>
                  <a:lnTo>
                    <a:pt x="9788243" y="13050"/>
                  </a:lnTo>
                  <a:lnTo>
                    <a:pt x="9872621" y="11211"/>
                  </a:lnTo>
                  <a:lnTo>
                    <a:pt x="9964027" y="9535"/>
                  </a:lnTo>
                  <a:lnTo>
                    <a:pt x="10062444" y="8009"/>
                  </a:lnTo>
                  <a:lnTo>
                    <a:pt x="10167367" y="6622"/>
                  </a:lnTo>
                  <a:lnTo>
                    <a:pt x="10277654" y="5370"/>
                  </a:lnTo>
                  <a:lnTo>
                    <a:pt x="10391404" y="4250"/>
                  </a:lnTo>
                  <a:lnTo>
                    <a:pt x="10505900" y="3265"/>
                  </a:lnTo>
                  <a:lnTo>
                    <a:pt x="10617678" y="2417"/>
                  </a:lnTo>
                  <a:lnTo>
                    <a:pt x="10722770" y="1708"/>
                  </a:lnTo>
                  <a:lnTo>
                    <a:pt x="10817135" y="1139"/>
                  </a:lnTo>
                  <a:lnTo>
                    <a:pt x="10897219" y="704"/>
                  </a:lnTo>
                  <a:lnTo>
                    <a:pt x="10960552" y="393"/>
                  </a:lnTo>
                  <a:lnTo>
                    <a:pt x="11006215" y="189"/>
                  </a:lnTo>
                  <a:lnTo>
                    <a:pt x="11035081" y="72"/>
                  </a:lnTo>
                  <a:lnTo>
                    <a:pt x="11049788" y="17"/>
                  </a:lnTo>
                  <a:lnTo>
                    <a:pt x="11054545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8" name="pl1207"/>
            <p:cNvSpPr/>
            <p:nvPr/>
          </p:nvSpPr>
          <p:spPr>
            <a:xfrm>
              <a:off x="1199187" y="3966995"/>
              <a:ext cx="12049831" cy="890907"/>
            </a:xfrm>
            <a:custGeom>
              <a:avLst/>
              <a:pathLst>
                <a:path w="12049831" h="890907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3"/>
                  </a:lnTo>
                  <a:lnTo>
                    <a:pt x="11046257" y="30"/>
                  </a:lnTo>
                  <a:lnTo>
                    <a:pt x="11027257" y="102"/>
                  </a:lnTo>
                  <a:lnTo>
                    <a:pt x="10993039" y="246"/>
                  </a:lnTo>
                  <a:lnTo>
                    <a:pt x="10941533" y="483"/>
                  </a:lnTo>
                  <a:lnTo>
                    <a:pt x="10872469" y="834"/>
                  </a:lnTo>
                  <a:lnTo>
                    <a:pt x="10787320" y="1312"/>
                  </a:lnTo>
                  <a:lnTo>
                    <a:pt x="10688974" y="1927"/>
                  </a:lnTo>
                  <a:lnTo>
                    <a:pt x="10581214" y="2682"/>
                  </a:lnTo>
                  <a:lnTo>
                    <a:pt x="10468115" y="3576"/>
                  </a:lnTo>
                  <a:lnTo>
                    <a:pt x="10353516" y="4606"/>
                  </a:lnTo>
                  <a:lnTo>
                    <a:pt x="10240651" y="5769"/>
                  </a:lnTo>
                  <a:lnTo>
                    <a:pt x="10131969" y="7066"/>
                  </a:lnTo>
                  <a:lnTo>
                    <a:pt x="10029108" y="8498"/>
                  </a:lnTo>
                  <a:lnTo>
                    <a:pt x="9932982" y="10073"/>
                  </a:lnTo>
                  <a:lnTo>
                    <a:pt x="9843920" y="11801"/>
                  </a:lnTo>
                  <a:lnTo>
                    <a:pt x="9761810" y="13697"/>
                  </a:lnTo>
                  <a:lnTo>
                    <a:pt x="9686232" y="15781"/>
                  </a:lnTo>
                  <a:lnTo>
                    <a:pt x="9616573" y="18076"/>
                  </a:lnTo>
                  <a:lnTo>
                    <a:pt x="9552106" y="20608"/>
                  </a:lnTo>
                  <a:lnTo>
                    <a:pt x="9492057" y="23403"/>
                  </a:lnTo>
                  <a:lnTo>
                    <a:pt x="9435649" y="26485"/>
                  </a:lnTo>
                  <a:lnTo>
                    <a:pt x="9382146" y="29875"/>
                  </a:lnTo>
                  <a:lnTo>
                    <a:pt x="9347647" y="32317"/>
                  </a:lnTo>
                  <a:lnTo>
                    <a:pt x="9286194" y="37179"/>
                  </a:lnTo>
                  <a:lnTo>
                    <a:pt x="9226653" y="42529"/>
                  </a:lnTo>
                  <a:lnTo>
                    <a:pt x="9168315" y="48372"/>
                  </a:lnTo>
                  <a:lnTo>
                    <a:pt x="9110656" y="54702"/>
                  </a:lnTo>
                  <a:lnTo>
                    <a:pt x="9053308" y="61491"/>
                  </a:lnTo>
                  <a:lnTo>
                    <a:pt x="8996028" y="68694"/>
                  </a:lnTo>
                  <a:lnTo>
                    <a:pt x="8938681" y="76245"/>
                  </a:lnTo>
                  <a:lnTo>
                    <a:pt x="8881219" y="84064"/>
                  </a:lnTo>
                  <a:lnTo>
                    <a:pt x="8823657" y="92055"/>
                  </a:lnTo>
                  <a:lnTo>
                    <a:pt x="8766051" y="100111"/>
                  </a:lnTo>
                  <a:lnTo>
                    <a:pt x="8708473" y="108125"/>
                  </a:lnTo>
                  <a:lnTo>
                    <a:pt x="8650986" y="115989"/>
                  </a:lnTo>
                  <a:lnTo>
                    <a:pt x="8593616" y="123606"/>
                  </a:lnTo>
                  <a:lnTo>
                    <a:pt x="8536330" y="130890"/>
                  </a:lnTo>
                  <a:lnTo>
                    <a:pt x="8479013" y="137773"/>
                  </a:lnTo>
                  <a:lnTo>
                    <a:pt x="8421448" y="144205"/>
                  </a:lnTo>
                  <a:lnTo>
                    <a:pt x="8363295" y="150155"/>
                  </a:lnTo>
                  <a:lnTo>
                    <a:pt x="8304067" y="155611"/>
                  </a:lnTo>
                  <a:lnTo>
                    <a:pt x="8243097" y="160577"/>
                  </a:lnTo>
                  <a:lnTo>
                    <a:pt x="8229629" y="161586"/>
                  </a:lnTo>
                  <a:lnTo>
                    <a:pt x="8177698" y="165185"/>
                  </a:lnTo>
                  <a:lnTo>
                    <a:pt x="8123311" y="168471"/>
                  </a:lnTo>
                  <a:lnTo>
                    <a:pt x="8065782" y="171456"/>
                  </a:lnTo>
                  <a:lnTo>
                    <a:pt x="8004357" y="174160"/>
                  </a:lnTo>
                  <a:lnTo>
                    <a:pt x="7938256" y="176611"/>
                  </a:lnTo>
                  <a:lnTo>
                    <a:pt x="7866714" y="178833"/>
                  </a:lnTo>
                  <a:lnTo>
                    <a:pt x="7789034" y="180853"/>
                  </a:lnTo>
                  <a:lnTo>
                    <a:pt x="7704656" y="182691"/>
                  </a:lnTo>
                  <a:lnTo>
                    <a:pt x="7613250" y="184367"/>
                  </a:lnTo>
                  <a:lnTo>
                    <a:pt x="7514832" y="185894"/>
                  </a:lnTo>
                  <a:lnTo>
                    <a:pt x="7409909" y="187280"/>
                  </a:lnTo>
                  <a:lnTo>
                    <a:pt x="7299622" y="188533"/>
                  </a:lnTo>
                  <a:lnTo>
                    <a:pt x="7185872" y="189653"/>
                  </a:lnTo>
                  <a:lnTo>
                    <a:pt x="7071377" y="190638"/>
                  </a:lnTo>
                  <a:lnTo>
                    <a:pt x="6959599" y="191486"/>
                  </a:lnTo>
                  <a:lnTo>
                    <a:pt x="6854506" y="192194"/>
                  </a:lnTo>
                  <a:lnTo>
                    <a:pt x="6760142" y="192763"/>
                  </a:lnTo>
                  <a:lnTo>
                    <a:pt x="6680058" y="193198"/>
                  </a:lnTo>
                  <a:lnTo>
                    <a:pt x="6616725" y="193509"/>
                  </a:lnTo>
                  <a:lnTo>
                    <a:pt x="6571061" y="193713"/>
                  </a:lnTo>
                  <a:lnTo>
                    <a:pt x="6542195" y="193831"/>
                  </a:lnTo>
                  <a:lnTo>
                    <a:pt x="6527489" y="193886"/>
                  </a:lnTo>
                  <a:lnTo>
                    <a:pt x="6522732" y="193902"/>
                  </a:lnTo>
                  <a:lnTo>
                    <a:pt x="6522385" y="193903"/>
                  </a:lnTo>
                  <a:lnTo>
                    <a:pt x="5527445" y="193903"/>
                  </a:lnTo>
                  <a:lnTo>
                    <a:pt x="5526313" y="193916"/>
                  </a:lnTo>
                  <a:lnTo>
                    <a:pt x="5518838" y="194011"/>
                  </a:lnTo>
                  <a:lnTo>
                    <a:pt x="5499895" y="194272"/>
                  </a:lnTo>
                  <a:lnTo>
                    <a:pt x="5465775" y="194786"/>
                  </a:lnTo>
                  <a:lnTo>
                    <a:pt x="5414408" y="195637"/>
                  </a:lnTo>
                  <a:lnTo>
                    <a:pt x="5345518" y="196893"/>
                  </a:lnTo>
                  <a:lnTo>
                    <a:pt x="5260562" y="198608"/>
                  </a:lnTo>
                  <a:lnTo>
                    <a:pt x="5162411" y="200812"/>
                  </a:lnTo>
                  <a:lnTo>
                    <a:pt x="5054832" y="203518"/>
                  </a:lnTo>
                  <a:lnTo>
                    <a:pt x="4941887" y="206722"/>
                  </a:lnTo>
                  <a:lnTo>
                    <a:pt x="4827408" y="210415"/>
                  </a:lnTo>
                  <a:lnTo>
                    <a:pt x="4714626" y="214587"/>
                  </a:lnTo>
                  <a:lnTo>
                    <a:pt x="4605991" y="219237"/>
                  </a:lnTo>
                  <a:lnTo>
                    <a:pt x="4503147" y="224373"/>
                  </a:lnTo>
                  <a:lnTo>
                    <a:pt x="4407016" y="230019"/>
                  </a:lnTo>
                  <a:lnTo>
                    <a:pt x="4317933" y="236213"/>
                  </a:lnTo>
                  <a:lnTo>
                    <a:pt x="4235791" y="243011"/>
                  </a:lnTo>
                  <a:lnTo>
                    <a:pt x="4160177" y="250482"/>
                  </a:lnTo>
                  <a:lnTo>
                    <a:pt x="4090482" y="258707"/>
                  </a:lnTo>
                  <a:lnTo>
                    <a:pt x="4025984" y="267779"/>
                  </a:lnTo>
                  <a:lnTo>
                    <a:pt x="3965911" y="277793"/>
                  </a:lnTo>
                  <a:lnTo>
                    <a:pt x="3909488" y="288837"/>
                  </a:lnTo>
                  <a:lnTo>
                    <a:pt x="3855981" y="300980"/>
                  </a:lnTo>
                  <a:lnTo>
                    <a:pt x="3820202" y="310070"/>
                  </a:lnTo>
                  <a:lnTo>
                    <a:pt x="3760914" y="326892"/>
                  </a:lnTo>
                  <a:lnTo>
                    <a:pt x="3703430" y="345340"/>
                  </a:lnTo>
                  <a:lnTo>
                    <a:pt x="3647104" y="365439"/>
                  </a:lnTo>
                  <a:lnTo>
                    <a:pt x="3591454" y="387169"/>
                  </a:lnTo>
                  <a:lnTo>
                    <a:pt x="3536133" y="410450"/>
                  </a:lnTo>
                  <a:lnTo>
                    <a:pt x="3480908" y="435145"/>
                  </a:lnTo>
                  <a:lnTo>
                    <a:pt x="3425640" y="461059"/>
                  </a:lnTo>
                  <a:lnTo>
                    <a:pt x="3370269" y="487940"/>
                  </a:lnTo>
                  <a:lnTo>
                    <a:pt x="3314795" y="515490"/>
                  </a:lnTo>
                  <a:lnTo>
                    <a:pt x="3259261" y="543377"/>
                  </a:lnTo>
                  <a:lnTo>
                    <a:pt x="3203730" y="571251"/>
                  </a:lnTo>
                  <a:lnTo>
                    <a:pt x="3148262" y="598765"/>
                  </a:lnTo>
                  <a:lnTo>
                    <a:pt x="3092899" y="625587"/>
                  </a:lnTo>
                  <a:lnTo>
                    <a:pt x="3037636" y="651424"/>
                  </a:lnTo>
                  <a:lnTo>
                    <a:pt x="2982410" y="676027"/>
                  </a:lnTo>
                  <a:lnTo>
                    <a:pt x="2927075" y="699204"/>
                  </a:lnTo>
                  <a:lnTo>
                    <a:pt x="2871390" y="720822"/>
                  </a:lnTo>
                  <a:lnTo>
                    <a:pt x="2815001" y="740807"/>
                  </a:lnTo>
                  <a:lnTo>
                    <a:pt x="2757415" y="759140"/>
                  </a:lnTo>
                  <a:lnTo>
                    <a:pt x="2702183" y="774740"/>
                  </a:lnTo>
                  <a:lnTo>
                    <a:pt x="2650309" y="787663"/>
                  </a:lnTo>
                  <a:lnTo>
                    <a:pt x="2595984" y="799465"/>
                  </a:lnTo>
                  <a:lnTo>
                    <a:pt x="2538526" y="810185"/>
                  </a:lnTo>
                  <a:lnTo>
                    <a:pt x="2477182" y="819901"/>
                  </a:lnTo>
                  <a:lnTo>
                    <a:pt x="2411176" y="828704"/>
                  </a:lnTo>
                  <a:lnTo>
                    <a:pt x="2339744" y="836689"/>
                  </a:lnTo>
                  <a:lnTo>
                    <a:pt x="2262191" y="843946"/>
                  </a:lnTo>
                  <a:lnTo>
                    <a:pt x="2177958" y="850553"/>
                  </a:lnTo>
                  <a:lnTo>
                    <a:pt x="2086713" y="856574"/>
                  </a:lnTo>
                  <a:lnTo>
                    <a:pt x="1988470" y="862061"/>
                  </a:lnTo>
                  <a:lnTo>
                    <a:pt x="1883726" y="867046"/>
                  </a:lnTo>
                  <a:lnTo>
                    <a:pt x="1773612" y="871550"/>
                  </a:lnTo>
                  <a:lnTo>
                    <a:pt x="1660013" y="875576"/>
                  </a:lnTo>
                  <a:lnTo>
                    <a:pt x="1545627" y="879121"/>
                  </a:lnTo>
                  <a:lnTo>
                    <a:pt x="1433897" y="882173"/>
                  </a:lnTo>
                  <a:lnTo>
                    <a:pt x="1328772" y="884725"/>
                  </a:lnTo>
                  <a:lnTo>
                    <a:pt x="1234287" y="886778"/>
                  </a:lnTo>
                  <a:lnTo>
                    <a:pt x="1153995" y="888348"/>
                  </a:lnTo>
                  <a:lnTo>
                    <a:pt x="1090385" y="889474"/>
                  </a:lnTo>
                  <a:lnTo>
                    <a:pt x="1044406" y="890213"/>
                  </a:lnTo>
                  <a:lnTo>
                    <a:pt x="1015227" y="890641"/>
                  </a:lnTo>
                  <a:lnTo>
                    <a:pt x="1000255" y="890842"/>
                  </a:lnTo>
                  <a:lnTo>
                    <a:pt x="995325" y="890903"/>
                  </a:lnTo>
                  <a:lnTo>
                    <a:pt x="994940" y="890907"/>
                  </a:lnTo>
                  <a:lnTo>
                    <a:pt x="0" y="890907"/>
                  </a:lnTo>
                  <a:lnTo>
                    <a:pt x="0" y="8909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9" name="pg1208"/>
            <p:cNvSpPr/>
            <p:nvPr/>
          </p:nvSpPr>
          <p:spPr>
            <a:xfrm>
              <a:off x="1199187" y="4826459"/>
              <a:ext cx="12049831" cy="534544"/>
            </a:xfrm>
            <a:custGeom>
              <a:avLst/>
              <a:pathLst>
                <a:path w="12049831" h="534544">
                  <a:moveTo>
                    <a:pt x="0" y="78609"/>
                  </a:moveTo>
                  <a:lnTo>
                    <a:pt x="994940" y="78609"/>
                  </a:lnTo>
                  <a:lnTo>
                    <a:pt x="996076" y="78608"/>
                  </a:lnTo>
                  <a:lnTo>
                    <a:pt x="1003575" y="78598"/>
                  </a:lnTo>
                  <a:lnTo>
                    <a:pt x="1022579" y="78570"/>
                  </a:lnTo>
                  <a:lnTo>
                    <a:pt x="1056805" y="78516"/>
                  </a:lnTo>
                  <a:lnTo>
                    <a:pt x="1108321" y="78426"/>
                  </a:lnTo>
                  <a:lnTo>
                    <a:pt x="1177397" y="78293"/>
                  </a:lnTo>
                  <a:lnTo>
                    <a:pt x="1262561" y="78112"/>
                  </a:lnTo>
                  <a:lnTo>
                    <a:pt x="1360920" y="77879"/>
                  </a:lnTo>
                  <a:lnTo>
                    <a:pt x="1468694" y="77594"/>
                  </a:lnTo>
                  <a:lnTo>
                    <a:pt x="1581804" y="77256"/>
                  </a:lnTo>
                  <a:lnTo>
                    <a:pt x="1696411" y="76866"/>
                  </a:lnTo>
                  <a:lnTo>
                    <a:pt x="1809282" y="76425"/>
                  </a:lnTo>
                  <a:lnTo>
                    <a:pt x="1917967" y="75935"/>
                  </a:lnTo>
                  <a:lnTo>
                    <a:pt x="2020830" y="75393"/>
                  </a:lnTo>
                  <a:lnTo>
                    <a:pt x="2116955" y="74797"/>
                  </a:lnTo>
                  <a:lnTo>
                    <a:pt x="2206015" y="74143"/>
                  </a:lnTo>
                  <a:lnTo>
                    <a:pt x="2288124" y="73425"/>
                  </a:lnTo>
                  <a:lnTo>
                    <a:pt x="2363699" y="72636"/>
                  </a:lnTo>
                  <a:lnTo>
                    <a:pt x="2433355" y="71768"/>
                  </a:lnTo>
                  <a:lnTo>
                    <a:pt x="2497820" y="70810"/>
                  </a:lnTo>
                  <a:lnTo>
                    <a:pt x="2557868" y="69752"/>
                  </a:lnTo>
                  <a:lnTo>
                    <a:pt x="2614275" y="68585"/>
                  </a:lnTo>
                  <a:lnTo>
                    <a:pt x="2667777" y="67303"/>
                  </a:lnTo>
                  <a:lnTo>
                    <a:pt x="2702183" y="66381"/>
                  </a:lnTo>
                  <a:lnTo>
                    <a:pt x="2763809" y="64536"/>
                  </a:lnTo>
                  <a:lnTo>
                    <a:pt x="2823512" y="62505"/>
                  </a:lnTo>
                  <a:lnTo>
                    <a:pt x="2882010" y="60286"/>
                  </a:lnTo>
                  <a:lnTo>
                    <a:pt x="2939828" y="57882"/>
                  </a:lnTo>
                  <a:lnTo>
                    <a:pt x="2997338" y="55304"/>
                  </a:lnTo>
                  <a:lnTo>
                    <a:pt x="3054781" y="52569"/>
                  </a:lnTo>
                  <a:lnTo>
                    <a:pt x="3112293" y="49701"/>
                  </a:lnTo>
                  <a:lnTo>
                    <a:pt x="3169921" y="46732"/>
                  </a:lnTo>
                  <a:lnTo>
                    <a:pt x="3227649" y="43699"/>
                  </a:lnTo>
                  <a:lnTo>
                    <a:pt x="3285419" y="40642"/>
                  </a:lnTo>
                  <a:lnTo>
                    <a:pt x="3343159" y="37603"/>
                  </a:lnTo>
                  <a:lnTo>
                    <a:pt x="3400806" y="34621"/>
                  </a:lnTo>
                  <a:lnTo>
                    <a:pt x="3458335" y="31735"/>
                  </a:lnTo>
                  <a:lnTo>
                    <a:pt x="3515783" y="28976"/>
                  </a:lnTo>
                  <a:lnTo>
                    <a:pt x="3573268" y="26371"/>
                  </a:lnTo>
                  <a:lnTo>
                    <a:pt x="3631015" y="23938"/>
                  </a:lnTo>
                  <a:lnTo>
                    <a:pt x="3689372" y="21689"/>
                  </a:lnTo>
                  <a:lnTo>
                    <a:pt x="3748839" y="19628"/>
                  </a:lnTo>
                  <a:lnTo>
                    <a:pt x="3810096" y="17754"/>
                  </a:lnTo>
                  <a:lnTo>
                    <a:pt x="3820202" y="17468"/>
                  </a:lnTo>
                  <a:lnTo>
                    <a:pt x="3872137" y="16106"/>
                  </a:lnTo>
                  <a:lnTo>
                    <a:pt x="3926528" y="14863"/>
                  </a:lnTo>
                  <a:lnTo>
                    <a:pt x="3984062" y="13734"/>
                  </a:lnTo>
                  <a:lnTo>
                    <a:pt x="4045493" y="12710"/>
                  </a:lnTo>
                  <a:lnTo>
                    <a:pt x="4111601" y="11783"/>
                  </a:lnTo>
                  <a:lnTo>
                    <a:pt x="4183151" y="10942"/>
                  </a:lnTo>
                  <a:lnTo>
                    <a:pt x="4260841" y="10178"/>
                  </a:lnTo>
                  <a:lnTo>
                    <a:pt x="4345229" y="9482"/>
                  </a:lnTo>
                  <a:lnTo>
                    <a:pt x="4436647" y="8848"/>
                  </a:lnTo>
                  <a:lnTo>
                    <a:pt x="4535077" y="8270"/>
                  </a:lnTo>
                  <a:lnTo>
                    <a:pt x="4640012" y="7746"/>
                  </a:lnTo>
                  <a:lnTo>
                    <a:pt x="4750312" y="7272"/>
                  </a:lnTo>
                  <a:lnTo>
                    <a:pt x="4864073" y="6848"/>
                  </a:lnTo>
                  <a:lnTo>
                    <a:pt x="4978576" y="6475"/>
                  </a:lnTo>
                  <a:lnTo>
                    <a:pt x="5090358" y="6154"/>
                  </a:lnTo>
                  <a:lnTo>
                    <a:pt x="5195448" y="5886"/>
                  </a:lnTo>
                  <a:lnTo>
                    <a:pt x="5289803" y="5671"/>
                  </a:lnTo>
                  <a:lnTo>
                    <a:pt x="5369872" y="5507"/>
                  </a:lnTo>
                  <a:lnTo>
                    <a:pt x="5433185" y="5389"/>
                  </a:lnTo>
                  <a:lnTo>
                    <a:pt x="5478826" y="5312"/>
                  </a:lnTo>
                  <a:lnTo>
                    <a:pt x="5507669" y="5267"/>
                  </a:lnTo>
                  <a:lnTo>
                    <a:pt x="5522357" y="5247"/>
                  </a:lnTo>
                  <a:lnTo>
                    <a:pt x="5527102" y="524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0" y="5250"/>
                  </a:lnTo>
                  <a:lnTo>
                    <a:pt x="6531005" y="5322"/>
                  </a:lnTo>
                  <a:lnTo>
                    <a:pt x="6549974" y="5521"/>
                  </a:lnTo>
                  <a:lnTo>
                    <a:pt x="6584139" y="5912"/>
                  </a:lnTo>
                  <a:lnTo>
                    <a:pt x="6635569" y="6559"/>
                  </a:lnTo>
                  <a:lnTo>
                    <a:pt x="6704539" y="7514"/>
                  </a:lnTo>
                  <a:lnTo>
                    <a:pt x="6789584" y="8818"/>
                  </a:lnTo>
                  <a:lnTo>
                    <a:pt x="6887824" y="10494"/>
                  </a:lnTo>
                  <a:lnTo>
                    <a:pt x="6995486" y="12551"/>
                  </a:lnTo>
                  <a:lnTo>
                    <a:pt x="7108502" y="14987"/>
                  </a:lnTo>
                  <a:lnTo>
                    <a:pt x="7223036" y="17795"/>
                  </a:lnTo>
                  <a:lnTo>
                    <a:pt x="7335856" y="20967"/>
                  </a:lnTo>
                  <a:lnTo>
                    <a:pt x="7444513" y="24502"/>
                  </a:lnTo>
                  <a:lnTo>
                    <a:pt x="7547364" y="28407"/>
                  </a:lnTo>
                  <a:lnTo>
                    <a:pt x="7643493" y="32699"/>
                  </a:lnTo>
                  <a:lnTo>
                    <a:pt x="7732566" y="37409"/>
                  </a:lnTo>
                  <a:lnTo>
                    <a:pt x="7814694" y="42578"/>
                  </a:lnTo>
                  <a:lnTo>
                    <a:pt x="7890291" y="48258"/>
                  </a:lnTo>
                  <a:lnTo>
                    <a:pt x="7959970" y="54513"/>
                  </a:lnTo>
                  <a:lnTo>
                    <a:pt x="8024453" y="61412"/>
                  </a:lnTo>
                  <a:lnTo>
                    <a:pt x="8084516" y="69028"/>
                  </a:lnTo>
                  <a:lnTo>
                    <a:pt x="8140932" y="77427"/>
                  </a:lnTo>
                  <a:lnTo>
                    <a:pt x="8194437" y="86662"/>
                  </a:lnTo>
                  <a:lnTo>
                    <a:pt x="8229629" y="93457"/>
                  </a:lnTo>
                  <a:lnTo>
                    <a:pt x="8289862" y="106449"/>
                  </a:lnTo>
                  <a:lnTo>
                    <a:pt x="8348244" y="120716"/>
                  </a:lnTo>
                  <a:lnTo>
                    <a:pt x="8405448" y="136279"/>
                  </a:lnTo>
                  <a:lnTo>
                    <a:pt x="8461974" y="153118"/>
                  </a:lnTo>
                  <a:lnTo>
                    <a:pt x="8518179" y="171169"/>
                  </a:lnTo>
                  <a:lnTo>
                    <a:pt x="8574300" y="190317"/>
                  </a:lnTo>
                  <a:lnTo>
                    <a:pt x="8630474" y="210404"/>
                  </a:lnTo>
                  <a:lnTo>
                    <a:pt x="8686758" y="231224"/>
                  </a:lnTo>
                  <a:lnTo>
                    <a:pt x="8743143" y="252536"/>
                  </a:lnTo>
                  <a:lnTo>
                    <a:pt x="8799582" y="274072"/>
                  </a:lnTo>
                  <a:lnTo>
                    <a:pt x="8856007" y="295554"/>
                  </a:lnTo>
                  <a:lnTo>
                    <a:pt x="8912357" y="316706"/>
                  </a:lnTo>
                  <a:lnTo>
                    <a:pt x="8968596" y="337268"/>
                  </a:lnTo>
                  <a:lnTo>
                    <a:pt x="9024739" y="357013"/>
                  </a:lnTo>
                  <a:lnTo>
                    <a:pt x="9080871" y="375753"/>
                  </a:lnTo>
                  <a:lnTo>
                    <a:pt x="9137166" y="393344"/>
                  </a:lnTo>
                  <a:lnTo>
                    <a:pt x="9193906" y="409693"/>
                  </a:lnTo>
                  <a:lnTo>
                    <a:pt x="9251498" y="424754"/>
                  </a:lnTo>
                  <a:lnTo>
                    <a:pt x="9310507" y="438522"/>
                  </a:lnTo>
                  <a:lnTo>
                    <a:pt x="9347647" y="446327"/>
                  </a:lnTo>
                  <a:lnTo>
                    <a:pt x="9399548" y="456145"/>
                  </a:lnTo>
                  <a:lnTo>
                    <a:pt x="9453901" y="465111"/>
                  </a:lnTo>
                  <a:lnTo>
                    <a:pt x="9511392" y="473255"/>
                  </a:lnTo>
                  <a:lnTo>
                    <a:pt x="9572773" y="480636"/>
                  </a:lnTo>
                  <a:lnTo>
                    <a:pt x="9638823" y="487322"/>
                  </a:lnTo>
                  <a:lnTo>
                    <a:pt x="9710305" y="493388"/>
                  </a:lnTo>
                  <a:lnTo>
                    <a:pt x="9787916" y="498900"/>
                  </a:lnTo>
                  <a:lnTo>
                    <a:pt x="9872215" y="503918"/>
                  </a:lnTo>
                  <a:lnTo>
                    <a:pt x="9963534" y="508491"/>
                  </a:lnTo>
                  <a:lnTo>
                    <a:pt x="10061857" y="512658"/>
                  </a:lnTo>
                  <a:lnTo>
                    <a:pt x="10166683" y="516444"/>
                  </a:lnTo>
                  <a:lnTo>
                    <a:pt x="10276876" y="519863"/>
                  </a:lnTo>
                  <a:lnTo>
                    <a:pt x="10390544" y="522920"/>
                  </a:lnTo>
                  <a:lnTo>
                    <a:pt x="10504981" y="525611"/>
                  </a:lnTo>
                  <a:lnTo>
                    <a:pt x="10616733" y="527927"/>
                  </a:lnTo>
                  <a:lnTo>
                    <a:pt x="10721843" y="529863"/>
                  </a:lnTo>
                  <a:lnTo>
                    <a:pt x="10816273" y="531420"/>
                  </a:lnTo>
                  <a:lnTo>
                    <a:pt x="10896470" y="532610"/>
                  </a:lnTo>
                  <a:lnTo>
                    <a:pt x="10959953" y="533462"/>
                  </a:lnTo>
                  <a:lnTo>
                    <a:pt x="11005788" y="534021"/>
                  </a:lnTo>
                  <a:lnTo>
                    <a:pt x="11034823" y="534344"/>
                  </a:lnTo>
                  <a:lnTo>
                    <a:pt x="11049674" y="534496"/>
                  </a:lnTo>
                  <a:lnTo>
                    <a:pt x="11054524" y="534541"/>
                  </a:lnTo>
                  <a:lnTo>
                    <a:pt x="11054891" y="534544"/>
                  </a:lnTo>
                  <a:lnTo>
                    <a:pt x="12049831" y="534544"/>
                  </a:lnTo>
                  <a:lnTo>
                    <a:pt x="12049831" y="529304"/>
                  </a:lnTo>
                  <a:lnTo>
                    <a:pt x="11054891" y="529304"/>
                  </a:lnTo>
                  <a:lnTo>
                    <a:pt x="11053757" y="529293"/>
                  </a:lnTo>
                  <a:lnTo>
                    <a:pt x="11046272" y="529222"/>
                  </a:lnTo>
                  <a:lnTo>
                    <a:pt x="11027303" y="529023"/>
                  </a:lnTo>
                  <a:lnTo>
                    <a:pt x="10993138" y="528632"/>
                  </a:lnTo>
                  <a:lnTo>
                    <a:pt x="10941707" y="527985"/>
                  </a:lnTo>
                  <a:lnTo>
                    <a:pt x="10872737" y="527030"/>
                  </a:lnTo>
                  <a:lnTo>
                    <a:pt x="10787692" y="525726"/>
                  </a:lnTo>
                  <a:lnTo>
                    <a:pt x="10689453" y="524050"/>
                  </a:lnTo>
                  <a:lnTo>
                    <a:pt x="10581791" y="521992"/>
                  </a:lnTo>
                  <a:lnTo>
                    <a:pt x="10468775" y="519556"/>
                  </a:lnTo>
                  <a:lnTo>
                    <a:pt x="10354241" y="516749"/>
                  </a:lnTo>
                  <a:lnTo>
                    <a:pt x="10241421" y="513576"/>
                  </a:lnTo>
                  <a:lnTo>
                    <a:pt x="10132764" y="510041"/>
                  </a:lnTo>
                  <a:lnTo>
                    <a:pt x="10029912" y="506137"/>
                  </a:lnTo>
                  <a:lnTo>
                    <a:pt x="9933784" y="501845"/>
                  </a:lnTo>
                  <a:lnTo>
                    <a:pt x="9844710" y="497135"/>
                  </a:lnTo>
                  <a:lnTo>
                    <a:pt x="9762582" y="491966"/>
                  </a:lnTo>
                  <a:lnTo>
                    <a:pt x="9686985" y="486285"/>
                  </a:lnTo>
                  <a:lnTo>
                    <a:pt x="9617307" y="480030"/>
                  </a:lnTo>
                  <a:lnTo>
                    <a:pt x="9552823" y="473131"/>
                  </a:lnTo>
                  <a:lnTo>
                    <a:pt x="9492761" y="465516"/>
                  </a:lnTo>
                  <a:lnTo>
                    <a:pt x="9436345" y="457116"/>
                  </a:lnTo>
                  <a:lnTo>
                    <a:pt x="9382840" y="447881"/>
                  </a:lnTo>
                  <a:lnTo>
                    <a:pt x="9347647" y="441086"/>
                  </a:lnTo>
                  <a:lnTo>
                    <a:pt x="9287414" y="428094"/>
                  </a:lnTo>
                  <a:lnTo>
                    <a:pt x="9229033" y="413827"/>
                  </a:lnTo>
                  <a:lnTo>
                    <a:pt x="9171829" y="398264"/>
                  </a:lnTo>
                  <a:lnTo>
                    <a:pt x="9115303" y="381425"/>
                  </a:lnTo>
                  <a:lnTo>
                    <a:pt x="9059098" y="363375"/>
                  </a:lnTo>
                  <a:lnTo>
                    <a:pt x="9002976" y="344226"/>
                  </a:lnTo>
                  <a:lnTo>
                    <a:pt x="8946802" y="324140"/>
                  </a:lnTo>
                  <a:lnTo>
                    <a:pt x="8890519" y="303320"/>
                  </a:lnTo>
                  <a:lnTo>
                    <a:pt x="8834134" y="282008"/>
                  </a:lnTo>
                  <a:lnTo>
                    <a:pt x="8777695" y="260472"/>
                  </a:lnTo>
                  <a:lnTo>
                    <a:pt x="8721269" y="238989"/>
                  </a:lnTo>
                  <a:lnTo>
                    <a:pt x="8664920" y="217838"/>
                  </a:lnTo>
                  <a:lnTo>
                    <a:pt x="8608681" y="197275"/>
                  </a:lnTo>
                  <a:lnTo>
                    <a:pt x="8552538" y="177530"/>
                  </a:lnTo>
                  <a:lnTo>
                    <a:pt x="8496406" y="158791"/>
                  </a:lnTo>
                  <a:lnTo>
                    <a:pt x="8440110" y="141200"/>
                  </a:lnTo>
                  <a:lnTo>
                    <a:pt x="8383371" y="124851"/>
                  </a:lnTo>
                  <a:lnTo>
                    <a:pt x="8325778" y="109790"/>
                  </a:lnTo>
                  <a:lnTo>
                    <a:pt x="8266770" y="96022"/>
                  </a:lnTo>
                  <a:lnTo>
                    <a:pt x="8229629" y="88217"/>
                  </a:lnTo>
                  <a:lnTo>
                    <a:pt x="8177729" y="78398"/>
                  </a:lnTo>
                  <a:lnTo>
                    <a:pt x="8123376" y="69432"/>
                  </a:lnTo>
                  <a:lnTo>
                    <a:pt x="8065885" y="61288"/>
                  </a:lnTo>
                  <a:lnTo>
                    <a:pt x="8004504" y="53908"/>
                  </a:lnTo>
                  <a:lnTo>
                    <a:pt x="7938454" y="47221"/>
                  </a:lnTo>
                  <a:lnTo>
                    <a:pt x="7866972" y="41156"/>
                  </a:lnTo>
                  <a:lnTo>
                    <a:pt x="7789361" y="35644"/>
                  </a:lnTo>
                  <a:lnTo>
                    <a:pt x="7705061" y="30626"/>
                  </a:lnTo>
                  <a:lnTo>
                    <a:pt x="7613742" y="26053"/>
                  </a:lnTo>
                  <a:lnTo>
                    <a:pt x="7515419" y="21886"/>
                  </a:lnTo>
                  <a:lnTo>
                    <a:pt x="7410594" y="18100"/>
                  </a:lnTo>
                  <a:lnTo>
                    <a:pt x="7300400" y="14681"/>
                  </a:lnTo>
                  <a:lnTo>
                    <a:pt x="7186732" y="11624"/>
                  </a:lnTo>
                  <a:lnTo>
                    <a:pt x="7072296" y="8933"/>
                  </a:lnTo>
                  <a:lnTo>
                    <a:pt x="6960543" y="6616"/>
                  </a:lnTo>
                  <a:lnTo>
                    <a:pt x="6855433" y="4680"/>
                  </a:lnTo>
                  <a:lnTo>
                    <a:pt x="6761003" y="3124"/>
                  </a:lnTo>
                  <a:lnTo>
                    <a:pt x="6680806" y="1934"/>
                  </a:lnTo>
                  <a:lnTo>
                    <a:pt x="6617323" y="1082"/>
                  </a:lnTo>
                  <a:lnTo>
                    <a:pt x="6571489" y="522"/>
                  </a:lnTo>
                  <a:lnTo>
                    <a:pt x="6542453" y="199"/>
                  </a:lnTo>
                  <a:lnTo>
                    <a:pt x="6527603" y="48"/>
                  </a:lnTo>
                  <a:lnTo>
                    <a:pt x="6522752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1"/>
                  </a:lnTo>
                  <a:lnTo>
                    <a:pt x="5518810" y="11"/>
                  </a:lnTo>
                  <a:lnTo>
                    <a:pt x="5499806" y="38"/>
                  </a:lnTo>
                  <a:lnTo>
                    <a:pt x="5465580" y="93"/>
                  </a:lnTo>
                  <a:lnTo>
                    <a:pt x="5414064" y="183"/>
                  </a:lnTo>
                  <a:lnTo>
                    <a:pt x="5344988" y="315"/>
                  </a:lnTo>
                  <a:lnTo>
                    <a:pt x="5259824" y="496"/>
                  </a:lnTo>
                  <a:lnTo>
                    <a:pt x="5161464" y="729"/>
                  </a:lnTo>
                  <a:lnTo>
                    <a:pt x="5053691" y="1015"/>
                  </a:lnTo>
                  <a:lnTo>
                    <a:pt x="4940581" y="1353"/>
                  </a:lnTo>
                  <a:lnTo>
                    <a:pt x="4825974" y="1743"/>
                  </a:lnTo>
                  <a:lnTo>
                    <a:pt x="4713103" y="2183"/>
                  </a:lnTo>
                  <a:lnTo>
                    <a:pt x="4604417" y="2674"/>
                  </a:lnTo>
                  <a:lnTo>
                    <a:pt x="4501555" y="3216"/>
                  </a:lnTo>
                  <a:lnTo>
                    <a:pt x="4405430" y="3812"/>
                  </a:lnTo>
                  <a:lnTo>
                    <a:pt x="4316370" y="4466"/>
                  </a:lnTo>
                  <a:lnTo>
                    <a:pt x="4234261" y="5183"/>
                  </a:lnTo>
                  <a:lnTo>
                    <a:pt x="4158686" y="5972"/>
                  </a:lnTo>
                  <a:lnTo>
                    <a:pt x="4089030" y="6841"/>
                  </a:lnTo>
                  <a:lnTo>
                    <a:pt x="4024565" y="7799"/>
                  </a:lnTo>
                  <a:lnTo>
                    <a:pt x="3964517" y="8857"/>
                  </a:lnTo>
                  <a:lnTo>
                    <a:pt x="3908110" y="10023"/>
                  </a:lnTo>
                  <a:lnTo>
                    <a:pt x="3854608" y="11306"/>
                  </a:lnTo>
                  <a:lnTo>
                    <a:pt x="3820202" y="12228"/>
                  </a:lnTo>
                  <a:lnTo>
                    <a:pt x="3758576" y="14073"/>
                  </a:lnTo>
                  <a:lnTo>
                    <a:pt x="3698873" y="16104"/>
                  </a:lnTo>
                  <a:lnTo>
                    <a:pt x="3640375" y="18322"/>
                  </a:lnTo>
                  <a:lnTo>
                    <a:pt x="3582557" y="20726"/>
                  </a:lnTo>
                  <a:lnTo>
                    <a:pt x="3525047" y="23304"/>
                  </a:lnTo>
                  <a:lnTo>
                    <a:pt x="3467604" y="26040"/>
                  </a:lnTo>
                  <a:lnTo>
                    <a:pt x="3410092" y="28907"/>
                  </a:lnTo>
                  <a:lnTo>
                    <a:pt x="3352464" y="31876"/>
                  </a:lnTo>
                  <a:lnTo>
                    <a:pt x="3294736" y="34909"/>
                  </a:lnTo>
                  <a:lnTo>
                    <a:pt x="3236966" y="37966"/>
                  </a:lnTo>
                  <a:lnTo>
                    <a:pt x="3179226" y="41006"/>
                  </a:lnTo>
                  <a:lnTo>
                    <a:pt x="3121579" y="43988"/>
                  </a:lnTo>
                  <a:lnTo>
                    <a:pt x="3064050" y="46874"/>
                  </a:lnTo>
                  <a:lnTo>
                    <a:pt x="3006602" y="49632"/>
                  </a:lnTo>
                  <a:lnTo>
                    <a:pt x="2949117" y="52237"/>
                  </a:lnTo>
                  <a:lnTo>
                    <a:pt x="2891370" y="54670"/>
                  </a:lnTo>
                  <a:lnTo>
                    <a:pt x="2833013" y="56919"/>
                  </a:lnTo>
                  <a:lnTo>
                    <a:pt x="2773546" y="58980"/>
                  </a:lnTo>
                  <a:lnTo>
                    <a:pt x="2712289" y="60855"/>
                  </a:lnTo>
                  <a:lnTo>
                    <a:pt x="2702183" y="61140"/>
                  </a:lnTo>
                  <a:lnTo>
                    <a:pt x="2650248" y="62502"/>
                  </a:lnTo>
                  <a:lnTo>
                    <a:pt x="2595857" y="63746"/>
                  </a:lnTo>
                  <a:lnTo>
                    <a:pt x="2538323" y="64875"/>
                  </a:lnTo>
                  <a:lnTo>
                    <a:pt x="2476892" y="65898"/>
                  </a:lnTo>
                  <a:lnTo>
                    <a:pt x="2410784" y="66826"/>
                  </a:lnTo>
                  <a:lnTo>
                    <a:pt x="2339234" y="67667"/>
                  </a:lnTo>
                  <a:lnTo>
                    <a:pt x="2261544" y="68431"/>
                  </a:lnTo>
                  <a:lnTo>
                    <a:pt x="2177156" y="69127"/>
                  </a:lnTo>
                  <a:lnTo>
                    <a:pt x="2085738" y="69761"/>
                  </a:lnTo>
                  <a:lnTo>
                    <a:pt x="1987308" y="70338"/>
                  </a:lnTo>
                  <a:lnTo>
                    <a:pt x="1882372" y="70863"/>
                  </a:lnTo>
                  <a:lnTo>
                    <a:pt x="1772073" y="71337"/>
                  </a:lnTo>
                  <a:lnTo>
                    <a:pt x="1658312" y="71760"/>
                  </a:lnTo>
                  <a:lnTo>
                    <a:pt x="1543809" y="72133"/>
                  </a:lnTo>
                  <a:lnTo>
                    <a:pt x="1432027" y="72454"/>
                  </a:lnTo>
                  <a:lnTo>
                    <a:pt x="1326937" y="72722"/>
                  </a:lnTo>
                  <a:lnTo>
                    <a:pt x="1232582" y="72937"/>
                  </a:lnTo>
                  <a:lnTo>
                    <a:pt x="1152513" y="73102"/>
                  </a:lnTo>
                  <a:lnTo>
                    <a:pt x="1089200" y="73220"/>
                  </a:lnTo>
                  <a:lnTo>
                    <a:pt x="1043559" y="73297"/>
                  </a:lnTo>
                  <a:lnTo>
                    <a:pt x="1014716" y="73341"/>
                  </a:lnTo>
                  <a:lnTo>
                    <a:pt x="1000028" y="73362"/>
                  </a:lnTo>
                  <a:lnTo>
                    <a:pt x="995283" y="73368"/>
                  </a:lnTo>
                  <a:lnTo>
                    <a:pt x="994940" y="73368"/>
                  </a:lnTo>
                  <a:lnTo>
                    <a:pt x="0" y="73368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10" name="pl1209"/>
            <p:cNvSpPr/>
            <p:nvPr/>
          </p:nvSpPr>
          <p:spPr>
            <a:xfrm>
              <a:off x="1199187" y="4831700"/>
              <a:ext cx="12049831" cy="529304"/>
            </a:xfrm>
            <a:custGeom>
              <a:avLst/>
              <a:pathLst>
                <a:path w="12049831" h="529304">
                  <a:moveTo>
                    <a:pt x="0" y="73368"/>
                  </a:moveTo>
                  <a:lnTo>
                    <a:pt x="994940" y="73368"/>
                  </a:lnTo>
                  <a:lnTo>
                    <a:pt x="996076" y="73367"/>
                  </a:lnTo>
                  <a:lnTo>
                    <a:pt x="1003575" y="73357"/>
                  </a:lnTo>
                  <a:lnTo>
                    <a:pt x="1022579" y="73329"/>
                  </a:lnTo>
                  <a:lnTo>
                    <a:pt x="1056805" y="73275"/>
                  </a:lnTo>
                  <a:lnTo>
                    <a:pt x="1108321" y="73185"/>
                  </a:lnTo>
                  <a:lnTo>
                    <a:pt x="1177397" y="73053"/>
                  </a:lnTo>
                  <a:lnTo>
                    <a:pt x="1262561" y="72871"/>
                  </a:lnTo>
                  <a:lnTo>
                    <a:pt x="1360920" y="72639"/>
                  </a:lnTo>
                  <a:lnTo>
                    <a:pt x="1468694" y="72353"/>
                  </a:lnTo>
                  <a:lnTo>
                    <a:pt x="1581804" y="72015"/>
                  </a:lnTo>
                  <a:lnTo>
                    <a:pt x="1696411" y="71625"/>
                  </a:lnTo>
                  <a:lnTo>
                    <a:pt x="1809282" y="71185"/>
                  </a:lnTo>
                  <a:lnTo>
                    <a:pt x="1917967" y="70694"/>
                  </a:lnTo>
                  <a:lnTo>
                    <a:pt x="2020830" y="70152"/>
                  </a:lnTo>
                  <a:lnTo>
                    <a:pt x="2116955" y="69556"/>
                  </a:lnTo>
                  <a:lnTo>
                    <a:pt x="2206015" y="68902"/>
                  </a:lnTo>
                  <a:lnTo>
                    <a:pt x="2288124" y="68185"/>
                  </a:lnTo>
                  <a:lnTo>
                    <a:pt x="2363699" y="67396"/>
                  </a:lnTo>
                  <a:lnTo>
                    <a:pt x="2433355" y="66527"/>
                  </a:lnTo>
                  <a:lnTo>
                    <a:pt x="2497820" y="65569"/>
                  </a:lnTo>
                  <a:lnTo>
                    <a:pt x="2557868" y="64511"/>
                  </a:lnTo>
                  <a:lnTo>
                    <a:pt x="2614275" y="63345"/>
                  </a:lnTo>
                  <a:lnTo>
                    <a:pt x="2667777" y="62062"/>
                  </a:lnTo>
                  <a:lnTo>
                    <a:pt x="2702183" y="61140"/>
                  </a:lnTo>
                  <a:lnTo>
                    <a:pt x="2763809" y="59295"/>
                  </a:lnTo>
                  <a:lnTo>
                    <a:pt x="2823512" y="57264"/>
                  </a:lnTo>
                  <a:lnTo>
                    <a:pt x="2882010" y="55045"/>
                  </a:lnTo>
                  <a:lnTo>
                    <a:pt x="2939828" y="52642"/>
                  </a:lnTo>
                  <a:lnTo>
                    <a:pt x="2997338" y="50064"/>
                  </a:lnTo>
                  <a:lnTo>
                    <a:pt x="3054781" y="47328"/>
                  </a:lnTo>
                  <a:lnTo>
                    <a:pt x="3112293" y="44461"/>
                  </a:lnTo>
                  <a:lnTo>
                    <a:pt x="3169921" y="41492"/>
                  </a:lnTo>
                  <a:lnTo>
                    <a:pt x="3227649" y="38459"/>
                  </a:lnTo>
                  <a:lnTo>
                    <a:pt x="3285419" y="35402"/>
                  </a:lnTo>
                  <a:lnTo>
                    <a:pt x="3343159" y="32362"/>
                  </a:lnTo>
                  <a:lnTo>
                    <a:pt x="3400806" y="29380"/>
                  </a:lnTo>
                  <a:lnTo>
                    <a:pt x="3458335" y="26494"/>
                  </a:lnTo>
                  <a:lnTo>
                    <a:pt x="3515783" y="23735"/>
                  </a:lnTo>
                  <a:lnTo>
                    <a:pt x="3573268" y="21130"/>
                  </a:lnTo>
                  <a:lnTo>
                    <a:pt x="3631015" y="18698"/>
                  </a:lnTo>
                  <a:lnTo>
                    <a:pt x="3689372" y="16449"/>
                  </a:lnTo>
                  <a:lnTo>
                    <a:pt x="3748839" y="14388"/>
                  </a:lnTo>
                  <a:lnTo>
                    <a:pt x="3810096" y="12513"/>
                  </a:lnTo>
                  <a:lnTo>
                    <a:pt x="3820202" y="12228"/>
                  </a:lnTo>
                  <a:lnTo>
                    <a:pt x="3872137" y="10866"/>
                  </a:lnTo>
                  <a:lnTo>
                    <a:pt x="3926528" y="9622"/>
                  </a:lnTo>
                  <a:lnTo>
                    <a:pt x="3984062" y="8493"/>
                  </a:lnTo>
                  <a:lnTo>
                    <a:pt x="4045493" y="7469"/>
                  </a:lnTo>
                  <a:lnTo>
                    <a:pt x="4111601" y="6542"/>
                  </a:lnTo>
                  <a:lnTo>
                    <a:pt x="4183151" y="5701"/>
                  </a:lnTo>
                  <a:lnTo>
                    <a:pt x="4260841" y="4937"/>
                  </a:lnTo>
                  <a:lnTo>
                    <a:pt x="4345229" y="4241"/>
                  </a:lnTo>
                  <a:lnTo>
                    <a:pt x="4436647" y="3607"/>
                  </a:lnTo>
                  <a:lnTo>
                    <a:pt x="4535077" y="3030"/>
                  </a:lnTo>
                  <a:lnTo>
                    <a:pt x="4640012" y="2505"/>
                  </a:lnTo>
                  <a:lnTo>
                    <a:pt x="4750312" y="2031"/>
                  </a:lnTo>
                  <a:lnTo>
                    <a:pt x="4864073" y="1607"/>
                  </a:lnTo>
                  <a:lnTo>
                    <a:pt x="4978576" y="1235"/>
                  </a:lnTo>
                  <a:lnTo>
                    <a:pt x="5090358" y="914"/>
                  </a:lnTo>
                  <a:lnTo>
                    <a:pt x="5195448" y="646"/>
                  </a:lnTo>
                  <a:lnTo>
                    <a:pt x="5289803" y="431"/>
                  </a:lnTo>
                  <a:lnTo>
                    <a:pt x="5369872" y="266"/>
                  </a:lnTo>
                  <a:lnTo>
                    <a:pt x="5433185" y="148"/>
                  </a:lnTo>
                  <a:lnTo>
                    <a:pt x="5478826" y="71"/>
                  </a:lnTo>
                  <a:lnTo>
                    <a:pt x="5507669" y="27"/>
                  </a:lnTo>
                  <a:lnTo>
                    <a:pt x="5522357" y="6"/>
                  </a:lnTo>
                  <a:lnTo>
                    <a:pt x="5527102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0" y="10"/>
                  </a:lnTo>
                  <a:lnTo>
                    <a:pt x="6531005" y="81"/>
                  </a:lnTo>
                  <a:lnTo>
                    <a:pt x="6549974" y="280"/>
                  </a:lnTo>
                  <a:lnTo>
                    <a:pt x="6584139" y="671"/>
                  </a:lnTo>
                  <a:lnTo>
                    <a:pt x="6635569" y="1318"/>
                  </a:lnTo>
                  <a:lnTo>
                    <a:pt x="6704539" y="2273"/>
                  </a:lnTo>
                  <a:lnTo>
                    <a:pt x="6789584" y="3577"/>
                  </a:lnTo>
                  <a:lnTo>
                    <a:pt x="6887824" y="5254"/>
                  </a:lnTo>
                  <a:lnTo>
                    <a:pt x="6995486" y="7311"/>
                  </a:lnTo>
                  <a:lnTo>
                    <a:pt x="7108502" y="9747"/>
                  </a:lnTo>
                  <a:lnTo>
                    <a:pt x="7223036" y="12555"/>
                  </a:lnTo>
                  <a:lnTo>
                    <a:pt x="7335856" y="15727"/>
                  </a:lnTo>
                  <a:lnTo>
                    <a:pt x="7444513" y="19262"/>
                  </a:lnTo>
                  <a:lnTo>
                    <a:pt x="7547364" y="23166"/>
                  </a:lnTo>
                  <a:lnTo>
                    <a:pt x="7643493" y="27459"/>
                  </a:lnTo>
                  <a:lnTo>
                    <a:pt x="7732566" y="32168"/>
                  </a:lnTo>
                  <a:lnTo>
                    <a:pt x="7814694" y="37337"/>
                  </a:lnTo>
                  <a:lnTo>
                    <a:pt x="7890291" y="43018"/>
                  </a:lnTo>
                  <a:lnTo>
                    <a:pt x="7959970" y="49273"/>
                  </a:lnTo>
                  <a:lnTo>
                    <a:pt x="8024453" y="56172"/>
                  </a:lnTo>
                  <a:lnTo>
                    <a:pt x="8084516" y="63787"/>
                  </a:lnTo>
                  <a:lnTo>
                    <a:pt x="8140932" y="72187"/>
                  </a:lnTo>
                  <a:lnTo>
                    <a:pt x="8194437" y="81422"/>
                  </a:lnTo>
                  <a:lnTo>
                    <a:pt x="8229629" y="88217"/>
                  </a:lnTo>
                  <a:lnTo>
                    <a:pt x="8289862" y="101209"/>
                  </a:lnTo>
                  <a:lnTo>
                    <a:pt x="8348244" y="115476"/>
                  </a:lnTo>
                  <a:lnTo>
                    <a:pt x="8405448" y="131039"/>
                  </a:lnTo>
                  <a:lnTo>
                    <a:pt x="8461974" y="147878"/>
                  </a:lnTo>
                  <a:lnTo>
                    <a:pt x="8518179" y="165928"/>
                  </a:lnTo>
                  <a:lnTo>
                    <a:pt x="8574300" y="185077"/>
                  </a:lnTo>
                  <a:lnTo>
                    <a:pt x="8630474" y="205163"/>
                  </a:lnTo>
                  <a:lnTo>
                    <a:pt x="8686758" y="225983"/>
                  </a:lnTo>
                  <a:lnTo>
                    <a:pt x="8743143" y="247295"/>
                  </a:lnTo>
                  <a:lnTo>
                    <a:pt x="8799582" y="268832"/>
                  </a:lnTo>
                  <a:lnTo>
                    <a:pt x="8856007" y="290314"/>
                  </a:lnTo>
                  <a:lnTo>
                    <a:pt x="8912357" y="311465"/>
                  </a:lnTo>
                  <a:lnTo>
                    <a:pt x="8968596" y="332028"/>
                  </a:lnTo>
                  <a:lnTo>
                    <a:pt x="9024739" y="351773"/>
                  </a:lnTo>
                  <a:lnTo>
                    <a:pt x="9080871" y="370512"/>
                  </a:lnTo>
                  <a:lnTo>
                    <a:pt x="9137166" y="388103"/>
                  </a:lnTo>
                  <a:lnTo>
                    <a:pt x="9193906" y="404452"/>
                  </a:lnTo>
                  <a:lnTo>
                    <a:pt x="9251498" y="419513"/>
                  </a:lnTo>
                  <a:lnTo>
                    <a:pt x="9310507" y="433281"/>
                  </a:lnTo>
                  <a:lnTo>
                    <a:pt x="9347647" y="441086"/>
                  </a:lnTo>
                  <a:lnTo>
                    <a:pt x="9399548" y="450905"/>
                  </a:lnTo>
                  <a:lnTo>
                    <a:pt x="9453901" y="459871"/>
                  </a:lnTo>
                  <a:lnTo>
                    <a:pt x="9511392" y="468015"/>
                  </a:lnTo>
                  <a:lnTo>
                    <a:pt x="9572773" y="475395"/>
                  </a:lnTo>
                  <a:lnTo>
                    <a:pt x="9638823" y="482082"/>
                  </a:lnTo>
                  <a:lnTo>
                    <a:pt x="9710305" y="488147"/>
                  </a:lnTo>
                  <a:lnTo>
                    <a:pt x="9787916" y="493659"/>
                  </a:lnTo>
                  <a:lnTo>
                    <a:pt x="9872215" y="498677"/>
                  </a:lnTo>
                  <a:lnTo>
                    <a:pt x="9963534" y="503250"/>
                  </a:lnTo>
                  <a:lnTo>
                    <a:pt x="10061857" y="507417"/>
                  </a:lnTo>
                  <a:lnTo>
                    <a:pt x="10166683" y="511203"/>
                  </a:lnTo>
                  <a:lnTo>
                    <a:pt x="10276876" y="514622"/>
                  </a:lnTo>
                  <a:lnTo>
                    <a:pt x="10390544" y="517679"/>
                  </a:lnTo>
                  <a:lnTo>
                    <a:pt x="10504981" y="520370"/>
                  </a:lnTo>
                  <a:lnTo>
                    <a:pt x="10616733" y="522687"/>
                  </a:lnTo>
                  <a:lnTo>
                    <a:pt x="10721843" y="524623"/>
                  </a:lnTo>
                  <a:lnTo>
                    <a:pt x="10816273" y="526179"/>
                  </a:lnTo>
                  <a:lnTo>
                    <a:pt x="10896470" y="527369"/>
                  </a:lnTo>
                  <a:lnTo>
                    <a:pt x="10959953" y="528221"/>
                  </a:lnTo>
                  <a:lnTo>
                    <a:pt x="11005788" y="528781"/>
                  </a:lnTo>
                  <a:lnTo>
                    <a:pt x="11034823" y="529104"/>
                  </a:lnTo>
                  <a:lnTo>
                    <a:pt x="11049674" y="529255"/>
                  </a:lnTo>
                  <a:lnTo>
                    <a:pt x="11054524" y="529300"/>
                  </a:lnTo>
                  <a:lnTo>
                    <a:pt x="11054891" y="529304"/>
                  </a:lnTo>
                  <a:lnTo>
                    <a:pt x="12049831" y="529304"/>
                  </a:lnTo>
                  <a:lnTo>
                    <a:pt x="12049831" y="5293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1" name="pl1210"/>
            <p:cNvSpPr/>
            <p:nvPr/>
          </p:nvSpPr>
          <p:spPr>
            <a:xfrm>
              <a:off x="1199187" y="4826459"/>
              <a:ext cx="12049831" cy="529304"/>
            </a:xfrm>
            <a:custGeom>
              <a:avLst/>
              <a:pathLst>
                <a:path w="12049831" h="529304">
                  <a:moveTo>
                    <a:pt x="12049831" y="529304"/>
                  </a:moveTo>
                  <a:lnTo>
                    <a:pt x="11054891" y="529304"/>
                  </a:lnTo>
                  <a:lnTo>
                    <a:pt x="11053757" y="529293"/>
                  </a:lnTo>
                  <a:lnTo>
                    <a:pt x="11046272" y="529222"/>
                  </a:lnTo>
                  <a:lnTo>
                    <a:pt x="11027303" y="529023"/>
                  </a:lnTo>
                  <a:lnTo>
                    <a:pt x="10993138" y="528632"/>
                  </a:lnTo>
                  <a:lnTo>
                    <a:pt x="10941707" y="527985"/>
                  </a:lnTo>
                  <a:lnTo>
                    <a:pt x="10872737" y="527030"/>
                  </a:lnTo>
                  <a:lnTo>
                    <a:pt x="10787692" y="525726"/>
                  </a:lnTo>
                  <a:lnTo>
                    <a:pt x="10689453" y="524050"/>
                  </a:lnTo>
                  <a:lnTo>
                    <a:pt x="10581791" y="521992"/>
                  </a:lnTo>
                  <a:lnTo>
                    <a:pt x="10468775" y="519556"/>
                  </a:lnTo>
                  <a:lnTo>
                    <a:pt x="10354241" y="516749"/>
                  </a:lnTo>
                  <a:lnTo>
                    <a:pt x="10241421" y="513576"/>
                  </a:lnTo>
                  <a:lnTo>
                    <a:pt x="10132764" y="510041"/>
                  </a:lnTo>
                  <a:lnTo>
                    <a:pt x="10029912" y="506137"/>
                  </a:lnTo>
                  <a:lnTo>
                    <a:pt x="9933784" y="501845"/>
                  </a:lnTo>
                  <a:lnTo>
                    <a:pt x="9844710" y="497135"/>
                  </a:lnTo>
                  <a:lnTo>
                    <a:pt x="9762582" y="491966"/>
                  </a:lnTo>
                  <a:lnTo>
                    <a:pt x="9686985" y="486285"/>
                  </a:lnTo>
                  <a:lnTo>
                    <a:pt x="9617307" y="480030"/>
                  </a:lnTo>
                  <a:lnTo>
                    <a:pt x="9552823" y="473131"/>
                  </a:lnTo>
                  <a:lnTo>
                    <a:pt x="9492761" y="465516"/>
                  </a:lnTo>
                  <a:lnTo>
                    <a:pt x="9436345" y="457116"/>
                  </a:lnTo>
                  <a:lnTo>
                    <a:pt x="9382840" y="447881"/>
                  </a:lnTo>
                  <a:lnTo>
                    <a:pt x="9347647" y="441086"/>
                  </a:lnTo>
                  <a:lnTo>
                    <a:pt x="9287414" y="428094"/>
                  </a:lnTo>
                  <a:lnTo>
                    <a:pt x="9229033" y="413827"/>
                  </a:lnTo>
                  <a:lnTo>
                    <a:pt x="9171829" y="398264"/>
                  </a:lnTo>
                  <a:lnTo>
                    <a:pt x="9115303" y="381425"/>
                  </a:lnTo>
                  <a:lnTo>
                    <a:pt x="9059098" y="363375"/>
                  </a:lnTo>
                  <a:lnTo>
                    <a:pt x="9002976" y="344226"/>
                  </a:lnTo>
                  <a:lnTo>
                    <a:pt x="8946802" y="324140"/>
                  </a:lnTo>
                  <a:lnTo>
                    <a:pt x="8890519" y="303320"/>
                  </a:lnTo>
                  <a:lnTo>
                    <a:pt x="8834134" y="282008"/>
                  </a:lnTo>
                  <a:lnTo>
                    <a:pt x="8777695" y="260472"/>
                  </a:lnTo>
                  <a:lnTo>
                    <a:pt x="8721269" y="238989"/>
                  </a:lnTo>
                  <a:lnTo>
                    <a:pt x="8664920" y="217838"/>
                  </a:lnTo>
                  <a:lnTo>
                    <a:pt x="8608681" y="197275"/>
                  </a:lnTo>
                  <a:lnTo>
                    <a:pt x="8552538" y="177530"/>
                  </a:lnTo>
                  <a:lnTo>
                    <a:pt x="8496406" y="158791"/>
                  </a:lnTo>
                  <a:lnTo>
                    <a:pt x="8440110" y="141200"/>
                  </a:lnTo>
                  <a:lnTo>
                    <a:pt x="8383371" y="124851"/>
                  </a:lnTo>
                  <a:lnTo>
                    <a:pt x="8325778" y="109790"/>
                  </a:lnTo>
                  <a:lnTo>
                    <a:pt x="8266770" y="96022"/>
                  </a:lnTo>
                  <a:lnTo>
                    <a:pt x="8229629" y="88217"/>
                  </a:lnTo>
                  <a:lnTo>
                    <a:pt x="8177729" y="78398"/>
                  </a:lnTo>
                  <a:lnTo>
                    <a:pt x="8123376" y="69432"/>
                  </a:lnTo>
                  <a:lnTo>
                    <a:pt x="8065885" y="61288"/>
                  </a:lnTo>
                  <a:lnTo>
                    <a:pt x="8004504" y="53908"/>
                  </a:lnTo>
                  <a:lnTo>
                    <a:pt x="7938454" y="47221"/>
                  </a:lnTo>
                  <a:lnTo>
                    <a:pt x="7866972" y="41156"/>
                  </a:lnTo>
                  <a:lnTo>
                    <a:pt x="7789361" y="35644"/>
                  </a:lnTo>
                  <a:lnTo>
                    <a:pt x="7705061" y="30626"/>
                  </a:lnTo>
                  <a:lnTo>
                    <a:pt x="7613742" y="26053"/>
                  </a:lnTo>
                  <a:lnTo>
                    <a:pt x="7515419" y="21886"/>
                  </a:lnTo>
                  <a:lnTo>
                    <a:pt x="7410594" y="18100"/>
                  </a:lnTo>
                  <a:lnTo>
                    <a:pt x="7300400" y="14681"/>
                  </a:lnTo>
                  <a:lnTo>
                    <a:pt x="7186732" y="11624"/>
                  </a:lnTo>
                  <a:lnTo>
                    <a:pt x="7072296" y="8933"/>
                  </a:lnTo>
                  <a:lnTo>
                    <a:pt x="6960543" y="6616"/>
                  </a:lnTo>
                  <a:lnTo>
                    <a:pt x="6855433" y="4680"/>
                  </a:lnTo>
                  <a:lnTo>
                    <a:pt x="6761003" y="3124"/>
                  </a:lnTo>
                  <a:lnTo>
                    <a:pt x="6680806" y="1934"/>
                  </a:lnTo>
                  <a:lnTo>
                    <a:pt x="6617323" y="1082"/>
                  </a:lnTo>
                  <a:lnTo>
                    <a:pt x="6571489" y="522"/>
                  </a:lnTo>
                  <a:lnTo>
                    <a:pt x="6542453" y="199"/>
                  </a:lnTo>
                  <a:lnTo>
                    <a:pt x="6527603" y="48"/>
                  </a:lnTo>
                  <a:lnTo>
                    <a:pt x="6522752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1"/>
                  </a:lnTo>
                  <a:lnTo>
                    <a:pt x="5518810" y="11"/>
                  </a:lnTo>
                  <a:lnTo>
                    <a:pt x="5499806" y="38"/>
                  </a:lnTo>
                  <a:lnTo>
                    <a:pt x="5465580" y="93"/>
                  </a:lnTo>
                  <a:lnTo>
                    <a:pt x="5414064" y="183"/>
                  </a:lnTo>
                  <a:lnTo>
                    <a:pt x="5344988" y="315"/>
                  </a:lnTo>
                  <a:lnTo>
                    <a:pt x="5259824" y="496"/>
                  </a:lnTo>
                  <a:lnTo>
                    <a:pt x="5161464" y="729"/>
                  </a:lnTo>
                  <a:lnTo>
                    <a:pt x="5053691" y="1015"/>
                  </a:lnTo>
                  <a:lnTo>
                    <a:pt x="4940581" y="1353"/>
                  </a:lnTo>
                  <a:lnTo>
                    <a:pt x="4825974" y="1743"/>
                  </a:lnTo>
                  <a:lnTo>
                    <a:pt x="4713103" y="2183"/>
                  </a:lnTo>
                  <a:lnTo>
                    <a:pt x="4604417" y="2674"/>
                  </a:lnTo>
                  <a:lnTo>
                    <a:pt x="4501555" y="3216"/>
                  </a:lnTo>
                  <a:lnTo>
                    <a:pt x="4405430" y="3812"/>
                  </a:lnTo>
                  <a:lnTo>
                    <a:pt x="4316370" y="4466"/>
                  </a:lnTo>
                  <a:lnTo>
                    <a:pt x="4234261" y="5183"/>
                  </a:lnTo>
                  <a:lnTo>
                    <a:pt x="4158686" y="5972"/>
                  </a:lnTo>
                  <a:lnTo>
                    <a:pt x="4089030" y="6841"/>
                  </a:lnTo>
                  <a:lnTo>
                    <a:pt x="4024565" y="7799"/>
                  </a:lnTo>
                  <a:lnTo>
                    <a:pt x="3964517" y="8857"/>
                  </a:lnTo>
                  <a:lnTo>
                    <a:pt x="3908110" y="10023"/>
                  </a:lnTo>
                  <a:lnTo>
                    <a:pt x="3854608" y="11306"/>
                  </a:lnTo>
                  <a:lnTo>
                    <a:pt x="3820202" y="12228"/>
                  </a:lnTo>
                  <a:lnTo>
                    <a:pt x="3758576" y="14073"/>
                  </a:lnTo>
                  <a:lnTo>
                    <a:pt x="3698873" y="16104"/>
                  </a:lnTo>
                  <a:lnTo>
                    <a:pt x="3640375" y="18322"/>
                  </a:lnTo>
                  <a:lnTo>
                    <a:pt x="3582557" y="20726"/>
                  </a:lnTo>
                  <a:lnTo>
                    <a:pt x="3525047" y="23304"/>
                  </a:lnTo>
                  <a:lnTo>
                    <a:pt x="3467604" y="26040"/>
                  </a:lnTo>
                  <a:lnTo>
                    <a:pt x="3410092" y="28907"/>
                  </a:lnTo>
                  <a:lnTo>
                    <a:pt x="3352464" y="31876"/>
                  </a:lnTo>
                  <a:lnTo>
                    <a:pt x="3294736" y="34909"/>
                  </a:lnTo>
                  <a:lnTo>
                    <a:pt x="3236966" y="37966"/>
                  </a:lnTo>
                  <a:lnTo>
                    <a:pt x="3179226" y="41006"/>
                  </a:lnTo>
                  <a:lnTo>
                    <a:pt x="3121579" y="43988"/>
                  </a:lnTo>
                  <a:lnTo>
                    <a:pt x="3064050" y="46874"/>
                  </a:lnTo>
                  <a:lnTo>
                    <a:pt x="3006602" y="49632"/>
                  </a:lnTo>
                  <a:lnTo>
                    <a:pt x="2949117" y="52237"/>
                  </a:lnTo>
                  <a:lnTo>
                    <a:pt x="2891370" y="54670"/>
                  </a:lnTo>
                  <a:lnTo>
                    <a:pt x="2833013" y="56919"/>
                  </a:lnTo>
                  <a:lnTo>
                    <a:pt x="2773546" y="58980"/>
                  </a:lnTo>
                  <a:lnTo>
                    <a:pt x="2712289" y="60855"/>
                  </a:lnTo>
                  <a:lnTo>
                    <a:pt x="2702183" y="61140"/>
                  </a:lnTo>
                  <a:lnTo>
                    <a:pt x="2650248" y="62502"/>
                  </a:lnTo>
                  <a:lnTo>
                    <a:pt x="2595857" y="63746"/>
                  </a:lnTo>
                  <a:lnTo>
                    <a:pt x="2538323" y="64875"/>
                  </a:lnTo>
                  <a:lnTo>
                    <a:pt x="2476892" y="65898"/>
                  </a:lnTo>
                  <a:lnTo>
                    <a:pt x="2410784" y="66826"/>
                  </a:lnTo>
                  <a:lnTo>
                    <a:pt x="2339234" y="67667"/>
                  </a:lnTo>
                  <a:lnTo>
                    <a:pt x="2261544" y="68431"/>
                  </a:lnTo>
                  <a:lnTo>
                    <a:pt x="2177156" y="69127"/>
                  </a:lnTo>
                  <a:lnTo>
                    <a:pt x="2085738" y="69761"/>
                  </a:lnTo>
                  <a:lnTo>
                    <a:pt x="1987308" y="70338"/>
                  </a:lnTo>
                  <a:lnTo>
                    <a:pt x="1882372" y="70863"/>
                  </a:lnTo>
                  <a:lnTo>
                    <a:pt x="1772073" y="71337"/>
                  </a:lnTo>
                  <a:lnTo>
                    <a:pt x="1658312" y="71760"/>
                  </a:lnTo>
                  <a:lnTo>
                    <a:pt x="1543809" y="72133"/>
                  </a:lnTo>
                  <a:lnTo>
                    <a:pt x="1432027" y="72454"/>
                  </a:lnTo>
                  <a:lnTo>
                    <a:pt x="1326937" y="72722"/>
                  </a:lnTo>
                  <a:lnTo>
                    <a:pt x="1232582" y="72937"/>
                  </a:lnTo>
                  <a:lnTo>
                    <a:pt x="1152513" y="73102"/>
                  </a:lnTo>
                  <a:lnTo>
                    <a:pt x="1089200" y="73220"/>
                  </a:lnTo>
                  <a:lnTo>
                    <a:pt x="1043559" y="73297"/>
                  </a:lnTo>
                  <a:lnTo>
                    <a:pt x="1014716" y="73341"/>
                  </a:lnTo>
                  <a:lnTo>
                    <a:pt x="1000028" y="73362"/>
                  </a:lnTo>
                  <a:lnTo>
                    <a:pt x="995283" y="73368"/>
                  </a:lnTo>
                  <a:lnTo>
                    <a:pt x="994940" y="73368"/>
                  </a:lnTo>
                  <a:lnTo>
                    <a:pt x="0" y="73368"/>
                  </a:lnTo>
                  <a:lnTo>
                    <a:pt x="0" y="733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2" name="pg1211"/>
            <p:cNvSpPr/>
            <p:nvPr/>
          </p:nvSpPr>
          <p:spPr>
            <a:xfrm>
              <a:off x="1199187" y="4868384"/>
              <a:ext cx="12049831" cy="1435933"/>
            </a:xfrm>
            <a:custGeom>
              <a:avLst/>
              <a:pathLst>
                <a:path w="12049831" h="1435933">
                  <a:moveTo>
                    <a:pt x="0" y="52406"/>
                  </a:moveTo>
                  <a:lnTo>
                    <a:pt x="994940" y="52406"/>
                  </a:lnTo>
                  <a:lnTo>
                    <a:pt x="996076" y="52405"/>
                  </a:lnTo>
                  <a:lnTo>
                    <a:pt x="1003576" y="52400"/>
                  </a:lnTo>
                  <a:lnTo>
                    <a:pt x="1022580" y="52386"/>
                  </a:lnTo>
                  <a:lnTo>
                    <a:pt x="1056806" y="52359"/>
                  </a:lnTo>
                  <a:lnTo>
                    <a:pt x="1108324" y="52314"/>
                  </a:lnTo>
                  <a:lnTo>
                    <a:pt x="1177402" y="52248"/>
                  </a:lnTo>
                  <a:lnTo>
                    <a:pt x="1262567" y="52157"/>
                  </a:lnTo>
                  <a:lnTo>
                    <a:pt x="1360928" y="52041"/>
                  </a:lnTo>
                  <a:lnTo>
                    <a:pt x="1468703" y="51898"/>
                  </a:lnTo>
                  <a:lnTo>
                    <a:pt x="1581815" y="51729"/>
                  </a:lnTo>
                  <a:lnTo>
                    <a:pt x="1696423" y="51534"/>
                  </a:lnTo>
                  <a:lnTo>
                    <a:pt x="1809294" y="51314"/>
                  </a:lnTo>
                  <a:lnTo>
                    <a:pt x="1917981" y="51069"/>
                  </a:lnTo>
                  <a:lnTo>
                    <a:pt x="2020844" y="50798"/>
                  </a:lnTo>
                  <a:lnTo>
                    <a:pt x="2116969" y="50500"/>
                  </a:lnTo>
                  <a:lnTo>
                    <a:pt x="2206029" y="50173"/>
                  </a:lnTo>
                  <a:lnTo>
                    <a:pt x="2288137" y="49814"/>
                  </a:lnTo>
                  <a:lnTo>
                    <a:pt x="2363711" y="49419"/>
                  </a:lnTo>
                  <a:lnTo>
                    <a:pt x="2433368" y="48985"/>
                  </a:lnTo>
                  <a:lnTo>
                    <a:pt x="2497832" y="48506"/>
                  </a:lnTo>
                  <a:lnTo>
                    <a:pt x="2557879" y="47977"/>
                  </a:lnTo>
                  <a:lnTo>
                    <a:pt x="2614286" y="47394"/>
                  </a:lnTo>
                  <a:lnTo>
                    <a:pt x="2667788" y="46752"/>
                  </a:lnTo>
                  <a:lnTo>
                    <a:pt x="2702183" y="46292"/>
                  </a:lnTo>
                  <a:lnTo>
                    <a:pt x="2763830" y="45369"/>
                  </a:lnTo>
                  <a:lnTo>
                    <a:pt x="2823555" y="44353"/>
                  </a:lnTo>
                  <a:lnTo>
                    <a:pt x="2882073" y="43243"/>
                  </a:lnTo>
                  <a:lnTo>
                    <a:pt x="2939911" y="42041"/>
                  </a:lnTo>
                  <a:lnTo>
                    <a:pt x="2997441" y="40751"/>
                  </a:lnTo>
                  <a:lnTo>
                    <a:pt x="3054905" y="39383"/>
                  </a:lnTo>
                  <a:lnTo>
                    <a:pt x="3112438" y="37948"/>
                  </a:lnTo>
                  <a:lnTo>
                    <a:pt x="3170087" y="36463"/>
                  </a:lnTo>
                  <a:lnTo>
                    <a:pt x="3227836" y="34946"/>
                  </a:lnTo>
                  <a:lnTo>
                    <a:pt x="3285627" y="33417"/>
                  </a:lnTo>
                  <a:lnTo>
                    <a:pt x="3343386" y="31897"/>
                  </a:lnTo>
                  <a:lnTo>
                    <a:pt x="3401053" y="30405"/>
                  </a:lnTo>
                  <a:lnTo>
                    <a:pt x="3458603" y="28962"/>
                  </a:lnTo>
                  <a:lnTo>
                    <a:pt x="3516071" y="27583"/>
                  </a:lnTo>
                  <a:lnTo>
                    <a:pt x="3573578" y="26280"/>
                  </a:lnTo>
                  <a:lnTo>
                    <a:pt x="3631348" y="25064"/>
                  </a:lnTo>
                  <a:lnTo>
                    <a:pt x="3689731" y="23939"/>
                  </a:lnTo>
                  <a:lnTo>
                    <a:pt x="3749227" y="22909"/>
                  </a:lnTo>
                  <a:lnTo>
                    <a:pt x="3810522" y="21972"/>
                  </a:lnTo>
                  <a:lnTo>
                    <a:pt x="3820202" y="21835"/>
                  </a:lnTo>
                  <a:lnTo>
                    <a:pt x="3872137" y="21155"/>
                  </a:lnTo>
                  <a:lnTo>
                    <a:pt x="3926529" y="20533"/>
                  </a:lnTo>
                  <a:lnTo>
                    <a:pt x="3984064" y="19968"/>
                  </a:lnTo>
                  <a:lnTo>
                    <a:pt x="4045496" y="19456"/>
                  </a:lnTo>
                  <a:lnTo>
                    <a:pt x="4111605" y="18993"/>
                  </a:lnTo>
                  <a:lnTo>
                    <a:pt x="4183156" y="18572"/>
                  </a:lnTo>
                  <a:lnTo>
                    <a:pt x="4260846" y="18190"/>
                  </a:lnTo>
                  <a:lnTo>
                    <a:pt x="4345236" y="17842"/>
                  </a:lnTo>
                  <a:lnTo>
                    <a:pt x="4436655" y="17525"/>
                  </a:lnTo>
                  <a:lnTo>
                    <a:pt x="4535087" y="17236"/>
                  </a:lnTo>
                  <a:lnTo>
                    <a:pt x="4640024" y="16974"/>
                  </a:lnTo>
                  <a:lnTo>
                    <a:pt x="4750325" y="16737"/>
                  </a:lnTo>
                  <a:lnTo>
                    <a:pt x="4864087" y="16525"/>
                  </a:lnTo>
                  <a:lnTo>
                    <a:pt x="4978592" y="16339"/>
                  </a:lnTo>
                  <a:lnTo>
                    <a:pt x="5090373" y="16179"/>
                  </a:lnTo>
                  <a:lnTo>
                    <a:pt x="5195463" y="16045"/>
                  </a:lnTo>
                  <a:lnTo>
                    <a:pt x="5289818" y="15937"/>
                  </a:lnTo>
                  <a:lnTo>
                    <a:pt x="5369885" y="15855"/>
                  </a:lnTo>
                  <a:lnTo>
                    <a:pt x="5433195" y="15796"/>
                  </a:lnTo>
                  <a:lnTo>
                    <a:pt x="5478834" y="15757"/>
                  </a:lnTo>
                  <a:lnTo>
                    <a:pt x="5507674" y="15735"/>
                  </a:lnTo>
                  <a:lnTo>
                    <a:pt x="5522359" y="15725"/>
                  </a:lnTo>
                  <a:lnTo>
                    <a:pt x="5527102" y="15722"/>
                  </a:lnTo>
                  <a:lnTo>
                    <a:pt x="5527445" y="15721"/>
                  </a:lnTo>
                  <a:lnTo>
                    <a:pt x="6522385" y="15721"/>
                  </a:lnTo>
                  <a:lnTo>
                    <a:pt x="6523506" y="15748"/>
                  </a:lnTo>
                  <a:lnTo>
                    <a:pt x="6530903" y="15939"/>
                  </a:lnTo>
                  <a:lnTo>
                    <a:pt x="6549656" y="16465"/>
                  </a:lnTo>
                  <a:lnTo>
                    <a:pt x="6583445" y="17502"/>
                  </a:lnTo>
                  <a:lnTo>
                    <a:pt x="6634341" y="19216"/>
                  </a:lnTo>
                  <a:lnTo>
                    <a:pt x="6702647" y="21749"/>
                  </a:lnTo>
                  <a:lnTo>
                    <a:pt x="6786953" y="25208"/>
                  </a:lnTo>
                  <a:lnTo>
                    <a:pt x="6884443" y="29656"/>
                  </a:lnTo>
                  <a:lnTo>
                    <a:pt x="6991408" y="35118"/>
                  </a:lnTo>
                  <a:lnTo>
                    <a:pt x="7103831" y="41588"/>
                  </a:lnTo>
                  <a:lnTo>
                    <a:pt x="7217905" y="49049"/>
                  </a:lnTo>
                  <a:lnTo>
                    <a:pt x="7330406" y="57480"/>
                  </a:lnTo>
                  <a:lnTo>
                    <a:pt x="7438877" y="66876"/>
                  </a:lnTo>
                  <a:lnTo>
                    <a:pt x="7541658" y="77255"/>
                  </a:lnTo>
                  <a:lnTo>
                    <a:pt x="7637804" y="88662"/>
                  </a:lnTo>
                  <a:lnTo>
                    <a:pt x="7726960" y="101173"/>
                  </a:lnTo>
                  <a:lnTo>
                    <a:pt x="7809208" y="114899"/>
                  </a:lnTo>
                  <a:lnTo>
                    <a:pt x="7884942" y="129975"/>
                  </a:lnTo>
                  <a:lnTo>
                    <a:pt x="7954757" y="146568"/>
                  </a:lnTo>
                  <a:lnTo>
                    <a:pt x="8019361" y="164859"/>
                  </a:lnTo>
                  <a:lnTo>
                    <a:pt x="8079517" y="185042"/>
                  </a:lnTo>
                  <a:lnTo>
                    <a:pt x="8135991" y="207296"/>
                  </a:lnTo>
                  <a:lnTo>
                    <a:pt x="8189515" y="231765"/>
                  </a:lnTo>
                  <a:lnTo>
                    <a:pt x="8229629" y="252423"/>
                  </a:lnTo>
                  <a:lnTo>
                    <a:pt x="8283612" y="283447"/>
                  </a:lnTo>
                  <a:lnTo>
                    <a:pt x="8336049" y="317202"/>
                  </a:lnTo>
                  <a:lnTo>
                    <a:pt x="8387446" y="353737"/>
                  </a:lnTo>
                  <a:lnTo>
                    <a:pt x="8438189" y="393037"/>
                  </a:lnTo>
                  <a:lnTo>
                    <a:pt x="8488569" y="435011"/>
                  </a:lnTo>
                  <a:lnTo>
                    <a:pt x="8538794" y="479486"/>
                  </a:lnTo>
                  <a:lnTo>
                    <a:pt x="8589002" y="526206"/>
                  </a:lnTo>
                  <a:lnTo>
                    <a:pt x="8639271" y="574835"/>
                  </a:lnTo>
                  <a:lnTo>
                    <a:pt x="8689630" y="624963"/>
                  </a:lnTo>
                  <a:lnTo>
                    <a:pt x="8740070" y="676120"/>
                  </a:lnTo>
                  <a:lnTo>
                    <a:pt x="8790556" y="727793"/>
                  </a:lnTo>
                  <a:lnTo>
                    <a:pt x="8841040" y="779445"/>
                  </a:lnTo>
                  <a:lnTo>
                    <a:pt x="8891474" y="830541"/>
                  </a:lnTo>
                  <a:lnTo>
                    <a:pt x="8941827" y="880572"/>
                  </a:lnTo>
                  <a:lnTo>
                    <a:pt x="8992089" y="929069"/>
                  </a:lnTo>
                  <a:lnTo>
                    <a:pt x="9042295" y="975630"/>
                  </a:lnTo>
                  <a:lnTo>
                    <a:pt x="9092527" y="1019922"/>
                  </a:lnTo>
                  <a:lnTo>
                    <a:pt x="9142926" y="1061698"/>
                  </a:lnTo>
                  <a:lnTo>
                    <a:pt x="9193707" y="1100790"/>
                  </a:lnTo>
                  <a:lnTo>
                    <a:pt x="9245168" y="1137114"/>
                  </a:lnTo>
                  <a:lnTo>
                    <a:pt x="9297704" y="1170659"/>
                  </a:lnTo>
                  <a:lnTo>
                    <a:pt x="9347647" y="1199231"/>
                  </a:lnTo>
                  <a:lnTo>
                    <a:pt x="9399331" y="1225473"/>
                  </a:lnTo>
                  <a:lnTo>
                    <a:pt x="9453445" y="1249446"/>
                  </a:lnTo>
                  <a:lnTo>
                    <a:pt x="9510665" y="1271230"/>
                  </a:lnTo>
                  <a:lnTo>
                    <a:pt x="9571734" y="1290979"/>
                  </a:lnTo>
                  <a:lnTo>
                    <a:pt x="9637422" y="1308880"/>
                  </a:lnTo>
                  <a:lnTo>
                    <a:pt x="9708482" y="1325124"/>
                  </a:lnTo>
                  <a:lnTo>
                    <a:pt x="9785606" y="1339890"/>
                  </a:lnTo>
                  <a:lnTo>
                    <a:pt x="9869350" y="1353337"/>
                  </a:lnTo>
                  <a:lnTo>
                    <a:pt x="9960051" y="1365597"/>
                  </a:lnTo>
                  <a:lnTo>
                    <a:pt x="10057708" y="1376772"/>
                  </a:lnTo>
                  <a:lnTo>
                    <a:pt x="10161846" y="1386931"/>
                  </a:lnTo>
                  <a:lnTo>
                    <a:pt x="10271375" y="1396114"/>
                  </a:lnTo>
                  <a:lnTo>
                    <a:pt x="10384461" y="1404333"/>
                  </a:lnTo>
                  <a:lnTo>
                    <a:pt x="10498473" y="1411577"/>
                  </a:lnTo>
                  <a:lnTo>
                    <a:pt x="10610035" y="1417827"/>
                  </a:lnTo>
                  <a:lnTo>
                    <a:pt x="10715257" y="1423065"/>
                  </a:lnTo>
                  <a:lnTo>
                    <a:pt x="10810139" y="1427292"/>
                  </a:lnTo>
                  <a:lnTo>
                    <a:pt x="10891120" y="1430540"/>
                  </a:lnTo>
                  <a:lnTo>
                    <a:pt x="10955656" y="1432882"/>
                  </a:lnTo>
                  <a:lnTo>
                    <a:pt x="11002697" y="1434434"/>
                  </a:lnTo>
                  <a:lnTo>
                    <a:pt x="11032937" y="1435344"/>
                  </a:lnTo>
                  <a:lnTo>
                    <a:pt x="11048820" y="1435781"/>
                  </a:lnTo>
                  <a:lnTo>
                    <a:pt x="11054354" y="1435921"/>
                  </a:lnTo>
                  <a:lnTo>
                    <a:pt x="11054891" y="1435933"/>
                  </a:lnTo>
                  <a:lnTo>
                    <a:pt x="12049831" y="1435933"/>
                  </a:lnTo>
                  <a:lnTo>
                    <a:pt x="12049831" y="1420211"/>
                  </a:lnTo>
                  <a:lnTo>
                    <a:pt x="11054891" y="1420211"/>
                  </a:lnTo>
                  <a:lnTo>
                    <a:pt x="11053770" y="1420185"/>
                  </a:lnTo>
                  <a:lnTo>
                    <a:pt x="11046373" y="1419994"/>
                  </a:lnTo>
                  <a:lnTo>
                    <a:pt x="11027621" y="1419468"/>
                  </a:lnTo>
                  <a:lnTo>
                    <a:pt x="10993831" y="1418431"/>
                  </a:lnTo>
                  <a:lnTo>
                    <a:pt x="10942935" y="1416717"/>
                  </a:lnTo>
                  <a:lnTo>
                    <a:pt x="10874629" y="1414184"/>
                  </a:lnTo>
                  <a:lnTo>
                    <a:pt x="10790324" y="1410725"/>
                  </a:lnTo>
                  <a:lnTo>
                    <a:pt x="10692834" y="1406277"/>
                  </a:lnTo>
                  <a:lnTo>
                    <a:pt x="10585868" y="1400815"/>
                  </a:lnTo>
                  <a:lnTo>
                    <a:pt x="10473446" y="1394344"/>
                  </a:lnTo>
                  <a:lnTo>
                    <a:pt x="10359372" y="1386884"/>
                  </a:lnTo>
                  <a:lnTo>
                    <a:pt x="10246871" y="1378453"/>
                  </a:lnTo>
                  <a:lnTo>
                    <a:pt x="10138399" y="1369056"/>
                  </a:lnTo>
                  <a:lnTo>
                    <a:pt x="10035619" y="1358678"/>
                  </a:lnTo>
                  <a:lnTo>
                    <a:pt x="9939472" y="1347271"/>
                  </a:lnTo>
                  <a:lnTo>
                    <a:pt x="9850317" y="1334759"/>
                  </a:lnTo>
                  <a:lnTo>
                    <a:pt x="9768069" y="1321034"/>
                  </a:lnTo>
                  <a:lnTo>
                    <a:pt x="9692334" y="1305957"/>
                  </a:lnTo>
                  <a:lnTo>
                    <a:pt x="9622519" y="1289365"/>
                  </a:lnTo>
                  <a:lnTo>
                    <a:pt x="9557915" y="1271073"/>
                  </a:lnTo>
                  <a:lnTo>
                    <a:pt x="9497760" y="1250891"/>
                  </a:lnTo>
                  <a:lnTo>
                    <a:pt x="9441286" y="1228637"/>
                  </a:lnTo>
                  <a:lnTo>
                    <a:pt x="9387762" y="1204167"/>
                  </a:lnTo>
                  <a:lnTo>
                    <a:pt x="9347647" y="1183509"/>
                  </a:lnTo>
                  <a:lnTo>
                    <a:pt x="9293665" y="1152486"/>
                  </a:lnTo>
                  <a:lnTo>
                    <a:pt x="9241227" y="1118731"/>
                  </a:lnTo>
                  <a:lnTo>
                    <a:pt x="9189831" y="1082196"/>
                  </a:lnTo>
                  <a:lnTo>
                    <a:pt x="9139088" y="1042895"/>
                  </a:lnTo>
                  <a:lnTo>
                    <a:pt x="9088708" y="1000922"/>
                  </a:lnTo>
                  <a:lnTo>
                    <a:pt x="9038482" y="956447"/>
                  </a:lnTo>
                  <a:lnTo>
                    <a:pt x="8988274" y="909727"/>
                  </a:lnTo>
                  <a:lnTo>
                    <a:pt x="8938005" y="861098"/>
                  </a:lnTo>
                  <a:lnTo>
                    <a:pt x="8887646" y="810970"/>
                  </a:lnTo>
                  <a:lnTo>
                    <a:pt x="8837206" y="759812"/>
                  </a:lnTo>
                  <a:lnTo>
                    <a:pt x="8786721" y="708140"/>
                  </a:lnTo>
                  <a:lnTo>
                    <a:pt x="8736237" y="656488"/>
                  </a:lnTo>
                  <a:lnTo>
                    <a:pt x="8685802" y="605391"/>
                  </a:lnTo>
                  <a:lnTo>
                    <a:pt x="8635450" y="555361"/>
                  </a:lnTo>
                  <a:lnTo>
                    <a:pt x="8585187" y="506863"/>
                  </a:lnTo>
                  <a:lnTo>
                    <a:pt x="8534981" y="460303"/>
                  </a:lnTo>
                  <a:lnTo>
                    <a:pt x="8484750" y="416011"/>
                  </a:lnTo>
                  <a:lnTo>
                    <a:pt x="8434351" y="374235"/>
                  </a:lnTo>
                  <a:lnTo>
                    <a:pt x="8383569" y="335142"/>
                  </a:lnTo>
                  <a:lnTo>
                    <a:pt x="8332108" y="298819"/>
                  </a:lnTo>
                  <a:lnTo>
                    <a:pt x="8279573" y="265274"/>
                  </a:lnTo>
                  <a:lnTo>
                    <a:pt x="8229629" y="236701"/>
                  </a:lnTo>
                  <a:lnTo>
                    <a:pt x="8177945" y="210460"/>
                  </a:lnTo>
                  <a:lnTo>
                    <a:pt x="8123831" y="186487"/>
                  </a:lnTo>
                  <a:lnTo>
                    <a:pt x="8066611" y="164703"/>
                  </a:lnTo>
                  <a:lnTo>
                    <a:pt x="8005542" y="144953"/>
                  </a:lnTo>
                  <a:lnTo>
                    <a:pt x="7939855" y="127052"/>
                  </a:lnTo>
                  <a:lnTo>
                    <a:pt x="7868794" y="110809"/>
                  </a:lnTo>
                  <a:lnTo>
                    <a:pt x="7791671" y="96043"/>
                  </a:lnTo>
                  <a:lnTo>
                    <a:pt x="7707926" y="82596"/>
                  </a:lnTo>
                  <a:lnTo>
                    <a:pt x="7617225" y="70336"/>
                  </a:lnTo>
                  <a:lnTo>
                    <a:pt x="7519569" y="59161"/>
                  </a:lnTo>
                  <a:lnTo>
                    <a:pt x="7415430" y="49002"/>
                  </a:lnTo>
                  <a:lnTo>
                    <a:pt x="7305902" y="39819"/>
                  </a:lnTo>
                  <a:lnTo>
                    <a:pt x="7192815" y="31600"/>
                  </a:lnTo>
                  <a:lnTo>
                    <a:pt x="7078804" y="24356"/>
                  </a:lnTo>
                  <a:lnTo>
                    <a:pt x="6967242" y="18106"/>
                  </a:lnTo>
                  <a:lnTo>
                    <a:pt x="6862020" y="12868"/>
                  </a:lnTo>
                  <a:lnTo>
                    <a:pt x="6767137" y="8641"/>
                  </a:lnTo>
                  <a:lnTo>
                    <a:pt x="6686156" y="5393"/>
                  </a:lnTo>
                  <a:lnTo>
                    <a:pt x="6621620" y="3051"/>
                  </a:lnTo>
                  <a:lnTo>
                    <a:pt x="6574580" y="1499"/>
                  </a:lnTo>
                  <a:lnTo>
                    <a:pt x="6544340" y="589"/>
                  </a:lnTo>
                  <a:lnTo>
                    <a:pt x="6528456" y="152"/>
                  </a:lnTo>
                  <a:lnTo>
                    <a:pt x="6522923" y="1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0"/>
                  </a:lnTo>
                  <a:lnTo>
                    <a:pt x="5518809" y="5"/>
                  </a:lnTo>
                  <a:lnTo>
                    <a:pt x="5499805" y="19"/>
                  </a:lnTo>
                  <a:lnTo>
                    <a:pt x="5465579" y="46"/>
                  </a:lnTo>
                  <a:lnTo>
                    <a:pt x="5414061" y="91"/>
                  </a:lnTo>
                  <a:lnTo>
                    <a:pt x="5344983" y="157"/>
                  </a:lnTo>
                  <a:lnTo>
                    <a:pt x="5259818" y="248"/>
                  </a:lnTo>
                  <a:lnTo>
                    <a:pt x="5161457" y="364"/>
                  </a:lnTo>
                  <a:lnTo>
                    <a:pt x="5053682" y="507"/>
                  </a:lnTo>
                  <a:lnTo>
                    <a:pt x="4940570" y="676"/>
                  </a:lnTo>
                  <a:lnTo>
                    <a:pt x="4825962" y="871"/>
                  </a:lnTo>
                  <a:lnTo>
                    <a:pt x="4713091" y="1091"/>
                  </a:lnTo>
                  <a:lnTo>
                    <a:pt x="4604404" y="1337"/>
                  </a:lnTo>
                  <a:lnTo>
                    <a:pt x="4501541" y="1608"/>
                  </a:lnTo>
                  <a:lnTo>
                    <a:pt x="4405416" y="1906"/>
                  </a:lnTo>
                  <a:lnTo>
                    <a:pt x="4316356" y="2233"/>
                  </a:lnTo>
                  <a:lnTo>
                    <a:pt x="4234248" y="2591"/>
                  </a:lnTo>
                  <a:lnTo>
                    <a:pt x="4158674" y="2986"/>
                  </a:lnTo>
                  <a:lnTo>
                    <a:pt x="4089017" y="3420"/>
                  </a:lnTo>
                  <a:lnTo>
                    <a:pt x="4024553" y="3899"/>
                  </a:lnTo>
                  <a:lnTo>
                    <a:pt x="3964506" y="4428"/>
                  </a:lnTo>
                  <a:lnTo>
                    <a:pt x="3908099" y="5011"/>
                  </a:lnTo>
                  <a:lnTo>
                    <a:pt x="3854596" y="5653"/>
                  </a:lnTo>
                  <a:lnTo>
                    <a:pt x="3820202" y="6114"/>
                  </a:lnTo>
                  <a:lnTo>
                    <a:pt x="3758555" y="7037"/>
                  </a:lnTo>
                  <a:lnTo>
                    <a:pt x="3698830" y="8052"/>
                  </a:lnTo>
                  <a:lnTo>
                    <a:pt x="3640312" y="9162"/>
                  </a:lnTo>
                  <a:lnTo>
                    <a:pt x="3582474" y="10365"/>
                  </a:lnTo>
                  <a:lnTo>
                    <a:pt x="3524944" y="11654"/>
                  </a:lnTo>
                  <a:lnTo>
                    <a:pt x="3467480" y="13023"/>
                  </a:lnTo>
                  <a:lnTo>
                    <a:pt x="3409947" y="14457"/>
                  </a:lnTo>
                  <a:lnTo>
                    <a:pt x="3352298" y="15942"/>
                  </a:lnTo>
                  <a:lnTo>
                    <a:pt x="3294549" y="17459"/>
                  </a:lnTo>
                  <a:lnTo>
                    <a:pt x="3236758" y="18988"/>
                  </a:lnTo>
                  <a:lnTo>
                    <a:pt x="3178999" y="20509"/>
                  </a:lnTo>
                  <a:lnTo>
                    <a:pt x="3121332" y="22000"/>
                  </a:lnTo>
                  <a:lnTo>
                    <a:pt x="3063782" y="23443"/>
                  </a:lnTo>
                  <a:lnTo>
                    <a:pt x="3006314" y="24823"/>
                  </a:lnTo>
                  <a:lnTo>
                    <a:pt x="2948807" y="26125"/>
                  </a:lnTo>
                  <a:lnTo>
                    <a:pt x="2891037" y="27342"/>
                  </a:lnTo>
                  <a:lnTo>
                    <a:pt x="2832654" y="28466"/>
                  </a:lnTo>
                  <a:lnTo>
                    <a:pt x="2773158" y="29496"/>
                  </a:lnTo>
                  <a:lnTo>
                    <a:pt x="2711863" y="30433"/>
                  </a:lnTo>
                  <a:lnTo>
                    <a:pt x="2702183" y="30570"/>
                  </a:lnTo>
                  <a:lnTo>
                    <a:pt x="2650248" y="31251"/>
                  </a:lnTo>
                  <a:lnTo>
                    <a:pt x="2595856" y="31873"/>
                  </a:lnTo>
                  <a:lnTo>
                    <a:pt x="2538321" y="32437"/>
                  </a:lnTo>
                  <a:lnTo>
                    <a:pt x="2476889" y="32949"/>
                  </a:lnTo>
                  <a:lnTo>
                    <a:pt x="2410780" y="33413"/>
                  </a:lnTo>
                  <a:lnTo>
                    <a:pt x="2339229" y="33833"/>
                  </a:lnTo>
                  <a:lnTo>
                    <a:pt x="2261539" y="34215"/>
                  </a:lnTo>
                  <a:lnTo>
                    <a:pt x="2177149" y="34563"/>
                  </a:lnTo>
                  <a:lnTo>
                    <a:pt x="2085730" y="34880"/>
                  </a:lnTo>
                  <a:lnTo>
                    <a:pt x="1987298" y="35169"/>
                  </a:lnTo>
                  <a:lnTo>
                    <a:pt x="1882361" y="35431"/>
                  </a:lnTo>
                  <a:lnTo>
                    <a:pt x="1772060" y="35668"/>
                  </a:lnTo>
                  <a:lnTo>
                    <a:pt x="1658298" y="35880"/>
                  </a:lnTo>
                  <a:lnTo>
                    <a:pt x="1543793" y="36066"/>
                  </a:lnTo>
                  <a:lnTo>
                    <a:pt x="1432012" y="36227"/>
                  </a:lnTo>
                  <a:lnTo>
                    <a:pt x="1326922" y="36361"/>
                  </a:lnTo>
                  <a:lnTo>
                    <a:pt x="1232567" y="36468"/>
                  </a:lnTo>
                  <a:lnTo>
                    <a:pt x="1152500" y="36551"/>
                  </a:lnTo>
                  <a:lnTo>
                    <a:pt x="1089190" y="36610"/>
                  </a:lnTo>
                  <a:lnTo>
                    <a:pt x="1043551" y="36648"/>
                  </a:lnTo>
                  <a:lnTo>
                    <a:pt x="1014711" y="36670"/>
                  </a:lnTo>
                  <a:lnTo>
                    <a:pt x="1000026" y="36681"/>
                  </a:lnTo>
                  <a:lnTo>
                    <a:pt x="995283" y="36684"/>
                  </a:lnTo>
                  <a:lnTo>
                    <a:pt x="994940" y="36684"/>
                  </a:lnTo>
                  <a:lnTo>
                    <a:pt x="0" y="36684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13" name="pl1212"/>
            <p:cNvSpPr/>
            <p:nvPr/>
          </p:nvSpPr>
          <p:spPr>
            <a:xfrm>
              <a:off x="1199187" y="4884106"/>
              <a:ext cx="12049831" cy="1420211"/>
            </a:xfrm>
            <a:custGeom>
              <a:avLst/>
              <a:pathLst>
                <a:path w="12049831" h="1420211">
                  <a:moveTo>
                    <a:pt x="0" y="36684"/>
                  </a:moveTo>
                  <a:lnTo>
                    <a:pt x="994940" y="36684"/>
                  </a:lnTo>
                  <a:lnTo>
                    <a:pt x="996076" y="36683"/>
                  </a:lnTo>
                  <a:lnTo>
                    <a:pt x="1003576" y="36678"/>
                  </a:lnTo>
                  <a:lnTo>
                    <a:pt x="1022580" y="36664"/>
                  </a:lnTo>
                  <a:lnTo>
                    <a:pt x="1056806" y="36637"/>
                  </a:lnTo>
                  <a:lnTo>
                    <a:pt x="1108324" y="36592"/>
                  </a:lnTo>
                  <a:lnTo>
                    <a:pt x="1177402" y="36526"/>
                  </a:lnTo>
                  <a:lnTo>
                    <a:pt x="1262567" y="36435"/>
                  </a:lnTo>
                  <a:lnTo>
                    <a:pt x="1360928" y="36319"/>
                  </a:lnTo>
                  <a:lnTo>
                    <a:pt x="1468703" y="36176"/>
                  </a:lnTo>
                  <a:lnTo>
                    <a:pt x="1581815" y="36007"/>
                  </a:lnTo>
                  <a:lnTo>
                    <a:pt x="1696423" y="35812"/>
                  </a:lnTo>
                  <a:lnTo>
                    <a:pt x="1809294" y="35592"/>
                  </a:lnTo>
                  <a:lnTo>
                    <a:pt x="1917981" y="35347"/>
                  </a:lnTo>
                  <a:lnTo>
                    <a:pt x="2020844" y="35076"/>
                  </a:lnTo>
                  <a:lnTo>
                    <a:pt x="2116969" y="34778"/>
                  </a:lnTo>
                  <a:lnTo>
                    <a:pt x="2206029" y="34451"/>
                  </a:lnTo>
                  <a:lnTo>
                    <a:pt x="2288137" y="34092"/>
                  </a:lnTo>
                  <a:lnTo>
                    <a:pt x="2363711" y="33698"/>
                  </a:lnTo>
                  <a:lnTo>
                    <a:pt x="2433368" y="33263"/>
                  </a:lnTo>
                  <a:lnTo>
                    <a:pt x="2497832" y="32784"/>
                  </a:lnTo>
                  <a:lnTo>
                    <a:pt x="2557879" y="32255"/>
                  </a:lnTo>
                  <a:lnTo>
                    <a:pt x="2614286" y="31672"/>
                  </a:lnTo>
                  <a:lnTo>
                    <a:pt x="2667788" y="31031"/>
                  </a:lnTo>
                  <a:lnTo>
                    <a:pt x="2702183" y="30570"/>
                  </a:lnTo>
                  <a:lnTo>
                    <a:pt x="2763830" y="29647"/>
                  </a:lnTo>
                  <a:lnTo>
                    <a:pt x="2823555" y="28631"/>
                  </a:lnTo>
                  <a:lnTo>
                    <a:pt x="2882073" y="27521"/>
                  </a:lnTo>
                  <a:lnTo>
                    <a:pt x="2939911" y="26319"/>
                  </a:lnTo>
                  <a:lnTo>
                    <a:pt x="2997441" y="25029"/>
                  </a:lnTo>
                  <a:lnTo>
                    <a:pt x="3054905" y="23661"/>
                  </a:lnTo>
                  <a:lnTo>
                    <a:pt x="3112438" y="22226"/>
                  </a:lnTo>
                  <a:lnTo>
                    <a:pt x="3170087" y="20741"/>
                  </a:lnTo>
                  <a:lnTo>
                    <a:pt x="3227836" y="19224"/>
                  </a:lnTo>
                  <a:lnTo>
                    <a:pt x="3285627" y="17695"/>
                  </a:lnTo>
                  <a:lnTo>
                    <a:pt x="3343386" y="16175"/>
                  </a:lnTo>
                  <a:lnTo>
                    <a:pt x="3401053" y="14684"/>
                  </a:lnTo>
                  <a:lnTo>
                    <a:pt x="3458603" y="13240"/>
                  </a:lnTo>
                  <a:lnTo>
                    <a:pt x="3516071" y="11861"/>
                  </a:lnTo>
                  <a:lnTo>
                    <a:pt x="3573578" y="10558"/>
                  </a:lnTo>
                  <a:lnTo>
                    <a:pt x="3631348" y="9342"/>
                  </a:lnTo>
                  <a:lnTo>
                    <a:pt x="3689731" y="8218"/>
                  </a:lnTo>
                  <a:lnTo>
                    <a:pt x="3749227" y="7187"/>
                  </a:lnTo>
                  <a:lnTo>
                    <a:pt x="3810522" y="6250"/>
                  </a:lnTo>
                  <a:lnTo>
                    <a:pt x="3820202" y="6114"/>
                  </a:lnTo>
                  <a:lnTo>
                    <a:pt x="3872137" y="5433"/>
                  </a:lnTo>
                  <a:lnTo>
                    <a:pt x="3926529" y="4811"/>
                  </a:lnTo>
                  <a:lnTo>
                    <a:pt x="3984064" y="4246"/>
                  </a:lnTo>
                  <a:lnTo>
                    <a:pt x="4045496" y="3734"/>
                  </a:lnTo>
                  <a:lnTo>
                    <a:pt x="4111605" y="3271"/>
                  </a:lnTo>
                  <a:lnTo>
                    <a:pt x="4183156" y="2850"/>
                  </a:lnTo>
                  <a:lnTo>
                    <a:pt x="4260846" y="2468"/>
                  </a:lnTo>
                  <a:lnTo>
                    <a:pt x="4345236" y="2120"/>
                  </a:lnTo>
                  <a:lnTo>
                    <a:pt x="4436655" y="1803"/>
                  </a:lnTo>
                  <a:lnTo>
                    <a:pt x="4535087" y="1515"/>
                  </a:lnTo>
                  <a:lnTo>
                    <a:pt x="4640024" y="1252"/>
                  </a:lnTo>
                  <a:lnTo>
                    <a:pt x="4750325" y="1015"/>
                  </a:lnTo>
                  <a:lnTo>
                    <a:pt x="4864087" y="803"/>
                  </a:lnTo>
                  <a:lnTo>
                    <a:pt x="4978592" y="617"/>
                  </a:lnTo>
                  <a:lnTo>
                    <a:pt x="5090373" y="457"/>
                  </a:lnTo>
                  <a:lnTo>
                    <a:pt x="5195463" y="323"/>
                  </a:lnTo>
                  <a:lnTo>
                    <a:pt x="5289818" y="215"/>
                  </a:lnTo>
                  <a:lnTo>
                    <a:pt x="5369885" y="133"/>
                  </a:lnTo>
                  <a:lnTo>
                    <a:pt x="5433195" y="74"/>
                  </a:lnTo>
                  <a:lnTo>
                    <a:pt x="5478834" y="35"/>
                  </a:lnTo>
                  <a:lnTo>
                    <a:pt x="5507674" y="13"/>
                  </a:lnTo>
                  <a:lnTo>
                    <a:pt x="5522359" y="3"/>
                  </a:lnTo>
                  <a:lnTo>
                    <a:pt x="5527102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6" y="26"/>
                  </a:lnTo>
                  <a:lnTo>
                    <a:pt x="6530903" y="217"/>
                  </a:lnTo>
                  <a:lnTo>
                    <a:pt x="6549656" y="743"/>
                  </a:lnTo>
                  <a:lnTo>
                    <a:pt x="6583445" y="1780"/>
                  </a:lnTo>
                  <a:lnTo>
                    <a:pt x="6634341" y="3494"/>
                  </a:lnTo>
                  <a:lnTo>
                    <a:pt x="6702647" y="6027"/>
                  </a:lnTo>
                  <a:lnTo>
                    <a:pt x="6786953" y="9486"/>
                  </a:lnTo>
                  <a:lnTo>
                    <a:pt x="6884443" y="13934"/>
                  </a:lnTo>
                  <a:lnTo>
                    <a:pt x="6991408" y="19396"/>
                  </a:lnTo>
                  <a:lnTo>
                    <a:pt x="7103831" y="25867"/>
                  </a:lnTo>
                  <a:lnTo>
                    <a:pt x="7217905" y="33327"/>
                  </a:lnTo>
                  <a:lnTo>
                    <a:pt x="7330406" y="41758"/>
                  </a:lnTo>
                  <a:lnTo>
                    <a:pt x="7438877" y="51154"/>
                  </a:lnTo>
                  <a:lnTo>
                    <a:pt x="7541658" y="61533"/>
                  </a:lnTo>
                  <a:lnTo>
                    <a:pt x="7637804" y="72940"/>
                  </a:lnTo>
                  <a:lnTo>
                    <a:pt x="7726960" y="85451"/>
                  </a:lnTo>
                  <a:lnTo>
                    <a:pt x="7809208" y="99177"/>
                  </a:lnTo>
                  <a:lnTo>
                    <a:pt x="7884942" y="114254"/>
                  </a:lnTo>
                  <a:lnTo>
                    <a:pt x="7954757" y="130846"/>
                  </a:lnTo>
                  <a:lnTo>
                    <a:pt x="8019361" y="149137"/>
                  </a:lnTo>
                  <a:lnTo>
                    <a:pt x="8079517" y="169320"/>
                  </a:lnTo>
                  <a:lnTo>
                    <a:pt x="8135991" y="191574"/>
                  </a:lnTo>
                  <a:lnTo>
                    <a:pt x="8189515" y="216043"/>
                  </a:lnTo>
                  <a:lnTo>
                    <a:pt x="8229629" y="236701"/>
                  </a:lnTo>
                  <a:lnTo>
                    <a:pt x="8283612" y="267725"/>
                  </a:lnTo>
                  <a:lnTo>
                    <a:pt x="8336049" y="301480"/>
                  </a:lnTo>
                  <a:lnTo>
                    <a:pt x="8387446" y="338015"/>
                  </a:lnTo>
                  <a:lnTo>
                    <a:pt x="8438189" y="377316"/>
                  </a:lnTo>
                  <a:lnTo>
                    <a:pt x="8488569" y="419289"/>
                  </a:lnTo>
                  <a:lnTo>
                    <a:pt x="8538794" y="463764"/>
                  </a:lnTo>
                  <a:lnTo>
                    <a:pt x="8589002" y="510484"/>
                  </a:lnTo>
                  <a:lnTo>
                    <a:pt x="8639271" y="559113"/>
                  </a:lnTo>
                  <a:lnTo>
                    <a:pt x="8689630" y="609241"/>
                  </a:lnTo>
                  <a:lnTo>
                    <a:pt x="8740070" y="660398"/>
                  </a:lnTo>
                  <a:lnTo>
                    <a:pt x="8790556" y="712071"/>
                  </a:lnTo>
                  <a:lnTo>
                    <a:pt x="8841040" y="763723"/>
                  </a:lnTo>
                  <a:lnTo>
                    <a:pt x="8891474" y="814820"/>
                  </a:lnTo>
                  <a:lnTo>
                    <a:pt x="8941827" y="864850"/>
                  </a:lnTo>
                  <a:lnTo>
                    <a:pt x="8992089" y="913347"/>
                  </a:lnTo>
                  <a:lnTo>
                    <a:pt x="9042295" y="959908"/>
                  </a:lnTo>
                  <a:lnTo>
                    <a:pt x="9092527" y="1004200"/>
                  </a:lnTo>
                  <a:lnTo>
                    <a:pt x="9142926" y="1045976"/>
                  </a:lnTo>
                  <a:lnTo>
                    <a:pt x="9193707" y="1085068"/>
                  </a:lnTo>
                  <a:lnTo>
                    <a:pt x="9245168" y="1121392"/>
                  </a:lnTo>
                  <a:lnTo>
                    <a:pt x="9297704" y="1154937"/>
                  </a:lnTo>
                  <a:lnTo>
                    <a:pt x="9347647" y="1183509"/>
                  </a:lnTo>
                  <a:lnTo>
                    <a:pt x="9399331" y="1209751"/>
                  </a:lnTo>
                  <a:lnTo>
                    <a:pt x="9453445" y="1233724"/>
                  </a:lnTo>
                  <a:lnTo>
                    <a:pt x="9510665" y="1255508"/>
                  </a:lnTo>
                  <a:lnTo>
                    <a:pt x="9571734" y="1275257"/>
                  </a:lnTo>
                  <a:lnTo>
                    <a:pt x="9637422" y="1293158"/>
                  </a:lnTo>
                  <a:lnTo>
                    <a:pt x="9708482" y="1309402"/>
                  </a:lnTo>
                  <a:lnTo>
                    <a:pt x="9785606" y="1324168"/>
                  </a:lnTo>
                  <a:lnTo>
                    <a:pt x="9869350" y="1337615"/>
                  </a:lnTo>
                  <a:lnTo>
                    <a:pt x="9960051" y="1349875"/>
                  </a:lnTo>
                  <a:lnTo>
                    <a:pt x="10057708" y="1361050"/>
                  </a:lnTo>
                  <a:lnTo>
                    <a:pt x="10161846" y="1371209"/>
                  </a:lnTo>
                  <a:lnTo>
                    <a:pt x="10271375" y="1380392"/>
                  </a:lnTo>
                  <a:lnTo>
                    <a:pt x="10384461" y="1388611"/>
                  </a:lnTo>
                  <a:lnTo>
                    <a:pt x="10498473" y="1395855"/>
                  </a:lnTo>
                  <a:lnTo>
                    <a:pt x="10610035" y="1402105"/>
                  </a:lnTo>
                  <a:lnTo>
                    <a:pt x="10715257" y="1407343"/>
                  </a:lnTo>
                  <a:lnTo>
                    <a:pt x="10810139" y="1411570"/>
                  </a:lnTo>
                  <a:lnTo>
                    <a:pt x="10891120" y="1414818"/>
                  </a:lnTo>
                  <a:lnTo>
                    <a:pt x="10955656" y="1417160"/>
                  </a:lnTo>
                  <a:lnTo>
                    <a:pt x="11002697" y="1418712"/>
                  </a:lnTo>
                  <a:lnTo>
                    <a:pt x="11032937" y="1419622"/>
                  </a:lnTo>
                  <a:lnTo>
                    <a:pt x="11048820" y="1420059"/>
                  </a:lnTo>
                  <a:lnTo>
                    <a:pt x="11054354" y="1420199"/>
                  </a:lnTo>
                  <a:lnTo>
                    <a:pt x="11054891" y="1420211"/>
                  </a:lnTo>
                  <a:lnTo>
                    <a:pt x="12049831" y="1420211"/>
                  </a:lnTo>
                  <a:lnTo>
                    <a:pt x="12049831" y="14202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4" name="pl1213"/>
            <p:cNvSpPr/>
            <p:nvPr/>
          </p:nvSpPr>
          <p:spPr>
            <a:xfrm>
              <a:off x="1199187" y="4868384"/>
              <a:ext cx="12049831" cy="1420211"/>
            </a:xfrm>
            <a:custGeom>
              <a:avLst/>
              <a:pathLst>
                <a:path w="12049831" h="1420211">
                  <a:moveTo>
                    <a:pt x="12049831" y="1420211"/>
                  </a:moveTo>
                  <a:lnTo>
                    <a:pt x="11054891" y="1420211"/>
                  </a:lnTo>
                  <a:lnTo>
                    <a:pt x="11053770" y="1420185"/>
                  </a:lnTo>
                  <a:lnTo>
                    <a:pt x="11046373" y="1419994"/>
                  </a:lnTo>
                  <a:lnTo>
                    <a:pt x="11027621" y="1419468"/>
                  </a:lnTo>
                  <a:lnTo>
                    <a:pt x="10993831" y="1418431"/>
                  </a:lnTo>
                  <a:lnTo>
                    <a:pt x="10942935" y="1416717"/>
                  </a:lnTo>
                  <a:lnTo>
                    <a:pt x="10874629" y="1414184"/>
                  </a:lnTo>
                  <a:lnTo>
                    <a:pt x="10790324" y="1410725"/>
                  </a:lnTo>
                  <a:lnTo>
                    <a:pt x="10692834" y="1406277"/>
                  </a:lnTo>
                  <a:lnTo>
                    <a:pt x="10585868" y="1400815"/>
                  </a:lnTo>
                  <a:lnTo>
                    <a:pt x="10473446" y="1394344"/>
                  </a:lnTo>
                  <a:lnTo>
                    <a:pt x="10359372" y="1386884"/>
                  </a:lnTo>
                  <a:lnTo>
                    <a:pt x="10246871" y="1378453"/>
                  </a:lnTo>
                  <a:lnTo>
                    <a:pt x="10138399" y="1369056"/>
                  </a:lnTo>
                  <a:lnTo>
                    <a:pt x="10035619" y="1358678"/>
                  </a:lnTo>
                  <a:lnTo>
                    <a:pt x="9939472" y="1347271"/>
                  </a:lnTo>
                  <a:lnTo>
                    <a:pt x="9850317" y="1334759"/>
                  </a:lnTo>
                  <a:lnTo>
                    <a:pt x="9768069" y="1321034"/>
                  </a:lnTo>
                  <a:lnTo>
                    <a:pt x="9692334" y="1305957"/>
                  </a:lnTo>
                  <a:lnTo>
                    <a:pt x="9622519" y="1289365"/>
                  </a:lnTo>
                  <a:lnTo>
                    <a:pt x="9557915" y="1271073"/>
                  </a:lnTo>
                  <a:lnTo>
                    <a:pt x="9497760" y="1250891"/>
                  </a:lnTo>
                  <a:lnTo>
                    <a:pt x="9441286" y="1228637"/>
                  </a:lnTo>
                  <a:lnTo>
                    <a:pt x="9387762" y="1204167"/>
                  </a:lnTo>
                  <a:lnTo>
                    <a:pt x="9347647" y="1183509"/>
                  </a:lnTo>
                  <a:lnTo>
                    <a:pt x="9293665" y="1152486"/>
                  </a:lnTo>
                  <a:lnTo>
                    <a:pt x="9241227" y="1118731"/>
                  </a:lnTo>
                  <a:lnTo>
                    <a:pt x="9189831" y="1082196"/>
                  </a:lnTo>
                  <a:lnTo>
                    <a:pt x="9139088" y="1042895"/>
                  </a:lnTo>
                  <a:lnTo>
                    <a:pt x="9088708" y="1000922"/>
                  </a:lnTo>
                  <a:lnTo>
                    <a:pt x="9038482" y="956447"/>
                  </a:lnTo>
                  <a:lnTo>
                    <a:pt x="8988274" y="909727"/>
                  </a:lnTo>
                  <a:lnTo>
                    <a:pt x="8938005" y="861098"/>
                  </a:lnTo>
                  <a:lnTo>
                    <a:pt x="8887646" y="810970"/>
                  </a:lnTo>
                  <a:lnTo>
                    <a:pt x="8837206" y="759812"/>
                  </a:lnTo>
                  <a:lnTo>
                    <a:pt x="8786721" y="708140"/>
                  </a:lnTo>
                  <a:lnTo>
                    <a:pt x="8736237" y="656488"/>
                  </a:lnTo>
                  <a:lnTo>
                    <a:pt x="8685802" y="605391"/>
                  </a:lnTo>
                  <a:lnTo>
                    <a:pt x="8635450" y="555361"/>
                  </a:lnTo>
                  <a:lnTo>
                    <a:pt x="8585187" y="506863"/>
                  </a:lnTo>
                  <a:lnTo>
                    <a:pt x="8534981" y="460303"/>
                  </a:lnTo>
                  <a:lnTo>
                    <a:pt x="8484750" y="416011"/>
                  </a:lnTo>
                  <a:lnTo>
                    <a:pt x="8434351" y="374235"/>
                  </a:lnTo>
                  <a:lnTo>
                    <a:pt x="8383569" y="335142"/>
                  </a:lnTo>
                  <a:lnTo>
                    <a:pt x="8332108" y="298819"/>
                  </a:lnTo>
                  <a:lnTo>
                    <a:pt x="8279573" y="265274"/>
                  </a:lnTo>
                  <a:lnTo>
                    <a:pt x="8229629" y="236701"/>
                  </a:lnTo>
                  <a:lnTo>
                    <a:pt x="8177945" y="210460"/>
                  </a:lnTo>
                  <a:lnTo>
                    <a:pt x="8123831" y="186487"/>
                  </a:lnTo>
                  <a:lnTo>
                    <a:pt x="8066611" y="164703"/>
                  </a:lnTo>
                  <a:lnTo>
                    <a:pt x="8005542" y="144953"/>
                  </a:lnTo>
                  <a:lnTo>
                    <a:pt x="7939855" y="127052"/>
                  </a:lnTo>
                  <a:lnTo>
                    <a:pt x="7868794" y="110809"/>
                  </a:lnTo>
                  <a:lnTo>
                    <a:pt x="7791671" y="96043"/>
                  </a:lnTo>
                  <a:lnTo>
                    <a:pt x="7707926" y="82596"/>
                  </a:lnTo>
                  <a:lnTo>
                    <a:pt x="7617225" y="70336"/>
                  </a:lnTo>
                  <a:lnTo>
                    <a:pt x="7519569" y="59161"/>
                  </a:lnTo>
                  <a:lnTo>
                    <a:pt x="7415430" y="49002"/>
                  </a:lnTo>
                  <a:lnTo>
                    <a:pt x="7305902" y="39819"/>
                  </a:lnTo>
                  <a:lnTo>
                    <a:pt x="7192815" y="31600"/>
                  </a:lnTo>
                  <a:lnTo>
                    <a:pt x="7078804" y="24356"/>
                  </a:lnTo>
                  <a:lnTo>
                    <a:pt x="6967242" y="18106"/>
                  </a:lnTo>
                  <a:lnTo>
                    <a:pt x="6862020" y="12868"/>
                  </a:lnTo>
                  <a:lnTo>
                    <a:pt x="6767137" y="8641"/>
                  </a:lnTo>
                  <a:lnTo>
                    <a:pt x="6686156" y="5393"/>
                  </a:lnTo>
                  <a:lnTo>
                    <a:pt x="6621620" y="3051"/>
                  </a:lnTo>
                  <a:lnTo>
                    <a:pt x="6574580" y="1499"/>
                  </a:lnTo>
                  <a:lnTo>
                    <a:pt x="6544340" y="589"/>
                  </a:lnTo>
                  <a:lnTo>
                    <a:pt x="6528456" y="152"/>
                  </a:lnTo>
                  <a:lnTo>
                    <a:pt x="6522923" y="1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0"/>
                  </a:lnTo>
                  <a:lnTo>
                    <a:pt x="5518809" y="5"/>
                  </a:lnTo>
                  <a:lnTo>
                    <a:pt x="5499805" y="19"/>
                  </a:lnTo>
                  <a:lnTo>
                    <a:pt x="5465579" y="46"/>
                  </a:lnTo>
                  <a:lnTo>
                    <a:pt x="5414061" y="91"/>
                  </a:lnTo>
                  <a:lnTo>
                    <a:pt x="5344983" y="157"/>
                  </a:lnTo>
                  <a:lnTo>
                    <a:pt x="5259818" y="248"/>
                  </a:lnTo>
                  <a:lnTo>
                    <a:pt x="5161457" y="364"/>
                  </a:lnTo>
                  <a:lnTo>
                    <a:pt x="5053682" y="507"/>
                  </a:lnTo>
                  <a:lnTo>
                    <a:pt x="4940570" y="676"/>
                  </a:lnTo>
                  <a:lnTo>
                    <a:pt x="4825962" y="871"/>
                  </a:lnTo>
                  <a:lnTo>
                    <a:pt x="4713091" y="1091"/>
                  </a:lnTo>
                  <a:lnTo>
                    <a:pt x="4604404" y="1337"/>
                  </a:lnTo>
                  <a:lnTo>
                    <a:pt x="4501541" y="1608"/>
                  </a:lnTo>
                  <a:lnTo>
                    <a:pt x="4405416" y="1906"/>
                  </a:lnTo>
                  <a:lnTo>
                    <a:pt x="4316356" y="2233"/>
                  </a:lnTo>
                  <a:lnTo>
                    <a:pt x="4234248" y="2591"/>
                  </a:lnTo>
                  <a:lnTo>
                    <a:pt x="4158674" y="2986"/>
                  </a:lnTo>
                  <a:lnTo>
                    <a:pt x="4089017" y="3420"/>
                  </a:lnTo>
                  <a:lnTo>
                    <a:pt x="4024553" y="3899"/>
                  </a:lnTo>
                  <a:lnTo>
                    <a:pt x="3964506" y="4428"/>
                  </a:lnTo>
                  <a:lnTo>
                    <a:pt x="3908099" y="5011"/>
                  </a:lnTo>
                  <a:lnTo>
                    <a:pt x="3854596" y="5653"/>
                  </a:lnTo>
                  <a:lnTo>
                    <a:pt x="3820202" y="6114"/>
                  </a:lnTo>
                  <a:lnTo>
                    <a:pt x="3758555" y="7037"/>
                  </a:lnTo>
                  <a:lnTo>
                    <a:pt x="3698830" y="8052"/>
                  </a:lnTo>
                  <a:lnTo>
                    <a:pt x="3640312" y="9162"/>
                  </a:lnTo>
                  <a:lnTo>
                    <a:pt x="3582474" y="10365"/>
                  </a:lnTo>
                  <a:lnTo>
                    <a:pt x="3524944" y="11654"/>
                  </a:lnTo>
                  <a:lnTo>
                    <a:pt x="3467480" y="13023"/>
                  </a:lnTo>
                  <a:lnTo>
                    <a:pt x="3409947" y="14457"/>
                  </a:lnTo>
                  <a:lnTo>
                    <a:pt x="3352298" y="15942"/>
                  </a:lnTo>
                  <a:lnTo>
                    <a:pt x="3294549" y="17459"/>
                  </a:lnTo>
                  <a:lnTo>
                    <a:pt x="3236758" y="18988"/>
                  </a:lnTo>
                  <a:lnTo>
                    <a:pt x="3178999" y="20509"/>
                  </a:lnTo>
                  <a:lnTo>
                    <a:pt x="3121332" y="22000"/>
                  </a:lnTo>
                  <a:lnTo>
                    <a:pt x="3063782" y="23443"/>
                  </a:lnTo>
                  <a:lnTo>
                    <a:pt x="3006314" y="24823"/>
                  </a:lnTo>
                  <a:lnTo>
                    <a:pt x="2948807" y="26125"/>
                  </a:lnTo>
                  <a:lnTo>
                    <a:pt x="2891037" y="27342"/>
                  </a:lnTo>
                  <a:lnTo>
                    <a:pt x="2832654" y="28466"/>
                  </a:lnTo>
                  <a:lnTo>
                    <a:pt x="2773158" y="29496"/>
                  </a:lnTo>
                  <a:lnTo>
                    <a:pt x="2711863" y="30433"/>
                  </a:lnTo>
                  <a:lnTo>
                    <a:pt x="2702183" y="30570"/>
                  </a:lnTo>
                  <a:lnTo>
                    <a:pt x="2650248" y="31251"/>
                  </a:lnTo>
                  <a:lnTo>
                    <a:pt x="2595856" y="31873"/>
                  </a:lnTo>
                  <a:lnTo>
                    <a:pt x="2538321" y="32437"/>
                  </a:lnTo>
                  <a:lnTo>
                    <a:pt x="2476889" y="32949"/>
                  </a:lnTo>
                  <a:lnTo>
                    <a:pt x="2410780" y="33413"/>
                  </a:lnTo>
                  <a:lnTo>
                    <a:pt x="2339229" y="33833"/>
                  </a:lnTo>
                  <a:lnTo>
                    <a:pt x="2261539" y="34215"/>
                  </a:lnTo>
                  <a:lnTo>
                    <a:pt x="2177149" y="34563"/>
                  </a:lnTo>
                  <a:lnTo>
                    <a:pt x="2085730" y="34880"/>
                  </a:lnTo>
                  <a:lnTo>
                    <a:pt x="1987298" y="35169"/>
                  </a:lnTo>
                  <a:lnTo>
                    <a:pt x="1882361" y="35431"/>
                  </a:lnTo>
                  <a:lnTo>
                    <a:pt x="1772060" y="35668"/>
                  </a:lnTo>
                  <a:lnTo>
                    <a:pt x="1658298" y="35880"/>
                  </a:lnTo>
                  <a:lnTo>
                    <a:pt x="1543793" y="36066"/>
                  </a:lnTo>
                  <a:lnTo>
                    <a:pt x="1432012" y="36227"/>
                  </a:lnTo>
                  <a:lnTo>
                    <a:pt x="1326922" y="36361"/>
                  </a:lnTo>
                  <a:lnTo>
                    <a:pt x="1232567" y="36468"/>
                  </a:lnTo>
                  <a:lnTo>
                    <a:pt x="1152500" y="36551"/>
                  </a:lnTo>
                  <a:lnTo>
                    <a:pt x="1089190" y="36610"/>
                  </a:lnTo>
                  <a:lnTo>
                    <a:pt x="1043551" y="36648"/>
                  </a:lnTo>
                  <a:lnTo>
                    <a:pt x="1014711" y="36670"/>
                  </a:lnTo>
                  <a:lnTo>
                    <a:pt x="1000026" y="36681"/>
                  </a:lnTo>
                  <a:lnTo>
                    <a:pt x="995283" y="36684"/>
                  </a:lnTo>
                  <a:lnTo>
                    <a:pt x="994940" y="36684"/>
                  </a:lnTo>
                  <a:lnTo>
                    <a:pt x="0" y="36684"/>
                  </a:lnTo>
                  <a:lnTo>
                    <a:pt x="0" y="366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5" name="pg1214"/>
            <p:cNvSpPr/>
            <p:nvPr/>
          </p:nvSpPr>
          <p:spPr>
            <a:xfrm>
              <a:off x="1199187" y="1834057"/>
              <a:ext cx="12049831" cy="3128658"/>
            </a:xfrm>
            <a:custGeom>
              <a:avLst/>
              <a:pathLst>
                <a:path w="12049831" h="3128658">
                  <a:moveTo>
                    <a:pt x="0" y="3091974"/>
                  </a:moveTo>
                  <a:lnTo>
                    <a:pt x="994940" y="3091974"/>
                  </a:lnTo>
                  <a:lnTo>
                    <a:pt x="996076" y="3091974"/>
                  </a:lnTo>
                  <a:lnTo>
                    <a:pt x="1003576" y="3091979"/>
                  </a:lnTo>
                  <a:lnTo>
                    <a:pt x="1022580" y="3091993"/>
                  </a:lnTo>
                  <a:lnTo>
                    <a:pt x="1056806" y="3092020"/>
                  </a:lnTo>
                  <a:lnTo>
                    <a:pt x="1108324" y="3092065"/>
                  </a:lnTo>
                  <a:lnTo>
                    <a:pt x="1177402" y="3092132"/>
                  </a:lnTo>
                  <a:lnTo>
                    <a:pt x="1262567" y="3092222"/>
                  </a:lnTo>
                  <a:lnTo>
                    <a:pt x="1360928" y="3092338"/>
                  </a:lnTo>
                  <a:lnTo>
                    <a:pt x="1468703" y="3092481"/>
                  </a:lnTo>
                  <a:lnTo>
                    <a:pt x="1581815" y="3092650"/>
                  </a:lnTo>
                  <a:lnTo>
                    <a:pt x="1696423" y="3092845"/>
                  </a:lnTo>
                  <a:lnTo>
                    <a:pt x="1809294" y="3093065"/>
                  </a:lnTo>
                  <a:lnTo>
                    <a:pt x="1917981" y="3093311"/>
                  </a:lnTo>
                  <a:lnTo>
                    <a:pt x="2020844" y="3093582"/>
                  </a:lnTo>
                  <a:lnTo>
                    <a:pt x="2116969" y="3093880"/>
                  </a:lnTo>
                  <a:lnTo>
                    <a:pt x="2206029" y="3094207"/>
                  </a:lnTo>
                  <a:lnTo>
                    <a:pt x="2288137" y="3094566"/>
                  </a:lnTo>
                  <a:lnTo>
                    <a:pt x="2363711" y="3094960"/>
                  </a:lnTo>
                  <a:lnTo>
                    <a:pt x="2433368" y="3095394"/>
                  </a:lnTo>
                  <a:lnTo>
                    <a:pt x="2497832" y="3095873"/>
                  </a:lnTo>
                  <a:lnTo>
                    <a:pt x="2557879" y="3096402"/>
                  </a:lnTo>
                  <a:lnTo>
                    <a:pt x="2614286" y="3096986"/>
                  </a:lnTo>
                  <a:lnTo>
                    <a:pt x="2667788" y="3097627"/>
                  </a:lnTo>
                  <a:lnTo>
                    <a:pt x="2702183" y="3098088"/>
                  </a:lnTo>
                  <a:lnTo>
                    <a:pt x="2763830" y="3099011"/>
                  </a:lnTo>
                  <a:lnTo>
                    <a:pt x="2823555" y="3100026"/>
                  </a:lnTo>
                  <a:lnTo>
                    <a:pt x="2882073" y="3101136"/>
                  </a:lnTo>
                  <a:lnTo>
                    <a:pt x="2939911" y="3102339"/>
                  </a:lnTo>
                  <a:lnTo>
                    <a:pt x="2997441" y="3103628"/>
                  </a:lnTo>
                  <a:lnTo>
                    <a:pt x="3054905" y="3104997"/>
                  </a:lnTo>
                  <a:lnTo>
                    <a:pt x="3112438" y="3106431"/>
                  </a:lnTo>
                  <a:lnTo>
                    <a:pt x="3170087" y="3107916"/>
                  </a:lnTo>
                  <a:lnTo>
                    <a:pt x="3227836" y="3109433"/>
                  </a:lnTo>
                  <a:lnTo>
                    <a:pt x="3285627" y="3110962"/>
                  </a:lnTo>
                  <a:lnTo>
                    <a:pt x="3343386" y="3112483"/>
                  </a:lnTo>
                  <a:lnTo>
                    <a:pt x="3401053" y="3113974"/>
                  </a:lnTo>
                  <a:lnTo>
                    <a:pt x="3458603" y="3115417"/>
                  </a:lnTo>
                  <a:lnTo>
                    <a:pt x="3516071" y="3116797"/>
                  </a:lnTo>
                  <a:lnTo>
                    <a:pt x="3573578" y="3118099"/>
                  </a:lnTo>
                  <a:lnTo>
                    <a:pt x="3631348" y="3119316"/>
                  </a:lnTo>
                  <a:lnTo>
                    <a:pt x="3689731" y="3120440"/>
                  </a:lnTo>
                  <a:lnTo>
                    <a:pt x="3749227" y="3121470"/>
                  </a:lnTo>
                  <a:lnTo>
                    <a:pt x="3810522" y="3122407"/>
                  </a:lnTo>
                  <a:lnTo>
                    <a:pt x="3820202" y="3122544"/>
                  </a:lnTo>
                  <a:lnTo>
                    <a:pt x="3872137" y="3123225"/>
                  </a:lnTo>
                  <a:lnTo>
                    <a:pt x="3926529" y="3123847"/>
                  </a:lnTo>
                  <a:lnTo>
                    <a:pt x="3984064" y="3124411"/>
                  </a:lnTo>
                  <a:lnTo>
                    <a:pt x="4045496" y="3124923"/>
                  </a:lnTo>
                  <a:lnTo>
                    <a:pt x="4111605" y="3125387"/>
                  </a:lnTo>
                  <a:lnTo>
                    <a:pt x="4183156" y="3125807"/>
                  </a:lnTo>
                  <a:lnTo>
                    <a:pt x="4260846" y="3126189"/>
                  </a:lnTo>
                  <a:lnTo>
                    <a:pt x="4345236" y="3126537"/>
                  </a:lnTo>
                  <a:lnTo>
                    <a:pt x="4436655" y="3126854"/>
                  </a:lnTo>
                  <a:lnTo>
                    <a:pt x="4535087" y="3127143"/>
                  </a:lnTo>
                  <a:lnTo>
                    <a:pt x="4640024" y="3127405"/>
                  </a:lnTo>
                  <a:lnTo>
                    <a:pt x="4750325" y="3127642"/>
                  </a:lnTo>
                  <a:lnTo>
                    <a:pt x="4864087" y="3127854"/>
                  </a:lnTo>
                  <a:lnTo>
                    <a:pt x="4978592" y="3128041"/>
                  </a:lnTo>
                  <a:lnTo>
                    <a:pt x="5090373" y="3128201"/>
                  </a:lnTo>
                  <a:lnTo>
                    <a:pt x="5195463" y="3128335"/>
                  </a:lnTo>
                  <a:lnTo>
                    <a:pt x="5289818" y="3128443"/>
                  </a:lnTo>
                  <a:lnTo>
                    <a:pt x="5369885" y="3128525"/>
                  </a:lnTo>
                  <a:lnTo>
                    <a:pt x="5433195" y="3128584"/>
                  </a:lnTo>
                  <a:lnTo>
                    <a:pt x="5478834" y="3128622"/>
                  </a:lnTo>
                  <a:lnTo>
                    <a:pt x="5507674" y="3128644"/>
                  </a:lnTo>
                  <a:lnTo>
                    <a:pt x="5522359" y="3128655"/>
                  </a:lnTo>
                  <a:lnTo>
                    <a:pt x="5527102" y="3128658"/>
                  </a:lnTo>
                  <a:lnTo>
                    <a:pt x="5527445" y="3128658"/>
                  </a:lnTo>
                  <a:lnTo>
                    <a:pt x="6522385" y="3128658"/>
                  </a:lnTo>
                  <a:lnTo>
                    <a:pt x="6523450" y="3128602"/>
                  </a:lnTo>
                  <a:lnTo>
                    <a:pt x="6530483" y="3128205"/>
                  </a:lnTo>
                  <a:lnTo>
                    <a:pt x="6548337" y="3127108"/>
                  </a:lnTo>
                  <a:lnTo>
                    <a:pt x="6580568" y="3124944"/>
                  </a:lnTo>
                  <a:lnTo>
                    <a:pt x="6629239" y="3121366"/>
                  </a:lnTo>
                  <a:lnTo>
                    <a:pt x="6694770" y="3116072"/>
                  </a:lnTo>
                  <a:lnTo>
                    <a:pt x="6775966" y="3108831"/>
                  </a:lnTo>
                  <a:lnTo>
                    <a:pt x="6870284" y="3099500"/>
                  </a:lnTo>
                  <a:lnTo>
                    <a:pt x="6974279" y="3088019"/>
                  </a:lnTo>
                  <a:lnTo>
                    <a:pt x="7084147" y="3074391"/>
                  </a:lnTo>
                  <a:lnTo>
                    <a:pt x="7196211" y="3058653"/>
                  </a:lnTo>
                  <a:lnTo>
                    <a:pt x="7307294" y="3040847"/>
                  </a:lnTo>
                  <a:lnTo>
                    <a:pt x="7414911" y="3020992"/>
                  </a:lnTo>
                  <a:lnTo>
                    <a:pt x="7517328" y="2999065"/>
                  </a:lnTo>
                  <a:lnTo>
                    <a:pt x="7613500" y="2974984"/>
                  </a:lnTo>
                  <a:lnTo>
                    <a:pt x="7702963" y="2948605"/>
                  </a:lnTo>
                  <a:lnTo>
                    <a:pt x="7785697" y="2919720"/>
                  </a:lnTo>
                  <a:lnTo>
                    <a:pt x="7862005" y="2888057"/>
                  </a:lnTo>
                  <a:lnTo>
                    <a:pt x="7932402" y="2853289"/>
                  </a:lnTo>
                  <a:lnTo>
                    <a:pt x="7997533" y="2815044"/>
                  </a:lnTo>
                  <a:lnTo>
                    <a:pt x="8058110" y="2772925"/>
                  </a:lnTo>
                  <a:lnTo>
                    <a:pt x="8114866" y="2726538"/>
                  </a:lnTo>
                  <a:lnTo>
                    <a:pt x="8168510" y="2675548"/>
                  </a:lnTo>
                  <a:lnTo>
                    <a:pt x="8219697" y="2619752"/>
                  </a:lnTo>
                  <a:lnTo>
                    <a:pt x="8229629" y="2608088"/>
                  </a:lnTo>
                  <a:lnTo>
                    <a:pt x="8272280" y="2554866"/>
                  </a:lnTo>
                  <a:lnTo>
                    <a:pt x="8313899" y="2497944"/>
                  </a:lnTo>
                  <a:lnTo>
                    <a:pt x="8354752" y="2437246"/>
                  </a:lnTo>
                  <a:lnTo>
                    <a:pt x="8395056" y="2372751"/>
                  </a:lnTo>
                  <a:lnTo>
                    <a:pt x="8434987" y="2304495"/>
                  </a:lnTo>
                  <a:lnTo>
                    <a:pt x="8474685" y="2232580"/>
                  </a:lnTo>
                  <a:lnTo>
                    <a:pt x="8514258" y="2157176"/>
                  </a:lnTo>
                  <a:lnTo>
                    <a:pt x="8553785" y="2078522"/>
                  </a:lnTo>
                  <a:lnTo>
                    <a:pt x="8593320" y="1996930"/>
                  </a:lnTo>
                  <a:lnTo>
                    <a:pt x="8632897" y="1912776"/>
                  </a:lnTo>
                  <a:lnTo>
                    <a:pt x="8672529" y="1826500"/>
                  </a:lnTo>
                  <a:lnTo>
                    <a:pt x="8712216" y="1738593"/>
                  </a:lnTo>
                  <a:lnTo>
                    <a:pt x="8751945" y="1649590"/>
                  </a:lnTo>
                  <a:lnTo>
                    <a:pt x="8791697" y="1560055"/>
                  </a:lnTo>
                  <a:lnTo>
                    <a:pt x="8831446" y="1470564"/>
                  </a:lnTo>
                  <a:lnTo>
                    <a:pt x="8871170" y="1381694"/>
                  </a:lnTo>
                  <a:lnTo>
                    <a:pt x="8910850" y="1294004"/>
                  </a:lnTo>
                  <a:lnTo>
                    <a:pt x="8950473" y="1208023"/>
                  </a:lnTo>
                  <a:lnTo>
                    <a:pt x="8990042" y="1124236"/>
                  </a:lnTo>
                  <a:lnTo>
                    <a:pt x="9029573" y="1043073"/>
                  </a:lnTo>
                  <a:lnTo>
                    <a:pt x="9069103" y="964902"/>
                  </a:lnTo>
                  <a:lnTo>
                    <a:pt x="9108689" y="890020"/>
                  </a:lnTo>
                  <a:lnTo>
                    <a:pt x="9148415" y="818659"/>
                  </a:lnTo>
                  <a:lnTo>
                    <a:pt x="9188394" y="750977"/>
                  </a:lnTo>
                  <a:lnTo>
                    <a:pt x="9228770" y="687065"/>
                  </a:lnTo>
                  <a:lnTo>
                    <a:pt x="9269726" y="626951"/>
                  </a:lnTo>
                  <a:lnTo>
                    <a:pt x="9311485" y="570605"/>
                  </a:lnTo>
                  <a:lnTo>
                    <a:pt x="9347647" y="525810"/>
                  </a:lnTo>
                  <a:lnTo>
                    <a:pt x="9398417" y="469054"/>
                  </a:lnTo>
                  <a:lnTo>
                    <a:pt x="9451523" y="417118"/>
                  </a:lnTo>
                  <a:lnTo>
                    <a:pt x="9507605" y="369841"/>
                  </a:lnTo>
                  <a:lnTo>
                    <a:pt x="9567365" y="326904"/>
                  </a:lnTo>
                  <a:lnTo>
                    <a:pt x="9631533" y="287921"/>
                  </a:lnTo>
                  <a:lnTo>
                    <a:pt x="9700829" y="252493"/>
                  </a:lnTo>
                  <a:lnTo>
                    <a:pt x="9775915" y="220240"/>
                  </a:lnTo>
                  <a:lnTo>
                    <a:pt x="9857340" y="190826"/>
                  </a:lnTo>
                  <a:lnTo>
                    <a:pt x="9945455" y="163968"/>
                  </a:lnTo>
                  <a:lnTo>
                    <a:pt x="10040315" y="139444"/>
                  </a:lnTo>
                  <a:lnTo>
                    <a:pt x="10141554" y="117097"/>
                  </a:lnTo>
                  <a:lnTo>
                    <a:pt x="10248253" y="96834"/>
                  </a:lnTo>
                  <a:lnTo>
                    <a:pt x="10358820" y="78621"/>
                  </a:lnTo>
                  <a:lnTo>
                    <a:pt x="10470922" y="62469"/>
                  </a:lnTo>
                  <a:lnTo>
                    <a:pt x="10581507" y="48417"/>
                  </a:lnTo>
                  <a:lnTo>
                    <a:pt x="10686975" y="36508"/>
                  </a:lnTo>
                  <a:lnTo>
                    <a:pt x="10783510" y="26752"/>
                  </a:lnTo>
                  <a:lnTo>
                    <a:pt x="10867553" y="19105"/>
                  </a:lnTo>
                  <a:lnTo>
                    <a:pt x="10936340" y="13439"/>
                  </a:lnTo>
                  <a:lnTo>
                    <a:pt x="10988382" y="9542"/>
                  </a:lnTo>
                  <a:lnTo>
                    <a:pt x="11023767" y="7124"/>
                  </a:lnTo>
                  <a:lnTo>
                    <a:pt x="11044240" y="5844"/>
                  </a:lnTo>
                  <a:lnTo>
                    <a:pt x="11053076" y="533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7" y="55"/>
                  </a:lnTo>
                  <a:lnTo>
                    <a:pt x="11046794" y="453"/>
                  </a:lnTo>
                  <a:lnTo>
                    <a:pt x="11028940" y="1550"/>
                  </a:lnTo>
                  <a:lnTo>
                    <a:pt x="10996709" y="3713"/>
                  </a:lnTo>
                  <a:lnTo>
                    <a:pt x="10948038" y="7291"/>
                  </a:lnTo>
                  <a:lnTo>
                    <a:pt x="10882507" y="12586"/>
                  </a:lnTo>
                  <a:lnTo>
                    <a:pt x="10801310" y="19827"/>
                  </a:lnTo>
                  <a:lnTo>
                    <a:pt x="10706993" y="29157"/>
                  </a:lnTo>
                  <a:lnTo>
                    <a:pt x="10602997" y="40638"/>
                  </a:lnTo>
                  <a:lnTo>
                    <a:pt x="10493130" y="54267"/>
                  </a:lnTo>
                  <a:lnTo>
                    <a:pt x="10381065" y="70005"/>
                  </a:lnTo>
                  <a:lnTo>
                    <a:pt x="10269983" y="87811"/>
                  </a:lnTo>
                  <a:lnTo>
                    <a:pt x="10162365" y="107665"/>
                  </a:lnTo>
                  <a:lnTo>
                    <a:pt x="10059948" y="129592"/>
                  </a:lnTo>
                  <a:lnTo>
                    <a:pt x="9963776" y="153673"/>
                  </a:lnTo>
                  <a:lnTo>
                    <a:pt x="9874313" y="180052"/>
                  </a:lnTo>
                  <a:lnTo>
                    <a:pt x="9791579" y="208938"/>
                  </a:lnTo>
                  <a:lnTo>
                    <a:pt x="9715271" y="240601"/>
                  </a:lnTo>
                  <a:lnTo>
                    <a:pt x="9644875" y="275369"/>
                  </a:lnTo>
                  <a:lnTo>
                    <a:pt x="9579744" y="313613"/>
                  </a:lnTo>
                  <a:lnTo>
                    <a:pt x="9519166" y="355733"/>
                  </a:lnTo>
                  <a:lnTo>
                    <a:pt x="9462411" y="402119"/>
                  </a:lnTo>
                  <a:lnTo>
                    <a:pt x="9408767" y="453109"/>
                  </a:lnTo>
                  <a:lnTo>
                    <a:pt x="9357579" y="508906"/>
                  </a:lnTo>
                  <a:lnTo>
                    <a:pt x="9347647" y="520569"/>
                  </a:lnTo>
                  <a:lnTo>
                    <a:pt x="9304996" y="573792"/>
                  </a:lnTo>
                  <a:lnTo>
                    <a:pt x="9263378" y="630714"/>
                  </a:lnTo>
                  <a:lnTo>
                    <a:pt x="9222525" y="691412"/>
                  </a:lnTo>
                  <a:lnTo>
                    <a:pt x="9182221" y="755907"/>
                  </a:lnTo>
                  <a:lnTo>
                    <a:pt x="9142289" y="824163"/>
                  </a:lnTo>
                  <a:lnTo>
                    <a:pt x="9102591" y="896078"/>
                  </a:lnTo>
                  <a:lnTo>
                    <a:pt x="9063018" y="971482"/>
                  </a:lnTo>
                  <a:lnTo>
                    <a:pt x="9023492" y="1050135"/>
                  </a:lnTo>
                  <a:lnTo>
                    <a:pt x="8983957" y="1131728"/>
                  </a:lnTo>
                  <a:lnTo>
                    <a:pt x="8944380" y="1215881"/>
                  </a:lnTo>
                  <a:lnTo>
                    <a:pt x="8904748" y="1302158"/>
                  </a:lnTo>
                  <a:lnTo>
                    <a:pt x="8865061" y="1390064"/>
                  </a:lnTo>
                  <a:lnTo>
                    <a:pt x="8825331" y="1479067"/>
                  </a:lnTo>
                  <a:lnTo>
                    <a:pt x="8785580" y="1568603"/>
                  </a:lnTo>
                  <a:lnTo>
                    <a:pt x="8745830" y="1658094"/>
                  </a:lnTo>
                  <a:lnTo>
                    <a:pt x="8706106" y="1746964"/>
                  </a:lnTo>
                  <a:lnTo>
                    <a:pt x="8666427" y="1834654"/>
                  </a:lnTo>
                  <a:lnTo>
                    <a:pt x="8626803" y="1920634"/>
                  </a:lnTo>
                  <a:lnTo>
                    <a:pt x="8587234" y="2004421"/>
                  </a:lnTo>
                  <a:lnTo>
                    <a:pt x="8547703" y="2085584"/>
                  </a:lnTo>
                  <a:lnTo>
                    <a:pt x="8508174" y="2163756"/>
                  </a:lnTo>
                  <a:lnTo>
                    <a:pt x="8468588" y="2238637"/>
                  </a:lnTo>
                  <a:lnTo>
                    <a:pt x="8428861" y="2309998"/>
                  </a:lnTo>
                  <a:lnTo>
                    <a:pt x="8388882" y="2377681"/>
                  </a:lnTo>
                  <a:lnTo>
                    <a:pt x="8348506" y="2441592"/>
                  </a:lnTo>
                  <a:lnTo>
                    <a:pt x="8307551" y="2501706"/>
                  </a:lnTo>
                  <a:lnTo>
                    <a:pt x="8265792" y="2558053"/>
                  </a:lnTo>
                  <a:lnTo>
                    <a:pt x="8229629" y="2602848"/>
                  </a:lnTo>
                  <a:lnTo>
                    <a:pt x="8178859" y="2659604"/>
                  </a:lnTo>
                  <a:lnTo>
                    <a:pt x="8125753" y="2711539"/>
                  </a:lnTo>
                  <a:lnTo>
                    <a:pt x="8069672" y="2758817"/>
                  </a:lnTo>
                  <a:lnTo>
                    <a:pt x="8009912" y="2801754"/>
                  </a:lnTo>
                  <a:lnTo>
                    <a:pt x="7945743" y="2840737"/>
                  </a:lnTo>
                  <a:lnTo>
                    <a:pt x="7876448" y="2876165"/>
                  </a:lnTo>
                  <a:lnTo>
                    <a:pt x="7801361" y="2908417"/>
                  </a:lnTo>
                  <a:lnTo>
                    <a:pt x="7719936" y="2937831"/>
                  </a:lnTo>
                  <a:lnTo>
                    <a:pt x="7631821" y="2964690"/>
                  </a:lnTo>
                  <a:lnTo>
                    <a:pt x="7536961" y="2989214"/>
                  </a:lnTo>
                  <a:lnTo>
                    <a:pt x="7435723" y="3011561"/>
                  </a:lnTo>
                  <a:lnTo>
                    <a:pt x="7329024" y="3031823"/>
                  </a:lnTo>
                  <a:lnTo>
                    <a:pt x="7218456" y="3050037"/>
                  </a:lnTo>
                  <a:lnTo>
                    <a:pt x="7106354" y="3066189"/>
                  </a:lnTo>
                  <a:lnTo>
                    <a:pt x="6995769" y="3080240"/>
                  </a:lnTo>
                  <a:lnTo>
                    <a:pt x="6890301" y="3092150"/>
                  </a:lnTo>
                  <a:lnTo>
                    <a:pt x="6793766" y="3101905"/>
                  </a:lnTo>
                  <a:lnTo>
                    <a:pt x="6709724" y="3109553"/>
                  </a:lnTo>
                  <a:lnTo>
                    <a:pt x="6640936" y="3115219"/>
                  </a:lnTo>
                  <a:lnTo>
                    <a:pt x="6588895" y="3119116"/>
                  </a:lnTo>
                  <a:lnTo>
                    <a:pt x="6553509" y="3121534"/>
                  </a:lnTo>
                  <a:lnTo>
                    <a:pt x="6533037" y="3122814"/>
                  </a:lnTo>
                  <a:lnTo>
                    <a:pt x="6524201" y="3123321"/>
                  </a:lnTo>
                  <a:lnTo>
                    <a:pt x="6522385" y="3123417"/>
                  </a:lnTo>
                  <a:lnTo>
                    <a:pt x="5527445" y="3123417"/>
                  </a:lnTo>
                  <a:lnTo>
                    <a:pt x="5526309" y="3123417"/>
                  </a:lnTo>
                  <a:lnTo>
                    <a:pt x="5518809" y="3123412"/>
                  </a:lnTo>
                  <a:lnTo>
                    <a:pt x="5499805" y="3123398"/>
                  </a:lnTo>
                  <a:lnTo>
                    <a:pt x="5465579" y="3123371"/>
                  </a:lnTo>
                  <a:lnTo>
                    <a:pt x="5414061" y="3123326"/>
                  </a:lnTo>
                  <a:lnTo>
                    <a:pt x="5344983" y="3123260"/>
                  </a:lnTo>
                  <a:lnTo>
                    <a:pt x="5259818" y="3123169"/>
                  </a:lnTo>
                  <a:lnTo>
                    <a:pt x="5161457" y="3123053"/>
                  </a:lnTo>
                  <a:lnTo>
                    <a:pt x="5053682" y="3122910"/>
                  </a:lnTo>
                  <a:lnTo>
                    <a:pt x="4940570" y="3122741"/>
                  </a:lnTo>
                  <a:lnTo>
                    <a:pt x="4825962" y="3122546"/>
                  </a:lnTo>
                  <a:lnTo>
                    <a:pt x="4713091" y="3122326"/>
                  </a:lnTo>
                  <a:lnTo>
                    <a:pt x="4604404" y="3122080"/>
                  </a:lnTo>
                  <a:lnTo>
                    <a:pt x="4501541" y="3121809"/>
                  </a:lnTo>
                  <a:lnTo>
                    <a:pt x="4405416" y="3121511"/>
                  </a:lnTo>
                  <a:lnTo>
                    <a:pt x="4316356" y="3121184"/>
                  </a:lnTo>
                  <a:lnTo>
                    <a:pt x="4234248" y="3120825"/>
                  </a:lnTo>
                  <a:lnTo>
                    <a:pt x="4158674" y="3120431"/>
                  </a:lnTo>
                  <a:lnTo>
                    <a:pt x="4089017" y="3119997"/>
                  </a:lnTo>
                  <a:lnTo>
                    <a:pt x="4024553" y="3119518"/>
                  </a:lnTo>
                  <a:lnTo>
                    <a:pt x="3964506" y="3118989"/>
                  </a:lnTo>
                  <a:lnTo>
                    <a:pt x="3908099" y="3118405"/>
                  </a:lnTo>
                  <a:lnTo>
                    <a:pt x="3854596" y="3117764"/>
                  </a:lnTo>
                  <a:lnTo>
                    <a:pt x="3820202" y="3117303"/>
                  </a:lnTo>
                  <a:lnTo>
                    <a:pt x="3758555" y="3116380"/>
                  </a:lnTo>
                  <a:lnTo>
                    <a:pt x="3698830" y="3115365"/>
                  </a:lnTo>
                  <a:lnTo>
                    <a:pt x="3640312" y="3114255"/>
                  </a:lnTo>
                  <a:lnTo>
                    <a:pt x="3582474" y="3113052"/>
                  </a:lnTo>
                  <a:lnTo>
                    <a:pt x="3524944" y="3111763"/>
                  </a:lnTo>
                  <a:lnTo>
                    <a:pt x="3467480" y="3110394"/>
                  </a:lnTo>
                  <a:lnTo>
                    <a:pt x="3409947" y="3108960"/>
                  </a:lnTo>
                  <a:lnTo>
                    <a:pt x="3352298" y="3107475"/>
                  </a:lnTo>
                  <a:lnTo>
                    <a:pt x="3294549" y="3105958"/>
                  </a:lnTo>
                  <a:lnTo>
                    <a:pt x="3236758" y="3104429"/>
                  </a:lnTo>
                  <a:lnTo>
                    <a:pt x="3178999" y="3102908"/>
                  </a:lnTo>
                  <a:lnTo>
                    <a:pt x="3121332" y="3101417"/>
                  </a:lnTo>
                  <a:lnTo>
                    <a:pt x="3063782" y="3099974"/>
                  </a:lnTo>
                  <a:lnTo>
                    <a:pt x="3006314" y="3098594"/>
                  </a:lnTo>
                  <a:lnTo>
                    <a:pt x="2948807" y="3097292"/>
                  </a:lnTo>
                  <a:lnTo>
                    <a:pt x="2891037" y="3096075"/>
                  </a:lnTo>
                  <a:lnTo>
                    <a:pt x="2832654" y="3094951"/>
                  </a:lnTo>
                  <a:lnTo>
                    <a:pt x="2773158" y="3093921"/>
                  </a:lnTo>
                  <a:lnTo>
                    <a:pt x="2711863" y="3092984"/>
                  </a:lnTo>
                  <a:lnTo>
                    <a:pt x="2702183" y="3092847"/>
                  </a:lnTo>
                  <a:lnTo>
                    <a:pt x="2650248" y="3092166"/>
                  </a:lnTo>
                  <a:lnTo>
                    <a:pt x="2595856" y="3091544"/>
                  </a:lnTo>
                  <a:lnTo>
                    <a:pt x="2538321" y="3090980"/>
                  </a:lnTo>
                  <a:lnTo>
                    <a:pt x="2476889" y="3090468"/>
                  </a:lnTo>
                  <a:lnTo>
                    <a:pt x="2410780" y="3090004"/>
                  </a:lnTo>
                  <a:lnTo>
                    <a:pt x="2339229" y="3089584"/>
                  </a:lnTo>
                  <a:lnTo>
                    <a:pt x="2261539" y="3089202"/>
                  </a:lnTo>
                  <a:lnTo>
                    <a:pt x="2177149" y="3088854"/>
                  </a:lnTo>
                  <a:lnTo>
                    <a:pt x="2085730" y="3088537"/>
                  </a:lnTo>
                  <a:lnTo>
                    <a:pt x="1987298" y="3088248"/>
                  </a:lnTo>
                  <a:lnTo>
                    <a:pt x="1882361" y="3087986"/>
                  </a:lnTo>
                  <a:lnTo>
                    <a:pt x="1772060" y="3087749"/>
                  </a:lnTo>
                  <a:lnTo>
                    <a:pt x="1658298" y="3087537"/>
                  </a:lnTo>
                  <a:lnTo>
                    <a:pt x="1543793" y="3087351"/>
                  </a:lnTo>
                  <a:lnTo>
                    <a:pt x="1432012" y="3087190"/>
                  </a:lnTo>
                  <a:lnTo>
                    <a:pt x="1326922" y="3087056"/>
                  </a:lnTo>
                  <a:lnTo>
                    <a:pt x="1232567" y="3086948"/>
                  </a:lnTo>
                  <a:lnTo>
                    <a:pt x="1152500" y="3086866"/>
                  </a:lnTo>
                  <a:lnTo>
                    <a:pt x="1089190" y="3086807"/>
                  </a:lnTo>
                  <a:lnTo>
                    <a:pt x="1043551" y="3086769"/>
                  </a:lnTo>
                  <a:lnTo>
                    <a:pt x="1014711" y="3086747"/>
                  </a:lnTo>
                  <a:lnTo>
                    <a:pt x="1000026" y="3086736"/>
                  </a:lnTo>
                  <a:lnTo>
                    <a:pt x="995283" y="3086733"/>
                  </a:lnTo>
                  <a:lnTo>
                    <a:pt x="994940" y="3086733"/>
                  </a:lnTo>
                  <a:lnTo>
                    <a:pt x="0" y="3086733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16" name="pl1215"/>
            <p:cNvSpPr/>
            <p:nvPr/>
          </p:nvSpPr>
          <p:spPr>
            <a:xfrm>
              <a:off x="1199187" y="1839298"/>
              <a:ext cx="12049831" cy="3123417"/>
            </a:xfrm>
            <a:custGeom>
              <a:avLst/>
              <a:pathLst>
                <a:path w="12049831" h="3123417">
                  <a:moveTo>
                    <a:pt x="0" y="3086733"/>
                  </a:moveTo>
                  <a:lnTo>
                    <a:pt x="994940" y="3086733"/>
                  </a:lnTo>
                  <a:lnTo>
                    <a:pt x="996076" y="3086734"/>
                  </a:lnTo>
                  <a:lnTo>
                    <a:pt x="1003576" y="3086739"/>
                  </a:lnTo>
                  <a:lnTo>
                    <a:pt x="1022580" y="3086752"/>
                  </a:lnTo>
                  <a:lnTo>
                    <a:pt x="1056806" y="3086780"/>
                  </a:lnTo>
                  <a:lnTo>
                    <a:pt x="1108324" y="3086825"/>
                  </a:lnTo>
                  <a:lnTo>
                    <a:pt x="1177402" y="3086891"/>
                  </a:lnTo>
                  <a:lnTo>
                    <a:pt x="1262567" y="3086981"/>
                  </a:lnTo>
                  <a:lnTo>
                    <a:pt x="1360928" y="3087098"/>
                  </a:lnTo>
                  <a:lnTo>
                    <a:pt x="1468703" y="3087241"/>
                  </a:lnTo>
                  <a:lnTo>
                    <a:pt x="1581815" y="3087410"/>
                  </a:lnTo>
                  <a:lnTo>
                    <a:pt x="1696423" y="3087605"/>
                  </a:lnTo>
                  <a:lnTo>
                    <a:pt x="1809294" y="3087825"/>
                  </a:lnTo>
                  <a:lnTo>
                    <a:pt x="1917981" y="3088070"/>
                  </a:lnTo>
                  <a:lnTo>
                    <a:pt x="2020844" y="3088341"/>
                  </a:lnTo>
                  <a:lnTo>
                    <a:pt x="2116969" y="3088639"/>
                  </a:lnTo>
                  <a:lnTo>
                    <a:pt x="2206029" y="3088966"/>
                  </a:lnTo>
                  <a:lnTo>
                    <a:pt x="2288137" y="3089325"/>
                  </a:lnTo>
                  <a:lnTo>
                    <a:pt x="2363711" y="3089719"/>
                  </a:lnTo>
                  <a:lnTo>
                    <a:pt x="2433368" y="3090154"/>
                  </a:lnTo>
                  <a:lnTo>
                    <a:pt x="2497832" y="3090633"/>
                  </a:lnTo>
                  <a:lnTo>
                    <a:pt x="2557879" y="3091162"/>
                  </a:lnTo>
                  <a:lnTo>
                    <a:pt x="2614286" y="3091745"/>
                  </a:lnTo>
                  <a:lnTo>
                    <a:pt x="2667788" y="3092386"/>
                  </a:lnTo>
                  <a:lnTo>
                    <a:pt x="2702183" y="3092847"/>
                  </a:lnTo>
                  <a:lnTo>
                    <a:pt x="2763830" y="3093770"/>
                  </a:lnTo>
                  <a:lnTo>
                    <a:pt x="2823555" y="3094786"/>
                  </a:lnTo>
                  <a:lnTo>
                    <a:pt x="2882073" y="3095896"/>
                  </a:lnTo>
                  <a:lnTo>
                    <a:pt x="2939911" y="3097098"/>
                  </a:lnTo>
                  <a:lnTo>
                    <a:pt x="2997441" y="3098388"/>
                  </a:lnTo>
                  <a:lnTo>
                    <a:pt x="3054905" y="3099756"/>
                  </a:lnTo>
                  <a:lnTo>
                    <a:pt x="3112438" y="3101191"/>
                  </a:lnTo>
                  <a:lnTo>
                    <a:pt x="3170087" y="3102676"/>
                  </a:lnTo>
                  <a:lnTo>
                    <a:pt x="3227836" y="3104193"/>
                  </a:lnTo>
                  <a:lnTo>
                    <a:pt x="3285627" y="3105722"/>
                  </a:lnTo>
                  <a:lnTo>
                    <a:pt x="3343386" y="3107242"/>
                  </a:lnTo>
                  <a:lnTo>
                    <a:pt x="3401053" y="3108733"/>
                  </a:lnTo>
                  <a:lnTo>
                    <a:pt x="3458603" y="3110177"/>
                  </a:lnTo>
                  <a:lnTo>
                    <a:pt x="3516071" y="3111556"/>
                  </a:lnTo>
                  <a:lnTo>
                    <a:pt x="3573578" y="3112859"/>
                  </a:lnTo>
                  <a:lnTo>
                    <a:pt x="3631348" y="3114075"/>
                  </a:lnTo>
                  <a:lnTo>
                    <a:pt x="3689731" y="3115199"/>
                  </a:lnTo>
                  <a:lnTo>
                    <a:pt x="3749227" y="3116230"/>
                  </a:lnTo>
                  <a:lnTo>
                    <a:pt x="3810522" y="3117167"/>
                  </a:lnTo>
                  <a:lnTo>
                    <a:pt x="3820202" y="3117303"/>
                  </a:lnTo>
                  <a:lnTo>
                    <a:pt x="3872137" y="3117984"/>
                  </a:lnTo>
                  <a:lnTo>
                    <a:pt x="3926529" y="3118606"/>
                  </a:lnTo>
                  <a:lnTo>
                    <a:pt x="3984064" y="3119171"/>
                  </a:lnTo>
                  <a:lnTo>
                    <a:pt x="4045496" y="3119682"/>
                  </a:lnTo>
                  <a:lnTo>
                    <a:pt x="4111605" y="3120146"/>
                  </a:lnTo>
                  <a:lnTo>
                    <a:pt x="4183156" y="3120567"/>
                  </a:lnTo>
                  <a:lnTo>
                    <a:pt x="4260846" y="3120949"/>
                  </a:lnTo>
                  <a:lnTo>
                    <a:pt x="4345236" y="3121297"/>
                  </a:lnTo>
                  <a:lnTo>
                    <a:pt x="4436655" y="3121614"/>
                  </a:lnTo>
                  <a:lnTo>
                    <a:pt x="4535087" y="3121902"/>
                  </a:lnTo>
                  <a:lnTo>
                    <a:pt x="4640024" y="3122165"/>
                  </a:lnTo>
                  <a:lnTo>
                    <a:pt x="4750325" y="3122402"/>
                  </a:lnTo>
                  <a:lnTo>
                    <a:pt x="4864087" y="3122614"/>
                  </a:lnTo>
                  <a:lnTo>
                    <a:pt x="4978592" y="3122800"/>
                  </a:lnTo>
                  <a:lnTo>
                    <a:pt x="5090373" y="3122960"/>
                  </a:lnTo>
                  <a:lnTo>
                    <a:pt x="5195463" y="3123094"/>
                  </a:lnTo>
                  <a:lnTo>
                    <a:pt x="5289818" y="3123202"/>
                  </a:lnTo>
                  <a:lnTo>
                    <a:pt x="5369885" y="3123284"/>
                  </a:lnTo>
                  <a:lnTo>
                    <a:pt x="5433195" y="3123343"/>
                  </a:lnTo>
                  <a:lnTo>
                    <a:pt x="5478834" y="3123382"/>
                  </a:lnTo>
                  <a:lnTo>
                    <a:pt x="5507674" y="3123404"/>
                  </a:lnTo>
                  <a:lnTo>
                    <a:pt x="5522359" y="3123414"/>
                  </a:lnTo>
                  <a:lnTo>
                    <a:pt x="5527102" y="3123417"/>
                  </a:lnTo>
                  <a:lnTo>
                    <a:pt x="5527445" y="3123417"/>
                  </a:lnTo>
                  <a:lnTo>
                    <a:pt x="6522385" y="3123417"/>
                  </a:lnTo>
                  <a:lnTo>
                    <a:pt x="6523450" y="3123362"/>
                  </a:lnTo>
                  <a:lnTo>
                    <a:pt x="6530483" y="3122964"/>
                  </a:lnTo>
                  <a:lnTo>
                    <a:pt x="6548337" y="3121867"/>
                  </a:lnTo>
                  <a:lnTo>
                    <a:pt x="6580568" y="3119704"/>
                  </a:lnTo>
                  <a:lnTo>
                    <a:pt x="6629239" y="3116126"/>
                  </a:lnTo>
                  <a:lnTo>
                    <a:pt x="6694770" y="3110831"/>
                  </a:lnTo>
                  <a:lnTo>
                    <a:pt x="6775966" y="3103590"/>
                  </a:lnTo>
                  <a:lnTo>
                    <a:pt x="6870284" y="3094260"/>
                  </a:lnTo>
                  <a:lnTo>
                    <a:pt x="6974279" y="3082779"/>
                  </a:lnTo>
                  <a:lnTo>
                    <a:pt x="7084147" y="3069150"/>
                  </a:lnTo>
                  <a:lnTo>
                    <a:pt x="7196211" y="3053412"/>
                  </a:lnTo>
                  <a:lnTo>
                    <a:pt x="7307294" y="3035606"/>
                  </a:lnTo>
                  <a:lnTo>
                    <a:pt x="7414911" y="3015752"/>
                  </a:lnTo>
                  <a:lnTo>
                    <a:pt x="7517328" y="2993825"/>
                  </a:lnTo>
                  <a:lnTo>
                    <a:pt x="7613500" y="2969744"/>
                  </a:lnTo>
                  <a:lnTo>
                    <a:pt x="7702963" y="2943365"/>
                  </a:lnTo>
                  <a:lnTo>
                    <a:pt x="7785697" y="2914479"/>
                  </a:lnTo>
                  <a:lnTo>
                    <a:pt x="7862005" y="2882816"/>
                  </a:lnTo>
                  <a:lnTo>
                    <a:pt x="7932402" y="2848048"/>
                  </a:lnTo>
                  <a:lnTo>
                    <a:pt x="7997533" y="2809803"/>
                  </a:lnTo>
                  <a:lnTo>
                    <a:pt x="8058110" y="2767684"/>
                  </a:lnTo>
                  <a:lnTo>
                    <a:pt x="8114866" y="2721298"/>
                  </a:lnTo>
                  <a:lnTo>
                    <a:pt x="8168510" y="2670307"/>
                  </a:lnTo>
                  <a:lnTo>
                    <a:pt x="8219697" y="2614511"/>
                  </a:lnTo>
                  <a:lnTo>
                    <a:pt x="8229629" y="2602848"/>
                  </a:lnTo>
                  <a:lnTo>
                    <a:pt x="8272280" y="2549625"/>
                  </a:lnTo>
                  <a:lnTo>
                    <a:pt x="8313899" y="2492703"/>
                  </a:lnTo>
                  <a:lnTo>
                    <a:pt x="8354752" y="2432005"/>
                  </a:lnTo>
                  <a:lnTo>
                    <a:pt x="8395056" y="2367510"/>
                  </a:lnTo>
                  <a:lnTo>
                    <a:pt x="8434987" y="2299254"/>
                  </a:lnTo>
                  <a:lnTo>
                    <a:pt x="8474685" y="2227339"/>
                  </a:lnTo>
                  <a:lnTo>
                    <a:pt x="8514258" y="2151935"/>
                  </a:lnTo>
                  <a:lnTo>
                    <a:pt x="8553785" y="2073282"/>
                  </a:lnTo>
                  <a:lnTo>
                    <a:pt x="8593320" y="1991689"/>
                  </a:lnTo>
                  <a:lnTo>
                    <a:pt x="8632897" y="1907536"/>
                  </a:lnTo>
                  <a:lnTo>
                    <a:pt x="8672529" y="1821259"/>
                  </a:lnTo>
                  <a:lnTo>
                    <a:pt x="8712216" y="1733352"/>
                  </a:lnTo>
                  <a:lnTo>
                    <a:pt x="8751945" y="1644350"/>
                  </a:lnTo>
                  <a:lnTo>
                    <a:pt x="8791697" y="1554814"/>
                  </a:lnTo>
                  <a:lnTo>
                    <a:pt x="8831446" y="1465323"/>
                  </a:lnTo>
                  <a:lnTo>
                    <a:pt x="8871170" y="1376453"/>
                  </a:lnTo>
                  <a:lnTo>
                    <a:pt x="8910850" y="1288763"/>
                  </a:lnTo>
                  <a:lnTo>
                    <a:pt x="8950473" y="1202783"/>
                  </a:lnTo>
                  <a:lnTo>
                    <a:pt x="8990042" y="1118996"/>
                  </a:lnTo>
                  <a:lnTo>
                    <a:pt x="9029573" y="1037833"/>
                  </a:lnTo>
                  <a:lnTo>
                    <a:pt x="9069103" y="959661"/>
                  </a:lnTo>
                  <a:lnTo>
                    <a:pt x="9108689" y="884780"/>
                  </a:lnTo>
                  <a:lnTo>
                    <a:pt x="9148415" y="813419"/>
                  </a:lnTo>
                  <a:lnTo>
                    <a:pt x="9188394" y="745736"/>
                  </a:lnTo>
                  <a:lnTo>
                    <a:pt x="9228770" y="681825"/>
                  </a:lnTo>
                  <a:lnTo>
                    <a:pt x="9269726" y="621711"/>
                  </a:lnTo>
                  <a:lnTo>
                    <a:pt x="9311485" y="565364"/>
                  </a:lnTo>
                  <a:lnTo>
                    <a:pt x="9347647" y="520569"/>
                  </a:lnTo>
                  <a:lnTo>
                    <a:pt x="9398417" y="463813"/>
                  </a:lnTo>
                  <a:lnTo>
                    <a:pt x="9451523" y="411878"/>
                  </a:lnTo>
                  <a:lnTo>
                    <a:pt x="9507605" y="364600"/>
                  </a:lnTo>
                  <a:lnTo>
                    <a:pt x="9567365" y="321663"/>
                  </a:lnTo>
                  <a:lnTo>
                    <a:pt x="9631533" y="282680"/>
                  </a:lnTo>
                  <a:lnTo>
                    <a:pt x="9700829" y="247252"/>
                  </a:lnTo>
                  <a:lnTo>
                    <a:pt x="9775915" y="215000"/>
                  </a:lnTo>
                  <a:lnTo>
                    <a:pt x="9857340" y="185586"/>
                  </a:lnTo>
                  <a:lnTo>
                    <a:pt x="9945455" y="158727"/>
                  </a:lnTo>
                  <a:lnTo>
                    <a:pt x="10040315" y="134203"/>
                  </a:lnTo>
                  <a:lnTo>
                    <a:pt x="10141554" y="111856"/>
                  </a:lnTo>
                  <a:lnTo>
                    <a:pt x="10248253" y="91594"/>
                  </a:lnTo>
                  <a:lnTo>
                    <a:pt x="10358820" y="73380"/>
                  </a:lnTo>
                  <a:lnTo>
                    <a:pt x="10470922" y="57228"/>
                  </a:lnTo>
                  <a:lnTo>
                    <a:pt x="10581507" y="43177"/>
                  </a:lnTo>
                  <a:lnTo>
                    <a:pt x="10686975" y="31267"/>
                  </a:lnTo>
                  <a:lnTo>
                    <a:pt x="10783510" y="21512"/>
                  </a:lnTo>
                  <a:lnTo>
                    <a:pt x="10867553" y="13864"/>
                  </a:lnTo>
                  <a:lnTo>
                    <a:pt x="10936340" y="8198"/>
                  </a:lnTo>
                  <a:lnTo>
                    <a:pt x="10988382" y="4301"/>
                  </a:lnTo>
                  <a:lnTo>
                    <a:pt x="11023767" y="1883"/>
                  </a:lnTo>
                  <a:lnTo>
                    <a:pt x="11044240" y="603"/>
                  </a:lnTo>
                  <a:lnTo>
                    <a:pt x="11053076" y="96"/>
                  </a:lnTo>
                  <a:lnTo>
                    <a:pt x="11054882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7" name="pl1216"/>
            <p:cNvSpPr/>
            <p:nvPr/>
          </p:nvSpPr>
          <p:spPr>
            <a:xfrm>
              <a:off x="1199187" y="1834057"/>
              <a:ext cx="12049831" cy="3123417"/>
            </a:xfrm>
            <a:custGeom>
              <a:avLst/>
              <a:pathLst>
                <a:path w="12049831" h="3123417">
                  <a:moveTo>
                    <a:pt x="12049831" y="0"/>
                  </a:moveTo>
                  <a:lnTo>
                    <a:pt x="11054891" y="0"/>
                  </a:lnTo>
                  <a:lnTo>
                    <a:pt x="11053827" y="55"/>
                  </a:lnTo>
                  <a:lnTo>
                    <a:pt x="11046794" y="453"/>
                  </a:lnTo>
                  <a:lnTo>
                    <a:pt x="11028940" y="1550"/>
                  </a:lnTo>
                  <a:lnTo>
                    <a:pt x="10996709" y="3713"/>
                  </a:lnTo>
                  <a:lnTo>
                    <a:pt x="10948038" y="7291"/>
                  </a:lnTo>
                  <a:lnTo>
                    <a:pt x="10882507" y="12586"/>
                  </a:lnTo>
                  <a:lnTo>
                    <a:pt x="10801310" y="19827"/>
                  </a:lnTo>
                  <a:lnTo>
                    <a:pt x="10706993" y="29157"/>
                  </a:lnTo>
                  <a:lnTo>
                    <a:pt x="10602997" y="40638"/>
                  </a:lnTo>
                  <a:lnTo>
                    <a:pt x="10493130" y="54267"/>
                  </a:lnTo>
                  <a:lnTo>
                    <a:pt x="10381065" y="70005"/>
                  </a:lnTo>
                  <a:lnTo>
                    <a:pt x="10269983" y="87811"/>
                  </a:lnTo>
                  <a:lnTo>
                    <a:pt x="10162365" y="107665"/>
                  </a:lnTo>
                  <a:lnTo>
                    <a:pt x="10059948" y="129592"/>
                  </a:lnTo>
                  <a:lnTo>
                    <a:pt x="9963776" y="153673"/>
                  </a:lnTo>
                  <a:lnTo>
                    <a:pt x="9874313" y="180052"/>
                  </a:lnTo>
                  <a:lnTo>
                    <a:pt x="9791579" y="208938"/>
                  </a:lnTo>
                  <a:lnTo>
                    <a:pt x="9715271" y="240601"/>
                  </a:lnTo>
                  <a:lnTo>
                    <a:pt x="9644875" y="275369"/>
                  </a:lnTo>
                  <a:lnTo>
                    <a:pt x="9579744" y="313613"/>
                  </a:lnTo>
                  <a:lnTo>
                    <a:pt x="9519166" y="355733"/>
                  </a:lnTo>
                  <a:lnTo>
                    <a:pt x="9462411" y="402119"/>
                  </a:lnTo>
                  <a:lnTo>
                    <a:pt x="9408767" y="453109"/>
                  </a:lnTo>
                  <a:lnTo>
                    <a:pt x="9357579" y="508906"/>
                  </a:lnTo>
                  <a:lnTo>
                    <a:pt x="9347647" y="520569"/>
                  </a:lnTo>
                  <a:lnTo>
                    <a:pt x="9304996" y="573792"/>
                  </a:lnTo>
                  <a:lnTo>
                    <a:pt x="9263378" y="630714"/>
                  </a:lnTo>
                  <a:lnTo>
                    <a:pt x="9222525" y="691412"/>
                  </a:lnTo>
                  <a:lnTo>
                    <a:pt x="9182221" y="755907"/>
                  </a:lnTo>
                  <a:lnTo>
                    <a:pt x="9142289" y="824163"/>
                  </a:lnTo>
                  <a:lnTo>
                    <a:pt x="9102591" y="896078"/>
                  </a:lnTo>
                  <a:lnTo>
                    <a:pt x="9063018" y="971482"/>
                  </a:lnTo>
                  <a:lnTo>
                    <a:pt x="9023492" y="1050135"/>
                  </a:lnTo>
                  <a:lnTo>
                    <a:pt x="8983957" y="1131728"/>
                  </a:lnTo>
                  <a:lnTo>
                    <a:pt x="8944380" y="1215881"/>
                  </a:lnTo>
                  <a:lnTo>
                    <a:pt x="8904748" y="1302158"/>
                  </a:lnTo>
                  <a:lnTo>
                    <a:pt x="8865061" y="1390064"/>
                  </a:lnTo>
                  <a:lnTo>
                    <a:pt x="8825331" y="1479067"/>
                  </a:lnTo>
                  <a:lnTo>
                    <a:pt x="8785580" y="1568603"/>
                  </a:lnTo>
                  <a:lnTo>
                    <a:pt x="8745830" y="1658094"/>
                  </a:lnTo>
                  <a:lnTo>
                    <a:pt x="8706106" y="1746964"/>
                  </a:lnTo>
                  <a:lnTo>
                    <a:pt x="8666427" y="1834654"/>
                  </a:lnTo>
                  <a:lnTo>
                    <a:pt x="8626803" y="1920634"/>
                  </a:lnTo>
                  <a:lnTo>
                    <a:pt x="8587234" y="2004421"/>
                  </a:lnTo>
                  <a:lnTo>
                    <a:pt x="8547703" y="2085584"/>
                  </a:lnTo>
                  <a:lnTo>
                    <a:pt x="8508174" y="2163756"/>
                  </a:lnTo>
                  <a:lnTo>
                    <a:pt x="8468588" y="2238637"/>
                  </a:lnTo>
                  <a:lnTo>
                    <a:pt x="8428861" y="2309998"/>
                  </a:lnTo>
                  <a:lnTo>
                    <a:pt x="8388882" y="2377681"/>
                  </a:lnTo>
                  <a:lnTo>
                    <a:pt x="8348506" y="2441592"/>
                  </a:lnTo>
                  <a:lnTo>
                    <a:pt x="8307551" y="2501706"/>
                  </a:lnTo>
                  <a:lnTo>
                    <a:pt x="8265792" y="2558053"/>
                  </a:lnTo>
                  <a:lnTo>
                    <a:pt x="8229629" y="2602848"/>
                  </a:lnTo>
                  <a:lnTo>
                    <a:pt x="8178859" y="2659604"/>
                  </a:lnTo>
                  <a:lnTo>
                    <a:pt x="8125753" y="2711539"/>
                  </a:lnTo>
                  <a:lnTo>
                    <a:pt x="8069672" y="2758817"/>
                  </a:lnTo>
                  <a:lnTo>
                    <a:pt x="8009912" y="2801754"/>
                  </a:lnTo>
                  <a:lnTo>
                    <a:pt x="7945743" y="2840737"/>
                  </a:lnTo>
                  <a:lnTo>
                    <a:pt x="7876448" y="2876165"/>
                  </a:lnTo>
                  <a:lnTo>
                    <a:pt x="7801361" y="2908417"/>
                  </a:lnTo>
                  <a:lnTo>
                    <a:pt x="7719936" y="2937831"/>
                  </a:lnTo>
                  <a:lnTo>
                    <a:pt x="7631821" y="2964690"/>
                  </a:lnTo>
                  <a:lnTo>
                    <a:pt x="7536961" y="2989214"/>
                  </a:lnTo>
                  <a:lnTo>
                    <a:pt x="7435723" y="3011561"/>
                  </a:lnTo>
                  <a:lnTo>
                    <a:pt x="7329024" y="3031823"/>
                  </a:lnTo>
                  <a:lnTo>
                    <a:pt x="7218456" y="3050037"/>
                  </a:lnTo>
                  <a:lnTo>
                    <a:pt x="7106354" y="3066189"/>
                  </a:lnTo>
                  <a:lnTo>
                    <a:pt x="6995769" y="3080240"/>
                  </a:lnTo>
                  <a:lnTo>
                    <a:pt x="6890301" y="3092150"/>
                  </a:lnTo>
                  <a:lnTo>
                    <a:pt x="6793766" y="3101905"/>
                  </a:lnTo>
                  <a:lnTo>
                    <a:pt x="6709724" y="3109553"/>
                  </a:lnTo>
                  <a:lnTo>
                    <a:pt x="6640936" y="3115219"/>
                  </a:lnTo>
                  <a:lnTo>
                    <a:pt x="6588895" y="3119116"/>
                  </a:lnTo>
                  <a:lnTo>
                    <a:pt x="6553509" y="3121534"/>
                  </a:lnTo>
                  <a:lnTo>
                    <a:pt x="6533037" y="3122814"/>
                  </a:lnTo>
                  <a:lnTo>
                    <a:pt x="6524201" y="3123321"/>
                  </a:lnTo>
                  <a:lnTo>
                    <a:pt x="6522394" y="3123417"/>
                  </a:lnTo>
                  <a:lnTo>
                    <a:pt x="6522385" y="3123417"/>
                  </a:lnTo>
                  <a:lnTo>
                    <a:pt x="5527445" y="3123417"/>
                  </a:lnTo>
                  <a:lnTo>
                    <a:pt x="5526309" y="3123417"/>
                  </a:lnTo>
                  <a:lnTo>
                    <a:pt x="5518809" y="3123412"/>
                  </a:lnTo>
                  <a:lnTo>
                    <a:pt x="5499805" y="3123398"/>
                  </a:lnTo>
                  <a:lnTo>
                    <a:pt x="5465579" y="3123371"/>
                  </a:lnTo>
                  <a:lnTo>
                    <a:pt x="5414061" y="3123326"/>
                  </a:lnTo>
                  <a:lnTo>
                    <a:pt x="5344983" y="3123260"/>
                  </a:lnTo>
                  <a:lnTo>
                    <a:pt x="5259818" y="3123169"/>
                  </a:lnTo>
                  <a:lnTo>
                    <a:pt x="5161457" y="3123053"/>
                  </a:lnTo>
                  <a:lnTo>
                    <a:pt x="5053682" y="3122910"/>
                  </a:lnTo>
                  <a:lnTo>
                    <a:pt x="4940570" y="3122741"/>
                  </a:lnTo>
                  <a:lnTo>
                    <a:pt x="4825962" y="3122546"/>
                  </a:lnTo>
                  <a:lnTo>
                    <a:pt x="4713091" y="3122326"/>
                  </a:lnTo>
                  <a:lnTo>
                    <a:pt x="4604404" y="3122080"/>
                  </a:lnTo>
                  <a:lnTo>
                    <a:pt x="4501541" y="3121809"/>
                  </a:lnTo>
                  <a:lnTo>
                    <a:pt x="4405416" y="3121511"/>
                  </a:lnTo>
                  <a:lnTo>
                    <a:pt x="4316356" y="3121184"/>
                  </a:lnTo>
                  <a:lnTo>
                    <a:pt x="4234248" y="3120825"/>
                  </a:lnTo>
                  <a:lnTo>
                    <a:pt x="4158674" y="3120431"/>
                  </a:lnTo>
                  <a:lnTo>
                    <a:pt x="4089017" y="3119997"/>
                  </a:lnTo>
                  <a:lnTo>
                    <a:pt x="4024553" y="3119518"/>
                  </a:lnTo>
                  <a:lnTo>
                    <a:pt x="3964506" y="3118989"/>
                  </a:lnTo>
                  <a:lnTo>
                    <a:pt x="3908099" y="3118405"/>
                  </a:lnTo>
                  <a:lnTo>
                    <a:pt x="3854596" y="3117764"/>
                  </a:lnTo>
                  <a:lnTo>
                    <a:pt x="3820202" y="3117303"/>
                  </a:lnTo>
                  <a:lnTo>
                    <a:pt x="3758555" y="3116380"/>
                  </a:lnTo>
                  <a:lnTo>
                    <a:pt x="3698830" y="3115365"/>
                  </a:lnTo>
                  <a:lnTo>
                    <a:pt x="3640312" y="3114255"/>
                  </a:lnTo>
                  <a:lnTo>
                    <a:pt x="3582474" y="3113052"/>
                  </a:lnTo>
                  <a:lnTo>
                    <a:pt x="3524944" y="3111763"/>
                  </a:lnTo>
                  <a:lnTo>
                    <a:pt x="3467480" y="3110394"/>
                  </a:lnTo>
                  <a:lnTo>
                    <a:pt x="3409947" y="3108960"/>
                  </a:lnTo>
                  <a:lnTo>
                    <a:pt x="3352298" y="3107475"/>
                  </a:lnTo>
                  <a:lnTo>
                    <a:pt x="3294549" y="3105958"/>
                  </a:lnTo>
                  <a:lnTo>
                    <a:pt x="3236758" y="3104429"/>
                  </a:lnTo>
                  <a:lnTo>
                    <a:pt x="3178999" y="3102908"/>
                  </a:lnTo>
                  <a:lnTo>
                    <a:pt x="3121332" y="3101417"/>
                  </a:lnTo>
                  <a:lnTo>
                    <a:pt x="3063782" y="3099974"/>
                  </a:lnTo>
                  <a:lnTo>
                    <a:pt x="3006314" y="3098594"/>
                  </a:lnTo>
                  <a:lnTo>
                    <a:pt x="2948807" y="3097292"/>
                  </a:lnTo>
                  <a:lnTo>
                    <a:pt x="2891037" y="3096075"/>
                  </a:lnTo>
                  <a:lnTo>
                    <a:pt x="2832654" y="3094951"/>
                  </a:lnTo>
                  <a:lnTo>
                    <a:pt x="2773158" y="3093921"/>
                  </a:lnTo>
                  <a:lnTo>
                    <a:pt x="2711863" y="3092984"/>
                  </a:lnTo>
                  <a:lnTo>
                    <a:pt x="2702183" y="3092847"/>
                  </a:lnTo>
                  <a:lnTo>
                    <a:pt x="2650248" y="3092166"/>
                  </a:lnTo>
                  <a:lnTo>
                    <a:pt x="2595856" y="3091544"/>
                  </a:lnTo>
                  <a:lnTo>
                    <a:pt x="2538321" y="3090980"/>
                  </a:lnTo>
                  <a:lnTo>
                    <a:pt x="2476889" y="3090468"/>
                  </a:lnTo>
                  <a:lnTo>
                    <a:pt x="2410780" y="3090004"/>
                  </a:lnTo>
                  <a:lnTo>
                    <a:pt x="2339229" y="3089584"/>
                  </a:lnTo>
                  <a:lnTo>
                    <a:pt x="2261539" y="3089202"/>
                  </a:lnTo>
                  <a:lnTo>
                    <a:pt x="2177149" y="3088854"/>
                  </a:lnTo>
                  <a:lnTo>
                    <a:pt x="2085730" y="3088537"/>
                  </a:lnTo>
                  <a:lnTo>
                    <a:pt x="1987298" y="3088248"/>
                  </a:lnTo>
                  <a:lnTo>
                    <a:pt x="1882361" y="3087986"/>
                  </a:lnTo>
                  <a:lnTo>
                    <a:pt x="1772060" y="3087749"/>
                  </a:lnTo>
                  <a:lnTo>
                    <a:pt x="1658298" y="3087537"/>
                  </a:lnTo>
                  <a:lnTo>
                    <a:pt x="1543793" y="3087351"/>
                  </a:lnTo>
                  <a:lnTo>
                    <a:pt x="1432012" y="3087190"/>
                  </a:lnTo>
                  <a:lnTo>
                    <a:pt x="1326922" y="3087056"/>
                  </a:lnTo>
                  <a:lnTo>
                    <a:pt x="1232567" y="3086948"/>
                  </a:lnTo>
                  <a:lnTo>
                    <a:pt x="1152500" y="3086866"/>
                  </a:lnTo>
                  <a:lnTo>
                    <a:pt x="1089190" y="3086807"/>
                  </a:lnTo>
                  <a:lnTo>
                    <a:pt x="1043551" y="3086769"/>
                  </a:lnTo>
                  <a:lnTo>
                    <a:pt x="1014711" y="3086747"/>
                  </a:lnTo>
                  <a:lnTo>
                    <a:pt x="1000026" y="3086736"/>
                  </a:lnTo>
                  <a:lnTo>
                    <a:pt x="995283" y="3086733"/>
                  </a:lnTo>
                  <a:lnTo>
                    <a:pt x="994940" y="3086733"/>
                  </a:lnTo>
                  <a:lnTo>
                    <a:pt x="0" y="3086733"/>
                  </a:lnTo>
                  <a:lnTo>
                    <a:pt x="0" y="30867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8" name="pg1217"/>
            <p:cNvSpPr/>
            <p:nvPr/>
          </p:nvSpPr>
          <p:spPr>
            <a:xfrm>
              <a:off x="1199187" y="2253308"/>
              <a:ext cx="12049831" cy="2725129"/>
            </a:xfrm>
            <a:custGeom>
              <a:avLst/>
              <a:pathLst>
                <a:path w="12049831" h="2725129">
                  <a:moveTo>
                    <a:pt x="0" y="2677964"/>
                  </a:moveTo>
                  <a:lnTo>
                    <a:pt x="994940" y="2677964"/>
                  </a:lnTo>
                  <a:lnTo>
                    <a:pt x="996076" y="2677964"/>
                  </a:lnTo>
                  <a:lnTo>
                    <a:pt x="1003576" y="2677971"/>
                  </a:lnTo>
                  <a:lnTo>
                    <a:pt x="1022580" y="2677989"/>
                  </a:lnTo>
                  <a:lnTo>
                    <a:pt x="1056806" y="2678024"/>
                  </a:lnTo>
                  <a:lnTo>
                    <a:pt x="1108323" y="2678081"/>
                  </a:lnTo>
                  <a:lnTo>
                    <a:pt x="1177401" y="2678167"/>
                  </a:lnTo>
                  <a:lnTo>
                    <a:pt x="1262566" y="2678283"/>
                  </a:lnTo>
                  <a:lnTo>
                    <a:pt x="1360927" y="2678433"/>
                  </a:lnTo>
                  <a:lnTo>
                    <a:pt x="1468701" y="2678616"/>
                  </a:lnTo>
                  <a:lnTo>
                    <a:pt x="1581813" y="2678834"/>
                  </a:lnTo>
                  <a:lnTo>
                    <a:pt x="1696421" y="2679084"/>
                  </a:lnTo>
                  <a:lnTo>
                    <a:pt x="1809292" y="2679367"/>
                  </a:lnTo>
                  <a:lnTo>
                    <a:pt x="1917978" y="2679683"/>
                  </a:lnTo>
                  <a:lnTo>
                    <a:pt x="2020841" y="2680031"/>
                  </a:lnTo>
                  <a:lnTo>
                    <a:pt x="2116966" y="2680414"/>
                  </a:lnTo>
                  <a:lnTo>
                    <a:pt x="2206026" y="2680835"/>
                  </a:lnTo>
                  <a:lnTo>
                    <a:pt x="2288134" y="2681296"/>
                  </a:lnTo>
                  <a:lnTo>
                    <a:pt x="2363709" y="2681803"/>
                  </a:lnTo>
                  <a:lnTo>
                    <a:pt x="2433365" y="2682362"/>
                  </a:lnTo>
                  <a:lnTo>
                    <a:pt x="2497829" y="2682978"/>
                  </a:lnTo>
                  <a:lnTo>
                    <a:pt x="2557877" y="2683657"/>
                  </a:lnTo>
                  <a:lnTo>
                    <a:pt x="2614284" y="2684407"/>
                  </a:lnTo>
                  <a:lnTo>
                    <a:pt x="2667786" y="2685232"/>
                  </a:lnTo>
                  <a:lnTo>
                    <a:pt x="2702183" y="2685824"/>
                  </a:lnTo>
                  <a:lnTo>
                    <a:pt x="2763826" y="2687011"/>
                  </a:lnTo>
                  <a:lnTo>
                    <a:pt x="2823545" y="2688317"/>
                  </a:lnTo>
                  <a:lnTo>
                    <a:pt x="2882059" y="2689744"/>
                  </a:lnTo>
                  <a:lnTo>
                    <a:pt x="2939893" y="2691290"/>
                  </a:lnTo>
                  <a:lnTo>
                    <a:pt x="2997419" y="2692948"/>
                  </a:lnTo>
                  <a:lnTo>
                    <a:pt x="3054878" y="2694707"/>
                  </a:lnTo>
                  <a:lnTo>
                    <a:pt x="3112406" y="2696551"/>
                  </a:lnTo>
                  <a:lnTo>
                    <a:pt x="3170051" y="2698460"/>
                  </a:lnTo>
                  <a:lnTo>
                    <a:pt x="3227795" y="2700410"/>
                  </a:lnTo>
                  <a:lnTo>
                    <a:pt x="3285581" y="2702376"/>
                  </a:lnTo>
                  <a:lnTo>
                    <a:pt x="3343337" y="2704331"/>
                  </a:lnTo>
                  <a:lnTo>
                    <a:pt x="3400999" y="2706248"/>
                  </a:lnTo>
                  <a:lnTo>
                    <a:pt x="3458544" y="2708104"/>
                  </a:lnTo>
                  <a:lnTo>
                    <a:pt x="3516008" y="2709877"/>
                  </a:lnTo>
                  <a:lnTo>
                    <a:pt x="3573510" y="2711552"/>
                  </a:lnTo>
                  <a:lnTo>
                    <a:pt x="3631275" y="2713116"/>
                  </a:lnTo>
                  <a:lnTo>
                    <a:pt x="3689653" y="2714561"/>
                  </a:lnTo>
                  <a:lnTo>
                    <a:pt x="3749143" y="2715886"/>
                  </a:lnTo>
                  <a:lnTo>
                    <a:pt x="3810429" y="2717091"/>
                  </a:lnTo>
                  <a:lnTo>
                    <a:pt x="3820202" y="2717268"/>
                  </a:lnTo>
                  <a:lnTo>
                    <a:pt x="3872137" y="2718144"/>
                  </a:lnTo>
                  <a:lnTo>
                    <a:pt x="3926529" y="2718943"/>
                  </a:lnTo>
                  <a:lnTo>
                    <a:pt x="3984064" y="2719669"/>
                  </a:lnTo>
                  <a:lnTo>
                    <a:pt x="4045495" y="2720327"/>
                  </a:lnTo>
                  <a:lnTo>
                    <a:pt x="4111604" y="2720923"/>
                  </a:lnTo>
                  <a:lnTo>
                    <a:pt x="4183155" y="2721464"/>
                  </a:lnTo>
                  <a:lnTo>
                    <a:pt x="4260845" y="2721955"/>
                  </a:lnTo>
                  <a:lnTo>
                    <a:pt x="4345234" y="2722402"/>
                  </a:lnTo>
                  <a:lnTo>
                    <a:pt x="4436653" y="2722810"/>
                  </a:lnTo>
                  <a:lnTo>
                    <a:pt x="4535084" y="2723181"/>
                  </a:lnTo>
                  <a:lnTo>
                    <a:pt x="4640021" y="2723519"/>
                  </a:lnTo>
                  <a:lnTo>
                    <a:pt x="4750322" y="2723823"/>
                  </a:lnTo>
                  <a:lnTo>
                    <a:pt x="4864084" y="2724096"/>
                  </a:lnTo>
                  <a:lnTo>
                    <a:pt x="4978588" y="2724335"/>
                  </a:lnTo>
                  <a:lnTo>
                    <a:pt x="5090370" y="2724541"/>
                  </a:lnTo>
                  <a:lnTo>
                    <a:pt x="5195460" y="2724714"/>
                  </a:lnTo>
                  <a:lnTo>
                    <a:pt x="5289815" y="2724852"/>
                  </a:lnTo>
                  <a:lnTo>
                    <a:pt x="5369882" y="2724958"/>
                  </a:lnTo>
                  <a:lnTo>
                    <a:pt x="5433193" y="2725034"/>
                  </a:lnTo>
                  <a:lnTo>
                    <a:pt x="5478832" y="2725083"/>
                  </a:lnTo>
                  <a:lnTo>
                    <a:pt x="5507673" y="2725112"/>
                  </a:lnTo>
                  <a:lnTo>
                    <a:pt x="5522358" y="2725125"/>
                  </a:lnTo>
                  <a:lnTo>
                    <a:pt x="5527102" y="2725129"/>
                  </a:lnTo>
                  <a:lnTo>
                    <a:pt x="5527445" y="2725129"/>
                  </a:lnTo>
                  <a:lnTo>
                    <a:pt x="6522385" y="2725129"/>
                  </a:lnTo>
                  <a:lnTo>
                    <a:pt x="6523466" y="2725080"/>
                  </a:lnTo>
                  <a:lnTo>
                    <a:pt x="6530606" y="2724728"/>
                  </a:lnTo>
                  <a:lnTo>
                    <a:pt x="6548722" y="2723758"/>
                  </a:lnTo>
                  <a:lnTo>
                    <a:pt x="6581410" y="2721844"/>
                  </a:lnTo>
                  <a:lnTo>
                    <a:pt x="6630733" y="2718680"/>
                  </a:lnTo>
                  <a:lnTo>
                    <a:pt x="6697080" y="2713998"/>
                  </a:lnTo>
                  <a:lnTo>
                    <a:pt x="6779192" y="2707600"/>
                  </a:lnTo>
                  <a:lnTo>
                    <a:pt x="6874449" y="2699360"/>
                  </a:lnTo>
                  <a:lnTo>
                    <a:pt x="6979327" y="2689226"/>
                  </a:lnTo>
                  <a:lnTo>
                    <a:pt x="7089958" y="2677204"/>
                  </a:lnTo>
                  <a:lnTo>
                    <a:pt x="7202627" y="2663328"/>
                  </a:lnTo>
                  <a:lnTo>
                    <a:pt x="7314141" y="2647634"/>
                  </a:lnTo>
                  <a:lnTo>
                    <a:pt x="7422023" y="2630138"/>
                  </a:lnTo>
                  <a:lnTo>
                    <a:pt x="7524559" y="2610815"/>
                  </a:lnTo>
                  <a:lnTo>
                    <a:pt x="7620732" y="2589589"/>
                  </a:lnTo>
                  <a:lnTo>
                    <a:pt x="7710111" y="2566329"/>
                  </a:lnTo>
                  <a:lnTo>
                    <a:pt x="7792705" y="2540846"/>
                  </a:lnTo>
                  <a:lnTo>
                    <a:pt x="7868845" y="2512894"/>
                  </a:lnTo>
                  <a:lnTo>
                    <a:pt x="7939069" y="2482182"/>
                  </a:lnTo>
                  <a:lnTo>
                    <a:pt x="8004041" y="2448376"/>
                  </a:lnTo>
                  <a:lnTo>
                    <a:pt x="8064490" y="2411124"/>
                  </a:lnTo>
                  <a:lnTo>
                    <a:pt x="8121156" y="2370083"/>
                  </a:lnTo>
                  <a:lnTo>
                    <a:pt x="8174758" y="2324962"/>
                  </a:lnTo>
                  <a:lnTo>
                    <a:pt x="8225951" y="2275604"/>
                  </a:lnTo>
                  <a:lnTo>
                    <a:pt x="8229629" y="2271814"/>
                  </a:lnTo>
                  <a:lnTo>
                    <a:pt x="8274522" y="2222907"/>
                  </a:lnTo>
                  <a:lnTo>
                    <a:pt x="8318287" y="2170421"/>
                  </a:lnTo>
                  <a:lnTo>
                    <a:pt x="8361230" y="2114282"/>
                  </a:lnTo>
                  <a:lnTo>
                    <a:pt x="8403598" y="2054477"/>
                  </a:lnTo>
                  <a:lnTo>
                    <a:pt x="8445588" y="1991055"/>
                  </a:lnTo>
                  <a:lnTo>
                    <a:pt x="8487354" y="1924136"/>
                  </a:lnTo>
                  <a:lnTo>
                    <a:pt x="8529012" y="1853912"/>
                  </a:lnTo>
                  <a:lnTo>
                    <a:pt x="8570645" y="1780655"/>
                  </a:lnTo>
                  <a:lnTo>
                    <a:pt x="8612305" y="1704706"/>
                  </a:lnTo>
                  <a:lnTo>
                    <a:pt x="8654020" y="1626479"/>
                  </a:lnTo>
                  <a:lnTo>
                    <a:pt x="8695799" y="1546450"/>
                  </a:lnTo>
                  <a:lnTo>
                    <a:pt x="8737631" y="1465145"/>
                  </a:lnTo>
                  <a:lnTo>
                    <a:pt x="8779497" y="1383127"/>
                  </a:lnTo>
                  <a:lnTo>
                    <a:pt x="8821369" y="1300980"/>
                  </a:lnTo>
                  <a:lnTo>
                    <a:pt x="8863219" y="1219293"/>
                  </a:lnTo>
                  <a:lnTo>
                    <a:pt x="8905023" y="1138639"/>
                  </a:lnTo>
                  <a:lnTo>
                    <a:pt x="8946767" y="1059564"/>
                  </a:lnTo>
                  <a:lnTo>
                    <a:pt x="8988449" y="982566"/>
                  </a:lnTo>
                  <a:lnTo>
                    <a:pt x="9030088" y="908087"/>
                  </a:lnTo>
                  <a:lnTo>
                    <a:pt x="9071727" y="836501"/>
                  </a:lnTo>
                  <a:lnTo>
                    <a:pt x="9113433" y="768111"/>
                  </a:lnTo>
                  <a:lnTo>
                    <a:pt x="9155309" y="703143"/>
                  </a:lnTo>
                  <a:lnTo>
                    <a:pt x="9197491" y="641748"/>
                  </a:lnTo>
                  <a:lnTo>
                    <a:pt x="9240155" y="584007"/>
                  </a:lnTo>
                  <a:lnTo>
                    <a:pt x="9283527" y="529932"/>
                  </a:lnTo>
                  <a:lnTo>
                    <a:pt x="9327886" y="479475"/>
                  </a:lnTo>
                  <a:lnTo>
                    <a:pt x="9347647" y="458555"/>
                  </a:lnTo>
                  <a:lnTo>
                    <a:pt x="9398687" y="408885"/>
                  </a:lnTo>
                  <a:lnTo>
                    <a:pt x="9452091" y="363457"/>
                  </a:lnTo>
                  <a:lnTo>
                    <a:pt x="9508508" y="322124"/>
                  </a:lnTo>
                  <a:lnTo>
                    <a:pt x="9568654" y="284606"/>
                  </a:lnTo>
                  <a:lnTo>
                    <a:pt x="9633269" y="250559"/>
                  </a:lnTo>
                  <a:lnTo>
                    <a:pt x="9703084" y="219631"/>
                  </a:lnTo>
                  <a:lnTo>
                    <a:pt x="9778769" y="191488"/>
                  </a:lnTo>
                  <a:lnTo>
                    <a:pt x="9860876" y="165832"/>
                  </a:lnTo>
                  <a:lnTo>
                    <a:pt x="9949751" y="142416"/>
                  </a:lnTo>
                  <a:lnTo>
                    <a:pt x="10045435" y="121046"/>
                  </a:lnTo>
                  <a:lnTo>
                    <a:pt x="10147530" y="101587"/>
                  </a:lnTo>
                  <a:lnTo>
                    <a:pt x="10255069" y="83958"/>
                  </a:lnTo>
                  <a:lnTo>
                    <a:pt x="10366391" y="68132"/>
                  </a:lnTo>
                  <a:lnTo>
                    <a:pt x="10479076" y="54121"/>
                  </a:lnTo>
                  <a:lnTo>
                    <a:pt x="10589979" y="41961"/>
                  </a:lnTo>
                  <a:lnTo>
                    <a:pt x="10695412" y="31689"/>
                  </a:lnTo>
                  <a:lnTo>
                    <a:pt x="10791501" y="23311"/>
                  </a:lnTo>
                  <a:lnTo>
                    <a:pt x="10874682" y="16780"/>
                  </a:lnTo>
                  <a:lnTo>
                    <a:pt x="10942247" y="11979"/>
                  </a:lnTo>
                  <a:lnTo>
                    <a:pt x="10992827" y="8711"/>
                  </a:lnTo>
                  <a:lnTo>
                    <a:pt x="11026685" y="6716"/>
                  </a:lnTo>
                  <a:lnTo>
                    <a:pt x="11045766" y="5687"/>
                  </a:lnTo>
                  <a:lnTo>
                    <a:pt x="11053559" y="530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0" y="49"/>
                  </a:lnTo>
                  <a:lnTo>
                    <a:pt x="11046671" y="400"/>
                  </a:lnTo>
                  <a:lnTo>
                    <a:pt x="11028554" y="1371"/>
                  </a:lnTo>
                  <a:lnTo>
                    <a:pt x="10995867" y="3285"/>
                  </a:lnTo>
                  <a:lnTo>
                    <a:pt x="10946543" y="6449"/>
                  </a:lnTo>
                  <a:lnTo>
                    <a:pt x="10880197" y="11130"/>
                  </a:lnTo>
                  <a:lnTo>
                    <a:pt x="10798084" y="17529"/>
                  </a:lnTo>
                  <a:lnTo>
                    <a:pt x="10702828" y="25769"/>
                  </a:lnTo>
                  <a:lnTo>
                    <a:pt x="10597950" y="35902"/>
                  </a:lnTo>
                  <a:lnTo>
                    <a:pt x="10487318" y="47924"/>
                  </a:lnTo>
                  <a:lnTo>
                    <a:pt x="10374649" y="61801"/>
                  </a:lnTo>
                  <a:lnTo>
                    <a:pt x="10263135" y="77494"/>
                  </a:lnTo>
                  <a:lnTo>
                    <a:pt x="10155253" y="94990"/>
                  </a:lnTo>
                  <a:lnTo>
                    <a:pt x="10052718" y="114314"/>
                  </a:lnTo>
                  <a:lnTo>
                    <a:pt x="9956544" y="135540"/>
                  </a:lnTo>
                  <a:lnTo>
                    <a:pt x="9867166" y="158800"/>
                  </a:lnTo>
                  <a:lnTo>
                    <a:pt x="9784571" y="184283"/>
                  </a:lnTo>
                  <a:lnTo>
                    <a:pt x="9708431" y="212234"/>
                  </a:lnTo>
                  <a:lnTo>
                    <a:pt x="9638208" y="242947"/>
                  </a:lnTo>
                  <a:lnTo>
                    <a:pt x="9573235" y="276753"/>
                  </a:lnTo>
                  <a:lnTo>
                    <a:pt x="9512787" y="314004"/>
                  </a:lnTo>
                  <a:lnTo>
                    <a:pt x="9456121" y="355046"/>
                  </a:lnTo>
                  <a:lnTo>
                    <a:pt x="9402519" y="400167"/>
                  </a:lnTo>
                  <a:lnTo>
                    <a:pt x="9351325" y="449525"/>
                  </a:lnTo>
                  <a:lnTo>
                    <a:pt x="9347647" y="453314"/>
                  </a:lnTo>
                  <a:lnTo>
                    <a:pt x="9302754" y="502222"/>
                  </a:lnTo>
                  <a:lnTo>
                    <a:pt x="9258989" y="554708"/>
                  </a:lnTo>
                  <a:lnTo>
                    <a:pt x="9216046" y="610846"/>
                  </a:lnTo>
                  <a:lnTo>
                    <a:pt x="9173679" y="670651"/>
                  </a:lnTo>
                  <a:lnTo>
                    <a:pt x="9131688" y="734073"/>
                  </a:lnTo>
                  <a:lnTo>
                    <a:pt x="9089922" y="800993"/>
                  </a:lnTo>
                  <a:lnTo>
                    <a:pt x="9048264" y="871216"/>
                  </a:lnTo>
                  <a:lnTo>
                    <a:pt x="9006632" y="944474"/>
                  </a:lnTo>
                  <a:lnTo>
                    <a:pt x="8964972" y="1020423"/>
                  </a:lnTo>
                  <a:lnTo>
                    <a:pt x="8923256" y="1098649"/>
                  </a:lnTo>
                  <a:lnTo>
                    <a:pt x="8881478" y="1178678"/>
                  </a:lnTo>
                  <a:lnTo>
                    <a:pt x="8839645" y="1259984"/>
                  </a:lnTo>
                  <a:lnTo>
                    <a:pt x="8797779" y="1342002"/>
                  </a:lnTo>
                  <a:lnTo>
                    <a:pt x="8755907" y="1424149"/>
                  </a:lnTo>
                  <a:lnTo>
                    <a:pt x="8714057" y="1505836"/>
                  </a:lnTo>
                  <a:lnTo>
                    <a:pt x="8672253" y="1586490"/>
                  </a:lnTo>
                  <a:lnTo>
                    <a:pt x="8630510" y="1665565"/>
                  </a:lnTo>
                  <a:lnTo>
                    <a:pt x="8588828" y="1742563"/>
                  </a:lnTo>
                  <a:lnTo>
                    <a:pt x="8547188" y="1817042"/>
                  </a:lnTo>
                  <a:lnTo>
                    <a:pt x="8505550" y="1888628"/>
                  </a:lnTo>
                  <a:lnTo>
                    <a:pt x="8463843" y="1957018"/>
                  </a:lnTo>
                  <a:lnTo>
                    <a:pt x="8421967" y="2021986"/>
                  </a:lnTo>
                  <a:lnTo>
                    <a:pt x="8379786" y="2083380"/>
                  </a:lnTo>
                  <a:lnTo>
                    <a:pt x="8337122" y="2141121"/>
                  </a:lnTo>
                  <a:lnTo>
                    <a:pt x="8293750" y="2195197"/>
                  </a:lnTo>
                  <a:lnTo>
                    <a:pt x="8249391" y="2245654"/>
                  </a:lnTo>
                  <a:lnTo>
                    <a:pt x="8229629" y="2266574"/>
                  </a:lnTo>
                  <a:lnTo>
                    <a:pt x="8178589" y="2316244"/>
                  </a:lnTo>
                  <a:lnTo>
                    <a:pt x="8125186" y="2361672"/>
                  </a:lnTo>
                  <a:lnTo>
                    <a:pt x="8068768" y="2403005"/>
                  </a:lnTo>
                  <a:lnTo>
                    <a:pt x="8008623" y="2440523"/>
                  </a:lnTo>
                  <a:lnTo>
                    <a:pt x="7944007" y="2474570"/>
                  </a:lnTo>
                  <a:lnTo>
                    <a:pt x="7874192" y="2505497"/>
                  </a:lnTo>
                  <a:lnTo>
                    <a:pt x="7798507" y="2533641"/>
                  </a:lnTo>
                  <a:lnTo>
                    <a:pt x="7716401" y="2559296"/>
                  </a:lnTo>
                  <a:lnTo>
                    <a:pt x="7627525" y="2582713"/>
                  </a:lnTo>
                  <a:lnTo>
                    <a:pt x="7531842" y="2604082"/>
                  </a:lnTo>
                  <a:lnTo>
                    <a:pt x="7429747" y="2623542"/>
                  </a:lnTo>
                  <a:lnTo>
                    <a:pt x="7322208" y="2641171"/>
                  </a:lnTo>
                  <a:lnTo>
                    <a:pt x="7210885" y="2656997"/>
                  </a:lnTo>
                  <a:lnTo>
                    <a:pt x="7098200" y="2671008"/>
                  </a:lnTo>
                  <a:lnTo>
                    <a:pt x="6987298" y="2683167"/>
                  </a:lnTo>
                  <a:lnTo>
                    <a:pt x="6881865" y="2693440"/>
                  </a:lnTo>
                  <a:lnTo>
                    <a:pt x="6785775" y="2701818"/>
                  </a:lnTo>
                  <a:lnTo>
                    <a:pt x="6702595" y="2708349"/>
                  </a:lnTo>
                  <a:lnTo>
                    <a:pt x="6635030" y="2713150"/>
                  </a:lnTo>
                  <a:lnTo>
                    <a:pt x="6584449" y="2716417"/>
                  </a:lnTo>
                  <a:lnTo>
                    <a:pt x="6550591" y="2718413"/>
                  </a:lnTo>
                  <a:lnTo>
                    <a:pt x="6531510" y="2719442"/>
                  </a:lnTo>
                  <a:lnTo>
                    <a:pt x="6523717" y="2719827"/>
                  </a:lnTo>
                  <a:lnTo>
                    <a:pt x="6522385" y="2719889"/>
                  </a:lnTo>
                  <a:lnTo>
                    <a:pt x="5527445" y="2719889"/>
                  </a:lnTo>
                  <a:lnTo>
                    <a:pt x="5526309" y="2719888"/>
                  </a:lnTo>
                  <a:lnTo>
                    <a:pt x="5518809" y="2719881"/>
                  </a:lnTo>
                  <a:lnTo>
                    <a:pt x="5499805" y="2719864"/>
                  </a:lnTo>
                  <a:lnTo>
                    <a:pt x="5465579" y="2719829"/>
                  </a:lnTo>
                  <a:lnTo>
                    <a:pt x="5414062" y="2719771"/>
                  </a:lnTo>
                  <a:lnTo>
                    <a:pt x="5344984" y="2719686"/>
                  </a:lnTo>
                  <a:lnTo>
                    <a:pt x="5259819" y="2719569"/>
                  </a:lnTo>
                  <a:lnTo>
                    <a:pt x="5161458" y="2719420"/>
                  </a:lnTo>
                  <a:lnTo>
                    <a:pt x="5053684" y="2719236"/>
                  </a:lnTo>
                  <a:lnTo>
                    <a:pt x="4940572" y="2719018"/>
                  </a:lnTo>
                  <a:lnTo>
                    <a:pt x="4825964" y="2718768"/>
                  </a:lnTo>
                  <a:lnTo>
                    <a:pt x="4713093" y="2718485"/>
                  </a:lnTo>
                  <a:lnTo>
                    <a:pt x="4604407" y="2718169"/>
                  </a:lnTo>
                  <a:lnTo>
                    <a:pt x="4501544" y="2717821"/>
                  </a:lnTo>
                  <a:lnTo>
                    <a:pt x="4405419" y="2717438"/>
                  </a:lnTo>
                  <a:lnTo>
                    <a:pt x="4316359" y="2717017"/>
                  </a:lnTo>
                  <a:lnTo>
                    <a:pt x="4234251" y="2716556"/>
                  </a:lnTo>
                  <a:lnTo>
                    <a:pt x="4158676" y="2716049"/>
                  </a:lnTo>
                  <a:lnTo>
                    <a:pt x="4089020" y="2715491"/>
                  </a:lnTo>
                  <a:lnTo>
                    <a:pt x="4024556" y="2714875"/>
                  </a:lnTo>
                  <a:lnTo>
                    <a:pt x="3964508" y="2714195"/>
                  </a:lnTo>
                  <a:lnTo>
                    <a:pt x="3908101" y="2713445"/>
                  </a:lnTo>
                  <a:lnTo>
                    <a:pt x="3854599" y="2712620"/>
                  </a:lnTo>
                  <a:lnTo>
                    <a:pt x="3820202" y="2712028"/>
                  </a:lnTo>
                  <a:lnTo>
                    <a:pt x="3758559" y="2710841"/>
                  </a:lnTo>
                  <a:lnTo>
                    <a:pt x="3698840" y="2709535"/>
                  </a:lnTo>
                  <a:lnTo>
                    <a:pt x="3640326" y="2708108"/>
                  </a:lnTo>
                  <a:lnTo>
                    <a:pt x="3582492" y="2706563"/>
                  </a:lnTo>
                  <a:lnTo>
                    <a:pt x="3524966" y="2704905"/>
                  </a:lnTo>
                  <a:lnTo>
                    <a:pt x="3467507" y="2703145"/>
                  </a:lnTo>
                  <a:lnTo>
                    <a:pt x="3409979" y="2701301"/>
                  </a:lnTo>
                  <a:lnTo>
                    <a:pt x="3352334" y="2699392"/>
                  </a:lnTo>
                  <a:lnTo>
                    <a:pt x="3294590" y="2697442"/>
                  </a:lnTo>
                  <a:lnTo>
                    <a:pt x="3236804" y="2695476"/>
                  </a:lnTo>
                  <a:lnTo>
                    <a:pt x="3179048" y="2693521"/>
                  </a:lnTo>
                  <a:lnTo>
                    <a:pt x="3121386" y="2691604"/>
                  </a:lnTo>
                  <a:lnTo>
                    <a:pt x="3063841" y="2689748"/>
                  </a:lnTo>
                  <a:lnTo>
                    <a:pt x="3006377" y="2687975"/>
                  </a:lnTo>
                  <a:lnTo>
                    <a:pt x="2948875" y="2686300"/>
                  </a:lnTo>
                  <a:lnTo>
                    <a:pt x="2891110" y="2684736"/>
                  </a:lnTo>
                  <a:lnTo>
                    <a:pt x="2832732" y="2683291"/>
                  </a:lnTo>
                  <a:lnTo>
                    <a:pt x="2773242" y="2681966"/>
                  </a:lnTo>
                  <a:lnTo>
                    <a:pt x="2711956" y="2680761"/>
                  </a:lnTo>
                  <a:lnTo>
                    <a:pt x="2702183" y="2680584"/>
                  </a:lnTo>
                  <a:lnTo>
                    <a:pt x="2650248" y="2679708"/>
                  </a:lnTo>
                  <a:lnTo>
                    <a:pt x="2595856" y="2678909"/>
                  </a:lnTo>
                  <a:lnTo>
                    <a:pt x="2538321" y="2678183"/>
                  </a:lnTo>
                  <a:lnTo>
                    <a:pt x="2476890" y="2677525"/>
                  </a:lnTo>
                  <a:lnTo>
                    <a:pt x="2410781" y="2676929"/>
                  </a:lnTo>
                  <a:lnTo>
                    <a:pt x="2339230" y="2676388"/>
                  </a:lnTo>
                  <a:lnTo>
                    <a:pt x="2261540" y="2675897"/>
                  </a:lnTo>
                  <a:lnTo>
                    <a:pt x="2177151" y="2675450"/>
                  </a:lnTo>
                  <a:lnTo>
                    <a:pt x="2085732" y="2675042"/>
                  </a:lnTo>
                  <a:lnTo>
                    <a:pt x="1987301" y="2674671"/>
                  </a:lnTo>
                  <a:lnTo>
                    <a:pt x="1882364" y="2674333"/>
                  </a:lnTo>
                  <a:lnTo>
                    <a:pt x="1772063" y="2674029"/>
                  </a:lnTo>
                  <a:lnTo>
                    <a:pt x="1658301" y="2673757"/>
                  </a:lnTo>
                  <a:lnTo>
                    <a:pt x="1543797" y="2673517"/>
                  </a:lnTo>
                  <a:lnTo>
                    <a:pt x="1432015" y="2673311"/>
                  </a:lnTo>
                  <a:lnTo>
                    <a:pt x="1326925" y="2673138"/>
                  </a:lnTo>
                  <a:lnTo>
                    <a:pt x="1232570" y="2673000"/>
                  </a:lnTo>
                  <a:lnTo>
                    <a:pt x="1152503" y="2672894"/>
                  </a:lnTo>
                  <a:lnTo>
                    <a:pt x="1089192" y="2672819"/>
                  </a:lnTo>
                  <a:lnTo>
                    <a:pt x="1043553" y="2672769"/>
                  </a:lnTo>
                  <a:lnTo>
                    <a:pt x="1014712" y="2672740"/>
                  </a:lnTo>
                  <a:lnTo>
                    <a:pt x="1000027" y="2672727"/>
                  </a:lnTo>
                  <a:lnTo>
                    <a:pt x="995283" y="2672723"/>
                  </a:lnTo>
                  <a:lnTo>
                    <a:pt x="994940" y="2672723"/>
                  </a:lnTo>
                  <a:lnTo>
                    <a:pt x="0" y="2672723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19" name="pl1218"/>
            <p:cNvSpPr/>
            <p:nvPr/>
          </p:nvSpPr>
          <p:spPr>
            <a:xfrm>
              <a:off x="1199187" y="2258548"/>
              <a:ext cx="12049831" cy="2719889"/>
            </a:xfrm>
            <a:custGeom>
              <a:avLst/>
              <a:pathLst>
                <a:path w="12049831" h="2719889">
                  <a:moveTo>
                    <a:pt x="0" y="2672723"/>
                  </a:moveTo>
                  <a:lnTo>
                    <a:pt x="994940" y="2672723"/>
                  </a:lnTo>
                  <a:lnTo>
                    <a:pt x="996076" y="2672724"/>
                  </a:lnTo>
                  <a:lnTo>
                    <a:pt x="1003576" y="2672730"/>
                  </a:lnTo>
                  <a:lnTo>
                    <a:pt x="1022580" y="2672748"/>
                  </a:lnTo>
                  <a:lnTo>
                    <a:pt x="1056806" y="2672783"/>
                  </a:lnTo>
                  <a:lnTo>
                    <a:pt x="1108323" y="2672841"/>
                  </a:lnTo>
                  <a:lnTo>
                    <a:pt x="1177401" y="2672926"/>
                  </a:lnTo>
                  <a:lnTo>
                    <a:pt x="1262566" y="2673042"/>
                  </a:lnTo>
                  <a:lnTo>
                    <a:pt x="1360927" y="2673192"/>
                  </a:lnTo>
                  <a:lnTo>
                    <a:pt x="1468701" y="2673376"/>
                  </a:lnTo>
                  <a:lnTo>
                    <a:pt x="1581813" y="2673593"/>
                  </a:lnTo>
                  <a:lnTo>
                    <a:pt x="1696421" y="2673844"/>
                  </a:lnTo>
                  <a:lnTo>
                    <a:pt x="1809292" y="2674127"/>
                  </a:lnTo>
                  <a:lnTo>
                    <a:pt x="1917978" y="2674442"/>
                  </a:lnTo>
                  <a:lnTo>
                    <a:pt x="2020841" y="2674791"/>
                  </a:lnTo>
                  <a:lnTo>
                    <a:pt x="2116966" y="2675174"/>
                  </a:lnTo>
                  <a:lnTo>
                    <a:pt x="2206026" y="2675594"/>
                  </a:lnTo>
                  <a:lnTo>
                    <a:pt x="2288134" y="2676055"/>
                  </a:lnTo>
                  <a:lnTo>
                    <a:pt x="2363709" y="2676563"/>
                  </a:lnTo>
                  <a:lnTo>
                    <a:pt x="2433365" y="2677121"/>
                  </a:lnTo>
                  <a:lnTo>
                    <a:pt x="2497829" y="2677737"/>
                  </a:lnTo>
                  <a:lnTo>
                    <a:pt x="2557877" y="2678417"/>
                  </a:lnTo>
                  <a:lnTo>
                    <a:pt x="2614284" y="2679167"/>
                  </a:lnTo>
                  <a:lnTo>
                    <a:pt x="2667786" y="2679991"/>
                  </a:lnTo>
                  <a:lnTo>
                    <a:pt x="2702183" y="2680584"/>
                  </a:lnTo>
                  <a:lnTo>
                    <a:pt x="2763826" y="2681770"/>
                  </a:lnTo>
                  <a:lnTo>
                    <a:pt x="2823545" y="2683076"/>
                  </a:lnTo>
                  <a:lnTo>
                    <a:pt x="2882059" y="2684503"/>
                  </a:lnTo>
                  <a:lnTo>
                    <a:pt x="2939893" y="2686049"/>
                  </a:lnTo>
                  <a:lnTo>
                    <a:pt x="2997419" y="2687707"/>
                  </a:lnTo>
                  <a:lnTo>
                    <a:pt x="3054878" y="2689466"/>
                  </a:lnTo>
                  <a:lnTo>
                    <a:pt x="3112406" y="2691310"/>
                  </a:lnTo>
                  <a:lnTo>
                    <a:pt x="3170051" y="2693219"/>
                  </a:lnTo>
                  <a:lnTo>
                    <a:pt x="3227795" y="2695170"/>
                  </a:lnTo>
                  <a:lnTo>
                    <a:pt x="3285581" y="2697136"/>
                  </a:lnTo>
                  <a:lnTo>
                    <a:pt x="3343337" y="2699090"/>
                  </a:lnTo>
                  <a:lnTo>
                    <a:pt x="3400999" y="2701007"/>
                  </a:lnTo>
                  <a:lnTo>
                    <a:pt x="3458544" y="2702863"/>
                  </a:lnTo>
                  <a:lnTo>
                    <a:pt x="3516008" y="2704637"/>
                  </a:lnTo>
                  <a:lnTo>
                    <a:pt x="3573510" y="2706311"/>
                  </a:lnTo>
                  <a:lnTo>
                    <a:pt x="3631275" y="2707875"/>
                  </a:lnTo>
                  <a:lnTo>
                    <a:pt x="3689653" y="2709321"/>
                  </a:lnTo>
                  <a:lnTo>
                    <a:pt x="3749143" y="2710645"/>
                  </a:lnTo>
                  <a:lnTo>
                    <a:pt x="3810429" y="2711850"/>
                  </a:lnTo>
                  <a:lnTo>
                    <a:pt x="3820202" y="2712028"/>
                  </a:lnTo>
                  <a:lnTo>
                    <a:pt x="3872137" y="2712903"/>
                  </a:lnTo>
                  <a:lnTo>
                    <a:pt x="3926529" y="2713703"/>
                  </a:lnTo>
                  <a:lnTo>
                    <a:pt x="3984064" y="2714429"/>
                  </a:lnTo>
                  <a:lnTo>
                    <a:pt x="4045495" y="2715087"/>
                  </a:lnTo>
                  <a:lnTo>
                    <a:pt x="4111604" y="2715683"/>
                  </a:lnTo>
                  <a:lnTo>
                    <a:pt x="4183155" y="2716223"/>
                  </a:lnTo>
                  <a:lnTo>
                    <a:pt x="4260845" y="2716715"/>
                  </a:lnTo>
                  <a:lnTo>
                    <a:pt x="4345234" y="2717162"/>
                  </a:lnTo>
                  <a:lnTo>
                    <a:pt x="4436653" y="2717569"/>
                  </a:lnTo>
                  <a:lnTo>
                    <a:pt x="4535084" y="2717941"/>
                  </a:lnTo>
                  <a:lnTo>
                    <a:pt x="4640021" y="2718278"/>
                  </a:lnTo>
                  <a:lnTo>
                    <a:pt x="4750322" y="2718583"/>
                  </a:lnTo>
                  <a:lnTo>
                    <a:pt x="4864084" y="2718855"/>
                  </a:lnTo>
                  <a:lnTo>
                    <a:pt x="4978588" y="2719095"/>
                  </a:lnTo>
                  <a:lnTo>
                    <a:pt x="5090370" y="2719301"/>
                  </a:lnTo>
                  <a:lnTo>
                    <a:pt x="5195460" y="2719473"/>
                  </a:lnTo>
                  <a:lnTo>
                    <a:pt x="5289815" y="2719612"/>
                  </a:lnTo>
                  <a:lnTo>
                    <a:pt x="5369882" y="2719717"/>
                  </a:lnTo>
                  <a:lnTo>
                    <a:pt x="5433193" y="2719793"/>
                  </a:lnTo>
                  <a:lnTo>
                    <a:pt x="5478832" y="2719843"/>
                  </a:lnTo>
                  <a:lnTo>
                    <a:pt x="5507673" y="2719871"/>
                  </a:lnTo>
                  <a:lnTo>
                    <a:pt x="5522358" y="2719884"/>
                  </a:lnTo>
                  <a:lnTo>
                    <a:pt x="5527102" y="2719888"/>
                  </a:lnTo>
                  <a:lnTo>
                    <a:pt x="5527445" y="2719889"/>
                  </a:lnTo>
                  <a:lnTo>
                    <a:pt x="6522385" y="2719889"/>
                  </a:lnTo>
                  <a:lnTo>
                    <a:pt x="6523466" y="2719839"/>
                  </a:lnTo>
                  <a:lnTo>
                    <a:pt x="6530606" y="2719488"/>
                  </a:lnTo>
                  <a:lnTo>
                    <a:pt x="6548722" y="2718517"/>
                  </a:lnTo>
                  <a:lnTo>
                    <a:pt x="6581410" y="2716603"/>
                  </a:lnTo>
                  <a:lnTo>
                    <a:pt x="6630733" y="2713439"/>
                  </a:lnTo>
                  <a:lnTo>
                    <a:pt x="6697080" y="2708758"/>
                  </a:lnTo>
                  <a:lnTo>
                    <a:pt x="6779192" y="2702359"/>
                  </a:lnTo>
                  <a:lnTo>
                    <a:pt x="6874449" y="2694119"/>
                  </a:lnTo>
                  <a:lnTo>
                    <a:pt x="6979327" y="2683986"/>
                  </a:lnTo>
                  <a:lnTo>
                    <a:pt x="7089958" y="2671964"/>
                  </a:lnTo>
                  <a:lnTo>
                    <a:pt x="7202627" y="2658088"/>
                  </a:lnTo>
                  <a:lnTo>
                    <a:pt x="7314141" y="2642394"/>
                  </a:lnTo>
                  <a:lnTo>
                    <a:pt x="7422023" y="2624898"/>
                  </a:lnTo>
                  <a:lnTo>
                    <a:pt x="7524559" y="2605574"/>
                  </a:lnTo>
                  <a:lnTo>
                    <a:pt x="7620732" y="2584349"/>
                  </a:lnTo>
                  <a:lnTo>
                    <a:pt x="7710111" y="2561088"/>
                  </a:lnTo>
                  <a:lnTo>
                    <a:pt x="7792705" y="2535605"/>
                  </a:lnTo>
                  <a:lnTo>
                    <a:pt x="7868845" y="2507654"/>
                  </a:lnTo>
                  <a:lnTo>
                    <a:pt x="7939069" y="2476941"/>
                  </a:lnTo>
                  <a:lnTo>
                    <a:pt x="8004041" y="2443136"/>
                  </a:lnTo>
                  <a:lnTo>
                    <a:pt x="8064490" y="2405884"/>
                  </a:lnTo>
                  <a:lnTo>
                    <a:pt x="8121156" y="2364842"/>
                  </a:lnTo>
                  <a:lnTo>
                    <a:pt x="8174758" y="2319721"/>
                  </a:lnTo>
                  <a:lnTo>
                    <a:pt x="8225951" y="2270363"/>
                  </a:lnTo>
                  <a:lnTo>
                    <a:pt x="8229629" y="2266574"/>
                  </a:lnTo>
                  <a:lnTo>
                    <a:pt x="8274522" y="2217667"/>
                  </a:lnTo>
                  <a:lnTo>
                    <a:pt x="8318287" y="2165180"/>
                  </a:lnTo>
                  <a:lnTo>
                    <a:pt x="8361230" y="2109042"/>
                  </a:lnTo>
                  <a:lnTo>
                    <a:pt x="8403598" y="2049237"/>
                  </a:lnTo>
                  <a:lnTo>
                    <a:pt x="8445588" y="1985815"/>
                  </a:lnTo>
                  <a:lnTo>
                    <a:pt x="8487354" y="1918895"/>
                  </a:lnTo>
                  <a:lnTo>
                    <a:pt x="8529012" y="1848672"/>
                  </a:lnTo>
                  <a:lnTo>
                    <a:pt x="8570645" y="1775414"/>
                  </a:lnTo>
                  <a:lnTo>
                    <a:pt x="8612305" y="1699465"/>
                  </a:lnTo>
                  <a:lnTo>
                    <a:pt x="8654020" y="1621239"/>
                  </a:lnTo>
                  <a:lnTo>
                    <a:pt x="8695799" y="1541210"/>
                  </a:lnTo>
                  <a:lnTo>
                    <a:pt x="8737631" y="1459904"/>
                  </a:lnTo>
                  <a:lnTo>
                    <a:pt x="8779497" y="1377886"/>
                  </a:lnTo>
                  <a:lnTo>
                    <a:pt x="8821369" y="1295739"/>
                  </a:lnTo>
                  <a:lnTo>
                    <a:pt x="8863219" y="1214052"/>
                  </a:lnTo>
                  <a:lnTo>
                    <a:pt x="8905023" y="1133398"/>
                  </a:lnTo>
                  <a:lnTo>
                    <a:pt x="8946767" y="1054323"/>
                  </a:lnTo>
                  <a:lnTo>
                    <a:pt x="8988449" y="977325"/>
                  </a:lnTo>
                  <a:lnTo>
                    <a:pt x="9030088" y="902846"/>
                  </a:lnTo>
                  <a:lnTo>
                    <a:pt x="9071727" y="831260"/>
                  </a:lnTo>
                  <a:lnTo>
                    <a:pt x="9113433" y="762870"/>
                  </a:lnTo>
                  <a:lnTo>
                    <a:pt x="9155309" y="697902"/>
                  </a:lnTo>
                  <a:lnTo>
                    <a:pt x="9197491" y="636508"/>
                  </a:lnTo>
                  <a:lnTo>
                    <a:pt x="9240155" y="578767"/>
                  </a:lnTo>
                  <a:lnTo>
                    <a:pt x="9283527" y="524691"/>
                  </a:lnTo>
                  <a:lnTo>
                    <a:pt x="9327886" y="474234"/>
                  </a:lnTo>
                  <a:lnTo>
                    <a:pt x="9347647" y="453314"/>
                  </a:lnTo>
                  <a:lnTo>
                    <a:pt x="9398687" y="403645"/>
                  </a:lnTo>
                  <a:lnTo>
                    <a:pt x="9452091" y="358216"/>
                  </a:lnTo>
                  <a:lnTo>
                    <a:pt x="9508508" y="316883"/>
                  </a:lnTo>
                  <a:lnTo>
                    <a:pt x="9568654" y="279365"/>
                  </a:lnTo>
                  <a:lnTo>
                    <a:pt x="9633269" y="245319"/>
                  </a:lnTo>
                  <a:lnTo>
                    <a:pt x="9703084" y="214391"/>
                  </a:lnTo>
                  <a:lnTo>
                    <a:pt x="9778769" y="186247"/>
                  </a:lnTo>
                  <a:lnTo>
                    <a:pt x="9860876" y="160592"/>
                  </a:lnTo>
                  <a:lnTo>
                    <a:pt x="9949751" y="137176"/>
                  </a:lnTo>
                  <a:lnTo>
                    <a:pt x="10045435" y="115806"/>
                  </a:lnTo>
                  <a:lnTo>
                    <a:pt x="10147530" y="96346"/>
                  </a:lnTo>
                  <a:lnTo>
                    <a:pt x="10255069" y="78717"/>
                  </a:lnTo>
                  <a:lnTo>
                    <a:pt x="10366391" y="62891"/>
                  </a:lnTo>
                  <a:lnTo>
                    <a:pt x="10479076" y="48880"/>
                  </a:lnTo>
                  <a:lnTo>
                    <a:pt x="10589979" y="36721"/>
                  </a:lnTo>
                  <a:lnTo>
                    <a:pt x="10695412" y="26448"/>
                  </a:lnTo>
                  <a:lnTo>
                    <a:pt x="10791501" y="18070"/>
                  </a:lnTo>
                  <a:lnTo>
                    <a:pt x="10874682" y="11540"/>
                  </a:lnTo>
                  <a:lnTo>
                    <a:pt x="10942247" y="6738"/>
                  </a:lnTo>
                  <a:lnTo>
                    <a:pt x="10992827" y="3471"/>
                  </a:lnTo>
                  <a:lnTo>
                    <a:pt x="11026685" y="1476"/>
                  </a:lnTo>
                  <a:lnTo>
                    <a:pt x="11045766" y="447"/>
                  </a:lnTo>
                  <a:lnTo>
                    <a:pt x="11053559" y="61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0" name="pl1219"/>
            <p:cNvSpPr/>
            <p:nvPr/>
          </p:nvSpPr>
          <p:spPr>
            <a:xfrm>
              <a:off x="1199187" y="2253308"/>
              <a:ext cx="12049831" cy="2719889"/>
            </a:xfrm>
            <a:custGeom>
              <a:avLst/>
              <a:pathLst>
                <a:path w="12049831" h="2719889">
                  <a:moveTo>
                    <a:pt x="12049831" y="0"/>
                  </a:moveTo>
                  <a:lnTo>
                    <a:pt x="11054891" y="0"/>
                  </a:lnTo>
                  <a:lnTo>
                    <a:pt x="11053810" y="49"/>
                  </a:lnTo>
                  <a:lnTo>
                    <a:pt x="11046671" y="400"/>
                  </a:lnTo>
                  <a:lnTo>
                    <a:pt x="11028554" y="1371"/>
                  </a:lnTo>
                  <a:lnTo>
                    <a:pt x="10995867" y="3285"/>
                  </a:lnTo>
                  <a:lnTo>
                    <a:pt x="10946543" y="6449"/>
                  </a:lnTo>
                  <a:lnTo>
                    <a:pt x="10880197" y="11130"/>
                  </a:lnTo>
                  <a:lnTo>
                    <a:pt x="10798084" y="17529"/>
                  </a:lnTo>
                  <a:lnTo>
                    <a:pt x="10702828" y="25769"/>
                  </a:lnTo>
                  <a:lnTo>
                    <a:pt x="10597950" y="35902"/>
                  </a:lnTo>
                  <a:lnTo>
                    <a:pt x="10487318" y="47924"/>
                  </a:lnTo>
                  <a:lnTo>
                    <a:pt x="10374649" y="61801"/>
                  </a:lnTo>
                  <a:lnTo>
                    <a:pt x="10263135" y="77494"/>
                  </a:lnTo>
                  <a:lnTo>
                    <a:pt x="10155253" y="94990"/>
                  </a:lnTo>
                  <a:lnTo>
                    <a:pt x="10052718" y="114314"/>
                  </a:lnTo>
                  <a:lnTo>
                    <a:pt x="9956544" y="135540"/>
                  </a:lnTo>
                  <a:lnTo>
                    <a:pt x="9867166" y="158800"/>
                  </a:lnTo>
                  <a:lnTo>
                    <a:pt x="9784571" y="184283"/>
                  </a:lnTo>
                  <a:lnTo>
                    <a:pt x="9708431" y="212234"/>
                  </a:lnTo>
                  <a:lnTo>
                    <a:pt x="9638208" y="242947"/>
                  </a:lnTo>
                  <a:lnTo>
                    <a:pt x="9573235" y="276753"/>
                  </a:lnTo>
                  <a:lnTo>
                    <a:pt x="9512787" y="314004"/>
                  </a:lnTo>
                  <a:lnTo>
                    <a:pt x="9456121" y="355046"/>
                  </a:lnTo>
                  <a:lnTo>
                    <a:pt x="9402519" y="400167"/>
                  </a:lnTo>
                  <a:lnTo>
                    <a:pt x="9351325" y="449525"/>
                  </a:lnTo>
                  <a:lnTo>
                    <a:pt x="9347647" y="453314"/>
                  </a:lnTo>
                  <a:lnTo>
                    <a:pt x="9302754" y="502222"/>
                  </a:lnTo>
                  <a:lnTo>
                    <a:pt x="9258989" y="554708"/>
                  </a:lnTo>
                  <a:lnTo>
                    <a:pt x="9216046" y="610846"/>
                  </a:lnTo>
                  <a:lnTo>
                    <a:pt x="9173679" y="670651"/>
                  </a:lnTo>
                  <a:lnTo>
                    <a:pt x="9131688" y="734073"/>
                  </a:lnTo>
                  <a:lnTo>
                    <a:pt x="9089922" y="800993"/>
                  </a:lnTo>
                  <a:lnTo>
                    <a:pt x="9048264" y="871216"/>
                  </a:lnTo>
                  <a:lnTo>
                    <a:pt x="9006632" y="944474"/>
                  </a:lnTo>
                  <a:lnTo>
                    <a:pt x="8964972" y="1020423"/>
                  </a:lnTo>
                  <a:lnTo>
                    <a:pt x="8923256" y="1098649"/>
                  </a:lnTo>
                  <a:lnTo>
                    <a:pt x="8881478" y="1178678"/>
                  </a:lnTo>
                  <a:lnTo>
                    <a:pt x="8839645" y="1259984"/>
                  </a:lnTo>
                  <a:lnTo>
                    <a:pt x="8797779" y="1342002"/>
                  </a:lnTo>
                  <a:lnTo>
                    <a:pt x="8755907" y="1424149"/>
                  </a:lnTo>
                  <a:lnTo>
                    <a:pt x="8714057" y="1505836"/>
                  </a:lnTo>
                  <a:lnTo>
                    <a:pt x="8672253" y="1586490"/>
                  </a:lnTo>
                  <a:lnTo>
                    <a:pt x="8630510" y="1665565"/>
                  </a:lnTo>
                  <a:lnTo>
                    <a:pt x="8588828" y="1742563"/>
                  </a:lnTo>
                  <a:lnTo>
                    <a:pt x="8547188" y="1817042"/>
                  </a:lnTo>
                  <a:lnTo>
                    <a:pt x="8505550" y="1888628"/>
                  </a:lnTo>
                  <a:lnTo>
                    <a:pt x="8463843" y="1957018"/>
                  </a:lnTo>
                  <a:lnTo>
                    <a:pt x="8421967" y="2021986"/>
                  </a:lnTo>
                  <a:lnTo>
                    <a:pt x="8379786" y="2083380"/>
                  </a:lnTo>
                  <a:lnTo>
                    <a:pt x="8337122" y="2141121"/>
                  </a:lnTo>
                  <a:lnTo>
                    <a:pt x="8293750" y="2195197"/>
                  </a:lnTo>
                  <a:lnTo>
                    <a:pt x="8249391" y="2245654"/>
                  </a:lnTo>
                  <a:lnTo>
                    <a:pt x="8229629" y="2266574"/>
                  </a:lnTo>
                  <a:lnTo>
                    <a:pt x="8178589" y="2316244"/>
                  </a:lnTo>
                  <a:lnTo>
                    <a:pt x="8125186" y="2361672"/>
                  </a:lnTo>
                  <a:lnTo>
                    <a:pt x="8068768" y="2403005"/>
                  </a:lnTo>
                  <a:lnTo>
                    <a:pt x="8008623" y="2440523"/>
                  </a:lnTo>
                  <a:lnTo>
                    <a:pt x="7944007" y="2474570"/>
                  </a:lnTo>
                  <a:lnTo>
                    <a:pt x="7874192" y="2505497"/>
                  </a:lnTo>
                  <a:lnTo>
                    <a:pt x="7798507" y="2533641"/>
                  </a:lnTo>
                  <a:lnTo>
                    <a:pt x="7716401" y="2559296"/>
                  </a:lnTo>
                  <a:lnTo>
                    <a:pt x="7627525" y="2582713"/>
                  </a:lnTo>
                  <a:lnTo>
                    <a:pt x="7531842" y="2604082"/>
                  </a:lnTo>
                  <a:lnTo>
                    <a:pt x="7429747" y="2623542"/>
                  </a:lnTo>
                  <a:lnTo>
                    <a:pt x="7322208" y="2641171"/>
                  </a:lnTo>
                  <a:lnTo>
                    <a:pt x="7210885" y="2656997"/>
                  </a:lnTo>
                  <a:lnTo>
                    <a:pt x="7098200" y="2671008"/>
                  </a:lnTo>
                  <a:lnTo>
                    <a:pt x="6987298" y="2683167"/>
                  </a:lnTo>
                  <a:lnTo>
                    <a:pt x="6881865" y="2693440"/>
                  </a:lnTo>
                  <a:lnTo>
                    <a:pt x="6785775" y="2701818"/>
                  </a:lnTo>
                  <a:lnTo>
                    <a:pt x="6702595" y="2708349"/>
                  </a:lnTo>
                  <a:lnTo>
                    <a:pt x="6635030" y="2713150"/>
                  </a:lnTo>
                  <a:lnTo>
                    <a:pt x="6584449" y="2716417"/>
                  </a:lnTo>
                  <a:lnTo>
                    <a:pt x="6550591" y="2718413"/>
                  </a:lnTo>
                  <a:lnTo>
                    <a:pt x="6531510" y="2719442"/>
                  </a:lnTo>
                  <a:lnTo>
                    <a:pt x="6523717" y="2719827"/>
                  </a:lnTo>
                  <a:lnTo>
                    <a:pt x="6522386" y="2719889"/>
                  </a:lnTo>
                  <a:lnTo>
                    <a:pt x="6522385" y="2719889"/>
                  </a:lnTo>
                  <a:lnTo>
                    <a:pt x="5527445" y="2719889"/>
                  </a:lnTo>
                  <a:lnTo>
                    <a:pt x="5526309" y="2719888"/>
                  </a:lnTo>
                  <a:lnTo>
                    <a:pt x="5518809" y="2719881"/>
                  </a:lnTo>
                  <a:lnTo>
                    <a:pt x="5499805" y="2719864"/>
                  </a:lnTo>
                  <a:lnTo>
                    <a:pt x="5465579" y="2719829"/>
                  </a:lnTo>
                  <a:lnTo>
                    <a:pt x="5414062" y="2719771"/>
                  </a:lnTo>
                  <a:lnTo>
                    <a:pt x="5344984" y="2719686"/>
                  </a:lnTo>
                  <a:lnTo>
                    <a:pt x="5259819" y="2719569"/>
                  </a:lnTo>
                  <a:lnTo>
                    <a:pt x="5161458" y="2719420"/>
                  </a:lnTo>
                  <a:lnTo>
                    <a:pt x="5053684" y="2719236"/>
                  </a:lnTo>
                  <a:lnTo>
                    <a:pt x="4940572" y="2719018"/>
                  </a:lnTo>
                  <a:lnTo>
                    <a:pt x="4825964" y="2718768"/>
                  </a:lnTo>
                  <a:lnTo>
                    <a:pt x="4713093" y="2718485"/>
                  </a:lnTo>
                  <a:lnTo>
                    <a:pt x="4604407" y="2718169"/>
                  </a:lnTo>
                  <a:lnTo>
                    <a:pt x="4501544" y="2717821"/>
                  </a:lnTo>
                  <a:lnTo>
                    <a:pt x="4405419" y="2717438"/>
                  </a:lnTo>
                  <a:lnTo>
                    <a:pt x="4316359" y="2717017"/>
                  </a:lnTo>
                  <a:lnTo>
                    <a:pt x="4234251" y="2716556"/>
                  </a:lnTo>
                  <a:lnTo>
                    <a:pt x="4158676" y="2716049"/>
                  </a:lnTo>
                  <a:lnTo>
                    <a:pt x="4089020" y="2715491"/>
                  </a:lnTo>
                  <a:lnTo>
                    <a:pt x="4024556" y="2714875"/>
                  </a:lnTo>
                  <a:lnTo>
                    <a:pt x="3964508" y="2714195"/>
                  </a:lnTo>
                  <a:lnTo>
                    <a:pt x="3908101" y="2713445"/>
                  </a:lnTo>
                  <a:lnTo>
                    <a:pt x="3854599" y="2712620"/>
                  </a:lnTo>
                  <a:lnTo>
                    <a:pt x="3820202" y="2712028"/>
                  </a:lnTo>
                  <a:lnTo>
                    <a:pt x="3758559" y="2710841"/>
                  </a:lnTo>
                  <a:lnTo>
                    <a:pt x="3698840" y="2709535"/>
                  </a:lnTo>
                  <a:lnTo>
                    <a:pt x="3640326" y="2708108"/>
                  </a:lnTo>
                  <a:lnTo>
                    <a:pt x="3582492" y="2706563"/>
                  </a:lnTo>
                  <a:lnTo>
                    <a:pt x="3524966" y="2704905"/>
                  </a:lnTo>
                  <a:lnTo>
                    <a:pt x="3467507" y="2703145"/>
                  </a:lnTo>
                  <a:lnTo>
                    <a:pt x="3409979" y="2701301"/>
                  </a:lnTo>
                  <a:lnTo>
                    <a:pt x="3352334" y="2699392"/>
                  </a:lnTo>
                  <a:lnTo>
                    <a:pt x="3294590" y="2697442"/>
                  </a:lnTo>
                  <a:lnTo>
                    <a:pt x="3236804" y="2695476"/>
                  </a:lnTo>
                  <a:lnTo>
                    <a:pt x="3179048" y="2693521"/>
                  </a:lnTo>
                  <a:lnTo>
                    <a:pt x="3121386" y="2691604"/>
                  </a:lnTo>
                  <a:lnTo>
                    <a:pt x="3063841" y="2689748"/>
                  </a:lnTo>
                  <a:lnTo>
                    <a:pt x="3006377" y="2687975"/>
                  </a:lnTo>
                  <a:lnTo>
                    <a:pt x="2948875" y="2686300"/>
                  </a:lnTo>
                  <a:lnTo>
                    <a:pt x="2891110" y="2684736"/>
                  </a:lnTo>
                  <a:lnTo>
                    <a:pt x="2832732" y="2683291"/>
                  </a:lnTo>
                  <a:lnTo>
                    <a:pt x="2773242" y="2681966"/>
                  </a:lnTo>
                  <a:lnTo>
                    <a:pt x="2711956" y="2680761"/>
                  </a:lnTo>
                  <a:lnTo>
                    <a:pt x="2702183" y="2680584"/>
                  </a:lnTo>
                  <a:lnTo>
                    <a:pt x="2650248" y="2679708"/>
                  </a:lnTo>
                  <a:lnTo>
                    <a:pt x="2595856" y="2678909"/>
                  </a:lnTo>
                  <a:lnTo>
                    <a:pt x="2538321" y="2678183"/>
                  </a:lnTo>
                  <a:lnTo>
                    <a:pt x="2476890" y="2677525"/>
                  </a:lnTo>
                  <a:lnTo>
                    <a:pt x="2410781" y="2676929"/>
                  </a:lnTo>
                  <a:lnTo>
                    <a:pt x="2339230" y="2676388"/>
                  </a:lnTo>
                  <a:lnTo>
                    <a:pt x="2261540" y="2675897"/>
                  </a:lnTo>
                  <a:lnTo>
                    <a:pt x="2177151" y="2675450"/>
                  </a:lnTo>
                  <a:lnTo>
                    <a:pt x="2085732" y="2675042"/>
                  </a:lnTo>
                  <a:lnTo>
                    <a:pt x="1987301" y="2674671"/>
                  </a:lnTo>
                  <a:lnTo>
                    <a:pt x="1882364" y="2674333"/>
                  </a:lnTo>
                  <a:lnTo>
                    <a:pt x="1772063" y="2674029"/>
                  </a:lnTo>
                  <a:lnTo>
                    <a:pt x="1658301" y="2673757"/>
                  </a:lnTo>
                  <a:lnTo>
                    <a:pt x="1543797" y="2673517"/>
                  </a:lnTo>
                  <a:lnTo>
                    <a:pt x="1432015" y="2673311"/>
                  </a:lnTo>
                  <a:lnTo>
                    <a:pt x="1326925" y="2673138"/>
                  </a:lnTo>
                  <a:lnTo>
                    <a:pt x="1232570" y="2673000"/>
                  </a:lnTo>
                  <a:lnTo>
                    <a:pt x="1152503" y="2672894"/>
                  </a:lnTo>
                  <a:lnTo>
                    <a:pt x="1089192" y="2672819"/>
                  </a:lnTo>
                  <a:lnTo>
                    <a:pt x="1043553" y="2672769"/>
                  </a:lnTo>
                  <a:lnTo>
                    <a:pt x="1014712" y="2672740"/>
                  </a:lnTo>
                  <a:lnTo>
                    <a:pt x="1000027" y="2672727"/>
                  </a:lnTo>
                  <a:lnTo>
                    <a:pt x="995283" y="2672723"/>
                  </a:lnTo>
                  <a:lnTo>
                    <a:pt x="994940" y="2672723"/>
                  </a:lnTo>
                  <a:lnTo>
                    <a:pt x="0" y="2672723"/>
                  </a:lnTo>
                  <a:lnTo>
                    <a:pt x="0" y="26727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1" name="pg1220"/>
            <p:cNvSpPr/>
            <p:nvPr/>
          </p:nvSpPr>
          <p:spPr>
            <a:xfrm>
              <a:off x="1199187" y="5030844"/>
              <a:ext cx="12049831" cy="1420211"/>
            </a:xfrm>
            <a:custGeom>
              <a:avLst/>
              <a:pathLst>
                <a:path w="12049831" h="1420211">
                  <a:moveTo>
                    <a:pt x="0" y="5240"/>
                  </a:moveTo>
                  <a:lnTo>
                    <a:pt x="994940" y="5240"/>
                  </a:lnTo>
                  <a:lnTo>
                    <a:pt x="996060" y="5267"/>
                  </a:lnTo>
                  <a:lnTo>
                    <a:pt x="1003458" y="5457"/>
                  </a:lnTo>
                  <a:lnTo>
                    <a:pt x="1022212" y="5981"/>
                  </a:lnTo>
                  <a:lnTo>
                    <a:pt x="1056005" y="7014"/>
                  </a:lnTo>
                  <a:lnTo>
                    <a:pt x="1106906" y="8722"/>
                  </a:lnTo>
                  <a:lnTo>
                    <a:pt x="1175218" y="11246"/>
                  </a:lnTo>
                  <a:lnTo>
                    <a:pt x="1259529" y="14693"/>
                  </a:lnTo>
                  <a:lnTo>
                    <a:pt x="1357025" y="19124"/>
                  </a:lnTo>
                  <a:lnTo>
                    <a:pt x="1463997" y="24567"/>
                  </a:lnTo>
                  <a:lnTo>
                    <a:pt x="1576425" y="31014"/>
                  </a:lnTo>
                  <a:lnTo>
                    <a:pt x="1690502" y="38448"/>
                  </a:lnTo>
                  <a:lnTo>
                    <a:pt x="1803006" y="46848"/>
                  </a:lnTo>
                  <a:lnTo>
                    <a:pt x="1911479" y="56211"/>
                  </a:lnTo>
                  <a:lnTo>
                    <a:pt x="2014260" y="66552"/>
                  </a:lnTo>
                  <a:lnTo>
                    <a:pt x="2110407" y="77917"/>
                  </a:lnTo>
                  <a:lnTo>
                    <a:pt x="2199561" y="90384"/>
                  </a:lnTo>
                  <a:lnTo>
                    <a:pt x="2281809" y="104060"/>
                  </a:lnTo>
                  <a:lnTo>
                    <a:pt x="2357542" y="119082"/>
                  </a:lnTo>
                  <a:lnTo>
                    <a:pt x="2427356" y="135615"/>
                  </a:lnTo>
                  <a:lnTo>
                    <a:pt x="2491959" y="153841"/>
                  </a:lnTo>
                  <a:lnTo>
                    <a:pt x="2552114" y="173951"/>
                  </a:lnTo>
                  <a:lnTo>
                    <a:pt x="2608587" y="196126"/>
                  </a:lnTo>
                  <a:lnTo>
                    <a:pt x="2662111" y="220507"/>
                  </a:lnTo>
                  <a:lnTo>
                    <a:pt x="2702183" y="241069"/>
                  </a:lnTo>
                  <a:lnTo>
                    <a:pt x="2756207" y="272003"/>
                  </a:lnTo>
                  <a:lnTo>
                    <a:pt x="2808683" y="305662"/>
                  </a:lnTo>
                  <a:lnTo>
                    <a:pt x="2860118" y="342096"/>
                  </a:lnTo>
                  <a:lnTo>
                    <a:pt x="2910899" y="381289"/>
                  </a:lnTo>
                  <a:lnTo>
                    <a:pt x="2961317" y="423149"/>
                  </a:lnTo>
                  <a:lnTo>
                    <a:pt x="3011580" y="467503"/>
                  </a:lnTo>
                  <a:lnTo>
                    <a:pt x="3061827" y="514097"/>
                  </a:lnTo>
                  <a:lnTo>
                    <a:pt x="3112136" y="562594"/>
                  </a:lnTo>
                  <a:lnTo>
                    <a:pt x="3162534" y="612584"/>
                  </a:lnTo>
                  <a:lnTo>
                    <a:pt x="3213013" y="663598"/>
                  </a:lnTo>
                  <a:lnTo>
                    <a:pt x="3263538" y="715121"/>
                  </a:lnTo>
                  <a:lnTo>
                    <a:pt x="3314061" y="766619"/>
                  </a:lnTo>
                  <a:lnTo>
                    <a:pt x="3364534" y="817559"/>
                  </a:lnTo>
                  <a:lnTo>
                    <a:pt x="3414923" y="867429"/>
                  </a:lnTo>
                  <a:lnTo>
                    <a:pt x="3465224" y="915766"/>
                  </a:lnTo>
                  <a:lnTo>
                    <a:pt x="3515469" y="962165"/>
                  </a:lnTo>
                  <a:lnTo>
                    <a:pt x="3565740" y="1006297"/>
                  </a:lnTo>
                  <a:lnTo>
                    <a:pt x="3616181" y="1047916"/>
                  </a:lnTo>
                  <a:lnTo>
                    <a:pt x="3667009" y="1086855"/>
                  </a:lnTo>
                  <a:lnTo>
                    <a:pt x="3718523" y="1123031"/>
                  </a:lnTo>
                  <a:lnTo>
                    <a:pt x="3771120" y="1156434"/>
                  </a:lnTo>
                  <a:lnTo>
                    <a:pt x="3820202" y="1184383"/>
                  </a:lnTo>
                  <a:lnTo>
                    <a:pt x="3871887" y="1210529"/>
                  </a:lnTo>
                  <a:lnTo>
                    <a:pt x="3926003" y="1234414"/>
                  </a:lnTo>
                  <a:lnTo>
                    <a:pt x="3983226" y="1256118"/>
                  </a:lnTo>
                  <a:lnTo>
                    <a:pt x="4044297" y="1275795"/>
                  </a:lnTo>
                  <a:lnTo>
                    <a:pt x="4109988" y="1293630"/>
                  </a:lnTo>
                  <a:lnTo>
                    <a:pt x="4181052" y="1309814"/>
                  </a:lnTo>
                  <a:lnTo>
                    <a:pt x="4258180" y="1324525"/>
                  </a:lnTo>
                  <a:lnTo>
                    <a:pt x="4341929" y="1337923"/>
                  </a:lnTo>
                  <a:lnTo>
                    <a:pt x="4432635" y="1350138"/>
                  </a:lnTo>
                  <a:lnTo>
                    <a:pt x="4530297" y="1361272"/>
                  </a:lnTo>
                  <a:lnTo>
                    <a:pt x="4634441" y="1371394"/>
                  </a:lnTo>
                  <a:lnTo>
                    <a:pt x="4743976" y="1380543"/>
                  </a:lnTo>
                  <a:lnTo>
                    <a:pt x="4857067" y="1388731"/>
                  </a:lnTo>
                  <a:lnTo>
                    <a:pt x="4971082" y="1395948"/>
                  </a:lnTo>
                  <a:lnTo>
                    <a:pt x="5082646" y="1402175"/>
                  </a:lnTo>
                  <a:lnTo>
                    <a:pt x="5187867" y="1407393"/>
                  </a:lnTo>
                  <a:lnTo>
                    <a:pt x="5282746" y="1411604"/>
                  </a:lnTo>
                  <a:lnTo>
                    <a:pt x="5363720" y="1414839"/>
                  </a:lnTo>
                  <a:lnTo>
                    <a:pt x="5428248" y="1417173"/>
                  </a:lnTo>
                  <a:lnTo>
                    <a:pt x="5475277" y="1418718"/>
                  </a:lnTo>
                  <a:lnTo>
                    <a:pt x="5505508" y="1419624"/>
                  </a:lnTo>
                  <a:lnTo>
                    <a:pt x="5521382" y="1420060"/>
                  </a:lnTo>
                  <a:lnTo>
                    <a:pt x="5526910" y="1420199"/>
                  </a:lnTo>
                  <a:lnTo>
                    <a:pt x="5527445" y="1420211"/>
                  </a:lnTo>
                  <a:lnTo>
                    <a:pt x="6522385" y="1420211"/>
                  </a:lnTo>
                  <a:lnTo>
                    <a:pt x="6523514" y="1420192"/>
                  </a:lnTo>
                  <a:lnTo>
                    <a:pt x="6530960" y="1420055"/>
                  </a:lnTo>
                  <a:lnTo>
                    <a:pt x="6549835" y="1419675"/>
                  </a:lnTo>
                  <a:lnTo>
                    <a:pt x="6583836" y="1418928"/>
                  </a:lnTo>
                  <a:lnTo>
                    <a:pt x="6635033" y="1417692"/>
                  </a:lnTo>
                  <a:lnTo>
                    <a:pt x="6703712" y="1415867"/>
                  </a:lnTo>
                  <a:lnTo>
                    <a:pt x="6788435" y="1413374"/>
                  </a:lnTo>
                  <a:lnTo>
                    <a:pt x="6886347" y="1410170"/>
                  </a:lnTo>
                  <a:lnTo>
                    <a:pt x="6993706" y="1406237"/>
                  </a:lnTo>
                  <a:lnTo>
                    <a:pt x="7106463" y="1401578"/>
                  </a:lnTo>
                  <a:lnTo>
                    <a:pt x="7220797" y="1396208"/>
                  </a:lnTo>
                  <a:lnTo>
                    <a:pt x="7333479" y="1390140"/>
                  </a:lnTo>
                  <a:lnTo>
                    <a:pt x="7442056" y="1383378"/>
                  </a:lnTo>
                  <a:lnTo>
                    <a:pt x="7544877" y="1375909"/>
                  </a:lnTo>
                  <a:lnTo>
                    <a:pt x="7641014" y="1367699"/>
                  </a:lnTo>
                  <a:lnTo>
                    <a:pt x="7730124" y="1358692"/>
                  </a:lnTo>
                  <a:lnTo>
                    <a:pt x="7812304" y="1348808"/>
                  </a:lnTo>
                  <a:lnTo>
                    <a:pt x="7887961" y="1337949"/>
                  </a:lnTo>
                  <a:lnTo>
                    <a:pt x="7957699" y="1325994"/>
                  </a:lnTo>
                  <a:lnTo>
                    <a:pt x="8022235" y="1312811"/>
                  </a:lnTo>
                  <a:lnTo>
                    <a:pt x="8082338" y="1298262"/>
                  </a:lnTo>
                  <a:lnTo>
                    <a:pt x="8138779" y="1282217"/>
                  </a:lnTo>
                  <a:lnTo>
                    <a:pt x="8192292" y="1264576"/>
                  </a:lnTo>
                  <a:lnTo>
                    <a:pt x="8229629" y="1250764"/>
                  </a:lnTo>
                  <a:lnTo>
                    <a:pt x="8286720" y="1227194"/>
                  </a:lnTo>
                  <a:lnTo>
                    <a:pt x="8342115" y="1201431"/>
                  </a:lnTo>
                  <a:lnTo>
                    <a:pt x="8396400" y="1173436"/>
                  </a:lnTo>
                  <a:lnTo>
                    <a:pt x="8450016" y="1143232"/>
                  </a:lnTo>
                  <a:lnTo>
                    <a:pt x="8503286" y="1110910"/>
                  </a:lnTo>
                  <a:lnTo>
                    <a:pt x="8556435" y="1076636"/>
                  </a:lnTo>
                  <a:lnTo>
                    <a:pt x="8609602" y="1040650"/>
                  </a:lnTo>
                  <a:lnTo>
                    <a:pt x="8662856" y="1003260"/>
                  </a:lnTo>
                  <a:lnTo>
                    <a:pt x="8716210" y="964840"/>
                  </a:lnTo>
                  <a:lnTo>
                    <a:pt x="8769637" y="925808"/>
                  </a:lnTo>
                  <a:lnTo>
                    <a:pt x="8823085" y="886614"/>
                  </a:lnTo>
                  <a:lnTo>
                    <a:pt x="8876495" y="847714"/>
                  </a:lnTo>
                  <a:lnTo>
                    <a:pt x="8929822" y="809551"/>
                  </a:lnTo>
                  <a:lnTo>
                    <a:pt x="8983047" y="772531"/>
                  </a:lnTo>
                  <a:lnTo>
                    <a:pt x="9036199" y="737010"/>
                  </a:lnTo>
                  <a:lnTo>
                    <a:pt x="9089365" y="703279"/>
                  </a:lnTo>
                  <a:lnTo>
                    <a:pt x="9142708" y="671556"/>
                  </a:lnTo>
                  <a:lnTo>
                    <a:pt x="9196479" y="641984"/>
                  </a:lnTo>
                  <a:lnTo>
                    <a:pt x="9251034" y="614634"/>
                  </a:lnTo>
                  <a:lnTo>
                    <a:pt x="9306852" y="589511"/>
                  </a:lnTo>
                  <a:lnTo>
                    <a:pt x="9347647" y="572975"/>
                  </a:lnTo>
                  <a:lnTo>
                    <a:pt x="9399453" y="554148"/>
                  </a:lnTo>
                  <a:lnTo>
                    <a:pt x="9453702" y="536953"/>
                  </a:lnTo>
                  <a:lnTo>
                    <a:pt x="9511075" y="521331"/>
                  </a:lnTo>
                  <a:lnTo>
                    <a:pt x="9572320" y="507172"/>
                  </a:lnTo>
                  <a:lnTo>
                    <a:pt x="9638211" y="494340"/>
                  </a:lnTo>
                  <a:lnTo>
                    <a:pt x="9709509" y="482700"/>
                  </a:lnTo>
                  <a:lnTo>
                    <a:pt x="9786907" y="472120"/>
                  </a:lnTo>
                  <a:lnTo>
                    <a:pt x="9870964" y="462487"/>
                  </a:lnTo>
                  <a:lnTo>
                    <a:pt x="9962013" y="453706"/>
                  </a:lnTo>
                  <a:lnTo>
                    <a:pt x="10060045" y="445704"/>
                  </a:lnTo>
                  <a:lnTo>
                    <a:pt x="10164571" y="438432"/>
                  </a:lnTo>
                  <a:lnTo>
                    <a:pt x="10274475" y="431861"/>
                  </a:lnTo>
                  <a:lnTo>
                    <a:pt x="10387890" y="425984"/>
                  </a:lnTo>
                  <a:lnTo>
                    <a:pt x="10502142" y="420808"/>
                  </a:lnTo>
                  <a:lnTo>
                    <a:pt x="10613813" y="416348"/>
                  </a:lnTo>
                  <a:lnTo>
                    <a:pt x="10718975" y="412615"/>
                  </a:lnTo>
                  <a:lnTo>
                    <a:pt x="10813605" y="409610"/>
                  </a:lnTo>
                  <a:lnTo>
                    <a:pt x="10894147" y="407307"/>
                  </a:lnTo>
                  <a:lnTo>
                    <a:pt x="10958092" y="405653"/>
                  </a:lnTo>
                  <a:lnTo>
                    <a:pt x="11004453" y="404562"/>
                  </a:lnTo>
                  <a:lnTo>
                    <a:pt x="11034013" y="403928"/>
                  </a:lnTo>
                  <a:lnTo>
                    <a:pt x="11049312" y="403628"/>
                  </a:lnTo>
                  <a:lnTo>
                    <a:pt x="11054455" y="403536"/>
                  </a:lnTo>
                  <a:lnTo>
                    <a:pt x="11054891" y="403528"/>
                  </a:lnTo>
                  <a:lnTo>
                    <a:pt x="12049831" y="403528"/>
                  </a:lnTo>
                  <a:lnTo>
                    <a:pt x="12049831" y="398288"/>
                  </a:lnTo>
                  <a:lnTo>
                    <a:pt x="11054891" y="398288"/>
                  </a:lnTo>
                  <a:lnTo>
                    <a:pt x="11053763" y="398307"/>
                  </a:lnTo>
                  <a:lnTo>
                    <a:pt x="11046316" y="398444"/>
                  </a:lnTo>
                  <a:lnTo>
                    <a:pt x="11027442" y="398824"/>
                  </a:lnTo>
                  <a:lnTo>
                    <a:pt x="10993441" y="399571"/>
                  </a:lnTo>
                  <a:lnTo>
                    <a:pt x="10942244" y="400807"/>
                  </a:lnTo>
                  <a:lnTo>
                    <a:pt x="10873564" y="402632"/>
                  </a:lnTo>
                  <a:lnTo>
                    <a:pt x="10788842" y="405125"/>
                  </a:lnTo>
                  <a:lnTo>
                    <a:pt x="10690929" y="408329"/>
                  </a:lnTo>
                  <a:lnTo>
                    <a:pt x="10583571" y="412262"/>
                  </a:lnTo>
                  <a:lnTo>
                    <a:pt x="10470813" y="416921"/>
                  </a:lnTo>
                  <a:lnTo>
                    <a:pt x="10356479" y="422291"/>
                  </a:lnTo>
                  <a:lnTo>
                    <a:pt x="10243798" y="428359"/>
                  </a:lnTo>
                  <a:lnTo>
                    <a:pt x="10135221" y="435121"/>
                  </a:lnTo>
                  <a:lnTo>
                    <a:pt x="10032399" y="442590"/>
                  </a:lnTo>
                  <a:lnTo>
                    <a:pt x="9936263" y="450800"/>
                  </a:lnTo>
                  <a:lnTo>
                    <a:pt x="9847153" y="459807"/>
                  </a:lnTo>
                  <a:lnTo>
                    <a:pt x="9764972" y="469691"/>
                  </a:lnTo>
                  <a:lnTo>
                    <a:pt x="9689315" y="480550"/>
                  </a:lnTo>
                  <a:lnTo>
                    <a:pt x="9619577" y="492505"/>
                  </a:lnTo>
                  <a:lnTo>
                    <a:pt x="9555041" y="505688"/>
                  </a:lnTo>
                  <a:lnTo>
                    <a:pt x="9494939" y="520237"/>
                  </a:lnTo>
                  <a:lnTo>
                    <a:pt x="9438498" y="536282"/>
                  </a:lnTo>
                  <a:lnTo>
                    <a:pt x="9384985" y="553924"/>
                  </a:lnTo>
                  <a:lnTo>
                    <a:pt x="9347647" y="567735"/>
                  </a:lnTo>
                  <a:lnTo>
                    <a:pt x="9290557" y="591305"/>
                  </a:lnTo>
                  <a:lnTo>
                    <a:pt x="9235161" y="617068"/>
                  </a:lnTo>
                  <a:lnTo>
                    <a:pt x="9180877" y="645063"/>
                  </a:lnTo>
                  <a:lnTo>
                    <a:pt x="9127261" y="675267"/>
                  </a:lnTo>
                  <a:lnTo>
                    <a:pt x="9073990" y="707589"/>
                  </a:lnTo>
                  <a:lnTo>
                    <a:pt x="9020841" y="741863"/>
                  </a:lnTo>
                  <a:lnTo>
                    <a:pt x="8967674" y="777849"/>
                  </a:lnTo>
                  <a:lnTo>
                    <a:pt x="8914420" y="815239"/>
                  </a:lnTo>
                  <a:lnTo>
                    <a:pt x="8861066" y="853659"/>
                  </a:lnTo>
                  <a:lnTo>
                    <a:pt x="8807639" y="892691"/>
                  </a:lnTo>
                  <a:lnTo>
                    <a:pt x="8754192" y="931885"/>
                  </a:lnTo>
                  <a:lnTo>
                    <a:pt x="8700782" y="970785"/>
                  </a:lnTo>
                  <a:lnTo>
                    <a:pt x="8647455" y="1008948"/>
                  </a:lnTo>
                  <a:lnTo>
                    <a:pt x="8594230" y="1045968"/>
                  </a:lnTo>
                  <a:lnTo>
                    <a:pt x="8541078" y="1081489"/>
                  </a:lnTo>
                  <a:lnTo>
                    <a:pt x="8487911" y="1115220"/>
                  </a:lnTo>
                  <a:lnTo>
                    <a:pt x="8434568" y="1146943"/>
                  </a:lnTo>
                  <a:lnTo>
                    <a:pt x="8380797" y="1176515"/>
                  </a:lnTo>
                  <a:lnTo>
                    <a:pt x="8326243" y="1203865"/>
                  </a:lnTo>
                  <a:lnTo>
                    <a:pt x="8270425" y="1228988"/>
                  </a:lnTo>
                  <a:lnTo>
                    <a:pt x="8229629" y="1245524"/>
                  </a:lnTo>
                  <a:lnTo>
                    <a:pt x="8177823" y="1264351"/>
                  </a:lnTo>
                  <a:lnTo>
                    <a:pt x="8123575" y="1281546"/>
                  </a:lnTo>
                  <a:lnTo>
                    <a:pt x="8066202" y="1297168"/>
                  </a:lnTo>
                  <a:lnTo>
                    <a:pt x="8004957" y="1311327"/>
                  </a:lnTo>
                  <a:lnTo>
                    <a:pt x="7939065" y="1324159"/>
                  </a:lnTo>
                  <a:lnTo>
                    <a:pt x="7867767" y="1335799"/>
                  </a:lnTo>
                  <a:lnTo>
                    <a:pt x="7790369" y="1346379"/>
                  </a:lnTo>
                  <a:lnTo>
                    <a:pt x="7706312" y="1356012"/>
                  </a:lnTo>
                  <a:lnTo>
                    <a:pt x="7615263" y="1364793"/>
                  </a:lnTo>
                  <a:lnTo>
                    <a:pt x="7517231" y="1372795"/>
                  </a:lnTo>
                  <a:lnTo>
                    <a:pt x="7412705" y="1380067"/>
                  </a:lnTo>
                  <a:lnTo>
                    <a:pt x="7302802" y="1386638"/>
                  </a:lnTo>
                  <a:lnTo>
                    <a:pt x="7189387" y="1392515"/>
                  </a:lnTo>
                  <a:lnTo>
                    <a:pt x="7075134" y="1397691"/>
                  </a:lnTo>
                  <a:lnTo>
                    <a:pt x="6963463" y="1402151"/>
                  </a:lnTo>
                  <a:lnTo>
                    <a:pt x="6858302" y="1405884"/>
                  </a:lnTo>
                  <a:lnTo>
                    <a:pt x="6763671" y="1408889"/>
                  </a:lnTo>
                  <a:lnTo>
                    <a:pt x="6683130" y="1411192"/>
                  </a:lnTo>
                  <a:lnTo>
                    <a:pt x="6619185" y="1412847"/>
                  </a:lnTo>
                  <a:lnTo>
                    <a:pt x="6572824" y="1413937"/>
                  </a:lnTo>
                  <a:lnTo>
                    <a:pt x="6543263" y="1414571"/>
                  </a:lnTo>
                  <a:lnTo>
                    <a:pt x="6527965" y="1414871"/>
                  </a:lnTo>
                  <a:lnTo>
                    <a:pt x="6522821" y="1414963"/>
                  </a:lnTo>
                  <a:lnTo>
                    <a:pt x="6522385" y="1414971"/>
                  </a:lnTo>
                  <a:lnTo>
                    <a:pt x="5527445" y="1414971"/>
                  </a:lnTo>
                  <a:lnTo>
                    <a:pt x="5526325" y="1414944"/>
                  </a:lnTo>
                  <a:lnTo>
                    <a:pt x="5518927" y="1414754"/>
                  </a:lnTo>
                  <a:lnTo>
                    <a:pt x="5500173" y="1414230"/>
                  </a:lnTo>
                  <a:lnTo>
                    <a:pt x="5466380" y="1413197"/>
                  </a:lnTo>
                  <a:lnTo>
                    <a:pt x="5415479" y="1411489"/>
                  </a:lnTo>
                  <a:lnTo>
                    <a:pt x="5347167" y="1408965"/>
                  </a:lnTo>
                  <a:lnTo>
                    <a:pt x="5262856" y="1405518"/>
                  </a:lnTo>
                  <a:lnTo>
                    <a:pt x="5165360" y="1401086"/>
                  </a:lnTo>
                  <a:lnTo>
                    <a:pt x="5058388" y="1395644"/>
                  </a:lnTo>
                  <a:lnTo>
                    <a:pt x="4945960" y="1389197"/>
                  </a:lnTo>
                  <a:lnTo>
                    <a:pt x="4831883" y="1381763"/>
                  </a:lnTo>
                  <a:lnTo>
                    <a:pt x="4719379" y="1373362"/>
                  </a:lnTo>
                  <a:lnTo>
                    <a:pt x="4610906" y="1364000"/>
                  </a:lnTo>
                  <a:lnTo>
                    <a:pt x="4508125" y="1353659"/>
                  </a:lnTo>
                  <a:lnTo>
                    <a:pt x="4411978" y="1342293"/>
                  </a:lnTo>
                  <a:lnTo>
                    <a:pt x="4322824" y="1329827"/>
                  </a:lnTo>
                  <a:lnTo>
                    <a:pt x="4240576" y="1316151"/>
                  </a:lnTo>
                  <a:lnTo>
                    <a:pt x="4164843" y="1301128"/>
                  </a:lnTo>
                  <a:lnTo>
                    <a:pt x="4095029" y="1284596"/>
                  </a:lnTo>
                  <a:lnTo>
                    <a:pt x="4030426" y="1266370"/>
                  </a:lnTo>
                  <a:lnTo>
                    <a:pt x="3970271" y="1246260"/>
                  </a:lnTo>
                  <a:lnTo>
                    <a:pt x="3913798" y="1224085"/>
                  </a:lnTo>
                  <a:lnTo>
                    <a:pt x="3860274" y="1199704"/>
                  </a:lnTo>
                  <a:lnTo>
                    <a:pt x="3820202" y="1179142"/>
                  </a:lnTo>
                  <a:lnTo>
                    <a:pt x="3766178" y="1148208"/>
                  </a:lnTo>
                  <a:lnTo>
                    <a:pt x="3713702" y="1114549"/>
                  </a:lnTo>
                  <a:lnTo>
                    <a:pt x="3662267" y="1078115"/>
                  </a:lnTo>
                  <a:lnTo>
                    <a:pt x="3611486" y="1038922"/>
                  </a:lnTo>
                  <a:lnTo>
                    <a:pt x="3561068" y="997062"/>
                  </a:lnTo>
                  <a:lnTo>
                    <a:pt x="3510805" y="952708"/>
                  </a:lnTo>
                  <a:lnTo>
                    <a:pt x="3460558" y="906114"/>
                  </a:lnTo>
                  <a:lnTo>
                    <a:pt x="3410249" y="857617"/>
                  </a:lnTo>
                  <a:lnTo>
                    <a:pt x="3359851" y="807627"/>
                  </a:lnTo>
                  <a:lnTo>
                    <a:pt x="3309372" y="756613"/>
                  </a:lnTo>
                  <a:lnTo>
                    <a:pt x="3258847" y="705090"/>
                  </a:lnTo>
                  <a:lnTo>
                    <a:pt x="3208324" y="653591"/>
                  </a:lnTo>
                  <a:lnTo>
                    <a:pt x="3157851" y="602652"/>
                  </a:lnTo>
                  <a:lnTo>
                    <a:pt x="3107462" y="552781"/>
                  </a:lnTo>
                  <a:lnTo>
                    <a:pt x="3057161" y="504445"/>
                  </a:lnTo>
                  <a:lnTo>
                    <a:pt x="3006916" y="458046"/>
                  </a:lnTo>
                  <a:lnTo>
                    <a:pt x="2956645" y="413914"/>
                  </a:lnTo>
                  <a:lnTo>
                    <a:pt x="2906204" y="372295"/>
                  </a:lnTo>
                  <a:lnTo>
                    <a:pt x="2855376" y="333356"/>
                  </a:lnTo>
                  <a:lnTo>
                    <a:pt x="2803862" y="297180"/>
                  </a:lnTo>
                  <a:lnTo>
                    <a:pt x="2751265" y="263777"/>
                  </a:lnTo>
                  <a:lnTo>
                    <a:pt x="2702183" y="235828"/>
                  </a:lnTo>
                  <a:lnTo>
                    <a:pt x="2650498" y="209682"/>
                  </a:lnTo>
                  <a:lnTo>
                    <a:pt x="2596382" y="185797"/>
                  </a:lnTo>
                  <a:lnTo>
                    <a:pt x="2539159" y="164093"/>
                  </a:lnTo>
                  <a:lnTo>
                    <a:pt x="2478088" y="144416"/>
                  </a:lnTo>
                  <a:lnTo>
                    <a:pt x="2412397" y="126581"/>
                  </a:lnTo>
                  <a:lnTo>
                    <a:pt x="2341333" y="110397"/>
                  </a:lnTo>
                  <a:lnTo>
                    <a:pt x="2264205" y="95685"/>
                  </a:lnTo>
                  <a:lnTo>
                    <a:pt x="2180456" y="82288"/>
                  </a:lnTo>
                  <a:lnTo>
                    <a:pt x="2089750" y="70073"/>
                  </a:lnTo>
                  <a:lnTo>
                    <a:pt x="1992088" y="58939"/>
                  </a:lnTo>
                  <a:lnTo>
                    <a:pt x="1887944" y="48817"/>
                  </a:lnTo>
                  <a:lnTo>
                    <a:pt x="1778409" y="39668"/>
                  </a:lnTo>
                  <a:lnTo>
                    <a:pt x="1665318" y="31480"/>
                  </a:lnTo>
                  <a:lnTo>
                    <a:pt x="1551303" y="24263"/>
                  </a:lnTo>
                  <a:lnTo>
                    <a:pt x="1439739" y="18036"/>
                  </a:lnTo>
                  <a:lnTo>
                    <a:pt x="1334518" y="12817"/>
                  </a:lnTo>
                  <a:lnTo>
                    <a:pt x="1239639" y="8607"/>
                  </a:lnTo>
                  <a:lnTo>
                    <a:pt x="1158665" y="5371"/>
                  </a:lnTo>
                  <a:lnTo>
                    <a:pt x="1094137" y="3038"/>
                  </a:lnTo>
                  <a:lnTo>
                    <a:pt x="1047108" y="1493"/>
                  </a:lnTo>
                  <a:lnTo>
                    <a:pt x="1016877" y="587"/>
                  </a:lnTo>
                  <a:lnTo>
                    <a:pt x="1001003" y="151"/>
                  </a:lnTo>
                  <a:lnTo>
                    <a:pt x="995475" y="1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22" name="pl1221"/>
            <p:cNvSpPr/>
            <p:nvPr/>
          </p:nvSpPr>
          <p:spPr>
            <a:xfrm>
              <a:off x="1199187" y="5036084"/>
              <a:ext cx="12049831" cy="1414971"/>
            </a:xfrm>
            <a:custGeom>
              <a:avLst/>
              <a:pathLst>
                <a:path w="12049831" h="1414971">
                  <a:moveTo>
                    <a:pt x="0" y="0"/>
                  </a:moveTo>
                  <a:lnTo>
                    <a:pt x="994940" y="0"/>
                  </a:lnTo>
                  <a:lnTo>
                    <a:pt x="996060" y="26"/>
                  </a:lnTo>
                  <a:lnTo>
                    <a:pt x="1003458" y="216"/>
                  </a:lnTo>
                  <a:lnTo>
                    <a:pt x="1022212" y="740"/>
                  </a:lnTo>
                  <a:lnTo>
                    <a:pt x="1056005" y="1774"/>
                  </a:lnTo>
                  <a:lnTo>
                    <a:pt x="1106906" y="3481"/>
                  </a:lnTo>
                  <a:lnTo>
                    <a:pt x="1175218" y="6006"/>
                  </a:lnTo>
                  <a:lnTo>
                    <a:pt x="1259529" y="9452"/>
                  </a:lnTo>
                  <a:lnTo>
                    <a:pt x="1357025" y="13884"/>
                  </a:lnTo>
                  <a:lnTo>
                    <a:pt x="1463997" y="19326"/>
                  </a:lnTo>
                  <a:lnTo>
                    <a:pt x="1576425" y="25773"/>
                  </a:lnTo>
                  <a:lnTo>
                    <a:pt x="1690502" y="33207"/>
                  </a:lnTo>
                  <a:lnTo>
                    <a:pt x="1803006" y="41608"/>
                  </a:lnTo>
                  <a:lnTo>
                    <a:pt x="1911479" y="50970"/>
                  </a:lnTo>
                  <a:lnTo>
                    <a:pt x="2014260" y="61311"/>
                  </a:lnTo>
                  <a:lnTo>
                    <a:pt x="2110407" y="72677"/>
                  </a:lnTo>
                  <a:lnTo>
                    <a:pt x="2199561" y="85143"/>
                  </a:lnTo>
                  <a:lnTo>
                    <a:pt x="2281809" y="98819"/>
                  </a:lnTo>
                  <a:lnTo>
                    <a:pt x="2357542" y="113842"/>
                  </a:lnTo>
                  <a:lnTo>
                    <a:pt x="2427356" y="130375"/>
                  </a:lnTo>
                  <a:lnTo>
                    <a:pt x="2491959" y="148600"/>
                  </a:lnTo>
                  <a:lnTo>
                    <a:pt x="2552114" y="168710"/>
                  </a:lnTo>
                  <a:lnTo>
                    <a:pt x="2608587" y="190885"/>
                  </a:lnTo>
                  <a:lnTo>
                    <a:pt x="2662111" y="215267"/>
                  </a:lnTo>
                  <a:lnTo>
                    <a:pt x="2702183" y="235828"/>
                  </a:lnTo>
                  <a:lnTo>
                    <a:pt x="2756207" y="266762"/>
                  </a:lnTo>
                  <a:lnTo>
                    <a:pt x="2808683" y="300421"/>
                  </a:lnTo>
                  <a:lnTo>
                    <a:pt x="2860118" y="336855"/>
                  </a:lnTo>
                  <a:lnTo>
                    <a:pt x="2910899" y="376048"/>
                  </a:lnTo>
                  <a:lnTo>
                    <a:pt x="2961317" y="417908"/>
                  </a:lnTo>
                  <a:lnTo>
                    <a:pt x="3011580" y="462263"/>
                  </a:lnTo>
                  <a:lnTo>
                    <a:pt x="3061827" y="508857"/>
                  </a:lnTo>
                  <a:lnTo>
                    <a:pt x="3112136" y="557353"/>
                  </a:lnTo>
                  <a:lnTo>
                    <a:pt x="3162534" y="607344"/>
                  </a:lnTo>
                  <a:lnTo>
                    <a:pt x="3213013" y="658357"/>
                  </a:lnTo>
                  <a:lnTo>
                    <a:pt x="3263538" y="709880"/>
                  </a:lnTo>
                  <a:lnTo>
                    <a:pt x="3314061" y="761379"/>
                  </a:lnTo>
                  <a:lnTo>
                    <a:pt x="3364534" y="812318"/>
                  </a:lnTo>
                  <a:lnTo>
                    <a:pt x="3414923" y="862189"/>
                  </a:lnTo>
                  <a:lnTo>
                    <a:pt x="3465224" y="910525"/>
                  </a:lnTo>
                  <a:lnTo>
                    <a:pt x="3515469" y="956924"/>
                  </a:lnTo>
                  <a:lnTo>
                    <a:pt x="3565740" y="1001057"/>
                  </a:lnTo>
                  <a:lnTo>
                    <a:pt x="3616181" y="1042675"/>
                  </a:lnTo>
                  <a:lnTo>
                    <a:pt x="3667009" y="1081614"/>
                  </a:lnTo>
                  <a:lnTo>
                    <a:pt x="3718523" y="1117790"/>
                  </a:lnTo>
                  <a:lnTo>
                    <a:pt x="3771120" y="1151193"/>
                  </a:lnTo>
                  <a:lnTo>
                    <a:pt x="3820202" y="1179142"/>
                  </a:lnTo>
                  <a:lnTo>
                    <a:pt x="3871887" y="1205288"/>
                  </a:lnTo>
                  <a:lnTo>
                    <a:pt x="3926003" y="1229173"/>
                  </a:lnTo>
                  <a:lnTo>
                    <a:pt x="3983226" y="1250877"/>
                  </a:lnTo>
                  <a:lnTo>
                    <a:pt x="4044297" y="1270554"/>
                  </a:lnTo>
                  <a:lnTo>
                    <a:pt x="4109988" y="1288390"/>
                  </a:lnTo>
                  <a:lnTo>
                    <a:pt x="4181052" y="1304573"/>
                  </a:lnTo>
                  <a:lnTo>
                    <a:pt x="4258180" y="1319285"/>
                  </a:lnTo>
                  <a:lnTo>
                    <a:pt x="4341929" y="1332683"/>
                  </a:lnTo>
                  <a:lnTo>
                    <a:pt x="4432635" y="1344898"/>
                  </a:lnTo>
                  <a:lnTo>
                    <a:pt x="4530297" y="1356031"/>
                  </a:lnTo>
                  <a:lnTo>
                    <a:pt x="4634441" y="1366153"/>
                  </a:lnTo>
                  <a:lnTo>
                    <a:pt x="4743976" y="1375302"/>
                  </a:lnTo>
                  <a:lnTo>
                    <a:pt x="4857067" y="1383490"/>
                  </a:lnTo>
                  <a:lnTo>
                    <a:pt x="4971082" y="1390708"/>
                  </a:lnTo>
                  <a:lnTo>
                    <a:pt x="5082646" y="1396934"/>
                  </a:lnTo>
                  <a:lnTo>
                    <a:pt x="5187867" y="1402153"/>
                  </a:lnTo>
                  <a:lnTo>
                    <a:pt x="5282746" y="1406363"/>
                  </a:lnTo>
                  <a:lnTo>
                    <a:pt x="5363720" y="1409599"/>
                  </a:lnTo>
                  <a:lnTo>
                    <a:pt x="5428248" y="1411932"/>
                  </a:lnTo>
                  <a:lnTo>
                    <a:pt x="5475277" y="1413478"/>
                  </a:lnTo>
                  <a:lnTo>
                    <a:pt x="5505508" y="1414384"/>
                  </a:lnTo>
                  <a:lnTo>
                    <a:pt x="5521382" y="1414819"/>
                  </a:lnTo>
                  <a:lnTo>
                    <a:pt x="5526910" y="1414958"/>
                  </a:lnTo>
                  <a:lnTo>
                    <a:pt x="5527445" y="1414971"/>
                  </a:lnTo>
                  <a:lnTo>
                    <a:pt x="6522385" y="1414971"/>
                  </a:lnTo>
                  <a:lnTo>
                    <a:pt x="6523514" y="1414951"/>
                  </a:lnTo>
                  <a:lnTo>
                    <a:pt x="6530960" y="1414814"/>
                  </a:lnTo>
                  <a:lnTo>
                    <a:pt x="6549835" y="1414435"/>
                  </a:lnTo>
                  <a:lnTo>
                    <a:pt x="6583836" y="1413687"/>
                  </a:lnTo>
                  <a:lnTo>
                    <a:pt x="6635033" y="1412452"/>
                  </a:lnTo>
                  <a:lnTo>
                    <a:pt x="6703712" y="1410626"/>
                  </a:lnTo>
                  <a:lnTo>
                    <a:pt x="6788435" y="1408134"/>
                  </a:lnTo>
                  <a:lnTo>
                    <a:pt x="6886347" y="1404930"/>
                  </a:lnTo>
                  <a:lnTo>
                    <a:pt x="6993706" y="1400997"/>
                  </a:lnTo>
                  <a:lnTo>
                    <a:pt x="7106463" y="1396338"/>
                  </a:lnTo>
                  <a:lnTo>
                    <a:pt x="7220797" y="1390968"/>
                  </a:lnTo>
                  <a:lnTo>
                    <a:pt x="7333479" y="1384900"/>
                  </a:lnTo>
                  <a:lnTo>
                    <a:pt x="7442056" y="1378138"/>
                  </a:lnTo>
                  <a:lnTo>
                    <a:pt x="7544877" y="1370668"/>
                  </a:lnTo>
                  <a:lnTo>
                    <a:pt x="7641014" y="1362458"/>
                  </a:lnTo>
                  <a:lnTo>
                    <a:pt x="7730124" y="1353451"/>
                  </a:lnTo>
                  <a:lnTo>
                    <a:pt x="7812304" y="1343568"/>
                  </a:lnTo>
                  <a:lnTo>
                    <a:pt x="7887961" y="1332708"/>
                  </a:lnTo>
                  <a:lnTo>
                    <a:pt x="7957699" y="1320753"/>
                  </a:lnTo>
                  <a:lnTo>
                    <a:pt x="8022235" y="1307571"/>
                  </a:lnTo>
                  <a:lnTo>
                    <a:pt x="8082338" y="1293022"/>
                  </a:lnTo>
                  <a:lnTo>
                    <a:pt x="8138779" y="1276977"/>
                  </a:lnTo>
                  <a:lnTo>
                    <a:pt x="8192292" y="1259335"/>
                  </a:lnTo>
                  <a:lnTo>
                    <a:pt x="8229629" y="1245524"/>
                  </a:lnTo>
                  <a:lnTo>
                    <a:pt x="8286720" y="1221954"/>
                  </a:lnTo>
                  <a:lnTo>
                    <a:pt x="8342115" y="1196190"/>
                  </a:lnTo>
                  <a:lnTo>
                    <a:pt x="8396400" y="1168195"/>
                  </a:lnTo>
                  <a:lnTo>
                    <a:pt x="8450016" y="1137991"/>
                  </a:lnTo>
                  <a:lnTo>
                    <a:pt x="8503286" y="1105670"/>
                  </a:lnTo>
                  <a:lnTo>
                    <a:pt x="8556435" y="1071396"/>
                  </a:lnTo>
                  <a:lnTo>
                    <a:pt x="8609602" y="1035409"/>
                  </a:lnTo>
                  <a:lnTo>
                    <a:pt x="8662856" y="998019"/>
                  </a:lnTo>
                  <a:lnTo>
                    <a:pt x="8716210" y="959599"/>
                  </a:lnTo>
                  <a:lnTo>
                    <a:pt x="8769637" y="920568"/>
                  </a:lnTo>
                  <a:lnTo>
                    <a:pt x="8823085" y="881374"/>
                  </a:lnTo>
                  <a:lnTo>
                    <a:pt x="8876495" y="842474"/>
                  </a:lnTo>
                  <a:lnTo>
                    <a:pt x="8929822" y="804310"/>
                  </a:lnTo>
                  <a:lnTo>
                    <a:pt x="8983047" y="767290"/>
                  </a:lnTo>
                  <a:lnTo>
                    <a:pt x="9036199" y="731769"/>
                  </a:lnTo>
                  <a:lnTo>
                    <a:pt x="9089365" y="698039"/>
                  </a:lnTo>
                  <a:lnTo>
                    <a:pt x="9142708" y="666315"/>
                  </a:lnTo>
                  <a:lnTo>
                    <a:pt x="9196479" y="636743"/>
                  </a:lnTo>
                  <a:lnTo>
                    <a:pt x="9251034" y="609394"/>
                  </a:lnTo>
                  <a:lnTo>
                    <a:pt x="9306852" y="584271"/>
                  </a:lnTo>
                  <a:lnTo>
                    <a:pt x="9347647" y="567735"/>
                  </a:lnTo>
                  <a:lnTo>
                    <a:pt x="9399453" y="548908"/>
                  </a:lnTo>
                  <a:lnTo>
                    <a:pt x="9453702" y="531712"/>
                  </a:lnTo>
                  <a:lnTo>
                    <a:pt x="9511075" y="516090"/>
                  </a:lnTo>
                  <a:lnTo>
                    <a:pt x="9572320" y="501931"/>
                  </a:lnTo>
                  <a:lnTo>
                    <a:pt x="9638211" y="489100"/>
                  </a:lnTo>
                  <a:lnTo>
                    <a:pt x="9709509" y="477459"/>
                  </a:lnTo>
                  <a:lnTo>
                    <a:pt x="9786907" y="466879"/>
                  </a:lnTo>
                  <a:lnTo>
                    <a:pt x="9870964" y="457246"/>
                  </a:lnTo>
                  <a:lnTo>
                    <a:pt x="9962013" y="448465"/>
                  </a:lnTo>
                  <a:lnTo>
                    <a:pt x="10060045" y="440463"/>
                  </a:lnTo>
                  <a:lnTo>
                    <a:pt x="10164571" y="433191"/>
                  </a:lnTo>
                  <a:lnTo>
                    <a:pt x="10274475" y="426620"/>
                  </a:lnTo>
                  <a:lnTo>
                    <a:pt x="10387890" y="420743"/>
                  </a:lnTo>
                  <a:lnTo>
                    <a:pt x="10502142" y="415567"/>
                  </a:lnTo>
                  <a:lnTo>
                    <a:pt x="10613813" y="411107"/>
                  </a:lnTo>
                  <a:lnTo>
                    <a:pt x="10718975" y="407375"/>
                  </a:lnTo>
                  <a:lnTo>
                    <a:pt x="10813605" y="404369"/>
                  </a:lnTo>
                  <a:lnTo>
                    <a:pt x="10894147" y="402066"/>
                  </a:lnTo>
                  <a:lnTo>
                    <a:pt x="10958092" y="400412"/>
                  </a:lnTo>
                  <a:lnTo>
                    <a:pt x="11004453" y="399322"/>
                  </a:lnTo>
                  <a:lnTo>
                    <a:pt x="11034013" y="398688"/>
                  </a:lnTo>
                  <a:lnTo>
                    <a:pt x="11049312" y="398388"/>
                  </a:lnTo>
                  <a:lnTo>
                    <a:pt x="11054455" y="398295"/>
                  </a:lnTo>
                  <a:lnTo>
                    <a:pt x="11054891" y="398288"/>
                  </a:lnTo>
                  <a:lnTo>
                    <a:pt x="12049831" y="398288"/>
                  </a:lnTo>
                  <a:lnTo>
                    <a:pt x="12049831" y="3982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3" name="pl1222"/>
            <p:cNvSpPr/>
            <p:nvPr/>
          </p:nvSpPr>
          <p:spPr>
            <a:xfrm>
              <a:off x="1199187" y="5030844"/>
              <a:ext cx="12049831" cy="1414971"/>
            </a:xfrm>
            <a:custGeom>
              <a:avLst/>
              <a:pathLst>
                <a:path w="12049831" h="1414971">
                  <a:moveTo>
                    <a:pt x="12049831" y="398288"/>
                  </a:moveTo>
                  <a:lnTo>
                    <a:pt x="11054891" y="398288"/>
                  </a:lnTo>
                  <a:lnTo>
                    <a:pt x="11053763" y="398307"/>
                  </a:lnTo>
                  <a:lnTo>
                    <a:pt x="11046316" y="398444"/>
                  </a:lnTo>
                  <a:lnTo>
                    <a:pt x="11027442" y="398824"/>
                  </a:lnTo>
                  <a:lnTo>
                    <a:pt x="10993441" y="399571"/>
                  </a:lnTo>
                  <a:lnTo>
                    <a:pt x="10942244" y="400807"/>
                  </a:lnTo>
                  <a:lnTo>
                    <a:pt x="10873564" y="402632"/>
                  </a:lnTo>
                  <a:lnTo>
                    <a:pt x="10788842" y="405125"/>
                  </a:lnTo>
                  <a:lnTo>
                    <a:pt x="10690929" y="408329"/>
                  </a:lnTo>
                  <a:lnTo>
                    <a:pt x="10583571" y="412262"/>
                  </a:lnTo>
                  <a:lnTo>
                    <a:pt x="10470813" y="416921"/>
                  </a:lnTo>
                  <a:lnTo>
                    <a:pt x="10356479" y="422291"/>
                  </a:lnTo>
                  <a:lnTo>
                    <a:pt x="10243798" y="428359"/>
                  </a:lnTo>
                  <a:lnTo>
                    <a:pt x="10135221" y="435121"/>
                  </a:lnTo>
                  <a:lnTo>
                    <a:pt x="10032399" y="442590"/>
                  </a:lnTo>
                  <a:lnTo>
                    <a:pt x="9936263" y="450800"/>
                  </a:lnTo>
                  <a:lnTo>
                    <a:pt x="9847153" y="459807"/>
                  </a:lnTo>
                  <a:lnTo>
                    <a:pt x="9764972" y="469691"/>
                  </a:lnTo>
                  <a:lnTo>
                    <a:pt x="9689315" y="480550"/>
                  </a:lnTo>
                  <a:lnTo>
                    <a:pt x="9619577" y="492505"/>
                  </a:lnTo>
                  <a:lnTo>
                    <a:pt x="9555041" y="505688"/>
                  </a:lnTo>
                  <a:lnTo>
                    <a:pt x="9494939" y="520237"/>
                  </a:lnTo>
                  <a:lnTo>
                    <a:pt x="9438498" y="536282"/>
                  </a:lnTo>
                  <a:lnTo>
                    <a:pt x="9384985" y="553924"/>
                  </a:lnTo>
                  <a:lnTo>
                    <a:pt x="9347647" y="567735"/>
                  </a:lnTo>
                  <a:lnTo>
                    <a:pt x="9290557" y="591305"/>
                  </a:lnTo>
                  <a:lnTo>
                    <a:pt x="9235161" y="617068"/>
                  </a:lnTo>
                  <a:lnTo>
                    <a:pt x="9180877" y="645063"/>
                  </a:lnTo>
                  <a:lnTo>
                    <a:pt x="9127261" y="675267"/>
                  </a:lnTo>
                  <a:lnTo>
                    <a:pt x="9073990" y="707589"/>
                  </a:lnTo>
                  <a:lnTo>
                    <a:pt x="9020841" y="741863"/>
                  </a:lnTo>
                  <a:lnTo>
                    <a:pt x="8967674" y="777849"/>
                  </a:lnTo>
                  <a:lnTo>
                    <a:pt x="8914420" y="815239"/>
                  </a:lnTo>
                  <a:lnTo>
                    <a:pt x="8861066" y="853659"/>
                  </a:lnTo>
                  <a:lnTo>
                    <a:pt x="8807639" y="892691"/>
                  </a:lnTo>
                  <a:lnTo>
                    <a:pt x="8754192" y="931885"/>
                  </a:lnTo>
                  <a:lnTo>
                    <a:pt x="8700782" y="970785"/>
                  </a:lnTo>
                  <a:lnTo>
                    <a:pt x="8647455" y="1008948"/>
                  </a:lnTo>
                  <a:lnTo>
                    <a:pt x="8594230" y="1045968"/>
                  </a:lnTo>
                  <a:lnTo>
                    <a:pt x="8541078" y="1081489"/>
                  </a:lnTo>
                  <a:lnTo>
                    <a:pt x="8487911" y="1115220"/>
                  </a:lnTo>
                  <a:lnTo>
                    <a:pt x="8434568" y="1146943"/>
                  </a:lnTo>
                  <a:lnTo>
                    <a:pt x="8380797" y="1176515"/>
                  </a:lnTo>
                  <a:lnTo>
                    <a:pt x="8326243" y="1203865"/>
                  </a:lnTo>
                  <a:lnTo>
                    <a:pt x="8270425" y="1228988"/>
                  </a:lnTo>
                  <a:lnTo>
                    <a:pt x="8229629" y="1245524"/>
                  </a:lnTo>
                  <a:lnTo>
                    <a:pt x="8177823" y="1264351"/>
                  </a:lnTo>
                  <a:lnTo>
                    <a:pt x="8123575" y="1281546"/>
                  </a:lnTo>
                  <a:lnTo>
                    <a:pt x="8066202" y="1297168"/>
                  </a:lnTo>
                  <a:lnTo>
                    <a:pt x="8004957" y="1311327"/>
                  </a:lnTo>
                  <a:lnTo>
                    <a:pt x="7939065" y="1324159"/>
                  </a:lnTo>
                  <a:lnTo>
                    <a:pt x="7867767" y="1335799"/>
                  </a:lnTo>
                  <a:lnTo>
                    <a:pt x="7790369" y="1346379"/>
                  </a:lnTo>
                  <a:lnTo>
                    <a:pt x="7706312" y="1356012"/>
                  </a:lnTo>
                  <a:lnTo>
                    <a:pt x="7615263" y="1364793"/>
                  </a:lnTo>
                  <a:lnTo>
                    <a:pt x="7517231" y="1372795"/>
                  </a:lnTo>
                  <a:lnTo>
                    <a:pt x="7412705" y="1380067"/>
                  </a:lnTo>
                  <a:lnTo>
                    <a:pt x="7302802" y="1386638"/>
                  </a:lnTo>
                  <a:lnTo>
                    <a:pt x="7189387" y="1392515"/>
                  </a:lnTo>
                  <a:lnTo>
                    <a:pt x="7075134" y="1397691"/>
                  </a:lnTo>
                  <a:lnTo>
                    <a:pt x="6963463" y="1402151"/>
                  </a:lnTo>
                  <a:lnTo>
                    <a:pt x="6858302" y="1405884"/>
                  </a:lnTo>
                  <a:lnTo>
                    <a:pt x="6763671" y="1408889"/>
                  </a:lnTo>
                  <a:lnTo>
                    <a:pt x="6683130" y="1411192"/>
                  </a:lnTo>
                  <a:lnTo>
                    <a:pt x="6619185" y="1412847"/>
                  </a:lnTo>
                  <a:lnTo>
                    <a:pt x="6572824" y="1413937"/>
                  </a:lnTo>
                  <a:lnTo>
                    <a:pt x="6543263" y="1414571"/>
                  </a:lnTo>
                  <a:lnTo>
                    <a:pt x="6527965" y="1414871"/>
                  </a:lnTo>
                  <a:lnTo>
                    <a:pt x="6522821" y="1414963"/>
                  </a:lnTo>
                  <a:lnTo>
                    <a:pt x="6522385" y="1414971"/>
                  </a:lnTo>
                  <a:lnTo>
                    <a:pt x="5527445" y="1414971"/>
                  </a:lnTo>
                  <a:lnTo>
                    <a:pt x="5526325" y="1414944"/>
                  </a:lnTo>
                  <a:lnTo>
                    <a:pt x="5518927" y="1414754"/>
                  </a:lnTo>
                  <a:lnTo>
                    <a:pt x="5500173" y="1414230"/>
                  </a:lnTo>
                  <a:lnTo>
                    <a:pt x="5466380" y="1413197"/>
                  </a:lnTo>
                  <a:lnTo>
                    <a:pt x="5415479" y="1411489"/>
                  </a:lnTo>
                  <a:lnTo>
                    <a:pt x="5347167" y="1408965"/>
                  </a:lnTo>
                  <a:lnTo>
                    <a:pt x="5262856" y="1405518"/>
                  </a:lnTo>
                  <a:lnTo>
                    <a:pt x="5165360" y="1401086"/>
                  </a:lnTo>
                  <a:lnTo>
                    <a:pt x="5058388" y="1395644"/>
                  </a:lnTo>
                  <a:lnTo>
                    <a:pt x="4945960" y="1389197"/>
                  </a:lnTo>
                  <a:lnTo>
                    <a:pt x="4831883" y="1381763"/>
                  </a:lnTo>
                  <a:lnTo>
                    <a:pt x="4719379" y="1373362"/>
                  </a:lnTo>
                  <a:lnTo>
                    <a:pt x="4610906" y="1364000"/>
                  </a:lnTo>
                  <a:lnTo>
                    <a:pt x="4508125" y="1353659"/>
                  </a:lnTo>
                  <a:lnTo>
                    <a:pt x="4411978" y="1342293"/>
                  </a:lnTo>
                  <a:lnTo>
                    <a:pt x="4322824" y="1329827"/>
                  </a:lnTo>
                  <a:lnTo>
                    <a:pt x="4240576" y="1316151"/>
                  </a:lnTo>
                  <a:lnTo>
                    <a:pt x="4164843" y="1301128"/>
                  </a:lnTo>
                  <a:lnTo>
                    <a:pt x="4095029" y="1284596"/>
                  </a:lnTo>
                  <a:lnTo>
                    <a:pt x="4030426" y="1266370"/>
                  </a:lnTo>
                  <a:lnTo>
                    <a:pt x="3970271" y="1246260"/>
                  </a:lnTo>
                  <a:lnTo>
                    <a:pt x="3913798" y="1224085"/>
                  </a:lnTo>
                  <a:lnTo>
                    <a:pt x="3860274" y="1199704"/>
                  </a:lnTo>
                  <a:lnTo>
                    <a:pt x="3820202" y="1179142"/>
                  </a:lnTo>
                  <a:lnTo>
                    <a:pt x="3766178" y="1148208"/>
                  </a:lnTo>
                  <a:lnTo>
                    <a:pt x="3713702" y="1114549"/>
                  </a:lnTo>
                  <a:lnTo>
                    <a:pt x="3662267" y="1078115"/>
                  </a:lnTo>
                  <a:lnTo>
                    <a:pt x="3611486" y="1038922"/>
                  </a:lnTo>
                  <a:lnTo>
                    <a:pt x="3561068" y="997062"/>
                  </a:lnTo>
                  <a:lnTo>
                    <a:pt x="3510805" y="952708"/>
                  </a:lnTo>
                  <a:lnTo>
                    <a:pt x="3460558" y="906114"/>
                  </a:lnTo>
                  <a:lnTo>
                    <a:pt x="3410249" y="857617"/>
                  </a:lnTo>
                  <a:lnTo>
                    <a:pt x="3359851" y="807627"/>
                  </a:lnTo>
                  <a:lnTo>
                    <a:pt x="3309372" y="756613"/>
                  </a:lnTo>
                  <a:lnTo>
                    <a:pt x="3258847" y="705090"/>
                  </a:lnTo>
                  <a:lnTo>
                    <a:pt x="3208324" y="653591"/>
                  </a:lnTo>
                  <a:lnTo>
                    <a:pt x="3157851" y="602652"/>
                  </a:lnTo>
                  <a:lnTo>
                    <a:pt x="3107462" y="552781"/>
                  </a:lnTo>
                  <a:lnTo>
                    <a:pt x="3057161" y="504445"/>
                  </a:lnTo>
                  <a:lnTo>
                    <a:pt x="3006916" y="458046"/>
                  </a:lnTo>
                  <a:lnTo>
                    <a:pt x="2956645" y="413914"/>
                  </a:lnTo>
                  <a:lnTo>
                    <a:pt x="2906204" y="372295"/>
                  </a:lnTo>
                  <a:lnTo>
                    <a:pt x="2855376" y="333356"/>
                  </a:lnTo>
                  <a:lnTo>
                    <a:pt x="2803862" y="297180"/>
                  </a:lnTo>
                  <a:lnTo>
                    <a:pt x="2751265" y="263777"/>
                  </a:lnTo>
                  <a:lnTo>
                    <a:pt x="2702183" y="235828"/>
                  </a:lnTo>
                  <a:lnTo>
                    <a:pt x="2650498" y="209682"/>
                  </a:lnTo>
                  <a:lnTo>
                    <a:pt x="2596382" y="185797"/>
                  </a:lnTo>
                  <a:lnTo>
                    <a:pt x="2539159" y="164093"/>
                  </a:lnTo>
                  <a:lnTo>
                    <a:pt x="2478088" y="144416"/>
                  </a:lnTo>
                  <a:lnTo>
                    <a:pt x="2412397" y="126581"/>
                  </a:lnTo>
                  <a:lnTo>
                    <a:pt x="2341333" y="110397"/>
                  </a:lnTo>
                  <a:lnTo>
                    <a:pt x="2264205" y="95685"/>
                  </a:lnTo>
                  <a:lnTo>
                    <a:pt x="2180456" y="82288"/>
                  </a:lnTo>
                  <a:lnTo>
                    <a:pt x="2089750" y="70073"/>
                  </a:lnTo>
                  <a:lnTo>
                    <a:pt x="1992088" y="58939"/>
                  </a:lnTo>
                  <a:lnTo>
                    <a:pt x="1887944" y="48817"/>
                  </a:lnTo>
                  <a:lnTo>
                    <a:pt x="1778409" y="39668"/>
                  </a:lnTo>
                  <a:lnTo>
                    <a:pt x="1665318" y="31480"/>
                  </a:lnTo>
                  <a:lnTo>
                    <a:pt x="1551303" y="24263"/>
                  </a:lnTo>
                  <a:lnTo>
                    <a:pt x="1439739" y="18036"/>
                  </a:lnTo>
                  <a:lnTo>
                    <a:pt x="1334518" y="12817"/>
                  </a:lnTo>
                  <a:lnTo>
                    <a:pt x="1239639" y="8607"/>
                  </a:lnTo>
                  <a:lnTo>
                    <a:pt x="1158665" y="5371"/>
                  </a:lnTo>
                  <a:lnTo>
                    <a:pt x="1094137" y="3038"/>
                  </a:lnTo>
                  <a:lnTo>
                    <a:pt x="1047108" y="1493"/>
                  </a:lnTo>
                  <a:lnTo>
                    <a:pt x="1016877" y="587"/>
                  </a:lnTo>
                  <a:lnTo>
                    <a:pt x="1001003" y="151"/>
                  </a:lnTo>
                  <a:lnTo>
                    <a:pt x="995475" y="1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4" name="pg1223"/>
            <p:cNvSpPr/>
            <p:nvPr/>
          </p:nvSpPr>
          <p:spPr>
            <a:xfrm>
              <a:off x="1199187" y="5036084"/>
              <a:ext cx="12049831" cy="1556468"/>
            </a:xfrm>
            <a:custGeom>
              <a:avLst/>
              <a:pathLst>
                <a:path w="12049831" h="1556468">
                  <a:moveTo>
                    <a:pt x="0" y="5240"/>
                  </a:moveTo>
                  <a:lnTo>
                    <a:pt x="994940" y="5240"/>
                  </a:lnTo>
                  <a:lnTo>
                    <a:pt x="996060" y="5267"/>
                  </a:lnTo>
                  <a:lnTo>
                    <a:pt x="1003456" y="5459"/>
                  </a:lnTo>
                  <a:lnTo>
                    <a:pt x="1022204" y="5989"/>
                  </a:lnTo>
                  <a:lnTo>
                    <a:pt x="1055988" y="7033"/>
                  </a:lnTo>
                  <a:lnTo>
                    <a:pt x="1106875" y="8760"/>
                  </a:lnTo>
                  <a:lnTo>
                    <a:pt x="1175169" y="11311"/>
                  </a:lnTo>
                  <a:lnTo>
                    <a:pt x="1259462" y="14795"/>
                  </a:lnTo>
                  <a:lnTo>
                    <a:pt x="1356939" y="19275"/>
                  </a:lnTo>
                  <a:lnTo>
                    <a:pt x="1463893" y="24776"/>
                  </a:lnTo>
                  <a:lnTo>
                    <a:pt x="1576305" y="31293"/>
                  </a:lnTo>
                  <a:lnTo>
                    <a:pt x="1690371" y="38808"/>
                  </a:lnTo>
                  <a:lnTo>
                    <a:pt x="1802867" y="47300"/>
                  </a:lnTo>
                  <a:lnTo>
                    <a:pt x="1911335" y="56764"/>
                  </a:lnTo>
                  <a:lnTo>
                    <a:pt x="2014115" y="67217"/>
                  </a:lnTo>
                  <a:lnTo>
                    <a:pt x="2110262" y="78706"/>
                  </a:lnTo>
                  <a:lnTo>
                    <a:pt x="2199418" y="91308"/>
                  </a:lnTo>
                  <a:lnTo>
                    <a:pt x="2281668" y="105132"/>
                  </a:lnTo>
                  <a:lnTo>
                    <a:pt x="2357405" y="120317"/>
                  </a:lnTo>
                  <a:lnTo>
                    <a:pt x="2427222" y="137029"/>
                  </a:lnTo>
                  <a:lnTo>
                    <a:pt x="2491829" y="155452"/>
                  </a:lnTo>
                  <a:lnTo>
                    <a:pt x="2551986" y="175779"/>
                  </a:lnTo>
                  <a:lnTo>
                    <a:pt x="2608461" y="198193"/>
                  </a:lnTo>
                  <a:lnTo>
                    <a:pt x="2661985" y="222837"/>
                  </a:lnTo>
                  <a:lnTo>
                    <a:pt x="2702183" y="243689"/>
                  </a:lnTo>
                  <a:lnTo>
                    <a:pt x="2756084" y="274892"/>
                  </a:lnTo>
                  <a:lnTo>
                    <a:pt x="2808444" y="308836"/>
                  </a:lnTo>
                  <a:lnTo>
                    <a:pt x="2859764" y="345574"/>
                  </a:lnTo>
                  <a:lnTo>
                    <a:pt x="2910432" y="385088"/>
                  </a:lnTo>
                  <a:lnTo>
                    <a:pt x="2960736" y="427288"/>
                  </a:lnTo>
                  <a:lnTo>
                    <a:pt x="3010884" y="472002"/>
                  </a:lnTo>
                  <a:lnTo>
                    <a:pt x="3061015" y="518973"/>
                  </a:lnTo>
                  <a:lnTo>
                    <a:pt x="3111205" y="567866"/>
                  </a:lnTo>
                  <a:lnTo>
                    <a:pt x="3161486" y="618270"/>
                  </a:lnTo>
                  <a:lnTo>
                    <a:pt x="3211847" y="669713"/>
                  </a:lnTo>
                  <a:lnTo>
                    <a:pt x="3262254" y="721683"/>
                  </a:lnTo>
                  <a:lnTo>
                    <a:pt x="3312661" y="773641"/>
                  </a:lnTo>
                  <a:lnTo>
                    <a:pt x="3363019" y="825051"/>
                  </a:lnTo>
                  <a:lnTo>
                    <a:pt x="3413296" y="875401"/>
                  </a:lnTo>
                  <a:lnTo>
                    <a:pt x="3463483" y="924220"/>
                  </a:lnTo>
                  <a:lnTo>
                    <a:pt x="3513612" y="971102"/>
                  </a:lnTo>
                  <a:lnTo>
                    <a:pt x="3563764" y="1015715"/>
                  </a:lnTo>
                  <a:lnTo>
                    <a:pt x="3614078" y="1057804"/>
                  </a:lnTo>
                  <a:lnTo>
                    <a:pt x="3664767" y="1097203"/>
                  </a:lnTo>
                  <a:lnTo>
                    <a:pt x="3716123" y="1133823"/>
                  </a:lnTo>
                  <a:lnTo>
                    <a:pt x="3768536" y="1167651"/>
                  </a:lnTo>
                  <a:lnTo>
                    <a:pt x="3820202" y="1197484"/>
                  </a:lnTo>
                  <a:lnTo>
                    <a:pt x="3871882" y="1223918"/>
                  </a:lnTo>
                  <a:lnTo>
                    <a:pt x="3925992" y="1248066"/>
                  </a:lnTo>
                  <a:lnTo>
                    <a:pt x="3983207" y="1270010"/>
                  </a:lnTo>
                  <a:lnTo>
                    <a:pt x="4044271" y="1289904"/>
                  </a:lnTo>
                  <a:lnTo>
                    <a:pt x="4109952" y="1307937"/>
                  </a:lnTo>
                  <a:lnTo>
                    <a:pt x="4181006" y="1324299"/>
                  </a:lnTo>
                  <a:lnTo>
                    <a:pt x="4258121" y="1339174"/>
                  </a:lnTo>
                  <a:lnTo>
                    <a:pt x="4341856" y="1352720"/>
                  </a:lnTo>
                  <a:lnTo>
                    <a:pt x="4432546" y="1365070"/>
                  </a:lnTo>
                  <a:lnTo>
                    <a:pt x="4530192" y="1376328"/>
                  </a:lnTo>
                  <a:lnTo>
                    <a:pt x="4634318" y="1386562"/>
                  </a:lnTo>
                  <a:lnTo>
                    <a:pt x="4743835" y="1395813"/>
                  </a:lnTo>
                  <a:lnTo>
                    <a:pt x="4856912" y="1404092"/>
                  </a:lnTo>
                  <a:lnTo>
                    <a:pt x="4970916" y="1411391"/>
                  </a:lnTo>
                  <a:lnTo>
                    <a:pt x="5082475" y="1417687"/>
                  </a:lnTo>
                  <a:lnTo>
                    <a:pt x="5187698" y="1422965"/>
                  </a:lnTo>
                  <a:lnTo>
                    <a:pt x="5282588" y="1427224"/>
                  </a:lnTo>
                  <a:lnTo>
                    <a:pt x="5363583" y="1430496"/>
                  </a:lnTo>
                  <a:lnTo>
                    <a:pt x="5428137" y="1432857"/>
                  </a:lnTo>
                  <a:lnTo>
                    <a:pt x="5475197" y="1434421"/>
                  </a:lnTo>
                  <a:lnTo>
                    <a:pt x="5505458" y="1435338"/>
                  </a:lnTo>
                  <a:lnTo>
                    <a:pt x="5521359" y="1435779"/>
                  </a:lnTo>
                  <a:lnTo>
                    <a:pt x="5526905" y="1435920"/>
                  </a:lnTo>
                  <a:lnTo>
                    <a:pt x="5527445" y="1435933"/>
                  </a:lnTo>
                  <a:lnTo>
                    <a:pt x="6522385" y="1435933"/>
                  </a:lnTo>
                  <a:lnTo>
                    <a:pt x="6523522" y="1435936"/>
                  </a:lnTo>
                  <a:lnTo>
                    <a:pt x="6531021" y="1435952"/>
                  </a:lnTo>
                  <a:lnTo>
                    <a:pt x="6550023" y="1435997"/>
                  </a:lnTo>
                  <a:lnTo>
                    <a:pt x="6584247" y="1436087"/>
                  </a:lnTo>
                  <a:lnTo>
                    <a:pt x="6635760" y="1436234"/>
                  </a:lnTo>
                  <a:lnTo>
                    <a:pt x="6704833" y="1436452"/>
                  </a:lnTo>
                  <a:lnTo>
                    <a:pt x="6789992" y="1436750"/>
                  </a:lnTo>
                  <a:lnTo>
                    <a:pt x="6888348" y="1437132"/>
                  </a:lnTo>
                  <a:lnTo>
                    <a:pt x="6996118" y="1437601"/>
                  </a:lnTo>
                  <a:lnTo>
                    <a:pt x="7109225" y="1438157"/>
                  </a:lnTo>
                  <a:lnTo>
                    <a:pt x="7223830" y="1438797"/>
                  </a:lnTo>
                  <a:lnTo>
                    <a:pt x="7336698" y="1439520"/>
                  </a:lnTo>
                  <a:lnTo>
                    <a:pt x="7445383" y="1440327"/>
                  </a:lnTo>
                  <a:lnTo>
                    <a:pt x="7548246" y="1441217"/>
                  </a:lnTo>
                  <a:lnTo>
                    <a:pt x="7644371" y="1442196"/>
                  </a:lnTo>
                  <a:lnTo>
                    <a:pt x="7733431" y="1443270"/>
                  </a:lnTo>
                  <a:lnTo>
                    <a:pt x="7815540" y="1444449"/>
                  </a:lnTo>
                  <a:lnTo>
                    <a:pt x="7891116" y="1445745"/>
                  </a:lnTo>
                  <a:lnTo>
                    <a:pt x="7960773" y="1447172"/>
                  </a:lnTo>
                  <a:lnTo>
                    <a:pt x="8025239" y="1448746"/>
                  </a:lnTo>
                  <a:lnTo>
                    <a:pt x="8085287" y="1450483"/>
                  </a:lnTo>
                  <a:lnTo>
                    <a:pt x="8141694" y="1452400"/>
                  </a:lnTo>
                  <a:lnTo>
                    <a:pt x="8195196" y="1454507"/>
                  </a:lnTo>
                  <a:lnTo>
                    <a:pt x="8229629" y="1456022"/>
                  </a:lnTo>
                  <a:lnTo>
                    <a:pt x="8291205" y="1459051"/>
                  </a:lnTo>
                  <a:lnTo>
                    <a:pt x="8350863" y="1462384"/>
                  </a:lnTo>
                  <a:lnTo>
                    <a:pt x="8409315" y="1466026"/>
                  </a:lnTo>
                  <a:lnTo>
                    <a:pt x="8467088" y="1469971"/>
                  </a:lnTo>
                  <a:lnTo>
                    <a:pt x="8524551" y="1474202"/>
                  </a:lnTo>
                  <a:lnTo>
                    <a:pt x="8581948" y="1478691"/>
                  </a:lnTo>
                  <a:lnTo>
                    <a:pt x="8639413" y="1483397"/>
                  </a:lnTo>
                  <a:lnTo>
                    <a:pt x="8696993" y="1488270"/>
                  </a:lnTo>
                  <a:lnTo>
                    <a:pt x="8754674" y="1493248"/>
                  </a:lnTo>
                  <a:lnTo>
                    <a:pt x="8812397" y="1498267"/>
                  </a:lnTo>
                  <a:lnTo>
                    <a:pt x="8870091" y="1503257"/>
                  </a:lnTo>
                  <a:lnTo>
                    <a:pt x="8927692" y="1508153"/>
                  </a:lnTo>
                  <a:lnTo>
                    <a:pt x="8985176" y="1512892"/>
                  </a:lnTo>
                  <a:lnTo>
                    <a:pt x="9042577" y="1517423"/>
                  </a:lnTo>
                  <a:lnTo>
                    <a:pt x="9100015" y="1521702"/>
                  </a:lnTo>
                  <a:lnTo>
                    <a:pt x="9157710" y="1525699"/>
                  </a:lnTo>
                  <a:lnTo>
                    <a:pt x="9216009" y="1529395"/>
                  </a:lnTo>
                  <a:lnTo>
                    <a:pt x="9275407" y="1532783"/>
                  </a:lnTo>
                  <a:lnTo>
                    <a:pt x="9336582" y="1535865"/>
                  </a:lnTo>
                  <a:lnTo>
                    <a:pt x="9347647" y="1536379"/>
                  </a:lnTo>
                  <a:lnTo>
                    <a:pt x="9399581" y="1538616"/>
                  </a:lnTo>
                  <a:lnTo>
                    <a:pt x="9453971" y="1540659"/>
                  </a:lnTo>
                  <a:lnTo>
                    <a:pt x="9511504" y="1542514"/>
                  </a:lnTo>
                  <a:lnTo>
                    <a:pt x="9572934" y="1544196"/>
                  </a:lnTo>
                  <a:lnTo>
                    <a:pt x="9639040" y="1545719"/>
                  </a:lnTo>
                  <a:lnTo>
                    <a:pt x="9710587" y="1547101"/>
                  </a:lnTo>
                  <a:lnTo>
                    <a:pt x="9788274" y="1548356"/>
                  </a:lnTo>
                  <a:lnTo>
                    <a:pt x="9872659" y="1549499"/>
                  </a:lnTo>
                  <a:lnTo>
                    <a:pt x="9964074" y="1550541"/>
                  </a:lnTo>
                  <a:lnTo>
                    <a:pt x="10062500" y="1551489"/>
                  </a:lnTo>
                  <a:lnTo>
                    <a:pt x="10167432" y="1552352"/>
                  </a:lnTo>
                  <a:lnTo>
                    <a:pt x="10277728" y="1553130"/>
                  </a:lnTo>
                  <a:lnTo>
                    <a:pt x="10391486" y="1553826"/>
                  </a:lnTo>
                  <a:lnTo>
                    <a:pt x="10505987" y="1554439"/>
                  </a:lnTo>
                  <a:lnTo>
                    <a:pt x="10617768" y="1554966"/>
                  </a:lnTo>
                  <a:lnTo>
                    <a:pt x="10722858" y="1555406"/>
                  </a:lnTo>
                  <a:lnTo>
                    <a:pt x="10817217" y="1555760"/>
                  </a:lnTo>
                  <a:lnTo>
                    <a:pt x="10897290" y="1556030"/>
                  </a:lnTo>
                  <a:lnTo>
                    <a:pt x="10960609" y="1556223"/>
                  </a:lnTo>
                  <a:lnTo>
                    <a:pt x="11006256" y="1556350"/>
                  </a:lnTo>
                  <a:lnTo>
                    <a:pt x="11035106" y="1556423"/>
                  </a:lnTo>
                  <a:lnTo>
                    <a:pt x="11049798" y="1556457"/>
                  </a:lnTo>
                  <a:lnTo>
                    <a:pt x="11054547" y="1556467"/>
                  </a:lnTo>
                  <a:lnTo>
                    <a:pt x="11054891" y="1556468"/>
                  </a:lnTo>
                  <a:lnTo>
                    <a:pt x="12049831" y="1556468"/>
                  </a:lnTo>
                  <a:lnTo>
                    <a:pt x="12049831" y="1551227"/>
                  </a:lnTo>
                  <a:lnTo>
                    <a:pt x="11054891" y="1551227"/>
                  </a:lnTo>
                  <a:lnTo>
                    <a:pt x="11053755" y="1551225"/>
                  </a:lnTo>
                  <a:lnTo>
                    <a:pt x="11046256" y="1551208"/>
                  </a:lnTo>
                  <a:lnTo>
                    <a:pt x="11027253" y="1551163"/>
                  </a:lnTo>
                  <a:lnTo>
                    <a:pt x="10993030" y="1551074"/>
                  </a:lnTo>
                  <a:lnTo>
                    <a:pt x="10941516" y="1550926"/>
                  </a:lnTo>
                  <a:lnTo>
                    <a:pt x="10872444" y="1550708"/>
                  </a:lnTo>
                  <a:lnTo>
                    <a:pt x="10787284" y="1550411"/>
                  </a:lnTo>
                  <a:lnTo>
                    <a:pt x="10688928" y="1550029"/>
                  </a:lnTo>
                  <a:lnTo>
                    <a:pt x="10581159" y="1549559"/>
                  </a:lnTo>
                  <a:lnTo>
                    <a:pt x="10468052" y="1549004"/>
                  </a:lnTo>
                  <a:lnTo>
                    <a:pt x="10353447" y="1548363"/>
                  </a:lnTo>
                  <a:lnTo>
                    <a:pt x="10240578" y="1547640"/>
                  </a:lnTo>
                  <a:lnTo>
                    <a:pt x="10131893" y="1546834"/>
                  </a:lnTo>
                  <a:lnTo>
                    <a:pt x="10029031" y="1545943"/>
                  </a:lnTo>
                  <a:lnTo>
                    <a:pt x="9932906" y="1544964"/>
                  </a:lnTo>
                  <a:lnTo>
                    <a:pt x="9843845" y="1543890"/>
                  </a:lnTo>
                  <a:lnTo>
                    <a:pt x="9761736" y="1542711"/>
                  </a:lnTo>
                  <a:lnTo>
                    <a:pt x="9686160" y="1541416"/>
                  </a:lnTo>
                  <a:lnTo>
                    <a:pt x="9616503" y="1539989"/>
                  </a:lnTo>
                  <a:lnTo>
                    <a:pt x="9552038" y="1538415"/>
                  </a:lnTo>
                  <a:lnTo>
                    <a:pt x="9491990" y="1536677"/>
                  </a:lnTo>
                  <a:lnTo>
                    <a:pt x="9435582" y="1534761"/>
                  </a:lnTo>
                  <a:lnTo>
                    <a:pt x="9382080" y="1532653"/>
                  </a:lnTo>
                  <a:lnTo>
                    <a:pt x="9347647" y="1531138"/>
                  </a:lnTo>
                  <a:lnTo>
                    <a:pt x="9286071" y="1528109"/>
                  </a:lnTo>
                  <a:lnTo>
                    <a:pt x="9226414" y="1524776"/>
                  </a:lnTo>
                  <a:lnTo>
                    <a:pt x="9167962" y="1521134"/>
                  </a:lnTo>
                  <a:lnTo>
                    <a:pt x="9110189" y="1517190"/>
                  </a:lnTo>
                  <a:lnTo>
                    <a:pt x="9052725" y="1512958"/>
                  </a:lnTo>
                  <a:lnTo>
                    <a:pt x="8995329" y="1508469"/>
                  </a:lnTo>
                  <a:lnTo>
                    <a:pt x="8937864" y="1503763"/>
                  </a:lnTo>
                  <a:lnTo>
                    <a:pt x="8880283" y="1498891"/>
                  </a:lnTo>
                  <a:lnTo>
                    <a:pt x="8822602" y="1493912"/>
                  </a:lnTo>
                  <a:lnTo>
                    <a:pt x="8764879" y="1488894"/>
                  </a:lnTo>
                  <a:lnTo>
                    <a:pt x="8707186" y="1483904"/>
                  </a:lnTo>
                  <a:lnTo>
                    <a:pt x="8649585" y="1479008"/>
                  </a:lnTo>
                  <a:lnTo>
                    <a:pt x="8592101" y="1474268"/>
                  </a:lnTo>
                  <a:lnTo>
                    <a:pt x="8534699" y="1469737"/>
                  </a:lnTo>
                  <a:lnTo>
                    <a:pt x="8477262" y="1465458"/>
                  </a:lnTo>
                  <a:lnTo>
                    <a:pt x="8419567" y="1461461"/>
                  </a:lnTo>
                  <a:lnTo>
                    <a:pt x="8361268" y="1457765"/>
                  </a:lnTo>
                  <a:lnTo>
                    <a:pt x="8301870" y="1454378"/>
                  </a:lnTo>
                  <a:lnTo>
                    <a:pt x="8240695" y="1451296"/>
                  </a:lnTo>
                  <a:lnTo>
                    <a:pt x="8229629" y="1450782"/>
                  </a:lnTo>
                  <a:lnTo>
                    <a:pt x="8177695" y="1448544"/>
                  </a:lnTo>
                  <a:lnTo>
                    <a:pt x="8123305" y="1446502"/>
                  </a:lnTo>
                  <a:lnTo>
                    <a:pt x="8065772" y="1444646"/>
                  </a:lnTo>
                  <a:lnTo>
                    <a:pt x="8004343" y="1442965"/>
                  </a:lnTo>
                  <a:lnTo>
                    <a:pt x="7938237" y="1441441"/>
                  </a:lnTo>
                  <a:lnTo>
                    <a:pt x="7866689" y="1440060"/>
                  </a:lnTo>
                  <a:lnTo>
                    <a:pt x="7789003" y="1438804"/>
                  </a:lnTo>
                  <a:lnTo>
                    <a:pt x="7704617" y="1437661"/>
                  </a:lnTo>
                  <a:lnTo>
                    <a:pt x="7613203" y="1436620"/>
                  </a:lnTo>
                  <a:lnTo>
                    <a:pt x="7514776" y="1435671"/>
                  </a:lnTo>
                  <a:lnTo>
                    <a:pt x="7409844" y="1434809"/>
                  </a:lnTo>
                  <a:lnTo>
                    <a:pt x="7299548" y="1434030"/>
                  </a:lnTo>
                  <a:lnTo>
                    <a:pt x="7185790" y="1433334"/>
                  </a:lnTo>
                  <a:lnTo>
                    <a:pt x="7071289" y="1432722"/>
                  </a:lnTo>
                  <a:lnTo>
                    <a:pt x="6959509" y="1432195"/>
                  </a:lnTo>
                  <a:lnTo>
                    <a:pt x="6854418" y="1431755"/>
                  </a:lnTo>
                  <a:lnTo>
                    <a:pt x="6760060" y="1431401"/>
                  </a:lnTo>
                  <a:lnTo>
                    <a:pt x="6679987" y="1431131"/>
                  </a:lnTo>
                  <a:lnTo>
                    <a:pt x="6616668" y="1430937"/>
                  </a:lnTo>
                  <a:lnTo>
                    <a:pt x="6571020" y="1430810"/>
                  </a:lnTo>
                  <a:lnTo>
                    <a:pt x="6542171" y="1430737"/>
                  </a:lnTo>
                  <a:lnTo>
                    <a:pt x="6527478" y="1430703"/>
                  </a:lnTo>
                  <a:lnTo>
                    <a:pt x="6522730" y="1430693"/>
                  </a:lnTo>
                  <a:lnTo>
                    <a:pt x="6522385" y="1430693"/>
                  </a:lnTo>
                  <a:lnTo>
                    <a:pt x="5527445" y="1430693"/>
                  </a:lnTo>
                  <a:lnTo>
                    <a:pt x="5526325" y="1430666"/>
                  </a:lnTo>
                  <a:lnTo>
                    <a:pt x="5518929" y="1430474"/>
                  </a:lnTo>
                  <a:lnTo>
                    <a:pt x="5500181" y="1429944"/>
                  </a:lnTo>
                  <a:lnTo>
                    <a:pt x="5466397" y="1428899"/>
                  </a:lnTo>
                  <a:lnTo>
                    <a:pt x="5415510" y="1427173"/>
                  </a:lnTo>
                  <a:lnTo>
                    <a:pt x="5347216" y="1424622"/>
                  </a:lnTo>
                  <a:lnTo>
                    <a:pt x="5262923" y="1421138"/>
                  </a:lnTo>
                  <a:lnTo>
                    <a:pt x="5165446" y="1416658"/>
                  </a:lnTo>
                  <a:lnTo>
                    <a:pt x="5058492" y="1411157"/>
                  </a:lnTo>
                  <a:lnTo>
                    <a:pt x="4946080" y="1404640"/>
                  </a:lnTo>
                  <a:lnTo>
                    <a:pt x="4832014" y="1397125"/>
                  </a:lnTo>
                  <a:lnTo>
                    <a:pt x="4719518" y="1388633"/>
                  </a:lnTo>
                  <a:lnTo>
                    <a:pt x="4611050" y="1379169"/>
                  </a:lnTo>
                  <a:lnTo>
                    <a:pt x="4508270" y="1368716"/>
                  </a:lnTo>
                  <a:lnTo>
                    <a:pt x="4412123" y="1357227"/>
                  </a:lnTo>
                  <a:lnTo>
                    <a:pt x="4322967" y="1344625"/>
                  </a:lnTo>
                  <a:lnTo>
                    <a:pt x="4240717" y="1330801"/>
                  </a:lnTo>
                  <a:lnTo>
                    <a:pt x="4164980" y="1315615"/>
                  </a:lnTo>
                  <a:lnTo>
                    <a:pt x="4095163" y="1298904"/>
                  </a:lnTo>
                  <a:lnTo>
                    <a:pt x="4030556" y="1280481"/>
                  </a:lnTo>
                  <a:lnTo>
                    <a:pt x="3970399" y="1260154"/>
                  </a:lnTo>
                  <a:lnTo>
                    <a:pt x="3913924" y="1237740"/>
                  </a:lnTo>
                  <a:lnTo>
                    <a:pt x="3860400" y="1213096"/>
                  </a:lnTo>
                  <a:lnTo>
                    <a:pt x="3820202" y="1192244"/>
                  </a:lnTo>
                  <a:lnTo>
                    <a:pt x="3766301" y="1161041"/>
                  </a:lnTo>
                  <a:lnTo>
                    <a:pt x="3713941" y="1127097"/>
                  </a:lnTo>
                  <a:lnTo>
                    <a:pt x="3662621" y="1090359"/>
                  </a:lnTo>
                  <a:lnTo>
                    <a:pt x="3611953" y="1050844"/>
                  </a:lnTo>
                  <a:lnTo>
                    <a:pt x="3561649" y="1008644"/>
                  </a:lnTo>
                  <a:lnTo>
                    <a:pt x="3511501" y="963931"/>
                  </a:lnTo>
                  <a:lnTo>
                    <a:pt x="3461370" y="916960"/>
                  </a:lnTo>
                  <a:lnTo>
                    <a:pt x="3411180" y="868067"/>
                  </a:lnTo>
                  <a:lnTo>
                    <a:pt x="3360899" y="817663"/>
                  </a:lnTo>
                  <a:lnTo>
                    <a:pt x="3310538" y="766219"/>
                  </a:lnTo>
                  <a:lnTo>
                    <a:pt x="3260131" y="714250"/>
                  </a:lnTo>
                  <a:lnTo>
                    <a:pt x="3209724" y="662292"/>
                  </a:lnTo>
                  <a:lnTo>
                    <a:pt x="3159366" y="610881"/>
                  </a:lnTo>
                  <a:lnTo>
                    <a:pt x="3109089" y="560532"/>
                  </a:lnTo>
                  <a:lnTo>
                    <a:pt x="3058902" y="511713"/>
                  </a:lnTo>
                  <a:lnTo>
                    <a:pt x="3008773" y="464830"/>
                  </a:lnTo>
                  <a:lnTo>
                    <a:pt x="2958621" y="420218"/>
                  </a:lnTo>
                  <a:lnTo>
                    <a:pt x="2908307" y="378128"/>
                  </a:lnTo>
                  <a:lnTo>
                    <a:pt x="2857618" y="338729"/>
                  </a:lnTo>
                  <a:lnTo>
                    <a:pt x="2806262" y="302110"/>
                  </a:lnTo>
                  <a:lnTo>
                    <a:pt x="2753849" y="268282"/>
                  </a:lnTo>
                  <a:lnTo>
                    <a:pt x="2702183" y="238448"/>
                  </a:lnTo>
                  <a:lnTo>
                    <a:pt x="2650503" y="212015"/>
                  </a:lnTo>
                  <a:lnTo>
                    <a:pt x="2596393" y="187866"/>
                  </a:lnTo>
                  <a:lnTo>
                    <a:pt x="2539178" y="165923"/>
                  </a:lnTo>
                  <a:lnTo>
                    <a:pt x="2478114" y="146028"/>
                  </a:lnTo>
                  <a:lnTo>
                    <a:pt x="2412433" y="127996"/>
                  </a:lnTo>
                  <a:lnTo>
                    <a:pt x="2341379" y="111633"/>
                  </a:lnTo>
                  <a:lnTo>
                    <a:pt x="2264264" y="96759"/>
                  </a:lnTo>
                  <a:lnTo>
                    <a:pt x="2180529" y="83213"/>
                  </a:lnTo>
                  <a:lnTo>
                    <a:pt x="2089839" y="70862"/>
                  </a:lnTo>
                  <a:lnTo>
                    <a:pt x="1992193" y="59605"/>
                  </a:lnTo>
                  <a:lnTo>
                    <a:pt x="1888067" y="49371"/>
                  </a:lnTo>
                  <a:lnTo>
                    <a:pt x="1778550" y="40120"/>
                  </a:lnTo>
                  <a:lnTo>
                    <a:pt x="1665473" y="31840"/>
                  </a:lnTo>
                  <a:lnTo>
                    <a:pt x="1551469" y="24542"/>
                  </a:lnTo>
                  <a:lnTo>
                    <a:pt x="1439910" y="18245"/>
                  </a:lnTo>
                  <a:lnTo>
                    <a:pt x="1334687" y="12968"/>
                  </a:lnTo>
                  <a:lnTo>
                    <a:pt x="1239797" y="8709"/>
                  </a:lnTo>
                  <a:lnTo>
                    <a:pt x="1158802" y="5436"/>
                  </a:lnTo>
                  <a:lnTo>
                    <a:pt x="1094248" y="3076"/>
                  </a:lnTo>
                  <a:lnTo>
                    <a:pt x="1047188" y="1512"/>
                  </a:lnTo>
                  <a:lnTo>
                    <a:pt x="1016927" y="594"/>
                  </a:lnTo>
                  <a:lnTo>
                    <a:pt x="1001026" y="154"/>
                  </a:lnTo>
                  <a:lnTo>
                    <a:pt x="995480" y="1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25" name="pl1224"/>
            <p:cNvSpPr/>
            <p:nvPr/>
          </p:nvSpPr>
          <p:spPr>
            <a:xfrm>
              <a:off x="1199187" y="5041325"/>
              <a:ext cx="12049831" cy="1551227"/>
            </a:xfrm>
            <a:custGeom>
              <a:avLst/>
              <a:pathLst>
                <a:path w="12049831" h="1551227">
                  <a:moveTo>
                    <a:pt x="0" y="0"/>
                  </a:moveTo>
                  <a:lnTo>
                    <a:pt x="994940" y="0"/>
                  </a:lnTo>
                  <a:lnTo>
                    <a:pt x="996060" y="26"/>
                  </a:lnTo>
                  <a:lnTo>
                    <a:pt x="1003456" y="218"/>
                  </a:lnTo>
                  <a:lnTo>
                    <a:pt x="1022204" y="748"/>
                  </a:lnTo>
                  <a:lnTo>
                    <a:pt x="1055988" y="1793"/>
                  </a:lnTo>
                  <a:lnTo>
                    <a:pt x="1106875" y="3519"/>
                  </a:lnTo>
                  <a:lnTo>
                    <a:pt x="1175169" y="6071"/>
                  </a:lnTo>
                  <a:lnTo>
                    <a:pt x="1259462" y="9554"/>
                  </a:lnTo>
                  <a:lnTo>
                    <a:pt x="1356939" y="14034"/>
                  </a:lnTo>
                  <a:lnTo>
                    <a:pt x="1463893" y="19535"/>
                  </a:lnTo>
                  <a:lnTo>
                    <a:pt x="1576305" y="26053"/>
                  </a:lnTo>
                  <a:lnTo>
                    <a:pt x="1690371" y="33567"/>
                  </a:lnTo>
                  <a:lnTo>
                    <a:pt x="1802867" y="42059"/>
                  </a:lnTo>
                  <a:lnTo>
                    <a:pt x="1911335" y="51523"/>
                  </a:lnTo>
                  <a:lnTo>
                    <a:pt x="2014115" y="61976"/>
                  </a:lnTo>
                  <a:lnTo>
                    <a:pt x="2110262" y="73465"/>
                  </a:lnTo>
                  <a:lnTo>
                    <a:pt x="2199418" y="86067"/>
                  </a:lnTo>
                  <a:lnTo>
                    <a:pt x="2281668" y="99891"/>
                  </a:lnTo>
                  <a:lnTo>
                    <a:pt x="2357405" y="115077"/>
                  </a:lnTo>
                  <a:lnTo>
                    <a:pt x="2427222" y="131788"/>
                  </a:lnTo>
                  <a:lnTo>
                    <a:pt x="2491829" y="150211"/>
                  </a:lnTo>
                  <a:lnTo>
                    <a:pt x="2551986" y="170538"/>
                  </a:lnTo>
                  <a:lnTo>
                    <a:pt x="2608461" y="192952"/>
                  </a:lnTo>
                  <a:lnTo>
                    <a:pt x="2661985" y="217596"/>
                  </a:lnTo>
                  <a:lnTo>
                    <a:pt x="2702183" y="238448"/>
                  </a:lnTo>
                  <a:lnTo>
                    <a:pt x="2756084" y="269651"/>
                  </a:lnTo>
                  <a:lnTo>
                    <a:pt x="2808444" y="303596"/>
                  </a:lnTo>
                  <a:lnTo>
                    <a:pt x="2859764" y="340333"/>
                  </a:lnTo>
                  <a:lnTo>
                    <a:pt x="2910432" y="379848"/>
                  </a:lnTo>
                  <a:lnTo>
                    <a:pt x="2960736" y="422048"/>
                  </a:lnTo>
                  <a:lnTo>
                    <a:pt x="3010884" y="466761"/>
                  </a:lnTo>
                  <a:lnTo>
                    <a:pt x="3061015" y="513733"/>
                  </a:lnTo>
                  <a:lnTo>
                    <a:pt x="3111205" y="562625"/>
                  </a:lnTo>
                  <a:lnTo>
                    <a:pt x="3161486" y="613029"/>
                  </a:lnTo>
                  <a:lnTo>
                    <a:pt x="3211847" y="664473"/>
                  </a:lnTo>
                  <a:lnTo>
                    <a:pt x="3262254" y="716442"/>
                  </a:lnTo>
                  <a:lnTo>
                    <a:pt x="3312661" y="768400"/>
                  </a:lnTo>
                  <a:lnTo>
                    <a:pt x="3363019" y="819811"/>
                  </a:lnTo>
                  <a:lnTo>
                    <a:pt x="3413296" y="870160"/>
                  </a:lnTo>
                  <a:lnTo>
                    <a:pt x="3463483" y="918979"/>
                  </a:lnTo>
                  <a:lnTo>
                    <a:pt x="3513612" y="965862"/>
                  </a:lnTo>
                  <a:lnTo>
                    <a:pt x="3563764" y="1010474"/>
                  </a:lnTo>
                  <a:lnTo>
                    <a:pt x="3614078" y="1052564"/>
                  </a:lnTo>
                  <a:lnTo>
                    <a:pt x="3664767" y="1091963"/>
                  </a:lnTo>
                  <a:lnTo>
                    <a:pt x="3716123" y="1128583"/>
                  </a:lnTo>
                  <a:lnTo>
                    <a:pt x="3768536" y="1162410"/>
                  </a:lnTo>
                  <a:lnTo>
                    <a:pt x="3820202" y="1192244"/>
                  </a:lnTo>
                  <a:lnTo>
                    <a:pt x="3871882" y="1218678"/>
                  </a:lnTo>
                  <a:lnTo>
                    <a:pt x="3925992" y="1242826"/>
                  </a:lnTo>
                  <a:lnTo>
                    <a:pt x="3983207" y="1264769"/>
                  </a:lnTo>
                  <a:lnTo>
                    <a:pt x="4044271" y="1284664"/>
                  </a:lnTo>
                  <a:lnTo>
                    <a:pt x="4109952" y="1302696"/>
                  </a:lnTo>
                  <a:lnTo>
                    <a:pt x="4181006" y="1319059"/>
                  </a:lnTo>
                  <a:lnTo>
                    <a:pt x="4258121" y="1333933"/>
                  </a:lnTo>
                  <a:lnTo>
                    <a:pt x="4341856" y="1347479"/>
                  </a:lnTo>
                  <a:lnTo>
                    <a:pt x="4432546" y="1359830"/>
                  </a:lnTo>
                  <a:lnTo>
                    <a:pt x="4530192" y="1371087"/>
                  </a:lnTo>
                  <a:lnTo>
                    <a:pt x="4634318" y="1381321"/>
                  </a:lnTo>
                  <a:lnTo>
                    <a:pt x="4743835" y="1390572"/>
                  </a:lnTo>
                  <a:lnTo>
                    <a:pt x="4856912" y="1398852"/>
                  </a:lnTo>
                  <a:lnTo>
                    <a:pt x="4970916" y="1406150"/>
                  </a:lnTo>
                  <a:lnTo>
                    <a:pt x="5082475" y="1412447"/>
                  </a:lnTo>
                  <a:lnTo>
                    <a:pt x="5187698" y="1417724"/>
                  </a:lnTo>
                  <a:lnTo>
                    <a:pt x="5282588" y="1421983"/>
                  </a:lnTo>
                  <a:lnTo>
                    <a:pt x="5363583" y="1425256"/>
                  </a:lnTo>
                  <a:lnTo>
                    <a:pt x="5428137" y="1427616"/>
                  </a:lnTo>
                  <a:lnTo>
                    <a:pt x="5475197" y="1429180"/>
                  </a:lnTo>
                  <a:lnTo>
                    <a:pt x="5505458" y="1430098"/>
                  </a:lnTo>
                  <a:lnTo>
                    <a:pt x="5521359" y="1430539"/>
                  </a:lnTo>
                  <a:lnTo>
                    <a:pt x="5526905" y="1430680"/>
                  </a:lnTo>
                  <a:lnTo>
                    <a:pt x="5527445" y="1430693"/>
                  </a:lnTo>
                  <a:lnTo>
                    <a:pt x="6522385" y="1430693"/>
                  </a:lnTo>
                  <a:lnTo>
                    <a:pt x="6523522" y="1430695"/>
                  </a:lnTo>
                  <a:lnTo>
                    <a:pt x="6531021" y="1430711"/>
                  </a:lnTo>
                  <a:lnTo>
                    <a:pt x="6550023" y="1430757"/>
                  </a:lnTo>
                  <a:lnTo>
                    <a:pt x="6584247" y="1430846"/>
                  </a:lnTo>
                  <a:lnTo>
                    <a:pt x="6635760" y="1430993"/>
                  </a:lnTo>
                  <a:lnTo>
                    <a:pt x="6704833" y="1431211"/>
                  </a:lnTo>
                  <a:lnTo>
                    <a:pt x="6789992" y="1431509"/>
                  </a:lnTo>
                  <a:lnTo>
                    <a:pt x="6888348" y="1431891"/>
                  </a:lnTo>
                  <a:lnTo>
                    <a:pt x="6996118" y="1432360"/>
                  </a:lnTo>
                  <a:lnTo>
                    <a:pt x="7109225" y="1432916"/>
                  </a:lnTo>
                  <a:lnTo>
                    <a:pt x="7223830" y="1433556"/>
                  </a:lnTo>
                  <a:lnTo>
                    <a:pt x="7336698" y="1434280"/>
                  </a:lnTo>
                  <a:lnTo>
                    <a:pt x="7445383" y="1435086"/>
                  </a:lnTo>
                  <a:lnTo>
                    <a:pt x="7548246" y="1435976"/>
                  </a:lnTo>
                  <a:lnTo>
                    <a:pt x="7644371" y="1436955"/>
                  </a:lnTo>
                  <a:lnTo>
                    <a:pt x="7733431" y="1438030"/>
                  </a:lnTo>
                  <a:lnTo>
                    <a:pt x="7815540" y="1439208"/>
                  </a:lnTo>
                  <a:lnTo>
                    <a:pt x="7891116" y="1440504"/>
                  </a:lnTo>
                  <a:lnTo>
                    <a:pt x="7960773" y="1441931"/>
                  </a:lnTo>
                  <a:lnTo>
                    <a:pt x="8025239" y="1443505"/>
                  </a:lnTo>
                  <a:lnTo>
                    <a:pt x="8085287" y="1445243"/>
                  </a:lnTo>
                  <a:lnTo>
                    <a:pt x="8141694" y="1447159"/>
                  </a:lnTo>
                  <a:lnTo>
                    <a:pt x="8195196" y="1449266"/>
                  </a:lnTo>
                  <a:lnTo>
                    <a:pt x="8229629" y="1450782"/>
                  </a:lnTo>
                  <a:lnTo>
                    <a:pt x="8291205" y="1453811"/>
                  </a:lnTo>
                  <a:lnTo>
                    <a:pt x="8350863" y="1457144"/>
                  </a:lnTo>
                  <a:lnTo>
                    <a:pt x="8409315" y="1460785"/>
                  </a:lnTo>
                  <a:lnTo>
                    <a:pt x="8467088" y="1464730"/>
                  </a:lnTo>
                  <a:lnTo>
                    <a:pt x="8524551" y="1468961"/>
                  </a:lnTo>
                  <a:lnTo>
                    <a:pt x="8581948" y="1473450"/>
                  </a:lnTo>
                  <a:lnTo>
                    <a:pt x="8639413" y="1478157"/>
                  </a:lnTo>
                  <a:lnTo>
                    <a:pt x="8696993" y="1483029"/>
                  </a:lnTo>
                  <a:lnTo>
                    <a:pt x="8754674" y="1488008"/>
                  </a:lnTo>
                  <a:lnTo>
                    <a:pt x="8812397" y="1493026"/>
                  </a:lnTo>
                  <a:lnTo>
                    <a:pt x="8870091" y="1498016"/>
                  </a:lnTo>
                  <a:lnTo>
                    <a:pt x="8927692" y="1502912"/>
                  </a:lnTo>
                  <a:lnTo>
                    <a:pt x="8985176" y="1507652"/>
                  </a:lnTo>
                  <a:lnTo>
                    <a:pt x="9042577" y="1512183"/>
                  </a:lnTo>
                  <a:lnTo>
                    <a:pt x="9100015" y="1516462"/>
                  </a:lnTo>
                  <a:lnTo>
                    <a:pt x="9157710" y="1520459"/>
                  </a:lnTo>
                  <a:lnTo>
                    <a:pt x="9216009" y="1524155"/>
                  </a:lnTo>
                  <a:lnTo>
                    <a:pt x="9275407" y="1527542"/>
                  </a:lnTo>
                  <a:lnTo>
                    <a:pt x="9336582" y="1530624"/>
                  </a:lnTo>
                  <a:lnTo>
                    <a:pt x="9347647" y="1531138"/>
                  </a:lnTo>
                  <a:lnTo>
                    <a:pt x="9399581" y="1533375"/>
                  </a:lnTo>
                  <a:lnTo>
                    <a:pt x="9453971" y="1535418"/>
                  </a:lnTo>
                  <a:lnTo>
                    <a:pt x="9511504" y="1537274"/>
                  </a:lnTo>
                  <a:lnTo>
                    <a:pt x="9572934" y="1538955"/>
                  </a:lnTo>
                  <a:lnTo>
                    <a:pt x="9639040" y="1540478"/>
                  </a:lnTo>
                  <a:lnTo>
                    <a:pt x="9710587" y="1541860"/>
                  </a:lnTo>
                  <a:lnTo>
                    <a:pt x="9788274" y="1543115"/>
                  </a:lnTo>
                  <a:lnTo>
                    <a:pt x="9872659" y="1544258"/>
                  </a:lnTo>
                  <a:lnTo>
                    <a:pt x="9964074" y="1545300"/>
                  </a:lnTo>
                  <a:lnTo>
                    <a:pt x="10062500" y="1546249"/>
                  </a:lnTo>
                  <a:lnTo>
                    <a:pt x="10167432" y="1547111"/>
                  </a:lnTo>
                  <a:lnTo>
                    <a:pt x="10277728" y="1547890"/>
                  </a:lnTo>
                  <a:lnTo>
                    <a:pt x="10391486" y="1548585"/>
                  </a:lnTo>
                  <a:lnTo>
                    <a:pt x="10505987" y="1549198"/>
                  </a:lnTo>
                  <a:lnTo>
                    <a:pt x="10617768" y="1549725"/>
                  </a:lnTo>
                  <a:lnTo>
                    <a:pt x="10722858" y="1550165"/>
                  </a:lnTo>
                  <a:lnTo>
                    <a:pt x="10817217" y="1550519"/>
                  </a:lnTo>
                  <a:lnTo>
                    <a:pt x="10897290" y="1550789"/>
                  </a:lnTo>
                  <a:lnTo>
                    <a:pt x="10960609" y="1550983"/>
                  </a:lnTo>
                  <a:lnTo>
                    <a:pt x="11006256" y="1551109"/>
                  </a:lnTo>
                  <a:lnTo>
                    <a:pt x="11035106" y="1551182"/>
                  </a:lnTo>
                  <a:lnTo>
                    <a:pt x="11049798" y="1551216"/>
                  </a:lnTo>
                  <a:lnTo>
                    <a:pt x="11054547" y="1551227"/>
                  </a:lnTo>
                  <a:lnTo>
                    <a:pt x="11054891" y="1551227"/>
                  </a:lnTo>
                  <a:lnTo>
                    <a:pt x="12049831" y="1551227"/>
                  </a:lnTo>
                  <a:lnTo>
                    <a:pt x="12049831" y="15512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6" name="pl1225"/>
            <p:cNvSpPr/>
            <p:nvPr/>
          </p:nvSpPr>
          <p:spPr>
            <a:xfrm>
              <a:off x="1199187" y="5036084"/>
              <a:ext cx="12049831" cy="1551227"/>
            </a:xfrm>
            <a:custGeom>
              <a:avLst/>
              <a:pathLst>
                <a:path w="12049831" h="1551227">
                  <a:moveTo>
                    <a:pt x="12049831" y="1551227"/>
                  </a:moveTo>
                  <a:lnTo>
                    <a:pt x="11054891" y="1551227"/>
                  </a:lnTo>
                  <a:lnTo>
                    <a:pt x="11053755" y="1551225"/>
                  </a:lnTo>
                  <a:lnTo>
                    <a:pt x="11046256" y="1551208"/>
                  </a:lnTo>
                  <a:lnTo>
                    <a:pt x="11027253" y="1551163"/>
                  </a:lnTo>
                  <a:lnTo>
                    <a:pt x="10993030" y="1551074"/>
                  </a:lnTo>
                  <a:lnTo>
                    <a:pt x="10941516" y="1550926"/>
                  </a:lnTo>
                  <a:lnTo>
                    <a:pt x="10872444" y="1550708"/>
                  </a:lnTo>
                  <a:lnTo>
                    <a:pt x="10787284" y="1550411"/>
                  </a:lnTo>
                  <a:lnTo>
                    <a:pt x="10688928" y="1550029"/>
                  </a:lnTo>
                  <a:lnTo>
                    <a:pt x="10581159" y="1549559"/>
                  </a:lnTo>
                  <a:lnTo>
                    <a:pt x="10468052" y="1549004"/>
                  </a:lnTo>
                  <a:lnTo>
                    <a:pt x="10353447" y="1548363"/>
                  </a:lnTo>
                  <a:lnTo>
                    <a:pt x="10240578" y="1547640"/>
                  </a:lnTo>
                  <a:lnTo>
                    <a:pt x="10131893" y="1546834"/>
                  </a:lnTo>
                  <a:lnTo>
                    <a:pt x="10029031" y="1545943"/>
                  </a:lnTo>
                  <a:lnTo>
                    <a:pt x="9932906" y="1544964"/>
                  </a:lnTo>
                  <a:lnTo>
                    <a:pt x="9843845" y="1543890"/>
                  </a:lnTo>
                  <a:lnTo>
                    <a:pt x="9761736" y="1542711"/>
                  </a:lnTo>
                  <a:lnTo>
                    <a:pt x="9686160" y="1541416"/>
                  </a:lnTo>
                  <a:lnTo>
                    <a:pt x="9616503" y="1539989"/>
                  </a:lnTo>
                  <a:lnTo>
                    <a:pt x="9552038" y="1538415"/>
                  </a:lnTo>
                  <a:lnTo>
                    <a:pt x="9491990" y="1536677"/>
                  </a:lnTo>
                  <a:lnTo>
                    <a:pt x="9435582" y="1534761"/>
                  </a:lnTo>
                  <a:lnTo>
                    <a:pt x="9382080" y="1532653"/>
                  </a:lnTo>
                  <a:lnTo>
                    <a:pt x="9347647" y="1531138"/>
                  </a:lnTo>
                  <a:lnTo>
                    <a:pt x="9286071" y="1528109"/>
                  </a:lnTo>
                  <a:lnTo>
                    <a:pt x="9226414" y="1524776"/>
                  </a:lnTo>
                  <a:lnTo>
                    <a:pt x="9167962" y="1521134"/>
                  </a:lnTo>
                  <a:lnTo>
                    <a:pt x="9110189" y="1517190"/>
                  </a:lnTo>
                  <a:lnTo>
                    <a:pt x="9052725" y="1512958"/>
                  </a:lnTo>
                  <a:lnTo>
                    <a:pt x="8995329" y="1508469"/>
                  </a:lnTo>
                  <a:lnTo>
                    <a:pt x="8937864" y="1503763"/>
                  </a:lnTo>
                  <a:lnTo>
                    <a:pt x="8880283" y="1498891"/>
                  </a:lnTo>
                  <a:lnTo>
                    <a:pt x="8822602" y="1493912"/>
                  </a:lnTo>
                  <a:lnTo>
                    <a:pt x="8764879" y="1488894"/>
                  </a:lnTo>
                  <a:lnTo>
                    <a:pt x="8707186" y="1483904"/>
                  </a:lnTo>
                  <a:lnTo>
                    <a:pt x="8649585" y="1479008"/>
                  </a:lnTo>
                  <a:lnTo>
                    <a:pt x="8592101" y="1474268"/>
                  </a:lnTo>
                  <a:lnTo>
                    <a:pt x="8534699" y="1469737"/>
                  </a:lnTo>
                  <a:lnTo>
                    <a:pt x="8477262" y="1465458"/>
                  </a:lnTo>
                  <a:lnTo>
                    <a:pt x="8419567" y="1461461"/>
                  </a:lnTo>
                  <a:lnTo>
                    <a:pt x="8361268" y="1457765"/>
                  </a:lnTo>
                  <a:lnTo>
                    <a:pt x="8301870" y="1454378"/>
                  </a:lnTo>
                  <a:lnTo>
                    <a:pt x="8240695" y="1451296"/>
                  </a:lnTo>
                  <a:lnTo>
                    <a:pt x="8229629" y="1450782"/>
                  </a:lnTo>
                  <a:lnTo>
                    <a:pt x="8177695" y="1448544"/>
                  </a:lnTo>
                  <a:lnTo>
                    <a:pt x="8123305" y="1446502"/>
                  </a:lnTo>
                  <a:lnTo>
                    <a:pt x="8065772" y="1444646"/>
                  </a:lnTo>
                  <a:lnTo>
                    <a:pt x="8004343" y="1442965"/>
                  </a:lnTo>
                  <a:lnTo>
                    <a:pt x="7938237" y="1441441"/>
                  </a:lnTo>
                  <a:lnTo>
                    <a:pt x="7866689" y="1440060"/>
                  </a:lnTo>
                  <a:lnTo>
                    <a:pt x="7789003" y="1438804"/>
                  </a:lnTo>
                  <a:lnTo>
                    <a:pt x="7704617" y="1437661"/>
                  </a:lnTo>
                  <a:lnTo>
                    <a:pt x="7613203" y="1436620"/>
                  </a:lnTo>
                  <a:lnTo>
                    <a:pt x="7514776" y="1435671"/>
                  </a:lnTo>
                  <a:lnTo>
                    <a:pt x="7409844" y="1434809"/>
                  </a:lnTo>
                  <a:lnTo>
                    <a:pt x="7299548" y="1434030"/>
                  </a:lnTo>
                  <a:lnTo>
                    <a:pt x="7185790" y="1433334"/>
                  </a:lnTo>
                  <a:lnTo>
                    <a:pt x="7071289" y="1432722"/>
                  </a:lnTo>
                  <a:lnTo>
                    <a:pt x="6959509" y="1432195"/>
                  </a:lnTo>
                  <a:lnTo>
                    <a:pt x="6854418" y="1431755"/>
                  </a:lnTo>
                  <a:lnTo>
                    <a:pt x="6760060" y="1431401"/>
                  </a:lnTo>
                  <a:lnTo>
                    <a:pt x="6679987" y="1431131"/>
                  </a:lnTo>
                  <a:lnTo>
                    <a:pt x="6616668" y="1430937"/>
                  </a:lnTo>
                  <a:lnTo>
                    <a:pt x="6571020" y="1430810"/>
                  </a:lnTo>
                  <a:lnTo>
                    <a:pt x="6542171" y="1430737"/>
                  </a:lnTo>
                  <a:lnTo>
                    <a:pt x="6527478" y="1430703"/>
                  </a:lnTo>
                  <a:lnTo>
                    <a:pt x="6522730" y="1430693"/>
                  </a:lnTo>
                  <a:lnTo>
                    <a:pt x="6522385" y="1430693"/>
                  </a:lnTo>
                  <a:lnTo>
                    <a:pt x="5527445" y="1430693"/>
                  </a:lnTo>
                  <a:lnTo>
                    <a:pt x="5526325" y="1430666"/>
                  </a:lnTo>
                  <a:lnTo>
                    <a:pt x="5518929" y="1430474"/>
                  </a:lnTo>
                  <a:lnTo>
                    <a:pt x="5500181" y="1429944"/>
                  </a:lnTo>
                  <a:lnTo>
                    <a:pt x="5466397" y="1428899"/>
                  </a:lnTo>
                  <a:lnTo>
                    <a:pt x="5415510" y="1427173"/>
                  </a:lnTo>
                  <a:lnTo>
                    <a:pt x="5347216" y="1424622"/>
                  </a:lnTo>
                  <a:lnTo>
                    <a:pt x="5262923" y="1421138"/>
                  </a:lnTo>
                  <a:lnTo>
                    <a:pt x="5165446" y="1416658"/>
                  </a:lnTo>
                  <a:lnTo>
                    <a:pt x="5058492" y="1411157"/>
                  </a:lnTo>
                  <a:lnTo>
                    <a:pt x="4946080" y="1404640"/>
                  </a:lnTo>
                  <a:lnTo>
                    <a:pt x="4832014" y="1397125"/>
                  </a:lnTo>
                  <a:lnTo>
                    <a:pt x="4719518" y="1388633"/>
                  </a:lnTo>
                  <a:lnTo>
                    <a:pt x="4611050" y="1379169"/>
                  </a:lnTo>
                  <a:lnTo>
                    <a:pt x="4508270" y="1368716"/>
                  </a:lnTo>
                  <a:lnTo>
                    <a:pt x="4412123" y="1357227"/>
                  </a:lnTo>
                  <a:lnTo>
                    <a:pt x="4322967" y="1344625"/>
                  </a:lnTo>
                  <a:lnTo>
                    <a:pt x="4240717" y="1330801"/>
                  </a:lnTo>
                  <a:lnTo>
                    <a:pt x="4164980" y="1315615"/>
                  </a:lnTo>
                  <a:lnTo>
                    <a:pt x="4095163" y="1298904"/>
                  </a:lnTo>
                  <a:lnTo>
                    <a:pt x="4030556" y="1280481"/>
                  </a:lnTo>
                  <a:lnTo>
                    <a:pt x="3970399" y="1260154"/>
                  </a:lnTo>
                  <a:lnTo>
                    <a:pt x="3913924" y="1237740"/>
                  </a:lnTo>
                  <a:lnTo>
                    <a:pt x="3860400" y="1213096"/>
                  </a:lnTo>
                  <a:lnTo>
                    <a:pt x="3820202" y="1192244"/>
                  </a:lnTo>
                  <a:lnTo>
                    <a:pt x="3766301" y="1161041"/>
                  </a:lnTo>
                  <a:lnTo>
                    <a:pt x="3713941" y="1127097"/>
                  </a:lnTo>
                  <a:lnTo>
                    <a:pt x="3662621" y="1090359"/>
                  </a:lnTo>
                  <a:lnTo>
                    <a:pt x="3611953" y="1050844"/>
                  </a:lnTo>
                  <a:lnTo>
                    <a:pt x="3561649" y="1008644"/>
                  </a:lnTo>
                  <a:lnTo>
                    <a:pt x="3511501" y="963931"/>
                  </a:lnTo>
                  <a:lnTo>
                    <a:pt x="3461370" y="916960"/>
                  </a:lnTo>
                  <a:lnTo>
                    <a:pt x="3411180" y="868067"/>
                  </a:lnTo>
                  <a:lnTo>
                    <a:pt x="3360899" y="817663"/>
                  </a:lnTo>
                  <a:lnTo>
                    <a:pt x="3310538" y="766219"/>
                  </a:lnTo>
                  <a:lnTo>
                    <a:pt x="3260131" y="714250"/>
                  </a:lnTo>
                  <a:lnTo>
                    <a:pt x="3209724" y="662292"/>
                  </a:lnTo>
                  <a:lnTo>
                    <a:pt x="3159366" y="610881"/>
                  </a:lnTo>
                  <a:lnTo>
                    <a:pt x="3109089" y="560532"/>
                  </a:lnTo>
                  <a:lnTo>
                    <a:pt x="3058902" y="511713"/>
                  </a:lnTo>
                  <a:lnTo>
                    <a:pt x="3008773" y="464830"/>
                  </a:lnTo>
                  <a:lnTo>
                    <a:pt x="2958621" y="420218"/>
                  </a:lnTo>
                  <a:lnTo>
                    <a:pt x="2908307" y="378128"/>
                  </a:lnTo>
                  <a:lnTo>
                    <a:pt x="2857618" y="338729"/>
                  </a:lnTo>
                  <a:lnTo>
                    <a:pt x="2806262" y="302110"/>
                  </a:lnTo>
                  <a:lnTo>
                    <a:pt x="2753849" y="268282"/>
                  </a:lnTo>
                  <a:lnTo>
                    <a:pt x="2702183" y="238448"/>
                  </a:lnTo>
                  <a:lnTo>
                    <a:pt x="2650503" y="212015"/>
                  </a:lnTo>
                  <a:lnTo>
                    <a:pt x="2596393" y="187866"/>
                  </a:lnTo>
                  <a:lnTo>
                    <a:pt x="2539178" y="165923"/>
                  </a:lnTo>
                  <a:lnTo>
                    <a:pt x="2478114" y="146028"/>
                  </a:lnTo>
                  <a:lnTo>
                    <a:pt x="2412433" y="127996"/>
                  </a:lnTo>
                  <a:lnTo>
                    <a:pt x="2341379" y="111633"/>
                  </a:lnTo>
                  <a:lnTo>
                    <a:pt x="2264264" y="96759"/>
                  </a:lnTo>
                  <a:lnTo>
                    <a:pt x="2180529" y="83213"/>
                  </a:lnTo>
                  <a:lnTo>
                    <a:pt x="2089839" y="70862"/>
                  </a:lnTo>
                  <a:lnTo>
                    <a:pt x="1992193" y="59605"/>
                  </a:lnTo>
                  <a:lnTo>
                    <a:pt x="1888067" y="49371"/>
                  </a:lnTo>
                  <a:lnTo>
                    <a:pt x="1778550" y="40120"/>
                  </a:lnTo>
                  <a:lnTo>
                    <a:pt x="1665473" y="31840"/>
                  </a:lnTo>
                  <a:lnTo>
                    <a:pt x="1551469" y="24542"/>
                  </a:lnTo>
                  <a:lnTo>
                    <a:pt x="1439910" y="18245"/>
                  </a:lnTo>
                  <a:lnTo>
                    <a:pt x="1334687" y="12968"/>
                  </a:lnTo>
                  <a:lnTo>
                    <a:pt x="1239797" y="8709"/>
                  </a:lnTo>
                  <a:lnTo>
                    <a:pt x="1158802" y="5436"/>
                  </a:lnTo>
                  <a:lnTo>
                    <a:pt x="1094248" y="3076"/>
                  </a:lnTo>
                  <a:lnTo>
                    <a:pt x="1047188" y="1512"/>
                  </a:lnTo>
                  <a:lnTo>
                    <a:pt x="1016927" y="594"/>
                  </a:lnTo>
                  <a:lnTo>
                    <a:pt x="1001026" y="154"/>
                  </a:lnTo>
                  <a:lnTo>
                    <a:pt x="995480" y="1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7" name="pg1226"/>
            <p:cNvSpPr/>
            <p:nvPr/>
          </p:nvSpPr>
          <p:spPr>
            <a:xfrm>
              <a:off x="1199187" y="5009881"/>
              <a:ext cx="12049831" cy="1346842"/>
            </a:xfrm>
            <a:custGeom>
              <a:avLst/>
              <a:pathLst>
                <a:path w="12049831" h="1346842">
                  <a:moveTo>
                    <a:pt x="0" y="5240"/>
                  </a:moveTo>
                  <a:lnTo>
                    <a:pt x="994940" y="5240"/>
                  </a:lnTo>
                  <a:lnTo>
                    <a:pt x="996066" y="5262"/>
                  </a:lnTo>
                  <a:lnTo>
                    <a:pt x="1003499" y="5416"/>
                  </a:lnTo>
                  <a:lnTo>
                    <a:pt x="1022339" y="5841"/>
                  </a:lnTo>
                  <a:lnTo>
                    <a:pt x="1056281" y="6680"/>
                  </a:lnTo>
                  <a:lnTo>
                    <a:pt x="1107395" y="8065"/>
                  </a:lnTo>
                  <a:lnTo>
                    <a:pt x="1175971" y="10113"/>
                  </a:lnTo>
                  <a:lnTo>
                    <a:pt x="1260577" y="12908"/>
                  </a:lnTo>
                  <a:lnTo>
                    <a:pt x="1358373" y="16503"/>
                  </a:lnTo>
                  <a:lnTo>
                    <a:pt x="1465623" y="20915"/>
                  </a:lnTo>
                  <a:lnTo>
                    <a:pt x="1578287" y="26142"/>
                  </a:lnTo>
                  <a:lnTo>
                    <a:pt x="1692549" y="32167"/>
                  </a:lnTo>
                  <a:lnTo>
                    <a:pt x="1805181" y="38976"/>
                  </a:lnTo>
                  <a:lnTo>
                    <a:pt x="1913729" y="46563"/>
                  </a:lnTo>
                  <a:lnTo>
                    <a:pt x="2016539" y="54944"/>
                  </a:lnTo>
                  <a:lnTo>
                    <a:pt x="2112679" y="64156"/>
                  </a:lnTo>
                  <a:lnTo>
                    <a:pt x="2201801" y="74262"/>
                  </a:lnTo>
                  <a:lnTo>
                    <a:pt x="2284001" y="85350"/>
                  </a:lnTo>
                  <a:lnTo>
                    <a:pt x="2359679" y="97532"/>
                  </a:lnTo>
                  <a:lnTo>
                    <a:pt x="2429438" y="110942"/>
                  </a:lnTo>
                  <a:lnTo>
                    <a:pt x="2493993" y="125728"/>
                  </a:lnTo>
                  <a:lnTo>
                    <a:pt x="2554111" y="142045"/>
                  </a:lnTo>
                  <a:lnTo>
                    <a:pt x="2610561" y="160040"/>
                  </a:lnTo>
                  <a:lnTo>
                    <a:pt x="2664076" y="179825"/>
                  </a:lnTo>
                  <a:lnTo>
                    <a:pt x="2702183" y="195650"/>
                  </a:lnTo>
                  <a:lnTo>
                    <a:pt x="2758325" y="221667"/>
                  </a:lnTo>
                  <a:lnTo>
                    <a:pt x="2812817" y="250066"/>
                  </a:lnTo>
                  <a:lnTo>
                    <a:pt x="2866219" y="280888"/>
                  </a:lnTo>
                  <a:lnTo>
                    <a:pt x="2918957" y="314113"/>
                  </a:lnTo>
                  <a:lnTo>
                    <a:pt x="2971343" y="349646"/>
                  </a:lnTo>
                  <a:lnTo>
                    <a:pt x="3023597" y="387318"/>
                  </a:lnTo>
                  <a:lnTo>
                    <a:pt x="3075858" y="426881"/>
                  </a:lnTo>
                  <a:lnTo>
                    <a:pt x="3128199" y="468011"/>
                  </a:lnTo>
                  <a:lnTo>
                    <a:pt x="3180638" y="510318"/>
                  </a:lnTo>
                  <a:lnTo>
                    <a:pt x="3233153" y="553362"/>
                  </a:lnTo>
                  <a:lnTo>
                    <a:pt x="3285697" y="596665"/>
                  </a:lnTo>
                  <a:lnTo>
                    <a:pt x="3338215" y="639741"/>
                  </a:lnTo>
                  <a:lnTo>
                    <a:pt x="3390660" y="682113"/>
                  </a:lnTo>
                  <a:lnTo>
                    <a:pt x="3443007" y="723335"/>
                  </a:lnTo>
                  <a:lnTo>
                    <a:pt x="3495273" y="763014"/>
                  </a:lnTo>
                  <a:lnTo>
                    <a:pt x="3547524" y="800822"/>
                  </a:lnTo>
                  <a:lnTo>
                    <a:pt x="3599895" y="836506"/>
                  </a:lnTo>
                  <a:lnTo>
                    <a:pt x="3652600" y="869889"/>
                  </a:lnTo>
                  <a:lnTo>
                    <a:pt x="3705946" y="900875"/>
                  </a:lnTo>
                  <a:lnTo>
                    <a:pt x="3760349" y="929436"/>
                  </a:lnTo>
                  <a:lnTo>
                    <a:pt x="3816358" y="955611"/>
                  </a:lnTo>
                  <a:lnTo>
                    <a:pt x="3820202" y="957289"/>
                  </a:lnTo>
                  <a:lnTo>
                    <a:pt x="3871974" y="978432"/>
                  </a:lnTo>
                  <a:lnTo>
                    <a:pt x="3926185" y="997744"/>
                  </a:lnTo>
                  <a:lnTo>
                    <a:pt x="3983515" y="1015290"/>
                  </a:lnTo>
                  <a:lnTo>
                    <a:pt x="4044711" y="1031194"/>
                  </a:lnTo>
                  <a:lnTo>
                    <a:pt x="4110546" y="1045608"/>
                  </a:lnTo>
                  <a:lnTo>
                    <a:pt x="4181779" y="1058685"/>
                  </a:lnTo>
                  <a:lnTo>
                    <a:pt x="4259100" y="1070571"/>
                  </a:lnTo>
                  <a:lnTo>
                    <a:pt x="4343071" y="1081393"/>
                  </a:lnTo>
                  <a:lnTo>
                    <a:pt x="4434023" y="1091259"/>
                  </a:lnTo>
                  <a:lnTo>
                    <a:pt x="4531951" y="1100250"/>
                  </a:lnTo>
                  <a:lnTo>
                    <a:pt x="4636369" y="1108422"/>
                  </a:lnTo>
                  <a:lnTo>
                    <a:pt x="4746169" y="1115807"/>
                  </a:lnTo>
                  <a:lnTo>
                    <a:pt x="4859493" y="1122413"/>
                  </a:lnTo>
                  <a:lnTo>
                    <a:pt x="4973679" y="1128232"/>
                  </a:lnTo>
                  <a:lnTo>
                    <a:pt x="5085321" y="1133249"/>
                  </a:lnTo>
                  <a:lnTo>
                    <a:pt x="5190499" y="1137448"/>
                  </a:lnTo>
                  <a:lnTo>
                    <a:pt x="5285200" y="1140832"/>
                  </a:lnTo>
                  <a:lnTo>
                    <a:pt x="5365865" y="1143427"/>
                  </a:lnTo>
                  <a:lnTo>
                    <a:pt x="5429974" y="1145293"/>
                  </a:lnTo>
                  <a:lnTo>
                    <a:pt x="5476524" y="1146524"/>
                  </a:lnTo>
                  <a:lnTo>
                    <a:pt x="5506272" y="1147242"/>
                  </a:lnTo>
                  <a:lnTo>
                    <a:pt x="5521732" y="1147583"/>
                  </a:lnTo>
                  <a:lnTo>
                    <a:pt x="5526983" y="1147690"/>
                  </a:lnTo>
                  <a:lnTo>
                    <a:pt x="5527445" y="1147698"/>
                  </a:lnTo>
                  <a:lnTo>
                    <a:pt x="6522385" y="1147698"/>
                  </a:lnTo>
                  <a:lnTo>
                    <a:pt x="6523522" y="1147702"/>
                  </a:lnTo>
                  <a:lnTo>
                    <a:pt x="6531019" y="1147729"/>
                  </a:lnTo>
                  <a:lnTo>
                    <a:pt x="6550019" y="1147804"/>
                  </a:lnTo>
                  <a:lnTo>
                    <a:pt x="6584236" y="1147952"/>
                  </a:lnTo>
                  <a:lnTo>
                    <a:pt x="6635742" y="1148195"/>
                  </a:lnTo>
                  <a:lnTo>
                    <a:pt x="6704805" y="1148555"/>
                  </a:lnTo>
                  <a:lnTo>
                    <a:pt x="6789954" y="1149047"/>
                  </a:lnTo>
                  <a:lnTo>
                    <a:pt x="6888298" y="1149678"/>
                  </a:lnTo>
                  <a:lnTo>
                    <a:pt x="6996058" y="1150453"/>
                  </a:lnTo>
                  <a:lnTo>
                    <a:pt x="7109156" y="1151371"/>
                  </a:lnTo>
                  <a:lnTo>
                    <a:pt x="7223755" y="1152429"/>
                  </a:lnTo>
                  <a:lnTo>
                    <a:pt x="7336619" y="1153624"/>
                  </a:lnTo>
                  <a:lnTo>
                    <a:pt x="7445301" y="1154956"/>
                  </a:lnTo>
                  <a:lnTo>
                    <a:pt x="7548162" y="1156427"/>
                  </a:lnTo>
                  <a:lnTo>
                    <a:pt x="7644288" y="1158044"/>
                  </a:lnTo>
                  <a:lnTo>
                    <a:pt x="7733349" y="1159818"/>
                  </a:lnTo>
                  <a:lnTo>
                    <a:pt x="7815460" y="1161766"/>
                  </a:lnTo>
                  <a:lnTo>
                    <a:pt x="7891038" y="1163907"/>
                  </a:lnTo>
                  <a:lnTo>
                    <a:pt x="7960697" y="1166264"/>
                  </a:lnTo>
                  <a:lnTo>
                    <a:pt x="8025164" y="1168864"/>
                  </a:lnTo>
                  <a:lnTo>
                    <a:pt x="8085214" y="1171734"/>
                  </a:lnTo>
                  <a:lnTo>
                    <a:pt x="8141622" y="1174900"/>
                  </a:lnTo>
                  <a:lnTo>
                    <a:pt x="8195125" y="1178380"/>
                  </a:lnTo>
                  <a:lnTo>
                    <a:pt x="8229629" y="1180889"/>
                  </a:lnTo>
                  <a:lnTo>
                    <a:pt x="8291072" y="1185882"/>
                  </a:lnTo>
                  <a:lnTo>
                    <a:pt x="8350602" y="1191375"/>
                  </a:lnTo>
                  <a:lnTo>
                    <a:pt x="8408930" y="1197375"/>
                  </a:lnTo>
                  <a:lnTo>
                    <a:pt x="8466579" y="1203874"/>
                  </a:lnTo>
                  <a:lnTo>
                    <a:pt x="8523917" y="1210845"/>
                  </a:lnTo>
                  <a:lnTo>
                    <a:pt x="8581187" y="1218241"/>
                  </a:lnTo>
                  <a:lnTo>
                    <a:pt x="8638523" y="1225995"/>
                  </a:lnTo>
                  <a:lnTo>
                    <a:pt x="8695974" y="1234023"/>
                  </a:lnTo>
                  <a:lnTo>
                    <a:pt x="8753526" y="1242228"/>
                  </a:lnTo>
                  <a:lnTo>
                    <a:pt x="8811122" y="1250501"/>
                  </a:lnTo>
                  <a:lnTo>
                    <a:pt x="8868689" y="1258730"/>
                  </a:lnTo>
                  <a:lnTo>
                    <a:pt x="8926166" y="1266806"/>
                  </a:lnTo>
                  <a:lnTo>
                    <a:pt x="8983526" y="1274628"/>
                  </a:lnTo>
                  <a:lnTo>
                    <a:pt x="9040801" y="1282108"/>
                  </a:lnTo>
                  <a:lnTo>
                    <a:pt x="9098108" y="1289177"/>
                  </a:lnTo>
                  <a:lnTo>
                    <a:pt x="9155662" y="1295782"/>
                  </a:lnTo>
                  <a:lnTo>
                    <a:pt x="9213802" y="1301894"/>
                  </a:lnTo>
                  <a:lnTo>
                    <a:pt x="9273015" y="1307498"/>
                  </a:lnTo>
                  <a:lnTo>
                    <a:pt x="9333966" y="1312599"/>
                  </a:lnTo>
                  <a:lnTo>
                    <a:pt x="9347647" y="1313652"/>
                  </a:lnTo>
                  <a:lnTo>
                    <a:pt x="9399578" y="1317348"/>
                  </a:lnTo>
                  <a:lnTo>
                    <a:pt x="9453965" y="1320723"/>
                  </a:lnTo>
                  <a:lnTo>
                    <a:pt x="9511494" y="1323788"/>
                  </a:lnTo>
                  <a:lnTo>
                    <a:pt x="9572918" y="1326566"/>
                  </a:lnTo>
                  <a:lnTo>
                    <a:pt x="9639019" y="1329083"/>
                  </a:lnTo>
                  <a:lnTo>
                    <a:pt x="9710561" y="1331365"/>
                  </a:lnTo>
                  <a:lnTo>
                    <a:pt x="9788240" y="1333440"/>
                  </a:lnTo>
                  <a:lnTo>
                    <a:pt x="9872617" y="1335328"/>
                  </a:lnTo>
                  <a:lnTo>
                    <a:pt x="9964023" y="1337049"/>
                  </a:lnTo>
                  <a:lnTo>
                    <a:pt x="10062439" y="1338616"/>
                  </a:lnTo>
                  <a:lnTo>
                    <a:pt x="10167361" y="1340041"/>
                  </a:lnTo>
                  <a:lnTo>
                    <a:pt x="10277648" y="1341327"/>
                  </a:lnTo>
                  <a:lnTo>
                    <a:pt x="10391397" y="1342477"/>
                  </a:lnTo>
                  <a:lnTo>
                    <a:pt x="10505892" y="1343489"/>
                  </a:lnTo>
                  <a:lnTo>
                    <a:pt x="10617670" y="1344360"/>
                  </a:lnTo>
                  <a:lnTo>
                    <a:pt x="10722762" y="1345087"/>
                  </a:lnTo>
                  <a:lnTo>
                    <a:pt x="10817127" y="1345672"/>
                  </a:lnTo>
                  <a:lnTo>
                    <a:pt x="10897212" y="1346119"/>
                  </a:lnTo>
                  <a:lnTo>
                    <a:pt x="10960547" y="1346438"/>
                  </a:lnTo>
                  <a:lnTo>
                    <a:pt x="11006212" y="1346648"/>
                  </a:lnTo>
                  <a:lnTo>
                    <a:pt x="11035079" y="1346768"/>
                  </a:lnTo>
                  <a:lnTo>
                    <a:pt x="11049787" y="1346825"/>
                  </a:lnTo>
                  <a:lnTo>
                    <a:pt x="11054545" y="1346841"/>
                  </a:lnTo>
                  <a:lnTo>
                    <a:pt x="11054891" y="1346842"/>
                  </a:lnTo>
                  <a:lnTo>
                    <a:pt x="12049831" y="1346842"/>
                  </a:lnTo>
                  <a:lnTo>
                    <a:pt x="12049831" y="1341602"/>
                  </a:lnTo>
                  <a:lnTo>
                    <a:pt x="11054891" y="1341602"/>
                  </a:lnTo>
                  <a:lnTo>
                    <a:pt x="11053755" y="1341598"/>
                  </a:lnTo>
                  <a:lnTo>
                    <a:pt x="11046257" y="1341571"/>
                  </a:lnTo>
                  <a:lnTo>
                    <a:pt x="11027258" y="1341496"/>
                  </a:lnTo>
                  <a:lnTo>
                    <a:pt x="10993040" y="1341349"/>
                  </a:lnTo>
                  <a:lnTo>
                    <a:pt x="10941534" y="1341105"/>
                  </a:lnTo>
                  <a:lnTo>
                    <a:pt x="10872472" y="1340745"/>
                  </a:lnTo>
                  <a:lnTo>
                    <a:pt x="10787323" y="1340253"/>
                  </a:lnTo>
                  <a:lnTo>
                    <a:pt x="10688978" y="1339622"/>
                  </a:lnTo>
                  <a:lnTo>
                    <a:pt x="10581219" y="1338847"/>
                  </a:lnTo>
                  <a:lnTo>
                    <a:pt x="10468120" y="1337929"/>
                  </a:lnTo>
                  <a:lnTo>
                    <a:pt x="10353522" y="1336871"/>
                  </a:lnTo>
                  <a:lnTo>
                    <a:pt x="10240658" y="1335676"/>
                  </a:lnTo>
                  <a:lnTo>
                    <a:pt x="10131976" y="1334344"/>
                  </a:lnTo>
                  <a:lnTo>
                    <a:pt x="10029114" y="1332873"/>
                  </a:lnTo>
                  <a:lnTo>
                    <a:pt x="9932989" y="1331256"/>
                  </a:lnTo>
                  <a:lnTo>
                    <a:pt x="9843927" y="1329482"/>
                  </a:lnTo>
                  <a:lnTo>
                    <a:pt x="9761816" y="1327534"/>
                  </a:lnTo>
                  <a:lnTo>
                    <a:pt x="9686239" y="1325394"/>
                  </a:lnTo>
                  <a:lnTo>
                    <a:pt x="9616579" y="1323036"/>
                  </a:lnTo>
                  <a:lnTo>
                    <a:pt x="9552112" y="1320436"/>
                  </a:lnTo>
                  <a:lnTo>
                    <a:pt x="9492063" y="1317566"/>
                  </a:lnTo>
                  <a:lnTo>
                    <a:pt x="9435655" y="1314401"/>
                  </a:lnTo>
                  <a:lnTo>
                    <a:pt x="9382152" y="1310920"/>
                  </a:lnTo>
                  <a:lnTo>
                    <a:pt x="9347647" y="1308411"/>
                  </a:lnTo>
                  <a:lnTo>
                    <a:pt x="9286205" y="1303418"/>
                  </a:lnTo>
                  <a:lnTo>
                    <a:pt x="9226675" y="1297925"/>
                  </a:lnTo>
                  <a:lnTo>
                    <a:pt x="9168346" y="1291925"/>
                  </a:lnTo>
                  <a:lnTo>
                    <a:pt x="9110698" y="1285426"/>
                  </a:lnTo>
                  <a:lnTo>
                    <a:pt x="9053360" y="1278455"/>
                  </a:lnTo>
                  <a:lnTo>
                    <a:pt x="8996090" y="1271059"/>
                  </a:lnTo>
                  <a:lnTo>
                    <a:pt x="8938754" y="1263305"/>
                  </a:lnTo>
                  <a:lnTo>
                    <a:pt x="8881302" y="1255277"/>
                  </a:lnTo>
                  <a:lnTo>
                    <a:pt x="8823750" y="1247072"/>
                  </a:lnTo>
                  <a:lnTo>
                    <a:pt x="8766155" y="1238799"/>
                  </a:lnTo>
                  <a:lnTo>
                    <a:pt x="8708588" y="1230570"/>
                  </a:lnTo>
                  <a:lnTo>
                    <a:pt x="8651111" y="1222494"/>
                  </a:lnTo>
                  <a:lnTo>
                    <a:pt x="8593751" y="1214673"/>
                  </a:lnTo>
                  <a:lnTo>
                    <a:pt x="8536475" y="1207192"/>
                  </a:lnTo>
                  <a:lnTo>
                    <a:pt x="8479168" y="1200123"/>
                  </a:lnTo>
                  <a:lnTo>
                    <a:pt x="8421615" y="1193518"/>
                  </a:lnTo>
                  <a:lnTo>
                    <a:pt x="8363475" y="1187407"/>
                  </a:lnTo>
                  <a:lnTo>
                    <a:pt x="8304262" y="1181803"/>
                  </a:lnTo>
                  <a:lnTo>
                    <a:pt x="8243310" y="1176701"/>
                  </a:lnTo>
                  <a:lnTo>
                    <a:pt x="8229629" y="1175648"/>
                  </a:lnTo>
                  <a:lnTo>
                    <a:pt x="8177698" y="1171952"/>
                  </a:lnTo>
                  <a:lnTo>
                    <a:pt x="8123312" y="1168577"/>
                  </a:lnTo>
                  <a:lnTo>
                    <a:pt x="8065783" y="1165512"/>
                  </a:lnTo>
                  <a:lnTo>
                    <a:pt x="8004358" y="1162734"/>
                  </a:lnTo>
                  <a:lnTo>
                    <a:pt x="7938257" y="1160217"/>
                  </a:lnTo>
                  <a:lnTo>
                    <a:pt x="7866716" y="1157935"/>
                  </a:lnTo>
                  <a:lnTo>
                    <a:pt x="7789037" y="1155861"/>
                  </a:lnTo>
                  <a:lnTo>
                    <a:pt x="7704659" y="1153972"/>
                  </a:lnTo>
                  <a:lnTo>
                    <a:pt x="7613254" y="1152251"/>
                  </a:lnTo>
                  <a:lnTo>
                    <a:pt x="7514837" y="1150684"/>
                  </a:lnTo>
                  <a:lnTo>
                    <a:pt x="7409915" y="1149259"/>
                  </a:lnTo>
                  <a:lnTo>
                    <a:pt x="7299629" y="1147973"/>
                  </a:lnTo>
                  <a:lnTo>
                    <a:pt x="7185880" y="1146823"/>
                  </a:lnTo>
                  <a:lnTo>
                    <a:pt x="7071384" y="1145811"/>
                  </a:lnTo>
                  <a:lnTo>
                    <a:pt x="6959607" y="1144940"/>
                  </a:lnTo>
                  <a:lnTo>
                    <a:pt x="6854514" y="1144213"/>
                  </a:lnTo>
                  <a:lnTo>
                    <a:pt x="6760149" y="1143628"/>
                  </a:lnTo>
                  <a:lnTo>
                    <a:pt x="6680064" y="1143182"/>
                  </a:lnTo>
                  <a:lnTo>
                    <a:pt x="6616730" y="1142862"/>
                  </a:lnTo>
                  <a:lnTo>
                    <a:pt x="6571065" y="1142653"/>
                  </a:lnTo>
                  <a:lnTo>
                    <a:pt x="6542198" y="1142532"/>
                  </a:lnTo>
                  <a:lnTo>
                    <a:pt x="6527490" y="1142476"/>
                  </a:lnTo>
                  <a:lnTo>
                    <a:pt x="6522732" y="1142459"/>
                  </a:lnTo>
                  <a:lnTo>
                    <a:pt x="6522385" y="1142458"/>
                  </a:lnTo>
                  <a:lnTo>
                    <a:pt x="5527445" y="1142458"/>
                  </a:lnTo>
                  <a:lnTo>
                    <a:pt x="5526319" y="1142436"/>
                  </a:lnTo>
                  <a:lnTo>
                    <a:pt x="5518886" y="1142282"/>
                  </a:lnTo>
                  <a:lnTo>
                    <a:pt x="5500046" y="1141857"/>
                  </a:lnTo>
                  <a:lnTo>
                    <a:pt x="5466104" y="1141018"/>
                  </a:lnTo>
                  <a:lnTo>
                    <a:pt x="5414990" y="1139633"/>
                  </a:lnTo>
                  <a:lnTo>
                    <a:pt x="5346414" y="1137585"/>
                  </a:lnTo>
                  <a:lnTo>
                    <a:pt x="5261808" y="1134789"/>
                  </a:lnTo>
                  <a:lnTo>
                    <a:pt x="5164012" y="1131195"/>
                  </a:lnTo>
                  <a:lnTo>
                    <a:pt x="5056762" y="1126783"/>
                  </a:lnTo>
                  <a:lnTo>
                    <a:pt x="4944098" y="1121556"/>
                  </a:lnTo>
                  <a:lnTo>
                    <a:pt x="4829836" y="1115530"/>
                  </a:lnTo>
                  <a:lnTo>
                    <a:pt x="4717204" y="1108722"/>
                  </a:lnTo>
                  <a:lnTo>
                    <a:pt x="4608656" y="1101134"/>
                  </a:lnTo>
                  <a:lnTo>
                    <a:pt x="4505846" y="1092753"/>
                  </a:lnTo>
                  <a:lnTo>
                    <a:pt x="4409706" y="1083542"/>
                  </a:lnTo>
                  <a:lnTo>
                    <a:pt x="4320584" y="1073436"/>
                  </a:lnTo>
                  <a:lnTo>
                    <a:pt x="4238384" y="1062348"/>
                  </a:lnTo>
                  <a:lnTo>
                    <a:pt x="4162706" y="1050166"/>
                  </a:lnTo>
                  <a:lnTo>
                    <a:pt x="4092947" y="1036756"/>
                  </a:lnTo>
                  <a:lnTo>
                    <a:pt x="4028392" y="1021970"/>
                  </a:lnTo>
                  <a:lnTo>
                    <a:pt x="3968274" y="1005653"/>
                  </a:lnTo>
                  <a:lnTo>
                    <a:pt x="3911824" y="987658"/>
                  </a:lnTo>
                  <a:lnTo>
                    <a:pt x="3858309" y="967873"/>
                  </a:lnTo>
                  <a:lnTo>
                    <a:pt x="3820202" y="952048"/>
                  </a:lnTo>
                  <a:lnTo>
                    <a:pt x="3764060" y="926031"/>
                  </a:lnTo>
                  <a:lnTo>
                    <a:pt x="3709568" y="897632"/>
                  </a:lnTo>
                  <a:lnTo>
                    <a:pt x="3656166" y="866810"/>
                  </a:lnTo>
                  <a:lnTo>
                    <a:pt x="3603428" y="833585"/>
                  </a:lnTo>
                  <a:lnTo>
                    <a:pt x="3551042" y="798052"/>
                  </a:lnTo>
                  <a:lnTo>
                    <a:pt x="3498788" y="760380"/>
                  </a:lnTo>
                  <a:lnTo>
                    <a:pt x="3446527" y="720817"/>
                  </a:lnTo>
                  <a:lnTo>
                    <a:pt x="3394186" y="679687"/>
                  </a:lnTo>
                  <a:lnTo>
                    <a:pt x="3341747" y="637379"/>
                  </a:lnTo>
                  <a:lnTo>
                    <a:pt x="3289232" y="594336"/>
                  </a:lnTo>
                  <a:lnTo>
                    <a:pt x="3236688" y="551032"/>
                  </a:lnTo>
                  <a:lnTo>
                    <a:pt x="3184170" y="507956"/>
                  </a:lnTo>
                  <a:lnTo>
                    <a:pt x="3131725" y="465585"/>
                  </a:lnTo>
                  <a:lnTo>
                    <a:pt x="3079378" y="424363"/>
                  </a:lnTo>
                  <a:lnTo>
                    <a:pt x="3027112" y="384684"/>
                  </a:lnTo>
                  <a:lnTo>
                    <a:pt x="2974861" y="346876"/>
                  </a:lnTo>
                  <a:lnTo>
                    <a:pt x="2922490" y="311192"/>
                  </a:lnTo>
                  <a:lnTo>
                    <a:pt x="2869785" y="277809"/>
                  </a:lnTo>
                  <a:lnTo>
                    <a:pt x="2816439" y="246823"/>
                  </a:lnTo>
                  <a:lnTo>
                    <a:pt x="2762036" y="218262"/>
                  </a:lnTo>
                  <a:lnTo>
                    <a:pt x="2706027" y="192087"/>
                  </a:lnTo>
                  <a:lnTo>
                    <a:pt x="2702183" y="190409"/>
                  </a:lnTo>
                  <a:lnTo>
                    <a:pt x="2650411" y="169266"/>
                  </a:lnTo>
                  <a:lnTo>
                    <a:pt x="2596200" y="149954"/>
                  </a:lnTo>
                  <a:lnTo>
                    <a:pt x="2538870" y="132408"/>
                  </a:lnTo>
                  <a:lnTo>
                    <a:pt x="2477674" y="116503"/>
                  </a:lnTo>
                  <a:lnTo>
                    <a:pt x="2411839" y="102090"/>
                  </a:lnTo>
                  <a:lnTo>
                    <a:pt x="2340606" y="89013"/>
                  </a:lnTo>
                  <a:lnTo>
                    <a:pt x="2263284" y="77127"/>
                  </a:lnTo>
                  <a:lnTo>
                    <a:pt x="2179314" y="66305"/>
                  </a:lnTo>
                  <a:lnTo>
                    <a:pt x="2088362" y="56439"/>
                  </a:lnTo>
                  <a:lnTo>
                    <a:pt x="1990434" y="47448"/>
                  </a:lnTo>
                  <a:lnTo>
                    <a:pt x="1886016" y="39275"/>
                  </a:lnTo>
                  <a:lnTo>
                    <a:pt x="1776216" y="31891"/>
                  </a:lnTo>
                  <a:lnTo>
                    <a:pt x="1662892" y="25285"/>
                  </a:lnTo>
                  <a:lnTo>
                    <a:pt x="1548706" y="19465"/>
                  </a:lnTo>
                  <a:lnTo>
                    <a:pt x="1437064" y="14449"/>
                  </a:lnTo>
                  <a:lnTo>
                    <a:pt x="1331886" y="10249"/>
                  </a:lnTo>
                  <a:lnTo>
                    <a:pt x="1237185" y="6866"/>
                  </a:lnTo>
                  <a:lnTo>
                    <a:pt x="1156520" y="4271"/>
                  </a:lnTo>
                  <a:lnTo>
                    <a:pt x="1092411" y="2405"/>
                  </a:lnTo>
                  <a:lnTo>
                    <a:pt x="1045861" y="1174"/>
                  </a:lnTo>
                  <a:lnTo>
                    <a:pt x="1016113" y="456"/>
                  </a:lnTo>
                  <a:lnTo>
                    <a:pt x="1000653" y="115"/>
                  </a:lnTo>
                  <a:lnTo>
                    <a:pt x="995402" y="8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28" name="pl1227"/>
            <p:cNvSpPr/>
            <p:nvPr/>
          </p:nvSpPr>
          <p:spPr>
            <a:xfrm>
              <a:off x="1199187" y="5015122"/>
              <a:ext cx="12049831" cy="1341602"/>
            </a:xfrm>
            <a:custGeom>
              <a:avLst/>
              <a:pathLst>
                <a:path w="12049831" h="1341602">
                  <a:moveTo>
                    <a:pt x="0" y="0"/>
                  </a:moveTo>
                  <a:lnTo>
                    <a:pt x="994940" y="0"/>
                  </a:lnTo>
                  <a:lnTo>
                    <a:pt x="996066" y="21"/>
                  </a:lnTo>
                  <a:lnTo>
                    <a:pt x="1003499" y="175"/>
                  </a:lnTo>
                  <a:lnTo>
                    <a:pt x="1022339" y="601"/>
                  </a:lnTo>
                  <a:lnTo>
                    <a:pt x="1056281" y="1439"/>
                  </a:lnTo>
                  <a:lnTo>
                    <a:pt x="1107395" y="2825"/>
                  </a:lnTo>
                  <a:lnTo>
                    <a:pt x="1175971" y="4873"/>
                  </a:lnTo>
                  <a:lnTo>
                    <a:pt x="1260577" y="7668"/>
                  </a:lnTo>
                  <a:lnTo>
                    <a:pt x="1358373" y="11262"/>
                  </a:lnTo>
                  <a:lnTo>
                    <a:pt x="1465623" y="15675"/>
                  </a:lnTo>
                  <a:lnTo>
                    <a:pt x="1578287" y="20901"/>
                  </a:lnTo>
                  <a:lnTo>
                    <a:pt x="1692549" y="26927"/>
                  </a:lnTo>
                  <a:lnTo>
                    <a:pt x="1805181" y="33735"/>
                  </a:lnTo>
                  <a:lnTo>
                    <a:pt x="1913729" y="41323"/>
                  </a:lnTo>
                  <a:lnTo>
                    <a:pt x="2016539" y="49704"/>
                  </a:lnTo>
                  <a:lnTo>
                    <a:pt x="2112679" y="58916"/>
                  </a:lnTo>
                  <a:lnTo>
                    <a:pt x="2201801" y="69021"/>
                  </a:lnTo>
                  <a:lnTo>
                    <a:pt x="2284001" y="80109"/>
                  </a:lnTo>
                  <a:lnTo>
                    <a:pt x="2359679" y="92292"/>
                  </a:lnTo>
                  <a:lnTo>
                    <a:pt x="2429438" y="105701"/>
                  </a:lnTo>
                  <a:lnTo>
                    <a:pt x="2493993" y="120487"/>
                  </a:lnTo>
                  <a:lnTo>
                    <a:pt x="2554111" y="136805"/>
                  </a:lnTo>
                  <a:lnTo>
                    <a:pt x="2610561" y="154799"/>
                  </a:lnTo>
                  <a:lnTo>
                    <a:pt x="2664076" y="174584"/>
                  </a:lnTo>
                  <a:lnTo>
                    <a:pt x="2702183" y="190409"/>
                  </a:lnTo>
                  <a:lnTo>
                    <a:pt x="2758325" y="216427"/>
                  </a:lnTo>
                  <a:lnTo>
                    <a:pt x="2812817" y="244825"/>
                  </a:lnTo>
                  <a:lnTo>
                    <a:pt x="2866219" y="275648"/>
                  </a:lnTo>
                  <a:lnTo>
                    <a:pt x="2918957" y="308872"/>
                  </a:lnTo>
                  <a:lnTo>
                    <a:pt x="2971343" y="344405"/>
                  </a:lnTo>
                  <a:lnTo>
                    <a:pt x="3023597" y="382077"/>
                  </a:lnTo>
                  <a:lnTo>
                    <a:pt x="3075858" y="421640"/>
                  </a:lnTo>
                  <a:lnTo>
                    <a:pt x="3128199" y="462770"/>
                  </a:lnTo>
                  <a:lnTo>
                    <a:pt x="3180638" y="505078"/>
                  </a:lnTo>
                  <a:lnTo>
                    <a:pt x="3233153" y="548121"/>
                  </a:lnTo>
                  <a:lnTo>
                    <a:pt x="3285697" y="591425"/>
                  </a:lnTo>
                  <a:lnTo>
                    <a:pt x="3338215" y="634501"/>
                  </a:lnTo>
                  <a:lnTo>
                    <a:pt x="3390660" y="676872"/>
                  </a:lnTo>
                  <a:lnTo>
                    <a:pt x="3443007" y="718094"/>
                  </a:lnTo>
                  <a:lnTo>
                    <a:pt x="3495273" y="757774"/>
                  </a:lnTo>
                  <a:lnTo>
                    <a:pt x="3547524" y="795582"/>
                  </a:lnTo>
                  <a:lnTo>
                    <a:pt x="3599895" y="831265"/>
                  </a:lnTo>
                  <a:lnTo>
                    <a:pt x="3652600" y="864649"/>
                  </a:lnTo>
                  <a:lnTo>
                    <a:pt x="3705946" y="895634"/>
                  </a:lnTo>
                  <a:lnTo>
                    <a:pt x="3760349" y="924195"/>
                  </a:lnTo>
                  <a:lnTo>
                    <a:pt x="3816358" y="950370"/>
                  </a:lnTo>
                  <a:lnTo>
                    <a:pt x="3820202" y="952048"/>
                  </a:lnTo>
                  <a:lnTo>
                    <a:pt x="3871974" y="973191"/>
                  </a:lnTo>
                  <a:lnTo>
                    <a:pt x="3926185" y="992503"/>
                  </a:lnTo>
                  <a:lnTo>
                    <a:pt x="3983515" y="1010049"/>
                  </a:lnTo>
                  <a:lnTo>
                    <a:pt x="4044711" y="1025954"/>
                  </a:lnTo>
                  <a:lnTo>
                    <a:pt x="4110546" y="1040367"/>
                  </a:lnTo>
                  <a:lnTo>
                    <a:pt x="4181779" y="1053444"/>
                  </a:lnTo>
                  <a:lnTo>
                    <a:pt x="4259100" y="1065330"/>
                  </a:lnTo>
                  <a:lnTo>
                    <a:pt x="4343071" y="1076153"/>
                  </a:lnTo>
                  <a:lnTo>
                    <a:pt x="4434023" y="1086019"/>
                  </a:lnTo>
                  <a:lnTo>
                    <a:pt x="4531951" y="1095010"/>
                  </a:lnTo>
                  <a:lnTo>
                    <a:pt x="4636369" y="1103182"/>
                  </a:lnTo>
                  <a:lnTo>
                    <a:pt x="4746169" y="1110566"/>
                  </a:lnTo>
                  <a:lnTo>
                    <a:pt x="4859493" y="1117172"/>
                  </a:lnTo>
                  <a:lnTo>
                    <a:pt x="4973679" y="1122992"/>
                  </a:lnTo>
                  <a:lnTo>
                    <a:pt x="5085321" y="1128008"/>
                  </a:lnTo>
                  <a:lnTo>
                    <a:pt x="5190499" y="1132208"/>
                  </a:lnTo>
                  <a:lnTo>
                    <a:pt x="5285200" y="1135591"/>
                  </a:lnTo>
                  <a:lnTo>
                    <a:pt x="5365865" y="1138186"/>
                  </a:lnTo>
                  <a:lnTo>
                    <a:pt x="5429974" y="1140052"/>
                  </a:lnTo>
                  <a:lnTo>
                    <a:pt x="5476524" y="1141284"/>
                  </a:lnTo>
                  <a:lnTo>
                    <a:pt x="5506272" y="1142001"/>
                  </a:lnTo>
                  <a:lnTo>
                    <a:pt x="5521732" y="1142343"/>
                  </a:lnTo>
                  <a:lnTo>
                    <a:pt x="5526983" y="1142449"/>
                  </a:lnTo>
                  <a:lnTo>
                    <a:pt x="5527445" y="1142458"/>
                  </a:lnTo>
                  <a:lnTo>
                    <a:pt x="6522385" y="1142458"/>
                  </a:lnTo>
                  <a:lnTo>
                    <a:pt x="6523522" y="1142462"/>
                  </a:lnTo>
                  <a:lnTo>
                    <a:pt x="6531019" y="1142489"/>
                  </a:lnTo>
                  <a:lnTo>
                    <a:pt x="6550019" y="1142563"/>
                  </a:lnTo>
                  <a:lnTo>
                    <a:pt x="6584236" y="1142711"/>
                  </a:lnTo>
                  <a:lnTo>
                    <a:pt x="6635742" y="1142955"/>
                  </a:lnTo>
                  <a:lnTo>
                    <a:pt x="6704805" y="1143315"/>
                  </a:lnTo>
                  <a:lnTo>
                    <a:pt x="6789954" y="1143806"/>
                  </a:lnTo>
                  <a:lnTo>
                    <a:pt x="6888298" y="1144438"/>
                  </a:lnTo>
                  <a:lnTo>
                    <a:pt x="6996058" y="1145213"/>
                  </a:lnTo>
                  <a:lnTo>
                    <a:pt x="7109156" y="1146131"/>
                  </a:lnTo>
                  <a:lnTo>
                    <a:pt x="7223755" y="1147188"/>
                  </a:lnTo>
                  <a:lnTo>
                    <a:pt x="7336619" y="1148384"/>
                  </a:lnTo>
                  <a:lnTo>
                    <a:pt x="7445301" y="1149715"/>
                  </a:lnTo>
                  <a:lnTo>
                    <a:pt x="7548162" y="1151186"/>
                  </a:lnTo>
                  <a:lnTo>
                    <a:pt x="7644288" y="1152803"/>
                  </a:lnTo>
                  <a:lnTo>
                    <a:pt x="7733349" y="1154578"/>
                  </a:lnTo>
                  <a:lnTo>
                    <a:pt x="7815460" y="1156525"/>
                  </a:lnTo>
                  <a:lnTo>
                    <a:pt x="7891038" y="1158666"/>
                  </a:lnTo>
                  <a:lnTo>
                    <a:pt x="7960697" y="1161023"/>
                  </a:lnTo>
                  <a:lnTo>
                    <a:pt x="8025164" y="1163623"/>
                  </a:lnTo>
                  <a:lnTo>
                    <a:pt x="8085214" y="1166493"/>
                  </a:lnTo>
                  <a:lnTo>
                    <a:pt x="8141622" y="1169659"/>
                  </a:lnTo>
                  <a:lnTo>
                    <a:pt x="8195125" y="1173140"/>
                  </a:lnTo>
                  <a:lnTo>
                    <a:pt x="8229629" y="1175648"/>
                  </a:lnTo>
                  <a:lnTo>
                    <a:pt x="8291072" y="1180641"/>
                  </a:lnTo>
                  <a:lnTo>
                    <a:pt x="8350602" y="1186134"/>
                  </a:lnTo>
                  <a:lnTo>
                    <a:pt x="8408930" y="1192135"/>
                  </a:lnTo>
                  <a:lnTo>
                    <a:pt x="8466579" y="1198634"/>
                  </a:lnTo>
                  <a:lnTo>
                    <a:pt x="8523917" y="1205605"/>
                  </a:lnTo>
                  <a:lnTo>
                    <a:pt x="8581187" y="1213000"/>
                  </a:lnTo>
                  <a:lnTo>
                    <a:pt x="8638523" y="1220754"/>
                  </a:lnTo>
                  <a:lnTo>
                    <a:pt x="8695974" y="1228783"/>
                  </a:lnTo>
                  <a:lnTo>
                    <a:pt x="8753526" y="1236987"/>
                  </a:lnTo>
                  <a:lnTo>
                    <a:pt x="8811122" y="1245260"/>
                  </a:lnTo>
                  <a:lnTo>
                    <a:pt x="8868689" y="1253489"/>
                  </a:lnTo>
                  <a:lnTo>
                    <a:pt x="8926166" y="1261565"/>
                  </a:lnTo>
                  <a:lnTo>
                    <a:pt x="8983526" y="1269387"/>
                  </a:lnTo>
                  <a:lnTo>
                    <a:pt x="9040801" y="1276868"/>
                  </a:lnTo>
                  <a:lnTo>
                    <a:pt x="9098108" y="1283936"/>
                  </a:lnTo>
                  <a:lnTo>
                    <a:pt x="9155662" y="1290542"/>
                  </a:lnTo>
                  <a:lnTo>
                    <a:pt x="9213802" y="1296653"/>
                  </a:lnTo>
                  <a:lnTo>
                    <a:pt x="9273015" y="1302257"/>
                  </a:lnTo>
                  <a:lnTo>
                    <a:pt x="9333966" y="1307358"/>
                  </a:lnTo>
                  <a:lnTo>
                    <a:pt x="9347647" y="1308411"/>
                  </a:lnTo>
                  <a:lnTo>
                    <a:pt x="9399578" y="1312107"/>
                  </a:lnTo>
                  <a:lnTo>
                    <a:pt x="9453965" y="1315482"/>
                  </a:lnTo>
                  <a:lnTo>
                    <a:pt x="9511494" y="1318548"/>
                  </a:lnTo>
                  <a:lnTo>
                    <a:pt x="9572918" y="1321325"/>
                  </a:lnTo>
                  <a:lnTo>
                    <a:pt x="9639019" y="1323842"/>
                  </a:lnTo>
                  <a:lnTo>
                    <a:pt x="9710561" y="1326125"/>
                  </a:lnTo>
                  <a:lnTo>
                    <a:pt x="9788240" y="1328199"/>
                  </a:lnTo>
                  <a:lnTo>
                    <a:pt x="9872617" y="1330087"/>
                  </a:lnTo>
                  <a:lnTo>
                    <a:pt x="9964023" y="1331808"/>
                  </a:lnTo>
                  <a:lnTo>
                    <a:pt x="10062439" y="1333376"/>
                  </a:lnTo>
                  <a:lnTo>
                    <a:pt x="10167361" y="1334800"/>
                  </a:lnTo>
                  <a:lnTo>
                    <a:pt x="10277648" y="1336087"/>
                  </a:lnTo>
                  <a:lnTo>
                    <a:pt x="10391397" y="1337236"/>
                  </a:lnTo>
                  <a:lnTo>
                    <a:pt x="10505892" y="1338248"/>
                  </a:lnTo>
                  <a:lnTo>
                    <a:pt x="10617670" y="1339119"/>
                  </a:lnTo>
                  <a:lnTo>
                    <a:pt x="10722762" y="1339847"/>
                  </a:lnTo>
                  <a:lnTo>
                    <a:pt x="10817127" y="1340431"/>
                  </a:lnTo>
                  <a:lnTo>
                    <a:pt x="10897212" y="1340878"/>
                  </a:lnTo>
                  <a:lnTo>
                    <a:pt x="10960547" y="1341198"/>
                  </a:lnTo>
                  <a:lnTo>
                    <a:pt x="11006212" y="1341407"/>
                  </a:lnTo>
                  <a:lnTo>
                    <a:pt x="11035079" y="1341528"/>
                  </a:lnTo>
                  <a:lnTo>
                    <a:pt x="11049787" y="1341584"/>
                  </a:lnTo>
                  <a:lnTo>
                    <a:pt x="11054545" y="1341601"/>
                  </a:lnTo>
                  <a:lnTo>
                    <a:pt x="11054891" y="1341602"/>
                  </a:lnTo>
                  <a:lnTo>
                    <a:pt x="12049831" y="1341602"/>
                  </a:lnTo>
                  <a:lnTo>
                    <a:pt x="12049831" y="13416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9" name="pl1228"/>
            <p:cNvSpPr/>
            <p:nvPr/>
          </p:nvSpPr>
          <p:spPr>
            <a:xfrm>
              <a:off x="1199187" y="5009881"/>
              <a:ext cx="12049831" cy="1341602"/>
            </a:xfrm>
            <a:custGeom>
              <a:avLst/>
              <a:pathLst>
                <a:path w="12049831" h="1341602">
                  <a:moveTo>
                    <a:pt x="12049831" y="1341602"/>
                  </a:moveTo>
                  <a:lnTo>
                    <a:pt x="11054891" y="1341602"/>
                  </a:lnTo>
                  <a:lnTo>
                    <a:pt x="11053755" y="1341598"/>
                  </a:lnTo>
                  <a:lnTo>
                    <a:pt x="11046257" y="1341571"/>
                  </a:lnTo>
                  <a:lnTo>
                    <a:pt x="11027258" y="1341496"/>
                  </a:lnTo>
                  <a:lnTo>
                    <a:pt x="10993040" y="1341349"/>
                  </a:lnTo>
                  <a:lnTo>
                    <a:pt x="10941534" y="1341105"/>
                  </a:lnTo>
                  <a:lnTo>
                    <a:pt x="10872472" y="1340745"/>
                  </a:lnTo>
                  <a:lnTo>
                    <a:pt x="10787323" y="1340253"/>
                  </a:lnTo>
                  <a:lnTo>
                    <a:pt x="10688978" y="1339622"/>
                  </a:lnTo>
                  <a:lnTo>
                    <a:pt x="10581219" y="1338847"/>
                  </a:lnTo>
                  <a:lnTo>
                    <a:pt x="10468120" y="1337929"/>
                  </a:lnTo>
                  <a:lnTo>
                    <a:pt x="10353522" y="1336871"/>
                  </a:lnTo>
                  <a:lnTo>
                    <a:pt x="10240658" y="1335676"/>
                  </a:lnTo>
                  <a:lnTo>
                    <a:pt x="10131976" y="1334344"/>
                  </a:lnTo>
                  <a:lnTo>
                    <a:pt x="10029114" y="1332873"/>
                  </a:lnTo>
                  <a:lnTo>
                    <a:pt x="9932989" y="1331256"/>
                  </a:lnTo>
                  <a:lnTo>
                    <a:pt x="9843927" y="1329482"/>
                  </a:lnTo>
                  <a:lnTo>
                    <a:pt x="9761816" y="1327534"/>
                  </a:lnTo>
                  <a:lnTo>
                    <a:pt x="9686239" y="1325394"/>
                  </a:lnTo>
                  <a:lnTo>
                    <a:pt x="9616579" y="1323036"/>
                  </a:lnTo>
                  <a:lnTo>
                    <a:pt x="9552112" y="1320436"/>
                  </a:lnTo>
                  <a:lnTo>
                    <a:pt x="9492063" y="1317566"/>
                  </a:lnTo>
                  <a:lnTo>
                    <a:pt x="9435655" y="1314401"/>
                  </a:lnTo>
                  <a:lnTo>
                    <a:pt x="9382152" y="1310920"/>
                  </a:lnTo>
                  <a:lnTo>
                    <a:pt x="9347647" y="1308411"/>
                  </a:lnTo>
                  <a:lnTo>
                    <a:pt x="9286205" y="1303418"/>
                  </a:lnTo>
                  <a:lnTo>
                    <a:pt x="9226675" y="1297925"/>
                  </a:lnTo>
                  <a:lnTo>
                    <a:pt x="9168346" y="1291925"/>
                  </a:lnTo>
                  <a:lnTo>
                    <a:pt x="9110698" y="1285426"/>
                  </a:lnTo>
                  <a:lnTo>
                    <a:pt x="9053360" y="1278455"/>
                  </a:lnTo>
                  <a:lnTo>
                    <a:pt x="8996090" y="1271059"/>
                  </a:lnTo>
                  <a:lnTo>
                    <a:pt x="8938754" y="1263305"/>
                  </a:lnTo>
                  <a:lnTo>
                    <a:pt x="8881302" y="1255277"/>
                  </a:lnTo>
                  <a:lnTo>
                    <a:pt x="8823750" y="1247072"/>
                  </a:lnTo>
                  <a:lnTo>
                    <a:pt x="8766155" y="1238799"/>
                  </a:lnTo>
                  <a:lnTo>
                    <a:pt x="8708588" y="1230570"/>
                  </a:lnTo>
                  <a:lnTo>
                    <a:pt x="8651111" y="1222494"/>
                  </a:lnTo>
                  <a:lnTo>
                    <a:pt x="8593751" y="1214673"/>
                  </a:lnTo>
                  <a:lnTo>
                    <a:pt x="8536475" y="1207192"/>
                  </a:lnTo>
                  <a:lnTo>
                    <a:pt x="8479168" y="1200123"/>
                  </a:lnTo>
                  <a:lnTo>
                    <a:pt x="8421615" y="1193518"/>
                  </a:lnTo>
                  <a:lnTo>
                    <a:pt x="8363475" y="1187407"/>
                  </a:lnTo>
                  <a:lnTo>
                    <a:pt x="8304262" y="1181803"/>
                  </a:lnTo>
                  <a:lnTo>
                    <a:pt x="8243310" y="1176701"/>
                  </a:lnTo>
                  <a:lnTo>
                    <a:pt x="8229629" y="1175648"/>
                  </a:lnTo>
                  <a:lnTo>
                    <a:pt x="8177698" y="1171952"/>
                  </a:lnTo>
                  <a:lnTo>
                    <a:pt x="8123312" y="1168577"/>
                  </a:lnTo>
                  <a:lnTo>
                    <a:pt x="8065783" y="1165512"/>
                  </a:lnTo>
                  <a:lnTo>
                    <a:pt x="8004358" y="1162734"/>
                  </a:lnTo>
                  <a:lnTo>
                    <a:pt x="7938257" y="1160217"/>
                  </a:lnTo>
                  <a:lnTo>
                    <a:pt x="7866716" y="1157935"/>
                  </a:lnTo>
                  <a:lnTo>
                    <a:pt x="7789037" y="1155861"/>
                  </a:lnTo>
                  <a:lnTo>
                    <a:pt x="7704659" y="1153972"/>
                  </a:lnTo>
                  <a:lnTo>
                    <a:pt x="7613254" y="1152251"/>
                  </a:lnTo>
                  <a:lnTo>
                    <a:pt x="7514837" y="1150684"/>
                  </a:lnTo>
                  <a:lnTo>
                    <a:pt x="7409915" y="1149259"/>
                  </a:lnTo>
                  <a:lnTo>
                    <a:pt x="7299629" y="1147973"/>
                  </a:lnTo>
                  <a:lnTo>
                    <a:pt x="7185880" y="1146823"/>
                  </a:lnTo>
                  <a:lnTo>
                    <a:pt x="7071384" y="1145811"/>
                  </a:lnTo>
                  <a:lnTo>
                    <a:pt x="6959607" y="1144940"/>
                  </a:lnTo>
                  <a:lnTo>
                    <a:pt x="6854514" y="1144213"/>
                  </a:lnTo>
                  <a:lnTo>
                    <a:pt x="6760149" y="1143628"/>
                  </a:lnTo>
                  <a:lnTo>
                    <a:pt x="6680064" y="1143182"/>
                  </a:lnTo>
                  <a:lnTo>
                    <a:pt x="6616730" y="1142862"/>
                  </a:lnTo>
                  <a:lnTo>
                    <a:pt x="6571065" y="1142653"/>
                  </a:lnTo>
                  <a:lnTo>
                    <a:pt x="6542198" y="1142532"/>
                  </a:lnTo>
                  <a:lnTo>
                    <a:pt x="6527490" y="1142476"/>
                  </a:lnTo>
                  <a:lnTo>
                    <a:pt x="6522732" y="1142459"/>
                  </a:lnTo>
                  <a:lnTo>
                    <a:pt x="6522385" y="1142458"/>
                  </a:lnTo>
                  <a:lnTo>
                    <a:pt x="5527445" y="1142458"/>
                  </a:lnTo>
                  <a:lnTo>
                    <a:pt x="5526319" y="1142436"/>
                  </a:lnTo>
                  <a:lnTo>
                    <a:pt x="5518886" y="1142282"/>
                  </a:lnTo>
                  <a:lnTo>
                    <a:pt x="5500046" y="1141857"/>
                  </a:lnTo>
                  <a:lnTo>
                    <a:pt x="5466104" y="1141018"/>
                  </a:lnTo>
                  <a:lnTo>
                    <a:pt x="5414990" y="1139633"/>
                  </a:lnTo>
                  <a:lnTo>
                    <a:pt x="5346414" y="1137585"/>
                  </a:lnTo>
                  <a:lnTo>
                    <a:pt x="5261808" y="1134789"/>
                  </a:lnTo>
                  <a:lnTo>
                    <a:pt x="5164012" y="1131195"/>
                  </a:lnTo>
                  <a:lnTo>
                    <a:pt x="5056762" y="1126783"/>
                  </a:lnTo>
                  <a:lnTo>
                    <a:pt x="4944098" y="1121556"/>
                  </a:lnTo>
                  <a:lnTo>
                    <a:pt x="4829836" y="1115530"/>
                  </a:lnTo>
                  <a:lnTo>
                    <a:pt x="4717204" y="1108722"/>
                  </a:lnTo>
                  <a:lnTo>
                    <a:pt x="4608656" y="1101134"/>
                  </a:lnTo>
                  <a:lnTo>
                    <a:pt x="4505846" y="1092753"/>
                  </a:lnTo>
                  <a:lnTo>
                    <a:pt x="4409706" y="1083542"/>
                  </a:lnTo>
                  <a:lnTo>
                    <a:pt x="4320584" y="1073436"/>
                  </a:lnTo>
                  <a:lnTo>
                    <a:pt x="4238384" y="1062348"/>
                  </a:lnTo>
                  <a:lnTo>
                    <a:pt x="4162706" y="1050166"/>
                  </a:lnTo>
                  <a:lnTo>
                    <a:pt x="4092947" y="1036756"/>
                  </a:lnTo>
                  <a:lnTo>
                    <a:pt x="4028392" y="1021970"/>
                  </a:lnTo>
                  <a:lnTo>
                    <a:pt x="3968274" y="1005653"/>
                  </a:lnTo>
                  <a:lnTo>
                    <a:pt x="3911824" y="987658"/>
                  </a:lnTo>
                  <a:lnTo>
                    <a:pt x="3858309" y="967873"/>
                  </a:lnTo>
                  <a:lnTo>
                    <a:pt x="3820202" y="952048"/>
                  </a:lnTo>
                  <a:lnTo>
                    <a:pt x="3764060" y="926031"/>
                  </a:lnTo>
                  <a:lnTo>
                    <a:pt x="3709568" y="897632"/>
                  </a:lnTo>
                  <a:lnTo>
                    <a:pt x="3656166" y="866810"/>
                  </a:lnTo>
                  <a:lnTo>
                    <a:pt x="3603428" y="833585"/>
                  </a:lnTo>
                  <a:lnTo>
                    <a:pt x="3551042" y="798052"/>
                  </a:lnTo>
                  <a:lnTo>
                    <a:pt x="3498788" y="760380"/>
                  </a:lnTo>
                  <a:lnTo>
                    <a:pt x="3446527" y="720817"/>
                  </a:lnTo>
                  <a:lnTo>
                    <a:pt x="3394186" y="679687"/>
                  </a:lnTo>
                  <a:lnTo>
                    <a:pt x="3341747" y="637379"/>
                  </a:lnTo>
                  <a:lnTo>
                    <a:pt x="3289232" y="594336"/>
                  </a:lnTo>
                  <a:lnTo>
                    <a:pt x="3236688" y="551032"/>
                  </a:lnTo>
                  <a:lnTo>
                    <a:pt x="3184170" y="507956"/>
                  </a:lnTo>
                  <a:lnTo>
                    <a:pt x="3131725" y="465585"/>
                  </a:lnTo>
                  <a:lnTo>
                    <a:pt x="3079378" y="424363"/>
                  </a:lnTo>
                  <a:lnTo>
                    <a:pt x="3027112" y="384684"/>
                  </a:lnTo>
                  <a:lnTo>
                    <a:pt x="2974861" y="346876"/>
                  </a:lnTo>
                  <a:lnTo>
                    <a:pt x="2922490" y="311192"/>
                  </a:lnTo>
                  <a:lnTo>
                    <a:pt x="2869785" y="277809"/>
                  </a:lnTo>
                  <a:lnTo>
                    <a:pt x="2816439" y="246823"/>
                  </a:lnTo>
                  <a:lnTo>
                    <a:pt x="2762036" y="218262"/>
                  </a:lnTo>
                  <a:lnTo>
                    <a:pt x="2706027" y="192087"/>
                  </a:lnTo>
                  <a:lnTo>
                    <a:pt x="2702183" y="190409"/>
                  </a:lnTo>
                  <a:lnTo>
                    <a:pt x="2650411" y="169266"/>
                  </a:lnTo>
                  <a:lnTo>
                    <a:pt x="2596200" y="149954"/>
                  </a:lnTo>
                  <a:lnTo>
                    <a:pt x="2538870" y="132408"/>
                  </a:lnTo>
                  <a:lnTo>
                    <a:pt x="2477674" y="116503"/>
                  </a:lnTo>
                  <a:lnTo>
                    <a:pt x="2411839" y="102090"/>
                  </a:lnTo>
                  <a:lnTo>
                    <a:pt x="2340606" y="89013"/>
                  </a:lnTo>
                  <a:lnTo>
                    <a:pt x="2263284" y="77127"/>
                  </a:lnTo>
                  <a:lnTo>
                    <a:pt x="2179314" y="66305"/>
                  </a:lnTo>
                  <a:lnTo>
                    <a:pt x="2088362" y="56439"/>
                  </a:lnTo>
                  <a:lnTo>
                    <a:pt x="1990434" y="47448"/>
                  </a:lnTo>
                  <a:lnTo>
                    <a:pt x="1886016" y="39275"/>
                  </a:lnTo>
                  <a:lnTo>
                    <a:pt x="1776216" y="31891"/>
                  </a:lnTo>
                  <a:lnTo>
                    <a:pt x="1662892" y="25285"/>
                  </a:lnTo>
                  <a:lnTo>
                    <a:pt x="1548706" y="19465"/>
                  </a:lnTo>
                  <a:lnTo>
                    <a:pt x="1437064" y="14449"/>
                  </a:lnTo>
                  <a:lnTo>
                    <a:pt x="1331886" y="10249"/>
                  </a:lnTo>
                  <a:lnTo>
                    <a:pt x="1237185" y="6866"/>
                  </a:lnTo>
                  <a:lnTo>
                    <a:pt x="1156520" y="4271"/>
                  </a:lnTo>
                  <a:lnTo>
                    <a:pt x="1092411" y="2405"/>
                  </a:lnTo>
                  <a:lnTo>
                    <a:pt x="1045861" y="1174"/>
                  </a:lnTo>
                  <a:lnTo>
                    <a:pt x="1016113" y="456"/>
                  </a:lnTo>
                  <a:lnTo>
                    <a:pt x="1000653" y="115"/>
                  </a:lnTo>
                  <a:lnTo>
                    <a:pt x="995402" y="8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0" name="pg1229"/>
            <p:cNvSpPr/>
            <p:nvPr/>
          </p:nvSpPr>
          <p:spPr>
            <a:xfrm>
              <a:off x="1199187" y="1996517"/>
              <a:ext cx="12049831" cy="2819461"/>
            </a:xfrm>
            <a:custGeom>
              <a:avLst/>
              <a:pathLst>
                <a:path w="12049831" h="2819461">
                  <a:moveTo>
                    <a:pt x="0" y="2819461"/>
                  </a:moveTo>
                  <a:lnTo>
                    <a:pt x="994940" y="2819461"/>
                  </a:lnTo>
                  <a:lnTo>
                    <a:pt x="996058" y="2819432"/>
                  </a:lnTo>
                  <a:lnTo>
                    <a:pt x="1003438" y="2819226"/>
                  </a:lnTo>
                  <a:lnTo>
                    <a:pt x="1022148" y="2818659"/>
                  </a:lnTo>
                  <a:lnTo>
                    <a:pt x="1055865" y="2817540"/>
                  </a:lnTo>
                  <a:lnTo>
                    <a:pt x="1106658" y="2815692"/>
                  </a:lnTo>
                  <a:lnTo>
                    <a:pt x="1174836" y="2812959"/>
                  </a:lnTo>
                  <a:lnTo>
                    <a:pt x="1258998" y="2809228"/>
                  </a:lnTo>
                  <a:lnTo>
                    <a:pt x="1356343" y="2804429"/>
                  </a:lnTo>
                  <a:lnTo>
                    <a:pt x="1463173" y="2798536"/>
                  </a:lnTo>
                  <a:lnTo>
                    <a:pt x="1575480" y="2791554"/>
                  </a:lnTo>
                  <a:lnTo>
                    <a:pt x="1689464" y="2783503"/>
                  </a:lnTo>
                  <a:lnTo>
                    <a:pt x="1801902" y="2774404"/>
                  </a:lnTo>
                  <a:lnTo>
                    <a:pt x="1910337" y="2764263"/>
                  </a:lnTo>
                  <a:lnTo>
                    <a:pt x="2013103" y="2753063"/>
                  </a:lnTo>
                  <a:lnTo>
                    <a:pt x="2109253" y="2740753"/>
                  </a:lnTo>
                  <a:lnTo>
                    <a:pt x="2198424" y="2727252"/>
                  </a:lnTo>
                  <a:lnTo>
                    <a:pt x="2280695" y="2712442"/>
                  </a:lnTo>
                  <a:lnTo>
                    <a:pt x="2356456" y="2696176"/>
                  </a:lnTo>
                  <a:lnTo>
                    <a:pt x="2426297" y="2678276"/>
                  </a:lnTo>
                  <a:lnTo>
                    <a:pt x="2490925" y="2658545"/>
                  </a:lnTo>
                  <a:lnTo>
                    <a:pt x="2551099" y="2636777"/>
                  </a:lnTo>
                  <a:lnTo>
                    <a:pt x="2607585" y="2612775"/>
                  </a:lnTo>
                  <a:lnTo>
                    <a:pt x="2661113" y="2586384"/>
                  </a:lnTo>
                  <a:lnTo>
                    <a:pt x="2702183" y="2563543"/>
                  </a:lnTo>
                  <a:lnTo>
                    <a:pt x="2755268" y="2530592"/>
                  </a:lnTo>
                  <a:lnTo>
                    <a:pt x="2806850" y="2494789"/>
                  </a:lnTo>
                  <a:lnTo>
                    <a:pt x="2857413" y="2456080"/>
                  </a:lnTo>
                  <a:lnTo>
                    <a:pt x="2907327" y="2414479"/>
                  </a:lnTo>
                  <a:lnTo>
                    <a:pt x="2956874" y="2370076"/>
                  </a:lnTo>
                  <a:lnTo>
                    <a:pt x="3006258" y="2323040"/>
                  </a:lnTo>
                  <a:lnTo>
                    <a:pt x="3055614" y="2273627"/>
                  </a:lnTo>
                  <a:lnTo>
                    <a:pt x="3105023" y="2222172"/>
                  </a:lnTo>
                  <a:lnTo>
                    <a:pt x="3154518" y="2169089"/>
                  </a:lnTo>
                  <a:lnTo>
                    <a:pt x="3204095" y="2114853"/>
                  </a:lnTo>
                  <a:lnTo>
                    <a:pt x="3253723" y="2059985"/>
                  </a:lnTo>
                  <a:lnTo>
                    <a:pt x="3303357" y="2005034"/>
                  </a:lnTo>
                  <a:lnTo>
                    <a:pt x="3352953" y="1950551"/>
                  </a:lnTo>
                  <a:lnTo>
                    <a:pt x="3402475" y="1897068"/>
                  </a:lnTo>
                  <a:lnTo>
                    <a:pt x="3451908" y="1845078"/>
                  </a:lnTo>
                  <a:lnTo>
                    <a:pt x="3501275" y="1795011"/>
                  </a:lnTo>
                  <a:lnTo>
                    <a:pt x="3550638" y="1747229"/>
                  </a:lnTo>
                  <a:lnTo>
                    <a:pt x="3600118" y="1702012"/>
                  </a:lnTo>
                  <a:lnTo>
                    <a:pt x="3649896" y="1659554"/>
                  </a:lnTo>
                  <a:lnTo>
                    <a:pt x="3700229" y="1619970"/>
                  </a:lnTo>
                  <a:lnTo>
                    <a:pt x="3751459" y="1583296"/>
                  </a:lnTo>
                  <a:lnTo>
                    <a:pt x="3804033" y="1549495"/>
                  </a:lnTo>
                  <a:lnTo>
                    <a:pt x="3820202" y="1539872"/>
                  </a:lnTo>
                  <a:lnTo>
                    <a:pt x="3871843" y="1511522"/>
                  </a:lnTo>
                  <a:lnTo>
                    <a:pt x="3925911" y="1485621"/>
                  </a:lnTo>
                  <a:lnTo>
                    <a:pt x="3983079" y="1462082"/>
                  </a:lnTo>
                  <a:lnTo>
                    <a:pt x="4044087" y="1440741"/>
                  </a:lnTo>
                  <a:lnTo>
                    <a:pt x="4109705" y="1421395"/>
                  </a:lnTo>
                  <a:lnTo>
                    <a:pt x="4180684" y="1403840"/>
                  </a:lnTo>
                  <a:lnTo>
                    <a:pt x="4257713" y="1387880"/>
                  </a:lnTo>
                  <a:lnTo>
                    <a:pt x="4341350" y="1373345"/>
                  </a:lnTo>
                  <a:lnTo>
                    <a:pt x="4431932" y="1360092"/>
                  </a:lnTo>
                  <a:lnTo>
                    <a:pt x="4529459" y="1348011"/>
                  </a:lnTo>
                  <a:lnTo>
                    <a:pt x="4633464" y="1337027"/>
                  </a:lnTo>
                  <a:lnTo>
                    <a:pt x="4742864" y="1327096"/>
                  </a:lnTo>
                  <a:lnTo>
                    <a:pt x="4855837" y="1318207"/>
                  </a:lnTo>
                  <a:lnTo>
                    <a:pt x="4969765" y="1310370"/>
                  </a:lnTo>
                  <a:lnTo>
                    <a:pt x="5081288" y="1303605"/>
                  </a:lnTo>
                  <a:lnTo>
                    <a:pt x="5186529" y="1297933"/>
                  </a:lnTo>
                  <a:lnTo>
                    <a:pt x="5281497" y="1293352"/>
                  </a:lnTo>
                  <a:lnTo>
                    <a:pt x="5362627" y="1289829"/>
                  </a:lnTo>
                  <a:lnTo>
                    <a:pt x="5427365" y="1287285"/>
                  </a:lnTo>
                  <a:lnTo>
                    <a:pt x="5474638" y="1285597"/>
                  </a:lnTo>
                  <a:lnTo>
                    <a:pt x="5505113" y="1284604"/>
                  </a:lnTo>
                  <a:lnTo>
                    <a:pt x="5521200" y="1284125"/>
                  </a:lnTo>
                  <a:lnTo>
                    <a:pt x="5526870" y="1283970"/>
                  </a:lnTo>
                  <a:lnTo>
                    <a:pt x="5527445" y="1283955"/>
                  </a:lnTo>
                  <a:lnTo>
                    <a:pt x="6522385" y="1283955"/>
                  </a:lnTo>
                  <a:lnTo>
                    <a:pt x="6523509" y="1283931"/>
                  </a:lnTo>
                  <a:lnTo>
                    <a:pt x="6530925" y="1283759"/>
                  </a:lnTo>
                  <a:lnTo>
                    <a:pt x="6549725" y="1283284"/>
                  </a:lnTo>
                  <a:lnTo>
                    <a:pt x="6583596" y="1282347"/>
                  </a:lnTo>
                  <a:lnTo>
                    <a:pt x="6634609" y="1280800"/>
                  </a:lnTo>
                  <a:lnTo>
                    <a:pt x="6703059" y="1278513"/>
                  </a:lnTo>
                  <a:lnTo>
                    <a:pt x="6787526" y="1275391"/>
                  </a:lnTo>
                  <a:lnTo>
                    <a:pt x="6885179" y="1271377"/>
                  </a:lnTo>
                  <a:lnTo>
                    <a:pt x="6992297" y="1266448"/>
                  </a:lnTo>
                  <a:lnTo>
                    <a:pt x="7104849" y="1260609"/>
                  </a:lnTo>
                  <a:lnTo>
                    <a:pt x="7219024" y="1253877"/>
                  </a:lnTo>
                  <a:lnTo>
                    <a:pt x="7331595" y="1246270"/>
                  </a:lnTo>
                  <a:lnTo>
                    <a:pt x="7440108" y="1237793"/>
                  </a:lnTo>
                  <a:lnTo>
                    <a:pt x="7542904" y="1228429"/>
                  </a:lnTo>
                  <a:lnTo>
                    <a:pt x="7639047" y="1218137"/>
                  </a:lnTo>
                  <a:lnTo>
                    <a:pt x="7728185" y="1206848"/>
                  </a:lnTo>
                  <a:lnTo>
                    <a:pt x="7810407" y="1194462"/>
                  </a:lnTo>
                  <a:lnTo>
                    <a:pt x="7886112" y="1180855"/>
                  </a:lnTo>
                  <a:lnTo>
                    <a:pt x="7955897" y="1165878"/>
                  </a:lnTo>
                  <a:lnTo>
                    <a:pt x="8020475" y="1149366"/>
                  </a:lnTo>
                  <a:lnTo>
                    <a:pt x="8080610" y="1131145"/>
                  </a:lnTo>
                  <a:lnTo>
                    <a:pt x="8137071" y="1111053"/>
                  </a:lnTo>
                  <a:lnTo>
                    <a:pt x="8190590" y="1088961"/>
                  </a:lnTo>
                  <a:lnTo>
                    <a:pt x="8229629" y="1070836"/>
                  </a:lnTo>
                  <a:lnTo>
                    <a:pt x="8284717" y="1042296"/>
                  </a:lnTo>
                  <a:lnTo>
                    <a:pt x="8338206" y="1011192"/>
                  </a:lnTo>
                  <a:lnTo>
                    <a:pt x="8390629" y="977479"/>
                  </a:lnTo>
                  <a:lnTo>
                    <a:pt x="8442393" y="941176"/>
                  </a:lnTo>
                  <a:lnTo>
                    <a:pt x="8493799" y="902375"/>
                  </a:lnTo>
                  <a:lnTo>
                    <a:pt x="8545061" y="861249"/>
                  </a:lnTo>
                  <a:lnTo>
                    <a:pt x="8596319" y="818052"/>
                  </a:lnTo>
                  <a:lnTo>
                    <a:pt x="8647648" y="773116"/>
                  </a:lnTo>
                  <a:lnTo>
                    <a:pt x="8699071" y="726844"/>
                  </a:lnTo>
                  <a:lnTo>
                    <a:pt x="8750573" y="679694"/>
                  </a:lnTo>
                  <a:lnTo>
                    <a:pt x="8802113" y="632164"/>
                  </a:lnTo>
                  <a:lnTo>
                    <a:pt x="8853639" y="584769"/>
                  </a:lnTo>
                  <a:lnTo>
                    <a:pt x="8905104" y="538018"/>
                  </a:lnTo>
                  <a:lnTo>
                    <a:pt x="8956477" y="492390"/>
                  </a:lnTo>
                  <a:lnTo>
                    <a:pt x="9007763" y="448318"/>
                  </a:lnTo>
                  <a:lnTo>
                    <a:pt x="9059010" y="406167"/>
                  </a:lnTo>
                  <a:lnTo>
                    <a:pt x="9110326" y="366230"/>
                  </a:lnTo>
                  <a:lnTo>
                    <a:pt x="9161887" y="328719"/>
                  </a:lnTo>
                  <a:lnTo>
                    <a:pt x="9213952" y="293763"/>
                  </a:lnTo>
                  <a:lnTo>
                    <a:pt x="9266874" y="261416"/>
                  </a:lnTo>
                  <a:lnTo>
                    <a:pt x="9321124" y="231663"/>
                  </a:lnTo>
                  <a:lnTo>
                    <a:pt x="9347647" y="218359"/>
                  </a:lnTo>
                  <a:lnTo>
                    <a:pt x="9399378" y="194712"/>
                  </a:lnTo>
                  <a:lnTo>
                    <a:pt x="9453545" y="173111"/>
                  </a:lnTo>
                  <a:lnTo>
                    <a:pt x="9510824" y="153484"/>
                  </a:lnTo>
                  <a:lnTo>
                    <a:pt x="9571961" y="135692"/>
                  </a:lnTo>
                  <a:lnTo>
                    <a:pt x="9637727" y="119566"/>
                  </a:lnTo>
                  <a:lnTo>
                    <a:pt x="9708880" y="104935"/>
                  </a:lnTo>
                  <a:lnTo>
                    <a:pt x="9786109" y="91635"/>
                  </a:lnTo>
                  <a:lnTo>
                    <a:pt x="9869975" y="79525"/>
                  </a:lnTo>
                  <a:lnTo>
                    <a:pt x="9960810" y="68484"/>
                  </a:lnTo>
                  <a:lnTo>
                    <a:pt x="10058612" y="58422"/>
                  </a:lnTo>
                  <a:lnTo>
                    <a:pt x="10162900" y="49275"/>
                  </a:lnTo>
                  <a:lnTo>
                    <a:pt x="10272574" y="41008"/>
                  </a:lnTo>
                  <a:lnTo>
                    <a:pt x="10385788" y="33611"/>
                  </a:lnTo>
                  <a:lnTo>
                    <a:pt x="10499893" y="27094"/>
                  </a:lnTo>
                  <a:lnTo>
                    <a:pt x="10611498" y="21473"/>
                  </a:lnTo>
                  <a:lnTo>
                    <a:pt x="10716697" y="16765"/>
                  </a:lnTo>
                  <a:lnTo>
                    <a:pt x="10811483" y="12970"/>
                  </a:lnTo>
                  <a:lnTo>
                    <a:pt x="10892295" y="10056"/>
                  </a:lnTo>
                  <a:lnTo>
                    <a:pt x="10956603" y="7958"/>
                  </a:lnTo>
                  <a:lnTo>
                    <a:pt x="11003381" y="6571"/>
                  </a:lnTo>
                  <a:lnTo>
                    <a:pt x="11033357" y="5760"/>
                  </a:lnTo>
                  <a:lnTo>
                    <a:pt x="11049014" y="5373"/>
                  </a:lnTo>
                  <a:lnTo>
                    <a:pt x="11054395" y="525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7" y="24"/>
                  </a:lnTo>
                  <a:lnTo>
                    <a:pt x="11046351" y="196"/>
                  </a:lnTo>
                  <a:lnTo>
                    <a:pt x="11027552" y="671"/>
                  </a:lnTo>
                  <a:lnTo>
                    <a:pt x="10993680" y="1607"/>
                  </a:lnTo>
                  <a:lnTo>
                    <a:pt x="10942668" y="3154"/>
                  </a:lnTo>
                  <a:lnTo>
                    <a:pt x="10874217" y="5441"/>
                  </a:lnTo>
                  <a:lnTo>
                    <a:pt x="10789751" y="8563"/>
                  </a:lnTo>
                  <a:lnTo>
                    <a:pt x="10692097" y="12578"/>
                  </a:lnTo>
                  <a:lnTo>
                    <a:pt x="10584979" y="17506"/>
                  </a:lnTo>
                  <a:lnTo>
                    <a:pt x="10472427" y="23346"/>
                  </a:lnTo>
                  <a:lnTo>
                    <a:pt x="10358252" y="30077"/>
                  </a:lnTo>
                  <a:lnTo>
                    <a:pt x="10245681" y="37684"/>
                  </a:lnTo>
                  <a:lnTo>
                    <a:pt x="10137169" y="46161"/>
                  </a:lnTo>
                  <a:lnTo>
                    <a:pt x="10034372" y="55525"/>
                  </a:lnTo>
                  <a:lnTo>
                    <a:pt x="9938229" y="65817"/>
                  </a:lnTo>
                  <a:lnTo>
                    <a:pt x="9849091" y="77107"/>
                  </a:lnTo>
                  <a:lnTo>
                    <a:pt x="9766869" y="89493"/>
                  </a:lnTo>
                  <a:lnTo>
                    <a:pt x="9691165" y="103100"/>
                  </a:lnTo>
                  <a:lnTo>
                    <a:pt x="9621380" y="118076"/>
                  </a:lnTo>
                  <a:lnTo>
                    <a:pt x="9556802" y="134588"/>
                  </a:lnTo>
                  <a:lnTo>
                    <a:pt x="9496667" y="152809"/>
                  </a:lnTo>
                  <a:lnTo>
                    <a:pt x="9440206" y="172902"/>
                  </a:lnTo>
                  <a:lnTo>
                    <a:pt x="9386686" y="194994"/>
                  </a:lnTo>
                  <a:lnTo>
                    <a:pt x="9347647" y="213119"/>
                  </a:lnTo>
                  <a:lnTo>
                    <a:pt x="9292560" y="241659"/>
                  </a:lnTo>
                  <a:lnTo>
                    <a:pt x="9239071" y="272762"/>
                  </a:lnTo>
                  <a:lnTo>
                    <a:pt x="9186648" y="306475"/>
                  </a:lnTo>
                  <a:lnTo>
                    <a:pt x="9134884" y="342778"/>
                  </a:lnTo>
                  <a:lnTo>
                    <a:pt x="9083478" y="381579"/>
                  </a:lnTo>
                  <a:lnTo>
                    <a:pt x="9032215" y="422705"/>
                  </a:lnTo>
                  <a:lnTo>
                    <a:pt x="8980957" y="465902"/>
                  </a:lnTo>
                  <a:lnTo>
                    <a:pt x="8929629" y="510838"/>
                  </a:lnTo>
                  <a:lnTo>
                    <a:pt x="8878206" y="557111"/>
                  </a:lnTo>
                  <a:lnTo>
                    <a:pt x="8826704" y="604261"/>
                  </a:lnTo>
                  <a:lnTo>
                    <a:pt x="8775164" y="651790"/>
                  </a:lnTo>
                  <a:lnTo>
                    <a:pt x="8723637" y="699185"/>
                  </a:lnTo>
                  <a:lnTo>
                    <a:pt x="8672173" y="745936"/>
                  </a:lnTo>
                  <a:lnTo>
                    <a:pt x="8620799" y="791564"/>
                  </a:lnTo>
                  <a:lnTo>
                    <a:pt x="8569514" y="835637"/>
                  </a:lnTo>
                  <a:lnTo>
                    <a:pt x="8518266" y="877787"/>
                  </a:lnTo>
                  <a:lnTo>
                    <a:pt x="8466951" y="917724"/>
                  </a:lnTo>
                  <a:lnTo>
                    <a:pt x="8415389" y="955236"/>
                  </a:lnTo>
                  <a:lnTo>
                    <a:pt x="8363325" y="990192"/>
                  </a:lnTo>
                  <a:lnTo>
                    <a:pt x="8310402" y="1022538"/>
                  </a:lnTo>
                  <a:lnTo>
                    <a:pt x="8256153" y="1052292"/>
                  </a:lnTo>
                  <a:lnTo>
                    <a:pt x="8229629" y="1065595"/>
                  </a:lnTo>
                  <a:lnTo>
                    <a:pt x="8177898" y="1089243"/>
                  </a:lnTo>
                  <a:lnTo>
                    <a:pt x="8123732" y="1110844"/>
                  </a:lnTo>
                  <a:lnTo>
                    <a:pt x="8066453" y="1130471"/>
                  </a:lnTo>
                  <a:lnTo>
                    <a:pt x="8005316" y="1148263"/>
                  </a:lnTo>
                  <a:lnTo>
                    <a:pt x="7939549" y="1164388"/>
                  </a:lnTo>
                  <a:lnTo>
                    <a:pt x="7868397" y="1179020"/>
                  </a:lnTo>
                  <a:lnTo>
                    <a:pt x="7791167" y="1192319"/>
                  </a:lnTo>
                  <a:lnTo>
                    <a:pt x="7707302" y="1204430"/>
                  </a:lnTo>
                  <a:lnTo>
                    <a:pt x="7616466" y="1215470"/>
                  </a:lnTo>
                  <a:lnTo>
                    <a:pt x="7518664" y="1225533"/>
                  </a:lnTo>
                  <a:lnTo>
                    <a:pt x="7414376" y="1234680"/>
                  </a:lnTo>
                  <a:lnTo>
                    <a:pt x="7304702" y="1242946"/>
                  </a:lnTo>
                  <a:lnTo>
                    <a:pt x="7191488" y="1250343"/>
                  </a:lnTo>
                  <a:lnTo>
                    <a:pt x="7077383" y="1256861"/>
                  </a:lnTo>
                  <a:lnTo>
                    <a:pt x="6965779" y="1262481"/>
                  </a:lnTo>
                  <a:lnTo>
                    <a:pt x="6860579" y="1267189"/>
                  </a:lnTo>
                  <a:lnTo>
                    <a:pt x="6765793" y="1270985"/>
                  </a:lnTo>
                  <a:lnTo>
                    <a:pt x="6684981" y="1273898"/>
                  </a:lnTo>
                  <a:lnTo>
                    <a:pt x="6620674" y="1275996"/>
                  </a:lnTo>
                  <a:lnTo>
                    <a:pt x="6573896" y="1277383"/>
                  </a:lnTo>
                  <a:lnTo>
                    <a:pt x="6543919" y="1278194"/>
                  </a:lnTo>
                  <a:lnTo>
                    <a:pt x="6528263" y="1278581"/>
                  </a:lnTo>
                  <a:lnTo>
                    <a:pt x="6522882" y="1278704"/>
                  </a:lnTo>
                  <a:lnTo>
                    <a:pt x="6522385" y="1278714"/>
                  </a:lnTo>
                  <a:lnTo>
                    <a:pt x="5527445" y="1278714"/>
                  </a:lnTo>
                  <a:lnTo>
                    <a:pt x="5526327" y="1278743"/>
                  </a:lnTo>
                  <a:lnTo>
                    <a:pt x="5518947" y="1278948"/>
                  </a:lnTo>
                  <a:lnTo>
                    <a:pt x="5500237" y="1279516"/>
                  </a:lnTo>
                  <a:lnTo>
                    <a:pt x="5466520" y="1280635"/>
                  </a:lnTo>
                  <a:lnTo>
                    <a:pt x="5415727" y="1282483"/>
                  </a:lnTo>
                  <a:lnTo>
                    <a:pt x="5347549" y="1285216"/>
                  </a:lnTo>
                  <a:lnTo>
                    <a:pt x="5263387" y="1288947"/>
                  </a:lnTo>
                  <a:lnTo>
                    <a:pt x="5166042" y="1293746"/>
                  </a:lnTo>
                  <a:lnTo>
                    <a:pt x="5059212" y="1299639"/>
                  </a:lnTo>
                  <a:lnTo>
                    <a:pt x="4946905" y="1306621"/>
                  </a:lnTo>
                  <a:lnTo>
                    <a:pt x="4832921" y="1314672"/>
                  </a:lnTo>
                  <a:lnTo>
                    <a:pt x="4720483" y="1323771"/>
                  </a:lnTo>
                  <a:lnTo>
                    <a:pt x="4612048" y="1333912"/>
                  </a:lnTo>
                  <a:lnTo>
                    <a:pt x="4509282" y="1345112"/>
                  </a:lnTo>
                  <a:lnTo>
                    <a:pt x="4413132" y="1357422"/>
                  </a:lnTo>
                  <a:lnTo>
                    <a:pt x="4323961" y="1370923"/>
                  </a:lnTo>
                  <a:lnTo>
                    <a:pt x="4241690" y="1385733"/>
                  </a:lnTo>
                  <a:lnTo>
                    <a:pt x="4165929" y="1401999"/>
                  </a:lnTo>
                  <a:lnTo>
                    <a:pt x="4096088" y="1419899"/>
                  </a:lnTo>
                  <a:lnTo>
                    <a:pt x="4031460" y="1439629"/>
                  </a:lnTo>
                  <a:lnTo>
                    <a:pt x="3971286" y="1461398"/>
                  </a:lnTo>
                  <a:lnTo>
                    <a:pt x="3914800" y="1485400"/>
                  </a:lnTo>
                  <a:lnTo>
                    <a:pt x="3861272" y="1511791"/>
                  </a:lnTo>
                  <a:lnTo>
                    <a:pt x="3820202" y="1534632"/>
                  </a:lnTo>
                  <a:lnTo>
                    <a:pt x="3767117" y="1567583"/>
                  </a:lnTo>
                  <a:lnTo>
                    <a:pt x="3715535" y="1603386"/>
                  </a:lnTo>
                  <a:lnTo>
                    <a:pt x="3664972" y="1642095"/>
                  </a:lnTo>
                  <a:lnTo>
                    <a:pt x="3615058" y="1683696"/>
                  </a:lnTo>
                  <a:lnTo>
                    <a:pt x="3565511" y="1728099"/>
                  </a:lnTo>
                  <a:lnTo>
                    <a:pt x="3516127" y="1775135"/>
                  </a:lnTo>
                  <a:lnTo>
                    <a:pt x="3466771" y="1824548"/>
                  </a:lnTo>
                  <a:lnTo>
                    <a:pt x="3417362" y="1876002"/>
                  </a:lnTo>
                  <a:lnTo>
                    <a:pt x="3367867" y="1929085"/>
                  </a:lnTo>
                  <a:lnTo>
                    <a:pt x="3318290" y="1983322"/>
                  </a:lnTo>
                  <a:lnTo>
                    <a:pt x="3268662" y="2038190"/>
                  </a:lnTo>
                  <a:lnTo>
                    <a:pt x="3219028" y="2093141"/>
                  </a:lnTo>
                  <a:lnTo>
                    <a:pt x="3169432" y="2147624"/>
                  </a:lnTo>
                  <a:lnTo>
                    <a:pt x="3119910" y="2201106"/>
                  </a:lnTo>
                  <a:lnTo>
                    <a:pt x="3070477" y="2253097"/>
                  </a:lnTo>
                  <a:lnTo>
                    <a:pt x="3021110" y="2303164"/>
                  </a:lnTo>
                  <a:lnTo>
                    <a:pt x="2971747" y="2350946"/>
                  </a:lnTo>
                  <a:lnTo>
                    <a:pt x="2922267" y="2396163"/>
                  </a:lnTo>
                  <a:lnTo>
                    <a:pt x="2872489" y="2438620"/>
                  </a:lnTo>
                  <a:lnTo>
                    <a:pt x="2822156" y="2478204"/>
                  </a:lnTo>
                  <a:lnTo>
                    <a:pt x="2770926" y="2514879"/>
                  </a:lnTo>
                  <a:lnTo>
                    <a:pt x="2718352" y="2548680"/>
                  </a:lnTo>
                  <a:lnTo>
                    <a:pt x="2702183" y="2558302"/>
                  </a:lnTo>
                  <a:lnTo>
                    <a:pt x="2650542" y="2586653"/>
                  </a:lnTo>
                  <a:lnTo>
                    <a:pt x="2596474" y="2612554"/>
                  </a:lnTo>
                  <a:lnTo>
                    <a:pt x="2539306" y="2636092"/>
                  </a:lnTo>
                  <a:lnTo>
                    <a:pt x="2478297" y="2657434"/>
                  </a:lnTo>
                  <a:lnTo>
                    <a:pt x="2412680" y="2676780"/>
                  </a:lnTo>
                  <a:lnTo>
                    <a:pt x="2341701" y="2694335"/>
                  </a:lnTo>
                  <a:lnTo>
                    <a:pt x="2264672" y="2710295"/>
                  </a:lnTo>
                  <a:lnTo>
                    <a:pt x="2181035" y="2724830"/>
                  </a:lnTo>
                  <a:lnTo>
                    <a:pt x="2090453" y="2738083"/>
                  </a:lnTo>
                  <a:lnTo>
                    <a:pt x="1992926" y="2750164"/>
                  </a:lnTo>
                  <a:lnTo>
                    <a:pt x="1888921" y="2761148"/>
                  </a:lnTo>
                  <a:lnTo>
                    <a:pt x="1779521" y="2771079"/>
                  </a:lnTo>
                  <a:lnTo>
                    <a:pt x="1666548" y="2779968"/>
                  </a:lnTo>
                  <a:lnTo>
                    <a:pt x="1552620" y="2787805"/>
                  </a:lnTo>
                  <a:lnTo>
                    <a:pt x="1441097" y="2794570"/>
                  </a:lnTo>
                  <a:lnTo>
                    <a:pt x="1335856" y="2800242"/>
                  </a:lnTo>
                  <a:lnTo>
                    <a:pt x="1240888" y="2804823"/>
                  </a:lnTo>
                  <a:lnTo>
                    <a:pt x="1159758" y="2808346"/>
                  </a:lnTo>
                  <a:lnTo>
                    <a:pt x="1095020" y="2810890"/>
                  </a:lnTo>
                  <a:lnTo>
                    <a:pt x="1047747" y="2812578"/>
                  </a:lnTo>
                  <a:lnTo>
                    <a:pt x="1017272" y="2813571"/>
                  </a:lnTo>
                  <a:lnTo>
                    <a:pt x="1001185" y="2814050"/>
                  </a:lnTo>
                  <a:lnTo>
                    <a:pt x="995515" y="2814205"/>
                  </a:lnTo>
                  <a:lnTo>
                    <a:pt x="994940" y="2814220"/>
                  </a:lnTo>
                  <a:lnTo>
                    <a:pt x="0" y="2814220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31" name="pl1230"/>
            <p:cNvSpPr/>
            <p:nvPr/>
          </p:nvSpPr>
          <p:spPr>
            <a:xfrm>
              <a:off x="1199187" y="2001757"/>
              <a:ext cx="12049831" cy="2814220"/>
            </a:xfrm>
            <a:custGeom>
              <a:avLst/>
              <a:pathLst>
                <a:path w="12049831" h="2814220">
                  <a:moveTo>
                    <a:pt x="0" y="2814220"/>
                  </a:moveTo>
                  <a:lnTo>
                    <a:pt x="994940" y="2814220"/>
                  </a:lnTo>
                  <a:lnTo>
                    <a:pt x="996058" y="2814191"/>
                  </a:lnTo>
                  <a:lnTo>
                    <a:pt x="1003438" y="2813986"/>
                  </a:lnTo>
                  <a:lnTo>
                    <a:pt x="1022148" y="2813418"/>
                  </a:lnTo>
                  <a:lnTo>
                    <a:pt x="1055865" y="2812300"/>
                  </a:lnTo>
                  <a:lnTo>
                    <a:pt x="1106658" y="2810451"/>
                  </a:lnTo>
                  <a:lnTo>
                    <a:pt x="1174836" y="2807718"/>
                  </a:lnTo>
                  <a:lnTo>
                    <a:pt x="1258998" y="2803987"/>
                  </a:lnTo>
                  <a:lnTo>
                    <a:pt x="1356343" y="2799188"/>
                  </a:lnTo>
                  <a:lnTo>
                    <a:pt x="1463173" y="2793295"/>
                  </a:lnTo>
                  <a:lnTo>
                    <a:pt x="1575480" y="2786313"/>
                  </a:lnTo>
                  <a:lnTo>
                    <a:pt x="1689464" y="2778262"/>
                  </a:lnTo>
                  <a:lnTo>
                    <a:pt x="1801902" y="2769163"/>
                  </a:lnTo>
                  <a:lnTo>
                    <a:pt x="1910337" y="2759023"/>
                  </a:lnTo>
                  <a:lnTo>
                    <a:pt x="2013103" y="2747822"/>
                  </a:lnTo>
                  <a:lnTo>
                    <a:pt x="2109253" y="2735512"/>
                  </a:lnTo>
                  <a:lnTo>
                    <a:pt x="2198424" y="2722011"/>
                  </a:lnTo>
                  <a:lnTo>
                    <a:pt x="2280695" y="2707201"/>
                  </a:lnTo>
                  <a:lnTo>
                    <a:pt x="2356456" y="2690935"/>
                  </a:lnTo>
                  <a:lnTo>
                    <a:pt x="2426297" y="2673035"/>
                  </a:lnTo>
                  <a:lnTo>
                    <a:pt x="2490925" y="2653305"/>
                  </a:lnTo>
                  <a:lnTo>
                    <a:pt x="2551099" y="2631536"/>
                  </a:lnTo>
                  <a:lnTo>
                    <a:pt x="2607585" y="2607534"/>
                  </a:lnTo>
                  <a:lnTo>
                    <a:pt x="2661113" y="2581143"/>
                  </a:lnTo>
                  <a:lnTo>
                    <a:pt x="2702183" y="2558302"/>
                  </a:lnTo>
                  <a:lnTo>
                    <a:pt x="2755268" y="2525351"/>
                  </a:lnTo>
                  <a:lnTo>
                    <a:pt x="2806850" y="2489548"/>
                  </a:lnTo>
                  <a:lnTo>
                    <a:pt x="2857413" y="2450839"/>
                  </a:lnTo>
                  <a:lnTo>
                    <a:pt x="2907327" y="2409238"/>
                  </a:lnTo>
                  <a:lnTo>
                    <a:pt x="2956874" y="2364835"/>
                  </a:lnTo>
                  <a:lnTo>
                    <a:pt x="3006258" y="2317799"/>
                  </a:lnTo>
                  <a:lnTo>
                    <a:pt x="3055614" y="2268386"/>
                  </a:lnTo>
                  <a:lnTo>
                    <a:pt x="3105023" y="2216932"/>
                  </a:lnTo>
                  <a:lnTo>
                    <a:pt x="3154518" y="2163849"/>
                  </a:lnTo>
                  <a:lnTo>
                    <a:pt x="3204095" y="2109612"/>
                  </a:lnTo>
                  <a:lnTo>
                    <a:pt x="3253723" y="2054745"/>
                  </a:lnTo>
                  <a:lnTo>
                    <a:pt x="3303357" y="1999793"/>
                  </a:lnTo>
                  <a:lnTo>
                    <a:pt x="3352953" y="1945310"/>
                  </a:lnTo>
                  <a:lnTo>
                    <a:pt x="3402475" y="1891828"/>
                  </a:lnTo>
                  <a:lnTo>
                    <a:pt x="3451908" y="1839837"/>
                  </a:lnTo>
                  <a:lnTo>
                    <a:pt x="3501275" y="1789770"/>
                  </a:lnTo>
                  <a:lnTo>
                    <a:pt x="3550638" y="1741989"/>
                  </a:lnTo>
                  <a:lnTo>
                    <a:pt x="3600118" y="1696771"/>
                  </a:lnTo>
                  <a:lnTo>
                    <a:pt x="3649896" y="1654314"/>
                  </a:lnTo>
                  <a:lnTo>
                    <a:pt x="3700229" y="1614730"/>
                  </a:lnTo>
                  <a:lnTo>
                    <a:pt x="3751459" y="1578055"/>
                  </a:lnTo>
                  <a:lnTo>
                    <a:pt x="3804033" y="1544255"/>
                  </a:lnTo>
                  <a:lnTo>
                    <a:pt x="3820202" y="1534632"/>
                  </a:lnTo>
                  <a:lnTo>
                    <a:pt x="3871843" y="1506281"/>
                  </a:lnTo>
                  <a:lnTo>
                    <a:pt x="3925911" y="1480380"/>
                  </a:lnTo>
                  <a:lnTo>
                    <a:pt x="3983079" y="1456842"/>
                  </a:lnTo>
                  <a:lnTo>
                    <a:pt x="4044087" y="1435500"/>
                  </a:lnTo>
                  <a:lnTo>
                    <a:pt x="4109705" y="1416155"/>
                  </a:lnTo>
                  <a:lnTo>
                    <a:pt x="4180684" y="1398599"/>
                  </a:lnTo>
                  <a:lnTo>
                    <a:pt x="4257713" y="1382640"/>
                  </a:lnTo>
                  <a:lnTo>
                    <a:pt x="4341350" y="1368104"/>
                  </a:lnTo>
                  <a:lnTo>
                    <a:pt x="4431932" y="1354851"/>
                  </a:lnTo>
                  <a:lnTo>
                    <a:pt x="4529459" y="1342770"/>
                  </a:lnTo>
                  <a:lnTo>
                    <a:pt x="4633464" y="1331786"/>
                  </a:lnTo>
                  <a:lnTo>
                    <a:pt x="4742864" y="1321856"/>
                  </a:lnTo>
                  <a:lnTo>
                    <a:pt x="4855837" y="1312967"/>
                  </a:lnTo>
                  <a:lnTo>
                    <a:pt x="4969765" y="1305129"/>
                  </a:lnTo>
                  <a:lnTo>
                    <a:pt x="5081288" y="1298364"/>
                  </a:lnTo>
                  <a:lnTo>
                    <a:pt x="5186529" y="1292692"/>
                  </a:lnTo>
                  <a:lnTo>
                    <a:pt x="5281497" y="1288112"/>
                  </a:lnTo>
                  <a:lnTo>
                    <a:pt x="5362627" y="1284589"/>
                  </a:lnTo>
                  <a:lnTo>
                    <a:pt x="5427365" y="1282045"/>
                  </a:lnTo>
                  <a:lnTo>
                    <a:pt x="5474638" y="1280356"/>
                  </a:lnTo>
                  <a:lnTo>
                    <a:pt x="5505113" y="1279363"/>
                  </a:lnTo>
                  <a:lnTo>
                    <a:pt x="5521200" y="1278884"/>
                  </a:lnTo>
                  <a:lnTo>
                    <a:pt x="5526870" y="1278729"/>
                  </a:lnTo>
                  <a:lnTo>
                    <a:pt x="5527445" y="1278714"/>
                  </a:lnTo>
                  <a:lnTo>
                    <a:pt x="6522385" y="1278714"/>
                  </a:lnTo>
                  <a:lnTo>
                    <a:pt x="6523509" y="1278690"/>
                  </a:lnTo>
                  <a:lnTo>
                    <a:pt x="6530925" y="1278518"/>
                  </a:lnTo>
                  <a:lnTo>
                    <a:pt x="6549725" y="1278043"/>
                  </a:lnTo>
                  <a:lnTo>
                    <a:pt x="6583596" y="1277107"/>
                  </a:lnTo>
                  <a:lnTo>
                    <a:pt x="6634609" y="1275559"/>
                  </a:lnTo>
                  <a:lnTo>
                    <a:pt x="6703059" y="1273273"/>
                  </a:lnTo>
                  <a:lnTo>
                    <a:pt x="6787526" y="1270151"/>
                  </a:lnTo>
                  <a:lnTo>
                    <a:pt x="6885179" y="1266136"/>
                  </a:lnTo>
                  <a:lnTo>
                    <a:pt x="6992297" y="1261207"/>
                  </a:lnTo>
                  <a:lnTo>
                    <a:pt x="7104849" y="1255368"/>
                  </a:lnTo>
                  <a:lnTo>
                    <a:pt x="7219024" y="1248637"/>
                  </a:lnTo>
                  <a:lnTo>
                    <a:pt x="7331595" y="1241030"/>
                  </a:lnTo>
                  <a:lnTo>
                    <a:pt x="7440108" y="1232552"/>
                  </a:lnTo>
                  <a:lnTo>
                    <a:pt x="7542904" y="1223189"/>
                  </a:lnTo>
                  <a:lnTo>
                    <a:pt x="7639047" y="1212897"/>
                  </a:lnTo>
                  <a:lnTo>
                    <a:pt x="7728185" y="1201607"/>
                  </a:lnTo>
                  <a:lnTo>
                    <a:pt x="7810407" y="1189221"/>
                  </a:lnTo>
                  <a:lnTo>
                    <a:pt x="7886112" y="1175614"/>
                  </a:lnTo>
                  <a:lnTo>
                    <a:pt x="7955897" y="1160637"/>
                  </a:lnTo>
                  <a:lnTo>
                    <a:pt x="8020475" y="1144125"/>
                  </a:lnTo>
                  <a:lnTo>
                    <a:pt x="8080610" y="1125905"/>
                  </a:lnTo>
                  <a:lnTo>
                    <a:pt x="8137071" y="1105812"/>
                  </a:lnTo>
                  <a:lnTo>
                    <a:pt x="8190590" y="1083720"/>
                  </a:lnTo>
                  <a:lnTo>
                    <a:pt x="8229629" y="1065595"/>
                  </a:lnTo>
                  <a:lnTo>
                    <a:pt x="8284717" y="1037055"/>
                  </a:lnTo>
                  <a:lnTo>
                    <a:pt x="8338206" y="1005952"/>
                  </a:lnTo>
                  <a:lnTo>
                    <a:pt x="8390629" y="972239"/>
                  </a:lnTo>
                  <a:lnTo>
                    <a:pt x="8442393" y="935935"/>
                  </a:lnTo>
                  <a:lnTo>
                    <a:pt x="8493799" y="897134"/>
                  </a:lnTo>
                  <a:lnTo>
                    <a:pt x="8545061" y="856008"/>
                  </a:lnTo>
                  <a:lnTo>
                    <a:pt x="8596319" y="812812"/>
                  </a:lnTo>
                  <a:lnTo>
                    <a:pt x="8647648" y="767876"/>
                  </a:lnTo>
                  <a:lnTo>
                    <a:pt x="8699071" y="721603"/>
                  </a:lnTo>
                  <a:lnTo>
                    <a:pt x="8750573" y="674453"/>
                  </a:lnTo>
                  <a:lnTo>
                    <a:pt x="8802113" y="626923"/>
                  </a:lnTo>
                  <a:lnTo>
                    <a:pt x="8853639" y="579529"/>
                  </a:lnTo>
                  <a:lnTo>
                    <a:pt x="8905104" y="532777"/>
                  </a:lnTo>
                  <a:lnTo>
                    <a:pt x="8956477" y="487150"/>
                  </a:lnTo>
                  <a:lnTo>
                    <a:pt x="9007763" y="443077"/>
                  </a:lnTo>
                  <a:lnTo>
                    <a:pt x="9059010" y="400926"/>
                  </a:lnTo>
                  <a:lnTo>
                    <a:pt x="9110326" y="360989"/>
                  </a:lnTo>
                  <a:lnTo>
                    <a:pt x="9161887" y="323478"/>
                  </a:lnTo>
                  <a:lnTo>
                    <a:pt x="9213952" y="288522"/>
                  </a:lnTo>
                  <a:lnTo>
                    <a:pt x="9266874" y="256175"/>
                  </a:lnTo>
                  <a:lnTo>
                    <a:pt x="9321124" y="226422"/>
                  </a:lnTo>
                  <a:lnTo>
                    <a:pt x="9347647" y="213119"/>
                  </a:lnTo>
                  <a:lnTo>
                    <a:pt x="9399378" y="189471"/>
                  </a:lnTo>
                  <a:lnTo>
                    <a:pt x="9453545" y="167870"/>
                  </a:lnTo>
                  <a:lnTo>
                    <a:pt x="9510824" y="148243"/>
                  </a:lnTo>
                  <a:lnTo>
                    <a:pt x="9571961" y="130451"/>
                  </a:lnTo>
                  <a:lnTo>
                    <a:pt x="9637727" y="114325"/>
                  </a:lnTo>
                  <a:lnTo>
                    <a:pt x="9708880" y="99694"/>
                  </a:lnTo>
                  <a:lnTo>
                    <a:pt x="9786109" y="86395"/>
                  </a:lnTo>
                  <a:lnTo>
                    <a:pt x="9869975" y="74284"/>
                  </a:lnTo>
                  <a:lnTo>
                    <a:pt x="9960810" y="63243"/>
                  </a:lnTo>
                  <a:lnTo>
                    <a:pt x="10058612" y="53181"/>
                  </a:lnTo>
                  <a:lnTo>
                    <a:pt x="10162900" y="44034"/>
                  </a:lnTo>
                  <a:lnTo>
                    <a:pt x="10272574" y="35767"/>
                  </a:lnTo>
                  <a:lnTo>
                    <a:pt x="10385788" y="28371"/>
                  </a:lnTo>
                  <a:lnTo>
                    <a:pt x="10499893" y="21853"/>
                  </a:lnTo>
                  <a:lnTo>
                    <a:pt x="10611498" y="16232"/>
                  </a:lnTo>
                  <a:lnTo>
                    <a:pt x="10716697" y="11525"/>
                  </a:lnTo>
                  <a:lnTo>
                    <a:pt x="10811483" y="7729"/>
                  </a:lnTo>
                  <a:lnTo>
                    <a:pt x="10892295" y="4815"/>
                  </a:lnTo>
                  <a:lnTo>
                    <a:pt x="10956603" y="2717"/>
                  </a:lnTo>
                  <a:lnTo>
                    <a:pt x="11003381" y="1330"/>
                  </a:lnTo>
                  <a:lnTo>
                    <a:pt x="11033357" y="520"/>
                  </a:lnTo>
                  <a:lnTo>
                    <a:pt x="11049014" y="132"/>
                  </a:lnTo>
                  <a:lnTo>
                    <a:pt x="11054395" y="1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2" name="pl1231"/>
            <p:cNvSpPr/>
            <p:nvPr/>
          </p:nvSpPr>
          <p:spPr>
            <a:xfrm>
              <a:off x="1199187" y="1996517"/>
              <a:ext cx="12049831" cy="2814220"/>
            </a:xfrm>
            <a:custGeom>
              <a:avLst/>
              <a:pathLst>
                <a:path w="12049831" h="2814220">
                  <a:moveTo>
                    <a:pt x="12049831" y="0"/>
                  </a:moveTo>
                  <a:lnTo>
                    <a:pt x="11054891" y="0"/>
                  </a:lnTo>
                  <a:lnTo>
                    <a:pt x="11053767" y="24"/>
                  </a:lnTo>
                  <a:lnTo>
                    <a:pt x="11046351" y="196"/>
                  </a:lnTo>
                  <a:lnTo>
                    <a:pt x="11027552" y="671"/>
                  </a:lnTo>
                  <a:lnTo>
                    <a:pt x="10993680" y="1607"/>
                  </a:lnTo>
                  <a:lnTo>
                    <a:pt x="10942668" y="3154"/>
                  </a:lnTo>
                  <a:lnTo>
                    <a:pt x="10874217" y="5441"/>
                  </a:lnTo>
                  <a:lnTo>
                    <a:pt x="10789751" y="8563"/>
                  </a:lnTo>
                  <a:lnTo>
                    <a:pt x="10692097" y="12578"/>
                  </a:lnTo>
                  <a:lnTo>
                    <a:pt x="10584979" y="17506"/>
                  </a:lnTo>
                  <a:lnTo>
                    <a:pt x="10472427" y="23346"/>
                  </a:lnTo>
                  <a:lnTo>
                    <a:pt x="10358252" y="30077"/>
                  </a:lnTo>
                  <a:lnTo>
                    <a:pt x="10245681" y="37684"/>
                  </a:lnTo>
                  <a:lnTo>
                    <a:pt x="10137169" y="46161"/>
                  </a:lnTo>
                  <a:lnTo>
                    <a:pt x="10034372" y="55525"/>
                  </a:lnTo>
                  <a:lnTo>
                    <a:pt x="9938229" y="65817"/>
                  </a:lnTo>
                  <a:lnTo>
                    <a:pt x="9849091" y="77107"/>
                  </a:lnTo>
                  <a:lnTo>
                    <a:pt x="9766869" y="89493"/>
                  </a:lnTo>
                  <a:lnTo>
                    <a:pt x="9691165" y="103100"/>
                  </a:lnTo>
                  <a:lnTo>
                    <a:pt x="9621380" y="118076"/>
                  </a:lnTo>
                  <a:lnTo>
                    <a:pt x="9556802" y="134588"/>
                  </a:lnTo>
                  <a:lnTo>
                    <a:pt x="9496667" y="152809"/>
                  </a:lnTo>
                  <a:lnTo>
                    <a:pt x="9440206" y="172902"/>
                  </a:lnTo>
                  <a:lnTo>
                    <a:pt x="9386686" y="194994"/>
                  </a:lnTo>
                  <a:lnTo>
                    <a:pt x="9347647" y="213119"/>
                  </a:lnTo>
                  <a:lnTo>
                    <a:pt x="9292560" y="241659"/>
                  </a:lnTo>
                  <a:lnTo>
                    <a:pt x="9239071" y="272762"/>
                  </a:lnTo>
                  <a:lnTo>
                    <a:pt x="9186648" y="306475"/>
                  </a:lnTo>
                  <a:lnTo>
                    <a:pt x="9134884" y="342778"/>
                  </a:lnTo>
                  <a:lnTo>
                    <a:pt x="9083478" y="381579"/>
                  </a:lnTo>
                  <a:lnTo>
                    <a:pt x="9032215" y="422705"/>
                  </a:lnTo>
                  <a:lnTo>
                    <a:pt x="8980957" y="465902"/>
                  </a:lnTo>
                  <a:lnTo>
                    <a:pt x="8929629" y="510838"/>
                  </a:lnTo>
                  <a:lnTo>
                    <a:pt x="8878206" y="557111"/>
                  </a:lnTo>
                  <a:lnTo>
                    <a:pt x="8826704" y="604261"/>
                  </a:lnTo>
                  <a:lnTo>
                    <a:pt x="8775164" y="651790"/>
                  </a:lnTo>
                  <a:lnTo>
                    <a:pt x="8723637" y="699185"/>
                  </a:lnTo>
                  <a:lnTo>
                    <a:pt x="8672173" y="745936"/>
                  </a:lnTo>
                  <a:lnTo>
                    <a:pt x="8620799" y="791564"/>
                  </a:lnTo>
                  <a:lnTo>
                    <a:pt x="8569514" y="835637"/>
                  </a:lnTo>
                  <a:lnTo>
                    <a:pt x="8518266" y="877787"/>
                  </a:lnTo>
                  <a:lnTo>
                    <a:pt x="8466951" y="917724"/>
                  </a:lnTo>
                  <a:lnTo>
                    <a:pt x="8415389" y="955236"/>
                  </a:lnTo>
                  <a:lnTo>
                    <a:pt x="8363325" y="990192"/>
                  </a:lnTo>
                  <a:lnTo>
                    <a:pt x="8310402" y="1022538"/>
                  </a:lnTo>
                  <a:lnTo>
                    <a:pt x="8256153" y="1052292"/>
                  </a:lnTo>
                  <a:lnTo>
                    <a:pt x="8229629" y="1065595"/>
                  </a:lnTo>
                  <a:lnTo>
                    <a:pt x="8177898" y="1089243"/>
                  </a:lnTo>
                  <a:lnTo>
                    <a:pt x="8123732" y="1110844"/>
                  </a:lnTo>
                  <a:lnTo>
                    <a:pt x="8066453" y="1130471"/>
                  </a:lnTo>
                  <a:lnTo>
                    <a:pt x="8005316" y="1148263"/>
                  </a:lnTo>
                  <a:lnTo>
                    <a:pt x="7939549" y="1164388"/>
                  </a:lnTo>
                  <a:lnTo>
                    <a:pt x="7868397" y="1179020"/>
                  </a:lnTo>
                  <a:lnTo>
                    <a:pt x="7791167" y="1192319"/>
                  </a:lnTo>
                  <a:lnTo>
                    <a:pt x="7707302" y="1204430"/>
                  </a:lnTo>
                  <a:lnTo>
                    <a:pt x="7616466" y="1215470"/>
                  </a:lnTo>
                  <a:lnTo>
                    <a:pt x="7518664" y="1225533"/>
                  </a:lnTo>
                  <a:lnTo>
                    <a:pt x="7414376" y="1234680"/>
                  </a:lnTo>
                  <a:lnTo>
                    <a:pt x="7304702" y="1242946"/>
                  </a:lnTo>
                  <a:lnTo>
                    <a:pt x="7191488" y="1250343"/>
                  </a:lnTo>
                  <a:lnTo>
                    <a:pt x="7077383" y="1256861"/>
                  </a:lnTo>
                  <a:lnTo>
                    <a:pt x="6965779" y="1262481"/>
                  </a:lnTo>
                  <a:lnTo>
                    <a:pt x="6860579" y="1267189"/>
                  </a:lnTo>
                  <a:lnTo>
                    <a:pt x="6765793" y="1270985"/>
                  </a:lnTo>
                  <a:lnTo>
                    <a:pt x="6684981" y="1273898"/>
                  </a:lnTo>
                  <a:lnTo>
                    <a:pt x="6620674" y="1275996"/>
                  </a:lnTo>
                  <a:lnTo>
                    <a:pt x="6573896" y="1277383"/>
                  </a:lnTo>
                  <a:lnTo>
                    <a:pt x="6543919" y="1278194"/>
                  </a:lnTo>
                  <a:lnTo>
                    <a:pt x="6528263" y="1278581"/>
                  </a:lnTo>
                  <a:lnTo>
                    <a:pt x="6522882" y="1278704"/>
                  </a:lnTo>
                  <a:lnTo>
                    <a:pt x="6522385" y="1278714"/>
                  </a:lnTo>
                  <a:lnTo>
                    <a:pt x="5527445" y="1278714"/>
                  </a:lnTo>
                  <a:lnTo>
                    <a:pt x="5526327" y="1278743"/>
                  </a:lnTo>
                  <a:lnTo>
                    <a:pt x="5518947" y="1278948"/>
                  </a:lnTo>
                  <a:lnTo>
                    <a:pt x="5500237" y="1279516"/>
                  </a:lnTo>
                  <a:lnTo>
                    <a:pt x="5466520" y="1280635"/>
                  </a:lnTo>
                  <a:lnTo>
                    <a:pt x="5415727" y="1282483"/>
                  </a:lnTo>
                  <a:lnTo>
                    <a:pt x="5347549" y="1285216"/>
                  </a:lnTo>
                  <a:lnTo>
                    <a:pt x="5263387" y="1288947"/>
                  </a:lnTo>
                  <a:lnTo>
                    <a:pt x="5166042" y="1293746"/>
                  </a:lnTo>
                  <a:lnTo>
                    <a:pt x="5059212" y="1299639"/>
                  </a:lnTo>
                  <a:lnTo>
                    <a:pt x="4946905" y="1306621"/>
                  </a:lnTo>
                  <a:lnTo>
                    <a:pt x="4832921" y="1314672"/>
                  </a:lnTo>
                  <a:lnTo>
                    <a:pt x="4720483" y="1323771"/>
                  </a:lnTo>
                  <a:lnTo>
                    <a:pt x="4612048" y="1333912"/>
                  </a:lnTo>
                  <a:lnTo>
                    <a:pt x="4509282" y="1345112"/>
                  </a:lnTo>
                  <a:lnTo>
                    <a:pt x="4413132" y="1357422"/>
                  </a:lnTo>
                  <a:lnTo>
                    <a:pt x="4323961" y="1370923"/>
                  </a:lnTo>
                  <a:lnTo>
                    <a:pt x="4241690" y="1385733"/>
                  </a:lnTo>
                  <a:lnTo>
                    <a:pt x="4165929" y="1401999"/>
                  </a:lnTo>
                  <a:lnTo>
                    <a:pt x="4096088" y="1419899"/>
                  </a:lnTo>
                  <a:lnTo>
                    <a:pt x="4031460" y="1439629"/>
                  </a:lnTo>
                  <a:lnTo>
                    <a:pt x="3971286" y="1461398"/>
                  </a:lnTo>
                  <a:lnTo>
                    <a:pt x="3914800" y="1485400"/>
                  </a:lnTo>
                  <a:lnTo>
                    <a:pt x="3861272" y="1511791"/>
                  </a:lnTo>
                  <a:lnTo>
                    <a:pt x="3820202" y="1534632"/>
                  </a:lnTo>
                  <a:lnTo>
                    <a:pt x="3767117" y="1567583"/>
                  </a:lnTo>
                  <a:lnTo>
                    <a:pt x="3715535" y="1603386"/>
                  </a:lnTo>
                  <a:lnTo>
                    <a:pt x="3664972" y="1642095"/>
                  </a:lnTo>
                  <a:lnTo>
                    <a:pt x="3615058" y="1683696"/>
                  </a:lnTo>
                  <a:lnTo>
                    <a:pt x="3565511" y="1728099"/>
                  </a:lnTo>
                  <a:lnTo>
                    <a:pt x="3516127" y="1775135"/>
                  </a:lnTo>
                  <a:lnTo>
                    <a:pt x="3466771" y="1824548"/>
                  </a:lnTo>
                  <a:lnTo>
                    <a:pt x="3417362" y="1876002"/>
                  </a:lnTo>
                  <a:lnTo>
                    <a:pt x="3367867" y="1929085"/>
                  </a:lnTo>
                  <a:lnTo>
                    <a:pt x="3318290" y="1983322"/>
                  </a:lnTo>
                  <a:lnTo>
                    <a:pt x="3268662" y="2038190"/>
                  </a:lnTo>
                  <a:lnTo>
                    <a:pt x="3219028" y="2093141"/>
                  </a:lnTo>
                  <a:lnTo>
                    <a:pt x="3169432" y="2147624"/>
                  </a:lnTo>
                  <a:lnTo>
                    <a:pt x="3119910" y="2201106"/>
                  </a:lnTo>
                  <a:lnTo>
                    <a:pt x="3070477" y="2253097"/>
                  </a:lnTo>
                  <a:lnTo>
                    <a:pt x="3021110" y="2303164"/>
                  </a:lnTo>
                  <a:lnTo>
                    <a:pt x="2971747" y="2350946"/>
                  </a:lnTo>
                  <a:lnTo>
                    <a:pt x="2922267" y="2396163"/>
                  </a:lnTo>
                  <a:lnTo>
                    <a:pt x="2872489" y="2438620"/>
                  </a:lnTo>
                  <a:lnTo>
                    <a:pt x="2822156" y="2478204"/>
                  </a:lnTo>
                  <a:lnTo>
                    <a:pt x="2770926" y="2514879"/>
                  </a:lnTo>
                  <a:lnTo>
                    <a:pt x="2718352" y="2548680"/>
                  </a:lnTo>
                  <a:lnTo>
                    <a:pt x="2702183" y="2558302"/>
                  </a:lnTo>
                  <a:lnTo>
                    <a:pt x="2650542" y="2586653"/>
                  </a:lnTo>
                  <a:lnTo>
                    <a:pt x="2596474" y="2612554"/>
                  </a:lnTo>
                  <a:lnTo>
                    <a:pt x="2539306" y="2636092"/>
                  </a:lnTo>
                  <a:lnTo>
                    <a:pt x="2478297" y="2657434"/>
                  </a:lnTo>
                  <a:lnTo>
                    <a:pt x="2412680" y="2676780"/>
                  </a:lnTo>
                  <a:lnTo>
                    <a:pt x="2341701" y="2694335"/>
                  </a:lnTo>
                  <a:lnTo>
                    <a:pt x="2264672" y="2710295"/>
                  </a:lnTo>
                  <a:lnTo>
                    <a:pt x="2181035" y="2724830"/>
                  </a:lnTo>
                  <a:lnTo>
                    <a:pt x="2090453" y="2738083"/>
                  </a:lnTo>
                  <a:lnTo>
                    <a:pt x="1992926" y="2750164"/>
                  </a:lnTo>
                  <a:lnTo>
                    <a:pt x="1888921" y="2761148"/>
                  </a:lnTo>
                  <a:lnTo>
                    <a:pt x="1779521" y="2771079"/>
                  </a:lnTo>
                  <a:lnTo>
                    <a:pt x="1666548" y="2779968"/>
                  </a:lnTo>
                  <a:lnTo>
                    <a:pt x="1552620" y="2787805"/>
                  </a:lnTo>
                  <a:lnTo>
                    <a:pt x="1441097" y="2794570"/>
                  </a:lnTo>
                  <a:lnTo>
                    <a:pt x="1335856" y="2800242"/>
                  </a:lnTo>
                  <a:lnTo>
                    <a:pt x="1240888" y="2804823"/>
                  </a:lnTo>
                  <a:lnTo>
                    <a:pt x="1159758" y="2808346"/>
                  </a:lnTo>
                  <a:lnTo>
                    <a:pt x="1095020" y="2810890"/>
                  </a:lnTo>
                  <a:lnTo>
                    <a:pt x="1047747" y="2812578"/>
                  </a:lnTo>
                  <a:lnTo>
                    <a:pt x="1017272" y="2813571"/>
                  </a:lnTo>
                  <a:lnTo>
                    <a:pt x="1001185" y="2814050"/>
                  </a:lnTo>
                  <a:lnTo>
                    <a:pt x="995515" y="2814205"/>
                  </a:lnTo>
                  <a:lnTo>
                    <a:pt x="994940" y="2814220"/>
                  </a:lnTo>
                  <a:lnTo>
                    <a:pt x="0" y="2814220"/>
                  </a:lnTo>
                  <a:lnTo>
                    <a:pt x="0" y="28142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3" name="pg1232"/>
            <p:cNvSpPr/>
            <p:nvPr/>
          </p:nvSpPr>
          <p:spPr>
            <a:xfrm>
              <a:off x="1199187" y="3380044"/>
              <a:ext cx="12049831" cy="1441174"/>
            </a:xfrm>
            <a:custGeom>
              <a:avLst/>
              <a:pathLst>
                <a:path w="12049831" h="1441174">
                  <a:moveTo>
                    <a:pt x="0" y="1441174"/>
                  </a:moveTo>
                  <a:lnTo>
                    <a:pt x="994940" y="1441174"/>
                  </a:lnTo>
                  <a:lnTo>
                    <a:pt x="996060" y="1441147"/>
                  </a:lnTo>
                  <a:lnTo>
                    <a:pt x="1003455" y="1440954"/>
                  </a:lnTo>
                  <a:lnTo>
                    <a:pt x="1022202" y="1440423"/>
                  </a:lnTo>
                  <a:lnTo>
                    <a:pt x="1055982" y="1439374"/>
                  </a:lnTo>
                  <a:lnTo>
                    <a:pt x="1106864" y="1437642"/>
                  </a:lnTo>
                  <a:lnTo>
                    <a:pt x="1175153" y="1435081"/>
                  </a:lnTo>
                  <a:lnTo>
                    <a:pt x="1259440" y="1431585"/>
                  </a:lnTo>
                  <a:lnTo>
                    <a:pt x="1356910" y="1427089"/>
                  </a:lnTo>
                  <a:lnTo>
                    <a:pt x="1463858" y="1421569"/>
                  </a:lnTo>
                  <a:lnTo>
                    <a:pt x="1576266" y="1415028"/>
                  </a:lnTo>
                  <a:lnTo>
                    <a:pt x="1690328" y="1407487"/>
                  </a:lnTo>
                  <a:lnTo>
                    <a:pt x="1802820" y="1398964"/>
                  </a:lnTo>
                  <a:lnTo>
                    <a:pt x="1911287" y="1389466"/>
                  </a:lnTo>
                  <a:lnTo>
                    <a:pt x="2014066" y="1378975"/>
                  </a:lnTo>
                  <a:lnTo>
                    <a:pt x="2110213" y="1367445"/>
                  </a:lnTo>
                  <a:lnTo>
                    <a:pt x="2199370" y="1354798"/>
                  </a:lnTo>
                  <a:lnTo>
                    <a:pt x="2281621" y="1340925"/>
                  </a:lnTo>
                  <a:lnTo>
                    <a:pt x="2357359" y="1325685"/>
                  </a:lnTo>
                  <a:lnTo>
                    <a:pt x="2427178" y="1308914"/>
                  </a:lnTo>
                  <a:lnTo>
                    <a:pt x="2491785" y="1290426"/>
                  </a:lnTo>
                  <a:lnTo>
                    <a:pt x="2551943" y="1270027"/>
                  </a:lnTo>
                  <a:lnTo>
                    <a:pt x="2608419" y="1247533"/>
                  </a:lnTo>
                  <a:lnTo>
                    <a:pt x="2661943" y="1222801"/>
                  </a:lnTo>
                  <a:lnTo>
                    <a:pt x="2702183" y="1201852"/>
                  </a:lnTo>
                  <a:lnTo>
                    <a:pt x="2756043" y="1170560"/>
                  </a:lnTo>
                  <a:lnTo>
                    <a:pt x="2808364" y="1136520"/>
                  </a:lnTo>
                  <a:lnTo>
                    <a:pt x="2859646" y="1099682"/>
                  </a:lnTo>
                  <a:lnTo>
                    <a:pt x="2910276" y="1060061"/>
                  </a:lnTo>
                  <a:lnTo>
                    <a:pt x="2960542" y="1017748"/>
                  </a:lnTo>
                  <a:lnTo>
                    <a:pt x="3010652" y="972916"/>
                  </a:lnTo>
                  <a:lnTo>
                    <a:pt x="3060744" y="925819"/>
                  </a:lnTo>
                  <a:lnTo>
                    <a:pt x="3110895" y="876795"/>
                  </a:lnTo>
                  <a:lnTo>
                    <a:pt x="3161136" y="826254"/>
                  </a:lnTo>
                  <a:lnTo>
                    <a:pt x="3211458" y="774668"/>
                  </a:lnTo>
                  <a:lnTo>
                    <a:pt x="3261826" y="722550"/>
                  </a:lnTo>
                  <a:lnTo>
                    <a:pt x="3312194" y="670439"/>
                  </a:lnTo>
                  <a:lnTo>
                    <a:pt x="3362514" y="618873"/>
                  </a:lnTo>
                  <a:lnTo>
                    <a:pt x="3412753" y="568364"/>
                  </a:lnTo>
                  <a:lnTo>
                    <a:pt x="3462903" y="519384"/>
                  </a:lnTo>
                  <a:lnTo>
                    <a:pt x="3512993" y="472341"/>
                  </a:lnTo>
                  <a:lnTo>
                    <a:pt x="3563105" y="427569"/>
                  </a:lnTo>
                  <a:lnTo>
                    <a:pt x="3613378" y="385322"/>
                  </a:lnTo>
                  <a:lnTo>
                    <a:pt x="3664020" y="345770"/>
                  </a:lnTo>
                  <a:lnTo>
                    <a:pt x="3715324" y="309003"/>
                  </a:lnTo>
                  <a:lnTo>
                    <a:pt x="3767676" y="275033"/>
                  </a:lnTo>
                  <a:lnTo>
                    <a:pt x="3820202" y="244562"/>
                  </a:lnTo>
                  <a:lnTo>
                    <a:pt x="3871880" y="218033"/>
                  </a:lnTo>
                  <a:lnTo>
                    <a:pt x="3925988" y="193797"/>
                  </a:lnTo>
                  <a:lnTo>
                    <a:pt x="3983201" y="171773"/>
                  </a:lnTo>
                  <a:lnTo>
                    <a:pt x="4044262" y="151807"/>
                  </a:lnTo>
                  <a:lnTo>
                    <a:pt x="4109940" y="133709"/>
                  </a:lnTo>
                  <a:lnTo>
                    <a:pt x="4180990" y="117286"/>
                  </a:lnTo>
                  <a:lnTo>
                    <a:pt x="4258101" y="102357"/>
                  </a:lnTo>
                  <a:lnTo>
                    <a:pt x="4341831" y="88762"/>
                  </a:lnTo>
                  <a:lnTo>
                    <a:pt x="4432517" y="76366"/>
                  </a:lnTo>
                  <a:lnTo>
                    <a:pt x="4530156" y="65068"/>
                  </a:lnTo>
                  <a:lnTo>
                    <a:pt x="4634277" y="54796"/>
                  </a:lnTo>
                  <a:lnTo>
                    <a:pt x="4743788" y="45511"/>
                  </a:lnTo>
                  <a:lnTo>
                    <a:pt x="4856860" y="37201"/>
                  </a:lnTo>
                  <a:lnTo>
                    <a:pt x="4970860" y="29876"/>
                  </a:lnTo>
                  <a:lnTo>
                    <a:pt x="5082417" y="23556"/>
                  </a:lnTo>
                  <a:lnTo>
                    <a:pt x="5187642" y="18259"/>
                  </a:lnTo>
                  <a:lnTo>
                    <a:pt x="5282536" y="13984"/>
                  </a:lnTo>
                  <a:lnTo>
                    <a:pt x="5363537" y="10699"/>
                  </a:lnTo>
                  <a:lnTo>
                    <a:pt x="5428099" y="8329"/>
                  </a:lnTo>
                  <a:lnTo>
                    <a:pt x="5475170" y="6759"/>
                  </a:lnTo>
                  <a:lnTo>
                    <a:pt x="5505442" y="5838"/>
                  </a:lnTo>
                  <a:lnTo>
                    <a:pt x="5521352" y="5395"/>
                  </a:lnTo>
                  <a:lnTo>
                    <a:pt x="5526903" y="525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2" y="5261"/>
                  </a:lnTo>
                  <a:lnTo>
                    <a:pt x="6530950" y="5409"/>
                  </a:lnTo>
                  <a:lnTo>
                    <a:pt x="6549802" y="5819"/>
                  </a:lnTo>
                  <a:lnTo>
                    <a:pt x="6583765" y="6628"/>
                  </a:lnTo>
                  <a:lnTo>
                    <a:pt x="6634907" y="7963"/>
                  </a:lnTo>
                  <a:lnTo>
                    <a:pt x="6703519" y="9937"/>
                  </a:lnTo>
                  <a:lnTo>
                    <a:pt x="6788165" y="12632"/>
                  </a:lnTo>
                  <a:lnTo>
                    <a:pt x="6886002" y="16096"/>
                  </a:lnTo>
                  <a:lnTo>
                    <a:pt x="6993289" y="20349"/>
                  </a:lnTo>
                  <a:lnTo>
                    <a:pt x="7105986" y="25387"/>
                  </a:lnTo>
                  <a:lnTo>
                    <a:pt x="7220273" y="31194"/>
                  </a:lnTo>
                  <a:lnTo>
                    <a:pt x="7332922" y="37756"/>
                  </a:lnTo>
                  <a:lnTo>
                    <a:pt x="7441479" y="45069"/>
                  </a:lnTo>
                  <a:lnTo>
                    <a:pt x="7544294" y="53147"/>
                  </a:lnTo>
                  <a:lnTo>
                    <a:pt x="7640432" y="62025"/>
                  </a:lnTo>
                  <a:lnTo>
                    <a:pt x="7729550" y="71765"/>
                  </a:lnTo>
                  <a:lnTo>
                    <a:pt x="7811743" y="82452"/>
                  </a:lnTo>
                  <a:lnTo>
                    <a:pt x="7887414" y="94194"/>
                  </a:lnTo>
                  <a:lnTo>
                    <a:pt x="7957166" y="107120"/>
                  </a:lnTo>
                  <a:lnTo>
                    <a:pt x="8021715" y="121373"/>
                  </a:lnTo>
                  <a:lnTo>
                    <a:pt x="8081827" y="137102"/>
                  </a:lnTo>
                  <a:lnTo>
                    <a:pt x="8138274" y="154448"/>
                  </a:lnTo>
                  <a:lnTo>
                    <a:pt x="8191788" y="173520"/>
                  </a:lnTo>
                  <a:lnTo>
                    <a:pt x="8229629" y="188662"/>
                  </a:lnTo>
                  <a:lnTo>
                    <a:pt x="8286090" y="213877"/>
                  </a:lnTo>
                  <a:lnTo>
                    <a:pt x="8340886" y="241412"/>
                  </a:lnTo>
                  <a:lnTo>
                    <a:pt x="8394586" y="271309"/>
                  </a:lnTo>
                  <a:lnTo>
                    <a:pt x="8447619" y="303546"/>
                  </a:lnTo>
                  <a:lnTo>
                    <a:pt x="8500303" y="338030"/>
                  </a:lnTo>
                  <a:lnTo>
                    <a:pt x="8552858" y="374592"/>
                  </a:lnTo>
                  <a:lnTo>
                    <a:pt x="8605424" y="412987"/>
                  </a:lnTo>
                  <a:lnTo>
                    <a:pt x="8658073" y="452895"/>
                  </a:lnTo>
                  <a:lnTo>
                    <a:pt x="8710820" y="493931"/>
                  </a:lnTo>
                  <a:lnTo>
                    <a:pt x="8763642" y="535661"/>
                  </a:lnTo>
                  <a:lnTo>
                    <a:pt x="8816490" y="577617"/>
                  </a:lnTo>
                  <a:lnTo>
                    <a:pt x="8869309" y="619321"/>
                  </a:lnTo>
                  <a:lnTo>
                    <a:pt x="8922051" y="660307"/>
                  </a:lnTo>
                  <a:lnTo>
                    <a:pt x="8974694" y="700143"/>
                  </a:lnTo>
                  <a:lnTo>
                    <a:pt x="9027257" y="738446"/>
                  </a:lnTo>
                  <a:lnTo>
                    <a:pt x="9079815" y="774901"/>
                  </a:lnTo>
                  <a:lnTo>
                    <a:pt x="9132512" y="809268"/>
                  </a:lnTo>
                  <a:lnTo>
                    <a:pt x="9185572" y="841380"/>
                  </a:lnTo>
                  <a:lnTo>
                    <a:pt x="9239319" y="871149"/>
                  </a:lnTo>
                  <a:lnTo>
                    <a:pt x="9294189" y="898558"/>
                  </a:lnTo>
                  <a:lnTo>
                    <a:pt x="9347647" y="922351"/>
                  </a:lnTo>
                  <a:lnTo>
                    <a:pt x="9399431" y="942723"/>
                  </a:lnTo>
                  <a:lnTo>
                    <a:pt x="9453655" y="961330"/>
                  </a:lnTo>
                  <a:lnTo>
                    <a:pt x="9511000" y="978235"/>
                  </a:lnTo>
                  <a:lnTo>
                    <a:pt x="9572213" y="993558"/>
                  </a:lnTo>
                  <a:lnTo>
                    <a:pt x="9638068" y="1007444"/>
                  </a:lnTo>
                  <a:lnTo>
                    <a:pt x="9709323" y="1020042"/>
                  </a:lnTo>
                  <a:lnTo>
                    <a:pt x="9786671" y="1031493"/>
                  </a:lnTo>
                  <a:lnTo>
                    <a:pt x="9870671" y="1041919"/>
                  </a:lnTo>
                  <a:lnTo>
                    <a:pt x="9961657" y="1051423"/>
                  </a:lnTo>
                  <a:lnTo>
                    <a:pt x="10059621" y="1060085"/>
                  </a:lnTo>
                  <a:lnTo>
                    <a:pt x="10164077" y="1067957"/>
                  </a:lnTo>
                  <a:lnTo>
                    <a:pt x="10273912" y="1075070"/>
                  </a:lnTo>
                  <a:lnTo>
                    <a:pt x="10387268" y="1081433"/>
                  </a:lnTo>
                  <a:lnTo>
                    <a:pt x="10501477" y="1087038"/>
                  </a:lnTo>
                  <a:lnTo>
                    <a:pt x="10613129" y="1091869"/>
                  </a:lnTo>
                  <a:lnTo>
                    <a:pt x="10718301" y="1095912"/>
                  </a:lnTo>
                  <a:lnTo>
                    <a:pt x="10812978" y="1099170"/>
                  </a:lnTo>
                  <a:lnTo>
                    <a:pt x="10893600" y="1101667"/>
                  </a:lnTo>
                  <a:lnTo>
                    <a:pt x="10957652" y="1103462"/>
                  </a:lnTo>
                  <a:lnTo>
                    <a:pt x="11004137" y="1104646"/>
                  </a:lnTo>
                  <a:lnTo>
                    <a:pt x="11033820" y="1105336"/>
                  </a:lnTo>
                  <a:lnTo>
                    <a:pt x="11049225" y="1105663"/>
                  </a:lnTo>
                  <a:lnTo>
                    <a:pt x="11054438" y="1105765"/>
                  </a:lnTo>
                  <a:lnTo>
                    <a:pt x="11054891" y="1105773"/>
                  </a:lnTo>
                  <a:lnTo>
                    <a:pt x="12049831" y="1105773"/>
                  </a:lnTo>
                  <a:lnTo>
                    <a:pt x="12049831" y="1100533"/>
                  </a:lnTo>
                  <a:lnTo>
                    <a:pt x="11054891" y="1100533"/>
                  </a:lnTo>
                  <a:lnTo>
                    <a:pt x="11053764" y="1100512"/>
                  </a:lnTo>
                  <a:lnTo>
                    <a:pt x="11046327" y="1100363"/>
                  </a:lnTo>
                  <a:lnTo>
                    <a:pt x="11027474" y="1099953"/>
                  </a:lnTo>
                  <a:lnTo>
                    <a:pt x="10993512" y="1099145"/>
                  </a:lnTo>
                  <a:lnTo>
                    <a:pt x="10942369" y="1097809"/>
                  </a:lnTo>
                  <a:lnTo>
                    <a:pt x="10873757" y="1095835"/>
                  </a:lnTo>
                  <a:lnTo>
                    <a:pt x="10789111" y="1093141"/>
                  </a:lnTo>
                  <a:lnTo>
                    <a:pt x="10691275" y="1089677"/>
                  </a:lnTo>
                  <a:lnTo>
                    <a:pt x="10583988" y="1085424"/>
                  </a:lnTo>
                  <a:lnTo>
                    <a:pt x="10471291" y="1080386"/>
                  </a:lnTo>
                  <a:lnTo>
                    <a:pt x="10357004" y="1074578"/>
                  </a:lnTo>
                  <a:lnTo>
                    <a:pt x="10244355" y="1068016"/>
                  </a:lnTo>
                  <a:lnTo>
                    <a:pt x="10135797" y="1060704"/>
                  </a:lnTo>
                  <a:lnTo>
                    <a:pt x="10032983" y="1052626"/>
                  </a:lnTo>
                  <a:lnTo>
                    <a:pt x="9936844" y="1043748"/>
                  </a:lnTo>
                  <a:lnTo>
                    <a:pt x="9847726" y="1034007"/>
                  </a:lnTo>
                  <a:lnTo>
                    <a:pt x="9765533" y="1023320"/>
                  </a:lnTo>
                  <a:lnTo>
                    <a:pt x="9689862" y="1011578"/>
                  </a:lnTo>
                  <a:lnTo>
                    <a:pt x="9620110" y="998653"/>
                  </a:lnTo>
                  <a:lnTo>
                    <a:pt x="9555562" y="984400"/>
                  </a:lnTo>
                  <a:lnTo>
                    <a:pt x="9495450" y="968671"/>
                  </a:lnTo>
                  <a:lnTo>
                    <a:pt x="9439003" y="951325"/>
                  </a:lnTo>
                  <a:lnTo>
                    <a:pt x="9385488" y="932253"/>
                  </a:lnTo>
                  <a:lnTo>
                    <a:pt x="9347647" y="917110"/>
                  </a:lnTo>
                  <a:lnTo>
                    <a:pt x="9291186" y="891896"/>
                  </a:lnTo>
                  <a:lnTo>
                    <a:pt x="9236390" y="864361"/>
                  </a:lnTo>
                  <a:lnTo>
                    <a:pt x="9182691" y="834464"/>
                  </a:lnTo>
                  <a:lnTo>
                    <a:pt x="9129657" y="802227"/>
                  </a:lnTo>
                  <a:lnTo>
                    <a:pt x="9076973" y="767743"/>
                  </a:lnTo>
                  <a:lnTo>
                    <a:pt x="9024418" y="731180"/>
                  </a:lnTo>
                  <a:lnTo>
                    <a:pt x="8971852" y="692786"/>
                  </a:lnTo>
                  <a:lnTo>
                    <a:pt x="8919204" y="652878"/>
                  </a:lnTo>
                  <a:lnTo>
                    <a:pt x="8866457" y="611841"/>
                  </a:lnTo>
                  <a:lnTo>
                    <a:pt x="8813635" y="570112"/>
                  </a:lnTo>
                  <a:lnTo>
                    <a:pt x="8760786" y="528156"/>
                  </a:lnTo>
                  <a:lnTo>
                    <a:pt x="8707967" y="486452"/>
                  </a:lnTo>
                  <a:lnTo>
                    <a:pt x="8655225" y="445466"/>
                  </a:lnTo>
                  <a:lnTo>
                    <a:pt x="8602582" y="405630"/>
                  </a:lnTo>
                  <a:lnTo>
                    <a:pt x="8550019" y="367327"/>
                  </a:lnTo>
                  <a:lnTo>
                    <a:pt x="8497461" y="330871"/>
                  </a:lnTo>
                  <a:lnTo>
                    <a:pt x="8444765" y="296505"/>
                  </a:lnTo>
                  <a:lnTo>
                    <a:pt x="8391705" y="264393"/>
                  </a:lnTo>
                  <a:lnTo>
                    <a:pt x="8337958" y="234623"/>
                  </a:lnTo>
                  <a:lnTo>
                    <a:pt x="8283088" y="207215"/>
                  </a:lnTo>
                  <a:lnTo>
                    <a:pt x="8229629" y="183422"/>
                  </a:lnTo>
                  <a:lnTo>
                    <a:pt x="8177845" y="163050"/>
                  </a:lnTo>
                  <a:lnTo>
                    <a:pt x="8123621" y="144443"/>
                  </a:lnTo>
                  <a:lnTo>
                    <a:pt x="8066276" y="127538"/>
                  </a:lnTo>
                  <a:lnTo>
                    <a:pt x="8005063" y="112215"/>
                  </a:lnTo>
                  <a:lnTo>
                    <a:pt x="7939209" y="98329"/>
                  </a:lnTo>
                  <a:lnTo>
                    <a:pt x="7867954" y="85731"/>
                  </a:lnTo>
                  <a:lnTo>
                    <a:pt x="7790605" y="74280"/>
                  </a:lnTo>
                  <a:lnTo>
                    <a:pt x="7706605" y="63854"/>
                  </a:lnTo>
                  <a:lnTo>
                    <a:pt x="7615619" y="54349"/>
                  </a:lnTo>
                  <a:lnTo>
                    <a:pt x="7517655" y="45688"/>
                  </a:lnTo>
                  <a:lnTo>
                    <a:pt x="7413200" y="37816"/>
                  </a:lnTo>
                  <a:lnTo>
                    <a:pt x="7303364" y="30703"/>
                  </a:lnTo>
                  <a:lnTo>
                    <a:pt x="7190009" y="24340"/>
                  </a:lnTo>
                  <a:lnTo>
                    <a:pt x="7075800" y="18735"/>
                  </a:lnTo>
                  <a:lnTo>
                    <a:pt x="6964148" y="13904"/>
                  </a:lnTo>
                  <a:lnTo>
                    <a:pt x="6858975" y="9860"/>
                  </a:lnTo>
                  <a:lnTo>
                    <a:pt x="6764298" y="6603"/>
                  </a:lnTo>
                  <a:lnTo>
                    <a:pt x="6683676" y="4106"/>
                  </a:lnTo>
                  <a:lnTo>
                    <a:pt x="6619624" y="2311"/>
                  </a:lnTo>
                  <a:lnTo>
                    <a:pt x="6573139" y="1126"/>
                  </a:lnTo>
                  <a:lnTo>
                    <a:pt x="6543456" y="437"/>
                  </a:lnTo>
                  <a:lnTo>
                    <a:pt x="6528052" y="110"/>
                  </a:lnTo>
                  <a:lnTo>
                    <a:pt x="6522839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5" y="27"/>
                  </a:lnTo>
                  <a:lnTo>
                    <a:pt x="5518930" y="219"/>
                  </a:lnTo>
                  <a:lnTo>
                    <a:pt x="5500183" y="751"/>
                  </a:lnTo>
                  <a:lnTo>
                    <a:pt x="5466403" y="1799"/>
                  </a:lnTo>
                  <a:lnTo>
                    <a:pt x="5415521" y="3532"/>
                  </a:lnTo>
                  <a:lnTo>
                    <a:pt x="5347232" y="6092"/>
                  </a:lnTo>
                  <a:lnTo>
                    <a:pt x="5262945" y="9588"/>
                  </a:lnTo>
                  <a:lnTo>
                    <a:pt x="5165475" y="14084"/>
                  </a:lnTo>
                  <a:lnTo>
                    <a:pt x="5058527" y="19605"/>
                  </a:lnTo>
                  <a:lnTo>
                    <a:pt x="4946119" y="26145"/>
                  </a:lnTo>
                  <a:lnTo>
                    <a:pt x="4832057" y="33687"/>
                  </a:lnTo>
                  <a:lnTo>
                    <a:pt x="4719565" y="42209"/>
                  </a:lnTo>
                  <a:lnTo>
                    <a:pt x="4611098" y="51707"/>
                  </a:lnTo>
                  <a:lnTo>
                    <a:pt x="4508319" y="62198"/>
                  </a:lnTo>
                  <a:lnTo>
                    <a:pt x="4412172" y="73728"/>
                  </a:lnTo>
                  <a:lnTo>
                    <a:pt x="4323015" y="86375"/>
                  </a:lnTo>
                  <a:lnTo>
                    <a:pt x="4240764" y="100249"/>
                  </a:lnTo>
                  <a:lnTo>
                    <a:pt x="4165026" y="115488"/>
                  </a:lnTo>
                  <a:lnTo>
                    <a:pt x="4095207" y="132259"/>
                  </a:lnTo>
                  <a:lnTo>
                    <a:pt x="4030600" y="150748"/>
                  </a:lnTo>
                  <a:lnTo>
                    <a:pt x="3970442" y="171147"/>
                  </a:lnTo>
                  <a:lnTo>
                    <a:pt x="3913966" y="193641"/>
                  </a:lnTo>
                  <a:lnTo>
                    <a:pt x="3860442" y="218373"/>
                  </a:lnTo>
                  <a:lnTo>
                    <a:pt x="3820202" y="239322"/>
                  </a:lnTo>
                  <a:lnTo>
                    <a:pt x="3766342" y="270613"/>
                  </a:lnTo>
                  <a:lnTo>
                    <a:pt x="3714021" y="304653"/>
                  </a:lnTo>
                  <a:lnTo>
                    <a:pt x="3662739" y="341491"/>
                  </a:lnTo>
                  <a:lnTo>
                    <a:pt x="3612109" y="381113"/>
                  </a:lnTo>
                  <a:lnTo>
                    <a:pt x="3561843" y="423425"/>
                  </a:lnTo>
                  <a:lnTo>
                    <a:pt x="3511733" y="468258"/>
                  </a:lnTo>
                  <a:lnTo>
                    <a:pt x="3461641" y="515354"/>
                  </a:lnTo>
                  <a:lnTo>
                    <a:pt x="3411490" y="564378"/>
                  </a:lnTo>
                  <a:lnTo>
                    <a:pt x="3361249" y="614919"/>
                  </a:lnTo>
                  <a:lnTo>
                    <a:pt x="3310927" y="666506"/>
                  </a:lnTo>
                  <a:lnTo>
                    <a:pt x="3260559" y="718623"/>
                  </a:lnTo>
                  <a:lnTo>
                    <a:pt x="3210191" y="770734"/>
                  </a:lnTo>
                  <a:lnTo>
                    <a:pt x="3159871" y="822301"/>
                  </a:lnTo>
                  <a:lnTo>
                    <a:pt x="3109632" y="872809"/>
                  </a:lnTo>
                  <a:lnTo>
                    <a:pt x="3059482" y="921789"/>
                  </a:lnTo>
                  <a:lnTo>
                    <a:pt x="3009392" y="968832"/>
                  </a:lnTo>
                  <a:lnTo>
                    <a:pt x="2959280" y="1013604"/>
                  </a:lnTo>
                  <a:lnTo>
                    <a:pt x="2909007" y="1055851"/>
                  </a:lnTo>
                  <a:lnTo>
                    <a:pt x="2858365" y="1095403"/>
                  </a:lnTo>
                  <a:lnTo>
                    <a:pt x="2807061" y="1132171"/>
                  </a:lnTo>
                  <a:lnTo>
                    <a:pt x="2754709" y="1166140"/>
                  </a:lnTo>
                  <a:lnTo>
                    <a:pt x="2702183" y="1196611"/>
                  </a:lnTo>
                  <a:lnTo>
                    <a:pt x="2650505" y="1223141"/>
                  </a:lnTo>
                  <a:lnTo>
                    <a:pt x="2596397" y="1247377"/>
                  </a:lnTo>
                  <a:lnTo>
                    <a:pt x="2539184" y="1269400"/>
                  </a:lnTo>
                  <a:lnTo>
                    <a:pt x="2478123" y="1289367"/>
                  </a:lnTo>
                  <a:lnTo>
                    <a:pt x="2412445" y="1307465"/>
                  </a:lnTo>
                  <a:lnTo>
                    <a:pt x="2341395" y="1323887"/>
                  </a:lnTo>
                  <a:lnTo>
                    <a:pt x="2264284" y="1338816"/>
                  </a:lnTo>
                  <a:lnTo>
                    <a:pt x="2180554" y="1352412"/>
                  </a:lnTo>
                  <a:lnTo>
                    <a:pt x="2089868" y="1364807"/>
                  </a:lnTo>
                  <a:lnTo>
                    <a:pt x="1992229" y="1376105"/>
                  </a:lnTo>
                  <a:lnTo>
                    <a:pt x="1888108" y="1386377"/>
                  </a:lnTo>
                  <a:lnTo>
                    <a:pt x="1778597" y="1395662"/>
                  </a:lnTo>
                  <a:lnTo>
                    <a:pt x="1665525" y="1403972"/>
                  </a:lnTo>
                  <a:lnTo>
                    <a:pt x="1551525" y="1411297"/>
                  </a:lnTo>
                  <a:lnTo>
                    <a:pt x="1439968" y="1417618"/>
                  </a:lnTo>
                  <a:lnTo>
                    <a:pt x="1334743" y="1422915"/>
                  </a:lnTo>
                  <a:lnTo>
                    <a:pt x="1239849" y="1427190"/>
                  </a:lnTo>
                  <a:lnTo>
                    <a:pt x="1158848" y="1430475"/>
                  </a:lnTo>
                  <a:lnTo>
                    <a:pt x="1094286" y="1432844"/>
                  </a:lnTo>
                  <a:lnTo>
                    <a:pt x="1047215" y="1434415"/>
                  </a:lnTo>
                  <a:lnTo>
                    <a:pt x="1016943" y="1435336"/>
                  </a:lnTo>
                  <a:lnTo>
                    <a:pt x="1001033" y="1435778"/>
                  </a:lnTo>
                  <a:lnTo>
                    <a:pt x="995482" y="1435920"/>
                  </a:lnTo>
                  <a:lnTo>
                    <a:pt x="994940" y="1435933"/>
                  </a:lnTo>
                  <a:lnTo>
                    <a:pt x="0" y="1435933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34" name="pl1233"/>
            <p:cNvSpPr/>
            <p:nvPr/>
          </p:nvSpPr>
          <p:spPr>
            <a:xfrm>
              <a:off x="1199187" y="3385285"/>
              <a:ext cx="12049831" cy="1435933"/>
            </a:xfrm>
            <a:custGeom>
              <a:avLst/>
              <a:pathLst>
                <a:path w="12049831" h="1435933">
                  <a:moveTo>
                    <a:pt x="0" y="1435933"/>
                  </a:moveTo>
                  <a:lnTo>
                    <a:pt x="994940" y="1435933"/>
                  </a:lnTo>
                  <a:lnTo>
                    <a:pt x="996060" y="1435906"/>
                  </a:lnTo>
                  <a:lnTo>
                    <a:pt x="1003455" y="1435714"/>
                  </a:lnTo>
                  <a:lnTo>
                    <a:pt x="1022202" y="1435182"/>
                  </a:lnTo>
                  <a:lnTo>
                    <a:pt x="1055982" y="1434134"/>
                  </a:lnTo>
                  <a:lnTo>
                    <a:pt x="1106864" y="1432401"/>
                  </a:lnTo>
                  <a:lnTo>
                    <a:pt x="1175153" y="1429841"/>
                  </a:lnTo>
                  <a:lnTo>
                    <a:pt x="1259440" y="1426345"/>
                  </a:lnTo>
                  <a:lnTo>
                    <a:pt x="1356910" y="1421849"/>
                  </a:lnTo>
                  <a:lnTo>
                    <a:pt x="1463858" y="1416328"/>
                  </a:lnTo>
                  <a:lnTo>
                    <a:pt x="1576266" y="1409787"/>
                  </a:lnTo>
                  <a:lnTo>
                    <a:pt x="1690328" y="1402246"/>
                  </a:lnTo>
                  <a:lnTo>
                    <a:pt x="1802820" y="1393724"/>
                  </a:lnTo>
                  <a:lnTo>
                    <a:pt x="1911287" y="1384226"/>
                  </a:lnTo>
                  <a:lnTo>
                    <a:pt x="2014066" y="1373735"/>
                  </a:lnTo>
                  <a:lnTo>
                    <a:pt x="2110213" y="1362205"/>
                  </a:lnTo>
                  <a:lnTo>
                    <a:pt x="2199370" y="1349558"/>
                  </a:lnTo>
                  <a:lnTo>
                    <a:pt x="2281621" y="1335684"/>
                  </a:lnTo>
                  <a:lnTo>
                    <a:pt x="2357359" y="1320445"/>
                  </a:lnTo>
                  <a:lnTo>
                    <a:pt x="2427178" y="1303673"/>
                  </a:lnTo>
                  <a:lnTo>
                    <a:pt x="2491785" y="1285185"/>
                  </a:lnTo>
                  <a:lnTo>
                    <a:pt x="2551943" y="1264786"/>
                  </a:lnTo>
                  <a:lnTo>
                    <a:pt x="2608419" y="1242292"/>
                  </a:lnTo>
                  <a:lnTo>
                    <a:pt x="2661943" y="1217560"/>
                  </a:lnTo>
                  <a:lnTo>
                    <a:pt x="2702183" y="1196611"/>
                  </a:lnTo>
                  <a:lnTo>
                    <a:pt x="2756043" y="1165319"/>
                  </a:lnTo>
                  <a:lnTo>
                    <a:pt x="2808364" y="1131280"/>
                  </a:lnTo>
                  <a:lnTo>
                    <a:pt x="2859646" y="1094441"/>
                  </a:lnTo>
                  <a:lnTo>
                    <a:pt x="2910276" y="1054820"/>
                  </a:lnTo>
                  <a:lnTo>
                    <a:pt x="2960542" y="1012507"/>
                  </a:lnTo>
                  <a:lnTo>
                    <a:pt x="3010652" y="967675"/>
                  </a:lnTo>
                  <a:lnTo>
                    <a:pt x="3060744" y="920578"/>
                  </a:lnTo>
                  <a:lnTo>
                    <a:pt x="3110895" y="871555"/>
                  </a:lnTo>
                  <a:lnTo>
                    <a:pt x="3161136" y="821014"/>
                  </a:lnTo>
                  <a:lnTo>
                    <a:pt x="3211458" y="769427"/>
                  </a:lnTo>
                  <a:lnTo>
                    <a:pt x="3261826" y="717309"/>
                  </a:lnTo>
                  <a:lnTo>
                    <a:pt x="3312194" y="665199"/>
                  </a:lnTo>
                  <a:lnTo>
                    <a:pt x="3362514" y="613632"/>
                  </a:lnTo>
                  <a:lnTo>
                    <a:pt x="3412753" y="563124"/>
                  </a:lnTo>
                  <a:lnTo>
                    <a:pt x="3462903" y="514144"/>
                  </a:lnTo>
                  <a:lnTo>
                    <a:pt x="3512993" y="467100"/>
                  </a:lnTo>
                  <a:lnTo>
                    <a:pt x="3563105" y="422329"/>
                  </a:lnTo>
                  <a:lnTo>
                    <a:pt x="3613378" y="380082"/>
                  </a:lnTo>
                  <a:lnTo>
                    <a:pt x="3664020" y="340530"/>
                  </a:lnTo>
                  <a:lnTo>
                    <a:pt x="3715324" y="303762"/>
                  </a:lnTo>
                  <a:lnTo>
                    <a:pt x="3767676" y="269792"/>
                  </a:lnTo>
                  <a:lnTo>
                    <a:pt x="3820202" y="239322"/>
                  </a:lnTo>
                  <a:lnTo>
                    <a:pt x="3871880" y="212792"/>
                  </a:lnTo>
                  <a:lnTo>
                    <a:pt x="3925988" y="188556"/>
                  </a:lnTo>
                  <a:lnTo>
                    <a:pt x="3983201" y="166533"/>
                  </a:lnTo>
                  <a:lnTo>
                    <a:pt x="4044262" y="146566"/>
                  </a:lnTo>
                  <a:lnTo>
                    <a:pt x="4109940" y="128468"/>
                  </a:lnTo>
                  <a:lnTo>
                    <a:pt x="4180990" y="112046"/>
                  </a:lnTo>
                  <a:lnTo>
                    <a:pt x="4258101" y="97117"/>
                  </a:lnTo>
                  <a:lnTo>
                    <a:pt x="4341831" y="83521"/>
                  </a:lnTo>
                  <a:lnTo>
                    <a:pt x="4432517" y="71126"/>
                  </a:lnTo>
                  <a:lnTo>
                    <a:pt x="4530156" y="59827"/>
                  </a:lnTo>
                  <a:lnTo>
                    <a:pt x="4634277" y="49555"/>
                  </a:lnTo>
                  <a:lnTo>
                    <a:pt x="4743788" y="40271"/>
                  </a:lnTo>
                  <a:lnTo>
                    <a:pt x="4856860" y="31961"/>
                  </a:lnTo>
                  <a:lnTo>
                    <a:pt x="4970860" y="24635"/>
                  </a:lnTo>
                  <a:lnTo>
                    <a:pt x="5082417" y="18315"/>
                  </a:lnTo>
                  <a:lnTo>
                    <a:pt x="5187642" y="13018"/>
                  </a:lnTo>
                  <a:lnTo>
                    <a:pt x="5282536" y="8743"/>
                  </a:lnTo>
                  <a:lnTo>
                    <a:pt x="5363537" y="5458"/>
                  </a:lnTo>
                  <a:lnTo>
                    <a:pt x="5428099" y="3088"/>
                  </a:lnTo>
                  <a:lnTo>
                    <a:pt x="5475170" y="1518"/>
                  </a:lnTo>
                  <a:lnTo>
                    <a:pt x="5505442" y="597"/>
                  </a:lnTo>
                  <a:lnTo>
                    <a:pt x="5521352" y="154"/>
                  </a:lnTo>
                  <a:lnTo>
                    <a:pt x="5526903" y="1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2" y="20"/>
                  </a:lnTo>
                  <a:lnTo>
                    <a:pt x="6530950" y="169"/>
                  </a:lnTo>
                  <a:lnTo>
                    <a:pt x="6549802" y="579"/>
                  </a:lnTo>
                  <a:lnTo>
                    <a:pt x="6583765" y="1387"/>
                  </a:lnTo>
                  <a:lnTo>
                    <a:pt x="6634907" y="2723"/>
                  </a:lnTo>
                  <a:lnTo>
                    <a:pt x="6703519" y="4697"/>
                  </a:lnTo>
                  <a:lnTo>
                    <a:pt x="6788165" y="7391"/>
                  </a:lnTo>
                  <a:lnTo>
                    <a:pt x="6886002" y="10856"/>
                  </a:lnTo>
                  <a:lnTo>
                    <a:pt x="6993289" y="15109"/>
                  </a:lnTo>
                  <a:lnTo>
                    <a:pt x="7105986" y="20146"/>
                  </a:lnTo>
                  <a:lnTo>
                    <a:pt x="7220273" y="25954"/>
                  </a:lnTo>
                  <a:lnTo>
                    <a:pt x="7332922" y="32516"/>
                  </a:lnTo>
                  <a:lnTo>
                    <a:pt x="7441479" y="39829"/>
                  </a:lnTo>
                  <a:lnTo>
                    <a:pt x="7544294" y="47906"/>
                  </a:lnTo>
                  <a:lnTo>
                    <a:pt x="7640432" y="56785"/>
                  </a:lnTo>
                  <a:lnTo>
                    <a:pt x="7729550" y="66525"/>
                  </a:lnTo>
                  <a:lnTo>
                    <a:pt x="7811743" y="77212"/>
                  </a:lnTo>
                  <a:lnTo>
                    <a:pt x="7887414" y="88954"/>
                  </a:lnTo>
                  <a:lnTo>
                    <a:pt x="7957166" y="101879"/>
                  </a:lnTo>
                  <a:lnTo>
                    <a:pt x="8021715" y="116132"/>
                  </a:lnTo>
                  <a:lnTo>
                    <a:pt x="8081827" y="131861"/>
                  </a:lnTo>
                  <a:lnTo>
                    <a:pt x="8138274" y="149207"/>
                  </a:lnTo>
                  <a:lnTo>
                    <a:pt x="8191788" y="168279"/>
                  </a:lnTo>
                  <a:lnTo>
                    <a:pt x="8229629" y="183422"/>
                  </a:lnTo>
                  <a:lnTo>
                    <a:pt x="8286090" y="208636"/>
                  </a:lnTo>
                  <a:lnTo>
                    <a:pt x="8340886" y="236171"/>
                  </a:lnTo>
                  <a:lnTo>
                    <a:pt x="8394586" y="266069"/>
                  </a:lnTo>
                  <a:lnTo>
                    <a:pt x="8447619" y="298306"/>
                  </a:lnTo>
                  <a:lnTo>
                    <a:pt x="8500303" y="332790"/>
                  </a:lnTo>
                  <a:lnTo>
                    <a:pt x="8552858" y="369352"/>
                  </a:lnTo>
                  <a:lnTo>
                    <a:pt x="8605424" y="407747"/>
                  </a:lnTo>
                  <a:lnTo>
                    <a:pt x="8658073" y="447654"/>
                  </a:lnTo>
                  <a:lnTo>
                    <a:pt x="8710820" y="488691"/>
                  </a:lnTo>
                  <a:lnTo>
                    <a:pt x="8763642" y="530421"/>
                  </a:lnTo>
                  <a:lnTo>
                    <a:pt x="8816490" y="572376"/>
                  </a:lnTo>
                  <a:lnTo>
                    <a:pt x="8869309" y="614081"/>
                  </a:lnTo>
                  <a:lnTo>
                    <a:pt x="8922051" y="655067"/>
                  </a:lnTo>
                  <a:lnTo>
                    <a:pt x="8974694" y="694902"/>
                  </a:lnTo>
                  <a:lnTo>
                    <a:pt x="9027257" y="733205"/>
                  </a:lnTo>
                  <a:lnTo>
                    <a:pt x="9079815" y="769661"/>
                  </a:lnTo>
                  <a:lnTo>
                    <a:pt x="9132512" y="804027"/>
                  </a:lnTo>
                  <a:lnTo>
                    <a:pt x="9185572" y="836139"/>
                  </a:lnTo>
                  <a:lnTo>
                    <a:pt x="9239319" y="865909"/>
                  </a:lnTo>
                  <a:lnTo>
                    <a:pt x="9294189" y="893317"/>
                  </a:lnTo>
                  <a:lnTo>
                    <a:pt x="9347647" y="917110"/>
                  </a:lnTo>
                  <a:lnTo>
                    <a:pt x="9399431" y="937482"/>
                  </a:lnTo>
                  <a:lnTo>
                    <a:pt x="9453655" y="956089"/>
                  </a:lnTo>
                  <a:lnTo>
                    <a:pt x="9511000" y="972994"/>
                  </a:lnTo>
                  <a:lnTo>
                    <a:pt x="9572213" y="988317"/>
                  </a:lnTo>
                  <a:lnTo>
                    <a:pt x="9638068" y="1002203"/>
                  </a:lnTo>
                  <a:lnTo>
                    <a:pt x="9709323" y="1014802"/>
                  </a:lnTo>
                  <a:lnTo>
                    <a:pt x="9786671" y="1026252"/>
                  </a:lnTo>
                  <a:lnTo>
                    <a:pt x="9870671" y="1036678"/>
                  </a:lnTo>
                  <a:lnTo>
                    <a:pt x="9961657" y="1046183"/>
                  </a:lnTo>
                  <a:lnTo>
                    <a:pt x="10059621" y="1054844"/>
                  </a:lnTo>
                  <a:lnTo>
                    <a:pt x="10164077" y="1062716"/>
                  </a:lnTo>
                  <a:lnTo>
                    <a:pt x="10273912" y="1069829"/>
                  </a:lnTo>
                  <a:lnTo>
                    <a:pt x="10387268" y="1076192"/>
                  </a:lnTo>
                  <a:lnTo>
                    <a:pt x="10501477" y="1081797"/>
                  </a:lnTo>
                  <a:lnTo>
                    <a:pt x="10613129" y="1086628"/>
                  </a:lnTo>
                  <a:lnTo>
                    <a:pt x="10718301" y="1090672"/>
                  </a:lnTo>
                  <a:lnTo>
                    <a:pt x="10812978" y="1093929"/>
                  </a:lnTo>
                  <a:lnTo>
                    <a:pt x="10893600" y="1096426"/>
                  </a:lnTo>
                  <a:lnTo>
                    <a:pt x="10957652" y="1098222"/>
                  </a:lnTo>
                  <a:lnTo>
                    <a:pt x="11004137" y="1099406"/>
                  </a:lnTo>
                  <a:lnTo>
                    <a:pt x="11033820" y="1100095"/>
                  </a:lnTo>
                  <a:lnTo>
                    <a:pt x="11049225" y="1100423"/>
                  </a:lnTo>
                  <a:lnTo>
                    <a:pt x="11054438" y="1100524"/>
                  </a:lnTo>
                  <a:lnTo>
                    <a:pt x="11054891" y="1100533"/>
                  </a:lnTo>
                  <a:lnTo>
                    <a:pt x="12049831" y="1100533"/>
                  </a:lnTo>
                  <a:lnTo>
                    <a:pt x="12049831" y="11005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5" name="pl1234"/>
            <p:cNvSpPr/>
            <p:nvPr/>
          </p:nvSpPr>
          <p:spPr>
            <a:xfrm>
              <a:off x="1199187" y="3380044"/>
              <a:ext cx="12049831" cy="1435933"/>
            </a:xfrm>
            <a:custGeom>
              <a:avLst/>
              <a:pathLst>
                <a:path w="12049831" h="1435933">
                  <a:moveTo>
                    <a:pt x="12049831" y="1100533"/>
                  </a:moveTo>
                  <a:lnTo>
                    <a:pt x="11054891" y="1100533"/>
                  </a:lnTo>
                  <a:lnTo>
                    <a:pt x="11053764" y="1100512"/>
                  </a:lnTo>
                  <a:lnTo>
                    <a:pt x="11046327" y="1100363"/>
                  </a:lnTo>
                  <a:lnTo>
                    <a:pt x="11027474" y="1099953"/>
                  </a:lnTo>
                  <a:lnTo>
                    <a:pt x="10993512" y="1099145"/>
                  </a:lnTo>
                  <a:lnTo>
                    <a:pt x="10942369" y="1097809"/>
                  </a:lnTo>
                  <a:lnTo>
                    <a:pt x="10873757" y="1095835"/>
                  </a:lnTo>
                  <a:lnTo>
                    <a:pt x="10789111" y="1093141"/>
                  </a:lnTo>
                  <a:lnTo>
                    <a:pt x="10691275" y="1089677"/>
                  </a:lnTo>
                  <a:lnTo>
                    <a:pt x="10583988" y="1085424"/>
                  </a:lnTo>
                  <a:lnTo>
                    <a:pt x="10471291" y="1080386"/>
                  </a:lnTo>
                  <a:lnTo>
                    <a:pt x="10357004" y="1074578"/>
                  </a:lnTo>
                  <a:lnTo>
                    <a:pt x="10244355" y="1068016"/>
                  </a:lnTo>
                  <a:lnTo>
                    <a:pt x="10135797" y="1060704"/>
                  </a:lnTo>
                  <a:lnTo>
                    <a:pt x="10032983" y="1052626"/>
                  </a:lnTo>
                  <a:lnTo>
                    <a:pt x="9936844" y="1043748"/>
                  </a:lnTo>
                  <a:lnTo>
                    <a:pt x="9847726" y="1034007"/>
                  </a:lnTo>
                  <a:lnTo>
                    <a:pt x="9765533" y="1023320"/>
                  </a:lnTo>
                  <a:lnTo>
                    <a:pt x="9689862" y="1011578"/>
                  </a:lnTo>
                  <a:lnTo>
                    <a:pt x="9620110" y="998653"/>
                  </a:lnTo>
                  <a:lnTo>
                    <a:pt x="9555562" y="984400"/>
                  </a:lnTo>
                  <a:lnTo>
                    <a:pt x="9495450" y="968671"/>
                  </a:lnTo>
                  <a:lnTo>
                    <a:pt x="9439003" y="951325"/>
                  </a:lnTo>
                  <a:lnTo>
                    <a:pt x="9385488" y="932253"/>
                  </a:lnTo>
                  <a:lnTo>
                    <a:pt x="9347647" y="917110"/>
                  </a:lnTo>
                  <a:lnTo>
                    <a:pt x="9291186" y="891896"/>
                  </a:lnTo>
                  <a:lnTo>
                    <a:pt x="9236390" y="864361"/>
                  </a:lnTo>
                  <a:lnTo>
                    <a:pt x="9182691" y="834464"/>
                  </a:lnTo>
                  <a:lnTo>
                    <a:pt x="9129657" y="802227"/>
                  </a:lnTo>
                  <a:lnTo>
                    <a:pt x="9076973" y="767743"/>
                  </a:lnTo>
                  <a:lnTo>
                    <a:pt x="9024418" y="731180"/>
                  </a:lnTo>
                  <a:lnTo>
                    <a:pt x="8971852" y="692786"/>
                  </a:lnTo>
                  <a:lnTo>
                    <a:pt x="8919204" y="652878"/>
                  </a:lnTo>
                  <a:lnTo>
                    <a:pt x="8866457" y="611841"/>
                  </a:lnTo>
                  <a:lnTo>
                    <a:pt x="8813635" y="570112"/>
                  </a:lnTo>
                  <a:lnTo>
                    <a:pt x="8760786" y="528156"/>
                  </a:lnTo>
                  <a:lnTo>
                    <a:pt x="8707967" y="486452"/>
                  </a:lnTo>
                  <a:lnTo>
                    <a:pt x="8655225" y="445466"/>
                  </a:lnTo>
                  <a:lnTo>
                    <a:pt x="8602582" y="405630"/>
                  </a:lnTo>
                  <a:lnTo>
                    <a:pt x="8550019" y="367327"/>
                  </a:lnTo>
                  <a:lnTo>
                    <a:pt x="8497461" y="330871"/>
                  </a:lnTo>
                  <a:lnTo>
                    <a:pt x="8444765" y="296505"/>
                  </a:lnTo>
                  <a:lnTo>
                    <a:pt x="8391705" y="264393"/>
                  </a:lnTo>
                  <a:lnTo>
                    <a:pt x="8337958" y="234623"/>
                  </a:lnTo>
                  <a:lnTo>
                    <a:pt x="8283088" y="207215"/>
                  </a:lnTo>
                  <a:lnTo>
                    <a:pt x="8229629" y="183422"/>
                  </a:lnTo>
                  <a:lnTo>
                    <a:pt x="8177845" y="163050"/>
                  </a:lnTo>
                  <a:lnTo>
                    <a:pt x="8123621" y="144443"/>
                  </a:lnTo>
                  <a:lnTo>
                    <a:pt x="8066276" y="127538"/>
                  </a:lnTo>
                  <a:lnTo>
                    <a:pt x="8005063" y="112215"/>
                  </a:lnTo>
                  <a:lnTo>
                    <a:pt x="7939209" y="98329"/>
                  </a:lnTo>
                  <a:lnTo>
                    <a:pt x="7867954" y="85731"/>
                  </a:lnTo>
                  <a:lnTo>
                    <a:pt x="7790605" y="74280"/>
                  </a:lnTo>
                  <a:lnTo>
                    <a:pt x="7706605" y="63854"/>
                  </a:lnTo>
                  <a:lnTo>
                    <a:pt x="7615619" y="54349"/>
                  </a:lnTo>
                  <a:lnTo>
                    <a:pt x="7517655" y="45688"/>
                  </a:lnTo>
                  <a:lnTo>
                    <a:pt x="7413200" y="37816"/>
                  </a:lnTo>
                  <a:lnTo>
                    <a:pt x="7303364" y="30703"/>
                  </a:lnTo>
                  <a:lnTo>
                    <a:pt x="7190009" y="24340"/>
                  </a:lnTo>
                  <a:lnTo>
                    <a:pt x="7075800" y="18735"/>
                  </a:lnTo>
                  <a:lnTo>
                    <a:pt x="6964148" y="13904"/>
                  </a:lnTo>
                  <a:lnTo>
                    <a:pt x="6858975" y="9860"/>
                  </a:lnTo>
                  <a:lnTo>
                    <a:pt x="6764298" y="6603"/>
                  </a:lnTo>
                  <a:lnTo>
                    <a:pt x="6683676" y="4106"/>
                  </a:lnTo>
                  <a:lnTo>
                    <a:pt x="6619624" y="2311"/>
                  </a:lnTo>
                  <a:lnTo>
                    <a:pt x="6573139" y="1126"/>
                  </a:lnTo>
                  <a:lnTo>
                    <a:pt x="6543456" y="437"/>
                  </a:lnTo>
                  <a:lnTo>
                    <a:pt x="6528052" y="110"/>
                  </a:lnTo>
                  <a:lnTo>
                    <a:pt x="6522839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5" y="27"/>
                  </a:lnTo>
                  <a:lnTo>
                    <a:pt x="5518930" y="219"/>
                  </a:lnTo>
                  <a:lnTo>
                    <a:pt x="5500183" y="751"/>
                  </a:lnTo>
                  <a:lnTo>
                    <a:pt x="5466403" y="1799"/>
                  </a:lnTo>
                  <a:lnTo>
                    <a:pt x="5415521" y="3532"/>
                  </a:lnTo>
                  <a:lnTo>
                    <a:pt x="5347232" y="6092"/>
                  </a:lnTo>
                  <a:lnTo>
                    <a:pt x="5262945" y="9588"/>
                  </a:lnTo>
                  <a:lnTo>
                    <a:pt x="5165475" y="14084"/>
                  </a:lnTo>
                  <a:lnTo>
                    <a:pt x="5058527" y="19605"/>
                  </a:lnTo>
                  <a:lnTo>
                    <a:pt x="4946119" y="26145"/>
                  </a:lnTo>
                  <a:lnTo>
                    <a:pt x="4832057" y="33687"/>
                  </a:lnTo>
                  <a:lnTo>
                    <a:pt x="4719565" y="42209"/>
                  </a:lnTo>
                  <a:lnTo>
                    <a:pt x="4611098" y="51707"/>
                  </a:lnTo>
                  <a:lnTo>
                    <a:pt x="4508319" y="62198"/>
                  </a:lnTo>
                  <a:lnTo>
                    <a:pt x="4412172" y="73728"/>
                  </a:lnTo>
                  <a:lnTo>
                    <a:pt x="4323015" y="86375"/>
                  </a:lnTo>
                  <a:lnTo>
                    <a:pt x="4240764" y="100249"/>
                  </a:lnTo>
                  <a:lnTo>
                    <a:pt x="4165026" y="115488"/>
                  </a:lnTo>
                  <a:lnTo>
                    <a:pt x="4095207" y="132259"/>
                  </a:lnTo>
                  <a:lnTo>
                    <a:pt x="4030600" y="150748"/>
                  </a:lnTo>
                  <a:lnTo>
                    <a:pt x="3970442" y="171147"/>
                  </a:lnTo>
                  <a:lnTo>
                    <a:pt x="3913966" y="193641"/>
                  </a:lnTo>
                  <a:lnTo>
                    <a:pt x="3860442" y="218373"/>
                  </a:lnTo>
                  <a:lnTo>
                    <a:pt x="3820202" y="239322"/>
                  </a:lnTo>
                  <a:lnTo>
                    <a:pt x="3766342" y="270613"/>
                  </a:lnTo>
                  <a:lnTo>
                    <a:pt x="3714021" y="304653"/>
                  </a:lnTo>
                  <a:lnTo>
                    <a:pt x="3662739" y="341491"/>
                  </a:lnTo>
                  <a:lnTo>
                    <a:pt x="3612109" y="381113"/>
                  </a:lnTo>
                  <a:lnTo>
                    <a:pt x="3561843" y="423425"/>
                  </a:lnTo>
                  <a:lnTo>
                    <a:pt x="3511733" y="468258"/>
                  </a:lnTo>
                  <a:lnTo>
                    <a:pt x="3461641" y="515354"/>
                  </a:lnTo>
                  <a:lnTo>
                    <a:pt x="3411490" y="564378"/>
                  </a:lnTo>
                  <a:lnTo>
                    <a:pt x="3361249" y="614919"/>
                  </a:lnTo>
                  <a:lnTo>
                    <a:pt x="3310927" y="666506"/>
                  </a:lnTo>
                  <a:lnTo>
                    <a:pt x="3260559" y="718623"/>
                  </a:lnTo>
                  <a:lnTo>
                    <a:pt x="3210191" y="770734"/>
                  </a:lnTo>
                  <a:lnTo>
                    <a:pt x="3159871" y="822301"/>
                  </a:lnTo>
                  <a:lnTo>
                    <a:pt x="3109632" y="872809"/>
                  </a:lnTo>
                  <a:lnTo>
                    <a:pt x="3059482" y="921789"/>
                  </a:lnTo>
                  <a:lnTo>
                    <a:pt x="3009392" y="968832"/>
                  </a:lnTo>
                  <a:lnTo>
                    <a:pt x="2959280" y="1013604"/>
                  </a:lnTo>
                  <a:lnTo>
                    <a:pt x="2909007" y="1055851"/>
                  </a:lnTo>
                  <a:lnTo>
                    <a:pt x="2858365" y="1095403"/>
                  </a:lnTo>
                  <a:lnTo>
                    <a:pt x="2807061" y="1132171"/>
                  </a:lnTo>
                  <a:lnTo>
                    <a:pt x="2754709" y="1166140"/>
                  </a:lnTo>
                  <a:lnTo>
                    <a:pt x="2702183" y="1196611"/>
                  </a:lnTo>
                  <a:lnTo>
                    <a:pt x="2650505" y="1223141"/>
                  </a:lnTo>
                  <a:lnTo>
                    <a:pt x="2596397" y="1247377"/>
                  </a:lnTo>
                  <a:lnTo>
                    <a:pt x="2539184" y="1269400"/>
                  </a:lnTo>
                  <a:lnTo>
                    <a:pt x="2478123" y="1289367"/>
                  </a:lnTo>
                  <a:lnTo>
                    <a:pt x="2412445" y="1307465"/>
                  </a:lnTo>
                  <a:lnTo>
                    <a:pt x="2341395" y="1323887"/>
                  </a:lnTo>
                  <a:lnTo>
                    <a:pt x="2264284" y="1338816"/>
                  </a:lnTo>
                  <a:lnTo>
                    <a:pt x="2180554" y="1352412"/>
                  </a:lnTo>
                  <a:lnTo>
                    <a:pt x="2089868" y="1364807"/>
                  </a:lnTo>
                  <a:lnTo>
                    <a:pt x="1992229" y="1376105"/>
                  </a:lnTo>
                  <a:lnTo>
                    <a:pt x="1888108" y="1386377"/>
                  </a:lnTo>
                  <a:lnTo>
                    <a:pt x="1778597" y="1395662"/>
                  </a:lnTo>
                  <a:lnTo>
                    <a:pt x="1665525" y="1403972"/>
                  </a:lnTo>
                  <a:lnTo>
                    <a:pt x="1551525" y="1411297"/>
                  </a:lnTo>
                  <a:lnTo>
                    <a:pt x="1439968" y="1417618"/>
                  </a:lnTo>
                  <a:lnTo>
                    <a:pt x="1334743" y="1422915"/>
                  </a:lnTo>
                  <a:lnTo>
                    <a:pt x="1239849" y="1427190"/>
                  </a:lnTo>
                  <a:lnTo>
                    <a:pt x="1158848" y="1430475"/>
                  </a:lnTo>
                  <a:lnTo>
                    <a:pt x="1094286" y="1432844"/>
                  </a:lnTo>
                  <a:lnTo>
                    <a:pt x="1047215" y="1434415"/>
                  </a:lnTo>
                  <a:lnTo>
                    <a:pt x="1016943" y="1435336"/>
                  </a:lnTo>
                  <a:lnTo>
                    <a:pt x="1001033" y="1435778"/>
                  </a:lnTo>
                  <a:lnTo>
                    <a:pt x="995482" y="1435920"/>
                  </a:lnTo>
                  <a:lnTo>
                    <a:pt x="994940" y="1435933"/>
                  </a:lnTo>
                  <a:lnTo>
                    <a:pt x="0" y="1435933"/>
                  </a:lnTo>
                  <a:lnTo>
                    <a:pt x="0" y="14359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6" name="pg1235"/>
            <p:cNvSpPr/>
            <p:nvPr/>
          </p:nvSpPr>
          <p:spPr>
            <a:xfrm>
              <a:off x="1199187" y="3401007"/>
              <a:ext cx="12049831" cy="1435933"/>
            </a:xfrm>
            <a:custGeom>
              <a:avLst/>
              <a:pathLst>
                <a:path w="12049831" h="1435933">
                  <a:moveTo>
                    <a:pt x="0" y="1425452"/>
                  </a:moveTo>
                  <a:lnTo>
                    <a:pt x="994940" y="1425452"/>
                  </a:lnTo>
                  <a:lnTo>
                    <a:pt x="996060" y="1425425"/>
                  </a:lnTo>
                  <a:lnTo>
                    <a:pt x="1003457" y="1425235"/>
                  </a:lnTo>
                  <a:lnTo>
                    <a:pt x="1022210" y="1424709"/>
                  </a:lnTo>
                  <a:lnTo>
                    <a:pt x="1055999" y="1423672"/>
                  </a:lnTo>
                  <a:lnTo>
                    <a:pt x="1106896" y="1421958"/>
                  </a:lnTo>
                  <a:lnTo>
                    <a:pt x="1175202" y="1419424"/>
                  </a:lnTo>
                  <a:lnTo>
                    <a:pt x="1259507" y="1415966"/>
                  </a:lnTo>
                  <a:lnTo>
                    <a:pt x="1356997" y="1411518"/>
                  </a:lnTo>
                  <a:lnTo>
                    <a:pt x="1463962" y="1406056"/>
                  </a:lnTo>
                  <a:lnTo>
                    <a:pt x="1576385" y="1399585"/>
                  </a:lnTo>
                  <a:lnTo>
                    <a:pt x="1690459" y="1392124"/>
                  </a:lnTo>
                  <a:lnTo>
                    <a:pt x="1802960" y="1383693"/>
                  </a:lnTo>
                  <a:lnTo>
                    <a:pt x="1911431" y="1374297"/>
                  </a:lnTo>
                  <a:lnTo>
                    <a:pt x="2014212" y="1363918"/>
                  </a:lnTo>
                  <a:lnTo>
                    <a:pt x="2110359" y="1352512"/>
                  </a:lnTo>
                  <a:lnTo>
                    <a:pt x="2199514" y="1340000"/>
                  </a:lnTo>
                  <a:lnTo>
                    <a:pt x="2281762" y="1326275"/>
                  </a:lnTo>
                  <a:lnTo>
                    <a:pt x="2357497" y="1311198"/>
                  </a:lnTo>
                  <a:lnTo>
                    <a:pt x="2427311" y="1294605"/>
                  </a:lnTo>
                  <a:lnTo>
                    <a:pt x="2491916" y="1276314"/>
                  </a:lnTo>
                  <a:lnTo>
                    <a:pt x="2552071" y="1256132"/>
                  </a:lnTo>
                  <a:lnTo>
                    <a:pt x="2608545" y="1233877"/>
                  </a:lnTo>
                  <a:lnTo>
                    <a:pt x="2662069" y="1209408"/>
                  </a:lnTo>
                  <a:lnTo>
                    <a:pt x="2702183" y="1188750"/>
                  </a:lnTo>
                  <a:lnTo>
                    <a:pt x="2756166" y="1157726"/>
                  </a:lnTo>
                  <a:lnTo>
                    <a:pt x="2808603" y="1123972"/>
                  </a:lnTo>
                  <a:lnTo>
                    <a:pt x="2860000" y="1087436"/>
                  </a:lnTo>
                  <a:lnTo>
                    <a:pt x="2910743" y="1048136"/>
                  </a:lnTo>
                  <a:lnTo>
                    <a:pt x="2961123" y="1006162"/>
                  </a:lnTo>
                  <a:lnTo>
                    <a:pt x="3011348" y="961688"/>
                  </a:lnTo>
                  <a:lnTo>
                    <a:pt x="3061556" y="914968"/>
                  </a:lnTo>
                  <a:lnTo>
                    <a:pt x="3111826" y="866339"/>
                  </a:lnTo>
                  <a:lnTo>
                    <a:pt x="3162185" y="816210"/>
                  </a:lnTo>
                  <a:lnTo>
                    <a:pt x="3212624" y="765053"/>
                  </a:lnTo>
                  <a:lnTo>
                    <a:pt x="3263110" y="713381"/>
                  </a:lnTo>
                  <a:lnTo>
                    <a:pt x="3313594" y="661729"/>
                  </a:lnTo>
                  <a:lnTo>
                    <a:pt x="3364029" y="610632"/>
                  </a:lnTo>
                  <a:lnTo>
                    <a:pt x="3414381" y="560602"/>
                  </a:lnTo>
                  <a:lnTo>
                    <a:pt x="3464644" y="512104"/>
                  </a:lnTo>
                  <a:lnTo>
                    <a:pt x="3514850" y="465544"/>
                  </a:lnTo>
                  <a:lnTo>
                    <a:pt x="3565081" y="421251"/>
                  </a:lnTo>
                  <a:lnTo>
                    <a:pt x="3615480" y="379476"/>
                  </a:lnTo>
                  <a:lnTo>
                    <a:pt x="3666262" y="340383"/>
                  </a:lnTo>
                  <a:lnTo>
                    <a:pt x="3717722" y="304059"/>
                  </a:lnTo>
                  <a:lnTo>
                    <a:pt x="3770258" y="270515"/>
                  </a:lnTo>
                  <a:lnTo>
                    <a:pt x="3820202" y="241942"/>
                  </a:lnTo>
                  <a:lnTo>
                    <a:pt x="3871885" y="215700"/>
                  </a:lnTo>
                  <a:lnTo>
                    <a:pt x="3925999" y="191728"/>
                  </a:lnTo>
                  <a:lnTo>
                    <a:pt x="3983220" y="169943"/>
                  </a:lnTo>
                  <a:lnTo>
                    <a:pt x="4044289" y="150194"/>
                  </a:lnTo>
                  <a:lnTo>
                    <a:pt x="4109976" y="132293"/>
                  </a:lnTo>
                  <a:lnTo>
                    <a:pt x="4181037" y="116050"/>
                  </a:lnTo>
                  <a:lnTo>
                    <a:pt x="4258160" y="101284"/>
                  </a:lnTo>
                  <a:lnTo>
                    <a:pt x="4341905" y="87837"/>
                  </a:lnTo>
                  <a:lnTo>
                    <a:pt x="4432606" y="75576"/>
                  </a:lnTo>
                  <a:lnTo>
                    <a:pt x="4530262" y="64402"/>
                  </a:lnTo>
                  <a:lnTo>
                    <a:pt x="4634400" y="54242"/>
                  </a:lnTo>
                  <a:lnTo>
                    <a:pt x="4743929" y="45059"/>
                  </a:lnTo>
                  <a:lnTo>
                    <a:pt x="4857016" y="36841"/>
                  </a:lnTo>
                  <a:lnTo>
                    <a:pt x="4971027" y="29596"/>
                  </a:lnTo>
                  <a:lnTo>
                    <a:pt x="5082589" y="23346"/>
                  </a:lnTo>
                  <a:lnTo>
                    <a:pt x="5187811" y="18108"/>
                  </a:lnTo>
                  <a:lnTo>
                    <a:pt x="5282693" y="13881"/>
                  </a:lnTo>
                  <a:lnTo>
                    <a:pt x="5363675" y="10634"/>
                  </a:lnTo>
                  <a:lnTo>
                    <a:pt x="5428211" y="8291"/>
                  </a:lnTo>
                  <a:lnTo>
                    <a:pt x="5475251" y="6740"/>
                  </a:lnTo>
                  <a:lnTo>
                    <a:pt x="5505491" y="5830"/>
                  </a:lnTo>
                  <a:lnTo>
                    <a:pt x="5521375" y="5393"/>
                  </a:lnTo>
                  <a:lnTo>
                    <a:pt x="5526908" y="525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6" y="5267"/>
                  </a:lnTo>
                  <a:lnTo>
                    <a:pt x="6530901" y="5459"/>
                  </a:lnTo>
                  <a:lnTo>
                    <a:pt x="6549650" y="5989"/>
                  </a:lnTo>
                  <a:lnTo>
                    <a:pt x="6583433" y="7033"/>
                  </a:lnTo>
                  <a:lnTo>
                    <a:pt x="6634321" y="8760"/>
                  </a:lnTo>
                  <a:lnTo>
                    <a:pt x="6702615" y="11311"/>
                  </a:lnTo>
                  <a:lnTo>
                    <a:pt x="6786908" y="14795"/>
                  </a:lnTo>
                  <a:lnTo>
                    <a:pt x="6884385" y="19275"/>
                  </a:lnTo>
                  <a:lnTo>
                    <a:pt x="6991339" y="24776"/>
                  </a:lnTo>
                  <a:lnTo>
                    <a:pt x="7103751" y="31293"/>
                  </a:lnTo>
                  <a:lnTo>
                    <a:pt x="7217817" y="38808"/>
                  </a:lnTo>
                  <a:lnTo>
                    <a:pt x="7330313" y="47300"/>
                  </a:lnTo>
                  <a:lnTo>
                    <a:pt x="7438781" y="56764"/>
                  </a:lnTo>
                  <a:lnTo>
                    <a:pt x="7541560" y="67217"/>
                  </a:lnTo>
                  <a:lnTo>
                    <a:pt x="7637707" y="78706"/>
                  </a:lnTo>
                  <a:lnTo>
                    <a:pt x="7726864" y="91308"/>
                  </a:lnTo>
                  <a:lnTo>
                    <a:pt x="7809114" y="105132"/>
                  </a:lnTo>
                  <a:lnTo>
                    <a:pt x="7884851" y="120317"/>
                  </a:lnTo>
                  <a:lnTo>
                    <a:pt x="7954668" y="137029"/>
                  </a:lnTo>
                  <a:lnTo>
                    <a:pt x="8019274" y="155452"/>
                  </a:lnTo>
                  <a:lnTo>
                    <a:pt x="8079432" y="175779"/>
                  </a:lnTo>
                  <a:lnTo>
                    <a:pt x="8135907" y="198193"/>
                  </a:lnTo>
                  <a:lnTo>
                    <a:pt x="8189431" y="222837"/>
                  </a:lnTo>
                  <a:lnTo>
                    <a:pt x="8229629" y="243689"/>
                  </a:lnTo>
                  <a:lnTo>
                    <a:pt x="8283530" y="274892"/>
                  </a:lnTo>
                  <a:lnTo>
                    <a:pt x="8335889" y="308836"/>
                  </a:lnTo>
                  <a:lnTo>
                    <a:pt x="8387210" y="345574"/>
                  </a:lnTo>
                  <a:lnTo>
                    <a:pt x="8437878" y="385088"/>
                  </a:lnTo>
                  <a:lnTo>
                    <a:pt x="8488182" y="427288"/>
                  </a:lnTo>
                  <a:lnTo>
                    <a:pt x="8538330" y="472002"/>
                  </a:lnTo>
                  <a:lnTo>
                    <a:pt x="8588460" y="518973"/>
                  </a:lnTo>
                  <a:lnTo>
                    <a:pt x="8638651" y="567866"/>
                  </a:lnTo>
                  <a:lnTo>
                    <a:pt x="8688931" y="618270"/>
                  </a:lnTo>
                  <a:lnTo>
                    <a:pt x="8739292" y="669713"/>
                  </a:lnTo>
                  <a:lnTo>
                    <a:pt x="8789700" y="721683"/>
                  </a:lnTo>
                  <a:lnTo>
                    <a:pt x="8840107" y="773641"/>
                  </a:lnTo>
                  <a:lnTo>
                    <a:pt x="8890465" y="825051"/>
                  </a:lnTo>
                  <a:lnTo>
                    <a:pt x="8940741" y="875401"/>
                  </a:lnTo>
                  <a:lnTo>
                    <a:pt x="8990929" y="924220"/>
                  </a:lnTo>
                  <a:lnTo>
                    <a:pt x="9041058" y="971102"/>
                  </a:lnTo>
                  <a:lnTo>
                    <a:pt x="9091209" y="1015715"/>
                  </a:lnTo>
                  <a:lnTo>
                    <a:pt x="9141524" y="1057804"/>
                  </a:lnTo>
                  <a:lnTo>
                    <a:pt x="9192213" y="1097203"/>
                  </a:lnTo>
                  <a:lnTo>
                    <a:pt x="9243569" y="1133823"/>
                  </a:lnTo>
                  <a:lnTo>
                    <a:pt x="9295982" y="1167651"/>
                  </a:lnTo>
                  <a:lnTo>
                    <a:pt x="9347647" y="1197484"/>
                  </a:lnTo>
                  <a:lnTo>
                    <a:pt x="9399327" y="1223918"/>
                  </a:lnTo>
                  <a:lnTo>
                    <a:pt x="9453437" y="1248066"/>
                  </a:lnTo>
                  <a:lnTo>
                    <a:pt x="9510653" y="1270010"/>
                  </a:lnTo>
                  <a:lnTo>
                    <a:pt x="9571717" y="1289904"/>
                  </a:lnTo>
                  <a:lnTo>
                    <a:pt x="9637398" y="1307937"/>
                  </a:lnTo>
                  <a:lnTo>
                    <a:pt x="9708451" y="1324299"/>
                  </a:lnTo>
                  <a:lnTo>
                    <a:pt x="9785567" y="1339174"/>
                  </a:lnTo>
                  <a:lnTo>
                    <a:pt x="9869302" y="1352720"/>
                  </a:lnTo>
                  <a:lnTo>
                    <a:pt x="9959992" y="1365070"/>
                  </a:lnTo>
                  <a:lnTo>
                    <a:pt x="10057637" y="1376328"/>
                  </a:lnTo>
                  <a:lnTo>
                    <a:pt x="10161764" y="1386562"/>
                  </a:lnTo>
                  <a:lnTo>
                    <a:pt x="10271281" y="1395813"/>
                  </a:lnTo>
                  <a:lnTo>
                    <a:pt x="10384358" y="1404092"/>
                  </a:lnTo>
                  <a:lnTo>
                    <a:pt x="10498362" y="1411391"/>
                  </a:lnTo>
                  <a:lnTo>
                    <a:pt x="10609921" y="1417687"/>
                  </a:lnTo>
                  <a:lnTo>
                    <a:pt x="10715144" y="1422965"/>
                  </a:lnTo>
                  <a:lnTo>
                    <a:pt x="10810034" y="1427224"/>
                  </a:lnTo>
                  <a:lnTo>
                    <a:pt x="10891029" y="1430496"/>
                  </a:lnTo>
                  <a:lnTo>
                    <a:pt x="10955582" y="1432857"/>
                  </a:lnTo>
                  <a:lnTo>
                    <a:pt x="11002643" y="1434421"/>
                  </a:lnTo>
                  <a:lnTo>
                    <a:pt x="11032904" y="1435338"/>
                  </a:lnTo>
                  <a:lnTo>
                    <a:pt x="11048805" y="1435779"/>
                  </a:lnTo>
                  <a:lnTo>
                    <a:pt x="11054350" y="1435920"/>
                  </a:lnTo>
                  <a:lnTo>
                    <a:pt x="11054891" y="1435933"/>
                  </a:lnTo>
                  <a:lnTo>
                    <a:pt x="12049831" y="1435933"/>
                  </a:lnTo>
                  <a:lnTo>
                    <a:pt x="12049831" y="1430693"/>
                  </a:lnTo>
                  <a:lnTo>
                    <a:pt x="11054891" y="1430693"/>
                  </a:lnTo>
                  <a:lnTo>
                    <a:pt x="11053771" y="1430666"/>
                  </a:lnTo>
                  <a:lnTo>
                    <a:pt x="11046375" y="1430474"/>
                  </a:lnTo>
                  <a:lnTo>
                    <a:pt x="11027626" y="1429944"/>
                  </a:lnTo>
                  <a:lnTo>
                    <a:pt x="10993843" y="1428899"/>
                  </a:lnTo>
                  <a:lnTo>
                    <a:pt x="10942956" y="1427173"/>
                  </a:lnTo>
                  <a:lnTo>
                    <a:pt x="10874661" y="1424622"/>
                  </a:lnTo>
                  <a:lnTo>
                    <a:pt x="10790369" y="1421138"/>
                  </a:lnTo>
                  <a:lnTo>
                    <a:pt x="10692891" y="1416658"/>
                  </a:lnTo>
                  <a:lnTo>
                    <a:pt x="10585938" y="1411157"/>
                  </a:lnTo>
                  <a:lnTo>
                    <a:pt x="10473525" y="1404640"/>
                  </a:lnTo>
                  <a:lnTo>
                    <a:pt x="10359459" y="1397125"/>
                  </a:lnTo>
                  <a:lnTo>
                    <a:pt x="10246964" y="1388633"/>
                  </a:lnTo>
                  <a:lnTo>
                    <a:pt x="10138496" y="1379169"/>
                  </a:lnTo>
                  <a:lnTo>
                    <a:pt x="10035716" y="1368716"/>
                  </a:lnTo>
                  <a:lnTo>
                    <a:pt x="9939569" y="1357227"/>
                  </a:lnTo>
                  <a:lnTo>
                    <a:pt x="9850413" y="1344625"/>
                  </a:lnTo>
                  <a:lnTo>
                    <a:pt x="9768162" y="1330801"/>
                  </a:lnTo>
                  <a:lnTo>
                    <a:pt x="9692426" y="1315615"/>
                  </a:lnTo>
                  <a:lnTo>
                    <a:pt x="9622608" y="1298904"/>
                  </a:lnTo>
                  <a:lnTo>
                    <a:pt x="9558002" y="1280481"/>
                  </a:lnTo>
                  <a:lnTo>
                    <a:pt x="9497845" y="1260154"/>
                  </a:lnTo>
                  <a:lnTo>
                    <a:pt x="9441370" y="1237740"/>
                  </a:lnTo>
                  <a:lnTo>
                    <a:pt x="9387846" y="1213096"/>
                  </a:lnTo>
                  <a:lnTo>
                    <a:pt x="9347647" y="1192244"/>
                  </a:lnTo>
                  <a:lnTo>
                    <a:pt x="9293747" y="1161041"/>
                  </a:lnTo>
                  <a:lnTo>
                    <a:pt x="9241387" y="1127097"/>
                  </a:lnTo>
                  <a:lnTo>
                    <a:pt x="9190067" y="1090359"/>
                  </a:lnTo>
                  <a:lnTo>
                    <a:pt x="9139399" y="1050844"/>
                  </a:lnTo>
                  <a:lnTo>
                    <a:pt x="9089095" y="1008644"/>
                  </a:lnTo>
                  <a:lnTo>
                    <a:pt x="9038947" y="963931"/>
                  </a:lnTo>
                  <a:lnTo>
                    <a:pt x="8988816" y="916960"/>
                  </a:lnTo>
                  <a:lnTo>
                    <a:pt x="8938625" y="868067"/>
                  </a:lnTo>
                  <a:lnTo>
                    <a:pt x="8888345" y="817663"/>
                  </a:lnTo>
                  <a:lnTo>
                    <a:pt x="8837984" y="766219"/>
                  </a:lnTo>
                  <a:lnTo>
                    <a:pt x="8787576" y="714250"/>
                  </a:lnTo>
                  <a:lnTo>
                    <a:pt x="8737170" y="662292"/>
                  </a:lnTo>
                  <a:lnTo>
                    <a:pt x="8686812" y="610881"/>
                  </a:lnTo>
                  <a:lnTo>
                    <a:pt x="8636535" y="560532"/>
                  </a:lnTo>
                  <a:lnTo>
                    <a:pt x="8586348" y="511713"/>
                  </a:lnTo>
                  <a:lnTo>
                    <a:pt x="8536219" y="464830"/>
                  </a:lnTo>
                  <a:lnTo>
                    <a:pt x="8486067" y="420218"/>
                  </a:lnTo>
                  <a:lnTo>
                    <a:pt x="8435752" y="378128"/>
                  </a:lnTo>
                  <a:lnTo>
                    <a:pt x="8385064" y="338729"/>
                  </a:lnTo>
                  <a:lnTo>
                    <a:pt x="8333708" y="302110"/>
                  </a:lnTo>
                  <a:lnTo>
                    <a:pt x="8281295" y="268282"/>
                  </a:lnTo>
                  <a:lnTo>
                    <a:pt x="8229629" y="238448"/>
                  </a:lnTo>
                  <a:lnTo>
                    <a:pt x="8177949" y="212015"/>
                  </a:lnTo>
                  <a:lnTo>
                    <a:pt x="8123839" y="187866"/>
                  </a:lnTo>
                  <a:lnTo>
                    <a:pt x="8066624" y="165923"/>
                  </a:lnTo>
                  <a:lnTo>
                    <a:pt x="8005560" y="146028"/>
                  </a:lnTo>
                  <a:lnTo>
                    <a:pt x="7939879" y="127996"/>
                  </a:lnTo>
                  <a:lnTo>
                    <a:pt x="7868825" y="111633"/>
                  </a:lnTo>
                  <a:lnTo>
                    <a:pt x="7791710" y="96759"/>
                  </a:lnTo>
                  <a:lnTo>
                    <a:pt x="7707975" y="83213"/>
                  </a:lnTo>
                  <a:lnTo>
                    <a:pt x="7617284" y="70862"/>
                  </a:lnTo>
                  <a:lnTo>
                    <a:pt x="7519639" y="59605"/>
                  </a:lnTo>
                  <a:lnTo>
                    <a:pt x="7415513" y="49371"/>
                  </a:lnTo>
                  <a:lnTo>
                    <a:pt x="7305995" y="40120"/>
                  </a:lnTo>
                  <a:lnTo>
                    <a:pt x="7192919" y="31840"/>
                  </a:lnTo>
                  <a:lnTo>
                    <a:pt x="7078915" y="24542"/>
                  </a:lnTo>
                  <a:lnTo>
                    <a:pt x="6967356" y="18245"/>
                  </a:lnTo>
                  <a:lnTo>
                    <a:pt x="6862132" y="12968"/>
                  </a:lnTo>
                  <a:lnTo>
                    <a:pt x="6767242" y="8709"/>
                  </a:lnTo>
                  <a:lnTo>
                    <a:pt x="6686248" y="5436"/>
                  </a:lnTo>
                  <a:lnTo>
                    <a:pt x="6621694" y="3076"/>
                  </a:lnTo>
                  <a:lnTo>
                    <a:pt x="6574634" y="1512"/>
                  </a:lnTo>
                  <a:lnTo>
                    <a:pt x="6544373" y="594"/>
                  </a:lnTo>
                  <a:lnTo>
                    <a:pt x="6528471" y="154"/>
                  </a:lnTo>
                  <a:lnTo>
                    <a:pt x="6522926" y="1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5" y="26"/>
                  </a:lnTo>
                  <a:lnTo>
                    <a:pt x="5518928" y="217"/>
                  </a:lnTo>
                  <a:lnTo>
                    <a:pt x="5500175" y="743"/>
                  </a:lnTo>
                  <a:lnTo>
                    <a:pt x="5466386" y="1780"/>
                  </a:lnTo>
                  <a:lnTo>
                    <a:pt x="5415489" y="3494"/>
                  </a:lnTo>
                  <a:lnTo>
                    <a:pt x="5347183" y="6027"/>
                  </a:lnTo>
                  <a:lnTo>
                    <a:pt x="5262878" y="9486"/>
                  </a:lnTo>
                  <a:lnTo>
                    <a:pt x="5165388" y="13934"/>
                  </a:lnTo>
                  <a:lnTo>
                    <a:pt x="5058423" y="19396"/>
                  </a:lnTo>
                  <a:lnTo>
                    <a:pt x="4946000" y="25867"/>
                  </a:lnTo>
                  <a:lnTo>
                    <a:pt x="4831926" y="33327"/>
                  </a:lnTo>
                  <a:lnTo>
                    <a:pt x="4719425" y="41758"/>
                  </a:lnTo>
                  <a:lnTo>
                    <a:pt x="4610954" y="51154"/>
                  </a:lnTo>
                  <a:lnTo>
                    <a:pt x="4508173" y="61533"/>
                  </a:lnTo>
                  <a:lnTo>
                    <a:pt x="4412026" y="72940"/>
                  </a:lnTo>
                  <a:lnTo>
                    <a:pt x="4322871" y="85451"/>
                  </a:lnTo>
                  <a:lnTo>
                    <a:pt x="4240623" y="99177"/>
                  </a:lnTo>
                  <a:lnTo>
                    <a:pt x="4164888" y="114254"/>
                  </a:lnTo>
                  <a:lnTo>
                    <a:pt x="4095074" y="130846"/>
                  </a:lnTo>
                  <a:lnTo>
                    <a:pt x="4030469" y="149137"/>
                  </a:lnTo>
                  <a:lnTo>
                    <a:pt x="3970314" y="169320"/>
                  </a:lnTo>
                  <a:lnTo>
                    <a:pt x="3913840" y="191574"/>
                  </a:lnTo>
                  <a:lnTo>
                    <a:pt x="3860316" y="216043"/>
                  </a:lnTo>
                  <a:lnTo>
                    <a:pt x="3820202" y="236701"/>
                  </a:lnTo>
                  <a:lnTo>
                    <a:pt x="3766219" y="267725"/>
                  </a:lnTo>
                  <a:lnTo>
                    <a:pt x="3713782" y="301480"/>
                  </a:lnTo>
                  <a:lnTo>
                    <a:pt x="3662385" y="338015"/>
                  </a:lnTo>
                  <a:lnTo>
                    <a:pt x="3611642" y="377316"/>
                  </a:lnTo>
                  <a:lnTo>
                    <a:pt x="3561262" y="419289"/>
                  </a:lnTo>
                  <a:lnTo>
                    <a:pt x="3511037" y="463764"/>
                  </a:lnTo>
                  <a:lnTo>
                    <a:pt x="3460829" y="510484"/>
                  </a:lnTo>
                  <a:lnTo>
                    <a:pt x="3410559" y="559113"/>
                  </a:lnTo>
                  <a:lnTo>
                    <a:pt x="3360200" y="609241"/>
                  </a:lnTo>
                  <a:lnTo>
                    <a:pt x="3309761" y="660398"/>
                  </a:lnTo>
                  <a:lnTo>
                    <a:pt x="3259275" y="712071"/>
                  </a:lnTo>
                  <a:lnTo>
                    <a:pt x="3208791" y="763723"/>
                  </a:lnTo>
                  <a:lnTo>
                    <a:pt x="3158356" y="814820"/>
                  </a:lnTo>
                  <a:lnTo>
                    <a:pt x="3108004" y="864850"/>
                  </a:lnTo>
                  <a:lnTo>
                    <a:pt x="3057741" y="913347"/>
                  </a:lnTo>
                  <a:lnTo>
                    <a:pt x="3007535" y="959908"/>
                  </a:lnTo>
                  <a:lnTo>
                    <a:pt x="2957304" y="1004200"/>
                  </a:lnTo>
                  <a:lnTo>
                    <a:pt x="2906905" y="1045976"/>
                  </a:lnTo>
                  <a:lnTo>
                    <a:pt x="2856123" y="1085068"/>
                  </a:lnTo>
                  <a:lnTo>
                    <a:pt x="2804663" y="1121392"/>
                  </a:lnTo>
                  <a:lnTo>
                    <a:pt x="2752127" y="1154937"/>
                  </a:lnTo>
                  <a:lnTo>
                    <a:pt x="2702183" y="1183509"/>
                  </a:lnTo>
                  <a:lnTo>
                    <a:pt x="2650500" y="1209751"/>
                  </a:lnTo>
                  <a:lnTo>
                    <a:pt x="2596386" y="1233724"/>
                  </a:lnTo>
                  <a:lnTo>
                    <a:pt x="2539165" y="1255508"/>
                  </a:lnTo>
                  <a:lnTo>
                    <a:pt x="2478096" y="1275257"/>
                  </a:lnTo>
                  <a:lnTo>
                    <a:pt x="2412409" y="1293158"/>
                  </a:lnTo>
                  <a:lnTo>
                    <a:pt x="2341348" y="1309402"/>
                  </a:lnTo>
                  <a:lnTo>
                    <a:pt x="2264225" y="1324168"/>
                  </a:lnTo>
                  <a:lnTo>
                    <a:pt x="2180480" y="1337615"/>
                  </a:lnTo>
                  <a:lnTo>
                    <a:pt x="2089779" y="1349875"/>
                  </a:lnTo>
                  <a:lnTo>
                    <a:pt x="1992123" y="1361050"/>
                  </a:lnTo>
                  <a:lnTo>
                    <a:pt x="1887985" y="1371209"/>
                  </a:lnTo>
                  <a:lnTo>
                    <a:pt x="1778456" y="1380392"/>
                  </a:lnTo>
                  <a:lnTo>
                    <a:pt x="1665369" y="1388611"/>
                  </a:lnTo>
                  <a:lnTo>
                    <a:pt x="1551358" y="1395855"/>
                  </a:lnTo>
                  <a:lnTo>
                    <a:pt x="1439796" y="1402105"/>
                  </a:lnTo>
                  <a:lnTo>
                    <a:pt x="1334574" y="1407343"/>
                  </a:lnTo>
                  <a:lnTo>
                    <a:pt x="1239692" y="1411570"/>
                  </a:lnTo>
                  <a:lnTo>
                    <a:pt x="1158710" y="1414818"/>
                  </a:lnTo>
                  <a:lnTo>
                    <a:pt x="1094174" y="1417160"/>
                  </a:lnTo>
                  <a:lnTo>
                    <a:pt x="1047134" y="1418712"/>
                  </a:lnTo>
                  <a:lnTo>
                    <a:pt x="1016894" y="1419622"/>
                  </a:lnTo>
                  <a:lnTo>
                    <a:pt x="1001010" y="1420059"/>
                  </a:lnTo>
                  <a:lnTo>
                    <a:pt x="995477" y="1420199"/>
                  </a:lnTo>
                  <a:lnTo>
                    <a:pt x="994940" y="1420211"/>
                  </a:lnTo>
                  <a:lnTo>
                    <a:pt x="0" y="1420211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37" name="pl1236"/>
            <p:cNvSpPr/>
            <p:nvPr/>
          </p:nvSpPr>
          <p:spPr>
            <a:xfrm>
              <a:off x="1199187" y="3406247"/>
              <a:ext cx="12049831" cy="1430693"/>
            </a:xfrm>
            <a:custGeom>
              <a:avLst/>
              <a:pathLst>
                <a:path w="12049831" h="1430693">
                  <a:moveTo>
                    <a:pt x="0" y="1420211"/>
                  </a:moveTo>
                  <a:lnTo>
                    <a:pt x="994940" y="1420211"/>
                  </a:lnTo>
                  <a:lnTo>
                    <a:pt x="996060" y="1420185"/>
                  </a:lnTo>
                  <a:lnTo>
                    <a:pt x="1003457" y="1419994"/>
                  </a:lnTo>
                  <a:lnTo>
                    <a:pt x="1022210" y="1419468"/>
                  </a:lnTo>
                  <a:lnTo>
                    <a:pt x="1055999" y="1418431"/>
                  </a:lnTo>
                  <a:lnTo>
                    <a:pt x="1106896" y="1416717"/>
                  </a:lnTo>
                  <a:lnTo>
                    <a:pt x="1175202" y="1414184"/>
                  </a:lnTo>
                  <a:lnTo>
                    <a:pt x="1259507" y="1410725"/>
                  </a:lnTo>
                  <a:lnTo>
                    <a:pt x="1356997" y="1406277"/>
                  </a:lnTo>
                  <a:lnTo>
                    <a:pt x="1463962" y="1400815"/>
                  </a:lnTo>
                  <a:lnTo>
                    <a:pt x="1576385" y="1394344"/>
                  </a:lnTo>
                  <a:lnTo>
                    <a:pt x="1690459" y="1386884"/>
                  </a:lnTo>
                  <a:lnTo>
                    <a:pt x="1802960" y="1378453"/>
                  </a:lnTo>
                  <a:lnTo>
                    <a:pt x="1911431" y="1369056"/>
                  </a:lnTo>
                  <a:lnTo>
                    <a:pt x="2014212" y="1358678"/>
                  </a:lnTo>
                  <a:lnTo>
                    <a:pt x="2110359" y="1347271"/>
                  </a:lnTo>
                  <a:lnTo>
                    <a:pt x="2199514" y="1334759"/>
                  </a:lnTo>
                  <a:lnTo>
                    <a:pt x="2281762" y="1321034"/>
                  </a:lnTo>
                  <a:lnTo>
                    <a:pt x="2357497" y="1305957"/>
                  </a:lnTo>
                  <a:lnTo>
                    <a:pt x="2427311" y="1289365"/>
                  </a:lnTo>
                  <a:lnTo>
                    <a:pt x="2491916" y="1271073"/>
                  </a:lnTo>
                  <a:lnTo>
                    <a:pt x="2552071" y="1250891"/>
                  </a:lnTo>
                  <a:lnTo>
                    <a:pt x="2608545" y="1228637"/>
                  </a:lnTo>
                  <a:lnTo>
                    <a:pt x="2662069" y="1204167"/>
                  </a:lnTo>
                  <a:lnTo>
                    <a:pt x="2702183" y="1183509"/>
                  </a:lnTo>
                  <a:lnTo>
                    <a:pt x="2756166" y="1152486"/>
                  </a:lnTo>
                  <a:lnTo>
                    <a:pt x="2808603" y="1118731"/>
                  </a:lnTo>
                  <a:lnTo>
                    <a:pt x="2860000" y="1082196"/>
                  </a:lnTo>
                  <a:lnTo>
                    <a:pt x="2910743" y="1042895"/>
                  </a:lnTo>
                  <a:lnTo>
                    <a:pt x="2961123" y="1000922"/>
                  </a:lnTo>
                  <a:lnTo>
                    <a:pt x="3011348" y="956447"/>
                  </a:lnTo>
                  <a:lnTo>
                    <a:pt x="3061556" y="909727"/>
                  </a:lnTo>
                  <a:lnTo>
                    <a:pt x="3111826" y="861098"/>
                  </a:lnTo>
                  <a:lnTo>
                    <a:pt x="3162185" y="810970"/>
                  </a:lnTo>
                  <a:lnTo>
                    <a:pt x="3212624" y="759812"/>
                  </a:lnTo>
                  <a:lnTo>
                    <a:pt x="3263110" y="708140"/>
                  </a:lnTo>
                  <a:lnTo>
                    <a:pt x="3313594" y="656488"/>
                  </a:lnTo>
                  <a:lnTo>
                    <a:pt x="3364029" y="605391"/>
                  </a:lnTo>
                  <a:lnTo>
                    <a:pt x="3414381" y="555361"/>
                  </a:lnTo>
                  <a:lnTo>
                    <a:pt x="3464644" y="506863"/>
                  </a:lnTo>
                  <a:lnTo>
                    <a:pt x="3514850" y="460303"/>
                  </a:lnTo>
                  <a:lnTo>
                    <a:pt x="3565081" y="416011"/>
                  </a:lnTo>
                  <a:lnTo>
                    <a:pt x="3615480" y="374235"/>
                  </a:lnTo>
                  <a:lnTo>
                    <a:pt x="3666262" y="335142"/>
                  </a:lnTo>
                  <a:lnTo>
                    <a:pt x="3717722" y="298819"/>
                  </a:lnTo>
                  <a:lnTo>
                    <a:pt x="3770258" y="265274"/>
                  </a:lnTo>
                  <a:lnTo>
                    <a:pt x="3820202" y="236701"/>
                  </a:lnTo>
                  <a:lnTo>
                    <a:pt x="3871885" y="210460"/>
                  </a:lnTo>
                  <a:lnTo>
                    <a:pt x="3925999" y="186487"/>
                  </a:lnTo>
                  <a:lnTo>
                    <a:pt x="3983220" y="164703"/>
                  </a:lnTo>
                  <a:lnTo>
                    <a:pt x="4044289" y="144953"/>
                  </a:lnTo>
                  <a:lnTo>
                    <a:pt x="4109976" y="127052"/>
                  </a:lnTo>
                  <a:lnTo>
                    <a:pt x="4181037" y="110809"/>
                  </a:lnTo>
                  <a:lnTo>
                    <a:pt x="4258160" y="96043"/>
                  </a:lnTo>
                  <a:lnTo>
                    <a:pt x="4341905" y="82596"/>
                  </a:lnTo>
                  <a:lnTo>
                    <a:pt x="4432606" y="70336"/>
                  </a:lnTo>
                  <a:lnTo>
                    <a:pt x="4530262" y="59161"/>
                  </a:lnTo>
                  <a:lnTo>
                    <a:pt x="4634400" y="49002"/>
                  </a:lnTo>
                  <a:lnTo>
                    <a:pt x="4743929" y="39819"/>
                  </a:lnTo>
                  <a:lnTo>
                    <a:pt x="4857016" y="31600"/>
                  </a:lnTo>
                  <a:lnTo>
                    <a:pt x="4971027" y="24356"/>
                  </a:lnTo>
                  <a:lnTo>
                    <a:pt x="5082589" y="18106"/>
                  </a:lnTo>
                  <a:lnTo>
                    <a:pt x="5187811" y="12868"/>
                  </a:lnTo>
                  <a:lnTo>
                    <a:pt x="5282693" y="8641"/>
                  </a:lnTo>
                  <a:lnTo>
                    <a:pt x="5363675" y="5393"/>
                  </a:lnTo>
                  <a:lnTo>
                    <a:pt x="5428211" y="3051"/>
                  </a:lnTo>
                  <a:lnTo>
                    <a:pt x="5475251" y="1499"/>
                  </a:lnTo>
                  <a:lnTo>
                    <a:pt x="5505491" y="589"/>
                  </a:lnTo>
                  <a:lnTo>
                    <a:pt x="5521375" y="152"/>
                  </a:lnTo>
                  <a:lnTo>
                    <a:pt x="5526908" y="1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6" y="26"/>
                  </a:lnTo>
                  <a:lnTo>
                    <a:pt x="6530901" y="218"/>
                  </a:lnTo>
                  <a:lnTo>
                    <a:pt x="6549650" y="748"/>
                  </a:lnTo>
                  <a:lnTo>
                    <a:pt x="6583433" y="1793"/>
                  </a:lnTo>
                  <a:lnTo>
                    <a:pt x="6634321" y="3519"/>
                  </a:lnTo>
                  <a:lnTo>
                    <a:pt x="6702615" y="6071"/>
                  </a:lnTo>
                  <a:lnTo>
                    <a:pt x="6786908" y="9554"/>
                  </a:lnTo>
                  <a:lnTo>
                    <a:pt x="6884385" y="14034"/>
                  </a:lnTo>
                  <a:lnTo>
                    <a:pt x="6991339" y="19535"/>
                  </a:lnTo>
                  <a:lnTo>
                    <a:pt x="7103751" y="26053"/>
                  </a:lnTo>
                  <a:lnTo>
                    <a:pt x="7217817" y="33567"/>
                  </a:lnTo>
                  <a:lnTo>
                    <a:pt x="7330313" y="42059"/>
                  </a:lnTo>
                  <a:lnTo>
                    <a:pt x="7438781" y="51523"/>
                  </a:lnTo>
                  <a:lnTo>
                    <a:pt x="7541560" y="61976"/>
                  </a:lnTo>
                  <a:lnTo>
                    <a:pt x="7637707" y="73465"/>
                  </a:lnTo>
                  <a:lnTo>
                    <a:pt x="7726864" y="86067"/>
                  </a:lnTo>
                  <a:lnTo>
                    <a:pt x="7809114" y="99891"/>
                  </a:lnTo>
                  <a:lnTo>
                    <a:pt x="7884851" y="115077"/>
                  </a:lnTo>
                  <a:lnTo>
                    <a:pt x="7954668" y="131788"/>
                  </a:lnTo>
                  <a:lnTo>
                    <a:pt x="8019274" y="150211"/>
                  </a:lnTo>
                  <a:lnTo>
                    <a:pt x="8079432" y="170538"/>
                  </a:lnTo>
                  <a:lnTo>
                    <a:pt x="8135907" y="192952"/>
                  </a:lnTo>
                  <a:lnTo>
                    <a:pt x="8189431" y="217596"/>
                  </a:lnTo>
                  <a:lnTo>
                    <a:pt x="8229629" y="238448"/>
                  </a:lnTo>
                  <a:lnTo>
                    <a:pt x="8283530" y="269651"/>
                  </a:lnTo>
                  <a:lnTo>
                    <a:pt x="8335889" y="303596"/>
                  </a:lnTo>
                  <a:lnTo>
                    <a:pt x="8387210" y="340333"/>
                  </a:lnTo>
                  <a:lnTo>
                    <a:pt x="8437878" y="379848"/>
                  </a:lnTo>
                  <a:lnTo>
                    <a:pt x="8488182" y="422048"/>
                  </a:lnTo>
                  <a:lnTo>
                    <a:pt x="8538330" y="466761"/>
                  </a:lnTo>
                  <a:lnTo>
                    <a:pt x="8588460" y="513733"/>
                  </a:lnTo>
                  <a:lnTo>
                    <a:pt x="8638651" y="562625"/>
                  </a:lnTo>
                  <a:lnTo>
                    <a:pt x="8688931" y="613029"/>
                  </a:lnTo>
                  <a:lnTo>
                    <a:pt x="8739292" y="664473"/>
                  </a:lnTo>
                  <a:lnTo>
                    <a:pt x="8789700" y="716442"/>
                  </a:lnTo>
                  <a:lnTo>
                    <a:pt x="8840107" y="768400"/>
                  </a:lnTo>
                  <a:lnTo>
                    <a:pt x="8890465" y="819811"/>
                  </a:lnTo>
                  <a:lnTo>
                    <a:pt x="8940741" y="870160"/>
                  </a:lnTo>
                  <a:lnTo>
                    <a:pt x="8990929" y="918979"/>
                  </a:lnTo>
                  <a:lnTo>
                    <a:pt x="9041058" y="965862"/>
                  </a:lnTo>
                  <a:lnTo>
                    <a:pt x="9091209" y="1010474"/>
                  </a:lnTo>
                  <a:lnTo>
                    <a:pt x="9141524" y="1052564"/>
                  </a:lnTo>
                  <a:lnTo>
                    <a:pt x="9192213" y="1091963"/>
                  </a:lnTo>
                  <a:lnTo>
                    <a:pt x="9243569" y="1128583"/>
                  </a:lnTo>
                  <a:lnTo>
                    <a:pt x="9295982" y="1162410"/>
                  </a:lnTo>
                  <a:lnTo>
                    <a:pt x="9347647" y="1192244"/>
                  </a:lnTo>
                  <a:lnTo>
                    <a:pt x="9399327" y="1218678"/>
                  </a:lnTo>
                  <a:lnTo>
                    <a:pt x="9453437" y="1242826"/>
                  </a:lnTo>
                  <a:lnTo>
                    <a:pt x="9510653" y="1264769"/>
                  </a:lnTo>
                  <a:lnTo>
                    <a:pt x="9571717" y="1284664"/>
                  </a:lnTo>
                  <a:lnTo>
                    <a:pt x="9637398" y="1302696"/>
                  </a:lnTo>
                  <a:lnTo>
                    <a:pt x="9708451" y="1319059"/>
                  </a:lnTo>
                  <a:lnTo>
                    <a:pt x="9785567" y="1333933"/>
                  </a:lnTo>
                  <a:lnTo>
                    <a:pt x="9869302" y="1347479"/>
                  </a:lnTo>
                  <a:lnTo>
                    <a:pt x="9959992" y="1359830"/>
                  </a:lnTo>
                  <a:lnTo>
                    <a:pt x="10057637" y="1371087"/>
                  </a:lnTo>
                  <a:lnTo>
                    <a:pt x="10161764" y="1381321"/>
                  </a:lnTo>
                  <a:lnTo>
                    <a:pt x="10271281" y="1390572"/>
                  </a:lnTo>
                  <a:lnTo>
                    <a:pt x="10384358" y="1398852"/>
                  </a:lnTo>
                  <a:lnTo>
                    <a:pt x="10498362" y="1406150"/>
                  </a:lnTo>
                  <a:lnTo>
                    <a:pt x="10609921" y="1412447"/>
                  </a:lnTo>
                  <a:lnTo>
                    <a:pt x="10715144" y="1417724"/>
                  </a:lnTo>
                  <a:lnTo>
                    <a:pt x="10810034" y="1421983"/>
                  </a:lnTo>
                  <a:lnTo>
                    <a:pt x="10891029" y="1425256"/>
                  </a:lnTo>
                  <a:lnTo>
                    <a:pt x="10955582" y="1427616"/>
                  </a:lnTo>
                  <a:lnTo>
                    <a:pt x="11002643" y="1429180"/>
                  </a:lnTo>
                  <a:lnTo>
                    <a:pt x="11032904" y="1430098"/>
                  </a:lnTo>
                  <a:lnTo>
                    <a:pt x="11048805" y="1430539"/>
                  </a:lnTo>
                  <a:lnTo>
                    <a:pt x="11054350" y="1430680"/>
                  </a:lnTo>
                  <a:lnTo>
                    <a:pt x="11054891" y="1430693"/>
                  </a:lnTo>
                  <a:lnTo>
                    <a:pt x="12049831" y="1430693"/>
                  </a:lnTo>
                  <a:lnTo>
                    <a:pt x="12049831" y="14306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8" name="pl1237"/>
            <p:cNvSpPr/>
            <p:nvPr/>
          </p:nvSpPr>
          <p:spPr>
            <a:xfrm>
              <a:off x="1199187" y="3401007"/>
              <a:ext cx="12049831" cy="1430693"/>
            </a:xfrm>
            <a:custGeom>
              <a:avLst/>
              <a:pathLst>
                <a:path w="12049831" h="1430693">
                  <a:moveTo>
                    <a:pt x="12049831" y="1430693"/>
                  </a:moveTo>
                  <a:lnTo>
                    <a:pt x="11054891" y="1430693"/>
                  </a:lnTo>
                  <a:lnTo>
                    <a:pt x="11053771" y="1430666"/>
                  </a:lnTo>
                  <a:lnTo>
                    <a:pt x="11046375" y="1430474"/>
                  </a:lnTo>
                  <a:lnTo>
                    <a:pt x="11027626" y="1429944"/>
                  </a:lnTo>
                  <a:lnTo>
                    <a:pt x="10993843" y="1428899"/>
                  </a:lnTo>
                  <a:lnTo>
                    <a:pt x="10942956" y="1427173"/>
                  </a:lnTo>
                  <a:lnTo>
                    <a:pt x="10874661" y="1424622"/>
                  </a:lnTo>
                  <a:lnTo>
                    <a:pt x="10790369" y="1421138"/>
                  </a:lnTo>
                  <a:lnTo>
                    <a:pt x="10692891" y="1416658"/>
                  </a:lnTo>
                  <a:lnTo>
                    <a:pt x="10585938" y="1411157"/>
                  </a:lnTo>
                  <a:lnTo>
                    <a:pt x="10473525" y="1404640"/>
                  </a:lnTo>
                  <a:lnTo>
                    <a:pt x="10359459" y="1397125"/>
                  </a:lnTo>
                  <a:lnTo>
                    <a:pt x="10246964" y="1388633"/>
                  </a:lnTo>
                  <a:lnTo>
                    <a:pt x="10138496" y="1379169"/>
                  </a:lnTo>
                  <a:lnTo>
                    <a:pt x="10035716" y="1368716"/>
                  </a:lnTo>
                  <a:lnTo>
                    <a:pt x="9939569" y="1357227"/>
                  </a:lnTo>
                  <a:lnTo>
                    <a:pt x="9850413" y="1344625"/>
                  </a:lnTo>
                  <a:lnTo>
                    <a:pt x="9768162" y="1330801"/>
                  </a:lnTo>
                  <a:lnTo>
                    <a:pt x="9692426" y="1315615"/>
                  </a:lnTo>
                  <a:lnTo>
                    <a:pt x="9622608" y="1298904"/>
                  </a:lnTo>
                  <a:lnTo>
                    <a:pt x="9558002" y="1280481"/>
                  </a:lnTo>
                  <a:lnTo>
                    <a:pt x="9497845" y="1260154"/>
                  </a:lnTo>
                  <a:lnTo>
                    <a:pt x="9441370" y="1237740"/>
                  </a:lnTo>
                  <a:lnTo>
                    <a:pt x="9387846" y="1213096"/>
                  </a:lnTo>
                  <a:lnTo>
                    <a:pt x="9347647" y="1192244"/>
                  </a:lnTo>
                  <a:lnTo>
                    <a:pt x="9293747" y="1161041"/>
                  </a:lnTo>
                  <a:lnTo>
                    <a:pt x="9241387" y="1127097"/>
                  </a:lnTo>
                  <a:lnTo>
                    <a:pt x="9190067" y="1090359"/>
                  </a:lnTo>
                  <a:lnTo>
                    <a:pt x="9139399" y="1050844"/>
                  </a:lnTo>
                  <a:lnTo>
                    <a:pt x="9089095" y="1008644"/>
                  </a:lnTo>
                  <a:lnTo>
                    <a:pt x="9038947" y="963931"/>
                  </a:lnTo>
                  <a:lnTo>
                    <a:pt x="8988816" y="916960"/>
                  </a:lnTo>
                  <a:lnTo>
                    <a:pt x="8938625" y="868067"/>
                  </a:lnTo>
                  <a:lnTo>
                    <a:pt x="8888345" y="817663"/>
                  </a:lnTo>
                  <a:lnTo>
                    <a:pt x="8837984" y="766219"/>
                  </a:lnTo>
                  <a:lnTo>
                    <a:pt x="8787576" y="714250"/>
                  </a:lnTo>
                  <a:lnTo>
                    <a:pt x="8737170" y="662292"/>
                  </a:lnTo>
                  <a:lnTo>
                    <a:pt x="8686812" y="610881"/>
                  </a:lnTo>
                  <a:lnTo>
                    <a:pt x="8636535" y="560532"/>
                  </a:lnTo>
                  <a:lnTo>
                    <a:pt x="8586348" y="511713"/>
                  </a:lnTo>
                  <a:lnTo>
                    <a:pt x="8536219" y="464830"/>
                  </a:lnTo>
                  <a:lnTo>
                    <a:pt x="8486067" y="420218"/>
                  </a:lnTo>
                  <a:lnTo>
                    <a:pt x="8435752" y="378128"/>
                  </a:lnTo>
                  <a:lnTo>
                    <a:pt x="8385064" y="338729"/>
                  </a:lnTo>
                  <a:lnTo>
                    <a:pt x="8333708" y="302110"/>
                  </a:lnTo>
                  <a:lnTo>
                    <a:pt x="8281295" y="268282"/>
                  </a:lnTo>
                  <a:lnTo>
                    <a:pt x="8229629" y="238448"/>
                  </a:lnTo>
                  <a:lnTo>
                    <a:pt x="8177949" y="212015"/>
                  </a:lnTo>
                  <a:lnTo>
                    <a:pt x="8123839" y="187866"/>
                  </a:lnTo>
                  <a:lnTo>
                    <a:pt x="8066624" y="165923"/>
                  </a:lnTo>
                  <a:lnTo>
                    <a:pt x="8005560" y="146028"/>
                  </a:lnTo>
                  <a:lnTo>
                    <a:pt x="7939879" y="127996"/>
                  </a:lnTo>
                  <a:lnTo>
                    <a:pt x="7868825" y="111633"/>
                  </a:lnTo>
                  <a:lnTo>
                    <a:pt x="7791710" y="96759"/>
                  </a:lnTo>
                  <a:lnTo>
                    <a:pt x="7707975" y="83213"/>
                  </a:lnTo>
                  <a:lnTo>
                    <a:pt x="7617284" y="70862"/>
                  </a:lnTo>
                  <a:lnTo>
                    <a:pt x="7519639" y="59605"/>
                  </a:lnTo>
                  <a:lnTo>
                    <a:pt x="7415513" y="49371"/>
                  </a:lnTo>
                  <a:lnTo>
                    <a:pt x="7305995" y="40120"/>
                  </a:lnTo>
                  <a:lnTo>
                    <a:pt x="7192919" y="31840"/>
                  </a:lnTo>
                  <a:lnTo>
                    <a:pt x="7078915" y="24542"/>
                  </a:lnTo>
                  <a:lnTo>
                    <a:pt x="6967356" y="18245"/>
                  </a:lnTo>
                  <a:lnTo>
                    <a:pt x="6862132" y="12968"/>
                  </a:lnTo>
                  <a:lnTo>
                    <a:pt x="6767242" y="8709"/>
                  </a:lnTo>
                  <a:lnTo>
                    <a:pt x="6686248" y="5436"/>
                  </a:lnTo>
                  <a:lnTo>
                    <a:pt x="6621694" y="3076"/>
                  </a:lnTo>
                  <a:lnTo>
                    <a:pt x="6574634" y="1512"/>
                  </a:lnTo>
                  <a:lnTo>
                    <a:pt x="6544373" y="594"/>
                  </a:lnTo>
                  <a:lnTo>
                    <a:pt x="6528471" y="154"/>
                  </a:lnTo>
                  <a:lnTo>
                    <a:pt x="6522926" y="1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5" y="26"/>
                  </a:lnTo>
                  <a:lnTo>
                    <a:pt x="5518928" y="217"/>
                  </a:lnTo>
                  <a:lnTo>
                    <a:pt x="5500175" y="743"/>
                  </a:lnTo>
                  <a:lnTo>
                    <a:pt x="5466386" y="1780"/>
                  </a:lnTo>
                  <a:lnTo>
                    <a:pt x="5415489" y="3494"/>
                  </a:lnTo>
                  <a:lnTo>
                    <a:pt x="5347183" y="6027"/>
                  </a:lnTo>
                  <a:lnTo>
                    <a:pt x="5262878" y="9486"/>
                  </a:lnTo>
                  <a:lnTo>
                    <a:pt x="5165388" y="13934"/>
                  </a:lnTo>
                  <a:lnTo>
                    <a:pt x="5058423" y="19396"/>
                  </a:lnTo>
                  <a:lnTo>
                    <a:pt x="4946000" y="25867"/>
                  </a:lnTo>
                  <a:lnTo>
                    <a:pt x="4831926" y="33327"/>
                  </a:lnTo>
                  <a:lnTo>
                    <a:pt x="4719425" y="41758"/>
                  </a:lnTo>
                  <a:lnTo>
                    <a:pt x="4610954" y="51154"/>
                  </a:lnTo>
                  <a:lnTo>
                    <a:pt x="4508173" y="61533"/>
                  </a:lnTo>
                  <a:lnTo>
                    <a:pt x="4412026" y="72940"/>
                  </a:lnTo>
                  <a:lnTo>
                    <a:pt x="4322871" y="85451"/>
                  </a:lnTo>
                  <a:lnTo>
                    <a:pt x="4240623" y="99177"/>
                  </a:lnTo>
                  <a:lnTo>
                    <a:pt x="4164888" y="114254"/>
                  </a:lnTo>
                  <a:lnTo>
                    <a:pt x="4095074" y="130846"/>
                  </a:lnTo>
                  <a:lnTo>
                    <a:pt x="4030469" y="149137"/>
                  </a:lnTo>
                  <a:lnTo>
                    <a:pt x="3970314" y="169320"/>
                  </a:lnTo>
                  <a:lnTo>
                    <a:pt x="3913840" y="191574"/>
                  </a:lnTo>
                  <a:lnTo>
                    <a:pt x="3860316" y="216043"/>
                  </a:lnTo>
                  <a:lnTo>
                    <a:pt x="3820202" y="236701"/>
                  </a:lnTo>
                  <a:lnTo>
                    <a:pt x="3766219" y="267725"/>
                  </a:lnTo>
                  <a:lnTo>
                    <a:pt x="3713782" y="301480"/>
                  </a:lnTo>
                  <a:lnTo>
                    <a:pt x="3662385" y="338015"/>
                  </a:lnTo>
                  <a:lnTo>
                    <a:pt x="3611642" y="377316"/>
                  </a:lnTo>
                  <a:lnTo>
                    <a:pt x="3561262" y="419289"/>
                  </a:lnTo>
                  <a:lnTo>
                    <a:pt x="3511037" y="463764"/>
                  </a:lnTo>
                  <a:lnTo>
                    <a:pt x="3460829" y="510484"/>
                  </a:lnTo>
                  <a:lnTo>
                    <a:pt x="3410559" y="559113"/>
                  </a:lnTo>
                  <a:lnTo>
                    <a:pt x="3360200" y="609241"/>
                  </a:lnTo>
                  <a:lnTo>
                    <a:pt x="3309761" y="660398"/>
                  </a:lnTo>
                  <a:lnTo>
                    <a:pt x="3259275" y="712071"/>
                  </a:lnTo>
                  <a:lnTo>
                    <a:pt x="3208791" y="763723"/>
                  </a:lnTo>
                  <a:lnTo>
                    <a:pt x="3158356" y="814820"/>
                  </a:lnTo>
                  <a:lnTo>
                    <a:pt x="3108004" y="864850"/>
                  </a:lnTo>
                  <a:lnTo>
                    <a:pt x="3057741" y="913347"/>
                  </a:lnTo>
                  <a:lnTo>
                    <a:pt x="3007535" y="959908"/>
                  </a:lnTo>
                  <a:lnTo>
                    <a:pt x="2957304" y="1004200"/>
                  </a:lnTo>
                  <a:lnTo>
                    <a:pt x="2906905" y="1045976"/>
                  </a:lnTo>
                  <a:lnTo>
                    <a:pt x="2856123" y="1085068"/>
                  </a:lnTo>
                  <a:lnTo>
                    <a:pt x="2804663" y="1121392"/>
                  </a:lnTo>
                  <a:lnTo>
                    <a:pt x="2752127" y="1154937"/>
                  </a:lnTo>
                  <a:lnTo>
                    <a:pt x="2702183" y="1183509"/>
                  </a:lnTo>
                  <a:lnTo>
                    <a:pt x="2650500" y="1209751"/>
                  </a:lnTo>
                  <a:lnTo>
                    <a:pt x="2596386" y="1233724"/>
                  </a:lnTo>
                  <a:lnTo>
                    <a:pt x="2539165" y="1255508"/>
                  </a:lnTo>
                  <a:lnTo>
                    <a:pt x="2478096" y="1275257"/>
                  </a:lnTo>
                  <a:lnTo>
                    <a:pt x="2412409" y="1293158"/>
                  </a:lnTo>
                  <a:lnTo>
                    <a:pt x="2341348" y="1309402"/>
                  </a:lnTo>
                  <a:lnTo>
                    <a:pt x="2264225" y="1324168"/>
                  </a:lnTo>
                  <a:lnTo>
                    <a:pt x="2180480" y="1337615"/>
                  </a:lnTo>
                  <a:lnTo>
                    <a:pt x="2089779" y="1349875"/>
                  </a:lnTo>
                  <a:lnTo>
                    <a:pt x="1992123" y="1361050"/>
                  </a:lnTo>
                  <a:lnTo>
                    <a:pt x="1887985" y="1371209"/>
                  </a:lnTo>
                  <a:lnTo>
                    <a:pt x="1778456" y="1380392"/>
                  </a:lnTo>
                  <a:lnTo>
                    <a:pt x="1665369" y="1388611"/>
                  </a:lnTo>
                  <a:lnTo>
                    <a:pt x="1551358" y="1395855"/>
                  </a:lnTo>
                  <a:lnTo>
                    <a:pt x="1439796" y="1402105"/>
                  </a:lnTo>
                  <a:lnTo>
                    <a:pt x="1334574" y="1407343"/>
                  </a:lnTo>
                  <a:lnTo>
                    <a:pt x="1239692" y="1411570"/>
                  </a:lnTo>
                  <a:lnTo>
                    <a:pt x="1158710" y="1414818"/>
                  </a:lnTo>
                  <a:lnTo>
                    <a:pt x="1094174" y="1417160"/>
                  </a:lnTo>
                  <a:lnTo>
                    <a:pt x="1047134" y="1418712"/>
                  </a:lnTo>
                  <a:lnTo>
                    <a:pt x="1016894" y="1419622"/>
                  </a:lnTo>
                  <a:lnTo>
                    <a:pt x="1001010" y="1420059"/>
                  </a:lnTo>
                  <a:lnTo>
                    <a:pt x="995477" y="1420199"/>
                  </a:lnTo>
                  <a:lnTo>
                    <a:pt x="994940" y="1420211"/>
                  </a:lnTo>
                  <a:lnTo>
                    <a:pt x="0" y="1420211"/>
                  </a:lnTo>
                  <a:lnTo>
                    <a:pt x="0" y="14202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9" name="pg1238"/>
            <p:cNvSpPr/>
            <p:nvPr/>
          </p:nvSpPr>
          <p:spPr>
            <a:xfrm>
              <a:off x="1199187" y="3458653"/>
              <a:ext cx="12049831" cy="3112936"/>
            </a:xfrm>
            <a:custGeom>
              <a:avLst/>
              <a:pathLst>
                <a:path w="12049831" h="3112936">
                  <a:moveTo>
                    <a:pt x="0" y="1373046"/>
                  </a:moveTo>
                  <a:lnTo>
                    <a:pt x="994940" y="1373046"/>
                  </a:lnTo>
                  <a:lnTo>
                    <a:pt x="996061" y="1373020"/>
                  </a:lnTo>
                  <a:lnTo>
                    <a:pt x="1003466" y="1372836"/>
                  </a:lnTo>
                  <a:lnTo>
                    <a:pt x="1022236" y="1372329"/>
                  </a:lnTo>
                  <a:lnTo>
                    <a:pt x="1056057" y="1371329"/>
                  </a:lnTo>
                  <a:lnTo>
                    <a:pt x="1106998" y="1369677"/>
                  </a:lnTo>
                  <a:lnTo>
                    <a:pt x="1175359" y="1367234"/>
                  </a:lnTo>
                  <a:lnTo>
                    <a:pt x="1259726" y="1363900"/>
                  </a:lnTo>
                  <a:lnTo>
                    <a:pt x="1357278" y="1359612"/>
                  </a:lnTo>
                  <a:lnTo>
                    <a:pt x="1464302" y="1354348"/>
                  </a:lnTo>
                  <a:lnTo>
                    <a:pt x="1576774" y="1348110"/>
                  </a:lnTo>
                  <a:lnTo>
                    <a:pt x="1690887" y="1340919"/>
                  </a:lnTo>
                  <a:lnTo>
                    <a:pt x="1803414" y="1332793"/>
                  </a:lnTo>
                  <a:lnTo>
                    <a:pt x="1911902" y="1323736"/>
                  </a:lnTo>
                  <a:lnTo>
                    <a:pt x="2014688" y="1313733"/>
                  </a:lnTo>
                  <a:lnTo>
                    <a:pt x="2110834" y="1302738"/>
                  </a:lnTo>
                  <a:lnTo>
                    <a:pt x="2199982" y="1290678"/>
                  </a:lnTo>
                  <a:lnTo>
                    <a:pt x="2282220" y="1277448"/>
                  </a:lnTo>
                  <a:lnTo>
                    <a:pt x="2357944" y="1262914"/>
                  </a:lnTo>
                  <a:lnTo>
                    <a:pt x="2427747" y="1246918"/>
                  </a:lnTo>
                  <a:lnTo>
                    <a:pt x="2492341" y="1229284"/>
                  </a:lnTo>
                  <a:lnTo>
                    <a:pt x="2552489" y="1209827"/>
                  </a:lnTo>
                  <a:lnTo>
                    <a:pt x="2608958" y="1188371"/>
                  </a:lnTo>
                  <a:lnTo>
                    <a:pt x="2662480" y="1164780"/>
                  </a:lnTo>
                  <a:lnTo>
                    <a:pt x="2702183" y="1145078"/>
                  </a:lnTo>
                  <a:lnTo>
                    <a:pt x="2756575" y="1114959"/>
                  </a:lnTo>
                  <a:lnTo>
                    <a:pt x="2809403" y="1082168"/>
                  </a:lnTo>
                  <a:lnTo>
                    <a:pt x="2861180" y="1046657"/>
                  </a:lnTo>
                  <a:lnTo>
                    <a:pt x="2912301" y="1008444"/>
                  </a:lnTo>
                  <a:lnTo>
                    <a:pt x="2963061" y="967620"/>
                  </a:lnTo>
                  <a:lnTo>
                    <a:pt x="3013670" y="924359"/>
                  </a:lnTo>
                  <a:lnTo>
                    <a:pt x="3064267" y="878915"/>
                  </a:lnTo>
                  <a:lnTo>
                    <a:pt x="3114929" y="831623"/>
                  </a:lnTo>
                  <a:lnTo>
                    <a:pt x="3165682" y="782893"/>
                  </a:lnTo>
                  <a:lnTo>
                    <a:pt x="3216516" y="733190"/>
                  </a:lnTo>
                  <a:lnTo>
                    <a:pt x="3267392" y="683023"/>
                  </a:lnTo>
                  <a:lnTo>
                    <a:pt x="3318263" y="632921"/>
                  </a:lnTo>
                  <a:lnTo>
                    <a:pt x="3369079" y="583409"/>
                  </a:lnTo>
                  <a:lnTo>
                    <a:pt x="3419810" y="534988"/>
                  </a:lnTo>
                  <a:lnTo>
                    <a:pt x="3470452" y="488112"/>
                  </a:lnTo>
                  <a:lnTo>
                    <a:pt x="3521042" y="443172"/>
                  </a:lnTo>
                  <a:lnTo>
                    <a:pt x="3571673" y="400485"/>
                  </a:lnTo>
                  <a:lnTo>
                    <a:pt x="3622499" y="360284"/>
                  </a:lnTo>
                  <a:lnTo>
                    <a:pt x="3673749" y="322724"/>
                  </a:lnTo>
                  <a:lnTo>
                    <a:pt x="3725742" y="287877"/>
                  </a:lnTo>
                  <a:lnTo>
                    <a:pt x="3778898" y="255744"/>
                  </a:lnTo>
                  <a:lnTo>
                    <a:pt x="3820202" y="233208"/>
                  </a:lnTo>
                  <a:lnTo>
                    <a:pt x="3871903" y="207926"/>
                  </a:lnTo>
                  <a:lnTo>
                    <a:pt x="3926037" y="184831"/>
                  </a:lnTo>
                  <a:lnTo>
                    <a:pt x="3983280" y="163845"/>
                  </a:lnTo>
                  <a:lnTo>
                    <a:pt x="4044375" y="144820"/>
                  </a:lnTo>
                  <a:lnTo>
                    <a:pt x="4110093" y="127577"/>
                  </a:lnTo>
                  <a:lnTo>
                    <a:pt x="4181188" y="111930"/>
                  </a:lnTo>
                  <a:lnTo>
                    <a:pt x="4258352" y="97707"/>
                  </a:lnTo>
                  <a:lnTo>
                    <a:pt x="4342143" y="84755"/>
                  </a:lnTo>
                  <a:lnTo>
                    <a:pt x="4432895" y="72946"/>
                  </a:lnTo>
                  <a:lnTo>
                    <a:pt x="4530608" y="62184"/>
                  </a:lnTo>
                  <a:lnTo>
                    <a:pt x="4634803" y="52399"/>
                  </a:lnTo>
                  <a:lnTo>
                    <a:pt x="4744387" y="43556"/>
                  </a:lnTo>
                  <a:lnTo>
                    <a:pt x="4857522" y="35642"/>
                  </a:lnTo>
                  <a:lnTo>
                    <a:pt x="4971570" y="28666"/>
                  </a:lnTo>
                  <a:lnTo>
                    <a:pt x="5083148" y="22650"/>
                  </a:lnTo>
                  <a:lnTo>
                    <a:pt x="5188362" y="17608"/>
                  </a:lnTo>
                  <a:lnTo>
                    <a:pt x="5283207" y="13542"/>
                  </a:lnTo>
                  <a:lnTo>
                    <a:pt x="5364124" y="10418"/>
                  </a:lnTo>
                  <a:lnTo>
                    <a:pt x="5428573" y="8167"/>
                  </a:lnTo>
                  <a:lnTo>
                    <a:pt x="5475513" y="6676"/>
                  </a:lnTo>
                  <a:lnTo>
                    <a:pt x="5505652" y="5804"/>
                  </a:lnTo>
                  <a:lnTo>
                    <a:pt x="5521449" y="5385"/>
                  </a:lnTo>
                  <a:lnTo>
                    <a:pt x="5526924" y="5252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51" y="5296"/>
                  </a:lnTo>
                  <a:lnTo>
                    <a:pt x="6530488" y="5691"/>
                  </a:lnTo>
                  <a:lnTo>
                    <a:pt x="6548352" y="6784"/>
                  </a:lnTo>
                  <a:lnTo>
                    <a:pt x="6580602" y="8937"/>
                  </a:lnTo>
                  <a:lnTo>
                    <a:pt x="6629300" y="12500"/>
                  </a:lnTo>
                  <a:lnTo>
                    <a:pt x="6694864" y="17771"/>
                  </a:lnTo>
                  <a:lnTo>
                    <a:pt x="6776098" y="24980"/>
                  </a:lnTo>
                  <a:lnTo>
                    <a:pt x="6870454" y="34269"/>
                  </a:lnTo>
                  <a:lnTo>
                    <a:pt x="6974486" y="45698"/>
                  </a:lnTo>
                  <a:lnTo>
                    <a:pt x="7084385" y="59265"/>
                  </a:lnTo>
                  <a:lnTo>
                    <a:pt x="7196475" y="74933"/>
                  </a:lnTo>
                  <a:lnTo>
                    <a:pt x="7307575" y="92658"/>
                  </a:lnTo>
                  <a:lnTo>
                    <a:pt x="7415203" y="112422"/>
                  </a:lnTo>
                  <a:lnTo>
                    <a:pt x="7517625" y="134249"/>
                  </a:lnTo>
                  <a:lnTo>
                    <a:pt x="7613798" y="158221"/>
                  </a:lnTo>
                  <a:lnTo>
                    <a:pt x="7703257" y="184480"/>
                  </a:lnTo>
                  <a:lnTo>
                    <a:pt x="7785986" y="213236"/>
                  </a:lnTo>
                  <a:lnTo>
                    <a:pt x="7862287" y="244757"/>
                  </a:lnTo>
                  <a:lnTo>
                    <a:pt x="7932676" y="279370"/>
                  </a:lnTo>
                  <a:lnTo>
                    <a:pt x="7997801" y="317446"/>
                  </a:lnTo>
                  <a:lnTo>
                    <a:pt x="8058373" y="359380"/>
                  </a:lnTo>
                  <a:lnTo>
                    <a:pt x="8115125" y="405563"/>
                  </a:lnTo>
                  <a:lnTo>
                    <a:pt x="8168767" y="456330"/>
                  </a:lnTo>
                  <a:lnTo>
                    <a:pt x="8219955" y="511882"/>
                  </a:lnTo>
                  <a:lnTo>
                    <a:pt x="8229629" y="523189"/>
                  </a:lnTo>
                  <a:lnTo>
                    <a:pt x="8272362" y="576251"/>
                  </a:lnTo>
                  <a:lnTo>
                    <a:pt x="8314060" y="633009"/>
                  </a:lnTo>
                  <a:lnTo>
                    <a:pt x="8354990" y="693538"/>
                  </a:lnTo>
                  <a:lnTo>
                    <a:pt x="8395370" y="757860"/>
                  </a:lnTo>
                  <a:lnTo>
                    <a:pt x="8435377" y="825938"/>
                  </a:lnTo>
                  <a:lnTo>
                    <a:pt x="8475151" y="897670"/>
                  </a:lnTo>
                  <a:lnTo>
                    <a:pt x="8514800" y="972884"/>
                  </a:lnTo>
                  <a:lnTo>
                    <a:pt x="8554404" y="1051340"/>
                  </a:lnTo>
                  <a:lnTo>
                    <a:pt x="8594017" y="1132726"/>
                  </a:lnTo>
                  <a:lnTo>
                    <a:pt x="8633672" y="1216664"/>
                  </a:lnTo>
                  <a:lnTo>
                    <a:pt x="8673383" y="1302713"/>
                  </a:lnTo>
                  <a:lnTo>
                    <a:pt x="8713149" y="1390379"/>
                  </a:lnTo>
                  <a:lnTo>
                    <a:pt x="8752957" y="1479127"/>
                  </a:lnTo>
                  <a:lnTo>
                    <a:pt x="8792787" y="1568392"/>
                  </a:lnTo>
                  <a:lnTo>
                    <a:pt x="8832614" y="1657597"/>
                  </a:lnTo>
                  <a:lnTo>
                    <a:pt x="8872414" y="1746166"/>
                  </a:lnTo>
                  <a:lnTo>
                    <a:pt x="8912170" y="1833538"/>
                  </a:lnTo>
                  <a:lnTo>
                    <a:pt x="8951869" y="1919186"/>
                  </a:lnTo>
                  <a:lnTo>
                    <a:pt x="8991513" y="2002626"/>
                  </a:lnTo>
                  <a:lnTo>
                    <a:pt x="9031121" y="2083431"/>
                  </a:lnTo>
                  <a:lnTo>
                    <a:pt x="9070729" y="2161235"/>
                  </a:lnTo>
                  <a:lnTo>
                    <a:pt x="9110397" y="2235742"/>
                  </a:lnTo>
                  <a:lnTo>
                    <a:pt x="9150210" y="2306724"/>
                  </a:lnTo>
                  <a:lnTo>
                    <a:pt x="9190282" y="2374026"/>
                  </a:lnTo>
                  <a:lnTo>
                    <a:pt x="9230760" y="2437559"/>
                  </a:lnTo>
                  <a:lnTo>
                    <a:pt x="9271830" y="2497299"/>
                  </a:lnTo>
                  <a:lnTo>
                    <a:pt x="9313720" y="2553279"/>
                  </a:lnTo>
                  <a:lnTo>
                    <a:pt x="9347647" y="2594987"/>
                  </a:lnTo>
                  <a:lnTo>
                    <a:pt x="9398429" y="2651469"/>
                  </a:lnTo>
                  <a:lnTo>
                    <a:pt x="9451547" y="2703152"/>
                  </a:lnTo>
                  <a:lnTo>
                    <a:pt x="9507642" y="2750199"/>
                  </a:lnTo>
                  <a:lnTo>
                    <a:pt x="9567418" y="2792926"/>
                  </a:lnTo>
                  <a:lnTo>
                    <a:pt x="9631604" y="2831718"/>
                  </a:lnTo>
                  <a:lnTo>
                    <a:pt x="9700921" y="2866971"/>
                  </a:lnTo>
                  <a:lnTo>
                    <a:pt x="9776032" y="2899064"/>
                  </a:lnTo>
                  <a:lnTo>
                    <a:pt x="9857485" y="2928332"/>
                  </a:lnTo>
                  <a:lnTo>
                    <a:pt x="9945631" y="2955056"/>
                  </a:lnTo>
                  <a:lnTo>
                    <a:pt x="10040525" y="2979458"/>
                  </a:lnTo>
                  <a:lnTo>
                    <a:pt x="10141799" y="3001692"/>
                  </a:lnTo>
                  <a:lnTo>
                    <a:pt x="10248532" y="3021852"/>
                  </a:lnTo>
                  <a:lnTo>
                    <a:pt x="10359131" y="3039972"/>
                  </a:lnTo>
                  <a:lnTo>
                    <a:pt x="10471257" y="3056041"/>
                  </a:lnTo>
                  <a:lnTo>
                    <a:pt x="10581856" y="3070018"/>
                  </a:lnTo>
                  <a:lnTo>
                    <a:pt x="10687323" y="3081863"/>
                  </a:lnTo>
                  <a:lnTo>
                    <a:pt x="10783840" y="3091564"/>
                  </a:lnTo>
                  <a:lnTo>
                    <a:pt x="10867848" y="3099167"/>
                  </a:lnTo>
                  <a:lnTo>
                    <a:pt x="10936586" y="3104798"/>
                  </a:lnTo>
                  <a:lnTo>
                    <a:pt x="10988568" y="3108669"/>
                  </a:lnTo>
                  <a:lnTo>
                    <a:pt x="11023890" y="3111070"/>
                  </a:lnTo>
                  <a:lnTo>
                    <a:pt x="11044305" y="3112339"/>
                  </a:lnTo>
                  <a:lnTo>
                    <a:pt x="11053098" y="3112841"/>
                  </a:lnTo>
                  <a:lnTo>
                    <a:pt x="11054891" y="3112936"/>
                  </a:lnTo>
                  <a:lnTo>
                    <a:pt x="12049831" y="3112936"/>
                  </a:lnTo>
                  <a:lnTo>
                    <a:pt x="12049831" y="3107696"/>
                  </a:lnTo>
                  <a:lnTo>
                    <a:pt x="11054891" y="3107696"/>
                  </a:lnTo>
                  <a:lnTo>
                    <a:pt x="11053826" y="3107640"/>
                  </a:lnTo>
                  <a:lnTo>
                    <a:pt x="11046789" y="3107244"/>
                  </a:lnTo>
                  <a:lnTo>
                    <a:pt x="11028924" y="3106152"/>
                  </a:lnTo>
                  <a:lnTo>
                    <a:pt x="10996674" y="3103998"/>
                  </a:lnTo>
                  <a:lnTo>
                    <a:pt x="10947976" y="3100436"/>
                  </a:lnTo>
                  <a:lnTo>
                    <a:pt x="10882412" y="3095164"/>
                  </a:lnTo>
                  <a:lnTo>
                    <a:pt x="10801178" y="3087956"/>
                  </a:lnTo>
                  <a:lnTo>
                    <a:pt x="10706822" y="3078667"/>
                  </a:lnTo>
                  <a:lnTo>
                    <a:pt x="10602790" y="3067237"/>
                  </a:lnTo>
                  <a:lnTo>
                    <a:pt x="10492891" y="3053670"/>
                  </a:lnTo>
                  <a:lnTo>
                    <a:pt x="10380802" y="3038003"/>
                  </a:lnTo>
                  <a:lnTo>
                    <a:pt x="10269702" y="3020278"/>
                  </a:lnTo>
                  <a:lnTo>
                    <a:pt x="10162073" y="3000514"/>
                  </a:lnTo>
                  <a:lnTo>
                    <a:pt x="10059651" y="2978687"/>
                  </a:lnTo>
                  <a:lnTo>
                    <a:pt x="9963478" y="2954715"/>
                  </a:lnTo>
                  <a:lnTo>
                    <a:pt x="9874019" y="2928455"/>
                  </a:lnTo>
                  <a:lnTo>
                    <a:pt x="9791290" y="2899700"/>
                  </a:lnTo>
                  <a:lnTo>
                    <a:pt x="9714990" y="2868178"/>
                  </a:lnTo>
                  <a:lnTo>
                    <a:pt x="9644600" y="2833565"/>
                  </a:lnTo>
                  <a:lnTo>
                    <a:pt x="9579476" y="2795490"/>
                  </a:lnTo>
                  <a:lnTo>
                    <a:pt x="9518903" y="2753555"/>
                  </a:lnTo>
                  <a:lnTo>
                    <a:pt x="9462152" y="2707372"/>
                  </a:lnTo>
                  <a:lnTo>
                    <a:pt x="9408510" y="2656605"/>
                  </a:lnTo>
                  <a:lnTo>
                    <a:pt x="9357322" y="2601054"/>
                  </a:lnTo>
                  <a:lnTo>
                    <a:pt x="9347647" y="2589746"/>
                  </a:lnTo>
                  <a:lnTo>
                    <a:pt x="9304914" y="2536684"/>
                  </a:lnTo>
                  <a:lnTo>
                    <a:pt x="9263216" y="2479927"/>
                  </a:lnTo>
                  <a:lnTo>
                    <a:pt x="9222287" y="2419398"/>
                  </a:lnTo>
                  <a:lnTo>
                    <a:pt x="9181907" y="2355076"/>
                  </a:lnTo>
                  <a:lnTo>
                    <a:pt x="9141900" y="2286998"/>
                  </a:lnTo>
                  <a:lnTo>
                    <a:pt x="9102126" y="2215266"/>
                  </a:lnTo>
                  <a:lnTo>
                    <a:pt x="9062476" y="2140052"/>
                  </a:lnTo>
                  <a:lnTo>
                    <a:pt x="9022873" y="2061596"/>
                  </a:lnTo>
                  <a:lnTo>
                    <a:pt x="8983260" y="1980209"/>
                  </a:lnTo>
                  <a:lnTo>
                    <a:pt x="8943604" y="1896272"/>
                  </a:lnTo>
                  <a:lnTo>
                    <a:pt x="8903893" y="1810223"/>
                  </a:lnTo>
                  <a:lnTo>
                    <a:pt x="8864127" y="1722557"/>
                  </a:lnTo>
                  <a:lnTo>
                    <a:pt x="8824319" y="1633809"/>
                  </a:lnTo>
                  <a:lnTo>
                    <a:pt x="8784490" y="1544544"/>
                  </a:lnTo>
                  <a:lnTo>
                    <a:pt x="8744663" y="1455338"/>
                  </a:lnTo>
                  <a:lnTo>
                    <a:pt x="8704862" y="1366770"/>
                  </a:lnTo>
                  <a:lnTo>
                    <a:pt x="8665107" y="1279398"/>
                  </a:lnTo>
                  <a:lnTo>
                    <a:pt x="8625408" y="1193750"/>
                  </a:lnTo>
                  <a:lnTo>
                    <a:pt x="8585763" y="1110309"/>
                  </a:lnTo>
                  <a:lnTo>
                    <a:pt x="8546155" y="1029504"/>
                  </a:lnTo>
                  <a:lnTo>
                    <a:pt x="8506547" y="951700"/>
                  </a:lnTo>
                  <a:lnTo>
                    <a:pt x="8466880" y="877194"/>
                  </a:lnTo>
                  <a:lnTo>
                    <a:pt x="8427067" y="806211"/>
                  </a:lnTo>
                  <a:lnTo>
                    <a:pt x="8386995" y="738910"/>
                  </a:lnTo>
                  <a:lnTo>
                    <a:pt x="8346516" y="675377"/>
                  </a:lnTo>
                  <a:lnTo>
                    <a:pt x="8305446" y="615637"/>
                  </a:lnTo>
                  <a:lnTo>
                    <a:pt x="8263557" y="559657"/>
                  </a:lnTo>
                  <a:lnTo>
                    <a:pt x="8229629" y="517949"/>
                  </a:lnTo>
                  <a:lnTo>
                    <a:pt x="8178848" y="461467"/>
                  </a:lnTo>
                  <a:lnTo>
                    <a:pt x="8125730" y="409784"/>
                  </a:lnTo>
                  <a:lnTo>
                    <a:pt x="8069634" y="362736"/>
                  </a:lnTo>
                  <a:lnTo>
                    <a:pt x="8009859" y="320009"/>
                  </a:lnTo>
                  <a:lnTo>
                    <a:pt x="7945672" y="281218"/>
                  </a:lnTo>
                  <a:lnTo>
                    <a:pt x="7876355" y="245965"/>
                  </a:lnTo>
                  <a:lnTo>
                    <a:pt x="7801244" y="213872"/>
                  </a:lnTo>
                  <a:lnTo>
                    <a:pt x="7719791" y="184604"/>
                  </a:lnTo>
                  <a:lnTo>
                    <a:pt x="7631645" y="157879"/>
                  </a:lnTo>
                  <a:lnTo>
                    <a:pt x="7536752" y="133478"/>
                  </a:lnTo>
                  <a:lnTo>
                    <a:pt x="7435478" y="111244"/>
                  </a:lnTo>
                  <a:lnTo>
                    <a:pt x="7328744" y="91084"/>
                  </a:lnTo>
                  <a:lnTo>
                    <a:pt x="7218146" y="72963"/>
                  </a:lnTo>
                  <a:lnTo>
                    <a:pt x="7106019" y="56895"/>
                  </a:lnTo>
                  <a:lnTo>
                    <a:pt x="6995421" y="42918"/>
                  </a:lnTo>
                  <a:lnTo>
                    <a:pt x="6889954" y="31073"/>
                  </a:lnTo>
                  <a:lnTo>
                    <a:pt x="6793437" y="21372"/>
                  </a:lnTo>
                  <a:lnTo>
                    <a:pt x="6709428" y="13769"/>
                  </a:lnTo>
                  <a:lnTo>
                    <a:pt x="6640691" y="8138"/>
                  </a:lnTo>
                  <a:lnTo>
                    <a:pt x="6588709" y="4266"/>
                  </a:lnTo>
                  <a:lnTo>
                    <a:pt x="6553386" y="1866"/>
                  </a:lnTo>
                  <a:lnTo>
                    <a:pt x="6532971" y="596"/>
                  </a:lnTo>
                  <a:lnTo>
                    <a:pt x="6524179" y="9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4" y="25"/>
                  </a:lnTo>
                  <a:lnTo>
                    <a:pt x="5518919" y="209"/>
                  </a:lnTo>
                  <a:lnTo>
                    <a:pt x="5500149" y="716"/>
                  </a:lnTo>
                  <a:lnTo>
                    <a:pt x="5466328" y="1716"/>
                  </a:lnTo>
                  <a:lnTo>
                    <a:pt x="5415387" y="3368"/>
                  </a:lnTo>
                  <a:lnTo>
                    <a:pt x="5347026" y="5811"/>
                  </a:lnTo>
                  <a:lnTo>
                    <a:pt x="5262659" y="9145"/>
                  </a:lnTo>
                  <a:lnTo>
                    <a:pt x="5165107" y="13433"/>
                  </a:lnTo>
                  <a:lnTo>
                    <a:pt x="5058083" y="18698"/>
                  </a:lnTo>
                  <a:lnTo>
                    <a:pt x="4945611" y="24935"/>
                  </a:lnTo>
                  <a:lnTo>
                    <a:pt x="4831498" y="32126"/>
                  </a:lnTo>
                  <a:lnTo>
                    <a:pt x="4718971" y="40253"/>
                  </a:lnTo>
                  <a:lnTo>
                    <a:pt x="4610483" y="49309"/>
                  </a:lnTo>
                  <a:lnTo>
                    <a:pt x="4507697" y="59313"/>
                  </a:lnTo>
                  <a:lnTo>
                    <a:pt x="4411551" y="70307"/>
                  </a:lnTo>
                  <a:lnTo>
                    <a:pt x="4322403" y="82367"/>
                  </a:lnTo>
                  <a:lnTo>
                    <a:pt x="4240165" y="95598"/>
                  </a:lnTo>
                  <a:lnTo>
                    <a:pt x="4164441" y="110131"/>
                  </a:lnTo>
                  <a:lnTo>
                    <a:pt x="4094638" y="126127"/>
                  </a:lnTo>
                  <a:lnTo>
                    <a:pt x="4030044" y="143761"/>
                  </a:lnTo>
                  <a:lnTo>
                    <a:pt x="3969896" y="163218"/>
                  </a:lnTo>
                  <a:lnTo>
                    <a:pt x="3913427" y="184674"/>
                  </a:lnTo>
                  <a:lnTo>
                    <a:pt x="3859905" y="208265"/>
                  </a:lnTo>
                  <a:lnTo>
                    <a:pt x="3820202" y="227967"/>
                  </a:lnTo>
                  <a:lnTo>
                    <a:pt x="3765810" y="258087"/>
                  </a:lnTo>
                  <a:lnTo>
                    <a:pt x="3712982" y="290877"/>
                  </a:lnTo>
                  <a:lnTo>
                    <a:pt x="3661205" y="326388"/>
                  </a:lnTo>
                  <a:lnTo>
                    <a:pt x="3610084" y="364601"/>
                  </a:lnTo>
                  <a:lnTo>
                    <a:pt x="3559324" y="405425"/>
                  </a:lnTo>
                  <a:lnTo>
                    <a:pt x="3508715" y="448687"/>
                  </a:lnTo>
                  <a:lnTo>
                    <a:pt x="3458118" y="494131"/>
                  </a:lnTo>
                  <a:lnTo>
                    <a:pt x="3407456" y="541422"/>
                  </a:lnTo>
                  <a:lnTo>
                    <a:pt x="3356703" y="590152"/>
                  </a:lnTo>
                  <a:lnTo>
                    <a:pt x="3305869" y="639855"/>
                  </a:lnTo>
                  <a:lnTo>
                    <a:pt x="3254993" y="690022"/>
                  </a:lnTo>
                  <a:lnTo>
                    <a:pt x="3204122" y="740124"/>
                  </a:lnTo>
                  <a:lnTo>
                    <a:pt x="3153306" y="789636"/>
                  </a:lnTo>
                  <a:lnTo>
                    <a:pt x="3102575" y="838057"/>
                  </a:lnTo>
                  <a:lnTo>
                    <a:pt x="3051933" y="884933"/>
                  </a:lnTo>
                  <a:lnTo>
                    <a:pt x="3001343" y="929873"/>
                  </a:lnTo>
                  <a:lnTo>
                    <a:pt x="2950712" y="972561"/>
                  </a:lnTo>
                  <a:lnTo>
                    <a:pt x="2899886" y="1012761"/>
                  </a:lnTo>
                  <a:lnTo>
                    <a:pt x="2848636" y="1050321"/>
                  </a:lnTo>
                  <a:lnTo>
                    <a:pt x="2796643" y="1085168"/>
                  </a:lnTo>
                  <a:lnTo>
                    <a:pt x="2743487" y="1117301"/>
                  </a:lnTo>
                  <a:lnTo>
                    <a:pt x="2702183" y="1139837"/>
                  </a:lnTo>
                  <a:lnTo>
                    <a:pt x="2650482" y="1165119"/>
                  </a:lnTo>
                  <a:lnTo>
                    <a:pt x="2596348" y="1188214"/>
                  </a:lnTo>
                  <a:lnTo>
                    <a:pt x="2539105" y="1209200"/>
                  </a:lnTo>
                  <a:lnTo>
                    <a:pt x="2478010" y="1228225"/>
                  </a:lnTo>
                  <a:lnTo>
                    <a:pt x="2412292" y="1245468"/>
                  </a:lnTo>
                  <a:lnTo>
                    <a:pt x="2341197" y="1261115"/>
                  </a:lnTo>
                  <a:lnTo>
                    <a:pt x="2264032" y="1275338"/>
                  </a:lnTo>
                  <a:lnTo>
                    <a:pt x="2180242" y="1288290"/>
                  </a:lnTo>
                  <a:lnTo>
                    <a:pt x="2089490" y="1300099"/>
                  </a:lnTo>
                  <a:lnTo>
                    <a:pt x="1991777" y="1310862"/>
                  </a:lnTo>
                  <a:lnTo>
                    <a:pt x="1887582" y="1320646"/>
                  </a:lnTo>
                  <a:lnTo>
                    <a:pt x="1777998" y="1329490"/>
                  </a:lnTo>
                  <a:lnTo>
                    <a:pt x="1664863" y="1337404"/>
                  </a:lnTo>
                  <a:lnTo>
                    <a:pt x="1550815" y="1344379"/>
                  </a:lnTo>
                  <a:lnTo>
                    <a:pt x="1439237" y="1350395"/>
                  </a:lnTo>
                  <a:lnTo>
                    <a:pt x="1334023" y="1355437"/>
                  </a:lnTo>
                  <a:lnTo>
                    <a:pt x="1239178" y="1359503"/>
                  </a:lnTo>
                  <a:lnTo>
                    <a:pt x="1158261" y="1362627"/>
                  </a:lnTo>
                  <a:lnTo>
                    <a:pt x="1093812" y="1364879"/>
                  </a:lnTo>
                  <a:lnTo>
                    <a:pt x="1046872" y="1366369"/>
                  </a:lnTo>
                  <a:lnTo>
                    <a:pt x="1016733" y="1367242"/>
                  </a:lnTo>
                  <a:lnTo>
                    <a:pt x="1000936" y="1367660"/>
                  </a:lnTo>
                  <a:lnTo>
                    <a:pt x="995461" y="1367793"/>
                  </a:lnTo>
                  <a:lnTo>
                    <a:pt x="994940" y="1367805"/>
                  </a:lnTo>
                  <a:lnTo>
                    <a:pt x="0" y="1367805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40" name="pl1239"/>
            <p:cNvSpPr/>
            <p:nvPr/>
          </p:nvSpPr>
          <p:spPr>
            <a:xfrm>
              <a:off x="1199187" y="3463894"/>
              <a:ext cx="12049831" cy="3107696"/>
            </a:xfrm>
            <a:custGeom>
              <a:avLst/>
              <a:pathLst>
                <a:path w="12049831" h="3107696">
                  <a:moveTo>
                    <a:pt x="0" y="1367805"/>
                  </a:moveTo>
                  <a:lnTo>
                    <a:pt x="994940" y="1367805"/>
                  </a:lnTo>
                  <a:lnTo>
                    <a:pt x="996061" y="1367779"/>
                  </a:lnTo>
                  <a:lnTo>
                    <a:pt x="1003466" y="1367596"/>
                  </a:lnTo>
                  <a:lnTo>
                    <a:pt x="1022236" y="1367088"/>
                  </a:lnTo>
                  <a:lnTo>
                    <a:pt x="1056057" y="1366089"/>
                  </a:lnTo>
                  <a:lnTo>
                    <a:pt x="1106998" y="1364436"/>
                  </a:lnTo>
                  <a:lnTo>
                    <a:pt x="1175359" y="1361994"/>
                  </a:lnTo>
                  <a:lnTo>
                    <a:pt x="1259726" y="1358660"/>
                  </a:lnTo>
                  <a:lnTo>
                    <a:pt x="1357278" y="1354372"/>
                  </a:lnTo>
                  <a:lnTo>
                    <a:pt x="1464302" y="1349107"/>
                  </a:lnTo>
                  <a:lnTo>
                    <a:pt x="1576774" y="1342870"/>
                  </a:lnTo>
                  <a:lnTo>
                    <a:pt x="1690887" y="1335678"/>
                  </a:lnTo>
                  <a:lnTo>
                    <a:pt x="1803414" y="1327552"/>
                  </a:lnTo>
                  <a:lnTo>
                    <a:pt x="1911902" y="1318495"/>
                  </a:lnTo>
                  <a:lnTo>
                    <a:pt x="2014688" y="1308492"/>
                  </a:lnTo>
                  <a:lnTo>
                    <a:pt x="2110834" y="1297497"/>
                  </a:lnTo>
                  <a:lnTo>
                    <a:pt x="2199982" y="1285437"/>
                  </a:lnTo>
                  <a:lnTo>
                    <a:pt x="2282220" y="1272207"/>
                  </a:lnTo>
                  <a:lnTo>
                    <a:pt x="2357944" y="1257673"/>
                  </a:lnTo>
                  <a:lnTo>
                    <a:pt x="2427747" y="1241678"/>
                  </a:lnTo>
                  <a:lnTo>
                    <a:pt x="2492341" y="1224044"/>
                  </a:lnTo>
                  <a:lnTo>
                    <a:pt x="2552489" y="1204586"/>
                  </a:lnTo>
                  <a:lnTo>
                    <a:pt x="2608958" y="1183130"/>
                  </a:lnTo>
                  <a:lnTo>
                    <a:pt x="2662480" y="1159539"/>
                  </a:lnTo>
                  <a:lnTo>
                    <a:pt x="2702183" y="1139837"/>
                  </a:lnTo>
                  <a:lnTo>
                    <a:pt x="2756575" y="1109718"/>
                  </a:lnTo>
                  <a:lnTo>
                    <a:pt x="2809403" y="1076927"/>
                  </a:lnTo>
                  <a:lnTo>
                    <a:pt x="2861180" y="1041417"/>
                  </a:lnTo>
                  <a:lnTo>
                    <a:pt x="2912301" y="1003203"/>
                  </a:lnTo>
                  <a:lnTo>
                    <a:pt x="2963061" y="962379"/>
                  </a:lnTo>
                  <a:lnTo>
                    <a:pt x="3013670" y="919118"/>
                  </a:lnTo>
                  <a:lnTo>
                    <a:pt x="3064267" y="873674"/>
                  </a:lnTo>
                  <a:lnTo>
                    <a:pt x="3114929" y="826383"/>
                  </a:lnTo>
                  <a:lnTo>
                    <a:pt x="3165682" y="777652"/>
                  </a:lnTo>
                  <a:lnTo>
                    <a:pt x="3216516" y="727949"/>
                  </a:lnTo>
                  <a:lnTo>
                    <a:pt x="3267392" y="677782"/>
                  </a:lnTo>
                  <a:lnTo>
                    <a:pt x="3318263" y="627680"/>
                  </a:lnTo>
                  <a:lnTo>
                    <a:pt x="3369079" y="578169"/>
                  </a:lnTo>
                  <a:lnTo>
                    <a:pt x="3419810" y="529748"/>
                  </a:lnTo>
                  <a:lnTo>
                    <a:pt x="3470452" y="482872"/>
                  </a:lnTo>
                  <a:lnTo>
                    <a:pt x="3521042" y="437932"/>
                  </a:lnTo>
                  <a:lnTo>
                    <a:pt x="3571673" y="395244"/>
                  </a:lnTo>
                  <a:lnTo>
                    <a:pt x="3622499" y="355044"/>
                  </a:lnTo>
                  <a:lnTo>
                    <a:pt x="3673749" y="317483"/>
                  </a:lnTo>
                  <a:lnTo>
                    <a:pt x="3725742" y="282636"/>
                  </a:lnTo>
                  <a:lnTo>
                    <a:pt x="3778898" y="250504"/>
                  </a:lnTo>
                  <a:lnTo>
                    <a:pt x="3820202" y="227967"/>
                  </a:lnTo>
                  <a:lnTo>
                    <a:pt x="3871903" y="202685"/>
                  </a:lnTo>
                  <a:lnTo>
                    <a:pt x="3926037" y="179590"/>
                  </a:lnTo>
                  <a:lnTo>
                    <a:pt x="3983280" y="158605"/>
                  </a:lnTo>
                  <a:lnTo>
                    <a:pt x="4044375" y="139580"/>
                  </a:lnTo>
                  <a:lnTo>
                    <a:pt x="4110093" y="122336"/>
                  </a:lnTo>
                  <a:lnTo>
                    <a:pt x="4181188" y="106690"/>
                  </a:lnTo>
                  <a:lnTo>
                    <a:pt x="4258352" y="92467"/>
                  </a:lnTo>
                  <a:lnTo>
                    <a:pt x="4342143" y="79514"/>
                  </a:lnTo>
                  <a:lnTo>
                    <a:pt x="4432895" y="67706"/>
                  </a:lnTo>
                  <a:lnTo>
                    <a:pt x="4530608" y="56943"/>
                  </a:lnTo>
                  <a:lnTo>
                    <a:pt x="4634803" y="47159"/>
                  </a:lnTo>
                  <a:lnTo>
                    <a:pt x="4744387" y="38315"/>
                  </a:lnTo>
                  <a:lnTo>
                    <a:pt x="4857522" y="30401"/>
                  </a:lnTo>
                  <a:lnTo>
                    <a:pt x="4971570" y="23426"/>
                  </a:lnTo>
                  <a:lnTo>
                    <a:pt x="5083148" y="17409"/>
                  </a:lnTo>
                  <a:lnTo>
                    <a:pt x="5188362" y="12368"/>
                  </a:lnTo>
                  <a:lnTo>
                    <a:pt x="5283207" y="8301"/>
                  </a:lnTo>
                  <a:lnTo>
                    <a:pt x="5364124" y="5178"/>
                  </a:lnTo>
                  <a:lnTo>
                    <a:pt x="5428573" y="2926"/>
                  </a:lnTo>
                  <a:lnTo>
                    <a:pt x="5475513" y="1436"/>
                  </a:lnTo>
                  <a:lnTo>
                    <a:pt x="5505652" y="563"/>
                  </a:lnTo>
                  <a:lnTo>
                    <a:pt x="5521449" y="145"/>
                  </a:lnTo>
                  <a:lnTo>
                    <a:pt x="5526924" y="1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51" y="55"/>
                  </a:lnTo>
                  <a:lnTo>
                    <a:pt x="6530488" y="451"/>
                  </a:lnTo>
                  <a:lnTo>
                    <a:pt x="6548352" y="1543"/>
                  </a:lnTo>
                  <a:lnTo>
                    <a:pt x="6580602" y="3697"/>
                  </a:lnTo>
                  <a:lnTo>
                    <a:pt x="6629300" y="7259"/>
                  </a:lnTo>
                  <a:lnTo>
                    <a:pt x="6694864" y="12531"/>
                  </a:lnTo>
                  <a:lnTo>
                    <a:pt x="6776098" y="19739"/>
                  </a:lnTo>
                  <a:lnTo>
                    <a:pt x="6870454" y="29028"/>
                  </a:lnTo>
                  <a:lnTo>
                    <a:pt x="6974486" y="40458"/>
                  </a:lnTo>
                  <a:lnTo>
                    <a:pt x="7084385" y="54025"/>
                  </a:lnTo>
                  <a:lnTo>
                    <a:pt x="7196475" y="69692"/>
                  </a:lnTo>
                  <a:lnTo>
                    <a:pt x="7307575" y="87417"/>
                  </a:lnTo>
                  <a:lnTo>
                    <a:pt x="7415203" y="107181"/>
                  </a:lnTo>
                  <a:lnTo>
                    <a:pt x="7517625" y="129008"/>
                  </a:lnTo>
                  <a:lnTo>
                    <a:pt x="7613798" y="152980"/>
                  </a:lnTo>
                  <a:lnTo>
                    <a:pt x="7703257" y="179240"/>
                  </a:lnTo>
                  <a:lnTo>
                    <a:pt x="7785986" y="207995"/>
                  </a:lnTo>
                  <a:lnTo>
                    <a:pt x="7862287" y="239517"/>
                  </a:lnTo>
                  <a:lnTo>
                    <a:pt x="7932676" y="274130"/>
                  </a:lnTo>
                  <a:lnTo>
                    <a:pt x="7997801" y="312205"/>
                  </a:lnTo>
                  <a:lnTo>
                    <a:pt x="8058373" y="354140"/>
                  </a:lnTo>
                  <a:lnTo>
                    <a:pt x="8115125" y="400323"/>
                  </a:lnTo>
                  <a:lnTo>
                    <a:pt x="8168767" y="451090"/>
                  </a:lnTo>
                  <a:lnTo>
                    <a:pt x="8219955" y="506641"/>
                  </a:lnTo>
                  <a:lnTo>
                    <a:pt x="8229629" y="517949"/>
                  </a:lnTo>
                  <a:lnTo>
                    <a:pt x="8272362" y="571011"/>
                  </a:lnTo>
                  <a:lnTo>
                    <a:pt x="8314060" y="627768"/>
                  </a:lnTo>
                  <a:lnTo>
                    <a:pt x="8354990" y="688297"/>
                  </a:lnTo>
                  <a:lnTo>
                    <a:pt x="8395370" y="752619"/>
                  </a:lnTo>
                  <a:lnTo>
                    <a:pt x="8435377" y="820697"/>
                  </a:lnTo>
                  <a:lnTo>
                    <a:pt x="8475151" y="892429"/>
                  </a:lnTo>
                  <a:lnTo>
                    <a:pt x="8514800" y="967643"/>
                  </a:lnTo>
                  <a:lnTo>
                    <a:pt x="8554404" y="1046099"/>
                  </a:lnTo>
                  <a:lnTo>
                    <a:pt x="8594017" y="1127486"/>
                  </a:lnTo>
                  <a:lnTo>
                    <a:pt x="8633672" y="1211423"/>
                  </a:lnTo>
                  <a:lnTo>
                    <a:pt x="8673383" y="1297472"/>
                  </a:lnTo>
                  <a:lnTo>
                    <a:pt x="8713149" y="1385138"/>
                  </a:lnTo>
                  <a:lnTo>
                    <a:pt x="8752957" y="1473886"/>
                  </a:lnTo>
                  <a:lnTo>
                    <a:pt x="8792787" y="1563151"/>
                  </a:lnTo>
                  <a:lnTo>
                    <a:pt x="8832614" y="1652357"/>
                  </a:lnTo>
                  <a:lnTo>
                    <a:pt x="8872414" y="1740925"/>
                  </a:lnTo>
                  <a:lnTo>
                    <a:pt x="8912170" y="1828297"/>
                  </a:lnTo>
                  <a:lnTo>
                    <a:pt x="8951869" y="1913945"/>
                  </a:lnTo>
                  <a:lnTo>
                    <a:pt x="8991513" y="1997386"/>
                  </a:lnTo>
                  <a:lnTo>
                    <a:pt x="9031121" y="2078191"/>
                  </a:lnTo>
                  <a:lnTo>
                    <a:pt x="9070729" y="2155995"/>
                  </a:lnTo>
                  <a:lnTo>
                    <a:pt x="9110397" y="2230501"/>
                  </a:lnTo>
                  <a:lnTo>
                    <a:pt x="9150210" y="2301484"/>
                  </a:lnTo>
                  <a:lnTo>
                    <a:pt x="9190282" y="2368785"/>
                  </a:lnTo>
                  <a:lnTo>
                    <a:pt x="9230760" y="2432318"/>
                  </a:lnTo>
                  <a:lnTo>
                    <a:pt x="9271830" y="2492058"/>
                  </a:lnTo>
                  <a:lnTo>
                    <a:pt x="9313720" y="2548038"/>
                  </a:lnTo>
                  <a:lnTo>
                    <a:pt x="9347647" y="2589746"/>
                  </a:lnTo>
                  <a:lnTo>
                    <a:pt x="9398429" y="2646228"/>
                  </a:lnTo>
                  <a:lnTo>
                    <a:pt x="9451547" y="2697911"/>
                  </a:lnTo>
                  <a:lnTo>
                    <a:pt x="9507642" y="2744959"/>
                  </a:lnTo>
                  <a:lnTo>
                    <a:pt x="9567418" y="2787686"/>
                  </a:lnTo>
                  <a:lnTo>
                    <a:pt x="9631604" y="2826477"/>
                  </a:lnTo>
                  <a:lnTo>
                    <a:pt x="9700921" y="2861730"/>
                  </a:lnTo>
                  <a:lnTo>
                    <a:pt x="9776032" y="2893823"/>
                  </a:lnTo>
                  <a:lnTo>
                    <a:pt x="9857485" y="2923091"/>
                  </a:lnTo>
                  <a:lnTo>
                    <a:pt x="9945631" y="2949816"/>
                  </a:lnTo>
                  <a:lnTo>
                    <a:pt x="10040525" y="2974217"/>
                  </a:lnTo>
                  <a:lnTo>
                    <a:pt x="10141799" y="2996451"/>
                  </a:lnTo>
                  <a:lnTo>
                    <a:pt x="10248532" y="3016611"/>
                  </a:lnTo>
                  <a:lnTo>
                    <a:pt x="10359131" y="3034732"/>
                  </a:lnTo>
                  <a:lnTo>
                    <a:pt x="10471257" y="3050800"/>
                  </a:lnTo>
                  <a:lnTo>
                    <a:pt x="10581856" y="3064777"/>
                  </a:lnTo>
                  <a:lnTo>
                    <a:pt x="10687323" y="3076622"/>
                  </a:lnTo>
                  <a:lnTo>
                    <a:pt x="10783840" y="3086323"/>
                  </a:lnTo>
                  <a:lnTo>
                    <a:pt x="10867848" y="3093926"/>
                  </a:lnTo>
                  <a:lnTo>
                    <a:pt x="10936586" y="3099557"/>
                  </a:lnTo>
                  <a:lnTo>
                    <a:pt x="10988568" y="3103429"/>
                  </a:lnTo>
                  <a:lnTo>
                    <a:pt x="11023890" y="3105829"/>
                  </a:lnTo>
                  <a:lnTo>
                    <a:pt x="11044305" y="3107099"/>
                  </a:lnTo>
                  <a:lnTo>
                    <a:pt x="11053098" y="3107601"/>
                  </a:lnTo>
                  <a:lnTo>
                    <a:pt x="11054883" y="3107695"/>
                  </a:lnTo>
                  <a:lnTo>
                    <a:pt x="11054891" y="3107696"/>
                  </a:lnTo>
                  <a:lnTo>
                    <a:pt x="12049831" y="3107696"/>
                  </a:lnTo>
                  <a:lnTo>
                    <a:pt x="12049831" y="31076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1" name="pl1240"/>
            <p:cNvSpPr/>
            <p:nvPr/>
          </p:nvSpPr>
          <p:spPr>
            <a:xfrm>
              <a:off x="1199187" y="3458653"/>
              <a:ext cx="12049831" cy="3107696"/>
            </a:xfrm>
            <a:custGeom>
              <a:avLst/>
              <a:pathLst>
                <a:path w="12049831" h="3107696">
                  <a:moveTo>
                    <a:pt x="12049831" y="3107696"/>
                  </a:moveTo>
                  <a:lnTo>
                    <a:pt x="11054891" y="3107696"/>
                  </a:lnTo>
                  <a:lnTo>
                    <a:pt x="11053826" y="3107640"/>
                  </a:lnTo>
                  <a:lnTo>
                    <a:pt x="11046789" y="3107244"/>
                  </a:lnTo>
                  <a:lnTo>
                    <a:pt x="11028924" y="3106152"/>
                  </a:lnTo>
                  <a:lnTo>
                    <a:pt x="10996674" y="3103998"/>
                  </a:lnTo>
                  <a:lnTo>
                    <a:pt x="10947976" y="3100436"/>
                  </a:lnTo>
                  <a:lnTo>
                    <a:pt x="10882412" y="3095164"/>
                  </a:lnTo>
                  <a:lnTo>
                    <a:pt x="10801178" y="3087956"/>
                  </a:lnTo>
                  <a:lnTo>
                    <a:pt x="10706822" y="3078667"/>
                  </a:lnTo>
                  <a:lnTo>
                    <a:pt x="10602790" y="3067237"/>
                  </a:lnTo>
                  <a:lnTo>
                    <a:pt x="10492891" y="3053670"/>
                  </a:lnTo>
                  <a:lnTo>
                    <a:pt x="10380802" y="3038003"/>
                  </a:lnTo>
                  <a:lnTo>
                    <a:pt x="10269702" y="3020278"/>
                  </a:lnTo>
                  <a:lnTo>
                    <a:pt x="10162073" y="3000514"/>
                  </a:lnTo>
                  <a:lnTo>
                    <a:pt x="10059651" y="2978687"/>
                  </a:lnTo>
                  <a:lnTo>
                    <a:pt x="9963478" y="2954715"/>
                  </a:lnTo>
                  <a:lnTo>
                    <a:pt x="9874019" y="2928455"/>
                  </a:lnTo>
                  <a:lnTo>
                    <a:pt x="9791290" y="2899700"/>
                  </a:lnTo>
                  <a:lnTo>
                    <a:pt x="9714990" y="2868178"/>
                  </a:lnTo>
                  <a:lnTo>
                    <a:pt x="9644600" y="2833565"/>
                  </a:lnTo>
                  <a:lnTo>
                    <a:pt x="9579476" y="2795490"/>
                  </a:lnTo>
                  <a:lnTo>
                    <a:pt x="9518903" y="2753555"/>
                  </a:lnTo>
                  <a:lnTo>
                    <a:pt x="9462152" y="2707372"/>
                  </a:lnTo>
                  <a:lnTo>
                    <a:pt x="9408510" y="2656605"/>
                  </a:lnTo>
                  <a:lnTo>
                    <a:pt x="9357322" y="2601054"/>
                  </a:lnTo>
                  <a:lnTo>
                    <a:pt x="9347647" y="2589746"/>
                  </a:lnTo>
                  <a:lnTo>
                    <a:pt x="9304914" y="2536684"/>
                  </a:lnTo>
                  <a:lnTo>
                    <a:pt x="9263216" y="2479927"/>
                  </a:lnTo>
                  <a:lnTo>
                    <a:pt x="9222287" y="2419398"/>
                  </a:lnTo>
                  <a:lnTo>
                    <a:pt x="9181907" y="2355076"/>
                  </a:lnTo>
                  <a:lnTo>
                    <a:pt x="9141900" y="2286998"/>
                  </a:lnTo>
                  <a:lnTo>
                    <a:pt x="9102126" y="2215266"/>
                  </a:lnTo>
                  <a:lnTo>
                    <a:pt x="9062476" y="2140052"/>
                  </a:lnTo>
                  <a:lnTo>
                    <a:pt x="9022873" y="2061596"/>
                  </a:lnTo>
                  <a:lnTo>
                    <a:pt x="8983260" y="1980209"/>
                  </a:lnTo>
                  <a:lnTo>
                    <a:pt x="8943604" y="1896272"/>
                  </a:lnTo>
                  <a:lnTo>
                    <a:pt x="8903893" y="1810223"/>
                  </a:lnTo>
                  <a:lnTo>
                    <a:pt x="8864127" y="1722557"/>
                  </a:lnTo>
                  <a:lnTo>
                    <a:pt x="8824319" y="1633809"/>
                  </a:lnTo>
                  <a:lnTo>
                    <a:pt x="8784490" y="1544544"/>
                  </a:lnTo>
                  <a:lnTo>
                    <a:pt x="8744663" y="1455338"/>
                  </a:lnTo>
                  <a:lnTo>
                    <a:pt x="8704862" y="1366770"/>
                  </a:lnTo>
                  <a:lnTo>
                    <a:pt x="8665107" y="1279398"/>
                  </a:lnTo>
                  <a:lnTo>
                    <a:pt x="8625408" y="1193750"/>
                  </a:lnTo>
                  <a:lnTo>
                    <a:pt x="8585763" y="1110309"/>
                  </a:lnTo>
                  <a:lnTo>
                    <a:pt x="8546155" y="1029504"/>
                  </a:lnTo>
                  <a:lnTo>
                    <a:pt x="8506547" y="951700"/>
                  </a:lnTo>
                  <a:lnTo>
                    <a:pt x="8466880" y="877194"/>
                  </a:lnTo>
                  <a:lnTo>
                    <a:pt x="8427067" y="806211"/>
                  </a:lnTo>
                  <a:lnTo>
                    <a:pt x="8386995" y="738910"/>
                  </a:lnTo>
                  <a:lnTo>
                    <a:pt x="8346516" y="675377"/>
                  </a:lnTo>
                  <a:lnTo>
                    <a:pt x="8305446" y="615637"/>
                  </a:lnTo>
                  <a:lnTo>
                    <a:pt x="8263557" y="559657"/>
                  </a:lnTo>
                  <a:lnTo>
                    <a:pt x="8229629" y="517949"/>
                  </a:lnTo>
                  <a:lnTo>
                    <a:pt x="8178848" y="461467"/>
                  </a:lnTo>
                  <a:lnTo>
                    <a:pt x="8125730" y="409784"/>
                  </a:lnTo>
                  <a:lnTo>
                    <a:pt x="8069634" y="362736"/>
                  </a:lnTo>
                  <a:lnTo>
                    <a:pt x="8009859" y="320009"/>
                  </a:lnTo>
                  <a:lnTo>
                    <a:pt x="7945672" y="281218"/>
                  </a:lnTo>
                  <a:lnTo>
                    <a:pt x="7876355" y="245965"/>
                  </a:lnTo>
                  <a:lnTo>
                    <a:pt x="7801244" y="213872"/>
                  </a:lnTo>
                  <a:lnTo>
                    <a:pt x="7719791" y="184604"/>
                  </a:lnTo>
                  <a:lnTo>
                    <a:pt x="7631645" y="157879"/>
                  </a:lnTo>
                  <a:lnTo>
                    <a:pt x="7536752" y="133478"/>
                  </a:lnTo>
                  <a:lnTo>
                    <a:pt x="7435478" y="111244"/>
                  </a:lnTo>
                  <a:lnTo>
                    <a:pt x="7328744" y="91084"/>
                  </a:lnTo>
                  <a:lnTo>
                    <a:pt x="7218146" y="72963"/>
                  </a:lnTo>
                  <a:lnTo>
                    <a:pt x="7106019" y="56895"/>
                  </a:lnTo>
                  <a:lnTo>
                    <a:pt x="6995421" y="42918"/>
                  </a:lnTo>
                  <a:lnTo>
                    <a:pt x="6889954" y="31073"/>
                  </a:lnTo>
                  <a:lnTo>
                    <a:pt x="6793437" y="21372"/>
                  </a:lnTo>
                  <a:lnTo>
                    <a:pt x="6709428" y="13769"/>
                  </a:lnTo>
                  <a:lnTo>
                    <a:pt x="6640691" y="8138"/>
                  </a:lnTo>
                  <a:lnTo>
                    <a:pt x="6588709" y="4266"/>
                  </a:lnTo>
                  <a:lnTo>
                    <a:pt x="6553386" y="1866"/>
                  </a:lnTo>
                  <a:lnTo>
                    <a:pt x="6532971" y="596"/>
                  </a:lnTo>
                  <a:lnTo>
                    <a:pt x="6524179" y="94"/>
                  </a:lnTo>
                  <a:lnTo>
                    <a:pt x="6522394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4" y="25"/>
                  </a:lnTo>
                  <a:lnTo>
                    <a:pt x="5518919" y="209"/>
                  </a:lnTo>
                  <a:lnTo>
                    <a:pt x="5500149" y="716"/>
                  </a:lnTo>
                  <a:lnTo>
                    <a:pt x="5466328" y="1716"/>
                  </a:lnTo>
                  <a:lnTo>
                    <a:pt x="5415387" y="3368"/>
                  </a:lnTo>
                  <a:lnTo>
                    <a:pt x="5347026" y="5811"/>
                  </a:lnTo>
                  <a:lnTo>
                    <a:pt x="5262659" y="9145"/>
                  </a:lnTo>
                  <a:lnTo>
                    <a:pt x="5165107" y="13433"/>
                  </a:lnTo>
                  <a:lnTo>
                    <a:pt x="5058083" y="18698"/>
                  </a:lnTo>
                  <a:lnTo>
                    <a:pt x="4945611" y="24935"/>
                  </a:lnTo>
                  <a:lnTo>
                    <a:pt x="4831498" y="32126"/>
                  </a:lnTo>
                  <a:lnTo>
                    <a:pt x="4718971" y="40253"/>
                  </a:lnTo>
                  <a:lnTo>
                    <a:pt x="4610483" y="49309"/>
                  </a:lnTo>
                  <a:lnTo>
                    <a:pt x="4507697" y="59313"/>
                  </a:lnTo>
                  <a:lnTo>
                    <a:pt x="4411551" y="70307"/>
                  </a:lnTo>
                  <a:lnTo>
                    <a:pt x="4322403" y="82367"/>
                  </a:lnTo>
                  <a:lnTo>
                    <a:pt x="4240165" y="95598"/>
                  </a:lnTo>
                  <a:lnTo>
                    <a:pt x="4164441" y="110131"/>
                  </a:lnTo>
                  <a:lnTo>
                    <a:pt x="4094638" y="126127"/>
                  </a:lnTo>
                  <a:lnTo>
                    <a:pt x="4030044" y="143761"/>
                  </a:lnTo>
                  <a:lnTo>
                    <a:pt x="3969896" y="163218"/>
                  </a:lnTo>
                  <a:lnTo>
                    <a:pt x="3913427" y="184674"/>
                  </a:lnTo>
                  <a:lnTo>
                    <a:pt x="3859905" y="208265"/>
                  </a:lnTo>
                  <a:lnTo>
                    <a:pt x="3820202" y="227967"/>
                  </a:lnTo>
                  <a:lnTo>
                    <a:pt x="3765810" y="258087"/>
                  </a:lnTo>
                  <a:lnTo>
                    <a:pt x="3712982" y="290877"/>
                  </a:lnTo>
                  <a:lnTo>
                    <a:pt x="3661205" y="326388"/>
                  </a:lnTo>
                  <a:lnTo>
                    <a:pt x="3610084" y="364601"/>
                  </a:lnTo>
                  <a:lnTo>
                    <a:pt x="3559324" y="405425"/>
                  </a:lnTo>
                  <a:lnTo>
                    <a:pt x="3508715" y="448687"/>
                  </a:lnTo>
                  <a:lnTo>
                    <a:pt x="3458118" y="494131"/>
                  </a:lnTo>
                  <a:lnTo>
                    <a:pt x="3407456" y="541422"/>
                  </a:lnTo>
                  <a:lnTo>
                    <a:pt x="3356703" y="590152"/>
                  </a:lnTo>
                  <a:lnTo>
                    <a:pt x="3305869" y="639855"/>
                  </a:lnTo>
                  <a:lnTo>
                    <a:pt x="3254993" y="690022"/>
                  </a:lnTo>
                  <a:lnTo>
                    <a:pt x="3204122" y="740124"/>
                  </a:lnTo>
                  <a:lnTo>
                    <a:pt x="3153306" y="789636"/>
                  </a:lnTo>
                  <a:lnTo>
                    <a:pt x="3102575" y="838057"/>
                  </a:lnTo>
                  <a:lnTo>
                    <a:pt x="3051933" y="884933"/>
                  </a:lnTo>
                  <a:lnTo>
                    <a:pt x="3001343" y="929873"/>
                  </a:lnTo>
                  <a:lnTo>
                    <a:pt x="2950712" y="972561"/>
                  </a:lnTo>
                  <a:lnTo>
                    <a:pt x="2899886" y="1012761"/>
                  </a:lnTo>
                  <a:lnTo>
                    <a:pt x="2848636" y="1050321"/>
                  </a:lnTo>
                  <a:lnTo>
                    <a:pt x="2796643" y="1085168"/>
                  </a:lnTo>
                  <a:lnTo>
                    <a:pt x="2743487" y="1117301"/>
                  </a:lnTo>
                  <a:lnTo>
                    <a:pt x="2702183" y="1139837"/>
                  </a:lnTo>
                  <a:lnTo>
                    <a:pt x="2650482" y="1165119"/>
                  </a:lnTo>
                  <a:lnTo>
                    <a:pt x="2596348" y="1188214"/>
                  </a:lnTo>
                  <a:lnTo>
                    <a:pt x="2539105" y="1209200"/>
                  </a:lnTo>
                  <a:lnTo>
                    <a:pt x="2478010" y="1228225"/>
                  </a:lnTo>
                  <a:lnTo>
                    <a:pt x="2412292" y="1245468"/>
                  </a:lnTo>
                  <a:lnTo>
                    <a:pt x="2341197" y="1261115"/>
                  </a:lnTo>
                  <a:lnTo>
                    <a:pt x="2264032" y="1275338"/>
                  </a:lnTo>
                  <a:lnTo>
                    <a:pt x="2180242" y="1288290"/>
                  </a:lnTo>
                  <a:lnTo>
                    <a:pt x="2089490" y="1300099"/>
                  </a:lnTo>
                  <a:lnTo>
                    <a:pt x="1991777" y="1310862"/>
                  </a:lnTo>
                  <a:lnTo>
                    <a:pt x="1887582" y="1320646"/>
                  </a:lnTo>
                  <a:lnTo>
                    <a:pt x="1777998" y="1329490"/>
                  </a:lnTo>
                  <a:lnTo>
                    <a:pt x="1664863" y="1337404"/>
                  </a:lnTo>
                  <a:lnTo>
                    <a:pt x="1550815" y="1344379"/>
                  </a:lnTo>
                  <a:lnTo>
                    <a:pt x="1439237" y="1350395"/>
                  </a:lnTo>
                  <a:lnTo>
                    <a:pt x="1334023" y="1355437"/>
                  </a:lnTo>
                  <a:lnTo>
                    <a:pt x="1239178" y="1359503"/>
                  </a:lnTo>
                  <a:lnTo>
                    <a:pt x="1158261" y="1362627"/>
                  </a:lnTo>
                  <a:lnTo>
                    <a:pt x="1093812" y="1364879"/>
                  </a:lnTo>
                  <a:lnTo>
                    <a:pt x="1046872" y="1366369"/>
                  </a:lnTo>
                  <a:lnTo>
                    <a:pt x="1016733" y="1367242"/>
                  </a:lnTo>
                  <a:lnTo>
                    <a:pt x="1000936" y="1367660"/>
                  </a:lnTo>
                  <a:lnTo>
                    <a:pt x="995461" y="1367793"/>
                  </a:lnTo>
                  <a:lnTo>
                    <a:pt x="994940" y="1367805"/>
                  </a:lnTo>
                  <a:lnTo>
                    <a:pt x="0" y="1367805"/>
                  </a:lnTo>
                  <a:lnTo>
                    <a:pt x="0" y="13678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2" name="pg1241"/>
            <p:cNvSpPr/>
            <p:nvPr/>
          </p:nvSpPr>
          <p:spPr>
            <a:xfrm>
              <a:off x="1199187" y="3636835"/>
              <a:ext cx="12049831" cy="1231549"/>
            </a:xfrm>
            <a:custGeom>
              <a:avLst/>
              <a:pathLst>
                <a:path w="12049831" h="1231549">
                  <a:moveTo>
                    <a:pt x="0" y="1231549"/>
                  </a:moveTo>
                  <a:lnTo>
                    <a:pt x="994940" y="1231549"/>
                  </a:lnTo>
                  <a:lnTo>
                    <a:pt x="996073" y="1231537"/>
                  </a:lnTo>
                  <a:lnTo>
                    <a:pt x="1003554" y="1231454"/>
                  </a:lnTo>
                  <a:lnTo>
                    <a:pt x="1022512" y="1231227"/>
                  </a:lnTo>
                  <a:lnTo>
                    <a:pt x="1056657" y="1230777"/>
                  </a:lnTo>
                  <a:lnTo>
                    <a:pt x="1108060" y="1230035"/>
                  </a:lnTo>
                  <a:lnTo>
                    <a:pt x="1176995" y="1228938"/>
                  </a:lnTo>
                  <a:lnTo>
                    <a:pt x="1262001" y="1227442"/>
                  </a:lnTo>
                  <a:lnTo>
                    <a:pt x="1360202" y="1225518"/>
                  </a:lnTo>
                  <a:lnTo>
                    <a:pt x="1467828" y="1223156"/>
                  </a:lnTo>
                  <a:lnTo>
                    <a:pt x="1580813" y="1220360"/>
                  </a:lnTo>
                  <a:lnTo>
                    <a:pt x="1695324" y="1217137"/>
                  </a:lnTo>
                  <a:lnTo>
                    <a:pt x="1808127" y="1213495"/>
                  </a:lnTo>
                  <a:lnTo>
                    <a:pt x="1916774" y="1209438"/>
                  </a:lnTo>
                  <a:lnTo>
                    <a:pt x="2019623" y="1204955"/>
                  </a:lnTo>
                  <a:lnTo>
                    <a:pt x="2115752" y="1200028"/>
                  </a:lnTo>
                  <a:lnTo>
                    <a:pt x="2204830" y="1194621"/>
                  </a:lnTo>
                  <a:lnTo>
                    <a:pt x="2286964" y="1188688"/>
                  </a:lnTo>
                  <a:lnTo>
                    <a:pt x="2362568" y="1182168"/>
                  </a:lnTo>
                  <a:lnTo>
                    <a:pt x="2432254" y="1174988"/>
                  </a:lnTo>
                  <a:lnTo>
                    <a:pt x="2496744" y="1167069"/>
                  </a:lnTo>
                  <a:lnTo>
                    <a:pt x="2556811" y="1158328"/>
                  </a:lnTo>
                  <a:lnTo>
                    <a:pt x="2613230" y="1148688"/>
                  </a:lnTo>
                  <a:lnTo>
                    <a:pt x="2666736" y="1138088"/>
                  </a:lnTo>
                  <a:lnTo>
                    <a:pt x="2702183" y="1130230"/>
                  </a:lnTo>
                  <a:lnTo>
                    <a:pt x="2761996" y="1115419"/>
                  </a:lnTo>
                  <a:lnTo>
                    <a:pt x="2819979" y="1099165"/>
                  </a:lnTo>
                  <a:lnTo>
                    <a:pt x="2876792" y="1081444"/>
                  </a:lnTo>
                  <a:lnTo>
                    <a:pt x="2932929" y="1062277"/>
                  </a:lnTo>
                  <a:lnTo>
                    <a:pt x="2988741" y="1041736"/>
                  </a:lnTo>
                  <a:lnTo>
                    <a:pt x="3044463" y="1019945"/>
                  </a:lnTo>
                  <a:lnTo>
                    <a:pt x="3100235" y="997083"/>
                  </a:lnTo>
                  <a:lnTo>
                    <a:pt x="3156113" y="973379"/>
                  </a:lnTo>
                  <a:lnTo>
                    <a:pt x="3212092" y="949101"/>
                  </a:lnTo>
                  <a:lnTo>
                    <a:pt x="3268129" y="924549"/>
                  </a:lnTo>
                  <a:lnTo>
                    <a:pt x="3324157" y="900035"/>
                  </a:lnTo>
                  <a:lnTo>
                    <a:pt x="3380115" y="875872"/>
                  </a:lnTo>
                  <a:lnTo>
                    <a:pt x="3435965" y="852353"/>
                  </a:lnTo>
                  <a:lnTo>
                    <a:pt x="3491716" y="829737"/>
                  </a:lnTo>
                  <a:lnTo>
                    <a:pt x="3547444" y="808241"/>
                  </a:lnTo>
                  <a:lnTo>
                    <a:pt x="3603310" y="788030"/>
                  </a:lnTo>
                  <a:lnTo>
                    <a:pt x="3659577" y="769216"/>
                  </a:lnTo>
                  <a:lnTo>
                    <a:pt x="3716628" y="751858"/>
                  </a:lnTo>
                  <a:lnTo>
                    <a:pt x="3774994" y="735965"/>
                  </a:lnTo>
                  <a:lnTo>
                    <a:pt x="3820202" y="724954"/>
                  </a:lnTo>
                  <a:lnTo>
                    <a:pt x="3872091" y="713679"/>
                  </a:lnTo>
                  <a:lnTo>
                    <a:pt x="3926431" y="703384"/>
                  </a:lnTo>
                  <a:lnTo>
                    <a:pt x="3983908" y="694032"/>
                  </a:lnTo>
                  <a:lnTo>
                    <a:pt x="4045273" y="685557"/>
                  </a:lnTo>
                  <a:lnTo>
                    <a:pt x="4111304" y="677878"/>
                  </a:lnTo>
                  <a:lnTo>
                    <a:pt x="4182764" y="670912"/>
                  </a:lnTo>
                  <a:lnTo>
                    <a:pt x="4260350" y="664582"/>
                  </a:lnTo>
                  <a:lnTo>
                    <a:pt x="4344620" y="658819"/>
                  </a:lnTo>
                  <a:lnTo>
                    <a:pt x="4435907" y="653567"/>
                  </a:lnTo>
                  <a:lnTo>
                    <a:pt x="4534196" y="648782"/>
                  </a:lnTo>
                  <a:lnTo>
                    <a:pt x="4638985" y="644433"/>
                  </a:lnTo>
                  <a:lnTo>
                    <a:pt x="4749144" y="640506"/>
                  </a:lnTo>
                  <a:lnTo>
                    <a:pt x="4862783" y="636995"/>
                  </a:lnTo>
                  <a:lnTo>
                    <a:pt x="4977197" y="633904"/>
                  </a:lnTo>
                  <a:lnTo>
                    <a:pt x="5088940" y="631242"/>
                  </a:lnTo>
                  <a:lnTo>
                    <a:pt x="5194056" y="629018"/>
                  </a:lnTo>
                  <a:lnTo>
                    <a:pt x="5288511" y="627229"/>
                  </a:lnTo>
                  <a:lnTo>
                    <a:pt x="5368749" y="625861"/>
                  </a:lnTo>
                  <a:lnTo>
                    <a:pt x="5432287" y="624881"/>
                  </a:lnTo>
                  <a:lnTo>
                    <a:pt x="5478184" y="624238"/>
                  </a:lnTo>
                  <a:lnTo>
                    <a:pt x="5507282" y="623866"/>
                  </a:lnTo>
                  <a:lnTo>
                    <a:pt x="5522186" y="623691"/>
                  </a:lnTo>
                  <a:lnTo>
                    <a:pt x="5527071" y="623639"/>
                  </a:lnTo>
                  <a:lnTo>
                    <a:pt x="5527445" y="623635"/>
                  </a:lnTo>
                  <a:lnTo>
                    <a:pt x="6522385" y="623635"/>
                  </a:lnTo>
                  <a:lnTo>
                    <a:pt x="6523519" y="623623"/>
                  </a:lnTo>
                  <a:lnTo>
                    <a:pt x="6530999" y="623539"/>
                  </a:lnTo>
                  <a:lnTo>
                    <a:pt x="6549955" y="623307"/>
                  </a:lnTo>
                  <a:lnTo>
                    <a:pt x="6584098" y="622851"/>
                  </a:lnTo>
                  <a:lnTo>
                    <a:pt x="6635496" y="622096"/>
                  </a:lnTo>
                  <a:lnTo>
                    <a:pt x="6704426" y="620980"/>
                  </a:lnTo>
                  <a:lnTo>
                    <a:pt x="6789427" y="619458"/>
                  </a:lnTo>
                  <a:lnTo>
                    <a:pt x="6887623" y="617501"/>
                  </a:lnTo>
                  <a:lnTo>
                    <a:pt x="6995243" y="615099"/>
                  </a:lnTo>
                  <a:lnTo>
                    <a:pt x="7108224" y="612254"/>
                  </a:lnTo>
                  <a:lnTo>
                    <a:pt x="7222731" y="608976"/>
                  </a:lnTo>
                  <a:lnTo>
                    <a:pt x="7335532" y="605272"/>
                  </a:lnTo>
                  <a:lnTo>
                    <a:pt x="7444178" y="601144"/>
                  </a:lnTo>
                  <a:lnTo>
                    <a:pt x="7547026" y="596585"/>
                  </a:lnTo>
                  <a:lnTo>
                    <a:pt x="7643155" y="591573"/>
                  </a:lnTo>
                  <a:lnTo>
                    <a:pt x="7732234" y="586074"/>
                  </a:lnTo>
                  <a:lnTo>
                    <a:pt x="7814369" y="580039"/>
                  </a:lnTo>
                  <a:lnTo>
                    <a:pt x="7889974" y="573406"/>
                  </a:lnTo>
                  <a:lnTo>
                    <a:pt x="7959661" y="566104"/>
                  </a:lnTo>
                  <a:lnTo>
                    <a:pt x="8024151" y="558049"/>
                  </a:lnTo>
                  <a:lnTo>
                    <a:pt x="8084219" y="549158"/>
                  </a:lnTo>
                  <a:lnTo>
                    <a:pt x="8140639" y="539352"/>
                  </a:lnTo>
                  <a:lnTo>
                    <a:pt x="8194145" y="528571"/>
                  </a:lnTo>
                  <a:lnTo>
                    <a:pt x="8229629" y="520569"/>
                  </a:lnTo>
                  <a:lnTo>
                    <a:pt x="8289383" y="505519"/>
                  </a:lnTo>
                  <a:lnTo>
                    <a:pt x="8347309" y="489004"/>
                  </a:lnTo>
                  <a:lnTo>
                    <a:pt x="8404068" y="470999"/>
                  </a:lnTo>
                  <a:lnTo>
                    <a:pt x="8460149" y="451526"/>
                  </a:lnTo>
                  <a:lnTo>
                    <a:pt x="8515906" y="430658"/>
                  </a:lnTo>
                  <a:lnTo>
                    <a:pt x="8571572" y="408520"/>
                  </a:lnTo>
                  <a:lnTo>
                    <a:pt x="8627287" y="385295"/>
                  </a:lnTo>
                  <a:lnTo>
                    <a:pt x="8683108" y="361211"/>
                  </a:lnTo>
                  <a:lnTo>
                    <a:pt x="8739030" y="336543"/>
                  </a:lnTo>
                  <a:lnTo>
                    <a:pt x="8795010" y="311594"/>
                  </a:lnTo>
                  <a:lnTo>
                    <a:pt x="8850983" y="286681"/>
                  </a:lnTo>
                  <a:lnTo>
                    <a:pt x="8906885" y="262120"/>
                  </a:lnTo>
                  <a:lnTo>
                    <a:pt x="8962680" y="238209"/>
                  </a:lnTo>
                  <a:lnTo>
                    <a:pt x="9018376" y="215213"/>
                  </a:lnTo>
                  <a:lnTo>
                    <a:pt x="9074047" y="193350"/>
                  </a:lnTo>
                  <a:lnTo>
                    <a:pt x="9129853" y="172790"/>
                  </a:lnTo>
                  <a:lnTo>
                    <a:pt x="9186054" y="153647"/>
                  </a:lnTo>
                  <a:lnTo>
                    <a:pt x="9243030" y="135981"/>
                  </a:lnTo>
                  <a:lnTo>
                    <a:pt x="9301307" y="119803"/>
                  </a:lnTo>
                  <a:lnTo>
                    <a:pt x="9347647" y="108306"/>
                  </a:lnTo>
                  <a:lnTo>
                    <a:pt x="9399535" y="96837"/>
                  </a:lnTo>
                  <a:lnTo>
                    <a:pt x="9453874" y="86365"/>
                  </a:lnTo>
                  <a:lnTo>
                    <a:pt x="9511349" y="76852"/>
                  </a:lnTo>
                  <a:lnTo>
                    <a:pt x="9572711" y="68230"/>
                  </a:lnTo>
                  <a:lnTo>
                    <a:pt x="9638739" y="60419"/>
                  </a:lnTo>
                  <a:lnTo>
                    <a:pt x="9710197" y="53334"/>
                  </a:lnTo>
                  <a:lnTo>
                    <a:pt x="9787778" y="46894"/>
                  </a:lnTo>
                  <a:lnTo>
                    <a:pt x="9872045" y="41032"/>
                  </a:lnTo>
                  <a:lnTo>
                    <a:pt x="9963327" y="35690"/>
                  </a:lnTo>
                  <a:lnTo>
                    <a:pt x="10061610" y="30822"/>
                  </a:lnTo>
                  <a:lnTo>
                    <a:pt x="10166395" y="26399"/>
                  </a:lnTo>
                  <a:lnTo>
                    <a:pt x="10276549" y="22403"/>
                  </a:lnTo>
                  <a:lnTo>
                    <a:pt x="10390183" y="18831"/>
                  </a:lnTo>
                  <a:lnTo>
                    <a:pt x="10504594" y="15687"/>
                  </a:lnTo>
                  <a:lnTo>
                    <a:pt x="10616336" y="12980"/>
                  </a:lnTo>
                  <a:lnTo>
                    <a:pt x="10721453" y="10717"/>
                  </a:lnTo>
                  <a:lnTo>
                    <a:pt x="10815911" y="8897"/>
                  </a:lnTo>
                  <a:lnTo>
                    <a:pt x="10896155" y="7505"/>
                  </a:lnTo>
                  <a:lnTo>
                    <a:pt x="10959701" y="6508"/>
                  </a:lnTo>
                  <a:lnTo>
                    <a:pt x="11005607" y="5853"/>
                  </a:lnTo>
                  <a:lnTo>
                    <a:pt x="11034714" y="5475"/>
                  </a:lnTo>
                  <a:lnTo>
                    <a:pt x="11049625" y="5297"/>
                  </a:lnTo>
                  <a:lnTo>
                    <a:pt x="11054515" y="524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8" y="11"/>
                  </a:lnTo>
                  <a:lnTo>
                    <a:pt x="11046278" y="95"/>
                  </a:lnTo>
                  <a:lnTo>
                    <a:pt x="11027322" y="327"/>
                  </a:lnTo>
                  <a:lnTo>
                    <a:pt x="10993179" y="784"/>
                  </a:lnTo>
                  <a:lnTo>
                    <a:pt x="10941780" y="1539"/>
                  </a:lnTo>
                  <a:lnTo>
                    <a:pt x="10872850" y="2654"/>
                  </a:lnTo>
                  <a:lnTo>
                    <a:pt x="10787849" y="4177"/>
                  </a:lnTo>
                  <a:lnTo>
                    <a:pt x="10689654" y="6134"/>
                  </a:lnTo>
                  <a:lnTo>
                    <a:pt x="10582033" y="8536"/>
                  </a:lnTo>
                  <a:lnTo>
                    <a:pt x="10469053" y="11380"/>
                  </a:lnTo>
                  <a:lnTo>
                    <a:pt x="10354545" y="14658"/>
                  </a:lnTo>
                  <a:lnTo>
                    <a:pt x="10241744" y="18362"/>
                  </a:lnTo>
                  <a:lnTo>
                    <a:pt x="10133098" y="22490"/>
                  </a:lnTo>
                  <a:lnTo>
                    <a:pt x="10030251" y="27049"/>
                  </a:lnTo>
                  <a:lnTo>
                    <a:pt x="9934121" y="32061"/>
                  </a:lnTo>
                  <a:lnTo>
                    <a:pt x="9845043" y="37560"/>
                  </a:lnTo>
                  <a:lnTo>
                    <a:pt x="9762908" y="43595"/>
                  </a:lnTo>
                  <a:lnTo>
                    <a:pt x="9687302" y="50228"/>
                  </a:lnTo>
                  <a:lnTo>
                    <a:pt x="9617616" y="57531"/>
                  </a:lnTo>
                  <a:lnTo>
                    <a:pt x="9553125" y="65585"/>
                  </a:lnTo>
                  <a:lnTo>
                    <a:pt x="9493057" y="74476"/>
                  </a:lnTo>
                  <a:lnTo>
                    <a:pt x="9436638" y="84282"/>
                  </a:lnTo>
                  <a:lnTo>
                    <a:pt x="9383132" y="95064"/>
                  </a:lnTo>
                  <a:lnTo>
                    <a:pt x="9347647" y="103065"/>
                  </a:lnTo>
                  <a:lnTo>
                    <a:pt x="9287894" y="118115"/>
                  </a:lnTo>
                  <a:lnTo>
                    <a:pt x="9229968" y="134630"/>
                  </a:lnTo>
                  <a:lnTo>
                    <a:pt x="9173209" y="152635"/>
                  </a:lnTo>
                  <a:lnTo>
                    <a:pt x="9117127" y="172108"/>
                  </a:lnTo>
                  <a:lnTo>
                    <a:pt x="9061371" y="192976"/>
                  </a:lnTo>
                  <a:lnTo>
                    <a:pt x="9005704" y="215114"/>
                  </a:lnTo>
                  <a:lnTo>
                    <a:pt x="8949989" y="238340"/>
                  </a:lnTo>
                  <a:lnTo>
                    <a:pt x="8894169" y="262423"/>
                  </a:lnTo>
                  <a:lnTo>
                    <a:pt x="8838246" y="287091"/>
                  </a:lnTo>
                  <a:lnTo>
                    <a:pt x="8782266" y="312041"/>
                  </a:lnTo>
                  <a:lnTo>
                    <a:pt x="8726294" y="336953"/>
                  </a:lnTo>
                  <a:lnTo>
                    <a:pt x="8670392" y="361514"/>
                  </a:lnTo>
                  <a:lnTo>
                    <a:pt x="8614597" y="385425"/>
                  </a:lnTo>
                  <a:lnTo>
                    <a:pt x="8558901" y="408422"/>
                  </a:lnTo>
                  <a:lnTo>
                    <a:pt x="8503229" y="430284"/>
                  </a:lnTo>
                  <a:lnTo>
                    <a:pt x="8447423" y="450844"/>
                  </a:lnTo>
                  <a:lnTo>
                    <a:pt x="8391223" y="469987"/>
                  </a:lnTo>
                  <a:lnTo>
                    <a:pt x="8334247" y="487653"/>
                  </a:lnTo>
                  <a:lnTo>
                    <a:pt x="8275970" y="503832"/>
                  </a:lnTo>
                  <a:lnTo>
                    <a:pt x="8229629" y="515329"/>
                  </a:lnTo>
                  <a:lnTo>
                    <a:pt x="8177742" y="526797"/>
                  </a:lnTo>
                  <a:lnTo>
                    <a:pt x="8123403" y="537270"/>
                  </a:lnTo>
                  <a:lnTo>
                    <a:pt x="8065928" y="546783"/>
                  </a:lnTo>
                  <a:lnTo>
                    <a:pt x="8004566" y="555404"/>
                  </a:lnTo>
                  <a:lnTo>
                    <a:pt x="7938537" y="563215"/>
                  </a:lnTo>
                  <a:lnTo>
                    <a:pt x="7867080" y="570301"/>
                  </a:lnTo>
                  <a:lnTo>
                    <a:pt x="7789498" y="576740"/>
                  </a:lnTo>
                  <a:lnTo>
                    <a:pt x="7705232" y="582602"/>
                  </a:lnTo>
                  <a:lnTo>
                    <a:pt x="7613950" y="587945"/>
                  </a:lnTo>
                  <a:lnTo>
                    <a:pt x="7515666" y="592813"/>
                  </a:lnTo>
                  <a:lnTo>
                    <a:pt x="7410881" y="597236"/>
                  </a:lnTo>
                  <a:lnTo>
                    <a:pt x="7300728" y="601231"/>
                  </a:lnTo>
                  <a:lnTo>
                    <a:pt x="7187094" y="604803"/>
                  </a:lnTo>
                  <a:lnTo>
                    <a:pt x="7072682" y="607947"/>
                  </a:lnTo>
                  <a:lnTo>
                    <a:pt x="6960941" y="610655"/>
                  </a:lnTo>
                  <a:lnTo>
                    <a:pt x="6855824" y="612918"/>
                  </a:lnTo>
                  <a:lnTo>
                    <a:pt x="6761366" y="614737"/>
                  </a:lnTo>
                  <a:lnTo>
                    <a:pt x="6681122" y="616129"/>
                  </a:lnTo>
                  <a:lnTo>
                    <a:pt x="6617576" y="617126"/>
                  </a:lnTo>
                  <a:lnTo>
                    <a:pt x="6571669" y="617781"/>
                  </a:lnTo>
                  <a:lnTo>
                    <a:pt x="6542563" y="618160"/>
                  </a:lnTo>
                  <a:lnTo>
                    <a:pt x="6527651" y="618337"/>
                  </a:lnTo>
                  <a:lnTo>
                    <a:pt x="6522761" y="618390"/>
                  </a:lnTo>
                  <a:lnTo>
                    <a:pt x="6522385" y="618394"/>
                  </a:lnTo>
                  <a:lnTo>
                    <a:pt x="5527445" y="618394"/>
                  </a:lnTo>
                  <a:lnTo>
                    <a:pt x="5526312" y="618406"/>
                  </a:lnTo>
                  <a:lnTo>
                    <a:pt x="5518831" y="618488"/>
                  </a:lnTo>
                  <a:lnTo>
                    <a:pt x="5499873" y="618716"/>
                  </a:lnTo>
                  <a:lnTo>
                    <a:pt x="5465728" y="619165"/>
                  </a:lnTo>
                  <a:lnTo>
                    <a:pt x="5414325" y="619908"/>
                  </a:lnTo>
                  <a:lnTo>
                    <a:pt x="5345390" y="621004"/>
                  </a:lnTo>
                  <a:lnTo>
                    <a:pt x="5260384" y="622501"/>
                  </a:lnTo>
                  <a:lnTo>
                    <a:pt x="5162183" y="624425"/>
                  </a:lnTo>
                  <a:lnTo>
                    <a:pt x="5054557" y="626786"/>
                  </a:lnTo>
                  <a:lnTo>
                    <a:pt x="4941572" y="629583"/>
                  </a:lnTo>
                  <a:lnTo>
                    <a:pt x="4827061" y="632806"/>
                  </a:lnTo>
                  <a:lnTo>
                    <a:pt x="4714258" y="636447"/>
                  </a:lnTo>
                  <a:lnTo>
                    <a:pt x="4605611" y="640505"/>
                  </a:lnTo>
                  <a:lnTo>
                    <a:pt x="4502762" y="644988"/>
                  </a:lnTo>
                  <a:lnTo>
                    <a:pt x="4406633" y="649915"/>
                  </a:lnTo>
                  <a:lnTo>
                    <a:pt x="4317555" y="655321"/>
                  </a:lnTo>
                  <a:lnTo>
                    <a:pt x="4235421" y="661255"/>
                  </a:lnTo>
                  <a:lnTo>
                    <a:pt x="4159817" y="667775"/>
                  </a:lnTo>
                  <a:lnTo>
                    <a:pt x="4090131" y="674955"/>
                  </a:lnTo>
                  <a:lnTo>
                    <a:pt x="4025641" y="682874"/>
                  </a:lnTo>
                  <a:lnTo>
                    <a:pt x="3965574" y="691615"/>
                  </a:lnTo>
                  <a:lnTo>
                    <a:pt x="3909155" y="701255"/>
                  </a:lnTo>
                  <a:lnTo>
                    <a:pt x="3855649" y="711855"/>
                  </a:lnTo>
                  <a:lnTo>
                    <a:pt x="3820202" y="719713"/>
                  </a:lnTo>
                  <a:lnTo>
                    <a:pt x="3760389" y="734523"/>
                  </a:lnTo>
                  <a:lnTo>
                    <a:pt x="3702406" y="750778"/>
                  </a:lnTo>
                  <a:lnTo>
                    <a:pt x="3645593" y="768499"/>
                  </a:lnTo>
                  <a:lnTo>
                    <a:pt x="3589456" y="787666"/>
                  </a:lnTo>
                  <a:lnTo>
                    <a:pt x="3533644" y="808207"/>
                  </a:lnTo>
                  <a:lnTo>
                    <a:pt x="3477921" y="829998"/>
                  </a:lnTo>
                  <a:lnTo>
                    <a:pt x="3422150" y="852860"/>
                  </a:lnTo>
                  <a:lnTo>
                    <a:pt x="3366272" y="876564"/>
                  </a:lnTo>
                  <a:lnTo>
                    <a:pt x="3310293" y="900842"/>
                  </a:lnTo>
                  <a:lnTo>
                    <a:pt x="3254256" y="925394"/>
                  </a:lnTo>
                  <a:lnTo>
                    <a:pt x="3198228" y="949907"/>
                  </a:lnTo>
                  <a:lnTo>
                    <a:pt x="3142270" y="974070"/>
                  </a:lnTo>
                  <a:lnTo>
                    <a:pt x="3086420" y="997590"/>
                  </a:lnTo>
                  <a:lnTo>
                    <a:pt x="3030669" y="1020206"/>
                  </a:lnTo>
                  <a:lnTo>
                    <a:pt x="2974941" y="1041702"/>
                  </a:lnTo>
                  <a:lnTo>
                    <a:pt x="2919075" y="1061913"/>
                  </a:lnTo>
                  <a:lnTo>
                    <a:pt x="2862808" y="1080726"/>
                  </a:lnTo>
                  <a:lnTo>
                    <a:pt x="2805757" y="1098085"/>
                  </a:lnTo>
                  <a:lnTo>
                    <a:pt x="2747391" y="1113978"/>
                  </a:lnTo>
                  <a:lnTo>
                    <a:pt x="2702183" y="1124989"/>
                  </a:lnTo>
                  <a:lnTo>
                    <a:pt x="2650294" y="1136263"/>
                  </a:lnTo>
                  <a:lnTo>
                    <a:pt x="2595954" y="1146559"/>
                  </a:lnTo>
                  <a:lnTo>
                    <a:pt x="2538477" y="1155911"/>
                  </a:lnTo>
                  <a:lnTo>
                    <a:pt x="2477112" y="1164386"/>
                  </a:lnTo>
                  <a:lnTo>
                    <a:pt x="2411081" y="1172065"/>
                  </a:lnTo>
                  <a:lnTo>
                    <a:pt x="2339621" y="1179031"/>
                  </a:lnTo>
                  <a:lnTo>
                    <a:pt x="2262035" y="1185361"/>
                  </a:lnTo>
                  <a:lnTo>
                    <a:pt x="2177765" y="1191124"/>
                  </a:lnTo>
                  <a:lnTo>
                    <a:pt x="2086478" y="1196376"/>
                  </a:lnTo>
                  <a:lnTo>
                    <a:pt x="1988189" y="1201161"/>
                  </a:lnTo>
                  <a:lnTo>
                    <a:pt x="1883400" y="1205509"/>
                  </a:lnTo>
                  <a:lnTo>
                    <a:pt x="1773241" y="1209437"/>
                  </a:lnTo>
                  <a:lnTo>
                    <a:pt x="1659602" y="1212948"/>
                  </a:lnTo>
                  <a:lnTo>
                    <a:pt x="1545188" y="1216039"/>
                  </a:lnTo>
                  <a:lnTo>
                    <a:pt x="1433445" y="1218700"/>
                  </a:lnTo>
                  <a:lnTo>
                    <a:pt x="1328329" y="1220925"/>
                  </a:lnTo>
                  <a:lnTo>
                    <a:pt x="1233874" y="1222714"/>
                  </a:lnTo>
                  <a:lnTo>
                    <a:pt x="1153636" y="1224082"/>
                  </a:lnTo>
                  <a:lnTo>
                    <a:pt x="1090098" y="1225062"/>
                  </a:lnTo>
                  <a:lnTo>
                    <a:pt x="1044201" y="1225705"/>
                  </a:lnTo>
                  <a:lnTo>
                    <a:pt x="1015103" y="1226077"/>
                  </a:lnTo>
                  <a:lnTo>
                    <a:pt x="1000199" y="1226252"/>
                  </a:lnTo>
                  <a:lnTo>
                    <a:pt x="995314" y="1226304"/>
                  </a:lnTo>
                  <a:lnTo>
                    <a:pt x="994940" y="1226308"/>
                  </a:lnTo>
                  <a:lnTo>
                    <a:pt x="0" y="1226308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43" name="pl1242"/>
            <p:cNvSpPr/>
            <p:nvPr/>
          </p:nvSpPr>
          <p:spPr>
            <a:xfrm>
              <a:off x="1199187" y="3642076"/>
              <a:ext cx="12049831" cy="1226308"/>
            </a:xfrm>
            <a:custGeom>
              <a:avLst/>
              <a:pathLst>
                <a:path w="12049831" h="1226308">
                  <a:moveTo>
                    <a:pt x="0" y="1226308"/>
                  </a:moveTo>
                  <a:lnTo>
                    <a:pt x="994940" y="1226308"/>
                  </a:lnTo>
                  <a:lnTo>
                    <a:pt x="996073" y="1226296"/>
                  </a:lnTo>
                  <a:lnTo>
                    <a:pt x="1003554" y="1226214"/>
                  </a:lnTo>
                  <a:lnTo>
                    <a:pt x="1022512" y="1225986"/>
                  </a:lnTo>
                  <a:lnTo>
                    <a:pt x="1056657" y="1225537"/>
                  </a:lnTo>
                  <a:lnTo>
                    <a:pt x="1108060" y="1224795"/>
                  </a:lnTo>
                  <a:lnTo>
                    <a:pt x="1176995" y="1223698"/>
                  </a:lnTo>
                  <a:lnTo>
                    <a:pt x="1262001" y="1222201"/>
                  </a:lnTo>
                  <a:lnTo>
                    <a:pt x="1360202" y="1220277"/>
                  </a:lnTo>
                  <a:lnTo>
                    <a:pt x="1467828" y="1217916"/>
                  </a:lnTo>
                  <a:lnTo>
                    <a:pt x="1580813" y="1215119"/>
                  </a:lnTo>
                  <a:lnTo>
                    <a:pt x="1695324" y="1211896"/>
                  </a:lnTo>
                  <a:lnTo>
                    <a:pt x="1808127" y="1208255"/>
                  </a:lnTo>
                  <a:lnTo>
                    <a:pt x="1916774" y="1204197"/>
                  </a:lnTo>
                  <a:lnTo>
                    <a:pt x="2019623" y="1199715"/>
                  </a:lnTo>
                  <a:lnTo>
                    <a:pt x="2115752" y="1194787"/>
                  </a:lnTo>
                  <a:lnTo>
                    <a:pt x="2204830" y="1189381"/>
                  </a:lnTo>
                  <a:lnTo>
                    <a:pt x="2286964" y="1183448"/>
                  </a:lnTo>
                  <a:lnTo>
                    <a:pt x="2362568" y="1176927"/>
                  </a:lnTo>
                  <a:lnTo>
                    <a:pt x="2432254" y="1169747"/>
                  </a:lnTo>
                  <a:lnTo>
                    <a:pt x="2496744" y="1161828"/>
                  </a:lnTo>
                  <a:lnTo>
                    <a:pt x="2556811" y="1153088"/>
                  </a:lnTo>
                  <a:lnTo>
                    <a:pt x="2613230" y="1143447"/>
                  </a:lnTo>
                  <a:lnTo>
                    <a:pt x="2666736" y="1132847"/>
                  </a:lnTo>
                  <a:lnTo>
                    <a:pt x="2702183" y="1124989"/>
                  </a:lnTo>
                  <a:lnTo>
                    <a:pt x="2761996" y="1110179"/>
                  </a:lnTo>
                  <a:lnTo>
                    <a:pt x="2819979" y="1093925"/>
                  </a:lnTo>
                  <a:lnTo>
                    <a:pt x="2876792" y="1076203"/>
                  </a:lnTo>
                  <a:lnTo>
                    <a:pt x="2932929" y="1057036"/>
                  </a:lnTo>
                  <a:lnTo>
                    <a:pt x="2988741" y="1036495"/>
                  </a:lnTo>
                  <a:lnTo>
                    <a:pt x="3044463" y="1014704"/>
                  </a:lnTo>
                  <a:lnTo>
                    <a:pt x="3100235" y="991843"/>
                  </a:lnTo>
                  <a:lnTo>
                    <a:pt x="3156113" y="968138"/>
                  </a:lnTo>
                  <a:lnTo>
                    <a:pt x="3212092" y="943860"/>
                  </a:lnTo>
                  <a:lnTo>
                    <a:pt x="3268129" y="919308"/>
                  </a:lnTo>
                  <a:lnTo>
                    <a:pt x="3324157" y="894795"/>
                  </a:lnTo>
                  <a:lnTo>
                    <a:pt x="3380115" y="870632"/>
                  </a:lnTo>
                  <a:lnTo>
                    <a:pt x="3435965" y="847112"/>
                  </a:lnTo>
                  <a:lnTo>
                    <a:pt x="3491716" y="824496"/>
                  </a:lnTo>
                  <a:lnTo>
                    <a:pt x="3547444" y="803000"/>
                  </a:lnTo>
                  <a:lnTo>
                    <a:pt x="3603310" y="782790"/>
                  </a:lnTo>
                  <a:lnTo>
                    <a:pt x="3659577" y="763976"/>
                  </a:lnTo>
                  <a:lnTo>
                    <a:pt x="3716628" y="746618"/>
                  </a:lnTo>
                  <a:lnTo>
                    <a:pt x="3774994" y="730725"/>
                  </a:lnTo>
                  <a:lnTo>
                    <a:pt x="3820202" y="719713"/>
                  </a:lnTo>
                  <a:lnTo>
                    <a:pt x="3872091" y="708439"/>
                  </a:lnTo>
                  <a:lnTo>
                    <a:pt x="3926431" y="698143"/>
                  </a:lnTo>
                  <a:lnTo>
                    <a:pt x="3983908" y="688791"/>
                  </a:lnTo>
                  <a:lnTo>
                    <a:pt x="4045273" y="680316"/>
                  </a:lnTo>
                  <a:lnTo>
                    <a:pt x="4111304" y="672637"/>
                  </a:lnTo>
                  <a:lnTo>
                    <a:pt x="4182764" y="665671"/>
                  </a:lnTo>
                  <a:lnTo>
                    <a:pt x="4260350" y="659341"/>
                  </a:lnTo>
                  <a:lnTo>
                    <a:pt x="4344620" y="653579"/>
                  </a:lnTo>
                  <a:lnTo>
                    <a:pt x="4435907" y="648326"/>
                  </a:lnTo>
                  <a:lnTo>
                    <a:pt x="4534196" y="643541"/>
                  </a:lnTo>
                  <a:lnTo>
                    <a:pt x="4638985" y="639193"/>
                  </a:lnTo>
                  <a:lnTo>
                    <a:pt x="4749144" y="635265"/>
                  </a:lnTo>
                  <a:lnTo>
                    <a:pt x="4862783" y="631754"/>
                  </a:lnTo>
                  <a:lnTo>
                    <a:pt x="4977197" y="628663"/>
                  </a:lnTo>
                  <a:lnTo>
                    <a:pt x="5088940" y="626002"/>
                  </a:lnTo>
                  <a:lnTo>
                    <a:pt x="5194056" y="623777"/>
                  </a:lnTo>
                  <a:lnTo>
                    <a:pt x="5288511" y="621989"/>
                  </a:lnTo>
                  <a:lnTo>
                    <a:pt x="5368749" y="620621"/>
                  </a:lnTo>
                  <a:lnTo>
                    <a:pt x="5432287" y="619640"/>
                  </a:lnTo>
                  <a:lnTo>
                    <a:pt x="5478184" y="618997"/>
                  </a:lnTo>
                  <a:lnTo>
                    <a:pt x="5507282" y="618625"/>
                  </a:lnTo>
                  <a:lnTo>
                    <a:pt x="5522186" y="618451"/>
                  </a:lnTo>
                  <a:lnTo>
                    <a:pt x="5527071" y="618398"/>
                  </a:lnTo>
                  <a:lnTo>
                    <a:pt x="5527445" y="618394"/>
                  </a:lnTo>
                  <a:lnTo>
                    <a:pt x="6522385" y="618394"/>
                  </a:lnTo>
                  <a:lnTo>
                    <a:pt x="6523519" y="618383"/>
                  </a:lnTo>
                  <a:lnTo>
                    <a:pt x="6530999" y="618299"/>
                  </a:lnTo>
                  <a:lnTo>
                    <a:pt x="6549955" y="618067"/>
                  </a:lnTo>
                  <a:lnTo>
                    <a:pt x="6584098" y="617610"/>
                  </a:lnTo>
                  <a:lnTo>
                    <a:pt x="6635496" y="616855"/>
                  </a:lnTo>
                  <a:lnTo>
                    <a:pt x="6704426" y="615740"/>
                  </a:lnTo>
                  <a:lnTo>
                    <a:pt x="6789427" y="614217"/>
                  </a:lnTo>
                  <a:lnTo>
                    <a:pt x="6887623" y="612260"/>
                  </a:lnTo>
                  <a:lnTo>
                    <a:pt x="6995243" y="609858"/>
                  </a:lnTo>
                  <a:lnTo>
                    <a:pt x="7108224" y="607014"/>
                  </a:lnTo>
                  <a:lnTo>
                    <a:pt x="7222731" y="603735"/>
                  </a:lnTo>
                  <a:lnTo>
                    <a:pt x="7335532" y="600031"/>
                  </a:lnTo>
                  <a:lnTo>
                    <a:pt x="7444178" y="595904"/>
                  </a:lnTo>
                  <a:lnTo>
                    <a:pt x="7547026" y="591345"/>
                  </a:lnTo>
                  <a:lnTo>
                    <a:pt x="7643155" y="586333"/>
                  </a:lnTo>
                  <a:lnTo>
                    <a:pt x="7732234" y="580833"/>
                  </a:lnTo>
                  <a:lnTo>
                    <a:pt x="7814369" y="574798"/>
                  </a:lnTo>
                  <a:lnTo>
                    <a:pt x="7889974" y="568166"/>
                  </a:lnTo>
                  <a:lnTo>
                    <a:pt x="7959661" y="560863"/>
                  </a:lnTo>
                  <a:lnTo>
                    <a:pt x="8024151" y="552808"/>
                  </a:lnTo>
                  <a:lnTo>
                    <a:pt x="8084219" y="543918"/>
                  </a:lnTo>
                  <a:lnTo>
                    <a:pt x="8140639" y="534112"/>
                  </a:lnTo>
                  <a:lnTo>
                    <a:pt x="8194145" y="523330"/>
                  </a:lnTo>
                  <a:lnTo>
                    <a:pt x="8229629" y="515329"/>
                  </a:lnTo>
                  <a:lnTo>
                    <a:pt x="8289383" y="500279"/>
                  </a:lnTo>
                  <a:lnTo>
                    <a:pt x="8347309" y="483763"/>
                  </a:lnTo>
                  <a:lnTo>
                    <a:pt x="8404068" y="465759"/>
                  </a:lnTo>
                  <a:lnTo>
                    <a:pt x="8460149" y="446286"/>
                  </a:lnTo>
                  <a:lnTo>
                    <a:pt x="8515906" y="425417"/>
                  </a:lnTo>
                  <a:lnTo>
                    <a:pt x="8571572" y="403280"/>
                  </a:lnTo>
                  <a:lnTo>
                    <a:pt x="8627287" y="380054"/>
                  </a:lnTo>
                  <a:lnTo>
                    <a:pt x="8683108" y="355970"/>
                  </a:lnTo>
                  <a:lnTo>
                    <a:pt x="8739030" y="331303"/>
                  </a:lnTo>
                  <a:lnTo>
                    <a:pt x="8795010" y="306353"/>
                  </a:lnTo>
                  <a:lnTo>
                    <a:pt x="8850983" y="281440"/>
                  </a:lnTo>
                  <a:lnTo>
                    <a:pt x="8906885" y="256880"/>
                  </a:lnTo>
                  <a:lnTo>
                    <a:pt x="8962680" y="232969"/>
                  </a:lnTo>
                  <a:lnTo>
                    <a:pt x="9018376" y="209972"/>
                  </a:lnTo>
                  <a:lnTo>
                    <a:pt x="9074047" y="188109"/>
                  </a:lnTo>
                  <a:lnTo>
                    <a:pt x="9129853" y="167549"/>
                  </a:lnTo>
                  <a:lnTo>
                    <a:pt x="9186054" y="148406"/>
                  </a:lnTo>
                  <a:lnTo>
                    <a:pt x="9243030" y="130740"/>
                  </a:lnTo>
                  <a:lnTo>
                    <a:pt x="9301307" y="114562"/>
                  </a:lnTo>
                  <a:lnTo>
                    <a:pt x="9347647" y="103065"/>
                  </a:lnTo>
                  <a:lnTo>
                    <a:pt x="9399535" y="91597"/>
                  </a:lnTo>
                  <a:lnTo>
                    <a:pt x="9453874" y="81124"/>
                  </a:lnTo>
                  <a:lnTo>
                    <a:pt x="9511349" y="71611"/>
                  </a:lnTo>
                  <a:lnTo>
                    <a:pt x="9572711" y="62990"/>
                  </a:lnTo>
                  <a:lnTo>
                    <a:pt x="9638739" y="55178"/>
                  </a:lnTo>
                  <a:lnTo>
                    <a:pt x="9710197" y="48093"/>
                  </a:lnTo>
                  <a:lnTo>
                    <a:pt x="9787778" y="41654"/>
                  </a:lnTo>
                  <a:lnTo>
                    <a:pt x="9872045" y="35792"/>
                  </a:lnTo>
                  <a:lnTo>
                    <a:pt x="9963327" y="30449"/>
                  </a:lnTo>
                  <a:lnTo>
                    <a:pt x="10061610" y="25581"/>
                  </a:lnTo>
                  <a:lnTo>
                    <a:pt x="10166395" y="21158"/>
                  </a:lnTo>
                  <a:lnTo>
                    <a:pt x="10276549" y="17163"/>
                  </a:lnTo>
                  <a:lnTo>
                    <a:pt x="10390183" y="13591"/>
                  </a:lnTo>
                  <a:lnTo>
                    <a:pt x="10504594" y="10447"/>
                  </a:lnTo>
                  <a:lnTo>
                    <a:pt x="10616336" y="7739"/>
                  </a:lnTo>
                  <a:lnTo>
                    <a:pt x="10721453" y="5476"/>
                  </a:lnTo>
                  <a:lnTo>
                    <a:pt x="10815911" y="3657"/>
                  </a:lnTo>
                  <a:lnTo>
                    <a:pt x="10896155" y="2265"/>
                  </a:lnTo>
                  <a:lnTo>
                    <a:pt x="10959701" y="1268"/>
                  </a:lnTo>
                  <a:lnTo>
                    <a:pt x="11005607" y="613"/>
                  </a:lnTo>
                  <a:lnTo>
                    <a:pt x="11034714" y="234"/>
                  </a:lnTo>
                  <a:lnTo>
                    <a:pt x="11049625" y="57"/>
                  </a:lnTo>
                  <a:lnTo>
                    <a:pt x="11054515" y="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4" name="pl1243"/>
            <p:cNvSpPr/>
            <p:nvPr/>
          </p:nvSpPr>
          <p:spPr>
            <a:xfrm>
              <a:off x="1199187" y="3636835"/>
              <a:ext cx="12049831" cy="1226308"/>
            </a:xfrm>
            <a:custGeom>
              <a:avLst/>
              <a:pathLst>
                <a:path w="12049831" h="1226308">
                  <a:moveTo>
                    <a:pt x="12049831" y="0"/>
                  </a:moveTo>
                  <a:lnTo>
                    <a:pt x="11054891" y="0"/>
                  </a:lnTo>
                  <a:lnTo>
                    <a:pt x="11053758" y="11"/>
                  </a:lnTo>
                  <a:lnTo>
                    <a:pt x="11046278" y="95"/>
                  </a:lnTo>
                  <a:lnTo>
                    <a:pt x="11027322" y="327"/>
                  </a:lnTo>
                  <a:lnTo>
                    <a:pt x="10993179" y="784"/>
                  </a:lnTo>
                  <a:lnTo>
                    <a:pt x="10941780" y="1539"/>
                  </a:lnTo>
                  <a:lnTo>
                    <a:pt x="10872850" y="2654"/>
                  </a:lnTo>
                  <a:lnTo>
                    <a:pt x="10787849" y="4177"/>
                  </a:lnTo>
                  <a:lnTo>
                    <a:pt x="10689654" y="6134"/>
                  </a:lnTo>
                  <a:lnTo>
                    <a:pt x="10582033" y="8536"/>
                  </a:lnTo>
                  <a:lnTo>
                    <a:pt x="10469053" y="11380"/>
                  </a:lnTo>
                  <a:lnTo>
                    <a:pt x="10354545" y="14658"/>
                  </a:lnTo>
                  <a:lnTo>
                    <a:pt x="10241744" y="18362"/>
                  </a:lnTo>
                  <a:lnTo>
                    <a:pt x="10133098" y="22490"/>
                  </a:lnTo>
                  <a:lnTo>
                    <a:pt x="10030251" y="27049"/>
                  </a:lnTo>
                  <a:lnTo>
                    <a:pt x="9934121" y="32061"/>
                  </a:lnTo>
                  <a:lnTo>
                    <a:pt x="9845043" y="37560"/>
                  </a:lnTo>
                  <a:lnTo>
                    <a:pt x="9762908" y="43595"/>
                  </a:lnTo>
                  <a:lnTo>
                    <a:pt x="9687302" y="50228"/>
                  </a:lnTo>
                  <a:lnTo>
                    <a:pt x="9617616" y="57531"/>
                  </a:lnTo>
                  <a:lnTo>
                    <a:pt x="9553125" y="65585"/>
                  </a:lnTo>
                  <a:lnTo>
                    <a:pt x="9493057" y="74476"/>
                  </a:lnTo>
                  <a:lnTo>
                    <a:pt x="9436638" y="84282"/>
                  </a:lnTo>
                  <a:lnTo>
                    <a:pt x="9383132" y="95064"/>
                  </a:lnTo>
                  <a:lnTo>
                    <a:pt x="9347647" y="103065"/>
                  </a:lnTo>
                  <a:lnTo>
                    <a:pt x="9287894" y="118115"/>
                  </a:lnTo>
                  <a:lnTo>
                    <a:pt x="9229968" y="134630"/>
                  </a:lnTo>
                  <a:lnTo>
                    <a:pt x="9173209" y="152635"/>
                  </a:lnTo>
                  <a:lnTo>
                    <a:pt x="9117127" y="172108"/>
                  </a:lnTo>
                  <a:lnTo>
                    <a:pt x="9061371" y="192976"/>
                  </a:lnTo>
                  <a:lnTo>
                    <a:pt x="9005704" y="215114"/>
                  </a:lnTo>
                  <a:lnTo>
                    <a:pt x="8949989" y="238340"/>
                  </a:lnTo>
                  <a:lnTo>
                    <a:pt x="8894169" y="262423"/>
                  </a:lnTo>
                  <a:lnTo>
                    <a:pt x="8838246" y="287091"/>
                  </a:lnTo>
                  <a:lnTo>
                    <a:pt x="8782266" y="312041"/>
                  </a:lnTo>
                  <a:lnTo>
                    <a:pt x="8726294" y="336953"/>
                  </a:lnTo>
                  <a:lnTo>
                    <a:pt x="8670392" y="361514"/>
                  </a:lnTo>
                  <a:lnTo>
                    <a:pt x="8614597" y="385425"/>
                  </a:lnTo>
                  <a:lnTo>
                    <a:pt x="8558901" y="408422"/>
                  </a:lnTo>
                  <a:lnTo>
                    <a:pt x="8503229" y="430284"/>
                  </a:lnTo>
                  <a:lnTo>
                    <a:pt x="8447423" y="450844"/>
                  </a:lnTo>
                  <a:lnTo>
                    <a:pt x="8391223" y="469987"/>
                  </a:lnTo>
                  <a:lnTo>
                    <a:pt x="8334247" y="487653"/>
                  </a:lnTo>
                  <a:lnTo>
                    <a:pt x="8275970" y="503832"/>
                  </a:lnTo>
                  <a:lnTo>
                    <a:pt x="8229629" y="515329"/>
                  </a:lnTo>
                  <a:lnTo>
                    <a:pt x="8177742" y="526797"/>
                  </a:lnTo>
                  <a:lnTo>
                    <a:pt x="8123403" y="537270"/>
                  </a:lnTo>
                  <a:lnTo>
                    <a:pt x="8065928" y="546783"/>
                  </a:lnTo>
                  <a:lnTo>
                    <a:pt x="8004566" y="555404"/>
                  </a:lnTo>
                  <a:lnTo>
                    <a:pt x="7938537" y="563215"/>
                  </a:lnTo>
                  <a:lnTo>
                    <a:pt x="7867080" y="570301"/>
                  </a:lnTo>
                  <a:lnTo>
                    <a:pt x="7789498" y="576740"/>
                  </a:lnTo>
                  <a:lnTo>
                    <a:pt x="7705232" y="582602"/>
                  </a:lnTo>
                  <a:lnTo>
                    <a:pt x="7613950" y="587945"/>
                  </a:lnTo>
                  <a:lnTo>
                    <a:pt x="7515666" y="592813"/>
                  </a:lnTo>
                  <a:lnTo>
                    <a:pt x="7410881" y="597236"/>
                  </a:lnTo>
                  <a:lnTo>
                    <a:pt x="7300728" y="601231"/>
                  </a:lnTo>
                  <a:lnTo>
                    <a:pt x="7187094" y="604803"/>
                  </a:lnTo>
                  <a:lnTo>
                    <a:pt x="7072682" y="607947"/>
                  </a:lnTo>
                  <a:lnTo>
                    <a:pt x="6960941" y="610655"/>
                  </a:lnTo>
                  <a:lnTo>
                    <a:pt x="6855824" y="612918"/>
                  </a:lnTo>
                  <a:lnTo>
                    <a:pt x="6761366" y="614737"/>
                  </a:lnTo>
                  <a:lnTo>
                    <a:pt x="6681122" y="616129"/>
                  </a:lnTo>
                  <a:lnTo>
                    <a:pt x="6617576" y="617126"/>
                  </a:lnTo>
                  <a:lnTo>
                    <a:pt x="6571669" y="617781"/>
                  </a:lnTo>
                  <a:lnTo>
                    <a:pt x="6542563" y="618160"/>
                  </a:lnTo>
                  <a:lnTo>
                    <a:pt x="6527651" y="618337"/>
                  </a:lnTo>
                  <a:lnTo>
                    <a:pt x="6522761" y="618390"/>
                  </a:lnTo>
                  <a:lnTo>
                    <a:pt x="6522385" y="618394"/>
                  </a:lnTo>
                  <a:lnTo>
                    <a:pt x="5527445" y="618394"/>
                  </a:lnTo>
                  <a:lnTo>
                    <a:pt x="5526312" y="618406"/>
                  </a:lnTo>
                  <a:lnTo>
                    <a:pt x="5518831" y="618488"/>
                  </a:lnTo>
                  <a:lnTo>
                    <a:pt x="5499873" y="618716"/>
                  </a:lnTo>
                  <a:lnTo>
                    <a:pt x="5465728" y="619165"/>
                  </a:lnTo>
                  <a:lnTo>
                    <a:pt x="5414325" y="619908"/>
                  </a:lnTo>
                  <a:lnTo>
                    <a:pt x="5345390" y="621004"/>
                  </a:lnTo>
                  <a:lnTo>
                    <a:pt x="5260384" y="622501"/>
                  </a:lnTo>
                  <a:lnTo>
                    <a:pt x="5162183" y="624425"/>
                  </a:lnTo>
                  <a:lnTo>
                    <a:pt x="5054557" y="626786"/>
                  </a:lnTo>
                  <a:lnTo>
                    <a:pt x="4941572" y="629583"/>
                  </a:lnTo>
                  <a:lnTo>
                    <a:pt x="4827061" y="632806"/>
                  </a:lnTo>
                  <a:lnTo>
                    <a:pt x="4714258" y="636447"/>
                  </a:lnTo>
                  <a:lnTo>
                    <a:pt x="4605611" y="640505"/>
                  </a:lnTo>
                  <a:lnTo>
                    <a:pt x="4502762" y="644988"/>
                  </a:lnTo>
                  <a:lnTo>
                    <a:pt x="4406633" y="649915"/>
                  </a:lnTo>
                  <a:lnTo>
                    <a:pt x="4317555" y="655321"/>
                  </a:lnTo>
                  <a:lnTo>
                    <a:pt x="4235421" y="661255"/>
                  </a:lnTo>
                  <a:lnTo>
                    <a:pt x="4159817" y="667775"/>
                  </a:lnTo>
                  <a:lnTo>
                    <a:pt x="4090131" y="674955"/>
                  </a:lnTo>
                  <a:lnTo>
                    <a:pt x="4025641" y="682874"/>
                  </a:lnTo>
                  <a:lnTo>
                    <a:pt x="3965574" y="691615"/>
                  </a:lnTo>
                  <a:lnTo>
                    <a:pt x="3909155" y="701255"/>
                  </a:lnTo>
                  <a:lnTo>
                    <a:pt x="3855649" y="711855"/>
                  </a:lnTo>
                  <a:lnTo>
                    <a:pt x="3820202" y="719713"/>
                  </a:lnTo>
                  <a:lnTo>
                    <a:pt x="3760389" y="734523"/>
                  </a:lnTo>
                  <a:lnTo>
                    <a:pt x="3702406" y="750778"/>
                  </a:lnTo>
                  <a:lnTo>
                    <a:pt x="3645593" y="768499"/>
                  </a:lnTo>
                  <a:lnTo>
                    <a:pt x="3589456" y="787666"/>
                  </a:lnTo>
                  <a:lnTo>
                    <a:pt x="3533644" y="808207"/>
                  </a:lnTo>
                  <a:lnTo>
                    <a:pt x="3477921" y="829998"/>
                  </a:lnTo>
                  <a:lnTo>
                    <a:pt x="3422150" y="852860"/>
                  </a:lnTo>
                  <a:lnTo>
                    <a:pt x="3366272" y="876564"/>
                  </a:lnTo>
                  <a:lnTo>
                    <a:pt x="3310293" y="900842"/>
                  </a:lnTo>
                  <a:lnTo>
                    <a:pt x="3254256" y="925394"/>
                  </a:lnTo>
                  <a:lnTo>
                    <a:pt x="3198228" y="949907"/>
                  </a:lnTo>
                  <a:lnTo>
                    <a:pt x="3142270" y="974070"/>
                  </a:lnTo>
                  <a:lnTo>
                    <a:pt x="3086420" y="997590"/>
                  </a:lnTo>
                  <a:lnTo>
                    <a:pt x="3030669" y="1020206"/>
                  </a:lnTo>
                  <a:lnTo>
                    <a:pt x="2974941" y="1041702"/>
                  </a:lnTo>
                  <a:lnTo>
                    <a:pt x="2919075" y="1061913"/>
                  </a:lnTo>
                  <a:lnTo>
                    <a:pt x="2862808" y="1080726"/>
                  </a:lnTo>
                  <a:lnTo>
                    <a:pt x="2805757" y="1098085"/>
                  </a:lnTo>
                  <a:lnTo>
                    <a:pt x="2747391" y="1113978"/>
                  </a:lnTo>
                  <a:lnTo>
                    <a:pt x="2702183" y="1124989"/>
                  </a:lnTo>
                  <a:lnTo>
                    <a:pt x="2650294" y="1136263"/>
                  </a:lnTo>
                  <a:lnTo>
                    <a:pt x="2595954" y="1146559"/>
                  </a:lnTo>
                  <a:lnTo>
                    <a:pt x="2538477" y="1155911"/>
                  </a:lnTo>
                  <a:lnTo>
                    <a:pt x="2477112" y="1164386"/>
                  </a:lnTo>
                  <a:lnTo>
                    <a:pt x="2411081" y="1172065"/>
                  </a:lnTo>
                  <a:lnTo>
                    <a:pt x="2339621" y="1179031"/>
                  </a:lnTo>
                  <a:lnTo>
                    <a:pt x="2262035" y="1185361"/>
                  </a:lnTo>
                  <a:lnTo>
                    <a:pt x="2177765" y="1191124"/>
                  </a:lnTo>
                  <a:lnTo>
                    <a:pt x="2086478" y="1196376"/>
                  </a:lnTo>
                  <a:lnTo>
                    <a:pt x="1988189" y="1201161"/>
                  </a:lnTo>
                  <a:lnTo>
                    <a:pt x="1883400" y="1205509"/>
                  </a:lnTo>
                  <a:lnTo>
                    <a:pt x="1773241" y="1209437"/>
                  </a:lnTo>
                  <a:lnTo>
                    <a:pt x="1659602" y="1212948"/>
                  </a:lnTo>
                  <a:lnTo>
                    <a:pt x="1545188" y="1216039"/>
                  </a:lnTo>
                  <a:lnTo>
                    <a:pt x="1433445" y="1218700"/>
                  </a:lnTo>
                  <a:lnTo>
                    <a:pt x="1328329" y="1220925"/>
                  </a:lnTo>
                  <a:lnTo>
                    <a:pt x="1233874" y="1222714"/>
                  </a:lnTo>
                  <a:lnTo>
                    <a:pt x="1153636" y="1224082"/>
                  </a:lnTo>
                  <a:lnTo>
                    <a:pt x="1090098" y="1225062"/>
                  </a:lnTo>
                  <a:lnTo>
                    <a:pt x="1044201" y="1225705"/>
                  </a:lnTo>
                  <a:lnTo>
                    <a:pt x="1015103" y="1226077"/>
                  </a:lnTo>
                  <a:lnTo>
                    <a:pt x="1000199" y="1226252"/>
                  </a:lnTo>
                  <a:lnTo>
                    <a:pt x="995314" y="1226304"/>
                  </a:lnTo>
                  <a:lnTo>
                    <a:pt x="994940" y="1226308"/>
                  </a:lnTo>
                  <a:lnTo>
                    <a:pt x="0" y="1226308"/>
                  </a:lnTo>
                  <a:lnTo>
                    <a:pt x="0" y="12263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5" name="pg1244"/>
            <p:cNvSpPr/>
            <p:nvPr/>
          </p:nvSpPr>
          <p:spPr>
            <a:xfrm>
              <a:off x="1199187" y="4375764"/>
              <a:ext cx="12049831" cy="2096253"/>
            </a:xfrm>
            <a:custGeom>
              <a:avLst/>
              <a:pathLst>
                <a:path w="12049831" h="2096253">
                  <a:moveTo>
                    <a:pt x="0" y="497860"/>
                  </a:moveTo>
                  <a:lnTo>
                    <a:pt x="994940" y="497860"/>
                  </a:lnTo>
                  <a:lnTo>
                    <a:pt x="996074" y="497850"/>
                  </a:lnTo>
                  <a:lnTo>
                    <a:pt x="1003561" y="497783"/>
                  </a:lnTo>
                  <a:lnTo>
                    <a:pt x="1022535" y="497599"/>
                  </a:lnTo>
                  <a:lnTo>
                    <a:pt x="1056708" y="497234"/>
                  </a:lnTo>
                  <a:lnTo>
                    <a:pt x="1108151" y="496632"/>
                  </a:lnTo>
                  <a:lnTo>
                    <a:pt x="1177135" y="495743"/>
                  </a:lnTo>
                  <a:lnTo>
                    <a:pt x="1262196" y="494529"/>
                  </a:lnTo>
                  <a:lnTo>
                    <a:pt x="1360452" y="492969"/>
                  </a:lnTo>
                  <a:lnTo>
                    <a:pt x="1468129" y="491054"/>
                  </a:lnTo>
                  <a:lnTo>
                    <a:pt x="1581158" y="488786"/>
                  </a:lnTo>
                  <a:lnTo>
                    <a:pt x="1695702" y="486172"/>
                  </a:lnTo>
                  <a:lnTo>
                    <a:pt x="1808529" y="483219"/>
                  </a:lnTo>
                  <a:lnTo>
                    <a:pt x="1917190" y="479929"/>
                  </a:lnTo>
                  <a:lnTo>
                    <a:pt x="2020043" y="476294"/>
                  </a:lnTo>
                  <a:lnTo>
                    <a:pt x="2116171" y="472298"/>
                  </a:lnTo>
                  <a:lnTo>
                    <a:pt x="2205243" y="467914"/>
                  </a:lnTo>
                  <a:lnTo>
                    <a:pt x="2287368" y="463102"/>
                  </a:lnTo>
                  <a:lnTo>
                    <a:pt x="2362962" y="457814"/>
                  </a:lnTo>
                  <a:lnTo>
                    <a:pt x="2432637" y="451991"/>
                  </a:lnTo>
                  <a:lnTo>
                    <a:pt x="2497118" y="445569"/>
                  </a:lnTo>
                  <a:lnTo>
                    <a:pt x="2557179" y="438479"/>
                  </a:lnTo>
                  <a:lnTo>
                    <a:pt x="2613593" y="430660"/>
                  </a:lnTo>
                  <a:lnTo>
                    <a:pt x="2667098" y="422062"/>
                  </a:lnTo>
                  <a:lnTo>
                    <a:pt x="2702183" y="415756"/>
                  </a:lnTo>
                  <a:lnTo>
                    <a:pt x="2762597" y="403626"/>
                  </a:lnTo>
                  <a:lnTo>
                    <a:pt x="2821150" y="390302"/>
                  </a:lnTo>
                  <a:lnTo>
                    <a:pt x="2878522" y="375764"/>
                  </a:lnTo>
                  <a:lnTo>
                    <a:pt x="2935216" y="360032"/>
                  </a:lnTo>
                  <a:lnTo>
                    <a:pt x="2991590" y="343167"/>
                  </a:lnTo>
                  <a:lnTo>
                    <a:pt x="3047883" y="325275"/>
                  </a:lnTo>
                  <a:lnTo>
                    <a:pt x="3104231" y="306507"/>
                  </a:lnTo>
                  <a:lnTo>
                    <a:pt x="3160688" y="287058"/>
                  </a:lnTo>
                  <a:lnTo>
                    <a:pt x="3217248" y="267154"/>
                  </a:lnTo>
                  <a:lnTo>
                    <a:pt x="3273860" y="247047"/>
                  </a:lnTo>
                  <a:lnTo>
                    <a:pt x="3330456" y="226999"/>
                  </a:lnTo>
                  <a:lnTo>
                    <a:pt x="3386974" y="207268"/>
                  </a:lnTo>
                  <a:lnTo>
                    <a:pt x="3443380" y="188098"/>
                  </a:lnTo>
                  <a:lnTo>
                    <a:pt x="3499692" y="169701"/>
                  </a:lnTo>
                  <a:lnTo>
                    <a:pt x="3555999" y="152252"/>
                  </a:lnTo>
                  <a:lnTo>
                    <a:pt x="3612480" y="135884"/>
                  </a:lnTo>
                  <a:lnTo>
                    <a:pt x="3669425" y="120681"/>
                  </a:lnTo>
                  <a:lnTo>
                    <a:pt x="3727253" y="106686"/>
                  </a:lnTo>
                  <a:lnTo>
                    <a:pt x="3786543" y="93900"/>
                  </a:lnTo>
                  <a:lnTo>
                    <a:pt x="3820202" y="87343"/>
                  </a:lnTo>
                  <a:lnTo>
                    <a:pt x="3872107" y="78205"/>
                  </a:lnTo>
                  <a:lnTo>
                    <a:pt x="3926465" y="69859"/>
                  </a:lnTo>
                  <a:lnTo>
                    <a:pt x="3983962" y="62279"/>
                  </a:lnTo>
                  <a:lnTo>
                    <a:pt x="4045350" y="55410"/>
                  </a:lnTo>
                  <a:lnTo>
                    <a:pt x="4111407" y="49186"/>
                  </a:lnTo>
                  <a:lnTo>
                    <a:pt x="4182899" y="43541"/>
                  </a:lnTo>
                  <a:lnTo>
                    <a:pt x="4260521" y="38411"/>
                  </a:lnTo>
                  <a:lnTo>
                    <a:pt x="4344832" y="33741"/>
                  </a:lnTo>
                  <a:lnTo>
                    <a:pt x="4436164" y="29484"/>
                  </a:lnTo>
                  <a:lnTo>
                    <a:pt x="4534502" y="25606"/>
                  </a:lnTo>
                  <a:lnTo>
                    <a:pt x="4639343" y="22083"/>
                  </a:lnTo>
                  <a:lnTo>
                    <a:pt x="4749551" y="18901"/>
                  </a:lnTo>
                  <a:lnTo>
                    <a:pt x="4863231" y="16056"/>
                  </a:lnTo>
                  <a:lnTo>
                    <a:pt x="4977677" y="13552"/>
                  </a:lnTo>
                  <a:lnTo>
                    <a:pt x="5089433" y="11396"/>
                  </a:lnTo>
                  <a:lnTo>
                    <a:pt x="5194541" y="9594"/>
                  </a:lnTo>
                  <a:lnTo>
                    <a:pt x="5288961" y="8146"/>
                  </a:lnTo>
                  <a:lnTo>
                    <a:pt x="5369140" y="7039"/>
                  </a:lnTo>
                  <a:lnTo>
                    <a:pt x="5432600" y="6246"/>
                  </a:lnTo>
                  <a:lnTo>
                    <a:pt x="5478408" y="5726"/>
                  </a:lnTo>
                  <a:lnTo>
                    <a:pt x="5507417" y="5426"/>
                  </a:lnTo>
                  <a:lnTo>
                    <a:pt x="5522246" y="5285"/>
                  </a:lnTo>
                  <a:lnTo>
                    <a:pt x="5527082" y="524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8" y="5279"/>
                  </a:lnTo>
                  <a:lnTo>
                    <a:pt x="6530770" y="5555"/>
                  </a:lnTo>
                  <a:lnTo>
                    <a:pt x="6549237" y="6317"/>
                  </a:lnTo>
                  <a:lnTo>
                    <a:pt x="6582534" y="7819"/>
                  </a:lnTo>
                  <a:lnTo>
                    <a:pt x="6632727" y="10301"/>
                  </a:lnTo>
                  <a:lnTo>
                    <a:pt x="6700157" y="13973"/>
                  </a:lnTo>
                  <a:lnTo>
                    <a:pt x="6783485" y="18987"/>
                  </a:lnTo>
                  <a:lnTo>
                    <a:pt x="6879981" y="25441"/>
                  </a:lnTo>
                  <a:lnTo>
                    <a:pt x="6986020" y="33370"/>
                  </a:lnTo>
                  <a:lnTo>
                    <a:pt x="7097650" y="42770"/>
                  </a:lnTo>
                  <a:lnTo>
                    <a:pt x="7211105" y="53613"/>
                  </a:lnTo>
                  <a:lnTo>
                    <a:pt x="7323174" y="65870"/>
                  </a:lnTo>
                  <a:lnTo>
                    <a:pt x="7431390" y="79533"/>
                  </a:lnTo>
                  <a:lnTo>
                    <a:pt x="7534067" y="94623"/>
                  </a:lnTo>
                  <a:lnTo>
                    <a:pt x="7630231" y="111204"/>
                  </a:lnTo>
                  <a:lnTo>
                    <a:pt x="7719490" y="129384"/>
                  </a:lnTo>
                  <a:lnTo>
                    <a:pt x="7801894" y="149315"/>
                  </a:lnTo>
                  <a:lnTo>
                    <a:pt x="7877810" y="171195"/>
                  </a:lnTo>
                  <a:lnTo>
                    <a:pt x="7947806" y="195257"/>
                  </a:lnTo>
                  <a:lnTo>
                    <a:pt x="8012573" y="221764"/>
                  </a:lnTo>
                  <a:lnTo>
                    <a:pt x="8072856" y="250996"/>
                  </a:lnTo>
                  <a:lnTo>
                    <a:pt x="8129412" y="283217"/>
                  </a:lnTo>
                  <a:lnTo>
                    <a:pt x="8182966" y="318644"/>
                  </a:lnTo>
                  <a:lnTo>
                    <a:pt x="8229629" y="353742"/>
                  </a:lnTo>
                  <a:lnTo>
                    <a:pt x="8278583" y="394931"/>
                  </a:lnTo>
                  <a:lnTo>
                    <a:pt x="8326228" y="439407"/>
                  </a:lnTo>
                  <a:lnTo>
                    <a:pt x="8372950" y="487237"/>
                  </a:lnTo>
                  <a:lnTo>
                    <a:pt x="8419057" y="538419"/>
                  </a:lnTo>
                  <a:lnTo>
                    <a:pt x="8464785" y="592882"/>
                  </a:lnTo>
                  <a:lnTo>
                    <a:pt x="8510315" y="650477"/>
                  </a:lnTo>
                  <a:lnTo>
                    <a:pt x="8555773" y="710971"/>
                  </a:lnTo>
                  <a:lnTo>
                    <a:pt x="8601246" y="774050"/>
                  </a:lnTo>
                  <a:lnTo>
                    <a:pt x="8646777" y="839322"/>
                  </a:lnTo>
                  <a:lnTo>
                    <a:pt x="8692384" y="906324"/>
                  </a:lnTo>
                  <a:lnTo>
                    <a:pt x="8738056" y="974536"/>
                  </a:lnTo>
                  <a:lnTo>
                    <a:pt x="8783767" y="1043397"/>
                  </a:lnTo>
                  <a:lnTo>
                    <a:pt x="8829483" y="1112319"/>
                  </a:lnTo>
                  <a:lnTo>
                    <a:pt x="8875166" y="1180718"/>
                  </a:lnTo>
                  <a:lnTo>
                    <a:pt x="8920788" y="1248023"/>
                  </a:lnTo>
                  <a:lnTo>
                    <a:pt x="8966335" y="1313705"/>
                  </a:lnTo>
                  <a:lnTo>
                    <a:pt x="9011817" y="1377287"/>
                  </a:lnTo>
                  <a:lnTo>
                    <a:pt x="9057273" y="1438361"/>
                  </a:lnTo>
                  <a:lnTo>
                    <a:pt x="9102779" y="1496595"/>
                  </a:lnTo>
                  <a:lnTo>
                    <a:pt x="9148451" y="1551741"/>
                  </a:lnTo>
                  <a:lnTo>
                    <a:pt x="9194460" y="1603631"/>
                  </a:lnTo>
                  <a:lnTo>
                    <a:pt x="9241028" y="1652177"/>
                  </a:lnTo>
                  <a:lnTo>
                    <a:pt x="9288446" y="1697364"/>
                  </a:lnTo>
                  <a:lnTo>
                    <a:pt x="9337084" y="1739245"/>
                  </a:lnTo>
                  <a:lnTo>
                    <a:pt x="9347647" y="1747751"/>
                  </a:lnTo>
                  <a:lnTo>
                    <a:pt x="9399044" y="1786187"/>
                  </a:lnTo>
                  <a:lnTo>
                    <a:pt x="9452842" y="1821317"/>
                  </a:lnTo>
                  <a:lnTo>
                    <a:pt x="9509704" y="1853258"/>
                  </a:lnTo>
                  <a:lnTo>
                    <a:pt x="9570361" y="1882232"/>
                  </a:lnTo>
                  <a:lnTo>
                    <a:pt x="9635570" y="1908508"/>
                  </a:lnTo>
                  <a:lnTo>
                    <a:pt x="9706074" y="1932362"/>
                  </a:lnTo>
                  <a:lnTo>
                    <a:pt x="9782556" y="1954056"/>
                  </a:lnTo>
                  <a:lnTo>
                    <a:pt x="9865568" y="1973822"/>
                  </a:lnTo>
                  <a:lnTo>
                    <a:pt x="9955454" y="1991851"/>
                  </a:lnTo>
                  <a:lnTo>
                    <a:pt x="10052231" y="2008294"/>
                  </a:lnTo>
                  <a:lnTo>
                    <a:pt x="10155459" y="2023253"/>
                  </a:lnTo>
                  <a:lnTo>
                    <a:pt x="10264104" y="2036788"/>
                  </a:lnTo>
                  <a:lnTo>
                    <a:pt x="10376411" y="2048919"/>
                  </a:lnTo>
                  <a:lnTo>
                    <a:pt x="10489843" y="2059633"/>
                  </a:lnTo>
                  <a:lnTo>
                    <a:pt x="10601129" y="2068901"/>
                  </a:lnTo>
                  <a:lnTo>
                    <a:pt x="10706467" y="2076696"/>
                  </a:lnTo>
                  <a:lnTo>
                    <a:pt x="10801912" y="2083017"/>
                  </a:lnTo>
                  <a:lnTo>
                    <a:pt x="10883898" y="2087906"/>
                  </a:lnTo>
                  <a:lnTo>
                    <a:pt x="10949802" y="2091462"/>
                  </a:lnTo>
                  <a:lnTo>
                    <a:pt x="10998428" y="2093847"/>
                  </a:lnTo>
                  <a:lnTo>
                    <a:pt x="11030274" y="2095272"/>
                  </a:lnTo>
                  <a:lnTo>
                    <a:pt x="11047559" y="2095980"/>
                  </a:lnTo>
                  <a:lnTo>
                    <a:pt x="11054057" y="2096224"/>
                  </a:lnTo>
                  <a:lnTo>
                    <a:pt x="11054891" y="2096253"/>
                  </a:lnTo>
                  <a:lnTo>
                    <a:pt x="12049831" y="2096253"/>
                  </a:lnTo>
                  <a:lnTo>
                    <a:pt x="12049831" y="2091013"/>
                  </a:lnTo>
                  <a:lnTo>
                    <a:pt x="11054891" y="2091013"/>
                  </a:lnTo>
                  <a:lnTo>
                    <a:pt x="11053788" y="2090974"/>
                  </a:lnTo>
                  <a:lnTo>
                    <a:pt x="11046507" y="2090698"/>
                  </a:lnTo>
                  <a:lnTo>
                    <a:pt x="11028039" y="2089936"/>
                  </a:lnTo>
                  <a:lnTo>
                    <a:pt x="10994743" y="2088434"/>
                  </a:lnTo>
                  <a:lnTo>
                    <a:pt x="10944550" y="2085951"/>
                  </a:lnTo>
                  <a:lnTo>
                    <a:pt x="10877119" y="2082280"/>
                  </a:lnTo>
                  <a:lnTo>
                    <a:pt x="10793792" y="2077265"/>
                  </a:lnTo>
                  <a:lnTo>
                    <a:pt x="10697296" y="2070812"/>
                  </a:lnTo>
                  <a:lnTo>
                    <a:pt x="10591256" y="2062883"/>
                  </a:lnTo>
                  <a:lnTo>
                    <a:pt x="10479627" y="2053483"/>
                  </a:lnTo>
                  <a:lnTo>
                    <a:pt x="10366172" y="2042640"/>
                  </a:lnTo>
                  <a:lnTo>
                    <a:pt x="10254103" y="2030382"/>
                  </a:lnTo>
                  <a:lnTo>
                    <a:pt x="10145887" y="2016720"/>
                  </a:lnTo>
                  <a:lnTo>
                    <a:pt x="10043209" y="2001629"/>
                  </a:lnTo>
                  <a:lnTo>
                    <a:pt x="9947045" y="1985048"/>
                  </a:lnTo>
                  <a:lnTo>
                    <a:pt x="9857787" y="1966869"/>
                  </a:lnTo>
                  <a:lnTo>
                    <a:pt x="9775382" y="1946937"/>
                  </a:lnTo>
                  <a:lnTo>
                    <a:pt x="9699467" y="1925058"/>
                  </a:lnTo>
                  <a:lnTo>
                    <a:pt x="9629470" y="1900996"/>
                  </a:lnTo>
                  <a:lnTo>
                    <a:pt x="9564704" y="1874488"/>
                  </a:lnTo>
                  <a:lnTo>
                    <a:pt x="9504421" y="1845257"/>
                  </a:lnTo>
                  <a:lnTo>
                    <a:pt x="9447865" y="1813036"/>
                  </a:lnTo>
                  <a:lnTo>
                    <a:pt x="9394310" y="1777609"/>
                  </a:lnTo>
                  <a:lnTo>
                    <a:pt x="9347647" y="1742510"/>
                  </a:lnTo>
                  <a:lnTo>
                    <a:pt x="9298693" y="1701322"/>
                  </a:lnTo>
                  <a:lnTo>
                    <a:pt x="9251049" y="1656845"/>
                  </a:lnTo>
                  <a:lnTo>
                    <a:pt x="9204326" y="1609016"/>
                  </a:lnTo>
                  <a:lnTo>
                    <a:pt x="9158220" y="1557834"/>
                  </a:lnTo>
                  <a:lnTo>
                    <a:pt x="9112491" y="1503371"/>
                  </a:lnTo>
                  <a:lnTo>
                    <a:pt x="9066962" y="1445776"/>
                  </a:lnTo>
                  <a:lnTo>
                    <a:pt x="9021503" y="1385282"/>
                  </a:lnTo>
                  <a:lnTo>
                    <a:pt x="8976031" y="1322203"/>
                  </a:lnTo>
                  <a:lnTo>
                    <a:pt x="8930499" y="1256931"/>
                  </a:lnTo>
                  <a:lnTo>
                    <a:pt x="8884892" y="1189928"/>
                  </a:lnTo>
                  <a:lnTo>
                    <a:pt x="8839220" y="1121716"/>
                  </a:lnTo>
                  <a:lnTo>
                    <a:pt x="8793509" y="1052856"/>
                  </a:lnTo>
                  <a:lnTo>
                    <a:pt x="8747794" y="983933"/>
                  </a:lnTo>
                  <a:lnTo>
                    <a:pt x="8702111" y="915535"/>
                  </a:lnTo>
                  <a:lnTo>
                    <a:pt x="8656489" y="848229"/>
                  </a:lnTo>
                  <a:lnTo>
                    <a:pt x="8610941" y="782548"/>
                  </a:lnTo>
                  <a:lnTo>
                    <a:pt x="8565459" y="718966"/>
                  </a:lnTo>
                  <a:lnTo>
                    <a:pt x="8520003" y="657892"/>
                  </a:lnTo>
                  <a:lnTo>
                    <a:pt x="8474498" y="599657"/>
                  </a:lnTo>
                  <a:lnTo>
                    <a:pt x="8428825" y="544511"/>
                  </a:lnTo>
                  <a:lnTo>
                    <a:pt x="8382817" y="492622"/>
                  </a:lnTo>
                  <a:lnTo>
                    <a:pt x="8336249" y="444076"/>
                  </a:lnTo>
                  <a:lnTo>
                    <a:pt x="8288830" y="398888"/>
                  </a:lnTo>
                  <a:lnTo>
                    <a:pt x="8240192" y="357007"/>
                  </a:lnTo>
                  <a:lnTo>
                    <a:pt x="8229629" y="348502"/>
                  </a:lnTo>
                  <a:lnTo>
                    <a:pt x="8178232" y="310066"/>
                  </a:lnTo>
                  <a:lnTo>
                    <a:pt x="8124435" y="274935"/>
                  </a:lnTo>
                  <a:lnTo>
                    <a:pt x="8067572" y="242994"/>
                  </a:lnTo>
                  <a:lnTo>
                    <a:pt x="8006915" y="214020"/>
                  </a:lnTo>
                  <a:lnTo>
                    <a:pt x="7941706" y="187745"/>
                  </a:lnTo>
                  <a:lnTo>
                    <a:pt x="7871202" y="163891"/>
                  </a:lnTo>
                  <a:lnTo>
                    <a:pt x="7794721" y="142197"/>
                  </a:lnTo>
                  <a:lnTo>
                    <a:pt x="7711708" y="122431"/>
                  </a:lnTo>
                  <a:lnTo>
                    <a:pt x="7621822" y="104402"/>
                  </a:lnTo>
                  <a:lnTo>
                    <a:pt x="7525046" y="87959"/>
                  </a:lnTo>
                  <a:lnTo>
                    <a:pt x="7421818" y="73000"/>
                  </a:lnTo>
                  <a:lnTo>
                    <a:pt x="7313173" y="59464"/>
                  </a:lnTo>
                  <a:lnTo>
                    <a:pt x="7200866" y="47333"/>
                  </a:lnTo>
                  <a:lnTo>
                    <a:pt x="7087433" y="36620"/>
                  </a:lnTo>
                  <a:lnTo>
                    <a:pt x="6976148" y="27352"/>
                  </a:lnTo>
                  <a:lnTo>
                    <a:pt x="6870810" y="19556"/>
                  </a:lnTo>
                  <a:lnTo>
                    <a:pt x="6775364" y="13235"/>
                  </a:lnTo>
                  <a:lnTo>
                    <a:pt x="6693379" y="8347"/>
                  </a:lnTo>
                  <a:lnTo>
                    <a:pt x="6627475" y="4790"/>
                  </a:lnTo>
                  <a:lnTo>
                    <a:pt x="6578849" y="2405"/>
                  </a:lnTo>
                  <a:lnTo>
                    <a:pt x="6547003" y="981"/>
                  </a:lnTo>
                  <a:lnTo>
                    <a:pt x="6529718" y="273"/>
                  </a:lnTo>
                  <a:lnTo>
                    <a:pt x="6523219" y="2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1" y="9"/>
                  </a:lnTo>
                  <a:lnTo>
                    <a:pt x="5518824" y="76"/>
                  </a:lnTo>
                  <a:lnTo>
                    <a:pt x="5499850" y="261"/>
                  </a:lnTo>
                  <a:lnTo>
                    <a:pt x="5465677" y="625"/>
                  </a:lnTo>
                  <a:lnTo>
                    <a:pt x="5414234" y="1227"/>
                  </a:lnTo>
                  <a:lnTo>
                    <a:pt x="5345250" y="2116"/>
                  </a:lnTo>
                  <a:lnTo>
                    <a:pt x="5260189" y="3330"/>
                  </a:lnTo>
                  <a:lnTo>
                    <a:pt x="5161933" y="4891"/>
                  </a:lnTo>
                  <a:lnTo>
                    <a:pt x="5054256" y="6806"/>
                  </a:lnTo>
                  <a:lnTo>
                    <a:pt x="4941227" y="9073"/>
                  </a:lnTo>
                  <a:lnTo>
                    <a:pt x="4826683" y="11687"/>
                  </a:lnTo>
                  <a:lnTo>
                    <a:pt x="4713856" y="14640"/>
                  </a:lnTo>
                  <a:lnTo>
                    <a:pt x="4605195" y="17931"/>
                  </a:lnTo>
                  <a:lnTo>
                    <a:pt x="4502342" y="21565"/>
                  </a:lnTo>
                  <a:lnTo>
                    <a:pt x="4406214" y="25561"/>
                  </a:lnTo>
                  <a:lnTo>
                    <a:pt x="4317142" y="29945"/>
                  </a:lnTo>
                  <a:lnTo>
                    <a:pt x="4235017" y="34757"/>
                  </a:lnTo>
                  <a:lnTo>
                    <a:pt x="4159423" y="40045"/>
                  </a:lnTo>
                  <a:lnTo>
                    <a:pt x="4089748" y="45868"/>
                  </a:lnTo>
                  <a:lnTo>
                    <a:pt x="4025267" y="52291"/>
                  </a:lnTo>
                  <a:lnTo>
                    <a:pt x="3965206" y="59380"/>
                  </a:lnTo>
                  <a:lnTo>
                    <a:pt x="3908792" y="67200"/>
                  </a:lnTo>
                  <a:lnTo>
                    <a:pt x="3855287" y="75797"/>
                  </a:lnTo>
                  <a:lnTo>
                    <a:pt x="3820202" y="82103"/>
                  </a:lnTo>
                  <a:lnTo>
                    <a:pt x="3759788" y="94233"/>
                  </a:lnTo>
                  <a:lnTo>
                    <a:pt x="3701235" y="107557"/>
                  </a:lnTo>
                  <a:lnTo>
                    <a:pt x="3643863" y="122095"/>
                  </a:lnTo>
                  <a:lnTo>
                    <a:pt x="3587169" y="137827"/>
                  </a:lnTo>
                  <a:lnTo>
                    <a:pt x="3530795" y="154693"/>
                  </a:lnTo>
                  <a:lnTo>
                    <a:pt x="3474502" y="172585"/>
                  </a:lnTo>
                  <a:lnTo>
                    <a:pt x="3418154" y="191352"/>
                  </a:lnTo>
                  <a:lnTo>
                    <a:pt x="3361697" y="210801"/>
                  </a:lnTo>
                  <a:lnTo>
                    <a:pt x="3305137" y="230705"/>
                  </a:lnTo>
                  <a:lnTo>
                    <a:pt x="3248525" y="250812"/>
                  </a:lnTo>
                  <a:lnTo>
                    <a:pt x="3191929" y="270861"/>
                  </a:lnTo>
                  <a:lnTo>
                    <a:pt x="3135411" y="290591"/>
                  </a:lnTo>
                  <a:lnTo>
                    <a:pt x="3079005" y="309761"/>
                  </a:lnTo>
                  <a:lnTo>
                    <a:pt x="3022693" y="328158"/>
                  </a:lnTo>
                  <a:lnTo>
                    <a:pt x="2966386" y="345607"/>
                  </a:lnTo>
                  <a:lnTo>
                    <a:pt x="2909905" y="361976"/>
                  </a:lnTo>
                  <a:lnTo>
                    <a:pt x="2852960" y="377178"/>
                  </a:lnTo>
                  <a:lnTo>
                    <a:pt x="2795132" y="391173"/>
                  </a:lnTo>
                  <a:lnTo>
                    <a:pt x="2735842" y="403959"/>
                  </a:lnTo>
                  <a:lnTo>
                    <a:pt x="2702183" y="410516"/>
                  </a:lnTo>
                  <a:lnTo>
                    <a:pt x="2650278" y="419655"/>
                  </a:lnTo>
                  <a:lnTo>
                    <a:pt x="2595920" y="428000"/>
                  </a:lnTo>
                  <a:lnTo>
                    <a:pt x="2538423" y="435580"/>
                  </a:lnTo>
                  <a:lnTo>
                    <a:pt x="2477035" y="442449"/>
                  </a:lnTo>
                  <a:lnTo>
                    <a:pt x="2410978" y="448673"/>
                  </a:lnTo>
                  <a:lnTo>
                    <a:pt x="2339486" y="454318"/>
                  </a:lnTo>
                  <a:lnTo>
                    <a:pt x="2261864" y="459448"/>
                  </a:lnTo>
                  <a:lnTo>
                    <a:pt x="2177553" y="464118"/>
                  </a:lnTo>
                  <a:lnTo>
                    <a:pt x="2086221" y="468375"/>
                  </a:lnTo>
                  <a:lnTo>
                    <a:pt x="1987883" y="472253"/>
                  </a:lnTo>
                  <a:lnTo>
                    <a:pt x="1883042" y="475776"/>
                  </a:lnTo>
                  <a:lnTo>
                    <a:pt x="1772834" y="478959"/>
                  </a:lnTo>
                  <a:lnTo>
                    <a:pt x="1659154" y="481804"/>
                  </a:lnTo>
                  <a:lnTo>
                    <a:pt x="1544708" y="484308"/>
                  </a:lnTo>
                  <a:lnTo>
                    <a:pt x="1432952" y="486463"/>
                  </a:lnTo>
                  <a:lnTo>
                    <a:pt x="1327844" y="488265"/>
                  </a:lnTo>
                  <a:lnTo>
                    <a:pt x="1233424" y="489713"/>
                  </a:lnTo>
                  <a:lnTo>
                    <a:pt x="1153245" y="490820"/>
                  </a:lnTo>
                  <a:lnTo>
                    <a:pt x="1089785" y="491613"/>
                  </a:lnTo>
                  <a:lnTo>
                    <a:pt x="1043977" y="492133"/>
                  </a:lnTo>
                  <a:lnTo>
                    <a:pt x="1014968" y="492434"/>
                  </a:lnTo>
                  <a:lnTo>
                    <a:pt x="1000139" y="492574"/>
                  </a:lnTo>
                  <a:lnTo>
                    <a:pt x="995303" y="492616"/>
                  </a:lnTo>
                  <a:lnTo>
                    <a:pt x="994940" y="492619"/>
                  </a:lnTo>
                  <a:lnTo>
                    <a:pt x="0" y="492619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46" name="pl1245"/>
            <p:cNvSpPr/>
            <p:nvPr/>
          </p:nvSpPr>
          <p:spPr>
            <a:xfrm>
              <a:off x="1199187" y="4381005"/>
              <a:ext cx="12049831" cy="2091013"/>
            </a:xfrm>
            <a:custGeom>
              <a:avLst/>
              <a:pathLst>
                <a:path w="12049831" h="2091013">
                  <a:moveTo>
                    <a:pt x="0" y="492619"/>
                  </a:moveTo>
                  <a:lnTo>
                    <a:pt x="994940" y="492619"/>
                  </a:lnTo>
                  <a:lnTo>
                    <a:pt x="996074" y="492610"/>
                  </a:lnTo>
                  <a:lnTo>
                    <a:pt x="1003561" y="492543"/>
                  </a:lnTo>
                  <a:lnTo>
                    <a:pt x="1022535" y="492358"/>
                  </a:lnTo>
                  <a:lnTo>
                    <a:pt x="1056708" y="491994"/>
                  </a:lnTo>
                  <a:lnTo>
                    <a:pt x="1108151" y="491392"/>
                  </a:lnTo>
                  <a:lnTo>
                    <a:pt x="1177135" y="490502"/>
                  </a:lnTo>
                  <a:lnTo>
                    <a:pt x="1262196" y="489288"/>
                  </a:lnTo>
                  <a:lnTo>
                    <a:pt x="1360452" y="487728"/>
                  </a:lnTo>
                  <a:lnTo>
                    <a:pt x="1468129" y="485813"/>
                  </a:lnTo>
                  <a:lnTo>
                    <a:pt x="1581158" y="483545"/>
                  </a:lnTo>
                  <a:lnTo>
                    <a:pt x="1695702" y="480932"/>
                  </a:lnTo>
                  <a:lnTo>
                    <a:pt x="1808529" y="477979"/>
                  </a:lnTo>
                  <a:lnTo>
                    <a:pt x="1917190" y="474688"/>
                  </a:lnTo>
                  <a:lnTo>
                    <a:pt x="2020043" y="471053"/>
                  </a:lnTo>
                  <a:lnTo>
                    <a:pt x="2116171" y="467058"/>
                  </a:lnTo>
                  <a:lnTo>
                    <a:pt x="2205243" y="462673"/>
                  </a:lnTo>
                  <a:lnTo>
                    <a:pt x="2287368" y="457862"/>
                  </a:lnTo>
                  <a:lnTo>
                    <a:pt x="2362962" y="452573"/>
                  </a:lnTo>
                  <a:lnTo>
                    <a:pt x="2432637" y="446750"/>
                  </a:lnTo>
                  <a:lnTo>
                    <a:pt x="2497118" y="440328"/>
                  </a:lnTo>
                  <a:lnTo>
                    <a:pt x="2557179" y="433238"/>
                  </a:lnTo>
                  <a:lnTo>
                    <a:pt x="2613593" y="425419"/>
                  </a:lnTo>
                  <a:lnTo>
                    <a:pt x="2667098" y="416821"/>
                  </a:lnTo>
                  <a:lnTo>
                    <a:pt x="2702183" y="410516"/>
                  </a:lnTo>
                  <a:lnTo>
                    <a:pt x="2762597" y="398386"/>
                  </a:lnTo>
                  <a:lnTo>
                    <a:pt x="2821150" y="385061"/>
                  </a:lnTo>
                  <a:lnTo>
                    <a:pt x="2878522" y="370524"/>
                  </a:lnTo>
                  <a:lnTo>
                    <a:pt x="2935216" y="354791"/>
                  </a:lnTo>
                  <a:lnTo>
                    <a:pt x="2991590" y="337926"/>
                  </a:lnTo>
                  <a:lnTo>
                    <a:pt x="3047883" y="320034"/>
                  </a:lnTo>
                  <a:lnTo>
                    <a:pt x="3104231" y="301267"/>
                  </a:lnTo>
                  <a:lnTo>
                    <a:pt x="3160688" y="281818"/>
                  </a:lnTo>
                  <a:lnTo>
                    <a:pt x="3217248" y="261914"/>
                  </a:lnTo>
                  <a:lnTo>
                    <a:pt x="3273860" y="241806"/>
                  </a:lnTo>
                  <a:lnTo>
                    <a:pt x="3330456" y="221758"/>
                  </a:lnTo>
                  <a:lnTo>
                    <a:pt x="3386974" y="202028"/>
                  </a:lnTo>
                  <a:lnTo>
                    <a:pt x="3443380" y="182857"/>
                  </a:lnTo>
                  <a:lnTo>
                    <a:pt x="3499692" y="164460"/>
                  </a:lnTo>
                  <a:lnTo>
                    <a:pt x="3555999" y="147012"/>
                  </a:lnTo>
                  <a:lnTo>
                    <a:pt x="3612480" y="130643"/>
                  </a:lnTo>
                  <a:lnTo>
                    <a:pt x="3669425" y="115440"/>
                  </a:lnTo>
                  <a:lnTo>
                    <a:pt x="3727253" y="101445"/>
                  </a:lnTo>
                  <a:lnTo>
                    <a:pt x="3786543" y="88660"/>
                  </a:lnTo>
                  <a:lnTo>
                    <a:pt x="3820202" y="82103"/>
                  </a:lnTo>
                  <a:lnTo>
                    <a:pt x="3872107" y="72964"/>
                  </a:lnTo>
                  <a:lnTo>
                    <a:pt x="3926465" y="64619"/>
                  </a:lnTo>
                  <a:lnTo>
                    <a:pt x="3983962" y="57039"/>
                  </a:lnTo>
                  <a:lnTo>
                    <a:pt x="4045350" y="50169"/>
                  </a:lnTo>
                  <a:lnTo>
                    <a:pt x="4111407" y="43946"/>
                  </a:lnTo>
                  <a:lnTo>
                    <a:pt x="4182899" y="38300"/>
                  </a:lnTo>
                  <a:lnTo>
                    <a:pt x="4260521" y="33170"/>
                  </a:lnTo>
                  <a:lnTo>
                    <a:pt x="4344832" y="28500"/>
                  </a:lnTo>
                  <a:lnTo>
                    <a:pt x="4436164" y="24244"/>
                  </a:lnTo>
                  <a:lnTo>
                    <a:pt x="4534502" y="20366"/>
                  </a:lnTo>
                  <a:lnTo>
                    <a:pt x="4639343" y="16842"/>
                  </a:lnTo>
                  <a:lnTo>
                    <a:pt x="4749551" y="13660"/>
                  </a:lnTo>
                  <a:lnTo>
                    <a:pt x="4863231" y="10815"/>
                  </a:lnTo>
                  <a:lnTo>
                    <a:pt x="4977677" y="8311"/>
                  </a:lnTo>
                  <a:lnTo>
                    <a:pt x="5089433" y="6155"/>
                  </a:lnTo>
                  <a:lnTo>
                    <a:pt x="5194541" y="4354"/>
                  </a:lnTo>
                  <a:lnTo>
                    <a:pt x="5288961" y="2906"/>
                  </a:lnTo>
                  <a:lnTo>
                    <a:pt x="5369140" y="1798"/>
                  </a:lnTo>
                  <a:lnTo>
                    <a:pt x="5432600" y="1006"/>
                  </a:lnTo>
                  <a:lnTo>
                    <a:pt x="5478408" y="485"/>
                  </a:lnTo>
                  <a:lnTo>
                    <a:pt x="5507417" y="185"/>
                  </a:lnTo>
                  <a:lnTo>
                    <a:pt x="5522246" y="45"/>
                  </a:lnTo>
                  <a:lnTo>
                    <a:pt x="5527082" y="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8" y="38"/>
                  </a:lnTo>
                  <a:lnTo>
                    <a:pt x="6530770" y="314"/>
                  </a:lnTo>
                  <a:lnTo>
                    <a:pt x="6549237" y="1076"/>
                  </a:lnTo>
                  <a:lnTo>
                    <a:pt x="6582534" y="2578"/>
                  </a:lnTo>
                  <a:lnTo>
                    <a:pt x="6632727" y="5061"/>
                  </a:lnTo>
                  <a:lnTo>
                    <a:pt x="6700157" y="8732"/>
                  </a:lnTo>
                  <a:lnTo>
                    <a:pt x="6783485" y="13747"/>
                  </a:lnTo>
                  <a:lnTo>
                    <a:pt x="6879981" y="20200"/>
                  </a:lnTo>
                  <a:lnTo>
                    <a:pt x="6986020" y="28129"/>
                  </a:lnTo>
                  <a:lnTo>
                    <a:pt x="7097650" y="37529"/>
                  </a:lnTo>
                  <a:lnTo>
                    <a:pt x="7211105" y="48372"/>
                  </a:lnTo>
                  <a:lnTo>
                    <a:pt x="7323174" y="60630"/>
                  </a:lnTo>
                  <a:lnTo>
                    <a:pt x="7431390" y="74292"/>
                  </a:lnTo>
                  <a:lnTo>
                    <a:pt x="7534067" y="89383"/>
                  </a:lnTo>
                  <a:lnTo>
                    <a:pt x="7630231" y="105964"/>
                  </a:lnTo>
                  <a:lnTo>
                    <a:pt x="7719490" y="124143"/>
                  </a:lnTo>
                  <a:lnTo>
                    <a:pt x="7801894" y="144075"/>
                  </a:lnTo>
                  <a:lnTo>
                    <a:pt x="7877810" y="165954"/>
                  </a:lnTo>
                  <a:lnTo>
                    <a:pt x="7947806" y="190016"/>
                  </a:lnTo>
                  <a:lnTo>
                    <a:pt x="8012573" y="216524"/>
                  </a:lnTo>
                  <a:lnTo>
                    <a:pt x="8072856" y="245755"/>
                  </a:lnTo>
                  <a:lnTo>
                    <a:pt x="8129412" y="277976"/>
                  </a:lnTo>
                  <a:lnTo>
                    <a:pt x="8182966" y="313403"/>
                  </a:lnTo>
                  <a:lnTo>
                    <a:pt x="8229629" y="348502"/>
                  </a:lnTo>
                  <a:lnTo>
                    <a:pt x="8278583" y="389690"/>
                  </a:lnTo>
                  <a:lnTo>
                    <a:pt x="8326228" y="434167"/>
                  </a:lnTo>
                  <a:lnTo>
                    <a:pt x="8372950" y="481996"/>
                  </a:lnTo>
                  <a:lnTo>
                    <a:pt x="8419057" y="533178"/>
                  </a:lnTo>
                  <a:lnTo>
                    <a:pt x="8464785" y="587641"/>
                  </a:lnTo>
                  <a:lnTo>
                    <a:pt x="8510315" y="645236"/>
                  </a:lnTo>
                  <a:lnTo>
                    <a:pt x="8555773" y="705730"/>
                  </a:lnTo>
                  <a:lnTo>
                    <a:pt x="8601246" y="768809"/>
                  </a:lnTo>
                  <a:lnTo>
                    <a:pt x="8646777" y="834081"/>
                  </a:lnTo>
                  <a:lnTo>
                    <a:pt x="8692384" y="901084"/>
                  </a:lnTo>
                  <a:lnTo>
                    <a:pt x="8738056" y="969296"/>
                  </a:lnTo>
                  <a:lnTo>
                    <a:pt x="8783767" y="1038156"/>
                  </a:lnTo>
                  <a:lnTo>
                    <a:pt x="8829483" y="1107079"/>
                  </a:lnTo>
                  <a:lnTo>
                    <a:pt x="8875166" y="1175477"/>
                  </a:lnTo>
                  <a:lnTo>
                    <a:pt x="8920788" y="1242783"/>
                  </a:lnTo>
                  <a:lnTo>
                    <a:pt x="8966335" y="1308464"/>
                  </a:lnTo>
                  <a:lnTo>
                    <a:pt x="9011817" y="1372046"/>
                  </a:lnTo>
                  <a:lnTo>
                    <a:pt x="9057273" y="1433120"/>
                  </a:lnTo>
                  <a:lnTo>
                    <a:pt x="9102779" y="1491355"/>
                  </a:lnTo>
                  <a:lnTo>
                    <a:pt x="9148451" y="1546501"/>
                  </a:lnTo>
                  <a:lnTo>
                    <a:pt x="9194460" y="1598390"/>
                  </a:lnTo>
                  <a:lnTo>
                    <a:pt x="9241028" y="1646936"/>
                  </a:lnTo>
                  <a:lnTo>
                    <a:pt x="9288446" y="1692124"/>
                  </a:lnTo>
                  <a:lnTo>
                    <a:pt x="9337084" y="1734005"/>
                  </a:lnTo>
                  <a:lnTo>
                    <a:pt x="9347647" y="1742510"/>
                  </a:lnTo>
                  <a:lnTo>
                    <a:pt x="9399044" y="1780946"/>
                  </a:lnTo>
                  <a:lnTo>
                    <a:pt x="9452842" y="1816077"/>
                  </a:lnTo>
                  <a:lnTo>
                    <a:pt x="9509704" y="1848018"/>
                  </a:lnTo>
                  <a:lnTo>
                    <a:pt x="9570361" y="1876992"/>
                  </a:lnTo>
                  <a:lnTo>
                    <a:pt x="9635570" y="1903267"/>
                  </a:lnTo>
                  <a:lnTo>
                    <a:pt x="9706074" y="1927121"/>
                  </a:lnTo>
                  <a:lnTo>
                    <a:pt x="9782556" y="1948815"/>
                  </a:lnTo>
                  <a:lnTo>
                    <a:pt x="9865568" y="1968581"/>
                  </a:lnTo>
                  <a:lnTo>
                    <a:pt x="9955454" y="1986610"/>
                  </a:lnTo>
                  <a:lnTo>
                    <a:pt x="10052231" y="2003053"/>
                  </a:lnTo>
                  <a:lnTo>
                    <a:pt x="10155459" y="2018012"/>
                  </a:lnTo>
                  <a:lnTo>
                    <a:pt x="10264104" y="2031548"/>
                  </a:lnTo>
                  <a:lnTo>
                    <a:pt x="10376411" y="2043679"/>
                  </a:lnTo>
                  <a:lnTo>
                    <a:pt x="10489843" y="2054392"/>
                  </a:lnTo>
                  <a:lnTo>
                    <a:pt x="10601129" y="2063660"/>
                  </a:lnTo>
                  <a:lnTo>
                    <a:pt x="10706467" y="2071456"/>
                  </a:lnTo>
                  <a:lnTo>
                    <a:pt x="10801912" y="2077777"/>
                  </a:lnTo>
                  <a:lnTo>
                    <a:pt x="10883898" y="2082665"/>
                  </a:lnTo>
                  <a:lnTo>
                    <a:pt x="10949802" y="2086222"/>
                  </a:lnTo>
                  <a:lnTo>
                    <a:pt x="10998428" y="2088607"/>
                  </a:lnTo>
                  <a:lnTo>
                    <a:pt x="11030274" y="2090031"/>
                  </a:lnTo>
                  <a:lnTo>
                    <a:pt x="11047559" y="2090739"/>
                  </a:lnTo>
                  <a:lnTo>
                    <a:pt x="11054057" y="2090983"/>
                  </a:lnTo>
                  <a:lnTo>
                    <a:pt x="11054891" y="2091013"/>
                  </a:lnTo>
                  <a:lnTo>
                    <a:pt x="12049831" y="2091013"/>
                  </a:lnTo>
                  <a:lnTo>
                    <a:pt x="12049831" y="20910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7" name="pl1246"/>
            <p:cNvSpPr/>
            <p:nvPr/>
          </p:nvSpPr>
          <p:spPr>
            <a:xfrm>
              <a:off x="1199187" y="4375764"/>
              <a:ext cx="12049831" cy="2091013"/>
            </a:xfrm>
            <a:custGeom>
              <a:avLst/>
              <a:pathLst>
                <a:path w="12049831" h="2091013">
                  <a:moveTo>
                    <a:pt x="12049831" y="2091013"/>
                  </a:moveTo>
                  <a:lnTo>
                    <a:pt x="11054891" y="2091013"/>
                  </a:lnTo>
                  <a:lnTo>
                    <a:pt x="11053788" y="2090974"/>
                  </a:lnTo>
                  <a:lnTo>
                    <a:pt x="11046507" y="2090698"/>
                  </a:lnTo>
                  <a:lnTo>
                    <a:pt x="11028039" y="2089936"/>
                  </a:lnTo>
                  <a:lnTo>
                    <a:pt x="10994743" y="2088434"/>
                  </a:lnTo>
                  <a:lnTo>
                    <a:pt x="10944550" y="2085951"/>
                  </a:lnTo>
                  <a:lnTo>
                    <a:pt x="10877119" y="2082280"/>
                  </a:lnTo>
                  <a:lnTo>
                    <a:pt x="10793792" y="2077265"/>
                  </a:lnTo>
                  <a:lnTo>
                    <a:pt x="10697296" y="2070812"/>
                  </a:lnTo>
                  <a:lnTo>
                    <a:pt x="10591256" y="2062883"/>
                  </a:lnTo>
                  <a:lnTo>
                    <a:pt x="10479627" y="2053483"/>
                  </a:lnTo>
                  <a:lnTo>
                    <a:pt x="10366172" y="2042640"/>
                  </a:lnTo>
                  <a:lnTo>
                    <a:pt x="10254103" y="2030382"/>
                  </a:lnTo>
                  <a:lnTo>
                    <a:pt x="10145887" y="2016720"/>
                  </a:lnTo>
                  <a:lnTo>
                    <a:pt x="10043209" y="2001629"/>
                  </a:lnTo>
                  <a:lnTo>
                    <a:pt x="9947045" y="1985048"/>
                  </a:lnTo>
                  <a:lnTo>
                    <a:pt x="9857787" y="1966869"/>
                  </a:lnTo>
                  <a:lnTo>
                    <a:pt x="9775382" y="1946937"/>
                  </a:lnTo>
                  <a:lnTo>
                    <a:pt x="9699467" y="1925058"/>
                  </a:lnTo>
                  <a:lnTo>
                    <a:pt x="9629470" y="1900996"/>
                  </a:lnTo>
                  <a:lnTo>
                    <a:pt x="9564704" y="1874488"/>
                  </a:lnTo>
                  <a:lnTo>
                    <a:pt x="9504421" y="1845257"/>
                  </a:lnTo>
                  <a:lnTo>
                    <a:pt x="9447865" y="1813036"/>
                  </a:lnTo>
                  <a:lnTo>
                    <a:pt x="9394310" y="1777609"/>
                  </a:lnTo>
                  <a:lnTo>
                    <a:pt x="9347647" y="1742510"/>
                  </a:lnTo>
                  <a:lnTo>
                    <a:pt x="9298693" y="1701322"/>
                  </a:lnTo>
                  <a:lnTo>
                    <a:pt x="9251049" y="1656845"/>
                  </a:lnTo>
                  <a:lnTo>
                    <a:pt x="9204326" y="1609016"/>
                  </a:lnTo>
                  <a:lnTo>
                    <a:pt x="9158220" y="1557834"/>
                  </a:lnTo>
                  <a:lnTo>
                    <a:pt x="9112491" y="1503371"/>
                  </a:lnTo>
                  <a:lnTo>
                    <a:pt x="9066962" y="1445776"/>
                  </a:lnTo>
                  <a:lnTo>
                    <a:pt x="9021503" y="1385282"/>
                  </a:lnTo>
                  <a:lnTo>
                    <a:pt x="8976031" y="1322203"/>
                  </a:lnTo>
                  <a:lnTo>
                    <a:pt x="8930499" y="1256931"/>
                  </a:lnTo>
                  <a:lnTo>
                    <a:pt x="8884892" y="1189928"/>
                  </a:lnTo>
                  <a:lnTo>
                    <a:pt x="8839220" y="1121716"/>
                  </a:lnTo>
                  <a:lnTo>
                    <a:pt x="8793509" y="1052856"/>
                  </a:lnTo>
                  <a:lnTo>
                    <a:pt x="8747794" y="983933"/>
                  </a:lnTo>
                  <a:lnTo>
                    <a:pt x="8702111" y="915535"/>
                  </a:lnTo>
                  <a:lnTo>
                    <a:pt x="8656489" y="848229"/>
                  </a:lnTo>
                  <a:lnTo>
                    <a:pt x="8610941" y="782548"/>
                  </a:lnTo>
                  <a:lnTo>
                    <a:pt x="8565459" y="718966"/>
                  </a:lnTo>
                  <a:lnTo>
                    <a:pt x="8520003" y="657892"/>
                  </a:lnTo>
                  <a:lnTo>
                    <a:pt x="8474498" y="599657"/>
                  </a:lnTo>
                  <a:lnTo>
                    <a:pt x="8428825" y="544511"/>
                  </a:lnTo>
                  <a:lnTo>
                    <a:pt x="8382817" y="492622"/>
                  </a:lnTo>
                  <a:lnTo>
                    <a:pt x="8336249" y="444076"/>
                  </a:lnTo>
                  <a:lnTo>
                    <a:pt x="8288830" y="398888"/>
                  </a:lnTo>
                  <a:lnTo>
                    <a:pt x="8240192" y="357007"/>
                  </a:lnTo>
                  <a:lnTo>
                    <a:pt x="8229629" y="348502"/>
                  </a:lnTo>
                  <a:lnTo>
                    <a:pt x="8178232" y="310066"/>
                  </a:lnTo>
                  <a:lnTo>
                    <a:pt x="8124435" y="274935"/>
                  </a:lnTo>
                  <a:lnTo>
                    <a:pt x="8067572" y="242994"/>
                  </a:lnTo>
                  <a:lnTo>
                    <a:pt x="8006915" y="214020"/>
                  </a:lnTo>
                  <a:lnTo>
                    <a:pt x="7941706" y="187745"/>
                  </a:lnTo>
                  <a:lnTo>
                    <a:pt x="7871202" y="163891"/>
                  </a:lnTo>
                  <a:lnTo>
                    <a:pt x="7794721" y="142197"/>
                  </a:lnTo>
                  <a:lnTo>
                    <a:pt x="7711708" y="122431"/>
                  </a:lnTo>
                  <a:lnTo>
                    <a:pt x="7621822" y="104402"/>
                  </a:lnTo>
                  <a:lnTo>
                    <a:pt x="7525046" y="87959"/>
                  </a:lnTo>
                  <a:lnTo>
                    <a:pt x="7421818" y="73000"/>
                  </a:lnTo>
                  <a:lnTo>
                    <a:pt x="7313173" y="59464"/>
                  </a:lnTo>
                  <a:lnTo>
                    <a:pt x="7200866" y="47333"/>
                  </a:lnTo>
                  <a:lnTo>
                    <a:pt x="7087433" y="36620"/>
                  </a:lnTo>
                  <a:lnTo>
                    <a:pt x="6976148" y="27352"/>
                  </a:lnTo>
                  <a:lnTo>
                    <a:pt x="6870810" y="19556"/>
                  </a:lnTo>
                  <a:lnTo>
                    <a:pt x="6775364" y="13235"/>
                  </a:lnTo>
                  <a:lnTo>
                    <a:pt x="6693379" y="8347"/>
                  </a:lnTo>
                  <a:lnTo>
                    <a:pt x="6627475" y="4790"/>
                  </a:lnTo>
                  <a:lnTo>
                    <a:pt x="6578849" y="2405"/>
                  </a:lnTo>
                  <a:lnTo>
                    <a:pt x="6547003" y="981"/>
                  </a:lnTo>
                  <a:lnTo>
                    <a:pt x="6529718" y="273"/>
                  </a:lnTo>
                  <a:lnTo>
                    <a:pt x="6523219" y="2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1" y="9"/>
                  </a:lnTo>
                  <a:lnTo>
                    <a:pt x="5518824" y="76"/>
                  </a:lnTo>
                  <a:lnTo>
                    <a:pt x="5499850" y="261"/>
                  </a:lnTo>
                  <a:lnTo>
                    <a:pt x="5465677" y="625"/>
                  </a:lnTo>
                  <a:lnTo>
                    <a:pt x="5414234" y="1227"/>
                  </a:lnTo>
                  <a:lnTo>
                    <a:pt x="5345250" y="2116"/>
                  </a:lnTo>
                  <a:lnTo>
                    <a:pt x="5260189" y="3330"/>
                  </a:lnTo>
                  <a:lnTo>
                    <a:pt x="5161933" y="4891"/>
                  </a:lnTo>
                  <a:lnTo>
                    <a:pt x="5054256" y="6806"/>
                  </a:lnTo>
                  <a:lnTo>
                    <a:pt x="4941227" y="9073"/>
                  </a:lnTo>
                  <a:lnTo>
                    <a:pt x="4826683" y="11687"/>
                  </a:lnTo>
                  <a:lnTo>
                    <a:pt x="4713856" y="14640"/>
                  </a:lnTo>
                  <a:lnTo>
                    <a:pt x="4605195" y="17931"/>
                  </a:lnTo>
                  <a:lnTo>
                    <a:pt x="4502342" y="21565"/>
                  </a:lnTo>
                  <a:lnTo>
                    <a:pt x="4406214" y="25561"/>
                  </a:lnTo>
                  <a:lnTo>
                    <a:pt x="4317142" y="29945"/>
                  </a:lnTo>
                  <a:lnTo>
                    <a:pt x="4235017" y="34757"/>
                  </a:lnTo>
                  <a:lnTo>
                    <a:pt x="4159423" y="40045"/>
                  </a:lnTo>
                  <a:lnTo>
                    <a:pt x="4089748" y="45868"/>
                  </a:lnTo>
                  <a:lnTo>
                    <a:pt x="4025267" y="52291"/>
                  </a:lnTo>
                  <a:lnTo>
                    <a:pt x="3965206" y="59380"/>
                  </a:lnTo>
                  <a:lnTo>
                    <a:pt x="3908792" y="67200"/>
                  </a:lnTo>
                  <a:lnTo>
                    <a:pt x="3855287" y="75797"/>
                  </a:lnTo>
                  <a:lnTo>
                    <a:pt x="3820202" y="82103"/>
                  </a:lnTo>
                  <a:lnTo>
                    <a:pt x="3759788" y="94233"/>
                  </a:lnTo>
                  <a:lnTo>
                    <a:pt x="3701235" y="107557"/>
                  </a:lnTo>
                  <a:lnTo>
                    <a:pt x="3643863" y="122095"/>
                  </a:lnTo>
                  <a:lnTo>
                    <a:pt x="3587169" y="137827"/>
                  </a:lnTo>
                  <a:lnTo>
                    <a:pt x="3530795" y="154693"/>
                  </a:lnTo>
                  <a:lnTo>
                    <a:pt x="3474502" y="172585"/>
                  </a:lnTo>
                  <a:lnTo>
                    <a:pt x="3418154" y="191352"/>
                  </a:lnTo>
                  <a:lnTo>
                    <a:pt x="3361697" y="210801"/>
                  </a:lnTo>
                  <a:lnTo>
                    <a:pt x="3305137" y="230705"/>
                  </a:lnTo>
                  <a:lnTo>
                    <a:pt x="3248525" y="250812"/>
                  </a:lnTo>
                  <a:lnTo>
                    <a:pt x="3191929" y="270861"/>
                  </a:lnTo>
                  <a:lnTo>
                    <a:pt x="3135411" y="290591"/>
                  </a:lnTo>
                  <a:lnTo>
                    <a:pt x="3079005" y="309761"/>
                  </a:lnTo>
                  <a:lnTo>
                    <a:pt x="3022693" y="328158"/>
                  </a:lnTo>
                  <a:lnTo>
                    <a:pt x="2966386" y="345607"/>
                  </a:lnTo>
                  <a:lnTo>
                    <a:pt x="2909905" y="361976"/>
                  </a:lnTo>
                  <a:lnTo>
                    <a:pt x="2852960" y="377178"/>
                  </a:lnTo>
                  <a:lnTo>
                    <a:pt x="2795132" y="391173"/>
                  </a:lnTo>
                  <a:lnTo>
                    <a:pt x="2735842" y="403959"/>
                  </a:lnTo>
                  <a:lnTo>
                    <a:pt x="2702183" y="410516"/>
                  </a:lnTo>
                  <a:lnTo>
                    <a:pt x="2650278" y="419655"/>
                  </a:lnTo>
                  <a:lnTo>
                    <a:pt x="2595920" y="428000"/>
                  </a:lnTo>
                  <a:lnTo>
                    <a:pt x="2538423" y="435580"/>
                  </a:lnTo>
                  <a:lnTo>
                    <a:pt x="2477035" y="442449"/>
                  </a:lnTo>
                  <a:lnTo>
                    <a:pt x="2410978" y="448673"/>
                  </a:lnTo>
                  <a:lnTo>
                    <a:pt x="2339486" y="454318"/>
                  </a:lnTo>
                  <a:lnTo>
                    <a:pt x="2261864" y="459448"/>
                  </a:lnTo>
                  <a:lnTo>
                    <a:pt x="2177553" y="464118"/>
                  </a:lnTo>
                  <a:lnTo>
                    <a:pt x="2086221" y="468375"/>
                  </a:lnTo>
                  <a:lnTo>
                    <a:pt x="1987883" y="472253"/>
                  </a:lnTo>
                  <a:lnTo>
                    <a:pt x="1883042" y="475776"/>
                  </a:lnTo>
                  <a:lnTo>
                    <a:pt x="1772834" y="478959"/>
                  </a:lnTo>
                  <a:lnTo>
                    <a:pt x="1659154" y="481804"/>
                  </a:lnTo>
                  <a:lnTo>
                    <a:pt x="1544708" y="484308"/>
                  </a:lnTo>
                  <a:lnTo>
                    <a:pt x="1432952" y="486463"/>
                  </a:lnTo>
                  <a:lnTo>
                    <a:pt x="1327844" y="488265"/>
                  </a:lnTo>
                  <a:lnTo>
                    <a:pt x="1233424" y="489713"/>
                  </a:lnTo>
                  <a:lnTo>
                    <a:pt x="1153245" y="490820"/>
                  </a:lnTo>
                  <a:lnTo>
                    <a:pt x="1089785" y="491613"/>
                  </a:lnTo>
                  <a:lnTo>
                    <a:pt x="1043977" y="492133"/>
                  </a:lnTo>
                  <a:lnTo>
                    <a:pt x="1014968" y="492434"/>
                  </a:lnTo>
                  <a:lnTo>
                    <a:pt x="1000139" y="492574"/>
                  </a:lnTo>
                  <a:lnTo>
                    <a:pt x="995303" y="492616"/>
                  </a:lnTo>
                  <a:lnTo>
                    <a:pt x="994940" y="492619"/>
                  </a:lnTo>
                  <a:lnTo>
                    <a:pt x="0" y="492619"/>
                  </a:lnTo>
                  <a:lnTo>
                    <a:pt x="0" y="4926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8" name="pg1247"/>
            <p:cNvSpPr/>
            <p:nvPr/>
          </p:nvSpPr>
          <p:spPr>
            <a:xfrm>
              <a:off x="1199187" y="1797372"/>
              <a:ext cx="12049831" cy="3354005"/>
            </a:xfrm>
            <a:custGeom>
              <a:avLst/>
              <a:pathLst>
                <a:path w="12049831" h="3354005">
                  <a:moveTo>
                    <a:pt x="0" y="2924273"/>
                  </a:moveTo>
                  <a:lnTo>
                    <a:pt x="994940" y="2924273"/>
                  </a:lnTo>
                  <a:lnTo>
                    <a:pt x="996013" y="2924221"/>
                  </a:lnTo>
                  <a:lnTo>
                    <a:pt x="1003101" y="2923846"/>
                  </a:lnTo>
                  <a:lnTo>
                    <a:pt x="1021091" y="2922812"/>
                  </a:lnTo>
                  <a:lnTo>
                    <a:pt x="1053559" y="2920774"/>
                  </a:lnTo>
                  <a:lnTo>
                    <a:pt x="1102570" y="2917403"/>
                  </a:lnTo>
                  <a:lnTo>
                    <a:pt x="1168524" y="2912415"/>
                  </a:lnTo>
                  <a:lnTo>
                    <a:pt x="1250197" y="2905596"/>
                  </a:lnTo>
                  <a:lnTo>
                    <a:pt x="1345004" y="2896812"/>
                  </a:lnTo>
                  <a:lnTo>
                    <a:pt x="1449459" y="2886007"/>
                  </a:lnTo>
                  <a:lnTo>
                    <a:pt x="1559725" y="2873184"/>
                  </a:lnTo>
                  <a:lnTo>
                    <a:pt x="1672106" y="2858380"/>
                  </a:lnTo>
                  <a:lnTo>
                    <a:pt x="1783414" y="2841635"/>
                  </a:lnTo>
                  <a:lnTo>
                    <a:pt x="1891170" y="2822964"/>
                  </a:lnTo>
                  <a:lnTo>
                    <a:pt x="1993650" y="2802344"/>
                  </a:lnTo>
                  <a:lnTo>
                    <a:pt x="2089824" y="2779696"/>
                  </a:lnTo>
                  <a:lnTo>
                    <a:pt x="2179244" y="2754882"/>
                  </a:lnTo>
                  <a:lnTo>
                    <a:pt x="2261906" y="2727703"/>
                  </a:lnTo>
                  <a:lnTo>
                    <a:pt x="2338126" y="2697901"/>
                  </a:lnTo>
                  <a:lnTo>
                    <a:pt x="2408433" y="2665165"/>
                  </a:lnTo>
                  <a:lnTo>
                    <a:pt x="2473481" y="2629143"/>
                  </a:lnTo>
                  <a:lnTo>
                    <a:pt x="2533991" y="2589461"/>
                  </a:lnTo>
                  <a:lnTo>
                    <a:pt x="2590699" y="2545748"/>
                  </a:lnTo>
                  <a:lnTo>
                    <a:pt x="2644320" y="2497695"/>
                  </a:lnTo>
                  <a:lnTo>
                    <a:pt x="2695510" y="2445120"/>
                  </a:lnTo>
                  <a:lnTo>
                    <a:pt x="2702183" y="2437768"/>
                  </a:lnTo>
                  <a:lnTo>
                    <a:pt x="2745936" y="2386679"/>
                  </a:lnTo>
                  <a:lnTo>
                    <a:pt x="2788610" y="2331947"/>
                  </a:lnTo>
                  <a:lnTo>
                    <a:pt x="2830490" y="2273496"/>
                  </a:lnTo>
                  <a:lnTo>
                    <a:pt x="2871809" y="2211309"/>
                  </a:lnTo>
                  <a:lnTo>
                    <a:pt x="2912752" y="2145429"/>
                  </a:lnTo>
                  <a:lnTo>
                    <a:pt x="2953465" y="2075966"/>
                  </a:lnTo>
                  <a:lnTo>
                    <a:pt x="2994062" y="2003102"/>
                  </a:lnTo>
                  <a:lnTo>
                    <a:pt x="3034622" y="1927091"/>
                  </a:lnTo>
                  <a:lnTo>
                    <a:pt x="3075200" y="1848261"/>
                  </a:lnTo>
                  <a:lnTo>
                    <a:pt x="3115827" y="1767007"/>
                  </a:lnTo>
                  <a:lnTo>
                    <a:pt x="3156514" y="1683786"/>
                  </a:lnTo>
                  <a:lnTo>
                    <a:pt x="3197255" y="1599108"/>
                  </a:lnTo>
                  <a:lnTo>
                    <a:pt x="3238035" y="1513524"/>
                  </a:lnTo>
                  <a:lnTo>
                    <a:pt x="3278830" y="1427608"/>
                  </a:lnTo>
                  <a:lnTo>
                    <a:pt x="3319614" y="1341945"/>
                  </a:lnTo>
                  <a:lnTo>
                    <a:pt x="3360362" y="1257112"/>
                  </a:lnTo>
                  <a:lnTo>
                    <a:pt x="3401056" y="1173663"/>
                  </a:lnTo>
                  <a:lnTo>
                    <a:pt x="3441691" y="1092115"/>
                  </a:lnTo>
                  <a:lnTo>
                    <a:pt x="3482274" y="1012932"/>
                  </a:lnTo>
                  <a:lnTo>
                    <a:pt x="3522834" y="936519"/>
                  </a:lnTo>
                  <a:lnTo>
                    <a:pt x="3563422" y="863212"/>
                  </a:lnTo>
                  <a:lnTo>
                    <a:pt x="3604114" y="793277"/>
                  </a:lnTo>
                  <a:lnTo>
                    <a:pt x="3645018" y="726904"/>
                  </a:lnTo>
                  <a:lnTo>
                    <a:pt x="3686275" y="664213"/>
                  </a:lnTo>
                  <a:lnTo>
                    <a:pt x="3728067" y="605257"/>
                  </a:lnTo>
                  <a:lnTo>
                    <a:pt x="3770618" y="550025"/>
                  </a:lnTo>
                  <a:lnTo>
                    <a:pt x="3814206" y="498449"/>
                  </a:lnTo>
                  <a:lnTo>
                    <a:pt x="3820202" y="491746"/>
                  </a:lnTo>
                  <a:lnTo>
                    <a:pt x="3871112" y="438566"/>
                  </a:lnTo>
                  <a:lnTo>
                    <a:pt x="3924373" y="389916"/>
                  </a:lnTo>
                  <a:lnTo>
                    <a:pt x="3980629" y="345641"/>
                  </a:lnTo>
                  <a:lnTo>
                    <a:pt x="4040590" y="305441"/>
                  </a:lnTo>
                  <a:lnTo>
                    <a:pt x="4104991" y="268953"/>
                  </a:lnTo>
                  <a:lnTo>
                    <a:pt x="4174556" y="235801"/>
                  </a:lnTo>
                  <a:lnTo>
                    <a:pt x="4249954" y="205626"/>
                  </a:lnTo>
                  <a:lnTo>
                    <a:pt x="4331733" y="178113"/>
                  </a:lnTo>
                  <a:lnTo>
                    <a:pt x="4420244" y="152997"/>
                  </a:lnTo>
                  <a:lnTo>
                    <a:pt x="4515532" y="130070"/>
                  </a:lnTo>
                  <a:lnTo>
                    <a:pt x="4617217" y="109185"/>
                  </a:lnTo>
                  <a:lnTo>
                    <a:pt x="4724353" y="90257"/>
                  </a:lnTo>
                  <a:lnTo>
                    <a:pt x="4835314" y="73254"/>
                  </a:lnTo>
                  <a:lnTo>
                    <a:pt x="4947722" y="58190"/>
                  </a:lnTo>
                  <a:lnTo>
                    <a:pt x="5058475" y="45100"/>
                  </a:lnTo>
                  <a:lnTo>
                    <a:pt x="5163929" y="34025"/>
                  </a:lnTo>
                  <a:lnTo>
                    <a:pt x="5260236" y="24973"/>
                  </a:lnTo>
                  <a:lnTo>
                    <a:pt x="5343835" y="17898"/>
                  </a:lnTo>
                  <a:lnTo>
                    <a:pt x="5411990" y="12677"/>
                  </a:lnTo>
                  <a:lnTo>
                    <a:pt x="5463273" y="9105"/>
                  </a:lnTo>
                  <a:lnTo>
                    <a:pt x="5497863" y="6907"/>
                  </a:lnTo>
                  <a:lnTo>
                    <a:pt x="5517608" y="5759"/>
                  </a:lnTo>
                  <a:lnTo>
                    <a:pt x="5525894" y="531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0" y="5299"/>
                  </a:lnTo>
                  <a:lnTo>
                    <a:pt x="6530409" y="5721"/>
                  </a:lnTo>
                  <a:lnTo>
                    <a:pt x="6548105" y="6886"/>
                  </a:lnTo>
                  <a:lnTo>
                    <a:pt x="6580061" y="9184"/>
                  </a:lnTo>
                  <a:lnTo>
                    <a:pt x="6628339" y="12984"/>
                  </a:lnTo>
                  <a:lnTo>
                    <a:pt x="6693378" y="18608"/>
                  </a:lnTo>
                  <a:lnTo>
                    <a:pt x="6774020" y="26303"/>
                  </a:lnTo>
                  <a:lnTo>
                    <a:pt x="6867769" y="36221"/>
                  </a:lnTo>
                  <a:lnTo>
                    <a:pt x="6971228" y="48429"/>
                  </a:lnTo>
                  <a:lnTo>
                    <a:pt x="7080629" y="62927"/>
                  </a:lnTo>
                  <a:lnTo>
                    <a:pt x="7192323" y="79674"/>
                  </a:lnTo>
                  <a:lnTo>
                    <a:pt x="7303139" y="98624"/>
                  </a:lnTo>
                  <a:lnTo>
                    <a:pt x="7410591" y="119757"/>
                  </a:lnTo>
                  <a:lnTo>
                    <a:pt x="7512932" y="143097"/>
                  </a:lnTo>
                  <a:lnTo>
                    <a:pt x="7609100" y="168725"/>
                  </a:lnTo>
                  <a:lnTo>
                    <a:pt x="7698611" y="196793"/>
                  </a:lnTo>
                  <a:lnTo>
                    <a:pt x="7781428" y="227519"/>
                  </a:lnTo>
                  <a:lnTo>
                    <a:pt x="7857836" y="261187"/>
                  </a:lnTo>
                  <a:lnTo>
                    <a:pt x="7928338" y="298142"/>
                  </a:lnTo>
                  <a:lnTo>
                    <a:pt x="7993566" y="338776"/>
                  </a:lnTo>
                  <a:lnTo>
                    <a:pt x="8054224" y="383510"/>
                  </a:lnTo>
                  <a:lnTo>
                    <a:pt x="8111036" y="432765"/>
                  </a:lnTo>
                  <a:lnTo>
                    <a:pt x="8164708" y="486903"/>
                  </a:lnTo>
                  <a:lnTo>
                    <a:pt x="8215895" y="546153"/>
                  </a:lnTo>
                  <a:lnTo>
                    <a:pt x="8229629" y="563368"/>
                  </a:lnTo>
                  <a:lnTo>
                    <a:pt x="8271140" y="618833"/>
                  </a:lnTo>
                  <a:lnTo>
                    <a:pt x="8311667" y="678051"/>
                  </a:lnTo>
                  <a:lnTo>
                    <a:pt x="8351456" y="741098"/>
                  </a:lnTo>
                  <a:lnTo>
                    <a:pt x="8390712" y="808000"/>
                  </a:lnTo>
                  <a:lnTo>
                    <a:pt x="8429598" y="878725"/>
                  </a:lnTo>
                  <a:lnTo>
                    <a:pt x="8468248" y="953183"/>
                  </a:lnTo>
                  <a:lnTo>
                    <a:pt x="8506764" y="1031214"/>
                  </a:lnTo>
                  <a:lnTo>
                    <a:pt x="8545224" y="1112595"/>
                  </a:lnTo>
                  <a:lnTo>
                    <a:pt x="8583683" y="1197034"/>
                  </a:lnTo>
                  <a:lnTo>
                    <a:pt x="8622176" y="1284171"/>
                  </a:lnTo>
                  <a:lnTo>
                    <a:pt x="8660719" y="1373590"/>
                  </a:lnTo>
                  <a:lnTo>
                    <a:pt x="8699316" y="1464816"/>
                  </a:lnTo>
                  <a:lnTo>
                    <a:pt x="8737958" y="1557336"/>
                  </a:lnTo>
                  <a:lnTo>
                    <a:pt x="8776628" y="1650600"/>
                  </a:lnTo>
                  <a:lnTo>
                    <a:pt x="8815305" y="1744041"/>
                  </a:lnTo>
                  <a:lnTo>
                    <a:pt x="8853967" y="1837089"/>
                  </a:lnTo>
                  <a:lnTo>
                    <a:pt x="8892593" y="1929182"/>
                  </a:lnTo>
                  <a:lnTo>
                    <a:pt x="8931170" y="2019782"/>
                  </a:lnTo>
                  <a:lnTo>
                    <a:pt x="8969693" y="2108388"/>
                  </a:lnTo>
                  <a:lnTo>
                    <a:pt x="9008170" y="2194549"/>
                  </a:lnTo>
                  <a:lnTo>
                    <a:pt x="9046625" y="2277868"/>
                  </a:lnTo>
                  <a:lnTo>
                    <a:pt x="9085099" y="2358010"/>
                  </a:lnTo>
                  <a:lnTo>
                    <a:pt x="9123655" y="2434710"/>
                  </a:lnTo>
                  <a:lnTo>
                    <a:pt x="9162381" y="2507768"/>
                  </a:lnTo>
                  <a:lnTo>
                    <a:pt x="9201390" y="2577052"/>
                  </a:lnTo>
                  <a:lnTo>
                    <a:pt x="9240826" y="2642493"/>
                  </a:lnTo>
                  <a:lnTo>
                    <a:pt x="9280869" y="2704083"/>
                  </a:lnTo>
                  <a:lnTo>
                    <a:pt x="9321737" y="2761867"/>
                  </a:lnTo>
                  <a:lnTo>
                    <a:pt x="9347647" y="2795878"/>
                  </a:lnTo>
                  <a:lnTo>
                    <a:pt x="9398254" y="2856545"/>
                  </a:lnTo>
                  <a:lnTo>
                    <a:pt x="9451180" y="2912076"/>
                  </a:lnTo>
                  <a:lnTo>
                    <a:pt x="9507058" y="2962642"/>
                  </a:lnTo>
                  <a:lnTo>
                    <a:pt x="9566585" y="3008581"/>
                  </a:lnTo>
                  <a:lnTo>
                    <a:pt x="9630483" y="3050301"/>
                  </a:lnTo>
                  <a:lnTo>
                    <a:pt x="9699466" y="3088228"/>
                  </a:lnTo>
                  <a:lnTo>
                    <a:pt x="9774191" y="3122764"/>
                  </a:lnTo>
                  <a:lnTo>
                    <a:pt x="9855204" y="3154269"/>
                  </a:lnTo>
                  <a:lnTo>
                    <a:pt x="9942860" y="3183044"/>
                  </a:lnTo>
                  <a:lnTo>
                    <a:pt x="10037222" y="3209326"/>
                  </a:lnTo>
                  <a:lnTo>
                    <a:pt x="10137943" y="3233285"/>
                  </a:lnTo>
                  <a:lnTo>
                    <a:pt x="10244131" y="3255021"/>
                  </a:lnTo>
                  <a:lnTo>
                    <a:pt x="10354238" y="3274573"/>
                  </a:lnTo>
                  <a:lnTo>
                    <a:pt x="10465979" y="3291930"/>
                  </a:lnTo>
                  <a:lnTo>
                    <a:pt x="10576361" y="3307052"/>
                  </a:lnTo>
                  <a:lnTo>
                    <a:pt x="10681835" y="3319893"/>
                  </a:lnTo>
                  <a:lnTo>
                    <a:pt x="10778621" y="3330438"/>
                  </a:lnTo>
                  <a:lnTo>
                    <a:pt x="10863169" y="3338733"/>
                  </a:lnTo>
                  <a:lnTo>
                    <a:pt x="10932682" y="3344907"/>
                  </a:lnTo>
                  <a:lnTo>
                    <a:pt x="10985600" y="3349180"/>
                  </a:lnTo>
                  <a:lnTo>
                    <a:pt x="11021912" y="3351856"/>
                  </a:lnTo>
                  <a:lnTo>
                    <a:pt x="11043240" y="3353294"/>
                  </a:lnTo>
                  <a:lnTo>
                    <a:pt x="11052734" y="3353882"/>
                  </a:lnTo>
                  <a:lnTo>
                    <a:pt x="11054891" y="3354005"/>
                  </a:lnTo>
                  <a:lnTo>
                    <a:pt x="12049831" y="3354005"/>
                  </a:lnTo>
                  <a:lnTo>
                    <a:pt x="12049831" y="3348765"/>
                  </a:lnTo>
                  <a:lnTo>
                    <a:pt x="11054891" y="3348765"/>
                  </a:lnTo>
                  <a:lnTo>
                    <a:pt x="11053837" y="3348705"/>
                  </a:lnTo>
                  <a:lnTo>
                    <a:pt x="11046868" y="3348284"/>
                  </a:lnTo>
                  <a:lnTo>
                    <a:pt x="11029172" y="3347118"/>
                  </a:lnTo>
                  <a:lnTo>
                    <a:pt x="10997215" y="3344821"/>
                  </a:lnTo>
                  <a:lnTo>
                    <a:pt x="10948937" y="3341021"/>
                  </a:lnTo>
                  <a:lnTo>
                    <a:pt x="10883899" y="3335396"/>
                  </a:lnTo>
                  <a:lnTo>
                    <a:pt x="10803256" y="3327702"/>
                  </a:lnTo>
                  <a:lnTo>
                    <a:pt x="10709508" y="3317784"/>
                  </a:lnTo>
                  <a:lnTo>
                    <a:pt x="10606049" y="3305575"/>
                  </a:lnTo>
                  <a:lnTo>
                    <a:pt x="10496647" y="3291078"/>
                  </a:lnTo>
                  <a:lnTo>
                    <a:pt x="10384954" y="3274331"/>
                  </a:lnTo>
                  <a:lnTo>
                    <a:pt x="10274138" y="3255380"/>
                  </a:lnTo>
                  <a:lnTo>
                    <a:pt x="10166686" y="3234247"/>
                  </a:lnTo>
                  <a:lnTo>
                    <a:pt x="10064345" y="3210908"/>
                  </a:lnTo>
                  <a:lnTo>
                    <a:pt x="9968177" y="3185279"/>
                  </a:lnTo>
                  <a:lnTo>
                    <a:pt x="9878666" y="3157211"/>
                  </a:lnTo>
                  <a:lnTo>
                    <a:pt x="9795849" y="3126486"/>
                  </a:lnTo>
                  <a:lnTo>
                    <a:pt x="9719440" y="3092818"/>
                  </a:lnTo>
                  <a:lnTo>
                    <a:pt x="9648939" y="3055863"/>
                  </a:lnTo>
                  <a:lnTo>
                    <a:pt x="9583710" y="3015229"/>
                  </a:lnTo>
                  <a:lnTo>
                    <a:pt x="9523053" y="2970494"/>
                  </a:lnTo>
                  <a:lnTo>
                    <a:pt x="9466241" y="2921240"/>
                  </a:lnTo>
                  <a:lnTo>
                    <a:pt x="9412569" y="2867102"/>
                  </a:lnTo>
                  <a:lnTo>
                    <a:pt x="9361382" y="2807852"/>
                  </a:lnTo>
                  <a:lnTo>
                    <a:pt x="9347647" y="2790637"/>
                  </a:lnTo>
                  <a:lnTo>
                    <a:pt x="9306136" y="2735171"/>
                  </a:lnTo>
                  <a:lnTo>
                    <a:pt x="9265610" y="2675954"/>
                  </a:lnTo>
                  <a:lnTo>
                    <a:pt x="9225820" y="2612907"/>
                  </a:lnTo>
                  <a:lnTo>
                    <a:pt x="9186565" y="2546005"/>
                  </a:lnTo>
                  <a:lnTo>
                    <a:pt x="9147679" y="2475279"/>
                  </a:lnTo>
                  <a:lnTo>
                    <a:pt x="9109029" y="2400822"/>
                  </a:lnTo>
                  <a:lnTo>
                    <a:pt x="9070513" y="2322791"/>
                  </a:lnTo>
                  <a:lnTo>
                    <a:pt x="9032052" y="2241409"/>
                  </a:lnTo>
                  <a:lnTo>
                    <a:pt x="8993593" y="2156971"/>
                  </a:lnTo>
                  <a:lnTo>
                    <a:pt x="8955100" y="2069834"/>
                  </a:lnTo>
                  <a:lnTo>
                    <a:pt x="8916557" y="1980415"/>
                  </a:lnTo>
                  <a:lnTo>
                    <a:pt x="8877960" y="1889189"/>
                  </a:lnTo>
                  <a:lnTo>
                    <a:pt x="8839319" y="1796669"/>
                  </a:lnTo>
                  <a:lnTo>
                    <a:pt x="8800648" y="1703405"/>
                  </a:lnTo>
                  <a:lnTo>
                    <a:pt x="8761971" y="1609964"/>
                  </a:lnTo>
                  <a:lnTo>
                    <a:pt x="8723310" y="1516916"/>
                  </a:lnTo>
                  <a:lnTo>
                    <a:pt x="8684684" y="1424823"/>
                  </a:lnTo>
                  <a:lnTo>
                    <a:pt x="8646106" y="1334223"/>
                  </a:lnTo>
                  <a:lnTo>
                    <a:pt x="8607583" y="1245616"/>
                  </a:lnTo>
                  <a:lnTo>
                    <a:pt x="8569106" y="1159456"/>
                  </a:lnTo>
                  <a:lnTo>
                    <a:pt x="8530652" y="1076137"/>
                  </a:lnTo>
                  <a:lnTo>
                    <a:pt x="8492178" y="995995"/>
                  </a:lnTo>
                  <a:lnTo>
                    <a:pt x="8453621" y="919295"/>
                  </a:lnTo>
                  <a:lnTo>
                    <a:pt x="8414896" y="846237"/>
                  </a:lnTo>
                  <a:lnTo>
                    <a:pt x="8375887" y="776953"/>
                  </a:lnTo>
                  <a:lnTo>
                    <a:pt x="8336451" y="711512"/>
                  </a:lnTo>
                  <a:lnTo>
                    <a:pt x="8296408" y="649922"/>
                  </a:lnTo>
                  <a:lnTo>
                    <a:pt x="8255540" y="592137"/>
                  </a:lnTo>
                  <a:lnTo>
                    <a:pt x="8229629" y="558127"/>
                  </a:lnTo>
                  <a:lnTo>
                    <a:pt x="8179023" y="497460"/>
                  </a:lnTo>
                  <a:lnTo>
                    <a:pt x="8126097" y="441929"/>
                  </a:lnTo>
                  <a:lnTo>
                    <a:pt x="8070218" y="391363"/>
                  </a:lnTo>
                  <a:lnTo>
                    <a:pt x="8010691" y="345424"/>
                  </a:lnTo>
                  <a:lnTo>
                    <a:pt x="7946793" y="303704"/>
                  </a:lnTo>
                  <a:lnTo>
                    <a:pt x="7877811" y="265777"/>
                  </a:lnTo>
                  <a:lnTo>
                    <a:pt x="7803086" y="231241"/>
                  </a:lnTo>
                  <a:lnTo>
                    <a:pt x="7722072" y="199736"/>
                  </a:lnTo>
                  <a:lnTo>
                    <a:pt x="7634416" y="170961"/>
                  </a:lnTo>
                  <a:lnTo>
                    <a:pt x="7540054" y="144679"/>
                  </a:lnTo>
                  <a:lnTo>
                    <a:pt x="7439334" y="120720"/>
                  </a:lnTo>
                  <a:lnTo>
                    <a:pt x="7333145" y="98984"/>
                  </a:lnTo>
                  <a:lnTo>
                    <a:pt x="7223039" y="79432"/>
                  </a:lnTo>
                  <a:lnTo>
                    <a:pt x="7111297" y="62075"/>
                  </a:lnTo>
                  <a:lnTo>
                    <a:pt x="7000916" y="46953"/>
                  </a:lnTo>
                  <a:lnTo>
                    <a:pt x="6895442" y="34112"/>
                  </a:lnTo>
                  <a:lnTo>
                    <a:pt x="6798655" y="23567"/>
                  </a:lnTo>
                  <a:lnTo>
                    <a:pt x="6714108" y="15272"/>
                  </a:lnTo>
                  <a:lnTo>
                    <a:pt x="6644595" y="9098"/>
                  </a:lnTo>
                  <a:lnTo>
                    <a:pt x="6591676" y="4825"/>
                  </a:lnTo>
                  <a:lnTo>
                    <a:pt x="6555364" y="2149"/>
                  </a:lnTo>
                  <a:lnTo>
                    <a:pt x="6534036" y="711"/>
                  </a:lnTo>
                  <a:lnTo>
                    <a:pt x="6524543" y="12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2" y="52"/>
                  </a:lnTo>
                  <a:lnTo>
                    <a:pt x="5519284" y="426"/>
                  </a:lnTo>
                  <a:lnTo>
                    <a:pt x="5501294" y="1460"/>
                  </a:lnTo>
                  <a:lnTo>
                    <a:pt x="5468826" y="3499"/>
                  </a:lnTo>
                  <a:lnTo>
                    <a:pt x="5419815" y="6870"/>
                  </a:lnTo>
                  <a:lnTo>
                    <a:pt x="5353861" y="11857"/>
                  </a:lnTo>
                  <a:lnTo>
                    <a:pt x="5272188" y="18676"/>
                  </a:lnTo>
                  <a:lnTo>
                    <a:pt x="5177381" y="27461"/>
                  </a:lnTo>
                  <a:lnTo>
                    <a:pt x="5072926" y="38266"/>
                  </a:lnTo>
                  <a:lnTo>
                    <a:pt x="4962660" y="51089"/>
                  </a:lnTo>
                  <a:lnTo>
                    <a:pt x="4850279" y="65893"/>
                  </a:lnTo>
                  <a:lnTo>
                    <a:pt x="4738971" y="82638"/>
                  </a:lnTo>
                  <a:lnTo>
                    <a:pt x="4631215" y="101309"/>
                  </a:lnTo>
                  <a:lnTo>
                    <a:pt x="4528735" y="121929"/>
                  </a:lnTo>
                  <a:lnTo>
                    <a:pt x="4432561" y="144577"/>
                  </a:lnTo>
                  <a:lnTo>
                    <a:pt x="4343141" y="169391"/>
                  </a:lnTo>
                  <a:lnTo>
                    <a:pt x="4260479" y="196570"/>
                  </a:lnTo>
                  <a:lnTo>
                    <a:pt x="4184259" y="226372"/>
                  </a:lnTo>
                  <a:lnTo>
                    <a:pt x="4113952" y="259108"/>
                  </a:lnTo>
                  <a:lnTo>
                    <a:pt x="4048904" y="295129"/>
                  </a:lnTo>
                  <a:lnTo>
                    <a:pt x="3988394" y="334812"/>
                  </a:lnTo>
                  <a:lnTo>
                    <a:pt x="3931686" y="378524"/>
                  </a:lnTo>
                  <a:lnTo>
                    <a:pt x="3878065" y="426578"/>
                  </a:lnTo>
                  <a:lnTo>
                    <a:pt x="3826875" y="479153"/>
                  </a:lnTo>
                  <a:lnTo>
                    <a:pt x="3820202" y="486505"/>
                  </a:lnTo>
                  <a:lnTo>
                    <a:pt x="3776449" y="537594"/>
                  </a:lnTo>
                  <a:lnTo>
                    <a:pt x="3733775" y="592326"/>
                  </a:lnTo>
                  <a:lnTo>
                    <a:pt x="3691895" y="650777"/>
                  </a:lnTo>
                  <a:lnTo>
                    <a:pt x="3650576" y="712963"/>
                  </a:lnTo>
                  <a:lnTo>
                    <a:pt x="3609633" y="778844"/>
                  </a:lnTo>
                  <a:lnTo>
                    <a:pt x="3568920" y="848307"/>
                  </a:lnTo>
                  <a:lnTo>
                    <a:pt x="3528323" y="921171"/>
                  </a:lnTo>
                  <a:lnTo>
                    <a:pt x="3487763" y="997181"/>
                  </a:lnTo>
                  <a:lnTo>
                    <a:pt x="3447185" y="1076012"/>
                  </a:lnTo>
                  <a:lnTo>
                    <a:pt x="3406558" y="1157266"/>
                  </a:lnTo>
                  <a:lnTo>
                    <a:pt x="3365871" y="1240487"/>
                  </a:lnTo>
                  <a:lnTo>
                    <a:pt x="3325130" y="1325165"/>
                  </a:lnTo>
                  <a:lnTo>
                    <a:pt x="3284350" y="1410749"/>
                  </a:lnTo>
                  <a:lnTo>
                    <a:pt x="3243555" y="1496665"/>
                  </a:lnTo>
                  <a:lnTo>
                    <a:pt x="3202771" y="1582328"/>
                  </a:lnTo>
                  <a:lnTo>
                    <a:pt x="3162023" y="1667161"/>
                  </a:lnTo>
                  <a:lnTo>
                    <a:pt x="3121329" y="1750610"/>
                  </a:lnTo>
                  <a:lnTo>
                    <a:pt x="3080694" y="1832158"/>
                  </a:lnTo>
                  <a:lnTo>
                    <a:pt x="3040111" y="1911341"/>
                  </a:lnTo>
                  <a:lnTo>
                    <a:pt x="2999551" y="1987754"/>
                  </a:lnTo>
                  <a:lnTo>
                    <a:pt x="2958963" y="2061061"/>
                  </a:lnTo>
                  <a:lnTo>
                    <a:pt x="2918271" y="2130996"/>
                  </a:lnTo>
                  <a:lnTo>
                    <a:pt x="2877367" y="2197369"/>
                  </a:lnTo>
                  <a:lnTo>
                    <a:pt x="2836110" y="2260059"/>
                  </a:lnTo>
                  <a:lnTo>
                    <a:pt x="2794318" y="2319016"/>
                  </a:lnTo>
                  <a:lnTo>
                    <a:pt x="2751767" y="2374248"/>
                  </a:lnTo>
                  <a:lnTo>
                    <a:pt x="2708179" y="2425823"/>
                  </a:lnTo>
                  <a:lnTo>
                    <a:pt x="2702183" y="2432527"/>
                  </a:lnTo>
                  <a:lnTo>
                    <a:pt x="2651273" y="2485707"/>
                  </a:lnTo>
                  <a:lnTo>
                    <a:pt x="2598012" y="2534357"/>
                  </a:lnTo>
                  <a:lnTo>
                    <a:pt x="2541756" y="2578632"/>
                  </a:lnTo>
                  <a:lnTo>
                    <a:pt x="2481795" y="2618832"/>
                  </a:lnTo>
                  <a:lnTo>
                    <a:pt x="2417394" y="2655319"/>
                  </a:lnTo>
                  <a:lnTo>
                    <a:pt x="2347829" y="2688472"/>
                  </a:lnTo>
                  <a:lnTo>
                    <a:pt x="2272431" y="2718647"/>
                  </a:lnTo>
                  <a:lnTo>
                    <a:pt x="2190652" y="2746159"/>
                  </a:lnTo>
                  <a:lnTo>
                    <a:pt x="2102141" y="2771276"/>
                  </a:lnTo>
                  <a:lnTo>
                    <a:pt x="2006853" y="2794203"/>
                  </a:lnTo>
                  <a:lnTo>
                    <a:pt x="1905168" y="2815088"/>
                  </a:lnTo>
                  <a:lnTo>
                    <a:pt x="1798032" y="2834016"/>
                  </a:lnTo>
                  <a:lnTo>
                    <a:pt x="1687071" y="2851018"/>
                  </a:lnTo>
                  <a:lnTo>
                    <a:pt x="1574663" y="2866083"/>
                  </a:lnTo>
                  <a:lnTo>
                    <a:pt x="1463910" y="2879173"/>
                  </a:lnTo>
                  <a:lnTo>
                    <a:pt x="1358456" y="2890248"/>
                  </a:lnTo>
                  <a:lnTo>
                    <a:pt x="1262149" y="2899300"/>
                  </a:lnTo>
                  <a:lnTo>
                    <a:pt x="1178550" y="2906375"/>
                  </a:lnTo>
                  <a:lnTo>
                    <a:pt x="1110395" y="2911596"/>
                  </a:lnTo>
                  <a:lnTo>
                    <a:pt x="1059112" y="2915168"/>
                  </a:lnTo>
                  <a:lnTo>
                    <a:pt x="1024522" y="2917366"/>
                  </a:lnTo>
                  <a:lnTo>
                    <a:pt x="1004777" y="2918514"/>
                  </a:lnTo>
                  <a:lnTo>
                    <a:pt x="996491" y="2918956"/>
                  </a:lnTo>
                  <a:lnTo>
                    <a:pt x="994940" y="2919033"/>
                  </a:lnTo>
                  <a:lnTo>
                    <a:pt x="0" y="2919033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49" name="pl1248"/>
            <p:cNvSpPr/>
            <p:nvPr/>
          </p:nvSpPr>
          <p:spPr>
            <a:xfrm>
              <a:off x="1199187" y="1802613"/>
              <a:ext cx="12049831" cy="3348765"/>
            </a:xfrm>
            <a:custGeom>
              <a:avLst/>
              <a:pathLst>
                <a:path w="12049831" h="3348765">
                  <a:moveTo>
                    <a:pt x="0" y="2919033"/>
                  </a:moveTo>
                  <a:lnTo>
                    <a:pt x="994940" y="2919033"/>
                  </a:lnTo>
                  <a:lnTo>
                    <a:pt x="996013" y="2918980"/>
                  </a:lnTo>
                  <a:lnTo>
                    <a:pt x="1003101" y="2918606"/>
                  </a:lnTo>
                  <a:lnTo>
                    <a:pt x="1021091" y="2917572"/>
                  </a:lnTo>
                  <a:lnTo>
                    <a:pt x="1053559" y="2915533"/>
                  </a:lnTo>
                  <a:lnTo>
                    <a:pt x="1102570" y="2912162"/>
                  </a:lnTo>
                  <a:lnTo>
                    <a:pt x="1168524" y="2907175"/>
                  </a:lnTo>
                  <a:lnTo>
                    <a:pt x="1250197" y="2900356"/>
                  </a:lnTo>
                  <a:lnTo>
                    <a:pt x="1345004" y="2891572"/>
                  </a:lnTo>
                  <a:lnTo>
                    <a:pt x="1449459" y="2880766"/>
                  </a:lnTo>
                  <a:lnTo>
                    <a:pt x="1559725" y="2867944"/>
                  </a:lnTo>
                  <a:lnTo>
                    <a:pt x="1672106" y="2853140"/>
                  </a:lnTo>
                  <a:lnTo>
                    <a:pt x="1783414" y="2836394"/>
                  </a:lnTo>
                  <a:lnTo>
                    <a:pt x="1891170" y="2817723"/>
                  </a:lnTo>
                  <a:lnTo>
                    <a:pt x="1993650" y="2797103"/>
                  </a:lnTo>
                  <a:lnTo>
                    <a:pt x="2089824" y="2774455"/>
                  </a:lnTo>
                  <a:lnTo>
                    <a:pt x="2179244" y="2749642"/>
                  </a:lnTo>
                  <a:lnTo>
                    <a:pt x="2261906" y="2722463"/>
                  </a:lnTo>
                  <a:lnTo>
                    <a:pt x="2338126" y="2692660"/>
                  </a:lnTo>
                  <a:lnTo>
                    <a:pt x="2408433" y="2659924"/>
                  </a:lnTo>
                  <a:lnTo>
                    <a:pt x="2473481" y="2623903"/>
                  </a:lnTo>
                  <a:lnTo>
                    <a:pt x="2533991" y="2584220"/>
                  </a:lnTo>
                  <a:lnTo>
                    <a:pt x="2590699" y="2540508"/>
                  </a:lnTo>
                  <a:lnTo>
                    <a:pt x="2644320" y="2492454"/>
                  </a:lnTo>
                  <a:lnTo>
                    <a:pt x="2695510" y="2439879"/>
                  </a:lnTo>
                  <a:lnTo>
                    <a:pt x="2702183" y="2432527"/>
                  </a:lnTo>
                  <a:lnTo>
                    <a:pt x="2745936" y="2381438"/>
                  </a:lnTo>
                  <a:lnTo>
                    <a:pt x="2788610" y="2326706"/>
                  </a:lnTo>
                  <a:lnTo>
                    <a:pt x="2830490" y="2268256"/>
                  </a:lnTo>
                  <a:lnTo>
                    <a:pt x="2871809" y="2206069"/>
                  </a:lnTo>
                  <a:lnTo>
                    <a:pt x="2912752" y="2140189"/>
                  </a:lnTo>
                  <a:lnTo>
                    <a:pt x="2953465" y="2070726"/>
                  </a:lnTo>
                  <a:lnTo>
                    <a:pt x="2994062" y="1997861"/>
                  </a:lnTo>
                  <a:lnTo>
                    <a:pt x="3034622" y="1921851"/>
                  </a:lnTo>
                  <a:lnTo>
                    <a:pt x="3075200" y="1843020"/>
                  </a:lnTo>
                  <a:lnTo>
                    <a:pt x="3115827" y="1761766"/>
                  </a:lnTo>
                  <a:lnTo>
                    <a:pt x="3156514" y="1678545"/>
                  </a:lnTo>
                  <a:lnTo>
                    <a:pt x="3197255" y="1593868"/>
                  </a:lnTo>
                  <a:lnTo>
                    <a:pt x="3238035" y="1508283"/>
                  </a:lnTo>
                  <a:lnTo>
                    <a:pt x="3278830" y="1422368"/>
                  </a:lnTo>
                  <a:lnTo>
                    <a:pt x="3319614" y="1336704"/>
                  </a:lnTo>
                  <a:lnTo>
                    <a:pt x="3360362" y="1251871"/>
                  </a:lnTo>
                  <a:lnTo>
                    <a:pt x="3401056" y="1168423"/>
                  </a:lnTo>
                  <a:lnTo>
                    <a:pt x="3441691" y="1086874"/>
                  </a:lnTo>
                  <a:lnTo>
                    <a:pt x="3482274" y="1007691"/>
                  </a:lnTo>
                  <a:lnTo>
                    <a:pt x="3522834" y="931278"/>
                  </a:lnTo>
                  <a:lnTo>
                    <a:pt x="3563422" y="857972"/>
                  </a:lnTo>
                  <a:lnTo>
                    <a:pt x="3604114" y="788036"/>
                  </a:lnTo>
                  <a:lnTo>
                    <a:pt x="3645018" y="721663"/>
                  </a:lnTo>
                  <a:lnTo>
                    <a:pt x="3686275" y="658973"/>
                  </a:lnTo>
                  <a:lnTo>
                    <a:pt x="3728067" y="600017"/>
                  </a:lnTo>
                  <a:lnTo>
                    <a:pt x="3770618" y="544784"/>
                  </a:lnTo>
                  <a:lnTo>
                    <a:pt x="3814206" y="493209"/>
                  </a:lnTo>
                  <a:lnTo>
                    <a:pt x="3820202" y="486505"/>
                  </a:lnTo>
                  <a:lnTo>
                    <a:pt x="3871112" y="433325"/>
                  </a:lnTo>
                  <a:lnTo>
                    <a:pt x="3924373" y="384675"/>
                  </a:lnTo>
                  <a:lnTo>
                    <a:pt x="3980629" y="340400"/>
                  </a:lnTo>
                  <a:lnTo>
                    <a:pt x="4040590" y="300201"/>
                  </a:lnTo>
                  <a:lnTo>
                    <a:pt x="4104991" y="263713"/>
                  </a:lnTo>
                  <a:lnTo>
                    <a:pt x="4174556" y="230560"/>
                  </a:lnTo>
                  <a:lnTo>
                    <a:pt x="4249954" y="200385"/>
                  </a:lnTo>
                  <a:lnTo>
                    <a:pt x="4331733" y="172873"/>
                  </a:lnTo>
                  <a:lnTo>
                    <a:pt x="4420244" y="147756"/>
                  </a:lnTo>
                  <a:lnTo>
                    <a:pt x="4515532" y="124829"/>
                  </a:lnTo>
                  <a:lnTo>
                    <a:pt x="4617217" y="103944"/>
                  </a:lnTo>
                  <a:lnTo>
                    <a:pt x="4724353" y="85016"/>
                  </a:lnTo>
                  <a:lnTo>
                    <a:pt x="4835314" y="68014"/>
                  </a:lnTo>
                  <a:lnTo>
                    <a:pt x="4947722" y="52949"/>
                  </a:lnTo>
                  <a:lnTo>
                    <a:pt x="5058475" y="39860"/>
                  </a:lnTo>
                  <a:lnTo>
                    <a:pt x="5163929" y="28784"/>
                  </a:lnTo>
                  <a:lnTo>
                    <a:pt x="5260236" y="19732"/>
                  </a:lnTo>
                  <a:lnTo>
                    <a:pt x="5343835" y="12657"/>
                  </a:lnTo>
                  <a:lnTo>
                    <a:pt x="5411990" y="7436"/>
                  </a:lnTo>
                  <a:lnTo>
                    <a:pt x="5463273" y="3864"/>
                  </a:lnTo>
                  <a:lnTo>
                    <a:pt x="5497863" y="1667"/>
                  </a:lnTo>
                  <a:lnTo>
                    <a:pt x="5517608" y="519"/>
                  </a:lnTo>
                  <a:lnTo>
                    <a:pt x="5525894" y="76"/>
                  </a:lnTo>
                  <a:lnTo>
                    <a:pt x="5527443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0" y="59"/>
                  </a:lnTo>
                  <a:lnTo>
                    <a:pt x="6530409" y="481"/>
                  </a:lnTo>
                  <a:lnTo>
                    <a:pt x="6548105" y="1646"/>
                  </a:lnTo>
                  <a:lnTo>
                    <a:pt x="6580061" y="3943"/>
                  </a:lnTo>
                  <a:lnTo>
                    <a:pt x="6628339" y="7743"/>
                  </a:lnTo>
                  <a:lnTo>
                    <a:pt x="6693378" y="13368"/>
                  </a:lnTo>
                  <a:lnTo>
                    <a:pt x="6774020" y="21062"/>
                  </a:lnTo>
                  <a:lnTo>
                    <a:pt x="6867769" y="30980"/>
                  </a:lnTo>
                  <a:lnTo>
                    <a:pt x="6971228" y="43189"/>
                  </a:lnTo>
                  <a:lnTo>
                    <a:pt x="7080629" y="57686"/>
                  </a:lnTo>
                  <a:lnTo>
                    <a:pt x="7192323" y="74433"/>
                  </a:lnTo>
                  <a:lnTo>
                    <a:pt x="7303139" y="93384"/>
                  </a:lnTo>
                  <a:lnTo>
                    <a:pt x="7410591" y="114517"/>
                  </a:lnTo>
                  <a:lnTo>
                    <a:pt x="7512932" y="137856"/>
                  </a:lnTo>
                  <a:lnTo>
                    <a:pt x="7609100" y="163485"/>
                  </a:lnTo>
                  <a:lnTo>
                    <a:pt x="7698611" y="191553"/>
                  </a:lnTo>
                  <a:lnTo>
                    <a:pt x="7781428" y="222279"/>
                  </a:lnTo>
                  <a:lnTo>
                    <a:pt x="7857836" y="255946"/>
                  </a:lnTo>
                  <a:lnTo>
                    <a:pt x="7928338" y="292901"/>
                  </a:lnTo>
                  <a:lnTo>
                    <a:pt x="7993566" y="333535"/>
                  </a:lnTo>
                  <a:lnTo>
                    <a:pt x="8054224" y="378270"/>
                  </a:lnTo>
                  <a:lnTo>
                    <a:pt x="8111036" y="427524"/>
                  </a:lnTo>
                  <a:lnTo>
                    <a:pt x="8164708" y="481662"/>
                  </a:lnTo>
                  <a:lnTo>
                    <a:pt x="8215895" y="540912"/>
                  </a:lnTo>
                  <a:lnTo>
                    <a:pt x="8229629" y="558127"/>
                  </a:lnTo>
                  <a:lnTo>
                    <a:pt x="8271140" y="613593"/>
                  </a:lnTo>
                  <a:lnTo>
                    <a:pt x="8311667" y="672811"/>
                  </a:lnTo>
                  <a:lnTo>
                    <a:pt x="8351456" y="735858"/>
                  </a:lnTo>
                  <a:lnTo>
                    <a:pt x="8390712" y="802759"/>
                  </a:lnTo>
                  <a:lnTo>
                    <a:pt x="8429598" y="873485"/>
                  </a:lnTo>
                  <a:lnTo>
                    <a:pt x="8468248" y="947942"/>
                  </a:lnTo>
                  <a:lnTo>
                    <a:pt x="8506764" y="1025974"/>
                  </a:lnTo>
                  <a:lnTo>
                    <a:pt x="8545224" y="1107355"/>
                  </a:lnTo>
                  <a:lnTo>
                    <a:pt x="8583683" y="1191793"/>
                  </a:lnTo>
                  <a:lnTo>
                    <a:pt x="8622176" y="1278931"/>
                  </a:lnTo>
                  <a:lnTo>
                    <a:pt x="8660719" y="1368349"/>
                  </a:lnTo>
                  <a:lnTo>
                    <a:pt x="8699316" y="1459576"/>
                  </a:lnTo>
                  <a:lnTo>
                    <a:pt x="8737958" y="1552095"/>
                  </a:lnTo>
                  <a:lnTo>
                    <a:pt x="8776628" y="1645359"/>
                  </a:lnTo>
                  <a:lnTo>
                    <a:pt x="8815305" y="1738801"/>
                  </a:lnTo>
                  <a:lnTo>
                    <a:pt x="8853967" y="1831848"/>
                  </a:lnTo>
                  <a:lnTo>
                    <a:pt x="8892593" y="1923941"/>
                  </a:lnTo>
                  <a:lnTo>
                    <a:pt x="8931170" y="2014541"/>
                  </a:lnTo>
                  <a:lnTo>
                    <a:pt x="8969693" y="2103148"/>
                  </a:lnTo>
                  <a:lnTo>
                    <a:pt x="9008170" y="2189308"/>
                  </a:lnTo>
                  <a:lnTo>
                    <a:pt x="9046625" y="2272627"/>
                  </a:lnTo>
                  <a:lnTo>
                    <a:pt x="9085099" y="2352769"/>
                  </a:lnTo>
                  <a:lnTo>
                    <a:pt x="9123655" y="2429469"/>
                  </a:lnTo>
                  <a:lnTo>
                    <a:pt x="9162381" y="2502527"/>
                  </a:lnTo>
                  <a:lnTo>
                    <a:pt x="9201390" y="2571811"/>
                  </a:lnTo>
                  <a:lnTo>
                    <a:pt x="9240826" y="2637252"/>
                  </a:lnTo>
                  <a:lnTo>
                    <a:pt x="9280869" y="2698842"/>
                  </a:lnTo>
                  <a:lnTo>
                    <a:pt x="9321737" y="2756627"/>
                  </a:lnTo>
                  <a:lnTo>
                    <a:pt x="9347647" y="2790637"/>
                  </a:lnTo>
                  <a:lnTo>
                    <a:pt x="9398254" y="2851304"/>
                  </a:lnTo>
                  <a:lnTo>
                    <a:pt x="9451180" y="2906835"/>
                  </a:lnTo>
                  <a:lnTo>
                    <a:pt x="9507058" y="2957402"/>
                  </a:lnTo>
                  <a:lnTo>
                    <a:pt x="9566585" y="3003340"/>
                  </a:lnTo>
                  <a:lnTo>
                    <a:pt x="9630483" y="3045061"/>
                  </a:lnTo>
                  <a:lnTo>
                    <a:pt x="9699466" y="3082987"/>
                  </a:lnTo>
                  <a:lnTo>
                    <a:pt x="9774191" y="3117523"/>
                  </a:lnTo>
                  <a:lnTo>
                    <a:pt x="9855204" y="3149028"/>
                  </a:lnTo>
                  <a:lnTo>
                    <a:pt x="9942860" y="3177803"/>
                  </a:lnTo>
                  <a:lnTo>
                    <a:pt x="10037222" y="3204086"/>
                  </a:lnTo>
                  <a:lnTo>
                    <a:pt x="10137943" y="3228044"/>
                  </a:lnTo>
                  <a:lnTo>
                    <a:pt x="10244131" y="3249780"/>
                  </a:lnTo>
                  <a:lnTo>
                    <a:pt x="10354238" y="3269332"/>
                  </a:lnTo>
                  <a:lnTo>
                    <a:pt x="10465979" y="3286690"/>
                  </a:lnTo>
                  <a:lnTo>
                    <a:pt x="10576361" y="3301811"/>
                  </a:lnTo>
                  <a:lnTo>
                    <a:pt x="10681835" y="3314652"/>
                  </a:lnTo>
                  <a:lnTo>
                    <a:pt x="10778621" y="3325198"/>
                  </a:lnTo>
                  <a:lnTo>
                    <a:pt x="10863169" y="3333493"/>
                  </a:lnTo>
                  <a:lnTo>
                    <a:pt x="10932682" y="3339666"/>
                  </a:lnTo>
                  <a:lnTo>
                    <a:pt x="10985600" y="3343940"/>
                  </a:lnTo>
                  <a:lnTo>
                    <a:pt x="11021912" y="3346615"/>
                  </a:lnTo>
                  <a:lnTo>
                    <a:pt x="11043240" y="3348053"/>
                  </a:lnTo>
                  <a:lnTo>
                    <a:pt x="11052734" y="3348641"/>
                  </a:lnTo>
                  <a:lnTo>
                    <a:pt x="11054868" y="3348763"/>
                  </a:lnTo>
                  <a:lnTo>
                    <a:pt x="11054891" y="3348765"/>
                  </a:lnTo>
                  <a:lnTo>
                    <a:pt x="12049831" y="3348765"/>
                  </a:lnTo>
                  <a:lnTo>
                    <a:pt x="12049831" y="33487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0" name="pl1249"/>
            <p:cNvSpPr/>
            <p:nvPr/>
          </p:nvSpPr>
          <p:spPr>
            <a:xfrm>
              <a:off x="1199187" y="1797372"/>
              <a:ext cx="12049831" cy="3348765"/>
            </a:xfrm>
            <a:custGeom>
              <a:avLst/>
              <a:pathLst>
                <a:path w="12049831" h="3348765">
                  <a:moveTo>
                    <a:pt x="12049831" y="3348765"/>
                  </a:moveTo>
                  <a:lnTo>
                    <a:pt x="11054891" y="3348765"/>
                  </a:lnTo>
                  <a:lnTo>
                    <a:pt x="11053837" y="3348705"/>
                  </a:lnTo>
                  <a:lnTo>
                    <a:pt x="11046868" y="3348284"/>
                  </a:lnTo>
                  <a:lnTo>
                    <a:pt x="11029172" y="3347118"/>
                  </a:lnTo>
                  <a:lnTo>
                    <a:pt x="10997215" y="3344821"/>
                  </a:lnTo>
                  <a:lnTo>
                    <a:pt x="10948937" y="3341021"/>
                  </a:lnTo>
                  <a:lnTo>
                    <a:pt x="10883899" y="3335396"/>
                  </a:lnTo>
                  <a:lnTo>
                    <a:pt x="10803256" y="3327702"/>
                  </a:lnTo>
                  <a:lnTo>
                    <a:pt x="10709508" y="3317784"/>
                  </a:lnTo>
                  <a:lnTo>
                    <a:pt x="10606049" y="3305575"/>
                  </a:lnTo>
                  <a:lnTo>
                    <a:pt x="10496647" y="3291078"/>
                  </a:lnTo>
                  <a:lnTo>
                    <a:pt x="10384954" y="3274331"/>
                  </a:lnTo>
                  <a:lnTo>
                    <a:pt x="10274138" y="3255380"/>
                  </a:lnTo>
                  <a:lnTo>
                    <a:pt x="10166686" y="3234247"/>
                  </a:lnTo>
                  <a:lnTo>
                    <a:pt x="10064345" y="3210908"/>
                  </a:lnTo>
                  <a:lnTo>
                    <a:pt x="9968177" y="3185279"/>
                  </a:lnTo>
                  <a:lnTo>
                    <a:pt x="9878666" y="3157211"/>
                  </a:lnTo>
                  <a:lnTo>
                    <a:pt x="9795849" y="3126486"/>
                  </a:lnTo>
                  <a:lnTo>
                    <a:pt x="9719440" y="3092818"/>
                  </a:lnTo>
                  <a:lnTo>
                    <a:pt x="9648939" y="3055863"/>
                  </a:lnTo>
                  <a:lnTo>
                    <a:pt x="9583710" y="3015229"/>
                  </a:lnTo>
                  <a:lnTo>
                    <a:pt x="9523053" y="2970494"/>
                  </a:lnTo>
                  <a:lnTo>
                    <a:pt x="9466241" y="2921240"/>
                  </a:lnTo>
                  <a:lnTo>
                    <a:pt x="9412569" y="2867102"/>
                  </a:lnTo>
                  <a:lnTo>
                    <a:pt x="9361382" y="2807852"/>
                  </a:lnTo>
                  <a:lnTo>
                    <a:pt x="9347647" y="2790637"/>
                  </a:lnTo>
                  <a:lnTo>
                    <a:pt x="9306136" y="2735171"/>
                  </a:lnTo>
                  <a:lnTo>
                    <a:pt x="9265610" y="2675954"/>
                  </a:lnTo>
                  <a:lnTo>
                    <a:pt x="9225820" y="2612907"/>
                  </a:lnTo>
                  <a:lnTo>
                    <a:pt x="9186565" y="2546005"/>
                  </a:lnTo>
                  <a:lnTo>
                    <a:pt x="9147679" y="2475279"/>
                  </a:lnTo>
                  <a:lnTo>
                    <a:pt x="9109029" y="2400822"/>
                  </a:lnTo>
                  <a:lnTo>
                    <a:pt x="9070513" y="2322791"/>
                  </a:lnTo>
                  <a:lnTo>
                    <a:pt x="9032052" y="2241409"/>
                  </a:lnTo>
                  <a:lnTo>
                    <a:pt x="8993593" y="2156971"/>
                  </a:lnTo>
                  <a:lnTo>
                    <a:pt x="8955100" y="2069834"/>
                  </a:lnTo>
                  <a:lnTo>
                    <a:pt x="8916557" y="1980415"/>
                  </a:lnTo>
                  <a:lnTo>
                    <a:pt x="8877960" y="1889189"/>
                  </a:lnTo>
                  <a:lnTo>
                    <a:pt x="8839319" y="1796669"/>
                  </a:lnTo>
                  <a:lnTo>
                    <a:pt x="8800648" y="1703405"/>
                  </a:lnTo>
                  <a:lnTo>
                    <a:pt x="8761971" y="1609964"/>
                  </a:lnTo>
                  <a:lnTo>
                    <a:pt x="8723310" y="1516916"/>
                  </a:lnTo>
                  <a:lnTo>
                    <a:pt x="8684684" y="1424823"/>
                  </a:lnTo>
                  <a:lnTo>
                    <a:pt x="8646106" y="1334223"/>
                  </a:lnTo>
                  <a:lnTo>
                    <a:pt x="8607583" y="1245616"/>
                  </a:lnTo>
                  <a:lnTo>
                    <a:pt x="8569106" y="1159456"/>
                  </a:lnTo>
                  <a:lnTo>
                    <a:pt x="8530652" y="1076137"/>
                  </a:lnTo>
                  <a:lnTo>
                    <a:pt x="8492178" y="995995"/>
                  </a:lnTo>
                  <a:lnTo>
                    <a:pt x="8453621" y="919295"/>
                  </a:lnTo>
                  <a:lnTo>
                    <a:pt x="8414896" y="846237"/>
                  </a:lnTo>
                  <a:lnTo>
                    <a:pt x="8375887" y="776953"/>
                  </a:lnTo>
                  <a:lnTo>
                    <a:pt x="8336451" y="711512"/>
                  </a:lnTo>
                  <a:lnTo>
                    <a:pt x="8296408" y="649922"/>
                  </a:lnTo>
                  <a:lnTo>
                    <a:pt x="8255540" y="592137"/>
                  </a:lnTo>
                  <a:lnTo>
                    <a:pt x="8229629" y="558127"/>
                  </a:lnTo>
                  <a:lnTo>
                    <a:pt x="8179023" y="497460"/>
                  </a:lnTo>
                  <a:lnTo>
                    <a:pt x="8126097" y="441929"/>
                  </a:lnTo>
                  <a:lnTo>
                    <a:pt x="8070218" y="391363"/>
                  </a:lnTo>
                  <a:lnTo>
                    <a:pt x="8010691" y="345424"/>
                  </a:lnTo>
                  <a:lnTo>
                    <a:pt x="7946793" y="303704"/>
                  </a:lnTo>
                  <a:lnTo>
                    <a:pt x="7877811" y="265777"/>
                  </a:lnTo>
                  <a:lnTo>
                    <a:pt x="7803086" y="231241"/>
                  </a:lnTo>
                  <a:lnTo>
                    <a:pt x="7722072" y="199736"/>
                  </a:lnTo>
                  <a:lnTo>
                    <a:pt x="7634416" y="170961"/>
                  </a:lnTo>
                  <a:lnTo>
                    <a:pt x="7540054" y="144679"/>
                  </a:lnTo>
                  <a:lnTo>
                    <a:pt x="7439334" y="120720"/>
                  </a:lnTo>
                  <a:lnTo>
                    <a:pt x="7333145" y="98984"/>
                  </a:lnTo>
                  <a:lnTo>
                    <a:pt x="7223039" y="79432"/>
                  </a:lnTo>
                  <a:lnTo>
                    <a:pt x="7111297" y="62075"/>
                  </a:lnTo>
                  <a:lnTo>
                    <a:pt x="7000916" y="46953"/>
                  </a:lnTo>
                  <a:lnTo>
                    <a:pt x="6895442" y="34112"/>
                  </a:lnTo>
                  <a:lnTo>
                    <a:pt x="6798655" y="23567"/>
                  </a:lnTo>
                  <a:lnTo>
                    <a:pt x="6714108" y="15272"/>
                  </a:lnTo>
                  <a:lnTo>
                    <a:pt x="6644595" y="9098"/>
                  </a:lnTo>
                  <a:lnTo>
                    <a:pt x="6591676" y="4825"/>
                  </a:lnTo>
                  <a:lnTo>
                    <a:pt x="6555364" y="2149"/>
                  </a:lnTo>
                  <a:lnTo>
                    <a:pt x="6534036" y="711"/>
                  </a:lnTo>
                  <a:lnTo>
                    <a:pt x="6524543" y="123"/>
                  </a:lnTo>
                  <a:lnTo>
                    <a:pt x="6522408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2" y="52"/>
                  </a:lnTo>
                  <a:lnTo>
                    <a:pt x="5519284" y="426"/>
                  </a:lnTo>
                  <a:lnTo>
                    <a:pt x="5501294" y="1460"/>
                  </a:lnTo>
                  <a:lnTo>
                    <a:pt x="5468826" y="3499"/>
                  </a:lnTo>
                  <a:lnTo>
                    <a:pt x="5419815" y="6870"/>
                  </a:lnTo>
                  <a:lnTo>
                    <a:pt x="5353861" y="11857"/>
                  </a:lnTo>
                  <a:lnTo>
                    <a:pt x="5272188" y="18676"/>
                  </a:lnTo>
                  <a:lnTo>
                    <a:pt x="5177381" y="27461"/>
                  </a:lnTo>
                  <a:lnTo>
                    <a:pt x="5072926" y="38266"/>
                  </a:lnTo>
                  <a:lnTo>
                    <a:pt x="4962660" y="51089"/>
                  </a:lnTo>
                  <a:lnTo>
                    <a:pt x="4850279" y="65893"/>
                  </a:lnTo>
                  <a:lnTo>
                    <a:pt x="4738971" y="82638"/>
                  </a:lnTo>
                  <a:lnTo>
                    <a:pt x="4631215" y="101309"/>
                  </a:lnTo>
                  <a:lnTo>
                    <a:pt x="4528735" y="121929"/>
                  </a:lnTo>
                  <a:lnTo>
                    <a:pt x="4432561" y="144577"/>
                  </a:lnTo>
                  <a:lnTo>
                    <a:pt x="4343141" y="169391"/>
                  </a:lnTo>
                  <a:lnTo>
                    <a:pt x="4260479" y="196570"/>
                  </a:lnTo>
                  <a:lnTo>
                    <a:pt x="4184259" y="226372"/>
                  </a:lnTo>
                  <a:lnTo>
                    <a:pt x="4113952" y="259108"/>
                  </a:lnTo>
                  <a:lnTo>
                    <a:pt x="4048904" y="295129"/>
                  </a:lnTo>
                  <a:lnTo>
                    <a:pt x="3988394" y="334812"/>
                  </a:lnTo>
                  <a:lnTo>
                    <a:pt x="3931686" y="378524"/>
                  </a:lnTo>
                  <a:lnTo>
                    <a:pt x="3878065" y="426578"/>
                  </a:lnTo>
                  <a:lnTo>
                    <a:pt x="3826875" y="479153"/>
                  </a:lnTo>
                  <a:lnTo>
                    <a:pt x="3820202" y="486505"/>
                  </a:lnTo>
                  <a:lnTo>
                    <a:pt x="3776449" y="537594"/>
                  </a:lnTo>
                  <a:lnTo>
                    <a:pt x="3733775" y="592326"/>
                  </a:lnTo>
                  <a:lnTo>
                    <a:pt x="3691895" y="650777"/>
                  </a:lnTo>
                  <a:lnTo>
                    <a:pt x="3650576" y="712963"/>
                  </a:lnTo>
                  <a:lnTo>
                    <a:pt x="3609633" y="778844"/>
                  </a:lnTo>
                  <a:lnTo>
                    <a:pt x="3568920" y="848307"/>
                  </a:lnTo>
                  <a:lnTo>
                    <a:pt x="3528323" y="921171"/>
                  </a:lnTo>
                  <a:lnTo>
                    <a:pt x="3487763" y="997181"/>
                  </a:lnTo>
                  <a:lnTo>
                    <a:pt x="3447185" y="1076012"/>
                  </a:lnTo>
                  <a:lnTo>
                    <a:pt x="3406558" y="1157266"/>
                  </a:lnTo>
                  <a:lnTo>
                    <a:pt x="3365871" y="1240487"/>
                  </a:lnTo>
                  <a:lnTo>
                    <a:pt x="3325130" y="1325165"/>
                  </a:lnTo>
                  <a:lnTo>
                    <a:pt x="3284350" y="1410749"/>
                  </a:lnTo>
                  <a:lnTo>
                    <a:pt x="3243555" y="1496665"/>
                  </a:lnTo>
                  <a:lnTo>
                    <a:pt x="3202771" y="1582328"/>
                  </a:lnTo>
                  <a:lnTo>
                    <a:pt x="3162023" y="1667161"/>
                  </a:lnTo>
                  <a:lnTo>
                    <a:pt x="3121329" y="1750610"/>
                  </a:lnTo>
                  <a:lnTo>
                    <a:pt x="3080694" y="1832158"/>
                  </a:lnTo>
                  <a:lnTo>
                    <a:pt x="3040111" y="1911341"/>
                  </a:lnTo>
                  <a:lnTo>
                    <a:pt x="2999551" y="1987754"/>
                  </a:lnTo>
                  <a:lnTo>
                    <a:pt x="2958963" y="2061061"/>
                  </a:lnTo>
                  <a:lnTo>
                    <a:pt x="2918271" y="2130996"/>
                  </a:lnTo>
                  <a:lnTo>
                    <a:pt x="2877367" y="2197369"/>
                  </a:lnTo>
                  <a:lnTo>
                    <a:pt x="2836110" y="2260059"/>
                  </a:lnTo>
                  <a:lnTo>
                    <a:pt x="2794318" y="2319016"/>
                  </a:lnTo>
                  <a:lnTo>
                    <a:pt x="2751767" y="2374248"/>
                  </a:lnTo>
                  <a:lnTo>
                    <a:pt x="2708179" y="2425823"/>
                  </a:lnTo>
                  <a:lnTo>
                    <a:pt x="2702183" y="2432527"/>
                  </a:lnTo>
                  <a:lnTo>
                    <a:pt x="2651273" y="2485707"/>
                  </a:lnTo>
                  <a:lnTo>
                    <a:pt x="2598012" y="2534357"/>
                  </a:lnTo>
                  <a:lnTo>
                    <a:pt x="2541756" y="2578632"/>
                  </a:lnTo>
                  <a:lnTo>
                    <a:pt x="2481795" y="2618832"/>
                  </a:lnTo>
                  <a:lnTo>
                    <a:pt x="2417394" y="2655319"/>
                  </a:lnTo>
                  <a:lnTo>
                    <a:pt x="2347829" y="2688472"/>
                  </a:lnTo>
                  <a:lnTo>
                    <a:pt x="2272431" y="2718647"/>
                  </a:lnTo>
                  <a:lnTo>
                    <a:pt x="2190652" y="2746159"/>
                  </a:lnTo>
                  <a:lnTo>
                    <a:pt x="2102141" y="2771276"/>
                  </a:lnTo>
                  <a:lnTo>
                    <a:pt x="2006853" y="2794203"/>
                  </a:lnTo>
                  <a:lnTo>
                    <a:pt x="1905168" y="2815088"/>
                  </a:lnTo>
                  <a:lnTo>
                    <a:pt x="1798032" y="2834016"/>
                  </a:lnTo>
                  <a:lnTo>
                    <a:pt x="1687071" y="2851018"/>
                  </a:lnTo>
                  <a:lnTo>
                    <a:pt x="1574663" y="2866083"/>
                  </a:lnTo>
                  <a:lnTo>
                    <a:pt x="1463910" y="2879173"/>
                  </a:lnTo>
                  <a:lnTo>
                    <a:pt x="1358456" y="2890248"/>
                  </a:lnTo>
                  <a:lnTo>
                    <a:pt x="1262149" y="2899300"/>
                  </a:lnTo>
                  <a:lnTo>
                    <a:pt x="1178550" y="2906375"/>
                  </a:lnTo>
                  <a:lnTo>
                    <a:pt x="1110395" y="2911596"/>
                  </a:lnTo>
                  <a:lnTo>
                    <a:pt x="1059112" y="2915168"/>
                  </a:lnTo>
                  <a:lnTo>
                    <a:pt x="1024522" y="2917366"/>
                  </a:lnTo>
                  <a:lnTo>
                    <a:pt x="1004777" y="2918514"/>
                  </a:lnTo>
                  <a:lnTo>
                    <a:pt x="996491" y="2918956"/>
                  </a:lnTo>
                  <a:lnTo>
                    <a:pt x="994942" y="2919033"/>
                  </a:lnTo>
                  <a:lnTo>
                    <a:pt x="994940" y="2919033"/>
                  </a:lnTo>
                  <a:lnTo>
                    <a:pt x="0" y="2919033"/>
                  </a:lnTo>
                  <a:lnTo>
                    <a:pt x="0" y="29190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1" name="pg1250"/>
            <p:cNvSpPr/>
            <p:nvPr/>
          </p:nvSpPr>
          <p:spPr>
            <a:xfrm>
              <a:off x="1199187" y="3332878"/>
              <a:ext cx="12049831" cy="1509302"/>
            </a:xfrm>
            <a:custGeom>
              <a:avLst/>
              <a:pathLst>
                <a:path w="12049831" h="1509302">
                  <a:moveTo>
                    <a:pt x="0" y="1509302"/>
                  </a:moveTo>
                  <a:lnTo>
                    <a:pt x="994940" y="1509302"/>
                  </a:lnTo>
                  <a:lnTo>
                    <a:pt x="996066" y="1509281"/>
                  </a:lnTo>
                  <a:lnTo>
                    <a:pt x="1003500" y="1509128"/>
                  </a:lnTo>
                  <a:lnTo>
                    <a:pt x="1022344" y="1508707"/>
                  </a:lnTo>
                  <a:lnTo>
                    <a:pt x="1056291" y="1507876"/>
                  </a:lnTo>
                  <a:lnTo>
                    <a:pt x="1107412" y="1506502"/>
                  </a:lnTo>
                  <a:lnTo>
                    <a:pt x="1175997" y="1504473"/>
                  </a:lnTo>
                  <a:lnTo>
                    <a:pt x="1260614" y="1501703"/>
                  </a:lnTo>
                  <a:lnTo>
                    <a:pt x="1358419" y="1498141"/>
                  </a:lnTo>
                  <a:lnTo>
                    <a:pt x="1465678" y="1493768"/>
                  </a:lnTo>
                  <a:lnTo>
                    <a:pt x="1578351" y="1488589"/>
                  </a:lnTo>
                  <a:lnTo>
                    <a:pt x="1692620" y="1482618"/>
                  </a:lnTo>
                  <a:lnTo>
                    <a:pt x="1805256" y="1475871"/>
                  </a:lnTo>
                  <a:lnTo>
                    <a:pt x="1913806" y="1468352"/>
                  </a:lnTo>
                  <a:lnTo>
                    <a:pt x="2016617" y="1460047"/>
                  </a:lnTo>
                  <a:lnTo>
                    <a:pt x="2112757" y="1450918"/>
                  </a:lnTo>
                  <a:lnTo>
                    <a:pt x="2201878" y="1440904"/>
                  </a:lnTo>
                  <a:lnTo>
                    <a:pt x="2284076" y="1429916"/>
                  </a:lnTo>
                  <a:lnTo>
                    <a:pt x="2359753" y="1417844"/>
                  </a:lnTo>
                  <a:lnTo>
                    <a:pt x="2429510" y="1404555"/>
                  </a:lnTo>
                  <a:lnTo>
                    <a:pt x="2494063" y="1389902"/>
                  </a:lnTo>
                  <a:lnTo>
                    <a:pt x="2554179" y="1373732"/>
                  </a:lnTo>
                  <a:lnTo>
                    <a:pt x="2610628" y="1355900"/>
                  </a:lnTo>
                  <a:lnTo>
                    <a:pt x="2664144" y="1336293"/>
                  </a:lnTo>
                  <a:lnTo>
                    <a:pt x="2702183" y="1320639"/>
                  </a:lnTo>
                  <a:lnTo>
                    <a:pt x="2758405" y="1294821"/>
                  </a:lnTo>
                  <a:lnTo>
                    <a:pt x="2812973" y="1266637"/>
                  </a:lnTo>
                  <a:lnTo>
                    <a:pt x="2866450" y="1236045"/>
                  </a:lnTo>
                  <a:lnTo>
                    <a:pt x="2919262" y="1203065"/>
                  </a:lnTo>
                  <a:lnTo>
                    <a:pt x="2971723" y="1167792"/>
                  </a:lnTo>
                  <a:lnTo>
                    <a:pt x="3024052" y="1130395"/>
                  </a:lnTo>
                  <a:lnTo>
                    <a:pt x="3076390" y="1091122"/>
                  </a:lnTo>
                  <a:lnTo>
                    <a:pt x="3128808" y="1050296"/>
                  </a:lnTo>
                  <a:lnTo>
                    <a:pt x="3181324" y="1008304"/>
                  </a:lnTo>
                  <a:lnTo>
                    <a:pt x="3233916" y="965586"/>
                  </a:lnTo>
                  <a:lnTo>
                    <a:pt x="3286536" y="922618"/>
                  </a:lnTo>
                  <a:lnTo>
                    <a:pt x="3339130" y="879883"/>
                  </a:lnTo>
                  <a:lnTo>
                    <a:pt x="3391650" y="837856"/>
                  </a:lnTo>
                  <a:lnTo>
                    <a:pt x="3444071" y="796979"/>
                  </a:lnTo>
                  <a:lnTo>
                    <a:pt x="3496411" y="757643"/>
                  </a:lnTo>
                  <a:lnTo>
                    <a:pt x="3548739" y="720172"/>
                  </a:lnTo>
                  <a:lnTo>
                    <a:pt x="3601191" y="684818"/>
                  </a:lnTo>
                  <a:lnTo>
                    <a:pt x="3653985" y="651752"/>
                  </a:lnTo>
                  <a:lnTo>
                    <a:pt x="3707431" y="621071"/>
                  </a:lnTo>
                  <a:lnTo>
                    <a:pt x="3761950" y="592799"/>
                  </a:lnTo>
                  <a:lnTo>
                    <a:pt x="3818099" y="566895"/>
                  </a:lnTo>
                  <a:lnTo>
                    <a:pt x="3820202" y="565988"/>
                  </a:lnTo>
                  <a:lnTo>
                    <a:pt x="3871977" y="545037"/>
                  </a:lnTo>
                  <a:lnTo>
                    <a:pt x="3926191" y="525902"/>
                  </a:lnTo>
                  <a:lnTo>
                    <a:pt x="3983525" y="508516"/>
                  </a:lnTo>
                  <a:lnTo>
                    <a:pt x="4044726" y="492757"/>
                  </a:lnTo>
                  <a:lnTo>
                    <a:pt x="4110566" y="478475"/>
                  </a:lnTo>
                  <a:lnTo>
                    <a:pt x="4181804" y="465518"/>
                  </a:lnTo>
                  <a:lnTo>
                    <a:pt x="4259132" y="453741"/>
                  </a:lnTo>
                  <a:lnTo>
                    <a:pt x="4343110" y="443017"/>
                  </a:lnTo>
                  <a:lnTo>
                    <a:pt x="4434071" y="433242"/>
                  </a:lnTo>
                  <a:lnTo>
                    <a:pt x="4532008" y="424333"/>
                  </a:lnTo>
                  <a:lnTo>
                    <a:pt x="4636436" y="416236"/>
                  </a:lnTo>
                  <a:lnTo>
                    <a:pt x="4746244" y="408919"/>
                  </a:lnTo>
                  <a:lnTo>
                    <a:pt x="4859577" y="402374"/>
                  </a:lnTo>
                  <a:lnTo>
                    <a:pt x="4973768" y="396608"/>
                  </a:lnTo>
                  <a:lnTo>
                    <a:pt x="5085412" y="391638"/>
                  </a:lnTo>
                  <a:lnTo>
                    <a:pt x="5190590" y="387478"/>
                  </a:lnTo>
                  <a:lnTo>
                    <a:pt x="5285285" y="384126"/>
                  </a:lnTo>
                  <a:lnTo>
                    <a:pt x="5365938" y="381555"/>
                  </a:lnTo>
                  <a:lnTo>
                    <a:pt x="5430033" y="379707"/>
                  </a:lnTo>
                  <a:lnTo>
                    <a:pt x="5476566" y="378487"/>
                  </a:lnTo>
                  <a:lnTo>
                    <a:pt x="5506298" y="377777"/>
                  </a:lnTo>
                  <a:lnTo>
                    <a:pt x="5521744" y="377439"/>
                  </a:lnTo>
                  <a:lnTo>
                    <a:pt x="5526985" y="377334"/>
                  </a:lnTo>
                  <a:lnTo>
                    <a:pt x="5527445" y="377325"/>
                  </a:lnTo>
                  <a:lnTo>
                    <a:pt x="6522385" y="377325"/>
                  </a:lnTo>
                  <a:lnTo>
                    <a:pt x="6523521" y="377318"/>
                  </a:lnTo>
                  <a:lnTo>
                    <a:pt x="6531013" y="377267"/>
                  </a:lnTo>
                  <a:lnTo>
                    <a:pt x="6550000" y="377128"/>
                  </a:lnTo>
                  <a:lnTo>
                    <a:pt x="6584196" y="376852"/>
                  </a:lnTo>
                  <a:lnTo>
                    <a:pt x="6635671" y="376397"/>
                  </a:lnTo>
                  <a:lnTo>
                    <a:pt x="6704696" y="375725"/>
                  </a:lnTo>
                  <a:lnTo>
                    <a:pt x="6789802" y="374808"/>
                  </a:lnTo>
                  <a:lnTo>
                    <a:pt x="6888103" y="373628"/>
                  </a:lnTo>
                  <a:lnTo>
                    <a:pt x="6995823" y="372181"/>
                  </a:lnTo>
                  <a:lnTo>
                    <a:pt x="7108887" y="370467"/>
                  </a:lnTo>
                  <a:lnTo>
                    <a:pt x="7223459" y="368492"/>
                  </a:lnTo>
                  <a:lnTo>
                    <a:pt x="7336305" y="366260"/>
                  </a:lnTo>
                  <a:lnTo>
                    <a:pt x="7444977" y="363773"/>
                  </a:lnTo>
                  <a:lnTo>
                    <a:pt x="7547834" y="361026"/>
                  </a:lnTo>
                  <a:lnTo>
                    <a:pt x="7643961" y="358006"/>
                  </a:lnTo>
                  <a:lnTo>
                    <a:pt x="7733028" y="354693"/>
                  </a:lnTo>
                  <a:lnTo>
                    <a:pt x="7815145" y="351056"/>
                  </a:lnTo>
                  <a:lnTo>
                    <a:pt x="7890731" y="347059"/>
                  </a:lnTo>
                  <a:lnTo>
                    <a:pt x="7960398" y="342658"/>
                  </a:lnTo>
                  <a:lnTo>
                    <a:pt x="8024872" y="337803"/>
                  </a:lnTo>
                  <a:lnTo>
                    <a:pt x="8084927" y="332444"/>
                  </a:lnTo>
                  <a:lnTo>
                    <a:pt x="8141338" y="326534"/>
                  </a:lnTo>
                  <a:lnTo>
                    <a:pt x="8194842" y="320035"/>
                  </a:lnTo>
                  <a:lnTo>
                    <a:pt x="8229629" y="315311"/>
                  </a:lnTo>
                  <a:lnTo>
                    <a:pt x="8290560" y="306065"/>
                  </a:lnTo>
                  <a:lnTo>
                    <a:pt x="8349604" y="295901"/>
                  </a:lnTo>
                  <a:lnTo>
                    <a:pt x="8407457" y="284805"/>
                  </a:lnTo>
                  <a:lnTo>
                    <a:pt x="8464631" y="272791"/>
                  </a:lnTo>
                  <a:lnTo>
                    <a:pt x="8521489" y="259909"/>
                  </a:lnTo>
                  <a:lnTo>
                    <a:pt x="8578273" y="246242"/>
                  </a:lnTo>
                  <a:lnTo>
                    <a:pt x="8635117" y="231910"/>
                  </a:lnTo>
                  <a:lnTo>
                    <a:pt x="8692075" y="217064"/>
                  </a:lnTo>
                  <a:lnTo>
                    <a:pt x="8749133" y="201881"/>
                  </a:lnTo>
                  <a:lnTo>
                    <a:pt x="8806240" y="186557"/>
                  </a:lnTo>
                  <a:lnTo>
                    <a:pt x="8863324" y="171296"/>
                  </a:lnTo>
                  <a:lnTo>
                    <a:pt x="8920324" y="156299"/>
                  </a:lnTo>
                  <a:lnTo>
                    <a:pt x="8977210" y="141750"/>
                  </a:lnTo>
                  <a:lnTo>
                    <a:pt x="9034006" y="127812"/>
                  </a:lnTo>
                  <a:lnTo>
                    <a:pt x="9090813" y="114617"/>
                  </a:lnTo>
                  <a:lnTo>
                    <a:pt x="9147830" y="102262"/>
                  </a:lnTo>
                  <a:lnTo>
                    <a:pt x="9205371" y="90811"/>
                  </a:lnTo>
                  <a:lnTo>
                    <a:pt x="9263887" y="80289"/>
                  </a:lnTo>
                  <a:lnTo>
                    <a:pt x="9323998" y="70694"/>
                  </a:lnTo>
                  <a:lnTo>
                    <a:pt x="9347647" y="67254"/>
                  </a:lnTo>
                  <a:lnTo>
                    <a:pt x="9399566" y="60350"/>
                  </a:lnTo>
                  <a:lnTo>
                    <a:pt x="9453939" y="54045"/>
                  </a:lnTo>
                  <a:lnTo>
                    <a:pt x="9511452" y="48319"/>
                  </a:lnTo>
                  <a:lnTo>
                    <a:pt x="9572858" y="43130"/>
                  </a:lnTo>
                  <a:lnTo>
                    <a:pt x="9638938" y="38428"/>
                  </a:lnTo>
                  <a:lnTo>
                    <a:pt x="9710456" y="34164"/>
                  </a:lnTo>
                  <a:lnTo>
                    <a:pt x="9788107" y="30288"/>
                  </a:lnTo>
                  <a:lnTo>
                    <a:pt x="9872452" y="26761"/>
                  </a:lnTo>
                  <a:lnTo>
                    <a:pt x="9963822" y="23545"/>
                  </a:lnTo>
                  <a:lnTo>
                    <a:pt x="10062200" y="20616"/>
                  </a:lnTo>
                  <a:lnTo>
                    <a:pt x="10167082" y="17955"/>
                  </a:lnTo>
                  <a:lnTo>
                    <a:pt x="10277331" y="15551"/>
                  </a:lnTo>
                  <a:lnTo>
                    <a:pt x="10391046" y="13403"/>
                  </a:lnTo>
                  <a:lnTo>
                    <a:pt x="10505518" y="11512"/>
                  </a:lnTo>
                  <a:lnTo>
                    <a:pt x="10617285" y="9884"/>
                  </a:lnTo>
                  <a:lnTo>
                    <a:pt x="10722385" y="8524"/>
                  </a:lnTo>
                  <a:lnTo>
                    <a:pt x="10816776" y="7431"/>
                  </a:lnTo>
                  <a:lnTo>
                    <a:pt x="10896907" y="6596"/>
                  </a:lnTo>
                  <a:lnTo>
                    <a:pt x="10960303" y="5998"/>
                  </a:lnTo>
                  <a:lnTo>
                    <a:pt x="11006038" y="5606"/>
                  </a:lnTo>
                  <a:lnTo>
                    <a:pt x="11034974" y="5379"/>
                  </a:lnTo>
                  <a:lnTo>
                    <a:pt x="11049741" y="5274"/>
                  </a:lnTo>
                  <a:lnTo>
                    <a:pt x="11054536" y="524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6" y="7"/>
                  </a:lnTo>
                  <a:lnTo>
                    <a:pt x="11046263" y="57"/>
                  </a:lnTo>
                  <a:lnTo>
                    <a:pt x="11027276" y="197"/>
                  </a:lnTo>
                  <a:lnTo>
                    <a:pt x="10993080" y="472"/>
                  </a:lnTo>
                  <a:lnTo>
                    <a:pt x="10941605" y="927"/>
                  </a:lnTo>
                  <a:lnTo>
                    <a:pt x="10872581" y="1600"/>
                  </a:lnTo>
                  <a:lnTo>
                    <a:pt x="10787475" y="2517"/>
                  </a:lnTo>
                  <a:lnTo>
                    <a:pt x="10689173" y="3696"/>
                  </a:lnTo>
                  <a:lnTo>
                    <a:pt x="10581454" y="5144"/>
                  </a:lnTo>
                  <a:lnTo>
                    <a:pt x="10468389" y="6858"/>
                  </a:lnTo>
                  <a:lnTo>
                    <a:pt x="10353817" y="8833"/>
                  </a:lnTo>
                  <a:lnTo>
                    <a:pt x="10240972" y="11065"/>
                  </a:lnTo>
                  <a:lnTo>
                    <a:pt x="10132300" y="13552"/>
                  </a:lnTo>
                  <a:lnTo>
                    <a:pt x="10029442" y="16299"/>
                  </a:lnTo>
                  <a:lnTo>
                    <a:pt x="9933316" y="19318"/>
                  </a:lnTo>
                  <a:lnTo>
                    <a:pt x="9844249" y="22632"/>
                  </a:lnTo>
                  <a:lnTo>
                    <a:pt x="9762131" y="26269"/>
                  </a:lnTo>
                  <a:lnTo>
                    <a:pt x="9686545" y="30265"/>
                  </a:lnTo>
                  <a:lnTo>
                    <a:pt x="9616878" y="34667"/>
                  </a:lnTo>
                  <a:lnTo>
                    <a:pt x="9552404" y="39521"/>
                  </a:lnTo>
                  <a:lnTo>
                    <a:pt x="9492350" y="44880"/>
                  </a:lnTo>
                  <a:lnTo>
                    <a:pt x="9435938" y="50791"/>
                  </a:lnTo>
                  <a:lnTo>
                    <a:pt x="9382435" y="57290"/>
                  </a:lnTo>
                  <a:lnTo>
                    <a:pt x="9347647" y="62014"/>
                  </a:lnTo>
                  <a:lnTo>
                    <a:pt x="9286716" y="71260"/>
                  </a:lnTo>
                  <a:lnTo>
                    <a:pt x="9227672" y="81424"/>
                  </a:lnTo>
                  <a:lnTo>
                    <a:pt x="9169819" y="92520"/>
                  </a:lnTo>
                  <a:lnTo>
                    <a:pt x="9112646" y="104534"/>
                  </a:lnTo>
                  <a:lnTo>
                    <a:pt x="9055787" y="117416"/>
                  </a:lnTo>
                  <a:lnTo>
                    <a:pt x="8999004" y="131082"/>
                  </a:lnTo>
                  <a:lnTo>
                    <a:pt x="8942159" y="145415"/>
                  </a:lnTo>
                  <a:lnTo>
                    <a:pt x="8885202" y="160261"/>
                  </a:lnTo>
                  <a:lnTo>
                    <a:pt x="8828143" y="175444"/>
                  </a:lnTo>
                  <a:lnTo>
                    <a:pt x="8771037" y="190768"/>
                  </a:lnTo>
                  <a:lnTo>
                    <a:pt x="8713952" y="206028"/>
                  </a:lnTo>
                  <a:lnTo>
                    <a:pt x="8656952" y="221026"/>
                  </a:lnTo>
                  <a:lnTo>
                    <a:pt x="8600066" y="235575"/>
                  </a:lnTo>
                  <a:lnTo>
                    <a:pt x="8543271" y="249513"/>
                  </a:lnTo>
                  <a:lnTo>
                    <a:pt x="8486463" y="262708"/>
                  </a:lnTo>
                  <a:lnTo>
                    <a:pt x="8429446" y="275062"/>
                  </a:lnTo>
                  <a:lnTo>
                    <a:pt x="8371906" y="286514"/>
                  </a:lnTo>
                  <a:lnTo>
                    <a:pt x="8313390" y="297036"/>
                  </a:lnTo>
                  <a:lnTo>
                    <a:pt x="8253278" y="306630"/>
                  </a:lnTo>
                  <a:lnTo>
                    <a:pt x="8229629" y="310070"/>
                  </a:lnTo>
                  <a:lnTo>
                    <a:pt x="8177711" y="316975"/>
                  </a:lnTo>
                  <a:lnTo>
                    <a:pt x="8123338" y="323279"/>
                  </a:lnTo>
                  <a:lnTo>
                    <a:pt x="8065825" y="329006"/>
                  </a:lnTo>
                  <a:lnTo>
                    <a:pt x="8004418" y="334195"/>
                  </a:lnTo>
                  <a:lnTo>
                    <a:pt x="7938338" y="338897"/>
                  </a:lnTo>
                  <a:lnTo>
                    <a:pt x="7866821" y="343161"/>
                  </a:lnTo>
                  <a:lnTo>
                    <a:pt x="7789170" y="347036"/>
                  </a:lnTo>
                  <a:lnTo>
                    <a:pt x="7704825" y="350564"/>
                  </a:lnTo>
                  <a:lnTo>
                    <a:pt x="7613455" y="353779"/>
                  </a:lnTo>
                  <a:lnTo>
                    <a:pt x="7515076" y="356708"/>
                  </a:lnTo>
                  <a:lnTo>
                    <a:pt x="7410194" y="359370"/>
                  </a:lnTo>
                  <a:lnTo>
                    <a:pt x="7299946" y="361773"/>
                  </a:lnTo>
                  <a:lnTo>
                    <a:pt x="7186230" y="363922"/>
                  </a:lnTo>
                  <a:lnTo>
                    <a:pt x="7071759" y="365813"/>
                  </a:lnTo>
                  <a:lnTo>
                    <a:pt x="6959992" y="367441"/>
                  </a:lnTo>
                  <a:lnTo>
                    <a:pt x="6854892" y="368801"/>
                  </a:lnTo>
                  <a:lnTo>
                    <a:pt x="6760500" y="369894"/>
                  </a:lnTo>
                  <a:lnTo>
                    <a:pt x="6680369" y="370729"/>
                  </a:lnTo>
                  <a:lnTo>
                    <a:pt x="6616974" y="371327"/>
                  </a:lnTo>
                  <a:lnTo>
                    <a:pt x="6571239" y="371719"/>
                  </a:lnTo>
                  <a:lnTo>
                    <a:pt x="6542303" y="371945"/>
                  </a:lnTo>
                  <a:lnTo>
                    <a:pt x="6527536" y="372051"/>
                  </a:lnTo>
                  <a:lnTo>
                    <a:pt x="6522740" y="372082"/>
                  </a:lnTo>
                  <a:lnTo>
                    <a:pt x="6522385" y="372085"/>
                  </a:lnTo>
                  <a:lnTo>
                    <a:pt x="5527445" y="372085"/>
                  </a:lnTo>
                  <a:lnTo>
                    <a:pt x="5526319" y="372106"/>
                  </a:lnTo>
                  <a:lnTo>
                    <a:pt x="5518885" y="372259"/>
                  </a:lnTo>
                  <a:lnTo>
                    <a:pt x="5500041" y="372680"/>
                  </a:lnTo>
                  <a:lnTo>
                    <a:pt x="5466094" y="373511"/>
                  </a:lnTo>
                  <a:lnTo>
                    <a:pt x="5414973" y="374884"/>
                  </a:lnTo>
                  <a:lnTo>
                    <a:pt x="5346388" y="376914"/>
                  </a:lnTo>
                  <a:lnTo>
                    <a:pt x="5261771" y="379684"/>
                  </a:lnTo>
                  <a:lnTo>
                    <a:pt x="5163966" y="383246"/>
                  </a:lnTo>
                  <a:lnTo>
                    <a:pt x="5056707" y="387618"/>
                  </a:lnTo>
                  <a:lnTo>
                    <a:pt x="4944034" y="392798"/>
                  </a:lnTo>
                  <a:lnTo>
                    <a:pt x="4829765" y="398769"/>
                  </a:lnTo>
                  <a:lnTo>
                    <a:pt x="4717129" y="405516"/>
                  </a:lnTo>
                  <a:lnTo>
                    <a:pt x="4608579" y="413035"/>
                  </a:lnTo>
                  <a:lnTo>
                    <a:pt x="4505768" y="421340"/>
                  </a:lnTo>
                  <a:lnTo>
                    <a:pt x="4409628" y="430468"/>
                  </a:lnTo>
                  <a:lnTo>
                    <a:pt x="4320507" y="440483"/>
                  </a:lnTo>
                  <a:lnTo>
                    <a:pt x="4238309" y="451470"/>
                  </a:lnTo>
                  <a:lnTo>
                    <a:pt x="4162632" y="463543"/>
                  </a:lnTo>
                  <a:lnTo>
                    <a:pt x="4092875" y="476832"/>
                  </a:lnTo>
                  <a:lnTo>
                    <a:pt x="4028322" y="491484"/>
                  </a:lnTo>
                  <a:lnTo>
                    <a:pt x="3968206" y="507654"/>
                  </a:lnTo>
                  <a:lnTo>
                    <a:pt x="3911757" y="525487"/>
                  </a:lnTo>
                  <a:lnTo>
                    <a:pt x="3858241" y="545094"/>
                  </a:lnTo>
                  <a:lnTo>
                    <a:pt x="3820202" y="560747"/>
                  </a:lnTo>
                  <a:lnTo>
                    <a:pt x="3763980" y="586565"/>
                  </a:lnTo>
                  <a:lnTo>
                    <a:pt x="3709412" y="614749"/>
                  </a:lnTo>
                  <a:lnTo>
                    <a:pt x="3655935" y="645342"/>
                  </a:lnTo>
                  <a:lnTo>
                    <a:pt x="3603123" y="678321"/>
                  </a:lnTo>
                  <a:lnTo>
                    <a:pt x="3550662" y="713594"/>
                  </a:lnTo>
                  <a:lnTo>
                    <a:pt x="3498333" y="750991"/>
                  </a:lnTo>
                  <a:lnTo>
                    <a:pt x="3445995" y="790264"/>
                  </a:lnTo>
                  <a:lnTo>
                    <a:pt x="3393577" y="831091"/>
                  </a:lnTo>
                  <a:lnTo>
                    <a:pt x="3341061" y="873083"/>
                  </a:lnTo>
                  <a:lnTo>
                    <a:pt x="3288469" y="915800"/>
                  </a:lnTo>
                  <a:lnTo>
                    <a:pt x="3235849" y="958769"/>
                  </a:lnTo>
                  <a:lnTo>
                    <a:pt x="3183255" y="1001504"/>
                  </a:lnTo>
                  <a:lnTo>
                    <a:pt x="3130735" y="1043531"/>
                  </a:lnTo>
                  <a:lnTo>
                    <a:pt x="3078314" y="1084407"/>
                  </a:lnTo>
                  <a:lnTo>
                    <a:pt x="3025974" y="1123744"/>
                  </a:lnTo>
                  <a:lnTo>
                    <a:pt x="2973646" y="1161214"/>
                  </a:lnTo>
                  <a:lnTo>
                    <a:pt x="2921194" y="1196569"/>
                  </a:lnTo>
                  <a:lnTo>
                    <a:pt x="2868400" y="1229634"/>
                  </a:lnTo>
                  <a:lnTo>
                    <a:pt x="2814954" y="1260315"/>
                  </a:lnTo>
                  <a:lnTo>
                    <a:pt x="2760435" y="1288588"/>
                  </a:lnTo>
                  <a:lnTo>
                    <a:pt x="2704286" y="1314491"/>
                  </a:lnTo>
                  <a:lnTo>
                    <a:pt x="2702183" y="1315399"/>
                  </a:lnTo>
                  <a:lnTo>
                    <a:pt x="2650408" y="1336349"/>
                  </a:lnTo>
                  <a:lnTo>
                    <a:pt x="2596194" y="1355485"/>
                  </a:lnTo>
                  <a:lnTo>
                    <a:pt x="2538860" y="1372871"/>
                  </a:lnTo>
                  <a:lnTo>
                    <a:pt x="2477659" y="1388630"/>
                  </a:lnTo>
                  <a:lnTo>
                    <a:pt x="2411819" y="1402911"/>
                  </a:lnTo>
                  <a:lnTo>
                    <a:pt x="2340581" y="1415869"/>
                  </a:lnTo>
                  <a:lnTo>
                    <a:pt x="2263253" y="1427646"/>
                  </a:lnTo>
                  <a:lnTo>
                    <a:pt x="2179275" y="1438369"/>
                  </a:lnTo>
                  <a:lnTo>
                    <a:pt x="2088314" y="1448145"/>
                  </a:lnTo>
                  <a:lnTo>
                    <a:pt x="1990377" y="1457053"/>
                  </a:lnTo>
                  <a:lnTo>
                    <a:pt x="1885949" y="1465151"/>
                  </a:lnTo>
                  <a:lnTo>
                    <a:pt x="1776141" y="1472467"/>
                  </a:lnTo>
                  <a:lnTo>
                    <a:pt x="1662808" y="1479012"/>
                  </a:lnTo>
                  <a:lnTo>
                    <a:pt x="1548617" y="1484778"/>
                  </a:lnTo>
                  <a:lnTo>
                    <a:pt x="1436973" y="1489748"/>
                  </a:lnTo>
                  <a:lnTo>
                    <a:pt x="1331795" y="1493909"/>
                  </a:lnTo>
                  <a:lnTo>
                    <a:pt x="1237100" y="1497261"/>
                  </a:lnTo>
                  <a:lnTo>
                    <a:pt x="1156447" y="1499831"/>
                  </a:lnTo>
                  <a:lnTo>
                    <a:pt x="1092352" y="1501680"/>
                  </a:lnTo>
                  <a:lnTo>
                    <a:pt x="1045819" y="1502899"/>
                  </a:lnTo>
                  <a:lnTo>
                    <a:pt x="1016087" y="1503610"/>
                  </a:lnTo>
                  <a:lnTo>
                    <a:pt x="1000641" y="1503948"/>
                  </a:lnTo>
                  <a:lnTo>
                    <a:pt x="995400" y="1504053"/>
                  </a:lnTo>
                  <a:lnTo>
                    <a:pt x="994940" y="1504061"/>
                  </a:lnTo>
                  <a:lnTo>
                    <a:pt x="0" y="1504061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52" name="pl1251"/>
            <p:cNvSpPr/>
            <p:nvPr/>
          </p:nvSpPr>
          <p:spPr>
            <a:xfrm>
              <a:off x="1199187" y="3338119"/>
              <a:ext cx="12049831" cy="1504061"/>
            </a:xfrm>
            <a:custGeom>
              <a:avLst/>
              <a:pathLst>
                <a:path w="12049831" h="1504061">
                  <a:moveTo>
                    <a:pt x="0" y="1504061"/>
                  </a:moveTo>
                  <a:lnTo>
                    <a:pt x="994940" y="1504061"/>
                  </a:lnTo>
                  <a:lnTo>
                    <a:pt x="996066" y="1504040"/>
                  </a:lnTo>
                  <a:lnTo>
                    <a:pt x="1003500" y="1503887"/>
                  </a:lnTo>
                  <a:lnTo>
                    <a:pt x="1022344" y="1503466"/>
                  </a:lnTo>
                  <a:lnTo>
                    <a:pt x="1056291" y="1502635"/>
                  </a:lnTo>
                  <a:lnTo>
                    <a:pt x="1107412" y="1501262"/>
                  </a:lnTo>
                  <a:lnTo>
                    <a:pt x="1175997" y="1499232"/>
                  </a:lnTo>
                  <a:lnTo>
                    <a:pt x="1260614" y="1496462"/>
                  </a:lnTo>
                  <a:lnTo>
                    <a:pt x="1358419" y="1492900"/>
                  </a:lnTo>
                  <a:lnTo>
                    <a:pt x="1465678" y="1488528"/>
                  </a:lnTo>
                  <a:lnTo>
                    <a:pt x="1578351" y="1483348"/>
                  </a:lnTo>
                  <a:lnTo>
                    <a:pt x="1692620" y="1477377"/>
                  </a:lnTo>
                  <a:lnTo>
                    <a:pt x="1805256" y="1470630"/>
                  </a:lnTo>
                  <a:lnTo>
                    <a:pt x="1913806" y="1463111"/>
                  </a:lnTo>
                  <a:lnTo>
                    <a:pt x="2016617" y="1454806"/>
                  </a:lnTo>
                  <a:lnTo>
                    <a:pt x="2112757" y="1445678"/>
                  </a:lnTo>
                  <a:lnTo>
                    <a:pt x="2201878" y="1435663"/>
                  </a:lnTo>
                  <a:lnTo>
                    <a:pt x="2284076" y="1424676"/>
                  </a:lnTo>
                  <a:lnTo>
                    <a:pt x="2359753" y="1412603"/>
                  </a:lnTo>
                  <a:lnTo>
                    <a:pt x="2429510" y="1399314"/>
                  </a:lnTo>
                  <a:lnTo>
                    <a:pt x="2494063" y="1384662"/>
                  </a:lnTo>
                  <a:lnTo>
                    <a:pt x="2554179" y="1368492"/>
                  </a:lnTo>
                  <a:lnTo>
                    <a:pt x="2610628" y="1350659"/>
                  </a:lnTo>
                  <a:lnTo>
                    <a:pt x="2664144" y="1331052"/>
                  </a:lnTo>
                  <a:lnTo>
                    <a:pt x="2702183" y="1315399"/>
                  </a:lnTo>
                  <a:lnTo>
                    <a:pt x="2758405" y="1289581"/>
                  </a:lnTo>
                  <a:lnTo>
                    <a:pt x="2812973" y="1261397"/>
                  </a:lnTo>
                  <a:lnTo>
                    <a:pt x="2866450" y="1230804"/>
                  </a:lnTo>
                  <a:lnTo>
                    <a:pt x="2919262" y="1197825"/>
                  </a:lnTo>
                  <a:lnTo>
                    <a:pt x="2971723" y="1162552"/>
                  </a:lnTo>
                  <a:lnTo>
                    <a:pt x="3024052" y="1125155"/>
                  </a:lnTo>
                  <a:lnTo>
                    <a:pt x="3076390" y="1085882"/>
                  </a:lnTo>
                  <a:lnTo>
                    <a:pt x="3128808" y="1045055"/>
                  </a:lnTo>
                  <a:lnTo>
                    <a:pt x="3181324" y="1003063"/>
                  </a:lnTo>
                  <a:lnTo>
                    <a:pt x="3233916" y="960346"/>
                  </a:lnTo>
                  <a:lnTo>
                    <a:pt x="3286536" y="917377"/>
                  </a:lnTo>
                  <a:lnTo>
                    <a:pt x="3339130" y="874642"/>
                  </a:lnTo>
                  <a:lnTo>
                    <a:pt x="3391650" y="832615"/>
                  </a:lnTo>
                  <a:lnTo>
                    <a:pt x="3444071" y="791739"/>
                  </a:lnTo>
                  <a:lnTo>
                    <a:pt x="3496411" y="752402"/>
                  </a:lnTo>
                  <a:lnTo>
                    <a:pt x="3548739" y="714932"/>
                  </a:lnTo>
                  <a:lnTo>
                    <a:pt x="3601191" y="679577"/>
                  </a:lnTo>
                  <a:lnTo>
                    <a:pt x="3653985" y="646512"/>
                  </a:lnTo>
                  <a:lnTo>
                    <a:pt x="3707431" y="615831"/>
                  </a:lnTo>
                  <a:lnTo>
                    <a:pt x="3761950" y="587558"/>
                  </a:lnTo>
                  <a:lnTo>
                    <a:pt x="3818099" y="561655"/>
                  </a:lnTo>
                  <a:lnTo>
                    <a:pt x="3820202" y="560747"/>
                  </a:lnTo>
                  <a:lnTo>
                    <a:pt x="3871977" y="539797"/>
                  </a:lnTo>
                  <a:lnTo>
                    <a:pt x="3926191" y="520661"/>
                  </a:lnTo>
                  <a:lnTo>
                    <a:pt x="3983525" y="503275"/>
                  </a:lnTo>
                  <a:lnTo>
                    <a:pt x="4044726" y="487516"/>
                  </a:lnTo>
                  <a:lnTo>
                    <a:pt x="4110566" y="473235"/>
                  </a:lnTo>
                  <a:lnTo>
                    <a:pt x="4181804" y="460277"/>
                  </a:lnTo>
                  <a:lnTo>
                    <a:pt x="4259132" y="448500"/>
                  </a:lnTo>
                  <a:lnTo>
                    <a:pt x="4343110" y="437777"/>
                  </a:lnTo>
                  <a:lnTo>
                    <a:pt x="4434071" y="428001"/>
                  </a:lnTo>
                  <a:lnTo>
                    <a:pt x="4532008" y="419093"/>
                  </a:lnTo>
                  <a:lnTo>
                    <a:pt x="4636436" y="410995"/>
                  </a:lnTo>
                  <a:lnTo>
                    <a:pt x="4746244" y="403679"/>
                  </a:lnTo>
                  <a:lnTo>
                    <a:pt x="4859577" y="397134"/>
                  </a:lnTo>
                  <a:lnTo>
                    <a:pt x="4973768" y="391368"/>
                  </a:lnTo>
                  <a:lnTo>
                    <a:pt x="5085412" y="386398"/>
                  </a:lnTo>
                  <a:lnTo>
                    <a:pt x="5190590" y="382237"/>
                  </a:lnTo>
                  <a:lnTo>
                    <a:pt x="5285285" y="378885"/>
                  </a:lnTo>
                  <a:lnTo>
                    <a:pt x="5365938" y="376315"/>
                  </a:lnTo>
                  <a:lnTo>
                    <a:pt x="5430033" y="374466"/>
                  </a:lnTo>
                  <a:lnTo>
                    <a:pt x="5476566" y="373247"/>
                  </a:lnTo>
                  <a:lnTo>
                    <a:pt x="5506298" y="372536"/>
                  </a:lnTo>
                  <a:lnTo>
                    <a:pt x="5521744" y="372198"/>
                  </a:lnTo>
                  <a:lnTo>
                    <a:pt x="5526985" y="372093"/>
                  </a:lnTo>
                  <a:lnTo>
                    <a:pt x="5527445" y="372085"/>
                  </a:lnTo>
                  <a:lnTo>
                    <a:pt x="6522385" y="372085"/>
                  </a:lnTo>
                  <a:lnTo>
                    <a:pt x="6523521" y="372077"/>
                  </a:lnTo>
                  <a:lnTo>
                    <a:pt x="6531013" y="372027"/>
                  </a:lnTo>
                  <a:lnTo>
                    <a:pt x="6550000" y="371887"/>
                  </a:lnTo>
                  <a:lnTo>
                    <a:pt x="6584196" y="371612"/>
                  </a:lnTo>
                  <a:lnTo>
                    <a:pt x="6635671" y="371157"/>
                  </a:lnTo>
                  <a:lnTo>
                    <a:pt x="6704696" y="370484"/>
                  </a:lnTo>
                  <a:lnTo>
                    <a:pt x="6789802" y="369567"/>
                  </a:lnTo>
                  <a:lnTo>
                    <a:pt x="6888103" y="368388"/>
                  </a:lnTo>
                  <a:lnTo>
                    <a:pt x="6995823" y="366940"/>
                  </a:lnTo>
                  <a:lnTo>
                    <a:pt x="7108887" y="365226"/>
                  </a:lnTo>
                  <a:lnTo>
                    <a:pt x="7223459" y="363251"/>
                  </a:lnTo>
                  <a:lnTo>
                    <a:pt x="7336305" y="361019"/>
                  </a:lnTo>
                  <a:lnTo>
                    <a:pt x="7444977" y="358532"/>
                  </a:lnTo>
                  <a:lnTo>
                    <a:pt x="7547834" y="355785"/>
                  </a:lnTo>
                  <a:lnTo>
                    <a:pt x="7643961" y="352766"/>
                  </a:lnTo>
                  <a:lnTo>
                    <a:pt x="7733028" y="349452"/>
                  </a:lnTo>
                  <a:lnTo>
                    <a:pt x="7815145" y="345816"/>
                  </a:lnTo>
                  <a:lnTo>
                    <a:pt x="7890731" y="341819"/>
                  </a:lnTo>
                  <a:lnTo>
                    <a:pt x="7960398" y="337417"/>
                  </a:lnTo>
                  <a:lnTo>
                    <a:pt x="8024872" y="332563"/>
                  </a:lnTo>
                  <a:lnTo>
                    <a:pt x="8084927" y="327204"/>
                  </a:lnTo>
                  <a:lnTo>
                    <a:pt x="8141338" y="321293"/>
                  </a:lnTo>
                  <a:lnTo>
                    <a:pt x="8194842" y="314794"/>
                  </a:lnTo>
                  <a:lnTo>
                    <a:pt x="8229629" y="310070"/>
                  </a:lnTo>
                  <a:lnTo>
                    <a:pt x="8290560" y="300824"/>
                  </a:lnTo>
                  <a:lnTo>
                    <a:pt x="8349604" y="290660"/>
                  </a:lnTo>
                  <a:lnTo>
                    <a:pt x="8407457" y="279564"/>
                  </a:lnTo>
                  <a:lnTo>
                    <a:pt x="8464631" y="267550"/>
                  </a:lnTo>
                  <a:lnTo>
                    <a:pt x="8521489" y="254668"/>
                  </a:lnTo>
                  <a:lnTo>
                    <a:pt x="8578273" y="241002"/>
                  </a:lnTo>
                  <a:lnTo>
                    <a:pt x="8635117" y="226669"/>
                  </a:lnTo>
                  <a:lnTo>
                    <a:pt x="8692075" y="211823"/>
                  </a:lnTo>
                  <a:lnTo>
                    <a:pt x="8749133" y="196640"/>
                  </a:lnTo>
                  <a:lnTo>
                    <a:pt x="8806240" y="181316"/>
                  </a:lnTo>
                  <a:lnTo>
                    <a:pt x="8863324" y="166056"/>
                  </a:lnTo>
                  <a:lnTo>
                    <a:pt x="8920324" y="151058"/>
                  </a:lnTo>
                  <a:lnTo>
                    <a:pt x="8977210" y="136509"/>
                  </a:lnTo>
                  <a:lnTo>
                    <a:pt x="9034006" y="122571"/>
                  </a:lnTo>
                  <a:lnTo>
                    <a:pt x="9090813" y="109376"/>
                  </a:lnTo>
                  <a:lnTo>
                    <a:pt x="9147830" y="97022"/>
                  </a:lnTo>
                  <a:lnTo>
                    <a:pt x="9205371" y="85570"/>
                  </a:lnTo>
                  <a:lnTo>
                    <a:pt x="9263887" y="75048"/>
                  </a:lnTo>
                  <a:lnTo>
                    <a:pt x="9323998" y="65454"/>
                  </a:lnTo>
                  <a:lnTo>
                    <a:pt x="9347647" y="62014"/>
                  </a:lnTo>
                  <a:lnTo>
                    <a:pt x="9399566" y="55109"/>
                  </a:lnTo>
                  <a:lnTo>
                    <a:pt x="9453939" y="48805"/>
                  </a:lnTo>
                  <a:lnTo>
                    <a:pt x="9511452" y="43078"/>
                  </a:lnTo>
                  <a:lnTo>
                    <a:pt x="9572858" y="37889"/>
                  </a:lnTo>
                  <a:lnTo>
                    <a:pt x="9638938" y="33187"/>
                  </a:lnTo>
                  <a:lnTo>
                    <a:pt x="9710456" y="28923"/>
                  </a:lnTo>
                  <a:lnTo>
                    <a:pt x="9788107" y="25048"/>
                  </a:lnTo>
                  <a:lnTo>
                    <a:pt x="9872452" y="21520"/>
                  </a:lnTo>
                  <a:lnTo>
                    <a:pt x="9963822" y="18305"/>
                  </a:lnTo>
                  <a:lnTo>
                    <a:pt x="10062200" y="15376"/>
                  </a:lnTo>
                  <a:lnTo>
                    <a:pt x="10167082" y="12714"/>
                  </a:lnTo>
                  <a:lnTo>
                    <a:pt x="10277331" y="10311"/>
                  </a:lnTo>
                  <a:lnTo>
                    <a:pt x="10391046" y="8162"/>
                  </a:lnTo>
                  <a:lnTo>
                    <a:pt x="10505518" y="6271"/>
                  </a:lnTo>
                  <a:lnTo>
                    <a:pt x="10617285" y="4643"/>
                  </a:lnTo>
                  <a:lnTo>
                    <a:pt x="10722385" y="3283"/>
                  </a:lnTo>
                  <a:lnTo>
                    <a:pt x="10816776" y="2190"/>
                  </a:lnTo>
                  <a:lnTo>
                    <a:pt x="10896907" y="1355"/>
                  </a:lnTo>
                  <a:lnTo>
                    <a:pt x="10960303" y="757"/>
                  </a:lnTo>
                  <a:lnTo>
                    <a:pt x="11006038" y="365"/>
                  </a:lnTo>
                  <a:lnTo>
                    <a:pt x="11034974" y="139"/>
                  </a:lnTo>
                  <a:lnTo>
                    <a:pt x="11049741" y="33"/>
                  </a:lnTo>
                  <a:lnTo>
                    <a:pt x="11054536" y="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3" name="pl1252"/>
            <p:cNvSpPr/>
            <p:nvPr/>
          </p:nvSpPr>
          <p:spPr>
            <a:xfrm>
              <a:off x="1199187" y="3332878"/>
              <a:ext cx="12049831" cy="1504061"/>
            </a:xfrm>
            <a:custGeom>
              <a:avLst/>
              <a:pathLst>
                <a:path w="12049831" h="1504061">
                  <a:moveTo>
                    <a:pt x="12049831" y="0"/>
                  </a:moveTo>
                  <a:lnTo>
                    <a:pt x="11054891" y="0"/>
                  </a:lnTo>
                  <a:lnTo>
                    <a:pt x="11053756" y="7"/>
                  </a:lnTo>
                  <a:lnTo>
                    <a:pt x="11046263" y="57"/>
                  </a:lnTo>
                  <a:lnTo>
                    <a:pt x="11027276" y="197"/>
                  </a:lnTo>
                  <a:lnTo>
                    <a:pt x="10993080" y="472"/>
                  </a:lnTo>
                  <a:lnTo>
                    <a:pt x="10941605" y="927"/>
                  </a:lnTo>
                  <a:lnTo>
                    <a:pt x="10872581" y="1600"/>
                  </a:lnTo>
                  <a:lnTo>
                    <a:pt x="10787475" y="2517"/>
                  </a:lnTo>
                  <a:lnTo>
                    <a:pt x="10689173" y="3696"/>
                  </a:lnTo>
                  <a:lnTo>
                    <a:pt x="10581454" y="5144"/>
                  </a:lnTo>
                  <a:lnTo>
                    <a:pt x="10468389" y="6858"/>
                  </a:lnTo>
                  <a:lnTo>
                    <a:pt x="10353817" y="8833"/>
                  </a:lnTo>
                  <a:lnTo>
                    <a:pt x="10240972" y="11065"/>
                  </a:lnTo>
                  <a:lnTo>
                    <a:pt x="10132300" y="13552"/>
                  </a:lnTo>
                  <a:lnTo>
                    <a:pt x="10029442" y="16299"/>
                  </a:lnTo>
                  <a:lnTo>
                    <a:pt x="9933316" y="19318"/>
                  </a:lnTo>
                  <a:lnTo>
                    <a:pt x="9844249" y="22632"/>
                  </a:lnTo>
                  <a:lnTo>
                    <a:pt x="9762131" y="26269"/>
                  </a:lnTo>
                  <a:lnTo>
                    <a:pt x="9686545" y="30265"/>
                  </a:lnTo>
                  <a:lnTo>
                    <a:pt x="9616878" y="34667"/>
                  </a:lnTo>
                  <a:lnTo>
                    <a:pt x="9552404" y="39521"/>
                  </a:lnTo>
                  <a:lnTo>
                    <a:pt x="9492350" y="44880"/>
                  </a:lnTo>
                  <a:lnTo>
                    <a:pt x="9435938" y="50791"/>
                  </a:lnTo>
                  <a:lnTo>
                    <a:pt x="9382435" y="57290"/>
                  </a:lnTo>
                  <a:lnTo>
                    <a:pt x="9347647" y="62014"/>
                  </a:lnTo>
                  <a:lnTo>
                    <a:pt x="9286716" y="71260"/>
                  </a:lnTo>
                  <a:lnTo>
                    <a:pt x="9227672" y="81424"/>
                  </a:lnTo>
                  <a:lnTo>
                    <a:pt x="9169819" y="92520"/>
                  </a:lnTo>
                  <a:lnTo>
                    <a:pt x="9112646" y="104534"/>
                  </a:lnTo>
                  <a:lnTo>
                    <a:pt x="9055787" y="117416"/>
                  </a:lnTo>
                  <a:lnTo>
                    <a:pt x="8999004" y="131082"/>
                  </a:lnTo>
                  <a:lnTo>
                    <a:pt x="8942159" y="145415"/>
                  </a:lnTo>
                  <a:lnTo>
                    <a:pt x="8885202" y="160261"/>
                  </a:lnTo>
                  <a:lnTo>
                    <a:pt x="8828143" y="175444"/>
                  </a:lnTo>
                  <a:lnTo>
                    <a:pt x="8771037" y="190768"/>
                  </a:lnTo>
                  <a:lnTo>
                    <a:pt x="8713952" y="206028"/>
                  </a:lnTo>
                  <a:lnTo>
                    <a:pt x="8656952" y="221026"/>
                  </a:lnTo>
                  <a:lnTo>
                    <a:pt x="8600066" y="235575"/>
                  </a:lnTo>
                  <a:lnTo>
                    <a:pt x="8543271" y="249513"/>
                  </a:lnTo>
                  <a:lnTo>
                    <a:pt x="8486463" y="262708"/>
                  </a:lnTo>
                  <a:lnTo>
                    <a:pt x="8429446" y="275062"/>
                  </a:lnTo>
                  <a:lnTo>
                    <a:pt x="8371906" y="286514"/>
                  </a:lnTo>
                  <a:lnTo>
                    <a:pt x="8313390" y="297036"/>
                  </a:lnTo>
                  <a:lnTo>
                    <a:pt x="8253278" y="306630"/>
                  </a:lnTo>
                  <a:lnTo>
                    <a:pt x="8229629" y="310070"/>
                  </a:lnTo>
                  <a:lnTo>
                    <a:pt x="8177711" y="316975"/>
                  </a:lnTo>
                  <a:lnTo>
                    <a:pt x="8123338" y="323279"/>
                  </a:lnTo>
                  <a:lnTo>
                    <a:pt x="8065825" y="329006"/>
                  </a:lnTo>
                  <a:lnTo>
                    <a:pt x="8004418" y="334195"/>
                  </a:lnTo>
                  <a:lnTo>
                    <a:pt x="7938338" y="338897"/>
                  </a:lnTo>
                  <a:lnTo>
                    <a:pt x="7866821" y="343161"/>
                  </a:lnTo>
                  <a:lnTo>
                    <a:pt x="7789170" y="347036"/>
                  </a:lnTo>
                  <a:lnTo>
                    <a:pt x="7704825" y="350564"/>
                  </a:lnTo>
                  <a:lnTo>
                    <a:pt x="7613455" y="353779"/>
                  </a:lnTo>
                  <a:lnTo>
                    <a:pt x="7515076" y="356708"/>
                  </a:lnTo>
                  <a:lnTo>
                    <a:pt x="7410194" y="359370"/>
                  </a:lnTo>
                  <a:lnTo>
                    <a:pt x="7299946" y="361773"/>
                  </a:lnTo>
                  <a:lnTo>
                    <a:pt x="7186230" y="363922"/>
                  </a:lnTo>
                  <a:lnTo>
                    <a:pt x="7071759" y="365813"/>
                  </a:lnTo>
                  <a:lnTo>
                    <a:pt x="6959992" y="367441"/>
                  </a:lnTo>
                  <a:lnTo>
                    <a:pt x="6854892" y="368801"/>
                  </a:lnTo>
                  <a:lnTo>
                    <a:pt x="6760500" y="369894"/>
                  </a:lnTo>
                  <a:lnTo>
                    <a:pt x="6680369" y="370729"/>
                  </a:lnTo>
                  <a:lnTo>
                    <a:pt x="6616974" y="371327"/>
                  </a:lnTo>
                  <a:lnTo>
                    <a:pt x="6571239" y="371719"/>
                  </a:lnTo>
                  <a:lnTo>
                    <a:pt x="6542303" y="371945"/>
                  </a:lnTo>
                  <a:lnTo>
                    <a:pt x="6527536" y="372051"/>
                  </a:lnTo>
                  <a:lnTo>
                    <a:pt x="6522740" y="372082"/>
                  </a:lnTo>
                  <a:lnTo>
                    <a:pt x="6522385" y="372085"/>
                  </a:lnTo>
                  <a:lnTo>
                    <a:pt x="5527445" y="372085"/>
                  </a:lnTo>
                  <a:lnTo>
                    <a:pt x="5526319" y="372106"/>
                  </a:lnTo>
                  <a:lnTo>
                    <a:pt x="5518885" y="372259"/>
                  </a:lnTo>
                  <a:lnTo>
                    <a:pt x="5500041" y="372680"/>
                  </a:lnTo>
                  <a:lnTo>
                    <a:pt x="5466094" y="373511"/>
                  </a:lnTo>
                  <a:lnTo>
                    <a:pt x="5414973" y="374884"/>
                  </a:lnTo>
                  <a:lnTo>
                    <a:pt x="5346388" y="376914"/>
                  </a:lnTo>
                  <a:lnTo>
                    <a:pt x="5261771" y="379684"/>
                  </a:lnTo>
                  <a:lnTo>
                    <a:pt x="5163966" y="383246"/>
                  </a:lnTo>
                  <a:lnTo>
                    <a:pt x="5056707" y="387618"/>
                  </a:lnTo>
                  <a:lnTo>
                    <a:pt x="4944034" y="392798"/>
                  </a:lnTo>
                  <a:lnTo>
                    <a:pt x="4829765" y="398769"/>
                  </a:lnTo>
                  <a:lnTo>
                    <a:pt x="4717129" y="405516"/>
                  </a:lnTo>
                  <a:lnTo>
                    <a:pt x="4608579" y="413035"/>
                  </a:lnTo>
                  <a:lnTo>
                    <a:pt x="4505768" y="421340"/>
                  </a:lnTo>
                  <a:lnTo>
                    <a:pt x="4409628" y="430468"/>
                  </a:lnTo>
                  <a:lnTo>
                    <a:pt x="4320507" y="440483"/>
                  </a:lnTo>
                  <a:lnTo>
                    <a:pt x="4238309" y="451470"/>
                  </a:lnTo>
                  <a:lnTo>
                    <a:pt x="4162632" y="463543"/>
                  </a:lnTo>
                  <a:lnTo>
                    <a:pt x="4092875" y="476832"/>
                  </a:lnTo>
                  <a:lnTo>
                    <a:pt x="4028322" y="491484"/>
                  </a:lnTo>
                  <a:lnTo>
                    <a:pt x="3968206" y="507654"/>
                  </a:lnTo>
                  <a:lnTo>
                    <a:pt x="3911757" y="525487"/>
                  </a:lnTo>
                  <a:lnTo>
                    <a:pt x="3858241" y="545094"/>
                  </a:lnTo>
                  <a:lnTo>
                    <a:pt x="3820202" y="560747"/>
                  </a:lnTo>
                  <a:lnTo>
                    <a:pt x="3763980" y="586565"/>
                  </a:lnTo>
                  <a:lnTo>
                    <a:pt x="3709412" y="614749"/>
                  </a:lnTo>
                  <a:lnTo>
                    <a:pt x="3655935" y="645342"/>
                  </a:lnTo>
                  <a:lnTo>
                    <a:pt x="3603123" y="678321"/>
                  </a:lnTo>
                  <a:lnTo>
                    <a:pt x="3550662" y="713594"/>
                  </a:lnTo>
                  <a:lnTo>
                    <a:pt x="3498333" y="750991"/>
                  </a:lnTo>
                  <a:lnTo>
                    <a:pt x="3445995" y="790264"/>
                  </a:lnTo>
                  <a:lnTo>
                    <a:pt x="3393577" y="831091"/>
                  </a:lnTo>
                  <a:lnTo>
                    <a:pt x="3341061" y="873083"/>
                  </a:lnTo>
                  <a:lnTo>
                    <a:pt x="3288469" y="915800"/>
                  </a:lnTo>
                  <a:lnTo>
                    <a:pt x="3235849" y="958769"/>
                  </a:lnTo>
                  <a:lnTo>
                    <a:pt x="3183255" y="1001504"/>
                  </a:lnTo>
                  <a:lnTo>
                    <a:pt x="3130735" y="1043531"/>
                  </a:lnTo>
                  <a:lnTo>
                    <a:pt x="3078314" y="1084407"/>
                  </a:lnTo>
                  <a:lnTo>
                    <a:pt x="3025974" y="1123744"/>
                  </a:lnTo>
                  <a:lnTo>
                    <a:pt x="2973646" y="1161214"/>
                  </a:lnTo>
                  <a:lnTo>
                    <a:pt x="2921194" y="1196569"/>
                  </a:lnTo>
                  <a:lnTo>
                    <a:pt x="2868400" y="1229634"/>
                  </a:lnTo>
                  <a:lnTo>
                    <a:pt x="2814954" y="1260315"/>
                  </a:lnTo>
                  <a:lnTo>
                    <a:pt x="2760435" y="1288588"/>
                  </a:lnTo>
                  <a:lnTo>
                    <a:pt x="2704286" y="1314491"/>
                  </a:lnTo>
                  <a:lnTo>
                    <a:pt x="2702183" y="1315399"/>
                  </a:lnTo>
                  <a:lnTo>
                    <a:pt x="2650408" y="1336349"/>
                  </a:lnTo>
                  <a:lnTo>
                    <a:pt x="2596194" y="1355485"/>
                  </a:lnTo>
                  <a:lnTo>
                    <a:pt x="2538860" y="1372871"/>
                  </a:lnTo>
                  <a:lnTo>
                    <a:pt x="2477659" y="1388630"/>
                  </a:lnTo>
                  <a:lnTo>
                    <a:pt x="2411819" y="1402911"/>
                  </a:lnTo>
                  <a:lnTo>
                    <a:pt x="2340581" y="1415869"/>
                  </a:lnTo>
                  <a:lnTo>
                    <a:pt x="2263253" y="1427646"/>
                  </a:lnTo>
                  <a:lnTo>
                    <a:pt x="2179275" y="1438369"/>
                  </a:lnTo>
                  <a:lnTo>
                    <a:pt x="2088314" y="1448145"/>
                  </a:lnTo>
                  <a:lnTo>
                    <a:pt x="1990377" y="1457053"/>
                  </a:lnTo>
                  <a:lnTo>
                    <a:pt x="1885949" y="1465151"/>
                  </a:lnTo>
                  <a:lnTo>
                    <a:pt x="1776141" y="1472467"/>
                  </a:lnTo>
                  <a:lnTo>
                    <a:pt x="1662808" y="1479012"/>
                  </a:lnTo>
                  <a:lnTo>
                    <a:pt x="1548617" y="1484778"/>
                  </a:lnTo>
                  <a:lnTo>
                    <a:pt x="1436973" y="1489748"/>
                  </a:lnTo>
                  <a:lnTo>
                    <a:pt x="1331795" y="1493909"/>
                  </a:lnTo>
                  <a:lnTo>
                    <a:pt x="1237100" y="1497261"/>
                  </a:lnTo>
                  <a:lnTo>
                    <a:pt x="1156447" y="1499831"/>
                  </a:lnTo>
                  <a:lnTo>
                    <a:pt x="1092352" y="1501680"/>
                  </a:lnTo>
                  <a:lnTo>
                    <a:pt x="1045819" y="1502899"/>
                  </a:lnTo>
                  <a:lnTo>
                    <a:pt x="1016087" y="1503610"/>
                  </a:lnTo>
                  <a:lnTo>
                    <a:pt x="1000641" y="1503948"/>
                  </a:lnTo>
                  <a:lnTo>
                    <a:pt x="995400" y="1504053"/>
                  </a:lnTo>
                  <a:lnTo>
                    <a:pt x="994940" y="1504061"/>
                  </a:lnTo>
                  <a:lnTo>
                    <a:pt x="0" y="1504061"/>
                  </a:lnTo>
                  <a:lnTo>
                    <a:pt x="0" y="15040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4" name="pg1253"/>
            <p:cNvSpPr/>
            <p:nvPr/>
          </p:nvSpPr>
          <p:spPr>
            <a:xfrm>
              <a:off x="1199187" y="2179939"/>
              <a:ext cx="12049831" cy="2594113"/>
            </a:xfrm>
            <a:custGeom>
              <a:avLst/>
              <a:pathLst>
                <a:path w="12049831" h="2594113">
                  <a:moveTo>
                    <a:pt x="0" y="2594113"/>
                  </a:moveTo>
                  <a:lnTo>
                    <a:pt x="994940" y="2594113"/>
                  </a:lnTo>
                  <a:lnTo>
                    <a:pt x="996039" y="2594073"/>
                  </a:lnTo>
                  <a:lnTo>
                    <a:pt x="1003295" y="2593782"/>
                  </a:lnTo>
                  <a:lnTo>
                    <a:pt x="1021702" y="2592979"/>
                  </a:lnTo>
                  <a:lnTo>
                    <a:pt x="1054892" y="2591396"/>
                  </a:lnTo>
                  <a:lnTo>
                    <a:pt x="1104933" y="2588779"/>
                  </a:lnTo>
                  <a:lnTo>
                    <a:pt x="1172175" y="2584910"/>
                  </a:lnTo>
                  <a:lnTo>
                    <a:pt x="1255291" y="2579624"/>
                  </a:lnTo>
                  <a:lnTo>
                    <a:pt x="1351571" y="2572820"/>
                  </a:lnTo>
                  <a:lnTo>
                    <a:pt x="1457409" y="2564460"/>
                  </a:lnTo>
                  <a:lnTo>
                    <a:pt x="1568866" y="2554547"/>
                  </a:lnTo>
                  <a:lnTo>
                    <a:pt x="1682186" y="2543111"/>
                  </a:lnTo>
                  <a:lnTo>
                    <a:pt x="1794159" y="2530183"/>
                  </a:lnTo>
                  <a:lnTo>
                    <a:pt x="1902319" y="2515771"/>
                  </a:lnTo>
                  <a:lnTo>
                    <a:pt x="2004973" y="2499854"/>
                  </a:lnTo>
                  <a:lnTo>
                    <a:pt x="2101139" y="2482366"/>
                  </a:lnTo>
                  <a:lnTo>
                    <a:pt x="2190419" y="2463194"/>
                  </a:lnTo>
                  <a:lnTo>
                    <a:pt x="2272857" y="2442176"/>
                  </a:lnTo>
                  <a:lnTo>
                    <a:pt x="2348812" y="2419108"/>
                  </a:lnTo>
                  <a:lnTo>
                    <a:pt x="2418848" y="2393743"/>
                  </a:lnTo>
                  <a:lnTo>
                    <a:pt x="2483650" y="2365803"/>
                  </a:lnTo>
                  <a:lnTo>
                    <a:pt x="2543961" y="2334996"/>
                  </a:lnTo>
                  <a:lnTo>
                    <a:pt x="2600536" y="2301042"/>
                  </a:lnTo>
                  <a:lnTo>
                    <a:pt x="2654098" y="2263709"/>
                  </a:lnTo>
                  <a:lnTo>
                    <a:pt x="2702183" y="2225522"/>
                  </a:lnTo>
                  <a:lnTo>
                    <a:pt x="2750304" y="2182741"/>
                  </a:lnTo>
                  <a:lnTo>
                    <a:pt x="2797154" y="2136603"/>
                  </a:lnTo>
                  <a:lnTo>
                    <a:pt x="2843101" y="2087041"/>
                  </a:lnTo>
                  <a:lnTo>
                    <a:pt x="2888440" y="2034053"/>
                  </a:lnTo>
                  <a:lnTo>
                    <a:pt x="2933400" y="1977706"/>
                  </a:lnTo>
                  <a:lnTo>
                    <a:pt x="2978156" y="1918143"/>
                  </a:lnTo>
                  <a:lnTo>
                    <a:pt x="3022832" y="1855590"/>
                  </a:lnTo>
                  <a:lnTo>
                    <a:pt x="3067513" y="1790354"/>
                  </a:lnTo>
                  <a:lnTo>
                    <a:pt x="3112249" y="1722817"/>
                  </a:lnTo>
                  <a:lnTo>
                    <a:pt x="3157055" y="1653435"/>
                  </a:lnTo>
                  <a:lnTo>
                    <a:pt x="3201929" y="1582722"/>
                  </a:lnTo>
                  <a:lnTo>
                    <a:pt x="3246845" y="1511235"/>
                  </a:lnTo>
                  <a:lnTo>
                    <a:pt x="3291773" y="1439560"/>
                  </a:lnTo>
                  <a:lnTo>
                    <a:pt x="3336678" y="1368286"/>
                  </a:lnTo>
                  <a:lnTo>
                    <a:pt x="3381529" y="1297992"/>
                  </a:lnTo>
                  <a:lnTo>
                    <a:pt x="3426309" y="1229220"/>
                  </a:lnTo>
                  <a:lnTo>
                    <a:pt x="3471021" y="1162465"/>
                  </a:lnTo>
                  <a:lnTo>
                    <a:pt x="3515694" y="1098158"/>
                  </a:lnTo>
                  <a:lnTo>
                    <a:pt x="3560387" y="1036655"/>
                  </a:lnTo>
                  <a:lnTo>
                    <a:pt x="3605199" y="978232"/>
                  </a:lnTo>
                  <a:lnTo>
                    <a:pt x="3650274" y="923086"/>
                  </a:lnTo>
                  <a:lnTo>
                    <a:pt x="3695803" y="871332"/>
                  </a:lnTo>
                  <a:lnTo>
                    <a:pt x="3742039" y="823012"/>
                  </a:lnTo>
                  <a:lnTo>
                    <a:pt x="3789300" y="778098"/>
                  </a:lnTo>
                  <a:lnTo>
                    <a:pt x="3820202" y="751157"/>
                  </a:lnTo>
                  <a:lnTo>
                    <a:pt x="3871537" y="710552"/>
                  </a:lnTo>
                  <a:lnTo>
                    <a:pt x="3925266" y="673434"/>
                  </a:lnTo>
                  <a:lnTo>
                    <a:pt x="3982050" y="639682"/>
                  </a:lnTo>
                  <a:lnTo>
                    <a:pt x="4042619" y="609062"/>
                  </a:lnTo>
                  <a:lnTo>
                    <a:pt x="4107724" y="581290"/>
                  </a:lnTo>
                  <a:lnTo>
                    <a:pt x="4178108" y="556075"/>
                  </a:lnTo>
                  <a:lnTo>
                    <a:pt x="4254451" y="533141"/>
                  </a:lnTo>
                  <a:lnTo>
                    <a:pt x="4337305" y="512244"/>
                  </a:lnTo>
                  <a:lnTo>
                    <a:pt x="4427015" y="493180"/>
                  </a:lnTo>
                  <a:lnTo>
                    <a:pt x="4523601" y="475792"/>
                  </a:lnTo>
                  <a:lnTo>
                    <a:pt x="4626632" y="459970"/>
                  </a:lnTo>
                  <a:lnTo>
                    <a:pt x="4735085" y="445651"/>
                  </a:lnTo>
                  <a:lnTo>
                    <a:pt x="4847222" y="432814"/>
                  </a:lnTo>
                  <a:lnTo>
                    <a:pt x="4960527" y="421472"/>
                  </a:lnTo>
                  <a:lnTo>
                    <a:pt x="5071749" y="411655"/>
                  </a:lnTo>
                  <a:lnTo>
                    <a:pt x="5177107" y="403391"/>
                  </a:lnTo>
                  <a:lnTo>
                    <a:pt x="5272669" y="396684"/>
                  </a:lnTo>
                  <a:lnTo>
                    <a:pt x="5354867" y="391489"/>
                  </a:lnTo>
                  <a:lnTo>
                    <a:pt x="5421064" y="387703"/>
                  </a:lnTo>
                  <a:lnTo>
                    <a:pt x="5470031" y="385157"/>
                  </a:lnTo>
                  <a:lnTo>
                    <a:pt x="5502226" y="383630"/>
                  </a:lnTo>
                  <a:lnTo>
                    <a:pt x="5519819" y="382867"/>
                  </a:lnTo>
                  <a:lnTo>
                    <a:pt x="5526536" y="382599"/>
                  </a:lnTo>
                  <a:lnTo>
                    <a:pt x="5527445" y="382566"/>
                  </a:lnTo>
                  <a:lnTo>
                    <a:pt x="6522385" y="382566"/>
                  </a:lnTo>
                  <a:lnTo>
                    <a:pt x="6523521" y="382559"/>
                  </a:lnTo>
                  <a:lnTo>
                    <a:pt x="6531013" y="382507"/>
                  </a:lnTo>
                  <a:lnTo>
                    <a:pt x="6550000" y="382366"/>
                  </a:lnTo>
                  <a:lnTo>
                    <a:pt x="6584195" y="382086"/>
                  </a:lnTo>
                  <a:lnTo>
                    <a:pt x="6635668" y="381625"/>
                  </a:lnTo>
                  <a:lnTo>
                    <a:pt x="6704691" y="380943"/>
                  </a:lnTo>
                  <a:lnTo>
                    <a:pt x="6789796" y="380013"/>
                  </a:lnTo>
                  <a:lnTo>
                    <a:pt x="6888096" y="378817"/>
                  </a:lnTo>
                  <a:lnTo>
                    <a:pt x="6995813" y="377349"/>
                  </a:lnTo>
                  <a:lnTo>
                    <a:pt x="7108876" y="375611"/>
                  </a:lnTo>
                  <a:lnTo>
                    <a:pt x="7223447" y="373608"/>
                  </a:lnTo>
                  <a:lnTo>
                    <a:pt x="7336293" y="371345"/>
                  </a:lnTo>
                  <a:lnTo>
                    <a:pt x="7444964" y="368823"/>
                  </a:lnTo>
                  <a:lnTo>
                    <a:pt x="7547821" y="366038"/>
                  </a:lnTo>
                  <a:lnTo>
                    <a:pt x="7643948" y="362975"/>
                  </a:lnTo>
                  <a:lnTo>
                    <a:pt x="7733015" y="359615"/>
                  </a:lnTo>
                  <a:lnTo>
                    <a:pt x="7815133" y="355927"/>
                  </a:lnTo>
                  <a:lnTo>
                    <a:pt x="7890719" y="351874"/>
                  </a:lnTo>
                  <a:lnTo>
                    <a:pt x="7960386" y="347411"/>
                  </a:lnTo>
                  <a:lnTo>
                    <a:pt x="8024860" y="342488"/>
                  </a:lnTo>
                  <a:lnTo>
                    <a:pt x="8084916" y="337054"/>
                  </a:lnTo>
                  <a:lnTo>
                    <a:pt x="8141327" y="331060"/>
                  </a:lnTo>
                  <a:lnTo>
                    <a:pt x="8194831" y="324470"/>
                  </a:lnTo>
                  <a:lnTo>
                    <a:pt x="8229629" y="319678"/>
                  </a:lnTo>
                  <a:lnTo>
                    <a:pt x="8290540" y="310305"/>
                  </a:lnTo>
                  <a:lnTo>
                    <a:pt x="8349566" y="300002"/>
                  </a:lnTo>
                  <a:lnTo>
                    <a:pt x="8407400" y="288754"/>
                  </a:lnTo>
                  <a:lnTo>
                    <a:pt x="8464555" y="276576"/>
                  </a:lnTo>
                  <a:lnTo>
                    <a:pt x="8521395" y="263518"/>
                  </a:lnTo>
                  <a:lnTo>
                    <a:pt x="8578160" y="249665"/>
                  </a:lnTo>
                  <a:lnTo>
                    <a:pt x="8634985" y="235137"/>
                  </a:lnTo>
                  <a:lnTo>
                    <a:pt x="8691923" y="220088"/>
                  </a:lnTo>
                  <a:lnTo>
                    <a:pt x="8748962" y="204697"/>
                  </a:lnTo>
                  <a:lnTo>
                    <a:pt x="8806050" y="189163"/>
                  </a:lnTo>
                  <a:lnTo>
                    <a:pt x="8863116" y="173691"/>
                  </a:lnTo>
                  <a:lnTo>
                    <a:pt x="8920097" y="158486"/>
                  </a:lnTo>
                  <a:lnTo>
                    <a:pt x="8976964" y="143735"/>
                  </a:lnTo>
                  <a:lnTo>
                    <a:pt x="9033742" y="129602"/>
                  </a:lnTo>
                  <a:lnTo>
                    <a:pt x="9090530" y="116222"/>
                  </a:lnTo>
                  <a:lnTo>
                    <a:pt x="9147526" y="103693"/>
                  </a:lnTo>
                  <a:lnTo>
                    <a:pt x="9205043" y="92079"/>
                  </a:lnTo>
                  <a:lnTo>
                    <a:pt x="9263533" y="81407"/>
                  </a:lnTo>
                  <a:lnTo>
                    <a:pt x="9323612" y="71675"/>
                  </a:lnTo>
                  <a:lnTo>
                    <a:pt x="9347647" y="68128"/>
                  </a:lnTo>
                  <a:lnTo>
                    <a:pt x="9399565" y="61126"/>
                  </a:lnTo>
                  <a:lnTo>
                    <a:pt x="9453937" y="54733"/>
                  </a:lnTo>
                  <a:lnTo>
                    <a:pt x="9511450" y="48926"/>
                  </a:lnTo>
                  <a:lnTo>
                    <a:pt x="9572856" y="43663"/>
                  </a:lnTo>
                  <a:lnTo>
                    <a:pt x="9638935" y="38896"/>
                  </a:lnTo>
                  <a:lnTo>
                    <a:pt x="9710451" y="34571"/>
                  </a:lnTo>
                  <a:lnTo>
                    <a:pt x="9788101" y="30641"/>
                  </a:lnTo>
                  <a:lnTo>
                    <a:pt x="9872445" y="27064"/>
                  </a:lnTo>
                  <a:lnTo>
                    <a:pt x="9963814" y="23804"/>
                  </a:lnTo>
                  <a:lnTo>
                    <a:pt x="10062191" y="20833"/>
                  </a:lnTo>
                  <a:lnTo>
                    <a:pt x="10167071" y="18134"/>
                  </a:lnTo>
                  <a:lnTo>
                    <a:pt x="10277318" y="15697"/>
                  </a:lnTo>
                  <a:lnTo>
                    <a:pt x="10391033" y="13518"/>
                  </a:lnTo>
                  <a:lnTo>
                    <a:pt x="10505503" y="11600"/>
                  </a:lnTo>
                  <a:lnTo>
                    <a:pt x="10617269" y="9950"/>
                  </a:lnTo>
                  <a:lnTo>
                    <a:pt x="10722370" y="8571"/>
                  </a:lnTo>
                  <a:lnTo>
                    <a:pt x="10816762" y="7462"/>
                  </a:lnTo>
                  <a:lnTo>
                    <a:pt x="10896895" y="6615"/>
                  </a:lnTo>
                  <a:lnTo>
                    <a:pt x="10960293" y="6008"/>
                  </a:lnTo>
                  <a:lnTo>
                    <a:pt x="11006031" y="5611"/>
                  </a:lnTo>
                  <a:lnTo>
                    <a:pt x="11034970" y="5381"/>
                  </a:lnTo>
                  <a:lnTo>
                    <a:pt x="11049739" y="5274"/>
                  </a:lnTo>
                  <a:lnTo>
                    <a:pt x="11054536" y="524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6" y="7"/>
                  </a:lnTo>
                  <a:lnTo>
                    <a:pt x="11046263" y="58"/>
                  </a:lnTo>
                  <a:lnTo>
                    <a:pt x="11027277" y="200"/>
                  </a:lnTo>
                  <a:lnTo>
                    <a:pt x="10993082" y="479"/>
                  </a:lnTo>
                  <a:lnTo>
                    <a:pt x="10941608" y="940"/>
                  </a:lnTo>
                  <a:lnTo>
                    <a:pt x="10872585" y="1622"/>
                  </a:lnTo>
                  <a:lnTo>
                    <a:pt x="10787481" y="2553"/>
                  </a:lnTo>
                  <a:lnTo>
                    <a:pt x="10689181" y="3748"/>
                  </a:lnTo>
                  <a:lnTo>
                    <a:pt x="10581463" y="5216"/>
                  </a:lnTo>
                  <a:lnTo>
                    <a:pt x="10468400" y="6954"/>
                  </a:lnTo>
                  <a:lnTo>
                    <a:pt x="10353829" y="8957"/>
                  </a:lnTo>
                  <a:lnTo>
                    <a:pt x="10240984" y="11220"/>
                  </a:lnTo>
                  <a:lnTo>
                    <a:pt x="10132313" y="13742"/>
                  </a:lnTo>
                  <a:lnTo>
                    <a:pt x="10029455" y="16528"/>
                  </a:lnTo>
                  <a:lnTo>
                    <a:pt x="9933329" y="19590"/>
                  </a:lnTo>
                  <a:lnTo>
                    <a:pt x="9844262" y="22950"/>
                  </a:lnTo>
                  <a:lnTo>
                    <a:pt x="9762144" y="26638"/>
                  </a:lnTo>
                  <a:lnTo>
                    <a:pt x="9686558" y="30691"/>
                  </a:lnTo>
                  <a:lnTo>
                    <a:pt x="9616890" y="35154"/>
                  </a:lnTo>
                  <a:lnTo>
                    <a:pt x="9552416" y="40077"/>
                  </a:lnTo>
                  <a:lnTo>
                    <a:pt x="9492361" y="45511"/>
                  </a:lnTo>
                  <a:lnTo>
                    <a:pt x="9435950" y="51505"/>
                  </a:lnTo>
                  <a:lnTo>
                    <a:pt x="9382446" y="58095"/>
                  </a:lnTo>
                  <a:lnTo>
                    <a:pt x="9347647" y="62887"/>
                  </a:lnTo>
                  <a:lnTo>
                    <a:pt x="9286736" y="72260"/>
                  </a:lnTo>
                  <a:lnTo>
                    <a:pt x="9227711" y="82563"/>
                  </a:lnTo>
                  <a:lnTo>
                    <a:pt x="9169877" y="93811"/>
                  </a:lnTo>
                  <a:lnTo>
                    <a:pt x="9112721" y="105989"/>
                  </a:lnTo>
                  <a:lnTo>
                    <a:pt x="9055881" y="119047"/>
                  </a:lnTo>
                  <a:lnTo>
                    <a:pt x="8999117" y="132900"/>
                  </a:lnTo>
                  <a:lnTo>
                    <a:pt x="8942291" y="147428"/>
                  </a:lnTo>
                  <a:lnTo>
                    <a:pt x="8885353" y="162478"/>
                  </a:lnTo>
                  <a:lnTo>
                    <a:pt x="8828314" y="177869"/>
                  </a:lnTo>
                  <a:lnTo>
                    <a:pt x="8771227" y="193403"/>
                  </a:lnTo>
                  <a:lnTo>
                    <a:pt x="8714161" y="208874"/>
                  </a:lnTo>
                  <a:lnTo>
                    <a:pt x="8657179" y="224079"/>
                  </a:lnTo>
                  <a:lnTo>
                    <a:pt x="8600312" y="238830"/>
                  </a:lnTo>
                  <a:lnTo>
                    <a:pt x="8543535" y="252963"/>
                  </a:lnTo>
                  <a:lnTo>
                    <a:pt x="8486747" y="266343"/>
                  </a:lnTo>
                  <a:lnTo>
                    <a:pt x="8429750" y="278872"/>
                  </a:lnTo>
                  <a:lnTo>
                    <a:pt x="8372233" y="290486"/>
                  </a:lnTo>
                  <a:lnTo>
                    <a:pt x="8313744" y="301158"/>
                  </a:lnTo>
                  <a:lnTo>
                    <a:pt x="8253664" y="310890"/>
                  </a:lnTo>
                  <a:lnTo>
                    <a:pt x="8229629" y="314438"/>
                  </a:lnTo>
                  <a:lnTo>
                    <a:pt x="8177711" y="321439"/>
                  </a:lnTo>
                  <a:lnTo>
                    <a:pt x="8123339" y="327832"/>
                  </a:lnTo>
                  <a:lnTo>
                    <a:pt x="8065826" y="333640"/>
                  </a:lnTo>
                  <a:lnTo>
                    <a:pt x="8004420" y="338902"/>
                  </a:lnTo>
                  <a:lnTo>
                    <a:pt x="7938341" y="343670"/>
                  </a:lnTo>
                  <a:lnTo>
                    <a:pt x="7866825" y="347994"/>
                  </a:lnTo>
                  <a:lnTo>
                    <a:pt x="7789175" y="351924"/>
                  </a:lnTo>
                  <a:lnTo>
                    <a:pt x="7704831" y="355501"/>
                  </a:lnTo>
                  <a:lnTo>
                    <a:pt x="7613463" y="358762"/>
                  </a:lnTo>
                  <a:lnTo>
                    <a:pt x="7515086" y="361732"/>
                  </a:lnTo>
                  <a:lnTo>
                    <a:pt x="7410205" y="364431"/>
                  </a:lnTo>
                  <a:lnTo>
                    <a:pt x="7299959" y="366868"/>
                  </a:lnTo>
                  <a:lnTo>
                    <a:pt x="7186244" y="369047"/>
                  </a:lnTo>
                  <a:lnTo>
                    <a:pt x="7071774" y="370965"/>
                  </a:lnTo>
                  <a:lnTo>
                    <a:pt x="6960007" y="372616"/>
                  </a:lnTo>
                  <a:lnTo>
                    <a:pt x="6854907" y="373995"/>
                  </a:lnTo>
                  <a:lnTo>
                    <a:pt x="6760514" y="375103"/>
                  </a:lnTo>
                  <a:lnTo>
                    <a:pt x="6680381" y="375950"/>
                  </a:lnTo>
                  <a:lnTo>
                    <a:pt x="6616983" y="376557"/>
                  </a:lnTo>
                  <a:lnTo>
                    <a:pt x="6571246" y="376954"/>
                  </a:lnTo>
                  <a:lnTo>
                    <a:pt x="6542307" y="377184"/>
                  </a:lnTo>
                  <a:lnTo>
                    <a:pt x="6527538" y="377291"/>
                  </a:lnTo>
                  <a:lnTo>
                    <a:pt x="6522740" y="377323"/>
                  </a:lnTo>
                  <a:lnTo>
                    <a:pt x="6522385" y="377325"/>
                  </a:lnTo>
                  <a:lnTo>
                    <a:pt x="5527445" y="377325"/>
                  </a:lnTo>
                  <a:lnTo>
                    <a:pt x="5526346" y="377366"/>
                  </a:lnTo>
                  <a:lnTo>
                    <a:pt x="5519090" y="377657"/>
                  </a:lnTo>
                  <a:lnTo>
                    <a:pt x="5500683" y="378460"/>
                  </a:lnTo>
                  <a:lnTo>
                    <a:pt x="5467493" y="380042"/>
                  </a:lnTo>
                  <a:lnTo>
                    <a:pt x="5417452" y="382659"/>
                  </a:lnTo>
                  <a:lnTo>
                    <a:pt x="5350210" y="386529"/>
                  </a:lnTo>
                  <a:lnTo>
                    <a:pt x="5267094" y="391815"/>
                  </a:lnTo>
                  <a:lnTo>
                    <a:pt x="5170814" y="398618"/>
                  </a:lnTo>
                  <a:lnTo>
                    <a:pt x="5064976" y="406979"/>
                  </a:lnTo>
                  <a:lnTo>
                    <a:pt x="4953519" y="416891"/>
                  </a:lnTo>
                  <a:lnTo>
                    <a:pt x="4840199" y="428327"/>
                  </a:lnTo>
                  <a:lnTo>
                    <a:pt x="4728226" y="441256"/>
                  </a:lnTo>
                  <a:lnTo>
                    <a:pt x="4620066" y="455667"/>
                  </a:lnTo>
                  <a:lnTo>
                    <a:pt x="4517412" y="471584"/>
                  </a:lnTo>
                  <a:lnTo>
                    <a:pt x="4421246" y="489072"/>
                  </a:lnTo>
                  <a:lnTo>
                    <a:pt x="4331966" y="508245"/>
                  </a:lnTo>
                  <a:lnTo>
                    <a:pt x="4249528" y="529262"/>
                  </a:lnTo>
                  <a:lnTo>
                    <a:pt x="4173573" y="552330"/>
                  </a:lnTo>
                  <a:lnTo>
                    <a:pt x="4103537" y="577696"/>
                  </a:lnTo>
                  <a:lnTo>
                    <a:pt x="4038735" y="605636"/>
                  </a:lnTo>
                  <a:lnTo>
                    <a:pt x="3978424" y="636442"/>
                  </a:lnTo>
                  <a:lnTo>
                    <a:pt x="3921849" y="670397"/>
                  </a:lnTo>
                  <a:lnTo>
                    <a:pt x="3868287" y="707729"/>
                  </a:lnTo>
                  <a:lnTo>
                    <a:pt x="3820202" y="745916"/>
                  </a:lnTo>
                  <a:lnTo>
                    <a:pt x="3772081" y="788698"/>
                  </a:lnTo>
                  <a:lnTo>
                    <a:pt x="3725231" y="834836"/>
                  </a:lnTo>
                  <a:lnTo>
                    <a:pt x="3679284" y="884397"/>
                  </a:lnTo>
                  <a:lnTo>
                    <a:pt x="3633945" y="937385"/>
                  </a:lnTo>
                  <a:lnTo>
                    <a:pt x="3588985" y="993733"/>
                  </a:lnTo>
                  <a:lnTo>
                    <a:pt x="3544229" y="1053295"/>
                  </a:lnTo>
                  <a:lnTo>
                    <a:pt x="3499553" y="1115848"/>
                  </a:lnTo>
                  <a:lnTo>
                    <a:pt x="3454872" y="1181085"/>
                  </a:lnTo>
                  <a:lnTo>
                    <a:pt x="3410136" y="1248622"/>
                  </a:lnTo>
                  <a:lnTo>
                    <a:pt x="3365329" y="1318003"/>
                  </a:lnTo>
                  <a:lnTo>
                    <a:pt x="3320456" y="1388717"/>
                  </a:lnTo>
                  <a:lnTo>
                    <a:pt x="3275540" y="1460203"/>
                  </a:lnTo>
                  <a:lnTo>
                    <a:pt x="3230612" y="1531879"/>
                  </a:lnTo>
                  <a:lnTo>
                    <a:pt x="3185707" y="1603152"/>
                  </a:lnTo>
                  <a:lnTo>
                    <a:pt x="3140856" y="1673447"/>
                  </a:lnTo>
                  <a:lnTo>
                    <a:pt x="3096076" y="1742219"/>
                  </a:lnTo>
                  <a:lnTo>
                    <a:pt x="3051364" y="1808973"/>
                  </a:lnTo>
                  <a:lnTo>
                    <a:pt x="3006691" y="1873280"/>
                  </a:lnTo>
                  <a:lnTo>
                    <a:pt x="2961998" y="1934784"/>
                  </a:lnTo>
                  <a:lnTo>
                    <a:pt x="2917186" y="1993206"/>
                  </a:lnTo>
                  <a:lnTo>
                    <a:pt x="2872111" y="2048353"/>
                  </a:lnTo>
                  <a:lnTo>
                    <a:pt x="2826582" y="2100106"/>
                  </a:lnTo>
                  <a:lnTo>
                    <a:pt x="2780346" y="2148427"/>
                  </a:lnTo>
                  <a:lnTo>
                    <a:pt x="2733085" y="2193341"/>
                  </a:lnTo>
                  <a:lnTo>
                    <a:pt x="2702183" y="2220281"/>
                  </a:lnTo>
                  <a:lnTo>
                    <a:pt x="2650848" y="2260887"/>
                  </a:lnTo>
                  <a:lnTo>
                    <a:pt x="2597119" y="2298005"/>
                  </a:lnTo>
                  <a:lnTo>
                    <a:pt x="2540335" y="2331757"/>
                  </a:lnTo>
                  <a:lnTo>
                    <a:pt x="2479766" y="2362377"/>
                  </a:lnTo>
                  <a:lnTo>
                    <a:pt x="2414661" y="2390148"/>
                  </a:lnTo>
                  <a:lnTo>
                    <a:pt x="2344277" y="2415363"/>
                  </a:lnTo>
                  <a:lnTo>
                    <a:pt x="2267934" y="2438298"/>
                  </a:lnTo>
                  <a:lnTo>
                    <a:pt x="2185080" y="2459195"/>
                  </a:lnTo>
                  <a:lnTo>
                    <a:pt x="2095370" y="2478259"/>
                  </a:lnTo>
                  <a:lnTo>
                    <a:pt x="1998784" y="2495647"/>
                  </a:lnTo>
                  <a:lnTo>
                    <a:pt x="1895753" y="2511468"/>
                  </a:lnTo>
                  <a:lnTo>
                    <a:pt x="1787300" y="2525788"/>
                  </a:lnTo>
                  <a:lnTo>
                    <a:pt x="1675163" y="2538624"/>
                  </a:lnTo>
                  <a:lnTo>
                    <a:pt x="1561858" y="2549966"/>
                  </a:lnTo>
                  <a:lnTo>
                    <a:pt x="1450636" y="2559783"/>
                  </a:lnTo>
                  <a:lnTo>
                    <a:pt x="1345278" y="2568047"/>
                  </a:lnTo>
                  <a:lnTo>
                    <a:pt x="1249716" y="2574755"/>
                  </a:lnTo>
                  <a:lnTo>
                    <a:pt x="1167518" y="2579949"/>
                  </a:lnTo>
                  <a:lnTo>
                    <a:pt x="1101321" y="2583736"/>
                  </a:lnTo>
                  <a:lnTo>
                    <a:pt x="1052354" y="2586281"/>
                  </a:lnTo>
                  <a:lnTo>
                    <a:pt x="1020159" y="2587808"/>
                  </a:lnTo>
                  <a:lnTo>
                    <a:pt x="1002566" y="2588571"/>
                  </a:lnTo>
                  <a:lnTo>
                    <a:pt x="995849" y="2588839"/>
                  </a:lnTo>
                  <a:lnTo>
                    <a:pt x="994940" y="2588873"/>
                  </a:lnTo>
                  <a:lnTo>
                    <a:pt x="0" y="2588873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55" name="pl1254"/>
            <p:cNvSpPr/>
            <p:nvPr/>
          </p:nvSpPr>
          <p:spPr>
            <a:xfrm>
              <a:off x="1199187" y="2185179"/>
              <a:ext cx="12049831" cy="2588873"/>
            </a:xfrm>
            <a:custGeom>
              <a:avLst/>
              <a:pathLst>
                <a:path w="12049831" h="2588873">
                  <a:moveTo>
                    <a:pt x="0" y="2588873"/>
                  </a:moveTo>
                  <a:lnTo>
                    <a:pt x="994940" y="2588873"/>
                  </a:lnTo>
                  <a:lnTo>
                    <a:pt x="996039" y="2588832"/>
                  </a:lnTo>
                  <a:lnTo>
                    <a:pt x="1003295" y="2588541"/>
                  </a:lnTo>
                  <a:lnTo>
                    <a:pt x="1021702" y="2587738"/>
                  </a:lnTo>
                  <a:lnTo>
                    <a:pt x="1054892" y="2586155"/>
                  </a:lnTo>
                  <a:lnTo>
                    <a:pt x="1104933" y="2583539"/>
                  </a:lnTo>
                  <a:lnTo>
                    <a:pt x="1172175" y="2579669"/>
                  </a:lnTo>
                  <a:lnTo>
                    <a:pt x="1255291" y="2574383"/>
                  </a:lnTo>
                  <a:lnTo>
                    <a:pt x="1351571" y="2567580"/>
                  </a:lnTo>
                  <a:lnTo>
                    <a:pt x="1457409" y="2559219"/>
                  </a:lnTo>
                  <a:lnTo>
                    <a:pt x="1568866" y="2549306"/>
                  </a:lnTo>
                  <a:lnTo>
                    <a:pt x="1682186" y="2537871"/>
                  </a:lnTo>
                  <a:lnTo>
                    <a:pt x="1794159" y="2524942"/>
                  </a:lnTo>
                  <a:lnTo>
                    <a:pt x="1902319" y="2510531"/>
                  </a:lnTo>
                  <a:lnTo>
                    <a:pt x="2004973" y="2494614"/>
                  </a:lnTo>
                  <a:lnTo>
                    <a:pt x="2101139" y="2477126"/>
                  </a:lnTo>
                  <a:lnTo>
                    <a:pt x="2190419" y="2457953"/>
                  </a:lnTo>
                  <a:lnTo>
                    <a:pt x="2272857" y="2436936"/>
                  </a:lnTo>
                  <a:lnTo>
                    <a:pt x="2348812" y="2413868"/>
                  </a:lnTo>
                  <a:lnTo>
                    <a:pt x="2418848" y="2388502"/>
                  </a:lnTo>
                  <a:lnTo>
                    <a:pt x="2483650" y="2360562"/>
                  </a:lnTo>
                  <a:lnTo>
                    <a:pt x="2543961" y="2329756"/>
                  </a:lnTo>
                  <a:lnTo>
                    <a:pt x="2600536" y="2295801"/>
                  </a:lnTo>
                  <a:lnTo>
                    <a:pt x="2654098" y="2258469"/>
                  </a:lnTo>
                  <a:lnTo>
                    <a:pt x="2702183" y="2220281"/>
                  </a:lnTo>
                  <a:lnTo>
                    <a:pt x="2750304" y="2177500"/>
                  </a:lnTo>
                  <a:lnTo>
                    <a:pt x="2797154" y="2131362"/>
                  </a:lnTo>
                  <a:lnTo>
                    <a:pt x="2843101" y="2081801"/>
                  </a:lnTo>
                  <a:lnTo>
                    <a:pt x="2888440" y="2028813"/>
                  </a:lnTo>
                  <a:lnTo>
                    <a:pt x="2933400" y="1972465"/>
                  </a:lnTo>
                  <a:lnTo>
                    <a:pt x="2978156" y="1912902"/>
                  </a:lnTo>
                  <a:lnTo>
                    <a:pt x="3022832" y="1850350"/>
                  </a:lnTo>
                  <a:lnTo>
                    <a:pt x="3067513" y="1785113"/>
                  </a:lnTo>
                  <a:lnTo>
                    <a:pt x="3112249" y="1717576"/>
                  </a:lnTo>
                  <a:lnTo>
                    <a:pt x="3157055" y="1648194"/>
                  </a:lnTo>
                  <a:lnTo>
                    <a:pt x="3201929" y="1577481"/>
                  </a:lnTo>
                  <a:lnTo>
                    <a:pt x="3246845" y="1505995"/>
                  </a:lnTo>
                  <a:lnTo>
                    <a:pt x="3291773" y="1434319"/>
                  </a:lnTo>
                  <a:lnTo>
                    <a:pt x="3336678" y="1363046"/>
                  </a:lnTo>
                  <a:lnTo>
                    <a:pt x="3381529" y="1292751"/>
                  </a:lnTo>
                  <a:lnTo>
                    <a:pt x="3426309" y="1223979"/>
                  </a:lnTo>
                  <a:lnTo>
                    <a:pt x="3471021" y="1157225"/>
                  </a:lnTo>
                  <a:lnTo>
                    <a:pt x="3515694" y="1092918"/>
                  </a:lnTo>
                  <a:lnTo>
                    <a:pt x="3560387" y="1031414"/>
                  </a:lnTo>
                  <a:lnTo>
                    <a:pt x="3605199" y="972992"/>
                  </a:lnTo>
                  <a:lnTo>
                    <a:pt x="3650274" y="917845"/>
                  </a:lnTo>
                  <a:lnTo>
                    <a:pt x="3695803" y="866092"/>
                  </a:lnTo>
                  <a:lnTo>
                    <a:pt x="3742039" y="817771"/>
                  </a:lnTo>
                  <a:lnTo>
                    <a:pt x="3789300" y="772857"/>
                  </a:lnTo>
                  <a:lnTo>
                    <a:pt x="3820202" y="745916"/>
                  </a:lnTo>
                  <a:lnTo>
                    <a:pt x="3871537" y="705311"/>
                  </a:lnTo>
                  <a:lnTo>
                    <a:pt x="3925266" y="668193"/>
                  </a:lnTo>
                  <a:lnTo>
                    <a:pt x="3982050" y="634441"/>
                  </a:lnTo>
                  <a:lnTo>
                    <a:pt x="4042619" y="603821"/>
                  </a:lnTo>
                  <a:lnTo>
                    <a:pt x="4107724" y="576050"/>
                  </a:lnTo>
                  <a:lnTo>
                    <a:pt x="4178108" y="550835"/>
                  </a:lnTo>
                  <a:lnTo>
                    <a:pt x="4254451" y="527900"/>
                  </a:lnTo>
                  <a:lnTo>
                    <a:pt x="4337305" y="507003"/>
                  </a:lnTo>
                  <a:lnTo>
                    <a:pt x="4427015" y="487939"/>
                  </a:lnTo>
                  <a:lnTo>
                    <a:pt x="4523601" y="470551"/>
                  </a:lnTo>
                  <a:lnTo>
                    <a:pt x="4626632" y="454729"/>
                  </a:lnTo>
                  <a:lnTo>
                    <a:pt x="4735085" y="440410"/>
                  </a:lnTo>
                  <a:lnTo>
                    <a:pt x="4847222" y="427574"/>
                  </a:lnTo>
                  <a:lnTo>
                    <a:pt x="4960527" y="416232"/>
                  </a:lnTo>
                  <a:lnTo>
                    <a:pt x="5071749" y="406415"/>
                  </a:lnTo>
                  <a:lnTo>
                    <a:pt x="5177107" y="398151"/>
                  </a:lnTo>
                  <a:lnTo>
                    <a:pt x="5272669" y="391443"/>
                  </a:lnTo>
                  <a:lnTo>
                    <a:pt x="5354867" y="386249"/>
                  </a:lnTo>
                  <a:lnTo>
                    <a:pt x="5421064" y="382462"/>
                  </a:lnTo>
                  <a:lnTo>
                    <a:pt x="5470031" y="379917"/>
                  </a:lnTo>
                  <a:lnTo>
                    <a:pt x="5502226" y="378390"/>
                  </a:lnTo>
                  <a:lnTo>
                    <a:pt x="5519819" y="377626"/>
                  </a:lnTo>
                  <a:lnTo>
                    <a:pt x="5526536" y="377359"/>
                  </a:lnTo>
                  <a:lnTo>
                    <a:pt x="5527445" y="377325"/>
                  </a:lnTo>
                  <a:lnTo>
                    <a:pt x="6522385" y="377325"/>
                  </a:lnTo>
                  <a:lnTo>
                    <a:pt x="6523521" y="377318"/>
                  </a:lnTo>
                  <a:lnTo>
                    <a:pt x="6531013" y="377267"/>
                  </a:lnTo>
                  <a:lnTo>
                    <a:pt x="6550000" y="377125"/>
                  </a:lnTo>
                  <a:lnTo>
                    <a:pt x="6584195" y="376846"/>
                  </a:lnTo>
                  <a:lnTo>
                    <a:pt x="6635668" y="376384"/>
                  </a:lnTo>
                  <a:lnTo>
                    <a:pt x="6704691" y="375703"/>
                  </a:lnTo>
                  <a:lnTo>
                    <a:pt x="6789796" y="374772"/>
                  </a:lnTo>
                  <a:lnTo>
                    <a:pt x="6888096" y="373576"/>
                  </a:lnTo>
                  <a:lnTo>
                    <a:pt x="6995813" y="372108"/>
                  </a:lnTo>
                  <a:lnTo>
                    <a:pt x="7108876" y="370370"/>
                  </a:lnTo>
                  <a:lnTo>
                    <a:pt x="7223447" y="368367"/>
                  </a:lnTo>
                  <a:lnTo>
                    <a:pt x="7336293" y="366104"/>
                  </a:lnTo>
                  <a:lnTo>
                    <a:pt x="7444964" y="363583"/>
                  </a:lnTo>
                  <a:lnTo>
                    <a:pt x="7547821" y="360797"/>
                  </a:lnTo>
                  <a:lnTo>
                    <a:pt x="7643948" y="357735"/>
                  </a:lnTo>
                  <a:lnTo>
                    <a:pt x="7733015" y="354375"/>
                  </a:lnTo>
                  <a:lnTo>
                    <a:pt x="7815133" y="350687"/>
                  </a:lnTo>
                  <a:lnTo>
                    <a:pt x="7890719" y="346634"/>
                  </a:lnTo>
                  <a:lnTo>
                    <a:pt x="7960386" y="342171"/>
                  </a:lnTo>
                  <a:lnTo>
                    <a:pt x="8024860" y="337248"/>
                  </a:lnTo>
                  <a:lnTo>
                    <a:pt x="8084916" y="331813"/>
                  </a:lnTo>
                  <a:lnTo>
                    <a:pt x="8141327" y="325820"/>
                  </a:lnTo>
                  <a:lnTo>
                    <a:pt x="8194831" y="319230"/>
                  </a:lnTo>
                  <a:lnTo>
                    <a:pt x="8229629" y="314438"/>
                  </a:lnTo>
                  <a:lnTo>
                    <a:pt x="8290540" y="305065"/>
                  </a:lnTo>
                  <a:lnTo>
                    <a:pt x="8349566" y="294761"/>
                  </a:lnTo>
                  <a:lnTo>
                    <a:pt x="8407400" y="283513"/>
                  </a:lnTo>
                  <a:lnTo>
                    <a:pt x="8464555" y="271336"/>
                  </a:lnTo>
                  <a:lnTo>
                    <a:pt x="8521395" y="258278"/>
                  </a:lnTo>
                  <a:lnTo>
                    <a:pt x="8578160" y="244424"/>
                  </a:lnTo>
                  <a:lnTo>
                    <a:pt x="8634985" y="229896"/>
                  </a:lnTo>
                  <a:lnTo>
                    <a:pt x="8691923" y="214847"/>
                  </a:lnTo>
                  <a:lnTo>
                    <a:pt x="8748962" y="199456"/>
                  </a:lnTo>
                  <a:lnTo>
                    <a:pt x="8806050" y="183922"/>
                  </a:lnTo>
                  <a:lnTo>
                    <a:pt x="8863116" y="168451"/>
                  </a:lnTo>
                  <a:lnTo>
                    <a:pt x="8920097" y="153246"/>
                  </a:lnTo>
                  <a:lnTo>
                    <a:pt x="8976964" y="138494"/>
                  </a:lnTo>
                  <a:lnTo>
                    <a:pt x="9033742" y="124362"/>
                  </a:lnTo>
                  <a:lnTo>
                    <a:pt x="9090530" y="110981"/>
                  </a:lnTo>
                  <a:lnTo>
                    <a:pt x="9147526" y="98453"/>
                  </a:lnTo>
                  <a:lnTo>
                    <a:pt x="9205043" y="86838"/>
                  </a:lnTo>
                  <a:lnTo>
                    <a:pt x="9263533" y="76167"/>
                  </a:lnTo>
                  <a:lnTo>
                    <a:pt x="9323612" y="66434"/>
                  </a:lnTo>
                  <a:lnTo>
                    <a:pt x="9347647" y="62887"/>
                  </a:lnTo>
                  <a:lnTo>
                    <a:pt x="9399565" y="55886"/>
                  </a:lnTo>
                  <a:lnTo>
                    <a:pt x="9453937" y="49492"/>
                  </a:lnTo>
                  <a:lnTo>
                    <a:pt x="9511450" y="43685"/>
                  </a:lnTo>
                  <a:lnTo>
                    <a:pt x="9572856" y="38423"/>
                  </a:lnTo>
                  <a:lnTo>
                    <a:pt x="9638935" y="33655"/>
                  </a:lnTo>
                  <a:lnTo>
                    <a:pt x="9710451" y="29331"/>
                  </a:lnTo>
                  <a:lnTo>
                    <a:pt x="9788101" y="25401"/>
                  </a:lnTo>
                  <a:lnTo>
                    <a:pt x="9872445" y="21823"/>
                  </a:lnTo>
                  <a:lnTo>
                    <a:pt x="9963814" y="18563"/>
                  </a:lnTo>
                  <a:lnTo>
                    <a:pt x="10062191" y="15593"/>
                  </a:lnTo>
                  <a:lnTo>
                    <a:pt x="10167071" y="12894"/>
                  </a:lnTo>
                  <a:lnTo>
                    <a:pt x="10277318" y="10456"/>
                  </a:lnTo>
                  <a:lnTo>
                    <a:pt x="10391033" y="8277"/>
                  </a:lnTo>
                  <a:lnTo>
                    <a:pt x="10505503" y="6360"/>
                  </a:lnTo>
                  <a:lnTo>
                    <a:pt x="10617269" y="4709"/>
                  </a:lnTo>
                  <a:lnTo>
                    <a:pt x="10722370" y="3330"/>
                  </a:lnTo>
                  <a:lnTo>
                    <a:pt x="10816762" y="2221"/>
                  </a:lnTo>
                  <a:lnTo>
                    <a:pt x="10896895" y="1374"/>
                  </a:lnTo>
                  <a:lnTo>
                    <a:pt x="10960293" y="768"/>
                  </a:lnTo>
                  <a:lnTo>
                    <a:pt x="11006031" y="370"/>
                  </a:lnTo>
                  <a:lnTo>
                    <a:pt x="11034970" y="141"/>
                  </a:lnTo>
                  <a:lnTo>
                    <a:pt x="11049739" y="34"/>
                  </a:lnTo>
                  <a:lnTo>
                    <a:pt x="11054536" y="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6" name="pl1255"/>
            <p:cNvSpPr/>
            <p:nvPr/>
          </p:nvSpPr>
          <p:spPr>
            <a:xfrm>
              <a:off x="1199187" y="2179939"/>
              <a:ext cx="12049831" cy="2588873"/>
            </a:xfrm>
            <a:custGeom>
              <a:avLst/>
              <a:pathLst>
                <a:path w="12049831" h="2588873">
                  <a:moveTo>
                    <a:pt x="12049831" y="0"/>
                  </a:moveTo>
                  <a:lnTo>
                    <a:pt x="11054891" y="0"/>
                  </a:lnTo>
                  <a:lnTo>
                    <a:pt x="11053756" y="7"/>
                  </a:lnTo>
                  <a:lnTo>
                    <a:pt x="11046263" y="58"/>
                  </a:lnTo>
                  <a:lnTo>
                    <a:pt x="11027277" y="200"/>
                  </a:lnTo>
                  <a:lnTo>
                    <a:pt x="10993082" y="479"/>
                  </a:lnTo>
                  <a:lnTo>
                    <a:pt x="10941608" y="940"/>
                  </a:lnTo>
                  <a:lnTo>
                    <a:pt x="10872585" y="1622"/>
                  </a:lnTo>
                  <a:lnTo>
                    <a:pt x="10787481" y="2553"/>
                  </a:lnTo>
                  <a:lnTo>
                    <a:pt x="10689181" y="3748"/>
                  </a:lnTo>
                  <a:lnTo>
                    <a:pt x="10581463" y="5216"/>
                  </a:lnTo>
                  <a:lnTo>
                    <a:pt x="10468400" y="6954"/>
                  </a:lnTo>
                  <a:lnTo>
                    <a:pt x="10353829" y="8957"/>
                  </a:lnTo>
                  <a:lnTo>
                    <a:pt x="10240984" y="11220"/>
                  </a:lnTo>
                  <a:lnTo>
                    <a:pt x="10132313" y="13742"/>
                  </a:lnTo>
                  <a:lnTo>
                    <a:pt x="10029455" y="16528"/>
                  </a:lnTo>
                  <a:lnTo>
                    <a:pt x="9933329" y="19590"/>
                  </a:lnTo>
                  <a:lnTo>
                    <a:pt x="9844262" y="22950"/>
                  </a:lnTo>
                  <a:lnTo>
                    <a:pt x="9762144" y="26638"/>
                  </a:lnTo>
                  <a:lnTo>
                    <a:pt x="9686558" y="30691"/>
                  </a:lnTo>
                  <a:lnTo>
                    <a:pt x="9616890" y="35154"/>
                  </a:lnTo>
                  <a:lnTo>
                    <a:pt x="9552416" y="40077"/>
                  </a:lnTo>
                  <a:lnTo>
                    <a:pt x="9492361" y="45511"/>
                  </a:lnTo>
                  <a:lnTo>
                    <a:pt x="9435950" y="51505"/>
                  </a:lnTo>
                  <a:lnTo>
                    <a:pt x="9382446" y="58095"/>
                  </a:lnTo>
                  <a:lnTo>
                    <a:pt x="9347647" y="62887"/>
                  </a:lnTo>
                  <a:lnTo>
                    <a:pt x="9286736" y="72260"/>
                  </a:lnTo>
                  <a:lnTo>
                    <a:pt x="9227711" y="82563"/>
                  </a:lnTo>
                  <a:lnTo>
                    <a:pt x="9169877" y="93811"/>
                  </a:lnTo>
                  <a:lnTo>
                    <a:pt x="9112721" y="105989"/>
                  </a:lnTo>
                  <a:lnTo>
                    <a:pt x="9055881" y="119047"/>
                  </a:lnTo>
                  <a:lnTo>
                    <a:pt x="8999117" y="132900"/>
                  </a:lnTo>
                  <a:lnTo>
                    <a:pt x="8942291" y="147428"/>
                  </a:lnTo>
                  <a:lnTo>
                    <a:pt x="8885353" y="162478"/>
                  </a:lnTo>
                  <a:lnTo>
                    <a:pt x="8828314" y="177869"/>
                  </a:lnTo>
                  <a:lnTo>
                    <a:pt x="8771227" y="193403"/>
                  </a:lnTo>
                  <a:lnTo>
                    <a:pt x="8714161" y="208874"/>
                  </a:lnTo>
                  <a:lnTo>
                    <a:pt x="8657179" y="224079"/>
                  </a:lnTo>
                  <a:lnTo>
                    <a:pt x="8600312" y="238830"/>
                  </a:lnTo>
                  <a:lnTo>
                    <a:pt x="8543535" y="252963"/>
                  </a:lnTo>
                  <a:lnTo>
                    <a:pt x="8486747" y="266343"/>
                  </a:lnTo>
                  <a:lnTo>
                    <a:pt x="8429750" y="278872"/>
                  </a:lnTo>
                  <a:lnTo>
                    <a:pt x="8372233" y="290486"/>
                  </a:lnTo>
                  <a:lnTo>
                    <a:pt x="8313744" y="301158"/>
                  </a:lnTo>
                  <a:lnTo>
                    <a:pt x="8253664" y="310890"/>
                  </a:lnTo>
                  <a:lnTo>
                    <a:pt x="8229629" y="314438"/>
                  </a:lnTo>
                  <a:lnTo>
                    <a:pt x="8177711" y="321439"/>
                  </a:lnTo>
                  <a:lnTo>
                    <a:pt x="8123339" y="327832"/>
                  </a:lnTo>
                  <a:lnTo>
                    <a:pt x="8065826" y="333640"/>
                  </a:lnTo>
                  <a:lnTo>
                    <a:pt x="8004420" y="338902"/>
                  </a:lnTo>
                  <a:lnTo>
                    <a:pt x="7938341" y="343670"/>
                  </a:lnTo>
                  <a:lnTo>
                    <a:pt x="7866825" y="347994"/>
                  </a:lnTo>
                  <a:lnTo>
                    <a:pt x="7789175" y="351924"/>
                  </a:lnTo>
                  <a:lnTo>
                    <a:pt x="7704831" y="355501"/>
                  </a:lnTo>
                  <a:lnTo>
                    <a:pt x="7613463" y="358762"/>
                  </a:lnTo>
                  <a:lnTo>
                    <a:pt x="7515086" y="361732"/>
                  </a:lnTo>
                  <a:lnTo>
                    <a:pt x="7410205" y="364431"/>
                  </a:lnTo>
                  <a:lnTo>
                    <a:pt x="7299959" y="366868"/>
                  </a:lnTo>
                  <a:lnTo>
                    <a:pt x="7186244" y="369047"/>
                  </a:lnTo>
                  <a:lnTo>
                    <a:pt x="7071774" y="370965"/>
                  </a:lnTo>
                  <a:lnTo>
                    <a:pt x="6960007" y="372616"/>
                  </a:lnTo>
                  <a:lnTo>
                    <a:pt x="6854907" y="373995"/>
                  </a:lnTo>
                  <a:lnTo>
                    <a:pt x="6760514" y="375103"/>
                  </a:lnTo>
                  <a:lnTo>
                    <a:pt x="6680381" y="375950"/>
                  </a:lnTo>
                  <a:lnTo>
                    <a:pt x="6616983" y="376557"/>
                  </a:lnTo>
                  <a:lnTo>
                    <a:pt x="6571246" y="376954"/>
                  </a:lnTo>
                  <a:lnTo>
                    <a:pt x="6542307" y="377184"/>
                  </a:lnTo>
                  <a:lnTo>
                    <a:pt x="6527538" y="377291"/>
                  </a:lnTo>
                  <a:lnTo>
                    <a:pt x="6522740" y="377323"/>
                  </a:lnTo>
                  <a:lnTo>
                    <a:pt x="6522385" y="377325"/>
                  </a:lnTo>
                  <a:lnTo>
                    <a:pt x="5527445" y="377325"/>
                  </a:lnTo>
                  <a:lnTo>
                    <a:pt x="5526346" y="377366"/>
                  </a:lnTo>
                  <a:lnTo>
                    <a:pt x="5519090" y="377657"/>
                  </a:lnTo>
                  <a:lnTo>
                    <a:pt x="5500683" y="378460"/>
                  </a:lnTo>
                  <a:lnTo>
                    <a:pt x="5467493" y="380042"/>
                  </a:lnTo>
                  <a:lnTo>
                    <a:pt x="5417452" y="382659"/>
                  </a:lnTo>
                  <a:lnTo>
                    <a:pt x="5350210" y="386529"/>
                  </a:lnTo>
                  <a:lnTo>
                    <a:pt x="5267094" y="391815"/>
                  </a:lnTo>
                  <a:lnTo>
                    <a:pt x="5170814" y="398618"/>
                  </a:lnTo>
                  <a:lnTo>
                    <a:pt x="5064976" y="406979"/>
                  </a:lnTo>
                  <a:lnTo>
                    <a:pt x="4953519" y="416891"/>
                  </a:lnTo>
                  <a:lnTo>
                    <a:pt x="4840199" y="428327"/>
                  </a:lnTo>
                  <a:lnTo>
                    <a:pt x="4728226" y="441256"/>
                  </a:lnTo>
                  <a:lnTo>
                    <a:pt x="4620066" y="455667"/>
                  </a:lnTo>
                  <a:lnTo>
                    <a:pt x="4517412" y="471584"/>
                  </a:lnTo>
                  <a:lnTo>
                    <a:pt x="4421246" y="489072"/>
                  </a:lnTo>
                  <a:lnTo>
                    <a:pt x="4331966" y="508245"/>
                  </a:lnTo>
                  <a:lnTo>
                    <a:pt x="4249528" y="529262"/>
                  </a:lnTo>
                  <a:lnTo>
                    <a:pt x="4173573" y="552330"/>
                  </a:lnTo>
                  <a:lnTo>
                    <a:pt x="4103537" y="577696"/>
                  </a:lnTo>
                  <a:lnTo>
                    <a:pt x="4038735" y="605636"/>
                  </a:lnTo>
                  <a:lnTo>
                    <a:pt x="3978424" y="636442"/>
                  </a:lnTo>
                  <a:lnTo>
                    <a:pt x="3921849" y="670397"/>
                  </a:lnTo>
                  <a:lnTo>
                    <a:pt x="3868287" y="707729"/>
                  </a:lnTo>
                  <a:lnTo>
                    <a:pt x="3820202" y="745916"/>
                  </a:lnTo>
                  <a:lnTo>
                    <a:pt x="3772081" y="788698"/>
                  </a:lnTo>
                  <a:lnTo>
                    <a:pt x="3725231" y="834836"/>
                  </a:lnTo>
                  <a:lnTo>
                    <a:pt x="3679284" y="884397"/>
                  </a:lnTo>
                  <a:lnTo>
                    <a:pt x="3633945" y="937385"/>
                  </a:lnTo>
                  <a:lnTo>
                    <a:pt x="3588985" y="993733"/>
                  </a:lnTo>
                  <a:lnTo>
                    <a:pt x="3544229" y="1053295"/>
                  </a:lnTo>
                  <a:lnTo>
                    <a:pt x="3499553" y="1115848"/>
                  </a:lnTo>
                  <a:lnTo>
                    <a:pt x="3454872" y="1181085"/>
                  </a:lnTo>
                  <a:lnTo>
                    <a:pt x="3410136" y="1248622"/>
                  </a:lnTo>
                  <a:lnTo>
                    <a:pt x="3365329" y="1318003"/>
                  </a:lnTo>
                  <a:lnTo>
                    <a:pt x="3320456" y="1388717"/>
                  </a:lnTo>
                  <a:lnTo>
                    <a:pt x="3275540" y="1460203"/>
                  </a:lnTo>
                  <a:lnTo>
                    <a:pt x="3230612" y="1531879"/>
                  </a:lnTo>
                  <a:lnTo>
                    <a:pt x="3185707" y="1603152"/>
                  </a:lnTo>
                  <a:lnTo>
                    <a:pt x="3140856" y="1673447"/>
                  </a:lnTo>
                  <a:lnTo>
                    <a:pt x="3096076" y="1742219"/>
                  </a:lnTo>
                  <a:lnTo>
                    <a:pt x="3051364" y="1808973"/>
                  </a:lnTo>
                  <a:lnTo>
                    <a:pt x="3006691" y="1873280"/>
                  </a:lnTo>
                  <a:lnTo>
                    <a:pt x="2961998" y="1934784"/>
                  </a:lnTo>
                  <a:lnTo>
                    <a:pt x="2917186" y="1993206"/>
                  </a:lnTo>
                  <a:lnTo>
                    <a:pt x="2872111" y="2048353"/>
                  </a:lnTo>
                  <a:lnTo>
                    <a:pt x="2826582" y="2100106"/>
                  </a:lnTo>
                  <a:lnTo>
                    <a:pt x="2780346" y="2148427"/>
                  </a:lnTo>
                  <a:lnTo>
                    <a:pt x="2733085" y="2193341"/>
                  </a:lnTo>
                  <a:lnTo>
                    <a:pt x="2702183" y="2220281"/>
                  </a:lnTo>
                  <a:lnTo>
                    <a:pt x="2650848" y="2260887"/>
                  </a:lnTo>
                  <a:lnTo>
                    <a:pt x="2597119" y="2298005"/>
                  </a:lnTo>
                  <a:lnTo>
                    <a:pt x="2540335" y="2331757"/>
                  </a:lnTo>
                  <a:lnTo>
                    <a:pt x="2479766" y="2362377"/>
                  </a:lnTo>
                  <a:lnTo>
                    <a:pt x="2414661" y="2390148"/>
                  </a:lnTo>
                  <a:lnTo>
                    <a:pt x="2344277" y="2415363"/>
                  </a:lnTo>
                  <a:lnTo>
                    <a:pt x="2267934" y="2438298"/>
                  </a:lnTo>
                  <a:lnTo>
                    <a:pt x="2185080" y="2459195"/>
                  </a:lnTo>
                  <a:lnTo>
                    <a:pt x="2095370" y="2478259"/>
                  </a:lnTo>
                  <a:lnTo>
                    <a:pt x="1998784" y="2495647"/>
                  </a:lnTo>
                  <a:lnTo>
                    <a:pt x="1895753" y="2511468"/>
                  </a:lnTo>
                  <a:lnTo>
                    <a:pt x="1787300" y="2525788"/>
                  </a:lnTo>
                  <a:lnTo>
                    <a:pt x="1675163" y="2538624"/>
                  </a:lnTo>
                  <a:lnTo>
                    <a:pt x="1561858" y="2549966"/>
                  </a:lnTo>
                  <a:lnTo>
                    <a:pt x="1450636" y="2559783"/>
                  </a:lnTo>
                  <a:lnTo>
                    <a:pt x="1345278" y="2568047"/>
                  </a:lnTo>
                  <a:lnTo>
                    <a:pt x="1249716" y="2574755"/>
                  </a:lnTo>
                  <a:lnTo>
                    <a:pt x="1167518" y="2579949"/>
                  </a:lnTo>
                  <a:lnTo>
                    <a:pt x="1101321" y="2583736"/>
                  </a:lnTo>
                  <a:lnTo>
                    <a:pt x="1052354" y="2586281"/>
                  </a:lnTo>
                  <a:lnTo>
                    <a:pt x="1020159" y="2587808"/>
                  </a:lnTo>
                  <a:lnTo>
                    <a:pt x="1002566" y="2588571"/>
                  </a:lnTo>
                  <a:lnTo>
                    <a:pt x="995849" y="2588839"/>
                  </a:lnTo>
                  <a:lnTo>
                    <a:pt x="994940" y="2588873"/>
                  </a:lnTo>
                  <a:lnTo>
                    <a:pt x="0" y="2588873"/>
                  </a:lnTo>
                  <a:lnTo>
                    <a:pt x="0" y="25888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7" name="pg1256"/>
            <p:cNvSpPr/>
            <p:nvPr/>
          </p:nvSpPr>
          <p:spPr>
            <a:xfrm>
              <a:off x="1199187" y="2724965"/>
              <a:ext cx="12049831" cy="3139139"/>
            </a:xfrm>
            <a:custGeom>
              <a:avLst/>
              <a:pathLst>
                <a:path w="12049831" h="3139139">
                  <a:moveTo>
                    <a:pt x="0" y="2054328"/>
                  </a:moveTo>
                  <a:lnTo>
                    <a:pt x="994940" y="2054328"/>
                  </a:lnTo>
                  <a:lnTo>
                    <a:pt x="996044" y="2054290"/>
                  </a:lnTo>
                  <a:lnTo>
                    <a:pt x="1003334" y="2054019"/>
                  </a:lnTo>
                  <a:lnTo>
                    <a:pt x="1021822" y="2053272"/>
                  </a:lnTo>
                  <a:lnTo>
                    <a:pt x="1055154" y="2051798"/>
                  </a:lnTo>
                  <a:lnTo>
                    <a:pt x="1105398" y="2049362"/>
                  </a:lnTo>
                  <a:lnTo>
                    <a:pt x="1172892" y="2045761"/>
                  </a:lnTo>
                  <a:lnTo>
                    <a:pt x="1256291" y="2040841"/>
                  </a:lnTo>
                  <a:lnTo>
                    <a:pt x="1352859" y="2034510"/>
                  </a:lnTo>
                  <a:lnTo>
                    <a:pt x="1458966" y="2026732"/>
                  </a:lnTo>
                  <a:lnTo>
                    <a:pt x="1570654" y="2017512"/>
                  </a:lnTo>
                  <a:lnTo>
                    <a:pt x="1684154" y="2006876"/>
                  </a:lnTo>
                  <a:lnTo>
                    <a:pt x="1796255" y="1994853"/>
                  </a:lnTo>
                  <a:lnTo>
                    <a:pt x="1904490" y="1981452"/>
                  </a:lnTo>
                  <a:lnTo>
                    <a:pt x="2007175" y="1966651"/>
                  </a:lnTo>
                  <a:lnTo>
                    <a:pt x="2103338" y="1950387"/>
                  </a:lnTo>
                  <a:lnTo>
                    <a:pt x="2192589" y="1932555"/>
                  </a:lnTo>
                  <a:lnTo>
                    <a:pt x="2274983" y="1913003"/>
                  </a:lnTo>
                  <a:lnTo>
                    <a:pt x="2350885" y="1891540"/>
                  </a:lnTo>
                  <a:lnTo>
                    <a:pt x="2420868" y="1867935"/>
                  </a:lnTo>
                  <a:lnTo>
                    <a:pt x="2485623" y="1841928"/>
                  </a:lnTo>
                  <a:lnTo>
                    <a:pt x="2545897" y="1813249"/>
                  </a:lnTo>
                  <a:lnTo>
                    <a:pt x="2602446" y="1781635"/>
                  </a:lnTo>
                  <a:lnTo>
                    <a:pt x="2655998" y="1746876"/>
                  </a:lnTo>
                  <a:lnTo>
                    <a:pt x="2702183" y="1712813"/>
                  </a:lnTo>
                  <a:lnTo>
                    <a:pt x="2751433" y="1672193"/>
                  </a:lnTo>
                  <a:lnTo>
                    <a:pt x="2799360" y="1628311"/>
                  </a:lnTo>
                  <a:lnTo>
                    <a:pt x="2846358" y="1581103"/>
                  </a:lnTo>
                  <a:lnTo>
                    <a:pt x="2892737" y="1530569"/>
                  </a:lnTo>
                  <a:lnTo>
                    <a:pt x="2938738" y="1476782"/>
                  </a:lnTo>
                  <a:lnTo>
                    <a:pt x="2984542" y="1419896"/>
                  </a:lnTo>
                  <a:lnTo>
                    <a:pt x="3030279" y="1360144"/>
                  </a:lnTo>
                  <a:lnTo>
                    <a:pt x="3076032" y="1297842"/>
                  </a:lnTo>
                  <a:lnTo>
                    <a:pt x="3121847" y="1233386"/>
                  </a:lnTo>
                  <a:lnTo>
                    <a:pt x="3167737" y="1167240"/>
                  </a:lnTo>
                  <a:lnTo>
                    <a:pt x="3213693" y="1099928"/>
                  </a:lnTo>
                  <a:lnTo>
                    <a:pt x="3259686" y="1032012"/>
                  </a:lnTo>
                  <a:lnTo>
                    <a:pt x="3305681" y="964076"/>
                  </a:lnTo>
                  <a:lnTo>
                    <a:pt x="3351640" y="896706"/>
                  </a:lnTo>
                  <a:lnTo>
                    <a:pt x="3397535" y="830468"/>
                  </a:lnTo>
                  <a:lnTo>
                    <a:pt x="3443355" y="765886"/>
                  </a:lnTo>
                  <a:lnTo>
                    <a:pt x="3489111" y="703431"/>
                  </a:lnTo>
                  <a:lnTo>
                    <a:pt x="3534847" y="643501"/>
                  </a:lnTo>
                  <a:lnTo>
                    <a:pt x="3580643" y="586418"/>
                  </a:lnTo>
                  <a:lnTo>
                    <a:pt x="3626627" y="532424"/>
                  </a:lnTo>
                  <a:lnTo>
                    <a:pt x="3672974" y="481674"/>
                  </a:lnTo>
                  <a:lnTo>
                    <a:pt x="3719922" y="434247"/>
                  </a:lnTo>
                  <a:lnTo>
                    <a:pt x="3767777" y="390148"/>
                  </a:lnTo>
                  <a:lnTo>
                    <a:pt x="3816927" y="349317"/>
                  </a:lnTo>
                  <a:lnTo>
                    <a:pt x="3820202" y="346755"/>
                  </a:lnTo>
                  <a:lnTo>
                    <a:pt x="3871620" y="309075"/>
                  </a:lnTo>
                  <a:lnTo>
                    <a:pt x="3925440" y="274637"/>
                  </a:lnTo>
                  <a:lnTo>
                    <a:pt x="3982328" y="243327"/>
                  </a:lnTo>
                  <a:lnTo>
                    <a:pt x="4043015" y="214927"/>
                  </a:lnTo>
                  <a:lnTo>
                    <a:pt x="4108259" y="189173"/>
                  </a:lnTo>
                  <a:lnTo>
                    <a:pt x="4178804" y="165792"/>
                  </a:lnTo>
                  <a:lnTo>
                    <a:pt x="4255332" y="144530"/>
                  </a:lnTo>
                  <a:lnTo>
                    <a:pt x="4338397" y="125158"/>
                  </a:lnTo>
                  <a:lnTo>
                    <a:pt x="4428343" y="107489"/>
                  </a:lnTo>
                  <a:lnTo>
                    <a:pt x="4525183" y="91375"/>
                  </a:lnTo>
                  <a:lnTo>
                    <a:pt x="4628477" y="76716"/>
                  </a:lnTo>
                  <a:lnTo>
                    <a:pt x="4737187" y="63453"/>
                  </a:lnTo>
                  <a:lnTo>
                    <a:pt x="4849551" y="51567"/>
                  </a:lnTo>
                  <a:lnTo>
                    <a:pt x="4963026" y="41072"/>
                  </a:lnTo>
                  <a:lnTo>
                    <a:pt x="5074332" y="31994"/>
                  </a:lnTo>
                  <a:lnTo>
                    <a:pt x="5179663" y="24361"/>
                  </a:lnTo>
                  <a:lnTo>
                    <a:pt x="5275069" y="18174"/>
                  </a:lnTo>
                  <a:lnTo>
                    <a:pt x="5356983" y="13391"/>
                  </a:lnTo>
                  <a:lnTo>
                    <a:pt x="5422789" y="9913"/>
                  </a:lnTo>
                  <a:lnTo>
                    <a:pt x="5471299" y="7583"/>
                  </a:lnTo>
                  <a:lnTo>
                    <a:pt x="5503028" y="6193"/>
                  </a:lnTo>
                  <a:lnTo>
                    <a:pt x="5520210" y="5504"/>
                  </a:lnTo>
                  <a:lnTo>
                    <a:pt x="5526636" y="5268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9" y="5296"/>
                  </a:lnTo>
                  <a:lnTo>
                    <a:pt x="6530479" y="5695"/>
                  </a:lnTo>
                  <a:lnTo>
                    <a:pt x="6548326" y="6795"/>
                  </a:lnTo>
                  <a:lnTo>
                    <a:pt x="6580545" y="8965"/>
                  </a:lnTo>
                  <a:lnTo>
                    <a:pt x="6629198" y="12553"/>
                  </a:lnTo>
                  <a:lnTo>
                    <a:pt x="6694706" y="17863"/>
                  </a:lnTo>
                  <a:lnTo>
                    <a:pt x="6775878" y="25126"/>
                  </a:lnTo>
                  <a:lnTo>
                    <a:pt x="6870170" y="34484"/>
                  </a:lnTo>
                  <a:lnTo>
                    <a:pt x="6974141" y="45999"/>
                  </a:lnTo>
                  <a:lnTo>
                    <a:pt x="7083987" y="59668"/>
                  </a:lnTo>
                  <a:lnTo>
                    <a:pt x="7196035" y="75454"/>
                  </a:lnTo>
                  <a:lnTo>
                    <a:pt x="7307105" y="93314"/>
                  </a:lnTo>
                  <a:lnTo>
                    <a:pt x="7414716" y="113228"/>
                  </a:lnTo>
                  <a:lnTo>
                    <a:pt x="7517129" y="135222"/>
                  </a:lnTo>
                  <a:lnTo>
                    <a:pt x="7613301" y="159375"/>
                  </a:lnTo>
                  <a:lnTo>
                    <a:pt x="7702766" y="185834"/>
                  </a:lnTo>
                  <a:lnTo>
                    <a:pt x="7785504" y="214806"/>
                  </a:lnTo>
                  <a:lnTo>
                    <a:pt x="7861817" y="246563"/>
                  </a:lnTo>
                  <a:lnTo>
                    <a:pt x="7932218" y="281434"/>
                  </a:lnTo>
                  <a:lnTo>
                    <a:pt x="7997353" y="319791"/>
                  </a:lnTo>
                  <a:lnTo>
                    <a:pt x="8057935" y="362034"/>
                  </a:lnTo>
                  <a:lnTo>
                    <a:pt x="8114693" y="408556"/>
                  </a:lnTo>
                  <a:lnTo>
                    <a:pt x="8168338" y="459695"/>
                  </a:lnTo>
                  <a:lnTo>
                    <a:pt x="8219525" y="515654"/>
                  </a:lnTo>
                  <a:lnTo>
                    <a:pt x="8229629" y="527557"/>
                  </a:lnTo>
                  <a:lnTo>
                    <a:pt x="8272225" y="580886"/>
                  </a:lnTo>
                  <a:lnTo>
                    <a:pt x="8313792" y="637918"/>
                  </a:lnTo>
                  <a:lnTo>
                    <a:pt x="8354593" y="698727"/>
                  </a:lnTo>
                  <a:lnTo>
                    <a:pt x="8394847" y="763338"/>
                  </a:lnTo>
                  <a:lnTo>
                    <a:pt x="8434729" y="831712"/>
                  </a:lnTo>
                  <a:lnTo>
                    <a:pt x="8474376" y="903748"/>
                  </a:lnTo>
                  <a:lnTo>
                    <a:pt x="8513898" y="979279"/>
                  </a:lnTo>
                  <a:lnTo>
                    <a:pt x="8553374" y="1058063"/>
                  </a:lnTo>
                  <a:lnTo>
                    <a:pt x="8592857" y="1139792"/>
                  </a:lnTo>
                  <a:lnTo>
                    <a:pt x="8632382" y="1224090"/>
                  </a:lnTo>
                  <a:lnTo>
                    <a:pt x="8671962" y="1310517"/>
                  </a:lnTo>
                  <a:lnTo>
                    <a:pt x="8711596" y="1398584"/>
                  </a:lnTo>
                  <a:lnTo>
                    <a:pt x="8751273" y="1487755"/>
                  </a:lnTo>
                  <a:lnTo>
                    <a:pt x="8790973" y="1577470"/>
                  </a:lnTo>
                  <a:lnTo>
                    <a:pt x="8830671" y="1667151"/>
                  </a:lnTo>
                  <a:lnTo>
                    <a:pt x="8870344" y="1756222"/>
                  </a:lnTo>
                  <a:lnTo>
                    <a:pt x="8909973" y="1844123"/>
                  </a:lnTo>
                  <a:lnTo>
                    <a:pt x="8949546" y="1930324"/>
                  </a:lnTo>
                  <a:lnTo>
                    <a:pt x="8989065" y="2014341"/>
                  </a:lnTo>
                  <a:lnTo>
                    <a:pt x="9028545" y="2095742"/>
                  </a:lnTo>
                  <a:lnTo>
                    <a:pt x="9068023" y="2174158"/>
                  </a:lnTo>
                  <a:lnTo>
                    <a:pt x="9107555" y="2249289"/>
                  </a:lnTo>
                  <a:lnTo>
                    <a:pt x="9147224" y="2320902"/>
                  </a:lnTo>
                  <a:lnTo>
                    <a:pt x="9187141" y="2388838"/>
                  </a:lnTo>
                  <a:lnTo>
                    <a:pt x="9227450" y="2453001"/>
                  </a:lnTo>
                  <a:lnTo>
                    <a:pt x="9268329" y="2513365"/>
                  </a:lnTo>
                  <a:lnTo>
                    <a:pt x="9310002" y="2569956"/>
                  </a:lnTo>
                  <a:lnTo>
                    <a:pt x="9347647" y="2616823"/>
                  </a:lnTo>
                  <a:lnTo>
                    <a:pt x="9398410" y="2673762"/>
                  </a:lnTo>
                  <a:lnTo>
                    <a:pt x="9451508" y="2725865"/>
                  </a:lnTo>
                  <a:lnTo>
                    <a:pt x="9507580" y="2773296"/>
                  </a:lnTo>
                  <a:lnTo>
                    <a:pt x="9567330" y="2816373"/>
                  </a:lnTo>
                  <a:lnTo>
                    <a:pt x="9631486" y="2855483"/>
                  </a:lnTo>
                  <a:lnTo>
                    <a:pt x="9700767" y="2891028"/>
                  </a:lnTo>
                  <a:lnTo>
                    <a:pt x="9775837" y="2923387"/>
                  </a:lnTo>
                  <a:lnTo>
                    <a:pt x="9857243" y="2952898"/>
                  </a:lnTo>
                  <a:lnTo>
                    <a:pt x="9945338" y="2979846"/>
                  </a:lnTo>
                  <a:lnTo>
                    <a:pt x="10040175" y="3004452"/>
                  </a:lnTo>
                  <a:lnTo>
                    <a:pt x="10141390" y="3026873"/>
                  </a:lnTo>
                  <a:lnTo>
                    <a:pt x="10248066" y="3047205"/>
                  </a:lnTo>
                  <a:lnTo>
                    <a:pt x="10358613" y="3065480"/>
                  </a:lnTo>
                  <a:lnTo>
                    <a:pt x="10470698" y="3081688"/>
                  </a:lnTo>
                  <a:lnTo>
                    <a:pt x="10581274" y="3095789"/>
                  </a:lnTo>
                  <a:lnTo>
                    <a:pt x="10686743" y="3107742"/>
                  </a:lnTo>
                  <a:lnTo>
                    <a:pt x="10783289" y="3117534"/>
                  </a:lnTo>
                  <a:lnTo>
                    <a:pt x="10867355" y="3125211"/>
                  </a:lnTo>
                  <a:lnTo>
                    <a:pt x="10936176" y="3130900"/>
                  </a:lnTo>
                  <a:lnTo>
                    <a:pt x="10988257" y="3134814"/>
                  </a:lnTo>
                  <a:lnTo>
                    <a:pt x="11023685" y="3137244"/>
                  </a:lnTo>
                  <a:lnTo>
                    <a:pt x="11044196" y="3138531"/>
                  </a:lnTo>
                  <a:lnTo>
                    <a:pt x="11053061" y="3139042"/>
                  </a:lnTo>
                  <a:lnTo>
                    <a:pt x="11054891" y="3139139"/>
                  </a:lnTo>
                  <a:lnTo>
                    <a:pt x="12049831" y="3139139"/>
                  </a:lnTo>
                  <a:lnTo>
                    <a:pt x="12049831" y="3133899"/>
                  </a:lnTo>
                  <a:lnTo>
                    <a:pt x="11054891" y="3133899"/>
                  </a:lnTo>
                  <a:lnTo>
                    <a:pt x="11053827" y="3133843"/>
                  </a:lnTo>
                  <a:lnTo>
                    <a:pt x="11046797" y="3133444"/>
                  </a:lnTo>
                  <a:lnTo>
                    <a:pt x="11028950" y="3132344"/>
                  </a:lnTo>
                  <a:lnTo>
                    <a:pt x="10996732" y="3130174"/>
                  </a:lnTo>
                  <a:lnTo>
                    <a:pt x="10948078" y="3126586"/>
                  </a:lnTo>
                  <a:lnTo>
                    <a:pt x="10882570" y="3121275"/>
                  </a:lnTo>
                  <a:lnTo>
                    <a:pt x="10801399" y="3114013"/>
                  </a:lnTo>
                  <a:lnTo>
                    <a:pt x="10707107" y="3104655"/>
                  </a:lnTo>
                  <a:lnTo>
                    <a:pt x="10603135" y="3093140"/>
                  </a:lnTo>
                  <a:lnTo>
                    <a:pt x="10493289" y="3079470"/>
                  </a:lnTo>
                  <a:lnTo>
                    <a:pt x="10381241" y="3063685"/>
                  </a:lnTo>
                  <a:lnTo>
                    <a:pt x="10270171" y="3045825"/>
                  </a:lnTo>
                  <a:lnTo>
                    <a:pt x="10162561" y="3025911"/>
                  </a:lnTo>
                  <a:lnTo>
                    <a:pt x="10060147" y="3003917"/>
                  </a:lnTo>
                  <a:lnTo>
                    <a:pt x="9963975" y="2979763"/>
                  </a:lnTo>
                  <a:lnTo>
                    <a:pt x="9874510" y="2953305"/>
                  </a:lnTo>
                  <a:lnTo>
                    <a:pt x="9791772" y="2924333"/>
                  </a:lnTo>
                  <a:lnTo>
                    <a:pt x="9715460" y="2892576"/>
                  </a:lnTo>
                  <a:lnTo>
                    <a:pt x="9645059" y="2857705"/>
                  </a:lnTo>
                  <a:lnTo>
                    <a:pt x="9579923" y="2819347"/>
                  </a:lnTo>
                  <a:lnTo>
                    <a:pt x="9519342" y="2777105"/>
                  </a:lnTo>
                  <a:lnTo>
                    <a:pt x="9462584" y="2730583"/>
                  </a:lnTo>
                  <a:lnTo>
                    <a:pt x="9408939" y="2679444"/>
                  </a:lnTo>
                  <a:lnTo>
                    <a:pt x="9357751" y="2623485"/>
                  </a:lnTo>
                  <a:lnTo>
                    <a:pt x="9347647" y="2611582"/>
                  </a:lnTo>
                  <a:lnTo>
                    <a:pt x="9305051" y="2558253"/>
                  </a:lnTo>
                  <a:lnTo>
                    <a:pt x="9263485" y="2501221"/>
                  </a:lnTo>
                  <a:lnTo>
                    <a:pt x="9222683" y="2440411"/>
                  </a:lnTo>
                  <a:lnTo>
                    <a:pt x="9182429" y="2375801"/>
                  </a:lnTo>
                  <a:lnTo>
                    <a:pt x="9142548" y="2307427"/>
                  </a:lnTo>
                  <a:lnTo>
                    <a:pt x="9102900" y="2235390"/>
                  </a:lnTo>
                  <a:lnTo>
                    <a:pt x="9063378" y="2159860"/>
                  </a:lnTo>
                  <a:lnTo>
                    <a:pt x="9023903" y="2081076"/>
                  </a:lnTo>
                  <a:lnTo>
                    <a:pt x="8984419" y="1999347"/>
                  </a:lnTo>
                  <a:lnTo>
                    <a:pt x="8944895" y="1915049"/>
                  </a:lnTo>
                  <a:lnTo>
                    <a:pt x="8905315" y="1828622"/>
                  </a:lnTo>
                  <a:lnTo>
                    <a:pt x="8865680" y="1740555"/>
                  </a:lnTo>
                  <a:lnTo>
                    <a:pt x="8826003" y="1651383"/>
                  </a:lnTo>
                  <a:lnTo>
                    <a:pt x="8786303" y="1561668"/>
                  </a:lnTo>
                  <a:lnTo>
                    <a:pt x="8746605" y="1471988"/>
                  </a:lnTo>
                  <a:lnTo>
                    <a:pt x="8706932" y="1382917"/>
                  </a:lnTo>
                  <a:lnTo>
                    <a:pt x="8667303" y="1295016"/>
                  </a:lnTo>
                  <a:lnTo>
                    <a:pt x="8627730" y="1208815"/>
                  </a:lnTo>
                  <a:lnTo>
                    <a:pt x="8588211" y="1124798"/>
                  </a:lnTo>
                  <a:lnTo>
                    <a:pt x="8548731" y="1043397"/>
                  </a:lnTo>
                  <a:lnTo>
                    <a:pt x="8509254" y="964980"/>
                  </a:lnTo>
                  <a:lnTo>
                    <a:pt x="8469721" y="889850"/>
                  </a:lnTo>
                  <a:lnTo>
                    <a:pt x="8430052" y="818237"/>
                  </a:lnTo>
                  <a:lnTo>
                    <a:pt x="8390135" y="750301"/>
                  </a:lnTo>
                  <a:lnTo>
                    <a:pt x="8349827" y="686137"/>
                  </a:lnTo>
                  <a:lnTo>
                    <a:pt x="8308947" y="625774"/>
                  </a:lnTo>
                  <a:lnTo>
                    <a:pt x="8267274" y="569183"/>
                  </a:lnTo>
                  <a:lnTo>
                    <a:pt x="8229629" y="522316"/>
                  </a:lnTo>
                  <a:lnTo>
                    <a:pt x="8178866" y="465377"/>
                  </a:lnTo>
                  <a:lnTo>
                    <a:pt x="8125769" y="413274"/>
                  </a:lnTo>
                  <a:lnTo>
                    <a:pt x="8069696" y="365843"/>
                  </a:lnTo>
                  <a:lnTo>
                    <a:pt x="8009947" y="322766"/>
                  </a:lnTo>
                  <a:lnTo>
                    <a:pt x="7945791" y="283656"/>
                  </a:lnTo>
                  <a:lnTo>
                    <a:pt x="7876509" y="248111"/>
                  </a:lnTo>
                  <a:lnTo>
                    <a:pt x="7801439" y="215752"/>
                  </a:lnTo>
                  <a:lnTo>
                    <a:pt x="7720033" y="186241"/>
                  </a:lnTo>
                  <a:lnTo>
                    <a:pt x="7631939" y="159293"/>
                  </a:lnTo>
                  <a:lnTo>
                    <a:pt x="7537102" y="134687"/>
                  </a:lnTo>
                  <a:lnTo>
                    <a:pt x="7435886" y="112265"/>
                  </a:lnTo>
                  <a:lnTo>
                    <a:pt x="7329211" y="91934"/>
                  </a:lnTo>
                  <a:lnTo>
                    <a:pt x="7218664" y="73659"/>
                  </a:lnTo>
                  <a:lnTo>
                    <a:pt x="7106578" y="57451"/>
                  </a:lnTo>
                  <a:lnTo>
                    <a:pt x="6996002" y="43349"/>
                  </a:lnTo>
                  <a:lnTo>
                    <a:pt x="6890533" y="31397"/>
                  </a:lnTo>
                  <a:lnTo>
                    <a:pt x="6793987" y="21605"/>
                  </a:lnTo>
                  <a:lnTo>
                    <a:pt x="6709921" y="13928"/>
                  </a:lnTo>
                  <a:lnTo>
                    <a:pt x="6641101" y="8239"/>
                  </a:lnTo>
                  <a:lnTo>
                    <a:pt x="6589019" y="4324"/>
                  </a:lnTo>
                  <a:lnTo>
                    <a:pt x="6553592" y="1895"/>
                  </a:lnTo>
                  <a:lnTo>
                    <a:pt x="6533081" y="608"/>
                  </a:lnTo>
                  <a:lnTo>
                    <a:pt x="6524215" y="9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1" y="38"/>
                  </a:lnTo>
                  <a:lnTo>
                    <a:pt x="5519051" y="308"/>
                  </a:lnTo>
                  <a:lnTo>
                    <a:pt x="5500563" y="1056"/>
                  </a:lnTo>
                  <a:lnTo>
                    <a:pt x="5467231" y="2529"/>
                  </a:lnTo>
                  <a:lnTo>
                    <a:pt x="5416987" y="4965"/>
                  </a:lnTo>
                  <a:lnTo>
                    <a:pt x="5349493" y="8567"/>
                  </a:lnTo>
                  <a:lnTo>
                    <a:pt x="5266094" y="13487"/>
                  </a:lnTo>
                  <a:lnTo>
                    <a:pt x="5169526" y="19817"/>
                  </a:lnTo>
                  <a:lnTo>
                    <a:pt x="5063419" y="27596"/>
                  </a:lnTo>
                  <a:lnTo>
                    <a:pt x="4951731" y="36816"/>
                  </a:lnTo>
                  <a:lnTo>
                    <a:pt x="4838231" y="47452"/>
                  </a:lnTo>
                  <a:lnTo>
                    <a:pt x="4726130" y="59475"/>
                  </a:lnTo>
                  <a:lnTo>
                    <a:pt x="4617895" y="72876"/>
                  </a:lnTo>
                  <a:lnTo>
                    <a:pt x="4515210" y="87677"/>
                  </a:lnTo>
                  <a:lnTo>
                    <a:pt x="4419047" y="103941"/>
                  </a:lnTo>
                  <a:lnTo>
                    <a:pt x="4329796" y="121773"/>
                  </a:lnTo>
                  <a:lnTo>
                    <a:pt x="4247402" y="141324"/>
                  </a:lnTo>
                  <a:lnTo>
                    <a:pt x="4171500" y="162788"/>
                  </a:lnTo>
                  <a:lnTo>
                    <a:pt x="4101517" y="186393"/>
                  </a:lnTo>
                  <a:lnTo>
                    <a:pt x="4036762" y="212399"/>
                  </a:lnTo>
                  <a:lnTo>
                    <a:pt x="3976488" y="241079"/>
                  </a:lnTo>
                  <a:lnTo>
                    <a:pt x="3919939" y="272693"/>
                  </a:lnTo>
                  <a:lnTo>
                    <a:pt x="3866387" y="307452"/>
                  </a:lnTo>
                  <a:lnTo>
                    <a:pt x="3820202" y="341514"/>
                  </a:lnTo>
                  <a:lnTo>
                    <a:pt x="3770952" y="382134"/>
                  </a:lnTo>
                  <a:lnTo>
                    <a:pt x="3723025" y="426017"/>
                  </a:lnTo>
                  <a:lnTo>
                    <a:pt x="3676027" y="473225"/>
                  </a:lnTo>
                  <a:lnTo>
                    <a:pt x="3629648" y="523759"/>
                  </a:lnTo>
                  <a:lnTo>
                    <a:pt x="3583647" y="577545"/>
                  </a:lnTo>
                  <a:lnTo>
                    <a:pt x="3537843" y="634432"/>
                  </a:lnTo>
                  <a:lnTo>
                    <a:pt x="3492106" y="694184"/>
                  </a:lnTo>
                  <a:lnTo>
                    <a:pt x="3446353" y="756486"/>
                  </a:lnTo>
                  <a:lnTo>
                    <a:pt x="3400538" y="820942"/>
                  </a:lnTo>
                  <a:lnTo>
                    <a:pt x="3354648" y="887087"/>
                  </a:lnTo>
                  <a:lnTo>
                    <a:pt x="3308692" y="954400"/>
                  </a:lnTo>
                  <a:lnTo>
                    <a:pt x="3262699" y="1022316"/>
                  </a:lnTo>
                  <a:lnTo>
                    <a:pt x="3216704" y="1090252"/>
                  </a:lnTo>
                  <a:lnTo>
                    <a:pt x="3170745" y="1157621"/>
                  </a:lnTo>
                  <a:lnTo>
                    <a:pt x="3124850" y="1223860"/>
                  </a:lnTo>
                  <a:lnTo>
                    <a:pt x="3079030" y="1288441"/>
                  </a:lnTo>
                  <a:lnTo>
                    <a:pt x="3033274" y="1350897"/>
                  </a:lnTo>
                  <a:lnTo>
                    <a:pt x="2987538" y="1410827"/>
                  </a:lnTo>
                  <a:lnTo>
                    <a:pt x="2941742" y="1467909"/>
                  </a:lnTo>
                  <a:lnTo>
                    <a:pt x="2895758" y="1521904"/>
                  </a:lnTo>
                  <a:lnTo>
                    <a:pt x="2849411" y="1572654"/>
                  </a:lnTo>
                  <a:lnTo>
                    <a:pt x="2802463" y="1620081"/>
                  </a:lnTo>
                  <a:lnTo>
                    <a:pt x="2754608" y="1664179"/>
                  </a:lnTo>
                  <a:lnTo>
                    <a:pt x="2705458" y="1705010"/>
                  </a:lnTo>
                  <a:lnTo>
                    <a:pt x="2702183" y="1707573"/>
                  </a:lnTo>
                  <a:lnTo>
                    <a:pt x="2650765" y="1745252"/>
                  </a:lnTo>
                  <a:lnTo>
                    <a:pt x="2596945" y="1779690"/>
                  </a:lnTo>
                  <a:lnTo>
                    <a:pt x="2540057" y="1811000"/>
                  </a:lnTo>
                  <a:lnTo>
                    <a:pt x="2479370" y="1839401"/>
                  </a:lnTo>
                  <a:lnTo>
                    <a:pt x="2414126" y="1865155"/>
                  </a:lnTo>
                  <a:lnTo>
                    <a:pt x="2343581" y="1888535"/>
                  </a:lnTo>
                  <a:lnTo>
                    <a:pt x="2267053" y="1909798"/>
                  </a:lnTo>
                  <a:lnTo>
                    <a:pt x="2183988" y="1929169"/>
                  </a:lnTo>
                  <a:lnTo>
                    <a:pt x="2094042" y="1946839"/>
                  </a:lnTo>
                  <a:lnTo>
                    <a:pt x="1997202" y="1962953"/>
                  </a:lnTo>
                  <a:lnTo>
                    <a:pt x="1893908" y="1977612"/>
                  </a:lnTo>
                  <a:lnTo>
                    <a:pt x="1785198" y="1990875"/>
                  </a:lnTo>
                  <a:lnTo>
                    <a:pt x="1672834" y="2002760"/>
                  </a:lnTo>
                  <a:lnTo>
                    <a:pt x="1559359" y="2013256"/>
                  </a:lnTo>
                  <a:lnTo>
                    <a:pt x="1448053" y="2022333"/>
                  </a:lnTo>
                  <a:lnTo>
                    <a:pt x="1342722" y="2029967"/>
                  </a:lnTo>
                  <a:lnTo>
                    <a:pt x="1247316" y="2036154"/>
                  </a:lnTo>
                  <a:lnTo>
                    <a:pt x="1165402" y="2040937"/>
                  </a:lnTo>
                  <a:lnTo>
                    <a:pt x="1099596" y="2044414"/>
                  </a:lnTo>
                  <a:lnTo>
                    <a:pt x="1051086" y="2046744"/>
                  </a:lnTo>
                  <a:lnTo>
                    <a:pt x="1019357" y="2048134"/>
                  </a:lnTo>
                  <a:lnTo>
                    <a:pt x="1002175" y="2048823"/>
                  </a:lnTo>
                  <a:lnTo>
                    <a:pt x="995749" y="2049060"/>
                  </a:lnTo>
                  <a:lnTo>
                    <a:pt x="994940" y="2049087"/>
                  </a:lnTo>
                  <a:lnTo>
                    <a:pt x="0" y="2049087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58" name="pl1257"/>
            <p:cNvSpPr/>
            <p:nvPr/>
          </p:nvSpPr>
          <p:spPr>
            <a:xfrm>
              <a:off x="1199187" y="2730205"/>
              <a:ext cx="12049831" cy="3133899"/>
            </a:xfrm>
            <a:custGeom>
              <a:avLst/>
              <a:pathLst>
                <a:path w="12049831" h="3133899">
                  <a:moveTo>
                    <a:pt x="0" y="2049087"/>
                  </a:moveTo>
                  <a:lnTo>
                    <a:pt x="994940" y="2049087"/>
                  </a:lnTo>
                  <a:lnTo>
                    <a:pt x="996044" y="2049049"/>
                  </a:lnTo>
                  <a:lnTo>
                    <a:pt x="1003334" y="2048779"/>
                  </a:lnTo>
                  <a:lnTo>
                    <a:pt x="1021822" y="2048031"/>
                  </a:lnTo>
                  <a:lnTo>
                    <a:pt x="1055154" y="2046558"/>
                  </a:lnTo>
                  <a:lnTo>
                    <a:pt x="1105398" y="2044122"/>
                  </a:lnTo>
                  <a:lnTo>
                    <a:pt x="1172892" y="2040520"/>
                  </a:lnTo>
                  <a:lnTo>
                    <a:pt x="1256291" y="2035600"/>
                  </a:lnTo>
                  <a:lnTo>
                    <a:pt x="1352859" y="2029270"/>
                  </a:lnTo>
                  <a:lnTo>
                    <a:pt x="1458966" y="2021491"/>
                  </a:lnTo>
                  <a:lnTo>
                    <a:pt x="1570654" y="2012271"/>
                  </a:lnTo>
                  <a:lnTo>
                    <a:pt x="1684154" y="2001635"/>
                  </a:lnTo>
                  <a:lnTo>
                    <a:pt x="1796255" y="1989612"/>
                  </a:lnTo>
                  <a:lnTo>
                    <a:pt x="1904490" y="1976211"/>
                  </a:lnTo>
                  <a:lnTo>
                    <a:pt x="2007175" y="1961410"/>
                  </a:lnTo>
                  <a:lnTo>
                    <a:pt x="2103338" y="1945146"/>
                  </a:lnTo>
                  <a:lnTo>
                    <a:pt x="2192589" y="1927314"/>
                  </a:lnTo>
                  <a:lnTo>
                    <a:pt x="2274983" y="1907763"/>
                  </a:lnTo>
                  <a:lnTo>
                    <a:pt x="2350885" y="1886299"/>
                  </a:lnTo>
                  <a:lnTo>
                    <a:pt x="2420868" y="1862694"/>
                  </a:lnTo>
                  <a:lnTo>
                    <a:pt x="2485623" y="1836688"/>
                  </a:lnTo>
                  <a:lnTo>
                    <a:pt x="2545897" y="1808008"/>
                  </a:lnTo>
                  <a:lnTo>
                    <a:pt x="2602446" y="1776394"/>
                  </a:lnTo>
                  <a:lnTo>
                    <a:pt x="2655998" y="1741635"/>
                  </a:lnTo>
                  <a:lnTo>
                    <a:pt x="2702183" y="1707573"/>
                  </a:lnTo>
                  <a:lnTo>
                    <a:pt x="2751433" y="1666952"/>
                  </a:lnTo>
                  <a:lnTo>
                    <a:pt x="2799360" y="1623070"/>
                  </a:lnTo>
                  <a:lnTo>
                    <a:pt x="2846358" y="1575862"/>
                  </a:lnTo>
                  <a:lnTo>
                    <a:pt x="2892737" y="1525328"/>
                  </a:lnTo>
                  <a:lnTo>
                    <a:pt x="2938738" y="1471542"/>
                  </a:lnTo>
                  <a:lnTo>
                    <a:pt x="2984542" y="1414655"/>
                  </a:lnTo>
                  <a:lnTo>
                    <a:pt x="3030279" y="1354903"/>
                  </a:lnTo>
                  <a:lnTo>
                    <a:pt x="3076032" y="1292601"/>
                  </a:lnTo>
                  <a:lnTo>
                    <a:pt x="3121847" y="1228145"/>
                  </a:lnTo>
                  <a:lnTo>
                    <a:pt x="3167737" y="1162000"/>
                  </a:lnTo>
                  <a:lnTo>
                    <a:pt x="3213693" y="1094687"/>
                  </a:lnTo>
                  <a:lnTo>
                    <a:pt x="3259686" y="1026771"/>
                  </a:lnTo>
                  <a:lnTo>
                    <a:pt x="3305681" y="958835"/>
                  </a:lnTo>
                  <a:lnTo>
                    <a:pt x="3351640" y="891466"/>
                  </a:lnTo>
                  <a:lnTo>
                    <a:pt x="3397535" y="825227"/>
                  </a:lnTo>
                  <a:lnTo>
                    <a:pt x="3443355" y="760646"/>
                  </a:lnTo>
                  <a:lnTo>
                    <a:pt x="3489111" y="698190"/>
                  </a:lnTo>
                  <a:lnTo>
                    <a:pt x="3534847" y="638260"/>
                  </a:lnTo>
                  <a:lnTo>
                    <a:pt x="3580643" y="581178"/>
                  </a:lnTo>
                  <a:lnTo>
                    <a:pt x="3626627" y="527183"/>
                  </a:lnTo>
                  <a:lnTo>
                    <a:pt x="3672974" y="476433"/>
                  </a:lnTo>
                  <a:lnTo>
                    <a:pt x="3719922" y="429006"/>
                  </a:lnTo>
                  <a:lnTo>
                    <a:pt x="3767777" y="384907"/>
                  </a:lnTo>
                  <a:lnTo>
                    <a:pt x="3816927" y="344077"/>
                  </a:lnTo>
                  <a:lnTo>
                    <a:pt x="3820202" y="341514"/>
                  </a:lnTo>
                  <a:lnTo>
                    <a:pt x="3871620" y="303835"/>
                  </a:lnTo>
                  <a:lnTo>
                    <a:pt x="3925440" y="269397"/>
                  </a:lnTo>
                  <a:lnTo>
                    <a:pt x="3982328" y="238087"/>
                  </a:lnTo>
                  <a:lnTo>
                    <a:pt x="4043015" y="209686"/>
                  </a:lnTo>
                  <a:lnTo>
                    <a:pt x="4108259" y="183932"/>
                  </a:lnTo>
                  <a:lnTo>
                    <a:pt x="4178804" y="160552"/>
                  </a:lnTo>
                  <a:lnTo>
                    <a:pt x="4255332" y="139289"/>
                  </a:lnTo>
                  <a:lnTo>
                    <a:pt x="4338397" y="119918"/>
                  </a:lnTo>
                  <a:lnTo>
                    <a:pt x="4428343" y="102248"/>
                  </a:lnTo>
                  <a:lnTo>
                    <a:pt x="4525183" y="86134"/>
                  </a:lnTo>
                  <a:lnTo>
                    <a:pt x="4628477" y="71475"/>
                  </a:lnTo>
                  <a:lnTo>
                    <a:pt x="4737187" y="58212"/>
                  </a:lnTo>
                  <a:lnTo>
                    <a:pt x="4849551" y="46327"/>
                  </a:lnTo>
                  <a:lnTo>
                    <a:pt x="4963026" y="35831"/>
                  </a:lnTo>
                  <a:lnTo>
                    <a:pt x="5074332" y="26754"/>
                  </a:lnTo>
                  <a:lnTo>
                    <a:pt x="5179663" y="19120"/>
                  </a:lnTo>
                  <a:lnTo>
                    <a:pt x="5275069" y="12933"/>
                  </a:lnTo>
                  <a:lnTo>
                    <a:pt x="5356983" y="8150"/>
                  </a:lnTo>
                  <a:lnTo>
                    <a:pt x="5422789" y="4673"/>
                  </a:lnTo>
                  <a:lnTo>
                    <a:pt x="5471299" y="2343"/>
                  </a:lnTo>
                  <a:lnTo>
                    <a:pt x="5503028" y="952"/>
                  </a:lnTo>
                  <a:lnTo>
                    <a:pt x="5520210" y="264"/>
                  </a:lnTo>
                  <a:lnTo>
                    <a:pt x="5526636" y="27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9" y="55"/>
                  </a:lnTo>
                  <a:lnTo>
                    <a:pt x="6530479" y="454"/>
                  </a:lnTo>
                  <a:lnTo>
                    <a:pt x="6548326" y="1554"/>
                  </a:lnTo>
                  <a:lnTo>
                    <a:pt x="6580545" y="3724"/>
                  </a:lnTo>
                  <a:lnTo>
                    <a:pt x="6629198" y="7312"/>
                  </a:lnTo>
                  <a:lnTo>
                    <a:pt x="6694706" y="12623"/>
                  </a:lnTo>
                  <a:lnTo>
                    <a:pt x="6775878" y="19885"/>
                  </a:lnTo>
                  <a:lnTo>
                    <a:pt x="6870170" y="29243"/>
                  </a:lnTo>
                  <a:lnTo>
                    <a:pt x="6974141" y="40758"/>
                  </a:lnTo>
                  <a:lnTo>
                    <a:pt x="7083987" y="54428"/>
                  </a:lnTo>
                  <a:lnTo>
                    <a:pt x="7196035" y="70214"/>
                  </a:lnTo>
                  <a:lnTo>
                    <a:pt x="7307105" y="88073"/>
                  </a:lnTo>
                  <a:lnTo>
                    <a:pt x="7414716" y="107988"/>
                  </a:lnTo>
                  <a:lnTo>
                    <a:pt x="7517129" y="129981"/>
                  </a:lnTo>
                  <a:lnTo>
                    <a:pt x="7613301" y="154135"/>
                  </a:lnTo>
                  <a:lnTo>
                    <a:pt x="7702766" y="180593"/>
                  </a:lnTo>
                  <a:lnTo>
                    <a:pt x="7785504" y="209565"/>
                  </a:lnTo>
                  <a:lnTo>
                    <a:pt x="7861817" y="241323"/>
                  </a:lnTo>
                  <a:lnTo>
                    <a:pt x="7932218" y="276194"/>
                  </a:lnTo>
                  <a:lnTo>
                    <a:pt x="7997353" y="314551"/>
                  </a:lnTo>
                  <a:lnTo>
                    <a:pt x="8057935" y="356794"/>
                  </a:lnTo>
                  <a:lnTo>
                    <a:pt x="8114693" y="403315"/>
                  </a:lnTo>
                  <a:lnTo>
                    <a:pt x="8168338" y="454454"/>
                  </a:lnTo>
                  <a:lnTo>
                    <a:pt x="8219525" y="510413"/>
                  </a:lnTo>
                  <a:lnTo>
                    <a:pt x="8229629" y="522316"/>
                  </a:lnTo>
                  <a:lnTo>
                    <a:pt x="8272225" y="575645"/>
                  </a:lnTo>
                  <a:lnTo>
                    <a:pt x="8313792" y="632677"/>
                  </a:lnTo>
                  <a:lnTo>
                    <a:pt x="8354593" y="693487"/>
                  </a:lnTo>
                  <a:lnTo>
                    <a:pt x="8394847" y="758097"/>
                  </a:lnTo>
                  <a:lnTo>
                    <a:pt x="8434729" y="826471"/>
                  </a:lnTo>
                  <a:lnTo>
                    <a:pt x="8474376" y="898508"/>
                  </a:lnTo>
                  <a:lnTo>
                    <a:pt x="8513898" y="974038"/>
                  </a:lnTo>
                  <a:lnTo>
                    <a:pt x="8553374" y="1052822"/>
                  </a:lnTo>
                  <a:lnTo>
                    <a:pt x="8592857" y="1134552"/>
                  </a:lnTo>
                  <a:lnTo>
                    <a:pt x="8632382" y="1218849"/>
                  </a:lnTo>
                  <a:lnTo>
                    <a:pt x="8671962" y="1305276"/>
                  </a:lnTo>
                  <a:lnTo>
                    <a:pt x="8711596" y="1393343"/>
                  </a:lnTo>
                  <a:lnTo>
                    <a:pt x="8751273" y="1482515"/>
                  </a:lnTo>
                  <a:lnTo>
                    <a:pt x="8790973" y="1572230"/>
                  </a:lnTo>
                  <a:lnTo>
                    <a:pt x="8830671" y="1661911"/>
                  </a:lnTo>
                  <a:lnTo>
                    <a:pt x="8870344" y="1750981"/>
                  </a:lnTo>
                  <a:lnTo>
                    <a:pt x="8909973" y="1838882"/>
                  </a:lnTo>
                  <a:lnTo>
                    <a:pt x="8949546" y="1925084"/>
                  </a:lnTo>
                  <a:lnTo>
                    <a:pt x="8989065" y="2009100"/>
                  </a:lnTo>
                  <a:lnTo>
                    <a:pt x="9028545" y="2090501"/>
                  </a:lnTo>
                  <a:lnTo>
                    <a:pt x="9068023" y="2168918"/>
                  </a:lnTo>
                  <a:lnTo>
                    <a:pt x="9107555" y="2244048"/>
                  </a:lnTo>
                  <a:lnTo>
                    <a:pt x="9147224" y="2315662"/>
                  </a:lnTo>
                  <a:lnTo>
                    <a:pt x="9187141" y="2383597"/>
                  </a:lnTo>
                  <a:lnTo>
                    <a:pt x="9227450" y="2447761"/>
                  </a:lnTo>
                  <a:lnTo>
                    <a:pt x="9268329" y="2508124"/>
                  </a:lnTo>
                  <a:lnTo>
                    <a:pt x="9310002" y="2564715"/>
                  </a:lnTo>
                  <a:lnTo>
                    <a:pt x="9347647" y="2611582"/>
                  </a:lnTo>
                  <a:lnTo>
                    <a:pt x="9398410" y="2668521"/>
                  </a:lnTo>
                  <a:lnTo>
                    <a:pt x="9451508" y="2720624"/>
                  </a:lnTo>
                  <a:lnTo>
                    <a:pt x="9507580" y="2768055"/>
                  </a:lnTo>
                  <a:lnTo>
                    <a:pt x="9567330" y="2811132"/>
                  </a:lnTo>
                  <a:lnTo>
                    <a:pt x="9631486" y="2850243"/>
                  </a:lnTo>
                  <a:lnTo>
                    <a:pt x="9700767" y="2885787"/>
                  </a:lnTo>
                  <a:lnTo>
                    <a:pt x="9775837" y="2918146"/>
                  </a:lnTo>
                  <a:lnTo>
                    <a:pt x="9857243" y="2947658"/>
                  </a:lnTo>
                  <a:lnTo>
                    <a:pt x="9945338" y="2974605"/>
                  </a:lnTo>
                  <a:lnTo>
                    <a:pt x="10040175" y="2999211"/>
                  </a:lnTo>
                  <a:lnTo>
                    <a:pt x="10141390" y="3021633"/>
                  </a:lnTo>
                  <a:lnTo>
                    <a:pt x="10248066" y="3041964"/>
                  </a:lnTo>
                  <a:lnTo>
                    <a:pt x="10358613" y="3060240"/>
                  </a:lnTo>
                  <a:lnTo>
                    <a:pt x="10470698" y="3076448"/>
                  </a:lnTo>
                  <a:lnTo>
                    <a:pt x="10581274" y="3090549"/>
                  </a:lnTo>
                  <a:lnTo>
                    <a:pt x="10686743" y="3102501"/>
                  </a:lnTo>
                  <a:lnTo>
                    <a:pt x="10783289" y="3112293"/>
                  </a:lnTo>
                  <a:lnTo>
                    <a:pt x="10867355" y="3119970"/>
                  </a:lnTo>
                  <a:lnTo>
                    <a:pt x="10936176" y="3125659"/>
                  </a:lnTo>
                  <a:lnTo>
                    <a:pt x="10988257" y="3129574"/>
                  </a:lnTo>
                  <a:lnTo>
                    <a:pt x="11023685" y="3132003"/>
                  </a:lnTo>
                  <a:lnTo>
                    <a:pt x="11044196" y="3133290"/>
                  </a:lnTo>
                  <a:lnTo>
                    <a:pt x="11053061" y="3133801"/>
                  </a:lnTo>
                  <a:lnTo>
                    <a:pt x="11054882" y="3133898"/>
                  </a:lnTo>
                  <a:lnTo>
                    <a:pt x="11054891" y="3133899"/>
                  </a:lnTo>
                  <a:lnTo>
                    <a:pt x="12049831" y="3133899"/>
                  </a:lnTo>
                  <a:lnTo>
                    <a:pt x="12049831" y="31338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9" name="pl1258"/>
            <p:cNvSpPr/>
            <p:nvPr/>
          </p:nvSpPr>
          <p:spPr>
            <a:xfrm>
              <a:off x="1199187" y="2724965"/>
              <a:ext cx="12049831" cy="3133899"/>
            </a:xfrm>
            <a:custGeom>
              <a:avLst/>
              <a:pathLst>
                <a:path w="12049831" h="3133899">
                  <a:moveTo>
                    <a:pt x="12049831" y="3133899"/>
                  </a:moveTo>
                  <a:lnTo>
                    <a:pt x="11054891" y="3133899"/>
                  </a:lnTo>
                  <a:lnTo>
                    <a:pt x="11053827" y="3133843"/>
                  </a:lnTo>
                  <a:lnTo>
                    <a:pt x="11046797" y="3133444"/>
                  </a:lnTo>
                  <a:lnTo>
                    <a:pt x="11028950" y="3132344"/>
                  </a:lnTo>
                  <a:lnTo>
                    <a:pt x="10996732" y="3130174"/>
                  </a:lnTo>
                  <a:lnTo>
                    <a:pt x="10948078" y="3126586"/>
                  </a:lnTo>
                  <a:lnTo>
                    <a:pt x="10882570" y="3121275"/>
                  </a:lnTo>
                  <a:lnTo>
                    <a:pt x="10801399" y="3114013"/>
                  </a:lnTo>
                  <a:lnTo>
                    <a:pt x="10707107" y="3104655"/>
                  </a:lnTo>
                  <a:lnTo>
                    <a:pt x="10603135" y="3093140"/>
                  </a:lnTo>
                  <a:lnTo>
                    <a:pt x="10493289" y="3079470"/>
                  </a:lnTo>
                  <a:lnTo>
                    <a:pt x="10381241" y="3063685"/>
                  </a:lnTo>
                  <a:lnTo>
                    <a:pt x="10270171" y="3045825"/>
                  </a:lnTo>
                  <a:lnTo>
                    <a:pt x="10162561" y="3025911"/>
                  </a:lnTo>
                  <a:lnTo>
                    <a:pt x="10060147" y="3003917"/>
                  </a:lnTo>
                  <a:lnTo>
                    <a:pt x="9963975" y="2979763"/>
                  </a:lnTo>
                  <a:lnTo>
                    <a:pt x="9874510" y="2953305"/>
                  </a:lnTo>
                  <a:lnTo>
                    <a:pt x="9791772" y="2924333"/>
                  </a:lnTo>
                  <a:lnTo>
                    <a:pt x="9715460" y="2892576"/>
                  </a:lnTo>
                  <a:lnTo>
                    <a:pt x="9645059" y="2857705"/>
                  </a:lnTo>
                  <a:lnTo>
                    <a:pt x="9579923" y="2819347"/>
                  </a:lnTo>
                  <a:lnTo>
                    <a:pt x="9519342" y="2777105"/>
                  </a:lnTo>
                  <a:lnTo>
                    <a:pt x="9462584" y="2730583"/>
                  </a:lnTo>
                  <a:lnTo>
                    <a:pt x="9408939" y="2679444"/>
                  </a:lnTo>
                  <a:lnTo>
                    <a:pt x="9357751" y="2623485"/>
                  </a:lnTo>
                  <a:lnTo>
                    <a:pt x="9347647" y="2611582"/>
                  </a:lnTo>
                  <a:lnTo>
                    <a:pt x="9305051" y="2558253"/>
                  </a:lnTo>
                  <a:lnTo>
                    <a:pt x="9263485" y="2501221"/>
                  </a:lnTo>
                  <a:lnTo>
                    <a:pt x="9222683" y="2440411"/>
                  </a:lnTo>
                  <a:lnTo>
                    <a:pt x="9182429" y="2375801"/>
                  </a:lnTo>
                  <a:lnTo>
                    <a:pt x="9142548" y="2307427"/>
                  </a:lnTo>
                  <a:lnTo>
                    <a:pt x="9102900" y="2235390"/>
                  </a:lnTo>
                  <a:lnTo>
                    <a:pt x="9063378" y="2159860"/>
                  </a:lnTo>
                  <a:lnTo>
                    <a:pt x="9023903" y="2081076"/>
                  </a:lnTo>
                  <a:lnTo>
                    <a:pt x="8984419" y="1999347"/>
                  </a:lnTo>
                  <a:lnTo>
                    <a:pt x="8944895" y="1915049"/>
                  </a:lnTo>
                  <a:lnTo>
                    <a:pt x="8905315" y="1828622"/>
                  </a:lnTo>
                  <a:lnTo>
                    <a:pt x="8865680" y="1740555"/>
                  </a:lnTo>
                  <a:lnTo>
                    <a:pt x="8826003" y="1651383"/>
                  </a:lnTo>
                  <a:lnTo>
                    <a:pt x="8786303" y="1561668"/>
                  </a:lnTo>
                  <a:lnTo>
                    <a:pt x="8746605" y="1471988"/>
                  </a:lnTo>
                  <a:lnTo>
                    <a:pt x="8706932" y="1382917"/>
                  </a:lnTo>
                  <a:lnTo>
                    <a:pt x="8667303" y="1295016"/>
                  </a:lnTo>
                  <a:lnTo>
                    <a:pt x="8627730" y="1208815"/>
                  </a:lnTo>
                  <a:lnTo>
                    <a:pt x="8588211" y="1124798"/>
                  </a:lnTo>
                  <a:lnTo>
                    <a:pt x="8548731" y="1043397"/>
                  </a:lnTo>
                  <a:lnTo>
                    <a:pt x="8509254" y="964980"/>
                  </a:lnTo>
                  <a:lnTo>
                    <a:pt x="8469721" y="889850"/>
                  </a:lnTo>
                  <a:lnTo>
                    <a:pt x="8430052" y="818237"/>
                  </a:lnTo>
                  <a:lnTo>
                    <a:pt x="8390135" y="750301"/>
                  </a:lnTo>
                  <a:lnTo>
                    <a:pt x="8349827" y="686137"/>
                  </a:lnTo>
                  <a:lnTo>
                    <a:pt x="8308947" y="625774"/>
                  </a:lnTo>
                  <a:lnTo>
                    <a:pt x="8267274" y="569183"/>
                  </a:lnTo>
                  <a:lnTo>
                    <a:pt x="8229629" y="522316"/>
                  </a:lnTo>
                  <a:lnTo>
                    <a:pt x="8178866" y="465377"/>
                  </a:lnTo>
                  <a:lnTo>
                    <a:pt x="8125769" y="413274"/>
                  </a:lnTo>
                  <a:lnTo>
                    <a:pt x="8069696" y="365843"/>
                  </a:lnTo>
                  <a:lnTo>
                    <a:pt x="8009947" y="322766"/>
                  </a:lnTo>
                  <a:lnTo>
                    <a:pt x="7945791" y="283656"/>
                  </a:lnTo>
                  <a:lnTo>
                    <a:pt x="7876509" y="248111"/>
                  </a:lnTo>
                  <a:lnTo>
                    <a:pt x="7801439" y="215752"/>
                  </a:lnTo>
                  <a:lnTo>
                    <a:pt x="7720033" y="186241"/>
                  </a:lnTo>
                  <a:lnTo>
                    <a:pt x="7631939" y="159293"/>
                  </a:lnTo>
                  <a:lnTo>
                    <a:pt x="7537102" y="134687"/>
                  </a:lnTo>
                  <a:lnTo>
                    <a:pt x="7435886" y="112265"/>
                  </a:lnTo>
                  <a:lnTo>
                    <a:pt x="7329211" y="91934"/>
                  </a:lnTo>
                  <a:lnTo>
                    <a:pt x="7218664" y="73659"/>
                  </a:lnTo>
                  <a:lnTo>
                    <a:pt x="7106578" y="57451"/>
                  </a:lnTo>
                  <a:lnTo>
                    <a:pt x="6996002" y="43349"/>
                  </a:lnTo>
                  <a:lnTo>
                    <a:pt x="6890533" y="31397"/>
                  </a:lnTo>
                  <a:lnTo>
                    <a:pt x="6793987" y="21605"/>
                  </a:lnTo>
                  <a:lnTo>
                    <a:pt x="6709921" y="13928"/>
                  </a:lnTo>
                  <a:lnTo>
                    <a:pt x="6641101" y="8239"/>
                  </a:lnTo>
                  <a:lnTo>
                    <a:pt x="6589019" y="4324"/>
                  </a:lnTo>
                  <a:lnTo>
                    <a:pt x="6553592" y="1895"/>
                  </a:lnTo>
                  <a:lnTo>
                    <a:pt x="6533081" y="608"/>
                  </a:lnTo>
                  <a:lnTo>
                    <a:pt x="6524215" y="97"/>
                  </a:lnTo>
                  <a:lnTo>
                    <a:pt x="6522395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1" y="38"/>
                  </a:lnTo>
                  <a:lnTo>
                    <a:pt x="5519051" y="308"/>
                  </a:lnTo>
                  <a:lnTo>
                    <a:pt x="5500563" y="1056"/>
                  </a:lnTo>
                  <a:lnTo>
                    <a:pt x="5467231" y="2529"/>
                  </a:lnTo>
                  <a:lnTo>
                    <a:pt x="5416987" y="4965"/>
                  </a:lnTo>
                  <a:lnTo>
                    <a:pt x="5349493" y="8567"/>
                  </a:lnTo>
                  <a:lnTo>
                    <a:pt x="5266094" y="13487"/>
                  </a:lnTo>
                  <a:lnTo>
                    <a:pt x="5169526" y="19817"/>
                  </a:lnTo>
                  <a:lnTo>
                    <a:pt x="5063419" y="27596"/>
                  </a:lnTo>
                  <a:lnTo>
                    <a:pt x="4951731" y="36816"/>
                  </a:lnTo>
                  <a:lnTo>
                    <a:pt x="4838231" y="47452"/>
                  </a:lnTo>
                  <a:lnTo>
                    <a:pt x="4726130" y="59475"/>
                  </a:lnTo>
                  <a:lnTo>
                    <a:pt x="4617895" y="72876"/>
                  </a:lnTo>
                  <a:lnTo>
                    <a:pt x="4515210" y="87677"/>
                  </a:lnTo>
                  <a:lnTo>
                    <a:pt x="4419047" y="103941"/>
                  </a:lnTo>
                  <a:lnTo>
                    <a:pt x="4329796" y="121773"/>
                  </a:lnTo>
                  <a:lnTo>
                    <a:pt x="4247402" y="141324"/>
                  </a:lnTo>
                  <a:lnTo>
                    <a:pt x="4171500" y="162788"/>
                  </a:lnTo>
                  <a:lnTo>
                    <a:pt x="4101517" y="186393"/>
                  </a:lnTo>
                  <a:lnTo>
                    <a:pt x="4036762" y="212399"/>
                  </a:lnTo>
                  <a:lnTo>
                    <a:pt x="3976488" y="241079"/>
                  </a:lnTo>
                  <a:lnTo>
                    <a:pt x="3919939" y="272693"/>
                  </a:lnTo>
                  <a:lnTo>
                    <a:pt x="3866387" y="307452"/>
                  </a:lnTo>
                  <a:lnTo>
                    <a:pt x="3820202" y="341514"/>
                  </a:lnTo>
                  <a:lnTo>
                    <a:pt x="3770952" y="382134"/>
                  </a:lnTo>
                  <a:lnTo>
                    <a:pt x="3723025" y="426017"/>
                  </a:lnTo>
                  <a:lnTo>
                    <a:pt x="3676027" y="473225"/>
                  </a:lnTo>
                  <a:lnTo>
                    <a:pt x="3629648" y="523759"/>
                  </a:lnTo>
                  <a:lnTo>
                    <a:pt x="3583647" y="577545"/>
                  </a:lnTo>
                  <a:lnTo>
                    <a:pt x="3537843" y="634432"/>
                  </a:lnTo>
                  <a:lnTo>
                    <a:pt x="3492106" y="694184"/>
                  </a:lnTo>
                  <a:lnTo>
                    <a:pt x="3446353" y="756486"/>
                  </a:lnTo>
                  <a:lnTo>
                    <a:pt x="3400538" y="820942"/>
                  </a:lnTo>
                  <a:lnTo>
                    <a:pt x="3354648" y="887087"/>
                  </a:lnTo>
                  <a:lnTo>
                    <a:pt x="3308692" y="954400"/>
                  </a:lnTo>
                  <a:lnTo>
                    <a:pt x="3262699" y="1022316"/>
                  </a:lnTo>
                  <a:lnTo>
                    <a:pt x="3216704" y="1090252"/>
                  </a:lnTo>
                  <a:lnTo>
                    <a:pt x="3170745" y="1157621"/>
                  </a:lnTo>
                  <a:lnTo>
                    <a:pt x="3124850" y="1223860"/>
                  </a:lnTo>
                  <a:lnTo>
                    <a:pt x="3079030" y="1288441"/>
                  </a:lnTo>
                  <a:lnTo>
                    <a:pt x="3033274" y="1350897"/>
                  </a:lnTo>
                  <a:lnTo>
                    <a:pt x="2987538" y="1410827"/>
                  </a:lnTo>
                  <a:lnTo>
                    <a:pt x="2941742" y="1467909"/>
                  </a:lnTo>
                  <a:lnTo>
                    <a:pt x="2895758" y="1521904"/>
                  </a:lnTo>
                  <a:lnTo>
                    <a:pt x="2849411" y="1572654"/>
                  </a:lnTo>
                  <a:lnTo>
                    <a:pt x="2802463" y="1620081"/>
                  </a:lnTo>
                  <a:lnTo>
                    <a:pt x="2754608" y="1664179"/>
                  </a:lnTo>
                  <a:lnTo>
                    <a:pt x="2705458" y="1705010"/>
                  </a:lnTo>
                  <a:lnTo>
                    <a:pt x="2702183" y="1707573"/>
                  </a:lnTo>
                  <a:lnTo>
                    <a:pt x="2650765" y="1745252"/>
                  </a:lnTo>
                  <a:lnTo>
                    <a:pt x="2596945" y="1779690"/>
                  </a:lnTo>
                  <a:lnTo>
                    <a:pt x="2540057" y="1811000"/>
                  </a:lnTo>
                  <a:lnTo>
                    <a:pt x="2479370" y="1839401"/>
                  </a:lnTo>
                  <a:lnTo>
                    <a:pt x="2414126" y="1865155"/>
                  </a:lnTo>
                  <a:lnTo>
                    <a:pt x="2343581" y="1888535"/>
                  </a:lnTo>
                  <a:lnTo>
                    <a:pt x="2267053" y="1909798"/>
                  </a:lnTo>
                  <a:lnTo>
                    <a:pt x="2183988" y="1929169"/>
                  </a:lnTo>
                  <a:lnTo>
                    <a:pt x="2094042" y="1946839"/>
                  </a:lnTo>
                  <a:lnTo>
                    <a:pt x="1997202" y="1962953"/>
                  </a:lnTo>
                  <a:lnTo>
                    <a:pt x="1893908" y="1977612"/>
                  </a:lnTo>
                  <a:lnTo>
                    <a:pt x="1785198" y="1990875"/>
                  </a:lnTo>
                  <a:lnTo>
                    <a:pt x="1672834" y="2002760"/>
                  </a:lnTo>
                  <a:lnTo>
                    <a:pt x="1559359" y="2013256"/>
                  </a:lnTo>
                  <a:lnTo>
                    <a:pt x="1448053" y="2022333"/>
                  </a:lnTo>
                  <a:lnTo>
                    <a:pt x="1342722" y="2029967"/>
                  </a:lnTo>
                  <a:lnTo>
                    <a:pt x="1247316" y="2036154"/>
                  </a:lnTo>
                  <a:lnTo>
                    <a:pt x="1165402" y="2040937"/>
                  </a:lnTo>
                  <a:lnTo>
                    <a:pt x="1099596" y="2044414"/>
                  </a:lnTo>
                  <a:lnTo>
                    <a:pt x="1051086" y="2046744"/>
                  </a:lnTo>
                  <a:lnTo>
                    <a:pt x="1019357" y="2048134"/>
                  </a:lnTo>
                  <a:lnTo>
                    <a:pt x="1002175" y="2048823"/>
                  </a:lnTo>
                  <a:lnTo>
                    <a:pt x="995749" y="2049060"/>
                  </a:lnTo>
                  <a:lnTo>
                    <a:pt x="994940" y="2049087"/>
                  </a:lnTo>
                  <a:lnTo>
                    <a:pt x="0" y="2049087"/>
                  </a:lnTo>
                  <a:lnTo>
                    <a:pt x="0" y="20490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0" name="pg1259"/>
            <p:cNvSpPr/>
            <p:nvPr/>
          </p:nvSpPr>
          <p:spPr>
            <a:xfrm>
              <a:off x="1199187" y="3165178"/>
              <a:ext cx="12049831" cy="2143419"/>
            </a:xfrm>
            <a:custGeom>
              <a:avLst/>
              <a:pathLst>
                <a:path w="12049831" h="2143419">
                  <a:moveTo>
                    <a:pt x="0" y="1771334"/>
                  </a:moveTo>
                  <a:lnTo>
                    <a:pt x="994940" y="1771334"/>
                  </a:lnTo>
                  <a:lnTo>
                    <a:pt x="996075" y="1771341"/>
                  </a:lnTo>
                  <a:lnTo>
                    <a:pt x="1003567" y="1771391"/>
                  </a:lnTo>
                  <a:lnTo>
                    <a:pt x="1022555" y="1771531"/>
                  </a:lnTo>
                  <a:lnTo>
                    <a:pt x="1056751" y="1771807"/>
                  </a:lnTo>
                  <a:lnTo>
                    <a:pt x="1108225" y="1772262"/>
                  </a:lnTo>
                  <a:lnTo>
                    <a:pt x="1177250" y="1772934"/>
                  </a:lnTo>
                  <a:lnTo>
                    <a:pt x="1262356" y="1773851"/>
                  </a:lnTo>
                  <a:lnTo>
                    <a:pt x="1360658" y="1775031"/>
                  </a:lnTo>
                  <a:lnTo>
                    <a:pt x="1468377" y="1776478"/>
                  </a:lnTo>
                  <a:lnTo>
                    <a:pt x="1581441" y="1778192"/>
                  </a:lnTo>
                  <a:lnTo>
                    <a:pt x="1696013" y="1780167"/>
                  </a:lnTo>
                  <a:lnTo>
                    <a:pt x="1808859" y="1782399"/>
                  </a:lnTo>
                  <a:lnTo>
                    <a:pt x="1917531" y="1784886"/>
                  </a:lnTo>
                  <a:lnTo>
                    <a:pt x="2020388" y="1787633"/>
                  </a:lnTo>
                  <a:lnTo>
                    <a:pt x="2116515" y="1790653"/>
                  </a:lnTo>
                  <a:lnTo>
                    <a:pt x="2205582" y="1793966"/>
                  </a:lnTo>
                  <a:lnTo>
                    <a:pt x="2287700" y="1797603"/>
                  </a:lnTo>
                  <a:lnTo>
                    <a:pt x="2363285" y="1801600"/>
                  </a:lnTo>
                  <a:lnTo>
                    <a:pt x="2432952" y="1806001"/>
                  </a:lnTo>
                  <a:lnTo>
                    <a:pt x="2497426" y="1810856"/>
                  </a:lnTo>
                  <a:lnTo>
                    <a:pt x="2557481" y="1816214"/>
                  </a:lnTo>
                  <a:lnTo>
                    <a:pt x="2613892" y="1822125"/>
                  </a:lnTo>
                  <a:lnTo>
                    <a:pt x="2667396" y="1828624"/>
                  </a:lnTo>
                  <a:lnTo>
                    <a:pt x="2702183" y="1833348"/>
                  </a:lnTo>
                  <a:lnTo>
                    <a:pt x="2763114" y="1842594"/>
                  </a:lnTo>
                  <a:lnTo>
                    <a:pt x="2822159" y="1852758"/>
                  </a:lnTo>
                  <a:lnTo>
                    <a:pt x="2880011" y="1863854"/>
                  </a:lnTo>
                  <a:lnTo>
                    <a:pt x="2937185" y="1875868"/>
                  </a:lnTo>
                  <a:lnTo>
                    <a:pt x="2994044" y="1888750"/>
                  </a:lnTo>
                  <a:lnTo>
                    <a:pt x="3050827" y="1902417"/>
                  </a:lnTo>
                  <a:lnTo>
                    <a:pt x="3107672" y="1916749"/>
                  </a:lnTo>
                  <a:lnTo>
                    <a:pt x="3164629" y="1931595"/>
                  </a:lnTo>
                  <a:lnTo>
                    <a:pt x="3221687" y="1946778"/>
                  </a:lnTo>
                  <a:lnTo>
                    <a:pt x="3278794" y="1962102"/>
                  </a:lnTo>
                  <a:lnTo>
                    <a:pt x="3335879" y="1977363"/>
                  </a:lnTo>
                  <a:lnTo>
                    <a:pt x="3392879" y="1992360"/>
                  </a:lnTo>
                  <a:lnTo>
                    <a:pt x="3449764" y="2006909"/>
                  </a:lnTo>
                  <a:lnTo>
                    <a:pt x="3506560" y="2020847"/>
                  </a:lnTo>
                  <a:lnTo>
                    <a:pt x="3563368" y="2034042"/>
                  </a:lnTo>
                  <a:lnTo>
                    <a:pt x="3620385" y="2046397"/>
                  </a:lnTo>
                  <a:lnTo>
                    <a:pt x="3677925" y="2057848"/>
                  </a:lnTo>
                  <a:lnTo>
                    <a:pt x="3736441" y="2068370"/>
                  </a:lnTo>
                  <a:lnTo>
                    <a:pt x="3796553" y="2077965"/>
                  </a:lnTo>
                  <a:lnTo>
                    <a:pt x="3820202" y="2081405"/>
                  </a:lnTo>
                  <a:lnTo>
                    <a:pt x="3872120" y="2088309"/>
                  </a:lnTo>
                  <a:lnTo>
                    <a:pt x="3926493" y="2094614"/>
                  </a:lnTo>
                  <a:lnTo>
                    <a:pt x="3984006" y="2100340"/>
                  </a:lnTo>
                  <a:lnTo>
                    <a:pt x="4045413" y="2105529"/>
                  </a:lnTo>
                  <a:lnTo>
                    <a:pt x="4111493" y="2110231"/>
                  </a:lnTo>
                  <a:lnTo>
                    <a:pt x="4183010" y="2114495"/>
                  </a:lnTo>
                  <a:lnTo>
                    <a:pt x="4260661" y="2118371"/>
                  </a:lnTo>
                  <a:lnTo>
                    <a:pt x="4345006" y="2121898"/>
                  </a:lnTo>
                  <a:lnTo>
                    <a:pt x="4436376" y="2125114"/>
                  </a:lnTo>
                  <a:lnTo>
                    <a:pt x="4534754" y="2128043"/>
                  </a:lnTo>
                  <a:lnTo>
                    <a:pt x="4639637" y="2130704"/>
                  </a:lnTo>
                  <a:lnTo>
                    <a:pt x="4749885" y="2133108"/>
                  </a:lnTo>
                  <a:lnTo>
                    <a:pt x="4863601" y="2135256"/>
                  </a:lnTo>
                  <a:lnTo>
                    <a:pt x="4978072" y="2137147"/>
                  </a:lnTo>
                  <a:lnTo>
                    <a:pt x="5089839" y="2138775"/>
                  </a:lnTo>
                  <a:lnTo>
                    <a:pt x="5194939" y="2140135"/>
                  </a:lnTo>
                  <a:lnTo>
                    <a:pt x="5289331" y="2141228"/>
                  </a:lnTo>
                  <a:lnTo>
                    <a:pt x="5369462" y="2142063"/>
                  </a:lnTo>
                  <a:lnTo>
                    <a:pt x="5432857" y="2142661"/>
                  </a:lnTo>
                  <a:lnTo>
                    <a:pt x="5478592" y="2143053"/>
                  </a:lnTo>
                  <a:lnTo>
                    <a:pt x="5507528" y="2143280"/>
                  </a:lnTo>
                  <a:lnTo>
                    <a:pt x="5522295" y="2143385"/>
                  </a:lnTo>
                  <a:lnTo>
                    <a:pt x="5527091" y="2143417"/>
                  </a:lnTo>
                  <a:lnTo>
                    <a:pt x="5527445" y="2143419"/>
                  </a:lnTo>
                  <a:lnTo>
                    <a:pt x="6522385" y="2143419"/>
                  </a:lnTo>
                  <a:lnTo>
                    <a:pt x="6523487" y="2143379"/>
                  </a:lnTo>
                  <a:lnTo>
                    <a:pt x="6530759" y="2143098"/>
                  </a:lnTo>
                  <a:lnTo>
                    <a:pt x="6549203" y="2142320"/>
                  </a:lnTo>
                  <a:lnTo>
                    <a:pt x="6582458" y="2140786"/>
                  </a:lnTo>
                  <a:lnTo>
                    <a:pt x="6632592" y="2138250"/>
                  </a:lnTo>
                  <a:lnTo>
                    <a:pt x="6699950" y="2134501"/>
                  </a:lnTo>
                  <a:lnTo>
                    <a:pt x="6783196" y="2129380"/>
                  </a:lnTo>
                  <a:lnTo>
                    <a:pt x="6879609" y="2122790"/>
                  </a:lnTo>
                  <a:lnTo>
                    <a:pt x="6985571" y="2114691"/>
                  </a:lnTo>
                  <a:lnTo>
                    <a:pt x="7097134" y="2105090"/>
                  </a:lnTo>
                  <a:lnTo>
                    <a:pt x="7210537" y="2094015"/>
                  </a:lnTo>
                  <a:lnTo>
                    <a:pt x="7322569" y="2081494"/>
                  </a:lnTo>
                  <a:lnTo>
                    <a:pt x="7430764" y="2067537"/>
                  </a:lnTo>
                  <a:lnTo>
                    <a:pt x="7533432" y="2052123"/>
                  </a:lnTo>
                  <a:lnTo>
                    <a:pt x="7629597" y="2035186"/>
                  </a:lnTo>
                  <a:lnTo>
                    <a:pt x="7718864" y="2016617"/>
                  </a:lnTo>
                  <a:lnTo>
                    <a:pt x="7801281" y="1996259"/>
                  </a:lnTo>
                  <a:lnTo>
                    <a:pt x="7877212" y="1973913"/>
                  </a:lnTo>
                  <a:lnTo>
                    <a:pt x="7947224" y="1949340"/>
                  </a:lnTo>
                  <a:lnTo>
                    <a:pt x="8012004" y="1922270"/>
                  </a:lnTo>
                  <a:lnTo>
                    <a:pt x="8072298" y="1892420"/>
                  </a:lnTo>
                  <a:lnTo>
                    <a:pt x="8128861" y="1859518"/>
                  </a:lnTo>
                  <a:lnTo>
                    <a:pt x="8182418" y="1823343"/>
                  </a:lnTo>
                  <a:lnTo>
                    <a:pt x="8229629" y="1787056"/>
                  </a:lnTo>
                  <a:lnTo>
                    <a:pt x="8278254" y="1745237"/>
                  </a:lnTo>
                  <a:lnTo>
                    <a:pt x="8325585" y="1700102"/>
                  </a:lnTo>
                  <a:lnTo>
                    <a:pt x="8372001" y="1651586"/>
                  </a:lnTo>
                  <a:lnTo>
                    <a:pt x="8417805" y="1599687"/>
                  </a:lnTo>
                  <a:lnTo>
                    <a:pt x="8463230" y="1544476"/>
                  </a:lnTo>
                  <a:lnTo>
                    <a:pt x="8508453" y="1486099"/>
                  </a:lnTo>
                  <a:lnTo>
                    <a:pt x="8553603" y="1424787"/>
                  </a:lnTo>
                  <a:lnTo>
                    <a:pt x="8598762" y="1360850"/>
                  </a:lnTo>
                  <a:lnTo>
                    <a:pt x="8643979" y="1294678"/>
                  </a:lnTo>
                  <a:lnTo>
                    <a:pt x="8689270" y="1226730"/>
                  </a:lnTo>
                  <a:lnTo>
                    <a:pt x="8734627" y="1157524"/>
                  </a:lnTo>
                  <a:lnTo>
                    <a:pt x="8780024" y="1087621"/>
                  </a:lnTo>
                  <a:lnTo>
                    <a:pt x="8825429" y="1017606"/>
                  </a:lnTo>
                  <a:lnTo>
                    <a:pt x="8870804" y="948068"/>
                  </a:lnTo>
                  <a:lnTo>
                    <a:pt x="8916122" y="879579"/>
                  </a:lnTo>
                  <a:lnTo>
                    <a:pt x="8961367" y="812675"/>
                  </a:lnTo>
                  <a:lnTo>
                    <a:pt x="9006544" y="747841"/>
                  </a:lnTo>
                  <a:lnTo>
                    <a:pt x="9051690" y="685492"/>
                  </a:lnTo>
                  <a:lnTo>
                    <a:pt x="9096873" y="625970"/>
                  </a:lnTo>
                  <a:lnTo>
                    <a:pt x="9142204" y="569536"/>
                  </a:lnTo>
                  <a:lnTo>
                    <a:pt x="9187839" y="516368"/>
                  </a:lnTo>
                  <a:lnTo>
                    <a:pt x="9233991" y="466565"/>
                  </a:lnTo>
                  <a:lnTo>
                    <a:pt x="9280935" y="420152"/>
                  </a:lnTo>
                  <a:lnTo>
                    <a:pt x="9329018" y="377086"/>
                  </a:lnTo>
                  <a:lnTo>
                    <a:pt x="9347647" y="361603"/>
                  </a:lnTo>
                  <a:lnTo>
                    <a:pt x="9399021" y="322318"/>
                  </a:lnTo>
                  <a:lnTo>
                    <a:pt x="9452792" y="286409"/>
                  </a:lnTo>
                  <a:lnTo>
                    <a:pt x="9509624" y="253758"/>
                  </a:lnTo>
                  <a:lnTo>
                    <a:pt x="9570247" y="224140"/>
                  </a:lnTo>
                  <a:lnTo>
                    <a:pt x="9635416" y="197279"/>
                  </a:lnTo>
                  <a:lnTo>
                    <a:pt x="9705874" y="172892"/>
                  </a:lnTo>
                  <a:lnTo>
                    <a:pt x="9782302" y="150712"/>
                  </a:lnTo>
                  <a:lnTo>
                    <a:pt x="9865253" y="130504"/>
                  </a:lnTo>
                  <a:lnTo>
                    <a:pt x="9955071" y="112069"/>
                  </a:lnTo>
                  <a:lnTo>
                    <a:pt x="10051774" y="95257"/>
                  </a:lnTo>
                  <a:lnTo>
                    <a:pt x="10154927" y="79960"/>
                  </a:lnTo>
                  <a:lnTo>
                    <a:pt x="10263498" y="66118"/>
                  </a:lnTo>
                  <a:lnTo>
                    <a:pt x="10375739" y="53711"/>
                  </a:lnTo>
                  <a:lnTo>
                    <a:pt x="10489122" y="42752"/>
                  </a:lnTo>
                  <a:lnTo>
                    <a:pt x="10600383" y="33269"/>
                  </a:lnTo>
                  <a:lnTo>
                    <a:pt x="10705730" y="25291"/>
                  </a:lnTo>
                  <a:lnTo>
                    <a:pt x="10801220" y="18819"/>
                  </a:lnTo>
                  <a:lnTo>
                    <a:pt x="10883288" y="13811"/>
                  </a:lnTo>
                  <a:lnTo>
                    <a:pt x="10949305" y="10165"/>
                  </a:lnTo>
                  <a:lnTo>
                    <a:pt x="10998062" y="7718"/>
                  </a:lnTo>
                  <a:lnTo>
                    <a:pt x="11030043" y="6253"/>
                  </a:lnTo>
                  <a:lnTo>
                    <a:pt x="11047447" y="5524"/>
                  </a:lnTo>
                  <a:lnTo>
                    <a:pt x="11054029" y="527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0" y="39"/>
                  </a:lnTo>
                  <a:lnTo>
                    <a:pt x="11046518" y="321"/>
                  </a:lnTo>
                  <a:lnTo>
                    <a:pt x="11028074" y="1099"/>
                  </a:lnTo>
                  <a:lnTo>
                    <a:pt x="10994819" y="2632"/>
                  </a:lnTo>
                  <a:lnTo>
                    <a:pt x="10944684" y="5168"/>
                  </a:lnTo>
                  <a:lnTo>
                    <a:pt x="10877326" y="8917"/>
                  </a:lnTo>
                  <a:lnTo>
                    <a:pt x="10794080" y="14038"/>
                  </a:lnTo>
                  <a:lnTo>
                    <a:pt x="10697667" y="20629"/>
                  </a:lnTo>
                  <a:lnTo>
                    <a:pt x="10591706" y="28727"/>
                  </a:lnTo>
                  <a:lnTo>
                    <a:pt x="10480142" y="38328"/>
                  </a:lnTo>
                  <a:lnTo>
                    <a:pt x="10366739" y="49404"/>
                  </a:lnTo>
                  <a:lnTo>
                    <a:pt x="10254707" y="61925"/>
                  </a:lnTo>
                  <a:lnTo>
                    <a:pt x="10146513" y="75881"/>
                  </a:lnTo>
                  <a:lnTo>
                    <a:pt x="10043844" y="91296"/>
                  </a:lnTo>
                  <a:lnTo>
                    <a:pt x="9947679" y="108233"/>
                  </a:lnTo>
                  <a:lnTo>
                    <a:pt x="9858413" y="126802"/>
                  </a:lnTo>
                  <a:lnTo>
                    <a:pt x="9775995" y="147159"/>
                  </a:lnTo>
                  <a:lnTo>
                    <a:pt x="9700064" y="169505"/>
                  </a:lnTo>
                  <a:lnTo>
                    <a:pt x="9630053" y="194079"/>
                  </a:lnTo>
                  <a:lnTo>
                    <a:pt x="9565273" y="221149"/>
                  </a:lnTo>
                  <a:lnTo>
                    <a:pt x="9504979" y="250998"/>
                  </a:lnTo>
                  <a:lnTo>
                    <a:pt x="9448416" y="283900"/>
                  </a:lnTo>
                  <a:lnTo>
                    <a:pt x="9394858" y="320075"/>
                  </a:lnTo>
                  <a:lnTo>
                    <a:pt x="9347647" y="356363"/>
                  </a:lnTo>
                  <a:lnTo>
                    <a:pt x="9299022" y="398182"/>
                  </a:lnTo>
                  <a:lnTo>
                    <a:pt x="9251692" y="443317"/>
                  </a:lnTo>
                  <a:lnTo>
                    <a:pt x="9205275" y="491832"/>
                  </a:lnTo>
                  <a:lnTo>
                    <a:pt x="9159472" y="543731"/>
                  </a:lnTo>
                  <a:lnTo>
                    <a:pt x="9114047" y="598943"/>
                  </a:lnTo>
                  <a:lnTo>
                    <a:pt x="9068824" y="657319"/>
                  </a:lnTo>
                  <a:lnTo>
                    <a:pt x="9023674" y="718631"/>
                  </a:lnTo>
                  <a:lnTo>
                    <a:pt x="8978514" y="782568"/>
                  </a:lnTo>
                  <a:lnTo>
                    <a:pt x="8933297" y="848740"/>
                  </a:lnTo>
                  <a:lnTo>
                    <a:pt x="8888006" y="916689"/>
                  </a:lnTo>
                  <a:lnTo>
                    <a:pt x="8842650" y="985894"/>
                  </a:lnTo>
                  <a:lnTo>
                    <a:pt x="8797252" y="1055797"/>
                  </a:lnTo>
                  <a:lnTo>
                    <a:pt x="8751848" y="1125812"/>
                  </a:lnTo>
                  <a:lnTo>
                    <a:pt x="8706472" y="1195350"/>
                  </a:lnTo>
                  <a:lnTo>
                    <a:pt x="8661154" y="1263839"/>
                  </a:lnTo>
                  <a:lnTo>
                    <a:pt x="8615910" y="1330743"/>
                  </a:lnTo>
                  <a:lnTo>
                    <a:pt x="8570732" y="1395578"/>
                  </a:lnTo>
                  <a:lnTo>
                    <a:pt x="8525586" y="1457927"/>
                  </a:lnTo>
                  <a:lnTo>
                    <a:pt x="8480403" y="1517448"/>
                  </a:lnTo>
                  <a:lnTo>
                    <a:pt x="8435073" y="1573883"/>
                  </a:lnTo>
                  <a:lnTo>
                    <a:pt x="8389437" y="1627051"/>
                  </a:lnTo>
                  <a:lnTo>
                    <a:pt x="8343285" y="1676854"/>
                  </a:lnTo>
                  <a:lnTo>
                    <a:pt x="8296342" y="1723267"/>
                  </a:lnTo>
                  <a:lnTo>
                    <a:pt x="8248258" y="1766332"/>
                  </a:lnTo>
                  <a:lnTo>
                    <a:pt x="8229629" y="1781815"/>
                  </a:lnTo>
                  <a:lnTo>
                    <a:pt x="8178256" y="1821101"/>
                  </a:lnTo>
                  <a:lnTo>
                    <a:pt x="8124485" y="1857010"/>
                  </a:lnTo>
                  <a:lnTo>
                    <a:pt x="8067652" y="1889660"/>
                  </a:lnTo>
                  <a:lnTo>
                    <a:pt x="8007030" y="1919278"/>
                  </a:lnTo>
                  <a:lnTo>
                    <a:pt x="7941861" y="1946140"/>
                  </a:lnTo>
                  <a:lnTo>
                    <a:pt x="7871403" y="1970526"/>
                  </a:lnTo>
                  <a:lnTo>
                    <a:pt x="7794975" y="1992706"/>
                  </a:lnTo>
                  <a:lnTo>
                    <a:pt x="7712023" y="2012915"/>
                  </a:lnTo>
                  <a:lnTo>
                    <a:pt x="7622205" y="2031349"/>
                  </a:lnTo>
                  <a:lnTo>
                    <a:pt x="7525502" y="2048162"/>
                  </a:lnTo>
                  <a:lnTo>
                    <a:pt x="7422350" y="2063458"/>
                  </a:lnTo>
                  <a:lnTo>
                    <a:pt x="7313779" y="2077300"/>
                  </a:lnTo>
                  <a:lnTo>
                    <a:pt x="7201537" y="2089707"/>
                  </a:lnTo>
                  <a:lnTo>
                    <a:pt x="7088154" y="2100667"/>
                  </a:lnTo>
                  <a:lnTo>
                    <a:pt x="6976893" y="2110149"/>
                  </a:lnTo>
                  <a:lnTo>
                    <a:pt x="6871547" y="2118128"/>
                  </a:lnTo>
                  <a:lnTo>
                    <a:pt x="6776056" y="2124599"/>
                  </a:lnTo>
                  <a:lnTo>
                    <a:pt x="6693989" y="2129607"/>
                  </a:lnTo>
                  <a:lnTo>
                    <a:pt x="6627972" y="2133253"/>
                  </a:lnTo>
                  <a:lnTo>
                    <a:pt x="6579214" y="2135701"/>
                  </a:lnTo>
                  <a:lnTo>
                    <a:pt x="6547234" y="2137165"/>
                  </a:lnTo>
                  <a:lnTo>
                    <a:pt x="6529830" y="2137894"/>
                  </a:lnTo>
                  <a:lnTo>
                    <a:pt x="6523248" y="2138147"/>
                  </a:lnTo>
                  <a:lnTo>
                    <a:pt x="6522385" y="2138178"/>
                  </a:lnTo>
                  <a:lnTo>
                    <a:pt x="5527445" y="2138178"/>
                  </a:lnTo>
                  <a:lnTo>
                    <a:pt x="5526310" y="2138171"/>
                  </a:lnTo>
                  <a:lnTo>
                    <a:pt x="5518818" y="2138121"/>
                  </a:lnTo>
                  <a:lnTo>
                    <a:pt x="5499830" y="2137981"/>
                  </a:lnTo>
                  <a:lnTo>
                    <a:pt x="5465634" y="2137705"/>
                  </a:lnTo>
                  <a:lnTo>
                    <a:pt x="5414160" y="2137250"/>
                  </a:lnTo>
                  <a:lnTo>
                    <a:pt x="5345135" y="2136578"/>
                  </a:lnTo>
                  <a:lnTo>
                    <a:pt x="5260029" y="2135661"/>
                  </a:lnTo>
                  <a:lnTo>
                    <a:pt x="5161727" y="2134481"/>
                  </a:lnTo>
                  <a:lnTo>
                    <a:pt x="5054008" y="2133034"/>
                  </a:lnTo>
                  <a:lnTo>
                    <a:pt x="4940944" y="2131320"/>
                  </a:lnTo>
                  <a:lnTo>
                    <a:pt x="4826372" y="2129345"/>
                  </a:lnTo>
                  <a:lnTo>
                    <a:pt x="4713526" y="2127113"/>
                  </a:lnTo>
                  <a:lnTo>
                    <a:pt x="4604854" y="2124626"/>
                  </a:lnTo>
                  <a:lnTo>
                    <a:pt x="4501996" y="2121879"/>
                  </a:lnTo>
                  <a:lnTo>
                    <a:pt x="4405870" y="2118859"/>
                  </a:lnTo>
                  <a:lnTo>
                    <a:pt x="4316803" y="2115546"/>
                  </a:lnTo>
                  <a:lnTo>
                    <a:pt x="4234685" y="2111909"/>
                  </a:lnTo>
                  <a:lnTo>
                    <a:pt x="4159100" y="2107912"/>
                  </a:lnTo>
                  <a:lnTo>
                    <a:pt x="4089433" y="2103511"/>
                  </a:lnTo>
                  <a:lnTo>
                    <a:pt x="4024959" y="2098656"/>
                  </a:lnTo>
                  <a:lnTo>
                    <a:pt x="3964904" y="2093298"/>
                  </a:lnTo>
                  <a:lnTo>
                    <a:pt x="3908493" y="2087387"/>
                  </a:lnTo>
                  <a:lnTo>
                    <a:pt x="3854989" y="2080888"/>
                  </a:lnTo>
                  <a:lnTo>
                    <a:pt x="3820202" y="2076164"/>
                  </a:lnTo>
                  <a:lnTo>
                    <a:pt x="3759271" y="2066918"/>
                  </a:lnTo>
                  <a:lnTo>
                    <a:pt x="3700226" y="2056754"/>
                  </a:lnTo>
                  <a:lnTo>
                    <a:pt x="3642374" y="2045658"/>
                  </a:lnTo>
                  <a:lnTo>
                    <a:pt x="3585200" y="2033644"/>
                  </a:lnTo>
                  <a:lnTo>
                    <a:pt x="3528341" y="2020762"/>
                  </a:lnTo>
                  <a:lnTo>
                    <a:pt x="3471558" y="2007095"/>
                  </a:lnTo>
                  <a:lnTo>
                    <a:pt x="3414713" y="1992763"/>
                  </a:lnTo>
                  <a:lnTo>
                    <a:pt x="3357756" y="1977917"/>
                  </a:lnTo>
                  <a:lnTo>
                    <a:pt x="3300698" y="1962734"/>
                  </a:lnTo>
                  <a:lnTo>
                    <a:pt x="3243591" y="1947410"/>
                  </a:lnTo>
                  <a:lnTo>
                    <a:pt x="3186506" y="1932149"/>
                  </a:lnTo>
                  <a:lnTo>
                    <a:pt x="3129506" y="1917152"/>
                  </a:lnTo>
                  <a:lnTo>
                    <a:pt x="3072621" y="1902603"/>
                  </a:lnTo>
                  <a:lnTo>
                    <a:pt x="3015825" y="1888665"/>
                  </a:lnTo>
                  <a:lnTo>
                    <a:pt x="2959017" y="1875470"/>
                  </a:lnTo>
                  <a:lnTo>
                    <a:pt x="2902000" y="1863115"/>
                  </a:lnTo>
                  <a:lnTo>
                    <a:pt x="2844460" y="1851664"/>
                  </a:lnTo>
                  <a:lnTo>
                    <a:pt x="2785944" y="1841142"/>
                  </a:lnTo>
                  <a:lnTo>
                    <a:pt x="2725832" y="1831547"/>
                  </a:lnTo>
                  <a:lnTo>
                    <a:pt x="2702183" y="1828107"/>
                  </a:lnTo>
                  <a:lnTo>
                    <a:pt x="2650265" y="1821203"/>
                  </a:lnTo>
                  <a:lnTo>
                    <a:pt x="2595892" y="1814898"/>
                  </a:lnTo>
                  <a:lnTo>
                    <a:pt x="2538379" y="1809172"/>
                  </a:lnTo>
                  <a:lnTo>
                    <a:pt x="2476972" y="1803983"/>
                  </a:lnTo>
                  <a:lnTo>
                    <a:pt x="2410892" y="1799281"/>
                  </a:lnTo>
                  <a:lnTo>
                    <a:pt x="2339375" y="1795017"/>
                  </a:lnTo>
                  <a:lnTo>
                    <a:pt x="2261724" y="1791141"/>
                  </a:lnTo>
                  <a:lnTo>
                    <a:pt x="2177379" y="1787614"/>
                  </a:lnTo>
                  <a:lnTo>
                    <a:pt x="2086009" y="1784398"/>
                  </a:lnTo>
                  <a:lnTo>
                    <a:pt x="1987631" y="1781469"/>
                  </a:lnTo>
                  <a:lnTo>
                    <a:pt x="1882748" y="1778808"/>
                  </a:lnTo>
                  <a:lnTo>
                    <a:pt x="1772500" y="1776404"/>
                  </a:lnTo>
                  <a:lnTo>
                    <a:pt x="1658784" y="1774256"/>
                  </a:lnTo>
                  <a:lnTo>
                    <a:pt x="1544313" y="1772365"/>
                  </a:lnTo>
                  <a:lnTo>
                    <a:pt x="1432546" y="1770737"/>
                  </a:lnTo>
                  <a:lnTo>
                    <a:pt x="1327446" y="1769377"/>
                  </a:lnTo>
                  <a:lnTo>
                    <a:pt x="1233054" y="1768284"/>
                  </a:lnTo>
                  <a:lnTo>
                    <a:pt x="1152923" y="1767449"/>
                  </a:lnTo>
                  <a:lnTo>
                    <a:pt x="1089528" y="1766851"/>
                  </a:lnTo>
                  <a:lnTo>
                    <a:pt x="1043793" y="1766459"/>
                  </a:lnTo>
                  <a:lnTo>
                    <a:pt x="1014857" y="1766232"/>
                  </a:lnTo>
                  <a:lnTo>
                    <a:pt x="1000090" y="1766127"/>
                  </a:lnTo>
                  <a:lnTo>
                    <a:pt x="995294" y="1766095"/>
                  </a:lnTo>
                  <a:lnTo>
                    <a:pt x="994940" y="1766093"/>
                  </a:lnTo>
                  <a:lnTo>
                    <a:pt x="0" y="1766093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61" name="pl1260"/>
            <p:cNvSpPr/>
            <p:nvPr/>
          </p:nvSpPr>
          <p:spPr>
            <a:xfrm>
              <a:off x="1199187" y="3170419"/>
              <a:ext cx="12049831" cy="2138178"/>
            </a:xfrm>
            <a:custGeom>
              <a:avLst/>
              <a:pathLst>
                <a:path w="12049831" h="2138178">
                  <a:moveTo>
                    <a:pt x="0" y="1766093"/>
                  </a:moveTo>
                  <a:lnTo>
                    <a:pt x="994940" y="1766093"/>
                  </a:lnTo>
                  <a:lnTo>
                    <a:pt x="996075" y="1766100"/>
                  </a:lnTo>
                  <a:lnTo>
                    <a:pt x="1003567" y="1766151"/>
                  </a:lnTo>
                  <a:lnTo>
                    <a:pt x="1022555" y="1766291"/>
                  </a:lnTo>
                  <a:lnTo>
                    <a:pt x="1056751" y="1766566"/>
                  </a:lnTo>
                  <a:lnTo>
                    <a:pt x="1108225" y="1767021"/>
                  </a:lnTo>
                  <a:lnTo>
                    <a:pt x="1177250" y="1767693"/>
                  </a:lnTo>
                  <a:lnTo>
                    <a:pt x="1262356" y="1768611"/>
                  </a:lnTo>
                  <a:lnTo>
                    <a:pt x="1360658" y="1769790"/>
                  </a:lnTo>
                  <a:lnTo>
                    <a:pt x="1468377" y="1771238"/>
                  </a:lnTo>
                  <a:lnTo>
                    <a:pt x="1581441" y="1772951"/>
                  </a:lnTo>
                  <a:lnTo>
                    <a:pt x="1696013" y="1774927"/>
                  </a:lnTo>
                  <a:lnTo>
                    <a:pt x="1808859" y="1777158"/>
                  </a:lnTo>
                  <a:lnTo>
                    <a:pt x="1917531" y="1779645"/>
                  </a:lnTo>
                  <a:lnTo>
                    <a:pt x="2020388" y="1782392"/>
                  </a:lnTo>
                  <a:lnTo>
                    <a:pt x="2116515" y="1785412"/>
                  </a:lnTo>
                  <a:lnTo>
                    <a:pt x="2205582" y="1788726"/>
                  </a:lnTo>
                  <a:lnTo>
                    <a:pt x="2287700" y="1792362"/>
                  </a:lnTo>
                  <a:lnTo>
                    <a:pt x="2363285" y="1796359"/>
                  </a:lnTo>
                  <a:lnTo>
                    <a:pt x="2432952" y="1800760"/>
                  </a:lnTo>
                  <a:lnTo>
                    <a:pt x="2497426" y="1805615"/>
                  </a:lnTo>
                  <a:lnTo>
                    <a:pt x="2557481" y="1810974"/>
                  </a:lnTo>
                  <a:lnTo>
                    <a:pt x="2613892" y="1816885"/>
                  </a:lnTo>
                  <a:lnTo>
                    <a:pt x="2667396" y="1823383"/>
                  </a:lnTo>
                  <a:lnTo>
                    <a:pt x="2702183" y="1828107"/>
                  </a:lnTo>
                  <a:lnTo>
                    <a:pt x="2763114" y="1837353"/>
                  </a:lnTo>
                  <a:lnTo>
                    <a:pt x="2822159" y="1847517"/>
                  </a:lnTo>
                  <a:lnTo>
                    <a:pt x="2880011" y="1858614"/>
                  </a:lnTo>
                  <a:lnTo>
                    <a:pt x="2937185" y="1870627"/>
                  </a:lnTo>
                  <a:lnTo>
                    <a:pt x="2994044" y="1883509"/>
                  </a:lnTo>
                  <a:lnTo>
                    <a:pt x="3050827" y="1897176"/>
                  </a:lnTo>
                  <a:lnTo>
                    <a:pt x="3107672" y="1911508"/>
                  </a:lnTo>
                  <a:lnTo>
                    <a:pt x="3164629" y="1926355"/>
                  </a:lnTo>
                  <a:lnTo>
                    <a:pt x="3221687" y="1941538"/>
                  </a:lnTo>
                  <a:lnTo>
                    <a:pt x="3278794" y="1956861"/>
                  </a:lnTo>
                  <a:lnTo>
                    <a:pt x="3335879" y="1972122"/>
                  </a:lnTo>
                  <a:lnTo>
                    <a:pt x="3392879" y="1987120"/>
                  </a:lnTo>
                  <a:lnTo>
                    <a:pt x="3449764" y="2001669"/>
                  </a:lnTo>
                  <a:lnTo>
                    <a:pt x="3506560" y="2015607"/>
                  </a:lnTo>
                  <a:lnTo>
                    <a:pt x="3563368" y="2028802"/>
                  </a:lnTo>
                  <a:lnTo>
                    <a:pt x="3620385" y="2041156"/>
                  </a:lnTo>
                  <a:lnTo>
                    <a:pt x="3677925" y="2052608"/>
                  </a:lnTo>
                  <a:lnTo>
                    <a:pt x="3736441" y="2063129"/>
                  </a:lnTo>
                  <a:lnTo>
                    <a:pt x="3796553" y="2072724"/>
                  </a:lnTo>
                  <a:lnTo>
                    <a:pt x="3820202" y="2076164"/>
                  </a:lnTo>
                  <a:lnTo>
                    <a:pt x="3872120" y="2083068"/>
                  </a:lnTo>
                  <a:lnTo>
                    <a:pt x="3926493" y="2089373"/>
                  </a:lnTo>
                  <a:lnTo>
                    <a:pt x="3984006" y="2095099"/>
                  </a:lnTo>
                  <a:lnTo>
                    <a:pt x="4045413" y="2100289"/>
                  </a:lnTo>
                  <a:lnTo>
                    <a:pt x="4111493" y="2104990"/>
                  </a:lnTo>
                  <a:lnTo>
                    <a:pt x="4183010" y="2109255"/>
                  </a:lnTo>
                  <a:lnTo>
                    <a:pt x="4260661" y="2113130"/>
                  </a:lnTo>
                  <a:lnTo>
                    <a:pt x="4345006" y="2116658"/>
                  </a:lnTo>
                  <a:lnTo>
                    <a:pt x="4436376" y="2119873"/>
                  </a:lnTo>
                  <a:lnTo>
                    <a:pt x="4534754" y="2122802"/>
                  </a:lnTo>
                  <a:lnTo>
                    <a:pt x="4639637" y="2125463"/>
                  </a:lnTo>
                  <a:lnTo>
                    <a:pt x="4749885" y="2127867"/>
                  </a:lnTo>
                  <a:lnTo>
                    <a:pt x="4863601" y="2130016"/>
                  </a:lnTo>
                  <a:lnTo>
                    <a:pt x="4978072" y="2131907"/>
                  </a:lnTo>
                  <a:lnTo>
                    <a:pt x="5089839" y="2133534"/>
                  </a:lnTo>
                  <a:lnTo>
                    <a:pt x="5194939" y="2134894"/>
                  </a:lnTo>
                  <a:lnTo>
                    <a:pt x="5289331" y="2135987"/>
                  </a:lnTo>
                  <a:lnTo>
                    <a:pt x="5369462" y="2136823"/>
                  </a:lnTo>
                  <a:lnTo>
                    <a:pt x="5432857" y="2137421"/>
                  </a:lnTo>
                  <a:lnTo>
                    <a:pt x="5478592" y="2137813"/>
                  </a:lnTo>
                  <a:lnTo>
                    <a:pt x="5507528" y="2138039"/>
                  </a:lnTo>
                  <a:lnTo>
                    <a:pt x="5522295" y="2138145"/>
                  </a:lnTo>
                  <a:lnTo>
                    <a:pt x="5527091" y="2138176"/>
                  </a:lnTo>
                  <a:lnTo>
                    <a:pt x="5527445" y="2138178"/>
                  </a:lnTo>
                  <a:lnTo>
                    <a:pt x="6522385" y="2138178"/>
                  </a:lnTo>
                  <a:lnTo>
                    <a:pt x="6523487" y="2138139"/>
                  </a:lnTo>
                  <a:lnTo>
                    <a:pt x="6530759" y="2137857"/>
                  </a:lnTo>
                  <a:lnTo>
                    <a:pt x="6549203" y="2137079"/>
                  </a:lnTo>
                  <a:lnTo>
                    <a:pt x="6582458" y="2135545"/>
                  </a:lnTo>
                  <a:lnTo>
                    <a:pt x="6632592" y="2133010"/>
                  </a:lnTo>
                  <a:lnTo>
                    <a:pt x="6699950" y="2129261"/>
                  </a:lnTo>
                  <a:lnTo>
                    <a:pt x="6783196" y="2124140"/>
                  </a:lnTo>
                  <a:lnTo>
                    <a:pt x="6879609" y="2117549"/>
                  </a:lnTo>
                  <a:lnTo>
                    <a:pt x="6985571" y="2109450"/>
                  </a:lnTo>
                  <a:lnTo>
                    <a:pt x="7097134" y="2099849"/>
                  </a:lnTo>
                  <a:lnTo>
                    <a:pt x="7210537" y="2088774"/>
                  </a:lnTo>
                  <a:lnTo>
                    <a:pt x="7322569" y="2076253"/>
                  </a:lnTo>
                  <a:lnTo>
                    <a:pt x="7430764" y="2062296"/>
                  </a:lnTo>
                  <a:lnTo>
                    <a:pt x="7533432" y="2046882"/>
                  </a:lnTo>
                  <a:lnTo>
                    <a:pt x="7629597" y="2029945"/>
                  </a:lnTo>
                  <a:lnTo>
                    <a:pt x="7718864" y="2011376"/>
                  </a:lnTo>
                  <a:lnTo>
                    <a:pt x="7801281" y="1991018"/>
                  </a:lnTo>
                  <a:lnTo>
                    <a:pt x="7877212" y="1968672"/>
                  </a:lnTo>
                  <a:lnTo>
                    <a:pt x="7947224" y="1944099"/>
                  </a:lnTo>
                  <a:lnTo>
                    <a:pt x="8012004" y="1917029"/>
                  </a:lnTo>
                  <a:lnTo>
                    <a:pt x="8072298" y="1887179"/>
                  </a:lnTo>
                  <a:lnTo>
                    <a:pt x="8128861" y="1854277"/>
                  </a:lnTo>
                  <a:lnTo>
                    <a:pt x="8182418" y="1818103"/>
                  </a:lnTo>
                  <a:lnTo>
                    <a:pt x="8229629" y="1781815"/>
                  </a:lnTo>
                  <a:lnTo>
                    <a:pt x="8278254" y="1739996"/>
                  </a:lnTo>
                  <a:lnTo>
                    <a:pt x="8325585" y="1694861"/>
                  </a:lnTo>
                  <a:lnTo>
                    <a:pt x="8372001" y="1646345"/>
                  </a:lnTo>
                  <a:lnTo>
                    <a:pt x="8417805" y="1594447"/>
                  </a:lnTo>
                  <a:lnTo>
                    <a:pt x="8463230" y="1539235"/>
                  </a:lnTo>
                  <a:lnTo>
                    <a:pt x="8508453" y="1480858"/>
                  </a:lnTo>
                  <a:lnTo>
                    <a:pt x="8553603" y="1419546"/>
                  </a:lnTo>
                  <a:lnTo>
                    <a:pt x="8598762" y="1355610"/>
                  </a:lnTo>
                  <a:lnTo>
                    <a:pt x="8643979" y="1289437"/>
                  </a:lnTo>
                  <a:lnTo>
                    <a:pt x="8689270" y="1221489"/>
                  </a:lnTo>
                  <a:lnTo>
                    <a:pt x="8734627" y="1152283"/>
                  </a:lnTo>
                  <a:lnTo>
                    <a:pt x="8780024" y="1082380"/>
                  </a:lnTo>
                  <a:lnTo>
                    <a:pt x="8825429" y="1012365"/>
                  </a:lnTo>
                  <a:lnTo>
                    <a:pt x="8870804" y="942827"/>
                  </a:lnTo>
                  <a:lnTo>
                    <a:pt x="8916122" y="874338"/>
                  </a:lnTo>
                  <a:lnTo>
                    <a:pt x="8961367" y="807435"/>
                  </a:lnTo>
                  <a:lnTo>
                    <a:pt x="9006544" y="742600"/>
                  </a:lnTo>
                  <a:lnTo>
                    <a:pt x="9051690" y="680251"/>
                  </a:lnTo>
                  <a:lnTo>
                    <a:pt x="9096873" y="620729"/>
                  </a:lnTo>
                  <a:lnTo>
                    <a:pt x="9142204" y="564295"/>
                  </a:lnTo>
                  <a:lnTo>
                    <a:pt x="9187839" y="511127"/>
                  </a:lnTo>
                  <a:lnTo>
                    <a:pt x="9233991" y="461324"/>
                  </a:lnTo>
                  <a:lnTo>
                    <a:pt x="9280935" y="414911"/>
                  </a:lnTo>
                  <a:lnTo>
                    <a:pt x="9329018" y="371845"/>
                  </a:lnTo>
                  <a:lnTo>
                    <a:pt x="9347647" y="356363"/>
                  </a:lnTo>
                  <a:lnTo>
                    <a:pt x="9399021" y="317077"/>
                  </a:lnTo>
                  <a:lnTo>
                    <a:pt x="9452792" y="281168"/>
                  </a:lnTo>
                  <a:lnTo>
                    <a:pt x="9509624" y="248518"/>
                  </a:lnTo>
                  <a:lnTo>
                    <a:pt x="9570247" y="218899"/>
                  </a:lnTo>
                  <a:lnTo>
                    <a:pt x="9635416" y="192038"/>
                  </a:lnTo>
                  <a:lnTo>
                    <a:pt x="9705874" y="167651"/>
                  </a:lnTo>
                  <a:lnTo>
                    <a:pt x="9782302" y="145472"/>
                  </a:lnTo>
                  <a:lnTo>
                    <a:pt x="9865253" y="125263"/>
                  </a:lnTo>
                  <a:lnTo>
                    <a:pt x="9955071" y="106829"/>
                  </a:lnTo>
                  <a:lnTo>
                    <a:pt x="10051774" y="90016"/>
                  </a:lnTo>
                  <a:lnTo>
                    <a:pt x="10154927" y="74719"/>
                  </a:lnTo>
                  <a:lnTo>
                    <a:pt x="10263498" y="60877"/>
                  </a:lnTo>
                  <a:lnTo>
                    <a:pt x="10375739" y="48470"/>
                  </a:lnTo>
                  <a:lnTo>
                    <a:pt x="10489122" y="37511"/>
                  </a:lnTo>
                  <a:lnTo>
                    <a:pt x="10600383" y="28028"/>
                  </a:lnTo>
                  <a:lnTo>
                    <a:pt x="10705730" y="20050"/>
                  </a:lnTo>
                  <a:lnTo>
                    <a:pt x="10801220" y="13578"/>
                  </a:lnTo>
                  <a:lnTo>
                    <a:pt x="10883288" y="8570"/>
                  </a:lnTo>
                  <a:lnTo>
                    <a:pt x="10949305" y="4925"/>
                  </a:lnTo>
                  <a:lnTo>
                    <a:pt x="10998062" y="2477"/>
                  </a:lnTo>
                  <a:lnTo>
                    <a:pt x="11030043" y="1013"/>
                  </a:lnTo>
                  <a:lnTo>
                    <a:pt x="11047447" y="284"/>
                  </a:lnTo>
                  <a:lnTo>
                    <a:pt x="11054029" y="3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2" name="pl1261"/>
            <p:cNvSpPr/>
            <p:nvPr/>
          </p:nvSpPr>
          <p:spPr>
            <a:xfrm>
              <a:off x="1199187" y="3165178"/>
              <a:ext cx="12049831" cy="2138178"/>
            </a:xfrm>
            <a:custGeom>
              <a:avLst/>
              <a:pathLst>
                <a:path w="12049831" h="2138178">
                  <a:moveTo>
                    <a:pt x="12049831" y="0"/>
                  </a:moveTo>
                  <a:lnTo>
                    <a:pt x="11054891" y="0"/>
                  </a:lnTo>
                  <a:lnTo>
                    <a:pt x="11053790" y="39"/>
                  </a:lnTo>
                  <a:lnTo>
                    <a:pt x="11046518" y="321"/>
                  </a:lnTo>
                  <a:lnTo>
                    <a:pt x="11028074" y="1099"/>
                  </a:lnTo>
                  <a:lnTo>
                    <a:pt x="10994819" y="2632"/>
                  </a:lnTo>
                  <a:lnTo>
                    <a:pt x="10944684" y="5168"/>
                  </a:lnTo>
                  <a:lnTo>
                    <a:pt x="10877326" y="8917"/>
                  </a:lnTo>
                  <a:lnTo>
                    <a:pt x="10794080" y="14038"/>
                  </a:lnTo>
                  <a:lnTo>
                    <a:pt x="10697667" y="20629"/>
                  </a:lnTo>
                  <a:lnTo>
                    <a:pt x="10591706" y="28727"/>
                  </a:lnTo>
                  <a:lnTo>
                    <a:pt x="10480142" y="38328"/>
                  </a:lnTo>
                  <a:lnTo>
                    <a:pt x="10366739" y="49404"/>
                  </a:lnTo>
                  <a:lnTo>
                    <a:pt x="10254707" y="61925"/>
                  </a:lnTo>
                  <a:lnTo>
                    <a:pt x="10146513" y="75881"/>
                  </a:lnTo>
                  <a:lnTo>
                    <a:pt x="10043844" y="91296"/>
                  </a:lnTo>
                  <a:lnTo>
                    <a:pt x="9947679" y="108233"/>
                  </a:lnTo>
                  <a:lnTo>
                    <a:pt x="9858413" y="126802"/>
                  </a:lnTo>
                  <a:lnTo>
                    <a:pt x="9775995" y="147159"/>
                  </a:lnTo>
                  <a:lnTo>
                    <a:pt x="9700064" y="169505"/>
                  </a:lnTo>
                  <a:lnTo>
                    <a:pt x="9630053" y="194079"/>
                  </a:lnTo>
                  <a:lnTo>
                    <a:pt x="9565273" y="221149"/>
                  </a:lnTo>
                  <a:lnTo>
                    <a:pt x="9504979" y="250998"/>
                  </a:lnTo>
                  <a:lnTo>
                    <a:pt x="9448416" y="283900"/>
                  </a:lnTo>
                  <a:lnTo>
                    <a:pt x="9394858" y="320075"/>
                  </a:lnTo>
                  <a:lnTo>
                    <a:pt x="9347647" y="356363"/>
                  </a:lnTo>
                  <a:lnTo>
                    <a:pt x="9299022" y="398182"/>
                  </a:lnTo>
                  <a:lnTo>
                    <a:pt x="9251692" y="443317"/>
                  </a:lnTo>
                  <a:lnTo>
                    <a:pt x="9205275" y="491832"/>
                  </a:lnTo>
                  <a:lnTo>
                    <a:pt x="9159472" y="543731"/>
                  </a:lnTo>
                  <a:lnTo>
                    <a:pt x="9114047" y="598943"/>
                  </a:lnTo>
                  <a:lnTo>
                    <a:pt x="9068824" y="657319"/>
                  </a:lnTo>
                  <a:lnTo>
                    <a:pt x="9023674" y="718631"/>
                  </a:lnTo>
                  <a:lnTo>
                    <a:pt x="8978514" y="782568"/>
                  </a:lnTo>
                  <a:lnTo>
                    <a:pt x="8933297" y="848740"/>
                  </a:lnTo>
                  <a:lnTo>
                    <a:pt x="8888006" y="916689"/>
                  </a:lnTo>
                  <a:lnTo>
                    <a:pt x="8842650" y="985894"/>
                  </a:lnTo>
                  <a:lnTo>
                    <a:pt x="8797252" y="1055797"/>
                  </a:lnTo>
                  <a:lnTo>
                    <a:pt x="8751848" y="1125812"/>
                  </a:lnTo>
                  <a:lnTo>
                    <a:pt x="8706472" y="1195350"/>
                  </a:lnTo>
                  <a:lnTo>
                    <a:pt x="8661154" y="1263839"/>
                  </a:lnTo>
                  <a:lnTo>
                    <a:pt x="8615910" y="1330743"/>
                  </a:lnTo>
                  <a:lnTo>
                    <a:pt x="8570732" y="1395578"/>
                  </a:lnTo>
                  <a:lnTo>
                    <a:pt x="8525586" y="1457927"/>
                  </a:lnTo>
                  <a:lnTo>
                    <a:pt x="8480403" y="1517448"/>
                  </a:lnTo>
                  <a:lnTo>
                    <a:pt x="8435073" y="1573883"/>
                  </a:lnTo>
                  <a:lnTo>
                    <a:pt x="8389437" y="1627051"/>
                  </a:lnTo>
                  <a:lnTo>
                    <a:pt x="8343285" y="1676854"/>
                  </a:lnTo>
                  <a:lnTo>
                    <a:pt x="8296342" y="1723267"/>
                  </a:lnTo>
                  <a:lnTo>
                    <a:pt x="8248258" y="1766332"/>
                  </a:lnTo>
                  <a:lnTo>
                    <a:pt x="8229629" y="1781815"/>
                  </a:lnTo>
                  <a:lnTo>
                    <a:pt x="8178256" y="1821101"/>
                  </a:lnTo>
                  <a:lnTo>
                    <a:pt x="8124485" y="1857010"/>
                  </a:lnTo>
                  <a:lnTo>
                    <a:pt x="8067652" y="1889660"/>
                  </a:lnTo>
                  <a:lnTo>
                    <a:pt x="8007030" y="1919278"/>
                  </a:lnTo>
                  <a:lnTo>
                    <a:pt x="7941861" y="1946140"/>
                  </a:lnTo>
                  <a:lnTo>
                    <a:pt x="7871403" y="1970526"/>
                  </a:lnTo>
                  <a:lnTo>
                    <a:pt x="7794975" y="1992706"/>
                  </a:lnTo>
                  <a:lnTo>
                    <a:pt x="7712023" y="2012915"/>
                  </a:lnTo>
                  <a:lnTo>
                    <a:pt x="7622205" y="2031349"/>
                  </a:lnTo>
                  <a:lnTo>
                    <a:pt x="7525502" y="2048162"/>
                  </a:lnTo>
                  <a:lnTo>
                    <a:pt x="7422350" y="2063458"/>
                  </a:lnTo>
                  <a:lnTo>
                    <a:pt x="7313779" y="2077300"/>
                  </a:lnTo>
                  <a:lnTo>
                    <a:pt x="7201537" y="2089707"/>
                  </a:lnTo>
                  <a:lnTo>
                    <a:pt x="7088154" y="2100667"/>
                  </a:lnTo>
                  <a:lnTo>
                    <a:pt x="6976893" y="2110149"/>
                  </a:lnTo>
                  <a:lnTo>
                    <a:pt x="6871547" y="2118128"/>
                  </a:lnTo>
                  <a:lnTo>
                    <a:pt x="6776056" y="2124599"/>
                  </a:lnTo>
                  <a:lnTo>
                    <a:pt x="6693989" y="2129607"/>
                  </a:lnTo>
                  <a:lnTo>
                    <a:pt x="6627972" y="2133253"/>
                  </a:lnTo>
                  <a:lnTo>
                    <a:pt x="6579214" y="2135701"/>
                  </a:lnTo>
                  <a:lnTo>
                    <a:pt x="6547234" y="2137165"/>
                  </a:lnTo>
                  <a:lnTo>
                    <a:pt x="6529830" y="2137894"/>
                  </a:lnTo>
                  <a:lnTo>
                    <a:pt x="6523248" y="2138147"/>
                  </a:lnTo>
                  <a:lnTo>
                    <a:pt x="6522385" y="2138178"/>
                  </a:lnTo>
                  <a:lnTo>
                    <a:pt x="5527445" y="2138178"/>
                  </a:lnTo>
                  <a:lnTo>
                    <a:pt x="5526310" y="2138171"/>
                  </a:lnTo>
                  <a:lnTo>
                    <a:pt x="5518818" y="2138121"/>
                  </a:lnTo>
                  <a:lnTo>
                    <a:pt x="5499830" y="2137981"/>
                  </a:lnTo>
                  <a:lnTo>
                    <a:pt x="5465634" y="2137705"/>
                  </a:lnTo>
                  <a:lnTo>
                    <a:pt x="5414160" y="2137250"/>
                  </a:lnTo>
                  <a:lnTo>
                    <a:pt x="5345135" y="2136578"/>
                  </a:lnTo>
                  <a:lnTo>
                    <a:pt x="5260029" y="2135661"/>
                  </a:lnTo>
                  <a:lnTo>
                    <a:pt x="5161727" y="2134481"/>
                  </a:lnTo>
                  <a:lnTo>
                    <a:pt x="5054008" y="2133034"/>
                  </a:lnTo>
                  <a:lnTo>
                    <a:pt x="4940944" y="2131320"/>
                  </a:lnTo>
                  <a:lnTo>
                    <a:pt x="4826372" y="2129345"/>
                  </a:lnTo>
                  <a:lnTo>
                    <a:pt x="4713526" y="2127113"/>
                  </a:lnTo>
                  <a:lnTo>
                    <a:pt x="4604854" y="2124626"/>
                  </a:lnTo>
                  <a:lnTo>
                    <a:pt x="4501996" y="2121879"/>
                  </a:lnTo>
                  <a:lnTo>
                    <a:pt x="4405870" y="2118859"/>
                  </a:lnTo>
                  <a:lnTo>
                    <a:pt x="4316803" y="2115546"/>
                  </a:lnTo>
                  <a:lnTo>
                    <a:pt x="4234685" y="2111909"/>
                  </a:lnTo>
                  <a:lnTo>
                    <a:pt x="4159100" y="2107912"/>
                  </a:lnTo>
                  <a:lnTo>
                    <a:pt x="4089433" y="2103511"/>
                  </a:lnTo>
                  <a:lnTo>
                    <a:pt x="4024959" y="2098656"/>
                  </a:lnTo>
                  <a:lnTo>
                    <a:pt x="3964904" y="2093298"/>
                  </a:lnTo>
                  <a:lnTo>
                    <a:pt x="3908493" y="2087387"/>
                  </a:lnTo>
                  <a:lnTo>
                    <a:pt x="3854989" y="2080888"/>
                  </a:lnTo>
                  <a:lnTo>
                    <a:pt x="3820202" y="2076164"/>
                  </a:lnTo>
                  <a:lnTo>
                    <a:pt x="3759271" y="2066918"/>
                  </a:lnTo>
                  <a:lnTo>
                    <a:pt x="3700226" y="2056754"/>
                  </a:lnTo>
                  <a:lnTo>
                    <a:pt x="3642374" y="2045658"/>
                  </a:lnTo>
                  <a:lnTo>
                    <a:pt x="3585200" y="2033644"/>
                  </a:lnTo>
                  <a:lnTo>
                    <a:pt x="3528341" y="2020762"/>
                  </a:lnTo>
                  <a:lnTo>
                    <a:pt x="3471558" y="2007095"/>
                  </a:lnTo>
                  <a:lnTo>
                    <a:pt x="3414713" y="1992763"/>
                  </a:lnTo>
                  <a:lnTo>
                    <a:pt x="3357756" y="1977917"/>
                  </a:lnTo>
                  <a:lnTo>
                    <a:pt x="3300698" y="1962734"/>
                  </a:lnTo>
                  <a:lnTo>
                    <a:pt x="3243591" y="1947410"/>
                  </a:lnTo>
                  <a:lnTo>
                    <a:pt x="3186506" y="1932149"/>
                  </a:lnTo>
                  <a:lnTo>
                    <a:pt x="3129506" y="1917152"/>
                  </a:lnTo>
                  <a:lnTo>
                    <a:pt x="3072621" y="1902603"/>
                  </a:lnTo>
                  <a:lnTo>
                    <a:pt x="3015825" y="1888665"/>
                  </a:lnTo>
                  <a:lnTo>
                    <a:pt x="2959017" y="1875470"/>
                  </a:lnTo>
                  <a:lnTo>
                    <a:pt x="2902000" y="1863115"/>
                  </a:lnTo>
                  <a:lnTo>
                    <a:pt x="2844460" y="1851664"/>
                  </a:lnTo>
                  <a:lnTo>
                    <a:pt x="2785944" y="1841142"/>
                  </a:lnTo>
                  <a:lnTo>
                    <a:pt x="2725832" y="1831547"/>
                  </a:lnTo>
                  <a:lnTo>
                    <a:pt x="2702183" y="1828107"/>
                  </a:lnTo>
                  <a:lnTo>
                    <a:pt x="2650265" y="1821203"/>
                  </a:lnTo>
                  <a:lnTo>
                    <a:pt x="2595892" y="1814898"/>
                  </a:lnTo>
                  <a:lnTo>
                    <a:pt x="2538379" y="1809172"/>
                  </a:lnTo>
                  <a:lnTo>
                    <a:pt x="2476972" y="1803983"/>
                  </a:lnTo>
                  <a:lnTo>
                    <a:pt x="2410892" y="1799281"/>
                  </a:lnTo>
                  <a:lnTo>
                    <a:pt x="2339375" y="1795017"/>
                  </a:lnTo>
                  <a:lnTo>
                    <a:pt x="2261724" y="1791141"/>
                  </a:lnTo>
                  <a:lnTo>
                    <a:pt x="2177379" y="1787614"/>
                  </a:lnTo>
                  <a:lnTo>
                    <a:pt x="2086009" y="1784398"/>
                  </a:lnTo>
                  <a:lnTo>
                    <a:pt x="1987631" y="1781469"/>
                  </a:lnTo>
                  <a:lnTo>
                    <a:pt x="1882748" y="1778808"/>
                  </a:lnTo>
                  <a:lnTo>
                    <a:pt x="1772500" y="1776404"/>
                  </a:lnTo>
                  <a:lnTo>
                    <a:pt x="1658784" y="1774256"/>
                  </a:lnTo>
                  <a:lnTo>
                    <a:pt x="1544313" y="1772365"/>
                  </a:lnTo>
                  <a:lnTo>
                    <a:pt x="1432546" y="1770737"/>
                  </a:lnTo>
                  <a:lnTo>
                    <a:pt x="1327446" y="1769377"/>
                  </a:lnTo>
                  <a:lnTo>
                    <a:pt x="1233054" y="1768284"/>
                  </a:lnTo>
                  <a:lnTo>
                    <a:pt x="1152923" y="1767449"/>
                  </a:lnTo>
                  <a:lnTo>
                    <a:pt x="1089528" y="1766851"/>
                  </a:lnTo>
                  <a:lnTo>
                    <a:pt x="1043793" y="1766459"/>
                  </a:lnTo>
                  <a:lnTo>
                    <a:pt x="1014857" y="1766232"/>
                  </a:lnTo>
                  <a:lnTo>
                    <a:pt x="1000090" y="1766127"/>
                  </a:lnTo>
                  <a:lnTo>
                    <a:pt x="995294" y="1766095"/>
                  </a:lnTo>
                  <a:lnTo>
                    <a:pt x="994940" y="1766093"/>
                  </a:lnTo>
                  <a:lnTo>
                    <a:pt x="0" y="1766093"/>
                  </a:lnTo>
                  <a:lnTo>
                    <a:pt x="0" y="17660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3" name="pg1262"/>
            <p:cNvSpPr/>
            <p:nvPr/>
          </p:nvSpPr>
          <p:spPr>
            <a:xfrm>
              <a:off x="1199187" y="1351919"/>
              <a:ext cx="12049831" cy="4197747"/>
            </a:xfrm>
            <a:custGeom>
              <a:avLst/>
              <a:pathLst>
                <a:path w="12049831" h="4197747">
                  <a:moveTo>
                    <a:pt x="0" y="3610796"/>
                  </a:moveTo>
                  <a:lnTo>
                    <a:pt x="994940" y="3610796"/>
                  </a:lnTo>
                  <a:lnTo>
                    <a:pt x="996073" y="3610808"/>
                  </a:lnTo>
                  <a:lnTo>
                    <a:pt x="1003555" y="3610887"/>
                  </a:lnTo>
                  <a:lnTo>
                    <a:pt x="1022516" y="3611107"/>
                  </a:lnTo>
                  <a:lnTo>
                    <a:pt x="1056667" y="3611541"/>
                  </a:lnTo>
                  <a:lnTo>
                    <a:pt x="1108078" y="3612258"/>
                  </a:lnTo>
                  <a:lnTo>
                    <a:pt x="1177022" y="3613317"/>
                  </a:lnTo>
                  <a:lnTo>
                    <a:pt x="1262040" y="3614762"/>
                  </a:lnTo>
                  <a:lnTo>
                    <a:pt x="1360251" y="3616620"/>
                  </a:lnTo>
                  <a:lnTo>
                    <a:pt x="1467888" y="3618900"/>
                  </a:lnTo>
                  <a:lnTo>
                    <a:pt x="1580881" y="3621601"/>
                  </a:lnTo>
                  <a:lnTo>
                    <a:pt x="1695398" y="3624713"/>
                  </a:lnTo>
                  <a:lnTo>
                    <a:pt x="1808206" y="3628230"/>
                  </a:lnTo>
                  <a:lnTo>
                    <a:pt x="1916856" y="3632148"/>
                  </a:lnTo>
                  <a:lnTo>
                    <a:pt x="2019706" y="3636476"/>
                  </a:lnTo>
                  <a:lnTo>
                    <a:pt x="2115835" y="3641235"/>
                  </a:lnTo>
                  <a:lnTo>
                    <a:pt x="2204911" y="3646455"/>
                  </a:lnTo>
                  <a:lnTo>
                    <a:pt x="2287044" y="3652185"/>
                  </a:lnTo>
                  <a:lnTo>
                    <a:pt x="2362646" y="3658482"/>
                  </a:lnTo>
                  <a:lnTo>
                    <a:pt x="2432329" y="3665415"/>
                  </a:lnTo>
                  <a:lnTo>
                    <a:pt x="2496818" y="3673062"/>
                  </a:lnTo>
                  <a:lnTo>
                    <a:pt x="2556883" y="3681503"/>
                  </a:lnTo>
                  <a:lnTo>
                    <a:pt x="2613301" y="3690813"/>
                  </a:lnTo>
                  <a:lnTo>
                    <a:pt x="2666807" y="3701049"/>
                  </a:lnTo>
                  <a:lnTo>
                    <a:pt x="2702183" y="3708622"/>
                  </a:lnTo>
                  <a:lnTo>
                    <a:pt x="2762112" y="3722951"/>
                  </a:lnTo>
                  <a:lnTo>
                    <a:pt x="2820205" y="3738680"/>
                  </a:lnTo>
                  <a:lnTo>
                    <a:pt x="2877127" y="3755831"/>
                  </a:lnTo>
                  <a:lnTo>
                    <a:pt x="2933371" y="3774383"/>
                  </a:lnTo>
                  <a:lnTo>
                    <a:pt x="2989292" y="3794266"/>
                  </a:lnTo>
                  <a:lnTo>
                    <a:pt x="3045125" y="3815360"/>
                  </a:lnTo>
                  <a:lnTo>
                    <a:pt x="3101008" y="3837488"/>
                  </a:lnTo>
                  <a:lnTo>
                    <a:pt x="3156997" y="3860431"/>
                  </a:lnTo>
                  <a:lnTo>
                    <a:pt x="3213089" y="3883925"/>
                  </a:lnTo>
                  <a:lnTo>
                    <a:pt x="3269237" y="3907680"/>
                  </a:lnTo>
                  <a:lnTo>
                    <a:pt x="3325376" y="3931390"/>
                  </a:lnTo>
                  <a:lnTo>
                    <a:pt x="3381442" y="3954755"/>
                  </a:lnTo>
                  <a:lnTo>
                    <a:pt x="3437399" y="3977490"/>
                  </a:lnTo>
                  <a:lnTo>
                    <a:pt x="3493259" y="3999342"/>
                  </a:lnTo>
                  <a:lnTo>
                    <a:pt x="3549098" y="4020105"/>
                  </a:lnTo>
                  <a:lnTo>
                    <a:pt x="3605083" y="4039617"/>
                  </a:lnTo>
                  <a:lnTo>
                    <a:pt x="3661480" y="4057772"/>
                  </a:lnTo>
                  <a:lnTo>
                    <a:pt x="3718680" y="4074516"/>
                  </a:lnTo>
                  <a:lnTo>
                    <a:pt x="3777222" y="4089840"/>
                  </a:lnTo>
                  <a:lnTo>
                    <a:pt x="3820202" y="4099922"/>
                  </a:lnTo>
                  <a:lnTo>
                    <a:pt x="3872094" y="4110809"/>
                  </a:lnTo>
                  <a:lnTo>
                    <a:pt x="3926438" y="4120750"/>
                  </a:lnTo>
                  <a:lnTo>
                    <a:pt x="3983919" y="4129780"/>
                  </a:lnTo>
                  <a:lnTo>
                    <a:pt x="4045288" y="4137963"/>
                  </a:lnTo>
                  <a:lnTo>
                    <a:pt x="4111324" y="4145377"/>
                  </a:lnTo>
                  <a:lnTo>
                    <a:pt x="4182791" y="4152103"/>
                  </a:lnTo>
                  <a:lnTo>
                    <a:pt x="4260384" y="4158215"/>
                  </a:lnTo>
                  <a:lnTo>
                    <a:pt x="4344662" y="4163779"/>
                  </a:lnTo>
                  <a:lnTo>
                    <a:pt x="4435958" y="4168850"/>
                  </a:lnTo>
                  <a:lnTo>
                    <a:pt x="4534256" y="4173470"/>
                  </a:lnTo>
                  <a:lnTo>
                    <a:pt x="4639056" y="4177669"/>
                  </a:lnTo>
                  <a:lnTo>
                    <a:pt x="4749224" y="4181461"/>
                  </a:lnTo>
                  <a:lnTo>
                    <a:pt x="4862871" y="4184851"/>
                  </a:lnTo>
                  <a:lnTo>
                    <a:pt x="4977292" y="4187835"/>
                  </a:lnTo>
                  <a:lnTo>
                    <a:pt x="5089037" y="4190404"/>
                  </a:lnTo>
                  <a:lnTo>
                    <a:pt x="5194152" y="4192552"/>
                  </a:lnTo>
                  <a:lnTo>
                    <a:pt x="5288599" y="4194279"/>
                  </a:lnTo>
                  <a:lnTo>
                    <a:pt x="5368826" y="4195599"/>
                  </a:lnTo>
                  <a:lnTo>
                    <a:pt x="5432349" y="4196545"/>
                  </a:lnTo>
                  <a:lnTo>
                    <a:pt x="5478228" y="4197166"/>
                  </a:lnTo>
                  <a:lnTo>
                    <a:pt x="5507309" y="4197525"/>
                  </a:lnTo>
                  <a:lnTo>
                    <a:pt x="5522198" y="4197693"/>
                  </a:lnTo>
                  <a:lnTo>
                    <a:pt x="5527073" y="4197744"/>
                  </a:lnTo>
                  <a:lnTo>
                    <a:pt x="5527445" y="4197747"/>
                  </a:lnTo>
                  <a:lnTo>
                    <a:pt x="6522385" y="4197747"/>
                  </a:lnTo>
                  <a:lnTo>
                    <a:pt x="6523399" y="4197676"/>
                  </a:lnTo>
                  <a:lnTo>
                    <a:pt x="6530105" y="4197169"/>
                  </a:lnTo>
                  <a:lnTo>
                    <a:pt x="6547148" y="4195768"/>
                  </a:lnTo>
                  <a:lnTo>
                    <a:pt x="6577970" y="4193006"/>
                  </a:lnTo>
                  <a:lnTo>
                    <a:pt x="6624620" y="4188434"/>
                  </a:lnTo>
                  <a:lnTo>
                    <a:pt x="6687614" y="4181662"/>
                  </a:lnTo>
                  <a:lnTo>
                    <a:pt x="6765945" y="4172386"/>
                  </a:lnTo>
                  <a:lnTo>
                    <a:pt x="6857311" y="4160412"/>
                  </a:lnTo>
                  <a:lnTo>
                    <a:pt x="6958508" y="4145650"/>
                  </a:lnTo>
                  <a:lnTo>
                    <a:pt x="7065931" y="4128093"/>
                  </a:lnTo>
                  <a:lnTo>
                    <a:pt x="7176035" y="4107788"/>
                  </a:lnTo>
                  <a:lnTo>
                    <a:pt x="7285694" y="4084788"/>
                  </a:lnTo>
                  <a:lnTo>
                    <a:pt x="7392413" y="4059128"/>
                  </a:lnTo>
                  <a:lnTo>
                    <a:pt x="7494397" y="4030788"/>
                  </a:lnTo>
                  <a:lnTo>
                    <a:pt x="7590514" y="3999682"/>
                  </a:lnTo>
                  <a:lnTo>
                    <a:pt x="7680204" y="3965646"/>
                  </a:lnTo>
                  <a:lnTo>
                    <a:pt x="7763353" y="3928433"/>
                  </a:lnTo>
                  <a:lnTo>
                    <a:pt x="7840177" y="3887719"/>
                  </a:lnTo>
                  <a:lnTo>
                    <a:pt x="7911118" y="3843105"/>
                  </a:lnTo>
                  <a:lnTo>
                    <a:pt x="7976761" y="3794130"/>
                  </a:lnTo>
                  <a:lnTo>
                    <a:pt x="8037768" y="3740294"/>
                  </a:lnTo>
                  <a:lnTo>
                    <a:pt x="8094835" y="3681088"/>
                  </a:lnTo>
                  <a:lnTo>
                    <a:pt x="8148648" y="3616045"/>
                  </a:lnTo>
                  <a:lnTo>
                    <a:pt x="8199856" y="3544830"/>
                  </a:lnTo>
                  <a:lnTo>
                    <a:pt x="8229629" y="3498996"/>
                  </a:lnTo>
                  <a:lnTo>
                    <a:pt x="8267478" y="3435944"/>
                  </a:lnTo>
                  <a:lnTo>
                    <a:pt x="8304491" y="3369004"/>
                  </a:lnTo>
                  <a:lnTo>
                    <a:pt x="8340860" y="3298099"/>
                  </a:lnTo>
                  <a:lnTo>
                    <a:pt x="8376744" y="3223191"/>
                  </a:lnTo>
                  <a:lnTo>
                    <a:pt x="8412276" y="3144293"/>
                  </a:lnTo>
                  <a:lnTo>
                    <a:pt x="8447567" y="3061469"/>
                  </a:lnTo>
                  <a:lnTo>
                    <a:pt x="8482705" y="2974835"/>
                  </a:lnTo>
                  <a:lnTo>
                    <a:pt x="8517758" y="2884568"/>
                  </a:lnTo>
                  <a:lnTo>
                    <a:pt x="8552781" y="2790902"/>
                  </a:lnTo>
                  <a:lnTo>
                    <a:pt x="8587809" y="2694128"/>
                  </a:lnTo>
                  <a:lnTo>
                    <a:pt x="8622868" y="2594595"/>
                  </a:lnTo>
                  <a:lnTo>
                    <a:pt x="8657969" y="2492700"/>
                  </a:lnTo>
                  <a:lnTo>
                    <a:pt x="8693115" y="2388890"/>
                  </a:lnTo>
                  <a:lnTo>
                    <a:pt x="8728299" y="2283649"/>
                  </a:lnTo>
                  <a:lnTo>
                    <a:pt x="8763511" y="2177489"/>
                  </a:lnTo>
                  <a:lnTo>
                    <a:pt x="8798736" y="2070945"/>
                  </a:lnTo>
                  <a:lnTo>
                    <a:pt x="8833955" y="1964555"/>
                  </a:lnTo>
                  <a:lnTo>
                    <a:pt x="8869153" y="1858858"/>
                  </a:lnTo>
                  <a:lnTo>
                    <a:pt x="8904316" y="1754376"/>
                  </a:lnTo>
                  <a:lnTo>
                    <a:pt x="8939437" y="1651607"/>
                  </a:lnTo>
                  <a:lnTo>
                    <a:pt x="8974513" y="1551014"/>
                  </a:lnTo>
                  <a:lnTo>
                    <a:pt x="9009552" y="1453017"/>
                  </a:lnTo>
                  <a:lnTo>
                    <a:pt x="9044573" y="1357986"/>
                  </a:lnTo>
                  <a:lnTo>
                    <a:pt x="9079608" y="1266237"/>
                  </a:lnTo>
                  <a:lnTo>
                    <a:pt x="9114702" y="1178028"/>
                  </a:lnTo>
                  <a:lnTo>
                    <a:pt x="9149918" y="1093561"/>
                  </a:lnTo>
                  <a:lnTo>
                    <a:pt x="9185335" y="1012976"/>
                  </a:lnTo>
                  <a:lnTo>
                    <a:pt x="9221054" y="936362"/>
                  </a:lnTo>
                  <a:lnTo>
                    <a:pt x="9257198" y="863750"/>
                  </a:lnTo>
                  <a:lnTo>
                    <a:pt x="9293915" y="795125"/>
                  </a:lnTo>
                  <a:lnTo>
                    <a:pt x="9331381" y="730427"/>
                  </a:lnTo>
                  <a:lnTo>
                    <a:pt x="9347647" y="703991"/>
                  </a:lnTo>
                  <a:lnTo>
                    <a:pt x="9397570" y="629003"/>
                  </a:lnTo>
                  <a:lnTo>
                    <a:pt x="9449743" y="560277"/>
                  </a:lnTo>
                  <a:lnTo>
                    <a:pt x="9504773" y="497611"/>
                  </a:lnTo>
                  <a:lnTo>
                    <a:pt x="9563328" y="440606"/>
                  </a:lnTo>
                  <a:lnTo>
                    <a:pt x="9626102" y="388771"/>
                  </a:lnTo>
                  <a:lnTo>
                    <a:pt x="9693781" y="341594"/>
                  </a:lnTo>
                  <a:lnTo>
                    <a:pt x="9767005" y="298587"/>
                  </a:lnTo>
                  <a:lnTo>
                    <a:pt x="9846309" y="259313"/>
                  </a:lnTo>
                  <a:lnTo>
                    <a:pt x="9932056" y="223402"/>
                  </a:lnTo>
                  <a:lnTo>
                    <a:pt x="10024346" y="190560"/>
                  </a:lnTo>
                  <a:lnTo>
                    <a:pt x="10122899" y="160572"/>
                  </a:lnTo>
                  <a:lnTo>
                    <a:pt x="10226942" y="133307"/>
                  </a:lnTo>
                  <a:lnTo>
                    <a:pt x="10335088" y="108707"/>
                  </a:lnTo>
                  <a:lnTo>
                    <a:pt x="10445262" y="86776"/>
                  </a:lnTo>
                  <a:lnTo>
                    <a:pt x="10554701" y="67560"/>
                  </a:lnTo>
                  <a:lnTo>
                    <a:pt x="10660079" y="51114"/>
                  </a:lnTo>
                  <a:lnTo>
                    <a:pt x="10757777" y="37469"/>
                  </a:lnTo>
                  <a:lnTo>
                    <a:pt x="10844288" y="26587"/>
                  </a:lnTo>
                  <a:lnTo>
                    <a:pt x="10916714" y="18339"/>
                  </a:lnTo>
                  <a:lnTo>
                    <a:pt x="10973227" y="12486"/>
                  </a:lnTo>
                  <a:lnTo>
                    <a:pt x="11013415" y="8687"/>
                  </a:lnTo>
                  <a:lnTo>
                    <a:pt x="11038414" y="6524"/>
                  </a:lnTo>
                  <a:lnTo>
                    <a:pt x="11050851" y="5535"/>
                  </a:lnTo>
                  <a:lnTo>
                    <a:pt x="11054666" y="525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77" y="71"/>
                  </a:lnTo>
                  <a:lnTo>
                    <a:pt x="11047172" y="578"/>
                  </a:lnTo>
                  <a:lnTo>
                    <a:pt x="11030128" y="1979"/>
                  </a:lnTo>
                  <a:lnTo>
                    <a:pt x="10999306" y="4741"/>
                  </a:lnTo>
                  <a:lnTo>
                    <a:pt x="10952657" y="9313"/>
                  </a:lnTo>
                  <a:lnTo>
                    <a:pt x="10889663" y="16085"/>
                  </a:lnTo>
                  <a:lnTo>
                    <a:pt x="10811331" y="25361"/>
                  </a:lnTo>
                  <a:lnTo>
                    <a:pt x="10719966" y="37335"/>
                  </a:lnTo>
                  <a:lnTo>
                    <a:pt x="10618768" y="52097"/>
                  </a:lnTo>
                  <a:lnTo>
                    <a:pt x="10511345" y="69654"/>
                  </a:lnTo>
                  <a:lnTo>
                    <a:pt x="10401242" y="89959"/>
                  </a:lnTo>
                  <a:lnTo>
                    <a:pt x="10291582" y="112959"/>
                  </a:lnTo>
                  <a:lnTo>
                    <a:pt x="10184863" y="138619"/>
                  </a:lnTo>
                  <a:lnTo>
                    <a:pt x="10082880" y="166959"/>
                  </a:lnTo>
                  <a:lnTo>
                    <a:pt x="9986762" y="198065"/>
                  </a:lnTo>
                  <a:lnTo>
                    <a:pt x="9897073" y="232101"/>
                  </a:lnTo>
                  <a:lnTo>
                    <a:pt x="9813924" y="269314"/>
                  </a:lnTo>
                  <a:lnTo>
                    <a:pt x="9737100" y="310028"/>
                  </a:lnTo>
                  <a:lnTo>
                    <a:pt x="9666159" y="354642"/>
                  </a:lnTo>
                  <a:lnTo>
                    <a:pt x="9600516" y="403617"/>
                  </a:lnTo>
                  <a:lnTo>
                    <a:pt x="9539508" y="457452"/>
                  </a:lnTo>
                  <a:lnTo>
                    <a:pt x="9482441" y="516659"/>
                  </a:lnTo>
                  <a:lnTo>
                    <a:pt x="9428628" y="581702"/>
                  </a:lnTo>
                  <a:lnTo>
                    <a:pt x="9377421" y="652917"/>
                  </a:lnTo>
                  <a:lnTo>
                    <a:pt x="9347647" y="698751"/>
                  </a:lnTo>
                  <a:lnTo>
                    <a:pt x="9309798" y="761803"/>
                  </a:lnTo>
                  <a:lnTo>
                    <a:pt x="9272785" y="828742"/>
                  </a:lnTo>
                  <a:lnTo>
                    <a:pt x="9236417" y="899648"/>
                  </a:lnTo>
                  <a:lnTo>
                    <a:pt x="9200533" y="974556"/>
                  </a:lnTo>
                  <a:lnTo>
                    <a:pt x="9165000" y="1053454"/>
                  </a:lnTo>
                  <a:lnTo>
                    <a:pt x="9129709" y="1136278"/>
                  </a:lnTo>
                  <a:lnTo>
                    <a:pt x="9094572" y="1222912"/>
                  </a:lnTo>
                  <a:lnTo>
                    <a:pt x="9059518" y="1313178"/>
                  </a:lnTo>
                  <a:lnTo>
                    <a:pt x="9024496" y="1406845"/>
                  </a:lnTo>
                  <a:lnTo>
                    <a:pt x="8989467" y="1503618"/>
                  </a:lnTo>
                  <a:lnTo>
                    <a:pt x="8954409" y="1603152"/>
                  </a:lnTo>
                  <a:lnTo>
                    <a:pt x="8919308" y="1705047"/>
                  </a:lnTo>
                  <a:lnTo>
                    <a:pt x="8884162" y="1808857"/>
                  </a:lnTo>
                  <a:lnTo>
                    <a:pt x="8848977" y="1914098"/>
                  </a:lnTo>
                  <a:lnTo>
                    <a:pt x="8813765" y="2020257"/>
                  </a:lnTo>
                  <a:lnTo>
                    <a:pt x="8778541" y="2126802"/>
                  </a:lnTo>
                  <a:lnTo>
                    <a:pt x="8743322" y="2233192"/>
                  </a:lnTo>
                  <a:lnTo>
                    <a:pt x="8708124" y="2338889"/>
                  </a:lnTo>
                  <a:lnTo>
                    <a:pt x="8672960" y="2443371"/>
                  </a:lnTo>
                  <a:lnTo>
                    <a:pt x="8637840" y="2546140"/>
                  </a:lnTo>
                  <a:lnTo>
                    <a:pt x="8602764" y="2646733"/>
                  </a:lnTo>
                  <a:lnTo>
                    <a:pt x="8567725" y="2744730"/>
                  </a:lnTo>
                  <a:lnTo>
                    <a:pt x="8532703" y="2839761"/>
                  </a:lnTo>
                  <a:lnTo>
                    <a:pt x="8497669" y="2931510"/>
                  </a:lnTo>
                  <a:lnTo>
                    <a:pt x="8462574" y="3019719"/>
                  </a:lnTo>
                  <a:lnTo>
                    <a:pt x="8427359" y="3104186"/>
                  </a:lnTo>
                  <a:lnTo>
                    <a:pt x="8391941" y="3184771"/>
                  </a:lnTo>
                  <a:lnTo>
                    <a:pt x="8356222" y="3261385"/>
                  </a:lnTo>
                  <a:lnTo>
                    <a:pt x="8320078" y="3333997"/>
                  </a:lnTo>
                  <a:lnTo>
                    <a:pt x="8283362" y="3402622"/>
                  </a:lnTo>
                  <a:lnTo>
                    <a:pt x="8245895" y="3467320"/>
                  </a:lnTo>
                  <a:lnTo>
                    <a:pt x="8229629" y="3493756"/>
                  </a:lnTo>
                  <a:lnTo>
                    <a:pt x="8179707" y="3568744"/>
                  </a:lnTo>
                  <a:lnTo>
                    <a:pt x="8127534" y="3637470"/>
                  </a:lnTo>
                  <a:lnTo>
                    <a:pt x="8072504" y="3700135"/>
                  </a:lnTo>
                  <a:lnTo>
                    <a:pt x="8013949" y="3757140"/>
                  </a:lnTo>
                  <a:lnTo>
                    <a:pt x="7951175" y="3808976"/>
                  </a:lnTo>
                  <a:lnTo>
                    <a:pt x="7883495" y="3856153"/>
                  </a:lnTo>
                  <a:lnTo>
                    <a:pt x="7810271" y="3899160"/>
                  </a:lnTo>
                  <a:lnTo>
                    <a:pt x="7730967" y="3938434"/>
                  </a:lnTo>
                  <a:lnTo>
                    <a:pt x="7645220" y="3974345"/>
                  </a:lnTo>
                  <a:lnTo>
                    <a:pt x="7552931" y="4007187"/>
                  </a:lnTo>
                  <a:lnTo>
                    <a:pt x="7454377" y="4037175"/>
                  </a:lnTo>
                  <a:lnTo>
                    <a:pt x="7350334" y="4064440"/>
                  </a:lnTo>
                  <a:lnTo>
                    <a:pt x="7242188" y="4089040"/>
                  </a:lnTo>
                  <a:lnTo>
                    <a:pt x="7132014" y="4110971"/>
                  </a:lnTo>
                  <a:lnTo>
                    <a:pt x="7022575" y="4130187"/>
                  </a:lnTo>
                  <a:lnTo>
                    <a:pt x="6917197" y="4146633"/>
                  </a:lnTo>
                  <a:lnTo>
                    <a:pt x="6819500" y="4160278"/>
                  </a:lnTo>
                  <a:lnTo>
                    <a:pt x="6732989" y="4171160"/>
                  </a:lnTo>
                  <a:lnTo>
                    <a:pt x="6660563" y="4179408"/>
                  </a:lnTo>
                  <a:lnTo>
                    <a:pt x="6604049" y="4185261"/>
                  </a:lnTo>
                  <a:lnTo>
                    <a:pt x="6563862" y="4189060"/>
                  </a:lnTo>
                  <a:lnTo>
                    <a:pt x="6538863" y="4191223"/>
                  </a:lnTo>
                  <a:lnTo>
                    <a:pt x="6526425" y="4192212"/>
                  </a:lnTo>
                  <a:lnTo>
                    <a:pt x="6522610" y="4192491"/>
                  </a:lnTo>
                  <a:lnTo>
                    <a:pt x="6522385" y="4192507"/>
                  </a:lnTo>
                  <a:lnTo>
                    <a:pt x="5527445" y="4192507"/>
                  </a:lnTo>
                  <a:lnTo>
                    <a:pt x="5526312" y="4192496"/>
                  </a:lnTo>
                  <a:lnTo>
                    <a:pt x="5518830" y="4192416"/>
                  </a:lnTo>
                  <a:lnTo>
                    <a:pt x="5499869" y="4192196"/>
                  </a:lnTo>
                  <a:lnTo>
                    <a:pt x="5465718" y="4191762"/>
                  </a:lnTo>
                  <a:lnTo>
                    <a:pt x="5414307" y="4191045"/>
                  </a:lnTo>
                  <a:lnTo>
                    <a:pt x="5345363" y="4189986"/>
                  </a:lnTo>
                  <a:lnTo>
                    <a:pt x="5260345" y="4188541"/>
                  </a:lnTo>
                  <a:lnTo>
                    <a:pt x="5162133" y="4186683"/>
                  </a:lnTo>
                  <a:lnTo>
                    <a:pt x="5054497" y="4184403"/>
                  </a:lnTo>
                  <a:lnTo>
                    <a:pt x="4941504" y="4181702"/>
                  </a:lnTo>
                  <a:lnTo>
                    <a:pt x="4826987" y="4178590"/>
                  </a:lnTo>
                  <a:lnTo>
                    <a:pt x="4714179" y="4175074"/>
                  </a:lnTo>
                  <a:lnTo>
                    <a:pt x="4605529" y="4171155"/>
                  </a:lnTo>
                  <a:lnTo>
                    <a:pt x="4502679" y="4166827"/>
                  </a:lnTo>
                  <a:lnTo>
                    <a:pt x="4406550" y="4162069"/>
                  </a:lnTo>
                  <a:lnTo>
                    <a:pt x="4317474" y="4156848"/>
                  </a:lnTo>
                  <a:lnTo>
                    <a:pt x="4235341" y="4151118"/>
                  </a:lnTo>
                  <a:lnTo>
                    <a:pt x="4159739" y="4144822"/>
                  </a:lnTo>
                  <a:lnTo>
                    <a:pt x="4090056" y="4137888"/>
                  </a:lnTo>
                  <a:lnTo>
                    <a:pt x="4025567" y="4130241"/>
                  </a:lnTo>
                  <a:lnTo>
                    <a:pt x="3965502" y="4121800"/>
                  </a:lnTo>
                  <a:lnTo>
                    <a:pt x="3909084" y="4112490"/>
                  </a:lnTo>
                  <a:lnTo>
                    <a:pt x="3855578" y="4102254"/>
                  </a:lnTo>
                  <a:lnTo>
                    <a:pt x="3820202" y="4094682"/>
                  </a:lnTo>
                  <a:lnTo>
                    <a:pt x="3760273" y="4080352"/>
                  </a:lnTo>
                  <a:lnTo>
                    <a:pt x="3702180" y="4064624"/>
                  </a:lnTo>
                  <a:lnTo>
                    <a:pt x="3645258" y="4047473"/>
                  </a:lnTo>
                  <a:lnTo>
                    <a:pt x="3589014" y="4028920"/>
                  </a:lnTo>
                  <a:lnTo>
                    <a:pt x="3533093" y="4009037"/>
                  </a:lnTo>
                  <a:lnTo>
                    <a:pt x="3477260" y="3987944"/>
                  </a:lnTo>
                  <a:lnTo>
                    <a:pt x="3421377" y="3965815"/>
                  </a:lnTo>
                  <a:lnTo>
                    <a:pt x="3365388" y="3942872"/>
                  </a:lnTo>
                  <a:lnTo>
                    <a:pt x="3309296" y="3919378"/>
                  </a:lnTo>
                  <a:lnTo>
                    <a:pt x="3253148" y="3895624"/>
                  </a:lnTo>
                  <a:lnTo>
                    <a:pt x="3197009" y="3871913"/>
                  </a:lnTo>
                  <a:lnTo>
                    <a:pt x="3140943" y="3848548"/>
                  </a:lnTo>
                  <a:lnTo>
                    <a:pt x="3084986" y="3825814"/>
                  </a:lnTo>
                  <a:lnTo>
                    <a:pt x="3029126" y="3803961"/>
                  </a:lnTo>
                  <a:lnTo>
                    <a:pt x="2973287" y="3783199"/>
                  </a:lnTo>
                  <a:lnTo>
                    <a:pt x="2917302" y="3763686"/>
                  </a:lnTo>
                  <a:lnTo>
                    <a:pt x="2860905" y="3745531"/>
                  </a:lnTo>
                  <a:lnTo>
                    <a:pt x="2803705" y="3728787"/>
                  </a:lnTo>
                  <a:lnTo>
                    <a:pt x="2745163" y="3713463"/>
                  </a:lnTo>
                  <a:lnTo>
                    <a:pt x="2702183" y="3703381"/>
                  </a:lnTo>
                  <a:lnTo>
                    <a:pt x="2650291" y="3692495"/>
                  </a:lnTo>
                  <a:lnTo>
                    <a:pt x="2595947" y="3682553"/>
                  </a:lnTo>
                  <a:lnTo>
                    <a:pt x="2538466" y="3673524"/>
                  </a:lnTo>
                  <a:lnTo>
                    <a:pt x="2477097" y="3665340"/>
                  </a:lnTo>
                  <a:lnTo>
                    <a:pt x="2411061" y="3657926"/>
                  </a:lnTo>
                  <a:lnTo>
                    <a:pt x="2339594" y="3651200"/>
                  </a:lnTo>
                  <a:lnTo>
                    <a:pt x="2262001" y="3645088"/>
                  </a:lnTo>
                  <a:lnTo>
                    <a:pt x="2177723" y="3639524"/>
                  </a:lnTo>
                  <a:lnTo>
                    <a:pt x="2086427" y="3634453"/>
                  </a:lnTo>
                  <a:lnTo>
                    <a:pt x="1988129" y="3629833"/>
                  </a:lnTo>
                  <a:lnTo>
                    <a:pt x="1883329" y="3625634"/>
                  </a:lnTo>
                  <a:lnTo>
                    <a:pt x="1773161" y="3621842"/>
                  </a:lnTo>
                  <a:lnTo>
                    <a:pt x="1659514" y="3618452"/>
                  </a:lnTo>
                  <a:lnTo>
                    <a:pt x="1545093" y="3615468"/>
                  </a:lnTo>
                  <a:lnTo>
                    <a:pt x="1433348" y="3612899"/>
                  </a:lnTo>
                  <a:lnTo>
                    <a:pt x="1328233" y="3610751"/>
                  </a:lnTo>
                  <a:lnTo>
                    <a:pt x="1233786" y="3609025"/>
                  </a:lnTo>
                  <a:lnTo>
                    <a:pt x="1153559" y="3607704"/>
                  </a:lnTo>
                  <a:lnTo>
                    <a:pt x="1090036" y="3606758"/>
                  </a:lnTo>
                  <a:lnTo>
                    <a:pt x="1044157" y="3606137"/>
                  </a:lnTo>
                  <a:lnTo>
                    <a:pt x="1015076" y="3605778"/>
                  </a:lnTo>
                  <a:lnTo>
                    <a:pt x="1000187" y="3605610"/>
                  </a:lnTo>
                  <a:lnTo>
                    <a:pt x="995312" y="3605559"/>
                  </a:lnTo>
                  <a:lnTo>
                    <a:pt x="994940" y="3605556"/>
                  </a:lnTo>
                  <a:lnTo>
                    <a:pt x="0" y="3605556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64" name="pl1263"/>
            <p:cNvSpPr/>
            <p:nvPr/>
          </p:nvSpPr>
          <p:spPr>
            <a:xfrm>
              <a:off x="1199187" y="1357159"/>
              <a:ext cx="12049831" cy="4192507"/>
            </a:xfrm>
            <a:custGeom>
              <a:avLst/>
              <a:pathLst>
                <a:path w="12049831" h="4192507">
                  <a:moveTo>
                    <a:pt x="0" y="3605556"/>
                  </a:moveTo>
                  <a:lnTo>
                    <a:pt x="994940" y="3605556"/>
                  </a:lnTo>
                  <a:lnTo>
                    <a:pt x="996073" y="3605567"/>
                  </a:lnTo>
                  <a:lnTo>
                    <a:pt x="1003555" y="3605647"/>
                  </a:lnTo>
                  <a:lnTo>
                    <a:pt x="1022516" y="3605867"/>
                  </a:lnTo>
                  <a:lnTo>
                    <a:pt x="1056667" y="3606300"/>
                  </a:lnTo>
                  <a:lnTo>
                    <a:pt x="1108078" y="3607017"/>
                  </a:lnTo>
                  <a:lnTo>
                    <a:pt x="1177022" y="3608076"/>
                  </a:lnTo>
                  <a:lnTo>
                    <a:pt x="1262040" y="3609522"/>
                  </a:lnTo>
                  <a:lnTo>
                    <a:pt x="1360251" y="3611379"/>
                  </a:lnTo>
                  <a:lnTo>
                    <a:pt x="1467888" y="3613660"/>
                  </a:lnTo>
                  <a:lnTo>
                    <a:pt x="1580881" y="3616360"/>
                  </a:lnTo>
                  <a:lnTo>
                    <a:pt x="1695398" y="3619473"/>
                  </a:lnTo>
                  <a:lnTo>
                    <a:pt x="1808206" y="3622989"/>
                  </a:lnTo>
                  <a:lnTo>
                    <a:pt x="1916856" y="3626907"/>
                  </a:lnTo>
                  <a:lnTo>
                    <a:pt x="2019706" y="3631236"/>
                  </a:lnTo>
                  <a:lnTo>
                    <a:pt x="2115835" y="3635994"/>
                  </a:lnTo>
                  <a:lnTo>
                    <a:pt x="2204911" y="3641215"/>
                  </a:lnTo>
                  <a:lnTo>
                    <a:pt x="2287044" y="3646944"/>
                  </a:lnTo>
                  <a:lnTo>
                    <a:pt x="2362646" y="3653241"/>
                  </a:lnTo>
                  <a:lnTo>
                    <a:pt x="2432329" y="3660174"/>
                  </a:lnTo>
                  <a:lnTo>
                    <a:pt x="2496818" y="3667821"/>
                  </a:lnTo>
                  <a:lnTo>
                    <a:pt x="2556883" y="3676262"/>
                  </a:lnTo>
                  <a:lnTo>
                    <a:pt x="2613301" y="3685572"/>
                  </a:lnTo>
                  <a:lnTo>
                    <a:pt x="2666807" y="3695808"/>
                  </a:lnTo>
                  <a:lnTo>
                    <a:pt x="2702183" y="3703381"/>
                  </a:lnTo>
                  <a:lnTo>
                    <a:pt x="2762112" y="3717710"/>
                  </a:lnTo>
                  <a:lnTo>
                    <a:pt x="2820205" y="3733439"/>
                  </a:lnTo>
                  <a:lnTo>
                    <a:pt x="2877127" y="3750590"/>
                  </a:lnTo>
                  <a:lnTo>
                    <a:pt x="2933371" y="3769142"/>
                  </a:lnTo>
                  <a:lnTo>
                    <a:pt x="2989292" y="3789026"/>
                  </a:lnTo>
                  <a:lnTo>
                    <a:pt x="3045125" y="3810119"/>
                  </a:lnTo>
                  <a:lnTo>
                    <a:pt x="3101008" y="3832248"/>
                  </a:lnTo>
                  <a:lnTo>
                    <a:pt x="3156997" y="3855190"/>
                  </a:lnTo>
                  <a:lnTo>
                    <a:pt x="3213089" y="3878684"/>
                  </a:lnTo>
                  <a:lnTo>
                    <a:pt x="3269237" y="3902439"/>
                  </a:lnTo>
                  <a:lnTo>
                    <a:pt x="3325376" y="3926150"/>
                  </a:lnTo>
                  <a:lnTo>
                    <a:pt x="3381442" y="3949514"/>
                  </a:lnTo>
                  <a:lnTo>
                    <a:pt x="3437399" y="3972249"/>
                  </a:lnTo>
                  <a:lnTo>
                    <a:pt x="3493259" y="3994102"/>
                  </a:lnTo>
                  <a:lnTo>
                    <a:pt x="3549098" y="4014864"/>
                  </a:lnTo>
                  <a:lnTo>
                    <a:pt x="3605083" y="4034376"/>
                  </a:lnTo>
                  <a:lnTo>
                    <a:pt x="3661480" y="4052532"/>
                  </a:lnTo>
                  <a:lnTo>
                    <a:pt x="3718680" y="4069275"/>
                  </a:lnTo>
                  <a:lnTo>
                    <a:pt x="3777222" y="4084599"/>
                  </a:lnTo>
                  <a:lnTo>
                    <a:pt x="3820202" y="4094682"/>
                  </a:lnTo>
                  <a:lnTo>
                    <a:pt x="3872094" y="4105568"/>
                  </a:lnTo>
                  <a:lnTo>
                    <a:pt x="3926438" y="4115509"/>
                  </a:lnTo>
                  <a:lnTo>
                    <a:pt x="3983919" y="4124539"/>
                  </a:lnTo>
                  <a:lnTo>
                    <a:pt x="4045288" y="4132722"/>
                  </a:lnTo>
                  <a:lnTo>
                    <a:pt x="4111324" y="4140137"/>
                  </a:lnTo>
                  <a:lnTo>
                    <a:pt x="4182791" y="4146862"/>
                  </a:lnTo>
                  <a:lnTo>
                    <a:pt x="4260384" y="4152974"/>
                  </a:lnTo>
                  <a:lnTo>
                    <a:pt x="4344662" y="4158538"/>
                  </a:lnTo>
                  <a:lnTo>
                    <a:pt x="4435958" y="4163609"/>
                  </a:lnTo>
                  <a:lnTo>
                    <a:pt x="4534256" y="4168230"/>
                  </a:lnTo>
                  <a:lnTo>
                    <a:pt x="4639056" y="4172428"/>
                  </a:lnTo>
                  <a:lnTo>
                    <a:pt x="4749224" y="4176220"/>
                  </a:lnTo>
                  <a:lnTo>
                    <a:pt x="4862871" y="4179610"/>
                  </a:lnTo>
                  <a:lnTo>
                    <a:pt x="4977292" y="4182594"/>
                  </a:lnTo>
                  <a:lnTo>
                    <a:pt x="5089037" y="4185164"/>
                  </a:lnTo>
                  <a:lnTo>
                    <a:pt x="5194152" y="4187311"/>
                  </a:lnTo>
                  <a:lnTo>
                    <a:pt x="5288599" y="4189038"/>
                  </a:lnTo>
                  <a:lnTo>
                    <a:pt x="5368826" y="4190358"/>
                  </a:lnTo>
                  <a:lnTo>
                    <a:pt x="5432349" y="4191305"/>
                  </a:lnTo>
                  <a:lnTo>
                    <a:pt x="5478228" y="4191926"/>
                  </a:lnTo>
                  <a:lnTo>
                    <a:pt x="5507309" y="4192284"/>
                  </a:lnTo>
                  <a:lnTo>
                    <a:pt x="5522198" y="4192453"/>
                  </a:lnTo>
                  <a:lnTo>
                    <a:pt x="5527073" y="4192503"/>
                  </a:lnTo>
                  <a:lnTo>
                    <a:pt x="5527445" y="4192507"/>
                  </a:lnTo>
                  <a:lnTo>
                    <a:pt x="6522385" y="4192507"/>
                  </a:lnTo>
                  <a:lnTo>
                    <a:pt x="6523399" y="4192436"/>
                  </a:lnTo>
                  <a:lnTo>
                    <a:pt x="6530105" y="4191928"/>
                  </a:lnTo>
                  <a:lnTo>
                    <a:pt x="6547148" y="4190527"/>
                  </a:lnTo>
                  <a:lnTo>
                    <a:pt x="6577970" y="4187765"/>
                  </a:lnTo>
                  <a:lnTo>
                    <a:pt x="6624620" y="4183194"/>
                  </a:lnTo>
                  <a:lnTo>
                    <a:pt x="6687614" y="4176421"/>
                  </a:lnTo>
                  <a:lnTo>
                    <a:pt x="6765945" y="4167145"/>
                  </a:lnTo>
                  <a:lnTo>
                    <a:pt x="6857311" y="4155171"/>
                  </a:lnTo>
                  <a:lnTo>
                    <a:pt x="6958508" y="4140409"/>
                  </a:lnTo>
                  <a:lnTo>
                    <a:pt x="7065931" y="4122853"/>
                  </a:lnTo>
                  <a:lnTo>
                    <a:pt x="7176035" y="4102547"/>
                  </a:lnTo>
                  <a:lnTo>
                    <a:pt x="7285694" y="4079548"/>
                  </a:lnTo>
                  <a:lnTo>
                    <a:pt x="7392413" y="4053887"/>
                  </a:lnTo>
                  <a:lnTo>
                    <a:pt x="7494397" y="4025547"/>
                  </a:lnTo>
                  <a:lnTo>
                    <a:pt x="7590514" y="3994441"/>
                  </a:lnTo>
                  <a:lnTo>
                    <a:pt x="7680204" y="3960405"/>
                  </a:lnTo>
                  <a:lnTo>
                    <a:pt x="7763353" y="3923193"/>
                  </a:lnTo>
                  <a:lnTo>
                    <a:pt x="7840177" y="3882478"/>
                  </a:lnTo>
                  <a:lnTo>
                    <a:pt x="7911118" y="3837864"/>
                  </a:lnTo>
                  <a:lnTo>
                    <a:pt x="7976761" y="3788890"/>
                  </a:lnTo>
                  <a:lnTo>
                    <a:pt x="8037768" y="3735054"/>
                  </a:lnTo>
                  <a:lnTo>
                    <a:pt x="8094835" y="3675847"/>
                  </a:lnTo>
                  <a:lnTo>
                    <a:pt x="8148648" y="3610804"/>
                  </a:lnTo>
                  <a:lnTo>
                    <a:pt x="8199856" y="3539589"/>
                  </a:lnTo>
                  <a:lnTo>
                    <a:pt x="8229629" y="3493756"/>
                  </a:lnTo>
                  <a:lnTo>
                    <a:pt x="8267478" y="3430703"/>
                  </a:lnTo>
                  <a:lnTo>
                    <a:pt x="8304491" y="3363764"/>
                  </a:lnTo>
                  <a:lnTo>
                    <a:pt x="8340860" y="3292858"/>
                  </a:lnTo>
                  <a:lnTo>
                    <a:pt x="8376744" y="3217950"/>
                  </a:lnTo>
                  <a:lnTo>
                    <a:pt x="8412276" y="3139053"/>
                  </a:lnTo>
                  <a:lnTo>
                    <a:pt x="8447567" y="3056228"/>
                  </a:lnTo>
                  <a:lnTo>
                    <a:pt x="8482705" y="2969594"/>
                  </a:lnTo>
                  <a:lnTo>
                    <a:pt x="8517758" y="2879328"/>
                  </a:lnTo>
                  <a:lnTo>
                    <a:pt x="8552781" y="2785662"/>
                  </a:lnTo>
                  <a:lnTo>
                    <a:pt x="8587809" y="2688888"/>
                  </a:lnTo>
                  <a:lnTo>
                    <a:pt x="8622868" y="2589354"/>
                  </a:lnTo>
                  <a:lnTo>
                    <a:pt x="8657969" y="2487459"/>
                  </a:lnTo>
                  <a:lnTo>
                    <a:pt x="8693115" y="2383649"/>
                  </a:lnTo>
                  <a:lnTo>
                    <a:pt x="8728299" y="2278408"/>
                  </a:lnTo>
                  <a:lnTo>
                    <a:pt x="8763511" y="2172249"/>
                  </a:lnTo>
                  <a:lnTo>
                    <a:pt x="8798736" y="2065704"/>
                  </a:lnTo>
                  <a:lnTo>
                    <a:pt x="8833955" y="1959314"/>
                  </a:lnTo>
                  <a:lnTo>
                    <a:pt x="8869153" y="1853617"/>
                  </a:lnTo>
                  <a:lnTo>
                    <a:pt x="8904316" y="1749135"/>
                  </a:lnTo>
                  <a:lnTo>
                    <a:pt x="8939437" y="1646367"/>
                  </a:lnTo>
                  <a:lnTo>
                    <a:pt x="8974513" y="1545774"/>
                  </a:lnTo>
                  <a:lnTo>
                    <a:pt x="9009552" y="1447777"/>
                  </a:lnTo>
                  <a:lnTo>
                    <a:pt x="9044573" y="1352745"/>
                  </a:lnTo>
                  <a:lnTo>
                    <a:pt x="9079608" y="1260996"/>
                  </a:lnTo>
                  <a:lnTo>
                    <a:pt x="9114702" y="1172788"/>
                  </a:lnTo>
                  <a:lnTo>
                    <a:pt x="9149918" y="1088320"/>
                  </a:lnTo>
                  <a:lnTo>
                    <a:pt x="9185335" y="1007736"/>
                  </a:lnTo>
                  <a:lnTo>
                    <a:pt x="9221054" y="931121"/>
                  </a:lnTo>
                  <a:lnTo>
                    <a:pt x="9257198" y="858509"/>
                  </a:lnTo>
                  <a:lnTo>
                    <a:pt x="9293915" y="789885"/>
                  </a:lnTo>
                  <a:lnTo>
                    <a:pt x="9331381" y="725186"/>
                  </a:lnTo>
                  <a:lnTo>
                    <a:pt x="9347647" y="698751"/>
                  </a:lnTo>
                  <a:lnTo>
                    <a:pt x="9397570" y="623762"/>
                  </a:lnTo>
                  <a:lnTo>
                    <a:pt x="9449743" y="555036"/>
                  </a:lnTo>
                  <a:lnTo>
                    <a:pt x="9504773" y="492371"/>
                  </a:lnTo>
                  <a:lnTo>
                    <a:pt x="9563328" y="435366"/>
                  </a:lnTo>
                  <a:lnTo>
                    <a:pt x="9626102" y="383530"/>
                  </a:lnTo>
                  <a:lnTo>
                    <a:pt x="9693781" y="336353"/>
                  </a:lnTo>
                  <a:lnTo>
                    <a:pt x="9767005" y="293346"/>
                  </a:lnTo>
                  <a:lnTo>
                    <a:pt x="9846309" y="254073"/>
                  </a:lnTo>
                  <a:lnTo>
                    <a:pt x="9932056" y="218162"/>
                  </a:lnTo>
                  <a:lnTo>
                    <a:pt x="10024346" y="185319"/>
                  </a:lnTo>
                  <a:lnTo>
                    <a:pt x="10122899" y="155332"/>
                  </a:lnTo>
                  <a:lnTo>
                    <a:pt x="10226942" y="128066"/>
                  </a:lnTo>
                  <a:lnTo>
                    <a:pt x="10335088" y="103466"/>
                  </a:lnTo>
                  <a:lnTo>
                    <a:pt x="10445262" y="81535"/>
                  </a:lnTo>
                  <a:lnTo>
                    <a:pt x="10554701" y="62319"/>
                  </a:lnTo>
                  <a:lnTo>
                    <a:pt x="10660079" y="45874"/>
                  </a:lnTo>
                  <a:lnTo>
                    <a:pt x="10757777" y="32228"/>
                  </a:lnTo>
                  <a:lnTo>
                    <a:pt x="10844288" y="21346"/>
                  </a:lnTo>
                  <a:lnTo>
                    <a:pt x="10916714" y="13099"/>
                  </a:lnTo>
                  <a:lnTo>
                    <a:pt x="10973227" y="7246"/>
                  </a:lnTo>
                  <a:lnTo>
                    <a:pt x="11013415" y="3447"/>
                  </a:lnTo>
                  <a:lnTo>
                    <a:pt x="11038414" y="1283"/>
                  </a:lnTo>
                  <a:lnTo>
                    <a:pt x="11050851" y="295"/>
                  </a:lnTo>
                  <a:lnTo>
                    <a:pt x="11054666" y="1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5" name="pl1264"/>
            <p:cNvSpPr/>
            <p:nvPr/>
          </p:nvSpPr>
          <p:spPr>
            <a:xfrm>
              <a:off x="1199187" y="1351919"/>
              <a:ext cx="12049831" cy="4192507"/>
            </a:xfrm>
            <a:custGeom>
              <a:avLst/>
              <a:pathLst>
                <a:path w="12049831" h="4192507">
                  <a:moveTo>
                    <a:pt x="12049831" y="0"/>
                  </a:moveTo>
                  <a:lnTo>
                    <a:pt x="11054891" y="0"/>
                  </a:lnTo>
                  <a:lnTo>
                    <a:pt x="11053877" y="71"/>
                  </a:lnTo>
                  <a:lnTo>
                    <a:pt x="11047172" y="578"/>
                  </a:lnTo>
                  <a:lnTo>
                    <a:pt x="11030128" y="1979"/>
                  </a:lnTo>
                  <a:lnTo>
                    <a:pt x="10999306" y="4741"/>
                  </a:lnTo>
                  <a:lnTo>
                    <a:pt x="10952657" y="9313"/>
                  </a:lnTo>
                  <a:lnTo>
                    <a:pt x="10889663" y="16085"/>
                  </a:lnTo>
                  <a:lnTo>
                    <a:pt x="10811331" y="25361"/>
                  </a:lnTo>
                  <a:lnTo>
                    <a:pt x="10719966" y="37335"/>
                  </a:lnTo>
                  <a:lnTo>
                    <a:pt x="10618768" y="52097"/>
                  </a:lnTo>
                  <a:lnTo>
                    <a:pt x="10511345" y="69654"/>
                  </a:lnTo>
                  <a:lnTo>
                    <a:pt x="10401242" y="89959"/>
                  </a:lnTo>
                  <a:lnTo>
                    <a:pt x="10291582" y="112959"/>
                  </a:lnTo>
                  <a:lnTo>
                    <a:pt x="10184863" y="138619"/>
                  </a:lnTo>
                  <a:lnTo>
                    <a:pt x="10082880" y="166959"/>
                  </a:lnTo>
                  <a:lnTo>
                    <a:pt x="9986762" y="198065"/>
                  </a:lnTo>
                  <a:lnTo>
                    <a:pt x="9897073" y="232101"/>
                  </a:lnTo>
                  <a:lnTo>
                    <a:pt x="9813924" y="269314"/>
                  </a:lnTo>
                  <a:lnTo>
                    <a:pt x="9737100" y="310028"/>
                  </a:lnTo>
                  <a:lnTo>
                    <a:pt x="9666159" y="354642"/>
                  </a:lnTo>
                  <a:lnTo>
                    <a:pt x="9600516" y="403617"/>
                  </a:lnTo>
                  <a:lnTo>
                    <a:pt x="9539508" y="457452"/>
                  </a:lnTo>
                  <a:lnTo>
                    <a:pt x="9482441" y="516659"/>
                  </a:lnTo>
                  <a:lnTo>
                    <a:pt x="9428628" y="581702"/>
                  </a:lnTo>
                  <a:lnTo>
                    <a:pt x="9377421" y="652917"/>
                  </a:lnTo>
                  <a:lnTo>
                    <a:pt x="9347647" y="698751"/>
                  </a:lnTo>
                  <a:lnTo>
                    <a:pt x="9309798" y="761803"/>
                  </a:lnTo>
                  <a:lnTo>
                    <a:pt x="9272785" y="828742"/>
                  </a:lnTo>
                  <a:lnTo>
                    <a:pt x="9236417" y="899648"/>
                  </a:lnTo>
                  <a:lnTo>
                    <a:pt x="9200533" y="974556"/>
                  </a:lnTo>
                  <a:lnTo>
                    <a:pt x="9165000" y="1053454"/>
                  </a:lnTo>
                  <a:lnTo>
                    <a:pt x="9129709" y="1136278"/>
                  </a:lnTo>
                  <a:lnTo>
                    <a:pt x="9094572" y="1222912"/>
                  </a:lnTo>
                  <a:lnTo>
                    <a:pt x="9059518" y="1313178"/>
                  </a:lnTo>
                  <a:lnTo>
                    <a:pt x="9024496" y="1406845"/>
                  </a:lnTo>
                  <a:lnTo>
                    <a:pt x="8989467" y="1503618"/>
                  </a:lnTo>
                  <a:lnTo>
                    <a:pt x="8954409" y="1603152"/>
                  </a:lnTo>
                  <a:lnTo>
                    <a:pt x="8919308" y="1705047"/>
                  </a:lnTo>
                  <a:lnTo>
                    <a:pt x="8884162" y="1808857"/>
                  </a:lnTo>
                  <a:lnTo>
                    <a:pt x="8848977" y="1914098"/>
                  </a:lnTo>
                  <a:lnTo>
                    <a:pt x="8813765" y="2020257"/>
                  </a:lnTo>
                  <a:lnTo>
                    <a:pt x="8778541" y="2126802"/>
                  </a:lnTo>
                  <a:lnTo>
                    <a:pt x="8743322" y="2233192"/>
                  </a:lnTo>
                  <a:lnTo>
                    <a:pt x="8708124" y="2338889"/>
                  </a:lnTo>
                  <a:lnTo>
                    <a:pt x="8672960" y="2443371"/>
                  </a:lnTo>
                  <a:lnTo>
                    <a:pt x="8637840" y="2546140"/>
                  </a:lnTo>
                  <a:lnTo>
                    <a:pt x="8602764" y="2646733"/>
                  </a:lnTo>
                  <a:lnTo>
                    <a:pt x="8567725" y="2744730"/>
                  </a:lnTo>
                  <a:lnTo>
                    <a:pt x="8532703" y="2839761"/>
                  </a:lnTo>
                  <a:lnTo>
                    <a:pt x="8497669" y="2931510"/>
                  </a:lnTo>
                  <a:lnTo>
                    <a:pt x="8462574" y="3019719"/>
                  </a:lnTo>
                  <a:lnTo>
                    <a:pt x="8427359" y="3104186"/>
                  </a:lnTo>
                  <a:lnTo>
                    <a:pt x="8391941" y="3184771"/>
                  </a:lnTo>
                  <a:lnTo>
                    <a:pt x="8356222" y="3261385"/>
                  </a:lnTo>
                  <a:lnTo>
                    <a:pt x="8320078" y="3333997"/>
                  </a:lnTo>
                  <a:lnTo>
                    <a:pt x="8283362" y="3402622"/>
                  </a:lnTo>
                  <a:lnTo>
                    <a:pt x="8245895" y="3467320"/>
                  </a:lnTo>
                  <a:lnTo>
                    <a:pt x="8229629" y="3493756"/>
                  </a:lnTo>
                  <a:lnTo>
                    <a:pt x="8179707" y="3568744"/>
                  </a:lnTo>
                  <a:lnTo>
                    <a:pt x="8127534" y="3637470"/>
                  </a:lnTo>
                  <a:lnTo>
                    <a:pt x="8072504" y="3700135"/>
                  </a:lnTo>
                  <a:lnTo>
                    <a:pt x="8013949" y="3757140"/>
                  </a:lnTo>
                  <a:lnTo>
                    <a:pt x="7951175" y="3808976"/>
                  </a:lnTo>
                  <a:lnTo>
                    <a:pt x="7883495" y="3856153"/>
                  </a:lnTo>
                  <a:lnTo>
                    <a:pt x="7810271" y="3899160"/>
                  </a:lnTo>
                  <a:lnTo>
                    <a:pt x="7730967" y="3938434"/>
                  </a:lnTo>
                  <a:lnTo>
                    <a:pt x="7645220" y="3974345"/>
                  </a:lnTo>
                  <a:lnTo>
                    <a:pt x="7552931" y="4007187"/>
                  </a:lnTo>
                  <a:lnTo>
                    <a:pt x="7454377" y="4037175"/>
                  </a:lnTo>
                  <a:lnTo>
                    <a:pt x="7350334" y="4064440"/>
                  </a:lnTo>
                  <a:lnTo>
                    <a:pt x="7242188" y="4089040"/>
                  </a:lnTo>
                  <a:lnTo>
                    <a:pt x="7132014" y="4110971"/>
                  </a:lnTo>
                  <a:lnTo>
                    <a:pt x="7022575" y="4130187"/>
                  </a:lnTo>
                  <a:lnTo>
                    <a:pt x="6917197" y="4146633"/>
                  </a:lnTo>
                  <a:lnTo>
                    <a:pt x="6819500" y="4160278"/>
                  </a:lnTo>
                  <a:lnTo>
                    <a:pt x="6732989" y="4171160"/>
                  </a:lnTo>
                  <a:lnTo>
                    <a:pt x="6660563" y="4179408"/>
                  </a:lnTo>
                  <a:lnTo>
                    <a:pt x="6604049" y="4185261"/>
                  </a:lnTo>
                  <a:lnTo>
                    <a:pt x="6563862" y="4189060"/>
                  </a:lnTo>
                  <a:lnTo>
                    <a:pt x="6538863" y="4191223"/>
                  </a:lnTo>
                  <a:lnTo>
                    <a:pt x="6526425" y="4192212"/>
                  </a:lnTo>
                  <a:lnTo>
                    <a:pt x="6522610" y="4192491"/>
                  </a:lnTo>
                  <a:lnTo>
                    <a:pt x="6522385" y="4192507"/>
                  </a:lnTo>
                  <a:lnTo>
                    <a:pt x="5527445" y="4192507"/>
                  </a:lnTo>
                  <a:lnTo>
                    <a:pt x="5526312" y="4192496"/>
                  </a:lnTo>
                  <a:lnTo>
                    <a:pt x="5518830" y="4192416"/>
                  </a:lnTo>
                  <a:lnTo>
                    <a:pt x="5499869" y="4192196"/>
                  </a:lnTo>
                  <a:lnTo>
                    <a:pt x="5465718" y="4191762"/>
                  </a:lnTo>
                  <a:lnTo>
                    <a:pt x="5414307" y="4191045"/>
                  </a:lnTo>
                  <a:lnTo>
                    <a:pt x="5345363" y="4189986"/>
                  </a:lnTo>
                  <a:lnTo>
                    <a:pt x="5260345" y="4188541"/>
                  </a:lnTo>
                  <a:lnTo>
                    <a:pt x="5162133" y="4186683"/>
                  </a:lnTo>
                  <a:lnTo>
                    <a:pt x="5054497" y="4184403"/>
                  </a:lnTo>
                  <a:lnTo>
                    <a:pt x="4941504" y="4181702"/>
                  </a:lnTo>
                  <a:lnTo>
                    <a:pt x="4826987" y="4178590"/>
                  </a:lnTo>
                  <a:lnTo>
                    <a:pt x="4714179" y="4175074"/>
                  </a:lnTo>
                  <a:lnTo>
                    <a:pt x="4605529" y="4171155"/>
                  </a:lnTo>
                  <a:lnTo>
                    <a:pt x="4502679" y="4166827"/>
                  </a:lnTo>
                  <a:lnTo>
                    <a:pt x="4406550" y="4162069"/>
                  </a:lnTo>
                  <a:lnTo>
                    <a:pt x="4317474" y="4156848"/>
                  </a:lnTo>
                  <a:lnTo>
                    <a:pt x="4235341" y="4151118"/>
                  </a:lnTo>
                  <a:lnTo>
                    <a:pt x="4159739" y="4144822"/>
                  </a:lnTo>
                  <a:lnTo>
                    <a:pt x="4090056" y="4137888"/>
                  </a:lnTo>
                  <a:lnTo>
                    <a:pt x="4025567" y="4130241"/>
                  </a:lnTo>
                  <a:lnTo>
                    <a:pt x="3965502" y="4121800"/>
                  </a:lnTo>
                  <a:lnTo>
                    <a:pt x="3909084" y="4112490"/>
                  </a:lnTo>
                  <a:lnTo>
                    <a:pt x="3855578" y="4102254"/>
                  </a:lnTo>
                  <a:lnTo>
                    <a:pt x="3820202" y="4094682"/>
                  </a:lnTo>
                  <a:lnTo>
                    <a:pt x="3760273" y="4080352"/>
                  </a:lnTo>
                  <a:lnTo>
                    <a:pt x="3702180" y="4064624"/>
                  </a:lnTo>
                  <a:lnTo>
                    <a:pt x="3645258" y="4047473"/>
                  </a:lnTo>
                  <a:lnTo>
                    <a:pt x="3589014" y="4028920"/>
                  </a:lnTo>
                  <a:lnTo>
                    <a:pt x="3533093" y="4009037"/>
                  </a:lnTo>
                  <a:lnTo>
                    <a:pt x="3477260" y="3987944"/>
                  </a:lnTo>
                  <a:lnTo>
                    <a:pt x="3421377" y="3965815"/>
                  </a:lnTo>
                  <a:lnTo>
                    <a:pt x="3365388" y="3942872"/>
                  </a:lnTo>
                  <a:lnTo>
                    <a:pt x="3309296" y="3919378"/>
                  </a:lnTo>
                  <a:lnTo>
                    <a:pt x="3253148" y="3895624"/>
                  </a:lnTo>
                  <a:lnTo>
                    <a:pt x="3197009" y="3871913"/>
                  </a:lnTo>
                  <a:lnTo>
                    <a:pt x="3140943" y="3848548"/>
                  </a:lnTo>
                  <a:lnTo>
                    <a:pt x="3084986" y="3825814"/>
                  </a:lnTo>
                  <a:lnTo>
                    <a:pt x="3029126" y="3803961"/>
                  </a:lnTo>
                  <a:lnTo>
                    <a:pt x="2973287" y="3783199"/>
                  </a:lnTo>
                  <a:lnTo>
                    <a:pt x="2917302" y="3763686"/>
                  </a:lnTo>
                  <a:lnTo>
                    <a:pt x="2860905" y="3745531"/>
                  </a:lnTo>
                  <a:lnTo>
                    <a:pt x="2803705" y="3728787"/>
                  </a:lnTo>
                  <a:lnTo>
                    <a:pt x="2745163" y="3713463"/>
                  </a:lnTo>
                  <a:lnTo>
                    <a:pt x="2702183" y="3703381"/>
                  </a:lnTo>
                  <a:lnTo>
                    <a:pt x="2650291" y="3692495"/>
                  </a:lnTo>
                  <a:lnTo>
                    <a:pt x="2595947" y="3682553"/>
                  </a:lnTo>
                  <a:lnTo>
                    <a:pt x="2538466" y="3673524"/>
                  </a:lnTo>
                  <a:lnTo>
                    <a:pt x="2477097" y="3665340"/>
                  </a:lnTo>
                  <a:lnTo>
                    <a:pt x="2411061" y="3657926"/>
                  </a:lnTo>
                  <a:lnTo>
                    <a:pt x="2339594" y="3651200"/>
                  </a:lnTo>
                  <a:lnTo>
                    <a:pt x="2262001" y="3645088"/>
                  </a:lnTo>
                  <a:lnTo>
                    <a:pt x="2177723" y="3639524"/>
                  </a:lnTo>
                  <a:lnTo>
                    <a:pt x="2086427" y="3634453"/>
                  </a:lnTo>
                  <a:lnTo>
                    <a:pt x="1988129" y="3629833"/>
                  </a:lnTo>
                  <a:lnTo>
                    <a:pt x="1883329" y="3625634"/>
                  </a:lnTo>
                  <a:lnTo>
                    <a:pt x="1773161" y="3621842"/>
                  </a:lnTo>
                  <a:lnTo>
                    <a:pt x="1659514" y="3618452"/>
                  </a:lnTo>
                  <a:lnTo>
                    <a:pt x="1545093" y="3615468"/>
                  </a:lnTo>
                  <a:lnTo>
                    <a:pt x="1433348" y="3612899"/>
                  </a:lnTo>
                  <a:lnTo>
                    <a:pt x="1328233" y="3610751"/>
                  </a:lnTo>
                  <a:lnTo>
                    <a:pt x="1233786" y="3609025"/>
                  </a:lnTo>
                  <a:lnTo>
                    <a:pt x="1153559" y="3607704"/>
                  </a:lnTo>
                  <a:lnTo>
                    <a:pt x="1090036" y="3606758"/>
                  </a:lnTo>
                  <a:lnTo>
                    <a:pt x="1044157" y="3606137"/>
                  </a:lnTo>
                  <a:lnTo>
                    <a:pt x="1015076" y="3605778"/>
                  </a:lnTo>
                  <a:lnTo>
                    <a:pt x="1000187" y="3605610"/>
                  </a:lnTo>
                  <a:lnTo>
                    <a:pt x="995312" y="3605559"/>
                  </a:lnTo>
                  <a:lnTo>
                    <a:pt x="994940" y="3605556"/>
                  </a:lnTo>
                  <a:lnTo>
                    <a:pt x="0" y="3605556"/>
                  </a:lnTo>
                  <a:lnTo>
                    <a:pt x="0" y="36055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6" name="pg1265"/>
            <p:cNvSpPr/>
            <p:nvPr/>
          </p:nvSpPr>
          <p:spPr>
            <a:xfrm>
              <a:off x="1199187" y="1855019"/>
              <a:ext cx="12049831" cy="3705128"/>
            </a:xfrm>
            <a:custGeom>
              <a:avLst/>
              <a:pathLst>
                <a:path w="12049831" h="3705128">
                  <a:moveTo>
                    <a:pt x="0" y="3112936"/>
                  </a:moveTo>
                  <a:lnTo>
                    <a:pt x="994940" y="3112936"/>
                  </a:lnTo>
                  <a:lnTo>
                    <a:pt x="996073" y="3112947"/>
                  </a:lnTo>
                  <a:lnTo>
                    <a:pt x="1003555" y="3113028"/>
                  </a:lnTo>
                  <a:lnTo>
                    <a:pt x="1022515" y="3113250"/>
                  </a:lnTo>
                  <a:lnTo>
                    <a:pt x="1056665" y="3113687"/>
                  </a:lnTo>
                  <a:lnTo>
                    <a:pt x="1108073" y="3114411"/>
                  </a:lnTo>
                  <a:lnTo>
                    <a:pt x="1177016" y="3115479"/>
                  </a:lnTo>
                  <a:lnTo>
                    <a:pt x="1262030" y="3116937"/>
                  </a:lnTo>
                  <a:lnTo>
                    <a:pt x="1360239" y="3118812"/>
                  </a:lnTo>
                  <a:lnTo>
                    <a:pt x="1467873" y="3121112"/>
                  </a:lnTo>
                  <a:lnTo>
                    <a:pt x="1580864" y="3123837"/>
                  </a:lnTo>
                  <a:lnTo>
                    <a:pt x="1695380" y="3126977"/>
                  </a:lnTo>
                  <a:lnTo>
                    <a:pt x="1808187" y="3130524"/>
                  </a:lnTo>
                  <a:lnTo>
                    <a:pt x="1916836" y="3134478"/>
                  </a:lnTo>
                  <a:lnTo>
                    <a:pt x="2019685" y="3138845"/>
                  </a:lnTo>
                  <a:lnTo>
                    <a:pt x="2115814" y="3143645"/>
                  </a:lnTo>
                  <a:lnTo>
                    <a:pt x="2204891" y="3148912"/>
                  </a:lnTo>
                  <a:lnTo>
                    <a:pt x="2287024" y="3154693"/>
                  </a:lnTo>
                  <a:lnTo>
                    <a:pt x="2362627" y="3161045"/>
                  </a:lnTo>
                  <a:lnTo>
                    <a:pt x="2432311" y="3168040"/>
                  </a:lnTo>
                  <a:lnTo>
                    <a:pt x="2496799" y="3175755"/>
                  </a:lnTo>
                  <a:lnTo>
                    <a:pt x="2556865" y="3184271"/>
                  </a:lnTo>
                  <a:lnTo>
                    <a:pt x="2613284" y="3193664"/>
                  </a:lnTo>
                  <a:lnTo>
                    <a:pt x="2666789" y="3203991"/>
                  </a:lnTo>
                  <a:lnTo>
                    <a:pt x="2702183" y="3211635"/>
                  </a:lnTo>
                  <a:lnTo>
                    <a:pt x="2762084" y="3226084"/>
                  </a:lnTo>
                  <a:lnTo>
                    <a:pt x="2820149" y="3241945"/>
                  </a:lnTo>
                  <a:lnTo>
                    <a:pt x="2877044" y="3259239"/>
                  </a:lnTo>
                  <a:lnTo>
                    <a:pt x="2933262" y="3277945"/>
                  </a:lnTo>
                  <a:lnTo>
                    <a:pt x="2989155" y="3297994"/>
                  </a:lnTo>
                  <a:lnTo>
                    <a:pt x="3044961" y="3319262"/>
                  </a:lnTo>
                  <a:lnTo>
                    <a:pt x="3100816" y="3341574"/>
                  </a:lnTo>
                  <a:lnTo>
                    <a:pt x="3156778" y="3364708"/>
                  </a:lnTo>
                  <a:lnTo>
                    <a:pt x="3212843" y="3388398"/>
                  </a:lnTo>
                  <a:lnTo>
                    <a:pt x="3268963" y="3412353"/>
                  </a:lnTo>
                  <a:lnTo>
                    <a:pt x="3325074" y="3436265"/>
                  </a:lnTo>
                  <a:lnTo>
                    <a:pt x="3381113" y="3459829"/>
                  </a:lnTo>
                  <a:lnTo>
                    <a:pt x="3437044" y="3482760"/>
                  </a:lnTo>
                  <a:lnTo>
                    <a:pt x="3492876" y="3504804"/>
                  </a:lnTo>
                  <a:lnTo>
                    <a:pt x="3548689" y="3525750"/>
                  </a:lnTo>
                  <a:lnTo>
                    <a:pt x="3604644" y="3545437"/>
                  </a:lnTo>
                  <a:lnTo>
                    <a:pt x="3661008" y="3563757"/>
                  </a:lnTo>
                  <a:lnTo>
                    <a:pt x="3718171" y="3580654"/>
                  </a:lnTo>
                  <a:lnTo>
                    <a:pt x="3776670" y="3596120"/>
                  </a:lnTo>
                  <a:lnTo>
                    <a:pt x="3820202" y="3606429"/>
                  </a:lnTo>
                  <a:lnTo>
                    <a:pt x="3872093" y="3617413"/>
                  </a:lnTo>
                  <a:lnTo>
                    <a:pt x="3926436" y="3627442"/>
                  </a:lnTo>
                  <a:lnTo>
                    <a:pt x="3983916" y="3636553"/>
                  </a:lnTo>
                  <a:lnTo>
                    <a:pt x="4045284" y="3644809"/>
                  </a:lnTo>
                  <a:lnTo>
                    <a:pt x="4111319" y="3652290"/>
                  </a:lnTo>
                  <a:lnTo>
                    <a:pt x="4182784" y="3659075"/>
                  </a:lnTo>
                  <a:lnTo>
                    <a:pt x="4260375" y="3665242"/>
                  </a:lnTo>
                  <a:lnTo>
                    <a:pt x="4344652" y="3670855"/>
                  </a:lnTo>
                  <a:lnTo>
                    <a:pt x="4435945" y="3675972"/>
                  </a:lnTo>
                  <a:lnTo>
                    <a:pt x="4534241" y="3680633"/>
                  </a:lnTo>
                  <a:lnTo>
                    <a:pt x="4639039" y="3684869"/>
                  </a:lnTo>
                  <a:lnTo>
                    <a:pt x="4749205" y="3688695"/>
                  </a:lnTo>
                  <a:lnTo>
                    <a:pt x="4862849" y="3692116"/>
                  </a:lnTo>
                  <a:lnTo>
                    <a:pt x="4977268" y="3695126"/>
                  </a:lnTo>
                  <a:lnTo>
                    <a:pt x="5089013" y="3697719"/>
                  </a:lnTo>
                  <a:lnTo>
                    <a:pt x="5194128" y="3699885"/>
                  </a:lnTo>
                  <a:lnTo>
                    <a:pt x="5288577" y="3701628"/>
                  </a:lnTo>
                  <a:lnTo>
                    <a:pt x="5368807" y="3702960"/>
                  </a:lnTo>
                  <a:lnTo>
                    <a:pt x="5432333" y="3703915"/>
                  </a:lnTo>
                  <a:lnTo>
                    <a:pt x="5478217" y="3704541"/>
                  </a:lnTo>
                  <a:lnTo>
                    <a:pt x="5507302" y="3704903"/>
                  </a:lnTo>
                  <a:lnTo>
                    <a:pt x="5522195" y="3705073"/>
                  </a:lnTo>
                  <a:lnTo>
                    <a:pt x="5527072" y="3705124"/>
                  </a:lnTo>
                  <a:lnTo>
                    <a:pt x="5527445" y="3705128"/>
                  </a:lnTo>
                  <a:lnTo>
                    <a:pt x="6522385" y="3705128"/>
                  </a:lnTo>
                  <a:lnTo>
                    <a:pt x="6523424" y="3705063"/>
                  </a:lnTo>
                  <a:lnTo>
                    <a:pt x="6530287" y="3704605"/>
                  </a:lnTo>
                  <a:lnTo>
                    <a:pt x="6547723" y="3703338"/>
                  </a:lnTo>
                  <a:lnTo>
                    <a:pt x="6579226" y="3700840"/>
                  </a:lnTo>
                  <a:lnTo>
                    <a:pt x="6626854" y="3696707"/>
                  </a:lnTo>
                  <a:lnTo>
                    <a:pt x="6691078" y="3690588"/>
                  </a:lnTo>
                  <a:lnTo>
                    <a:pt x="6770801" y="3682212"/>
                  </a:lnTo>
                  <a:lnTo>
                    <a:pt x="6863604" y="3671410"/>
                  </a:lnTo>
                  <a:lnTo>
                    <a:pt x="6966169" y="3658106"/>
                  </a:lnTo>
                  <a:lnTo>
                    <a:pt x="7074790" y="3642297"/>
                  </a:lnTo>
                  <a:lnTo>
                    <a:pt x="7185860" y="3624027"/>
                  </a:lnTo>
                  <a:lnTo>
                    <a:pt x="7296224" y="3603344"/>
                  </a:lnTo>
                  <a:lnTo>
                    <a:pt x="7403394" y="3580276"/>
                  </a:lnTo>
                  <a:lnTo>
                    <a:pt x="7505600" y="3554799"/>
                  </a:lnTo>
                  <a:lnTo>
                    <a:pt x="7601754" y="3526829"/>
                  </a:lnTo>
                  <a:lnTo>
                    <a:pt x="7691341" y="3496208"/>
                  </a:lnTo>
                  <a:lnTo>
                    <a:pt x="7774293" y="3462704"/>
                  </a:lnTo>
                  <a:lnTo>
                    <a:pt x="7850867" y="3426014"/>
                  </a:lnTo>
                  <a:lnTo>
                    <a:pt x="7921543" y="3385769"/>
                  </a:lnTo>
                  <a:lnTo>
                    <a:pt x="7986935" y="3341546"/>
                  </a:lnTo>
                  <a:lnTo>
                    <a:pt x="8047729" y="3292889"/>
                  </a:lnTo>
                  <a:lnTo>
                    <a:pt x="8104638" y="3239340"/>
                  </a:lnTo>
                  <a:lnTo>
                    <a:pt x="8158362" y="3180492"/>
                  </a:lnTo>
                  <a:lnTo>
                    <a:pt x="8209553" y="3116074"/>
                  </a:lnTo>
                  <a:lnTo>
                    <a:pt x="8229629" y="3088480"/>
                  </a:lnTo>
                  <a:lnTo>
                    <a:pt x="8269508" y="3029717"/>
                  </a:lnTo>
                  <a:lnTo>
                    <a:pt x="8308470" y="2967135"/>
                  </a:lnTo>
                  <a:lnTo>
                    <a:pt x="8346736" y="2900657"/>
                  </a:lnTo>
                  <a:lnTo>
                    <a:pt x="8384489" y="2830253"/>
                  </a:lnTo>
                  <a:lnTo>
                    <a:pt x="8421880" y="2755944"/>
                  </a:lnTo>
                  <a:lnTo>
                    <a:pt x="8459031" y="2677809"/>
                  </a:lnTo>
                  <a:lnTo>
                    <a:pt x="8496039" y="2595988"/>
                  </a:lnTo>
                  <a:lnTo>
                    <a:pt x="8532977" y="2510684"/>
                  </a:lnTo>
                  <a:lnTo>
                    <a:pt x="8569901" y="2422164"/>
                  </a:lnTo>
                  <a:lnTo>
                    <a:pt x="8606847" y="2330755"/>
                  </a:lnTo>
                  <a:lnTo>
                    <a:pt x="8643834" y="2236846"/>
                  </a:lnTo>
                  <a:lnTo>
                    <a:pt x="8680871" y="2140878"/>
                  </a:lnTo>
                  <a:lnTo>
                    <a:pt x="8717955" y="2043337"/>
                  </a:lnTo>
                  <a:lnTo>
                    <a:pt x="8755073" y="1944745"/>
                  </a:lnTo>
                  <a:lnTo>
                    <a:pt x="8792209" y="1845649"/>
                  </a:lnTo>
                  <a:lnTo>
                    <a:pt x="8829343" y="1746606"/>
                  </a:lnTo>
                  <a:lnTo>
                    <a:pt x="8866456" y="1648175"/>
                  </a:lnTo>
                  <a:lnTo>
                    <a:pt x="8903532" y="1550897"/>
                  </a:lnTo>
                  <a:lnTo>
                    <a:pt x="8940559" y="1455288"/>
                  </a:lnTo>
                  <a:lnTo>
                    <a:pt x="8977538" y="1361827"/>
                  </a:lnTo>
                  <a:lnTo>
                    <a:pt x="9014477" y="1270946"/>
                  </a:lnTo>
                  <a:lnTo>
                    <a:pt x="9051400" y="1183020"/>
                  </a:lnTo>
                  <a:lnTo>
                    <a:pt x="9088347" y="1098367"/>
                  </a:lnTo>
                  <a:lnTo>
                    <a:pt x="9125376" y="1017242"/>
                  </a:lnTo>
                  <a:lnTo>
                    <a:pt x="9162565" y="939834"/>
                  </a:lnTo>
                  <a:lnTo>
                    <a:pt x="9200015" y="866271"/>
                  </a:lnTo>
                  <a:lnTo>
                    <a:pt x="9237854" y="796622"/>
                  </a:lnTo>
                  <a:lnTo>
                    <a:pt x="9276239" y="730897"/>
                  </a:lnTo>
                  <a:lnTo>
                    <a:pt x="9315359" y="669057"/>
                  </a:lnTo>
                  <a:lnTo>
                    <a:pt x="9347647" y="621888"/>
                  </a:lnTo>
                  <a:lnTo>
                    <a:pt x="9397982" y="555197"/>
                  </a:lnTo>
                  <a:lnTo>
                    <a:pt x="9450609" y="494123"/>
                  </a:lnTo>
                  <a:lnTo>
                    <a:pt x="9506150" y="438479"/>
                  </a:lnTo>
                  <a:lnTo>
                    <a:pt x="9565291" y="387901"/>
                  </a:lnTo>
                  <a:lnTo>
                    <a:pt x="9628741" y="341944"/>
                  </a:lnTo>
                  <a:lnTo>
                    <a:pt x="9697205" y="300147"/>
                  </a:lnTo>
                  <a:lnTo>
                    <a:pt x="9771332" y="262070"/>
                  </a:lnTo>
                  <a:lnTo>
                    <a:pt x="9851665" y="227321"/>
                  </a:lnTo>
                  <a:lnTo>
                    <a:pt x="9938560" y="195568"/>
                  </a:lnTo>
                  <a:lnTo>
                    <a:pt x="10032098" y="166551"/>
                  </a:lnTo>
                  <a:lnTo>
                    <a:pt x="10131957" y="140082"/>
                  </a:lnTo>
                  <a:lnTo>
                    <a:pt x="10237296" y="116047"/>
                  </a:lnTo>
                  <a:lnTo>
                    <a:pt x="10346630" y="94401"/>
                  </a:lnTo>
                  <a:lnTo>
                    <a:pt x="10457760" y="75152"/>
                  </a:lnTo>
                  <a:lnTo>
                    <a:pt x="10567785" y="58343"/>
                  </a:lnTo>
                  <a:lnTo>
                    <a:pt x="10673244" y="44025"/>
                  </a:lnTo>
                  <a:lnTo>
                    <a:pt x="10770420" y="32217"/>
                  </a:lnTo>
                  <a:lnTo>
                    <a:pt x="10855776" y="22877"/>
                  </a:lnTo>
                  <a:lnTo>
                    <a:pt x="10926470" y="15875"/>
                  </a:lnTo>
                  <a:lnTo>
                    <a:pt x="10980831" y="10978"/>
                  </a:lnTo>
                  <a:lnTo>
                    <a:pt x="11018682" y="7867"/>
                  </a:lnTo>
                  <a:lnTo>
                    <a:pt x="11041451" y="6154"/>
                  </a:lnTo>
                  <a:lnTo>
                    <a:pt x="11052077" y="541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53" y="64"/>
                  </a:lnTo>
                  <a:lnTo>
                    <a:pt x="11046989" y="523"/>
                  </a:lnTo>
                  <a:lnTo>
                    <a:pt x="11029554" y="1790"/>
                  </a:lnTo>
                  <a:lnTo>
                    <a:pt x="10998051" y="4287"/>
                  </a:lnTo>
                  <a:lnTo>
                    <a:pt x="10950422" y="8420"/>
                  </a:lnTo>
                  <a:lnTo>
                    <a:pt x="10886199" y="14540"/>
                  </a:lnTo>
                  <a:lnTo>
                    <a:pt x="10806475" y="22915"/>
                  </a:lnTo>
                  <a:lnTo>
                    <a:pt x="10713672" y="33717"/>
                  </a:lnTo>
                  <a:lnTo>
                    <a:pt x="10611108" y="47022"/>
                  </a:lnTo>
                  <a:lnTo>
                    <a:pt x="10502486" y="62830"/>
                  </a:lnTo>
                  <a:lnTo>
                    <a:pt x="10391417" y="81101"/>
                  </a:lnTo>
                  <a:lnTo>
                    <a:pt x="10281052" y="101783"/>
                  </a:lnTo>
                  <a:lnTo>
                    <a:pt x="10173883" y="124851"/>
                  </a:lnTo>
                  <a:lnTo>
                    <a:pt x="10071676" y="150328"/>
                  </a:lnTo>
                  <a:lnTo>
                    <a:pt x="9975522" y="178298"/>
                  </a:lnTo>
                  <a:lnTo>
                    <a:pt x="9885936" y="208920"/>
                  </a:lnTo>
                  <a:lnTo>
                    <a:pt x="9802984" y="242423"/>
                  </a:lnTo>
                  <a:lnTo>
                    <a:pt x="9726409" y="279113"/>
                  </a:lnTo>
                  <a:lnTo>
                    <a:pt x="9655733" y="319358"/>
                  </a:lnTo>
                  <a:lnTo>
                    <a:pt x="9590342" y="363581"/>
                  </a:lnTo>
                  <a:lnTo>
                    <a:pt x="9529548" y="412238"/>
                  </a:lnTo>
                  <a:lnTo>
                    <a:pt x="9472638" y="465787"/>
                  </a:lnTo>
                  <a:lnTo>
                    <a:pt x="9418914" y="524635"/>
                  </a:lnTo>
                  <a:lnTo>
                    <a:pt x="9367724" y="589053"/>
                  </a:lnTo>
                  <a:lnTo>
                    <a:pt x="9347647" y="616647"/>
                  </a:lnTo>
                  <a:lnTo>
                    <a:pt x="9307768" y="675411"/>
                  </a:lnTo>
                  <a:lnTo>
                    <a:pt x="9268806" y="737992"/>
                  </a:lnTo>
                  <a:lnTo>
                    <a:pt x="9230541" y="804470"/>
                  </a:lnTo>
                  <a:lnTo>
                    <a:pt x="9192787" y="874875"/>
                  </a:lnTo>
                  <a:lnTo>
                    <a:pt x="9155396" y="949184"/>
                  </a:lnTo>
                  <a:lnTo>
                    <a:pt x="9118245" y="1027319"/>
                  </a:lnTo>
                  <a:lnTo>
                    <a:pt x="9081238" y="1109139"/>
                  </a:lnTo>
                  <a:lnTo>
                    <a:pt x="9044299" y="1194443"/>
                  </a:lnTo>
                  <a:lnTo>
                    <a:pt x="9007375" y="1282964"/>
                  </a:lnTo>
                  <a:lnTo>
                    <a:pt x="8970430" y="1374372"/>
                  </a:lnTo>
                  <a:lnTo>
                    <a:pt x="8933442" y="1468281"/>
                  </a:lnTo>
                  <a:lnTo>
                    <a:pt x="8896405" y="1564249"/>
                  </a:lnTo>
                  <a:lnTo>
                    <a:pt x="8859322" y="1661790"/>
                  </a:lnTo>
                  <a:lnTo>
                    <a:pt x="8822203" y="1760382"/>
                  </a:lnTo>
                  <a:lnTo>
                    <a:pt x="8785067" y="1859478"/>
                  </a:lnTo>
                  <a:lnTo>
                    <a:pt x="8747933" y="1958521"/>
                  </a:lnTo>
                  <a:lnTo>
                    <a:pt x="8710820" y="2056953"/>
                  </a:lnTo>
                  <a:lnTo>
                    <a:pt x="8673745" y="2154231"/>
                  </a:lnTo>
                  <a:lnTo>
                    <a:pt x="8636717" y="2249839"/>
                  </a:lnTo>
                  <a:lnTo>
                    <a:pt x="8599739" y="2343300"/>
                  </a:lnTo>
                  <a:lnTo>
                    <a:pt x="8562800" y="2434182"/>
                  </a:lnTo>
                  <a:lnTo>
                    <a:pt x="8525876" y="2522107"/>
                  </a:lnTo>
                  <a:lnTo>
                    <a:pt x="8488929" y="2606760"/>
                  </a:lnTo>
                  <a:lnTo>
                    <a:pt x="8451901" y="2687886"/>
                  </a:lnTo>
                  <a:lnTo>
                    <a:pt x="8414712" y="2765294"/>
                  </a:lnTo>
                  <a:lnTo>
                    <a:pt x="8377261" y="2838856"/>
                  </a:lnTo>
                  <a:lnTo>
                    <a:pt x="8339422" y="2908506"/>
                  </a:lnTo>
                  <a:lnTo>
                    <a:pt x="8301038" y="2974230"/>
                  </a:lnTo>
                  <a:lnTo>
                    <a:pt x="8261918" y="3036070"/>
                  </a:lnTo>
                  <a:lnTo>
                    <a:pt x="8229629" y="3083239"/>
                  </a:lnTo>
                  <a:lnTo>
                    <a:pt x="8179294" y="3149930"/>
                  </a:lnTo>
                  <a:lnTo>
                    <a:pt x="8126667" y="3211004"/>
                  </a:lnTo>
                  <a:lnTo>
                    <a:pt x="8071126" y="3266649"/>
                  </a:lnTo>
                  <a:lnTo>
                    <a:pt x="8011986" y="3317227"/>
                  </a:lnTo>
                  <a:lnTo>
                    <a:pt x="7948535" y="3363183"/>
                  </a:lnTo>
                  <a:lnTo>
                    <a:pt x="7880071" y="3404980"/>
                  </a:lnTo>
                  <a:lnTo>
                    <a:pt x="7805944" y="3443057"/>
                  </a:lnTo>
                  <a:lnTo>
                    <a:pt x="7725612" y="3477807"/>
                  </a:lnTo>
                  <a:lnTo>
                    <a:pt x="7638716" y="3509560"/>
                  </a:lnTo>
                  <a:lnTo>
                    <a:pt x="7545179" y="3538577"/>
                  </a:lnTo>
                  <a:lnTo>
                    <a:pt x="7445319" y="3565046"/>
                  </a:lnTo>
                  <a:lnTo>
                    <a:pt x="7339980" y="3589080"/>
                  </a:lnTo>
                  <a:lnTo>
                    <a:pt x="7230646" y="3610726"/>
                  </a:lnTo>
                  <a:lnTo>
                    <a:pt x="7119516" y="3629975"/>
                  </a:lnTo>
                  <a:lnTo>
                    <a:pt x="7009491" y="3646784"/>
                  </a:lnTo>
                  <a:lnTo>
                    <a:pt x="6904032" y="3661102"/>
                  </a:lnTo>
                  <a:lnTo>
                    <a:pt x="6806856" y="3672910"/>
                  </a:lnTo>
                  <a:lnTo>
                    <a:pt x="6721501" y="3682250"/>
                  </a:lnTo>
                  <a:lnTo>
                    <a:pt x="6650807" y="3689253"/>
                  </a:lnTo>
                  <a:lnTo>
                    <a:pt x="6596446" y="3694149"/>
                  </a:lnTo>
                  <a:lnTo>
                    <a:pt x="6558594" y="3697261"/>
                  </a:lnTo>
                  <a:lnTo>
                    <a:pt x="6535825" y="3698974"/>
                  </a:lnTo>
                  <a:lnTo>
                    <a:pt x="6525199" y="3699708"/>
                  </a:lnTo>
                  <a:lnTo>
                    <a:pt x="6522385" y="3699887"/>
                  </a:lnTo>
                  <a:lnTo>
                    <a:pt x="5527445" y="3699887"/>
                  </a:lnTo>
                  <a:lnTo>
                    <a:pt x="5526312" y="3699876"/>
                  </a:lnTo>
                  <a:lnTo>
                    <a:pt x="5518830" y="3699796"/>
                  </a:lnTo>
                  <a:lnTo>
                    <a:pt x="5499870" y="3699573"/>
                  </a:lnTo>
                  <a:lnTo>
                    <a:pt x="5465720" y="3699136"/>
                  </a:lnTo>
                  <a:lnTo>
                    <a:pt x="5414312" y="3698413"/>
                  </a:lnTo>
                  <a:lnTo>
                    <a:pt x="5345369" y="3697344"/>
                  </a:lnTo>
                  <a:lnTo>
                    <a:pt x="5260355" y="3695886"/>
                  </a:lnTo>
                  <a:lnTo>
                    <a:pt x="5162146" y="3694012"/>
                  </a:lnTo>
                  <a:lnTo>
                    <a:pt x="5054512" y="3691711"/>
                  </a:lnTo>
                  <a:lnTo>
                    <a:pt x="4941521" y="3688987"/>
                  </a:lnTo>
                  <a:lnTo>
                    <a:pt x="4827005" y="3685847"/>
                  </a:lnTo>
                  <a:lnTo>
                    <a:pt x="4714198" y="3682299"/>
                  </a:lnTo>
                  <a:lnTo>
                    <a:pt x="4605549" y="3678346"/>
                  </a:lnTo>
                  <a:lnTo>
                    <a:pt x="4502700" y="3673979"/>
                  </a:lnTo>
                  <a:lnTo>
                    <a:pt x="4406571" y="3669178"/>
                  </a:lnTo>
                  <a:lnTo>
                    <a:pt x="4317494" y="3663911"/>
                  </a:lnTo>
                  <a:lnTo>
                    <a:pt x="4235361" y="3658131"/>
                  </a:lnTo>
                  <a:lnTo>
                    <a:pt x="4159758" y="3651778"/>
                  </a:lnTo>
                  <a:lnTo>
                    <a:pt x="4090074" y="3644783"/>
                  </a:lnTo>
                  <a:lnTo>
                    <a:pt x="4025586" y="3637068"/>
                  </a:lnTo>
                  <a:lnTo>
                    <a:pt x="3965520" y="3628552"/>
                  </a:lnTo>
                  <a:lnTo>
                    <a:pt x="3909101" y="3619160"/>
                  </a:lnTo>
                  <a:lnTo>
                    <a:pt x="3855596" y="3608833"/>
                  </a:lnTo>
                  <a:lnTo>
                    <a:pt x="3820202" y="3601189"/>
                  </a:lnTo>
                  <a:lnTo>
                    <a:pt x="3760301" y="3586739"/>
                  </a:lnTo>
                  <a:lnTo>
                    <a:pt x="3702236" y="3570878"/>
                  </a:lnTo>
                  <a:lnTo>
                    <a:pt x="3645341" y="3553584"/>
                  </a:lnTo>
                  <a:lnTo>
                    <a:pt x="3589123" y="3534878"/>
                  </a:lnTo>
                  <a:lnTo>
                    <a:pt x="3533230" y="3514830"/>
                  </a:lnTo>
                  <a:lnTo>
                    <a:pt x="3477424" y="3493562"/>
                  </a:lnTo>
                  <a:lnTo>
                    <a:pt x="3421569" y="3471249"/>
                  </a:lnTo>
                  <a:lnTo>
                    <a:pt x="3365607" y="3448115"/>
                  </a:lnTo>
                  <a:lnTo>
                    <a:pt x="3309542" y="3424425"/>
                  </a:lnTo>
                  <a:lnTo>
                    <a:pt x="3253422" y="3400471"/>
                  </a:lnTo>
                  <a:lnTo>
                    <a:pt x="3197311" y="3376559"/>
                  </a:lnTo>
                  <a:lnTo>
                    <a:pt x="3141272" y="3352994"/>
                  </a:lnTo>
                  <a:lnTo>
                    <a:pt x="3085341" y="3330063"/>
                  </a:lnTo>
                  <a:lnTo>
                    <a:pt x="3029509" y="3308019"/>
                  </a:lnTo>
                  <a:lnTo>
                    <a:pt x="2973696" y="3287074"/>
                  </a:lnTo>
                  <a:lnTo>
                    <a:pt x="2917741" y="3267387"/>
                  </a:lnTo>
                  <a:lnTo>
                    <a:pt x="2861377" y="3249067"/>
                  </a:lnTo>
                  <a:lnTo>
                    <a:pt x="2804214" y="3232169"/>
                  </a:lnTo>
                  <a:lnTo>
                    <a:pt x="2745715" y="3216704"/>
                  </a:lnTo>
                  <a:lnTo>
                    <a:pt x="2702183" y="3206394"/>
                  </a:lnTo>
                  <a:lnTo>
                    <a:pt x="2650292" y="3195411"/>
                  </a:lnTo>
                  <a:lnTo>
                    <a:pt x="2595949" y="3185381"/>
                  </a:lnTo>
                  <a:lnTo>
                    <a:pt x="2538469" y="3176271"/>
                  </a:lnTo>
                  <a:lnTo>
                    <a:pt x="2477101" y="3168014"/>
                  </a:lnTo>
                  <a:lnTo>
                    <a:pt x="2411066" y="3160534"/>
                  </a:lnTo>
                  <a:lnTo>
                    <a:pt x="2339601" y="3153748"/>
                  </a:lnTo>
                  <a:lnTo>
                    <a:pt x="2262010" y="3147582"/>
                  </a:lnTo>
                  <a:lnTo>
                    <a:pt x="2177733" y="3141968"/>
                  </a:lnTo>
                  <a:lnTo>
                    <a:pt x="2086440" y="3136851"/>
                  </a:lnTo>
                  <a:lnTo>
                    <a:pt x="1988144" y="3132190"/>
                  </a:lnTo>
                  <a:lnTo>
                    <a:pt x="1883346" y="3127954"/>
                  </a:lnTo>
                  <a:lnTo>
                    <a:pt x="1773180" y="3124128"/>
                  </a:lnTo>
                  <a:lnTo>
                    <a:pt x="1659536" y="3120708"/>
                  </a:lnTo>
                  <a:lnTo>
                    <a:pt x="1545117" y="3117697"/>
                  </a:lnTo>
                  <a:lnTo>
                    <a:pt x="1433372" y="3115105"/>
                  </a:lnTo>
                  <a:lnTo>
                    <a:pt x="1328257" y="3112938"/>
                  </a:lnTo>
                  <a:lnTo>
                    <a:pt x="1233808" y="3111196"/>
                  </a:lnTo>
                  <a:lnTo>
                    <a:pt x="1153578" y="3109863"/>
                  </a:lnTo>
                  <a:lnTo>
                    <a:pt x="1090052" y="3108909"/>
                  </a:lnTo>
                  <a:lnTo>
                    <a:pt x="1044167" y="3108282"/>
                  </a:lnTo>
                  <a:lnTo>
                    <a:pt x="1015083" y="3107920"/>
                  </a:lnTo>
                  <a:lnTo>
                    <a:pt x="1000190" y="3107750"/>
                  </a:lnTo>
                  <a:lnTo>
                    <a:pt x="995313" y="3107699"/>
                  </a:lnTo>
                  <a:lnTo>
                    <a:pt x="994940" y="3107696"/>
                  </a:lnTo>
                  <a:lnTo>
                    <a:pt x="0" y="3107696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67" name="pl1266"/>
            <p:cNvSpPr/>
            <p:nvPr/>
          </p:nvSpPr>
          <p:spPr>
            <a:xfrm>
              <a:off x="1199187" y="1860260"/>
              <a:ext cx="12049831" cy="3699887"/>
            </a:xfrm>
            <a:custGeom>
              <a:avLst/>
              <a:pathLst>
                <a:path w="12049831" h="3699887">
                  <a:moveTo>
                    <a:pt x="0" y="3107696"/>
                  </a:moveTo>
                  <a:lnTo>
                    <a:pt x="994940" y="3107696"/>
                  </a:lnTo>
                  <a:lnTo>
                    <a:pt x="996073" y="3107707"/>
                  </a:lnTo>
                  <a:lnTo>
                    <a:pt x="1003555" y="3107787"/>
                  </a:lnTo>
                  <a:lnTo>
                    <a:pt x="1022515" y="3108009"/>
                  </a:lnTo>
                  <a:lnTo>
                    <a:pt x="1056665" y="3108447"/>
                  </a:lnTo>
                  <a:lnTo>
                    <a:pt x="1108073" y="3109170"/>
                  </a:lnTo>
                  <a:lnTo>
                    <a:pt x="1177016" y="3110238"/>
                  </a:lnTo>
                  <a:lnTo>
                    <a:pt x="1262030" y="3111697"/>
                  </a:lnTo>
                  <a:lnTo>
                    <a:pt x="1360239" y="3113571"/>
                  </a:lnTo>
                  <a:lnTo>
                    <a:pt x="1467873" y="3115872"/>
                  </a:lnTo>
                  <a:lnTo>
                    <a:pt x="1580864" y="3118596"/>
                  </a:lnTo>
                  <a:lnTo>
                    <a:pt x="1695380" y="3121736"/>
                  </a:lnTo>
                  <a:lnTo>
                    <a:pt x="1808187" y="3125284"/>
                  </a:lnTo>
                  <a:lnTo>
                    <a:pt x="1916836" y="3129237"/>
                  </a:lnTo>
                  <a:lnTo>
                    <a:pt x="2019685" y="3133604"/>
                  </a:lnTo>
                  <a:lnTo>
                    <a:pt x="2115814" y="3138404"/>
                  </a:lnTo>
                  <a:lnTo>
                    <a:pt x="2204891" y="3143672"/>
                  </a:lnTo>
                  <a:lnTo>
                    <a:pt x="2287024" y="3149452"/>
                  </a:lnTo>
                  <a:lnTo>
                    <a:pt x="2362627" y="3155805"/>
                  </a:lnTo>
                  <a:lnTo>
                    <a:pt x="2432311" y="3162800"/>
                  </a:lnTo>
                  <a:lnTo>
                    <a:pt x="2496799" y="3170515"/>
                  </a:lnTo>
                  <a:lnTo>
                    <a:pt x="2556865" y="3179030"/>
                  </a:lnTo>
                  <a:lnTo>
                    <a:pt x="2613284" y="3188423"/>
                  </a:lnTo>
                  <a:lnTo>
                    <a:pt x="2666789" y="3198750"/>
                  </a:lnTo>
                  <a:lnTo>
                    <a:pt x="2702183" y="3206394"/>
                  </a:lnTo>
                  <a:lnTo>
                    <a:pt x="2762084" y="3220844"/>
                  </a:lnTo>
                  <a:lnTo>
                    <a:pt x="2820149" y="3236704"/>
                  </a:lnTo>
                  <a:lnTo>
                    <a:pt x="2877044" y="3253998"/>
                  </a:lnTo>
                  <a:lnTo>
                    <a:pt x="2933262" y="3272705"/>
                  </a:lnTo>
                  <a:lnTo>
                    <a:pt x="2989155" y="3292753"/>
                  </a:lnTo>
                  <a:lnTo>
                    <a:pt x="3044961" y="3314021"/>
                  </a:lnTo>
                  <a:lnTo>
                    <a:pt x="3100816" y="3336334"/>
                  </a:lnTo>
                  <a:lnTo>
                    <a:pt x="3156778" y="3359467"/>
                  </a:lnTo>
                  <a:lnTo>
                    <a:pt x="3212843" y="3383158"/>
                  </a:lnTo>
                  <a:lnTo>
                    <a:pt x="3268963" y="3407112"/>
                  </a:lnTo>
                  <a:lnTo>
                    <a:pt x="3325074" y="3431024"/>
                  </a:lnTo>
                  <a:lnTo>
                    <a:pt x="3381113" y="3454588"/>
                  </a:lnTo>
                  <a:lnTo>
                    <a:pt x="3437044" y="3477520"/>
                  </a:lnTo>
                  <a:lnTo>
                    <a:pt x="3492876" y="3499563"/>
                  </a:lnTo>
                  <a:lnTo>
                    <a:pt x="3548689" y="3520509"/>
                  </a:lnTo>
                  <a:lnTo>
                    <a:pt x="3604644" y="3540196"/>
                  </a:lnTo>
                  <a:lnTo>
                    <a:pt x="3661008" y="3558516"/>
                  </a:lnTo>
                  <a:lnTo>
                    <a:pt x="3718171" y="3575413"/>
                  </a:lnTo>
                  <a:lnTo>
                    <a:pt x="3776670" y="3590879"/>
                  </a:lnTo>
                  <a:lnTo>
                    <a:pt x="3820202" y="3601189"/>
                  </a:lnTo>
                  <a:lnTo>
                    <a:pt x="3872093" y="3612172"/>
                  </a:lnTo>
                  <a:lnTo>
                    <a:pt x="3926436" y="3622202"/>
                  </a:lnTo>
                  <a:lnTo>
                    <a:pt x="3983916" y="3631312"/>
                  </a:lnTo>
                  <a:lnTo>
                    <a:pt x="4045284" y="3639568"/>
                  </a:lnTo>
                  <a:lnTo>
                    <a:pt x="4111319" y="3647049"/>
                  </a:lnTo>
                  <a:lnTo>
                    <a:pt x="4182784" y="3653835"/>
                  </a:lnTo>
                  <a:lnTo>
                    <a:pt x="4260375" y="3660001"/>
                  </a:lnTo>
                  <a:lnTo>
                    <a:pt x="4344652" y="3665615"/>
                  </a:lnTo>
                  <a:lnTo>
                    <a:pt x="4435945" y="3670731"/>
                  </a:lnTo>
                  <a:lnTo>
                    <a:pt x="4534241" y="3675393"/>
                  </a:lnTo>
                  <a:lnTo>
                    <a:pt x="4639039" y="3679629"/>
                  </a:lnTo>
                  <a:lnTo>
                    <a:pt x="4749205" y="3683454"/>
                  </a:lnTo>
                  <a:lnTo>
                    <a:pt x="4862849" y="3686875"/>
                  </a:lnTo>
                  <a:lnTo>
                    <a:pt x="4977268" y="3689886"/>
                  </a:lnTo>
                  <a:lnTo>
                    <a:pt x="5089013" y="3692478"/>
                  </a:lnTo>
                  <a:lnTo>
                    <a:pt x="5194128" y="3694645"/>
                  </a:lnTo>
                  <a:lnTo>
                    <a:pt x="5288577" y="3696387"/>
                  </a:lnTo>
                  <a:lnTo>
                    <a:pt x="5368807" y="3697719"/>
                  </a:lnTo>
                  <a:lnTo>
                    <a:pt x="5432333" y="3698674"/>
                  </a:lnTo>
                  <a:lnTo>
                    <a:pt x="5478217" y="3699301"/>
                  </a:lnTo>
                  <a:lnTo>
                    <a:pt x="5507302" y="3699663"/>
                  </a:lnTo>
                  <a:lnTo>
                    <a:pt x="5522195" y="3699832"/>
                  </a:lnTo>
                  <a:lnTo>
                    <a:pt x="5527072" y="3699884"/>
                  </a:lnTo>
                  <a:lnTo>
                    <a:pt x="5527445" y="3699887"/>
                  </a:lnTo>
                  <a:lnTo>
                    <a:pt x="6522385" y="3699887"/>
                  </a:lnTo>
                  <a:lnTo>
                    <a:pt x="6523424" y="3699823"/>
                  </a:lnTo>
                  <a:lnTo>
                    <a:pt x="6530287" y="3699364"/>
                  </a:lnTo>
                  <a:lnTo>
                    <a:pt x="6547723" y="3698097"/>
                  </a:lnTo>
                  <a:lnTo>
                    <a:pt x="6579226" y="3695599"/>
                  </a:lnTo>
                  <a:lnTo>
                    <a:pt x="6626854" y="3691466"/>
                  </a:lnTo>
                  <a:lnTo>
                    <a:pt x="6691078" y="3685347"/>
                  </a:lnTo>
                  <a:lnTo>
                    <a:pt x="6770801" y="3676972"/>
                  </a:lnTo>
                  <a:lnTo>
                    <a:pt x="6863604" y="3666170"/>
                  </a:lnTo>
                  <a:lnTo>
                    <a:pt x="6966169" y="3652865"/>
                  </a:lnTo>
                  <a:lnTo>
                    <a:pt x="7074790" y="3637056"/>
                  </a:lnTo>
                  <a:lnTo>
                    <a:pt x="7185860" y="3618786"/>
                  </a:lnTo>
                  <a:lnTo>
                    <a:pt x="7296224" y="3598104"/>
                  </a:lnTo>
                  <a:lnTo>
                    <a:pt x="7403394" y="3575035"/>
                  </a:lnTo>
                  <a:lnTo>
                    <a:pt x="7505600" y="3549559"/>
                  </a:lnTo>
                  <a:lnTo>
                    <a:pt x="7601754" y="3521589"/>
                  </a:lnTo>
                  <a:lnTo>
                    <a:pt x="7691341" y="3490967"/>
                  </a:lnTo>
                  <a:lnTo>
                    <a:pt x="7774293" y="3457463"/>
                  </a:lnTo>
                  <a:lnTo>
                    <a:pt x="7850867" y="3420773"/>
                  </a:lnTo>
                  <a:lnTo>
                    <a:pt x="7921543" y="3380528"/>
                  </a:lnTo>
                  <a:lnTo>
                    <a:pt x="7986935" y="3336306"/>
                  </a:lnTo>
                  <a:lnTo>
                    <a:pt x="8047729" y="3287649"/>
                  </a:lnTo>
                  <a:lnTo>
                    <a:pt x="8104638" y="3234099"/>
                  </a:lnTo>
                  <a:lnTo>
                    <a:pt x="8158362" y="3175252"/>
                  </a:lnTo>
                  <a:lnTo>
                    <a:pt x="8209553" y="3110833"/>
                  </a:lnTo>
                  <a:lnTo>
                    <a:pt x="8229629" y="3083239"/>
                  </a:lnTo>
                  <a:lnTo>
                    <a:pt x="8269508" y="3024476"/>
                  </a:lnTo>
                  <a:lnTo>
                    <a:pt x="8308470" y="2961894"/>
                  </a:lnTo>
                  <a:lnTo>
                    <a:pt x="8346736" y="2895417"/>
                  </a:lnTo>
                  <a:lnTo>
                    <a:pt x="8384489" y="2825012"/>
                  </a:lnTo>
                  <a:lnTo>
                    <a:pt x="8421880" y="2750703"/>
                  </a:lnTo>
                  <a:lnTo>
                    <a:pt x="8459031" y="2672568"/>
                  </a:lnTo>
                  <a:lnTo>
                    <a:pt x="8496039" y="2590748"/>
                  </a:lnTo>
                  <a:lnTo>
                    <a:pt x="8532977" y="2505444"/>
                  </a:lnTo>
                  <a:lnTo>
                    <a:pt x="8569901" y="2416923"/>
                  </a:lnTo>
                  <a:lnTo>
                    <a:pt x="8606847" y="2325515"/>
                  </a:lnTo>
                  <a:lnTo>
                    <a:pt x="8643834" y="2231606"/>
                  </a:lnTo>
                  <a:lnTo>
                    <a:pt x="8680871" y="2135637"/>
                  </a:lnTo>
                  <a:lnTo>
                    <a:pt x="8717955" y="2038096"/>
                  </a:lnTo>
                  <a:lnTo>
                    <a:pt x="8755073" y="1939504"/>
                  </a:lnTo>
                  <a:lnTo>
                    <a:pt x="8792209" y="1840408"/>
                  </a:lnTo>
                  <a:lnTo>
                    <a:pt x="8829343" y="1741366"/>
                  </a:lnTo>
                  <a:lnTo>
                    <a:pt x="8866456" y="1642934"/>
                  </a:lnTo>
                  <a:lnTo>
                    <a:pt x="8903532" y="1545656"/>
                  </a:lnTo>
                  <a:lnTo>
                    <a:pt x="8940559" y="1450047"/>
                  </a:lnTo>
                  <a:lnTo>
                    <a:pt x="8977538" y="1356586"/>
                  </a:lnTo>
                  <a:lnTo>
                    <a:pt x="9014477" y="1265705"/>
                  </a:lnTo>
                  <a:lnTo>
                    <a:pt x="9051400" y="1177779"/>
                  </a:lnTo>
                  <a:lnTo>
                    <a:pt x="9088347" y="1093127"/>
                  </a:lnTo>
                  <a:lnTo>
                    <a:pt x="9125376" y="1012001"/>
                  </a:lnTo>
                  <a:lnTo>
                    <a:pt x="9162565" y="934593"/>
                  </a:lnTo>
                  <a:lnTo>
                    <a:pt x="9200015" y="861030"/>
                  </a:lnTo>
                  <a:lnTo>
                    <a:pt x="9237854" y="791381"/>
                  </a:lnTo>
                  <a:lnTo>
                    <a:pt x="9276239" y="725656"/>
                  </a:lnTo>
                  <a:lnTo>
                    <a:pt x="9315359" y="663817"/>
                  </a:lnTo>
                  <a:lnTo>
                    <a:pt x="9347647" y="616647"/>
                  </a:lnTo>
                  <a:lnTo>
                    <a:pt x="9397982" y="549957"/>
                  </a:lnTo>
                  <a:lnTo>
                    <a:pt x="9450609" y="488882"/>
                  </a:lnTo>
                  <a:lnTo>
                    <a:pt x="9506150" y="433238"/>
                  </a:lnTo>
                  <a:lnTo>
                    <a:pt x="9565291" y="382660"/>
                  </a:lnTo>
                  <a:lnTo>
                    <a:pt x="9628741" y="336704"/>
                  </a:lnTo>
                  <a:lnTo>
                    <a:pt x="9697205" y="294906"/>
                  </a:lnTo>
                  <a:lnTo>
                    <a:pt x="9771332" y="256829"/>
                  </a:lnTo>
                  <a:lnTo>
                    <a:pt x="9851665" y="222080"/>
                  </a:lnTo>
                  <a:lnTo>
                    <a:pt x="9938560" y="190327"/>
                  </a:lnTo>
                  <a:lnTo>
                    <a:pt x="10032098" y="161310"/>
                  </a:lnTo>
                  <a:lnTo>
                    <a:pt x="10131957" y="134841"/>
                  </a:lnTo>
                  <a:lnTo>
                    <a:pt x="10237296" y="110807"/>
                  </a:lnTo>
                  <a:lnTo>
                    <a:pt x="10346630" y="89160"/>
                  </a:lnTo>
                  <a:lnTo>
                    <a:pt x="10457760" y="69911"/>
                  </a:lnTo>
                  <a:lnTo>
                    <a:pt x="10567785" y="53103"/>
                  </a:lnTo>
                  <a:lnTo>
                    <a:pt x="10673244" y="38784"/>
                  </a:lnTo>
                  <a:lnTo>
                    <a:pt x="10770420" y="26976"/>
                  </a:lnTo>
                  <a:lnTo>
                    <a:pt x="10855776" y="17637"/>
                  </a:lnTo>
                  <a:lnTo>
                    <a:pt x="10926470" y="10634"/>
                  </a:lnTo>
                  <a:lnTo>
                    <a:pt x="10980831" y="5737"/>
                  </a:lnTo>
                  <a:lnTo>
                    <a:pt x="11018682" y="2626"/>
                  </a:lnTo>
                  <a:lnTo>
                    <a:pt x="11041451" y="913"/>
                  </a:lnTo>
                  <a:lnTo>
                    <a:pt x="11052077" y="179"/>
                  </a:lnTo>
                  <a:lnTo>
                    <a:pt x="11054821" y="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8" name="pl1267"/>
            <p:cNvSpPr/>
            <p:nvPr/>
          </p:nvSpPr>
          <p:spPr>
            <a:xfrm>
              <a:off x="1199187" y="1855019"/>
              <a:ext cx="12049831" cy="3699887"/>
            </a:xfrm>
            <a:custGeom>
              <a:avLst/>
              <a:pathLst>
                <a:path w="12049831" h="3699887">
                  <a:moveTo>
                    <a:pt x="12049831" y="0"/>
                  </a:moveTo>
                  <a:lnTo>
                    <a:pt x="11054891" y="0"/>
                  </a:lnTo>
                  <a:lnTo>
                    <a:pt x="11053853" y="64"/>
                  </a:lnTo>
                  <a:lnTo>
                    <a:pt x="11046989" y="523"/>
                  </a:lnTo>
                  <a:lnTo>
                    <a:pt x="11029554" y="1790"/>
                  </a:lnTo>
                  <a:lnTo>
                    <a:pt x="10998051" y="4287"/>
                  </a:lnTo>
                  <a:lnTo>
                    <a:pt x="10950422" y="8420"/>
                  </a:lnTo>
                  <a:lnTo>
                    <a:pt x="10886199" y="14540"/>
                  </a:lnTo>
                  <a:lnTo>
                    <a:pt x="10806475" y="22915"/>
                  </a:lnTo>
                  <a:lnTo>
                    <a:pt x="10713672" y="33717"/>
                  </a:lnTo>
                  <a:lnTo>
                    <a:pt x="10611108" y="47022"/>
                  </a:lnTo>
                  <a:lnTo>
                    <a:pt x="10502486" y="62830"/>
                  </a:lnTo>
                  <a:lnTo>
                    <a:pt x="10391417" y="81101"/>
                  </a:lnTo>
                  <a:lnTo>
                    <a:pt x="10281052" y="101783"/>
                  </a:lnTo>
                  <a:lnTo>
                    <a:pt x="10173883" y="124851"/>
                  </a:lnTo>
                  <a:lnTo>
                    <a:pt x="10071676" y="150328"/>
                  </a:lnTo>
                  <a:lnTo>
                    <a:pt x="9975522" y="178298"/>
                  </a:lnTo>
                  <a:lnTo>
                    <a:pt x="9885936" y="208920"/>
                  </a:lnTo>
                  <a:lnTo>
                    <a:pt x="9802984" y="242423"/>
                  </a:lnTo>
                  <a:lnTo>
                    <a:pt x="9726409" y="279113"/>
                  </a:lnTo>
                  <a:lnTo>
                    <a:pt x="9655733" y="319358"/>
                  </a:lnTo>
                  <a:lnTo>
                    <a:pt x="9590342" y="363581"/>
                  </a:lnTo>
                  <a:lnTo>
                    <a:pt x="9529548" y="412238"/>
                  </a:lnTo>
                  <a:lnTo>
                    <a:pt x="9472638" y="465787"/>
                  </a:lnTo>
                  <a:lnTo>
                    <a:pt x="9418914" y="524635"/>
                  </a:lnTo>
                  <a:lnTo>
                    <a:pt x="9367724" y="589053"/>
                  </a:lnTo>
                  <a:lnTo>
                    <a:pt x="9347647" y="616647"/>
                  </a:lnTo>
                  <a:lnTo>
                    <a:pt x="9307768" y="675411"/>
                  </a:lnTo>
                  <a:lnTo>
                    <a:pt x="9268806" y="737992"/>
                  </a:lnTo>
                  <a:lnTo>
                    <a:pt x="9230541" y="804470"/>
                  </a:lnTo>
                  <a:lnTo>
                    <a:pt x="9192787" y="874875"/>
                  </a:lnTo>
                  <a:lnTo>
                    <a:pt x="9155396" y="949184"/>
                  </a:lnTo>
                  <a:lnTo>
                    <a:pt x="9118245" y="1027319"/>
                  </a:lnTo>
                  <a:lnTo>
                    <a:pt x="9081238" y="1109139"/>
                  </a:lnTo>
                  <a:lnTo>
                    <a:pt x="9044299" y="1194443"/>
                  </a:lnTo>
                  <a:lnTo>
                    <a:pt x="9007375" y="1282964"/>
                  </a:lnTo>
                  <a:lnTo>
                    <a:pt x="8970430" y="1374372"/>
                  </a:lnTo>
                  <a:lnTo>
                    <a:pt x="8933442" y="1468281"/>
                  </a:lnTo>
                  <a:lnTo>
                    <a:pt x="8896405" y="1564249"/>
                  </a:lnTo>
                  <a:lnTo>
                    <a:pt x="8859322" y="1661790"/>
                  </a:lnTo>
                  <a:lnTo>
                    <a:pt x="8822203" y="1760382"/>
                  </a:lnTo>
                  <a:lnTo>
                    <a:pt x="8785067" y="1859478"/>
                  </a:lnTo>
                  <a:lnTo>
                    <a:pt x="8747933" y="1958521"/>
                  </a:lnTo>
                  <a:lnTo>
                    <a:pt x="8710820" y="2056953"/>
                  </a:lnTo>
                  <a:lnTo>
                    <a:pt x="8673745" y="2154231"/>
                  </a:lnTo>
                  <a:lnTo>
                    <a:pt x="8636717" y="2249839"/>
                  </a:lnTo>
                  <a:lnTo>
                    <a:pt x="8599739" y="2343300"/>
                  </a:lnTo>
                  <a:lnTo>
                    <a:pt x="8562800" y="2434182"/>
                  </a:lnTo>
                  <a:lnTo>
                    <a:pt x="8525876" y="2522107"/>
                  </a:lnTo>
                  <a:lnTo>
                    <a:pt x="8488929" y="2606760"/>
                  </a:lnTo>
                  <a:lnTo>
                    <a:pt x="8451901" y="2687886"/>
                  </a:lnTo>
                  <a:lnTo>
                    <a:pt x="8414712" y="2765294"/>
                  </a:lnTo>
                  <a:lnTo>
                    <a:pt x="8377261" y="2838856"/>
                  </a:lnTo>
                  <a:lnTo>
                    <a:pt x="8339422" y="2908506"/>
                  </a:lnTo>
                  <a:lnTo>
                    <a:pt x="8301038" y="2974230"/>
                  </a:lnTo>
                  <a:lnTo>
                    <a:pt x="8261918" y="3036070"/>
                  </a:lnTo>
                  <a:lnTo>
                    <a:pt x="8229629" y="3083239"/>
                  </a:lnTo>
                  <a:lnTo>
                    <a:pt x="8179294" y="3149930"/>
                  </a:lnTo>
                  <a:lnTo>
                    <a:pt x="8126667" y="3211004"/>
                  </a:lnTo>
                  <a:lnTo>
                    <a:pt x="8071126" y="3266649"/>
                  </a:lnTo>
                  <a:lnTo>
                    <a:pt x="8011986" y="3317227"/>
                  </a:lnTo>
                  <a:lnTo>
                    <a:pt x="7948535" y="3363183"/>
                  </a:lnTo>
                  <a:lnTo>
                    <a:pt x="7880071" y="3404980"/>
                  </a:lnTo>
                  <a:lnTo>
                    <a:pt x="7805944" y="3443057"/>
                  </a:lnTo>
                  <a:lnTo>
                    <a:pt x="7725612" y="3477807"/>
                  </a:lnTo>
                  <a:lnTo>
                    <a:pt x="7638716" y="3509560"/>
                  </a:lnTo>
                  <a:lnTo>
                    <a:pt x="7545179" y="3538577"/>
                  </a:lnTo>
                  <a:lnTo>
                    <a:pt x="7445319" y="3565046"/>
                  </a:lnTo>
                  <a:lnTo>
                    <a:pt x="7339980" y="3589080"/>
                  </a:lnTo>
                  <a:lnTo>
                    <a:pt x="7230646" y="3610726"/>
                  </a:lnTo>
                  <a:lnTo>
                    <a:pt x="7119516" y="3629975"/>
                  </a:lnTo>
                  <a:lnTo>
                    <a:pt x="7009491" y="3646784"/>
                  </a:lnTo>
                  <a:lnTo>
                    <a:pt x="6904032" y="3661102"/>
                  </a:lnTo>
                  <a:lnTo>
                    <a:pt x="6806856" y="3672910"/>
                  </a:lnTo>
                  <a:lnTo>
                    <a:pt x="6721501" y="3682250"/>
                  </a:lnTo>
                  <a:lnTo>
                    <a:pt x="6650807" y="3689253"/>
                  </a:lnTo>
                  <a:lnTo>
                    <a:pt x="6596446" y="3694149"/>
                  </a:lnTo>
                  <a:lnTo>
                    <a:pt x="6558594" y="3697261"/>
                  </a:lnTo>
                  <a:lnTo>
                    <a:pt x="6535825" y="3698974"/>
                  </a:lnTo>
                  <a:lnTo>
                    <a:pt x="6525199" y="3699708"/>
                  </a:lnTo>
                  <a:lnTo>
                    <a:pt x="6522456" y="3699883"/>
                  </a:lnTo>
                  <a:lnTo>
                    <a:pt x="6522385" y="3699887"/>
                  </a:lnTo>
                  <a:lnTo>
                    <a:pt x="5527445" y="3699887"/>
                  </a:lnTo>
                  <a:lnTo>
                    <a:pt x="5526312" y="3699876"/>
                  </a:lnTo>
                  <a:lnTo>
                    <a:pt x="5518830" y="3699796"/>
                  </a:lnTo>
                  <a:lnTo>
                    <a:pt x="5499870" y="3699573"/>
                  </a:lnTo>
                  <a:lnTo>
                    <a:pt x="5465720" y="3699136"/>
                  </a:lnTo>
                  <a:lnTo>
                    <a:pt x="5414312" y="3698413"/>
                  </a:lnTo>
                  <a:lnTo>
                    <a:pt x="5345369" y="3697344"/>
                  </a:lnTo>
                  <a:lnTo>
                    <a:pt x="5260355" y="3695886"/>
                  </a:lnTo>
                  <a:lnTo>
                    <a:pt x="5162146" y="3694012"/>
                  </a:lnTo>
                  <a:lnTo>
                    <a:pt x="5054512" y="3691711"/>
                  </a:lnTo>
                  <a:lnTo>
                    <a:pt x="4941521" y="3688987"/>
                  </a:lnTo>
                  <a:lnTo>
                    <a:pt x="4827005" y="3685847"/>
                  </a:lnTo>
                  <a:lnTo>
                    <a:pt x="4714198" y="3682299"/>
                  </a:lnTo>
                  <a:lnTo>
                    <a:pt x="4605549" y="3678346"/>
                  </a:lnTo>
                  <a:lnTo>
                    <a:pt x="4502700" y="3673979"/>
                  </a:lnTo>
                  <a:lnTo>
                    <a:pt x="4406571" y="3669178"/>
                  </a:lnTo>
                  <a:lnTo>
                    <a:pt x="4317494" y="3663911"/>
                  </a:lnTo>
                  <a:lnTo>
                    <a:pt x="4235361" y="3658131"/>
                  </a:lnTo>
                  <a:lnTo>
                    <a:pt x="4159758" y="3651778"/>
                  </a:lnTo>
                  <a:lnTo>
                    <a:pt x="4090074" y="3644783"/>
                  </a:lnTo>
                  <a:lnTo>
                    <a:pt x="4025586" y="3637068"/>
                  </a:lnTo>
                  <a:lnTo>
                    <a:pt x="3965520" y="3628552"/>
                  </a:lnTo>
                  <a:lnTo>
                    <a:pt x="3909101" y="3619160"/>
                  </a:lnTo>
                  <a:lnTo>
                    <a:pt x="3855596" y="3608833"/>
                  </a:lnTo>
                  <a:lnTo>
                    <a:pt x="3820202" y="3601189"/>
                  </a:lnTo>
                  <a:lnTo>
                    <a:pt x="3760301" y="3586739"/>
                  </a:lnTo>
                  <a:lnTo>
                    <a:pt x="3702236" y="3570878"/>
                  </a:lnTo>
                  <a:lnTo>
                    <a:pt x="3645341" y="3553584"/>
                  </a:lnTo>
                  <a:lnTo>
                    <a:pt x="3589123" y="3534878"/>
                  </a:lnTo>
                  <a:lnTo>
                    <a:pt x="3533230" y="3514830"/>
                  </a:lnTo>
                  <a:lnTo>
                    <a:pt x="3477424" y="3493562"/>
                  </a:lnTo>
                  <a:lnTo>
                    <a:pt x="3421569" y="3471249"/>
                  </a:lnTo>
                  <a:lnTo>
                    <a:pt x="3365607" y="3448115"/>
                  </a:lnTo>
                  <a:lnTo>
                    <a:pt x="3309542" y="3424425"/>
                  </a:lnTo>
                  <a:lnTo>
                    <a:pt x="3253422" y="3400471"/>
                  </a:lnTo>
                  <a:lnTo>
                    <a:pt x="3197311" y="3376559"/>
                  </a:lnTo>
                  <a:lnTo>
                    <a:pt x="3141272" y="3352994"/>
                  </a:lnTo>
                  <a:lnTo>
                    <a:pt x="3085341" y="3330063"/>
                  </a:lnTo>
                  <a:lnTo>
                    <a:pt x="3029509" y="3308019"/>
                  </a:lnTo>
                  <a:lnTo>
                    <a:pt x="2973696" y="3287074"/>
                  </a:lnTo>
                  <a:lnTo>
                    <a:pt x="2917741" y="3267387"/>
                  </a:lnTo>
                  <a:lnTo>
                    <a:pt x="2861377" y="3249067"/>
                  </a:lnTo>
                  <a:lnTo>
                    <a:pt x="2804214" y="3232169"/>
                  </a:lnTo>
                  <a:lnTo>
                    <a:pt x="2745715" y="3216704"/>
                  </a:lnTo>
                  <a:lnTo>
                    <a:pt x="2702183" y="3206394"/>
                  </a:lnTo>
                  <a:lnTo>
                    <a:pt x="2650292" y="3195411"/>
                  </a:lnTo>
                  <a:lnTo>
                    <a:pt x="2595949" y="3185381"/>
                  </a:lnTo>
                  <a:lnTo>
                    <a:pt x="2538469" y="3176271"/>
                  </a:lnTo>
                  <a:lnTo>
                    <a:pt x="2477101" y="3168014"/>
                  </a:lnTo>
                  <a:lnTo>
                    <a:pt x="2411066" y="3160534"/>
                  </a:lnTo>
                  <a:lnTo>
                    <a:pt x="2339601" y="3153748"/>
                  </a:lnTo>
                  <a:lnTo>
                    <a:pt x="2262010" y="3147582"/>
                  </a:lnTo>
                  <a:lnTo>
                    <a:pt x="2177733" y="3141968"/>
                  </a:lnTo>
                  <a:lnTo>
                    <a:pt x="2086440" y="3136851"/>
                  </a:lnTo>
                  <a:lnTo>
                    <a:pt x="1988144" y="3132190"/>
                  </a:lnTo>
                  <a:lnTo>
                    <a:pt x="1883346" y="3127954"/>
                  </a:lnTo>
                  <a:lnTo>
                    <a:pt x="1773180" y="3124128"/>
                  </a:lnTo>
                  <a:lnTo>
                    <a:pt x="1659536" y="3120708"/>
                  </a:lnTo>
                  <a:lnTo>
                    <a:pt x="1545117" y="3117697"/>
                  </a:lnTo>
                  <a:lnTo>
                    <a:pt x="1433372" y="3115105"/>
                  </a:lnTo>
                  <a:lnTo>
                    <a:pt x="1328257" y="3112938"/>
                  </a:lnTo>
                  <a:lnTo>
                    <a:pt x="1233808" y="3111196"/>
                  </a:lnTo>
                  <a:lnTo>
                    <a:pt x="1153578" y="3109863"/>
                  </a:lnTo>
                  <a:lnTo>
                    <a:pt x="1090052" y="3108909"/>
                  </a:lnTo>
                  <a:lnTo>
                    <a:pt x="1044167" y="3108282"/>
                  </a:lnTo>
                  <a:lnTo>
                    <a:pt x="1015083" y="3107920"/>
                  </a:lnTo>
                  <a:lnTo>
                    <a:pt x="1000190" y="3107750"/>
                  </a:lnTo>
                  <a:lnTo>
                    <a:pt x="995313" y="3107699"/>
                  </a:lnTo>
                  <a:lnTo>
                    <a:pt x="994940" y="3107696"/>
                  </a:lnTo>
                  <a:lnTo>
                    <a:pt x="0" y="3107696"/>
                  </a:lnTo>
                  <a:lnTo>
                    <a:pt x="0" y="31076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9" name="pg1268"/>
            <p:cNvSpPr/>
            <p:nvPr/>
          </p:nvSpPr>
          <p:spPr>
            <a:xfrm>
              <a:off x="1199187" y="2274270"/>
              <a:ext cx="12049831" cy="3296358"/>
            </a:xfrm>
            <a:custGeom>
              <a:avLst/>
              <a:pathLst>
                <a:path w="12049831" h="3296358">
                  <a:moveTo>
                    <a:pt x="0" y="2698926"/>
                  </a:moveTo>
                  <a:lnTo>
                    <a:pt x="994940" y="2698926"/>
                  </a:lnTo>
                  <a:lnTo>
                    <a:pt x="996073" y="2698937"/>
                  </a:lnTo>
                  <a:lnTo>
                    <a:pt x="1003555" y="2699019"/>
                  </a:lnTo>
                  <a:lnTo>
                    <a:pt x="1022514" y="2699243"/>
                  </a:lnTo>
                  <a:lnTo>
                    <a:pt x="1056662" y="2699684"/>
                  </a:lnTo>
                  <a:lnTo>
                    <a:pt x="1108069" y="2700413"/>
                  </a:lnTo>
                  <a:lnTo>
                    <a:pt x="1177009" y="2701491"/>
                  </a:lnTo>
                  <a:lnTo>
                    <a:pt x="1262021" y="2702962"/>
                  </a:lnTo>
                  <a:lnTo>
                    <a:pt x="1360227" y="2704853"/>
                  </a:lnTo>
                  <a:lnTo>
                    <a:pt x="1467858" y="2707174"/>
                  </a:lnTo>
                  <a:lnTo>
                    <a:pt x="1580847" y="2709923"/>
                  </a:lnTo>
                  <a:lnTo>
                    <a:pt x="1695361" y="2713090"/>
                  </a:lnTo>
                  <a:lnTo>
                    <a:pt x="1808167" y="2716669"/>
                  </a:lnTo>
                  <a:lnTo>
                    <a:pt x="1916816" y="2720657"/>
                  </a:lnTo>
                  <a:lnTo>
                    <a:pt x="2019664" y="2725063"/>
                  </a:lnTo>
                  <a:lnTo>
                    <a:pt x="2115794" y="2729906"/>
                  </a:lnTo>
                  <a:lnTo>
                    <a:pt x="2204871" y="2735219"/>
                  </a:lnTo>
                  <a:lnTo>
                    <a:pt x="2287004" y="2741051"/>
                  </a:lnTo>
                  <a:lnTo>
                    <a:pt x="2362607" y="2747459"/>
                  </a:lnTo>
                  <a:lnTo>
                    <a:pt x="2432292" y="2754516"/>
                  </a:lnTo>
                  <a:lnTo>
                    <a:pt x="2496781" y="2762299"/>
                  </a:lnTo>
                  <a:lnTo>
                    <a:pt x="2556847" y="2770890"/>
                  </a:lnTo>
                  <a:lnTo>
                    <a:pt x="2613266" y="2780365"/>
                  </a:lnTo>
                  <a:lnTo>
                    <a:pt x="2666772" y="2790783"/>
                  </a:lnTo>
                  <a:lnTo>
                    <a:pt x="2702183" y="2798498"/>
                  </a:lnTo>
                  <a:lnTo>
                    <a:pt x="2762055" y="2813068"/>
                  </a:lnTo>
                  <a:lnTo>
                    <a:pt x="2820093" y="2829060"/>
                  </a:lnTo>
                  <a:lnTo>
                    <a:pt x="2876961" y="2846497"/>
                  </a:lnTo>
                  <a:lnTo>
                    <a:pt x="2933152" y="2865357"/>
                  </a:lnTo>
                  <a:lnTo>
                    <a:pt x="2989018" y="2885570"/>
                  </a:lnTo>
                  <a:lnTo>
                    <a:pt x="3044796" y="2907013"/>
                  </a:lnTo>
                  <a:lnTo>
                    <a:pt x="3100624" y="2929508"/>
                  </a:lnTo>
                  <a:lnTo>
                    <a:pt x="3156558" y="2952833"/>
                  </a:lnTo>
                  <a:lnTo>
                    <a:pt x="3212594" y="2976719"/>
                  </a:lnTo>
                  <a:lnTo>
                    <a:pt x="3268687" y="3000873"/>
                  </a:lnTo>
                  <a:lnTo>
                    <a:pt x="3324770" y="3024986"/>
                  </a:lnTo>
                  <a:lnTo>
                    <a:pt x="3380782" y="3048750"/>
                  </a:lnTo>
                  <a:lnTo>
                    <a:pt x="3436686" y="3071877"/>
                  </a:lnTo>
                  <a:lnTo>
                    <a:pt x="3492492" y="3094112"/>
                  </a:lnTo>
                  <a:lnTo>
                    <a:pt x="3548277" y="3115241"/>
                  </a:lnTo>
                  <a:lnTo>
                    <a:pt x="3604202" y="3135103"/>
                  </a:lnTo>
                  <a:lnTo>
                    <a:pt x="3660534" y="3153587"/>
                  </a:lnTo>
                  <a:lnTo>
                    <a:pt x="3717660" y="3170638"/>
                  </a:lnTo>
                  <a:lnTo>
                    <a:pt x="3776115" y="3186246"/>
                  </a:lnTo>
                  <a:lnTo>
                    <a:pt x="3820202" y="3196786"/>
                  </a:lnTo>
                  <a:lnTo>
                    <a:pt x="3872092" y="3207867"/>
                  </a:lnTo>
                  <a:lnTo>
                    <a:pt x="3926435" y="3217985"/>
                  </a:lnTo>
                  <a:lnTo>
                    <a:pt x="3983914" y="3227176"/>
                  </a:lnTo>
                  <a:lnTo>
                    <a:pt x="4045281" y="3235505"/>
                  </a:lnTo>
                  <a:lnTo>
                    <a:pt x="4111314" y="3243052"/>
                  </a:lnTo>
                  <a:lnTo>
                    <a:pt x="4182778" y="3249898"/>
                  </a:lnTo>
                  <a:lnTo>
                    <a:pt x="4260367" y="3256119"/>
                  </a:lnTo>
                  <a:lnTo>
                    <a:pt x="4344641" y="3261782"/>
                  </a:lnTo>
                  <a:lnTo>
                    <a:pt x="4435933" y="3266944"/>
                  </a:lnTo>
                  <a:lnTo>
                    <a:pt x="4534226" y="3271647"/>
                  </a:lnTo>
                  <a:lnTo>
                    <a:pt x="4639021" y="3275920"/>
                  </a:lnTo>
                  <a:lnTo>
                    <a:pt x="4749185" y="3279780"/>
                  </a:lnTo>
                  <a:lnTo>
                    <a:pt x="4862827" y="3283230"/>
                  </a:lnTo>
                  <a:lnTo>
                    <a:pt x="4977245" y="3286268"/>
                  </a:lnTo>
                  <a:lnTo>
                    <a:pt x="5088989" y="3288883"/>
                  </a:lnTo>
                  <a:lnTo>
                    <a:pt x="5194104" y="3291069"/>
                  </a:lnTo>
                  <a:lnTo>
                    <a:pt x="5288555" y="3292827"/>
                  </a:lnTo>
                  <a:lnTo>
                    <a:pt x="5368788" y="3294171"/>
                  </a:lnTo>
                  <a:lnTo>
                    <a:pt x="5432318" y="3295134"/>
                  </a:lnTo>
                  <a:lnTo>
                    <a:pt x="5478206" y="3295766"/>
                  </a:lnTo>
                  <a:lnTo>
                    <a:pt x="5507295" y="3296132"/>
                  </a:lnTo>
                  <a:lnTo>
                    <a:pt x="5522192" y="3296303"/>
                  </a:lnTo>
                  <a:lnTo>
                    <a:pt x="5527072" y="3296355"/>
                  </a:lnTo>
                  <a:lnTo>
                    <a:pt x="5527445" y="3296358"/>
                  </a:lnTo>
                  <a:lnTo>
                    <a:pt x="6522385" y="3296358"/>
                  </a:lnTo>
                  <a:lnTo>
                    <a:pt x="6523443" y="3296300"/>
                  </a:lnTo>
                  <a:lnTo>
                    <a:pt x="6530428" y="3295884"/>
                  </a:lnTo>
                  <a:lnTo>
                    <a:pt x="6548165" y="3294736"/>
                  </a:lnTo>
                  <a:lnTo>
                    <a:pt x="6580193" y="3292473"/>
                  </a:lnTo>
                  <a:lnTo>
                    <a:pt x="6628574" y="3288729"/>
                  </a:lnTo>
                  <a:lnTo>
                    <a:pt x="6693740" y="3283188"/>
                  </a:lnTo>
                  <a:lnTo>
                    <a:pt x="6774527" y="3275608"/>
                  </a:lnTo>
                  <a:lnTo>
                    <a:pt x="6868424" y="3265839"/>
                  </a:lnTo>
                  <a:lnTo>
                    <a:pt x="6972024" y="3253815"/>
                  </a:lnTo>
                  <a:lnTo>
                    <a:pt x="7081547" y="3239538"/>
                  </a:lnTo>
                  <a:lnTo>
                    <a:pt x="7193337" y="3223047"/>
                  </a:lnTo>
                  <a:lnTo>
                    <a:pt x="7304223" y="3204386"/>
                  </a:lnTo>
                  <a:lnTo>
                    <a:pt x="7411719" y="3183578"/>
                  </a:lnTo>
                  <a:lnTo>
                    <a:pt x="7514080" y="3160597"/>
                  </a:lnTo>
                  <a:lnTo>
                    <a:pt x="7610249" y="3135361"/>
                  </a:lnTo>
                  <a:lnTo>
                    <a:pt x="7699748" y="3107721"/>
                  </a:lnTo>
                  <a:lnTo>
                    <a:pt x="7782544" y="3077462"/>
                  </a:lnTo>
                  <a:lnTo>
                    <a:pt x="7858926" y="3044302"/>
                  </a:lnTo>
                  <a:lnTo>
                    <a:pt x="7929400" y="3007901"/>
                  </a:lnTo>
                  <a:lnTo>
                    <a:pt x="7994603" y="2967872"/>
                  </a:lnTo>
                  <a:lnTo>
                    <a:pt x="8055240" y="2923799"/>
                  </a:lnTo>
                  <a:lnTo>
                    <a:pt x="8112036" y="2875270"/>
                  </a:lnTo>
                  <a:lnTo>
                    <a:pt x="8165701" y="2821929"/>
                  </a:lnTo>
                  <a:lnTo>
                    <a:pt x="8216888" y="2763552"/>
                  </a:lnTo>
                  <a:lnTo>
                    <a:pt x="8229629" y="2747839"/>
                  </a:lnTo>
                  <a:lnTo>
                    <a:pt x="8271425" y="2692937"/>
                  </a:lnTo>
                  <a:lnTo>
                    <a:pt x="8312224" y="2634295"/>
                  </a:lnTo>
                  <a:lnTo>
                    <a:pt x="8352279" y="2571837"/>
                  </a:lnTo>
                  <a:lnTo>
                    <a:pt x="8391796" y="2505538"/>
                  </a:lnTo>
                  <a:lnTo>
                    <a:pt x="8430943" y="2435431"/>
                  </a:lnTo>
                  <a:lnTo>
                    <a:pt x="8469854" y="2361609"/>
                  </a:lnTo>
                  <a:lnTo>
                    <a:pt x="8508633" y="2284234"/>
                  </a:lnTo>
                  <a:lnTo>
                    <a:pt x="8547359" y="2203533"/>
                  </a:lnTo>
                  <a:lnTo>
                    <a:pt x="8586087" y="2119805"/>
                  </a:lnTo>
                  <a:lnTo>
                    <a:pt x="8624850" y="2033411"/>
                  </a:lnTo>
                  <a:lnTo>
                    <a:pt x="8663664" y="1944775"/>
                  </a:lnTo>
                  <a:lnTo>
                    <a:pt x="8702533" y="1854376"/>
                  </a:lnTo>
                  <a:lnTo>
                    <a:pt x="8741446" y="1762732"/>
                  </a:lnTo>
                  <a:lnTo>
                    <a:pt x="8780386" y="1670398"/>
                  </a:lnTo>
                  <a:lnTo>
                    <a:pt x="8819331" y="1577941"/>
                  </a:lnTo>
                  <a:lnTo>
                    <a:pt x="8858258" y="1485936"/>
                  </a:lnTo>
                  <a:lnTo>
                    <a:pt x="8897148" y="1394944"/>
                  </a:lnTo>
                  <a:lnTo>
                    <a:pt x="8935986" y="1305500"/>
                  </a:lnTo>
                  <a:lnTo>
                    <a:pt x="8974770" y="1218101"/>
                  </a:lnTo>
                  <a:lnTo>
                    <a:pt x="9013509" y="1133195"/>
                  </a:lnTo>
                  <a:lnTo>
                    <a:pt x="9052230" y="1051171"/>
                  </a:lnTo>
                  <a:lnTo>
                    <a:pt x="9090979" y="972355"/>
                  </a:lnTo>
                  <a:lnTo>
                    <a:pt x="9129823" y="897004"/>
                  </a:lnTo>
                  <a:lnTo>
                    <a:pt x="9168856" y="825307"/>
                  </a:lnTo>
                  <a:lnTo>
                    <a:pt x="9208197" y="757387"/>
                  </a:lnTo>
                  <a:lnTo>
                    <a:pt x="9248002" y="693301"/>
                  </a:lnTo>
                  <a:lnTo>
                    <a:pt x="9288457" y="633049"/>
                  </a:lnTo>
                  <a:lnTo>
                    <a:pt x="9329797" y="576575"/>
                  </a:lnTo>
                  <a:lnTo>
                    <a:pt x="9347647" y="553760"/>
                  </a:lnTo>
                  <a:lnTo>
                    <a:pt x="9398297" y="494090"/>
                  </a:lnTo>
                  <a:lnTo>
                    <a:pt x="9451269" y="439476"/>
                  </a:lnTo>
                  <a:lnTo>
                    <a:pt x="9507201" y="389749"/>
                  </a:lnTo>
                  <a:lnTo>
                    <a:pt x="9566788" y="344576"/>
                  </a:lnTo>
                  <a:lnTo>
                    <a:pt x="9630757" y="303555"/>
                  </a:lnTo>
                  <a:lnTo>
                    <a:pt x="9699821" y="266266"/>
                  </a:lnTo>
                  <a:lnTo>
                    <a:pt x="9774641" y="232314"/>
                  </a:lnTo>
                  <a:lnTo>
                    <a:pt x="9855761" y="201343"/>
                  </a:lnTo>
                  <a:lnTo>
                    <a:pt x="9943537" y="173058"/>
                  </a:lnTo>
                  <a:lnTo>
                    <a:pt x="10038029" y="147225"/>
                  </a:lnTo>
                  <a:lnTo>
                    <a:pt x="10138884" y="123679"/>
                  </a:lnTo>
                  <a:lnTo>
                    <a:pt x="10245206" y="102320"/>
                  </a:lnTo>
                  <a:lnTo>
                    <a:pt x="10355433" y="83111"/>
                  </a:lnTo>
                  <a:lnTo>
                    <a:pt x="10467269" y="66062"/>
                  </a:lnTo>
                  <a:lnTo>
                    <a:pt x="10577705" y="51215"/>
                  </a:lnTo>
                  <a:lnTo>
                    <a:pt x="10683178" y="38614"/>
                  </a:lnTo>
                  <a:lnTo>
                    <a:pt x="10779900" y="28272"/>
                  </a:lnTo>
                  <a:lnTo>
                    <a:pt x="10864317" y="20144"/>
                  </a:lnTo>
                  <a:lnTo>
                    <a:pt x="10933642" y="14102"/>
                  </a:lnTo>
                  <a:lnTo>
                    <a:pt x="10986333" y="9927"/>
                  </a:lnTo>
                  <a:lnTo>
                    <a:pt x="11022403" y="7319"/>
                  </a:lnTo>
                  <a:lnTo>
                    <a:pt x="11043507" y="5922"/>
                  </a:lnTo>
                  <a:lnTo>
                    <a:pt x="11052827" y="535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34" y="58"/>
                  </a:lnTo>
                  <a:lnTo>
                    <a:pt x="11046848" y="474"/>
                  </a:lnTo>
                  <a:lnTo>
                    <a:pt x="11029111" y="1622"/>
                  </a:lnTo>
                  <a:lnTo>
                    <a:pt x="10997083" y="3885"/>
                  </a:lnTo>
                  <a:lnTo>
                    <a:pt x="10948703" y="7629"/>
                  </a:lnTo>
                  <a:lnTo>
                    <a:pt x="10883536" y="13170"/>
                  </a:lnTo>
                  <a:lnTo>
                    <a:pt x="10802749" y="20749"/>
                  </a:lnTo>
                  <a:lnTo>
                    <a:pt x="10708852" y="30519"/>
                  </a:lnTo>
                  <a:lnTo>
                    <a:pt x="10605253" y="42543"/>
                  </a:lnTo>
                  <a:lnTo>
                    <a:pt x="10495730" y="56820"/>
                  </a:lnTo>
                  <a:lnTo>
                    <a:pt x="10383939" y="73311"/>
                  </a:lnTo>
                  <a:lnTo>
                    <a:pt x="10273053" y="91971"/>
                  </a:lnTo>
                  <a:lnTo>
                    <a:pt x="10165558" y="112780"/>
                  </a:lnTo>
                  <a:lnTo>
                    <a:pt x="10063197" y="135761"/>
                  </a:lnTo>
                  <a:lnTo>
                    <a:pt x="9967027" y="160997"/>
                  </a:lnTo>
                  <a:lnTo>
                    <a:pt x="9877529" y="188637"/>
                  </a:lnTo>
                  <a:lnTo>
                    <a:pt x="9794733" y="218896"/>
                  </a:lnTo>
                  <a:lnTo>
                    <a:pt x="9718351" y="252056"/>
                  </a:lnTo>
                  <a:lnTo>
                    <a:pt x="9647877" y="288456"/>
                  </a:lnTo>
                  <a:lnTo>
                    <a:pt x="9582674" y="328485"/>
                  </a:lnTo>
                  <a:lnTo>
                    <a:pt x="9522037" y="372558"/>
                  </a:lnTo>
                  <a:lnTo>
                    <a:pt x="9465240" y="421087"/>
                  </a:lnTo>
                  <a:lnTo>
                    <a:pt x="9411575" y="474429"/>
                  </a:lnTo>
                  <a:lnTo>
                    <a:pt x="9360388" y="532805"/>
                  </a:lnTo>
                  <a:lnTo>
                    <a:pt x="9347647" y="548519"/>
                  </a:lnTo>
                  <a:lnTo>
                    <a:pt x="9305852" y="603421"/>
                  </a:lnTo>
                  <a:lnTo>
                    <a:pt x="9265053" y="662063"/>
                  </a:lnTo>
                  <a:lnTo>
                    <a:pt x="9224998" y="724521"/>
                  </a:lnTo>
                  <a:lnTo>
                    <a:pt x="9185481" y="790820"/>
                  </a:lnTo>
                  <a:lnTo>
                    <a:pt x="9146334" y="860927"/>
                  </a:lnTo>
                  <a:lnTo>
                    <a:pt x="9107423" y="934749"/>
                  </a:lnTo>
                  <a:lnTo>
                    <a:pt x="9068643" y="1012124"/>
                  </a:lnTo>
                  <a:lnTo>
                    <a:pt x="9029917" y="1092824"/>
                  </a:lnTo>
                  <a:lnTo>
                    <a:pt x="8991190" y="1176553"/>
                  </a:lnTo>
                  <a:lnTo>
                    <a:pt x="8952427" y="1262947"/>
                  </a:lnTo>
                  <a:lnTo>
                    <a:pt x="8913612" y="1351582"/>
                  </a:lnTo>
                  <a:lnTo>
                    <a:pt x="8874743" y="1441982"/>
                  </a:lnTo>
                  <a:lnTo>
                    <a:pt x="8835830" y="1533625"/>
                  </a:lnTo>
                  <a:lnTo>
                    <a:pt x="8796890" y="1625960"/>
                  </a:lnTo>
                  <a:lnTo>
                    <a:pt x="8757945" y="1718417"/>
                  </a:lnTo>
                  <a:lnTo>
                    <a:pt x="8719018" y="1810422"/>
                  </a:lnTo>
                  <a:lnTo>
                    <a:pt x="8680129" y="1901414"/>
                  </a:lnTo>
                  <a:lnTo>
                    <a:pt x="8641291" y="1990858"/>
                  </a:lnTo>
                  <a:lnTo>
                    <a:pt x="8602507" y="2078257"/>
                  </a:lnTo>
                  <a:lnTo>
                    <a:pt x="8563767" y="2163163"/>
                  </a:lnTo>
                  <a:lnTo>
                    <a:pt x="8525046" y="2245187"/>
                  </a:lnTo>
                  <a:lnTo>
                    <a:pt x="8486297" y="2324003"/>
                  </a:lnTo>
                  <a:lnTo>
                    <a:pt x="8447453" y="2399354"/>
                  </a:lnTo>
                  <a:lnTo>
                    <a:pt x="8408421" y="2471051"/>
                  </a:lnTo>
                  <a:lnTo>
                    <a:pt x="8369079" y="2538971"/>
                  </a:lnTo>
                  <a:lnTo>
                    <a:pt x="8329275" y="2603057"/>
                  </a:lnTo>
                  <a:lnTo>
                    <a:pt x="8288819" y="2663309"/>
                  </a:lnTo>
                  <a:lnTo>
                    <a:pt x="8247480" y="2719783"/>
                  </a:lnTo>
                  <a:lnTo>
                    <a:pt x="8229629" y="2742598"/>
                  </a:lnTo>
                  <a:lnTo>
                    <a:pt x="8178980" y="2802268"/>
                  </a:lnTo>
                  <a:lnTo>
                    <a:pt x="8126007" y="2856882"/>
                  </a:lnTo>
                  <a:lnTo>
                    <a:pt x="8070076" y="2906609"/>
                  </a:lnTo>
                  <a:lnTo>
                    <a:pt x="8010488" y="2951781"/>
                  </a:lnTo>
                  <a:lnTo>
                    <a:pt x="7946519" y="2992803"/>
                  </a:lnTo>
                  <a:lnTo>
                    <a:pt x="7877455" y="3030091"/>
                  </a:lnTo>
                  <a:lnTo>
                    <a:pt x="7802636" y="3064044"/>
                  </a:lnTo>
                  <a:lnTo>
                    <a:pt x="7721515" y="3095015"/>
                  </a:lnTo>
                  <a:lnTo>
                    <a:pt x="7633740" y="3123300"/>
                  </a:lnTo>
                  <a:lnTo>
                    <a:pt x="7539248" y="3149133"/>
                  </a:lnTo>
                  <a:lnTo>
                    <a:pt x="7438392" y="3172679"/>
                  </a:lnTo>
                  <a:lnTo>
                    <a:pt x="7332070" y="3194038"/>
                  </a:lnTo>
                  <a:lnTo>
                    <a:pt x="7221843" y="3213247"/>
                  </a:lnTo>
                  <a:lnTo>
                    <a:pt x="7110007" y="3230296"/>
                  </a:lnTo>
                  <a:lnTo>
                    <a:pt x="6999572" y="3245142"/>
                  </a:lnTo>
                  <a:lnTo>
                    <a:pt x="6894098" y="3257744"/>
                  </a:lnTo>
                  <a:lnTo>
                    <a:pt x="6797376" y="3268086"/>
                  </a:lnTo>
                  <a:lnTo>
                    <a:pt x="6712959" y="3276214"/>
                  </a:lnTo>
                  <a:lnTo>
                    <a:pt x="6643634" y="3282256"/>
                  </a:lnTo>
                  <a:lnTo>
                    <a:pt x="6590944" y="3286431"/>
                  </a:lnTo>
                  <a:lnTo>
                    <a:pt x="6554874" y="3289039"/>
                  </a:lnTo>
                  <a:lnTo>
                    <a:pt x="6533770" y="3290435"/>
                  </a:lnTo>
                  <a:lnTo>
                    <a:pt x="6524450" y="3291002"/>
                  </a:lnTo>
                  <a:lnTo>
                    <a:pt x="6522385" y="3291118"/>
                  </a:lnTo>
                  <a:lnTo>
                    <a:pt x="5527445" y="3291118"/>
                  </a:lnTo>
                  <a:lnTo>
                    <a:pt x="5526312" y="3291106"/>
                  </a:lnTo>
                  <a:lnTo>
                    <a:pt x="5518830" y="3291025"/>
                  </a:lnTo>
                  <a:lnTo>
                    <a:pt x="5499871" y="3290801"/>
                  </a:lnTo>
                  <a:lnTo>
                    <a:pt x="5465723" y="3290360"/>
                  </a:lnTo>
                  <a:lnTo>
                    <a:pt x="5414316" y="3289630"/>
                  </a:lnTo>
                  <a:lnTo>
                    <a:pt x="5345376" y="3288552"/>
                  </a:lnTo>
                  <a:lnTo>
                    <a:pt x="5260364" y="3287081"/>
                  </a:lnTo>
                  <a:lnTo>
                    <a:pt x="5162158" y="3285190"/>
                  </a:lnTo>
                  <a:lnTo>
                    <a:pt x="5054527" y="3282870"/>
                  </a:lnTo>
                  <a:lnTo>
                    <a:pt x="4941538" y="3280121"/>
                  </a:lnTo>
                  <a:lnTo>
                    <a:pt x="4827024" y="3276953"/>
                  </a:lnTo>
                  <a:lnTo>
                    <a:pt x="4714218" y="3273375"/>
                  </a:lnTo>
                  <a:lnTo>
                    <a:pt x="4605569" y="3269386"/>
                  </a:lnTo>
                  <a:lnTo>
                    <a:pt x="4502721" y="3264981"/>
                  </a:lnTo>
                  <a:lnTo>
                    <a:pt x="4406591" y="3260138"/>
                  </a:lnTo>
                  <a:lnTo>
                    <a:pt x="4317514" y="3254825"/>
                  </a:lnTo>
                  <a:lnTo>
                    <a:pt x="4235381" y="3248993"/>
                  </a:lnTo>
                  <a:lnTo>
                    <a:pt x="4159778" y="3242585"/>
                  </a:lnTo>
                  <a:lnTo>
                    <a:pt x="4090093" y="3235528"/>
                  </a:lnTo>
                  <a:lnTo>
                    <a:pt x="4025604" y="3227745"/>
                  </a:lnTo>
                  <a:lnTo>
                    <a:pt x="3965538" y="3219154"/>
                  </a:lnTo>
                  <a:lnTo>
                    <a:pt x="3909119" y="3209679"/>
                  </a:lnTo>
                  <a:lnTo>
                    <a:pt x="3855613" y="3199261"/>
                  </a:lnTo>
                  <a:lnTo>
                    <a:pt x="3820202" y="3191546"/>
                  </a:lnTo>
                  <a:lnTo>
                    <a:pt x="3760330" y="3176976"/>
                  </a:lnTo>
                  <a:lnTo>
                    <a:pt x="3702292" y="3160984"/>
                  </a:lnTo>
                  <a:lnTo>
                    <a:pt x="3645424" y="3143547"/>
                  </a:lnTo>
                  <a:lnTo>
                    <a:pt x="3589233" y="3124687"/>
                  </a:lnTo>
                  <a:lnTo>
                    <a:pt x="3533367" y="3104474"/>
                  </a:lnTo>
                  <a:lnTo>
                    <a:pt x="3477589" y="3083031"/>
                  </a:lnTo>
                  <a:lnTo>
                    <a:pt x="3421761" y="3060535"/>
                  </a:lnTo>
                  <a:lnTo>
                    <a:pt x="3365827" y="3037211"/>
                  </a:lnTo>
                  <a:lnTo>
                    <a:pt x="3309791" y="3013325"/>
                  </a:lnTo>
                  <a:lnTo>
                    <a:pt x="3253698" y="2989170"/>
                  </a:lnTo>
                  <a:lnTo>
                    <a:pt x="3197615" y="2965058"/>
                  </a:lnTo>
                  <a:lnTo>
                    <a:pt x="3141602" y="2941294"/>
                  </a:lnTo>
                  <a:lnTo>
                    <a:pt x="3085699" y="2918166"/>
                  </a:lnTo>
                  <a:lnTo>
                    <a:pt x="3029893" y="2895932"/>
                  </a:lnTo>
                  <a:lnTo>
                    <a:pt x="2974108" y="2874802"/>
                  </a:lnTo>
                  <a:lnTo>
                    <a:pt x="2918183" y="2854941"/>
                  </a:lnTo>
                  <a:lnTo>
                    <a:pt x="2861851" y="2836456"/>
                  </a:lnTo>
                  <a:lnTo>
                    <a:pt x="2804725" y="2819406"/>
                  </a:lnTo>
                  <a:lnTo>
                    <a:pt x="2746270" y="2803797"/>
                  </a:lnTo>
                  <a:lnTo>
                    <a:pt x="2702183" y="2793257"/>
                  </a:lnTo>
                  <a:lnTo>
                    <a:pt x="2650293" y="2782177"/>
                  </a:lnTo>
                  <a:lnTo>
                    <a:pt x="2595950" y="2772059"/>
                  </a:lnTo>
                  <a:lnTo>
                    <a:pt x="2538471" y="2762868"/>
                  </a:lnTo>
                  <a:lnTo>
                    <a:pt x="2477104" y="2754538"/>
                  </a:lnTo>
                  <a:lnTo>
                    <a:pt x="2411071" y="2746992"/>
                  </a:lnTo>
                  <a:lnTo>
                    <a:pt x="2339607" y="2740146"/>
                  </a:lnTo>
                  <a:lnTo>
                    <a:pt x="2262018" y="2733925"/>
                  </a:lnTo>
                  <a:lnTo>
                    <a:pt x="2177744" y="2728262"/>
                  </a:lnTo>
                  <a:lnTo>
                    <a:pt x="2086452" y="2723100"/>
                  </a:lnTo>
                  <a:lnTo>
                    <a:pt x="1988159" y="2718397"/>
                  </a:lnTo>
                  <a:lnTo>
                    <a:pt x="1883364" y="2714124"/>
                  </a:lnTo>
                  <a:lnTo>
                    <a:pt x="1773200" y="2710264"/>
                  </a:lnTo>
                  <a:lnTo>
                    <a:pt x="1659558" y="2706813"/>
                  </a:lnTo>
                  <a:lnTo>
                    <a:pt x="1545140" y="2703776"/>
                  </a:lnTo>
                  <a:lnTo>
                    <a:pt x="1433396" y="2701161"/>
                  </a:lnTo>
                  <a:lnTo>
                    <a:pt x="1328281" y="2698975"/>
                  </a:lnTo>
                  <a:lnTo>
                    <a:pt x="1233830" y="2697217"/>
                  </a:lnTo>
                  <a:lnTo>
                    <a:pt x="1153597" y="2695873"/>
                  </a:lnTo>
                  <a:lnTo>
                    <a:pt x="1090067" y="2694910"/>
                  </a:lnTo>
                  <a:lnTo>
                    <a:pt x="1044179" y="2694277"/>
                  </a:lnTo>
                  <a:lnTo>
                    <a:pt x="1015090" y="2693912"/>
                  </a:lnTo>
                  <a:lnTo>
                    <a:pt x="1000193" y="2693741"/>
                  </a:lnTo>
                  <a:lnTo>
                    <a:pt x="995313" y="2693689"/>
                  </a:lnTo>
                  <a:lnTo>
                    <a:pt x="994940" y="2693685"/>
                  </a:lnTo>
                  <a:lnTo>
                    <a:pt x="0" y="2693685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70" name="pl1269"/>
            <p:cNvSpPr/>
            <p:nvPr/>
          </p:nvSpPr>
          <p:spPr>
            <a:xfrm>
              <a:off x="1199187" y="2279511"/>
              <a:ext cx="12049831" cy="3291118"/>
            </a:xfrm>
            <a:custGeom>
              <a:avLst/>
              <a:pathLst>
                <a:path w="12049831" h="3291118">
                  <a:moveTo>
                    <a:pt x="0" y="2693685"/>
                  </a:moveTo>
                  <a:lnTo>
                    <a:pt x="994940" y="2693685"/>
                  </a:lnTo>
                  <a:lnTo>
                    <a:pt x="996073" y="2693697"/>
                  </a:lnTo>
                  <a:lnTo>
                    <a:pt x="1003555" y="2693778"/>
                  </a:lnTo>
                  <a:lnTo>
                    <a:pt x="1022514" y="2694002"/>
                  </a:lnTo>
                  <a:lnTo>
                    <a:pt x="1056662" y="2694443"/>
                  </a:lnTo>
                  <a:lnTo>
                    <a:pt x="1108069" y="2695173"/>
                  </a:lnTo>
                  <a:lnTo>
                    <a:pt x="1177009" y="2696251"/>
                  </a:lnTo>
                  <a:lnTo>
                    <a:pt x="1262021" y="2697722"/>
                  </a:lnTo>
                  <a:lnTo>
                    <a:pt x="1360227" y="2699613"/>
                  </a:lnTo>
                  <a:lnTo>
                    <a:pt x="1467858" y="2701934"/>
                  </a:lnTo>
                  <a:lnTo>
                    <a:pt x="1580847" y="2704682"/>
                  </a:lnTo>
                  <a:lnTo>
                    <a:pt x="1695361" y="2707850"/>
                  </a:lnTo>
                  <a:lnTo>
                    <a:pt x="1808167" y="2711429"/>
                  </a:lnTo>
                  <a:lnTo>
                    <a:pt x="1916816" y="2715417"/>
                  </a:lnTo>
                  <a:lnTo>
                    <a:pt x="2019664" y="2719822"/>
                  </a:lnTo>
                  <a:lnTo>
                    <a:pt x="2115794" y="2724665"/>
                  </a:lnTo>
                  <a:lnTo>
                    <a:pt x="2204871" y="2729978"/>
                  </a:lnTo>
                  <a:lnTo>
                    <a:pt x="2287004" y="2735810"/>
                  </a:lnTo>
                  <a:lnTo>
                    <a:pt x="2362607" y="2742219"/>
                  </a:lnTo>
                  <a:lnTo>
                    <a:pt x="2432292" y="2749275"/>
                  </a:lnTo>
                  <a:lnTo>
                    <a:pt x="2496781" y="2757058"/>
                  </a:lnTo>
                  <a:lnTo>
                    <a:pt x="2556847" y="2765649"/>
                  </a:lnTo>
                  <a:lnTo>
                    <a:pt x="2613266" y="2775124"/>
                  </a:lnTo>
                  <a:lnTo>
                    <a:pt x="2666772" y="2785542"/>
                  </a:lnTo>
                  <a:lnTo>
                    <a:pt x="2702183" y="2793257"/>
                  </a:lnTo>
                  <a:lnTo>
                    <a:pt x="2762055" y="2807828"/>
                  </a:lnTo>
                  <a:lnTo>
                    <a:pt x="2820093" y="2823819"/>
                  </a:lnTo>
                  <a:lnTo>
                    <a:pt x="2876961" y="2841256"/>
                  </a:lnTo>
                  <a:lnTo>
                    <a:pt x="2933152" y="2860116"/>
                  </a:lnTo>
                  <a:lnTo>
                    <a:pt x="2989018" y="2880329"/>
                  </a:lnTo>
                  <a:lnTo>
                    <a:pt x="3044796" y="2901772"/>
                  </a:lnTo>
                  <a:lnTo>
                    <a:pt x="3100624" y="2924268"/>
                  </a:lnTo>
                  <a:lnTo>
                    <a:pt x="3156558" y="2947592"/>
                  </a:lnTo>
                  <a:lnTo>
                    <a:pt x="3212594" y="2971479"/>
                  </a:lnTo>
                  <a:lnTo>
                    <a:pt x="3268687" y="2995633"/>
                  </a:lnTo>
                  <a:lnTo>
                    <a:pt x="3324770" y="3019745"/>
                  </a:lnTo>
                  <a:lnTo>
                    <a:pt x="3380782" y="3043509"/>
                  </a:lnTo>
                  <a:lnTo>
                    <a:pt x="3436686" y="3066637"/>
                  </a:lnTo>
                  <a:lnTo>
                    <a:pt x="3492492" y="3088871"/>
                  </a:lnTo>
                  <a:lnTo>
                    <a:pt x="3548277" y="3110001"/>
                  </a:lnTo>
                  <a:lnTo>
                    <a:pt x="3604202" y="3129862"/>
                  </a:lnTo>
                  <a:lnTo>
                    <a:pt x="3660534" y="3148347"/>
                  </a:lnTo>
                  <a:lnTo>
                    <a:pt x="3717660" y="3165398"/>
                  </a:lnTo>
                  <a:lnTo>
                    <a:pt x="3776115" y="3181006"/>
                  </a:lnTo>
                  <a:lnTo>
                    <a:pt x="3820202" y="3191546"/>
                  </a:lnTo>
                  <a:lnTo>
                    <a:pt x="3872092" y="3202626"/>
                  </a:lnTo>
                  <a:lnTo>
                    <a:pt x="3926435" y="3212744"/>
                  </a:lnTo>
                  <a:lnTo>
                    <a:pt x="3983914" y="3221935"/>
                  </a:lnTo>
                  <a:lnTo>
                    <a:pt x="4045281" y="3230265"/>
                  </a:lnTo>
                  <a:lnTo>
                    <a:pt x="4111314" y="3237811"/>
                  </a:lnTo>
                  <a:lnTo>
                    <a:pt x="4182778" y="3244657"/>
                  </a:lnTo>
                  <a:lnTo>
                    <a:pt x="4260367" y="3250878"/>
                  </a:lnTo>
                  <a:lnTo>
                    <a:pt x="4344641" y="3256541"/>
                  </a:lnTo>
                  <a:lnTo>
                    <a:pt x="4435933" y="3261703"/>
                  </a:lnTo>
                  <a:lnTo>
                    <a:pt x="4534226" y="3266406"/>
                  </a:lnTo>
                  <a:lnTo>
                    <a:pt x="4639021" y="3270679"/>
                  </a:lnTo>
                  <a:lnTo>
                    <a:pt x="4749185" y="3274539"/>
                  </a:lnTo>
                  <a:lnTo>
                    <a:pt x="4862827" y="3277990"/>
                  </a:lnTo>
                  <a:lnTo>
                    <a:pt x="4977245" y="3281027"/>
                  </a:lnTo>
                  <a:lnTo>
                    <a:pt x="5088989" y="3283642"/>
                  </a:lnTo>
                  <a:lnTo>
                    <a:pt x="5194104" y="3285829"/>
                  </a:lnTo>
                  <a:lnTo>
                    <a:pt x="5288555" y="3287586"/>
                  </a:lnTo>
                  <a:lnTo>
                    <a:pt x="5368788" y="3288930"/>
                  </a:lnTo>
                  <a:lnTo>
                    <a:pt x="5432318" y="3289894"/>
                  </a:lnTo>
                  <a:lnTo>
                    <a:pt x="5478206" y="3290526"/>
                  </a:lnTo>
                  <a:lnTo>
                    <a:pt x="5507295" y="3290891"/>
                  </a:lnTo>
                  <a:lnTo>
                    <a:pt x="5522192" y="3291062"/>
                  </a:lnTo>
                  <a:lnTo>
                    <a:pt x="5527072" y="3291114"/>
                  </a:lnTo>
                  <a:lnTo>
                    <a:pt x="5527445" y="3291118"/>
                  </a:lnTo>
                  <a:lnTo>
                    <a:pt x="6522385" y="3291118"/>
                  </a:lnTo>
                  <a:lnTo>
                    <a:pt x="6523443" y="3291059"/>
                  </a:lnTo>
                  <a:lnTo>
                    <a:pt x="6530428" y="3290644"/>
                  </a:lnTo>
                  <a:lnTo>
                    <a:pt x="6548165" y="3289496"/>
                  </a:lnTo>
                  <a:lnTo>
                    <a:pt x="6580193" y="3287232"/>
                  </a:lnTo>
                  <a:lnTo>
                    <a:pt x="6628574" y="3283488"/>
                  </a:lnTo>
                  <a:lnTo>
                    <a:pt x="6693740" y="3277947"/>
                  </a:lnTo>
                  <a:lnTo>
                    <a:pt x="6774527" y="3270368"/>
                  </a:lnTo>
                  <a:lnTo>
                    <a:pt x="6868424" y="3260598"/>
                  </a:lnTo>
                  <a:lnTo>
                    <a:pt x="6972024" y="3248574"/>
                  </a:lnTo>
                  <a:lnTo>
                    <a:pt x="7081547" y="3234297"/>
                  </a:lnTo>
                  <a:lnTo>
                    <a:pt x="7193337" y="3217806"/>
                  </a:lnTo>
                  <a:lnTo>
                    <a:pt x="7304223" y="3199146"/>
                  </a:lnTo>
                  <a:lnTo>
                    <a:pt x="7411719" y="3178337"/>
                  </a:lnTo>
                  <a:lnTo>
                    <a:pt x="7514080" y="3155356"/>
                  </a:lnTo>
                  <a:lnTo>
                    <a:pt x="7610249" y="3130120"/>
                  </a:lnTo>
                  <a:lnTo>
                    <a:pt x="7699748" y="3102481"/>
                  </a:lnTo>
                  <a:lnTo>
                    <a:pt x="7782544" y="3072221"/>
                  </a:lnTo>
                  <a:lnTo>
                    <a:pt x="7858926" y="3039062"/>
                  </a:lnTo>
                  <a:lnTo>
                    <a:pt x="7929400" y="3002661"/>
                  </a:lnTo>
                  <a:lnTo>
                    <a:pt x="7994603" y="2962632"/>
                  </a:lnTo>
                  <a:lnTo>
                    <a:pt x="8055240" y="2918559"/>
                  </a:lnTo>
                  <a:lnTo>
                    <a:pt x="8112036" y="2870030"/>
                  </a:lnTo>
                  <a:lnTo>
                    <a:pt x="8165701" y="2816688"/>
                  </a:lnTo>
                  <a:lnTo>
                    <a:pt x="8216888" y="2758312"/>
                  </a:lnTo>
                  <a:lnTo>
                    <a:pt x="8229629" y="2742598"/>
                  </a:lnTo>
                  <a:lnTo>
                    <a:pt x="8271425" y="2687696"/>
                  </a:lnTo>
                  <a:lnTo>
                    <a:pt x="8312224" y="2629054"/>
                  </a:lnTo>
                  <a:lnTo>
                    <a:pt x="8352279" y="2566597"/>
                  </a:lnTo>
                  <a:lnTo>
                    <a:pt x="8391796" y="2500298"/>
                  </a:lnTo>
                  <a:lnTo>
                    <a:pt x="8430943" y="2430190"/>
                  </a:lnTo>
                  <a:lnTo>
                    <a:pt x="8469854" y="2356369"/>
                  </a:lnTo>
                  <a:lnTo>
                    <a:pt x="8508633" y="2278993"/>
                  </a:lnTo>
                  <a:lnTo>
                    <a:pt x="8547359" y="2198293"/>
                  </a:lnTo>
                  <a:lnTo>
                    <a:pt x="8586087" y="2114564"/>
                  </a:lnTo>
                  <a:lnTo>
                    <a:pt x="8624850" y="2028170"/>
                  </a:lnTo>
                  <a:lnTo>
                    <a:pt x="8663664" y="1939535"/>
                  </a:lnTo>
                  <a:lnTo>
                    <a:pt x="8702533" y="1849135"/>
                  </a:lnTo>
                  <a:lnTo>
                    <a:pt x="8741446" y="1757492"/>
                  </a:lnTo>
                  <a:lnTo>
                    <a:pt x="8780386" y="1665157"/>
                  </a:lnTo>
                  <a:lnTo>
                    <a:pt x="8819331" y="1572701"/>
                  </a:lnTo>
                  <a:lnTo>
                    <a:pt x="8858258" y="1480695"/>
                  </a:lnTo>
                  <a:lnTo>
                    <a:pt x="8897148" y="1389703"/>
                  </a:lnTo>
                  <a:lnTo>
                    <a:pt x="8935986" y="1300259"/>
                  </a:lnTo>
                  <a:lnTo>
                    <a:pt x="8974770" y="1212860"/>
                  </a:lnTo>
                  <a:lnTo>
                    <a:pt x="9013509" y="1127954"/>
                  </a:lnTo>
                  <a:lnTo>
                    <a:pt x="9052230" y="1045930"/>
                  </a:lnTo>
                  <a:lnTo>
                    <a:pt x="9090979" y="967114"/>
                  </a:lnTo>
                  <a:lnTo>
                    <a:pt x="9129823" y="891763"/>
                  </a:lnTo>
                  <a:lnTo>
                    <a:pt x="9168856" y="820066"/>
                  </a:lnTo>
                  <a:lnTo>
                    <a:pt x="9208197" y="752146"/>
                  </a:lnTo>
                  <a:lnTo>
                    <a:pt x="9248002" y="688061"/>
                  </a:lnTo>
                  <a:lnTo>
                    <a:pt x="9288457" y="627808"/>
                  </a:lnTo>
                  <a:lnTo>
                    <a:pt x="9329797" y="571334"/>
                  </a:lnTo>
                  <a:lnTo>
                    <a:pt x="9347647" y="548519"/>
                  </a:lnTo>
                  <a:lnTo>
                    <a:pt x="9398297" y="488849"/>
                  </a:lnTo>
                  <a:lnTo>
                    <a:pt x="9451269" y="434236"/>
                  </a:lnTo>
                  <a:lnTo>
                    <a:pt x="9507201" y="384508"/>
                  </a:lnTo>
                  <a:lnTo>
                    <a:pt x="9566788" y="339336"/>
                  </a:lnTo>
                  <a:lnTo>
                    <a:pt x="9630757" y="298314"/>
                  </a:lnTo>
                  <a:lnTo>
                    <a:pt x="9699821" y="261026"/>
                  </a:lnTo>
                  <a:lnTo>
                    <a:pt x="9774641" y="227073"/>
                  </a:lnTo>
                  <a:lnTo>
                    <a:pt x="9855761" y="196102"/>
                  </a:lnTo>
                  <a:lnTo>
                    <a:pt x="9943537" y="167817"/>
                  </a:lnTo>
                  <a:lnTo>
                    <a:pt x="10038029" y="141985"/>
                  </a:lnTo>
                  <a:lnTo>
                    <a:pt x="10138884" y="118438"/>
                  </a:lnTo>
                  <a:lnTo>
                    <a:pt x="10245206" y="97079"/>
                  </a:lnTo>
                  <a:lnTo>
                    <a:pt x="10355433" y="77870"/>
                  </a:lnTo>
                  <a:lnTo>
                    <a:pt x="10467269" y="60822"/>
                  </a:lnTo>
                  <a:lnTo>
                    <a:pt x="10577705" y="45975"/>
                  </a:lnTo>
                  <a:lnTo>
                    <a:pt x="10683178" y="33373"/>
                  </a:lnTo>
                  <a:lnTo>
                    <a:pt x="10779900" y="23031"/>
                  </a:lnTo>
                  <a:lnTo>
                    <a:pt x="10864317" y="14904"/>
                  </a:lnTo>
                  <a:lnTo>
                    <a:pt x="10933642" y="8862"/>
                  </a:lnTo>
                  <a:lnTo>
                    <a:pt x="10986333" y="4686"/>
                  </a:lnTo>
                  <a:lnTo>
                    <a:pt x="11022403" y="2078"/>
                  </a:lnTo>
                  <a:lnTo>
                    <a:pt x="11043507" y="682"/>
                  </a:lnTo>
                  <a:lnTo>
                    <a:pt x="11052827" y="115"/>
                  </a:lnTo>
                  <a:lnTo>
                    <a:pt x="11054873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1" name="pl1270"/>
            <p:cNvSpPr/>
            <p:nvPr/>
          </p:nvSpPr>
          <p:spPr>
            <a:xfrm>
              <a:off x="1199187" y="2274270"/>
              <a:ext cx="12049831" cy="3291118"/>
            </a:xfrm>
            <a:custGeom>
              <a:avLst/>
              <a:pathLst>
                <a:path w="12049831" h="3291118">
                  <a:moveTo>
                    <a:pt x="12049831" y="0"/>
                  </a:moveTo>
                  <a:lnTo>
                    <a:pt x="11054891" y="0"/>
                  </a:lnTo>
                  <a:lnTo>
                    <a:pt x="11053834" y="58"/>
                  </a:lnTo>
                  <a:lnTo>
                    <a:pt x="11046848" y="474"/>
                  </a:lnTo>
                  <a:lnTo>
                    <a:pt x="11029111" y="1622"/>
                  </a:lnTo>
                  <a:lnTo>
                    <a:pt x="10997083" y="3885"/>
                  </a:lnTo>
                  <a:lnTo>
                    <a:pt x="10948703" y="7629"/>
                  </a:lnTo>
                  <a:lnTo>
                    <a:pt x="10883536" y="13170"/>
                  </a:lnTo>
                  <a:lnTo>
                    <a:pt x="10802749" y="20749"/>
                  </a:lnTo>
                  <a:lnTo>
                    <a:pt x="10708852" y="30519"/>
                  </a:lnTo>
                  <a:lnTo>
                    <a:pt x="10605253" y="42543"/>
                  </a:lnTo>
                  <a:lnTo>
                    <a:pt x="10495730" y="56820"/>
                  </a:lnTo>
                  <a:lnTo>
                    <a:pt x="10383939" y="73311"/>
                  </a:lnTo>
                  <a:lnTo>
                    <a:pt x="10273053" y="91971"/>
                  </a:lnTo>
                  <a:lnTo>
                    <a:pt x="10165558" y="112780"/>
                  </a:lnTo>
                  <a:lnTo>
                    <a:pt x="10063197" y="135761"/>
                  </a:lnTo>
                  <a:lnTo>
                    <a:pt x="9967027" y="160997"/>
                  </a:lnTo>
                  <a:lnTo>
                    <a:pt x="9877529" y="188637"/>
                  </a:lnTo>
                  <a:lnTo>
                    <a:pt x="9794733" y="218896"/>
                  </a:lnTo>
                  <a:lnTo>
                    <a:pt x="9718351" y="252056"/>
                  </a:lnTo>
                  <a:lnTo>
                    <a:pt x="9647877" y="288456"/>
                  </a:lnTo>
                  <a:lnTo>
                    <a:pt x="9582674" y="328485"/>
                  </a:lnTo>
                  <a:lnTo>
                    <a:pt x="9522037" y="372558"/>
                  </a:lnTo>
                  <a:lnTo>
                    <a:pt x="9465240" y="421087"/>
                  </a:lnTo>
                  <a:lnTo>
                    <a:pt x="9411575" y="474429"/>
                  </a:lnTo>
                  <a:lnTo>
                    <a:pt x="9360388" y="532805"/>
                  </a:lnTo>
                  <a:lnTo>
                    <a:pt x="9347647" y="548519"/>
                  </a:lnTo>
                  <a:lnTo>
                    <a:pt x="9305852" y="603421"/>
                  </a:lnTo>
                  <a:lnTo>
                    <a:pt x="9265053" y="662063"/>
                  </a:lnTo>
                  <a:lnTo>
                    <a:pt x="9224998" y="724521"/>
                  </a:lnTo>
                  <a:lnTo>
                    <a:pt x="9185481" y="790820"/>
                  </a:lnTo>
                  <a:lnTo>
                    <a:pt x="9146334" y="860927"/>
                  </a:lnTo>
                  <a:lnTo>
                    <a:pt x="9107423" y="934749"/>
                  </a:lnTo>
                  <a:lnTo>
                    <a:pt x="9068643" y="1012124"/>
                  </a:lnTo>
                  <a:lnTo>
                    <a:pt x="9029917" y="1092824"/>
                  </a:lnTo>
                  <a:lnTo>
                    <a:pt x="8991190" y="1176553"/>
                  </a:lnTo>
                  <a:lnTo>
                    <a:pt x="8952427" y="1262947"/>
                  </a:lnTo>
                  <a:lnTo>
                    <a:pt x="8913612" y="1351582"/>
                  </a:lnTo>
                  <a:lnTo>
                    <a:pt x="8874743" y="1441982"/>
                  </a:lnTo>
                  <a:lnTo>
                    <a:pt x="8835830" y="1533625"/>
                  </a:lnTo>
                  <a:lnTo>
                    <a:pt x="8796890" y="1625960"/>
                  </a:lnTo>
                  <a:lnTo>
                    <a:pt x="8757945" y="1718417"/>
                  </a:lnTo>
                  <a:lnTo>
                    <a:pt x="8719018" y="1810422"/>
                  </a:lnTo>
                  <a:lnTo>
                    <a:pt x="8680129" y="1901414"/>
                  </a:lnTo>
                  <a:lnTo>
                    <a:pt x="8641291" y="1990858"/>
                  </a:lnTo>
                  <a:lnTo>
                    <a:pt x="8602507" y="2078257"/>
                  </a:lnTo>
                  <a:lnTo>
                    <a:pt x="8563767" y="2163163"/>
                  </a:lnTo>
                  <a:lnTo>
                    <a:pt x="8525046" y="2245187"/>
                  </a:lnTo>
                  <a:lnTo>
                    <a:pt x="8486297" y="2324003"/>
                  </a:lnTo>
                  <a:lnTo>
                    <a:pt x="8447453" y="2399354"/>
                  </a:lnTo>
                  <a:lnTo>
                    <a:pt x="8408421" y="2471051"/>
                  </a:lnTo>
                  <a:lnTo>
                    <a:pt x="8369079" y="2538971"/>
                  </a:lnTo>
                  <a:lnTo>
                    <a:pt x="8329275" y="2603057"/>
                  </a:lnTo>
                  <a:lnTo>
                    <a:pt x="8288819" y="2663309"/>
                  </a:lnTo>
                  <a:lnTo>
                    <a:pt x="8247480" y="2719783"/>
                  </a:lnTo>
                  <a:lnTo>
                    <a:pt x="8229629" y="2742598"/>
                  </a:lnTo>
                  <a:lnTo>
                    <a:pt x="8178980" y="2802268"/>
                  </a:lnTo>
                  <a:lnTo>
                    <a:pt x="8126007" y="2856882"/>
                  </a:lnTo>
                  <a:lnTo>
                    <a:pt x="8070076" y="2906609"/>
                  </a:lnTo>
                  <a:lnTo>
                    <a:pt x="8010488" y="2951781"/>
                  </a:lnTo>
                  <a:lnTo>
                    <a:pt x="7946519" y="2992803"/>
                  </a:lnTo>
                  <a:lnTo>
                    <a:pt x="7877455" y="3030091"/>
                  </a:lnTo>
                  <a:lnTo>
                    <a:pt x="7802636" y="3064044"/>
                  </a:lnTo>
                  <a:lnTo>
                    <a:pt x="7721515" y="3095015"/>
                  </a:lnTo>
                  <a:lnTo>
                    <a:pt x="7633740" y="3123300"/>
                  </a:lnTo>
                  <a:lnTo>
                    <a:pt x="7539248" y="3149133"/>
                  </a:lnTo>
                  <a:lnTo>
                    <a:pt x="7438392" y="3172679"/>
                  </a:lnTo>
                  <a:lnTo>
                    <a:pt x="7332070" y="3194038"/>
                  </a:lnTo>
                  <a:lnTo>
                    <a:pt x="7221843" y="3213247"/>
                  </a:lnTo>
                  <a:lnTo>
                    <a:pt x="7110007" y="3230296"/>
                  </a:lnTo>
                  <a:lnTo>
                    <a:pt x="6999572" y="3245142"/>
                  </a:lnTo>
                  <a:lnTo>
                    <a:pt x="6894098" y="3257744"/>
                  </a:lnTo>
                  <a:lnTo>
                    <a:pt x="6797376" y="3268086"/>
                  </a:lnTo>
                  <a:lnTo>
                    <a:pt x="6712959" y="3276214"/>
                  </a:lnTo>
                  <a:lnTo>
                    <a:pt x="6643634" y="3282256"/>
                  </a:lnTo>
                  <a:lnTo>
                    <a:pt x="6590944" y="3286431"/>
                  </a:lnTo>
                  <a:lnTo>
                    <a:pt x="6554874" y="3289039"/>
                  </a:lnTo>
                  <a:lnTo>
                    <a:pt x="6533770" y="3290435"/>
                  </a:lnTo>
                  <a:lnTo>
                    <a:pt x="6524450" y="3291002"/>
                  </a:lnTo>
                  <a:lnTo>
                    <a:pt x="6522404" y="3291117"/>
                  </a:lnTo>
                  <a:lnTo>
                    <a:pt x="6522385" y="3291118"/>
                  </a:lnTo>
                  <a:lnTo>
                    <a:pt x="5527445" y="3291118"/>
                  </a:lnTo>
                  <a:lnTo>
                    <a:pt x="5526312" y="3291106"/>
                  </a:lnTo>
                  <a:lnTo>
                    <a:pt x="5518830" y="3291025"/>
                  </a:lnTo>
                  <a:lnTo>
                    <a:pt x="5499871" y="3290801"/>
                  </a:lnTo>
                  <a:lnTo>
                    <a:pt x="5465723" y="3290360"/>
                  </a:lnTo>
                  <a:lnTo>
                    <a:pt x="5414316" y="3289630"/>
                  </a:lnTo>
                  <a:lnTo>
                    <a:pt x="5345376" y="3288552"/>
                  </a:lnTo>
                  <a:lnTo>
                    <a:pt x="5260364" y="3287081"/>
                  </a:lnTo>
                  <a:lnTo>
                    <a:pt x="5162158" y="3285190"/>
                  </a:lnTo>
                  <a:lnTo>
                    <a:pt x="5054527" y="3282870"/>
                  </a:lnTo>
                  <a:lnTo>
                    <a:pt x="4941538" y="3280121"/>
                  </a:lnTo>
                  <a:lnTo>
                    <a:pt x="4827024" y="3276953"/>
                  </a:lnTo>
                  <a:lnTo>
                    <a:pt x="4714218" y="3273375"/>
                  </a:lnTo>
                  <a:lnTo>
                    <a:pt x="4605569" y="3269386"/>
                  </a:lnTo>
                  <a:lnTo>
                    <a:pt x="4502721" y="3264981"/>
                  </a:lnTo>
                  <a:lnTo>
                    <a:pt x="4406591" y="3260138"/>
                  </a:lnTo>
                  <a:lnTo>
                    <a:pt x="4317514" y="3254825"/>
                  </a:lnTo>
                  <a:lnTo>
                    <a:pt x="4235381" y="3248993"/>
                  </a:lnTo>
                  <a:lnTo>
                    <a:pt x="4159778" y="3242585"/>
                  </a:lnTo>
                  <a:lnTo>
                    <a:pt x="4090093" y="3235528"/>
                  </a:lnTo>
                  <a:lnTo>
                    <a:pt x="4025604" y="3227745"/>
                  </a:lnTo>
                  <a:lnTo>
                    <a:pt x="3965538" y="3219154"/>
                  </a:lnTo>
                  <a:lnTo>
                    <a:pt x="3909119" y="3209679"/>
                  </a:lnTo>
                  <a:lnTo>
                    <a:pt x="3855613" y="3199261"/>
                  </a:lnTo>
                  <a:lnTo>
                    <a:pt x="3820202" y="3191546"/>
                  </a:lnTo>
                  <a:lnTo>
                    <a:pt x="3760330" y="3176976"/>
                  </a:lnTo>
                  <a:lnTo>
                    <a:pt x="3702292" y="3160984"/>
                  </a:lnTo>
                  <a:lnTo>
                    <a:pt x="3645424" y="3143547"/>
                  </a:lnTo>
                  <a:lnTo>
                    <a:pt x="3589233" y="3124687"/>
                  </a:lnTo>
                  <a:lnTo>
                    <a:pt x="3533367" y="3104474"/>
                  </a:lnTo>
                  <a:lnTo>
                    <a:pt x="3477589" y="3083031"/>
                  </a:lnTo>
                  <a:lnTo>
                    <a:pt x="3421761" y="3060535"/>
                  </a:lnTo>
                  <a:lnTo>
                    <a:pt x="3365827" y="3037211"/>
                  </a:lnTo>
                  <a:lnTo>
                    <a:pt x="3309791" y="3013325"/>
                  </a:lnTo>
                  <a:lnTo>
                    <a:pt x="3253698" y="2989170"/>
                  </a:lnTo>
                  <a:lnTo>
                    <a:pt x="3197615" y="2965058"/>
                  </a:lnTo>
                  <a:lnTo>
                    <a:pt x="3141602" y="2941294"/>
                  </a:lnTo>
                  <a:lnTo>
                    <a:pt x="3085699" y="2918166"/>
                  </a:lnTo>
                  <a:lnTo>
                    <a:pt x="3029893" y="2895932"/>
                  </a:lnTo>
                  <a:lnTo>
                    <a:pt x="2974108" y="2874802"/>
                  </a:lnTo>
                  <a:lnTo>
                    <a:pt x="2918183" y="2854941"/>
                  </a:lnTo>
                  <a:lnTo>
                    <a:pt x="2861851" y="2836456"/>
                  </a:lnTo>
                  <a:lnTo>
                    <a:pt x="2804725" y="2819406"/>
                  </a:lnTo>
                  <a:lnTo>
                    <a:pt x="2746270" y="2803797"/>
                  </a:lnTo>
                  <a:lnTo>
                    <a:pt x="2702183" y="2793257"/>
                  </a:lnTo>
                  <a:lnTo>
                    <a:pt x="2650293" y="2782177"/>
                  </a:lnTo>
                  <a:lnTo>
                    <a:pt x="2595950" y="2772059"/>
                  </a:lnTo>
                  <a:lnTo>
                    <a:pt x="2538471" y="2762868"/>
                  </a:lnTo>
                  <a:lnTo>
                    <a:pt x="2477104" y="2754538"/>
                  </a:lnTo>
                  <a:lnTo>
                    <a:pt x="2411071" y="2746992"/>
                  </a:lnTo>
                  <a:lnTo>
                    <a:pt x="2339607" y="2740146"/>
                  </a:lnTo>
                  <a:lnTo>
                    <a:pt x="2262018" y="2733925"/>
                  </a:lnTo>
                  <a:lnTo>
                    <a:pt x="2177744" y="2728262"/>
                  </a:lnTo>
                  <a:lnTo>
                    <a:pt x="2086452" y="2723100"/>
                  </a:lnTo>
                  <a:lnTo>
                    <a:pt x="1988159" y="2718397"/>
                  </a:lnTo>
                  <a:lnTo>
                    <a:pt x="1883364" y="2714124"/>
                  </a:lnTo>
                  <a:lnTo>
                    <a:pt x="1773200" y="2710264"/>
                  </a:lnTo>
                  <a:lnTo>
                    <a:pt x="1659558" y="2706813"/>
                  </a:lnTo>
                  <a:lnTo>
                    <a:pt x="1545140" y="2703776"/>
                  </a:lnTo>
                  <a:lnTo>
                    <a:pt x="1433396" y="2701161"/>
                  </a:lnTo>
                  <a:lnTo>
                    <a:pt x="1328281" y="2698975"/>
                  </a:lnTo>
                  <a:lnTo>
                    <a:pt x="1233830" y="2697217"/>
                  </a:lnTo>
                  <a:lnTo>
                    <a:pt x="1153597" y="2695873"/>
                  </a:lnTo>
                  <a:lnTo>
                    <a:pt x="1090067" y="2694910"/>
                  </a:lnTo>
                  <a:lnTo>
                    <a:pt x="1044179" y="2694277"/>
                  </a:lnTo>
                  <a:lnTo>
                    <a:pt x="1015090" y="2693912"/>
                  </a:lnTo>
                  <a:lnTo>
                    <a:pt x="1000193" y="2693741"/>
                  </a:lnTo>
                  <a:lnTo>
                    <a:pt x="995313" y="2693689"/>
                  </a:lnTo>
                  <a:lnTo>
                    <a:pt x="994940" y="2693685"/>
                  </a:lnTo>
                  <a:lnTo>
                    <a:pt x="0" y="2693685"/>
                  </a:lnTo>
                  <a:lnTo>
                    <a:pt x="0" y="26936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2" name="pg1271"/>
            <p:cNvSpPr/>
            <p:nvPr/>
          </p:nvSpPr>
          <p:spPr>
            <a:xfrm>
              <a:off x="1199187" y="2489136"/>
              <a:ext cx="12049831" cy="3107696"/>
            </a:xfrm>
            <a:custGeom>
              <a:avLst/>
              <a:pathLst>
                <a:path w="12049831" h="3107696">
                  <a:moveTo>
                    <a:pt x="0" y="2489301"/>
                  </a:moveTo>
                  <a:lnTo>
                    <a:pt x="994940" y="2489301"/>
                  </a:lnTo>
                  <a:lnTo>
                    <a:pt x="996073" y="2489312"/>
                  </a:lnTo>
                  <a:lnTo>
                    <a:pt x="1003553" y="2489396"/>
                  </a:lnTo>
                  <a:lnTo>
                    <a:pt x="1022509" y="2489628"/>
                  </a:lnTo>
                  <a:lnTo>
                    <a:pt x="1056652" y="2490085"/>
                  </a:lnTo>
                  <a:lnTo>
                    <a:pt x="1108050" y="2490840"/>
                  </a:lnTo>
                  <a:lnTo>
                    <a:pt x="1176981" y="2491956"/>
                  </a:lnTo>
                  <a:lnTo>
                    <a:pt x="1261982" y="2493478"/>
                  </a:lnTo>
                  <a:lnTo>
                    <a:pt x="1360177" y="2495435"/>
                  </a:lnTo>
                  <a:lnTo>
                    <a:pt x="1467798" y="2497837"/>
                  </a:lnTo>
                  <a:lnTo>
                    <a:pt x="1580778" y="2500681"/>
                  </a:lnTo>
                  <a:lnTo>
                    <a:pt x="1695285" y="2503960"/>
                  </a:lnTo>
                  <a:lnTo>
                    <a:pt x="1808086" y="2507664"/>
                  </a:lnTo>
                  <a:lnTo>
                    <a:pt x="1916732" y="2511791"/>
                  </a:lnTo>
                  <a:lnTo>
                    <a:pt x="2019580" y="2516350"/>
                  </a:lnTo>
                  <a:lnTo>
                    <a:pt x="2115710" y="2521362"/>
                  </a:lnTo>
                  <a:lnTo>
                    <a:pt x="2204788" y="2526862"/>
                  </a:lnTo>
                  <a:lnTo>
                    <a:pt x="2286923" y="2532897"/>
                  </a:lnTo>
                  <a:lnTo>
                    <a:pt x="2362528" y="2539529"/>
                  </a:lnTo>
                  <a:lnTo>
                    <a:pt x="2432215" y="2546832"/>
                  </a:lnTo>
                  <a:lnTo>
                    <a:pt x="2496706" y="2554887"/>
                  </a:lnTo>
                  <a:lnTo>
                    <a:pt x="2556774" y="2563777"/>
                  </a:lnTo>
                  <a:lnTo>
                    <a:pt x="2613193" y="2573583"/>
                  </a:lnTo>
                  <a:lnTo>
                    <a:pt x="2666699" y="2584365"/>
                  </a:lnTo>
                  <a:lnTo>
                    <a:pt x="2702183" y="2592366"/>
                  </a:lnTo>
                  <a:lnTo>
                    <a:pt x="2761937" y="2607416"/>
                  </a:lnTo>
                  <a:lnTo>
                    <a:pt x="2819863" y="2623932"/>
                  </a:lnTo>
                  <a:lnTo>
                    <a:pt x="2876622" y="2641936"/>
                  </a:lnTo>
                  <a:lnTo>
                    <a:pt x="2932704" y="2661409"/>
                  </a:lnTo>
                  <a:lnTo>
                    <a:pt x="2988460" y="2682278"/>
                  </a:lnTo>
                  <a:lnTo>
                    <a:pt x="3044127" y="2704415"/>
                  </a:lnTo>
                  <a:lnTo>
                    <a:pt x="3099841" y="2727641"/>
                  </a:lnTo>
                  <a:lnTo>
                    <a:pt x="3155662" y="2751725"/>
                  </a:lnTo>
                  <a:lnTo>
                    <a:pt x="3211585" y="2776392"/>
                  </a:lnTo>
                  <a:lnTo>
                    <a:pt x="3267565" y="2801342"/>
                  </a:lnTo>
                  <a:lnTo>
                    <a:pt x="3323537" y="2826255"/>
                  </a:lnTo>
                  <a:lnTo>
                    <a:pt x="3379439" y="2850815"/>
                  </a:lnTo>
                  <a:lnTo>
                    <a:pt x="3435234" y="2874726"/>
                  </a:lnTo>
                  <a:lnTo>
                    <a:pt x="3490930" y="2897723"/>
                  </a:lnTo>
                  <a:lnTo>
                    <a:pt x="3546602" y="2919586"/>
                  </a:lnTo>
                  <a:lnTo>
                    <a:pt x="3602408" y="2940146"/>
                  </a:lnTo>
                  <a:lnTo>
                    <a:pt x="3658608" y="2959289"/>
                  </a:lnTo>
                  <a:lnTo>
                    <a:pt x="3715584" y="2976955"/>
                  </a:lnTo>
                  <a:lnTo>
                    <a:pt x="3773861" y="2993133"/>
                  </a:lnTo>
                  <a:lnTo>
                    <a:pt x="3820202" y="3004630"/>
                  </a:lnTo>
                  <a:lnTo>
                    <a:pt x="3872089" y="3016098"/>
                  </a:lnTo>
                  <a:lnTo>
                    <a:pt x="3926428" y="3026571"/>
                  </a:lnTo>
                  <a:lnTo>
                    <a:pt x="3983903" y="3036084"/>
                  </a:lnTo>
                  <a:lnTo>
                    <a:pt x="4045265" y="3044705"/>
                  </a:lnTo>
                  <a:lnTo>
                    <a:pt x="4111294" y="3052517"/>
                  </a:lnTo>
                  <a:lnTo>
                    <a:pt x="4182751" y="3059602"/>
                  </a:lnTo>
                  <a:lnTo>
                    <a:pt x="4260333" y="3066041"/>
                  </a:lnTo>
                  <a:lnTo>
                    <a:pt x="4344599" y="3071903"/>
                  </a:lnTo>
                  <a:lnTo>
                    <a:pt x="4435881" y="3077246"/>
                  </a:lnTo>
                  <a:lnTo>
                    <a:pt x="4534165" y="3082114"/>
                  </a:lnTo>
                  <a:lnTo>
                    <a:pt x="4638949" y="3086537"/>
                  </a:lnTo>
                  <a:lnTo>
                    <a:pt x="4749103" y="3090532"/>
                  </a:lnTo>
                  <a:lnTo>
                    <a:pt x="4862737" y="3094104"/>
                  </a:lnTo>
                  <a:lnTo>
                    <a:pt x="4977149" y="3097248"/>
                  </a:lnTo>
                  <a:lnTo>
                    <a:pt x="5088890" y="3099956"/>
                  </a:lnTo>
                  <a:lnTo>
                    <a:pt x="5194007" y="3102219"/>
                  </a:lnTo>
                  <a:lnTo>
                    <a:pt x="5288465" y="3104038"/>
                  </a:lnTo>
                  <a:lnTo>
                    <a:pt x="5368709" y="3105430"/>
                  </a:lnTo>
                  <a:lnTo>
                    <a:pt x="5432255" y="3106428"/>
                  </a:lnTo>
                  <a:lnTo>
                    <a:pt x="5478161" y="3107082"/>
                  </a:lnTo>
                  <a:lnTo>
                    <a:pt x="5507268" y="3107461"/>
                  </a:lnTo>
                  <a:lnTo>
                    <a:pt x="5522180" y="3107638"/>
                  </a:lnTo>
                  <a:lnTo>
                    <a:pt x="5527070" y="3107692"/>
                  </a:lnTo>
                  <a:lnTo>
                    <a:pt x="5527445" y="3107696"/>
                  </a:lnTo>
                  <a:lnTo>
                    <a:pt x="6522385" y="3107696"/>
                  </a:lnTo>
                  <a:lnTo>
                    <a:pt x="6523451" y="3107640"/>
                  </a:lnTo>
                  <a:lnTo>
                    <a:pt x="6530490" y="3107245"/>
                  </a:lnTo>
                  <a:lnTo>
                    <a:pt x="6548358" y="3106154"/>
                  </a:lnTo>
                  <a:lnTo>
                    <a:pt x="6580614" y="3104004"/>
                  </a:lnTo>
                  <a:lnTo>
                    <a:pt x="6629320" y="3100447"/>
                  </a:lnTo>
                  <a:lnTo>
                    <a:pt x="6694896" y="3095183"/>
                  </a:lnTo>
                  <a:lnTo>
                    <a:pt x="6776142" y="3087985"/>
                  </a:lnTo>
                  <a:lnTo>
                    <a:pt x="6870511" y="3078710"/>
                  </a:lnTo>
                  <a:lnTo>
                    <a:pt x="6974555" y="3067298"/>
                  </a:lnTo>
                  <a:lnTo>
                    <a:pt x="7084464" y="3053751"/>
                  </a:lnTo>
                  <a:lnTo>
                    <a:pt x="7196562" y="3038108"/>
                  </a:lnTo>
                  <a:lnTo>
                    <a:pt x="7307668" y="3020410"/>
                  </a:lnTo>
                  <a:lnTo>
                    <a:pt x="7415301" y="3000676"/>
                  </a:lnTo>
                  <a:lnTo>
                    <a:pt x="7517724" y="2978881"/>
                  </a:lnTo>
                  <a:lnTo>
                    <a:pt x="7613897" y="2954946"/>
                  </a:lnTo>
                  <a:lnTo>
                    <a:pt x="7703355" y="2928726"/>
                  </a:lnTo>
                  <a:lnTo>
                    <a:pt x="7786082" y="2900014"/>
                  </a:lnTo>
                  <a:lnTo>
                    <a:pt x="7862380" y="2868540"/>
                  </a:lnTo>
                  <a:lnTo>
                    <a:pt x="7932767" y="2833979"/>
                  </a:lnTo>
                  <a:lnTo>
                    <a:pt x="7997890" y="2795959"/>
                  </a:lnTo>
                  <a:lnTo>
                    <a:pt x="8058460" y="2754087"/>
                  </a:lnTo>
                  <a:lnTo>
                    <a:pt x="8115211" y="2707972"/>
                  </a:lnTo>
                  <a:lnTo>
                    <a:pt x="8168852" y="2657279"/>
                  </a:lnTo>
                  <a:lnTo>
                    <a:pt x="8220040" y="2601810"/>
                  </a:lnTo>
                  <a:lnTo>
                    <a:pt x="8229629" y="2590620"/>
                  </a:lnTo>
                  <a:lnTo>
                    <a:pt x="8272390" y="2537611"/>
                  </a:lnTo>
                  <a:lnTo>
                    <a:pt x="8314114" y="2480909"/>
                  </a:lnTo>
                  <a:lnTo>
                    <a:pt x="8355069" y="2420436"/>
                  </a:lnTo>
                  <a:lnTo>
                    <a:pt x="8395475" y="2356172"/>
                  </a:lnTo>
                  <a:lnTo>
                    <a:pt x="8435507" y="2288153"/>
                  </a:lnTo>
                  <a:lnTo>
                    <a:pt x="8475307" y="2216483"/>
                  </a:lnTo>
                  <a:lnTo>
                    <a:pt x="8514981" y="2141332"/>
                  </a:lnTo>
                  <a:lnTo>
                    <a:pt x="8554611" y="2062942"/>
                  </a:lnTo>
                  <a:lnTo>
                    <a:pt x="8594250" y="1981625"/>
                  </a:lnTo>
                  <a:lnTo>
                    <a:pt x="8633931" y="1897759"/>
                  </a:lnTo>
                  <a:lnTo>
                    <a:pt x="8673669" y="1811787"/>
                  </a:lnTo>
                  <a:lnTo>
                    <a:pt x="8713461" y="1724201"/>
                  </a:lnTo>
                  <a:lnTo>
                    <a:pt x="8753295" y="1635539"/>
                  </a:lnTo>
                  <a:lnTo>
                    <a:pt x="8793151" y="1546364"/>
                  </a:lnTo>
                  <a:lnTo>
                    <a:pt x="8833004" y="1457254"/>
                  </a:lnTo>
                  <a:lnTo>
                    <a:pt x="8872830" y="1368787"/>
                  </a:lnTo>
                  <a:lnTo>
                    <a:pt x="8912611" y="1281521"/>
                  </a:lnTo>
                  <a:lnTo>
                    <a:pt x="8952335" y="1195984"/>
                  </a:lnTo>
                  <a:lnTo>
                    <a:pt x="8992005" y="1112659"/>
                  </a:lnTo>
                  <a:lnTo>
                    <a:pt x="9031639" y="1031974"/>
                  </a:lnTo>
                  <a:lnTo>
                    <a:pt x="9071273" y="954292"/>
                  </a:lnTo>
                  <a:lnTo>
                    <a:pt x="9110968" y="879911"/>
                  </a:lnTo>
                  <a:lnTo>
                    <a:pt x="9150810" y="809055"/>
                  </a:lnTo>
                  <a:lnTo>
                    <a:pt x="9190913" y="741880"/>
                  </a:lnTo>
                  <a:lnTo>
                    <a:pt x="9231426" y="678473"/>
                  </a:lnTo>
                  <a:lnTo>
                    <a:pt x="9272535" y="618859"/>
                  </a:lnTo>
                  <a:lnTo>
                    <a:pt x="9314468" y="563001"/>
                  </a:lnTo>
                  <a:lnTo>
                    <a:pt x="9347647" y="522316"/>
                  </a:lnTo>
                  <a:lnTo>
                    <a:pt x="9398432" y="465926"/>
                  </a:lnTo>
                  <a:lnTo>
                    <a:pt x="9451554" y="414326"/>
                  </a:lnTo>
                  <a:lnTo>
                    <a:pt x="9507654" y="367356"/>
                  </a:lnTo>
                  <a:lnTo>
                    <a:pt x="9567435" y="324699"/>
                  </a:lnTo>
                  <a:lnTo>
                    <a:pt x="9631628" y="285971"/>
                  </a:lnTo>
                  <a:lnTo>
                    <a:pt x="9700952" y="250776"/>
                  </a:lnTo>
                  <a:lnTo>
                    <a:pt x="9776071" y="218736"/>
                  </a:lnTo>
                  <a:lnTo>
                    <a:pt x="9857533" y="189517"/>
                  </a:lnTo>
                  <a:lnTo>
                    <a:pt x="9945690" y="162837"/>
                  </a:lnTo>
                  <a:lnTo>
                    <a:pt x="10040595" y="138477"/>
                  </a:lnTo>
                  <a:lnTo>
                    <a:pt x="10141880" y="116280"/>
                  </a:lnTo>
                  <a:lnTo>
                    <a:pt x="10248625" y="96154"/>
                  </a:lnTo>
                  <a:lnTo>
                    <a:pt x="10359234" y="78065"/>
                  </a:lnTo>
                  <a:lnTo>
                    <a:pt x="10471368" y="62025"/>
                  </a:lnTo>
                  <a:lnTo>
                    <a:pt x="10581971" y="48072"/>
                  </a:lnTo>
                  <a:lnTo>
                    <a:pt x="10687438" y="36249"/>
                  </a:lnTo>
                  <a:lnTo>
                    <a:pt x="10783950" y="26566"/>
                  </a:lnTo>
                  <a:lnTo>
                    <a:pt x="10867946" y="18978"/>
                  </a:lnTo>
                  <a:lnTo>
                    <a:pt x="10936667" y="13358"/>
                  </a:lnTo>
                  <a:lnTo>
                    <a:pt x="10988630" y="9495"/>
                  </a:lnTo>
                  <a:lnTo>
                    <a:pt x="11023931" y="7101"/>
                  </a:lnTo>
                  <a:lnTo>
                    <a:pt x="11044327" y="5835"/>
                  </a:lnTo>
                  <a:lnTo>
                    <a:pt x="11053105" y="533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6" y="55"/>
                  </a:lnTo>
                  <a:lnTo>
                    <a:pt x="11046787" y="450"/>
                  </a:lnTo>
                  <a:lnTo>
                    <a:pt x="11028919" y="1541"/>
                  </a:lnTo>
                  <a:lnTo>
                    <a:pt x="10996663" y="3691"/>
                  </a:lnTo>
                  <a:lnTo>
                    <a:pt x="10947956" y="7248"/>
                  </a:lnTo>
                  <a:lnTo>
                    <a:pt x="10882381" y="12512"/>
                  </a:lnTo>
                  <a:lnTo>
                    <a:pt x="10801135" y="19710"/>
                  </a:lnTo>
                  <a:lnTo>
                    <a:pt x="10706766" y="28985"/>
                  </a:lnTo>
                  <a:lnTo>
                    <a:pt x="10602721" y="40397"/>
                  </a:lnTo>
                  <a:lnTo>
                    <a:pt x="10492812" y="53944"/>
                  </a:lnTo>
                  <a:lnTo>
                    <a:pt x="10380714" y="69587"/>
                  </a:lnTo>
                  <a:lnTo>
                    <a:pt x="10269608" y="87286"/>
                  </a:lnTo>
                  <a:lnTo>
                    <a:pt x="10161976" y="107019"/>
                  </a:lnTo>
                  <a:lnTo>
                    <a:pt x="10059552" y="128814"/>
                  </a:lnTo>
                  <a:lnTo>
                    <a:pt x="9963380" y="152749"/>
                  </a:lnTo>
                  <a:lnTo>
                    <a:pt x="9873921" y="178969"/>
                  </a:lnTo>
                  <a:lnTo>
                    <a:pt x="9791195" y="207681"/>
                  </a:lnTo>
                  <a:lnTo>
                    <a:pt x="9714896" y="239155"/>
                  </a:lnTo>
                  <a:lnTo>
                    <a:pt x="9644509" y="273716"/>
                  </a:lnTo>
                  <a:lnTo>
                    <a:pt x="9579387" y="311736"/>
                  </a:lnTo>
                  <a:lnTo>
                    <a:pt x="9518816" y="353608"/>
                  </a:lnTo>
                  <a:lnTo>
                    <a:pt x="9462066" y="399723"/>
                  </a:lnTo>
                  <a:lnTo>
                    <a:pt x="9408424" y="450416"/>
                  </a:lnTo>
                  <a:lnTo>
                    <a:pt x="9357236" y="505885"/>
                  </a:lnTo>
                  <a:lnTo>
                    <a:pt x="9347647" y="517075"/>
                  </a:lnTo>
                  <a:lnTo>
                    <a:pt x="9304887" y="570084"/>
                  </a:lnTo>
                  <a:lnTo>
                    <a:pt x="9263163" y="626786"/>
                  </a:lnTo>
                  <a:lnTo>
                    <a:pt x="9222207" y="687259"/>
                  </a:lnTo>
                  <a:lnTo>
                    <a:pt x="9181802" y="751523"/>
                  </a:lnTo>
                  <a:lnTo>
                    <a:pt x="9141769" y="819542"/>
                  </a:lnTo>
                  <a:lnTo>
                    <a:pt x="9101970" y="891212"/>
                  </a:lnTo>
                  <a:lnTo>
                    <a:pt x="9062295" y="966363"/>
                  </a:lnTo>
                  <a:lnTo>
                    <a:pt x="9022666" y="1044753"/>
                  </a:lnTo>
                  <a:lnTo>
                    <a:pt x="8983026" y="1126070"/>
                  </a:lnTo>
                  <a:lnTo>
                    <a:pt x="8943345" y="1209936"/>
                  </a:lnTo>
                  <a:lnTo>
                    <a:pt x="8903608" y="1295908"/>
                  </a:lnTo>
                  <a:lnTo>
                    <a:pt x="8863815" y="1383494"/>
                  </a:lnTo>
                  <a:lnTo>
                    <a:pt x="8823981" y="1472156"/>
                  </a:lnTo>
                  <a:lnTo>
                    <a:pt x="8784125" y="1561331"/>
                  </a:lnTo>
                  <a:lnTo>
                    <a:pt x="8744272" y="1650441"/>
                  </a:lnTo>
                  <a:lnTo>
                    <a:pt x="8704446" y="1738908"/>
                  </a:lnTo>
                  <a:lnTo>
                    <a:pt x="8664665" y="1826174"/>
                  </a:lnTo>
                  <a:lnTo>
                    <a:pt x="8624941" y="1911711"/>
                  </a:lnTo>
                  <a:lnTo>
                    <a:pt x="8585271" y="1995036"/>
                  </a:lnTo>
                  <a:lnTo>
                    <a:pt x="8545638" y="2075721"/>
                  </a:lnTo>
                  <a:lnTo>
                    <a:pt x="8506004" y="2153403"/>
                  </a:lnTo>
                  <a:lnTo>
                    <a:pt x="8466309" y="2227784"/>
                  </a:lnTo>
                  <a:lnTo>
                    <a:pt x="8426467" y="2298640"/>
                  </a:lnTo>
                  <a:lnTo>
                    <a:pt x="8386364" y="2365815"/>
                  </a:lnTo>
                  <a:lnTo>
                    <a:pt x="8345850" y="2429222"/>
                  </a:lnTo>
                  <a:lnTo>
                    <a:pt x="8304742" y="2488836"/>
                  </a:lnTo>
                  <a:lnTo>
                    <a:pt x="8262809" y="2544694"/>
                  </a:lnTo>
                  <a:lnTo>
                    <a:pt x="8229629" y="2585379"/>
                  </a:lnTo>
                  <a:lnTo>
                    <a:pt x="8178844" y="2641770"/>
                  </a:lnTo>
                  <a:lnTo>
                    <a:pt x="8125722" y="2693369"/>
                  </a:lnTo>
                  <a:lnTo>
                    <a:pt x="8069622" y="2740339"/>
                  </a:lnTo>
                  <a:lnTo>
                    <a:pt x="8009841" y="2782996"/>
                  </a:lnTo>
                  <a:lnTo>
                    <a:pt x="7945648" y="2821724"/>
                  </a:lnTo>
                  <a:lnTo>
                    <a:pt x="7876324" y="2856919"/>
                  </a:lnTo>
                  <a:lnTo>
                    <a:pt x="7801205" y="2888959"/>
                  </a:lnTo>
                  <a:lnTo>
                    <a:pt x="7719743" y="2918178"/>
                  </a:lnTo>
                  <a:lnTo>
                    <a:pt x="7631587" y="2944858"/>
                  </a:lnTo>
                  <a:lnTo>
                    <a:pt x="7536682" y="2969218"/>
                  </a:lnTo>
                  <a:lnTo>
                    <a:pt x="7435396" y="2991415"/>
                  </a:lnTo>
                  <a:lnTo>
                    <a:pt x="7328651" y="3011541"/>
                  </a:lnTo>
                  <a:lnTo>
                    <a:pt x="7218042" y="3029630"/>
                  </a:lnTo>
                  <a:lnTo>
                    <a:pt x="7105908" y="3045670"/>
                  </a:lnTo>
                  <a:lnTo>
                    <a:pt x="6995305" y="3059623"/>
                  </a:lnTo>
                  <a:lnTo>
                    <a:pt x="6889838" y="3071446"/>
                  </a:lnTo>
                  <a:lnTo>
                    <a:pt x="6793327" y="3081129"/>
                  </a:lnTo>
                  <a:lnTo>
                    <a:pt x="6709330" y="3088717"/>
                  </a:lnTo>
                  <a:lnTo>
                    <a:pt x="6640609" y="3094337"/>
                  </a:lnTo>
                  <a:lnTo>
                    <a:pt x="6588647" y="3098200"/>
                  </a:lnTo>
                  <a:lnTo>
                    <a:pt x="6553345" y="3100594"/>
                  </a:lnTo>
                  <a:lnTo>
                    <a:pt x="6532949" y="3101860"/>
                  </a:lnTo>
                  <a:lnTo>
                    <a:pt x="6524172" y="3102361"/>
                  </a:lnTo>
                  <a:lnTo>
                    <a:pt x="6522385" y="3102455"/>
                  </a:lnTo>
                  <a:lnTo>
                    <a:pt x="5527445" y="3102455"/>
                  </a:lnTo>
                  <a:lnTo>
                    <a:pt x="5526312" y="3102443"/>
                  </a:lnTo>
                  <a:lnTo>
                    <a:pt x="5518832" y="3102359"/>
                  </a:lnTo>
                  <a:lnTo>
                    <a:pt x="5499876" y="3102127"/>
                  </a:lnTo>
                  <a:lnTo>
                    <a:pt x="5465733" y="3101671"/>
                  </a:lnTo>
                  <a:lnTo>
                    <a:pt x="5414335" y="3100916"/>
                  </a:lnTo>
                  <a:lnTo>
                    <a:pt x="5345404" y="3099800"/>
                  </a:lnTo>
                  <a:lnTo>
                    <a:pt x="5260403" y="3098278"/>
                  </a:lnTo>
                  <a:lnTo>
                    <a:pt x="5162208" y="3096321"/>
                  </a:lnTo>
                  <a:lnTo>
                    <a:pt x="5054587" y="3093919"/>
                  </a:lnTo>
                  <a:lnTo>
                    <a:pt x="4941607" y="3091074"/>
                  </a:lnTo>
                  <a:lnTo>
                    <a:pt x="4827100" y="3087796"/>
                  </a:lnTo>
                  <a:lnTo>
                    <a:pt x="4714299" y="3084092"/>
                  </a:lnTo>
                  <a:lnTo>
                    <a:pt x="4605653" y="3079964"/>
                  </a:lnTo>
                  <a:lnTo>
                    <a:pt x="4502805" y="3075405"/>
                  </a:lnTo>
                  <a:lnTo>
                    <a:pt x="4406675" y="3070393"/>
                  </a:lnTo>
                  <a:lnTo>
                    <a:pt x="4317597" y="3064894"/>
                  </a:lnTo>
                  <a:lnTo>
                    <a:pt x="4235462" y="3058859"/>
                  </a:lnTo>
                  <a:lnTo>
                    <a:pt x="4159857" y="3052226"/>
                  </a:lnTo>
                  <a:lnTo>
                    <a:pt x="4090170" y="3044923"/>
                  </a:lnTo>
                  <a:lnTo>
                    <a:pt x="4025679" y="3036869"/>
                  </a:lnTo>
                  <a:lnTo>
                    <a:pt x="3965611" y="3027978"/>
                  </a:lnTo>
                  <a:lnTo>
                    <a:pt x="3909192" y="3018172"/>
                  </a:lnTo>
                  <a:lnTo>
                    <a:pt x="3855686" y="3007391"/>
                  </a:lnTo>
                  <a:lnTo>
                    <a:pt x="3820202" y="2999389"/>
                  </a:lnTo>
                  <a:lnTo>
                    <a:pt x="3760448" y="2984339"/>
                  </a:lnTo>
                  <a:lnTo>
                    <a:pt x="3702522" y="2967824"/>
                  </a:lnTo>
                  <a:lnTo>
                    <a:pt x="3645763" y="2949819"/>
                  </a:lnTo>
                  <a:lnTo>
                    <a:pt x="3589681" y="2930346"/>
                  </a:lnTo>
                  <a:lnTo>
                    <a:pt x="3533925" y="2909478"/>
                  </a:lnTo>
                  <a:lnTo>
                    <a:pt x="3478258" y="2887340"/>
                  </a:lnTo>
                  <a:lnTo>
                    <a:pt x="3422544" y="2864114"/>
                  </a:lnTo>
                  <a:lnTo>
                    <a:pt x="3366723" y="2840031"/>
                  </a:lnTo>
                  <a:lnTo>
                    <a:pt x="3310800" y="2815363"/>
                  </a:lnTo>
                  <a:lnTo>
                    <a:pt x="3254820" y="2790414"/>
                  </a:lnTo>
                  <a:lnTo>
                    <a:pt x="3198848" y="2765501"/>
                  </a:lnTo>
                  <a:lnTo>
                    <a:pt x="3142946" y="2740940"/>
                  </a:lnTo>
                  <a:lnTo>
                    <a:pt x="3087151" y="2717029"/>
                  </a:lnTo>
                  <a:lnTo>
                    <a:pt x="3031455" y="2694033"/>
                  </a:lnTo>
                  <a:lnTo>
                    <a:pt x="2975783" y="2672170"/>
                  </a:lnTo>
                  <a:lnTo>
                    <a:pt x="2919977" y="2651610"/>
                  </a:lnTo>
                  <a:lnTo>
                    <a:pt x="2863777" y="2632467"/>
                  </a:lnTo>
                  <a:lnTo>
                    <a:pt x="2806801" y="2614801"/>
                  </a:lnTo>
                  <a:lnTo>
                    <a:pt x="2748524" y="2598623"/>
                  </a:lnTo>
                  <a:lnTo>
                    <a:pt x="2702183" y="2587126"/>
                  </a:lnTo>
                  <a:lnTo>
                    <a:pt x="2650296" y="2575657"/>
                  </a:lnTo>
                  <a:lnTo>
                    <a:pt x="2595957" y="2565184"/>
                  </a:lnTo>
                  <a:lnTo>
                    <a:pt x="2538482" y="2555671"/>
                  </a:lnTo>
                  <a:lnTo>
                    <a:pt x="2477120" y="2547050"/>
                  </a:lnTo>
                  <a:lnTo>
                    <a:pt x="2411091" y="2539239"/>
                  </a:lnTo>
                  <a:lnTo>
                    <a:pt x="2339634" y="2532153"/>
                  </a:lnTo>
                  <a:lnTo>
                    <a:pt x="2262052" y="2525714"/>
                  </a:lnTo>
                  <a:lnTo>
                    <a:pt x="2177786" y="2519852"/>
                  </a:lnTo>
                  <a:lnTo>
                    <a:pt x="2086504" y="2514510"/>
                  </a:lnTo>
                  <a:lnTo>
                    <a:pt x="1988220" y="2509642"/>
                  </a:lnTo>
                  <a:lnTo>
                    <a:pt x="1883436" y="2505219"/>
                  </a:lnTo>
                  <a:lnTo>
                    <a:pt x="1773282" y="2501223"/>
                  </a:lnTo>
                  <a:lnTo>
                    <a:pt x="1659648" y="2497651"/>
                  </a:lnTo>
                  <a:lnTo>
                    <a:pt x="1545236" y="2494507"/>
                  </a:lnTo>
                  <a:lnTo>
                    <a:pt x="1433495" y="2491800"/>
                  </a:lnTo>
                  <a:lnTo>
                    <a:pt x="1328378" y="2489537"/>
                  </a:lnTo>
                  <a:lnTo>
                    <a:pt x="1233920" y="2487717"/>
                  </a:lnTo>
                  <a:lnTo>
                    <a:pt x="1153676" y="2486325"/>
                  </a:lnTo>
                  <a:lnTo>
                    <a:pt x="1090130" y="2485328"/>
                  </a:lnTo>
                  <a:lnTo>
                    <a:pt x="1044224" y="2484673"/>
                  </a:lnTo>
                  <a:lnTo>
                    <a:pt x="1015117" y="2484295"/>
                  </a:lnTo>
                  <a:lnTo>
                    <a:pt x="1000205" y="2484117"/>
                  </a:lnTo>
                  <a:lnTo>
                    <a:pt x="995315" y="2484064"/>
                  </a:lnTo>
                  <a:lnTo>
                    <a:pt x="994940" y="2484060"/>
                  </a:lnTo>
                  <a:lnTo>
                    <a:pt x="0" y="2484060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73" name="pl1272"/>
            <p:cNvSpPr/>
            <p:nvPr/>
          </p:nvSpPr>
          <p:spPr>
            <a:xfrm>
              <a:off x="1199187" y="2494377"/>
              <a:ext cx="12049831" cy="3102455"/>
            </a:xfrm>
            <a:custGeom>
              <a:avLst/>
              <a:pathLst>
                <a:path w="12049831" h="3102455">
                  <a:moveTo>
                    <a:pt x="0" y="2484060"/>
                  </a:moveTo>
                  <a:lnTo>
                    <a:pt x="994940" y="2484060"/>
                  </a:lnTo>
                  <a:lnTo>
                    <a:pt x="996073" y="2484072"/>
                  </a:lnTo>
                  <a:lnTo>
                    <a:pt x="1003553" y="2484156"/>
                  </a:lnTo>
                  <a:lnTo>
                    <a:pt x="1022509" y="2484388"/>
                  </a:lnTo>
                  <a:lnTo>
                    <a:pt x="1056652" y="2484844"/>
                  </a:lnTo>
                  <a:lnTo>
                    <a:pt x="1108050" y="2485599"/>
                  </a:lnTo>
                  <a:lnTo>
                    <a:pt x="1176981" y="2486715"/>
                  </a:lnTo>
                  <a:lnTo>
                    <a:pt x="1261982" y="2488237"/>
                  </a:lnTo>
                  <a:lnTo>
                    <a:pt x="1360177" y="2490194"/>
                  </a:lnTo>
                  <a:lnTo>
                    <a:pt x="1467798" y="2492596"/>
                  </a:lnTo>
                  <a:lnTo>
                    <a:pt x="1580778" y="2495441"/>
                  </a:lnTo>
                  <a:lnTo>
                    <a:pt x="1695285" y="2498719"/>
                  </a:lnTo>
                  <a:lnTo>
                    <a:pt x="1808086" y="2502423"/>
                  </a:lnTo>
                  <a:lnTo>
                    <a:pt x="1916732" y="2506551"/>
                  </a:lnTo>
                  <a:lnTo>
                    <a:pt x="2019580" y="2511110"/>
                  </a:lnTo>
                  <a:lnTo>
                    <a:pt x="2115710" y="2516122"/>
                  </a:lnTo>
                  <a:lnTo>
                    <a:pt x="2204788" y="2521621"/>
                  </a:lnTo>
                  <a:lnTo>
                    <a:pt x="2286923" y="2527656"/>
                  </a:lnTo>
                  <a:lnTo>
                    <a:pt x="2362528" y="2534289"/>
                  </a:lnTo>
                  <a:lnTo>
                    <a:pt x="2432215" y="2541591"/>
                  </a:lnTo>
                  <a:lnTo>
                    <a:pt x="2496706" y="2549646"/>
                  </a:lnTo>
                  <a:lnTo>
                    <a:pt x="2556774" y="2558537"/>
                  </a:lnTo>
                  <a:lnTo>
                    <a:pt x="2613193" y="2568343"/>
                  </a:lnTo>
                  <a:lnTo>
                    <a:pt x="2666699" y="2579124"/>
                  </a:lnTo>
                  <a:lnTo>
                    <a:pt x="2702183" y="2587126"/>
                  </a:lnTo>
                  <a:lnTo>
                    <a:pt x="2761937" y="2602176"/>
                  </a:lnTo>
                  <a:lnTo>
                    <a:pt x="2819863" y="2618691"/>
                  </a:lnTo>
                  <a:lnTo>
                    <a:pt x="2876622" y="2636696"/>
                  </a:lnTo>
                  <a:lnTo>
                    <a:pt x="2932704" y="2656169"/>
                  </a:lnTo>
                  <a:lnTo>
                    <a:pt x="2988460" y="2677037"/>
                  </a:lnTo>
                  <a:lnTo>
                    <a:pt x="3044127" y="2699175"/>
                  </a:lnTo>
                  <a:lnTo>
                    <a:pt x="3099841" y="2722400"/>
                  </a:lnTo>
                  <a:lnTo>
                    <a:pt x="3155662" y="2746484"/>
                  </a:lnTo>
                  <a:lnTo>
                    <a:pt x="3211585" y="2771152"/>
                  </a:lnTo>
                  <a:lnTo>
                    <a:pt x="3267565" y="2796101"/>
                  </a:lnTo>
                  <a:lnTo>
                    <a:pt x="3323537" y="2821014"/>
                  </a:lnTo>
                  <a:lnTo>
                    <a:pt x="3379439" y="2845575"/>
                  </a:lnTo>
                  <a:lnTo>
                    <a:pt x="3435234" y="2869486"/>
                  </a:lnTo>
                  <a:lnTo>
                    <a:pt x="3490930" y="2892482"/>
                  </a:lnTo>
                  <a:lnTo>
                    <a:pt x="3546602" y="2914345"/>
                  </a:lnTo>
                  <a:lnTo>
                    <a:pt x="3602408" y="2934905"/>
                  </a:lnTo>
                  <a:lnTo>
                    <a:pt x="3658608" y="2954048"/>
                  </a:lnTo>
                  <a:lnTo>
                    <a:pt x="3715584" y="2971714"/>
                  </a:lnTo>
                  <a:lnTo>
                    <a:pt x="3773861" y="2987892"/>
                  </a:lnTo>
                  <a:lnTo>
                    <a:pt x="3820202" y="2999389"/>
                  </a:lnTo>
                  <a:lnTo>
                    <a:pt x="3872089" y="3010858"/>
                  </a:lnTo>
                  <a:lnTo>
                    <a:pt x="3926428" y="3021330"/>
                  </a:lnTo>
                  <a:lnTo>
                    <a:pt x="3983903" y="3030843"/>
                  </a:lnTo>
                  <a:lnTo>
                    <a:pt x="4045265" y="3039465"/>
                  </a:lnTo>
                  <a:lnTo>
                    <a:pt x="4111294" y="3047276"/>
                  </a:lnTo>
                  <a:lnTo>
                    <a:pt x="4182751" y="3054362"/>
                  </a:lnTo>
                  <a:lnTo>
                    <a:pt x="4260333" y="3060801"/>
                  </a:lnTo>
                  <a:lnTo>
                    <a:pt x="4344599" y="3066663"/>
                  </a:lnTo>
                  <a:lnTo>
                    <a:pt x="4435881" y="3072005"/>
                  </a:lnTo>
                  <a:lnTo>
                    <a:pt x="4534165" y="3076873"/>
                  </a:lnTo>
                  <a:lnTo>
                    <a:pt x="4638949" y="3081296"/>
                  </a:lnTo>
                  <a:lnTo>
                    <a:pt x="4749103" y="3085292"/>
                  </a:lnTo>
                  <a:lnTo>
                    <a:pt x="4862737" y="3088864"/>
                  </a:lnTo>
                  <a:lnTo>
                    <a:pt x="4977149" y="3092008"/>
                  </a:lnTo>
                  <a:lnTo>
                    <a:pt x="5088890" y="3094715"/>
                  </a:lnTo>
                  <a:lnTo>
                    <a:pt x="5194007" y="3096978"/>
                  </a:lnTo>
                  <a:lnTo>
                    <a:pt x="5288465" y="3098798"/>
                  </a:lnTo>
                  <a:lnTo>
                    <a:pt x="5368709" y="3100190"/>
                  </a:lnTo>
                  <a:lnTo>
                    <a:pt x="5432255" y="3101187"/>
                  </a:lnTo>
                  <a:lnTo>
                    <a:pt x="5478161" y="3101842"/>
                  </a:lnTo>
                  <a:lnTo>
                    <a:pt x="5507268" y="3102220"/>
                  </a:lnTo>
                  <a:lnTo>
                    <a:pt x="5522180" y="3102398"/>
                  </a:lnTo>
                  <a:lnTo>
                    <a:pt x="5527070" y="3102451"/>
                  </a:lnTo>
                  <a:lnTo>
                    <a:pt x="5527445" y="3102455"/>
                  </a:lnTo>
                  <a:lnTo>
                    <a:pt x="6522385" y="3102455"/>
                  </a:lnTo>
                  <a:lnTo>
                    <a:pt x="6523451" y="3102399"/>
                  </a:lnTo>
                  <a:lnTo>
                    <a:pt x="6530490" y="3102004"/>
                  </a:lnTo>
                  <a:lnTo>
                    <a:pt x="6548358" y="3100914"/>
                  </a:lnTo>
                  <a:lnTo>
                    <a:pt x="6580614" y="3098763"/>
                  </a:lnTo>
                  <a:lnTo>
                    <a:pt x="6629320" y="3095206"/>
                  </a:lnTo>
                  <a:lnTo>
                    <a:pt x="6694896" y="3089942"/>
                  </a:lnTo>
                  <a:lnTo>
                    <a:pt x="6776142" y="3082744"/>
                  </a:lnTo>
                  <a:lnTo>
                    <a:pt x="6870511" y="3073469"/>
                  </a:lnTo>
                  <a:lnTo>
                    <a:pt x="6974555" y="3062057"/>
                  </a:lnTo>
                  <a:lnTo>
                    <a:pt x="7084464" y="3048510"/>
                  </a:lnTo>
                  <a:lnTo>
                    <a:pt x="7196562" y="3032867"/>
                  </a:lnTo>
                  <a:lnTo>
                    <a:pt x="7307668" y="3015169"/>
                  </a:lnTo>
                  <a:lnTo>
                    <a:pt x="7415301" y="2995435"/>
                  </a:lnTo>
                  <a:lnTo>
                    <a:pt x="7517724" y="2973641"/>
                  </a:lnTo>
                  <a:lnTo>
                    <a:pt x="7613897" y="2949706"/>
                  </a:lnTo>
                  <a:lnTo>
                    <a:pt x="7703355" y="2923486"/>
                  </a:lnTo>
                  <a:lnTo>
                    <a:pt x="7786082" y="2894774"/>
                  </a:lnTo>
                  <a:lnTo>
                    <a:pt x="7862380" y="2863300"/>
                  </a:lnTo>
                  <a:lnTo>
                    <a:pt x="7932767" y="2828738"/>
                  </a:lnTo>
                  <a:lnTo>
                    <a:pt x="7997890" y="2790719"/>
                  </a:lnTo>
                  <a:lnTo>
                    <a:pt x="8058460" y="2748847"/>
                  </a:lnTo>
                  <a:lnTo>
                    <a:pt x="8115211" y="2702731"/>
                  </a:lnTo>
                  <a:lnTo>
                    <a:pt x="8168852" y="2652039"/>
                  </a:lnTo>
                  <a:lnTo>
                    <a:pt x="8220040" y="2596569"/>
                  </a:lnTo>
                  <a:lnTo>
                    <a:pt x="8229629" y="2585379"/>
                  </a:lnTo>
                  <a:lnTo>
                    <a:pt x="8272390" y="2532371"/>
                  </a:lnTo>
                  <a:lnTo>
                    <a:pt x="8314114" y="2475668"/>
                  </a:lnTo>
                  <a:lnTo>
                    <a:pt x="8355069" y="2415196"/>
                  </a:lnTo>
                  <a:lnTo>
                    <a:pt x="8395475" y="2350931"/>
                  </a:lnTo>
                  <a:lnTo>
                    <a:pt x="8435507" y="2282913"/>
                  </a:lnTo>
                  <a:lnTo>
                    <a:pt x="8475307" y="2211243"/>
                  </a:lnTo>
                  <a:lnTo>
                    <a:pt x="8514981" y="2136092"/>
                  </a:lnTo>
                  <a:lnTo>
                    <a:pt x="8554611" y="2057702"/>
                  </a:lnTo>
                  <a:lnTo>
                    <a:pt x="8594250" y="1976384"/>
                  </a:lnTo>
                  <a:lnTo>
                    <a:pt x="8633931" y="1892519"/>
                  </a:lnTo>
                  <a:lnTo>
                    <a:pt x="8673669" y="1806546"/>
                  </a:lnTo>
                  <a:lnTo>
                    <a:pt x="8713461" y="1718961"/>
                  </a:lnTo>
                  <a:lnTo>
                    <a:pt x="8753295" y="1630298"/>
                  </a:lnTo>
                  <a:lnTo>
                    <a:pt x="8793151" y="1541123"/>
                  </a:lnTo>
                  <a:lnTo>
                    <a:pt x="8833004" y="1452013"/>
                  </a:lnTo>
                  <a:lnTo>
                    <a:pt x="8872830" y="1363546"/>
                  </a:lnTo>
                  <a:lnTo>
                    <a:pt x="8912611" y="1276280"/>
                  </a:lnTo>
                  <a:lnTo>
                    <a:pt x="8952335" y="1190743"/>
                  </a:lnTo>
                  <a:lnTo>
                    <a:pt x="8992005" y="1107419"/>
                  </a:lnTo>
                  <a:lnTo>
                    <a:pt x="9031639" y="1026733"/>
                  </a:lnTo>
                  <a:lnTo>
                    <a:pt x="9071273" y="949052"/>
                  </a:lnTo>
                  <a:lnTo>
                    <a:pt x="9110968" y="874670"/>
                  </a:lnTo>
                  <a:lnTo>
                    <a:pt x="9150810" y="803815"/>
                  </a:lnTo>
                  <a:lnTo>
                    <a:pt x="9190913" y="736640"/>
                  </a:lnTo>
                  <a:lnTo>
                    <a:pt x="9231426" y="673233"/>
                  </a:lnTo>
                  <a:lnTo>
                    <a:pt x="9272535" y="613618"/>
                  </a:lnTo>
                  <a:lnTo>
                    <a:pt x="9314468" y="557760"/>
                  </a:lnTo>
                  <a:lnTo>
                    <a:pt x="9347647" y="517075"/>
                  </a:lnTo>
                  <a:lnTo>
                    <a:pt x="9398432" y="460685"/>
                  </a:lnTo>
                  <a:lnTo>
                    <a:pt x="9451554" y="409086"/>
                  </a:lnTo>
                  <a:lnTo>
                    <a:pt x="9507654" y="362115"/>
                  </a:lnTo>
                  <a:lnTo>
                    <a:pt x="9567435" y="319458"/>
                  </a:lnTo>
                  <a:lnTo>
                    <a:pt x="9631628" y="280731"/>
                  </a:lnTo>
                  <a:lnTo>
                    <a:pt x="9700952" y="245535"/>
                  </a:lnTo>
                  <a:lnTo>
                    <a:pt x="9776071" y="213496"/>
                  </a:lnTo>
                  <a:lnTo>
                    <a:pt x="9857533" y="184276"/>
                  </a:lnTo>
                  <a:lnTo>
                    <a:pt x="9945690" y="157597"/>
                  </a:lnTo>
                  <a:lnTo>
                    <a:pt x="10040595" y="133236"/>
                  </a:lnTo>
                  <a:lnTo>
                    <a:pt x="10141880" y="111039"/>
                  </a:lnTo>
                  <a:lnTo>
                    <a:pt x="10248625" y="90914"/>
                  </a:lnTo>
                  <a:lnTo>
                    <a:pt x="10359234" y="72825"/>
                  </a:lnTo>
                  <a:lnTo>
                    <a:pt x="10471368" y="56784"/>
                  </a:lnTo>
                  <a:lnTo>
                    <a:pt x="10581971" y="42832"/>
                  </a:lnTo>
                  <a:lnTo>
                    <a:pt x="10687438" y="31008"/>
                  </a:lnTo>
                  <a:lnTo>
                    <a:pt x="10783950" y="21326"/>
                  </a:lnTo>
                  <a:lnTo>
                    <a:pt x="10867946" y="13737"/>
                  </a:lnTo>
                  <a:lnTo>
                    <a:pt x="10936667" y="8118"/>
                  </a:lnTo>
                  <a:lnTo>
                    <a:pt x="10988630" y="4255"/>
                  </a:lnTo>
                  <a:lnTo>
                    <a:pt x="11023931" y="1860"/>
                  </a:lnTo>
                  <a:lnTo>
                    <a:pt x="11044327" y="594"/>
                  </a:lnTo>
                  <a:lnTo>
                    <a:pt x="11053105" y="94"/>
                  </a:lnTo>
                  <a:lnTo>
                    <a:pt x="11054883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4" name="pl1273"/>
            <p:cNvSpPr/>
            <p:nvPr/>
          </p:nvSpPr>
          <p:spPr>
            <a:xfrm>
              <a:off x="1199187" y="2489136"/>
              <a:ext cx="12049831" cy="3102455"/>
            </a:xfrm>
            <a:custGeom>
              <a:avLst/>
              <a:pathLst>
                <a:path w="12049831" h="3102455">
                  <a:moveTo>
                    <a:pt x="12049831" y="0"/>
                  </a:moveTo>
                  <a:lnTo>
                    <a:pt x="11054891" y="0"/>
                  </a:lnTo>
                  <a:lnTo>
                    <a:pt x="11053826" y="55"/>
                  </a:lnTo>
                  <a:lnTo>
                    <a:pt x="11046787" y="450"/>
                  </a:lnTo>
                  <a:lnTo>
                    <a:pt x="11028919" y="1541"/>
                  </a:lnTo>
                  <a:lnTo>
                    <a:pt x="10996663" y="3691"/>
                  </a:lnTo>
                  <a:lnTo>
                    <a:pt x="10947956" y="7248"/>
                  </a:lnTo>
                  <a:lnTo>
                    <a:pt x="10882381" y="12512"/>
                  </a:lnTo>
                  <a:lnTo>
                    <a:pt x="10801135" y="19710"/>
                  </a:lnTo>
                  <a:lnTo>
                    <a:pt x="10706766" y="28985"/>
                  </a:lnTo>
                  <a:lnTo>
                    <a:pt x="10602721" y="40397"/>
                  </a:lnTo>
                  <a:lnTo>
                    <a:pt x="10492812" y="53944"/>
                  </a:lnTo>
                  <a:lnTo>
                    <a:pt x="10380714" y="69587"/>
                  </a:lnTo>
                  <a:lnTo>
                    <a:pt x="10269608" y="87286"/>
                  </a:lnTo>
                  <a:lnTo>
                    <a:pt x="10161976" y="107019"/>
                  </a:lnTo>
                  <a:lnTo>
                    <a:pt x="10059552" y="128814"/>
                  </a:lnTo>
                  <a:lnTo>
                    <a:pt x="9963380" y="152749"/>
                  </a:lnTo>
                  <a:lnTo>
                    <a:pt x="9873921" y="178969"/>
                  </a:lnTo>
                  <a:lnTo>
                    <a:pt x="9791195" y="207681"/>
                  </a:lnTo>
                  <a:lnTo>
                    <a:pt x="9714896" y="239155"/>
                  </a:lnTo>
                  <a:lnTo>
                    <a:pt x="9644509" y="273716"/>
                  </a:lnTo>
                  <a:lnTo>
                    <a:pt x="9579387" y="311736"/>
                  </a:lnTo>
                  <a:lnTo>
                    <a:pt x="9518816" y="353608"/>
                  </a:lnTo>
                  <a:lnTo>
                    <a:pt x="9462066" y="399723"/>
                  </a:lnTo>
                  <a:lnTo>
                    <a:pt x="9408424" y="450416"/>
                  </a:lnTo>
                  <a:lnTo>
                    <a:pt x="9357236" y="505885"/>
                  </a:lnTo>
                  <a:lnTo>
                    <a:pt x="9347647" y="517075"/>
                  </a:lnTo>
                  <a:lnTo>
                    <a:pt x="9304887" y="570084"/>
                  </a:lnTo>
                  <a:lnTo>
                    <a:pt x="9263163" y="626786"/>
                  </a:lnTo>
                  <a:lnTo>
                    <a:pt x="9222207" y="687259"/>
                  </a:lnTo>
                  <a:lnTo>
                    <a:pt x="9181802" y="751523"/>
                  </a:lnTo>
                  <a:lnTo>
                    <a:pt x="9141769" y="819542"/>
                  </a:lnTo>
                  <a:lnTo>
                    <a:pt x="9101970" y="891212"/>
                  </a:lnTo>
                  <a:lnTo>
                    <a:pt x="9062295" y="966363"/>
                  </a:lnTo>
                  <a:lnTo>
                    <a:pt x="9022666" y="1044753"/>
                  </a:lnTo>
                  <a:lnTo>
                    <a:pt x="8983026" y="1126070"/>
                  </a:lnTo>
                  <a:lnTo>
                    <a:pt x="8943345" y="1209936"/>
                  </a:lnTo>
                  <a:lnTo>
                    <a:pt x="8903608" y="1295908"/>
                  </a:lnTo>
                  <a:lnTo>
                    <a:pt x="8863815" y="1383494"/>
                  </a:lnTo>
                  <a:lnTo>
                    <a:pt x="8823981" y="1472156"/>
                  </a:lnTo>
                  <a:lnTo>
                    <a:pt x="8784125" y="1561331"/>
                  </a:lnTo>
                  <a:lnTo>
                    <a:pt x="8744272" y="1650441"/>
                  </a:lnTo>
                  <a:lnTo>
                    <a:pt x="8704446" y="1738908"/>
                  </a:lnTo>
                  <a:lnTo>
                    <a:pt x="8664665" y="1826174"/>
                  </a:lnTo>
                  <a:lnTo>
                    <a:pt x="8624941" y="1911711"/>
                  </a:lnTo>
                  <a:lnTo>
                    <a:pt x="8585271" y="1995036"/>
                  </a:lnTo>
                  <a:lnTo>
                    <a:pt x="8545638" y="2075721"/>
                  </a:lnTo>
                  <a:lnTo>
                    <a:pt x="8506004" y="2153403"/>
                  </a:lnTo>
                  <a:lnTo>
                    <a:pt x="8466309" y="2227784"/>
                  </a:lnTo>
                  <a:lnTo>
                    <a:pt x="8426467" y="2298640"/>
                  </a:lnTo>
                  <a:lnTo>
                    <a:pt x="8386364" y="2365815"/>
                  </a:lnTo>
                  <a:lnTo>
                    <a:pt x="8345850" y="2429222"/>
                  </a:lnTo>
                  <a:lnTo>
                    <a:pt x="8304742" y="2488836"/>
                  </a:lnTo>
                  <a:lnTo>
                    <a:pt x="8262809" y="2544694"/>
                  </a:lnTo>
                  <a:lnTo>
                    <a:pt x="8229629" y="2585379"/>
                  </a:lnTo>
                  <a:lnTo>
                    <a:pt x="8178844" y="2641770"/>
                  </a:lnTo>
                  <a:lnTo>
                    <a:pt x="8125722" y="2693369"/>
                  </a:lnTo>
                  <a:lnTo>
                    <a:pt x="8069622" y="2740339"/>
                  </a:lnTo>
                  <a:lnTo>
                    <a:pt x="8009841" y="2782996"/>
                  </a:lnTo>
                  <a:lnTo>
                    <a:pt x="7945648" y="2821724"/>
                  </a:lnTo>
                  <a:lnTo>
                    <a:pt x="7876324" y="2856919"/>
                  </a:lnTo>
                  <a:lnTo>
                    <a:pt x="7801205" y="2888959"/>
                  </a:lnTo>
                  <a:lnTo>
                    <a:pt x="7719743" y="2918178"/>
                  </a:lnTo>
                  <a:lnTo>
                    <a:pt x="7631587" y="2944858"/>
                  </a:lnTo>
                  <a:lnTo>
                    <a:pt x="7536682" y="2969218"/>
                  </a:lnTo>
                  <a:lnTo>
                    <a:pt x="7435396" y="2991415"/>
                  </a:lnTo>
                  <a:lnTo>
                    <a:pt x="7328651" y="3011541"/>
                  </a:lnTo>
                  <a:lnTo>
                    <a:pt x="7218042" y="3029630"/>
                  </a:lnTo>
                  <a:lnTo>
                    <a:pt x="7105908" y="3045670"/>
                  </a:lnTo>
                  <a:lnTo>
                    <a:pt x="6995305" y="3059623"/>
                  </a:lnTo>
                  <a:lnTo>
                    <a:pt x="6889838" y="3071446"/>
                  </a:lnTo>
                  <a:lnTo>
                    <a:pt x="6793327" y="3081129"/>
                  </a:lnTo>
                  <a:lnTo>
                    <a:pt x="6709330" y="3088717"/>
                  </a:lnTo>
                  <a:lnTo>
                    <a:pt x="6640609" y="3094337"/>
                  </a:lnTo>
                  <a:lnTo>
                    <a:pt x="6588647" y="3098200"/>
                  </a:lnTo>
                  <a:lnTo>
                    <a:pt x="6553345" y="3100594"/>
                  </a:lnTo>
                  <a:lnTo>
                    <a:pt x="6532949" y="3101860"/>
                  </a:lnTo>
                  <a:lnTo>
                    <a:pt x="6524172" y="3102361"/>
                  </a:lnTo>
                  <a:lnTo>
                    <a:pt x="6522393" y="3102454"/>
                  </a:lnTo>
                  <a:lnTo>
                    <a:pt x="6522385" y="3102455"/>
                  </a:lnTo>
                  <a:lnTo>
                    <a:pt x="5527445" y="3102455"/>
                  </a:lnTo>
                  <a:lnTo>
                    <a:pt x="5526312" y="3102443"/>
                  </a:lnTo>
                  <a:lnTo>
                    <a:pt x="5518832" y="3102359"/>
                  </a:lnTo>
                  <a:lnTo>
                    <a:pt x="5499876" y="3102127"/>
                  </a:lnTo>
                  <a:lnTo>
                    <a:pt x="5465733" y="3101671"/>
                  </a:lnTo>
                  <a:lnTo>
                    <a:pt x="5414335" y="3100916"/>
                  </a:lnTo>
                  <a:lnTo>
                    <a:pt x="5345404" y="3099800"/>
                  </a:lnTo>
                  <a:lnTo>
                    <a:pt x="5260403" y="3098278"/>
                  </a:lnTo>
                  <a:lnTo>
                    <a:pt x="5162208" y="3096321"/>
                  </a:lnTo>
                  <a:lnTo>
                    <a:pt x="5054587" y="3093919"/>
                  </a:lnTo>
                  <a:lnTo>
                    <a:pt x="4941607" y="3091074"/>
                  </a:lnTo>
                  <a:lnTo>
                    <a:pt x="4827100" y="3087796"/>
                  </a:lnTo>
                  <a:lnTo>
                    <a:pt x="4714299" y="3084092"/>
                  </a:lnTo>
                  <a:lnTo>
                    <a:pt x="4605653" y="3079964"/>
                  </a:lnTo>
                  <a:lnTo>
                    <a:pt x="4502805" y="3075405"/>
                  </a:lnTo>
                  <a:lnTo>
                    <a:pt x="4406675" y="3070393"/>
                  </a:lnTo>
                  <a:lnTo>
                    <a:pt x="4317597" y="3064894"/>
                  </a:lnTo>
                  <a:lnTo>
                    <a:pt x="4235462" y="3058859"/>
                  </a:lnTo>
                  <a:lnTo>
                    <a:pt x="4159857" y="3052226"/>
                  </a:lnTo>
                  <a:lnTo>
                    <a:pt x="4090170" y="3044923"/>
                  </a:lnTo>
                  <a:lnTo>
                    <a:pt x="4025679" y="3036869"/>
                  </a:lnTo>
                  <a:lnTo>
                    <a:pt x="3965611" y="3027978"/>
                  </a:lnTo>
                  <a:lnTo>
                    <a:pt x="3909192" y="3018172"/>
                  </a:lnTo>
                  <a:lnTo>
                    <a:pt x="3855686" y="3007391"/>
                  </a:lnTo>
                  <a:lnTo>
                    <a:pt x="3820202" y="2999389"/>
                  </a:lnTo>
                  <a:lnTo>
                    <a:pt x="3760448" y="2984339"/>
                  </a:lnTo>
                  <a:lnTo>
                    <a:pt x="3702522" y="2967824"/>
                  </a:lnTo>
                  <a:lnTo>
                    <a:pt x="3645763" y="2949819"/>
                  </a:lnTo>
                  <a:lnTo>
                    <a:pt x="3589681" y="2930346"/>
                  </a:lnTo>
                  <a:lnTo>
                    <a:pt x="3533925" y="2909478"/>
                  </a:lnTo>
                  <a:lnTo>
                    <a:pt x="3478258" y="2887340"/>
                  </a:lnTo>
                  <a:lnTo>
                    <a:pt x="3422544" y="2864114"/>
                  </a:lnTo>
                  <a:lnTo>
                    <a:pt x="3366723" y="2840031"/>
                  </a:lnTo>
                  <a:lnTo>
                    <a:pt x="3310800" y="2815363"/>
                  </a:lnTo>
                  <a:lnTo>
                    <a:pt x="3254820" y="2790414"/>
                  </a:lnTo>
                  <a:lnTo>
                    <a:pt x="3198848" y="2765501"/>
                  </a:lnTo>
                  <a:lnTo>
                    <a:pt x="3142946" y="2740940"/>
                  </a:lnTo>
                  <a:lnTo>
                    <a:pt x="3087151" y="2717029"/>
                  </a:lnTo>
                  <a:lnTo>
                    <a:pt x="3031455" y="2694033"/>
                  </a:lnTo>
                  <a:lnTo>
                    <a:pt x="2975783" y="2672170"/>
                  </a:lnTo>
                  <a:lnTo>
                    <a:pt x="2919977" y="2651610"/>
                  </a:lnTo>
                  <a:lnTo>
                    <a:pt x="2863777" y="2632467"/>
                  </a:lnTo>
                  <a:lnTo>
                    <a:pt x="2806801" y="2614801"/>
                  </a:lnTo>
                  <a:lnTo>
                    <a:pt x="2748524" y="2598623"/>
                  </a:lnTo>
                  <a:lnTo>
                    <a:pt x="2702183" y="2587126"/>
                  </a:lnTo>
                  <a:lnTo>
                    <a:pt x="2650296" y="2575657"/>
                  </a:lnTo>
                  <a:lnTo>
                    <a:pt x="2595957" y="2565184"/>
                  </a:lnTo>
                  <a:lnTo>
                    <a:pt x="2538482" y="2555671"/>
                  </a:lnTo>
                  <a:lnTo>
                    <a:pt x="2477120" y="2547050"/>
                  </a:lnTo>
                  <a:lnTo>
                    <a:pt x="2411091" y="2539239"/>
                  </a:lnTo>
                  <a:lnTo>
                    <a:pt x="2339634" y="2532153"/>
                  </a:lnTo>
                  <a:lnTo>
                    <a:pt x="2262052" y="2525714"/>
                  </a:lnTo>
                  <a:lnTo>
                    <a:pt x="2177786" y="2519852"/>
                  </a:lnTo>
                  <a:lnTo>
                    <a:pt x="2086504" y="2514510"/>
                  </a:lnTo>
                  <a:lnTo>
                    <a:pt x="1988220" y="2509642"/>
                  </a:lnTo>
                  <a:lnTo>
                    <a:pt x="1883436" y="2505219"/>
                  </a:lnTo>
                  <a:lnTo>
                    <a:pt x="1773282" y="2501223"/>
                  </a:lnTo>
                  <a:lnTo>
                    <a:pt x="1659648" y="2497651"/>
                  </a:lnTo>
                  <a:lnTo>
                    <a:pt x="1545236" y="2494507"/>
                  </a:lnTo>
                  <a:lnTo>
                    <a:pt x="1433495" y="2491800"/>
                  </a:lnTo>
                  <a:lnTo>
                    <a:pt x="1328378" y="2489537"/>
                  </a:lnTo>
                  <a:lnTo>
                    <a:pt x="1233920" y="2487717"/>
                  </a:lnTo>
                  <a:lnTo>
                    <a:pt x="1153676" y="2486325"/>
                  </a:lnTo>
                  <a:lnTo>
                    <a:pt x="1090130" y="2485328"/>
                  </a:lnTo>
                  <a:lnTo>
                    <a:pt x="1044224" y="2484673"/>
                  </a:lnTo>
                  <a:lnTo>
                    <a:pt x="1015117" y="2484295"/>
                  </a:lnTo>
                  <a:lnTo>
                    <a:pt x="1000205" y="2484117"/>
                  </a:lnTo>
                  <a:lnTo>
                    <a:pt x="995315" y="2484064"/>
                  </a:lnTo>
                  <a:lnTo>
                    <a:pt x="994940" y="2484060"/>
                  </a:lnTo>
                  <a:lnTo>
                    <a:pt x="0" y="2484060"/>
                  </a:lnTo>
                  <a:lnTo>
                    <a:pt x="0" y="24840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5" name="pg1274"/>
            <p:cNvSpPr/>
            <p:nvPr/>
          </p:nvSpPr>
          <p:spPr>
            <a:xfrm>
              <a:off x="1199187" y="4606352"/>
              <a:ext cx="12049831" cy="1016683"/>
            </a:xfrm>
            <a:custGeom>
              <a:avLst/>
              <a:pathLst>
                <a:path w="12049831" h="1016683">
                  <a:moveTo>
                    <a:pt x="0" y="377325"/>
                  </a:moveTo>
                  <a:lnTo>
                    <a:pt x="994940" y="377325"/>
                  </a:lnTo>
                  <a:lnTo>
                    <a:pt x="996073" y="377337"/>
                  </a:lnTo>
                  <a:lnTo>
                    <a:pt x="1003551" y="377424"/>
                  </a:lnTo>
                  <a:lnTo>
                    <a:pt x="1022504" y="377664"/>
                  </a:lnTo>
                  <a:lnTo>
                    <a:pt x="1056641" y="378136"/>
                  </a:lnTo>
                  <a:lnTo>
                    <a:pt x="1108032" y="378916"/>
                  </a:lnTo>
                  <a:lnTo>
                    <a:pt x="1176952" y="380069"/>
                  </a:lnTo>
                  <a:lnTo>
                    <a:pt x="1261941" y="381643"/>
                  </a:lnTo>
                  <a:lnTo>
                    <a:pt x="1360125" y="383666"/>
                  </a:lnTo>
                  <a:lnTo>
                    <a:pt x="1467735" y="386149"/>
                  </a:lnTo>
                  <a:lnTo>
                    <a:pt x="1580707" y="389089"/>
                  </a:lnTo>
                  <a:lnTo>
                    <a:pt x="1695207" y="392478"/>
                  </a:lnTo>
                  <a:lnTo>
                    <a:pt x="1808003" y="396307"/>
                  </a:lnTo>
                  <a:lnTo>
                    <a:pt x="1916646" y="400574"/>
                  </a:lnTo>
                  <a:lnTo>
                    <a:pt x="2019493" y="405288"/>
                  </a:lnTo>
                  <a:lnTo>
                    <a:pt x="2115623" y="410469"/>
                  </a:lnTo>
                  <a:lnTo>
                    <a:pt x="2204702" y="416153"/>
                  </a:lnTo>
                  <a:lnTo>
                    <a:pt x="2286839" y="422392"/>
                  </a:lnTo>
                  <a:lnTo>
                    <a:pt x="2362447" y="429248"/>
                  </a:lnTo>
                  <a:lnTo>
                    <a:pt x="2432135" y="436797"/>
                  </a:lnTo>
                  <a:lnTo>
                    <a:pt x="2496628" y="445123"/>
                  </a:lnTo>
                  <a:lnTo>
                    <a:pt x="2556697" y="454314"/>
                  </a:lnTo>
                  <a:lnTo>
                    <a:pt x="2613117" y="464450"/>
                  </a:lnTo>
                  <a:lnTo>
                    <a:pt x="2666624" y="475595"/>
                  </a:lnTo>
                  <a:lnTo>
                    <a:pt x="2702183" y="483885"/>
                  </a:lnTo>
                  <a:lnTo>
                    <a:pt x="2761816" y="499411"/>
                  </a:lnTo>
                  <a:lnTo>
                    <a:pt x="2819628" y="516447"/>
                  </a:lnTo>
                  <a:lnTo>
                    <a:pt x="2876275" y="535016"/>
                  </a:lnTo>
                  <a:lnTo>
                    <a:pt x="2932245" y="555097"/>
                  </a:lnTo>
                  <a:lnTo>
                    <a:pt x="2987889" y="576615"/>
                  </a:lnTo>
                  <a:lnTo>
                    <a:pt x="3043441" y="599442"/>
                  </a:lnTo>
                  <a:lnTo>
                    <a:pt x="3099040" y="623393"/>
                  </a:lnTo>
                  <a:lnTo>
                    <a:pt x="3154744" y="648230"/>
                  </a:lnTo>
                  <a:lnTo>
                    <a:pt x="3210551" y="673674"/>
                  </a:lnTo>
                  <a:lnTo>
                    <a:pt x="3266415" y="699414"/>
                  </a:lnTo>
                  <a:lnTo>
                    <a:pt x="3322274" y="725123"/>
                  </a:lnTo>
                  <a:lnTo>
                    <a:pt x="3378063" y="750476"/>
                  </a:lnTo>
                  <a:lnTo>
                    <a:pt x="3433747" y="775167"/>
                  </a:lnTo>
                  <a:lnTo>
                    <a:pt x="3489330" y="798925"/>
                  </a:lnTo>
                  <a:lnTo>
                    <a:pt x="3544887" y="821519"/>
                  </a:lnTo>
                  <a:lnTo>
                    <a:pt x="3600570" y="842778"/>
                  </a:lnTo>
                  <a:lnTo>
                    <a:pt x="3656636" y="862580"/>
                  </a:lnTo>
                  <a:lnTo>
                    <a:pt x="3713459" y="880862"/>
                  </a:lnTo>
                  <a:lnTo>
                    <a:pt x="3771556" y="897613"/>
                  </a:lnTo>
                  <a:lnTo>
                    <a:pt x="3820202" y="910123"/>
                  </a:lnTo>
                  <a:lnTo>
                    <a:pt x="3872086" y="921980"/>
                  </a:lnTo>
                  <a:lnTo>
                    <a:pt x="3926421" y="932807"/>
                  </a:lnTo>
                  <a:lnTo>
                    <a:pt x="3983892" y="942642"/>
                  </a:lnTo>
                  <a:lnTo>
                    <a:pt x="4045249" y="951555"/>
                  </a:lnTo>
                  <a:lnTo>
                    <a:pt x="4111272" y="959631"/>
                  </a:lnTo>
                  <a:lnTo>
                    <a:pt x="4182723" y="966956"/>
                  </a:lnTo>
                  <a:lnTo>
                    <a:pt x="4260297" y="973613"/>
                  </a:lnTo>
                  <a:lnTo>
                    <a:pt x="4344555" y="979674"/>
                  </a:lnTo>
                  <a:lnTo>
                    <a:pt x="4435828" y="985198"/>
                  </a:lnTo>
                  <a:lnTo>
                    <a:pt x="4534101" y="990231"/>
                  </a:lnTo>
                  <a:lnTo>
                    <a:pt x="4638875" y="994804"/>
                  </a:lnTo>
                  <a:lnTo>
                    <a:pt x="4749019" y="998934"/>
                  </a:lnTo>
                  <a:lnTo>
                    <a:pt x="4862644" y="1002628"/>
                  </a:lnTo>
                  <a:lnTo>
                    <a:pt x="4977049" y="1005879"/>
                  </a:lnTo>
                  <a:lnTo>
                    <a:pt x="5088788" y="1008678"/>
                  </a:lnTo>
                  <a:lnTo>
                    <a:pt x="5193907" y="1011018"/>
                  </a:lnTo>
                  <a:lnTo>
                    <a:pt x="5288371" y="1012900"/>
                  </a:lnTo>
                  <a:lnTo>
                    <a:pt x="5368628" y="1014339"/>
                  </a:lnTo>
                  <a:lnTo>
                    <a:pt x="5432190" y="1015371"/>
                  </a:lnTo>
                  <a:lnTo>
                    <a:pt x="5478115" y="1016048"/>
                  </a:lnTo>
                  <a:lnTo>
                    <a:pt x="5507240" y="1016439"/>
                  </a:lnTo>
                  <a:lnTo>
                    <a:pt x="5522167" y="1016623"/>
                  </a:lnTo>
                  <a:lnTo>
                    <a:pt x="5527067" y="1016679"/>
                  </a:lnTo>
                  <a:lnTo>
                    <a:pt x="5527445" y="1016683"/>
                  </a:lnTo>
                  <a:lnTo>
                    <a:pt x="6522385" y="1016683"/>
                  </a:lnTo>
                  <a:lnTo>
                    <a:pt x="6523514" y="1016663"/>
                  </a:lnTo>
                  <a:lnTo>
                    <a:pt x="6530961" y="1016527"/>
                  </a:lnTo>
                  <a:lnTo>
                    <a:pt x="6549837" y="1016149"/>
                  </a:lnTo>
                  <a:lnTo>
                    <a:pt x="6583840" y="1015406"/>
                  </a:lnTo>
                  <a:lnTo>
                    <a:pt x="6635040" y="1014176"/>
                  </a:lnTo>
                  <a:lnTo>
                    <a:pt x="6703724" y="1012360"/>
                  </a:lnTo>
                  <a:lnTo>
                    <a:pt x="6788451" y="1009880"/>
                  </a:lnTo>
                  <a:lnTo>
                    <a:pt x="6886368" y="1006693"/>
                  </a:lnTo>
                  <a:lnTo>
                    <a:pt x="6993731" y="1002779"/>
                  </a:lnTo>
                  <a:lnTo>
                    <a:pt x="7106492" y="998144"/>
                  </a:lnTo>
                  <a:lnTo>
                    <a:pt x="7220829" y="992802"/>
                  </a:lnTo>
                  <a:lnTo>
                    <a:pt x="7333512" y="986765"/>
                  </a:lnTo>
                  <a:lnTo>
                    <a:pt x="7442090" y="980037"/>
                  </a:lnTo>
                  <a:lnTo>
                    <a:pt x="7544912" y="972606"/>
                  </a:lnTo>
                  <a:lnTo>
                    <a:pt x="7641049" y="964438"/>
                  </a:lnTo>
                  <a:lnTo>
                    <a:pt x="7730158" y="955476"/>
                  </a:lnTo>
                  <a:lnTo>
                    <a:pt x="7812338" y="945643"/>
                  </a:lnTo>
                  <a:lnTo>
                    <a:pt x="7887994" y="934839"/>
                  </a:lnTo>
                  <a:lnTo>
                    <a:pt x="7957731" y="922945"/>
                  </a:lnTo>
                  <a:lnTo>
                    <a:pt x="8022266" y="909829"/>
                  </a:lnTo>
                  <a:lnTo>
                    <a:pt x="8082369" y="895354"/>
                  </a:lnTo>
                  <a:lnTo>
                    <a:pt x="8138809" y="879390"/>
                  </a:lnTo>
                  <a:lnTo>
                    <a:pt x="8192322" y="861838"/>
                  </a:lnTo>
                  <a:lnTo>
                    <a:pt x="8229629" y="848109"/>
                  </a:lnTo>
                  <a:lnTo>
                    <a:pt x="8286759" y="824644"/>
                  </a:lnTo>
                  <a:lnTo>
                    <a:pt x="8342191" y="798993"/>
                  </a:lnTo>
                  <a:lnTo>
                    <a:pt x="8396512" y="771119"/>
                  </a:lnTo>
                  <a:lnTo>
                    <a:pt x="8450163" y="741044"/>
                  </a:lnTo>
                  <a:lnTo>
                    <a:pt x="8503470" y="708861"/>
                  </a:lnTo>
                  <a:lnTo>
                    <a:pt x="8556656" y="674733"/>
                  </a:lnTo>
                  <a:lnTo>
                    <a:pt x="8609860" y="638900"/>
                  </a:lnTo>
                  <a:lnTo>
                    <a:pt x="8663151" y="601671"/>
                  </a:lnTo>
                  <a:lnTo>
                    <a:pt x="8716543" y="563418"/>
                  </a:lnTo>
                  <a:lnTo>
                    <a:pt x="8770007" y="524558"/>
                  </a:lnTo>
                  <a:lnTo>
                    <a:pt x="8823491" y="485540"/>
                  </a:lnTo>
                  <a:lnTo>
                    <a:pt x="8876938" y="446818"/>
                  </a:lnTo>
                  <a:lnTo>
                    <a:pt x="8930301" y="408833"/>
                  </a:lnTo>
                  <a:lnTo>
                    <a:pt x="8983562" y="371990"/>
                  </a:lnTo>
                  <a:lnTo>
                    <a:pt x="9036750" y="336645"/>
                  </a:lnTo>
                  <a:lnTo>
                    <a:pt x="9089954" y="303085"/>
                  </a:lnTo>
                  <a:lnTo>
                    <a:pt x="9143338" y="271527"/>
                  </a:lnTo>
                  <a:lnTo>
                    <a:pt x="9197153" y="242114"/>
                  </a:lnTo>
                  <a:lnTo>
                    <a:pt x="9251758" y="214915"/>
                  </a:lnTo>
                  <a:lnTo>
                    <a:pt x="9307636" y="189934"/>
                  </a:lnTo>
                  <a:lnTo>
                    <a:pt x="9347647" y="173814"/>
                  </a:lnTo>
                  <a:lnTo>
                    <a:pt x="9399455" y="155083"/>
                  </a:lnTo>
                  <a:lnTo>
                    <a:pt x="9453705" y="137976"/>
                  </a:lnTo>
                  <a:lnTo>
                    <a:pt x="9511079" y="122435"/>
                  </a:lnTo>
                  <a:lnTo>
                    <a:pt x="9572326" y="108348"/>
                  </a:lnTo>
                  <a:lnTo>
                    <a:pt x="9638220" y="95583"/>
                  </a:lnTo>
                  <a:lnTo>
                    <a:pt x="9709520" y="84002"/>
                  </a:lnTo>
                  <a:lnTo>
                    <a:pt x="9786921" y="73476"/>
                  </a:lnTo>
                  <a:lnTo>
                    <a:pt x="9870982" y="63893"/>
                  </a:lnTo>
                  <a:lnTo>
                    <a:pt x="9962035" y="55157"/>
                  </a:lnTo>
                  <a:lnTo>
                    <a:pt x="10060071" y="47196"/>
                  </a:lnTo>
                  <a:lnTo>
                    <a:pt x="10164601" y="39962"/>
                  </a:lnTo>
                  <a:lnTo>
                    <a:pt x="10274508" y="33425"/>
                  </a:lnTo>
                  <a:lnTo>
                    <a:pt x="10387927" y="27578"/>
                  </a:lnTo>
                  <a:lnTo>
                    <a:pt x="10502182" y="22429"/>
                  </a:lnTo>
                  <a:lnTo>
                    <a:pt x="10613854" y="17992"/>
                  </a:lnTo>
                  <a:lnTo>
                    <a:pt x="10719015" y="14279"/>
                  </a:lnTo>
                  <a:lnTo>
                    <a:pt x="10813643" y="11289"/>
                  </a:lnTo>
                  <a:lnTo>
                    <a:pt x="10894180" y="8999"/>
                  </a:lnTo>
                  <a:lnTo>
                    <a:pt x="10958118" y="7353"/>
                  </a:lnTo>
                  <a:lnTo>
                    <a:pt x="11004472" y="6268"/>
                  </a:lnTo>
                  <a:lnTo>
                    <a:pt x="11034025" y="5638"/>
                  </a:lnTo>
                  <a:lnTo>
                    <a:pt x="11049317" y="5340"/>
                  </a:lnTo>
                  <a:lnTo>
                    <a:pt x="11054456" y="524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3" y="19"/>
                  </a:lnTo>
                  <a:lnTo>
                    <a:pt x="11046315" y="155"/>
                  </a:lnTo>
                  <a:lnTo>
                    <a:pt x="11027440" y="533"/>
                  </a:lnTo>
                  <a:lnTo>
                    <a:pt x="10993437" y="1276"/>
                  </a:lnTo>
                  <a:lnTo>
                    <a:pt x="10942236" y="2506"/>
                  </a:lnTo>
                  <a:lnTo>
                    <a:pt x="10873552" y="4322"/>
                  </a:lnTo>
                  <a:lnTo>
                    <a:pt x="10788826" y="6802"/>
                  </a:lnTo>
                  <a:lnTo>
                    <a:pt x="10690909" y="9989"/>
                  </a:lnTo>
                  <a:lnTo>
                    <a:pt x="10583546" y="13903"/>
                  </a:lnTo>
                  <a:lnTo>
                    <a:pt x="10470785" y="18538"/>
                  </a:lnTo>
                  <a:lnTo>
                    <a:pt x="10356448" y="23880"/>
                  </a:lnTo>
                  <a:lnTo>
                    <a:pt x="10243764" y="29917"/>
                  </a:lnTo>
                  <a:lnTo>
                    <a:pt x="10135186" y="36645"/>
                  </a:lnTo>
                  <a:lnTo>
                    <a:pt x="10032364" y="44076"/>
                  </a:lnTo>
                  <a:lnTo>
                    <a:pt x="9936228" y="52245"/>
                  </a:lnTo>
                  <a:lnTo>
                    <a:pt x="9847119" y="61206"/>
                  </a:lnTo>
                  <a:lnTo>
                    <a:pt x="9764939" y="71039"/>
                  </a:lnTo>
                  <a:lnTo>
                    <a:pt x="9689283" y="81843"/>
                  </a:lnTo>
                  <a:lnTo>
                    <a:pt x="9619546" y="93737"/>
                  </a:lnTo>
                  <a:lnTo>
                    <a:pt x="9555010" y="106853"/>
                  </a:lnTo>
                  <a:lnTo>
                    <a:pt x="9494908" y="121328"/>
                  </a:lnTo>
                  <a:lnTo>
                    <a:pt x="9438467" y="137292"/>
                  </a:lnTo>
                  <a:lnTo>
                    <a:pt x="9384955" y="154844"/>
                  </a:lnTo>
                  <a:lnTo>
                    <a:pt x="9347647" y="168573"/>
                  </a:lnTo>
                  <a:lnTo>
                    <a:pt x="9290518" y="192038"/>
                  </a:lnTo>
                  <a:lnTo>
                    <a:pt x="9235086" y="217689"/>
                  </a:lnTo>
                  <a:lnTo>
                    <a:pt x="9180765" y="245563"/>
                  </a:lnTo>
                  <a:lnTo>
                    <a:pt x="9127113" y="275638"/>
                  </a:lnTo>
                  <a:lnTo>
                    <a:pt x="9073806" y="307821"/>
                  </a:lnTo>
                  <a:lnTo>
                    <a:pt x="9020621" y="341949"/>
                  </a:lnTo>
                  <a:lnTo>
                    <a:pt x="8967417" y="377782"/>
                  </a:lnTo>
                  <a:lnTo>
                    <a:pt x="8914125" y="415011"/>
                  </a:lnTo>
                  <a:lnTo>
                    <a:pt x="8860733" y="453264"/>
                  </a:lnTo>
                  <a:lnTo>
                    <a:pt x="8807270" y="492124"/>
                  </a:lnTo>
                  <a:lnTo>
                    <a:pt x="8753785" y="531142"/>
                  </a:lnTo>
                  <a:lnTo>
                    <a:pt x="8700338" y="569864"/>
                  </a:lnTo>
                  <a:lnTo>
                    <a:pt x="8646976" y="607849"/>
                  </a:lnTo>
                  <a:lnTo>
                    <a:pt x="8593714" y="644692"/>
                  </a:lnTo>
                  <a:lnTo>
                    <a:pt x="8540526" y="680037"/>
                  </a:lnTo>
                  <a:lnTo>
                    <a:pt x="8487322" y="713597"/>
                  </a:lnTo>
                  <a:lnTo>
                    <a:pt x="8433939" y="745155"/>
                  </a:lnTo>
                  <a:lnTo>
                    <a:pt x="8380123" y="774568"/>
                  </a:lnTo>
                  <a:lnTo>
                    <a:pt x="8325518" y="801767"/>
                  </a:lnTo>
                  <a:lnTo>
                    <a:pt x="8269641" y="826748"/>
                  </a:lnTo>
                  <a:lnTo>
                    <a:pt x="8229629" y="842868"/>
                  </a:lnTo>
                  <a:lnTo>
                    <a:pt x="8177822" y="861599"/>
                  </a:lnTo>
                  <a:lnTo>
                    <a:pt x="8123572" y="878706"/>
                  </a:lnTo>
                  <a:lnTo>
                    <a:pt x="8066197" y="894247"/>
                  </a:lnTo>
                  <a:lnTo>
                    <a:pt x="8004951" y="908334"/>
                  </a:lnTo>
                  <a:lnTo>
                    <a:pt x="7939057" y="921099"/>
                  </a:lnTo>
                  <a:lnTo>
                    <a:pt x="7867756" y="932680"/>
                  </a:lnTo>
                  <a:lnTo>
                    <a:pt x="7790355" y="943206"/>
                  </a:lnTo>
                  <a:lnTo>
                    <a:pt x="7706295" y="952789"/>
                  </a:lnTo>
                  <a:lnTo>
                    <a:pt x="7615242" y="961525"/>
                  </a:lnTo>
                  <a:lnTo>
                    <a:pt x="7517206" y="969486"/>
                  </a:lnTo>
                  <a:lnTo>
                    <a:pt x="7412676" y="976720"/>
                  </a:lnTo>
                  <a:lnTo>
                    <a:pt x="7302768" y="983257"/>
                  </a:lnTo>
                  <a:lnTo>
                    <a:pt x="7189349" y="989104"/>
                  </a:lnTo>
                  <a:lnTo>
                    <a:pt x="7075094" y="994253"/>
                  </a:lnTo>
                  <a:lnTo>
                    <a:pt x="6963422" y="998690"/>
                  </a:lnTo>
                  <a:lnTo>
                    <a:pt x="6858261" y="1002403"/>
                  </a:lnTo>
                  <a:lnTo>
                    <a:pt x="6763634" y="1005393"/>
                  </a:lnTo>
                  <a:lnTo>
                    <a:pt x="6683097" y="1007683"/>
                  </a:lnTo>
                  <a:lnTo>
                    <a:pt x="6619159" y="1009329"/>
                  </a:lnTo>
                  <a:lnTo>
                    <a:pt x="6572805" y="1010414"/>
                  </a:lnTo>
                  <a:lnTo>
                    <a:pt x="6543252" y="1011044"/>
                  </a:lnTo>
                  <a:lnTo>
                    <a:pt x="6527960" y="1011342"/>
                  </a:lnTo>
                  <a:lnTo>
                    <a:pt x="6522820" y="1011435"/>
                  </a:lnTo>
                  <a:lnTo>
                    <a:pt x="6522385" y="1011442"/>
                  </a:lnTo>
                  <a:lnTo>
                    <a:pt x="5527445" y="1011442"/>
                  </a:lnTo>
                  <a:lnTo>
                    <a:pt x="5526312" y="1011430"/>
                  </a:lnTo>
                  <a:lnTo>
                    <a:pt x="5518834" y="1011343"/>
                  </a:lnTo>
                  <a:lnTo>
                    <a:pt x="5499881" y="1011103"/>
                  </a:lnTo>
                  <a:lnTo>
                    <a:pt x="5465744" y="1010631"/>
                  </a:lnTo>
                  <a:lnTo>
                    <a:pt x="5414353" y="1009851"/>
                  </a:lnTo>
                  <a:lnTo>
                    <a:pt x="5345433" y="1008698"/>
                  </a:lnTo>
                  <a:lnTo>
                    <a:pt x="5260444" y="1007124"/>
                  </a:lnTo>
                  <a:lnTo>
                    <a:pt x="5162260" y="1005101"/>
                  </a:lnTo>
                  <a:lnTo>
                    <a:pt x="5054650" y="1002618"/>
                  </a:lnTo>
                  <a:lnTo>
                    <a:pt x="4941678" y="999678"/>
                  </a:lnTo>
                  <a:lnTo>
                    <a:pt x="4827178" y="996289"/>
                  </a:lnTo>
                  <a:lnTo>
                    <a:pt x="4714382" y="992460"/>
                  </a:lnTo>
                  <a:lnTo>
                    <a:pt x="4605739" y="988193"/>
                  </a:lnTo>
                  <a:lnTo>
                    <a:pt x="4502892" y="983479"/>
                  </a:lnTo>
                  <a:lnTo>
                    <a:pt x="4406762" y="978298"/>
                  </a:lnTo>
                  <a:lnTo>
                    <a:pt x="4317683" y="972614"/>
                  </a:lnTo>
                  <a:lnTo>
                    <a:pt x="4235546" y="966375"/>
                  </a:lnTo>
                  <a:lnTo>
                    <a:pt x="4159938" y="959519"/>
                  </a:lnTo>
                  <a:lnTo>
                    <a:pt x="4090250" y="951970"/>
                  </a:lnTo>
                  <a:lnTo>
                    <a:pt x="4025757" y="943644"/>
                  </a:lnTo>
                  <a:lnTo>
                    <a:pt x="3965688" y="934453"/>
                  </a:lnTo>
                  <a:lnTo>
                    <a:pt x="3909268" y="924317"/>
                  </a:lnTo>
                  <a:lnTo>
                    <a:pt x="3855761" y="913172"/>
                  </a:lnTo>
                  <a:lnTo>
                    <a:pt x="3820202" y="904882"/>
                  </a:lnTo>
                  <a:lnTo>
                    <a:pt x="3760569" y="889356"/>
                  </a:lnTo>
                  <a:lnTo>
                    <a:pt x="3702757" y="872320"/>
                  </a:lnTo>
                  <a:lnTo>
                    <a:pt x="3646110" y="853751"/>
                  </a:lnTo>
                  <a:lnTo>
                    <a:pt x="3590140" y="833670"/>
                  </a:lnTo>
                  <a:lnTo>
                    <a:pt x="3534496" y="812152"/>
                  </a:lnTo>
                  <a:lnTo>
                    <a:pt x="3478944" y="789325"/>
                  </a:lnTo>
                  <a:lnTo>
                    <a:pt x="3423345" y="765374"/>
                  </a:lnTo>
                  <a:lnTo>
                    <a:pt x="3367641" y="740537"/>
                  </a:lnTo>
                  <a:lnTo>
                    <a:pt x="3311834" y="715093"/>
                  </a:lnTo>
                  <a:lnTo>
                    <a:pt x="3255970" y="689353"/>
                  </a:lnTo>
                  <a:lnTo>
                    <a:pt x="3200111" y="663644"/>
                  </a:lnTo>
                  <a:lnTo>
                    <a:pt x="3144322" y="638291"/>
                  </a:lnTo>
                  <a:lnTo>
                    <a:pt x="3088638" y="613600"/>
                  </a:lnTo>
                  <a:lnTo>
                    <a:pt x="3033055" y="589843"/>
                  </a:lnTo>
                  <a:lnTo>
                    <a:pt x="2977498" y="567248"/>
                  </a:lnTo>
                  <a:lnTo>
                    <a:pt x="2921815" y="545989"/>
                  </a:lnTo>
                  <a:lnTo>
                    <a:pt x="2865749" y="526187"/>
                  </a:lnTo>
                  <a:lnTo>
                    <a:pt x="2808926" y="507905"/>
                  </a:lnTo>
                  <a:lnTo>
                    <a:pt x="2750829" y="491154"/>
                  </a:lnTo>
                  <a:lnTo>
                    <a:pt x="2702183" y="478644"/>
                  </a:lnTo>
                  <a:lnTo>
                    <a:pt x="2650299" y="466788"/>
                  </a:lnTo>
                  <a:lnTo>
                    <a:pt x="2595964" y="455960"/>
                  </a:lnTo>
                  <a:lnTo>
                    <a:pt x="2538493" y="446125"/>
                  </a:lnTo>
                  <a:lnTo>
                    <a:pt x="2477136" y="437212"/>
                  </a:lnTo>
                  <a:lnTo>
                    <a:pt x="2411113" y="429136"/>
                  </a:lnTo>
                  <a:lnTo>
                    <a:pt x="2339662" y="421811"/>
                  </a:lnTo>
                  <a:lnTo>
                    <a:pt x="2262088" y="415154"/>
                  </a:lnTo>
                  <a:lnTo>
                    <a:pt x="2177830" y="409093"/>
                  </a:lnTo>
                  <a:lnTo>
                    <a:pt x="2086557" y="403569"/>
                  </a:lnTo>
                  <a:lnTo>
                    <a:pt x="1988284" y="398536"/>
                  </a:lnTo>
                  <a:lnTo>
                    <a:pt x="1883510" y="393963"/>
                  </a:lnTo>
                  <a:lnTo>
                    <a:pt x="1773366" y="389833"/>
                  </a:lnTo>
                  <a:lnTo>
                    <a:pt x="1659741" y="386139"/>
                  </a:lnTo>
                  <a:lnTo>
                    <a:pt x="1545336" y="382888"/>
                  </a:lnTo>
                  <a:lnTo>
                    <a:pt x="1433597" y="380089"/>
                  </a:lnTo>
                  <a:lnTo>
                    <a:pt x="1328478" y="377749"/>
                  </a:lnTo>
                  <a:lnTo>
                    <a:pt x="1234014" y="375867"/>
                  </a:lnTo>
                  <a:lnTo>
                    <a:pt x="1153757" y="374428"/>
                  </a:lnTo>
                  <a:lnTo>
                    <a:pt x="1090195" y="373397"/>
                  </a:lnTo>
                  <a:lnTo>
                    <a:pt x="1044270" y="372719"/>
                  </a:lnTo>
                  <a:lnTo>
                    <a:pt x="1015145" y="372328"/>
                  </a:lnTo>
                  <a:lnTo>
                    <a:pt x="1000218" y="372144"/>
                  </a:lnTo>
                  <a:lnTo>
                    <a:pt x="995318" y="372089"/>
                  </a:lnTo>
                  <a:lnTo>
                    <a:pt x="994940" y="372085"/>
                  </a:lnTo>
                  <a:lnTo>
                    <a:pt x="0" y="372085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76" name="pl1275"/>
            <p:cNvSpPr/>
            <p:nvPr/>
          </p:nvSpPr>
          <p:spPr>
            <a:xfrm>
              <a:off x="1199187" y="4611593"/>
              <a:ext cx="12049831" cy="1011442"/>
            </a:xfrm>
            <a:custGeom>
              <a:avLst/>
              <a:pathLst>
                <a:path w="12049831" h="1011442">
                  <a:moveTo>
                    <a:pt x="0" y="372085"/>
                  </a:moveTo>
                  <a:lnTo>
                    <a:pt x="994940" y="372085"/>
                  </a:lnTo>
                  <a:lnTo>
                    <a:pt x="996073" y="372097"/>
                  </a:lnTo>
                  <a:lnTo>
                    <a:pt x="1003551" y="372183"/>
                  </a:lnTo>
                  <a:lnTo>
                    <a:pt x="1022504" y="372423"/>
                  </a:lnTo>
                  <a:lnTo>
                    <a:pt x="1056641" y="372895"/>
                  </a:lnTo>
                  <a:lnTo>
                    <a:pt x="1108032" y="373676"/>
                  </a:lnTo>
                  <a:lnTo>
                    <a:pt x="1176952" y="374829"/>
                  </a:lnTo>
                  <a:lnTo>
                    <a:pt x="1261941" y="376403"/>
                  </a:lnTo>
                  <a:lnTo>
                    <a:pt x="1360125" y="378425"/>
                  </a:lnTo>
                  <a:lnTo>
                    <a:pt x="1467735" y="380908"/>
                  </a:lnTo>
                  <a:lnTo>
                    <a:pt x="1580707" y="383849"/>
                  </a:lnTo>
                  <a:lnTo>
                    <a:pt x="1695207" y="387238"/>
                  </a:lnTo>
                  <a:lnTo>
                    <a:pt x="1808003" y="391067"/>
                  </a:lnTo>
                  <a:lnTo>
                    <a:pt x="1916646" y="395334"/>
                  </a:lnTo>
                  <a:lnTo>
                    <a:pt x="2019493" y="400047"/>
                  </a:lnTo>
                  <a:lnTo>
                    <a:pt x="2115623" y="405228"/>
                  </a:lnTo>
                  <a:lnTo>
                    <a:pt x="2204702" y="410913"/>
                  </a:lnTo>
                  <a:lnTo>
                    <a:pt x="2286839" y="417151"/>
                  </a:lnTo>
                  <a:lnTo>
                    <a:pt x="2362447" y="424008"/>
                  </a:lnTo>
                  <a:lnTo>
                    <a:pt x="2432135" y="431557"/>
                  </a:lnTo>
                  <a:lnTo>
                    <a:pt x="2496628" y="439883"/>
                  </a:lnTo>
                  <a:lnTo>
                    <a:pt x="2556697" y="449073"/>
                  </a:lnTo>
                  <a:lnTo>
                    <a:pt x="2613117" y="459209"/>
                  </a:lnTo>
                  <a:lnTo>
                    <a:pt x="2666624" y="470354"/>
                  </a:lnTo>
                  <a:lnTo>
                    <a:pt x="2702183" y="478644"/>
                  </a:lnTo>
                  <a:lnTo>
                    <a:pt x="2761816" y="494170"/>
                  </a:lnTo>
                  <a:lnTo>
                    <a:pt x="2819628" y="511206"/>
                  </a:lnTo>
                  <a:lnTo>
                    <a:pt x="2876275" y="529775"/>
                  </a:lnTo>
                  <a:lnTo>
                    <a:pt x="2932245" y="549856"/>
                  </a:lnTo>
                  <a:lnTo>
                    <a:pt x="2987889" y="571375"/>
                  </a:lnTo>
                  <a:lnTo>
                    <a:pt x="3043441" y="594202"/>
                  </a:lnTo>
                  <a:lnTo>
                    <a:pt x="3099040" y="618152"/>
                  </a:lnTo>
                  <a:lnTo>
                    <a:pt x="3154744" y="642990"/>
                  </a:lnTo>
                  <a:lnTo>
                    <a:pt x="3210551" y="668433"/>
                  </a:lnTo>
                  <a:lnTo>
                    <a:pt x="3266415" y="694173"/>
                  </a:lnTo>
                  <a:lnTo>
                    <a:pt x="3322274" y="719882"/>
                  </a:lnTo>
                  <a:lnTo>
                    <a:pt x="3378063" y="745235"/>
                  </a:lnTo>
                  <a:lnTo>
                    <a:pt x="3433747" y="769927"/>
                  </a:lnTo>
                  <a:lnTo>
                    <a:pt x="3489330" y="793684"/>
                  </a:lnTo>
                  <a:lnTo>
                    <a:pt x="3544887" y="816279"/>
                  </a:lnTo>
                  <a:lnTo>
                    <a:pt x="3600570" y="837537"/>
                  </a:lnTo>
                  <a:lnTo>
                    <a:pt x="3656636" y="857339"/>
                  </a:lnTo>
                  <a:lnTo>
                    <a:pt x="3713459" y="875622"/>
                  </a:lnTo>
                  <a:lnTo>
                    <a:pt x="3771556" y="892372"/>
                  </a:lnTo>
                  <a:lnTo>
                    <a:pt x="3820202" y="904882"/>
                  </a:lnTo>
                  <a:lnTo>
                    <a:pt x="3872086" y="916739"/>
                  </a:lnTo>
                  <a:lnTo>
                    <a:pt x="3926421" y="927566"/>
                  </a:lnTo>
                  <a:lnTo>
                    <a:pt x="3983892" y="937401"/>
                  </a:lnTo>
                  <a:lnTo>
                    <a:pt x="4045249" y="946314"/>
                  </a:lnTo>
                  <a:lnTo>
                    <a:pt x="4111272" y="954390"/>
                  </a:lnTo>
                  <a:lnTo>
                    <a:pt x="4182723" y="961716"/>
                  </a:lnTo>
                  <a:lnTo>
                    <a:pt x="4260297" y="968373"/>
                  </a:lnTo>
                  <a:lnTo>
                    <a:pt x="4344555" y="974433"/>
                  </a:lnTo>
                  <a:lnTo>
                    <a:pt x="4435828" y="979957"/>
                  </a:lnTo>
                  <a:lnTo>
                    <a:pt x="4534101" y="984990"/>
                  </a:lnTo>
                  <a:lnTo>
                    <a:pt x="4638875" y="989563"/>
                  </a:lnTo>
                  <a:lnTo>
                    <a:pt x="4749019" y="993694"/>
                  </a:lnTo>
                  <a:lnTo>
                    <a:pt x="4862644" y="997387"/>
                  </a:lnTo>
                  <a:lnTo>
                    <a:pt x="4977049" y="1000638"/>
                  </a:lnTo>
                  <a:lnTo>
                    <a:pt x="5088788" y="1003437"/>
                  </a:lnTo>
                  <a:lnTo>
                    <a:pt x="5193907" y="1005777"/>
                  </a:lnTo>
                  <a:lnTo>
                    <a:pt x="5288371" y="1007659"/>
                  </a:lnTo>
                  <a:lnTo>
                    <a:pt x="5368628" y="1009098"/>
                  </a:lnTo>
                  <a:lnTo>
                    <a:pt x="5432190" y="1010130"/>
                  </a:lnTo>
                  <a:lnTo>
                    <a:pt x="5478115" y="1010807"/>
                  </a:lnTo>
                  <a:lnTo>
                    <a:pt x="5507240" y="1011199"/>
                  </a:lnTo>
                  <a:lnTo>
                    <a:pt x="5522167" y="1011382"/>
                  </a:lnTo>
                  <a:lnTo>
                    <a:pt x="5527067" y="1011438"/>
                  </a:lnTo>
                  <a:lnTo>
                    <a:pt x="5527445" y="1011442"/>
                  </a:lnTo>
                  <a:lnTo>
                    <a:pt x="6522385" y="1011442"/>
                  </a:lnTo>
                  <a:lnTo>
                    <a:pt x="6523514" y="1011423"/>
                  </a:lnTo>
                  <a:lnTo>
                    <a:pt x="6530961" y="1011286"/>
                  </a:lnTo>
                  <a:lnTo>
                    <a:pt x="6549837" y="1010909"/>
                  </a:lnTo>
                  <a:lnTo>
                    <a:pt x="6583840" y="1010165"/>
                  </a:lnTo>
                  <a:lnTo>
                    <a:pt x="6635040" y="1008936"/>
                  </a:lnTo>
                  <a:lnTo>
                    <a:pt x="6703724" y="1007119"/>
                  </a:lnTo>
                  <a:lnTo>
                    <a:pt x="6788451" y="1004640"/>
                  </a:lnTo>
                  <a:lnTo>
                    <a:pt x="6886368" y="1001452"/>
                  </a:lnTo>
                  <a:lnTo>
                    <a:pt x="6993731" y="997539"/>
                  </a:lnTo>
                  <a:lnTo>
                    <a:pt x="7106492" y="992904"/>
                  </a:lnTo>
                  <a:lnTo>
                    <a:pt x="7220829" y="987561"/>
                  </a:lnTo>
                  <a:lnTo>
                    <a:pt x="7333512" y="981524"/>
                  </a:lnTo>
                  <a:lnTo>
                    <a:pt x="7442090" y="974796"/>
                  </a:lnTo>
                  <a:lnTo>
                    <a:pt x="7544912" y="967365"/>
                  </a:lnTo>
                  <a:lnTo>
                    <a:pt x="7641049" y="959197"/>
                  </a:lnTo>
                  <a:lnTo>
                    <a:pt x="7730158" y="950236"/>
                  </a:lnTo>
                  <a:lnTo>
                    <a:pt x="7812338" y="940403"/>
                  </a:lnTo>
                  <a:lnTo>
                    <a:pt x="7887994" y="929598"/>
                  </a:lnTo>
                  <a:lnTo>
                    <a:pt x="7957731" y="917704"/>
                  </a:lnTo>
                  <a:lnTo>
                    <a:pt x="8022266" y="904588"/>
                  </a:lnTo>
                  <a:lnTo>
                    <a:pt x="8082369" y="890113"/>
                  </a:lnTo>
                  <a:lnTo>
                    <a:pt x="8138809" y="874150"/>
                  </a:lnTo>
                  <a:lnTo>
                    <a:pt x="8192322" y="856598"/>
                  </a:lnTo>
                  <a:lnTo>
                    <a:pt x="8229629" y="842868"/>
                  </a:lnTo>
                  <a:lnTo>
                    <a:pt x="8286759" y="819403"/>
                  </a:lnTo>
                  <a:lnTo>
                    <a:pt x="8342191" y="793752"/>
                  </a:lnTo>
                  <a:lnTo>
                    <a:pt x="8396512" y="765878"/>
                  </a:lnTo>
                  <a:lnTo>
                    <a:pt x="8450163" y="735804"/>
                  </a:lnTo>
                  <a:lnTo>
                    <a:pt x="8503470" y="703620"/>
                  </a:lnTo>
                  <a:lnTo>
                    <a:pt x="8556656" y="669493"/>
                  </a:lnTo>
                  <a:lnTo>
                    <a:pt x="8609860" y="633660"/>
                  </a:lnTo>
                  <a:lnTo>
                    <a:pt x="8663151" y="596431"/>
                  </a:lnTo>
                  <a:lnTo>
                    <a:pt x="8716543" y="558177"/>
                  </a:lnTo>
                  <a:lnTo>
                    <a:pt x="8770007" y="519317"/>
                  </a:lnTo>
                  <a:lnTo>
                    <a:pt x="8823491" y="480299"/>
                  </a:lnTo>
                  <a:lnTo>
                    <a:pt x="8876938" y="441577"/>
                  </a:lnTo>
                  <a:lnTo>
                    <a:pt x="8930301" y="403592"/>
                  </a:lnTo>
                  <a:lnTo>
                    <a:pt x="8983562" y="366750"/>
                  </a:lnTo>
                  <a:lnTo>
                    <a:pt x="9036750" y="331404"/>
                  </a:lnTo>
                  <a:lnTo>
                    <a:pt x="9089954" y="297844"/>
                  </a:lnTo>
                  <a:lnTo>
                    <a:pt x="9143338" y="266287"/>
                  </a:lnTo>
                  <a:lnTo>
                    <a:pt x="9197153" y="236873"/>
                  </a:lnTo>
                  <a:lnTo>
                    <a:pt x="9251758" y="209674"/>
                  </a:lnTo>
                  <a:lnTo>
                    <a:pt x="9307636" y="184693"/>
                  </a:lnTo>
                  <a:lnTo>
                    <a:pt x="9347647" y="168573"/>
                  </a:lnTo>
                  <a:lnTo>
                    <a:pt x="9399455" y="149843"/>
                  </a:lnTo>
                  <a:lnTo>
                    <a:pt x="9453705" y="132735"/>
                  </a:lnTo>
                  <a:lnTo>
                    <a:pt x="9511079" y="117194"/>
                  </a:lnTo>
                  <a:lnTo>
                    <a:pt x="9572326" y="103107"/>
                  </a:lnTo>
                  <a:lnTo>
                    <a:pt x="9638220" y="90342"/>
                  </a:lnTo>
                  <a:lnTo>
                    <a:pt x="9709520" y="78761"/>
                  </a:lnTo>
                  <a:lnTo>
                    <a:pt x="9786921" y="68236"/>
                  </a:lnTo>
                  <a:lnTo>
                    <a:pt x="9870982" y="58652"/>
                  </a:lnTo>
                  <a:lnTo>
                    <a:pt x="9962035" y="49916"/>
                  </a:lnTo>
                  <a:lnTo>
                    <a:pt x="10060071" y="41956"/>
                  </a:lnTo>
                  <a:lnTo>
                    <a:pt x="10164601" y="34721"/>
                  </a:lnTo>
                  <a:lnTo>
                    <a:pt x="10274508" y="28184"/>
                  </a:lnTo>
                  <a:lnTo>
                    <a:pt x="10387927" y="22338"/>
                  </a:lnTo>
                  <a:lnTo>
                    <a:pt x="10502182" y="17188"/>
                  </a:lnTo>
                  <a:lnTo>
                    <a:pt x="10613854" y="12751"/>
                  </a:lnTo>
                  <a:lnTo>
                    <a:pt x="10719015" y="9038"/>
                  </a:lnTo>
                  <a:lnTo>
                    <a:pt x="10813643" y="6049"/>
                  </a:lnTo>
                  <a:lnTo>
                    <a:pt x="10894180" y="3758"/>
                  </a:lnTo>
                  <a:lnTo>
                    <a:pt x="10958118" y="2112"/>
                  </a:lnTo>
                  <a:lnTo>
                    <a:pt x="11004472" y="1028"/>
                  </a:lnTo>
                  <a:lnTo>
                    <a:pt x="11034025" y="397"/>
                  </a:lnTo>
                  <a:lnTo>
                    <a:pt x="11049317" y="99"/>
                  </a:lnTo>
                  <a:lnTo>
                    <a:pt x="11054456" y="7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7" name="pl1276"/>
            <p:cNvSpPr/>
            <p:nvPr/>
          </p:nvSpPr>
          <p:spPr>
            <a:xfrm>
              <a:off x="1199187" y="4606352"/>
              <a:ext cx="12049831" cy="1011442"/>
            </a:xfrm>
            <a:custGeom>
              <a:avLst/>
              <a:pathLst>
                <a:path w="12049831" h="1011442">
                  <a:moveTo>
                    <a:pt x="12049831" y="0"/>
                  </a:moveTo>
                  <a:lnTo>
                    <a:pt x="11054891" y="0"/>
                  </a:lnTo>
                  <a:lnTo>
                    <a:pt x="11053763" y="19"/>
                  </a:lnTo>
                  <a:lnTo>
                    <a:pt x="11046315" y="155"/>
                  </a:lnTo>
                  <a:lnTo>
                    <a:pt x="11027440" y="533"/>
                  </a:lnTo>
                  <a:lnTo>
                    <a:pt x="10993437" y="1276"/>
                  </a:lnTo>
                  <a:lnTo>
                    <a:pt x="10942236" y="2506"/>
                  </a:lnTo>
                  <a:lnTo>
                    <a:pt x="10873552" y="4322"/>
                  </a:lnTo>
                  <a:lnTo>
                    <a:pt x="10788826" y="6802"/>
                  </a:lnTo>
                  <a:lnTo>
                    <a:pt x="10690909" y="9989"/>
                  </a:lnTo>
                  <a:lnTo>
                    <a:pt x="10583546" y="13903"/>
                  </a:lnTo>
                  <a:lnTo>
                    <a:pt x="10470785" y="18538"/>
                  </a:lnTo>
                  <a:lnTo>
                    <a:pt x="10356448" y="23880"/>
                  </a:lnTo>
                  <a:lnTo>
                    <a:pt x="10243764" y="29917"/>
                  </a:lnTo>
                  <a:lnTo>
                    <a:pt x="10135186" y="36645"/>
                  </a:lnTo>
                  <a:lnTo>
                    <a:pt x="10032364" y="44076"/>
                  </a:lnTo>
                  <a:lnTo>
                    <a:pt x="9936228" y="52245"/>
                  </a:lnTo>
                  <a:lnTo>
                    <a:pt x="9847119" y="61206"/>
                  </a:lnTo>
                  <a:lnTo>
                    <a:pt x="9764939" y="71039"/>
                  </a:lnTo>
                  <a:lnTo>
                    <a:pt x="9689283" y="81843"/>
                  </a:lnTo>
                  <a:lnTo>
                    <a:pt x="9619546" y="93737"/>
                  </a:lnTo>
                  <a:lnTo>
                    <a:pt x="9555010" y="106853"/>
                  </a:lnTo>
                  <a:lnTo>
                    <a:pt x="9494908" y="121328"/>
                  </a:lnTo>
                  <a:lnTo>
                    <a:pt x="9438467" y="137292"/>
                  </a:lnTo>
                  <a:lnTo>
                    <a:pt x="9384955" y="154844"/>
                  </a:lnTo>
                  <a:lnTo>
                    <a:pt x="9347647" y="168573"/>
                  </a:lnTo>
                  <a:lnTo>
                    <a:pt x="9290518" y="192038"/>
                  </a:lnTo>
                  <a:lnTo>
                    <a:pt x="9235086" y="217689"/>
                  </a:lnTo>
                  <a:lnTo>
                    <a:pt x="9180765" y="245563"/>
                  </a:lnTo>
                  <a:lnTo>
                    <a:pt x="9127113" y="275638"/>
                  </a:lnTo>
                  <a:lnTo>
                    <a:pt x="9073806" y="307821"/>
                  </a:lnTo>
                  <a:lnTo>
                    <a:pt x="9020621" y="341949"/>
                  </a:lnTo>
                  <a:lnTo>
                    <a:pt x="8967417" y="377782"/>
                  </a:lnTo>
                  <a:lnTo>
                    <a:pt x="8914125" y="415011"/>
                  </a:lnTo>
                  <a:lnTo>
                    <a:pt x="8860733" y="453264"/>
                  </a:lnTo>
                  <a:lnTo>
                    <a:pt x="8807270" y="492124"/>
                  </a:lnTo>
                  <a:lnTo>
                    <a:pt x="8753785" y="531142"/>
                  </a:lnTo>
                  <a:lnTo>
                    <a:pt x="8700338" y="569864"/>
                  </a:lnTo>
                  <a:lnTo>
                    <a:pt x="8646976" y="607849"/>
                  </a:lnTo>
                  <a:lnTo>
                    <a:pt x="8593714" y="644692"/>
                  </a:lnTo>
                  <a:lnTo>
                    <a:pt x="8540526" y="680037"/>
                  </a:lnTo>
                  <a:lnTo>
                    <a:pt x="8487322" y="713597"/>
                  </a:lnTo>
                  <a:lnTo>
                    <a:pt x="8433939" y="745155"/>
                  </a:lnTo>
                  <a:lnTo>
                    <a:pt x="8380123" y="774568"/>
                  </a:lnTo>
                  <a:lnTo>
                    <a:pt x="8325518" y="801767"/>
                  </a:lnTo>
                  <a:lnTo>
                    <a:pt x="8269641" y="826748"/>
                  </a:lnTo>
                  <a:lnTo>
                    <a:pt x="8229629" y="842868"/>
                  </a:lnTo>
                  <a:lnTo>
                    <a:pt x="8177822" y="861599"/>
                  </a:lnTo>
                  <a:lnTo>
                    <a:pt x="8123572" y="878706"/>
                  </a:lnTo>
                  <a:lnTo>
                    <a:pt x="8066197" y="894247"/>
                  </a:lnTo>
                  <a:lnTo>
                    <a:pt x="8004951" y="908334"/>
                  </a:lnTo>
                  <a:lnTo>
                    <a:pt x="7939057" y="921099"/>
                  </a:lnTo>
                  <a:lnTo>
                    <a:pt x="7867756" y="932680"/>
                  </a:lnTo>
                  <a:lnTo>
                    <a:pt x="7790355" y="943206"/>
                  </a:lnTo>
                  <a:lnTo>
                    <a:pt x="7706295" y="952789"/>
                  </a:lnTo>
                  <a:lnTo>
                    <a:pt x="7615242" y="961525"/>
                  </a:lnTo>
                  <a:lnTo>
                    <a:pt x="7517206" y="969486"/>
                  </a:lnTo>
                  <a:lnTo>
                    <a:pt x="7412676" y="976720"/>
                  </a:lnTo>
                  <a:lnTo>
                    <a:pt x="7302768" y="983257"/>
                  </a:lnTo>
                  <a:lnTo>
                    <a:pt x="7189349" y="989104"/>
                  </a:lnTo>
                  <a:lnTo>
                    <a:pt x="7075094" y="994253"/>
                  </a:lnTo>
                  <a:lnTo>
                    <a:pt x="6963422" y="998690"/>
                  </a:lnTo>
                  <a:lnTo>
                    <a:pt x="6858261" y="1002403"/>
                  </a:lnTo>
                  <a:lnTo>
                    <a:pt x="6763634" y="1005393"/>
                  </a:lnTo>
                  <a:lnTo>
                    <a:pt x="6683097" y="1007683"/>
                  </a:lnTo>
                  <a:lnTo>
                    <a:pt x="6619159" y="1009329"/>
                  </a:lnTo>
                  <a:lnTo>
                    <a:pt x="6572805" y="1010414"/>
                  </a:lnTo>
                  <a:lnTo>
                    <a:pt x="6543252" y="1011044"/>
                  </a:lnTo>
                  <a:lnTo>
                    <a:pt x="6527960" y="1011342"/>
                  </a:lnTo>
                  <a:lnTo>
                    <a:pt x="6522820" y="1011435"/>
                  </a:lnTo>
                  <a:lnTo>
                    <a:pt x="6522385" y="1011442"/>
                  </a:lnTo>
                  <a:lnTo>
                    <a:pt x="5527445" y="1011442"/>
                  </a:lnTo>
                  <a:lnTo>
                    <a:pt x="5526312" y="1011430"/>
                  </a:lnTo>
                  <a:lnTo>
                    <a:pt x="5518834" y="1011343"/>
                  </a:lnTo>
                  <a:lnTo>
                    <a:pt x="5499881" y="1011103"/>
                  </a:lnTo>
                  <a:lnTo>
                    <a:pt x="5465744" y="1010631"/>
                  </a:lnTo>
                  <a:lnTo>
                    <a:pt x="5414353" y="1009851"/>
                  </a:lnTo>
                  <a:lnTo>
                    <a:pt x="5345433" y="1008698"/>
                  </a:lnTo>
                  <a:lnTo>
                    <a:pt x="5260444" y="1007124"/>
                  </a:lnTo>
                  <a:lnTo>
                    <a:pt x="5162260" y="1005101"/>
                  </a:lnTo>
                  <a:lnTo>
                    <a:pt x="5054650" y="1002618"/>
                  </a:lnTo>
                  <a:lnTo>
                    <a:pt x="4941678" y="999678"/>
                  </a:lnTo>
                  <a:lnTo>
                    <a:pt x="4827178" y="996289"/>
                  </a:lnTo>
                  <a:lnTo>
                    <a:pt x="4714382" y="992460"/>
                  </a:lnTo>
                  <a:lnTo>
                    <a:pt x="4605739" y="988193"/>
                  </a:lnTo>
                  <a:lnTo>
                    <a:pt x="4502892" y="983479"/>
                  </a:lnTo>
                  <a:lnTo>
                    <a:pt x="4406762" y="978298"/>
                  </a:lnTo>
                  <a:lnTo>
                    <a:pt x="4317683" y="972614"/>
                  </a:lnTo>
                  <a:lnTo>
                    <a:pt x="4235546" y="966375"/>
                  </a:lnTo>
                  <a:lnTo>
                    <a:pt x="4159938" y="959519"/>
                  </a:lnTo>
                  <a:lnTo>
                    <a:pt x="4090250" y="951970"/>
                  </a:lnTo>
                  <a:lnTo>
                    <a:pt x="4025757" y="943644"/>
                  </a:lnTo>
                  <a:lnTo>
                    <a:pt x="3965688" y="934453"/>
                  </a:lnTo>
                  <a:lnTo>
                    <a:pt x="3909268" y="924317"/>
                  </a:lnTo>
                  <a:lnTo>
                    <a:pt x="3855761" y="913172"/>
                  </a:lnTo>
                  <a:lnTo>
                    <a:pt x="3820202" y="904882"/>
                  </a:lnTo>
                  <a:lnTo>
                    <a:pt x="3760569" y="889356"/>
                  </a:lnTo>
                  <a:lnTo>
                    <a:pt x="3702757" y="872320"/>
                  </a:lnTo>
                  <a:lnTo>
                    <a:pt x="3646110" y="853751"/>
                  </a:lnTo>
                  <a:lnTo>
                    <a:pt x="3590140" y="833670"/>
                  </a:lnTo>
                  <a:lnTo>
                    <a:pt x="3534496" y="812152"/>
                  </a:lnTo>
                  <a:lnTo>
                    <a:pt x="3478944" y="789325"/>
                  </a:lnTo>
                  <a:lnTo>
                    <a:pt x="3423345" y="765374"/>
                  </a:lnTo>
                  <a:lnTo>
                    <a:pt x="3367641" y="740537"/>
                  </a:lnTo>
                  <a:lnTo>
                    <a:pt x="3311834" y="715093"/>
                  </a:lnTo>
                  <a:lnTo>
                    <a:pt x="3255970" y="689353"/>
                  </a:lnTo>
                  <a:lnTo>
                    <a:pt x="3200111" y="663644"/>
                  </a:lnTo>
                  <a:lnTo>
                    <a:pt x="3144322" y="638291"/>
                  </a:lnTo>
                  <a:lnTo>
                    <a:pt x="3088638" y="613600"/>
                  </a:lnTo>
                  <a:lnTo>
                    <a:pt x="3033055" y="589843"/>
                  </a:lnTo>
                  <a:lnTo>
                    <a:pt x="2977498" y="567248"/>
                  </a:lnTo>
                  <a:lnTo>
                    <a:pt x="2921815" y="545989"/>
                  </a:lnTo>
                  <a:lnTo>
                    <a:pt x="2865749" y="526187"/>
                  </a:lnTo>
                  <a:lnTo>
                    <a:pt x="2808926" y="507905"/>
                  </a:lnTo>
                  <a:lnTo>
                    <a:pt x="2750829" y="491154"/>
                  </a:lnTo>
                  <a:lnTo>
                    <a:pt x="2702183" y="478644"/>
                  </a:lnTo>
                  <a:lnTo>
                    <a:pt x="2650299" y="466788"/>
                  </a:lnTo>
                  <a:lnTo>
                    <a:pt x="2595964" y="455960"/>
                  </a:lnTo>
                  <a:lnTo>
                    <a:pt x="2538493" y="446125"/>
                  </a:lnTo>
                  <a:lnTo>
                    <a:pt x="2477136" y="437212"/>
                  </a:lnTo>
                  <a:lnTo>
                    <a:pt x="2411113" y="429136"/>
                  </a:lnTo>
                  <a:lnTo>
                    <a:pt x="2339662" y="421811"/>
                  </a:lnTo>
                  <a:lnTo>
                    <a:pt x="2262088" y="415154"/>
                  </a:lnTo>
                  <a:lnTo>
                    <a:pt x="2177830" y="409093"/>
                  </a:lnTo>
                  <a:lnTo>
                    <a:pt x="2086557" y="403569"/>
                  </a:lnTo>
                  <a:lnTo>
                    <a:pt x="1988284" y="398536"/>
                  </a:lnTo>
                  <a:lnTo>
                    <a:pt x="1883510" y="393963"/>
                  </a:lnTo>
                  <a:lnTo>
                    <a:pt x="1773366" y="389833"/>
                  </a:lnTo>
                  <a:lnTo>
                    <a:pt x="1659741" y="386139"/>
                  </a:lnTo>
                  <a:lnTo>
                    <a:pt x="1545336" y="382888"/>
                  </a:lnTo>
                  <a:lnTo>
                    <a:pt x="1433597" y="380089"/>
                  </a:lnTo>
                  <a:lnTo>
                    <a:pt x="1328478" y="377749"/>
                  </a:lnTo>
                  <a:lnTo>
                    <a:pt x="1234014" y="375867"/>
                  </a:lnTo>
                  <a:lnTo>
                    <a:pt x="1153757" y="374428"/>
                  </a:lnTo>
                  <a:lnTo>
                    <a:pt x="1090195" y="373397"/>
                  </a:lnTo>
                  <a:lnTo>
                    <a:pt x="1044270" y="372719"/>
                  </a:lnTo>
                  <a:lnTo>
                    <a:pt x="1015145" y="372328"/>
                  </a:lnTo>
                  <a:lnTo>
                    <a:pt x="1000218" y="372144"/>
                  </a:lnTo>
                  <a:lnTo>
                    <a:pt x="995318" y="372089"/>
                  </a:lnTo>
                  <a:lnTo>
                    <a:pt x="994940" y="372085"/>
                  </a:lnTo>
                  <a:lnTo>
                    <a:pt x="0" y="372085"/>
                  </a:lnTo>
                  <a:lnTo>
                    <a:pt x="0" y="3720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8" name="pg1277"/>
            <p:cNvSpPr/>
            <p:nvPr/>
          </p:nvSpPr>
          <p:spPr>
            <a:xfrm>
              <a:off x="1199187" y="4983678"/>
              <a:ext cx="12049831" cy="681282"/>
            </a:xfrm>
            <a:custGeom>
              <a:avLst/>
              <a:pathLst>
                <a:path w="12049831" h="681282">
                  <a:moveTo>
                    <a:pt x="0" y="5240"/>
                  </a:moveTo>
                  <a:lnTo>
                    <a:pt x="994940" y="5240"/>
                  </a:lnTo>
                  <a:lnTo>
                    <a:pt x="996073" y="5253"/>
                  </a:lnTo>
                  <a:lnTo>
                    <a:pt x="1003549" y="5345"/>
                  </a:lnTo>
                  <a:lnTo>
                    <a:pt x="1022495" y="5598"/>
                  </a:lnTo>
                  <a:lnTo>
                    <a:pt x="1056622" y="6097"/>
                  </a:lnTo>
                  <a:lnTo>
                    <a:pt x="1107997" y="6922"/>
                  </a:lnTo>
                  <a:lnTo>
                    <a:pt x="1176899" y="8141"/>
                  </a:lnTo>
                  <a:lnTo>
                    <a:pt x="1261867" y="9804"/>
                  </a:lnTo>
                  <a:lnTo>
                    <a:pt x="1360030" y="11943"/>
                  </a:lnTo>
                  <a:lnTo>
                    <a:pt x="1467621" y="14567"/>
                  </a:lnTo>
                  <a:lnTo>
                    <a:pt x="1580576" y="17676"/>
                  </a:lnTo>
                  <a:lnTo>
                    <a:pt x="1695063" y="21258"/>
                  </a:lnTo>
                  <a:lnTo>
                    <a:pt x="1807850" y="25306"/>
                  </a:lnTo>
                  <a:lnTo>
                    <a:pt x="1916488" y="29816"/>
                  </a:lnTo>
                  <a:lnTo>
                    <a:pt x="2019333" y="34799"/>
                  </a:lnTo>
                  <a:lnTo>
                    <a:pt x="2115464" y="40275"/>
                  </a:lnTo>
                  <a:lnTo>
                    <a:pt x="2204546" y="46285"/>
                  </a:lnTo>
                  <a:lnTo>
                    <a:pt x="2286686" y="52879"/>
                  </a:lnTo>
                  <a:lnTo>
                    <a:pt x="2362297" y="60127"/>
                  </a:lnTo>
                  <a:lnTo>
                    <a:pt x="2431990" y="68106"/>
                  </a:lnTo>
                  <a:lnTo>
                    <a:pt x="2496486" y="76907"/>
                  </a:lnTo>
                  <a:lnTo>
                    <a:pt x="2556557" y="86622"/>
                  </a:lnTo>
                  <a:lnTo>
                    <a:pt x="2612979" y="97336"/>
                  </a:lnTo>
                  <a:lnTo>
                    <a:pt x="2666486" y="109116"/>
                  </a:lnTo>
                  <a:lnTo>
                    <a:pt x="2702183" y="117914"/>
                  </a:lnTo>
                  <a:lnTo>
                    <a:pt x="2761599" y="134267"/>
                  </a:lnTo>
                  <a:lnTo>
                    <a:pt x="2819204" y="152204"/>
                  </a:lnTo>
                  <a:lnTo>
                    <a:pt x="2875649" y="171751"/>
                  </a:lnTo>
                  <a:lnTo>
                    <a:pt x="2931417" y="192885"/>
                  </a:lnTo>
                  <a:lnTo>
                    <a:pt x="2986858" y="215530"/>
                  </a:lnTo>
                  <a:lnTo>
                    <a:pt x="3042204" y="239551"/>
                  </a:lnTo>
                  <a:lnTo>
                    <a:pt x="3097595" y="264756"/>
                  </a:lnTo>
                  <a:lnTo>
                    <a:pt x="3153089" y="290899"/>
                  </a:lnTo>
                  <a:lnTo>
                    <a:pt x="3208686" y="317687"/>
                  </a:lnTo>
                  <a:lnTo>
                    <a:pt x="3264342" y="344798"/>
                  </a:lnTo>
                  <a:lnTo>
                    <a:pt x="3319995" y="371889"/>
                  </a:lnTo>
                  <a:lnTo>
                    <a:pt x="3375582" y="398620"/>
                  </a:lnTo>
                  <a:lnTo>
                    <a:pt x="3431063" y="424671"/>
                  </a:lnTo>
                  <a:lnTo>
                    <a:pt x="3486445" y="449753"/>
                  </a:lnTo>
                  <a:lnTo>
                    <a:pt x="3541793" y="473627"/>
                  </a:lnTo>
                  <a:lnTo>
                    <a:pt x="3597257" y="496106"/>
                  </a:lnTo>
                  <a:lnTo>
                    <a:pt x="3653082" y="517064"/>
                  </a:lnTo>
                  <a:lnTo>
                    <a:pt x="3709631" y="536428"/>
                  </a:lnTo>
                  <a:lnTo>
                    <a:pt x="3767405" y="554184"/>
                  </a:lnTo>
                  <a:lnTo>
                    <a:pt x="3820202" y="568608"/>
                  </a:lnTo>
                  <a:lnTo>
                    <a:pt x="3872080" y="581144"/>
                  </a:lnTo>
                  <a:lnTo>
                    <a:pt x="3926408" y="592591"/>
                  </a:lnTo>
                  <a:lnTo>
                    <a:pt x="3983871" y="602990"/>
                  </a:lnTo>
                  <a:lnTo>
                    <a:pt x="4045220" y="612413"/>
                  </a:lnTo>
                  <a:lnTo>
                    <a:pt x="4111233" y="620952"/>
                  </a:lnTo>
                  <a:lnTo>
                    <a:pt x="4182672" y="628697"/>
                  </a:lnTo>
                  <a:lnTo>
                    <a:pt x="4260233" y="635736"/>
                  </a:lnTo>
                  <a:lnTo>
                    <a:pt x="4344475" y="642144"/>
                  </a:lnTo>
                  <a:lnTo>
                    <a:pt x="4435730" y="647985"/>
                  </a:lnTo>
                  <a:lnTo>
                    <a:pt x="4533984" y="653307"/>
                  </a:lnTo>
                  <a:lnTo>
                    <a:pt x="4638740" y="658142"/>
                  </a:lnTo>
                  <a:lnTo>
                    <a:pt x="4748865" y="662510"/>
                  </a:lnTo>
                  <a:lnTo>
                    <a:pt x="4862473" y="666415"/>
                  </a:lnTo>
                  <a:lnTo>
                    <a:pt x="4976867" y="669853"/>
                  </a:lnTo>
                  <a:lnTo>
                    <a:pt x="5088600" y="672813"/>
                  </a:lnTo>
                  <a:lnTo>
                    <a:pt x="5193723" y="675288"/>
                  </a:lnTo>
                  <a:lnTo>
                    <a:pt x="5288200" y="677279"/>
                  </a:lnTo>
                  <a:lnTo>
                    <a:pt x="5368479" y="678801"/>
                  </a:lnTo>
                  <a:lnTo>
                    <a:pt x="5432071" y="679893"/>
                  </a:lnTo>
                  <a:lnTo>
                    <a:pt x="5478030" y="680610"/>
                  </a:lnTo>
                  <a:lnTo>
                    <a:pt x="5507188" y="681024"/>
                  </a:lnTo>
                  <a:lnTo>
                    <a:pt x="5522144" y="681219"/>
                  </a:lnTo>
                  <a:lnTo>
                    <a:pt x="5527063" y="681278"/>
                  </a:lnTo>
                  <a:lnTo>
                    <a:pt x="5527445" y="681282"/>
                  </a:lnTo>
                  <a:lnTo>
                    <a:pt x="6522385" y="681282"/>
                  </a:lnTo>
                  <a:lnTo>
                    <a:pt x="6523521" y="681277"/>
                  </a:lnTo>
                  <a:lnTo>
                    <a:pt x="6531017" y="681240"/>
                  </a:lnTo>
                  <a:lnTo>
                    <a:pt x="6550012" y="681137"/>
                  </a:lnTo>
                  <a:lnTo>
                    <a:pt x="6584222" y="680936"/>
                  </a:lnTo>
                  <a:lnTo>
                    <a:pt x="6635717" y="680602"/>
                  </a:lnTo>
                  <a:lnTo>
                    <a:pt x="6704767" y="680109"/>
                  </a:lnTo>
                  <a:lnTo>
                    <a:pt x="6789900" y="679437"/>
                  </a:lnTo>
                  <a:lnTo>
                    <a:pt x="6888230" y="678573"/>
                  </a:lnTo>
                  <a:lnTo>
                    <a:pt x="6995975" y="677513"/>
                  </a:lnTo>
                  <a:lnTo>
                    <a:pt x="7109062" y="676257"/>
                  </a:lnTo>
                  <a:lnTo>
                    <a:pt x="7223651" y="674810"/>
                  </a:lnTo>
                  <a:lnTo>
                    <a:pt x="7336509" y="673175"/>
                  </a:lnTo>
                  <a:lnTo>
                    <a:pt x="7445187" y="671353"/>
                  </a:lnTo>
                  <a:lnTo>
                    <a:pt x="7548047" y="669340"/>
                  </a:lnTo>
                  <a:lnTo>
                    <a:pt x="7644173" y="667128"/>
                  </a:lnTo>
                  <a:lnTo>
                    <a:pt x="7733237" y="664700"/>
                  </a:lnTo>
                  <a:lnTo>
                    <a:pt x="7815350" y="662035"/>
                  </a:lnTo>
                  <a:lnTo>
                    <a:pt x="7890930" y="659107"/>
                  </a:lnTo>
                  <a:lnTo>
                    <a:pt x="7960593" y="655882"/>
                  </a:lnTo>
                  <a:lnTo>
                    <a:pt x="8025062" y="652325"/>
                  </a:lnTo>
                  <a:lnTo>
                    <a:pt x="8085113" y="648398"/>
                  </a:lnTo>
                  <a:lnTo>
                    <a:pt x="8141523" y="644067"/>
                  </a:lnTo>
                  <a:lnTo>
                    <a:pt x="8195025" y="639305"/>
                  </a:lnTo>
                  <a:lnTo>
                    <a:pt x="8229629" y="635863"/>
                  </a:lnTo>
                  <a:lnTo>
                    <a:pt x="8290890" y="629052"/>
                  </a:lnTo>
                  <a:lnTo>
                    <a:pt x="8350248" y="621562"/>
                  </a:lnTo>
                  <a:lnTo>
                    <a:pt x="8408407" y="613380"/>
                  </a:lnTo>
                  <a:lnTo>
                    <a:pt x="8465887" y="604520"/>
                  </a:lnTo>
                  <a:lnTo>
                    <a:pt x="8523055" y="595018"/>
                  </a:lnTo>
                  <a:lnTo>
                    <a:pt x="8580152" y="584938"/>
                  </a:lnTo>
                  <a:lnTo>
                    <a:pt x="8637313" y="574367"/>
                  </a:lnTo>
                  <a:lnTo>
                    <a:pt x="8694589" y="563421"/>
                  </a:lnTo>
                  <a:lnTo>
                    <a:pt x="8751966" y="552232"/>
                  </a:lnTo>
                  <a:lnTo>
                    <a:pt x="8809388" y="540946"/>
                  </a:lnTo>
                  <a:lnTo>
                    <a:pt x="8866784" y="529715"/>
                  </a:lnTo>
                  <a:lnTo>
                    <a:pt x="8924091" y="518687"/>
                  </a:lnTo>
                  <a:lnTo>
                    <a:pt x="8981283" y="508000"/>
                  </a:lnTo>
                  <a:lnTo>
                    <a:pt x="9038388" y="497773"/>
                  </a:lnTo>
                  <a:lnTo>
                    <a:pt x="9095517" y="488103"/>
                  </a:lnTo>
                  <a:lnTo>
                    <a:pt x="9152879" y="479061"/>
                  </a:lnTo>
                  <a:lnTo>
                    <a:pt x="9210805" y="470689"/>
                  </a:lnTo>
                  <a:lnTo>
                    <a:pt x="9269769" y="463007"/>
                  </a:lnTo>
                  <a:lnTo>
                    <a:pt x="9330419" y="456010"/>
                  </a:lnTo>
                  <a:lnTo>
                    <a:pt x="9347647" y="454188"/>
                  </a:lnTo>
                  <a:lnTo>
                    <a:pt x="9399574" y="449130"/>
                  </a:lnTo>
                  <a:lnTo>
                    <a:pt x="9453956" y="444512"/>
                  </a:lnTo>
                  <a:lnTo>
                    <a:pt x="9511479" y="440318"/>
                  </a:lnTo>
                  <a:lnTo>
                    <a:pt x="9572897" y="436517"/>
                  </a:lnTo>
                  <a:lnTo>
                    <a:pt x="9638991" y="433073"/>
                  </a:lnTo>
                  <a:lnTo>
                    <a:pt x="9710524" y="429950"/>
                  </a:lnTo>
                  <a:lnTo>
                    <a:pt x="9788193" y="427111"/>
                  </a:lnTo>
                  <a:lnTo>
                    <a:pt x="9872559" y="424527"/>
                  </a:lnTo>
                  <a:lnTo>
                    <a:pt x="9963952" y="422173"/>
                  </a:lnTo>
                  <a:lnTo>
                    <a:pt x="10062356" y="420027"/>
                  </a:lnTo>
                  <a:lnTo>
                    <a:pt x="10167264" y="418078"/>
                  </a:lnTo>
                  <a:lnTo>
                    <a:pt x="10277537" y="416318"/>
                  </a:lnTo>
                  <a:lnTo>
                    <a:pt x="10391274" y="414744"/>
                  </a:lnTo>
                  <a:lnTo>
                    <a:pt x="10505761" y="413360"/>
                  </a:lnTo>
                  <a:lnTo>
                    <a:pt x="10617535" y="412168"/>
                  </a:lnTo>
                  <a:lnTo>
                    <a:pt x="10722630" y="411172"/>
                  </a:lnTo>
                  <a:lnTo>
                    <a:pt x="10817004" y="410372"/>
                  </a:lnTo>
                  <a:lnTo>
                    <a:pt x="10897106" y="409760"/>
                  </a:lnTo>
                  <a:lnTo>
                    <a:pt x="10960461" y="409323"/>
                  </a:lnTo>
                  <a:lnTo>
                    <a:pt x="11006151" y="409036"/>
                  </a:lnTo>
                  <a:lnTo>
                    <a:pt x="11035042" y="408871"/>
                  </a:lnTo>
                  <a:lnTo>
                    <a:pt x="11049771" y="408793"/>
                  </a:lnTo>
                  <a:lnTo>
                    <a:pt x="11054542" y="408771"/>
                  </a:lnTo>
                  <a:lnTo>
                    <a:pt x="11054891" y="408769"/>
                  </a:lnTo>
                  <a:lnTo>
                    <a:pt x="12049831" y="408769"/>
                  </a:lnTo>
                  <a:lnTo>
                    <a:pt x="12049831" y="403528"/>
                  </a:lnTo>
                  <a:lnTo>
                    <a:pt x="11054891" y="403528"/>
                  </a:lnTo>
                  <a:lnTo>
                    <a:pt x="11053755" y="403534"/>
                  </a:lnTo>
                  <a:lnTo>
                    <a:pt x="11046259" y="403571"/>
                  </a:lnTo>
                  <a:lnTo>
                    <a:pt x="11027264" y="403673"/>
                  </a:lnTo>
                  <a:lnTo>
                    <a:pt x="10993054" y="403875"/>
                  </a:lnTo>
                  <a:lnTo>
                    <a:pt x="10941559" y="404208"/>
                  </a:lnTo>
                  <a:lnTo>
                    <a:pt x="10872510" y="404701"/>
                  </a:lnTo>
                  <a:lnTo>
                    <a:pt x="10787376" y="405373"/>
                  </a:lnTo>
                  <a:lnTo>
                    <a:pt x="10689046" y="406237"/>
                  </a:lnTo>
                  <a:lnTo>
                    <a:pt x="10581301" y="407298"/>
                  </a:lnTo>
                  <a:lnTo>
                    <a:pt x="10468215" y="408553"/>
                  </a:lnTo>
                  <a:lnTo>
                    <a:pt x="10353625" y="410001"/>
                  </a:lnTo>
                  <a:lnTo>
                    <a:pt x="10240768" y="411636"/>
                  </a:lnTo>
                  <a:lnTo>
                    <a:pt x="10132089" y="413458"/>
                  </a:lnTo>
                  <a:lnTo>
                    <a:pt x="10029229" y="415470"/>
                  </a:lnTo>
                  <a:lnTo>
                    <a:pt x="9933103" y="417683"/>
                  </a:lnTo>
                  <a:lnTo>
                    <a:pt x="9844040" y="420110"/>
                  </a:lnTo>
                  <a:lnTo>
                    <a:pt x="9761927" y="422775"/>
                  </a:lnTo>
                  <a:lnTo>
                    <a:pt x="9686346" y="425703"/>
                  </a:lnTo>
                  <a:lnTo>
                    <a:pt x="9616684" y="428928"/>
                  </a:lnTo>
                  <a:lnTo>
                    <a:pt x="9552215" y="432485"/>
                  </a:lnTo>
                  <a:lnTo>
                    <a:pt x="9492163" y="436412"/>
                  </a:lnTo>
                  <a:lnTo>
                    <a:pt x="9435754" y="440743"/>
                  </a:lnTo>
                  <a:lnTo>
                    <a:pt x="9382251" y="445505"/>
                  </a:lnTo>
                  <a:lnTo>
                    <a:pt x="9347647" y="448947"/>
                  </a:lnTo>
                  <a:lnTo>
                    <a:pt x="9286387" y="455758"/>
                  </a:lnTo>
                  <a:lnTo>
                    <a:pt x="9227029" y="463249"/>
                  </a:lnTo>
                  <a:lnTo>
                    <a:pt x="9168869" y="471430"/>
                  </a:lnTo>
                  <a:lnTo>
                    <a:pt x="9111390" y="480290"/>
                  </a:lnTo>
                  <a:lnTo>
                    <a:pt x="9054222" y="489792"/>
                  </a:lnTo>
                  <a:lnTo>
                    <a:pt x="8997125" y="499873"/>
                  </a:lnTo>
                  <a:lnTo>
                    <a:pt x="8939963" y="510443"/>
                  </a:lnTo>
                  <a:lnTo>
                    <a:pt x="8882687" y="521389"/>
                  </a:lnTo>
                  <a:lnTo>
                    <a:pt x="8825311" y="532579"/>
                  </a:lnTo>
                  <a:lnTo>
                    <a:pt x="8767889" y="543865"/>
                  </a:lnTo>
                  <a:lnTo>
                    <a:pt x="8710493" y="555096"/>
                  </a:lnTo>
                  <a:lnTo>
                    <a:pt x="8653185" y="566123"/>
                  </a:lnTo>
                  <a:lnTo>
                    <a:pt x="8595994" y="576810"/>
                  </a:lnTo>
                  <a:lnTo>
                    <a:pt x="8538889" y="587037"/>
                  </a:lnTo>
                  <a:lnTo>
                    <a:pt x="8481760" y="596707"/>
                  </a:lnTo>
                  <a:lnTo>
                    <a:pt x="8424397" y="605750"/>
                  </a:lnTo>
                  <a:lnTo>
                    <a:pt x="8366471" y="614121"/>
                  </a:lnTo>
                  <a:lnTo>
                    <a:pt x="8307508" y="621803"/>
                  </a:lnTo>
                  <a:lnTo>
                    <a:pt x="8246858" y="628800"/>
                  </a:lnTo>
                  <a:lnTo>
                    <a:pt x="8229629" y="630622"/>
                  </a:lnTo>
                  <a:lnTo>
                    <a:pt x="8177703" y="635680"/>
                  </a:lnTo>
                  <a:lnTo>
                    <a:pt x="8123321" y="640298"/>
                  </a:lnTo>
                  <a:lnTo>
                    <a:pt x="8065798" y="644493"/>
                  </a:lnTo>
                  <a:lnTo>
                    <a:pt x="8004379" y="648293"/>
                  </a:lnTo>
                  <a:lnTo>
                    <a:pt x="7938286" y="651737"/>
                  </a:lnTo>
                  <a:lnTo>
                    <a:pt x="7866753" y="654861"/>
                  </a:lnTo>
                  <a:lnTo>
                    <a:pt x="7789083" y="657699"/>
                  </a:lnTo>
                  <a:lnTo>
                    <a:pt x="7704717" y="660283"/>
                  </a:lnTo>
                  <a:lnTo>
                    <a:pt x="7613324" y="662638"/>
                  </a:lnTo>
                  <a:lnTo>
                    <a:pt x="7514921" y="664783"/>
                  </a:lnTo>
                  <a:lnTo>
                    <a:pt x="7410013" y="666732"/>
                  </a:lnTo>
                  <a:lnTo>
                    <a:pt x="7299740" y="668492"/>
                  </a:lnTo>
                  <a:lnTo>
                    <a:pt x="7186002" y="670066"/>
                  </a:lnTo>
                  <a:lnTo>
                    <a:pt x="7071516" y="671451"/>
                  </a:lnTo>
                  <a:lnTo>
                    <a:pt x="6959742" y="672643"/>
                  </a:lnTo>
                  <a:lnTo>
                    <a:pt x="6854647" y="673638"/>
                  </a:lnTo>
                  <a:lnTo>
                    <a:pt x="6760272" y="674438"/>
                  </a:lnTo>
                  <a:lnTo>
                    <a:pt x="6680171" y="675050"/>
                  </a:lnTo>
                  <a:lnTo>
                    <a:pt x="6616815" y="675488"/>
                  </a:lnTo>
                  <a:lnTo>
                    <a:pt x="6571126" y="675774"/>
                  </a:lnTo>
                  <a:lnTo>
                    <a:pt x="6542234" y="675940"/>
                  </a:lnTo>
                  <a:lnTo>
                    <a:pt x="6527506" y="676017"/>
                  </a:lnTo>
                  <a:lnTo>
                    <a:pt x="6522735" y="676040"/>
                  </a:lnTo>
                  <a:lnTo>
                    <a:pt x="6522385" y="676041"/>
                  </a:lnTo>
                  <a:lnTo>
                    <a:pt x="5527445" y="676041"/>
                  </a:lnTo>
                  <a:lnTo>
                    <a:pt x="5526312" y="676028"/>
                  </a:lnTo>
                  <a:lnTo>
                    <a:pt x="5518836" y="675937"/>
                  </a:lnTo>
                  <a:lnTo>
                    <a:pt x="5499890" y="675683"/>
                  </a:lnTo>
                  <a:lnTo>
                    <a:pt x="5465763" y="675184"/>
                  </a:lnTo>
                  <a:lnTo>
                    <a:pt x="5414388" y="674359"/>
                  </a:lnTo>
                  <a:lnTo>
                    <a:pt x="5345486" y="673141"/>
                  </a:lnTo>
                  <a:lnTo>
                    <a:pt x="5260518" y="671477"/>
                  </a:lnTo>
                  <a:lnTo>
                    <a:pt x="5162355" y="669339"/>
                  </a:lnTo>
                  <a:lnTo>
                    <a:pt x="5054764" y="666714"/>
                  </a:lnTo>
                  <a:lnTo>
                    <a:pt x="4941809" y="663606"/>
                  </a:lnTo>
                  <a:lnTo>
                    <a:pt x="4827322" y="660023"/>
                  </a:lnTo>
                  <a:lnTo>
                    <a:pt x="4714535" y="655976"/>
                  </a:lnTo>
                  <a:lnTo>
                    <a:pt x="4605897" y="651465"/>
                  </a:lnTo>
                  <a:lnTo>
                    <a:pt x="4503052" y="646483"/>
                  </a:lnTo>
                  <a:lnTo>
                    <a:pt x="4406921" y="641006"/>
                  </a:lnTo>
                  <a:lnTo>
                    <a:pt x="4317839" y="634997"/>
                  </a:lnTo>
                  <a:lnTo>
                    <a:pt x="4235699" y="628402"/>
                  </a:lnTo>
                  <a:lnTo>
                    <a:pt x="4160088" y="621155"/>
                  </a:lnTo>
                  <a:lnTo>
                    <a:pt x="4090395" y="613175"/>
                  </a:lnTo>
                  <a:lnTo>
                    <a:pt x="4025899" y="604374"/>
                  </a:lnTo>
                  <a:lnTo>
                    <a:pt x="3965828" y="594660"/>
                  </a:lnTo>
                  <a:lnTo>
                    <a:pt x="3909406" y="583946"/>
                  </a:lnTo>
                  <a:lnTo>
                    <a:pt x="3855899" y="572166"/>
                  </a:lnTo>
                  <a:lnTo>
                    <a:pt x="3820202" y="563368"/>
                  </a:lnTo>
                  <a:lnTo>
                    <a:pt x="3760786" y="547014"/>
                  </a:lnTo>
                  <a:lnTo>
                    <a:pt x="3703181" y="529077"/>
                  </a:lnTo>
                  <a:lnTo>
                    <a:pt x="3646736" y="509530"/>
                  </a:lnTo>
                  <a:lnTo>
                    <a:pt x="3590968" y="488396"/>
                  </a:lnTo>
                  <a:lnTo>
                    <a:pt x="3535527" y="465752"/>
                  </a:lnTo>
                  <a:lnTo>
                    <a:pt x="3480181" y="441731"/>
                  </a:lnTo>
                  <a:lnTo>
                    <a:pt x="3424790" y="416526"/>
                  </a:lnTo>
                  <a:lnTo>
                    <a:pt x="3369296" y="390383"/>
                  </a:lnTo>
                  <a:lnTo>
                    <a:pt x="3313699" y="363594"/>
                  </a:lnTo>
                  <a:lnTo>
                    <a:pt x="3258043" y="336484"/>
                  </a:lnTo>
                  <a:lnTo>
                    <a:pt x="3202390" y="309393"/>
                  </a:lnTo>
                  <a:lnTo>
                    <a:pt x="3146803" y="282661"/>
                  </a:lnTo>
                  <a:lnTo>
                    <a:pt x="3091322" y="256611"/>
                  </a:lnTo>
                  <a:lnTo>
                    <a:pt x="3035940" y="231528"/>
                  </a:lnTo>
                  <a:lnTo>
                    <a:pt x="2980592" y="207654"/>
                  </a:lnTo>
                  <a:lnTo>
                    <a:pt x="2925128" y="185175"/>
                  </a:lnTo>
                  <a:lnTo>
                    <a:pt x="2869303" y="164218"/>
                  </a:lnTo>
                  <a:lnTo>
                    <a:pt x="2812754" y="144853"/>
                  </a:lnTo>
                  <a:lnTo>
                    <a:pt x="2754980" y="127097"/>
                  </a:lnTo>
                  <a:lnTo>
                    <a:pt x="2702183" y="112673"/>
                  </a:lnTo>
                  <a:lnTo>
                    <a:pt x="2650305" y="100138"/>
                  </a:lnTo>
                  <a:lnTo>
                    <a:pt x="2595977" y="88690"/>
                  </a:lnTo>
                  <a:lnTo>
                    <a:pt x="2538514" y="78292"/>
                  </a:lnTo>
                  <a:lnTo>
                    <a:pt x="2477165" y="68868"/>
                  </a:lnTo>
                  <a:lnTo>
                    <a:pt x="2411152" y="60329"/>
                  </a:lnTo>
                  <a:lnTo>
                    <a:pt x="2339713" y="52584"/>
                  </a:lnTo>
                  <a:lnTo>
                    <a:pt x="2262152" y="45545"/>
                  </a:lnTo>
                  <a:lnTo>
                    <a:pt x="2177910" y="39137"/>
                  </a:lnTo>
                  <a:lnTo>
                    <a:pt x="2086655" y="33296"/>
                  </a:lnTo>
                  <a:lnTo>
                    <a:pt x="1988400" y="27975"/>
                  </a:lnTo>
                  <a:lnTo>
                    <a:pt x="1883645" y="23139"/>
                  </a:lnTo>
                  <a:lnTo>
                    <a:pt x="1773520" y="18772"/>
                  </a:lnTo>
                  <a:lnTo>
                    <a:pt x="1659912" y="14866"/>
                  </a:lnTo>
                  <a:lnTo>
                    <a:pt x="1545518" y="11428"/>
                  </a:lnTo>
                  <a:lnTo>
                    <a:pt x="1433785" y="8468"/>
                  </a:lnTo>
                  <a:lnTo>
                    <a:pt x="1328662" y="5993"/>
                  </a:lnTo>
                  <a:lnTo>
                    <a:pt x="1234185" y="4003"/>
                  </a:lnTo>
                  <a:lnTo>
                    <a:pt x="1153906" y="2480"/>
                  </a:lnTo>
                  <a:lnTo>
                    <a:pt x="1090314" y="1389"/>
                  </a:lnTo>
                  <a:lnTo>
                    <a:pt x="1044355" y="672"/>
                  </a:lnTo>
                  <a:lnTo>
                    <a:pt x="1015197" y="257"/>
                  </a:lnTo>
                  <a:lnTo>
                    <a:pt x="1000241" y="63"/>
                  </a:lnTo>
                  <a:lnTo>
                    <a:pt x="995322" y="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79" name="pl1278"/>
            <p:cNvSpPr/>
            <p:nvPr/>
          </p:nvSpPr>
          <p:spPr>
            <a:xfrm>
              <a:off x="1199187" y="4988919"/>
              <a:ext cx="12049831" cy="676041"/>
            </a:xfrm>
            <a:custGeom>
              <a:avLst/>
              <a:pathLst>
                <a:path w="12049831" h="676041">
                  <a:moveTo>
                    <a:pt x="0" y="0"/>
                  </a:moveTo>
                  <a:lnTo>
                    <a:pt x="994940" y="0"/>
                  </a:lnTo>
                  <a:lnTo>
                    <a:pt x="996073" y="12"/>
                  </a:lnTo>
                  <a:lnTo>
                    <a:pt x="1003549" y="104"/>
                  </a:lnTo>
                  <a:lnTo>
                    <a:pt x="1022495" y="357"/>
                  </a:lnTo>
                  <a:lnTo>
                    <a:pt x="1056622" y="856"/>
                  </a:lnTo>
                  <a:lnTo>
                    <a:pt x="1107997" y="1681"/>
                  </a:lnTo>
                  <a:lnTo>
                    <a:pt x="1176899" y="2900"/>
                  </a:lnTo>
                  <a:lnTo>
                    <a:pt x="1261867" y="4564"/>
                  </a:lnTo>
                  <a:lnTo>
                    <a:pt x="1360030" y="6702"/>
                  </a:lnTo>
                  <a:lnTo>
                    <a:pt x="1467621" y="9327"/>
                  </a:lnTo>
                  <a:lnTo>
                    <a:pt x="1580576" y="12435"/>
                  </a:lnTo>
                  <a:lnTo>
                    <a:pt x="1695063" y="16017"/>
                  </a:lnTo>
                  <a:lnTo>
                    <a:pt x="1807850" y="20065"/>
                  </a:lnTo>
                  <a:lnTo>
                    <a:pt x="1916488" y="24576"/>
                  </a:lnTo>
                  <a:lnTo>
                    <a:pt x="2019333" y="29558"/>
                  </a:lnTo>
                  <a:lnTo>
                    <a:pt x="2115464" y="35035"/>
                  </a:lnTo>
                  <a:lnTo>
                    <a:pt x="2204546" y="41044"/>
                  </a:lnTo>
                  <a:lnTo>
                    <a:pt x="2286686" y="47639"/>
                  </a:lnTo>
                  <a:lnTo>
                    <a:pt x="2362297" y="54886"/>
                  </a:lnTo>
                  <a:lnTo>
                    <a:pt x="2431990" y="62866"/>
                  </a:lnTo>
                  <a:lnTo>
                    <a:pt x="2496486" y="71667"/>
                  </a:lnTo>
                  <a:lnTo>
                    <a:pt x="2556557" y="81381"/>
                  </a:lnTo>
                  <a:lnTo>
                    <a:pt x="2612979" y="92095"/>
                  </a:lnTo>
                  <a:lnTo>
                    <a:pt x="2666486" y="103875"/>
                  </a:lnTo>
                  <a:lnTo>
                    <a:pt x="2702183" y="112673"/>
                  </a:lnTo>
                  <a:lnTo>
                    <a:pt x="2761599" y="129026"/>
                  </a:lnTo>
                  <a:lnTo>
                    <a:pt x="2819204" y="146964"/>
                  </a:lnTo>
                  <a:lnTo>
                    <a:pt x="2875649" y="166510"/>
                  </a:lnTo>
                  <a:lnTo>
                    <a:pt x="2931417" y="187644"/>
                  </a:lnTo>
                  <a:lnTo>
                    <a:pt x="2986858" y="210289"/>
                  </a:lnTo>
                  <a:lnTo>
                    <a:pt x="3042204" y="234310"/>
                  </a:lnTo>
                  <a:lnTo>
                    <a:pt x="3097595" y="259515"/>
                  </a:lnTo>
                  <a:lnTo>
                    <a:pt x="3153089" y="285658"/>
                  </a:lnTo>
                  <a:lnTo>
                    <a:pt x="3208686" y="312447"/>
                  </a:lnTo>
                  <a:lnTo>
                    <a:pt x="3264342" y="339557"/>
                  </a:lnTo>
                  <a:lnTo>
                    <a:pt x="3319995" y="366648"/>
                  </a:lnTo>
                  <a:lnTo>
                    <a:pt x="3375582" y="393380"/>
                  </a:lnTo>
                  <a:lnTo>
                    <a:pt x="3431063" y="419430"/>
                  </a:lnTo>
                  <a:lnTo>
                    <a:pt x="3486445" y="444513"/>
                  </a:lnTo>
                  <a:lnTo>
                    <a:pt x="3541793" y="468386"/>
                  </a:lnTo>
                  <a:lnTo>
                    <a:pt x="3597257" y="490866"/>
                  </a:lnTo>
                  <a:lnTo>
                    <a:pt x="3653082" y="511823"/>
                  </a:lnTo>
                  <a:lnTo>
                    <a:pt x="3709631" y="531188"/>
                  </a:lnTo>
                  <a:lnTo>
                    <a:pt x="3767405" y="548944"/>
                  </a:lnTo>
                  <a:lnTo>
                    <a:pt x="3820202" y="563368"/>
                  </a:lnTo>
                  <a:lnTo>
                    <a:pt x="3872080" y="575903"/>
                  </a:lnTo>
                  <a:lnTo>
                    <a:pt x="3926408" y="587351"/>
                  </a:lnTo>
                  <a:lnTo>
                    <a:pt x="3983871" y="597749"/>
                  </a:lnTo>
                  <a:lnTo>
                    <a:pt x="4045220" y="607173"/>
                  </a:lnTo>
                  <a:lnTo>
                    <a:pt x="4111233" y="615711"/>
                  </a:lnTo>
                  <a:lnTo>
                    <a:pt x="4182672" y="623457"/>
                  </a:lnTo>
                  <a:lnTo>
                    <a:pt x="4260233" y="630496"/>
                  </a:lnTo>
                  <a:lnTo>
                    <a:pt x="4344475" y="636904"/>
                  </a:lnTo>
                  <a:lnTo>
                    <a:pt x="4435730" y="642744"/>
                  </a:lnTo>
                  <a:lnTo>
                    <a:pt x="4533984" y="648066"/>
                  </a:lnTo>
                  <a:lnTo>
                    <a:pt x="4638740" y="652901"/>
                  </a:lnTo>
                  <a:lnTo>
                    <a:pt x="4748865" y="657269"/>
                  </a:lnTo>
                  <a:lnTo>
                    <a:pt x="4862473" y="661175"/>
                  </a:lnTo>
                  <a:lnTo>
                    <a:pt x="4976867" y="664612"/>
                  </a:lnTo>
                  <a:lnTo>
                    <a:pt x="5088600" y="667573"/>
                  </a:lnTo>
                  <a:lnTo>
                    <a:pt x="5193723" y="670048"/>
                  </a:lnTo>
                  <a:lnTo>
                    <a:pt x="5288200" y="672038"/>
                  </a:lnTo>
                  <a:lnTo>
                    <a:pt x="5368479" y="673561"/>
                  </a:lnTo>
                  <a:lnTo>
                    <a:pt x="5432071" y="674652"/>
                  </a:lnTo>
                  <a:lnTo>
                    <a:pt x="5478030" y="675369"/>
                  </a:lnTo>
                  <a:lnTo>
                    <a:pt x="5507188" y="675784"/>
                  </a:lnTo>
                  <a:lnTo>
                    <a:pt x="5522144" y="675978"/>
                  </a:lnTo>
                  <a:lnTo>
                    <a:pt x="5527063" y="676037"/>
                  </a:lnTo>
                  <a:lnTo>
                    <a:pt x="5527445" y="676041"/>
                  </a:lnTo>
                  <a:lnTo>
                    <a:pt x="6522385" y="676041"/>
                  </a:lnTo>
                  <a:lnTo>
                    <a:pt x="6523521" y="676036"/>
                  </a:lnTo>
                  <a:lnTo>
                    <a:pt x="6531017" y="675999"/>
                  </a:lnTo>
                  <a:lnTo>
                    <a:pt x="6550012" y="675897"/>
                  </a:lnTo>
                  <a:lnTo>
                    <a:pt x="6584222" y="675695"/>
                  </a:lnTo>
                  <a:lnTo>
                    <a:pt x="6635717" y="675361"/>
                  </a:lnTo>
                  <a:lnTo>
                    <a:pt x="6704767" y="674869"/>
                  </a:lnTo>
                  <a:lnTo>
                    <a:pt x="6789900" y="674197"/>
                  </a:lnTo>
                  <a:lnTo>
                    <a:pt x="6888230" y="673332"/>
                  </a:lnTo>
                  <a:lnTo>
                    <a:pt x="6995975" y="672272"/>
                  </a:lnTo>
                  <a:lnTo>
                    <a:pt x="7109062" y="671016"/>
                  </a:lnTo>
                  <a:lnTo>
                    <a:pt x="7223651" y="669569"/>
                  </a:lnTo>
                  <a:lnTo>
                    <a:pt x="7336509" y="667934"/>
                  </a:lnTo>
                  <a:lnTo>
                    <a:pt x="7445187" y="666112"/>
                  </a:lnTo>
                  <a:lnTo>
                    <a:pt x="7548047" y="664099"/>
                  </a:lnTo>
                  <a:lnTo>
                    <a:pt x="7644173" y="661887"/>
                  </a:lnTo>
                  <a:lnTo>
                    <a:pt x="7733237" y="659459"/>
                  </a:lnTo>
                  <a:lnTo>
                    <a:pt x="7815350" y="656795"/>
                  </a:lnTo>
                  <a:lnTo>
                    <a:pt x="7890930" y="653866"/>
                  </a:lnTo>
                  <a:lnTo>
                    <a:pt x="7960593" y="650641"/>
                  </a:lnTo>
                  <a:lnTo>
                    <a:pt x="8025062" y="647084"/>
                  </a:lnTo>
                  <a:lnTo>
                    <a:pt x="8085113" y="643158"/>
                  </a:lnTo>
                  <a:lnTo>
                    <a:pt x="8141523" y="638827"/>
                  </a:lnTo>
                  <a:lnTo>
                    <a:pt x="8195025" y="634065"/>
                  </a:lnTo>
                  <a:lnTo>
                    <a:pt x="8229629" y="630622"/>
                  </a:lnTo>
                  <a:lnTo>
                    <a:pt x="8290890" y="623812"/>
                  </a:lnTo>
                  <a:lnTo>
                    <a:pt x="8350248" y="616321"/>
                  </a:lnTo>
                  <a:lnTo>
                    <a:pt x="8408407" y="608140"/>
                  </a:lnTo>
                  <a:lnTo>
                    <a:pt x="8465887" y="599280"/>
                  </a:lnTo>
                  <a:lnTo>
                    <a:pt x="8523055" y="589778"/>
                  </a:lnTo>
                  <a:lnTo>
                    <a:pt x="8580152" y="579697"/>
                  </a:lnTo>
                  <a:lnTo>
                    <a:pt x="8637313" y="569127"/>
                  </a:lnTo>
                  <a:lnTo>
                    <a:pt x="8694589" y="558180"/>
                  </a:lnTo>
                  <a:lnTo>
                    <a:pt x="8751966" y="546991"/>
                  </a:lnTo>
                  <a:lnTo>
                    <a:pt x="8809388" y="535705"/>
                  </a:lnTo>
                  <a:lnTo>
                    <a:pt x="8866784" y="524474"/>
                  </a:lnTo>
                  <a:lnTo>
                    <a:pt x="8924091" y="513446"/>
                  </a:lnTo>
                  <a:lnTo>
                    <a:pt x="8981283" y="502759"/>
                  </a:lnTo>
                  <a:lnTo>
                    <a:pt x="9038388" y="492533"/>
                  </a:lnTo>
                  <a:lnTo>
                    <a:pt x="9095517" y="482863"/>
                  </a:lnTo>
                  <a:lnTo>
                    <a:pt x="9152879" y="473820"/>
                  </a:lnTo>
                  <a:lnTo>
                    <a:pt x="9210805" y="465448"/>
                  </a:lnTo>
                  <a:lnTo>
                    <a:pt x="9269769" y="457766"/>
                  </a:lnTo>
                  <a:lnTo>
                    <a:pt x="9330419" y="450769"/>
                  </a:lnTo>
                  <a:lnTo>
                    <a:pt x="9347647" y="448947"/>
                  </a:lnTo>
                  <a:lnTo>
                    <a:pt x="9399574" y="443890"/>
                  </a:lnTo>
                  <a:lnTo>
                    <a:pt x="9453956" y="439272"/>
                  </a:lnTo>
                  <a:lnTo>
                    <a:pt x="9511479" y="435077"/>
                  </a:lnTo>
                  <a:lnTo>
                    <a:pt x="9572897" y="431276"/>
                  </a:lnTo>
                  <a:lnTo>
                    <a:pt x="9638991" y="427832"/>
                  </a:lnTo>
                  <a:lnTo>
                    <a:pt x="9710524" y="424709"/>
                  </a:lnTo>
                  <a:lnTo>
                    <a:pt x="9788193" y="421871"/>
                  </a:lnTo>
                  <a:lnTo>
                    <a:pt x="9872559" y="419287"/>
                  </a:lnTo>
                  <a:lnTo>
                    <a:pt x="9963952" y="416932"/>
                  </a:lnTo>
                  <a:lnTo>
                    <a:pt x="10062356" y="414787"/>
                  </a:lnTo>
                  <a:lnTo>
                    <a:pt x="10167264" y="412837"/>
                  </a:lnTo>
                  <a:lnTo>
                    <a:pt x="10277537" y="411077"/>
                  </a:lnTo>
                  <a:lnTo>
                    <a:pt x="10391274" y="409504"/>
                  </a:lnTo>
                  <a:lnTo>
                    <a:pt x="10505761" y="408119"/>
                  </a:lnTo>
                  <a:lnTo>
                    <a:pt x="10617535" y="406927"/>
                  </a:lnTo>
                  <a:lnTo>
                    <a:pt x="10722630" y="405931"/>
                  </a:lnTo>
                  <a:lnTo>
                    <a:pt x="10817004" y="405131"/>
                  </a:lnTo>
                  <a:lnTo>
                    <a:pt x="10897106" y="404520"/>
                  </a:lnTo>
                  <a:lnTo>
                    <a:pt x="10960461" y="404082"/>
                  </a:lnTo>
                  <a:lnTo>
                    <a:pt x="11006151" y="403795"/>
                  </a:lnTo>
                  <a:lnTo>
                    <a:pt x="11035042" y="403630"/>
                  </a:lnTo>
                  <a:lnTo>
                    <a:pt x="11049771" y="403553"/>
                  </a:lnTo>
                  <a:lnTo>
                    <a:pt x="11054542" y="403530"/>
                  </a:lnTo>
                  <a:lnTo>
                    <a:pt x="11054891" y="403528"/>
                  </a:lnTo>
                  <a:lnTo>
                    <a:pt x="12049831" y="403528"/>
                  </a:lnTo>
                  <a:lnTo>
                    <a:pt x="12049831" y="4035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0" name="pl1279"/>
            <p:cNvSpPr/>
            <p:nvPr/>
          </p:nvSpPr>
          <p:spPr>
            <a:xfrm>
              <a:off x="1199187" y="4983678"/>
              <a:ext cx="12049831" cy="676041"/>
            </a:xfrm>
            <a:custGeom>
              <a:avLst/>
              <a:pathLst>
                <a:path w="12049831" h="676041">
                  <a:moveTo>
                    <a:pt x="12049831" y="403528"/>
                  </a:moveTo>
                  <a:lnTo>
                    <a:pt x="11054891" y="403528"/>
                  </a:lnTo>
                  <a:lnTo>
                    <a:pt x="11053755" y="403534"/>
                  </a:lnTo>
                  <a:lnTo>
                    <a:pt x="11046259" y="403571"/>
                  </a:lnTo>
                  <a:lnTo>
                    <a:pt x="11027264" y="403673"/>
                  </a:lnTo>
                  <a:lnTo>
                    <a:pt x="10993054" y="403875"/>
                  </a:lnTo>
                  <a:lnTo>
                    <a:pt x="10941559" y="404208"/>
                  </a:lnTo>
                  <a:lnTo>
                    <a:pt x="10872510" y="404701"/>
                  </a:lnTo>
                  <a:lnTo>
                    <a:pt x="10787376" y="405373"/>
                  </a:lnTo>
                  <a:lnTo>
                    <a:pt x="10689046" y="406237"/>
                  </a:lnTo>
                  <a:lnTo>
                    <a:pt x="10581301" y="407298"/>
                  </a:lnTo>
                  <a:lnTo>
                    <a:pt x="10468215" y="408553"/>
                  </a:lnTo>
                  <a:lnTo>
                    <a:pt x="10353625" y="410001"/>
                  </a:lnTo>
                  <a:lnTo>
                    <a:pt x="10240768" y="411636"/>
                  </a:lnTo>
                  <a:lnTo>
                    <a:pt x="10132089" y="413458"/>
                  </a:lnTo>
                  <a:lnTo>
                    <a:pt x="10029229" y="415470"/>
                  </a:lnTo>
                  <a:lnTo>
                    <a:pt x="9933103" y="417683"/>
                  </a:lnTo>
                  <a:lnTo>
                    <a:pt x="9844040" y="420110"/>
                  </a:lnTo>
                  <a:lnTo>
                    <a:pt x="9761927" y="422775"/>
                  </a:lnTo>
                  <a:lnTo>
                    <a:pt x="9686346" y="425703"/>
                  </a:lnTo>
                  <a:lnTo>
                    <a:pt x="9616684" y="428928"/>
                  </a:lnTo>
                  <a:lnTo>
                    <a:pt x="9552215" y="432485"/>
                  </a:lnTo>
                  <a:lnTo>
                    <a:pt x="9492163" y="436412"/>
                  </a:lnTo>
                  <a:lnTo>
                    <a:pt x="9435754" y="440743"/>
                  </a:lnTo>
                  <a:lnTo>
                    <a:pt x="9382251" y="445505"/>
                  </a:lnTo>
                  <a:lnTo>
                    <a:pt x="9347647" y="448947"/>
                  </a:lnTo>
                  <a:lnTo>
                    <a:pt x="9286387" y="455758"/>
                  </a:lnTo>
                  <a:lnTo>
                    <a:pt x="9227029" y="463249"/>
                  </a:lnTo>
                  <a:lnTo>
                    <a:pt x="9168869" y="471430"/>
                  </a:lnTo>
                  <a:lnTo>
                    <a:pt x="9111390" y="480290"/>
                  </a:lnTo>
                  <a:lnTo>
                    <a:pt x="9054222" y="489792"/>
                  </a:lnTo>
                  <a:lnTo>
                    <a:pt x="8997125" y="499873"/>
                  </a:lnTo>
                  <a:lnTo>
                    <a:pt x="8939963" y="510443"/>
                  </a:lnTo>
                  <a:lnTo>
                    <a:pt x="8882687" y="521389"/>
                  </a:lnTo>
                  <a:lnTo>
                    <a:pt x="8825311" y="532579"/>
                  </a:lnTo>
                  <a:lnTo>
                    <a:pt x="8767889" y="543865"/>
                  </a:lnTo>
                  <a:lnTo>
                    <a:pt x="8710493" y="555096"/>
                  </a:lnTo>
                  <a:lnTo>
                    <a:pt x="8653185" y="566123"/>
                  </a:lnTo>
                  <a:lnTo>
                    <a:pt x="8595994" y="576810"/>
                  </a:lnTo>
                  <a:lnTo>
                    <a:pt x="8538889" y="587037"/>
                  </a:lnTo>
                  <a:lnTo>
                    <a:pt x="8481760" y="596707"/>
                  </a:lnTo>
                  <a:lnTo>
                    <a:pt x="8424397" y="605750"/>
                  </a:lnTo>
                  <a:lnTo>
                    <a:pt x="8366471" y="614121"/>
                  </a:lnTo>
                  <a:lnTo>
                    <a:pt x="8307508" y="621803"/>
                  </a:lnTo>
                  <a:lnTo>
                    <a:pt x="8246858" y="628800"/>
                  </a:lnTo>
                  <a:lnTo>
                    <a:pt x="8229629" y="630622"/>
                  </a:lnTo>
                  <a:lnTo>
                    <a:pt x="8177703" y="635680"/>
                  </a:lnTo>
                  <a:lnTo>
                    <a:pt x="8123321" y="640298"/>
                  </a:lnTo>
                  <a:lnTo>
                    <a:pt x="8065798" y="644493"/>
                  </a:lnTo>
                  <a:lnTo>
                    <a:pt x="8004379" y="648293"/>
                  </a:lnTo>
                  <a:lnTo>
                    <a:pt x="7938286" y="651737"/>
                  </a:lnTo>
                  <a:lnTo>
                    <a:pt x="7866753" y="654861"/>
                  </a:lnTo>
                  <a:lnTo>
                    <a:pt x="7789083" y="657699"/>
                  </a:lnTo>
                  <a:lnTo>
                    <a:pt x="7704717" y="660283"/>
                  </a:lnTo>
                  <a:lnTo>
                    <a:pt x="7613324" y="662638"/>
                  </a:lnTo>
                  <a:lnTo>
                    <a:pt x="7514921" y="664783"/>
                  </a:lnTo>
                  <a:lnTo>
                    <a:pt x="7410013" y="666732"/>
                  </a:lnTo>
                  <a:lnTo>
                    <a:pt x="7299740" y="668492"/>
                  </a:lnTo>
                  <a:lnTo>
                    <a:pt x="7186002" y="670066"/>
                  </a:lnTo>
                  <a:lnTo>
                    <a:pt x="7071516" y="671451"/>
                  </a:lnTo>
                  <a:lnTo>
                    <a:pt x="6959742" y="672643"/>
                  </a:lnTo>
                  <a:lnTo>
                    <a:pt x="6854647" y="673638"/>
                  </a:lnTo>
                  <a:lnTo>
                    <a:pt x="6760272" y="674438"/>
                  </a:lnTo>
                  <a:lnTo>
                    <a:pt x="6680171" y="675050"/>
                  </a:lnTo>
                  <a:lnTo>
                    <a:pt x="6616815" y="675488"/>
                  </a:lnTo>
                  <a:lnTo>
                    <a:pt x="6571126" y="675774"/>
                  </a:lnTo>
                  <a:lnTo>
                    <a:pt x="6542234" y="675940"/>
                  </a:lnTo>
                  <a:lnTo>
                    <a:pt x="6527506" y="676017"/>
                  </a:lnTo>
                  <a:lnTo>
                    <a:pt x="6522735" y="676040"/>
                  </a:lnTo>
                  <a:lnTo>
                    <a:pt x="6522385" y="676041"/>
                  </a:lnTo>
                  <a:lnTo>
                    <a:pt x="5527445" y="676041"/>
                  </a:lnTo>
                  <a:lnTo>
                    <a:pt x="5526312" y="676028"/>
                  </a:lnTo>
                  <a:lnTo>
                    <a:pt x="5518836" y="675937"/>
                  </a:lnTo>
                  <a:lnTo>
                    <a:pt x="5499890" y="675683"/>
                  </a:lnTo>
                  <a:lnTo>
                    <a:pt x="5465763" y="675184"/>
                  </a:lnTo>
                  <a:lnTo>
                    <a:pt x="5414388" y="674359"/>
                  </a:lnTo>
                  <a:lnTo>
                    <a:pt x="5345486" y="673141"/>
                  </a:lnTo>
                  <a:lnTo>
                    <a:pt x="5260518" y="671477"/>
                  </a:lnTo>
                  <a:lnTo>
                    <a:pt x="5162355" y="669339"/>
                  </a:lnTo>
                  <a:lnTo>
                    <a:pt x="5054764" y="666714"/>
                  </a:lnTo>
                  <a:lnTo>
                    <a:pt x="4941809" y="663606"/>
                  </a:lnTo>
                  <a:lnTo>
                    <a:pt x="4827322" y="660023"/>
                  </a:lnTo>
                  <a:lnTo>
                    <a:pt x="4714535" y="655976"/>
                  </a:lnTo>
                  <a:lnTo>
                    <a:pt x="4605897" y="651465"/>
                  </a:lnTo>
                  <a:lnTo>
                    <a:pt x="4503052" y="646483"/>
                  </a:lnTo>
                  <a:lnTo>
                    <a:pt x="4406921" y="641006"/>
                  </a:lnTo>
                  <a:lnTo>
                    <a:pt x="4317839" y="634997"/>
                  </a:lnTo>
                  <a:lnTo>
                    <a:pt x="4235699" y="628402"/>
                  </a:lnTo>
                  <a:lnTo>
                    <a:pt x="4160088" y="621155"/>
                  </a:lnTo>
                  <a:lnTo>
                    <a:pt x="4090395" y="613175"/>
                  </a:lnTo>
                  <a:lnTo>
                    <a:pt x="4025899" y="604374"/>
                  </a:lnTo>
                  <a:lnTo>
                    <a:pt x="3965828" y="594660"/>
                  </a:lnTo>
                  <a:lnTo>
                    <a:pt x="3909406" y="583946"/>
                  </a:lnTo>
                  <a:lnTo>
                    <a:pt x="3855899" y="572166"/>
                  </a:lnTo>
                  <a:lnTo>
                    <a:pt x="3820202" y="563368"/>
                  </a:lnTo>
                  <a:lnTo>
                    <a:pt x="3760786" y="547014"/>
                  </a:lnTo>
                  <a:lnTo>
                    <a:pt x="3703181" y="529077"/>
                  </a:lnTo>
                  <a:lnTo>
                    <a:pt x="3646736" y="509530"/>
                  </a:lnTo>
                  <a:lnTo>
                    <a:pt x="3590968" y="488396"/>
                  </a:lnTo>
                  <a:lnTo>
                    <a:pt x="3535527" y="465752"/>
                  </a:lnTo>
                  <a:lnTo>
                    <a:pt x="3480181" y="441731"/>
                  </a:lnTo>
                  <a:lnTo>
                    <a:pt x="3424790" y="416526"/>
                  </a:lnTo>
                  <a:lnTo>
                    <a:pt x="3369296" y="390383"/>
                  </a:lnTo>
                  <a:lnTo>
                    <a:pt x="3313699" y="363594"/>
                  </a:lnTo>
                  <a:lnTo>
                    <a:pt x="3258043" y="336484"/>
                  </a:lnTo>
                  <a:lnTo>
                    <a:pt x="3202390" y="309393"/>
                  </a:lnTo>
                  <a:lnTo>
                    <a:pt x="3146803" y="282661"/>
                  </a:lnTo>
                  <a:lnTo>
                    <a:pt x="3091322" y="256611"/>
                  </a:lnTo>
                  <a:lnTo>
                    <a:pt x="3035940" y="231528"/>
                  </a:lnTo>
                  <a:lnTo>
                    <a:pt x="2980592" y="207654"/>
                  </a:lnTo>
                  <a:lnTo>
                    <a:pt x="2925128" y="185175"/>
                  </a:lnTo>
                  <a:lnTo>
                    <a:pt x="2869303" y="164218"/>
                  </a:lnTo>
                  <a:lnTo>
                    <a:pt x="2812754" y="144853"/>
                  </a:lnTo>
                  <a:lnTo>
                    <a:pt x="2754980" y="127097"/>
                  </a:lnTo>
                  <a:lnTo>
                    <a:pt x="2702183" y="112673"/>
                  </a:lnTo>
                  <a:lnTo>
                    <a:pt x="2650305" y="100138"/>
                  </a:lnTo>
                  <a:lnTo>
                    <a:pt x="2595977" y="88690"/>
                  </a:lnTo>
                  <a:lnTo>
                    <a:pt x="2538514" y="78292"/>
                  </a:lnTo>
                  <a:lnTo>
                    <a:pt x="2477165" y="68868"/>
                  </a:lnTo>
                  <a:lnTo>
                    <a:pt x="2411152" y="60329"/>
                  </a:lnTo>
                  <a:lnTo>
                    <a:pt x="2339713" y="52584"/>
                  </a:lnTo>
                  <a:lnTo>
                    <a:pt x="2262152" y="45545"/>
                  </a:lnTo>
                  <a:lnTo>
                    <a:pt x="2177910" y="39137"/>
                  </a:lnTo>
                  <a:lnTo>
                    <a:pt x="2086655" y="33296"/>
                  </a:lnTo>
                  <a:lnTo>
                    <a:pt x="1988400" y="27975"/>
                  </a:lnTo>
                  <a:lnTo>
                    <a:pt x="1883645" y="23139"/>
                  </a:lnTo>
                  <a:lnTo>
                    <a:pt x="1773520" y="18772"/>
                  </a:lnTo>
                  <a:lnTo>
                    <a:pt x="1659912" y="14866"/>
                  </a:lnTo>
                  <a:lnTo>
                    <a:pt x="1545518" y="11428"/>
                  </a:lnTo>
                  <a:lnTo>
                    <a:pt x="1433785" y="8468"/>
                  </a:lnTo>
                  <a:lnTo>
                    <a:pt x="1328662" y="5993"/>
                  </a:lnTo>
                  <a:lnTo>
                    <a:pt x="1234185" y="4003"/>
                  </a:lnTo>
                  <a:lnTo>
                    <a:pt x="1153906" y="2480"/>
                  </a:lnTo>
                  <a:lnTo>
                    <a:pt x="1090314" y="1389"/>
                  </a:lnTo>
                  <a:lnTo>
                    <a:pt x="1044355" y="672"/>
                  </a:lnTo>
                  <a:lnTo>
                    <a:pt x="1015197" y="257"/>
                  </a:lnTo>
                  <a:lnTo>
                    <a:pt x="1000241" y="63"/>
                  </a:lnTo>
                  <a:lnTo>
                    <a:pt x="995322" y="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1" name="pg1280"/>
            <p:cNvSpPr/>
            <p:nvPr/>
          </p:nvSpPr>
          <p:spPr>
            <a:xfrm>
              <a:off x="1199187" y="2876943"/>
              <a:ext cx="12049831" cy="1970478"/>
            </a:xfrm>
            <a:custGeom>
              <a:avLst/>
              <a:pathLst>
                <a:path w="12049831" h="1970478">
                  <a:moveTo>
                    <a:pt x="0" y="1970478"/>
                  </a:moveTo>
                  <a:lnTo>
                    <a:pt x="994940" y="1970478"/>
                  </a:lnTo>
                  <a:lnTo>
                    <a:pt x="996069" y="1970460"/>
                  </a:lnTo>
                  <a:lnTo>
                    <a:pt x="1003525" y="1970336"/>
                  </a:lnTo>
                  <a:lnTo>
                    <a:pt x="1022423" y="1969991"/>
                  </a:lnTo>
                  <a:lnTo>
                    <a:pt x="1056463" y="1969312"/>
                  </a:lnTo>
                  <a:lnTo>
                    <a:pt x="1107717" y="1968190"/>
                  </a:lnTo>
                  <a:lnTo>
                    <a:pt x="1176467" y="1966531"/>
                  </a:lnTo>
                  <a:lnTo>
                    <a:pt x="1261267" y="1964268"/>
                  </a:lnTo>
                  <a:lnTo>
                    <a:pt x="1359259" y="1961357"/>
                  </a:lnTo>
                  <a:lnTo>
                    <a:pt x="1466691" y="1957785"/>
                  </a:lnTo>
                  <a:lnTo>
                    <a:pt x="1579511" y="1953554"/>
                  </a:lnTo>
                  <a:lnTo>
                    <a:pt x="1693893" y="1948677"/>
                  </a:lnTo>
                  <a:lnTo>
                    <a:pt x="1806608" y="1943167"/>
                  </a:lnTo>
                  <a:lnTo>
                    <a:pt x="1915205" y="1937026"/>
                  </a:lnTo>
                  <a:lnTo>
                    <a:pt x="2018034" y="1930243"/>
                  </a:lnTo>
                  <a:lnTo>
                    <a:pt x="2114168" y="1922787"/>
                  </a:lnTo>
                  <a:lnTo>
                    <a:pt x="2203269" y="1914607"/>
                  </a:lnTo>
                  <a:lnTo>
                    <a:pt x="2285437" y="1905631"/>
                  </a:lnTo>
                  <a:lnTo>
                    <a:pt x="2361080" y="1895768"/>
                  </a:lnTo>
                  <a:lnTo>
                    <a:pt x="2430803" y="1884909"/>
                  </a:lnTo>
                  <a:lnTo>
                    <a:pt x="2495327" y="1872934"/>
                  </a:lnTo>
                  <a:lnTo>
                    <a:pt x="2555420" y="1859718"/>
                  </a:lnTo>
                  <a:lnTo>
                    <a:pt x="2611854" y="1845142"/>
                  </a:lnTo>
                  <a:lnTo>
                    <a:pt x="2665365" y="1829116"/>
                  </a:lnTo>
                  <a:lnTo>
                    <a:pt x="2702183" y="1816753"/>
                  </a:lnTo>
                  <a:lnTo>
                    <a:pt x="2759962" y="1795095"/>
                  </a:lnTo>
                  <a:lnTo>
                    <a:pt x="2816011" y="1771398"/>
                  </a:lnTo>
                  <a:lnTo>
                    <a:pt x="2870935" y="1745627"/>
                  </a:lnTo>
                  <a:lnTo>
                    <a:pt x="2925187" y="1717804"/>
                  </a:lnTo>
                  <a:lnTo>
                    <a:pt x="2979099" y="1688019"/>
                  </a:lnTo>
                  <a:lnTo>
                    <a:pt x="3032897" y="1656430"/>
                  </a:lnTo>
                  <a:lnTo>
                    <a:pt x="3086721" y="1623269"/>
                  </a:lnTo>
                  <a:lnTo>
                    <a:pt x="3140638" y="1588831"/>
                  </a:lnTo>
                  <a:lnTo>
                    <a:pt x="3194655" y="1553471"/>
                  </a:lnTo>
                  <a:lnTo>
                    <a:pt x="3248742" y="1517589"/>
                  </a:lnTo>
                  <a:lnTo>
                    <a:pt x="3302843" y="1481608"/>
                  </a:lnTo>
                  <a:lnTo>
                    <a:pt x="3356898" y="1445956"/>
                  </a:lnTo>
                  <a:lnTo>
                    <a:pt x="3410863" y="1411047"/>
                  </a:lnTo>
                  <a:lnTo>
                    <a:pt x="3464725" y="1377257"/>
                  </a:lnTo>
                  <a:lnTo>
                    <a:pt x="3518522" y="1344912"/>
                  </a:lnTo>
                  <a:lnTo>
                    <a:pt x="3572359" y="1314273"/>
                  </a:lnTo>
                  <a:lnTo>
                    <a:pt x="3626420" y="1285532"/>
                  </a:lnTo>
                  <a:lnTo>
                    <a:pt x="3680987" y="1258809"/>
                  </a:lnTo>
                  <a:lnTo>
                    <a:pt x="3736453" y="1234158"/>
                  </a:lnTo>
                  <a:lnTo>
                    <a:pt x="3793349" y="1211570"/>
                  </a:lnTo>
                  <a:lnTo>
                    <a:pt x="3820202" y="1201852"/>
                  </a:lnTo>
                  <a:lnTo>
                    <a:pt x="3872030" y="1184764"/>
                  </a:lnTo>
                  <a:lnTo>
                    <a:pt x="3926304" y="1169158"/>
                  </a:lnTo>
                  <a:lnTo>
                    <a:pt x="3983706" y="1154981"/>
                  </a:lnTo>
                  <a:lnTo>
                    <a:pt x="4044983" y="1142132"/>
                  </a:lnTo>
                  <a:lnTo>
                    <a:pt x="4110913" y="1130489"/>
                  </a:lnTo>
                  <a:lnTo>
                    <a:pt x="4182256" y="1119926"/>
                  </a:lnTo>
                  <a:lnTo>
                    <a:pt x="4259705" y="1110326"/>
                  </a:lnTo>
                  <a:lnTo>
                    <a:pt x="4343821" y="1101585"/>
                  </a:lnTo>
                  <a:lnTo>
                    <a:pt x="4434935" y="1093618"/>
                  </a:lnTo>
                  <a:lnTo>
                    <a:pt x="4533038" y="1086359"/>
                  </a:lnTo>
                  <a:lnTo>
                    <a:pt x="4637636" y="1079761"/>
                  </a:lnTo>
                  <a:lnTo>
                    <a:pt x="4747610" y="1073801"/>
                  </a:lnTo>
                  <a:lnTo>
                    <a:pt x="4861086" y="1068470"/>
                  </a:lnTo>
                  <a:lnTo>
                    <a:pt x="4975383" y="1063776"/>
                  </a:lnTo>
                  <a:lnTo>
                    <a:pt x="5087074" y="1059732"/>
                  </a:lnTo>
                  <a:lnTo>
                    <a:pt x="5192224" y="1056349"/>
                  </a:lnTo>
                  <a:lnTo>
                    <a:pt x="5286806" y="1053626"/>
                  </a:lnTo>
                  <a:lnTo>
                    <a:pt x="5367265" y="1051541"/>
                  </a:lnTo>
                  <a:lnTo>
                    <a:pt x="5431098" y="1050043"/>
                  </a:lnTo>
                  <a:lnTo>
                    <a:pt x="5477332" y="1049058"/>
                  </a:lnTo>
                  <a:lnTo>
                    <a:pt x="5506765" y="1048486"/>
                  </a:lnTo>
                  <a:lnTo>
                    <a:pt x="5521955" y="1048216"/>
                  </a:lnTo>
                  <a:lnTo>
                    <a:pt x="5527027" y="1048133"/>
                  </a:lnTo>
                  <a:lnTo>
                    <a:pt x="5527445" y="1048126"/>
                  </a:lnTo>
                  <a:lnTo>
                    <a:pt x="6522385" y="1048126"/>
                  </a:lnTo>
                  <a:lnTo>
                    <a:pt x="6523513" y="1048107"/>
                  </a:lnTo>
                  <a:lnTo>
                    <a:pt x="6530957" y="1047966"/>
                  </a:lnTo>
                  <a:lnTo>
                    <a:pt x="6549825" y="1047577"/>
                  </a:lnTo>
                  <a:lnTo>
                    <a:pt x="6583814" y="1046810"/>
                  </a:lnTo>
                  <a:lnTo>
                    <a:pt x="6634994" y="1045543"/>
                  </a:lnTo>
                  <a:lnTo>
                    <a:pt x="6703654" y="1043671"/>
                  </a:lnTo>
                  <a:lnTo>
                    <a:pt x="6788353" y="1041116"/>
                  </a:lnTo>
                  <a:lnTo>
                    <a:pt x="6886242" y="1037830"/>
                  </a:lnTo>
                  <a:lnTo>
                    <a:pt x="6993579" y="1033797"/>
                  </a:lnTo>
                  <a:lnTo>
                    <a:pt x="7106318" y="1029020"/>
                  </a:lnTo>
                  <a:lnTo>
                    <a:pt x="7220638" y="1023513"/>
                  </a:lnTo>
                  <a:lnTo>
                    <a:pt x="7333309" y="1017290"/>
                  </a:lnTo>
                  <a:lnTo>
                    <a:pt x="7441880" y="1010356"/>
                  </a:lnTo>
                  <a:lnTo>
                    <a:pt x="7544700" y="1002696"/>
                  </a:lnTo>
                  <a:lnTo>
                    <a:pt x="7640837" y="994277"/>
                  </a:lnTo>
                  <a:lnTo>
                    <a:pt x="7729949" y="985041"/>
                  </a:lnTo>
                  <a:lnTo>
                    <a:pt x="7812133" y="974906"/>
                  </a:lnTo>
                  <a:lnTo>
                    <a:pt x="7887795" y="963770"/>
                  </a:lnTo>
                  <a:lnTo>
                    <a:pt x="7957537" y="951512"/>
                  </a:lnTo>
                  <a:lnTo>
                    <a:pt x="8022077" y="937994"/>
                  </a:lnTo>
                  <a:lnTo>
                    <a:pt x="8082182" y="923076"/>
                  </a:lnTo>
                  <a:lnTo>
                    <a:pt x="8138625" y="906624"/>
                  </a:lnTo>
                  <a:lnTo>
                    <a:pt x="8192138" y="888535"/>
                  </a:lnTo>
                  <a:lnTo>
                    <a:pt x="8229629" y="874312"/>
                  </a:lnTo>
                  <a:lnTo>
                    <a:pt x="8286525" y="850223"/>
                  </a:lnTo>
                  <a:lnTo>
                    <a:pt x="8341734" y="823899"/>
                  </a:lnTo>
                  <a:lnTo>
                    <a:pt x="8395838" y="795302"/>
                  </a:lnTo>
                  <a:lnTo>
                    <a:pt x="8449273" y="764454"/>
                  </a:lnTo>
                  <a:lnTo>
                    <a:pt x="8502361" y="731448"/>
                  </a:lnTo>
                  <a:lnTo>
                    <a:pt x="8555326" y="696449"/>
                  </a:lnTo>
                  <a:lnTo>
                    <a:pt x="8608307" y="659699"/>
                  </a:lnTo>
                  <a:lnTo>
                    <a:pt x="8661373" y="621512"/>
                  </a:lnTo>
                  <a:lnTo>
                    <a:pt x="8714539" y="582264"/>
                  </a:lnTo>
                  <a:lnTo>
                    <a:pt x="8767778" y="542379"/>
                  </a:lnTo>
                  <a:lnTo>
                    <a:pt x="8821040" y="502312"/>
                  </a:lnTo>
                  <a:lnTo>
                    <a:pt x="8874267" y="462527"/>
                  </a:lnTo>
                  <a:lnTo>
                    <a:pt x="8927413" y="423474"/>
                  </a:lnTo>
                  <a:lnTo>
                    <a:pt x="8980458" y="385569"/>
                  </a:lnTo>
                  <a:lnTo>
                    <a:pt x="9033427" y="349174"/>
                  </a:lnTo>
                  <a:lnTo>
                    <a:pt x="9086404" y="314589"/>
                  </a:lnTo>
                  <a:lnTo>
                    <a:pt x="9139546" y="282039"/>
                  </a:lnTo>
                  <a:lnTo>
                    <a:pt x="9193095" y="251674"/>
                  </a:lnTo>
                  <a:lnTo>
                    <a:pt x="9247396" y="223570"/>
                  </a:lnTo>
                  <a:lnTo>
                    <a:pt x="9302916" y="197736"/>
                  </a:lnTo>
                  <a:lnTo>
                    <a:pt x="9347647" y="179054"/>
                  </a:lnTo>
                  <a:lnTo>
                    <a:pt x="9399446" y="159744"/>
                  </a:lnTo>
                  <a:lnTo>
                    <a:pt x="9453688" y="142108"/>
                  </a:lnTo>
                  <a:lnTo>
                    <a:pt x="9511052" y="126085"/>
                  </a:lnTo>
                  <a:lnTo>
                    <a:pt x="9572287" y="111562"/>
                  </a:lnTo>
                  <a:lnTo>
                    <a:pt x="9638168" y="98401"/>
                  </a:lnTo>
                  <a:lnTo>
                    <a:pt x="9709453" y="86461"/>
                  </a:lnTo>
                  <a:lnTo>
                    <a:pt x="9786835" y="75609"/>
                  </a:lnTo>
                  <a:lnTo>
                    <a:pt x="9870875" y="65728"/>
                  </a:lnTo>
                  <a:lnTo>
                    <a:pt x="9961905" y="56721"/>
                  </a:lnTo>
                  <a:lnTo>
                    <a:pt x="10059916" y="48513"/>
                  </a:lnTo>
                  <a:lnTo>
                    <a:pt x="10164421" y="41053"/>
                  </a:lnTo>
                  <a:lnTo>
                    <a:pt x="10274304" y="34313"/>
                  </a:lnTo>
                  <a:lnTo>
                    <a:pt x="10387701" y="28284"/>
                  </a:lnTo>
                  <a:lnTo>
                    <a:pt x="10501940" y="22974"/>
                  </a:lnTo>
                  <a:lnTo>
                    <a:pt x="10613605" y="18398"/>
                  </a:lnTo>
                  <a:lnTo>
                    <a:pt x="10718770" y="14568"/>
                  </a:lnTo>
                  <a:lnTo>
                    <a:pt x="10813415" y="11484"/>
                  </a:lnTo>
                  <a:lnTo>
                    <a:pt x="10893981" y="9121"/>
                  </a:lnTo>
                  <a:lnTo>
                    <a:pt x="10957958" y="7422"/>
                  </a:lnTo>
                  <a:lnTo>
                    <a:pt x="11004357" y="6303"/>
                  </a:lnTo>
                  <a:lnTo>
                    <a:pt x="11033955" y="5652"/>
                  </a:lnTo>
                  <a:lnTo>
                    <a:pt x="11049285" y="5343"/>
                  </a:lnTo>
                  <a:lnTo>
                    <a:pt x="11054450" y="524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3" y="19"/>
                  </a:lnTo>
                  <a:lnTo>
                    <a:pt x="11046319" y="160"/>
                  </a:lnTo>
                  <a:lnTo>
                    <a:pt x="11027452" y="549"/>
                  </a:lnTo>
                  <a:lnTo>
                    <a:pt x="10993462" y="1316"/>
                  </a:lnTo>
                  <a:lnTo>
                    <a:pt x="10942282" y="2582"/>
                  </a:lnTo>
                  <a:lnTo>
                    <a:pt x="10873623" y="4455"/>
                  </a:lnTo>
                  <a:lnTo>
                    <a:pt x="10788924" y="7010"/>
                  </a:lnTo>
                  <a:lnTo>
                    <a:pt x="10691034" y="10295"/>
                  </a:lnTo>
                  <a:lnTo>
                    <a:pt x="10583698" y="14329"/>
                  </a:lnTo>
                  <a:lnTo>
                    <a:pt x="10470959" y="19106"/>
                  </a:lnTo>
                  <a:lnTo>
                    <a:pt x="10356639" y="24613"/>
                  </a:lnTo>
                  <a:lnTo>
                    <a:pt x="10243967" y="30835"/>
                  </a:lnTo>
                  <a:lnTo>
                    <a:pt x="10135396" y="37770"/>
                  </a:lnTo>
                  <a:lnTo>
                    <a:pt x="10032577" y="45429"/>
                  </a:lnTo>
                  <a:lnTo>
                    <a:pt x="9936439" y="53849"/>
                  </a:lnTo>
                  <a:lnTo>
                    <a:pt x="9847327" y="63085"/>
                  </a:lnTo>
                  <a:lnTo>
                    <a:pt x="9765143" y="73220"/>
                  </a:lnTo>
                  <a:lnTo>
                    <a:pt x="9689482" y="84355"/>
                  </a:lnTo>
                  <a:lnTo>
                    <a:pt x="9619740" y="96614"/>
                  </a:lnTo>
                  <a:lnTo>
                    <a:pt x="9555200" y="110132"/>
                  </a:lnTo>
                  <a:lnTo>
                    <a:pt x="9495094" y="125050"/>
                  </a:lnTo>
                  <a:lnTo>
                    <a:pt x="9438651" y="141502"/>
                  </a:lnTo>
                  <a:lnTo>
                    <a:pt x="9385138" y="159591"/>
                  </a:lnTo>
                  <a:lnTo>
                    <a:pt x="9347647" y="173814"/>
                  </a:lnTo>
                  <a:lnTo>
                    <a:pt x="9290752" y="197903"/>
                  </a:lnTo>
                  <a:lnTo>
                    <a:pt x="9235542" y="224227"/>
                  </a:lnTo>
                  <a:lnTo>
                    <a:pt x="9181439" y="252824"/>
                  </a:lnTo>
                  <a:lnTo>
                    <a:pt x="9128004" y="283672"/>
                  </a:lnTo>
                  <a:lnTo>
                    <a:pt x="9074915" y="316678"/>
                  </a:lnTo>
                  <a:lnTo>
                    <a:pt x="9021950" y="351677"/>
                  </a:lnTo>
                  <a:lnTo>
                    <a:pt x="8968970" y="388427"/>
                  </a:lnTo>
                  <a:lnTo>
                    <a:pt x="8915903" y="426614"/>
                  </a:lnTo>
                  <a:lnTo>
                    <a:pt x="8862737" y="465862"/>
                  </a:lnTo>
                  <a:lnTo>
                    <a:pt x="8809498" y="505747"/>
                  </a:lnTo>
                  <a:lnTo>
                    <a:pt x="8756236" y="545814"/>
                  </a:lnTo>
                  <a:lnTo>
                    <a:pt x="8703009" y="585598"/>
                  </a:lnTo>
                  <a:lnTo>
                    <a:pt x="8649864" y="624651"/>
                  </a:lnTo>
                  <a:lnTo>
                    <a:pt x="8596819" y="662557"/>
                  </a:lnTo>
                  <a:lnTo>
                    <a:pt x="8543850" y="698952"/>
                  </a:lnTo>
                  <a:lnTo>
                    <a:pt x="8490872" y="733537"/>
                  </a:lnTo>
                  <a:lnTo>
                    <a:pt x="8437731" y="766087"/>
                  </a:lnTo>
                  <a:lnTo>
                    <a:pt x="8384182" y="796452"/>
                  </a:lnTo>
                  <a:lnTo>
                    <a:pt x="8329880" y="824556"/>
                  </a:lnTo>
                  <a:lnTo>
                    <a:pt x="8274360" y="850390"/>
                  </a:lnTo>
                  <a:lnTo>
                    <a:pt x="8229629" y="869071"/>
                  </a:lnTo>
                  <a:lnTo>
                    <a:pt x="8177830" y="888381"/>
                  </a:lnTo>
                  <a:lnTo>
                    <a:pt x="8123589" y="906018"/>
                  </a:lnTo>
                  <a:lnTo>
                    <a:pt x="8066224" y="922041"/>
                  </a:lnTo>
                  <a:lnTo>
                    <a:pt x="8004989" y="936564"/>
                  </a:lnTo>
                  <a:lnTo>
                    <a:pt x="7939109" y="949725"/>
                  </a:lnTo>
                  <a:lnTo>
                    <a:pt x="7867824" y="961665"/>
                  </a:lnTo>
                  <a:lnTo>
                    <a:pt x="7790441" y="972517"/>
                  </a:lnTo>
                  <a:lnTo>
                    <a:pt x="7706401" y="982398"/>
                  </a:lnTo>
                  <a:lnTo>
                    <a:pt x="7615372" y="991405"/>
                  </a:lnTo>
                  <a:lnTo>
                    <a:pt x="7517360" y="999613"/>
                  </a:lnTo>
                  <a:lnTo>
                    <a:pt x="7412856" y="1007073"/>
                  </a:lnTo>
                  <a:lnTo>
                    <a:pt x="7302973" y="1013813"/>
                  </a:lnTo>
                  <a:lnTo>
                    <a:pt x="7189576" y="1019842"/>
                  </a:lnTo>
                  <a:lnTo>
                    <a:pt x="7075337" y="1025152"/>
                  </a:lnTo>
                  <a:lnTo>
                    <a:pt x="6963671" y="1029728"/>
                  </a:lnTo>
                  <a:lnTo>
                    <a:pt x="6858506" y="1033557"/>
                  </a:lnTo>
                  <a:lnTo>
                    <a:pt x="6763862" y="1036641"/>
                  </a:lnTo>
                  <a:lnTo>
                    <a:pt x="6683296" y="1039005"/>
                  </a:lnTo>
                  <a:lnTo>
                    <a:pt x="6619318" y="1040703"/>
                  </a:lnTo>
                  <a:lnTo>
                    <a:pt x="6572920" y="1041823"/>
                  </a:lnTo>
                  <a:lnTo>
                    <a:pt x="6543322" y="1042474"/>
                  </a:lnTo>
                  <a:lnTo>
                    <a:pt x="6527991" y="1042783"/>
                  </a:lnTo>
                  <a:lnTo>
                    <a:pt x="6522827" y="1042878"/>
                  </a:lnTo>
                  <a:lnTo>
                    <a:pt x="6522385" y="1042886"/>
                  </a:lnTo>
                  <a:lnTo>
                    <a:pt x="5527445" y="1042886"/>
                  </a:lnTo>
                  <a:lnTo>
                    <a:pt x="5526316" y="1042903"/>
                  </a:lnTo>
                  <a:lnTo>
                    <a:pt x="5518860" y="1043028"/>
                  </a:lnTo>
                  <a:lnTo>
                    <a:pt x="5499962" y="1043372"/>
                  </a:lnTo>
                  <a:lnTo>
                    <a:pt x="5465922" y="1044052"/>
                  </a:lnTo>
                  <a:lnTo>
                    <a:pt x="5414668" y="1045174"/>
                  </a:lnTo>
                  <a:lnTo>
                    <a:pt x="5345918" y="1046832"/>
                  </a:lnTo>
                  <a:lnTo>
                    <a:pt x="5261118" y="1049096"/>
                  </a:lnTo>
                  <a:lnTo>
                    <a:pt x="5163126" y="1052006"/>
                  </a:lnTo>
                  <a:lnTo>
                    <a:pt x="5055694" y="1055578"/>
                  </a:lnTo>
                  <a:lnTo>
                    <a:pt x="4942874" y="1059809"/>
                  </a:lnTo>
                  <a:lnTo>
                    <a:pt x="4828492" y="1064686"/>
                  </a:lnTo>
                  <a:lnTo>
                    <a:pt x="4715777" y="1070197"/>
                  </a:lnTo>
                  <a:lnTo>
                    <a:pt x="4607180" y="1076338"/>
                  </a:lnTo>
                  <a:lnTo>
                    <a:pt x="4504351" y="1083121"/>
                  </a:lnTo>
                  <a:lnTo>
                    <a:pt x="4408217" y="1090576"/>
                  </a:lnTo>
                  <a:lnTo>
                    <a:pt x="4319116" y="1098757"/>
                  </a:lnTo>
                  <a:lnTo>
                    <a:pt x="4236948" y="1107733"/>
                  </a:lnTo>
                  <a:lnTo>
                    <a:pt x="4161305" y="1117596"/>
                  </a:lnTo>
                  <a:lnTo>
                    <a:pt x="4091582" y="1128455"/>
                  </a:lnTo>
                  <a:lnTo>
                    <a:pt x="4027058" y="1140429"/>
                  </a:lnTo>
                  <a:lnTo>
                    <a:pt x="3966965" y="1153646"/>
                  </a:lnTo>
                  <a:lnTo>
                    <a:pt x="3910531" y="1168221"/>
                  </a:lnTo>
                  <a:lnTo>
                    <a:pt x="3857020" y="1184248"/>
                  </a:lnTo>
                  <a:lnTo>
                    <a:pt x="3820202" y="1196611"/>
                  </a:lnTo>
                  <a:lnTo>
                    <a:pt x="3762423" y="1218268"/>
                  </a:lnTo>
                  <a:lnTo>
                    <a:pt x="3706374" y="1241965"/>
                  </a:lnTo>
                  <a:lnTo>
                    <a:pt x="3651450" y="1267737"/>
                  </a:lnTo>
                  <a:lnTo>
                    <a:pt x="3597198" y="1295560"/>
                  </a:lnTo>
                  <a:lnTo>
                    <a:pt x="3543286" y="1325345"/>
                  </a:lnTo>
                  <a:lnTo>
                    <a:pt x="3489488" y="1356933"/>
                  </a:lnTo>
                  <a:lnTo>
                    <a:pt x="3435664" y="1390095"/>
                  </a:lnTo>
                  <a:lnTo>
                    <a:pt x="3381747" y="1424533"/>
                  </a:lnTo>
                  <a:lnTo>
                    <a:pt x="3327730" y="1459892"/>
                  </a:lnTo>
                  <a:lnTo>
                    <a:pt x="3273643" y="1495775"/>
                  </a:lnTo>
                  <a:lnTo>
                    <a:pt x="3219542" y="1531756"/>
                  </a:lnTo>
                  <a:lnTo>
                    <a:pt x="3165487" y="1567408"/>
                  </a:lnTo>
                  <a:lnTo>
                    <a:pt x="3111522" y="1602317"/>
                  </a:lnTo>
                  <a:lnTo>
                    <a:pt x="3057660" y="1636106"/>
                  </a:lnTo>
                  <a:lnTo>
                    <a:pt x="3003863" y="1668451"/>
                  </a:lnTo>
                  <a:lnTo>
                    <a:pt x="2950026" y="1699091"/>
                  </a:lnTo>
                  <a:lnTo>
                    <a:pt x="2895965" y="1727832"/>
                  </a:lnTo>
                  <a:lnTo>
                    <a:pt x="2841398" y="1754554"/>
                  </a:lnTo>
                  <a:lnTo>
                    <a:pt x="2785932" y="1779205"/>
                  </a:lnTo>
                  <a:lnTo>
                    <a:pt x="2729036" y="1801794"/>
                  </a:lnTo>
                  <a:lnTo>
                    <a:pt x="2702183" y="1811512"/>
                  </a:lnTo>
                  <a:lnTo>
                    <a:pt x="2650355" y="1828599"/>
                  </a:lnTo>
                  <a:lnTo>
                    <a:pt x="2596081" y="1844205"/>
                  </a:lnTo>
                  <a:lnTo>
                    <a:pt x="2538679" y="1858382"/>
                  </a:lnTo>
                  <a:lnTo>
                    <a:pt x="2477402" y="1871231"/>
                  </a:lnTo>
                  <a:lnTo>
                    <a:pt x="2411472" y="1882875"/>
                  </a:lnTo>
                  <a:lnTo>
                    <a:pt x="2340129" y="1893438"/>
                  </a:lnTo>
                  <a:lnTo>
                    <a:pt x="2262680" y="1903038"/>
                  </a:lnTo>
                  <a:lnTo>
                    <a:pt x="2178564" y="1911778"/>
                  </a:lnTo>
                  <a:lnTo>
                    <a:pt x="2087450" y="1919745"/>
                  </a:lnTo>
                  <a:lnTo>
                    <a:pt x="1989347" y="1927005"/>
                  </a:lnTo>
                  <a:lnTo>
                    <a:pt x="1884749" y="1933602"/>
                  </a:lnTo>
                  <a:lnTo>
                    <a:pt x="1774775" y="1939563"/>
                  </a:lnTo>
                  <a:lnTo>
                    <a:pt x="1661299" y="1944893"/>
                  </a:lnTo>
                  <a:lnTo>
                    <a:pt x="1547002" y="1949587"/>
                  </a:lnTo>
                  <a:lnTo>
                    <a:pt x="1435311" y="1953631"/>
                  </a:lnTo>
                  <a:lnTo>
                    <a:pt x="1330161" y="1957014"/>
                  </a:lnTo>
                  <a:lnTo>
                    <a:pt x="1235579" y="1959737"/>
                  </a:lnTo>
                  <a:lnTo>
                    <a:pt x="1155120" y="1961823"/>
                  </a:lnTo>
                  <a:lnTo>
                    <a:pt x="1091287" y="1963320"/>
                  </a:lnTo>
                  <a:lnTo>
                    <a:pt x="1045053" y="1964306"/>
                  </a:lnTo>
                  <a:lnTo>
                    <a:pt x="1015620" y="1964878"/>
                  </a:lnTo>
                  <a:lnTo>
                    <a:pt x="1000430" y="1965148"/>
                  </a:lnTo>
                  <a:lnTo>
                    <a:pt x="995358" y="1965231"/>
                  </a:lnTo>
                  <a:lnTo>
                    <a:pt x="994940" y="1965237"/>
                  </a:lnTo>
                  <a:lnTo>
                    <a:pt x="0" y="1965237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82" name="pl1281"/>
            <p:cNvSpPr/>
            <p:nvPr/>
          </p:nvSpPr>
          <p:spPr>
            <a:xfrm>
              <a:off x="1199187" y="2882184"/>
              <a:ext cx="12049831" cy="1965237"/>
            </a:xfrm>
            <a:custGeom>
              <a:avLst/>
              <a:pathLst>
                <a:path w="12049831" h="1965237">
                  <a:moveTo>
                    <a:pt x="0" y="1965237"/>
                  </a:moveTo>
                  <a:lnTo>
                    <a:pt x="994940" y="1965237"/>
                  </a:lnTo>
                  <a:lnTo>
                    <a:pt x="996069" y="1965220"/>
                  </a:lnTo>
                  <a:lnTo>
                    <a:pt x="1003525" y="1965095"/>
                  </a:lnTo>
                  <a:lnTo>
                    <a:pt x="1022423" y="1964750"/>
                  </a:lnTo>
                  <a:lnTo>
                    <a:pt x="1056463" y="1964071"/>
                  </a:lnTo>
                  <a:lnTo>
                    <a:pt x="1107717" y="1962949"/>
                  </a:lnTo>
                  <a:lnTo>
                    <a:pt x="1176467" y="1961291"/>
                  </a:lnTo>
                  <a:lnTo>
                    <a:pt x="1261267" y="1959027"/>
                  </a:lnTo>
                  <a:lnTo>
                    <a:pt x="1359259" y="1956117"/>
                  </a:lnTo>
                  <a:lnTo>
                    <a:pt x="1466691" y="1952545"/>
                  </a:lnTo>
                  <a:lnTo>
                    <a:pt x="1579511" y="1948314"/>
                  </a:lnTo>
                  <a:lnTo>
                    <a:pt x="1693893" y="1943437"/>
                  </a:lnTo>
                  <a:lnTo>
                    <a:pt x="1806608" y="1937926"/>
                  </a:lnTo>
                  <a:lnTo>
                    <a:pt x="1915205" y="1931785"/>
                  </a:lnTo>
                  <a:lnTo>
                    <a:pt x="2018034" y="1925002"/>
                  </a:lnTo>
                  <a:lnTo>
                    <a:pt x="2114168" y="1917547"/>
                  </a:lnTo>
                  <a:lnTo>
                    <a:pt x="2203269" y="1909366"/>
                  </a:lnTo>
                  <a:lnTo>
                    <a:pt x="2285437" y="1900390"/>
                  </a:lnTo>
                  <a:lnTo>
                    <a:pt x="2361080" y="1890527"/>
                  </a:lnTo>
                  <a:lnTo>
                    <a:pt x="2430803" y="1879668"/>
                  </a:lnTo>
                  <a:lnTo>
                    <a:pt x="2495327" y="1867694"/>
                  </a:lnTo>
                  <a:lnTo>
                    <a:pt x="2555420" y="1854477"/>
                  </a:lnTo>
                  <a:lnTo>
                    <a:pt x="2611854" y="1839902"/>
                  </a:lnTo>
                  <a:lnTo>
                    <a:pt x="2665365" y="1823875"/>
                  </a:lnTo>
                  <a:lnTo>
                    <a:pt x="2702183" y="1811512"/>
                  </a:lnTo>
                  <a:lnTo>
                    <a:pt x="2759962" y="1789855"/>
                  </a:lnTo>
                  <a:lnTo>
                    <a:pt x="2816011" y="1766158"/>
                  </a:lnTo>
                  <a:lnTo>
                    <a:pt x="2870935" y="1740386"/>
                  </a:lnTo>
                  <a:lnTo>
                    <a:pt x="2925187" y="1712563"/>
                  </a:lnTo>
                  <a:lnTo>
                    <a:pt x="2979099" y="1682778"/>
                  </a:lnTo>
                  <a:lnTo>
                    <a:pt x="3032897" y="1651190"/>
                  </a:lnTo>
                  <a:lnTo>
                    <a:pt x="3086721" y="1618028"/>
                  </a:lnTo>
                  <a:lnTo>
                    <a:pt x="3140638" y="1583590"/>
                  </a:lnTo>
                  <a:lnTo>
                    <a:pt x="3194655" y="1548231"/>
                  </a:lnTo>
                  <a:lnTo>
                    <a:pt x="3248742" y="1512348"/>
                  </a:lnTo>
                  <a:lnTo>
                    <a:pt x="3302843" y="1476367"/>
                  </a:lnTo>
                  <a:lnTo>
                    <a:pt x="3356898" y="1440715"/>
                  </a:lnTo>
                  <a:lnTo>
                    <a:pt x="3410863" y="1405806"/>
                  </a:lnTo>
                  <a:lnTo>
                    <a:pt x="3464725" y="1372017"/>
                  </a:lnTo>
                  <a:lnTo>
                    <a:pt x="3518522" y="1339671"/>
                  </a:lnTo>
                  <a:lnTo>
                    <a:pt x="3572359" y="1309032"/>
                  </a:lnTo>
                  <a:lnTo>
                    <a:pt x="3626420" y="1280291"/>
                  </a:lnTo>
                  <a:lnTo>
                    <a:pt x="3680987" y="1253568"/>
                  </a:lnTo>
                  <a:lnTo>
                    <a:pt x="3736453" y="1228918"/>
                  </a:lnTo>
                  <a:lnTo>
                    <a:pt x="3793349" y="1206329"/>
                  </a:lnTo>
                  <a:lnTo>
                    <a:pt x="3820202" y="1196611"/>
                  </a:lnTo>
                  <a:lnTo>
                    <a:pt x="3872030" y="1179524"/>
                  </a:lnTo>
                  <a:lnTo>
                    <a:pt x="3926304" y="1163918"/>
                  </a:lnTo>
                  <a:lnTo>
                    <a:pt x="3983706" y="1149741"/>
                  </a:lnTo>
                  <a:lnTo>
                    <a:pt x="4044983" y="1136892"/>
                  </a:lnTo>
                  <a:lnTo>
                    <a:pt x="4110913" y="1125248"/>
                  </a:lnTo>
                  <a:lnTo>
                    <a:pt x="4182256" y="1114685"/>
                  </a:lnTo>
                  <a:lnTo>
                    <a:pt x="4259705" y="1105085"/>
                  </a:lnTo>
                  <a:lnTo>
                    <a:pt x="4343821" y="1096345"/>
                  </a:lnTo>
                  <a:lnTo>
                    <a:pt x="4434935" y="1088378"/>
                  </a:lnTo>
                  <a:lnTo>
                    <a:pt x="4533038" y="1081118"/>
                  </a:lnTo>
                  <a:lnTo>
                    <a:pt x="4637636" y="1074521"/>
                  </a:lnTo>
                  <a:lnTo>
                    <a:pt x="4747610" y="1068560"/>
                  </a:lnTo>
                  <a:lnTo>
                    <a:pt x="4861086" y="1063230"/>
                  </a:lnTo>
                  <a:lnTo>
                    <a:pt x="4975383" y="1058536"/>
                  </a:lnTo>
                  <a:lnTo>
                    <a:pt x="5087074" y="1054492"/>
                  </a:lnTo>
                  <a:lnTo>
                    <a:pt x="5192224" y="1051109"/>
                  </a:lnTo>
                  <a:lnTo>
                    <a:pt x="5286806" y="1048385"/>
                  </a:lnTo>
                  <a:lnTo>
                    <a:pt x="5367265" y="1046300"/>
                  </a:lnTo>
                  <a:lnTo>
                    <a:pt x="5431098" y="1044803"/>
                  </a:lnTo>
                  <a:lnTo>
                    <a:pt x="5477332" y="1043817"/>
                  </a:lnTo>
                  <a:lnTo>
                    <a:pt x="5506765" y="1043245"/>
                  </a:lnTo>
                  <a:lnTo>
                    <a:pt x="5521955" y="1042975"/>
                  </a:lnTo>
                  <a:lnTo>
                    <a:pt x="5527027" y="1042892"/>
                  </a:lnTo>
                  <a:lnTo>
                    <a:pt x="5527445" y="1042886"/>
                  </a:lnTo>
                  <a:lnTo>
                    <a:pt x="6522385" y="1042886"/>
                  </a:lnTo>
                  <a:lnTo>
                    <a:pt x="6523513" y="1042866"/>
                  </a:lnTo>
                  <a:lnTo>
                    <a:pt x="6530957" y="1042725"/>
                  </a:lnTo>
                  <a:lnTo>
                    <a:pt x="6549825" y="1042336"/>
                  </a:lnTo>
                  <a:lnTo>
                    <a:pt x="6583814" y="1041570"/>
                  </a:lnTo>
                  <a:lnTo>
                    <a:pt x="6634994" y="1040303"/>
                  </a:lnTo>
                  <a:lnTo>
                    <a:pt x="6703654" y="1038431"/>
                  </a:lnTo>
                  <a:lnTo>
                    <a:pt x="6788353" y="1035875"/>
                  </a:lnTo>
                  <a:lnTo>
                    <a:pt x="6886242" y="1032590"/>
                  </a:lnTo>
                  <a:lnTo>
                    <a:pt x="6993579" y="1028556"/>
                  </a:lnTo>
                  <a:lnTo>
                    <a:pt x="7106318" y="1023779"/>
                  </a:lnTo>
                  <a:lnTo>
                    <a:pt x="7220638" y="1018272"/>
                  </a:lnTo>
                  <a:lnTo>
                    <a:pt x="7333309" y="1012050"/>
                  </a:lnTo>
                  <a:lnTo>
                    <a:pt x="7441880" y="1005115"/>
                  </a:lnTo>
                  <a:lnTo>
                    <a:pt x="7544700" y="997456"/>
                  </a:lnTo>
                  <a:lnTo>
                    <a:pt x="7640837" y="989037"/>
                  </a:lnTo>
                  <a:lnTo>
                    <a:pt x="7729949" y="979800"/>
                  </a:lnTo>
                  <a:lnTo>
                    <a:pt x="7812133" y="969665"/>
                  </a:lnTo>
                  <a:lnTo>
                    <a:pt x="7887795" y="958530"/>
                  </a:lnTo>
                  <a:lnTo>
                    <a:pt x="7957537" y="946271"/>
                  </a:lnTo>
                  <a:lnTo>
                    <a:pt x="8022077" y="932754"/>
                  </a:lnTo>
                  <a:lnTo>
                    <a:pt x="8082182" y="917836"/>
                  </a:lnTo>
                  <a:lnTo>
                    <a:pt x="8138625" y="901383"/>
                  </a:lnTo>
                  <a:lnTo>
                    <a:pt x="8192138" y="883294"/>
                  </a:lnTo>
                  <a:lnTo>
                    <a:pt x="8229629" y="869071"/>
                  </a:lnTo>
                  <a:lnTo>
                    <a:pt x="8286525" y="844982"/>
                  </a:lnTo>
                  <a:lnTo>
                    <a:pt x="8341734" y="818658"/>
                  </a:lnTo>
                  <a:lnTo>
                    <a:pt x="8395838" y="790061"/>
                  </a:lnTo>
                  <a:lnTo>
                    <a:pt x="8449273" y="759214"/>
                  </a:lnTo>
                  <a:lnTo>
                    <a:pt x="8502361" y="726207"/>
                  </a:lnTo>
                  <a:lnTo>
                    <a:pt x="8555326" y="691208"/>
                  </a:lnTo>
                  <a:lnTo>
                    <a:pt x="8608307" y="654459"/>
                  </a:lnTo>
                  <a:lnTo>
                    <a:pt x="8661373" y="616271"/>
                  </a:lnTo>
                  <a:lnTo>
                    <a:pt x="8714539" y="577023"/>
                  </a:lnTo>
                  <a:lnTo>
                    <a:pt x="8767778" y="537138"/>
                  </a:lnTo>
                  <a:lnTo>
                    <a:pt x="8821040" y="497072"/>
                  </a:lnTo>
                  <a:lnTo>
                    <a:pt x="8874267" y="457287"/>
                  </a:lnTo>
                  <a:lnTo>
                    <a:pt x="8927413" y="418234"/>
                  </a:lnTo>
                  <a:lnTo>
                    <a:pt x="8980458" y="380328"/>
                  </a:lnTo>
                  <a:lnTo>
                    <a:pt x="9033427" y="343934"/>
                  </a:lnTo>
                  <a:lnTo>
                    <a:pt x="9086404" y="309349"/>
                  </a:lnTo>
                  <a:lnTo>
                    <a:pt x="9139546" y="276799"/>
                  </a:lnTo>
                  <a:lnTo>
                    <a:pt x="9193095" y="246433"/>
                  </a:lnTo>
                  <a:lnTo>
                    <a:pt x="9247396" y="218329"/>
                  </a:lnTo>
                  <a:lnTo>
                    <a:pt x="9302916" y="192495"/>
                  </a:lnTo>
                  <a:lnTo>
                    <a:pt x="9347647" y="173814"/>
                  </a:lnTo>
                  <a:lnTo>
                    <a:pt x="9399446" y="154504"/>
                  </a:lnTo>
                  <a:lnTo>
                    <a:pt x="9453688" y="136867"/>
                  </a:lnTo>
                  <a:lnTo>
                    <a:pt x="9511052" y="120844"/>
                  </a:lnTo>
                  <a:lnTo>
                    <a:pt x="9572287" y="106321"/>
                  </a:lnTo>
                  <a:lnTo>
                    <a:pt x="9638168" y="93160"/>
                  </a:lnTo>
                  <a:lnTo>
                    <a:pt x="9709453" y="81220"/>
                  </a:lnTo>
                  <a:lnTo>
                    <a:pt x="9786835" y="70368"/>
                  </a:lnTo>
                  <a:lnTo>
                    <a:pt x="9870875" y="60487"/>
                  </a:lnTo>
                  <a:lnTo>
                    <a:pt x="9961905" y="51480"/>
                  </a:lnTo>
                  <a:lnTo>
                    <a:pt x="10059916" y="43272"/>
                  </a:lnTo>
                  <a:lnTo>
                    <a:pt x="10164421" y="35812"/>
                  </a:lnTo>
                  <a:lnTo>
                    <a:pt x="10274304" y="29072"/>
                  </a:lnTo>
                  <a:lnTo>
                    <a:pt x="10387701" y="23043"/>
                  </a:lnTo>
                  <a:lnTo>
                    <a:pt x="10501940" y="17733"/>
                  </a:lnTo>
                  <a:lnTo>
                    <a:pt x="10613605" y="13157"/>
                  </a:lnTo>
                  <a:lnTo>
                    <a:pt x="10718770" y="9328"/>
                  </a:lnTo>
                  <a:lnTo>
                    <a:pt x="10813415" y="6244"/>
                  </a:lnTo>
                  <a:lnTo>
                    <a:pt x="10893981" y="3880"/>
                  </a:lnTo>
                  <a:lnTo>
                    <a:pt x="10957958" y="2182"/>
                  </a:lnTo>
                  <a:lnTo>
                    <a:pt x="11004357" y="1062"/>
                  </a:lnTo>
                  <a:lnTo>
                    <a:pt x="11033955" y="411"/>
                  </a:lnTo>
                  <a:lnTo>
                    <a:pt x="11049285" y="103"/>
                  </a:lnTo>
                  <a:lnTo>
                    <a:pt x="11054450" y="7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3" name="pl1282"/>
            <p:cNvSpPr/>
            <p:nvPr/>
          </p:nvSpPr>
          <p:spPr>
            <a:xfrm>
              <a:off x="1199187" y="2876943"/>
              <a:ext cx="12049831" cy="1965237"/>
            </a:xfrm>
            <a:custGeom>
              <a:avLst/>
              <a:pathLst>
                <a:path w="12049831" h="1965237">
                  <a:moveTo>
                    <a:pt x="12049831" y="0"/>
                  </a:moveTo>
                  <a:lnTo>
                    <a:pt x="11054891" y="0"/>
                  </a:lnTo>
                  <a:lnTo>
                    <a:pt x="11053763" y="19"/>
                  </a:lnTo>
                  <a:lnTo>
                    <a:pt x="11046319" y="160"/>
                  </a:lnTo>
                  <a:lnTo>
                    <a:pt x="11027452" y="549"/>
                  </a:lnTo>
                  <a:lnTo>
                    <a:pt x="10993462" y="1316"/>
                  </a:lnTo>
                  <a:lnTo>
                    <a:pt x="10942282" y="2582"/>
                  </a:lnTo>
                  <a:lnTo>
                    <a:pt x="10873623" y="4455"/>
                  </a:lnTo>
                  <a:lnTo>
                    <a:pt x="10788924" y="7010"/>
                  </a:lnTo>
                  <a:lnTo>
                    <a:pt x="10691034" y="10295"/>
                  </a:lnTo>
                  <a:lnTo>
                    <a:pt x="10583698" y="14329"/>
                  </a:lnTo>
                  <a:lnTo>
                    <a:pt x="10470959" y="19106"/>
                  </a:lnTo>
                  <a:lnTo>
                    <a:pt x="10356639" y="24613"/>
                  </a:lnTo>
                  <a:lnTo>
                    <a:pt x="10243967" y="30835"/>
                  </a:lnTo>
                  <a:lnTo>
                    <a:pt x="10135396" y="37770"/>
                  </a:lnTo>
                  <a:lnTo>
                    <a:pt x="10032577" y="45429"/>
                  </a:lnTo>
                  <a:lnTo>
                    <a:pt x="9936439" y="53849"/>
                  </a:lnTo>
                  <a:lnTo>
                    <a:pt x="9847327" y="63085"/>
                  </a:lnTo>
                  <a:lnTo>
                    <a:pt x="9765143" y="73220"/>
                  </a:lnTo>
                  <a:lnTo>
                    <a:pt x="9689482" y="84355"/>
                  </a:lnTo>
                  <a:lnTo>
                    <a:pt x="9619740" y="96614"/>
                  </a:lnTo>
                  <a:lnTo>
                    <a:pt x="9555200" y="110132"/>
                  </a:lnTo>
                  <a:lnTo>
                    <a:pt x="9495094" y="125050"/>
                  </a:lnTo>
                  <a:lnTo>
                    <a:pt x="9438651" y="141502"/>
                  </a:lnTo>
                  <a:lnTo>
                    <a:pt x="9385138" y="159591"/>
                  </a:lnTo>
                  <a:lnTo>
                    <a:pt x="9347647" y="173814"/>
                  </a:lnTo>
                  <a:lnTo>
                    <a:pt x="9290752" y="197903"/>
                  </a:lnTo>
                  <a:lnTo>
                    <a:pt x="9235542" y="224227"/>
                  </a:lnTo>
                  <a:lnTo>
                    <a:pt x="9181439" y="252824"/>
                  </a:lnTo>
                  <a:lnTo>
                    <a:pt x="9128004" y="283672"/>
                  </a:lnTo>
                  <a:lnTo>
                    <a:pt x="9074915" y="316678"/>
                  </a:lnTo>
                  <a:lnTo>
                    <a:pt x="9021950" y="351677"/>
                  </a:lnTo>
                  <a:lnTo>
                    <a:pt x="8968970" y="388427"/>
                  </a:lnTo>
                  <a:lnTo>
                    <a:pt x="8915903" y="426614"/>
                  </a:lnTo>
                  <a:lnTo>
                    <a:pt x="8862737" y="465862"/>
                  </a:lnTo>
                  <a:lnTo>
                    <a:pt x="8809498" y="505747"/>
                  </a:lnTo>
                  <a:lnTo>
                    <a:pt x="8756236" y="545814"/>
                  </a:lnTo>
                  <a:lnTo>
                    <a:pt x="8703009" y="585598"/>
                  </a:lnTo>
                  <a:lnTo>
                    <a:pt x="8649864" y="624651"/>
                  </a:lnTo>
                  <a:lnTo>
                    <a:pt x="8596819" y="662557"/>
                  </a:lnTo>
                  <a:lnTo>
                    <a:pt x="8543850" y="698952"/>
                  </a:lnTo>
                  <a:lnTo>
                    <a:pt x="8490872" y="733537"/>
                  </a:lnTo>
                  <a:lnTo>
                    <a:pt x="8437731" y="766087"/>
                  </a:lnTo>
                  <a:lnTo>
                    <a:pt x="8384182" y="796452"/>
                  </a:lnTo>
                  <a:lnTo>
                    <a:pt x="8329880" y="824556"/>
                  </a:lnTo>
                  <a:lnTo>
                    <a:pt x="8274360" y="850390"/>
                  </a:lnTo>
                  <a:lnTo>
                    <a:pt x="8229629" y="869071"/>
                  </a:lnTo>
                  <a:lnTo>
                    <a:pt x="8177830" y="888381"/>
                  </a:lnTo>
                  <a:lnTo>
                    <a:pt x="8123589" y="906018"/>
                  </a:lnTo>
                  <a:lnTo>
                    <a:pt x="8066224" y="922041"/>
                  </a:lnTo>
                  <a:lnTo>
                    <a:pt x="8004989" y="936564"/>
                  </a:lnTo>
                  <a:lnTo>
                    <a:pt x="7939109" y="949725"/>
                  </a:lnTo>
                  <a:lnTo>
                    <a:pt x="7867824" y="961665"/>
                  </a:lnTo>
                  <a:lnTo>
                    <a:pt x="7790441" y="972517"/>
                  </a:lnTo>
                  <a:lnTo>
                    <a:pt x="7706401" y="982398"/>
                  </a:lnTo>
                  <a:lnTo>
                    <a:pt x="7615372" y="991405"/>
                  </a:lnTo>
                  <a:lnTo>
                    <a:pt x="7517360" y="999613"/>
                  </a:lnTo>
                  <a:lnTo>
                    <a:pt x="7412856" y="1007073"/>
                  </a:lnTo>
                  <a:lnTo>
                    <a:pt x="7302973" y="1013813"/>
                  </a:lnTo>
                  <a:lnTo>
                    <a:pt x="7189576" y="1019842"/>
                  </a:lnTo>
                  <a:lnTo>
                    <a:pt x="7075337" y="1025152"/>
                  </a:lnTo>
                  <a:lnTo>
                    <a:pt x="6963671" y="1029728"/>
                  </a:lnTo>
                  <a:lnTo>
                    <a:pt x="6858506" y="1033557"/>
                  </a:lnTo>
                  <a:lnTo>
                    <a:pt x="6763862" y="1036641"/>
                  </a:lnTo>
                  <a:lnTo>
                    <a:pt x="6683296" y="1039005"/>
                  </a:lnTo>
                  <a:lnTo>
                    <a:pt x="6619318" y="1040703"/>
                  </a:lnTo>
                  <a:lnTo>
                    <a:pt x="6572920" y="1041823"/>
                  </a:lnTo>
                  <a:lnTo>
                    <a:pt x="6543322" y="1042474"/>
                  </a:lnTo>
                  <a:lnTo>
                    <a:pt x="6527991" y="1042783"/>
                  </a:lnTo>
                  <a:lnTo>
                    <a:pt x="6522827" y="1042878"/>
                  </a:lnTo>
                  <a:lnTo>
                    <a:pt x="6522385" y="1042886"/>
                  </a:lnTo>
                  <a:lnTo>
                    <a:pt x="5527445" y="1042886"/>
                  </a:lnTo>
                  <a:lnTo>
                    <a:pt x="5526316" y="1042903"/>
                  </a:lnTo>
                  <a:lnTo>
                    <a:pt x="5518860" y="1043028"/>
                  </a:lnTo>
                  <a:lnTo>
                    <a:pt x="5499962" y="1043372"/>
                  </a:lnTo>
                  <a:lnTo>
                    <a:pt x="5465922" y="1044052"/>
                  </a:lnTo>
                  <a:lnTo>
                    <a:pt x="5414668" y="1045174"/>
                  </a:lnTo>
                  <a:lnTo>
                    <a:pt x="5345918" y="1046832"/>
                  </a:lnTo>
                  <a:lnTo>
                    <a:pt x="5261118" y="1049096"/>
                  </a:lnTo>
                  <a:lnTo>
                    <a:pt x="5163126" y="1052006"/>
                  </a:lnTo>
                  <a:lnTo>
                    <a:pt x="5055694" y="1055578"/>
                  </a:lnTo>
                  <a:lnTo>
                    <a:pt x="4942874" y="1059809"/>
                  </a:lnTo>
                  <a:lnTo>
                    <a:pt x="4828492" y="1064686"/>
                  </a:lnTo>
                  <a:lnTo>
                    <a:pt x="4715777" y="1070197"/>
                  </a:lnTo>
                  <a:lnTo>
                    <a:pt x="4607180" y="1076338"/>
                  </a:lnTo>
                  <a:lnTo>
                    <a:pt x="4504351" y="1083121"/>
                  </a:lnTo>
                  <a:lnTo>
                    <a:pt x="4408217" y="1090576"/>
                  </a:lnTo>
                  <a:lnTo>
                    <a:pt x="4319116" y="1098757"/>
                  </a:lnTo>
                  <a:lnTo>
                    <a:pt x="4236948" y="1107733"/>
                  </a:lnTo>
                  <a:lnTo>
                    <a:pt x="4161305" y="1117596"/>
                  </a:lnTo>
                  <a:lnTo>
                    <a:pt x="4091582" y="1128455"/>
                  </a:lnTo>
                  <a:lnTo>
                    <a:pt x="4027058" y="1140429"/>
                  </a:lnTo>
                  <a:lnTo>
                    <a:pt x="3966965" y="1153646"/>
                  </a:lnTo>
                  <a:lnTo>
                    <a:pt x="3910531" y="1168221"/>
                  </a:lnTo>
                  <a:lnTo>
                    <a:pt x="3857020" y="1184248"/>
                  </a:lnTo>
                  <a:lnTo>
                    <a:pt x="3820202" y="1196611"/>
                  </a:lnTo>
                  <a:lnTo>
                    <a:pt x="3762423" y="1218268"/>
                  </a:lnTo>
                  <a:lnTo>
                    <a:pt x="3706374" y="1241965"/>
                  </a:lnTo>
                  <a:lnTo>
                    <a:pt x="3651450" y="1267737"/>
                  </a:lnTo>
                  <a:lnTo>
                    <a:pt x="3597198" y="1295560"/>
                  </a:lnTo>
                  <a:lnTo>
                    <a:pt x="3543286" y="1325345"/>
                  </a:lnTo>
                  <a:lnTo>
                    <a:pt x="3489488" y="1356933"/>
                  </a:lnTo>
                  <a:lnTo>
                    <a:pt x="3435664" y="1390095"/>
                  </a:lnTo>
                  <a:lnTo>
                    <a:pt x="3381747" y="1424533"/>
                  </a:lnTo>
                  <a:lnTo>
                    <a:pt x="3327730" y="1459892"/>
                  </a:lnTo>
                  <a:lnTo>
                    <a:pt x="3273643" y="1495775"/>
                  </a:lnTo>
                  <a:lnTo>
                    <a:pt x="3219542" y="1531756"/>
                  </a:lnTo>
                  <a:lnTo>
                    <a:pt x="3165487" y="1567408"/>
                  </a:lnTo>
                  <a:lnTo>
                    <a:pt x="3111522" y="1602317"/>
                  </a:lnTo>
                  <a:lnTo>
                    <a:pt x="3057660" y="1636106"/>
                  </a:lnTo>
                  <a:lnTo>
                    <a:pt x="3003863" y="1668451"/>
                  </a:lnTo>
                  <a:lnTo>
                    <a:pt x="2950026" y="1699091"/>
                  </a:lnTo>
                  <a:lnTo>
                    <a:pt x="2895965" y="1727832"/>
                  </a:lnTo>
                  <a:lnTo>
                    <a:pt x="2841398" y="1754554"/>
                  </a:lnTo>
                  <a:lnTo>
                    <a:pt x="2785932" y="1779205"/>
                  </a:lnTo>
                  <a:lnTo>
                    <a:pt x="2729036" y="1801794"/>
                  </a:lnTo>
                  <a:lnTo>
                    <a:pt x="2702183" y="1811512"/>
                  </a:lnTo>
                  <a:lnTo>
                    <a:pt x="2650355" y="1828599"/>
                  </a:lnTo>
                  <a:lnTo>
                    <a:pt x="2596081" y="1844205"/>
                  </a:lnTo>
                  <a:lnTo>
                    <a:pt x="2538679" y="1858382"/>
                  </a:lnTo>
                  <a:lnTo>
                    <a:pt x="2477402" y="1871231"/>
                  </a:lnTo>
                  <a:lnTo>
                    <a:pt x="2411472" y="1882875"/>
                  </a:lnTo>
                  <a:lnTo>
                    <a:pt x="2340129" y="1893438"/>
                  </a:lnTo>
                  <a:lnTo>
                    <a:pt x="2262680" y="1903038"/>
                  </a:lnTo>
                  <a:lnTo>
                    <a:pt x="2178564" y="1911778"/>
                  </a:lnTo>
                  <a:lnTo>
                    <a:pt x="2087450" y="1919745"/>
                  </a:lnTo>
                  <a:lnTo>
                    <a:pt x="1989347" y="1927005"/>
                  </a:lnTo>
                  <a:lnTo>
                    <a:pt x="1884749" y="1933602"/>
                  </a:lnTo>
                  <a:lnTo>
                    <a:pt x="1774775" y="1939563"/>
                  </a:lnTo>
                  <a:lnTo>
                    <a:pt x="1661299" y="1944893"/>
                  </a:lnTo>
                  <a:lnTo>
                    <a:pt x="1547002" y="1949587"/>
                  </a:lnTo>
                  <a:lnTo>
                    <a:pt x="1435311" y="1953631"/>
                  </a:lnTo>
                  <a:lnTo>
                    <a:pt x="1330161" y="1957014"/>
                  </a:lnTo>
                  <a:lnTo>
                    <a:pt x="1235579" y="1959737"/>
                  </a:lnTo>
                  <a:lnTo>
                    <a:pt x="1155120" y="1961823"/>
                  </a:lnTo>
                  <a:lnTo>
                    <a:pt x="1091287" y="1963320"/>
                  </a:lnTo>
                  <a:lnTo>
                    <a:pt x="1045053" y="1964306"/>
                  </a:lnTo>
                  <a:lnTo>
                    <a:pt x="1015620" y="1964878"/>
                  </a:lnTo>
                  <a:lnTo>
                    <a:pt x="1000430" y="1965148"/>
                  </a:lnTo>
                  <a:lnTo>
                    <a:pt x="995358" y="1965231"/>
                  </a:lnTo>
                  <a:lnTo>
                    <a:pt x="994940" y="1965237"/>
                  </a:lnTo>
                  <a:lnTo>
                    <a:pt x="0" y="1965237"/>
                  </a:lnTo>
                  <a:lnTo>
                    <a:pt x="0" y="19652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4" name="pg1283"/>
            <p:cNvSpPr/>
            <p:nvPr/>
          </p:nvSpPr>
          <p:spPr>
            <a:xfrm>
              <a:off x="1199187" y="3956514"/>
              <a:ext cx="12049831" cy="896148"/>
            </a:xfrm>
            <a:custGeom>
              <a:avLst/>
              <a:pathLst>
                <a:path w="12049831" h="896148">
                  <a:moveTo>
                    <a:pt x="0" y="896148"/>
                  </a:moveTo>
                  <a:lnTo>
                    <a:pt x="994940" y="896148"/>
                  </a:lnTo>
                  <a:lnTo>
                    <a:pt x="996070" y="896131"/>
                  </a:lnTo>
                  <a:lnTo>
                    <a:pt x="1003529" y="896010"/>
                  </a:lnTo>
                  <a:lnTo>
                    <a:pt x="1022433" y="895678"/>
                  </a:lnTo>
                  <a:lnTo>
                    <a:pt x="1056486" y="895021"/>
                  </a:lnTo>
                  <a:lnTo>
                    <a:pt x="1107757" y="893937"/>
                  </a:lnTo>
                  <a:lnTo>
                    <a:pt x="1176529" y="892334"/>
                  </a:lnTo>
                  <a:lnTo>
                    <a:pt x="1261353" y="890147"/>
                  </a:lnTo>
                  <a:lnTo>
                    <a:pt x="1359370" y="887335"/>
                  </a:lnTo>
                  <a:lnTo>
                    <a:pt x="1466825" y="883883"/>
                  </a:lnTo>
                  <a:lnTo>
                    <a:pt x="1579665" y="879795"/>
                  </a:lnTo>
                  <a:lnTo>
                    <a:pt x="1694062" y="875083"/>
                  </a:lnTo>
                  <a:lnTo>
                    <a:pt x="1806788" y="869759"/>
                  </a:lnTo>
                  <a:lnTo>
                    <a:pt x="1915390" y="863826"/>
                  </a:lnTo>
                  <a:lnTo>
                    <a:pt x="2018221" y="857272"/>
                  </a:lnTo>
                  <a:lnTo>
                    <a:pt x="2114356" y="850068"/>
                  </a:lnTo>
                  <a:lnTo>
                    <a:pt x="2203454" y="842164"/>
                  </a:lnTo>
                  <a:lnTo>
                    <a:pt x="2285618" y="833491"/>
                  </a:lnTo>
                  <a:lnTo>
                    <a:pt x="2361256" y="823960"/>
                  </a:lnTo>
                  <a:lnTo>
                    <a:pt x="2430975" y="813468"/>
                  </a:lnTo>
                  <a:lnTo>
                    <a:pt x="2495494" y="801897"/>
                  </a:lnTo>
                  <a:lnTo>
                    <a:pt x="2555584" y="789126"/>
                  </a:lnTo>
                  <a:lnTo>
                    <a:pt x="2612017" y="775041"/>
                  </a:lnTo>
                  <a:lnTo>
                    <a:pt x="2665527" y="759555"/>
                  </a:lnTo>
                  <a:lnTo>
                    <a:pt x="2702183" y="747663"/>
                  </a:lnTo>
                  <a:lnTo>
                    <a:pt x="2760185" y="726658"/>
                  </a:lnTo>
                  <a:lnTo>
                    <a:pt x="2816447" y="703667"/>
                  </a:lnTo>
                  <a:lnTo>
                    <a:pt x="2871578" y="678657"/>
                  </a:lnTo>
                  <a:lnTo>
                    <a:pt x="2926037" y="651650"/>
                  </a:lnTo>
                  <a:lnTo>
                    <a:pt x="2980156" y="622735"/>
                  </a:lnTo>
                  <a:lnTo>
                    <a:pt x="3034165" y="592068"/>
                  </a:lnTo>
                  <a:lnTo>
                    <a:pt x="3088203" y="559875"/>
                  </a:lnTo>
                  <a:lnTo>
                    <a:pt x="3142334" y="526449"/>
                  </a:lnTo>
                  <a:lnTo>
                    <a:pt x="3196567" y="492138"/>
                  </a:lnTo>
                  <a:lnTo>
                    <a:pt x="3250868" y="457332"/>
                  </a:lnTo>
                  <a:lnTo>
                    <a:pt x="3305181" y="422446"/>
                  </a:lnTo>
                  <a:lnTo>
                    <a:pt x="3359445" y="387898"/>
                  </a:lnTo>
                  <a:lnTo>
                    <a:pt x="3413617" y="354092"/>
                  </a:lnTo>
                  <a:lnTo>
                    <a:pt x="3467685" y="321393"/>
                  </a:lnTo>
                  <a:lnTo>
                    <a:pt x="3521693" y="290116"/>
                  </a:lnTo>
                  <a:lnTo>
                    <a:pt x="3575749" y="260513"/>
                  </a:lnTo>
                  <a:lnTo>
                    <a:pt x="3630046" y="232766"/>
                  </a:lnTo>
                  <a:lnTo>
                    <a:pt x="3684875" y="206990"/>
                  </a:lnTo>
                  <a:lnTo>
                    <a:pt x="3740644" y="183233"/>
                  </a:lnTo>
                  <a:lnTo>
                    <a:pt x="3797901" y="161480"/>
                  </a:lnTo>
                  <a:lnTo>
                    <a:pt x="3820202" y="153725"/>
                  </a:lnTo>
                  <a:lnTo>
                    <a:pt x="3872037" y="137218"/>
                  </a:lnTo>
                  <a:lnTo>
                    <a:pt x="3926319" y="122142"/>
                  </a:lnTo>
                  <a:lnTo>
                    <a:pt x="3983730" y="108447"/>
                  </a:lnTo>
                  <a:lnTo>
                    <a:pt x="4045018" y="96035"/>
                  </a:lnTo>
                  <a:lnTo>
                    <a:pt x="4110959" y="84787"/>
                  </a:lnTo>
                  <a:lnTo>
                    <a:pt x="4182316" y="74584"/>
                  </a:lnTo>
                  <a:lnTo>
                    <a:pt x="4259782" y="65311"/>
                  </a:lnTo>
                  <a:lnTo>
                    <a:pt x="4343915" y="56868"/>
                  </a:lnTo>
                  <a:lnTo>
                    <a:pt x="4435050" y="49172"/>
                  </a:lnTo>
                  <a:lnTo>
                    <a:pt x="4533175" y="42160"/>
                  </a:lnTo>
                  <a:lnTo>
                    <a:pt x="4637796" y="35788"/>
                  </a:lnTo>
                  <a:lnTo>
                    <a:pt x="4747791" y="30031"/>
                  </a:lnTo>
                  <a:lnTo>
                    <a:pt x="4861287" y="24882"/>
                  </a:lnTo>
                  <a:lnTo>
                    <a:pt x="4975598" y="20349"/>
                  </a:lnTo>
                  <a:lnTo>
                    <a:pt x="5087295" y="16443"/>
                  </a:lnTo>
                  <a:lnTo>
                    <a:pt x="5192441" y="13176"/>
                  </a:lnTo>
                  <a:lnTo>
                    <a:pt x="5287008" y="10547"/>
                  </a:lnTo>
                  <a:lnTo>
                    <a:pt x="5367441" y="8534"/>
                  </a:lnTo>
                  <a:lnTo>
                    <a:pt x="5431239" y="7089"/>
                  </a:lnTo>
                  <a:lnTo>
                    <a:pt x="5477433" y="6138"/>
                  </a:lnTo>
                  <a:lnTo>
                    <a:pt x="5506827" y="5586"/>
                  </a:lnTo>
                  <a:lnTo>
                    <a:pt x="5521983" y="5326"/>
                  </a:lnTo>
                  <a:lnTo>
                    <a:pt x="5527032" y="5246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2" y="5244"/>
                  </a:lnTo>
                  <a:lnTo>
                    <a:pt x="6531018" y="5275"/>
                  </a:lnTo>
                  <a:lnTo>
                    <a:pt x="6550017" y="5360"/>
                  </a:lnTo>
                  <a:lnTo>
                    <a:pt x="6584232" y="5527"/>
                  </a:lnTo>
                  <a:lnTo>
                    <a:pt x="6635734" y="5802"/>
                  </a:lnTo>
                  <a:lnTo>
                    <a:pt x="6704793" y="6210"/>
                  </a:lnTo>
                  <a:lnTo>
                    <a:pt x="6789937" y="6766"/>
                  </a:lnTo>
                  <a:lnTo>
                    <a:pt x="6888277" y="7480"/>
                  </a:lnTo>
                  <a:lnTo>
                    <a:pt x="6996031" y="8358"/>
                  </a:lnTo>
                  <a:lnTo>
                    <a:pt x="7109126" y="9396"/>
                  </a:lnTo>
                  <a:lnTo>
                    <a:pt x="7223721" y="10593"/>
                  </a:lnTo>
                  <a:lnTo>
                    <a:pt x="7336583" y="11945"/>
                  </a:lnTo>
                  <a:lnTo>
                    <a:pt x="7445264" y="13452"/>
                  </a:lnTo>
                  <a:lnTo>
                    <a:pt x="7548125" y="15117"/>
                  </a:lnTo>
                  <a:lnTo>
                    <a:pt x="7644251" y="16946"/>
                  </a:lnTo>
                  <a:lnTo>
                    <a:pt x="7733313" y="18954"/>
                  </a:lnTo>
                  <a:lnTo>
                    <a:pt x="7815425" y="21158"/>
                  </a:lnTo>
                  <a:lnTo>
                    <a:pt x="7891003" y="23580"/>
                  </a:lnTo>
                  <a:lnTo>
                    <a:pt x="7960664" y="26247"/>
                  </a:lnTo>
                  <a:lnTo>
                    <a:pt x="8025131" y="29189"/>
                  </a:lnTo>
                  <a:lnTo>
                    <a:pt x="8085182" y="32436"/>
                  </a:lnTo>
                  <a:lnTo>
                    <a:pt x="8141590" y="36018"/>
                  </a:lnTo>
                  <a:lnTo>
                    <a:pt x="8195093" y="39957"/>
                  </a:lnTo>
                  <a:lnTo>
                    <a:pt x="8229629" y="42798"/>
                  </a:lnTo>
                  <a:lnTo>
                    <a:pt x="8291013" y="48442"/>
                  </a:lnTo>
                  <a:lnTo>
                    <a:pt x="8350487" y="54651"/>
                  </a:lnTo>
                  <a:lnTo>
                    <a:pt x="8408761" y="61433"/>
                  </a:lnTo>
                  <a:lnTo>
                    <a:pt x="8466355" y="68778"/>
                  </a:lnTo>
                  <a:lnTo>
                    <a:pt x="8523638" y="76656"/>
                  </a:lnTo>
                  <a:lnTo>
                    <a:pt x="8580852" y="85014"/>
                  </a:lnTo>
                  <a:lnTo>
                    <a:pt x="8638132" y="93778"/>
                  </a:lnTo>
                  <a:lnTo>
                    <a:pt x="8695527" y="102852"/>
                  </a:lnTo>
                  <a:lnTo>
                    <a:pt x="8753022" y="112126"/>
                  </a:lnTo>
                  <a:lnTo>
                    <a:pt x="8810562" y="121478"/>
                  </a:lnTo>
                  <a:lnTo>
                    <a:pt x="8868073" y="130782"/>
                  </a:lnTo>
                  <a:lnTo>
                    <a:pt x="8925496" y="139914"/>
                  </a:lnTo>
                  <a:lnTo>
                    <a:pt x="8982801" y="148761"/>
                  </a:lnTo>
                  <a:lnTo>
                    <a:pt x="9040022" y="157223"/>
                  </a:lnTo>
                  <a:lnTo>
                    <a:pt x="9097271" y="165221"/>
                  </a:lnTo>
                  <a:lnTo>
                    <a:pt x="9154763" y="172697"/>
                  </a:lnTo>
                  <a:lnTo>
                    <a:pt x="9212833" y="179615"/>
                  </a:lnTo>
                  <a:lnTo>
                    <a:pt x="9271966" y="185960"/>
                  </a:lnTo>
                  <a:lnTo>
                    <a:pt x="9332819" y="191736"/>
                  </a:lnTo>
                  <a:lnTo>
                    <a:pt x="9347647" y="193030"/>
                  </a:lnTo>
                  <a:lnTo>
                    <a:pt x="9399577" y="197212"/>
                  </a:lnTo>
                  <a:lnTo>
                    <a:pt x="9453962" y="201031"/>
                  </a:lnTo>
                  <a:lnTo>
                    <a:pt x="9511489" y="204500"/>
                  </a:lnTo>
                  <a:lnTo>
                    <a:pt x="9572912" y="207643"/>
                  </a:lnTo>
                  <a:lnTo>
                    <a:pt x="9639010" y="210490"/>
                  </a:lnTo>
                  <a:lnTo>
                    <a:pt x="9710549" y="213073"/>
                  </a:lnTo>
                  <a:lnTo>
                    <a:pt x="9788225" y="215421"/>
                  </a:lnTo>
                  <a:lnTo>
                    <a:pt x="9872599" y="217557"/>
                  </a:lnTo>
                  <a:lnTo>
                    <a:pt x="9964000" y="219505"/>
                  </a:lnTo>
                  <a:lnTo>
                    <a:pt x="10062412" y="221279"/>
                  </a:lnTo>
                  <a:lnTo>
                    <a:pt x="10167330" y="222890"/>
                  </a:lnTo>
                  <a:lnTo>
                    <a:pt x="10277612" y="224346"/>
                  </a:lnTo>
                  <a:lnTo>
                    <a:pt x="10391357" y="225647"/>
                  </a:lnTo>
                  <a:lnTo>
                    <a:pt x="10505850" y="226792"/>
                  </a:lnTo>
                  <a:lnTo>
                    <a:pt x="10617626" y="227778"/>
                  </a:lnTo>
                  <a:lnTo>
                    <a:pt x="10722720" y="228601"/>
                  </a:lnTo>
                  <a:lnTo>
                    <a:pt x="10817088" y="229263"/>
                  </a:lnTo>
                  <a:lnTo>
                    <a:pt x="10897178" y="229768"/>
                  </a:lnTo>
                  <a:lnTo>
                    <a:pt x="10960519" y="230130"/>
                  </a:lnTo>
                  <a:lnTo>
                    <a:pt x="11006192" y="230367"/>
                  </a:lnTo>
                  <a:lnTo>
                    <a:pt x="11035067" y="230503"/>
                  </a:lnTo>
                  <a:lnTo>
                    <a:pt x="11049782" y="230567"/>
                  </a:lnTo>
                  <a:lnTo>
                    <a:pt x="11054544" y="230586"/>
                  </a:lnTo>
                  <a:lnTo>
                    <a:pt x="11054891" y="230587"/>
                  </a:lnTo>
                  <a:lnTo>
                    <a:pt x="12049831" y="230587"/>
                  </a:lnTo>
                  <a:lnTo>
                    <a:pt x="12049831" y="225347"/>
                  </a:lnTo>
                  <a:lnTo>
                    <a:pt x="11054891" y="225347"/>
                  </a:lnTo>
                  <a:lnTo>
                    <a:pt x="11053755" y="225342"/>
                  </a:lnTo>
                  <a:lnTo>
                    <a:pt x="11046258" y="225312"/>
                  </a:lnTo>
                  <a:lnTo>
                    <a:pt x="11027260" y="225227"/>
                  </a:lnTo>
                  <a:lnTo>
                    <a:pt x="10993045" y="225060"/>
                  </a:lnTo>
                  <a:lnTo>
                    <a:pt x="10941542" y="224785"/>
                  </a:lnTo>
                  <a:lnTo>
                    <a:pt x="10872484" y="224377"/>
                  </a:lnTo>
                  <a:lnTo>
                    <a:pt x="10787340" y="223821"/>
                  </a:lnTo>
                  <a:lnTo>
                    <a:pt x="10689000" y="223106"/>
                  </a:lnTo>
                  <a:lnTo>
                    <a:pt x="10581245" y="222229"/>
                  </a:lnTo>
                  <a:lnTo>
                    <a:pt x="10468151" y="221191"/>
                  </a:lnTo>
                  <a:lnTo>
                    <a:pt x="10353555" y="219994"/>
                  </a:lnTo>
                  <a:lnTo>
                    <a:pt x="10240693" y="218642"/>
                  </a:lnTo>
                  <a:lnTo>
                    <a:pt x="10132012" y="217135"/>
                  </a:lnTo>
                  <a:lnTo>
                    <a:pt x="10029151" y="215470"/>
                  </a:lnTo>
                  <a:lnTo>
                    <a:pt x="9933026" y="213641"/>
                  </a:lnTo>
                  <a:lnTo>
                    <a:pt x="9843963" y="211633"/>
                  </a:lnTo>
                  <a:lnTo>
                    <a:pt x="9761852" y="209429"/>
                  </a:lnTo>
                  <a:lnTo>
                    <a:pt x="9686273" y="207007"/>
                  </a:lnTo>
                  <a:lnTo>
                    <a:pt x="9616613" y="204340"/>
                  </a:lnTo>
                  <a:lnTo>
                    <a:pt x="9552145" y="201398"/>
                  </a:lnTo>
                  <a:lnTo>
                    <a:pt x="9492095" y="198151"/>
                  </a:lnTo>
                  <a:lnTo>
                    <a:pt x="9435687" y="194569"/>
                  </a:lnTo>
                  <a:lnTo>
                    <a:pt x="9382184" y="190630"/>
                  </a:lnTo>
                  <a:lnTo>
                    <a:pt x="9347647" y="187789"/>
                  </a:lnTo>
                  <a:lnTo>
                    <a:pt x="9286264" y="182145"/>
                  </a:lnTo>
                  <a:lnTo>
                    <a:pt x="9226789" y="175936"/>
                  </a:lnTo>
                  <a:lnTo>
                    <a:pt x="9168515" y="169154"/>
                  </a:lnTo>
                  <a:lnTo>
                    <a:pt x="9110921" y="161809"/>
                  </a:lnTo>
                  <a:lnTo>
                    <a:pt x="9053638" y="153931"/>
                  </a:lnTo>
                  <a:lnTo>
                    <a:pt x="8996424" y="145572"/>
                  </a:lnTo>
                  <a:lnTo>
                    <a:pt x="8939145" y="136809"/>
                  </a:lnTo>
                  <a:lnTo>
                    <a:pt x="8881750" y="127735"/>
                  </a:lnTo>
                  <a:lnTo>
                    <a:pt x="8824254" y="118461"/>
                  </a:lnTo>
                  <a:lnTo>
                    <a:pt x="8766715" y="109109"/>
                  </a:lnTo>
                  <a:lnTo>
                    <a:pt x="8709203" y="99805"/>
                  </a:lnTo>
                  <a:lnTo>
                    <a:pt x="8651781" y="90673"/>
                  </a:lnTo>
                  <a:lnTo>
                    <a:pt x="8594476" y="81826"/>
                  </a:lnTo>
                  <a:lnTo>
                    <a:pt x="8537255" y="73364"/>
                  </a:lnTo>
                  <a:lnTo>
                    <a:pt x="8480006" y="65366"/>
                  </a:lnTo>
                  <a:lnTo>
                    <a:pt x="8422514" y="57890"/>
                  </a:lnTo>
                  <a:lnTo>
                    <a:pt x="8364443" y="50972"/>
                  </a:lnTo>
                  <a:lnTo>
                    <a:pt x="8305311" y="44627"/>
                  </a:lnTo>
                  <a:lnTo>
                    <a:pt x="8244457" y="38851"/>
                  </a:lnTo>
                  <a:lnTo>
                    <a:pt x="8229629" y="37557"/>
                  </a:lnTo>
                  <a:lnTo>
                    <a:pt x="8177700" y="33375"/>
                  </a:lnTo>
                  <a:lnTo>
                    <a:pt x="8123315" y="29556"/>
                  </a:lnTo>
                  <a:lnTo>
                    <a:pt x="8065788" y="26087"/>
                  </a:lnTo>
                  <a:lnTo>
                    <a:pt x="8004365" y="22944"/>
                  </a:lnTo>
                  <a:lnTo>
                    <a:pt x="7938267" y="20096"/>
                  </a:lnTo>
                  <a:lnTo>
                    <a:pt x="7866728" y="17513"/>
                  </a:lnTo>
                  <a:lnTo>
                    <a:pt x="7789052" y="15166"/>
                  </a:lnTo>
                  <a:lnTo>
                    <a:pt x="7704678" y="13030"/>
                  </a:lnTo>
                  <a:lnTo>
                    <a:pt x="7613276" y="11082"/>
                  </a:lnTo>
                  <a:lnTo>
                    <a:pt x="7514864" y="9308"/>
                  </a:lnTo>
                  <a:lnTo>
                    <a:pt x="7409947" y="7697"/>
                  </a:lnTo>
                  <a:lnTo>
                    <a:pt x="7299665" y="6241"/>
                  </a:lnTo>
                  <a:lnTo>
                    <a:pt x="7185919" y="4940"/>
                  </a:lnTo>
                  <a:lnTo>
                    <a:pt x="7071427" y="3795"/>
                  </a:lnTo>
                  <a:lnTo>
                    <a:pt x="6959650" y="2809"/>
                  </a:lnTo>
                  <a:lnTo>
                    <a:pt x="6854557" y="1986"/>
                  </a:lnTo>
                  <a:lnTo>
                    <a:pt x="6760189" y="1324"/>
                  </a:lnTo>
                  <a:lnTo>
                    <a:pt x="6680098" y="819"/>
                  </a:lnTo>
                  <a:lnTo>
                    <a:pt x="6616757" y="457"/>
                  </a:lnTo>
                  <a:lnTo>
                    <a:pt x="6571084" y="220"/>
                  </a:lnTo>
                  <a:lnTo>
                    <a:pt x="6542209" y="83"/>
                  </a:lnTo>
                  <a:lnTo>
                    <a:pt x="6527495" y="20"/>
                  </a:lnTo>
                  <a:lnTo>
                    <a:pt x="6522733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5" y="16"/>
                  </a:lnTo>
                  <a:lnTo>
                    <a:pt x="5518856" y="137"/>
                  </a:lnTo>
                  <a:lnTo>
                    <a:pt x="5499952" y="470"/>
                  </a:lnTo>
                  <a:lnTo>
                    <a:pt x="5465899" y="1126"/>
                  </a:lnTo>
                  <a:lnTo>
                    <a:pt x="5414628" y="2211"/>
                  </a:lnTo>
                  <a:lnTo>
                    <a:pt x="5345856" y="3813"/>
                  </a:lnTo>
                  <a:lnTo>
                    <a:pt x="5261031" y="6000"/>
                  </a:lnTo>
                  <a:lnTo>
                    <a:pt x="5163015" y="8812"/>
                  </a:lnTo>
                  <a:lnTo>
                    <a:pt x="5055560" y="12264"/>
                  </a:lnTo>
                  <a:lnTo>
                    <a:pt x="4942720" y="16352"/>
                  </a:lnTo>
                  <a:lnTo>
                    <a:pt x="4828323" y="21064"/>
                  </a:lnTo>
                  <a:lnTo>
                    <a:pt x="4715597" y="26389"/>
                  </a:lnTo>
                  <a:lnTo>
                    <a:pt x="4606995" y="32322"/>
                  </a:lnTo>
                  <a:lnTo>
                    <a:pt x="4504164" y="38876"/>
                  </a:lnTo>
                  <a:lnTo>
                    <a:pt x="4408029" y="46080"/>
                  </a:lnTo>
                  <a:lnTo>
                    <a:pt x="4318931" y="53984"/>
                  </a:lnTo>
                  <a:lnTo>
                    <a:pt x="4236767" y="62657"/>
                  </a:lnTo>
                  <a:lnTo>
                    <a:pt x="4161129" y="72187"/>
                  </a:lnTo>
                  <a:lnTo>
                    <a:pt x="4091410" y="82680"/>
                  </a:lnTo>
                  <a:lnTo>
                    <a:pt x="4026891" y="94251"/>
                  </a:lnTo>
                  <a:lnTo>
                    <a:pt x="3966801" y="107021"/>
                  </a:lnTo>
                  <a:lnTo>
                    <a:pt x="3910368" y="121106"/>
                  </a:lnTo>
                  <a:lnTo>
                    <a:pt x="3856858" y="136592"/>
                  </a:lnTo>
                  <a:lnTo>
                    <a:pt x="3820202" y="148484"/>
                  </a:lnTo>
                  <a:lnTo>
                    <a:pt x="3762200" y="169489"/>
                  </a:lnTo>
                  <a:lnTo>
                    <a:pt x="3705938" y="192480"/>
                  </a:lnTo>
                  <a:lnTo>
                    <a:pt x="3650807" y="217491"/>
                  </a:lnTo>
                  <a:lnTo>
                    <a:pt x="3596348" y="244498"/>
                  </a:lnTo>
                  <a:lnTo>
                    <a:pt x="3542229" y="273413"/>
                  </a:lnTo>
                  <a:lnTo>
                    <a:pt x="3488220" y="304080"/>
                  </a:lnTo>
                  <a:lnTo>
                    <a:pt x="3434182" y="336272"/>
                  </a:lnTo>
                  <a:lnTo>
                    <a:pt x="3380051" y="369698"/>
                  </a:lnTo>
                  <a:lnTo>
                    <a:pt x="3325818" y="404009"/>
                  </a:lnTo>
                  <a:lnTo>
                    <a:pt x="3271517" y="438816"/>
                  </a:lnTo>
                  <a:lnTo>
                    <a:pt x="3217204" y="473702"/>
                  </a:lnTo>
                  <a:lnTo>
                    <a:pt x="3162940" y="508249"/>
                  </a:lnTo>
                  <a:lnTo>
                    <a:pt x="3108768" y="542055"/>
                  </a:lnTo>
                  <a:lnTo>
                    <a:pt x="3054700" y="574754"/>
                  </a:lnTo>
                  <a:lnTo>
                    <a:pt x="3000692" y="606031"/>
                  </a:lnTo>
                  <a:lnTo>
                    <a:pt x="2946636" y="635635"/>
                  </a:lnTo>
                  <a:lnTo>
                    <a:pt x="2892339" y="663381"/>
                  </a:lnTo>
                  <a:lnTo>
                    <a:pt x="2837510" y="689157"/>
                  </a:lnTo>
                  <a:lnTo>
                    <a:pt x="2781741" y="712915"/>
                  </a:lnTo>
                  <a:lnTo>
                    <a:pt x="2724484" y="734667"/>
                  </a:lnTo>
                  <a:lnTo>
                    <a:pt x="2702183" y="742423"/>
                  </a:lnTo>
                  <a:lnTo>
                    <a:pt x="2650348" y="758930"/>
                  </a:lnTo>
                  <a:lnTo>
                    <a:pt x="2596066" y="774005"/>
                  </a:lnTo>
                  <a:lnTo>
                    <a:pt x="2538655" y="787700"/>
                  </a:lnTo>
                  <a:lnTo>
                    <a:pt x="2477367" y="800113"/>
                  </a:lnTo>
                  <a:lnTo>
                    <a:pt x="2411426" y="811360"/>
                  </a:lnTo>
                  <a:lnTo>
                    <a:pt x="2340069" y="821563"/>
                  </a:lnTo>
                  <a:lnTo>
                    <a:pt x="2262603" y="830836"/>
                  </a:lnTo>
                  <a:lnTo>
                    <a:pt x="2178470" y="839279"/>
                  </a:lnTo>
                  <a:lnTo>
                    <a:pt x="2087335" y="846975"/>
                  </a:lnTo>
                  <a:lnTo>
                    <a:pt x="1989210" y="853987"/>
                  </a:lnTo>
                  <a:lnTo>
                    <a:pt x="1884589" y="860360"/>
                  </a:lnTo>
                  <a:lnTo>
                    <a:pt x="1774594" y="866117"/>
                  </a:lnTo>
                  <a:lnTo>
                    <a:pt x="1661098" y="871265"/>
                  </a:lnTo>
                  <a:lnTo>
                    <a:pt x="1546787" y="875799"/>
                  </a:lnTo>
                  <a:lnTo>
                    <a:pt x="1435090" y="879704"/>
                  </a:lnTo>
                  <a:lnTo>
                    <a:pt x="1329944" y="882971"/>
                  </a:lnTo>
                  <a:lnTo>
                    <a:pt x="1235377" y="885600"/>
                  </a:lnTo>
                  <a:lnTo>
                    <a:pt x="1154944" y="887614"/>
                  </a:lnTo>
                  <a:lnTo>
                    <a:pt x="1091146" y="889059"/>
                  </a:lnTo>
                  <a:lnTo>
                    <a:pt x="1044952" y="890010"/>
                  </a:lnTo>
                  <a:lnTo>
                    <a:pt x="1015558" y="890561"/>
                  </a:lnTo>
                  <a:lnTo>
                    <a:pt x="1000402" y="890822"/>
                  </a:lnTo>
                  <a:lnTo>
                    <a:pt x="995353" y="890901"/>
                  </a:lnTo>
                  <a:lnTo>
                    <a:pt x="994940" y="890907"/>
                  </a:lnTo>
                  <a:lnTo>
                    <a:pt x="0" y="890907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85" name="pl1284"/>
            <p:cNvSpPr/>
            <p:nvPr/>
          </p:nvSpPr>
          <p:spPr>
            <a:xfrm>
              <a:off x="1199187" y="3961754"/>
              <a:ext cx="12049831" cy="890907"/>
            </a:xfrm>
            <a:custGeom>
              <a:avLst/>
              <a:pathLst>
                <a:path w="12049831" h="890907">
                  <a:moveTo>
                    <a:pt x="0" y="890907"/>
                  </a:moveTo>
                  <a:lnTo>
                    <a:pt x="994940" y="890907"/>
                  </a:lnTo>
                  <a:lnTo>
                    <a:pt x="996070" y="890890"/>
                  </a:lnTo>
                  <a:lnTo>
                    <a:pt x="1003529" y="890770"/>
                  </a:lnTo>
                  <a:lnTo>
                    <a:pt x="1022433" y="890437"/>
                  </a:lnTo>
                  <a:lnTo>
                    <a:pt x="1056486" y="889781"/>
                  </a:lnTo>
                  <a:lnTo>
                    <a:pt x="1107757" y="888696"/>
                  </a:lnTo>
                  <a:lnTo>
                    <a:pt x="1176529" y="887094"/>
                  </a:lnTo>
                  <a:lnTo>
                    <a:pt x="1261353" y="884906"/>
                  </a:lnTo>
                  <a:lnTo>
                    <a:pt x="1359370" y="882094"/>
                  </a:lnTo>
                  <a:lnTo>
                    <a:pt x="1466825" y="878643"/>
                  </a:lnTo>
                  <a:lnTo>
                    <a:pt x="1579665" y="874555"/>
                  </a:lnTo>
                  <a:lnTo>
                    <a:pt x="1694062" y="869842"/>
                  </a:lnTo>
                  <a:lnTo>
                    <a:pt x="1806788" y="864518"/>
                  </a:lnTo>
                  <a:lnTo>
                    <a:pt x="1915390" y="858585"/>
                  </a:lnTo>
                  <a:lnTo>
                    <a:pt x="2018221" y="852031"/>
                  </a:lnTo>
                  <a:lnTo>
                    <a:pt x="2114356" y="844827"/>
                  </a:lnTo>
                  <a:lnTo>
                    <a:pt x="2203454" y="836923"/>
                  </a:lnTo>
                  <a:lnTo>
                    <a:pt x="2285618" y="828250"/>
                  </a:lnTo>
                  <a:lnTo>
                    <a:pt x="2361256" y="818720"/>
                  </a:lnTo>
                  <a:lnTo>
                    <a:pt x="2430975" y="808227"/>
                  </a:lnTo>
                  <a:lnTo>
                    <a:pt x="2495494" y="796656"/>
                  </a:lnTo>
                  <a:lnTo>
                    <a:pt x="2555584" y="783885"/>
                  </a:lnTo>
                  <a:lnTo>
                    <a:pt x="2612017" y="769801"/>
                  </a:lnTo>
                  <a:lnTo>
                    <a:pt x="2665527" y="754314"/>
                  </a:lnTo>
                  <a:lnTo>
                    <a:pt x="2702183" y="742423"/>
                  </a:lnTo>
                  <a:lnTo>
                    <a:pt x="2760185" y="721418"/>
                  </a:lnTo>
                  <a:lnTo>
                    <a:pt x="2816447" y="698427"/>
                  </a:lnTo>
                  <a:lnTo>
                    <a:pt x="2871578" y="673416"/>
                  </a:lnTo>
                  <a:lnTo>
                    <a:pt x="2926037" y="646409"/>
                  </a:lnTo>
                  <a:lnTo>
                    <a:pt x="2980156" y="617494"/>
                  </a:lnTo>
                  <a:lnTo>
                    <a:pt x="3034165" y="586827"/>
                  </a:lnTo>
                  <a:lnTo>
                    <a:pt x="3088203" y="554635"/>
                  </a:lnTo>
                  <a:lnTo>
                    <a:pt x="3142334" y="521209"/>
                  </a:lnTo>
                  <a:lnTo>
                    <a:pt x="3196567" y="486897"/>
                  </a:lnTo>
                  <a:lnTo>
                    <a:pt x="3250868" y="452091"/>
                  </a:lnTo>
                  <a:lnTo>
                    <a:pt x="3305181" y="417205"/>
                  </a:lnTo>
                  <a:lnTo>
                    <a:pt x="3359445" y="382658"/>
                  </a:lnTo>
                  <a:lnTo>
                    <a:pt x="3413617" y="348851"/>
                  </a:lnTo>
                  <a:lnTo>
                    <a:pt x="3467685" y="316153"/>
                  </a:lnTo>
                  <a:lnTo>
                    <a:pt x="3521693" y="284875"/>
                  </a:lnTo>
                  <a:lnTo>
                    <a:pt x="3575749" y="255272"/>
                  </a:lnTo>
                  <a:lnTo>
                    <a:pt x="3630046" y="227526"/>
                  </a:lnTo>
                  <a:lnTo>
                    <a:pt x="3684875" y="201750"/>
                  </a:lnTo>
                  <a:lnTo>
                    <a:pt x="3740644" y="177992"/>
                  </a:lnTo>
                  <a:lnTo>
                    <a:pt x="3797901" y="156239"/>
                  </a:lnTo>
                  <a:lnTo>
                    <a:pt x="3820202" y="148484"/>
                  </a:lnTo>
                  <a:lnTo>
                    <a:pt x="3872037" y="131977"/>
                  </a:lnTo>
                  <a:lnTo>
                    <a:pt x="3926319" y="116902"/>
                  </a:lnTo>
                  <a:lnTo>
                    <a:pt x="3983730" y="103207"/>
                  </a:lnTo>
                  <a:lnTo>
                    <a:pt x="4045018" y="90794"/>
                  </a:lnTo>
                  <a:lnTo>
                    <a:pt x="4110959" y="79547"/>
                  </a:lnTo>
                  <a:lnTo>
                    <a:pt x="4182316" y="69343"/>
                  </a:lnTo>
                  <a:lnTo>
                    <a:pt x="4259782" y="60070"/>
                  </a:lnTo>
                  <a:lnTo>
                    <a:pt x="4343915" y="51627"/>
                  </a:lnTo>
                  <a:lnTo>
                    <a:pt x="4435050" y="43932"/>
                  </a:lnTo>
                  <a:lnTo>
                    <a:pt x="4533175" y="36920"/>
                  </a:lnTo>
                  <a:lnTo>
                    <a:pt x="4637796" y="30547"/>
                  </a:lnTo>
                  <a:lnTo>
                    <a:pt x="4747791" y="24790"/>
                  </a:lnTo>
                  <a:lnTo>
                    <a:pt x="4861287" y="19642"/>
                  </a:lnTo>
                  <a:lnTo>
                    <a:pt x="4975598" y="15108"/>
                  </a:lnTo>
                  <a:lnTo>
                    <a:pt x="5087295" y="11202"/>
                  </a:lnTo>
                  <a:lnTo>
                    <a:pt x="5192441" y="7936"/>
                  </a:lnTo>
                  <a:lnTo>
                    <a:pt x="5287008" y="5306"/>
                  </a:lnTo>
                  <a:lnTo>
                    <a:pt x="5367441" y="3293"/>
                  </a:lnTo>
                  <a:lnTo>
                    <a:pt x="5431239" y="1848"/>
                  </a:lnTo>
                  <a:lnTo>
                    <a:pt x="5477433" y="897"/>
                  </a:lnTo>
                  <a:lnTo>
                    <a:pt x="5506827" y="346"/>
                  </a:lnTo>
                  <a:lnTo>
                    <a:pt x="5521983" y="85"/>
                  </a:lnTo>
                  <a:lnTo>
                    <a:pt x="5527032" y="6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2" y="4"/>
                  </a:lnTo>
                  <a:lnTo>
                    <a:pt x="6531018" y="34"/>
                  </a:lnTo>
                  <a:lnTo>
                    <a:pt x="6550017" y="119"/>
                  </a:lnTo>
                  <a:lnTo>
                    <a:pt x="6584232" y="286"/>
                  </a:lnTo>
                  <a:lnTo>
                    <a:pt x="6635734" y="562"/>
                  </a:lnTo>
                  <a:lnTo>
                    <a:pt x="6704793" y="969"/>
                  </a:lnTo>
                  <a:lnTo>
                    <a:pt x="6789937" y="1525"/>
                  </a:lnTo>
                  <a:lnTo>
                    <a:pt x="6888277" y="2240"/>
                  </a:lnTo>
                  <a:lnTo>
                    <a:pt x="6996031" y="3117"/>
                  </a:lnTo>
                  <a:lnTo>
                    <a:pt x="7109126" y="4155"/>
                  </a:lnTo>
                  <a:lnTo>
                    <a:pt x="7223721" y="5352"/>
                  </a:lnTo>
                  <a:lnTo>
                    <a:pt x="7336583" y="6705"/>
                  </a:lnTo>
                  <a:lnTo>
                    <a:pt x="7445264" y="8211"/>
                  </a:lnTo>
                  <a:lnTo>
                    <a:pt x="7548125" y="9876"/>
                  </a:lnTo>
                  <a:lnTo>
                    <a:pt x="7644251" y="11706"/>
                  </a:lnTo>
                  <a:lnTo>
                    <a:pt x="7733313" y="13713"/>
                  </a:lnTo>
                  <a:lnTo>
                    <a:pt x="7815425" y="15917"/>
                  </a:lnTo>
                  <a:lnTo>
                    <a:pt x="7891003" y="18339"/>
                  </a:lnTo>
                  <a:lnTo>
                    <a:pt x="7960664" y="21006"/>
                  </a:lnTo>
                  <a:lnTo>
                    <a:pt x="8025131" y="23948"/>
                  </a:lnTo>
                  <a:lnTo>
                    <a:pt x="8085182" y="27196"/>
                  </a:lnTo>
                  <a:lnTo>
                    <a:pt x="8141590" y="30778"/>
                  </a:lnTo>
                  <a:lnTo>
                    <a:pt x="8195093" y="34716"/>
                  </a:lnTo>
                  <a:lnTo>
                    <a:pt x="8229629" y="37557"/>
                  </a:lnTo>
                  <a:lnTo>
                    <a:pt x="8291013" y="43201"/>
                  </a:lnTo>
                  <a:lnTo>
                    <a:pt x="8350487" y="49410"/>
                  </a:lnTo>
                  <a:lnTo>
                    <a:pt x="8408761" y="56192"/>
                  </a:lnTo>
                  <a:lnTo>
                    <a:pt x="8466355" y="63538"/>
                  </a:lnTo>
                  <a:lnTo>
                    <a:pt x="8523638" y="71416"/>
                  </a:lnTo>
                  <a:lnTo>
                    <a:pt x="8580852" y="79774"/>
                  </a:lnTo>
                  <a:lnTo>
                    <a:pt x="8638132" y="88537"/>
                  </a:lnTo>
                  <a:lnTo>
                    <a:pt x="8695527" y="97611"/>
                  </a:lnTo>
                  <a:lnTo>
                    <a:pt x="8753022" y="106885"/>
                  </a:lnTo>
                  <a:lnTo>
                    <a:pt x="8810562" y="116237"/>
                  </a:lnTo>
                  <a:lnTo>
                    <a:pt x="8868073" y="125541"/>
                  </a:lnTo>
                  <a:lnTo>
                    <a:pt x="8925496" y="134674"/>
                  </a:lnTo>
                  <a:lnTo>
                    <a:pt x="8982801" y="143520"/>
                  </a:lnTo>
                  <a:lnTo>
                    <a:pt x="9040022" y="151982"/>
                  </a:lnTo>
                  <a:lnTo>
                    <a:pt x="9097271" y="159980"/>
                  </a:lnTo>
                  <a:lnTo>
                    <a:pt x="9154763" y="167456"/>
                  </a:lnTo>
                  <a:lnTo>
                    <a:pt x="9212833" y="174374"/>
                  </a:lnTo>
                  <a:lnTo>
                    <a:pt x="9271966" y="180719"/>
                  </a:lnTo>
                  <a:lnTo>
                    <a:pt x="9332819" y="186496"/>
                  </a:lnTo>
                  <a:lnTo>
                    <a:pt x="9347647" y="187789"/>
                  </a:lnTo>
                  <a:lnTo>
                    <a:pt x="9399577" y="191971"/>
                  </a:lnTo>
                  <a:lnTo>
                    <a:pt x="9453962" y="195790"/>
                  </a:lnTo>
                  <a:lnTo>
                    <a:pt x="9511489" y="199259"/>
                  </a:lnTo>
                  <a:lnTo>
                    <a:pt x="9572912" y="202402"/>
                  </a:lnTo>
                  <a:lnTo>
                    <a:pt x="9639010" y="205250"/>
                  </a:lnTo>
                  <a:lnTo>
                    <a:pt x="9710549" y="207833"/>
                  </a:lnTo>
                  <a:lnTo>
                    <a:pt x="9788225" y="210180"/>
                  </a:lnTo>
                  <a:lnTo>
                    <a:pt x="9872599" y="212317"/>
                  </a:lnTo>
                  <a:lnTo>
                    <a:pt x="9964000" y="214264"/>
                  </a:lnTo>
                  <a:lnTo>
                    <a:pt x="10062412" y="216038"/>
                  </a:lnTo>
                  <a:lnTo>
                    <a:pt x="10167330" y="217650"/>
                  </a:lnTo>
                  <a:lnTo>
                    <a:pt x="10277612" y="219105"/>
                  </a:lnTo>
                  <a:lnTo>
                    <a:pt x="10391357" y="220407"/>
                  </a:lnTo>
                  <a:lnTo>
                    <a:pt x="10505850" y="221552"/>
                  </a:lnTo>
                  <a:lnTo>
                    <a:pt x="10617626" y="222537"/>
                  </a:lnTo>
                  <a:lnTo>
                    <a:pt x="10722720" y="223360"/>
                  </a:lnTo>
                  <a:lnTo>
                    <a:pt x="10817088" y="224022"/>
                  </a:lnTo>
                  <a:lnTo>
                    <a:pt x="10897178" y="224527"/>
                  </a:lnTo>
                  <a:lnTo>
                    <a:pt x="10960519" y="224889"/>
                  </a:lnTo>
                  <a:lnTo>
                    <a:pt x="11006192" y="225126"/>
                  </a:lnTo>
                  <a:lnTo>
                    <a:pt x="11035067" y="225263"/>
                  </a:lnTo>
                  <a:lnTo>
                    <a:pt x="11049782" y="225327"/>
                  </a:lnTo>
                  <a:lnTo>
                    <a:pt x="11054544" y="225345"/>
                  </a:lnTo>
                  <a:lnTo>
                    <a:pt x="11054891" y="225347"/>
                  </a:lnTo>
                  <a:lnTo>
                    <a:pt x="12049831" y="225347"/>
                  </a:lnTo>
                  <a:lnTo>
                    <a:pt x="12049831" y="2253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6" name="pl1285"/>
            <p:cNvSpPr/>
            <p:nvPr/>
          </p:nvSpPr>
          <p:spPr>
            <a:xfrm>
              <a:off x="1199187" y="3956514"/>
              <a:ext cx="12049831" cy="890907"/>
            </a:xfrm>
            <a:custGeom>
              <a:avLst/>
              <a:pathLst>
                <a:path w="12049831" h="890907">
                  <a:moveTo>
                    <a:pt x="12049831" y="225347"/>
                  </a:moveTo>
                  <a:lnTo>
                    <a:pt x="11054891" y="225347"/>
                  </a:lnTo>
                  <a:lnTo>
                    <a:pt x="11053755" y="225342"/>
                  </a:lnTo>
                  <a:lnTo>
                    <a:pt x="11046258" y="225312"/>
                  </a:lnTo>
                  <a:lnTo>
                    <a:pt x="11027260" y="225227"/>
                  </a:lnTo>
                  <a:lnTo>
                    <a:pt x="10993045" y="225060"/>
                  </a:lnTo>
                  <a:lnTo>
                    <a:pt x="10941542" y="224785"/>
                  </a:lnTo>
                  <a:lnTo>
                    <a:pt x="10872484" y="224377"/>
                  </a:lnTo>
                  <a:lnTo>
                    <a:pt x="10787340" y="223821"/>
                  </a:lnTo>
                  <a:lnTo>
                    <a:pt x="10689000" y="223106"/>
                  </a:lnTo>
                  <a:lnTo>
                    <a:pt x="10581245" y="222229"/>
                  </a:lnTo>
                  <a:lnTo>
                    <a:pt x="10468151" y="221191"/>
                  </a:lnTo>
                  <a:lnTo>
                    <a:pt x="10353555" y="219994"/>
                  </a:lnTo>
                  <a:lnTo>
                    <a:pt x="10240693" y="218642"/>
                  </a:lnTo>
                  <a:lnTo>
                    <a:pt x="10132012" y="217135"/>
                  </a:lnTo>
                  <a:lnTo>
                    <a:pt x="10029151" y="215470"/>
                  </a:lnTo>
                  <a:lnTo>
                    <a:pt x="9933026" y="213641"/>
                  </a:lnTo>
                  <a:lnTo>
                    <a:pt x="9843963" y="211633"/>
                  </a:lnTo>
                  <a:lnTo>
                    <a:pt x="9761852" y="209429"/>
                  </a:lnTo>
                  <a:lnTo>
                    <a:pt x="9686273" y="207007"/>
                  </a:lnTo>
                  <a:lnTo>
                    <a:pt x="9616613" y="204340"/>
                  </a:lnTo>
                  <a:lnTo>
                    <a:pt x="9552145" y="201398"/>
                  </a:lnTo>
                  <a:lnTo>
                    <a:pt x="9492095" y="198151"/>
                  </a:lnTo>
                  <a:lnTo>
                    <a:pt x="9435687" y="194569"/>
                  </a:lnTo>
                  <a:lnTo>
                    <a:pt x="9382184" y="190630"/>
                  </a:lnTo>
                  <a:lnTo>
                    <a:pt x="9347647" y="187789"/>
                  </a:lnTo>
                  <a:lnTo>
                    <a:pt x="9286264" y="182145"/>
                  </a:lnTo>
                  <a:lnTo>
                    <a:pt x="9226789" y="175936"/>
                  </a:lnTo>
                  <a:lnTo>
                    <a:pt x="9168515" y="169154"/>
                  </a:lnTo>
                  <a:lnTo>
                    <a:pt x="9110921" y="161809"/>
                  </a:lnTo>
                  <a:lnTo>
                    <a:pt x="9053638" y="153931"/>
                  </a:lnTo>
                  <a:lnTo>
                    <a:pt x="8996424" y="145572"/>
                  </a:lnTo>
                  <a:lnTo>
                    <a:pt x="8939145" y="136809"/>
                  </a:lnTo>
                  <a:lnTo>
                    <a:pt x="8881750" y="127735"/>
                  </a:lnTo>
                  <a:lnTo>
                    <a:pt x="8824254" y="118461"/>
                  </a:lnTo>
                  <a:lnTo>
                    <a:pt x="8766715" y="109109"/>
                  </a:lnTo>
                  <a:lnTo>
                    <a:pt x="8709203" y="99805"/>
                  </a:lnTo>
                  <a:lnTo>
                    <a:pt x="8651781" y="90673"/>
                  </a:lnTo>
                  <a:lnTo>
                    <a:pt x="8594476" y="81826"/>
                  </a:lnTo>
                  <a:lnTo>
                    <a:pt x="8537255" y="73364"/>
                  </a:lnTo>
                  <a:lnTo>
                    <a:pt x="8480006" y="65366"/>
                  </a:lnTo>
                  <a:lnTo>
                    <a:pt x="8422514" y="57890"/>
                  </a:lnTo>
                  <a:lnTo>
                    <a:pt x="8364443" y="50972"/>
                  </a:lnTo>
                  <a:lnTo>
                    <a:pt x="8305311" y="44627"/>
                  </a:lnTo>
                  <a:lnTo>
                    <a:pt x="8244457" y="38851"/>
                  </a:lnTo>
                  <a:lnTo>
                    <a:pt x="8229629" y="37557"/>
                  </a:lnTo>
                  <a:lnTo>
                    <a:pt x="8177700" y="33375"/>
                  </a:lnTo>
                  <a:lnTo>
                    <a:pt x="8123315" y="29556"/>
                  </a:lnTo>
                  <a:lnTo>
                    <a:pt x="8065788" y="26087"/>
                  </a:lnTo>
                  <a:lnTo>
                    <a:pt x="8004365" y="22944"/>
                  </a:lnTo>
                  <a:lnTo>
                    <a:pt x="7938267" y="20096"/>
                  </a:lnTo>
                  <a:lnTo>
                    <a:pt x="7866728" y="17513"/>
                  </a:lnTo>
                  <a:lnTo>
                    <a:pt x="7789052" y="15166"/>
                  </a:lnTo>
                  <a:lnTo>
                    <a:pt x="7704678" y="13030"/>
                  </a:lnTo>
                  <a:lnTo>
                    <a:pt x="7613276" y="11082"/>
                  </a:lnTo>
                  <a:lnTo>
                    <a:pt x="7514864" y="9308"/>
                  </a:lnTo>
                  <a:lnTo>
                    <a:pt x="7409947" y="7697"/>
                  </a:lnTo>
                  <a:lnTo>
                    <a:pt x="7299665" y="6241"/>
                  </a:lnTo>
                  <a:lnTo>
                    <a:pt x="7185919" y="4940"/>
                  </a:lnTo>
                  <a:lnTo>
                    <a:pt x="7071427" y="3795"/>
                  </a:lnTo>
                  <a:lnTo>
                    <a:pt x="6959650" y="2809"/>
                  </a:lnTo>
                  <a:lnTo>
                    <a:pt x="6854557" y="1986"/>
                  </a:lnTo>
                  <a:lnTo>
                    <a:pt x="6760189" y="1324"/>
                  </a:lnTo>
                  <a:lnTo>
                    <a:pt x="6680098" y="819"/>
                  </a:lnTo>
                  <a:lnTo>
                    <a:pt x="6616757" y="457"/>
                  </a:lnTo>
                  <a:lnTo>
                    <a:pt x="6571084" y="220"/>
                  </a:lnTo>
                  <a:lnTo>
                    <a:pt x="6542209" y="83"/>
                  </a:lnTo>
                  <a:lnTo>
                    <a:pt x="6527495" y="20"/>
                  </a:lnTo>
                  <a:lnTo>
                    <a:pt x="6522733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5" y="16"/>
                  </a:lnTo>
                  <a:lnTo>
                    <a:pt x="5518856" y="137"/>
                  </a:lnTo>
                  <a:lnTo>
                    <a:pt x="5499952" y="470"/>
                  </a:lnTo>
                  <a:lnTo>
                    <a:pt x="5465899" y="1126"/>
                  </a:lnTo>
                  <a:lnTo>
                    <a:pt x="5414628" y="2211"/>
                  </a:lnTo>
                  <a:lnTo>
                    <a:pt x="5345856" y="3813"/>
                  </a:lnTo>
                  <a:lnTo>
                    <a:pt x="5261031" y="6000"/>
                  </a:lnTo>
                  <a:lnTo>
                    <a:pt x="5163015" y="8812"/>
                  </a:lnTo>
                  <a:lnTo>
                    <a:pt x="5055560" y="12264"/>
                  </a:lnTo>
                  <a:lnTo>
                    <a:pt x="4942720" y="16352"/>
                  </a:lnTo>
                  <a:lnTo>
                    <a:pt x="4828323" y="21064"/>
                  </a:lnTo>
                  <a:lnTo>
                    <a:pt x="4715597" y="26389"/>
                  </a:lnTo>
                  <a:lnTo>
                    <a:pt x="4606995" y="32322"/>
                  </a:lnTo>
                  <a:lnTo>
                    <a:pt x="4504164" y="38876"/>
                  </a:lnTo>
                  <a:lnTo>
                    <a:pt x="4408029" y="46080"/>
                  </a:lnTo>
                  <a:lnTo>
                    <a:pt x="4318931" y="53984"/>
                  </a:lnTo>
                  <a:lnTo>
                    <a:pt x="4236767" y="62657"/>
                  </a:lnTo>
                  <a:lnTo>
                    <a:pt x="4161129" y="72187"/>
                  </a:lnTo>
                  <a:lnTo>
                    <a:pt x="4091410" y="82680"/>
                  </a:lnTo>
                  <a:lnTo>
                    <a:pt x="4026891" y="94251"/>
                  </a:lnTo>
                  <a:lnTo>
                    <a:pt x="3966801" y="107021"/>
                  </a:lnTo>
                  <a:lnTo>
                    <a:pt x="3910368" y="121106"/>
                  </a:lnTo>
                  <a:lnTo>
                    <a:pt x="3856858" y="136592"/>
                  </a:lnTo>
                  <a:lnTo>
                    <a:pt x="3820202" y="148484"/>
                  </a:lnTo>
                  <a:lnTo>
                    <a:pt x="3762200" y="169489"/>
                  </a:lnTo>
                  <a:lnTo>
                    <a:pt x="3705938" y="192480"/>
                  </a:lnTo>
                  <a:lnTo>
                    <a:pt x="3650807" y="217491"/>
                  </a:lnTo>
                  <a:lnTo>
                    <a:pt x="3596348" y="244498"/>
                  </a:lnTo>
                  <a:lnTo>
                    <a:pt x="3542229" y="273413"/>
                  </a:lnTo>
                  <a:lnTo>
                    <a:pt x="3488220" y="304080"/>
                  </a:lnTo>
                  <a:lnTo>
                    <a:pt x="3434182" y="336272"/>
                  </a:lnTo>
                  <a:lnTo>
                    <a:pt x="3380051" y="369698"/>
                  </a:lnTo>
                  <a:lnTo>
                    <a:pt x="3325818" y="404009"/>
                  </a:lnTo>
                  <a:lnTo>
                    <a:pt x="3271517" y="438816"/>
                  </a:lnTo>
                  <a:lnTo>
                    <a:pt x="3217204" y="473702"/>
                  </a:lnTo>
                  <a:lnTo>
                    <a:pt x="3162940" y="508249"/>
                  </a:lnTo>
                  <a:lnTo>
                    <a:pt x="3108768" y="542055"/>
                  </a:lnTo>
                  <a:lnTo>
                    <a:pt x="3054700" y="574754"/>
                  </a:lnTo>
                  <a:lnTo>
                    <a:pt x="3000692" y="606031"/>
                  </a:lnTo>
                  <a:lnTo>
                    <a:pt x="2946636" y="635635"/>
                  </a:lnTo>
                  <a:lnTo>
                    <a:pt x="2892339" y="663381"/>
                  </a:lnTo>
                  <a:lnTo>
                    <a:pt x="2837510" y="689157"/>
                  </a:lnTo>
                  <a:lnTo>
                    <a:pt x="2781741" y="712915"/>
                  </a:lnTo>
                  <a:lnTo>
                    <a:pt x="2724484" y="734667"/>
                  </a:lnTo>
                  <a:lnTo>
                    <a:pt x="2702183" y="742423"/>
                  </a:lnTo>
                  <a:lnTo>
                    <a:pt x="2650348" y="758930"/>
                  </a:lnTo>
                  <a:lnTo>
                    <a:pt x="2596066" y="774005"/>
                  </a:lnTo>
                  <a:lnTo>
                    <a:pt x="2538655" y="787700"/>
                  </a:lnTo>
                  <a:lnTo>
                    <a:pt x="2477367" y="800113"/>
                  </a:lnTo>
                  <a:lnTo>
                    <a:pt x="2411426" y="811360"/>
                  </a:lnTo>
                  <a:lnTo>
                    <a:pt x="2340069" y="821563"/>
                  </a:lnTo>
                  <a:lnTo>
                    <a:pt x="2262603" y="830836"/>
                  </a:lnTo>
                  <a:lnTo>
                    <a:pt x="2178470" y="839279"/>
                  </a:lnTo>
                  <a:lnTo>
                    <a:pt x="2087335" y="846975"/>
                  </a:lnTo>
                  <a:lnTo>
                    <a:pt x="1989210" y="853987"/>
                  </a:lnTo>
                  <a:lnTo>
                    <a:pt x="1884589" y="860360"/>
                  </a:lnTo>
                  <a:lnTo>
                    <a:pt x="1774594" y="866117"/>
                  </a:lnTo>
                  <a:lnTo>
                    <a:pt x="1661098" y="871265"/>
                  </a:lnTo>
                  <a:lnTo>
                    <a:pt x="1546787" y="875799"/>
                  </a:lnTo>
                  <a:lnTo>
                    <a:pt x="1435090" y="879704"/>
                  </a:lnTo>
                  <a:lnTo>
                    <a:pt x="1329944" y="882971"/>
                  </a:lnTo>
                  <a:lnTo>
                    <a:pt x="1235377" y="885600"/>
                  </a:lnTo>
                  <a:lnTo>
                    <a:pt x="1154944" y="887614"/>
                  </a:lnTo>
                  <a:lnTo>
                    <a:pt x="1091146" y="889059"/>
                  </a:lnTo>
                  <a:lnTo>
                    <a:pt x="1044952" y="890010"/>
                  </a:lnTo>
                  <a:lnTo>
                    <a:pt x="1015558" y="890561"/>
                  </a:lnTo>
                  <a:lnTo>
                    <a:pt x="1000402" y="890822"/>
                  </a:lnTo>
                  <a:lnTo>
                    <a:pt x="995353" y="890901"/>
                  </a:lnTo>
                  <a:lnTo>
                    <a:pt x="994940" y="890907"/>
                  </a:lnTo>
                  <a:lnTo>
                    <a:pt x="0" y="890907"/>
                  </a:lnTo>
                  <a:lnTo>
                    <a:pt x="0" y="8909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7" name="pg1286"/>
            <p:cNvSpPr/>
            <p:nvPr/>
          </p:nvSpPr>
          <p:spPr>
            <a:xfrm>
              <a:off x="1199187" y="3998439"/>
              <a:ext cx="12049831" cy="1304917"/>
            </a:xfrm>
            <a:custGeom>
              <a:avLst/>
              <a:pathLst>
                <a:path w="12049831" h="1304917">
                  <a:moveTo>
                    <a:pt x="0" y="859463"/>
                  </a:moveTo>
                  <a:lnTo>
                    <a:pt x="994940" y="859463"/>
                  </a:lnTo>
                  <a:lnTo>
                    <a:pt x="996070" y="859447"/>
                  </a:lnTo>
                  <a:lnTo>
                    <a:pt x="1003532" y="859332"/>
                  </a:lnTo>
                  <a:lnTo>
                    <a:pt x="1022445" y="859012"/>
                  </a:lnTo>
                  <a:lnTo>
                    <a:pt x="1056512" y="858383"/>
                  </a:lnTo>
                  <a:lnTo>
                    <a:pt x="1107803" y="857342"/>
                  </a:lnTo>
                  <a:lnTo>
                    <a:pt x="1176599" y="855805"/>
                  </a:lnTo>
                  <a:lnTo>
                    <a:pt x="1261451" y="853707"/>
                  </a:lnTo>
                  <a:lnTo>
                    <a:pt x="1359495" y="851010"/>
                  </a:lnTo>
                  <a:lnTo>
                    <a:pt x="1466976" y="847699"/>
                  </a:lnTo>
                  <a:lnTo>
                    <a:pt x="1579838" y="843778"/>
                  </a:lnTo>
                  <a:lnTo>
                    <a:pt x="1694252" y="839258"/>
                  </a:lnTo>
                  <a:lnTo>
                    <a:pt x="1806990" y="834151"/>
                  </a:lnTo>
                  <a:lnTo>
                    <a:pt x="1915599" y="828460"/>
                  </a:lnTo>
                  <a:lnTo>
                    <a:pt x="2018433" y="822174"/>
                  </a:lnTo>
                  <a:lnTo>
                    <a:pt x="2114566" y="815264"/>
                  </a:lnTo>
                  <a:lnTo>
                    <a:pt x="2203661" y="807683"/>
                  </a:lnTo>
                  <a:lnTo>
                    <a:pt x="2285821" y="799364"/>
                  </a:lnTo>
                  <a:lnTo>
                    <a:pt x="2361454" y="790222"/>
                  </a:lnTo>
                  <a:lnTo>
                    <a:pt x="2431167" y="780157"/>
                  </a:lnTo>
                  <a:lnTo>
                    <a:pt x="2495682" y="769058"/>
                  </a:lnTo>
                  <a:lnTo>
                    <a:pt x="2555769" y="756807"/>
                  </a:lnTo>
                  <a:lnTo>
                    <a:pt x="2612200" y="743296"/>
                  </a:lnTo>
                  <a:lnTo>
                    <a:pt x="2665709" y="728441"/>
                  </a:lnTo>
                  <a:lnTo>
                    <a:pt x="2702183" y="717093"/>
                  </a:lnTo>
                  <a:lnTo>
                    <a:pt x="2760441" y="696858"/>
                  </a:lnTo>
                  <a:lnTo>
                    <a:pt x="2816946" y="674702"/>
                  </a:lnTo>
                  <a:lnTo>
                    <a:pt x="2872314" y="650592"/>
                  </a:lnTo>
                  <a:lnTo>
                    <a:pt x="2927010" y="624551"/>
                  </a:lnTo>
                  <a:lnTo>
                    <a:pt x="2981369" y="596666"/>
                  </a:lnTo>
                  <a:lnTo>
                    <a:pt x="3035620" y="567091"/>
                  </a:lnTo>
                  <a:lnTo>
                    <a:pt x="3089902" y="536047"/>
                  </a:lnTo>
                  <a:lnTo>
                    <a:pt x="3144280" y="503819"/>
                  </a:lnTo>
                  <a:lnTo>
                    <a:pt x="3198759" y="470748"/>
                  </a:lnTo>
                  <a:lnTo>
                    <a:pt x="3253306" y="437214"/>
                  </a:lnTo>
                  <a:lnTo>
                    <a:pt x="3307861" y="403620"/>
                  </a:lnTo>
                  <a:lnTo>
                    <a:pt x="3362365" y="370375"/>
                  </a:lnTo>
                  <a:lnTo>
                    <a:pt x="3416774" y="337866"/>
                  </a:lnTo>
                  <a:lnTo>
                    <a:pt x="3471080" y="306448"/>
                  </a:lnTo>
                  <a:lnTo>
                    <a:pt x="3525329" y="276422"/>
                  </a:lnTo>
                  <a:lnTo>
                    <a:pt x="3579637" y="248030"/>
                  </a:lnTo>
                  <a:lnTo>
                    <a:pt x="3634206" y="221444"/>
                  </a:lnTo>
                  <a:lnTo>
                    <a:pt x="3689339" y="196771"/>
                  </a:lnTo>
                  <a:lnTo>
                    <a:pt x="3745459" y="174051"/>
                  </a:lnTo>
                  <a:lnTo>
                    <a:pt x="3803136" y="153267"/>
                  </a:lnTo>
                  <a:lnTo>
                    <a:pt x="3820202" y="147611"/>
                  </a:lnTo>
                  <a:lnTo>
                    <a:pt x="3872045" y="131781"/>
                  </a:lnTo>
                  <a:lnTo>
                    <a:pt x="3926336" y="117324"/>
                  </a:lnTo>
                  <a:lnTo>
                    <a:pt x="3983757" y="104192"/>
                  </a:lnTo>
                  <a:lnTo>
                    <a:pt x="4045056" y="92289"/>
                  </a:lnTo>
                  <a:lnTo>
                    <a:pt x="4111011" y="81504"/>
                  </a:lnTo>
                  <a:lnTo>
                    <a:pt x="4182384" y="71720"/>
                  </a:lnTo>
                  <a:lnTo>
                    <a:pt x="4259867" y="62828"/>
                  </a:lnTo>
                  <a:lnTo>
                    <a:pt x="4344022" y="54733"/>
                  </a:lnTo>
                  <a:lnTo>
                    <a:pt x="4435179" y="47354"/>
                  </a:lnTo>
                  <a:lnTo>
                    <a:pt x="4533328" y="40630"/>
                  </a:lnTo>
                  <a:lnTo>
                    <a:pt x="4637975" y="34520"/>
                  </a:lnTo>
                  <a:lnTo>
                    <a:pt x="4747995" y="29000"/>
                  </a:lnTo>
                  <a:lnTo>
                    <a:pt x="4861512" y="24064"/>
                  </a:lnTo>
                  <a:lnTo>
                    <a:pt x="4975839" y="19718"/>
                  </a:lnTo>
                  <a:lnTo>
                    <a:pt x="5087543" y="15974"/>
                  </a:lnTo>
                  <a:lnTo>
                    <a:pt x="5192684" y="12843"/>
                  </a:lnTo>
                  <a:lnTo>
                    <a:pt x="5287235" y="10323"/>
                  </a:lnTo>
                  <a:lnTo>
                    <a:pt x="5367638" y="8394"/>
                  </a:lnTo>
                  <a:lnTo>
                    <a:pt x="5431397" y="7009"/>
                  </a:lnTo>
                  <a:lnTo>
                    <a:pt x="5477547" y="6099"/>
                  </a:lnTo>
                  <a:lnTo>
                    <a:pt x="5506896" y="5571"/>
                  </a:lnTo>
                  <a:lnTo>
                    <a:pt x="5522014" y="5322"/>
                  </a:lnTo>
                  <a:lnTo>
                    <a:pt x="5527038" y="5246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9" y="5265"/>
                  </a:lnTo>
                  <a:lnTo>
                    <a:pt x="6530922" y="5439"/>
                  </a:lnTo>
                  <a:lnTo>
                    <a:pt x="6549715" y="5922"/>
                  </a:lnTo>
                  <a:lnTo>
                    <a:pt x="6583575" y="6873"/>
                  </a:lnTo>
                  <a:lnTo>
                    <a:pt x="6634571" y="8445"/>
                  </a:lnTo>
                  <a:lnTo>
                    <a:pt x="6703001" y="10769"/>
                  </a:lnTo>
                  <a:lnTo>
                    <a:pt x="6787444" y="13941"/>
                  </a:lnTo>
                  <a:lnTo>
                    <a:pt x="6885075" y="18020"/>
                  </a:lnTo>
                  <a:lnTo>
                    <a:pt x="6992171" y="23028"/>
                  </a:lnTo>
                  <a:lnTo>
                    <a:pt x="7104705" y="28961"/>
                  </a:lnTo>
                  <a:lnTo>
                    <a:pt x="7218865" y="35801"/>
                  </a:lnTo>
                  <a:lnTo>
                    <a:pt x="7331427" y="43530"/>
                  </a:lnTo>
                  <a:lnTo>
                    <a:pt x="7439933" y="52144"/>
                  </a:lnTo>
                  <a:lnTo>
                    <a:pt x="7542728" y="61658"/>
                  </a:lnTo>
                  <a:lnTo>
                    <a:pt x="7638871" y="72116"/>
                  </a:lnTo>
                  <a:lnTo>
                    <a:pt x="7728011" y="83587"/>
                  </a:lnTo>
                  <a:lnTo>
                    <a:pt x="7810237" y="96172"/>
                  </a:lnTo>
                  <a:lnTo>
                    <a:pt x="7885946" y="109997"/>
                  </a:lnTo>
                  <a:lnTo>
                    <a:pt x="7955735" y="125214"/>
                  </a:lnTo>
                  <a:lnTo>
                    <a:pt x="8020317" y="141991"/>
                  </a:lnTo>
                  <a:lnTo>
                    <a:pt x="8080455" y="160503"/>
                  </a:lnTo>
                  <a:lnTo>
                    <a:pt x="8136918" y="180917"/>
                  </a:lnTo>
                  <a:lnTo>
                    <a:pt x="8190438" y="203362"/>
                  </a:lnTo>
                  <a:lnTo>
                    <a:pt x="8229629" y="221853"/>
                  </a:lnTo>
                  <a:lnTo>
                    <a:pt x="8284553" y="250769"/>
                  </a:lnTo>
                  <a:lnTo>
                    <a:pt x="8337887" y="282275"/>
                  </a:lnTo>
                  <a:lnTo>
                    <a:pt x="8390158" y="316418"/>
                  </a:lnTo>
                  <a:lnTo>
                    <a:pt x="8441771" y="353178"/>
                  </a:lnTo>
                  <a:lnTo>
                    <a:pt x="8493025" y="392463"/>
                  </a:lnTo>
                  <a:lnTo>
                    <a:pt x="8544134" y="434100"/>
                  </a:lnTo>
                  <a:lnTo>
                    <a:pt x="8595237" y="477834"/>
                  </a:lnTo>
                  <a:lnTo>
                    <a:pt x="8646409" y="523334"/>
                  </a:lnTo>
                  <a:lnTo>
                    <a:pt x="8697674" y="570194"/>
                  </a:lnTo>
                  <a:lnTo>
                    <a:pt x="8749019" y="617954"/>
                  </a:lnTo>
                  <a:lnTo>
                    <a:pt x="8800403" y="666113"/>
                  </a:lnTo>
                  <a:lnTo>
                    <a:pt x="8851776" y="714153"/>
                  </a:lnTo>
                  <a:lnTo>
                    <a:pt x="8903088" y="761561"/>
                  </a:lnTo>
                  <a:lnTo>
                    <a:pt x="8954310" y="807853"/>
                  </a:lnTo>
                  <a:lnTo>
                    <a:pt x="9005445" y="852590"/>
                  </a:lnTo>
                  <a:lnTo>
                    <a:pt x="9056537" y="895401"/>
                  </a:lnTo>
                  <a:lnTo>
                    <a:pt x="9107691" y="935987"/>
                  </a:lnTo>
                  <a:lnTo>
                    <a:pt x="9159078" y="974133"/>
                  </a:lnTo>
                  <a:lnTo>
                    <a:pt x="9210950" y="1009701"/>
                  </a:lnTo>
                  <a:lnTo>
                    <a:pt x="9263650" y="1042634"/>
                  </a:lnTo>
                  <a:lnTo>
                    <a:pt x="9317638" y="1072945"/>
                  </a:lnTo>
                  <a:lnTo>
                    <a:pt x="9347647" y="1088305"/>
                  </a:lnTo>
                  <a:lnTo>
                    <a:pt x="9399372" y="1112337"/>
                  </a:lnTo>
                  <a:lnTo>
                    <a:pt x="9453530" y="1134289"/>
                  </a:lnTo>
                  <a:lnTo>
                    <a:pt x="9510801" y="1154236"/>
                  </a:lnTo>
                  <a:lnTo>
                    <a:pt x="9571929" y="1172319"/>
                  </a:lnTo>
                  <a:lnTo>
                    <a:pt x="9637684" y="1188707"/>
                  </a:lnTo>
                  <a:lnTo>
                    <a:pt x="9708823" y="1203578"/>
                  </a:lnTo>
                  <a:lnTo>
                    <a:pt x="9786038" y="1217094"/>
                  </a:lnTo>
                  <a:lnTo>
                    <a:pt x="9869886" y="1229403"/>
                  </a:lnTo>
                  <a:lnTo>
                    <a:pt x="9960703" y="1240625"/>
                  </a:lnTo>
                  <a:lnTo>
                    <a:pt x="10058484" y="1250852"/>
                  </a:lnTo>
                  <a:lnTo>
                    <a:pt x="10162751" y="1260149"/>
                  </a:lnTo>
                  <a:lnTo>
                    <a:pt x="10272404" y="1268551"/>
                  </a:lnTo>
                  <a:lnTo>
                    <a:pt x="10385600" y="1276069"/>
                  </a:lnTo>
                  <a:lnTo>
                    <a:pt x="10499692" y="1282695"/>
                  </a:lnTo>
                  <a:lnTo>
                    <a:pt x="10611291" y="1288408"/>
                  </a:lnTo>
                  <a:lnTo>
                    <a:pt x="10716493" y="1293195"/>
                  </a:lnTo>
                  <a:lnTo>
                    <a:pt x="10811293" y="1297054"/>
                  </a:lnTo>
                  <a:lnTo>
                    <a:pt x="10892129" y="1300017"/>
                  </a:lnTo>
                  <a:lnTo>
                    <a:pt x="10956469" y="1302151"/>
                  </a:lnTo>
                  <a:lnTo>
                    <a:pt x="11003284" y="1303562"/>
                  </a:lnTo>
                  <a:lnTo>
                    <a:pt x="11033298" y="1304387"/>
                  </a:lnTo>
                  <a:lnTo>
                    <a:pt x="11048987" y="1304782"/>
                  </a:lnTo>
                  <a:lnTo>
                    <a:pt x="11054389" y="1304907"/>
                  </a:lnTo>
                  <a:lnTo>
                    <a:pt x="11054891" y="1304917"/>
                  </a:lnTo>
                  <a:lnTo>
                    <a:pt x="12049831" y="1304917"/>
                  </a:lnTo>
                  <a:lnTo>
                    <a:pt x="12049831" y="1299677"/>
                  </a:lnTo>
                  <a:lnTo>
                    <a:pt x="11054891" y="1299677"/>
                  </a:lnTo>
                  <a:lnTo>
                    <a:pt x="11053768" y="1299652"/>
                  </a:lnTo>
                  <a:lnTo>
                    <a:pt x="11046354" y="1299478"/>
                  </a:lnTo>
                  <a:lnTo>
                    <a:pt x="11027562" y="1298995"/>
                  </a:lnTo>
                  <a:lnTo>
                    <a:pt x="10993702" y="1298044"/>
                  </a:lnTo>
                  <a:lnTo>
                    <a:pt x="10942706" y="1296471"/>
                  </a:lnTo>
                  <a:lnTo>
                    <a:pt x="10874276" y="1294148"/>
                  </a:lnTo>
                  <a:lnTo>
                    <a:pt x="10789832" y="1290976"/>
                  </a:lnTo>
                  <a:lnTo>
                    <a:pt x="10692202" y="1286897"/>
                  </a:lnTo>
                  <a:lnTo>
                    <a:pt x="10585106" y="1281889"/>
                  </a:lnTo>
                  <a:lnTo>
                    <a:pt x="10472572" y="1275956"/>
                  </a:lnTo>
                  <a:lnTo>
                    <a:pt x="10358411" y="1269116"/>
                  </a:lnTo>
                  <a:lnTo>
                    <a:pt x="10245850" y="1261387"/>
                  </a:lnTo>
                  <a:lnTo>
                    <a:pt x="10137343" y="1252773"/>
                  </a:lnTo>
                  <a:lnTo>
                    <a:pt x="10034549" y="1243259"/>
                  </a:lnTo>
                  <a:lnTo>
                    <a:pt x="9938405" y="1232801"/>
                  </a:lnTo>
                  <a:lnTo>
                    <a:pt x="9849265" y="1221330"/>
                  </a:lnTo>
                  <a:lnTo>
                    <a:pt x="9767039" y="1208745"/>
                  </a:lnTo>
                  <a:lnTo>
                    <a:pt x="9691330" y="1194919"/>
                  </a:lnTo>
                  <a:lnTo>
                    <a:pt x="9621541" y="1179703"/>
                  </a:lnTo>
                  <a:lnTo>
                    <a:pt x="9556960" y="1162926"/>
                  </a:lnTo>
                  <a:lnTo>
                    <a:pt x="9496822" y="1144414"/>
                  </a:lnTo>
                  <a:lnTo>
                    <a:pt x="9440359" y="1124000"/>
                  </a:lnTo>
                  <a:lnTo>
                    <a:pt x="9386839" y="1101554"/>
                  </a:lnTo>
                  <a:lnTo>
                    <a:pt x="9347647" y="1083064"/>
                  </a:lnTo>
                  <a:lnTo>
                    <a:pt x="9292723" y="1054147"/>
                  </a:lnTo>
                  <a:lnTo>
                    <a:pt x="9239390" y="1022641"/>
                  </a:lnTo>
                  <a:lnTo>
                    <a:pt x="9187118" y="988499"/>
                  </a:lnTo>
                  <a:lnTo>
                    <a:pt x="9135506" y="951739"/>
                  </a:lnTo>
                  <a:lnTo>
                    <a:pt x="9084251" y="912454"/>
                  </a:lnTo>
                  <a:lnTo>
                    <a:pt x="9033142" y="870817"/>
                  </a:lnTo>
                  <a:lnTo>
                    <a:pt x="8982040" y="827083"/>
                  </a:lnTo>
                  <a:lnTo>
                    <a:pt x="8930868" y="781583"/>
                  </a:lnTo>
                  <a:lnTo>
                    <a:pt x="8879602" y="734723"/>
                  </a:lnTo>
                  <a:lnTo>
                    <a:pt x="8828257" y="686963"/>
                  </a:lnTo>
                  <a:lnTo>
                    <a:pt x="8776873" y="638804"/>
                  </a:lnTo>
                  <a:lnTo>
                    <a:pt x="8725501" y="590764"/>
                  </a:lnTo>
                  <a:lnTo>
                    <a:pt x="8674188" y="543356"/>
                  </a:lnTo>
                  <a:lnTo>
                    <a:pt x="8622966" y="497064"/>
                  </a:lnTo>
                  <a:lnTo>
                    <a:pt x="8571832" y="452327"/>
                  </a:lnTo>
                  <a:lnTo>
                    <a:pt x="8520739" y="409516"/>
                  </a:lnTo>
                  <a:lnTo>
                    <a:pt x="8469585" y="368930"/>
                  </a:lnTo>
                  <a:lnTo>
                    <a:pt x="8418198" y="330784"/>
                  </a:lnTo>
                  <a:lnTo>
                    <a:pt x="8366327" y="295216"/>
                  </a:lnTo>
                  <a:lnTo>
                    <a:pt x="8313626" y="262283"/>
                  </a:lnTo>
                  <a:lnTo>
                    <a:pt x="8259638" y="231972"/>
                  </a:lnTo>
                  <a:lnTo>
                    <a:pt x="8229629" y="216612"/>
                  </a:lnTo>
                  <a:lnTo>
                    <a:pt x="8177905" y="192580"/>
                  </a:lnTo>
                  <a:lnTo>
                    <a:pt x="8123746" y="170627"/>
                  </a:lnTo>
                  <a:lnTo>
                    <a:pt x="8066475" y="150681"/>
                  </a:lnTo>
                  <a:lnTo>
                    <a:pt x="8005348" y="132598"/>
                  </a:lnTo>
                  <a:lnTo>
                    <a:pt x="7939593" y="116210"/>
                  </a:lnTo>
                  <a:lnTo>
                    <a:pt x="7868453" y="101339"/>
                  </a:lnTo>
                  <a:lnTo>
                    <a:pt x="7791239" y="87823"/>
                  </a:lnTo>
                  <a:lnTo>
                    <a:pt x="7707390" y="75514"/>
                  </a:lnTo>
                  <a:lnTo>
                    <a:pt x="7616574" y="64292"/>
                  </a:lnTo>
                  <a:lnTo>
                    <a:pt x="7518793" y="54065"/>
                  </a:lnTo>
                  <a:lnTo>
                    <a:pt x="7414526" y="44768"/>
                  </a:lnTo>
                  <a:lnTo>
                    <a:pt x="7304873" y="36366"/>
                  </a:lnTo>
                  <a:lnTo>
                    <a:pt x="7191677" y="28848"/>
                  </a:lnTo>
                  <a:lnTo>
                    <a:pt x="7077585" y="22222"/>
                  </a:lnTo>
                  <a:lnTo>
                    <a:pt x="6965986" y="16508"/>
                  </a:lnTo>
                  <a:lnTo>
                    <a:pt x="6860783" y="11722"/>
                  </a:lnTo>
                  <a:lnTo>
                    <a:pt x="6765984" y="7863"/>
                  </a:lnTo>
                  <a:lnTo>
                    <a:pt x="6685148" y="4900"/>
                  </a:lnTo>
                  <a:lnTo>
                    <a:pt x="6620808" y="2766"/>
                  </a:lnTo>
                  <a:lnTo>
                    <a:pt x="6573993" y="1355"/>
                  </a:lnTo>
                  <a:lnTo>
                    <a:pt x="6543978" y="530"/>
                  </a:lnTo>
                  <a:lnTo>
                    <a:pt x="6528290" y="135"/>
                  </a:lnTo>
                  <a:lnTo>
                    <a:pt x="6522888" y="1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5" y="16"/>
                  </a:lnTo>
                  <a:lnTo>
                    <a:pt x="5518852" y="131"/>
                  </a:lnTo>
                  <a:lnTo>
                    <a:pt x="5499940" y="451"/>
                  </a:lnTo>
                  <a:lnTo>
                    <a:pt x="5465873" y="1080"/>
                  </a:lnTo>
                  <a:lnTo>
                    <a:pt x="5414582" y="2121"/>
                  </a:lnTo>
                  <a:lnTo>
                    <a:pt x="5345786" y="3658"/>
                  </a:lnTo>
                  <a:lnTo>
                    <a:pt x="5260934" y="5756"/>
                  </a:lnTo>
                  <a:lnTo>
                    <a:pt x="5162890" y="8453"/>
                  </a:lnTo>
                  <a:lnTo>
                    <a:pt x="5055409" y="11764"/>
                  </a:lnTo>
                  <a:lnTo>
                    <a:pt x="4942547" y="15685"/>
                  </a:lnTo>
                  <a:lnTo>
                    <a:pt x="4828133" y="20205"/>
                  </a:lnTo>
                  <a:lnTo>
                    <a:pt x="4715395" y="25312"/>
                  </a:lnTo>
                  <a:lnTo>
                    <a:pt x="4606786" y="31003"/>
                  </a:lnTo>
                  <a:lnTo>
                    <a:pt x="4503952" y="37289"/>
                  </a:lnTo>
                  <a:lnTo>
                    <a:pt x="4407819" y="44199"/>
                  </a:lnTo>
                  <a:lnTo>
                    <a:pt x="4318724" y="51780"/>
                  </a:lnTo>
                  <a:lnTo>
                    <a:pt x="4236564" y="60099"/>
                  </a:lnTo>
                  <a:lnTo>
                    <a:pt x="4160931" y="69241"/>
                  </a:lnTo>
                  <a:lnTo>
                    <a:pt x="4091218" y="79305"/>
                  </a:lnTo>
                  <a:lnTo>
                    <a:pt x="4026703" y="90405"/>
                  </a:lnTo>
                  <a:lnTo>
                    <a:pt x="3966616" y="102656"/>
                  </a:lnTo>
                  <a:lnTo>
                    <a:pt x="3910185" y="116167"/>
                  </a:lnTo>
                  <a:lnTo>
                    <a:pt x="3856676" y="131022"/>
                  </a:lnTo>
                  <a:lnTo>
                    <a:pt x="3820202" y="142370"/>
                  </a:lnTo>
                  <a:lnTo>
                    <a:pt x="3761944" y="162605"/>
                  </a:lnTo>
                  <a:lnTo>
                    <a:pt x="3705439" y="184761"/>
                  </a:lnTo>
                  <a:lnTo>
                    <a:pt x="3650071" y="208871"/>
                  </a:lnTo>
                  <a:lnTo>
                    <a:pt x="3595375" y="234912"/>
                  </a:lnTo>
                  <a:lnTo>
                    <a:pt x="3541016" y="262797"/>
                  </a:lnTo>
                  <a:lnTo>
                    <a:pt x="3486765" y="292372"/>
                  </a:lnTo>
                  <a:lnTo>
                    <a:pt x="3432483" y="323416"/>
                  </a:lnTo>
                  <a:lnTo>
                    <a:pt x="3378105" y="355644"/>
                  </a:lnTo>
                  <a:lnTo>
                    <a:pt x="3323626" y="388715"/>
                  </a:lnTo>
                  <a:lnTo>
                    <a:pt x="3269079" y="422249"/>
                  </a:lnTo>
                  <a:lnTo>
                    <a:pt x="3214524" y="455843"/>
                  </a:lnTo>
                  <a:lnTo>
                    <a:pt x="3160020" y="489088"/>
                  </a:lnTo>
                  <a:lnTo>
                    <a:pt x="3105611" y="521597"/>
                  </a:lnTo>
                  <a:lnTo>
                    <a:pt x="3051305" y="553015"/>
                  </a:lnTo>
                  <a:lnTo>
                    <a:pt x="2997056" y="583041"/>
                  </a:lnTo>
                  <a:lnTo>
                    <a:pt x="2942748" y="611433"/>
                  </a:lnTo>
                  <a:lnTo>
                    <a:pt x="2888179" y="638019"/>
                  </a:lnTo>
                  <a:lnTo>
                    <a:pt x="2833046" y="662692"/>
                  </a:lnTo>
                  <a:lnTo>
                    <a:pt x="2776926" y="685412"/>
                  </a:lnTo>
                  <a:lnTo>
                    <a:pt x="2719249" y="706196"/>
                  </a:lnTo>
                  <a:lnTo>
                    <a:pt x="2702183" y="711852"/>
                  </a:lnTo>
                  <a:lnTo>
                    <a:pt x="2650340" y="727682"/>
                  </a:lnTo>
                  <a:lnTo>
                    <a:pt x="2596049" y="742138"/>
                  </a:lnTo>
                  <a:lnTo>
                    <a:pt x="2538628" y="755271"/>
                  </a:lnTo>
                  <a:lnTo>
                    <a:pt x="2477329" y="767174"/>
                  </a:lnTo>
                  <a:lnTo>
                    <a:pt x="2411374" y="777959"/>
                  </a:lnTo>
                  <a:lnTo>
                    <a:pt x="2340001" y="787743"/>
                  </a:lnTo>
                  <a:lnTo>
                    <a:pt x="2262518" y="796634"/>
                  </a:lnTo>
                  <a:lnTo>
                    <a:pt x="2178363" y="804730"/>
                  </a:lnTo>
                  <a:lnTo>
                    <a:pt x="2087206" y="812109"/>
                  </a:lnTo>
                  <a:lnTo>
                    <a:pt x="1989057" y="818833"/>
                  </a:lnTo>
                  <a:lnTo>
                    <a:pt x="1884410" y="824943"/>
                  </a:lnTo>
                  <a:lnTo>
                    <a:pt x="1774390" y="830463"/>
                  </a:lnTo>
                  <a:lnTo>
                    <a:pt x="1660873" y="835399"/>
                  </a:lnTo>
                  <a:lnTo>
                    <a:pt x="1546546" y="839745"/>
                  </a:lnTo>
                  <a:lnTo>
                    <a:pt x="1434842" y="843489"/>
                  </a:lnTo>
                  <a:lnTo>
                    <a:pt x="1329701" y="846620"/>
                  </a:lnTo>
                  <a:lnTo>
                    <a:pt x="1235150" y="849140"/>
                  </a:lnTo>
                  <a:lnTo>
                    <a:pt x="1154747" y="851069"/>
                  </a:lnTo>
                  <a:lnTo>
                    <a:pt x="1090988" y="852454"/>
                  </a:lnTo>
                  <a:lnTo>
                    <a:pt x="1044838" y="853364"/>
                  </a:lnTo>
                  <a:lnTo>
                    <a:pt x="1015489" y="853892"/>
                  </a:lnTo>
                  <a:lnTo>
                    <a:pt x="1000371" y="854141"/>
                  </a:lnTo>
                  <a:lnTo>
                    <a:pt x="995347" y="854217"/>
                  </a:lnTo>
                  <a:lnTo>
                    <a:pt x="994940" y="854223"/>
                  </a:lnTo>
                  <a:lnTo>
                    <a:pt x="0" y="854223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88" name="pl1287"/>
            <p:cNvSpPr/>
            <p:nvPr/>
          </p:nvSpPr>
          <p:spPr>
            <a:xfrm>
              <a:off x="1199187" y="4003679"/>
              <a:ext cx="12049831" cy="1299677"/>
            </a:xfrm>
            <a:custGeom>
              <a:avLst/>
              <a:pathLst>
                <a:path w="12049831" h="1299677">
                  <a:moveTo>
                    <a:pt x="0" y="854223"/>
                  </a:moveTo>
                  <a:lnTo>
                    <a:pt x="994940" y="854223"/>
                  </a:lnTo>
                  <a:lnTo>
                    <a:pt x="996070" y="854207"/>
                  </a:lnTo>
                  <a:lnTo>
                    <a:pt x="1003532" y="854091"/>
                  </a:lnTo>
                  <a:lnTo>
                    <a:pt x="1022445" y="853772"/>
                  </a:lnTo>
                  <a:lnTo>
                    <a:pt x="1056512" y="853142"/>
                  </a:lnTo>
                  <a:lnTo>
                    <a:pt x="1107803" y="852102"/>
                  </a:lnTo>
                  <a:lnTo>
                    <a:pt x="1176599" y="850565"/>
                  </a:lnTo>
                  <a:lnTo>
                    <a:pt x="1261451" y="848466"/>
                  </a:lnTo>
                  <a:lnTo>
                    <a:pt x="1359495" y="845769"/>
                  </a:lnTo>
                  <a:lnTo>
                    <a:pt x="1466976" y="842458"/>
                  </a:lnTo>
                  <a:lnTo>
                    <a:pt x="1579838" y="838537"/>
                  </a:lnTo>
                  <a:lnTo>
                    <a:pt x="1694252" y="834017"/>
                  </a:lnTo>
                  <a:lnTo>
                    <a:pt x="1806990" y="828911"/>
                  </a:lnTo>
                  <a:lnTo>
                    <a:pt x="1915599" y="823220"/>
                  </a:lnTo>
                  <a:lnTo>
                    <a:pt x="2018433" y="816934"/>
                  </a:lnTo>
                  <a:lnTo>
                    <a:pt x="2114566" y="810024"/>
                  </a:lnTo>
                  <a:lnTo>
                    <a:pt x="2203661" y="802442"/>
                  </a:lnTo>
                  <a:lnTo>
                    <a:pt x="2285821" y="794123"/>
                  </a:lnTo>
                  <a:lnTo>
                    <a:pt x="2361454" y="784982"/>
                  </a:lnTo>
                  <a:lnTo>
                    <a:pt x="2431167" y="774917"/>
                  </a:lnTo>
                  <a:lnTo>
                    <a:pt x="2495682" y="763817"/>
                  </a:lnTo>
                  <a:lnTo>
                    <a:pt x="2555769" y="751567"/>
                  </a:lnTo>
                  <a:lnTo>
                    <a:pt x="2612200" y="738056"/>
                  </a:lnTo>
                  <a:lnTo>
                    <a:pt x="2665709" y="723200"/>
                  </a:lnTo>
                  <a:lnTo>
                    <a:pt x="2702183" y="711852"/>
                  </a:lnTo>
                  <a:lnTo>
                    <a:pt x="2760441" y="691618"/>
                  </a:lnTo>
                  <a:lnTo>
                    <a:pt x="2816946" y="669461"/>
                  </a:lnTo>
                  <a:lnTo>
                    <a:pt x="2872314" y="645351"/>
                  </a:lnTo>
                  <a:lnTo>
                    <a:pt x="2927010" y="619310"/>
                  </a:lnTo>
                  <a:lnTo>
                    <a:pt x="2981369" y="591426"/>
                  </a:lnTo>
                  <a:lnTo>
                    <a:pt x="3035620" y="561850"/>
                  </a:lnTo>
                  <a:lnTo>
                    <a:pt x="3089902" y="530806"/>
                  </a:lnTo>
                  <a:lnTo>
                    <a:pt x="3144280" y="498579"/>
                  </a:lnTo>
                  <a:lnTo>
                    <a:pt x="3198759" y="465507"/>
                  </a:lnTo>
                  <a:lnTo>
                    <a:pt x="3253306" y="431973"/>
                  </a:lnTo>
                  <a:lnTo>
                    <a:pt x="3307861" y="398380"/>
                  </a:lnTo>
                  <a:lnTo>
                    <a:pt x="3362365" y="365134"/>
                  </a:lnTo>
                  <a:lnTo>
                    <a:pt x="3416774" y="332625"/>
                  </a:lnTo>
                  <a:lnTo>
                    <a:pt x="3471080" y="301207"/>
                  </a:lnTo>
                  <a:lnTo>
                    <a:pt x="3525329" y="271182"/>
                  </a:lnTo>
                  <a:lnTo>
                    <a:pt x="3579637" y="242789"/>
                  </a:lnTo>
                  <a:lnTo>
                    <a:pt x="3634206" y="216204"/>
                  </a:lnTo>
                  <a:lnTo>
                    <a:pt x="3689339" y="191530"/>
                  </a:lnTo>
                  <a:lnTo>
                    <a:pt x="3745459" y="168810"/>
                  </a:lnTo>
                  <a:lnTo>
                    <a:pt x="3803136" y="148026"/>
                  </a:lnTo>
                  <a:lnTo>
                    <a:pt x="3820202" y="142370"/>
                  </a:lnTo>
                  <a:lnTo>
                    <a:pt x="3872045" y="126540"/>
                  </a:lnTo>
                  <a:lnTo>
                    <a:pt x="3926336" y="112084"/>
                  </a:lnTo>
                  <a:lnTo>
                    <a:pt x="3983757" y="98951"/>
                  </a:lnTo>
                  <a:lnTo>
                    <a:pt x="4045056" y="87049"/>
                  </a:lnTo>
                  <a:lnTo>
                    <a:pt x="4111011" y="76264"/>
                  </a:lnTo>
                  <a:lnTo>
                    <a:pt x="4182384" y="66480"/>
                  </a:lnTo>
                  <a:lnTo>
                    <a:pt x="4259867" y="57588"/>
                  </a:lnTo>
                  <a:lnTo>
                    <a:pt x="4344022" y="49492"/>
                  </a:lnTo>
                  <a:lnTo>
                    <a:pt x="4435179" y="42113"/>
                  </a:lnTo>
                  <a:lnTo>
                    <a:pt x="4533328" y="35390"/>
                  </a:lnTo>
                  <a:lnTo>
                    <a:pt x="4637975" y="29280"/>
                  </a:lnTo>
                  <a:lnTo>
                    <a:pt x="4747995" y="23760"/>
                  </a:lnTo>
                  <a:lnTo>
                    <a:pt x="4861512" y="18824"/>
                  </a:lnTo>
                  <a:lnTo>
                    <a:pt x="4975839" y="14477"/>
                  </a:lnTo>
                  <a:lnTo>
                    <a:pt x="5087543" y="10733"/>
                  </a:lnTo>
                  <a:lnTo>
                    <a:pt x="5192684" y="7602"/>
                  </a:lnTo>
                  <a:lnTo>
                    <a:pt x="5287235" y="5082"/>
                  </a:lnTo>
                  <a:lnTo>
                    <a:pt x="5367638" y="3153"/>
                  </a:lnTo>
                  <a:lnTo>
                    <a:pt x="5431397" y="1769"/>
                  </a:lnTo>
                  <a:lnTo>
                    <a:pt x="5477547" y="858"/>
                  </a:lnTo>
                  <a:lnTo>
                    <a:pt x="5506896" y="330"/>
                  </a:lnTo>
                  <a:lnTo>
                    <a:pt x="5522014" y="81"/>
                  </a:lnTo>
                  <a:lnTo>
                    <a:pt x="5527038" y="5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9" y="24"/>
                  </a:lnTo>
                  <a:lnTo>
                    <a:pt x="6530922" y="199"/>
                  </a:lnTo>
                  <a:lnTo>
                    <a:pt x="6549715" y="681"/>
                  </a:lnTo>
                  <a:lnTo>
                    <a:pt x="6583575" y="1633"/>
                  </a:lnTo>
                  <a:lnTo>
                    <a:pt x="6634571" y="3205"/>
                  </a:lnTo>
                  <a:lnTo>
                    <a:pt x="6703001" y="5528"/>
                  </a:lnTo>
                  <a:lnTo>
                    <a:pt x="6787444" y="8700"/>
                  </a:lnTo>
                  <a:lnTo>
                    <a:pt x="6885075" y="12779"/>
                  </a:lnTo>
                  <a:lnTo>
                    <a:pt x="6992171" y="17787"/>
                  </a:lnTo>
                  <a:lnTo>
                    <a:pt x="7104705" y="23720"/>
                  </a:lnTo>
                  <a:lnTo>
                    <a:pt x="7218865" y="30560"/>
                  </a:lnTo>
                  <a:lnTo>
                    <a:pt x="7331427" y="38289"/>
                  </a:lnTo>
                  <a:lnTo>
                    <a:pt x="7439933" y="46903"/>
                  </a:lnTo>
                  <a:lnTo>
                    <a:pt x="7542728" y="56418"/>
                  </a:lnTo>
                  <a:lnTo>
                    <a:pt x="7638871" y="66875"/>
                  </a:lnTo>
                  <a:lnTo>
                    <a:pt x="7728011" y="78346"/>
                  </a:lnTo>
                  <a:lnTo>
                    <a:pt x="7810237" y="90931"/>
                  </a:lnTo>
                  <a:lnTo>
                    <a:pt x="7885946" y="104757"/>
                  </a:lnTo>
                  <a:lnTo>
                    <a:pt x="7955735" y="119974"/>
                  </a:lnTo>
                  <a:lnTo>
                    <a:pt x="8020317" y="136750"/>
                  </a:lnTo>
                  <a:lnTo>
                    <a:pt x="8080455" y="155262"/>
                  </a:lnTo>
                  <a:lnTo>
                    <a:pt x="8136918" y="175676"/>
                  </a:lnTo>
                  <a:lnTo>
                    <a:pt x="8190438" y="198122"/>
                  </a:lnTo>
                  <a:lnTo>
                    <a:pt x="8229629" y="216612"/>
                  </a:lnTo>
                  <a:lnTo>
                    <a:pt x="8284553" y="245529"/>
                  </a:lnTo>
                  <a:lnTo>
                    <a:pt x="8337887" y="277035"/>
                  </a:lnTo>
                  <a:lnTo>
                    <a:pt x="8390158" y="311177"/>
                  </a:lnTo>
                  <a:lnTo>
                    <a:pt x="8441771" y="347937"/>
                  </a:lnTo>
                  <a:lnTo>
                    <a:pt x="8493025" y="387222"/>
                  </a:lnTo>
                  <a:lnTo>
                    <a:pt x="8544134" y="428859"/>
                  </a:lnTo>
                  <a:lnTo>
                    <a:pt x="8595237" y="472594"/>
                  </a:lnTo>
                  <a:lnTo>
                    <a:pt x="8646409" y="518093"/>
                  </a:lnTo>
                  <a:lnTo>
                    <a:pt x="8697674" y="564953"/>
                  </a:lnTo>
                  <a:lnTo>
                    <a:pt x="8749019" y="612713"/>
                  </a:lnTo>
                  <a:lnTo>
                    <a:pt x="8800403" y="660872"/>
                  </a:lnTo>
                  <a:lnTo>
                    <a:pt x="8851776" y="708912"/>
                  </a:lnTo>
                  <a:lnTo>
                    <a:pt x="8903088" y="756321"/>
                  </a:lnTo>
                  <a:lnTo>
                    <a:pt x="8954310" y="802612"/>
                  </a:lnTo>
                  <a:lnTo>
                    <a:pt x="9005445" y="847349"/>
                  </a:lnTo>
                  <a:lnTo>
                    <a:pt x="9056537" y="890160"/>
                  </a:lnTo>
                  <a:lnTo>
                    <a:pt x="9107691" y="930747"/>
                  </a:lnTo>
                  <a:lnTo>
                    <a:pt x="9159078" y="968892"/>
                  </a:lnTo>
                  <a:lnTo>
                    <a:pt x="9210950" y="1004460"/>
                  </a:lnTo>
                  <a:lnTo>
                    <a:pt x="9263650" y="1037394"/>
                  </a:lnTo>
                  <a:lnTo>
                    <a:pt x="9317638" y="1067704"/>
                  </a:lnTo>
                  <a:lnTo>
                    <a:pt x="9347647" y="1083064"/>
                  </a:lnTo>
                  <a:lnTo>
                    <a:pt x="9399372" y="1107096"/>
                  </a:lnTo>
                  <a:lnTo>
                    <a:pt x="9453530" y="1129049"/>
                  </a:lnTo>
                  <a:lnTo>
                    <a:pt x="9510801" y="1148996"/>
                  </a:lnTo>
                  <a:lnTo>
                    <a:pt x="9571929" y="1167078"/>
                  </a:lnTo>
                  <a:lnTo>
                    <a:pt x="9637684" y="1183467"/>
                  </a:lnTo>
                  <a:lnTo>
                    <a:pt x="9708823" y="1198337"/>
                  </a:lnTo>
                  <a:lnTo>
                    <a:pt x="9786038" y="1211854"/>
                  </a:lnTo>
                  <a:lnTo>
                    <a:pt x="9869886" y="1224162"/>
                  </a:lnTo>
                  <a:lnTo>
                    <a:pt x="9960703" y="1235384"/>
                  </a:lnTo>
                  <a:lnTo>
                    <a:pt x="10058484" y="1245611"/>
                  </a:lnTo>
                  <a:lnTo>
                    <a:pt x="10162751" y="1254908"/>
                  </a:lnTo>
                  <a:lnTo>
                    <a:pt x="10272404" y="1263310"/>
                  </a:lnTo>
                  <a:lnTo>
                    <a:pt x="10385600" y="1270829"/>
                  </a:lnTo>
                  <a:lnTo>
                    <a:pt x="10499692" y="1277454"/>
                  </a:lnTo>
                  <a:lnTo>
                    <a:pt x="10611291" y="1283168"/>
                  </a:lnTo>
                  <a:lnTo>
                    <a:pt x="10716493" y="1287954"/>
                  </a:lnTo>
                  <a:lnTo>
                    <a:pt x="10811293" y="1291813"/>
                  </a:lnTo>
                  <a:lnTo>
                    <a:pt x="10892129" y="1294776"/>
                  </a:lnTo>
                  <a:lnTo>
                    <a:pt x="10956469" y="1296910"/>
                  </a:lnTo>
                  <a:lnTo>
                    <a:pt x="11003284" y="1298321"/>
                  </a:lnTo>
                  <a:lnTo>
                    <a:pt x="11033298" y="1299147"/>
                  </a:lnTo>
                  <a:lnTo>
                    <a:pt x="11048987" y="1299541"/>
                  </a:lnTo>
                  <a:lnTo>
                    <a:pt x="11054389" y="1299666"/>
                  </a:lnTo>
                  <a:lnTo>
                    <a:pt x="11054891" y="1299677"/>
                  </a:lnTo>
                  <a:lnTo>
                    <a:pt x="12049831" y="1299677"/>
                  </a:lnTo>
                  <a:lnTo>
                    <a:pt x="12049831" y="12996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9" name="pl1288"/>
            <p:cNvSpPr/>
            <p:nvPr/>
          </p:nvSpPr>
          <p:spPr>
            <a:xfrm>
              <a:off x="1199187" y="3998439"/>
              <a:ext cx="12049831" cy="1299677"/>
            </a:xfrm>
            <a:custGeom>
              <a:avLst/>
              <a:pathLst>
                <a:path w="12049831" h="1299677">
                  <a:moveTo>
                    <a:pt x="12049831" y="1299677"/>
                  </a:moveTo>
                  <a:lnTo>
                    <a:pt x="11054891" y="1299677"/>
                  </a:lnTo>
                  <a:lnTo>
                    <a:pt x="11053768" y="1299652"/>
                  </a:lnTo>
                  <a:lnTo>
                    <a:pt x="11046354" y="1299478"/>
                  </a:lnTo>
                  <a:lnTo>
                    <a:pt x="11027562" y="1298995"/>
                  </a:lnTo>
                  <a:lnTo>
                    <a:pt x="10993702" y="1298044"/>
                  </a:lnTo>
                  <a:lnTo>
                    <a:pt x="10942706" y="1296471"/>
                  </a:lnTo>
                  <a:lnTo>
                    <a:pt x="10874276" y="1294148"/>
                  </a:lnTo>
                  <a:lnTo>
                    <a:pt x="10789832" y="1290976"/>
                  </a:lnTo>
                  <a:lnTo>
                    <a:pt x="10692202" y="1286897"/>
                  </a:lnTo>
                  <a:lnTo>
                    <a:pt x="10585106" y="1281889"/>
                  </a:lnTo>
                  <a:lnTo>
                    <a:pt x="10472572" y="1275956"/>
                  </a:lnTo>
                  <a:lnTo>
                    <a:pt x="10358411" y="1269116"/>
                  </a:lnTo>
                  <a:lnTo>
                    <a:pt x="10245850" y="1261387"/>
                  </a:lnTo>
                  <a:lnTo>
                    <a:pt x="10137343" y="1252773"/>
                  </a:lnTo>
                  <a:lnTo>
                    <a:pt x="10034549" y="1243259"/>
                  </a:lnTo>
                  <a:lnTo>
                    <a:pt x="9938405" y="1232801"/>
                  </a:lnTo>
                  <a:lnTo>
                    <a:pt x="9849265" y="1221330"/>
                  </a:lnTo>
                  <a:lnTo>
                    <a:pt x="9767039" y="1208745"/>
                  </a:lnTo>
                  <a:lnTo>
                    <a:pt x="9691330" y="1194919"/>
                  </a:lnTo>
                  <a:lnTo>
                    <a:pt x="9621541" y="1179703"/>
                  </a:lnTo>
                  <a:lnTo>
                    <a:pt x="9556960" y="1162926"/>
                  </a:lnTo>
                  <a:lnTo>
                    <a:pt x="9496822" y="1144414"/>
                  </a:lnTo>
                  <a:lnTo>
                    <a:pt x="9440359" y="1124000"/>
                  </a:lnTo>
                  <a:lnTo>
                    <a:pt x="9386839" y="1101554"/>
                  </a:lnTo>
                  <a:lnTo>
                    <a:pt x="9347647" y="1083064"/>
                  </a:lnTo>
                  <a:lnTo>
                    <a:pt x="9292723" y="1054147"/>
                  </a:lnTo>
                  <a:lnTo>
                    <a:pt x="9239390" y="1022641"/>
                  </a:lnTo>
                  <a:lnTo>
                    <a:pt x="9187118" y="988499"/>
                  </a:lnTo>
                  <a:lnTo>
                    <a:pt x="9135506" y="951739"/>
                  </a:lnTo>
                  <a:lnTo>
                    <a:pt x="9084251" y="912454"/>
                  </a:lnTo>
                  <a:lnTo>
                    <a:pt x="9033142" y="870817"/>
                  </a:lnTo>
                  <a:lnTo>
                    <a:pt x="8982040" y="827083"/>
                  </a:lnTo>
                  <a:lnTo>
                    <a:pt x="8930868" y="781583"/>
                  </a:lnTo>
                  <a:lnTo>
                    <a:pt x="8879602" y="734723"/>
                  </a:lnTo>
                  <a:lnTo>
                    <a:pt x="8828257" y="686963"/>
                  </a:lnTo>
                  <a:lnTo>
                    <a:pt x="8776873" y="638804"/>
                  </a:lnTo>
                  <a:lnTo>
                    <a:pt x="8725501" y="590764"/>
                  </a:lnTo>
                  <a:lnTo>
                    <a:pt x="8674188" y="543356"/>
                  </a:lnTo>
                  <a:lnTo>
                    <a:pt x="8622966" y="497064"/>
                  </a:lnTo>
                  <a:lnTo>
                    <a:pt x="8571832" y="452327"/>
                  </a:lnTo>
                  <a:lnTo>
                    <a:pt x="8520739" y="409516"/>
                  </a:lnTo>
                  <a:lnTo>
                    <a:pt x="8469585" y="368930"/>
                  </a:lnTo>
                  <a:lnTo>
                    <a:pt x="8418198" y="330784"/>
                  </a:lnTo>
                  <a:lnTo>
                    <a:pt x="8366327" y="295216"/>
                  </a:lnTo>
                  <a:lnTo>
                    <a:pt x="8313626" y="262283"/>
                  </a:lnTo>
                  <a:lnTo>
                    <a:pt x="8259638" y="231972"/>
                  </a:lnTo>
                  <a:lnTo>
                    <a:pt x="8229629" y="216612"/>
                  </a:lnTo>
                  <a:lnTo>
                    <a:pt x="8177905" y="192580"/>
                  </a:lnTo>
                  <a:lnTo>
                    <a:pt x="8123746" y="170627"/>
                  </a:lnTo>
                  <a:lnTo>
                    <a:pt x="8066475" y="150681"/>
                  </a:lnTo>
                  <a:lnTo>
                    <a:pt x="8005348" y="132598"/>
                  </a:lnTo>
                  <a:lnTo>
                    <a:pt x="7939593" y="116210"/>
                  </a:lnTo>
                  <a:lnTo>
                    <a:pt x="7868453" y="101339"/>
                  </a:lnTo>
                  <a:lnTo>
                    <a:pt x="7791239" y="87823"/>
                  </a:lnTo>
                  <a:lnTo>
                    <a:pt x="7707390" y="75514"/>
                  </a:lnTo>
                  <a:lnTo>
                    <a:pt x="7616574" y="64292"/>
                  </a:lnTo>
                  <a:lnTo>
                    <a:pt x="7518793" y="54065"/>
                  </a:lnTo>
                  <a:lnTo>
                    <a:pt x="7414526" y="44768"/>
                  </a:lnTo>
                  <a:lnTo>
                    <a:pt x="7304873" y="36366"/>
                  </a:lnTo>
                  <a:lnTo>
                    <a:pt x="7191677" y="28848"/>
                  </a:lnTo>
                  <a:lnTo>
                    <a:pt x="7077585" y="22222"/>
                  </a:lnTo>
                  <a:lnTo>
                    <a:pt x="6965986" y="16508"/>
                  </a:lnTo>
                  <a:lnTo>
                    <a:pt x="6860783" y="11722"/>
                  </a:lnTo>
                  <a:lnTo>
                    <a:pt x="6765984" y="7863"/>
                  </a:lnTo>
                  <a:lnTo>
                    <a:pt x="6685148" y="4900"/>
                  </a:lnTo>
                  <a:lnTo>
                    <a:pt x="6620808" y="2766"/>
                  </a:lnTo>
                  <a:lnTo>
                    <a:pt x="6573993" y="1355"/>
                  </a:lnTo>
                  <a:lnTo>
                    <a:pt x="6543978" y="530"/>
                  </a:lnTo>
                  <a:lnTo>
                    <a:pt x="6528290" y="135"/>
                  </a:lnTo>
                  <a:lnTo>
                    <a:pt x="6522888" y="1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5" y="16"/>
                  </a:lnTo>
                  <a:lnTo>
                    <a:pt x="5518852" y="131"/>
                  </a:lnTo>
                  <a:lnTo>
                    <a:pt x="5499940" y="451"/>
                  </a:lnTo>
                  <a:lnTo>
                    <a:pt x="5465873" y="1080"/>
                  </a:lnTo>
                  <a:lnTo>
                    <a:pt x="5414582" y="2121"/>
                  </a:lnTo>
                  <a:lnTo>
                    <a:pt x="5345786" y="3658"/>
                  </a:lnTo>
                  <a:lnTo>
                    <a:pt x="5260934" y="5756"/>
                  </a:lnTo>
                  <a:lnTo>
                    <a:pt x="5162890" y="8453"/>
                  </a:lnTo>
                  <a:lnTo>
                    <a:pt x="5055409" y="11764"/>
                  </a:lnTo>
                  <a:lnTo>
                    <a:pt x="4942547" y="15685"/>
                  </a:lnTo>
                  <a:lnTo>
                    <a:pt x="4828133" y="20205"/>
                  </a:lnTo>
                  <a:lnTo>
                    <a:pt x="4715395" y="25312"/>
                  </a:lnTo>
                  <a:lnTo>
                    <a:pt x="4606786" y="31003"/>
                  </a:lnTo>
                  <a:lnTo>
                    <a:pt x="4503952" y="37289"/>
                  </a:lnTo>
                  <a:lnTo>
                    <a:pt x="4407819" y="44199"/>
                  </a:lnTo>
                  <a:lnTo>
                    <a:pt x="4318724" y="51780"/>
                  </a:lnTo>
                  <a:lnTo>
                    <a:pt x="4236564" y="60099"/>
                  </a:lnTo>
                  <a:lnTo>
                    <a:pt x="4160931" y="69241"/>
                  </a:lnTo>
                  <a:lnTo>
                    <a:pt x="4091218" y="79305"/>
                  </a:lnTo>
                  <a:lnTo>
                    <a:pt x="4026703" y="90405"/>
                  </a:lnTo>
                  <a:lnTo>
                    <a:pt x="3966616" y="102656"/>
                  </a:lnTo>
                  <a:lnTo>
                    <a:pt x="3910185" y="116167"/>
                  </a:lnTo>
                  <a:lnTo>
                    <a:pt x="3856676" y="131022"/>
                  </a:lnTo>
                  <a:lnTo>
                    <a:pt x="3820202" y="142370"/>
                  </a:lnTo>
                  <a:lnTo>
                    <a:pt x="3761944" y="162605"/>
                  </a:lnTo>
                  <a:lnTo>
                    <a:pt x="3705439" y="184761"/>
                  </a:lnTo>
                  <a:lnTo>
                    <a:pt x="3650071" y="208871"/>
                  </a:lnTo>
                  <a:lnTo>
                    <a:pt x="3595375" y="234912"/>
                  </a:lnTo>
                  <a:lnTo>
                    <a:pt x="3541016" y="262797"/>
                  </a:lnTo>
                  <a:lnTo>
                    <a:pt x="3486765" y="292372"/>
                  </a:lnTo>
                  <a:lnTo>
                    <a:pt x="3432483" y="323416"/>
                  </a:lnTo>
                  <a:lnTo>
                    <a:pt x="3378105" y="355644"/>
                  </a:lnTo>
                  <a:lnTo>
                    <a:pt x="3323626" y="388715"/>
                  </a:lnTo>
                  <a:lnTo>
                    <a:pt x="3269079" y="422249"/>
                  </a:lnTo>
                  <a:lnTo>
                    <a:pt x="3214524" y="455843"/>
                  </a:lnTo>
                  <a:lnTo>
                    <a:pt x="3160020" y="489088"/>
                  </a:lnTo>
                  <a:lnTo>
                    <a:pt x="3105611" y="521597"/>
                  </a:lnTo>
                  <a:lnTo>
                    <a:pt x="3051305" y="553015"/>
                  </a:lnTo>
                  <a:lnTo>
                    <a:pt x="2997056" y="583041"/>
                  </a:lnTo>
                  <a:lnTo>
                    <a:pt x="2942748" y="611433"/>
                  </a:lnTo>
                  <a:lnTo>
                    <a:pt x="2888179" y="638019"/>
                  </a:lnTo>
                  <a:lnTo>
                    <a:pt x="2833046" y="662692"/>
                  </a:lnTo>
                  <a:lnTo>
                    <a:pt x="2776926" y="685412"/>
                  </a:lnTo>
                  <a:lnTo>
                    <a:pt x="2719249" y="706196"/>
                  </a:lnTo>
                  <a:lnTo>
                    <a:pt x="2702183" y="711852"/>
                  </a:lnTo>
                  <a:lnTo>
                    <a:pt x="2650340" y="727682"/>
                  </a:lnTo>
                  <a:lnTo>
                    <a:pt x="2596049" y="742138"/>
                  </a:lnTo>
                  <a:lnTo>
                    <a:pt x="2538628" y="755271"/>
                  </a:lnTo>
                  <a:lnTo>
                    <a:pt x="2477329" y="767174"/>
                  </a:lnTo>
                  <a:lnTo>
                    <a:pt x="2411374" y="777959"/>
                  </a:lnTo>
                  <a:lnTo>
                    <a:pt x="2340001" y="787743"/>
                  </a:lnTo>
                  <a:lnTo>
                    <a:pt x="2262518" y="796634"/>
                  </a:lnTo>
                  <a:lnTo>
                    <a:pt x="2178363" y="804730"/>
                  </a:lnTo>
                  <a:lnTo>
                    <a:pt x="2087206" y="812109"/>
                  </a:lnTo>
                  <a:lnTo>
                    <a:pt x="1989057" y="818833"/>
                  </a:lnTo>
                  <a:lnTo>
                    <a:pt x="1884410" y="824943"/>
                  </a:lnTo>
                  <a:lnTo>
                    <a:pt x="1774390" y="830463"/>
                  </a:lnTo>
                  <a:lnTo>
                    <a:pt x="1660873" y="835399"/>
                  </a:lnTo>
                  <a:lnTo>
                    <a:pt x="1546546" y="839745"/>
                  </a:lnTo>
                  <a:lnTo>
                    <a:pt x="1434842" y="843489"/>
                  </a:lnTo>
                  <a:lnTo>
                    <a:pt x="1329701" y="846620"/>
                  </a:lnTo>
                  <a:lnTo>
                    <a:pt x="1235150" y="849140"/>
                  </a:lnTo>
                  <a:lnTo>
                    <a:pt x="1154747" y="851069"/>
                  </a:lnTo>
                  <a:lnTo>
                    <a:pt x="1090988" y="852454"/>
                  </a:lnTo>
                  <a:lnTo>
                    <a:pt x="1044838" y="853364"/>
                  </a:lnTo>
                  <a:lnTo>
                    <a:pt x="1015489" y="853892"/>
                  </a:lnTo>
                  <a:lnTo>
                    <a:pt x="1000371" y="854141"/>
                  </a:lnTo>
                  <a:lnTo>
                    <a:pt x="995347" y="854217"/>
                  </a:lnTo>
                  <a:lnTo>
                    <a:pt x="994940" y="854223"/>
                  </a:lnTo>
                  <a:lnTo>
                    <a:pt x="0" y="854223"/>
                  </a:lnTo>
                  <a:lnTo>
                    <a:pt x="0" y="8542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0" name="pg1289"/>
            <p:cNvSpPr/>
            <p:nvPr/>
          </p:nvSpPr>
          <p:spPr>
            <a:xfrm>
              <a:off x="1199187" y="5004641"/>
              <a:ext cx="12049831" cy="1032404"/>
            </a:xfrm>
            <a:custGeom>
              <a:avLst/>
              <a:pathLst>
                <a:path w="12049831" h="1032404">
                  <a:moveTo>
                    <a:pt x="0" y="5240"/>
                  </a:moveTo>
                  <a:lnTo>
                    <a:pt x="994940" y="5240"/>
                  </a:lnTo>
                  <a:lnTo>
                    <a:pt x="996068" y="5260"/>
                  </a:lnTo>
                  <a:lnTo>
                    <a:pt x="1003513" y="5398"/>
                  </a:lnTo>
                  <a:lnTo>
                    <a:pt x="1022385" y="5781"/>
                  </a:lnTo>
                  <a:lnTo>
                    <a:pt x="1056381" y="6537"/>
                  </a:lnTo>
                  <a:lnTo>
                    <a:pt x="1107572" y="7785"/>
                  </a:lnTo>
                  <a:lnTo>
                    <a:pt x="1176243" y="9629"/>
                  </a:lnTo>
                  <a:lnTo>
                    <a:pt x="1260956" y="12146"/>
                  </a:lnTo>
                  <a:lnTo>
                    <a:pt x="1358860" y="15383"/>
                  </a:lnTo>
                  <a:lnTo>
                    <a:pt x="1466210" y="19356"/>
                  </a:lnTo>
                  <a:lnTo>
                    <a:pt x="1578960" y="24063"/>
                  </a:lnTo>
                  <a:lnTo>
                    <a:pt x="1693288" y="29487"/>
                  </a:lnTo>
                  <a:lnTo>
                    <a:pt x="1805966" y="35617"/>
                  </a:lnTo>
                  <a:lnTo>
                    <a:pt x="1914540" y="42448"/>
                  </a:lnTo>
                  <a:lnTo>
                    <a:pt x="2017361" y="49994"/>
                  </a:lnTo>
                  <a:lnTo>
                    <a:pt x="2113498" y="58287"/>
                  </a:lnTo>
                  <a:lnTo>
                    <a:pt x="2202609" y="67386"/>
                  </a:lnTo>
                  <a:lnTo>
                    <a:pt x="2284791" y="77370"/>
                  </a:lnTo>
                  <a:lnTo>
                    <a:pt x="2360449" y="88340"/>
                  </a:lnTo>
                  <a:lnTo>
                    <a:pt x="2430189" y="100417"/>
                  </a:lnTo>
                  <a:lnTo>
                    <a:pt x="2494727" y="113733"/>
                  </a:lnTo>
                  <a:lnTo>
                    <a:pt x="2554830" y="128430"/>
                  </a:lnTo>
                  <a:lnTo>
                    <a:pt x="2611272" y="144638"/>
                  </a:lnTo>
                  <a:lnTo>
                    <a:pt x="2664785" y="162459"/>
                  </a:lnTo>
                  <a:lnTo>
                    <a:pt x="2702183" y="176434"/>
                  </a:lnTo>
                  <a:lnTo>
                    <a:pt x="2759196" y="200212"/>
                  </a:lnTo>
                  <a:lnTo>
                    <a:pt x="2814517" y="226201"/>
                  </a:lnTo>
                  <a:lnTo>
                    <a:pt x="2868730" y="254437"/>
                  </a:lnTo>
                  <a:lnTo>
                    <a:pt x="2922273" y="284900"/>
                  </a:lnTo>
                  <a:lnTo>
                    <a:pt x="2975471" y="317496"/>
                  </a:lnTo>
                  <a:lnTo>
                    <a:pt x="3028547" y="352061"/>
                  </a:lnTo>
                  <a:lnTo>
                    <a:pt x="3081640" y="388354"/>
                  </a:lnTo>
                  <a:lnTo>
                    <a:pt x="3134819" y="426064"/>
                  </a:lnTo>
                  <a:lnTo>
                    <a:pt x="3188098" y="464817"/>
                  </a:lnTo>
                  <a:lnTo>
                    <a:pt x="3241450" y="504191"/>
                  </a:lnTo>
                  <a:lnTo>
                    <a:pt x="3294823" y="543735"/>
                  </a:lnTo>
                  <a:lnTo>
                    <a:pt x="3348160" y="582990"/>
                  </a:lnTo>
                  <a:lnTo>
                    <a:pt x="3401415" y="621510"/>
                  </a:lnTo>
                  <a:lnTo>
                    <a:pt x="3454568" y="658885"/>
                  </a:lnTo>
                  <a:lnTo>
                    <a:pt x="3507647" y="694755"/>
                  </a:lnTo>
                  <a:lnTo>
                    <a:pt x="3560738" y="728828"/>
                  </a:lnTo>
                  <a:lnTo>
                    <a:pt x="3614000" y="760882"/>
                  </a:lnTo>
                  <a:lnTo>
                    <a:pt x="3667683" y="790771"/>
                  </a:lnTo>
                  <a:lnTo>
                    <a:pt x="3722136" y="818423"/>
                  </a:lnTo>
                  <a:lnTo>
                    <a:pt x="3777835" y="843830"/>
                  </a:lnTo>
                  <a:lnTo>
                    <a:pt x="3820202" y="861210"/>
                  </a:lnTo>
                  <a:lnTo>
                    <a:pt x="3872005" y="880231"/>
                  </a:lnTo>
                  <a:lnTo>
                    <a:pt x="3926251" y="897603"/>
                  </a:lnTo>
                  <a:lnTo>
                    <a:pt x="3983620" y="913385"/>
                  </a:lnTo>
                  <a:lnTo>
                    <a:pt x="4044861" y="927690"/>
                  </a:lnTo>
                  <a:lnTo>
                    <a:pt x="4110748" y="940653"/>
                  </a:lnTo>
                  <a:lnTo>
                    <a:pt x="4182041" y="952413"/>
                  </a:lnTo>
                  <a:lnTo>
                    <a:pt x="4259433" y="963102"/>
                  </a:lnTo>
                  <a:lnTo>
                    <a:pt x="4343483" y="972835"/>
                  </a:lnTo>
                  <a:lnTo>
                    <a:pt x="4434524" y="981706"/>
                  </a:lnTo>
                  <a:lnTo>
                    <a:pt x="4532548" y="989790"/>
                  </a:lnTo>
                  <a:lnTo>
                    <a:pt x="4637066" y="997137"/>
                  </a:lnTo>
                  <a:lnTo>
                    <a:pt x="4746961" y="1003776"/>
                  </a:lnTo>
                  <a:lnTo>
                    <a:pt x="4860369" y="1009713"/>
                  </a:lnTo>
                  <a:lnTo>
                    <a:pt x="4974616" y="1014943"/>
                  </a:lnTo>
                  <a:lnTo>
                    <a:pt x="5086285" y="1019450"/>
                  </a:lnTo>
                  <a:lnTo>
                    <a:pt x="5191448" y="1023221"/>
                  </a:lnTo>
                  <a:lnTo>
                    <a:pt x="5286084" y="1026258"/>
                  </a:lnTo>
                  <a:lnTo>
                    <a:pt x="5366635" y="1028585"/>
                  </a:lnTo>
                  <a:lnTo>
                    <a:pt x="5430593" y="1030257"/>
                  </a:lnTo>
                  <a:lnTo>
                    <a:pt x="5476969" y="1031359"/>
                  </a:lnTo>
                  <a:lnTo>
                    <a:pt x="5506544" y="1032000"/>
                  </a:lnTo>
                  <a:lnTo>
                    <a:pt x="5521855" y="1032303"/>
                  </a:lnTo>
                  <a:lnTo>
                    <a:pt x="5527007" y="1032397"/>
                  </a:lnTo>
                  <a:lnTo>
                    <a:pt x="5527445" y="1032404"/>
                  </a:lnTo>
                  <a:lnTo>
                    <a:pt x="6522385" y="1032404"/>
                  </a:lnTo>
                  <a:lnTo>
                    <a:pt x="6523519" y="1032393"/>
                  </a:lnTo>
                  <a:lnTo>
                    <a:pt x="6530999" y="1032310"/>
                  </a:lnTo>
                  <a:lnTo>
                    <a:pt x="6549956" y="1032080"/>
                  </a:lnTo>
                  <a:lnTo>
                    <a:pt x="6584100" y="1031627"/>
                  </a:lnTo>
                  <a:lnTo>
                    <a:pt x="6635501" y="1030878"/>
                  </a:lnTo>
                  <a:lnTo>
                    <a:pt x="6704434" y="1029772"/>
                  </a:lnTo>
                  <a:lnTo>
                    <a:pt x="6789437" y="1028262"/>
                  </a:lnTo>
                  <a:lnTo>
                    <a:pt x="6887635" y="1026322"/>
                  </a:lnTo>
                  <a:lnTo>
                    <a:pt x="6995259" y="1023940"/>
                  </a:lnTo>
                  <a:lnTo>
                    <a:pt x="7108241" y="1021120"/>
                  </a:lnTo>
                  <a:lnTo>
                    <a:pt x="7222750" y="1017869"/>
                  </a:lnTo>
                  <a:lnTo>
                    <a:pt x="7335553" y="1014196"/>
                  </a:lnTo>
                  <a:lnTo>
                    <a:pt x="7444199" y="1010104"/>
                  </a:lnTo>
                  <a:lnTo>
                    <a:pt x="7547047" y="1005583"/>
                  </a:lnTo>
                  <a:lnTo>
                    <a:pt x="7643177" y="1000613"/>
                  </a:lnTo>
                  <a:lnTo>
                    <a:pt x="7732255" y="995160"/>
                  </a:lnTo>
                  <a:lnTo>
                    <a:pt x="7814389" y="989176"/>
                  </a:lnTo>
                  <a:lnTo>
                    <a:pt x="7889994" y="982600"/>
                  </a:lnTo>
                  <a:lnTo>
                    <a:pt x="7959680" y="975358"/>
                  </a:lnTo>
                  <a:lnTo>
                    <a:pt x="8024170" y="967372"/>
                  </a:lnTo>
                  <a:lnTo>
                    <a:pt x="8084238" y="958556"/>
                  </a:lnTo>
                  <a:lnTo>
                    <a:pt x="8140657" y="948833"/>
                  </a:lnTo>
                  <a:lnTo>
                    <a:pt x="8194163" y="938142"/>
                  </a:lnTo>
                  <a:lnTo>
                    <a:pt x="8229629" y="930212"/>
                  </a:lnTo>
                  <a:lnTo>
                    <a:pt x="8289412" y="915282"/>
                  </a:lnTo>
                  <a:lnTo>
                    <a:pt x="8347367" y="898897"/>
                  </a:lnTo>
                  <a:lnTo>
                    <a:pt x="8404153" y="881034"/>
                  </a:lnTo>
                  <a:lnTo>
                    <a:pt x="8460262" y="861714"/>
                  </a:lnTo>
                  <a:lnTo>
                    <a:pt x="8516047" y="841009"/>
                  </a:lnTo>
                  <a:lnTo>
                    <a:pt x="8571741" y="819045"/>
                  </a:lnTo>
                  <a:lnTo>
                    <a:pt x="8627484" y="796001"/>
                  </a:lnTo>
                  <a:lnTo>
                    <a:pt x="8683334" y="772106"/>
                  </a:lnTo>
                  <a:lnTo>
                    <a:pt x="8739285" y="747633"/>
                  </a:lnTo>
                  <a:lnTo>
                    <a:pt x="8795293" y="722882"/>
                  </a:lnTo>
                  <a:lnTo>
                    <a:pt x="8851294" y="698169"/>
                  </a:lnTo>
                  <a:lnTo>
                    <a:pt x="8907224" y="673807"/>
                  </a:lnTo>
                  <a:lnTo>
                    <a:pt x="8963046" y="650092"/>
                  </a:lnTo>
                  <a:lnTo>
                    <a:pt x="9018770" y="627286"/>
                  </a:lnTo>
                  <a:lnTo>
                    <a:pt x="9074470" y="605606"/>
                  </a:lnTo>
                  <a:lnTo>
                    <a:pt x="9130306" y="585221"/>
                  </a:lnTo>
                  <a:lnTo>
                    <a:pt x="9186540" y="566243"/>
                  </a:lnTo>
                  <a:lnTo>
                    <a:pt x="9243553" y="548730"/>
                  </a:lnTo>
                  <a:lnTo>
                    <a:pt x="9301875" y="532695"/>
                  </a:lnTo>
                  <a:lnTo>
                    <a:pt x="9347647" y="521443"/>
                  </a:lnTo>
                  <a:lnTo>
                    <a:pt x="9399536" y="510071"/>
                  </a:lnTo>
                  <a:lnTo>
                    <a:pt x="9453876" y="499687"/>
                  </a:lnTo>
                  <a:lnTo>
                    <a:pt x="9511351" y="490254"/>
                  </a:lnTo>
                  <a:lnTo>
                    <a:pt x="9572715" y="481706"/>
                  </a:lnTo>
                  <a:lnTo>
                    <a:pt x="9638745" y="473961"/>
                  </a:lnTo>
                  <a:lnTo>
                    <a:pt x="9710203" y="466935"/>
                  </a:lnTo>
                  <a:lnTo>
                    <a:pt x="9787787" y="460551"/>
                  </a:lnTo>
                  <a:lnTo>
                    <a:pt x="9872056" y="454739"/>
                  </a:lnTo>
                  <a:lnTo>
                    <a:pt x="9963340" y="449441"/>
                  </a:lnTo>
                  <a:lnTo>
                    <a:pt x="10061626" y="444614"/>
                  </a:lnTo>
                  <a:lnTo>
                    <a:pt x="10166413" y="440229"/>
                  </a:lnTo>
                  <a:lnTo>
                    <a:pt x="10276570" y="436267"/>
                  </a:lnTo>
                  <a:lnTo>
                    <a:pt x="10390206" y="432726"/>
                  </a:lnTo>
                  <a:lnTo>
                    <a:pt x="10504619" y="429608"/>
                  </a:lnTo>
                  <a:lnTo>
                    <a:pt x="10616361" y="426924"/>
                  </a:lnTo>
                  <a:lnTo>
                    <a:pt x="10721478" y="424680"/>
                  </a:lnTo>
                  <a:lnTo>
                    <a:pt x="10815934" y="422876"/>
                  </a:lnTo>
                  <a:lnTo>
                    <a:pt x="10896175" y="421496"/>
                  </a:lnTo>
                  <a:lnTo>
                    <a:pt x="10959717" y="420507"/>
                  </a:lnTo>
                  <a:lnTo>
                    <a:pt x="11005619" y="419858"/>
                  </a:lnTo>
                  <a:lnTo>
                    <a:pt x="11034721" y="419483"/>
                  </a:lnTo>
                  <a:lnTo>
                    <a:pt x="11049628" y="419307"/>
                  </a:lnTo>
                  <a:lnTo>
                    <a:pt x="11054516" y="419254"/>
                  </a:lnTo>
                  <a:lnTo>
                    <a:pt x="11054891" y="419250"/>
                  </a:lnTo>
                  <a:lnTo>
                    <a:pt x="12049831" y="419250"/>
                  </a:lnTo>
                  <a:lnTo>
                    <a:pt x="12049831" y="414010"/>
                  </a:lnTo>
                  <a:lnTo>
                    <a:pt x="11054891" y="414010"/>
                  </a:lnTo>
                  <a:lnTo>
                    <a:pt x="11053758" y="414021"/>
                  </a:lnTo>
                  <a:lnTo>
                    <a:pt x="11046277" y="414104"/>
                  </a:lnTo>
                  <a:lnTo>
                    <a:pt x="11027320" y="414334"/>
                  </a:lnTo>
                  <a:lnTo>
                    <a:pt x="10993176" y="414787"/>
                  </a:lnTo>
                  <a:lnTo>
                    <a:pt x="10941776" y="415536"/>
                  </a:lnTo>
                  <a:lnTo>
                    <a:pt x="10872843" y="416642"/>
                  </a:lnTo>
                  <a:lnTo>
                    <a:pt x="10787839" y="418152"/>
                  </a:lnTo>
                  <a:lnTo>
                    <a:pt x="10689641" y="420092"/>
                  </a:lnTo>
                  <a:lnTo>
                    <a:pt x="10582018" y="422474"/>
                  </a:lnTo>
                  <a:lnTo>
                    <a:pt x="10469035" y="425294"/>
                  </a:lnTo>
                  <a:lnTo>
                    <a:pt x="10354526" y="428545"/>
                  </a:lnTo>
                  <a:lnTo>
                    <a:pt x="10241724" y="432218"/>
                  </a:lnTo>
                  <a:lnTo>
                    <a:pt x="10133077" y="436310"/>
                  </a:lnTo>
                  <a:lnTo>
                    <a:pt x="10030229" y="440831"/>
                  </a:lnTo>
                  <a:lnTo>
                    <a:pt x="9934100" y="445801"/>
                  </a:lnTo>
                  <a:lnTo>
                    <a:pt x="9845022" y="451254"/>
                  </a:lnTo>
                  <a:lnTo>
                    <a:pt x="9762887" y="457238"/>
                  </a:lnTo>
                  <a:lnTo>
                    <a:pt x="9687282" y="463814"/>
                  </a:lnTo>
                  <a:lnTo>
                    <a:pt x="9617596" y="471056"/>
                  </a:lnTo>
                  <a:lnTo>
                    <a:pt x="9553106" y="479042"/>
                  </a:lnTo>
                  <a:lnTo>
                    <a:pt x="9493038" y="487858"/>
                  </a:lnTo>
                  <a:lnTo>
                    <a:pt x="9436619" y="497581"/>
                  </a:lnTo>
                  <a:lnTo>
                    <a:pt x="9383113" y="508272"/>
                  </a:lnTo>
                  <a:lnTo>
                    <a:pt x="9347647" y="516202"/>
                  </a:lnTo>
                  <a:lnTo>
                    <a:pt x="9287864" y="531132"/>
                  </a:lnTo>
                  <a:lnTo>
                    <a:pt x="9229910" y="547517"/>
                  </a:lnTo>
                  <a:lnTo>
                    <a:pt x="9173123" y="565380"/>
                  </a:lnTo>
                  <a:lnTo>
                    <a:pt x="9117014" y="584700"/>
                  </a:lnTo>
                  <a:lnTo>
                    <a:pt x="9061230" y="605405"/>
                  </a:lnTo>
                  <a:lnTo>
                    <a:pt x="9005535" y="627369"/>
                  </a:lnTo>
                  <a:lnTo>
                    <a:pt x="8949792" y="650413"/>
                  </a:lnTo>
                  <a:lnTo>
                    <a:pt x="8893943" y="674308"/>
                  </a:lnTo>
                  <a:lnTo>
                    <a:pt x="8837992" y="698781"/>
                  </a:lnTo>
                  <a:lnTo>
                    <a:pt x="8781983" y="723532"/>
                  </a:lnTo>
                  <a:lnTo>
                    <a:pt x="8725983" y="748245"/>
                  </a:lnTo>
                  <a:lnTo>
                    <a:pt x="8670053" y="772607"/>
                  </a:lnTo>
                  <a:lnTo>
                    <a:pt x="8614230" y="796322"/>
                  </a:lnTo>
                  <a:lnTo>
                    <a:pt x="8558507" y="819128"/>
                  </a:lnTo>
                  <a:lnTo>
                    <a:pt x="8502807" y="840808"/>
                  </a:lnTo>
                  <a:lnTo>
                    <a:pt x="8446970" y="861193"/>
                  </a:lnTo>
                  <a:lnTo>
                    <a:pt x="8390737" y="880171"/>
                  </a:lnTo>
                  <a:lnTo>
                    <a:pt x="8333723" y="897684"/>
                  </a:lnTo>
                  <a:lnTo>
                    <a:pt x="8275401" y="913719"/>
                  </a:lnTo>
                  <a:lnTo>
                    <a:pt x="8229629" y="924971"/>
                  </a:lnTo>
                  <a:lnTo>
                    <a:pt x="8177741" y="936343"/>
                  </a:lnTo>
                  <a:lnTo>
                    <a:pt x="8123401" y="946727"/>
                  </a:lnTo>
                  <a:lnTo>
                    <a:pt x="8065925" y="956160"/>
                  </a:lnTo>
                  <a:lnTo>
                    <a:pt x="8004562" y="964708"/>
                  </a:lnTo>
                  <a:lnTo>
                    <a:pt x="7938532" y="972453"/>
                  </a:lnTo>
                  <a:lnTo>
                    <a:pt x="7867073" y="979479"/>
                  </a:lnTo>
                  <a:lnTo>
                    <a:pt x="7789489" y="985863"/>
                  </a:lnTo>
                  <a:lnTo>
                    <a:pt x="7705221" y="991675"/>
                  </a:lnTo>
                  <a:lnTo>
                    <a:pt x="7613937" y="996973"/>
                  </a:lnTo>
                  <a:lnTo>
                    <a:pt x="7515651" y="1001800"/>
                  </a:lnTo>
                  <a:lnTo>
                    <a:pt x="7410863" y="1006185"/>
                  </a:lnTo>
                  <a:lnTo>
                    <a:pt x="7300707" y="1010147"/>
                  </a:lnTo>
                  <a:lnTo>
                    <a:pt x="7187071" y="1013688"/>
                  </a:lnTo>
                  <a:lnTo>
                    <a:pt x="7072658" y="1016806"/>
                  </a:lnTo>
                  <a:lnTo>
                    <a:pt x="6960916" y="1019490"/>
                  </a:lnTo>
                  <a:lnTo>
                    <a:pt x="6855799" y="1021734"/>
                  </a:lnTo>
                  <a:lnTo>
                    <a:pt x="6761343" y="1023538"/>
                  </a:lnTo>
                  <a:lnTo>
                    <a:pt x="6681102" y="1024918"/>
                  </a:lnTo>
                  <a:lnTo>
                    <a:pt x="6617560" y="1025907"/>
                  </a:lnTo>
                  <a:lnTo>
                    <a:pt x="6571658" y="1026556"/>
                  </a:lnTo>
                  <a:lnTo>
                    <a:pt x="6542556" y="1026931"/>
                  </a:lnTo>
                  <a:lnTo>
                    <a:pt x="6527648" y="1027107"/>
                  </a:lnTo>
                  <a:lnTo>
                    <a:pt x="6522761" y="1027160"/>
                  </a:lnTo>
                  <a:lnTo>
                    <a:pt x="6522385" y="1027164"/>
                  </a:lnTo>
                  <a:lnTo>
                    <a:pt x="5527445" y="1027164"/>
                  </a:lnTo>
                  <a:lnTo>
                    <a:pt x="5526317" y="1027144"/>
                  </a:lnTo>
                  <a:lnTo>
                    <a:pt x="5518872" y="1027006"/>
                  </a:lnTo>
                  <a:lnTo>
                    <a:pt x="5500000" y="1026622"/>
                  </a:lnTo>
                  <a:lnTo>
                    <a:pt x="5466004" y="1025867"/>
                  </a:lnTo>
                  <a:lnTo>
                    <a:pt x="5414813" y="1024619"/>
                  </a:lnTo>
                  <a:lnTo>
                    <a:pt x="5346142" y="1022775"/>
                  </a:lnTo>
                  <a:lnTo>
                    <a:pt x="5261429" y="1020257"/>
                  </a:lnTo>
                  <a:lnTo>
                    <a:pt x="5163525" y="1017021"/>
                  </a:lnTo>
                  <a:lnTo>
                    <a:pt x="5056175" y="1013048"/>
                  </a:lnTo>
                  <a:lnTo>
                    <a:pt x="4943425" y="1008341"/>
                  </a:lnTo>
                  <a:lnTo>
                    <a:pt x="4829097" y="1002916"/>
                  </a:lnTo>
                  <a:lnTo>
                    <a:pt x="4716419" y="996787"/>
                  </a:lnTo>
                  <a:lnTo>
                    <a:pt x="4607845" y="989956"/>
                  </a:lnTo>
                  <a:lnTo>
                    <a:pt x="4505024" y="982410"/>
                  </a:lnTo>
                  <a:lnTo>
                    <a:pt x="4408887" y="974117"/>
                  </a:lnTo>
                  <a:lnTo>
                    <a:pt x="4319776" y="965018"/>
                  </a:lnTo>
                  <a:lnTo>
                    <a:pt x="4237594" y="955034"/>
                  </a:lnTo>
                  <a:lnTo>
                    <a:pt x="4161936" y="944064"/>
                  </a:lnTo>
                  <a:lnTo>
                    <a:pt x="4092196" y="931987"/>
                  </a:lnTo>
                  <a:lnTo>
                    <a:pt x="4027658" y="918671"/>
                  </a:lnTo>
                  <a:lnTo>
                    <a:pt x="3967555" y="903974"/>
                  </a:lnTo>
                  <a:lnTo>
                    <a:pt x="3911113" y="887766"/>
                  </a:lnTo>
                  <a:lnTo>
                    <a:pt x="3857600" y="869945"/>
                  </a:lnTo>
                  <a:lnTo>
                    <a:pt x="3820202" y="855970"/>
                  </a:lnTo>
                  <a:lnTo>
                    <a:pt x="3763189" y="832192"/>
                  </a:lnTo>
                  <a:lnTo>
                    <a:pt x="3707868" y="806203"/>
                  </a:lnTo>
                  <a:lnTo>
                    <a:pt x="3653655" y="777967"/>
                  </a:lnTo>
                  <a:lnTo>
                    <a:pt x="3600112" y="747504"/>
                  </a:lnTo>
                  <a:lnTo>
                    <a:pt x="3546914" y="714908"/>
                  </a:lnTo>
                  <a:lnTo>
                    <a:pt x="3493838" y="680343"/>
                  </a:lnTo>
                  <a:lnTo>
                    <a:pt x="3440745" y="644050"/>
                  </a:lnTo>
                  <a:lnTo>
                    <a:pt x="3387566" y="606340"/>
                  </a:lnTo>
                  <a:lnTo>
                    <a:pt x="3334287" y="567587"/>
                  </a:lnTo>
                  <a:lnTo>
                    <a:pt x="3280935" y="528213"/>
                  </a:lnTo>
                  <a:lnTo>
                    <a:pt x="3227562" y="488669"/>
                  </a:lnTo>
                  <a:lnTo>
                    <a:pt x="3174225" y="449414"/>
                  </a:lnTo>
                  <a:lnTo>
                    <a:pt x="3120970" y="410894"/>
                  </a:lnTo>
                  <a:lnTo>
                    <a:pt x="3067817" y="373519"/>
                  </a:lnTo>
                  <a:lnTo>
                    <a:pt x="3014738" y="337649"/>
                  </a:lnTo>
                  <a:lnTo>
                    <a:pt x="2961647" y="303576"/>
                  </a:lnTo>
                  <a:lnTo>
                    <a:pt x="2908385" y="271522"/>
                  </a:lnTo>
                  <a:lnTo>
                    <a:pt x="2854702" y="241633"/>
                  </a:lnTo>
                  <a:lnTo>
                    <a:pt x="2800249" y="213981"/>
                  </a:lnTo>
                  <a:lnTo>
                    <a:pt x="2744550" y="188574"/>
                  </a:lnTo>
                  <a:lnTo>
                    <a:pt x="2702183" y="171194"/>
                  </a:lnTo>
                  <a:lnTo>
                    <a:pt x="2650380" y="152173"/>
                  </a:lnTo>
                  <a:lnTo>
                    <a:pt x="2596134" y="134801"/>
                  </a:lnTo>
                  <a:lnTo>
                    <a:pt x="2538765" y="119019"/>
                  </a:lnTo>
                  <a:lnTo>
                    <a:pt x="2477524" y="104714"/>
                  </a:lnTo>
                  <a:lnTo>
                    <a:pt x="2411637" y="91751"/>
                  </a:lnTo>
                  <a:lnTo>
                    <a:pt x="2340344" y="79990"/>
                  </a:lnTo>
                  <a:lnTo>
                    <a:pt x="2262952" y="69302"/>
                  </a:lnTo>
                  <a:lnTo>
                    <a:pt x="2178902" y="59569"/>
                  </a:lnTo>
                  <a:lnTo>
                    <a:pt x="2087861" y="50698"/>
                  </a:lnTo>
                  <a:lnTo>
                    <a:pt x="1989837" y="42614"/>
                  </a:lnTo>
                  <a:lnTo>
                    <a:pt x="1885319" y="35267"/>
                  </a:lnTo>
                  <a:lnTo>
                    <a:pt x="1775424" y="28628"/>
                  </a:lnTo>
                  <a:lnTo>
                    <a:pt x="1662016" y="22690"/>
                  </a:lnTo>
                  <a:lnTo>
                    <a:pt x="1547769" y="17461"/>
                  </a:lnTo>
                  <a:lnTo>
                    <a:pt x="1436100" y="12954"/>
                  </a:lnTo>
                  <a:lnTo>
                    <a:pt x="1330937" y="9183"/>
                  </a:lnTo>
                  <a:lnTo>
                    <a:pt x="1236301" y="6146"/>
                  </a:lnTo>
                  <a:lnTo>
                    <a:pt x="1155750" y="3819"/>
                  </a:lnTo>
                  <a:lnTo>
                    <a:pt x="1091792" y="2147"/>
                  </a:lnTo>
                  <a:lnTo>
                    <a:pt x="1045416" y="1045"/>
                  </a:lnTo>
                  <a:lnTo>
                    <a:pt x="1015841" y="404"/>
                  </a:lnTo>
                  <a:lnTo>
                    <a:pt x="1000530" y="101"/>
                  </a:lnTo>
                  <a:lnTo>
                    <a:pt x="995378" y="7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91" name="pl1290"/>
            <p:cNvSpPr/>
            <p:nvPr/>
          </p:nvSpPr>
          <p:spPr>
            <a:xfrm>
              <a:off x="1199187" y="5009881"/>
              <a:ext cx="12049831" cy="1027164"/>
            </a:xfrm>
            <a:custGeom>
              <a:avLst/>
              <a:pathLst>
                <a:path w="12049831" h="1027164">
                  <a:moveTo>
                    <a:pt x="0" y="0"/>
                  </a:moveTo>
                  <a:lnTo>
                    <a:pt x="994940" y="0"/>
                  </a:lnTo>
                  <a:lnTo>
                    <a:pt x="996068" y="19"/>
                  </a:lnTo>
                  <a:lnTo>
                    <a:pt x="1003513" y="158"/>
                  </a:lnTo>
                  <a:lnTo>
                    <a:pt x="1022385" y="541"/>
                  </a:lnTo>
                  <a:lnTo>
                    <a:pt x="1056381" y="1296"/>
                  </a:lnTo>
                  <a:lnTo>
                    <a:pt x="1107572" y="2544"/>
                  </a:lnTo>
                  <a:lnTo>
                    <a:pt x="1176243" y="4388"/>
                  </a:lnTo>
                  <a:lnTo>
                    <a:pt x="1260956" y="6906"/>
                  </a:lnTo>
                  <a:lnTo>
                    <a:pt x="1358860" y="10142"/>
                  </a:lnTo>
                  <a:lnTo>
                    <a:pt x="1466210" y="14116"/>
                  </a:lnTo>
                  <a:lnTo>
                    <a:pt x="1578960" y="18822"/>
                  </a:lnTo>
                  <a:lnTo>
                    <a:pt x="1693288" y="24247"/>
                  </a:lnTo>
                  <a:lnTo>
                    <a:pt x="1805966" y="30377"/>
                  </a:lnTo>
                  <a:lnTo>
                    <a:pt x="1914540" y="37208"/>
                  </a:lnTo>
                  <a:lnTo>
                    <a:pt x="2017361" y="44753"/>
                  </a:lnTo>
                  <a:lnTo>
                    <a:pt x="2113498" y="53047"/>
                  </a:lnTo>
                  <a:lnTo>
                    <a:pt x="2202609" y="62146"/>
                  </a:lnTo>
                  <a:lnTo>
                    <a:pt x="2284791" y="72130"/>
                  </a:lnTo>
                  <a:lnTo>
                    <a:pt x="2360449" y="83100"/>
                  </a:lnTo>
                  <a:lnTo>
                    <a:pt x="2430189" y="95176"/>
                  </a:lnTo>
                  <a:lnTo>
                    <a:pt x="2494727" y="108493"/>
                  </a:lnTo>
                  <a:lnTo>
                    <a:pt x="2554830" y="123189"/>
                  </a:lnTo>
                  <a:lnTo>
                    <a:pt x="2611272" y="139397"/>
                  </a:lnTo>
                  <a:lnTo>
                    <a:pt x="2664785" y="157218"/>
                  </a:lnTo>
                  <a:lnTo>
                    <a:pt x="2702183" y="171194"/>
                  </a:lnTo>
                  <a:lnTo>
                    <a:pt x="2759196" y="194972"/>
                  </a:lnTo>
                  <a:lnTo>
                    <a:pt x="2814517" y="220960"/>
                  </a:lnTo>
                  <a:lnTo>
                    <a:pt x="2868730" y="249197"/>
                  </a:lnTo>
                  <a:lnTo>
                    <a:pt x="2922273" y="279659"/>
                  </a:lnTo>
                  <a:lnTo>
                    <a:pt x="2975471" y="312256"/>
                  </a:lnTo>
                  <a:lnTo>
                    <a:pt x="3028547" y="346821"/>
                  </a:lnTo>
                  <a:lnTo>
                    <a:pt x="3081640" y="383114"/>
                  </a:lnTo>
                  <a:lnTo>
                    <a:pt x="3134819" y="420823"/>
                  </a:lnTo>
                  <a:lnTo>
                    <a:pt x="3188098" y="459576"/>
                  </a:lnTo>
                  <a:lnTo>
                    <a:pt x="3241450" y="498950"/>
                  </a:lnTo>
                  <a:lnTo>
                    <a:pt x="3294823" y="538494"/>
                  </a:lnTo>
                  <a:lnTo>
                    <a:pt x="3348160" y="577749"/>
                  </a:lnTo>
                  <a:lnTo>
                    <a:pt x="3401415" y="616269"/>
                  </a:lnTo>
                  <a:lnTo>
                    <a:pt x="3454568" y="653644"/>
                  </a:lnTo>
                  <a:lnTo>
                    <a:pt x="3507647" y="689515"/>
                  </a:lnTo>
                  <a:lnTo>
                    <a:pt x="3560738" y="723587"/>
                  </a:lnTo>
                  <a:lnTo>
                    <a:pt x="3614000" y="755641"/>
                  </a:lnTo>
                  <a:lnTo>
                    <a:pt x="3667683" y="785531"/>
                  </a:lnTo>
                  <a:lnTo>
                    <a:pt x="3722136" y="813182"/>
                  </a:lnTo>
                  <a:lnTo>
                    <a:pt x="3777835" y="838589"/>
                  </a:lnTo>
                  <a:lnTo>
                    <a:pt x="3820202" y="855970"/>
                  </a:lnTo>
                  <a:lnTo>
                    <a:pt x="3872005" y="874990"/>
                  </a:lnTo>
                  <a:lnTo>
                    <a:pt x="3926251" y="892362"/>
                  </a:lnTo>
                  <a:lnTo>
                    <a:pt x="3983620" y="908144"/>
                  </a:lnTo>
                  <a:lnTo>
                    <a:pt x="4044861" y="922449"/>
                  </a:lnTo>
                  <a:lnTo>
                    <a:pt x="4110748" y="935412"/>
                  </a:lnTo>
                  <a:lnTo>
                    <a:pt x="4182041" y="947173"/>
                  </a:lnTo>
                  <a:lnTo>
                    <a:pt x="4259433" y="957862"/>
                  </a:lnTo>
                  <a:lnTo>
                    <a:pt x="4343483" y="967594"/>
                  </a:lnTo>
                  <a:lnTo>
                    <a:pt x="4434524" y="976465"/>
                  </a:lnTo>
                  <a:lnTo>
                    <a:pt x="4532548" y="984549"/>
                  </a:lnTo>
                  <a:lnTo>
                    <a:pt x="4637066" y="991897"/>
                  </a:lnTo>
                  <a:lnTo>
                    <a:pt x="4746961" y="998535"/>
                  </a:lnTo>
                  <a:lnTo>
                    <a:pt x="4860369" y="1004473"/>
                  </a:lnTo>
                  <a:lnTo>
                    <a:pt x="4974616" y="1009702"/>
                  </a:lnTo>
                  <a:lnTo>
                    <a:pt x="5086285" y="1014209"/>
                  </a:lnTo>
                  <a:lnTo>
                    <a:pt x="5191448" y="1017980"/>
                  </a:lnTo>
                  <a:lnTo>
                    <a:pt x="5286084" y="1021017"/>
                  </a:lnTo>
                  <a:lnTo>
                    <a:pt x="5366635" y="1023344"/>
                  </a:lnTo>
                  <a:lnTo>
                    <a:pt x="5430593" y="1025016"/>
                  </a:lnTo>
                  <a:lnTo>
                    <a:pt x="5476969" y="1026118"/>
                  </a:lnTo>
                  <a:lnTo>
                    <a:pt x="5506544" y="1026759"/>
                  </a:lnTo>
                  <a:lnTo>
                    <a:pt x="5521855" y="1027063"/>
                  </a:lnTo>
                  <a:lnTo>
                    <a:pt x="5527007" y="1027156"/>
                  </a:lnTo>
                  <a:lnTo>
                    <a:pt x="5527445" y="1027164"/>
                  </a:lnTo>
                  <a:lnTo>
                    <a:pt x="6522385" y="1027164"/>
                  </a:lnTo>
                  <a:lnTo>
                    <a:pt x="6523519" y="1027152"/>
                  </a:lnTo>
                  <a:lnTo>
                    <a:pt x="6530999" y="1027069"/>
                  </a:lnTo>
                  <a:lnTo>
                    <a:pt x="6549956" y="1026839"/>
                  </a:lnTo>
                  <a:lnTo>
                    <a:pt x="6584100" y="1026386"/>
                  </a:lnTo>
                  <a:lnTo>
                    <a:pt x="6635501" y="1025637"/>
                  </a:lnTo>
                  <a:lnTo>
                    <a:pt x="6704434" y="1024531"/>
                  </a:lnTo>
                  <a:lnTo>
                    <a:pt x="6789437" y="1023022"/>
                  </a:lnTo>
                  <a:lnTo>
                    <a:pt x="6887635" y="1021081"/>
                  </a:lnTo>
                  <a:lnTo>
                    <a:pt x="6995259" y="1018700"/>
                  </a:lnTo>
                  <a:lnTo>
                    <a:pt x="7108241" y="1015879"/>
                  </a:lnTo>
                  <a:lnTo>
                    <a:pt x="7222750" y="1012629"/>
                  </a:lnTo>
                  <a:lnTo>
                    <a:pt x="7335553" y="1008956"/>
                  </a:lnTo>
                  <a:lnTo>
                    <a:pt x="7444199" y="1004863"/>
                  </a:lnTo>
                  <a:lnTo>
                    <a:pt x="7547047" y="1000342"/>
                  </a:lnTo>
                  <a:lnTo>
                    <a:pt x="7643177" y="995373"/>
                  </a:lnTo>
                  <a:lnTo>
                    <a:pt x="7732255" y="989920"/>
                  </a:lnTo>
                  <a:lnTo>
                    <a:pt x="7814389" y="983936"/>
                  </a:lnTo>
                  <a:lnTo>
                    <a:pt x="7889994" y="977359"/>
                  </a:lnTo>
                  <a:lnTo>
                    <a:pt x="7959680" y="970118"/>
                  </a:lnTo>
                  <a:lnTo>
                    <a:pt x="8024170" y="962131"/>
                  </a:lnTo>
                  <a:lnTo>
                    <a:pt x="8084238" y="953315"/>
                  </a:lnTo>
                  <a:lnTo>
                    <a:pt x="8140657" y="943592"/>
                  </a:lnTo>
                  <a:lnTo>
                    <a:pt x="8194163" y="932901"/>
                  </a:lnTo>
                  <a:lnTo>
                    <a:pt x="8229629" y="924971"/>
                  </a:lnTo>
                  <a:lnTo>
                    <a:pt x="8289412" y="910041"/>
                  </a:lnTo>
                  <a:lnTo>
                    <a:pt x="8347367" y="893657"/>
                  </a:lnTo>
                  <a:lnTo>
                    <a:pt x="8404153" y="875793"/>
                  </a:lnTo>
                  <a:lnTo>
                    <a:pt x="8460262" y="856473"/>
                  </a:lnTo>
                  <a:lnTo>
                    <a:pt x="8516047" y="835768"/>
                  </a:lnTo>
                  <a:lnTo>
                    <a:pt x="8571741" y="813804"/>
                  </a:lnTo>
                  <a:lnTo>
                    <a:pt x="8627484" y="790760"/>
                  </a:lnTo>
                  <a:lnTo>
                    <a:pt x="8683334" y="766866"/>
                  </a:lnTo>
                  <a:lnTo>
                    <a:pt x="8739285" y="742393"/>
                  </a:lnTo>
                  <a:lnTo>
                    <a:pt x="8795293" y="717642"/>
                  </a:lnTo>
                  <a:lnTo>
                    <a:pt x="8851294" y="692929"/>
                  </a:lnTo>
                  <a:lnTo>
                    <a:pt x="8907224" y="668567"/>
                  </a:lnTo>
                  <a:lnTo>
                    <a:pt x="8963046" y="644851"/>
                  </a:lnTo>
                  <a:lnTo>
                    <a:pt x="9018770" y="622045"/>
                  </a:lnTo>
                  <a:lnTo>
                    <a:pt x="9074470" y="600366"/>
                  </a:lnTo>
                  <a:lnTo>
                    <a:pt x="9130306" y="579980"/>
                  </a:lnTo>
                  <a:lnTo>
                    <a:pt x="9186540" y="561002"/>
                  </a:lnTo>
                  <a:lnTo>
                    <a:pt x="9243553" y="543490"/>
                  </a:lnTo>
                  <a:lnTo>
                    <a:pt x="9301875" y="527454"/>
                  </a:lnTo>
                  <a:lnTo>
                    <a:pt x="9347647" y="516202"/>
                  </a:lnTo>
                  <a:lnTo>
                    <a:pt x="9399536" y="504830"/>
                  </a:lnTo>
                  <a:lnTo>
                    <a:pt x="9453876" y="494446"/>
                  </a:lnTo>
                  <a:lnTo>
                    <a:pt x="9511351" y="485014"/>
                  </a:lnTo>
                  <a:lnTo>
                    <a:pt x="9572715" y="476466"/>
                  </a:lnTo>
                  <a:lnTo>
                    <a:pt x="9638745" y="468720"/>
                  </a:lnTo>
                  <a:lnTo>
                    <a:pt x="9710203" y="461695"/>
                  </a:lnTo>
                  <a:lnTo>
                    <a:pt x="9787787" y="455310"/>
                  </a:lnTo>
                  <a:lnTo>
                    <a:pt x="9872056" y="449498"/>
                  </a:lnTo>
                  <a:lnTo>
                    <a:pt x="9963340" y="444200"/>
                  </a:lnTo>
                  <a:lnTo>
                    <a:pt x="10061626" y="439374"/>
                  </a:lnTo>
                  <a:lnTo>
                    <a:pt x="10166413" y="434988"/>
                  </a:lnTo>
                  <a:lnTo>
                    <a:pt x="10276570" y="431027"/>
                  </a:lnTo>
                  <a:lnTo>
                    <a:pt x="10390206" y="427485"/>
                  </a:lnTo>
                  <a:lnTo>
                    <a:pt x="10504619" y="424368"/>
                  </a:lnTo>
                  <a:lnTo>
                    <a:pt x="10616361" y="421683"/>
                  </a:lnTo>
                  <a:lnTo>
                    <a:pt x="10721478" y="419439"/>
                  </a:lnTo>
                  <a:lnTo>
                    <a:pt x="10815934" y="417635"/>
                  </a:lnTo>
                  <a:lnTo>
                    <a:pt x="10896175" y="416255"/>
                  </a:lnTo>
                  <a:lnTo>
                    <a:pt x="10959717" y="415267"/>
                  </a:lnTo>
                  <a:lnTo>
                    <a:pt x="11005619" y="414618"/>
                  </a:lnTo>
                  <a:lnTo>
                    <a:pt x="11034721" y="414242"/>
                  </a:lnTo>
                  <a:lnTo>
                    <a:pt x="11049628" y="414066"/>
                  </a:lnTo>
                  <a:lnTo>
                    <a:pt x="11054516" y="414013"/>
                  </a:lnTo>
                  <a:lnTo>
                    <a:pt x="11054891" y="414010"/>
                  </a:lnTo>
                  <a:lnTo>
                    <a:pt x="12049831" y="414010"/>
                  </a:lnTo>
                  <a:lnTo>
                    <a:pt x="12049831" y="4140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2" name="pl1291"/>
            <p:cNvSpPr/>
            <p:nvPr/>
          </p:nvSpPr>
          <p:spPr>
            <a:xfrm>
              <a:off x="1199187" y="5004641"/>
              <a:ext cx="12049831" cy="1027164"/>
            </a:xfrm>
            <a:custGeom>
              <a:avLst/>
              <a:pathLst>
                <a:path w="12049831" h="1027164">
                  <a:moveTo>
                    <a:pt x="12049831" y="414010"/>
                  </a:moveTo>
                  <a:lnTo>
                    <a:pt x="11054891" y="414010"/>
                  </a:lnTo>
                  <a:lnTo>
                    <a:pt x="11053758" y="414021"/>
                  </a:lnTo>
                  <a:lnTo>
                    <a:pt x="11046277" y="414104"/>
                  </a:lnTo>
                  <a:lnTo>
                    <a:pt x="11027320" y="414334"/>
                  </a:lnTo>
                  <a:lnTo>
                    <a:pt x="10993176" y="414787"/>
                  </a:lnTo>
                  <a:lnTo>
                    <a:pt x="10941776" y="415536"/>
                  </a:lnTo>
                  <a:lnTo>
                    <a:pt x="10872843" y="416642"/>
                  </a:lnTo>
                  <a:lnTo>
                    <a:pt x="10787839" y="418152"/>
                  </a:lnTo>
                  <a:lnTo>
                    <a:pt x="10689641" y="420092"/>
                  </a:lnTo>
                  <a:lnTo>
                    <a:pt x="10582018" y="422474"/>
                  </a:lnTo>
                  <a:lnTo>
                    <a:pt x="10469035" y="425294"/>
                  </a:lnTo>
                  <a:lnTo>
                    <a:pt x="10354526" y="428545"/>
                  </a:lnTo>
                  <a:lnTo>
                    <a:pt x="10241724" y="432218"/>
                  </a:lnTo>
                  <a:lnTo>
                    <a:pt x="10133077" y="436310"/>
                  </a:lnTo>
                  <a:lnTo>
                    <a:pt x="10030229" y="440831"/>
                  </a:lnTo>
                  <a:lnTo>
                    <a:pt x="9934100" y="445801"/>
                  </a:lnTo>
                  <a:lnTo>
                    <a:pt x="9845022" y="451254"/>
                  </a:lnTo>
                  <a:lnTo>
                    <a:pt x="9762887" y="457238"/>
                  </a:lnTo>
                  <a:lnTo>
                    <a:pt x="9687282" y="463814"/>
                  </a:lnTo>
                  <a:lnTo>
                    <a:pt x="9617596" y="471056"/>
                  </a:lnTo>
                  <a:lnTo>
                    <a:pt x="9553106" y="479042"/>
                  </a:lnTo>
                  <a:lnTo>
                    <a:pt x="9493038" y="487858"/>
                  </a:lnTo>
                  <a:lnTo>
                    <a:pt x="9436619" y="497581"/>
                  </a:lnTo>
                  <a:lnTo>
                    <a:pt x="9383113" y="508272"/>
                  </a:lnTo>
                  <a:lnTo>
                    <a:pt x="9347647" y="516202"/>
                  </a:lnTo>
                  <a:lnTo>
                    <a:pt x="9287864" y="531132"/>
                  </a:lnTo>
                  <a:lnTo>
                    <a:pt x="9229910" y="547517"/>
                  </a:lnTo>
                  <a:lnTo>
                    <a:pt x="9173123" y="565380"/>
                  </a:lnTo>
                  <a:lnTo>
                    <a:pt x="9117014" y="584700"/>
                  </a:lnTo>
                  <a:lnTo>
                    <a:pt x="9061230" y="605405"/>
                  </a:lnTo>
                  <a:lnTo>
                    <a:pt x="9005535" y="627369"/>
                  </a:lnTo>
                  <a:lnTo>
                    <a:pt x="8949792" y="650413"/>
                  </a:lnTo>
                  <a:lnTo>
                    <a:pt x="8893943" y="674308"/>
                  </a:lnTo>
                  <a:lnTo>
                    <a:pt x="8837992" y="698781"/>
                  </a:lnTo>
                  <a:lnTo>
                    <a:pt x="8781983" y="723532"/>
                  </a:lnTo>
                  <a:lnTo>
                    <a:pt x="8725983" y="748245"/>
                  </a:lnTo>
                  <a:lnTo>
                    <a:pt x="8670053" y="772607"/>
                  </a:lnTo>
                  <a:lnTo>
                    <a:pt x="8614230" y="796322"/>
                  </a:lnTo>
                  <a:lnTo>
                    <a:pt x="8558507" y="819128"/>
                  </a:lnTo>
                  <a:lnTo>
                    <a:pt x="8502807" y="840808"/>
                  </a:lnTo>
                  <a:lnTo>
                    <a:pt x="8446970" y="861193"/>
                  </a:lnTo>
                  <a:lnTo>
                    <a:pt x="8390737" y="880171"/>
                  </a:lnTo>
                  <a:lnTo>
                    <a:pt x="8333723" y="897684"/>
                  </a:lnTo>
                  <a:lnTo>
                    <a:pt x="8275401" y="913719"/>
                  </a:lnTo>
                  <a:lnTo>
                    <a:pt x="8229629" y="924971"/>
                  </a:lnTo>
                  <a:lnTo>
                    <a:pt x="8177741" y="936343"/>
                  </a:lnTo>
                  <a:lnTo>
                    <a:pt x="8123401" y="946727"/>
                  </a:lnTo>
                  <a:lnTo>
                    <a:pt x="8065925" y="956160"/>
                  </a:lnTo>
                  <a:lnTo>
                    <a:pt x="8004562" y="964708"/>
                  </a:lnTo>
                  <a:lnTo>
                    <a:pt x="7938532" y="972453"/>
                  </a:lnTo>
                  <a:lnTo>
                    <a:pt x="7867073" y="979479"/>
                  </a:lnTo>
                  <a:lnTo>
                    <a:pt x="7789489" y="985863"/>
                  </a:lnTo>
                  <a:lnTo>
                    <a:pt x="7705221" y="991675"/>
                  </a:lnTo>
                  <a:lnTo>
                    <a:pt x="7613937" y="996973"/>
                  </a:lnTo>
                  <a:lnTo>
                    <a:pt x="7515651" y="1001800"/>
                  </a:lnTo>
                  <a:lnTo>
                    <a:pt x="7410863" y="1006185"/>
                  </a:lnTo>
                  <a:lnTo>
                    <a:pt x="7300707" y="1010147"/>
                  </a:lnTo>
                  <a:lnTo>
                    <a:pt x="7187071" y="1013688"/>
                  </a:lnTo>
                  <a:lnTo>
                    <a:pt x="7072658" y="1016806"/>
                  </a:lnTo>
                  <a:lnTo>
                    <a:pt x="6960916" y="1019490"/>
                  </a:lnTo>
                  <a:lnTo>
                    <a:pt x="6855799" y="1021734"/>
                  </a:lnTo>
                  <a:lnTo>
                    <a:pt x="6761343" y="1023538"/>
                  </a:lnTo>
                  <a:lnTo>
                    <a:pt x="6681102" y="1024918"/>
                  </a:lnTo>
                  <a:lnTo>
                    <a:pt x="6617560" y="1025907"/>
                  </a:lnTo>
                  <a:lnTo>
                    <a:pt x="6571658" y="1026556"/>
                  </a:lnTo>
                  <a:lnTo>
                    <a:pt x="6542556" y="1026931"/>
                  </a:lnTo>
                  <a:lnTo>
                    <a:pt x="6527648" y="1027107"/>
                  </a:lnTo>
                  <a:lnTo>
                    <a:pt x="6522761" y="1027160"/>
                  </a:lnTo>
                  <a:lnTo>
                    <a:pt x="6522385" y="1027164"/>
                  </a:lnTo>
                  <a:lnTo>
                    <a:pt x="5527445" y="1027164"/>
                  </a:lnTo>
                  <a:lnTo>
                    <a:pt x="5526317" y="1027144"/>
                  </a:lnTo>
                  <a:lnTo>
                    <a:pt x="5518872" y="1027006"/>
                  </a:lnTo>
                  <a:lnTo>
                    <a:pt x="5500000" y="1026622"/>
                  </a:lnTo>
                  <a:lnTo>
                    <a:pt x="5466004" y="1025867"/>
                  </a:lnTo>
                  <a:lnTo>
                    <a:pt x="5414813" y="1024619"/>
                  </a:lnTo>
                  <a:lnTo>
                    <a:pt x="5346142" y="1022775"/>
                  </a:lnTo>
                  <a:lnTo>
                    <a:pt x="5261429" y="1020257"/>
                  </a:lnTo>
                  <a:lnTo>
                    <a:pt x="5163525" y="1017021"/>
                  </a:lnTo>
                  <a:lnTo>
                    <a:pt x="5056175" y="1013048"/>
                  </a:lnTo>
                  <a:lnTo>
                    <a:pt x="4943425" y="1008341"/>
                  </a:lnTo>
                  <a:lnTo>
                    <a:pt x="4829097" y="1002916"/>
                  </a:lnTo>
                  <a:lnTo>
                    <a:pt x="4716419" y="996787"/>
                  </a:lnTo>
                  <a:lnTo>
                    <a:pt x="4607845" y="989956"/>
                  </a:lnTo>
                  <a:lnTo>
                    <a:pt x="4505024" y="982410"/>
                  </a:lnTo>
                  <a:lnTo>
                    <a:pt x="4408887" y="974117"/>
                  </a:lnTo>
                  <a:lnTo>
                    <a:pt x="4319776" y="965018"/>
                  </a:lnTo>
                  <a:lnTo>
                    <a:pt x="4237594" y="955034"/>
                  </a:lnTo>
                  <a:lnTo>
                    <a:pt x="4161936" y="944064"/>
                  </a:lnTo>
                  <a:lnTo>
                    <a:pt x="4092196" y="931987"/>
                  </a:lnTo>
                  <a:lnTo>
                    <a:pt x="4027658" y="918671"/>
                  </a:lnTo>
                  <a:lnTo>
                    <a:pt x="3967555" y="903974"/>
                  </a:lnTo>
                  <a:lnTo>
                    <a:pt x="3911113" y="887766"/>
                  </a:lnTo>
                  <a:lnTo>
                    <a:pt x="3857600" y="869945"/>
                  </a:lnTo>
                  <a:lnTo>
                    <a:pt x="3820202" y="855970"/>
                  </a:lnTo>
                  <a:lnTo>
                    <a:pt x="3763189" y="832192"/>
                  </a:lnTo>
                  <a:lnTo>
                    <a:pt x="3707868" y="806203"/>
                  </a:lnTo>
                  <a:lnTo>
                    <a:pt x="3653655" y="777967"/>
                  </a:lnTo>
                  <a:lnTo>
                    <a:pt x="3600112" y="747504"/>
                  </a:lnTo>
                  <a:lnTo>
                    <a:pt x="3546914" y="714908"/>
                  </a:lnTo>
                  <a:lnTo>
                    <a:pt x="3493838" y="680343"/>
                  </a:lnTo>
                  <a:lnTo>
                    <a:pt x="3440745" y="644050"/>
                  </a:lnTo>
                  <a:lnTo>
                    <a:pt x="3387566" y="606340"/>
                  </a:lnTo>
                  <a:lnTo>
                    <a:pt x="3334287" y="567587"/>
                  </a:lnTo>
                  <a:lnTo>
                    <a:pt x="3280935" y="528213"/>
                  </a:lnTo>
                  <a:lnTo>
                    <a:pt x="3227562" y="488669"/>
                  </a:lnTo>
                  <a:lnTo>
                    <a:pt x="3174225" y="449414"/>
                  </a:lnTo>
                  <a:lnTo>
                    <a:pt x="3120970" y="410894"/>
                  </a:lnTo>
                  <a:lnTo>
                    <a:pt x="3067817" y="373519"/>
                  </a:lnTo>
                  <a:lnTo>
                    <a:pt x="3014738" y="337649"/>
                  </a:lnTo>
                  <a:lnTo>
                    <a:pt x="2961647" y="303576"/>
                  </a:lnTo>
                  <a:lnTo>
                    <a:pt x="2908385" y="271522"/>
                  </a:lnTo>
                  <a:lnTo>
                    <a:pt x="2854702" y="241633"/>
                  </a:lnTo>
                  <a:lnTo>
                    <a:pt x="2800249" y="213981"/>
                  </a:lnTo>
                  <a:lnTo>
                    <a:pt x="2744550" y="188574"/>
                  </a:lnTo>
                  <a:lnTo>
                    <a:pt x="2702183" y="171194"/>
                  </a:lnTo>
                  <a:lnTo>
                    <a:pt x="2650380" y="152173"/>
                  </a:lnTo>
                  <a:lnTo>
                    <a:pt x="2596134" y="134801"/>
                  </a:lnTo>
                  <a:lnTo>
                    <a:pt x="2538765" y="119019"/>
                  </a:lnTo>
                  <a:lnTo>
                    <a:pt x="2477524" y="104714"/>
                  </a:lnTo>
                  <a:lnTo>
                    <a:pt x="2411637" y="91751"/>
                  </a:lnTo>
                  <a:lnTo>
                    <a:pt x="2340344" y="79990"/>
                  </a:lnTo>
                  <a:lnTo>
                    <a:pt x="2262952" y="69302"/>
                  </a:lnTo>
                  <a:lnTo>
                    <a:pt x="2178902" y="59569"/>
                  </a:lnTo>
                  <a:lnTo>
                    <a:pt x="2087861" y="50698"/>
                  </a:lnTo>
                  <a:lnTo>
                    <a:pt x="1989837" y="42614"/>
                  </a:lnTo>
                  <a:lnTo>
                    <a:pt x="1885319" y="35267"/>
                  </a:lnTo>
                  <a:lnTo>
                    <a:pt x="1775424" y="28628"/>
                  </a:lnTo>
                  <a:lnTo>
                    <a:pt x="1662016" y="22690"/>
                  </a:lnTo>
                  <a:lnTo>
                    <a:pt x="1547769" y="17461"/>
                  </a:lnTo>
                  <a:lnTo>
                    <a:pt x="1436100" y="12954"/>
                  </a:lnTo>
                  <a:lnTo>
                    <a:pt x="1330937" y="9183"/>
                  </a:lnTo>
                  <a:lnTo>
                    <a:pt x="1236301" y="6146"/>
                  </a:lnTo>
                  <a:lnTo>
                    <a:pt x="1155750" y="3819"/>
                  </a:lnTo>
                  <a:lnTo>
                    <a:pt x="1091792" y="2147"/>
                  </a:lnTo>
                  <a:lnTo>
                    <a:pt x="1045416" y="1045"/>
                  </a:lnTo>
                  <a:lnTo>
                    <a:pt x="1015841" y="404"/>
                  </a:lnTo>
                  <a:lnTo>
                    <a:pt x="1000530" y="101"/>
                  </a:lnTo>
                  <a:lnTo>
                    <a:pt x="995378" y="7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3" name="pg1292"/>
            <p:cNvSpPr/>
            <p:nvPr/>
          </p:nvSpPr>
          <p:spPr>
            <a:xfrm>
              <a:off x="1199187" y="2379083"/>
              <a:ext cx="12049831" cy="2374007"/>
            </a:xfrm>
            <a:custGeom>
              <a:avLst/>
              <a:pathLst>
                <a:path w="12049831" h="2374007">
                  <a:moveTo>
                    <a:pt x="0" y="2374007"/>
                  </a:moveTo>
                  <a:lnTo>
                    <a:pt x="994940" y="2374007"/>
                  </a:lnTo>
                  <a:lnTo>
                    <a:pt x="996033" y="2373963"/>
                  </a:lnTo>
                  <a:lnTo>
                    <a:pt x="1003256" y="2373653"/>
                  </a:lnTo>
                  <a:lnTo>
                    <a:pt x="1021578" y="2372798"/>
                  </a:lnTo>
                  <a:lnTo>
                    <a:pt x="1054621" y="2371111"/>
                  </a:lnTo>
                  <a:lnTo>
                    <a:pt x="1104454" y="2368321"/>
                  </a:lnTo>
                  <a:lnTo>
                    <a:pt x="1171435" y="2364197"/>
                  </a:lnTo>
                  <a:lnTo>
                    <a:pt x="1254260" y="2358561"/>
                  </a:lnTo>
                  <a:lnTo>
                    <a:pt x="1350244" y="2351306"/>
                  </a:lnTo>
                  <a:lnTo>
                    <a:pt x="1455804" y="2342389"/>
                  </a:lnTo>
                  <a:lnTo>
                    <a:pt x="1567022" y="2331814"/>
                  </a:lnTo>
                  <a:lnTo>
                    <a:pt x="1680154" y="2319613"/>
                  </a:lnTo>
                  <a:lnTo>
                    <a:pt x="1791996" y="2305818"/>
                  </a:lnTo>
                  <a:lnTo>
                    <a:pt x="1900076" y="2290440"/>
                  </a:lnTo>
                  <a:lnTo>
                    <a:pt x="2002696" y="2273455"/>
                  </a:lnTo>
                  <a:lnTo>
                    <a:pt x="2098866" y="2254795"/>
                  </a:lnTo>
                  <a:lnTo>
                    <a:pt x="2188175" y="2234341"/>
                  </a:lnTo>
                  <a:lnTo>
                    <a:pt x="2270659" y="2211922"/>
                  </a:lnTo>
                  <a:lnTo>
                    <a:pt x="2346667" y="2187320"/>
                  </a:lnTo>
                  <a:lnTo>
                    <a:pt x="2416758" y="2160274"/>
                  </a:lnTo>
                  <a:lnTo>
                    <a:pt x="2481609" y="2130490"/>
                  </a:lnTo>
                  <a:lnTo>
                    <a:pt x="2541960" y="2097655"/>
                  </a:lnTo>
                  <a:lnTo>
                    <a:pt x="2598560" y="2061468"/>
                  </a:lnTo>
                  <a:lnTo>
                    <a:pt x="2652133" y="2021683"/>
                  </a:lnTo>
                  <a:lnTo>
                    <a:pt x="2702183" y="1979212"/>
                  </a:lnTo>
                  <a:lnTo>
                    <a:pt x="2749257" y="1934440"/>
                  </a:lnTo>
                  <a:lnTo>
                    <a:pt x="2795105" y="1886232"/>
                  </a:lnTo>
                  <a:lnTo>
                    <a:pt x="2840077" y="1834520"/>
                  </a:lnTo>
                  <a:lnTo>
                    <a:pt x="2884452" y="1779294"/>
                  </a:lnTo>
                  <a:lnTo>
                    <a:pt x="2928446" y="1720619"/>
                  </a:lnTo>
                  <a:lnTo>
                    <a:pt x="2972230" y="1658629"/>
                  </a:lnTo>
                  <a:lnTo>
                    <a:pt x="3015924" y="1593541"/>
                  </a:lnTo>
                  <a:lnTo>
                    <a:pt x="3059613" y="1525650"/>
                  </a:lnTo>
                  <a:lnTo>
                    <a:pt x="3103348" y="1455328"/>
                  </a:lnTo>
                  <a:lnTo>
                    <a:pt x="3147150" y="1383017"/>
                  </a:lnTo>
                  <a:lnTo>
                    <a:pt x="3191018" y="1309222"/>
                  </a:lnTo>
                  <a:lnTo>
                    <a:pt x="3234934" y="1234493"/>
                  </a:lnTo>
                  <a:lnTo>
                    <a:pt x="3278870" y="1159409"/>
                  </a:lnTo>
                  <a:lnTo>
                    <a:pt x="3322793" y="1084565"/>
                  </a:lnTo>
                  <a:lnTo>
                    <a:pt x="3366672" y="1010543"/>
                  </a:lnTo>
                  <a:lnTo>
                    <a:pt x="3410488" y="937901"/>
                  </a:lnTo>
                  <a:lnTo>
                    <a:pt x="3454235" y="867153"/>
                  </a:lnTo>
                  <a:lnTo>
                    <a:pt x="3497930" y="798756"/>
                  </a:lnTo>
                  <a:lnTo>
                    <a:pt x="3541618" y="733095"/>
                  </a:lnTo>
                  <a:lnTo>
                    <a:pt x="3585375" y="670481"/>
                  </a:lnTo>
                  <a:lnTo>
                    <a:pt x="3629317" y="611145"/>
                  </a:lnTo>
                  <a:lnTo>
                    <a:pt x="3673602" y="555238"/>
                  </a:lnTo>
                  <a:lnTo>
                    <a:pt x="3718437" y="502838"/>
                  </a:lnTo>
                  <a:lnTo>
                    <a:pt x="3764090" y="453949"/>
                  </a:lnTo>
                  <a:lnTo>
                    <a:pt x="3810892" y="408514"/>
                  </a:lnTo>
                  <a:lnTo>
                    <a:pt x="3820202" y="400035"/>
                  </a:lnTo>
                  <a:lnTo>
                    <a:pt x="3871451" y="356611"/>
                  </a:lnTo>
                  <a:lnTo>
                    <a:pt x="3925086" y="316910"/>
                  </a:lnTo>
                  <a:lnTo>
                    <a:pt x="3981764" y="280803"/>
                  </a:lnTo>
                  <a:lnTo>
                    <a:pt x="4042209" y="248042"/>
                  </a:lnTo>
                  <a:lnTo>
                    <a:pt x="4107172" y="218323"/>
                  </a:lnTo>
                  <a:lnTo>
                    <a:pt x="4177391" y="191337"/>
                  </a:lnTo>
                  <a:lnTo>
                    <a:pt x="4253542" y="166788"/>
                  </a:lnTo>
                  <a:lnTo>
                    <a:pt x="4336179" y="144416"/>
                  </a:lnTo>
                  <a:lnTo>
                    <a:pt x="4425647" y="124005"/>
                  </a:lnTo>
                  <a:lnTo>
                    <a:pt x="4521971" y="105384"/>
                  </a:lnTo>
                  <a:lnTo>
                    <a:pt x="4624730" y="88437"/>
                  </a:lnTo>
                  <a:lnTo>
                    <a:pt x="4732918" y="73095"/>
                  </a:lnTo>
                  <a:lnTo>
                    <a:pt x="4844820" y="59336"/>
                  </a:lnTo>
                  <a:lnTo>
                    <a:pt x="4957947" y="47172"/>
                  </a:lnTo>
                  <a:lnTo>
                    <a:pt x="5069079" y="36635"/>
                  </a:lnTo>
                  <a:lnTo>
                    <a:pt x="5174463" y="27756"/>
                  </a:lnTo>
                  <a:lnTo>
                    <a:pt x="5270183" y="20539"/>
                  </a:lnTo>
                  <a:lnTo>
                    <a:pt x="5352670" y="14939"/>
                  </a:lnTo>
                  <a:lnTo>
                    <a:pt x="5419267" y="10847"/>
                  </a:lnTo>
                  <a:lnTo>
                    <a:pt x="5468704" y="8086"/>
                  </a:lnTo>
                  <a:lnTo>
                    <a:pt x="5501381" y="6421"/>
                  </a:lnTo>
                  <a:lnTo>
                    <a:pt x="5519402" y="5581"/>
                  </a:lnTo>
                  <a:lnTo>
                    <a:pt x="5526424" y="528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1" y="5262"/>
                  </a:lnTo>
                  <a:lnTo>
                    <a:pt x="6530942" y="5419"/>
                  </a:lnTo>
                  <a:lnTo>
                    <a:pt x="6549776" y="5852"/>
                  </a:lnTo>
                  <a:lnTo>
                    <a:pt x="6583708" y="6706"/>
                  </a:lnTo>
                  <a:lnTo>
                    <a:pt x="6634807" y="8116"/>
                  </a:lnTo>
                  <a:lnTo>
                    <a:pt x="6703364" y="10201"/>
                  </a:lnTo>
                  <a:lnTo>
                    <a:pt x="6787950" y="13047"/>
                  </a:lnTo>
                  <a:lnTo>
                    <a:pt x="6885725" y="16706"/>
                  </a:lnTo>
                  <a:lnTo>
                    <a:pt x="6992955" y="21198"/>
                  </a:lnTo>
                  <a:lnTo>
                    <a:pt x="7105603" y="26519"/>
                  </a:lnTo>
                  <a:lnTo>
                    <a:pt x="7219853" y="32653"/>
                  </a:lnTo>
                  <a:lnTo>
                    <a:pt x="7332476" y="39585"/>
                  </a:lnTo>
                  <a:lnTo>
                    <a:pt x="7441018" y="47310"/>
                  </a:lnTo>
                  <a:lnTo>
                    <a:pt x="7543826" y="55842"/>
                  </a:lnTo>
                  <a:lnTo>
                    <a:pt x="7639967" y="65221"/>
                  </a:lnTo>
                  <a:lnTo>
                    <a:pt x="7729091" y="75509"/>
                  </a:lnTo>
                  <a:lnTo>
                    <a:pt x="7811294" y="86797"/>
                  </a:lnTo>
                  <a:lnTo>
                    <a:pt x="7886976" y="99199"/>
                  </a:lnTo>
                  <a:lnTo>
                    <a:pt x="7956739" y="112851"/>
                  </a:lnTo>
                  <a:lnTo>
                    <a:pt x="8021298" y="127903"/>
                  </a:lnTo>
                  <a:lnTo>
                    <a:pt x="8081418" y="144514"/>
                  </a:lnTo>
                  <a:lnTo>
                    <a:pt x="8137869" y="162832"/>
                  </a:lnTo>
                  <a:lnTo>
                    <a:pt x="8191385" y="182973"/>
                  </a:lnTo>
                  <a:lnTo>
                    <a:pt x="8229629" y="199144"/>
                  </a:lnTo>
                  <a:lnTo>
                    <a:pt x="8285610" y="225558"/>
                  </a:lnTo>
                  <a:lnTo>
                    <a:pt x="8339949" y="254383"/>
                  </a:lnTo>
                  <a:lnTo>
                    <a:pt x="8393202" y="285661"/>
                  </a:lnTo>
                  <a:lnTo>
                    <a:pt x="8445790" y="319372"/>
                  </a:lnTo>
                  <a:lnTo>
                    <a:pt x="8498027" y="355422"/>
                  </a:lnTo>
                  <a:lnTo>
                    <a:pt x="8550130" y="393641"/>
                  </a:lnTo>
                  <a:lnTo>
                    <a:pt x="8602238" y="433779"/>
                  </a:lnTo>
                  <a:lnTo>
                    <a:pt x="8654424" y="475511"/>
                  </a:lnTo>
                  <a:lnTo>
                    <a:pt x="8706708" y="518445"/>
                  </a:lnTo>
                  <a:lnTo>
                    <a:pt x="8759068" y="562136"/>
                  </a:lnTo>
                  <a:lnTo>
                    <a:pt x="8811459" y="606105"/>
                  </a:lnTo>
                  <a:lnTo>
                    <a:pt x="8863826" y="649859"/>
                  </a:lnTo>
                  <a:lnTo>
                    <a:pt x="8916121" y="692917"/>
                  </a:lnTo>
                  <a:lnTo>
                    <a:pt x="8968320" y="734827"/>
                  </a:lnTo>
                  <a:lnTo>
                    <a:pt x="9020435" y="775190"/>
                  </a:lnTo>
                  <a:lnTo>
                    <a:pt x="9072532" y="813672"/>
                  </a:lnTo>
                  <a:lnTo>
                    <a:pt x="9124741" y="850013"/>
                  </a:lnTo>
                  <a:lnTo>
                    <a:pt x="9177269" y="884032"/>
                  </a:lnTo>
                  <a:lnTo>
                    <a:pt x="9230415" y="915626"/>
                  </a:lnTo>
                  <a:lnTo>
                    <a:pt x="9284586" y="944766"/>
                  </a:lnTo>
                  <a:lnTo>
                    <a:pt x="9340319" y="971486"/>
                  </a:lnTo>
                  <a:lnTo>
                    <a:pt x="9347647" y="974757"/>
                  </a:lnTo>
                  <a:lnTo>
                    <a:pt x="9399413" y="996286"/>
                  </a:lnTo>
                  <a:lnTo>
                    <a:pt x="9453618" y="1015951"/>
                  </a:lnTo>
                  <a:lnTo>
                    <a:pt x="9510941" y="1033817"/>
                  </a:lnTo>
                  <a:lnTo>
                    <a:pt x="9572128" y="1050012"/>
                  </a:lnTo>
                  <a:lnTo>
                    <a:pt x="9637953" y="1064689"/>
                  </a:lnTo>
                  <a:lnTo>
                    <a:pt x="9709174" y="1078005"/>
                  </a:lnTo>
                  <a:lnTo>
                    <a:pt x="9786482" y="1090109"/>
                  </a:lnTo>
                  <a:lnTo>
                    <a:pt x="9870437" y="1101130"/>
                  </a:lnTo>
                  <a:lnTo>
                    <a:pt x="9961372" y="1111176"/>
                  </a:lnTo>
                  <a:lnTo>
                    <a:pt x="10059282" y="1120332"/>
                  </a:lnTo>
                  <a:lnTo>
                    <a:pt x="10163681" y="1128654"/>
                  </a:lnTo>
                  <a:lnTo>
                    <a:pt x="10273462" y="1136175"/>
                  </a:lnTo>
                  <a:lnTo>
                    <a:pt x="10386770" y="1142902"/>
                  </a:lnTo>
                  <a:lnTo>
                    <a:pt x="10500944" y="1148829"/>
                  </a:lnTo>
                  <a:lnTo>
                    <a:pt x="10612580" y="1153938"/>
                  </a:lnTo>
                  <a:lnTo>
                    <a:pt x="10717762" y="1158216"/>
                  </a:lnTo>
                  <a:lnTo>
                    <a:pt x="10812476" y="1161663"/>
                  </a:lnTo>
                  <a:lnTo>
                    <a:pt x="10893162" y="1164306"/>
                  </a:lnTo>
                  <a:lnTo>
                    <a:pt x="10957300" y="1166208"/>
                  </a:lnTo>
                  <a:lnTo>
                    <a:pt x="11003883" y="1167463"/>
                  </a:lnTo>
                  <a:lnTo>
                    <a:pt x="11033665" y="1168195"/>
                  </a:lnTo>
                  <a:lnTo>
                    <a:pt x="11049154" y="1168543"/>
                  </a:lnTo>
                  <a:lnTo>
                    <a:pt x="11054423" y="1168652"/>
                  </a:lnTo>
                  <a:lnTo>
                    <a:pt x="11054891" y="1168661"/>
                  </a:lnTo>
                  <a:lnTo>
                    <a:pt x="12049831" y="1168661"/>
                  </a:lnTo>
                  <a:lnTo>
                    <a:pt x="12049831" y="1163420"/>
                  </a:lnTo>
                  <a:lnTo>
                    <a:pt x="11054891" y="1163420"/>
                  </a:lnTo>
                  <a:lnTo>
                    <a:pt x="11053765" y="1163398"/>
                  </a:lnTo>
                  <a:lnTo>
                    <a:pt x="11046335" y="1163241"/>
                  </a:lnTo>
                  <a:lnTo>
                    <a:pt x="11027500" y="1162808"/>
                  </a:lnTo>
                  <a:lnTo>
                    <a:pt x="10993569" y="1161955"/>
                  </a:lnTo>
                  <a:lnTo>
                    <a:pt x="10942470" y="1160544"/>
                  </a:lnTo>
                  <a:lnTo>
                    <a:pt x="10873912" y="1158460"/>
                  </a:lnTo>
                  <a:lnTo>
                    <a:pt x="10789326" y="1155614"/>
                  </a:lnTo>
                  <a:lnTo>
                    <a:pt x="10691552" y="1151955"/>
                  </a:lnTo>
                  <a:lnTo>
                    <a:pt x="10584321" y="1147463"/>
                  </a:lnTo>
                  <a:lnTo>
                    <a:pt x="10471673" y="1142141"/>
                  </a:lnTo>
                  <a:lnTo>
                    <a:pt x="10357424" y="1136007"/>
                  </a:lnTo>
                  <a:lnTo>
                    <a:pt x="10244801" y="1129075"/>
                  </a:lnTo>
                  <a:lnTo>
                    <a:pt x="10136258" y="1121351"/>
                  </a:lnTo>
                  <a:lnTo>
                    <a:pt x="10033450" y="1112818"/>
                  </a:lnTo>
                  <a:lnTo>
                    <a:pt x="9937310" y="1103440"/>
                  </a:lnTo>
                  <a:lnTo>
                    <a:pt x="9848185" y="1093151"/>
                  </a:lnTo>
                  <a:lnTo>
                    <a:pt x="9765983" y="1081863"/>
                  </a:lnTo>
                  <a:lnTo>
                    <a:pt x="9690300" y="1069461"/>
                  </a:lnTo>
                  <a:lnTo>
                    <a:pt x="9620537" y="1055810"/>
                  </a:lnTo>
                  <a:lnTo>
                    <a:pt x="9555979" y="1040758"/>
                  </a:lnTo>
                  <a:lnTo>
                    <a:pt x="9495859" y="1024147"/>
                  </a:lnTo>
                  <a:lnTo>
                    <a:pt x="9439407" y="1005828"/>
                  </a:lnTo>
                  <a:lnTo>
                    <a:pt x="9385891" y="985687"/>
                  </a:lnTo>
                  <a:lnTo>
                    <a:pt x="9347647" y="969517"/>
                  </a:lnTo>
                  <a:lnTo>
                    <a:pt x="9291667" y="943103"/>
                  </a:lnTo>
                  <a:lnTo>
                    <a:pt x="9237328" y="914278"/>
                  </a:lnTo>
                  <a:lnTo>
                    <a:pt x="9184075" y="882999"/>
                  </a:lnTo>
                  <a:lnTo>
                    <a:pt x="9131486" y="849288"/>
                  </a:lnTo>
                  <a:lnTo>
                    <a:pt x="9079250" y="813238"/>
                  </a:lnTo>
                  <a:lnTo>
                    <a:pt x="9027147" y="775020"/>
                  </a:lnTo>
                  <a:lnTo>
                    <a:pt x="8975039" y="734882"/>
                  </a:lnTo>
                  <a:lnTo>
                    <a:pt x="8922853" y="693150"/>
                  </a:lnTo>
                  <a:lnTo>
                    <a:pt x="8870569" y="650216"/>
                  </a:lnTo>
                  <a:lnTo>
                    <a:pt x="8818209" y="606524"/>
                  </a:lnTo>
                  <a:lnTo>
                    <a:pt x="8765818" y="562555"/>
                  </a:lnTo>
                  <a:lnTo>
                    <a:pt x="8713451" y="518801"/>
                  </a:lnTo>
                  <a:lnTo>
                    <a:pt x="8661155" y="475743"/>
                  </a:lnTo>
                  <a:lnTo>
                    <a:pt x="8608957" y="433833"/>
                  </a:lnTo>
                  <a:lnTo>
                    <a:pt x="8556841" y="393470"/>
                  </a:lnTo>
                  <a:lnTo>
                    <a:pt x="8504744" y="354989"/>
                  </a:lnTo>
                  <a:lnTo>
                    <a:pt x="8452535" y="318648"/>
                  </a:lnTo>
                  <a:lnTo>
                    <a:pt x="8400007" y="284629"/>
                  </a:lnTo>
                  <a:lnTo>
                    <a:pt x="8346861" y="253034"/>
                  </a:lnTo>
                  <a:lnTo>
                    <a:pt x="8292690" y="223894"/>
                  </a:lnTo>
                  <a:lnTo>
                    <a:pt x="8236958" y="197174"/>
                  </a:lnTo>
                  <a:lnTo>
                    <a:pt x="8229629" y="193903"/>
                  </a:lnTo>
                  <a:lnTo>
                    <a:pt x="8177863" y="172374"/>
                  </a:lnTo>
                  <a:lnTo>
                    <a:pt x="8123658" y="152709"/>
                  </a:lnTo>
                  <a:lnTo>
                    <a:pt x="8066336" y="134843"/>
                  </a:lnTo>
                  <a:lnTo>
                    <a:pt x="8005148" y="118648"/>
                  </a:lnTo>
                  <a:lnTo>
                    <a:pt x="7939323" y="103971"/>
                  </a:lnTo>
                  <a:lnTo>
                    <a:pt x="7868103" y="90655"/>
                  </a:lnTo>
                  <a:lnTo>
                    <a:pt x="7790794" y="78552"/>
                  </a:lnTo>
                  <a:lnTo>
                    <a:pt x="7706840" y="67531"/>
                  </a:lnTo>
                  <a:lnTo>
                    <a:pt x="7615904" y="57484"/>
                  </a:lnTo>
                  <a:lnTo>
                    <a:pt x="7517995" y="48328"/>
                  </a:lnTo>
                  <a:lnTo>
                    <a:pt x="7413596" y="40006"/>
                  </a:lnTo>
                  <a:lnTo>
                    <a:pt x="7303814" y="32486"/>
                  </a:lnTo>
                  <a:lnTo>
                    <a:pt x="7190506" y="25758"/>
                  </a:lnTo>
                  <a:lnTo>
                    <a:pt x="7076332" y="19831"/>
                  </a:lnTo>
                  <a:lnTo>
                    <a:pt x="6964696" y="14722"/>
                  </a:lnTo>
                  <a:lnTo>
                    <a:pt x="6859514" y="10445"/>
                  </a:lnTo>
                  <a:lnTo>
                    <a:pt x="6764801" y="6998"/>
                  </a:lnTo>
                  <a:lnTo>
                    <a:pt x="6684115" y="4354"/>
                  </a:lnTo>
                  <a:lnTo>
                    <a:pt x="6619976" y="2453"/>
                  </a:lnTo>
                  <a:lnTo>
                    <a:pt x="6573393" y="1197"/>
                  </a:lnTo>
                  <a:lnTo>
                    <a:pt x="6543611" y="466"/>
                  </a:lnTo>
                  <a:lnTo>
                    <a:pt x="6528122" y="117"/>
                  </a:lnTo>
                  <a:lnTo>
                    <a:pt x="6522853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2" y="43"/>
                  </a:lnTo>
                  <a:lnTo>
                    <a:pt x="5519129" y="353"/>
                  </a:lnTo>
                  <a:lnTo>
                    <a:pt x="5500807" y="1209"/>
                  </a:lnTo>
                  <a:lnTo>
                    <a:pt x="5467764" y="2896"/>
                  </a:lnTo>
                  <a:lnTo>
                    <a:pt x="5417931" y="5685"/>
                  </a:lnTo>
                  <a:lnTo>
                    <a:pt x="5350950" y="9810"/>
                  </a:lnTo>
                  <a:lnTo>
                    <a:pt x="5268125" y="15445"/>
                  </a:lnTo>
                  <a:lnTo>
                    <a:pt x="5172141" y="22700"/>
                  </a:lnTo>
                  <a:lnTo>
                    <a:pt x="5066581" y="31618"/>
                  </a:lnTo>
                  <a:lnTo>
                    <a:pt x="4955363" y="42192"/>
                  </a:lnTo>
                  <a:lnTo>
                    <a:pt x="4842231" y="54393"/>
                  </a:lnTo>
                  <a:lnTo>
                    <a:pt x="4730389" y="68189"/>
                  </a:lnTo>
                  <a:lnTo>
                    <a:pt x="4622309" y="83567"/>
                  </a:lnTo>
                  <a:lnTo>
                    <a:pt x="4519689" y="100551"/>
                  </a:lnTo>
                  <a:lnTo>
                    <a:pt x="4423519" y="119211"/>
                  </a:lnTo>
                  <a:lnTo>
                    <a:pt x="4334210" y="139665"/>
                  </a:lnTo>
                  <a:lnTo>
                    <a:pt x="4251726" y="162084"/>
                  </a:lnTo>
                  <a:lnTo>
                    <a:pt x="4175718" y="186686"/>
                  </a:lnTo>
                  <a:lnTo>
                    <a:pt x="4105627" y="213732"/>
                  </a:lnTo>
                  <a:lnTo>
                    <a:pt x="4040776" y="243517"/>
                  </a:lnTo>
                  <a:lnTo>
                    <a:pt x="3980425" y="276352"/>
                  </a:lnTo>
                  <a:lnTo>
                    <a:pt x="3923825" y="312538"/>
                  </a:lnTo>
                  <a:lnTo>
                    <a:pt x="3870252" y="352323"/>
                  </a:lnTo>
                  <a:lnTo>
                    <a:pt x="3820202" y="394794"/>
                  </a:lnTo>
                  <a:lnTo>
                    <a:pt x="3773128" y="439566"/>
                  </a:lnTo>
                  <a:lnTo>
                    <a:pt x="3727280" y="487774"/>
                  </a:lnTo>
                  <a:lnTo>
                    <a:pt x="3682308" y="539487"/>
                  </a:lnTo>
                  <a:lnTo>
                    <a:pt x="3637933" y="594712"/>
                  </a:lnTo>
                  <a:lnTo>
                    <a:pt x="3593939" y="653388"/>
                  </a:lnTo>
                  <a:lnTo>
                    <a:pt x="3550155" y="715377"/>
                  </a:lnTo>
                  <a:lnTo>
                    <a:pt x="3506461" y="780465"/>
                  </a:lnTo>
                  <a:lnTo>
                    <a:pt x="3462772" y="848356"/>
                  </a:lnTo>
                  <a:lnTo>
                    <a:pt x="3419037" y="918679"/>
                  </a:lnTo>
                  <a:lnTo>
                    <a:pt x="3375235" y="990989"/>
                  </a:lnTo>
                  <a:lnTo>
                    <a:pt x="3331367" y="1064784"/>
                  </a:lnTo>
                  <a:lnTo>
                    <a:pt x="3287451" y="1139514"/>
                  </a:lnTo>
                  <a:lnTo>
                    <a:pt x="3243515" y="1214597"/>
                  </a:lnTo>
                  <a:lnTo>
                    <a:pt x="3199592" y="1289442"/>
                  </a:lnTo>
                  <a:lnTo>
                    <a:pt x="3155713" y="1363464"/>
                  </a:lnTo>
                  <a:lnTo>
                    <a:pt x="3111897" y="1436105"/>
                  </a:lnTo>
                  <a:lnTo>
                    <a:pt x="3068150" y="1506853"/>
                  </a:lnTo>
                  <a:lnTo>
                    <a:pt x="3024455" y="1575250"/>
                  </a:lnTo>
                  <a:lnTo>
                    <a:pt x="2980767" y="1640911"/>
                  </a:lnTo>
                  <a:lnTo>
                    <a:pt x="2937010" y="1703525"/>
                  </a:lnTo>
                  <a:lnTo>
                    <a:pt x="2893068" y="1762862"/>
                  </a:lnTo>
                  <a:lnTo>
                    <a:pt x="2848783" y="1818768"/>
                  </a:lnTo>
                  <a:lnTo>
                    <a:pt x="2803948" y="1871168"/>
                  </a:lnTo>
                  <a:lnTo>
                    <a:pt x="2758295" y="1920057"/>
                  </a:lnTo>
                  <a:lnTo>
                    <a:pt x="2711493" y="1965492"/>
                  </a:lnTo>
                  <a:lnTo>
                    <a:pt x="2702183" y="1973972"/>
                  </a:lnTo>
                  <a:lnTo>
                    <a:pt x="2650934" y="2017396"/>
                  </a:lnTo>
                  <a:lnTo>
                    <a:pt x="2597299" y="2057096"/>
                  </a:lnTo>
                  <a:lnTo>
                    <a:pt x="2540621" y="2093203"/>
                  </a:lnTo>
                  <a:lnTo>
                    <a:pt x="2480176" y="2125965"/>
                  </a:lnTo>
                  <a:lnTo>
                    <a:pt x="2415213" y="2155683"/>
                  </a:lnTo>
                  <a:lnTo>
                    <a:pt x="2344994" y="2182670"/>
                  </a:lnTo>
                  <a:lnTo>
                    <a:pt x="2268843" y="2207219"/>
                  </a:lnTo>
                  <a:lnTo>
                    <a:pt x="2186206" y="2229590"/>
                  </a:lnTo>
                  <a:lnTo>
                    <a:pt x="2096738" y="2250002"/>
                  </a:lnTo>
                  <a:lnTo>
                    <a:pt x="2000414" y="2268622"/>
                  </a:lnTo>
                  <a:lnTo>
                    <a:pt x="1897655" y="2285569"/>
                  </a:lnTo>
                  <a:lnTo>
                    <a:pt x="1789467" y="2300911"/>
                  </a:lnTo>
                  <a:lnTo>
                    <a:pt x="1677565" y="2314670"/>
                  </a:lnTo>
                  <a:lnTo>
                    <a:pt x="1564438" y="2326834"/>
                  </a:lnTo>
                  <a:lnTo>
                    <a:pt x="1453306" y="2337371"/>
                  </a:lnTo>
                  <a:lnTo>
                    <a:pt x="1347922" y="2346250"/>
                  </a:lnTo>
                  <a:lnTo>
                    <a:pt x="1252202" y="2353467"/>
                  </a:lnTo>
                  <a:lnTo>
                    <a:pt x="1169715" y="2359067"/>
                  </a:lnTo>
                  <a:lnTo>
                    <a:pt x="1103118" y="2363159"/>
                  </a:lnTo>
                  <a:lnTo>
                    <a:pt x="1053681" y="2365920"/>
                  </a:lnTo>
                  <a:lnTo>
                    <a:pt x="1021004" y="2367585"/>
                  </a:lnTo>
                  <a:lnTo>
                    <a:pt x="1002983" y="2368425"/>
                  </a:lnTo>
                  <a:lnTo>
                    <a:pt x="995961" y="2368726"/>
                  </a:lnTo>
                  <a:lnTo>
                    <a:pt x="994940" y="2368766"/>
                  </a:lnTo>
                  <a:lnTo>
                    <a:pt x="0" y="2368766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94" name="pl1293"/>
            <p:cNvSpPr/>
            <p:nvPr/>
          </p:nvSpPr>
          <p:spPr>
            <a:xfrm>
              <a:off x="1199187" y="2384323"/>
              <a:ext cx="12049831" cy="2368766"/>
            </a:xfrm>
            <a:custGeom>
              <a:avLst/>
              <a:pathLst>
                <a:path w="12049831" h="2368766">
                  <a:moveTo>
                    <a:pt x="0" y="2368766"/>
                  </a:moveTo>
                  <a:lnTo>
                    <a:pt x="994940" y="2368766"/>
                  </a:lnTo>
                  <a:lnTo>
                    <a:pt x="996033" y="2368723"/>
                  </a:lnTo>
                  <a:lnTo>
                    <a:pt x="1003256" y="2368413"/>
                  </a:lnTo>
                  <a:lnTo>
                    <a:pt x="1021578" y="2367557"/>
                  </a:lnTo>
                  <a:lnTo>
                    <a:pt x="1054621" y="2365870"/>
                  </a:lnTo>
                  <a:lnTo>
                    <a:pt x="1104454" y="2363081"/>
                  </a:lnTo>
                  <a:lnTo>
                    <a:pt x="1171435" y="2358956"/>
                  </a:lnTo>
                  <a:lnTo>
                    <a:pt x="1254260" y="2353320"/>
                  </a:lnTo>
                  <a:lnTo>
                    <a:pt x="1350244" y="2346065"/>
                  </a:lnTo>
                  <a:lnTo>
                    <a:pt x="1455804" y="2337148"/>
                  </a:lnTo>
                  <a:lnTo>
                    <a:pt x="1567022" y="2326574"/>
                  </a:lnTo>
                  <a:lnTo>
                    <a:pt x="1680154" y="2314373"/>
                  </a:lnTo>
                  <a:lnTo>
                    <a:pt x="1791996" y="2300577"/>
                  </a:lnTo>
                  <a:lnTo>
                    <a:pt x="1900076" y="2285199"/>
                  </a:lnTo>
                  <a:lnTo>
                    <a:pt x="2002696" y="2268214"/>
                  </a:lnTo>
                  <a:lnTo>
                    <a:pt x="2098866" y="2249555"/>
                  </a:lnTo>
                  <a:lnTo>
                    <a:pt x="2188175" y="2229100"/>
                  </a:lnTo>
                  <a:lnTo>
                    <a:pt x="2270659" y="2206681"/>
                  </a:lnTo>
                  <a:lnTo>
                    <a:pt x="2346667" y="2182080"/>
                  </a:lnTo>
                  <a:lnTo>
                    <a:pt x="2416758" y="2155034"/>
                  </a:lnTo>
                  <a:lnTo>
                    <a:pt x="2481609" y="2125249"/>
                  </a:lnTo>
                  <a:lnTo>
                    <a:pt x="2541960" y="2092414"/>
                  </a:lnTo>
                  <a:lnTo>
                    <a:pt x="2598560" y="2056228"/>
                  </a:lnTo>
                  <a:lnTo>
                    <a:pt x="2652133" y="2016442"/>
                  </a:lnTo>
                  <a:lnTo>
                    <a:pt x="2702183" y="1973972"/>
                  </a:lnTo>
                  <a:lnTo>
                    <a:pt x="2749257" y="1929200"/>
                  </a:lnTo>
                  <a:lnTo>
                    <a:pt x="2795105" y="1880992"/>
                  </a:lnTo>
                  <a:lnTo>
                    <a:pt x="2840077" y="1829279"/>
                  </a:lnTo>
                  <a:lnTo>
                    <a:pt x="2884452" y="1774054"/>
                  </a:lnTo>
                  <a:lnTo>
                    <a:pt x="2928446" y="1715378"/>
                  </a:lnTo>
                  <a:lnTo>
                    <a:pt x="2972230" y="1653388"/>
                  </a:lnTo>
                  <a:lnTo>
                    <a:pt x="3015924" y="1588301"/>
                  </a:lnTo>
                  <a:lnTo>
                    <a:pt x="3059613" y="1520409"/>
                  </a:lnTo>
                  <a:lnTo>
                    <a:pt x="3103348" y="1450087"/>
                  </a:lnTo>
                  <a:lnTo>
                    <a:pt x="3147150" y="1377777"/>
                  </a:lnTo>
                  <a:lnTo>
                    <a:pt x="3191018" y="1303981"/>
                  </a:lnTo>
                  <a:lnTo>
                    <a:pt x="3234934" y="1229252"/>
                  </a:lnTo>
                  <a:lnTo>
                    <a:pt x="3278870" y="1154169"/>
                  </a:lnTo>
                  <a:lnTo>
                    <a:pt x="3322793" y="1079324"/>
                  </a:lnTo>
                  <a:lnTo>
                    <a:pt x="3366672" y="1005302"/>
                  </a:lnTo>
                  <a:lnTo>
                    <a:pt x="3410488" y="932660"/>
                  </a:lnTo>
                  <a:lnTo>
                    <a:pt x="3454235" y="861913"/>
                  </a:lnTo>
                  <a:lnTo>
                    <a:pt x="3497930" y="793515"/>
                  </a:lnTo>
                  <a:lnTo>
                    <a:pt x="3541618" y="727854"/>
                  </a:lnTo>
                  <a:lnTo>
                    <a:pt x="3585375" y="665240"/>
                  </a:lnTo>
                  <a:lnTo>
                    <a:pt x="3629317" y="605904"/>
                  </a:lnTo>
                  <a:lnTo>
                    <a:pt x="3673602" y="549998"/>
                  </a:lnTo>
                  <a:lnTo>
                    <a:pt x="3718437" y="497597"/>
                  </a:lnTo>
                  <a:lnTo>
                    <a:pt x="3764090" y="448708"/>
                  </a:lnTo>
                  <a:lnTo>
                    <a:pt x="3810892" y="403273"/>
                  </a:lnTo>
                  <a:lnTo>
                    <a:pt x="3820202" y="394794"/>
                  </a:lnTo>
                  <a:lnTo>
                    <a:pt x="3871451" y="351370"/>
                  </a:lnTo>
                  <a:lnTo>
                    <a:pt x="3925086" y="311669"/>
                  </a:lnTo>
                  <a:lnTo>
                    <a:pt x="3981764" y="275563"/>
                  </a:lnTo>
                  <a:lnTo>
                    <a:pt x="4042209" y="242801"/>
                  </a:lnTo>
                  <a:lnTo>
                    <a:pt x="4107172" y="213083"/>
                  </a:lnTo>
                  <a:lnTo>
                    <a:pt x="4177391" y="186096"/>
                  </a:lnTo>
                  <a:lnTo>
                    <a:pt x="4253542" y="161547"/>
                  </a:lnTo>
                  <a:lnTo>
                    <a:pt x="4336179" y="139175"/>
                  </a:lnTo>
                  <a:lnTo>
                    <a:pt x="4425647" y="118764"/>
                  </a:lnTo>
                  <a:lnTo>
                    <a:pt x="4521971" y="100144"/>
                  </a:lnTo>
                  <a:lnTo>
                    <a:pt x="4624730" y="83196"/>
                  </a:lnTo>
                  <a:lnTo>
                    <a:pt x="4732918" y="67855"/>
                  </a:lnTo>
                  <a:lnTo>
                    <a:pt x="4844820" y="54095"/>
                  </a:lnTo>
                  <a:lnTo>
                    <a:pt x="4957947" y="41931"/>
                  </a:lnTo>
                  <a:lnTo>
                    <a:pt x="5069079" y="31395"/>
                  </a:lnTo>
                  <a:lnTo>
                    <a:pt x="5174463" y="22516"/>
                  </a:lnTo>
                  <a:lnTo>
                    <a:pt x="5270183" y="15298"/>
                  </a:lnTo>
                  <a:lnTo>
                    <a:pt x="5352670" y="9699"/>
                  </a:lnTo>
                  <a:lnTo>
                    <a:pt x="5419267" y="5607"/>
                  </a:lnTo>
                  <a:lnTo>
                    <a:pt x="5468704" y="2846"/>
                  </a:lnTo>
                  <a:lnTo>
                    <a:pt x="5501381" y="1181"/>
                  </a:lnTo>
                  <a:lnTo>
                    <a:pt x="5519402" y="341"/>
                  </a:lnTo>
                  <a:lnTo>
                    <a:pt x="5526424" y="4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1" y="22"/>
                  </a:lnTo>
                  <a:lnTo>
                    <a:pt x="6530942" y="178"/>
                  </a:lnTo>
                  <a:lnTo>
                    <a:pt x="6549776" y="611"/>
                  </a:lnTo>
                  <a:lnTo>
                    <a:pt x="6583708" y="1465"/>
                  </a:lnTo>
                  <a:lnTo>
                    <a:pt x="6634807" y="2876"/>
                  </a:lnTo>
                  <a:lnTo>
                    <a:pt x="6703364" y="4960"/>
                  </a:lnTo>
                  <a:lnTo>
                    <a:pt x="6787950" y="7806"/>
                  </a:lnTo>
                  <a:lnTo>
                    <a:pt x="6885725" y="11465"/>
                  </a:lnTo>
                  <a:lnTo>
                    <a:pt x="6992955" y="15957"/>
                  </a:lnTo>
                  <a:lnTo>
                    <a:pt x="7105603" y="21278"/>
                  </a:lnTo>
                  <a:lnTo>
                    <a:pt x="7219853" y="27413"/>
                  </a:lnTo>
                  <a:lnTo>
                    <a:pt x="7332476" y="34344"/>
                  </a:lnTo>
                  <a:lnTo>
                    <a:pt x="7441018" y="42069"/>
                  </a:lnTo>
                  <a:lnTo>
                    <a:pt x="7543826" y="50602"/>
                  </a:lnTo>
                  <a:lnTo>
                    <a:pt x="7639967" y="59980"/>
                  </a:lnTo>
                  <a:lnTo>
                    <a:pt x="7729091" y="70268"/>
                  </a:lnTo>
                  <a:lnTo>
                    <a:pt x="7811294" y="81556"/>
                  </a:lnTo>
                  <a:lnTo>
                    <a:pt x="7886976" y="93958"/>
                  </a:lnTo>
                  <a:lnTo>
                    <a:pt x="7956739" y="107610"/>
                  </a:lnTo>
                  <a:lnTo>
                    <a:pt x="8021298" y="122662"/>
                  </a:lnTo>
                  <a:lnTo>
                    <a:pt x="8081418" y="139273"/>
                  </a:lnTo>
                  <a:lnTo>
                    <a:pt x="8137869" y="157591"/>
                  </a:lnTo>
                  <a:lnTo>
                    <a:pt x="8191385" y="177733"/>
                  </a:lnTo>
                  <a:lnTo>
                    <a:pt x="8229629" y="193903"/>
                  </a:lnTo>
                  <a:lnTo>
                    <a:pt x="8285610" y="220317"/>
                  </a:lnTo>
                  <a:lnTo>
                    <a:pt x="8339949" y="249142"/>
                  </a:lnTo>
                  <a:lnTo>
                    <a:pt x="8393202" y="280420"/>
                  </a:lnTo>
                  <a:lnTo>
                    <a:pt x="8445790" y="314131"/>
                  </a:lnTo>
                  <a:lnTo>
                    <a:pt x="8498027" y="350181"/>
                  </a:lnTo>
                  <a:lnTo>
                    <a:pt x="8550130" y="388400"/>
                  </a:lnTo>
                  <a:lnTo>
                    <a:pt x="8602238" y="428538"/>
                  </a:lnTo>
                  <a:lnTo>
                    <a:pt x="8654424" y="470270"/>
                  </a:lnTo>
                  <a:lnTo>
                    <a:pt x="8706708" y="513204"/>
                  </a:lnTo>
                  <a:lnTo>
                    <a:pt x="8759068" y="556895"/>
                  </a:lnTo>
                  <a:lnTo>
                    <a:pt x="8811459" y="600864"/>
                  </a:lnTo>
                  <a:lnTo>
                    <a:pt x="8863826" y="644619"/>
                  </a:lnTo>
                  <a:lnTo>
                    <a:pt x="8916121" y="687676"/>
                  </a:lnTo>
                  <a:lnTo>
                    <a:pt x="8968320" y="729586"/>
                  </a:lnTo>
                  <a:lnTo>
                    <a:pt x="9020435" y="769949"/>
                  </a:lnTo>
                  <a:lnTo>
                    <a:pt x="9072532" y="808431"/>
                  </a:lnTo>
                  <a:lnTo>
                    <a:pt x="9124741" y="844772"/>
                  </a:lnTo>
                  <a:lnTo>
                    <a:pt x="9177269" y="878791"/>
                  </a:lnTo>
                  <a:lnTo>
                    <a:pt x="9230415" y="910386"/>
                  </a:lnTo>
                  <a:lnTo>
                    <a:pt x="9284586" y="939525"/>
                  </a:lnTo>
                  <a:lnTo>
                    <a:pt x="9340319" y="966246"/>
                  </a:lnTo>
                  <a:lnTo>
                    <a:pt x="9347647" y="969517"/>
                  </a:lnTo>
                  <a:lnTo>
                    <a:pt x="9399413" y="991046"/>
                  </a:lnTo>
                  <a:lnTo>
                    <a:pt x="9453618" y="1010710"/>
                  </a:lnTo>
                  <a:lnTo>
                    <a:pt x="9510941" y="1028577"/>
                  </a:lnTo>
                  <a:lnTo>
                    <a:pt x="9572128" y="1044772"/>
                  </a:lnTo>
                  <a:lnTo>
                    <a:pt x="9637953" y="1059449"/>
                  </a:lnTo>
                  <a:lnTo>
                    <a:pt x="9709174" y="1072765"/>
                  </a:lnTo>
                  <a:lnTo>
                    <a:pt x="9786482" y="1084868"/>
                  </a:lnTo>
                  <a:lnTo>
                    <a:pt x="9870437" y="1095889"/>
                  </a:lnTo>
                  <a:lnTo>
                    <a:pt x="9961372" y="1105936"/>
                  </a:lnTo>
                  <a:lnTo>
                    <a:pt x="10059282" y="1115092"/>
                  </a:lnTo>
                  <a:lnTo>
                    <a:pt x="10163681" y="1123414"/>
                  </a:lnTo>
                  <a:lnTo>
                    <a:pt x="10273462" y="1130934"/>
                  </a:lnTo>
                  <a:lnTo>
                    <a:pt x="10386770" y="1137661"/>
                  </a:lnTo>
                  <a:lnTo>
                    <a:pt x="10500944" y="1143588"/>
                  </a:lnTo>
                  <a:lnTo>
                    <a:pt x="10612580" y="1148698"/>
                  </a:lnTo>
                  <a:lnTo>
                    <a:pt x="10717762" y="1152975"/>
                  </a:lnTo>
                  <a:lnTo>
                    <a:pt x="10812476" y="1156422"/>
                  </a:lnTo>
                  <a:lnTo>
                    <a:pt x="10893162" y="1159066"/>
                  </a:lnTo>
                  <a:lnTo>
                    <a:pt x="10957300" y="1160967"/>
                  </a:lnTo>
                  <a:lnTo>
                    <a:pt x="11003883" y="1162222"/>
                  </a:lnTo>
                  <a:lnTo>
                    <a:pt x="11033665" y="1162954"/>
                  </a:lnTo>
                  <a:lnTo>
                    <a:pt x="11049154" y="1163302"/>
                  </a:lnTo>
                  <a:lnTo>
                    <a:pt x="11054423" y="1163411"/>
                  </a:lnTo>
                  <a:lnTo>
                    <a:pt x="11054891" y="1163420"/>
                  </a:lnTo>
                  <a:lnTo>
                    <a:pt x="12049831" y="1163420"/>
                  </a:lnTo>
                  <a:lnTo>
                    <a:pt x="12049831" y="11634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5" name="pl1294"/>
            <p:cNvSpPr/>
            <p:nvPr/>
          </p:nvSpPr>
          <p:spPr>
            <a:xfrm>
              <a:off x="1199187" y="2379083"/>
              <a:ext cx="12049831" cy="2368766"/>
            </a:xfrm>
            <a:custGeom>
              <a:avLst/>
              <a:pathLst>
                <a:path w="12049831" h="2368766">
                  <a:moveTo>
                    <a:pt x="12049831" y="1163420"/>
                  </a:moveTo>
                  <a:lnTo>
                    <a:pt x="11054891" y="1163420"/>
                  </a:lnTo>
                  <a:lnTo>
                    <a:pt x="11053765" y="1163398"/>
                  </a:lnTo>
                  <a:lnTo>
                    <a:pt x="11046335" y="1163241"/>
                  </a:lnTo>
                  <a:lnTo>
                    <a:pt x="11027500" y="1162808"/>
                  </a:lnTo>
                  <a:lnTo>
                    <a:pt x="10993569" y="1161955"/>
                  </a:lnTo>
                  <a:lnTo>
                    <a:pt x="10942470" y="1160544"/>
                  </a:lnTo>
                  <a:lnTo>
                    <a:pt x="10873912" y="1158460"/>
                  </a:lnTo>
                  <a:lnTo>
                    <a:pt x="10789326" y="1155614"/>
                  </a:lnTo>
                  <a:lnTo>
                    <a:pt x="10691552" y="1151955"/>
                  </a:lnTo>
                  <a:lnTo>
                    <a:pt x="10584321" y="1147463"/>
                  </a:lnTo>
                  <a:lnTo>
                    <a:pt x="10471673" y="1142141"/>
                  </a:lnTo>
                  <a:lnTo>
                    <a:pt x="10357424" y="1136007"/>
                  </a:lnTo>
                  <a:lnTo>
                    <a:pt x="10244801" y="1129075"/>
                  </a:lnTo>
                  <a:lnTo>
                    <a:pt x="10136258" y="1121351"/>
                  </a:lnTo>
                  <a:lnTo>
                    <a:pt x="10033450" y="1112818"/>
                  </a:lnTo>
                  <a:lnTo>
                    <a:pt x="9937310" y="1103440"/>
                  </a:lnTo>
                  <a:lnTo>
                    <a:pt x="9848185" y="1093151"/>
                  </a:lnTo>
                  <a:lnTo>
                    <a:pt x="9765983" y="1081863"/>
                  </a:lnTo>
                  <a:lnTo>
                    <a:pt x="9690300" y="1069461"/>
                  </a:lnTo>
                  <a:lnTo>
                    <a:pt x="9620537" y="1055810"/>
                  </a:lnTo>
                  <a:lnTo>
                    <a:pt x="9555979" y="1040758"/>
                  </a:lnTo>
                  <a:lnTo>
                    <a:pt x="9495859" y="1024147"/>
                  </a:lnTo>
                  <a:lnTo>
                    <a:pt x="9439407" y="1005828"/>
                  </a:lnTo>
                  <a:lnTo>
                    <a:pt x="9385891" y="985687"/>
                  </a:lnTo>
                  <a:lnTo>
                    <a:pt x="9347647" y="969517"/>
                  </a:lnTo>
                  <a:lnTo>
                    <a:pt x="9291667" y="943103"/>
                  </a:lnTo>
                  <a:lnTo>
                    <a:pt x="9237328" y="914278"/>
                  </a:lnTo>
                  <a:lnTo>
                    <a:pt x="9184075" y="882999"/>
                  </a:lnTo>
                  <a:lnTo>
                    <a:pt x="9131486" y="849288"/>
                  </a:lnTo>
                  <a:lnTo>
                    <a:pt x="9079250" y="813238"/>
                  </a:lnTo>
                  <a:lnTo>
                    <a:pt x="9027147" y="775020"/>
                  </a:lnTo>
                  <a:lnTo>
                    <a:pt x="8975039" y="734882"/>
                  </a:lnTo>
                  <a:lnTo>
                    <a:pt x="8922853" y="693150"/>
                  </a:lnTo>
                  <a:lnTo>
                    <a:pt x="8870569" y="650216"/>
                  </a:lnTo>
                  <a:lnTo>
                    <a:pt x="8818209" y="606524"/>
                  </a:lnTo>
                  <a:lnTo>
                    <a:pt x="8765818" y="562555"/>
                  </a:lnTo>
                  <a:lnTo>
                    <a:pt x="8713451" y="518801"/>
                  </a:lnTo>
                  <a:lnTo>
                    <a:pt x="8661155" y="475743"/>
                  </a:lnTo>
                  <a:lnTo>
                    <a:pt x="8608957" y="433833"/>
                  </a:lnTo>
                  <a:lnTo>
                    <a:pt x="8556841" y="393470"/>
                  </a:lnTo>
                  <a:lnTo>
                    <a:pt x="8504744" y="354989"/>
                  </a:lnTo>
                  <a:lnTo>
                    <a:pt x="8452535" y="318648"/>
                  </a:lnTo>
                  <a:lnTo>
                    <a:pt x="8400007" y="284629"/>
                  </a:lnTo>
                  <a:lnTo>
                    <a:pt x="8346861" y="253034"/>
                  </a:lnTo>
                  <a:lnTo>
                    <a:pt x="8292690" y="223894"/>
                  </a:lnTo>
                  <a:lnTo>
                    <a:pt x="8236958" y="197174"/>
                  </a:lnTo>
                  <a:lnTo>
                    <a:pt x="8229629" y="193903"/>
                  </a:lnTo>
                  <a:lnTo>
                    <a:pt x="8177863" y="172374"/>
                  </a:lnTo>
                  <a:lnTo>
                    <a:pt x="8123658" y="152709"/>
                  </a:lnTo>
                  <a:lnTo>
                    <a:pt x="8066336" y="134843"/>
                  </a:lnTo>
                  <a:lnTo>
                    <a:pt x="8005148" y="118648"/>
                  </a:lnTo>
                  <a:lnTo>
                    <a:pt x="7939323" y="103971"/>
                  </a:lnTo>
                  <a:lnTo>
                    <a:pt x="7868103" y="90655"/>
                  </a:lnTo>
                  <a:lnTo>
                    <a:pt x="7790794" y="78552"/>
                  </a:lnTo>
                  <a:lnTo>
                    <a:pt x="7706840" y="67531"/>
                  </a:lnTo>
                  <a:lnTo>
                    <a:pt x="7615904" y="57484"/>
                  </a:lnTo>
                  <a:lnTo>
                    <a:pt x="7517995" y="48328"/>
                  </a:lnTo>
                  <a:lnTo>
                    <a:pt x="7413596" y="40006"/>
                  </a:lnTo>
                  <a:lnTo>
                    <a:pt x="7303814" y="32486"/>
                  </a:lnTo>
                  <a:lnTo>
                    <a:pt x="7190506" y="25758"/>
                  </a:lnTo>
                  <a:lnTo>
                    <a:pt x="7076332" y="19831"/>
                  </a:lnTo>
                  <a:lnTo>
                    <a:pt x="6964696" y="14722"/>
                  </a:lnTo>
                  <a:lnTo>
                    <a:pt x="6859514" y="10445"/>
                  </a:lnTo>
                  <a:lnTo>
                    <a:pt x="6764801" y="6998"/>
                  </a:lnTo>
                  <a:lnTo>
                    <a:pt x="6684115" y="4354"/>
                  </a:lnTo>
                  <a:lnTo>
                    <a:pt x="6619976" y="2453"/>
                  </a:lnTo>
                  <a:lnTo>
                    <a:pt x="6573393" y="1197"/>
                  </a:lnTo>
                  <a:lnTo>
                    <a:pt x="6543611" y="466"/>
                  </a:lnTo>
                  <a:lnTo>
                    <a:pt x="6528122" y="117"/>
                  </a:lnTo>
                  <a:lnTo>
                    <a:pt x="6522853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2" y="43"/>
                  </a:lnTo>
                  <a:lnTo>
                    <a:pt x="5519129" y="353"/>
                  </a:lnTo>
                  <a:lnTo>
                    <a:pt x="5500807" y="1209"/>
                  </a:lnTo>
                  <a:lnTo>
                    <a:pt x="5467764" y="2896"/>
                  </a:lnTo>
                  <a:lnTo>
                    <a:pt x="5417931" y="5685"/>
                  </a:lnTo>
                  <a:lnTo>
                    <a:pt x="5350950" y="9810"/>
                  </a:lnTo>
                  <a:lnTo>
                    <a:pt x="5268125" y="15445"/>
                  </a:lnTo>
                  <a:lnTo>
                    <a:pt x="5172141" y="22700"/>
                  </a:lnTo>
                  <a:lnTo>
                    <a:pt x="5066581" y="31618"/>
                  </a:lnTo>
                  <a:lnTo>
                    <a:pt x="4955363" y="42192"/>
                  </a:lnTo>
                  <a:lnTo>
                    <a:pt x="4842231" y="54393"/>
                  </a:lnTo>
                  <a:lnTo>
                    <a:pt x="4730389" y="68189"/>
                  </a:lnTo>
                  <a:lnTo>
                    <a:pt x="4622309" y="83567"/>
                  </a:lnTo>
                  <a:lnTo>
                    <a:pt x="4519689" y="100551"/>
                  </a:lnTo>
                  <a:lnTo>
                    <a:pt x="4423519" y="119211"/>
                  </a:lnTo>
                  <a:lnTo>
                    <a:pt x="4334210" y="139665"/>
                  </a:lnTo>
                  <a:lnTo>
                    <a:pt x="4251726" y="162084"/>
                  </a:lnTo>
                  <a:lnTo>
                    <a:pt x="4175718" y="186686"/>
                  </a:lnTo>
                  <a:lnTo>
                    <a:pt x="4105627" y="213732"/>
                  </a:lnTo>
                  <a:lnTo>
                    <a:pt x="4040776" y="243517"/>
                  </a:lnTo>
                  <a:lnTo>
                    <a:pt x="3980425" y="276352"/>
                  </a:lnTo>
                  <a:lnTo>
                    <a:pt x="3923825" y="312538"/>
                  </a:lnTo>
                  <a:lnTo>
                    <a:pt x="3870252" y="352323"/>
                  </a:lnTo>
                  <a:lnTo>
                    <a:pt x="3820202" y="394794"/>
                  </a:lnTo>
                  <a:lnTo>
                    <a:pt x="3773128" y="439566"/>
                  </a:lnTo>
                  <a:lnTo>
                    <a:pt x="3727280" y="487774"/>
                  </a:lnTo>
                  <a:lnTo>
                    <a:pt x="3682308" y="539487"/>
                  </a:lnTo>
                  <a:lnTo>
                    <a:pt x="3637933" y="594712"/>
                  </a:lnTo>
                  <a:lnTo>
                    <a:pt x="3593939" y="653388"/>
                  </a:lnTo>
                  <a:lnTo>
                    <a:pt x="3550155" y="715377"/>
                  </a:lnTo>
                  <a:lnTo>
                    <a:pt x="3506461" y="780465"/>
                  </a:lnTo>
                  <a:lnTo>
                    <a:pt x="3462772" y="848356"/>
                  </a:lnTo>
                  <a:lnTo>
                    <a:pt x="3419037" y="918679"/>
                  </a:lnTo>
                  <a:lnTo>
                    <a:pt x="3375235" y="990989"/>
                  </a:lnTo>
                  <a:lnTo>
                    <a:pt x="3331367" y="1064784"/>
                  </a:lnTo>
                  <a:lnTo>
                    <a:pt x="3287451" y="1139514"/>
                  </a:lnTo>
                  <a:lnTo>
                    <a:pt x="3243515" y="1214597"/>
                  </a:lnTo>
                  <a:lnTo>
                    <a:pt x="3199592" y="1289442"/>
                  </a:lnTo>
                  <a:lnTo>
                    <a:pt x="3155713" y="1363464"/>
                  </a:lnTo>
                  <a:lnTo>
                    <a:pt x="3111897" y="1436105"/>
                  </a:lnTo>
                  <a:lnTo>
                    <a:pt x="3068150" y="1506853"/>
                  </a:lnTo>
                  <a:lnTo>
                    <a:pt x="3024455" y="1575250"/>
                  </a:lnTo>
                  <a:lnTo>
                    <a:pt x="2980767" y="1640911"/>
                  </a:lnTo>
                  <a:lnTo>
                    <a:pt x="2937010" y="1703525"/>
                  </a:lnTo>
                  <a:lnTo>
                    <a:pt x="2893068" y="1762862"/>
                  </a:lnTo>
                  <a:lnTo>
                    <a:pt x="2848783" y="1818768"/>
                  </a:lnTo>
                  <a:lnTo>
                    <a:pt x="2803948" y="1871168"/>
                  </a:lnTo>
                  <a:lnTo>
                    <a:pt x="2758295" y="1920057"/>
                  </a:lnTo>
                  <a:lnTo>
                    <a:pt x="2711493" y="1965492"/>
                  </a:lnTo>
                  <a:lnTo>
                    <a:pt x="2702183" y="1973972"/>
                  </a:lnTo>
                  <a:lnTo>
                    <a:pt x="2650934" y="2017396"/>
                  </a:lnTo>
                  <a:lnTo>
                    <a:pt x="2597299" y="2057096"/>
                  </a:lnTo>
                  <a:lnTo>
                    <a:pt x="2540621" y="2093203"/>
                  </a:lnTo>
                  <a:lnTo>
                    <a:pt x="2480176" y="2125965"/>
                  </a:lnTo>
                  <a:lnTo>
                    <a:pt x="2415213" y="2155683"/>
                  </a:lnTo>
                  <a:lnTo>
                    <a:pt x="2344994" y="2182670"/>
                  </a:lnTo>
                  <a:lnTo>
                    <a:pt x="2268843" y="2207219"/>
                  </a:lnTo>
                  <a:lnTo>
                    <a:pt x="2186206" y="2229590"/>
                  </a:lnTo>
                  <a:lnTo>
                    <a:pt x="2096738" y="2250002"/>
                  </a:lnTo>
                  <a:lnTo>
                    <a:pt x="2000414" y="2268622"/>
                  </a:lnTo>
                  <a:lnTo>
                    <a:pt x="1897655" y="2285569"/>
                  </a:lnTo>
                  <a:lnTo>
                    <a:pt x="1789467" y="2300911"/>
                  </a:lnTo>
                  <a:lnTo>
                    <a:pt x="1677565" y="2314670"/>
                  </a:lnTo>
                  <a:lnTo>
                    <a:pt x="1564438" y="2326834"/>
                  </a:lnTo>
                  <a:lnTo>
                    <a:pt x="1453306" y="2337371"/>
                  </a:lnTo>
                  <a:lnTo>
                    <a:pt x="1347922" y="2346250"/>
                  </a:lnTo>
                  <a:lnTo>
                    <a:pt x="1252202" y="2353467"/>
                  </a:lnTo>
                  <a:lnTo>
                    <a:pt x="1169715" y="2359067"/>
                  </a:lnTo>
                  <a:lnTo>
                    <a:pt x="1103118" y="2363159"/>
                  </a:lnTo>
                  <a:lnTo>
                    <a:pt x="1053681" y="2365920"/>
                  </a:lnTo>
                  <a:lnTo>
                    <a:pt x="1021004" y="2367585"/>
                  </a:lnTo>
                  <a:lnTo>
                    <a:pt x="1002983" y="2368425"/>
                  </a:lnTo>
                  <a:lnTo>
                    <a:pt x="995961" y="2368726"/>
                  </a:lnTo>
                  <a:lnTo>
                    <a:pt x="994940" y="2368766"/>
                  </a:lnTo>
                  <a:lnTo>
                    <a:pt x="0" y="2368766"/>
                  </a:lnTo>
                  <a:lnTo>
                    <a:pt x="0" y="23687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6" name="pg1295"/>
            <p:cNvSpPr/>
            <p:nvPr/>
          </p:nvSpPr>
          <p:spPr>
            <a:xfrm>
              <a:off x="1199187" y="2394805"/>
              <a:ext cx="12049831" cy="2368766"/>
            </a:xfrm>
            <a:custGeom>
              <a:avLst/>
              <a:pathLst>
                <a:path w="12049831" h="2368766">
                  <a:moveTo>
                    <a:pt x="0" y="2368766"/>
                  </a:moveTo>
                  <a:lnTo>
                    <a:pt x="994940" y="2368766"/>
                  </a:lnTo>
                  <a:lnTo>
                    <a:pt x="996034" y="2368723"/>
                  </a:lnTo>
                  <a:lnTo>
                    <a:pt x="1003259" y="2368414"/>
                  </a:lnTo>
                  <a:lnTo>
                    <a:pt x="1021586" y="2367562"/>
                  </a:lnTo>
                  <a:lnTo>
                    <a:pt x="1054640" y="2365882"/>
                  </a:lnTo>
                  <a:lnTo>
                    <a:pt x="1104487" y="2363104"/>
                  </a:lnTo>
                  <a:lnTo>
                    <a:pt x="1171486" y="2358996"/>
                  </a:lnTo>
                  <a:lnTo>
                    <a:pt x="1254331" y="2353383"/>
                  </a:lnTo>
                  <a:lnTo>
                    <a:pt x="1350335" y="2346159"/>
                  </a:lnTo>
                  <a:lnTo>
                    <a:pt x="1455914" y="2337278"/>
                  </a:lnTo>
                  <a:lnTo>
                    <a:pt x="1567148" y="2326748"/>
                  </a:lnTo>
                  <a:lnTo>
                    <a:pt x="1680293" y="2314597"/>
                  </a:lnTo>
                  <a:lnTo>
                    <a:pt x="1792144" y="2300859"/>
                  </a:lnTo>
                  <a:lnTo>
                    <a:pt x="1900229" y="2285545"/>
                  </a:lnTo>
                  <a:lnTo>
                    <a:pt x="2002853" y="2268632"/>
                  </a:lnTo>
                  <a:lnTo>
                    <a:pt x="2099022" y="2250049"/>
                  </a:lnTo>
                  <a:lnTo>
                    <a:pt x="2188329" y="2229680"/>
                  </a:lnTo>
                  <a:lnTo>
                    <a:pt x="2270810" y="2207354"/>
                  </a:lnTo>
                  <a:lnTo>
                    <a:pt x="2346815" y="2182854"/>
                  </a:lnTo>
                  <a:lnTo>
                    <a:pt x="2416901" y="2155919"/>
                  </a:lnTo>
                  <a:lnTo>
                    <a:pt x="2481749" y="2126257"/>
                  </a:lnTo>
                  <a:lnTo>
                    <a:pt x="2542097" y="2093556"/>
                  </a:lnTo>
                  <a:lnTo>
                    <a:pt x="2598696" y="2057517"/>
                  </a:lnTo>
                  <a:lnTo>
                    <a:pt x="2652268" y="2017894"/>
                  </a:lnTo>
                  <a:lnTo>
                    <a:pt x="2702183" y="1975719"/>
                  </a:lnTo>
                  <a:lnTo>
                    <a:pt x="2749325" y="1931076"/>
                  </a:lnTo>
                  <a:lnTo>
                    <a:pt x="2795239" y="1883003"/>
                  </a:lnTo>
                  <a:lnTo>
                    <a:pt x="2840275" y="1831430"/>
                  </a:lnTo>
                  <a:lnTo>
                    <a:pt x="2884712" y="1776350"/>
                  </a:lnTo>
                  <a:lnTo>
                    <a:pt x="2928770" y="1717825"/>
                  </a:lnTo>
                  <a:lnTo>
                    <a:pt x="2972617" y="1655993"/>
                  </a:lnTo>
                  <a:lnTo>
                    <a:pt x="3016375" y="1591069"/>
                  </a:lnTo>
                  <a:lnTo>
                    <a:pt x="3060129" y="1523350"/>
                  </a:lnTo>
                  <a:lnTo>
                    <a:pt x="3103929" y="1453208"/>
                  </a:lnTo>
                  <a:lnTo>
                    <a:pt x="3147797" y="1381087"/>
                  </a:lnTo>
                  <a:lnTo>
                    <a:pt x="3191731" y="1307491"/>
                  </a:lnTo>
                  <a:lnTo>
                    <a:pt x="3235712" y="1232972"/>
                  </a:lnTo>
                  <a:lnTo>
                    <a:pt x="3279713" y="1158109"/>
                  </a:lnTo>
                  <a:lnTo>
                    <a:pt x="3323700" y="1083497"/>
                  </a:lnTo>
                  <a:lnTo>
                    <a:pt x="3367643" y="1009717"/>
                  </a:lnTo>
                  <a:lnTo>
                    <a:pt x="3411522" y="937328"/>
                  </a:lnTo>
                  <a:lnTo>
                    <a:pt x="3455332" y="866841"/>
                  </a:lnTo>
                  <a:lnTo>
                    <a:pt x="3499090" y="798712"/>
                  </a:lnTo>
                  <a:lnTo>
                    <a:pt x="3542843" y="733324"/>
                  </a:lnTo>
                  <a:lnTo>
                    <a:pt x="3586669" y="670986"/>
                  </a:lnTo>
                  <a:lnTo>
                    <a:pt x="3630683" y="611927"/>
                  </a:lnTo>
                  <a:lnTo>
                    <a:pt x="3675047" y="556296"/>
                  </a:lnTo>
                  <a:lnTo>
                    <a:pt x="3719972" y="504167"/>
                  </a:lnTo>
                  <a:lnTo>
                    <a:pt x="3765726" y="455544"/>
                  </a:lnTo>
                  <a:lnTo>
                    <a:pt x="3812646" y="410366"/>
                  </a:lnTo>
                  <a:lnTo>
                    <a:pt x="3820202" y="403528"/>
                  </a:lnTo>
                  <a:lnTo>
                    <a:pt x="3871457" y="360292"/>
                  </a:lnTo>
                  <a:lnTo>
                    <a:pt x="3925098" y="320763"/>
                  </a:lnTo>
                  <a:lnTo>
                    <a:pt x="3981783" y="284813"/>
                  </a:lnTo>
                  <a:lnTo>
                    <a:pt x="4042237" y="252194"/>
                  </a:lnTo>
                  <a:lnTo>
                    <a:pt x="4107210" y="222605"/>
                  </a:lnTo>
                  <a:lnTo>
                    <a:pt x="4177440" y="195737"/>
                  </a:lnTo>
                  <a:lnTo>
                    <a:pt x="4253604" y="171295"/>
                  </a:lnTo>
                  <a:lnTo>
                    <a:pt x="4336257" y="149022"/>
                  </a:lnTo>
                  <a:lnTo>
                    <a:pt x="4425741" y="128700"/>
                  </a:lnTo>
                  <a:lnTo>
                    <a:pt x="4522082" y="110162"/>
                  </a:lnTo>
                  <a:lnTo>
                    <a:pt x="4624861" y="93290"/>
                  </a:lnTo>
                  <a:lnTo>
                    <a:pt x="4733067" y="78016"/>
                  </a:lnTo>
                  <a:lnTo>
                    <a:pt x="4844985" y="64319"/>
                  </a:lnTo>
                  <a:lnTo>
                    <a:pt x="4958124" y="52209"/>
                  </a:lnTo>
                  <a:lnTo>
                    <a:pt x="5069262" y="41721"/>
                  </a:lnTo>
                  <a:lnTo>
                    <a:pt x="5174644" y="32883"/>
                  </a:lnTo>
                  <a:lnTo>
                    <a:pt x="5270353" y="25700"/>
                  </a:lnTo>
                  <a:lnTo>
                    <a:pt x="5352821" y="20127"/>
                  </a:lnTo>
                  <a:lnTo>
                    <a:pt x="5419391" y="16056"/>
                  </a:lnTo>
                  <a:lnTo>
                    <a:pt x="5468796" y="13309"/>
                  </a:lnTo>
                  <a:lnTo>
                    <a:pt x="5501439" y="11654"/>
                  </a:lnTo>
                  <a:lnTo>
                    <a:pt x="5519431" y="10819"/>
                  </a:lnTo>
                  <a:lnTo>
                    <a:pt x="5526432" y="10521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506" y="10508"/>
                  </a:lnTo>
                  <a:lnTo>
                    <a:pt x="6530903" y="10698"/>
                  </a:lnTo>
                  <a:lnTo>
                    <a:pt x="6549656" y="11224"/>
                  </a:lnTo>
                  <a:lnTo>
                    <a:pt x="6583445" y="12261"/>
                  </a:lnTo>
                  <a:lnTo>
                    <a:pt x="6634341" y="13975"/>
                  </a:lnTo>
                  <a:lnTo>
                    <a:pt x="6702647" y="16509"/>
                  </a:lnTo>
                  <a:lnTo>
                    <a:pt x="6786953" y="19967"/>
                  </a:lnTo>
                  <a:lnTo>
                    <a:pt x="6884443" y="24415"/>
                  </a:lnTo>
                  <a:lnTo>
                    <a:pt x="6991408" y="29877"/>
                  </a:lnTo>
                  <a:lnTo>
                    <a:pt x="7103831" y="36348"/>
                  </a:lnTo>
                  <a:lnTo>
                    <a:pt x="7217905" y="43808"/>
                  </a:lnTo>
                  <a:lnTo>
                    <a:pt x="7330406" y="52240"/>
                  </a:lnTo>
                  <a:lnTo>
                    <a:pt x="7438877" y="61636"/>
                  </a:lnTo>
                  <a:lnTo>
                    <a:pt x="7541658" y="72014"/>
                  </a:lnTo>
                  <a:lnTo>
                    <a:pt x="7637804" y="83421"/>
                  </a:lnTo>
                  <a:lnTo>
                    <a:pt x="7726960" y="95933"/>
                  </a:lnTo>
                  <a:lnTo>
                    <a:pt x="7809208" y="109658"/>
                  </a:lnTo>
                  <a:lnTo>
                    <a:pt x="7884942" y="124735"/>
                  </a:lnTo>
                  <a:lnTo>
                    <a:pt x="7954757" y="141327"/>
                  </a:lnTo>
                  <a:lnTo>
                    <a:pt x="8019361" y="159619"/>
                  </a:lnTo>
                  <a:lnTo>
                    <a:pt x="8079517" y="179801"/>
                  </a:lnTo>
                  <a:lnTo>
                    <a:pt x="8135991" y="202056"/>
                  </a:lnTo>
                  <a:lnTo>
                    <a:pt x="8189515" y="226525"/>
                  </a:lnTo>
                  <a:lnTo>
                    <a:pt x="8229629" y="247183"/>
                  </a:lnTo>
                  <a:lnTo>
                    <a:pt x="8283612" y="278207"/>
                  </a:lnTo>
                  <a:lnTo>
                    <a:pt x="8336049" y="311961"/>
                  </a:lnTo>
                  <a:lnTo>
                    <a:pt x="8387446" y="348497"/>
                  </a:lnTo>
                  <a:lnTo>
                    <a:pt x="8438189" y="387797"/>
                  </a:lnTo>
                  <a:lnTo>
                    <a:pt x="8488569" y="429770"/>
                  </a:lnTo>
                  <a:lnTo>
                    <a:pt x="8538794" y="474245"/>
                  </a:lnTo>
                  <a:lnTo>
                    <a:pt x="8589002" y="520965"/>
                  </a:lnTo>
                  <a:lnTo>
                    <a:pt x="8639271" y="569594"/>
                  </a:lnTo>
                  <a:lnTo>
                    <a:pt x="8689630" y="619722"/>
                  </a:lnTo>
                  <a:lnTo>
                    <a:pt x="8740070" y="670880"/>
                  </a:lnTo>
                  <a:lnTo>
                    <a:pt x="8790556" y="722552"/>
                  </a:lnTo>
                  <a:lnTo>
                    <a:pt x="8841040" y="774204"/>
                  </a:lnTo>
                  <a:lnTo>
                    <a:pt x="8891474" y="825301"/>
                  </a:lnTo>
                  <a:lnTo>
                    <a:pt x="8941827" y="875331"/>
                  </a:lnTo>
                  <a:lnTo>
                    <a:pt x="8992089" y="923829"/>
                  </a:lnTo>
                  <a:lnTo>
                    <a:pt x="9042295" y="970389"/>
                  </a:lnTo>
                  <a:lnTo>
                    <a:pt x="9092527" y="1014682"/>
                  </a:lnTo>
                  <a:lnTo>
                    <a:pt x="9142926" y="1056457"/>
                  </a:lnTo>
                  <a:lnTo>
                    <a:pt x="9193707" y="1095550"/>
                  </a:lnTo>
                  <a:lnTo>
                    <a:pt x="9245168" y="1131874"/>
                  </a:lnTo>
                  <a:lnTo>
                    <a:pt x="9297704" y="1165418"/>
                  </a:lnTo>
                  <a:lnTo>
                    <a:pt x="9347647" y="1193991"/>
                  </a:lnTo>
                  <a:lnTo>
                    <a:pt x="9399331" y="1220232"/>
                  </a:lnTo>
                  <a:lnTo>
                    <a:pt x="9453445" y="1244205"/>
                  </a:lnTo>
                  <a:lnTo>
                    <a:pt x="9510665" y="1265989"/>
                  </a:lnTo>
                  <a:lnTo>
                    <a:pt x="9571734" y="1285739"/>
                  </a:lnTo>
                  <a:lnTo>
                    <a:pt x="9637422" y="1303640"/>
                  </a:lnTo>
                  <a:lnTo>
                    <a:pt x="9708482" y="1319883"/>
                  </a:lnTo>
                  <a:lnTo>
                    <a:pt x="9785606" y="1334649"/>
                  </a:lnTo>
                  <a:lnTo>
                    <a:pt x="9869350" y="1348096"/>
                  </a:lnTo>
                  <a:lnTo>
                    <a:pt x="9960051" y="1360356"/>
                  </a:lnTo>
                  <a:lnTo>
                    <a:pt x="10057708" y="1371531"/>
                  </a:lnTo>
                  <a:lnTo>
                    <a:pt x="10161846" y="1381690"/>
                  </a:lnTo>
                  <a:lnTo>
                    <a:pt x="10271375" y="1390873"/>
                  </a:lnTo>
                  <a:lnTo>
                    <a:pt x="10384461" y="1399092"/>
                  </a:lnTo>
                  <a:lnTo>
                    <a:pt x="10498473" y="1406336"/>
                  </a:lnTo>
                  <a:lnTo>
                    <a:pt x="10610035" y="1412586"/>
                  </a:lnTo>
                  <a:lnTo>
                    <a:pt x="10715257" y="1417825"/>
                  </a:lnTo>
                  <a:lnTo>
                    <a:pt x="10810139" y="1422051"/>
                  </a:lnTo>
                  <a:lnTo>
                    <a:pt x="10891120" y="1425299"/>
                  </a:lnTo>
                  <a:lnTo>
                    <a:pt x="10955656" y="1427642"/>
                  </a:lnTo>
                  <a:lnTo>
                    <a:pt x="11002697" y="1429193"/>
                  </a:lnTo>
                  <a:lnTo>
                    <a:pt x="11032937" y="1430103"/>
                  </a:lnTo>
                  <a:lnTo>
                    <a:pt x="11048820" y="1430540"/>
                  </a:lnTo>
                  <a:lnTo>
                    <a:pt x="11054354" y="1430680"/>
                  </a:lnTo>
                  <a:lnTo>
                    <a:pt x="11054891" y="1430693"/>
                  </a:lnTo>
                  <a:lnTo>
                    <a:pt x="12049831" y="1430693"/>
                  </a:lnTo>
                  <a:lnTo>
                    <a:pt x="12049831" y="1420211"/>
                  </a:lnTo>
                  <a:lnTo>
                    <a:pt x="11054891" y="1420211"/>
                  </a:lnTo>
                  <a:lnTo>
                    <a:pt x="11053770" y="1420185"/>
                  </a:lnTo>
                  <a:lnTo>
                    <a:pt x="11046373" y="1419994"/>
                  </a:lnTo>
                  <a:lnTo>
                    <a:pt x="11027621" y="1419468"/>
                  </a:lnTo>
                  <a:lnTo>
                    <a:pt x="10993831" y="1418431"/>
                  </a:lnTo>
                  <a:lnTo>
                    <a:pt x="10942935" y="1416717"/>
                  </a:lnTo>
                  <a:lnTo>
                    <a:pt x="10874629" y="1414184"/>
                  </a:lnTo>
                  <a:lnTo>
                    <a:pt x="10790324" y="1410725"/>
                  </a:lnTo>
                  <a:lnTo>
                    <a:pt x="10692834" y="1406277"/>
                  </a:lnTo>
                  <a:lnTo>
                    <a:pt x="10585868" y="1400815"/>
                  </a:lnTo>
                  <a:lnTo>
                    <a:pt x="10473446" y="1394344"/>
                  </a:lnTo>
                  <a:lnTo>
                    <a:pt x="10359372" y="1386884"/>
                  </a:lnTo>
                  <a:lnTo>
                    <a:pt x="10246871" y="1378453"/>
                  </a:lnTo>
                  <a:lnTo>
                    <a:pt x="10138399" y="1369056"/>
                  </a:lnTo>
                  <a:lnTo>
                    <a:pt x="10035619" y="1358678"/>
                  </a:lnTo>
                  <a:lnTo>
                    <a:pt x="9939472" y="1347271"/>
                  </a:lnTo>
                  <a:lnTo>
                    <a:pt x="9850317" y="1334759"/>
                  </a:lnTo>
                  <a:lnTo>
                    <a:pt x="9768069" y="1321034"/>
                  </a:lnTo>
                  <a:lnTo>
                    <a:pt x="9692334" y="1305957"/>
                  </a:lnTo>
                  <a:lnTo>
                    <a:pt x="9622519" y="1289365"/>
                  </a:lnTo>
                  <a:lnTo>
                    <a:pt x="9557915" y="1271073"/>
                  </a:lnTo>
                  <a:lnTo>
                    <a:pt x="9497760" y="1250891"/>
                  </a:lnTo>
                  <a:lnTo>
                    <a:pt x="9441286" y="1228637"/>
                  </a:lnTo>
                  <a:lnTo>
                    <a:pt x="9387762" y="1204167"/>
                  </a:lnTo>
                  <a:lnTo>
                    <a:pt x="9347647" y="1183509"/>
                  </a:lnTo>
                  <a:lnTo>
                    <a:pt x="9293665" y="1152486"/>
                  </a:lnTo>
                  <a:lnTo>
                    <a:pt x="9241227" y="1118731"/>
                  </a:lnTo>
                  <a:lnTo>
                    <a:pt x="9189831" y="1082196"/>
                  </a:lnTo>
                  <a:lnTo>
                    <a:pt x="9139088" y="1042895"/>
                  </a:lnTo>
                  <a:lnTo>
                    <a:pt x="9088708" y="1000922"/>
                  </a:lnTo>
                  <a:lnTo>
                    <a:pt x="9038482" y="956447"/>
                  </a:lnTo>
                  <a:lnTo>
                    <a:pt x="8988274" y="909727"/>
                  </a:lnTo>
                  <a:lnTo>
                    <a:pt x="8938005" y="861098"/>
                  </a:lnTo>
                  <a:lnTo>
                    <a:pt x="8887646" y="810970"/>
                  </a:lnTo>
                  <a:lnTo>
                    <a:pt x="8837206" y="759812"/>
                  </a:lnTo>
                  <a:lnTo>
                    <a:pt x="8786721" y="708140"/>
                  </a:lnTo>
                  <a:lnTo>
                    <a:pt x="8736237" y="656488"/>
                  </a:lnTo>
                  <a:lnTo>
                    <a:pt x="8685802" y="605391"/>
                  </a:lnTo>
                  <a:lnTo>
                    <a:pt x="8635450" y="555361"/>
                  </a:lnTo>
                  <a:lnTo>
                    <a:pt x="8585187" y="506863"/>
                  </a:lnTo>
                  <a:lnTo>
                    <a:pt x="8534981" y="460303"/>
                  </a:lnTo>
                  <a:lnTo>
                    <a:pt x="8484750" y="416011"/>
                  </a:lnTo>
                  <a:lnTo>
                    <a:pt x="8434351" y="374235"/>
                  </a:lnTo>
                  <a:lnTo>
                    <a:pt x="8383569" y="335142"/>
                  </a:lnTo>
                  <a:lnTo>
                    <a:pt x="8332108" y="298819"/>
                  </a:lnTo>
                  <a:lnTo>
                    <a:pt x="8279573" y="265274"/>
                  </a:lnTo>
                  <a:lnTo>
                    <a:pt x="8229629" y="236701"/>
                  </a:lnTo>
                  <a:lnTo>
                    <a:pt x="8177945" y="210460"/>
                  </a:lnTo>
                  <a:lnTo>
                    <a:pt x="8123831" y="186487"/>
                  </a:lnTo>
                  <a:lnTo>
                    <a:pt x="8066611" y="164703"/>
                  </a:lnTo>
                  <a:lnTo>
                    <a:pt x="8005542" y="144953"/>
                  </a:lnTo>
                  <a:lnTo>
                    <a:pt x="7939855" y="127052"/>
                  </a:lnTo>
                  <a:lnTo>
                    <a:pt x="7868794" y="110809"/>
                  </a:lnTo>
                  <a:lnTo>
                    <a:pt x="7791671" y="96043"/>
                  </a:lnTo>
                  <a:lnTo>
                    <a:pt x="7707926" y="82596"/>
                  </a:lnTo>
                  <a:lnTo>
                    <a:pt x="7617225" y="70336"/>
                  </a:lnTo>
                  <a:lnTo>
                    <a:pt x="7519569" y="59161"/>
                  </a:lnTo>
                  <a:lnTo>
                    <a:pt x="7415430" y="49002"/>
                  </a:lnTo>
                  <a:lnTo>
                    <a:pt x="7305902" y="39819"/>
                  </a:lnTo>
                  <a:lnTo>
                    <a:pt x="7192815" y="31600"/>
                  </a:lnTo>
                  <a:lnTo>
                    <a:pt x="7078804" y="24356"/>
                  </a:lnTo>
                  <a:lnTo>
                    <a:pt x="6967242" y="18106"/>
                  </a:lnTo>
                  <a:lnTo>
                    <a:pt x="6862020" y="12868"/>
                  </a:lnTo>
                  <a:lnTo>
                    <a:pt x="6767137" y="8641"/>
                  </a:lnTo>
                  <a:lnTo>
                    <a:pt x="6686156" y="5393"/>
                  </a:lnTo>
                  <a:lnTo>
                    <a:pt x="6621620" y="3051"/>
                  </a:lnTo>
                  <a:lnTo>
                    <a:pt x="6574580" y="1499"/>
                  </a:lnTo>
                  <a:lnTo>
                    <a:pt x="6544340" y="589"/>
                  </a:lnTo>
                  <a:lnTo>
                    <a:pt x="6528456" y="152"/>
                  </a:lnTo>
                  <a:lnTo>
                    <a:pt x="6522923" y="1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1" y="43"/>
                  </a:lnTo>
                  <a:lnTo>
                    <a:pt x="5519126" y="351"/>
                  </a:lnTo>
                  <a:lnTo>
                    <a:pt x="5500799" y="1204"/>
                  </a:lnTo>
                  <a:lnTo>
                    <a:pt x="5467745" y="2884"/>
                  </a:lnTo>
                  <a:lnTo>
                    <a:pt x="5417898" y="5662"/>
                  </a:lnTo>
                  <a:lnTo>
                    <a:pt x="5350899" y="9769"/>
                  </a:lnTo>
                  <a:lnTo>
                    <a:pt x="5268054" y="15382"/>
                  </a:lnTo>
                  <a:lnTo>
                    <a:pt x="5172050" y="22607"/>
                  </a:lnTo>
                  <a:lnTo>
                    <a:pt x="5066471" y="31487"/>
                  </a:lnTo>
                  <a:lnTo>
                    <a:pt x="4955237" y="42018"/>
                  </a:lnTo>
                  <a:lnTo>
                    <a:pt x="4842092" y="54168"/>
                  </a:lnTo>
                  <a:lnTo>
                    <a:pt x="4730241" y="67906"/>
                  </a:lnTo>
                  <a:lnTo>
                    <a:pt x="4622156" y="83220"/>
                  </a:lnTo>
                  <a:lnTo>
                    <a:pt x="4519532" y="100134"/>
                  </a:lnTo>
                  <a:lnTo>
                    <a:pt x="4423363" y="118716"/>
                  </a:lnTo>
                  <a:lnTo>
                    <a:pt x="4334056" y="139086"/>
                  </a:lnTo>
                  <a:lnTo>
                    <a:pt x="4251575" y="161412"/>
                  </a:lnTo>
                  <a:lnTo>
                    <a:pt x="4175570" y="185912"/>
                  </a:lnTo>
                  <a:lnTo>
                    <a:pt x="4105484" y="212846"/>
                  </a:lnTo>
                  <a:lnTo>
                    <a:pt x="4040636" y="242509"/>
                  </a:lnTo>
                  <a:lnTo>
                    <a:pt x="3980288" y="275209"/>
                  </a:lnTo>
                  <a:lnTo>
                    <a:pt x="3923689" y="311248"/>
                  </a:lnTo>
                  <a:lnTo>
                    <a:pt x="3870117" y="350871"/>
                  </a:lnTo>
                  <a:lnTo>
                    <a:pt x="3820202" y="393047"/>
                  </a:lnTo>
                  <a:lnTo>
                    <a:pt x="3773060" y="437689"/>
                  </a:lnTo>
                  <a:lnTo>
                    <a:pt x="3727146" y="485762"/>
                  </a:lnTo>
                  <a:lnTo>
                    <a:pt x="3682110" y="537335"/>
                  </a:lnTo>
                  <a:lnTo>
                    <a:pt x="3637673" y="592415"/>
                  </a:lnTo>
                  <a:lnTo>
                    <a:pt x="3593615" y="650940"/>
                  </a:lnTo>
                  <a:lnTo>
                    <a:pt x="3549768" y="712773"/>
                  </a:lnTo>
                  <a:lnTo>
                    <a:pt x="3506010" y="777696"/>
                  </a:lnTo>
                  <a:lnTo>
                    <a:pt x="3462256" y="845416"/>
                  </a:lnTo>
                  <a:lnTo>
                    <a:pt x="3418456" y="915558"/>
                  </a:lnTo>
                  <a:lnTo>
                    <a:pt x="3374588" y="987679"/>
                  </a:lnTo>
                  <a:lnTo>
                    <a:pt x="3330654" y="1061275"/>
                  </a:lnTo>
                  <a:lnTo>
                    <a:pt x="3286673" y="1135794"/>
                  </a:lnTo>
                  <a:lnTo>
                    <a:pt x="3242672" y="1210656"/>
                  </a:lnTo>
                  <a:lnTo>
                    <a:pt x="3198685" y="1285269"/>
                  </a:lnTo>
                  <a:lnTo>
                    <a:pt x="3154742" y="1359048"/>
                  </a:lnTo>
                  <a:lnTo>
                    <a:pt x="3110863" y="1431438"/>
                  </a:lnTo>
                  <a:lnTo>
                    <a:pt x="3067053" y="1501924"/>
                  </a:lnTo>
                  <a:lnTo>
                    <a:pt x="3023295" y="1570054"/>
                  </a:lnTo>
                  <a:lnTo>
                    <a:pt x="2979542" y="1635441"/>
                  </a:lnTo>
                  <a:lnTo>
                    <a:pt x="2935716" y="1697779"/>
                  </a:lnTo>
                  <a:lnTo>
                    <a:pt x="2891702" y="1756838"/>
                  </a:lnTo>
                  <a:lnTo>
                    <a:pt x="2847338" y="1812469"/>
                  </a:lnTo>
                  <a:lnTo>
                    <a:pt x="2802413" y="1864598"/>
                  </a:lnTo>
                  <a:lnTo>
                    <a:pt x="2756659" y="1913222"/>
                  </a:lnTo>
                  <a:lnTo>
                    <a:pt x="2709739" y="1958400"/>
                  </a:lnTo>
                  <a:lnTo>
                    <a:pt x="2702183" y="1965237"/>
                  </a:lnTo>
                  <a:lnTo>
                    <a:pt x="2650928" y="2008474"/>
                  </a:lnTo>
                  <a:lnTo>
                    <a:pt x="2597287" y="2048003"/>
                  </a:lnTo>
                  <a:lnTo>
                    <a:pt x="2540602" y="2083953"/>
                  </a:lnTo>
                  <a:lnTo>
                    <a:pt x="2480148" y="2116572"/>
                  </a:lnTo>
                  <a:lnTo>
                    <a:pt x="2415175" y="2146160"/>
                  </a:lnTo>
                  <a:lnTo>
                    <a:pt x="2344945" y="2173029"/>
                  </a:lnTo>
                  <a:lnTo>
                    <a:pt x="2268781" y="2197470"/>
                  </a:lnTo>
                  <a:lnTo>
                    <a:pt x="2186128" y="2219744"/>
                  </a:lnTo>
                  <a:lnTo>
                    <a:pt x="2096644" y="2240066"/>
                  </a:lnTo>
                  <a:lnTo>
                    <a:pt x="2000303" y="2258604"/>
                  </a:lnTo>
                  <a:lnTo>
                    <a:pt x="1897524" y="2275476"/>
                  </a:lnTo>
                  <a:lnTo>
                    <a:pt x="1789318" y="2290749"/>
                  </a:lnTo>
                  <a:lnTo>
                    <a:pt x="1677400" y="2304447"/>
                  </a:lnTo>
                  <a:lnTo>
                    <a:pt x="1564261" y="2316556"/>
                  </a:lnTo>
                  <a:lnTo>
                    <a:pt x="1453123" y="2327045"/>
                  </a:lnTo>
                  <a:lnTo>
                    <a:pt x="1347741" y="2335883"/>
                  </a:lnTo>
                  <a:lnTo>
                    <a:pt x="1252032" y="2343066"/>
                  </a:lnTo>
                  <a:lnTo>
                    <a:pt x="1169564" y="2348638"/>
                  </a:lnTo>
                  <a:lnTo>
                    <a:pt x="1102994" y="2352710"/>
                  </a:lnTo>
                  <a:lnTo>
                    <a:pt x="1053589" y="2355456"/>
                  </a:lnTo>
                  <a:lnTo>
                    <a:pt x="1020946" y="2357112"/>
                  </a:lnTo>
                  <a:lnTo>
                    <a:pt x="1002954" y="2357946"/>
                  </a:lnTo>
                  <a:lnTo>
                    <a:pt x="995953" y="2358245"/>
                  </a:lnTo>
                  <a:lnTo>
                    <a:pt x="994940" y="2358285"/>
                  </a:lnTo>
                  <a:lnTo>
                    <a:pt x="0" y="2358285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297" name="pl1296"/>
            <p:cNvSpPr/>
            <p:nvPr/>
          </p:nvSpPr>
          <p:spPr>
            <a:xfrm>
              <a:off x="1199187" y="2405286"/>
              <a:ext cx="12049831" cy="2358285"/>
            </a:xfrm>
            <a:custGeom>
              <a:avLst/>
              <a:pathLst>
                <a:path w="12049831" h="2358285">
                  <a:moveTo>
                    <a:pt x="0" y="2358285"/>
                  </a:moveTo>
                  <a:lnTo>
                    <a:pt x="994940" y="2358285"/>
                  </a:lnTo>
                  <a:lnTo>
                    <a:pt x="996034" y="2358242"/>
                  </a:lnTo>
                  <a:lnTo>
                    <a:pt x="1003259" y="2357933"/>
                  </a:lnTo>
                  <a:lnTo>
                    <a:pt x="1021586" y="2357081"/>
                  </a:lnTo>
                  <a:lnTo>
                    <a:pt x="1054640" y="2355401"/>
                  </a:lnTo>
                  <a:lnTo>
                    <a:pt x="1104487" y="2352623"/>
                  </a:lnTo>
                  <a:lnTo>
                    <a:pt x="1171486" y="2348515"/>
                  </a:lnTo>
                  <a:lnTo>
                    <a:pt x="1254331" y="2342902"/>
                  </a:lnTo>
                  <a:lnTo>
                    <a:pt x="1350335" y="2335677"/>
                  </a:lnTo>
                  <a:lnTo>
                    <a:pt x="1455914" y="2326797"/>
                  </a:lnTo>
                  <a:lnTo>
                    <a:pt x="1567148" y="2316266"/>
                  </a:lnTo>
                  <a:lnTo>
                    <a:pt x="1680293" y="2304116"/>
                  </a:lnTo>
                  <a:lnTo>
                    <a:pt x="1792144" y="2290378"/>
                  </a:lnTo>
                  <a:lnTo>
                    <a:pt x="1900229" y="2275064"/>
                  </a:lnTo>
                  <a:lnTo>
                    <a:pt x="2002853" y="2258150"/>
                  </a:lnTo>
                  <a:lnTo>
                    <a:pt x="2099022" y="2239568"/>
                  </a:lnTo>
                  <a:lnTo>
                    <a:pt x="2188329" y="2219199"/>
                  </a:lnTo>
                  <a:lnTo>
                    <a:pt x="2270810" y="2196873"/>
                  </a:lnTo>
                  <a:lnTo>
                    <a:pt x="2346815" y="2172373"/>
                  </a:lnTo>
                  <a:lnTo>
                    <a:pt x="2416901" y="2145438"/>
                  </a:lnTo>
                  <a:lnTo>
                    <a:pt x="2481749" y="2115776"/>
                  </a:lnTo>
                  <a:lnTo>
                    <a:pt x="2542097" y="2083075"/>
                  </a:lnTo>
                  <a:lnTo>
                    <a:pt x="2598696" y="2047036"/>
                  </a:lnTo>
                  <a:lnTo>
                    <a:pt x="2652268" y="2007413"/>
                  </a:lnTo>
                  <a:lnTo>
                    <a:pt x="2702183" y="1965237"/>
                  </a:lnTo>
                  <a:lnTo>
                    <a:pt x="2749325" y="1920595"/>
                  </a:lnTo>
                  <a:lnTo>
                    <a:pt x="2795239" y="1872522"/>
                  </a:lnTo>
                  <a:lnTo>
                    <a:pt x="2840275" y="1820949"/>
                  </a:lnTo>
                  <a:lnTo>
                    <a:pt x="2884712" y="1765869"/>
                  </a:lnTo>
                  <a:lnTo>
                    <a:pt x="2928770" y="1707344"/>
                  </a:lnTo>
                  <a:lnTo>
                    <a:pt x="2972617" y="1645512"/>
                  </a:lnTo>
                  <a:lnTo>
                    <a:pt x="3016375" y="1580588"/>
                  </a:lnTo>
                  <a:lnTo>
                    <a:pt x="3060129" y="1512869"/>
                  </a:lnTo>
                  <a:lnTo>
                    <a:pt x="3103929" y="1442726"/>
                  </a:lnTo>
                  <a:lnTo>
                    <a:pt x="3147797" y="1370605"/>
                  </a:lnTo>
                  <a:lnTo>
                    <a:pt x="3191731" y="1297010"/>
                  </a:lnTo>
                  <a:lnTo>
                    <a:pt x="3235712" y="1222490"/>
                  </a:lnTo>
                  <a:lnTo>
                    <a:pt x="3279713" y="1147628"/>
                  </a:lnTo>
                  <a:lnTo>
                    <a:pt x="3323700" y="1073015"/>
                  </a:lnTo>
                  <a:lnTo>
                    <a:pt x="3367643" y="999236"/>
                  </a:lnTo>
                  <a:lnTo>
                    <a:pt x="3411522" y="926847"/>
                  </a:lnTo>
                  <a:lnTo>
                    <a:pt x="3455332" y="856360"/>
                  </a:lnTo>
                  <a:lnTo>
                    <a:pt x="3499090" y="788231"/>
                  </a:lnTo>
                  <a:lnTo>
                    <a:pt x="3542843" y="722843"/>
                  </a:lnTo>
                  <a:lnTo>
                    <a:pt x="3586669" y="660505"/>
                  </a:lnTo>
                  <a:lnTo>
                    <a:pt x="3630683" y="601446"/>
                  </a:lnTo>
                  <a:lnTo>
                    <a:pt x="3675047" y="545815"/>
                  </a:lnTo>
                  <a:lnTo>
                    <a:pt x="3719972" y="493686"/>
                  </a:lnTo>
                  <a:lnTo>
                    <a:pt x="3765726" y="445062"/>
                  </a:lnTo>
                  <a:lnTo>
                    <a:pt x="3812646" y="399885"/>
                  </a:lnTo>
                  <a:lnTo>
                    <a:pt x="3820202" y="393047"/>
                  </a:lnTo>
                  <a:lnTo>
                    <a:pt x="3871457" y="349811"/>
                  </a:lnTo>
                  <a:lnTo>
                    <a:pt x="3925098" y="310282"/>
                  </a:lnTo>
                  <a:lnTo>
                    <a:pt x="3981783" y="274332"/>
                  </a:lnTo>
                  <a:lnTo>
                    <a:pt x="4042237" y="241713"/>
                  </a:lnTo>
                  <a:lnTo>
                    <a:pt x="4107210" y="212124"/>
                  </a:lnTo>
                  <a:lnTo>
                    <a:pt x="4177440" y="185255"/>
                  </a:lnTo>
                  <a:lnTo>
                    <a:pt x="4253604" y="160814"/>
                  </a:lnTo>
                  <a:lnTo>
                    <a:pt x="4336257" y="138541"/>
                  </a:lnTo>
                  <a:lnTo>
                    <a:pt x="4425741" y="118219"/>
                  </a:lnTo>
                  <a:lnTo>
                    <a:pt x="4522082" y="99681"/>
                  </a:lnTo>
                  <a:lnTo>
                    <a:pt x="4624861" y="82809"/>
                  </a:lnTo>
                  <a:lnTo>
                    <a:pt x="4733067" y="67535"/>
                  </a:lnTo>
                  <a:lnTo>
                    <a:pt x="4844985" y="53837"/>
                  </a:lnTo>
                  <a:lnTo>
                    <a:pt x="4958124" y="41728"/>
                  </a:lnTo>
                  <a:lnTo>
                    <a:pt x="5069262" y="31239"/>
                  </a:lnTo>
                  <a:lnTo>
                    <a:pt x="5174644" y="22402"/>
                  </a:lnTo>
                  <a:lnTo>
                    <a:pt x="5270353" y="15219"/>
                  </a:lnTo>
                  <a:lnTo>
                    <a:pt x="5352821" y="9646"/>
                  </a:lnTo>
                  <a:lnTo>
                    <a:pt x="5419391" y="5575"/>
                  </a:lnTo>
                  <a:lnTo>
                    <a:pt x="5468796" y="2828"/>
                  </a:lnTo>
                  <a:lnTo>
                    <a:pt x="5501439" y="1173"/>
                  </a:lnTo>
                  <a:lnTo>
                    <a:pt x="5519431" y="338"/>
                  </a:lnTo>
                  <a:lnTo>
                    <a:pt x="5526432" y="4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6" y="26"/>
                  </a:lnTo>
                  <a:lnTo>
                    <a:pt x="6530903" y="217"/>
                  </a:lnTo>
                  <a:lnTo>
                    <a:pt x="6549656" y="743"/>
                  </a:lnTo>
                  <a:lnTo>
                    <a:pt x="6583445" y="1780"/>
                  </a:lnTo>
                  <a:lnTo>
                    <a:pt x="6634341" y="3494"/>
                  </a:lnTo>
                  <a:lnTo>
                    <a:pt x="6702647" y="6027"/>
                  </a:lnTo>
                  <a:lnTo>
                    <a:pt x="6786953" y="9486"/>
                  </a:lnTo>
                  <a:lnTo>
                    <a:pt x="6884443" y="13934"/>
                  </a:lnTo>
                  <a:lnTo>
                    <a:pt x="6991408" y="19396"/>
                  </a:lnTo>
                  <a:lnTo>
                    <a:pt x="7103831" y="25867"/>
                  </a:lnTo>
                  <a:lnTo>
                    <a:pt x="7217905" y="33327"/>
                  </a:lnTo>
                  <a:lnTo>
                    <a:pt x="7330406" y="41758"/>
                  </a:lnTo>
                  <a:lnTo>
                    <a:pt x="7438877" y="51154"/>
                  </a:lnTo>
                  <a:lnTo>
                    <a:pt x="7541658" y="61533"/>
                  </a:lnTo>
                  <a:lnTo>
                    <a:pt x="7637804" y="72940"/>
                  </a:lnTo>
                  <a:lnTo>
                    <a:pt x="7726960" y="85451"/>
                  </a:lnTo>
                  <a:lnTo>
                    <a:pt x="7809208" y="99177"/>
                  </a:lnTo>
                  <a:lnTo>
                    <a:pt x="7884942" y="114254"/>
                  </a:lnTo>
                  <a:lnTo>
                    <a:pt x="7954757" y="130846"/>
                  </a:lnTo>
                  <a:lnTo>
                    <a:pt x="8019361" y="149137"/>
                  </a:lnTo>
                  <a:lnTo>
                    <a:pt x="8079517" y="169320"/>
                  </a:lnTo>
                  <a:lnTo>
                    <a:pt x="8135991" y="191574"/>
                  </a:lnTo>
                  <a:lnTo>
                    <a:pt x="8189515" y="216043"/>
                  </a:lnTo>
                  <a:lnTo>
                    <a:pt x="8229629" y="236701"/>
                  </a:lnTo>
                  <a:lnTo>
                    <a:pt x="8283612" y="267725"/>
                  </a:lnTo>
                  <a:lnTo>
                    <a:pt x="8336049" y="301480"/>
                  </a:lnTo>
                  <a:lnTo>
                    <a:pt x="8387446" y="338015"/>
                  </a:lnTo>
                  <a:lnTo>
                    <a:pt x="8438189" y="377316"/>
                  </a:lnTo>
                  <a:lnTo>
                    <a:pt x="8488569" y="419289"/>
                  </a:lnTo>
                  <a:lnTo>
                    <a:pt x="8538794" y="463764"/>
                  </a:lnTo>
                  <a:lnTo>
                    <a:pt x="8589002" y="510484"/>
                  </a:lnTo>
                  <a:lnTo>
                    <a:pt x="8639271" y="559113"/>
                  </a:lnTo>
                  <a:lnTo>
                    <a:pt x="8689630" y="609241"/>
                  </a:lnTo>
                  <a:lnTo>
                    <a:pt x="8740070" y="660398"/>
                  </a:lnTo>
                  <a:lnTo>
                    <a:pt x="8790556" y="712071"/>
                  </a:lnTo>
                  <a:lnTo>
                    <a:pt x="8841040" y="763723"/>
                  </a:lnTo>
                  <a:lnTo>
                    <a:pt x="8891474" y="814820"/>
                  </a:lnTo>
                  <a:lnTo>
                    <a:pt x="8941827" y="864850"/>
                  </a:lnTo>
                  <a:lnTo>
                    <a:pt x="8992089" y="913347"/>
                  </a:lnTo>
                  <a:lnTo>
                    <a:pt x="9042295" y="959908"/>
                  </a:lnTo>
                  <a:lnTo>
                    <a:pt x="9092527" y="1004200"/>
                  </a:lnTo>
                  <a:lnTo>
                    <a:pt x="9142926" y="1045976"/>
                  </a:lnTo>
                  <a:lnTo>
                    <a:pt x="9193707" y="1085068"/>
                  </a:lnTo>
                  <a:lnTo>
                    <a:pt x="9245168" y="1121392"/>
                  </a:lnTo>
                  <a:lnTo>
                    <a:pt x="9297704" y="1154937"/>
                  </a:lnTo>
                  <a:lnTo>
                    <a:pt x="9347647" y="1183509"/>
                  </a:lnTo>
                  <a:lnTo>
                    <a:pt x="9399331" y="1209751"/>
                  </a:lnTo>
                  <a:lnTo>
                    <a:pt x="9453445" y="1233724"/>
                  </a:lnTo>
                  <a:lnTo>
                    <a:pt x="9510665" y="1255508"/>
                  </a:lnTo>
                  <a:lnTo>
                    <a:pt x="9571734" y="1275257"/>
                  </a:lnTo>
                  <a:lnTo>
                    <a:pt x="9637422" y="1293158"/>
                  </a:lnTo>
                  <a:lnTo>
                    <a:pt x="9708482" y="1309402"/>
                  </a:lnTo>
                  <a:lnTo>
                    <a:pt x="9785606" y="1324168"/>
                  </a:lnTo>
                  <a:lnTo>
                    <a:pt x="9869350" y="1337615"/>
                  </a:lnTo>
                  <a:lnTo>
                    <a:pt x="9960051" y="1349875"/>
                  </a:lnTo>
                  <a:lnTo>
                    <a:pt x="10057708" y="1361050"/>
                  </a:lnTo>
                  <a:lnTo>
                    <a:pt x="10161846" y="1371209"/>
                  </a:lnTo>
                  <a:lnTo>
                    <a:pt x="10271375" y="1380392"/>
                  </a:lnTo>
                  <a:lnTo>
                    <a:pt x="10384461" y="1388611"/>
                  </a:lnTo>
                  <a:lnTo>
                    <a:pt x="10498473" y="1395855"/>
                  </a:lnTo>
                  <a:lnTo>
                    <a:pt x="10610035" y="1402105"/>
                  </a:lnTo>
                  <a:lnTo>
                    <a:pt x="10715257" y="1407343"/>
                  </a:lnTo>
                  <a:lnTo>
                    <a:pt x="10810139" y="1411570"/>
                  </a:lnTo>
                  <a:lnTo>
                    <a:pt x="10891120" y="1414818"/>
                  </a:lnTo>
                  <a:lnTo>
                    <a:pt x="10955656" y="1417160"/>
                  </a:lnTo>
                  <a:lnTo>
                    <a:pt x="11002697" y="1418712"/>
                  </a:lnTo>
                  <a:lnTo>
                    <a:pt x="11032937" y="1419622"/>
                  </a:lnTo>
                  <a:lnTo>
                    <a:pt x="11048820" y="1420059"/>
                  </a:lnTo>
                  <a:lnTo>
                    <a:pt x="11054354" y="1420199"/>
                  </a:lnTo>
                  <a:lnTo>
                    <a:pt x="11054891" y="1420211"/>
                  </a:lnTo>
                  <a:lnTo>
                    <a:pt x="12049831" y="1420211"/>
                  </a:lnTo>
                  <a:lnTo>
                    <a:pt x="12049831" y="14202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8" name="pl1297"/>
            <p:cNvSpPr/>
            <p:nvPr/>
          </p:nvSpPr>
          <p:spPr>
            <a:xfrm>
              <a:off x="1199187" y="2394805"/>
              <a:ext cx="12049831" cy="2358285"/>
            </a:xfrm>
            <a:custGeom>
              <a:avLst/>
              <a:pathLst>
                <a:path w="12049831" h="2358285">
                  <a:moveTo>
                    <a:pt x="12049831" y="1420211"/>
                  </a:moveTo>
                  <a:lnTo>
                    <a:pt x="11054891" y="1420211"/>
                  </a:lnTo>
                  <a:lnTo>
                    <a:pt x="11053770" y="1420185"/>
                  </a:lnTo>
                  <a:lnTo>
                    <a:pt x="11046373" y="1419994"/>
                  </a:lnTo>
                  <a:lnTo>
                    <a:pt x="11027621" y="1419468"/>
                  </a:lnTo>
                  <a:lnTo>
                    <a:pt x="10993831" y="1418431"/>
                  </a:lnTo>
                  <a:lnTo>
                    <a:pt x="10942935" y="1416717"/>
                  </a:lnTo>
                  <a:lnTo>
                    <a:pt x="10874629" y="1414184"/>
                  </a:lnTo>
                  <a:lnTo>
                    <a:pt x="10790324" y="1410725"/>
                  </a:lnTo>
                  <a:lnTo>
                    <a:pt x="10692834" y="1406277"/>
                  </a:lnTo>
                  <a:lnTo>
                    <a:pt x="10585868" y="1400815"/>
                  </a:lnTo>
                  <a:lnTo>
                    <a:pt x="10473446" y="1394344"/>
                  </a:lnTo>
                  <a:lnTo>
                    <a:pt x="10359372" y="1386884"/>
                  </a:lnTo>
                  <a:lnTo>
                    <a:pt x="10246871" y="1378453"/>
                  </a:lnTo>
                  <a:lnTo>
                    <a:pt x="10138399" y="1369056"/>
                  </a:lnTo>
                  <a:lnTo>
                    <a:pt x="10035619" y="1358678"/>
                  </a:lnTo>
                  <a:lnTo>
                    <a:pt x="9939472" y="1347271"/>
                  </a:lnTo>
                  <a:lnTo>
                    <a:pt x="9850317" y="1334759"/>
                  </a:lnTo>
                  <a:lnTo>
                    <a:pt x="9768069" y="1321034"/>
                  </a:lnTo>
                  <a:lnTo>
                    <a:pt x="9692334" y="1305957"/>
                  </a:lnTo>
                  <a:lnTo>
                    <a:pt x="9622519" y="1289365"/>
                  </a:lnTo>
                  <a:lnTo>
                    <a:pt x="9557915" y="1271073"/>
                  </a:lnTo>
                  <a:lnTo>
                    <a:pt x="9497760" y="1250891"/>
                  </a:lnTo>
                  <a:lnTo>
                    <a:pt x="9441286" y="1228637"/>
                  </a:lnTo>
                  <a:lnTo>
                    <a:pt x="9387762" y="1204167"/>
                  </a:lnTo>
                  <a:lnTo>
                    <a:pt x="9347647" y="1183509"/>
                  </a:lnTo>
                  <a:lnTo>
                    <a:pt x="9293665" y="1152486"/>
                  </a:lnTo>
                  <a:lnTo>
                    <a:pt x="9241227" y="1118731"/>
                  </a:lnTo>
                  <a:lnTo>
                    <a:pt x="9189831" y="1082196"/>
                  </a:lnTo>
                  <a:lnTo>
                    <a:pt x="9139088" y="1042895"/>
                  </a:lnTo>
                  <a:lnTo>
                    <a:pt x="9088708" y="1000922"/>
                  </a:lnTo>
                  <a:lnTo>
                    <a:pt x="9038482" y="956447"/>
                  </a:lnTo>
                  <a:lnTo>
                    <a:pt x="8988274" y="909727"/>
                  </a:lnTo>
                  <a:lnTo>
                    <a:pt x="8938005" y="861098"/>
                  </a:lnTo>
                  <a:lnTo>
                    <a:pt x="8887646" y="810970"/>
                  </a:lnTo>
                  <a:lnTo>
                    <a:pt x="8837206" y="759812"/>
                  </a:lnTo>
                  <a:lnTo>
                    <a:pt x="8786721" y="708140"/>
                  </a:lnTo>
                  <a:lnTo>
                    <a:pt x="8736237" y="656488"/>
                  </a:lnTo>
                  <a:lnTo>
                    <a:pt x="8685802" y="605391"/>
                  </a:lnTo>
                  <a:lnTo>
                    <a:pt x="8635450" y="555361"/>
                  </a:lnTo>
                  <a:lnTo>
                    <a:pt x="8585187" y="506863"/>
                  </a:lnTo>
                  <a:lnTo>
                    <a:pt x="8534981" y="460303"/>
                  </a:lnTo>
                  <a:lnTo>
                    <a:pt x="8484750" y="416011"/>
                  </a:lnTo>
                  <a:lnTo>
                    <a:pt x="8434351" y="374235"/>
                  </a:lnTo>
                  <a:lnTo>
                    <a:pt x="8383569" y="335142"/>
                  </a:lnTo>
                  <a:lnTo>
                    <a:pt x="8332108" y="298819"/>
                  </a:lnTo>
                  <a:lnTo>
                    <a:pt x="8279573" y="265274"/>
                  </a:lnTo>
                  <a:lnTo>
                    <a:pt x="8229629" y="236701"/>
                  </a:lnTo>
                  <a:lnTo>
                    <a:pt x="8177945" y="210460"/>
                  </a:lnTo>
                  <a:lnTo>
                    <a:pt x="8123831" y="186487"/>
                  </a:lnTo>
                  <a:lnTo>
                    <a:pt x="8066611" y="164703"/>
                  </a:lnTo>
                  <a:lnTo>
                    <a:pt x="8005542" y="144953"/>
                  </a:lnTo>
                  <a:lnTo>
                    <a:pt x="7939855" y="127052"/>
                  </a:lnTo>
                  <a:lnTo>
                    <a:pt x="7868794" y="110809"/>
                  </a:lnTo>
                  <a:lnTo>
                    <a:pt x="7791671" y="96043"/>
                  </a:lnTo>
                  <a:lnTo>
                    <a:pt x="7707926" y="82596"/>
                  </a:lnTo>
                  <a:lnTo>
                    <a:pt x="7617225" y="70336"/>
                  </a:lnTo>
                  <a:lnTo>
                    <a:pt x="7519569" y="59161"/>
                  </a:lnTo>
                  <a:lnTo>
                    <a:pt x="7415430" y="49002"/>
                  </a:lnTo>
                  <a:lnTo>
                    <a:pt x="7305902" y="39819"/>
                  </a:lnTo>
                  <a:lnTo>
                    <a:pt x="7192815" y="31600"/>
                  </a:lnTo>
                  <a:lnTo>
                    <a:pt x="7078804" y="24356"/>
                  </a:lnTo>
                  <a:lnTo>
                    <a:pt x="6967242" y="18106"/>
                  </a:lnTo>
                  <a:lnTo>
                    <a:pt x="6862020" y="12868"/>
                  </a:lnTo>
                  <a:lnTo>
                    <a:pt x="6767137" y="8641"/>
                  </a:lnTo>
                  <a:lnTo>
                    <a:pt x="6686156" y="5393"/>
                  </a:lnTo>
                  <a:lnTo>
                    <a:pt x="6621620" y="3051"/>
                  </a:lnTo>
                  <a:lnTo>
                    <a:pt x="6574580" y="1499"/>
                  </a:lnTo>
                  <a:lnTo>
                    <a:pt x="6544340" y="589"/>
                  </a:lnTo>
                  <a:lnTo>
                    <a:pt x="6528456" y="152"/>
                  </a:lnTo>
                  <a:lnTo>
                    <a:pt x="6522923" y="1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1" y="43"/>
                  </a:lnTo>
                  <a:lnTo>
                    <a:pt x="5519126" y="351"/>
                  </a:lnTo>
                  <a:lnTo>
                    <a:pt x="5500799" y="1204"/>
                  </a:lnTo>
                  <a:lnTo>
                    <a:pt x="5467745" y="2884"/>
                  </a:lnTo>
                  <a:lnTo>
                    <a:pt x="5417898" y="5662"/>
                  </a:lnTo>
                  <a:lnTo>
                    <a:pt x="5350899" y="9769"/>
                  </a:lnTo>
                  <a:lnTo>
                    <a:pt x="5268054" y="15382"/>
                  </a:lnTo>
                  <a:lnTo>
                    <a:pt x="5172050" y="22607"/>
                  </a:lnTo>
                  <a:lnTo>
                    <a:pt x="5066471" y="31487"/>
                  </a:lnTo>
                  <a:lnTo>
                    <a:pt x="4955237" y="42018"/>
                  </a:lnTo>
                  <a:lnTo>
                    <a:pt x="4842092" y="54168"/>
                  </a:lnTo>
                  <a:lnTo>
                    <a:pt x="4730241" y="67906"/>
                  </a:lnTo>
                  <a:lnTo>
                    <a:pt x="4622156" y="83220"/>
                  </a:lnTo>
                  <a:lnTo>
                    <a:pt x="4519532" y="100134"/>
                  </a:lnTo>
                  <a:lnTo>
                    <a:pt x="4423363" y="118716"/>
                  </a:lnTo>
                  <a:lnTo>
                    <a:pt x="4334056" y="139086"/>
                  </a:lnTo>
                  <a:lnTo>
                    <a:pt x="4251575" y="161412"/>
                  </a:lnTo>
                  <a:lnTo>
                    <a:pt x="4175570" y="185912"/>
                  </a:lnTo>
                  <a:lnTo>
                    <a:pt x="4105484" y="212846"/>
                  </a:lnTo>
                  <a:lnTo>
                    <a:pt x="4040636" y="242509"/>
                  </a:lnTo>
                  <a:lnTo>
                    <a:pt x="3980288" y="275209"/>
                  </a:lnTo>
                  <a:lnTo>
                    <a:pt x="3923689" y="311248"/>
                  </a:lnTo>
                  <a:lnTo>
                    <a:pt x="3870117" y="350871"/>
                  </a:lnTo>
                  <a:lnTo>
                    <a:pt x="3820202" y="393047"/>
                  </a:lnTo>
                  <a:lnTo>
                    <a:pt x="3773060" y="437689"/>
                  </a:lnTo>
                  <a:lnTo>
                    <a:pt x="3727146" y="485762"/>
                  </a:lnTo>
                  <a:lnTo>
                    <a:pt x="3682110" y="537335"/>
                  </a:lnTo>
                  <a:lnTo>
                    <a:pt x="3637673" y="592415"/>
                  </a:lnTo>
                  <a:lnTo>
                    <a:pt x="3593615" y="650940"/>
                  </a:lnTo>
                  <a:lnTo>
                    <a:pt x="3549768" y="712773"/>
                  </a:lnTo>
                  <a:lnTo>
                    <a:pt x="3506010" y="777696"/>
                  </a:lnTo>
                  <a:lnTo>
                    <a:pt x="3462256" y="845416"/>
                  </a:lnTo>
                  <a:lnTo>
                    <a:pt x="3418456" y="915558"/>
                  </a:lnTo>
                  <a:lnTo>
                    <a:pt x="3374588" y="987679"/>
                  </a:lnTo>
                  <a:lnTo>
                    <a:pt x="3330654" y="1061275"/>
                  </a:lnTo>
                  <a:lnTo>
                    <a:pt x="3286673" y="1135794"/>
                  </a:lnTo>
                  <a:lnTo>
                    <a:pt x="3242672" y="1210656"/>
                  </a:lnTo>
                  <a:lnTo>
                    <a:pt x="3198685" y="1285269"/>
                  </a:lnTo>
                  <a:lnTo>
                    <a:pt x="3154742" y="1359048"/>
                  </a:lnTo>
                  <a:lnTo>
                    <a:pt x="3110863" y="1431438"/>
                  </a:lnTo>
                  <a:lnTo>
                    <a:pt x="3067053" y="1501924"/>
                  </a:lnTo>
                  <a:lnTo>
                    <a:pt x="3023295" y="1570054"/>
                  </a:lnTo>
                  <a:lnTo>
                    <a:pt x="2979542" y="1635441"/>
                  </a:lnTo>
                  <a:lnTo>
                    <a:pt x="2935716" y="1697779"/>
                  </a:lnTo>
                  <a:lnTo>
                    <a:pt x="2891702" y="1756838"/>
                  </a:lnTo>
                  <a:lnTo>
                    <a:pt x="2847338" y="1812469"/>
                  </a:lnTo>
                  <a:lnTo>
                    <a:pt x="2802413" y="1864598"/>
                  </a:lnTo>
                  <a:lnTo>
                    <a:pt x="2756659" y="1913222"/>
                  </a:lnTo>
                  <a:lnTo>
                    <a:pt x="2709739" y="1958400"/>
                  </a:lnTo>
                  <a:lnTo>
                    <a:pt x="2702183" y="1965237"/>
                  </a:lnTo>
                  <a:lnTo>
                    <a:pt x="2650928" y="2008474"/>
                  </a:lnTo>
                  <a:lnTo>
                    <a:pt x="2597287" y="2048003"/>
                  </a:lnTo>
                  <a:lnTo>
                    <a:pt x="2540602" y="2083953"/>
                  </a:lnTo>
                  <a:lnTo>
                    <a:pt x="2480148" y="2116572"/>
                  </a:lnTo>
                  <a:lnTo>
                    <a:pt x="2415175" y="2146160"/>
                  </a:lnTo>
                  <a:lnTo>
                    <a:pt x="2344945" y="2173029"/>
                  </a:lnTo>
                  <a:lnTo>
                    <a:pt x="2268781" y="2197470"/>
                  </a:lnTo>
                  <a:lnTo>
                    <a:pt x="2186128" y="2219744"/>
                  </a:lnTo>
                  <a:lnTo>
                    <a:pt x="2096644" y="2240066"/>
                  </a:lnTo>
                  <a:lnTo>
                    <a:pt x="2000303" y="2258604"/>
                  </a:lnTo>
                  <a:lnTo>
                    <a:pt x="1897524" y="2275476"/>
                  </a:lnTo>
                  <a:lnTo>
                    <a:pt x="1789318" y="2290749"/>
                  </a:lnTo>
                  <a:lnTo>
                    <a:pt x="1677400" y="2304447"/>
                  </a:lnTo>
                  <a:lnTo>
                    <a:pt x="1564261" y="2316556"/>
                  </a:lnTo>
                  <a:lnTo>
                    <a:pt x="1453123" y="2327045"/>
                  </a:lnTo>
                  <a:lnTo>
                    <a:pt x="1347741" y="2335883"/>
                  </a:lnTo>
                  <a:lnTo>
                    <a:pt x="1252032" y="2343066"/>
                  </a:lnTo>
                  <a:lnTo>
                    <a:pt x="1169564" y="2348638"/>
                  </a:lnTo>
                  <a:lnTo>
                    <a:pt x="1102994" y="2352710"/>
                  </a:lnTo>
                  <a:lnTo>
                    <a:pt x="1053589" y="2355456"/>
                  </a:lnTo>
                  <a:lnTo>
                    <a:pt x="1020946" y="2357112"/>
                  </a:lnTo>
                  <a:lnTo>
                    <a:pt x="1002954" y="2357946"/>
                  </a:lnTo>
                  <a:lnTo>
                    <a:pt x="995953" y="2358245"/>
                  </a:lnTo>
                  <a:lnTo>
                    <a:pt x="994940" y="2358285"/>
                  </a:lnTo>
                  <a:lnTo>
                    <a:pt x="0" y="2358285"/>
                  </a:lnTo>
                  <a:lnTo>
                    <a:pt x="0" y="23582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9" name="pg1298"/>
            <p:cNvSpPr/>
            <p:nvPr/>
          </p:nvSpPr>
          <p:spPr>
            <a:xfrm>
              <a:off x="1199187" y="2452452"/>
              <a:ext cx="12049831" cy="2316360"/>
            </a:xfrm>
            <a:custGeom>
              <a:avLst/>
              <a:pathLst>
                <a:path w="12049831" h="2316360">
                  <a:moveTo>
                    <a:pt x="0" y="2316360"/>
                  </a:moveTo>
                  <a:lnTo>
                    <a:pt x="994940" y="2316360"/>
                  </a:lnTo>
                  <a:lnTo>
                    <a:pt x="996035" y="2316317"/>
                  </a:lnTo>
                  <a:lnTo>
                    <a:pt x="1003271" y="2316014"/>
                  </a:lnTo>
                  <a:lnTo>
                    <a:pt x="1021624" y="2315178"/>
                  </a:lnTo>
                  <a:lnTo>
                    <a:pt x="1054722" y="2313529"/>
                  </a:lnTo>
                  <a:lnTo>
                    <a:pt x="1104633" y="2310803"/>
                  </a:lnTo>
                  <a:lnTo>
                    <a:pt x="1171711" y="2306771"/>
                  </a:lnTo>
                  <a:lnTo>
                    <a:pt x="1254645" y="2301263"/>
                  </a:lnTo>
                  <a:lnTo>
                    <a:pt x="1350740" y="2294173"/>
                  </a:lnTo>
                  <a:lnTo>
                    <a:pt x="1456403" y="2285459"/>
                  </a:lnTo>
                  <a:lnTo>
                    <a:pt x="1567711" y="2275126"/>
                  </a:lnTo>
                  <a:lnTo>
                    <a:pt x="1680913" y="2263205"/>
                  </a:lnTo>
                  <a:lnTo>
                    <a:pt x="1792804" y="2249726"/>
                  </a:lnTo>
                  <a:lnTo>
                    <a:pt x="1900914" y="2234701"/>
                  </a:lnTo>
                  <a:lnTo>
                    <a:pt x="2003547" y="2218106"/>
                  </a:lnTo>
                  <a:lnTo>
                    <a:pt x="2099716" y="2199875"/>
                  </a:lnTo>
                  <a:lnTo>
                    <a:pt x="2189014" y="2179888"/>
                  </a:lnTo>
                  <a:lnTo>
                    <a:pt x="2271481" y="2157981"/>
                  </a:lnTo>
                  <a:lnTo>
                    <a:pt x="2347469" y="2133940"/>
                  </a:lnTo>
                  <a:lnTo>
                    <a:pt x="2417539" y="2107507"/>
                  </a:lnTo>
                  <a:lnTo>
                    <a:pt x="2482372" y="2078396"/>
                  </a:lnTo>
                  <a:lnTo>
                    <a:pt x="2542708" y="2046301"/>
                  </a:lnTo>
                  <a:lnTo>
                    <a:pt x="2599299" y="2010929"/>
                  </a:lnTo>
                  <a:lnTo>
                    <a:pt x="2652867" y="1972039"/>
                  </a:lnTo>
                  <a:lnTo>
                    <a:pt x="2702183" y="1931173"/>
                  </a:lnTo>
                  <a:lnTo>
                    <a:pt x="2749636" y="1887120"/>
                  </a:lnTo>
                  <a:lnTo>
                    <a:pt x="2795846" y="1839659"/>
                  </a:lnTo>
                  <a:lnTo>
                    <a:pt x="2841171" y="1788722"/>
                  </a:lnTo>
                  <a:lnTo>
                    <a:pt x="2885894" y="1734302"/>
                  </a:lnTo>
                  <a:lnTo>
                    <a:pt x="2930238" y="1676464"/>
                  </a:lnTo>
                  <a:lnTo>
                    <a:pt x="2974373" y="1615347"/>
                  </a:lnTo>
                  <a:lnTo>
                    <a:pt x="3018422" y="1551170"/>
                  </a:lnTo>
                  <a:lnTo>
                    <a:pt x="3062470" y="1484232"/>
                  </a:lnTo>
                  <a:lnTo>
                    <a:pt x="3106567" y="1414910"/>
                  </a:lnTo>
                  <a:lnTo>
                    <a:pt x="3150732" y="1343651"/>
                  </a:lnTo>
                  <a:lnTo>
                    <a:pt x="3194964" y="1270964"/>
                  </a:lnTo>
                  <a:lnTo>
                    <a:pt x="3239242" y="1197400"/>
                  </a:lnTo>
                  <a:lnTo>
                    <a:pt x="3283537" y="1123543"/>
                  </a:lnTo>
                  <a:lnTo>
                    <a:pt x="3327815" y="1049985"/>
                  </a:lnTo>
                  <a:lnTo>
                    <a:pt x="3372046" y="977308"/>
                  </a:lnTo>
                  <a:lnTo>
                    <a:pt x="3416211" y="906064"/>
                  </a:lnTo>
                  <a:lnTo>
                    <a:pt x="3460307" y="836761"/>
                  </a:lnTo>
                  <a:lnTo>
                    <a:pt x="3504355" y="769847"/>
                  </a:lnTo>
                  <a:lnTo>
                    <a:pt x="3548404" y="705696"/>
                  </a:lnTo>
                  <a:lnTo>
                    <a:pt x="3592540" y="644607"/>
                  </a:lnTo>
                  <a:lnTo>
                    <a:pt x="3636886" y="586799"/>
                  </a:lnTo>
                  <a:lnTo>
                    <a:pt x="3681614" y="532410"/>
                  </a:lnTo>
                  <a:lnTo>
                    <a:pt x="3726946" y="481503"/>
                  </a:lnTo>
                  <a:lnTo>
                    <a:pt x="3773165" y="434073"/>
                  </a:lnTo>
                  <a:lnTo>
                    <a:pt x="3820202" y="390427"/>
                  </a:lnTo>
                  <a:lnTo>
                    <a:pt x="3871483" y="348035"/>
                  </a:lnTo>
                  <a:lnTo>
                    <a:pt x="3925153" y="309280"/>
                  </a:lnTo>
                  <a:lnTo>
                    <a:pt x="3981871" y="274036"/>
                  </a:lnTo>
                  <a:lnTo>
                    <a:pt x="4042362" y="242058"/>
                  </a:lnTo>
                  <a:lnTo>
                    <a:pt x="4107378" y="213053"/>
                  </a:lnTo>
                  <a:lnTo>
                    <a:pt x="4177659" y="186716"/>
                  </a:lnTo>
                  <a:lnTo>
                    <a:pt x="4253882" y="162759"/>
                  </a:lnTo>
                  <a:lnTo>
                    <a:pt x="4336600" y="140927"/>
                  </a:lnTo>
                  <a:lnTo>
                    <a:pt x="4426158" y="121010"/>
                  </a:lnTo>
                  <a:lnTo>
                    <a:pt x="4522580" y="102841"/>
                  </a:lnTo>
                  <a:lnTo>
                    <a:pt x="4625441" y="86307"/>
                  </a:lnTo>
                  <a:lnTo>
                    <a:pt x="4733728" y="71340"/>
                  </a:lnTo>
                  <a:lnTo>
                    <a:pt x="4845718" y="57919"/>
                  </a:lnTo>
                  <a:lnTo>
                    <a:pt x="4958911" y="46057"/>
                  </a:lnTo>
                  <a:lnTo>
                    <a:pt x="5070077" y="35784"/>
                  </a:lnTo>
                  <a:lnTo>
                    <a:pt x="5175452" y="27132"/>
                  </a:lnTo>
                  <a:lnTo>
                    <a:pt x="5271113" y="20102"/>
                  </a:lnTo>
                  <a:lnTo>
                    <a:pt x="5353493" y="14652"/>
                  </a:lnTo>
                  <a:lnTo>
                    <a:pt x="5419940" y="10673"/>
                  </a:lnTo>
                  <a:lnTo>
                    <a:pt x="5469202" y="7991"/>
                  </a:lnTo>
                  <a:lnTo>
                    <a:pt x="5501699" y="6378"/>
                  </a:lnTo>
                  <a:lnTo>
                    <a:pt x="5519560" y="5566"/>
                  </a:lnTo>
                  <a:lnTo>
                    <a:pt x="5526467" y="5278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91" y="5277"/>
                  </a:lnTo>
                  <a:lnTo>
                    <a:pt x="6530793" y="5541"/>
                  </a:lnTo>
                  <a:lnTo>
                    <a:pt x="6549309" y="6268"/>
                  </a:lnTo>
                  <a:lnTo>
                    <a:pt x="6582689" y="7703"/>
                  </a:lnTo>
                  <a:lnTo>
                    <a:pt x="6633001" y="10074"/>
                  </a:lnTo>
                  <a:lnTo>
                    <a:pt x="6700581" y="13580"/>
                  </a:lnTo>
                  <a:lnTo>
                    <a:pt x="6784075" y="18368"/>
                  </a:lnTo>
                  <a:lnTo>
                    <a:pt x="6880741" y="24530"/>
                  </a:lnTo>
                  <a:lnTo>
                    <a:pt x="6986939" y="32100"/>
                  </a:lnTo>
                  <a:lnTo>
                    <a:pt x="7098704" y="41072"/>
                  </a:lnTo>
                  <a:lnTo>
                    <a:pt x="7212266" y="51422"/>
                  </a:lnTo>
                  <a:lnTo>
                    <a:pt x="7324409" y="63121"/>
                  </a:lnTo>
                  <a:lnTo>
                    <a:pt x="7432669" y="76161"/>
                  </a:lnTo>
                  <a:lnTo>
                    <a:pt x="7535366" y="90564"/>
                  </a:lnTo>
                  <a:lnTo>
                    <a:pt x="7631527" y="106390"/>
                  </a:lnTo>
                  <a:lnTo>
                    <a:pt x="7720768" y="123743"/>
                  </a:lnTo>
                  <a:lnTo>
                    <a:pt x="7803146" y="142770"/>
                  </a:lnTo>
                  <a:lnTo>
                    <a:pt x="7879031" y="163659"/>
                  </a:lnTo>
                  <a:lnTo>
                    <a:pt x="7948996" y="186634"/>
                  </a:lnTo>
                  <a:lnTo>
                    <a:pt x="8013735" y="211948"/>
                  </a:lnTo>
                  <a:lnTo>
                    <a:pt x="8073996" y="239866"/>
                  </a:lnTo>
                  <a:lnTo>
                    <a:pt x="8130538" y="270641"/>
                  </a:lnTo>
                  <a:lnTo>
                    <a:pt x="8184087" y="304477"/>
                  </a:lnTo>
                  <a:lnTo>
                    <a:pt x="8229629" y="337147"/>
                  </a:lnTo>
                  <a:lnTo>
                    <a:pt x="8279291" y="376973"/>
                  </a:lnTo>
                  <a:lnTo>
                    <a:pt x="8327610" y="420023"/>
                  </a:lnTo>
                  <a:lnTo>
                    <a:pt x="8374990" y="466362"/>
                  </a:lnTo>
                  <a:lnTo>
                    <a:pt x="8421748" y="515987"/>
                  </a:lnTo>
                  <a:lnTo>
                    <a:pt x="8468129" y="568823"/>
                  </a:lnTo>
                  <a:lnTo>
                    <a:pt x="8514316" y="624714"/>
                  </a:lnTo>
                  <a:lnTo>
                    <a:pt x="8560440" y="683425"/>
                  </a:lnTo>
                  <a:lnTo>
                    <a:pt x="8606584" y="744634"/>
                  </a:lnTo>
                  <a:lnTo>
                    <a:pt x="8652793" y="807943"/>
                  </a:lnTo>
                  <a:lnTo>
                    <a:pt x="8699079" y="872884"/>
                  </a:lnTo>
                  <a:lnTo>
                    <a:pt x="8745429" y="938933"/>
                  </a:lnTo>
                  <a:lnTo>
                    <a:pt x="8791814" y="1005525"/>
                  </a:lnTo>
                  <a:lnTo>
                    <a:pt x="8838197" y="1072077"/>
                  </a:lnTo>
                  <a:lnTo>
                    <a:pt x="8884539" y="1138007"/>
                  </a:lnTo>
                  <a:lnTo>
                    <a:pt x="8930815" y="1202755"/>
                  </a:lnTo>
                  <a:lnTo>
                    <a:pt x="8977014" y="1265803"/>
                  </a:lnTo>
                  <a:lnTo>
                    <a:pt x="9023152" y="1326691"/>
                  </a:lnTo>
                  <a:lnTo>
                    <a:pt x="9069278" y="1385033"/>
                  </a:lnTo>
                  <a:lnTo>
                    <a:pt x="9115483" y="1440518"/>
                  </a:lnTo>
                  <a:lnTo>
                    <a:pt x="9161904" y="1492921"/>
                  </a:lnTo>
                  <a:lnTo>
                    <a:pt x="9208731" y="1542099"/>
                  </a:lnTo>
                  <a:lnTo>
                    <a:pt x="9256219" y="1587986"/>
                  </a:lnTo>
                  <a:lnTo>
                    <a:pt x="9304696" y="1630590"/>
                  </a:lnTo>
                  <a:lnTo>
                    <a:pt x="9347647" y="1664774"/>
                  </a:lnTo>
                  <a:lnTo>
                    <a:pt x="9399093" y="1701412"/>
                  </a:lnTo>
                  <a:lnTo>
                    <a:pt x="9452945" y="1734897"/>
                  </a:lnTo>
                  <a:lnTo>
                    <a:pt x="9509868" y="1765339"/>
                  </a:lnTo>
                  <a:lnTo>
                    <a:pt x="9570595" y="1792950"/>
                  </a:lnTo>
                  <a:lnTo>
                    <a:pt x="9635886" y="1817987"/>
                  </a:lnTo>
                  <a:lnTo>
                    <a:pt x="9706485" y="1840715"/>
                  </a:lnTo>
                  <a:lnTo>
                    <a:pt x="9783076" y="1861384"/>
                  </a:lnTo>
                  <a:lnTo>
                    <a:pt x="9866213" y="1880214"/>
                  </a:lnTo>
                  <a:lnTo>
                    <a:pt x="9956238" y="1897388"/>
                  </a:lnTo>
                  <a:lnTo>
                    <a:pt x="10053164" y="1913049"/>
                  </a:lnTo>
                  <a:lnTo>
                    <a:pt x="10156547" y="1927296"/>
                  </a:lnTo>
                  <a:lnTo>
                    <a:pt x="10265343" y="1940185"/>
                  </a:lnTo>
                  <a:lnTo>
                    <a:pt x="10377784" y="1951733"/>
                  </a:lnTo>
                  <a:lnTo>
                    <a:pt x="10491317" y="1961929"/>
                  </a:lnTo>
                  <a:lnTo>
                    <a:pt x="10602651" y="1970745"/>
                  </a:lnTo>
                  <a:lnTo>
                    <a:pt x="10707972" y="1978156"/>
                  </a:lnTo>
                  <a:lnTo>
                    <a:pt x="10803325" y="1984160"/>
                  </a:lnTo>
                  <a:lnTo>
                    <a:pt x="10885141" y="1988798"/>
                  </a:lnTo>
                  <a:lnTo>
                    <a:pt x="10950814" y="1992168"/>
                  </a:lnTo>
                  <a:lnTo>
                    <a:pt x="10999170" y="1994423"/>
                  </a:lnTo>
                  <a:lnTo>
                    <a:pt x="11030742" y="1995766"/>
                  </a:lnTo>
                  <a:lnTo>
                    <a:pt x="11047785" y="1996429"/>
                  </a:lnTo>
                  <a:lnTo>
                    <a:pt x="11054114" y="1996655"/>
                  </a:lnTo>
                  <a:lnTo>
                    <a:pt x="11054891" y="1996681"/>
                  </a:lnTo>
                  <a:lnTo>
                    <a:pt x="12049831" y="1996681"/>
                  </a:lnTo>
                  <a:lnTo>
                    <a:pt x="12049831" y="1991440"/>
                  </a:lnTo>
                  <a:lnTo>
                    <a:pt x="11054891" y="1991440"/>
                  </a:lnTo>
                  <a:lnTo>
                    <a:pt x="11053785" y="1991403"/>
                  </a:lnTo>
                  <a:lnTo>
                    <a:pt x="11046484" y="1991140"/>
                  </a:lnTo>
                  <a:lnTo>
                    <a:pt x="11027968" y="1990412"/>
                  </a:lnTo>
                  <a:lnTo>
                    <a:pt x="10994588" y="1988978"/>
                  </a:lnTo>
                  <a:lnTo>
                    <a:pt x="10944275" y="1986607"/>
                  </a:lnTo>
                  <a:lnTo>
                    <a:pt x="10876696" y="1983101"/>
                  </a:lnTo>
                  <a:lnTo>
                    <a:pt x="10793201" y="1978312"/>
                  </a:lnTo>
                  <a:lnTo>
                    <a:pt x="10696536" y="1972151"/>
                  </a:lnTo>
                  <a:lnTo>
                    <a:pt x="10590338" y="1964581"/>
                  </a:lnTo>
                  <a:lnTo>
                    <a:pt x="10478572" y="1955608"/>
                  </a:lnTo>
                  <a:lnTo>
                    <a:pt x="10365011" y="1945259"/>
                  </a:lnTo>
                  <a:lnTo>
                    <a:pt x="10252868" y="1933559"/>
                  </a:lnTo>
                  <a:lnTo>
                    <a:pt x="10144607" y="1920519"/>
                  </a:lnTo>
                  <a:lnTo>
                    <a:pt x="10041911" y="1906117"/>
                  </a:lnTo>
                  <a:lnTo>
                    <a:pt x="9945750" y="1890291"/>
                  </a:lnTo>
                  <a:lnTo>
                    <a:pt x="9856508" y="1872938"/>
                  </a:lnTo>
                  <a:lnTo>
                    <a:pt x="9774130" y="1853911"/>
                  </a:lnTo>
                  <a:lnTo>
                    <a:pt x="9698245" y="1833022"/>
                  </a:lnTo>
                  <a:lnTo>
                    <a:pt x="9628280" y="1810046"/>
                  </a:lnTo>
                  <a:lnTo>
                    <a:pt x="9563542" y="1784732"/>
                  </a:lnTo>
                  <a:lnTo>
                    <a:pt x="9503280" y="1756815"/>
                  </a:lnTo>
                  <a:lnTo>
                    <a:pt x="9446739" y="1726040"/>
                  </a:lnTo>
                  <a:lnTo>
                    <a:pt x="9393190" y="1692203"/>
                  </a:lnTo>
                  <a:lnTo>
                    <a:pt x="9347647" y="1659534"/>
                  </a:lnTo>
                  <a:lnTo>
                    <a:pt x="9297986" y="1619708"/>
                  </a:lnTo>
                  <a:lnTo>
                    <a:pt x="9249667" y="1576657"/>
                  </a:lnTo>
                  <a:lnTo>
                    <a:pt x="9202286" y="1530318"/>
                  </a:lnTo>
                  <a:lnTo>
                    <a:pt x="9155528" y="1480694"/>
                  </a:lnTo>
                  <a:lnTo>
                    <a:pt x="9109147" y="1427858"/>
                  </a:lnTo>
                  <a:lnTo>
                    <a:pt x="9062960" y="1371966"/>
                  </a:lnTo>
                  <a:lnTo>
                    <a:pt x="9016836" y="1313256"/>
                  </a:lnTo>
                  <a:lnTo>
                    <a:pt x="8970692" y="1252047"/>
                  </a:lnTo>
                  <a:lnTo>
                    <a:pt x="8924483" y="1188738"/>
                  </a:lnTo>
                  <a:lnTo>
                    <a:pt x="8878197" y="1123797"/>
                  </a:lnTo>
                  <a:lnTo>
                    <a:pt x="8831847" y="1057748"/>
                  </a:lnTo>
                  <a:lnTo>
                    <a:pt x="8785462" y="991155"/>
                  </a:lnTo>
                  <a:lnTo>
                    <a:pt x="8739080" y="924603"/>
                  </a:lnTo>
                  <a:lnTo>
                    <a:pt x="8692737" y="858673"/>
                  </a:lnTo>
                  <a:lnTo>
                    <a:pt x="8646462" y="793926"/>
                  </a:lnTo>
                  <a:lnTo>
                    <a:pt x="8600263" y="730878"/>
                  </a:lnTo>
                  <a:lnTo>
                    <a:pt x="8554125" y="669989"/>
                  </a:lnTo>
                  <a:lnTo>
                    <a:pt x="8507998" y="611648"/>
                  </a:lnTo>
                  <a:lnTo>
                    <a:pt x="8461793" y="556162"/>
                  </a:lnTo>
                  <a:lnTo>
                    <a:pt x="8415373" y="503759"/>
                  </a:lnTo>
                  <a:lnTo>
                    <a:pt x="8368546" y="454582"/>
                  </a:lnTo>
                  <a:lnTo>
                    <a:pt x="8321057" y="408695"/>
                  </a:lnTo>
                  <a:lnTo>
                    <a:pt x="8272580" y="366091"/>
                  </a:lnTo>
                  <a:lnTo>
                    <a:pt x="8229629" y="331906"/>
                  </a:lnTo>
                  <a:lnTo>
                    <a:pt x="8178183" y="295268"/>
                  </a:lnTo>
                  <a:lnTo>
                    <a:pt x="8124332" y="261784"/>
                  </a:lnTo>
                  <a:lnTo>
                    <a:pt x="8067408" y="231342"/>
                  </a:lnTo>
                  <a:lnTo>
                    <a:pt x="8006681" y="203731"/>
                  </a:lnTo>
                  <a:lnTo>
                    <a:pt x="7941391" y="178694"/>
                  </a:lnTo>
                  <a:lnTo>
                    <a:pt x="7870792" y="155965"/>
                  </a:lnTo>
                  <a:lnTo>
                    <a:pt x="7794201" y="135297"/>
                  </a:lnTo>
                  <a:lnTo>
                    <a:pt x="7711064" y="116467"/>
                  </a:lnTo>
                  <a:lnTo>
                    <a:pt x="7621039" y="99293"/>
                  </a:lnTo>
                  <a:lnTo>
                    <a:pt x="7524113" y="83631"/>
                  </a:lnTo>
                  <a:lnTo>
                    <a:pt x="7420729" y="69384"/>
                  </a:lnTo>
                  <a:lnTo>
                    <a:pt x="7311933" y="56496"/>
                  </a:lnTo>
                  <a:lnTo>
                    <a:pt x="7199492" y="44948"/>
                  </a:lnTo>
                  <a:lnTo>
                    <a:pt x="7085960" y="34752"/>
                  </a:lnTo>
                  <a:lnTo>
                    <a:pt x="6974625" y="25936"/>
                  </a:lnTo>
                  <a:lnTo>
                    <a:pt x="6869304" y="18525"/>
                  </a:lnTo>
                  <a:lnTo>
                    <a:pt x="6773952" y="12521"/>
                  </a:lnTo>
                  <a:lnTo>
                    <a:pt x="6692135" y="7882"/>
                  </a:lnTo>
                  <a:lnTo>
                    <a:pt x="6626462" y="4513"/>
                  </a:lnTo>
                  <a:lnTo>
                    <a:pt x="6578106" y="2258"/>
                  </a:lnTo>
                  <a:lnTo>
                    <a:pt x="6546535" y="915"/>
                  </a:lnTo>
                  <a:lnTo>
                    <a:pt x="6529491" y="252"/>
                  </a:lnTo>
                  <a:lnTo>
                    <a:pt x="6523163" y="2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0" y="42"/>
                  </a:lnTo>
                  <a:lnTo>
                    <a:pt x="5519114" y="345"/>
                  </a:lnTo>
                  <a:lnTo>
                    <a:pt x="5500761" y="1181"/>
                  </a:lnTo>
                  <a:lnTo>
                    <a:pt x="5467663" y="2830"/>
                  </a:lnTo>
                  <a:lnTo>
                    <a:pt x="5417752" y="5557"/>
                  </a:lnTo>
                  <a:lnTo>
                    <a:pt x="5350674" y="9588"/>
                  </a:lnTo>
                  <a:lnTo>
                    <a:pt x="5267740" y="15096"/>
                  </a:lnTo>
                  <a:lnTo>
                    <a:pt x="5171645" y="22186"/>
                  </a:lnTo>
                  <a:lnTo>
                    <a:pt x="5065982" y="30900"/>
                  </a:lnTo>
                  <a:lnTo>
                    <a:pt x="4954674" y="41233"/>
                  </a:lnTo>
                  <a:lnTo>
                    <a:pt x="4841472" y="53155"/>
                  </a:lnTo>
                  <a:lnTo>
                    <a:pt x="4729581" y="66633"/>
                  </a:lnTo>
                  <a:lnTo>
                    <a:pt x="4621471" y="81658"/>
                  </a:lnTo>
                  <a:lnTo>
                    <a:pt x="4518838" y="98253"/>
                  </a:lnTo>
                  <a:lnTo>
                    <a:pt x="4422669" y="116485"/>
                  </a:lnTo>
                  <a:lnTo>
                    <a:pt x="4333371" y="136471"/>
                  </a:lnTo>
                  <a:lnTo>
                    <a:pt x="4250904" y="158378"/>
                  </a:lnTo>
                  <a:lnTo>
                    <a:pt x="4174916" y="182420"/>
                  </a:lnTo>
                  <a:lnTo>
                    <a:pt x="4104846" y="208852"/>
                  </a:lnTo>
                  <a:lnTo>
                    <a:pt x="4040013" y="237963"/>
                  </a:lnTo>
                  <a:lnTo>
                    <a:pt x="3979677" y="270058"/>
                  </a:lnTo>
                  <a:lnTo>
                    <a:pt x="3923086" y="305430"/>
                  </a:lnTo>
                  <a:lnTo>
                    <a:pt x="3869518" y="344320"/>
                  </a:lnTo>
                  <a:lnTo>
                    <a:pt x="3820202" y="385186"/>
                  </a:lnTo>
                  <a:lnTo>
                    <a:pt x="3772749" y="429239"/>
                  </a:lnTo>
                  <a:lnTo>
                    <a:pt x="3726539" y="476700"/>
                  </a:lnTo>
                  <a:lnTo>
                    <a:pt x="3681214" y="527638"/>
                  </a:lnTo>
                  <a:lnTo>
                    <a:pt x="3636491" y="582057"/>
                  </a:lnTo>
                  <a:lnTo>
                    <a:pt x="3592147" y="639895"/>
                  </a:lnTo>
                  <a:lnTo>
                    <a:pt x="3548012" y="701013"/>
                  </a:lnTo>
                  <a:lnTo>
                    <a:pt x="3503963" y="765190"/>
                  </a:lnTo>
                  <a:lnTo>
                    <a:pt x="3459915" y="832127"/>
                  </a:lnTo>
                  <a:lnTo>
                    <a:pt x="3415818" y="901449"/>
                  </a:lnTo>
                  <a:lnTo>
                    <a:pt x="3371653" y="972708"/>
                  </a:lnTo>
                  <a:lnTo>
                    <a:pt x="3327421" y="1045396"/>
                  </a:lnTo>
                  <a:lnTo>
                    <a:pt x="3283143" y="1118959"/>
                  </a:lnTo>
                  <a:lnTo>
                    <a:pt x="3238848" y="1192816"/>
                  </a:lnTo>
                  <a:lnTo>
                    <a:pt x="3194570" y="1266374"/>
                  </a:lnTo>
                  <a:lnTo>
                    <a:pt x="3150339" y="1339052"/>
                  </a:lnTo>
                  <a:lnTo>
                    <a:pt x="3106174" y="1410295"/>
                  </a:lnTo>
                  <a:lnTo>
                    <a:pt x="3062078" y="1479598"/>
                  </a:lnTo>
                  <a:lnTo>
                    <a:pt x="3018030" y="1546513"/>
                  </a:lnTo>
                  <a:lnTo>
                    <a:pt x="2973981" y="1610664"/>
                  </a:lnTo>
                  <a:lnTo>
                    <a:pt x="2929845" y="1671752"/>
                  </a:lnTo>
                  <a:lnTo>
                    <a:pt x="2885499" y="1729561"/>
                  </a:lnTo>
                  <a:lnTo>
                    <a:pt x="2840771" y="1783949"/>
                  </a:lnTo>
                  <a:lnTo>
                    <a:pt x="2795439" y="1834856"/>
                  </a:lnTo>
                  <a:lnTo>
                    <a:pt x="2749220" y="1882286"/>
                  </a:lnTo>
                  <a:lnTo>
                    <a:pt x="2702183" y="1925933"/>
                  </a:lnTo>
                  <a:lnTo>
                    <a:pt x="2650902" y="1968325"/>
                  </a:lnTo>
                  <a:lnTo>
                    <a:pt x="2597232" y="2007079"/>
                  </a:lnTo>
                  <a:lnTo>
                    <a:pt x="2540514" y="2042324"/>
                  </a:lnTo>
                  <a:lnTo>
                    <a:pt x="2480023" y="2074301"/>
                  </a:lnTo>
                  <a:lnTo>
                    <a:pt x="2415007" y="2103306"/>
                  </a:lnTo>
                  <a:lnTo>
                    <a:pt x="2344726" y="2129644"/>
                  </a:lnTo>
                  <a:lnTo>
                    <a:pt x="2268503" y="2153601"/>
                  </a:lnTo>
                  <a:lnTo>
                    <a:pt x="2185785" y="2175432"/>
                  </a:lnTo>
                  <a:lnTo>
                    <a:pt x="2096227" y="2195350"/>
                  </a:lnTo>
                  <a:lnTo>
                    <a:pt x="1999805" y="2213518"/>
                  </a:lnTo>
                  <a:lnTo>
                    <a:pt x="1896944" y="2230053"/>
                  </a:lnTo>
                  <a:lnTo>
                    <a:pt x="1788657" y="2245019"/>
                  </a:lnTo>
                  <a:lnTo>
                    <a:pt x="1676667" y="2258440"/>
                  </a:lnTo>
                  <a:lnTo>
                    <a:pt x="1563474" y="2270302"/>
                  </a:lnTo>
                  <a:lnTo>
                    <a:pt x="1452308" y="2280575"/>
                  </a:lnTo>
                  <a:lnTo>
                    <a:pt x="1346933" y="2289228"/>
                  </a:lnTo>
                  <a:lnTo>
                    <a:pt x="1251272" y="2296257"/>
                  </a:lnTo>
                  <a:lnTo>
                    <a:pt x="1168892" y="2301708"/>
                  </a:lnTo>
                  <a:lnTo>
                    <a:pt x="1102445" y="2305687"/>
                  </a:lnTo>
                  <a:lnTo>
                    <a:pt x="1053183" y="2308368"/>
                  </a:lnTo>
                  <a:lnTo>
                    <a:pt x="1020686" y="2309982"/>
                  </a:lnTo>
                  <a:lnTo>
                    <a:pt x="1002825" y="2310793"/>
                  </a:lnTo>
                  <a:lnTo>
                    <a:pt x="995918" y="2311081"/>
                  </a:lnTo>
                  <a:lnTo>
                    <a:pt x="994940" y="2311119"/>
                  </a:lnTo>
                  <a:lnTo>
                    <a:pt x="0" y="2311119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00" name="pl1299"/>
            <p:cNvSpPr/>
            <p:nvPr/>
          </p:nvSpPr>
          <p:spPr>
            <a:xfrm>
              <a:off x="1199187" y="2457692"/>
              <a:ext cx="12049831" cy="2311119"/>
            </a:xfrm>
            <a:custGeom>
              <a:avLst/>
              <a:pathLst>
                <a:path w="12049831" h="2311119">
                  <a:moveTo>
                    <a:pt x="0" y="2311119"/>
                  </a:moveTo>
                  <a:lnTo>
                    <a:pt x="994940" y="2311119"/>
                  </a:lnTo>
                  <a:lnTo>
                    <a:pt x="996035" y="2311077"/>
                  </a:lnTo>
                  <a:lnTo>
                    <a:pt x="1003271" y="2310774"/>
                  </a:lnTo>
                  <a:lnTo>
                    <a:pt x="1021624" y="2309937"/>
                  </a:lnTo>
                  <a:lnTo>
                    <a:pt x="1054722" y="2308288"/>
                  </a:lnTo>
                  <a:lnTo>
                    <a:pt x="1104633" y="2305562"/>
                  </a:lnTo>
                  <a:lnTo>
                    <a:pt x="1171711" y="2301530"/>
                  </a:lnTo>
                  <a:lnTo>
                    <a:pt x="1254645" y="2296022"/>
                  </a:lnTo>
                  <a:lnTo>
                    <a:pt x="1350740" y="2288932"/>
                  </a:lnTo>
                  <a:lnTo>
                    <a:pt x="1456403" y="2280218"/>
                  </a:lnTo>
                  <a:lnTo>
                    <a:pt x="1567711" y="2269885"/>
                  </a:lnTo>
                  <a:lnTo>
                    <a:pt x="1680913" y="2257964"/>
                  </a:lnTo>
                  <a:lnTo>
                    <a:pt x="1792804" y="2244485"/>
                  </a:lnTo>
                  <a:lnTo>
                    <a:pt x="1900914" y="2229460"/>
                  </a:lnTo>
                  <a:lnTo>
                    <a:pt x="2003547" y="2212866"/>
                  </a:lnTo>
                  <a:lnTo>
                    <a:pt x="2099716" y="2194634"/>
                  </a:lnTo>
                  <a:lnTo>
                    <a:pt x="2189014" y="2174648"/>
                  </a:lnTo>
                  <a:lnTo>
                    <a:pt x="2271481" y="2152741"/>
                  </a:lnTo>
                  <a:lnTo>
                    <a:pt x="2347469" y="2128699"/>
                  </a:lnTo>
                  <a:lnTo>
                    <a:pt x="2417539" y="2102267"/>
                  </a:lnTo>
                  <a:lnTo>
                    <a:pt x="2482372" y="2073155"/>
                  </a:lnTo>
                  <a:lnTo>
                    <a:pt x="2542708" y="2041061"/>
                  </a:lnTo>
                  <a:lnTo>
                    <a:pt x="2599299" y="2005689"/>
                  </a:lnTo>
                  <a:lnTo>
                    <a:pt x="2652867" y="1966798"/>
                  </a:lnTo>
                  <a:lnTo>
                    <a:pt x="2702183" y="1925933"/>
                  </a:lnTo>
                  <a:lnTo>
                    <a:pt x="2749636" y="1881880"/>
                  </a:lnTo>
                  <a:lnTo>
                    <a:pt x="2795846" y="1834419"/>
                  </a:lnTo>
                  <a:lnTo>
                    <a:pt x="2841171" y="1783481"/>
                  </a:lnTo>
                  <a:lnTo>
                    <a:pt x="2885894" y="1729061"/>
                  </a:lnTo>
                  <a:lnTo>
                    <a:pt x="2930238" y="1671223"/>
                  </a:lnTo>
                  <a:lnTo>
                    <a:pt x="2974373" y="1610106"/>
                  </a:lnTo>
                  <a:lnTo>
                    <a:pt x="3018422" y="1545929"/>
                  </a:lnTo>
                  <a:lnTo>
                    <a:pt x="3062470" y="1478991"/>
                  </a:lnTo>
                  <a:lnTo>
                    <a:pt x="3106567" y="1409669"/>
                  </a:lnTo>
                  <a:lnTo>
                    <a:pt x="3150732" y="1338411"/>
                  </a:lnTo>
                  <a:lnTo>
                    <a:pt x="3194964" y="1265723"/>
                  </a:lnTo>
                  <a:lnTo>
                    <a:pt x="3239242" y="1192160"/>
                  </a:lnTo>
                  <a:lnTo>
                    <a:pt x="3283537" y="1118303"/>
                  </a:lnTo>
                  <a:lnTo>
                    <a:pt x="3327815" y="1044744"/>
                  </a:lnTo>
                  <a:lnTo>
                    <a:pt x="3372046" y="972067"/>
                  </a:lnTo>
                  <a:lnTo>
                    <a:pt x="3416211" y="900823"/>
                  </a:lnTo>
                  <a:lnTo>
                    <a:pt x="3460307" y="831521"/>
                  </a:lnTo>
                  <a:lnTo>
                    <a:pt x="3504355" y="764606"/>
                  </a:lnTo>
                  <a:lnTo>
                    <a:pt x="3548404" y="700455"/>
                  </a:lnTo>
                  <a:lnTo>
                    <a:pt x="3592540" y="639366"/>
                  </a:lnTo>
                  <a:lnTo>
                    <a:pt x="3636886" y="581558"/>
                  </a:lnTo>
                  <a:lnTo>
                    <a:pt x="3681614" y="527169"/>
                  </a:lnTo>
                  <a:lnTo>
                    <a:pt x="3726946" y="476263"/>
                  </a:lnTo>
                  <a:lnTo>
                    <a:pt x="3773165" y="428832"/>
                  </a:lnTo>
                  <a:lnTo>
                    <a:pt x="3820202" y="385186"/>
                  </a:lnTo>
                  <a:lnTo>
                    <a:pt x="3871483" y="342794"/>
                  </a:lnTo>
                  <a:lnTo>
                    <a:pt x="3925153" y="304039"/>
                  </a:lnTo>
                  <a:lnTo>
                    <a:pt x="3981871" y="268795"/>
                  </a:lnTo>
                  <a:lnTo>
                    <a:pt x="4042362" y="236818"/>
                  </a:lnTo>
                  <a:lnTo>
                    <a:pt x="4107378" y="207813"/>
                  </a:lnTo>
                  <a:lnTo>
                    <a:pt x="4177659" y="181475"/>
                  </a:lnTo>
                  <a:lnTo>
                    <a:pt x="4253882" y="157518"/>
                  </a:lnTo>
                  <a:lnTo>
                    <a:pt x="4336600" y="135687"/>
                  </a:lnTo>
                  <a:lnTo>
                    <a:pt x="4426158" y="115769"/>
                  </a:lnTo>
                  <a:lnTo>
                    <a:pt x="4522580" y="97600"/>
                  </a:lnTo>
                  <a:lnTo>
                    <a:pt x="4625441" y="81066"/>
                  </a:lnTo>
                  <a:lnTo>
                    <a:pt x="4733728" y="66099"/>
                  </a:lnTo>
                  <a:lnTo>
                    <a:pt x="4845718" y="52679"/>
                  </a:lnTo>
                  <a:lnTo>
                    <a:pt x="4958911" y="40816"/>
                  </a:lnTo>
                  <a:lnTo>
                    <a:pt x="5070077" y="30544"/>
                  </a:lnTo>
                  <a:lnTo>
                    <a:pt x="5175452" y="21891"/>
                  </a:lnTo>
                  <a:lnTo>
                    <a:pt x="5271113" y="14861"/>
                  </a:lnTo>
                  <a:lnTo>
                    <a:pt x="5353493" y="9411"/>
                  </a:lnTo>
                  <a:lnTo>
                    <a:pt x="5419940" y="5432"/>
                  </a:lnTo>
                  <a:lnTo>
                    <a:pt x="5469202" y="2750"/>
                  </a:lnTo>
                  <a:lnTo>
                    <a:pt x="5501699" y="1137"/>
                  </a:lnTo>
                  <a:lnTo>
                    <a:pt x="5519560" y="326"/>
                  </a:lnTo>
                  <a:lnTo>
                    <a:pt x="5526467" y="37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91" y="36"/>
                  </a:lnTo>
                  <a:lnTo>
                    <a:pt x="6530793" y="300"/>
                  </a:lnTo>
                  <a:lnTo>
                    <a:pt x="6549309" y="1028"/>
                  </a:lnTo>
                  <a:lnTo>
                    <a:pt x="6582689" y="2462"/>
                  </a:lnTo>
                  <a:lnTo>
                    <a:pt x="6633001" y="4833"/>
                  </a:lnTo>
                  <a:lnTo>
                    <a:pt x="6700581" y="8339"/>
                  </a:lnTo>
                  <a:lnTo>
                    <a:pt x="6784075" y="13128"/>
                  </a:lnTo>
                  <a:lnTo>
                    <a:pt x="6880741" y="19289"/>
                  </a:lnTo>
                  <a:lnTo>
                    <a:pt x="6986939" y="26859"/>
                  </a:lnTo>
                  <a:lnTo>
                    <a:pt x="7098704" y="35832"/>
                  </a:lnTo>
                  <a:lnTo>
                    <a:pt x="7212266" y="46181"/>
                  </a:lnTo>
                  <a:lnTo>
                    <a:pt x="7324409" y="57881"/>
                  </a:lnTo>
                  <a:lnTo>
                    <a:pt x="7432669" y="70921"/>
                  </a:lnTo>
                  <a:lnTo>
                    <a:pt x="7535366" y="85323"/>
                  </a:lnTo>
                  <a:lnTo>
                    <a:pt x="7631527" y="101149"/>
                  </a:lnTo>
                  <a:lnTo>
                    <a:pt x="7720768" y="118502"/>
                  </a:lnTo>
                  <a:lnTo>
                    <a:pt x="7803146" y="137529"/>
                  </a:lnTo>
                  <a:lnTo>
                    <a:pt x="7879031" y="158418"/>
                  </a:lnTo>
                  <a:lnTo>
                    <a:pt x="7948996" y="181394"/>
                  </a:lnTo>
                  <a:lnTo>
                    <a:pt x="8013735" y="206707"/>
                  </a:lnTo>
                  <a:lnTo>
                    <a:pt x="8073996" y="234625"/>
                  </a:lnTo>
                  <a:lnTo>
                    <a:pt x="8130538" y="265400"/>
                  </a:lnTo>
                  <a:lnTo>
                    <a:pt x="8184087" y="299237"/>
                  </a:lnTo>
                  <a:lnTo>
                    <a:pt x="8229629" y="331906"/>
                  </a:lnTo>
                  <a:lnTo>
                    <a:pt x="8279291" y="371732"/>
                  </a:lnTo>
                  <a:lnTo>
                    <a:pt x="8327610" y="414783"/>
                  </a:lnTo>
                  <a:lnTo>
                    <a:pt x="8374990" y="461122"/>
                  </a:lnTo>
                  <a:lnTo>
                    <a:pt x="8421748" y="510746"/>
                  </a:lnTo>
                  <a:lnTo>
                    <a:pt x="8468129" y="563582"/>
                  </a:lnTo>
                  <a:lnTo>
                    <a:pt x="8514316" y="619474"/>
                  </a:lnTo>
                  <a:lnTo>
                    <a:pt x="8560440" y="678184"/>
                  </a:lnTo>
                  <a:lnTo>
                    <a:pt x="8606584" y="739393"/>
                  </a:lnTo>
                  <a:lnTo>
                    <a:pt x="8652793" y="802702"/>
                  </a:lnTo>
                  <a:lnTo>
                    <a:pt x="8699079" y="867643"/>
                  </a:lnTo>
                  <a:lnTo>
                    <a:pt x="8745429" y="933692"/>
                  </a:lnTo>
                  <a:lnTo>
                    <a:pt x="8791814" y="1000284"/>
                  </a:lnTo>
                  <a:lnTo>
                    <a:pt x="8838197" y="1066837"/>
                  </a:lnTo>
                  <a:lnTo>
                    <a:pt x="8884539" y="1132766"/>
                  </a:lnTo>
                  <a:lnTo>
                    <a:pt x="8930815" y="1197514"/>
                  </a:lnTo>
                  <a:lnTo>
                    <a:pt x="8977014" y="1260562"/>
                  </a:lnTo>
                  <a:lnTo>
                    <a:pt x="9023152" y="1321451"/>
                  </a:lnTo>
                  <a:lnTo>
                    <a:pt x="9069278" y="1379792"/>
                  </a:lnTo>
                  <a:lnTo>
                    <a:pt x="9115483" y="1435277"/>
                  </a:lnTo>
                  <a:lnTo>
                    <a:pt x="9161904" y="1487681"/>
                  </a:lnTo>
                  <a:lnTo>
                    <a:pt x="9208731" y="1536858"/>
                  </a:lnTo>
                  <a:lnTo>
                    <a:pt x="9256219" y="1582745"/>
                  </a:lnTo>
                  <a:lnTo>
                    <a:pt x="9304696" y="1625349"/>
                  </a:lnTo>
                  <a:lnTo>
                    <a:pt x="9347647" y="1659534"/>
                  </a:lnTo>
                  <a:lnTo>
                    <a:pt x="9399093" y="1696172"/>
                  </a:lnTo>
                  <a:lnTo>
                    <a:pt x="9452945" y="1729656"/>
                  </a:lnTo>
                  <a:lnTo>
                    <a:pt x="9509868" y="1760098"/>
                  </a:lnTo>
                  <a:lnTo>
                    <a:pt x="9570595" y="1787709"/>
                  </a:lnTo>
                  <a:lnTo>
                    <a:pt x="9635886" y="1812746"/>
                  </a:lnTo>
                  <a:lnTo>
                    <a:pt x="9706485" y="1835474"/>
                  </a:lnTo>
                  <a:lnTo>
                    <a:pt x="9783076" y="1856143"/>
                  </a:lnTo>
                  <a:lnTo>
                    <a:pt x="9866213" y="1874973"/>
                  </a:lnTo>
                  <a:lnTo>
                    <a:pt x="9956238" y="1892147"/>
                  </a:lnTo>
                  <a:lnTo>
                    <a:pt x="10053164" y="1907809"/>
                  </a:lnTo>
                  <a:lnTo>
                    <a:pt x="10156547" y="1922055"/>
                  </a:lnTo>
                  <a:lnTo>
                    <a:pt x="10265343" y="1934944"/>
                  </a:lnTo>
                  <a:lnTo>
                    <a:pt x="10377784" y="1946492"/>
                  </a:lnTo>
                  <a:lnTo>
                    <a:pt x="10491317" y="1956688"/>
                  </a:lnTo>
                  <a:lnTo>
                    <a:pt x="10602651" y="1965504"/>
                  </a:lnTo>
                  <a:lnTo>
                    <a:pt x="10707972" y="1972915"/>
                  </a:lnTo>
                  <a:lnTo>
                    <a:pt x="10803325" y="1978919"/>
                  </a:lnTo>
                  <a:lnTo>
                    <a:pt x="10885141" y="1983557"/>
                  </a:lnTo>
                  <a:lnTo>
                    <a:pt x="10950814" y="1986927"/>
                  </a:lnTo>
                  <a:lnTo>
                    <a:pt x="10999170" y="1989182"/>
                  </a:lnTo>
                  <a:lnTo>
                    <a:pt x="11030742" y="1990525"/>
                  </a:lnTo>
                  <a:lnTo>
                    <a:pt x="11047785" y="1991188"/>
                  </a:lnTo>
                  <a:lnTo>
                    <a:pt x="11054114" y="1991415"/>
                  </a:lnTo>
                  <a:lnTo>
                    <a:pt x="11054891" y="1991440"/>
                  </a:lnTo>
                  <a:lnTo>
                    <a:pt x="12049831" y="1991440"/>
                  </a:lnTo>
                  <a:lnTo>
                    <a:pt x="12049831" y="19914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1" name="pl1300"/>
            <p:cNvSpPr/>
            <p:nvPr/>
          </p:nvSpPr>
          <p:spPr>
            <a:xfrm>
              <a:off x="1199187" y="2452452"/>
              <a:ext cx="12049831" cy="2311119"/>
            </a:xfrm>
            <a:custGeom>
              <a:avLst/>
              <a:pathLst>
                <a:path w="12049831" h="2311119">
                  <a:moveTo>
                    <a:pt x="12049831" y="1991440"/>
                  </a:moveTo>
                  <a:lnTo>
                    <a:pt x="11054891" y="1991440"/>
                  </a:lnTo>
                  <a:lnTo>
                    <a:pt x="11053785" y="1991403"/>
                  </a:lnTo>
                  <a:lnTo>
                    <a:pt x="11046484" y="1991140"/>
                  </a:lnTo>
                  <a:lnTo>
                    <a:pt x="11027968" y="1990412"/>
                  </a:lnTo>
                  <a:lnTo>
                    <a:pt x="10994588" y="1988978"/>
                  </a:lnTo>
                  <a:lnTo>
                    <a:pt x="10944275" y="1986607"/>
                  </a:lnTo>
                  <a:lnTo>
                    <a:pt x="10876696" y="1983101"/>
                  </a:lnTo>
                  <a:lnTo>
                    <a:pt x="10793201" y="1978312"/>
                  </a:lnTo>
                  <a:lnTo>
                    <a:pt x="10696536" y="1972151"/>
                  </a:lnTo>
                  <a:lnTo>
                    <a:pt x="10590338" y="1964581"/>
                  </a:lnTo>
                  <a:lnTo>
                    <a:pt x="10478572" y="1955608"/>
                  </a:lnTo>
                  <a:lnTo>
                    <a:pt x="10365011" y="1945259"/>
                  </a:lnTo>
                  <a:lnTo>
                    <a:pt x="10252868" y="1933559"/>
                  </a:lnTo>
                  <a:lnTo>
                    <a:pt x="10144607" y="1920519"/>
                  </a:lnTo>
                  <a:lnTo>
                    <a:pt x="10041911" y="1906117"/>
                  </a:lnTo>
                  <a:lnTo>
                    <a:pt x="9945750" y="1890291"/>
                  </a:lnTo>
                  <a:lnTo>
                    <a:pt x="9856508" y="1872938"/>
                  </a:lnTo>
                  <a:lnTo>
                    <a:pt x="9774130" y="1853911"/>
                  </a:lnTo>
                  <a:lnTo>
                    <a:pt x="9698245" y="1833022"/>
                  </a:lnTo>
                  <a:lnTo>
                    <a:pt x="9628280" y="1810046"/>
                  </a:lnTo>
                  <a:lnTo>
                    <a:pt x="9563542" y="1784732"/>
                  </a:lnTo>
                  <a:lnTo>
                    <a:pt x="9503280" y="1756815"/>
                  </a:lnTo>
                  <a:lnTo>
                    <a:pt x="9446739" y="1726040"/>
                  </a:lnTo>
                  <a:lnTo>
                    <a:pt x="9393190" y="1692203"/>
                  </a:lnTo>
                  <a:lnTo>
                    <a:pt x="9347647" y="1659534"/>
                  </a:lnTo>
                  <a:lnTo>
                    <a:pt x="9297986" y="1619708"/>
                  </a:lnTo>
                  <a:lnTo>
                    <a:pt x="9249667" y="1576657"/>
                  </a:lnTo>
                  <a:lnTo>
                    <a:pt x="9202286" y="1530318"/>
                  </a:lnTo>
                  <a:lnTo>
                    <a:pt x="9155528" y="1480694"/>
                  </a:lnTo>
                  <a:lnTo>
                    <a:pt x="9109147" y="1427858"/>
                  </a:lnTo>
                  <a:lnTo>
                    <a:pt x="9062960" y="1371966"/>
                  </a:lnTo>
                  <a:lnTo>
                    <a:pt x="9016836" y="1313256"/>
                  </a:lnTo>
                  <a:lnTo>
                    <a:pt x="8970692" y="1252047"/>
                  </a:lnTo>
                  <a:lnTo>
                    <a:pt x="8924483" y="1188738"/>
                  </a:lnTo>
                  <a:lnTo>
                    <a:pt x="8878197" y="1123797"/>
                  </a:lnTo>
                  <a:lnTo>
                    <a:pt x="8831847" y="1057748"/>
                  </a:lnTo>
                  <a:lnTo>
                    <a:pt x="8785462" y="991155"/>
                  </a:lnTo>
                  <a:lnTo>
                    <a:pt x="8739080" y="924603"/>
                  </a:lnTo>
                  <a:lnTo>
                    <a:pt x="8692737" y="858673"/>
                  </a:lnTo>
                  <a:lnTo>
                    <a:pt x="8646462" y="793926"/>
                  </a:lnTo>
                  <a:lnTo>
                    <a:pt x="8600263" y="730878"/>
                  </a:lnTo>
                  <a:lnTo>
                    <a:pt x="8554125" y="669989"/>
                  </a:lnTo>
                  <a:lnTo>
                    <a:pt x="8507998" y="611648"/>
                  </a:lnTo>
                  <a:lnTo>
                    <a:pt x="8461793" y="556162"/>
                  </a:lnTo>
                  <a:lnTo>
                    <a:pt x="8415373" y="503759"/>
                  </a:lnTo>
                  <a:lnTo>
                    <a:pt x="8368546" y="454582"/>
                  </a:lnTo>
                  <a:lnTo>
                    <a:pt x="8321057" y="408695"/>
                  </a:lnTo>
                  <a:lnTo>
                    <a:pt x="8272580" y="366091"/>
                  </a:lnTo>
                  <a:lnTo>
                    <a:pt x="8229629" y="331906"/>
                  </a:lnTo>
                  <a:lnTo>
                    <a:pt x="8178183" y="295268"/>
                  </a:lnTo>
                  <a:lnTo>
                    <a:pt x="8124332" y="261784"/>
                  </a:lnTo>
                  <a:lnTo>
                    <a:pt x="8067408" y="231342"/>
                  </a:lnTo>
                  <a:lnTo>
                    <a:pt x="8006681" y="203731"/>
                  </a:lnTo>
                  <a:lnTo>
                    <a:pt x="7941391" y="178694"/>
                  </a:lnTo>
                  <a:lnTo>
                    <a:pt x="7870792" y="155965"/>
                  </a:lnTo>
                  <a:lnTo>
                    <a:pt x="7794201" y="135297"/>
                  </a:lnTo>
                  <a:lnTo>
                    <a:pt x="7711064" y="116467"/>
                  </a:lnTo>
                  <a:lnTo>
                    <a:pt x="7621039" y="99293"/>
                  </a:lnTo>
                  <a:lnTo>
                    <a:pt x="7524113" y="83631"/>
                  </a:lnTo>
                  <a:lnTo>
                    <a:pt x="7420729" y="69384"/>
                  </a:lnTo>
                  <a:lnTo>
                    <a:pt x="7311933" y="56496"/>
                  </a:lnTo>
                  <a:lnTo>
                    <a:pt x="7199492" y="44948"/>
                  </a:lnTo>
                  <a:lnTo>
                    <a:pt x="7085960" y="34752"/>
                  </a:lnTo>
                  <a:lnTo>
                    <a:pt x="6974625" y="25936"/>
                  </a:lnTo>
                  <a:lnTo>
                    <a:pt x="6869304" y="18525"/>
                  </a:lnTo>
                  <a:lnTo>
                    <a:pt x="6773952" y="12521"/>
                  </a:lnTo>
                  <a:lnTo>
                    <a:pt x="6692135" y="7882"/>
                  </a:lnTo>
                  <a:lnTo>
                    <a:pt x="6626462" y="4513"/>
                  </a:lnTo>
                  <a:lnTo>
                    <a:pt x="6578106" y="2258"/>
                  </a:lnTo>
                  <a:lnTo>
                    <a:pt x="6546535" y="915"/>
                  </a:lnTo>
                  <a:lnTo>
                    <a:pt x="6529491" y="252"/>
                  </a:lnTo>
                  <a:lnTo>
                    <a:pt x="6523163" y="2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0" y="42"/>
                  </a:lnTo>
                  <a:lnTo>
                    <a:pt x="5519114" y="345"/>
                  </a:lnTo>
                  <a:lnTo>
                    <a:pt x="5500761" y="1181"/>
                  </a:lnTo>
                  <a:lnTo>
                    <a:pt x="5467663" y="2830"/>
                  </a:lnTo>
                  <a:lnTo>
                    <a:pt x="5417752" y="5557"/>
                  </a:lnTo>
                  <a:lnTo>
                    <a:pt x="5350674" y="9588"/>
                  </a:lnTo>
                  <a:lnTo>
                    <a:pt x="5267740" y="15096"/>
                  </a:lnTo>
                  <a:lnTo>
                    <a:pt x="5171645" y="22186"/>
                  </a:lnTo>
                  <a:lnTo>
                    <a:pt x="5065982" y="30900"/>
                  </a:lnTo>
                  <a:lnTo>
                    <a:pt x="4954674" y="41233"/>
                  </a:lnTo>
                  <a:lnTo>
                    <a:pt x="4841472" y="53155"/>
                  </a:lnTo>
                  <a:lnTo>
                    <a:pt x="4729581" y="66633"/>
                  </a:lnTo>
                  <a:lnTo>
                    <a:pt x="4621471" y="81658"/>
                  </a:lnTo>
                  <a:lnTo>
                    <a:pt x="4518838" y="98253"/>
                  </a:lnTo>
                  <a:lnTo>
                    <a:pt x="4422669" y="116485"/>
                  </a:lnTo>
                  <a:lnTo>
                    <a:pt x="4333371" y="136471"/>
                  </a:lnTo>
                  <a:lnTo>
                    <a:pt x="4250904" y="158378"/>
                  </a:lnTo>
                  <a:lnTo>
                    <a:pt x="4174916" y="182420"/>
                  </a:lnTo>
                  <a:lnTo>
                    <a:pt x="4104846" y="208852"/>
                  </a:lnTo>
                  <a:lnTo>
                    <a:pt x="4040013" y="237963"/>
                  </a:lnTo>
                  <a:lnTo>
                    <a:pt x="3979677" y="270058"/>
                  </a:lnTo>
                  <a:lnTo>
                    <a:pt x="3923086" y="305430"/>
                  </a:lnTo>
                  <a:lnTo>
                    <a:pt x="3869518" y="344320"/>
                  </a:lnTo>
                  <a:lnTo>
                    <a:pt x="3820202" y="385186"/>
                  </a:lnTo>
                  <a:lnTo>
                    <a:pt x="3772749" y="429239"/>
                  </a:lnTo>
                  <a:lnTo>
                    <a:pt x="3726539" y="476700"/>
                  </a:lnTo>
                  <a:lnTo>
                    <a:pt x="3681214" y="527638"/>
                  </a:lnTo>
                  <a:lnTo>
                    <a:pt x="3636491" y="582057"/>
                  </a:lnTo>
                  <a:lnTo>
                    <a:pt x="3592147" y="639895"/>
                  </a:lnTo>
                  <a:lnTo>
                    <a:pt x="3548012" y="701013"/>
                  </a:lnTo>
                  <a:lnTo>
                    <a:pt x="3503963" y="765190"/>
                  </a:lnTo>
                  <a:lnTo>
                    <a:pt x="3459915" y="832127"/>
                  </a:lnTo>
                  <a:lnTo>
                    <a:pt x="3415818" y="901449"/>
                  </a:lnTo>
                  <a:lnTo>
                    <a:pt x="3371653" y="972708"/>
                  </a:lnTo>
                  <a:lnTo>
                    <a:pt x="3327421" y="1045396"/>
                  </a:lnTo>
                  <a:lnTo>
                    <a:pt x="3283143" y="1118959"/>
                  </a:lnTo>
                  <a:lnTo>
                    <a:pt x="3238848" y="1192816"/>
                  </a:lnTo>
                  <a:lnTo>
                    <a:pt x="3194570" y="1266374"/>
                  </a:lnTo>
                  <a:lnTo>
                    <a:pt x="3150339" y="1339052"/>
                  </a:lnTo>
                  <a:lnTo>
                    <a:pt x="3106174" y="1410295"/>
                  </a:lnTo>
                  <a:lnTo>
                    <a:pt x="3062078" y="1479598"/>
                  </a:lnTo>
                  <a:lnTo>
                    <a:pt x="3018030" y="1546513"/>
                  </a:lnTo>
                  <a:lnTo>
                    <a:pt x="2973981" y="1610664"/>
                  </a:lnTo>
                  <a:lnTo>
                    <a:pt x="2929845" y="1671752"/>
                  </a:lnTo>
                  <a:lnTo>
                    <a:pt x="2885499" y="1729561"/>
                  </a:lnTo>
                  <a:lnTo>
                    <a:pt x="2840771" y="1783949"/>
                  </a:lnTo>
                  <a:lnTo>
                    <a:pt x="2795439" y="1834856"/>
                  </a:lnTo>
                  <a:lnTo>
                    <a:pt x="2749220" y="1882286"/>
                  </a:lnTo>
                  <a:lnTo>
                    <a:pt x="2702183" y="1925933"/>
                  </a:lnTo>
                  <a:lnTo>
                    <a:pt x="2650902" y="1968325"/>
                  </a:lnTo>
                  <a:lnTo>
                    <a:pt x="2597232" y="2007079"/>
                  </a:lnTo>
                  <a:lnTo>
                    <a:pt x="2540514" y="2042324"/>
                  </a:lnTo>
                  <a:lnTo>
                    <a:pt x="2480023" y="2074301"/>
                  </a:lnTo>
                  <a:lnTo>
                    <a:pt x="2415007" y="2103306"/>
                  </a:lnTo>
                  <a:lnTo>
                    <a:pt x="2344726" y="2129644"/>
                  </a:lnTo>
                  <a:lnTo>
                    <a:pt x="2268503" y="2153601"/>
                  </a:lnTo>
                  <a:lnTo>
                    <a:pt x="2185785" y="2175432"/>
                  </a:lnTo>
                  <a:lnTo>
                    <a:pt x="2096227" y="2195350"/>
                  </a:lnTo>
                  <a:lnTo>
                    <a:pt x="1999805" y="2213518"/>
                  </a:lnTo>
                  <a:lnTo>
                    <a:pt x="1896944" y="2230053"/>
                  </a:lnTo>
                  <a:lnTo>
                    <a:pt x="1788657" y="2245019"/>
                  </a:lnTo>
                  <a:lnTo>
                    <a:pt x="1676667" y="2258440"/>
                  </a:lnTo>
                  <a:lnTo>
                    <a:pt x="1563474" y="2270302"/>
                  </a:lnTo>
                  <a:lnTo>
                    <a:pt x="1452308" y="2280575"/>
                  </a:lnTo>
                  <a:lnTo>
                    <a:pt x="1346933" y="2289228"/>
                  </a:lnTo>
                  <a:lnTo>
                    <a:pt x="1251272" y="2296257"/>
                  </a:lnTo>
                  <a:lnTo>
                    <a:pt x="1168892" y="2301708"/>
                  </a:lnTo>
                  <a:lnTo>
                    <a:pt x="1102445" y="2305687"/>
                  </a:lnTo>
                  <a:lnTo>
                    <a:pt x="1053183" y="2308368"/>
                  </a:lnTo>
                  <a:lnTo>
                    <a:pt x="1020686" y="2309982"/>
                  </a:lnTo>
                  <a:lnTo>
                    <a:pt x="1002825" y="2310793"/>
                  </a:lnTo>
                  <a:lnTo>
                    <a:pt x="995918" y="2311081"/>
                  </a:lnTo>
                  <a:lnTo>
                    <a:pt x="994940" y="2311119"/>
                  </a:lnTo>
                  <a:lnTo>
                    <a:pt x="0" y="2311119"/>
                  </a:lnTo>
                  <a:lnTo>
                    <a:pt x="0" y="23111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2" name="pg1301"/>
            <p:cNvSpPr/>
            <p:nvPr/>
          </p:nvSpPr>
          <p:spPr>
            <a:xfrm>
              <a:off x="1199187" y="1273309"/>
              <a:ext cx="12049831" cy="4113897"/>
            </a:xfrm>
            <a:custGeom>
              <a:avLst/>
              <a:pathLst>
                <a:path w="12049831" h="4113897">
                  <a:moveTo>
                    <a:pt x="0" y="3668443"/>
                  </a:moveTo>
                  <a:lnTo>
                    <a:pt x="994940" y="3668443"/>
                  </a:lnTo>
                  <a:lnTo>
                    <a:pt x="996075" y="3668452"/>
                  </a:lnTo>
                  <a:lnTo>
                    <a:pt x="1003564" y="3668512"/>
                  </a:lnTo>
                  <a:lnTo>
                    <a:pt x="1022543" y="3668680"/>
                  </a:lnTo>
                  <a:lnTo>
                    <a:pt x="1056726" y="3669009"/>
                  </a:lnTo>
                  <a:lnTo>
                    <a:pt x="1108182" y="3669554"/>
                  </a:lnTo>
                  <a:lnTo>
                    <a:pt x="1177184" y="3670358"/>
                  </a:lnTo>
                  <a:lnTo>
                    <a:pt x="1262264" y="3671456"/>
                  </a:lnTo>
                  <a:lnTo>
                    <a:pt x="1360539" y="3672868"/>
                  </a:lnTo>
                  <a:lnTo>
                    <a:pt x="1468234" y="3674600"/>
                  </a:lnTo>
                  <a:lnTo>
                    <a:pt x="1581278" y="3676651"/>
                  </a:lnTo>
                  <a:lnTo>
                    <a:pt x="1695834" y="3679015"/>
                  </a:lnTo>
                  <a:lnTo>
                    <a:pt x="1808669" y="3681686"/>
                  </a:lnTo>
                  <a:lnTo>
                    <a:pt x="1917334" y="3684662"/>
                  </a:lnTo>
                  <a:lnTo>
                    <a:pt x="2020190" y="3687949"/>
                  </a:lnTo>
                  <a:lnTo>
                    <a:pt x="2116317" y="3691563"/>
                  </a:lnTo>
                  <a:lnTo>
                    <a:pt x="2205387" y="3695529"/>
                  </a:lnTo>
                  <a:lnTo>
                    <a:pt x="2287508" y="3699881"/>
                  </a:lnTo>
                  <a:lnTo>
                    <a:pt x="2363099" y="3704664"/>
                  </a:lnTo>
                  <a:lnTo>
                    <a:pt x="2432771" y="3709931"/>
                  </a:lnTo>
                  <a:lnTo>
                    <a:pt x="2497249" y="3715741"/>
                  </a:lnTo>
                  <a:lnTo>
                    <a:pt x="2557307" y="3722154"/>
                  </a:lnTo>
                  <a:lnTo>
                    <a:pt x="2613720" y="3729227"/>
                  </a:lnTo>
                  <a:lnTo>
                    <a:pt x="2667224" y="3737003"/>
                  </a:lnTo>
                  <a:lnTo>
                    <a:pt x="2702183" y="3742686"/>
                  </a:lnTo>
                  <a:lnTo>
                    <a:pt x="2762814" y="3753696"/>
                  </a:lnTo>
                  <a:lnTo>
                    <a:pt x="2821573" y="3765795"/>
                  </a:lnTo>
                  <a:lnTo>
                    <a:pt x="2879147" y="3778999"/>
                  </a:lnTo>
                  <a:lnTo>
                    <a:pt x="2936042" y="3793291"/>
                  </a:lnTo>
                  <a:lnTo>
                    <a:pt x="2992619" y="3808613"/>
                  </a:lnTo>
                  <a:lnTo>
                    <a:pt x="3049117" y="3824869"/>
                  </a:lnTo>
                  <a:lnTo>
                    <a:pt x="3105673" y="3841918"/>
                  </a:lnTo>
                  <a:lnTo>
                    <a:pt x="3162340" y="3859583"/>
                  </a:lnTo>
                  <a:lnTo>
                    <a:pt x="3219109" y="3877656"/>
                  </a:lnTo>
                  <a:lnTo>
                    <a:pt x="3275928" y="3895907"/>
                  </a:lnTo>
                  <a:lnTo>
                    <a:pt x="3332729" y="3914095"/>
                  </a:lnTo>
                  <a:lnTo>
                    <a:pt x="3389449" y="3931984"/>
                  </a:lnTo>
                  <a:lnTo>
                    <a:pt x="3446057" y="3949354"/>
                  </a:lnTo>
                  <a:lnTo>
                    <a:pt x="3502571" y="3966012"/>
                  </a:lnTo>
                  <a:lnTo>
                    <a:pt x="3559087" y="3981798"/>
                  </a:lnTo>
                  <a:lnTo>
                    <a:pt x="3615792" y="3996595"/>
                  </a:lnTo>
                  <a:lnTo>
                    <a:pt x="3672986" y="4010327"/>
                  </a:lnTo>
                  <a:lnTo>
                    <a:pt x="3731101" y="4022958"/>
                  </a:lnTo>
                  <a:lnTo>
                    <a:pt x="3790732" y="4034488"/>
                  </a:lnTo>
                  <a:lnTo>
                    <a:pt x="3820202" y="4039655"/>
                  </a:lnTo>
                  <a:lnTo>
                    <a:pt x="3872112" y="4047920"/>
                  </a:lnTo>
                  <a:lnTo>
                    <a:pt x="3926477" y="4055466"/>
                  </a:lnTo>
                  <a:lnTo>
                    <a:pt x="3983981" y="4062321"/>
                  </a:lnTo>
                  <a:lnTo>
                    <a:pt x="4045376" y="4068533"/>
                  </a:lnTo>
                  <a:lnTo>
                    <a:pt x="4111444" y="4074161"/>
                  </a:lnTo>
                  <a:lnTo>
                    <a:pt x="4182946" y="4079266"/>
                  </a:lnTo>
                  <a:lnTo>
                    <a:pt x="4260580" y="4083906"/>
                  </a:lnTo>
                  <a:lnTo>
                    <a:pt x="4344906" y="4088129"/>
                  </a:lnTo>
                  <a:lnTo>
                    <a:pt x="4436254" y="4091978"/>
                  </a:lnTo>
                  <a:lnTo>
                    <a:pt x="4534609" y="4095484"/>
                  </a:lnTo>
                  <a:lnTo>
                    <a:pt x="4639467" y="4098671"/>
                  </a:lnTo>
                  <a:lnTo>
                    <a:pt x="4749692" y="4101548"/>
                  </a:lnTo>
                  <a:lnTo>
                    <a:pt x="4863388" y="4104121"/>
                  </a:lnTo>
                  <a:lnTo>
                    <a:pt x="4977845" y="4106385"/>
                  </a:lnTo>
                  <a:lnTo>
                    <a:pt x="5089605" y="4108334"/>
                  </a:lnTo>
                  <a:lnTo>
                    <a:pt x="5194710" y="4109962"/>
                  </a:lnTo>
                  <a:lnTo>
                    <a:pt x="5289118" y="4111271"/>
                  </a:lnTo>
                  <a:lnTo>
                    <a:pt x="5369277" y="4112272"/>
                  </a:lnTo>
                  <a:lnTo>
                    <a:pt x="5432709" y="4112989"/>
                  </a:lnTo>
                  <a:lnTo>
                    <a:pt x="5478486" y="4113459"/>
                  </a:lnTo>
                  <a:lnTo>
                    <a:pt x="5507464" y="4113730"/>
                  </a:lnTo>
                  <a:lnTo>
                    <a:pt x="5522267" y="4113857"/>
                  </a:lnTo>
                  <a:lnTo>
                    <a:pt x="5527086" y="4113895"/>
                  </a:lnTo>
                  <a:lnTo>
                    <a:pt x="5527445" y="4113897"/>
                  </a:lnTo>
                  <a:lnTo>
                    <a:pt x="6522385" y="4113897"/>
                  </a:lnTo>
                  <a:lnTo>
                    <a:pt x="6523404" y="4113827"/>
                  </a:lnTo>
                  <a:lnTo>
                    <a:pt x="6530137" y="4113328"/>
                  </a:lnTo>
                  <a:lnTo>
                    <a:pt x="6547249" y="4111949"/>
                  </a:lnTo>
                  <a:lnTo>
                    <a:pt x="6578190" y="4109230"/>
                  </a:lnTo>
                  <a:lnTo>
                    <a:pt x="6625011" y="4104731"/>
                  </a:lnTo>
                  <a:lnTo>
                    <a:pt x="6688221" y="4098066"/>
                  </a:lnTo>
                  <a:lnTo>
                    <a:pt x="6766797" y="4088939"/>
                  </a:lnTo>
                  <a:lnTo>
                    <a:pt x="6858416" y="4077159"/>
                  </a:lnTo>
                  <a:lnTo>
                    <a:pt x="6959855" y="4062638"/>
                  </a:lnTo>
                  <a:lnTo>
                    <a:pt x="7067490" y="4045371"/>
                  </a:lnTo>
                  <a:lnTo>
                    <a:pt x="7177765" y="4025404"/>
                  </a:lnTo>
                  <a:lnTo>
                    <a:pt x="7287550" y="4002789"/>
                  </a:lnTo>
                  <a:lnTo>
                    <a:pt x="7394351" y="3977559"/>
                  </a:lnTo>
                  <a:lnTo>
                    <a:pt x="7496375" y="3949695"/>
                  </a:lnTo>
                  <a:lnTo>
                    <a:pt x="7592500" y="3919111"/>
                  </a:lnTo>
                  <a:lnTo>
                    <a:pt x="7682173" y="3885642"/>
                  </a:lnTo>
                  <a:lnTo>
                    <a:pt x="7765288" y="3849044"/>
                  </a:lnTo>
                  <a:lnTo>
                    <a:pt x="7842068" y="3808997"/>
                  </a:lnTo>
                  <a:lnTo>
                    <a:pt x="7912963" y="3765106"/>
                  </a:lnTo>
                  <a:lnTo>
                    <a:pt x="7978561" y="3716917"/>
                  </a:lnTo>
                  <a:lnTo>
                    <a:pt x="8039531" y="3663935"/>
                  </a:lnTo>
                  <a:lnTo>
                    <a:pt x="8096569" y="3605661"/>
                  </a:lnTo>
                  <a:lnTo>
                    <a:pt x="8150365" y="3541638"/>
                  </a:lnTo>
                  <a:lnTo>
                    <a:pt x="8201569" y="3471542"/>
                  </a:lnTo>
                  <a:lnTo>
                    <a:pt x="8229629" y="3429121"/>
                  </a:lnTo>
                  <a:lnTo>
                    <a:pt x="8267804" y="3366774"/>
                  </a:lnTo>
                  <a:lnTo>
                    <a:pt x="8305131" y="3300551"/>
                  </a:lnTo>
                  <a:lnTo>
                    <a:pt x="8341804" y="3230371"/>
                  </a:lnTo>
                  <a:lnTo>
                    <a:pt x="8377988" y="3156200"/>
                  </a:lnTo>
                  <a:lnTo>
                    <a:pt x="8413820" y="3078052"/>
                  </a:lnTo>
                  <a:lnTo>
                    <a:pt x="8449409" y="2995993"/>
                  </a:lnTo>
                  <a:lnTo>
                    <a:pt x="8484846" y="2910143"/>
                  </a:lnTo>
                  <a:lnTo>
                    <a:pt x="8520202" y="2820683"/>
                  </a:lnTo>
                  <a:lnTo>
                    <a:pt x="8555529" y="2727851"/>
                  </a:lnTo>
                  <a:lnTo>
                    <a:pt x="8590865" y="2631946"/>
                  </a:lnTo>
                  <a:lnTo>
                    <a:pt x="8626233" y="2533321"/>
                  </a:lnTo>
                  <a:lnTo>
                    <a:pt x="8661645" y="2432384"/>
                  </a:lnTo>
                  <a:lnTo>
                    <a:pt x="8697102" y="2329585"/>
                  </a:lnTo>
                  <a:lnTo>
                    <a:pt x="8732597" y="2225416"/>
                  </a:lnTo>
                  <a:lnTo>
                    <a:pt x="8768119" y="2120395"/>
                  </a:lnTo>
                  <a:lnTo>
                    <a:pt x="8803651" y="2015060"/>
                  </a:lnTo>
                  <a:lnTo>
                    <a:pt x="8839175" y="1909956"/>
                  </a:lnTo>
                  <a:lnTo>
                    <a:pt x="8874676" y="1805620"/>
                  </a:lnTo>
                  <a:lnTo>
                    <a:pt x="8910139" y="1702576"/>
                  </a:lnTo>
                  <a:lnTo>
                    <a:pt x="8945558" y="1601319"/>
                  </a:lnTo>
                  <a:lnTo>
                    <a:pt x="8980932" y="1502308"/>
                  </a:lnTo>
                  <a:lnTo>
                    <a:pt x="9016272" y="1405957"/>
                  </a:lnTo>
                  <a:lnTo>
                    <a:pt x="9051598" y="1312628"/>
                  </a:lnTo>
                  <a:lnTo>
                    <a:pt x="9086947" y="1222628"/>
                  </a:lnTo>
                  <a:lnTo>
                    <a:pt x="9122367" y="1136206"/>
                  </a:lnTo>
                  <a:lnTo>
                    <a:pt x="9157928" y="1053549"/>
                  </a:lnTo>
                  <a:lnTo>
                    <a:pt x="9193715" y="974789"/>
                  </a:lnTo>
                  <a:lnTo>
                    <a:pt x="9229836" y="900000"/>
                  </a:lnTo>
                  <a:lnTo>
                    <a:pt x="9266424" y="829203"/>
                  </a:lnTo>
                  <a:lnTo>
                    <a:pt x="9303637" y="762370"/>
                  </a:lnTo>
                  <a:lnTo>
                    <a:pt x="9341666" y="699429"/>
                  </a:lnTo>
                  <a:lnTo>
                    <a:pt x="9347647" y="690016"/>
                  </a:lnTo>
                  <a:lnTo>
                    <a:pt x="9397642" y="616427"/>
                  </a:lnTo>
                  <a:lnTo>
                    <a:pt x="9449895" y="548993"/>
                  </a:lnTo>
                  <a:lnTo>
                    <a:pt x="9505015" y="487514"/>
                  </a:lnTo>
                  <a:lnTo>
                    <a:pt x="9563673" y="431596"/>
                  </a:lnTo>
                  <a:lnTo>
                    <a:pt x="9626566" y="380755"/>
                  </a:lnTo>
                  <a:lnTo>
                    <a:pt x="9694383" y="334490"/>
                  </a:lnTo>
                  <a:lnTo>
                    <a:pt x="9767766" y="292319"/>
                  </a:lnTo>
                  <a:lnTo>
                    <a:pt x="9847250" y="253813"/>
                  </a:lnTo>
                  <a:lnTo>
                    <a:pt x="9933199" y="218608"/>
                  </a:lnTo>
                  <a:lnTo>
                    <a:pt x="10025708" y="186415"/>
                  </a:lnTo>
                  <a:lnTo>
                    <a:pt x="10124491" y="157026"/>
                  </a:lnTo>
                  <a:lnTo>
                    <a:pt x="10228763" y="130311"/>
                  </a:lnTo>
                  <a:lnTo>
                    <a:pt x="10337119" y="106215"/>
                  </a:lnTo>
                  <a:lnTo>
                    <a:pt x="10447464" y="84743"/>
                  </a:lnTo>
                  <a:lnTo>
                    <a:pt x="10557010" y="65940"/>
                  </a:lnTo>
                  <a:lnTo>
                    <a:pt x="10662407" y="49861"/>
                  </a:lnTo>
                  <a:lnTo>
                    <a:pt x="10760019" y="36534"/>
                  </a:lnTo>
                  <a:lnTo>
                    <a:pt x="10846333" y="25921"/>
                  </a:lnTo>
                  <a:lnTo>
                    <a:pt x="10918459" y="17892"/>
                  </a:lnTo>
                  <a:lnTo>
                    <a:pt x="10974597" y="12209"/>
                  </a:lnTo>
                  <a:lnTo>
                    <a:pt x="11014374" y="8534"/>
                  </a:lnTo>
                  <a:lnTo>
                    <a:pt x="11038977" y="6453"/>
                  </a:lnTo>
                  <a:lnTo>
                    <a:pt x="11051088" y="5512"/>
                  </a:lnTo>
                  <a:lnTo>
                    <a:pt x="11054702" y="525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73" y="70"/>
                  </a:lnTo>
                  <a:lnTo>
                    <a:pt x="11047140" y="569"/>
                  </a:lnTo>
                  <a:lnTo>
                    <a:pt x="11030028" y="1948"/>
                  </a:lnTo>
                  <a:lnTo>
                    <a:pt x="10999087" y="4666"/>
                  </a:lnTo>
                  <a:lnTo>
                    <a:pt x="10952265" y="9166"/>
                  </a:lnTo>
                  <a:lnTo>
                    <a:pt x="10889056" y="15830"/>
                  </a:lnTo>
                  <a:lnTo>
                    <a:pt x="10810479" y="24957"/>
                  </a:lnTo>
                  <a:lnTo>
                    <a:pt x="10718861" y="36738"/>
                  </a:lnTo>
                  <a:lnTo>
                    <a:pt x="10617422" y="51259"/>
                  </a:lnTo>
                  <a:lnTo>
                    <a:pt x="10509787" y="68525"/>
                  </a:lnTo>
                  <a:lnTo>
                    <a:pt x="10399511" y="88493"/>
                  </a:lnTo>
                  <a:lnTo>
                    <a:pt x="10289726" y="111108"/>
                  </a:lnTo>
                  <a:lnTo>
                    <a:pt x="10182926" y="136337"/>
                  </a:lnTo>
                  <a:lnTo>
                    <a:pt x="10080902" y="164201"/>
                  </a:lnTo>
                  <a:lnTo>
                    <a:pt x="9984776" y="194786"/>
                  </a:lnTo>
                  <a:lnTo>
                    <a:pt x="9895104" y="228255"/>
                  </a:lnTo>
                  <a:lnTo>
                    <a:pt x="9811989" y="264852"/>
                  </a:lnTo>
                  <a:lnTo>
                    <a:pt x="9735208" y="304900"/>
                  </a:lnTo>
                  <a:lnTo>
                    <a:pt x="9664314" y="348791"/>
                  </a:lnTo>
                  <a:lnTo>
                    <a:pt x="9598716" y="396980"/>
                  </a:lnTo>
                  <a:lnTo>
                    <a:pt x="9537746" y="449961"/>
                  </a:lnTo>
                  <a:lnTo>
                    <a:pt x="9480708" y="508236"/>
                  </a:lnTo>
                  <a:lnTo>
                    <a:pt x="9426911" y="572259"/>
                  </a:lnTo>
                  <a:lnTo>
                    <a:pt x="9375708" y="642355"/>
                  </a:lnTo>
                  <a:lnTo>
                    <a:pt x="9347647" y="684776"/>
                  </a:lnTo>
                  <a:lnTo>
                    <a:pt x="9309472" y="747122"/>
                  </a:lnTo>
                  <a:lnTo>
                    <a:pt x="9272146" y="813346"/>
                  </a:lnTo>
                  <a:lnTo>
                    <a:pt x="9235472" y="883526"/>
                  </a:lnTo>
                  <a:lnTo>
                    <a:pt x="9199288" y="957696"/>
                  </a:lnTo>
                  <a:lnTo>
                    <a:pt x="9163457" y="1035844"/>
                  </a:lnTo>
                  <a:lnTo>
                    <a:pt x="9127868" y="1117904"/>
                  </a:lnTo>
                  <a:lnTo>
                    <a:pt x="9092430" y="1203754"/>
                  </a:lnTo>
                  <a:lnTo>
                    <a:pt x="9057074" y="1293214"/>
                  </a:lnTo>
                  <a:lnTo>
                    <a:pt x="9021747" y="1386046"/>
                  </a:lnTo>
                  <a:lnTo>
                    <a:pt x="8986411" y="1481951"/>
                  </a:lnTo>
                  <a:lnTo>
                    <a:pt x="8951043" y="1580575"/>
                  </a:lnTo>
                  <a:lnTo>
                    <a:pt x="8915631" y="1681513"/>
                  </a:lnTo>
                  <a:lnTo>
                    <a:pt x="8880175" y="1784312"/>
                  </a:lnTo>
                  <a:lnTo>
                    <a:pt x="8844679" y="1888481"/>
                  </a:lnTo>
                  <a:lnTo>
                    <a:pt x="8809157" y="1993502"/>
                  </a:lnTo>
                  <a:lnTo>
                    <a:pt x="8773626" y="2098836"/>
                  </a:lnTo>
                  <a:lnTo>
                    <a:pt x="8738101" y="2203941"/>
                  </a:lnTo>
                  <a:lnTo>
                    <a:pt x="8702601" y="2308277"/>
                  </a:lnTo>
                  <a:lnTo>
                    <a:pt x="8667137" y="2411321"/>
                  </a:lnTo>
                  <a:lnTo>
                    <a:pt x="8631719" y="2512578"/>
                  </a:lnTo>
                  <a:lnTo>
                    <a:pt x="8596344" y="2611589"/>
                  </a:lnTo>
                  <a:lnTo>
                    <a:pt x="8561005" y="2707940"/>
                  </a:lnTo>
                  <a:lnTo>
                    <a:pt x="8525678" y="2801268"/>
                  </a:lnTo>
                  <a:lnTo>
                    <a:pt x="8490330" y="2891268"/>
                  </a:lnTo>
                  <a:lnTo>
                    <a:pt x="8454909" y="2977691"/>
                  </a:lnTo>
                  <a:lnTo>
                    <a:pt x="8419349" y="3060347"/>
                  </a:lnTo>
                  <a:lnTo>
                    <a:pt x="8383562" y="3139107"/>
                  </a:lnTo>
                  <a:lnTo>
                    <a:pt x="8347440" y="3213897"/>
                  </a:lnTo>
                  <a:lnTo>
                    <a:pt x="8310853" y="3284694"/>
                  </a:lnTo>
                  <a:lnTo>
                    <a:pt x="8273640" y="3351527"/>
                  </a:lnTo>
                  <a:lnTo>
                    <a:pt x="8235610" y="3414467"/>
                  </a:lnTo>
                  <a:lnTo>
                    <a:pt x="8229629" y="3423880"/>
                  </a:lnTo>
                  <a:lnTo>
                    <a:pt x="8179634" y="3497470"/>
                  </a:lnTo>
                  <a:lnTo>
                    <a:pt x="8127381" y="3564904"/>
                  </a:lnTo>
                  <a:lnTo>
                    <a:pt x="8072261" y="3626383"/>
                  </a:lnTo>
                  <a:lnTo>
                    <a:pt x="8013603" y="3682301"/>
                  </a:lnTo>
                  <a:lnTo>
                    <a:pt x="7950711" y="3733141"/>
                  </a:lnTo>
                  <a:lnTo>
                    <a:pt x="7882893" y="3779407"/>
                  </a:lnTo>
                  <a:lnTo>
                    <a:pt x="7809511" y="3821578"/>
                  </a:lnTo>
                  <a:lnTo>
                    <a:pt x="7730026" y="3860084"/>
                  </a:lnTo>
                  <a:lnTo>
                    <a:pt x="7644077" y="3895289"/>
                  </a:lnTo>
                  <a:lnTo>
                    <a:pt x="7551569" y="3927482"/>
                  </a:lnTo>
                  <a:lnTo>
                    <a:pt x="7452786" y="3956871"/>
                  </a:lnTo>
                  <a:lnTo>
                    <a:pt x="7348514" y="3983585"/>
                  </a:lnTo>
                  <a:lnTo>
                    <a:pt x="7240157" y="4007682"/>
                  </a:lnTo>
                  <a:lnTo>
                    <a:pt x="7129813" y="4029154"/>
                  </a:lnTo>
                  <a:lnTo>
                    <a:pt x="7020267" y="4047957"/>
                  </a:lnTo>
                  <a:lnTo>
                    <a:pt x="6914869" y="4064035"/>
                  </a:lnTo>
                  <a:lnTo>
                    <a:pt x="6817258" y="4077363"/>
                  </a:lnTo>
                  <a:lnTo>
                    <a:pt x="6730944" y="4087976"/>
                  </a:lnTo>
                  <a:lnTo>
                    <a:pt x="6658817" y="4096005"/>
                  </a:lnTo>
                  <a:lnTo>
                    <a:pt x="6602679" y="4101688"/>
                  </a:lnTo>
                  <a:lnTo>
                    <a:pt x="6562902" y="4105363"/>
                  </a:lnTo>
                  <a:lnTo>
                    <a:pt x="6538299" y="4107444"/>
                  </a:lnTo>
                  <a:lnTo>
                    <a:pt x="6526188" y="4108385"/>
                  </a:lnTo>
                  <a:lnTo>
                    <a:pt x="6522574" y="4108644"/>
                  </a:lnTo>
                  <a:lnTo>
                    <a:pt x="6522385" y="4108657"/>
                  </a:lnTo>
                  <a:lnTo>
                    <a:pt x="5527445" y="4108657"/>
                  </a:lnTo>
                  <a:lnTo>
                    <a:pt x="5526310" y="4108648"/>
                  </a:lnTo>
                  <a:lnTo>
                    <a:pt x="5518821" y="4108588"/>
                  </a:lnTo>
                  <a:lnTo>
                    <a:pt x="5499842" y="4108420"/>
                  </a:lnTo>
                  <a:lnTo>
                    <a:pt x="5465659" y="4108091"/>
                  </a:lnTo>
                  <a:lnTo>
                    <a:pt x="5414203" y="4107546"/>
                  </a:lnTo>
                  <a:lnTo>
                    <a:pt x="5345201" y="4106742"/>
                  </a:lnTo>
                  <a:lnTo>
                    <a:pt x="5260121" y="4105644"/>
                  </a:lnTo>
                  <a:lnTo>
                    <a:pt x="5161846" y="4104232"/>
                  </a:lnTo>
                  <a:lnTo>
                    <a:pt x="5054151" y="4102500"/>
                  </a:lnTo>
                  <a:lnTo>
                    <a:pt x="4941107" y="4100449"/>
                  </a:lnTo>
                  <a:lnTo>
                    <a:pt x="4826551" y="4098085"/>
                  </a:lnTo>
                  <a:lnTo>
                    <a:pt x="4713716" y="4095414"/>
                  </a:lnTo>
                  <a:lnTo>
                    <a:pt x="4605051" y="4092438"/>
                  </a:lnTo>
                  <a:lnTo>
                    <a:pt x="4502195" y="4089151"/>
                  </a:lnTo>
                  <a:lnTo>
                    <a:pt x="4406068" y="4085537"/>
                  </a:lnTo>
                  <a:lnTo>
                    <a:pt x="4316998" y="4081571"/>
                  </a:lnTo>
                  <a:lnTo>
                    <a:pt x="4234877" y="4077219"/>
                  </a:lnTo>
                  <a:lnTo>
                    <a:pt x="4159286" y="4072436"/>
                  </a:lnTo>
                  <a:lnTo>
                    <a:pt x="4089614" y="4067169"/>
                  </a:lnTo>
                  <a:lnTo>
                    <a:pt x="4025136" y="4061359"/>
                  </a:lnTo>
                  <a:lnTo>
                    <a:pt x="3965078" y="4054946"/>
                  </a:lnTo>
                  <a:lnTo>
                    <a:pt x="3908665" y="4047873"/>
                  </a:lnTo>
                  <a:lnTo>
                    <a:pt x="3855161" y="4040097"/>
                  </a:lnTo>
                  <a:lnTo>
                    <a:pt x="3820202" y="4034414"/>
                  </a:lnTo>
                  <a:lnTo>
                    <a:pt x="3759571" y="4023404"/>
                  </a:lnTo>
                  <a:lnTo>
                    <a:pt x="3700812" y="4011305"/>
                  </a:lnTo>
                  <a:lnTo>
                    <a:pt x="3643238" y="3998101"/>
                  </a:lnTo>
                  <a:lnTo>
                    <a:pt x="3586343" y="3983809"/>
                  </a:lnTo>
                  <a:lnTo>
                    <a:pt x="3529766" y="3968487"/>
                  </a:lnTo>
                  <a:lnTo>
                    <a:pt x="3473268" y="3952231"/>
                  </a:lnTo>
                  <a:lnTo>
                    <a:pt x="3416712" y="3935182"/>
                  </a:lnTo>
                  <a:lnTo>
                    <a:pt x="3360045" y="3917517"/>
                  </a:lnTo>
                  <a:lnTo>
                    <a:pt x="3303276" y="3899444"/>
                  </a:lnTo>
                  <a:lnTo>
                    <a:pt x="3246457" y="3881193"/>
                  </a:lnTo>
                  <a:lnTo>
                    <a:pt x="3189656" y="3863005"/>
                  </a:lnTo>
                  <a:lnTo>
                    <a:pt x="3132936" y="3845116"/>
                  </a:lnTo>
                  <a:lnTo>
                    <a:pt x="3076328" y="3827746"/>
                  </a:lnTo>
                  <a:lnTo>
                    <a:pt x="3019814" y="3811088"/>
                  </a:lnTo>
                  <a:lnTo>
                    <a:pt x="2963298" y="3795302"/>
                  </a:lnTo>
                  <a:lnTo>
                    <a:pt x="2906593" y="3780505"/>
                  </a:lnTo>
                  <a:lnTo>
                    <a:pt x="2849399" y="3766773"/>
                  </a:lnTo>
                  <a:lnTo>
                    <a:pt x="2791284" y="3754142"/>
                  </a:lnTo>
                  <a:lnTo>
                    <a:pt x="2731653" y="3742612"/>
                  </a:lnTo>
                  <a:lnTo>
                    <a:pt x="2702183" y="3737445"/>
                  </a:lnTo>
                  <a:lnTo>
                    <a:pt x="2650273" y="3729180"/>
                  </a:lnTo>
                  <a:lnTo>
                    <a:pt x="2595908" y="3721634"/>
                  </a:lnTo>
                  <a:lnTo>
                    <a:pt x="2538404" y="3714779"/>
                  </a:lnTo>
                  <a:lnTo>
                    <a:pt x="2477009" y="3708567"/>
                  </a:lnTo>
                  <a:lnTo>
                    <a:pt x="2410941" y="3702939"/>
                  </a:lnTo>
                  <a:lnTo>
                    <a:pt x="2339439" y="3697834"/>
                  </a:lnTo>
                  <a:lnTo>
                    <a:pt x="2261805" y="3693194"/>
                  </a:lnTo>
                  <a:lnTo>
                    <a:pt x="2177479" y="3688971"/>
                  </a:lnTo>
                  <a:lnTo>
                    <a:pt x="2086131" y="3685122"/>
                  </a:lnTo>
                  <a:lnTo>
                    <a:pt x="1987776" y="3681616"/>
                  </a:lnTo>
                  <a:lnTo>
                    <a:pt x="1882918" y="3678429"/>
                  </a:lnTo>
                  <a:lnTo>
                    <a:pt x="1772693" y="3675552"/>
                  </a:lnTo>
                  <a:lnTo>
                    <a:pt x="1658997" y="3672979"/>
                  </a:lnTo>
                  <a:lnTo>
                    <a:pt x="1544540" y="3670715"/>
                  </a:lnTo>
                  <a:lnTo>
                    <a:pt x="1432780" y="3668766"/>
                  </a:lnTo>
                  <a:lnTo>
                    <a:pt x="1327675" y="3667138"/>
                  </a:lnTo>
                  <a:lnTo>
                    <a:pt x="1233267" y="3665829"/>
                  </a:lnTo>
                  <a:lnTo>
                    <a:pt x="1153108" y="3664828"/>
                  </a:lnTo>
                  <a:lnTo>
                    <a:pt x="1089676" y="3664111"/>
                  </a:lnTo>
                  <a:lnTo>
                    <a:pt x="1043899" y="3663641"/>
                  </a:lnTo>
                  <a:lnTo>
                    <a:pt x="1014921" y="3663370"/>
                  </a:lnTo>
                  <a:lnTo>
                    <a:pt x="1000118" y="3663243"/>
                  </a:lnTo>
                  <a:lnTo>
                    <a:pt x="995299" y="3663205"/>
                  </a:lnTo>
                  <a:lnTo>
                    <a:pt x="994940" y="3663203"/>
                  </a:lnTo>
                  <a:lnTo>
                    <a:pt x="0" y="3663203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03" name="pl1302"/>
            <p:cNvSpPr/>
            <p:nvPr/>
          </p:nvSpPr>
          <p:spPr>
            <a:xfrm>
              <a:off x="1199187" y="1278550"/>
              <a:ext cx="12049831" cy="4108657"/>
            </a:xfrm>
            <a:custGeom>
              <a:avLst/>
              <a:pathLst>
                <a:path w="12049831" h="4108657">
                  <a:moveTo>
                    <a:pt x="0" y="3663203"/>
                  </a:moveTo>
                  <a:lnTo>
                    <a:pt x="994940" y="3663203"/>
                  </a:lnTo>
                  <a:lnTo>
                    <a:pt x="996075" y="3663211"/>
                  </a:lnTo>
                  <a:lnTo>
                    <a:pt x="1003564" y="3663272"/>
                  </a:lnTo>
                  <a:lnTo>
                    <a:pt x="1022543" y="3663439"/>
                  </a:lnTo>
                  <a:lnTo>
                    <a:pt x="1056726" y="3663768"/>
                  </a:lnTo>
                  <a:lnTo>
                    <a:pt x="1108182" y="3664313"/>
                  </a:lnTo>
                  <a:lnTo>
                    <a:pt x="1177184" y="3665118"/>
                  </a:lnTo>
                  <a:lnTo>
                    <a:pt x="1262264" y="3666216"/>
                  </a:lnTo>
                  <a:lnTo>
                    <a:pt x="1360539" y="3667627"/>
                  </a:lnTo>
                  <a:lnTo>
                    <a:pt x="1468234" y="3669359"/>
                  </a:lnTo>
                  <a:lnTo>
                    <a:pt x="1581278" y="3671410"/>
                  </a:lnTo>
                  <a:lnTo>
                    <a:pt x="1695834" y="3673774"/>
                  </a:lnTo>
                  <a:lnTo>
                    <a:pt x="1808669" y="3676445"/>
                  </a:lnTo>
                  <a:lnTo>
                    <a:pt x="1917334" y="3679421"/>
                  </a:lnTo>
                  <a:lnTo>
                    <a:pt x="2020190" y="3682709"/>
                  </a:lnTo>
                  <a:lnTo>
                    <a:pt x="2116317" y="3686323"/>
                  </a:lnTo>
                  <a:lnTo>
                    <a:pt x="2205387" y="3690288"/>
                  </a:lnTo>
                  <a:lnTo>
                    <a:pt x="2287508" y="3694640"/>
                  </a:lnTo>
                  <a:lnTo>
                    <a:pt x="2363099" y="3699424"/>
                  </a:lnTo>
                  <a:lnTo>
                    <a:pt x="2432771" y="3704691"/>
                  </a:lnTo>
                  <a:lnTo>
                    <a:pt x="2497249" y="3710500"/>
                  </a:lnTo>
                  <a:lnTo>
                    <a:pt x="2557307" y="3716913"/>
                  </a:lnTo>
                  <a:lnTo>
                    <a:pt x="2613720" y="3723986"/>
                  </a:lnTo>
                  <a:lnTo>
                    <a:pt x="2667224" y="3731763"/>
                  </a:lnTo>
                  <a:lnTo>
                    <a:pt x="2702183" y="3737445"/>
                  </a:lnTo>
                  <a:lnTo>
                    <a:pt x="2762814" y="3748456"/>
                  </a:lnTo>
                  <a:lnTo>
                    <a:pt x="2821573" y="3760555"/>
                  </a:lnTo>
                  <a:lnTo>
                    <a:pt x="2879147" y="3773758"/>
                  </a:lnTo>
                  <a:lnTo>
                    <a:pt x="2936042" y="3788050"/>
                  </a:lnTo>
                  <a:lnTo>
                    <a:pt x="2992619" y="3803372"/>
                  </a:lnTo>
                  <a:lnTo>
                    <a:pt x="3049117" y="3819628"/>
                  </a:lnTo>
                  <a:lnTo>
                    <a:pt x="3105673" y="3836677"/>
                  </a:lnTo>
                  <a:lnTo>
                    <a:pt x="3162340" y="3854342"/>
                  </a:lnTo>
                  <a:lnTo>
                    <a:pt x="3219109" y="3872416"/>
                  </a:lnTo>
                  <a:lnTo>
                    <a:pt x="3275928" y="3890666"/>
                  </a:lnTo>
                  <a:lnTo>
                    <a:pt x="3332729" y="3908854"/>
                  </a:lnTo>
                  <a:lnTo>
                    <a:pt x="3389449" y="3926744"/>
                  </a:lnTo>
                  <a:lnTo>
                    <a:pt x="3446057" y="3944114"/>
                  </a:lnTo>
                  <a:lnTo>
                    <a:pt x="3502571" y="3960771"/>
                  </a:lnTo>
                  <a:lnTo>
                    <a:pt x="3559087" y="3976558"/>
                  </a:lnTo>
                  <a:lnTo>
                    <a:pt x="3615792" y="3991355"/>
                  </a:lnTo>
                  <a:lnTo>
                    <a:pt x="3672986" y="4005087"/>
                  </a:lnTo>
                  <a:lnTo>
                    <a:pt x="3731101" y="4017717"/>
                  </a:lnTo>
                  <a:lnTo>
                    <a:pt x="3790732" y="4029248"/>
                  </a:lnTo>
                  <a:lnTo>
                    <a:pt x="3820202" y="4034414"/>
                  </a:lnTo>
                  <a:lnTo>
                    <a:pt x="3872112" y="4042679"/>
                  </a:lnTo>
                  <a:lnTo>
                    <a:pt x="3926477" y="4050226"/>
                  </a:lnTo>
                  <a:lnTo>
                    <a:pt x="3983981" y="4057081"/>
                  </a:lnTo>
                  <a:lnTo>
                    <a:pt x="4045376" y="4063293"/>
                  </a:lnTo>
                  <a:lnTo>
                    <a:pt x="4111444" y="4068921"/>
                  </a:lnTo>
                  <a:lnTo>
                    <a:pt x="4182946" y="4074026"/>
                  </a:lnTo>
                  <a:lnTo>
                    <a:pt x="4260580" y="4078665"/>
                  </a:lnTo>
                  <a:lnTo>
                    <a:pt x="4344906" y="4082888"/>
                  </a:lnTo>
                  <a:lnTo>
                    <a:pt x="4436254" y="4086737"/>
                  </a:lnTo>
                  <a:lnTo>
                    <a:pt x="4534609" y="4090244"/>
                  </a:lnTo>
                  <a:lnTo>
                    <a:pt x="4639467" y="4093430"/>
                  </a:lnTo>
                  <a:lnTo>
                    <a:pt x="4749692" y="4096308"/>
                  </a:lnTo>
                  <a:lnTo>
                    <a:pt x="4863388" y="4098880"/>
                  </a:lnTo>
                  <a:lnTo>
                    <a:pt x="4977845" y="4101144"/>
                  </a:lnTo>
                  <a:lnTo>
                    <a:pt x="5089605" y="4103093"/>
                  </a:lnTo>
                  <a:lnTo>
                    <a:pt x="5194710" y="4104722"/>
                  </a:lnTo>
                  <a:lnTo>
                    <a:pt x="5289118" y="4106031"/>
                  </a:lnTo>
                  <a:lnTo>
                    <a:pt x="5369277" y="4107032"/>
                  </a:lnTo>
                  <a:lnTo>
                    <a:pt x="5432709" y="4107748"/>
                  </a:lnTo>
                  <a:lnTo>
                    <a:pt x="5478486" y="4108218"/>
                  </a:lnTo>
                  <a:lnTo>
                    <a:pt x="5507464" y="4108489"/>
                  </a:lnTo>
                  <a:lnTo>
                    <a:pt x="5522267" y="4108616"/>
                  </a:lnTo>
                  <a:lnTo>
                    <a:pt x="5527086" y="4108654"/>
                  </a:lnTo>
                  <a:lnTo>
                    <a:pt x="5527445" y="4108657"/>
                  </a:lnTo>
                  <a:lnTo>
                    <a:pt x="6522385" y="4108657"/>
                  </a:lnTo>
                  <a:lnTo>
                    <a:pt x="6523404" y="4108586"/>
                  </a:lnTo>
                  <a:lnTo>
                    <a:pt x="6530137" y="4108087"/>
                  </a:lnTo>
                  <a:lnTo>
                    <a:pt x="6547249" y="4106708"/>
                  </a:lnTo>
                  <a:lnTo>
                    <a:pt x="6578190" y="4103990"/>
                  </a:lnTo>
                  <a:lnTo>
                    <a:pt x="6625011" y="4099491"/>
                  </a:lnTo>
                  <a:lnTo>
                    <a:pt x="6688221" y="4092826"/>
                  </a:lnTo>
                  <a:lnTo>
                    <a:pt x="6766797" y="4083699"/>
                  </a:lnTo>
                  <a:lnTo>
                    <a:pt x="6858416" y="4071918"/>
                  </a:lnTo>
                  <a:lnTo>
                    <a:pt x="6959855" y="4057397"/>
                  </a:lnTo>
                  <a:lnTo>
                    <a:pt x="7067490" y="4040131"/>
                  </a:lnTo>
                  <a:lnTo>
                    <a:pt x="7177765" y="4020163"/>
                  </a:lnTo>
                  <a:lnTo>
                    <a:pt x="7287550" y="3997548"/>
                  </a:lnTo>
                  <a:lnTo>
                    <a:pt x="7394351" y="3972319"/>
                  </a:lnTo>
                  <a:lnTo>
                    <a:pt x="7496375" y="3944455"/>
                  </a:lnTo>
                  <a:lnTo>
                    <a:pt x="7592500" y="3913870"/>
                  </a:lnTo>
                  <a:lnTo>
                    <a:pt x="7682173" y="3880401"/>
                  </a:lnTo>
                  <a:lnTo>
                    <a:pt x="7765288" y="3843804"/>
                  </a:lnTo>
                  <a:lnTo>
                    <a:pt x="7842068" y="3803757"/>
                  </a:lnTo>
                  <a:lnTo>
                    <a:pt x="7912963" y="3759865"/>
                  </a:lnTo>
                  <a:lnTo>
                    <a:pt x="7978561" y="3711676"/>
                  </a:lnTo>
                  <a:lnTo>
                    <a:pt x="8039531" y="3658695"/>
                  </a:lnTo>
                  <a:lnTo>
                    <a:pt x="8096569" y="3600420"/>
                  </a:lnTo>
                  <a:lnTo>
                    <a:pt x="8150365" y="3536397"/>
                  </a:lnTo>
                  <a:lnTo>
                    <a:pt x="8201569" y="3466301"/>
                  </a:lnTo>
                  <a:lnTo>
                    <a:pt x="8229629" y="3423880"/>
                  </a:lnTo>
                  <a:lnTo>
                    <a:pt x="8267804" y="3361534"/>
                  </a:lnTo>
                  <a:lnTo>
                    <a:pt x="8305131" y="3295310"/>
                  </a:lnTo>
                  <a:lnTo>
                    <a:pt x="8341804" y="3225130"/>
                  </a:lnTo>
                  <a:lnTo>
                    <a:pt x="8377988" y="3150960"/>
                  </a:lnTo>
                  <a:lnTo>
                    <a:pt x="8413820" y="3072812"/>
                  </a:lnTo>
                  <a:lnTo>
                    <a:pt x="8449409" y="2990752"/>
                  </a:lnTo>
                  <a:lnTo>
                    <a:pt x="8484846" y="2904902"/>
                  </a:lnTo>
                  <a:lnTo>
                    <a:pt x="8520202" y="2815442"/>
                  </a:lnTo>
                  <a:lnTo>
                    <a:pt x="8555529" y="2722610"/>
                  </a:lnTo>
                  <a:lnTo>
                    <a:pt x="8590865" y="2626705"/>
                  </a:lnTo>
                  <a:lnTo>
                    <a:pt x="8626233" y="2528081"/>
                  </a:lnTo>
                  <a:lnTo>
                    <a:pt x="8661645" y="2427143"/>
                  </a:lnTo>
                  <a:lnTo>
                    <a:pt x="8697102" y="2324344"/>
                  </a:lnTo>
                  <a:lnTo>
                    <a:pt x="8732597" y="2220175"/>
                  </a:lnTo>
                  <a:lnTo>
                    <a:pt x="8768119" y="2115155"/>
                  </a:lnTo>
                  <a:lnTo>
                    <a:pt x="8803651" y="2009820"/>
                  </a:lnTo>
                  <a:lnTo>
                    <a:pt x="8839175" y="1904715"/>
                  </a:lnTo>
                  <a:lnTo>
                    <a:pt x="8874676" y="1800379"/>
                  </a:lnTo>
                  <a:lnTo>
                    <a:pt x="8910139" y="1697335"/>
                  </a:lnTo>
                  <a:lnTo>
                    <a:pt x="8945558" y="1596078"/>
                  </a:lnTo>
                  <a:lnTo>
                    <a:pt x="8980932" y="1497068"/>
                  </a:lnTo>
                  <a:lnTo>
                    <a:pt x="9016272" y="1400716"/>
                  </a:lnTo>
                  <a:lnTo>
                    <a:pt x="9051598" y="1307388"/>
                  </a:lnTo>
                  <a:lnTo>
                    <a:pt x="9086947" y="1217388"/>
                  </a:lnTo>
                  <a:lnTo>
                    <a:pt x="9122367" y="1130965"/>
                  </a:lnTo>
                  <a:lnTo>
                    <a:pt x="9157928" y="1048309"/>
                  </a:lnTo>
                  <a:lnTo>
                    <a:pt x="9193715" y="969549"/>
                  </a:lnTo>
                  <a:lnTo>
                    <a:pt x="9229836" y="894760"/>
                  </a:lnTo>
                  <a:lnTo>
                    <a:pt x="9266424" y="823962"/>
                  </a:lnTo>
                  <a:lnTo>
                    <a:pt x="9303637" y="757130"/>
                  </a:lnTo>
                  <a:lnTo>
                    <a:pt x="9341666" y="694189"/>
                  </a:lnTo>
                  <a:lnTo>
                    <a:pt x="9347647" y="684776"/>
                  </a:lnTo>
                  <a:lnTo>
                    <a:pt x="9397642" y="611186"/>
                  </a:lnTo>
                  <a:lnTo>
                    <a:pt x="9449895" y="543752"/>
                  </a:lnTo>
                  <a:lnTo>
                    <a:pt x="9505015" y="482273"/>
                  </a:lnTo>
                  <a:lnTo>
                    <a:pt x="9563673" y="426355"/>
                  </a:lnTo>
                  <a:lnTo>
                    <a:pt x="9626566" y="375515"/>
                  </a:lnTo>
                  <a:lnTo>
                    <a:pt x="9694383" y="329249"/>
                  </a:lnTo>
                  <a:lnTo>
                    <a:pt x="9767766" y="287078"/>
                  </a:lnTo>
                  <a:lnTo>
                    <a:pt x="9847250" y="248572"/>
                  </a:lnTo>
                  <a:lnTo>
                    <a:pt x="9933199" y="213367"/>
                  </a:lnTo>
                  <a:lnTo>
                    <a:pt x="10025708" y="181174"/>
                  </a:lnTo>
                  <a:lnTo>
                    <a:pt x="10124491" y="151786"/>
                  </a:lnTo>
                  <a:lnTo>
                    <a:pt x="10228763" y="125071"/>
                  </a:lnTo>
                  <a:lnTo>
                    <a:pt x="10337119" y="100974"/>
                  </a:lnTo>
                  <a:lnTo>
                    <a:pt x="10447464" y="79502"/>
                  </a:lnTo>
                  <a:lnTo>
                    <a:pt x="10557010" y="60699"/>
                  </a:lnTo>
                  <a:lnTo>
                    <a:pt x="10662407" y="44621"/>
                  </a:lnTo>
                  <a:lnTo>
                    <a:pt x="10760019" y="31293"/>
                  </a:lnTo>
                  <a:lnTo>
                    <a:pt x="10846333" y="20681"/>
                  </a:lnTo>
                  <a:lnTo>
                    <a:pt x="10918459" y="12652"/>
                  </a:lnTo>
                  <a:lnTo>
                    <a:pt x="10974597" y="6969"/>
                  </a:lnTo>
                  <a:lnTo>
                    <a:pt x="11014374" y="3293"/>
                  </a:lnTo>
                  <a:lnTo>
                    <a:pt x="11038977" y="1212"/>
                  </a:lnTo>
                  <a:lnTo>
                    <a:pt x="11051088" y="271"/>
                  </a:lnTo>
                  <a:lnTo>
                    <a:pt x="11054702" y="1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4" name="pl1303"/>
            <p:cNvSpPr/>
            <p:nvPr/>
          </p:nvSpPr>
          <p:spPr>
            <a:xfrm>
              <a:off x="1199187" y="1273309"/>
              <a:ext cx="12049831" cy="4108657"/>
            </a:xfrm>
            <a:custGeom>
              <a:avLst/>
              <a:pathLst>
                <a:path w="12049831" h="4108657">
                  <a:moveTo>
                    <a:pt x="12049831" y="0"/>
                  </a:moveTo>
                  <a:lnTo>
                    <a:pt x="11054891" y="0"/>
                  </a:lnTo>
                  <a:lnTo>
                    <a:pt x="11053873" y="70"/>
                  </a:lnTo>
                  <a:lnTo>
                    <a:pt x="11047140" y="569"/>
                  </a:lnTo>
                  <a:lnTo>
                    <a:pt x="11030028" y="1948"/>
                  </a:lnTo>
                  <a:lnTo>
                    <a:pt x="10999087" y="4666"/>
                  </a:lnTo>
                  <a:lnTo>
                    <a:pt x="10952265" y="9166"/>
                  </a:lnTo>
                  <a:lnTo>
                    <a:pt x="10889056" y="15830"/>
                  </a:lnTo>
                  <a:lnTo>
                    <a:pt x="10810479" y="24957"/>
                  </a:lnTo>
                  <a:lnTo>
                    <a:pt x="10718861" y="36738"/>
                  </a:lnTo>
                  <a:lnTo>
                    <a:pt x="10617422" y="51259"/>
                  </a:lnTo>
                  <a:lnTo>
                    <a:pt x="10509787" y="68525"/>
                  </a:lnTo>
                  <a:lnTo>
                    <a:pt x="10399511" y="88493"/>
                  </a:lnTo>
                  <a:lnTo>
                    <a:pt x="10289726" y="111108"/>
                  </a:lnTo>
                  <a:lnTo>
                    <a:pt x="10182926" y="136337"/>
                  </a:lnTo>
                  <a:lnTo>
                    <a:pt x="10080902" y="164201"/>
                  </a:lnTo>
                  <a:lnTo>
                    <a:pt x="9984776" y="194786"/>
                  </a:lnTo>
                  <a:lnTo>
                    <a:pt x="9895104" y="228255"/>
                  </a:lnTo>
                  <a:lnTo>
                    <a:pt x="9811989" y="264852"/>
                  </a:lnTo>
                  <a:lnTo>
                    <a:pt x="9735208" y="304900"/>
                  </a:lnTo>
                  <a:lnTo>
                    <a:pt x="9664314" y="348791"/>
                  </a:lnTo>
                  <a:lnTo>
                    <a:pt x="9598716" y="396980"/>
                  </a:lnTo>
                  <a:lnTo>
                    <a:pt x="9537746" y="449961"/>
                  </a:lnTo>
                  <a:lnTo>
                    <a:pt x="9480708" y="508236"/>
                  </a:lnTo>
                  <a:lnTo>
                    <a:pt x="9426911" y="572259"/>
                  </a:lnTo>
                  <a:lnTo>
                    <a:pt x="9375708" y="642355"/>
                  </a:lnTo>
                  <a:lnTo>
                    <a:pt x="9347647" y="684776"/>
                  </a:lnTo>
                  <a:lnTo>
                    <a:pt x="9309472" y="747122"/>
                  </a:lnTo>
                  <a:lnTo>
                    <a:pt x="9272146" y="813346"/>
                  </a:lnTo>
                  <a:lnTo>
                    <a:pt x="9235472" y="883526"/>
                  </a:lnTo>
                  <a:lnTo>
                    <a:pt x="9199288" y="957696"/>
                  </a:lnTo>
                  <a:lnTo>
                    <a:pt x="9163457" y="1035844"/>
                  </a:lnTo>
                  <a:lnTo>
                    <a:pt x="9127868" y="1117904"/>
                  </a:lnTo>
                  <a:lnTo>
                    <a:pt x="9092430" y="1203754"/>
                  </a:lnTo>
                  <a:lnTo>
                    <a:pt x="9057074" y="1293214"/>
                  </a:lnTo>
                  <a:lnTo>
                    <a:pt x="9021747" y="1386046"/>
                  </a:lnTo>
                  <a:lnTo>
                    <a:pt x="8986411" y="1481951"/>
                  </a:lnTo>
                  <a:lnTo>
                    <a:pt x="8951043" y="1580575"/>
                  </a:lnTo>
                  <a:lnTo>
                    <a:pt x="8915631" y="1681513"/>
                  </a:lnTo>
                  <a:lnTo>
                    <a:pt x="8880175" y="1784312"/>
                  </a:lnTo>
                  <a:lnTo>
                    <a:pt x="8844679" y="1888481"/>
                  </a:lnTo>
                  <a:lnTo>
                    <a:pt x="8809157" y="1993502"/>
                  </a:lnTo>
                  <a:lnTo>
                    <a:pt x="8773626" y="2098836"/>
                  </a:lnTo>
                  <a:lnTo>
                    <a:pt x="8738101" y="2203941"/>
                  </a:lnTo>
                  <a:lnTo>
                    <a:pt x="8702601" y="2308277"/>
                  </a:lnTo>
                  <a:lnTo>
                    <a:pt x="8667137" y="2411321"/>
                  </a:lnTo>
                  <a:lnTo>
                    <a:pt x="8631719" y="2512578"/>
                  </a:lnTo>
                  <a:lnTo>
                    <a:pt x="8596344" y="2611589"/>
                  </a:lnTo>
                  <a:lnTo>
                    <a:pt x="8561005" y="2707940"/>
                  </a:lnTo>
                  <a:lnTo>
                    <a:pt x="8525678" y="2801268"/>
                  </a:lnTo>
                  <a:lnTo>
                    <a:pt x="8490330" y="2891268"/>
                  </a:lnTo>
                  <a:lnTo>
                    <a:pt x="8454909" y="2977691"/>
                  </a:lnTo>
                  <a:lnTo>
                    <a:pt x="8419349" y="3060347"/>
                  </a:lnTo>
                  <a:lnTo>
                    <a:pt x="8383562" y="3139107"/>
                  </a:lnTo>
                  <a:lnTo>
                    <a:pt x="8347440" y="3213897"/>
                  </a:lnTo>
                  <a:lnTo>
                    <a:pt x="8310853" y="3284694"/>
                  </a:lnTo>
                  <a:lnTo>
                    <a:pt x="8273640" y="3351527"/>
                  </a:lnTo>
                  <a:lnTo>
                    <a:pt x="8235610" y="3414467"/>
                  </a:lnTo>
                  <a:lnTo>
                    <a:pt x="8229629" y="3423880"/>
                  </a:lnTo>
                  <a:lnTo>
                    <a:pt x="8179634" y="3497470"/>
                  </a:lnTo>
                  <a:lnTo>
                    <a:pt x="8127381" y="3564904"/>
                  </a:lnTo>
                  <a:lnTo>
                    <a:pt x="8072261" y="3626383"/>
                  </a:lnTo>
                  <a:lnTo>
                    <a:pt x="8013603" y="3682301"/>
                  </a:lnTo>
                  <a:lnTo>
                    <a:pt x="7950711" y="3733141"/>
                  </a:lnTo>
                  <a:lnTo>
                    <a:pt x="7882893" y="3779407"/>
                  </a:lnTo>
                  <a:lnTo>
                    <a:pt x="7809511" y="3821578"/>
                  </a:lnTo>
                  <a:lnTo>
                    <a:pt x="7730026" y="3860084"/>
                  </a:lnTo>
                  <a:lnTo>
                    <a:pt x="7644077" y="3895289"/>
                  </a:lnTo>
                  <a:lnTo>
                    <a:pt x="7551569" y="3927482"/>
                  </a:lnTo>
                  <a:lnTo>
                    <a:pt x="7452786" y="3956871"/>
                  </a:lnTo>
                  <a:lnTo>
                    <a:pt x="7348514" y="3983585"/>
                  </a:lnTo>
                  <a:lnTo>
                    <a:pt x="7240157" y="4007682"/>
                  </a:lnTo>
                  <a:lnTo>
                    <a:pt x="7129813" y="4029154"/>
                  </a:lnTo>
                  <a:lnTo>
                    <a:pt x="7020267" y="4047957"/>
                  </a:lnTo>
                  <a:lnTo>
                    <a:pt x="6914869" y="4064035"/>
                  </a:lnTo>
                  <a:lnTo>
                    <a:pt x="6817258" y="4077363"/>
                  </a:lnTo>
                  <a:lnTo>
                    <a:pt x="6730944" y="4087976"/>
                  </a:lnTo>
                  <a:lnTo>
                    <a:pt x="6658817" y="4096005"/>
                  </a:lnTo>
                  <a:lnTo>
                    <a:pt x="6602679" y="4101688"/>
                  </a:lnTo>
                  <a:lnTo>
                    <a:pt x="6562902" y="4105363"/>
                  </a:lnTo>
                  <a:lnTo>
                    <a:pt x="6538299" y="4107444"/>
                  </a:lnTo>
                  <a:lnTo>
                    <a:pt x="6526188" y="4108385"/>
                  </a:lnTo>
                  <a:lnTo>
                    <a:pt x="6522574" y="4108644"/>
                  </a:lnTo>
                  <a:lnTo>
                    <a:pt x="6522385" y="4108657"/>
                  </a:lnTo>
                  <a:lnTo>
                    <a:pt x="5527445" y="4108657"/>
                  </a:lnTo>
                  <a:lnTo>
                    <a:pt x="5526310" y="4108648"/>
                  </a:lnTo>
                  <a:lnTo>
                    <a:pt x="5518821" y="4108588"/>
                  </a:lnTo>
                  <a:lnTo>
                    <a:pt x="5499842" y="4108420"/>
                  </a:lnTo>
                  <a:lnTo>
                    <a:pt x="5465659" y="4108091"/>
                  </a:lnTo>
                  <a:lnTo>
                    <a:pt x="5414203" y="4107546"/>
                  </a:lnTo>
                  <a:lnTo>
                    <a:pt x="5345201" y="4106742"/>
                  </a:lnTo>
                  <a:lnTo>
                    <a:pt x="5260121" y="4105644"/>
                  </a:lnTo>
                  <a:lnTo>
                    <a:pt x="5161846" y="4104232"/>
                  </a:lnTo>
                  <a:lnTo>
                    <a:pt x="5054151" y="4102500"/>
                  </a:lnTo>
                  <a:lnTo>
                    <a:pt x="4941107" y="4100449"/>
                  </a:lnTo>
                  <a:lnTo>
                    <a:pt x="4826551" y="4098085"/>
                  </a:lnTo>
                  <a:lnTo>
                    <a:pt x="4713716" y="4095414"/>
                  </a:lnTo>
                  <a:lnTo>
                    <a:pt x="4605051" y="4092438"/>
                  </a:lnTo>
                  <a:lnTo>
                    <a:pt x="4502195" y="4089151"/>
                  </a:lnTo>
                  <a:lnTo>
                    <a:pt x="4406068" y="4085537"/>
                  </a:lnTo>
                  <a:lnTo>
                    <a:pt x="4316998" y="4081571"/>
                  </a:lnTo>
                  <a:lnTo>
                    <a:pt x="4234877" y="4077219"/>
                  </a:lnTo>
                  <a:lnTo>
                    <a:pt x="4159286" y="4072436"/>
                  </a:lnTo>
                  <a:lnTo>
                    <a:pt x="4089614" y="4067169"/>
                  </a:lnTo>
                  <a:lnTo>
                    <a:pt x="4025136" y="4061359"/>
                  </a:lnTo>
                  <a:lnTo>
                    <a:pt x="3965078" y="4054946"/>
                  </a:lnTo>
                  <a:lnTo>
                    <a:pt x="3908665" y="4047873"/>
                  </a:lnTo>
                  <a:lnTo>
                    <a:pt x="3855161" y="4040097"/>
                  </a:lnTo>
                  <a:lnTo>
                    <a:pt x="3820202" y="4034414"/>
                  </a:lnTo>
                  <a:lnTo>
                    <a:pt x="3759571" y="4023404"/>
                  </a:lnTo>
                  <a:lnTo>
                    <a:pt x="3700812" y="4011305"/>
                  </a:lnTo>
                  <a:lnTo>
                    <a:pt x="3643238" y="3998101"/>
                  </a:lnTo>
                  <a:lnTo>
                    <a:pt x="3586343" y="3983809"/>
                  </a:lnTo>
                  <a:lnTo>
                    <a:pt x="3529766" y="3968487"/>
                  </a:lnTo>
                  <a:lnTo>
                    <a:pt x="3473268" y="3952231"/>
                  </a:lnTo>
                  <a:lnTo>
                    <a:pt x="3416712" y="3935182"/>
                  </a:lnTo>
                  <a:lnTo>
                    <a:pt x="3360045" y="3917517"/>
                  </a:lnTo>
                  <a:lnTo>
                    <a:pt x="3303276" y="3899444"/>
                  </a:lnTo>
                  <a:lnTo>
                    <a:pt x="3246457" y="3881193"/>
                  </a:lnTo>
                  <a:lnTo>
                    <a:pt x="3189656" y="3863005"/>
                  </a:lnTo>
                  <a:lnTo>
                    <a:pt x="3132936" y="3845116"/>
                  </a:lnTo>
                  <a:lnTo>
                    <a:pt x="3076328" y="3827746"/>
                  </a:lnTo>
                  <a:lnTo>
                    <a:pt x="3019814" y="3811088"/>
                  </a:lnTo>
                  <a:lnTo>
                    <a:pt x="2963298" y="3795302"/>
                  </a:lnTo>
                  <a:lnTo>
                    <a:pt x="2906593" y="3780505"/>
                  </a:lnTo>
                  <a:lnTo>
                    <a:pt x="2849399" y="3766773"/>
                  </a:lnTo>
                  <a:lnTo>
                    <a:pt x="2791284" y="3754142"/>
                  </a:lnTo>
                  <a:lnTo>
                    <a:pt x="2731653" y="3742612"/>
                  </a:lnTo>
                  <a:lnTo>
                    <a:pt x="2702183" y="3737445"/>
                  </a:lnTo>
                  <a:lnTo>
                    <a:pt x="2650273" y="3729180"/>
                  </a:lnTo>
                  <a:lnTo>
                    <a:pt x="2595908" y="3721634"/>
                  </a:lnTo>
                  <a:lnTo>
                    <a:pt x="2538404" y="3714779"/>
                  </a:lnTo>
                  <a:lnTo>
                    <a:pt x="2477009" y="3708567"/>
                  </a:lnTo>
                  <a:lnTo>
                    <a:pt x="2410941" y="3702939"/>
                  </a:lnTo>
                  <a:lnTo>
                    <a:pt x="2339439" y="3697834"/>
                  </a:lnTo>
                  <a:lnTo>
                    <a:pt x="2261805" y="3693194"/>
                  </a:lnTo>
                  <a:lnTo>
                    <a:pt x="2177479" y="3688971"/>
                  </a:lnTo>
                  <a:lnTo>
                    <a:pt x="2086131" y="3685122"/>
                  </a:lnTo>
                  <a:lnTo>
                    <a:pt x="1987776" y="3681616"/>
                  </a:lnTo>
                  <a:lnTo>
                    <a:pt x="1882918" y="3678429"/>
                  </a:lnTo>
                  <a:lnTo>
                    <a:pt x="1772693" y="3675552"/>
                  </a:lnTo>
                  <a:lnTo>
                    <a:pt x="1658997" y="3672979"/>
                  </a:lnTo>
                  <a:lnTo>
                    <a:pt x="1544540" y="3670715"/>
                  </a:lnTo>
                  <a:lnTo>
                    <a:pt x="1432780" y="3668766"/>
                  </a:lnTo>
                  <a:lnTo>
                    <a:pt x="1327675" y="3667138"/>
                  </a:lnTo>
                  <a:lnTo>
                    <a:pt x="1233267" y="3665829"/>
                  </a:lnTo>
                  <a:lnTo>
                    <a:pt x="1153108" y="3664828"/>
                  </a:lnTo>
                  <a:lnTo>
                    <a:pt x="1089676" y="3664111"/>
                  </a:lnTo>
                  <a:lnTo>
                    <a:pt x="1043899" y="3663641"/>
                  </a:lnTo>
                  <a:lnTo>
                    <a:pt x="1014921" y="3663370"/>
                  </a:lnTo>
                  <a:lnTo>
                    <a:pt x="1000118" y="3663243"/>
                  </a:lnTo>
                  <a:lnTo>
                    <a:pt x="995299" y="3663205"/>
                  </a:lnTo>
                  <a:lnTo>
                    <a:pt x="994940" y="3663203"/>
                  </a:lnTo>
                  <a:lnTo>
                    <a:pt x="0" y="3663203"/>
                  </a:lnTo>
                  <a:lnTo>
                    <a:pt x="0" y="36632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5" name="pg1304"/>
            <p:cNvSpPr/>
            <p:nvPr/>
          </p:nvSpPr>
          <p:spPr>
            <a:xfrm>
              <a:off x="1199187" y="3170419"/>
              <a:ext cx="12049831" cy="2232510"/>
            </a:xfrm>
            <a:custGeom>
              <a:avLst/>
              <a:pathLst>
                <a:path w="12049831" h="2232510">
                  <a:moveTo>
                    <a:pt x="0" y="1776574"/>
                  </a:moveTo>
                  <a:lnTo>
                    <a:pt x="994940" y="1776574"/>
                  </a:lnTo>
                  <a:lnTo>
                    <a:pt x="996075" y="1776583"/>
                  </a:lnTo>
                  <a:lnTo>
                    <a:pt x="1003563" y="1776645"/>
                  </a:lnTo>
                  <a:lnTo>
                    <a:pt x="1022542" y="1776816"/>
                  </a:lnTo>
                  <a:lnTo>
                    <a:pt x="1056722" y="1777153"/>
                  </a:lnTo>
                  <a:lnTo>
                    <a:pt x="1108176" y="1777711"/>
                  </a:lnTo>
                  <a:lnTo>
                    <a:pt x="1177173" y="1778534"/>
                  </a:lnTo>
                  <a:lnTo>
                    <a:pt x="1262249" y="1779658"/>
                  </a:lnTo>
                  <a:lnTo>
                    <a:pt x="1360521" y="1781102"/>
                  </a:lnTo>
                  <a:lnTo>
                    <a:pt x="1468212" y="1782875"/>
                  </a:lnTo>
                  <a:lnTo>
                    <a:pt x="1581252" y="1784975"/>
                  </a:lnTo>
                  <a:lnTo>
                    <a:pt x="1695806" y="1787394"/>
                  </a:lnTo>
                  <a:lnTo>
                    <a:pt x="1808639" y="1790128"/>
                  </a:lnTo>
                  <a:lnTo>
                    <a:pt x="1917303" y="1793174"/>
                  </a:lnTo>
                  <a:lnTo>
                    <a:pt x="2020158" y="1796538"/>
                  </a:lnTo>
                  <a:lnTo>
                    <a:pt x="2116286" y="1800237"/>
                  </a:lnTo>
                  <a:lnTo>
                    <a:pt x="2205356" y="1804296"/>
                  </a:lnTo>
                  <a:lnTo>
                    <a:pt x="2287478" y="1808750"/>
                  </a:lnTo>
                  <a:lnTo>
                    <a:pt x="2363070" y="1813646"/>
                  </a:lnTo>
                  <a:lnTo>
                    <a:pt x="2432742" y="1819036"/>
                  </a:lnTo>
                  <a:lnTo>
                    <a:pt x="2497221" y="1824982"/>
                  </a:lnTo>
                  <a:lnTo>
                    <a:pt x="2557280" y="1831545"/>
                  </a:lnTo>
                  <a:lnTo>
                    <a:pt x="2613693" y="1838784"/>
                  </a:lnTo>
                  <a:lnTo>
                    <a:pt x="2667197" y="1846743"/>
                  </a:lnTo>
                  <a:lnTo>
                    <a:pt x="2702183" y="1852564"/>
                  </a:lnTo>
                  <a:lnTo>
                    <a:pt x="2762767" y="1863824"/>
                  </a:lnTo>
                  <a:lnTo>
                    <a:pt x="2821482" y="1876197"/>
                  </a:lnTo>
                  <a:lnTo>
                    <a:pt x="2879012" y="1889698"/>
                  </a:lnTo>
                  <a:lnTo>
                    <a:pt x="2935864" y="1904312"/>
                  </a:lnTo>
                  <a:lnTo>
                    <a:pt x="2992398" y="1919979"/>
                  </a:lnTo>
                  <a:lnTo>
                    <a:pt x="3048852" y="1936600"/>
                  </a:lnTo>
                  <a:lnTo>
                    <a:pt x="3105363" y="1954033"/>
                  </a:lnTo>
                  <a:lnTo>
                    <a:pt x="3161985" y="1972097"/>
                  </a:lnTo>
                  <a:lnTo>
                    <a:pt x="3218709" y="1990579"/>
                  </a:lnTo>
                  <a:lnTo>
                    <a:pt x="3275483" y="2009244"/>
                  </a:lnTo>
                  <a:lnTo>
                    <a:pt x="3332240" y="2027847"/>
                  </a:lnTo>
                  <a:lnTo>
                    <a:pt x="3388917" y="2046147"/>
                  </a:lnTo>
                  <a:lnTo>
                    <a:pt x="3445481" y="2063918"/>
                  </a:lnTo>
                  <a:lnTo>
                    <a:pt x="3501952" y="2080962"/>
                  </a:lnTo>
                  <a:lnTo>
                    <a:pt x="3558423" y="2097118"/>
                  </a:lnTo>
                  <a:lnTo>
                    <a:pt x="3615080" y="2112265"/>
                  </a:lnTo>
                  <a:lnTo>
                    <a:pt x="3672220" y="2126323"/>
                  </a:lnTo>
                  <a:lnTo>
                    <a:pt x="3730273" y="2139256"/>
                  </a:lnTo>
                  <a:lnTo>
                    <a:pt x="3789830" y="2151065"/>
                  </a:lnTo>
                  <a:lnTo>
                    <a:pt x="3820202" y="2156520"/>
                  </a:lnTo>
                  <a:lnTo>
                    <a:pt x="3872111" y="2164979"/>
                  </a:lnTo>
                  <a:lnTo>
                    <a:pt x="3926474" y="2172704"/>
                  </a:lnTo>
                  <a:lnTo>
                    <a:pt x="3983977" y="2179720"/>
                  </a:lnTo>
                  <a:lnTo>
                    <a:pt x="4045371" y="2186078"/>
                  </a:lnTo>
                  <a:lnTo>
                    <a:pt x="4111436" y="2191838"/>
                  </a:lnTo>
                  <a:lnTo>
                    <a:pt x="4182936" y="2197063"/>
                  </a:lnTo>
                  <a:lnTo>
                    <a:pt x="4260567" y="2201811"/>
                  </a:lnTo>
                  <a:lnTo>
                    <a:pt x="4344890" y="2206134"/>
                  </a:lnTo>
                  <a:lnTo>
                    <a:pt x="4436235" y="2210074"/>
                  </a:lnTo>
                  <a:lnTo>
                    <a:pt x="4534586" y="2213663"/>
                  </a:lnTo>
                  <a:lnTo>
                    <a:pt x="4639441" y="2216924"/>
                  </a:lnTo>
                  <a:lnTo>
                    <a:pt x="4749662" y="2219869"/>
                  </a:lnTo>
                  <a:lnTo>
                    <a:pt x="4863355" y="2222502"/>
                  </a:lnTo>
                  <a:lnTo>
                    <a:pt x="4977809" y="2224820"/>
                  </a:lnTo>
                  <a:lnTo>
                    <a:pt x="5089569" y="2226815"/>
                  </a:lnTo>
                  <a:lnTo>
                    <a:pt x="5194674" y="2228482"/>
                  </a:lnTo>
                  <a:lnTo>
                    <a:pt x="5289084" y="2229822"/>
                  </a:lnTo>
                  <a:lnTo>
                    <a:pt x="5369247" y="2230846"/>
                  </a:lnTo>
                  <a:lnTo>
                    <a:pt x="5432686" y="2231579"/>
                  </a:lnTo>
                  <a:lnTo>
                    <a:pt x="5478470" y="2232061"/>
                  </a:lnTo>
                  <a:lnTo>
                    <a:pt x="5507454" y="2232338"/>
                  </a:lnTo>
                  <a:lnTo>
                    <a:pt x="5522262" y="2232468"/>
                  </a:lnTo>
                  <a:lnTo>
                    <a:pt x="5527085" y="2232507"/>
                  </a:lnTo>
                  <a:lnTo>
                    <a:pt x="5527445" y="2232510"/>
                  </a:lnTo>
                  <a:lnTo>
                    <a:pt x="6522385" y="2232510"/>
                  </a:lnTo>
                  <a:lnTo>
                    <a:pt x="6523484" y="2232469"/>
                  </a:lnTo>
                  <a:lnTo>
                    <a:pt x="6530737" y="2232176"/>
                  </a:lnTo>
                  <a:lnTo>
                    <a:pt x="6549135" y="2231368"/>
                  </a:lnTo>
                  <a:lnTo>
                    <a:pt x="6582311" y="2229774"/>
                  </a:lnTo>
                  <a:lnTo>
                    <a:pt x="6632332" y="2227140"/>
                  </a:lnTo>
                  <a:lnTo>
                    <a:pt x="6699548" y="2223245"/>
                  </a:lnTo>
                  <a:lnTo>
                    <a:pt x="6782636" y="2217924"/>
                  </a:lnTo>
                  <a:lnTo>
                    <a:pt x="6878888" y="2211075"/>
                  </a:lnTo>
                  <a:lnTo>
                    <a:pt x="6984699" y="2202658"/>
                  </a:lnTo>
                  <a:lnTo>
                    <a:pt x="7096133" y="2192679"/>
                  </a:lnTo>
                  <a:lnTo>
                    <a:pt x="7209434" y="2181167"/>
                  </a:lnTo>
                  <a:lnTo>
                    <a:pt x="7321395" y="2168151"/>
                  </a:lnTo>
                  <a:lnTo>
                    <a:pt x="7429546" y="2153642"/>
                  </a:lnTo>
                  <a:lnTo>
                    <a:pt x="7532197" y="2137618"/>
                  </a:lnTo>
                  <a:lnTo>
                    <a:pt x="7628364" y="2120012"/>
                  </a:lnTo>
                  <a:lnTo>
                    <a:pt x="7717647" y="2100711"/>
                  </a:lnTo>
                  <a:lnTo>
                    <a:pt x="7800089" y="2079552"/>
                  </a:lnTo>
                  <a:lnTo>
                    <a:pt x="7876049" y="2056330"/>
                  </a:lnTo>
                  <a:lnTo>
                    <a:pt x="7946090" y="2030795"/>
                  </a:lnTo>
                  <a:lnTo>
                    <a:pt x="8010897" y="2002670"/>
                  </a:lnTo>
                  <a:lnTo>
                    <a:pt x="8071212" y="1971659"/>
                  </a:lnTo>
                  <a:lnTo>
                    <a:pt x="8127789" y="1937480"/>
                  </a:lnTo>
                  <a:lnTo>
                    <a:pt x="8181353" y="1899900"/>
                  </a:lnTo>
                  <a:lnTo>
                    <a:pt x="8229629" y="1861298"/>
                  </a:lnTo>
                  <a:lnTo>
                    <a:pt x="8277643" y="1818313"/>
                  </a:lnTo>
                  <a:lnTo>
                    <a:pt x="8324391" y="1771964"/>
                  </a:lnTo>
                  <a:lnTo>
                    <a:pt x="8370239" y="1722182"/>
                  </a:lnTo>
                  <a:lnTo>
                    <a:pt x="8415479" y="1668964"/>
                  </a:lnTo>
                  <a:lnTo>
                    <a:pt x="8460341" y="1612377"/>
                  </a:lnTo>
                  <a:lnTo>
                    <a:pt x="8504997" y="1552565"/>
                  </a:lnTo>
                  <a:lnTo>
                    <a:pt x="8549573" y="1489751"/>
                  </a:lnTo>
                  <a:lnTo>
                    <a:pt x="8594154" y="1424241"/>
                  </a:lnTo>
                  <a:lnTo>
                    <a:pt x="8638787" y="1356418"/>
                  </a:lnTo>
                  <a:lnTo>
                    <a:pt x="8683491" y="1286734"/>
                  </a:lnTo>
                  <a:lnTo>
                    <a:pt x="8728262" y="1215704"/>
                  </a:lnTo>
                  <a:lnTo>
                    <a:pt x="8773077" y="1143884"/>
                  </a:lnTo>
                  <a:lnTo>
                    <a:pt x="8817904" y="1071859"/>
                  </a:lnTo>
                  <a:lnTo>
                    <a:pt x="8862708" y="1000219"/>
                  </a:lnTo>
                  <a:lnTo>
                    <a:pt x="8907460" y="929543"/>
                  </a:lnTo>
                  <a:lnTo>
                    <a:pt x="8952143" y="860376"/>
                  </a:lnTo>
                  <a:lnTo>
                    <a:pt x="8996756" y="793215"/>
                  </a:lnTo>
                  <a:lnTo>
                    <a:pt x="9041329" y="728492"/>
                  </a:lnTo>
                  <a:lnTo>
                    <a:pt x="9085919" y="666568"/>
                  </a:lnTo>
                  <a:lnTo>
                    <a:pt x="9130622" y="607722"/>
                  </a:lnTo>
                  <a:lnTo>
                    <a:pt x="9175579" y="552153"/>
                  </a:lnTo>
                  <a:lnTo>
                    <a:pt x="9220979" y="499982"/>
                  </a:lnTo>
                  <a:lnTo>
                    <a:pt x="9267067" y="451253"/>
                  </a:lnTo>
                  <a:lnTo>
                    <a:pt x="9314159" y="405942"/>
                  </a:lnTo>
                  <a:lnTo>
                    <a:pt x="9347647" y="376452"/>
                  </a:lnTo>
                  <a:lnTo>
                    <a:pt x="9398974" y="335564"/>
                  </a:lnTo>
                  <a:lnTo>
                    <a:pt x="9452694" y="298187"/>
                  </a:lnTo>
                  <a:lnTo>
                    <a:pt x="9509468" y="264199"/>
                  </a:lnTo>
                  <a:lnTo>
                    <a:pt x="9570024" y="233365"/>
                  </a:lnTo>
                  <a:lnTo>
                    <a:pt x="9635116" y="205398"/>
                  </a:lnTo>
                  <a:lnTo>
                    <a:pt x="9705484" y="180006"/>
                  </a:lnTo>
                  <a:lnTo>
                    <a:pt x="9781808" y="156910"/>
                  </a:lnTo>
                  <a:lnTo>
                    <a:pt x="9864642" y="135865"/>
                  </a:lnTo>
                  <a:lnTo>
                    <a:pt x="9954328" y="116667"/>
                  </a:lnTo>
                  <a:lnTo>
                    <a:pt x="10050888" y="99156"/>
                  </a:lnTo>
                  <a:lnTo>
                    <a:pt x="10153893" y="83221"/>
                  </a:lnTo>
                  <a:lnTo>
                    <a:pt x="10262320" y="68800"/>
                  </a:lnTo>
                  <a:lnTo>
                    <a:pt x="10374434" y="55871"/>
                  </a:lnTo>
                  <a:lnTo>
                    <a:pt x="10487722" y="44447"/>
                  </a:lnTo>
                  <a:lnTo>
                    <a:pt x="10598935" y="34558"/>
                  </a:lnTo>
                  <a:lnTo>
                    <a:pt x="10704296" y="26233"/>
                  </a:lnTo>
                  <a:lnTo>
                    <a:pt x="10799874" y="19475"/>
                  </a:lnTo>
                  <a:lnTo>
                    <a:pt x="10882100" y="14240"/>
                  </a:lnTo>
                  <a:lnTo>
                    <a:pt x="10948335" y="10423"/>
                  </a:lnTo>
                  <a:lnTo>
                    <a:pt x="10997348" y="7856"/>
                  </a:lnTo>
                  <a:lnTo>
                    <a:pt x="11029590" y="6316"/>
                  </a:lnTo>
                  <a:lnTo>
                    <a:pt x="11047225" y="5545"/>
                  </a:lnTo>
                  <a:lnTo>
                    <a:pt x="11053971" y="527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3" y="41"/>
                  </a:lnTo>
                  <a:lnTo>
                    <a:pt x="11046539" y="333"/>
                  </a:lnTo>
                  <a:lnTo>
                    <a:pt x="11028141" y="1141"/>
                  </a:lnTo>
                  <a:lnTo>
                    <a:pt x="10994966" y="2735"/>
                  </a:lnTo>
                  <a:lnTo>
                    <a:pt x="10944945" y="5369"/>
                  </a:lnTo>
                  <a:lnTo>
                    <a:pt x="10877728" y="9264"/>
                  </a:lnTo>
                  <a:lnTo>
                    <a:pt x="10794640" y="14585"/>
                  </a:lnTo>
                  <a:lnTo>
                    <a:pt x="10698389" y="21434"/>
                  </a:lnTo>
                  <a:lnTo>
                    <a:pt x="10592578" y="29851"/>
                  </a:lnTo>
                  <a:lnTo>
                    <a:pt x="10481144" y="39830"/>
                  </a:lnTo>
                  <a:lnTo>
                    <a:pt x="10367842" y="51343"/>
                  </a:lnTo>
                  <a:lnTo>
                    <a:pt x="10255882" y="64358"/>
                  </a:lnTo>
                  <a:lnTo>
                    <a:pt x="10147730" y="78867"/>
                  </a:lnTo>
                  <a:lnTo>
                    <a:pt x="10045079" y="94891"/>
                  </a:lnTo>
                  <a:lnTo>
                    <a:pt x="9948912" y="112497"/>
                  </a:lnTo>
                  <a:lnTo>
                    <a:pt x="9859630" y="131798"/>
                  </a:lnTo>
                  <a:lnTo>
                    <a:pt x="9777187" y="152957"/>
                  </a:lnTo>
                  <a:lnTo>
                    <a:pt x="9701227" y="176179"/>
                  </a:lnTo>
                  <a:lnTo>
                    <a:pt x="9631186" y="201714"/>
                  </a:lnTo>
                  <a:lnTo>
                    <a:pt x="9566379" y="229839"/>
                  </a:lnTo>
                  <a:lnTo>
                    <a:pt x="9506064" y="260850"/>
                  </a:lnTo>
                  <a:lnTo>
                    <a:pt x="9449487" y="295029"/>
                  </a:lnTo>
                  <a:lnTo>
                    <a:pt x="9395924" y="332609"/>
                  </a:lnTo>
                  <a:lnTo>
                    <a:pt x="9347647" y="371211"/>
                  </a:lnTo>
                  <a:lnTo>
                    <a:pt x="9299633" y="414196"/>
                  </a:lnTo>
                  <a:lnTo>
                    <a:pt x="9252886" y="460546"/>
                  </a:lnTo>
                  <a:lnTo>
                    <a:pt x="9207038" y="510327"/>
                  </a:lnTo>
                  <a:lnTo>
                    <a:pt x="9161797" y="563545"/>
                  </a:lnTo>
                  <a:lnTo>
                    <a:pt x="9116935" y="620132"/>
                  </a:lnTo>
                  <a:lnTo>
                    <a:pt x="9072279" y="679944"/>
                  </a:lnTo>
                  <a:lnTo>
                    <a:pt x="9027703" y="742758"/>
                  </a:lnTo>
                  <a:lnTo>
                    <a:pt x="8983123" y="808268"/>
                  </a:lnTo>
                  <a:lnTo>
                    <a:pt x="8938490" y="876091"/>
                  </a:lnTo>
                  <a:lnTo>
                    <a:pt x="8893785" y="945775"/>
                  </a:lnTo>
                  <a:lnTo>
                    <a:pt x="8849014" y="1016805"/>
                  </a:lnTo>
                  <a:lnTo>
                    <a:pt x="8804200" y="1088625"/>
                  </a:lnTo>
                  <a:lnTo>
                    <a:pt x="8759373" y="1160650"/>
                  </a:lnTo>
                  <a:lnTo>
                    <a:pt x="8714568" y="1232290"/>
                  </a:lnTo>
                  <a:lnTo>
                    <a:pt x="8669816" y="1302966"/>
                  </a:lnTo>
                  <a:lnTo>
                    <a:pt x="8625134" y="1372133"/>
                  </a:lnTo>
                  <a:lnTo>
                    <a:pt x="8580520" y="1439294"/>
                  </a:lnTo>
                  <a:lnTo>
                    <a:pt x="8535948" y="1504017"/>
                  </a:lnTo>
                  <a:lnTo>
                    <a:pt x="8491358" y="1565942"/>
                  </a:lnTo>
                  <a:lnTo>
                    <a:pt x="8446654" y="1624788"/>
                  </a:lnTo>
                  <a:lnTo>
                    <a:pt x="8401697" y="1680356"/>
                  </a:lnTo>
                  <a:lnTo>
                    <a:pt x="8356298" y="1732527"/>
                  </a:lnTo>
                  <a:lnTo>
                    <a:pt x="8310209" y="1781256"/>
                  </a:lnTo>
                  <a:lnTo>
                    <a:pt x="8263118" y="1826567"/>
                  </a:lnTo>
                  <a:lnTo>
                    <a:pt x="8229629" y="1856057"/>
                  </a:lnTo>
                  <a:lnTo>
                    <a:pt x="8178302" y="1896945"/>
                  </a:lnTo>
                  <a:lnTo>
                    <a:pt x="8124583" y="1934322"/>
                  </a:lnTo>
                  <a:lnTo>
                    <a:pt x="8067808" y="1968310"/>
                  </a:lnTo>
                  <a:lnTo>
                    <a:pt x="8007252" y="1999144"/>
                  </a:lnTo>
                  <a:lnTo>
                    <a:pt x="7942160" y="2027111"/>
                  </a:lnTo>
                  <a:lnTo>
                    <a:pt x="7871792" y="2052503"/>
                  </a:lnTo>
                  <a:lnTo>
                    <a:pt x="7795469" y="2075599"/>
                  </a:lnTo>
                  <a:lnTo>
                    <a:pt x="7712635" y="2096644"/>
                  </a:lnTo>
                  <a:lnTo>
                    <a:pt x="7622949" y="2115842"/>
                  </a:lnTo>
                  <a:lnTo>
                    <a:pt x="7526388" y="2133353"/>
                  </a:lnTo>
                  <a:lnTo>
                    <a:pt x="7423383" y="2149288"/>
                  </a:lnTo>
                  <a:lnTo>
                    <a:pt x="7314956" y="2163709"/>
                  </a:lnTo>
                  <a:lnTo>
                    <a:pt x="7202842" y="2176638"/>
                  </a:lnTo>
                  <a:lnTo>
                    <a:pt x="7089555" y="2188062"/>
                  </a:lnTo>
                  <a:lnTo>
                    <a:pt x="6978342" y="2197951"/>
                  </a:lnTo>
                  <a:lnTo>
                    <a:pt x="6872980" y="2206276"/>
                  </a:lnTo>
                  <a:lnTo>
                    <a:pt x="6777403" y="2213034"/>
                  </a:lnTo>
                  <a:lnTo>
                    <a:pt x="6695177" y="2218269"/>
                  </a:lnTo>
                  <a:lnTo>
                    <a:pt x="6628941" y="2222086"/>
                  </a:lnTo>
                  <a:lnTo>
                    <a:pt x="6579928" y="2224653"/>
                  </a:lnTo>
                  <a:lnTo>
                    <a:pt x="6547686" y="2226193"/>
                  </a:lnTo>
                  <a:lnTo>
                    <a:pt x="6530051" y="2226964"/>
                  </a:lnTo>
                  <a:lnTo>
                    <a:pt x="6523306" y="2227235"/>
                  </a:lnTo>
                  <a:lnTo>
                    <a:pt x="6522385" y="2227269"/>
                  </a:lnTo>
                  <a:lnTo>
                    <a:pt x="5527445" y="2227269"/>
                  </a:lnTo>
                  <a:lnTo>
                    <a:pt x="5526310" y="2227260"/>
                  </a:lnTo>
                  <a:lnTo>
                    <a:pt x="5518822" y="2227198"/>
                  </a:lnTo>
                  <a:lnTo>
                    <a:pt x="5499843" y="2227027"/>
                  </a:lnTo>
                  <a:lnTo>
                    <a:pt x="5465663" y="2226690"/>
                  </a:lnTo>
                  <a:lnTo>
                    <a:pt x="5414209" y="2226133"/>
                  </a:lnTo>
                  <a:lnTo>
                    <a:pt x="5345212" y="2225309"/>
                  </a:lnTo>
                  <a:lnTo>
                    <a:pt x="5260136" y="2224185"/>
                  </a:lnTo>
                  <a:lnTo>
                    <a:pt x="5161864" y="2222741"/>
                  </a:lnTo>
                  <a:lnTo>
                    <a:pt x="5054173" y="2220968"/>
                  </a:lnTo>
                  <a:lnTo>
                    <a:pt x="4941133" y="2218869"/>
                  </a:lnTo>
                  <a:lnTo>
                    <a:pt x="4826579" y="2216449"/>
                  </a:lnTo>
                  <a:lnTo>
                    <a:pt x="4713746" y="2213716"/>
                  </a:lnTo>
                  <a:lnTo>
                    <a:pt x="4605081" y="2210670"/>
                  </a:lnTo>
                  <a:lnTo>
                    <a:pt x="4502227" y="2207305"/>
                  </a:lnTo>
                  <a:lnTo>
                    <a:pt x="4406099" y="2203606"/>
                  </a:lnTo>
                  <a:lnTo>
                    <a:pt x="4317029" y="2199548"/>
                  </a:lnTo>
                  <a:lnTo>
                    <a:pt x="4234907" y="2195093"/>
                  </a:lnTo>
                  <a:lnTo>
                    <a:pt x="4159315" y="2190198"/>
                  </a:lnTo>
                  <a:lnTo>
                    <a:pt x="4089643" y="2184807"/>
                  </a:lnTo>
                  <a:lnTo>
                    <a:pt x="4025164" y="2178861"/>
                  </a:lnTo>
                  <a:lnTo>
                    <a:pt x="3965105" y="2172298"/>
                  </a:lnTo>
                  <a:lnTo>
                    <a:pt x="3908692" y="2165059"/>
                  </a:lnTo>
                  <a:lnTo>
                    <a:pt x="3855188" y="2157100"/>
                  </a:lnTo>
                  <a:lnTo>
                    <a:pt x="3820202" y="2151280"/>
                  </a:lnTo>
                  <a:lnTo>
                    <a:pt x="3759618" y="2140019"/>
                  </a:lnTo>
                  <a:lnTo>
                    <a:pt x="3700903" y="2127647"/>
                  </a:lnTo>
                  <a:lnTo>
                    <a:pt x="3643373" y="2114145"/>
                  </a:lnTo>
                  <a:lnTo>
                    <a:pt x="3586521" y="2099532"/>
                  </a:lnTo>
                  <a:lnTo>
                    <a:pt x="3529987" y="2083865"/>
                  </a:lnTo>
                  <a:lnTo>
                    <a:pt x="3473533" y="2067243"/>
                  </a:lnTo>
                  <a:lnTo>
                    <a:pt x="3417022" y="2049811"/>
                  </a:lnTo>
                  <a:lnTo>
                    <a:pt x="3360400" y="2031747"/>
                  </a:lnTo>
                  <a:lnTo>
                    <a:pt x="3303676" y="2013265"/>
                  </a:lnTo>
                  <a:lnTo>
                    <a:pt x="3246902" y="1994600"/>
                  </a:lnTo>
                  <a:lnTo>
                    <a:pt x="3190145" y="1975997"/>
                  </a:lnTo>
                  <a:lnTo>
                    <a:pt x="3133468" y="1957697"/>
                  </a:lnTo>
                  <a:lnTo>
                    <a:pt x="3076904" y="1939926"/>
                  </a:lnTo>
                  <a:lnTo>
                    <a:pt x="3020433" y="1922881"/>
                  </a:lnTo>
                  <a:lnTo>
                    <a:pt x="2963962" y="1906725"/>
                  </a:lnTo>
                  <a:lnTo>
                    <a:pt x="2907305" y="1891579"/>
                  </a:lnTo>
                  <a:lnTo>
                    <a:pt x="2850165" y="1877520"/>
                  </a:lnTo>
                  <a:lnTo>
                    <a:pt x="2792112" y="1864587"/>
                  </a:lnTo>
                  <a:lnTo>
                    <a:pt x="2732555" y="1852779"/>
                  </a:lnTo>
                  <a:lnTo>
                    <a:pt x="2702183" y="1847323"/>
                  </a:lnTo>
                  <a:lnTo>
                    <a:pt x="2650274" y="1838864"/>
                  </a:lnTo>
                  <a:lnTo>
                    <a:pt x="2595911" y="1831140"/>
                  </a:lnTo>
                  <a:lnTo>
                    <a:pt x="2538408" y="1824124"/>
                  </a:lnTo>
                  <a:lnTo>
                    <a:pt x="2477014" y="1817766"/>
                  </a:lnTo>
                  <a:lnTo>
                    <a:pt x="2410949" y="1812005"/>
                  </a:lnTo>
                  <a:lnTo>
                    <a:pt x="2339449" y="1806780"/>
                  </a:lnTo>
                  <a:lnTo>
                    <a:pt x="2261818" y="1802032"/>
                  </a:lnTo>
                  <a:lnTo>
                    <a:pt x="2177495" y="1797709"/>
                  </a:lnTo>
                  <a:lnTo>
                    <a:pt x="2086150" y="1793770"/>
                  </a:lnTo>
                  <a:lnTo>
                    <a:pt x="1987799" y="1790181"/>
                  </a:lnTo>
                  <a:lnTo>
                    <a:pt x="1882944" y="1786920"/>
                  </a:lnTo>
                  <a:lnTo>
                    <a:pt x="1772723" y="1783974"/>
                  </a:lnTo>
                  <a:lnTo>
                    <a:pt x="1659030" y="1781341"/>
                  </a:lnTo>
                  <a:lnTo>
                    <a:pt x="1544576" y="1779024"/>
                  </a:lnTo>
                  <a:lnTo>
                    <a:pt x="1432816" y="1777029"/>
                  </a:lnTo>
                  <a:lnTo>
                    <a:pt x="1327711" y="1775362"/>
                  </a:lnTo>
                  <a:lnTo>
                    <a:pt x="1233301" y="1774022"/>
                  </a:lnTo>
                  <a:lnTo>
                    <a:pt x="1153138" y="1772998"/>
                  </a:lnTo>
                  <a:lnTo>
                    <a:pt x="1089699" y="1772264"/>
                  </a:lnTo>
                  <a:lnTo>
                    <a:pt x="1043915" y="1771783"/>
                  </a:lnTo>
                  <a:lnTo>
                    <a:pt x="1014931" y="1771505"/>
                  </a:lnTo>
                  <a:lnTo>
                    <a:pt x="1000123" y="1771375"/>
                  </a:lnTo>
                  <a:lnTo>
                    <a:pt x="995300" y="1771337"/>
                  </a:lnTo>
                  <a:lnTo>
                    <a:pt x="994940" y="1771334"/>
                  </a:lnTo>
                  <a:lnTo>
                    <a:pt x="0" y="1771334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06" name="pl1305"/>
            <p:cNvSpPr/>
            <p:nvPr/>
          </p:nvSpPr>
          <p:spPr>
            <a:xfrm>
              <a:off x="1199187" y="3175659"/>
              <a:ext cx="12049831" cy="2227269"/>
            </a:xfrm>
            <a:custGeom>
              <a:avLst/>
              <a:pathLst>
                <a:path w="12049831" h="2227269">
                  <a:moveTo>
                    <a:pt x="0" y="1771334"/>
                  </a:moveTo>
                  <a:lnTo>
                    <a:pt x="994940" y="1771334"/>
                  </a:lnTo>
                  <a:lnTo>
                    <a:pt x="996075" y="1771343"/>
                  </a:lnTo>
                  <a:lnTo>
                    <a:pt x="1003563" y="1771404"/>
                  </a:lnTo>
                  <a:lnTo>
                    <a:pt x="1022542" y="1771576"/>
                  </a:lnTo>
                  <a:lnTo>
                    <a:pt x="1056722" y="1771913"/>
                  </a:lnTo>
                  <a:lnTo>
                    <a:pt x="1108176" y="1772470"/>
                  </a:lnTo>
                  <a:lnTo>
                    <a:pt x="1177173" y="1773294"/>
                  </a:lnTo>
                  <a:lnTo>
                    <a:pt x="1262249" y="1774417"/>
                  </a:lnTo>
                  <a:lnTo>
                    <a:pt x="1360521" y="1775862"/>
                  </a:lnTo>
                  <a:lnTo>
                    <a:pt x="1468212" y="1777635"/>
                  </a:lnTo>
                  <a:lnTo>
                    <a:pt x="1581252" y="1779734"/>
                  </a:lnTo>
                  <a:lnTo>
                    <a:pt x="1695806" y="1782153"/>
                  </a:lnTo>
                  <a:lnTo>
                    <a:pt x="1808639" y="1784887"/>
                  </a:lnTo>
                  <a:lnTo>
                    <a:pt x="1917303" y="1787933"/>
                  </a:lnTo>
                  <a:lnTo>
                    <a:pt x="2020158" y="1791298"/>
                  </a:lnTo>
                  <a:lnTo>
                    <a:pt x="2116286" y="1794997"/>
                  </a:lnTo>
                  <a:lnTo>
                    <a:pt x="2205356" y="1799055"/>
                  </a:lnTo>
                  <a:lnTo>
                    <a:pt x="2287478" y="1803510"/>
                  </a:lnTo>
                  <a:lnTo>
                    <a:pt x="2363070" y="1808405"/>
                  </a:lnTo>
                  <a:lnTo>
                    <a:pt x="2432742" y="1813796"/>
                  </a:lnTo>
                  <a:lnTo>
                    <a:pt x="2497221" y="1819741"/>
                  </a:lnTo>
                  <a:lnTo>
                    <a:pt x="2557280" y="1826305"/>
                  </a:lnTo>
                  <a:lnTo>
                    <a:pt x="2613693" y="1833544"/>
                  </a:lnTo>
                  <a:lnTo>
                    <a:pt x="2667197" y="1841503"/>
                  </a:lnTo>
                  <a:lnTo>
                    <a:pt x="2702183" y="1847323"/>
                  </a:lnTo>
                  <a:lnTo>
                    <a:pt x="2762767" y="1858584"/>
                  </a:lnTo>
                  <a:lnTo>
                    <a:pt x="2821482" y="1870956"/>
                  </a:lnTo>
                  <a:lnTo>
                    <a:pt x="2879012" y="1884458"/>
                  </a:lnTo>
                  <a:lnTo>
                    <a:pt x="2935864" y="1899071"/>
                  </a:lnTo>
                  <a:lnTo>
                    <a:pt x="2992398" y="1914738"/>
                  </a:lnTo>
                  <a:lnTo>
                    <a:pt x="3048852" y="1931359"/>
                  </a:lnTo>
                  <a:lnTo>
                    <a:pt x="3105363" y="1948792"/>
                  </a:lnTo>
                  <a:lnTo>
                    <a:pt x="3161985" y="1966856"/>
                  </a:lnTo>
                  <a:lnTo>
                    <a:pt x="3218709" y="1985338"/>
                  </a:lnTo>
                  <a:lnTo>
                    <a:pt x="3275483" y="2004003"/>
                  </a:lnTo>
                  <a:lnTo>
                    <a:pt x="3332240" y="2022606"/>
                  </a:lnTo>
                  <a:lnTo>
                    <a:pt x="3388917" y="2040906"/>
                  </a:lnTo>
                  <a:lnTo>
                    <a:pt x="3445481" y="2058677"/>
                  </a:lnTo>
                  <a:lnTo>
                    <a:pt x="3501952" y="2075722"/>
                  </a:lnTo>
                  <a:lnTo>
                    <a:pt x="3558423" y="2091878"/>
                  </a:lnTo>
                  <a:lnTo>
                    <a:pt x="3615080" y="2107024"/>
                  </a:lnTo>
                  <a:lnTo>
                    <a:pt x="3672220" y="2121083"/>
                  </a:lnTo>
                  <a:lnTo>
                    <a:pt x="3730273" y="2134016"/>
                  </a:lnTo>
                  <a:lnTo>
                    <a:pt x="3789830" y="2145824"/>
                  </a:lnTo>
                  <a:lnTo>
                    <a:pt x="3820202" y="2151280"/>
                  </a:lnTo>
                  <a:lnTo>
                    <a:pt x="3872111" y="2159739"/>
                  </a:lnTo>
                  <a:lnTo>
                    <a:pt x="3926474" y="2167463"/>
                  </a:lnTo>
                  <a:lnTo>
                    <a:pt x="3983977" y="2174479"/>
                  </a:lnTo>
                  <a:lnTo>
                    <a:pt x="4045371" y="2180837"/>
                  </a:lnTo>
                  <a:lnTo>
                    <a:pt x="4111436" y="2186598"/>
                  </a:lnTo>
                  <a:lnTo>
                    <a:pt x="4182936" y="2191823"/>
                  </a:lnTo>
                  <a:lnTo>
                    <a:pt x="4260567" y="2196571"/>
                  </a:lnTo>
                  <a:lnTo>
                    <a:pt x="4344890" y="2200893"/>
                  </a:lnTo>
                  <a:lnTo>
                    <a:pt x="4436235" y="2204833"/>
                  </a:lnTo>
                  <a:lnTo>
                    <a:pt x="4534586" y="2208422"/>
                  </a:lnTo>
                  <a:lnTo>
                    <a:pt x="4639441" y="2211683"/>
                  </a:lnTo>
                  <a:lnTo>
                    <a:pt x="4749662" y="2214629"/>
                  </a:lnTo>
                  <a:lnTo>
                    <a:pt x="4863355" y="2217262"/>
                  </a:lnTo>
                  <a:lnTo>
                    <a:pt x="4977809" y="2219579"/>
                  </a:lnTo>
                  <a:lnTo>
                    <a:pt x="5089569" y="2221574"/>
                  </a:lnTo>
                  <a:lnTo>
                    <a:pt x="5194674" y="2223241"/>
                  </a:lnTo>
                  <a:lnTo>
                    <a:pt x="5289084" y="2224581"/>
                  </a:lnTo>
                  <a:lnTo>
                    <a:pt x="5369247" y="2225605"/>
                  </a:lnTo>
                  <a:lnTo>
                    <a:pt x="5432686" y="2226339"/>
                  </a:lnTo>
                  <a:lnTo>
                    <a:pt x="5478470" y="2226820"/>
                  </a:lnTo>
                  <a:lnTo>
                    <a:pt x="5507454" y="2227098"/>
                  </a:lnTo>
                  <a:lnTo>
                    <a:pt x="5522262" y="2227227"/>
                  </a:lnTo>
                  <a:lnTo>
                    <a:pt x="5527085" y="2227266"/>
                  </a:lnTo>
                  <a:lnTo>
                    <a:pt x="5527445" y="2227269"/>
                  </a:lnTo>
                  <a:lnTo>
                    <a:pt x="6522385" y="2227269"/>
                  </a:lnTo>
                  <a:lnTo>
                    <a:pt x="6523484" y="2227228"/>
                  </a:lnTo>
                  <a:lnTo>
                    <a:pt x="6530737" y="2226935"/>
                  </a:lnTo>
                  <a:lnTo>
                    <a:pt x="6549135" y="2226127"/>
                  </a:lnTo>
                  <a:lnTo>
                    <a:pt x="6582311" y="2224534"/>
                  </a:lnTo>
                  <a:lnTo>
                    <a:pt x="6632332" y="2221900"/>
                  </a:lnTo>
                  <a:lnTo>
                    <a:pt x="6699548" y="2218004"/>
                  </a:lnTo>
                  <a:lnTo>
                    <a:pt x="6782636" y="2212683"/>
                  </a:lnTo>
                  <a:lnTo>
                    <a:pt x="6878888" y="2205834"/>
                  </a:lnTo>
                  <a:lnTo>
                    <a:pt x="6984699" y="2197418"/>
                  </a:lnTo>
                  <a:lnTo>
                    <a:pt x="7096133" y="2187439"/>
                  </a:lnTo>
                  <a:lnTo>
                    <a:pt x="7209434" y="2175926"/>
                  </a:lnTo>
                  <a:lnTo>
                    <a:pt x="7321395" y="2162910"/>
                  </a:lnTo>
                  <a:lnTo>
                    <a:pt x="7429546" y="2148402"/>
                  </a:lnTo>
                  <a:lnTo>
                    <a:pt x="7532197" y="2132377"/>
                  </a:lnTo>
                  <a:lnTo>
                    <a:pt x="7628364" y="2114771"/>
                  </a:lnTo>
                  <a:lnTo>
                    <a:pt x="7717647" y="2095470"/>
                  </a:lnTo>
                  <a:lnTo>
                    <a:pt x="7800089" y="2074312"/>
                  </a:lnTo>
                  <a:lnTo>
                    <a:pt x="7876049" y="2051089"/>
                  </a:lnTo>
                  <a:lnTo>
                    <a:pt x="7946090" y="2025555"/>
                  </a:lnTo>
                  <a:lnTo>
                    <a:pt x="8010897" y="1997429"/>
                  </a:lnTo>
                  <a:lnTo>
                    <a:pt x="8071212" y="1966419"/>
                  </a:lnTo>
                  <a:lnTo>
                    <a:pt x="8127789" y="1932239"/>
                  </a:lnTo>
                  <a:lnTo>
                    <a:pt x="8181353" y="1894660"/>
                  </a:lnTo>
                  <a:lnTo>
                    <a:pt x="8229629" y="1856057"/>
                  </a:lnTo>
                  <a:lnTo>
                    <a:pt x="8277643" y="1813073"/>
                  </a:lnTo>
                  <a:lnTo>
                    <a:pt x="8324391" y="1766723"/>
                  </a:lnTo>
                  <a:lnTo>
                    <a:pt x="8370239" y="1716941"/>
                  </a:lnTo>
                  <a:lnTo>
                    <a:pt x="8415479" y="1663723"/>
                  </a:lnTo>
                  <a:lnTo>
                    <a:pt x="8460341" y="1607137"/>
                  </a:lnTo>
                  <a:lnTo>
                    <a:pt x="8504997" y="1547324"/>
                  </a:lnTo>
                  <a:lnTo>
                    <a:pt x="8549573" y="1484511"/>
                  </a:lnTo>
                  <a:lnTo>
                    <a:pt x="8594154" y="1419001"/>
                  </a:lnTo>
                  <a:lnTo>
                    <a:pt x="8638787" y="1351177"/>
                  </a:lnTo>
                  <a:lnTo>
                    <a:pt x="8683491" y="1281494"/>
                  </a:lnTo>
                  <a:lnTo>
                    <a:pt x="8728262" y="1210463"/>
                  </a:lnTo>
                  <a:lnTo>
                    <a:pt x="8773077" y="1138644"/>
                  </a:lnTo>
                  <a:lnTo>
                    <a:pt x="8817904" y="1066618"/>
                  </a:lnTo>
                  <a:lnTo>
                    <a:pt x="8862708" y="994978"/>
                  </a:lnTo>
                  <a:lnTo>
                    <a:pt x="8907460" y="924302"/>
                  </a:lnTo>
                  <a:lnTo>
                    <a:pt x="8952143" y="855136"/>
                  </a:lnTo>
                  <a:lnTo>
                    <a:pt x="8996756" y="787974"/>
                  </a:lnTo>
                  <a:lnTo>
                    <a:pt x="9041329" y="723252"/>
                  </a:lnTo>
                  <a:lnTo>
                    <a:pt x="9085919" y="661327"/>
                  </a:lnTo>
                  <a:lnTo>
                    <a:pt x="9130622" y="602481"/>
                  </a:lnTo>
                  <a:lnTo>
                    <a:pt x="9175579" y="546913"/>
                  </a:lnTo>
                  <a:lnTo>
                    <a:pt x="9220979" y="494742"/>
                  </a:lnTo>
                  <a:lnTo>
                    <a:pt x="9267067" y="446013"/>
                  </a:lnTo>
                  <a:lnTo>
                    <a:pt x="9314159" y="400701"/>
                  </a:lnTo>
                  <a:lnTo>
                    <a:pt x="9347647" y="371211"/>
                  </a:lnTo>
                  <a:lnTo>
                    <a:pt x="9398974" y="330323"/>
                  </a:lnTo>
                  <a:lnTo>
                    <a:pt x="9452694" y="292947"/>
                  </a:lnTo>
                  <a:lnTo>
                    <a:pt x="9509468" y="258959"/>
                  </a:lnTo>
                  <a:lnTo>
                    <a:pt x="9570024" y="228124"/>
                  </a:lnTo>
                  <a:lnTo>
                    <a:pt x="9635116" y="200158"/>
                  </a:lnTo>
                  <a:lnTo>
                    <a:pt x="9705484" y="174765"/>
                  </a:lnTo>
                  <a:lnTo>
                    <a:pt x="9781808" y="151670"/>
                  </a:lnTo>
                  <a:lnTo>
                    <a:pt x="9864642" y="130625"/>
                  </a:lnTo>
                  <a:lnTo>
                    <a:pt x="9954328" y="111426"/>
                  </a:lnTo>
                  <a:lnTo>
                    <a:pt x="10050888" y="93915"/>
                  </a:lnTo>
                  <a:lnTo>
                    <a:pt x="10153893" y="77981"/>
                  </a:lnTo>
                  <a:lnTo>
                    <a:pt x="10262320" y="63559"/>
                  </a:lnTo>
                  <a:lnTo>
                    <a:pt x="10374434" y="50630"/>
                  </a:lnTo>
                  <a:lnTo>
                    <a:pt x="10487722" y="39206"/>
                  </a:lnTo>
                  <a:lnTo>
                    <a:pt x="10598935" y="29317"/>
                  </a:lnTo>
                  <a:lnTo>
                    <a:pt x="10704296" y="20992"/>
                  </a:lnTo>
                  <a:lnTo>
                    <a:pt x="10799874" y="14234"/>
                  </a:lnTo>
                  <a:lnTo>
                    <a:pt x="10882100" y="8999"/>
                  </a:lnTo>
                  <a:lnTo>
                    <a:pt x="10948335" y="5183"/>
                  </a:lnTo>
                  <a:lnTo>
                    <a:pt x="10997348" y="2616"/>
                  </a:lnTo>
                  <a:lnTo>
                    <a:pt x="11029590" y="1075"/>
                  </a:lnTo>
                  <a:lnTo>
                    <a:pt x="11047225" y="305"/>
                  </a:lnTo>
                  <a:lnTo>
                    <a:pt x="11053971" y="3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7" name="pl1306"/>
            <p:cNvSpPr/>
            <p:nvPr/>
          </p:nvSpPr>
          <p:spPr>
            <a:xfrm>
              <a:off x="1199187" y="3170419"/>
              <a:ext cx="12049831" cy="2227269"/>
            </a:xfrm>
            <a:custGeom>
              <a:avLst/>
              <a:pathLst>
                <a:path w="12049831" h="2227269">
                  <a:moveTo>
                    <a:pt x="12049831" y="0"/>
                  </a:moveTo>
                  <a:lnTo>
                    <a:pt x="11054891" y="0"/>
                  </a:lnTo>
                  <a:lnTo>
                    <a:pt x="11053793" y="41"/>
                  </a:lnTo>
                  <a:lnTo>
                    <a:pt x="11046539" y="333"/>
                  </a:lnTo>
                  <a:lnTo>
                    <a:pt x="11028141" y="1141"/>
                  </a:lnTo>
                  <a:lnTo>
                    <a:pt x="10994966" y="2735"/>
                  </a:lnTo>
                  <a:lnTo>
                    <a:pt x="10944945" y="5369"/>
                  </a:lnTo>
                  <a:lnTo>
                    <a:pt x="10877728" y="9264"/>
                  </a:lnTo>
                  <a:lnTo>
                    <a:pt x="10794640" y="14585"/>
                  </a:lnTo>
                  <a:lnTo>
                    <a:pt x="10698389" y="21434"/>
                  </a:lnTo>
                  <a:lnTo>
                    <a:pt x="10592578" y="29851"/>
                  </a:lnTo>
                  <a:lnTo>
                    <a:pt x="10481144" y="39830"/>
                  </a:lnTo>
                  <a:lnTo>
                    <a:pt x="10367842" y="51343"/>
                  </a:lnTo>
                  <a:lnTo>
                    <a:pt x="10255882" y="64358"/>
                  </a:lnTo>
                  <a:lnTo>
                    <a:pt x="10147730" y="78867"/>
                  </a:lnTo>
                  <a:lnTo>
                    <a:pt x="10045079" y="94891"/>
                  </a:lnTo>
                  <a:lnTo>
                    <a:pt x="9948912" y="112497"/>
                  </a:lnTo>
                  <a:lnTo>
                    <a:pt x="9859630" y="131798"/>
                  </a:lnTo>
                  <a:lnTo>
                    <a:pt x="9777187" y="152957"/>
                  </a:lnTo>
                  <a:lnTo>
                    <a:pt x="9701227" y="176179"/>
                  </a:lnTo>
                  <a:lnTo>
                    <a:pt x="9631186" y="201714"/>
                  </a:lnTo>
                  <a:lnTo>
                    <a:pt x="9566379" y="229839"/>
                  </a:lnTo>
                  <a:lnTo>
                    <a:pt x="9506064" y="260850"/>
                  </a:lnTo>
                  <a:lnTo>
                    <a:pt x="9449487" y="295029"/>
                  </a:lnTo>
                  <a:lnTo>
                    <a:pt x="9395924" y="332609"/>
                  </a:lnTo>
                  <a:lnTo>
                    <a:pt x="9347647" y="371211"/>
                  </a:lnTo>
                  <a:lnTo>
                    <a:pt x="9299633" y="414196"/>
                  </a:lnTo>
                  <a:lnTo>
                    <a:pt x="9252886" y="460546"/>
                  </a:lnTo>
                  <a:lnTo>
                    <a:pt x="9207038" y="510327"/>
                  </a:lnTo>
                  <a:lnTo>
                    <a:pt x="9161797" y="563545"/>
                  </a:lnTo>
                  <a:lnTo>
                    <a:pt x="9116935" y="620132"/>
                  </a:lnTo>
                  <a:lnTo>
                    <a:pt x="9072279" y="679944"/>
                  </a:lnTo>
                  <a:lnTo>
                    <a:pt x="9027703" y="742758"/>
                  </a:lnTo>
                  <a:lnTo>
                    <a:pt x="8983123" y="808268"/>
                  </a:lnTo>
                  <a:lnTo>
                    <a:pt x="8938490" y="876091"/>
                  </a:lnTo>
                  <a:lnTo>
                    <a:pt x="8893785" y="945775"/>
                  </a:lnTo>
                  <a:lnTo>
                    <a:pt x="8849014" y="1016805"/>
                  </a:lnTo>
                  <a:lnTo>
                    <a:pt x="8804200" y="1088625"/>
                  </a:lnTo>
                  <a:lnTo>
                    <a:pt x="8759373" y="1160650"/>
                  </a:lnTo>
                  <a:lnTo>
                    <a:pt x="8714568" y="1232290"/>
                  </a:lnTo>
                  <a:lnTo>
                    <a:pt x="8669816" y="1302966"/>
                  </a:lnTo>
                  <a:lnTo>
                    <a:pt x="8625134" y="1372133"/>
                  </a:lnTo>
                  <a:lnTo>
                    <a:pt x="8580520" y="1439294"/>
                  </a:lnTo>
                  <a:lnTo>
                    <a:pt x="8535948" y="1504017"/>
                  </a:lnTo>
                  <a:lnTo>
                    <a:pt x="8491358" y="1565942"/>
                  </a:lnTo>
                  <a:lnTo>
                    <a:pt x="8446654" y="1624788"/>
                  </a:lnTo>
                  <a:lnTo>
                    <a:pt x="8401697" y="1680356"/>
                  </a:lnTo>
                  <a:lnTo>
                    <a:pt x="8356298" y="1732527"/>
                  </a:lnTo>
                  <a:lnTo>
                    <a:pt x="8310209" y="1781256"/>
                  </a:lnTo>
                  <a:lnTo>
                    <a:pt x="8263118" y="1826567"/>
                  </a:lnTo>
                  <a:lnTo>
                    <a:pt x="8229629" y="1856057"/>
                  </a:lnTo>
                  <a:lnTo>
                    <a:pt x="8178302" y="1896945"/>
                  </a:lnTo>
                  <a:lnTo>
                    <a:pt x="8124583" y="1934322"/>
                  </a:lnTo>
                  <a:lnTo>
                    <a:pt x="8067808" y="1968310"/>
                  </a:lnTo>
                  <a:lnTo>
                    <a:pt x="8007252" y="1999144"/>
                  </a:lnTo>
                  <a:lnTo>
                    <a:pt x="7942160" y="2027111"/>
                  </a:lnTo>
                  <a:lnTo>
                    <a:pt x="7871792" y="2052503"/>
                  </a:lnTo>
                  <a:lnTo>
                    <a:pt x="7795469" y="2075599"/>
                  </a:lnTo>
                  <a:lnTo>
                    <a:pt x="7712635" y="2096644"/>
                  </a:lnTo>
                  <a:lnTo>
                    <a:pt x="7622949" y="2115842"/>
                  </a:lnTo>
                  <a:lnTo>
                    <a:pt x="7526388" y="2133353"/>
                  </a:lnTo>
                  <a:lnTo>
                    <a:pt x="7423383" y="2149288"/>
                  </a:lnTo>
                  <a:lnTo>
                    <a:pt x="7314956" y="2163709"/>
                  </a:lnTo>
                  <a:lnTo>
                    <a:pt x="7202842" y="2176638"/>
                  </a:lnTo>
                  <a:lnTo>
                    <a:pt x="7089555" y="2188062"/>
                  </a:lnTo>
                  <a:lnTo>
                    <a:pt x="6978342" y="2197951"/>
                  </a:lnTo>
                  <a:lnTo>
                    <a:pt x="6872980" y="2206276"/>
                  </a:lnTo>
                  <a:lnTo>
                    <a:pt x="6777403" y="2213034"/>
                  </a:lnTo>
                  <a:lnTo>
                    <a:pt x="6695177" y="2218269"/>
                  </a:lnTo>
                  <a:lnTo>
                    <a:pt x="6628941" y="2222086"/>
                  </a:lnTo>
                  <a:lnTo>
                    <a:pt x="6579928" y="2224653"/>
                  </a:lnTo>
                  <a:lnTo>
                    <a:pt x="6547686" y="2226193"/>
                  </a:lnTo>
                  <a:lnTo>
                    <a:pt x="6530051" y="2226964"/>
                  </a:lnTo>
                  <a:lnTo>
                    <a:pt x="6523306" y="2227235"/>
                  </a:lnTo>
                  <a:lnTo>
                    <a:pt x="6522385" y="2227269"/>
                  </a:lnTo>
                  <a:lnTo>
                    <a:pt x="5527445" y="2227269"/>
                  </a:lnTo>
                  <a:lnTo>
                    <a:pt x="5526310" y="2227260"/>
                  </a:lnTo>
                  <a:lnTo>
                    <a:pt x="5518822" y="2227198"/>
                  </a:lnTo>
                  <a:lnTo>
                    <a:pt x="5499843" y="2227027"/>
                  </a:lnTo>
                  <a:lnTo>
                    <a:pt x="5465663" y="2226690"/>
                  </a:lnTo>
                  <a:lnTo>
                    <a:pt x="5414209" y="2226133"/>
                  </a:lnTo>
                  <a:lnTo>
                    <a:pt x="5345212" y="2225309"/>
                  </a:lnTo>
                  <a:lnTo>
                    <a:pt x="5260136" y="2224185"/>
                  </a:lnTo>
                  <a:lnTo>
                    <a:pt x="5161864" y="2222741"/>
                  </a:lnTo>
                  <a:lnTo>
                    <a:pt x="5054173" y="2220968"/>
                  </a:lnTo>
                  <a:lnTo>
                    <a:pt x="4941133" y="2218869"/>
                  </a:lnTo>
                  <a:lnTo>
                    <a:pt x="4826579" y="2216449"/>
                  </a:lnTo>
                  <a:lnTo>
                    <a:pt x="4713746" y="2213716"/>
                  </a:lnTo>
                  <a:lnTo>
                    <a:pt x="4605081" y="2210670"/>
                  </a:lnTo>
                  <a:lnTo>
                    <a:pt x="4502227" y="2207305"/>
                  </a:lnTo>
                  <a:lnTo>
                    <a:pt x="4406099" y="2203606"/>
                  </a:lnTo>
                  <a:lnTo>
                    <a:pt x="4317029" y="2199548"/>
                  </a:lnTo>
                  <a:lnTo>
                    <a:pt x="4234907" y="2195093"/>
                  </a:lnTo>
                  <a:lnTo>
                    <a:pt x="4159315" y="2190198"/>
                  </a:lnTo>
                  <a:lnTo>
                    <a:pt x="4089643" y="2184807"/>
                  </a:lnTo>
                  <a:lnTo>
                    <a:pt x="4025164" y="2178861"/>
                  </a:lnTo>
                  <a:lnTo>
                    <a:pt x="3965105" y="2172298"/>
                  </a:lnTo>
                  <a:lnTo>
                    <a:pt x="3908692" y="2165059"/>
                  </a:lnTo>
                  <a:lnTo>
                    <a:pt x="3855188" y="2157100"/>
                  </a:lnTo>
                  <a:lnTo>
                    <a:pt x="3820202" y="2151280"/>
                  </a:lnTo>
                  <a:lnTo>
                    <a:pt x="3759618" y="2140019"/>
                  </a:lnTo>
                  <a:lnTo>
                    <a:pt x="3700903" y="2127647"/>
                  </a:lnTo>
                  <a:lnTo>
                    <a:pt x="3643373" y="2114145"/>
                  </a:lnTo>
                  <a:lnTo>
                    <a:pt x="3586521" y="2099532"/>
                  </a:lnTo>
                  <a:lnTo>
                    <a:pt x="3529987" y="2083865"/>
                  </a:lnTo>
                  <a:lnTo>
                    <a:pt x="3473533" y="2067243"/>
                  </a:lnTo>
                  <a:lnTo>
                    <a:pt x="3417022" y="2049811"/>
                  </a:lnTo>
                  <a:lnTo>
                    <a:pt x="3360400" y="2031747"/>
                  </a:lnTo>
                  <a:lnTo>
                    <a:pt x="3303676" y="2013265"/>
                  </a:lnTo>
                  <a:lnTo>
                    <a:pt x="3246902" y="1994600"/>
                  </a:lnTo>
                  <a:lnTo>
                    <a:pt x="3190145" y="1975997"/>
                  </a:lnTo>
                  <a:lnTo>
                    <a:pt x="3133468" y="1957697"/>
                  </a:lnTo>
                  <a:lnTo>
                    <a:pt x="3076904" y="1939926"/>
                  </a:lnTo>
                  <a:lnTo>
                    <a:pt x="3020433" y="1922881"/>
                  </a:lnTo>
                  <a:lnTo>
                    <a:pt x="2963962" y="1906725"/>
                  </a:lnTo>
                  <a:lnTo>
                    <a:pt x="2907305" y="1891579"/>
                  </a:lnTo>
                  <a:lnTo>
                    <a:pt x="2850165" y="1877520"/>
                  </a:lnTo>
                  <a:lnTo>
                    <a:pt x="2792112" y="1864587"/>
                  </a:lnTo>
                  <a:lnTo>
                    <a:pt x="2732555" y="1852779"/>
                  </a:lnTo>
                  <a:lnTo>
                    <a:pt x="2702183" y="1847323"/>
                  </a:lnTo>
                  <a:lnTo>
                    <a:pt x="2650274" y="1838864"/>
                  </a:lnTo>
                  <a:lnTo>
                    <a:pt x="2595911" y="1831140"/>
                  </a:lnTo>
                  <a:lnTo>
                    <a:pt x="2538408" y="1824124"/>
                  </a:lnTo>
                  <a:lnTo>
                    <a:pt x="2477014" y="1817766"/>
                  </a:lnTo>
                  <a:lnTo>
                    <a:pt x="2410949" y="1812005"/>
                  </a:lnTo>
                  <a:lnTo>
                    <a:pt x="2339449" y="1806780"/>
                  </a:lnTo>
                  <a:lnTo>
                    <a:pt x="2261818" y="1802032"/>
                  </a:lnTo>
                  <a:lnTo>
                    <a:pt x="2177495" y="1797709"/>
                  </a:lnTo>
                  <a:lnTo>
                    <a:pt x="2086150" y="1793770"/>
                  </a:lnTo>
                  <a:lnTo>
                    <a:pt x="1987799" y="1790181"/>
                  </a:lnTo>
                  <a:lnTo>
                    <a:pt x="1882944" y="1786920"/>
                  </a:lnTo>
                  <a:lnTo>
                    <a:pt x="1772723" y="1783974"/>
                  </a:lnTo>
                  <a:lnTo>
                    <a:pt x="1659030" y="1781341"/>
                  </a:lnTo>
                  <a:lnTo>
                    <a:pt x="1544576" y="1779024"/>
                  </a:lnTo>
                  <a:lnTo>
                    <a:pt x="1432816" y="1777029"/>
                  </a:lnTo>
                  <a:lnTo>
                    <a:pt x="1327711" y="1775362"/>
                  </a:lnTo>
                  <a:lnTo>
                    <a:pt x="1233301" y="1774022"/>
                  </a:lnTo>
                  <a:lnTo>
                    <a:pt x="1153138" y="1772998"/>
                  </a:lnTo>
                  <a:lnTo>
                    <a:pt x="1089699" y="1772264"/>
                  </a:lnTo>
                  <a:lnTo>
                    <a:pt x="1043915" y="1771783"/>
                  </a:lnTo>
                  <a:lnTo>
                    <a:pt x="1014931" y="1771505"/>
                  </a:lnTo>
                  <a:lnTo>
                    <a:pt x="1000123" y="1771375"/>
                  </a:lnTo>
                  <a:lnTo>
                    <a:pt x="995300" y="1771337"/>
                  </a:lnTo>
                  <a:lnTo>
                    <a:pt x="994940" y="1771334"/>
                  </a:lnTo>
                  <a:lnTo>
                    <a:pt x="0" y="1771334"/>
                  </a:lnTo>
                  <a:lnTo>
                    <a:pt x="0" y="17713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8" name="pg1307"/>
            <p:cNvSpPr/>
            <p:nvPr/>
          </p:nvSpPr>
          <p:spPr>
            <a:xfrm>
              <a:off x="1199187" y="3416728"/>
              <a:ext cx="12049831" cy="1991440"/>
            </a:xfrm>
            <a:custGeom>
              <a:avLst/>
              <a:pathLst>
                <a:path w="12049831" h="1991440">
                  <a:moveTo>
                    <a:pt x="0" y="1535505"/>
                  </a:moveTo>
                  <a:lnTo>
                    <a:pt x="994940" y="1535505"/>
                  </a:lnTo>
                  <a:lnTo>
                    <a:pt x="996075" y="1535514"/>
                  </a:lnTo>
                  <a:lnTo>
                    <a:pt x="1003563" y="1535576"/>
                  </a:lnTo>
                  <a:lnTo>
                    <a:pt x="1022542" y="1535747"/>
                  </a:lnTo>
                  <a:lnTo>
                    <a:pt x="1056722" y="1536084"/>
                  </a:lnTo>
                  <a:lnTo>
                    <a:pt x="1108176" y="1536642"/>
                  </a:lnTo>
                  <a:lnTo>
                    <a:pt x="1177173" y="1537465"/>
                  </a:lnTo>
                  <a:lnTo>
                    <a:pt x="1262249" y="1538589"/>
                  </a:lnTo>
                  <a:lnTo>
                    <a:pt x="1360521" y="1540033"/>
                  </a:lnTo>
                  <a:lnTo>
                    <a:pt x="1468212" y="1541806"/>
                  </a:lnTo>
                  <a:lnTo>
                    <a:pt x="1581252" y="1543905"/>
                  </a:lnTo>
                  <a:lnTo>
                    <a:pt x="1695806" y="1546325"/>
                  </a:lnTo>
                  <a:lnTo>
                    <a:pt x="1808639" y="1549058"/>
                  </a:lnTo>
                  <a:lnTo>
                    <a:pt x="1917303" y="1552105"/>
                  </a:lnTo>
                  <a:lnTo>
                    <a:pt x="2020158" y="1555469"/>
                  </a:lnTo>
                  <a:lnTo>
                    <a:pt x="2116286" y="1559168"/>
                  </a:lnTo>
                  <a:lnTo>
                    <a:pt x="2205356" y="1563227"/>
                  </a:lnTo>
                  <a:lnTo>
                    <a:pt x="2287478" y="1567681"/>
                  </a:lnTo>
                  <a:lnTo>
                    <a:pt x="2363070" y="1572576"/>
                  </a:lnTo>
                  <a:lnTo>
                    <a:pt x="2432742" y="1577967"/>
                  </a:lnTo>
                  <a:lnTo>
                    <a:pt x="2497221" y="1583913"/>
                  </a:lnTo>
                  <a:lnTo>
                    <a:pt x="2557280" y="1590476"/>
                  </a:lnTo>
                  <a:lnTo>
                    <a:pt x="2613693" y="1597715"/>
                  </a:lnTo>
                  <a:lnTo>
                    <a:pt x="2667197" y="1605674"/>
                  </a:lnTo>
                  <a:lnTo>
                    <a:pt x="2702183" y="1611494"/>
                  </a:lnTo>
                  <a:lnTo>
                    <a:pt x="2762767" y="1622755"/>
                  </a:lnTo>
                  <a:lnTo>
                    <a:pt x="2821482" y="1635127"/>
                  </a:lnTo>
                  <a:lnTo>
                    <a:pt x="2879012" y="1648629"/>
                  </a:lnTo>
                  <a:lnTo>
                    <a:pt x="2935864" y="1663243"/>
                  </a:lnTo>
                  <a:lnTo>
                    <a:pt x="2992398" y="1678910"/>
                  </a:lnTo>
                  <a:lnTo>
                    <a:pt x="3048852" y="1695531"/>
                  </a:lnTo>
                  <a:lnTo>
                    <a:pt x="3105363" y="1712964"/>
                  </a:lnTo>
                  <a:lnTo>
                    <a:pt x="3161985" y="1731028"/>
                  </a:lnTo>
                  <a:lnTo>
                    <a:pt x="3218709" y="1749510"/>
                  </a:lnTo>
                  <a:lnTo>
                    <a:pt x="3275483" y="1768175"/>
                  </a:lnTo>
                  <a:lnTo>
                    <a:pt x="3332240" y="1786778"/>
                  </a:lnTo>
                  <a:lnTo>
                    <a:pt x="3388917" y="1805077"/>
                  </a:lnTo>
                  <a:lnTo>
                    <a:pt x="3445481" y="1822848"/>
                  </a:lnTo>
                  <a:lnTo>
                    <a:pt x="3501952" y="1839893"/>
                  </a:lnTo>
                  <a:lnTo>
                    <a:pt x="3558423" y="1856049"/>
                  </a:lnTo>
                  <a:lnTo>
                    <a:pt x="3615080" y="1871196"/>
                  </a:lnTo>
                  <a:lnTo>
                    <a:pt x="3672220" y="1885254"/>
                  </a:lnTo>
                  <a:lnTo>
                    <a:pt x="3730273" y="1898187"/>
                  </a:lnTo>
                  <a:lnTo>
                    <a:pt x="3789830" y="1909996"/>
                  </a:lnTo>
                  <a:lnTo>
                    <a:pt x="3820202" y="1915451"/>
                  </a:lnTo>
                  <a:lnTo>
                    <a:pt x="3872111" y="1923910"/>
                  </a:lnTo>
                  <a:lnTo>
                    <a:pt x="3926474" y="1931635"/>
                  </a:lnTo>
                  <a:lnTo>
                    <a:pt x="3983977" y="1938651"/>
                  </a:lnTo>
                  <a:lnTo>
                    <a:pt x="4045371" y="1945009"/>
                  </a:lnTo>
                  <a:lnTo>
                    <a:pt x="4111436" y="1950769"/>
                  </a:lnTo>
                  <a:lnTo>
                    <a:pt x="4182936" y="1955994"/>
                  </a:lnTo>
                  <a:lnTo>
                    <a:pt x="4260567" y="1960742"/>
                  </a:lnTo>
                  <a:lnTo>
                    <a:pt x="4344890" y="1965065"/>
                  </a:lnTo>
                  <a:lnTo>
                    <a:pt x="4436235" y="1969004"/>
                  </a:lnTo>
                  <a:lnTo>
                    <a:pt x="4534586" y="1972594"/>
                  </a:lnTo>
                  <a:lnTo>
                    <a:pt x="4639441" y="1975855"/>
                  </a:lnTo>
                  <a:lnTo>
                    <a:pt x="4749662" y="1978800"/>
                  </a:lnTo>
                  <a:lnTo>
                    <a:pt x="4863355" y="1981433"/>
                  </a:lnTo>
                  <a:lnTo>
                    <a:pt x="4977809" y="1983750"/>
                  </a:lnTo>
                  <a:lnTo>
                    <a:pt x="5089569" y="1985745"/>
                  </a:lnTo>
                  <a:lnTo>
                    <a:pt x="5194674" y="1987412"/>
                  </a:lnTo>
                  <a:lnTo>
                    <a:pt x="5289084" y="1988752"/>
                  </a:lnTo>
                  <a:lnTo>
                    <a:pt x="5369247" y="1989777"/>
                  </a:lnTo>
                  <a:lnTo>
                    <a:pt x="5432686" y="1990510"/>
                  </a:lnTo>
                  <a:lnTo>
                    <a:pt x="5478470" y="1990991"/>
                  </a:lnTo>
                  <a:lnTo>
                    <a:pt x="5507454" y="1991269"/>
                  </a:lnTo>
                  <a:lnTo>
                    <a:pt x="5522262" y="1991399"/>
                  </a:lnTo>
                  <a:lnTo>
                    <a:pt x="5527085" y="1991438"/>
                  </a:lnTo>
                  <a:lnTo>
                    <a:pt x="5527445" y="1991440"/>
                  </a:lnTo>
                  <a:lnTo>
                    <a:pt x="6522385" y="1991440"/>
                  </a:lnTo>
                  <a:lnTo>
                    <a:pt x="6523491" y="1991404"/>
                  </a:lnTo>
                  <a:lnTo>
                    <a:pt x="6530794" y="1991141"/>
                  </a:lnTo>
                  <a:lnTo>
                    <a:pt x="6549312" y="1990415"/>
                  </a:lnTo>
                  <a:lnTo>
                    <a:pt x="6582697" y="1988984"/>
                  </a:lnTo>
                  <a:lnTo>
                    <a:pt x="6633015" y="1986619"/>
                  </a:lnTo>
                  <a:lnTo>
                    <a:pt x="6700603" y="1983121"/>
                  </a:lnTo>
                  <a:lnTo>
                    <a:pt x="6784106" y="1978345"/>
                  </a:lnTo>
                  <a:lnTo>
                    <a:pt x="6880780" y="1972199"/>
                  </a:lnTo>
                  <a:lnTo>
                    <a:pt x="6986986" y="1964648"/>
                  </a:lnTo>
                  <a:lnTo>
                    <a:pt x="7098759" y="1955698"/>
                  </a:lnTo>
                  <a:lnTo>
                    <a:pt x="7212325" y="1945374"/>
                  </a:lnTo>
                  <a:lnTo>
                    <a:pt x="7324472" y="1933705"/>
                  </a:lnTo>
                  <a:lnTo>
                    <a:pt x="7432735" y="1920697"/>
                  </a:lnTo>
                  <a:lnTo>
                    <a:pt x="7535432" y="1906331"/>
                  </a:lnTo>
                  <a:lnTo>
                    <a:pt x="7631594" y="1890545"/>
                  </a:lnTo>
                  <a:lnTo>
                    <a:pt x="7720834" y="1873236"/>
                  </a:lnTo>
                  <a:lnTo>
                    <a:pt x="7803211" y="1854257"/>
                  </a:lnTo>
                  <a:lnTo>
                    <a:pt x="7879094" y="1833420"/>
                  </a:lnTo>
                  <a:lnTo>
                    <a:pt x="7949058" y="1810502"/>
                  </a:lnTo>
                  <a:lnTo>
                    <a:pt x="8013795" y="1785251"/>
                  </a:lnTo>
                  <a:lnTo>
                    <a:pt x="8074055" y="1757403"/>
                  </a:lnTo>
                  <a:lnTo>
                    <a:pt x="8130596" y="1726705"/>
                  </a:lnTo>
                  <a:lnTo>
                    <a:pt x="8184144" y="1692952"/>
                  </a:lnTo>
                  <a:lnTo>
                    <a:pt x="8229629" y="1660407"/>
                  </a:lnTo>
                  <a:lnTo>
                    <a:pt x="8279328" y="1620654"/>
                  </a:lnTo>
                  <a:lnTo>
                    <a:pt x="8327684" y="1577680"/>
                  </a:lnTo>
                  <a:lnTo>
                    <a:pt x="8375099" y="1531421"/>
                  </a:lnTo>
                  <a:lnTo>
                    <a:pt x="8421892" y="1481880"/>
                  </a:lnTo>
                  <a:lnTo>
                    <a:pt x="8468307" y="1429132"/>
                  </a:lnTo>
                  <a:lnTo>
                    <a:pt x="8514530" y="1373332"/>
                  </a:lnTo>
                  <a:lnTo>
                    <a:pt x="8560689" y="1314718"/>
                  </a:lnTo>
                  <a:lnTo>
                    <a:pt x="8606869" y="1253610"/>
                  </a:lnTo>
                  <a:lnTo>
                    <a:pt x="8653114" y="1190406"/>
                  </a:lnTo>
                  <a:lnTo>
                    <a:pt x="8699436" y="1125576"/>
                  </a:lnTo>
                  <a:lnTo>
                    <a:pt x="8745822" y="1059644"/>
                  </a:lnTo>
                  <a:lnTo>
                    <a:pt x="8792243" y="993173"/>
                  </a:lnTo>
                  <a:lnTo>
                    <a:pt x="8838661" y="926748"/>
                  </a:lnTo>
                  <a:lnTo>
                    <a:pt x="8885039" y="860951"/>
                  </a:lnTo>
                  <a:lnTo>
                    <a:pt x="8931349" y="796340"/>
                  </a:lnTo>
                  <a:lnTo>
                    <a:pt x="8977583" y="733433"/>
                  </a:lnTo>
                  <a:lnTo>
                    <a:pt x="9023755" y="672688"/>
                  </a:lnTo>
                  <a:lnTo>
                    <a:pt x="9069918" y="614491"/>
                  </a:lnTo>
                  <a:lnTo>
                    <a:pt x="9116161" y="559152"/>
                  </a:lnTo>
                  <a:lnTo>
                    <a:pt x="9162621" y="506894"/>
                  </a:lnTo>
                  <a:lnTo>
                    <a:pt x="9209493" y="457859"/>
                  </a:lnTo>
                  <a:lnTo>
                    <a:pt x="9257031" y="412112"/>
                  </a:lnTo>
                  <a:lnTo>
                    <a:pt x="9305567" y="369644"/>
                  </a:lnTo>
                  <a:lnTo>
                    <a:pt x="9347647" y="336274"/>
                  </a:lnTo>
                  <a:lnTo>
                    <a:pt x="9399096" y="299730"/>
                  </a:lnTo>
                  <a:lnTo>
                    <a:pt x="9452950" y="266332"/>
                  </a:lnTo>
                  <a:lnTo>
                    <a:pt x="9509877" y="235970"/>
                  </a:lnTo>
                  <a:lnTo>
                    <a:pt x="9570608" y="208431"/>
                  </a:lnTo>
                  <a:lnTo>
                    <a:pt x="9635902" y="183458"/>
                  </a:lnTo>
                  <a:lnTo>
                    <a:pt x="9706506" y="160789"/>
                  </a:lnTo>
                  <a:lnTo>
                    <a:pt x="9783102" y="140175"/>
                  </a:lnTo>
                  <a:lnTo>
                    <a:pt x="9866246" y="121394"/>
                  </a:lnTo>
                  <a:lnTo>
                    <a:pt x="9956278" y="104265"/>
                  </a:lnTo>
                  <a:lnTo>
                    <a:pt x="10053212" y="88645"/>
                  </a:lnTo>
                  <a:lnTo>
                    <a:pt x="10156603" y="74435"/>
                  </a:lnTo>
                  <a:lnTo>
                    <a:pt x="10265407" y="61581"/>
                  </a:lnTo>
                  <a:lnTo>
                    <a:pt x="10377855" y="50063"/>
                  </a:lnTo>
                  <a:lnTo>
                    <a:pt x="10491392" y="39895"/>
                  </a:lnTo>
                  <a:lnTo>
                    <a:pt x="10602730" y="31102"/>
                  </a:lnTo>
                  <a:lnTo>
                    <a:pt x="10708050" y="23712"/>
                  </a:lnTo>
                  <a:lnTo>
                    <a:pt x="10803397" y="17724"/>
                  </a:lnTo>
                  <a:lnTo>
                    <a:pt x="10885205" y="13099"/>
                  </a:lnTo>
                  <a:lnTo>
                    <a:pt x="10950866" y="9739"/>
                  </a:lnTo>
                  <a:lnTo>
                    <a:pt x="10999208" y="7491"/>
                  </a:lnTo>
                  <a:lnTo>
                    <a:pt x="11030766" y="6152"/>
                  </a:lnTo>
                  <a:lnTo>
                    <a:pt x="11047797" y="5491"/>
                  </a:lnTo>
                  <a:lnTo>
                    <a:pt x="11054117" y="526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5" y="36"/>
                  </a:lnTo>
                  <a:lnTo>
                    <a:pt x="11046483" y="299"/>
                  </a:lnTo>
                  <a:lnTo>
                    <a:pt x="11027964" y="1025"/>
                  </a:lnTo>
                  <a:lnTo>
                    <a:pt x="10994580" y="2456"/>
                  </a:lnTo>
                  <a:lnTo>
                    <a:pt x="10944261" y="4821"/>
                  </a:lnTo>
                  <a:lnTo>
                    <a:pt x="10876674" y="8318"/>
                  </a:lnTo>
                  <a:lnTo>
                    <a:pt x="10793171" y="13095"/>
                  </a:lnTo>
                  <a:lnTo>
                    <a:pt x="10696496" y="19241"/>
                  </a:lnTo>
                  <a:lnTo>
                    <a:pt x="10590291" y="26792"/>
                  </a:lnTo>
                  <a:lnTo>
                    <a:pt x="10478518" y="35742"/>
                  </a:lnTo>
                  <a:lnTo>
                    <a:pt x="10364951" y="46066"/>
                  </a:lnTo>
                  <a:lnTo>
                    <a:pt x="10252804" y="57735"/>
                  </a:lnTo>
                  <a:lnTo>
                    <a:pt x="10144541" y="70742"/>
                  </a:lnTo>
                  <a:lnTo>
                    <a:pt x="10041844" y="85109"/>
                  </a:lnTo>
                  <a:lnTo>
                    <a:pt x="9945683" y="100895"/>
                  </a:lnTo>
                  <a:lnTo>
                    <a:pt x="9856443" y="118204"/>
                  </a:lnTo>
                  <a:lnTo>
                    <a:pt x="9774066" y="137183"/>
                  </a:lnTo>
                  <a:lnTo>
                    <a:pt x="9698183" y="158020"/>
                  </a:lnTo>
                  <a:lnTo>
                    <a:pt x="9628219" y="180938"/>
                  </a:lnTo>
                  <a:lnTo>
                    <a:pt x="9563482" y="206189"/>
                  </a:lnTo>
                  <a:lnTo>
                    <a:pt x="9503222" y="234037"/>
                  </a:lnTo>
                  <a:lnTo>
                    <a:pt x="9446681" y="264735"/>
                  </a:lnTo>
                  <a:lnTo>
                    <a:pt x="9393132" y="298488"/>
                  </a:lnTo>
                  <a:lnTo>
                    <a:pt x="9347647" y="331033"/>
                  </a:lnTo>
                  <a:lnTo>
                    <a:pt x="9297948" y="370786"/>
                  </a:lnTo>
                  <a:lnTo>
                    <a:pt x="9249593" y="413760"/>
                  </a:lnTo>
                  <a:lnTo>
                    <a:pt x="9202178" y="460019"/>
                  </a:lnTo>
                  <a:lnTo>
                    <a:pt x="9155385" y="509560"/>
                  </a:lnTo>
                  <a:lnTo>
                    <a:pt x="9108969" y="562308"/>
                  </a:lnTo>
                  <a:lnTo>
                    <a:pt x="9062747" y="618108"/>
                  </a:lnTo>
                  <a:lnTo>
                    <a:pt x="9016588" y="676722"/>
                  </a:lnTo>
                  <a:lnTo>
                    <a:pt x="8970408" y="737830"/>
                  </a:lnTo>
                  <a:lnTo>
                    <a:pt x="8924163" y="801034"/>
                  </a:lnTo>
                  <a:lnTo>
                    <a:pt x="8877841" y="865864"/>
                  </a:lnTo>
                  <a:lnTo>
                    <a:pt x="8831454" y="931796"/>
                  </a:lnTo>
                  <a:lnTo>
                    <a:pt x="8785033" y="998267"/>
                  </a:lnTo>
                  <a:lnTo>
                    <a:pt x="8738616" y="1064692"/>
                  </a:lnTo>
                  <a:lnTo>
                    <a:pt x="8692238" y="1130489"/>
                  </a:lnTo>
                  <a:lnTo>
                    <a:pt x="8645927" y="1195100"/>
                  </a:lnTo>
                  <a:lnTo>
                    <a:pt x="8599694" y="1258007"/>
                  </a:lnTo>
                  <a:lnTo>
                    <a:pt x="8553521" y="1318752"/>
                  </a:lnTo>
                  <a:lnTo>
                    <a:pt x="8507359" y="1376948"/>
                  </a:lnTo>
                  <a:lnTo>
                    <a:pt x="8461116" y="1432288"/>
                  </a:lnTo>
                  <a:lnTo>
                    <a:pt x="8414655" y="1484546"/>
                  </a:lnTo>
                  <a:lnTo>
                    <a:pt x="8367783" y="1533580"/>
                  </a:lnTo>
                  <a:lnTo>
                    <a:pt x="8320245" y="1579328"/>
                  </a:lnTo>
                  <a:lnTo>
                    <a:pt x="8271710" y="1621796"/>
                  </a:lnTo>
                  <a:lnTo>
                    <a:pt x="8229629" y="1655166"/>
                  </a:lnTo>
                  <a:lnTo>
                    <a:pt x="8178181" y="1691710"/>
                  </a:lnTo>
                  <a:lnTo>
                    <a:pt x="8124326" y="1725108"/>
                  </a:lnTo>
                  <a:lnTo>
                    <a:pt x="8067400" y="1755470"/>
                  </a:lnTo>
                  <a:lnTo>
                    <a:pt x="8006669" y="1783009"/>
                  </a:lnTo>
                  <a:lnTo>
                    <a:pt x="7941374" y="1807982"/>
                  </a:lnTo>
                  <a:lnTo>
                    <a:pt x="7870771" y="1830650"/>
                  </a:lnTo>
                  <a:lnTo>
                    <a:pt x="7794174" y="1851265"/>
                  </a:lnTo>
                  <a:lnTo>
                    <a:pt x="7711030" y="1870046"/>
                  </a:lnTo>
                  <a:lnTo>
                    <a:pt x="7620999" y="1887175"/>
                  </a:lnTo>
                  <a:lnTo>
                    <a:pt x="7524065" y="1902795"/>
                  </a:lnTo>
                  <a:lnTo>
                    <a:pt x="7420673" y="1917005"/>
                  </a:lnTo>
                  <a:lnTo>
                    <a:pt x="7311869" y="1929859"/>
                  </a:lnTo>
                  <a:lnTo>
                    <a:pt x="7199422" y="1941377"/>
                  </a:lnTo>
                  <a:lnTo>
                    <a:pt x="7085884" y="1951545"/>
                  </a:lnTo>
                  <a:lnTo>
                    <a:pt x="6974547" y="1960338"/>
                  </a:lnTo>
                  <a:lnTo>
                    <a:pt x="6869227" y="1967728"/>
                  </a:lnTo>
                  <a:lnTo>
                    <a:pt x="6773879" y="1973716"/>
                  </a:lnTo>
                  <a:lnTo>
                    <a:pt x="6692071" y="1978341"/>
                  </a:lnTo>
                  <a:lnTo>
                    <a:pt x="6626410" y="1981701"/>
                  </a:lnTo>
                  <a:lnTo>
                    <a:pt x="6578068" y="1983949"/>
                  </a:lnTo>
                  <a:lnTo>
                    <a:pt x="6546511" y="1985288"/>
                  </a:lnTo>
                  <a:lnTo>
                    <a:pt x="6529480" y="1985949"/>
                  </a:lnTo>
                  <a:lnTo>
                    <a:pt x="6523160" y="1986174"/>
                  </a:lnTo>
                  <a:lnTo>
                    <a:pt x="6522385" y="1986200"/>
                  </a:lnTo>
                  <a:lnTo>
                    <a:pt x="5527445" y="1986200"/>
                  </a:lnTo>
                  <a:lnTo>
                    <a:pt x="5526310" y="1986191"/>
                  </a:lnTo>
                  <a:lnTo>
                    <a:pt x="5518822" y="1986129"/>
                  </a:lnTo>
                  <a:lnTo>
                    <a:pt x="5499843" y="1985958"/>
                  </a:lnTo>
                  <a:lnTo>
                    <a:pt x="5465663" y="1985621"/>
                  </a:lnTo>
                  <a:lnTo>
                    <a:pt x="5414209" y="1985063"/>
                  </a:lnTo>
                  <a:lnTo>
                    <a:pt x="5345212" y="1984240"/>
                  </a:lnTo>
                  <a:lnTo>
                    <a:pt x="5260136" y="1983116"/>
                  </a:lnTo>
                  <a:lnTo>
                    <a:pt x="5161864" y="1981672"/>
                  </a:lnTo>
                  <a:lnTo>
                    <a:pt x="5054173" y="1979899"/>
                  </a:lnTo>
                  <a:lnTo>
                    <a:pt x="4941133" y="1977800"/>
                  </a:lnTo>
                  <a:lnTo>
                    <a:pt x="4826579" y="1975380"/>
                  </a:lnTo>
                  <a:lnTo>
                    <a:pt x="4713746" y="1972647"/>
                  </a:lnTo>
                  <a:lnTo>
                    <a:pt x="4605081" y="1969601"/>
                  </a:lnTo>
                  <a:lnTo>
                    <a:pt x="4502227" y="1966236"/>
                  </a:lnTo>
                  <a:lnTo>
                    <a:pt x="4406099" y="1962537"/>
                  </a:lnTo>
                  <a:lnTo>
                    <a:pt x="4317029" y="1958478"/>
                  </a:lnTo>
                  <a:lnTo>
                    <a:pt x="4234907" y="1954024"/>
                  </a:lnTo>
                  <a:lnTo>
                    <a:pt x="4159315" y="1949129"/>
                  </a:lnTo>
                  <a:lnTo>
                    <a:pt x="4089643" y="1943738"/>
                  </a:lnTo>
                  <a:lnTo>
                    <a:pt x="4025164" y="1937792"/>
                  </a:lnTo>
                  <a:lnTo>
                    <a:pt x="3965105" y="1931229"/>
                  </a:lnTo>
                  <a:lnTo>
                    <a:pt x="3908692" y="1923990"/>
                  </a:lnTo>
                  <a:lnTo>
                    <a:pt x="3855188" y="1916031"/>
                  </a:lnTo>
                  <a:lnTo>
                    <a:pt x="3820202" y="1910211"/>
                  </a:lnTo>
                  <a:lnTo>
                    <a:pt x="3759618" y="1898950"/>
                  </a:lnTo>
                  <a:lnTo>
                    <a:pt x="3700903" y="1886578"/>
                  </a:lnTo>
                  <a:lnTo>
                    <a:pt x="3643373" y="1873076"/>
                  </a:lnTo>
                  <a:lnTo>
                    <a:pt x="3586521" y="1858463"/>
                  </a:lnTo>
                  <a:lnTo>
                    <a:pt x="3529987" y="1842795"/>
                  </a:lnTo>
                  <a:lnTo>
                    <a:pt x="3473533" y="1826174"/>
                  </a:lnTo>
                  <a:lnTo>
                    <a:pt x="3417022" y="1808741"/>
                  </a:lnTo>
                  <a:lnTo>
                    <a:pt x="3360400" y="1790677"/>
                  </a:lnTo>
                  <a:lnTo>
                    <a:pt x="3303676" y="1772196"/>
                  </a:lnTo>
                  <a:lnTo>
                    <a:pt x="3246902" y="1753531"/>
                  </a:lnTo>
                  <a:lnTo>
                    <a:pt x="3190145" y="1734927"/>
                  </a:lnTo>
                  <a:lnTo>
                    <a:pt x="3133468" y="1716628"/>
                  </a:lnTo>
                  <a:lnTo>
                    <a:pt x="3076904" y="1698857"/>
                  </a:lnTo>
                  <a:lnTo>
                    <a:pt x="3020433" y="1681812"/>
                  </a:lnTo>
                  <a:lnTo>
                    <a:pt x="2963962" y="1665656"/>
                  </a:lnTo>
                  <a:lnTo>
                    <a:pt x="2907305" y="1650510"/>
                  </a:lnTo>
                  <a:lnTo>
                    <a:pt x="2850165" y="1636451"/>
                  </a:lnTo>
                  <a:lnTo>
                    <a:pt x="2792112" y="1623518"/>
                  </a:lnTo>
                  <a:lnTo>
                    <a:pt x="2732555" y="1611709"/>
                  </a:lnTo>
                  <a:lnTo>
                    <a:pt x="2702183" y="1606254"/>
                  </a:lnTo>
                  <a:lnTo>
                    <a:pt x="2650274" y="1597795"/>
                  </a:lnTo>
                  <a:lnTo>
                    <a:pt x="2595911" y="1590071"/>
                  </a:lnTo>
                  <a:lnTo>
                    <a:pt x="2538408" y="1583055"/>
                  </a:lnTo>
                  <a:lnTo>
                    <a:pt x="2477014" y="1576697"/>
                  </a:lnTo>
                  <a:lnTo>
                    <a:pt x="2410949" y="1570936"/>
                  </a:lnTo>
                  <a:lnTo>
                    <a:pt x="2339449" y="1565711"/>
                  </a:lnTo>
                  <a:lnTo>
                    <a:pt x="2261818" y="1560963"/>
                  </a:lnTo>
                  <a:lnTo>
                    <a:pt x="2177495" y="1556640"/>
                  </a:lnTo>
                  <a:lnTo>
                    <a:pt x="2086150" y="1552701"/>
                  </a:lnTo>
                  <a:lnTo>
                    <a:pt x="1987799" y="1549112"/>
                  </a:lnTo>
                  <a:lnTo>
                    <a:pt x="1882944" y="1545850"/>
                  </a:lnTo>
                  <a:lnTo>
                    <a:pt x="1772723" y="1542905"/>
                  </a:lnTo>
                  <a:lnTo>
                    <a:pt x="1659030" y="1540272"/>
                  </a:lnTo>
                  <a:lnTo>
                    <a:pt x="1544576" y="1537955"/>
                  </a:lnTo>
                  <a:lnTo>
                    <a:pt x="1432816" y="1535960"/>
                  </a:lnTo>
                  <a:lnTo>
                    <a:pt x="1327711" y="1534293"/>
                  </a:lnTo>
                  <a:lnTo>
                    <a:pt x="1233301" y="1532953"/>
                  </a:lnTo>
                  <a:lnTo>
                    <a:pt x="1153138" y="1531928"/>
                  </a:lnTo>
                  <a:lnTo>
                    <a:pt x="1089699" y="1531195"/>
                  </a:lnTo>
                  <a:lnTo>
                    <a:pt x="1043915" y="1530714"/>
                  </a:lnTo>
                  <a:lnTo>
                    <a:pt x="1014931" y="1530436"/>
                  </a:lnTo>
                  <a:lnTo>
                    <a:pt x="1000123" y="1530306"/>
                  </a:lnTo>
                  <a:lnTo>
                    <a:pt x="995300" y="1530267"/>
                  </a:lnTo>
                  <a:lnTo>
                    <a:pt x="994940" y="1530265"/>
                  </a:lnTo>
                  <a:lnTo>
                    <a:pt x="0" y="1530265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09" name="pl1308"/>
            <p:cNvSpPr/>
            <p:nvPr/>
          </p:nvSpPr>
          <p:spPr>
            <a:xfrm>
              <a:off x="1199187" y="3421969"/>
              <a:ext cx="12049831" cy="1986200"/>
            </a:xfrm>
            <a:custGeom>
              <a:avLst/>
              <a:pathLst>
                <a:path w="12049831" h="1986200">
                  <a:moveTo>
                    <a:pt x="0" y="1530265"/>
                  </a:moveTo>
                  <a:lnTo>
                    <a:pt x="994940" y="1530265"/>
                  </a:lnTo>
                  <a:lnTo>
                    <a:pt x="996075" y="1530273"/>
                  </a:lnTo>
                  <a:lnTo>
                    <a:pt x="1003563" y="1530335"/>
                  </a:lnTo>
                  <a:lnTo>
                    <a:pt x="1022542" y="1530506"/>
                  </a:lnTo>
                  <a:lnTo>
                    <a:pt x="1056722" y="1530844"/>
                  </a:lnTo>
                  <a:lnTo>
                    <a:pt x="1108176" y="1531401"/>
                  </a:lnTo>
                  <a:lnTo>
                    <a:pt x="1177173" y="1532224"/>
                  </a:lnTo>
                  <a:lnTo>
                    <a:pt x="1262249" y="1533348"/>
                  </a:lnTo>
                  <a:lnTo>
                    <a:pt x="1360521" y="1534793"/>
                  </a:lnTo>
                  <a:lnTo>
                    <a:pt x="1468212" y="1536565"/>
                  </a:lnTo>
                  <a:lnTo>
                    <a:pt x="1581252" y="1538665"/>
                  </a:lnTo>
                  <a:lnTo>
                    <a:pt x="1695806" y="1541084"/>
                  </a:lnTo>
                  <a:lnTo>
                    <a:pt x="1808639" y="1543818"/>
                  </a:lnTo>
                  <a:lnTo>
                    <a:pt x="1917303" y="1546864"/>
                  </a:lnTo>
                  <a:lnTo>
                    <a:pt x="2020158" y="1550229"/>
                  </a:lnTo>
                  <a:lnTo>
                    <a:pt x="2116286" y="1553927"/>
                  </a:lnTo>
                  <a:lnTo>
                    <a:pt x="2205356" y="1557986"/>
                  </a:lnTo>
                  <a:lnTo>
                    <a:pt x="2287478" y="1562440"/>
                  </a:lnTo>
                  <a:lnTo>
                    <a:pt x="2363070" y="1567336"/>
                  </a:lnTo>
                  <a:lnTo>
                    <a:pt x="2432742" y="1572726"/>
                  </a:lnTo>
                  <a:lnTo>
                    <a:pt x="2497221" y="1578672"/>
                  </a:lnTo>
                  <a:lnTo>
                    <a:pt x="2557280" y="1585235"/>
                  </a:lnTo>
                  <a:lnTo>
                    <a:pt x="2613693" y="1592474"/>
                  </a:lnTo>
                  <a:lnTo>
                    <a:pt x="2667197" y="1600434"/>
                  </a:lnTo>
                  <a:lnTo>
                    <a:pt x="2702183" y="1606254"/>
                  </a:lnTo>
                  <a:lnTo>
                    <a:pt x="2762767" y="1617514"/>
                  </a:lnTo>
                  <a:lnTo>
                    <a:pt x="2821482" y="1629887"/>
                  </a:lnTo>
                  <a:lnTo>
                    <a:pt x="2879012" y="1643389"/>
                  </a:lnTo>
                  <a:lnTo>
                    <a:pt x="2935864" y="1658002"/>
                  </a:lnTo>
                  <a:lnTo>
                    <a:pt x="2992398" y="1673669"/>
                  </a:lnTo>
                  <a:lnTo>
                    <a:pt x="3048852" y="1690290"/>
                  </a:lnTo>
                  <a:lnTo>
                    <a:pt x="3105363" y="1707723"/>
                  </a:lnTo>
                  <a:lnTo>
                    <a:pt x="3161985" y="1725787"/>
                  </a:lnTo>
                  <a:lnTo>
                    <a:pt x="3218709" y="1744269"/>
                  </a:lnTo>
                  <a:lnTo>
                    <a:pt x="3275483" y="1762934"/>
                  </a:lnTo>
                  <a:lnTo>
                    <a:pt x="3332240" y="1781537"/>
                  </a:lnTo>
                  <a:lnTo>
                    <a:pt x="3388917" y="1799837"/>
                  </a:lnTo>
                  <a:lnTo>
                    <a:pt x="3445481" y="1817608"/>
                  </a:lnTo>
                  <a:lnTo>
                    <a:pt x="3501952" y="1834652"/>
                  </a:lnTo>
                  <a:lnTo>
                    <a:pt x="3558423" y="1850808"/>
                  </a:lnTo>
                  <a:lnTo>
                    <a:pt x="3615080" y="1865955"/>
                  </a:lnTo>
                  <a:lnTo>
                    <a:pt x="3672220" y="1880013"/>
                  </a:lnTo>
                  <a:lnTo>
                    <a:pt x="3730273" y="1892947"/>
                  </a:lnTo>
                  <a:lnTo>
                    <a:pt x="3789830" y="1904755"/>
                  </a:lnTo>
                  <a:lnTo>
                    <a:pt x="3820202" y="1910211"/>
                  </a:lnTo>
                  <a:lnTo>
                    <a:pt x="3872111" y="1918670"/>
                  </a:lnTo>
                  <a:lnTo>
                    <a:pt x="3926474" y="1926394"/>
                  </a:lnTo>
                  <a:lnTo>
                    <a:pt x="3983977" y="1933410"/>
                  </a:lnTo>
                  <a:lnTo>
                    <a:pt x="4045371" y="1939768"/>
                  </a:lnTo>
                  <a:lnTo>
                    <a:pt x="4111436" y="1945528"/>
                  </a:lnTo>
                  <a:lnTo>
                    <a:pt x="4182936" y="1950754"/>
                  </a:lnTo>
                  <a:lnTo>
                    <a:pt x="4260567" y="1955502"/>
                  </a:lnTo>
                  <a:lnTo>
                    <a:pt x="4344890" y="1959824"/>
                  </a:lnTo>
                  <a:lnTo>
                    <a:pt x="4436235" y="1963764"/>
                  </a:lnTo>
                  <a:lnTo>
                    <a:pt x="4534586" y="1967353"/>
                  </a:lnTo>
                  <a:lnTo>
                    <a:pt x="4639441" y="1970614"/>
                  </a:lnTo>
                  <a:lnTo>
                    <a:pt x="4749662" y="1973559"/>
                  </a:lnTo>
                  <a:lnTo>
                    <a:pt x="4863355" y="1976192"/>
                  </a:lnTo>
                  <a:lnTo>
                    <a:pt x="4977809" y="1978510"/>
                  </a:lnTo>
                  <a:lnTo>
                    <a:pt x="5089569" y="1980505"/>
                  </a:lnTo>
                  <a:lnTo>
                    <a:pt x="5194674" y="1982172"/>
                  </a:lnTo>
                  <a:lnTo>
                    <a:pt x="5289084" y="1983512"/>
                  </a:lnTo>
                  <a:lnTo>
                    <a:pt x="5369247" y="1984536"/>
                  </a:lnTo>
                  <a:lnTo>
                    <a:pt x="5432686" y="1985270"/>
                  </a:lnTo>
                  <a:lnTo>
                    <a:pt x="5478470" y="1985751"/>
                  </a:lnTo>
                  <a:lnTo>
                    <a:pt x="5507454" y="1986028"/>
                  </a:lnTo>
                  <a:lnTo>
                    <a:pt x="5522262" y="1986158"/>
                  </a:lnTo>
                  <a:lnTo>
                    <a:pt x="5527085" y="1986197"/>
                  </a:lnTo>
                  <a:lnTo>
                    <a:pt x="5527445" y="1986200"/>
                  </a:lnTo>
                  <a:lnTo>
                    <a:pt x="6522385" y="1986200"/>
                  </a:lnTo>
                  <a:lnTo>
                    <a:pt x="6523491" y="1986163"/>
                  </a:lnTo>
                  <a:lnTo>
                    <a:pt x="6530794" y="1985900"/>
                  </a:lnTo>
                  <a:lnTo>
                    <a:pt x="6549312" y="1985174"/>
                  </a:lnTo>
                  <a:lnTo>
                    <a:pt x="6582697" y="1983743"/>
                  </a:lnTo>
                  <a:lnTo>
                    <a:pt x="6633015" y="1981378"/>
                  </a:lnTo>
                  <a:lnTo>
                    <a:pt x="6700603" y="1977881"/>
                  </a:lnTo>
                  <a:lnTo>
                    <a:pt x="6784106" y="1973104"/>
                  </a:lnTo>
                  <a:lnTo>
                    <a:pt x="6880780" y="1966958"/>
                  </a:lnTo>
                  <a:lnTo>
                    <a:pt x="6986986" y="1959408"/>
                  </a:lnTo>
                  <a:lnTo>
                    <a:pt x="7098759" y="1950457"/>
                  </a:lnTo>
                  <a:lnTo>
                    <a:pt x="7212325" y="1940134"/>
                  </a:lnTo>
                  <a:lnTo>
                    <a:pt x="7324472" y="1928464"/>
                  </a:lnTo>
                  <a:lnTo>
                    <a:pt x="7432735" y="1915457"/>
                  </a:lnTo>
                  <a:lnTo>
                    <a:pt x="7535432" y="1901091"/>
                  </a:lnTo>
                  <a:lnTo>
                    <a:pt x="7631594" y="1885304"/>
                  </a:lnTo>
                  <a:lnTo>
                    <a:pt x="7720834" y="1867995"/>
                  </a:lnTo>
                  <a:lnTo>
                    <a:pt x="7803211" y="1849016"/>
                  </a:lnTo>
                  <a:lnTo>
                    <a:pt x="7879094" y="1828179"/>
                  </a:lnTo>
                  <a:lnTo>
                    <a:pt x="7949058" y="1805261"/>
                  </a:lnTo>
                  <a:lnTo>
                    <a:pt x="8013795" y="1780010"/>
                  </a:lnTo>
                  <a:lnTo>
                    <a:pt x="8074055" y="1752162"/>
                  </a:lnTo>
                  <a:lnTo>
                    <a:pt x="8130596" y="1721464"/>
                  </a:lnTo>
                  <a:lnTo>
                    <a:pt x="8184144" y="1687711"/>
                  </a:lnTo>
                  <a:lnTo>
                    <a:pt x="8229629" y="1655166"/>
                  </a:lnTo>
                  <a:lnTo>
                    <a:pt x="8279328" y="1615414"/>
                  </a:lnTo>
                  <a:lnTo>
                    <a:pt x="8327684" y="1572439"/>
                  </a:lnTo>
                  <a:lnTo>
                    <a:pt x="8375099" y="1526181"/>
                  </a:lnTo>
                  <a:lnTo>
                    <a:pt x="8421892" y="1476640"/>
                  </a:lnTo>
                  <a:lnTo>
                    <a:pt x="8468307" y="1423892"/>
                  </a:lnTo>
                  <a:lnTo>
                    <a:pt x="8514530" y="1368092"/>
                  </a:lnTo>
                  <a:lnTo>
                    <a:pt x="8560689" y="1309477"/>
                  </a:lnTo>
                  <a:lnTo>
                    <a:pt x="8606869" y="1248369"/>
                  </a:lnTo>
                  <a:lnTo>
                    <a:pt x="8653114" y="1185166"/>
                  </a:lnTo>
                  <a:lnTo>
                    <a:pt x="8699436" y="1120335"/>
                  </a:lnTo>
                  <a:lnTo>
                    <a:pt x="8745822" y="1054403"/>
                  </a:lnTo>
                  <a:lnTo>
                    <a:pt x="8792243" y="987933"/>
                  </a:lnTo>
                  <a:lnTo>
                    <a:pt x="8838661" y="921508"/>
                  </a:lnTo>
                  <a:lnTo>
                    <a:pt x="8885039" y="855710"/>
                  </a:lnTo>
                  <a:lnTo>
                    <a:pt x="8931349" y="791099"/>
                  </a:lnTo>
                  <a:lnTo>
                    <a:pt x="8977583" y="728192"/>
                  </a:lnTo>
                  <a:lnTo>
                    <a:pt x="9023755" y="667447"/>
                  </a:lnTo>
                  <a:lnTo>
                    <a:pt x="9069918" y="609251"/>
                  </a:lnTo>
                  <a:lnTo>
                    <a:pt x="9116161" y="553911"/>
                  </a:lnTo>
                  <a:lnTo>
                    <a:pt x="9162621" y="501653"/>
                  </a:lnTo>
                  <a:lnTo>
                    <a:pt x="9209493" y="452619"/>
                  </a:lnTo>
                  <a:lnTo>
                    <a:pt x="9257031" y="406872"/>
                  </a:lnTo>
                  <a:lnTo>
                    <a:pt x="9305567" y="364404"/>
                  </a:lnTo>
                  <a:lnTo>
                    <a:pt x="9347647" y="331033"/>
                  </a:lnTo>
                  <a:lnTo>
                    <a:pt x="9399096" y="294490"/>
                  </a:lnTo>
                  <a:lnTo>
                    <a:pt x="9452950" y="261092"/>
                  </a:lnTo>
                  <a:lnTo>
                    <a:pt x="9509877" y="230729"/>
                  </a:lnTo>
                  <a:lnTo>
                    <a:pt x="9570608" y="203190"/>
                  </a:lnTo>
                  <a:lnTo>
                    <a:pt x="9635902" y="178218"/>
                  </a:lnTo>
                  <a:lnTo>
                    <a:pt x="9706506" y="155549"/>
                  </a:lnTo>
                  <a:lnTo>
                    <a:pt x="9783102" y="134934"/>
                  </a:lnTo>
                  <a:lnTo>
                    <a:pt x="9866246" y="116154"/>
                  </a:lnTo>
                  <a:lnTo>
                    <a:pt x="9956278" y="99024"/>
                  </a:lnTo>
                  <a:lnTo>
                    <a:pt x="10053212" y="83404"/>
                  </a:lnTo>
                  <a:lnTo>
                    <a:pt x="10156603" y="69195"/>
                  </a:lnTo>
                  <a:lnTo>
                    <a:pt x="10265407" y="56340"/>
                  </a:lnTo>
                  <a:lnTo>
                    <a:pt x="10377855" y="44823"/>
                  </a:lnTo>
                  <a:lnTo>
                    <a:pt x="10491392" y="34654"/>
                  </a:lnTo>
                  <a:lnTo>
                    <a:pt x="10602730" y="25862"/>
                  </a:lnTo>
                  <a:lnTo>
                    <a:pt x="10708050" y="18471"/>
                  </a:lnTo>
                  <a:lnTo>
                    <a:pt x="10803397" y="12484"/>
                  </a:lnTo>
                  <a:lnTo>
                    <a:pt x="10885205" y="7858"/>
                  </a:lnTo>
                  <a:lnTo>
                    <a:pt x="10950866" y="4498"/>
                  </a:lnTo>
                  <a:lnTo>
                    <a:pt x="10999208" y="2250"/>
                  </a:lnTo>
                  <a:lnTo>
                    <a:pt x="11030766" y="911"/>
                  </a:lnTo>
                  <a:lnTo>
                    <a:pt x="11047797" y="250"/>
                  </a:lnTo>
                  <a:lnTo>
                    <a:pt x="11054117" y="2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0" name="pl1309"/>
            <p:cNvSpPr/>
            <p:nvPr/>
          </p:nvSpPr>
          <p:spPr>
            <a:xfrm>
              <a:off x="1199187" y="3416728"/>
              <a:ext cx="12049831" cy="1986200"/>
            </a:xfrm>
            <a:custGeom>
              <a:avLst/>
              <a:pathLst>
                <a:path w="12049831" h="1986200">
                  <a:moveTo>
                    <a:pt x="12049831" y="0"/>
                  </a:moveTo>
                  <a:lnTo>
                    <a:pt x="11054891" y="0"/>
                  </a:lnTo>
                  <a:lnTo>
                    <a:pt x="11053785" y="36"/>
                  </a:lnTo>
                  <a:lnTo>
                    <a:pt x="11046483" y="299"/>
                  </a:lnTo>
                  <a:lnTo>
                    <a:pt x="11027964" y="1025"/>
                  </a:lnTo>
                  <a:lnTo>
                    <a:pt x="10994580" y="2456"/>
                  </a:lnTo>
                  <a:lnTo>
                    <a:pt x="10944261" y="4821"/>
                  </a:lnTo>
                  <a:lnTo>
                    <a:pt x="10876674" y="8318"/>
                  </a:lnTo>
                  <a:lnTo>
                    <a:pt x="10793171" y="13095"/>
                  </a:lnTo>
                  <a:lnTo>
                    <a:pt x="10696496" y="19241"/>
                  </a:lnTo>
                  <a:lnTo>
                    <a:pt x="10590291" y="26792"/>
                  </a:lnTo>
                  <a:lnTo>
                    <a:pt x="10478518" y="35742"/>
                  </a:lnTo>
                  <a:lnTo>
                    <a:pt x="10364951" y="46066"/>
                  </a:lnTo>
                  <a:lnTo>
                    <a:pt x="10252804" y="57735"/>
                  </a:lnTo>
                  <a:lnTo>
                    <a:pt x="10144541" y="70742"/>
                  </a:lnTo>
                  <a:lnTo>
                    <a:pt x="10041844" y="85109"/>
                  </a:lnTo>
                  <a:lnTo>
                    <a:pt x="9945683" y="100895"/>
                  </a:lnTo>
                  <a:lnTo>
                    <a:pt x="9856443" y="118204"/>
                  </a:lnTo>
                  <a:lnTo>
                    <a:pt x="9774066" y="137183"/>
                  </a:lnTo>
                  <a:lnTo>
                    <a:pt x="9698183" y="158020"/>
                  </a:lnTo>
                  <a:lnTo>
                    <a:pt x="9628219" y="180938"/>
                  </a:lnTo>
                  <a:lnTo>
                    <a:pt x="9563482" y="206189"/>
                  </a:lnTo>
                  <a:lnTo>
                    <a:pt x="9503222" y="234037"/>
                  </a:lnTo>
                  <a:lnTo>
                    <a:pt x="9446681" y="264735"/>
                  </a:lnTo>
                  <a:lnTo>
                    <a:pt x="9393132" y="298488"/>
                  </a:lnTo>
                  <a:lnTo>
                    <a:pt x="9347647" y="331033"/>
                  </a:lnTo>
                  <a:lnTo>
                    <a:pt x="9297948" y="370786"/>
                  </a:lnTo>
                  <a:lnTo>
                    <a:pt x="9249593" y="413760"/>
                  </a:lnTo>
                  <a:lnTo>
                    <a:pt x="9202178" y="460019"/>
                  </a:lnTo>
                  <a:lnTo>
                    <a:pt x="9155385" y="509560"/>
                  </a:lnTo>
                  <a:lnTo>
                    <a:pt x="9108969" y="562308"/>
                  </a:lnTo>
                  <a:lnTo>
                    <a:pt x="9062747" y="618108"/>
                  </a:lnTo>
                  <a:lnTo>
                    <a:pt x="9016588" y="676722"/>
                  </a:lnTo>
                  <a:lnTo>
                    <a:pt x="8970408" y="737830"/>
                  </a:lnTo>
                  <a:lnTo>
                    <a:pt x="8924163" y="801034"/>
                  </a:lnTo>
                  <a:lnTo>
                    <a:pt x="8877841" y="865864"/>
                  </a:lnTo>
                  <a:lnTo>
                    <a:pt x="8831454" y="931796"/>
                  </a:lnTo>
                  <a:lnTo>
                    <a:pt x="8785033" y="998267"/>
                  </a:lnTo>
                  <a:lnTo>
                    <a:pt x="8738616" y="1064692"/>
                  </a:lnTo>
                  <a:lnTo>
                    <a:pt x="8692238" y="1130489"/>
                  </a:lnTo>
                  <a:lnTo>
                    <a:pt x="8645927" y="1195100"/>
                  </a:lnTo>
                  <a:lnTo>
                    <a:pt x="8599694" y="1258007"/>
                  </a:lnTo>
                  <a:lnTo>
                    <a:pt x="8553521" y="1318752"/>
                  </a:lnTo>
                  <a:lnTo>
                    <a:pt x="8507359" y="1376948"/>
                  </a:lnTo>
                  <a:lnTo>
                    <a:pt x="8461116" y="1432288"/>
                  </a:lnTo>
                  <a:lnTo>
                    <a:pt x="8414655" y="1484546"/>
                  </a:lnTo>
                  <a:lnTo>
                    <a:pt x="8367783" y="1533580"/>
                  </a:lnTo>
                  <a:lnTo>
                    <a:pt x="8320245" y="1579328"/>
                  </a:lnTo>
                  <a:lnTo>
                    <a:pt x="8271710" y="1621796"/>
                  </a:lnTo>
                  <a:lnTo>
                    <a:pt x="8229629" y="1655166"/>
                  </a:lnTo>
                  <a:lnTo>
                    <a:pt x="8178181" y="1691710"/>
                  </a:lnTo>
                  <a:lnTo>
                    <a:pt x="8124326" y="1725108"/>
                  </a:lnTo>
                  <a:lnTo>
                    <a:pt x="8067400" y="1755470"/>
                  </a:lnTo>
                  <a:lnTo>
                    <a:pt x="8006669" y="1783009"/>
                  </a:lnTo>
                  <a:lnTo>
                    <a:pt x="7941374" y="1807982"/>
                  </a:lnTo>
                  <a:lnTo>
                    <a:pt x="7870771" y="1830650"/>
                  </a:lnTo>
                  <a:lnTo>
                    <a:pt x="7794174" y="1851265"/>
                  </a:lnTo>
                  <a:lnTo>
                    <a:pt x="7711030" y="1870046"/>
                  </a:lnTo>
                  <a:lnTo>
                    <a:pt x="7620999" y="1887175"/>
                  </a:lnTo>
                  <a:lnTo>
                    <a:pt x="7524065" y="1902795"/>
                  </a:lnTo>
                  <a:lnTo>
                    <a:pt x="7420673" y="1917005"/>
                  </a:lnTo>
                  <a:lnTo>
                    <a:pt x="7311869" y="1929859"/>
                  </a:lnTo>
                  <a:lnTo>
                    <a:pt x="7199422" y="1941377"/>
                  </a:lnTo>
                  <a:lnTo>
                    <a:pt x="7085884" y="1951545"/>
                  </a:lnTo>
                  <a:lnTo>
                    <a:pt x="6974547" y="1960338"/>
                  </a:lnTo>
                  <a:lnTo>
                    <a:pt x="6869227" y="1967728"/>
                  </a:lnTo>
                  <a:lnTo>
                    <a:pt x="6773879" y="1973716"/>
                  </a:lnTo>
                  <a:lnTo>
                    <a:pt x="6692071" y="1978341"/>
                  </a:lnTo>
                  <a:lnTo>
                    <a:pt x="6626410" y="1981701"/>
                  </a:lnTo>
                  <a:lnTo>
                    <a:pt x="6578068" y="1983949"/>
                  </a:lnTo>
                  <a:lnTo>
                    <a:pt x="6546511" y="1985288"/>
                  </a:lnTo>
                  <a:lnTo>
                    <a:pt x="6529480" y="1985949"/>
                  </a:lnTo>
                  <a:lnTo>
                    <a:pt x="6523160" y="1986174"/>
                  </a:lnTo>
                  <a:lnTo>
                    <a:pt x="6522385" y="1986200"/>
                  </a:lnTo>
                  <a:lnTo>
                    <a:pt x="5527445" y="1986200"/>
                  </a:lnTo>
                  <a:lnTo>
                    <a:pt x="5526310" y="1986191"/>
                  </a:lnTo>
                  <a:lnTo>
                    <a:pt x="5518822" y="1986129"/>
                  </a:lnTo>
                  <a:lnTo>
                    <a:pt x="5499843" y="1985958"/>
                  </a:lnTo>
                  <a:lnTo>
                    <a:pt x="5465663" y="1985621"/>
                  </a:lnTo>
                  <a:lnTo>
                    <a:pt x="5414209" y="1985063"/>
                  </a:lnTo>
                  <a:lnTo>
                    <a:pt x="5345212" y="1984240"/>
                  </a:lnTo>
                  <a:lnTo>
                    <a:pt x="5260136" y="1983116"/>
                  </a:lnTo>
                  <a:lnTo>
                    <a:pt x="5161864" y="1981672"/>
                  </a:lnTo>
                  <a:lnTo>
                    <a:pt x="5054173" y="1979899"/>
                  </a:lnTo>
                  <a:lnTo>
                    <a:pt x="4941133" y="1977800"/>
                  </a:lnTo>
                  <a:lnTo>
                    <a:pt x="4826579" y="1975380"/>
                  </a:lnTo>
                  <a:lnTo>
                    <a:pt x="4713746" y="1972647"/>
                  </a:lnTo>
                  <a:lnTo>
                    <a:pt x="4605081" y="1969601"/>
                  </a:lnTo>
                  <a:lnTo>
                    <a:pt x="4502227" y="1966236"/>
                  </a:lnTo>
                  <a:lnTo>
                    <a:pt x="4406099" y="1962537"/>
                  </a:lnTo>
                  <a:lnTo>
                    <a:pt x="4317029" y="1958478"/>
                  </a:lnTo>
                  <a:lnTo>
                    <a:pt x="4234907" y="1954024"/>
                  </a:lnTo>
                  <a:lnTo>
                    <a:pt x="4159315" y="1949129"/>
                  </a:lnTo>
                  <a:lnTo>
                    <a:pt x="4089643" y="1943738"/>
                  </a:lnTo>
                  <a:lnTo>
                    <a:pt x="4025164" y="1937792"/>
                  </a:lnTo>
                  <a:lnTo>
                    <a:pt x="3965105" y="1931229"/>
                  </a:lnTo>
                  <a:lnTo>
                    <a:pt x="3908692" y="1923990"/>
                  </a:lnTo>
                  <a:lnTo>
                    <a:pt x="3855188" y="1916031"/>
                  </a:lnTo>
                  <a:lnTo>
                    <a:pt x="3820202" y="1910211"/>
                  </a:lnTo>
                  <a:lnTo>
                    <a:pt x="3759618" y="1898950"/>
                  </a:lnTo>
                  <a:lnTo>
                    <a:pt x="3700903" y="1886578"/>
                  </a:lnTo>
                  <a:lnTo>
                    <a:pt x="3643373" y="1873076"/>
                  </a:lnTo>
                  <a:lnTo>
                    <a:pt x="3586521" y="1858463"/>
                  </a:lnTo>
                  <a:lnTo>
                    <a:pt x="3529987" y="1842795"/>
                  </a:lnTo>
                  <a:lnTo>
                    <a:pt x="3473533" y="1826174"/>
                  </a:lnTo>
                  <a:lnTo>
                    <a:pt x="3417022" y="1808741"/>
                  </a:lnTo>
                  <a:lnTo>
                    <a:pt x="3360400" y="1790677"/>
                  </a:lnTo>
                  <a:lnTo>
                    <a:pt x="3303676" y="1772196"/>
                  </a:lnTo>
                  <a:lnTo>
                    <a:pt x="3246902" y="1753531"/>
                  </a:lnTo>
                  <a:lnTo>
                    <a:pt x="3190145" y="1734927"/>
                  </a:lnTo>
                  <a:lnTo>
                    <a:pt x="3133468" y="1716628"/>
                  </a:lnTo>
                  <a:lnTo>
                    <a:pt x="3076904" y="1698857"/>
                  </a:lnTo>
                  <a:lnTo>
                    <a:pt x="3020433" y="1681812"/>
                  </a:lnTo>
                  <a:lnTo>
                    <a:pt x="2963962" y="1665656"/>
                  </a:lnTo>
                  <a:lnTo>
                    <a:pt x="2907305" y="1650510"/>
                  </a:lnTo>
                  <a:lnTo>
                    <a:pt x="2850165" y="1636451"/>
                  </a:lnTo>
                  <a:lnTo>
                    <a:pt x="2792112" y="1623518"/>
                  </a:lnTo>
                  <a:lnTo>
                    <a:pt x="2732555" y="1611709"/>
                  </a:lnTo>
                  <a:lnTo>
                    <a:pt x="2702183" y="1606254"/>
                  </a:lnTo>
                  <a:lnTo>
                    <a:pt x="2650274" y="1597795"/>
                  </a:lnTo>
                  <a:lnTo>
                    <a:pt x="2595911" y="1590071"/>
                  </a:lnTo>
                  <a:lnTo>
                    <a:pt x="2538408" y="1583055"/>
                  </a:lnTo>
                  <a:lnTo>
                    <a:pt x="2477014" y="1576697"/>
                  </a:lnTo>
                  <a:lnTo>
                    <a:pt x="2410949" y="1570936"/>
                  </a:lnTo>
                  <a:lnTo>
                    <a:pt x="2339449" y="1565711"/>
                  </a:lnTo>
                  <a:lnTo>
                    <a:pt x="2261818" y="1560963"/>
                  </a:lnTo>
                  <a:lnTo>
                    <a:pt x="2177495" y="1556640"/>
                  </a:lnTo>
                  <a:lnTo>
                    <a:pt x="2086150" y="1552701"/>
                  </a:lnTo>
                  <a:lnTo>
                    <a:pt x="1987799" y="1549112"/>
                  </a:lnTo>
                  <a:lnTo>
                    <a:pt x="1882944" y="1545850"/>
                  </a:lnTo>
                  <a:lnTo>
                    <a:pt x="1772723" y="1542905"/>
                  </a:lnTo>
                  <a:lnTo>
                    <a:pt x="1659030" y="1540272"/>
                  </a:lnTo>
                  <a:lnTo>
                    <a:pt x="1544576" y="1537955"/>
                  </a:lnTo>
                  <a:lnTo>
                    <a:pt x="1432816" y="1535960"/>
                  </a:lnTo>
                  <a:lnTo>
                    <a:pt x="1327711" y="1534293"/>
                  </a:lnTo>
                  <a:lnTo>
                    <a:pt x="1233301" y="1532953"/>
                  </a:lnTo>
                  <a:lnTo>
                    <a:pt x="1153138" y="1531928"/>
                  </a:lnTo>
                  <a:lnTo>
                    <a:pt x="1089699" y="1531195"/>
                  </a:lnTo>
                  <a:lnTo>
                    <a:pt x="1043915" y="1530714"/>
                  </a:lnTo>
                  <a:lnTo>
                    <a:pt x="1014931" y="1530436"/>
                  </a:lnTo>
                  <a:lnTo>
                    <a:pt x="1000123" y="1530306"/>
                  </a:lnTo>
                  <a:lnTo>
                    <a:pt x="995300" y="1530267"/>
                  </a:lnTo>
                  <a:lnTo>
                    <a:pt x="994940" y="1530265"/>
                  </a:lnTo>
                  <a:lnTo>
                    <a:pt x="0" y="1530265"/>
                  </a:lnTo>
                  <a:lnTo>
                    <a:pt x="0" y="15302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1" name="pg1310"/>
            <p:cNvSpPr/>
            <p:nvPr/>
          </p:nvSpPr>
          <p:spPr>
            <a:xfrm>
              <a:off x="1199187" y="4952234"/>
              <a:ext cx="12049831" cy="1399249"/>
            </a:xfrm>
            <a:custGeom>
              <a:avLst/>
              <a:pathLst>
                <a:path w="12049831" h="1399249">
                  <a:moveTo>
                    <a:pt x="0" y="5240"/>
                  </a:moveTo>
                  <a:lnTo>
                    <a:pt x="994940" y="5240"/>
                  </a:lnTo>
                  <a:lnTo>
                    <a:pt x="996073" y="5251"/>
                  </a:lnTo>
                  <a:lnTo>
                    <a:pt x="1003556" y="5330"/>
                  </a:lnTo>
                  <a:lnTo>
                    <a:pt x="1022517" y="5548"/>
                  </a:lnTo>
                  <a:lnTo>
                    <a:pt x="1056670" y="5978"/>
                  </a:lnTo>
                  <a:lnTo>
                    <a:pt x="1108082" y="6689"/>
                  </a:lnTo>
                  <a:lnTo>
                    <a:pt x="1177029" y="7738"/>
                  </a:lnTo>
                  <a:lnTo>
                    <a:pt x="1262049" y="9171"/>
                  </a:lnTo>
                  <a:lnTo>
                    <a:pt x="1360264" y="11012"/>
                  </a:lnTo>
                  <a:lnTo>
                    <a:pt x="1467902" y="13272"/>
                  </a:lnTo>
                  <a:lnTo>
                    <a:pt x="1580898" y="15949"/>
                  </a:lnTo>
                  <a:lnTo>
                    <a:pt x="1695417" y="19033"/>
                  </a:lnTo>
                  <a:lnTo>
                    <a:pt x="1808226" y="22518"/>
                  </a:lnTo>
                  <a:lnTo>
                    <a:pt x="1916876" y="26402"/>
                  </a:lnTo>
                  <a:lnTo>
                    <a:pt x="2019726" y="30692"/>
                  </a:lnTo>
                  <a:lnTo>
                    <a:pt x="2115855" y="35408"/>
                  </a:lnTo>
                  <a:lnTo>
                    <a:pt x="2204931" y="40582"/>
                  </a:lnTo>
                  <a:lnTo>
                    <a:pt x="2287063" y="46260"/>
                  </a:lnTo>
                  <a:lnTo>
                    <a:pt x="2362665" y="52501"/>
                  </a:lnTo>
                  <a:lnTo>
                    <a:pt x="2432348" y="59373"/>
                  </a:lnTo>
                  <a:lnTo>
                    <a:pt x="2496836" y="66952"/>
                  </a:lnTo>
                  <a:lnTo>
                    <a:pt x="2556901" y="75318"/>
                  </a:lnTo>
                  <a:lnTo>
                    <a:pt x="2613319" y="84545"/>
                  </a:lnTo>
                  <a:lnTo>
                    <a:pt x="2666825" y="94690"/>
                  </a:lnTo>
                  <a:lnTo>
                    <a:pt x="2702183" y="102192"/>
                  </a:lnTo>
                  <a:lnTo>
                    <a:pt x="2762141" y="116400"/>
                  </a:lnTo>
                  <a:lnTo>
                    <a:pt x="2820261" y="131997"/>
                  </a:lnTo>
                  <a:lnTo>
                    <a:pt x="2877209" y="149005"/>
                  </a:lnTo>
                  <a:lnTo>
                    <a:pt x="2933480" y="167403"/>
                  </a:lnTo>
                  <a:lnTo>
                    <a:pt x="2989427" y="187121"/>
                  </a:lnTo>
                  <a:lnTo>
                    <a:pt x="3045288" y="208039"/>
                  </a:lnTo>
                  <a:lnTo>
                    <a:pt x="3101198" y="229984"/>
                  </a:lnTo>
                  <a:lnTo>
                    <a:pt x="3157215" y="252735"/>
                  </a:lnTo>
                  <a:lnTo>
                    <a:pt x="3213335" y="276033"/>
                  </a:lnTo>
                  <a:lnTo>
                    <a:pt x="3269510" y="299587"/>
                  </a:lnTo>
                  <a:lnTo>
                    <a:pt x="3325675" y="323096"/>
                  </a:lnTo>
                  <a:lnTo>
                    <a:pt x="3381768" y="346261"/>
                  </a:lnTo>
                  <a:lnTo>
                    <a:pt x="3437752" y="368799"/>
                  </a:lnTo>
                  <a:lnTo>
                    <a:pt x="3493638" y="390461"/>
                  </a:lnTo>
                  <a:lnTo>
                    <a:pt x="3549505" y="411039"/>
                  </a:lnTo>
                  <a:lnTo>
                    <a:pt x="3605519" y="430377"/>
                  </a:lnTo>
                  <a:lnTo>
                    <a:pt x="3661948" y="448368"/>
                  </a:lnTo>
                  <a:lnTo>
                    <a:pt x="3719185" y="464958"/>
                  </a:lnTo>
                  <a:lnTo>
                    <a:pt x="3777770" y="480140"/>
                  </a:lnTo>
                  <a:lnTo>
                    <a:pt x="3820202" y="489999"/>
                  </a:lnTo>
                  <a:lnTo>
                    <a:pt x="3872095" y="500788"/>
                  </a:lnTo>
                  <a:lnTo>
                    <a:pt x="3926440" y="510641"/>
                  </a:lnTo>
                  <a:lnTo>
                    <a:pt x="3983921" y="519590"/>
                  </a:lnTo>
                  <a:lnTo>
                    <a:pt x="4045292" y="527700"/>
                  </a:lnTo>
                  <a:lnTo>
                    <a:pt x="4111329" y="535049"/>
                  </a:lnTo>
                  <a:lnTo>
                    <a:pt x="4182797" y="541714"/>
                  </a:lnTo>
                  <a:lnTo>
                    <a:pt x="4260392" y="547771"/>
                  </a:lnTo>
                  <a:lnTo>
                    <a:pt x="4344672" y="553286"/>
                  </a:lnTo>
                  <a:lnTo>
                    <a:pt x="4435970" y="558312"/>
                  </a:lnTo>
                  <a:lnTo>
                    <a:pt x="4534271" y="562891"/>
                  </a:lnTo>
                  <a:lnTo>
                    <a:pt x="4639073" y="567052"/>
                  </a:lnTo>
                  <a:lnTo>
                    <a:pt x="4749244" y="570810"/>
                  </a:lnTo>
                  <a:lnTo>
                    <a:pt x="4862893" y="574170"/>
                  </a:lnTo>
                  <a:lnTo>
                    <a:pt x="4977315" y="577127"/>
                  </a:lnTo>
                  <a:lnTo>
                    <a:pt x="5089061" y="579674"/>
                  </a:lnTo>
                  <a:lnTo>
                    <a:pt x="5194175" y="581802"/>
                  </a:lnTo>
                  <a:lnTo>
                    <a:pt x="5288621" y="583513"/>
                  </a:lnTo>
                  <a:lnTo>
                    <a:pt x="5368845" y="584822"/>
                  </a:lnTo>
                  <a:lnTo>
                    <a:pt x="5432364" y="585759"/>
                  </a:lnTo>
                  <a:lnTo>
                    <a:pt x="5478239" y="586375"/>
                  </a:lnTo>
                  <a:lnTo>
                    <a:pt x="5507315" y="586730"/>
                  </a:lnTo>
                  <a:lnTo>
                    <a:pt x="5522201" y="586897"/>
                  </a:lnTo>
                  <a:lnTo>
                    <a:pt x="5527073" y="586947"/>
                  </a:lnTo>
                  <a:lnTo>
                    <a:pt x="5527445" y="586951"/>
                  </a:lnTo>
                  <a:lnTo>
                    <a:pt x="6522385" y="586951"/>
                  </a:lnTo>
                  <a:lnTo>
                    <a:pt x="6523517" y="586966"/>
                  </a:lnTo>
                  <a:lnTo>
                    <a:pt x="6530982" y="587076"/>
                  </a:lnTo>
                  <a:lnTo>
                    <a:pt x="6549904" y="587380"/>
                  </a:lnTo>
                  <a:lnTo>
                    <a:pt x="6583986" y="587979"/>
                  </a:lnTo>
                  <a:lnTo>
                    <a:pt x="6635298" y="588968"/>
                  </a:lnTo>
                  <a:lnTo>
                    <a:pt x="6704121" y="590431"/>
                  </a:lnTo>
                  <a:lnTo>
                    <a:pt x="6789003" y="592427"/>
                  </a:lnTo>
                  <a:lnTo>
                    <a:pt x="6887078" y="594993"/>
                  </a:lnTo>
                  <a:lnTo>
                    <a:pt x="6994587" y="598143"/>
                  </a:lnTo>
                  <a:lnTo>
                    <a:pt x="7107472" y="601873"/>
                  </a:lnTo>
                  <a:lnTo>
                    <a:pt x="7221906" y="606173"/>
                  </a:lnTo>
                  <a:lnTo>
                    <a:pt x="7334656" y="611031"/>
                  </a:lnTo>
                  <a:lnTo>
                    <a:pt x="7443272" y="616444"/>
                  </a:lnTo>
                  <a:lnTo>
                    <a:pt x="7546109" y="622424"/>
                  </a:lnTo>
                  <a:lnTo>
                    <a:pt x="7642242" y="628997"/>
                  </a:lnTo>
                  <a:lnTo>
                    <a:pt x="7731333" y="636209"/>
                  </a:lnTo>
                  <a:lnTo>
                    <a:pt x="7813488" y="644124"/>
                  </a:lnTo>
                  <a:lnTo>
                    <a:pt x="7889115" y="652821"/>
                  </a:lnTo>
                  <a:lnTo>
                    <a:pt x="7958824" y="662396"/>
                  </a:lnTo>
                  <a:lnTo>
                    <a:pt x="8023334" y="672956"/>
                  </a:lnTo>
                  <a:lnTo>
                    <a:pt x="8083417" y="684611"/>
                  </a:lnTo>
                  <a:lnTo>
                    <a:pt x="8139845" y="697465"/>
                  </a:lnTo>
                  <a:lnTo>
                    <a:pt x="8193354" y="711599"/>
                  </a:lnTo>
                  <a:lnTo>
                    <a:pt x="8229629" y="722334"/>
                  </a:lnTo>
                  <a:lnTo>
                    <a:pt x="8288173" y="741676"/>
                  </a:lnTo>
                  <a:lnTo>
                    <a:pt x="8344949" y="762864"/>
                  </a:lnTo>
                  <a:lnTo>
                    <a:pt x="8400583" y="785928"/>
                  </a:lnTo>
                  <a:lnTo>
                    <a:pt x="8455544" y="810846"/>
                  </a:lnTo>
                  <a:lnTo>
                    <a:pt x="8510170" y="837533"/>
                  </a:lnTo>
                  <a:lnTo>
                    <a:pt x="8564691" y="865839"/>
                  </a:lnTo>
                  <a:lnTo>
                    <a:pt x="8619246" y="895548"/>
                  </a:lnTo>
                  <a:lnTo>
                    <a:pt x="8673900" y="926383"/>
                  </a:lnTo>
                  <a:lnTo>
                    <a:pt x="8728655" y="958014"/>
                  </a:lnTo>
                  <a:lnTo>
                    <a:pt x="8783476" y="990073"/>
                  </a:lnTo>
                  <a:lnTo>
                    <a:pt x="8838302" y="1022169"/>
                  </a:lnTo>
                  <a:lnTo>
                    <a:pt x="8893074" y="1053911"/>
                  </a:lnTo>
                  <a:lnTo>
                    <a:pt x="8947748" y="1084922"/>
                  </a:lnTo>
                  <a:lnTo>
                    <a:pt x="9002319" y="1114866"/>
                  </a:lnTo>
                  <a:lnTo>
                    <a:pt x="9056838" y="1143455"/>
                  </a:lnTo>
                  <a:lnTo>
                    <a:pt x="9111430" y="1170460"/>
                  </a:lnTo>
                  <a:lnTo>
                    <a:pt x="9166305" y="1195719"/>
                  </a:lnTo>
                  <a:lnTo>
                    <a:pt x="9221781" y="1219136"/>
                  </a:lnTo>
                  <a:lnTo>
                    <a:pt x="9278300" y="1240677"/>
                  </a:lnTo>
                  <a:lnTo>
                    <a:pt x="9336454" y="1260362"/>
                  </a:lnTo>
                  <a:lnTo>
                    <a:pt x="9347647" y="1263866"/>
                  </a:lnTo>
                  <a:lnTo>
                    <a:pt x="9399500" y="1278921"/>
                  </a:lnTo>
                  <a:lnTo>
                    <a:pt x="9453800" y="1292670"/>
                  </a:lnTo>
                  <a:lnTo>
                    <a:pt x="9511232" y="1305160"/>
                  </a:lnTo>
                  <a:lnTo>
                    <a:pt x="9572544" y="1316479"/>
                  </a:lnTo>
                  <a:lnTo>
                    <a:pt x="9638514" y="1326736"/>
                  </a:lnTo>
                  <a:lnTo>
                    <a:pt x="9709903" y="1336040"/>
                  </a:lnTo>
                  <a:lnTo>
                    <a:pt x="9787406" y="1344496"/>
                  </a:lnTo>
                  <a:lnTo>
                    <a:pt x="9871583" y="1352195"/>
                  </a:lnTo>
                  <a:lnTo>
                    <a:pt x="9962766" y="1359212"/>
                  </a:lnTo>
                  <a:lnTo>
                    <a:pt x="10060942" y="1365606"/>
                  </a:lnTo>
                  <a:lnTo>
                    <a:pt x="10165616" y="1371416"/>
                  </a:lnTo>
                  <a:lnTo>
                    <a:pt x="10275663" y="1376665"/>
                  </a:lnTo>
                  <a:lnTo>
                    <a:pt x="10389204" y="1381358"/>
                  </a:lnTo>
                  <a:lnTo>
                    <a:pt x="10503548" y="1385490"/>
                  </a:lnTo>
                  <a:lnTo>
                    <a:pt x="10615259" y="1389050"/>
                  </a:lnTo>
                  <a:lnTo>
                    <a:pt x="10720396" y="1392027"/>
                  </a:lnTo>
                  <a:lnTo>
                    <a:pt x="10814928" y="1394421"/>
                  </a:lnTo>
                  <a:lnTo>
                    <a:pt x="10895299" y="1396255"/>
                  </a:lnTo>
                  <a:lnTo>
                    <a:pt x="10959016" y="1397570"/>
                  </a:lnTo>
                  <a:lnTo>
                    <a:pt x="11005116" y="1398434"/>
                  </a:lnTo>
                  <a:lnTo>
                    <a:pt x="11034417" y="1398936"/>
                  </a:lnTo>
                  <a:lnTo>
                    <a:pt x="11049493" y="1399172"/>
                  </a:lnTo>
                  <a:lnTo>
                    <a:pt x="11054490" y="1399243"/>
                  </a:lnTo>
                  <a:lnTo>
                    <a:pt x="11054891" y="1399249"/>
                  </a:lnTo>
                  <a:lnTo>
                    <a:pt x="12049831" y="1399249"/>
                  </a:lnTo>
                  <a:lnTo>
                    <a:pt x="12049831" y="1394008"/>
                  </a:lnTo>
                  <a:lnTo>
                    <a:pt x="11054891" y="1394008"/>
                  </a:lnTo>
                  <a:lnTo>
                    <a:pt x="11053760" y="1393993"/>
                  </a:lnTo>
                  <a:lnTo>
                    <a:pt x="11046294" y="1393883"/>
                  </a:lnTo>
                  <a:lnTo>
                    <a:pt x="11027373" y="1393579"/>
                  </a:lnTo>
                  <a:lnTo>
                    <a:pt x="10993291" y="1392980"/>
                  </a:lnTo>
                  <a:lnTo>
                    <a:pt x="10941978" y="1391990"/>
                  </a:lnTo>
                  <a:lnTo>
                    <a:pt x="10873155" y="1390528"/>
                  </a:lnTo>
                  <a:lnTo>
                    <a:pt x="10788273" y="1388532"/>
                  </a:lnTo>
                  <a:lnTo>
                    <a:pt x="10690199" y="1385966"/>
                  </a:lnTo>
                  <a:lnTo>
                    <a:pt x="10582690" y="1382816"/>
                  </a:lnTo>
                  <a:lnTo>
                    <a:pt x="10469804" y="1379086"/>
                  </a:lnTo>
                  <a:lnTo>
                    <a:pt x="10355371" y="1374786"/>
                  </a:lnTo>
                  <a:lnTo>
                    <a:pt x="10242621" y="1369928"/>
                  </a:lnTo>
                  <a:lnTo>
                    <a:pt x="10134004" y="1364514"/>
                  </a:lnTo>
                  <a:lnTo>
                    <a:pt x="10031168" y="1358534"/>
                  </a:lnTo>
                  <a:lnTo>
                    <a:pt x="9935035" y="1351961"/>
                  </a:lnTo>
                  <a:lnTo>
                    <a:pt x="9845943" y="1344749"/>
                  </a:lnTo>
                  <a:lnTo>
                    <a:pt x="9763789" y="1336835"/>
                  </a:lnTo>
                  <a:lnTo>
                    <a:pt x="9688161" y="1328138"/>
                  </a:lnTo>
                  <a:lnTo>
                    <a:pt x="9618453" y="1318563"/>
                  </a:lnTo>
                  <a:lnTo>
                    <a:pt x="9553943" y="1308003"/>
                  </a:lnTo>
                  <a:lnTo>
                    <a:pt x="9493860" y="1296348"/>
                  </a:lnTo>
                  <a:lnTo>
                    <a:pt x="9437431" y="1283493"/>
                  </a:lnTo>
                  <a:lnTo>
                    <a:pt x="9383923" y="1269360"/>
                  </a:lnTo>
                  <a:lnTo>
                    <a:pt x="9347647" y="1258625"/>
                  </a:lnTo>
                  <a:lnTo>
                    <a:pt x="9289104" y="1239283"/>
                  </a:lnTo>
                  <a:lnTo>
                    <a:pt x="9232327" y="1218095"/>
                  </a:lnTo>
                  <a:lnTo>
                    <a:pt x="9176693" y="1195030"/>
                  </a:lnTo>
                  <a:lnTo>
                    <a:pt x="9121732" y="1170112"/>
                  </a:lnTo>
                  <a:lnTo>
                    <a:pt x="9067107" y="1143426"/>
                  </a:lnTo>
                  <a:lnTo>
                    <a:pt x="9012586" y="1115120"/>
                  </a:lnTo>
                  <a:lnTo>
                    <a:pt x="8958030" y="1085411"/>
                  </a:lnTo>
                  <a:lnTo>
                    <a:pt x="8903377" y="1054576"/>
                  </a:lnTo>
                  <a:lnTo>
                    <a:pt x="8848621" y="1022944"/>
                  </a:lnTo>
                  <a:lnTo>
                    <a:pt x="8793801" y="990885"/>
                  </a:lnTo>
                  <a:lnTo>
                    <a:pt x="8738974" y="958789"/>
                  </a:lnTo>
                  <a:lnTo>
                    <a:pt x="8684203" y="927048"/>
                  </a:lnTo>
                  <a:lnTo>
                    <a:pt x="8629529" y="896036"/>
                  </a:lnTo>
                  <a:lnTo>
                    <a:pt x="8574958" y="866092"/>
                  </a:lnTo>
                  <a:lnTo>
                    <a:pt x="8520438" y="837504"/>
                  </a:lnTo>
                  <a:lnTo>
                    <a:pt x="8465847" y="810499"/>
                  </a:lnTo>
                  <a:lnTo>
                    <a:pt x="8410972" y="785240"/>
                  </a:lnTo>
                  <a:lnTo>
                    <a:pt x="8355496" y="761822"/>
                  </a:lnTo>
                  <a:lnTo>
                    <a:pt x="8298977" y="740282"/>
                  </a:lnTo>
                  <a:lnTo>
                    <a:pt x="8240822" y="720597"/>
                  </a:lnTo>
                  <a:lnTo>
                    <a:pt x="8229629" y="717093"/>
                  </a:lnTo>
                  <a:lnTo>
                    <a:pt x="8177777" y="702038"/>
                  </a:lnTo>
                  <a:lnTo>
                    <a:pt x="8123476" y="688289"/>
                  </a:lnTo>
                  <a:lnTo>
                    <a:pt x="8066045" y="675799"/>
                  </a:lnTo>
                  <a:lnTo>
                    <a:pt x="8004733" y="664480"/>
                  </a:lnTo>
                  <a:lnTo>
                    <a:pt x="7938763" y="654223"/>
                  </a:lnTo>
                  <a:lnTo>
                    <a:pt x="7867373" y="644918"/>
                  </a:lnTo>
                  <a:lnTo>
                    <a:pt x="7789870" y="636462"/>
                  </a:lnTo>
                  <a:lnTo>
                    <a:pt x="7705693" y="628764"/>
                  </a:lnTo>
                  <a:lnTo>
                    <a:pt x="7614511" y="621747"/>
                  </a:lnTo>
                  <a:lnTo>
                    <a:pt x="7516335" y="615353"/>
                  </a:lnTo>
                  <a:lnTo>
                    <a:pt x="7411660" y="609543"/>
                  </a:lnTo>
                  <a:lnTo>
                    <a:pt x="7301613" y="604294"/>
                  </a:lnTo>
                  <a:lnTo>
                    <a:pt x="7188073" y="599601"/>
                  </a:lnTo>
                  <a:lnTo>
                    <a:pt x="7073729" y="595468"/>
                  </a:lnTo>
                  <a:lnTo>
                    <a:pt x="6962017" y="591909"/>
                  </a:lnTo>
                  <a:lnTo>
                    <a:pt x="6856881" y="588932"/>
                  </a:lnTo>
                  <a:lnTo>
                    <a:pt x="6762349" y="586537"/>
                  </a:lnTo>
                  <a:lnTo>
                    <a:pt x="6681977" y="584704"/>
                  </a:lnTo>
                  <a:lnTo>
                    <a:pt x="6618261" y="583389"/>
                  </a:lnTo>
                  <a:lnTo>
                    <a:pt x="6572160" y="582524"/>
                  </a:lnTo>
                  <a:lnTo>
                    <a:pt x="6542860" y="582023"/>
                  </a:lnTo>
                  <a:lnTo>
                    <a:pt x="6527784" y="581787"/>
                  </a:lnTo>
                  <a:lnTo>
                    <a:pt x="6522786" y="581715"/>
                  </a:lnTo>
                  <a:lnTo>
                    <a:pt x="6522385" y="581710"/>
                  </a:lnTo>
                  <a:lnTo>
                    <a:pt x="5527445" y="581710"/>
                  </a:lnTo>
                  <a:lnTo>
                    <a:pt x="5526312" y="581699"/>
                  </a:lnTo>
                  <a:lnTo>
                    <a:pt x="5518829" y="581620"/>
                  </a:lnTo>
                  <a:lnTo>
                    <a:pt x="5499868" y="581402"/>
                  </a:lnTo>
                  <a:lnTo>
                    <a:pt x="5465715" y="580972"/>
                  </a:lnTo>
                  <a:lnTo>
                    <a:pt x="5414303" y="580261"/>
                  </a:lnTo>
                  <a:lnTo>
                    <a:pt x="5345356" y="579212"/>
                  </a:lnTo>
                  <a:lnTo>
                    <a:pt x="5260336" y="577779"/>
                  </a:lnTo>
                  <a:lnTo>
                    <a:pt x="5162121" y="575938"/>
                  </a:lnTo>
                  <a:lnTo>
                    <a:pt x="5054483" y="573678"/>
                  </a:lnTo>
                  <a:lnTo>
                    <a:pt x="4941487" y="571001"/>
                  </a:lnTo>
                  <a:lnTo>
                    <a:pt x="4826968" y="567917"/>
                  </a:lnTo>
                  <a:lnTo>
                    <a:pt x="4714159" y="564432"/>
                  </a:lnTo>
                  <a:lnTo>
                    <a:pt x="4605509" y="560548"/>
                  </a:lnTo>
                  <a:lnTo>
                    <a:pt x="4502659" y="556258"/>
                  </a:lnTo>
                  <a:lnTo>
                    <a:pt x="4406530" y="551542"/>
                  </a:lnTo>
                  <a:lnTo>
                    <a:pt x="4317454" y="546368"/>
                  </a:lnTo>
                  <a:lnTo>
                    <a:pt x="4235322" y="540690"/>
                  </a:lnTo>
                  <a:lnTo>
                    <a:pt x="4159720" y="534449"/>
                  </a:lnTo>
                  <a:lnTo>
                    <a:pt x="4090037" y="527577"/>
                  </a:lnTo>
                  <a:lnTo>
                    <a:pt x="4025549" y="519998"/>
                  </a:lnTo>
                  <a:lnTo>
                    <a:pt x="3965484" y="511632"/>
                  </a:lnTo>
                  <a:lnTo>
                    <a:pt x="3909066" y="502405"/>
                  </a:lnTo>
                  <a:lnTo>
                    <a:pt x="3855560" y="492260"/>
                  </a:lnTo>
                  <a:lnTo>
                    <a:pt x="3820202" y="484758"/>
                  </a:lnTo>
                  <a:lnTo>
                    <a:pt x="3760244" y="470550"/>
                  </a:lnTo>
                  <a:lnTo>
                    <a:pt x="3702124" y="454953"/>
                  </a:lnTo>
                  <a:lnTo>
                    <a:pt x="3645176" y="437945"/>
                  </a:lnTo>
                  <a:lnTo>
                    <a:pt x="3588905" y="419547"/>
                  </a:lnTo>
                  <a:lnTo>
                    <a:pt x="3532958" y="399829"/>
                  </a:lnTo>
                  <a:lnTo>
                    <a:pt x="3477097" y="378911"/>
                  </a:lnTo>
                  <a:lnTo>
                    <a:pt x="3421187" y="356966"/>
                  </a:lnTo>
                  <a:lnTo>
                    <a:pt x="3365170" y="334215"/>
                  </a:lnTo>
                  <a:lnTo>
                    <a:pt x="3309050" y="310917"/>
                  </a:lnTo>
                  <a:lnTo>
                    <a:pt x="3252875" y="287363"/>
                  </a:lnTo>
                  <a:lnTo>
                    <a:pt x="3196710" y="263854"/>
                  </a:lnTo>
                  <a:lnTo>
                    <a:pt x="3140617" y="240689"/>
                  </a:lnTo>
                  <a:lnTo>
                    <a:pt x="3084633" y="218151"/>
                  </a:lnTo>
                  <a:lnTo>
                    <a:pt x="3028747" y="196489"/>
                  </a:lnTo>
                  <a:lnTo>
                    <a:pt x="2972880" y="175911"/>
                  </a:lnTo>
                  <a:lnTo>
                    <a:pt x="2916866" y="156573"/>
                  </a:lnTo>
                  <a:lnTo>
                    <a:pt x="2860437" y="138582"/>
                  </a:lnTo>
                  <a:lnTo>
                    <a:pt x="2803200" y="121992"/>
                  </a:lnTo>
                  <a:lnTo>
                    <a:pt x="2744615" y="106810"/>
                  </a:lnTo>
                  <a:lnTo>
                    <a:pt x="2702183" y="96951"/>
                  </a:lnTo>
                  <a:lnTo>
                    <a:pt x="2650290" y="86162"/>
                  </a:lnTo>
                  <a:lnTo>
                    <a:pt x="2595945" y="76309"/>
                  </a:lnTo>
                  <a:lnTo>
                    <a:pt x="2538464" y="67360"/>
                  </a:lnTo>
                  <a:lnTo>
                    <a:pt x="2477093" y="59250"/>
                  </a:lnTo>
                  <a:lnTo>
                    <a:pt x="2411056" y="51901"/>
                  </a:lnTo>
                  <a:lnTo>
                    <a:pt x="2339588" y="45236"/>
                  </a:lnTo>
                  <a:lnTo>
                    <a:pt x="2261993" y="39179"/>
                  </a:lnTo>
                  <a:lnTo>
                    <a:pt x="2177713" y="33664"/>
                  </a:lnTo>
                  <a:lnTo>
                    <a:pt x="2086415" y="28638"/>
                  </a:lnTo>
                  <a:lnTo>
                    <a:pt x="1988114" y="24059"/>
                  </a:lnTo>
                  <a:lnTo>
                    <a:pt x="1883312" y="19898"/>
                  </a:lnTo>
                  <a:lnTo>
                    <a:pt x="1773141" y="16140"/>
                  </a:lnTo>
                  <a:lnTo>
                    <a:pt x="1659492" y="12780"/>
                  </a:lnTo>
                  <a:lnTo>
                    <a:pt x="1545070" y="9823"/>
                  </a:lnTo>
                  <a:lnTo>
                    <a:pt x="1433324" y="7276"/>
                  </a:lnTo>
                  <a:lnTo>
                    <a:pt x="1328210" y="5148"/>
                  </a:lnTo>
                  <a:lnTo>
                    <a:pt x="1233764" y="3437"/>
                  </a:lnTo>
                  <a:lnTo>
                    <a:pt x="1153540" y="2128"/>
                  </a:lnTo>
                  <a:lnTo>
                    <a:pt x="1090021" y="1191"/>
                  </a:lnTo>
                  <a:lnTo>
                    <a:pt x="1044146" y="575"/>
                  </a:lnTo>
                  <a:lnTo>
                    <a:pt x="1015070" y="220"/>
                  </a:lnTo>
                  <a:lnTo>
                    <a:pt x="1000184" y="53"/>
                  </a:lnTo>
                  <a:lnTo>
                    <a:pt x="995312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12" name="pl1311"/>
            <p:cNvSpPr/>
            <p:nvPr/>
          </p:nvSpPr>
          <p:spPr>
            <a:xfrm>
              <a:off x="1199187" y="4957475"/>
              <a:ext cx="12049831" cy="1394008"/>
            </a:xfrm>
            <a:custGeom>
              <a:avLst/>
              <a:pathLst>
                <a:path w="12049831" h="1394008">
                  <a:moveTo>
                    <a:pt x="0" y="0"/>
                  </a:moveTo>
                  <a:lnTo>
                    <a:pt x="994940" y="0"/>
                  </a:lnTo>
                  <a:lnTo>
                    <a:pt x="996073" y="11"/>
                  </a:lnTo>
                  <a:lnTo>
                    <a:pt x="1003556" y="90"/>
                  </a:lnTo>
                  <a:lnTo>
                    <a:pt x="1022517" y="308"/>
                  </a:lnTo>
                  <a:lnTo>
                    <a:pt x="1056670" y="738"/>
                  </a:lnTo>
                  <a:lnTo>
                    <a:pt x="1108082" y="1448"/>
                  </a:lnTo>
                  <a:lnTo>
                    <a:pt x="1177029" y="2498"/>
                  </a:lnTo>
                  <a:lnTo>
                    <a:pt x="1262049" y="3930"/>
                  </a:lnTo>
                  <a:lnTo>
                    <a:pt x="1360264" y="5771"/>
                  </a:lnTo>
                  <a:lnTo>
                    <a:pt x="1467902" y="8032"/>
                  </a:lnTo>
                  <a:lnTo>
                    <a:pt x="1580898" y="10708"/>
                  </a:lnTo>
                  <a:lnTo>
                    <a:pt x="1695417" y="13793"/>
                  </a:lnTo>
                  <a:lnTo>
                    <a:pt x="1808226" y="17278"/>
                  </a:lnTo>
                  <a:lnTo>
                    <a:pt x="1916876" y="21161"/>
                  </a:lnTo>
                  <a:lnTo>
                    <a:pt x="2019726" y="25451"/>
                  </a:lnTo>
                  <a:lnTo>
                    <a:pt x="2115855" y="30167"/>
                  </a:lnTo>
                  <a:lnTo>
                    <a:pt x="2204931" y="35341"/>
                  </a:lnTo>
                  <a:lnTo>
                    <a:pt x="2287063" y="41020"/>
                  </a:lnTo>
                  <a:lnTo>
                    <a:pt x="2362665" y="47261"/>
                  </a:lnTo>
                  <a:lnTo>
                    <a:pt x="2432348" y="54132"/>
                  </a:lnTo>
                  <a:lnTo>
                    <a:pt x="2496836" y="61711"/>
                  </a:lnTo>
                  <a:lnTo>
                    <a:pt x="2556901" y="70077"/>
                  </a:lnTo>
                  <a:lnTo>
                    <a:pt x="2613319" y="79304"/>
                  </a:lnTo>
                  <a:lnTo>
                    <a:pt x="2666825" y="89450"/>
                  </a:lnTo>
                  <a:lnTo>
                    <a:pt x="2702183" y="96951"/>
                  </a:lnTo>
                  <a:lnTo>
                    <a:pt x="2762141" y="111160"/>
                  </a:lnTo>
                  <a:lnTo>
                    <a:pt x="2820261" y="126757"/>
                  </a:lnTo>
                  <a:lnTo>
                    <a:pt x="2877209" y="143765"/>
                  </a:lnTo>
                  <a:lnTo>
                    <a:pt x="2933480" y="162162"/>
                  </a:lnTo>
                  <a:lnTo>
                    <a:pt x="2989427" y="181881"/>
                  </a:lnTo>
                  <a:lnTo>
                    <a:pt x="3045288" y="202799"/>
                  </a:lnTo>
                  <a:lnTo>
                    <a:pt x="3101198" y="224744"/>
                  </a:lnTo>
                  <a:lnTo>
                    <a:pt x="3157215" y="247495"/>
                  </a:lnTo>
                  <a:lnTo>
                    <a:pt x="3213335" y="270792"/>
                  </a:lnTo>
                  <a:lnTo>
                    <a:pt x="3269510" y="294346"/>
                  </a:lnTo>
                  <a:lnTo>
                    <a:pt x="3325675" y="317856"/>
                  </a:lnTo>
                  <a:lnTo>
                    <a:pt x="3381768" y="341020"/>
                  </a:lnTo>
                  <a:lnTo>
                    <a:pt x="3437752" y="363558"/>
                  </a:lnTo>
                  <a:lnTo>
                    <a:pt x="3493638" y="385220"/>
                  </a:lnTo>
                  <a:lnTo>
                    <a:pt x="3549505" y="405799"/>
                  </a:lnTo>
                  <a:lnTo>
                    <a:pt x="3605519" y="425136"/>
                  </a:lnTo>
                  <a:lnTo>
                    <a:pt x="3661948" y="443127"/>
                  </a:lnTo>
                  <a:lnTo>
                    <a:pt x="3719185" y="459718"/>
                  </a:lnTo>
                  <a:lnTo>
                    <a:pt x="3777770" y="474899"/>
                  </a:lnTo>
                  <a:lnTo>
                    <a:pt x="3820202" y="484758"/>
                  </a:lnTo>
                  <a:lnTo>
                    <a:pt x="3872095" y="495547"/>
                  </a:lnTo>
                  <a:lnTo>
                    <a:pt x="3926440" y="505400"/>
                  </a:lnTo>
                  <a:lnTo>
                    <a:pt x="3983921" y="514349"/>
                  </a:lnTo>
                  <a:lnTo>
                    <a:pt x="4045292" y="522460"/>
                  </a:lnTo>
                  <a:lnTo>
                    <a:pt x="4111329" y="529808"/>
                  </a:lnTo>
                  <a:lnTo>
                    <a:pt x="4182797" y="536473"/>
                  </a:lnTo>
                  <a:lnTo>
                    <a:pt x="4260392" y="542531"/>
                  </a:lnTo>
                  <a:lnTo>
                    <a:pt x="4344672" y="548045"/>
                  </a:lnTo>
                  <a:lnTo>
                    <a:pt x="4435970" y="553071"/>
                  </a:lnTo>
                  <a:lnTo>
                    <a:pt x="4534271" y="557650"/>
                  </a:lnTo>
                  <a:lnTo>
                    <a:pt x="4639073" y="561811"/>
                  </a:lnTo>
                  <a:lnTo>
                    <a:pt x="4749244" y="565569"/>
                  </a:lnTo>
                  <a:lnTo>
                    <a:pt x="4862893" y="568929"/>
                  </a:lnTo>
                  <a:lnTo>
                    <a:pt x="4977315" y="571887"/>
                  </a:lnTo>
                  <a:lnTo>
                    <a:pt x="5089061" y="574433"/>
                  </a:lnTo>
                  <a:lnTo>
                    <a:pt x="5194175" y="576561"/>
                  </a:lnTo>
                  <a:lnTo>
                    <a:pt x="5288621" y="578272"/>
                  </a:lnTo>
                  <a:lnTo>
                    <a:pt x="5368845" y="579581"/>
                  </a:lnTo>
                  <a:lnTo>
                    <a:pt x="5432364" y="580519"/>
                  </a:lnTo>
                  <a:lnTo>
                    <a:pt x="5478239" y="581134"/>
                  </a:lnTo>
                  <a:lnTo>
                    <a:pt x="5507315" y="581490"/>
                  </a:lnTo>
                  <a:lnTo>
                    <a:pt x="5522201" y="581656"/>
                  </a:lnTo>
                  <a:lnTo>
                    <a:pt x="5527073" y="581706"/>
                  </a:lnTo>
                  <a:lnTo>
                    <a:pt x="5527445" y="581710"/>
                  </a:lnTo>
                  <a:lnTo>
                    <a:pt x="6522385" y="581710"/>
                  </a:lnTo>
                  <a:lnTo>
                    <a:pt x="6523517" y="581725"/>
                  </a:lnTo>
                  <a:lnTo>
                    <a:pt x="6530982" y="581835"/>
                  </a:lnTo>
                  <a:lnTo>
                    <a:pt x="6549904" y="582139"/>
                  </a:lnTo>
                  <a:lnTo>
                    <a:pt x="6583986" y="582738"/>
                  </a:lnTo>
                  <a:lnTo>
                    <a:pt x="6635298" y="583728"/>
                  </a:lnTo>
                  <a:lnTo>
                    <a:pt x="6704121" y="585190"/>
                  </a:lnTo>
                  <a:lnTo>
                    <a:pt x="6789003" y="587186"/>
                  </a:lnTo>
                  <a:lnTo>
                    <a:pt x="6887078" y="589752"/>
                  </a:lnTo>
                  <a:lnTo>
                    <a:pt x="6994587" y="592902"/>
                  </a:lnTo>
                  <a:lnTo>
                    <a:pt x="7107472" y="596632"/>
                  </a:lnTo>
                  <a:lnTo>
                    <a:pt x="7221906" y="600932"/>
                  </a:lnTo>
                  <a:lnTo>
                    <a:pt x="7334656" y="605790"/>
                  </a:lnTo>
                  <a:lnTo>
                    <a:pt x="7443272" y="611204"/>
                  </a:lnTo>
                  <a:lnTo>
                    <a:pt x="7546109" y="617184"/>
                  </a:lnTo>
                  <a:lnTo>
                    <a:pt x="7642242" y="623757"/>
                  </a:lnTo>
                  <a:lnTo>
                    <a:pt x="7731333" y="630969"/>
                  </a:lnTo>
                  <a:lnTo>
                    <a:pt x="7813488" y="638883"/>
                  </a:lnTo>
                  <a:lnTo>
                    <a:pt x="7889115" y="647580"/>
                  </a:lnTo>
                  <a:lnTo>
                    <a:pt x="7958824" y="657155"/>
                  </a:lnTo>
                  <a:lnTo>
                    <a:pt x="8023334" y="667715"/>
                  </a:lnTo>
                  <a:lnTo>
                    <a:pt x="8083417" y="679370"/>
                  </a:lnTo>
                  <a:lnTo>
                    <a:pt x="8139845" y="692225"/>
                  </a:lnTo>
                  <a:lnTo>
                    <a:pt x="8193354" y="706358"/>
                  </a:lnTo>
                  <a:lnTo>
                    <a:pt x="8229629" y="717093"/>
                  </a:lnTo>
                  <a:lnTo>
                    <a:pt x="8288173" y="736435"/>
                  </a:lnTo>
                  <a:lnTo>
                    <a:pt x="8344949" y="757623"/>
                  </a:lnTo>
                  <a:lnTo>
                    <a:pt x="8400583" y="780688"/>
                  </a:lnTo>
                  <a:lnTo>
                    <a:pt x="8455544" y="805606"/>
                  </a:lnTo>
                  <a:lnTo>
                    <a:pt x="8510170" y="832292"/>
                  </a:lnTo>
                  <a:lnTo>
                    <a:pt x="8564691" y="860598"/>
                  </a:lnTo>
                  <a:lnTo>
                    <a:pt x="8619246" y="890307"/>
                  </a:lnTo>
                  <a:lnTo>
                    <a:pt x="8673900" y="921142"/>
                  </a:lnTo>
                  <a:lnTo>
                    <a:pt x="8728655" y="952774"/>
                  </a:lnTo>
                  <a:lnTo>
                    <a:pt x="8783476" y="984833"/>
                  </a:lnTo>
                  <a:lnTo>
                    <a:pt x="8838302" y="1016929"/>
                  </a:lnTo>
                  <a:lnTo>
                    <a:pt x="8893074" y="1048670"/>
                  </a:lnTo>
                  <a:lnTo>
                    <a:pt x="8947748" y="1079682"/>
                  </a:lnTo>
                  <a:lnTo>
                    <a:pt x="9002319" y="1109626"/>
                  </a:lnTo>
                  <a:lnTo>
                    <a:pt x="9056838" y="1138214"/>
                  </a:lnTo>
                  <a:lnTo>
                    <a:pt x="9111430" y="1165219"/>
                  </a:lnTo>
                  <a:lnTo>
                    <a:pt x="9166305" y="1190478"/>
                  </a:lnTo>
                  <a:lnTo>
                    <a:pt x="9221781" y="1213896"/>
                  </a:lnTo>
                  <a:lnTo>
                    <a:pt x="9278300" y="1235436"/>
                  </a:lnTo>
                  <a:lnTo>
                    <a:pt x="9336454" y="1255121"/>
                  </a:lnTo>
                  <a:lnTo>
                    <a:pt x="9347647" y="1258625"/>
                  </a:lnTo>
                  <a:lnTo>
                    <a:pt x="9399500" y="1273680"/>
                  </a:lnTo>
                  <a:lnTo>
                    <a:pt x="9453800" y="1287429"/>
                  </a:lnTo>
                  <a:lnTo>
                    <a:pt x="9511232" y="1299919"/>
                  </a:lnTo>
                  <a:lnTo>
                    <a:pt x="9572544" y="1311238"/>
                  </a:lnTo>
                  <a:lnTo>
                    <a:pt x="9638514" y="1321495"/>
                  </a:lnTo>
                  <a:lnTo>
                    <a:pt x="9709903" y="1330800"/>
                  </a:lnTo>
                  <a:lnTo>
                    <a:pt x="9787406" y="1339256"/>
                  </a:lnTo>
                  <a:lnTo>
                    <a:pt x="9871583" y="1346954"/>
                  </a:lnTo>
                  <a:lnTo>
                    <a:pt x="9962766" y="1353971"/>
                  </a:lnTo>
                  <a:lnTo>
                    <a:pt x="10060942" y="1360365"/>
                  </a:lnTo>
                  <a:lnTo>
                    <a:pt x="10165616" y="1366175"/>
                  </a:lnTo>
                  <a:lnTo>
                    <a:pt x="10275663" y="1371424"/>
                  </a:lnTo>
                  <a:lnTo>
                    <a:pt x="10389204" y="1376117"/>
                  </a:lnTo>
                  <a:lnTo>
                    <a:pt x="10503548" y="1380250"/>
                  </a:lnTo>
                  <a:lnTo>
                    <a:pt x="10615259" y="1383809"/>
                  </a:lnTo>
                  <a:lnTo>
                    <a:pt x="10720396" y="1386786"/>
                  </a:lnTo>
                  <a:lnTo>
                    <a:pt x="10814928" y="1389181"/>
                  </a:lnTo>
                  <a:lnTo>
                    <a:pt x="10895299" y="1391014"/>
                  </a:lnTo>
                  <a:lnTo>
                    <a:pt x="10959016" y="1392329"/>
                  </a:lnTo>
                  <a:lnTo>
                    <a:pt x="11005116" y="1393194"/>
                  </a:lnTo>
                  <a:lnTo>
                    <a:pt x="11034417" y="1393695"/>
                  </a:lnTo>
                  <a:lnTo>
                    <a:pt x="11049493" y="1393931"/>
                  </a:lnTo>
                  <a:lnTo>
                    <a:pt x="11054490" y="1394003"/>
                  </a:lnTo>
                  <a:lnTo>
                    <a:pt x="11054891" y="1394008"/>
                  </a:lnTo>
                  <a:lnTo>
                    <a:pt x="12049831" y="1394008"/>
                  </a:lnTo>
                  <a:lnTo>
                    <a:pt x="12049831" y="13940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3" name="pl1312"/>
            <p:cNvSpPr/>
            <p:nvPr/>
          </p:nvSpPr>
          <p:spPr>
            <a:xfrm>
              <a:off x="1199187" y="4952234"/>
              <a:ext cx="12049831" cy="1394008"/>
            </a:xfrm>
            <a:custGeom>
              <a:avLst/>
              <a:pathLst>
                <a:path w="12049831" h="1394008">
                  <a:moveTo>
                    <a:pt x="12049831" y="1394008"/>
                  </a:moveTo>
                  <a:lnTo>
                    <a:pt x="11054891" y="1394008"/>
                  </a:lnTo>
                  <a:lnTo>
                    <a:pt x="11053760" y="1393993"/>
                  </a:lnTo>
                  <a:lnTo>
                    <a:pt x="11046294" y="1393883"/>
                  </a:lnTo>
                  <a:lnTo>
                    <a:pt x="11027373" y="1393579"/>
                  </a:lnTo>
                  <a:lnTo>
                    <a:pt x="10993291" y="1392980"/>
                  </a:lnTo>
                  <a:lnTo>
                    <a:pt x="10941978" y="1391990"/>
                  </a:lnTo>
                  <a:lnTo>
                    <a:pt x="10873155" y="1390528"/>
                  </a:lnTo>
                  <a:lnTo>
                    <a:pt x="10788273" y="1388532"/>
                  </a:lnTo>
                  <a:lnTo>
                    <a:pt x="10690199" y="1385966"/>
                  </a:lnTo>
                  <a:lnTo>
                    <a:pt x="10582690" y="1382816"/>
                  </a:lnTo>
                  <a:lnTo>
                    <a:pt x="10469804" y="1379086"/>
                  </a:lnTo>
                  <a:lnTo>
                    <a:pt x="10355371" y="1374786"/>
                  </a:lnTo>
                  <a:lnTo>
                    <a:pt x="10242621" y="1369928"/>
                  </a:lnTo>
                  <a:lnTo>
                    <a:pt x="10134004" y="1364514"/>
                  </a:lnTo>
                  <a:lnTo>
                    <a:pt x="10031168" y="1358534"/>
                  </a:lnTo>
                  <a:lnTo>
                    <a:pt x="9935035" y="1351961"/>
                  </a:lnTo>
                  <a:lnTo>
                    <a:pt x="9845943" y="1344749"/>
                  </a:lnTo>
                  <a:lnTo>
                    <a:pt x="9763789" y="1336835"/>
                  </a:lnTo>
                  <a:lnTo>
                    <a:pt x="9688161" y="1328138"/>
                  </a:lnTo>
                  <a:lnTo>
                    <a:pt x="9618453" y="1318563"/>
                  </a:lnTo>
                  <a:lnTo>
                    <a:pt x="9553943" y="1308003"/>
                  </a:lnTo>
                  <a:lnTo>
                    <a:pt x="9493860" y="1296348"/>
                  </a:lnTo>
                  <a:lnTo>
                    <a:pt x="9437431" y="1283493"/>
                  </a:lnTo>
                  <a:lnTo>
                    <a:pt x="9383923" y="1269360"/>
                  </a:lnTo>
                  <a:lnTo>
                    <a:pt x="9347647" y="1258625"/>
                  </a:lnTo>
                  <a:lnTo>
                    <a:pt x="9289104" y="1239283"/>
                  </a:lnTo>
                  <a:lnTo>
                    <a:pt x="9232327" y="1218095"/>
                  </a:lnTo>
                  <a:lnTo>
                    <a:pt x="9176693" y="1195030"/>
                  </a:lnTo>
                  <a:lnTo>
                    <a:pt x="9121732" y="1170112"/>
                  </a:lnTo>
                  <a:lnTo>
                    <a:pt x="9067107" y="1143426"/>
                  </a:lnTo>
                  <a:lnTo>
                    <a:pt x="9012586" y="1115120"/>
                  </a:lnTo>
                  <a:lnTo>
                    <a:pt x="8958030" y="1085411"/>
                  </a:lnTo>
                  <a:lnTo>
                    <a:pt x="8903377" y="1054576"/>
                  </a:lnTo>
                  <a:lnTo>
                    <a:pt x="8848621" y="1022944"/>
                  </a:lnTo>
                  <a:lnTo>
                    <a:pt x="8793801" y="990885"/>
                  </a:lnTo>
                  <a:lnTo>
                    <a:pt x="8738974" y="958789"/>
                  </a:lnTo>
                  <a:lnTo>
                    <a:pt x="8684203" y="927048"/>
                  </a:lnTo>
                  <a:lnTo>
                    <a:pt x="8629529" y="896036"/>
                  </a:lnTo>
                  <a:lnTo>
                    <a:pt x="8574958" y="866092"/>
                  </a:lnTo>
                  <a:lnTo>
                    <a:pt x="8520438" y="837504"/>
                  </a:lnTo>
                  <a:lnTo>
                    <a:pt x="8465847" y="810499"/>
                  </a:lnTo>
                  <a:lnTo>
                    <a:pt x="8410972" y="785240"/>
                  </a:lnTo>
                  <a:lnTo>
                    <a:pt x="8355496" y="761822"/>
                  </a:lnTo>
                  <a:lnTo>
                    <a:pt x="8298977" y="740282"/>
                  </a:lnTo>
                  <a:lnTo>
                    <a:pt x="8240822" y="720597"/>
                  </a:lnTo>
                  <a:lnTo>
                    <a:pt x="8229629" y="717093"/>
                  </a:lnTo>
                  <a:lnTo>
                    <a:pt x="8177777" y="702038"/>
                  </a:lnTo>
                  <a:lnTo>
                    <a:pt x="8123476" y="688289"/>
                  </a:lnTo>
                  <a:lnTo>
                    <a:pt x="8066045" y="675799"/>
                  </a:lnTo>
                  <a:lnTo>
                    <a:pt x="8004733" y="664480"/>
                  </a:lnTo>
                  <a:lnTo>
                    <a:pt x="7938763" y="654223"/>
                  </a:lnTo>
                  <a:lnTo>
                    <a:pt x="7867373" y="644918"/>
                  </a:lnTo>
                  <a:lnTo>
                    <a:pt x="7789870" y="636462"/>
                  </a:lnTo>
                  <a:lnTo>
                    <a:pt x="7705693" y="628764"/>
                  </a:lnTo>
                  <a:lnTo>
                    <a:pt x="7614511" y="621747"/>
                  </a:lnTo>
                  <a:lnTo>
                    <a:pt x="7516335" y="615353"/>
                  </a:lnTo>
                  <a:lnTo>
                    <a:pt x="7411660" y="609543"/>
                  </a:lnTo>
                  <a:lnTo>
                    <a:pt x="7301613" y="604294"/>
                  </a:lnTo>
                  <a:lnTo>
                    <a:pt x="7188073" y="599601"/>
                  </a:lnTo>
                  <a:lnTo>
                    <a:pt x="7073729" y="595468"/>
                  </a:lnTo>
                  <a:lnTo>
                    <a:pt x="6962017" y="591909"/>
                  </a:lnTo>
                  <a:lnTo>
                    <a:pt x="6856881" y="588932"/>
                  </a:lnTo>
                  <a:lnTo>
                    <a:pt x="6762349" y="586537"/>
                  </a:lnTo>
                  <a:lnTo>
                    <a:pt x="6681977" y="584704"/>
                  </a:lnTo>
                  <a:lnTo>
                    <a:pt x="6618261" y="583389"/>
                  </a:lnTo>
                  <a:lnTo>
                    <a:pt x="6572160" y="582524"/>
                  </a:lnTo>
                  <a:lnTo>
                    <a:pt x="6542860" y="582023"/>
                  </a:lnTo>
                  <a:lnTo>
                    <a:pt x="6527784" y="581787"/>
                  </a:lnTo>
                  <a:lnTo>
                    <a:pt x="6522786" y="581715"/>
                  </a:lnTo>
                  <a:lnTo>
                    <a:pt x="6522385" y="581710"/>
                  </a:lnTo>
                  <a:lnTo>
                    <a:pt x="5527445" y="581710"/>
                  </a:lnTo>
                  <a:lnTo>
                    <a:pt x="5526312" y="581699"/>
                  </a:lnTo>
                  <a:lnTo>
                    <a:pt x="5518829" y="581620"/>
                  </a:lnTo>
                  <a:lnTo>
                    <a:pt x="5499868" y="581402"/>
                  </a:lnTo>
                  <a:lnTo>
                    <a:pt x="5465715" y="580972"/>
                  </a:lnTo>
                  <a:lnTo>
                    <a:pt x="5414303" y="580261"/>
                  </a:lnTo>
                  <a:lnTo>
                    <a:pt x="5345356" y="579212"/>
                  </a:lnTo>
                  <a:lnTo>
                    <a:pt x="5260336" y="577779"/>
                  </a:lnTo>
                  <a:lnTo>
                    <a:pt x="5162121" y="575938"/>
                  </a:lnTo>
                  <a:lnTo>
                    <a:pt x="5054483" y="573678"/>
                  </a:lnTo>
                  <a:lnTo>
                    <a:pt x="4941487" y="571001"/>
                  </a:lnTo>
                  <a:lnTo>
                    <a:pt x="4826968" y="567917"/>
                  </a:lnTo>
                  <a:lnTo>
                    <a:pt x="4714159" y="564432"/>
                  </a:lnTo>
                  <a:lnTo>
                    <a:pt x="4605509" y="560548"/>
                  </a:lnTo>
                  <a:lnTo>
                    <a:pt x="4502659" y="556258"/>
                  </a:lnTo>
                  <a:lnTo>
                    <a:pt x="4406530" y="551542"/>
                  </a:lnTo>
                  <a:lnTo>
                    <a:pt x="4317454" y="546368"/>
                  </a:lnTo>
                  <a:lnTo>
                    <a:pt x="4235322" y="540690"/>
                  </a:lnTo>
                  <a:lnTo>
                    <a:pt x="4159720" y="534449"/>
                  </a:lnTo>
                  <a:lnTo>
                    <a:pt x="4090037" y="527577"/>
                  </a:lnTo>
                  <a:lnTo>
                    <a:pt x="4025549" y="519998"/>
                  </a:lnTo>
                  <a:lnTo>
                    <a:pt x="3965484" y="511632"/>
                  </a:lnTo>
                  <a:lnTo>
                    <a:pt x="3909066" y="502405"/>
                  </a:lnTo>
                  <a:lnTo>
                    <a:pt x="3855560" y="492260"/>
                  </a:lnTo>
                  <a:lnTo>
                    <a:pt x="3820202" y="484758"/>
                  </a:lnTo>
                  <a:lnTo>
                    <a:pt x="3760244" y="470550"/>
                  </a:lnTo>
                  <a:lnTo>
                    <a:pt x="3702124" y="454953"/>
                  </a:lnTo>
                  <a:lnTo>
                    <a:pt x="3645176" y="437945"/>
                  </a:lnTo>
                  <a:lnTo>
                    <a:pt x="3588905" y="419547"/>
                  </a:lnTo>
                  <a:lnTo>
                    <a:pt x="3532958" y="399829"/>
                  </a:lnTo>
                  <a:lnTo>
                    <a:pt x="3477097" y="378911"/>
                  </a:lnTo>
                  <a:lnTo>
                    <a:pt x="3421187" y="356966"/>
                  </a:lnTo>
                  <a:lnTo>
                    <a:pt x="3365170" y="334215"/>
                  </a:lnTo>
                  <a:lnTo>
                    <a:pt x="3309050" y="310917"/>
                  </a:lnTo>
                  <a:lnTo>
                    <a:pt x="3252875" y="287363"/>
                  </a:lnTo>
                  <a:lnTo>
                    <a:pt x="3196710" y="263854"/>
                  </a:lnTo>
                  <a:lnTo>
                    <a:pt x="3140617" y="240689"/>
                  </a:lnTo>
                  <a:lnTo>
                    <a:pt x="3084633" y="218151"/>
                  </a:lnTo>
                  <a:lnTo>
                    <a:pt x="3028747" y="196489"/>
                  </a:lnTo>
                  <a:lnTo>
                    <a:pt x="2972880" y="175911"/>
                  </a:lnTo>
                  <a:lnTo>
                    <a:pt x="2916866" y="156573"/>
                  </a:lnTo>
                  <a:lnTo>
                    <a:pt x="2860437" y="138582"/>
                  </a:lnTo>
                  <a:lnTo>
                    <a:pt x="2803200" y="121992"/>
                  </a:lnTo>
                  <a:lnTo>
                    <a:pt x="2744615" y="106810"/>
                  </a:lnTo>
                  <a:lnTo>
                    <a:pt x="2702183" y="96951"/>
                  </a:lnTo>
                  <a:lnTo>
                    <a:pt x="2650290" y="86162"/>
                  </a:lnTo>
                  <a:lnTo>
                    <a:pt x="2595945" y="76309"/>
                  </a:lnTo>
                  <a:lnTo>
                    <a:pt x="2538464" y="67360"/>
                  </a:lnTo>
                  <a:lnTo>
                    <a:pt x="2477093" y="59250"/>
                  </a:lnTo>
                  <a:lnTo>
                    <a:pt x="2411056" y="51901"/>
                  </a:lnTo>
                  <a:lnTo>
                    <a:pt x="2339588" y="45236"/>
                  </a:lnTo>
                  <a:lnTo>
                    <a:pt x="2261993" y="39179"/>
                  </a:lnTo>
                  <a:lnTo>
                    <a:pt x="2177713" y="33664"/>
                  </a:lnTo>
                  <a:lnTo>
                    <a:pt x="2086415" y="28638"/>
                  </a:lnTo>
                  <a:lnTo>
                    <a:pt x="1988114" y="24059"/>
                  </a:lnTo>
                  <a:lnTo>
                    <a:pt x="1883312" y="19898"/>
                  </a:lnTo>
                  <a:lnTo>
                    <a:pt x="1773141" y="16140"/>
                  </a:lnTo>
                  <a:lnTo>
                    <a:pt x="1659492" y="12780"/>
                  </a:lnTo>
                  <a:lnTo>
                    <a:pt x="1545070" y="9823"/>
                  </a:lnTo>
                  <a:lnTo>
                    <a:pt x="1433324" y="7276"/>
                  </a:lnTo>
                  <a:lnTo>
                    <a:pt x="1328210" y="5148"/>
                  </a:lnTo>
                  <a:lnTo>
                    <a:pt x="1233764" y="3437"/>
                  </a:lnTo>
                  <a:lnTo>
                    <a:pt x="1153540" y="2128"/>
                  </a:lnTo>
                  <a:lnTo>
                    <a:pt x="1090021" y="1191"/>
                  </a:lnTo>
                  <a:lnTo>
                    <a:pt x="1044146" y="575"/>
                  </a:lnTo>
                  <a:lnTo>
                    <a:pt x="1015070" y="220"/>
                  </a:lnTo>
                  <a:lnTo>
                    <a:pt x="1000184" y="53"/>
                  </a:lnTo>
                  <a:lnTo>
                    <a:pt x="995312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4" name="pg1313"/>
            <p:cNvSpPr/>
            <p:nvPr/>
          </p:nvSpPr>
          <p:spPr>
            <a:xfrm>
              <a:off x="1199187" y="2945071"/>
              <a:ext cx="12049831" cy="2798498"/>
            </a:xfrm>
            <a:custGeom>
              <a:avLst/>
              <a:pathLst>
                <a:path w="12049831" h="2798498">
                  <a:moveTo>
                    <a:pt x="0" y="2049087"/>
                  </a:moveTo>
                  <a:lnTo>
                    <a:pt x="994940" y="2049087"/>
                  </a:lnTo>
                  <a:lnTo>
                    <a:pt x="996072" y="2049102"/>
                  </a:lnTo>
                  <a:lnTo>
                    <a:pt x="1003542" y="2049203"/>
                  </a:lnTo>
                  <a:lnTo>
                    <a:pt x="1022476" y="2049484"/>
                  </a:lnTo>
                  <a:lnTo>
                    <a:pt x="1056579" y="2050037"/>
                  </a:lnTo>
                  <a:lnTo>
                    <a:pt x="1107922" y="2050950"/>
                  </a:lnTo>
                  <a:lnTo>
                    <a:pt x="1176784" y="2052301"/>
                  </a:lnTo>
                  <a:lnTo>
                    <a:pt x="1261708" y="2054143"/>
                  </a:lnTo>
                  <a:lnTo>
                    <a:pt x="1359825" y="2056512"/>
                  </a:lnTo>
                  <a:lnTo>
                    <a:pt x="1467373" y="2059420"/>
                  </a:lnTo>
                  <a:lnTo>
                    <a:pt x="1580292" y="2062863"/>
                  </a:lnTo>
                  <a:lnTo>
                    <a:pt x="1694752" y="2066832"/>
                  </a:lnTo>
                  <a:lnTo>
                    <a:pt x="1807520" y="2071317"/>
                  </a:lnTo>
                  <a:lnTo>
                    <a:pt x="1916147" y="2076314"/>
                  </a:lnTo>
                  <a:lnTo>
                    <a:pt x="2018987" y="2081834"/>
                  </a:lnTo>
                  <a:lnTo>
                    <a:pt x="2115119" y="2087901"/>
                  </a:lnTo>
                  <a:lnTo>
                    <a:pt x="2204206" y="2094559"/>
                  </a:lnTo>
                  <a:lnTo>
                    <a:pt x="2286354" y="2101865"/>
                  </a:lnTo>
                  <a:lnTo>
                    <a:pt x="2361973" y="2109893"/>
                  </a:lnTo>
                  <a:lnTo>
                    <a:pt x="2431674" y="2118733"/>
                  </a:lnTo>
                  <a:lnTo>
                    <a:pt x="2496177" y="2128482"/>
                  </a:lnTo>
                  <a:lnTo>
                    <a:pt x="2556255" y="2139242"/>
                  </a:lnTo>
                  <a:lnTo>
                    <a:pt x="2612680" y="2151110"/>
                  </a:lnTo>
                  <a:lnTo>
                    <a:pt x="2666188" y="2164159"/>
                  </a:lnTo>
                  <a:lnTo>
                    <a:pt x="2702183" y="2173989"/>
                  </a:lnTo>
                  <a:lnTo>
                    <a:pt x="2761141" y="2191968"/>
                  </a:lnTo>
                  <a:lnTo>
                    <a:pt x="2818311" y="2211676"/>
                  </a:lnTo>
                  <a:lnTo>
                    <a:pt x="2874330" y="2233139"/>
                  </a:lnTo>
                  <a:lnTo>
                    <a:pt x="2929675" y="2256336"/>
                  </a:lnTo>
                  <a:lnTo>
                    <a:pt x="2984687" y="2281185"/>
                  </a:lnTo>
                  <a:lnTo>
                    <a:pt x="3039600" y="2307543"/>
                  </a:lnTo>
                  <a:lnTo>
                    <a:pt x="3094552" y="2335204"/>
                  </a:lnTo>
                  <a:lnTo>
                    <a:pt x="3149605" y="2363905"/>
                  </a:lnTo>
                  <a:lnTo>
                    <a:pt x="3204760" y="2393332"/>
                  </a:lnTo>
                  <a:lnTo>
                    <a:pt x="3259978" y="2423136"/>
                  </a:lnTo>
                  <a:lnTo>
                    <a:pt x="3315197" y="2452948"/>
                  </a:lnTo>
                  <a:lnTo>
                    <a:pt x="3370355" y="2482399"/>
                  </a:lnTo>
                  <a:lnTo>
                    <a:pt x="3425413" y="2511138"/>
                  </a:lnTo>
                  <a:lnTo>
                    <a:pt x="3480369" y="2538851"/>
                  </a:lnTo>
                  <a:lnTo>
                    <a:pt x="3535281" y="2565271"/>
                  </a:lnTo>
                  <a:lnTo>
                    <a:pt x="3590285" y="2590190"/>
                  </a:lnTo>
                  <a:lnTo>
                    <a:pt x="3645608" y="2613462"/>
                  </a:lnTo>
                  <a:lnTo>
                    <a:pt x="3701589" y="2635003"/>
                  </a:lnTo>
                  <a:lnTo>
                    <a:pt x="3758696" y="2654787"/>
                  </a:lnTo>
                  <a:lnTo>
                    <a:pt x="3817559" y="2672841"/>
                  </a:lnTo>
                  <a:lnTo>
                    <a:pt x="3820202" y="2673596"/>
                  </a:lnTo>
                  <a:lnTo>
                    <a:pt x="3872067" y="2687489"/>
                  </a:lnTo>
                  <a:lnTo>
                    <a:pt x="3926381" y="2700176"/>
                  </a:lnTo>
                  <a:lnTo>
                    <a:pt x="3983827" y="2711701"/>
                  </a:lnTo>
                  <a:lnTo>
                    <a:pt x="4045157" y="2722146"/>
                  </a:lnTo>
                  <a:lnTo>
                    <a:pt x="4111148" y="2731610"/>
                  </a:lnTo>
                  <a:lnTo>
                    <a:pt x="4182561" y="2740195"/>
                  </a:lnTo>
                  <a:lnTo>
                    <a:pt x="4260092" y="2747997"/>
                  </a:lnTo>
                  <a:lnTo>
                    <a:pt x="4344301" y="2755100"/>
                  </a:lnTo>
                  <a:lnTo>
                    <a:pt x="4435518" y="2761574"/>
                  </a:lnTo>
                  <a:lnTo>
                    <a:pt x="4533733" y="2767473"/>
                  </a:lnTo>
                  <a:lnTo>
                    <a:pt x="4638446" y="2772833"/>
                  </a:lnTo>
                  <a:lnTo>
                    <a:pt x="4748531" y="2777675"/>
                  </a:lnTo>
                  <a:lnTo>
                    <a:pt x="4862104" y="2782005"/>
                  </a:lnTo>
                  <a:lnTo>
                    <a:pt x="4976472" y="2785816"/>
                  </a:lnTo>
                  <a:lnTo>
                    <a:pt x="5088194" y="2789099"/>
                  </a:lnTo>
                  <a:lnTo>
                    <a:pt x="5193324" y="2791844"/>
                  </a:lnTo>
                  <a:lnTo>
                    <a:pt x="5287830" y="2794052"/>
                  </a:lnTo>
                  <a:lnTo>
                    <a:pt x="5368156" y="2795742"/>
                  </a:lnTo>
                  <a:lnTo>
                    <a:pt x="5431813" y="2796953"/>
                  </a:lnTo>
                  <a:lnTo>
                    <a:pt x="5477845" y="2797750"/>
                  </a:lnTo>
                  <a:lnTo>
                    <a:pt x="5507076" y="2798211"/>
                  </a:lnTo>
                  <a:lnTo>
                    <a:pt x="5522094" y="2798428"/>
                  </a:lnTo>
                  <a:lnTo>
                    <a:pt x="5527053" y="2798493"/>
                  </a:lnTo>
                  <a:lnTo>
                    <a:pt x="5527445" y="2798498"/>
                  </a:lnTo>
                  <a:lnTo>
                    <a:pt x="6522385" y="2798498"/>
                  </a:lnTo>
                  <a:lnTo>
                    <a:pt x="6523463" y="2798448"/>
                  </a:lnTo>
                  <a:lnTo>
                    <a:pt x="6530584" y="2798088"/>
                  </a:lnTo>
                  <a:lnTo>
                    <a:pt x="6548655" y="2797093"/>
                  </a:lnTo>
                  <a:lnTo>
                    <a:pt x="6581263" y="2795133"/>
                  </a:lnTo>
                  <a:lnTo>
                    <a:pt x="6630473" y="2791892"/>
                  </a:lnTo>
                  <a:lnTo>
                    <a:pt x="6696678" y="2787097"/>
                  </a:lnTo>
                  <a:lnTo>
                    <a:pt x="6778632" y="2780543"/>
                  </a:lnTo>
                  <a:lnTo>
                    <a:pt x="6873725" y="2772101"/>
                  </a:lnTo>
                  <a:lnTo>
                    <a:pt x="6978451" y="2761719"/>
                  </a:lnTo>
                  <a:lnTo>
                    <a:pt x="7088950" y="2749400"/>
                  </a:lnTo>
                  <a:lnTo>
                    <a:pt x="7201515" y="2735180"/>
                  </a:lnTo>
                  <a:lnTo>
                    <a:pt x="7312955" y="2719097"/>
                  </a:lnTo>
                  <a:lnTo>
                    <a:pt x="7420792" y="2701165"/>
                  </a:lnTo>
                  <a:lnTo>
                    <a:pt x="7523307" y="2681362"/>
                  </a:lnTo>
                  <a:lnTo>
                    <a:pt x="7619481" y="2659609"/>
                  </a:lnTo>
                  <a:lnTo>
                    <a:pt x="7708875" y="2635773"/>
                  </a:lnTo>
                  <a:lnTo>
                    <a:pt x="7791494" y="2609661"/>
                  </a:lnTo>
                  <a:lnTo>
                    <a:pt x="7867663" y="2581024"/>
                  </a:lnTo>
                  <a:lnTo>
                    <a:pt x="7937916" y="2549561"/>
                  </a:lnTo>
                  <a:lnTo>
                    <a:pt x="8002916" y="2514933"/>
                  </a:lnTo>
                  <a:lnTo>
                    <a:pt x="8063387" y="2476780"/>
                  </a:lnTo>
                  <a:lnTo>
                    <a:pt x="8120068" y="2434747"/>
                  </a:lnTo>
                  <a:lnTo>
                    <a:pt x="8173677" y="2388537"/>
                  </a:lnTo>
                  <a:lnTo>
                    <a:pt x="8224869" y="2337985"/>
                  </a:lnTo>
                  <a:lnTo>
                    <a:pt x="8229629" y="2332955"/>
                  </a:lnTo>
                  <a:lnTo>
                    <a:pt x="8274094" y="2283232"/>
                  </a:lnTo>
                  <a:lnTo>
                    <a:pt x="8317450" y="2229904"/>
                  </a:lnTo>
                  <a:lnTo>
                    <a:pt x="8359994" y="2172899"/>
                  </a:lnTo>
                  <a:lnTo>
                    <a:pt x="8401968" y="2112200"/>
                  </a:lnTo>
                  <a:lnTo>
                    <a:pt x="8443565" y="2047854"/>
                  </a:lnTo>
                  <a:lnTo>
                    <a:pt x="8484936" y="1979979"/>
                  </a:lnTo>
                  <a:lnTo>
                    <a:pt x="8526195" y="1908762"/>
                  </a:lnTo>
                  <a:lnTo>
                    <a:pt x="8567425" y="1834468"/>
                  </a:lnTo>
                  <a:lnTo>
                    <a:pt x="8608678" y="1757434"/>
                  </a:lnTo>
                  <a:lnTo>
                    <a:pt x="8649985" y="1678067"/>
                  </a:lnTo>
                  <a:lnTo>
                    <a:pt x="8691354" y="1596835"/>
                  </a:lnTo>
                  <a:lnTo>
                    <a:pt x="8732777" y="1514260"/>
                  </a:lnTo>
                  <a:lnTo>
                    <a:pt x="8774235" y="1430899"/>
                  </a:lnTo>
                  <a:lnTo>
                    <a:pt x="8815704" y="1347334"/>
                  </a:lnTo>
                  <a:lnTo>
                    <a:pt x="8857154" y="1264153"/>
                  </a:lnTo>
                  <a:lnTo>
                    <a:pt x="8898562" y="1181930"/>
                  </a:lnTo>
                  <a:lnTo>
                    <a:pt x="8939912" y="1101215"/>
                  </a:lnTo>
                  <a:lnTo>
                    <a:pt x="8981200" y="1022513"/>
                  </a:lnTo>
                  <a:lnTo>
                    <a:pt x="9022443" y="946276"/>
                  </a:lnTo>
                  <a:lnTo>
                    <a:pt x="9063674" y="872889"/>
                  </a:lnTo>
                  <a:lnTo>
                    <a:pt x="9104958" y="802668"/>
                  </a:lnTo>
                  <a:lnTo>
                    <a:pt x="9146384" y="735854"/>
                  </a:lnTo>
                  <a:lnTo>
                    <a:pt x="9188078" y="672613"/>
                  </a:lnTo>
                  <a:lnTo>
                    <a:pt x="9230204" y="613040"/>
                  </a:lnTo>
                  <a:lnTo>
                    <a:pt x="9272967" y="557162"/>
                  </a:lnTo>
                  <a:lnTo>
                    <a:pt x="9316627" y="504945"/>
                  </a:lnTo>
                  <a:lnTo>
                    <a:pt x="9347647" y="470783"/>
                  </a:lnTo>
                  <a:lnTo>
                    <a:pt x="9398641" y="419817"/>
                  </a:lnTo>
                  <a:lnTo>
                    <a:pt x="9451993" y="373200"/>
                  </a:lnTo>
                  <a:lnTo>
                    <a:pt x="9508352" y="330781"/>
                  </a:lnTo>
                  <a:lnTo>
                    <a:pt x="9568430" y="292273"/>
                  </a:lnTo>
                  <a:lnTo>
                    <a:pt x="9632968" y="257326"/>
                  </a:lnTo>
                  <a:lnTo>
                    <a:pt x="9702693" y="225578"/>
                  </a:lnTo>
                  <a:lnTo>
                    <a:pt x="9778274" y="196685"/>
                  </a:lnTo>
                  <a:lnTo>
                    <a:pt x="9860262" y="170345"/>
                  </a:lnTo>
                  <a:lnTo>
                    <a:pt x="9949005" y="146302"/>
                  </a:lnTo>
                  <a:lnTo>
                    <a:pt x="10044546" y="124358"/>
                  </a:lnTo>
                  <a:lnTo>
                    <a:pt x="10146492" y="104374"/>
                  </a:lnTo>
                  <a:lnTo>
                    <a:pt x="10253886" y="86266"/>
                  </a:lnTo>
                  <a:lnTo>
                    <a:pt x="10365078" y="70007"/>
                  </a:lnTo>
                  <a:lnTo>
                    <a:pt x="10477663" y="55609"/>
                  </a:lnTo>
                  <a:lnTo>
                    <a:pt x="10588512" y="43107"/>
                  </a:lnTo>
                  <a:lnTo>
                    <a:pt x="10693953" y="32540"/>
                  </a:lnTo>
                  <a:lnTo>
                    <a:pt x="10790123" y="23915"/>
                  </a:lnTo>
                  <a:lnTo>
                    <a:pt x="10873455" y="17185"/>
                  </a:lnTo>
                  <a:lnTo>
                    <a:pt x="10941234" y="12231"/>
                  </a:lnTo>
                  <a:lnTo>
                    <a:pt x="10992070" y="8853"/>
                  </a:lnTo>
                  <a:lnTo>
                    <a:pt x="11026192" y="6784"/>
                  </a:lnTo>
                  <a:lnTo>
                    <a:pt x="11045512" y="5713"/>
                  </a:lnTo>
                  <a:lnTo>
                    <a:pt x="11053482" y="530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3" y="50"/>
                  </a:lnTo>
                  <a:lnTo>
                    <a:pt x="11046692" y="410"/>
                  </a:lnTo>
                  <a:lnTo>
                    <a:pt x="11028621" y="1404"/>
                  </a:lnTo>
                  <a:lnTo>
                    <a:pt x="10996013" y="3364"/>
                  </a:lnTo>
                  <a:lnTo>
                    <a:pt x="10946803" y="6605"/>
                  </a:lnTo>
                  <a:lnTo>
                    <a:pt x="10880599" y="11400"/>
                  </a:lnTo>
                  <a:lnTo>
                    <a:pt x="10798645" y="17955"/>
                  </a:lnTo>
                  <a:lnTo>
                    <a:pt x="10703551" y="26397"/>
                  </a:lnTo>
                  <a:lnTo>
                    <a:pt x="10598826" y="36779"/>
                  </a:lnTo>
                  <a:lnTo>
                    <a:pt x="10488326" y="49098"/>
                  </a:lnTo>
                  <a:lnTo>
                    <a:pt x="10375761" y="63318"/>
                  </a:lnTo>
                  <a:lnTo>
                    <a:pt x="10264322" y="79401"/>
                  </a:lnTo>
                  <a:lnTo>
                    <a:pt x="10156485" y="97332"/>
                  </a:lnTo>
                  <a:lnTo>
                    <a:pt x="10053969" y="117136"/>
                  </a:lnTo>
                  <a:lnTo>
                    <a:pt x="9957795" y="138889"/>
                  </a:lnTo>
                  <a:lnTo>
                    <a:pt x="9868402" y="162724"/>
                  </a:lnTo>
                  <a:lnTo>
                    <a:pt x="9785783" y="188836"/>
                  </a:lnTo>
                  <a:lnTo>
                    <a:pt x="9709614" y="217474"/>
                  </a:lnTo>
                  <a:lnTo>
                    <a:pt x="9639360" y="248937"/>
                  </a:lnTo>
                  <a:lnTo>
                    <a:pt x="9574360" y="283564"/>
                  </a:lnTo>
                  <a:lnTo>
                    <a:pt x="9513890" y="321718"/>
                  </a:lnTo>
                  <a:lnTo>
                    <a:pt x="9457208" y="363751"/>
                  </a:lnTo>
                  <a:lnTo>
                    <a:pt x="9403600" y="409960"/>
                  </a:lnTo>
                  <a:lnTo>
                    <a:pt x="9352408" y="460512"/>
                  </a:lnTo>
                  <a:lnTo>
                    <a:pt x="9347647" y="465542"/>
                  </a:lnTo>
                  <a:lnTo>
                    <a:pt x="9303182" y="515266"/>
                  </a:lnTo>
                  <a:lnTo>
                    <a:pt x="9259827" y="568594"/>
                  </a:lnTo>
                  <a:lnTo>
                    <a:pt x="9217283" y="625599"/>
                  </a:lnTo>
                  <a:lnTo>
                    <a:pt x="9175308" y="686298"/>
                  </a:lnTo>
                  <a:lnTo>
                    <a:pt x="9133712" y="750643"/>
                  </a:lnTo>
                  <a:lnTo>
                    <a:pt x="9092341" y="818519"/>
                  </a:lnTo>
                  <a:lnTo>
                    <a:pt x="9051081" y="889736"/>
                  </a:lnTo>
                  <a:lnTo>
                    <a:pt x="9009852" y="964030"/>
                  </a:lnTo>
                  <a:lnTo>
                    <a:pt x="8968598" y="1041064"/>
                  </a:lnTo>
                  <a:lnTo>
                    <a:pt x="8927291" y="1120431"/>
                  </a:lnTo>
                  <a:lnTo>
                    <a:pt x="8885923" y="1201662"/>
                  </a:lnTo>
                  <a:lnTo>
                    <a:pt x="8844500" y="1284238"/>
                  </a:lnTo>
                  <a:lnTo>
                    <a:pt x="8803041" y="1367598"/>
                  </a:lnTo>
                  <a:lnTo>
                    <a:pt x="8761573" y="1451163"/>
                  </a:lnTo>
                  <a:lnTo>
                    <a:pt x="8720123" y="1534345"/>
                  </a:lnTo>
                  <a:lnTo>
                    <a:pt x="8678715" y="1616567"/>
                  </a:lnTo>
                  <a:lnTo>
                    <a:pt x="8637365" y="1697283"/>
                  </a:lnTo>
                  <a:lnTo>
                    <a:pt x="8596076" y="1775984"/>
                  </a:lnTo>
                  <a:lnTo>
                    <a:pt x="8554834" y="1852222"/>
                  </a:lnTo>
                  <a:lnTo>
                    <a:pt x="8513602" y="1925608"/>
                  </a:lnTo>
                  <a:lnTo>
                    <a:pt x="8472319" y="1995830"/>
                  </a:lnTo>
                  <a:lnTo>
                    <a:pt x="8430893" y="2062644"/>
                  </a:lnTo>
                  <a:lnTo>
                    <a:pt x="8389198" y="2125885"/>
                  </a:lnTo>
                  <a:lnTo>
                    <a:pt x="8347073" y="2185458"/>
                  </a:lnTo>
                  <a:lnTo>
                    <a:pt x="8304309" y="2241336"/>
                  </a:lnTo>
                  <a:lnTo>
                    <a:pt x="8260649" y="2293552"/>
                  </a:lnTo>
                  <a:lnTo>
                    <a:pt x="8229629" y="2327714"/>
                  </a:lnTo>
                  <a:lnTo>
                    <a:pt x="8178636" y="2378680"/>
                  </a:lnTo>
                  <a:lnTo>
                    <a:pt x="8125284" y="2425298"/>
                  </a:lnTo>
                  <a:lnTo>
                    <a:pt x="8068925" y="2467717"/>
                  </a:lnTo>
                  <a:lnTo>
                    <a:pt x="8008846" y="2506224"/>
                  </a:lnTo>
                  <a:lnTo>
                    <a:pt x="7944308" y="2541171"/>
                  </a:lnTo>
                  <a:lnTo>
                    <a:pt x="7874584" y="2572920"/>
                  </a:lnTo>
                  <a:lnTo>
                    <a:pt x="7799003" y="2601812"/>
                  </a:lnTo>
                  <a:lnTo>
                    <a:pt x="7717015" y="2628153"/>
                  </a:lnTo>
                  <a:lnTo>
                    <a:pt x="7628271" y="2652195"/>
                  </a:lnTo>
                  <a:lnTo>
                    <a:pt x="7532731" y="2674139"/>
                  </a:lnTo>
                  <a:lnTo>
                    <a:pt x="7430784" y="2694124"/>
                  </a:lnTo>
                  <a:lnTo>
                    <a:pt x="7323391" y="2712231"/>
                  </a:lnTo>
                  <a:lnTo>
                    <a:pt x="7212199" y="2728491"/>
                  </a:lnTo>
                  <a:lnTo>
                    <a:pt x="7099614" y="2742889"/>
                  </a:lnTo>
                  <a:lnTo>
                    <a:pt x="6988765" y="2755390"/>
                  </a:lnTo>
                  <a:lnTo>
                    <a:pt x="6883323" y="2765957"/>
                  </a:lnTo>
                  <a:lnTo>
                    <a:pt x="6787154" y="2774583"/>
                  </a:lnTo>
                  <a:lnTo>
                    <a:pt x="6703821" y="2781312"/>
                  </a:lnTo>
                  <a:lnTo>
                    <a:pt x="6636042" y="2786267"/>
                  </a:lnTo>
                  <a:lnTo>
                    <a:pt x="6585207" y="2789645"/>
                  </a:lnTo>
                  <a:lnTo>
                    <a:pt x="6551084" y="2791713"/>
                  </a:lnTo>
                  <a:lnTo>
                    <a:pt x="6531764" y="2792785"/>
                  </a:lnTo>
                  <a:lnTo>
                    <a:pt x="6523794" y="2793191"/>
                  </a:lnTo>
                  <a:lnTo>
                    <a:pt x="6522385" y="2793257"/>
                  </a:lnTo>
                  <a:lnTo>
                    <a:pt x="5527445" y="2793257"/>
                  </a:lnTo>
                  <a:lnTo>
                    <a:pt x="5526313" y="2793243"/>
                  </a:lnTo>
                  <a:lnTo>
                    <a:pt x="5518843" y="2793142"/>
                  </a:lnTo>
                  <a:lnTo>
                    <a:pt x="5499909" y="2792861"/>
                  </a:lnTo>
                  <a:lnTo>
                    <a:pt x="5465806" y="2792308"/>
                  </a:lnTo>
                  <a:lnTo>
                    <a:pt x="5414463" y="2791394"/>
                  </a:lnTo>
                  <a:lnTo>
                    <a:pt x="5345601" y="2790044"/>
                  </a:lnTo>
                  <a:lnTo>
                    <a:pt x="5260677" y="2788202"/>
                  </a:lnTo>
                  <a:lnTo>
                    <a:pt x="5162560" y="2785833"/>
                  </a:lnTo>
                  <a:lnTo>
                    <a:pt x="5055012" y="2782925"/>
                  </a:lnTo>
                  <a:lnTo>
                    <a:pt x="4942093" y="2779482"/>
                  </a:lnTo>
                  <a:lnTo>
                    <a:pt x="4827633" y="2775513"/>
                  </a:lnTo>
                  <a:lnTo>
                    <a:pt x="4714865" y="2771028"/>
                  </a:lnTo>
                  <a:lnTo>
                    <a:pt x="4606238" y="2766031"/>
                  </a:lnTo>
                  <a:lnTo>
                    <a:pt x="4503398" y="2760511"/>
                  </a:lnTo>
                  <a:lnTo>
                    <a:pt x="4407266" y="2754444"/>
                  </a:lnTo>
                  <a:lnTo>
                    <a:pt x="4318179" y="2747786"/>
                  </a:lnTo>
                  <a:lnTo>
                    <a:pt x="4236031" y="2740480"/>
                  </a:lnTo>
                  <a:lnTo>
                    <a:pt x="4160412" y="2732452"/>
                  </a:lnTo>
                  <a:lnTo>
                    <a:pt x="4090711" y="2723612"/>
                  </a:lnTo>
                  <a:lnTo>
                    <a:pt x="4026208" y="2713863"/>
                  </a:lnTo>
                  <a:lnTo>
                    <a:pt x="3966130" y="2703103"/>
                  </a:lnTo>
                  <a:lnTo>
                    <a:pt x="3909705" y="2691235"/>
                  </a:lnTo>
                  <a:lnTo>
                    <a:pt x="3856197" y="2678186"/>
                  </a:lnTo>
                  <a:lnTo>
                    <a:pt x="3820202" y="2668356"/>
                  </a:lnTo>
                  <a:lnTo>
                    <a:pt x="3761244" y="2650376"/>
                  </a:lnTo>
                  <a:lnTo>
                    <a:pt x="3704074" y="2630669"/>
                  </a:lnTo>
                  <a:lnTo>
                    <a:pt x="3648055" y="2609206"/>
                  </a:lnTo>
                  <a:lnTo>
                    <a:pt x="3592710" y="2586009"/>
                  </a:lnTo>
                  <a:lnTo>
                    <a:pt x="3537698" y="2561160"/>
                  </a:lnTo>
                  <a:lnTo>
                    <a:pt x="3482785" y="2534802"/>
                  </a:lnTo>
                  <a:lnTo>
                    <a:pt x="3427833" y="2507141"/>
                  </a:lnTo>
                  <a:lnTo>
                    <a:pt x="3372780" y="2478440"/>
                  </a:lnTo>
                  <a:lnTo>
                    <a:pt x="3317625" y="2449013"/>
                  </a:lnTo>
                  <a:lnTo>
                    <a:pt x="3262407" y="2419209"/>
                  </a:lnTo>
                  <a:lnTo>
                    <a:pt x="3207188" y="2389397"/>
                  </a:lnTo>
                  <a:lnTo>
                    <a:pt x="3152030" y="2359946"/>
                  </a:lnTo>
                  <a:lnTo>
                    <a:pt x="3096972" y="2331207"/>
                  </a:lnTo>
                  <a:lnTo>
                    <a:pt x="3042016" y="2303494"/>
                  </a:lnTo>
                  <a:lnTo>
                    <a:pt x="2987104" y="2277074"/>
                  </a:lnTo>
                  <a:lnTo>
                    <a:pt x="2932100" y="2252155"/>
                  </a:lnTo>
                  <a:lnTo>
                    <a:pt x="2876777" y="2228883"/>
                  </a:lnTo>
                  <a:lnTo>
                    <a:pt x="2820796" y="2207342"/>
                  </a:lnTo>
                  <a:lnTo>
                    <a:pt x="2763689" y="2187558"/>
                  </a:lnTo>
                  <a:lnTo>
                    <a:pt x="2704826" y="2169504"/>
                  </a:lnTo>
                  <a:lnTo>
                    <a:pt x="2702183" y="2168749"/>
                  </a:lnTo>
                  <a:lnTo>
                    <a:pt x="2650318" y="2154856"/>
                  </a:lnTo>
                  <a:lnTo>
                    <a:pt x="2596004" y="2142169"/>
                  </a:lnTo>
                  <a:lnTo>
                    <a:pt x="2538558" y="2130644"/>
                  </a:lnTo>
                  <a:lnTo>
                    <a:pt x="2477228" y="2120199"/>
                  </a:lnTo>
                  <a:lnTo>
                    <a:pt x="2411237" y="2110735"/>
                  </a:lnTo>
                  <a:lnTo>
                    <a:pt x="2339824" y="2102150"/>
                  </a:lnTo>
                  <a:lnTo>
                    <a:pt x="2262293" y="2094348"/>
                  </a:lnTo>
                  <a:lnTo>
                    <a:pt x="2178084" y="2087245"/>
                  </a:lnTo>
                  <a:lnTo>
                    <a:pt x="2086867" y="2080771"/>
                  </a:lnTo>
                  <a:lnTo>
                    <a:pt x="1988652" y="2074872"/>
                  </a:lnTo>
                  <a:lnTo>
                    <a:pt x="1883939" y="2069512"/>
                  </a:lnTo>
                  <a:lnTo>
                    <a:pt x="1773854" y="2064670"/>
                  </a:lnTo>
                  <a:lnTo>
                    <a:pt x="1660281" y="2060340"/>
                  </a:lnTo>
                  <a:lnTo>
                    <a:pt x="1545913" y="2056528"/>
                  </a:lnTo>
                  <a:lnTo>
                    <a:pt x="1434191" y="2053246"/>
                  </a:lnTo>
                  <a:lnTo>
                    <a:pt x="1329061" y="2050501"/>
                  </a:lnTo>
                  <a:lnTo>
                    <a:pt x="1234555" y="2048293"/>
                  </a:lnTo>
                  <a:lnTo>
                    <a:pt x="1154229" y="2046603"/>
                  </a:lnTo>
                  <a:lnTo>
                    <a:pt x="1090572" y="2045391"/>
                  </a:lnTo>
                  <a:lnTo>
                    <a:pt x="1044540" y="2044595"/>
                  </a:lnTo>
                  <a:lnTo>
                    <a:pt x="1015309" y="2044134"/>
                  </a:lnTo>
                  <a:lnTo>
                    <a:pt x="1000291" y="2043917"/>
                  </a:lnTo>
                  <a:lnTo>
                    <a:pt x="995332" y="2043852"/>
                  </a:lnTo>
                  <a:lnTo>
                    <a:pt x="994940" y="2043847"/>
                  </a:lnTo>
                  <a:lnTo>
                    <a:pt x="0" y="2043847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15" name="pl1314"/>
            <p:cNvSpPr/>
            <p:nvPr/>
          </p:nvSpPr>
          <p:spPr>
            <a:xfrm>
              <a:off x="1199187" y="2950312"/>
              <a:ext cx="12049831" cy="2793257"/>
            </a:xfrm>
            <a:custGeom>
              <a:avLst/>
              <a:pathLst>
                <a:path w="12049831" h="2793257">
                  <a:moveTo>
                    <a:pt x="0" y="2043847"/>
                  </a:moveTo>
                  <a:lnTo>
                    <a:pt x="994940" y="2043847"/>
                  </a:lnTo>
                  <a:lnTo>
                    <a:pt x="996072" y="2043861"/>
                  </a:lnTo>
                  <a:lnTo>
                    <a:pt x="1003542" y="2043963"/>
                  </a:lnTo>
                  <a:lnTo>
                    <a:pt x="1022476" y="2044243"/>
                  </a:lnTo>
                  <a:lnTo>
                    <a:pt x="1056579" y="2044796"/>
                  </a:lnTo>
                  <a:lnTo>
                    <a:pt x="1107922" y="2045710"/>
                  </a:lnTo>
                  <a:lnTo>
                    <a:pt x="1176784" y="2047060"/>
                  </a:lnTo>
                  <a:lnTo>
                    <a:pt x="1261708" y="2048903"/>
                  </a:lnTo>
                  <a:lnTo>
                    <a:pt x="1359825" y="2051272"/>
                  </a:lnTo>
                  <a:lnTo>
                    <a:pt x="1467373" y="2054179"/>
                  </a:lnTo>
                  <a:lnTo>
                    <a:pt x="1580292" y="2057623"/>
                  </a:lnTo>
                  <a:lnTo>
                    <a:pt x="1694752" y="2061592"/>
                  </a:lnTo>
                  <a:lnTo>
                    <a:pt x="1807520" y="2066076"/>
                  </a:lnTo>
                  <a:lnTo>
                    <a:pt x="1916147" y="2071073"/>
                  </a:lnTo>
                  <a:lnTo>
                    <a:pt x="2018987" y="2076593"/>
                  </a:lnTo>
                  <a:lnTo>
                    <a:pt x="2115119" y="2082661"/>
                  </a:lnTo>
                  <a:lnTo>
                    <a:pt x="2204206" y="2089318"/>
                  </a:lnTo>
                  <a:lnTo>
                    <a:pt x="2286354" y="2096624"/>
                  </a:lnTo>
                  <a:lnTo>
                    <a:pt x="2361973" y="2104652"/>
                  </a:lnTo>
                  <a:lnTo>
                    <a:pt x="2431674" y="2113492"/>
                  </a:lnTo>
                  <a:lnTo>
                    <a:pt x="2496177" y="2123241"/>
                  </a:lnTo>
                  <a:lnTo>
                    <a:pt x="2556255" y="2134001"/>
                  </a:lnTo>
                  <a:lnTo>
                    <a:pt x="2612680" y="2145869"/>
                  </a:lnTo>
                  <a:lnTo>
                    <a:pt x="2666188" y="2158918"/>
                  </a:lnTo>
                  <a:lnTo>
                    <a:pt x="2702183" y="2168749"/>
                  </a:lnTo>
                  <a:lnTo>
                    <a:pt x="2761141" y="2186728"/>
                  </a:lnTo>
                  <a:lnTo>
                    <a:pt x="2818311" y="2206435"/>
                  </a:lnTo>
                  <a:lnTo>
                    <a:pt x="2874330" y="2227899"/>
                  </a:lnTo>
                  <a:lnTo>
                    <a:pt x="2929675" y="2251095"/>
                  </a:lnTo>
                  <a:lnTo>
                    <a:pt x="2984687" y="2275945"/>
                  </a:lnTo>
                  <a:lnTo>
                    <a:pt x="3039600" y="2302302"/>
                  </a:lnTo>
                  <a:lnTo>
                    <a:pt x="3094552" y="2329964"/>
                  </a:lnTo>
                  <a:lnTo>
                    <a:pt x="3149605" y="2358664"/>
                  </a:lnTo>
                  <a:lnTo>
                    <a:pt x="3204760" y="2388091"/>
                  </a:lnTo>
                  <a:lnTo>
                    <a:pt x="3259978" y="2417895"/>
                  </a:lnTo>
                  <a:lnTo>
                    <a:pt x="3315197" y="2447707"/>
                  </a:lnTo>
                  <a:lnTo>
                    <a:pt x="3370355" y="2477158"/>
                  </a:lnTo>
                  <a:lnTo>
                    <a:pt x="3425413" y="2505898"/>
                  </a:lnTo>
                  <a:lnTo>
                    <a:pt x="3480369" y="2533610"/>
                  </a:lnTo>
                  <a:lnTo>
                    <a:pt x="3535281" y="2560031"/>
                  </a:lnTo>
                  <a:lnTo>
                    <a:pt x="3590285" y="2584949"/>
                  </a:lnTo>
                  <a:lnTo>
                    <a:pt x="3645608" y="2608221"/>
                  </a:lnTo>
                  <a:lnTo>
                    <a:pt x="3701589" y="2629762"/>
                  </a:lnTo>
                  <a:lnTo>
                    <a:pt x="3758696" y="2649546"/>
                  </a:lnTo>
                  <a:lnTo>
                    <a:pt x="3817559" y="2667600"/>
                  </a:lnTo>
                  <a:lnTo>
                    <a:pt x="3820202" y="2668356"/>
                  </a:lnTo>
                  <a:lnTo>
                    <a:pt x="3872067" y="2682248"/>
                  </a:lnTo>
                  <a:lnTo>
                    <a:pt x="3926381" y="2694935"/>
                  </a:lnTo>
                  <a:lnTo>
                    <a:pt x="3983827" y="2706460"/>
                  </a:lnTo>
                  <a:lnTo>
                    <a:pt x="4045157" y="2716905"/>
                  </a:lnTo>
                  <a:lnTo>
                    <a:pt x="4111148" y="2726369"/>
                  </a:lnTo>
                  <a:lnTo>
                    <a:pt x="4182561" y="2734954"/>
                  </a:lnTo>
                  <a:lnTo>
                    <a:pt x="4260092" y="2742756"/>
                  </a:lnTo>
                  <a:lnTo>
                    <a:pt x="4344301" y="2749859"/>
                  </a:lnTo>
                  <a:lnTo>
                    <a:pt x="4435518" y="2756333"/>
                  </a:lnTo>
                  <a:lnTo>
                    <a:pt x="4533733" y="2762232"/>
                  </a:lnTo>
                  <a:lnTo>
                    <a:pt x="4638446" y="2767592"/>
                  </a:lnTo>
                  <a:lnTo>
                    <a:pt x="4748531" y="2772435"/>
                  </a:lnTo>
                  <a:lnTo>
                    <a:pt x="4862104" y="2776764"/>
                  </a:lnTo>
                  <a:lnTo>
                    <a:pt x="4976472" y="2780576"/>
                  </a:lnTo>
                  <a:lnTo>
                    <a:pt x="5088194" y="2783859"/>
                  </a:lnTo>
                  <a:lnTo>
                    <a:pt x="5193324" y="2786604"/>
                  </a:lnTo>
                  <a:lnTo>
                    <a:pt x="5287830" y="2788812"/>
                  </a:lnTo>
                  <a:lnTo>
                    <a:pt x="5368156" y="2790501"/>
                  </a:lnTo>
                  <a:lnTo>
                    <a:pt x="5431813" y="2791713"/>
                  </a:lnTo>
                  <a:lnTo>
                    <a:pt x="5477845" y="2792509"/>
                  </a:lnTo>
                  <a:lnTo>
                    <a:pt x="5507076" y="2792970"/>
                  </a:lnTo>
                  <a:lnTo>
                    <a:pt x="5522094" y="2793187"/>
                  </a:lnTo>
                  <a:lnTo>
                    <a:pt x="5527053" y="2793253"/>
                  </a:lnTo>
                  <a:lnTo>
                    <a:pt x="5527445" y="2793257"/>
                  </a:lnTo>
                  <a:lnTo>
                    <a:pt x="6522385" y="2793257"/>
                  </a:lnTo>
                  <a:lnTo>
                    <a:pt x="6523463" y="2793207"/>
                  </a:lnTo>
                  <a:lnTo>
                    <a:pt x="6530584" y="2792847"/>
                  </a:lnTo>
                  <a:lnTo>
                    <a:pt x="6548655" y="2791853"/>
                  </a:lnTo>
                  <a:lnTo>
                    <a:pt x="6581263" y="2789893"/>
                  </a:lnTo>
                  <a:lnTo>
                    <a:pt x="6630473" y="2786652"/>
                  </a:lnTo>
                  <a:lnTo>
                    <a:pt x="6696678" y="2781857"/>
                  </a:lnTo>
                  <a:lnTo>
                    <a:pt x="6778632" y="2775302"/>
                  </a:lnTo>
                  <a:lnTo>
                    <a:pt x="6873725" y="2766860"/>
                  </a:lnTo>
                  <a:lnTo>
                    <a:pt x="6978451" y="2756478"/>
                  </a:lnTo>
                  <a:lnTo>
                    <a:pt x="7088950" y="2744159"/>
                  </a:lnTo>
                  <a:lnTo>
                    <a:pt x="7201515" y="2729939"/>
                  </a:lnTo>
                  <a:lnTo>
                    <a:pt x="7312955" y="2713856"/>
                  </a:lnTo>
                  <a:lnTo>
                    <a:pt x="7420792" y="2695925"/>
                  </a:lnTo>
                  <a:lnTo>
                    <a:pt x="7523307" y="2676121"/>
                  </a:lnTo>
                  <a:lnTo>
                    <a:pt x="7619481" y="2654368"/>
                  </a:lnTo>
                  <a:lnTo>
                    <a:pt x="7708875" y="2630533"/>
                  </a:lnTo>
                  <a:lnTo>
                    <a:pt x="7791494" y="2604421"/>
                  </a:lnTo>
                  <a:lnTo>
                    <a:pt x="7867663" y="2575783"/>
                  </a:lnTo>
                  <a:lnTo>
                    <a:pt x="7937916" y="2544320"/>
                  </a:lnTo>
                  <a:lnTo>
                    <a:pt x="8002916" y="2509693"/>
                  </a:lnTo>
                  <a:lnTo>
                    <a:pt x="8063387" y="2471539"/>
                  </a:lnTo>
                  <a:lnTo>
                    <a:pt x="8120068" y="2429506"/>
                  </a:lnTo>
                  <a:lnTo>
                    <a:pt x="8173677" y="2383297"/>
                  </a:lnTo>
                  <a:lnTo>
                    <a:pt x="8224869" y="2332745"/>
                  </a:lnTo>
                  <a:lnTo>
                    <a:pt x="8229629" y="2327714"/>
                  </a:lnTo>
                  <a:lnTo>
                    <a:pt x="8274094" y="2277991"/>
                  </a:lnTo>
                  <a:lnTo>
                    <a:pt x="8317450" y="2224663"/>
                  </a:lnTo>
                  <a:lnTo>
                    <a:pt x="8359994" y="2167658"/>
                  </a:lnTo>
                  <a:lnTo>
                    <a:pt x="8401968" y="2106959"/>
                  </a:lnTo>
                  <a:lnTo>
                    <a:pt x="8443565" y="2042614"/>
                  </a:lnTo>
                  <a:lnTo>
                    <a:pt x="8484936" y="1974738"/>
                  </a:lnTo>
                  <a:lnTo>
                    <a:pt x="8526195" y="1903521"/>
                  </a:lnTo>
                  <a:lnTo>
                    <a:pt x="8567425" y="1829227"/>
                  </a:lnTo>
                  <a:lnTo>
                    <a:pt x="8608678" y="1752193"/>
                  </a:lnTo>
                  <a:lnTo>
                    <a:pt x="8649985" y="1672826"/>
                  </a:lnTo>
                  <a:lnTo>
                    <a:pt x="8691354" y="1591595"/>
                  </a:lnTo>
                  <a:lnTo>
                    <a:pt x="8732777" y="1509019"/>
                  </a:lnTo>
                  <a:lnTo>
                    <a:pt x="8774235" y="1425659"/>
                  </a:lnTo>
                  <a:lnTo>
                    <a:pt x="8815704" y="1342094"/>
                  </a:lnTo>
                  <a:lnTo>
                    <a:pt x="8857154" y="1258912"/>
                  </a:lnTo>
                  <a:lnTo>
                    <a:pt x="8898562" y="1176689"/>
                  </a:lnTo>
                  <a:lnTo>
                    <a:pt x="8939912" y="1095974"/>
                  </a:lnTo>
                  <a:lnTo>
                    <a:pt x="8981200" y="1017273"/>
                  </a:lnTo>
                  <a:lnTo>
                    <a:pt x="9022443" y="941035"/>
                  </a:lnTo>
                  <a:lnTo>
                    <a:pt x="9063674" y="867648"/>
                  </a:lnTo>
                  <a:lnTo>
                    <a:pt x="9104958" y="797427"/>
                  </a:lnTo>
                  <a:lnTo>
                    <a:pt x="9146384" y="730613"/>
                  </a:lnTo>
                  <a:lnTo>
                    <a:pt x="9188078" y="667372"/>
                  </a:lnTo>
                  <a:lnTo>
                    <a:pt x="9230204" y="607799"/>
                  </a:lnTo>
                  <a:lnTo>
                    <a:pt x="9272967" y="551921"/>
                  </a:lnTo>
                  <a:lnTo>
                    <a:pt x="9316627" y="499705"/>
                  </a:lnTo>
                  <a:lnTo>
                    <a:pt x="9347647" y="465542"/>
                  </a:lnTo>
                  <a:lnTo>
                    <a:pt x="9398641" y="414577"/>
                  </a:lnTo>
                  <a:lnTo>
                    <a:pt x="9451993" y="367959"/>
                  </a:lnTo>
                  <a:lnTo>
                    <a:pt x="9508352" y="325540"/>
                  </a:lnTo>
                  <a:lnTo>
                    <a:pt x="9568430" y="287033"/>
                  </a:lnTo>
                  <a:lnTo>
                    <a:pt x="9632968" y="252086"/>
                  </a:lnTo>
                  <a:lnTo>
                    <a:pt x="9702693" y="220337"/>
                  </a:lnTo>
                  <a:lnTo>
                    <a:pt x="9778274" y="191445"/>
                  </a:lnTo>
                  <a:lnTo>
                    <a:pt x="9860262" y="165104"/>
                  </a:lnTo>
                  <a:lnTo>
                    <a:pt x="9949005" y="141062"/>
                  </a:lnTo>
                  <a:lnTo>
                    <a:pt x="10044546" y="119118"/>
                  </a:lnTo>
                  <a:lnTo>
                    <a:pt x="10146492" y="99133"/>
                  </a:lnTo>
                  <a:lnTo>
                    <a:pt x="10253886" y="81026"/>
                  </a:lnTo>
                  <a:lnTo>
                    <a:pt x="10365078" y="64766"/>
                  </a:lnTo>
                  <a:lnTo>
                    <a:pt x="10477663" y="50368"/>
                  </a:lnTo>
                  <a:lnTo>
                    <a:pt x="10588512" y="37867"/>
                  </a:lnTo>
                  <a:lnTo>
                    <a:pt x="10693953" y="27300"/>
                  </a:lnTo>
                  <a:lnTo>
                    <a:pt x="10790123" y="18674"/>
                  </a:lnTo>
                  <a:lnTo>
                    <a:pt x="10873455" y="11945"/>
                  </a:lnTo>
                  <a:lnTo>
                    <a:pt x="10941234" y="6990"/>
                  </a:lnTo>
                  <a:lnTo>
                    <a:pt x="10992070" y="3612"/>
                  </a:lnTo>
                  <a:lnTo>
                    <a:pt x="11026192" y="1544"/>
                  </a:lnTo>
                  <a:lnTo>
                    <a:pt x="11045512" y="472"/>
                  </a:lnTo>
                  <a:lnTo>
                    <a:pt x="11053482" y="66"/>
                  </a:lnTo>
                  <a:lnTo>
                    <a:pt x="11054890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6" name="pl1315"/>
            <p:cNvSpPr/>
            <p:nvPr/>
          </p:nvSpPr>
          <p:spPr>
            <a:xfrm>
              <a:off x="1199187" y="2945071"/>
              <a:ext cx="12049831" cy="2793257"/>
            </a:xfrm>
            <a:custGeom>
              <a:avLst/>
              <a:pathLst>
                <a:path w="12049831" h="2793257">
                  <a:moveTo>
                    <a:pt x="12049831" y="0"/>
                  </a:moveTo>
                  <a:lnTo>
                    <a:pt x="11054891" y="0"/>
                  </a:lnTo>
                  <a:lnTo>
                    <a:pt x="11053813" y="50"/>
                  </a:lnTo>
                  <a:lnTo>
                    <a:pt x="11046692" y="410"/>
                  </a:lnTo>
                  <a:lnTo>
                    <a:pt x="11028621" y="1404"/>
                  </a:lnTo>
                  <a:lnTo>
                    <a:pt x="10996013" y="3364"/>
                  </a:lnTo>
                  <a:lnTo>
                    <a:pt x="10946803" y="6605"/>
                  </a:lnTo>
                  <a:lnTo>
                    <a:pt x="10880599" y="11400"/>
                  </a:lnTo>
                  <a:lnTo>
                    <a:pt x="10798645" y="17955"/>
                  </a:lnTo>
                  <a:lnTo>
                    <a:pt x="10703551" y="26397"/>
                  </a:lnTo>
                  <a:lnTo>
                    <a:pt x="10598826" y="36779"/>
                  </a:lnTo>
                  <a:lnTo>
                    <a:pt x="10488326" y="49098"/>
                  </a:lnTo>
                  <a:lnTo>
                    <a:pt x="10375761" y="63318"/>
                  </a:lnTo>
                  <a:lnTo>
                    <a:pt x="10264322" y="79401"/>
                  </a:lnTo>
                  <a:lnTo>
                    <a:pt x="10156485" y="97332"/>
                  </a:lnTo>
                  <a:lnTo>
                    <a:pt x="10053969" y="117136"/>
                  </a:lnTo>
                  <a:lnTo>
                    <a:pt x="9957795" y="138889"/>
                  </a:lnTo>
                  <a:lnTo>
                    <a:pt x="9868402" y="162724"/>
                  </a:lnTo>
                  <a:lnTo>
                    <a:pt x="9785783" y="188836"/>
                  </a:lnTo>
                  <a:lnTo>
                    <a:pt x="9709614" y="217474"/>
                  </a:lnTo>
                  <a:lnTo>
                    <a:pt x="9639360" y="248937"/>
                  </a:lnTo>
                  <a:lnTo>
                    <a:pt x="9574360" y="283564"/>
                  </a:lnTo>
                  <a:lnTo>
                    <a:pt x="9513890" y="321718"/>
                  </a:lnTo>
                  <a:lnTo>
                    <a:pt x="9457208" y="363751"/>
                  </a:lnTo>
                  <a:lnTo>
                    <a:pt x="9403600" y="409960"/>
                  </a:lnTo>
                  <a:lnTo>
                    <a:pt x="9352408" y="460512"/>
                  </a:lnTo>
                  <a:lnTo>
                    <a:pt x="9347647" y="465542"/>
                  </a:lnTo>
                  <a:lnTo>
                    <a:pt x="9303182" y="515266"/>
                  </a:lnTo>
                  <a:lnTo>
                    <a:pt x="9259827" y="568594"/>
                  </a:lnTo>
                  <a:lnTo>
                    <a:pt x="9217283" y="625599"/>
                  </a:lnTo>
                  <a:lnTo>
                    <a:pt x="9175308" y="686298"/>
                  </a:lnTo>
                  <a:lnTo>
                    <a:pt x="9133712" y="750643"/>
                  </a:lnTo>
                  <a:lnTo>
                    <a:pt x="9092341" y="818519"/>
                  </a:lnTo>
                  <a:lnTo>
                    <a:pt x="9051081" y="889736"/>
                  </a:lnTo>
                  <a:lnTo>
                    <a:pt x="9009852" y="964030"/>
                  </a:lnTo>
                  <a:lnTo>
                    <a:pt x="8968598" y="1041064"/>
                  </a:lnTo>
                  <a:lnTo>
                    <a:pt x="8927291" y="1120431"/>
                  </a:lnTo>
                  <a:lnTo>
                    <a:pt x="8885923" y="1201662"/>
                  </a:lnTo>
                  <a:lnTo>
                    <a:pt x="8844500" y="1284238"/>
                  </a:lnTo>
                  <a:lnTo>
                    <a:pt x="8803041" y="1367598"/>
                  </a:lnTo>
                  <a:lnTo>
                    <a:pt x="8761573" y="1451163"/>
                  </a:lnTo>
                  <a:lnTo>
                    <a:pt x="8720123" y="1534345"/>
                  </a:lnTo>
                  <a:lnTo>
                    <a:pt x="8678715" y="1616567"/>
                  </a:lnTo>
                  <a:lnTo>
                    <a:pt x="8637365" y="1697283"/>
                  </a:lnTo>
                  <a:lnTo>
                    <a:pt x="8596076" y="1775984"/>
                  </a:lnTo>
                  <a:lnTo>
                    <a:pt x="8554834" y="1852222"/>
                  </a:lnTo>
                  <a:lnTo>
                    <a:pt x="8513602" y="1925608"/>
                  </a:lnTo>
                  <a:lnTo>
                    <a:pt x="8472319" y="1995830"/>
                  </a:lnTo>
                  <a:lnTo>
                    <a:pt x="8430893" y="2062644"/>
                  </a:lnTo>
                  <a:lnTo>
                    <a:pt x="8389198" y="2125885"/>
                  </a:lnTo>
                  <a:lnTo>
                    <a:pt x="8347073" y="2185458"/>
                  </a:lnTo>
                  <a:lnTo>
                    <a:pt x="8304309" y="2241336"/>
                  </a:lnTo>
                  <a:lnTo>
                    <a:pt x="8260649" y="2293552"/>
                  </a:lnTo>
                  <a:lnTo>
                    <a:pt x="8229629" y="2327714"/>
                  </a:lnTo>
                  <a:lnTo>
                    <a:pt x="8178636" y="2378680"/>
                  </a:lnTo>
                  <a:lnTo>
                    <a:pt x="8125284" y="2425298"/>
                  </a:lnTo>
                  <a:lnTo>
                    <a:pt x="8068925" y="2467717"/>
                  </a:lnTo>
                  <a:lnTo>
                    <a:pt x="8008846" y="2506224"/>
                  </a:lnTo>
                  <a:lnTo>
                    <a:pt x="7944308" y="2541171"/>
                  </a:lnTo>
                  <a:lnTo>
                    <a:pt x="7874584" y="2572920"/>
                  </a:lnTo>
                  <a:lnTo>
                    <a:pt x="7799003" y="2601812"/>
                  </a:lnTo>
                  <a:lnTo>
                    <a:pt x="7717015" y="2628153"/>
                  </a:lnTo>
                  <a:lnTo>
                    <a:pt x="7628271" y="2652195"/>
                  </a:lnTo>
                  <a:lnTo>
                    <a:pt x="7532731" y="2674139"/>
                  </a:lnTo>
                  <a:lnTo>
                    <a:pt x="7430784" y="2694124"/>
                  </a:lnTo>
                  <a:lnTo>
                    <a:pt x="7323391" y="2712231"/>
                  </a:lnTo>
                  <a:lnTo>
                    <a:pt x="7212199" y="2728491"/>
                  </a:lnTo>
                  <a:lnTo>
                    <a:pt x="7099614" y="2742889"/>
                  </a:lnTo>
                  <a:lnTo>
                    <a:pt x="6988765" y="2755390"/>
                  </a:lnTo>
                  <a:lnTo>
                    <a:pt x="6883323" y="2765957"/>
                  </a:lnTo>
                  <a:lnTo>
                    <a:pt x="6787154" y="2774583"/>
                  </a:lnTo>
                  <a:lnTo>
                    <a:pt x="6703821" y="2781312"/>
                  </a:lnTo>
                  <a:lnTo>
                    <a:pt x="6636042" y="2786267"/>
                  </a:lnTo>
                  <a:lnTo>
                    <a:pt x="6585207" y="2789645"/>
                  </a:lnTo>
                  <a:lnTo>
                    <a:pt x="6551084" y="2791713"/>
                  </a:lnTo>
                  <a:lnTo>
                    <a:pt x="6531764" y="2792785"/>
                  </a:lnTo>
                  <a:lnTo>
                    <a:pt x="6523794" y="2793191"/>
                  </a:lnTo>
                  <a:lnTo>
                    <a:pt x="6522386" y="2793257"/>
                  </a:lnTo>
                  <a:lnTo>
                    <a:pt x="6522385" y="2793257"/>
                  </a:lnTo>
                  <a:lnTo>
                    <a:pt x="5527445" y="2793257"/>
                  </a:lnTo>
                  <a:lnTo>
                    <a:pt x="5526313" y="2793243"/>
                  </a:lnTo>
                  <a:lnTo>
                    <a:pt x="5518843" y="2793142"/>
                  </a:lnTo>
                  <a:lnTo>
                    <a:pt x="5499909" y="2792861"/>
                  </a:lnTo>
                  <a:lnTo>
                    <a:pt x="5465806" y="2792308"/>
                  </a:lnTo>
                  <a:lnTo>
                    <a:pt x="5414463" y="2791394"/>
                  </a:lnTo>
                  <a:lnTo>
                    <a:pt x="5345601" y="2790044"/>
                  </a:lnTo>
                  <a:lnTo>
                    <a:pt x="5260677" y="2788202"/>
                  </a:lnTo>
                  <a:lnTo>
                    <a:pt x="5162560" y="2785833"/>
                  </a:lnTo>
                  <a:lnTo>
                    <a:pt x="5055012" y="2782925"/>
                  </a:lnTo>
                  <a:lnTo>
                    <a:pt x="4942093" y="2779482"/>
                  </a:lnTo>
                  <a:lnTo>
                    <a:pt x="4827633" y="2775513"/>
                  </a:lnTo>
                  <a:lnTo>
                    <a:pt x="4714865" y="2771028"/>
                  </a:lnTo>
                  <a:lnTo>
                    <a:pt x="4606238" y="2766031"/>
                  </a:lnTo>
                  <a:lnTo>
                    <a:pt x="4503398" y="2760511"/>
                  </a:lnTo>
                  <a:lnTo>
                    <a:pt x="4407266" y="2754444"/>
                  </a:lnTo>
                  <a:lnTo>
                    <a:pt x="4318179" y="2747786"/>
                  </a:lnTo>
                  <a:lnTo>
                    <a:pt x="4236031" y="2740480"/>
                  </a:lnTo>
                  <a:lnTo>
                    <a:pt x="4160412" y="2732452"/>
                  </a:lnTo>
                  <a:lnTo>
                    <a:pt x="4090711" y="2723612"/>
                  </a:lnTo>
                  <a:lnTo>
                    <a:pt x="4026208" y="2713863"/>
                  </a:lnTo>
                  <a:lnTo>
                    <a:pt x="3966130" y="2703103"/>
                  </a:lnTo>
                  <a:lnTo>
                    <a:pt x="3909705" y="2691235"/>
                  </a:lnTo>
                  <a:lnTo>
                    <a:pt x="3856197" y="2678186"/>
                  </a:lnTo>
                  <a:lnTo>
                    <a:pt x="3820202" y="2668356"/>
                  </a:lnTo>
                  <a:lnTo>
                    <a:pt x="3761244" y="2650376"/>
                  </a:lnTo>
                  <a:lnTo>
                    <a:pt x="3704074" y="2630669"/>
                  </a:lnTo>
                  <a:lnTo>
                    <a:pt x="3648055" y="2609206"/>
                  </a:lnTo>
                  <a:lnTo>
                    <a:pt x="3592710" y="2586009"/>
                  </a:lnTo>
                  <a:lnTo>
                    <a:pt x="3537698" y="2561160"/>
                  </a:lnTo>
                  <a:lnTo>
                    <a:pt x="3482785" y="2534802"/>
                  </a:lnTo>
                  <a:lnTo>
                    <a:pt x="3427833" y="2507141"/>
                  </a:lnTo>
                  <a:lnTo>
                    <a:pt x="3372780" y="2478440"/>
                  </a:lnTo>
                  <a:lnTo>
                    <a:pt x="3317625" y="2449013"/>
                  </a:lnTo>
                  <a:lnTo>
                    <a:pt x="3262407" y="2419209"/>
                  </a:lnTo>
                  <a:lnTo>
                    <a:pt x="3207188" y="2389397"/>
                  </a:lnTo>
                  <a:lnTo>
                    <a:pt x="3152030" y="2359946"/>
                  </a:lnTo>
                  <a:lnTo>
                    <a:pt x="3096972" y="2331207"/>
                  </a:lnTo>
                  <a:lnTo>
                    <a:pt x="3042016" y="2303494"/>
                  </a:lnTo>
                  <a:lnTo>
                    <a:pt x="2987104" y="2277074"/>
                  </a:lnTo>
                  <a:lnTo>
                    <a:pt x="2932100" y="2252155"/>
                  </a:lnTo>
                  <a:lnTo>
                    <a:pt x="2876777" y="2228883"/>
                  </a:lnTo>
                  <a:lnTo>
                    <a:pt x="2820796" y="2207342"/>
                  </a:lnTo>
                  <a:lnTo>
                    <a:pt x="2763689" y="2187558"/>
                  </a:lnTo>
                  <a:lnTo>
                    <a:pt x="2704826" y="2169504"/>
                  </a:lnTo>
                  <a:lnTo>
                    <a:pt x="2702183" y="2168749"/>
                  </a:lnTo>
                  <a:lnTo>
                    <a:pt x="2650318" y="2154856"/>
                  </a:lnTo>
                  <a:lnTo>
                    <a:pt x="2596004" y="2142169"/>
                  </a:lnTo>
                  <a:lnTo>
                    <a:pt x="2538558" y="2130644"/>
                  </a:lnTo>
                  <a:lnTo>
                    <a:pt x="2477228" y="2120199"/>
                  </a:lnTo>
                  <a:lnTo>
                    <a:pt x="2411237" y="2110735"/>
                  </a:lnTo>
                  <a:lnTo>
                    <a:pt x="2339824" y="2102150"/>
                  </a:lnTo>
                  <a:lnTo>
                    <a:pt x="2262293" y="2094348"/>
                  </a:lnTo>
                  <a:lnTo>
                    <a:pt x="2178084" y="2087245"/>
                  </a:lnTo>
                  <a:lnTo>
                    <a:pt x="2086867" y="2080771"/>
                  </a:lnTo>
                  <a:lnTo>
                    <a:pt x="1988652" y="2074872"/>
                  </a:lnTo>
                  <a:lnTo>
                    <a:pt x="1883939" y="2069512"/>
                  </a:lnTo>
                  <a:lnTo>
                    <a:pt x="1773854" y="2064670"/>
                  </a:lnTo>
                  <a:lnTo>
                    <a:pt x="1660281" y="2060340"/>
                  </a:lnTo>
                  <a:lnTo>
                    <a:pt x="1545913" y="2056528"/>
                  </a:lnTo>
                  <a:lnTo>
                    <a:pt x="1434191" y="2053246"/>
                  </a:lnTo>
                  <a:lnTo>
                    <a:pt x="1329061" y="2050501"/>
                  </a:lnTo>
                  <a:lnTo>
                    <a:pt x="1234555" y="2048293"/>
                  </a:lnTo>
                  <a:lnTo>
                    <a:pt x="1154229" y="2046603"/>
                  </a:lnTo>
                  <a:lnTo>
                    <a:pt x="1090572" y="2045391"/>
                  </a:lnTo>
                  <a:lnTo>
                    <a:pt x="1044540" y="2044595"/>
                  </a:lnTo>
                  <a:lnTo>
                    <a:pt x="1015309" y="2044134"/>
                  </a:lnTo>
                  <a:lnTo>
                    <a:pt x="1000291" y="2043917"/>
                  </a:lnTo>
                  <a:lnTo>
                    <a:pt x="995332" y="2043852"/>
                  </a:lnTo>
                  <a:lnTo>
                    <a:pt x="994940" y="2043847"/>
                  </a:lnTo>
                  <a:lnTo>
                    <a:pt x="0" y="2043847"/>
                  </a:lnTo>
                  <a:lnTo>
                    <a:pt x="0" y="20438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7" name="pg1316"/>
            <p:cNvSpPr/>
            <p:nvPr/>
          </p:nvSpPr>
          <p:spPr>
            <a:xfrm>
              <a:off x="1199187" y="4994159"/>
              <a:ext cx="12049831" cy="807057"/>
            </a:xfrm>
            <a:custGeom>
              <a:avLst/>
              <a:pathLst>
                <a:path w="12049831" h="807057">
                  <a:moveTo>
                    <a:pt x="0" y="5240"/>
                  </a:moveTo>
                  <a:lnTo>
                    <a:pt x="994940" y="5240"/>
                  </a:lnTo>
                  <a:lnTo>
                    <a:pt x="996071" y="5255"/>
                  </a:lnTo>
                  <a:lnTo>
                    <a:pt x="1003538" y="5364"/>
                  </a:lnTo>
                  <a:lnTo>
                    <a:pt x="1022461" y="5664"/>
                  </a:lnTo>
                  <a:lnTo>
                    <a:pt x="1056547" y="6255"/>
                  </a:lnTo>
                  <a:lnTo>
                    <a:pt x="1107864" y="7232"/>
                  </a:lnTo>
                  <a:lnTo>
                    <a:pt x="1176694" y="8676"/>
                  </a:lnTo>
                  <a:lnTo>
                    <a:pt x="1261583" y="10647"/>
                  </a:lnTo>
                  <a:lnTo>
                    <a:pt x="1359665" y="13180"/>
                  </a:lnTo>
                  <a:lnTo>
                    <a:pt x="1467181" y="16289"/>
                  </a:lnTo>
                  <a:lnTo>
                    <a:pt x="1580072" y="19972"/>
                  </a:lnTo>
                  <a:lnTo>
                    <a:pt x="1694510" y="24216"/>
                  </a:lnTo>
                  <a:lnTo>
                    <a:pt x="1807263" y="29012"/>
                  </a:lnTo>
                  <a:lnTo>
                    <a:pt x="1915882" y="34356"/>
                  </a:lnTo>
                  <a:lnTo>
                    <a:pt x="2018719" y="40260"/>
                  </a:lnTo>
                  <a:lnTo>
                    <a:pt x="2114852" y="46749"/>
                  </a:lnTo>
                  <a:lnTo>
                    <a:pt x="2203943" y="53868"/>
                  </a:lnTo>
                  <a:lnTo>
                    <a:pt x="2286096" y="61681"/>
                  </a:lnTo>
                  <a:lnTo>
                    <a:pt x="2361722" y="70267"/>
                  </a:lnTo>
                  <a:lnTo>
                    <a:pt x="2431429" y="79719"/>
                  </a:lnTo>
                  <a:lnTo>
                    <a:pt x="2495938" y="90144"/>
                  </a:lnTo>
                  <a:lnTo>
                    <a:pt x="2556020" y="101650"/>
                  </a:lnTo>
                  <a:lnTo>
                    <a:pt x="2612448" y="114341"/>
                  </a:lnTo>
                  <a:lnTo>
                    <a:pt x="2665956" y="128294"/>
                  </a:lnTo>
                  <a:lnTo>
                    <a:pt x="2702183" y="138876"/>
                  </a:lnTo>
                  <a:lnTo>
                    <a:pt x="2760797" y="157993"/>
                  </a:lnTo>
                  <a:lnTo>
                    <a:pt x="2817640" y="178937"/>
                  </a:lnTo>
                  <a:lnTo>
                    <a:pt x="2873340" y="201737"/>
                  </a:lnTo>
                  <a:lnTo>
                    <a:pt x="2928366" y="226372"/>
                  </a:lnTo>
                  <a:lnTo>
                    <a:pt x="2983057" y="252755"/>
                  </a:lnTo>
                  <a:lnTo>
                    <a:pt x="3037645" y="280740"/>
                  </a:lnTo>
                  <a:lnTo>
                    <a:pt x="3092268" y="310112"/>
                  </a:lnTo>
                  <a:lnTo>
                    <a:pt x="3146989" y="340595"/>
                  </a:lnTo>
                  <a:lnTo>
                    <a:pt x="3201812" y="371863"/>
                  </a:lnTo>
                  <a:lnTo>
                    <a:pt x="3256700" y="403549"/>
                  </a:lnTo>
                  <a:lnTo>
                    <a:pt x="3311593" y="435268"/>
                  </a:lnTo>
                  <a:lnTo>
                    <a:pt x="3366430" y="466630"/>
                  </a:lnTo>
                  <a:lnTo>
                    <a:pt x="3421169" y="497265"/>
                  </a:lnTo>
                  <a:lnTo>
                    <a:pt x="3475806" y="526839"/>
                  </a:lnTo>
                  <a:lnTo>
                    <a:pt x="3530392" y="555067"/>
                  </a:lnTo>
                  <a:lnTo>
                    <a:pt x="3585053" y="581724"/>
                  </a:lnTo>
                  <a:lnTo>
                    <a:pt x="3640004" y="606652"/>
                  </a:lnTo>
                  <a:lnTo>
                    <a:pt x="3695565" y="629756"/>
                  </a:lnTo>
                  <a:lnTo>
                    <a:pt x="3752183" y="651003"/>
                  </a:lnTo>
                  <a:lnTo>
                    <a:pt x="3810456" y="670415"/>
                  </a:lnTo>
                  <a:lnTo>
                    <a:pt x="3820202" y="673421"/>
                  </a:lnTo>
                  <a:lnTo>
                    <a:pt x="3872056" y="688282"/>
                  </a:lnTo>
                  <a:lnTo>
                    <a:pt x="3926359" y="701854"/>
                  </a:lnTo>
                  <a:lnTo>
                    <a:pt x="3983793" y="714183"/>
                  </a:lnTo>
                  <a:lnTo>
                    <a:pt x="4045108" y="725357"/>
                  </a:lnTo>
                  <a:lnTo>
                    <a:pt x="4111082" y="735482"/>
                  </a:lnTo>
                  <a:lnTo>
                    <a:pt x="4182475" y="744666"/>
                  </a:lnTo>
                  <a:lnTo>
                    <a:pt x="4259983" y="753013"/>
                  </a:lnTo>
                  <a:lnTo>
                    <a:pt x="4344166" y="760613"/>
                  </a:lnTo>
                  <a:lnTo>
                    <a:pt x="4435354" y="767539"/>
                  </a:lnTo>
                  <a:lnTo>
                    <a:pt x="4533537" y="773851"/>
                  </a:lnTo>
                  <a:lnTo>
                    <a:pt x="4638218" y="779586"/>
                  </a:lnTo>
                  <a:lnTo>
                    <a:pt x="4748271" y="784767"/>
                  </a:lnTo>
                  <a:lnTo>
                    <a:pt x="4861818" y="789400"/>
                  </a:lnTo>
                  <a:lnTo>
                    <a:pt x="4976166" y="793478"/>
                  </a:lnTo>
                  <a:lnTo>
                    <a:pt x="5087879" y="796992"/>
                  </a:lnTo>
                  <a:lnTo>
                    <a:pt x="5193014" y="799930"/>
                  </a:lnTo>
                  <a:lnTo>
                    <a:pt x="5287542" y="802293"/>
                  </a:lnTo>
                  <a:lnTo>
                    <a:pt x="5367906" y="804103"/>
                  </a:lnTo>
                  <a:lnTo>
                    <a:pt x="5431612" y="805401"/>
                  </a:lnTo>
                  <a:lnTo>
                    <a:pt x="5477701" y="806254"/>
                  </a:lnTo>
                  <a:lnTo>
                    <a:pt x="5506989" y="806748"/>
                  </a:lnTo>
                  <a:lnTo>
                    <a:pt x="5522055" y="806981"/>
                  </a:lnTo>
                  <a:lnTo>
                    <a:pt x="5527046" y="807052"/>
                  </a:lnTo>
                  <a:lnTo>
                    <a:pt x="5527445" y="807057"/>
                  </a:lnTo>
                  <a:lnTo>
                    <a:pt x="6522385" y="807057"/>
                  </a:lnTo>
                  <a:lnTo>
                    <a:pt x="6523517" y="807042"/>
                  </a:lnTo>
                  <a:lnTo>
                    <a:pt x="6530986" y="806937"/>
                  </a:lnTo>
                  <a:lnTo>
                    <a:pt x="6549914" y="806647"/>
                  </a:lnTo>
                  <a:lnTo>
                    <a:pt x="6584009" y="806075"/>
                  </a:lnTo>
                  <a:lnTo>
                    <a:pt x="6635340" y="805130"/>
                  </a:lnTo>
                  <a:lnTo>
                    <a:pt x="6704185" y="803733"/>
                  </a:lnTo>
                  <a:lnTo>
                    <a:pt x="6789092" y="801826"/>
                  </a:lnTo>
                  <a:lnTo>
                    <a:pt x="6887192" y="799375"/>
                  </a:lnTo>
                  <a:lnTo>
                    <a:pt x="6994724" y="796366"/>
                  </a:lnTo>
                  <a:lnTo>
                    <a:pt x="7107630" y="792803"/>
                  </a:lnTo>
                  <a:lnTo>
                    <a:pt x="7222079" y="788696"/>
                  </a:lnTo>
                  <a:lnTo>
                    <a:pt x="7334840" y="784056"/>
                  </a:lnTo>
                  <a:lnTo>
                    <a:pt x="7443462" y="778886"/>
                  </a:lnTo>
                  <a:lnTo>
                    <a:pt x="7546301" y="773174"/>
                  </a:lnTo>
                  <a:lnTo>
                    <a:pt x="7642433" y="766895"/>
                  </a:lnTo>
                  <a:lnTo>
                    <a:pt x="7731522" y="760007"/>
                  </a:lnTo>
                  <a:lnTo>
                    <a:pt x="7813673" y="752447"/>
                  </a:lnTo>
                  <a:lnTo>
                    <a:pt x="7889295" y="744140"/>
                  </a:lnTo>
                  <a:lnTo>
                    <a:pt x="7958999" y="734994"/>
                  </a:lnTo>
                  <a:lnTo>
                    <a:pt x="8023505" y="724907"/>
                  </a:lnTo>
                  <a:lnTo>
                    <a:pt x="8083585" y="713773"/>
                  </a:lnTo>
                  <a:lnTo>
                    <a:pt x="8140011" y="701494"/>
                  </a:lnTo>
                  <a:lnTo>
                    <a:pt x="8193520" y="687993"/>
                  </a:lnTo>
                  <a:lnTo>
                    <a:pt x="8229629" y="677788"/>
                  </a:lnTo>
                  <a:lnTo>
                    <a:pt x="8288417" y="659238"/>
                  </a:lnTo>
                  <a:lnTo>
                    <a:pt x="8345425" y="638909"/>
                  </a:lnTo>
                  <a:lnTo>
                    <a:pt x="8401286" y="616774"/>
                  </a:lnTo>
                  <a:lnTo>
                    <a:pt x="8456472" y="592854"/>
                  </a:lnTo>
                  <a:lnTo>
                    <a:pt x="8511326" y="567234"/>
                  </a:lnTo>
                  <a:lnTo>
                    <a:pt x="8566077" y="540058"/>
                  </a:lnTo>
                  <a:lnTo>
                    <a:pt x="8620866" y="511537"/>
                  </a:lnTo>
                  <a:lnTo>
                    <a:pt x="8675755" y="481940"/>
                  </a:lnTo>
                  <a:lnTo>
                    <a:pt x="8730746" y="451588"/>
                  </a:lnTo>
                  <a:lnTo>
                    <a:pt x="8785800" y="420839"/>
                  </a:lnTo>
                  <a:lnTo>
                    <a:pt x="8840858" y="390070"/>
                  </a:lnTo>
                  <a:lnTo>
                    <a:pt x="8895857" y="359660"/>
                  </a:lnTo>
                  <a:lnTo>
                    <a:pt x="8950757" y="329970"/>
                  </a:lnTo>
                  <a:lnTo>
                    <a:pt x="9005555" y="301324"/>
                  </a:lnTo>
                  <a:lnTo>
                    <a:pt x="9060305" y="273999"/>
                  </a:lnTo>
                  <a:lnTo>
                    <a:pt x="9115139" y="248210"/>
                  </a:lnTo>
                  <a:lnTo>
                    <a:pt x="9170278" y="224111"/>
                  </a:lnTo>
                  <a:lnTo>
                    <a:pt x="9226050" y="201789"/>
                  </a:lnTo>
                  <a:lnTo>
                    <a:pt x="9282913" y="181275"/>
                  </a:lnTo>
                  <a:lnTo>
                    <a:pt x="9341483" y="162544"/>
                  </a:lnTo>
                  <a:lnTo>
                    <a:pt x="9347647" y="160712"/>
                  </a:lnTo>
                  <a:lnTo>
                    <a:pt x="9399507" y="146335"/>
                  </a:lnTo>
                  <a:lnTo>
                    <a:pt x="9453816" y="133206"/>
                  </a:lnTo>
                  <a:lnTo>
                    <a:pt x="9511256" y="121279"/>
                  </a:lnTo>
                  <a:lnTo>
                    <a:pt x="9572579" y="110469"/>
                  </a:lnTo>
                  <a:lnTo>
                    <a:pt x="9638561" y="100675"/>
                  </a:lnTo>
                  <a:lnTo>
                    <a:pt x="9709965" y="91790"/>
                  </a:lnTo>
                  <a:lnTo>
                    <a:pt x="9787484" y="83716"/>
                  </a:lnTo>
                  <a:lnTo>
                    <a:pt x="9871680" y="76365"/>
                  </a:lnTo>
                  <a:lnTo>
                    <a:pt x="9962883" y="69664"/>
                  </a:lnTo>
                  <a:lnTo>
                    <a:pt x="10061082" y="63559"/>
                  </a:lnTo>
                  <a:lnTo>
                    <a:pt x="10165779" y="58011"/>
                  </a:lnTo>
                  <a:lnTo>
                    <a:pt x="10275849" y="53000"/>
                  </a:lnTo>
                  <a:lnTo>
                    <a:pt x="10389409" y="48519"/>
                  </a:lnTo>
                  <a:lnTo>
                    <a:pt x="10503767" y="44573"/>
                  </a:lnTo>
                  <a:lnTo>
                    <a:pt x="10615485" y="41175"/>
                  </a:lnTo>
                  <a:lnTo>
                    <a:pt x="10720618" y="38334"/>
                  </a:lnTo>
                  <a:lnTo>
                    <a:pt x="10815134" y="36048"/>
                  </a:lnTo>
                  <a:lnTo>
                    <a:pt x="10895479" y="34299"/>
                  </a:lnTo>
                  <a:lnTo>
                    <a:pt x="10959160" y="33044"/>
                  </a:lnTo>
                  <a:lnTo>
                    <a:pt x="11005220" y="32219"/>
                  </a:lnTo>
                  <a:lnTo>
                    <a:pt x="11034479" y="31741"/>
                  </a:lnTo>
                  <a:lnTo>
                    <a:pt x="11049521" y="31517"/>
                  </a:lnTo>
                  <a:lnTo>
                    <a:pt x="11054496" y="31448"/>
                  </a:lnTo>
                  <a:lnTo>
                    <a:pt x="11054891" y="31443"/>
                  </a:lnTo>
                  <a:lnTo>
                    <a:pt x="12049831" y="31443"/>
                  </a:lnTo>
                  <a:lnTo>
                    <a:pt x="12049831" y="26203"/>
                  </a:lnTo>
                  <a:lnTo>
                    <a:pt x="11054891" y="26203"/>
                  </a:lnTo>
                  <a:lnTo>
                    <a:pt x="11053759" y="26217"/>
                  </a:lnTo>
                  <a:lnTo>
                    <a:pt x="11046291" y="26322"/>
                  </a:lnTo>
                  <a:lnTo>
                    <a:pt x="11027362" y="26613"/>
                  </a:lnTo>
                  <a:lnTo>
                    <a:pt x="10993267" y="27185"/>
                  </a:lnTo>
                  <a:lnTo>
                    <a:pt x="10941937" y="28130"/>
                  </a:lnTo>
                  <a:lnTo>
                    <a:pt x="10873091" y="29527"/>
                  </a:lnTo>
                  <a:lnTo>
                    <a:pt x="10788184" y="31434"/>
                  </a:lnTo>
                  <a:lnTo>
                    <a:pt x="10690084" y="33885"/>
                  </a:lnTo>
                  <a:lnTo>
                    <a:pt x="10582552" y="36894"/>
                  </a:lnTo>
                  <a:lnTo>
                    <a:pt x="10469647" y="40457"/>
                  </a:lnTo>
                  <a:lnTo>
                    <a:pt x="10355198" y="44563"/>
                  </a:lnTo>
                  <a:lnTo>
                    <a:pt x="10242437" y="49203"/>
                  </a:lnTo>
                  <a:lnTo>
                    <a:pt x="10133814" y="54374"/>
                  </a:lnTo>
                  <a:lnTo>
                    <a:pt x="10030975" y="60086"/>
                  </a:lnTo>
                  <a:lnTo>
                    <a:pt x="9934843" y="66364"/>
                  </a:lnTo>
                  <a:lnTo>
                    <a:pt x="9845754" y="73253"/>
                  </a:lnTo>
                  <a:lnTo>
                    <a:pt x="9763604" y="80812"/>
                  </a:lnTo>
                  <a:lnTo>
                    <a:pt x="9687981" y="89120"/>
                  </a:lnTo>
                  <a:lnTo>
                    <a:pt x="9618277" y="98266"/>
                  </a:lnTo>
                  <a:lnTo>
                    <a:pt x="9553771" y="108353"/>
                  </a:lnTo>
                  <a:lnTo>
                    <a:pt x="9493692" y="119486"/>
                  </a:lnTo>
                  <a:lnTo>
                    <a:pt x="9437265" y="131766"/>
                  </a:lnTo>
                  <a:lnTo>
                    <a:pt x="9383757" y="145267"/>
                  </a:lnTo>
                  <a:lnTo>
                    <a:pt x="9347647" y="155472"/>
                  </a:lnTo>
                  <a:lnTo>
                    <a:pt x="9288860" y="174022"/>
                  </a:lnTo>
                  <a:lnTo>
                    <a:pt x="9231852" y="194351"/>
                  </a:lnTo>
                  <a:lnTo>
                    <a:pt x="9175991" y="216486"/>
                  </a:lnTo>
                  <a:lnTo>
                    <a:pt x="9120804" y="240405"/>
                  </a:lnTo>
                  <a:lnTo>
                    <a:pt x="9065951" y="266026"/>
                  </a:lnTo>
                  <a:lnTo>
                    <a:pt x="9011199" y="293202"/>
                  </a:lnTo>
                  <a:lnTo>
                    <a:pt x="8956410" y="321723"/>
                  </a:lnTo>
                  <a:lnTo>
                    <a:pt x="8901522" y="351320"/>
                  </a:lnTo>
                  <a:lnTo>
                    <a:pt x="8846531" y="381671"/>
                  </a:lnTo>
                  <a:lnTo>
                    <a:pt x="8791476" y="412421"/>
                  </a:lnTo>
                  <a:lnTo>
                    <a:pt x="8736419" y="443190"/>
                  </a:lnTo>
                  <a:lnTo>
                    <a:pt x="8681419" y="473600"/>
                  </a:lnTo>
                  <a:lnTo>
                    <a:pt x="8626519" y="503290"/>
                  </a:lnTo>
                  <a:lnTo>
                    <a:pt x="8571722" y="531935"/>
                  </a:lnTo>
                  <a:lnTo>
                    <a:pt x="8516971" y="559261"/>
                  </a:lnTo>
                  <a:lnTo>
                    <a:pt x="8462137" y="585049"/>
                  </a:lnTo>
                  <a:lnTo>
                    <a:pt x="8406999" y="609149"/>
                  </a:lnTo>
                  <a:lnTo>
                    <a:pt x="8351227" y="631470"/>
                  </a:lnTo>
                  <a:lnTo>
                    <a:pt x="8294363" y="651985"/>
                  </a:lnTo>
                  <a:lnTo>
                    <a:pt x="8235794" y="670716"/>
                  </a:lnTo>
                  <a:lnTo>
                    <a:pt x="8229629" y="672548"/>
                  </a:lnTo>
                  <a:lnTo>
                    <a:pt x="8177769" y="686925"/>
                  </a:lnTo>
                  <a:lnTo>
                    <a:pt x="8123461" y="700054"/>
                  </a:lnTo>
                  <a:lnTo>
                    <a:pt x="8066020" y="711981"/>
                  </a:lnTo>
                  <a:lnTo>
                    <a:pt x="8004698" y="722790"/>
                  </a:lnTo>
                  <a:lnTo>
                    <a:pt x="7938715" y="732585"/>
                  </a:lnTo>
                  <a:lnTo>
                    <a:pt x="7867312" y="741470"/>
                  </a:lnTo>
                  <a:lnTo>
                    <a:pt x="7789792" y="749544"/>
                  </a:lnTo>
                  <a:lnTo>
                    <a:pt x="7705596" y="756895"/>
                  </a:lnTo>
                  <a:lnTo>
                    <a:pt x="7614393" y="763596"/>
                  </a:lnTo>
                  <a:lnTo>
                    <a:pt x="7516194" y="769701"/>
                  </a:lnTo>
                  <a:lnTo>
                    <a:pt x="7411497" y="775249"/>
                  </a:lnTo>
                  <a:lnTo>
                    <a:pt x="7301428" y="780260"/>
                  </a:lnTo>
                  <a:lnTo>
                    <a:pt x="7187867" y="784741"/>
                  </a:lnTo>
                  <a:lnTo>
                    <a:pt x="7073509" y="788687"/>
                  </a:lnTo>
                  <a:lnTo>
                    <a:pt x="6961791" y="792085"/>
                  </a:lnTo>
                  <a:lnTo>
                    <a:pt x="6856659" y="794926"/>
                  </a:lnTo>
                  <a:lnTo>
                    <a:pt x="6762143" y="797212"/>
                  </a:lnTo>
                  <a:lnTo>
                    <a:pt x="6681798" y="798961"/>
                  </a:lnTo>
                  <a:lnTo>
                    <a:pt x="6618117" y="800216"/>
                  </a:lnTo>
                  <a:lnTo>
                    <a:pt x="6572057" y="801041"/>
                  </a:lnTo>
                  <a:lnTo>
                    <a:pt x="6542797" y="801518"/>
                  </a:lnTo>
                  <a:lnTo>
                    <a:pt x="6527756" y="801743"/>
                  </a:lnTo>
                  <a:lnTo>
                    <a:pt x="6522781" y="801811"/>
                  </a:lnTo>
                  <a:lnTo>
                    <a:pt x="6522385" y="801817"/>
                  </a:lnTo>
                  <a:lnTo>
                    <a:pt x="5527445" y="801817"/>
                  </a:lnTo>
                  <a:lnTo>
                    <a:pt x="5526314" y="801801"/>
                  </a:lnTo>
                  <a:lnTo>
                    <a:pt x="5518847" y="801693"/>
                  </a:lnTo>
                  <a:lnTo>
                    <a:pt x="5499924" y="801393"/>
                  </a:lnTo>
                  <a:lnTo>
                    <a:pt x="5465838" y="800801"/>
                  </a:lnTo>
                  <a:lnTo>
                    <a:pt x="5414520" y="799824"/>
                  </a:lnTo>
                  <a:lnTo>
                    <a:pt x="5345691" y="798381"/>
                  </a:lnTo>
                  <a:lnTo>
                    <a:pt x="5260802" y="796410"/>
                  </a:lnTo>
                  <a:lnTo>
                    <a:pt x="5162720" y="793877"/>
                  </a:lnTo>
                  <a:lnTo>
                    <a:pt x="5055204" y="790767"/>
                  </a:lnTo>
                  <a:lnTo>
                    <a:pt x="4942313" y="787085"/>
                  </a:lnTo>
                  <a:lnTo>
                    <a:pt x="4827875" y="782840"/>
                  </a:lnTo>
                  <a:lnTo>
                    <a:pt x="4715122" y="778045"/>
                  </a:lnTo>
                  <a:lnTo>
                    <a:pt x="4606503" y="772700"/>
                  </a:lnTo>
                  <a:lnTo>
                    <a:pt x="4503666" y="766797"/>
                  </a:lnTo>
                  <a:lnTo>
                    <a:pt x="4407533" y="760308"/>
                  </a:lnTo>
                  <a:lnTo>
                    <a:pt x="4318442" y="753188"/>
                  </a:lnTo>
                  <a:lnTo>
                    <a:pt x="4236289" y="745376"/>
                  </a:lnTo>
                  <a:lnTo>
                    <a:pt x="4160663" y="736790"/>
                  </a:lnTo>
                  <a:lnTo>
                    <a:pt x="4090956" y="727337"/>
                  </a:lnTo>
                  <a:lnTo>
                    <a:pt x="4026447" y="716912"/>
                  </a:lnTo>
                  <a:lnTo>
                    <a:pt x="3966365" y="705406"/>
                  </a:lnTo>
                  <a:lnTo>
                    <a:pt x="3909937" y="692716"/>
                  </a:lnTo>
                  <a:lnTo>
                    <a:pt x="3856429" y="678763"/>
                  </a:lnTo>
                  <a:lnTo>
                    <a:pt x="3820202" y="668180"/>
                  </a:lnTo>
                  <a:lnTo>
                    <a:pt x="3761588" y="649063"/>
                  </a:lnTo>
                  <a:lnTo>
                    <a:pt x="3704745" y="628120"/>
                  </a:lnTo>
                  <a:lnTo>
                    <a:pt x="3649045" y="605319"/>
                  </a:lnTo>
                  <a:lnTo>
                    <a:pt x="3594019" y="580685"/>
                  </a:lnTo>
                  <a:lnTo>
                    <a:pt x="3539328" y="554301"/>
                  </a:lnTo>
                  <a:lnTo>
                    <a:pt x="3484740" y="526317"/>
                  </a:lnTo>
                  <a:lnTo>
                    <a:pt x="3430117" y="496945"/>
                  </a:lnTo>
                  <a:lnTo>
                    <a:pt x="3375396" y="466462"/>
                  </a:lnTo>
                  <a:lnTo>
                    <a:pt x="3320573" y="435194"/>
                  </a:lnTo>
                  <a:lnTo>
                    <a:pt x="3265685" y="403508"/>
                  </a:lnTo>
                  <a:lnTo>
                    <a:pt x="3210792" y="371789"/>
                  </a:lnTo>
                  <a:lnTo>
                    <a:pt x="3155955" y="340427"/>
                  </a:lnTo>
                  <a:lnTo>
                    <a:pt x="3101216" y="309792"/>
                  </a:lnTo>
                  <a:lnTo>
                    <a:pt x="3046579" y="280218"/>
                  </a:lnTo>
                  <a:lnTo>
                    <a:pt x="2991993" y="251990"/>
                  </a:lnTo>
                  <a:lnTo>
                    <a:pt x="2937332" y="225332"/>
                  </a:lnTo>
                  <a:lnTo>
                    <a:pt x="2882381" y="200404"/>
                  </a:lnTo>
                  <a:lnTo>
                    <a:pt x="2826820" y="177300"/>
                  </a:lnTo>
                  <a:lnTo>
                    <a:pt x="2770202" y="156054"/>
                  </a:lnTo>
                  <a:lnTo>
                    <a:pt x="2711929" y="136642"/>
                  </a:lnTo>
                  <a:lnTo>
                    <a:pt x="2702183" y="133636"/>
                  </a:lnTo>
                  <a:lnTo>
                    <a:pt x="2650329" y="118774"/>
                  </a:lnTo>
                  <a:lnTo>
                    <a:pt x="2596026" y="105202"/>
                  </a:lnTo>
                  <a:lnTo>
                    <a:pt x="2538592" y="92873"/>
                  </a:lnTo>
                  <a:lnTo>
                    <a:pt x="2477277" y="81700"/>
                  </a:lnTo>
                  <a:lnTo>
                    <a:pt x="2411303" y="71575"/>
                  </a:lnTo>
                  <a:lnTo>
                    <a:pt x="2339910" y="62390"/>
                  </a:lnTo>
                  <a:lnTo>
                    <a:pt x="2262402" y="54043"/>
                  </a:lnTo>
                  <a:lnTo>
                    <a:pt x="2178219" y="46444"/>
                  </a:lnTo>
                  <a:lnTo>
                    <a:pt x="2087031" y="39517"/>
                  </a:lnTo>
                  <a:lnTo>
                    <a:pt x="1988848" y="33206"/>
                  </a:lnTo>
                  <a:lnTo>
                    <a:pt x="1884167" y="27471"/>
                  </a:lnTo>
                  <a:lnTo>
                    <a:pt x="1774114" y="22290"/>
                  </a:lnTo>
                  <a:lnTo>
                    <a:pt x="1660567" y="17657"/>
                  </a:lnTo>
                  <a:lnTo>
                    <a:pt x="1546219" y="13578"/>
                  </a:lnTo>
                  <a:lnTo>
                    <a:pt x="1434506" y="10065"/>
                  </a:lnTo>
                  <a:lnTo>
                    <a:pt x="1329371" y="7127"/>
                  </a:lnTo>
                  <a:lnTo>
                    <a:pt x="1234843" y="4763"/>
                  </a:lnTo>
                  <a:lnTo>
                    <a:pt x="1154479" y="2954"/>
                  </a:lnTo>
                  <a:lnTo>
                    <a:pt x="1090773" y="1656"/>
                  </a:lnTo>
                  <a:lnTo>
                    <a:pt x="1044684" y="803"/>
                  </a:lnTo>
                  <a:lnTo>
                    <a:pt x="1015396" y="308"/>
                  </a:lnTo>
                  <a:lnTo>
                    <a:pt x="1000330" y="76"/>
                  </a:lnTo>
                  <a:lnTo>
                    <a:pt x="995339" y="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18" name="pl1317"/>
            <p:cNvSpPr/>
            <p:nvPr/>
          </p:nvSpPr>
          <p:spPr>
            <a:xfrm>
              <a:off x="1199187" y="4999400"/>
              <a:ext cx="12049831" cy="801817"/>
            </a:xfrm>
            <a:custGeom>
              <a:avLst/>
              <a:pathLst>
                <a:path w="12049831" h="801817">
                  <a:moveTo>
                    <a:pt x="0" y="0"/>
                  </a:moveTo>
                  <a:lnTo>
                    <a:pt x="994940" y="0"/>
                  </a:lnTo>
                  <a:lnTo>
                    <a:pt x="996071" y="15"/>
                  </a:lnTo>
                  <a:lnTo>
                    <a:pt x="1003538" y="123"/>
                  </a:lnTo>
                  <a:lnTo>
                    <a:pt x="1022461" y="423"/>
                  </a:lnTo>
                  <a:lnTo>
                    <a:pt x="1056547" y="1015"/>
                  </a:lnTo>
                  <a:lnTo>
                    <a:pt x="1107864" y="1992"/>
                  </a:lnTo>
                  <a:lnTo>
                    <a:pt x="1176694" y="3435"/>
                  </a:lnTo>
                  <a:lnTo>
                    <a:pt x="1261583" y="5406"/>
                  </a:lnTo>
                  <a:lnTo>
                    <a:pt x="1359665" y="7939"/>
                  </a:lnTo>
                  <a:lnTo>
                    <a:pt x="1467181" y="11049"/>
                  </a:lnTo>
                  <a:lnTo>
                    <a:pt x="1580072" y="14731"/>
                  </a:lnTo>
                  <a:lnTo>
                    <a:pt x="1694510" y="18976"/>
                  </a:lnTo>
                  <a:lnTo>
                    <a:pt x="1807263" y="23771"/>
                  </a:lnTo>
                  <a:lnTo>
                    <a:pt x="1915882" y="29116"/>
                  </a:lnTo>
                  <a:lnTo>
                    <a:pt x="2018719" y="35019"/>
                  </a:lnTo>
                  <a:lnTo>
                    <a:pt x="2114852" y="41508"/>
                  </a:lnTo>
                  <a:lnTo>
                    <a:pt x="2203943" y="48628"/>
                  </a:lnTo>
                  <a:lnTo>
                    <a:pt x="2286096" y="56441"/>
                  </a:lnTo>
                  <a:lnTo>
                    <a:pt x="2361722" y="65026"/>
                  </a:lnTo>
                  <a:lnTo>
                    <a:pt x="2431429" y="74479"/>
                  </a:lnTo>
                  <a:lnTo>
                    <a:pt x="2495938" y="84904"/>
                  </a:lnTo>
                  <a:lnTo>
                    <a:pt x="2556020" y="96410"/>
                  </a:lnTo>
                  <a:lnTo>
                    <a:pt x="2612448" y="109100"/>
                  </a:lnTo>
                  <a:lnTo>
                    <a:pt x="2665956" y="123053"/>
                  </a:lnTo>
                  <a:lnTo>
                    <a:pt x="2702183" y="133636"/>
                  </a:lnTo>
                  <a:lnTo>
                    <a:pt x="2760797" y="152753"/>
                  </a:lnTo>
                  <a:lnTo>
                    <a:pt x="2817640" y="173696"/>
                  </a:lnTo>
                  <a:lnTo>
                    <a:pt x="2873340" y="196497"/>
                  </a:lnTo>
                  <a:lnTo>
                    <a:pt x="2928366" y="221131"/>
                  </a:lnTo>
                  <a:lnTo>
                    <a:pt x="2983057" y="247515"/>
                  </a:lnTo>
                  <a:lnTo>
                    <a:pt x="3037645" y="275499"/>
                  </a:lnTo>
                  <a:lnTo>
                    <a:pt x="3092268" y="304871"/>
                  </a:lnTo>
                  <a:lnTo>
                    <a:pt x="3146989" y="335354"/>
                  </a:lnTo>
                  <a:lnTo>
                    <a:pt x="3201812" y="366622"/>
                  </a:lnTo>
                  <a:lnTo>
                    <a:pt x="3256700" y="398308"/>
                  </a:lnTo>
                  <a:lnTo>
                    <a:pt x="3311593" y="430027"/>
                  </a:lnTo>
                  <a:lnTo>
                    <a:pt x="3366430" y="461389"/>
                  </a:lnTo>
                  <a:lnTo>
                    <a:pt x="3421169" y="492024"/>
                  </a:lnTo>
                  <a:lnTo>
                    <a:pt x="3475806" y="521598"/>
                  </a:lnTo>
                  <a:lnTo>
                    <a:pt x="3530392" y="549826"/>
                  </a:lnTo>
                  <a:lnTo>
                    <a:pt x="3585053" y="576484"/>
                  </a:lnTo>
                  <a:lnTo>
                    <a:pt x="3640004" y="601412"/>
                  </a:lnTo>
                  <a:lnTo>
                    <a:pt x="3695565" y="624516"/>
                  </a:lnTo>
                  <a:lnTo>
                    <a:pt x="3752183" y="645762"/>
                  </a:lnTo>
                  <a:lnTo>
                    <a:pt x="3810456" y="665174"/>
                  </a:lnTo>
                  <a:lnTo>
                    <a:pt x="3820202" y="668180"/>
                  </a:lnTo>
                  <a:lnTo>
                    <a:pt x="3872056" y="683042"/>
                  </a:lnTo>
                  <a:lnTo>
                    <a:pt x="3926359" y="696614"/>
                  </a:lnTo>
                  <a:lnTo>
                    <a:pt x="3983793" y="708943"/>
                  </a:lnTo>
                  <a:lnTo>
                    <a:pt x="4045108" y="720116"/>
                  </a:lnTo>
                  <a:lnTo>
                    <a:pt x="4111082" y="730241"/>
                  </a:lnTo>
                  <a:lnTo>
                    <a:pt x="4182475" y="739426"/>
                  </a:lnTo>
                  <a:lnTo>
                    <a:pt x="4259983" y="747773"/>
                  </a:lnTo>
                  <a:lnTo>
                    <a:pt x="4344166" y="755372"/>
                  </a:lnTo>
                  <a:lnTo>
                    <a:pt x="4435354" y="762299"/>
                  </a:lnTo>
                  <a:lnTo>
                    <a:pt x="4533537" y="768610"/>
                  </a:lnTo>
                  <a:lnTo>
                    <a:pt x="4638218" y="774345"/>
                  </a:lnTo>
                  <a:lnTo>
                    <a:pt x="4748271" y="779526"/>
                  </a:lnTo>
                  <a:lnTo>
                    <a:pt x="4861818" y="784159"/>
                  </a:lnTo>
                  <a:lnTo>
                    <a:pt x="4976166" y="788238"/>
                  </a:lnTo>
                  <a:lnTo>
                    <a:pt x="5087879" y="791751"/>
                  </a:lnTo>
                  <a:lnTo>
                    <a:pt x="5193014" y="794689"/>
                  </a:lnTo>
                  <a:lnTo>
                    <a:pt x="5287542" y="797053"/>
                  </a:lnTo>
                  <a:lnTo>
                    <a:pt x="5367906" y="798862"/>
                  </a:lnTo>
                  <a:lnTo>
                    <a:pt x="5431612" y="800160"/>
                  </a:lnTo>
                  <a:lnTo>
                    <a:pt x="5477701" y="801013"/>
                  </a:lnTo>
                  <a:lnTo>
                    <a:pt x="5506989" y="801508"/>
                  </a:lnTo>
                  <a:lnTo>
                    <a:pt x="5522055" y="801740"/>
                  </a:lnTo>
                  <a:lnTo>
                    <a:pt x="5527046" y="801811"/>
                  </a:lnTo>
                  <a:lnTo>
                    <a:pt x="5527445" y="801817"/>
                  </a:lnTo>
                  <a:lnTo>
                    <a:pt x="6522385" y="801817"/>
                  </a:lnTo>
                  <a:lnTo>
                    <a:pt x="6523517" y="801802"/>
                  </a:lnTo>
                  <a:lnTo>
                    <a:pt x="6530986" y="801697"/>
                  </a:lnTo>
                  <a:lnTo>
                    <a:pt x="6549914" y="801406"/>
                  </a:lnTo>
                  <a:lnTo>
                    <a:pt x="6584009" y="800834"/>
                  </a:lnTo>
                  <a:lnTo>
                    <a:pt x="6635340" y="799889"/>
                  </a:lnTo>
                  <a:lnTo>
                    <a:pt x="6704185" y="798492"/>
                  </a:lnTo>
                  <a:lnTo>
                    <a:pt x="6789092" y="796585"/>
                  </a:lnTo>
                  <a:lnTo>
                    <a:pt x="6887192" y="794134"/>
                  </a:lnTo>
                  <a:lnTo>
                    <a:pt x="6994724" y="791126"/>
                  </a:lnTo>
                  <a:lnTo>
                    <a:pt x="7107630" y="787563"/>
                  </a:lnTo>
                  <a:lnTo>
                    <a:pt x="7222079" y="783456"/>
                  </a:lnTo>
                  <a:lnTo>
                    <a:pt x="7334840" y="778816"/>
                  </a:lnTo>
                  <a:lnTo>
                    <a:pt x="7443462" y="773645"/>
                  </a:lnTo>
                  <a:lnTo>
                    <a:pt x="7546301" y="767933"/>
                  </a:lnTo>
                  <a:lnTo>
                    <a:pt x="7642433" y="761655"/>
                  </a:lnTo>
                  <a:lnTo>
                    <a:pt x="7731522" y="754766"/>
                  </a:lnTo>
                  <a:lnTo>
                    <a:pt x="7813673" y="747207"/>
                  </a:lnTo>
                  <a:lnTo>
                    <a:pt x="7889295" y="738900"/>
                  </a:lnTo>
                  <a:lnTo>
                    <a:pt x="7958999" y="729753"/>
                  </a:lnTo>
                  <a:lnTo>
                    <a:pt x="8023505" y="719666"/>
                  </a:lnTo>
                  <a:lnTo>
                    <a:pt x="8083585" y="708533"/>
                  </a:lnTo>
                  <a:lnTo>
                    <a:pt x="8140011" y="696254"/>
                  </a:lnTo>
                  <a:lnTo>
                    <a:pt x="8193520" y="682753"/>
                  </a:lnTo>
                  <a:lnTo>
                    <a:pt x="8229629" y="672548"/>
                  </a:lnTo>
                  <a:lnTo>
                    <a:pt x="8288417" y="653997"/>
                  </a:lnTo>
                  <a:lnTo>
                    <a:pt x="8345425" y="633669"/>
                  </a:lnTo>
                  <a:lnTo>
                    <a:pt x="8401286" y="611533"/>
                  </a:lnTo>
                  <a:lnTo>
                    <a:pt x="8456472" y="587614"/>
                  </a:lnTo>
                  <a:lnTo>
                    <a:pt x="8511326" y="561993"/>
                  </a:lnTo>
                  <a:lnTo>
                    <a:pt x="8566077" y="534817"/>
                  </a:lnTo>
                  <a:lnTo>
                    <a:pt x="8620866" y="506296"/>
                  </a:lnTo>
                  <a:lnTo>
                    <a:pt x="8675755" y="476700"/>
                  </a:lnTo>
                  <a:lnTo>
                    <a:pt x="8730746" y="446348"/>
                  </a:lnTo>
                  <a:lnTo>
                    <a:pt x="8785800" y="415598"/>
                  </a:lnTo>
                  <a:lnTo>
                    <a:pt x="8840858" y="384829"/>
                  </a:lnTo>
                  <a:lnTo>
                    <a:pt x="8895857" y="354419"/>
                  </a:lnTo>
                  <a:lnTo>
                    <a:pt x="8950757" y="324729"/>
                  </a:lnTo>
                  <a:lnTo>
                    <a:pt x="9005555" y="296084"/>
                  </a:lnTo>
                  <a:lnTo>
                    <a:pt x="9060305" y="268759"/>
                  </a:lnTo>
                  <a:lnTo>
                    <a:pt x="9115139" y="242970"/>
                  </a:lnTo>
                  <a:lnTo>
                    <a:pt x="9170278" y="218870"/>
                  </a:lnTo>
                  <a:lnTo>
                    <a:pt x="9226050" y="196549"/>
                  </a:lnTo>
                  <a:lnTo>
                    <a:pt x="9282913" y="176035"/>
                  </a:lnTo>
                  <a:lnTo>
                    <a:pt x="9341483" y="157304"/>
                  </a:lnTo>
                  <a:lnTo>
                    <a:pt x="9347647" y="155472"/>
                  </a:lnTo>
                  <a:lnTo>
                    <a:pt x="9399507" y="141095"/>
                  </a:lnTo>
                  <a:lnTo>
                    <a:pt x="9453816" y="127965"/>
                  </a:lnTo>
                  <a:lnTo>
                    <a:pt x="9511256" y="116038"/>
                  </a:lnTo>
                  <a:lnTo>
                    <a:pt x="9572579" y="105229"/>
                  </a:lnTo>
                  <a:lnTo>
                    <a:pt x="9638561" y="95434"/>
                  </a:lnTo>
                  <a:lnTo>
                    <a:pt x="9709965" y="86550"/>
                  </a:lnTo>
                  <a:lnTo>
                    <a:pt x="9787484" y="78475"/>
                  </a:lnTo>
                  <a:lnTo>
                    <a:pt x="9871680" y="71124"/>
                  </a:lnTo>
                  <a:lnTo>
                    <a:pt x="9962883" y="64423"/>
                  </a:lnTo>
                  <a:lnTo>
                    <a:pt x="10061082" y="58318"/>
                  </a:lnTo>
                  <a:lnTo>
                    <a:pt x="10165779" y="52771"/>
                  </a:lnTo>
                  <a:lnTo>
                    <a:pt x="10275849" y="47759"/>
                  </a:lnTo>
                  <a:lnTo>
                    <a:pt x="10389409" y="43278"/>
                  </a:lnTo>
                  <a:lnTo>
                    <a:pt x="10503767" y="39333"/>
                  </a:lnTo>
                  <a:lnTo>
                    <a:pt x="10615485" y="35935"/>
                  </a:lnTo>
                  <a:lnTo>
                    <a:pt x="10720618" y="33093"/>
                  </a:lnTo>
                  <a:lnTo>
                    <a:pt x="10815134" y="30807"/>
                  </a:lnTo>
                  <a:lnTo>
                    <a:pt x="10895479" y="29058"/>
                  </a:lnTo>
                  <a:lnTo>
                    <a:pt x="10959160" y="27803"/>
                  </a:lnTo>
                  <a:lnTo>
                    <a:pt x="11005220" y="26978"/>
                  </a:lnTo>
                  <a:lnTo>
                    <a:pt x="11034479" y="26501"/>
                  </a:lnTo>
                  <a:lnTo>
                    <a:pt x="11049521" y="26276"/>
                  </a:lnTo>
                  <a:lnTo>
                    <a:pt x="11054496" y="26208"/>
                  </a:lnTo>
                  <a:lnTo>
                    <a:pt x="11054891" y="26203"/>
                  </a:lnTo>
                  <a:lnTo>
                    <a:pt x="12049831" y="26203"/>
                  </a:lnTo>
                  <a:lnTo>
                    <a:pt x="12049831" y="262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9" name="pl1318"/>
            <p:cNvSpPr/>
            <p:nvPr/>
          </p:nvSpPr>
          <p:spPr>
            <a:xfrm>
              <a:off x="1199187" y="4994159"/>
              <a:ext cx="12049831" cy="801817"/>
            </a:xfrm>
            <a:custGeom>
              <a:avLst/>
              <a:pathLst>
                <a:path w="12049831" h="801817">
                  <a:moveTo>
                    <a:pt x="12049831" y="26203"/>
                  </a:moveTo>
                  <a:lnTo>
                    <a:pt x="11054891" y="26203"/>
                  </a:lnTo>
                  <a:lnTo>
                    <a:pt x="11053759" y="26217"/>
                  </a:lnTo>
                  <a:lnTo>
                    <a:pt x="11046291" y="26322"/>
                  </a:lnTo>
                  <a:lnTo>
                    <a:pt x="11027362" y="26613"/>
                  </a:lnTo>
                  <a:lnTo>
                    <a:pt x="10993267" y="27185"/>
                  </a:lnTo>
                  <a:lnTo>
                    <a:pt x="10941937" y="28130"/>
                  </a:lnTo>
                  <a:lnTo>
                    <a:pt x="10873091" y="29527"/>
                  </a:lnTo>
                  <a:lnTo>
                    <a:pt x="10788184" y="31434"/>
                  </a:lnTo>
                  <a:lnTo>
                    <a:pt x="10690084" y="33885"/>
                  </a:lnTo>
                  <a:lnTo>
                    <a:pt x="10582552" y="36894"/>
                  </a:lnTo>
                  <a:lnTo>
                    <a:pt x="10469647" y="40457"/>
                  </a:lnTo>
                  <a:lnTo>
                    <a:pt x="10355198" y="44563"/>
                  </a:lnTo>
                  <a:lnTo>
                    <a:pt x="10242437" y="49203"/>
                  </a:lnTo>
                  <a:lnTo>
                    <a:pt x="10133814" y="54374"/>
                  </a:lnTo>
                  <a:lnTo>
                    <a:pt x="10030975" y="60086"/>
                  </a:lnTo>
                  <a:lnTo>
                    <a:pt x="9934843" y="66364"/>
                  </a:lnTo>
                  <a:lnTo>
                    <a:pt x="9845754" y="73253"/>
                  </a:lnTo>
                  <a:lnTo>
                    <a:pt x="9763604" y="80812"/>
                  </a:lnTo>
                  <a:lnTo>
                    <a:pt x="9687981" y="89120"/>
                  </a:lnTo>
                  <a:lnTo>
                    <a:pt x="9618277" y="98266"/>
                  </a:lnTo>
                  <a:lnTo>
                    <a:pt x="9553771" y="108353"/>
                  </a:lnTo>
                  <a:lnTo>
                    <a:pt x="9493692" y="119486"/>
                  </a:lnTo>
                  <a:lnTo>
                    <a:pt x="9437265" y="131766"/>
                  </a:lnTo>
                  <a:lnTo>
                    <a:pt x="9383757" y="145267"/>
                  </a:lnTo>
                  <a:lnTo>
                    <a:pt x="9347647" y="155472"/>
                  </a:lnTo>
                  <a:lnTo>
                    <a:pt x="9288860" y="174022"/>
                  </a:lnTo>
                  <a:lnTo>
                    <a:pt x="9231852" y="194351"/>
                  </a:lnTo>
                  <a:lnTo>
                    <a:pt x="9175991" y="216486"/>
                  </a:lnTo>
                  <a:lnTo>
                    <a:pt x="9120804" y="240405"/>
                  </a:lnTo>
                  <a:lnTo>
                    <a:pt x="9065951" y="266026"/>
                  </a:lnTo>
                  <a:lnTo>
                    <a:pt x="9011199" y="293202"/>
                  </a:lnTo>
                  <a:lnTo>
                    <a:pt x="8956410" y="321723"/>
                  </a:lnTo>
                  <a:lnTo>
                    <a:pt x="8901522" y="351320"/>
                  </a:lnTo>
                  <a:lnTo>
                    <a:pt x="8846531" y="381671"/>
                  </a:lnTo>
                  <a:lnTo>
                    <a:pt x="8791476" y="412421"/>
                  </a:lnTo>
                  <a:lnTo>
                    <a:pt x="8736419" y="443190"/>
                  </a:lnTo>
                  <a:lnTo>
                    <a:pt x="8681419" y="473600"/>
                  </a:lnTo>
                  <a:lnTo>
                    <a:pt x="8626519" y="503290"/>
                  </a:lnTo>
                  <a:lnTo>
                    <a:pt x="8571722" y="531935"/>
                  </a:lnTo>
                  <a:lnTo>
                    <a:pt x="8516971" y="559261"/>
                  </a:lnTo>
                  <a:lnTo>
                    <a:pt x="8462137" y="585049"/>
                  </a:lnTo>
                  <a:lnTo>
                    <a:pt x="8406999" y="609149"/>
                  </a:lnTo>
                  <a:lnTo>
                    <a:pt x="8351227" y="631470"/>
                  </a:lnTo>
                  <a:lnTo>
                    <a:pt x="8294363" y="651985"/>
                  </a:lnTo>
                  <a:lnTo>
                    <a:pt x="8235794" y="670716"/>
                  </a:lnTo>
                  <a:lnTo>
                    <a:pt x="8229629" y="672548"/>
                  </a:lnTo>
                  <a:lnTo>
                    <a:pt x="8177769" y="686925"/>
                  </a:lnTo>
                  <a:lnTo>
                    <a:pt x="8123461" y="700054"/>
                  </a:lnTo>
                  <a:lnTo>
                    <a:pt x="8066020" y="711981"/>
                  </a:lnTo>
                  <a:lnTo>
                    <a:pt x="8004698" y="722790"/>
                  </a:lnTo>
                  <a:lnTo>
                    <a:pt x="7938715" y="732585"/>
                  </a:lnTo>
                  <a:lnTo>
                    <a:pt x="7867312" y="741470"/>
                  </a:lnTo>
                  <a:lnTo>
                    <a:pt x="7789792" y="749544"/>
                  </a:lnTo>
                  <a:lnTo>
                    <a:pt x="7705596" y="756895"/>
                  </a:lnTo>
                  <a:lnTo>
                    <a:pt x="7614393" y="763596"/>
                  </a:lnTo>
                  <a:lnTo>
                    <a:pt x="7516194" y="769701"/>
                  </a:lnTo>
                  <a:lnTo>
                    <a:pt x="7411497" y="775249"/>
                  </a:lnTo>
                  <a:lnTo>
                    <a:pt x="7301428" y="780260"/>
                  </a:lnTo>
                  <a:lnTo>
                    <a:pt x="7187867" y="784741"/>
                  </a:lnTo>
                  <a:lnTo>
                    <a:pt x="7073509" y="788687"/>
                  </a:lnTo>
                  <a:lnTo>
                    <a:pt x="6961791" y="792085"/>
                  </a:lnTo>
                  <a:lnTo>
                    <a:pt x="6856659" y="794926"/>
                  </a:lnTo>
                  <a:lnTo>
                    <a:pt x="6762143" y="797212"/>
                  </a:lnTo>
                  <a:lnTo>
                    <a:pt x="6681798" y="798961"/>
                  </a:lnTo>
                  <a:lnTo>
                    <a:pt x="6618117" y="800216"/>
                  </a:lnTo>
                  <a:lnTo>
                    <a:pt x="6572057" y="801041"/>
                  </a:lnTo>
                  <a:lnTo>
                    <a:pt x="6542797" y="801518"/>
                  </a:lnTo>
                  <a:lnTo>
                    <a:pt x="6527756" y="801743"/>
                  </a:lnTo>
                  <a:lnTo>
                    <a:pt x="6522781" y="801811"/>
                  </a:lnTo>
                  <a:lnTo>
                    <a:pt x="6522385" y="801817"/>
                  </a:lnTo>
                  <a:lnTo>
                    <a:pt x="5527445" y="801817"/>
                  </a:lnTo>
                  <a:lnTo>
                    <a:pt x="5526314" y="801801"/>
                  </a:lnTo>
                  <a:lnTo>
                    <a:pt x="5518847" y="801693"/>
                  </a:lnTo>
                  <a:lnTo>
                    <a:pt x="5499924" y="801393"/>
                  </a:lnTo>
                  <a:lnTo>
                    <a:pt x="5465838" y="800801"/>
                  </a:lnTo>
                  <a:lnTo>
                    <a:pt x="5414520" y="799824"/>
                  </a:lnTo>
                  <a:lnTo>
                    <a:pt x="5345691" y="798381"/>
                  </a:lnTo>
                  <a:lnTo>
                    <a:pt x="5260802" y="796410"/>
                  </a:lnTo>
                  <a:lnTo>
                    <a:pt x="5162720" y="793877"/>
                  </a:lnTo>
                  <a:lnTo>
                    <a:pt x="5055204" y="790767"/>
                  </a:lnTo>
                  <a:lnTo>
                    <a:pt x="4942313" y="787085"/>
                  </a:lnTo>
                  <a:lnTo>
                    <a:pt x="4827875" y="782840"/>
                  </a:lnTo>
                  <a:lnTo>
                    <a:pt x="4715122" y="778045"/>
                  </a:lnTo>
                  <a:lnTo>
                    <a:pt x="4606503" y="772700"/>
                  </a:lnTo>
                  <a:lnTo>
                    <a:pt x="4503666" y="766797"/>
                  </a:lnTo>
                  <a:lnTo>
                    <a:pt x="4407533" y="760308"/>
                  </a:lnTo>
                  <a:lnTo>
                    <a:pt x="4318442" y="753188"/>
                  </a:lnTo>
                  <a:lnTo>
                    <a:pt x="4236289" y="745376"/>
                  </a:lnTo>
                  <a:lnTo>
                    <a:pt x="4160663" y="736790"/>
                  </a:lnTo>
                  <a:lnTo>
                    <a:pt x="4090956" y="727337"/>
                  </a:lnTo>
                  <a:lnTo>
                    <a:pt x="4026447" y="716912"/>
                  </a:lnTo>
                  <a:lnTo>
                    <a:pt x="3966365" y="705406"/>
                  </a:lnTo>
                  <a:lnTo>
                    <a:pt x="3909937" y="692716"/>
                  </a:lnTo>
                  <a:lnTo>
                    <a:pt x="3856429" y="678763"/>
                  </a:lnTo>
                  <a:lnTo>
                    <a:pt x="3820202" y="668180"/>
                  </a:lnTo>
                  <a:lnTo>
                    <a:pt x="3761588" y="649063"/>
                  </a:lnTo>
                  <a:lnTo>
                    <a:pt x="3704745" y="628120"/>
                  </a:lnTo>
                  <a:lnTo>
                    <a:pt x="3649045" y="605319"/>
                  </a:lnTo>
                  <a:lnTo>
                    <a:pt x="3594019" y="580685"/>
                  </a:lnTo>
                  <a:lnTo>
                    <a:pt x="3539328" y="554301"/>
                  </a:lnTo>
                  <a:lnTo>
                    <a:pt x="3484740" y="526317"/>
                  </a:lnTo>
                  <a:lnTo>
                    <a:pt x="3430117" y="496945"/>
                  </a:lnTo>
                  <a:lnTo>
                    <a:pt x="3375396" y="466462"/>
                  </a:lnTo>
                  <a:lnTo>
                    <a:pt x="3320573" y="435194"/>
                  </a:lnTo>
                  <a:lnTo>
                    <a:pt x="3265685" y="403508"/>
                  </a:lnTo>
                  <a:lnTo>
                    <a:pt x="3210792" y="371789"/>
                  </a:lnTo>
                  <a:lnTo>
                    <a:pt x="3155955" y="340427"/>
                  </a:lnTo>
                  <a:lnTo>
                    <a:pt x="3101216" y="309792"/>
                  </a:lnTo>
                  <a:lnTo>
                    <a:pt x="3046579" y="280218"/>
                  </a:lnTo>
                  <a:lnTo>
                    <a:pt x="2991993" y="251990"/>
                  </a:lnTo>
                  <a:lnTo>
                    <a:pt x="2937332" y="225332"/>
                  </a:lnTo>
                  <a:lnTo>
                    <a:pt x="2882381" y="200404"/>
                  </a:lnTo>
                  <a:lnTo>
                    <a:pt x="2826820" y="177300"/>
                  </a:lnTo>
                  <a:lnTo>
                    <a:pt x="2770202" y="156054"/>
                  </a:lnTo>
                  <a:lnTo>
                    <a:pt x="2711929" y="136642"/>
                  </a:lnTo>
                  <a:lnTo>
                    <a:pt x="2702183" y="133636"/>
                  </a:lnTo>
                  <a:lnTo>
                    <a:pt x="2650329" y="118774"/>
                  </a:lnTo>
                  <a:lnTo>
                    <a:pt x="2596026" y="105202"/>
                  </a:lnTo>
                  <a:lnTo>
                    <a:pt x="2538592" y="92873"/>
                  </a:lnTo>
                  <a:lnTo>
                    <a:pt x="2477277" y="81700"/>
                  </a:lnTo>
                  <a:lnTo>
                    <a:pt x="2411303" y="71575"/>
                  </a:lnTo>
                  <a:lnTo>
                    <a:pt x="2339910" y="62390"/>
                  </a:lnTo>
                  <a:lnTo>
                    <a:pt x="2262402" y="54043"/>
                  </a:lnTo>
                  <a:lnTo>
                    <a:pt x="2178219" y="46444"/>
                  </a:lnTo>
                  <a:lnTo>
                    <a:pt x="2087031" y="39517"/>
                  </a:lnTo>
                  <a:lnTo>
                    <a:pt x="1988848" y="33206"/>
                  </a:lnTo>
                  <a:lnTo>
                    <a:pt x="1884167" y="27471"/>
                  </a:lnTo>
                  <a:lnTo>
                    <a:pt x="1774114" y="22290"/>
                  </a:lnTo>
                  <a:lnTo>
                    <a:pt x="1660567" y="17657"/>
                  </a:lnTo>
                  <a:lnTo>
                    <a:pt x="1546219" y="13578"/>
                  </a:lnTo>
                  <a:lnTo>
                    <a:pt x="1434506" y="10065"/>
                  </a:lnTo>
                  <a:lnTo>
                    <a:pt x="1329371" y="7127"/>
                  </a:lnTo>
                  <a:lnTo>
                    <a:pt x="1234843" y="4763"/>
                  </a:lnTo>
                  <a:lnTo>
                    <a:pt x="1154479" y="2954"/>
                  </a:lnTo>
                  <a:lnTo>
                    <a:pt x="1090773" y="1656"/>
                  </a:lnTo>
                  <a:lnTo>
                    <a:pt x="1044684" y="803"/>
                  </a:lnTo>
                  <a:lnTo>
                    <a:pt x="1015396" y="308"/>
                  </a:lnTo>
                  <a:lnTo>
                    <a:pt x="1000330" y="76"/>
                  </a:lnTo>
                  <a:lnTo>
                    <a:pt x="995339" y="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0" name="pg1319"/>
            <p:cNvSpPr/>
            <p:nvPr/>
          </p:nvSpPr>
          <p:spPr>
            <a:xfrm>
              <a:off x="1199187" y="2709243"/>
              <a:ext cx="12049831" cy="2169622"/>
            </a:xfrm>
            <a:custGeom>
              <a:avLst/>
              <a:pathLst>
                <a:path w="12049831" h="2169622">
                  <a:moveTo>
                    <a:pt x="0" y="2169622"/>
                  </a:moveTo>
                  <a:lnTo>
                    <a:pt x="994940" y="2169622"/>
                  </a:lnTo>
                  <a:lnTo>
                    <a:pt x="996075" y="2169613"/>
                  </a:lnTo>
                  <a:lnTo>
                    <a:pt x="1003564" y="2169552"/>
                  </a:lnTo>
                  <a:lnTo>
                    <a:pt x="1022543" y="2169383"/>
                  </a:lnTo>
                  <a:lnTo>
                    <a:pt x="1056724" y="2169050"/>
                  </a:lnTo>
                  <a:lnTo>
                    <a:pt x="1108179" y="2168499"/>
                  </a:lnTo>
                  <a:lnTo>
                    <a:pt x="1177178" y="2167685"/>
                  </a:lnTo>
                  <a:lnTo>
                    <a:pt x="1262257" y="2166574"/>
                  </a:lnTo>
                  <a:lnTo>
                    <a:pt x="1360530" y="2165146"/>
                  </a:lnTo>
                  <a:lnTo>
                    <a:pt x="1468223" y="2163393"/>
                  </a:lnTo>
                  <a:lnTo>
                    <a:pt x="1581265" y="2161318"/>
                  </a:lnTo>
                  <a:lnTo>
                    <a:pt x="1695820" y="2158926"/>
                  </a:lnTo>
                  <a:lnTo>
                    <a:pt x="1808654" y="2156224"/>
                  </a:lnTo>
                  <a:lnTo>
                    <a:pt x="1917319" y="2153213"/>
                  </a:lnTo>
                  <a:lnTo>
                    <a:pt x="2020174" y="2149887"/>
                  </a:lnTo>
                  <a:lnTo>
                    <a:pt x="2116301" y="2146231"/>
                  </a:lnTo>
                  <a:lnTo>
                    <a:pt x="2205371" y="2142218"/>
                  </a:lnTo>
                  <a:lnTo>
                    <a:pt x="2287494" y="2137815"/>
                  </a:lnTo>
                  <a:lnTo>
                    <a:pt x="2363084" y="2132976"/>
                  </a:lnTo>
                  <a:lnTo>
                    <a:pt x="2432757" y="2127647"/>
                  </a:lnTo>
                  <a:lnTo>
                    <a:pt x="2497235" y="2121770"/>
                  </a:lnTo>
                  <a:lnTo>
                    <a:pt x="2557293" y="2115282"/>
                  </a:lnTo>
                  <a:lnTo>
                    <a:pt x="2613707" y="2108125"/>
                  </a:lnTo>
                  <a:lnTo>
                    <a:pt x="2667211" y="2100257"/>
                  </a:lnTo>
                  <a:lnTo>
                    <a:pt x="2702183" y="2094506"/>
                  </a:lnTo>
                  <a:lnTo>
                    <a:pt x="2762791" y="2083371"/>
                  </a:lnTo>
                  <a:lnTo>
                    <a:pt x="2821528" y="2071135"/>
                  </a:lnTo>
                  <a:lnTo>
                    <a:pt x="2879080" y="2057782"/>
                  </a:lnTo>
                  <a:lnTo>
                    <a:pt x="2935953" y="2043329"/>
                  </a:lnTo>
                  <a:lnTo>
                    <a:pt x="2992509" y="2027834"/>
                  </a:lnTo>
                  <a:lnTo>
                    <a:pt x="3048985" y="2011396"/>
                  </a:lnTo>
                  <a:lnTo>
                    <a:pt x="3105519" y="1994155"/>
                  </a:lnTo>
                  <a:lnTo>
                    <a:pt x="3162163" y="1976290"/>
                  </a:lnTo>
                  <a:lnTo>
                    <a:pt x="3218910" y="1958012"/>
                  </a:lnTo>
                  <a:lnTo>
                    <a:pt x="3275707" y="1939554"/>
                  </a:lnTo>
                  <a:lnTo>
                    <a:pt x="3332486" y="1921159"/>
                  </a:lnTo>
                  <a:lnTo>
                    <a:pt x="3389185" y="1903064"/>
                  </a:lnTo>
                  <a:lnTo>
                    <a:pt x="3445770" y="1885493"/>
                  </a:lnTo>
                  <a:lnTo>
                    <a:pt x="3502263" y="1868642"/>
                  </a:lnTo>
                  <a:lnTo>
                    <a:pt x="3558757" y="1852671"/>
                  </a:lnTo>
                  <a:lnTo>
                    <a:pt x="3615438" y="1837699"/>
                  </a:lnTo>
                  <a:lnTo>
                    <a:pt x="3672605" y="1823804"/>
                  </a:lnTo>
                  <a:lnTo>
                    <a:pt x="3730689" y="1811022"/>
                  </a:lnTo>
                  <a:lnTo>
                    <a:pt x="3790283" y="1799353"/>
                  </a:lnTo>
                  <a:lnTo>
                    <a:pt x="3820202" y="1794043"/>
                  </a:lnTo>
                  <a:lnTo>
                    <a:pt x="3872112" y="1785681"/>
                  </a:lnTo>
                  <a:lnTo>
                    <a:pt x="3926476" y="1778046"/>
                  </a:lnTo>
                  <a:lnTo>
                    <a:pt x="3983979" y="1771110"/>
                  </a:lnTo>
                  <a:lnTo>
                    <a:pt x="4045374" y="1764825"/>
                  </a:lnTo>
                  <a:lnTo>
                    <a:pt x="4111440" y="1759131"/>
                  </a:lnTo>
                  <a:lnTo>
                    <a:pt x="4182941" y="1753966"/>
                  </a:lnTo>
                  <a:lnTo>
                    <a:pt x="4260574" y="1749272"/>
                  </a:lnTo>
                  <a:lnTo>
                    <a:pt x="4344898" y="1744999"/>
                  </a:lnTo>
                  <a:lnTo>
                    <a:pt x="4436245" y="1741105"/>
                  </a:lnTo>
                  <a:lnTo>
                    <a:pt x="4534598" y="1737557"/>
                  </a:lnTo>
                  <a:lnTo>
                    <a:pt x="4639454" y="1734334"/>
                  </a:lnTo>
                  <a:lnTo>
                    <a:pt x="4749677" y="1731422"/>
                  </a:lnTo>
                  <a:lnTo>
                    <a:pt x="4863372" y="1728819"/>
                  </a:lnTo>
                  <a:lnTo>
                    <a:pt x="4977827" y="1726529"/>
                  </a:lnTo>
                  <a:lnTo>
                    <a:pt x="5089587" y="1724557"/>
                  </a:lnTo>
                  <a:lnTo>
                    <a:pt x="5194692" y="1722909"/>
                  </a:lnTo>
                  <a:lnTo>
                    <a:pt x="5289101" y="1721584"/>
                  </a:lnTo>
                  <a:lnTo>
                    <a:pt x="5369262" y="1720572"/>
                  </a:lnTo>
                  <a:lnTo>
                    <a:pt x="5432698" y="1719847"/>
                  </a:lnTo>
                  <a:lnTo>
                    <a:pt x="5478478" y="1719371"/>
                  </a:lnTo>
                  <a:lnTo>
                    <a:pt x="5507459" y="1719097"/>
                  </a:lnTo>
                  <a:lnTo>
                    <a:pt x="5522264" y="1718969"/>
                  </a:lnTo>
                  <a:lnTo>
                    <a:pt x="5527085" y="1718930"/>
                  </a:lnTo>
                  <a:lnTo>
                    <a:pt x="5527445" y="1718927"/>
                  </a:lnTo>
                  <a:lnTo>
                    <a:pt x="6522385" y="1718927"/>
                  </a:lnTo>
                  <a:lnTo>
                    <a:pt x="6523499" y="1718895"/>
                  </a:lnTo>
                  <a:lnTo>
                    <a:pt x="6530851" y="1718667"/>
                  </a:lnTo>
                  <a:lnTo>
                    <a:pt x="6549490" y="1718036"/>
                  </a:lnTo>
                  <a:lnTo>
                    <a:pt x="6583085" y="1716793"/>
                  </a:lnTo>
                  <a:lnTo>
                    <a:pt x="6633704" y="1714738"/>
                  </a:lnTo>
                  <a:lnTo>
                    <a:pt x="6701665" y="1711700"/>
                  </a:lnTo>
                  <a:lnTo>
                    <a:pt x="6785585" y="1707552"/>
                  </a:lnTo>
                  <a:lnTo>
                    <a:pt x="6882684" y="1702216"/>
                  </a:lnTo>
                  <a:lnTo>
                    <a:pt x="6989285" y="1695662"/>
                  </a:lnTo>
                  <a:lnTo>
                    <a:pt x="7101397" y="1687895"/>
                  </a:lnTo>
                  <a:lnTo>
                    <a:pt x="7215228" y="1678938"/>
                  </a:lnTo>
                  <a:lnTo>
                    <a:pt x="7327560" y="1668815"/>
                  </a:lnTo>
                  <a:lnTo>
                    <a:pt x="7435932" y="1657533"/>
                  </a:lnTo>
                  <a:lnTo>
                    <a:pt x="7538674" y="1645071"/>
                  </a:lnTo>
                  <a:lnTo>
                    <a:pt x="7634828" y="1631376"/>
                  </a:lnTo>
                  <a:lnTo>
                    <a:pt x="7724025" y="1616357"/>
                  </a:lnTo>
                  <a:lnTo>
                    <a:pt x="7806335" y="1599886"/>
                  </a:lnTo>
                  <a:lnTo>
                    <a:pt x="7882141" y="1581796"/>
                  </a:lnTo>
                  <a:lnTo>
                    <a:pt x="7952027" y="1561895"/>
                  </a:lnTo>
                  <a:lnTo>
                    <a:pt x="8016695" y="1539960"/>
                  </a:lnTo>
                  <a:lnTo>
                    <a:pt x="8076900" y="1515764"/>
                  </a:lnTo>
                  <a:lnTo>
                    <a:pt x="8133406" y="1489087"/>
                  </a:lnTo>
                  <a:lnTo>
                    <a:pt x="8186941" y="1459756"/>
                  </a:lnTo>
                  <a:lnTo>
                    <a:pt x="8229629" y="1433313"/>
                  </a:lnTo>
                  <a:lnTo>
                    <a:pt x="8281345" y="1397541"/>
                  </a:lnTo>
                  <a:lnTo>
                    <a:pt x="8331624" y="1358753"/>
                  </a:lnTo>
                  <a:lnTo>
                    <a:pt x="8380914" y="1316891"/>
                  </a:lnTo>
                  <a:lnTo>
                    <a:pt x="8429566" y="1271964"/>
                  </a:lnTo>
                  <a:lnTo>
                    <a:pt x="8477846" y="1224056"/>
                  </a:lnTo>
                  <a:lnTo>
                    <a:pt x="8525949" y="1173333"/>
                  </a:lnTo>
                  <a:lnTo>
                    <a:pt x="8574010" y="1120046"/>
                  </a:lnTo>
                  <a:lnTo>
                    <a:pt x="8622112" y="1064526"/>
                  </a:lnTo>
                  <a:lnTo>
                    <a:pt x="8670291" y="1007185"/>
                  </a:lnTo>
                  <a:lnTo>
                    <a:pt x="8718552" y="948499"/>
                  </a:lnTo>
                  <a:lnTo>
                    <a:pt x="8766870" y="888997"/>
                  </a:lnTo>
                  <a:lnTo>
                    <a:pt x="8815208" y="829238"/>
                  </a:lnTo>
                  <a:lnTo>
                    <a:pt x="8863523" y="769792"/>
                  </a:lnTo>
                  <a:lnTo>
                    <a:pt x="8911776" y="711217"/>
                  </a:lnTo>
                  <a:lnTo>
                    <a:pt x="8959947" y="654036"/>
                  </a:lnTo>
                  <a:lnTo>
                    <a:pt x="9008042" y="598721"/>
                  </a:lnTo>
                  <a:lnTo>
                    <a:pt x="9056103" y="545675"/>
                  </a:lnTo>
                  <a:lnTo>
                    <a:pt x="9104217" y="495222"/>
                  </a:lnTo>
                  <a:lnTo>
                    <a:pt x="9152524" y="447605"/>
                  </a:lnTo>
                  <a:lnTo>
                    <a:pt x="9201226" y="402980"/>
                  </a:lnTo>
                  <a:lnTo>
                    <a:pt x="9250598" y="361424"/>
                  </a:lnTo>
                  <a:lnTo>
                    <a:pt x="9300997" y="322939"/>
                  </a:lnTo>
                  <a:lnTo>
                    <a:pt x="9347647" y="290855"/>
                  </a:lnTo>
                  <a:lnTo>
                    <a:pt x="9399218" y="259255"/>
                  </a:lnTo>
                  <a:lnTo>
                    <a:pt x="9453208" y="230382"/>
                  </a:lnTo>
                  <a:lnTo>
                    <a:pt x="9510287" y="204139"/>
                  </a:lnTo>
                  <a:lnTo>
                    <a:pt x="9571194" y="180342"/>
                  </a:lnTo>
                  <a:lnTo>
                    <a:pt x="9636692" y="158768"/>
                  </a:lnTo>
                  <a:lnTo>
                    <a:pt x="9707533" y="139187"/>
                  </a:lnTo>
                  <a:lnTo>
                    <a:pt x="9784404" y="121385"/>
                  </a:lnTo>
                  <a:lnTo>
                    <a:pt x="9867860" y="105170"/>
                  </a:lnTo>
                  <a:lnTo>
                    <a:pt x="9958239" y="90383"/>
                  </a:lnTo>
                  <a:lnTo>
                    <a:pt x="10055549" y="76902"/>
                  </a:lnTo>
                  <a:lnTo>
                    <a:pt x="10159329" y="64643"/>
                  </a:lnTo>
                  <a:lnTo>
                    <a:pt x="10268510" y="53557"/>
                  </a:lnTo>
                  <a:lnTo>
                    <a:pt x="10381291" y="43631"/>
                  </a:lnTo>
                  <a:lnTo>
                    <a:pt x="10495077" y="34874"/>
                  </a:lnTo>
                  <a:lnTo>
                    <a:pt x="10606533" y="27311"/>
                  </a:lnTo>
                  <a:lnTo>
                    <a:pt x="10711805" y="20963"/>
                  </a:lnTo>
                  <a:lnTo>
                    <a:pt x="10806914" y="15831"/>
                  </a:lnTo>
                  <a:lnTo>
                    <a:pt x="10888295" y="11878"/>
                  </a:lnTo>
                  <a:lnTo>
                    <a:pt x="10953374" y="9017"/>
                  </a:lnTo>
                  <a:lnTo>
                    <a:pt x="11001040" y="7112"/>
                  </a:lnTo>
                  <a:lnTo>
                    <a:pt x="11031911" y="5987"/>
                  </a:lnTo>
                  <a:lnTo>
                    <a:pt x="11048342" y="5439"/>
                  </a:lnTo>
                  <a:lnTo>
                    <a:pt x="11054247" y="525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7" y="32"/>
                  </a:lnTo>
                  <a:lnTo>
                    <a:pt x="11046426" y="260"/>
                  </a:lnTo>
                  <a:lnTo>
                    <a:pt x="11027786" y="891"/>
                  </a:lnTo>
                  <a:lnTo>
                    <a:pt x="10994191" y="2134"/>
                  </a:lnTo>
                  <a:lnTo>
                    <a:pt x="10943572" y="4189"/>
                  </a:lnTo>
                  <a:lnTo>
                    <a:pt x="10875612" y="7227"/>
                  </a:lnTo>
                  <a:lnTo>
                    <a:pt x="10791692" y="11375"/>
                  </a:lnTo>
                  <a:lnTo>
                    <a:pt x="10694593" y="16711"/>
                  </a:lnTo>
                  <a:lnTo>
                    <a:pt x="10587991" y="23265"/>
                  </a:lnTo>
                  <a:lnTo>
                    <a:pt x="10475880" y="31032"/>
                  </a:lnTo>
                  <a:lnTo>
                    <a:pt x="10362048" y="39989"/>
                  </a:lnTo>
                  <a:lnTo>
                    <a:pt x="10249716" y="50112"/>
                  </a:lnTo>
                  <a:lnTo>
                    <a:pt x="10141344" y="61394"/>
                  </a:lnTo>
                  <a:lnTo>
                    <a:pt x="10038603" y="73856"/>
                  </a:lnTo>
                  <a:lnTo>
                    <a:pt x="9942448" y="87551"/>
                  </a:lnTo>
                  <a:lnTo>
                    <a:pt x="9853252" y="102570"/>
                  </a:lnTo>
                  <a:lnTo>
                    <a:pt x="9770942" y="119041"/>
                  </a:lnTo>
                  <a:lnTo>
                    <a:pt x="9695136" y="137131"/>
                  </a:lnTo>
                  <a:lnTo>
                    <a:pt x="9625249" y="157032"/>
                  </a:lnTo>
                  <a:lnTo>
                    <a:pt x="9560582" y="178967"/>
                  </a:lnTo>
                  <a:lnTo>
                    <a:pt x="9500376" y="203163"/>
                  </a:lnTo>
                  <a:lnTo>
                    <a:pt x="9443871" y="229840"/>
                  </a:lnTo>
                  <a:lnTo>
                    <a:pt x="9390336" y="259171"/>
                  </a:lnTo>
                  <a:lnTo>
                    <a:pt x="9347647" y="285614"/>
                  </a:lnTo>
                  <a:lnTo>
                    <a:pt x="9295931" y="321386"/>
                  </a:lnTo>
                  <a:lnTo>
                    <a:pt x="9245653" y="360174"/>
                  </a:lnTo>
                  <a:lnTo>
                    <a:pt x="9196363" y="402036"/>
                  </a:lnTo>
                  <a:lnTo>
                    <a:pt x="9147711" y="446963"/>
                  </a:lnTo>
                  <a:lnTo>
                    <a:pt x="9099431" y="494871"/>
                  </a:lnTo>
                  <a:lnTo>
                    <a:pt x="9051328" y="545594"/>
                  </a:lnTo>
                  <a:lnTo>
                    <a:pt x="9003266" y="598881"/>
                  </a:lnTo>
                  <a:lnTo>
                    <a:pt x="8955165" y="654401"/>
                  </a:lnTo>
                  <a:lnTo>
                    <a:pt x="8906985" y="711742"/>
                  </a:lnTo>
                  <a:lnTo>
                    <a:pt x="8858725" y="770428"/>
                  </a:lnTo>
                  <a:lnTo>
                    <a:pt x="8810406" y="829930"/>
                  </a:lnTo>
                  <a:lnTo>
                    <a:pt x="8762068" y="889689"/>
                  </a:lnTo>
                  <a:lnTo>
                    <a:pt x="8713754" y="949135"/>
                  </a:lnTo>
                  <a:lnTo>
                    <a:pt x="8665501" y="1007710"/>
                  </a:lnTo>
                  <a:lnTo>
                    <a:pt x="8617330" y="1064891"/>
                  </a:lnTo>
                  <a:lnTo>
                    <a:pt x="8569234" y="1120206"/>
                  </a:lnTo>
                  <a:lnTo>
                    <a:pt x="8521173" y="1173252"/>
                  </a:lnTo>
                  <a:lnTo>
                    <a:pt x="8473059" y="1223705"/>
                  </a:lnTo>
                  <a:lnTo>
                    <a:pt x="8424752" y="1271322"/>
                  </a:lnTo>
                  <a:lnTo>
                    <a:pt x="8376050" y="1315947"/>
                  </a:lnTo>
                  <a:lnTo>
                    <a:pt x="8326679" y="1357503"/>
                  </a:lnTo>
                  <a:lnTo>
                    <a:pt x="8276280" y="1395988"/>
                  </a:lnTo>
                  <a:lnTo>
                    <a:pt x="8229629" y="1428072"/>
                  </a:lnTo>
                  <a:lnTo>
                    <a:pt x="8178058" y="1459672"/>
                  </a:lnTo>
                  <a:lnTo>
                    <a:pt x="8124069" y="1488545"/>
                  </a:lnTo>
                  <a:lnTo>
                    <a:pt x="8066990" y="1514788"/>
                  </a:lnTo>
                  <a:lnTo>
                    <a:pt x="8006083" y="1538585"/>
                  </a:lnTo>
                  <a:lnTo>
                    <a:pt x="7940584" y="1560159"/>
                  </a:lnTo>
                  <a:lnTo>
                    <a:pt x="7869743" y="1579740"/>
                  </a:lnTo>
                  <a:lnTo>
                    <a:pt x="7792873" y="1597542"/>
                  </a:lnTo>
                  <a:lnTo>
                    <a:pt x="7709417" y="1613757"/>
                  </a:lnTo>
                  <a:lnTo>
                    <a:pt x="7619037" y="1628544"/>
                  </a:lnTo>
                  <a:lnTo>
                    <a:pt x="7521727" y="1642025"/>
                  </a:lnTo>
                  <a:lnTo>
                    <a:pt x="7417948" y="1654284"/>
                  </a:lnTo>
                  <a:lnTo>
                    <a:pt x="7308766" y="1665370"/>
                  </a:lnTo>
                  <a:lnTo>
                    <a:pt x="7195986" y="1675296"/>
                  </a:lnTo>
                  <a:lnTo>
                    <a:pt x="7082200" y="1684053"/>
                  </a:lnTo>
                  <a:lnTo>
                    <a:pt x="6970744" y="1691616"/>
                  </a:lnTo>
                  <a:lnTo>
                    <a:pt x="6865471" y="1697964"/>
                  </a:lnTo>
                  <a:lnTo>
                    <a:pt x="6770362" y="1703095"/>
                  </a:lnTo>
                  <a:lnTo>
                    <a:pt x="6688981" y="1707049"/>
                  </a:lnTo>
                  <a:lnTo>
                    <a:pt x="6623903" y="1709910"/>
                  </a:lnTo>
                  <a:lnTo>
                    <a:pt x="6576237" y="1711815"/>
                  </a:lnTo>
                  <a:lnTo>
                    <a:pt x="6545365" y="1712940"/>
                  </a:lnTo>
                  <a:lnTo>
                    <a:pt x="6528935" y="1713488"/>
                  </a:lnTo>
                  <a:lnTo>
                    <a:pt x="6523029" y="1713669"/>
                  </a:lnTo>
                  <a:lnTo>
                    <a:pt x="6522385" y="1713687"/>
                  </a:lnTo>
                  <a:lnTo>
                    <a:pt x="5527445" y="1713687"/>
                  </a:lnTo>
                  <a:lnTo>
                    <a:pt x="5526310" y="1713695"/>
                  </a:lnTo>
                  <a:lnTo>
                    <a:pt x="5518821" y="1713757"/>
                  </a:lnTo>
                  <a:lnTo>
                    <a:pt x="5499842" y="1713926"/>
                  </a:lnTo>
                  <a:lnTo>
                    <a:pt x="5465661" y="1714259"/>
                  </a:lnTo>
                  <a:lnTo>
                    <a:pt x="5414206" y="1714810"/>
                  </a:lnTo>
                  <a:lnTo>
                    <a:pt x="5345207" y="1715624"/>
                  </a:lnTo>
                  <a:lnTo>
                    <a:pt x="5260128" y="1716735"/>
                  </a:lnTo>
                  <a:lnTo>
                    <a:pt x="5161855" y="1718163"/>
                  </a:lnTo>
                  <a:lnTo>
                    <a:pt x="5054162" y="1719915"/>
                  </a:lnTo>
                  <a:lnTo>
                    <a:pt x="4941120" y="1721991"/>
                  </a:lnTo>
                  <a:lnTo>
                    <a:pt x="4826565" y="1724382"/>
                  </a:lnTo>
                  <a:lnTo>
                    <a:pt x="4713731" y="1727085"/>
                  </a:lnTo>
                  <a:lnTo>
                    <a:pt x="4605066" y="1730096"/>
                  </a:lnTo>
                  <a:lnTo>
                    <a:pt x="4502211" y="1733422"/>
                  </a:lnTo>
                  <a:lnTo>
                    <a:pt x="4406084" y="1737078"/>
                  </a:lnTo>
                  <a:lnTo>
                    <a:pt x="4317014" y="1741090"/>
                  </a:lnTo>
                  <a:lnTo>
                    <a:pt x="4234891" y="1745494"/>
                  </a:lnTo>
                  <a:lnTo>
                    <a:pt x="4159301" y="1750333"/>
                  </a:lnTo>
                  <a:lnTo>
                    <a:pt x="4089628" y="1755662"/>
                  </a:lnTo>
                  <a:lnTo>
                    <a:pt x="4025150" y="1761539"/>
                  </a:lnTo>
                  <a:lnTo>
                    <a:pt x="3965092" y="1768027"/>
                  </a:lnTo>
                  <a:lnTo>
                    <a:pt x="3908678" y="1775183"/>
                  </a:lnTo>
                  <a:lnTo>
                    <a:pt x="3855174" y="1783051"/>
                  </a:lnTo>
                  <a:lnTo>
                    <a:pt x="3820202" y="1788803"/>
                  </a:lnTo>
                  <a:lnTo>
                    <a:pt x="3759594" y="1799938"/>
                  </a:lnTo>
                  <a:lnTo>
                    <a:pt x="3700857" y="1812174"/>
                  </a:lnTo>
                  <a:lnTo>
                    <a:pt x="3643305" y="1825527"/>
                  </a:lnTo>
                  <a:lnTo>
                    <a:pt x="3586432" y="1839980"/>
                  </a:lnTo>
                  <a:lnTo>
                    <a:pt x="3529876" y="1855474"/>
                  </a:lnTo>
                  <a:lnTo>
                    <a:pt x="3473400" y="1871913"/>
                  </a:lnTo>
                  <a:lnTo>
                    <a:pt x="3416866" y="1889154"/>
                  </a:lnTo>
                  <a:lnTo>
                    <a:pt x="3360222" y="1907019"/>
                  </a:lnTo>
                  <a:lnTo>
                    <a:pt x="3303475" y="1925296"/>
                  </a:lnTo>
                  <a:lnTo>
                    <a:pt x="3246678" y="1943754"/>
                  </a:lnTo>
                  <a:lnTo>
                    <a:pt x="3189899" y="1962150"/>
                  </a:lnTo>
                  <a:lnTo>
                    <a:pt x="3133200" y="1980245"/>
                  </a:lnTo>
                  <a:lnTo>
                    <a:pt x="3076615" y="1997815"/>
                  </a:lnTo>
                  <a:lnTo>
                    <a:pt x="3020122" y="2014666"/>
                  </a:lnTo>
                  <a:lnTo>
                    <a:pt x="2963628" y="2030638"/>
                  </a:lnTo>
                  <a:lnTo>
                    <a:pt x="2906947" y="2045610"/>
                  </a:lnTo>
                  <a:lnTo>
                    <a:pt x="2849780" y="2059505"/>
                  </a:lnTo>
                  <a:lnTo>
                    <a:pt x="2791696" y="2072287"/>
                  </a:lnTo>
                  <a:lnTo>
                    <a:pt x="2732102" y="2083956"/>
                  </a:lnTo>
                  <a:lnTo>
                    <a:pt x="2702183" y="2089266"/>
                  </a:lnTo>
                  <a:lnTo>
                    <a:pt x="2650273" y="2097627"/>
                  </a:lnTo>
                  <a:lnTo>
                    <a:pt x="2595909" y="2105263"/>
                  </a:lnTo>
                  <a:lnTo>
                    <a:pt x="2538406" y="2112198"/>
                  </a:lnTo>
                  <a:lnTo>
                    <a:pt x="2477011" y="2118483"/>
                  </a:lnTo>
                  <a:lnTo>
                    <a:pt x="2410945" y="2124178"/>
                  </a:lnTo>
                  <a:lnTo>
                    <a:pt x="2339444" y="2129343"/>
                  </a:lnTo>
                  <a:lnTo>
                    <a:pt x="2261811" y="2134036"/>
                  </a:lnTo>
                  <a:lnTo>
                    <a:pt x="2177487" y="2138309"/>
                  </a:lnTo>
                  <a:lnTo>
                    <a:pt x="2086140" y="2142204"/>
                  </a:lnTo>
                  <a:lnTo>
                    <a:pt x="1987787" y="2145752"/>
                  </a:lnTo>
                  <a:lnTo>
                    <a:pt x="1882931" y="2148975"/>
                  </a:lnTo>
                  <a:lnTo>
                    <a:pt x="1772708" y="2151887"/>
                  </a:lnTo>
                  <a:lnTo>
                    <a:pt x="1659013" y="2154489"/>
                  </a:lnTo>
                  <a:lnTo>
                    <a:pt x="1544558" y="2156780"/>
                  </a:lnTo>
                  <a:lnTo>
                    <a:pt x="1432798" y="2158752"/>
                  </a:lnTo>
                  <a:lnTo>
                    <a:pt x="1327693" y="2160400"/>
                  </a:lnTo>
                  <a:lnTo>
                    <a:pt x="1233284" y="2161724"/>
                  </a:lnTo>
                  <a:lnTo>
                    <a:pt x="1153123" y="2162737"/>
                  </a:lnTo>
                  <a:lnTo>
                    <a:pt x="1089687" y="2163462"/>
                  </a:lnTo>
                  <a:lnTo>
                    <a:pt x="1043907" y="2163938"/>
                  </a:lnTo>
                  <a:lnTo>
                    <a:pt x="1014926" y="2164212"/>
                  </a:lnTo>
                  <a:lnTo>
                    <a:pt x="1000121" y="2164340"/>
                  </a:lnTo>
                  <a:lnTo>
                    <a:pt x="995300" y="2164379"/>
                  </a:lnTo>
                  <a:lnTo>
                    <a:pt x="994940" y="2164381"/>
                  </a:lnTo>
                  <a:lnTo>
                    <a:pt x="0" y="2164381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21" name="pl1320"/>
            <p:cNvSpPr/>
            <p:nvPr/>
          </p:nvSpPr>
          <p:spPr>
            <a:xfrm>
              <a:off x="1199187" y="2714483"/>
              <a:ext cx="12049831" cy="2164381"/>
            </a:xfrm>
            <a:custGeom>
              <a:avLst/>
              <a:pathLst>
                <a:path w="12049831" h="2164381">
                  <a:moveTo>
                    <a:pt x="0" y="2164381"/>
                  </a:moveTo>
                  <a:lnTo>
                    <a:pt x="994940" y="2164381"/>
                  </a:lnTo>
                  <a:lnTo>
                    <a:pt x="996075" y="2164373"/>
                  </a:lnTo>
                  <a:lnTo>
                    <a:pt x="1003564" y="2164312"/>
                  </a:lnTo>
                  <a:lnTo>
                    <a:pt x="1022543" y="2164142"/>
                  </a:lnTo>
                  <a:lnTo>
                    <a:pt x="1056724" y="2163809"/>
                  </a:lnTo>
                  <a:lnTo>
                    <a:pt x="1108179" y="2163258"/>
                  </a:lnTo>
                  <a:lnTo>
                    <a:pt x="1177178" y="2162444"/>
                  </a:lnTo>
                  <a:lnTo>
                    <a:pt x="1262257" y="2161333"/>
                  </a:lnTo>
                  <a:lnTo>
                    <a:pt x="1360530" y="2159905"/>
                  </a:lnTo>
                  <a:lnTo>
                    <a:pt x="1468223" y="2158153"/>
                  </a:lnTo>
                  <a:lnTo>
                    <a:pt x="1581265" y="2156078"/>
                  </a:lnTo>
                  <a:lnTo>
                    <a:pt x="1695820" y="2153686"/>
                  </a:lnTo>
                  <a:lnTo>
                    <a:pt x="1808654" y="2150984"/>
                  </a:lnTo>
                  <a:lnTo>
                    <a:pt x="1917319" y="2147972"/>
                  </a:lnTo>
                  <a:lnTo>
                    <a:pt x="2020174" y="2144646"/>
                  </a:lnTo>
                  <a:lnTo>
                    <a:pt x="2116301" y="2140990"/>
                  </a:lnTo>
                  <a:lnTo>
                    <a:pt x="2205371" y="2136978"/>
                  </a:lnTo>
                  <a:lnTo>
                    <a:pt x="2287494" y="2132575"/>
                  </a:lnTo>
                  <a:lnTo>
                    <a:pt x="2363084" y="2127735"/>
                  </a:lnTo>
                  <a:lnTo>
                    <a:pt x="2432757" y="2122406"/>
                  </a:lnTo>
                  <a:lnTo>
                    <a:pt x="2497235" y="2116529"/>
                  </a:lnTo>
                  <a:lnTo>
                    <a:pt x="2557293" y="2110041"/>
                  </a:lnTo>
                  <a:lnTo>
                    <a:pt x="2613707" y="2102885"/>
                  </a:lnTo>
                  <a:lnTo>
                    <a:pt x="2667211" y="2095017"/>
                  </a:lnTo>
                  <a:lnTo>
                    <a:pt x="2702183" y="2089266"/>
                  </a:lnTo>
                  <a:lnTo>
                    <a:pt x="2762791" y="2078130"/>
                  </a:lnTo>
                  <a:lnTo>
                    <a:pt x="2821528" y="2065894"/>
                  </a:lnTo>
                  <a:lnTo>
                    <a:pt x="2879080" y="2052541"/>
                  </a:lnTo>
                  <a:lnTo>
                    <a:pt x="2935953" y="2038089"/>
                  </a:lnTo>
                  <a:lnTo>
                    <a:pt x="2992509" y="2022594"/>
                  </a:lnTo>
                  <a:lnTo>
                    <a:pt x="3048985" y="2006155"/>
                  </a:lnTo>
                  <a:lnTo>
                    <a:pt x="3105519" y="1988914"/>
                  </a:lnTo>
                  <a:lnTo>
                    <a:pt x="3162163" y="1971049"/>
                  </a:lnTo>
                  <a:lnTo>
                    <a:pt x="3218910" y="1952772"/>
                  </a:lnTo>
                  <a:lnTo>
                    <a:pt x="3275707" y="1934314"/>
                  </a:lnTo>
                  <a:lnTo>
                    <a:pt x="3332486" y="1915918"/>
                  </a:lnTo>
                  <a:lnTo>
                    <a:pt x="3389185" y="1897823"/>
                  </a:lnTo>
                  <a:lnTo>
                    <a:pt x="3445770" y="1880253"/>
                  </a:lnTo>
                  <a:lnTo>
                    <a:pt x="3502263" y="1863402"/>
                  </a:lnTo>
                  <a:lnTo>
                    <a:pt x="3558757" y="1847431"/>
                  </a:lnTo>
                  <a:lnTo>
                    <a:pt x="3615438" y="1832459"/>
                  </a:lnTo>
                  <a:lnTo>
                    <a:pt x="3672605" y="1818564"/>
                  </a:lnTo>
                  <a:lnTo>
                    <a:pt x="3730689" y="1805782"/>
                  </a:lnTo>
                  <a:lnTo>
                    <a:pt x="3790283" y="1794112"/>
                  </a:lnTo>
                  <a:lnTo>
                    <a:pt x="3820202" y="1788803"/>
                  </a:lnTo>
                  <a:lnTo>
                    <a:pt x="3872112" y="1780441"/>
                  </a:lnTo>
                  <a:lnTo>
                    <a:pt x="3926476" y="1772805"/>
                  </a:lnTo>
                  <a:lnTo>
                    <a:pt x="3983979" y="1765870"/>
                  </a:lnTo>
                  <a:lnTo>
                    <a:pt x="4045374" y="1759585"/>
                  </a:lnTo>
                  <a:lnTo>
                    <a:pt x="4111440" y="1753890"/>
                  </a:lnTo>
                  <a:lnTo>
                    <a:pt x="4182941" y="1748725"/>
                  </a:lnTo>
                  <a:lnTo>
                    <a:pt x="4260574" y="1744032"/>
                  </a:lnTo>
                  <a:lnTo>
                    <a:pt x="4344898" y="1739759"/>
                  </a:lnTo>
                  <a:lnTo>
                    <a:pt x="4436245" y="1735865"/>
                  </a:lnTo>
                  <a:lnTo>
                    <a:pt x="4534598" y="1732317"/>
                  </a:lnTo>
                  <a:lnTo>
                    <a:pt x="4639454" y="1729093"/>
                  </a:lnTo>
                  <a:lnTo>
                    <a:pt x="4749677" y="1726182"/>
                  </a:lnTo>
                  <a:lnTo>
                    <a:pt x="4863372" y="1723579"/>
                  </a:lnTo>
                  <a:lnTo>
                    <a:pt x="4977827" y="1721288"/>
                  </a:lnTo>
                  <a:lnTo>
                    <a:pt x="5089587" y="1719316"/>
                  </a:lnTo>
                  <a:lnTo>
                    <a:pt x="5194692" y="1717668"/>
                  </a:lnTo>
                  <a:lnTo>
                    <a:pt x="5289101" y="1716344"/>
                  </a:lnTo>
                  <a:lnTo>
                    <a:pt x="5369262" y="1715331"/>
                  </a:lnTo>
                  <a:lnTo>
                    <a:pt x="5432698" y="1714606"/>
                  </a:lnTo>
                  <a:lnTo>
                    <a:pt x="5478478" y="1714131"/>
                  </a:lnTo>
                  <a:lnTo>
                    <a:pt x="5507459" y="1713856"/>
                  </a:lnTo>
                  <a:lnTo>
                    <a:pt x="5522264" y="1713728"/>
                  </a:lnTo>
                  <a:lnTo>
                    <a:pt x="5527085" y="1713690"/>
                  </a:lnTo>
                  <a:lnTo>
                    <a:pt x="5527445" y="1713687"/>
                  </a:lnTo>
                  <a:lnTo>
                    <a:pt x="6522385" y="1713687"/>
                  </a:lnTo>
                  <a:lnTo>
                    <a:pt x="6523499" y="1713655"/>
                  </a:lnTo>
                  <a:lnTo>
                    <a:pt x="6530851" y="1713426"/>
                  </a:lnTo>
                  <a:lnTo>
                    <a:pt x="6549490" y="1712796"/>
                  </a:lnTo>
                  <a:lnTo>
                    <a:pt x="6583085" y="1711552"/>
                  </a:lnTo>
                  <a:lnTo>
                    <a:pt x="6633704" y="1709497"/>
                  </a:lnTo>
                  <a:lnTo>
                    <a:pt x="6701665" y="1706460"/>
                  </a:lnTo>
                  <a:lnTo>
                    <a:pt x="6785585" y="1702311"/>
                  </a:lnTo>
                  <a:lnTo>
                    <a:pt x="6882684" y="1696975"/>
                  </a:lnTo>
                  <a:lnTo>
                    <a:pt x="6989285" y="1690421"/>
                  </a:lnTo>
                  <a:lnTo>
                    <a:pt x="7101397" y="1682654"/>
                  </a:lnTo>
                  <a:lnTo>
                    <a:pt x="7215228" y="1673698"/>
                  </a:lnTo>
                  <a:lnTo>
                    <a:pt x="7327560" y="1663575"/>
                  </a:lnTo>
                  <a:lnTo>
                    <a:pt x="7435932" y="1652292"/>
                  </a:lnTo>
                  <a:lnTo>
                    <a:pt x="7538674" y="1639831"/>
                  </a:lnTo>
                  <a:lnTo>
                    <a:pt x="7634828" y="1626136"/>
                  </a:lnTo>
                  <a:lnTo>
                    <a:pt x="7724025" y="1611117"/>
                  </a:lnTo>
                  <a:lnTo>
                    <a:pt x="7806335" y="1594645"/>
                  </a:lnTo>
                  <a:lnTo>
                    <a:pt x="7882141" y="1576556"/>
                  </a:lnTo>
                  <a:lnTo>
                    <a:pt x="7952027" y="1556654"/>
                  </a:lnTo>
                  <a:lnTo>
                    <a:pt x="8016695" y="1534720"/>
                  </a:lnTo>
                  <a:lnTo>
                    <a:pt x="8076900" y="1510524"/>
                  </a:lnTo>
                  <a:lnTo>
                    <a:pt x="8133406" y="1483847"/>
                  </a:lnTo>
                  <a:lnTo>
                    <a:pt x="8186941" y="1454515"/>
                  </a:lnTo>
                  <a:lnTo>
                    <a:pt x="8229629" y="1428072"/>
                  </a:lnTo>
                  <a:lnTo>
                    <a:pt x="8281345" y="1392301"/>
                  </a:lnTo>
                  <a:lnTo>
                    <a:pt x="8331624" y="1353513"/>
                  </a:lnTo>
                  <a:lnTo>
                    <a:pt x="8380914" y="1311650"/>
                  </a:lnTo>
                  <a:lnTo>
                    <a:pt x="8429566" y="1266723"/>
                  </a:lnTo>
                  <a:lnTo>
                    <a:pt x="8477846" y="1218815"/>
                  </a:lnTo>
                  <a:lnTo>
                    <a:pt x="8525949" y="1168093"/>
                  </a:lnTo>
                  <a:lnTo>
                    <a:pt x="8574010" y="1114805"/>
                  </a:lnTo>
                  <a:lnTo>
                    <a:pt x="8622112" y="1059286"/>
                  </a:lnTo>
                  <a:lnTo>
                    <a:pt x="8670291" y="1001945"/>
                  </a:lnTo>
                  <a:lnTo>
                    <a:pt x="8718552" y="943259"/>
                  </a:lnTo>
                  <a:lnTo>
                    <a:pt x="8766870" y="883756"/>
                  </a:lnTo>
                  <a:lnTo>
                    <a:pt x="8815208" y="823997"/>
                  </a:lnTo>
                  <a:lnTo>
                    <a:pt x="8863523" y="764551"/>
                  </a:lnTo>
                  <a:lnTo>
                    <a:pt x="8911776" y="705976"/>
                  </a:lnTo>
                  <a:lnTo>
                    <a:pt x="8959947" y="648796"/>
                  </a:lnTo>
                  <a:lnTo>
                    <a:pt x="9008042" y="593481"/>
                  </a:lnTo>
                  <a:lnTo>
                    <a:pt x="9056103" y="540435"/>
                  </a:lnTo>
                  <a:lnTo>
                    <a:pt x="9104217" y="489982"/>
                  </a:lnTo>
                  <a:lnTo>
                    <a:pt x="9152524" y="442364"/>
                  </a:lnTo>
                  <a:lnTo>
                    <a:pt x="9201226" y="397739"/>
                  </a:lnTo>
                  <a:lnTo>
                    <a:pt x="9250598" y="356183"/>
                  </a:lnTo>
                  <a:lnTo>
                    <a:pt x="9300997" y="317698"/>
                  </a:lnTo>
                  <a:lnTo>
                    <a:pt x="9347647" y="285614"/>
                  </a:lnTo>
                  <a:lnTo>
                    <a:pt x="9399218" y="254014"/>
                  </a:lnTo>
                  <a:lnTo>
                    <a:pt x="9453208" y="225141"/>
                  </a:lnTo>
                  <a:lnTo>
                    <a:pt x="9510287" y="198898"/>
                  </a:lnTo>
                  <a:lnTo>
                    <a:pt x="9571194" y="175101"/>
                  </a:lnTo>
                  <a:lnTo>
                    <a:pt x="9636692" y="153527"/>
                  </a:lnTo>
                  <a:lnTo>
                    <a:pt x="9707533" y="133947"/>
                  </a:lnTo>
                  <a:lnTo>
                    <a:pt x="9784404" y="116144"/>
                  </a:lnTo>
                  <a:lnTo>
                    <a:pt x="9867860" y="99929"/>
                  </a:lnTo>
                  <a:lnTo>
                    <a:pt x="9958239" y="85142"/>
                  </a:lnTo>
                  <a:lnTo>
                    <a:pt x="10055549" y="71662"/>
                  </a:lnTo>
                  <a:lnTo>
                    <a:pt x="10159329" y="59402"/>
                  </a:lnTo>
                  <a:lnTo>
                    <a:pt x="10268510" y="48317"/>
                  </a:lnTo>
                  <a:lnTo>
                    <a:pt x="10381291" y="38390"/>
                  </a:lnTo>
                  <a:lnTo>
                    <a:pt x="10495077" y="29633"/>
                  </a:lnTo>
                  <a:lnTo>
                    <a:pt x="10606533" y="22070"/>
                  </a:lnTo>
                  <a:lnTo>
                    <a:pt x="10711805" y="15723"/>
                  </a:lnTo>
                  <a:lnTo>
                    <a:pt x="10806914" y="10591"/>
                  </a:lnTo>
                  <a:lnTo>
                    <a:pt x="10888295" y="6637"/>
                  </a:lnTo>
                  <a:lnTo>
                    <a:pt x="10953374" y="3776"/>
                  </a:lnTo>
                  <a:lnTo>
                    <a:pt x="11001040" y="1872"/>
                  </a:lnTo>
                  <a:lnTo>
                    <a:pt x="11031911" y="747"/>
                  </a:lnTo>
                  <a:lnTo>
                    <a:pt x="11048342" y="199"/>
                  </a:lnTo>
                  <a:lnTo>
                    <a:pt x="11054247" y="1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2" name="pl1321"/>
            <p:cNvSpPr/>
            <p:nvPr/>
          </p:nvSpPr>
          <p:spPr>
            <a:xfrm>
              <a:off x="1199187" y="2709243"/>
              <a:ext cx="12049831" cy="2164381"/>
            </a:xfrm>
            <a:custGeom>
              <a:avLst/>
              <a:pathLst>
                <a:path w="12049831" h="2164381">
                  <a:moveTo>
                    <a:pt x="12049831" y="0"/>
                  </a:moveTo>
                  <a:lnTo>
                    <a:pt x="11054891" y="0"/>
                  </a:lnTo>
                  <a:lnTo>
                    <a:pt x="11053777" y="32"/>
                  </a:lnTo>
                  <a:lnTo>
                    <a:pt x="11046426" y="260"/>
                  </a:lnTo>
                  <a:lnTo>
                    <a:pt x="11027786" y="891"/>
                  </a:lnTo>
                  <a:lnTo>
                    <a:pt x="10994191" y="2134"/>
                  </a:lnTo>
                  <a:lnTo>
                    <a:pt x="10943572" y="4189"/>
                  </a:lnTo>
                  <a:lnTo>
                    <a:pt x="10875612" y="7227"/>
                  </a:lnTo>
                  <a:lnTo>
                    <a:pt x="10791692" y="11375"/>
                  </a:lnTo>
                  <a:lnTo>
                    <a:pt x="10694593" y="16711"/>
                  </a:lnTo>
                  <a:lnTo>
                    <a:pt x="10587991" y="23265"/>
                  </a:lnTo>
                  <a:lnTo>
                    <a:pt x="10475880" y="31032"/>
                  </a:lnTo>
                  <a:lnTo>
                    <a:pt x="10362048" y="39989"/>
                  </a:lnTo>
                  <a:lnTo>
                    <a:pt x="10249716" y="50112"/>
                  </a:lnTo>
                  <a:lnTo>
                    <a:pt x="10141344" y="61394"/>
                  </a:lnTo>
                  <a:lnTo>
                    <a:pt x="10038603" y="73856"/>
                  </a:lnTo>
                  <a:lnTo>
                    <a:pt x="9942448" y="87551"/>
                  </a:lnTo>
                  <a:lnTo>
                    <a:pt x="9853252" y="102570"/>
                  </a:lnTo>
                  <a:lnTo>
                    <a:pt x="9770942" y="119041"/>
                  </a:lnTo>
                  <a:lnTo>
                    <a:pt x="9695136" y="137131"/>
                  </a:lnTo>
                  <a:lnTo>
                    <a:pt x="9625249" y="157032"/>
                  </a:lnTo>
                  <a:lnTo>
                    <a:pt x="9560582" y="178967"/>
                  </a:lnTo>
                  <a:lnTo>
                    <a:pt x="9500376" y="203163"/>
                  </a:lnTo>
                  <a:lnTo>
                    <a:pt x="9443871" y="229840"/>
                  </a:lnTo>
                  <a:lnTo>
                    <a:pt x="9390336" y="259171"/>
                  </a:lnTo>
                  <a:lnTo>
                    <a:pt x="9347647" y="285614"/>
                  </a:lnTo>
                  <a:lnTo>
                    <a:pt x="9295931" y="321386"/>
                  </a:lnTo>
                  <a:lnTo>
                    <a:pt x="9245653" y="360174"/>
                  </a:lnTo>
                  <a:lnTo>
                    <a:pt x="9196363" y="402036"/>
                  </a:lnTo>
                  <a:lnTo>
                    <a:pt x="9147711" y="446963"/>
                  </a:lnTo>
                  <a:lnTo>
                    <a:pt x="9099431" y="494871"/>
                  </a:lnTo>
                  <a:lnTo>
                    <a:pt x="9051328" y="545594"/>
                  </a:lnTo>
                  <a:lnTo>
                    <a:pt x="9003266" y="598881"/>
                  </a:lnTo>
                  <a:lnTo>
                    <a:pt x="8955165" y="654401"/>
                  </a:lnTo>
                  <a:lnTo>
                    <a:pt x="8906985" y="711742"/>
                  </a:lnTo>
                  <a:lnTo>
                    <a:pt x="8858725" y="770428"/>
                  </a:lnTo>
                  <a:lnTo>
                    <a:pt x="8810406" y="829930"/>
                  </a:lnTo>
                  <a:lnTo>
                    <a:pt x="8762068" y="889689"/>
                  </a:lnTo>
                  <a:lnTo>
                    <a:pt x="8713754" y="949135"/>
                  </a:lnTo>
                  <a:lnTo>
                    <a:pt x="8665501" y="1007710"/>
                  </a:lnTo>
                  <a:lnTo>
                    <a:pt x="8617330" y="1064891"/>
                  </a:lnTo>
                  <a:lnTo>
                    <a:pt x="8569234" y="1120206"/>
                  </a:lnTo>
                  <a:lnTo>
                    <a:pt x="8521173" y="1173252"/>
                  </a:lnTo>
                  <a:lnTo>
                    <a:pt x="8473059" y="1223705"/>
                  </a:lnTo>
                  <a:lnTo>
                    <a:pt x="8424752" y="1271322"/>
                  </a:lnTo>
                  <a:lnTo>
                    <a:pt x="8376050" y="1315947"/>
                  </a:lnTo>
                  <a:lnTo>
                    <a:pt x="8326679" y="1357503"/>
                  </a:lnTo>
                  <a:lnTo>
                    <a:pt x="8276280" y="1395988"/>
                  </a:lnTo>
                  <a:lnTo>
                    <a:pt x="8229629" y="1428072"/>
                  </a:lnTo>
                  <a:lnTo>
                    <a:pt x="8178058" y="1459672"/>
                  </a:lnTo>
                  <a:lnTo>
                    <a:pt x="8124069" y="1488545"/>
                  </a:lnTo>
                  <a:lnTo>
                    <a:pt x="8066990" y="1514788"/>
                  </a:lnTo>
                  <a:lnTo>
                    <a:pt x="8006083" y="1538585"/>
                  </a:lnTo>
                  <a:lnTo>
                    <a:pt x="7940584" y="1560159"/>
                  </a:lnTo>
                  <a:lnTo>
                    <a:pt x="7869743" y="1579740"/>
                  </a:lnTo>
                  <a:lnTo>
                    <a:pt x="7792873" y="1597542"/>
                  </a:lnTo>
                  <a:lnTo>
                    <a:pt x="7709417" y="1613757"/>
                  </a:lnTo>
                  <a:lnTo>
                    <a:pt x="7619037" y="1628544"/>
                  </a:lnTo>
                  <a:lnTo>
                    <a:pt x="7521727" y="1642025"/>
                  </a:lnTo>
                  <a:lnTo>
                    <a:pt x="7417948" y="1654284"/>
                  </a:lnTo>
                  <a:lnTo>
                    <a:pt x="7308766" y="1665370"/>
                  </a:lnTo>
                  <a:lnTo>
                    <a:pt x="7195986" y="1675296"/>
                  </a:lnTo>
                  <a:lnTo>
                    <a:pt x="7082200" y="1684053"/>
                  </a:lnTo>
                  <a:lnTo>
                    <a:pt x="6970744" y="1691616"/>
                  </a:lnTo>
                  <a:lnTo>
                    <a:pt x="6865471" y="1697964"/>
                  </a:lnTo>
                  <a:lnTo>
                    <a:pt x="6770362" y="1703095"/>
                  </a:lnTo>
                  <a:lnTo>
                    <a:pt x="6688981" y="1707049"/>
                  </a:lnTo>
                  <a:lnTo>
                    <a:pt x="6623903" y="1709910"/>
                  </a:lnTo>
                  <a:lnTo>
                    <a:pt x="6576237" y="1711815"/>
                  </a:lnTo>
                  <a:lnTo>
                    <a:pt x="6545365" y="1712940"/>
                  </a:lnTo>
                  <a:lnTo>
                    <a:pt x="6528935" y="1713488"/>
                  </a:lnTo>
                  <a:lnTo>
                    <a:pt x="6523029" y="1713669"/>
                  </a:lnTo>
                  <a:lnTo>
                    <a:pt x="6522385" y="1713687"/>
                  </a:lnTo>
                  <a:lnTo>
                    <a:pt x="5527445" y="1713687"/>
                  </a:lnTo>
                  <a:lnTo>
                    <a:pt x="5526310" y="1713695"/>
                  </a:lnTo>
                  <a:lnTo>
                    <a:pt x="5518821" y="1713757"/>
                  </a:lnTo>
                  <a:lnTo>
                    <a:pt x="5499842" y="1713926"/>
                  </a:lnTo>
                  <a:lnTo>
                    <a:pt x="5465661" y="1714259"/>
                  </a:lnTo>
                  <a:lnTo>
                    <a:pt x="5414206" y="1714810"/>
                  </a:lnTo>
                  <a:lnTo>
                    <a:pt x="5345207" y="1715624"/>
                  </a:lnTo>
                  <a:lnTo>
                    <a:pt x="5260128" y="1716735"/>
                  </a:lnTo>
                  <a:lnTo>
                    <a:pt x="5161855" y="1718163"/>
                  </a:lnTo>
                  <a:lnTo>
                    <a:pt x="5054162" y="1719915"/>
                  </a:lnTo>
                  <a:lnTo>
                    <a:pt x="4941120" y="1721991"/>
                  </a:lnTo>
                  <a:lnTo>
                    <a:pt x="4826565" y="1724382"/>
                  </a:lnTo>
                  <a:lnTo>
                    <a:pt x="4713731" y="1727085"/>
                  </a:lnTo>
                  <a:lnTo>
                    <a:pt x="4605066" y="1730096"/>
                  </a:lnTo>
                  <a:lnTo>
                    <a:pt x="4502211" y="1733422"/>
                  </a:lnTo>
                  <a:lnTo>
                    <a:pt x="4406084" y="1737078"/>
                  </a:lnTo>
                  <a:lnTo>
                    <a:pt x="4317014" y="1741090"/>
                  </a:lnTo>
                  <a:lnTo>
                    <a:pt x="4234891" y="1745494"/>
                  </a:lnTo>
                  <a:lnTo>
                    <a:pt x="4159301" y="1750333"/>
                  </a:lnTo>
                  <a:lnTo>
                    <a:pt x="4089628" y="1755662"/>
                  </a:lnTo>
                  <a:lnTo>
                    <a:pt x="4025150" y="1761539"/>
                  </a:lnTo>
                  <a:lnTo>
                    <a:pt x="3965092" y="1768027"/>
                  </a:lnTo>
                  <a:lnTo>
                    <a:pt x="3908678" y="1775183"/>
                  </a:lnTo>
                  <a:lnTo>
                    <a:pt x="3855174" y="1783051"/>
                  </a:lnTo>
                  <a:lnTo>
                    <a:pt x="3820202" y="1788803"/>
                  </a:lnTo>
                  <a:lnTo>
                    <a:pt x="3759594" y="1799938"/>
                  </a:lnTo>
                  <a:lnTo>
                    <a:pt x="3700857" y="1812174"/>
                  </a:lnTo>
                  <a:lnTo>
                    <a:pt x="3643305" y="1825527"/>
                  </a:lnTo>
                  <a:lnTo>
                    <a:pt x="3586432" y="1839980"/>
                  </a:lnTo>
                  <a:lnTo>
                    <a:pt x="3529876" y="1855474"/>
                  </a:lnTo>
                  <a:lnTo>
                    <a:pt x="3473400" y="1871913"/>
                  </a:lnTo>
                  <a:lnTo>
                    <a:pt x="3416866" y="1889154"/>
                  </a:lnTo>
                  <a:lnTo>
                    <a:pt x="3360222" y="1907019"/>
                  </a:lnTo>
                  <a:lnTo>
                    <a:pt x="3303475" y="1925296"/>
                  </a:lnTo>
                  <a:lnTo>
                    <a:pt x="3246678" y="1943754"/>
                  </a:lnTo>
                  <a:lnTo>
                    <a:pt x="3189899" y="1962150"/>
                  </a:lnTo>
                  <a:lnTo>
                    <a:pt x="3133200" y="1980245"/>
                  </a:lnTo>
                  <a:lnTo>
                    <a:pt x="3076615" y="1997815"/>
                  </a:lnTo>
                  <a:lnTo>
                    <a:pt x="3020122" y="2014666"/>
                  </a:lnTo>
                  <a:lnTo>
                    <a:pt x="2963628" y="2030638"/>
                  </a:lnTo>
                  <a:lnTo>
                    <a:pt x="2906947" y="2045610"/>
                  </a:lnTo>
                  <a:lnTo>
                    <a:pt x="2849780" y="2059505"/>
                  </a:lnTo>
                  <a:lnTo>
                    <a:pt x="2791696" y="2072287"/>
                  </a:lnTo>
                  <a:lnTo>
                    <a:pt x="2732102" y="2083956"/>
                  </a:lnTo>
                  <a:lnTo>
                    <a:pt x="2702183" y="2089266"/>
                  </a:lnTo>
                  <a:lnTo>
                    <a:pt x="2650273" y="2097627"/>
                  </a:lnTo>
                  <a:lnTo>
                    <a:pt x="2595909" y="2105263"/>
                  </a:lnTo>
                  <a:lnTo>
                    <a:pt x="2538406" y="2112198"/>
                  </a:lnTo>
                  <a:lnTo>
                    <a:pt x="2477011" y="2118483"/>
                  </a:lnTo>
                  <a:lnTo>
                    <a:pt x="2410945" y="2124178"/>
                  </a:lnTo>
                  <a:lnTo>
                    <a:pt x="2339444" y="2129343"/>
                  </a:lnTo>
                  <a:lnTo>
                    <a:pt x="2261811" y="2134036"/>
                  </a:lnTo>
                  <a:lnTo>
                    <a:pt x="2177487" y="2138309"/>
                  </a:lnTo>
                  <a:lnTo>
                    <a:pt x="2086140" y="2142204"/>
                  </a:lnTo>
                  <a:lnTo>
                    <a:pt x="1987787" y="2145752"/>
                  </a:lnTo>
                  <a:lnTo>
                    <a:pt x="1882931" y="2148975"/>
                  </a:lnTo>
                  <a:lnTo>
                    <a:pt x="1772708" y="2151887"/>
                  </a:lnTo>
                  <a:lnTo>
                    <a:pt x="1659013" y="2154489"/>
                  </a:lnTo>
                  <a:lnTo>
                    <a:pt x="1544558" y="2156780"/>
                  </a:lnTo>
                  <a:lnTo>
                    <a:pt x="1432798" y="2158752"/>
                  </a:lnTo>
                  <a:lnTo>
                    <a:pt x="1327693" y="2160400"/>
                  </a:lnTo>
                  <a:lnTo>
                    <a:pt x="1233284" y="2161724"/>
                  </a:lnTo>
                  <a:lnTo>
                    <a:pt x="1153123" y="2162737"/>
                  </a:lnTo>
                  <a:lnTo>
                    <a:pt x="1089687" y="2163462"/>
                  </a:lnTo>
                  <a:lnTo>
                    <a:pt x="1043907" y="2163938"/>
                  </a:lnTo>
                  <a:lnTo>
                    <a:pt x="1014926" y="2164212"/>
                  </a:lnTo>
                  <a:lnTo>
                    <a:pt x="1000121" y="2164340"/>
                  </a:lnTo>
                  <a:lnTo>
                    <a:pt x="995300" y="2164379"/>
                  </a:lnTo>
                  <a:lnTo>
                    <a:pt x="994940" y="2164381"/>
                  </a:lnTo>
                  <a:lnTo>
                    <a:pt x="0" y="2164381"/>
                  </a:lnTo>
                  <a:lnTo>
                    <a:pt x="0" y="21643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3" name="pg1322"/>
            <p:cNvSpPr/>
            <p:nvPr/>
          </p:nvSpPr>
          <p:spPr>
            <a:xfrm>
              <a:off x="1199187" y="4522502"/>
              <a:ext cx="12049831" cy="828020"/>
            </a:xfrm>
            <a:custGeom>
              <a:avLst/>
              <a:pathLst>
                <a:path w="12049831" h="828020">
                  <a:moveTo>
                    <a:pt x="0" y="361603"/>
                  </a:moveTo>
                  <a:lnTo>
                    <a:pt x="994940" y="361603"/>
                  </a:lnTo>
                  <a:lnTo>
                    <a:pt x="996075" y="361596"/>
                  </a:lnTo>
                  <a:lnTo>
                    <a:pt x="1003568" y="361548"/>
                  </a:lnTo>
                  <a:lnTo>
                    <a:pt x="1022557" y="361414"/>
                  </a:lnTo>
                  <a:lnTo>
                    <a:pt x="1056755" y="361150"/>
                  </a:lnTo>
                  <a:lnTo>
                    <a:pt x="1108234" y="360715"/>
                  </a:lnTo>
                  <a:lnTo>
                    <a:pt x="1177263" y="360071"/>
                  </a:lnTo>
                  <a:lnTo>
                    <a:pt x="1262374" y="359192"/>
                  </a:lnTo>
                  <a:lnTo>
                    <a:pt x="1360680" y="358062"/>
                  </a:lnTo>
                  <a:lnTo>
                    <a:pt x="1468404" y="356676"/>
                  </a:lnTo>
                  <a:lnTo>
                    <a:pt x="1581473" y="355034"/>
                  </a:lnTo>
                  <a:lnTo>
                    <a:pt x="1696048" y="353142"/>
                  </a:lnTo>
                  <a:lnTo>
                    <a:pt x="1808896" y="351005"/>
                  </a:lnTo>
                  <a:lnTo>
                    <a:pt x="1917569" y="348623"/>
                  </a:lnTo>
                  <a:lnTo>
                    <a:pt x="2020426" y="345992"/>
                  </a:lnTo>
                  <a:lnTo>
                    <a:pt x="2116553" y="343099"/>
                  </a:lnTo>
                  <a:lnTo>
                    <a:pt x="2205619" y="339926"/>
                  </a:lnTo>
                  <a:lnTo>
                    <a:pt x="2287736" y="336443"/>
                  </a:lnTo>
                  <a:lnTo>
                    <a:pt x="2363321" y="332614"/>
                  </a:lnTo>
                  <a:lnTo>
                    <a:pt x="2432987" y="328399"/>
                  </a:lnTo>
                  <a:lnTo>
                    <a:pt x="2497460" y="323749"/>
                  </a:lnTo>
                  <a:lnTo>
                    <a:pt x="2557514" y="318616"/>
                  </a:lnTo>
                  <a:lnTo>
                    <a:pt x="2613925" y="312954"/>
                  </a:lnTo>
                  <a:lnTo>
                    <a:pt x="2667429" y="306730"/>
                  </a:lnTo>
                  <a:lnTo>
                    <a:pt x="2702183" y="302209"/>
                  </a:lnTo>
                  <a:lnTo>
                    <a:pt x="2763173" y="293345"/>
                  </a:lnTo>
                  <a:lnTo>
                    <a:pt x="2822272" y="283600"/>
                  </a:lnTo>
                  <a:lnTo>
                    <a:pt x="2880179" y="272960"/>
                  </a:lnTo>
                  <a:lnTo>
                    <a:pt x="2937407" y="261440"/>
                  </a:lnTo>
                  <a:lnTo>
                    <a:pt x="2994320" y="249086"/>
                  </a:lnTo>
                  <a:lnTo>
                    <a:pt x="3051159" y="235981"/>
                  </a:lnTo>
                  <a:lnTo>
                    <a:pt x="3108059" y="222237"/>
                  </a:lnTo>
                  <a:lnTo>
                    <a:pt x="3165073" y="208001"/>
                  </a:lnTo>
                  <a:lnTo>
                    <a:pt x="3222187" y="193444"/>
                  </a:lnTo>
                  <a:lnTo>
                    <a:pt x="3279349" y="178753"/>
                  </a:lnTo>
                  <a:lnTo>
                    <a:pt x="3336489" y="164125"/>
                  </a:lnTo>
                  <a:lnTo>
                    <a:pt x="3393543" y="149751"/>
                  </a:lnTo>
                  <a:lnTo>
                    <a:pt x="3450483" y="135809"/>
                  </a:lnTo>
                  <a:lnTo>
                    <a:pt x="3507333" y="122456"/>
                  </a:lnTo>
                  <a:lnTo>
                    <a:pt x="3564197" y="109817"/>
                  </a:lnTo>
                  <a:lnTo>
                    <a:pt x="3621275" y="97985"/>
                  </a:lnTo>
                  <a:lnTo>
                    <a:pt x="3678883" y="87021"/>
                  </a:lnTo>
                  <a:lnTo>
                    <a:pt x="3737478" y="76950"/>
                  </a:lnTo>
                  <a:lnTo>
                    <a:pt x="3797683" y="67767"/>
                  </a:lnTo>
                  <a:lnTo>
                    <a:pt x="3820202" y="64634"/>
                  </a:lnTo>
                  <a:lnTo>
                    <a:pt x="3872121" y="58021"/>
                  </a:lnTo>
                  <a:lnTo>
                    <a:pt x="3926496" y="51983"/>
                  </a:lnTo>
                  <a:lnTo>
                    <a:pt x="3984011" y="46498"/>
                  </a:lnTo>
                  <a:lnTo>
                    <a:pt x="4045420" y="41528"/>
                  </a:lnTo>
                  <a:lnTo>
                    <a:pt x="4111502" y="37025"/>
                  </a:lnTo>
                  <a:lnTo>
                    <a:pt x="4183022" y="32941"/>
                  </a:lnTo>
                  <a:lnTo>
                    <a:pt x="4260676" y="29229"/>
                  </a:lnTo>
                  <a:lnTo>
                    <a:pt x="4345025" y="25851"/>
                  </a:lnTo>
                  <a:lnTo>
                    <a:pt x="4436399" y="22771"/>
                  </a:lnTo>
                  <a:lnTo>
                    <a:pt x="4534782" y="19966"/>
                  </a:lnTo>
                  <a:lnTo>
                    <a:pt x="4639669" y="17417"/>
                  </a:lnTo>
                  <a:lnTo>
                    <a:pt x="4749921" y="15115"/>
                  </a:lnTo>
                  <a:lnTo>
                    <a:pt x="4863641" y="13057"/>
                  </a:lnTo>
                  <a:lnTo>
                    <a:pt x="4978115" y="11246"/>
                  </a:lnTo>
                  <a:lnTo>
                    <a:pt x="5089884" y="9687"/>
                  </a:lnTo>
                  <a:lnTo>
                    <a:pt x="5194983" y="8385"/>
                  </a:lnTo>
                  <a:lnTo>
                    <a:pt x="5289371" y="7338"/>
                  </a:lnTo>
                  <a:lnTo>
                    <a:pt x="5369497" y="6538"/>
                  </a:lnTo>
                  <a:lnTo>
                    <a:pt x="5432885" y="5965"/>
                  </a:lnTo>
                  <a:lnTo>
                    <a:pt x="5478612" y="5590"/>
                  </a:lnTo>
                  <a:lnTo>
                    <a:pt x="5507540" y="5373"/>
                  </a:lnTo>
                  <a:lnTo>
                    <a:pt x="5522300" y="5272"/>
                  </a:lnTo>
                  <a:lnTo>
                    <a:pt x="5527092" y="5242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7" y="5256"/>
                  </a:lnTo>
                  <a:lnTo>
                    <a:pt x="6530981" y="5367"/>
                  </a:lnTo>
                  <a:lnTo>
                    <a:pt x="6549900" y="5675"/>
                  </a:lnTo>
                  <a:lnTo>
                    <a:pt x="6583979" y="6281"/>
                  </a:lnTo>
                  <a:lnTo>
                    <a:pt x="6635286" y="7284"/>
                  </a:lnTo>
                  <a:lnTo>
                    <a:pt x="6704103" y="8765"/>
                  </a:lnTo>
                  <a:lnTo>
                    <a:pt x="6788977" y="10787"/>
                  </a:lnTo>
                  <a:lnTo>
                    <a:pt x="6887044" y="13385"/>
                  </a:lnTo>
                  <a:lnTo>
                    <a:pt x="6994546" y="16576"/>
                  </a:lnTo>
                  <a:lnTo>
                    <a:pt x="7107426" y="20354"/>
                  </a:lnTo>
                  <a:lnTo>
                    <a:pt x="7221855" y="24708"/>
                  </a:lnTo>
                  <a:lnTo>
                    <a:pt x="7334602" y="29629"/>
                  </a:lnTo>
                  <a:lnTo>
                    <a:pt x="7443216" y="35112"/>
                  </a:lnTo>
                  <a:lnTo>
                    <a:pt x="7546052" y="41168"/>
                  </a:lnTo>
                  <a:lnTo>
                    <a:pt x="7642185" y="47825"/>
                  </a:lnTo>
                  <a:lnTo>
                    <a:pt x="7731278" y="55130"/>
                  </a:lnTo>
                  <a:lnTo>
                    <a:pt x="7813433" y="63145"/>
                  </a:lnTo>
                  <a:lnTo>
                    <a:pt x="7889062" y="71953"/>
                  </a:lnTo>
                  <a:lnTo>
                    <a:pt x="7958772" y="81651"/>
                  </a:lnTo>
                  <a:lnTo>
                    <a:pt x="8023283" y="92346"/>
                  </a:lnTo>
                  <a:lnTo>
                    <a:pt x="8083367" y="104150"/>
                  </a:lnTo>
                  <a:lnTo>
                    <a:pt x="8139796" y="117169"/>
                  </a:lnTo>
                  <a:lnTo>
                    <a:pt x="8193305" y="131483"/>
                  </a:lnTo>
                  <a:lnTo>
                    <a:pt x="8229629" y="142370"/>
                  </a:lnTo>
                  <a:lnTo>
                    <a:pt x="8288102" y="161937"/>
                  </a:lnTo>
                  <a:lnTo>
                    <a:pt x="8344811" y="183368"/>
                  </a:lnTo>
                  <a:lnTo>
                    <a:pt x="8400380" y="206696"/>
                  </a:lnTo>
                  <a:lnTo>
                    <a:pt x="8455275" y="231896"/>
                  </a:lnTo>
                  <a:lnTo>
                    <a:pt x="8509834" y="258885"/>
                  </a:lnTo>
                  <a:lnTo>
                    <a:pt x="8564288" y="287510"/>
                  </a:lnTo>
                  <a:lnTo>
                    <a:pt x="8618776" y="317555"/>
                  </a:lnTo>
                  <a:lnTo>
                    <a:pt x="8673361" y="348740"/>
                  </a:lnTo>
                  <a:lnTo>
                    <a:pt x="8728049" y="380734"/>
                  </a:lnTo>
                  <a:lnTo>
                    <a:pt x="8782801" y="413164"/>
                  </a:lnTo>
                  <a:lnTo>
                    <a:pt x="8837561" y="445636"/>
                  </a:lnTo>
                  <a:lnTo>
                    <a:pt x="8892266" y="477755"/>
                  </a:lnTo>
                  <a:lnTo>
                    <a:pt x="8946874" y="509143"/>
                  </a:lnTo>
                  <a:lnTo>
                    <a:pt x="9001380" y="539456"/>
                  </a:lnTo>
                  <a:lnTo>
                    <a:pt x="9055832" y="568404"/>
                  </a:lnTo>
                  <a:lnTo>
                    <a:pt x="9110353" y="595757"/>
                  </a:lnTo>
                  <a:lnTo>
                    <a:pt x="9165152" y="621348"/>
                  </a:lnTo>
                  <a:lnTo>
                    <a:pt x="9220543" y="645078"/>
                  </a:lnTo>
                  <a:lnTo>
                    <a:pt x="9276963" y="666913"/>
                  </a:lnTo>
                  <a:lnTo>
                    <a:pt x="9334998" y="686872"/>
                  </a:lnTo>
                  <a:lnTo>
                    <a:pt x="9347647" y="690890"/>
                  </a:lnTo>
                  <a:lnTo>
                    <a:pt x="9399498" y="706139"/>
                  </a:lnTo>
                  <a:lnTo>
                    <a:pt x="9453796" y="720064"/>
                  </a:lnTo>
                  <a:lnTo>
                    <a:pt x="9511224" y="732715"/>
                  </a:lnTo>
                  <a:lnTo>
                    <a:pt x="9572534" y="744180"/>
                  </a:lnTo>
                  <a:lnTo>
                    <a:pt x="9638500" y="754569"/>
                  </a:lnTo>
                  <a:lnTo>
                    <a:pt x="9709885" y="763993"/>
                  </a:lnTo>
                  <a:lnTo>
                    <a:pt x="9787384" y="772558"/>
                  </a:lnTo>
                  <a:lnTo>
                    <a:pt x="9871555" y="780356"/>
                  </a:lnTo>
                  <a:lnTo>
                    <a:pt x="9962731" y="787464"/>
                  </a:lnTo>
                  <a:lnTo>
                    <a:pt x="10060901" y="793940"/>
                  </a:lnTo>
                  <a:lnTo>
                    <a:pt x="10165568" y="799825"/>
                  </a:lnTo>
                  <a:lnTo>
                    <a:pt x="10275609" y="805142"/>
                  </a:lnTo>
                  <a:lnTo>
                    <a:pt x="10389143" y="809896"/>
                  </a:lnTo>
                  <a:lnTo>
                    <a:pt x="10503483" y="814082"/>
                  </a:lnTo>
                  <a:lnTo>
                    <a:pt x="10615193" y="817687"/>
                  </a:lnTo>
                  <a:lnTo>
                    <a:pt x="10720331" y="820702"/>
                  </a:lnTo>
                  <a:lnTo>
                    <a:pt x="10814867" y="823129"/>
                  </a:lnTo>
                  <a:lnTo>
                    <a:pt x="10895246" y="824986"/>
                  </a:lnTo>
                  <a:lnTo>
                    <a:pt x="10958973" y="826318"/>
                  </a:lnTo>
                  <a:lnTo>
                    <a:pt x="11005086" y="827194"/>
                  </a:lnTo>
                  <a:lnTo>
                    <a:pt x="11034398" y="827702"/>
                  </a:lnTo>
                  <a:lnTo>
                    <a:pt x="11049485" y="827941"/>
                  </a:lnTo>
                  <a:lnTo>
                    <a:pt x="11054489" y="828014"/>
                  </a:lnTo>
                  <a:lnTo>
                    <a:pt x="11054891" y="828020"/>
                  </a:lnTo>
                  <a:lnTo>
                    <a:pt x="12049831" y="828020"/>
                  </a:lnTo>
                  <a:lnTo>
                    <a:pt x="12049831" y="822779"/>
                  </a:lnTo>
                  <a:lnTo>
                    <a:pt x="11054891" y="822779"/>
                  </a:lnTo>
                  <a:lnTo>
                    <a:pt x="11053760" y="822763"/>
                  </a:lnTo>
                  <a:lnTo>
                    <a:pt x="11046295" y="822652"/>
                  </a:lnTo>
                  <a:lnTo>
                    <a:pt x="11027376" y="822344"/>
                  </a:lnTo>
                  <a:lnTo>
                    <a:pt x="10993298" y="821738"/>
                  </a:lnTo>
                  <a:lnTo>
                    <a:pt x="10941991" y="820735"/>
                  </a:lnTo>
                  <a:lnTo>
                    <a:pt x="10873174" y="819254"/>
                  </a:lnTo>
                  <a:lnTo>
                    <a:pt x="10788299" y="817233"/>
                  </a:lnTo>
                  <a:lnTo>
                    <a:pt x="10690232" y="814634"/>
                  </a:lnTo>
                  <a:lnTo>
                    <a:pt x="10582730" y="811444"/>
                  </a:lnTo>
                  <a:lnTo>
                    <a:pt x="10469851" y="807666"/>
                  </a:lnTo>
                  <a:lnTo>
                    <a:pt x="10355422" y="803311"/>
                  </a:lnTo>
                  <a:lnTo>
                    <a:pt x="10242675" y="798391"/>
                  </a:lnTo>
                  <a:lnTo>
                    <a:pt x="10134060" y="792908"/>
                  </a:lnTo>
                  <a:lnTo>
                    <a:pt x="10031224" y="786851"/>
                  </a:lnTo>
                  <a:lnTo>
                    <a:pt x="9935091" y="780194"/>
                  </a:lnTo>
                  <a:lnTo>
                    <a:pt x="9845999" y="772889"/>
                  </a:lnTo>
                  <a:lnTo>
                    <a:pt x="9763843" y="764874"/>
                  </a:lnTo>
                  <a:lnTo>
                    <a:pt x="9688214" y="756066"/>
                  </a:lnTo>
                  <a:lnTo>
                    <a:pt x="9618504" y="746368"/>
                  </a:lnTo>
                  <a:lnTo>
                    <a:pt x="9553993" y="735673"/>
                  </a:lnTo>
                  <a:lnTo>
                    <a:pt x="9493909" y="723869"/>
                  </a:lnTo>
                  <a:lnTo>
                    <a:pt x="9437480" y="710850"/>
                  </a:lnTo>
                  <a:lnTo>
                    <a:pt x="9383971" y="696536"/>
                  </a:lnTo>
                  <a:lnTo>
                    <a:pt x="9347647" y="685649"/>
                  </a:lnTo>
                  <a:lnTo>
                    <a:pt x="9289175" y="666083"/>
                  </a:lnTo>
                  <a:lnTo>
                    <a:pt x="9232466" y="644651"/>
                  </a:lnTo>
                  <a:lnTo>
                    <a:pt x="9176897" y="621323"/>
                  </a:lnTo>
                  <a:lnTo>
                    <a:pt x="9122002" y="596123"/>
                  </a:lnTo>
                  <a:lnTo>
                    <a:pt x="9067442" y="569135"/>
                  </a:lnTo>
                  <a:lnTo>
                    <a:pt x="9012988" y="540509"/>
                  </a:lnTo>
                  <a:lnTo>
                    <a:pt x="8958500" y="510464"/>
                  </a:lnTo>
                  <a:lnTo>
                    <a:pt x="8903915" y="479279"/>
                  </a:lnTo>
                  <a:lnTo>
                    <a:pt x="8849228" y="447285"/>
                  </a:lnTo>
                  <a:lnTo>
                    <a:pt x="8794475" y="414855"/>
                  </a:lnTo>
                  <a:lnTo>
                    <a:pt x="8739716" y="382383"/>
                  </a:lnTo>
                  <a:lnTo>
                    <a:pt x="8685011" y="350264"/>
                  </a:lnTo>
                  <a:lnTo>
                    <a:pt x="8630402" y="318877"/>
                  </a:lnTo>
                  <a:lnTo>
                    <a:pt x="8575897" y="288563"/>
                  </a:lnTo>
                  <a:lnTo>
                    <a:pt x="8521444" y="259615"/>
                  </a:lnTo>
                  <a:lnTo>
                    <a:pt x="8466923" y="232263"/>
                  </a:lnTo>
                  <a:lnTo>
                    <a:pt x="8412124" y="206672"/>
                  </a:lnTo>
                  <a:lnTo>
                    <a:pt x="8356733" y="182941"/>
                  </a:lnTo>
                  <a:lnTo>
                    <a:pt x="8300314" y="161106"/>
                  </a:lnTo>
                  <a:lnTo>
                    <a:pt x="8242279" y="141147"/>
                  </a:lnTo>
                  <a:lnTo>
                    <a:pt x="8229629" y="137129"/>
                  </a:lnTo>
                  <a:lnTo>
                    <a:pt x="8177779" y="121881"/>
                  </a:lnTo>
                  <a:lnTo>
                    <a:pt x="8123481" y="107955"/>
                  </a:lnTo>
                  <a:lnTo>
                    <a:pt x="8066052" y="95304"/>
                  </a:lnTo>
                  <a:lnTo>
                    <a:pt x="8004743" y="83839"/>
                  </a:lnTo>
                  <a:lnTo>
                    <a:pt x="7938777" y="73450"/>
                  </a:lnTo>
                  <a:lnTo>
                    <a:pt x="7867392" y="64026"/>
                  </a:lnTo>
                  <a:lnTo>
                    <a:pt x="7789893" y="55461"/>
                  </a:lnTo>
                  <a:lnTo>
                    <a:pt x="7705722" y="47663"/>
                  </a:lnTo>
                  <a:lnTo>
                    <a:pt x="7614545" y="40555"/>
                  </a:lnTo>
                  <a:lnTo>
                    <a:pt x="7516376" y="34079"/>
                  </a:lnTo>
                  <a:lnTo>
                    <a:pt x="7411708" y="28194"/>
                  </a:lnTo>
                  <a:lnTo>
                    <a:pt x="7301668" y="22878"/>
                  </a:lnTo>
                  <a:lnTo>
                    <a:pt x="7188133" y="18123"/>
                  </a:lnTo>
                  <a:lnTo>
                    <a:pt x="7073793" y="13938"/>
                  </a:lnTo>
                  <a:lnTo>
                    <a:pt x="6962084" y="10332"/>
                  </a:lnTo>
                  <a:lnTo>
                    <a:pt x="6856946" y="7317"/>
                  </a:lnTo>
                  <a:lnTo>
                    <a:pt x="6762410" y="4891"/>
                  </a:lnTo>
                  <a:lnTo>
                    <a:pt x="6682030" y="3033"/>
                  </a:lnTo>
                  <a:lnTo>
                    <a:pt x="6618303" y="1701"/>
                  </a:lnTo>
                  <a:lnTo>
                    <a:pt x="6572190" y="825"/>
                  </a:lnTo>
                  <a:lnTo>
                    <a:pt x="6542878" y="317"/>
                  </a:lnTo>
                  <a:lnTo>
                    <a:pt x="6527792" y="78"/>
                  </a:lnTo>
                  <a:lnTo>
                    <a:pt x="6522788" y="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0" y="6"/>
                  </a:lnTo>
                  <a:lnTo>
                    <a:pt x="5518817" y="55"/>
                  </a:lnTo>
                  <a:lnTo>
                    <a:pt x="5499828" y="189"/>
                  </a:lnTo>
                  <a:lnTo>
                    <a:pt x="5465630" y="452"/>
                  </a:lnTo>
                  <a:lnTo>
                    <a:pt x="5414151" y="888"/>
                  </a:lnTo>
                  <a:lnTo>
                    <a:pt x="5345122" y="1532"/>
                  </a:lnTo>
                  <a:lnTo>
                    <a:pt x="5260011" y="2411"/>
                  </a:lnTo>
                  <a:lnTo>
                    <a:pt x="5161705" y="3541"/>
                  </a:lnTo>
                  <a:lnTo>
                    <a:pt x="5053981" y="4927"/>
                  </a:lnTo>
                  <a:lnTo>
                    <a:pt x="4940912" y="6568"/>
                  </a:lnTo>
                  <a:lnTo>
                    <a:pt x="4826337" y="8460"/>
                  </a:lnTo>
                  <a:lnTo>
                    <a:pt x="4713489" y="10598"/>
                  </a:lnTo>
                  <a:lnTo>
                    <a:pt x="4604816" y="12980"/>
                  </a:lnTo>
                  <a:lnTo>
                    <a:pt x="4501959" y="15611"/>
                  </a:lnTo>
                  <a:lnTo>
                    <a:pt x="4405832" y="18503"/>
                  </a:lnTo>
                  <a:lnTo>
                    <a:pt x="4316766" y="21677"/>
                  </a:lnTo>
                  <a:lnTo>
                    <a:pt x="4234649" y="25160"/>
                  </a:lnTo>
                  <a:lnTo>
                    <a:pt x="4159064" y="28989"/>
                  </a:lnTo>
                  <a:lnTo>
                    <a:pt x="4089398" y="33204"/>
                  </a:lnTo>
                  <a:lnTo>
                    <a:pt x="4024925" y="37854"/>
                  </a:lnTo>
                  <a:lnTo>
                    <a:pt x="3964871" y="42987"/>
                  </a:lnTo>
                  <a:lnTo>
                    <a:pt x="3908460" y="48648"/>
                  </a:lnTo>
                  <a:lnTo>
                    <a:pt x="3854956" y="54873"/>
                  </a:lnTo>
                  <a:lnTo>
                    <a:pt x="3820202" y="59393"/>
                  </a:lnTo>
                  <a:lnTo>
                    <a:pt x="3759212" y="68258"/>
                  </a:lnTo>
                  <a:lnTo>
                    <a:pt x="3700113" y="78003"/>
                  </a:lnTo>
                  <a:lnTo>
                    <a:pt x="3642206" y="88643"/>
                  </a:lnTo>
                  <a:lnTo>
                    <a:pt x="3584978" y="100163"/>
                  </a:lnTo>
                  <a:lnTo>
                    <a:pt x="3528065" y="112516"/>
                  </a:lnTo>
                  <a:lnTo>
                    <a:pt x="3471226" y="125622"/>
                  </a:lnTo>
                  <a:lnTo>
                    <a:pt x="3414326" y="139366"/>
                  </a:lnTo>
                  <a:lnTo>
                    <a:pt x="3357312" y="153602"/>
                  </a:lnTo>
                  <a:lnTo>
                    <a:pt x="3300198" y="168159"/>
                  </a:lnTo>
                  <a:lnTo>
                    <a:pt x="3243036" y="182850"/>
                  </a:lnTo>
                  <a:lnTo>
                    <a:pt x="3185896" y="197478"/>
                  </a:lnTo>
                  <a:lnTo>
                    <a:pt x="3128842" y="211852"/>
                  </a:lnTo>
                  <a:lnTo>
                    <a:pt x="3071902" y="225794"/>
                  </a:lnTo>
                  <a:lnTo>
                    <a:pt x="3015052" y="239147"/>
                  </a:lnTo>
                  <a:lnTo>
                    <a:pt x="2958188" y="251786"/>
                  </a:lnTo>
                  <a:lnTo>
                    <a:pt x="2901110" y="263617"/>
                  </a:lnTo>
                  <a:lnTo>
                    <a:pt x="2843502" y="274582"/>
                  </a:lnTo>
                  <a:lnTo>
                    <a:pt x="2784907" y="284653"/>
                  </a:lnTo>
                  <a:lnTo>
                    <a:pt x="2724702" y="293836"/>
                  </a:lnTo>
                  <a:lnTo>
                    <a:pt x="2702183" y="296969"/>
                  </a:lnTo>
                  <a:lnTo>
                    <a:pt x="2650264" y="303582"/>
                  </a:lnTo>
                  <a:lnTo>
                    <a:pt x="2595889" y="309620"/>
                  </a:lnTo>
                  <a:lnTo>
                    <a:pt x="2538374" y="315105"/>
                  </a:lnTo>
                  <a:lnTo>
                    <a:pt x="2476965" y="320075"/>
                  </a:lnTo>
                  <a:lnTo>
                    <a:pt x="2410883" y="324578"/>
                  </a:lnTo>
                  <a:lnTo>
                    <a:pt x="2339363" y="328662"/>
                  </a:lnTo>
                  <a:lnTo>
                    <a:pt x="2261709" y="332373"/>
                  </a:lnTo>
                  <a:lnTo>
                    <a:pt x="2177360" y="335752"/>
                  </a:lnTo>
                  <a:lnTo>
                    <a:pt x="2085986" y="338832"/>
                  </a:lnTo>
                  <a:lnTo>
                    <a:pt x="1987603" y="341637"/>
                  </a:lnTo>
                  <a:lnTo>
                    <a:pt x="1882716" y="344186"/>
                  </a:lnTo>
                  <a:lnTo>
                    <a:pt x="1772463" y="346488"/>
                  </a:lnTo>
                  <a:lnTo>
                    <a:pt x="1658744" y="348546"/>
                  </a:lnTo>
                  <a:lnTo>
                    <a:pt x="1544270" y="350357"/>
                  </a:lnTo>
                  <a:lnTo>
                    <a:pt x="1432501" y="351915"/>
                  </a:lnTo>
                  <a:lnTo>
                    <a:pt x="1327402" y="353218"/>
                  </a:lnTo>
                  <a:lnTo>
                    <a:pt x="1233014" y="354265"/>
                  </a:lnTo>
                  <a:lnTo>
                    <a:pt x="1152888" y="355065"/>
                  </a:lnTo>
                  <a:lnTo>
                    <a:pt x="1089500" y="355637"/>
                  </a:lnTo>
                  <a:lnTo>
                    <a:pt x="1043773" y="356013"/>
                  </a:lnTo>
                  <a:lnTo>
                    <a:pt x="1014845" y="356229"/>
                  </a:lnTo>
                  <a:lnTo>
                    <a:pt x="1000085" y="356330"/>
                  </a:lnTo>
                  <a:lnTo>
                    <a:pt x="995293" y="356361"/>
                  </a:lnTo>
                  <a:lnTo>
                    <a:pt x="994940" y="356363"/>
                  </a:lnTo>
                  <a:lnTo>
                    <a:pt x="0" y="356363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24" name="pl1323"/>
            <p:cNvSpPr/>
            <p:nvPr/>
          </p:nvSpPr>
          <p:spPr>
            <a:xfrm>
              <a:off x="1199187" y="4527743"/>
              <a:ext cx="12049831" cy="822779"/>
            </a:xfrm>
            <a:custGeom>
              <a:avLst/>
              <a:pathLst>
                <a:path w="12049831" h="822779">
                  <a:moveTo>
                    <a:pt x="0" y="356363"/>
                  </a:moveTo>
                  <a:lnTo>
                    <a:pt x="994940" y="356363"/>
                  </a:lnTo>
                  <a:lnTo>
                    <a:pt x="996075" y="356356"/>
                  </a:lnTo>
                  <a:lnTo>
                    <a:pt x="1003568" y="356307"/>
                  </a:lnTo>
                  <a:lnTo>
                    <a:pt x="1022557" y="356174"/>
                  </a:lnTo>
                  <a:lnTo>
                    <a:pt x="1056755" y="355910"/>
                  </a:lnTo>
                  <a:lnTo>
                    <a:pt x="1108234" y="355474"/>
                  </a:lnTo>
                  <a:lnTo>
                    <a:pt x="1177263" y="354830"/>
                  </a:lnTo>
                  <a:lnTo>
                    <a:pt x="1262374" y="353951"/>
                  </a:lnTo>
                  <a:lnTo>
                    <a:pt x="1360680" y="352822"/>
                  </a:lnTo>
                  <a:lnTo>
                    <a:pt x="1468404" y="351435"/>
                  </a:lnTo>
                  <a:lnTo>
                    <a:pt x="1581473" y="349794"/>
                  </a:lnTo>
                  <a:lnTo>
                    <a:pt x="1696048" y="347902"/>
                  </a:lnTo>
                  <a:lnTo>
                    <a:pt x="1808896" y="345764"/>
                  </a:lnTo>
                  <a:lnTo>
                    <a:pt x="1917569" y="343382"/>
                  </a:lnTo>
                  <a:lnTo>
                    <a:pt x="2020426" y="340751"/>
                  </a:lnTo>
                  <a:lnTo>
                    <a:pt x="2116553" y="337859"/>
                  </a:lnTo>
                  <a:lnTo>
                    <a:pt x="2205619" y="334685"/>
                  </a:lnTo>
                  <a:lnTo>
                    <a:pt x="2287736" y="331202"/>
                  </a:lnTo>
                  <a:lnTo>
                    <a:pt x="2363321" y="327374"/>
                  </a:lnTo>
                  <a:lnTo>
                    <a:pt x="2432987" y="323158"/>
                  </a:lnTo>
                  <a:lnTo>
                    <a:pt x="2497460" y="318508"/>
                  </a:lnTo>
                  <a:lnTo>
                    <a:pt x="2557514" y="313375"/>
                  </a:lnTo>
                  <a:lnTo>
                    <a:pt x="2613925" y="307714"/>
                  </a:lnTo>
                  <a:lnTo>
                    <a:pt x="2667429" y="301489"/>
                  </a:lnTo>
                  <a:lnTo>
                    <a:pt x="2702183" y="296969"/>
                  </a:lnTo>
                  <a:lnTo>
                    <a:pt x="2763173" y="288105"/>
                  </a:lnTo>
                  <a:lnTo>
                    <a:pt x="2822272" y="278359"/>
                  </a:lnTo>
                  <a:lnTo>
                    <a:pt x="2880179" y="267719"/>
                  </a:lnTo>
                  <a:lnTo>
                    <a:pt x="2937407" y="256199"/>
                  </a:lnTo>
                  <a:lnTo>
                    <a:pt x="2994320" y="243846"/>
                  </a:lnTo>
                  <a:lnTo>
                    <a:pt x="3051159" y="230740"/>
                  </a:lnTo>
                  <a:lnTo>
                    <a:pt x="3108059" y="216996"/>
                  </a:lnTo>
                  <a:lnTo>
                    <a:pt x="3165073" y="202760"/>
                  </a:lnTo>
                  <a:lnTo>
                    <a:pt x="3222187" y="188203"/>
                  </a:lnTo>
                  <a:lnTo>
                    <a:pt x="3279349" y="173512"/>
                  </a:lnTo>
                  <a:lnTo>
                    <a:pt x="3336489" y="158884"/>
                  </a:lnTo>
                  <a:lnTo>
                    <a:pt x="3393543" y="144510"/>
                  </a:lnTo>
                  <a:lnTo>
                    <a:pt x="3450483" y="130568"/>
                  </a:lnTo>
                  <a:lnTo>
                    <a:pt x="3507333" y="117215"/>
                  </a:lnTo>
                  <a:lnTo>
                    <a:pt x="3564197" y="104576"/>
                  </a:lnTo>
                  <a:lnTo>
                    <a:pt x="3621275" y="92745"/>
                  </a:lnTo>
                  <a:lnTo>
                    <a:pt x="3678883" y="81780"/>
                  </a:lnTo>
                  <a:lnTo>
                    <a:pt x="3737478" y="71709"/>
                  </a:lnTo>
                  <a:lnTo>
                    <a:pt x="3797683" y="62527"/>
                  </a:lnTo>
                  <a:lnTo>
                    <a:pt x="3820202" y="59393"/>
                  </a:lnTo>
                  <a:lnTo>
                    <a:pt x="3872121" y="52781"/>
                  </a:lnTo>
                  <a:lnTo>
                    <a:pt x="3926496" y="46742"/>
                  </a:lnTo>
                  <a:lnTo>
                    <a:pt x="3984011" y="41258"/>
                  </a:lnTo>
                  <a:lnTo>
                    <a:pt x="4045420" y="36287"/>
                  </a:lnTo>
                  <a:lnTo>
                    <a:pt x="4111502" y="31785"/>
                  </a:lnTo>
                  <a:lnTo>
                    <a:pt x="4183022" y="27700"/>
                  </a:lnTo>
                  <a:lnTo>
                    <a:pt x="4260676" y="23989"/>
                  </a:lnTo>
                  <a:lnTo>
                    <a:pt x="4345025" y="20610"/>
                  </a:lnTo>
                  <a:lnTo>
                    <a:pt x="4436399" y="17531"/>
                  </a:lnTo>
                  <a:lnTo>
                    <a:pt x="4534782" y="14725"/>
                  </a:lnTo>
                  <a:lnTo>
                    <a:pt x="4639669" y="12176"/>
                  </a:lnTo>
                  <a:lnTo>
                    <a:pt x="4749921" y="9874"/>
                  </a:lnTo>
                  <a:lnTo>
                    <a:pt x="4863641" y="7817"/>
                  </a:lnTo>
                  <a:lnTo>
                    <a:pt x="4978115" y="6006"/>
                  </a:lnTo>
                  <a:lnTo>
                    <a:pt x="5089884" y="4447"/>
                  </a:lnTo>
                  <a:lnTo>
                    <a:pt x="5194983" y="3144"/>
                  </a:lnTo>
                  <a:lnTo>
                    <a:pt x="5289371" y="2097"/>
                  </a:lnTo>
                  <a:lnTo>
                    <a:pt x="5369497" y="1297"/>
                  </a:lnTo>
                  <a:lnTo>
                    <a:pt x="5432885" y="725"/>
                  </a:lnTo>
                  <a:lnTo>
                    <a:pt x="5478612" y="349"/>
                  </a:lnTo>
                  <a:lnTo>
                    <a:pt x="5507540" y="133"/>
                  </a:lnTo>
                  <a:lnTo>
                    <a:pt x="5522300" y="32"/>
                  </a:lnTo>
                  <a:lnTo>
                    <a:pt x="5527092" y="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7" y="15"/>
                  </a:lnTo>
                  <a:lnTo>
                    <a:pt x="6530981" y="127"/>
                  </a:lnTo>
                  <a:lnTo>
                    <a:pt x="6549900" y="434"/>
                  </a:lnTo>
                  <a:lnTo>
                    <a:pt x="6583979" y="1041"/>
                  </a:lnTo>
                  <a:lnTo>
                    <a:pt x="6635286" y="2043"/>
                  </a:lnTo>
                  <a:lnTo>
                    <a:pt x="6704103" y="3524"/>
                  </a:lnTo>
                  <a:lnTo>
                    <a:pt x="6788977" y="5546"/>
                  </a:lnTo>
                  <a:lnTo>
                    <a:pt x="6887044" y="8145"/>
                  </a:lnTo>
                  <a:lnTo>
                    <a:pt x="6994546" y="11335"/>
                  </a:lnTo>
                  <a:lnTo>
                    <a:pt x="7107426" y="15113"/>
                  </a:lnTo>
                  <a:lnTo>
                    <a:pt x="7221855" y="19468"/>
                  </a:lnTo>
                  <a:lnTo>
                    <a:pt x="7334602" y="24388"/>
                  </a:lnTo>
                  <a:lnTo>
                    <a:pt x="7443216" y="29871"/>
                  </a:lnTo>
                  <a:lnTo>
                    <a:pt x="7546052" y="35927"/>
                  </a:lnTo>
                  <a:lnTo>
                    <a:pt x="7642185" y="42585"/>
                  </a:lnTo>
                  <a:lnTo>
                    <a:pt x="7731278" y="49889"/>
                  </a:lnTo>
                  <a:lnTo>
                    <a:pt x="7813433" y="57905"/>
                  </a:lnTo>
                  <a:lnTo>
                    <a:pt x="7889062" y="66713"/>
                  </a:lnTo>
                  <a:lnTo>
                    <a:pt x="7958772" y="76410"/>
                  </a:lnTo>
                  <a:lnTo>
                    <a:pt x="8023283" y="87105"/>
                  </a:lnTo>
                  <a:lnTo>
                    <a:pt x="8083367" y="98909"/>
                  </a:lnTo>
                  <a:lnTo>
                    <a:pt x="8139796" y="111928"/>
                  </a:lnTo>
                  <a:lnTo>
                    <a:pt x="8193305" y="126242"/>
                  </a:lnTo>
                  <a:lnTo>
                    <a:pt x="8229629" y="137129"/>
                  </a:lnTo>
                  <a:lnTo>
                    <a:pt x="8288102" y="156696"/>
                  </a:lnTo>
                  <a:lnTo>
                    <a:pt x="8344811" y="178127"/>
                  </a:lnTo>
                  <a:lnTo>
                    <a:pt x="8400380" y="201455"/>
                  </a:lnTo>
                  <a:lnTo>
                    <a:pt x="8455275" y="226656"/>
                  </a:lnTo>
                  <a:lnTo>
                    <a:pt x="8509834" y="253644"/>
                  </a:lnTo>
                  <a:lnTo>
                    <a:pt x="8564288" y="282269"/>
                  </a:lnTo>
                  <a:lnTo>
                    <a:pt x="8618776" y="312314"/>
                  </a:lnTo>
                  <a:lnTo>
                    <a:pt x="8673361" y="343500"/>
                  </a:lnTo>
                  <a:lnTo>
                    <a:pt x="8728049" y="375494"/>
                  </a:lnTo>
                  <a:lnTo>
                    <a:pt x="8782801" y="407923"/>
                  </a:lnTo>
                  <a:lnTo>
                    <a:pt x="8837561" y="440396"/>
                  </a:lnTo>
                  <a:lnTo>
                    <a:pt x="8892266" y="472515"/>
                  </a:lnTo>
                  <a:lnTo>
                    <a:pt x="8946874" y="503902"/>
                  </a:lnTo>
                  <a:lnTo>
                    <a:pt x="9001380" y="534216"/>
                  </a:lnTo>
                  <a:lnTo>
                    <a:pt x="9055832" y="563164"/>
                  </a:lnTo>
                  <a:lnTo>
                    <a:pt x="9110353" y="590516"/>
                  </a:lnTo>
                  <a:lnTo>
                    <a:pt x="9165152" y="616107"/>
                  </a:lnTo>
                  <a:lnTo>
                    <a:pt x="9220543" y="639838"/>
                  </a:lnTo>
                  <a:lnTo>
                    <a:pt x="9276963" y="661673"/>
                  </a:lnTo>
                  <a:lnTo>
                    <a:pt x="9334998" y="681632"/>
                  </a:lnTo>
                  <a:lnTo>
                    <a:pt x="9347647" y="685649"/>
                  </a:lnTo>
                  <a:lnTo>
                    <a:pt x="9399498" y="700898"/>
                  </a:lnTo>
                  <a:lnTo>
                    <a:pt x="9453796" y="714824"/>
                  </a:lnTo>
                  <a:lnTo>
                    <a:pt x="9511224" y="727474"/>
                  </a:lnTo>
                  <a:lnTo>
                    <a:pt x="9572534" y="738940"/>
                  </a:lnTo>
                  <a:lnTo>
                    <a:pt x="9638500" y="749328"/>
                  </a:lnTo>
                  <a:lnTo>
                    <a:pt x="9709885" y="758753"/>
                  </a:lnTo>
                  <a:lnTo>
                    <a:pt x="9787384" y="767318"/>
                  </a:lnTo>
                  <a:lnTo>
                    <a:pt x="9871555" y="775116"/>
                  </a:lnTo>
                  <a:lnTo>
                    <a:pt x="9962731" y="782223"/>
                  </a:lnTo>
                  <a:lnTo>
                    <a:pt x="10060901" y="788699"/>
                  </a:lnTo>
                  <a:lnTo>
                    <a:pt x="10165568" y="794584"/>
                  </a:lnTo>
                  <a:lnTo>
                    <a:pt x="10275609" y="799901"/>
                  </a:lnTo>
                  <a:lnTo>
                    <a:pt x="10389143" y="804655"/>
                  </a:lnTo>
                  <a:lnTo>
                    <a:pt x="10503483" y="808841"/>
                  </a:lnTo>
                  <a:lnTo>
                    <a:pt x="10615193" y="812447"/>
                  </a:lnTo>
                  <a:lnTo>
                    <a:pt x="10720331" y="815462"/>
                  </a:lnTo>
                  <a:lnTo>
                    <a:pt x="10814867" y="817888"/>
                  </a:lnTo>
                  <a:lnTo>
                    <a:pt x="10895246" y="819745"/>
                  </a:lnTo>
                  <a:lnTo>
                    <a:pt x="10958973" y="821078"/>
                  </a:lnTo>
                  <a:lnTo>
                    <a:pt x="11005086" y="821954"/>
                  </a:lnTo>
                  <a:lnTo>
                    <a:pt x="11034398" y="822462"/>
                  </a:lnTo>
                  <a:lnTo>
                    <a:pt x="11049485" y="822701"/>
                  </a:lnTo>
                  <a:lnTo>
                    <a:pt x="11054489" y="822774"/>
                  </a:lnTo>
                  <a:lnTo>
                    <a:pt x="11054891" y="822779"/>
                  </a:lnTo>
                  <a:lnTo>
                    <a:pt x="12049831" y="822779"/>
                  </a:lnTo>
                  <a:lnTo>
                    <a:pt x="12049831" y="8227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5" name="pl1324"/>
            <p:cNvSpPr/>
            <p:nvPr/>
          </p:nvSpPr>
          <p:spPr>
            <a:xfrm>
              <a:off x="1199187" y="4522502"/>
              <a:ext cx="12049831" cy="822779"/>
            </a:xfrm>
            <a:custGeom>
              <a:avLst/>
              <a:pathLst>
                <a:path w="12049831" h="822779">
                  <a:moveTo>
                    <a:pt x="12049831" y="822779"/>
                  </a:moveTo>
                  <a:lnTo>
                    <a:pt x="11054891" y="822779"/>
                  </a:lnTo>
                  <a:lnTo>
                    <a:pt x="11053760" y="822763"/>
                  </a:lnTo>
                  <a:lnTo>
                    <a:pt x="11046295" y="822652"/>
                  </a:lnTo>
                  <a:lnTo>
                    <a:pt x="11027376" y="822344"/>
                  </a:lnTo>
                  <a:lnTo>
                    <a:pt x="10993298" y="821738"/>
                  </a:lnTo>
                  <a:lnTo>
                    <a:pt x="10941991" y="820735"/>
                  </a:lnTo>
                  <a:lnTo>
                    <a:pt x="10873174" y="819254"/>
                  </a:lnTo>
                  <a:lnTo>
                    <a:pt x="10788299" y="817233"/>
                  </a:lnTo>
                  <a:lnTo>
                    <a:pt x="10690232" y="814634"/>
                  </a:lnTo>
                  <a:lnTo>
                    <a:pt x="10582730" y="811444"/>
                  </a:lnTo>
                  <a:lnTo>
                    <a:pt x="10469851" y="807666"/>
                  </a:lnTo>
                  <a:lnTo>
                    <a:pt x="10355422" y="803311"/>
                  </a:lnTo>
                  <a:lnTo>
                    <a:pt x="10242675" y="798391"/>
                  </a:lnTo>
                  <a:lnTo>
                    <a:pt x="10134060" y="792908"/>
                  </a:lnTo>
                  <a:lnTo>
                    <a:pt x="10031224" y="786851"/>
                  </a:lnTo>
                  <a:lnTo>
                    <a:pt x="9935091" y="780194"/>
                  </a:lnTo>
                  <a:lnTo>
                    <a:pt x="9845999" y="772889"/>
                  </a:lnTo>
                  <a:lnTo>
                    <a:pt x="9763843" y="764874"/>
                  </a:lnTo>
                  <a:lnTo>
                    <a:pt x="9688214" y="756066"/>
                  </a:lnTo>
                  <a:lnTo>
                    <a:pt x="9618504" y="746368"/>
                  </a:lnTo>
                  <a:lnTo>
                    <a:pt x="9553993" y="735673"/>
                  </a:lnTo>
                  <a:lnTo>
                    <a:pt x="9493909" y="723869"/>
                  </a:lnTo>
                  <a:lnTo>
                    <a:pt x="9437480" y="710850"/>
                  </a:lnTo>
                  <a:lnTo>
                    <a:pt x="9383971" y="696536"/>
                  </a:lnTo>
                  <a:lnTo>
                    <a:pt x="9347647" y="685649"/>
                  </a:lnTo>
                  <a:lnTo>
                    <a:pt x="9289175" y="666083"/>
                  </a:lnTo>
                  <a:lnTo>
                    <a:pt x="9232466" y="644651"/>
                  </a:lnTo>
                  <a:lnTo>
                    <a:pt x="9176897" y="621323"/>
                  </a:lnTo>
                  <a:lnTo>
                    <a:pt x="9122002" y="596123"/>
                  </a:lnTo>
                  <a:lnTo>
                    <a:pt x="9067442" y="569135"/>
                  </a:lnTo>
                  <a:lnTo>
                    <a:pt x="9012988" y="540509"/>
                  </a:lnTo>
                  <a:lnTo>
                    <a:pt x="8958500" y="510464"/>
                  </a:lnTo>
                  <a:lnTo>
                    <a:pt x="8903915" y="479279"/>
                  </a:lnTo>
                  <a:lnTo>
                    <a:pt x="8849228" y="447285"/>
                  </a:lnTo>
                  <a:lnTo>
                    <a:pt x="8794475" y="414855"/>
                  </a:lnTo>
                  <a:lnTo>
                    <a:pt x="8739716" y="382383"/>
                  </a:lnTo>
                  <a:lnTo>
                    <a:pt x="8685011" y="350264"/>
                  </a:lnTo>
                  <a:lnTo>
                    <a:pt x="8630402" y="318877"/>
                  </a:lnTo>
                  <a:lnTo>
                    <a:pt x="8575897" y="288563"/>
                  </a:lnTo>
                  <a:lnTo>
                    <a:pt x="8521444" y="259615"/>
                  </a:lnTo>
                  <a:lnTo>
                    <a:pt x="8466923" y="232263"/>
                  </a:lnTo>
                  <a:lnTo>
                    <a:pt x="8412124" y="206672"/>
                  </a:lnTo>
                  <a:lnTo>
                    <a:pt x="8356733" y="182941"/>
                  </a:lnTo>
                  <a:lnTo>
                    <a:pt x="8300314" y="161106"/>
                  </a:lnTo>
                  <a:lnTo>
                    <a:pt x="8242279" y="141147"/>
                  </a:lnTo>
                  <a:lnTo>
                    <a:pt x="8229629" y="137129"/>
                  </a:lnTo>
                  <a:lnTo>
                    <a:pt x="8177779" y="121881"/>
                  </a:lnTo>
                  <a:lnTo>
                    <a:pt x="8123481" y="107955"/>
                  </a:lnTo>
                  <a:lnTo>
                    <a:pt x="8066052" y="95304"/>
                  </a:lnTo>
                  <a:lnTo>
                    <a:pt x="8004743" y="83839"/>
                  </a:lnTo>
                  <a:lnTo>
                    <a:pt x="7938777" y="73450"/>
                  </a:lnTo>
                  <a:lnTo>
                    <a:pt x="7867392" y="64026"/>
                  </a:lnTo>
                  <a:lnTo>
                    <a:pt x="7789893" y="55461"/>
                  </a:lnTo>
                  <a:lnTo>
                    <a:pt x="7705722" y="47663"/>
                  </a:lnTo>
                  <a:lnTo>
                    <a:pt x="7614545" y="40555"/>
                  </a:lnTo>
                  <a:lnTo>
                    <a:pt x="7516376" y="34079"/>
                  </a:lnTo>
                  <a:lnTo>
                    <a:pt x="7411708" y="28194"/>
                  </a:lnTo>
                  <a:lnTo>
                    <a:pt x="7301668" y="22878"/>
                  </a:lnTo>
                  <a:lnTo>
                    <a:pt x="7188133" y="18123"/>
                  </a:lnTo>
                  <a:lnTo>
                    <a:pt x="7073793" y="13938"/>
                  </a:lnTo>
                  <a:lnTo>
                    <a:pt x="6962084" y="10332"/>
                  </a:lnTo>
                  <a:lnTo>
                    <a:pt x="6856946" y="7317"/>
                  </a:lnTo>
                  <a:lnTo>
                    <a:pt x="6762410" y="4891"/>
                  </a:lnTo>
                  <a:lnTo>
                    <a:pt x="6682030" y="3033"/>
                  </a:lnTo>
                  <a:lnTo>
                    <a:pt x="6618303" y="1701"/>
                  </a:lnTo>
                  <a:lnTo>
                    <a:pt x="6572190" y="825"/>
                  </a:lnTo>
                  <a:lnTo>
                    <a:pt x="6542878" y="317"/>
                  </a:lnTo>
                  <a:lnTo>
                    <a:pt x="6527792" y="78"/>
                  </a:lnTo>
                  <a:lnTo>
                    <a:pt x="6522788" y="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0" y="6"/>
                  </a:lnTo>
                  <a:lnTo>
                    <a:pt x="5518817" y="55"/>
                  </a:lnTo>
                  <a:lnTo>
                    <a:pt x="5499828" y="189"/>
                  </a:lnTo>
                  <a:lnTo>
                    <a:pt x="5465630" y="452"/>
                  </a:lnTo>
                  <a:lnTo>
                    <a:pt x="5414151" y="888"/>
                  </a:lnTo>
                  <a:lnTo>
                    <a:pt x="5345122" y="1532"/>
                  </a:lnTo>
                  <a:lnTo>
                    <a:pt x="5260011" y="2411"/>
                  </a:lnTo>
                  <a:lnTo>
                    <a:pt x="5161705" y="3541"/>
                  </a:lnTo>
                  <a:lnTo>
                    <a:pt x="5053981" y="4927"/>
                  </a:lnTo>
                  <a:lnTo>
                    <a:pt x="4940912" y="6568"/>
                  </a:lnTo>
                  <a:lnTo>
                    <a:pt x="4826337" y="8460"/>
                  </a:lnTo>
                  <a:lnTo>
                    <a:pt x="4713489" y="10598"/>
                  </a:lnTo>
                  <a:lnTo>
                    <a:pt x="4604816" y="12980"/>
                  </a:lnTo>
                  <a:lnTo>
                    <a:pt x="4501959" y="15611"/>
                  </a:lnTo>
                  <a:lnTo>
                    <a:pt x="4405832" y="18503"/>
                  </a:lnTo>
                  <a:lnTo>
                    <a:pt x="4316766" y="21677"/>
                  </a:lnTo>
                  <a:lnTo>
                    <a:pt x="4234649" y="25160"/>
                  </a:lnTo>
                  <a:lnTo>
                    <a:pt x="4159064" y="28989"/>
                  </a:lnTo>
                  <a:lnTo>
                    <a:pt x="4089398" y="33204"/>
                  </a:lnTo>
                  <a:lnTo>
                    <a:pt x="4024925" y="37854"/>
                  </a:lnTo>
                  <a:lnTo>
                    <a:pt x="3964871" y="42987"/>
                  </a:lnTo>
                  <a:lnTo>
                    <a:pt x="3908460" y="48648"/>
                  </a:lnTo>
                  <a:lnTo>
                    <a:pt x="3854956" y="54873"/>
                  </a:lnTo>
                  <a:lnTo>
                    <a:pt x="3820202" y="59393"/>
                  </a:lnTo>
                  <a:lnTo>
                    <a:pt x="3759212" y="68258"/>
                  </a:lnTo>
                  <a:lnTo>
                    <a:pt x="3700113" y="78003"/>
                  </a:lnTo>
                  <a:lnTo>
                    <a:pt x="3642206" y="88643"/>
                  </a:lnTo>
                  <a:lnTo>
                    <a:pt x="3584978" y="100163"/>
                  </a:lnTo>
                  <a:lnTo>
                    <a:pt x="3528065" y="112516"/>
                  </a:lnTo>
                  <a:lnTo>
                    <a:pt x="3471226" y="125622"/>
                  </a:lnTo>
                  <a:lnTo>
                    <a:pt x="3414326" y="139366"/>
                  </a:lnTo>
                  <a:lnTo>
                    <a:pt x="3357312" y="153602"/>
                  </a:lnTo>
                  <a:lnTo>
                    <a:pt x="3300198" y="168159"/>
                  </a:lnTo>
                  <a:lnTo>
                    <a:pt x="3243036" y="182850"/>
                  </a:lnTo>
                  <a:lnTo>
                    <a:pt x="3185896" y="197478"/>
                  </a:lnTo>
                  <a:lnTo>
                    <a:pt x="3128842" y="211852"/>
                  </a:lnTo>
                  <a:lnTo>
                    <a:pt x="3071902" y="225794"/>
                  </a:lnTo>
                  <a:lnTo>
                    <a:pt x="3015052" y="239147"/>
                  </a:lnTo>
                  <a:lnTo>
                    <a:pt x="2958188" y="251786"/>
                  </a:lnTo>
                  <a:lnTo>
                    <a:pt x="2901110" y="263617"/>
                  </a:lnTo>
                  <a:lnTo>
                    <a:pt x="2843502" y="274582"/>
                  </a:lnTo>
                  <a:lnTo>
                    <a:pt x="2784907" y="284653"/>
                  </a:lnTo>
                  <a:lnTo>
                    <a:pt x="2724702" y="293836"/>
                  </a:lnTo>
                  <a:lnTo>
                    <a:pt x="2702183" y="296969"/>
                  </a:lnTo>
                  <a:lnTo>
                    <a:pt x="2650264" y="303582"/>
                  </a:lnTo>
                  <a:lnTo>
                    <a:pt x="2595889" y="309620"/>
                  </a:lnTo>
                  <a:lnTo>
                    <a:pt x="2538374" y="315105"/>
                  </a:lnTo>
                  <a:lnTo>
                    <a:pt x="2476965" y="320075"/>
                  </a:lnTo>
                  <a:lnTo>
                    <a:pt x="2410883" y="324578"/>
                  </a:lnTo>
                  <a:lnTo>
                    <a:pt x="2339363" y="328662"/>
                  </a:lnTo>
                  <a:lnTo>
                    <a:pt x="2261709" y="332373"/>
                  </a:lnTo>
                  <a:lnTo>
                    <a:pt x="2177360" y="335752"/>
                  </a:lnTo>
                  <a:lnTo>
                    <a:pt x="2085986" y="338832"/>
                  </a:lnTo>
                  <a:lnTo>
                    <a:pt x="1987603" y="341637"/>
                  </a:lnTo>
                  <a:lnTo>
                    <a:pt x="1882716" y="344186"/>
                  </a:lnTo>
                  <a:lnTo>
                    <a:pt x="1772463" y="346488"/>
                  </a:lnTo>
                  <a:lnTo>
                    <a:pt x="1658744" y="348546"/>
                  </a:lnTo>
                  <a:lnTo>
                    <a:pt x="1544270" y="350357"/>
                  </a:lnTo>
                  <a:lnTo>
                    <a:pt x="1432501" y="351915"/>
                  </a:lnTo>
                  <a:lnTo>
                    <a:pt x="1327402" y="353218"/>
                  </a:lnTo>
                  <a:lnTo>
                    <a:pt x="1233014" y="354265"/>
                  </a:lnTo>
                  <a:lnTo>
                    <a:pt x="1152888" y="355065"/>
                  </a:lnTo>
                  <a:lnTo>
                    <a:pt x="1089500" y="355637"/>
                  </a:lnTo>
                  <a:lnTo>
                    <a:pt x="1043773" y="356013"/>
                  </a:lnTo>
                  <a:lnTo>
                    <a:pt x="1014845" y="356229"/>
                  </a:lnTo>
                  <a:lnTo>
                    <a:pt x="1000085" y="356330"/>
                  </a:lnTo>
                  <a:lnTo>
                    <a:pt x="995293" y="356361"/>
                  </a:lnTo>
                  <a:lnTo>
                    <a:pt x="994940" y="356363"/>
                  </a:lnTo>
                  <a:lnTo>
                    <a:pt x="0" y="356363"/>
                  </a:lnTo>
                  <a:lnTo>
                    <a:pt x="0" y="3563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6" name="pg1325"/>
            <p:cNvSpPr/>
            <p:nvPr/>
          </p:nvSpPr>
          <p:spPr>
            <a:xfrm>
              <a:off x="1199187" y="3437691"/>
              <a:ext cx="12049831" cy="2452616"/>
            </a:xfrm>
            <a:custGeom>
              <a:avLst/>
              <a:pathLst>
                <a:path w="12049831" h="2452616">
                  <a:moveTo>
                    <a:pt x="0" y="1566949"/>
                  </a:moveTo>
                  <a:lnTo>
                    <a:pt x="994940" y="1566949"/>
                  </a:lnTo>
                  <a:lnTo>
                    <a:pt x="996070" y="1566966"/>
                  </a:lnTo>
                  <a:lnTo>
                    <a:pt x="1003529" y="1567086"/>
                  </a:lnTo>
                  <a:lnTo>
                    <a:pt x="1022435" y="1567417"/>
                  </a:lnTo>
                  <a:lnTo>
                    <a:pt x="1056490" y="1568069"/>
                  </a:lnTo>
                  <a:lnTo>
                    <a:pt x="1107764" y="1569147"/>
                  </a:lnTo>
                  <a:lnTo>
                    <a:pt x="1176539" y="1570741"/>
                  </a:lnTo>
                  <a:lnTo>
                    <a:pt x="1261368" y="1572915"/>
                  </a:lnTo>
                  <a:lnTo>
                    <a:pt x="1359388" y="1575711"/>
                  </a:lnTo>
                  <a:lnTo>
                    <a:pt x="1466847" y="1579142"/>
                  </a:lnTo>
                  <a:lnTo>
                    <a:pt x="1579690" y="1583207"/>
                  </a:lnTo>
                  <a:lnTo>
                    <a:pt x="1694090" y="1587891"/>
                  </a:lnTo>
                  <a:lnTo>
                    <a:pt x="1806817" y="1593184"/>
                  </a:lnTo>
                  <a:lnTo>
                    <a:pt x="1915420" y="1599083"/>
                  </a:lnTo>
                  <a:lnTo>
                    <a:pt x="2018252" y="1605599"/>
                  </a:lnTo>
                  <a:lnTo>
                    <a:pt x="2114386" y="1612761"/>
                  </a:lnTo>
                  <a:lnTo>
                    <a:pt x="2203484" y="1620618"/>
                  </a:lnTo>
                  <a:lnTo>
                    <a:pt x="2285647" y="1629241"/>
                  </a:lnTo>
                  <a:lnTo>
                    <a:pt x="2361285" y="1638716"/>
                  </a:lnTo>
                  <a:lnTo>
                    <a:pt x="2431003" y="1649147"/>
                  </a:lnTo>
                  <a:lnTo>
                    <a:pt x="2495522" y="1660651"/>
                  </a:lnTo>
                  <a:lnTo>
                    <a:pt x="2555611" y="1673348"/>
                  </a:lnTo>
                  <a:lnTo>
                    <a:pt x="2612044" y="1687351"/>
                  </a:lnTo>
                  <a:lnTo>
                    <a:pt x="2665554" y="1702747"/>
                  </a:lnTo>
                  <a:lnTo>
                    <a:pt x="2702183" y="1714560"/>
                  </a:lnTo>
                  <a:lnTo>
                    <a:pt x="2760222" y="1735456"/>
                  </a:lnTo>
                  <a:lnTo>
                    <a:pt x="2816518" y="1758328"/>
                  </a:lnTo>
                  <a:lnTo>
                    <a:pt x="2871684" y="1783211"/>
                  </a:lnTo>
                  <a:lnTo>
                    <a:pt x="2926177" y="1810081"/>
                  </a:lnTo>
                  <a:lnTo>
                    <a:pt x="2980331" y="1838850"/>
                  </a:lnTo>
                  <a:lnTo>
                    <a:pt x="3034375" y="1869362"/>
                  </a:lnTo>
                  <a:lnTo>
                    <a:pt x="3088448" y="1901391"/>
                  </a:lnTo>
                  <a:lnTo>
                    <a:pt x="3142614" y="1934647"/>
                  </a:lnTo>
                  <a:lnTo>
                    <a:pt x="3196883" y="1968783"/>
                  </a:lnTo>
                  <a:lnTo>
                    <a:pt x="3251219" y="2003408"/>
                  </a:lnTo>
                  <a:lnTo>
                    <a:pt x="3305567" y="2038111"/>
                  </a:lnTo>
                  <a:lnTo>
                    <a:pt x="3359866" y="2072473"/>
                  </a:lnTo>
                  <a:lnTo>
                    <a:pt x="3414071" y="2106095"/>
                  </a:lnTo>
                  <a:lnTo>
                    <a:pt x="3468174" y="2138611"/>
                  </a:lnTo>
                  <a:lnTo>
                    <a:pt x="3522217" y="2169710"/>
                  </a:lnTo>
                  <a:lnTo>
                    <a:pt x="3576309" y="2199140"/>
                  </a:lnTo>
                  <a:lnTo>
                    <a:pt x="3630645" y="2226721"/>
                  </a:lnTo>
                  <a:lnTo>
                    <a:pt x="3685518" y="2252339"/>
                  </a:lnTo>
                  <a:lnTo>
                    <a:pt x="3741337" y="2275948"/>
                  </a:lnTo>
                  <a:lnTo>
                    <a:pt x="3798654" y="2297562"/>
                  </a:lnTo>
                  <a:lnTo>
                    <a:pt x="3820202" y="2305005"/>
                  </a:lnTo>
                  <a:lnTo>
                    <a:pt x="3872039" y="2321415"/>
                  </a:lnTo>
                  <a:lnTo>
                    <a:pt x="3926322" y="2336402"/>
                  </a:lnTo>
                  <a:lnTo>
                    <a:pt x="3983734" y="2350017"/>
                  </a:lnTo>
                  <a:lnTo>
                    <a:pt x="4045023" y="2362357"/>
                  </a:lnTo>
                  <a:lnTo>
                    <a:pt x="4110967" y="2373538"/>
                  </a:lnTo>
                  <a:lnTo>
                    <a:pt x="4182326" y="2383682"/>
                  </a:lnTo>
                  <a:lnTo>
                    <a:pt x="4259794" y="2392900"/>
                  </a:lnTo>
                  <a:lnTo>
                    <a:pt x="4343931" y="2401293"/>
                  </a:lnTo>
                  <a:lnTo>
                    <a:pt x="4435069" y="2408944"/>
                  </a:lnTo>
                  <a:lnTo>
                    <a:pt x="4533197" y="2415915"/>
                  </a:lnTo>
                  <a:lnTo>
                    <a:pt x="4637822" y="2422250"/>
                  </a:lnTo>
                  <a:lnTo>
                    <a:pt x="4747821" y="2427973"/>
                  </a:lnTo>
                  <a:lnTo>
                    <a:pt x="4861320" y="2433091"/>
                  </a:lnTo>
                  <a:lnTo>
                    <a:pt x="4975633" y="2437598"/>
                  </a:lnTo>
                  <a:lnTo>
                    <a:pt x="5087331" y="2441480"/>
                  </a:lnTo>
                  <a:lnTo>
                    <a:pt x="5192476" y="2444728"/>
                  </a:lnTo>
                  <a:lnTo>
                    <a:pt x="5287041" y="2447341"/>
                  </a:lnTo>
                  <a:lnTo>
                    <a:pt x="5367469" y="2449343"/>
                  </a:lnTo>
                  <a:lnTo>
                    <a:pt x="5431262" y="2450779"/>
                  </a:lnTo>
                  <a:lnTo>
                    <a:pt x="5477450" y="2451724"/>
                  </a:lnTo>
                  <a:lnTo>
                    <a:pt x="5506837" y="2452272"/>
                  </a:lnTo>
                  <a:lnTo>
                    <a:pt x="5521987" y="2452531"/>
                  </a:lnTo>
                  <a:lnTo>
                    <a:pt x="5527033" y="2452610"/>
                  </a:lnTo>
                  <a:lnTo>
                    <a:pt x="5527445" y="2452616"/>
                  </a:lnTo>
                  <a:lnTo>
                    <a:pt x="6522385" y="2452616"/>
                  </a:lnTo>
                  <a:lnTo>
                    <a:pt x="6523476" y="2452571"/>
                  </a:lnTo>
                  <a:lnTo>
                    <a:pt x="6530681" y="2452252"/>
                  </a:lnTo>
                  <a:lnTo>
                    <a:pt x="6548959" y="2451370"/>
                  </a:lnTo>
                  <a:lnTo>
                    <a:pt x="6581926" y="2449632"/>
                  </a:lnTo>
                  <a:lnTo>
                    <a:pt x="6631650" y="2446757"/>
                  </a:lnTo>
                  <a:lnTo>
                    <a:pt x="6698496" y="2442506"/>
                  </a:lnTo>
                  <a:lnTo>
                    <a:pt x="6781168" y="2436697"/>
                  </a:lnTo>
                  <a:lnTo>
                    <a:pt x="6876996" y="2429219"/>
                  </a:lnTo>
                  <a:lnTo>
                    <a:pt x="6982411" y="2420026"/>
                  </a:lnTo>
                  <a:lnTo>
                    <a:pt x="7093504" y="2409124"/>
                  </a:lnTo>
                  <a:lnTo>
                    <a:pt x="7206538" y="2396544"/>
                  </a:lnTo>
                  <a:lnTo>
                    <a:pt x="7318310" y="2382319"/>
                  </a:lnTo>
                  <a:lnTo>
                    <a:pt x="7426348" y="2366461"/>
                  </a:lnTo>
                  <a:lnTo>
                    <a:pt x="7528951" y="2348948"/>
                  </a:lnTo>
                  <a:lnTo>
                    <a:pt x="7625122" y="2329707"/>
                  </a:lnTo>
                  <a:lnTo>
                    <a:pt x="7714446" y="2308617"/>
                  </a:lnTo>
                  <a:lnTo>
                    <a:pt x="7796954" y="2285504"/>
                  </a:lnTo>
                  <a:lnTo>
                    <a:pt x="7872991" y="2260144"/>
                  </a:lnTo>
                  <a:lnTo>
                    <a:pt x="7943109" y="2232266"/>
                  </a:lnTo>
                  <a:lnTo>
                    <a:pt x="8007986" y="2201569"/>
                  </a:lnTo>
                  <a:lnTo>
                    <a:pt x="8068358" y="2167732"/>
                  </a:lnTo>
                  <a:lnTo>
                    <a:pt x="8124972" y="2130442"/>
                  </a:lnTo>
                  <a:lnTo>
                    <a:pt x="8178551" y="2089445"/>
                  </a:lnTo>
                  <a:lnTo>
                    <a:pt x="8229629" y="2044720"/>
                  </a:lnTo>
                  <a:lnTo>
                    <a:pt x="8276195" y="1998987"/>
                  </a:lnTo>
                  <a:lnTo>
                    <a:pt x="8321559" y="1949782"/>
                  </a:lnTo>
                  <a:lnTo>
                    <a:pt x="8366059" y="1897035"/>
                  </a:lnTo>
                  <a:lnTo>
                    <a:pt x="8409966" y="1840738"/>
                  </a:lnTo>
                  <a:lnTo>
                    <a:pt x="8453494" y="1780948"/>
                  </a:lnTo>
                  <a:lnTo>
                    <a:pt x="8496808" y="1717800"/>
                  </a:lnTo>
                  <a:lnTo>
                    <a:pt x="8540027" y="1651503"/>
                  </a:lnTo>
                  <a:lnTo>
                    <a:pt x="8583237" y="1582346"/>
                  </a:lnTo>
                  <a:lnTo>
                    <a:pt x="8626488" y="1510697"/>
                  </a:lnTo>
                  <a:lnTo>
                    <a:pt x="8669804" y="1436991"/>
                  </a:lnTo>
                  <a:lnTo>
                    <a:pt x="8713186" y="1361726"/>
                  </a:lnTo>
                  <a:lnTo>
                    <a:pt x="8756618" y="1285448"/>
                  </a:lnTo>
                  <a:lnTo>
                    <a:pt x="8800073" y="1208734"/>
                  </a:lnTo>
                  <a:lnTo>
                    <a:pt x="8843519" y="1132177"/>
                  </a:lnTo>
                  <a:lnTo>
                    <a:pt x="8886927" y="1056361"/>
                  </a:lnTo>
                  <a:lnTo>
                    <a:pt x="8930275" y="981851"/>
                  </a:lnTo>
                  <a:lnTo>
                    <a:pt x="8973556" y="909169"/>
                  </a:lnTo>
                  <a:lnTo>
                    <a:pt x="9016781" y="838782"/>
                  </a:lnTo>
                  <a:lnTo>
                    <a:pt x="9059987" y="771089"/>
                  </a:lnTo>
                  <a:lnTo>
                    <a:pt x="9103244" y="706418"/>
                  </a:lnTo>
                  <a:lnTo>
                    <a:pt x="9146652" y="645016"/>
                  </a:lnTo>
                  <a:lnTo>
                    <a:pt x="9190356" y="587052"/>
                  </a:lnTo>
                  <a:lnTo>
                    <a:pt x="9234546" y="532620"/>
                  </a:lnTo>
                  <a:lnTo>
                    <a:pt x="9279462" y="481742"/>
                  </a:lnTo>
                  <a:lnTo>
                    <a:pt x="9325412" y="434377"/>
                  </a:lnTo>
                  <a:lnTo>
                    <a:pt x="9347647" y="413136"/>
                  </a:lnTo>
                  <a:lnTo>
                    <a:pt x="9398852" y="368308"/>
                  </a:lnTo>
                  <a:lnTo>
                    <a:pt x="9452437" y="327320"/>
                  </a:lnTo>
                  <a:lnTo>
                    <a:pt x="9509060" y="290039"/>
                  </a:lnTo>
                  <a:lnTo>
                    <a:pt x="9569441" y="256209"/>
                  </a:lnTo>
                  <a:lnTo>
                    <a:pt x="9634330" y="225520"/>
                  </a:lnTo>
                  <a:lnTo>
                    <a:pt x="9704462" y="197649"/>
                  </a:lnTo>
                  <a:lnTo>
                    <a:pt x="9780514" y="172294"/>
                  </a:lnTo>
                  <a:lnTo>
                    <a:pt x="9863037" y="149186"/>
                  </a:lnTo>
                  <a:lnTo>
                    <a:pt x="9952378" y="128101"/>
                  </a:lnTo>
                  <a:lnTo>
                    <a:pt x="10048565" y="108864"/>
                  </a:lnTo>
                  <a:lnTo>
                    <a:pt x="10151183" y="91355"/>
                  </a:lnTo>
                  <a:lnTo>
                    <a:pt x="10259232" y="75501"/>
                  </a:lnTo>
                  <a:lnTo>
                    <a:pt x="10371011" y="61280"/>
                  </a:lnTo>
                  <a:lnTo>
                    <a:pt x="10484044" y="48704"/>
                  </a:lnTo>
                  <a:lnTo>
                    <a:pt x="10595128" y="37806"/>
                  </a:lnTo>
                  <a:lnTo>
                    <a:pt x="10700524" y="28617"/>
                  </a:lnTo>
                  <a:lnTo>
                    <a:pt x="10796325" y="21143"/>
                  </a:lnTo>
                  <a:lnTo>
                    <a:pt x="10878962" y="15338"/>
                  </a:lnTo>
                  <a:lnTo>
                    <a:pt x="10945767" y="11090"/>
                  </a:lnTo>
                  <a:lnTo>
                    <a:pt x="10995449" y="8219"/>
                  </a:lnTo>
                  <a:lnTo>
                    <a:pt x="11028378" y="6483"/>
                  </a:lnTo>
                  <a:lnTo>
                    <a:pt x="11046624" y="5603"/>
                  </a:lnTo>
                  <a:lnTo>
                    <a:pt x="11053808" y="528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0" y="44"/>
                  </a:lnTo>
                  <a:lnTo>
                    <a:pt x="11046595" y="364"/>
                  </a:lnTo>
                  <a:lnTo>
                    <a:pt x="11028317" y="1246"/>
                  </a:lnTo>
                  <a:lnTo>
                    <a:pt x="10995350" y="2984"/>
                  </a:lnTo>
                  <a:lnTo>
                    <a:pt x="10945626" y="5858"/>
                  </a:lnTo>
                  <a:lnTo>
                    <a:pt x="10878781" y="10109"/>
                  </a:lnTo>
                  <a:lnTo>
                    <a:pt x="10796108" y="15918"/>
                  </a:lnTo>
                  <a:lnTo>
                    <a:pt x="10700280" y="23397"/>
                  </a:lnTo>
                  <a:lnTo>
                    <a:pt x="10594865" y="32589"/>
                  </a:lnTo>
                  <a:lnTo>
                    <a:pt x="10483772" y="43492"/>
                  </a:lnTo>
                  <a:lnTo>
                    <a:pt x="10370738" y="56072"/>
                  </a:lnTo>
                  <a:lnTo>
                    <a:pt x="10258966" y="70297"/>
                  </a:lnTo>
                  <a:lnTo>
                    <a:pt x="10150928" y="86154"/>
                  </a:lnTo>
                  <a:lnTo>
                    <a:pt x="10048325" y="103668"/>
                  </a:lnTo>
                  <a:lnTo>
                    <a:pt x="9952154" y="122909"/>
                  </a:lnTo>
                  <a:lnTo>
                    <a:pt x="9862830" y="143998"/>
                  </a:lnTo>
                  <a:lnTo>
                    <a:pt x="9780323" y="167111"/>
                  </a:lnTo>
                  <a:lnTo>
                    <a:pt x="9704286" y="192472"/>
                  </a:lnTo>
                  <a:lnTo>
                    <a:pt x="9634167" y="220349"/>
                  </a:lnTo>
                  <a:lnTo>
                    <a:pt x="9569290" y="251046"/>
                  </a:lnTo>
                  <a:lnTo>
                    <a:pt x="9508919" y="284884"/>
                  </a:lnTo>
                  <a:lnTo>
                    <a:pt x="9452305" y="322173"/>
                  </a:lnTo>
                  <a:lnTo>
                    <a:pt x="9398726" y="363171"/>
                  </a:lnTo>
                  <a:lnTo>
                    <a:pt x="9347647" y="407896"/>
                  </a:lnTo>
                  <a:lnTo>
                    <a:pt x="9301081" y="453629"/>
                  </a:lnTo>
                  <a:lnTo>
                    <a:pt x="9255718" y="502833"/>
                  </a:lnTo>
                  <a:lnTo>
                    <a:pt x="9211217" y="555580"/>
                  </a:lnTo>
                  <a:lnTo>
                    <a:pt x="9167310" y="611878"/>
                  </a:lnTo>
                  <a:lnTo>
                    <a:pt x="9123782" y="671668"/>
                  </a:lnTo>
                  <a:lnTo>
                    <a:pt x="9080469" y="734816"/>
                  </a:lnTo>
                  <a:lnTo>
                    <a:pt x="9037249" y="801113"/>
                  </a:lnTo>
                  <a:lnTo>
                    <a:pt x="8994040" y="870269"/>
                  </a:lnTo>
                  <a:lnTo>
                    <a:pt x="8950788" y="941919"/>
                  </a:lnTo>
                  <a:lnTo>
                    <a:pt x="8907472" y="1015625"/>
                  </a:lnTo>
                  <a:lnTo>
                    <a:pt x="8864091" y="1090890"/>
                  </a:lnTo>
                  <a:lnTo>
                    <a:pt x="8820659" y="1167168"/>
                  </a:lnTo>
                  <a:lnTo>
                    <a:pt x="8777204" y="1243881"/>
                  </a:lnTo>
                  <a:lnTo>
                    <a:pt x="8733758" y="1320439"/>
                  </a:lnTo>
                  <a:lnTo>
                    <a:pt x="8690349" y="1396254"/>
                  </a:lnTo>
                  <a:lnTo>
                    <a:pt x="8647001" y="1470764"/>
                  </a:lnTo>
                  <a:lnTo>
                    <a:pt x="8603721" y="1543447"/>
                  </a:lnTo>
                  <a:lnTo>
                    <a:pt x="8560496" y="1613834"/>
                  </a:lnTo>
                  <a:lnTo>
                    <a:pt x="8517289" y="1681526"/>
                  </a:lnTo>
                  <a:lnTo>
                    <a:pt x="8474033" y="1746198"/>
                  </a:lnTo>
                  <a:lnTo>
                    <a:pt x="8430624" y="1807600"/>
                  </a:lnTo>
                  <a:lnTo>
                    <a:pt x="8386920" y="1865564"/>
                  </a:lnTo>
                  <a:lnTo>
                    <a:pt x="8342731" y="1919996"/>
                  </a:lnTo>
                  <a:lnTo>
                    <a:pt x="8297814" y="1970874"/>
                  </a:lnTo>
                  <a:lnTo>
                    <a:pt x="8251865" y="2018239"/>
                  </a:lnTo>
                  <a:lnTo>
                    <a:pt x="8229629" y="2039480"/>
                  </a:lnTo>
                  <a:lnTo>
                    <a:pt x="8178424" y="2084308"/>
                  </a:lnTo>
                  <a:lnTo>
                    <a:pt x="8124839" y="2125296"/>
                  </a:lnTo>
                  <a:lnTo>
                    <a:pt x="8068217" y="2162577"/>
                  </a:lnTo>
                  <a:lnTo>
                    <a:pt x="8007836" y="2196406"/>
                  </a:lnTo>
                  <a:lnTo>
                    <a:pt x="7942947" y="2227096"/>
                  </a:lnTo>
                  <a:lnTo>
                    <a:pt x="7872815" y="2254967"/>
                  </a:lnTo>
                  <a:lnTo>
                    <a:pt x="7796763" y="2280322"/>
                  </a:lnTo>
                  <a:lnTo>
                    <a:pt x="7714239" y="2303430"/>
                  </a:lnTo>
                  <a:lnTo>
                    <a:pt x="7624898" y="2324515"/>
                  </a:lnTo>
                  <a:lnTo>
                    <a:pt x="7528711" y="2343751"/>
                  </a:lnTo>
                  <a:lnTo>
                    <a:pt x="7426094" y="2361261"/>
                  </a:lnTo>
                  <a:lnTo>
                    <a:pt x="7318044" y="2377114"/>
                  </a:lnTo>
                  <a:lnTo>
                    <a:pt x="7206266" y="2391336"/>
                  </a:lnTo>
                  <a:lnTo>
                    <a:pt x="7093233" y="2403912"/>
                  </a:lnTo>
                  <a:lnTo>
                    <a:pt x="6982148" y="2414810"/>
                  </a:lnTo>
                  <a:lnTo>
                    <a:pt x="6876752" y="2423999"/>
                  </a:lnTo>
                  <a:lnTo>
                    <a:pt x="6780952" y="2431473"/>
                  </a:lnTo>
                  <a:lnTo>
                    <a:pt x="6698314" y="2437278"/>
                  </a:lnTo>
                  <a:lnTo>
                    <a:pt x="6631509" y="2441525"/>
                  </a:lnTo>
                  <a:lnTo>
                    <a:pt x="6581827" y="2444397"/>
                  </a:lnTo>
                  <a:lnTo>
                    <a:pt x="6548898" y="2446133"/>
                  </a:lnTo>
                  <a:lnTo>
                    <a:pt x="6530652" y="2447013"/>
                  </a:lnTo>
                  <a:lnTo>
                    <a:pt x="6523469" y="2447331"/>
                  </a:lnTo>
                  <a:lnTo>
                    <a:pt x="6522385" y="2447376"/>
                  </a:lnTo>
                  <a:lnTo>
                    <a:pt x="5527445" y="2447376"/>
                  </a:lnTo>
                  <a:lnTo>
                    <a:pt x="5526315" y="2447359"/>
                  </a:lnTo>
                  <a:lnTo>
                    <a:pt x="5518856" y="2447239"/>
                  </a:lnTo>
                  <a:lnTo>
                    <a:pt x="5499950" y="2446908"/>
                  </a:lnTo>
                  <a:lnTo>
                    <a:pt x="5465895" y="2446256"/>
                  </a:lnTo>
                  <a:lnTo>
                    <a:pt x="5414621" y="2445177"/>
                  </a:lnTo>
                  <a:lnTo>
                    <a:pt x="5345846" y="2443584"/>
                  </a:lnTo>
                  <a:lnTo>
                    <a:pt x="5261017" y="2441410"/>
                  </a:lnTo>
                  <a:lnTo>
                    <a:pt x="5162997" y="2438614"/>
                  </a:lnTo>
                  <a:lnTo>
                    <a:pt x="5055538" y="2435182"/>
                  </a:lnTo>
                  <a:lnTo>
                    <a:pt x="4942695" y="2431118"/>
                  </a:lnTo>
                  <a:lnTo>
                    <a:pt x="4828295" y="2426433"/>
                  </a:lnTo>
                  <a:lnTo>
                    <a:pt x="4715568" y="2421140"/>
                  </a:lnTo>
                  <a:lnTo>
                    <a:pt x="4606965" y="2415242"/>
                  </a:lnTo>
                  <a:lnTo>
                    <a:pt x="4504133" y="2408726"/>
                  </a:lnTo>
                  <a:lnTo>
                    <a:pt x="4407999" y="2401564"/>
                  </a:lnTo>
                  <a:lnTo>
                    <a:pt x="4318901" y="2393706"/>
                  </a:lnTo>
                  <a:lnTo>
                    <a:pt x="4236738" y="2385084"/>
                  </a:lnTo>
                  <a:lnTo>
                    <a:pt x="4161100" y="2375609"/>
                  </a:lnTo>
                  <a:lnTo>
                    <a:pt x="4091382" y="2365177"/>
                  </a:lnTo>
                  <a:lnTo>
                    <a:pt x="4026863" y="2353674"/>
                  </a:lnTo>
                  <a:lnTo>
                    <a:pt x="3966774" y="2340977"/>
                  </a:lnTo>
                  <a:lnTo>
                    <a:pt x="3910341" y="2326974"/>
                  </a:lnTo>
                  <a:lnTo>
                    <a:pt x="3856831" y="2311578"/>
                  </a:lnTo>
                  <a:lnTo>
                    <a:pt x="3820202" y="2299764"/>
                  </a:lnTo>
                  <a:lnTo>
                    <a:pt x="3762163" y="2278869"/>
                  </a:lnTo>
                  <a:lnTo>
                    <a:pt x="3705867" y="2255997"/>
                  </a:lnTo>
                  <a:lnTo>
                    <a:pt x="3650701" y="2231114"/>
                  </a:lnTo>
                  <a:lnTo>
                    <a:pt x="3596208" y="2204244"/>
                  </a:lnTo>
                  <a:lnTo>
                    <a:pt x="3542054" y="2175475"/>
                  </a:lnTo>
                  <a:lnTo>
                    <a:pt x="3488010" y="2144963"/>
                  </a:lnTo>
                  <a:lnTo>
                    <a:pt x="3433937" y="2112933"/>
                  </a:lnTo>
                  <a:lnTo>
                    <a:pt x="3379771" y="2079677"/>
                  </a:lnTo>
                  <a:lnTo>
                    <a:pt x="3325502" y="2045542"/>
                  </a:lnTo>
                  <a:lnTo>
                    <a:pt x="3271166" y="2010916"/>
                  </a:lnTo>
                  <a:lnTo>
                    <a:pt x="3216818" y="1976214"/>
                  </a:lnTo>
                  <a:lnTo>
                    <a:pt x="3162519" y="1941852"/>
                  </a:lnTo>
                  <a:lnTo>
                    <a:pt x="3108314" y="1908230"/>
                  </a:lnTo>
                  <a:lnTo>
                    <a:pt x="3054211" y="1875714"/>
                  </a:lnTo>
                  <a:lnTo>
                    <a:pt x="3000168" y="1844615"/>
                  </a:lnTo>
                  <a:lnTo>
                    <a:pt x="2946076" y="1815184"/>
                  </a:lnTo>
                  <a:lnTo>
                    <a:pt x="2891740" y="1787604"/>
                  </a:lnTo>
                  <a:lnTo>
                    <a:pt x="2836867" y="1761986"/>
                  </a:lnTo>
                  <a:lnTo>
                    <a:pt x="2781048" y="1738376"/>
                  </a:lnTo>
                  <a:lnTo>
                    <a:pt x="2723731" y="1716763"/>
                  </a:lnTo>
                  <a:lnTo>
                    <a:pt x="2702183" y="1709320"/>
                  </a:lnTo>
                  <a:lnTo>
                    <a:pt x="2650346" y="1692909"/>
                  </a:lnTo>
                  <a:lnTo>
                    <a:pt x="2596063" y="1677922"/>
                  </a:lnTo>
                  <a:lnTo>
                    <a:pt x="2538651" y="1664308"/>
                  </a:lnTo>
                  <a:lnTo>
                    <a:pt x="2477362" y="1651968"/>
                  </a:lnTo>
                  <a:lnTo>
                    <a:pt x="2411418" y="1640787"/>
                  </a:lnTo>
                  <a:lnTo>
                    <a:pt x="2340059" y="1630643"/>
                  </a:lnTo>
                  <a:lnTo>
                    <a:pt x="2262591" y="1621425"/>
                  </a:lnTo>
                  <a:lnTo>
                    <a:pt x="2178454" y="1613031"/>
                  </a:lnTo>
                  <a:lnTo>
                    <a:pt x="2087316" y="1605381"/>
                  </a:lnTo>
                  <a:lnTo>
                    <a:pt x="1989188" y="1598410"/>
                  </a:lnTo>
                  <a:lnTo>
                    <a:pt x="1884563" y="1592075"/>
                  </a:lnTo>
                  <a:lnTo>
                    <a:pt x="1774564" y="1586352"/>
                  </a:lnTo>
                  <a:lnTo>
                    <a:pt x="1661065" y="1581234"/>
                  </a:lnTo>
                  <a:lnTo>
                    <a:pt x="1546752" y="1576727"/>
                  </a:lnTo>
                  <a:lnTo>
                    <a:pt x="1435054" y="1572844"/>
                  </a:lnTo>
                  <a:lnTo>
                    <a:pt x="1329909" y="1569597"/>
                  </a:lnTo>
                  <a:lnTo>
                    <a:pt x="1235344" y="1566983"/>
                  </a:lnTo>
                  <a:lnTo>
                    <a:pt x="1154916" y="1564982"/>
                  </a:lnTo>
                  <a:lnTo>
                    <a:pt x="1091123" y="1563546"/>
                  </a:lnTo>
                  <a:lnTo>
                    <a:pt x="1044935" y="1562601"/>
                  </a:lnTo>
                  <a:lnTo>
                    <a:pt x="1015548" y="1562052"/>
                  </a:lnTo>
                  <a:lnTo>
                    <a:pt x="1000398" y="1561794"/>
                  </a:lnTo>
                  <a:lnTo>
                    <a:pt x="995352" y="1561714"/>
                  </a:lnTo>
                  <a:lnTo>
                    <a:pt x="994940" y="1561708"/>
                  </a:lnTo>
                  <a:lnTo>
                    <a:pt x="0" y="1561708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27" name="pl1326"/>
            <p:cNvSpPr/>
            <p:nvPr/>
          </p:nvSpPr>
          <p:spPr>
            <a:xfrm>
              <a:off x="1199187" y="3442932"/>
              <a:ext cx="12049831" cy="2447376"/>
            </a:xfrm>
            <a:custGeom>
              <a:avLst/>
              <a:pathLst>
                <a:path w="12049831" h="2447376">
                  <a:moveTo>
                    <a:pt x="0" y="1561708"/>
                  </a:moveTo>
                  <a:lnTo>
                    <a:pt x="994940" y="1561708"/>
                  </a:lnTo>
                  <a:lnTo>
                    <a:pt x="996070" y="1561725"/>
                  </a:lnTo>
                  <a:lnTo>
                    <a:pt x="1003529" y="1561845"/>
                  </a:lnTo>
                  <a:lnTo>
                    <a:pt x="1022435" y="1562176"/>
                  </a:lnTo>
                  <a:lnTo>
                    <a:pt x="1056490" y="1562829"/>
                  </a:lnTo>
                  <a:lnTo>
                    <a:pt x="1107764" y="1563907"/>
                  </a:lnTo>
                  <a:lnTo>
                    <a:pt x="1176539" y="1565500"/>
                  </a:lnTo>
                  <a:lnTo>
                    <a:pt x="1261368" y="1567674"/>
                  </a:lnTo>
                  <a:lnTo>
                    <a:pt x="1359388" y="1570470"/>
                  </a:lnTo>
                  <a:lnTo>
                    <a:pt x="1466847" y="1573902"/>
                  </a:lnTo>
                  <a:lnTo>
                    <a:pt x="1579690" y="1577966"/>
                  </a:lnTo>
                  <a:lnTo>
                    <a:pt x="1694090" y="1582651"/>
                  </a:lnTo>
                  <a:lnTo>
                    <a:pt x="1806817" y="1587944"/>
                  </a:lnTo>
                  <a:lnTo>
                    <a:pt x="1915420" y="1593842"/>
                  </a:lnTo>
                  <a:lnTo>
                    <a:pt x="2018252" y="1600358"/>
                  </a:lnTo>
                  <a:lnTo>
                    <a:pt x="2114386" y="1607520"/>
                  </a:lnTo>
                  <a:lnTo>
                    <a:pt x="2203484" y="1615378"/>
                  </a:lnTo>
                  <a:lnTo>
                    <a:pt x="2285647" y="1624000"/>
                  </a:lnTo>
                  <a:lnTo>
                    <a:pt x="2361285" y="1633475"/>
                  </a:lnTo>
                  <a:lnTo>
                    <a:pt x="2431003" y="1643907"/>
                  </a:lnTo>
                  <a:lnTo>
                    <a:pt x="2495522" y="1655410"/>
                  </a:lnTo>
                  <a:lnTo>
                    <a:pt x="2555611" y="1668107"/>
                  </a:lnTo>
                  <a:lnTo>
                    <a:pt x="2612044" y="1682110"/>
                  </a:lnTo>
                  <a:lnTo>
                    <a:pt x="2665554" y="1697506"/>
                  </a:lnTo>
                  <a:lnTo>
                    <a:pt x="2702183" y="1709320"/>
                  </a:lnTo>
                  <a:lnTo>
                    <a:pt x="2760222" y="1730215"/>
                  </a:lnTo>
                  <a:lnTo>
                    <a:pt x="2816518" y="1753088"/>
                  </a:lnTo>
                  <a:lnTo>
                    <a:pt x="2871684" y="1777970"/>
                  </a:lnTo>
                  <a:lnTo>
                    <a:pt x="2926177" y="1804840"/>
                  </a:lnTo>
                  <a:lnTo>
                    <a:pt x="2980331" y="1833609"/>
                  </a:lnTo>
                  <a:lnTo>
                    <a:pt x="3034375" y="1864121"/>
                  </a:lnTo>
                  <a:lnTo>
                    <a:pt x="3088448" y="1896151"/>
                  </a:lnTo>
                  <a:lnTo>
                    <a:pt x="3142614" y="1929407"/>
                  </a:lnTo>
                  <a:lnTo>
                    <a:pt x="3196883" y="1963542"/>
                  </a:lnTo>
                  <a:lnTo>
                    <a:pt x="3251219" y="1998168"/>
                  </a:lnTo>
                  <a:lnTo>
                    <a:pt x="3305567" y="2032870"/>
                  </a:lnTo>
                  <a:lnTo>
                    <a:pt x="3359866" y="2067232"/>
                  </a:lnTo>
                  <a:lnTo>
                    <a:pt x="3414071" y="2100854"/>
                  </a:lnTo>
                  <a:lnTo>
                    <a:pt x="3468174" y="2133371"/>
                  </a:lnTo>
                  <a:lnTo>
                    <a:pt x="3522217" y="2164469"/>
                  </a:lnTo>
                  <a:lnTo>
                    <a:pt x="3576309" y="2193900"/>
                  </a:lnTo>
                  <a:lnTo>
                    <a:pt x="3630645" y="2221480"/>
                  </a:lnTo>
                  <a:lnTo>
                    <a:pt x="3685518" y="2247098"/>
                  </a:lnTo>
                  <a:lnTo>
                    <a:pt x="3741337" y="2270708"/>
                  </a:lnTo>
                  <a:lnTo>
                    <a:pt x="3798654" y="2292321"/>
                  </a:lnTo>
                  <a:lnTo>
                    <a:pt x="3820202" y="2299764"/>
                  </a:lnTo>
                  <a:lnTo>
                    <a:pt x="3872039" y="2316175"/>
                  </a:lnTo>
                  <a:lnTo>
                    <a:pt x="3926322" y="2331162"/>
                  </a:lnTo>
                  <a:lnTo>
                    <a:pt x="3983734" y="2344776"/>
                  </a:lnTo>
                  <a:lnTo>
                    <a:pt x="4045023" y="2357116"/>
                  </a:lnTo>
                  <a:lnTo>
                    <a:pt x="4110967" y="2368297"/>
                  </a:lnTo>
                  <a:lnTo>
                    <a:pt x="4182326" y="2378441"/>
                  </a:lnTo>
                  <a:lnTo>
                    <a:pt x="4259794" y="2387659"/>
                  </a:lnTo>
                  <a:lnTo>
                    <a:pt x="4343931" y="2396053"/>
                  </a:lnTo>
                  <a:lnTo>
                    <a:pt x="4435069" y="2403703"/>
                  </a:lnTo>
                  <a:lnTo>
                    <a:pt x="4533197" y="2410674"/>
                  </a:lnTo>
                  <a:lnTo>
                    <a:pt x="4637822" y="2417009"/>
                  </a:lnTo>
                  <a:lnTo>
                    <a:pt x="4747821" y="2422732"/>
                  </a:lnTo>
                  <a:lnTo>
                    <a:pt x="4861320" y="2427851"/>
                  </a:lnTo>
                  <a:lnTo>
                    <a:pt x="4975633" y="2432357"/>
                  </a:lnTo>
                  <a:lnTo>
                    <a:pt x="5087331" y="2436240"/>
                  </a:lnTo>
                  <a:lnTo>
                    <a:pt x="5192476" y="2439487"/>
                  </a:lnTo>
                  <a:lnTo>
                    <a:pt x="5287041" y="2442101"/>
                  </a:lnTo>
                  <a:lnTo>
                    <a:pt x="5367469" y="2444102"/>
                  </a:lnTo>
                  <a:lnTo>
                    <a:pt x="5431262" y="2445538"/>
                  </a:lnTo>
                  <a:lnTo>
                    <a:pt x="5477450" y="2446483"/>
                  </a:lnTo>
                  <a:lnTo>
                    <a:pt x="5506837" y="2447032"/>
                  </a:lnTo>
                  <a:lnTo>
                    <a:pt x="5521987" y="2447290"/>
                  </a:lnTo>
                  <a:lnTo>
                    <a:pt x="5527033" y="2447370"/>
                  </a:lnTo>
                  <a:lnTo>
                    <a:pt x="5527445" y="2447376"/>
                  </a:lnTo>
                  <a:lnTo>
                    <a:pt x="6522385" y="2447376"/>
                  </a:lnTo>
                  <a:lnTo>
                    <a:pt x="6523476" y="2447331"/>
                  </a:lnTo>
                  <a:lnTo>
                    <a:pt x="6530681" y="2447012"/>
                  </a:lnTo>
                  <a:lnTo>
                    <a:pt x="6548959" y="2446130"/>
                  </a:lnTo>
                  <a:lnTo>
                    <a:pt x="6581926" y="2444391"/>
                  </a:lnTo>
                  <a:lnTo>
                    <a:pt x="6631650" y="2441517"/>
                  </a:lnTo>
                  <a:lnTo>
                    <a:pt x="6698496" y="2437266"/>
                  </a:lnTo>
                  <a:lnTo>
                    <a:pt x="6781168" y="2431457"/>
                  </a:lnTo>
                  <a:lnTo>
                    <a:pt x="6876996" y="2423979"/>
                  </a:lnTo>
                  <a:lnTo>
                    <a:pt x="6982411" y="2414786"/>
                  </a:lnTo>
                  <a:lnTo>
                    <a:pt x="7093504" y="2403883"/>
                  </a:lnTo>
                  <a:lnTo>
                    <a:pt x="7206538" y="2391303"/>
                  </a:lnTo>
                  <a:lnTo>
                    <a:pt x="7318310" y="2377078"/>
                  </a:lnTo>
                  <a:lnTo>
                    <a:pt x="7426348" y="2361221"/>
                  </a:lnTo>
                  <a:lnTo>
                    <a:pt x="7528951" y="2343707"/>
                  </a:lnTo>
                  <a:lnTo>
                    <a:pt x="7625122" y="2324466"/>
                  </a:lnTo>
                  <a:lnTo>
                    <a:pt x="7714446" y="2303377"/>
                  </a:lnTo>
                  <a:lnTo>
                    <a:pt x="7796954" y="2280264"/>
                  </a:lnTo>
                  <a:lnTo>
                    <a:pt x="7872991" y="2254903"/>
                  </a:lnTo>
                  <a:lnTo>
                    <a:pt x="7943109" y="2227026"/>
                  </a:lnTo>
                  <a:lnTo>
                    <a:pt x="8007986" y="2196329"/>
                  </a:lnTo>
                  <a:lnTo>
                    <a:pt x="8068358" y="2162491"/>
                  </a:lnTo>
                  <a:lnTo>
                    <a:pt x="8124972" y="2125202"/>
                  </a:lnTo>
                  <a:lnTo>
                    <a:pt x="8178551" y="2084204"/>
                  </a:lnTo>
                  <a:lnTo>
                    <a:pt x="8229629" y="2039480"/>
                  </a:lnTo>
                  <a:lnTo>
                    <a:pt x="8276195" y="1993747"/>
                  </a:lnTo>
                  <a:lnTo>
                    <a:pt x="8321559" y="1944542"/>
                  </a:lnTo>
                  <a:lnTo>
                    <a:pt x="8366059" y="1891795"/>
                  </a:lnTo>
                  <a:lnTo>
                    <a:pt x="8409966" y="1835497"/>
                  </a:lnTo>
                  <a:lnTo>
                    <a:pt x="8453494" y="1775708"/>
                  </a:lnTo>
                  <a:lnTo>
                    <a:pt x="8496808" y="1712559"/>
                  </a:lnTo>
                  <a:lnTo>
                    <a:pt x="8540027" y="1646262"/>
                  </a:lnTo>
                  <a:lnTo>
                    <a:pt x="8583237" y="1577106"/>
                  </a:lnTo>
                  <a:lnTo>
                    <a:pt x="8626488" y="1505456"/>
                  </a:lnTo>
                  <a:lnTo>
                    <a:pt x="8669804" y="1431750"/>
                  </a:lnTo>
                  <a:lnTo>
                    <a:pt x="8713186" y="1356485"/>
                  </a:lnTo>
                  <a:lnTo>
                    <a:pt x="8756618" y="1280207"/>
                  </a:lnTo>
                  <a:lnTo>
                    <a:pt x="8800073" y="1203494"/>
                  </a:lnTo>
                  <a:lnTo>
                    <a:pt x="8843519" y="1126936"/>
                  </a:lnTo>
                  <a:lnTo>
                    <a:pt x="8886927" y="1051121"/>
                  </a:lnTo>
                  <a:lnTo>
                    <a:pt x="8930275" y="976611"/>
                  </a:lnTo>
                  <a:lnTo>
                    <a:pt x="8973556" y="903929"/>
                  </a:lnTo>
                  <a:lnTo>
                    <a:pt x="9016781" y="833541"/>
                  </a:lnTo>
                  <a:lnTo>
                    <a:pt x="9059987" y="765849"/>
                  </a:lnTo>
                  <a:lnTo>
                    <a:pt x="9103244" y="701177"/>
                  </a:lnTo>
                  <a:lnTo>
                    <a:pt x="9146652" y="639775"/>
                  </a:lnTo>
                  <a:lnTo>
                    <a:pt x="9190356" y="581811"/>
                  </a:lnTo>
                  <a:lnTo>
                    <a:pt x="9234546" y="527379"/>
                  </a:lnTo>
                  <a:lnTo>
                    <a:pt x="9279462" y="476502"/>
                  </a:lnTo>
                  <a:lnTo>
                    <a:pt x="9325412" y="429136"/>
                  </a:lnTo>
                  <a:lnTo>
                    <a:pt x="9347647" y="407896"/>
                  </a:lnTo>
                  <a:lnTo>
                    <a:pt x="9398852" y="363067"/>
                  </a:lnTo>
                  <a:lnTo>
                    <a:pt x="9452437" y="322079"/>
                  </a:lnTo>
                  <a:lnTo>
                    <a:pt x="9509060" y="284798"/>
                  </a:lnTo>
                  <a:lnTo>
                    <a:pt x="9569441" y="250969"/>
                  </a:lnTo>
                  <a:lnTo>
                    <a:pt x="9634330" y="220279"/>
                  </a:lnTo>
                  <a:lnTo>
                    <a:pt x="9704462" y="192408"/>
                  </a:lnTo>
                  <a:lnTo>
                    <a:pt x="9780514" y="167053"/>
                  </a:lnTo>
                  <a:lnTo>
                    <a:pt x="9863037" y="143945"/>
                  </a:lnTo>
                  <a:lnTo>
                    <a:pt x="9952378" y="122860"/>
                  </a:lnTo>
                  <a:lnTo>
                    <a:pt x="10048565" y="103624"/>
                  </a:lnTo>
                  <a:lnTo>
                    <a:pt x="10151183" y="86114"/>
                  </a:lnTo>
                  <a:lnTo>
                    <a:pt x="10259232" y="70261"/>
                  </a:lnTo>
                  <a:lnTo>
                    <a:pt x="10371011" y="56040"/>
                  </a:lnTo>
                  <a:lnTo>
                    <a:pt x="10484044" y="43463"/>
                  </a:lnTo>
                  <a:lnTo>
                    <a:pt x="10595128" y="32565"/>
                  </a:lnTo>
                  <a:lnTo>
                    <a:pt x="10700524" y="23377"/>
                  </a:lnTo>
                  <a:lnTo>
                    <a:pt x="10796325" y="15902"/>
                  </a:lnTo>
                  <a:lnTo>
                    <a:pt x="10878962" y="10097"/>
                  </a:lnTo>
                  <a:lnTo>
                    <a:pt x="10945767" y="5850"/>
                  </a:lnTo>
                  <a:lnTo>
                    <a:pt x="10995449" y="2978"/>
                  </a:lnTo>
                  <a:lnTo>
                    <a:pt x="11028378" y="1242"/>
                  </a:lnTo>
                  <a:lnTo>
                    <a:pt x="11046624" y="362"/>
                  </a:lnTo>
                  <a:lnTo>
                    <a:pt x="11053808" y="4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8" name="pl1327"/>
            <p:cNvSpPr/>
            <p:nvPr/>
          </p:nvSpPr>
          <p:spPr>
            <a:xfrm>
              <a:off x="1199187" y="3437691"/>
              <a:ext cx="12049831" cy="2447376"/>
            </a:xfrm>
            <a:custGeom>
              <a:avLst/>
              <a:pathLst>
                <a:path w="12049831" h="2447376">
                  <a:moveTo>
                    <a:pt x="12049831" y="0"/>
                  </a:moveTo>
                  <a:lnTo>
                    <a:pt x="11054891" y="0"/>
                  </a:lnTo>
                  <a:lnTo>
                    <a:pt x="11053800" y="44"/>
                  </a:lnTo>
                  <a:lnTo>
                    <a:pt x="11046595" y="364"/>
                  </a:lnTo>
                  <a:lnTo>
                    <a:pt x="11028317" y="1246"/>
                  </a:lnTo>
                  <a:lnTo>
                    <a:pt x="10995350" y="2984"/>
                  </a:lnTo>
                  <a:lnTo>
                    <a:pt x="10945626" y="5858"/>
                  </a:lnTo>
                  <a:lnTo>
                    <a:pt x="10878781" y="10109"/>
                  </a:lnTo>
                  <a:lnTo>
                    <a:pt x="10796108" y="15918"/>
                  </a:lnTo>
                  <a:lnTo>
                    <a:pt x="10700280" y="23397"/>
                  </a:lnTo>
                  <a:lnTo>
                    <a:pt x="10594865" y="32589"/>
                  </a:lnTo>
                  <a:lnTo>
                    <a:pt x="10483772" y="43492"/>
                  </a:lnTo>
                  <a:lnTo>
                    <a:pt x="10370738" y="56072"/>
                  </a:lnTo>
                  <a:lnTo>
                    <a:pt x="10258966" y="70297"/>
                  </a:lnTo>
                  <a:lnTo>
                    <a:pt x="10150928" y="86154"/>
                  </a:lnTo>
                  <a:lnTo>
                    <a:pt x="10048325" y="103668"/>
                  </a:lnTo>
                  <a:lnTo>
                    <a:pt x="9952154" y="122909"/>
                  </a:lnTo>
                  <a:lnTo>
                    <a:pt x="9862830" y="143998"/>
                  </a:lnTo>
                  <a:lnTo>
                    <a:pt x="9780323" y="167111"/>
                  </a:lnTo>
                  <a:lnTo>
                    <a:pt x="9704286" y="192472"/>
                  </a:lnTo>
                  <a:lnTo>
                    <a:pt x="9634167" y="220349"/>
                  </a:lnTo>
                  <a:lnTo>
                    <a:pt x="9569290" y="251046"/>
                  </a:lnTo>
                  <a:lnTo>
                    <a:pt x="9508919" y="284884"/>
                  </a:lnTo>
                  <a:lnTo>
                    <a:pt x="9452305" y="322173"/>
                  </a:lnTo>
                  <a:lnTo>
                    <a:pt x="9398726" y="363171"/>
                  </a:lnTo>
                  <a:lnTo>
                    <a:pt x="9347647" y="407896"/>
                  </a:lnTo>
                  <a:lnTo>
                    <a:pt x="9301081" y="453629"/>
                  </a:lnTo>
                  <a:lnTo>
                    <a:pt x="9255718" y="502833"/>
                  </a:lnTo>
                  <a:lnTo>
                    <a:pt x="9211217" y="555580"/>
                  </a:lnTo>
                  <a:lnTo>
                    <a:pt x="9167310" y="611878"/>
                  </a:lnTo>
                  <a:lnTo>
                    <a:pt x="9123782" y="671668"/>
                  </a:lnTo>
                  <a:lnTo>
                    <a:pt x="9080469" y="734816"/>
                  </a:lnTo>
                  <a:lnTo>
                    <a:pt x="9037249" y="801113"/>
                  </a:lnTo>
                  <a:lnTo>
                    <a:pt x="8994040" y="870269"/>
                  </a:lnTo>
                  <a:lnTo>
                    <a:pt x="8950788" y="941919"/>
                  </a:lnTo>
                  <a:lnTo>
                    <a:pt x="8907472" y="1015625"/>
                  </a:lnTo>
                  <a:lnTo>
                    <a:pt x="8864091" y="1090890"/>
                  </a:lnTo>
                  <a:lnTo>
                    <a:pt x="8820659" y="1167168"/>
                  </a:lnTo>
                  <a:lnTo>
                    <a:pt x="8777204" y="1243881"/>
                  </a:lnTo>
                  <a:lnTo>
                    <a:pt x="8733758" y="1320439"/>
                  </a:lnTo>
                  <a:lnTo>
                    <a:pt x="8690349" y="1396254"/>
                  </a:lnTo>
                  <a:lnTo>
                    <a:pt x="8647001" y="1470764"/>
                  </a:lnTo>
                  <a:lnTo>
                    <a:pt x="8603721" y="1543447"/>
                  </a:lnTo>
                  <a:lnTo>
                    <a:pt x="8560496" y="1613834"/>
                  </a:lnTo>
                  <a:lnTo>
                    <a:pt x="8517289" y="1681526"/>
                  </a:lnTo>
                  <a:lnTo>
                    <a:pt x="8474033" y="1746198"/>
                  </a:lnTo>
                  <a:lnTo>
                    <a:pt x="8430624" y="1807600"/>
                  </a:lnTo>
                  <a:lnTo>
                    <a:pt x="8386920" y="1865564"/>
                  </a:lnTo>
                  <a:lnTo>
                    <a:pt x="8342731" y="1919996"/>
                  </a:lnTo>
                  <a:lnTo>
                    <a:pt x="8297814" y="1970874"/>
                  </a:lnTo>
                  <a:lnTo>
                    <a:pt x="8251865" y="2018239"/>
                  </a:lnTo>
                  <a:lnTo>
                    <a:pt x="8229629" y="2039480"/>
                  </a:lnTo>
                  <a:lnTo>
                    <a:pt x="8178424" y="2084308"/>
                  </a:lnTo>
                  <a:lnTo>
                    <a:pt x="8124839" y="2125296"/>
                  </a:lnTo>
                  <a:lnTo>
                    <a:pt x="8068217" y="2162577"/>
                  </a:lnTo>
                  <a:lnTo>
                    <a:pt x="8007836" y="2196406"/>
                  </a:lnTo>
                  <a:lnTo>
                    <a:pt x="7942947" y="2227096"/>
                  </a:lnTo>
                  <a:lnTo>
                    <a:pt x="7872815" y="2254967"/>
                  </a:lnTo>
                  <a:lnTo>
                    <a:pt x="7796763" y="2280322"/>
                  </a:lnTo>
                  <a:lnTo>
                    <a:pt x="7714239" y="2303430"/>
                  </a:lnTo>
                  <a:lnTo>
                    <a:pt x="7624898" y="2324515"/>
                  </a:lnTo>
                  <a:lnTo>
                    <a:pt x="7528711" y="2343751"/>
                  </a:lnTo>
                  <a:lnTo>
                    <a:pt x="7426094" y="2361261"/>
                  </a:lnTo>
                  <a:lnTo>
                    <a:pt x="7318044" y="2377114"/>
                  </a:lnTo>
                  <a:lnTo>
                    <a:pt x="7206266" y="2391336"/>
                  </a:lnTo>
                  <a:lnTo>
                    <a:pt x="7093233" y="2403912"/>
                  </a:lnTo>
                  <a:lnTo>
                    <a:pt x="6982148" y="2414810"/>
                  </a:lnTo>
                  <a:lnTo>
                    <a:pt x="6876752" y="2423999"/>
                  </a:lnTo>
                  <a:lnTo>
                    <a:pt x="6780952" y="2431473"/>
                  </a:lnTo>
                  <a:lnTo>
                    <a:pt x="6698314" y="2437278"/>
                  </a:lnTo>
                  <a:lnTo>
                    <a:pt x="6631509" y="2441525"/>
                  </a:lnTo>
                  <a:lnTo>
                    <a:pt x="6581827" y="2444397"/>
                  </a:lnTo>
                  <a:lnTo>
                    <a:pt x="6548898" y="2446133"/>
                  </a:lnTo>
                  <a:lnTo>
                    <a:pt x="6530652" y="2447013"/>
                  </a:lnTo>
                  <a:lnTo>
                    <a:pt x="6523469" y="2447331"/>
                  </a:lnTo>
                  <a:lnTo>
                    <a:pt x="6522385" y="2447376"/>
                  </a:lnTo>
                  <a:lnTo>
                    <a:pt x="5527445" y="2447376"/>
                  </a:lnTo>
                  <a:lnTo>
                    <a:pt x="5526315" y="2447359"/>
                  </a:lnTo>
                  <a:lnTo>
                    <a:pt x="5518856" y="2447239"/>
                  </a:lnTo>
                  <a:lnTo>
                    <a:pt x="5499950" y="2446908"/>
                  </a:lnTo>
                  <a:lnTo>
                    <a:pt x="5465895" y="2446256"/>
                  </a:lnTo>
                  <a:lnTo>
                    <a:pt x="5414621" y="2445177"/>
                  </a:lnTo>
                  <a:lnTo>
                    <a:pt x="5345846" y="2443584"/>
                  </a:lnTo>
                  <a:lnTo>
                    <a:pt x="5261017" y="2441410"/>
                  </a:lnTo>
                  <a:lnTo>
                    <a:pt x="5162997" y="2438614"/>
                  </a:lnTo>
                  <a:lnTo>
                    <a:pt x="5055538" y="2435182"/>
                  </a:lnTo>
                  <a:lnTo>
                    <a:pt x="4942695" y="2431118"/>
                  </a:lnTo>
                  <a:lnTo>
                    <a:pt x="4828295" y="2426433"/>
                  </a:lnTo>
                  <a:lnTo>
                    <a:pt x="4715568" y="2421140"/>
                  </a:lnTo>
                  <a:lnTo>
                    <a:pt x="4606965" y="2415242"/>
                  </a:lnTo>
                  <a:lnTo>
                    <a:pt x="4504133" y="2408726"/>
                  </a:lnTo>
                  <a:lnTo>
                    <a:pt x="4407999" y="2401564"/>
                  </a:lnTo>
                  <a:lnTo>
                    <a:pt x="4318901" y="2393706"/>
                  </a:lnTo>
                  <a:lnTo>
                    <a:pt x="4236738" y="2385084"/>
                  </a:lnTo>
                  <a:lnTo>
                    <a:pt x="4161100" y="2375609"/>
                  </a:lnTo>
                  <a:lnTo>
                    <a:pt x="4091382" y="2365177"/>
                  </a:lnTo>
                  <a:lnTo>
                    <a:pt x="4026863" y="2353674"/>
                  </a:lnTo>
                  <a:lnTo>
                    <a:pt x="3966774" y="2340977"/>
                  </a:lnTo>
                  <a:lnTo>
                    <a:pt x="3910341" y="2326974"/>
                  </a:lnTo>
                  <a:lnTo>
                    <a:pt x="3856831" y="2311578"/>
                  </a:lnTo>
                  <a:lnTo>
                    <a:pt x="3820202" y="2299764"/>
                  </a:lnTo>
                  <a:lnTo>
                    <a:pt x="3762163" y="2278869"/>
                  </a:lnTo>
                  <a:lnTo>
                    <a:pt x="3705867" y="2255997"/>
                  </a:lnTo>
                  <a:lnTo>
                    <a:pt x="3650701" y="2231114"/>
                  </a:lnTo>
                  <a:lnTo>
                    <a:pt x="3596208" y="2204244"/>
                  </a:lnTo>
                  <a:lnTo>
                    <a:pt x="3542054" y="2175475"/>
                  </a:lnTo>
                  <a:lnTo>
                    <a:pt x="3488010" y="2144963"/>
                  </a:lnTo>
                  <a:lnTo>
                    <a:pt x="3433937" y="2112933"/>
                  </a:lnTo>
                  <a:lnTo>
                    <a:pt x="3379771" y="2079677"/>
                  </a:lnTo>
                  <a:lnTo>
                    <a:pt x="3325502" y="2045542"/>
                  </a:lnTo>
                  <a:lnTo>
                    <a:pt x="3271166" y="2010916"/>
                  </a:lnTo>
                  <a:lnTo>
                    <a:pt x="3216818" y="1976214"/>
                  </a:lnTo>
                  <a:lnTo>
                    <a:pt x="3162519" y="1941852"/>
                  </a:lnTo>
                  <a:lnTo>
                    <a:pt x="3108314" y="1908230"/>
                  </a:lnTo>
                  <a:lnTo>
                    <a:pt x="3054211" y="1875714"/>
                  </a:lnTo>
                  <a:lnTo>
                    <a:pt x="3000168" y="1844615"/>
                  </a:lnTo>
                  <a:lnTo>
                    <a:pt x="2946076" y="1815184"/>
                  </a:lnTo>
                  <a:lnTo>
                    <a:pt x="2891740" y="1787604"/>
                  </a:lnTo>
                  <a:lnTo>
                    <a:pt x="2836867" y="1761986"/>
                  </a:lnTo>
                  <a:lnTo>
                    <a:pt x="2781048" y="1738376"/>
                  </a:lnTo>
                  <a:lnTo>
                    <a:pt x="2723731" y="1716763"/>
                  </a:lnTo>
                  <a:lnTo>
                    <a:pt x="2702183" y="1709320"/>
                  </a:lnTo>
                  <a:lnTo>
                    <a:pt x="2650346" y="1692909"/>
                  </a:lnTo>
                  <a:lnTo>
                    <a:pt x="2596063" y="1677922"/>
                  </a:lnTo>
                  <a:lnTo>
                    <a:pt x="2538651" y="1664308"/>
                  </a:lnTo>
                  <a:lnTo>
                    <a:pt x="2477362" y="1651968"/>
                  </a:lnTo>
                  <a:lnTo>
                    <a:pt x="2411418" y="1640787"/>
                  </a:lnTo>
                  <a:lnTo>
                    <a:pt x="2340059" y="1630643"/>
                  </a:lnTo>
                  <a:lnTo>
                    <a:pt x="2262591" y="1621425"/>
                  </a:lnTo>
                  <a:lnTo>
                    <a:pt x="2178454" y="1613031"/>
                  </a:lnTo>
                  <a:lnTo>
                    <a:pt x="2087316" y="1605381"/>
                  </a:lnTo>
                  <a:lnTo>
                    <a:pt x="1989188" y="1598410"/>
                  </a:lnTo>
                  <a:lnTo>
                    <a:pt x="1884563" y="1592075"/>
                  </a:lnTo>
                  <a:lnTo>
                    <a:pt x="1774564" y="1586352"/>
                  </a:lnTo>
                  <a:lnTo>
                    <a:pt x="1661065" y="1581234"/>
                  </a:lnTo>
                  <a:lnTo>
                    <a:pt x="1546752" y="1576727"/>
                  </a:lnTo>
                  <a:lnTo>
                    <a:pt x="1435054" y="1572844"/>
                  </a:lnTo>
                  <a:lnTo>
                    <a:pt x="1329909" y="1569597"/>
                  </a:lnTo>
                  <a:lnTo>
                    <a:pt x="1235344" y="1566983"/>
                  </a:lnTo>
                  <a:lnTo>
                    <a:pt x="1154916" y="1564982"/>
                  </a:lnTo>
                  <a:lnTo>
                    <a:pt x="1091123" y="1563546"/>
                  </a:lnTo>
                  <a:lnTo>
                    <a:pt x="1044935" y="1562601"/>
                  </a:lnTo>
                  <a:lnTo>
                    <a:pt x="1015548" y="1562052"/>
                  </a:lnTo>
                  <a:lnTo>
                    <a:pt x="1000398" y="1561794"/>
                  </a:lnTo>
                  <a:lnTo>
                    <a:pt x="995352" y="1561714"/>
                  </a:lnTo>
                  <a:lnTo>
                    <a:pt x="994940" y="1561708"/>
                  </a:lnTo>
                  <a:lnTo>
                    <a:pt x="0" y="1561708"/>
                  </a:lnTo>
                  <a:lnTo>
                    <a:pt x="0" y="15617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9" name="pg1328"/>
            <p:cNvSpPr/>
            <p:nvPr/>
          </p:nvSpPr>
          <p:spPr>
            <a:xfrm>
              <a:off x="1199187" y="3652557"/>
              <a:ext cx="12049831" cy="1236789"/>
            </a:xfrm>
            <a:custGeom>
              <a:avLst/>
              <a:pathLst>
                <a:path w="12049831" h="1236789">
                  <a:moveTo>
                    <a:pt x="0" y="1236789"/>
                  </a:moveTo>
                  <a:lnTo>
                    <a:pt x="994940" y="1236789"/>
                  </a:lnTo>
                  <a:lnTo>
                    <a:pt x="996076" y="1236785"/>
                  </a:lnTo>
                  <a:lnTo>
                    <a:pt x="1003573" y="1236759"/>
                  </a:lnTo>
                  <a:lnTo>
                    <a:pt x="1022573" y="1236686"/>
                  </a:lnTo>
                  <a:lnTo>
                    <a:pt x="1056792" y="1236543"/>
                  </a:lnTo>
                  <a:lnTo>
                    <a:pt x="1108298" y="1236305"/>
                  </a:lnTo>
                  <a:lnTo>
                    <a:pt x="1177361" y="1235955"/>
                  </a:lnTo>
                  <a:lnTo>
                    <a:pt x="1262511" y="1235476"/>
                  </a:lnTo>
                  <a:lnTo>
                    <a:pt x="1360857" y="1234861"/>
                  </a:lnTo>
                  <a:lnTo>
                    <a:pt x="1468617" y="1234107"/>
                  </a:lnTo>
                  <a:lnTo>
                    <a:pt x="1581716" y="1233213"/>
                  </a:lnTo>
                  <a:lnTo>
                    <a:pt x="1696315" y="1232183"/>
                  </a:lnTo>
                  <a:lnTo>
                    <a:pt x="1809179" y="1231019"/>
                  </a:lnTo>
                  <a:lnTo>
                    <a:pt x="1917862" y="1229723"/>
                  </a:lnTo>
                  <a:lnTo>
                    <a:pt x="2020723" y="1228290"/>
                  </a:lnTo>
                  <a:lnTo>
                    <a:pt x="2116849" y="1226716"/>
                  </a:lnTo>
                  <a:lnTo>
                    <a:pt x="2205910" y="1224988"/>
                  </a:lnTo>
                  <a:lnTo>
                    <a:pt x="2288021" y="1223092"/>
                  </a:lnTo>
                  <a:lnTo>
                    <a:pt x="2363599" y="1221007"/>
                  </a:lnTo>
                  <a:lnTo>
                    <a:pt x="2433258" y="1218712"/>
                  </a:lnTo>
                  <a:lnTo>
                    <a:pt x="2497725" y="1216181"/>
                  </a:lnTo>
                  <a:lnTo>
                    <a:pt x="2557774" y="1213386"/>
                  </a:lnTo>
                  <a:lnTo>
                    <a:pt x="2614182" y="1210303"/>
                  </a:lnTo>
                  <a:lnTo>
                    <a:pt x="2667685" y="1206914"/>
                  </a:lnTo>
                  <a:lnTo>
                    <a:pt x="2702183" y="1204472"/>
                  </a:lnTo>
                  <a:lnTo>
                    <a:pt x="2763637" y="1199609"/>
                  </a:lnTo>
                  <a:lnTo>
                    <a:pt x="2823177" y="1194260"/>
                  </a:lnTo>
                  <a:lnTo>
                    <a:pt x="2881516" y="1188416"/>
                  </a:lnTo>
                  <a:lnTo>
                    <a:pt x="2939174" y="1182087"/>
                  </a:lnTo>
                  <a:lnTo>
                    <a:pt x="2996523" y="1175298"/>
                  </a:lnTo>
                  <a:lnTo>
                    <a:pt x="3053803" y="1168095"/>
                  </a:lnTo>
                  <a:lnTo>
                    <a:pt x="3111149" y="1160543"/>
                  </a:lnTo>
                  <a:lnTo>
                    <a:pt x="3168612" y="1152724"/>
                  </a:lnTo>
                  <a:lnTo>
                    <a:pt x="3226174" y="1144734"/>
                  </a:lnTo>
                  <a:lnTo>
                    <a:pt x="3283780" y="1136678"/>
                  </a:lnTo>
                  <a:lnTo>
                    <a:pt x="3341358" y="1128664"/>
                  </a:lnTo>
                  <a:lnTo>
                    <a:pt x="3398844" y="1120799"/>
                  </a:lnTo>
                  <a:lnTo>
                    <a:pt x="3456214" y="1113183"/>
                  </a:lnTo>
                  <a:lnTo>
                    <a:pt x="3513501" y="1105899"/>
                  </a:lnTo>
                  <a:lnTo>
                    <a:pt x="3570818" y="1099016"/>
                  </a:lnTo>
                  <a:lnTo>
                    <a:pt x="3628383" y="1092584"/>
                  </a:lnTo>
                  <a:lnTo>
                    <a:pt x="3686536" y="1086634"/>
                  </a:lnTo>
                  <a:lnTo>
                    <a:pt x="3745764" y="1081178"/>
                  </a:lnTo>
                  <a:lnTo>
                    <a:pt x="3806734" y="1076212"/>
                  </a:lnTo>
                  <a:lnTo>
                    <a:pt x="3820202" y="1075203"/>
                  </a:lnTo>
                  <a:lnTo>
                    <a:pt x="3872133" y="1071604"/>
                  </a:lnTo>
                  <a:lnTo>
                    <a:pt x="3926520" y="1068318"/>
                  </a:lnTo>
                  <a:lnTo>
                    <a:pt x="3984049" y="1065333"/>
                  </a:lnTo>
                  <a:lnTo>
                    <a:pt x="4045474" y="1062628"/>
                  </a:lnTo>
                  <a:lnTo>
                    <a:pt x="4111575" y="1060178"/>
                  </a:lnTo>
                  <a:lnTo>
                    <a:pt x="4183117" y="1057955"/>
                  </a:lnTo>
                  <a:lnTo>
                    <a:pt x="4260797" y="1055936"/>
                  </a:lnTo>
                  <a:lnTo>
                    <a:pt x="4345175" y="1054097"/>
                  </a:lnTo>
                  <a:lnTo>
                    <a:pt x="4436581" y="1052422"/>
                  </a:lnTo>
                  <a:lnTo>
                    <a:pt x="4534999" y="1050895"/>
                  </a:lnTo>
                  <a:lnTo>
                    <a:pt x="4639921" y="1049508"/>
                  </a:lnTo>
                  <a:lnTo>
                    <a:pt x="4750209" y="1048256"/>
                  </a:lnTo>
                  <a:lnTo>
                    <a:pt x="4863958" y="1047136"/>
                  </a:lnTo>
                  <a:lnTo>
                    <a:pt x="4978454" y="1046151"/>
                  </a:lnTo>
                  <a:lnTo>
                    <a:pt x="5090232" y="1045303"/>
                  </a:lnTo>
                  <a:lnTo>
                    <a:pt x="5195324" y="1044595"/>
                  </a:lnTo>
                  <a:lnTo>
                    <a:pt x="5289689" y="1044025"/>
                  </a:lnTo>
                  <a:lnTo>
                    <a:pt x="5369773" y="1043591"/>
                  </a:lnTo>
                  <a:lnTo>
                    <a:pt x="5433106" y="1043279"/>
                  </a:lnTo>
                  <a:lnTo>
                    <a:pt x="5478770" y="1043075"/>
                  </a:lnTo>
                  <a:lnTo>
                    <a:pt x="5507635" y="1042958"/>
                  </a:lnTo>
                  <a:lnTo>
                    <a:pt x="5522342" y="1042903"/>
                  </a:lnTo>
                  <a:lnTo>
                    <a:pt x="5527099" y="1042887"/>
                  </a:lnTo>
                  <a:lnTo>
                    <a:pt x="5527445" y="1042886"/>
                  </a:lnTo>
                  <a:lnTo>
                    <a:pt x="6522385" y="1042886"/>
                  </a:lnTo>
                  <a:lnTo>
                    <a:pt x="6523513" y="1042866"/>
                  </a:lnTo>
                  <a:lnTo>
                    <a:pt x="6530958" y="1042726"/>
                  </a:lnTo>
                  <a:lnTo>
                    <a:pt x="6549827" y="1042339"/>
                  </a:lnTo>
                  <a:lnTo>
                    <a:pt x="6583818" y="1041576"/>
                  </a:lnTo>
                  <a:lnTo>
                    <a:pt x="6635002" y="1040316"/>
                  </a:lnTo>
                  <a:lnTo>
                    <a:pt x="6703665" y="1038453"/>
                  </a:lnTo>
                  <a:lnTo>
                    <a:pt x="6788369" y="1035910"/>
                  </a:lnTo>
                  <a:lnTo>
                    <a:pt x="6886263" y="1032641"/>
                  </a:lnTo>
                  <a:lnTo>
                    <a:pt x="6993605" y="1028627"/>
                  </a:lnTo>
                  <a:lnTo>
                    <a:pt x="7106347" y="1023874"/>
                  </a:lnTo>
                  <a:lnTo>
                    <a:pt x="7220670" y="1018394"/>
                  </a:lnTo>
                  <a:lnTo>
                    <a:pt x="7333344" y="1012203"/>
                  </a:lnTo>
                  <a:lnTo>
                    <a:pt x="7441916" y="1005303"/>
                  </a:lnTo>
                  <a:lnTo>
                    <a:pt x="7544735" y="997681"/>
                  </a:lnTo>
                  <a:lnTo>
                    <a:pt x="7640873" y="989304"/>
                  </a:lnTo>
                  <a:lnTo>
                    <a:pt x="7729984" y="980113"/>
                  </a:lnTo>
                  <a:lnTo>
                    <a:pt x="7812168" y="970029"/>
                  </a:lnTo>
                  <a:lnTo>
                    <a:pt x="7887829" y="958948"/>
                  </a:lnTo>
                  <a:lnTo>
                    <a:pt x="7957570" y="946750"/>
                  </a:lnTo>
                  <a:lnTo>
                    <a:pt x="8022109" y="933300"/>
                  </a:lnTo>
                  <a:lnTo>
                    <a:pt x="8082214" y="918456"/>
                  </a:lnTo>
                  <a:lnTo>
                    <a:pt x="8138656" y="902085"/>
                  </a:lnTo>
                  <a:lnTo>
                    <a:pt x="8192169" y="884085"/>
                  </a:lnTo>
                  <a:lnTo>
                    <a:pt x="8229629" y="869945"/>
                  </a:lnTo>
                  <a:lnTo>
                    <a:pt x="8286564" y="845959"/>
                  </a:lnTo>
                  <a:lnTo>
                    <a:pt x="8341811" y="819747"/>
                  </a:lnTo>
                  <a:lnTo>
                    <a:pt x="8395950" y="791270"/>
                  </a:lnTo>
                  <a:lnTo>
                    <a:pt x="8449422" y="760550"/>
                  </a:lnTo>
                  <a:lnTo>
                    <a:pt x="8502547" y="727680"/>
                  </a:lnTo>
                  <a:lnTo>
                    <a:pt x="8555549" y="692825"/>
                  </a:lnTo>
                  <a:lnTo>
                    <a:pt x="8608567" y="656227"/>
                  </a:lnTo>
                  <a:lnTo>
                    <a:pt x="8661671" y="618199"/>
                  </a:lnTo>
                  <a:lnTo>
                    <a:pt x="8714875" y="579115"/>
                  </a:lnTo>
                  <a:lnTo>
                    <a:pt x="8768151" y="539401"/>
                  </a:lnTo>
                  <a:lnTo>
                    <a:pt x="8821451" y="499508"/>
                  </a:lnTo>
                  <a:lnTo>
                    <a:pt x="8874714" y="459899"/>
                  </a:lnTo>
                  <a:lnTo>
                    <a:pt x="8927896" y="421024"/>
                  </a:lnTo>
                  <a:lnTo>
                    <a:pt x="8980977" y="383295"/>
                  </a:lnTo>
                  <a:lnTo>
                    <a:pt x="9033983" y="347075"/>
                  </a:lnTo>
                  <a:lnTo>
                    <a:pt x="9086998" y="312660"/>
                  </a:lnTo>
                  <a:lnTo>
                    <a:pt x="9140180" y="280276"/>
                  </a:lnTo>
                  <a:lnTo>
                    <a:pt x="9193774" y="250069"/>
                  </a:lnTo>
                  <a:lnTo>
                    <a:pt x="9248126" y="222116"/>
                  </a:lnTo>
                  <a:lnTo>
                    <a:pt x="9303705" y="196424"/>
                  </a:lnTo>
                  <a:lnTo>
                    <a:pt x="9347647" y="178181"/>
                  </a:lnTo>
                  <a:lnTo>
                    <a:pt x="9399448" y="158968"/>
                  </a:lnTo>
                  <a:lnTo>
                    <a:pt x="9453691" y="141419"/>
                  </a:lnTo>
                  <a:lnTo>
                    <a:pt x="9511057" y="125476"/>
                  </a:lnTo>
                  <a:lnTo>
                    <a:pt x="9572294" y="111026"/>
                  </a:lnTo>
                  <a:lnTo>
                    <a:pt x="9638176" y="97931"/>
                  </a:lnTo>
                  <a:lnTo>
                    <a:pt x="9709464" y="86051"/>
                  </a:lnTo>
                  <a:lnTo>
                    <a:pt x="9786850" y="75253"/>
                  </a:lnTo>
                  <a:lnTo>
                    <a:pt x="9870893" y="65422"/>
                  </a:lnTo>
                  <a:lnTo>
                    <a:pt x="9961927" y="56460"/>
                  </a:lnTo>
                  <a:lnTo>
                    <a:pt x="10059942" y="48293"/>
                  </a:lnTo>
                  <a:lnTo>
                    <a:pt x="10164451" y="40871"/>
                  </a:lnTo>
                  <a:lnTo>
                    <a:pt x="10274338" y="34165"/>
                  </a:lnTo>
                  <a:lnTo>
                    <a:pt x="10387739" y="28166"/>
                  </a:lnTo>
                  <a:lnTo>
                    <a:pt x="10501981" y="22883"/>
                  </a:lnTo>
                  <a:lnTo>
                    <a:pt x="10613647" y="18330"/>
                  </a:lnTo>
                  <a:lnTo>
                    <a:pt x="10718811" y="14520"/>
                  </a:lnTo>
                  <a:lnTo>
                    <a:pt x="10813453" y="11452"/>
                  </a:lnTo>
                  <a:lnTo>
                    <a:pt x="10894014" y="9100"/>
                  </a:lnTo>
                  <a:lnTo>
                    <a:pt x="10957985" y="7411"/>
                  </a:lnTo>
                  <a:lnTo>
                    <a:pt x="11004376" y="6297"/>
                  </a:lnTo>
                  <a:lnTo>
                    <a:pt x="11033967" y="5650"/>
                  </a:lnTo>
                  <a:lnTo>
                    <a:pt x="11049291" y="5343"/>
                  </a:lnTo>
                  <a:lnTo>
                    <a:pt x="11054451" y="524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3" y="19"/>
                  </a:lnTo>
                  <a:lnTo>
                    <a:pt x="11046319" y="159"/>
                  </a:lnTo>
                  <a:lnTo>
                    <a:pt x="11027450" y="546"/>
                  </a:lnTo>
                  <a:lnTo>
                    <a:pt x="10993458" y="1309"/>
                  </a:lnTo>
                  <a:lnTo>
                    <a:pt x="10942274" y="2570"/>
                  </a:lnTo>
                  <a:lnTo>
                    <a:pt x="10873611" y="4433"/>
                  </a:lnTo>
                  <a:lnTo>
                    <a:pt x="10788907" y="6975"/>
                  </a:lnTo>
                  <a:lnTo>
                    <a:pt x="10691013" y="10244"/>
                  </a:lnTo>
                  <a:lnTo>
                    <a:pt x="10583672" y="14258"/>
                  </a:lnTo>
                  <a:lnTo>
                    <a:pt x="10470929" y="19011"/>
                  </a:lnTo>
                  <a:lnTo>
                    <a:pt x="10356607" y="24491"/>
                  </a:lnTo>
                  <a:lnTo>
                    <a:pt x="10243933" y="30683"/>
                  </a:lnTo>
                  <a:lnTo>
                    <a:pt x="10135361" y="37582"/>
                  </a:lnTo>
                  <a:lnTo>
                    <a:pt x="10032541" y="45204"/>
                  </a:lnTo>
                  <a:lnTo>
                    <a:pt x="9936404" y="53581"/>
                  </a:lnTo>
                  <a:lnTo>
                    <a:pt x="9847292" y="62772"/>
                  </a:lnTo>
                  <a:lnTo>
                    <a:pt x="9765109" y="72856"/>
                  </a:lnTo>
                  <a:lnTo>
                    <a:pt x="9689448" y="83937"/>
                  </a:lnTo>
                  <a:lnTo>
                    <a:pt x="9619707" y="96135"/>
                  </a:lnTo>
                  <a:lnTo>
                    <a:pt x="9555168" y="109585"/>
                  </a:lnTo>
                  <a:lnTo>
                    <a:pt x="9495063" y="124430"/>
                  </a:lnTo>
                  <a:lnTo>
                    <a:pt x="9438620" y="140801"/>
                  </a:lnTo>
                  <a:lnTo>
                    <a:pt x="9385107" y="158800"/>
                  </a:lnTo>
                  <a:lnTo>
                    <a:pt x="9347647" y="172940"/>
                  </a:lnTo>
                  <a:lnTo>
                    <a:pt x="9290713" y="196926"/>
                  </a:lnTo>
                  <a:lnTo>
                    <a:pt x="9235466" y="223138"/>
                  </a:lnTo>
                  <a:lnTo>
                    <a:pt x="9181326" y="251616"/>
                  </a:lnTo>
                  <a:lnTo>
                    <a:pt x="9127855" y="282335"/>
                  </a:lnTo>
                  <a:lnTo>
                    <a:pt x="9074730" y="315205"/>
                  </a:lnTo>
                  <a:lnTo>
                    <a:pt x="9021728" y="350060"/>
                  </a:lnTo>
                  <a:lnTo>
                    <a:pt x="8968710" y="386658"/>
                  </a:lnTo>
                  <a:lnTo>
                    <a:pt x="8915606" y="424686"/>
                  </a:lnTo>
                  <a:lnTo>
                    <a:pt x="8862402" y="463770"/>
                  </a:lnTo>
                  <a:lnTo>
                    <a:pt x="8809125" y="503485"/>
                  </a:lnTo>
                  <a:lnTo>
                    <a:pt x="8755826" y="543377"/>
                  </a:lnTo>
                  <a:lnTo>
                    <a:pt x="8702562" y="582986"/>
                  </a:lnTo>
                  <a:lnTo>
                    <a:pt x="8649380" y="621862"/>
                  </a:lnTo>
                  <a:lnTo>
                    <a:pt x="8596299" y="659590"/>
                  </a:lnTo>
                  <a:lnTo>
                    <a:pt x="8543293" y="695810"/>
                  </a:lnTo>
                  <a:lnTo>
                    <a:pt x="8490278" y="730225"/>
                  </a:lnTo>
                  <a:lnTo>
                    <a:pt x="8437096" y="762610"/>
                  </a:lnTo>
                  <a:lnTo>
                    <a:pt x="8383503" y="792816"/>
                  </a:lnTo>
                  <a:lnTo>
                    <a:pt x="8329151" y="820769"/>
                  </a:lnTo>
                  <a:lnTo>
                    <a:pt x="8273571" y="846461"/>
                  </a:lnTo>
                  <a:lnTo>
                    <a:pt x="8229629" y="864704"/>
                  </a:lnTo>
                  <a:lnTo>
                    <a:pt x="8177829" y="883918"/>
                  </a:lnTo>
                  <a:lnTo>
                    <a:pt x="8123586" y="901466"/>
                  </a:lnTo>
                  <a:lnTo>
                    <a:pt x="8066220" y="917409"/>
                  </a:lnTo>
                  <a:lnTo>
                    <a:pt x="8004983" y="931859"/>
                  </a:lnTo>
                  <a:lnTo>
                    <a:pt x="7939100" y="944954"/>
                  </a:lnTo>
                  <a:lnTo>
                    <a:pt x="7867813" y="956834"/>
                  </a:lnTo>
                  <a:lnTo>
                    <a:pt x="7790427" y="967632"/>
                  </a:lnTo>
                  <a:lnTo>
                    <a:pt x="7706383" y="977463"/>
                  </a:lnTo>
                  <a:lnTo>
                    <a:pt x="7615350" y="986425"/>
                  </a:lnTo>
                  <a:lnTo>
                    <a:pt x="7517334" y="994592"/>
                  </a:lnTo>
                  <a:lnTo>
                    <a:pt x="7412825" y="1002014"/>
                  </a:lnTo>
                  <a:lnTo>
                    <a:pt x="7302938" y="1008720"/>
                  </a:lnTo>
                  <a:lnTo>
                    <a:pt x="7189538" y="1014719"/>
                  </a:lnTo>
                  <a:lnTo>
                    <a:pt x="7075296" y="1020002"/>
                  </a:lnTo>
                  <a:lnTo>
                    <a:pt x="6963629" y="1024555"/>
                  </a:lnTo>
                  <a:lnTo>
                    <a:pt x="6858465" y="1028365"/>
                  </a:lnTo>
                  <a:lnTo>
                    <a:pt x="6763823" y="1031433"/>
                  </a:lnTo>
                  <a:lnTo>
                    <a:pt x="6683262" y="1033785"/>
                  </a:lnTo>
                  <a:lnTo>
                    <a:pt x="6619291" y="1035474"/>
                  </a:lnTo>
                  <a:lnTo>
                    <a:pt x="6572900" y="1036588"/>
                  </a:lnTo>
                  <a:lnTo>
                    <a:pt x="6543310" y="1037236"/>
                  </a:lnTo>
                  <a:lnTo>
                    <a:pt x="6527986" y="1037543"/>
                  </a:lnTo>
                  <a:lnTo>
                    <a:pt x="6522826" y="1037638"/>
                  </a:lnTo>
                  <a:lnTo>
                    <a:pt x="6522385" y="1037645"/>
                  </a:lnTo>
                  <a:lnTo>
                    <a:pt x="5527445" y="1037645"/>
                  </a:lnTo>
                  <a:lnTo>
                    <a:pt x="5526309" y="1037649"/>
                  </a:lnTo>
                  <a:lnTo>
                    <a:pt x="5518812" y="1037675"/>
                  </a:lnTo>
                  <a:lnTo>
                    <a:pt x="5499812" y="1037748"/>
                  </a:lnTo>
                  <a:lnTo>
                    <a:pt x="5465593" y="1037892"/>
                  </a:lnTo>
                  <a:lnTo>
                    <a:pt x="5414087" y="1038129"/>
                  </a:lnTo>
                  <a:lnTo>
                    <a:pt x="5345024" y="1038480"/>
                  </a:lnTo>
                  <a:lnTo>
                    <a:pt x="5259874" y="1038958"/>
                  </a:lnTo>
                  <a:lnTo>
                    <a:pt x="5161528" y="1039573"/>
                  </a:lnTo>
                  <a:lnTo>
                    <a:pt x="5053768" y="1040328"/>
                  </a:lnTo>
                  <a:lnTo>
                    <a:pt x="4940669" y="1041221"/>
                  </a:lnTo>
                  <a:lnTo>
                    <a:pt x="4826070" y="1042251"/>
                  </a:lnTo>
                  <a:lnTo>
                    <a:pt x="4713206" y="1043415"/>
                  </a:lnTo>
                  <a:lnTo>
                    <a:pt x="4604523" y="1044712"/>
                  </a:lnTo>
                  <a:lnTo>
                    <a:pt x="4501662" y="1046144"/>
                  </a:lnTo>
                  <a:lnTo>
                    <a:pt x="4405536" y="1047719"/>
                  </a:lnTo>
                  <a:lnTo>
                    <a:pt x="4316475" y="1049446"/>
                  </a:lnTo>
                  <a:lnTo>
                    <a:pt x="4234364" y="1051343"/>
                  </a:lnTo>
                  <a:lnTo>
                    <a:pt x="4158786" y="1053427"/>
                  </a:lnTo>
                  <a:lnTo>
                    <a:pt x="4089127" y="1055722"/>
                  </a:lnTo>
                  <a:lnTo>
                    <a:pt x="4024660" y="1058254"/>
                  </a:lnTo>
                  <a:lnTo>
                    <a:pt x="3964611" y="1061048"/>
                  </a:lnTo>
                  <a:lnTo>
                    <a:pt x="3908203" y="1064131"/>
                  </a:lnTo>
                  <a:lnTo>
                    <a:pt x="3854700" y="1067520"/>
                  </a:lnTo>
                  <a:lnTo>
                    <a:pt x="3820202" y="1069962"/>
                  </a:lnTo>
                  <a:lnTo>
                    <a:pt x="3758748" y="1074825"/>
                  </a:lnTo>
                  <a:lnTo>
                    <a:pt x="3699208" y="1080174"/>
                  </a:lnTo>
                  <a:lnTo>
                    <a:pt x="3640869" y="1086018"/>
                  </a:lnTo>
                  <a:lnTo>
                    <a:pt x="3583211" y="1092348"/>
                  </a:lnTo>
                  <a:lnTo>
                    <a:pt x="3525862" y="1099137"/>
                  </a:lnTo>
                  <a:lnTo>
                    <a:pt x="3468582" y="1106339"/>
                  </a:lnTo>
                  <a:lnTo>
                    <a:pt x="3411236" y="1113891"/>
                  </a:lnTo>
                  <a:lnTo>
                    <a:pt x="3353773" y="1121710"/>
                  </a:lnTo>
                  <a:lnTo>
                    <a:pt x="3296211" y="1129700"/>
                  </a:lnTo>
                  <a:lnTo>
                    <a:pt x="3238605" y="1137757"/>
                  </a:lnTo>
                  <a:lnTo>
                    <a:pt x="3181027" y="1145770"/>
                  </a:lnTo>
                  <a:lnTo>
                    <a:pt x="3123541" y="1153635"/>
                  </a:lnTo>
                  <a:lnTo>
                    <a:pt x="3066171" y="1161252"/>
                  </a:lnTo>
                  <a:lnTo>
                    <a:pt x="3008884" y="1168536"/>
                  </a:lnTo>
                  <a:lnTo>
                    <a:pt x="2951567" y="1175418"/>
                  </a:lnTo>
                  <a:lnTo>
                    <a:pt x="2894002" y="1181850"/>
                  </a:lnTo>
                  <a:lnTo>
                    <a:pt x="2835849" y="1187800"/>
                  </a:lnTo>
                  <a:lnTo>
                    <a:pt x="2776621" y="1193256"/>
                  </a:lnTo>
                  <a:lnTo>
                    <a:pt x="2715651" y="1198222"/>
                  </a:lnTo>
                  <a:lnTo>
                    <a:pt x="2702183" y="1199231"/>
                  </a:lnTo>
                  <a:lnTo>
                    <a:pt x="2650252" y="1202830"/>
                  </a:lnTo>
                  <a:lnTo>
                    <a:pt x="2595865" y="1206116"/>
                  </a:lnTo>
                  <a:lnTo>
                    <a:pt x="2538336" y="1209101"/>
                  </a:lnTo>
                  <a:lnTo>
                    <a:pt x="2476911" y="1211806"/>
                  </a:lnTo>
                  <a:lnTo>
                    <a:pt x="2410810" y="1214256"/>
                  </a:lnTo>
                  <a:lnTo>
                    <a:pt x="2339268" y="1216479"/>
                  </a:lnTo>
                  <a:lnTo>
                    <a:pt x="2261588" y="1218498"/>
                  </a:lnTo>
                  <a:lnTo>
                    <a:pt x="2177210" y="1220337"/>
                  </a:lnTo>
                  <a:lnTo>
                    <a:pt x="2085804" y="1222013"/>
                  </a:lnTo>
                  <a:lnTo>
                    <a:pt x="1987386" y="1223539"/>
                  </a:lnTo>
                  <a:lnTo>
                    <a:pt x="1882464" y="1224926"/>
                  </a:lnTo>
                  <a:lnTo>
                    <a:pt x="1772176" y="1226178"/>
                  </a:lnTo>
                  <a:lnTo>
                    <a:pt x="1658427" y="1227298"/>
                  </a:lnTo>
                  <a:lnTo>
                    <a:pt x="1543931" y="1228283"/>
                  </a:lnTo>
                  <a:lnTo>
                    <a:pt x="1432153" y="1229131"/>
                  </a:lnTo>
                  <a:lnTo>
                    <a:pt x="1327061" y="1229840"/>
                  </a:lnTo>
                  <a:lnTo>
                    <a:pt x="1232696" y="1230409"/>
                  </a:lnTo>
                  <a:lnTo>
                    <a:pt x="1152612" y="1230844"/>
                  </a:lnTo>
                  <a:lnTo>
                    <a:pt x="1089279" y="1231155"/>
                  </a:lnTo>
                  <a:lnTo>
                    <a:pt x="1043615" y="1231359"/>
                  </a:lnTo>
                  <a:lnTo>
                    <a:pt x="1014750" y="1231476"/>
                  </a:lnTo>
                  <a:lnTo>
                    <a:pt x="1000043" y="1231531"/>
                  </a:lnTo>
                  <a:lnTo>
                    <a:pt x="995286" y="1231547"/>
                  </a:lnTo>
                  <a:lnTo>
                    <a:pt x="994940" y="1231549"/>
                  </a:lnTo>
                  <a:lnTo>
                    <a:pt x="0" y="1231549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30" name="pl1329"/>
            <p:cNvSpPr/>
            <p:nvPr/>
          </p:nvSpPr>
          <p:spPr>
            <a:xfrm>
              <a:off x="1199187" y="3657798"/>
              <a:ext cx="12049831" cy="1231549"/>
            </a:xfrm>
            <a:custGeom>
              <a:avLst/>
              <a:pathLst>
                <a:path w="12049831" h="1231549">
                  <a:moveTo>
                    <a:pt x="0" y="1231549"/>
                  </a:moveTo>
                  <a:lnTo>
                    <a:pt x="994940" y="1231549"/>
                  </a:lnTo>
                  <a:lnTo>
                    <a:pt x="996076" y="1231545"/>
                  </a:lnTo>
                  <a:lnTo>
                    <a:pt x="1003573" y="1231518"/>
                  </a:lnTo>
                  <a:lnTo>
                    <a:pt x="1022573" y="1231446"/>
                  </a:lnTo>
                  <a:lnTo>
                    <a:pt x="1056792" y="1231302"/>
                  </a:lnTo>
                  <a:lnTo>
                    <a:pt x="1108298" y="1231065"/>
                  </a:lnTo>
                  <a:lnTo>
                    <a:pt x="1177361" y="1230714"/>
                  </a:lnTo>
                  <a:lnTo>
                    <a:pt x="1262511" y="1230236"/>
                  </a:lnTo>
                  <a:lnTo>
                    <a:pt x="1360857" y="1229621"/>
                  </a:lnTo>
                  <a:lnTo>
                    <a:pt x="1468617" y="1228866"/>
                  </a:lnTo>
                  <a:lnTo>
                    <a:pt x="1581716" y="1227972"/>
                  </a:lnTo>
                  <a:lnTo>
                    <a:pt x="1696315" y="1226942"/>
                  </a:lnTo>
                  <a:lnTo>
                    <a:pt x="1809179" y="1225779"/>
                  </a:lnTo>
                  <a:lnTo>
                    <a:pt x="1917862" y="1224482"/>
                  </a:lnTo>
                  <a:lnTo>
                    <a:pt x="2020723" y="1223050"/>
                  </a:lnTo>
                  <a:lnTo>
                    <a:pt x="2116849" y="1221475"/>
                  </a:lnTo>
                  <a:lnTo>
                    <a:pt x="2205910" y="1219747"/>
                  </a:lnTo>
                  <a:lnTo>
                    <a:pt x="2288021" y="1217851"/>
                  </a:lnTo>
                  <a:lnTo>
                    <a:pt x="2363599" y="1215767"/>
                  </a:lnTo>
                  <a:lnTo>
                    <a:pt x="2433258" y="1213472"/>
                  </a:lnTo>
                  <a:lnTo>
                    <a:pt x="2497725" y="1210940"/>
                  </a:lnTo>
                  <a:lnTo>
                    <a:pt x="2557774" y="1208145"/>
                  </a:lnTo>
                  <a:lnTo>
                    <a:pt x="2614182" y="1205063"/>
                  </a:lnTo>
                  <a:lnTo>
                    <a:pt x="2667685" y="1201674"/>
                  </a:lnTo>
                  <a:lnTo>
                    <a:pt x="2702183" y="1199231"/>
                  </a:lnTo>
                  <a:lnTo>
                    <a:pt x="2763637" y="1194369"/>
                  </a:lnTo>
                  <a:lnTo>
                    <a:pt x="2823177" y="1189019"/>
                  </a:lnTo>
                  <a:lnTo>
                    <a:pt x="2881516" y="1183176"/>
                  </a:lnTo>
                  <a:lnTo>
                    <a:pt x="2939174" y="1176846"/>
                  </a:lnTo>
                  <a:lnTo>
                    <a:pt x="2996523" y="1170057"/>
                  </a:lnTo>
                  <a:lnTo>
                    <a:pt x="3053803" y="1162854"/>
                  </a:lnTo>
                  <a:lnTo>
                    <a:pt x="3111149" y="1155303"/>
                  </a:lnTo>
                  <a:lnTo>
                    <a:pt x="3168612" y="1147484"/>
                  </a:lnTo>
                  <a:lnTo>
                    <a:pt x="3226174" y="1139493"/>
                  </a:lnTo>
                  <a:lnTo>
                    <a:pt x="3283780" y="1131437"/>
                  </a:lnTo>
                  <a:lnTo>
                    <a:pt x="3341358" y="1123423"/>
                  </a:lnTo>
                  <a:lnTo>
                    <a:pt x="3398844" y="1115559"/>
                  </a:lnTo>
                  <a:lnTo>
                    <a:pt x="3456214" y="1107942"/>
                  </a:lnTo>
                  <a:lnTo>
                    <a:pt x="3513501" y="1100658"/>
                  </a:lnTo>
                  <a:lnTo>
                    <a:pt x="3570818" y="1093775"/>
                  </a:lnTo>
                  <a:lnTo>
                    <a:pt x="3628383" y="1087343"/>
                  </a:lnTo>
                  <a:lnTo>
                    <a:pt x="3686536" y="1081393"/>
                  </a:lnTo>
                  <a:lnTo>
                    <a:pt x="3745764" y="1075938"/>
                  </a:lnTo>
                  <a:lnTo>
                    <a:pt x="3806734" y="1070971"/>
                  </a:lnTo>
                  <a:lnTo>
                    <a:pt x="3820202" y="1069962"/>
                  </a:lnTo>
                  <a:lnTo>
                    <a:pt x="3872133" y="1066363"/>
                  </a:lnTo>
                  <a:lnTo>
                    <a:pt x="3926520" y="1063077"/>
                  </a:lnTo>
                  <a:lnTo>
                    <a:pt x="3984049" y="1060092"/>
                  </a:lnTo>
                  <a:lnTo>
                    <a:pt x="4045474" y="1057388"/>
                  </a:lnTo>
                  <a:lnTo>
                    <a:pt x="4111575" y="1054937"/>
                  </a:lnTo>
                  <a:lnTo>
                    <a:pt x="4183117" y="1052715"/>
                  </a:lnTo>
                  <a:lnTo>
                    <a:pt x="4260797" y="1050695"/>
                  </a:lnTo>
                  <a:lnTo>
                    <a:pt x="4345175" y="1048857"/>
                  </a:lnTo>
                  <a:lnTo>
                    <a:pt x="4436581" y="1047181"/>
                  </a:lnTo>
                  <a:lnTo>
                    <a:pt x="4534999" y="1045654"/>
                  </a:lnTo>
                  <a:lnTo>
                    <a:pt x="4639921" y="1044268"/>
                  </a:lnTo>
                  <a:lnTo>
                    <a:pt x="4750209" y="1043015"/>
                  </a:lnTo>
                  <a:lnTo>
                    <a:pt x="4863958" y="1041896"/>
                  </a:lnTo>
                  <a:lnTo>
                    <a:pt x="4978454" y="1040910"/>
                  </a:lnTo>
                  <a:lnTo>
                    <a:pt x="5090232" y="1040062"/>
                  </a:lnTo>
                  <a:lnTo>
                    <a:pt x="5195324" y="1039354"/>
                  </a:lnTo>
                  <a:lnTo>
                    <a:pt x="5289689" y="1038785"/>
                  </a:lnTo>
                  <a:lnTo>
                    <a:pt x="5369773" y="1038350"/>
                  </a:lnTo>
                  <a:lnTo>
                    <a:pt x="5433106" y="1038039"/>
                  </a:lnTo>
                  <a:lnTo>
                    <a:pt x="5478770" y="1037835"/>
                  </a:lnTo>
                  <a:lnTo>
                    <a:pt x="5507635" y="1037717"/>
                  </a:lnTo>
                  <a:lnTo>
                    <a:pt x="5522342" y="1037662"/>
                  </a:lnTo>
                  <a:lnTo>
                    <a:pt x="5527099" y="1037646"/>
                  </a:lnTo>
                  <a:lnTo>
                    <a:pt x="5527445" y="1037645"/>
                  </a:lnTo>
                  <a:lnTo>
                    <a:pt x="6522385" y="1037645"/>
                  </a:lnTo>
                  <a:lnTo>
                    <a:pt x="6523513" y="1037625"/>
                  </a:lnTo>
                  <a:lnTo>
                    <a:pt x="6530958" y="1037485"/>
                  </a:lnTo>
                  <a:lnTo>
                    <a:pt x="6549827" y="1037098"/>
                  </a:lnTo>
                  <a:lnTo>
                    <a:pt x="6583818" y="1036335"/>
                  </a:lnTo>
                  <a:lnTo>
                    <a:pt x="6635002" y="1035075"/>
                  </a:lnTo>
                  <a:lnTo>
                    <a:pt x="6703665" y="1033212"/>
                  </a:lnTo>
                  <a:lnTo>
                    <a:pt x="6788369" y="1030669"/>
                  </a:lnTo>
                  <a:lnTo>
                    <a:pt x="6886263" y="1027400"/>
                  </a:lnTo>
                  <a:lnTo>
                    <a:pt x="6993605" y="1023387"/>
                  </a:lnTo>
                  <a:lnTo>
                    <a:pt x="7106347" y="1018633"/>
                  </a:lnTo>
                  <a:lnTo>
                    <a:pt x="7220670" y="1013154"/>
                  </a:lnTo>
                  <a:lnTo>
                    <a:pt x="7333344" y="1006962"/>
                  </a:lnTo>
                  <a:lnTo>
                    <a:pt x="7441916" y="1000062"/>
                  </a:lnTo>
                  <a:lnTo>
                    <a:pt x="7544735" y="992441"/>
                  </a:lnTo>
                  <a:lnTo>
                    <a:pt x="7640873" y="984063"/>
                  </a:lnTo>
                  <a:lnTo>
                    <a:pt x="7729984" y="974873"/>
                  </a:lnTo>
                  <a:lnTo>
                    <a:pt x="7812168" y="964788"/>
                  </a:lnTo>
                  <a:lnTo>
                    <a:pt x="7887829" y="953708"/>
                  </a:lnTo>
                  <a:lnTo>
                    <a:pt x="7957570" y="941510"/>
                  </a:lnTo>
                  <a:lnTo>
                    <a:pt x="8022109" y="928059"/>
                  </a:lnTo>
                  <a:lnTo>
                    <a:pt x="8082214" y="913215"/>
                  </a:lnTo>
                  <a:lnTo>
                    <a:pt x="8138656" y="896844"/>
                  </a:lnTo>
                  <a:lnTo>
                    <a:pt x="8192169" y="878844"/>
                  </a:lnTo>
                  <a:lnTo>
                    <a:pt x="8229629" y="864704"/>
                  </a:lnTo>
                  <a:lnTo>
                    <a:pt x="8286564" y="840718"/>
                  </a:lnTo>
                  <a:lnTo>
                    <a:pt x="8341811" y="814506"/>
                  </a:lnTo>
                  <a:lnTo>
                    <a:pt x="8395950" y="786029"/>
                  </a:lnTo>
                  <a:lnTo>
                    <a:pt x="8449422" y="755309"/>
                  </a:lnTo>
                  <a:lnTo>
                    <a:pt x="8502547" y="722439"/>
                  </a:lnTo>
                  <a:lnTo>
                    <a:pt x="8555549" y="687585"/>
                  </a:lnTo>
                  <a:lnTo>
                    <a:pt x="8608567" y="650987"/>
                  </a:lnTo>
                  <a:lnTo>
                    <a:pt x="8661671" y="612958"/>
                  </a:lnTo>
                  <a:lnTo>
                    <a:pt x="8714875" y="573875"/>
                  </a:lnTo>
                  <a:lnTo>
                    <a:pt x="8768151" y="534160"/>
                  </a:lnTo>
                  <a:lnTo>
                    <a:pt x="8821451" y="494267"/>
                  </a:lnTo>
                  <a:lnTo>
                    <a:pt x="8874714" y="454659"/>
                  </a:lnTo>
                  <a:lnTo>
                    <a:pt x="8927896" y="415783"/>
                  </a:lnTo>
                  <a:lnTo>
                    <a:pt x="8980977" y="378054"/>
                  </a:lnTo>
                  <a:lnTo>
                    <a:pt x="9033983" y="341834"/>
                  </a:lnTo>
                  <a:lnTo>
                    <a:pt x="9086998" y="307420"/>
                  </a:lnTo>
                  <a:lnTo>
                    <a:pt x="9140180" y="275035"/>
                  </a:lnTo>
                  <a:lnTo>
                    <a:pt x="9193774" y="244828"/>
                  </a:lnTo>
                  <a:lnTo>
                    <a:pt x="9248126" y="216875"/>
                  </a:lnTo>
                  <a:lnTo>
                    <a:pt x="9303705" y="191184"/>
                  </a:lnTo>
                  <a:lnTo>
                    <a:pt x="9347647" y="172940"/>
                  </a:lnTo>
                  <a:lnTo>
                    <a:pt x="9399448" y="153727"/>
                  </a:lnTo>
                  <a:lnTo>
                    <a:pt x="9453691" y="136178"/>
                  </a:lnTo>
                  <a:lnTo>
                    <a:pt x="9511057" y="120236"/>
                  </a:lnTo>
                  <a:lnTo>
                    <a:pt x="9572294" y="105785"/>
                  </a:lnTo>
                  <a:lnTo>
                    <a:pt x="9638176" y="92690"/>
                  </a:lnTo>
                  <a:lnTo>
                    <a:pt x="9709464" y="80810"/>
                  </a:lnTo>
                  <a:lnTo>
                    <a:pt x="9786850" y="70013"/>
                  </a:lnTo>
                  <a:lnTo>
                    <a:pt x="9870893" y="60181"/>
                  </a:lnTo>
                  <a:lnTo>
                    <a:pt x="9961927" y="51219"/>
                  </a:lnTo>
                  <a:lnTo>
                    <a:pt x="10059942" y="43053"/>
                  </a:lnTo>
                  <a:lnTo>
                    <a:pt x="10164451" y="35630"/>
                  </a:lnTo>
                  <a:lnTo>
                    <a:pt x="10274338" y="28924"/>
                  </a:lnTo>
                  <a:lnTo>
                    <a:pt x="10387739" y="22926"/>
                  </a:lnTo>
                  <a:lnTo>
                    <a:pt x="10501981" y="17643"/>
                  </a:lnTo>
                  <a:lnTo>
                    <a:pt x="10613647" y="13090"/>
                  </a:lnTo>
                  <a:lnTo>
                    <a:pt x="10718811" y="9279"/>
                  </a:lnTo>
                  <a:lnTo>
                    <a:pt x="10813453" y="6211"/>
                  </a:lnTo>
                  <a:lnTo>
                    <a:pt x="10894014" y="3860"/>
                  </a:lnTo>
                  <a:lnTo>
                    <a:pt x="10957985" y="2170"/>
                  </a:lnTo>
                  <a:lnTo>
                    <a:pt x="11004376" y="1057"/>
                  </a:lnTo>
                  <a:lnTo>
                    <a:pt x="11033967" y="409"/>
                  </a:lnTo>
                  <a:lnTo>
                    <a:pt x="11049291" y="102"/>
                  </a:lnTo>
                  <a:lnTo>
                    <a:pt x="11054451" y="7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1" name="pl1330"/>
            <p:cNvSpPr/>
            <p:nvPr/>
          </p:nvSpPr>
          <p:spPr>
            <a:xfrm>
              <a:off x="1199187" y="3652557"/>
              <a:ext cx="12049831" cy="1231549"/>
            </a:xfrm>
            <a:custGeom>
              <a:avLst/>
              <a:pathLst>
                <a:path w="12049831" h="1231549">
                  <a:moveTo>
                    <a:pt x="12049831" y="0"/>
                  </a:moveTo>
                  <a:lnTo>
                    <a:pt x="11054891" y="0"/>
                  </a:lnTo>
                  <a:lnTo>
                    <a:pt x="11053763" y="19"/>
                  </a:lnTo>
                  <a:lnTo>
                    <a:pt x="11046319" y="159"/>
                  </a:lnTo>
                  <a:lnTo>
                    <a:pt x="11027450" y="546"/>
                  </a:lnTo>
                  <a:lnTo>
                    <a:pt x="10993458" y="1309"/>
                  </a:lnTo>
                  <a:lnTo>
                    <a:pt x="10942274" y="2570"/>
                  </a:lnTo>
                  <a:lnTo>
                    <a:pt x="10873611" y="4433"/>
                  </a:lnTo>
                  <a:lnTo>
                    <a:pt x="10788907" y="6975"/>
                  </a:lnTo>
                  <a:lnTo>
                    <a:pt x="10691013" y="10244"/>
                  </a:lnTo>
                  <a:lnTo>
                    <a:pt x="10583672" y="14258"/>
                  </a:lnTo>
                  <a:lnTo>
                    <a:pt x="10470929" y="19011"/>
                  </a:lnTo>
                  <a:lnTo>
                    <a:pt x="10356607" y="24491"/>
                  </a:lnTo>
                  <a:lnTo>
                    <a:pt x="10243933" y="30683"/>
                  </a:lnTo>
                  <a:lnTo>
                    <a:pt x="10135361" y="37582"/>
                  </a:lnTo>
                  <a:lnTo>
                    <a:pt x="10032541" y="45204"/>
                  </a:lnTo>
                  <a:lnTo>
                    <a:pt x="9936404" y="53581"/>
                  </a:lnTo>
                  <a:lnTo>
                    <a:pt x="9847292" y="62772"/>
                  </a:lnTo>
                  <a:lnTo>
                    <a:pt x="9765109" y="72856"/>
                  </a:lnTo>
                  <a:lnTo>
                    <a:pt x="9689448" y="83937"/>
                  </a:lnTo>
                  <a:lnTo>
                    <a:pt x="9619707" y="96135"/>
                  </a:lnTo>
                  <a:lnTo>
                    <a:pt x="9555168" y="109585"/>
                  </a:lnTo>
                  <a:lnTo>
                    <a:pt x="9495063" y="124430"/>
                  </a:lnTo>
                  <a:lnTo>
                    <a:pt x="9438620" y="140801"/>
                  </a:lnTo>
                  <a:lnTo>
                    <a:pt x="9385107" y="158800"/>
                  </a:lnTo>
                  <a:lnTo>
                    <a:pt x="9347647" y="172940"/>
                  </a:lnTo>
                  <a:lnTo>
                    <a:pt x="9290713" y="196926"/>
                  </a:lnTo>
                  <a:lnTo>
                    <a:pt x="9235466" y="223138"/>
                  </a:lnTo>
                  <a:lnTo>
                    <a:pt x="9181326" y="251616"/>
                  </a:lnTo>
                  <a:lnTo>
                    <a:pt x="9127855" y="282335"/>
                  </a:lnTo>
                  <a:lnTo>
                    <a:pt x="9074730" y="315205"/>
                  </a:lnTo>
                  <a:lnTo>
                    <a:pt x="9021728" y="350060"/>
                  </a:lnTo>
                  <a:lnTo>
                    <a:pt x="8968710" y="386658"/>
                  </a:lnTo>
                  <a:lnTo>
                    <a:pt x="8915606" y="424686"/>
                  </a:lnTo>
                  <a:lnTo>
                    <a:pt x="8862402" y="463770"/>
                  </a:lnTo>
                  <a:lnTo>
                    <a:pt x="8809125" y="503485"/>
                  </a:lnTo>
                  <a:lnTo>
                    <a:pt x="8755826" y="543377"/>
                  </a:lnTo>
                  <a:lnTo>
                    <a:pt x="8702562" y="582986"/>
                  </a:lnTo>
                  <a:lnTo>
                    <a:pt x="8649380" y="621862"/>
                  </a:lnTo>
                  <a:lnTo>
                    <a:pt x="8596299" y="659590"/>
                  </a:lnTo>
                  <a:lnTo>
                    <a:pt x="8543293" y="695810"/>
                  </a:lnTo>
                  <a:lnTo>
                    <a:pt x="8490278" y="730225"/>
                  </a:lnTo>
                  <a:lnTo>
                    <a:pt x="8437096" y="762610"/>
                  </a:lnTo>
                  <a:lnTo>
                    <a:pt x="8383503" y="792816"/>
                  </a:lnTo>
                  <a:lnTo>
                    <a:pt x="8329151" y="820769"/>
                  </a:lnTo>
                  <a:lnTo>
                    <a:pt x="8273571" y="846461"/>
                  </a:lnTo>
                  <a:lnTo>
                    <a:pt x="8229629" y="864704"/>
                  </a:lnTo>
                  <a:lnTo>
                    <a:pt x="8177829" y="883918"/>
                  </a:lnTo>
                  <a:lnTo>
                    <a:pt x="8123586" y="901466"/>
                  </a:lnTo>
                  <a:lnTo>
                    <a:pt x="8066220" y="917409"/>
                  </a:lnTo>
                  <a:lnTo>
                    <a:pt x="8004983" y="931859"/>
                  </a:lnTo>
                  <a:lnTo>
                    <a:pt x="7939100" y="944954"/>
                  </a:lnTo>
                  <a:lnTo>
                    <a:pt x="7867813" y="956834"/>
                  </a:lnTo>
                  <a:lnTo>
                    <a:pt x="7790427" y="967632"/>
                  </a:lnTo>
                  <a:lnTo>
                    <a:pt x="7706383" y="977463"/>
                  </a:lnTo>
                  <a:lnTo>
                    <a:pt x="7615350" y="986425"/>
                  </a:lnTo>
                  <a:lnTo>
                    <a:pt x="7517334" y="994592"/>
                  </a:lnTo>
                  <a:lnTo>
                    <a:pt x="7412825" y="1002014"/>
                  </a:lnTo>
                  <a:lnTo>
                    <a:pt x="7302938" y="1008720"/>
                  </a:lnTo>
                  <a:lnTo>
                    <a:pt x="7189538" y="1014719"/>
                  </a:lnTo>
                  <a:lnTo>
                    <a:pt x="7075296" y="1020002"/>
                  </a:lnTo>
                  <a:lnTo>
                    <a:pt x="6963629" y="1024555"/>
                  </a:lnTo>
                  <a:lnTo>
                    <a:pt x="6858465" y="1028365"/>
                  </a:lnTo>
                  <a:lnTo>
                    <a:pt x="6763823" y="1031433"/>
                  </a:lnTo>
                  <a:lnTo>
                    <a:pt x="6683262" y="1033785"/>
                  </a:lnTo>
                  <a:lnTo>
                    <a:pt x="6619291" y="1035474"/>
                  </a:lnTo>
                  <a:lnTo>
                    <a:pt x="6572900" y="1036588"/>
                  </a:lnTo>
                  <a:lnTo>
                    <a:pt x="6543310" y="1037236"/>
                  </a:lnTo>
                  <a:lnTo>
                    <a:pt x="6527986" y="1037543"/>
                  </a:lnTo>
                  <a:lnTo>
                    <a:pt x="6522826" y="1037638"/>
                  </a:lnTo>
                  <a:lnTo>
                    <a:pt x="6522385" y="1037645"/>
                  </a:lnTo>
                  <a:lnTo>
                    <a:pt x="5527445" y="1037645"/>
                  </a:lnTo>
                  <a:lnTo>
                    <a:pt x="5526309" y="1037649"/>
                  </a:lnTo>
                  <a:lnTo>
                    <a:pt x="5518812" y="1037675"/>
                  </a:lnTo>
                  <a:lnTo>
                    <a:pt x="5499812" y="1037748"/>
                  </a:lnTo>
                  <a:lnTo>
                    <a:pt x="5465593" y="1037892"/>
                  </a:lnTo>
                  <a:lnTo>
                    <a:pt x="5414087" y="1038129"/>
                  </a:lnTo>
                  <a:lnTo>
                    <a:pt x="5345024" y="1038480"/>
                  </a:lnTo>
                  <a:lnTo>
                    <a:pt x="5259874" y="1038958"/>
                  </a:lnTo>
                  <a:lnTo>
                    <a:pt x="5161528" y="1039573"/>
                  </a:lnTo>
                  <a:lnTo>
                    <a:pt x="5053768" y="1040328"/>
                  </a:lnTo>
                  <a:lnTo>
                    <a:pt x="4940669" y="1041221"/>
                  </a:lnTo>
                  <a:lnTo>
                    <a:pt x="4826070" y="1042251"/>
                  </a:lnTo>
                  <a:lnTo>
                    <a:pt x="4713206" y="1043415"/>
                  </a:lnTo>
                  <a:lnTo>
                    <a:pt x="4604523" y="1044712"/>
                  </a:lnTo>
                  <a:lnTo>
                    <a:pt x="4501662" y="1046144"/>
                  </a:lnTo>
                  <a:lnTo>
                    <a:pt x="4405536" y="1047719"/>
                  </a:lnTo>
                  <a:lnTo>
                    <a:pt x="4316475" y="1049446"/>
                  </a:lnTo>
                  <a:lnTo>
                    <a:pt x="4234364" y="1051343"/>
                  </a:lnTo>
                  <a:lnTo>
                    <a:pt x="4158786" y="1053427"/>
                  </a:lnTo>
                  <a:lnTo>
                    <a:pt x="4089127" y="1055722"/>
                  </a:lnTo>
                  <a:lnTo>
                    <a:pt x="4024660" y="1058254"/>
                  </a:lnTo>
                  <a:lnTo>
                    <a:pt x="3964611" y="1061048"/>
                  </a:lnTo>
                  <a:lnTo>
                    <a:pt x="3908203" y="1064131"/>
                  </a:lnTo>
                  <a:lnTo>
                    <a:pt x="3854700" y="1067520"/>
                  </a:lnTo>
                  <a:lnTo>
                    <a:pt x="3820202" y="1069962"/>
                  </a:lnTo>
                  <a:lnTo>
                    <a:pt x="3758748" y="1074825"/>
                  </a:lnTo>
                  <a:lnTo>
                    <a:pt x="3699208" y="1080174"/>
                  </a:lnTo>
                  <a:lnTo>
                    <a:pt x="3640869" y="1086018"/>
                  </a:lnTo>
                  <a:lnTo>
                    <a:pt x="3583211" y="1092348"/>
                  </a:lnTo>
                  <a:lnTo>
                    <a:pt x="3525862" y="1099137"/>
                  </a:lnTo>
                  <a:lnTo>
                    <a:pt x="3468582" y="1106339"/>
                  </a:lnTo>
                  <a:lnTo>
                    <a:pt x="3411236" y="1113891"/>
                  </a:lnTo>
                  <a:lnTo>
                    <a:pt x="3353773" y="1121710"/>
                  </a:lnTo>
                  <a:lnTo>
                    <a:pt x="3296211" y="1129700"/>
                  </a:lnTo>
                  <a:lnTo>
                    <a:pt x="3238605" y="1137757"/>
                  </a:lnTo>
                  <a:lnTo>
                    <a:pt x="3181027" y="1145770"/>
                  </a:lnTo>
                  <a:lnTo>
                    <a:pt x="3123541" y="1153635"/>
                  </a:lnTo>
                  <a:lnTo>
                    <a:pt x="3066171" y="1161252"/>
                  </a:lnTo>
                  <a:lnTo>
                    <a:pt x="3008884" y="1168536"/>
                  </a:lnTo>
                  <a:lnTo>
                    <a:pt x="2951567" y="1175418"/>
                  </a:lnTo>
                  <a:lnTo>
                    <a:pt x="2894002" y="1181850"/>
                  </a:lnTo>
                  <a:lnTo>
                    <a:pt x="2835849" y="1187800"/>
                  </a:lnTo>
                  <a:lnTo>
                    <a:pt x="2776621" y="1193256"/>
                  </a:lnTo>
                  <a:lnTo>
                    <a:pt x="2715651" y="1198222"/>
                  </a:lnTo>
                  <a:lnTo>
                    <a:pt x="2702183" y="1199231"/>
                  </a:lnTo>
                  <a:lnTo>
                    <a:pt x="2650252" y="1202830"/>
                  </a:lnTo>
                  <a:lnTo>
                    <a:pt x="2595865" y="1206116"/>
                  </a:lnTo>
                  <a:lnTo>
                    <a:pt x="2538336" y="1209101"/>
                  </a:lnTo>
                  <a:lnTo>
                    <a:pt x="2476911" y="1211806"/>
                  </a:lnTo>
                  <a:lnTo>
                    <a:pt x="2410810" y="1214256"/>
                  </a:lnTo>
                  <a:lnTo>
                    <a:pt x="2339268" y="1216479"/>
                  </a:lnTo>
                  <a:lnTo>
                    <a:pt x="2261588" y="1218498"/>
                  </a:lnTo>
                  <a:lnTo>
                    <a:pt x="2177210" y="1220337"/>
                  </a:lnTo>
                  <a:lnTo>
                    <a:pt x="2085804" y="1222013"/>
                  </a:lnTo>
                  <a:lnTo>
                    <a:pt x="1987386" y="1223539"/>
                  </a:lnTo>
                  <a:lnTo>
                    <a:pt x="1882464" y="1224926"/>
                  </a:lnTo>
                  <a:lnTo>
                    <a:pt x="1772176" y="1226178"/>
                  </a:lnTo>
                  <a:lnTo>
                    <a:pt x="1658427" y="1227298"/>
                  </a:lnTo>
                  <a:lnTo>
                    <a:pt x="1543931" y="1228283"/>
                  </a:lnTo>
                  <a:lnTo>
                    <a:pt x="1432153" y="1229131"/>
                  </a:lnTo>
                  <a:lnTo>
                    <a:pt x="1327061" y="1229840"/>
                  </a:lnTo>
                  <a:lnTo>
                    <a:pt x="1232696" y="1230409"/>
                  </a:lnTo>
                  <a:lnTo>
                    <a:pt x="1152612" y="1230844"/>
                  </a:lnTo>
                  <a:lnTo>
                    <a:pt x="1089279" y="1231155"/>
                  </a:lnTo>
                  <a:lnTo>
                    <a:pt x="1043615" y="1231359"/>
                  </a:lnTo>
                  <a:lnTo>
                    <a:pt x="1014750" y="1231476"/>
                  </a:lnTo>
                  <a:lnTo>
                    <a:pt x="1000043" y="1231531"/>
                  </a:lnTo>
                  <a:lnTo>
                    <a:pt x="995286" y="1231547"/>
                  </a:lnTo>
                  <a:lnTo>
                    <a:pt x="994940" y="1231549"/>
                  </a:lnTo>
                  <a:lnTo>
                    <a:pt x="0" y="1231549"/>
                  </a:lnTo>
                  <a:lnTo>
                    <a:pt x="0" y="12315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2" name="pg1331"/>
            <p:cNvSpPr/>
            <p:nvPr/>
          </p:nvSpPr>
          <p:spPr>
            <a:xfrm>
              <a:off x="1199187" y="4700684"/>
              <a:ext cx="12049831" cy="959036"/>
            </a:xfrm>
            <a:custGeom>
              <a:avLst/>
              <a:pathLst>
                <a:path w="12049831" h="959036">
                  <a:moveTo>
                    <a:pt x="0" y="193903"/>
                  </a:moveTo>
                  <a:lnTo>
                    <a:pt x="994940" y="193903"/>
                  </a:lnTo>
                  <a:lnTo>
                    <a:pt x="996076" y="193899"/>
                  </a:lnTo>
                  <a:lnTo>
                    <a:pt x="1003574" y="193874"/>
                  </a:lnTo>
                  <a:lnTo>
                    <a:pt x="1022574" y="193803"/>
                  </a:lnTo>
                  <a:lnTo>
                    <a:pt x="1056792" y="193663"/>
                  </a:lnTo>
                  <a:lnTo>
                    <a:pt x="1108299" y="193432"/>
                  </a:lnTo>
                  <a:lnTo>
                    <a:pt x="1177364" y="193091"/>
                  </a:lnTo>
                  <a:lnTo>
                    <a:pt x="1262514" y="192626"/>
                  </a:lnTo>
                  <a:lnTo>
                    <a:pt x="1360861" y="192027"/>
                  </a:lnTo>
                  <a:lnTo>
                    <a:pt x="1468622" y="191293"/>
                  </a:lnTo>
                  <a:lnTo>
                    <a:pt x="1581722" y="190423"/>
                  </a:lnTo>
                  <a:lnTo>
                    <a:pt x="1696321" y="189421"/>
                  </a:lnTo>
                  <a:lnTo>
                    <a:pt x="1809186" y="188289"/>
                  </a:lnTo>
                  <a:lnTo>
                    <a:pt x="1917868" y="187027"/>
                  </a:lnTo>
                  <a:lnTo>
                    <a:pt x="2020730" y="185634"/>
                  </a:lnTo>
                  <a:lnTo>
                    <a:pt x="2116855" y="184102"/>
                  </a:lnTo>
                  <a:lnTo>
                    <a:pt x="2205917" y="182420"/>
                  </a:lnTo>
                  <a:lnTo>
                    <a:pt x="2288027" y="180575"/>
                  </a:lnTo>
                  <a:lnTo>
                    <a:pt x="2363605" y="178547"/>
                  </a:lnTo>
                  <a:lnTo>
                    <a:pt x="2433264" y="176314"/>
                  </a:lnTo>
                  <a:lnTo>
                    <a:pt x="2497731" y="173851"/>
                  </a:lnTo>
                  <a:lnTo>
                    <a:pt x="2557780" y="171132"/>
                  </a:lnTo>
                  <a:lnTo>
                    <a:pt x="2614188" y="168133"/>
                  </a:lnTo>
                  <a:lnTo>
                    <a:pt x="2667690" y="164835"/>
                  </a:lnTo>
                  <a:lnTo>
                    <a:pt x="2702183" y="162459"/>
                  </a:lnTo>
                  <a:lnTo>
                    <a:pt x="2763647" y="157727"/>
                  </a:lnTo>
                  <a:lnTo>
                    <a:pt x="2823198" y="152521"/>
                  </a:lnTo>
                  <a:lnTo>
                    <a:pt x="2881546" y="146834"/>
                  </a:lnTo>
                  <a:lnTo>
                    <a:pt x="2939215" y="140674"/>
                  </a:lnTo>
                  <a:lnTo>
                    <a:pt x="2996573" y="134067"/>
                  </a:lnTo>
                  <a:lnTo>
                    <a:pt x="3053863" y="127058"/>
                  </a:lnTo>
                  <a:lnTo>
                    <a:pt x="3111220" y="119709"/>
                  </a:lnTo>
                  <a:lnTo>
                    <a:pt x="3168693" y="112099"/>
                  </a:lnTo>
                  <a:lnTo>
                    <a:pt x="3226265" y="104323"/>
                  </a:lnTo>
                  <a:lnTo>
                    <a:pt x="3283881" y="96483"/>
                  </a:lnTo>
                  <a:lnTo>
                    <a:pt x="3341469" y="88685"/>
                  </a:lnTo>
                  <a:lnTo>
                    <a:pt x="3398966" y="81032"/>
                  </a:lnTo>
                  <a:lnTo>
                    <a:pt x="3456345" y="73620"/>
                  </a:lnTo>
                  <a:lnTo>
                    <a:pt x="3513642" y="66533"/>
                  </a:lnTo>
                  <a:lnTo>
                    <a:pt x="3570969" y="59836"/>
                  </a:lnTo>
                  <a:lnTo>
                    <a:pt x="3628546" y="53578"/>
                  </a:lnTo>
                  <a:lnTo>
                    <a:pt x="3686711" y="47790"/>
                  </a:lnTo>
                  <a:lnTo>
                    <a:pt x="3745954" y="42482"/>
                  </a:lnTo>
                  <a:lnTo>
                    <a:pt x="3806941" y="37650"/>
                  </a:lnTo>
                  <a:lnTo>
                    <a:pt x="3820202" y="36684"/>
                  </a:lnTo>
                  <a:lnTo>
                    <a:pt x="3872133" y="33182"/>
                  </a:lnTo>
                  <a:lnTo>
                    <a:pt x="3926520" y="29985"/>
                  </a:lnTo>
                  <a:lnTo>
                    <a:pt x="3984050" y="27081"/>
                  </a:lnTo>
                  <a:lnTo>
                    <a:pt x="4045475" y="24449"/>
                  </a:lnTo>
                  <a:lnTo>
                    <a:pt x="4111577" y="22065"/>
                  </a:lnTo>
                  <a:lnTo>
                    <a:pt x="4183119" y="19902"/>
                  </a:lnTo>
                  <a:lnTo>
                    <a:pt x="4260800" y="17937"/>
                  </a:lnTo>
                  <a:lnTo>
                    <a:pt x="4345178" y="16149"/>
                  </a:lnTo>
                  <a:lnTo>
                    <a:pt x="4436585" y="14518"/>
                  </a:lnTo>
                  <a:lnTo>
                    <a:pt x="4535003" y="13033"/>
                  </a:lnTo>
                  <a:lnTo>
                    <a:pt x="4639927" y="11684"/>
                  </a:lnTo>
                  <a:lnTo>
                    <a:pt x="4750215" y="10465"/>
                  </a:lnTo>
                  <a:lnTo>
                    <a:pt x="4863966" y="9376"/>
                  </a:lnTo>
                  <a:lnTo>
                    <a:pt x="4978462" y="8417"/>
                  </a:lnTo>
                  <a:lnTo>
                    <a:pt x="5090240" y="7592"/>
                  </a:lnTo>
                  <a:lnTo>
                    <a:pt x="5195332" y="6903"/>
                  </a:lnTo>
                  <a:lnTo>
                    <a:pt x="5289696" y="6349"/>
                  </a:lnTo>
                  <a:lnTo>
                    <a:pt x="5369779" y="5926"/>
                  </a:lnTo>
                  <a:lnTo>
                    <a:pt x="5433111" y="5623"/>
                  </a:lnTo>
                  <a:lnTo>
                    <a:pt x="5478773" y="5425"/>
                  </a:lnTo>
                  <a:lnTo>
                    <a:pt x="5507637" y="5310"/>
                  </a:lnTo>
                  <a:lnTo>
                    <a:pt x="5522343" y="5257"/>
                  </a:lnTo>
                  <a:lnTo>
                    <a:pt x="5527099" y="524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5" y="5258"/>
                  </a:lnTo>
                  <a:lnTo>
                    <a:pt x="6530968" y="5387"/>
                  </a:lnTo>
                  <a:lnTo>
                    <a:pt x="6549858" y="5743"/>
                  </a:lnTo>
                  <a:lnTo>
                    <a:pt x="6583885" y="6445"/>
                  </a:lnTo>
                  <a:lnTo>
                    <a:pt x="6635121" y="7605"/>
                  </a:lnTo>
                  <a:lnTo>
                    <a:pt x="6703848" y="9320"/>
                  </a:lnTo>
                  <a:lnTo>
                    <a:pt x="6788623" y="11660"/>
                  </a:lnTo>
                  <a:lnTo>
                    <a:pt x="6886589" y="14668"/>
                  </a:lnTo>
                  <a:lnTo>
                    <a:pt x="6993997" y="18361"/>
                  </a:lnTo>
                  <a:lnTo>
                    <a:pt x="7106797" y="22734"/>
                  </a:lnTo>
                  <a:lnTo>
                    <a:pt x="7221164" y="27776"/>
                  </a:lnTo>
                  <a:lnTo>
                    <a:pt x="7333868" y="33472"/>
                  </a:lnTo>
                  <a:lnTo>
                    <a:pt x="7442458" y="39820"/>
                  </a:lnTo>
                  <a:lnTo>
                    <a:pt x="7545285" y="46832"/>
                  </a:lnTo>
                  <a:lnTo>
                    <a:pt x="7641420" y="54540"/>
                  </a:lnTo>
                  <a:lnTo>
                    <a:pt x="7730524" y="62996"/>
                  </a:lnTo>
                  <a:lnTo>
                    <a:pt x="7812696" y="72275"/>
                  </a:lnTo>
                  <a:lnTo>
                    <a:pt x="7888343" y="82471"/>
                  </a:lnTo>
                  <a:lnTo>
                    <a:pt x="7958071" y="93695"/>
                  </a:lnTo>
                  <a:lnTo>
                    <a:pt x="8022599" y="106073"/>
                  </a:lnTo>
                  <a:lnTo>
                    <a:pt x="8082695" y="119734"/>
                  </a:lnTo>
                  <a:lnTo>
                    <a:pt x="8139132" y="134800"/>
                  </a:lnTo>
                  <a:lnTo>
                    <a:pt x="8192643" y="151366"/>
                  </a:lnTo>
                  <a:lnTo>
                    <a:pt x="8229629" y="164206"/>
                  </a:lnTo>
                  <a:lnTo>
                    <a:pt x="8287181" y="186508"/>
                  </a:lnTo>
                  <a:lnTo>
                    <a:pt x="8343015" y="210903"/>
                  </a:lnTo>
                  <a:lnTo>
                    <a:pt x="8397729" y="237425"/>
                  </a:lnTo>
                  <a:lnTo>
                    <a:pt x="8451771" y="266053"/>
                  </a:lnTo>
                  <a:lnTo>
                    <a:pt x="8505472" y="296696"/>
                  </a:lnTo>
                  <a:lnTo>
                    <a:pt x="8559056" y="329193"/>
                  </a:lnTo>
                  <a:lnTo>
                    <a:pt x="8612664" y="363310"/>
                  </a:lnTo>
                  <a:lnTo>
                    <a:pt x="8666362" y="398746"/>
                  </a:lnTo>
                  <a:lnTo>
                    <a:pt x="8720162" y="435139"/>
                  </a:lnTo>
                  <a:lnTo>
                    <a:pt x="8774031" y="472085"/>
                  </a:lnTo>
                  <a:lnTo>
                    <a:pt x="8827917" y="509149"/>
                  </a:lnTo>
                  <a:lnTo>
                    <a:pt x="8881760" y="545894"/>
                  </a:lnTo>
                  <a:lnTo>
                    <a:pt x="8935515" y="581897"/>
                  </a:lnTo>
                  <a:lnTo>
                    <a:pt x="8989167" y="616771"/>
                  </a:lnTo>
                  <a:lnTo>
                    <a:pt x="9042752" y="650179"/>
                  </a:lnTo>
                  <a:lnTo>
                    <a:pt x="9096367" y="681852"/>
                  </a:lnTo>
                  <a:lnTo>
                    <a:pt x="9150191" y="711588"/>
                  </a:lnTo>
                  <a:lnTo>
                    <a:pt x="9204493" y="739259"/>
                  </a:lnTo>
                  <a:lnTo>
                    <a:pt x="9259655" y="764806"/>
                  </a:lnTo>
                  <a:lnTo>
                    <a:pt x="9316192" y="788235"/>
                  </a:lnTo>
                  <a:lnTo>
                    <a:pt x="9347647" y="800070"/>
                  </a:lnTo>
                  <a:lnTo>
                    <a:pt x="9399469" y="817737"/>
                  </a:lnTo>
                  <a:lnTo>
                    <a:pt x="9453735" y="833873"/>
                  </a:lnTo>
                  <a:lnTo>
                    <a:pt x="9511127" y="848532"/>
                  </a:lnTo>
                  <a:lnTo>
                    <a:pt x="9572394" y="861818"/>
                  </a:lnTo>
                  <a:lnTo>
                    <a:pt x="9638311" y="873857"/>
                  </a:lnTo>
                  <a:lnTo>
                    <a:pt x="9709640" y="884780"/>
                  </a:lnTo>
                  <a:lnTo>
                    <a:pt x="9787073" y="894706"/>
                  </a:lnTo>
                  <a:lnTo>
                    <a:pt x="9871169" y="903744"/>
                  </a:lnTo>
                  <a:lnTo>
                    <a:pt x="9962262" y="911983"/>
                  </a:lnTo>
                  <a:lnTo>
                    <a:pt x="10060342" y="919490"/>
                  </a:lnTo>
                  <a:lnTo>
                    <a:pt x="10164917" y="926312"/>
                  </a:lnTo>
                  <a:lnTo>
                    <a:pt x="10274868" y="932476"/>
                  </a:lnTo>
                  <a:lnTo>
                    <a:pt x="10388325" y="937989"/>
                  </a:lnTo>
                  <a:lnTo>
                    <a:pt x="10502607" y="942843"/>
                  </a:lnTo>
                  <a:lnTo>
                    <a:pt x="10614292" y="947026"/>
                  </a:lnTo>
                  <a:lnTo>
                    <a:pt x="10719445" y="950525"/>
                  </a:lnTo>
                  <a:lnTo>
                    <a:pt x="10814043" y="953342"/>
                  </a:lnTo>
                  <a:lnTo>
                    <a:pt x="10894529" y="955500"/>
                  </a:lnTo>
                  <a:lnTo>
                    <a:pt x="10958398" y="957050"/>
                  </a:lnTo>
                  <a:lnTo>
                    <a:pt x="11004673" y="958070"/>
                  </a:lnTo>
                  <a:lnTo>
                    <a:pt x="11034147" y="958663"/>
                  </a:lnTo>
                  <a:lnTo>
                    <a:pt x="11049372" y="958943"/>
                  </a:lnTo>
                  <a:lnTo>
                    <a:pt x="11054467" y="959029"/>
                  </a:lnTo>
                  <a:lnTo>
                    <a:pt x="11054891" y="959036"/>
                  </a:lnTo>
                  <a:lnTo>
                    <a:pt x="12049831" y="959036"/>
                  </a:lnTo>
                  <a:lnTo>
                    <a:pt x="12049831" y="953795"/>
                  </a:lnTo>
                  <a:lnTo>
                    <a:pt x="11054891" y="953795"/>
                  </a:lnTo>
                  <a:lnTo>
                    <a:pt x="11053762" y="953777"/>
                  </a:lnTo>
                  <a:lnTo>
                    <a:pt x="11046309" y="953648"/>
                  </a:lnTo>
                  <a:lnTo>
                    <a:pt x="11027419" y="953292"/>
                  </a:lnTo>
                  <a:lnTo>
                    <a:pt x="10993391" y="952590"/>
                  </a:lnTo>
                  <a:lnTo>
                    <a:pt x="10942156" y="951430"/>
                  </a:lnTo>
                  <a:lnTo>
                    <a:pt x="10873429" y="949715"/>
                  </a:lnTo>
                  <a:lnTo>
                    <a:pt x="10788654" y="947375"/>
                  </a:lnTo>
                  <a:lnTo>
                    <a:pt x="10690687" y="944367"/>
                  </a:lnTo>
                  <a:lnTo>
                    <a:pt x="10583279" y="940675"/>
                  </a:lnTo>
                  <a:lnTo>
                    <a:pt x="10470479" y="936301"/>
                  </a:lnTo>
                  <a:lnTo>
                    <a:pt x="10356112" y="931259"/>
                  </a:lnTo>
                  <a:lnTo>
                    <a:pt x="10243408" y="925563"/>
                  </a:lnTo>
                  <a:lnTo>
                    <a:pt x="10134818" y="919215"/>
                  </a:lnTo>
                  <a:lnTo>
                    <a:pt x="10031992" y="912203"/>
                  </a:lnTo>
                  <a:lnTo>
                    <a:pt x="9935856" y="904495"/>
                  </a:lnTo>
                  <a:lnTo>
                    <a:pt x="9846752" y="896039"/>
                  </a:lnTo>
                  <a:lnTo>
                    <a:pt x="9764580" y="886760"/>
                  </a:lnTo>
                  <a:lnTo>
                    <a:pt x="9688933" y="876564"/>
                  </a:lnTo>
                  <a:lnTo>
                    <a:pt x="9619205" y="865340"/>
                  </a:lnTo>
                  <a:lnTo>
                    <a:pt x="9554678" y="852962"/>
                  </a:lnTo>
                  <a:lnTo>
                    <a:pt x="9494581" y="839301"/>
                  </a:lnTo>
                  <a:lnTo>
                    <a:pt x="9438145" y="824235"/>
                  </a:lnTo>
                  <a:lnTo>
                    <a:pt x="9384633" y="807669"/>
                  </a:lnTo>
                  <a:lnTo>
                    <a:pt x="9347647" y="794829"/>
                  </a:lnTo>
                  <a:lnTo>
                    <a:pt x="9290095" y="772527"/>
                  </a:lnTo>
                  <a:lnTo>
                    <a:pt x="9234261" y="748132"/>
                  </a:lnTo>
                  <a:lnTo>
                    <a:pt x="9179548" y="721610"/>
                  </a:lnTo>
                  <a:lnTo>
                    <a:pt x="9125505" y="692982"/>
                  </a:lnTo>
                  <a:lnTo>
                    <a:pt x="9071805" y="662339"/>
                  </a:lnTo>
                  <a:lnTo>
                    <a:pt x="9018220" y="629842"/>
                  </a:lnTo>
                  <a:lnTo>
                    <a:pt x="8964613" y="595725"/>
                  </a:lnTo>
                  <a:lnTo>
                    <a:pt x="8910914" y="560289"/>
                  </a:lnTo>
                  <a:lnTo>
                    <a:pt x="8857115" y="523896"/>
                  </a:lnTo>
                  <a:lnTo>
                    <a:pt x="8803245" y="486951"/>
                  </a:lnTo>
                  <a:lnTo>
                    <a:pt x="8749360" y="449886"/>
                  </a:lnTo>
                  <a:lnTo>
                    <a:pt x="8695517" y="413141"/>
                  </a:lnTo>
                  <a:lnTo>
                    <a:pt x="8641762" y="377138"/>
                  </a:lnTo>
                  <a:lnTo>
                    <a:pt x="8588109" y="342264"/>
                  </a:lnTo>
                  <a:lnTo>
                    <a:pt x="8534525" y="308856"/>
                  </a:lnTo>
                  <a:lnTo>
                    <a:pt x="8480909" y="277183"/>
                  </a:lnTo>
                  <a:lnTo>
                    <a:pt x="8427086" y="247447"/>
                  </a:lnTo>
                  <a:lnTo>
                    <a:pt x="8372784" y="219776"/>
                  </a:lnTo>
                  <a:lnTo>
                    <a:pt x="8317621" y="194229"/>
                  </a:lnTo>
                  <a:lnTo>
                    <a:pt x="8261085" y="170800"/>
                  </a:lnTo>
                  <a:lnTo>
                    <a:pt x="8229629" y="158965"/>
                  </a:lnTo>
                  <a:lnTo>
                    <a:pt x="8177808" y="141298"/>
                  </a:lnTo>
                  <a:lnTo>
                    <a:pt x="8123542" y="125162"/>
                  </a:lnTo>
                  <a:lnTo>
                    <a:pt x="8066150" y="110503"/>
                  </a:lnTo>
                  <a:lnTo>
                    <a:pt x="8004883" y="97217"/>
                  </a:lnTo>
                  <a:lnTo>
                    <a:pt x="7938965" y="85178"/>
                  </a:lnTo>
                  <a:lnTo>
                    <a:pt x="7867637" y="74255"/>
                  </a:lnTo>
                  <a:lnTo>
                    <a:pt x="7790204" y="64329"/>
                  </a:lnTo>
                  <a:lnTo>
                    <a:pt x="7706107" y="55291"/>
                  </a:lnTo>
                  <a:lnTo>
                    <a:pt x="7615014" y="47052"/>
                  </a:lnTo>
                  <a:lnTo>
                    <a:pt x="7516934" y="39545"/>
                  </a:lnTo>
                  <a:lnTo>
                    <a:pt x="7412360" y="32723"/>
                  </a:lnTo>
                  <a:lnTo>
                    <a:pt x="7302408" y="26559"/>
                  </a:lnTo>
                  <a:lnTo>
                    <a:pt x="7188952" y="21047"/>
                  </a:lnTo>
                  <a:lnTo>
                    <a:pt x="7074669" y="16192"/>
                  </a:lnTo>
                  <a:lnTo>
                    <a:pt x="6962984" y="12009"/>
                  </a:lnTo>
                  <a:lnTo>
                    <a:pt x="6857831" y="8510"/>
                  </a:lnTo>
                  <a:lnTo>
                    <a:pt x="6763233" y="5693"/>
                  </a:lnTo>
                  <a:lnTo>
                    <a:pt x="6682748" y="3535"/>
                  </a:lnTo>
                  <a:lnTo>
                    <a:pt x="6618878" y="1985"/>
                  </a:lnTo>
                  <a:lnTo>
                    <a:pt x="6572603" y="965"/>
                  </a:lnTo>
                  <a:lnTo>
                    <a:pt x="6543129" y="372"/>
                  </a:lnTo>
                  <a:lnTo>
                    <a:pt x="6527904" y="92"/>
                  </a:lnTo>
                  <a:lnTo>
                    <a:pt x="6522810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3"/>
                  </a:lnTo>
                  <a:lnTo>
                    <a:pt x="5518811" y="29"/>
                  </a:lnTo>
                  <a:lnTo>
                    <a:pt x="5499811" y="100"/>
                  </a:lnTo>
                  <a:lnTo>
                    <a:pt x="5465593" y="239"/>
                  </a:lnTo>
                  <a:lnTo>
                    <a:pt x="5414086" y="470"/>
                  </a:lnTo>
                  <a:lnTo>
                    <a:pt x="5345021" y="811"/>
                  </a:lnTo>
                  <a:lnTo>
                    <a:pt x="5259871" y="1277"/>
                  </a:lnTo>
                  <a:lnTo>
                    <a:pt x="5161524" y="1875"/>
                  </a:lnTo>
                  <a:lnTo>
                    <a:pt x="5053763" y="2610"/>
                  </a:lnTo>
                  <a:lnTo>
                    <a:pt x="4940663" y="3479"/>
                  </a:lnTo>
                  <a:lnTo>
                    <a:pt x="4826064" y="4481"/>
                  </a:lnTo>
                  <a:lnTo>
                    <a:pt x="4713199" y="5614"/>
                  </a:lnTo>
                  <a:lnTo>
                    <a:pt x="4604517" y="6875"/>
                  </a:lnTo>
                  <a:lnTo>
                    <a:pt x="4501655" y="8269"/>
                  </a:lnTo>
                  <a:lnTo>
                    <a:pt x="4405530" y="9801"/>
                  </a:lnTo>
                  <a:lnTo>
                    <a:pt x="4316468" y="11482"/>
                  </a:lnTo>
                  <a:lnTo>
                    <a:pt x="4234358" y="13327"/>
                  </a:lnTo>
                  <a:lnTo>
                    <a:pt x="4158780" y="15355"/>
                  </a:lnTo>
                  <a:lnTo>
                    <a:pt x="4089121" y="17588"/>
                  </a:lnTo>
                  <a:lnTo>
                    <a:pt x="4024654" y="20051"/>
                  </a:lnTo>
                  <a:lnTo>
                    <a:pt x="3964605" y="22771"/>
                  </a:lnTo>
                  <a:lnTo>
                    <a:pt x="3908197" y="25770"/>
                  </a:lnTo>
                  <a:lnTo>
                    <a:pt x="3854695" y="29067"/>
                  </a:lnTo>
                  <a:lnTo>
                    <a:pt x="3820202" y="31443"/>
                  </a:lnTo>
                  <a:lnTo>
                    <a:pt x="3758738" y="36175"/>
                  </a:lnTo>
                  <a:lnTo>
                    <a:pt x="3699187" y="41381"/>
                  </a:lnTo>
                  <a:lnTo>
                    <a:pt x="3640839" y="47068"/>
                  </a:lnTo>
                  <a:lnTo>
                    <a:pt x="3583170" y="53228"/>
                  </a:lnTo>
                  <a:lnTo>
                    <a:pt x="3525812" y="59835"/>
                  </a:lnTo>
                  <a:lnTo>
                    <a:pt x="3468522" y="66845"/>
                  </a:lnTo>
                  <a:lnTo>
                    <a:pt x="3411165" y="74194"/>
                  </a:lnTo>
                  <a:lnTo>
                    <a:pt x="3353692" y="81803"/>
                  </a:lnTo>
                  <a:lnTo>
                    <a:pt x="3296120" y="89579"/>
                  </a:lnTo>
                  <a:lnTo>
                    <a:pt x="3238504" y="97419"/>
                  </a:lnTo>
                  <a:lnTo>
                    <a:pt x="3180916" y="105217"/>
                  </a:lnTo>
                  <a:lnTo>
                    <a:pt x="3123419" y="112870"/>
                  </a:lnTo>
                  <a:lnTo>
                    <a:pt x="3066040" y="120282"/>
                  </a:lnTo>
                  <a:lnTo>
                    <a:pt x="3008743" y="127370"/>
                  </a:lnTo>
                  <a:lnTo>
                    <a:pt x="2951416" y="134066"/>
                  </a:lnTo>
                  <a:lnTo>
                    <a:pt x="2893839" y="140324"/>
                  </a:lnTo>
                  <a:lnTo>
                    <a:pt x="2835674" y="146113"/>
                  </a:lnTo>
                  <a:lnTo>
                    <a:pt x="2776431" y="151421"/>
                  </a:lnTo>
                  <a:lnTo>
                    <a:pt x="2715444" y="156252"/>
                  </a:lnTo>
                  <a:lnTo>
                    <a:pt x="2702183" y="157219"/>
                  </a:lnTo>
                  <a:lnTo>
                    <a:pt x="2650252" y="160720"/>
                  </a:lnTo>
                  <a:lnTo>
                    <a:pt x="2595865" y="163918"/>
                  </a:lnTo>
                  <a:lnTo>
                    <a:pt x="2538335" y="166822"/>
                  </a:lnTo>
                  <a:lnTo>
                    <a:pt x="2476910" y="169453"/>
                  </a:lnTo>
                  <a:lnTo>
                    <a:pt x="2410808" y="171837"/>
                  </a:lnTo>
                  <a:lnTo>
                    <a:pt x="2339266" y="174000"/>
                  </a:lnTo>
                  <a:lnTo>
                    <a:pt x="2261585" y="175965"/>
                  </a:lnTo>
                  <a:lnTo>
                    <a:pt x="2177207" y="177754"/>
                  </a:lnTo>
                  <a:lnTo>
                    <a:pt x="2085800" y="179384"/>
                  </a:lnTo>
                  <a:lnTo>
                    <a:pt x="1987382" y="180869"/>
                  </a:lnTo>
                  <a:lnTo>
                    <a:pt x="1882458" y="182219"/>
                  </a:lnTo>
                  <a:lnTo>
                    <a:pt x="1772170" y="183437"/>
                  </a:lnTo>
                  <a:lnTo>
                    <a:pt x="1658419" y="184527"/>
                  </a:lnTo>
                  <a:lnTo>
                    <a:pt x="1543923" y="185485"/>
                  </a:lnTo>
                  <a:lnTo>
                    <a:pt x="1432145" y="186310"/>
                  </a:lnTo>
                  <a:lnTo>
                    <a:pt x="1327053" y="187000"/>
                  </a:lnTo>
                  <a:lnTo>
                    <a:pt x="1232689" y="187553"/>
                  </a:lnTo>
                  <a:lnTo>
                    <a:pt x="1152606" y="187977"/>
                  </a:lnTo>
                  <a:lnTo>
                    <a:pt x="1089274" y="188279"/>
                  </a:lnTo>
                  <a:lnTo>
                    <a:pt x="1043612" y="188478"/>
                  </a:lnTo>
                  <a:lnTo>
                    <a:pt x="1014748" y="188592"/>
                  </a:lnTo>
                  <a:lnTo>
                    <a:pt x="1000042" y="188645"/>
                  </a:lnTo>
                  <a:lnTo>
                    <a:pt x="995286" y="188661"/>
                  </a:lnTo>
                  <a:lnTo>
                    <a:pt x="994940" y="188662"/>
                  </a:lnTo>
                  <a:lnTo>
                    <a:pt x="0" y="188662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33" name="pl1332"/>
            <p:cNvSpPr/>
            <p:nvPr/>
          </p:nvSpPr>
          <p:spPr>
            <a:xfrm>
              <a:off x="1199187" y="4705924"/>
              <a:ext cx="12049831" cy="953795"/>
            </a:xfrm>
            <a:custGeom>
              <a:avLst/>
              <a:pathLst>
                <a:path w="12049831" h="953795">
                  <a:moveTo>
                    <a:pt x="0" y="188662"/>
                  </a:moveTo>
                  <a:lnTo>
                    <a:pt x="994940" y="188662"/>
                  </a:lnTo>
                  <a:lnTo>
                    <a:pt x="996076" y="188659"/>
                  </a:lnTo>
                  <a:lnTo>
                    <a:pt x="1003574" y="188633"/>
                  </a:lnTo>
                  <a:lnTo>
                    <a:pt x="1022574" y="188562"/>
                  </a:lnTo>
                  <a:lnTo>
                    <a:pt x="1056792" y="188422"/>
                  </a:lnTo>
                  <a:lnTo>
                    <a:pt x="1108299" y="188192"/>
                  </a:lnTo>
                  <a:lnTo>
                    <a:pt x="1177364" y="187850"/>
                  </a:lnTo>
                  <a:lnTo>
                    <a:pt x="1262514" y="187385"/>
                  </a:lnTo>
                  <a:lnTo>
                    <a:pt x="1360861" y="186787"/>
                  </a:lnTo>
                  <a:lnTo>
                    <a:pt x="1468622" y="186052"/>
                  </a:lnTo>
                  <a:lnTo>
                    <a:pt x="1581722" y="185183"/>
                  </a:lnTo>
                  <a:lnTo>
                    <a:pt x="1696321" y="184180"/>
                  </a:lnTo>
                  <a:lnTo>
                    <a:pt x="1809186" y="183048"/>
                  </a:lnTo>
                  <a:lnTo>
                    <a:pt x="1917868" y="181787"/>
                  </a:lnTo>
                  <a:lnTo>
                    <a:pt x="2020730" y="180393"/>
                  </a:lnTo>
                  <a:lnTo>
                    <a:pt x="2116855" y="178861"/>
                  </a:lnTo>
                  <a:lnTo>
                    <a:pt x="2205917" y="177180"/>
                  </a:lnTo>
                  <a:lnTo>
                    <a:pt x="2288027" y="175335"/>
                  </a:lnTo>
                  <a:lnTo>
                    <a:pt x="2363605" y="173307"/>
                  </a:lnTo>
                  <a:lnTo>
                    <a:pt x="2433264" y="171074"/>
                  </a:lnTo>
                  <a:lnTo>
                    <a:pt x="2497731" y="168610"/>
                  </a:lnTo>
                  <a:lnTo>
                    <a:pt x="2557780" y="165891"/>
                  </a:lnTo>
                  <a:lnTo>
                    <a:pt x="2614188" y="162892"/>
                  </a:lnTo>
                  <a:lnTo>
                    <a:pt x="2667690" y="159594"/>
                  </a:lnTo>
                  <a:lnTo>
                    <a:pt x="2702183" y="157219"/>
                  </a:lnTo>
                  <a:lnTo>
                    <a:pt x="2763647" y="152487"/>
                  </a:lnTo>
                  <a:lnTo>
                    <a:pt x="2823198" y="147281"/>
                  </a:lnTo>
                  <a:lnTo>
                    <a:pt x="2881546" y="141594"/>
                  </a:lnTo>
                  <a:lnTo>
                    <a:pt x="2939215" y="135434"/>
                  </a:lnTo>
                  <a:lnTo>
                    <a:pt x="2996573" y="128827"/>
                  </a:lnTo>
                  <a:lnTo>
                    <a:pt x="3053863" y="121817"/>
                  </a:lnTo>
                  <a:lnTo>
                    <a:pt x="3111220" y="114468"/>
                  </a:lnTo>
                  <a:lnTo>
                    <a:pt x="3168693" y="106859"/>
                  </a:lnTo>
                  <a:lnTo>
                    <a:pt x="3226265" y="99083"/>
                  </a:lnTo>
                  <a:lnTo>
                    <a:pt x="3283881" y="91243"/>
                  </a:lnTo>
                  <a:lnTo>
                    <a:pt x="3341469" y="83444"/>
                  </a:lnTo>
                  <a:lnTo>
                    <a:pt x="3398966" y="75792"/>
                  </a:lnTo>
                  <a:lnTo>
                    <a:pt x="3456345" y="68380"/>
                  </a:lnTo>
                  <a:lnTo>
                    <a:pt x="3513642" y="61292"/>
                  </a:lnTo>
                  <a:lnTo>
                    <a:pt x="3570969" y="54595"/>
                  </a:lnTo>
                  <a:lnTo>
                    <a:pt x="3628546" y="48338"/>
                  </a:lnTo>
                  <a:lnTo>
                    <a:pt x="3686711" y="42549"/>
                  </a:lnTo>
                  <a:lnTo>
                    <a:pt x="3745954" y="37241"/>
                  </a:lnTo>
                  <a:lnTo>
                    <a:pt x="3806941" y="32410"/>
                  </a:lnTo>
                  <a:lnTo>
                    <a:pt x="3820202" y="31443"/>
                  </a:lnTo>
                  <a:lnTo>
                    <a:pt x="3872133" y="27942"/>
                  </a:lnTo>
                  <a:lnTo>
                    <a:pt x="3926520" y="24744"/>
                  </a:lnTo>
                  <a:lnTo>
                    <a:pt x="3984050" y="21840"/>
                  </a:lnTo>
                  <a:lnTo>
                    <a:pt x="4045475" y="19209"/>
                  </a:lnTo>
                  <a:lnTo>
                    <a:pt x="4111577" y="16824"/>
                  </a:lnTo>
                  <a:lnTo>
                    <a:pt x="4183119" y="14662"/>
                  </a:lnTo>
                  <a:lnTo>
                    <a:pt x="4260800" y="12697"/>
                  </a:lnTo>
                  <a:lnTo>
                    <a:pt x="4345178" y="10908"/>
                  </a:lnTo>
                  <a:lnTo>
                    <a:pt x="4436585" y="9278"/>
                  </a:lnTo>
                  <a:lnTo>
                    <a:pt x="4535003" y="7792"/>
                  </a:lnTo>
                  <a:lnTo>
                    <a:pt x="4639927" y="6443"/>
                  </a:lnTo>
                  <a:lnTo>
                    <a:pt x="4750215" y="5224"/>
                  </a:lnTo>
                  <a:lnTo>
                    <a:pt x="4863966" y="4135"/>
                  </a:lnTo>
                  <a:lnTo>
                    <a:pt x="4978462" y="3176"/>
                  </a:lnTo>
                  <a:lnTo>
                    <a:pt x="5090240" y="2351"/>
                  </a:lnTo>
                  <a:lnTo>
                    <a:pt x="5195332" y="1662"/>
                  </a:lnTo>
                  <a:lnTo>
                    <a:pt x="5289696" y="1108"/>
                  </a:lnTo>
                  <a:lnTo>
                    <a:pt x="5369779" y="685"/>
                  </a:lnTo>
                  <a:lnTo>
                    <a:pt x="5433111" y="382"/>
                  </a:lnTo>
                  <a:lnTo>
                    <a:pt x="5478773" y="184"/>
                  </a:lnTo>
                  <a:lnTo>
                    <a:pt x="5507637" y="70"/>
                  </a:lnTo>
                  <a:lnTo>
                    <a:pt x="5522343" y="16"/>
                  </a:lnTo>
                  <a:lnTo>
                    <a:pt x="5527099" y="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5" y="18"/>
                  </a:lnTo>
                  <a:lnTo>
                    <a:pt x="6530968" y="147"/>
                  </a:lnTo>
                  <a:lnTo>
                    <a:pt x="6549858" y="503"/>
                  </a:lnTo>
                  <a:lnTo>
                    <a:pt x="6583885" y="1205"/>
                  </a:lnTo>
                  <a:lnTo>
                    <a:pt x="6635121" y="2365"/>
                  </a:lnTo>
                  <a:lnTo>
                    <a:pt x="6703848" y="4079"/>
                  </a:lnTo>
                  <a:lnTo>
                    <a:pt x="6788623" y="6419"/>
                  </a:lnTo>
                  <a:lnTo>
                    <a:pt x="6886589" y="9427"/>
                  </a:lnTo>
                  <a:lnTo>
                    <a:pt x="6993997" y="13120"/>
                  </a:lnTo>
                  <a:lnTo>
                    <a:pt x="7106797" y="17494"/>
                  </a:lnTo>
                  <a:lnTo>
                    <a:pt x="7221164" y="22535"/>
                  </a:lnTo>
                  <a:lnTo>
                    <a:pt x="7333868" y="28232"/>
                  </a:lnTo>
                  <a:lnTo>
                    <a:pt x="7442458" y="34580"/>
                  </a:lnTo>
                  <a:lnTo>
                    <a:pt x="7545285" y="41592"/>
                  </a:lnTo>
                  <a:lnTo>
                    <a:pt x="7641420" y="49299"/>
                  </a:lnTo>
                  <a:lnTo>
                    <a:pt x="7730524" y="57755"/>
                  </a:lnTo>
                  <a:lnTo>
                    <a:pt x="7812696" y="67034"/>
                  </a:lnTo>
                  <a:lnTo>
                    <a:pt x="7888343" y="77230"/>
                  </a:lnTo>
                  <a:lnTo>
                    <a:pt x="7958071" y="88454"/>
                  </a:lnTo>
                  <a:lnTo>
                    <a:pt x="8022599" y="100832"/>
                  </a:lnTo>
                  <a:lnTo>
                    <a:pt x="8082695" y="114493"/>
                  </a:lnTo>
                  <a:lnTo>
                    <a:pt x="8139132" y="129560"/>
                  </a:lnTo>
                  <a:lnTo>
                    <a:pt x="8192643" y="146125"/>
                  </a:lnTo>
                  <a:lnTo>
                    <a:pt x="8229629" y="158965"/>
                  </a:lnTo>
                  <a:lnTo>
                    <a:pt x="8287181" y="181267"/>
                  </a:lnTo>
                  <a:lnTo>
                    <a:pt x="8343015" y="205662"/>
                  </a:lnTo>
                  <a:lnTo>
                    <a:pt x="8397729" y="232185"/>
                  </a:lnTo>
                  <a:lnTo>
                    <a:pt x="8451771" y="260813"/>
                  </a:lnTo>
                  <a:lnTo>
                    <a:pt x="8505472" y="291455"/>
                  </a:lnTo>
                  <a:lnTo>
                    <a:pt x="8559056" y="323952"/>
                  </a:lnTo>
                  <a:lnTo>
                    <a:pt x="8612664" y="358069"/>
                  </a:lnTo>
                  <a:lnTo>
                    <a:pt x="8666362" y="393505"/>
                  </a:lnTo>
                  <a:lnTo>
                    <a:pt x="8720162" y="429899"/>
                  </a:lnTo>
                  <a:lnTo>
                    <a:pt x="8774031" y="466844"/>
                  </a:lnTo>
                  <a:lnTo>
                    <a:pt x="8827917" y="503908"/>
                  </a:lnTo>
                  <a:lnTo>
                    <a:pt x="8881760" y="540654"/>
                  </a:lnTo>
                  <a:lnTo>
                    <a:pt x="8935515" y="576657"/>
                  </a:lnTo>
                  <a:lnTo>
                    <a:pt x="8989167" y="611530"/>
                  </a:lnTo>
                  <a:lnTo>
                    <a:pt x="9042752" y="644939"/>
                  </a:lnTo>
                  <a:lnTo>
                    <a:pt x="9096367" y="676611"/>
                  </a:lnTo>
                  <a:lnTo>
                    <a:pt x="9150191" y="706347"/>
                  </a:lnTo>
                  <a:lnTo>
                    <a:pt x="9204493" y="734018"/>
                  </a:lnTo>
                  <a:lnTo>
                    <a:pt x="9259655" y="759566"/>
                  </a:lnTo>
                  <a:lnTo>
                    <a:pt x="9316192" y="782994"/>
                  </a:lnTo>
                  <a:lnTo>
                    <a:pt x="9347647" y="794829"/>
                  </a:lnTo>
                  <a:lnTo>
                    <a:pt x="9399469" y="812497"/>
                  </a:lnTo>
                  <a:lnTo>
                    <a:pt x="9453735" y="828632"/>
                  </a:lnTo>
                  <a:lnTo>
                    <a:pt x="9511127" y="843291"/>
                  </a:lnTo>
                  <a:lnTo>
                    <a:pt x="9572394" y="856577"/>
                  </a:lnTo>
                  <a:lnTo>
                    <a:pt x="9638311" y="868617"/>
                  </a:lnTo>
                  <a:lnTo>
                    <a:pt x="9709640" y="879539"/>
                  </a:lnTo>
                  <a:lnTo>
                    <a:pt x="9787073" y="889466"/>
                  </a:lnTo>
                  <a:lnTo>
                    <a:pt x="9871169" y="898504"/>
                  </a:lnTo>
                  <a:lnTo>
                    <a:pt x="9962262" y="906742"/>
                  </a:lnTo>
                  <a:lnTo>
                    <a:pt x="10060342" y="914249"/>
                  </a:lnTo>
                  <a:lnTo>
                    <a:pt x="10164917" y="921071"/>
                  </a:lnTo>
                  <a:lnTo>
                    <a:pt x="10274868" y="927235"/>
                  </a:lnTo>
                  <a:lnTo>
                    <a:pt x="10388325" y="932748"/>
                  </a:lnTo>
                  <a:lnTo>
                    <a:pt x="10502607" y="937603"/>
                  </a:lnTo>
                  <a:lnTo>
                    <a:pt x="10614292" y="941785"/>
                  </a:lnTo>
                  <a:lnTo>
                    <a:pt x="10719445" y="945285"/>
                  </a:lnTo>
                  <a:lnTo>
                    <a:pt x="10814043" y="948102"/>
                  </a:lnTo>
                  <a:lnTo>
                    <a:pt x="10894529" y="950260"/>
                  </a:lnTo>
                  <a:lnTo>
                    <a:pt x="10958398" y="951809"/>
                  </a:lnTo>
                  <a:lnTo>
                    <a:pt x="11004673" y="952829"/>
                  </a:lnTo>
                  <a:lnTo>
                    <a:pt x="11034147" y="953422"/>
                  </a:lnTo>
                  <a:lnTo>
                    <a:pt x="11049372" y="953702"/>
                  </a:lnTo>
                  <a:lnTo>
                    <a:pt x="11054467" y="953788"/>
                  </a:lnTo>
                  <a:lnTo>
                    <a:pt x="11054891" y="953795"/>
                  </a:lnTo>
                  <a:lnTo>
                    <a:pt x="12049831" y="953795"/>
                  </a:lnTo>
                  <a:lnTo>
                    <a:pt x="12049831" y="9537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4" name="pl1333"/>
            <p:cNvSpPr/>
            <p:nvPr/>
          </p:nvSpPr>
          <p:spPr>
            <a:xfrm>
              <a:off x="1199187" y="4700684"/>
              <a:ext cx="12049831" cy="953795"/>
            </a:xfrm>
            <a:custGeom>
              <a:avLst/>
              <a:pathLst>
                <a:path w="12049831" h="953795">
                  <a:moveTo>
                    <a:pt x="12049831" y="953795"/>
                  </a:moveTo>
                  <a:lnTo>
                    <a:pt x="11054891" y="953795"/>
                  </a:lnTo>
                  <a:lnTo>
                    <a:pt x="11053762" y="953777"/>
                  </a:lnTo>
                  <a:lnTo>
                    <a:pt x="11046309" y="953648"/>
                  </a:lnTo>
                  <a:lnTo>
                    <a:pt x="11027419" y="953292"/>
                  </a:lnTo>
                  <a:lnTo>
                    <a:pt x="10993391" y="952590"/>
                  </a:lnTo>
                  <a:lnTo>
                    <a:pt x="10942156" y="951430"/>
                  </a:lnTo>
                  <a:lnTo>
                    <a:pt x="10873429" y="949715"/>
                  </a:lnTo>
                  <a:lnTo>
                    <a:pt x="10788654" y="947375"/>
                  </a:lnTo>
                  <a:lnTo>
                    <a:pt x="10690687" y="944367"/>
                  </a:lnTo>
                  <a:lnTo>
                    <a:pt x="10583279" y="940675"/>
                  </a:lnTo>
                  <a:lnTo>
                    <a:pt x="10470479" y="936301"/>
                  </a:lnTo>
                  <a:lnTo>
                    <a:pt x="10356112" y="931259"/>
                  </a:lnTo>
                  <a:lnTo>
                    <a:pt x="10243408" y="925563"/>
                  </a:lnTo>
                  <a:lnTo>
                    <a:pt x="10134818" y="919215"/>
                  </a:lnTo>
                  <a:lnTo>
                    <a:pt x="10031992" y="912203"/>
                  </a:lnTo>
                  <a:lnTo>
                    <a:pt x="9935856" y="904495"/>
                  </a:lnTo>
                  <a:lnTo>
                    <a:pt x="9846752" y="896039"/>
                  </a:lnTo>
                  <a:lnTo>
                    <a:pt x="9764580" y="886760"/>
                  </a:lnTo>
                  <a:lnTo>
                    <a:pt x="9688933" y="876564"/>
                  </a:lnTo>
                  <a:lnTo>
                    <a:pt x="9619205" y="865340"/>
                  </a:lnTo>
                  <a:lnTo>
                    <a:pt x="9554678" y="852962"/>
                  </a:lnTo>
                  <a:lnTo>
                    <a:pt x="9494581" y="839301"/>
                  </a:lnTo>
                  <a:lnTo>
                    <a:pt x="9438145" y="824235"/>
                  </a:lnTo>
                  <a:lnTo>
                    <a:pt x="9384633" y="807669"/>
                  </a:lnTo>
                  <a:lnTo>
                    <a:pt x="9347647" y="794829"/>
                  </a:lnTo>
                  <a:lnTo>
                    <a:pt x="9290095" y="772527"/>
                  </a:lnTo>
                  <a:lnTo>
                    <a:pt x="9234261" y="748132"/>
                  </a:lnTo>
                  <a:lnTo>
                    <a:pt x="9179548" y="721610"/>
                  </a:lnTo>
                  <a:lnTo>
                    <a:pt x="9125505" y="692982"/>
                  </a:lnTo>
                  <a:lnTo>
                    <a:pt x="9071805" y="662339"/>
                  </a:lnTo>
                  <a:lnTo>
                    <a:pt x="9018220" y="629842"/>
                  </a:lnTo>
                  <a:lnTo>
                    <a:pt x="8964613" y="595725"/>
                  </a:lnTo>
                  <a:lnTo>
                    <a:pt x="8910914" y="560289"/>
                  </a:lnTo>
                  <a:lnTo>
                    <a:pt x="8857115" y="523896"/>
                  </a:lnTo>
                  <a:lnTo>
                    <a:pt x="8803245" y="486951"/>
                  </a:lnTo>
                  <a:lnTo>
                    <a:pt x="8749360" y="449886"/>
                  </a:lnTo>
                  <a:lnTo>
                    <a:pt x="8695517" y="413141"/>
                  </a:lnTo>
                  <a:lnTo>
                    <a:pt x="8641762" y="377138"/>
                  </a:lnTo>
                  <a:lnTo>
                    <a:pt x="8588109" y="342264"/>
                  </a:lnTo>
                  <a:lnTo>
                    <a:pt x="8534525" y="308856"/>
                  </a:lnTo>
                  <a:lnTo>
                    <a:pt x="8480909" y="277183"/>
                  </a:lnTo>
                  <a:lnTo>
                    <a:pt x="8427086" y="247447"/>
                  </a:lnTo>
                  <a:lnTo>
                    <a:pt x="8372784" y="219776"/>
                  </a:lnTo>
                  <a:lnTo>
                    <a:pt x="8317621" y="194229"/>
                  </a:lnTo>
                  <a:lnTo>
                    <a:pt x="8261085" y="170800"/>
                  </a:lnTo>
                  <a:lnTo>
                    <a:pt x="8229629" y="158965"/>
                  </a:lnTo>
                  <a:lnTo>
                    <a:pt x="8177808" y="141298"/>
                  </a:lnTo>
                  <a:lnTo>
                    <a:pt x="8123542" y="125162"/>
                  </a:lnTo>
                  <a:lnTo>
                    <a:pt x="8066150" y="110503"/>
                  </a:lnTo>
                  <a:lnTo>
                    <a:pt x="8004883" y="97217"/>
                  </a:lnTo>
                  <a:lnTo>
                    <a:pt x="7938965" y="85178"/>
                  </a:lnTo>
                  <a:lnTo>
                    <a:pt x="7867637" y="74255"/>
                  </a:lnTo>
                  <a:lnTo>
                    <a:pt x="7790204" y="64329"/>
                  </a:lnTo>
                  <a:lnTo>
                    <a:pt x="7706107" y="55291"/>
                  </a:lnTo>
                  <a:lnTo>
                    <a:pt x="7615014" y="47052"/>
                  </a:lnTo>
                  <a:lnTo>
                    <a:pt x="7516934" y="39545"/>
                  </a:lnTo>
                  <a:lnTo>
                    <a:pt x="7412360" y="32723"/>
                  </a:lnTo>
                  <a:lnTo>
                    <a:pt x="7302408" y="26559"/>
                  </a:lnTo>
                  <a:lnTo>
                    <a:pt x="7188952" y="21047"/>
                  </a:lnTo>
                  <a:lnTo>
                    <a:pt x="7074669" y="16192"/>
                  </a:lnTo>
                  <a:lnTo>
                    <a:pt x="6962984" y="12009"/>
                  </a:lnTo>
                  <a:lnTo>
                    <a:pt x="6857831" y="8510"/>
                  </a:lnTo>
                  <a:lnTo>
                    <a:pt x="6763233" y="5693"/>
                  </a:lnTo>
                  <a:lnTo>
                    <a:pt x="6682748" y="3535"/>
                  </a:lnTo>
                  <a:lnTo>
                    <a:pt x="6618878" y="1985"/>
                  </a:lnTo>
                  <a:lnTo>
                    <a:pt x="6572603" y="965"/>
                  </a:lnTo>
                  <a:lnTo>
                    <a:pt x="6543129" y="372"/>
                  </a:lnTo>
                  <a:lnTo>
                    <a:pt x="6527904" y="92"/>
                  </a:lnTo>
                  <a:lnTo>
                    <a:pt x="6522810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3"/>
                  </a:lnTo>
                  <a:lnTo>
                    <a:pt x="5518811" y="29"/>
                  </a:lnTo>
                  <a:lnTo>
                    <a:pt x="5499811" y="100"/>
                  </a:lnTo>
                  <a:lnTo>
                    <a:pt x="5465593" y="239"/>
                  </a:lnTo>
                  <a:lnTo>
                    <a:pt x="5414086" y="470"/>
                  </a:lnTo>
                  <a:lnTo>
                    <a:pt x="5345021" y="811"/>
                  </a:lnTo>
                  <a:lnTo>
                    <a:pt x="5259871" y="1277"/>
                  </a:lnTo>
                  <a:lnTo>
                    <a:pt x="5161524" y="1875"/>
                  </a:lnTo>
                  <a:lnTo>
                    <a:pt x="5053763" y="2610"/>
                  </a:lnTo>
                  <a:lnTo>
                    <a:pt x="4940663" y="3479"/>
                  </a:lnTo>
                  <a:lnTo>
                    <a:pt x="4826064" y="4481"/>
                  </a:lnTo>
                  <a:lnTo>
                    <a:pt x="4713199" y="5614"/>
                  </a:lnTo>
                  <a:lnTo>
                    <a:pt x="4604517" y="6875"/>
                  </a:lnTo>
                  <a:lnTo>
                    <a:pt x="4501655" y="8269"/>
                  </a:lnTo>
                  <a:lnTo>
                    <a:pt x="4405530" y="9801"/>
                  </a:lnTo>
                  <a:lnTo>
                    <a:pt x="4316468" y="11482"/>
                  </a:lnTo>
                  <a:lnTo>
                    <a:pt x="4234358" y="13327"/>
                  </a:lnTo>
                  <a:lnTo>
                    <a:pt x="4158780" y="15355"/>
                  </a:lnTo>
                  <a:lnTo>
                    <a:pt x="4089121" y="17588"/>
                  </a:lnTo>
                  <a:lnTo>
                    <a:pt x="4024654" y="20051"/>
                  </a:lnTo>
                  <a:lnTo>
                    <a:pt x="3964605" y="22771"/>
                  </a:lnTo>
                  <a:lnTo>
                    <a:pt x="3908197" y="25770"/>
                  </a:lnTo>
                  <a:lnTo>
                    <a:pt x="3854695" y="29067"/>
                  </a:lnTo>
                  <a:lnTo>
                    <a:pt x="3820202" y="31443"/>
                  </a:lnTo>
                  <a:lnTo>
                    <a:pt x="3758738" y="36175"/>
                  </a:lnTo>
                  <a:lnTo>
                    <a:pt x="3699187" y="41381"/>
                  </a:lnTo>
                  <a:lnTo>
                    <a:pt x="3640839" y="47068"/>
                  </a:lnTo>
                  <a:lnTo>
                    <a:pt x="3583170" y="53228"/>
                  </a:lnTo>
                  <a:lnTo>
                    <a:pt x="3525812" y="59835"/>
                  </a:lnTo>
                  <a:lnTo>
                    <a:pt x="3468522" y="66845"/>
                  </a:lnTo>
                  <a:lnTo>
                    <a:pt x="3411165" y="74194"/>
                  </a:lnTo>
                  <a:lnTo>
                    <a:pt x="3353692" y="81803"/>
                  </a:lnTo>
                  <a:lnTo>
                    <a:pt x="3296120" y="89579"/>
                  </a:lnTo>
                  <a:lnTo>
                    <a:pt x="3238504" y="97419"/>
                  </a:lnTo>
                  <a:lnTo>
                    <a:pt x="3180916" y="105217"/>
                  </a:lnTo>
                  <a:lnTo>
                    <a:pt x="3123419" y="112870"/>
                  </a:lnTo>
                  <a:lnTo>
                    <a:pt x="3066040" y="120282"/>
                  </a:lnTo>
                  <a:lnTo>
                    <a:pt x="3008743" y="127370"/>
                  </a:lnTo>
                  <a:lnTo>
                    <a:pt x="2951416" y="134066"/>
                  </a:lnTo>
                  <a:lnTo>
                    <a:pt x="2893839" y="140324"/>
                  </a:lnTo>
                  <a:lnTo>
                    <a:pt x="2835674" y="146113"/>
                  </a:lnTo>
                  <a:lnTo>
                    <a:pt x="2776431" y="151421"/>
                  </a:lnTo>
                  <a:lnTo>
                    <a:pt x="2715444" y="156252"/>
                  </a:lnTo>
                  <a:lnTo>
                    <a:pt x="2702183" y="157219"/>
                  </a:lnTo>
                  <a:lnTo>
                    <a:pt x="2650252" y="160720"/>
                  </a:lnTo>
                  <a:lnTo>
                    <a:pt x="2595865" y="163918"/>
                  </a:lnTo>
                  <a:lnTo>
                    <a:pt x="2538335" y="166822"/>
                  </a:lnTo>
                  <a:lnTo>
                    <a:pt x="2476910" y="169453"/>
                  </a:lnTo>
                  <a:lnTo>
                    <a:pt x="2410808" y="171837"/>
                  </a:lnTo>
                  <a:lnTo>
                    <a:pt x="2339266" y="174000"/>
                  </a:lnTo>
                  <a:lnTo>
                    <a:pt x="2261585" y="175965"/>
                  </a:lnTo>
                  <a:lnTo>
                    <a:pt x="2177207" y="177754"/>
                  </a:lnTo>
                  <a:lnTo>
                    <a:pt x="2085800" y="179384"/>
                  </a:lnTo>
                  <a:lnTo>
                    <a:pt x="1987382" y="180869"/>
                  </a:lnTo>
                  <a:lnTo>
                    <a:pt x="1882458" y="182219"/>
                  </a:lnTo>
                  <a:lnTo>
                    <a:pt x="1772170" y="183437"/>
                  </a:lnTo>
                  <a:lnTo>
                    <a:pt x="1658419" y="184527"/>
                  </a:lnTo>
                  <a:lnTo>
                    <a:pt x="1543923" y="185485"/>
                  </a:lnTo>
                  <a:lnTo>
                    <a:pt x="1432145" y="186310"/>
                  </a:lnTo>
                  <a:lnTo>
                    <a:pt x="1327053" y="187000"/>
                  </a:lnTo>
                  <a:lnTo>
                    <a:pt x="1232689" y="187553"/>
                  </a:lnTo>
                  <a:lnTo>
                    <a:pt x="1152606" y="187977"/>
                  </a:lnTo>
                  <a:lnTo>
                    <a:pt x="1089274" y="188279"/>
                  </a:lnTo>
                  <a:lnTo>
                    <a:pt x="1043612" y="188478"/>
                  </a:lnTo>
                  <a:lnTo>
                    <a:pt x="1014748" y="188592"/>
                  </a:lnTo>
                  <a:lnTo>
                    <a:pt x="1000042" y="188645"/>
                  </a:lnTo>
                  <a:lnTo>
                    <a:pt x="995286" y="188661"/>
                  </a:lnTo>
                  <a:lnTo>
                    <a:pt x="994940" y="188662"/>
                  </a:lnTo>
                  <a:lnTo>
                    <a:pt x="0" y="188662"/>
                  </a:lnTo>
                  <a:lnTo>
                    <a:pt x="0" y="1886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5" name="pg1334"/>
            <p:cNvSpPr/>
            <p:nvPr/>
          </p:nvSpPr>
          <p:spPr>
            <a:xfrm>
              <a:off x="1199187" y="4716406"/>
              <a:ext cx="12049831" cy="1273474"/>
            </a:xfrm>
            <a:custGeom>
              <a:avLst/>
              <a:pathLst>
                <a:path w="12049831" h="1273474">
                  <a:moveTo>
                    <a:pt x="0" y="183422"/>
                  </a:moveTo>
                  <a:lnTo>
                    <a:pt x="994940" y="183422"/>
                  </a:lnTo>
                  <a:lnTo>
                    <a:pt x="996076" y="183418"/>
                  </a:lnTo>
                  <a:lnTo>
                    <a:pt x="1003574" y="183394"/>
                  </a:lnTo>
                  <a:lnTo>
                    <a:pt x="1022575" y="183327"/>
                  </a:lnTo>
                  <a:lnTo>
                    <a:pt x="1056794" y="183195"/>
                  </a:lnTo>
                  <a:lnTo>
                    <a:pt x="1108302" y="182977"/>
                  </a:lnTo>
                  <a:lnTo>
                    <a:pt x="1177368" y="182655"/>
                  </a:lnTo>
                  <a:lnTo>
                    <a:pt x="1262520" y="182215"/>
                  </a:lnTo>
                  <a:lnTo>
                    <a:pt x="1360868" y="181650"/>
                  </a:lnTo>
                  <a:lnTo>
                    <a:pt x="1468631" y="180956"/>
                  </a:lnTo>
                  <a:lnTo>
                    <a:pt x="1581732" y="180135"/>
                  </a:lnTo>
                  <a:lnTo>
                    <a:pt x="1696332" y="179189"/>
                  </a:lnTo>
                  <a:lnTo>
                    <a:pt x="1809198" y="178119"/>
                  </a:lnTo>
                  <a:lnTo>
                    <a:pt x="1917881" y="176928"/>
                  </a:lnTo>
                  <a:lnTo>
                    <a:pt x="2020743" y="175612"/>
                  </a:lnTo>
                  <a:lnTo>
                    <a:pt x="2116868" y="174165"/>
                  </a:lnTo>
                  <a:lnTo>
                    <a:pt x="2205929" y="172577"/>
                  </a:lnTo>
                  <a:lnTo>
                    <a:pt x="2288040" y="170834"/>
                  </a:lnTo>
                  <a:lnTo>
                    <a:pt x="2363617" y="168919"/>
                  </a:lnTo>
                  <a:lnTo>
                    <a:pt x="2433276" y="166810"/>
                  </a:lnTo>
                  <a:lnTo>
                    <a:pt x="2497742" y="164483"/>
                  </a:lnTo>
                  <a:lnTo>
                    <a:pt x="2557791" y="161915"/>
                  </a:lnTo>
                  <a:lnTo>
                    <a:pt x="2614199" y="159082"/>
                  </a:lnTo>
                  <a:lnTo>
                    <a:pt x="2667701" y="155968"/>
                  </a:lnTo>
                  <a:lnTo>
                    <a:pt x="2702183" y="153725"/>
                  </a:lnTo>
                  <a:lnTo>
                    <a:pt x="2763668" y="149254"/>
                  </a:lnTo>
                  <a:lnTo>
                    <a:pt x="2823238" y="144336"/>
                  </a:lnTo>
                  <a:lnTo>
                    <a:pt x="2881605" y="138962"/>
                  </a:lnTo>
                  <a:lnTo>
                    <a:pt x="2939293" y="133142"/>
                  </a:lnTo>
                  <a:lnTo>
                    <a:pt x="2996670" y="126899"/>
                  </a:lnTo>
                  <a:lnTo>
                    <a:pt x="3053980" y="120276"/>
                  </a:lnTo>
                  <a:lnTo>
                    <a:pt x="3111356" y="113333"/>
                  </a:lnTo>
                  <a:lnTo>
                    <a:pt x="3168848" y="106143"/>
                  </a:lnTo>
                  <a:lnTo>
                    <a:pt x="3226440" y="98796"/>
                  </a:lnTo>
                  <a:lnTo>
                    <a:pt x="3284076" y="91389"/>
                  </a:lnTo>
                  <a:lnTo>
                    <a:pt x="3341683" y="84022"/>
                  </a:lnTo>
                  <a:lnTo>
                    <a:pt x="3399199" y="76793"/>
                  </a:lnTo>
                  <a:lnTo>
                    <a:pt x="3456597" y="69791"/>
                  </a:lnTo>
                  <a:lnTo>
                    <a:pt x="3513913" y="63097"/>
                  </a:lnTo>
                  <a:lnTo>
                    <a:pt x="3571260" y="56772"/>
                  </a:lnTo>
                  <a:lnTo>
                    <a:pt x="3628858" y="50862"/>
                  </a:lnTo>
                  <a:lnTo>
                    <a:pt x="3687048" y="45396"/>
                  </a:lnTo>
                  <a:lnTo>
                    <a:pt x="3746319" y="40384"/>
                  </a:lnTo>
                  <a:lnTo>
                    <a:pt x="3807340" y="35822"/>
                  </a:lnTo>
                  <a:lnTo>
                    <a:pt x="3820202" y="34937"/>
                  </a:lnTo>
                  <a:lnTo>
                    <a:pt x="3872133" y="31630"/>
                  </a:lnTo>
                  <a:lnTo>
                    <a:pt x="3926521" y="28610"/>
                  </a:lnTo>
                  <a:lnTo>
                    <a:pt x="3984051" y="25867"/>
                  </a:lnTo>
                  <a:lnTo>
                    <a:pt x="4045477" y="23382"/>
                  </a:lnTo>
                  <a:lnTo>
                    <a:pt x="4111580" y="21130"/>
                  </a:lnTo>
                  <a:lnTo>
                    <a:pt x="4183123" y="19088"/>
                  </a:lnTo>
                  <a:lnTo>
                    <a:pt x="4260805" y="17232"/>
                  </a:lnTo>
                  <a:lnTo>
                    <a:pt x="4345185" y="15542"/>
                  </a:lnTo>
                  <a:lnTo>
                    <a:pt x="4436593" y="14003"/>
                  </a:lnTo>
                  <a:lnTo>
                    <a:pt x="4535013" y="12600"/>
                  </a:lnTo>
                  <a:lnTo>
                    <a:pt x="4639938" y="11326"/>
                  </a:lnTo>
                  <a:lnTo>
                    <a:pt x="4750227" y="10175"/>
                  </a:lnTo>
                  <a:lnTo>
                    <a:pt x="4863979" y="9146"/>
                  </a:lnTo>
                  <a:lnTo>
                    <a:pt x="4978476" y="8240"/>
                  </a:lnTo>
                  <a:lnTo>
                    <a:pt x="5090255" y="7461"/>
                  </a:lnTo>
                  <a:lnTo>
                    <a:pt x="5195347" y="6810"/>
                  </a:lnTo>
                  <a:lnTo>
                    <a:pt x="5289710" y="6287"/>
                  </a:lnTo>
                  <a:lnTo>
                    <a:pt x="5369791" y="5888"/>
                  </a:lnTo>
                  <a:lnTo>
                    <a:pt x="5433120" y="5602"/>
                  </a:lnTo>
                  <a:lnTo>
                    <a:pt x="5478780" y="5414"/>
                  </a:lnTo>
                  <a:lnTo>
                    <a:pt x="5507642" y="5306"/>
                  </a:lnTo>
                  <a:lnTo>
                    <a:pt x="5522345" y="5256"/>
                  </a:lnTo>
                  <a:lnTo>
                    <a:pt x="5527100" y="524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9" y="5264"/>
                  </a:lnTo>
                  <a:lnTo>
                    <a:pt x="6530927" y="5435"/>
                  </a:lnTo>
                  <a:lnTo>
                    <a:pt x="6549730" y="5906"/>
                  </a:lnTo>
                  <a:lnTo>
                    <a:pt x="6583607" y="6835"/>
                  </a:lnTo>
                  <a:lnTo>
                    <a:pt x="6634627" y="8370"/>
                  </a:lnTo>
                  <a:lnTo>
                    <a:pt x="6703088" y="10638"/>
                  </a:lnTo>
                  <a:lnTo>
                    <a:pt x="6787566" y="13735"/>
                  </a:lnTo>
                  <a:lnTo>
                    <a:pt x="6885231" y="17717"/>
                  </a:lnTo>
                  <a:lnTo>
                    <a:pt x="6992359" y="22607"/>
                  </a:lnTo>
                  <a:lnTo>
                    <a:pt x="7104921" y="28399"/>
                  </a:lnTo>
                  <a:lnTo>
                    <a:pt x="7219103" y="35076"/>
                  </a:lnTo>
                  <a:lnTo>
                    <a:pt x="7331679" y="42622"/>
                  </a:lnTo>
                  <a:lnTo>
                    <a:pt x="7440194" y="51031"/>
                  </a:lnTo>
                  <a:lnTo>
                    <a:pt x="7542992" y="60319"/>
                  </a:lnTo>
                  <a:lnTo>
                    <a:pt x="7639135" y="70528"/>
                  </a:lnTo>
                  <a:lnTo>
                    <a:pt x="7728271" y="81727"/>
                  </a:lnTo>
                  <a:lnTo>
                    <a:pt x="7810491" y="94013"/>
                  </a:lnTo>
                  <a:lnTo>
                    <a:pt x="7886194" y="107511"/>
                  </a:lnTo>
                  <a:lnTo>
                    <a:pt x="7955977" y="122368"/>
                  </a:lnTo>
                  <a:lnTo>
                    <a:pt x="8020553" y="138747"/>
                  </a:lnTo>
                  <a:lnTo>
                    <a:pt x="8080686" y="156822"/>
                  </a:lnTo>
                  <a:lnTo>
                    <a:pt x="8137146" y="176754"/>
                  </a:lnTo>
                  <a:lnTo>
                    <a:pt x="8190665" y="198669"/>
                  </a:lnTo>
                  <a:lnTo>
                    <a:pt x="8229629" y="216612"/>
                  </a:lnTo>
                  <a:lnTo>
                    <a:pt x="8284798" y="244963"/>
                  </a:lnTo>
                  <a:lnTo>
                    <a:pt x="8338365" y="275864"/>
                  </a:lnTo>
                  <a:lnTo>
                    <a:pt x="8390864" y="309360"/>
                  </a:lnTo>
                  <a:lnTo>
                    <a:pt x="8442703" y="345434"/>
                  </a:lnTo>
                  <a:lnTo>
                    <a:pt x="8494185" y="383991"/>
                  </a:lnTo>
                  <a:lnTo>
                    <a:pt x="8545524" y="424859"/>
                  </a:lnTo>
                  <a:lnTo>
                    <a:pt x="8596860" y="467786"/>
                  </a:lnTo>
                  <a:lnTo>
                    <a:pt x="8648267" y="512438"/>
                  </a:lnTo>
                  <a:lnTo>
                    <a:pt x="8699769" y="558414"/>
                  </a:lnTo>
                  <a:lnTo>
                    <a:pt x="8751349" y="605257"/>
                  </a:lnTo>
                  <a:lnTo>
                    <a:pt x="8802967" y="652470"/>
                  </a:lnTo>
                  <a:lnTo>
                    <a:pt x="8854570" y="699540"/>
                  </a:lnTo>
                  <a:lnTo>
                    <a:pt x="8906111" y="745961"/>
                  </a:lnTo>
                  <a:lnTo>
                    <a:pt x="8957560" y="791256"/>
                  </a:lnTo>
                  <a:lnTo>
                    <a:pt x="9008921" y="834995"/>
                  </a:lnTo>
                  <a:lnTo>
                    <a:pt x="9060246" y="876815"/>
                  </a:lnTo>
                  <a:lnTo>
                    <a:pt x="9111642" y="916426"/>
                  </a:lnTo>
                  <a:lnTo>
                    <a:pt x="9163291" y="953620"/>
                  </a:lnTo>
                  <a:lnTo>
                    <a:pt x="9215452" y="988270"/>
                  </a:lnTo>
                  <a:lnTo>
                    <a:pt x="9268486" y="1020324"/>
                  </a:lnTo>
                  <a:lnTo>
                    <a:pt x="9322867" y="1049799"/>
                  </a:lnTo>
                  <a:lnTo>
                    <a:pt x="9347647" y="1062101"/>
                  </a:lnTo>
                  <a:lnTo>
                    <a:pt x="9399382" y="1085556"/>
                  </a:lnTo>
                  <a:lnTo>
                    <a:pt x="9453551" y="1106981"/>
                  </a:lnTo>
                  <a:lnTo>
                    <a:pt x="9510835" y="1126449"/>
                  </a:lnTo>
                  <a:lnTo>
                    <a:pt x="9571977" y="1144096"/>
                  </a:lnTo>
                  <a:lnTo>
                    <a:pt x="9637749" y="1160090"/>
                  </a:lnTo>
                  <a:lnTo>
                    <a:pt x="9708907" y="1174601"/>
                  </a:lnTo>
                  <a:lnTo>
                    <a:pt x="9786145" y="1187792"/>
                  </a:lnTo>
                  <a:lnTo>
                    <a:pt x="9870018" y="1199804"/>
                  </a:lnTo>
                  <a:lnTo>
                    <a:pt x="9960863" y="1210754"/>
                  </a:lnTo>
                  <a:lnTo>
                    <a:pt x="10058675" y="1220734"/>
                  </a:lnTo>
                  <a:lnTo>
                    <a:pt x="10162974" y="1229806"/>
                  </a:lnTo>
                  <a:lnTo>
                    <a:pt x="10272658" y="1238005"/>
                  </a:lnTo>
                  <a:lnTo>
                    <a:pt x="10385881" y="1245340"/>
                  </a:lnTo>
                  <a:lnTo>
                    <a:pt x="10499993" y="1251805"/>
                  </a:lnTo>
                  <a:lnTo>
                    <a:pt x="10611600" y="1257379"/>
                  </a:lnTo>
                  <a:lnTo>
                    <a:pt x="10716798" y="1262047"/>
                  </a:lnTo>
                  <a:lnTo>
                    <a:pt x="10811577" y="1265811"/>
                  </a:lnTo>
                  <a:lnTo>
                    <a:pt x="10892377" y="1268700"/>
                  </a:lnTo>
                  <a:lnTo>
                    <a:pt x="10956669" y="1270780"/>
                  </a:lnTo>
                  <a:lnTo>
                    <a:pt x="11003428" y="1272155"/>
                  </a:lnTo>
                  <a:lnTo>
                    <a:pt x="11033387" y="1272958"/>
                  </a:lnTo>
                  <a:lnTo>
                    <a:pt x="11049027" y="1273342"/>
                  </a:lnTo>
                  <a:lnTo>
                    <a:pt x="11054397" y="1273463"/>
                  </a:lnTo>
                  <a:lnTo>
                    <a:pt x="11054891" y="1273474"/>
                  </a:lnTo>
                  <a:lnTo>
                    <a:pt x="12049831" y="1273474"/>
                  </a:lnTo>
                  <a:lnTo>
                    <a:pt x="12049831" y="1268233"/>
                  </a:lnTo>
                  <a:lnTo>
                    <a:pt x="11054891" y="1268233"/>
                  </a:lnTo>
                  <a:lnTo>
                    <a:pt x="11053767" y="1268209"/>
                  </a:lnTo>
                  <a:lnTo>
                    <a:pt x="11046350" y="1268038"/>
                  </a:lnTo>
                  <a:lnTo>
                    <a:pt x="11027547" y="1267567"/>
                  </a:lnTo>
                  <a:lnTo>
                    <a:pt x="10993670" y="1266638"/>
                  </a:lnTo>
                  <a:lnTo>
                    <a:pt x="10942649" y="1265103"/>
                  </a:lnTo>
                  <a:lnTo>
                    <a:pt x="10874189" y="1262835"/>
                  </a:lnTo>
                  <a:lnTo>
                    <a:pt x="10789711" y="1259738"/>
                  </a:lnTo>
                  <a:lnTo>
                    <a:pt x="10692046" y="1255756"/>
                  </a:lnTo>
                  <a:lnTo>
                    <a:pt x="10584917" y="1250866"/>
                  </a:lnTo>
                  <a:lnTo>
                    <a:pt x="10472356" y="1245074"/>
                  </a:lnTo>
                  <a:lnTo>
                    <a:pt x="10358174" y="1238397"/>
                  </a:lnTo>
                  <a:lnTo>
                    <a:pt x="10245598" y="1230851"/>
                  </a:lnTo>
                  <a:lnTo>
                    <a:pt x="10137083" y="1222442"/>
                  </a:lnTo>
                  <a:lnTo>
                    <a:pt x="10034285" y="1213154"/>
                  </a:lnTo>
                  <a:lnTo>
                    <a:pt x="9938142" y="1202945"/>
                  </a:lnTo>
                  <a:lnTo>
                    <a:pt x="9849006" y="1191746"/>
                  </a:lnTo>
                  <a:lnTo>
                    <a:pt x="9766785" y="1179460"/>
                  </a:lnTo>
                  <a:lnTo>
                    <a:pt x="9691083" y="1165962"/>
                  </a:lnTo>
                  <a:lnTo>
                    <a:pt x="9621300" y="1151105"/>
                  </a:lnTo>
                  <a:lnTo>
                    <a:pt x="9556724" y="1134726"/>
                  </a:lnTo>
                  <a:lnTo>
                    <a:pt x="9496590" y="1116651"/>
                  </a:lnTo>
                  <a:lnTo>
                    <a:pt x="9440130" y="1096719"/>
                  </a:lnTo>
                  <a:lnTo>
                    <a:pt x="9386611" y="1074804"/>
                  </a:lnTo>
                  <a:lnTo>
                    <a:pt x="9347647" y="1056861"/>
                  </a:lnTo>
                  <a:lnTo>
                    <a:pt x="9292478" y="1028510"/>
                  </a:lnTo>
                  <a:lnTo>
                    <a:pt x="9238911" y="997610"/>
                  </a:lnTo>
                  <a:lnTo>
                    <a:pt x="9186412" y="964113"/>
                  </a:lnTo>
                  <a:lnTo>
                    <a:pt x="9134573" y="928039"/>
                  </a:lnTo>
                  <a:lnTo>
                    <a:pt x="9083091" y="889482"/>
                  </a:lnTo>
                  <a:lnTo>
                    <a:pt x="9031752" y="848614"/>
                  </a:lnTo>
                  <a:lnTo>
                    <a:pt x="8980417" y="805688"/>
                  </a:lnTo>
                  <a:lnTo>
                    <a:pt x="8929010" y="761036"/>
                  </a:lnTo>
                  <a:lnTo>
                    <a:pt x="8877508" y="715059"/>
                  </a:lnTo>
                  <a:lnTo>
                    <a:pt x="8825927" y="668216"/>
                  </a:lnTo>
                  <a:lnTo>
                    <a:pt x="8774310" y="621003"/>
                  </a:lnTo>
                  <a:lnTo>
                    <a:pt x="8722706" y="573933"/>
                  </a:lnTo>
                  <a:lnTo>
                    <a:pt x="8671166" y="527512"/>
                  </a:lnTo>
                  <a:lnTo>
                    <a:pt x="8619717" y="482218"/>
                  </a:lnTo>
                  <a:lnTo>
                    <a:pt x="8568356" y="438478"/>
                  </a:lnTo>
                  <a:lnTo>
                    <a:pt x="8517031" y="396659"/>
                  </a:lnTo>
                  <a:lnTo>
                    <a:pt x="8465634" y="357047"/>
                  </a:lnTo>
                  <a:lnTo>
                    <a:pt x="8413986" y="319853"/>
                  </a:lnTo>
                  <a:lnTo>
                    <a:pt x="8361824" y="285203"/>
                  </a:lnTo>
                  <a:lnTo>
                    <a:pt x="8308790" y="253149"/>
                  </a:lnTo>
                  <a:lnTo>
                    <a:pt x="8254409" y="223674"/>
                  </a:lnTo>
                  <a:lnTo>
                    <a:pt x="8229629" y="211372"/>
                  </a:lnTo>
                  <a:lnTo>
                    <a:pt x="8177895" y="187917"/>
                  </a:lnTo>
                  <a:lnTo>
                    <a:pt x="8123725" y="166492"/>
                  </a:lnTo>
                  <a:lnTo>
                    <a:pt x="8066442" y="147025"/>
                  </a:lnTo>
                  <a:lnTo>
                    <a:pt x="8005300" y="129377"/>
                  </a:lnTo>
                  <a:lnTo>
                    <a:pt x="7939528" y="113384"/>
                  </a:lnTo>
                  <a:lnTo>
                    <a:pt x="7868369" y="98872"/>
                  </a:lnTo>
                  <a:lnTo>
                    <a:pt x="7791132" y="85681"/>
                  </a:lnTo>
                  <a:lnTo>
                    <a:pt x="7707258" y="73670"/>
                  </a:lnTo>
                  <a:lnTo>
                    <a:pt x="7616413" y="62719"/>
                  </a:lnTo>
                  <a:lnTo>
                    <a:pt x="7518601" y="52739"/>
                  </a:lnTo>
                  <a:lnTo>
                    <a:pt x="7414302" y="43667"/>
                  </a:lnTo>
                  <a:lnTo>
                    <a:pt x="7304618" y="35468"/>
                  </a:lnTo>
                  <a:lnTo>
                    <a:pt x="7191396" y="28133"/>
                  </a:lnTo>
                  <a:lnTo>
                    <a:pt x="7077284" y="21669"/>
                  </a:lnTo>
                  <a:lnTo>
                    <a:pt x="6965676" y="16094"/>
                  </a:lnTo>
                  <a:lnTo>
                    <a:pt x="6860478" y="11426"/>
                  </a:lnTo>
                  <a:lnTo>
                    <a:pt x="6765699" y="7662"/>
                  </a:lnTo>
                  <a:lnTo>
                    <a:pt x="6684899" y="4773"/>
                  </a:lnTo>
                  <a:lnTo>
                    <a:pt x="6620608" y="2693"/>
                  </a:lnTo>
                  <a:lnTo>
                    <a:pt x="6573848" y="1318"/>
                  </a:lnTo>
                  <a:lnTo>
                    <a:pt x="6543890" y="515"/>
                  </a:lnTo>
                  <a:lnTo>
                    <a:pt x="6528249" y="131"/>
                  </a:lnTo>
                  <a:lnTo>
                    <a:pt x="6522879" y="1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3"/>
                  </a:lnTo>
                  <a:lnTo>
                    <a:pt x="5518811" y="27"/>
                  </a:lnTo>
                  <a:lnTo>
                    <a:pt x="5499810" y="94"/>
                  </a:lnTo>
                  <a:lnTo>
                    <a:pt x="5465591" y="226"/>
                  </a:lnTo>
                  <a:lnTo>
                    <a:pt x="5414083" y="444"/>
                  </a:lnTo>
                  <a:lnTo>
                    <a:pt x="5345017" y="766"/>
                  </a:lnTo>
                  <a:lnTo>
                    <a:pt x="5259865" y="1206"/>
                  </a:lnTo>
                  <a:lnTo>
                    <a:pt x="5161517" y="1771"/>
                  </a:lnTo>
                  <a:lnTo>
                    <a:pt x="5053754" y="2465"/>
                  </a:lnTo>
                  <a:lnTo>
                    <a:pt x="4940653" y="3286"/>
                  </a:lnTo>
                  <a:lnTo>
                    <a:pt x="4826053" y="4232"/>
                  </a:lnTo>
                  <a:lnTo>
                    <a:pt x="4713187" y="5302"/>
                  </a:lnTo>
                  <a:lnTo>
                    <a:pt x="4604504" y="6493"/>
                  </a:lnTo>
                  <a:lnTo>
                    <a:pt x="4501642" y="7810"/>
                  </a:lnTo>
                  <a:lnTo>
                    <a:pt x="4405517" y="9257"/>
                  </a:lnTo>
                  <a:lnTo>
                    <a:pt x="4316456" y="10844"/>
                  </a:lnTo>
                  <a:lnTo>
                    <a:pt x="4234345" y="12587"/>
                  </a:lnTo>
                  <a:lnTo>
                    <a:pt x="4158768" y="14502"/>
                  </a:lnTo>
                  <a:lnTo>
                    <a:pt x="4089109" y="16611"/>
                  </a:lnTo>
                  <a:lnTo>
                    <a:pt x="4024643" y="18938"/>
                  </a:lnTo>
                  <a:lnTo>
                    <a:pt x="3964594" y="21506"/>
                  </a:lnTo>
                  <a:lnTo>
                    <a:pt x="3908186" y="24339"/>
                  </a:lnTo>
                  <a:lnTo>
                    <a:pt x="3854684" y="27453"/>
                  </a:lnTo>
                  <a:lnTo>
                    <a:pt x="3820202" y="29696"/>
                  </a:lnTo>
                  <a:lnTo>
                    <a:pt x="3758717" y="34167"/>
                  </a:lnTo>
                  <a:lnTo>
                    <a:pt x="3699147" y="39086"/>
                  </a:lnTo>
                  <a:lnTo>
                    <a:pt x="3640780" y="44459"/>
                  </a:lnTo>
                  <a:lnTo>
                    <a:pt x="3583092" y="50279"/>
                  </a:lnTo>
                  <a:lnTo>
                    <a:pt x="3525715" y="56522"/>
                  </a:lnTo>
                  <a:lnTo>
                    <a:pt x="3468405" y="63145"/>
                  </a:lnTo>
                  <a:lnTo>
                    <a:pt x="3411029" y="70089"/>
                  </a:lnTo>
                  <a:lnTo>
                    <a:pt x="3353537" y="77278"/>
                  </a:lnTo>
                  <a:lnTo>
                    <a:pt x="3295945" y="84625"/>
                  </a:lnTo>
                  <a:lnTo>
                    <a:pt x="3238309" y="92032"/>
                  </a:lnTo>
                  <a:lnTo>
                    <a:pt x="3180702" y="99399"/>
                  </a:lnTo>
                  <a:lnTo>
                    <a:pt x="3123186" y="106629"/>
                  </a:lnTo>
                  <a:lnTo>
                    <a:pt x="3065788" y="113630"/>
                  </a:lnTo>
                  <a:lnTo>
                    <a:pt x="3008472" y="120324"/>
                  </a:lnTo>
                  <a:lnTo>
                    <a:pt x="2951125" y="126649"/>
                  </a:lnTo>
                  <a:lnTo>
                    <a:pt x="2893527" y="132559"/>
                  </a:lnTo>
                  <a:lnTo>
                    <a:pt x="2835337" y="138026"/>
                  </a:lnTo>
                  <a:lnTo>
                    <a:pt x="2776066" y="143038"/>
                  </a:lnTo>
                  <a:lnTo>
                    <a:pt x="2715045" y="147599"/>
                  </a:lnTo>
                  <a:lnTo>
                    <a:pt x="2702183" y="148484"/>
                  </a:lnTo>
                  <a:lnTo>
                    <a:pt x="2650252" y="151791"/>
                  </a:lnTo>
                  <a:lnTo>
                    <a:pt x="2595864" y="154811"/>
                  </a:lnTo>
                  <a:lnTo>
                    <a:pt x="2538334" y="157554"/>
                  </a:lnTo>
                  <a:lnTo>
                    <a:pt x="2476908" y="160039"/>
                  </a:lnTo>
                  <a:lnTo>
                    <a:pt x="2410805" y="162291"/>
                  </a:lnTo>
                  <a:lnTo>
                    <a:pt x="2339262" y="164333"/>
                  </a:lnTo>
                  <a:lnTo>
                    <a:pt x="2261580" y="166189"/>
                  </a:lnTo>
                  <a:lnTo>
                    <a:pt x="2177200" y="167879"/>
                  </a:lnTo>
                  <a:lnTo>
                    <a:pt x="2085792" y="169419"/>
                  </a:lnTo>
                  <a:lnTo>
                    <a:pt x="1987372" y="170821"/>
                  </a:lnTo>
                  <a:lnTo>
                    <a:pt x="1882447" y="172096"/>
                  </a:lnTo>
                  <a:lnTo>
                    <a:pt x="1772158" y="173247"/>
                  </a:lnTo>
                  <a:lnTo>
                    <a:pt x="1658406" y="174275"/>
                  </a:lnTo>
                  <a:lnTo>
                    <a:pt x="1543909" y="175181"/>
                  </a:lnTo>
                  <a:lnTo>
                    <a:pt x="1432130" y="175960"/>
                  </a:lnTo>
                  <a:lnTo>
                    <a:pt x="1327038" y="176611"/>
                  </a:lnTo>
                  <a:lnTo>
                    <a:pt x="1232675" y="177134"/>
                  </a:lnTo>
                  <a:lnTo>
                    <a:pt x="1152594" y="177533"/>
                  </a:lnTo>
                  <a:lnTo>
                    <a:pt x="1089265" y="177819"/>
                  </a:lnTo>
                  <a:lnTo>
                    <a:pt x="1043605" y="178007"/>
                  </a:lnTo>
                  <a:lnTo>
                    <a:pt x="1014743" y="178115"/>
                  </a:lnTo>
                  <a:lnTo>
                    <a:pt x="1000040" y="178165"/>
                  </a:lnTo>
                  <a:lnTo>
                    <a:pt x="995285" y="178180"/>
                  </a:lnTo>
                  <a:lnTo>
                    <a:pt x="994940" y="178181"/>
                  </a:lnTo>
                  <a:lnTo>
                    <a:pt x="0" y="178181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36" name="pl1335"/>
            <p:cNvSpPr/>
            <p:nvPr/>
          </p:nvSpPr>
          <p:spPr>
            <a:xfrm>
              <a:off x="1199187" y="4721646"/>
              <a:ext cx="12049831" cy="1268233"/>
            </a:xfrm>
            <a:custGeom>
              <a:avLst/>
              <a:pathLst>
                <a:path w="12049831" h="1268233">
                  <a:moveTo>
                    <a:pt x="0" y="178181"/>
                  </a:moveTo>
                  <a:lnTo>
                    <a:pt x="994940" y="178181"/>
                  </a:lnTo>
                  <a:lnTo>
                    <a:pt x="996076" y="178178"/>
                  </a:lnTo>
                  <a:lnTo>
                    <a:pt x="1003574" y="178153"/>
                  </a:lnTo>
                  <a:lnTo>
                    <a:pt x="1022575" y="178086"/>
                  </a:lnTo>
                  <a:lnTo>
                    <a:pt x="1056794" y="177954"/>
                  </a:lnTo>
                  <a:lnTo>
                    <a:pt x="1108302" y="177736"/>
                  </a:lnTo>
                  <a:lnTo>
                    <a:pt x="1177368" y="177414"/>
                  </a:lnTo>
                  <a:lnTo>
                    <a:pt x="1262520" y="176975"/>
                  </a:lnTo>
                  <a:lnTo>
                    <a:pt x="1360868" y="176409"/>
                  </a:lnTo>
                  <a:lnTo>
                    <a:pt x="1468631" y="175716"/>
                  </a:lnTo>
                  <a:lnTo>
                    <a:pt x="1581732" y="174895"/>
                  </a:lnTo>
                  <a:lnTo>
                    <a:pt x="1696332" y="173948"/>
                  </a:lnTo>
                  <a:lnTo>
                    <a:pt x="1809198" y="172879"/>
                  </a:lnTo>
                  <a:lnTo>
                    <a:pt x="1917881" y="171687"/>
                  </a:lnTo>
                  <a:lnTo>
                    <a:pt x="2020743" y="170371"/>
                  </a:lnTo>
                  <a:lnTo>
                    <a:pt x="2116868" y="168924"/>
                  </a:lnTo>
                  <a:lnTo>
                    <a:pt x="2205929" y="167336"/>
                  </a:lnTo>
                  <a:lnTo>
                    <a:pt x="2288040" y="165594"/>
                  </a:lnTo>
                  <a:lnTo>
                    <a:pt x="2363617" y="163678"/>
                  </a:lnTo>
                  <a:lnTo>
                    <a:pt x="2433276" y="161569"/>
                  </a:lnTo>
                  <a:lnTo>
                    <a:pt x="2497742" y="159243"/>
                  </a:lnTo>
                  <a:lnTo>
                    <a:pt x="2557791" y="156675"/>
                  </a:lnTo>
                  <a:lnTo>
                    <a:pt x="2614199" y="153842"/>
                  </a:lnTo>
                  <a:lnTo>
                    <a:pt x="2667701" y="150727"/>
                  </a:lnTo>
                  <a:lnTo>
                    <a:pt x="2702183" y="148484"/>
                  </a:lnTo>
                  <a:lnTo>
                    <a:pt x="2763668" y="144014"/>
                  </a:lnTo>
                  <a:lnTo>
                    <a:pt x="2823238" y="139095"/>
                  </a:lnTo>
                  <a:lnTo>
                    <a:pt x="2881605" y="133722"/>
                  </a:lnTo>
                  <a:lnTo>
                    <a:pt x="2939293" y="127901"/>
                  </a:lnTo>
                  <a:lnTo>
                    <a:pt x="2996670" y="121659"/>
                  </a:lnTo>
                  <a:lnTo>
                    <a:pt x="3053980" y="115036"/>
                  </a:lnTo>
                  <a:lnTo>
                    <a:pt x="3111356" y="108092"/>
                  </a:lnTo>
                  <a:lnTo>
                    <a:pt x="3168848" y="100902"/>
                  </a:lnTo>
                  <a:lnTo>
                    <a:pt x="3226440" y="93556"/>
                  </a:lnTo>
                  <a:lnTo>
                    <a:pt x="3284076" y="86149"/>
                  </a:lnTo>
                  <a:lnTo>
                    <a:pt x="3341683" y="78781"/>
                  </a:lnTo>
                  <a:lnTo>
                    <a:pt x="3399199" y="71552"/>
                  </a:lnTo>
                  <a:lnTo>
                    <a:pt x="3456597" y="64551"/>
                  </a:lnTo>
                  <a:lnTo>
                    <a:pt x="3513913" y="57856"/>
                  </a:lnTo>
                  <a:lnTo>
                    <a:pt x="3571260" y="51531"/>
                  </a:lnTo>
                  <a:lnTo>
                    <a:pt x="3628858" y="45622"/>
                  </a:lnTo>
                  <a:lnTo>
                    <a:pt x="3687048" y="40155"/>
                  </a:lnTo>
                  <a:lnTo>
                    <a:pt x="3746319" y="35143"/>
                  </a:lnTo>
                  <a:lnTo>
                    <a:pt x="3807340" y="30581"/>
                  </a:lnTo>
                  <a:lnTo>
                    <a:pt x="3820202" y="29696"/>
                  </a:lnTo>
                  <a:lnTo>
                    <a:pt x="3872133" y="26389"/>
                  </a:lnTo>
                  <a:lnTo>
                    <a:pt x="3926521" y="23370"/>
                  </a:lnTo>
                  <a:lnTo>
                    <a:pt x="3984051" y="20627"/>
                  </a:lnTo>
                  <a:lnTo>
                    <a:pt x="4045477" y="18141"/>
                  </a:lnTo>
                  <a:lnTo>
                    <a:pt x="4111580" y="15890"/>
                  </a:lnTo>
                  <a:lnTo>
                    <a:pt x="4183123" y="13847"/>
                  </a:lnTo>
                  <a:lnTo>
                    <a:pt x="4260805" y="11991"/>
                  </a:lnTo>
                  <a:lnTo>
                    <a:pt x="4345185" y="10302"/>
                  </a:lnTo>
                  <a:lnTo>
                    <a:pt x="4436593" y="8762"/>
                  </a:lnTo>
                  <a:lnTo>
                    <a:pt x="4535013" y="7359"/>
                  </a:lnTo>
                  <a:lnTo>
                    <a:pt x="4639938" y="6085"/>
                  </a:lnTo>
                  <a:lnTo>
                    <a:pt x="4750227" y="4934"/>
                  </a:lnTo>
                  <a:lnTo>
                    <a:pt x="4863979" y="3905"/>
                  </a:lnTo>
                  <a:lnTo>
                    <a:pt x="4978476" y="3000"/>
                  </a:lnTo>
                  <a:lnTo>
                    <a:pt x="5090255" y="2221"/>
                  </a:lnTo>
                  <a:lnTo>
                    <a:pt x="5195347" y="1570"/>
                  </a:lnTo>
                  <a:lnTo>
                    <a:pt x="5289710" y="1047"/>
                  </a:lnTo>
                  <a:lnTo>
                    <a:pt x="5369791" y="647"/>
                  </a:lnTo>
                  <a:lnTo>
                    <a:pt x="5433120" y="361"/>
                  </a:lnTo>
                  <a:lnTo>
                    <a:pt x="5478780" y="174"/>
                  </a:lnTo>
                  <a:lnTo>
                    <a:pt x="5507642" y="66"/>
                  </a:lnTo>
                  <a:lnTo>
                    <a:pt x="5522345" y="15"/>
                  </a:lnTo>
                  <a:lnTo>
                    <a:pt x="5527100" y="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9" y="23"/>
                  </a:lnTo>
                  <a:lnTo>
                    <a:pt x="6530927" y="194"/>
                  </a:lnTo>
                  <a:lnTo>
                    <a:pt x="6549730" y="665"/>
                  </a:lnTo>
                  <a:lnTo>
                    <a:pt x="6583607" y="1594"/>
                  </a:lnTo>
                  <a:lnTo>
                    <a:pt x="6634627" y="3129"/>
                  </a:lnTo>
                  <a:lnTo>
                    <a:pt x="6703088" y="5398"/>
                  </a:lnTo>
                  <a:lnTo>
                    <a:pt x="6787566" y="8494"/>
                  </a:lnTo>
                  <a:lnTo>
                    <a:pt x="6885231" y="12477"/>
                  </a:lnTo>
                  <a:lnTo>
                    <a:pt x="6992359" y="17366"/>
                  </a:lnTo>
                  <a:lnTo>
                    <a:pt x="7104921" y="23158"/>
                  </a:lnTo>
                  <a:lnTo>
                    <a:pt x="7219103" y="29835"/>
                  </a:lnTo>
                  <a:lnTo>
                    <a:pt x="7331679" y="37381"/>
                  </a:lnTo>
                  <a:lnTo>
                    <a:pt x="7440194" y="45790"/>
                  </a:lnTo>
                  <a:lnTo>
                    <a:pt x="7542992" y="55079"/>
                  </a:lnTo>
                  <a:lnTo>
                    <a:pt x="7639135" y="65288"/>
                  </a:lnTo>
                  <a:lnTo>
                    <a:pt x="7728271" y="76486"/>
                  </a:lnTo>
                  <a:lnTo>
                    <a:pt x="7810491" y="88773"/>
                  </a:lnTo>
                  <a:lnTo>
                    <a:pt x="7886194" y="102271"/>
                  </a:lnTo>
                  <a:lnTo>
                    <a:pt x="7955977" y="117127"/>
                  </a:lnTo>
                  <a:lnTo>
                    <a:pt x="8020553" y="133507"/>
                  </a:lnTo>
                  <a:lnTo>
                    <a:pt x="8080686" y="151581"/>
                  </a:lnTo>
                  <a:lnTo>
                    <a:pt x="8137146" y="171513"/>
                  </a:lnTo>
                  <a:lnTo>
                    <a:pt x="8190665" y="193428"/>
                  </a:lnTo>
                  <a:lnTo>
                    <a:pt x="8229629" y="211372"/>
                  </a:lnTo>
                  <a:lnTo>
                    <a:pt x="8284798" y="239722"/>
                  </a:lnTo>
                  <a:lnTo>
                    <a:pt x="8338365" y="270623"/>
                  </a:lnTo>
                  <a:lnTo>
                    <a:pt x="8390864" y="304120"/>
                  </a:lnTo>
                  <a:lnTo>
                    <a:pt x="8442703" y="340193"/>
                  </a:lnTo>
                  <a:lnTo>
                    <a:pt x="8494185" y="378751"/>
                  </a:lnTo>
                  <a:lnTo>
                    <a:pt x="8545524" y="419619"/>
                  </a:lnTo>
                  <a:lnTo>
                    <a:pt x="8596860" y="462545"/>
                  </a:lnTo>
                  <a:lnTo>
                    <a:pt x="8648267" y="507197"/>
                  </a:lnTo>
                  <a:lnTo>
                    <a:pt x="8699769" y="553173"/>
                  </a:lnTo>
                  <a:lnTo>
                    <a:pt x="8751349" y="600016"/>
                  </a:lnTo>
                  <a:lnTo>
                    <a:pt x="8802967" y="647229"/>
                  </a:lnTo>
                  <a:lnTo>
                    <a:pt x="8854570" y="694299"/>
                  </a:lnTo>
                  <a:lnTo>
                    <a:pt x="8906111" y="740720"/>
                  </a:lnTo>
                  <a:lnTo>
                    <a:pt x="8957560" y="786015"/>
                  </a:lnTo>
                  <a:lnTo>
                    <a:pt x="9008921" y="829754"/>
                  </a:lnTo>
                  <a:lnTo>
                    <a:pt x="9060246" y="871574"/>
                  </a:lnTo>
                  <a:lnTo>
                    <a:pt x="9111642" y="911185"/>
                  </a:lnTo>
                  <a:lnTo>
                    <a:pt x="9163291" y="948380"/>
                  </a:lnTo>
                  <a:lnTo>
                    <a:pt x="9215452" y="983030"/>
                  </a:lnTo>
                  <a:lnTo>
                    <a:pt x="9268486" y="1015083"/>
                  </a:lnTo>
                  <a:lnTo>
                    <a:pt x="9322867" y="1044559"/>
                  </a:lnTo>
                  <a:lnTo>
                    <a:pt x="9347647" y="1056861"/>
                  </a:lnTo>
                  <a:lnTo>
                    <a:pt x="9399382" y="1080316"/>
                  </a:lnTo>
                  <a:lnTo>
                    <a:pt x="9453551" y="1101741"/>
                  </a:lnTo>
                  <a:lnTo>
                    <a:pt x="9510835" y="1121208"/>
                  </a:lnTo>
                  <a:lnTo>
                    <a:pt x="9571977" y="1138855"/>
                  </a:lnTo>
                  <a:lnTo>
                    <a:pt x="9637749" y="1154849"/>
                  </a:lnTo>
                  <a:lnTo>
                    <a:pt x="9708907" y="1169361"/>
                  </a:lnTo>
                  <a:lnTo>
                    <a:pt x="9786145" y="1182551"/>
                  </a:lnTo>
                  <a:lnTo>
                    <a:pt x="9870018" y="1194563"/>
                  </a:lnTo>
                  <a:lnTo>
                    <a:pt x="9960863" y="1205513"/>
                  </a:lnTo>
                  <a:lnTo>
                    <a:pt x="10058675" y="1215493"/>
                  </a:lnTo>
                  <a:lnTo>
                    <a:pt x="10162974" y="1224565"/>
                  </a:lnTo>
                  <a:lnTo>
                    <a:pt x="10272658" y="1232764"/>
                  </a:lnTo>
                  <a:lnTo>
                    <a:pt x="10385881" y="1240100"/>
                  </a:lnTo>
                  <a:lnTo>
                    <a:pt x="10499993" y="1246564"/>
                  </a:lnTo>
                  <a:lnTo>
                    <a:pt x="10611600" y="1252138"/>
                  </a:lnTo>
                  <a:lnTo>
                    <a:pt x="10716798" y="1256807"/>
                  </a:lnTo>
                  <a:lnTo>
                    <a:pt x="10811577" y="1260570"/>
                  </a:lnTo>
                  <a:lnTo>
                    <a:pt x="10892377" y="1263459"/>
                  </a:lnTo>
                  <a:lnTo>
                    <a:pt x="10956669" y="1265540"/>
                  </a:lnTo>
                  <a:lnTo>
                    <a:pt x="11003428" y="1266914"/>
                  </a:lnTo>
                  <a:lnTo>
                    <a:pt x="11033387" y="1267718"/>
                  </a:lnTo>
                  <a:lnTo>
                    <a:pt x="11049027" y="1268102"/>
                  </a:lnTo>
                  <a:lnTo>
                    <a:pt x="11054397" y="1268223"/>
                  </a:lnTo>
                  <a:lnTo>
                    <a:pt x="11054891" y="1268233"/>
                  </a:lnTo>
                  <a:lnTo>
                    <a:pt x="12049831" y="1268233"/>
                  </a:lnTo>
                  <a:lnTo>
                    <a:pt x="12049831" y="12682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7" name="pl1336"/>
            <p:cNvSpPr/>
            <p:nvPr/>
          </p:nvSpPr>
          <p:spPr>
            <a:xfrm>
              <a:off x="1199187" y="4716406"/>
              <a:ext cx="12049831" cy="1268233"/>
            </a:xfrm>
            <a:custGeom>
              <a:avLst/>
              <a:pathLst>
                <a:path w="12049831" h="1268233">
                  <a:moveTo>
                    <a:pt x="12049831" y="1268233"/>
                  </a:moveTo>
                  <a:lnTo>
                    <a:pt x="11054891" y="1268233"/>
                  </a:lnTo>
                  <a:lnTo>
                    <a:pt x="11053767" y="1268209"/>
                  </a:lnTo>
                  <a:lnTo>
                    <a:pt x="11046350" y="1268038"/>
                  </a:lnTo>
                  <a:lnTo>
                    <a:pt x="11027547" y="1267567"/>
                  </a:lnTo>
                  <a:lnTo>
                    <a:pt x="10993670" y="1266638"/>
                  </a:lnTo>
                  <a:lnTo>
                    <a:pt x="10942649" y="1265103"/>
                  </a:lnTo>
                  <a:lnTo>
                    <a:pt x="10874189" y="1262835"/>
                  </a:lnTo>
                  <a:lnTo>
                    <a:pt x="10789711" y="1259738"/>
                  </a:lnTo>
                  <a:lnTo>
                    <a:pt x="10692046" y="1255756"/>
                  </a:lnTo>
                  <a:lnTo>
                    <a:pt x="10584917" y="1250866"/>
                  </a:lnTo>
                  <a:lnTo>
                    <a:pt x="10472356" y="1245074"/>
                  </a:lnTo>
                  <a:lnTo>
                    <a:pt x="10358174" y="1238397"/>
                  </a:lnTo>
                  <a:lnTo>
                    <a:pt x="10245598" y="1230851"/>
                  </a:lnTo>
                  <a:lnTo>
                    <a:pt x="10137083" y="1222442"/>
                  </a:lnTo>
                  <a:lnTo>
                    <a:pt x="10034285" y="1213154"/>
                  </a:lnTo>
                  <a:lnTo>
                    <a:pt x="9938142" y="1202945"/>
                  </a:lnTo>
                  <a:lnTo>
                    <a:pt x="9849006" y="1191746"/>
                  </a:lnTo>
                  <a:lnTo>
                    <a:pt x="9766785" y="1179460"/>
                  </a:lnTo>
                  <a:lnTo>
                    <a:pt x="9691083" y="1165962"/>
                  </a:lnTo>
                  <a:lnTo>
                    <a:pt x="9621300" y="1151105"/>
                  </a:lnTo>
                  <a:lnTo>
                    <a:pt x="9556724" y="1134726"/>
                  </a:lnTo>
                  <a:lnTo>
                    <a:pt x="9496590" y="1116651"/>
                  </a:lnTo>
                  <a:lnTo>
                    <a:pt x="9440130" y="1096719"/>
                  </a:lnTo>
                  <a:lnTo>
                    <a:pt x="9386611" y="1074804"/>
                  </a:lnTo>
                  <a:lnTo>
                    <a:pt x="9347647" y="1056861"/>
                  </a:lnTo>
                  <a:lnTo>
                    <a:pt x="9292478" y="1028510"/>
                  </a:lnTo>
                  <a:lnTo>
                    <a:pt x="9238911" y="997610"/>
                  </a:lnTo>
                  <a:lnTo>
                    <a:pt x="9186412" y="964113"/>
                  </a:lnTo>
                  <a:lnTo>
                    <a:pt x="9134573" y="928039"/>
                  </a:lnTo>
                  <a:lnTo>
                    <a:pt x="9083091" y="889482"/>
                  </a:lnTo>
                  <a:lnTo>
                    <a:pt x="9031752" y="848614"/>
                  </a:lnTo>
                  <a:lnTo>
                    <a:pt x="8980417" y="805688"/>
                  </a:lnTo>
                  <a:lnTo>
                    <a:pt x="8929010" y="761036"/>
                  </a:lnTo>
                  <a:lnTo>
                    <a:pt x="8877508" y="715059"/>
                  </a:lnTo>
                  <a:lnTo>
                    <a:pt x="8825927" y="668216"/>
                  </a:lnTo>
                  <a:lnTo>
                    <a:pt x="8774310" y="621003"/>
                  </a:lnTo>
                  <a:lnTo>
                    <a:pt x="8722706" y="573933"/>
                  </a:lnTo>
                  <a:lnTo>
                    <a:pt x="8671166" y="527512"/>
                  </a:lnTo>
                  <a:lnTo>
                    <a:pt x="8619717" y="482218"/>
                  </a:lnTo>
                  <a:lnTo>
                    <a:pt x="8568356" y="438478"/>
                  </a:lnTo>
                  <a:lnTo>
                    <a:pt x="8517031" y="396659"/>
                  </a:lnTo>
                  <a:lnTo>
                    <a:pt x="8465634" y="357047"/>
                  </a:lnTo>
                  <a:lnTo>
                    <a:pt x="8413986" y="319853"/>
                  </a:lnTo>
                  <a:lnTo>
                    <a:pt x="8361824" y="285203"/>
                  </a:lnTo>
                  <a:lnTo>
                    <a:pt x="8308790" y="253149"/>
                  </a:lnTo>
                  <a:lnTo>
                    <a:pt x="8254409" y="223674"/>
                  </a:lnTo>
                  <a:lnTo>
                    <a:pt x="8229629" y="211372"/>
                  </a:lnTo>
                  <a:lnTo>
                    <a:pt x="8177895" y="187917"/>
                  </a:lnTo>
                  <a:lnTo>
                    <a:pt x="8123725" y="166492"/>
                  </a:lnTo>
                  <a:lnTo>
                    <a:pt x="8066442" y="147025"/>
                  </a:lnTo>
                  <a:lnTo>
                    <a:pt x="8005300" y="129377"/>
                  </a:lnTo>
                  <a:lnTo>
                    <a:pt x="7939528" y="113384"/>
                  </a:lnTo>
                  <a:lnTo>
                    <a:pt x="7868369" y="98872"/>
                  </a:lnTo>
                  <a:lnTo>
                    <a:pt x="7791132" y="85681"/>
                  </a:lnTo>
                  <a:lnTo>
                    <a:pt x="7707258" y="73670"/>
                  </a:lnTo>
                  <a:lnTo>
                    <a:pt x="7616413" y="62719"/>
                  </a:lnTo>
                  <a:lnTo>
                    <a:pt x="7518601" y="52739"/>
                  </a:lnTo>
                  <a:lnTo>
                    <a:pt x="7414302" y="43667"/>
                  </a:lnTo>
                  <a:lnTo>
                    <a:pt x="7304618" y="35468"/>
                  </a:lnTo>
                  <a:lnTo>
                    <a:pt x="7191396" y="28133"/>
                  </a:lnTo>
                  <a:lnTo>
                    <a:pt x="7077284" y="21669"/>
                  </a:lnTo>
                  <a:lnTo>
                    <a:pt x="6965676" y="16094"/>
                  </a:lnTo>
                  <a:lnTo>
                    <a:pt x="6860478" y="11426"/>
                  </a:lnTo>
                  <a:lnTo>
                    <a:pt x="6765699" y="7662"/>
                  </a:lnTo>
                  <a:lnTo>
                    <a:pt x="6684899" y="4773"/>
                  </a:lnTo>
                  <a:lnTo>
                    <a:pt x="6620608" y="2693"/>
                  </a:lnTo>
                  <a:lnTo>
                    <a:pt x="6573848" y="1318"/>
                  </a:lnTo>
                  <a:lnTo>
                    <a:pt x="6543890" y="515"/>
                  </a:lnTo>
                  <a:lnTo>
                    <a:pt x="6528249" y="131"/>
                  </a:lnTo>
                  <a:lnTo>
                    <a:pt x="6522879" y="1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3"/>
                  </a:lnTo>
                  <a:lnTo>
                    <a:pt x="5518811" y="27"/>
                  </a:lnTo>
                  <a:lnTo>
                    <a:pt x="5499810" y="94"/>
                  </a:lnTo>
                  <a:lnTo>
                    <a:pt x="5465591" y="226"/>
                  </a:lnTo>
                  <a:lnTo>
                    <a:pt x="5414083" y="444"/>
                  </a:lnTo>
                  <a:lnTo>
                    <a:pt x="5345017" y="766"/>
                  </a:lnTo>
                  <a:lnTo>
                    <a:pt x="5259865" y="1206"/>
                  </a:lnTo>
                  <a:lnTo>
                    <a:pt x="5161517" y="1771"/>
                  </a:lnTo>
                  <a:lnTo>
                    <a:pt x="5053754" y="2465"/>
                  </a:lnTo>
                  <a:lnTo>
                    <a:pt x="4940653" y="3286"/>
                  </a:lnTo>
                  <a:lnTo>
                    <a:pt x="4826053" y="4232"/>
                  </a:lnTo>
                  <a:lnTo>
                    <a:pt x="4713187" y="5302"/>
                  </a:lnTo>
                  <a:lnTo>
                    <a:pt x="4604504" y="6493"/>
                  </a:lnTo>
                  <a:lnTo>
                    <a:pt x="4501642" y="7810"/>
                  </a:lnTo>
                  <a:lnTo>
                    <a:pt x="4405517" y="9257"/>
                  </a:lnTo>
                  <a:lnTo>
                    <a:pt x="4316456" y="10844"/>
                  </a:lnTo>
                  <a:lnTo>
                    <a:pt x="4234345" y="12587"/>
                  </a:lnTo>
                  <a:lnTo>
                    <a:pt x="4158768" y="14502"/>
                  </a:lnTo>
                  <a:lnTo>
                    <a:pt x="4089109" y="16611"/>
                  </a:lnTo>
                  <a:lnTo>
                    <a:pt x="4024643" y="18938"/>
                  </a:lnTo>
                  <a:lnTo>
                    <a:pt x="3964594" y="21506"/>
                  </a:lnTo>
                  <a:lnTo>
                    <a:pt x="3908186" y="24339"/>
                  </a:lnTo>
                  <a:lnTo>
                    <a:pt x="3854684" y="27453"/>
                  </a:lnTo>
                  <a:lnTo>
                    <a:pt x="3820202" y="29696"/>
                  </a:lnTo>
                  <a:lnTo>
                    <a:pt x="3758717" y="34167"/>
                  </a:lnTo>
                  <a:lnTo>
                    <a:pt x="3699147" y="39086"/>
                  </a:lnTo>
                  <a:lnTo>
                    <a:pt x="3640780" y="44459"/>
                  </a:lnTo>
                  <a:lnTo>
                    <a:pt x="3583092" y="50279"/>
                  </a:lnTo>
                  <a:lnTo>
                    <a:pt x="3525715" y="56522"/>
                  </a:lnTo>
                  <a:lnTo>
                    <a:pt x="3468405" y="63145"/>
                  </a:lnTo>
                  <a:lnTo>
                    <a:pt x="3411029" y="70089"/>
                  </a:lnTo>
                  <a:lnTo>
                    <a:pt x="3353537" y="77278"/>
                  </a:lnTo>
                  <a:lnTo>
                    <a:pt x="3295945" y="84625"/>
                  </a:lnTo>
                  <a:lnTo>
                    <a:pt x="3238309" y="92032"/>
                  </a:lnTo>
                  <a:lnTo>
                    <a:pt x="3180702" y="99399"/>
                  </a:lnTo>
                  <a:lnTo>
                    <a:pt x="3123186" y="106629"/>
                  </a:lnTo>
                  <a:lnTo>
                    <a:pt x="3065788" y="113630"/>
                  </a:lnTo>
                  <a:lnTo>
                    <a:pt x="3008472" y="120324"/>
                  </a:lnTo>
                  <a:lnTo>
                    <a:pt x="2951125" y="126649"/>
                  </a:lnTo>
                  <a:lnTo>
                    <a:pt x="2893527" y="132559"/>
                  </a:lnTo>
                  <a:lnTo>
                    <a:pt x="2835337" y="138026"/>
                  </a:lnTo>
                  <a:lnTo>
                    <a:pt x="2776066" y="143038"/>
                  </a:lnTo>
                  <a:lnTo>
                    <a:pt x="2715045" y="147599"/>
                  </a:lnTo>
                  <a:lnTo>
                    <a:pt x="2702183" y="148484"/>
                  </a:lnTo>
                  <a:lnTo>
                    <a:pt x="2650252" y="151791"/>
                  </a:lnTo>
                  <a:lnTo>
                    <a:pt x="2595864" y="154811"/>
                  </a:lnTo>
                  <a:lnTo>
                    <a:pt x="2538334" y="157554"/>
                  </a:lnTo>
                  <a:lnTo>
                    <a:pt x="2476908" y="160039"/>
                  </a:lnTo>
                  <a:lnTo>
                    <a:pt x="2410805" y="162291"/>
                  </a:lnTo>
                  <a:lnTo>
                    <a:pt x="2339262" y="164333"/>
                  </a:lnTo>
                  <a:lnTo>
                    <a:pt x="2261580" y="166189"/>
                  </a:lnTo>
                  <a:lnTo>
                    <a:pt x="2177200" y="167879"/>
                  </a:lnTo>
                  <a:lnTo>
                    <a:pt x="2085792" y="169419"/>
                  </a:lnTo>
                  <a:lnTo>
                    <a:pt x="1987372" y="170821"/>
                  </a:lnTo>
                  <a:lnTo>
                    <a:pt x="1882447" y="172096"/>
                  </a:lnTo>
                  <a:lnTo>
                    <a:pt x="1772158" y="173247"/>
                  </a:lnTo>
                  <a:lnTo>
                    <a:pt x="1658406" y="174275"/>
                  </a:lnTo>
                  <a:lnTo>
                    <a:pt x="1543909" y="175181"/>
                  </a:lnTo>
                  <a:lnTo>
                    <a:pt x="1432130" y="175960"/>
                  </a:lnTo>
                  <a:lnTo>
                    <a:pt x="1327038" y="176611"/>
                  </a:lnTo>
                  <a:lnTo>
                    <a:pt x="1232675" y="177134"/>
                  </a:lnTo>
                  <a:lnTo>
                    <a:pt x="1152594" y="177533"/>
                  </a:lnTo>
                  <a:lnTo>
                    <a:pt x="1089265" y="177819"/>
                  </a:lnTo>
                  <a:lnTo>
                    <a:pt x="1043605" y="178007"/>
                  </a:lnTo>
                  <a:lnTo>
                    <a:pt x="1014743" y="178115"/>
                  </a:lnTo>
                  <a:lnTo>
                    <a:pt x="1000040" y="178165"/>
                  </a:lnTo>
                  <a:lnTo>
                    <a:pt x="995285" y="178180"/>
                  </a:lnTo>
                  <a:lnTo>
                    <a:pt x="994940" y="178181"/>
                  </a:lnTo>
                  <a:lnTo>
                    <a:pt x="0" y="178181"/>
                  </a:lnTo>
                  <a:lnTo>
                    <a:pt x="0" y="1781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8" name="pg1337"/>
            <p:cNvSpPr/>
            <p:nvPr/>
          </p:nvSpPr>
          <p:spPr>
            <a:xfrm>
              <a:off x="1199187" y="1399084"/>
              <a:ext cx="12049831" cy="3306840"/>
            </a:xfrm>
            <a:custGeom>
              <a:avLst/>
              <a:pathLst>
                <a:path w="12049831" h="3306840">
                  <a:moveTo>
                    <a:pt x="0" y="3306840"/>
                  </a:moveTo>
                  <a:lnTo>
                    <a:pt x="994940" y="3306840"/>
                  </a:lnTo>
                  <a:lnTo>
                    <a:pt x="995996" y="3306781"/>
                  </a:lnTo>
                  <a:lnTo>
                    <a:pt x="1002979" y="3306364"/>
                  </a:lnTo>
                  <a:lnTo>
                    <a:pt x="1020709" y="3305213"/>
                  </a:lnTo>
                  <a:lnTo>
                    <a:pt x="1052724" y="3302944"/>
                  </a:lnTo>
                  <a:lnTo>
                    <a:pt x="1101086" y="3299189"/>
                  </a:lnTo>
                  <a:lnTo>
                    <a:pt x="1166229" y="3293633"/>
                  </a:lnTo>
                  <a:lnTo>
                    <a:pt x="1246990" y="3286033"/>
                  </a:lnTo>
                  <a:lnTo>
                    <a:pt x="1340860" y="3276236"/>
                  </a:lnTo>
                  <a:lnTo>
                    <a:pt x="1444434" y="3264178"/>
                  </a:lnTo>
                  <a:lnTo>
                    <a:pt x="1553935" y="3249861"/>
                  </a:lnTo>
                  <a:lnTo>
                    <a:pt x="1665708" y="3233323"/>
                  </a:lnTo>
                  <a:lnTo>
                    <a:pt x="1776581" y="3214610"/>
                  </a:lnTo>
                  <a:lnTo>
                    <a:pt x="1884069" y="3193742"/>
                  </a:lnTo>
                  <a:lnTo>
                    <a:pt x="1986427" y="3170696"/>
                  </a:lnTo>
                  <a:lnTo>
                    <a:pt x="2082596" y="3145389"/>
                  </a:lnTo>
                  <a:lnTo>
                    <a:pt x="2172097" y="3117671"/>
                  </a:lnTo>
                  <a:lnTo>
                    <a:pt x="2254896" y="3087327"/>
                  </a:lnTo>
                  <a:lnTo>
                    <a:pt x="2331283" y="3054074"/>
                  </a:lnTo>
                  <a:lnTo>
                    <a:pt x="2401762" y="3017573"/>
                  </a:lnTo>
                  <a:lnTo>
                    <a:pt x="2466970" y="2977433"/>
                  </a:lnTo>
                  <a:lnTo>
                    <a:pt x="2527610" y="2933239"/>
                  </a:lnTo>
                  <a:lnTo>
                    <a:pt x="2584410" y="2884578"/>
                  </a:lnTo>
                  <a:lnTo>
                    <a:pt x="2638076" y="2831091"/>
                  </a:lnTo>
                  <a:lnTo>
                    <a:pt x="2689263" y="2772556"/>
                  </a:lnTo>
                  <a:lnTo>
                    <a:pt x="2702183" y="2756573"/>
                  </a:lnTo>
                  <a:lnTo>
                    <a:pt x="2743927" y="2701568"/>
                  </a:lnTo>
                  <a:lnTo>
                    <a:pt x="2784676" y="2642821"/>
                  </a:lnTo>
                  <a:lnTo>
                    <a:pt x="2824682" y="2580256"/>
                  </a:lnTo>
                  <a:lnTo>
                    <a:pt x="2864151" y="2513847"/>
                  </a:lnTo>
                  <a:lnTo>
                    <a:pt x="2903251" y="2443626"/>
                  </a:lnTo>
                  <a:lnTo>
                    <a:pt x="2942114" y="2369688"/>
                  </a:lnTo>
                  <a:lnTo>
                    <a:pt x="2980845" y="2292192"/>
                  </a:lnTo>
                  <a:lnTo>
                    <a:pt x="3019523" y="2211367"/>
                  </a:lnTo>
                  <a:lnTo>
                    <a:pt x="3058201" y="2127509"/>
                  </a:lnTo>
                  <a:lnTo>
                    <a:pt x="3096914" y="2040979"/>
                  </a:lnTo>
                  <a:lnTo>
                    <a:pt x="3135679" y="1952200"/>
                  </a:lnTo>
                  <a:lnTo>
                    <a:pt x="3174498" y="1861649"/>
                  </a:lnTo>
                  <a:lnTo>
                    <a:pt x="3213362" y="1769845"/>
                  </a:lnTo>
                  <a:lnTo>
                    <a:pt x="3252253" y="1677340"/>
                  </a:lnTo>
                  <a:lnTo>
                    <a:pt x="3291148" y="1584703"/>
                  </a:lnTo>
                  <a:lnTo>
                    <a:pt x="3330027" y="1492507"/>
                  </a:lnTo>
                  <a:lnTo>
                    <a:pt x="3368868" y="1401314"/>
                  </a:lnTo>
                  <a:lnTo>
                    <a:pt x="3407658" y="1311658"/>
                  </a:lnTo>
                  <a:lnTo>
                    <a:pt x="3446395" y="1224038"/>
                  </a:lnTo>
                  <a:lnTo>
                    <a:pt x="3485086" y="1138903"/>
                  </a:lnTo>
                  <a:lnTo>
                    <a:pt x="3523758" y="1056643"/>
                  </a:lnTo>
                  <a:lnTo>
                    <a:pt x="3562457" y="977584"/>
                  </a:lnTo>
                  <a:lnTo>
                    <a:pt x="3601248" y="901987"/>
                  </a:lnTo>
                  <a:lnTo>
                    <a:pt x="3640224" y="830042"/>
                  </a:lnTo>
                  <a:lnTo>
                    <a:pt x="3679504" y="761874"/>
                  </a:lnTo>
                  <a:lnTo>
                    <a:pt x="3719240" y="697541"/>
                  </a:lnTo>
                  <a:lnTo>
                    <a:pt x="3759620" y="637045"/>
                  </a:lnTo>
                  <a:lnTo>
                    <a:pt x="3800872" y="580333"/>
                  </a:lnTo>
                  <a:lnTo>
                    <a:pt x="3820202" y="555507"/>
                  </a:lnTo>
                  <a:lnTo>
                    <a:pt x="3870843" y="495655"/>
                  </a:lnTo>
                  <a:lnTo>
                    <a:pt x="3923807" y="440875"/>
                  </a:lnTo>
                  <a:lnTo>
                    <a:pt x="3979729" y="390995"/>
                  </a:lnTo>
                  <a:lnTo>
                    <a:pt x="4039306" y="345683"/>
                  </a:lnTo>
                  <a:lnTo>
                    <a:pt x="4103262" y="304534"/>
                  </a:lnTo>
                  <a:lnTo>
                    <a:pt x="4172311" y="267130"/>
                  </a:lnTo>
                  <a:lnTo>
                    <a:pt x="4247113" y="233071"/>
                  </a:lnTo>
                  <a:lnTo>
                    <a:pt x="4328215" y="202003"/>
                  </a:lnTo>
                  <a:lnTo>
                    <a:pt x="4415969" y="173629"/>
                  </a:lnTo>
                  <a:lnTo>
                    <a:pt x="4510437" y="147714"/>
                  </a:lnTo>
                  <a:lnTo>
                    <a:pt x="4611268" y="124093"/>
                  </a:lnTo>
                  <a:lnTo>
                    <a:pt x="4717566" y="102666"/>
                  </a:lnTo>
                  <a:lnTo>
                    <a:pt x="4827771" y="83394"/>
                  </a:lnTo>
                  <a:lnTo>
                    <a:pt x="4939590" y="66289"/>
                  </a:lnTo>
                  <a:lnTo>
                    <a:pt x="5050016" y="51393"/>
                  </a:lnTo>
                  <a:lnTo>
                    <a:pt x="5155490" y="38748"/>
                  </a:lnTo>
                  <a:lnTo>
                    <a:pt x="5252223" y="28369"/>
                  </a:lnTo>
                  <a:lnTo>
                    <a:pt x="5336664" y="20211"/>
                  </a:lnTo>
                  <a:lnTo>
                    <a:pt x="5406023" y="14145"/>
                  </a:lnTo>
                  <a:lnTo>
                    <a:pt x="5458755" y="9952"/>
                  </a:lnTo>
                  <a:lnTo>
                    <a:pt x="5494868" y="7332"/>
                  </a:lnTo>
                  <a:lnTo>
                    <a:pt x="5516013" y="5928"/>
                  </a:lnTo>
                  <a:lnTo>
                    <a:pt x="5525364" y="535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79" y="5284"/>
                  </a:lnTo>
                  <a:lnTo>
                    <a:pt x="6530703" y="5593"/>
                  </a:lnTo>
                  <a:lnTo>
                    <a:pt x="6549028" y="6447"/>
                  </a:lnTo>
                  <a:lnTo>
                    <a:pt x="6582076" y="8130"/>
                  </a:lnTo>
                  <a:lnTo>
                    <a:pt x="6631916" y="10914"/>
                  </a:lnTo>
                  <a:lnTo>
                    <a:pt x="6698907" y="15030"/>
                  </a:lnTo>
                  <a:lnTo>
                    <a:pt x="6781741" y="20654"/>
                  </a:lnTo>
                  <a:lnTo>
                    <a:pt x="6877735" y="27894"/>
                  </a:lnTo>
                  <a:lnTo>
                    <a:pt x="6983304" y="36793"/>
                  </a:lnTo>
                  <a:lnTo>
                    <a:pt x="7094531" y="47346"/>
                  </a:lnTo>
                  <a:lnTo>
                    <a:pt x="7207670" y="59521"/>
                  </a:lnTo>
                  <a:lnTo>
                    <a:pt x="7319516" y="73288"/>
                  </a:lnTo>
                  <a:lnTo>
                    <a:pt x="7427598" y="88634"/>
                  </a:lnTo>
                  <a:lnTo>
                    <a:pt x="7530220" y="105583"/>
                  </a:lnTo>
                  <a:lnTo>
                    <a:pt x="7626390" y="124204"/>
                  </a:lnTo>
                  <a:lnTo>
                    <a:pt x="7715698" y="144616"/>
                  </a:lnTo>
                  <a:lnTo>
                    <a:pt x="7798180" y="166989"/>
                  </a:lnTo>
                  <a:lnTo>
                    <a:pt x="7874187" y="191540"/>
                  </a:lnTo>
                  <a:lnTo>
                    <a:pt x="7944275" y="218530"/>
                  </a:lnTo>
                  <a:lnTo>
                    <a:pt x="8009125" y="248253"/>
                  </a:lnTo>
                  <a:lnTo>
                    <a:pt x="8069474" y="281021"/>
                  </a:lnTo>
                  <a:lnTo>
                    <a:pt x="8126074" y="317134"/>
                  </a:lnTo>
                  <a:lnTo>
                    <a:pt x="8179646" y="356838"/>
                  </a:lnTo>
                  <a:lnTo>
                    <a:pt x="8229629" y="399161"/>
                  </a:lnTo>
                  <a:lnTo>
                    <a:pt x="8276736" y="443868"/>
                  </a:lnTo>
                  <a:lnTo>
                    <a:pt x="8322618" y="492009"/>
                  </a:lnTo>
                  <a:lnTo>
                    <a:pt x="8367622" y="543652"/>
                  </a:lnTo>
                  <a:lnTo>
                    <a:pt x="8412028" y="598805"/>
                  </a:lnTo>
                  <a:lnTo>
                    <a:pt x="8456054" y="657405"/>
                  </a:lnTo>
                  <a:lnTo>
                    <a:pt x="8499869" y="719316"/>
                  </a:lnTo>
                  <a:lnTo>
                    <a:pt x="8543595" y="784322"/>
                  </a:lnTo>
                  <a:lnTo>
                    <a:pt x="8587317" y="852127"/>
                  </a:lnTo>
                  <a:lnTo>
                    <a:pt x="8631084" y="922360"/>
                  </a:lnTo>
                  <a:lnTo>
                    <a:pt x="8674919" y="994575"/>
                  </a:lnTo>
                  <a:lnTo>
                    <a:pt x="8718820" y="1068271"/>
                  </a:lnTo>
                  <a:lnTo>
                    <a:pt x="8762769" y="1142895"/>
                  </a:lnTo>
                  <a:lnTo>
                    <a:pt x="8806737" y="1217868"/>
                  </a:lnTo>
                  <a:lnTo>
                    <a:pt x="8850692" y="1292597"/>
                  </a:lnTo>
                  <a:lnTo>
                    <a:pt x="8894603" y="1366498"/>
                  </a:lnTo>
                  <a:lnTo>
                    <a:pt x="8938450" y="1439014"/>
                  </a:lnTo>
                  <a:lnTo>
                    <a:pt x="8982229" y="1509631"/>
                  </a:lnTo>
                  <a:lnTo>
                    <a:pt x="9025956" y="1577894"/>
                  </a:lnTo>
                  <a:lnTo>
                    <a:pt x="9069676" y="1643419"/>
                  </a:lnTo>
                  <a:lnTo>
                    <a:pt x="9113467" y="1705895"/>
                  </a:lnTo>
                  <a:lnTo>
                    <a:pt x="9157445" y="1765092"/>
                  </a:lnTo>
                  <a:lnTo>
                    <a:pt x="9201770" y="1820861"/>
                  </a:lnTo>
                  <a:lnTo>
                    <a:pt x="9246650" y="1873126"/>
                  </a:lnTo>
                  <a:lnTo>
                    <a:pt x="9292353" y="1921882"/>
                  </a:lnTo>
                  <a:lnTo>
                    <a:pt x="9339214" y="1967188"/>
                  </a:lnTo>
                  <a:lnTo>
                    <a:pt x="9347647" y="1974845"/>
                  </a:lnTo>
                  <a:lnTo>
                    <a:pt x="9398900" y="2018175"/>
                  </a:lnTo>
                  <a:lnTo>
                    <a:pt x="9452537" y="2057790"/>
                  </a:lnTo>
                  <a:lnTo>
                    <a:pt x="9509219" y="2093818"/>
                  </a:lnTo>
                  <a:lnTo>
                    <a:pt x="9569669" y="2126509"/>
                  </a:lnTo>
                  <a:lnTo>
                    <a:pt x="9634637" y="2156162"/>
                  </a:lnTo>
                  <a:lnTo>
                    <a:pt x="9704861" y="2183090"/>
                  </a:lnTo>
                  <a:lnTo>
                    <a:pt x="9781019" y="2207585"/>
                  </a:lnTo>
                  <a:lnTo>
                    <a:pt x="9863664" y="2229908"/>
                  </a:lnTo>
                  <a:lnTo>
                    <a:pt x="9953140" y="2250274"/>
                  </a:lnTo>
                  <a:lnTo>
                    <a:pt x="10049472" y="2268854"/>
                  </a:lnTo>
                  <a:lnTo>
                    <a:pt x="10152241" y="2285763"/>
                  </a:lnTo>
                  <a:lnTo>
                    <a:pt x="10260438" y="2301071"/>
                  </a:lnTo>
                  <a:lnTo>
                    <a:pt x="10372348" y="2314799"/>
                  </a:lnTo>
                  <a:lnTo>
                    <a:pt x="10485481" y="2326936"/>
                  </a:lnTo>
                  <a:lnTo>
                    <a:pt x="10596616" y="2337449"/>
                  </a:lnTo>
                  <a:lnTo>
                    <a:pt x="10702000" y="2346307"/>
                  </a:lnTo>
                  <a:lnTo>
                    <a:pt x="10797714" y="2353507"/>
                  </a:lnTo>
                  <a:lnTo>
                    <a:pt x="10880191" y="2359093"/>
                  </a:lnTo>
                  <a:lnTo>
                    <a:pt x="10946775" y="2363175"/>
                  </a:lnTo>
                  <a:lnTo>
                    <a:pt x="10996196" y="2365929"/>
                  </a:lnTo>
                  <a:lnTo>
                    <a:pt x="11028856" y="2367589"/>
                  </a:lnTo>
                  <a:lnTo>
                    <a:pt x="11046863" y="2368426"/>
                  </a:lnTo>
                  <a:lnTo>
                    <a:pt x="11053874" y="2368726"/>
                  </a:lnTo>
                  <a:lnTo>
                    <a:pt x="11054891" y="2368766"/>
                  </a:lnTo>
                  <a:lnTo>
                    <a:pt x="12049831" y="2368766"/>
                  </a:lnTo>
                  <a:lnTo>
                    <a:pt x="12049831" y="2363525"/>
                  </a:lnTo>
                  <a:lnTo>
                    <a:pt x="11054891" y="2363525"/>
                  </a:lnTo>
                  <a:lnTo>
                    <a:pt x="11053797" y="2363482"/>
                  </a:lnTo>
                  <a:lnTo>
                    <a:pt x="11046573" y="2363173"/>
                  </a:lnTo>
                  <a:lnTo>
                    <a:pt x="11028249" y="2362319"/>
                  </a:lnTo>
                  <a:lnTo>
                    <a:pt x="10995200" y="2360635"/>
                  </a:lnTo>
                  <a:lnTo>
                    <a:pt x="10945360" y="2357852"/>
                  </a:lnTo>
                  <a:lnTo>
                    <a:pt x="10878370" y="2353735"/>
                  </a:lnTo>
                  <a:lnTo>
                    <a:pt x="10795535" y="2348111"/>
                  </a:lnTo>
                  <a:lnTo>
                    <a:pt x="10699542" y="2340871"/>
                  </a:lnTo>
                  <a:lnTo>
                    <a:pt x="10593972" y="2331972"/>
                  </a:lnTo>
                  <a:lnTo>
                    <a:pt x="10482745" y="2321420"/>
                  </a:lnTo>
                  <a:lnTo>
                    <a:pt x="10369607" y="2309244"/>
                  </a:lnTo>
                  <a:lnTo>
                    <a:pt x="10257761" y="2295477"/>
                  </a:lnTo>
                  <a:lnTo>
                    <a:pt x="10149678" y="2280131"/>
                  </a:lnTo>
                  <a:lnTo>
                    <a:pt x="10047056" y="2263182"/>
                  </a:lnTo>
                  <a:lnTo>
                    <a:pt x="9950887" y="2244561"/>
                  </a:lnTo>
                  <a:lnTo>
                    <a:pt x="9861579" y="2224149"/>
                  </a:lnTo>
                  <a:lnTo>
                    <a:pt x="9779096" y="2201777"/>
                  </a:lnTo>
                  <a:lnTo>
                    <a:pt x="9703090" y="2177226"/>
                  </a:lnTo>
                  <a:lnTo>
                    <a:pt x="9633001" y="2150236"/>
                  </a:lnTo>
                  <a:lnTo>
                    <a:pt x="9568152" y="2120512"/>
                  </a:lnTo>
                  <a:lnTo>
                    <a:pt x="9507802" y="2087744"/>
                  </a:lnTo>
                  <a:lnTo>
                    <a:pt x="9451203" y="2051632"/>
                  </a:lnTo>
                  <a:lnTo>
                    <a:pt x="9397630" y="2011928"/>
                  </a:lnTo>
                  <a:lnTo>
                    <a:pt x="9347647" y="1969604"/>
                  </a:lnTo>
                  <a:lnTo>
                    <a:pt x="9300540" y="1924897"/>
                  </a:lnTo>
                  <a:lnTo>
                    <a:pt x="9254659" y="1876757"/>
                  </a:lnTo>
                  <a:lnTo>
                    <a:pt x="9209655" y="1825114"/>
                  </a:lnTo>
                  <a:lnTo>
                    <a:pt x="9165249" y="1769961"/>
                  </a:lnTo>
                  <a:lnTo>
                    <a:pt x="9121223" y="1711361"/>
                  </a:lnTo>
                  <a:lnTo>
                    <a:pt x="9077408" y="1649450"/>
                  </a:lnTo>
                  <a:lnTo>
                    <a:pt x="9033682" y="1584444"/>
                  </a:lnTo>
                  <a:lnTo>
                    <a:pt x="8989960" y="1516638"/>
                  </a:lnTo>
                  <a:lnTo>
                    <a:pt x="8946192" y="1446406"/>
                  </a:lnTo>
                  <a:lnTo>
                    <a:pt x="8902358" y="1374190"/>
                  </a:lnTo>
                  <a:lnTo>
                    <a:pt x="8858457" y="1300495"/>
                  </a:lnTo>
                  <a:lnTo>
                    <a:pt x="8814508" y="1225870"/>
                  </a:lnTo>
                  <a:lnTo>
                    <a:pt x="8770539" y="1150897"/>
                  </a:lnTo>
                  <a:lnTo>
                    <a:pt x="8726585" y="1076169"/>
                  </a:lnTo>
                  <a:lnTo>
                    <a:pt x="8682674" y="1002268"/>
                  </a:lnTo>
                  <a:lnTo>
                    <a:pt x="8638826" y="929752"/>
                  </a:lnTo>
                  <a:lnTo>
                    <a:pt x="8595048" y="859135"/>
                  </a:lnTo>
                  <a:lnTo>
                    <a:pt x="8551321" y="790871"/>
                  </a:lnTo>
                  <a:lnTo>
                    <a:pt x="8507601" y="725347"/>
                  </a:lnTo>
                  <a:lnTo>
                    <a:pt x="8463809" y="662871"/>
                  </a:lnTo>
                  <a:lnTo>
                    <a:pt x="8419831" y="603673"/>
                  </a:lnTo>
                  <a:lnTo>
                    <a:pt x="8375507" y="547905"/>
                  </a:lnTo>
                  <a:lnTo>
                    <a:pt x="8330627" y="495640"/>
                  </a:lnTo>
                  <a:lnTo>
                    <a:pt x="8284924" y="446884"/>
                  </a:lnTo>
                  <a:lnTo>
                    <a:pt x="8238062" y="401577"/>
                  </a:lnTo>
                  <a:lnTo>
                    <a:pt x="8229629" y="393920"/>
                  </a:lnTo>
                  <a:lnTo>
                    <a:pt x="8178377" y="350590"/>
                  </a:lnTo>
                  <a:lnTo>
                    <a:pt x="8124739" y="310975"/>
                  </a:lnTo>
                  <a:lnTo>
                    <a:pt x="8068057" y="274947"/>
                  </a:lnTo>
                  <a:lnTo>
                    <a:pt x="8007608" y="242257"/>
                  </a:lnTo>
                  <a:lnTo>
                    <a:pt x="7942640" y="212603"/>
                  </a:lnTo>
                  <a:lnTo>
                    <a:pt x="7872415" y="185676"/>
                  </a:lnTo>
                  <a:lnTo>
                    <a:pt x="7796257" y="161181"/>
                  </a:lnTo>
                  <a:lnTo>
                    <a:pt x="7713613" y="138858"/>
                  </a:lnTo>
                  <a:lnTo>
                    <a:pt x="7624137" y="118491"/>
                  </a:lnTo>
                  <a:lnTo>
                    <a:pt x="7527804" y="99912"/>
                  </a:lnTo>
                  <a:lnTo>
                    <a:pt x="7425035" y="83002"/>
                  </a:lnTo>
                  <a:lnTo>
                    <a:pt x="7316838" y="67695"/>
                  </a:lnTo>
                  <a:lnTo>
                    <a:pt x="7204928" y="53966"/>
                  </a:lnTo>
                  <a:lnTo>
                    <a:pt x="7091796" y="41830"/>
                  </a:lnTo>
                  <a:lnTo>
                    <a:pt x="6980660" y="31317"/>
                  </a:lnTo>
                  <a:lnTo>
                    <a:pt x="6875277" y="22458"/>
                  </a:lnTo>
                  <a:lnTo>
                    <a:pt x="6779563" y="15259"/>
                  </a:lnTo>
                  <a:lnTo>
                    <a:pt x="6697085" y="9672"/>
                  </a:lnTo>
                  <a:lnTo>
                    <a:pt x="6630502" y="5591"/>
                  </a:lnTo>
                  <a:lnTo>
                    <a:pt x="6581081" y="2837"/>
                  </a:lnTo>
                  <a:lnTo>
                    <a:pt x="6548421" y="1177"/>
                  </a:lnTo>
                  <a:lnTo>
                    <a:pt x="6530414" y="339"/>
                  </a:lnTo>
                  <a:lnTo>
                    <a:pt x="6523403" y="4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9" y="58"/>
                  </a:lnTo>
                  <a:lnTo>
                    <a:pt x="5519406" y="475"/>
                  </a:lnTo>
                  <a:lnTo>
                    <a:pt x="5501676" y="1626"/>
                  </a:lnTo>
                  <a:lnTo>
                    <a:pt x="5469661" y="3896"/>
                  </a:lnTo>
                  <a:lnTo>
                    <a:pt x="5421299" y="7650"/>
                  </a:lnTo>
                  <a:lnTo>
                    <a:pt x="5356156" y="13206"/>
                  </a:lnTo>
                  <a:lnTo>
                    <a:pt x="5275395" y="20807"/>
                  </a:lnTo>
                  <a:lnTo>
                    <a:pt x="5181525" y="30603"/>
                  </a:lnTo>
                  <a:lnTo>
                    <a:pt x="5077951" y="42661"/>
                  </a:lnTo>
                  <a:lnTo>
                    <a:pt x="4968450" y="56978"/>
                  </a:lnTo>
                  <a:lnTo>
                    <a:pt x="4856677" y="73516"/>
                  </a:lnTo>
                  <a:lnTo>
                    <a:pt x="4745804" y="92229"/>
                  </a:lnTo>
                  <a:lnTo>
                    <a:pt x="4638316" y="113097"/>
                  </a:lnTo>
                  <a:lnTo>
                    <a:pt x="4535958" y="136143"/>
                  </a:lnTo>
                  <a:lnTo>
                    <a:pt x="4439789" y="161451"/>
                  </a:lnTo>
                  <a:lnTo>
                    <a:pt x="4350288" y="189168"/>
                  </a:lnTo>
                  <a:lnTo>
                    <a:pt x="4267489" y="219512"/>
                  </a:lnTo>
                  <a:lnTo>
                    <a:pt x="4191102" y="252765"/>
                  </a:lnTo>
                  <a:lnTo>
                    <a:pt x="4120623" y="289267"/>
                  </a:lnTo>
                  <a:lnTo>
                    <a:pt x="4055415" y="329406"/>
                  </a:lnTo>
                  <a:lnTo>
                    <a:pt x="3994775" y="373600"/>
                  </a:lnTo>
                  <a:lnTo>
                    <a:pt x="3937975" y="422261"/>
                  </a:lnTo>
                  <a:lnTo>
                    <a:pt x="3884309" y="475748"/>
                  </a:lnTo>
                  <a:lnTo>
                    <a:pt x="3833122" y="534284"/>
                  </a:lnTo>
                  <a:lnTo>
                    <a:pt x="3820202" y="550266"/>
                  </a:lnTo>
                  <a:lnTo>
                    <a:pt x="3778458" y="605271"/>
                  </a:lnTo>
                  <a:lnTo>
                    <a:pt x="3737709" y="664018"/>
                  </a:lnTo>
                  <a:lnTo>
                    <a:pt x="3697703" y="726584"/>
                  </a:lnTo>
                  <a:lnTo>
                    <a:pt x="3658234" y="792993"/>
                  </a:lnTo>
                  <a:lnTo>
                    <a:pt x="3619134" y="863213"/>
                  </a:lnTo>
                  <a:lnTo>
                    <a:pt x="3580271" y="937151"/>
                  </a:lnTo>
                  <a:lnTo>
                    <a:pt x="3541540" y="1014647"/>
                  </a:lnTo>
                  <a:lnTo>
                    <a:pt x="3502862" y="1095472"/>
                  </a:lnTo>
                  <a:lnTo>
                    <a:pt x="3464184" y="1179330"/>
                  </a:lnTo>
                  <a:lnTo>
                    <a:pt x="3425471" y="1265860"/>
                  </a:lnTo>
                  <a:lnTo>
                    <a:pt x="3386706" y="1354639"/>
                  </a:lnTo>
                  <a:lnTo>
                    <a:pt x="3347887" y="1445190"/>
                  </a:lnTo>
                  <a:lnTo>
                    <a:pt x="3309023" y="1536994"/>
                  </a:lnTo>
                  <a:lnTo>
                    <a:pt x="3270132" y="1629499"/>
                  </a:lnTo>
                  <a:lnTo>
                    <a:pt x="3231237" y="1722136"/>
                  </a:lnTo>
                  <a:lnTo>
                    <a:pt x="3192358" y="1814332"/>
                  </a:lnTo>
                  <a:lnTo>
                    <a:pt x="3153517" y="1905525"/>
                  </a:lnTo>
                  <a:lnTo>
                    <a:pt x="3114727" y="1995181"/>
                  </a:lnTo>
                  <a:lnTo>
                    <a:pt x="3075990" y="2082801"/>
                  </a:lnTo>
                  <a:lnTo>
                    <a:pt x="3037299" y="2167936"/>
                  </a:lnTo>
                  <a:lnTo>
                    <a:pt x="2998627" y="2250196"/>
                  </a:lnTo>
                  <a:lnTo>
                    <a:pt x="2959928" y="2329255"/>
                  </a:lnTo>
                  <a:lnTo>
                    <a:pt x="2921137" y="2404852"/>
                  </a:lnTo>
                  <a:lnTo>
                    <a:pt x="2882161" y="2476797"/>
                  </a:lnTo>
                  <a:lnTo>
                    <a:pt x="2842881" y="2544966"/>
                  </a:lnTo>
                  <a:lnTo>
                    <a:pt x="2803145" y="2609298"/>
                  </a:lnTo>
                  <a:lnTo>
                    <a:pt x="2762765" y="2669794"/>
                  </a:lnTo>
                  <a:lnTo>
                    <a:pt x="2721513" y="2726506"/>
                  </a:lnTo>
                  <a:lnTo>
                    <a:pt x="2702183" y="2751332"/>
                  </a:lnTo>
                  <a:lnTo>
                    <a:pt x="2651542" y="2811184"/>
                  </a:lnTo>
                  <a:lnTo>
                    <a:pt x="2598578" y="2865964"/>
                  </a:lnTo>
                  <a:lnTo>
                    <a:pt x="2542656" y="2915844"/>
                  </a:lnTo>
                  <a:lnTo>
                    <a:pt x="2483079" y="2961156"/>
                  </a:lnTo>
                  <a:lnTo>
                    <a:pt x="2419123" y="3002305"/>
                  </a:lnTo>
                  <a:lnTo>
                    <a:pt x="2350074" y="3039710"/>
                  </a:lnTo>
                  <a:lnTo>
                    <a:pt x="2275272" y="3073768"/>
                  </a:lnTo>
                  <a:lnTo>
                    <a:pt x="2194170" y="3104836"/>
                  </a:lnTo>
                  <a:lnTo>
                    <a:pt x="2106416" y="3133210"/>
                  </a:lnTo>
                  <a:lnTo>
                    <a:pt x="2011948" y="3159125"/>
                  </a:lnTo>
                  <a:lnTo>
                    <a:pt x="1911117" y="3182746"/>
                  </a:lnTo>
                  <a:lnTo>
                    <a:pt x="1804819" y="3204173"/>
                  </a:lnTo>
                  <a:lnTo>
                    <a:pt x="1694614" y="3223445"/>
                  </a:lnTo>
                  <a:lnTo>
                    <a:pt x="1582795" y="3240550"/>
                  </a:lnTo>
                  <a:lnTo>
                    <a:pt x="1472369" y="3255446"/>
                  </a:lnTo>
                  <a:lnTo>
                    <a:pt x="1366895" y="3268092"/>
                  </a:lnTo>
                  <a:lnTo>
                    <a:pt x="1270162" y="3278470"/>
                  </a:lnTo>
                  <a:lnTo>
                    <a:pt x="1185721" y="3286628"/>
                  </a:lnTo>
                  <a:lnTo>
                    <a:pt x="1116362" y="3292694"/>
                  </a:lnTo>
                  <a:lnTo>
                    <a:pt x="1063630" y="3296887"/>
                  </a:lnTo>
                  <a:lnTo>
                    <a:pt x="1027517" y="3299507"/>
                  </a:lnTo>
                  <a:lnTo>
                    <a:pt x="1006372" y="3300912"/>
                  </a:lnTo>
                  <a:lnTo>
                    <a:pt x="997021" y="3301482"/>
                  </a:lnTo>
                  <a:lnTo>
                    <a:pt x="994940" y="3301599"/>
                  </a:lnTo>
                  <a:lnTo>
                    <a:pt x="0" y="3301599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39" name="pl1338"/>
            <p:cNvSpPr/>
            <p:nvPr/>
          </p:nvSpPr>
          <p:spPr>
            <a:xfrm>
              <a:off x="1199187" y="1404325"/>
              <a:ext cx="12049831" cy="3301599"/>
            </a:xfrm>
            <a:custGeom>
              <a:avLst/>
              <a:pathLst>
                <a:path w="12049831" h="3301599">
                  <a:moveTo>
                    <a:pt x="0" y="3301599"/>
                  </a:moveTo>
                  <a:lnTo>
                    <a:pt x="994940" y="3301599"/>
                  </a:lnTo>
                  <a:lnTo>
                    <a:pt x="995996" y="3301540"/>
                  </a:lnTo>
                  <a:lnTo>
                    <a:pt x="1002979" y="3301124"/>
                  </a:lnTo>
                  <a:lnTo>
                    <a:pt x="1020709" y="3299972"/>
                  </a:lnTo>
                  <a:lnTo>
                    <a:pt x="1052724" y="3297703"/>
                  </a:lnTo>
                  <a:lnTo>
                    <a:pt x="1101086" y="3293949"/>
                  </a:lnTo>
                  <a:lnTo>
                    <a:pt x="1166229" y="3288392"/>
                  </a:lnTo>
                  <a:lnTo>
                    <a:pt x="1246990" y="3280792"/>
                  </a:lnTo>
                  <a:lnTo>
                    <a:pt x="1340860" y="3270996"/>
                  </a:lnTo>
                  <a:lnTo>
                    <a:pt x="1444434" y="3258938"/>
                  </a:lnTo>
                  <a:lnTo>
                    <a:pt x="1553935" y="3244620"/>
                  </a:lnTo>
                  <a:lnTo>
                    <a:pt x="1665708" y="3228083"/>
                  </a:lnTo>
                  <a:lnTo>
                    <a:pt x="1776581" y="3209370"/>
                  </a:lnTo>
                  <a:lnTo>
                    <a:pt x="1884069" y="3188502"/>
                  </a:lnTo>
                  <a:lnTo>
                    <a:pt x="1986427" y="3165456"/>
                  </a:lnTo>
                  <a:lnTo>
                    <a:pt x="2082596" y="3140148"/>
                  </a:lnTo>
                  <a:lnTo>
                    <a:pt x="2172097" y="3112430"/>
                  </a:lnTo>
                  <a:lnTo>
                    <a:pt x="2254896" y="3082086"/>
                  </a:lnTo>
                  <a:lnTo>
                    <a:pt x="2331283" y="3048834"/>
                  </a:lnTo>
                  <a:lnTo>
                    <a:pt x="2401762" y="3012332"/>
                  </a:lnTo>
                  <a:lnTo>
                    <a:pt x="2466970" y="2972193"/>
                  </a:lnTo>
                  <a:lnTo>
                    <a:pt x="2527610" y="2927999"/>
                  </a:lnTo>
                  <a:lnTo>
                    <a:pt x="2584410" y="2879338"/>
                  </a:lnTo>
                  <a:lnTo>
                    <a:pt x="2638076" y="2825851"/>
                  </a:lnTo>
                  <a:lnTo>
                    <a:pt x="2689263" y="2767315"/>
                  </a:lnTo>
                  <a:lnTo>
                    <a:pt x="2702183" y="2751332"/>
                  </a:lnTo>
                  <a:lnTo>
                    <a:pt x="2743927" y="2696327"/>
                  </a:lnTo>
                  <a:lnTo>
                    <a:pt x="2784676" y="2637580"/>
                  </a:lnTo>
                  <a:lnTo>
                    <a:pt x="2824682" y="2575015"/>
                  </a:lnTo>
                  <a:lnTo>
                    <a:pt x="2864151" y="2508606"/>
                  </a:lnTo>
                  <a:lnTo>
                    <a:pt x="2903251" y="2438385"/>
                  </a:lnTo>
                  <a:lnTo>
                    <a:pt x="2942114" y="2364447"/>
                  </a:lnTo>
                  <a:lnTo>
                    <a:pt x="2980845" y="2286952"/>
                  </a:lnTo>
                  <a:lnTo>
                    <a:pt x="3019523" y="2206127"/>
                  </a:lnTo>
                  <a:lnTo>
                    <a:pt x="3058201" y="2122268"/>
                  </a:lnTo>
                  <a:lnTo>
                    <a:pt x="3096914" y="2035738"/>
                  </a:lnTo>
                  <a:lnTo>
                    <a:pt x="3135679" y="1946959"/>
                  </a:lnTo>
                  <a:lnTo>
                    <a:pt x="3174498" y="1856408"/>
                  </a:lnTo>
                  <a:lnTo>
                    <a:pt x="3213362" y="1764604"/>
                  </a:lnTo>
                  <a:lnTo>
                    <a:pt x="3252253" y="1672100"/>
                  </a:lnTo>
                  <a:lnTo>
                    <a:pt x="3291148" y="1579463"/>
                  </a:lnTo>
                  <a:lnTo>
                    <a:pt x="3330027" y="1487267"/>
                  </a:lnTo>
                  <a:lnTo>
                    <a:pt x="3368868" y="1396073"/>
                  </a:lnTo>
                  <a:lnTo>
                    <a:pt x="3407658" y="1306417"/>
                  </a:lnTo>
                  <a:lnTo>
                    <a:pt x="3446395" y="1218798"/>
                  </a:lnTo>
                  <a:lnTo>
                    <a:pt x="3485086" y="1133662"/>
                  </a:lnTo>
                  <a:lnTo>
                    <a:pt x="3523758" y="1051402"/>
                  </a:lnTo>
                  <a:lnTo>
                    <a:pt x="3562457" y="972344"/>
                  </a:lnTo>
                  <a:lnTo>
                    <a:pt x="3601248" y="896747"/>
                  </a:lnTo>
                  <a:lnTo>
                    <a:pt x="3640224" y="824802"/>
                  </a:lnTo>
                  <a:lnTo>
                    <a:pt x="3679504" y="756633"/>
                  </a:lnTo>
                  <a:lnTo>
                    <a:pt x="3719240" y="692301"/>
                  </a:lnTo>
                  <a:lnTo>
                    <a:pt x="3759620" y="631805"/>
                  </a:lnTo>
                  <a:lnTo>
                    <a:pt x="3800872" y="575092"/>
                  </a:lnTo>
                  <a:lnTo>
                    <a:pt x="3820202" y="550266"/>
                  </a:lnTo>
                  <a:lnTo>
                    <a:pt x="3870843" y="490415"/>
                  </a:lnTo>
                  <a:lnTo>
                    <a:pt x="3923807" y="435634"/>
                  </a:lnTo>
                  <a:lnTo>
                    <a:pt x="3979729" y="385754"/>
                  </a:lnTo>
                  <a:lnTo>
                    <a:pt x="4039306" y="340442"/>
                  </a:lnTo>
                  <a:lnTo>
                    <a:pt x="4103262" y="299294"/>
                  </a:lnTo>
                  <a:lnTo>
                    <a:pt x="4172311" y="261889"/>
                  </a:lnTo>
                  <a:lnTo>
                    <a:pt x="4247113" y="227830"/>
                  </a:lnTo>
                  <a:lnTo>
                    <a:pt x="4328215" y="196762"/>
                  </a:lnTo>
                  <a:lnTo>
                    <a:pt x="4415969" y="168388"/>
                  </a:lnTo>
                  <a:lnTo>
                    <a:pt x="4510437" y="142474"/>
                  </a:lnTo>
                  <a:lnTo>
                    <a:pt x="4611268" y="118852"/>
                  </a:lnTo>
                  <a:lnTo>
                    <a:pt x="4717566" y="97425"/>
                  </a:lnTo>
                  <a:lnTo>
                    <a:pt x="4827771" y="78153"/>
                  </a:lnTo>
                  <a:lnTo>
                    <a:pt x="4939590" y="61049"/>
                  </a:lnTo>
                  <a:lnTo>
                    <a:pt x="5050016" y="46152"/>
                  </a:lnTo>
                  <a:lnTo>
                    <a:pt x="5155490" y="33507"/>
                  </a:lnTo>
                  <a:lnTo>
                    <a:pt x="5252223" y="23128"/>
                  </a:lnTo>
                  <a:lnTo>
                    <a:pt x="5336664" y="14970"/>
                  </a:lnTo>
                  <a:lnTo>
                    <a:pt x="5406023" y="8904"/>
                  </a:lnTo>
                  <a:lnTo>
                    <a:pt x="5458755" y="4711"/>
                  </a:lnTo>
                  <a:lnTo>
                    <a:pt x="5494868" y="2091"/>
                  </a:lnTo>
                  <a:lnTo>
                    <a:pt x="5516013" y="687"/>
                  </a:lnTo>
                  <a:lnTo>
                    <a:pt x="5525364" y="117"/>
                  </a:lnTo>
                  <a:lnTo>
                    <a:pt x="5527426" y="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79" y="43"/>
                  </a:lnTo>
                  <a:lnTo>
                    <a:pt x="6530703" y="352"/>
                  </a:lnTo>
                  <a:lnTo>
                    <a:pt x="6549028" y="1206"/>
                  </a:lnTo>
                  <a:lnTo>
                    <a:pt x="6582076" y="2890"/>
                  </a:lnTo>
                  <a:lnTo>
                    <a:pt x="6631916" y="5673"/>
                  </a:lnTo>
                  <a:lnTo>
                    <a:pt x="6698907" y="9789"/>
                  </a:lnTo>
                  <a:lnTo>
                    <a:pt x="6781741" y="15414"/>
                  </a:lnTo>
                  <a:lnTo>
                    <a:pt x="6877735" y="22654"/>
                  </a:lnTo>
                  <a:lnTo>
                    <a:pt x="6983304" y="31552"/>
                  </a:lnTo>
                  <a:lnTo>
                    <a:pt x="7094531" y="42105"/>
                  </a:lnTo>
                  <a:lnTo>
                    <a:pt x="7207670" y="54281"/>
                  </a:lnTo>
                  <a:lnTo>
                    <a:pt x="7319516" y="68047"/>
                  </a:lnTo>
                  <a:lnTo>
                    <a:pt x="7427598" y="83394"/>
                  </a:lnTo>
                  <a:lnTo>
                    <a:pt x="7530220" y="100343"/>
                  </a:lnTo>
                  <a:lnTo>
                    <a:pt x="7626390" y="118964"/>
                  </a:lnTo>
                  <a:lnTo>
                    <a:pt x="7715698" y="139376"/>
                  </a:lnTo>
                  <a:lnTo>
                    <a:pt x="7798180" y="161748"/>
                  </a:lnTo>
                  <a:lnTo>
                    <a:pt x="7874187" y="186299"/>
                  </a:lnTo>
                  <a:lnTo>
                    <a:pt x="7944275" y="213289"/>
                  </a:lnTo>
                  <a:lnTo>
                    <a:pt x="8009125" y="243013"/>
                  </a:lnTo>
                  <a:lnTo>
                    <a:pt x="8069474" y="275781"/>
                  </a:lnTo>
                  <a:lnTo>
                    <a:pt x="8126074" y="311893"/>
                  </a:lnTo>
                  <a:lnTo>
                    <a:pt x="8179646" y="351597"/>
                  </a:lnTo>
                  <a:lnTo>
                    <a:pt x="8229629" y="393920"/>
                  </a:lnTo>
                  <a:lnTo>
                    <a:pt x="8276736" y="438628"/>
                  </a:lnTo>
                  <a:lnTo>
                    <a:pt x="8322618" y="486768"/>
                  </a:lnTo>
                  <a:lnTo>
                    <a:pt x="8367622" y="538411"/>
                  </a:lnTo>
                  <a:lnTo>
                    <a:pt x="8412028" y="593564"/>
                  </a:lnTo>
                  <a:lnTo>
                    <a:pt x="8456054" y="652164"/>
                  </a:lnTo>
                  <a:lnTo>
                    <a:pt x="8499869" y="714075"/>
                  </a:lnTo>
                  <a:lnTo>
                    <a:pt x="8543595" y="779081"/>
                  </a:lnTo>
                  <a:lnTo>
                    <a:pt x="8587317" y="846887"/>
                  </a:lnTo>
                  <a:lnTo>
                    <a:pt x="8631084" y="917119"/>
                  </a:lnTo>
                  <a:lnTo>
                    <a:pt x="8674919" y="989335"/>
                  </a:lnTo>
                  <a:lnTo>
                    <a:pt x="8718820" y="1063030"/>
                  </a:lnTo>
                  <a:lnTo>
                    <a:pt x="8762769" y="1137655"/>
                  </a:lnTo>
                  <a:lnTo>
                    <a:pt x="8806737" y="1212628"/>
                  </a:lnTo>
                  <a:lnTo>
                    <a:pt x="8850692" y="1287356"/>
                  </a:lnTo>
                  <a:lnTo>
                    <a:pt x="8894603" y="1361257"/>
                  </a:lnTo>
                  <a:lnTo>
                    <a:pt x="8938450" y="1433773"/>
                  </a:lnTo>
                  <a:lnTo>
                    <a:pt x="8982229" y="1504390"/>
                  </a:lnTo>
                  <a:lnTo>
                    <a:pt x="9025956" y="1572654"/>
                  </a:lnTo>
                  <a:lnTo>
                    <a:pt x="9069676" y="1638178"/>
                  </a:lnTo>
                  <a:lnTo>
                    <a:pt x="9113467" y="1700654"/>
                  </a:lnTo>
                  <a:lnTo>
                    <a:pt x="9157445" y="1759852"/>
                  </a:lnTo>
                  <a:lnTo>
                    <a:pt x="9201770" y="1815620"/>
                  </a:lnTo>
                  <a:lnTo>
                    <a:pt x="9246650" y="1867885"/>
                  </a:lnTo>
                  <a:lnTo>
                    <a:pt x="9292353" y="1916641"/>
                  </a:lnTo>
                  <a:lnTo>
                    <a:pt x="9339214" y="1961948"/>
                  </a:lnTo>
                  <a:lnTo>
                    <a:pt x="9347647" y="1969604"/>
                  </a:lnTo>
                  <a:lnTo>
                    <a:pt x="9398900" y="2012935"/>
                  </a:lnTo>
                  <a:lnTo>
                    <a:pt x="9452537" y="2052550"/>
                  </a:lnTo>
                  <a:lnTo>
                    <a:pt x="9509219" y="2088578"/>
                  </a:lnTo>
                  <a:lnTo>
                    <a:pt x="9569669" y="2121268"/>
                  </a:lnTo>
                  <a:lnTo>
                    <a:pt x="9634637" y="2150922"/>
                  </a:lnTo>
                  <a:lnTo>
                    <a:pt x="9704861" y="2177849"/>
                  </a:lnTo>
                  <a:lnTo>
                    <a:pt x="9781019" y="2202344"/>
                  </a:lnTo>
                  <a:lnTo>
                    <a:pt x="9863664" y="2224667"/>
                  </a:lnTo>
                  <a:lnTo>
                    <a:pt x="9953140" y="2245034"/>
                  </a:lnTo>
                  <a:lnTo>
                    <a:pt x="10049472" y="2263613"/>
                  </a:lnTo>
                  <a:lnTo>
                    <a:pt x="10152241" y="2280523"/>
                  </a:lnTo>
                  <a:lnTo>
                    <a:pt x="10260438" y="2295830"/>
                  </a:lnTo>
                  <a:lnTo>
                    <a:pt x="10372348" y="2309559"/>
                  </a:lnTo>
                  <a:lnTo>
                    <a:pt x="10485481" y="2321695"/>
                  </a:lnTo>
                  <a:lnTo>
                    <a:pt x="10596616" y="2332208"/>
                  </a:lnTo>
                  <a:lnTo>
                    <a:pt x="10702000" y="2341066"/>
                  </a:lnTo>
                  <a:lnTo>
                    <a:pt x="10797714" y="2348266"/>
                  </a:lnTo>
                  <a:lnTo>
                    <a:pt x="10880191" y="2353853"/>
                  </a:lnTo>
                  <a:lnTo>
                    <a:pt x="10946775" y="2357934"/>
                  </a:lnTo>
                  <a:lnTo>
                    <a:pt x="10996196" y="2360688"/>
                  </a:lnTo>
                  <a:lnTo>
                    <a:pt x="11028856" y="2362348"/>
                  </a:lnTo>
                  <a:lnTo>
                    <a:pt x="11046863" y="2363186"/>
                  </a:lnTo>
                  <a:lnTo>
                    <a:pt x="11053874" y="2363485"/>
                  </a:lnTo>
                  <a:lnTo>
                    <a:pt x="11054891" y="2363525"/>
                  </a:lnTo>
                  <a:lnTo>
                    <a:pt x="12049831" y="2363525"/>
                  </a:lnTo>
                  <a:lnTo>
                    <a:pt x="12049831" y="23635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0" name="pl1339"/>
            <p:cNvSpPr/>
            <p:nvPr/>
          </p:nvSpPr>
          <p:spPr>
            <a:xfrm>
              <a:off x="1199187" y="1399084"/>
              <a:ext cx="12049831" cy="3301599"/>
            </a:xfrm>
            <a:custGeom>
              <a:avLst/>
              <a:pathLst>
                <a:path w="12049831" h="3301599">
                  <a:moveTo>
                    <a:pt x="12049831" y="2363525"/>
                  </a:moveTo>
                  <a:lnTo>
                    <a:pt x="11054891" y="2363525"/>
                  </a:lnTo>
                  <a:lnTo>
                    <a:pt x="11053797" y="2363482"/>
                  </a:lnTo>
                  <a:lnTo>
                    <a:pt x="11046573" y="2363173"/>
                  </a:lnTo>
                  <a:lnTo>
                    <a:pt x="11028249" y="2362319"/>
                  </a:lnTo>
                  <a:lnTo>
                    <a:pt x="10995200" y="2360635"/>
                  </a:lnTo>
                  <a:lnTo>
                    <a:pt x="10945360" y="2357852"/>
                  </a:lnTo>
                  <a:lnTo>
                    <a:pt x="10878370" y="2353735"/>
                  </a:lnTo>
                  <a:lnTo>
                    <a:pt x="10795535" y="2348111"/>
                  </a:lnTo>
                  <a:lnTo>
                    <a:pt x="10699542" y="2340871"/>
                  </a:lnTo>
                  <a:lnTo>
                    <a:pt x="10593972" y="2331972"/>
                  </a:lnTo>
                  <a:lnTo>
                    <a:pt x="10482745" y="2321420"/>
                  </a:lnTo>
                  <a:lnTo>
                    <a:pt x="10369607" y="2309244"/>
                  </a:lnTo>
                  <a:lnTo>
                    <a:pt x="10257761" y="2295477"/>
                  </a:lnTo>
                  <a:lnTo>
                    <a:pt x="10149678" y="2280131"/>
                  </a:lnTo>
                  <a:lnTo>
                    <a:pt x="10047056" y="2263182"/>
                  </a:lnTo>
                  <a:lnTo>
                    <a:pt x="9950887" y="2244561"/>
                  </a:lnTo>
                  <a:lnTo>
                    <a:pt x="9861579" y="2224149"/>
                  </a:lnTo>
                  <a:lnTo>
                    <a:pt x="9779096" y="2201777"/>
                  </a:lnTo>
                  <a:lnTo>
                    <a:pt x="9703090" y="2177226"/>
                  </a:lnTo>
                  <a:lnTo>
                    <a:pt x="9633001" y="2150236"/>
                  </a:lnTo>
                  <a:lnTo>
                    <a:pt x="9568152" y="2120512"/>
                  </a:lnTo>
                  <a:lnTo>
                    <a:pt x="9507802" y="2087744"/>
                  </a:lnTo>
                  <a:lnTo>
                    <a:pt x="9451203" y="2051632"/>
                  </a:lnTo>
                  <a:lnTo>
                    <a:pt x="9397630" y="2011928"/>
                  </a:lnTo>
                  <a:lnTo>
                    <a:pt x="9347647" y="1969604"/>
                  </a:lnTo>
                  <a:lnTo>
                    <a:pt x="9300540" y="1924897"/>
                  </a:lnTo>
                  <a:lnTo>
                    <a:pt x="9254659" y="1876757"/>
                  </a:lnTo>
                  <a:lnTo>
                    <a:pt x="9209655" y="1825114"/>
                  </a:lnTo>
                  <a:lnTo>
                    <a:pt x="9165249" y="1769961"/>
                  </a:lnTo>
                  <a:lnTo>
                    <a:pt x="9121223" y="1711361"/>
                  </a:lnTo>
                  <a:lnTo>
                    <a:pt x="9077408" y="1649450"/>
                  </a:lnTo>
                  <a:lnTo>
                    <a:pt x="9033682" y="1584444"/>
                  </a:lnTo>
                  <a:lnTo>
                    <a:pt x="8989960" y="1516638"/>
                  </a:lnTo>
                  <a:lnTo>
                    <a:pt x="8946192" y="1446406"/>
                  </a:lnTo>
                  <a:lnTo>
                    <a:pt x="8902358" y="1374190"/>
                  </a:lnTo>
                  <a:lnTo>
                    <a:pt x="8858457" y="1300495"/>
                  </a:lnTo>
                  <a:lnTo>
                    <a:pt x="8814508" y="1225870"/>
                  </a:lnTo>
                  <a:lnTo>
                    <a:pt x="8770539" y="1150897"/>
                  </a:lnTo>
                  <a:lnTo>
                    <a:pt x="8726585" y="1076169"/>
                  </a:lnTo>
                  <a:lnTo>
                    <a:pt x="8682674" y="1002268"/>
                  </a:lnTo>
                  <a:lnTo>
                    <a:pt x="8638826" y="929752"/>
                  </a:lnTo>
                  <a:lnTo>
                    <a:pt x="8595048" y="859135"/>
                  </a:lnTo>
                  <a:lnTo>
                    <a:pt x="8551321" y="790871"/>
                  </a:lnTo>
                  <a:lnTo>
                    <a:pt x="8507601" y="725347"/>
                  </a:lnTo>
                  <a:lnTo>
                    <a:pt x="8463809" y="662871"/>
                  </a:lnTo>
                  <a:lnTo>
                    <a:pt x="8419831" y="603673"/>
                  </a:lnTo>
                  <a:lnTo>
                    <a:pt x="8375507" y="547905"/>
                  </a:lnTo>
                  <a:lnTo>
                    <a:pt x="8330627" y="495640"/>
                  </a:lnTo>
                  <a:lnTo>
                    <a:pt x="8284924" y="446884"/>
                  </a:lnTo>
                  <a:lnTo>
                    <a:pt x="8238062" y="401577"/>
                  </a:lnTo>
                  <a:lnTo>
                    <a:pt x="8229629" y="393920"/>
                  </a:lnTo>
                  <a:lnTo>
                    <a:pt x="8178377" y="350590"/>
                  </a:lnTo>
                  <a:lnTo>
                    <a:pt x="8124739" y="310975"/>
                  </a:lnTo>
                  <a:lnTo>
                    <a:pt x="8068057" y="274947"/>
                  </a:lnTo>
                  <a:lnTo>
                    <a:pt x="8007608" y="242257"/>
                  </a:lnTo>
                  <a:lnTo>
                    <a:pt x="7942640" y="212603"/>
                  </a:lnTo>
                  <a:lnTo>
                    <a:pt x="7872415" y="185676"/>
                  </a:lnTo>
                  <a:lnTo>
                    <a:pt x="7796257" y="161181"/>
                  </a:lnTo>
                  <a:lnTo>
                    <a:pt x="7713613" y="138858"/>
                  </a:lnTo>
                  <a:lnTo>
                    <a:pt x="7624137" y="118491"/>
                  </a:lnTo>
                  <a:lnTo>
                    <a:pt x="7527804" y="99912"/>
                  </a:lnTo>
                  <a:lnTo>
                    <a:pt x="7425035" y="83002"/>
                  </a:lnTo>
                  <a:lnTo>
                    <a:pt x="7316838" y="67695"/>
                  </a:lnTo>
                  <a:lnTo>
                    <a:pt x="7204928" y="53966"/>
                  </a:lnTo>
                  <a:lnTo>
                    <a:pt x="7091796" y="41830"/>
                  </a:lnTo>
                  <a:lnTo>
                    <a:pt x="6980660" y="31317"/>
                  </a:lnTo>
                  <a:lnTo>
                    <a:pt x="6875277" y="22458"/>
                  </a:lnTo>
                  <a:lnTo>
                    <a:pt x="6779563" y="15259"/>
                  </a:lnTo>
                  <a:lnTo>
                    <a:pt x="6697085" y="9672"/>
                  </a:lnTo>
                  <a:lnTo>
                    <a:pt x="6630502" y="5591"/>
                  </a:lnTo>
                  <a:lnTo>
                    <a:pt x="6581081" y="2837"/>
                  </a:lnTo>
                  <a:lnTo>
                    <a:pt x="6548421" y="1177"/>
                  </a:lnTo>
                  <a:lnTo>
                    <a:pt x="6530414" y="339"/>
                  </a:lnTo>
                  <a:lnTo>
                    <a:pt x="6523403" y="4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9" y="58"/>
                  </a:lnTo>
                  <a:lnTo>
                    <a:pt x="5519406" y="475"/>
                  </a:lnTo>
                  <a:lnTo>
                    <a:pt x="5501676" y="1626"/>
                  </a:lnTo>
                  <a:lnTo>
                    <a:pt x="5469661" y="3896"/>
                  </a:lnTo>
                  <a:lnTo>
                    <a:pt x="5421299" y="7650"/>
                  </a:lnTo>
                  <a:lnTo>
                    <a:pt x="5356156" y="13206"/>
                  </a:lnTo>
                  <a:lnTo>
                    <a:pt x="5275395" y="20807"/>
                  </a:lnTo>
                  <a:lnTo>
                    <a:pt x="5181525" y="30603"/>
                  </a:lnTo>
                  <a:lnTo>
                    <a:pt x="5077951" y="42661"/>
                  </a:lnTo>
                  <a:lnTo>
                    <a:pt x="4968450" y="56978"/>
                  </a:lnTo>
                  <a:lnTo>
                    <a:pt x="4856677" y="73516"/>
                  </a:lnTo>
                  <a:lnTo>
                    <a:pt x="4745804" y="92229"/>
                  </a:lnTo>
                  <a:lnTo>
                    <a:pt x="4638316" y="113097"/>
                  </a:lnTo>
                  <a:lnTo>
                    <a:pt x="4535958" y="136143"/>
                  </a:lnTo>
                  <a:lnTo>
                    <a:pt x="4439789" y="161451"/>
                  </a:lnTo>
                  <a:lnTo>
                    <a:pt x="4350288" y="189168"/>
                  </a:lnTo>
                  <a:lnTo>
                    <a:pt x="4267489" y="219512"/>
                  </a:lnTo>
                  <a:lnTo>
                    <a:pt x="4191102" y="252765"/>
                  </a:lnTo>
                  <a:lnTo>
                    <a:pt x="4120623" y="289267"/>
                  </a:lnTo>
                  <a:lnTo>
                    <a:pt x="4055415" y="329406"/>
                  </a:lnTo>
                  <a:lnTo>
                    <a:pt x="3994775" y="373600"/>
                  </a:lnTo>
                  <a:lnTo>
                    <a:pt x="3937975" y="422261"/>
                  </a:lnTo>
                  <a:lnTo>
                    <a:pt x="3884309" y="475748"/>
                  </a:lnTo>
                  <a:lnTo>
                    <a:pt x="3833122" y="534284"/>
                  </a:lnTo>
                  <a:lnTo>
                    <a:pt x="3820202" y="550266"/>
                  </a:lnTo>
                  <a:lnTo>
                    <a:pt x="3778458" y="605271"/>
                  </a:lnTo>
                  <a:lnTo>
                    <a:pt x="3737709" y="664018"/>
                  </a:lnTo>
                  <a:lnTo>
                    <a:pt x="3697703" y="726584"/>
                  </a:lnTo>
                  <a:lnTo>
                    <a:pt x="3658234" y="792993"/>
                  </a:lnTo>
                  <a:lnTo>
                    <a:pt x="3619134" y="863213"/>
                  </a:lnTo>
                  <a:lnTo>
                    <a:pt x="3580271" y="937151"/>
                  </a:lnTo>
                  <a:lnTo>
                    <a:pt x="3541540" y="1014647"/>
                  </a:lnTo>
                  <a:lnTo>
                    <a:pt x="3502862" y="1095472"/>
                  </a:lnTo>
                  <a:lnTo>
                    <a:pt x="3464184" y="1179330"/>
                  </a:lnTo>
                  <a:lnTo>
                    <a:pt x="3425471" y="1265860"/>
                  </a:lnTo>
                  <a:lnTo>
                    <a:pt x="3386706" y="1354639"/>
                  </a:lnTo>
                  <a:lnTo>
                    <a:pt x="3347887" y="1445190"/>
                  </a:lnTo>
                  <a:lnTo>
                    <a:pt x="3309023" y="1536994"/>
                  </a:lnTo>
                  <a:lnTo>
                    <a:pt x="3270132" y="1629499"/>
                  </a:lnTo>
                  <a:lnTo>
                    <a:pt x="3231237" y="1722136"/>
                  </a:lnTo>
                  <a:lnTo>
                    <a:pt x="3192358" y="1814332"/>
                  </a:lnTo>
                  <a:lnTo>
                    <a:pt x="3153517" y="1905525"/>
                  </a:lnTo>
                  <a:lnTo>
                    <a:pt x="3114727" y="1995181"/>
                  </a:lnTo>
                  <a:lnTo>
                    <a:pt x="3075990" y="2082801"/>
                  </a:lnTo>
                  <a:lnTo>
                    <a:pt x="3037299" y="2167936"/>
                  </a:lnTo>
                  <a:lnTo>
                    <a:pt x="2998627" y="2250196"/>
                  </a:lnTo>
                  <a:lnTo>
                    <a:pt x="2959928" y="2329255"/>
                  </a:lnTo>
                  <a:lnTo>
                    <a:pt x="2921137" y="2404852"/>
                  </a:lnTo>
                  <a:lnTo>
                    <a:pt x="2882161" y="2476797"/>
                  </a:lnTo>
                  <a:lnTo>
                    <a:pt x="2842881" y="2544966"/>
                  </a:lnTo>
                  <a:lnTo>
                    <a:pt x="2803145" y="2609298"/>
                  </a:lnTo>
                  <a:lnTo>
                    <a:pt x="2762765" y="2669794"/>
                  </a:lnTo>
                  <a:lnTo>
                    <a:pt x="2721513" y="2726506"/>
                  </a:lnTo>
                  <a:lnTo>
                    <a:pt x="2702183" y="2751332"/>
                  </a:lnTo>
                  <a:lnTo>
                    <a:pt x="2651542" y="2811184"/>
                  </a:lnTo>
                  <a:lnTo>
                    <a:pt x="2598578" y="2865964"/>
                  </a:lnTo>
                  <a:lnTo>
                    <a:pt x="2542656" y="2915844"/>
                  </a:lnTo>
                  <a:lnTo>
                    <a:pt x="2483079" y="2961156"/>
                  </a:lnTo>
                  <a:lnTo>
                    <a:pt x="2419123" y="3002305"/>
                  </a:lnTo>
                  <a:lnTo>
                    <a:pt x="2350074" y="3039710"/>
                  </a:lnTo>
                  <a:lnTo>
                    <a:pt x="2275272" y="3073768"/>
                  </a:lnTo>
                  <a:lnTo>
                    <a:pt x="2194170" y="3104836"/>
                  </a:lnTo>
                  <a:lnTo>
                    <a:pt x="2106416" y="3133210"/>
                  </a:lnTo>
                  <a:lnTo>
                    <a:pt x="2011948" y="3159125"/>
                  </a:lnTo>
                  <a:lnTo>
                    <a:pt x="1911117" y="3182746"/>
                  </a:lnTo>
                  <a:lnTo>
                    <a:pt x="1804819" y="3204173"/>
                  </a:lnTo>
                  <a:lnTo>
                    <a:pt x="1694614" y="3223445"/>
                  </a:lnTo>
                  <a:lnTo>
                    <a:pt x="1582795" y="3240550"/>
                  </a:lnTo>
                  <a:lnTo>
                    <a:pt x="1472369" y="3255446"/>
                  </a:lnTo>
                  <a:lnTo>
                    <a:pt x="1366895" y="3268092"/>
                  </a:lnTo>
                  <a:lnTo>
                    <a:pt x="1270162" y="3278470"/>
                  </a:lnTo>
                  <a:lnTo>
                    <a:pt x="1185721" y="3286628"/>
                  </a:lnTo>
                  <a:lnTo>
                    <a:pt x="1116362" y="3292694"/>
                  </a:lnTo>
                  <a:lnTo>
                    <a:pt x="1063630" y="3296887"/>
                  </a:lnTo>
                  <a:lnTo>
                    <a:pt x="1027517" y="3299507"/>
                  </a:lnTo>
                  <a:lnTo>
                    <a:pt x="1006372" y="3300912"/>
                  </a:lnTo>
                  <a:lnTo>
                    <a:pt x="997021" y="3301482"/>
                  </a:lnTo>
                  <a:lnTo>
                    <a:pt x="994959" y="3301598"/>
                  </a:lnTo>
                  <a:lnTo>
                    <a:pt x="994940" y="3301599"/>
                  </a:lnTo>
                  <a:lnTo>
                    <a:pt x="0" y="3301599"/>
                  </a:lnTo>
                  <a:lnTo>
                    <a:pt x="0" y="33015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1" name="pg1340"/>
            <p:cNvSpPr/>
            <p:nvPr/>
          </p:nvSpPr>
          <p:spPr>
            <a:xfrm>
              <a:off x="1199187" y="1530100"/>
              <a:ext cx="12049831" cy="3909513"/>
            </a:xfrm>
            <a:custGeom>
              <a:avLst/>
              <a:pathLst>
                <a:path w="12049831" h="3909513">
                  <a:moveTo>
                    <a:pt x="0" y="3181064"/>
                  </a:moveTo>
                  <a:lnTo>
                    <a:pt x="994940" y="3181064"/>
                  </a:lnTo>
                  <a:lnTo>
                    <a:pt x="996002" y="3181008"/>
                  </a:lnTo>
                  <a:lnTo>
                    <a:pt x="1003020" y="3180605"/>
                  </a:lnTo>
                  <a:lnTo>
                    <a:pt x="1020838" y="3179491"/>
                  </a:lnTo>
                  <a:lnTo>
                    <a:pt x="1053006" y="3177297"/>
                  </a:lnTo>
                  <a:lnTo>
                    <a:pt x="1101588" y="3173666"/>
                  </a:lnTo>
                  <a:lnTo>
                    <a:pt x="1167006" y="3168294"/>
                  </a:lnTo>
                  <a:lnTo>
                    <a:pt x="1248077" y="3160947"/>
                  </a:lnTo>
                  <a:lnTo>
                    <a:pt x="1342265" y="3151478"/>
                  </a:lnTo>
                  <a:lnTo>
                    <a:pt x="1446138" y="3139826"/>
                  </a:lnTo>
                  <a:lnTo>
                    <a:pt x="1555900" y="3125994"/>
                  </a:lnTo>
                  <a:lnTo>
                    <a:pt x="1667880" y="3110019"/>
                  </a:lnTo>
                  <a:lnTo>
                    <a:pt x="1778902" y="3091945"/>
                  </a:lnTo>
                  <a:lnTo>
                    <a:pt x="1886482" y="3071790"/>
                  </a:lnTo>
                  <a:lnTo>
                    <a:pt x="1988882" y="3049532"/>
                  </a:lnTo>
                  <a:lnTo>
                    <a:pt x="2085054" y="3025088"/>
                  </a:lnTo>
                  <a:lnTo>
                    <a:pt x="2174528" y="2998313"/>
                  </a:lnTo>
                  <a:lnTo>
                    <a:pt x="2257281" y="2968996"/>
                  </a:lnTo>
                  <a:lnTo>
                    <a:pt x="2333612" y="2936862"/>
                  </a:lnTo>
                  <a:lnTo>
                    <a:pt x="2404032" y="2901580"/>
                  </a:lnTo>
                  <a:lnTo>
                    <a:pt x="2469185" y="2862774"/>
                  </a:lnTo>
                  <a:lnTo>
                    <a:pt x="2529781" y="2820040"/>
                  </a:lnTo>
                  <a:lnTo>
                    <a:pt x="2586549" y="2772979"/>
                  </a:lnTo>
                  <a:lnTo>
                    <a:pt x="2640199" y="2721248"/>
                  </a:lnTo>
                  <a:lnTo>
                    <a:pt x="2691387" y="2664639"/>
                  </a:lnTo>
                  <a:lnTo>
                    <a:pt x="2702183" y="2651760"/>
                  </a:lnTo>
                  <a:lnTo>
                    <a:pt x="2744562" y="2598006"/>
                  </a:lnTo>
                  <a:lnTo>
                    <a:pt x="2785921" y="2540540"/>
                  </a:lnTo>
                  <a:lnTo>
                    <a:pt x="2826520" y="2479284"/>
                  </a:lnTo>
                  <a:lnTo>
                    <a:pt x="2866574" y="2414217"/>
                  </a:lnTo>
                  <a:lnTo>
                    <a:pt x="2906256" y="2345374"/>
                  </a:lnTo>
                  <a:lnTo>
                    <a:pt x="2945704" y="2272853"/>
                  </a:lnTo>
                  <a:lnTo>
                    <a:pt x="2985024" y="2196823"/>
                  </a:lnTo>
                  <a:lnTo>
                    <a:pt x="3024296" y="2117519"/>
                  </a:lnTo>
                  <a:lnTo>
                    <a:pt x="3063574" y="2035247"/>
                  </a:lnTo>
                  <a:lnTo>
                    <a:pt x="3102892" y="1950380"/>
                  </a:lnTo>
                  <a:lnTo>
                    <a:pt x="3142265" y="1863353"/>
                  </a:lnTo>
                  <a:lnTo>
                    <a:pt x="3181691" y="1774653"/>
                  </a:lnTo>
                  <a:lnTo>
                    <a:pt x="3221161" y="1684810"/>
                  </a:lnTo>
                  <a:lnTo>
                    <a:pt x="3260655" y="1594384"/>
                  </a:lnTo>
                  <a:lnTo>
                    <a:pt x="3300149" y="1503950"/>
                  </a:lnTo>
                  <a:lnTo>
                    <a:pt x="3339620" y="1414083"/>
                  </a:lnTo>
                  <a:lnTo>
                    <a:pt x="3379048" y="1325345"/>
                  </a:lnTo>
                  <a:lnTo>
                    <a:pt x="3418422" y="1238265"/>
                  </a:lnTo>
                  <a:lnTo>
                    <a:pt x="3457741" y="1153334"/>
                  </a:lnTo>
                  <a:lnTo>
                    <a:pt x="3497020" y="1070986"/>
                  </a:lnTo>
                  <a:lnTo>
                    <a:pt x="3536292" y="991597"/>
                  </a:lnTo>
                  <a:lnTo>
                    <a:pt x="3575610" y="915474"/>
                  </a:lnTo>
                  <a:lnTo>
                    <a:pt x="3615053" y="842856"/>
                  </a:lnTo>
                  <a:lnTo>
                    <a:pt x="3654727" y="773911"/>
                  </a:lnTo>
                  <a:lnTo>
                    <a:pt x="3694769" y="708740"/>
                  </a:lnTo>
                  <a:lnTo>
                    <a:pt x="3735351" y="647381"/>
                  </a:lnTo>
                  <a:lnTo>
                    <a:pt x="3776685" y="589812"/>
                  </a:lnTo>
                  <a:lnTo>
                    <a:pt x="3819032" y="535959"/>
                  </a:lnTo>
                  <a:lnTo>
                    <a:pt x="3820202" y="534544"/>
                  </a:lnTo>
                  <a:lnTo>
                    <a:pt x="3870934" y="476876"/>
                  </a:lnTo>
                  <a:lnTo>
                    <a:pt x="3923999" y="424102"/>
                  </a:lnTo>
                  <a:lnTo>
                    <a:pt x="3980035" y="376057"/>
                  </a:lnTo>
                  <a:lnTo>
                    <a:pt x="4039742" y="332420"/>
                  </a:lnTo>
                  <a:lnTo>
                    <a:pt x="4103848" y="292800"/>
                  </a:lnTo>
                  <a:lnTo>
                    <a:pt x="4173073" y="256789"/>
                  </a:lnTo>
                  <a:lnTo>
                    <a:pt x="4248077" y="224005"/>
                  </a:lnTo>
                  <a:lnTo>
                    <a:pt x="4329408" y="194104"/>
                  </a:lnTo>
                  <a:lnTo>
                    <a:pt x="4417418" y="166800"/>
                  </a:lnTo>
                  <a:lnTo>
                    <a:pt x="4512165" y="141867"/>
                  </a:lnTo>
                  <a:lnTo>
                    <a:pt x="4613285" y="119145"/>
                  </a:lnTo>
                  <a:lnTo>
                    <a:pt x="4719868" y="98540"/>
                  </a:lnTo>
                  <a:lnTo>
                    <a:pt x="4830331" y="80016"/>
                  </a:lnTo>
                  <a:lnTo>
                    <a:pt x="4942351" y="63584"/>
                  </a:lnTo>
                  <a:lnTo>
                    <a:pt x="5052891" y="49284"/>
                  </a:lnTo>
                  <a:lnTo>
                    <a:pt x="5158361" y="37159"/>
                  </a:lnTo>
                  <a:lnTo>
                    <a:pt x="5254954" y="27221"/>
                  </a:lnTo>
                  <a:lnTo>
                    <a:pt x="5339113" y="19425"/>
                  </a:lnTo>
                  <a:lnTo>
                    <a:pt x="5408067" y="13642"/>
                  </a:lnTo>
                  <a:lnTo>
                    <a:pt x="5460309" y="9659"/>
                  </a:lnTo>
                  <a:lnTo>
                    <a:pt x="5495905" y="7183"/>
                  </a:lnTo>
                  <a:lnTo>
                    <a:pt x="5516571" y="5867"/>
                  </a:lnTo>
                  <a:lnTo>
                    <a:pt x="5525556" y="5342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14" y="5307"/>
                  </a:lnTo>
                  <a:lnTo>
                    <a:pt x="6530213" y="5787"/>
                  </a:lnTo>
                  <a:lnTo>
                    <a:pt x="6547489" y="7111"/>
                  </a:lnTo>
                  <a:lnTo>
                    <a:pt x="6578716" y="9721"/>
                  </a:lnTo>
                  <a:lnTo>
                    <a:pt x="6625947" y="14039"/>
                  </a:lnTo>
                  <a:lnTo>
                    <a:pt x="6689672" y="20436"/>
                  </a:lnTo>
                  <a:lnTo>
                    <a:pt x="6768832" y="29192"/>
                  </a:lnTo>
                  <a:lnTo>
                    <a:pt x="6861053" y="40491"/>
                  </a:lnTo>
                  <a:lnTo>
                    <a:pt x="6963065" y="54412"/>
                  </a:lnTo>
                  <a:lnTo>
                    <a:pt x="7071204" y="70959"/>
                  </a:lnTo>
                  <a:lnTo>
                    <a:pt x="7181885" y="90088"/>
                  </a:lnTo>
                  <a:lnTo>
                    <a:pt x="7291967" y="111748"/>
                  </a:lnTo>
                  <a:lnTo>
                    <a:pt x="7398958" y="135910"/>
                  </a:lnTo>
                  <a:lnTo>
                    <a:pt x="7501076" y="162594"/>
                  </a:lnTo>
                  <a:lnTo>
                    <a:pt x="7597218" y="191887"/>
                  </a:lnTo>
                  <a:lnTo>
                    <a:pt x="7686848" y="223949"/>
                  </a:lnTo>
                  <a:lnTo>
                    <a:pt x="7769881" y="259019"/>
                  </a:lnTo>
                  <a:lnTo>
                    <a:pt x="7846557" y="297409"/>
                  </a:lnTo>
                  <a:lnTo>
                    <a:pt x="7917340" y="339502"/>
                  </a:lnTo>
                  <a:lnTo>
                    <a:pt x="7982833" y="385737"/>
                  </a:lnTo>
                  <a:lnTo>
                    <a:pt x="8043712" y="436589"/>
                  </a:lnTo>
                  <a:lnTo>
                    <a:pt x="8100684" y="492538"/>
                  </a:lnTo>
                  <a:lnTo>
                    <a:pt x="8154443" y="554015"/>
                  </a:lnTo>
                  <a:lnTo>
                    <a:pt x="8205638" y="621319"/>
                  </a:lnTo>
                  <a:lnTo>
                    <a:pt x="8229629" y="655952"/>
                  </a:lnTo>
                  <a:lnTo>
                    <a:pt x="8268632" y="716538"/>
                  </a:lnTo>
                  <a:lnTo>
                    <a:pt x="8306753" y="780974"/>
                  </a:lnTo>
                  <a:lnTo>
                    <a:pt x="8344199" y="849339"/>
                  </a:lnTo>
                  <a:lnTo>
                    <a:pt x="8381146" y="921664"/>
                  </a:lnTo>
                  <a:lnTo>
                    <a:pt x="8417734" y="997933"/>
                  </a:lnTo>
                  <a:lnTo>
                    <a:pt x="8454082" y="1078073"/>
                  </a:lnTo>
                  <a:lnTo>
                    <a:pt x="8490281" y="1161954"/>
                  </a:lnTo>
                  <a:lnTo>
                    <a:pt x="8526405" y="1249385"/>
                  </a:lnTo>
                  <a:lnTo>
                    <a:pt x="8562506" y="1340114"/>
                  </a:lnTo>
                  <a:lnTo>
                    <a:pt x="8598623" y="1433828"/>
                  </a:lnTo>
                  <a:lnTo>
                    <a:pt x="8634777" y="1530156"/>
                  </a:lnTo>
                  <a:lnTo>
                    <a:pt x="8670977" y="1628676"/>
                  </a:lnTo>
                  <a:lnTo>
                    <a:pt x="8707224" y="1728917"/>
                  </a:lnTo>
                  <a:lnTo>
                    <a:pt x="8743508" y="1830374"/>
                  </a:lnTo>
                  <a:lnTo>
                    <a:pt x="8779814" y="1932514"/>
                  </a:lnTo>
                  <a:lnTo>
                    <a:pt x="8816125" y="2034787"/>
                  </a:lnTo>
                  <a:lnTo>
                    <a:pt x="8852422" y="2136644"/>
                  </a:lnTo>
                  <a:lnTo>
                    <a:pt x="8888688" y="2237541"/>
                  </a:lnTo>
                  <a:lnTo>
                    <a:pt x="8924911" y="2336959"/>
                  </a:lnTo>
                  <a:lnTo>
                    <a:pt x="8961088" y="2434408"/>
                  </a:lnTo>
                  <a:lnTo>
                    <a:pt x="8997220" y="2529442"/>
                  </a:lnTo>
                  <a:lnTo>
                    <a:pt x="9033325" y="2621665"/>
                  </a:lnTo>
                  <a:lnTo>
                    <a:pt x="9069433" y="2710734"/>
                  </a:lnTo>
                  <a:lnTo>
                    <a:pt x="9105588" y="2796368"/>
                  </a:lnTo>
                  <a:lnTo>
                    <a:pt x="9141853" y="2878347"/>
                  </a:lnTo>
                  <a:lnTo>
                    <a:pt x="9178311" y="2956510"/>
                  </a:lnTo>
                  <a:lnTo>
                    <a:pt x="9215067" y="3030757"/>
                  </a:lnTo>
                  <a:lnTo>
                    <a:pt x="9252251" y="3101045"/>
                  </a:lnTo>
                  <a:lnTo>
                    <a:pt x="9290021" y="3167383"/>
                  </a:lnTo>
                  <a:lnTo>
                    <a:pt x="9328566" y="3229828"/>
                  </a:lnTo>
                  <a:lnTo>
                    <a:pt x="9347647" y="3258800"/>
                  </a:lnTo>
                  <a:lnTo>
                    <a:pt x="9397815" y="3328956"/>
                  </a:lnTo>
                  <a:lnTo>
                    <a:pt x="9450258" y="3393224"/>
                  </a:lnTo>
                  <a:lnTo>
                    <a:pt x="9505593" y="3451796"/>
                  </a:lnTo>
                  <a:lnTo>
                    <a:pt x="9564496" y="3505052"/>
                  </a:lnTo>
                  <a:lnTo>
                    <a:pt x="9627672" y="3553457"/>
                  </a:lnTo>
                  <a:lnTo>
                    <a:pt x="9695818" y="3597494"/>
                  </a:lnTo>
                  <a:lnTo>
                    <a:pt x="9769579" y="3637622"/>
                  </a:lnTo>
                  <a:lnTo>
                    <a:pt x="9849494" y="3674252"/>
                  </a:lnTo>
                  <a:lnTo>
                    <a:pt x="9935925" y="3707733"/>
                  </a:lnTo>
                  <a:lnTo>
                    <a:pt x="10028956" y="3738339"/>
                  </a:lnTo>
                  <a:lnTo>
                    <a:pt x="10128287" y="3766269"/>
                  </a:lnTo>
                  <a:lnTo>
                    <a:pt x="10233102" y="3791643"/>
                  </a:lnTo>
                  <a:lnTo>
                    <a:pt x="10341958" y="3814512"/>
                  </a:lnTo>
                  <a:lnTo>
                    <a:pt x="10452705" y="3834870"/>
                  </a:lnTo>
                  <a:lnTo>
                    <a:pt x="10562499" y="3852672"/>
                  </a:lnTo>
                  <a:lnTo>
                    <a:pt x="10667934" y="3867865"/>
                  </a:lnTo>
                  <a:lnTo>
                    <a:pt x="10765331" y="3880426"/>
                  </a:lnTo>
                  <a:lnTo>
                    <a:pt x="10851165" y="3890394"/>
                  </a:lnTo>
                  <a:lnTo>
                    <a:pt x="10922568" y="3897902"/>
                  </a:lnTo>
                  <a:lnTo>
                    <a:pt x="10977806" y="3903183"/>
                  </a:lnTo>
                  <a:lnTo>
                    <a:pt x="11016604" y="3906569"/>
                  </a:lnTo>
                  <a:lnTo>
                    <a:pt x="11040270" y="3908459"/>
                  </a:lnTo>
                  <a:lnTo>
                    <a:pt x="11051616" y="3909291"/>
                  </a:lnTo>
                  <a:lnTo>
                    <a:pt x="11054891" y="3909513"/>
                  </a:lnTo>
                  <a:lnTo>
                    <a:pt x="12049831" y="3909513"/>
                  </a:lnTo>
                  <a:lnTo>
                    <a:pt x="12049831" y="3904272"/>
                  </a:lnTo>
                  <a:lnTo>
                    <a:pt x="11054891" y="3904272"/>
                  </a:lnTo>
                  <a:lnTo>
                    <a:pt x="11053863" y="3904205"/>
                  </a:lnTo>
                  <a:lnTo>
                    <a:pt x="11047063" y="3903725"/>
                  </a:lnTo>
                  <a:lnTo>
                    <a:pt x="11029787" y="3902402"/>
                  </a:lnTo>
                  <a:lnTo>
                    <a:pt x="10998561" y="3899791"/>
                  </a:lnTo>
                  <a:lnTo>
                    <a:pt x="10951330" y="3895473"/>
                  </a:lnTo>
                  <a:lnTo>
                    <a:pt x="10887605" y="3889076"/>
                  </a:lnTo>
                  <a:lnTo>
                    <a:pt x="10808445" y="3880320"/>
                  </a:lnTo>
                  <a:lnTo>
                    <a:pt x="10716223" y="3869021"/>
                  </a:lnTo>
                  <a:lnTo>
                    <a:pt x="10614211" y="3855100"/>
                  </a:lnTo>
                  <a:lnTo>
                    <a:pt x="10506073" y="3838553"/>
                  </a:lnTo>
                  <a:lnTo>
                    <a:pt x="10395391" y="3819424"/>
                  </a:lnTo>
                  <a:lnTo>
                    <a:pt x="10285309" y="3797764"/>
                  </a:lnTo>
                  <a:lnTo>
                    <a:pt x="10178319" y="3773602"/>
                  </a:lnTo>
                  <a:lnTo>
                    <a:pt x="10076200" y="3746918"/>
                  </a:lnTo>
                  <a:lnTo>
                    <a:pt x="9980058" y="3717626"/>
                  </a:lnTo>
                  <a:lnTo>
                    <a:pt x="9890428" y="3685563"/>
                  </a:lnTo>
                  <a:lnTo>
                    <a:pt x="9807396" y="3650493"/>
                  </a:lnTo>
                  <a:lnTo>
                    <a:pt x="9730719" y="3612103"/>
                  </a:lnTo>
                  <a:lnTo>
                    <a:pt x="9659936" y="3570010"/>
                  </a:lnTo>
                  <a:lnTo>
                    <a:pt x="9594444" y="3523775"/>
                  </a:lnTo>
                  <a:lnTo>
                    <a:pt x="9533564" y="3472923"/>
                  </a:lnTo>
                  <a:lnTo>
                    <a:pt x="9476592" y="3416974"/>
                  </a:lnTo>
                  <a:lnTo>
                    <a:pt x="9422834" y="3355497"/>
                  </a:lnTo>
                  <a:lnTo>
                    <a:pt x="9371638" y="3288193"/>
                  </a:lnTo>
                  <a:lnTo>
                    <a:pt x="9347647" y="3253560"/>
                  </a:lnTo>
                  <a:lnTo>
                    <a:pt x="9308645" y="3192974"/>
                  </a:lnTo>
                  <a:lnTo>
                    <a:pt x="9270524" y="3128538"/>
                  </a:lnTo>
                  <a:lnTo>
                    <a:pt x="9233077" y="3060173"/>
                  </a:lnTo>
                  <a:lnTo>
                    <a:pt x="9196131" y="2987848"/>
                  </a:lnTo>
                  <a:lnTo>
                    <a:pt x="9159542" y="2911580"/>
                  </a:lnTo>
                  <a:lnTo>
                    <a:pt x="9123195" y="2831439"/>
                  </a:lnTo>
                  <a:lnTo>
                    <a:pt x="9086996" y="2747558"/>
                  </a:lnTo>
                  <a:lnTo>
                    <a:pt x="9050872" y="2660127"/>
                  </a:lnTo>
                  <a:lnTo>
                    <a:pt x="9014770" y="2569398"/>
                  </a:lnTo>
                  <a:lnTo>
                    <a:pt x="8978654" y="2475684"/>
                  </a:lnTo>
                  <a:lnTo>
                    <a:pt x="8942500" y="2379356"/>
                  </a:lnTo>
                  <a:lnTo>
                    <a:pt x="8906299" y="2280836"/>
                  </a:lnTo>
                  <a:lnTo>
                    <a:pt x="8870053" y="2180595"/>
                  </a:lnTo>
                  <a:lnTo>
                    <a:pt x="8833769" y="2079138"/>
                  </a:lnTo>
                  <a:lnTo>
                    <a:pt x="8797463" y="1976998"/>
                  </a:lnTo>
                  <a:lnTo>
                    <a:pt x="8761152" y="1874725"/>
                  </a:lnTo>
                  <a:lnTo>
                    <a:pt x="8724855" y="1772868"/>
                  </a:lnTo>
                  <a:lnTo>
                    <a:pt x="8688589" y="1671971"/>
                  </a:lnTo>
                  <a:lnTo>
                    <a:pt x="8652365" y="1572553"/>
                  </a:lnTo>
                  <a:lnTo>
                    <a:pt x="8616189" y="1475104"/>
                  </a:lnTo>
                  <a:lnTo>
                    <a:pt x="8580056" y="1380070"/>
                  </a:lnTo>
                  <a:lnTo>
                    <a:pt x="8543951" y="1287847"/>
                  </a:lnTo>
                  <a:lnTo>
                    <a:pt x="8507844" y="1198778"/>
                  </a:lnTo>
                  <a:lnTo>
                    <a:pt x="8471689" y="1113144"/>
                  </a:lnTo>
                  <a:lnTo>
                    <a:pt x="8435424" y="1031165"/>
                  </a:lnTo>
                  <a:lnTo>
                    <a:pt x="8398966" y="953003"/>
                  </a:lnTo>
                  <a:lnTo>
                    <a:pt x="8362209" y="878755"/>
                  </a:lnTo>
                  <a:lnTo>
                    <a:pt x="8325025" y="808467"/>
                  </a:lnTo>
                  <a:lnTo>
                    <a:pt x="8287256" y="742129"/>
                  </a:lnTo>
                  <a:lnTo>
                    <a:pt x="8248710" y="679684"/>
                  </a:lnTo>
                  <a:lnTo>
                    <a:pt x="8229629" y="650712"/>
                  </a:lnTo>
                  <a:lnTo>
                    <a:pt x="8179461" y="580556"/>
                  </a:lnTo>
                  <a:lnTo>
                    <a:pt x="8127018" y="516288"/>
                  </a:lnTo>
                  <a:lnTo>
                    <a:pt x="8071684" y="457716"/>
                  </a:lnTo>
                  <a:lnTo>
                    <a:pt x="8012781" y="404460"/>
                  </a:lnTo>
                  <a:lnTo>
                    <a:pt x="7949604" y="356055"/>
                  </a:lnTo>
                  <a:lnTo>
                    <a:pt x="7881458" y="312018"/>
                  </a:lnTo>
                  <a:lnTo>
                    <a:pt x="7807697" y="271890"/>
                  </a:lnTo>
                  <a:lnTo>
                    <a:pt x="7727782" y="235260"/>
                  </a:lnTo>
                  <a:lnTo>
                    <a:pt x="7641352" y="201779"/>
                  </a:lnTo>
                  <a:lnTo>
                    <a:pt x="7548320" y="171173"/>
                  </a:lnTo>
                  <a:lnTo>
                    <a:pt x="7448989" y="143243"/>
                  </a:lnTo>
                  <a:lnTo>
                    <a:pt x="7344174" y="117869"/>
                  </a:lnTo>
                  <a:lnTo>
                    <a:pt x="7235319" y="95000"/>
                  </a:lnTo>
                  <a:lnTo>
                    <a:pt x="7124571" y="74642"/>
                  </a:lnTo>
                  <a:lnTo>
                    <a:pt x="7014777" y="56840"/>
                  </a:lnTo>
                  <a:lnTo>
                    <a:pt x="6909342" y="41647"/>
                  </a:lnTo>
                  <a:lnTo>
                    <a:pt x="6811946" y="29086"/>
                  </a:lnTo>
                  <a:lnTo>
                    <a:pt x="6726112" y="19118"/>
                  </a:lnTo>
                  <a:lnTo>
                    <a:pt x="6654708" y="11610"/>
                  </a:lnTo>
                  <a:lnTo>
                    <a:pt x="6599470" y="6329"/>
                  </a:lnTo>
                  <a:lnTo>
                    <a:pt x="6560673" y="2943"/>
                  </a:lnTo>
                  <a:lnTo>
                    <a:pt x="6537007" y="1053"/>
                  </a:lnTo>
                  <a:lnTo>
                    <a:pt x="6525661" y="22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3" y="56"/>
                  </a:lnTo>
                  <a:lnTo>
                    <a:pt x="5519365" y="459"/>
                  </a:lnTo>
                  <a:lnTo>
                    <a:pt x="5501547" y="1572"/>
                  </a:lnTo>
                  <a:lnTo>
                    <a:pt x="5469379" y="3767"/>
                  </a:lnTo>
                  <a:lnTo>
                    <a:pt x="5420797" y="7397"/>
                  </a:lnTo>
                  <a:lnTo>
                    <a:pt x="5355379" y="12770"/>
                  </a:lnTo>
                  <a:lnTo>
                    <a:pt x="5274308" y="20117"/>
                  </a:lnTo>
                  <a:lnTo>
                    <a:pt x="5180120" y="29586"/>
                  </a:lnTo>
                  <a:lnTo>
                    <a:pt x="5076247" y="41237"/>
                  </a:lnTo>
                  <a:lnTo>
                    <a:pt x="4966485" y="55070"/>
                  </a:lnTo>
                  <a:lnTo>
                    <a:pt x="4854505" y="71045"/>
                  </a:lnTo>
                  <a:lnTo>
                    <a:pt x="4743483" y="89119"/>
                  </a:lnTo>
                  <a:lnTo>
                    <a:pt x="4635903" y="109274"/>
                  </a:lnTo>
                  <a:lnTo>
                    <a:pt x="4533503" y="131532"/>
                  </a:lnTo>
                  <a:lnTo>
                    <a:pt x="4437331" y="155976"/>
                  </a:lnTo>
                  <a:lnTo>
                    <a:pt x="4347857" y="182751"/>
                  </a:lnTo>
                  <a:lnTo>
                    <a:pt x="4265104" y="212068"/>
                  </a:lnTo>
                  <a:lnTo>
                    <a:pt x="4188773" y="244202"/>
                  </a:lnTo>
                  <a:lnTo>
                    <a:pt x="4118353" y="279484"/>
                  </a:lnTo>
                  <a:lnTo>
                    <a:pt x="4053200" y="318290"/>
                  </a:lnTo>
                  <a:lnTo>
                    <a:pt x="3992604" y="361024"/>
                  </a:lnTo>
                  <a:lnTo>
                    <a:pt x="3935836" y="408085"/>
                  </a:lnTo>
                  <a:lnTo>
                    <a:pt x="3882186" y="459816"/>
                  </a:lnTo>
                  <a:lnTo>
                    <a:pt x="3830998" y="516425"/>
                  </a:lnTo>
                  <a:lnTo>
                    <a:pt x="3820202" y="529304"/>
                  </a:lnTo>
                  <a:lnTo>
                    <a:pt x="3777823" y="583057"/>
                  </a:lnTo>
                  <a:lnTo>
                    <a:pt x="3736464" y="640524"/>
                  </a:lnTo>
                  <a:lnTo>
                    <a:pt x="3695865" y="701780"/>
                  </a:lnTo>
                  <a:lnTo>
                    <a:pt x="3655811" y="766847"/>
                  </a:lnTo>
                  <a:lnTo>
                    <a:pt x="3616129" y="835690"/>
                  </a:lnTo>
                  <a:lnTo>
                    <a:pt x="3576681" y="908210"/>
                  </a:lnTo>
                  <a:lnTo>
                    <a:pt x="3537361" y="984241"/>
                  </a:lnTo>
                  <a:lnTo>
                    <a:pt x="3498089" y="1063545"/>
                  </a:lnTo>
                  <a:lnTo>
                    <a:pt x="3458811" y="1145817"/>
                  </a:lnTo>
                  <a:lnTo>
                    <a:pt x="3419493" y="1230684"/>
                  </a:lnTo>
                  <a:lnTo>
                    <a:pt x="3380120" y="1317711"/>
                  </a:lnTo>
                  <a:lnTo>
                    <a:pt x="3340693" y="1406411"/>
                  </a:lnTo>
                  <a:lnTo>
                    <a:pt x="3301224" y="1496254"/>
                  </a:lnTo>
                  <a:lnTo>
                    <a:pt x="3261730" y="1586680"/>
                  </a:lnTo>
                  <a:lnTo>
                    <a:pt x="3222236" y="1677114"/>
                  </a:lnTo>
                  <a:lnTo>
                    <a:pt x="3182765" y="1766981"/>
                  </a:lnTo>
                  <a:lnTo>
                    <a:pt x="3143337" y="1855719"/>
                  </a:lnTo>
                  <a:lnTo>
                    <a:pt x="3103963" y="1942798"/>
                  </a:lnTo>
                  <a:lnTo>
                    <a:pt x="3064643" y="2027730"/>
                  </a:lnTo>
                  <a:lnTo>
                    <a:pt x="3025365" y="2110077"/>
                  </a:lnTo>
                  <a:lnTo>
                    <a:pt x="2986093" y="2189467"/>
                  </a:lnTo>
                  <a:lnTo>
                    <a:pt x="2946775" y="2265590"/>
                  </a:lnTo>
                  <a:lnTo>
                    <a:pt x="2907332" y="2338208"/>
                  </a:lnTo>
                  <a:lnTo>
                    <a:pt x="2867658" y="2407153"/>
                  </a:lnTo>
                  <a:lnTo>
                    <a:pt x="2827616" y="2472324"/>
                  </a:lnTo>
                  <a:lnTo>
                    <a:pt x="2787034" y="2533683"/>
                  </a:lnTo>
                  <a:lnTo>
                    <a:pt x="2745700" y="2591252"/>
                  </a:lnTo>
                  <a:lnTo>
                    <a:pt x="2703353" y="2645105"/>
                  </a:lnTo>
                  <a:lnTo>
                    <a:pt x="2702183" y="2646520"/>
                  </a:lnTo>
                  <a:lnTo>
                    <a:pt x="2651451" y="2704188"/>
                  </a:lnTo>
                  <a:lnTo>
                    <a:pt x="2598386" y="2756962"/>
                  </a:lnTo>
                  <a:lnTo>
                    <a:pt x="2542350" y="2805007"/>
                  </a:lnTo>
                  <a:lnTo>
                    <a:pt x="2482643" y="2848644"/>
                  </a:lnTo>
                  <a:lnTo>
                    <a:pt x="2418537" y="2888264"/>
                  </a:lnTo>
                  <a:lnTo>
                    <a:pt x="2349312" y="2924274"/>
                  </a:lnTo>
                  <a:lnTo>
                    <a:pt x="2274308" y="2957059"/>
                  </a:lnTo>
                  <a:lnTo>
                    <a:pt x="2192977" y="2986960"/>
                  </a:lnTo>
                  <a:lnTo>
                    <a:pt x="2104967" y="3014264"/>
                  </a:lnTo>
                  <a:lnTo>
                    <a:pt x="2010220" y="3039197"/>
                  </a:lnTo>
                  <a:lnTo>
                    <a:pt x="1909100" y="3061919"/>
                  </a:lnTo>
                  <a:lnTo>
                    <a:pt x="1802517" y="3082524"/>
                  </a:lnTo>
                  <a:lnTo>
                    <a:pt x="1692054" y="3101048"/>
                  </a:lnTo>
                  <a:lnTo>
                    <a:pt x="1580034" y="3117480"/>
                  </a:lnTo>
                  <a:lnTo>
                    <a:pt x="1469494" y="3131780"/>
                  </a:lnTo>
                  <a:lnTo>
                    <a:pt x="1364024" y="3143905"/>
                  </a:lnTo>
                  <a:lnTo>
                    <a:pt x="1267431" y="3153842"/>
                  </a:lnTo>
                  <a:lnTo>
                    <a:pt x="1183272" y="3161639"/>
                  </a:lnTo>
                  <a:lnTo>
                    <a:pt x="1114318" y="3167421"/>
                  </a:lnTo>
                  <a:lnTo>
                    <a:pt x="1062076" y="3171404"/>
                  </a:lnTo>
                  <a:lnTo>
                    <a:pt x="1026480" y="3173881"/>
                  </a:lnTo>
                  <a:lnTo>
                    <a:pt x="1005814" y="3175196"/>
                  </a:lnTo>
                  <a:lnTo>
                    <a:pt x="996829" y="3175722"/>
                  </a:lnTo>
                  <a:lnTo>
                    <a:pt x="994940" y="3175824"/>
                  </a:lnTo>
                  <a:lnTo>
                    <a:pt x="0" y="3175824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42" name="pl1341"/>
            <p:cNvSpPr/>
            <p:nvPr/>
          </p:nvSpPr>
          <p:spPr>
            <a:xfrm>
              <a:off x="1199187" y="1535341"/>
              <a:ext cx="12049831" cy="3904272"/>
            </a:xfrm>
            <a:custGeom>
              <a:avLst/>
              <a:pathLst>
                <a:path w="12049831" h="3904272">
                  <a:moveTo>
                    <a:pt x="0" y="3175824"/>
                  </a:moveTo>
                  <a:lnTo>
                    <a:pt x="994940" y="3175824"/>
                  </a:lnTo>
                  <a:lnTo>
                    <a:pt x="996002" y="3175767"/>
                  </a:lnTo>
                  <a:lnTo>
                    <a:pt x="1003020" y="3175364"/>
                  </a:lnTo>
                  <a:lnTo>
                    <a:pt x="1020838" y="3174251"/>
                  </a:lnTo>
                  <a:lnTo>
                    <a:pt x="1053006" y="3172056"/>
                  </a:lnTo>
                  <a:lnTo>
                    <a:pt x="1101588" y="3168426"/>
                  </a:lnTo>
                  <a:lnTo>
                    <a:pt x="1167006" y="3163053"/>
                  </a:lnTo>
                  <a:lnTo>
                    <a:pt x="1248077" y="3155706"/>
                  </a:lnTo>
                  <a:lnTo>
                    <a:pt x="1342265" y="3146238"/>
                  </a:lnTo>
                  <a:lnTo>
                    <a:pt x="1446138" y="3134586"/>
                  </a:lnTo>
                  <a:lnTo>
                    <a:pt x="1555900" y="3120753"/>
                  </a:lnTo>
                  <a:lnTo>
                    <a:pt x="1667880" y="3104778"/>
                  </a:lnTo>
                  <a:lnTo>
                    <a:pt x="1778902" y="3086704"/>
                  </a:lnTo>
                  <a:lnTo>
                    <a:pt x="1886482" y="3066550"/>
                  </a:lnTo>
                  <a:lnTo>
                    <a:pt x="1988882" y="3044291"/>
                  </a:lnTo>
                  <a:lnTo>
                    <a:pt x="2085054" y="3019848"/>
                  </a:lnTo>
                  <a:lnTo>
                    <a:pt x="2174528" y="2993072"/>
                  </a:lnTo>
                  <a:lnTo>
                    <a:pt x="2257281" y="2963755"/>
                  </a:lnTo>
                  <a:lnTo>
                    <a:pt x="2333612" y="2931621"/>
                  </a:lnTo>
                  <a:lnTo>
                    <a:pt x="2404032" y="2896340"/>
                  </a:lnTo>
                  <a:lnTo>
                    <a:pt x="2469185" y="2857533"/>
                  </a:lnTo>
                  <a:lnTo>
                    <a:pt x="2529781" y="2814799"/>
                  </a:lnTo>
                  <a:lnTo>
                    <a:pt x="2586549" y="2767738"/>
                  </a:lnTo>
                  <a:lnTo>
                    <a:pt x="2640199" y="2716007"/>
                  </a:lnTo>
                  <a:lnTo>
                    <a:pt x="2691387" y="2659399"/>
                  </a:lnTo>
                  <a:lnTo>
                    <a:pt x="2702183" y="2646520"/>
                  </a:lnTo>
                  <a:lnTo>
                    <a:pt x="2744562" y="2592766"/>
                  </a:lnTo>
                  <a:lnTo>
                    <a:pt x="2785921" y="2535299"/>
                  </a:lnTo>
                  <a:lnTo>
                    <a:pt x="2826520" y="2474044"/>
                  </a:lnTo>
                  <a:lnTo>
                    <a:pt x="2866574" y="2408977"/>
                  </a:lnTo>
                  <a:lnTo>
                    <a:pt x="2906256" y="2340133"/>
                  </a:lnTo>
                  <a:lnTo>
                    <a:pt x="2945704" y="2267613"/>
                  </a:lnTo>
                  <a:lnTo>
                    <a:pt x="2985024" y="2191582"/>
                  </a:lnTo>
                  <a:lnTo>
                    <a:pt x="3024296" y="2112278"/>
                  </a:lnTo>
                  <a:lnTo>
                    <a:pt x="3063574" y="2030006"/>
                  </a:lnTo>
                  <a:lnTo>
                    <a:pt x="3102892" y="1945140"/>
                  </a:lnTo>
                  <a:lnTo>
                    <a:pt x="3142265" y="1858113"/>
                  </a:lnTo>
                  <a:lnTo>
                    <a:pt x="3181691" y="1769412"/>
                  </a:lnTo>
                  <a:lnTo>
                    <a:pt x="3221161" y="1679569"/>
                  </a:lnTo>
                  <a:lnTo>
                    <a:pt x="3260655" y="1589143"/>
                  </a:lnTo>
                  <a:lnTo>
                    <a:pt x="3300149" y="1498709"/>
                  </a:lnTo>
                  <a:lnTo>
                    <a:pt x="3339620" y="1408843"/>
                  </a:lnTo>
                  <a:lnTo>
                    <a:pt x="3379048" y="1320104"/>
                  </a:lnTo>
                  <a:lnTo>
                    <a:pt x="3418422" y="1233025"/>
                  </a:lnTo>
                  <a:lnTo>
                    <a:pt x="3457741" y="1148093"/>
                  </a:lnTo>
                  <a:lnTo>
                    <a:pt x="3497020" y="1065746"/>
                  </a:lnTo>
                  <a:lnTo>
                    <a:pt x="3536292" y="986357"/>
                  </a:lnTo>
                  <a:lnTo>
                    <a:pt x="3575610" y="910234"/>
                  </a:lnTo>
                  <a:lnTo>
                    <a:pt x="3615053" y="837615"/>
                  </a:lnTo>
                  <a:lnTo>
                    <a:pt x="3654727" y="768670"/>
                  </a:lnTo>
                  <a:lnTo>
                    <a:pt x="3694769" y="703499"/>
                  </a:lnTo>
                  <a:lnTo>
                    <a:pt x="3735351" y="642140"/>
                  </a:lnTo>
                  <a:lnTo>
                    <a:pt x="3776685" y="584571"/>
                  </a:lnTo>
                  <a:lnTo>
                    <a:pt x="3819032" y="530718"/>
                  </a:lnTo>
                  <a:lnTo>
                    <a:pt x="3820202" y="529304"/>
                  </a:lnTo>
                  <a:lnTo>
                    <a:pt x="3870934" y="471635"/>
                  </a:lnTo>
                  <a:lnTo>
                    <a:pt x="3923999" y="418861"/>
                  </a:lnTo>
                  <a:lnTo>
                    <a:pt x="3980035" y="370816"/>
                  </a:lnTo>
                  <a:lnTo>
                    <a:pt x="4039742" y="327180"/>
                  </a:lnTo>
                  <a:lnTo>
                    <a:pt x="4103848" y="287559"/>
                  </a:lnTo>
                  <a:lnTo>
                    <a:pt x="4173073" y="251549"/>
                  </a:lnTo>
                  <a:lnTo>
                    <a:pt x="4248077" y="218764"/>
                  </a:lnTo>
                  <a:lnTo>
                    <a:pt x="4329408" y="188864"/>
                  </a:lnTo>
                  <a:lnTo>
                    <a:pt x="4417418" y="161559"/>
                  </a:lnTo>
                  <a:lnTo>
                    <a:pt x="4512165" y="136626"/>
                  </a:lnTo>
                  <a:lnTo>
                    <a:pt x="4613285" y="113904"/>
                  </a:lnTo>
                  <a:lnTo>
                    <a:pt x="4719868" y="93299"/>
                  </a:lnTo>
                  <a:lnTo>
                    <a:pt x="4830331" y="74775"/>
                  </a:lnTo>
                  <a:lnTo>
                    <a:pt x="4942351" y="58343"/>
                  </a:lnTo>
                  <a:lnTo>
                    <a:pt x="5052891" y="44043"/>
                  </a:lnTo>
                  <a:lnTo>
                    <a:pt x="5158361" y="31918"/>
                  </a:lnTo>
                  <a:lnTo>
                    <a:pt x="5254954" y="21981"/>
                  </a:lnTo>
                  <a:lnTo>
                    <a:pt x="5339113" y="14184"/>
                  </a:lnTo>
                  <a:lnTo>
                    <a:pt x="5408067" y="8402"/>
                  </a:lnTo>
                  <a:lnTo>
                    <a:pt x="5460309" y="4419"/>
                  </a:lnTo>
                  <a:lnTo>
                    <a:pt x="5495905" y="1943"/>
                  </a:lnTo>
                  <a:lnTo>
                    <a:pt x="5516571" y="627"/>
                  </a:lnTo>
                  <a:lnTo>
                    <a:pt x="5525556" y="102"/>
                  </a:lnTo>
                  <a:lnTo>
                    <a:pt x="5527434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14" y="67"/>
                  </a:lnTo>
                  <a:lnTo>
                    <a:pt x="6530213" y="546"/>
                  </a:lnTo>
                  <a:lnTo>
                    <a:pt x="6547489" y="1870"/>
                  </a:lnTo>
                  <a:lnTo>
                    <a:pt x="6578716" y="4480"/>
                  </a:lnTo>
                  <a:lnTo>
                    <a:pt x="6625947" y="8799"/>
                  </a:lnTo>
                  <a:lnTo>
                    <a:pt x="6689672" y="15195"/>
                  </a:lnTo>
                  <a:lnTo>
                    <a:pt x="6768832" y="23952"/>
                  </a:lnTo>
                  <a:lnTo>
                    <a:pt x="6861053" y="35250"/>
                  </a:lnTo>
                  <a:lnTo>
                    <a:pt x="6963065" y="49171"/>
                  </a:lnTo>
                  <a:lnTo>
                    <a:pt x="7071204" y="65718"/>
                  </a:lnTo>
                  <a:lnTo>
                    <a:pt x="7181885" y="84848"/>
                  </a:lnTo>
                  <a:lnTo>
                    <a:pt x="7291967" y="106507"/>
                  </a:lnTo>
                  <a:lnTo>
                    <a:pt x="7398958" y="130669"/>
                  </a:lnTo>
                  <a:lnTo>
                    <a:pt x="7501076" y="157353"/>
                  </a:lnTo>
                  <a:lnTo>
                    <a:pt x="7597218" y="186646"/>
                  </a:lnTo>
                  <a:lnTo>
                    <a:pt x="7686848" y="218708"/>
                  </a:lnTo>
                  <a:lnTo>
                    <a:pt x="7769881" y="253778"/>
                  </a:lnTo>
                  <a:lnTo>
                    <a:pt x="7846557" y="292168"/>
                  </a:lnTo>
                  <a:lnTo>
                    <a:pt x="7917340" y="334262"/>
                  </a:lnTo>
                  <a:lnTo>
                    <a:pt x="7982833" y="380496"/>
                  </a:lnTo>
                  <a:lnTo>
                    <a:pt x="8043712" y="431348"/>
                  </a:lnTo>
                  <a:lnTo>
                    <a:pt x="8100684" y="487298"/>
                  </a:lnTo>
                  <a:lnTo>
                    <a:pt x="8154443" y="548775"/>
                  </a:lnTo>
                  <a:lnTo>
                    <a:pt x="8205638" y="616079"/>
                  </a:lnTo>
                  <a:lnTo>
                    <a:pt x="8229629" y="650712"/>
                  </a:lnTo>
                  <a:lnTo>
                    <a:pt x="8268632" y="711298"/>
                  </a:lnTo>
                  <a:lnTo>
                    <a:pt x="8306753" y="775734"/>
                  </a:lnTo>
                  <a:lnTo>
                    <a:pt x="8344199" y="844098"/>
                  </a:lnTo>
                  <a:lnTo>
                    <a:pt x="8381146" y="916423"/>
                  </a:lnTo>
                  <a:lnTo>
                    <a:pt x="8417734" y="992692"/>
                  </a:lnTo>
                  <a:lnTo>
                    <a:pt x="8454082" y="1072832"/>
                  </a:lnTo>
                  <a:lnTo>
                    <a:pt x="8490281" y="1156713"/>
                  </a:lnTo>
                  <a:lnTo>
                    <a:pt x="8526405" y="1244144"/>
                  </a:lnTo>
                  <a:lnTo>
                    <a:pt x="8562506" y="1334873"/>
                  </a:lnTo>
                  <a:lnTo>
                    <a:pt x="8598623" y="1428587"/>
                  </a:lnTo>
                  <a:lnTo>
                    <a:pt x="8634777" y="1524916"/>
                  </a:lnTo>
                  <a:lnTo>
                    <a:pt x="8670977" y="1623435"/>
                  </a:lnTo>
                  <a:lnTo>
                    <a:pt x="8707224" y="1723677"/>
                  </a:lnTo>
                  <a:lnTo>
                    <a:pt x="8743508" y="1825134"/>
                  </a:lnTo>
                  <a:lnTo>
                    <a:pt x="8779814" y="1927273"/>
                  </a:lnTo>
                  <a:lnTo>
                    <a:pt x="8816125" y="2029547"/>
                  </a:lnTo>
                  <a:lnTo>
                    <a:pt x="8852422" y="2131403"/>
                  </a:lnTo>
                  <a:lnTo>
                    <a:pt x="8888688" y="2232300"/>
                  </a:lnTo>
                  <a:lnTo>
                    <a:pt x="8924911" y="2331718"/>
                  </a:lnTo>
                  <a:lnTo>
                    <a:pt x="8961088" y="2429167"/>
                  </a:lnTo>
                  <a:lnTo>
                    <a:pt x="8997220" y="2524202"/>
                  </a:lnTo>
                  <a:lnTo>
                    <a:pt x="9033325" y="2616424"/>
                  </a:lnTo>
                  <a:lnTo>
                    <a:pt x="9069433" y="2705494"/>
                  </a:lnTo>
                  <a:lnTo>
                    <a:pt x="9105588" y="2791128"/>
                  </a:lnTo>
                  <a:lnTo>
                    <a:pt x="9141853" y="2873106"/>
                  </a:lnTo>
                  <a:lnTo>
                    <a:pt x="9178311" y="2951269"/>
                  </a:lnTo>
                  <a:lnTo>
                    <a:pt x="9215067" y="3025516"/>
                  </a:lnTo>
                  <a:lnTo>
                    <a:pt x="9252251" y="3095804"/>
                  </a:lnTo>
                  <a:lnTo>
                    <a:pt x="9290021" y="3162143"/>
                  </a:lnTo>
                  <a:lnTo>
                    <a:pt x="9328566" y="3224588"/>
                  </a:lnTo>
                  <a:lnTo>
                    <a:pt x="9347647" y="3253560"/>
                  </a:lnTo>
                  <a:lnTo>
                    <a:pt x="9397815" y="3323715"/>
                  </a:lnTo>
                  <a:lnTo>
                    <a:pt x="9450258" y="3387983"/>
                  </a:lnTo>
                  <a:lnTo>
                    <a:pt x="9505593" y="3446555"/>
                  </a:lnTo>
                  <a:lnTo>
                    <a:pt x="9564496" y="3499812"/>
                  </a:lnTo>
                  <a:lnTo>
                    <a:pt x="9627672" y="3548217"/>
                  </a:lnTo>
                  <a:lnTo>
                    <a:pt x="9695818" y="3592253"/>
                  </a:lnTo>
                  <a:lnTo>
                    <a:pt x="9769579" y="3632381"/>
                  </a:lnTo>
                  <a:lnTo>
                    <a:pt x="9849494" y="3669012"/>
                  </a:lnTo>
                  <a:lnTo>
                    <a:pt x="9935925" y="3702493"/>
                  </a:lnTo>
                  <a:lnTo>
                    <a:pt x="10028956" y="3733099"/>
                  </a:lnTo>
                  <a:lnTo>
                    <a:pt x="10128287" y="3761028"/>
                  </a:lnTo>
                  <a:lnTo>
                    <a:pt x="10233102" y="3786402"/>
                  </a:lnTo>
                  <a:lnTo>
                    <a:pt x="10341958" y="3809272"/>
                  </a:lnTo>
                  <a:lnTo>
                    <a:pt x="10452705" y="3829630"/>
                  </a:lnTo>
                  <a:lnTo>
                    <a:pt x="10562499" y="3847431"/>
                  </a:lnTo>
                  <a:lnTo>
                    <a:pt x="10667934" y="3862624"/>
                  </a:lnTo>
                  <a:lnTo>
                    <a:pt x="10765331" y="3875185"/>
                  </a:lnTo>
                  <a:lnTo>
                    <a:pt x="10851165" y="3885154"/>
                  </a:lnTo>
                  <a:lnTo>
                    <a:pt x="10922568" y="3892661"/>
                  </a:lnTo>
                  <a:lnTo>
                    <a:pt x="10977806" y="3897943"/>
                  </a:lnTo>
                  <a:lnTo>
                    <a:pt x="11016604" y="3901328"/>
                  </a:lnTo>
                  <a:lnTo>
                    <a:pt x="11040270" y="3903218"/>
                  </a:lnTo>
                  <a:lnTo>
                    <a:pt x="11051616" y="3904051"/>
                  </a:lnTo>
                  <a:lnTo>
                    <a:pt x="11054772" y="3904264"/>
                  </a:lnTo>
                  <a:lnTo>
                    <a:pt x="11054891" y="3904272"/>
                  </a:lnTo>
                  <a:lnTo>
                    <a:pt x="12049831" y="3904272"/>
                  </a:lnTo>
                  <a:lnTo>
                    <a:pt x="12049831" y="39042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3" name="pl1342"/>
            <p:cNvSpPr/>
            <p:nvPr/>
          </p:nvSpPr>
          <p:spPr>
            <a:xfrm>
              <a:off x="1199187" y="1530100"/>
              <a:ext cx="12049831" cy="3904272"/>
            </a:xfrm>
            <a:custGeom>
              <a:avLst/>
              <a:pathLst>
                <a:path w="12049831" h="3904272">
                  <a:moveTo>
                    <a:pt x="12049831" y="3904272"/>
                  </a:moveTo>
                  <a:lnTo>
                    <a:pt x="11054891" y="3904272"/>
                  </a:lnTo>
                  <a:lnTo>
                    <a:pt x="11053863" y="3904205"/>
                  </a:lnTo>
                  <a:lnTo>
                    <a:pt x="11047063" y="3903725"/>
                  </a:lnTo>
                  <a:lnTo>
                    <a:pt x="11029787" y="3902402"/>
                  </a:lnTo>
                  <a:lnTo>
                    <a:pt x="10998561" y="3899791"/>
                  </a:lnTo>
                  <a:lnTo>
                    <a:pt x="10951330" y="3895473"/>
                  </a:lnTo>
                  <a:lnTo>
                    <a:pt x="10887605" y="3889076"/>
                  </a:lnTo>
                  <a:lnTo>
                    <a:pt x="10808445" y="3880320"/>
                  </a:lnTo>
                  <a:lnTo>
                    <a:pt x="10716223" y="3869021"/>
                  </a:lnTo>
                  <a:lnTo>
                    <a:pt x="10614211" y="3855100"/>
                  </a:lnTo>
                  <a:lnTo>
                    <a:pt x="10506073" y="3838553"/>
                  </a:lnTo>
                  <a:lnTo>
                    <a:pt x="10395391" y="3819424"/>
                  </a:lnTo>
                  <a:lnTo>
                    <a:pt x="10285309" y="3797764"/>
                  </a:lnTo>
                  <a:lnTo>
                    <a:pt x="10178319" y="3773602"/>
                  </a:lnTo>
                  <a:lnTo>
                    <a:pt x="10076200" y="3746918"/>
                  </a:lnTo>
                  <a:lnTo>
                    <a:pt x="9980058" y="3717626"/>
                  </a:lnTo>
                  <a:lnTo>
                    <a:pt x="9890428" y="3685563"/>
                  </a:lnTo>
                  <a:lnTo>
                    <a:pt x="9807396" y="3650493"/>
                  </a:lnTo>
                  <a:lnTo>
                    <a:pt x="9730719" y="3612103"/>
                  </a:lnTo>
                  <a:lnTo>
                    <a:pt x="9659936" y="3570010"/>
                  </a:lnTo>
                  <a:lnTo>
                    <a:pt x="9594444" y="3523775"/>
                  </a:lnTo>
                  <a:lnTo>
                    <a:pt x="9533564" y="3472923"/>
                  </a:lnTo>
                  <a:lnTo>
                    <a:pt x="9476592" y="3416974"/>
                  </a:lnTo>
                  <a:lnTo>
                    <a:pt x="9422834" y="3355497"/>
                  </a:lnTo>
                  <a:lnTo>
                    <a:pt x="9371638" y="3288193"/>
                  </a:lnTo>
                  <a:lnTo>
                    <a:pt x="9347647" y="3253560"/>
                  </a:lnTo>
                  <a:lnTo>
                    <a:pt x="9308645" y="3192974"/>
                  </a:lnTo>
                  <a:lnTo>
                    <a:pt x="9270524" y="3128538"/>
                  </a:lnTo>
                  <a:lnTo>
                    <a:pt x="9233077" y="3060173"/>
                  </a:lnTo>
                  <a:lnTo>
                    <a:pt x="9196131" y="2987848"/>
                  </a:lnTo>
                  <a:lnTo>
                    <a:pt x="9159542" y="2911580"/>
                  </a:lnTo>
                  <a:lnTo>
                    <a:pt x="9123195" y="2831439"/>
                  </a:lnTo>
                  <a:lnTo>
                    <a:pt x="9086996" y="2747558"/>
                  </a:lnTo>
                  <a:lnTo>
                    <a:pt x="9050872" y="2660127"/>
                  </a:lnTo>
                  <a:lnTo>
                    <a:pt x="9014770" y="2569398"/>
                  </a:lnTo>
                  <a:lnTo>
                    <a:pt x="8978654" y="2475684"/>
                  </a:lnTo>
                  <a:lnTo>
                    <a:pt x="8942500" y="2379356"/>
                  </a:lnTo>
                  <a:lnTo>
                    <a:pt x="8906299" y="2280836"/>
                  </a:lnTo>
                  <a:lnTo>
                    <a:pt x="8870053" y="2180595"/>
                  </a:lnTo>
                  <a:lnTo>
                    <a:pt x="8833769" y="2079138"/>
                  </a:lnTo>
                  <a:lnTo>
                    <a:pt x="8797463" y="1976998"/>
                  </a:lnTo>
                  <a:lnTo>
                    <a:pt x="8761152" y="1874725"/>
                  </a:lnTo>
                  <a:lnTo>
                    <a:pt x="8724855" y="1772868"/>
                  </a:lnTo>
                  <a:lnTo>
                    <a:pt x="8688589" y="1671971"/>
                  </a:lnTo>
                  <a:lnTo>
                    <a:pt x="8652365" y="1572553"/>
                  </a:lnTo>
                  <a:lnTo>
                    <a:pt x="8616189" y="1475104"/>
                  </a:lnTo>
                  <a:lnTo>
                    <a:pt x="8580056" y="1380070"/>
                  </a:lnTo>
                  <a:lnTo>
                    <a:pt x="8543951" y="1287847"/>
                  </a:lnTo>
                  <a:lnTo>
                    <a:pt x="8507844" y="1198778"/>
                  </a:lnTo>
                  <a:lnTo>
                    <a:pt x="8471689" y="1113144"/>
                  </a:lnTo>
                  <a:lnTo>
                    <a:pt x="8435424" y="1031165"/>
                  </a:lnTo>
                  <a:lnTo>
                    <a:pt x="8398966" y="953003"/>
                  </a:lnTo>
                  <a:lnTo>
                    <a:pt x="8362209" y="878755"/>
                  </a:lnTo>
                  <a:lnTo>
                    <a:pt x="8325025" y="808467"/>
                  </a:lnTo>
                  <a:lnTo>
                    <a:pt x="8287256" y="742129"/>
                  </a:lnTo>
                  <a:lnTo>
                    <a:pt x="8248710" y="679684"/>
                  </a:lnTo>
                  <a:lnTo>
                    <a:pt x="8229629" y="650712"/>
                  </a:lnTo>
                  <a:lnTo>
                    <a:pt x="8179461" y="580556"/>
                  </a:lnTo>
                  <a:lnTo>
                    <a:pt x="8127018" y="516288"/>
                  </a:lnTo>
                  <a:lnTo>
                    <a:pt x="8071684" y="457716"/>
                  </a:lnTo>
                  <a:lnTo>
                    <a:pt x="8012781" y="404460"/>
                  </a:lnTo>
                  <a:lnTo>
                    <a:pt x="7949604" y="356055"/>
                  </a:lnTo>
                  <a:lnTo>
                    <a:pt x="7881458" y="312018"/>
                  </a:lnTo>
                  <a:lnTo>
                    <a:pt x="7807697" y="271890"/>
                  </a:lnTo>
                  <a:lnTo>
                    <a:pt x="7727782" y="235260"/>
                  </a:lnTo>
                  <a:lnTo>
                    <a:pt x="7641352" y="201779"/>
                  </a:lnTo>
                  <a:lnTo>
                    <a:pt x="7548320" y="171173"/>
                  </a:lnTo>
                  <a:lnTo>
                    <a:pt x="7448989" y="143243"/>
                  </a:lnTo>
                  <a:lnTo>
                    <a:pt x="7344174" y="117869"/>
                  </a:lnTo>
                  <a:lnTo>
                    <a:pt x="7235319" y="95000"/>
                  </a:lnTo>
                  <a:lnTo>
                    <a:pt x="7124571" y="74642"/>
                  </a:lnTo>
                  <a:lnTo>
                    <a:pt x="7014777" y="56840"/>
                  </a:lnTo>
                  <a:lnTo>
                    <a:pt x="6909342" y="41647"/>
                  </a:lnTo>
                  <a:lnTo>
                    <a:pt x="6811946" y="29086"/>
                  </a:lnTo>
                  <a:lnTo>
                    <a:pt x="6726112" y="19118"/>
                  </a:lnTo>
                  <a:lnTo>
                    <a:pt x="6654708" y="11610"/>
                  </a:lnTo>
                  <a:lnTo>
                    <a:pt x="6599470" y="6329"/>
                  </a:lnTo>
                  <a:lnTo>
                    <a:pt x="6560673" y="2943"/>
                  </a:lnTo>
                  <a:lnTo>
                    <a:pt x="6537007" y="1053"/>
                  </a:lnTo>
                  <a:lnTo>
                    <a:pt x="6525661" y="221"/>
                  </a:lnTo>
                  <a:lnTo>
                    <a:pt x="6522505" y="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3" y="56"/>
                  </a:lnTo>
                  <a:lnTo>
                    <a:pt x="5519365" y="459"/>
                  </a:lnTo>
                  <a:lnTo>
                    <a:pt x="5501547" y="1572"/>
                  </a:lnTo>
                  <a:lnTo>
                    <a:pt x="5469379" y="3767"/>
                  </a:lnTo>
                  <a:lnTo>
                    <a:pt x="5420797" y="7397"/>
                  </a:lnTo>
                  <a:lnTo>
                    <a:pt x="5355379" y="12770"/>
                  </a:lnTo>
                  <a:lnTo>
                    <a:pt x="5274308" y="20117"/>
                  </a:lnTo>
                  <a:lnTo>
                    <a:pt x="5180120" y="29586"/>
                  </a:lnTo>
                  <a:lnTo>
                    <a:pt x="5076247" y="41237"/>
                  </a:lnTo>
                  <a:lnTo>
                    <a:pt x="4966485" y="55070"/>
                  </a:lnTo>
                  <a:lnTo>
                    <a:pt x="4854505" y="71045"/>
                  </a:lnTo>
                  <a:lnTo>
                    <a:pt x="4743483" y="89119"/>
                  </a:lnTo>
                  <a:lnTo>
                    <a:pt x="4635903" y="109274"/>
                  </a:lnTo>
                  <a:lnTo>
                    <a:pt x="4533503" y="131532"/>
                  </a:lnTo>
                  <a:lnTo>
                    <a:pt x="4437331" y="155976"/>
                  </a:lnTo>
                  <a:lnTo>
                    <a:pt x="4347857" y="182751"/>
                  </a:lnTo>
                  <a:lnTo>
                    <a:pt x="4265104" y="212068"/>
                  </a:lnTo>
                  <a:lnTo>
                    <a:pt x="4188773" y="244202"/>
                  </a:lnTo>
                  <a:lnTo>
                    <a:pt x="4118353" y="279484"/>
                  </a:lnTo>
                  <a:lnTo>
                    <a:pt x="4053200" y="318290"/>
                  </a:lnTo>
                  <a:lnTo>
                    <a:pt x="3992604" y="361024"/>
                  </a:lnTo>
                  <a:lnTo>
                    <a:pt x="3935836" y="408085"/>
                  </a:lnTo>
                  <a:lnTo>
                    <a:pt x="3882186" y="459816"/>
                  </a:lnTo>
                  <a:lnTo>
                    <a:pt x="3830998" y="516425"/>
                  </a:lnTo>
                  <a:lnTo>
                    <a:pt x="3820202" y="529304"/>
                  </a:lnTo>
                  <a:lnTo>
                    <a:pt x="3777823" y="583057"/>
                  </a:lnTo>
                  <a:lnTo>
                    <a:pt x="3736464" y="640524"/>
                  </a:lnTo>
                  <a:lnTo>
                    <a:pt x="3695865" y="701780"/>
                  </a:lnTo>
                  <a:lnTo>
                    <a:pt x="3655811" y="766847"/>
                  </a:lnTo>
                  <a:lnTo>
                    <a:pt x="3616129" y="835690"/>
                  </a:lnTo>
                  <a:lnTo>
                    <a:pt x="3576681" y="908210"/>
                  </a:lnTo>
                  <a:lnTo>
                    <a:pt x="3537361" y="984241"/>
                  </a:lnTo>
                  <a:lnTo>
                    <a:pt x="3498089" y="1063545"/>
                  </a:lnTo>
                  <a:lnTo>
                    <a:pt x="3458811" y="1145817"/>
                  </a:lnTo>
                  <a:lnTo>
                    <a:pt x="3419493" y="1230684"/>
                  </a:lnTo>
                  <a:lnTo>
                    <a:pt x="3380120" y="1317711"/>
                  </a:lnTo>
                  <a:lnTo>
                    <a:pt x="3340693" y="1406411"/>
                  </a:lnTo>
                  <a:lnTo>
                    <a:pt x="3301224" y="1496254"/>
                  </a:lnTo>
                  <a:lnTo>
                    <a:pt x="3261730" y="1586680"/>
                  </a:lnTo>
                  <a:lnTo>
                    <a:pt x="3222236" y="1677114"/>
                  </a:lnTo>
                  <a:lnTo>
                    <a:pt x="3182765" y="1766981"/>
                  </a:lnTo>
                  <a:lnTo>
                    <a:pt x="3143337" y="1855719"/>
                  </a:lnTo>
                  <a:lnTo>
                    <a:pt x="3103963" y="1942798"/>
                  </a:lnTo>
                  <a:lnTo>
                    <a:pt x="3064643" y="2027730"/>
                  </a:lnTo>
                  <a:lnTo>
                    <a:pt x="3025365" y="2110077"/>
                  </a:lnTo>
                  <a:lnTo>
                    <a:pt x="2986093" y="2189467"/>
                  </a:lnTo>
                  <a:lnTo>
                    <a:pt x="2946775" y="2265590"/>
                  </a:lnTo>
                  <a:lnTo>
                    <a:pt x="2907332" y="2338208"/>
                  </a:lnTo>
                  <a:lnTo>
                    <a:pt x="2867658" y="2407153"/>
                  </a:lnTo>
                  <a:lnTo>
                    <a:pt x="2827616" y="2472324"/>
                  </a:lnTo>
                  <a:lnTo>
                    <a:pt x="2787034" y="2533683"/>
                  </a:lnTo>
                  <a:lnTo>
                    <a:pt x="2745700" y="2591252"/>
                  </a:lnTo>
                  <a:lnTo>
                    <a:pt x="2703353" y="2645105"/>
                  </a:lnTo>
                  <a:lnTo>
                    <a:pt x="2702183" y="2646520"/>
                  </a:lnTo>
                  <a:lnTo>
                    <a:pt x="2651451" y="2704188"/>
                  </a:lnTo>
                  <a:lnTo>
                    <a:pt x="2598386" y="2756962"/>
                  </a:lnTo>
                  <a:lnTo>
                    <a:pt x="2542350" y="2805007"/>
                  </a:lnTo>
                  <a:lnTo>
                    <a:pt x="2482643" y="2848644"/>
                  </a:lnTo>
                  <a:lnTo>
                    <a:pt x="2418537" y="2888264"/>
                  </a:lnTo>
                  <a:lnTo>
                    <a:pt x="2349312" y="2924274"/>
                  </a:lnTo>
                  <a:lnTo>
                    <a:pt x="2274308" y="2957059"/>
                  </a:lnTo>
                  <a:lnTo>
                    <a:pt x="2192977" y="2986960"/>
                  </a:lnTo>
                  <a:lnTo>
                    <a:pt x="2104967" y="3014264"/>
                  </a:lnTo>
                  <a:lnTo>
                    <a:pt x="2010220" y="3039197"/>
                  </a:lnTo>
                  <a:lnTo>
                    <a:pt x="1909100" y="3061919"/>
                  </a:lnTo>
                  <a:lnTo>
                    <a:pt x="1802517" y="3082524"/>
                  </a:lnTo>
                  <a:lnTo>
                    <a:pt x="1692054" y="3101048"/>
                  </a:lnTo>
                  <a:lnTo>
                    <a:pt x="1580034" y="3117480"/>
                  </a:lnTo>
                  <a:lnTo>
                    <a:pt x="1469494" y="3131780"/>
                  </a:lnTo>
                  <a:lnTo>
                    <a:pt x="1364024" y="3143905"/>
                  </a:lnTo>
                  <a:lnTo>
                    <a:pt x="1267431" y="3153842"/>
                  </a:lnTo>
                  <a:lnTo>
                    <a:pt x="1183272" y="3161639"/>
                  </a:lnTo>
                  <a:lnTo>
                    <a:pt x="1114318" y="3167421"/>
                  </a:lnTo>
                  <a:lnTo>
                    <a:pt x="1062076" y="3171404"/>
                  </a:lnTo>
                  <a:lnTo>
                    <a:pt x="1026480" y="3173881"/>
                  </a:lnTo>
                  <a:lnTo>
                    <a:pt x="1005814" y="3175196"/>
                  </a:lnTo>
                  <a:lnTo>
                    <a:pt x="996829" y="3175722"/>
                  </a:lnTo>
                  <a:lnTo>
                    <a:pt x="994951" y="3175823"/>
                  </a:lnTo>
                  <a:lnTo>
                    <a:pt x="994940" y="3175824"/>
                  </a:lnTo>
                  <a:lnTo>
                    <a:pt x="0" y="3175824"/>
                  </a:lnTo>
                  <a:lnTo>
                    <a:pt x="0" y="31758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4" name="pg1343"/>
            <p:cNvSpPr/>
            <p:nvPr/>
          </p:nvSpPr>
          <p:spPr>
            <a:xfrm>
              <a:off x="1199187" y="1566785"/>
              <a:ext cx="12049831" cy="4533148"/>
            </a:xfrm>
            <a:custGeom>
              <a:avLst/>
              <a:pathLst>
                <a:path w="12049831" h="4533148">
                  <a:moveTo>
                    <a:pt x="0" y="3149621"/>
                  </a:moveTo>
                  <a:lnTo>
                    <a:pt x="994940" y="3149621"/>
                  </a:lnTo>
                  <a:lnTo>
                    <a:pt x="996003" y="3149564"/>
                  </a:lnTo>
                  <a:lnTo>
                    <a:pt x="1003030" y="3149165"/>
                  </a:lnTo>
                  <a:lnTo>
                    <a:pt x="1020870" y="3148061"/>
                  </a:lnTo>
                  <a:lnTo>
                    <a:pt x="1053076" y="3145885"/>
                  </a:lnTo>
                  <a:lnTo>
                    <a:pt x="1101711" y="3142286"/>
                  </a:lnTo>
                  <a:lnTo>
                    <a:pt x="1167197" y="3136960"/>
                  </a:lnTo>
                  <a:lnTo>
                    <a:pt x="1248343" y="3129677"/>
                  </a:lnTo>
                  <a:lnTo>
                    <a:pt x="1342609" y="3120291"/>
                  </a:lnTo>
                  <a:lnTo>
                    <a:pt x="1446557" y="3108742"/>
                  </a:lnTo>
                  <a:lnTo>
                    <a:pt x="1556382" y="3095031"/>
                  </a:lnTo>
                  <a:lnTo>
                    <a:pt x="1668413" y="3079198"/>
                  </a:lnTo>
                  <a:lnTo>
                    <a:pt x="1779471" y="3061285"/>
                  </a:lnTo>
                  <a:lnTo>
                    <a:pt x="1887074" y="3041310"/>
                  </a:lnTo>
                  <a:lnTo>
                    <a:pt x="1989484" y="3019251"/>
                  </a:lnTo>
                  <a:lnTo>
                    <a:pt x="2085656" y="2995024"/>
                  </a:lnTo>
                  <a:lnTo>
                    <a:pt x="2175123" y="2968487"/>
                  </a:lnTo>
                  <a:lnTo>
                    <a:pt x="2257865" y="2939428"/>
                  </a:lnTo>
                  <a:lnTo>
                    <a:pt x="2334182" y="2907577"/>
                  </a:lnTo>
                  <a:lnTo>
                    <a:pt x="2404588" y="2872603"/>
                  </a:lnTo>
                  <a:lnTo>
                    <a:pt x="2469728" y="2834133"/>
                  </a:lnTo>
                  <a:lnTo>
                    <a:pt x="2530313" y="2791767"/>
                  </a:lnTo>
                  <a:lnTo>
                    <a:pt x="2587073" y="2745110"/>
                  </a:lnTo>
                  <a:lnTo>
                    <a:pt x="2640719" y="2693823"/>
                  </a:lnTo>
                  <a:lnTo>
                    <a:pt x="2691907" y="2637701"/>
                  </a:lnTo>
                  <a:lnTo>
                    <a:pt x="2702183" y="2625557"/>
                  </a:lnTo>
                  <a:lnTo>
                    <a:pt x="2744725" y="2572121"/>
                  </a:lnTo>
                  <a:lnTo>
                    <a:pt x="2786239" y="2514980"/>
                  </a:lnTo>
                  <a:lnTo>
                    <a:pt x="2826990" y="2454059"/>
                  </a:lnTo>
                  <a:lnTo>
                    <a:pt x="2867194" y="2389334"/>
                  </a:lnTo>
                  <a:lnTo>
                    <a:pt x="2907025" y="2320842"/>
                  </a:lnTo>
                  <a:lnTo>
                    <a:pt x="2946622" y="2248684"/>
                  </a:lnTo>
                  <a:lnTo>
                    <a:pt x="2986094" y="2173028"/>
                  </a:lnTo>
                  <a:lnTo>
                    <a:pt x="3025518" y="2094113"/>
                  </a:lnTo>
                  <a:lnTo>
                    <a:pt x="3064950" y="2012248"/>
                  </a:lnTo>
                  <a:lnTo>
                    <a:pt x="3104422" y="1927807"/>
                  </a:lnTo>
                  <a:lnTo>
                    <a:pt x="3143950" y="1841229"/>
                  </a:lnTo>
                  <a:lnTo>
                    <a:pt x="3183533" y="1753003"/>
                  </a:lnTo>
                  <a:lnTo>
                    <a:pt x="3223158" y="1663663"/>
                  </a:lnTo>
                  <a:lnTo>
                    <a:pt x="3262806" y="1573769"/>
                  </a:lnTo>
                  <a:lnTo>
                    <a:pt x="3302453" y="1483899"/>
                  </a:lnTo>
                  <a:lnTo>
                    <a:pt x="3342075" y="1394629"/>
                  </a:lnTo>
                  <a:lnTo>
                    <a:pt x="3381654" y="1306517"/>
                  </a:lnTo>
                  <a:lnTo>
                    <a:pt x="3421177" y="1220096"/>
                  </a:lnTo>
                  <a:lnTo>
                    <a:pt x="3460645" y="1135849"/>
                  </a:lnTo>
                  <a:lnTo>
                    <a:pt x="3500075" y="1054211"/>
                  </a:lnTo>
                  <a:lnTo>
                    <a:pt x="3539501" y="975550"/>
                  </a:lnTo>
                  <a:lnTo>
                    <a:pt x="3578979" y="900171"/>
                  </a:lnTo>
                  <a:lnTo>
                    <a:pt x="3618591" y="828306"/>
                  </a:lnTo>
                  <a:lnTo>
                    <a:pt x="3658447" y="760118"/>
                  </a:lnTo>
                  <a:lnTo>
                    <a:pt x="3698688" y="695702"/>
                  </a:lnTo>
                  <a:lnTo>
                    <a:pt x="3739493" y="635090"/>
                  </a:lnTo>
                  <a:lnTo>
                    <a:pt x="3781080" y="578254"/>
                  </a:lnTo>
                  <a:lnTo>
                    <a:pt x="3820202" y="529304"/>
                  </a:lnTo>
                  <a:lnTo>
                    <a:pt x="3870957" y="472182"/>
                  </a:lnTo>
                  <a:lnTo>
                    <a:pt x="3924047" y="419911"/>
                  </a:lnTo>
                  <a:lnTo>
                    <a:pt x="3980110" y="372327"/>
                  </a:lnTo>
                  <a:lnTo>
                    <a:pt x="4039848" y="329110"/>
                  </a:lnTo>
                  <a:lnTo>
                    <a:pt x="4103992" y="289872"/>
                  </a:lnTo>
                  <a:lnTo>
                    <a:pt x="4173259" y="254211"/>
                  </a:lnTo>
                  <a:lnTo>
                    <a:pt x="4248313" y="221745"/>
                  </a:lnTo>
                  <a:lnTo>
                    <a:pt x="4329700" y="192137"/>
                  </a:lnTo>
                  <a:lnTo>
                    <a:pt x="4417774" y="165100"/>
                  </a:lnTo>
                  <a:lnTo>
                    <a:pt x="4512589" y="140412"/>
                  </a:lnTo>
                  <a:lnTo>
                    <a:pt x="4613780" y="117915"/>
                  </a:lnTo>
                  <a:lnTo>
                    <a:pt x="4720433" y="97516"/>
                  </a:lnTo>
                  <a:lnTo>
                    <a:pt x="4830959" y="79178"/>
                  </a:lnTo>
                  <a:lnTo>
                    <a:pt x="4943028" y="62914"/>
                  </a:lnTo>
                  <a:lnTo>
                    <a:pt x="5053595" y="48763"/>
                  </a:lnTo>
                  <a:lnTo>
                    <a:pt x="5159064" y="36768"/>
                  </a:lnTo>
                  <a:lnTo>
                    <a:pt x="5255622" y="26939"/>
                  </a:lnTo>
                  <a:lnTo>
                    <a:pt x="5339711" y="19232"/>
                  </a:lnTo>
                  <a:lnTo>
                    <a:pt x="5408565" y="13520"/>
                  </a:lnTo>
                  <a:lnTo>
                    <a:pt x="5460687" y="9589"/>
                  </a:lnTo>
                  <a:lnTo>
                    <a:pt x="5496156" y="7148"/>
                  </a:lnTo>
                  <a:lnTo>
                    <a:pt x="5516706" y="5853"/>
                  </a:lnTo>
                  <a:lnTo>
                    <a:pt x="5525601" y="533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382" y="5316"/>
                  </a:lnTo>
                  <a:lnTo>
                    <a:pt x="6529974" y="5854"/>
                  </a:lnTo>
                  <a:lnTo>
                    <a:pt x="6546737" y="7340"/>
                  </a:lnTo>
                  <a:lnTo>
                    <a:pt x="6577068" y="10270"/>
                  </a:lnTo>
                  <a:lnTo>
                    <a:pt x="6623014" y="15121"/>
                  </a:lnTo>
                  <a:lnTo>
                    <a:pt x="6685119" y="22310"/>
                  </a:lnTo>
                  <a:lnTo>
                    <a:pt x="6762444" y="32161"/>
                  </a:lnTo>
                  <a:lnTo>
                    <a:pt x="6852764" y="44887"/>
                  </a:lnTo>
                  <a:lnTo>
                    <a:pt x="6952963" y="60586"/>
                  </a:lnTo>
                  <a:lnTo>
                    <a:pt x="7059506" y="79269"/>
                  </a:lnTo>
                  <a:lnTo>
                    <a:pt x="7168895" y="100889"/>
                  </a:lnTo>
                  <a:lnTo>
                    <a:pt x="7278026" y="125388"/>
                  </a:lnTo>
                  <a:lnTo>
                    <a:pt x="7384402" y="152729"/>
                  </a:lnTo>
                  <a:lnTo>
                    <a:pt x="7486210" y="182925"/>
                  </a:lnTo>
                  <a:lnTo>
                    <a:pt x="7582289" y="216063"/>
                  </a:lnTo>
                  <a:lnTo>
                    <a:pt x="7672044" y="252310"/>
                  </a:lnTo>
                  <a:lnTo>
                    <a:pt x="7755329" y="291918"/>
                  </a:lnTo>
                  <a:lnTo>
                    <a:pt x="7832331" y="335225"/>
                  </a:lnTo>
                  <a:lnTo>
                    <a:pt x="7903465" y="382646"/>
                  </a:lnTo>
                  <a:lnTo>
                    <a:pt x="7969293" y="434663"/>
                  </a:lnTo>
                  <a:lnTo>
                    <a:pt x="8030461" y="491805"/>
                  </a:lnTo>
                  <a:lnTo>
                    <a:pt x="8087649" y="554614"/>
                  </a:lnTo>
                  <a:lnTo>
                    <a:pt x="8141535" y="623593"/>
                  </a:lnTo>
                  <a:lnTo>
                    <a:pt x="8192763" y="699123"/>
                  </a:lnTo>
                  <a:lnTo>
                    <a:pt x="8229629" y="759891"/>
                  </a:lnTo>
                  <a:lnTo>
                    <a:pt x="8266245" y="825677"/>
                  </a:lnTo>
                  <a:lnTo>
                    <a:pt x="8302073" y="895386"/>
                  </a:lnTo>
                  <a:lnTo>
                    <a:pt x="8337288" y="969097"/>
                  </a:lnTo>
                  <a:lnTo>
                    <a:pt x="8372036" y="1046849"/>
                  </a:lnTo>
                  <a:lnTo>
                    <a:pt x="8406440" y="1128635"/>
                  </a:lnTo>
                  <a:lnTo>
                    <a:pt x="8440603" y="1214402"/>
                  </a:lnTo>
                  <a:lnTo>
                    <a:pt x="8474608" y="1304044"/>
                  </a:lnTo>
                  <a:lnTo>
                    <a:pt x="8508521" y="1397403"/>
                  </a:lnTo>
                  <a:lnTo>
                    <a:pt x="8542393" y="1494262"/>
                  </a:lnTo>
                  <a:lnTo>
                    <a:pt x="8576262" y="1594355"/>
                  </a:lnTo>
                  <a:lnTo>
                    <a:pt x="8610154" y="1697357"/>
                  </a:lnTo>
                  <a:lnTo>
                    <a:pt x="8644082" y="1802895"/>
                  </a:lnTo>
                  <a:lnTo>
                    <a:pt x="8678052" y="1910551"/>
                  </a:lnTo>
                  <a:lnTo>
                    <a:pt x="8712061" y="2019867"/>
                  </a:lnTo>
                  <a:lnTo>
                    <a:pt x="8746102" y="2130352"/>
                  </a:lnTo>
                  <a:lnTo>
                    <a:pt x="8780161" y="2241495"/>
                  </a:lnTo>
                  <a:lnTo>
                    <a:pt x="8814224" y="2352768"/>
                  </a:lnTo>
                  <a:lnTo>
                    <a:pt x="8848276" y="2463646"/>
                  </a:lnTo>
                  <a:lnTo>
                    <a:pt x="8882303" y="2573606"/>
                  </a:lnTo>
                  <a:lnTo>
                    <a:pt x="8916293" y="2682148"/>
                  </a:lnTo>
                  <a:lnTo>
                    <a:pt x="8950241" y="2788795"/>
                  </a:lnTo>
                  <a:lnTo>
                    <a:pt x="8984150" y="2893109"/>
                  </a:lnTo>
                  <a:lnTo>
                    <a:pt x="9018027" y="2994693"/>
                  </a:lnTo>
                  <a:lnTo>
                    <a:pt x="9051894" y="3093199"/>
                  </a:lnTo>
                  <a:lnTo>
                    <a:pt x="9085781" y="3188331"/>
                  </a:lnTo>
                  <a:lnTo>
                    <a:pt x="9119733" y="3279846"/>
                  </a:lnTo>
                  <a:lnTo>
                    <a:pt x="9153808" y="3367558"/>
                  </a:lnTo>
                  <a:lnTo>
                    <a:pt x="9188081" y="3451335"/>
                  </a:lnTo>
                  <a:lnTo>
                    <a:pt x="9222644" y="3531099"/>
                  </a:lnTo>
                  <a:lnTo>
                    <a:pt x="9257609" y="3606819"/>
                  </a:lnTo>
                  <a:lnTo>
                    <a:pt x="9293112" y="3678512"/>
                  </a:lnTo>
                  <a:lnTo>
                    <a:pt x="9329312" y="3746238"/>
                  </a:lnTo>
                  <a:lnTo>
                    <a:pt x="9347647" y="3778497"/>
                  </a:lnTo>
                  <a:lnTo>
                    <a:pt x="9397270" y="3859028"/>
                  </a:lnTo>
                  <a:lnTo>
                    <a:pt x="9449114" y="3932874"/>
                  </a:lnTo>
                  <a:lnTo>
                    <a:pt x="9503773" y="4000247"/>
                  </a:lnTo>
                  <a:lnTo>
                    <a:pt x="9561905" y="4061570"/>
                  </a:lnTo>
                  <a:lnTo>
                    <a:pt x="9624189" y="4117363"/>
                  </a:lnTo>
                  <a:lnTo>
                    <a:pt x="9691302" y="4168168"/>
                  </a:lnTo>
                  <a:lnTo>
                    <a:pt x="9763874" y="4214504"/>
                  </a:lnTo>
                  <a:lnTo>
                    <a:pt x="9842435" y="4256837"/>
                  </a:lnTo>
                  <a:lnTo>
                    <a:pt x="9927353" y="4295565"/>
                  </a:lnTo>
                  <a:lnTo>
                    <a:pt x="10018740" y="4331004"/>
                  </a:lnTo>
                  <a:lnTo>
                    <a:pt x="10116346" y="4363384"/>
                  </a:lnTo>
                  <a:lnTo>
                    <a:pt x="10219445" y="4392852"/>
                  </a:lnTo>
                  <a:lnTo>
                    <a:pt x="10326718" y="4419474"/>
                  </a:lnTo>
                  <a:lnTo>
                    <a:pt x="10436177" y="4443249"/>
                  </a:lnTo>
                  <a:lnTo>
                    <a:pt x="10545158" y="4464132"/>
                  </a:lnTo>
                  <a:lnTo>
                    <a:pt x="10650434" y="4482061"/>
                  </a:lnTo>
                  <a:lnTo>
                    <a:pt x="10748457" y="4497003"/>
                  </a:lnTo>
                  <a:lnTo>
                    <a:pt x="10835753" y="4508987"/>
                  </a:lnTo>
                  <a:lnTo>
                    <a:pt x="10909388" y="4518140"/>
                  </a:lnTo>
                  <a:lnTo>
                    <a:pt x="10967433" y="4524702"/>
                  </a:lnTo>
                  <a:lnTo>
                    <a:pt x="11009311" y="4529024"/>
                  </a:lnTo>
                  <a:lnTo>
                    <a:pt x="11035956" y="4531542"/>
                  </a:lnTo>
                  <a:lnTo>
                    <a:pt x="11049773" y="4532741"/>
                  </a:lnTo>
                  <a:lnTo>
                    <a:pt x="11054471" y="4533117"/>
                  </a:lnTo>
                  <a:lnTo>
                    <a:pt x="11054891" y="4533148"/>
                  </a:lnTo>
                  <a:lnTo>
                    <a:pt x="12049831" y="4533148"/>
                  </a:lnTo>
                  <a:lnTo>
                    <a:pt x="12049831" y="4527907"/>
                  </a:lnTo>
                  <a:lnTo>
                    <a:pt x="11054891" y="4527907"/>
                  </a:lnTo>
                  <a:lnTo>
                    <a:pt x="11053895" y="4527832"/>
                  </a:lnTo>
                  <a:lnTo>
                    <a:pt x="11047303" y="4527294"/>
                  </a:lnTo>
                  <a:lnTo>
                    <a:pt x="11030540" y="4525808"/>
                  </a:lnTo>
                  <a:lnTo>
                    <a:pt x="11000208" y="4522877"/>
                  </a:lnTo>
                  <a:lnTo>
                    <a:pt x="10954263" y="4518027"/>
                  </a:lnTo>
                  <a:lnTo>
                    <a:pt x="10892157" y="4510838"/>
                  </a:lnTo>
                  <a:lnTo>
                    <a:pt x="10814833" y="4500986"/>
                  </a:lnTo>
                  <a:lnTo>
                    <a:pt x="10724513" y="4488261"/>
                  </a:lnTo>
                  <a:lnTo>
                    <a:pt x="10624313" y="4472561"/>
                  </a:lnTo>
                  <a:lnTo>
                    <a:pt x="10517771" y="4453879"/>
                  </a:lnTo>
                  <a:lnTo>
                    <a:pt x="10408382" y="4432258"/>
                  </a:lnTo>
                  <a:lnTo>
                    <a:pt x="10299251" y="4407759"/>
                  </a:lnTo>
                  <a:lnTo>
                    <a:pt x="10192874" y="4380418"/>
                  </a:lnTo>
                  <a:lnTo>
                    <a:pt x="10091067" y="4350222"/>
                  </a:lnTo>
                  <a:lnTo>
                    <a:pt x="9994988" y="4317084"/>
                  </a:lnTo>
                  <a:lnTo>
                    <a:pt x="9905233" y="4280838"/>
                  </a:lnTo>
                  <a:lnTo>
                    <a:pt x="9821947" y="4241230"/>
                  </a:lnTo>
                  <a:lnTo>
                    <a:pt x="9744945" y="4197923"/>
                  </a:lnTo>
                  <a:lnTo>
                    <a:pt x="9673811" y="4150502"/>
                  </a:lnTo>
                  <a:lnTo>
                    <a:pt x="9607983" y="4098484"/>
                  </a:lnTo>
                  <a:lnTo>
                    <a:pt x="9546816" y="4041342"/>
                  </a:lnTo>
                  <a:lnTo>
                    <a:pt x="9489627" y="3978534"/>
                  </a:lnTo>
                  <a:lnTo>
                    <a:pt x="9435741" y="3909555"/>
                  </a:lnTo>
                  <a:lnTo>
                    <a:pt x="9384513" y="3834024"/>
                  </a:lnTo>
                  <a:lnTo>
                    <a:pt x="9347647" y="3773256"/>
                  </a:lnTo>
                  <a:lnTo>
                    <a:pt x="9311031" y="3707470"/>
                  </a:lnTo>
                  <a:lnTo>
                    <a:pt x="9275203" y="3637761"/>
                  </a:lnTo>
                  <a:lnTo>
                    <a:pt x="9239989" y="3564050"/>
                  </a:lnTo>
                  <a:lnTo>
                    <a:pt x="9205241" y="3486299"/>
                  </a:lnTo>
                  <a:lnTo>
                    <a:pt x="9170836" y="3404512"/>
                  </a:lnTo>
                  <a:lnTo>
                    <a:pt x="9136673" y="3318745"/>
                  </a:lnTo>
                  <a:lnTo>
                    <a:pt x="9102668" y="3229103"/>
                  </a:lnTo>
                  <a:lnTo>
                    <a:pt x="9068755" y="3135745"/>
                  </a:lnTo>
                  <a:lnTo>
                    <a:pt x="9034883" y="3038885"/>
                  </a:lnTo>
                  <a:lnTo>
                    <a:pt x="9001014" y="2938793"/>
                  </a:lnTo>
                  <a:lnTo>
                    <a:pt x="8967123" y="2835791"/>
                  </a:lnTo>
                  <a:lnTo>
                    <a:pt x="8933195" y="2730252"/>
                  </a:lnTo>
                  <a:lnTo>
                    <a:pt x="8899225" y="2622596"/>
                  </a:lnTo>
                  <a:lnTo>
                    <a:pt x="8865215" y="2513280"/>
                  </a:lnTo>
                  <a:lnTo>
                    <a:pt x="8831175" y="2402795"/>
                  </a:lnTo>
                  <a:lnTo>
                    <a:pt x="8797115" y="2291653"/>
                  </a:lnTo>
                  <a:lnTo>
                    <a:pt x="8763052" y="2180379"/>
                  </a:lnTo>
                  <a:lnTo>
                    <a:pt x="8729000" y="2069502"/>
                  </a:lnTo>
                  <a:lnTo>
                    <a:pt x="8694974" y="1959541"/>
                  </a:lnTo>
                  <a:lnTo>
                    <a:pt x="8660984" y="1851000"/>
                  </a:lnTo>
                  <a:lnTo>
                    <a:pt x="8627035" y="1744352"/>
                  </a:lnTo>
                  <a:lnTo>
                    <a:pt x="8593127" y="1640038"/>
                  </a:lnTo>
                  <a:lnTo>
                    <a:pt x="8559249" y="1538454"/>
                  </a:lnTo>
                  <a:lnTo>
                    <a:pt x="8525382" y="1439948"/>
                  </a:lnTo>
                  <a:lnTo>
                    <a:pt x="8491495" y="1344817"/>
                  </a:lnTo>
                  <a:lnTo>
                    <a:pt x="8457543" y="1253302"/>
                  </a:lnTo>
                  <a:lnTo>
                    <a:pt x="8423468" y="1165590"/>
                  </a:lnTo>
                  <a:lnTo>
                    <a:pt x="8389196" y="1081812"/>
                  </a:lnTo>
                  <a:lnTo>
                    <a:pt x="8354633" y="1002049"/>
                  </a:lnTo>
                  <a:lnTo>
                    <a:pt x="8319667" y="926329"/>
                  </a:lnTo>
                  <a:lnTo>
                    <a:pt x="8284164" y="854635"/>
                  </a:lnTo>
                  <a:lnTo>
                    <a:pt x="8247964" y="786909"/>
                  </a:lnTo>
                  <a:lnTo>
                    <a:pt x="8229629" y="754651"/>
                  </a:lnTo>
                  <a:lnTo>
                    <a:pt x="8180006" y="674120"/>
                  </a:lnTo>
                  <a:lnTo>
                    <a:pt x="8128163" y="600273"/>
                  </a:lnTo>
                  <a:lnTo>
                    <a:pt x="8073503" y="532900"/>
                  </a:lnTo>
                  <a:lnTo>
                    <a:pt x="8015372" y="471577"/>
                  </a:lnTo>
                  <a:lnTo>
                    <a:pt x="7953087" y="415785"/>
                  </a:lnTo>
                  <a:lnTo>
                    <a:pt x="7885974" y="364980"/>
                  </a:lnTo>
                  <a:lnTo>
                    <a:pt x="7813403" y="318644"/>
                  </a:lnTo>
                  <a:lnTo>
                    <a:pt x="7734841" y="276310"/>
                  </a:lnTo>
                  <a:lnTo>
                    <a:pt x="7649923" y="237582"/>
                  </a:lnTo>
                  <a:lnTo>
                    <a:pt x="7558537" y="202144"/>
                  </a:lnTo>
                  <a:lnTo>
                    <a:pt x="7460931" y="169763"/>
                  </a:lnTo>
                  <a:lnTo>
                    <a:pt x="7357832" y="140295"/>
                  </a:lnTo>
                  <a:lnTo>
                    <a:pt x="7250559" y="113673"/>
                  </a:lnTo>
                  <a:lnTo>
                    <a:pt x="7141100" y="89898"/>
                  </a:lnTo>
                  <a:lnTo>
                    <a:pt x="7032118" y="69016"/>
                  </a:lnTo>
                  <a:lnTo>
                    <a:pt x="6926843" y="51086"/>
                  </a:lnTo>
                  <a:lnTo>
                    <a:pt x="6828819" y="36144"/>
                  </a:lnTo>
                  <a:lnTo>
                    <a:pt x="6741524" y="24160"/>
                  </a:lnTo>
                  <a:lnTo>
                    <a:pt x="6667889" y="15008"/>
                  </a:lnTo>
                  <a:lnTo>
                    <a:pt x="6609844" y="8446"/>
                  </a:lnTo>
                  <a:lnTo>
                    <a:pt x="6567965" y="4124"/>
                  </a:lnTo>
                  <a:lnTo>
                    <a:pt x="6541320" y="1606"/>
                  </a:lnTo>
                  <a:lnTo>
                    <a:pt x="6527504" y="407"/>
                  </a:lnTo>
                  <a:lnTo>
                    <a:pt x="6522806" y="3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2" y="56"/>
                  </a:lnTo>
                  <a:lnTo>
                    <a:pt x="5519355" y="455"/>
                  </a:lnTo>
                  <a:lnTo>
                    <a:pt x="5501515" y="1559"/>
                  </a:lnTo>
                  <a:lnTo>
                    <a:pt x="5469309" y="3735"/>
                  </a:lnTo>
                  <a:lnTo>
                    <a:pt x="5420674" y="7334"/>
                  </a:lnTo>
                  <a:lnTo>
                    <a:pt x="5355188" y="12660"/>
                  </a:lnTo>
                  <a:lnTo>
                    <a:pt x="5274042" y="19943"/>
                  </a:lnTo>
                  <a:lnTo>
                    <a:pt x="5179776" y="29329"/>
                  </a:lnTo>
                  <a:lnTo>
                    <a:pt x="5075828" y="40878"/>
                  </a:lnTo>
                  <a:lnTo>
                    <a:pt x="4966003" y="54589"/>
                  </a:lnTo>
                  <a:lnTo>
                    <a:pt x="4853972" y="70422"/>
                  </a:lnTo>
                  <a:lnTo>
                    <a:pt x="4742914" y="88335"/>
                  </a:lnTo>
                  <a:lnTo>
                    <a:pt x="4635311" y="108310"/>
                  </a:lnTo>
                  <a:lnTo>
                    <a:pt x="4532901" y="130369"/>
                  </a:lnTo>
                  <a:lnTo>
                    <a:pt x="4436729" y="154596"/>
                  </a:lnTo>
                  <a:lnTo>
                    <a:pt x="4347262" y="181133"/>
                  </a:lnTo>
                  <a:lnTo>
                    <a:pt x="4264520" y="210192"/>
                  </a:lnTo>
                  <a:lnTo>
                    <a:pt x="4188203" y="242044"/>
                  </a:lnTo>
                  <a:lnTo>
                    <a:pt x="4117797" y="277017"/>
                  </a:lnTo>
                  <a:lnTo>
                    <a:pt x="4052657" y="315487"/>
                  </a:lnTo>
                  <a:lnTo>
                    <a:pt x="3992072" y="357853"/>
                  </a:lnTo>
                  <a:lnTo>
                    <a:pt x="3935312" y="404510"/>
                  </a:lnTo>
                  <a:lnTo>
                    <a:pt x="3881666" y="455797"/>
                  </a:lnTo>
                  <a:lnTo>
                    <a:pt x="3830478" y="511919"/>
                  </a:lnTo>
                  <a:lnTo>
                    <a:pt x="3820202" y="524063"/>
                  </a:lnTo>
                  <a:lnTo>
                    <a:pt x="3777660" y="577499"/>
                  </a:lnTo>
                  <a:lnTo>
                    <a:pt x="3736146" y="634640"/>
                  </a:lnTo>
                  <a:lnTo>
                    <a:pt x="3695395" y="695561"/>
                  </a:lnTo>
                  <a:lnTo>
                    <a:pt x="3655191" y="760286"/>
                  </a:lnTo>
                  <a:lnTo>
                    <a:pt x="3615360" y="828778"/>
                  </a:lnTo>
                  <a:lnTo>
                    <a:pt x="3575763" y="900936"/>
                  </a:lnTo>
                  <a:lnTo>
                    <a:pt x="3536291" y="976592"/>
                  </a:lnTo>
                  <a:lnTo>
                    <a:pt x="3496867" y="1055507"/>
                  </a:lnTo>
                  <a:lnTo>
                    <a:pt x="3457435" y="1137372"/>
                  </a:lnTo>
                  <a:lnTo>
                    <a:pt x="3417963" y="1221813"/>
                  </a:lnTo>
                  <a:lnTo>
                    <a:pt x="3378435" y="1308391"/>
                  </a:lnTo>
                  <a:lnTo>
                    <a:pt x="3338852" y="1396617"/>
                  </a:lnTo>
                  <a:lnTo>
                    <a:pt x="3299227" y="1485957"/>
                  </a:lnTo>
                  <a:lnTo>
                    <a:pt x="3259579" y="1575851"/>
                  </a:lnTo>
                  <a:lnTo>
                    <a:pt x="3219932" y="1665721"/>
                  </a:lnTo>
                  <a:lnTo>
                    <a:pt x="3180310" y="1754992"/>
                  </a:lnTo>
                  <a:lnTo>
                    <a:pt x="3140731" y="1843103"/>
                  </a:lnTo>
                  <a:lnTo>
                    <a:pt x="3101208" y="1929524"/>
                  </a:lnTo>
                  <a:lnTo>
                    <a:pt x="3061740" y="2013771"/>
                  </a:lnTo>
                  <a:lnTo>
                    <a:pt x="3022310" y="2095409"/>
                  </a:lnTo>
                  <a:lnTo>
                    <a:pt x="2982884" y="2174070"/>
                  </a:lnTo>
                  <a:lnTo>
                    <a:pt x="2943406" y="2249449"/>
                  </a:lnTo>
                  <a:lnTo>
                    <a:pt x="2903794" y="2321314"/>
                  </a:lnTo>
                  <a:lnTo>
                    <a:pt x="2863938" y="2389502"/>
                  </a:lnTo>
                  <a:lnTo>
                    <a:pt x="2823697" y="2453918"/>
                  </a:lnTo>
                  <a:lnTo>
                    <a:pt x="2782892" y="2514531"/>
                  </a:lnTo>
                  <a:lnTo>
                    <a:pt x="2741305" y="2571366"/>
                  </a:lnTo>
                  <a:lnTo>
                    <a:pt x="2702183" y="2620317"/>
                  </a:lnTo>
                  <a:lnTo>
                    <a:pt x="2651428" y="2677438"/>
                  </a:lnTo>
                  <a:lnTo>
                    <a:pt x="2598338" y="2729709"/>
                  </a:lnTo>
                  <a:lnTo>
                    <a:pt x="2542275" y="2777293"/>
                  </a:lnTo>
                  <a:lnTo>
                    <a:pt x="2482537" y="2820510"/>
                  </a:lnTo>
                  <a:lnTo>
                    <a:pt x="2418393" y="2859748"/>
                  </a:lnTo>
                  <a:lnTo>
                    <a:pt x="2349126" y="2895409"/>
                  </a:lnTo>
                  <a:lnTo>
                    <a:pt x="2274072" y="2927875"/>
                  </a:lnTo>
                  <a:lnTo>
                    <a:pt x="2192685" y="2957484"/>
                  </a:lnTo>
                  <a:lnTo>
                    <a:pt x="2104611" y="2984520"/>
                  </a:lnTo>
                  <a:lnTo>
                    <a:pt x="2009796" y="3009208"/>
                  </a:lnTo>
                  <a:lnTo>
                    <a:pt x="1908605" y="3031705"/>
                  </a:lnTo>
                  <a:lnTo>
                    <a:pt x="1801952" y="3052104"/>
                  </a:lnTo>
                  <a:lnTo>
                    <a:pt x="1691426" y="3070442"/>
                  </a:lnTo>
                  <a:lnTo>
                    <a:pt x="1579357" y="3086706"/>
                  </a:lnTo>
                  <a:lnTo>
                    <a:pt x="1468790" y="3100857"/>
                  </a:lnTo>
                  <a:lnTo>
                    <a:pt x="1363321" y="3112853"/>
                  </a:lnTo>
                  <a:lnTo>
                    <a:pt x="1266763" y="3122681"/>
                  </a:lnTo>
                  <a:lnTo>
                    <a:pt x="1182674" y="3130388"/>
                  </a:lnTo>
                  <a:lnTo>
                    <a:pt x="1113820" y="3136100"/>
                  </a:lnTo>
                  <a:lnTo>
                    <a:pt x="1061698" y="3140032"/>
                  </a:lnTo>
                  <a:lnTo>
                    <a:pt x="1026229" y="3142473"/>
                  </a:lnTo>
                  <a:lnTo>
                    <a:pt x="1005679" y="3143767"/>
                  </a:lnTo>
                  <a:lnTo>
                    <a:pt x="996784" y="3144281"/>
                  </a:lnTo>
                  <a:lnTo>
                    <a:pt x="994940" y="3144380"/>
                  </a:lnTo>
                  <a:lnTo>
                    <a:pt x="0" y="3144380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45" name="pl1344"/>
            <p:cNvSpPr/>
            <p:nvPr/>
          </p:nvSpPr>
          <p:spPr>
            <a:xfrm>
              <a:off x="1199187" y="1572025"/>
              <a:ext cx="12049831" cy="4527907"/>
            </a:xfrm>
            <a:custGeom>
              <a:avLst/>
              <a:pathLst>
                <a:path w="12049831" h="4527907">
                  <a:moveTo>
                    <a:pt x="0" y="3144380"/>
                  </a:moveTo>
                  <a:lnTo>
                    <a:pt x="994940" y="3144380"/>
                  </a:lnTo>
                  <a:lnTo>
                    <a:pt x="996003" y="3144324"/>
                  </a:lnTo>
                  <a:lnTo>
                    <a:pt x="1003030" y="3143924"/>
                  </a:lnTo>
                  <a:lnTo>
                    <a:pt x="1020870" y="3142821"/>
                  </a:lnTo>
                  <a:lnTo>
                    <a:pt x="1053076" y="3140645"/>
                  </a:lnTo>
                  <a:lnTo>
                    <a:pt x="1101711" y="3137046"/>
                  </a:lnTo>
                  <a:lnTo>
                    <a:pt x="1167197" y="3131720"/>
                  </a:lnTo>
                  <a:lnTo>
                    <a:pt x="1248343" y="3124436"/>
                  </a:lnTo>
                  <a:lnTo>
                    <a:pt x="1342609" y="3115050"/>
                  </a:lnTo>
                  <a:lnTo>
                    <a:pt x="1446557" y="3103501"/>
                  </a:lnTo>
                  <a:lnTo>
                    <a:pt x="1556382" y="3089791"/>
                  </a:lnTo>
                  <a:lnTo>
                    <a:pt x="1668413" y="3073958"/>
                  </a:lnTo>
                  <a:lnTo>
                    <a:pt x="1779471" y="3056044"/>
                  </a:lnTo>
                  <a:lnTo>
                    <a:pt x="1887074" y="3036070"/>
                  </a:lnTo>
                  <a:lnTo>
                    <a:pt x="1989484" y="3014010"/>
                  </a:lnTo>
                  <a:lnTo>
                    <a:pt x="2085656" y="2989784"/>
                  </a:lnTo>
                  <a:lnTo>
                    <a:pt x="2175123" y="2963246"/>
                  </a:lnTo>
                  <a:lnTo>
                    <a:pt x="2257865" y="2934188"/>
                  </a:lnTo>
                  <a:lnTo>
                    <a:pt x="2334182" y="2902336"/>
                  </a:lnTo>
                  <a:lnTo>
                    <a:pt x="2404588" y="2867362"/>
                  </a:lnTo>
                  <a:lnTo>
                    <a:pt x="2469728" y="2828892"/>
                  </a:lnTo>
                  <a:lnTo>
                    <a:pt x="2530313" y="2786526"/>
                  </a:lnTo>
                  <a:lnTo>
                    <a:pt x="2587073" y="2739870"/>
                  </a:lnTo>
                  <a:lnTo>
                    <a:pt x="2640719" y="2688583"/>
                  </a:lnTo>
                  <a:lnTo>
                    <a:pt x="2691907" y="2632461"/>
                  </a:lnTo>
                  <a:lnTo>
                    <a:pt x="2702183" y="2620317"/>
                  </a:lnTo>
                  <a:lnTo>
                    <a:pt x="2744725" y="2566881"/>
                  </a:lnTo>
                  <a:lnTo>
                    <a:pt x="2786239" y="2509740"/>
                  </a:lnTo>
                  <a:lnTo>
                    <a:pt x="2826990" y="2448818"/>
                  </a:lnTo>
                  <a:lnTo>
                    <a:pt x="2867194" y="2384093"/>
                  </a:lnTo>
                  <a:lnTo>
                    <a:pt x="2907025" y="2315601"/>
                  </a:lnTo>
                  <a:lnTo>
                    <a:pt x="2946622" y="2243443"/>
                  </a:lnTo>
                  <a:lnTo>
                    <a:pt x="2986094" y="2167787"/>
                  </a:lnTo>
                  <a:lnTo>
                    <a:pt x="3025518" y="2088872"/>
                  </a:lnTo>
                  <a:lnTo>
                    <a:pt x="3064950" y="2007007"/>
                  </a:lnTo>
                  <a:lnTo>
                    <a:pt x="3104422" y="1922567"/>
                  </a:lnTo>
                  <a:lnTo>
                    <a:pt x="3143950" y="1835988"/>
                  </a:lnTo>
                  <a:lnTo>
                    <a:pt x="3183533" y="1747763"/>
                  </a:lnTo>
                  <a:lnTo>
                    <a:pt x="3223158" y="1658422"/>
                  </a:lnTo>
                  <a:lnTo>
                    <a:pt x="3262806" y="1568529"/>
                  </a:lnTo>
                  <a:lnTo>
                    <a:pt x="3302453" y="1478658"/>
                  </a:lnTo>
                  <a:lnTo>
                    <a:pt x="3342075" y="1389388"/>
                  </a:lnTo>
                  <a:lnTo>
                    <a:pt x="3381654" y="1301277"/>
                  </a:lnTo>
                  <a:lnTo>
                    <a:pt x="3421177" y="1214855"/>
                  </a:lnTo>
                  <a:lnTo>
                    <a:pt x="3460645" y="1130609"/>
                  </a:lnTo>
                  <a:lnTo>
                    <a:pt x="3500075" y="1048970"/>
                  </a:lnTo>
                  <a:lnTo>
                    <a:pt x="3539501" y="970310"/>
                  </a:lnTo>
                  <a:lnTo>
                    <a:pt x="3578979" y="894931"/>
                  </a:lnTo>
                  <a:lnTo>
                    <a:pt x="3618591" y="823065"/>
                  </a:lnTo>
                  <a:lnTo>
                    <a:pt x="3658447" y="754877"/>
                  </a:lnTo>
                  <a:lnTo>
                    <a:pt x="3698688" y="690461"/>
                  </a:lnTo>
                  <a:lnTo>
                    <a:pt x="3739493" y="629849"/>
                  </a:lnTo>
                  <a:lnTo>
                    <a:pt x="3781080" y="573013"/>
                  </a:lnTo>
                  <a:lnTo>
                    <a:pt x="3820202" y="524063"/>
                  </a:lnTo>
                  <a:lnTo>
                    <a:pt x="3870957" y="466942"/>
                  </a:lnTo>
                  <a:lnTo>
                    <a:pt x="3924047" y="414671"/>
                  </a:lnTo>
                  <a:lnTo>
                    <a:pt x="3980110" y="367086"/>
                  </a:lnTo>
                  <a:lnTo>
                    <a:pt x="4039848" y="323869"/>
                  </a:lnTo>
                  <a:lnTo>
                    <a:pt x="4103992" y="284631"/>
                  </a:lnTo>
                  <a:lnTo>
                    <a:pt x="4173259" y="248970"/>
                  </a:lnTo>
                  <a:lnTo>
                    <a:pt x="4248313" y="216505"/>
                  </a:lnTo>
                  <a:lnTo>
                    <a:pt x="4329700" y="186896"/>
                  </a:lnTo>
                  <a:lnTo>
                    <a:pt x="4417774" y="159859"/>
                  </a:lnTo>
                  <a:lnTo>
                    <a:pt x="4512589" y="135171"/>
                  </a:lnTo>
                  <a:lnTo>
                    <a:pt x="4613780" y="112675"/>
                  </a:lnTo>
                  <a:lnTo>
                    <a:pt x="4720433" y="92275"/>
                  </a:lnTo>
                  <a:lnTo>
                    <a:pt x="4830959" y="73937"/>
                  </a:lnTo>
                  <a:lnTo>
                    <a:pt x="4943028" y="57673"/>
                  </a:lnTo>
                  <a:lnTo>
                    <a:pt x="5053595" y="43523"/>
                  </a:lnTo>
                  <a:lnTo>
                    <a:pt x="5159064" y="31527"/>
                  </a:lnTo>
                  <a:lnTo>
                    <a:pt x="5255622" y="21699"/>
                  </a:lnTo>
                  <a:lnTo>
                    <a:pt x="5339711" y="13992"/>
                  </a:lnTo>
                  <a:lnTo>
                    <a:pt x="5408565" y="8279"/>
                  </a:lnTo>
                  <a:lnTo>
                    <a:pt x="5460687" y="4348"/>
                  </a:lnTo>
                  <a:lnTo>
                    <a:pt x="5496156" y="1907"/>
                  </a:lnTo>
                  <a:lnTo>
                    <a:pt x="5516706" y="613"/>
                  </a:lnTo>
                  <a:lnTo>
                    <a:pt x="5525601" y="98"/>
                  </a:lnTo>
                  <a:lnTo>
                    <a:pt x="5527436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382" y="75"/>
                  </a:lnTo>
                  <a:lnTo>
                    <a:pt x="6529974" y="613"/>
                  </a:lnTo>
                  <a:lnTo>
                    <a:pt x="6546737" y="2099"/>
                  </a:lnTo>
                  <a:lnTo>
                    <a:pt x="6577068" y="5030"/>
                  </a:lnTo>
                  <a:lnTo>
                    <a:pt x="6623014" y="9880"/>
                  </a:lnTo>
                  <a:lnTo>
                    <a:pt x="6685119" y="17069"/>
                  </a:lnTo>
                  <a:lnTo>
                    <a:pt x="6762444" y="26921"/>
                  </a:lnTo>
                  <a:lnTo>
                    <a:pt x="6852764" y="39646"/>
                  </a:lnTo>
                  <a:lnTo>
                    <a:pt x="6952963" y="55345"/>
                  </a:lnTo>
                  <a:lnTo>
                    <a:pt x="7059506" y="74028"/>
                  </a:lnTo>
                  <a:lnTo>
                    <a:pt x="7168895" y="95649"/>
                  </a:lnTo>
                  <a:lnTo>
                    <a:pt x="7278026" y="120148"/>
                  </a:lnTo>
                  <a:lnTo>
                    <a:pt x="7384402" y="147488"/>
                  </a:lnTo>
                  <a:lnTo>
                    <a:pt x="7486210" y="177685"/>
                  </a:lnTo>
                  <a:lnTo>
                    <a:pt x="7582289" y="210823"/>
                  </a:lnTo>
                  <a:lnTo>
                    <a:pt x="7672044" y="247069"/>
                  </a:lnTo>
                  <a:lnTo>
                    <a:pt x="7755329" y="286677"/>
                  </a:lnTo>
                  <a:lnTo>
                    <a:pt x="7832331" y="329984"/>
                  </a:lnTo>
                  <a:lnTo>
                    <a:pt x="7903465" y="377405"/>
                  </a:lnTo>
                  <a:lnTo>
                    <a:pt x="7969293" y="429423"/>
                  </a:lnTo>
                  <a:lnTo>
                    <a:pt x="8030461" y="486565"/>
                  </a:lnTo>
                  <a:lnTo>
                    <a:pt x="8087649" y="549373"/>
                  </a:lnTo>
                  <a:lnTo>
                    <a:pt x="8141535" y="618352"/>
                  </a:lnTo>
                  <a:lnTo>
                    <a:pt x="8192763" y="693883"/>
                  </a:lnTo>
                  <a:lnTo>
                    <a:pt x="8229629" y="754651"/>
                  </a:lnTo>
                  <a:lnTo>
                    <a:pt x="8266245" y="820437"/>
                  </a:lnTo>
                  <a:lnTo>
                    <a:pt x="8302073" y="890146"/>
                  </a:lnTo>
                  <a:lnTo>
                    <a:pt x="8337288" y="963857"/>
                  </a:lnTo>
                  <a:lnTo>
                    <a:pt x="8372036" y="1041608"/>
                  </a:lnTo>
                  <a:lnTo>
                    <a:pt x="8406440" y="1123395"/>
                  </a:lnTo>
                  <a:lnTo>
                    <a:pt x="8440603" y="1209162"/>
                  </a:lnTo>
                  <a:lnTo>
                    <a:pt x="8474608" y="1298804"/>
                  </a:lnTo>
                  <a:lnTo>
                    <a:pt x="8508521" y="1392162"/>
                  </a:lnTo>
                  <a:lnTo>
                    <a:pt x="8542393" y="1489022"/>
                  </a:lnTo>
                  <a:lnTo>
                    <a:pt x="8576262" y="1589114"/>
                  </a:lnTo>
                  <a:lnTo>
                    <a:pt x="8610154" y="1692116"/>
                  </a:lnTo>
                  <a:lnTo>
                    <a:pt x="8644082" y="1797655"/>
                  </a:lnTo>
                  <a:lnTo>
                    <a:pt x="8678052" y="1905311"/>
                  </a:lnTo>
                  <a:lnTo>
                    <a:pt x="8712061" y="2014626"/>
                  </a:lnTo>
                  <a:lnTo>
                    <a:pt x="8746102" y="2125112"/>
                  </a:lnTo>
                  <a:lnTo>
                    <a:pt x="8780161" y="2236254"/>
                  </a:lnTo>
                  <a:lnTo>
                    <a:pt x="8814224" y="2347528"/>
                  </a:lnTo>
                  <a:lnTo>
                    <a:pt x="8848276" y="2458405"/>
                  </a:lnTo>
                  <a:lnTo>
                    <a:pt x="8882303" y="2568366"/>
                  </a:lnTo>
                  <a:lnTo>
                    <a:pt x="8916293" y="2676907"/>
                  </a:lnTo>
                  <a:lnTo>
                    <a:pt x="8950241" y="2783555"/>
                  </a:lnTo>
                  <a:lnTo>
                    <a:pt x="8984150" y="2887869"/>
                  </a:lnTo>
                  <a:lnTo>
                    <a:pt x="9018027" y="2989453"/>
                  </a:lnTo>
                  <a:lnTo>
                    <a:pt x="9051894" y="3087959"/>
                  </a:lnTo>
                  <a:lnTo>
                    <a:pt x="9085781" y="3183090"/>
                  </a:lnTo>
                  <a:lnTo>
                    <a:pt x="9119733" y="3274605"/>
                  </a:lnTo>
                  <a:lnTo>
                    <a:pt x="9153808" y="3362317"/>
                  </a:lnTo>
                  <a:lnTo>
                    <a:pt x="9188081" y="3446095"/>
                  </a:lnTo>
                  <a:lnTo>
                    <a:pt x="9222644" y="3525858"/>
                  </a:lnTo>
                  <a:lnTo>
                    <a:pt x="9257609" y="3601578"/>
                  </a:lnTo>
                  <a:lnTo>
                    <a:pt x="9293112" y="3673271"/>
                  </a:lnTo>
                  <a:lnTo>
                    <a:pt x="9329312" y="3740998"/>
                  </a:lnTo>
                  <a:lnTo>
                    <a:pt x="9347647" y="3773256"/>
                  </a:lnTo>
                  <a:lnTo>
                    <a:pt x="9397270" y="3853787"/>
                  </a:lnTo>
                  <a:lnTo>
                    <a:pt x="9449114" y="3927633"/>
                  </a:lnTo>
                  <a:lnTo>
                    <a:pt x="9503773" y="3995007"/>
                  </a:lnTo>
                  <a:lnTo>
                    <a:pt x="9561905" y="4056330"/>
                  </a:lnTo>
                  <a:lnTo>
                    <a:pt x="9624189" y="4112122"/>
                  </a:lnTo>
                  <a:lnTo>
                    <a:pt x="9691302" y="4162927"/>
                  </a:lnTo>
                  <a:lnTo>
                    <a:pt x="9763874" y="4209263"/>
                  </a:lnTo>
                  <a:lnTo>
                    <a:pt x="9842435" y="4251597"/>
                  </a:lnTo>
                  <a:lnTo>
                    <a:pt x="9927353" y="4290325"/>
                  </a:lnTo>
                  <a:lnTo>
                    <a:pt x="10018740" y="4325763"/>
                  </a:lnTo>
                  <a:lnTo>
                    <a:pt x="10116346" y="4358144"/>
                  </a:lnTo>
                  <a:lnTo>
                    <a:pt x="10219445" y="4387612"/>
                  </a:lnTo>
                  <a:lnTo>
                    <a:pt x="10326718" y="4414234"/>
                  </a:lnTo>
                  <a:lnTo>
                    <a:pt x="10436177" y="4438009"/>
                  </a:lnTo>
                  <a:lnTo>
                    <a:pt x="10545158" y="4458891"/>
                  </a:lnTo>
                  <a:lnTo>
                    <a:pt x="10650434" y="4476821"/>
                  </a:lnTo>
                  <a:lnTo>
                    <a:pt x="10748457" y="4491763"/>
                  </a:lnTo>
                  <a:lnTo>
                    <a:pt x="10835753" y="4503747"/>
                  </a:lnTo>
                  <a:lnTo>
                    <a:pt x="10909388" y="4512899"/>
                  </a:lnTo>
                  <a:lnTo>
                    <a:pt x="10967433" y="4519461"/>
                  </a:lnTo>
                  <a:lnTo>
                    <a:pt x="11009311" y="4523783"/>
                  </a:lnTo>
                  <a:lnTo>
                    <a:pt x="11035956" y="4526301"/>
                  </a:lnTo>
                  <a:lnTo>
                    <a:pt x="11049773" y="4527500"/>
                  </a:lnTo>
                  <a:lnTo>
                    <a:pt x="11054471" y="4527876"/>
                  </a:lnTo>
                  <a:lnTo>
                    <a:pt x="11054891" y="4527907"/>
                  </a:lnTo>
                  <a:lnTo>
                    <a:pt x="12049831" y="4527907"/>
                  </a:lnTo>
                  <a:lnTo>
                    <a:pt x="12049831" y="45279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6" name="pl1345"/>
            <p:cNvSpPr/>
            <p:nvPr/>
          </p:nvSpPr>
          <p:spPr>
            <a:xfrm>
              <a:off x="1199187" y="1566785"/>
              <a:ext cx="12049831" cy="4527907"/>
            </a:xfrm>
            <a:custGeom>
              <a:avLst/>
              <a:pathLst>
                <a:path w="12049831" h="4527907">
                  <a:moveTo>
                    <a:pt x="12049831" y="4527907"/>
                  </a:moveTo>
                  <a:lnTo>
                    <a:pt x="11054891" y="4527907"/>
                  </a:lnTo>
                  <a:lnTo>
                    <a:pt x="11053895" y="4527832"/>
                  </a:lnTo>
                  <a:lnTo>
                    <a:pt x="11047303" y="4527294"/>
                  </a:lnTo>
                  <a:lnTo>
                    <a:pt x="11030540" y="4525808"/>
                  </a:lnTo>
                  <a:lnTo>
                    <a:pt x="11000208" y="4522877"/>
                  </a:lnTo>
                  <a:lnTo>
                    <a:pt x="10954263" y="4518027"/>
                  </a:lnTo>
                  <a:lnTo>
                    <a:pt x="10892157" y="4510838"/>
                  </a:lnTo>
                  <a:lnTo>
                    <a:pt x="10814833" y="4500986"/>
                  </a:lnTo>
                  <a:lnTo>
                    <a:pt x="10724513" y="4488261"/>
                  </a:lnTo>
                  <a:lnTo>
                    <a:pt x="10624313" y="4472561"/>
                  </a:lnTo>
                  <a:lnTo>
                    <a:pt x="10517771" y="4453879"/>
                  </a:lnTo>
                  <a:lnTo>
                    <a:pt x="10408382" y="4432258"/>
                  </a:lnTo>
                  <a:lnTo>
                    <a:pt x="10299251" y="4407759"/>
                  </a:lnTo>
                  <a:lnTo>
                    <a:pt x="10192874" y="4380418"/>
                  </a:lnTo>
                  <a:lnTo>
                    <a:pt x="10091067" y="4350222"/>
                  </a:lnTo>
                  <a:lnTo>
                    <a:pt x="9994988" y="4317084"/>
                  </a:lnTo>
                  <a:lnTo>
                    <a:pt x="9905233" y="4280838"/>
                  </a:lnTo>
                  <a:lnTo>
                    <a:pt x="9821947" y="4241230"/>
                  </a:lnTo>
                  <a:lnTo>
                    <a:pt x="9744945" y="4197923"/>
                  </a:lnTo>
                  <a:lnTo>
                    <a:pt x="9673811" y="4150502"/>
                  </a:lnTo>
                  <a:lnTo>
                    <a:pt x="9607983" y="4098484"/>
                  </a:lnTo>
                  <a:lnTo>
                    <a:pt x="9546816" y="4041342"/>
                  </a:lnTo>
                  <a:lnTo>
                    <a:pt x="9489627" y="3978534"/>
                  </a:lnTo>
                  <a:lnTo>
                    <a:pt x="9435741" y="3909555"/>
                  </a:lnTo>
                  <a:lnTo>
                    <a:pt x="9384513" y="3834024"/>
                  </a:lnTo>
                  <a:lnTo>
                    <a:pt x="9347647" y="3773256"/>
                  </a:lnTo>
                  <a:lnTo>
                    <a:pt x="9311031" y="3707470"/>
                  </a:lnTo>
                  <a:lnTo>
                    <a:pt x="9275203" y="3637761"/>
                  </a:lnTo>
                  <a:lnTo>
                    <a:pt x="9239989" y="3564050"/>
                  </a:lnTo>
                  <a:lnTo>
                    <a:pt x="9205241" y="3486299"/>
                  </a:lnTo>
                  <a:lnTo>
                    <a:pt x="9170836" y="3404512"/>
                  </a:lnTo>
                  <a:lnTo>
                    <a:pt x="9136673" y="3318745"/>
                  </a:lnTo>
                  <a:lnTo>
                    <a:pt x="9102668" y="3229103"/>
                  </a:lnTo>
                  <a:lnTo>
                    <a:pt x="9068755" y="3135745"/>
                  </a:lnTo>
                  <a:lnTo>
                    <a:pt x="9034883" y="3038885"/>
                  </a:lnTo>
                  <a:lnTo>
                    <a:pt x="9001014" y="2938793"/>
                  </a:lnTo>
                  <a:lnTo>
                    <a:pt x="8967123" y="2835791"/>
                  </a:lnTo>
                  <a:lnTo>
                    <a:pt x="8933195" y="2730252"/>
                  </a:lnTo>
                  <a:lnTo>
                    <a:pt x="8899225" y="2622596"/>
                  </a:lnTo>
                  <a:lnTo>
                    <a:pt x="8865215" y="2513280"/>
                  </a:lnTo>
                  <a:lnTo>
                    <a:pt x="8831175" y="2402795"/>
                  </a:lnTo>
                  <a:lnTo>
                    <a:pt x="8797115" y="2291653"/>
                  </a:lnTo>
                  <a:lnTo>
                    <a:pt x="8763052" y="2180379"/>
                  </a:lnTo>
                  <a:lnTo>
                    <a:pt x="8729000" y="2069502"/>
                  </a:lnTo>
                  <a:lnTo>
                    <a:pt x="8694974" y="1959541"/>
                  </a:lnTo>
                  <a:lnTo>
                    <a:pt x="8660984" y="1851000"/>
                  </a:lnTo>
                  <a:lnTo>
                    <a:pt x="8627035" y="1744352"/>
                  </a:lnTo>
                  <a:lnTo>
                    <a:pt x="8593127" y="1640038"/>
                  </a:lnTo>
                  <a:lnTo>
                    <a:pt x="8559249" y="1538454"/>
                  </a:lnTo>
                  <a:lnTo>
                    <a:pt x="8525382" y="1439948"/>
                  </a:lnTo>
                  <a:lnTo>
                    <a:pt x="8491495" y="1344817"/>
                  </a:lnTo>
                  <a:lnTo>
                    <a:pt x="8457543" y="1253302"/>
                  </a:lnTo>
                  <a:lnTo>
                    <a:pt x="8423468" y="1165590"/>
                  </a:lnTo>
                  <a:lnTo>
                    <a:pt x="8389196" y="1081812"/>
                  </a:lnTo>
                  <a:lnTo>
                    <a:pt x="8354633" y="1002049"/>
                  </a:lnTo>
                  <a:lnTo>
                    <a:pt x="8319667" y="926329"/>
                  </a:lnTo>
                  <a:lnTo>
                    <a:pt x="8284164" y="854635"/>
                  </a:lnTo>
                  <a:lnTo>
                    <a:pt x="8247964" y="786909"/>
                  </a:lnTo>
                  <a:lnTo>
                    <a:pt x="8229629" y="754651"/>
                  </a:lnTo>
                  <a:lnTo>
                    <a:pt x="8180006" y="674120"/>
                  </a:lnTo>
                  <a:lnTo>
                    <a:pt x="8128163" y="600273"/>
                  </a:lnTo>
                  <a:lnTo>
                    <a:pt x="8073503" y="532900"/>
                  </a:lnTo>
                  <a:lnTo>
                    <a:pt x="8015372" y="471577"/>
                  </a:lnTo>
                  <a:lnTo>
                    <a:pt x="7953087" y="415785"/>
                  </a:lnTo>
                  <a:lnTo>
                    <a:pt x="7885974" y="364980"/>
                  </a:lnTo>
                  <a:lnTo>
                    <a:pt x="7813403" y="318644"/>
                  </a:lnTo>
                  <a:lnTo>
                    <a:pt x="7734841" y="276310"/>
                  </a:lnTo>
                  <a:lnTo>
                    <a:pt x="7649923" y="237582"/>
                  </a:lnTo>
                  <a:lnTo>
                    <a:pt x="7558537" y="202144"/>
                  </a:lnTo>
                  <a:lnTo>
                    <a:pt x="7460931" y="169763"/>
                  </a:lnTo>
                  <a:lnTo>
                    <a:pt x="7357832" y="140295"/>
                  </a:lnTo>
                  <a:lnTo>
                    <a:pt x="7250559" y="113673"/>
                  </a:lnTo>
                  <a:lnTo>
                    <a:pt x="7141100" y="89898"/>
                  </a:lnTo>
                  <a:lnTo>
                    <a:pt x="7032118" y="69016"/>
                  </a:lnTo>
                  <a:lnTo>
                    <a:pt x="6926843" y="51086"/>
                  </a:lnTo>
                  <a:lnTo>
                    <a:pt x="6828819" y="36144"/>
                  </a:lnTo>
                  <a:lnTo>
                    <a:pt x="6741524" y="24160"/>
                  </a:lnTo>
                  <a:lnTo>
                    <a:pt x="6667889" y="15008"/>
                  </a:lnTo>
                  <a:lnTo>
                    <a:pt x="6609844" y="8446"/>
                  </a:lnTo>
                  <a:lnTo>
                    <a:pt x="6567965" y="4124"/>
                  </a:lnTo>
                  <a:lnTo>
                    <a:pt x="6541320" y="1606"/>
                  </a:lnTo>
                  <a:lnTo>
                    <a:pt x="6527504" y="407"/>
                  </a:lnTo>
                  <a:lnTo>
                    <a:pt x="6522806" y="3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2" y="56"/>
                  </a:lnTo>
                  <a:lnTo>
                    <a:pt x="5519355" y="455"/>
                  </a:lnTo>
                  <a:lnTo>
                    <a:pt x="5501515" y="1559"/>
                  </a:lnTo>
                  <a:lnTo>
                    <a:pt x="5469309" y="3735"/>
                  </a:lnTo>
                  <a:lnTo>
                    <a:pt x="5420674" y="7334"/>
                  </a:lnTo>
                  <a:lnTo>
                    <a:pt x="5355188" y="12660"/>
                  </a:lnTo>
                  <a:lnTo>
                    <a:pt x="5274042" y="19943"/>
                  </a:lnTo>
                  <a:lnTo>
                    <a:pt x="5179776" y="29329"/>
                  </a:lnTo>
                  <a:lnTo>
                    <a:pt x="5075828" y="40878"/>
                  </a:lnTo>
                  <a:lnTo>
                    <a:pt x="4966003" y="54589"/>
                  </a:lnTo>
                  <a:lnTo>
                    <a:pt x="4853972" y="70422"/>
                  </a:lnTo>
                  <a:lnTo>
                    <a:pt x="4742914" y="88335"/>
                  </a:lnTo>
                  <a:lnTo>
                    <a:pt x="4635311" y="108310"/>
                  </a:lnTo>
                  <a:lnTo>
                    <a:pt x="4532901" y="130369"/>
                  </a:lnTo>
                  <a:lnTo>
                    <a:pt x="4436729" y="154596"/>
                  </a:lnTo>
                  <a:lnTo>
                    <a:pt x="4347262" y="181133"/>
                  </a:lnTo>
                  <a:lnTo>
                    <a:pt x="4264520" y="210192"/>
                  </a:lnTo>
                  <a:lnTo>
                    <a:pt x="4188203" y="242044"/>
                  </a:lnTo>
                  <a:lnTo>
                    <a:pt x="4117797" y="277017"/>
                  </a:lnTo>
                  <a:lnTo>
                    <a:pt x="4052657" y="315487"/>
                  </a:lnTo>
                  <a:lnTo>
                    <a:pt x="3992072" y="357853"/>
                  </a:lnTo>
                  <a:lnTo>
                    <a:pt x="3935312" y="404510"/>
                  </a:lnTo>
                  <a:lnTo>
                    <a:pt x="3881666" y="455797"/>
                  </a:lnTo>
                  <a:lnTo>
                    <a:pt x="3830478" y="511919"/>
                  </a:lnTo>
                  <a:lnTo>
                    <a:pt x="3820202" y="524063"/>
                  </a:lnTo>
                  <a:lnTo>
                    <a:pt x="3777660" y="577499"/>
                  </a:lnTo>
                  <a:lnTo>
                    <a:pt x="3736146" y="634640"/>
                  </a:lnTo>
                  <a:lnTo>
                    <a:pt x="3695395" y="695561"/>
                  </a:lnTo>
                  <a:lnTo>
                    <a:pt x="3655191" y="760286"/>
                  </a:lnTo>
                  <a:lnTo>
                    <a:pt x="3615360" y="828778"/>
                  </a:lnTo>
                  <a:lnTo>
                    <a:pt x="3575763" y="900936"/>
                  </a:lnTo>
                  <a:lnTo>
                    <a:pt x="3536291" y="976592"/>
                  </a:lnTo>
                  <a:lnTo>
                    <a:pt x="3496867" y="1055507"/>
                  </a:lnTo>
                  <a:lnTo>
                    <a:pt x="3457435" y="1137372"/>
                  </a:lnTo>
                  <a:lnTo>
                    <a:pt x="3417963" y="1221813"/>
                  </a:lnTo>
                  <a:lnTo>
                    <a:pt x="3378435" y="1308391"/>
                  </a:lnTo>
                  <a:lnTo>
                    <a:pt x="3338852" y="1396617"/>
                  </a:lnTo>
                  <a:lnTo>
                    <a:pt x="3299227" y="1485957"/>
                  </a:lnTo>
                  <a:lnTo>
                    <a:pt x="3259579" y="1575851"/>
                  </a:lnTo>
                  <a:lnTo>
                    <a:pt x="3219932" y="1665721"/>
                  </a:lnTo>
                  <a:lnTo>
                    <a:pt x="3180310" y="1754992"/>
                  </a:lnTo>
                  <a:lnTo>
                    <a:pt x="3140731" y="1843103"/>
                  </a:lnTo>
                  <a:lnTo>
                    <a:pt x="3101208" y="1929524"/>
                  </a:lnTo>
                  <a:lnTo>
                    <a:pt x="3061740" y="2013771"/>
                  </a:lnTo>
                  <a:lnTo>
                    <a:pt x="3022310" y="2095409"/>
                  </a:lnTo>
                  <a:lnTo>
                    <a:pt x="2982884" y="2174070"/>
                  </a:lnTo>
                  <a:lnTo>
                    <a:pt x="2943406" y="2249449"/>
                  </a:lnTo>
                  <a:lnTo>
                    <a:pt x="2903794" y="2321314"/>
                  </a:lnTo>
                  <a:lnTo>
                    <a:pt x="2863938" y="2389502"/>
                  </a:lnTo>
                  <a:lnTo>
                    <a:pt x="2823697" y="2453918"/>
                  </a:lnTo>
                  <a:lnTo>
                    <a:pt x="2782892" y="2514531"/>
                  </a:lnTo>
                  <a:lnTo>
                    <a:pt x="2741305" y="2571366"/>
                  </a:lnTo>
                  <a:lnTo>
                    <a:pt x="2702183" y="2620317"/>
                  </a:lnTo>
                  <a:lnTo>
                    <a:pt x="2651428" y="2677438"/>
                  </a:lnTo>
                  <a:lnTo>
                    <a:pt x="2598338" y="2729709"/>
                  </a:lnTo>
                  <a:lnTo>
                    <a:pt x="2542275" y="2777293"/>
                  </a:lnTo>
                  <a:lnTo>
                    <a:pt x="2482537" y="2820510"/>
                  </a:lnTo>
                  <a:lnTo>
                    <a:pt x="2418393" y="2859748"/>
                  </a:lnTo>
                  <a:lnTo>
                    <a:pt x="2349126" y="2895409"/>
                  </a:lnTo>
                  <a:lnTo>
                    <a:pt x="2274072" y="2927875"/>
                  </a:lnTo>
                  <a:lnTo>
                    <a:pt x="2192685" y="2957484"/>
                  </a:lnTo>
                  <a:lnTo>
                    <a:pt x="2104611" y="2984520"/>
                  </a:lnTo>
                  <a:lnTo>
                    <a:pt x="2009796" y="3009208"/>
                  </a:lnTo>
                  <a:lnTo>
                    <a:pt x="1908605" y="3031705"/>
                  </a:lnTo>
                  <a:lnTo>
                    <a:pt x="1801952" y="3052104"/>
                  </a:lnTo>
                  <a:lnTo>
                    <a:pt x="1691426" y="3070442"/>
                  </a:lnTo>
                  <a:lnTo>
                    <a:pt x="1579357" y="3086706"/>
                  </a:lnTo>
                  <a:lnTo>
                    <a:pt x="1468790" y="3100857"/>
                  </a:lnTo>
                  <a:lnTo>
                    <a:pt x="1363321" y="3112853"/>
                  </a:lnTo>
                  <a:lnTo>
                    <a:pt x="1266763" y="3122681"/>
                  </a:lnTo>
                  <a:lnTo>
                    <a:pt x="1182674" y="3130388"/>
                  </a:lnTo>
                  <a:lnTo>
                    <a:pt x="1113820" y="3136100"/>
                  </a:lnTo>
                  <a:lnTo>
                    <a:pt x="1061698" y="3140032"/>
                  </a:lnTo>
                  <a:lnTo>
                    <a:pt x="1026229" y="3142473"/>
                  </a:lnTo>
                  <a:lnTo>
                    <a:pt x="1005679" y="3143767"/>
                  </a:lnTo>
                  <a:lnTo>
                    <a:pt x="996784" y="3144281"/>
                  </a:lnTo>
                  <a:lnTo>
                    <a:pt x="994949" y="3144379"/>
                  </a:lnTo>
                  <a:lnTo>
                    <a:pt x="994940" y="3144380"/>
                  </a:lnTo>
                  <a:lnTo>
                    <a:pt x="0" y="3144380"/>
                  </a:lnTo>
                  <a:lnTo>
                    <a:pt x="0" y="31443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7" name="pg1346"/>
            <p:cNvSpPr/>
            <p:nvPr/>
          </p:nvSpPr>
          <p:spPr>
            <a:xfrm>
              <a:off x="1199187" y="1477694"/>
              <a:ext cx="12049831" cy="3249193"/>
            </a:xfrm>
            <a:custGeom>
              <a:avLst/>
              <a:pathLst>
                <a:path w="12049831" h="3249193">
                  <a:moveTo>
                    <a:pt x="0" y="3249193"/>
                  </a:moveTo>
                  <a:lnTo>
                    <a:pt x="994940" y="3249193"/>
                  </a:lnTo>
                  <a:lnTo>
                    <a:pt x="996018" y="3249142"/>
                  </a:lnTo>
                  <a:lnTo>
                    <a:pt x="1003140" y="3248783"/>
                  </a:lnTo>
                  <a:lnTo>
                    <a:pt x="1021214" y="3247790"/>
                  </a:lnTo>
                  <a:lnTo>
                    <a:pt x="1053828" y="3245834"/>
                  </a:lnTo>
                  <a:lnTo>
                    <a:pt x="1103046" y="3242598"/>
                  </a:lnTo>
                  <a:lnTo>
                    <a:pt x="1169261" y="3237811"/>
                  </a:lnTo>
                  <a:lnTo>
                    <a:pt x="1251226" y="3231268"/>
                  </a:lnTo>
                  <a:lnTo>
                    <a:pt x="1346332" y="3222840"/>
                  </a:lnTo>
                  <a:lnTo>
                    <a:pt x="1451068" y="3212476"/>
                  </a:lnTo>
                  <a:lnTo>
                    <a:pt x="1561577" y="3200178"/>
                  </a:lnTo>
                  <a:lnTo>
                    <a:pt x="1674150" y="3185983"/>
                  </a:lnTo>
                  <a:lnTo>
                    <a:pt x="1785595" y="3169927"/>
                  </a:lnTo>
                  <a:lnTo>
                    <a:pt x="1893435" y="3152027"/>
                  </a:lnTo>
                  <a:lnTo>
                    <a:pt x="1995952" y="3132257"/>
                  </a:lnTo>
                  <a:lnTo>
                    <a:pt x="2092126" y="3110542"/>
                  </a:lnTo>
                  <a:lnTo>
                    <a:pt x="2181518" y="3086747"/>
                  </a:lnTo>
                  <a:lnTo>
                    <a:pt x="2264135" y="3060680"/>
                  </a:lnTo>
                  <a:lnTo>
                    <a:pt x="2340302" y="3032091"/>
                  </a:lnTo>
                  <a:lnTo>
                    <a:pt x="2410554" y="3000682"/>
                  </a:lnTo>
                  <a:lnTo>
                    <a:pt x="2475552" y="2966113"/>
                  </a:lnTo>
                  <a:lnTo>
                    <a:pt x="2536021" y="2928023"/>
                  </a:lnTo>
                  <a:lnTo>
                    <a:pt x="2592701" y="2886061"/>
                  </a:lnTo>
                  <a:lnTo>
                    <a:pt x="2646309" y="2839929"/>
                  </a:lnTo>
                  <a:lnTo>
                    <a:pt x="2697501" y="2789462"/>
                  </a:lnTo>
                  <a:lnTo>
                    <a:pt x="2702183" y="2784523"/>
                  </a:lnTo>
                  <a:lnTo>
                    <a:pt x="2746679" y="2734857"/>
                  </a:lnTo>
                  <a:lnTo>
                    <a:pt x="2790063" y="2681589"/>
                  </a:lnTo>
                  <a:lnTo>
                    <a:pt x="2832636" y="2624645"/>
                  </a:lnTo>
                  <a:lnTo>
                    <a:pt x="2874638" y="2564010"/>
                  </a:lnTo>
                  <a:lnTo>
                    <a:pt x="2916262" y="2499729"/>
                  </a:lnTo>
                  <a:lnTo>
                    <a:pt x="2957661" y="2431921"/>
                  </a:lnTo>
                  <a:lnTo>
                    <a:pt x="2998949" y="2360774"/>
                  </a:lnTo>
                  <a:lnTo>
                    <a:pt x="3040207" y="2286553"/>
                  </a:lnTo>
                  <a:lnTo>
                    <a:pt x="3081489" y="2209596"/>
                  </a:lnTo>
                  <a:lnTo>
                    <a:pt x="3122825" y="2130309"/>
                  </a:lnTo>
                  <a:lnTo>
                    <a:pt x="3164222" y="2049163"/>
                  </a:lnTo>
                  <a:lnTo>
                    <a:pt x="3205674" y="1966677"/>
                  </a:lnTo>
                  <a:lnTo>
                    <a:pt x="3247162" y="1883411"/>
                  </a:lnTo>
                  <a:lnTo>
                    <a:pt x="3288658" y="1799947"/>
                  </a:lnTo>
                  <a:lnTo>
                    <a:pt x="3330137" y="1716871"/>
                  </a:lnTo>
                  <a:lnTo>
                    <a:pt x="3371573" y="1634759"/>
                  </a:lnTo>
                  <a:lnTo>
                    <a:pt x="3412951" y="1554160"/>
                  </a:lnTo>
                  <a:lnTo>
                    <a:pt x="3454267" y="1475579"/>
                  </a:lnTo>
                  <a:lnTo>
                    <a:pt x="3495537" y="1399466"/>
                  </a:lnTo>
                  <a:lnTo>
                    <a:pt x="3536798" y="1326207"/>
                  </a:lnTo>
                  <a:lnTo>
                    <a:pt x="3578111" y="1256116"/>
                  </a:lnTo>
                  <a:lnTo>
                    <a:pt x="3619569" y="1189433"/>
                  </a:lnTo>
                  <a:lnTo>
                    <a:pt x="3661297" y="1126323"/>
                  </a:lnTo>
                  <a:lnTo>
                    <a:pt x="3703460" y="1066881"/>
                  </a:lnTo>
                  <a:lnTo>
                    <a:pt x="3746266" y="1011132"/>
                  </a:lnTo>
                  <a:lnTo>
                    <a:pt x="3789975" y="959041"/>
                  </a:lnTo>
                  <a:lnTo>
                    <a:pt x="3820202" y="925845"/>
                  </a:lnTo>
                  <a:lnTo>
                    <a:pt x="3871198" y="874972"/>
                  </a:lnTo>
                  <a:lnTo>
                    <a:pt x="3924554" y="828439"/>
                  </a:lnTo>
                  <a:lnTo>
                    <a:pt x="3980917" y="786098"/>
                  </a:lnTo>
                  <a:lnTo>
                    <a:pt x="4041001" y="747660"/>
                  </a:lnTo>
                  <a:lnTo>
                    <a:pt x="4105544" y="712778"/>
                  </a:lnTo>
                  <a:lnTo>
                    <a:pt x="4175275" y="681088"/>
                  </a:lnTo>
                  <a:lnTo>
                    <a:pt x="4250864" y="652249"/>
                  </a:lnTo>
                  <a:lnTo>
                    <a:pt x="4332860" y="625957"/>
                  </a:lnTo>
                  <a:lnTo>
                    <a:pt x="4421613" y="601959"/>
                  </a:lnTo>
                  <a:lnTo>
                    <a:pt x="4517164" y="580056"/>
                  </a:lnTo>
                  <a:lnTo>
                    <a:pt x="4619121" y="560109"/>
                  </a:lnTo>
                  <a:lnTo>
                    <a:pt x="4726525" y="542036"/>
                  </a:lnTo>
                  <a:lnTo>
                    <a:pt x="4837727" y="525808"/>
                  </a:lnTo>
                  <a:lnTo>
                    <a:pt x="4950319" y="511437"/>
                  </a:lnTo>
                  <a:lnTo>
                    <a:pt x="5061172" y="498960"/>
                  </a:lnTo>
                  <a:lnTo>
                    <a:pt x="5166613" y="488414"/>
                  </a:lnTo>
                  <a:lnTo>
                    <a:pt x="5262777" y="479807"/>
                  </a:lnTo>
                  <a:lnTo>
                    <a:pt x="5346098" y="473091"/>
                  </a:lnTo>
                  <a:lnTo>
                    <a:pt x="5413862" y="468148"/>
                  </a:lnTo>
                  <a:lnTo>
                    <a:pt x="5464679" y="464778"/>
                  </a:lnTo>
                  <a:lnTo>
                    <a:pt x="5498782" y="462715"/>
                  </a:lnTo>
                  <a:lnTo>
                    <a:pt x="5518085" y="461646"/>
                  </a:lnTo>
                  <a:lnTo>
                    <a:pt x="5526042" y="461241"/>
                  </a:lnTo>
                  <a:lnTo>
                    <a:pt x="5527445" y="461175"/>
                  </a:lnTo>
                  <a:lnTo>
                    <a:pt x="6522385" y="461175"/>
                  </a:lnTo>
                  <a:lnTo>
                    <a:pt x="6523520" y="461167"/>
                  </a:lnTo>
                  <a:lnTo>
                    <a:pt x="6531009" y="461105"/>
                  </a:lnTo>
                  <a:lnTo>
                    <a:pt x="6549987" y="460934"/>
                  </a:lnTo>
                  <a:lnTo>
                    <a:pt x="6584168" y="460596"/>
                  </a:lnTo>
                  <a:lnTo>
                    <a:pt x="6635621" y="460039"/>
                  </a:lnTo>
                  <a:lnTo>
                    <a:pt x="6704619" y="459216"/>
                  </a:lnTo>
                  <a:lnTo>
                    <a:pt x="6789695" y="458092"/>
                  </a:lnTo>
                  <a:lnTo>
                    <a:pt x="6887966" y="456647"/>
                  </a:lnTo>
                  <a:lnTo>
                    <a:pt x="6995658" y="454875"/>
                  </a:lnTo>
                  <a:lnTo>
                    <a:pt x="7108698" y="452775"/>
                  </a:lnTo>
                  <a:lnTo>
                    <a:pt x="7223252" y="450356"/>
                  </a:lnTo>
                  <a:lnTo>
                    <a:pt x="7336085" y="447622"/>
                  </a:lnTo>
                  <a:lnTo>
                    <a:pt x="7444749" y="444576"/>
                  </a:lnTo>
                  <a:lnTo>
                    <a:pt x="7547604" y="441211"/>
                  </a:lnTo>
                  <a:lnTo>
                    <a:pt x="7643731" y="437513"/>
                  </a:lnTo>
                  <a:lnTo>
                    <a:pt x="7732802" y="433454"/>
                  </a:lnTo>
                  <a:lnTo>
                    <a:pt x="7814924" y="429000"/>
                  </a:lnTo>
                  <a:lnTo>
                    <a:pt x="7890515" y="424104"/>
                  </a:lnTo>
                  <a:lnTo>
                    <a:pt x="7960188" y="418714"/>
                  </a:lnTo>
                  <a:lnTo>
                    <a:pt x="8024667" y="412768"/>
                  </a:lnTo>
                  <a:lnTo>
                    <a:pt x="8084725" y="406205"/>
                  </a:lnTo>
                  <a:lnTo>
                    <a:pt x="8141139" y="398966"/>
                  </a:lnTo>
                  <a:lnTo>
                    <a:pt x="8194643" y="391006"/>
                  </a:lnTo>
                  <a:lnTo>
                    <a:pt x="8229629" y="385186"/>
                  </a:lnTo>
                  <a:lnTo>
                    <a:pt x="8290213" y="373926"/>
                  </a:lnTo>
                  <a:lnTo>
                    <a:pt x="8348928" y="361553"/>
                  </a:lnTo>
                  <a:lnTo>
                    <a:pt x="8406458" y="348051"/>
                  </a:lnTo>
                  <a:lnTo>
                    <a:pt x="8463310" y="333438"/>
                  </a:lnTo>
                  <a:lnTo>
                    <a:pt x="8519843" y="317771"/>
                  </a:lnTo>
                  <a:lnTo>
                    <a:pt x="8576297" y="301150"/>
                  </a:lnTo>
                  <a:lnTo>
                    <a:pt x="8632809" y="283717"/>
                  </a:lnTo>
                  <a:lnTo>
                    <a:pt x="8689431" y="265653"/>
                  </a:lnTo>
                  <a:lnTo>
                    <a:pt x="8746154" y="247171"/>
                  </a:lnTo>
                  <a:lnTo>
                    <a:pt x="8802929" y="228506"/>
                  </a:lnTo>
                  <a:lnTo>
                    <a:pt x="8859686" y="209903"/>
                  </a:lnTo>
                  <a:lnTo>
                    <a:pt x="8916363" y="191603"/>
                  </a:lnTo>
                  <a:lnTo>
                    <a:pt x="8972927" y="173832"/>
                  </a:lnTo>
                  <a:lnTo>
                    <a:pt x="9029398" y="156788"/>
                  </a:lnTo>
                  <a:lnTo>
                    <a:pt x="9085869" y="140632"/>
                  </a:lnTo>
                  <a:lnTo>
                    <a:pt x="9142526" y="125485"/>
                  </a:lnTo>
                  <a:lnTo>
                    <a:pt x="9199665" y="111427"/>
                  </a:lnTo>
                  <a:lnTo>
                    <a:pt x="9257718" y="98493"/>
                  </a:lnTo>
                  <a:lnTo>
                    <a:pt x="9317276" y="86685"/>
                  </a:lnTo>
                  <a:lnTo>
                    <a:pt x="9347647" y="81229"/>
                  </a:lnTo>
                  <a:lnTo>
                    <a:pt x="9399557" y="72770"/>
                  </a:lnTo>
                  <a:lnTo>
                    <a:pt x="9453920" y="65046"/>
                  </a:lnTo>
                  <a:lnTo>
                    <a:pt x="9511422" y="58030"/>
                  </a:lnTo>
                  <a:lnTo>
                    <a:pt x="9572816" y="51672"/>
                  </a:lnTo>
                  <a:lnTo>
                    <a:pt x="9638882" y="45912"/>
                  </a:lnTo>
                  <a:lnTo>
                    <a:pt x="9710382" y="40686"/>
                  </a:lnTo>
                  <a:lnTo>
                    <a:pt x="9788013" y="35938"/>
                  </a:lnTo>
                  <a:lnTo>
                    <a:pt x="9872336" y="31616"/>
                  </a:lnTo>
                  <a:lnTo>
                    <a:pt x="9963681" y="27676"/>
                  </a:lnTo>
                  <a:lnTo>
                    <a:pt x="10062032" y="24087"/>
                  </a:lnTo>
                  <a:lnTo>
                    <a:pt x="10166887" y="20826"/>
                  </a:lnTo>
                  <a:lnTo>
                    <a:pt x="10277108" y="17881"/>
                  </a:lnTo>
                  <a:lnTo>
                    <a:pt x="10390800" y="15247"/>
                  </a:lnTo>
                  <a:lnTo>
                    <a:pt x="10505255" y="12930"/>
                  </a:lnTo>
                  <a:lnTo>
                    <a:pt x="10617014" y="10935"/>
                  </a:lnTo>
                  <a:lnTo>
                    <a:pt x="10722119" y="9268"/>
                  </a:lnTo>
                  <a:lnTo>
                    <a:pt x="10816530" y="7928"/>
                  </a:lnTo>
                  <a:lnTo>
                    <a:pt x="10896693" y="6904"/>
                  </a:lnTo>
                  <a:lnTo>
                    <a:pt x="10960132" y="6170"/>
                  </a:lnTo>
                  <a:lnTo>
                    <a:pt x="11005915" y="5689"/>
                  </a:lnTo>
                  <a:lnTo>
                    <a:pt x="11034900" y="5411"/>
                  </a:lnTo>
                  <a:lnTo>
                    <a:pt x="11049708" y="5282"/>
                  </a:lnTo>
                  <a:lnTo>
                    <a:pt x="11054531" y="524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6" y="8"/>
                  </a:lnTo>
                  <a:lnTo>
                    <a:pt x="11046267" y="70"/>
                  </a:lnTo>
                  <a:lnTo>
                    <a:pt x="11027289" y="241"/>
                  </a:lnTo>
                  <a:lnTo>
                    <a:pt x="10993108" y="579"/>
                  </a:lnTo>
                  <a:lnTo>
                    <a:pt x="10941655" y="1136"/>
                  </a:lnTo>
                  <a:lnTo>
                    <a:pt x="10872658" y="1959"/>
                  </a:lnTo>
                  <a:lnTo>
                    <a:pt x="10787581" y="3083"/>
                  </a:lnTo>
                  <a:lnTo>
                    <a:pt x="10689310" y="4527"/>
                  </a:lnTo>
                  <a:lnTo>
                    <a:pt x="10581619" y="6300"/>
                  </a:lnTo>
                  <a:lnTo>
                    <a:pt x="10468578" y="8400"/>
                  </a:lnTo>
                  <a:lnTo>
                    <a:pt x="10354025" y="10819"/>
                  </a:lnTo>
                  <a:lnTo>
                    <a:pt x="10241192" y="13553"/>
                  </a:lnTo>
                  <a:lnTo>
                    <a:pt x="10132527" y="16599"/>
                  </a:lnTo>
                  <a:lnTo>
                    <a:pt x="10029673" y="19963"/>
                  </a:lnTo>
                  <a:lnTo>
                    <a:pt x="9933545" y="23662"/>
                  </a:lnTo>
                  <a:lnTo>
                    <a:pt x="9844475" y="27721"/>
                  </a:lnTo>
                  <a:lnTo>
                    <a:pt x="9762352" y="32175"/>
                  </a:lnTo>
                  <a:lnTo>
                    <a:pt x="9686761" y="37071"/>
                  </a:lnTo>
                  <a:lnTo>
                    <a:pt x="9617088" y="42461"/>
                  </a:lnTo>
                  <a:lnTo>
                    <a:pt x="9552610" y="48407"/>
                  </a:lnTo>
                  <a:lnTo>
                    <a:pt x="9492551" y="54970"/>
                  </a:lnTo>
                  <a:lnTo>
                    <a:pt x="9436138" y="62209"/>
                  </a:lnTo>
                  <a:lnTo>
                    <a:pt x="9382633" y="70168"/>
                  </a:lnTo>
                  <a:lnTo>
                    <a:pt x="9347647" y="75989"/>
                  </a:lnTo>
                  <a:lnTo>
                    <a:pt x="9287063" y="87249"/>
                  </a:lnTo>
                  <a:lnTo>
                    <a:pt x="9228349" y="99622"/>
                  </a:lnTo>
                  <a:lnTo>
                    <a:pt x="9170818" y="113123"/>
                  </a:lnTo>
                  <a:lnTo>
                    <a:pt x="9113967" y="127737"/>
                  </a:lnTo>
                  <a:lnTo>
                    <a:pt x="9057433" y="143404"/>
                  </a:lnTo>
                  <a:lnTo>
                    <a:pt x="9000979" y="160025"/>
                  </a:lnTo>
                  <a:lnTo>
                    <a:pt x="8944468" y="177458"/>
                  </a:lnTo>
                  <a:lnTo>
                    <a:pt x="8887846" y="195522"/>
                  </a:lnTo>
                  <a:lnTo>
                    <a:pt x="8831122" y="214004"/>
                  </a:lnTo>
                  <a:lnTo>
                    <a:pt x="8774347" y="232669"/>
                  </a:lnTo>
                  <a:lnTo>
                    <a:pt x="8717590" y="251272"/>
                  </a:lnTo>
                  <a:lnTo>
                    <a:pt x="8660914" y="269572"/>
                  </a:lnTo>
                  <a:lnTo>
                    <a:pt x="8604350" y="287343"/>
                  </a:lnTo>
                  <a:lnTo>
                    <a:pt x="8547879" y="304387"/>
                  </a:lnTo>
                  <a:lnTo>
                    <a:pt x="8491408" y="320543"/>
                  </a:lnTo>
                  <a:lnTo>
                    <a:pt x="8434751" y="335690"/>
                  </a:lnTo>
                  <a:lnTo>
                    <a:pt x="8377611" y="349748"/>
                  </a:lnTo>
                  <a:lnTo>
                    <a:pt x="8319558" y="362681"/>
                  </a:lnTo>
                  <a:lnTo>
                    <a:pt x="8260001" y="374490"/>
                  </a:lnTo>
                  <a:lnTo>
                    <a:pt x="8229629" y="379945"/>
                  </a:lnTo>
                  <a:lnTo>
                    <a:pt x="8177720" y="388404"/>
                  </a:lnTo>
                  <a:lnTo>
                    <a:pt x="8123356" y="396129"/>
                  </a:lnTo>
                  <a:lnTo>
                    <a:pt x="8065854" y="403145"/>
                  </a:lnTo>
                  <a:lnTo>
                    <a:pt x="8004460" y="409503"/>
                  </a:lnTo>
                  <a:lnTo>
                    <a:pt x="7938395" y="415263"/>
                  </a:lnTo>
                  <a:lnTo>
                    <a:pt x="7866895" y="420488"/>
                  </a:lnTo>
                  <a:lnTo>
                    <a:pt x="7789263" y="425237"/>
                  </a:lnTo>
                  <a:lnTo>
                    <a:pt x="7704941" y="429559"/>
                  </a:lnTo>
                  <a:lnTo>
                    <a:pt x="7613596" y="433499"/>
                  </a:lnTo>
                  <a:lnTo>
                    <a:pt x="7515245" y="437088"/>
                  </a:lnTo>
                  <a:lnTo>
                    <a:pt x="7410390" y="440349"/>
                  </a:lnTo>
                  <a:lnTo>
                    <a:pt x="7300169" y="443294"/>
                  </a:lnTo>
                  <a:lnTo>
                    <a:pt x="7186476" y="445927"/>
                  </a:lnTo>
                  <a:lnTo>
                    <a:pt x="7072022" y="448245"/>
                  </a:lnTo>
                  <a:lnTo>
                    <a:pt x="6960262" y="450240"/>
                  </a:lnTo>
                  <a:lnTo>
                    <a:pt x="6855157" y="451907"/>
                  </a:lnTo>
                  <a:lnTo>
                    <a:pt x="6760747" y="453247"/>
                  </a:lnTo>
                  <a:lnTo>
                    <a:pt x="6680583" y="454271"/>
                  </a:lnTo>
                  <a:lnTo>
                    <a:pt x="6617145" y="455005"/>
                  </a:lnTo>
                  <a:lnTo>
                    <a:pt x="6571361" y="455486"/>
                  </a:lnTo>
                  <a:lnTo>
                    <a:pt x="6542376" y="455763"/>
                  </a:lnTo>
                  <a:lnTo>
                    <a:pt x="6527569" y="455893"/>
                  </a:lnTo>
                  <a:lnTo>
                    <a:pt x="6522746" y="455932"/>
                  </a:lnTo>
                  <a:lnTo>
                    <a:pt x="6522385" y="455935"/>
                  </a:lnTo>
                  <a:lnTo>
                    <a:pt x="5527445" y="455935"/>
                  </a:lnTo>
                  <a:lnTo>
                    <a:pt x="5526367" y="455985"/>
                  </a:lnTo>
                  <a:lnTo>
                    <a:pt x="5519245" y="456344"/>
                  </a:lnTo>
                  <a:lnTo>
                    <a:pt x="5501171" y="457337"/>
                  </a:lnTo>
                  <a:lnTo>
                    <a:pt x="5468557" y="459294"/>
                  </a:lnTo>
                  <a:lnTo>
                    <a:pt x="5419339" y="462529"/>
                  </a:lnTo>
                  <a:lnTo>
                    <a:pt x="5353124" y="467316"/>
                  </a:lnTo>
                  <a:lnTo>
                    <a:pt x="5271159" y="473860"/>
                  </a:lnTo>
                  <a:lnTo>
                    <a:pt x="5176053" y="482287"/>
                  </a:lnTo>
                  <a:lnTo>
                    <a:pt x="5071317" y="492652"/>
                  </a:lnTo>
                  <a:lnTo>
                    <a:pt x="4960808" y="504949"/>
                  </a:lnTo>
                  <a:lnTo>
                    <a:pt x="4848235" y="519145"/>
                  </a:lnTo>
                  <a:lnTo>
                    <a:pt x="4736790" y="535200"/>
                  </a:lnTo>
                  <a:lnTo>
                    <a:pt x="4628950" y="553101"/>
                  </a:lnTo>
                  <a:lnTo>
                    <a:pt x="4526433" y="572870"/>
                  </a:lnTo>
                  <a:lnTo>
                    <a:pt x="4430259" y="594585"/>
                  </a:lnTo>
                  <a:lnTo>
                    <a:pt x="4340867" y="618380"/>
                  </a:lnTo>
                  <a:lnTo>
                    <a:pt x="4258250" y="644447"/>
                  </a:lnTo>
                  <a:lnTo>
                    <a:pt x="4182083" y="673036"/>
                  </a:lnTo>
                  <a:lnTo>
                    <a:pt x="4111831" y="704445"/>
                  </a:lnTo>
                  <a:lnTo>
                    <a:pt x="4046833" y="739014"/>
                  </a:lnTo>
                  <a:lnTo>
                    <a:pt x="3986364" y="777104"/>
                  </a:lnTo>
                  <a:lnTo>
                    <a:pt x="3929684" y="819066"/>
                  </a:lnTo>
                  <a:lnTo>
                    <a:pt x="3876076" y="865198"/>
                  </a:lnTo>
                  <a:lnTo>
                    <a:pt x="3824884" y="915665"/>
                  </a:lnTo>
                  <a:lnTo>
                    <a:pt x="3820202" y="920604"/>
                  </a:lnTo>
                  <a:lnTo>
                    <a:pt x="3775706" y="970270"/>
                  </a:lnTo>
                  <a:lnTo>
                    <a:pt x="3732322" y="1023538"/>
                  </a:lnTo>
                  <a:lnTo>
                    <a:pt x="3689749" y="1080482"/>
                  </a:lnTo>
                  <a:lnTo>
                    <a:pt x="3647747" y="1141118"/>
                  </a:lnTo>
                  <a:lnTo>
                    <a:pt x="3606123" y="1205398"/>
                  </a:lnTo>
                  <a:lnTo>
                    <a:pt x="3564724" y="1273206"/>
                  </a:lnTo>
                  <a:lnTo>
                    <a:pt x="3523436" y="1344353"/>
                  </a:lnTo>
                  <a:lnTo>
                    <a:pt x="3482178" y="1418574"/>
                  </a:lnTo>
                  <a:lnTo>
                    <a:pt x="3440896" y="1495531"/>
                  </a:lnTo>
                  <a:lnTo>
                    <a:pt x="3399560" y="1574818"/>
                  </a:lnTo>
                  <a:lnTo>
                    <a:pt x="3358163" y="1655964"/>
                  </a:lnTo>
                  <a:lnTo>
                    <a:pt x="3316711" y="1738450"/>
                  </a:lnTo>
                  <a:lnTo>
                    <a:pt x="3275223" y="1821716"/>
                  </a:lnTo>
                  <a:lnTo>
                    <a:pt x="3233727" y="1905181"/>
                  </a:lnTo>
                  <a:lnTo>
                    <a:pt x="3192248" y="1988257"/>
                  </a:lnTo>
                  <a:lnTo>
                    <a:pt x="3150812" y="2070368"/>
                  </a:lnTo>
                  <a:lnTo>
                    <a:pt x="3109434" y="2150967"/>
                  </a:lnTo>
                  <a:lnTo>
                    <a:pt x="3068118" y="2229549"/>
                  </a:lnTo>
                  <a:lnTo>
                    <a:pt x="3026848" y="2305661"/>
                  </a:lnTo>
                  <a:lnTo>
                    <a:pt x="2985587" y="2378920"/>
                  </a:lnTo>
                  <a:lnTo>
                    <a:pt x="2944274" y="2449011"/>
                  </a:lnTo>
                  <a:lnTo>
                    <a:pt x="2902816" y="2515695"/>
                  </a:lnTo>
                  <a:lnTo>
                    <a:pt x="2861088" y="2578804"/>
                  </a:lnTo>
                  <a:lnTo>
                    <a:pt x="2818925" y="2638246"/>
                  </a:lnTo>
                  <a:lnTo>
                    <a:pt x="2776119" y="2693996"/>
                  </a:lnTo>
                  <a:lnTo>
                    <a:pt x="2732410" y="2746087"/>
                  </a:lnTo>
                  <a:lnTo>
                    <a:pt x="2702183" y="2779282"/>
                  </a:lnTo>
                  <a:lnTo>
                    <a:pt x="2651187" y="2830156"/>
                  </a:lnTo>
                  <a:lnTo>
                    <a:pt x="2597831" y="2876689"/>
                  </a:lnTo>
                  <a:lnTo>
                    <a:pt x="2541468" y="2919030"/>
                  </a:lnTo>
                  <a:lnTo>
                    <a:pt x="2481384" y="2957467"/>
                  </a:lnTo>
                  <a:lnTo>
                    <a:pt x="2416841" y="2992350"/>
                  </a:lnTo>
                  <a:lnTo>
                    <a:pt x="2347110" y="3024039"/>
                  </a:lnTo>
                  <a:lnTo>
                    <a:pt x="2271521" y="3052878"/>
                  </a:lnTo>
                  <a:lnTo>
                    <a:pt x="2189525" y="3079170"/>
                  </a:lnTo>
                  <a:lnTo>
                    <a:pt x="2100772" y="3103168"/>
                  </a:lnTo>
                  <a:lnTo>
                    <a:pt x="2005221" y="3125071"/>
                  </a:lnTo>
                  <a:lnTo>
                    <a:pt x="1903264" y="3145018"/>
                  </a:lnTo>
                  <a:lnTo>
                    <a:pt x="1795860" y="3163091"/>
                  </a:lnTo>
                  <a:lnTo>
                    <a:pt x="1684658" y="3179319"/>
                  </a:lnTo>
                  <a:lnTo>
                    <a:pt x="1572066" y="3193690"/>
                  </a:lnTo>
                  <a:lnTo>
                    <a:pt x="1461213" y="3206167"/>
                  </a:lnTo>
                  <a:lnTo>
                    <a:pt x="1355772" y="3216713"/>
                  </a:lnTo>
                  <a:lnTo>
                    <a:pt x="1259608" y="3225321"/>
                  </a:lnTo>
                  <a:lnTo>
                    <a:pt x="1176287" y="3232036"/>
                  </a:lnTo>
                  <a:lnTo>
                    <a:pt x="1108523" y="3236979"/>
                  </a:lnTo>
                  <a:lnTo>
                    <a:pt x="1057706" y="3240349"/>
                  </a:lnTo>
                  <a:lnTo>
                    <a:pt x="1023603" y="3242413"/>
                  </a:lnTo>
                  <a:lnTo>
                    <a:pt x="1004300" y="3243481"/>
                  </a:lnTo>
                  <a:lnTo>
                    <a:pt x="996343" y="3243886"/>
                  </a:lnTo>
                  <a:lnTo>
                    <a:pt x="994940" y="3243952"/>
                  </a:lnTo>
                  <a:lnTo>
                    <a:pt x="0" y="3243952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48" name="pl1347"/>
            <p:cNvSpPr/>
            <p:nvPr/>
          </p:nvSpPr>
          <p:spPr>
            <a:xfrm>
              <a:off x="1199187" y="1482934"/>
              <a:ext cx="12049831" cy="3243952"/>
            </a:xfrm>
            <a:custGeom>
              <a:avLst/>
              <a:pathLst>
                <a:path w="12049831" h="3243952">
                  <a:moveTo>
                    <a:pt x="0" y="3243952"/>
                  </a:moveTo>
                  <a:lnTo>
                    <a:pt x="994940" y="3243952"/>
                  </a:lnTo>
                  <a:lnTo>
                    <a:pt x="996018" y="3243902"/>
                  </a:lnTo>
                  <a:lnTo>
                    <a:pt x="1003140" y="3243542"/>
                  </a:lnTo>
                  <a:lnTo>
                    <a:pt x="1021214" y="3242550"/>
                  </a:lnTo>
                  <a:lnTo>
                    <a:pt x="1053828" y="3240593"/>
                  </a:lnTo>
                  <a:lnTo>
                    <a:pt x="1103046" y="3237357"/>
                  </a:lnTo>
                  <a:lnTo>
                    <a:pt x="1169261" y="3232571"/>
                  </a:lnTo>
                  <a:lnTo>
                    <a:pt x="1251226" y="3226027"/>
                  </a:lnTo>
                  <a:lnTo>
                    <a:pt x="1346332" y="3217600"/>
                  </a:lnTo>
                  <a:lnTo>
                    <a:pt x="1451068" y="3207235"/>
                  </a:lnTo>
                  <a:lnTo>
                    <a:pt x="1561577" y="3194937"/>
                  </a:lnTo>
                  <a:lnTo>
                    <a:pt x="1674150" y="3180742"/>
                  </a:lnTo>
                  <a:lnTo>
                    <a:pt x="1785595" y="3164686"/>
                  </a:lnTo>
                  <a:lnTo>
                    <a:pt x="1893435" y="3146786"/>
                  </a:lnTo>
                  <a:lnTo>
                    <a:pt x="1995952" y="3127017"/>
                  </a:lnTo>
                  <a:lnTo>
                    <a:pt x="2092126" y="3105301"/>
                  </a:lnTo>
                  <a:lnTo>
                    <a:pt x="2181518" y="3081507"/>
                  </a:lnTo>
                  <a:lnTo>
                    <a:pt x="2264135" y="3055439"/>
                  </a:lnTo>
                  <a:lnTo>
                    <a:pt x="2340302" y="3026851"/>
                  </a:lnTo>
                  <a:lnTo>
                    <a:pt x="2410554" y="2995441"/>
                  </a:lnTo>
                  <a:lnTo>
                    <a:pt x="2475552" y="2960872"/>
                  </a:lnTo>
                  <a:lnTo>
                    <a:pt x="2536021" y="2922783"/>
                  </a:lnTo>
                  <a:lnTo>
                    <a:pt x="2592701" y="2880820"/>
                  </a:lnTo>
                  <a:lnTo>
                    <a:pt x="2646309" y="2834688"/>
                  </a:lnTo>
                  <a:lnTo>
                    <a:pt x="2697501" y="2784221"/>
                  </a:lnTo>
                  <a:lnTo>
                    <a:pt x="2702183" y="2779282"/>
                  </a:lnTo>
                  <a:lnTo>
                    <a:pt x="2746679" y="2729617"/>
                  </a:lnTo>
                  <a:lnTo>
                    <a:pt x="2790063" y="2676349"/>
                  </a:lnTo>
                  <a:lnTo>
                    <a:pt x="2832636" y="2619405"/>
                  </a:lnTo>
                  <a:lnTo>
                    <a:pt x="2874638" y="2558769"/>
                  </a:lnTo>
                  <a:lnTo>
                    <a:pt x="2916262" y="2494489"/>
                  </a:lnTo>
                  <a:lnTo>
                    <a:pt x="2957661" y="2426681"/>
                  </a:lnTo>
                  <a:lnTo>
                    <a:pt x="2998949" y="2355534"/>
                  </a:lnTo>
                  <a:lnTo>
                    <a:pt x="3040207" y="2281313"/>
                  </a:lnTo>
                  <a:lnTo>
                    <a:pt x="3081489" y="2204355"/>
                  </a:lnTo>
                  <a:lnTo>
                    <a:pt x="3122825" y="2125069"/>
                  </a:lnTo>
                  <a:lnTo>
                    <a:pt x="3164222" y="2043922"/>
                  </a:lnTo>
                  <a:lnTo>
                    <a:pt x="3205674" y="1961437"/>
                  </a:lnTo>
                  <a:lnTo>
                    <a:pt x="3247162" y="1878171"/>
                  </a:lnTo>
                  <a:lnTo>
                    <a:pt x="3288658" y="1794706"/>
                  </a:lnTo>
                  <a:lnTo>
                    <a:pt x="3330137" y="1711630"/>
                  </a:lnTo>
                  <a:lnTo>
                    <a:pt x="3371573" y="1629518"/>
                  </a:lnTo>
                  <a:lnTo>
                    <a:pt x="3412951" y="1548919"/>
                  </a:lnTo>
                  <a:lnTo>
                    <a:pt x="3454267" y="1470338"/>
                  </a:lnTo>
                  <a:lnTo>
                    <a:pt x="3495537" y="1394225"/>
                  </a:lnTo>
                  <a:lnTo>
                    <a:pt x="3536798" y="1320966"/>
                  </a:lnTo>
                  <a:lnTo>
                    <a:pt x="3578111" y="1250875"/>
                  </a:lnTo>
                  <a:lnTo>
                    <a:pt x="3619569" y="1184192"/>
                  </a:lnTo>
                  <a:lnTo>
                    <a:pt x="3661297" y="1121083"/>
                  </a:lnTo>
                  <a:lnTo>
                    <a:pt x="3703460" y="1061640"/>
                  </a:lnTo>
                  <a:lnTo>
                    <a:pt x="3746266" y="1005891"/>
                  </a:lnTo>
                  <a:lnTo>
                    <a:pt x="3789975" y="953800"/>
                  </a:lnTo>
                  <a:lnTo>
                    <a:pt x="3820202" y="920604"/>
                  </a:lnTo>
                  <a:lnTo>
                    <a:pt x="3871198" y="869731"/>
                  </a:lnTo>
                  <a:lnTo>
                    <a:pt x="3924554" y="823198"/>
                  </a:lnTo>
                  <a:lnTo>
                    <a:pt x="3980917" y="780857"/>
                  </a:lnTo>
                  <a:lnTo>
                    <a:pt x="4041001" y="742420"/>
                  </a:lnTo>
                  <a:lnTo>
                    <a:pt x="4105544" y="707537"/>
                  </a:lnTo>
                  <a:lnTo>
                    <a:pt x="4175275" y="675847"/>
                  </a:lnTo>
                  <a:lnTo>
                    <a:pt x="4250864" y="647008"/>
                  </a:lnTo>
                  <a:lnTo>
                    <a:pt x="4332860" y="620717"/>
                  </a:lnTo>
                  <a:lnTo>
                    <a:pt x="4421613" y="596719"/>
                  </a:lnTo>
                  <a:lnTo>
                    <a:pt x="4517164" y="574816"/>
                  </a:lnTo>
                  <a:lnTo>
                    <a:pt x="4619121" y="554869"/>
                  </a:lnTo>
                  <a:lnTo>
                    <a:pt x="4726525" y="536795"/>
                  </a:lnTo>
                  <a:lnTo>
                    <a:pt x="4837727" y="520567"/>
                  </a:lnTo>
                  <a:lnTo>
                    <a:pt x="4950319" y="506196"/>
                  </a:lnTo>
                  <a:lnTo>
                    <a:pt x="5061172" y="493720"/>
                  </a:lnTo>
                  <a:lnTo>
                    <a:pt x="5166613" y="483174"/>
                  </a:lnTo>
                  <a:lnTo>
                    <a:pt x="5262777" y="474566"/>
                  </a:lnTo>
                  <a:lnTo>
                    <a:pt x="5346098" y="467851"/>
                  </a:lnTo>
                  <a:lnTo>
                    <a:pt x="5413862" y="462907"/>
                  </a:lnTo>
                  <a:lnTo>
                    <a:pt x="5464679" y="459537"/>
                  </a:lnTo>
                  <a:lnTo>
                    <a:pt x="5498782" y="457474"/>
                  </a:lnTo>
                  <a:lnTo>
                    <a:pt x="5518085" y="456405"/>
                  </a:lnTo>
                  <a:lnTo>
                    <a:pt x="5526042" y="456001"/>
                  </a:lnTo>
                  <a:lnTo>
                    <a:pt x="5527444" y="455935"/>
                  </a:lnTo>
                  <a:lnTo>
                    <a:pt x="5527445" y="455935"/>
                  </a:lnTo>
                  <a:lnTo>
                    <a:pt x="6522385" y="455935"/>
                  </a:lnTo>
                  <a:lnTo>
                    <a:pt x="6523520" y="455926"/>
                  </a:lnTo>
                  <a:lnTo>
                    <a:pt x="6531009" y="455864"/>
                  </a:lnTo>
                  <a:lnTo>
                    <a:pt x="6549987" y="455693"/>
                  </a:lnTo>
                  <a:lnTo>
                    <a:pt x="6584168" y="455356"/>
                  </a:lnTo>
                  <a:lnTo>
                    <a:pt x="6635621" y="454798"/>
                  </a:lnTo>
                  <a:lnTo>
                    <a:pt x="6704619" y="453975"/>
                  </a:lnTo>
                  <a:lnTo>
                    <a:pt x="6789695" y="452851"/>
                  </a:lnTo>
                  <a:lnTo>
                    <a:pt x="6887966" y="451407"/>
                  </a:lnTo>
                  <a:lnTo>
                    <a:pt x="6995658" y="449634"/>
                  </a:lnTo>
                  <a:lnTo>
                    <a:pt x="7108698" y="447535"/>
                  </a:lnTo>
                  <a:lnTo>
                    <a:pt x="7223252" y="445115"/>
                  </a:lnTo>
                  <a:lnTo>
                    <a:pt x="7336085" y="442382"/>
                  </a:lnTo>
                  <a:lnTo>
                    <a:pt x="7444749" y="439335"/>
                  </a:lnTo>
                  <a:lnTo>
                    <a:pt x="7547604" y="435971"/>
                  </a:lnTo>
                  <a:lnTo>
                    <a:pt x="7643731" y="432272"/>
                  </a:lnTo>
                  <a:lnTo>
                    <a:pt x="7732802" y="428213"/>
                  </a:lnTo>
                  <a:lnTo>
                    <a:pt x="7814924" y="423759"/>
                  </a:lnTo>
                  <a:lnTo>
                    <a:pt x="7890515" y="418863"/>
                  </a:lnTo>
                  <a:lnTo>
                    <a:pt x="7960188" y="413473"/>
                  </a:lnTo>
                  <a:lnTo>
                    <a:pt x="8024667" y="407527"/>
                  </a:lnTo>
                  <a:lnTo>
                    <a:pt x="8084725" y="400964"/>
                  </a:lnTo>
                  <a:lnTo>
                    <a:pt x="8141139" y="393725"/>
                  </a:lnTo>
                  <a:lnTo>
                    <a:pt x="8194643" y="385766"/>
                  </a:lnTo>
                  <a:lnTo>
                    <a:pt x="8229629" y="379945"/>
                  </a:lnTo>
                  <a:lnTo>
                    <a:pt x="8290213" y="368685"/>
                  </a:lnTo>
                  <a:lnTo>
                    <a:pt x="8348928" y="356313"/>
                  </a:lnTo>
                  <a:lnTo>
                    <a:pt x="8406458" y="342811"/>
                  </a:lnTo>
                  <a:lnTo>
                    <a:pt x="8463310" y="328197"/>
                  </a:lnTo>
                  <a:lnTo>
                    <a:pt x="8519843" y="312530"/>
                  </a:lnTo>
                  <a:lnTo>
                    <a:pt x="8576297" y="295909"/>
                  </a:lnTo>
                  <a:lnTo>
                    <a:pt x="8632809" y="278476"/>
                  </a:lnTo>
                  <a:lnTo>
                    <a:pt x="8689431" y="260412"/>
                  </a:lnTo>
                  <a:lnTo>
                    <a:pt x="8746154" y="241930"/>
                  </a:lnTo>
                  <a:lnTo>
                    <a:pt x="8802929" y="223265"/>
                  </a:lnTo>
                  <a:lnTo>
                    <a:pt x="8859686" y="204662"/>
                  </a:lnTo>
                  <a:lnTo>
                    <a:pt x="8916363" y="186363"/>
                  </a:lnTo>
                  <a:lnTo>
                    <a:pt x="8972927" y="168592"/>
                  </a:lnTo>
                  <a:lnTo>
                    <a:pt x="9029398" y="151547"/>
                  </a:lnTo>
                  <a:lnTo>
                    <a:pt x="9085869" y="135391"/>
                  </a:lnTo>
                  <a:lnTo>
                    <a:pt x="9142526" y="120244"/>
                  </a:lnTo>
                  <a:lnTo>
                    <a:pt x="9199665" y="106186"/>
                  </a:lnTo>
                  <a:lnTo>
                    <a:pt x="9257718" y="93253"/>
                  </a:lnTo>
                  <a:lnTo>
                    <a:pt x="9317276" y="81444"/>
                  </a:lnTo>
                  <a:lnTo>
                    <a:pt x="9347647" y="75989"/>
                  </a:lnTo>
                  <a:lnTo>
                    <a:pt x="9399557" y="67530"/>
                  </a:lnTo>
                  <a:lnTo>
                    <a:pt x="9453920" y="59805"/>
                  </a:lnTo>
                  <a:lnTo>
                    <a:pt x="9511422" y="52789"/>
                  </a:lnTo>
                  <a:lnTo>
                    <a:pt x="9572816" y="46431"/>
                  </a:lnTo>
                  <a:lnTo>
                    <a:pt x="9638882" y="40671"/>
                  </a:lnTo>
                  <a:lnTo>
                    <a:pt x="9710382" y="35446"/>
                  </a:lnTo>
                  <a:lnTo>
                    <a:pt x="9788013" y="30698"/>
                  </a:lnTo>
                  <a:lnTo>
                    <a:pt x="9872336" y="26375"/>
                  </a:lnTo>
                  <a:lnTo>
                    <a:pt x="9963681" y="22436"/>
                  </a:lnTo>
                  <a:lnTo>
                    <a:pt x="10062032" y="18846"/>
                  </a:lnTo>
                  <a:lnTo>
                    <a:pt x="10166887" y="15585"/>
                  </a:lnTo>
                  <a:lnTo>
                    <a:pt x="10277108" y="12640"/>
                  </a:lnTo>
                  <a:lnTo>
                    <a:pt x="10390800" y="10007"/>
                  </a:lnTo>
                  <a:lnTo>
                    <a:pt x="10505255" y="7690"/>
                  </a:lnTo>
                  <a:lnTo>
                    <a:pt x="10617014" y="5695"/>
                  </a:lnTo>
                  <a:lnTo>
                    <a:pt x="10722119" y="4027"/>
                  </a:lnTo>
                  <a:lnTo>
                    <a:pt x="10816530" y="2688"/>
                  </a:lnTo>
                  <a:lnTo>
                    <a:pt x="10896693" y="1663"/>
                  </a:lnTo>
                  <a:lnTo>
                    <a:pt x="10960132" y="930"/>
                  </a:lnTo>
                  <a:lnTo>
                    <a:pt x="11005915" y="449"/>
                  </a:lnTo>
                  <a:lnTo>
                    <a:pt x="11034900" y="171"/>
                  </a:lnTo>
                  <a:lnTo>
                    <a:pt x="11049708" y="41"/>
                  </a:lnTo>
                  <a:lnTo>
                    <a:pt x="11054531" y="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9" name="pl1348"/>
            <p:cNvSpPr/>
            <p:nvPr/>
          </p:nvSpPr>
          <p:spPr>
            <a:xfrm>
              <a:off x="1199187" y="1477694"/>
              <a:ext cx="12049831" cy="3243952"/>
            </a:xfrm>
            <a:custGeom>
              <a:avLst/>
              <a:pathLst>
                <a:path w="12049831" h="3243952">
                  <a:moveTo>
                    <a:pt x="12049831" y="0"/>
                  </a:moveTo>
                  <a:lnTo>
                    <a:pt x="11054891" y="0"/>
                  </a:lnTo>
                  <a:lnTo>
                    <a:pt x="11053756" y="8"/>
                  </a:lnTo>
                  <a:lnTo>
                    <a:pt x="11046267" y="70"/>
                  </a:lnTo>
                  <a:lnTo>
                    <a:pt x="11027289" y="241"/>
                  </a:lnTo>
                  <a:lnTo>
                    <a:pt x="10993108" y="579"/>
                  </a:lnTo>
                  <a:lnTo>
                    <a:pt x="10941655" y="1136"/>
                  </a:lnTo>
                  <a:lnTo>
                    <a:pt x="10872658" y="1959"/>
                  </a:lnTo>
                  <a:lnTo>
                    <a:pt x="10787581" y="3083"/>
                  </a:lnTo>
                  <a:lnTo>
                    <a:pt x="10689310" y="4527"/>
                  </a:lnTo>
                  <a:lnTo>
                    <a:pt x="10581619" y="6300"/>
                  </a:lnTo>
                  <a:lnTo>
                    <a:pt x="10468578" y="8400"/>
                  </a:lnTo>
                  <a:lnTo>
                    <a:pt x="10354025" y="10819"/>
                  </a:lnTo>
                  <a:lnTo>
                    <a:pt x="10241192" y="13553"/>
                  </a:lnTo>
                  <a:lnTo>
                    <a:pt x="10132527" y="16599"/>
                  </a:lnTo>
                  <a:lnTo>
                    <a:pt x="10029673" y="19963"/>
                  </a:lnTo>
                  <a:lnTo>
                    <a:pt x="9933545" y="23662"/>
                  </a:lnTo>
                  <a:lnTo>
                    <a:pt x="9844475" y="27721"/>
                  </a:lnTo>
                  <a:lnTo>
                    <a:pt x="9762352" y="32175"/>
                  </a:lnTo>
                  <a:lnTo>
                    <a:pt x="9686761" y="37071"/>
                  </a:lnTo>
                  <a:lnTo>
                    <a:pt x="9617088" y="42461"/>
                  </a:lnTo>
                  <a:lnTo>
                    <a:pt x="9552610" y="48407"/>
                  </a:lnTo>
                  <a:lnTo>
                    <a:pt x="9492551" y="54970"/>
                  </a:lnTo>
                  <a:lnTo>
                    <a:pt x="9436138" y="62209"/>
                  </a:lnTo>
                  <a:lnTo>
                    <a:pt x="9382633" y="70168"/>
                  </a:lnTo>
                  <a:lnTo>
                    <a:pt x="9347647" y="75989"/>
                  </a:lnTo>
                  <a:lnTo>
                    <a:pt x="9287063" y="87249"/>
                  </a:lnTo>
                  <a:lnTo>
                    <a:pt x="9228349" y="99622"/>
                  </a:lnTo>
                  <a:lnTo>
                    <a:pt x="9170818" y="113123"/>
                  </a:lnTo>
                  <a:lnTo>
                    <a:pt x="9113967" y="127737"/>
                  </a:lnTo>
                  <a:lnTo>
                    <a:pt x="9057433" y="143404"/>
                  </a:lnTo>
                  <a:lnTo>
                    <a:pt x="9000979" y="160025"/>
                  </a:lnTo>
                  <a:lnTo>
                    <a:pt x="8944468" y="177458"/>
                  </a:lnTo>
                  <a:lnTo>
                    <a:pt x="8887846" y="195522"/>
                  </a:lnTo>
                  <a:lnTo>
                    <a:pt x="8831122" y="214004"/>
                  </a:lnTo>
                  <a:lnTo>
                    <a:pt x="8774347" y="232669"/>
                  </a:lnTo>
                  <a:lnTo>
                    <a:pt x="8717590" y="251272"/>
                  </a:lnTo>
                  <a:lnTo>
                    <a:pt x="8660914" y="269572"/>
                  </a:lnTo>
                  <a:lnTo>
                    <a:pt x="8604350" y="287343"/>
                  </a:lnTo>
                  <a:lnTo>
                    <a:pt x="8547879" y="304387"/>
                  </a:lnTo>
                  <a:lnTo>
                    <a:pt x="8491408" y="320543"/>
                  </a:lnTo>
                  <a:lnTo>
                    <a:pt x="8434751" y="335690"/>
                  </a:lnTo>
                  <a:lnTo>
                    <a:pt x="8377611" y="349748"/>
                  </a:lnTo>
                  <a:lnTo>
                    <a:pt x="8319558" y="362681"/>
                  </a:lnTo>
                  <a:lnTo>
                    <a:pt x="8260001" y="374490"/>
                  </a:lnTo>
                  <a:lnTo>
                    <a:pt x="8229629" y="379945"/>
                  </a:lnTo>
                  <a:lnTo>
                    <a:pt x="8177720" y="388404"/>
                  </a:lnTo>
                  <a:lnTo>
                    <a:pt x="8123356" y="396129"/>
                  </a:lnTo>
                  <a:lnTo>
                    <a:pt x="8065854" y="403145"/>
                  </a:lnTo>
                  <a:lnTo>
                    <a:pt x="8004460" y="409503"/>
                  </a:lnTo>
                  <a:lnTo>
                    <a:pt x="7938395" y="415263"/>
                  </a:lnTo>
                  <a:lnTo>
                    <a:pt x="7866895" y="420488"/>
                  </a:lnTo>
                  <a:lnTo>
                    <a:pt x="7789263" y="425237"/>
                  </a:lnTo>
                  <a:lnTo>
                    <a:pt x="7704941" y="429559"/>
                  </a:lnTo>
                  <a:lnTo>
                    <a:pt x="7613596" y="433499"/>
                  </a:lnTo>
                  <a:lnTo>
                    <a:pt x="7515245" y="437088"/>
                  </a:lnTo>
                  <a:lnTo>
                    <a:pt x="7410390" y="440349"/>
                  </a:lnTo>
                  <a:lnTo>
                    <a:pt x="7300169" y="443294"/>
                  </a:lnTo>
                  <a:lnTo>
                    <a:pt x="7186476" y="445927"/>
                  </a:lnTo>
                  <a:lnTo>
                    <a:pt x="7072022" y="448245"/>
                  </a:lnTo>
                  <a:lnTo>
                    <a:pt x="6960262" y="450240"/>
                  </a:lnTo>
                  <a:lnTo>
                    <a:pt x="6855157" y="451907"/>
                  </a:lnTo>
                  <a:lnTo>
                    <a:pt x="6760747" y="453247"/>
                  </a:lnTo>
                  <a:lnTo>
                    <a:pt x="6680583" y="454271"/>
                  </a:lnTo>
                  <a:lnTo>
                    <a:pt x="6617145" y="455005"/>
                  </a:lnTo>
                  <a:lnTo>
                    <a:pt x="6571361" y="455486"/>
                  </a:lnTo>
                  <a:lnTo>
                    <a:pt x="6542376" y="455763"/>
                  </a:lnTo>
                  <a:lnTo>
                    <a:pt x="6527569" y="455893"/>
                  </a:lnTo>
                  <a:lnTo>
                    <a:pt x="6522746" y="455932"/>
                  </a:lnTo>
                  <a:lnTo>
                    <a:pt x="6522385" y="455935"/>
                  </a:lnTo>
                  <a:lnTo>
                    <a:pt x="5527445" y="455935"/>
                  </a:lnTo>
                  <a:lnTo>
                    <a:pt x="5526367" y="455985"/>
                  </a:lnTo>
                  <a:lnTo>
                    <a:pt x="5519245" y="456344"/>
                  </a:lnTo>
                  <a:lnTo>
                    <a:pt x="5501171" y="457337"/>
                  </a:lnTo>
                  <a:lnTo>
                    <a:pt x="5468557" y="459294"/>
                  </a:lnTo>
                  <a:lnTo>
                    <a:pt x="5419339" y="462529"/>
                  </a:lnTo>
                  <a:lnTo>
                    <a:pt x="5353124" y="467316"/>
                  </a:lnTo>
                  <a:lnTo>
                    <a:pt x="5271159" y="473860"/>
                  </a:lnTo>
                  <a:lnTo>
                    <a:pt x="5176053" y="482287"/>
                  </a:lnTo>
                  <a:lnTo>
                    <a:pt x="5071317" y="492652"/>
                  </a:lnTo>
                  <a:lnTo>
                    <a:pt x="4960808" y="504949"/>
                  </a:lnTo>
                  <a:lnTo>
                    <a:pt x="4848235" y="519145"/>
                  </a:lnTo>
                  <a:lnTo>
                    <a:pt x="4736790" y="535200"/>
                  </a:lnTo>
                  <a:lnTo>
                    <a:pt x="4628950" y="553101"/>
                  </a:lnTo>
                  <a:lnTo>
                    <a:pt x="4526433" y="572870"/>
                  </a:lnTo>
                  <a:lnTo>
                    <a:pt x="4430259" y="594585"/>
                  </a:lnTo>
                  <a:lnTo>
                    <a:pt x="4340867" y="618380"/>
                  </a:lnTo>
                  <a:lnTo>
                    <a:pt x="4258250" y="644447"/>
                  </a:lnTo>
                  <a:lnTo>
                    <a:pt x="4182083" y="673036"/>
                  </a:lnTo>
                  <a:lnTo>
                    <a:pt x="4111831" y="704445"/>
                  </a:lnTo>
                  <a:lnTo>
                    <a:pt x="4046833" y="739014"/>
                  </a:lnTo>
                  <a:lnTo>
                    <a:pt x="3986364" y="777104"/>
                  </a:lnTo>
                  <a:lnTo>
                    <a:pt x="3929684" y="819066"/>
                  </a:lnTo>
                  <a:lnTo>
                    <a:pt x="3876076" y="865198"/>
                  </a:lnTo>
                  <a:lnTo>
                    <a:pt x="3824884" y="915665"/>
                  </a:lnTo>
                  <a:lnTo>
                    <a:pt x="3820202" y="920604"/>
                  </a:lnTo>
                  <a:lnTo>
                    <a:pt x="3775706" y="970270"/>
                  </a:lnTo>
                  <a:lnTo>
                    <a:pt x="3732322" y="1023538"/>
                  </a:lnTo>
                  <a:lnTo>
                    <a:pt x="3689749" y="1080482"/>
                  </a:lnTo>
                  <a:lnTo>
                    <a:pt x="3647747" y="1141118"/>
                  </a:lnTo>
                  <a:lnTo>
                    <a:pt x="3606123" y="1205398"/>
                  </a:lnTo>
                  <a:lnTo>
                    <a:pt x="3564724" y="1273206"/>
                  </a:lnTo>
                  <a:lnTo>
                    <a:pt x="3523436" y="1344353"/>
                  </a:lnTo>
                  <a:lnTo>
                    <a:pt x="3482178" y="1418574"/>
                  </a:lnTo>
                  <a:lnTo>
                    <a:pt x="3440896" y="1495531"/>
                  </a:lnTo>
                  <a:lnTo>
                    <a:pt x="3399560" y="1574818"/>
                  </a:lnTo>
                  <a:lnTo>
                    <a:pt x="3358163" y="1655964"/>
                  </a:lnTo>
                  <a:lnTo>
                    <a:pt x="3316711" y="1738450"/>
                  </a:lnTo>
                  <a:lnTo>
                    <a:pt x="3275223" y="1821716"/>
                  </a:lnTo>
                  <a:lnTo>
                    <a:pt x="3233727" y="1905181"/>
                  </a:lnTo>
                  <a:lnTo>
                    <a:pt x="3192248" y="1988257"/>
                  </a:lnTo>
                  <a:lnTo>
                    <a:pt x="3150812" y="2070368"/>
                  </a:lnTo>
                  <a:lnTo>
                    <a:pt x="3109434" y="2150967"/>
                  </a:lnTo>
                  <a:lnTo>
                    <a:pt x="3068118" y="2229549"/>
                  </a:lnTo>
                  <a:lnTo>
                    <a:pt x="3026848" y="2305661"/>
                  </a:lnTo>
                  <a:lnTo>
                    <a:pt x="2985587" y="2378920"/>
                  </a:lnTo>
                  <a:lnTo>
                    <a:pt x="2944274" y="2449011"/>
                  </a:lnTo>
                  <a:lnTo>
                    <a:pt x="2902816" y="2515695"/>
                  </a:lnTo>
                  <a:lnTo>
                    <a:pt x="2861088" y="2578804"/>
                  </a:lnTo>
                  <a:lnTo>
                    <a:pt x="2818925" y="2638246"/>
                  </a:lnTo>
                  <a:lnTo>
                    <a:pt x="2776119" y="2693996"/>
                  </a:lnTo>
                  <a:lnTo>
                    <a:pt x="2732410" y="2746087"/>
                  </a:lnTo>
                  <a:lnTo>
                    <a:pt x="2702183" y="2779282"/>
                  </a:lnTo>
                  <a:lnTo>
                    <a:pt x="2651187" y="2830156"/>
                  </a:lnTo>
                  <a:lnTo>
                    <a:pt x="2597831" y="2876689"/>
                  </a:lnTo>
                  <a:lnTo>
                    <a:pt x="2541468" y="2919030"/>
                  </a:lnTo>
                  <a:lnTo>
                    <a:pt x="2481384" y="2957467"/>
                  </a:lnTo>
                  <a:lnTo>
                    <a:pt x="2416841" y="2992350"/>
                  </a:lnTo>
                  <a:lnTo>
                    <a:pt x="2347110" y="3024039"/>
                  </a:lnTo>
                  <a:lnTo>
                    <a:pt x="2271521" y="3052878"/>
                  </a:lnTo>
                  <a:lnTo>
                    <a:pt x="2189525" y="3079170"/>
                  </a:lnTo>
                  <a:lnTo>
                    <a:pt x="2100772" y="3103168"/>
                  </a:lnTo>
                  <a:lnTo>
                    <a:pt x="2005221" y="3125071"/>
                  </a:lnTo>
                  <a:lnTo>
                    <a:pt x="1903264" y="3145018"/>
                  </a:lnTo>
                  <a:lnTo>
                    <a:pt x="1795860" y="3163091"/>
                  </a:lnTo>
                  <a:lnTo>
                    <a:pt x="1684658" y="3179319"/>
                  </a:lnTo>
                  <a:lnTo>
                    <a:pt x="1572066" y="3193690"/>
                  </a:lnTo>
                  <a:lnTo>
                    <a:pt x="1461213" y="3206167"/>
                  </a:lnTo>
                  <a:lnTo>
                    <a:pt x="1355772" y="3216713"/>
                  </a:lnTo>
                  <a:lnTo>
                    <a:pt x="1259608" y="3225321"/>
                  </a:lnTo>
                  <a:lnTo>
                    <a:pt x="1176287" y="3232036"/>
                  </a:lnTo>
                  <a:lnTo>
                    <a:pt x="1108523" y="3236979"/>
                  </a:lnTo>
                  <a:lnTo>
                    <a:pt x="1057706" y="3240349"/>
                  </a:lnTo>
                  <a:lnTo>
                    <a:pt x="1023603" y="3242413"/>
                  </a:lnTo>
                  <a:lnTo>
                    <a:pt x="1004300" y="3243481"/>
                  </a:lnTo>
                  <a:lnTo>
                    <a:pt x="996343" y="3243886"/>
                  </a:lnTo>
                  <a:lnTo>
                    <a:pt x="994941" y="3243952"/>
                  </a:lnTo>
                  <a:lnTo>
                    <a:pt x="994940" y="3243952"/>
                  </a:lnTo>
                  <a:lnTo>
                    <a:pt x="0" y="3243952"/>
                  </a:lnTo>
                  <a:lnTo>
                    <a:pt x="0" y="32439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0" name="pg1349"/>
            <p:cNvSpPr/>
            <p:nvPr/>
          </p:nvSpPr>
          <p:spPr>
            <a:xfrm>
              <a:off x="1199187" y="1996517"/>
              <a:ext cx="12049831" cy="2735610"/>
            </a:xfrm>
            <a:custGeom>
              <a:avLst/>
              <a:pathLst>
                <a:path w="12049831" h="2735610">
                  <a:moveTo>
                    <a:pt x="0" y="2735610"/>
                  </a:moveTo>
                  <a:lnTo>
                    <a:pt x="994940" y="2735610"/>
                  </a:lnTo>
                  <a:lnTo>
                    <a:pt x="996020" y="2735561"/>
                  </a:lnTo>
                  <a:lnTo>
                    <a:pt x="1003157" y="2735208"/>
                  </a:lnTo>
                  <a:lnTo>
                    <a:pt x="1021267" y="2734234"/>
                  </a:lnTo>
                  <a:lnTo>
                    <a:pt x="1053943" y="2732314"/>
                  </a:lnTo>
                  <a:lnTo>
                    <a:pt x="1103251" y="2729138"/>
                  </a:lnTo>
                  <a:lnTo>
                    <a:pt x="1169577" y="2724441"/>
                  </a:lnTo>
                  <a:lnTo>
                    <a:pt x="1251667" y="2718020"/>
                  </a:lnTo>
                  <a:lnTo>
                    <a:pt x="1346900" y="2709751"/>
                  </a:lnTo>
                  <a:lnTo>
                    <a:pt x="1451757" y="2699582"/>
                  </a:lnTo>
                  <a:lnTo>
                    <a:pt x="1562370" y="2687518"/>
                  </a:lnTo>
                  <a:lnTo>
                    <a:pt x="1675024" y="2673592"/>
                  </a:lnTo>
                  <a:lnTo>
                    <a:pt x="1786528" y="2657843"/>
                  </a:lnTo>
                  <a:lnTo>
                    <a:pt x="1894403" y="2640284"/>
                  </a:lnTo>
                  <a:lnTo>
                    <a:pt x="1996936" y="2620892"/>
                  </a:lnTo>
                  <a:lnTo>
                    <a:pt x="2093110" y="2599591"/>
                  </a:lnTo>
                  <a:lnTo>
                    <a:pt x="2182490" y="2576248"/>
                  </a:lnTo>
                  <a:lnTo>
                    <a:pt x="2265088" y="2550675"/>
                  </a:lnTo>
                  <a:lnTo>
                    <a:pt x="2341232" y="2522625"/>
                  </a:lnTo>
                  <a:lnTo>
                    <a:pt x="2411460" y="2491805"/>
                  </a:lnTo>
                  <a:lnTo>
                    <a:pt x="2476436" y="2457881"/>
                  </a:lnTo>
                  <a:lnTo>
                    <a:pt x="2536888" y="2420500"/>
                  </a:lnTo>
                  <a:lnTo>
                    <a:pt x="2593556" y="2379316"/>
                  </a:lnTo>
                  <a:lnTo>
                    <a:pt x="2647159" y="2334040"/>
                  </a:lnTo>
                  <a:lnTo>
                    <a:pt x="2698352" y="2284510"/>
                  </a:lnTo>
                  <a:lnTo>
                    <a:pt x="2702183" y="2280549"/>
                  </a:lnTo>
                  <a:lnTo>
                    <a:pt x="2747015" y="2231524"/>
                  </a:lnTo>
                  <a:lnTo>
                    <a:pt x="2790721" y="2178916"/>
                  </a:lnTo>
                  <a:lnTo>
                    <a:pt x="2833606" y="2122653"/>
                  </a:lnTo>
                  <a:lnTo>
                    <a:pt x="2875917" y="2062719"/>
                  </a:lnTo>
                  <a:lnTo>
                    <a:pt x="2917851" y="1999164"/>
                  </a:lnTo>
                  <a:lnTo>
                    <a:pt x="2959560" y="1932106"/>
                  </a:lnTo>
                  <a:lnTo>
                    <a:pt x="3001160" y="1861739"/>
                  </a:lnTo>
                  <a:lnTo>
                    <a:pt x="3042734" y="1788332"/>
                  </a:lnTo>
                  <a:lnTo>
                    <a:pt x="3084336" y="1712226"/>
                  </a:lnTo>
                  <a:lnTo>
                    <a:pt x="3125993" y="1633835"/>
                  </a:lnTo>
                  <a:lnTo>
                    <a:pt x="3167712" y="1553632"/>
                  </a:lnTo>
                  <a:lnTo>
                    <a:pt x="3209486" y="1472144"/>
                  </a:lnTo>
                  <a:lnTo>
                    <a:pt x="3251293" y="1389932"/>
                  </a:lnTo>
                  <a:lnTo>
                    <a:pt x="3293106" y="1307580"/>
                  </a:lnTo>
                  <a:lnTo>
                    <a:pt x="3334899" y="1225677"/>
                  </a:lnTo>
                  <a:lnTo>
                    <a:pt x="3376646" y="1144797"/>
                  </a:lnTo>
                  <a:lnTo>
                    <a:pt x="3418332" y="1065486"/>
                  </a:lnTo>
                  <a:lnTo>
                    <a:pt x="3459958" y="988242"/>
                  </a:lnTo>
                  <a:lnTo>
                    <a:pt x="3501540" y="913510"/>
                  </a:lnTo>
                  <a:lnTo>
                    <a:pt x="3543120" y="841665"/>
                  </a:lnTo>
                  <a:lnTo>
                    <a:pt x="3584765" y="773012"/>
                  </a:lnTo>
                  <a:lnTo>
                    <a:pt x="3626575" y="707779"/>
                  </a:lnTo>
                  <a:lnTo>
                    <a:pt x="3668686" y="646120"/>
                  </a:lnTo>
                  <a:lnTo>
                    <a:pt x="3711272" y="588117"/>
                  </a:lnTo>
                  <a:lnTo>
                    <a:pt x="3754555" y="533784"/>
                  </a:lnTo>
                  <a:lnTo>
                    <a:pt x="3798811" y="483075"/>
                  </a:lnTo>
                  <a:lnTo>
                    <a:pt x="3820202" y="460302"/>
                  </a:lnTo>
                  <a:lnTo>
                    <a:pt x="3871235" y="410447"/>
                  </a:lnTo>
                  <a:lnTo>
                    <a:pt x="3924631" y="364848"/>
                  </a:lnTo>
                  <a:lnTo>
                    <a:pt x="3981040" y="323360"/>
                  </a:lnTo>
                  <a:lnTo>
                    <a:pt x="4041177" y="285700"/>
                  </a:lnTo>
                  <a:lnTo>
                    <a:pt x="4105781" y="251525"/>
                  </a:lnTo>
                  <a:lnTo>
                    <a:pt x="4175583" y="220480"/>
                  </a:lnTo>
                  <a:lnTo>
                    <a:pt x="4251253" y="192230"/>
                  </a:lnTo>
                  <a:lnTo>
                    <a:pt x="4333343" y="166476"/>
                  </a:lnTo>
                  <a:lnTo>
                    <a:pt x="4422200" y="142970"/>
                  </a:lnTo>
                  <a:lnTo>
                    <a:pt x="4517863" y="121519"/>
                  </a:lnTo>
                  <a:lnTo>
                    <a:pt x="4619937" y="101984"/>
                  </a:lnTo>
                  <a:lnTo>
                    <a:pt x="4727456" y="84287"/>
                  </a:lnTo>
                  <a:lnTo>
                    <a:pt x="4838759" y="68399"/>
                  </a:lnTo>
                  <a:lnTo>
                    <a:pt x="4951430" y="54333"/>
                  </a:lnTo>
                  <a:lnTo>
                    <a:pt x="5062325" y="42124"/>
                  </a:lnTo>
                  <a:lnTo>
                    <a:pt x="5167760" y="31810"/>
                  </a:lnTo>
                  <a:lnTo>
                    <a:pt x="5263861" y="23396"/>
                  </a:lnTo>
                  <a:lnTo>
                    <a:pt x="5347063" y="16838"/>
                  </a:lnTo>
                  <a:lnTo>
                    <a:pt x="5414658" y="12015"/>
                  </a:lnTo>
                  <a:lnTo>
                    <a:pt x="5465275" y="8731"/>
                  </a:lnTo>
                  <a:lnTo>
                    <a:pt x="5499170" y="6726"/>
                  </a:lnTo>
                  <a:lnTo>
                    <a:pt x="5518285" y="5691"/>
                  </a:lnTo>
                  <a:lnTo>
                    <a:pt x="5526103" y="5302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1" y="5247"/>
                  </a:lnTo>
                  <a:lnTo>
                    <a:pt x="6531014" y="5296"/>
                  </a:lnTo>
                  <a:lnTo>
                    <a:pt x="6550002" y="5432"/>
                  </a:lnTo>
                  <a:lnTo>
                    <a:pt x="6584199" y="5700"/>
                  </a:lnTo>
                  <a:lnTo>
                    <a:pt x="6635677" y="6142"/>
                  </a:lnTo>
                  <a:lnTo>
                    <a:pt x="6704704" y="6795"/>
                  </a:lnTo>
                  <a:lnTo>
                    <a:pt x="6789814" y="7687"/>
                  </a:lnTo>
                  <a:lnTo>
                    <a:pt x="6888119" y="8833"/>
                  </a:lnTo>
                  <a:lnTo>
                    <a:pt x="6995841" y="10240"/>
                  </a:lnTo>
                  <a:lnTo>
                    <a:pt x="7108908" y="11906"/>
                  </a:lnTo>
                  <a:lnTo>
                    <a:pt x="7223482" y="13825"/>
                  </a:lnTo>
                  <a:lnTo>
                    <a:pt x="7336329" y="15994"/>
                  </a:lnTo>
                  <a:lnTo>
                    <a:pt x="7445002" y="18411"/>
                  </a:lnTo>
                  <a:lnTo>
                    <a:pt x="7547860" y="21081"/>
                  </a:lnTo>
                  <a:lnTo>
                    <a:pt x="7643986" y="24016"/>
                  </a:lnTo>
                  <a:lnTo>
                    <a:pt x="7733053" y="27236"/>
                  </a:lnTo>
                  <a:lnTo>
                    <a:pt x="7815170" y="30770"/>
                  </a:lnTo>
                  <a:lnTo>
                    <a:pt x="7890755" y="34655"/>
                  </a:lnTo>
                  <a:lnTo>
                    <a:pt x="7960421" y="38932"/>
                  </a:lnTo>
                  <a:lnTo>
                    <a:pt x="8024895" y="43650"/>
                  </a:lnTo>
                  <a:lnTo>
                    <a:pt x="8084949" y="48859"/>
                  </a:lnTo>
                  <a:lnTo>
                    <a:pt x="8141360" y="54603"/>
                  </a:lnTo>
                  <a:lnTo>
                    <a:pt x="8194864" y="60919"/>
                  </a:lnTo>
                  <a:lnTo>
                    <a:pt x="8229629" y="65507"/>
                  </a:lnTo>
                  <a:lnTo>
                    <a:pt x="8290599" y="74499"/>
                  </a:lnTo>
                  <a:lnTo>
                    <a:pt x="8349681" y="84384"/>
                  </a:lnTo>
                  <a:lnTo>
                    <a:pt x="8407570" y="95176"/>
                  </a:lnTo>
                  <a:lnTo>
                    <a:pt x="8464780" y="106861"/>
                  </a:lnTo>
                  <a:lnTo>
                    <a:pt x="8521675" y="119391"/>
                  </a:lnTo>
                  <a:lnTo>
                    <a:pt x="8578495" y="132684"/>
                  </a:lnTo>
                  <a:lnTo>
                    <a:pt x="8635377" y="146624"/>
                  </a:lnTo>
                  <a:lnTo>
                    <a:pt x="8692372" y="161064"/>
                  </a:lnTo>
                  <a:lnTo>
                    <a:pt x="8749468" y="175830"/>
                  </a:lnTo>
                  <a:lnTo>
                    <a:pt x="8806612" y="190732"/>
                  </a:lnTo>
                  <a:lnTo>
                    <a:pt x="8863734" y="205571"/>
                  </a:lnTo>
                  <a:lnTo>
                    <a:pt x="8920770" y="220153"/>
                  </a:lnTo>
                  <a:lnTo>
                    <a:pt x="8977692" y="234297"/>
                  </a:lnTo>
                  <a:lnTo>
                    <a:pt x="9034525" y="247846"/>
                  </a:lnTo>
                  <a:lnTo>
                    <a:pt x="9091370" y="260670"/>
                  </a:lnTo>
                  <a:lnTo>
                    <a:pt x="9148428" y="272675"/>
                  </a:lnTo>
                  <a:lnTo>
                    <a:pt x="9206014" y="283802"/>
                  </a:lnTo>
                  <a:lnTo>
                    <a:pt x="9264582" y="294024"/>
                  </a:lnTo>
                  <a:lnTo>
                    <a:pt x="9324757" y="303343"/>
                  </a:lnTo>
                  <a:lnTo>
                    <a:pt x="9347647" y="306577"/>
                  </a:lnTo>
                  <a:lnTo>
                    <a:pt x="9399567" y="313287"/>
                  </a:lnTo>
                  <a:lnTo>
                    <a:pt x="9453941" y="319414"/>
                  </a:lnTo>
                  <a:lnTo>
                    <a:pt x="9511455" y="324979"/>
                  </a:lnTo>
                  <a:lnTo>
                    <a:pt x="9572863" y="330022"/>
                  </a:lnTo>
                  <a:lnTo>
                    <a:pt x="9638945" y="334591"/>
                  </a:lnTo>
                  <a:lnTo>
                    <a:pt x="9710464" y="338736"/>
                  </a:lnTo>
                  <a:lnTo>
                    <a:pt x="9788117" y="342502"/>
                  </a:lnTo>
                  <a:lnTo>
                    <a:pt x="9872465" y="345930"/>
                  </a:lnTo>
                  <a:lnTo>
                    <a:pt x="9963838" y="349055"/>
                  </a:lnTo>
                  <a:lnTo>
                    <a:pt x="10062219" y="351901"/>
                  </a:lnTo>
                  <a:lnTo>
                    <a:pt x="10167104" y="354488"/>
                  </a:lnTo>
                  <a:lnTo>
                    <a:pt x="10277355" y="356824"/>
                  </a:lnTo>
                  <a:lnTo>
                    <a:pt x="10391074" y="358912"/>
                  </a:lnTo>
                  <a:lnTo>
                    <a:pt x="10505547" y="360749"/>
                  </a:lnTo>
                  <a:lnTo>
                    <a:pt x="10617315" y="362331"/>
                  </a:lnTo>
                  <a:lnTo>
                    <a:pt x="10722414" y="363653"/>
                  </a:lnTo>
                  <a:lnTo>
                    <a:pt x="10816804" y="364715"/>
                  </a:lnTo>
                  <a:lnTo>
                    <a:pt x="10896931" y="365527"/>
                  </a:lnTo>
                  <a:lnTo>
                    <a:pt x="10960322" y="366108"/>
                  </a:lnTo>
                  <a:lnTo>
                    <a:pt x="11006051" y="366489"/>
                  </a:lnTo>
                  <a:lnTo>
                    <a:pt x="11034982" y="366709"/>
                  </a:lnTo>
                  <a:lnTo>
                    <a:pt x="11049744" y="366811"/>
                  </a:lnTo>
                  <a:lnTo>
                    <a:pt x="11054537" y="366842"/>
                  </a:lnTo>
                  <a:lnTo>
                    <a:pt x="11054891" y="366844"/>
                  </a:lnTo>
                  <a:lnTo>
                    <a:pt x="12049831" y="366844"/>
                  </a:lnTo>
                  <a:lnTo>
                    <a:pt x="12049831" y="361603"/>
                  </a:lnTo>
                  <a:lnTo>
                    <a:pt x="11054891" y="361603"/>
                  </a:lnTo>
                  <a:lnTo>
                    <a:pt x="11053756" y="361596"/>
                  </a:lnTo>
                  <a:lnTo>
                    <a:pt x="11046263" y="361547"/>
                  </a:lnTo>
                  <a:lnTo>
                    <a:pt x="11027275" y="361411"/>
                  </a:lnTo>
                  <a:lnTo>
                    <a:pt x="10993077" y="361144"/>
                  </a:lnTo>
                  <a:lnTo>
                    <a:pt x="10941600" y="360702"/>
                  </a:lnTo>
                  <a:lnTo>
                    <a:pt x="10872572" y="360048"/>
                  </a:lnTo>
                  <a:lnTo>
                    <a:pt x="10787463" y="359156"/>
                  </a:lnTo>
                  <a:lnTo>
                    <a:pt x="10689158" y="358010"/>
                  </a:lnTo>
                  <a:lnTo>
                    <a:pt x="10581435" y="356604"/>
                  </a:lnTo>
                  <a:lnTo>
                    <a:pt x="10468368" y="354938"/>
                  </a:lnTo>
                  <a:lnTo>
                    <a:pt x="10353794" y="353018"/>
                  </a:lnTo>
                  <a:lnTo>
                    <a:pt x="10240947" y="350849"/>
                  </a:lnTo>
                  <a:lnTo>
                    <a:pt x="10132275" y="348432"/>
                  </a:lnTo>
                  <a:lnTo>
                    <a:pt x="10029417" y="345763"/>
                  </a:lnTo>
                  <a:lnTo>
                    <a:pt x="9933290" y="342828"/>
                  </a:lnTo>
                  <a:lnTo>
                    <a:pt x="9844224" y="339607"/>
                  </a:lnTo>
                  <a:lnTo>
                    <a:pt x="9762107" y="336073"/>
                  </a:lnTo>
                  <a:lnTo>
                    <a:pt x="9686522" y="332189"/>
                  </a:lnTo>
                  <a:lnTo>
                    <a:pt x="9616855" y="327911"/>
                  </a:lnTo>
                  <a:lnTo>
                    <a:pt x="9552382" y="323193"/>
                  </a:lnTo>
                  <a:lnTo>
                    <a:pt x="9492327" y="317985"/>
                  </a:lnTo>
                  <a:lnTo>
                    <a:pt x="9435916" y="312240"/>
                  </a:lnTo>
                  <a:lnTo>
                    <a:pt x="9382413" y="305924"/>
                  </a:lnTo>
                  <a:lnTo>
                    <a:pt x="9347647" y="301336"/>
                  </a:lnTo>
                  <a:lnTo>
                    <a:pt x="9286677" y="292344"/>
                  </a:lnTo>
                  <a:lnTo>
                    <a:pt x="9227596" y="282459"/>
                  </a:lnTo>
                  <a:lnTo>
                    <a:pt x="9169707" y="271667"/>
                  </a:lnTo>
                  <a:lnTo>
                    <a:pt x="9112497" y="259982"/>
                  </a:lnTo>
                  <a:lnTo>
                    <a:pt x="9055602" y="247452"/>
                  </a:lnTo>
                  <a:lnTo>
                    <a:pt x="8998781" y="234159"/>
                  </a:lnTo>
                  <a:lnTo>
                    <a:pt x="8941899" y="220219"/>
                  </a:lnTo>
                  <a:lnTo>
                    <a:pt x="8884904" y="205780"/>
                  </a:lnTo>
                  <a:lnTo>
                    <a:pt x="8827808" y="191014"/>
                  </a:lnTo>
                  <a:lnTo>
                    <a:pt x="8770664" y="176112"/>
                  </a:lnTo>
                  <a:lnTo>
                    <a:pt x="8713543" y="161272"/>
                  </a:lnTo>
                  <a:lnTo>
                    <a:pt x="8656506" y="146690"/>
                  </a:lnTo>
                  <a:lnTo>
                    <a:pt x="8599584" y="132546"/>
                  </a:lnTo>
                  <a:lnTo>
                    <a:pt x="8542752" y="118998"/>
                  </a:lnTo>
                  <a:lnTo>
                    <a:pt x="8485906" y="106174"/>
                  </a:lnTo>
                  <a:lnTo>
                    <a:pt x="8428849" y="94168"/>
                  </a:lnTo>
                  <a:lnTo>
                    <a:pt x="8371263" y="83041"/>
                  </a:lnTo>
                  <a:lnTo>
                    <a:pt x="8312694" y="72820"/>
                  </a:lnTo>
                  <a:lnTo>
                    <a:pt x="8252520" y="63500"/>
                  </a:lnTo>
                  <a:lnTo>
                    <a:pt x="8229629" y="60267"/>
                  </a:lnTo>
                  <a:lnTo>
                    <a:pt x="8177710" y="53557"/>
                  </a:lnTo>
                  <a:lnTo>
                    <a:pt x="8123336" y="47430"/>
                  </a:lnTo>
                  <a:lnTo>
                    <a:pt x="8065821" y="41864"/>
                  </a:lnTo>
                  <a:lnTo>
                    <a:pt x="8004413" y="36821"/>
                  </a:lnTo>
                  <a:lnTo>
                    <a:pt x="7938332" y="32252"/>
                  </a:lnTo>
                  <a:lnTo>
                    <a:pt x="7866813" y="28108"/>
                  </a:lnTo>
                  <a:lnTo>
                    <a:pt x="7789159" y="24342"/>
                  </a:lnTo>
                  <a:lnTo>
                    <a:pt x="7704812" y="20913"/>
                  </a:lnTo>
                  <a:lnTo>
                    <a:pt x="7613439" y="17789"/>
                  </a:lnTo>
                  <a:lnTo>
                    <a:pt x="7515058" y="14942"/>
                  </a:lnTo>
                  <a:lnTo>
                    <a:pt x="7410172" y="12356"/>
                  </a:lnTo>
                  <a:lnTo>
                    <a:pt x="7299921" y="10020"/>
                  </a:lnTo>
                  <a:lnTo>
                    <a:pt x="7186203" y="7932"/>
                  </a:lnTo>
                  <a:lnTo>
                    <a:pt x="7071730" y="6094"/>
                  </a:lnTo>
                  <a:lnTo>
                    <a:pt x="6959962" y="4512"/>
                  </a:lnTo>
                  <a:lnTo>
                    <a:pt x="6854863" y="3191"/>
                  </a:lnTo>
                  <a:lnTo>
                    <a:pt x="6760473" y="2128"/>
                  </a:lnTo>
                  <a:lnTo>
                    <a:pt x="6680345" y="1317"/>
                  </a:lnTo>
                  <a:lnTo>
                    <a:pt x="6616955" y="736"/>
                  </a:lnTo>
                  <a:lnTo>
                    <a:pt x="6571225" y="355"/>
                  </a:lnTo>
                  <a:lnTo>
                    <a:pt x="6542294" y="135"/>
                  </a:lnTo>
                  <a:lnTo>
                    <a:pt x="6527532" y="32"/>
                  </a:lnTo>
                  <a:lnTo>
                    <a:pt x="6522739" y="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5" y="49"/>
                  </a:lnTo>
                  <a:lnTo>
                    <a:pt x="5519228" y="402"/>
                  </a:lnTo>
                  <a:lnTo>
                    <a:pt x="5501118" y="1376"/>
                  </a:lnTo>
                  <a:lnTo>
                    <a:pt x="5468442" y="3296"/>
                  </a:lnTo>
                  <a:lnTo>
                    <a:pt x="5419134" y="6472"/>
                  </a:lnTo>
                  <a:lnTo>
                    <a:pt x="5352808" y="11169"/>
                  </a:lnTo>
                  <a:lnTo>
                    <a:pt x="5270718" y="17590"/>
                  </a:lnTo>
                  <a:lnTo>
                    <a:pt x="5175485" y="25859"/>
                  </a:lnTo>
                  <a:lnTo>
                    <a:pt x="5070628" y="36028"/>
                  </a:lnTo>
                  <a:lnTo>
                    <a:pt x="4960015" y="48092"/>
                  </a:lnTo>
                  <a:lnTo>
                    <a:pt x="4847361" y="62018"/>
                  </a:lnTo>
                  <a:lnTo>
                    <a:pt x="4735857" y="77767"/>
                  </a:lnTo>
                  <a:lnTo>
                    <a:pt x="4627982" y="95326"/>
                  </a:lnTo>
                  <a:lnTo>
                    <a:pt x="4525449" y="114718"/>
                  </a:lnTo>
                  <a:lnTo>
                    <a:pt x="4429275" y="136019"/>
                  </a:lnTo>
                  <a:lnTo>
                    <a:pt x="4339895" y="159362"/>
                  </a:lnTo>
                  <a:lnTo>
                    <a:pt x="4257297" y="184935"/>
                  </a:lnTo>
                  <a:lnTo>
                    <a:pt x="4181153" y="212985"/>
                  </a:lnTo>
                  <a:lnTo>
                    <a:pt x="4110925" y="243805"/>
                  </a:lnTo>
                  <a:lnTo>
                    <a:pt x="4045949" y="277729"/>
                  </a:lnTo>
                  <a:lnTo>
                    <a:pt x="3985497" y="315110"/>
                  </a:lnTo>
                  <a:lnTo>
                    <a:pt x="3928829" y="356294"/>
                  </a:lnTo>
                  <a:lnTo>
                    <a:pt x="3875226" y="401570"/>
                  </a:lnTo>
                  <a:lnTo>
                    <a:pt x="3824033" y="451100"/>
                  </a:lnTo>
                  <a:lnTo>
                    <a:pt x="3820202" y="455061"/>
                  </a:lnTo>
                  <a:lnTo>
                    <a:pt x="3775370" y="504086"/>
                  </a:lnTo>
                  <a:lnTo>
                    <a:pt x="3731664" y="556694"/>
                  </a:lnTo>
                  <a:lnTo>
                    <a:pt x="3688779" y="612957"/>
                  </a:lnTo>
                  <a:lnTo>
                    <a:pt x="3646468" y="672891"/>
                  </a:lnTo>
                  <a:lnTo>
                    <a:pt x="3604534" y="736446"/>
                  </a:lnTo>
                  <a:lnTo>
                    <a:pt x="3562825" y="803504"/>
                  </a:lnTo>
                  <a:lnTo>
                    <a:pt x="3521225" y="873871"/>
                  </a:lnTo>
                  <a:lnTo>
                    <a:pt x="3479651" y="947278"/>
                  </a:lnTo>
                  <a:lnTo>
                    <a:pt x="3438049" y="1023384"/>
                  </a:lnTo>
                  <a:lnTo>
                    <a:pt x="3396392" y="1101775"/>
                  </a:lnTo>
                  <a:lnTo>
                    <a:pt x="3354673" y="1181978"/>
                  </a:lnTo>
                  <a:lnTo>
                    <a:pt x="3312899" y="1263466"/>
                  </a:lnTo>
                  <a:lnTo>
                    <a:pt x="3271092" y="1345678"/>
                  </a:lnTo>
                  <a:lnTo>
                    <a:pt x="3229279" y="1428030"/>
                  </a:lnTo>
                  <a:lnTo>
                    <a:pt x="3187486" y="1509933"/>
                  </a:lnTo>
                  <a:lnTo>
                    <a:pt x="3145739" y="1590813"/>
                  </a:lnTo>
                  <a:lnTo>
                    <a:pt x="3104053" y="1670124"/>
                  </a:lnTo>
                  <a:lnTo>
                    <a:pt x="3062427" y="1747368"/>
                  </a:lnTo>
                  <a:lnTo>
                    <a:pt x="3020845" y="1822100"/>
                  </a:lnTo>
                  <a:lnTo>
                    <a:pt x="2979265" y="1893945"/>
                  </a:lnTo>
                  <a:lnTo>
                    <a:pt x="2937620" y="1962598"/>
                  </a:lnTo>
                  <a:lnTo>
                    <a:pt x="2895810" y="2027831"/>
                  </a:lnTo>
                  <a:lnTo>
                    <a:pt x="2853699" y="2089490"/>
                  </a:lnTo>
                  <a:lnTo>
                    <a:pt x="2811113" y="2147493"/>
                  </a:lnTo>
                  <a:lnTo>
                    <a:pt x="2767830" y="2201826"/>
                  </a:lnTo>
                  <a:lnTo>
                    <a:pt x="2723574" y="2252535"/>
                  </a:lnTo>
                  <a:lnTo>
                    <a:pt x="2702183" y="2275308"/>
                  </a:lnTo>
                  <a:lnTo>
                    <a:pt x="2651150" y="2325163"/>
                  </a:lnTo>
                  <a:lnTo>
                    <a:pt x="2597754" y="2370762"/>
                  </a:lnTo>
                  <a:lnTo>
                    <a:pt x="2541345" y="2412250"/>
                  </a:lnTo>
                  <a:lnTo>
                    <a:pt x="2481208" y="2449910"/>
                  </a:lnTo>
                  <a:lnTo>
                    <a:pt x="2416604" y="2484085"/>
                  </a:lnTo>
                  <a:lnTo>
                    <a:pt x="2346802" y="2515130"/>
                  </a:lnTo>
                  <a:lnTo>
                    <a:pt x="2271132" y="2543380"/>
                  </a:lnTo>
                  <a:lnTo>
                    <a:pt x="2189042" y="2569134"/>
                  </a:lnTo>
                  <a:lnTo>
                    <a:pt x="2100185" y="2592640"/>
                  </a:lnTo>
                  <a:lnTo>
                    <a:pt x="2004522" y="2614091"/>
                  </a:lnTo>
                  <a:lnTo>
                    <a:pt x="1902448" y="2633626"/>
                  </a:lnTo>
                  <a:lnTo>
                    <a:pt x="1794929" y="2651323"/>
                  </a:lnTo>
                  <a:lnTo>
                    <a:pt x="1683626" y="2667211"/>
                  </a:lnTo>
                  <a:lnTo>
                    <a:pt x="1570955" y="2681277"/>
                  </a:lnTo>
                  <a:lnTo>
                    <a:pt x="1460060" y="2693486"/>
                  </a:lnTo>
                  <a:lnTo>
                    <a:pt x="1354625" y="2703800"/>
                  </a:lnTo>
                  <a:lnTo>
                    <a:pt x="1258524" y="2712214"/>
                  </a:lnTo>
                  <a:lnTo>
                    <a:pt x="1175322" y="2718772"/>
                  </a:lnTo>
                  <a:lnTo>
                    <a:pt x="1107727" y="2723595"/>
                  </a:lnTo>
                  <a:lnTo>
                    <a:pt x="1057110" y="2726879"/>
                  </a:lnTo>
                  <a:lnTo>
                    <a:pt x="1023215" y="2728884"/>
                  </a:lnTo>
                  <a:lnTo>
                    <a:pt x="1004100" y="2729919"/>
                  </a:lnTo>
                  <a:lnTo>
                    <a:pt x="996282" y="2730308"/>
                  </a:lnTo>
                  <a:lnTo>
                    <a:pt x="994940" y="2730370"/>
                  </a:lnTo>
                  <a:lnTo>
                    <a:pt x="0" y="2730370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51" name="pl1350"/>
            <p:cNvSpPr/>
            <p:nvPr/>
          </p:nvSpPr>
          <p:spPr>
            <a:xfrm>
              <a:off x="1199187" y="2001757"/>
              <a:ext cx="12049831" cy="2730370"/>
            </a:xfrm>
            <a:custGeom>
              <a:avLst/>
              <a:pathLst>
                <a:path w="12049831" h="2730370">
                  <a:moveTo>
                    <a:pt x="0" y="2730370"/>
                  </a:moveTo>
                  <a:lnTo>
                    <a:pt x="994940" y="2730370"/>
                  </a:lnTo>
                  <a:lnTo>
                    <a:pt x="996020" y="2730320"/>
                  </a:lnTo>
                  <a:lnTo>
                    <a:pt x="1003157" y="2729968"/>
                  </a:lnTo>
                  <a:lnTo>
                    <a:pt x="1021267" y="2728994"/>
                  </a:lnTo>
                  <a:lnTo>
                    <a:pt x="1053943" y="2727073"/>
                  </a:lnTo>
                  <a:lnTo>
                    <a:pt x="1103251" y="2723898"/>
                  </a:lnTo>
                  <a:lnTo>
                    <a:pt x="1169577" y="2719200"/>
                  </a:lnTo>
                  <a:lnTo>
                    <a:pt x="1251667" y="2712779"/>
                  </a:lnTo>
                  <a:lnTo>
                    <a:pt x="1346900" y="2704510"/>
                  </a:lnTo>
                  <a:lnTo>
                    <a:pt x="1451757" y="2694341"/>
                  </a:lnTo>
                  <a:lnTo>
                    <a:pt x="1562370" y="2682277"/>
                  </a:lnTo>
                  <a:lnTo>
                    <a:pt x="1675024" y="2668351"/>
                  </a:lnTo>
                  <a:lnTo>
                    <a:pt x="1786528" y="2652602"/>
                  </a:lnTo>
                  <a:lnTo>
                    <a:pt x="1894403" y="2635043"/>
                  </a:lnTo>
                  <a:lnTo>
                    <a:pt x="1996936" y="2615651"/>
                  </a:lnTo>
                  <a:lnTo>
                    <a:pt x="2093110" y="2594350"/>
                  </a:lnTo>
                  <a:lnTo>
                    <a:pt x="2182490" y="2571007"/>
                  </a:lnTo>
                  <a:lnTo>
                    <a:pt x="2265088" y="2545434"/>
                  </a:lnTo>
                  <a:lnTo>
                    <a:pt x="2341232" y="2517384"/>
                  </a:lnTo>
                  <a:lnTo>
                    <a:pt x="2411460" y="2486564"/>
                  </a:lnTo>
                  <a:lnTo>
                    <a:pt x="2476436" y="2452641"/>
                  </a:lnTo>
                  <a:lnTo>
                    <a:pt x="2536888" y="2415260"/>
                  </a:lnTo>
                  <a:lnTo>
                    <a:pt x="2593556" y="2374076"/>
                  </a:lnTo>
                  <a:lnTo>
                    <a:pt x="2647159" y="2328799"/>
                  </a:lnTo>
                  <a:lnTo>
                    <a:pt x="2698352" y="2279270"/>
                  </a:lnTo>
                  <a:lnTo>
                    <a:pt x="2702183" y="2275308"/>
                  </a:lnTo>
                  <a:lnTo>
                    <a:pt x="2747015" y="2226283"/>
                  </a:lnTo>
                  <a:lnTo>
                    <a:pt x="2790721" y="2173676"/>
                  </a:lnTo>
                  <a:lnTo>
                    <a:pt x="2833606" y="2117413"/>
                  </a:lnTo>
                  <a:lnTo>
                    <a:pt x="2875917" y="2057479"/>
                  </a:lnTo>
                  <a:lnTo>
                    <a:pt x="2917851" y="1993923"/>
                  </a:lnTo>
                  <a:lnTo>
                    <a:pt x="2959560" y="1926866"/>
                  </a:lnTo>
                  <a:lnTo>
                    <a:pt x="3001160" y="1856499"/>
                  </a:lnTo>
                  <a:lnTo>
                    <a:pt x="3042734" y="1783091"/>
                  </a:lnTo>
                  <a:lnTo>
                    <a:pt x="3084336" y="1706986"/>
                  </a:lnTo>
                  <a:lnTo>
                    <a:pt x="3125993" y="1628594"/>
                  </a:lnTo>
                  <a:lnTo>
                    <a:pt x="3167712" y="1548392"/>
                  </a:lnTo>
                  <a:lnTo>
                    <a:pt x="3209486" y="1466903"/>
                  </a:lnTo>
                  <a:lnTo>
                    <a:pt x="3251293" y="1384691"/>
                  </a:lnTo>
                  <a:lnTo>
                    <a:pt x="3293106" y="1302339"/>
                  </a:lnTo>
                  <a:lnTo>
                    <a:pt x="3334899" y="1220436"/>
                  </a:lnTo>
                  <a:lnTo>
                    <a:pt x="3376646" y="1139556"/>
                  </a:lnTo>
                  <a:lnTo>
                    <a:pt x="3418332" y="1060245"/>
                  </a:lnTo>
                  <a:lnTo>
                    <a:pt x="3459958" y="983002"/>
                  </a:lnTo>
                  <a:lnTo>
                    <a:pt x="3501540" y="908269"/>
                  </a:lnTo>
                  <a:lnTo>
                    <a:pt x="3543120" y="836425"/>
                  </a:lnTo>
                  <a:lnTo>
                    <a:pt x="3584765" y="767772"/>
                  </a:lnTo>
                  <a:lnTo>
                    <a:pt x="3626575" y="702539"/>
                  </a:lnTo>
                  <a:lnTo>
                    <a:pt x="3668686" y="640880"/>
                  </a:lnTo>
                  <a:lnTo>
                    <a:pt x="3711272" y="582876"/>
                  </a:lnTo>
                  <a:lnTo>
                    <a:pt x="3754555" y="528543"/>
                  </a:lnTo>
                  <a:lnTo>
                    <a:pt x="3798811" y="477835"/>
                  </a:lnTo>
                  <a:lnTo>
                    <a:pt x="3820202" y="455061"/>
                  </a:lnTo>
                  <a:lnTo>
                    <a:pt x="3871235" y="405206"/>
                  </a:lnTo>
                  <a:lnTo>
                    <a:pt x="3924631" y="359608"/>
                  </a:lnTo>
                  <a:lnTo>
                    <a:pt x="3981040" y="318120"/>
                  </a:lnTo>
                  <a:lnTo>
                    <a:pt x="4041177" y="280460"/>
                  </a:lnTo>
                  <a:lnTo>
                    <a:pt x="4105781" y="246285"/>
                  </a:lnTo>
                  <a:lnTo>
                    <a:pt x="4175583" y="215240"/>
                  </a:lnTo>
                  <a:lnTo>
                    <a:pt x="4251253" y="186989"/>
                  </a:lnTo>
                  <a:lnTo>
                    <a:pt x="4333343" y="161236"/>
                  </a:lnTo>
                  <a:lnTo>
                    <a:pt x="4422200" y="137730"/>
                  </a:lnTo>
                  <a:lnTo>
                    <a:pt x="4517863" y="116278"/>
                  </a:lnTo>
                  <a:lnTo>
                    <a:pt x="4619937" y="96743"/>
                  </a:lnTo>
                  <a:lnTo>
                    <a:pt x="4727456" y="79046"/>
                  </a:lnTo>
                  <a:lnTo>
                    <a:pt x="4838759" y="63158"/>
                  </a:lnTo>
                  <a:lnTo>
                    <a:pt x="4951430" y="49092"/>
                  </a:lnTo>
                  <a:lnTo>
                    <a:pt x="5062325" y="36884"/>
                  </a:lnTo>
                  <a:lnTo>
                    <a:pt x="5167760" y="26569"/>
                  </a:lnTo>
                  <a:lnTo>
                    <a:pt x="5263861" y="18156"/>
                  </a:lnTo>
                  <a:lnTo>
                    <a:pt x="5347063" y="11597"/>
                  </a:lnTo>
                  <a:lnTo>
                    <a:pt x="5414658" y="6774"/>
                  </a:lnTo>
                  <a:lnTo>
                    <a:pt x="5465275" y="3491"/>
                  </a:lnTo>
                  <a:lnTo>
                    <a:pt x="5499170" y="1485"/>
                  </a:lnTo>
                  <a:lnTo>
                    <a:pt x="5518285" y="450"/>
                  </a:lnTo>
                  <a:lnTo>
                    <a:pt x="5526103" y="61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1" y="6"/>
                  </a:lnTo>
                  <a:lnTo>
                    <a:pt x="6531014" y="56"/>
                  </a:lnTo>
                  <a:lnTo>
                    <a:pt x="6550002" y="191"/>
                  </a:lnTo>
                  <a:lnTo>
                    <a:pt x="6584199" y="459"/>
                  </a:lnTo>
                  <a:lnTo>
                    <a:pt x="6635677" y="901"/>
                  </a:lnTo>
                  <a:lnTo>
                    <a:pt x="6704704" y="1555"/>
                  </a:lnTo>
                  <a:lnTo>
                    <a:pt x="6789814" y="2446"/>
                  </a:lnTo>
                  <a:lnTo>
                    <a:pt x="6888119" y="3593"/>
                  </a:lnTo>
                  <a:lnTo>
                    <a:pt x="6995841" y="4999"/>
                  </a:lnTo>
                  <a:lnTo>
                    <a:pt x="7108908" y="6665"/>
                  </a:lnTo>
                  <a:lnTo>
                    <a:pt x="7223482" y="8585"/>
                  </a:lnTo>
                  <a:lnTo>
                    <a:pt x="7336329" y="10754"/>
                  </a:lnTo>
                  <a:lnTo>
                    <a:pt x="7445002" y="13170"/>
                  </a:lnTo>
                  <a:lnTo>
                    <a:pt x="7547860" y="15840"/>
                  </a:lnTo>
                  <a:lnTo>
                    <a:pt x="7643986" y="18775"/>
                  </a:lnTo>
                  <a:lnTo>
                    <a:pt x="7733053" y="21995"/>
                  </a:lnTo>
                  <a:lnTo>
                    <a:pt x="7815170" y="25530"/>
                  </a:lnTo>
                  <a:lnTo>
                    <a:pt x="7890755" y="29414"/>
                  </a:lnTo>
                  <a:lnTo>
                    <a:pt x="7960421" y="33692"/>
                  </a:lnTo>
                  <a:lnTo>
                    <a:pt x="8024895" y="38410"/>
                  </a:lnTo>
                  <a:lnTo>
                    <a:pt x="8084949" y="43618"/>
                  </a:lnTo>
                  <a:lnTo>
                    <a:pt x="8141360" y="49363"/>
                  </a:lnTo>
                  <a:lnTo>
                    <a:pt x="8194864" y="55679"/>
                  </a:lnTo>
                  <a:lnTo>
                    <a:pt x="8229629" y="60267"/>
                  </a:lnTo>
                  <a:lnTo>
                    <a:pt x="8290599" y="69258"/>
                  </a:lnTo>
                  <a:lnTo>
                    <a:pt x="8349681" y="79143"/>
                  </a:lnTo>
                  <a:lnTo>
                    <a:pt x="8407570" y="89936"/>
                  </a:lnTo>
                  <a:lnTo>
                    <a:pt x="8464780" y="101621"/>
                  </a:lnTo>
                  <a:lnTo>
                    <a:pt x="8521675" y="114150"/>
                  </a:lnTo>
                  <a:lnTo>
                    <a:pt x="8578495" y="127443"/>
                  </a:lnTo>
                  <a:lnTo>
                    <a:pt x="8635377" y="141383"/>
                  </a:lnTo>
                  <a:lnTo>
                    <a:pt x="8692372" y="155823"/>
                  </a:lnTo>
                  <a:lnTo>
                    <a:pt x="8749468" y="170589"/>
                  </a:lnTo>
                  <a:lnTo>
                    <a:pt x="8806612" y="185491"/>
                  </a:lnTo>
                  <a:lnTo>
                    <a:pt x="8863734" y="200330"/>
                  </a:lnTo>
                  <a:lnTo>
                    <a:pt x="8920770" y="214912"/>
                  </a:lnTo>
                  <a:lnTo>
                    <a:pt x="8977692" y="229057"/>
                  </a:lnTo>
                  <a:lnTo>
                    <a:pt x="9034525" y="242605"/>
                  </a:lnTo>
                  <a:lnTo>
                    <a:pt x="9091370" y="255429"/>
                  </a:lnTo>
                  <a:lnTo>
                    <a:pt x="9148428" y="267435"/>
                  </a:lnTo>
                  <a:lnTo>
                    <a:pt x="9206014" y="278562"/>
                  </a:lnTo>
                  <a:lnTo>
                    <a:pt x="9264582" y="288783"/>
                  </a:lnTo>
                  <a:lnTo>
                    <a:pt x="9324757" y="298103"/>
                  </a:lnTo>
                  <a:lnTo>
                    <a:pt x="9347647" y="301336"/>
                  </a:lnTo>
                  <a:lnTo>
                    <a:pt x="9399567" y="308046"/>
                  </a:lnTo>
                  <a:lnTo>
                    <a:pt x="9453941" y="314173"/>
                  </a:lnTo>
                  <a:lnTo>
                    <a:pt x="9511455" y="319738"/>
                  </a:lnTo>
                  <a:lnTo>
                    <a:pt x="9572863" y="324781"/>
                  </a:lnTo>
                  <a:lnTo>
                    <a:pt x="9638945" y="329351"/>
                  </a:lnTo>
                  <a:lnTo>
                    <a:pt x="9710464" y="333495"/>
                  </a:lnTo>
                  <a:lnTo>
                    <a:pt x="9788117" y="337261"/>
                  </a:lnTo>
                  <a:lnTo>
                    <a:pt x="9872465" y="340690"/>
                  </a:lnTo>
                  <a:lnTo>
                    <a:pt x="9963838" y="343814"/>
                  </a:lnTo>
                  <a:lnTo>
                    <a:pt x="10062219" y="346661"/>
                  </a:lnTo>
                  <a:lnTo>
                    <a:pt x="10167104" y="349247"/>
                  </a:lnTo>
                  <a:lnTo>
                    <a:pt x="10277355" y="351583"/>
                  </a:lnTo>
                  <a:lnTo>
                    <a:pt x="10391074" y="353671"/>
                  </a:lnTo>
                  <a:lnTo>
                    <a:pt x="10505547" y="355509"/>
                  </a:lnTo>
                  <a:lnTo>
                    <a:pt x="10617315" y="357090"/>
                  </a:lnTo>
                  <a:lnTo>
                    <a:pt x="10722414" y="358412"/>
                  </a:lnTo>
                  <a:lnTo>
                    <a:pt x="10816804" y="359474"/>
                  </a:lnTo>
                  <a:lnTo>
                    <a:pt x="10896931" y="360286"/>
                  </a:lnTo>
                  <a:lnTo>
                    <a:pt x="10960322" y="360867"/>
                  </a:lnTo>
                  <a:lnTo>
                    <a:pt x="11006051" y="361248"/>
                  </a:lnTo>
                  <a:lnTo>
                    <a:pt x="11034982" y="361468"/>
                  </a:lnTo>
                  <a:lnTo>
                    <a:pt x="11049744" y="361571"/>
                  </a:lnTo>
                  <a:lnTo>
                    <a:pt x="11054537" y="361601"/>
                  </a:lnTo>
                  <a:lnTo>
                    <a:pt x="11054891" y="361603"/>
                  </a:lnTo>
                  <a:lnTo>
                    <a:pt x="12049831" y="361603"/>
                  </a:lnTo>
                  <a:lnTo>
                    <a:pt x="12049831" y="3616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2" name="pl1351"/>
            <p:cNvSpPr/>
            <p:nvPr/>
          </p:nvSpPr>
          <p:spPr>
            <a:xfrm>
              <a:off x="1199187" y="1996517"/>
              <a:ext cx="12049831" cy="2730370"/>
            </a:xfrm>
            <a:custGeom>
              <a:avLst/>
              <a:pathLst>
                <a:path w="12049831" h="2730370">
                  <a:moveTo>
                    <a:pt x="12049831" y="361603"/>
                  </a:moveTo>
                  <a:lnTo>
                    <a:pt x="11054891" y="361603"/>
                  </a:lnTo>
                  <a:lnTo>
                    <a:pt x="11053756" y="361596"/>
                  </a:lnTo>
                  <a:lnTo>
                    <a:pt x="11046263" y="361547"/>
                  </a:lnTo>
                  <a:lnTo>
                    <a:pt x="11027275" y="361411"/>
                  </a:lnTo>
                  <a:lnTo>
                    <a:pt x="10993077" y="361144"/>
                  </a:lnTo>
                  <a:lnTo>
                    <a:pt x="10941600" y="360702"/>
                  </a:lnTo>
                  <a:lnTo>
                    <a:pt x="10872572" y="360048"/>
                  </a:lnTo>
                  <a:lnTo>
                    <a:pt x="10787463" y="359156"/>
                  </a:lnTo>
                  <a:lnTo>
                    <a:pt x="10689158" y="358010"/>
                  </a:lnTo>
                  <a:lnTo>
                    <a:pt x="10581435" y="356604"/>
                  </a:lnTo>
                  <a:lnTo>
                    <a:pt x="10468368" y="354938"/>
                  </a:lnTo>
                  <a:lnTo>
                    <a:pt x="10353794" y="353018"/>
                  </a:lnTo>
                  <a:lnTo>
                    <a:pt x="10240947" y="350849"/>
                  </a:lnTo>
                  <a:lnTo>
                    <a:pt x="10132275" y="348432"/>
                  </a:lnTo>
                  <a:lnTo>
                    <a:pt x="10029417" y="345763"/>
                  </a:lnTo>
                  <a:lnTo>
                    <a:pt x="9933290" y="342828"/>
                  </a:lnTo>
                  <a:lnTo>
                    <a:pt x="9844224" y="339607"/>
                  </a:lnTo>
                  <a:lnTo>
                    <a:pt x="9762107" y="336073"/>
                  </a:lnTo>
                  <a:lnTo>
                    <a:pt x="9686522" y="332189"/>
                  </a:lnTo>
                  <a:lnTo>
                    <a:pt x="9616855" y="327911"/>
                  </a:lnTo>
                  <a:lnTo>
                    <a:pt x="9552382" y="323193"/>
                  </a:lnTo>
                  <a:lnTo>
                    <a:pt x="9492327" y="317985"/>
                  </a:lnTo>
                  <a:lnTo>
                    <a:pt x="9435916" y="312240"/>
                  </a:lnTo>
                  <a:lnTo>
                    <a:pt x="9382413" y="305924"/>
                  </a:lnTo>
                  <a:lnTo>
                    <a:pt x="9347647" y="301336"/>
                  </a:lnTo>
                  <a:lnTo>
                    <a:pt x="9286677" y="292344"/>
                  </a:lnTo>
                  <a:lnTo>
                    <a:pt x="9227596" y="282459"/>
                  </a:lnTo>
                  <a:lnTo>
                    <a:pt x="9169707" y="271667"/>
                  </a:lnTo>
                  <a:lnTo>
                    <a:pt x="9112497" y="259982"/>
                  </a:lnTo>
                  <a:lnTo>
                    <a:pt x="9055602" y="247452"/>
                  </a:lnTo>
                  <a:lnTo>
                    <a:pt x="8998781" y="234159"/>
                  </a:lnTo>
                  <a:lnTo>
                    <a:pt x="8941899" y="220219"/>
                  </a:lnTo>
                  <a:lnTo>
                    <a:pt x="8884904" y="205780"/>
                  </a:lnTo>
                  <a:lnTo>
                    <a:pt x="8827808" y="191014"/>
                  </a:lnTo>
                  <a:lnTo>
                    <a:pt x="8770664" y="176112"/>
                  </a:lnTo>
                  <a:lnTo>
                    <a:pt x="8713543" y="161272"/>
                  </a:lnTo>
                  <a:lnTo>
                    <a:pt x="8656506" y="146690"/>
                  </a:lnTo>
                  <a:lnTo>
                    <a:pt x="8599584" y="132546"/>
                  </a:lnTo>
                  <a:lnTo>
                    <a:pt x="8542752" y="118998"/>
                  </a:lnTo>
                  <a:lnTo>
                    <a:pt x="8485906" y="106174"/>
                  </a:lnTo>
                  <a:lnTo>
                    <a:pt x="8428849" y="94168"/>
                  </a:lnTo>
                  <a:lnTo>
                    <a:pt x="8371263" y="83041"/>
                  </a:lnTo>
                  <a:lnTo>
                    <a:pt x="8312694" y="72820"/>
                  </a:lnTo>
                  <a:lnTo>
                    <a:pt x="8252520" y="63500"/>
                  </a:lnTo>
                  <a:lnTo>
                    <a:pt x="8229629" y="60267"/>
                  </a:lnTo>
                  <a:lnTo>
                    <a:pt x="8177710" y="53557"/>
                  </a:lnTo>
                  <a:lnTo>
                    <a:pt x="8123336" y="47430"/>
                  </a:lnTo>
                  <a:lnTo>
                    <a:pt x="8065821" y="41864"/>
                  </a:lnTo>
                  <a:lnTo>
                    <a:pt x="8004413" y="36821"/>
                  </a:lnTo>
                  <a:lnTo>
                    <a:pt x="7938332" y="32252"/>
                  </a:lnTo>
                  <a:lnTo>
                    <a:pt x="7866813" y="28108"/>
                  </a:lnTo>
                  <a:lnTo>
                    <a:pt x="7789159" y="24342"/>
                  </a:lnTo>
                  <a:lnTo>
                    <a:pt x="7704812" y="20913"/>
                  </a:lnTo>
                  <a:lnTo>
                    <a:pt x="7613439" y="17789"/>
                  </a:lnTo>
                  <a:lnTo>
                    <a:pt x="7515058" y="14942"/>
                  </a:lnTo>
                  <a:lnTo>
                    <a:pt x="7410172" y="12356"/>
                  </a:lnTo>
                  <a:lnTo>
                    <a:pt x="7299921" y="10020"/>
                  </a:lnTo>
                  <a:lnTo>
                    <a:pt x="7186203" y="7932"/>
                  </a:lnTo>
                  <a:lnTo>
                    <a:pt x="7071730" y="6094"/>
                  </a:lnTo>
                  <a:lnTo>
                    <a:pt x="6959962" y="4512"/>
                  </a:lnTo>
                  <a:lnTo>
                    <a:pt x="6854863" y="3191"/>
                  </a:lnTo>
                  <a:lnTo>
                    <a:pt x="6760473" y="2128"/>
                  </a:lnTo>
                  <a:lnTo>
                    <a:pt x="6680345" y="1317"/>
                  </a:lnTo>
                  <a:lnTo>
                    <a:pt x="6616955" y="736"/>
                  </a:lnTo>
                  <a:lnTo>
                    <a:pt x="6571225" y="355"/>
                  </a:lnTo>
                  <a:lnTo>
                    <a:pt x="6542294" y="135"/>
                  </a:lnTo>
                  <a:lnTo>
                    <a:pt x="6527532" y="32"/>
                  </a:lnTo>
                  <a:lnTo>
                    <a:pt x="6522739" y="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5" y="49"/>
                  </a:lnTo>
                  <a:lnTo>
                    <a:pt x="5519228" y="402"/>
                  </a:lnTo>
                  <a:lnTo>
                    <a:pt x="5501118" y="1376"/>
                  </a:lnTo>
                  <a:lnTo>
                    <a:pt x="5468442" y="3296"/>
                  </a:lnTo>
                  <a:lnTo>
                    <a:pt x="5419134" y="6472"/>
                  </a:lnTo>
                  <a:lnTo>
                    <a:pt x="5352808" y="11169"/>
                  </a:lnTo>
                  <a:lnTo>
                    <a:pt x="5270718" y="17590"/>
                  </a:lnTo>
                  <a:lnTo>
                    <a:pt x="5175485" y="25859"/>
                  </a:lnTo>
                  <a:lnTo>
                    <a:pt x="5070628" y="36028"/>
                  </a:lnTo>
                  <a:lnTo>
                    <a:pt x="4960015" y="48092"/>
                  </a:lnTo>
                  <a:lnTo>
                    <a:pt x="4847361" y="62018"/>
                  </a:lnTo>
                  <a:lnTo>
                    <a:pt x="4735857" y="77767"/>
                  </a:lnTo>
                  <a:lnTo>
                    <a:pt x="4627982" y="95326"/>
                  </a:lnTo>
                  <a:lnTo>
                    <a:pt x="4525449" y="114718"/>
                  </a:lnTo>
                  <a:lnTo>
                    <a:pt x="4429275" y="136019"/>
                  </a:lnTo>
                  <a:lnTo>
                    <a:pt x="4339895" y="159362"/>
                  </a:lnTo>
                  <a:lnTo>
                    <a:pt x="4257297" y="184935"/>
                  </a:lnTo>
                  <a:lnTo>
                    <a:pt x="4181153" y="212985"/>
                  </a:lnTo>
                  <a:lnTo>
                    <a:pt x="4110925" y="243805"/>
                  </a:lnTo>
                  <a:lnTo>
                    <a:pt x="4045949" y="277729"/>
                  </a:lnTo>
                  <a:lnTo>
                    <a:pt x="3985497" y="315110"/>
                  </a:lnTo>
                  <a:lnTo>
                    <a:pt x="3928829" y="356294"/>
                  </a:lnTo>
                  <a:lnTo>
                    <a:pt x="3875226" y="401570"/>
                  </a:lnTo>
                  <a:lnTo>
                    <a:pt x="3824033" y="451100"/>
                  </a:lnTo>
                  <a:lnTo>
                    <a:pt x="3820202" y="455061"/>
                  </a:lnTo>
                  <a:lnTo>
                    <a:pt x="3775370" y="504086"/>
                  </a:lnTo>
                  <a:lnTo>
                    <a:pt x="3731664" y="556694"/>
                  </a:lnTo>
                  <a:lnTo>
                    <a:pt x="3688779" y="612957"/>
                  </a:lnTo>
                  <a:lnTo>
                    <a:pt x="3646468" y="672891"/>
                  </a:lnTo>
                  <a:lnTo>
                    <a:pt x="3604534" y="736446"/>
                  </a:lnTo>
                  <a:lnTo>
                    <a:pt x="3562825" y="803504"/>
                  </a:lnTo>
                  <a:lnTo>
                    <a:pt x="3521225" y="873871"/>
                  </a:lnTo>
                  <a:lnTo>
                    <a:pt x="3479651" y="947278"/>
                  </a:lnTo>
                  <a:lnTo>
                    <a:pt x="3438049" y="1023384"/>
                  </a:lnTo>
                  <a:lnTo>
                    <a:pt x="3396392" y="1101775"/>
                  </a:lnTo>
                  <a:lnTo>
                    <a:pt x="3354673" y="1181978"/>
                  </a:lnTo>
                  <a:lnTo>
                    <a:pt x="3312899" y="1263466"/>
                  </a:lnTo>
                  <a:lnTo>
                    <a:pt x="3271092" y="1345678"/>
                  </a:lnTo>
                  <a:lnTo>
                    <a:pt x="3229279" y="1428030"/>
                  </a:lnTo>
                  <a:lnTo>
                    <a:pt x="3187486" y="1509933"/>
                  </a:lnTo>
                  <a:lnTo>
                    <a:pt x="3145739" y="1590813"/>
                  </a:lnTo>
                  <a:lnTo>
                    <a:pt x="3104053" y="1670124"/>
                  </a:lnTo>
                  <a:lnTo>
                    <a:pt x="3062427" y="1747368"/>
                  </a:lnTo>
                  <a:lnTo>
                    <a:pt x="3020845" y="1822100"/>
                  </a:lnTo>
                  <a:lnTo>
                    <a:pt x="2979265" y="1893945"/>
                  </a:lnTo>
                  <a:lnTo>
                    <a:pt x="2937620" y="1962598"/>
                  </a:lnTo>
                  <a:lnTo>
                    <a:pt x="2895810" y="2027831"/>
                  </a:lnTo>
                  <a:lnTo>
                    <a:pt x="2853699" y="2089490"/>
                  </a:lnTo>
                  <a:lnTo>
                    <a:pt x="2811113" y="2147493"/>
                  </a:lnTo>
                  <a:lnTo>
                    <a:pt x="2767830" y="2201826"/>
                  </a:lnTo>
                  <a:lnTo>
                    <a:pt x="2723574" y="2252535"/>
                  </a:lnTo>
                  <a:lnTo>
                    <a:pt x="2702183" y="2275308"/>
                  </a:lnTo>
                  <a:lnTo>
                    <a:pt x="2651150" y="2325163"/>
                  </a:lnTo>
                  <a:lnTo>
                    <a:pt x="2597754" y="2370762"/>
                  </a:lnTo>
                  <a:lnTo>
                    <a:pt x="2541345" y="2412250"/>
                  </a:lnTo>
                  <a:lnTo>
                    <a:pt x="2481208" y="2449910"/>
                  </a:lnTo>
                  <a:lnTo>
                    <a:pt x="2416604" y="2484085"/>
                  </a:lnTo>
                  <a:lnTo>
                    <a:pt x="2346802" y="2515130"/>
                  </a:lnTo>
                  <a:lnTo>
                    <a:pt x="2271132" y="2543380"/>
                  </a:lnTo>
                  <a:lnTo>
                    <a:pt x="2189042" y="2569134"/>
                  </a:lnTo>
                  <a:lnTo>
                    <a:pt x="2100185" y="2592640"/>
                  </a:lnTo>
                  <a:lnTo>
                    <a:pt x="2004522" y="2614091"/>
                  </a:lnTo>
                  <a:lnTo>
                    <a:pt x="1902448" y="2633626"/>
                  </a:lnTo>
                  <a:lnTo>
                    <a:pt x="1794929" y="2651323"/>
                  </a:lnTo>
                  <a:lnTo>
                    <a:pt x="1683626" y="2667211"/>
                  </a:lnTo>
                  <a:lnTo>
                    <a:pt x="1570955" y="2681277"/>
                  </a:lnTo>
                  <a:lnTo>
                    <a:pt x="1460060" y="2693486"/>
                  </a:lnTo>
                  <a:lnTo>
                    <a:pt x="1354625" y="2703800"/>
                  </a:lnTo>
                  <a:lnTo>
                    <a:pt x="1258524" y="2712214"/>
                  </a:lnTo>
                  <a:lnTo>
                    <a:pt x="1175322" y="2718772"/>
                  </a:lnTo>
                  <a:lnTo>
                    <a:pt x="1107727" y="2723595"/>
                  </a:lnTo>
                  <a:lnTo>
                    <a:pt x="1057110" y="2726879"/>
                  </a:lnTo>
                  <a:lnTo>
                    <a:pt x="1023215" y="2728884"/>
                  </a:lnTo>
                  <a:lnTo>
                    <a:pt x="1004100" y="2729919"/>
                  </a:lnTo>
                  <a:lnTo>
                    <a:pt x="996282" y="2730308"/>
                  </a:lnTo>
                  <a:lnTo>
                    <a:pt x="994940" y="2730370"/>
                  </a:lnTo>
                  <a:lnTo>
                    <a:pt x="994940" y="2730370"/>
                  </a:lnTo>
                  <a:lnTo>
                    <a:pt x="0" y="2730370"/>
                  </a:lnTo>
                  <a:lnTo>
                    <a:pt x="0" y="27303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3" name="pg1352"/>
            <p:cNvSpPr/>
            <p:nvPr/>
          </p:nvSpPr>
          <p:spPr>
            <a:xfrm>
              <a:off x="1199187" y="2106570"/>
              <a:ext cx="12049831" cy="2630798"/>
            </a:xfrm>
            <a:custGeom>
              <a:avLst/>
              <a:pathLst>
                <a:path w="12049831" h="2630798">
                  <a:moveTo>
                    <a:pt x="0" y="2630798"/>
                  </a:moveTo>
                  <a:lnTo>
                    <a:pt x="994940" y="2630798"/>
                  </a:lnTo>
                  <a:lnTo>
                    <a:pt x="996024" y="2630750"/>
                  </a:lnTo>
                  <a:lnTo>
                    <a:pt x="1003187" y="2630410"/>
                  </a:lnTo>
                  <a:lnTo>
                    <a:pt x="1021361" y="2629469"/>
                  </a:lnTo>
                  <a:lnTo>
                    <a:pt x="1054148" y="2627616"/>
                  </a:lnTo>
                  <a:lnTo>
                    <a:pt x="1103614" y="2624551"/>
                  </a:lnTo>
                  <a:lnTo>
                    <a:pt x="1170138" y="2620017"/>
                  </a:lnTo>
                  <a:lnTo>
                    <a:pt x="1252450" y="2613821"/>
                  </a:lnTo>
                  <a:lnTo>
                    <a:pt x="1347910" y="2605842"/>
                  </a:lnTo>
                  <a:lnTo>
                    <a:pt x="1452979" y="2596032"/>
                  </a:lnTo>
                  <a:lnTo>
                    <a:pt x="1563776" y="2584394"/>
                  </a:lnTo>
                  <a:lnTo>
                    <a:pt x="1676575" y="2570963"/>
                  </a:lnTo>
                  <a:lnTo>
                    <a:pt x="1788181" y="2555774"/>
                  </a:lnTo>
                  <a:lnTo>
                    <a:pt x="1896120" y="2538841"/>
                  </a:lnTo>
                  <a:lnTo>
                    <a:pt x="1998679" y="2520140"/>
                  </a:lnTo>
                  <a:lnTo>
                    <a:pt x="2094852" y="2499596"/>
                  </a:lnTo>
                  <a:lnTo>
                    <a:pt x="2184212" y="2477082"/>
                  </a:lnTo>
                  <a:lnTo>
                    <a:pt x="2266775" y="2452412"/>
                  </a:lnTo>
                  <a:lnTo>
                    <a:pt x="2342878" y="2425350"/>
                  </a:lnTo>
                  <a:lnTo>
                    <a:pt x="2413065" y="2395611"/>
                  </a:lnTo>
                  <a:lnTo>
                    <a:pt x="2478003" y="2362872"/>
                  </a:lnTo>
                  <a:lnTo>
                    <a:pt x="2538424" y="2326791"/>
                  </a:lnTo>
                  <a:lnTo>
                    <a:pt x="2595071" y="2287035"/>
                  </a:lnTo>
                  <a:lnTo>
                    <a:pt x="2648665" y="2243328"/>
                  </a:lnTo>
                  <a:lnTo>
                    <a:pt x="2699860" y="2195519"/>
                  </a:lnTo>
                  <a:lnTo>
                    <a:pt x="2702183" y="2193205"/>
                  </a:lnTo>
                  <a:lnTo>
                    <a:pt x="2747641" y="2145370"/>
                  </a:lnTo>
                  <a:lnTo>
                    <a:pt x="2791945" y="2093991"/>
                  </a:lnTo>
                  <a:lnTo>
                    <a:pt x="2835413" y="2038995"/>
                  </a:lnTo>
                  <a:lnTo>
                    <a:pt x="2878300" y="1980369"/>
                  </a:lnTo>
                  <a:lnTo>
                    <a:pt x="2920809" y="1918166"/>
                  </a:lnTo>
                  <a:lnTo>
                    <a:pt x="2963096" y="1852512"/>
                  </a:lnTo>
                  <a:lnTo>
                    <a:pt x="3005280" y="1783604"/>
                  </a:lnTo>
                  <a:lnTo>
                    <a:pt x="3047444" y="1711719"/>
                  </a:lnTo>
                  <a:lnTo>
                    <a:pt x="3089640" y="1637208"/>
                  </a:lnTo>
                  <a:lnTo>
                    <a:pt x="3131895" y="1560494"/>
                  </a:lnTo>
                  <a:lnTo>
                    <a:pt x="3174214" y="1482059"/>
                  </a:lnTo>
                  <a:lnTo>
                    <a:pt x="3216586" y="1402437"/>
                  </a:lnTo>
                  <a:lnTo>
                    <a:pt x="3258988" y="1322196"/>
                  </a:lnTo>
                  <a:lnTo>
                    <a:pt x="3301391" y="1241925"/>
                  </a:lnTo>
                  <a:lnTo>
                    <a:pt x="3343768" y="1162212"/>
                  </a:lnTo>
                  <a:lnTo>
                    <a:pt x="3386093" y="1083628"/>
                  </a:lnTo>
                  <a:lnTo>
                    <a:pt x="3428355" y="1006711"/>
                  </a:lnTo>
                  <a:lnTo>
                    <a:pt x="3470556" y="931951"/>
                  </a:lnTo>
                  <a:lnTo>
                    <a:pt x="3512721" y="859775"/>
                  </a:lnTo>
                  <a:lnTo>
                    <a:pt x="3554900" y="790544"/>
                  </a:lnTo>
                  <a:lnTo>
                    <a:pt x="3597172" y="724540"/>
                  </a:lnTo>
                  <a:lnTo>
                    <a:pt x="3639650" y="661972"/>
                  </a:lnTo>
                  <a:lnTo>
                    <a:pt x="3682489" y="602970"/>
                  </a:lnTo>
                  <a:lnTo>
                    <a:pt x="3725886" y="547596"/>
                  </a:lnTo>
                  <a:lnTo>
                    <a:pt x="3770090" y="495843"/>
                  </a:lnTo>
                  <a:lnTo>
                    <a:pt x="3815410" y="447645"/>
                  </a:lnTo>
                  <a:lnTo>
                    <a:pt x="3820202" y="442833"/>
                  </a:lnTo>
                  <a:lnTo>
                    <a:pt x="3871300" y="394834"/>
                  </a:lnTo>
                  <a:lnTo>
                    <a:pt x="3924769" y="350939"/>
                  </a:lnTo>
                  <a:lnTo>
                    <a:pt x="3981259" y="311006"/>
                  </a:lnTo>
                  <a:lnTo>
                    <a:pt x="4041489" y="274761"/>
                  </a:lnTo>
                  <a:lnTo>
                    <a:pt x="4106201" y="241875"/>
                  </a:lnTo>
                  <a:lnTo>
                    <a:pt x="4176129" y="212004"/>
                  </a:lnTo>
                  <a:lnTo>
                    <a:pt x="4251945" y="184824"/>
                  </a:lnTo>
                  <a:lnTo>
                    <a:pt x="4334200" y="160050"/>
                  </a:lnTo>
                  <a:lnTo>
                    <a:pt x="4423241" y="137440"/>
                  </a:lnTo>
                  <a:lnTo>
                    <a:pt x="4519104" y="116808"/>
                  </a:lnTo>
                  <a:lnTo>
                    <a:pt x="4621385" y="98024"/>
                  </a:lnTo>
                  <a:lnTo>
                    <a:pt x="4729106" y="81010"/>
                  </a:lnTo>
                  <a:lnTo>
                    <a:pt x="4840591" y="65740"/>
                  </a:lnTo>
                  <a:lnTo>
                    <a:pt x="4953401" y="52227"/>
                  </a:lnTo>
                  <a:lnTo>
                    <a:pt x="5064369" y="40505"/>
                  </a:lnTo>
                  <a:lnTo>
                    <a:pt x="5169790" y="30610"/>
                  </a:lnTo>
                  <a:lnTo>
                    <a:pt x="5265778" y="22547"/>
                  </a:lnTo>
                  <a:lnTo>
                    <a:pt x="5348767" y="16270"/>
                  </a:lnTo>
                  <a:lnTo>
                    <a:pt x="5416062" y="11663"/>
                  </a:lnTo>
                  <a:lnTo>
                    <a:pt x="5466324" y="8535"/>
                  </a:lnTo>
                  <a:lnTo>
                    <a:pt x="5499850" y="6632"/>
                  </a:lnTo>
                  <a:lnTo>
                    <a:pt x="5518633" y="5656"/>
                  </a:lnTo>
                  <a:lnTo>
                    <a:pt x="5526206" y="5295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0" y="5272"/>
                  </a:lnTo>
                  <a:lnTo>
                    <a:pt x="6530855" y="5497"/>
                  </a:lnTo>
                  <a:lnTo>
                    <a:pt x="6549503" y="6121"/>
                  </a:lnTo>
                  <a:lnTo>
                    <a:pt x="6583113" y="7350"/>
                  </a:lnTo>
                  <a:lnTo>
                    <a:pt x="6633753" y="9380"/>
                  </a:lnTo>
                  <a:lnTo>
                    <a:pt x="6701741" y="12383"/>
                  </a:lnTo>
                  <a:lnTo>
                    <a:pt x="6785691" y="16482"/>
                  </a:lnTo>
                  <a:lnTo>
                    <a:pt x="6882819" y="21755"/>
                  </a:lnTo>
                  <a:lnTo>
                    <a:pt x="6989449" y="28232"/>
                  </a:lnTo>
                  <a:lnTo>
                    <a:pt x="7101585" y="35907"/>
                  </a:lnTo>
                  <a:lnTo>
                    <a:pt x="7215435" y="44757"/>
                  </a:lnTo>
                  <a:lnTo>
                    <a:pt x="7327780" y="54760"/>
                  </a:lnTo>
                  <a:lnTo>
                    <a:pt x="7436160" y="65909"/>
                  </a:lnTo>
                  <a:lnTo>
                    <a:pt x="7538905" y="78223"/>
                  </a:lnTo>
                  <a:lnTo>
                    <a:pt x="7635058" y="91755"/>
                  </a:lnTo>
                  <a:lnTo>
                    <a:pt x="7724252" y="106597"/>
                  </a:lnTo>
                  <a:lnTo>
                    <a:pt x="7806557" y="122874"/>
                  </a:lnTo>
                  <a:lnTo>
                    <a:pt x="7882358" y="140750"/>
                  </a:lnTo>
                  <a:lnTo>
                    <a:pt x="7952238" y="160417"/>
                  </a:lnTo>
                  <a:lnTo>
                    <a:pt x="8016901" y="182093"/>
                  </a:lnTo>
                  <a:lnTo>
                    <a:pt x="8077103" y="206005"/>
                  </a:lnTo>
                  <a:lnTo>
                    <a:pt x="8133606" y="232369"/>
                  </a:lnTo>
                  <a:lnTo>
                    <a:pt x="8187140" y="261357"/>
                  </a:lnTo>
                  <a:lnTo>
                    <a:pt x="8229629" y="287361"/>
                  </a:lnTo>
                  <a:lnTo>
                    <a:pt x="8281504" y="322810"/>
                  </a:lnTo>
                  <a:lnTo>
                    <a:pt x="8331935" y="361258"/>
                  </a:lnTo>
                  <a:lnTo>
                    <a:pt x="8381373" y="402761"/>
                  </a:lnTo>
                  <a:lnTo>
                    <a:pt x="8430172" y="447311"/>
                  </a:lnTo>
                  <a:lnTo>
                    <a:pt x="8478599" y="494821"/>
                  </a:lnTo>
                  <a:lnTo>
                    <a:pt x="8526851" y="545126"/>
                  </a:lnTo>
                  <a:lnTo>
                    <a:pt x="8575063" y="597975"/>
                  </a:lnTo>
                  <a:lnTo>
                    <a:pt x="8623317" y="653034"/>
                  </a:lnTo>
                  <a:lnTo>
                    <a:pt x="8671650" y="709893"/>
                  </a:lnTo>
                  <a:lnTo>
                    <a:pt x="8720063" y="768074"/>
                  </a:lnTo>
                  <a:lnTo>
                    <a:pt x="8768534" y="827050"/>
                  </a:lnTo>
                  <a:lnTo>
                    <a:pt x="8817023" y="886261"/>
                  </a:lnTo>
                  <a:lnTo>
                    <a:pt x="8865487" y="945140"/>
                  </a:lnTo>
                  <a:lnTo>
                    <a:pt x="8913888" y="1003131"/>
                  </a:lnTo>
                  <a:lnTo>
                    <a:pt x="8962206" y="1059715"/>
                  </a:lnTo>
                  <a:lnTo>
                    <a:pt x="9010449" y="1114423"/>
                  </a:lnTo>
                  <a:lnTo>
                    <a:pt x="9058661" y="1166859"/>
                  </a:lnTo>
                  <a:lnTo>
                    <a:pt x="9106932" y="1216702"/>
                  </a:lnTo>
                  <a:lnTo>
                    <a:pt x="9155407" y="1263716"/>
                  </a:lnTo>
                  <a:lnTo>
                    <a:pt x="9204294" y="1307749"/>
                  </a:lnTo>
                  <a:lnTo>
                    <a:pt x="9253874" y="1348730"/>
                  </a:lnTo>
                  <a:lnTo>
                    <a:pt x="9304516" y="1386659"/>
                  </a:lnTo>
                  <a:lnTo>
                    <a:pt x="9347647" y="1415844"/>
                  </a:lnTo>
                  <a:lnTo>
                    <a:pt x="9399227" y="1447062"/>
                  </a:lnTo>
                  <a:lnTo>
                    <a:pt x="9453226" y="1475586"/>
                  </a:lnTo>
                  <a:lnTo>
                    <a:pt x="9510316" y="1501512"/>
                  </a:lnTo>
                  <a:lnTo>
                    <a:pt x="9571235" y="1525020"/>
                  </a:lnTo>
                  <a:lnTo>
                    <a:pt x="9636749" y="1546332"/>
                  </a:lnTo>
                  <a:lnTo>
                    <a:pt x="9707607" y="1565675"/>
                  </a:lnTo>
                  <a:lnTo>
                    <a:pt x="9784497" y="1583260"/>
                  </a:lnTo>
                  <a:lnTo>
                    <a:pt x="9867975" y="1599278"/>
                  </a:lnTo>
                  <a:lnTo>
                    <a:pt x="9958379" y="1613884"/>
                  </a:lnTo>
                  <a:lnTo>
                    <a:pt x="10055716" y="1627200"/>
                  </a:lnTo>
                  <a:lnTo>
                    <a:pt x="10159523" y="1639310"/>
                  </a:lnTo>
                  <a:lnTo>
                    <a:pt x="10268731" y="1650259"/>
                  </a:lnTo>
                  <a:lnTo>
                    <a:pt x="10381536" y="1660064"/>
                  </a:lnTo>
                  <a:lnTo>
                    <a:pt x="10495339" y="1668713"/>
                  </a:lnTo>
                  <a:lnTo>
                    <a:pt x="10606804" y="1676181"/>
                  </a:lnTo>
                  <a:lnTo>
                    <a:pt x="10712072" y="1682449"/>
                  </a:lnTo>
                  <a:lnTo>
                    <a:pt x="10807164" y="1687516"/>
                  </a:lnTo>
                  <a:lnTo>
                    <a:pt x="10888515" y="1691418"/>
                  </a:lnTo>
                  <a:lnTo>
                    <a:pt x="10953551" y="1694242"/>
                  </a:lnTo>
                  <a:lnTo>
                    <a:pt x="11001169" y="1696121"/>
                  </a:lnTo>
                  <a:lnTo>
                    <a:pt x="11031991" y="1697230"/>
                  </a:lnTo>
                  <a:lnTo>
                    <a:pt x="11048380" y="1697769"/>
                  </a:lnTo>
                  <a:lnTo>
                    <a:pt x="11054256" y="1697947"/>
                  </a:lnTo>
                  <a:lnTo>
                    <a:pt x="11054891" y="1697965"/>
                  </a:lnTo>
                  <a:lnTo>
                    <a:pt x="12049831" y="1697965"/>
                  </a:lnTo>
                  <a:lnTo>
                    <a:pt x="12049831" y="1692724"/>
                  </a:lnTo>
                  <a:lnTo>
                    <a:pt x="11054891" y="1692724"/>
                  </a:lnTo>
                  <a:lnTo>
                    <a:pt x="11053777" y="1692693"/>
                  </a:lnTo>
                  <a:lnTo>
                    <a:pt x="11046422" y="1692467"/>
                  </a:lnTo>
                  <a:lnTo>
                    <a:pt x="11027773" y="1691844"/>
                  </a:lnTo>
                  <a:lnTo>
                    <a:pt x="10994163" y="1690615"/>
                  </a:lnTo>
                  <a:lnTo>
                    <a:pt x="10943523" y="1688584"/>
                  </a:lnTo>
                  <a:lnTo>
                    <a:pt x="10875536" y="1685582"/>
                  </a:lnTo>
                  <a:lnTo>
                    <a:pt x="10791586" y="1681482"/>
                  </a:lnTo>
                  <a:lnTo>
                    <a:pt x="10694457" y="1676209"/>
                  </a:lnTo>
                  <a:lnTo>
                    <a:pt x="10587827" y="1669733"/>
                  </a:lnTo>
                  <a:lnTo>
                    <a:pt x="10475692" y="1662058"/>
                  </a:lnTo>
                  <a:lnTo>
                    <a:pt x="10361842" y="1653207"/>
                  </a:lnTo>
                  <a:lnTo>
                    <a:pt x="10249496" y="1643204"/>
                  </a:lnTo>
                  <a:lnTo>
                    <a:pt x="10141116" y="1632055"/>
                  </a:lnTo>
                  <a:lnTo>
                    <a:pt x="10038372" y="1619742"/>
                  </a:lnTo>
                  <a:lnTo>
                    <a:pt x="9942218" y="1606209"/>
                  </a:lnTo>
                  <a:lnTo>
                    <a:pt x="9853025" y="1591368"/>
                  </a:lnTo>
                  <a:lnTo>
                    <a:pt x="9770719" y="1575091"/>
                  </a:lnTo>
                  <a:lnTo>
                    <a:pt x="9694919" y="1557215"/>
                  </a:lnTo>
                  <a:lnTo>
                    <a:pt x="9625038" y="1537547"/>
                  </a:lnTo>
                  <a:lnTo>
                    <a:pt x="9560375" y="1515871"/>
                  </a:lnTo>
                  <a:lnTo>
                    <a:pt x="9500174" y="1491959"/>
                  </a:lnTo>
                  <a:lnTo>
                    <a:pt x="9443671" y="1465595"/>
                  </a:lnTo>
                  <a:lnTo>
                    <a:pt x="9390137" y="1436608"/>
                  </a:lnTo>
                  <a:lnTo>
                    <a:pt x="9347647" y="1410604"/>
                  </a:lnTo>
                  <a:lnTo>
                    <a:pt x="9295772" y="1375154"/>
                  </a:lnTo>
                  <a:lnTo>
                    <a:pt x="9245342" y="1336706"/>
                  </a:lnTo>
                  <a:lnTo>
                    <a:pt x="9195903" y="1295203"/>
                  </a:lnTo>
                  <a:lnTo>
                    <a:pt x="9147105" y="1250654"/>
                  </a:lnTo>
                  <a:lnTo>
                    <a:pt x="9098677" y="1203143"/>
                  </a:lnTo>
                  <a:lnTo>
                    <a:pt x="9050425" y="1152838"/>
                  </a:lnTo>
                  <a:lnTo>
                    <a:pt x="9002213" y="1099989"/>
                  </a:lnTo>
                  <a:lnTo>
                    <a:pt x="8953959" y="1044930"/>
                  </a:lnTo>
                  <a:lnTo>
                    <a:pt x="8905627" y="988072"/>
                  </a:lnTo>
                  <a:lnTo>
                    <a:pt x="8857213" y="929891"/>
                  </a:lnTo>
                  <a:lnTo>
                    <a:pt x="8808742" y="870915"/>
                  </a:lnTo>
                  <a:lnTo>
                    <a:pt x="8760253" y="811704"/>
                  </a:lnTo>
                  <a:lnTo>
                    <a:pt x="8711789" y="752825"/>
                  </a:lnTo>
                  <a:lnTo>
                    <a:pt x="8663388" y="694833"/>
                  </a:lnTo>
                  <a:lnTo>
                    <a:pt x="8615070" y="638250"/>
                  </a:lnTo>
                  <a:lnTo>
                    <a:pt x="8566828" y="583541"/>
                  </a:lnTo>
                  <a:lnTo>
                    <a:pt x="8518616" y="531105"/>
                  </a:lnTo>
                  <a:lnTo>
                    <a:pt x="8470345" y="481262"/>
                  </a:lnTo>
                  <a:lnTo>
                    <a:pt x="8421870" y="434248"/>
                  </a:lnTo>
                  <a:lnTo>
                    <a:pt x="8372983" y="390215"/>
                  </a:lnTo>
                  <a:lnTo>
                    <a:pt x="8323403" y="349235"/>
                  </a:lnTo>
                  <a:lnTo>
                    <a:pt x="8272761" y="311305"/>
                  </a:lnTo>
                  <a:lnTo>
                    <a:pt x="8229629" y="282120"/>
                  </a:lnTo>
                  <a:lnTo>
                    <a:pt x="8178050" y="250902"/>
                  </a:lnTo>
                  <a:lnTo>
                    <a:pt x="8124051" y="222378"/>
                  </a:lnTo>
                  <a:lnTo>
                    <a:pt x="8066961" y="196453"/>
                  </a:lnTo>
                  <a:lnTo>
                    <a:pt x="8006041" y="172944"/>
                  </a:lnTo>
                  <a:lnTo>
                    <a:pt x="7940528" y="151632"/>
                  </a:lnTo>
                  <a:lnTo>
                    <a:pt x="7869670" y="132290"/>
                  </a:lnTo>
                  <a:lnTo>
                    <a:pt x="7792780" y="114704"/>
                  </a:lnTo>
                  <a:lnTo>
                    <a:pt x="7709302" y="98686"/>
                  </a:lnTo>
                  <a:lnTo>
                    <a:pt x="7618897" y="84080"/>
                  </a:lnTo>
                  <a:lnTo>
                    <a:pt x="7521561" y="70764"/>
                  </a:lnTo>
                  <a:lnTo>
                    <a:pt x="7417753" y="58655"/>
                  </a:lnTo>
                  <a:lnTo>
                    <a:pt x="7308545" y="47705"/>
                  </a:lnTo>
                  <a:lnTo>
                    <a:pt x="7195741" y="37901"/>
                  </a:lnTo>
                  <a:lnTo>
                    <a:pt x="7081937" y="29252"/>
                  </a:lnTo>
                  <a:lnTo>
                    <a:pt x="6970473" y="21783"/>
                  </a:lnTo>
                  <a:lnTo>
                    <a:pt x="6865204" y="15515"/>
                  </a:lnTo>
                  <a:lnTo>
                    <a:pt x="6770113" y="10449"/>
                  </a:lnTo>
                  <a:lnTo>
                    <a:pt x="6688762" y="6546"/>
                  </a:lnTo>
                  <a:lnTo>
                    <a:pt x="6623725" y="3723"/>
                  </a:lnTo>
                  <a:lnTo>
                    <a:pt x="6576108" y="1844"/>
                  </a:lnTo>
                  <a:lnTo>
                    <a:pt x="6545285" y="735"/>
                  </a:lnTo>
                  <a:lnTo>
                    <a:pt x="6528897" y="195"/>
                  </a:lnTo>
                  <a:lnTo>
                    <a:pt x="6523021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1" y="47"/>
                  </a:lnTo>
                  <a:lnTo>
                    <a:pt x="5519198" y="388"/>
                  </a:lnTo>
                  <a:lnTo>
                    <a:pt x="5501024" y="1328"/>
                  </a:lnTo>
                  <a:lnTo>
                    <a:pt x="5468237" y="3182"/>
                  </a:lnTo>
                  <a:lnTo>
                    <a:pt x="5418771" y="6247"/>
                  </a:lnTo>
                  <a:lnTo>
                    <a:pt x="5352247" y="10780"/>
                  </a:lnTo>
                  <a:lnTo>
                    <a:pt x="5269935" y="16977"/>
                  </a:lnTo>
                  <a:lnTo>
                    <a:pt x="5174475" y="24955"/>
                  </a:lnTo>
                  <a:lnTo>
                    <a:pt x="5069406" y="34766"/>
                  </a:lnTo>
                  <a:lnTo>
                    <a:pt x="4958609" y="46403"/>
                  </a:lnTo>
                  <a:lnTo>
                    <a:pt x="4845810" y="59834"/>
                  </a:lnTo>
                  <a:lnTo>
                    <a:pt x="4734204" y="75023"/>
                  </a:lnTo>
                  <a:lnTo>
                    <a:pt x="4626265" y="91956"/>
                  </a:lnTo>
                  <a:lnTo>
                    <a:pt x="4523706" y="110657"/>
                  </a:lnTo>
                  <a:lnTo>
                    <a:pt x="4427533" y="131201"/>
                  </a:lnTo>
                  <a:lnTo>
                    <a:pt x="4338173" y="153715"/>
                  </a:lnTo>
                  <a:lnTo>
                    <a:pt x="4255610" y="178385"/>
                  </a:lnTo>
                  <a:lnTo>
                    <a:pt x="4179507" y="205447"/>
                  </a:lnTo>
                  <a:lnTo>
                    <a:pt x="4109320" y="235186"/>
                  </a:lnTo>
                  <a:lnTo>
                    <a:pt x="4044382" y="267926"/>
                  </a:lnTo>
                  <a:lnTo>
                    <a:pt x="3983961" y="304007"/>
                  </a:lnTo>
                  <a:lnTo>
                    <a:pt x="3927314" y="343762"/>
                  </a:lnTo>
                  <a:lnTo>
                    <a:pt x="3873720" y="387470"/>
                  </a:lnTo>
                  <a:lnTo>
                    <a:pt x="3822525" y="435278"/>
                  </a:lnTo>
                  <a:lnTo>
                    <a:pt x="3820202" y="437592"/>
                  </a:lnTo>
                  <a:lnTo>
                    <a:pt x="3774744" y="485427"/>
                  </a:lnTo>
                  <a:lnTo>
                    <a:pt x="3730440" y="536807"/>
                  </a:lnTo>
                  <a:lnTo>
                    <a:pt x="3686972" y="591803"/>
                  </a:lnTo>
                  <a:lnTo>
                    <a:pt x="3644085" y="650428"/>
                  </a:lnTo>
                  <a:lnTo>
                    <a:pt x="3601576" y="712631"/>
                  </a:lnTo>
                  <a:lnTo>
                    <a:pt x="3559289" y="778286"/>
                  </a:lnTo>
                  <a:lnTo>
                    <a:pt x="3517105" y="847194"/>
                  </a:lnTo>
                  <a:lnTo>
                    <a:pt x="3474941" y="919079"/>
                  </a:lnTo>
                  <a:lnTo>
                    <a:pt x="3432745" y="993589"/>
                  </a:lnTo>
                  <a:lnTo>
                    <a:pt x="3390490" y="1070303"/>
                  </a:lnTo>
                  <a:lnTo>
                    <a:pt x="3348171" y="1148738"/>
                  </a:lnTo>
                  <a:lnTo>
                    <a:pt x="3305799" y="1228360"/>
                  </a:lnTo>
                  <a:lnTo>
                    <a:pt x="3263397" y="1308601"/>
                  </a:lnTo>
                  <a:lnTo>
                    <a:pt x="3220994" y="1388872"/>
                  </a:lnTo>
                  <a:lnTo>
                    <a:pt x="3178617" y="1468585"/>
                  </a:lnTo>
                  <a:lnTo>
                    <a:pt x="3136292" y="1547169"/>
                  </a:lnTo>
                  <a:lnTo>
                    <a:pt x="3094030" y="1624086"/>
                  </a:lnTo>
                  <a:lnTo>
                    <a:pt x="3051829" y="1698846"/>
                  </a:lnTo>
                  <a:lnTo>
                    <a:pt x="3009664" y="1771022"/>
                  </a:lnTo>
                  <a:lnTo>
                    <a:pt x="2967485" y="1840254"/>
                  </a:lnTo>
                  <a:lnTo>
                    <a:pt x="2925213" y="1906257"/>
                  </a:lnTo>
                  <a:lnTo>
                    <a:pt x="2882735" y="1968826"/>
                  </a:lnTo>
                  <a:lnTo>
                    <a:pt x="2839896" y="2027827"/>
                  </a:lnTo>
                  <a:lnTo>
                    <a:pt x="2796499" y="2083201"/>
                  </a:lnTo>
                  <a:lnTo>
                    <a:pt x="2752295" y="2134954"/>
                  </a:lnTo>
                  <a:lnTo>
                    <a:pt x="2706975" y="2183152"/>
                  </a:lnTo>
                  <a:lnTo>
                    <a:pt x="2702183" y="2187964"/>
                  </a:lnTo>
                  <a:lnTo>
                    <a:pt x="2651085" y="2235963"/>
                  </a:lnTo>
                  <a:lnTo>
                    <a:pt x="2597616" y="2279858"/>
                  </a:lnTo>
                  <a:lnTo>
                    <a:pt x="2541126" y="2319792"/>
                  </a:lnTo>
                  <a:lnTo>
                    <a:pt x="2480896" y="2356036"/>
                  </a:lnTo>
                  <a:lnTo>
                    <a:pt x="2416184" y="2388922"/>
                  </a:lnTo>
                  <a:lnTo>
                    <a:pt x="2346256" y="2418794"/>
                  </a:lnTo>
                  <a:lnTo>
                    <a:pt x="2270440" y="2445973"/>
                  </a:lnTo>
                  <a:lnTo>
                    <a:pt x="2188185" y="2470748"/>
                  </a:lnTo>
                  <a:lnTo>
                    <a:pt x="2099144" y="2493357"/>
                  </a:lnTo>
                  <a:lnTo>
                    <a:pt x="2003281" y="2513989"/>
                  </a:lnTo>
                  <a:lnTo>
                    <a:pt x="1901000" y="2532774"/>
                  </a:lnTo>
                  <a:lnTo>
                    <a:pt x="1793279" y="2549788"/>
                  </a:lnTo>
                  <a:lnTo>
                    <a:pt x="1681794" y="2565058"/>
                  </a:lnTo>
                  <a:lnTo>
                    <a:pt x="1568984" y="2578571"/>
                  </a:lnTo>
                  <a:lnTo>
                    <a:pt x="1458016" y="2590292"/>
                  </a:lnTo>
                  <a:lnTo>
                    <a:pt x="1352595" y="2600187"/>
                  </a:lnTo>
                  <a:lnTo>
                    <a:pt x="1256607" y="2608250"/>
                  </a:lnTo>
                  <a:lnTo>
                    <a:pt x="1173618" y="2614527"/>
                  </a:lnTo>
                  <a:lnTo>
                    <a:pt x="1106323" y="2619134"/>
                  </a:lnTo>
                  <a:lnTo>
                    <a:pt x="1056061" y="2622262"/>
                  </a:lnTo>
                  <a:lnTo>
                    <a:pt x="1022535" y="2624165"/>
                  </a:lnTo>
                  <a:lnTo>
                    <a:pt x="1003752" y="2625141"/>
                  </a:lnTo>
                  <a:lnTo>
                    <a:pt x="996179" y="2625502"/>
                  </a:lnTo>
                  <a:lnTo>
                    <a:pt x="994940" y="2625557"/>
                  </a:lnTo>
                  <a:lnTo>
                    <a:pt x="0" y="2625557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54" name="pl1353"/>
            <p:cNvSpPr/>
            <p:nvPr/>
          </p:nvSpPr>
          <p:spPr>
            <a:xfrm>
              <a:off x="1199187" y="2111811"/>
              <a:ext cx="12049831" cy="2625557"/>
            </a:xfrm>
            <a:custGeom>
              <a:avLst/>
              <a:pathLst>
                <a:path w="12049831" h="2625557">
                  <a:moveTo>
                    <a:pt x="0" y="2625557"/>
                  </a:moveTo>
                  <a:lnTo>
                    <a:pt x="994940" y="2625557"/>
                  </a:lnTo>
                  <a:lnTo>
                    <a:pt x="996024" y="2625509"/>
                  </a:lnTo>
                  <a:lnTo>
                    <a:pt x="1003187" y="2625169"/>
                  </a:lnTo>
                  <a:lnTo>
                    <a:pt x="1021361" y="2624229"/>
                  </a:lnTo>
                  <a:lnTo>
                    <a:pt x="1054148" y="2622375"/>
                  </a:lnTo>
                  <a:lnTo>
                    <a:pt x="1103614" y="2619310"/>
                  </a:lnTo>
                  <a:lnTo>
                    <a:pt x="1170138" y="2614776"/>
                  </a:lnTo>
                  <a:lnTo>
                    <a:pt x="1252450" y="2608580"/>
                  </a:lnTo>
                  <a:lnTo>
                    <a:pt x="1347910" y="2600601"/>
                  </a:lnTo>
                  <a:lnTo>
                    <a:pt x="1452979" y="2590791"/>
                  </a:lnTo>
                  <a:lnTo>
                    <a:pt x="1563776" y="2579154"/>
                  </a:lnTo>
                  <a:lnTo>
                    <a:pt x="1676575" y="2565723"/>
                  </a:lnTo>
                  <a:lnTo>
                    <a:pt x="1788181" y="2550534"/>
                  </a:lnTo>
                  <a:lnTo>
                    <a:pt x="1896120" y="2533601"/>
                  </a:lnTo>
                  <a:lnTo>
                    <a:pt x="1998679" y="2514899"/>
                  </a:lnTo>
                  <a:lnTo>
                    <a:pt x="2094852" y="2494356"/>
                  </a:lnTo>
                  <a:lnTo>
                    <a:pt x="2184212" y="2471841"/>
                  </a:lnTo>
                  <a:lnTo>
                    <a:pt x="2266775" y="2447172"/>
                  </a:lnTo>
                  <a:lnTo>
                    <a:pt x="2342878" y="2420110"/>
                  </a:lnTo>
                  <a:lnTo>
                    <a:pt x="2413065" y="2390370"/>
                  </a:lnTo>
                  <a:lnTo>
                    <a:pt x="2478003" y="2357631"/>
                  </a:lnTo>
                  <a:lnTo>
                    <a:pt x="2538424" y="2321550"/>
                  </a:lnTo>
                  <a:lnTo>
                    <a:pt x="2595071" y="2281794"/>
                  </a:lnTo>
                  <a:lnTo>
                    <a:pt x="2648665" y="2238087"/>
                  </a:lnTo>
                  <a:lnTo>
                    <a:pt x="2699860" y="2190278"/>
                  </a:lnTo>
                  <a:lnTo>
                    <a:pt x="2702183" y="2187964"/>
                  </a:lnTo>
                  <a:lnTo>
                    <a:pt x="2747641" y="2140130"/>
                  </a:lnTo>
                  <a:lnTo>
                    <a:pt x="2791945" y="2088750"/>
                  </a:lnTo>
                  <a:lnTo>
                    <a:pt x="2835413" y="2033754"/>
                  </a:lnTo>
                  <a:lnTo>
                    <a:pt x="2878300" y="1975128"/>
                  </a:lnTo>
                  <a:lnTo>
                    <a:pt x="2920809" y="1912926"/>
                  </a:lnTo>
                  <a:lnTo>
                    <a:pt x="2963096" y="1847271"/>
                  </a:lnTo>
                  <a:lnTo>
                    <a:pt x="3005280" y="1778363"/>
                  </a:lnTo>
                  <a:lnTo>
                    <a:pt x="3047444" y="1706478"/>
                  </a:lnTo>
                  <a:lnTo>
                    <a:pt x="3089640" y="1631968"/>
                  </a:lnTo>
                  <a:lnTo>
                    <a:pt x="3131895" y="1555253"/>
                  </a:lnTo>
                  <a:lnTo>
                    <a:pt x="3174214" y="1476818"/>
                  </a:lnTo>
                  <a:lnTo>
                    <a:pt x="3216586" y="1397196"/>
                  </a:lnTo>
                  <a:lnTo>
                    <a:pt x="3258988" y="1316956"/>
                  </a:lnTo>
                  <a:lnTo>
                    <a:pt x="3301391" y="1236685"/>
                  </a:lnTo>
                  <a:lnTo>
                    <a:pt x="3343768" y="1156971"/>
                  </a:lnTo>
                  <a:lnTo>
                    <a:pt x="3386093" y="1078387"/>
                  </a:lnTo>
                  <a:lnTo>
                    <a:pt x="3428355" y="1001471"/>
                  </a:lnTo>
                  <a:lnTo>
                    <a:pt x="3470556" y="926710"/>
                  </a:lnTo>
                  <a:lnTo>
                    <a:pt x="3512721" y="854535"/>
                  </a:lnTo>
                  <a:lnTo>
                    <a:pt x="3554900" y="785303"/>
                  </a:lnTo>
                  <a:lnTo>
                    <a:pt x="3597172" y="719299"/>
                  </a:lnTo>
                  <a:lnTo>
                    <a:pt x="3639650" y="656731"/>
                  </a:lnTo>
                  <a:lnTo>
                    <a:pt x="3682489" y="597730"/>
                  </a:lnTo>
                  <a:lnTo>
                    <a:pt x="3725886" y="542356"/>
                  </a:lnTo>
                  <a:lnTo>
                    <a:pt x="3770090" y="490603"/>
                  </a:lnTo>
                  <a:lnTo>
                    <a:pt x="3815410" y="442404"/>
                  </a:lnTo>
                  <a:lnTo>
                    <a:pt x="3820202" y="437592"/>
                  </a:lnTo>
                  <a:lnTo>
                    <a:pt x="3871300" y="389594"/>
                  </a:lnTo>
                  <a:lnTo>
                    <a:pt x="3924769" y="345698"/>
                  </a:lnTo>
                  <a:lnTo>
                    <a:pt x="3981259" y="305765"/>
                  </a:lnTo>
                  <a:lnTo>
                    <a:pt x="4041489" y="269521"/>
                  </a:lnTo>
                  <a:lnTo>
                    <a:pt x="4106201" y="236634"/>
                  </a:lnTo>
                  <a:lnTo>
                    <a:pt x="4176129" y="206763"/>
                  </a:lnTo>
                  <a:lnTo>
                    <a:pt x="4251945" y="179584"/>
                  </a:lnTo>
                  <a:lnTo>
                    <a:pt x="4334200" y="154809"/>
                  </a:lnTo>
                  <a:lnTo>
                    <a:pt x="4423241" y="132199"/>
                  </a:lnTo>
                  <a:lnTo>
                    <a:pt x="4519104" y="111568"/>
                  </a:lnTo>
                  <a:lnTo>
                    <a:pt x="4621385" y="92783"/>
                  </a:lnTo>
                  <a:lnTo>
                    <a:pt x="4729106" y="75769"/>
                  </a:lnTo>
                  <a:lnTo>
                    <a:pt x="4840591" y="60499"/>
                  </a:lnTo>
                  <a:lnTo>
                    <a:pt x="4953401" y="46986"/>
                  </a:lnTo>
                  <a:lnTo>
                    <a:pt x="5064369" y="35265"/>
                  </a:lnTo>
                  <a:lnTo>
                    <a:pt x="5169790" y="25369"/>
                  </a:lnTo>
                  <a:lnTo>
                    <a:pt x="5265778" y="17306"/>
                  </a:lnTo>
                  <a:lnTo>
                    <a:pt x="5348767" y="11029"/>
                  </a:lnTo>
                  <a:lnTo>
                    <a:pt x="5416062" y="6422"/>
                  </a:lnTo>
                  <a:lnTo>
                    <a:pt x="5466324" y="3295"/>
                  </a:lnTo>
                  <a:lnTo>
                    <a:pt x="5499850" y="1391"/>
                  </a:lnTo>
                  <a:lnTo>
                    <a:pt x="5518633" y="416"/>
                  </a:lnTo>
                  <a:lnTo>
                    <a:pt x="5526206" y="54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0" y="31"/>
                  </a:lnTo>
                  <a:lnTo>
                    <a:pt x="6530855" y="257"/>
                  </a:lnTo>
                  <a:lnTo>
                    <a:pt x="6549503" y="880"/>
                  </a:lnTo>
                  <a:lnTo>
                    <a:pt x="6583113" y="2109"/>
                  </a:lnTo>
                  <a:lnTo>
                    <a:pt x="6633753" y="4140"/>
                  </a:lnTo>
                  <a:lnTo>
                    <a:pt x="6701741" y="7142"/>
                  </a:lnTo>
                  <a:lnTo>
                    <a:pt x="6785691" y="11241"/>
                  </a:lnTo>
                  <a:lnTo>
                    <a:pt x="6882819" y="16515"/>
                  </a:lnTo>
                  <a:lnTo>
                    <a:pt x="6989449" y="22991"/>
                  </a:lnTo>
                  <a:lnTo>
                    <a:pt x="7101585" y="30666"/>
                  </a:lnTo>
                  <a:lnTo>
                    <a:pt x="7215435" y="39517"/>
                  </a:lnTo>
                  <a:lnTo>
                    <a:pt x="7327780" y="49520"/>
                  </a:lnTo>
                  <a:lnTo>
                    <a:pt x="7436160" y="60668"/>
                  </a:lnTo>
                  <a:lnTo>
                    <a:pt x="7538905" y="72982"/>
                  </a:lnTo>
                  <a:lnTo>
                    <a:pt x="7635058" y="86515"/>
                  </a:lnTo>
                  <a:lnTo>
                    <a:pt x="7724252" y="101356"/>
                  </a:lnTo>
                  <a:lnTo>
                    <a:pt x="7806557" y="117633"/>
                  </a:lnTo>
                  <a:lnTo>
                    <a:pt x="7882358" y="135509"/>
                  </a:lnTo>
                  <a:lnTo>
                    <a:pt x="7952238" y="155176"/>
                  </a:lnTo>
                  <a:lnTo>
                    <a:pt x="8016901" y="176853"/>
                  </a:lnTo>
                  <a:lnTo>
                    <a:pt x="8077103" y="200765"/>
                  </a:lnTo>
                  <a:lnTo>
                    <a:pt x="8133606" y="227129"/>
                  </a:lnTo>
                  <a:lnTo>
                    <a:pt x="8187140" y="256116"/>
                  </a:lnTo>
                  <a:lnTo>
                    <a:pt x="8229629" y="282120"/>
                  </a:lnTo>
                  <a:lnTo>
                    <a:pt x="8281504" y="317570"/>
                  </a:lnTo>
                  <a:lnTo>
                    <a:pt x="8331935" y="356017"/>
                  </a:lnTo>
                  <a:lnTo>
                    <a:pt x="8381373" y="397521"/>
                  </a:lnTo>
                  <a:lnTo>
                    <a:pt x="8430172" y="442070"/>
                  </a:lnTo>
                  <a:lnTo>
                    <a:pt x="8478599" y="489581"/>
                  </a:lnTo>
                  <a:lnTo>
                    <a:pt x="8526851" y="539886"/>
                  </a:lnTo>
                  <a:lnTo>
                    <a:pt x="8575063" y="592735"/>
                  </a:lnTo>
                  <a:lnTo>
                    <a:pt x="8623317" y="647794"/>
                  </a:lnTo>
                  <a:lnTo>
                    <a:pt x="8671650" y="704652"/>
                  </a:lnTo>
                  <a:lnTo>
                    <a:pt x="8720063" y="762833"/>
                  </a:lnTo>
                  <a:lnTo>
                    <a:pt x="8768534" y="821809"/>
                  </a:lnTo>
                  <a:lnTo>
                    <a:pt x="8817023" y="881020"/>
                  </a:lnTo>
                  <a:lnTo>
                    <a:pt x="8865487" y="939899"/>
                  </a:lnTo>
                  <a:lnTo>
                    <a:pt x="8913888" y="997891"/>
                  </a:lnTo>
                  <a:lnTo>
                    <a:pt x="8962206" y="1054474"/>
                  </a:lnTo>
                  <a:lnTo>
                    <a:pt x="9010449" y="1109183"/>
                  </a:lnTo>
                  <a:lnTo>
                    <a:pt x="9058661" y="1161618"/>
                  </a:lnTo>
                  <a:lnTo>
                    <a:pt x="9106932" y="1211461"/>
                  </a:lnTo>
                  <a:lnTo>
                    <a:pt x="9155407" y="1258476"/>
                  </a:lnTo>
                  <a:lnTo>
                    <a:pt x="9204294" y="1302509"/>
                  </a:lnTo>
                  <a:lnTo>
                    <a:pt x="9253874" y="1343489"/>
                  </a:lnTo>
                  <a:lnTo>
                    <a:pt x="9304516" y="1381419"/>
                  </a:lnTo>
                  <a:lnTo>
                    <a:pt x="9347647" y="1410604"/>
                  </a:lnTo>
                  <a:lnTo>
                    <a:pt x="9399227" y="1441822"/>
                  </a:lnTo>
                  <a:lnTo>
                    <a:pt x="9453226" y="1470346"/>
                  </a:lnTo>
                  <a:lnTo>
                    <a:pt x="9510316" y="1496271"/>
                  </a:lnTo>
                  <a:lnTo>
                    <a:pt x="9571235" y="1519780"/>
                  </a:lnTo>
                  <a:lnTo>
                    <a:pt x="9636749" y="1541092"/>
                  </a:lnTo>
                  <a:lnTo>
                    <a:pt x="9707607" y="1560434"/>
                  </a:lnTo>
                  <a:lnTo>
                    <a:pt x="9784497" y="1578020"/>
                  </a:lnTo>
                  <a:lnTo>
                    <a:pt x="9867975" y="1594037"/>
                  </a:lnTo>
                  <a:lnTo>
                    <a:pt x="9958379" y="1608644"/>
                  </a:lnTo>
                  <a:lnTo>
                    <a:pt x="10055716" y="1621960"/>
                  </a:lnTo>
                  <a:lnTo>
                    <a:pt x="10159523" y="1634069"/>
                  </a:lnTo>
                  <a:lnTo>
                    <a:pt x="10268731" y="1645019"/>
                  </a:lnTo>
                  <a:lnTo>
                    <a:pt x="10381536" y="1654823"/>
                  </a:lnTo>
                  <a:lnTo>
                    <a:pt x="10495339" y="1663472"/>
                  </a:lnTo>
                  <a:lnTo>
                    <a:pt x="10606804" y="1670941"/>
                  </a:lnTo>
                  <a:lnTo>
                    <a:pt x="10712072" y="1677209"/>
                  </a:lnTo>
                  <a:lnTo>
                    <a:pt x="10807164" y="1682275"/>
                  </a:lnTo>
                  <a:lnTo>
                    <a:pt x="10888515" y="1686178"/>
                  </a:lnTo>
                  <a:lnTo>
                    <a:pt x="10953551" y="1689001"/>
                  </a:lnTo>
                  <a:lnTo>
                    <a:pt x="11001169" y="1690880"/>
                  </a:lnTo>
                  <a:lnTo>
                    <a:pt x="11031991" y="1691989"/>
                  </a:lnTo>
                  <a:lnTo>
                    <a:pt x="11048380" y="1692529"/>
                  </a:lnTo>
                  <a:lnTo>
                    <a:pt x="11054256" y="1692706"/>
                  </a:lnTo>
                  <a:lnTo>
                    <a:pt x="11054891" y="1692724"/>
                  </a:lnTo>
                  <a:lnTo>
                    <a:pt x="12049831" y="1692724"/>
                  </a:lnTo>
                  <a:lnTo>
                    <a:pt x="12049831" y="16927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5" name="pl1354"/>
            <p:cNvSpPr/>
            <p:nvPr/>
          </p:nvSpPr>
          <p:spPr>
            <a:xfrm>
              <a:off x="1199187" y="2106570"/>
              <a:ext cx="12049831" cy="2625557"/>
            </a:xfrm>
            <a:custGeom>
              <a:avLst/>
              <a:pathLst>
                <a:path w="12049831" h="2625557">
                  <a:moveTo>
                    <a:pt x="12049831" y="1692724"/>
                  </a:moveTo>
                  <a:lnTo>
                    <a:pt x="11054891" y="1692724"/>
                  </a:lnTo>
                  <a:lnTo>
                    <a:pt x="11053777" y="1692693"/>
                  </a:lnTo>
                  <a:lnTo>
                    <a:pt x="11046422" y="1692467"/>
                  </a:lnTo>
                  <a:lnTo>
                    <a:pt x="11027773" y="1691844"/>
                  </a:lnTo>
                  <a:lnTo>
                    <a:pt x="10994163" y="1690615"/>
                  </a:lnTo>
                  <a:lnTo>
                    <a:pt x="10943523" y="1688584"/>
                  </a:lnTo>
                  <a:lnTo>
                    <a:pt x="10875536" y="1685582"/>
                  </a:lnTo>
                  <a:lnTo>
                    <a:pt x="10791586" y="1681482"/>
                  </a:lnTo>
                  <a:lnTo>
                    <a:pt x="10694457" y="1676209"/>
                  </a:lnTo>
                  <a:lnTo>
                    <a:pt x="10587827" y="1669733"/>
                  </a:lnTo>
                  <a:lnTo>
                    <a:pt x="10475692" y="1662058"/>
                  </a:lnTo>
                  <a:lnTo>
                    <a:pt x="10361842" y="1653207"/>
                  </a:lnTo>
                  <a:lnTo>
                    <a:pt x="10249496" y="1643204"/>
                  </a:lnTo>
                  <a:lnTo>
                    <a:pt x="10141116" y="1632055"/>
                  </a:lnTo>
                  <a:lnTo>
                    <a:pt x="10038372" y="1619742"/>
                  </a:lnTo>
                  <a:lnTo>
                    <a:pt x="9942218" y="1606209"/>
                  </a:lnTo>
                  <a:lnTo>
                    <a:pt x="9853025" y="1591368"/>
                  </a:lnTo>
                  <a:lnTo>
                    <a:pt x="9770719" y="1575091"/>
                  </a:lnTo>
                  <a:lnTo>
                    <a:pt x="9694919" y="1557215"/>
                  </a:lnTo>
                  <a:lnTo>
                    <a:pt x="9625038" y="1537547"/>
                  </a:lnTo>
                  <a:lnTo>
                    <a:pt x="9560375" y="1515871"/>
                  </a:lnTo>
                  <a:lnTo>
                    <a:pt x="9500174" y="1491959"/>
                  </a:lnTo>
                  <a:lnTo>
                    <a:pt x="9443671" y="1465595"/>
                  </a:lnTo>
                  <a:lnTo>
                    <a:pt x="9390137" y="1436608"/>
                  </a:lnTo>
                  <a:lnTo>
                    <a:pt x="9347647" y="1410604"/>
                  </a:lnTo>
                  <a:lnTo>
                    <a:pt x="9295772" y="1375154"/>
                  </a:lnTo>
                  <a:lnTo>
                    <a:pt x="9245342" y="1336706"/>
                  </a:lnTo>
                  <a:lnTo>
                    <a:pt x="9195903" y="1295203"/>
                  </a:lnTo>
                  <a:lnTo>
                    <a:pt x="9147105" y="1250654"/>
                  </a:lnTo>
                  <a:lnTo>
                    <a:pt x="9098677" y="1203143"/>
                  </a:lnTo>
                  <a:lnTo>
                    <a:pt x="9050425" y="1152838"/>
                  </a:lnTo>
                  <a:lnTo>
                    <a:pt x="9002213" y="1099989"/>
                  </a:lnTo>
                  <a:lnTo>
                    <a:pt x="8953959" y="1044930"/>
                  </a:lnTo>
                  <a:lnTo>
                    <a:pt x="8905627" y="988072"/>
                  </a:lnTo>
                  <a:lnTo>
                    <a:pt x="8857213" y="929891"/>
                  </a:lnTo>
                  <a:lnTo>
                    <a:pt x="8808742" y="870915"/>
                  </a:lnTo>
                  <a:lnTo>
                    <a:pt x="8760253" y="811704"/>
                  </a:lnTo>
                  <a:lnTo>
                    <a:pt x="8711789" y="752825"/>
                  </a:lnTo>
                  <a:lnTo>
                    <a:pt x="8663388" y="694833"/>
                  </a:lnTo>
                  <a:lnTo>
                    <a:pt x="8615070" y="638250"/>
                  </a:lnTo>
                  <a:lnTo>
                    <a:pt x="8566828" y="583541"/>
                  </a:lnTo>
                  <a:lnTo>
                    <a:pt x="8518616" y="531105"/>
                  </a:lnTo>
                  <a:lnTo>
                    <a:pt x="8470345" y="481262"/>
                  </a:lnTo>
                  <a:lnTo>
                    <a:pt x="8421870" y="434248"/>
                  </a:lnTo>
                  <a:lnTo>
                    <a:pt x="8372983" y="390215"/>
                  </a:lnTo>
                  <a:lnTo>
                    <a:pt x="8323403" y="349235"/>
                  </a:lnTo>
                  <a:lnTo>
                    <a:pt x="8272761" y="311305"/>
                  </a:lnTo>
                  <a:lnTo>
                    <a:pt x="8229629" y="282120"/>
                  </a:lnTo>
                  <a:lnTo>
                    <a:pt x="8178050" y="250902"/>
                  </a:lnTo>
                  <a:lnTo>
                    <a:pt x="8124051" y="222378"/>
                  </a:lnTo>
                  <a:lnTo>
                    <a:pt x="8066961" y="196453"/>
                  </a:lnTo>
                  <a:lnTo>
                    <a:pt x="8006041" y="172944"/>
                  </a:lnTo>
                  <a:lnTo>
                    <a:pt x="7940528" y="151632"/>
                  </a:lnTo>
                  <a:lnTo>
                    <a:pt x="7869670" y="132290"/>
                  </a:lnTo>
                  <a:lnTo>
                    <a:pt x="7792780" y="114704"/>
                  </a:lnTo>
                  <a:lnTo>
                    <a:pt x="7709302" y="98686"/>
                  </a:lnTo>
                  <a:lnTo>
                    <a:pt x="7618897" y="84080"/>
                  </a:lnTo>
                  <a:lnTo>
                    <a:pt x="7521561" y="70764"/>
                  </a:lnTo>
                  <a:lnTo>
                    <a:pt x="7417753" y="58655"/>
                  </a:lnTo>
                  <a:lnTo>
                    <a:pt x="7308545" y="47705"/>
                  </a:lnTo>
                  <a:lnTo>
                    <a:pt x="7195741" y="37901"/>
                  </a:lnTo>
                  <a:lnTo>
                    <a:pt x="7081937" y="29252"/>
                  </a:lnTo>
                  <a:lnTo>
                    <a:pt x="6970473" y="21783"/>
                  </a:lnTo>
                  <a:lnTo>
                    <a:pt x="6865204" y="15515"/>
                  </a:lnTo>
                  <a:lnTo>
                    <a:pt x="6770113" y="10449"/>
                  </a:lnTo>
                  <a:lnTo>
                    <a:pt x="6688762" y="6546"/>
                  </a:lnTo>
                  <a:lnTo>
                    <a:pt x="6623725" y="3723"/>
                  </a:lnTo>
                  <a:lnTo>
                    <a:pt x="6576108" y="1844"/>
                  </a:lnTo>
                  <a:lnTo>
                    <a:pt x="6545285" y="735"/>
                  </a:lnTo>
                  <a:lnTo>
                    <a:pt x="6528897" y="195"/>
                  </a:lnTo>
                  <a:lnTo>
                    <a:pt x="6523021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1" y="47"/>
                  </a:lnTo>
                  <a:lnTo>
                    <a:pt x="5519198" y="388"/>
                  </a:lnTo>
                  <a:lnTo>
                    <a:pt x="5501024" y="1328"/>
                  </a:lnTo>
                  <a:lnTo>
                    <a:pt x="5468237" y="3182"/>
                  </a:lnTo>
                  <a:lnTo>
                    <a:pt x="5418771" y="6247"/>
                  </a:lnTo>
                  <a:lnTo>
                    <a:pt x="5352247" y="10780"/>
                  </a:lnTo>
                  <a:lnTo>
                    <a:pt x="5269935" y="16977"/>
                  </a:lnTo>
                  <a:lnTo>
                    <a:pt x="5174475" y="24955"/>
                  </a:lnTo>
                  <a:lnTo>
                    <a:pt x="5069406" y="34766"/>
                  </a:lnTo>
                  <a:lnTo>
                    <a:pt x="4958609" y="46403"/>
                  </a:lnTo>
                  <a:lnTo>
                    <a:pt x="4845810" y="59834"/>
                  </a:lnTo>
                  <a:lnTo>
                    <a:pt x="4734204" y="75023"/>
                  </a:lnTo>
                  <a:lnTo>
                    <a:pt x="4626265" y="91956"/>
                  </a:lnTo>
                  <a:lnTo>
                    <a:pt x="4523706" y="110657"/>
                  </a:lnTo>
                  <a:lnTo>
                    <a:pt x="4427533" y="131201"/>
                  </a:lnTo>
                  <a:lnTo>
                    <a:pt x="4338173" y="153715"/>
                  </a:lnTo>
                  <a:lnTo>
                    <a:pt x="4255610" y="178385"/>
                  </a:lnTo>
                  <a:lnTo>
                    <a:pt x="4179507" y="205447"/>
                  </a:lnTo>
                  <a:lnTo>
                    <a:pt x="4109320" y="235186"/>
                  </a:lnTo>
                  <a:lnTo>
                    <a:pt x="4044382" y="267926"/>
                  </a:lnTo>
                  <a:lnTo>
                    <a:pt x="3983961" y="304007"/>
                  </a:lnTo>
                  <a:lnTo>
                    <a:pt x="3927314" y="343762"/>
                  </a:lnTo>
                  <a:lnTo>
                    <a:pt x="3873720" y="387470"/>
                  </a:lnTo>
                  <a:lnTo>
                    <a:pt x="3822525" y="435278"/>
                  </a:lnTo>
                  <a:lnTo>
                    <a:pt x="3820202" y="437592"/>
                  </a:lnTo>
                  <a:lnTo>
                    <a:pt x="3774744" y="485427"/>
                  </a:lnTo>
                  <a:lnTo>
                    <a:pt x="3730440" y="536807"/>
                  </a:lnTo>
                  <a:lnTo>
                    <a:pt x="3686972" y="591803"/>
                  </a:lnTo>
                  <a:lnTo>
                    <a:pt x="3644085" y="650428"/>
                  </a:lnTo>
                  <a:lnTo>
                    <a:pt x="3601576" y="712631"/>
                  </a:lnTo>
                  <a:lnTo>
                    <a:pt x="3559289" y="778286"/>
                  </a:lnTo>
                  <a:lnTo>
                    <a:pt x="3517105" y="847194"/>
                  </a:lnTo>
                  <a:lnTo>
                    <a:pt x="3474941" y="919079"/>
                  </a:lnTo>
                  <a:lnTo>
                    <a:pt x="3432745" y="993589"/>
                  </a:lnTo>
                  <a:lnTo>
                    <a:pt x="3390490" y="1070303"/>
                  </a:lnTo>
                  <a:lnTo>
                    <a:pt x="3348171" y="1148738"/>
                  </a:lnTo>
                  <a:lnTo>
                    <a:pt x="3305799" y="1228360"/>
                  </a:lnTo>
                  <a:lnTo>
                    <a:pt x="3263397" y="1308601"/>
                  </a:lnTo>
                  <a:lnTo>
                    <a:pt x="3220994" y="1388872"/>
                  </a:lnTo>
                  <a:lnTo>
                    <a:pt x="3178617" y="1468585"/>
                  </a:lnTo>
                  <a:lnTo>
                    <a:pt x="3136292" y="1547169"/>
                  </a:lnTo>
                  <a:lnTo>
                    <a:pt x="3094030" y="1624086"/>
                  </a:lnTo>
                  <a:lnTo>
                    <a:pt x="3051829" y="1698846"/>
                  </a:lnTo>
                  <a:lnTo>
                    <a:pt x="3009664" y="1771022"/>
                  </a:lnTo>
                  <a:lnTo>
                    <a:pt x="2967485" y="1840254"/>
                  </a:lnTo>
                  <a:lnTo>
                    <a:pt x="2925213" y="1906257"/>
                  </a:lnTo>
                  <a:lnTo>
                    <a:pt x="2882735" y="1968826"/>
                  </a:lnTo>
                  <a:lnTo>
                    <a:pt x="2839896" y="2027827"/>
                  </a:lnTo>
                  <a:lnTo>
                    <a:pt x="2796499" y="2083201"/>
                  </a:lnTo>
                  <a:lnTo>
                    <a:pt x="2752295" y="2134954"/>
                  </a:lnTo>
                  <a:lnTo>
                    <a:pt x="2706975" y="2183152"/>
                  </a:lnTo>
                  <a:lnTo>
                    <a:pt x="2702183" y="2187964"/>
                  </a:lnTo>
                  <a:lnTo>
                    <a:pt x="2651085" y="2235963"/>
                  </a:lnTo>
                  <a:lnTo>
                    <a:pt x="2597616" y="2279858"/>
                  </a:lnTo>
                  <a:lnTo>
                    <a:pt x="2541126" y="2319792"/>
                  </a:lnTo>
                  <a:lnTo>
                    <a:pt x="2480896" y="2356036"/>
                  </a:lnTo>
                  <a:lnTo>
                    <a:pt x="2416184" y="2388922"/>
                  </a:lnTo>
                  <a:lnTo>
                    <a:pt x="2346256" y="2418794"/>
                  </a:lnTo>
                  <a:lnTo>
                    <a:pt x="2270440" y="2445973"/>
                  </a:lnTo>
                  <a:lnTo>
                    <a:pt x="2188185" y="2470748"/>
                  </a:lnTo>
                  <a:lnTo>
                    <a:pt x="2099144" y="2493357"/>
                  </a:lnTo>
                  <a:lnTo>
                    <a:pt x="2003281" y="2513989"/>
                  </a:lnTo>
                  <a:lnTo>
                    <a:pt x="1901000" y="2532774"/>
                  </a:lnTo>
                  <a:lnTo>
                    <a:pt x="1793279" y="2549788"/>
                  </a:lnTo>
                  <a:lnTo>
                    <a:pt x="1681794" y="2565058"/>
                  </a:lnTo>
                  <a:lnTo>
                    <a:pt x="1568984" y="2578571"/>
                  </a:lnTo>
                  <a:lnTo>
                    <a:pt x="1458016" y="2590292"/>
                  </a:lnTo>
                  <a:lnTo>
                    <a:pt x="1352595" y="2600187"/>
                  </a:lnTo>
                  <a:lnTo>
                    <a:pt x="1256607" y="2608250"/>
                  </a:lnTo>
                  <a:lnTo>
                    <a:pt x="1173618" y="2614527"/>
                  </a:lnTo>
                  <a:lnTo>
                    <a:pt x="1106323" y="2619134"/>
                  </a:lnTo>
                  <a:lnTo>
                    <a:pt x="1056061" y="2622262"/>
                  </a:lnTo>
                  <a:lnTo>
                    <a:pt x="1022535" y="2624165"/>
                  </a:lnTo>
                  <a:lnTo>
                    <a:pt x="1003752" y="2625141"/>
                  </a:lnTo>
                  <a:lnTo>
                    <a:pt x="996179" y="2625502"/>
                  </a:lnTo>
                  <a:lnTo>
                    <a:pt x="994940" y="2625557"/>
                  </a:lnTo>
                  <a:lnTo>
                    <a:pt x="994940" y="2625557"/>
                  </a:lnTo>
                  <a:lnTo>
                    <a:pt x="0" y="2625557"/>
                  </a:lnTo>
                  <a:lnTo>
                    <a:pt x="0" y="26255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6" name="pg1355"/>
            <p:cNvSpPr/>
            <p:nvPr/>
          </p:nvSpPr>
          <p:spPr>
            <a:xfrm>
              <a:off x="1199187" y="2122292"/>
              <a:ext cx="12049831" cy="2620317"/>
            </a:xfrm>
            <a:custGeom>
              <a:avLst/>
              <a:pathLst>
                <a:path w="12049831" h="2620317">
                  <a:moveTo>
                    <a:pt x="0" y="2620317"/>
                  </a:moveTo>
                  <a:lnTo>
                    <a:pt x="994940" y="2620317"/>
                  </a:lnTo>
                  <a:lnTo>
                    <a:pt x="996024" y="2620269"/>
                  </a:lnTo>
                  <a:lnTo>
                    <a:pt x="1003190" y="2619930"/>
                  </a:lnTo>
                  <a:lnTo>
                    <a:pt x="1021370" y="2618993"/>
                  </a:lnTo>
                  <a:lnTo>
                    <a:pt x="1054168" y="2617146"/>
                  </a:lnTo>
                  <a:lnTo>
                    <a:pt x="1103649" y="2614092"/>
                  </a:lnTo>
                  <a:lnTo>
                    <a:pt x="1170193" y="2609575"/>
                  </a:lnTo>
                  <a:lnTo>
                    <a:pt x="1252527" y="2603401"/>
                  </a:lnTo>
                  <a:lnTo>
                    <a:pt x="1348009" y="2595452"/>
                  </a:lnTo>
                  <a:lnTo>
                    <a:pt x="1453100" y="2585677"/>
                  </a:lnTo>
                  <a:lnTo>
                    <a:pt x="1563914" y="2574083"/>
                  </a:lnTo>
                  <a:lnTo>
                    <a:pt x="1676727" y="2560702"/>
                  </a:lnTo>
                  <a:lnTo>
                    <a:pt x="1788344" y="2545569"/>
                  </a:lnTo>
                  <a:lnTo>
                    <a:pt x="1896288" y="2528699"/>
                  </a:lnTo>
                  <a:lnTo>
                    <a:pt x="1998851" y="2510067"/>
                  </a:lnTo>
                  <a:lnTo>
                    <a:pt x="2095023" y="2489599"/>
                  </a:lnTo>
                  <a:lnTo>
                    <a:pt x="2184381" y="2467168"/>
                  </a:lnTo>
                  <a:lnTo>
                    <a:pt x="2266941" y="2442590"/>
                  </a:lnTo>
                  <a:lnTo>
                    <a:pt x="2343040" y="2415627"/>
                  </a:lnTo>
                  <a:lnTo>
                    <a:pt x="2413222" y="2385996"/>
                  </a:lnTo>
                  <a:lnTo>
                    <a:pt x="2478157" y="2353376"/>
                  </a:lnTo>
                  <a:lnTo>
                    <a:pt x="2538575" y="2317426"/>
                  </a:lnTo>
                  <a:lnTo>
                    <a:pt x="2595220" y="2277814"/>
                  </a:lnTo>
                  <a:lnTo>
                    <a:pt x="2648812" y="2234264"/>
                  </a:lnTo>
                  <a:lnTo>
                    <a:pt x="2700008" y="2186629"/>
                  </a:lnTo>
                  <a:lnTo>
                    <a:pt x="2702183" y="2184470"/>
                  </a:lnTo>
                  <a:lnTo>
                    <a:pt x="2747704" y="2136757"/>
                  </a:lnTo>
                  <a:lnTo>
                    <a:pt x="2792069" y="2085502"/>
                  </a:lnTo>
                  <a:lnTo>
                    <a:pt x="2835597" y="2030635"/>
                  </a:lnTo>
                  <a:lnTo>
                    <a:pt x="2878542" y="1972142"/>
                  </a:lnTo>
                  <a:lnTo>
                    <a:pt x="2921109" y="1910078"/>
                  </a:lnTo>
                  <a:lnTo>
                    <a:pt x="2963456" y="1844566"/>
                  </a:lnTo>
                  <a:lnTo>
                    <a:pt x="3005699" y="1775807"/>
                  </a:lnTo>
                  <a:lnTo>
                    <a:pt x="3047923" y="1704077"/>
                  </a:lnTo>
                  <a:lnTo>
                    <a:pt x="3090179" y="1629730"/>
                  </a:lnTo>
                  <a:lnTo>
                    <a:pt x="3132495" y="1553187"/>
                  </a:lnTo>
                  <a:lnTo>
                    <a:pt x="3174875" y="1474933"/>
                  </a:lnTo>
                  <a:lnTo>
                    <a:pt x="3217308" y="1395501"/>
                  </a:lnTo>
                  <a:lnTo>
                    <a:pt x="3259771" y="1315462"/>
                  </a:lnTo>
                  <a:lnTo>
                    <a:pt x="3302234" y="1235403"/>
                  </a:lnTo>
                  <a:lnTo>
                    <a:pt x="3344670" y="1155913"/>
                  </a:lnTo>
                  <a:lnTo>
                    <a:pt x="3387054" y="1077562"/>
                  </a:lnTo>
                  <a:lnTo>
                    <a:pt x="3429374" y="1000889"/>
                  </a:lnTo>
                  <a:lnTo>
                    <a:pt x="3471634" y="926381"/>
                  </a:lnTo>
                  <a:lnTo>
                    <a:pt x="3513859" y="854464"/>
                  </a:lnTo>
                  <a:lnTo>
                    <a:pt x="3556098" y="785496"/>
                  </a:lnTo>
                  <a:lnTo>
                    <a:pt x="3598434" y="719760"/>
                  </a:lnTo>
                  <a:lnTo>
                    <a:pt x="3640982" y="657460"/>
                  </a:lnTo>
                  <a:lnTo>
                    <a:pt x="3683897" y="598726"/>
                  </a:lnTo>
                  <a:lnTo>
                    <a:pt x="3727378" y="543616"/>
                  </a:lnTo>
                  <a:lnTo>
                    <a:pt x="3771677" y="492121"/>
                  </a:lnTo>
                  <a:lnTo>
                    <a:pt x="3817110" y="444173"/>
                  </a:lnTo>
                  <a:lnTo>
                    <a:pt x="3820202" y="441086"/>
                  </a:lnTo>
                  <a:lnTo>
                    <a:pt x="3871307" y="393273"/>
                  </a:lnTo>
                  <a:lnTo>
                    <a:pt x="3924782" y="349549"/>
                  </a:lnTo>
                  <a:lnTo>
                    <a:pt x="3981280" y="309771"/>
                  </a:lnTo>
                  <a:lnTo>
                    <a:pt x="4041519" y="273669"/>
                  </a:lnTo>
                  <a:lnTo>
                    <a:pt x="4106242" y="240911"/>
                  </a:lnTo>
                  <a:lnTo>
                    <a:pt x="4176183" y="211157"/>
                  </a:lnTo>
                  <a:lnTo>
                    <a:pt x="4252013" y="184085"/>
                  </a:lnTo>
                  <a:lnTo>
                    <a:pt x="4334284" y="159409"/>
                  </a:lnTo>
                  <a:lnTo>
                    <a:pt x="4423343" y="136889"/>
                  </a:lnTo>
                  <a:lnTo>
                    <a:pt x="4519225" y="116339"/>
                  </a:lnTo>
                  <a:lnTo>
                    <a:pt x="4621527" y="97629"/>
                  </a:lnTo>
                  <a:lnTo>
                    <a:pt x="4729268" y="80683"/>
                  </a:lnTo>
                  <a:lnTo>
                    <a:pt x="4840771" y="65475"/>
                  </a:lnTo>
                  <a:lnTo>
                    <a:pt x="4953594" y="52017"/>
                  </a:lnTo>
                  <a:lnTo>
                    <a:pt x="5064570" y="40345"/>
                  </a:lnTo>
                  <a:lnTo>
                    <a:pt x="5169989" y="30491"/>
                  </a:lnTo>
                  <a:lnTo>
                    <a:pt x="5265966" y="22463"/>
                  </a:lnTo>
                  <a:lnTo>
                    <a:pt x="5348934" y="16214"/>
                  </a:lnTo>
                  <a:lnTo>
                    <a:pt x="5416200" y="11629"/>
                  </a:lnTo>
                  <a:lnTo>
                    <a:pt x="5466426" y="8516"/>
                  </a:lnTo>
                  <a:lnTo>
                    <a:pt x="5499916" y="6623"/>
                  </a:lnTo>
                  <a:lnTo>
                    <a:pt x="5518666" y="5653"/>
                  </a:lnTo>
                  <a:lnTo>
                    <a:pt x="5526216" y="529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2" y="5282"/>
                  </a:lnTo>
                  <a:lnTo>
                    <a:pt x="6530722" y="5583"/>
                  </a:lnTo>
                  <a:lnTo>
                    <a:pt x="6549086" y="6412"/>
                  </a:lnTo>
                  <a:lnTo>
                    <a:pt x="6582204" y="8047"/>
                  </a:lnTo>
                  <a:lnTo>
                    <a:pt x="6632143" y="10750"/>
                  </a:lnTo>
                  <a:lnTo>
                    <a:pt x="6699256" y="14748"/>
                  </a:lnTo>
                  <a:lnTo>
                    <a:pt x="6782229" y="20210"/>
                  </a:lnTo>
                  <a:lnTo>
                    <a:pt x="6878363" y="27240"/>
                  </a:lnTo>
                  <a:lnTo>
                    <a:pt x="6984064" y="35879"/>
                  </a:lnTo>
                  <a:lnTo>
                    <a:pt x="7095404" y="46124"/>
                  </a:lnTo>
                  <a:lnTo>
                    <a:pt x="7208631" y="57943"/>
                  </a:lnTo>
                  <a:lnTo>
                    <a:pt x="7320540" y="71307"/>
                  </a:lnTo>
                  <a:lnTo>
                    <a:pt x="7428660" y="86203"/>
                  </a:lnTo>
                  <a:lnTo>
                    <a:pt x="7531298" y="102655"/>
                  </a:lnTo>
                  <a:lnTo>
                    <a:pt x="7627466" y="120731"/>
                  </a:lnTo>
                  <a:lnTo>
                    <a:pt x="7716760" y="140546"/>
                  </a:lnTo>
                  <a:lnTo>
                    <a:pt x="7799221" y="162266"/>
                  </a:lnTo>
                  <a:lnTo>
                    <a:pt x="7875202" y="186104"/>
                  </a:lnTo>
                  <a:lnTo>
                    <a:pt x="7945265" y="212312"/>
                  </a:lnTo>
                  <a:lnTo>
                    <a:pt x="8010091" y="241178"/>
                  </a:lnTo>
                  <a:lnTo>
                    <a:pt x="8070422" y="273002"/>
                  </a:lnTo>
                  <a:lnTo>
                    <a:pt x="8127009" y="308077"/>
                  </a:lnTo>
                  <a:lnTo>
                    <a:pt x="8180576" y="346641"/>
                  </a:lnTo>
                  <a:lnTo>
                    <a:pt x="8229629" y="386933"/>
                  </a:lnTo>
                  <a:lnTo>
                    <a:pt x="8277221" y="430721"/>
                  </a:lnTo>
                  <a:lnTo>
                    <a:pt x="8323564" y="477907"/>
                  </a:lnTo>
                  <a:lnTo>
                    <a:pt x="8369019" y="528559"/>
                  </a:lnTo>
                  <a:lnTo>
                    <a:pt x="8413871" y="582682"/>
                  </a:lnTo>
                  <a:lnTo>
                    <a:pt x="8458343" y="640211"/>
                  </a:lnTo>
                  <a:lnTo>
                    <a:pt x="8502607" y="701006"/>
                  </a:lnTo>
                  <a:lnTo>
                    <a:pt x="8546786" y="764846"/>
                  </a:lnTo>
                  <a:lnTo>
                    <a:pt x="8590966" y="831432"/>
                  </a:lnTo>
                  <a:lnTo>
                    <a:pt x="8635196" y="900384"/>
                  </a:lnTo>
                  <a:lnTo>
                    <a:pt x="8679495" y="971254"/>
                  </a:lnTo>
                  <a:lnTo>
                    <a:pt x="8723860" y="1043533"/>
                  </a:lnTo>
                  <a:lnTo>
                    <a:pt x="8768271" y="1116666"/>
                  </a:lnTo>
                  <a:lnTo>
                    <a:pt x="8812698" y="1190070"/>
                  </a:lnTo>
                  <a:lnTo>
                    <a:pt x="8857107" y="1263154"/>
                  </a:lnTo>
                  <a:lnTo>
                    <a:pt x="8901467" y="1335336"/>
                  </a:lnTo>
                  <a:lnTo>
                    <a:pt x="8945760" y="1406065"/>
                  </a:lnTo>
                  <a:lnTo>
                    <a:pt x="8989984" y="1474837"/>
                  </a:lnTo>
                  <a:lnTo>
                    <a:pt x="9034162" y="1541208"/>
                  </a:lnTo>
                  <a:lnTo>
                    <a:pt x="9078345" y="1604805"/>
                  </a:lnTo>
                  <a:lnTo>
                    <a:pt x="9122621" y="1665336"/>
                  </a:lnTo>
                  <a:lnTo>
                    <a:pt x="9167117" y="1722586"/>
                  </a:lnTo>
                  <a:lnTo>
                    <a:pt x="9212010" y="1776422"/>
                  </a:lnTo>
                  <a:lnTo>
                    <a:pt x="9257527" y="1826784"/>
                  </a:lnTo>
                  <a:lnTo>
                    <a:pt x="9303959" y="1873684"/>
                  </a:lnTo>
                  <a:lnTo>
                    <a:pt x="9347647" y="1913704"/>
                  </a:lnTo>
                  <a:lnTo>
                    <a:pt x="9398940" y="1955721"/>
                  </a:lnTo>
                  <a:lnTo>
                    <a:pt x="9452623" y="1994131"/>
                  </a:lnTo>
                  <a:lnTo>
                    <a:pt x="9509355" y="2029062"/>
                  </a:lnTo>
                  <a:lnTo>
                    <a:pt x="9569863" y="2060753"/>
                  </a:lnTo>
                  <a:lnTo>
                    <a:pt x="9634898" y="2089499"/>
                  </a:lnTo>
                  <a:lnTo>
                    <a:pt x="9705201" y="2115600"/>
                  </a:lnTo>
                  <a:lnTo>
                    <a:pt x="9781449" y="2139342"/>
                  </a:lnTo>
                  <a:lnTo>
                    <a:pt x="9864197" y="2160977"/>
                  </a:lnTo>
                  <a:lnTo>
                    <a:pt x="9953787" y="2180715"/>
                  </a:lnTo>
                  <a:lnTo>
                    <a:pt x="10050244" y="2198719"/>
                  </a:lnTo>
                  <a:lnTo>
                    <a:pt x="10153141" y="2215104"/>
                  </a:lnTo>
                  <a:lnTo>
                    <a:pt x="10261464" y="2229934"/>
                  </a:lnTo>
                  <a:lnTo>
                    <a:pt x="10373485" y="2243232"/>
                  </a:lnTo>
                  <a:lnTo>
                    <a:pt x="10486702" y="2254984"/>
                  </a:lnTo>
                  <a:lnTo>
                    <a:pt x="10597880" y="2265161"/>
                  </a:lnTo>
                  <a:lnTo>
                    <a:pt x="10703252" y="2273732"/>
                  </a:lnTo>
                  <a:lnTo>
                    <a:pt x="10798892" y="2280693"/>
                  </a:lnTo>
                  <a:lnTo>
                    <a:pt x="10881233" y="2286089"/>
                  </a:lnTo>
                  <a:lnTo>
                    <a:pt x="10947627" y="2290028"/>
                  </a:lnTo>
                  <a:lnTo>
                    <a:pt x="10996826" y="2292680"/>
                  </a:lnTo>
                  <a:lnTo>
                    <a:pt x="11029258" y="2294275"/>
                  </a:lnTo>
                  <a:lnTo>
                    <a:pt x="11047062" y="2295077"/>
                  </a:lnTo>
                  <a:lnTo>
                    <a:pt x="11053927" y="2295360"/>
                  </a:lnTo>
                  <a:lnTo>
                    <a:pt x="11054891" y="2295397"/>
                  </a:lnTo>
                  <a:lnTo>
                    <a:pt x="12049831" y="2295397"/>
                  </a:lnTo>
                  <a:lnTo>
                    <a:pt x="12049831" y="2290157"/>
                  </a:lnTo>
                  <a:lnTo>
                    <a:pt x="11054891" y="2290157"/>
                  </a:lnTo>
                  <a:lnTo>
                    <a:pt x="11053795" y="2290114"/>
                  </a:lnTo>
                  <a:lnTo>
                    <a:pt x="11046555" y="2289814"/>
                  </a:lnTo>
                  <a:lnTo>
                    <a:pt x="11028190" y="2288985"/>
                  </a:lnTo>
                  <a:lnTo>
                    <a:pt x="10995072" y="2287350"/>
                  </a:lnTo>
                  <a:lnTo>
                    <a:pt x="10945134" y="2284646"/>
                  </a:lnTo>
                  <a:lnTo>
                    <a:pt x="10878020" y="2280649"/>
                  </a:lnTo>
                  <a:lnTo>
                    <a:pt x="10795048" y="2275187"/>
                  </a:lnTo>
                  <a:lnTo>
                    <a:pt x="10698913" y="2268157"/>
                  </a:lnTo>
                  <a:lnTo>
                    <a:pt x="10593212" y="2259517"/>
                  </a:lnTo>
                  <a:lnTo>
                    <a:pt x="10481873" y="2249273"/>
                  </a:lnTo>
                  <a:lnTo>
                    <a:pt x="10368645" y="2237453"/>
                  </a:lnTo>
                  <a:lnTo>
                    <a:pt x="10256737" y="2224090"/>
                  </a:lnTo>
                  <a:lnTo>
                    <a:pt x="10148616" y="2209194"/>
                  </a:lnTo>
                  <a:lnTo>
                    <a:pt x="10045978" y="2192742"/>
                  </a:lnTo>
                  <a:lnTo>
                    <a:pt x="9949810" y="2174666"/>
                  </a:lnTo>
                  <a:lnTo>
                    <a:pt x="9860516" y="2154851"/>
                  </a:lnTo>
                  <a:lnTo>
                    <a:pt x="9778056" y="2133130"/>
                  </a:lnTo>
                  <a:lnTo>
                    <a:pt x="9702074" y="2109293"/>
                  </a:lnTo>
                  <a:lnTo>
                    <a:pt x="9632012" y="2083084"/>
                  </a:lnTo>
                  <a:lnTo>
                    <a:pt x="9567185" y="2054219"/>
                  </a:lnTo>
                  <a:lnTo>
                    <a:pt x="9506855" y="2022394"/>
                  </a:lnTo>
                  <a:lnTo>
                    <a:pt x="9450267" y="1987319"/>
                  </a:lnTo>
                  <a:lnTo>
                    <a:pt x="9396700" y="1948756"/>
                  </a:lnTo>
                  <a:lnTo>
                    <a:pt x="9347647" y="1908464"/>
                  </a:lnTo>
                  <a:lnTo>
                    <a:pt x="9300056" y="1864675"/>
                  </a:lnTo>
                  <a:lnTo>
                    <a:pt x="9253712" y="1817489"/>
                  </a:lnTo>
                  <a:lnTo>
                    <a:pt x="9208258" y="1766838"/>
                  </a:lnTo>
                  <a:lnTo>
                    <a:pt x="9163406" y="1712715"/>
                  </a:lnTo>
                  <a:lnTo>
                    <a:pt x="9118934" y="1655186"/>
                  </a:lnTo>
                  <a:lnTo>
                    <a:pt x="9074670" y="1594391"/>
                  </a:lnTo>
                  <a:lnTo>
                    <a:pt x="9030490" y="1530550"/>
                  </a:lnTo>
                  <a:lnTo>
                    <a:pt x="8986310" y="1463965"/>
                  </a:lnTo>
                  <a:lnTo>
                    <a:pt x="8942081" y="1395013"/>
                  </a:lnTo>
                  <a:lnTo>
                    <a:pt x="8897782" y="1324143"/>
                  </a:lnTo>
                  <a:lnTo>
                    <a:pt x="8853417" y="1251864"/>
                  </a:lnTo>
                  <a:lnTo>
                    <a:pt x="8809005" y="1178731"/>
                  </a:lnTo>
                  <a:lnTo>
                    <a:pt x="8764578" y="1105327"/>
                  </a:lnTo>
                  <a:lnTo>
                    <a:pt x="8720170" y="1032243"/>
                  </a:lnTo>
                  <a:lnTo>
                    <a:pt x="8675809" y="960061"/>
                  </a:lnTo>
                  <a:lnTo>
                    <a:pt x="8631516" y="889332"/>
                  </a:lnTo>
                  <a:lnTo>
                    <a:pt x="8587292" y="820560"/>
                  </a:lnTo>
                  <a:lnTo>
                    <a:pt x="8543114" y="754189"/>
                  </a:lnTo>
                  <a:lnTo>
                    <a:pt x="8498931" y="690592"/>
                  </a:lnTo>
                  <a:lnTo>
                    <a:pt x="8454656" y="630061"/>
                  </a:lnTo>
                  <a:lnTo>
                    <a:pt x="8410159" y="572811"/>
                  </a:lnTo>
                  <a:lnTo>
                    <a:pt x="8365267" y="518975"/>
                  </a:lnTo>
                  <a:lnTo>
                    <a:pt x="8319750" y="468613"/>
                  </a:lnTo>
                  <a:lnTo>
                    <a:pt x="8273317" y="421712"/>
                  </a:lnTo>
                  <a:lnTo>
                    <a:pt x="8229629" y="381692"/>
                  </a:lnTo>
                  <a:lnTo>
                    <a:pt x="8178336" y="339676"/>
                  </a:lnTo>
                  <a:lnTo>
                    <a:pt x="8124654" y="301265"/>
                  </a:lnTo>
                  <a:lnTo>
                    <a:pt x="8067922" y="266335"/>
                  </a:lnTo>
                  <a:lnTo>
                    <a:pt x="8007414" y="234643"/>
                  </a:lnTo>
                  <a:lnTo>
                    <a:pt x="7942379" y="205898"/>
                  </a:lnTo>
                  <a:lnTo>
                    <a:pt x="7872076" y="179796"/>
                  </a:lnTo>
                  <a:lnTo>
                    <a:pt x="7795828" y="156054"/>
                  </a:lnTo>
                  <a:lnTo>
                    <a:pt x="7713080" y="134420"/>
                  </a:lnTo>
                  <a:lnTo>
                    <a:pt x="7623490" y="114682"/>
                  </a:lnTo>
                  <a:lnTo>
                    <a:pt x="7527033" y="96678"/>
                  </a:lnTo>
                  <a:lnTo>
                    <a:pt x="7424135" y="80293"/>
                  </a:lnTo>
                  <a:lnTo>
                    <a:pt x="7315813" y="65463"/>
                  </a:lnTo>
                  <a:lnTo>
                    <a:pt x="7203791" y="52165"/>
                  </a:lnTo>
                  <a:lnTo>
                    <a:pt x="7090574" y="40412"/>
                  </a:lnTo>
                  <a:lnTo>
                    <a:pt x="6979396" y="30236"/>
                  </a:lnTo>
                  <a:lnTo>
                    <a:pt x="6874025" y="21665"/>
                  </a:lnTo>
                  <a:lnTo>
                    <a:pt x="6778385" y="14704"/>
                  </a:lnTo>
                  <a:lnTo>
                    <a:pt x="6696044" y="9307"/>
                  </a:lnTo>
                  <a:lnTo>
                    <a:pt x="6629650" y="5369"/>
                  </a:lnTo>
                  <a:lnTo>
                    <a:pt x="6580451" y="2716"/>
                  </a:lnTo>
                  <a:lnTo>
                    <a:pt x="6548019" y="1121"/>
                  </a:lnTo>
                  <a:lnTo>
                    <a:pt x="6530215" y="320"/>
                  </a:lnTo>
                  <a:lnTo>
                    <a:pt x="6523349" y="3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1" y="47"/>
                  </a:lnTo>
                  <a:lnTo>
                    <a:pt x="5519195" y="386"/>
                  </a:lnTo>
                  <a:lnTo>
                    <a:pt x="5501015" y="1323"/>
                  </a:lnTo>
                  <a:lnTo>
                    <a:pt x="5468217" y="3170"/>
                  </a:lnTo>
                  <a:lnTo>
                    <a:pt x="5418736" y="6224"/>
                  </a:lnTo>
                  <a:lnTo>
                    <a:pt x="5352192" y="10741"/>
                  </a:lnTo>
                  <a:lnTo>
                    <a:pt x="5269858" y="16915"/>
                  </a:lnTo>
                  <a:lnTo>
                    <a:pt x="5174376" y="24864"/>
                  </a:lnTo>
                  <a:lnTo>
                    <a:pt x="5069285" y="34639"/>
                  </a:lnTo>
                  <a:lnTo>
                    <a:pt x="4958471" y="46233"/>
                  </a:lnTo>
                  <a:lnTo>
                    <a:pt x="4845658" y="59614"/>
                  </a:lnTo>
                  <a:lnTo>
                    <a:pt x="4734041" y="74747"/>
                  </a:lnTo>
                  <a:lnTo>
                    <a:pt x="4626097" y="91617"/>
                  </a:lnTo>
                  <a:lnTo>
                    <a:pt x="4523534" y="110249"/>
                  </a:lnTo>
                  <a:lnTo>
                    <a:pt x="4427362" y="130717"/>
                  </a:lnTo>
                  <a:lnTo>
                    <a:pt x="4338004" y="153148"/>
                  </a:lnTo>
                  <a:lnTo>
                    <a:pt x="4255444" y="177726"/>
                  </a:lnTo>
                  <a:lnTo>
                    <a:pt x="4179345" y="204689"/>
                  </a:lnTo>
                  <a:lnTo>
                    <a:pt x="4109163" y="234320"/>
                  </a:lnTo>
                  <a:lnTo>
                    <a:pt x="4044228" y="266940"/>
                  </a:lnTo>
                  <a:lnTo>
                    <a:pt x="3983810" y="302890"/>
                  </a:lnTo>
                  <a:lnTo>
                    <a:pt x="3927165" y="342502"/>
                  </a:lnTo>
                  <a:lnTo>
                    <a:pt x="3873573" y="386052"/>
                  </a:lnTo>
                  <a:lnTo>
                    <a:pt x="3822377" y="433687"/>
                  </a:lnTo>
                  <a:lnTo>
                    <a:pt x="3820202" y="435846"/>
                  </a:lnTo>
                  <a:lnTo>
                    <a:pt x="3774681" y="483559"/>
                  </a:lnTo>
                  <a:lnTo>
                    <a:pt x="3730316" y="534814"/>
                  </a:lnTo>
                  <a:lnTo>
                    <a:pt x="3686788" y="589681"/>
                  </a:lnTo>
                  <a:lnTo>
                    <a:pt x="3643843" y="648174"/>
                  </a:lnTo>
                  <a:lnTo>
                    <a:pt x="3601276" y="710238"/>
                  </a:lnTo>
                  <a:lnTo>
                    <a:pt x="3558929" y="775750"/>
                  </a:lnTo>
                  <a:lnTo>
                    <a:pt x="3516686" y="844509"/>
                  </a:lnTo>
                  <a:lnTo>
                    <a:pt x="3474462" y="916239"/>
                  </a:lnTo>
                  <a:lnTo>
                    <a:pt x="3432206" y="990586"/>
                  </a:lnTo>
                  <a:lnTo>
                    <a:pt x="3389890" y="1067129"/>
                  </a:lnTo>
                  <a:lnTo>
                    <a:pt x="3347510" y="1145383"/>
                  </a:lnTo>
                  <a:lnTo>
                    <a:pt x="3305077" y="1224815"/>
                  </a:lnTo>
                  <a:lnTo>
                    <a:pt x="3262614" y="1304854"/>
                  </a:lnTo>
                  <a:lnTo>
                    <a:pt x="3220151" y="1384913"/>
                  </a:lnTo>
                  <a:lnTo>
                    <a:pt x="3177715" y="1464404"/>
                  </a:lnTo>
                  <a:lnTo>
                    <a:pt x="3135331" y="1542754"/>
                  </a:lnTo>
                  <a:lnTo>
                    <a:pt x="3093011" y="1619427"/>
                  </a:lnTo>
                  <a:lnTo>
                    <a:pt x="3050751" y="1693936"/>
                  </a:lnTo>
                  <a:lnTo>
                    <a:pt x="3008526" y="1765852"/>
                  </a:lnTo>
                  <a:lnTo>
                    <a:pt x="2966287" y="1834820"/>
                  </a:lnTo>
                  <a:lnTo>
                    <a:pt x="2923950" y="1900556"/>
                  </a:lnTo>
                  <a:lnTo>
                    <a:pt x="2881403" y="1962856"/>
                  </a:lnTo>
                  <a:lnTo>
                    <a:pt x="2838488" y="2021590"/>
                  </a:lnTo>
                  <a:lnTo>
                    <a:pt x="2795007" y="2076700"/>
                  </a:lnTo>
                  <a:lnTo>
                    <a:pt x="2750708" y="2128195"/>
                  </a:lnTo>
                  <a:lnTo>
                    <a:pt x="2705275" y="2176143"/>
                  </a:lnTo>
                  <a:lnTo>
                    <a:pt x="2702183" y="2179230"/>
                  </a:lnTo>
                  <a:lnTo>
                    <a:pt x="2651078" y="2227043"/>
                  </a:lnTo>
                  <a:lnTo>
                    <a:pt x="2597603" y="2270767"/>
                  </a:lnTo>
                  <a:lnTo>
                    <a:pt x="2541105" y="2310545"/>
                  </a:lnTo>
                  <a:lnTo>
                    <a:pt x="2480866" y="2346647"/>
                  </a:lnTo>
                  <a:lnTo>
                    <a:pt x="2416143" y="2379405"/>
                  </a:lnTo>
                  <a:lnTo>
                    <a:pt x="2346202" y="2409159"/>
                  </a:lnTo>
                  <a:lnTo>
                    <a:pt x="2270372" y="2436231"/>
                  </a:lnTo>
                  <a:lnTo>
                    <a:pt x="2188101" y="2460907"/>
                  </a:lnTo>
                  <a:lnTo>
                    <a:pt x="2099042" y="2483428"/>
                  </a:lnTo>
                  <a:lnTo>
                    <a:pt x="2003160" y="2503977"/>
                  </a:lnTo>
                  <a:lnTo>
                    <a:pt x="1900858" y="2522687"/>
                  </a:lnTo>
                  <a:lnTo>
                    <a:pt x="1793117" y="2539633"/>
                  </a:lnTo>
                  <a:lnTo>
                    <a:pt x="1681614" y="2554841"/>
                  </a:lnTo>
                  <a:lnTo>
                    <a:pt x="1568791" y="2568299"/>
                  </a:lnTo>
                  <a:lnTo>
                    <a:pt x="1457815" y="2579971"/>
                  </a:lnTo>
                  <a:lnTo>
                    <a:pt x="1352396" y="2589825"/>
                  </a:lnTo>
                  <a:lnTo>
                    <a:pt x="1256419" y="2597853"/>
                  </a:lnTo>
                  <a:lnTo>
                    <a:pt x="1173451" y="2604102"/>
                  </a:lnTo>
                  <a:lnTo>
                    <a:pt x="1106185" y="2608687"/>
                  </a:lnTo>
                  <a:lnTo>
                    <a:pt x="1055959" y="2611800"/>
                  </a:lnTo>
                  <a:lnTo>
                    <a:pt x="1022469" y="2613693"/>
                  </a:lnTo>
                  <a:lnTo>
                    <a:pt x="1003719" y="2614663"/>
                  </a:lnTo>
                  <a:lnTo>
                    <a:pt x="996169" y="2615022"/>
                  </a:lnTo>
                  <a:lnTo>
                    <a:pt x="994940" y="2615076"/>
                  </a:lnTo>
                  <a:lnTo>
                    <a:pt x="0" y="2615076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57" name="pl1356"/>
            <p:cNvSpPr/>
            <p:nvPr/>
          </p:nvSpPr>
          <p:spPr>
            <a:xfrm>
              <a:off x="1199187" y="2127532"/>
              <a:ext cx="12049831" cy="2615076"/>
            </a:xfrm>
            <a:custGeom>
              <a:avLst/>
              <a:pathLst>
                <a:path w="12049831" h="2615076">
                  <a:moveTo>
                    <a:pt x="0" y="2615076"/>
                  </a:moveTo>
                  <a:lnTo>
                    <a:pt x="994940" y="2615076"/>
                  </a:lnTo>
                  <a:lnTo>
                    <a:pt x="996024" y="2615028"/>
                  </a:lnTo>
                  <a:lnTo>
                    <a:pt x="1003190" y="2614689"/>
                  </a:lnTo>
                  <a:lnTo>
                    <a:pt x="1021370" y="2613752"/>
                  </a:lnTo>
                  <a:lnTo>
                    <a:pt x="1054168" y="2611905"/>
                  </a:lnTo>
                  <a:lnTo>
                    <a:pt x="1103649" y="2608851"/>
                  </a:lnTo>
                  <a:lnTo>
                    <a:pt x="1170193" y="2604334"/>
                  </a:lnTo>
                  <a:lnTo>
                    <a:pt x="1252527" y="2598161"/>
                  </a:lnTo>
                  <a:lnTo>
                    <a:pt x="1348009" y="2590211"/>
                  </a:lnTo>
                  <a:lnTo>
                    <a:pt x="1453100" y="2580437"/>
                  </a:lnTo>
                  <a:lnTo>
                    <a:pt x="1563914" y="2568842"/>
                  </a:lnTo>
                  <a:lnTo>
                    <a:pt x="1676727" y="2555461"/>
                  </a:lnTo>
                  <a:lnTo>
                    <a:pt x="1788344" y="2540328"/>
                  </a:lnTo>
                  <a:lnTo>
                    <a:pt x="1896288" y="2523458"/>
                  </a:lnTo>
                  <a:lnTo>
                    <a:pt x="1998851" y="2504826"/>
                  </a:lnTo>
                  <a:lnTo>
                    <a:pt x="2095023" y="2484359"/>
                  </a:lnTo>
                  <a:lnTo>
                    <a:pt x="2184381" y="2461927"/>
                  </a:lnTo>
                  <a:lnTo>
                    <a:pt x="2266941" y="2437349"/>
                  </a:lnTo>
                  <a:lnTo>
                    <a:pt x="2343040" y="2410386"/>
                  </a:lnTo>
                  <a:lnTo>
                    <a:pt x="2413222" y="2380755"/>
                  </a:lnTo>
                  <a:lnTo>
                    <a:pt x="2478157" y="2348135"/>
                  </a:lnTo>
                  <a:lnTo>
                    <a:pt x="2538575" y="2312185"/>
                  </a:lnTo>
                  <a:lnTo>
                    <a:pt x="2595220" y="2272573"/>
                  </a:lnTo>
                  <a:lnTo>
                    <a:pt x="2648812" y="2229024"/>
                  </a:lnTo>
                  <a:lnTo>
                    <a:pt x="2700008" y="2181388"/>
                  </a:lnTo>
                  <a:lnTo>
                    <a:pt x="2702183" y="2179230"/>
                  </a:lnTo>
                  <a:lnTo>
                    <a:pt x="2747704" y="2131516"/>
                  </a:lnTo>
                  <a:lnTo>
                    <a:pt x="2792069" y="2080261"/>
                  </a:lnTo>
                  <a:lnTo>
                    <a:pt x="2835597" y="2025394"/>
                  </a:lnTo>
                  <a:lnTo>
                    <a:pt x="2878542" y="1966902"/>
                  </a:lnTo>
                  <a:lnTo>
                    <a:pt x="2921109" y="1904837"/>
                  </a:lnTo>
                  <a:lnTo>
                    <a:pt x="2963456" y="1839325"/>
                  </a:lnTo>
                  <a:lnTo>
                    <a:pt x="3005699" y="1770566"/>
                  </a:lnTo>
                  <a:lnTo>
                    <a:pt x="3047923" y="1698837"/>
                  </a:lnTo>
                  <a:lnTo>
                    <a:pt x="3090179" y="1624489"/>
                  </a:lnTo>
                  <a:lnTo>
                    <a:pt x="3132495" y="1547946"/>
                  </a:lnTo>
                  <a:lnTo>
                    <a:pt x="3174875" y="1469692"/>
                  </a:lnTo>
                  <a:lnTo>
                    <a:pt x="3217308" y="1390261"/>
                  </a:lnTo>
                  <a:lnTo>
                    <a:pt x="3259771" y="1310221"/>
                  </a:lnTo>
                  <a:lnTo>
                    <a:pt x="3302234" y="1230162"/>
                  </a:lnTo>
                  <a:lnTo>
                    <a:pt x="3344670" y="1150672"/>
                  </a:lnTo>
                  <a:lnTo>
                    <a:pt x="3387054" y="1072322"/>
                  </a:lnTo>
                  <a:lnTo>
                    <a:pt x="3429374" y="995648"/>
                  </a:lnTo>
                  <a:lnTo>
                    <a:pt x="3471634" y="921140"/>
                  </a:lnTo>
                  <a:lnTo>
                    <a:pt x="3513859" y="849223"/>
                  </a:lnTo>
                  <a:lnTo>
                    <a:pt x="3556098" y="780256"/>
                  </a:lnTo>
                  <a:lnTo>
                    <a:pt x="3598434" y="714519"/>
                  </a:lnTo>
                  <a:lnTo>
                    <a:pt x="3640982" y="652219"/>
                  </a:lnTo>
                  <a:lnTo>
                    <a:pt x="3683897" y="593485"/>
                  </a:lnTo>
                  <a:lnTo>
                    <a:pt x="3727378" y="538375"/>
                  </a:lnTo>
                  <a:lnTo>
                    <a:pt x="3771677" y="486880"/>
                  </a:lnTo>
                  <a:lnTo>
                    <a:pt x="3817110" y="438932"/>
                  </a:lnTo>
                  <a:lnTo>
                    <a:pt x="3820202" y="435846"/>
                  </a:lnTo>
                  <a:lnTo>
                    <a:pt x="3871307" y="388033"/>
                  </a:lnTo>
                  <a:lnTo>
                    <a:pt x="3924782" y="344308"/>
                  </a:lnTo>
                  <a:lnTo>
                    <a:pt x="3981280" y="304530"/>
                  </a:lnTo>
                  <a:lnTo>
                    <a:pt x="4041519" y="268428"/>
                  </a:lnTo>
                  <a:lnTo>
                    <a:pt x="4106242" y="235670"/>
                  </a:lnTo>
                  <a:lnTo>
                    <a:pt x="4176183" y="205917"/>
                  </a:lnTo>
                  <a:lnTo>
                    <a:pt x="4252013" y="178845"/>
                  </a:lnTo>
                  <a:lnTo>
                    <a:pt x="4334284" y="154168"/>
                  </a:lnTo>
                  <a:lnTo>
                    <a:pt x="4423343" y="131648"/>
                  </a:lnTo>
                  <a:lnTo>
                    <a:pt x="4519225" y="111098"/>
                  </a:lnTo>
                  <a:lnTo>
                    <a:pt x="4621527" y="92389"/>
                  </a:lnTo>
                  <a:lnTo>
                    <a:pt x="4729268" y="75443"/>
                  </a:lnTo>
                  <a:lnTo>
                    <a:pt x="4840771" y="60235"/>
                  </a:lnTo>
                  <a:lnTo>
                    <a:pt x="4953594" y="46777"/>
                  </a:lnTo>
                  <a:lnTo>
                    <a:pt x="5064570" y="35104"/>
                  </a:lnTo>
                  <a:lnTo>
                    <a:pt x="5169989" y="25250"/>
                  </a:lnTo>
                  <a:lnTo>
                    <a:pt x="5265966" y="17222"/>
                  </a:lnTo>
                  <a:lnTo>
                    <a:pt x="5348934" y="10973"/>
                  </a:lnTo>
                  <a:lnTo>
                    <a:pt x="5416200" y="6388"/>
                  </a:lnTo>
                  <a:lnTo>
                    <a:pt x="5466426" y="3275"/>
                  </a:lnTo>
                  <a:lnTo>
                    <a:pt x="5499916" y="1382"/>
                  </a:lnTo>
                  <a:lnTo>
                    <a:pt x="5518666" y="412"/>
                  </a:lnTo>
                  <a:lnTo>
                    <a:pt x="5526216" y="54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2" y="42"/>
                  </a:lnTo>
                  <a:lnTo>
                    <a:pt x="6530722" y="342"/>
                  </a:lnTo>
                  <a:lnTo>
                    <a:pt x="6549086" y="1171"/>
                  </a:lnTo>
                  <a:lnTo>
                    <a:pt x="6582204" y="2807"/>
                  </a:lnTo>
                  <a:lnTo>
                    <a:pt x="6632143" y="5510"/>
                  </a:lnTo>
                  <a:lnTo>
                    <a:pt x="6699256" y="9507"/>
                  </a:lnTo>
                  <a:lnTo>
                    <a:pt x="6782229" y="14969"/>
                  </a:lnTo>
                  <a:lnTo>
                    <a:pt x="6878363" y="21999"/>
                  </a:lnTo>
                  <a:lnTo>
                    <a:pt x="6984064" y="30639"/>
                  </a:lnTo>
                  <a:lnTo>
                    <a:pt x="7095404" y="40883"/>
                  </a:lnTo>
                  <a:lnTo>
                    <a:pt x="7208631" y="52703"/>
                  </a:lnTo>
                  <a:lnTo>
                    <a:pt x="7320540" y="66066"/>
                  </a:lnTo>
                  <a:lnTo>
                    <a:pt x="7428660" y="80962"/>
                  </a:lnTo>
                  <a:lnTo>
                    <a:pt x="7531298" y="97414"/>
                  </a:lnTo>
                  <a:lnTo>
                    <a:pt x="7627466" y="115490"/>
                  </a:lnTo>
                  <a:lnTo>
                    <a:pt x="7716760" y="135306"/>
                  </a:lnTo>
                  <a:lnTo>
                    <a:pt x="7799221" y="157026"/>
                  </a:lnTo>
                  <a:lnTo>
                    <a:pt x="7875202" y="180863"/>
                  </a:lnTo>
                  <a:lnTo>
                    <a:pt x="7945265" y="207072"/>
                  </a:lnTo>
                  <a:lnTo>
                    <a:pt x="8010091" y="235937"/>
                  </a:lnTo>
                  <a:lnTo>
                    <a:pt x="8070422" y="267762"/>
                  </a:lnTo>
                  <a:lnTo>
                    <a:pt x="8127009" y="302837"/>
                  </a:lnTo>
                  <a:lnTo>
                    <a:pt x="8180576" y="341400"/>
                  </a:lnTo>
                  <a:lnTo>
                    <a:pt x="8229629" y="381692"/>
                  </a:lnTo>
                  <a:lnTo>
                    <a:pt x="8277221" y="425481"/>
                  </a:lnTo>
                  <a:lnTo>
                    <a:pt x="8323564" y="472667"/>
                  </a:lnTo>
                  <a:lnTo>
                    <a:pt x="8369019" y="523318"/>
                  </a:lnTo>
                  <a:lnTo>
                    <a:pt x="8413871" y="577441"/>
                  </a:lnTo>
                  <a:lnTo>
                    <a:pt x="8458343" y="634970"/>
                  </a:lnTo>
                  <a:lnTo>
                    <a:pt x="8502607" y="695765"/>
                  </a:lnTo>
                  <a:lnTo>
                    <a:pt x="8546786" y="759606"/>
                  </a:lnTo>
                  <a:lnTo>
                    <a:pt x="8590966" y="826191"/>
                  </a:lnTo>
                  <a:lnTo>
                    <a:pt x="8635196" y="895143"/>
                  </a:lnTo>
                  <a:lnTo>
                    <a:pt x="8679495" y="966013"/>
                  </a:lnTo>
                  <a:lnTo>
                    <a:pt x="8723860" y="1038292"/>
                  </a:lnTo>
                  <a:lnTo>
                    <a:pt x="8768271" y="1111425"/>
                  </a:lnTo>
                  <a:lnTo>
                    <a:pt x="8812698" y="1184829"/>
                  </a:lnTo>
                  <a:lnTo>
                    <a:pt x="8857107" y="1257913"/>
                  </a:lnTo>
                  <a:lnTo>
                    <a:pt x="8901467" y="1330095"/>
                  </a:lnTo>
                  <a:lnTo>
                    <a:pt x="8945760" y="1400825"/>
                  </a:lnTo>
                  <a:lnTo>
                    <a:pt x="8989984" y="1469596"/>
                  </a:lnTo>
                  <a:lnTo>
                    <a:pt x="9034162" y="1535967"/>
                  </a:lnTo>
                  <a:lnTo>
                    <a:pt x="9078345" y="1599565"/>
                  </a:lnTo>
                  <a:lnTo>
                    <a:pt x="9122621" y="1660095"/>
                  </a:lnTo>
                  <a:lnTo>
                    <a:pt x="9167117" y="1717345"/>
                  </a:lnTo>
                  <a:lnTo>
                    <a:pt x="9212010" y="1771181"/>
                  </a:lnTo>
                  <a:lnTo>
                    <a:pt x="9257527" y="1821543"/>
                  </a:lnTo>
                  <a:lnTo>
                    <a:pt x="9303959" y="1868444"/>
                  </a:lnTo>
                  <a:lnTo>
                    <a:pt x="9347647" y="1908464"/>
                  </a:lnTo>
                  <a:lnTo>
                    <a:pt x="9398940" y="1950480"/>
                  </a:lnTo>
                  <a:lnTo>
                    <a:pt x="9452623" y="1988891"/>
                  </a:lnTo>
                  <a:lnTo>
                    <a:pt x="9509355" y="2023821"/>
                  </a:lnTo>
                  <a:lnTo>
                    <a:pt x="9569863" y="2055513"/>
                  </a:lnTo>
                  <a:lnTo>
                    <a:pt x="9634898" y="2084258"/>
                  </a:lnTo>
                  <a:lnTo>
                    <a:pt x="9705201" y="2110360"/>
                  </a:lnTo>
                  <a:lnTo>
                    <a:pt x="9781449" y="2134102"/>
                  </a:lnTo>
                  <a:lnTo>
                    <a:pt x="9864197" y="2155736"/>
                  </a:lnTo>
                  <a:lnTo>
                    <a:pt x="9953787" y="2175474"/>
                  </a:lnTo>
                  <a:lnTo>
                    <a:pt x="10050244" y="2193478"/>
                  </a:lnTo>
                  <a:lnTo>
                    <a:pt x="10153141" y="2209863"/>
                  </a:lnTo>
                  <a:lnTo>
                    <a:pt x="10261464" y="2224693"/>
                  </a:lnTo>
                  <a:lnTo>
                    <a:pt x="10373485" y="2237991"/>
                  </a:lnTo>
                  <a:lnTo>
                    <a:pt x="10486702" y="2249744"/>
                  </a:lnTo>
                  <a:lnTo>
                    <a:pt x="10597880" y="2259920"/>
                  </a:lnTo>
                  <a:lnTo>
                    <a:pt x="10703252" y="2268491"/>
                  </a:lnTo>
                  <a:lnTo>
                    <a:pt x="10798892" y="2275452"/>
                  </a:lnTo>
                  <a:lnTo>
                    <a:pt x="10881233" y="2280849"/>
                  </a:lnTo>
                  <a:lnTo>
                    <a:pt x="10947627" y="2284787"/>
                  </a:lnTo>
                  <a:lnTo>
                    <a:pt x="10996826" y="2287440"/>
                  </a:lnTo>
                  <a:lnTo>
                    <a:pt x="11029258" y="2289035"/>
                  </a:lnTo>
                  <a:lnTo>
                    <a:pt x="11047062" y="2289836"/>
                  </a:lnTo>
                  <a:lnTo>
                    <a:pt x="11053927" y="2290120"/>
                  </a:lnTo>
                  <a:lnTo>
                    <a:pt x="11054891" y="2290157"/>
                  </a:lnTo>
                  <a:lnTo>
                    <a:pt x="12049831" y="2290157"/>
                  </a:lnTo>
                  <a:lnTo>
                    <a:pt x="12049831" y="22901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8" name="pl1357"/>
            <p:cNvSpPr/>
            <p:nvPr/>
          </p:nvSpPr>
          <p:spPr>
            <a:xfrm>
              <a:off x="1199187" y="2122292"/>
              <a:ext cx="12049831" cy="2615076"/>
            </a:xfrm>
            <a:custGeom>
              <a:avLst/>
              <a:pathLst>
                <a:path w="12049831" h="2615076">
                  <a:moveTo>
                    <a:pt x="12049831" y="2290157"/>
                  </a:moveTo>
                  <a:lnTo>
                    <a:pt x="11054891" y="2290157"/>
                  </a:lnTo>
                  <a:lnTo>
                    <a:pt x="11053795" y="2290114"/>
                  </a:lnTo>
                  <a:lnTo>
                    <a:pt x="11046555" y="2289814"/>
                  </a:lnTo>
                  <a:lnTo>
                    <a:pt x="11028190" y="2288985"/>
                  </a:lnTo>
                  <a:lnTo>
                    <a:pt x="10995072" y="2287350"/>
                  </a:lnTo>
                  <a:lnTo>
                    <a:pt x="10945134" y="2284646"/>
                  </a:lnTo>
                  <a:lnTo>
                    <a:pt x="10878020" y="2280649"/>
                  </a:lnTo>
                  <a:lnTo>
                    <a:pt x="10795048" y="2275187"/>
                  </a:lnTo>
                  <a:lnTo>
                    <a:pt x="10698913" y="2268157"/>
                  </a:lnTo>
                  <a:lnTo>
                    <a:pt x="10593212" y="2259517"/>
                  </a:lnTo>
                  <a:lnTo>
                    <a:pt x="10481873" y="2249273"/>
                  </a:lnTo>
                  <a:lnTo>
                    <a:pt x="10368645" y="2237453"/>
                  </a:lnTo>
                  <a:lnTo>
                    <a:pt x="10256737" y="2224090"/>
                  </a:lnTo>
                  <a:lnTo>
                    <a:pt x="10148616" y="2209194"/>
                  </a:lnTo>
                  <a:lnTo>
                    <a:pt x="10045978" y="2192742"/>
                  </a:lnTo>
                  <a:lnTo>
                    <a:pt x="9949810" y="2174666"/>
                  </a:lnTo>
                  <a:lnTo>
                    <a:pt x="9860516" y="2154851"/>
                  </a:lnTo>
                  <a:lnTo>
                    <a:pt x="9778056" y="2133130"/>
                  </a:lnTo>
                  <a:lnTo>
                    <a:pt x="9702074" y="2109293"/>
                  </a:lnTo>
                  <a:lnTo>
                    <a:pt x="9632012" y="2083084"/>
                  </a:lnTo>
                  <a:lnTo>
                    <a:pt x="9567185" y="2054219"/>
                  </a:lnTo>
                  <a:lnTo>
                    <a:pt x="9506855" y="2022394"/>
                  </a:lnTo>
                  <a:lnTo>
                    <a:pt x="9450267" y="1987319"/>
                  </a:lnTo>
                  <a:lnTo>
                    <a:pt x="9396700" y="1948756"/>
                  </a:lnTo>
                  <a:lnTo>
                    <a:pt x="9347647" y="1908464"/>
                  </a:lnTo>
                  <a:lnTo>
                    <a:pt x="9300056" y="1864675"/>
                  </a:lnTo>
                  <a:lnTo>
                    <a:pt x="9253712" y="1817489"/>
                  </a:lnTo>
                  <a:lnTo>
                    <a:pt x="9208258" y="1766838"/>
                  </a:lnTo>
                  <a:lnTo>
                    <a:pt x="9163406" y="1712715"/>
                  </a:lnTo>
                  <a:lnTo>
                    <a:pt x="9118934" y="1655186"/>
                  </a:lnTo>
                  <a:lnTo>
                    <a:pt x="9074670" y="1594391"/>
                  </a:lnTo>
                  <a:lnTo>
                    <a:pt x="9030490" y="1530550"/>
                  </a:lnTo>
                  <a:lnTo>
                    <a:pt x="8986310" y="1463965"/>
                  </a:lnTo>
                  <a:lnTo>
                    <a:pt x="8942081" y="1395013"/>
                  </a:lnTo>
                  <a:lnTo>
                    <a:pt x="8897782" y="1324143"/>
                  </a:lnTo>
                  <a:lnTo>
                    <a:pt x="8853417" y="1251864"/>
                  </a:lnTo>
                  <a:lnTo>
                    <a:pt x="8809005" y="1178731"/>
                  </a:lnTo>
                  <a:lnTo>
                    <a:pt x="8764578" y="1105327"/>
                  </a:lnTo>
                  <a:lnTo>
                    <a:pt x="8720170" y="1032243"/>
                  </a:lnTo>
                  <a:lnTo>
                    <a:pt x="8675809" y="960061"/>
                  </a:lnTo>
                  <a:lnTo>
                    <a:pt x="8631516" y="889332"/>
                  </a:lnTo>
                  <a:lnTo>
                    <a:pt x="8587292" y="820560"/>
                  </a:lnTo>
                  <a:lnTo>
                    <a:pt x="8543114" y="754189"/>
                  </a:lnTo>
                  <a:lnTo>
                    <a:pt x="8498931" y="690592"/>
                  </a:lnTo>
                  <a:lnTo>
                    <a:pt x="8454656" y="630061"/>
                  </a:lnTo>
                  <a:lnTo>
                    <a:pt x="8410159" y="572811"/>
                  </a:lnTo>
                  <a:lnTo>
                    <a:pt x="8365267" y="518975"/>
                  </a:lnTo>
                  <a:lnTo>
                    <a:pt x="8319750" y="468613"/>
                  </a:lnTo>
                  <a:lnTo>
                    <a:pt x="8273317" y="421712"/>
                  </a:lnTo>
                  <a:lnTo>
                    <a:pt x="8229629" y="381692"/>
                  </a:lnTo>
                  <a:lnTo>
                    <a:pt x="8178336" y="339676"/>
                  </a:lnTo>
                  <a:lnTo>
                    <a:pt x="8124654" y="301265"/>
                  </a:lnTo>
                  <a:lnTo>
                    <a:pt x="8067922" y="266335"/>
                  </a:lnTo>
                  <a:lnTo>
                    <a:pt x="8007414" y="234643"/>
                  </a:lnTo>
                  <a:lnTo>
                    <a:pt x="7942379" y="205898"/>
                  </a:lnTo>
                  <a:lnTo>
                    <a:pt x="7872076" y="179796"/>
                  </a:lnTo>
                  <a:lnTo>
                    <a:pt x="7795828" y="156054"/>
                  </a:lnTo>
                  <a:lnTo>
                    <a:pt x="7713080" y="134420"/>
                  </a:lnTo>
                  <a:lnTo>
                    <a:pt x="7623490" y="114682"/>
                  </a:lnTo>
                  <a:lnTo>
                    <a:pt x="7527033" y="96678"/>
                  </a:lnTo>
                  <a:lnTo>
                    <a:pt x="7424135" y="80293"/>
                  </a:lnTo>
                  <a:lnTo>
                    <a:pt x="7315813" y="65463"/>
                  </a:lnTo>
                  <a:lnTo>
                    <a:pt x="7203791" y="52165"/>
                  </a:lnTo>
                  <a:lnTo>
                    <a:pt x="7090574" y="40412"/>
                  </a:lnTo>
                  <a:lnTo>
                    <a:pt x="6979396" y="30236"/>
                  </a:lnTo>
                  <a:lnTo>
                    <a:pt x="6874025" y="21665"/>
                  </a:lnTo>
                  <a:lnTo>
                    <a:pt x="6778385" y="14704"/>
                  </a:lnTo>
                  <a:lnTo>
                    <a:pt x="6696044" y="9307"/>
                  </a:lnTo>
                  <a:lnTo>
                    <a:pt x="6629650" y="5369"/>
                  </a:lnTo>
                  <a:lnTo>
                    <a:pt x="6580451" y="2716"/>
                  </a:lnTo>
                  <a:lnTo>
                    <a:pt x="6548019" y="1121"/>
                  </a:lnTo>
                  <a:lnTo>
                    <a:pt x="6530215" y="320"/>
                  </a:lnTo>
                  <a:lnTo>
                    <a:pt x="6523349" y="3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1" y="47"/>
                  </a:lnTo>
                  <a:lnTo>
                    <a:pt x="5519195" y="386"/>
                  </a:lnTo>
                  <a:lnTo>
                    <a:pt x="5501015" y="1323"/>
                  </a:lnTo>
                  <a:lnTo>
                    <a:pt x="5468217" y="3170"/>
                  </a:lnTo>
                  <a:lnTo>
                    <a:pt x="5418736" y="6224"/>
                  </a:lnTo>
                  <a:lnTo>
                    <a:pt x="5352192" y="10741"/>
                  </a:lnTo>
                  <a:lnTo>
                    <a:pt x="5269858" y="16915"/>
                  </a:lnTo>
                  <a:lnTo>
                    <a:pt x="5174376" y="24864"/>
                  </a:lnTo>
                  <a:lnTo>
                    <a:pt x="5069285" y="34639"/>
                  </a:lnTo>
                  <a:lnTo>
                    <a:pt x="4958471" y="46233"/>
                  </a:lnTo>
                  <a:lnTo>
                    <a:pt x="4845658" y="59614"/>
                  </a:lnTo>
                  <a:lnTo>
                    <a:pt x="4734041" y="74747"/>
                  </a:lnTo>
                  <a:lnTo>
                    <a:pt x="4626097" y="91617"/>
                  </a:lnTo>
                  <a:lnTo>
                    <a:pt x="4523534" y="110249"/>
                  </a:lnTo>
                  <a:lnTo>
                    <a:pt x="4427362" y="130717"/>
                  </a:lnTo>
                  <a:lnTo>
                    <a:pt x="4338004" y="153148"/>
                  </a:lnTo>
                  <a:lnTo>
                    <a:pt x="4255444" y="177726"/>
                  </a:lnTo>
                  <a:lnTo>
                    <a:pt x="4179345" y="204689"/>
                  </a:lnTo>
                  <a:lnTo>
                    <a:pt x="4109163" y="234320"/>
                  </a:lnTo>
                  <a:lnTo>
                    <a:pt x="4044228" y="266940"/>
                  </a:lnTo>
                  <a:lnTo>
                    <a:pt x="3983810" y="302890"/>
                  </a:lnTo>
                  <a:lnTo>
                    <a:pt x="3927165" y="342502"/>
                  </a:lnTo>
                  <a:lnTo>
                    <a:pt x="3873573" y="386052"/>
                  </a:lnTo>
                  <a:lnTo>
                    <a:pt x="3822377" y="433687"/>
                  </a:lnTo>
                  <a:lnTo>
                    <a:pt x="3820202" y="435846"/>
                  </a:lnTo>
                  <a:lnTo>
                    <a:pt x="3774681" y="483559"/>
                  </a:lnTo>
                  <a:lnTo>
                    <a:pt x="3730316" y="534814"/>
                  </a:lnTo>
                  <a:lnTo>
                    <a:pt x="3686788" y="589681"/>
                  </a:lnTo>
                  <a:lnTo>
                    <a:pt x="3643843" y="648174"/>
                  </a:lnTo>
                  <a:lnTo>
                    <a:pt x="3601276" y="710238"/>
                  </a:lnTo>
                  <a:lnTo>
                    <a:pt x="3558929" y="775750"/>
                  </a:lnTo>
                  <a:lnTo>
                    <a:pt x="3516686" y="844509"/>
                  </a:lnTo>
                  <a:lnTo>
                    <a:pt x="3474462" y="916239"/>
                  </a:lnTo>
                  <a:lnTo>
                    <a:pt x="3432206" y="990586"/>
                  </a:lnTo>
                  <a:lnTo>
                    <a:pt x="3389890" y="1067129"/>
                  </a:lnTo>
                  <a:lnTo>
                    <a:pt x="3347510" y="1145383"/>
                  </a:lnTo>
                  <a:lnTo>
                    <a:pt x="3305077" y="1224815"/>
                  </a:lnTo>
                  <a:lnTo>
                    <a:pt x="3262614" y="1304854"/>
                  </a:lnTo>
                  <a:lnTo>
                    <a:pt x="3220151" y="1384913"/>
                  </a:lnTo>
                  <a:lnTo>
                    <a:pt x="3177715" y="1464404"/>
                  </a:lnTo>
                  <a:lnTo>
                    <a:pt x="3135331" y="1542754"/>
                  </a:lnTo>
                  <a:lnTo>
                    <a:pt x="3093011" y="1619427"/>
                  </a:lnTo>
                  <a:lnTo>
                    <a:pt x="3050751" y="1693936"/>
                  </a:lnTo>
                  <a:lnTo>
                    <a:pt x="3008526" y="1765852"/>
                  </a:lnTo>
                  <a:lnTo>
                    <a:pt x="2966287" y="1834820"/>
                  </a:lnTo>
                  <a:lnTo>
                    <a:pt x="2923950" y="1900556"/>
                  </a:lnTo>
                  <a:lnTo>
                    <a:pt x="2881403" y="1962856"/>
                  </a:lnTo>
                  <a:lnTo>
                    <a:pt x="2838488" y="2021590"/>
                  </a:lnTo>
                  <a:lnTo>
                    <a:pt x="2795007" y="2076700"/>
                  </a:lnTo>
                  <a:lnTo>
                    <a:pt x="2750708" y="2128195"/>
                  </a:lnTo>
                  <a:lnTo>
                    <a:pt x="2705275" y="2176143"/>
                  </a:lnTo>
                  <a:lnTo>
                    <a:pt x="2702183" y="2179230"/>
                  </a:lnTo>
                  <a:lnTo>
                    <a:pt x="2651078" y="2227043"/>
                  </a:lnTo>
                  <a:lnTo>
                    <a:pt x="2597603" y="2270767"/>
                  </a:lnTo>
                  <a:lnTo>
                    <a:pt x="2541105" y="2310545"/>
                  </a:lnTo>
                  <a:lnTo>
                    <a:pt x="2480866" y="2346647"/>
                  </a:lnTo>
                  <a:lnTo>
                    <a:pt x="2416143" y="2379405"/>
                  </a:lnTo>
                  <a:lnTo>
                    <a:pt x="2346202" y="2409159"/>
                  </a:lnTo>
                  <a:lnTo>
                    <a:pt x="2270372" y="2436231"/>
                  </a:lnTo>
                  <a:lnTo>
                    <a:pt x="2188101" y="2460907"/>
                  </a:lnTo>
                  <a:lnTo>
                    <a:pt x="2099042" y="2483428"/>
                  </a:lnTo>
                  <a:lnTo>
                    <a:pt x="2003160" y="2503977"/>
                  </a:lnTo>
                  <a:lnTo>
                    <a:pt x="1900858" y="2522687"/>
                  </a:lnTo>
                  <a:lnTo>
                    <a:pt x="1793117" y="2539633"/>
                  </a:lnTo>
                  <a:lnTo>
                    <a:pt x="1681614" y="2554841"/>
                  </a:lnTo>
                  <a:lnTo>
                    <a:pt x="1568791" y="2568299"/>
                  </a:lnTo>
                  <a:lnTo>
                    <a:pt x="1457815" y="2579971"/>
                  </a:lnTo>
                  <a:lnTo>
                    <a:pt x="1352396" y="2589825"/>
                  </a:lnTo>
                  <a:lnTo>
                    <a:pt x="1256419" y="2597853"/>
                  </a:lnTo>
                  <a:lnTo>
                    <a:pt x="1173451" y="2604102"/>
                  </a:lnTo>
                  <a:lnTo>
                    <a:pt x="1106185" y="2608687"/>
                  </a:lnTo>
                  <a:lnTo>
                    <a:pt x="1055959" y="2611800"/>
                  </a:lnTo>
                  <a:lnTo>
                    <a:pt x="1022469" y="2613693"/>
                  </a:lnTo>
                  <a:lnTo>
                    <a:pt x="1003719" y="2614663"/>
                  </a:lnTo>
                  <a:lnTo>
                    <a:pt x="996169" y="2615022"/>
                  </a:lnTo>
                  <a:lnTo>
                    <a:pt x="994940" y="2615076"/>
                  </a:lnTo>
                  <a:lnTo>
                    <a:pt x="994940" y="2615076"/>
                  </a:lnTo>
                  <a:lnTo>
                    <a:pt x="0" y="2615076"/>
                  </a:lnTo>
                  <a:lnTo>
                    <a:pt x="0" y="26150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9" name="pg1358"/>
            <p:cNvSpPr/>
            <p:nvPr/>
          </p:nvSpPr>
          <p:spPr>
            <a:xfrm>
              <a:off x="1199187" y="2148495"/>
              <a:ext cx="12049831" cy="2599354"/>
            </a:xfrm>
            <a:custGeom>
              <a:avLst/>
              <a:pathLst>
                <a:path w="12049831" h="2599354">
                  <a:moveTo>
                    <a:pt x="0" y="2599354"/>
                  </a:moveTo>
                  <a:lnTo>
                    <a:pt x="994940" y="2599354"/>
                  </a:lnTo>
                  <a:lnTo>
                    <a:pt x="996025" y="2599307"/>
                  </a:lnTo>
                  <a:lnTo>
                    <a:pt x="1003196" y="2598970"/>
                  </a:lnTo>
                  <a:lnTo>
                    <a:pt x="1021388" y="2598040"/>
                  </a:lnTo>
                  <a:lnTo>
                    <a:pt x="1054208" y="2596207"/>
                  </a:lnTo>
                  <a:lnTo>
                    <a:pt x="1103720" y="2593175"/>
                  </a:lnTo>
                  <a:lnTo>
                    <a:pt x="1170302" y="2588691"/>
                  </a:lnTo>
                  <a:lnTo>
                    <a:pt x="1252680" y="2582562"/>
                  </a:lnTo>
                  <a:lnTo>
                    <a:pt x="1348206" y="2574671"/>
                  </a:lnTo>
                  <a:lnTo>
                    <a:pt x="1453338" y="2564969"/>
                  </a:lnTo>
                  <a:lnTo>
                    <a:pt x="1564188" y="2553461"/>
                  </a:lnTo>
                  <a:lnTo>
                    <a:pt x="1677030" y="2540179"/>
                  </a:lnTo>
                  <a:lnTo>
                    <a:pt x="1788667" y="2525159"/>
                  </a:lnTo>
                  <a:lnTo>
                    <a:pt x="1896623" y="2508415"/>
                  </a:lnTo>
                  <a:lnTo>
                    <a:pt x="1999191" y="2489922"/>
                  </a:lnTo>
                  <a:lnTo>
                    <a:pt x="2095364" y="2469607"/>
                  </a:lnTo>
                  <a:lnTo>
                    <a:pt x="2184717" y="2447342"/>
                  </a:lnTo>
                  <a:lnTo>
                    <a:pt x="2267270" y="2422946"/>
                  </a:lnTo>
                  <a:lnTo>
                    <a:pt x="2343361" y="2396182"/>
                  </a:lnTo>
                  <a:lnTo>
                    <a:pt x="2413535" y="2366769"/>
                  </a:lnTo>
                  <a:lnTo>
                    <a:pt x="2478463" y="2334387"/>
                  </a:lnTo>
                  <a:lnTo>
                    <a:pt x="2538874" y="2298699"/>
                  </a:lnTo>
                  <a:lnTo>
                    <a:pt x="2595516" y="2259375"/>
                  </a:lnTo>
                  <a:lnTo>
                    <a:pt x="2649106" y="2216142"/>
                  </a:lnTo>
                  <a:lnTo>
                    <a:pt x="2700302" y="2168854"/>
                  </a:lnTo>
                  <a:lnTo>
                    <a:pt x="2702183" y="2167002"/>
                  </a:lnTo>
                  <a:lnTo>
                    <a:pt x="2747832" y="2119531"/>
                  </a:lnTo>
                  <a:lnTo>
                    <a:pt x="2792320" y="2068527"/>
                  </a:lnTo>
                  <a:lnTo>
                    <a:pt x="2835966" y="2013918"/>
                  </a:lnTo>
                  <a:lnTo>
                    <a:pt x="2879029" y="1955694"/>
                  </a:lnTo>
                  <a:lnTo>
                    <a:pt x="2921714" y="1893906"/>
                  </a:lnTo>
                  <a:lnTo>
                    <a:pt x="2964178" y="1828682"/>
                  </a:lnTo>
                  <a:lnTo>
                    <a:pt x="3006541" y="1760223"/>
                  </a:lnTo>
                  <a:lnTo>
                    <a:pt x="3048885" y="1688806"/>
                  </a:lnTo>
                  <a:lnTo>
                    <a:pt x="3091263" y="1614786"/>
                  </a:lnTo>
                  <a:lnTo>
                    <a:pt x="3133701" y="1538588"/>
                  </a:lnTo>
                  <a:lnTo>
                    <a:pt x="3176204" y="1460697"/>
                  </a:lnTo>
                  <a:lnTo>
                    <a:pt x="3218759" y="1381649"/>
                  </a:lnTo>
                  <a:lnTo>
                    <a:pt x="3261343" y="1302015"/>
                  </a:lnTo>
                  <a:lnTo>
                    <a:pt x="3303927" y="1222382"/>
                  </a:lnTo>
                  <a:lnTo>
                    <a:pt x="3346482" y="1143340"/>
                  </a:lnTo>
                  <a:lnTo>
                    <a:pt x="3388984" y="1065460"/>
                  </a:lnTo>
                  <a:lnTo>
                    <a:pt x="3431422" y="989275"/>
                  </a:lnTo>
                  <a:lnTo>
                    <a:pt x="3473800" y="915273"/>
                  </a:lnTo>
                  <a:lnTo>
                    <a:pt x="3516144" y="843876"/>
                  </a:lnTo>
                  <a:lnTo>
                    <a:pt x="3558507" y="775438"/>
                  </a:lnTo>
                  <a:lnTo>
                    <a:pt x="3600973" y="710238"/>
                  </a:lnTo>
                  <a:lnTo>
                    <a:pt x="3643659" y="648475"/>
                  </a:lnTo>
                  <a:lnTo>
                    <a:pt x="3686726" y="590276"/>
                  </a:lnTo>
                  <a:lnTo>
                    <a:pt x="3730377" y="535694"/>
                  </a:lnTo>
                  <a:lnTo>
                    <a:pt x="3774872" y="484715"/>
                  </a:lnTo>
                  <a:lnTo>
                    <a:pt x="3820202" y="437592"/>
                  </a:lnTo>
                  <a:lnTo>
                    <a:pt x="3871319" y="390152"/>
                  </a:lnTo>
                  <a:lnTo>
                    <a:pt x="3924809" y="346768"/>
                  </a:lnTo>
                  <a:lnTo>
                    <a:pt x="3981323" y="307302"/>
                  </a:lnTo>
                  <a:lnTo>
                    <a:pt x="4041580" y="271484"/>
                  </a:lnTo>
                  <a:lnTo>
                    <a:pt x="4106325" y="238984"/>
                  </a:lnTo>
                  <a:lnTo>
                    <a:pt x="4176289" y="209466"/>
                  </a:lnTo>
                  <a:lnTo>
                    <a:pt x="4252148" y="182608"/>
                  </a:lnTo>
                  <a:lnTo>
                    <a:pt x="4334451" y="158127"/>
                  </a:lnTo>
                  <a:lnTo>
                    <a:pt x="4423547" y="135786"/>
                  </a:lnTo>
                  <a:lnTo>
                    <a:pt x="4519468" y="115401"/>
                  </a:lnTo>
                  <a:lnTo>
                    <a:pt x="4621810" y="96841"/>
                  </a:lnTo>
                  <a:lnTo>
                    <a:pt x="4729590" y="80032"/>
                  </a:lnTo>
                  <a:lnTo>
                    <a:pt x="4841129" y="64947"/>
                  </a:lnTo>
                  <a:lnTo>
                    <a:pt x="4953979" y="51600"/>
                  </a:lnTo>
                  <a:lnTo>
                    <a:pt x="5064969" y="40024"/>
                  </a:lnTo>
                  <a:lnTo>
                    <a:pt x="5170386" y="30254"/>
                  </a:lnTo>
                  <a:lnTo>
                    <a:pt x="5266340" y="22295"/>
                  </a:lnTo>
                  <a:lnTo>
                    <a:pt x="5349266" y="16103"/>
                  </a:lnTo>
                  <a:lnTo>
                    <a:pt x="5416473" y="11560"/>
                  </a:lnTo>
                  <a:lnTo>
                    <a:pt x="5466629" y="8478"/>
                  </a:lnTo>
                  <a:lnTo>
                    <a:pt x="5500048" y="6605"/>
                  </a:lnTo>
                  <a:lnTo>
                    <a:pt x="5518733" y="5646"/>
                  </a:lnTo>
                  <a:lnTo>
                    <a:pt x="5526235" y="529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71" y="5287"/>
                  </a:lnTo>
                  <a:lnTo>
                    <a:pt x="6530644" y="5623"/>
                  </a:lnTo>
                  <a:lnTo>
                    <a:pt x="6548843" y="6549"/>
                  </a:lnTo>
                  <a:lnTo>
                    <a:pt x="6581673" y="8376"/>
                  </a:lnTo>
                  <a:lnTo>
                    <a:pt x="6631201" y="11397"/>
                  </a:lnTo>
                  <a:lnTo>
                    <a:pt x="6697803" y="15864"/>
                  </a:lnTo>
                  <a:lnTo>
                    <a:pt x="6780202" y="21970"/>
                  </a:lnTo>
                  <a:lnTo>
                    <a:pt x="6875750" y="29832"/>
                  </a:lnTo>
                  <a:lnTo>
                    <a:pt x="6980903" y="39498"/>
                  </a:lnTo>
                  <a:lnTo>
                    <a:pt x="7091771" y="50963"/>
                  </a:lnTo>
                  <a:lnTo>
                    <a:pt x="7204627" y="64195"/>
                  </a:lnTo>
                  <a:lnTo>
                    <a:pt x="7316273" y="79158"/>
                  </a:lnTo>
                  <a:lnTo>
                    <a:pt x="7424236" y="95840"/>
                  </a:lnTo>
                  <a:lnTo>
                    <a:pt x="7526806" y="114263"/>
                  </a:lnTo>
                  <a:lnTo>
                    <a:pt x="7622978" y="134502"/>
                  </a:lnTo>
                  <a:lnTo>
                    <a:pt x="7712329" y="156683"/>
                  </a:lnTo>
                  <a:lnTo>
                    <a:pt x="7794880" y="180988"/>
                  </a:lnTo>
                  <a:lnTo>
                    <a:pt x="7870967" y="207652"/>
                  </a:lnTo>
                  <a:lnTo>
                    <a:pt x="7941137" y="236957"/>
                  </a:lnTo>
                  <a:lnTo>
                    <a:pt x="8006060" y="269219"/>
                  </a:lnTo>
                  <a:lnTo>
                    <a:pt x="8066469" y="304776"/>
                  </a:lnTo>
                  <a:lnTo>
                    <a:pt x="8123109" y="343955"/>
                  </a:lnTo>
                  <a:lnTo>
                    <a:pt x="8176698" y="387030"/>
                  </a:lnTo>
                  <a:lnTo>
                    <a:pt x="8227895" y="434144"/>
                  </a:lnTo>
                  <a:lnTo>
                    <a:pt x="8229629" y="435846"/>
                  </a:lnTo>
                  <a:lnTo>
                    <a:pt x="8275342" y="483195"/>
                  </a:lnTo>
                  <a:lnTo>
                    <a:pt x="8319891" y="534073"/>
                  </a:lnTo>
                  <a:lnTo>
                    <a:pt x="8363597" y="588551"/>
                  </a:lnTo>
                  <a:lnTo>
                    <a:pt x="8406720" y="646641"/>
                  </a:lnTo>
                  <a:lnTo>
                    <a:pt x="8449463" y="708289"/>
                  </a:lnTo>
                  <a:lnTo>
                    <a:pt x="8491987" y="773368"/>
                  </a:lnTo>
                  <a:lnTo>
                    <a:pt x="8534410" y="841678"/>
                  </a:lnTo>
                  <a:lnTo>
                    <a:pt x="8576814" y="912937"/>
                  </a:lnTo>
                  <a:lnTo>
                    <a:pt x="8619254" y="986791"/>
                  </a:lnTo>
                  <a:lnTo>
                    <a:pt x="8661753" y="1062816"/>
                  </a:lnTo>
                  <a:lnTo>
                    <a:pt x="8704318" y="1140525"/>
                  </a:lnTo>
                  <a:lnTo>
                    <a:pt x="8746934" y="1219380"/>
                  </a:lnTo>
                  <a:lnTo>
                    <a:pt x="8789579" y="1298811"/>
                  </a:lnTo>
                  <a:lnTo>
                    <a:pt x="8832224" y="1378229"/>
                  </a:lnTo>
                  <a:lnTo>
                    <a:pt x="8874838" y="1457045"/>
                  </a:lnTo>
                  <a:lnTo>
                    <a:pt x="8917400" y="1534690"/>
                  </a:lnTo>
                  <a:lnTo>
                    <a:pt x="8959896" y="1610629"/>
                  </a:lnTo>
                  <a:lnTo>
                    <a:pt x="9002333" y="1684378"/>
                  </a:lnTo>
                  <a:lnTo>
                    <a:pt x="9044738" y="1755514"/>
                  </a:lnTo>
                  <a:lnTo>
                    <a:pt x="9087163" y="1823686"/>
                  </a:lnTo>
                  <a:lnTo>
                    <a:pt x="9129694" y="1888618"/>
                  </a:lnTo>
                  <a:lnTo>
                    <a:pt x="9172450" y="1950111"/>
                  </a:lnTo>
                  <a:lnTo>
                    <a:pt x="9215594" y="2008042"/>
                  </a:lnTo>
                  <a:lnTo>
                    <a:pt x="9259331" y="2062360"/>
                  </a:lnTo>
                  <a:lnTo>
                    <a:pt x="9303924" y="2113081"/>
                  </a:lnTo>
                  <a:lnTo>
                    <a:pt x="9347647" y="2158267"/>
                  </a:lnTo>
                  <a:lnTo>
                    <a:pt x="9398772" y="2205522"/>
                  </a:lnTo>
                  <a:lnTo>
                    <a:pt x="9452268" y="2248734"/>
                  </a:lnTo>
                  <a:lnTo>
                    <a:pt x="9508790" y="2288045"/>
                  </a:lnTo>
                  <a:lnTo>
                    <a:pt x="9569056" y="2323722"/>
                  </a:lnTo>
                  <a:lnTo>
                    <a:pt x="9633811" y="2356092"/>
                  </a:lnTo>
                  <a:lnTo>
                    <a:pt x="9703788" y="2385493"/>
                  </a:lnTo>
                  <a:lnTo>
                    <a:pt x="9779661" y="2412243"/>
                  </a:lnTo>
                  <a:lnTo>
                    <a:pt x="9861980" y="2436626"/>
                  </a:lnTo>
                  <a:lnTo>
                    <a:pt x="9951094" y="2458877"/>
                  </a:lnTo>
                  <a:lnTo>
                    <a:pt x="10047034" y="2479181"/>
                  </a:lnTo>
                  <a:lnTo>
                    <a:pt x="10149396" y="2497665"/>
                  </a:lnTo>
                  <a:lnTo>
                    <a:pt x="10257197" y="2514406"/>
                  </a:lnTo>
                  <a:lnTo>
                    <a:pt x="10368752" y="2529429"/>
                  </a:lnTo>
                  <a:lnTo>
                    <a:pt x="10481616" y="2542722"/>
                  </a:lnTo>
                  <a:lnTo>
                    <a:pt x="10592613" y="2554249"/>
                  </a:lnTo>
                  <a:lnTo>
                    <a:pt x="10698028" y="2563977"/>
                  </a:lnTo>
                  <a:lnTo>
                    <a:pt x="10793972" y="2571901"/>
                  </a:lnTo>
                  <a:lnTo>
                    <a:pt x="10876876" y="2578066"/>
                  </a:lnTo>
                  <a:lnTo>
                    <a:pt x="10944054" y="2582587"/>
                  </a:lnTo>
                  <a:lnTo>
                    <a:pt x="10994176" y="2585654"/>
                  </a:lnTo>
                  <a:lnTo>
                    <a:pt x="11027559" y="2587517"/>
                  </a:lnTo>
                  <a:lnTo>
                    <a:pt x="11046212" y="2588470"/>
                  </a:lnTo>
                  <a:lnTo>
                    <a:pt x="11053691" y="2588821"/>
                  </a:lnTo>
                  <a:lnTo>
                    <a:pt x="11054891" y="2588873"/>
                  </a:lnTo>
                  <a:lnTo>
                    <a:pt x="12049831" y="2588873"/>
                  </a:lnTo>
                  <a:lnTo>
                    <a:pt x="12049831" y="2583632"/>
                  </a:lnTo>
                  <a:lnTo>
                    <a:pt x="11054891" y="2583632"/>
                  </a:lnTo>
                  <a:lnTo>
                    <a:pt x="11053805" y="2583585"/>
                  </a:lnTo>
                  <a:lnTo>
                    <a:pt x="11046632" y="2583250"/>
                  </a:lnTo>
                  <a:lnTo>
                    <a:pt x="11028433" y="2582323"/>
                  </a:lnTo>
                  <a:lnTo>
                    <a:pt x="10995603" y="2580496"/>
                  </a:lnTo>
                  <a:lnTo>
                    <a:pt x="10946075" y="2577476"/>
                  </a:lnTo>
                  <a:lnTo>
                    <a:pt x="10879474" y="2573008"/>
                  </a:lnTo>
                  <a:lnTo>
                    <a:pt x="10797075" y="2566902"/>
                  </a:lnTo>
                  <a:lnTo>
                    <a:pt x="10701526" y="2559041"/>
                  </a:lnTo>
                  <a:lnTo>
                    <a:pt x="10596373" y="2549375"/>
                  </a:lnTo>
                  <a:lnTo>
                    <a:pt x="10485506" y="2537909"/>
                  </a:lnTo>
                  <a:lnTo>
                    <a:pt x="10372650" y="2524677"/>
                  </a:lnTo>
                  <a:lnTo>
                    <a:pt x="10261003" y="2509714"/>
                  </a:lnTo>
                  <a:lnTo>
                    <a:pt x="10153041" y="2493032"/>
                  </a:lnTo>
                  <a:lnTo>
                    <a:pt x="10050471" y="2474609"/>
                  </a:lnTo>
                  <a:lnTo>
                    <a:pt x="9954298" y="2454370"/>
                  </a:lnTo>
                  <a:lnTo>
                    <a:pt x="9864947" y="2432189"/>
                  </a:lnTo>
                  <a:lnTo>
                    <a:pt x="9782397" y="2407884"/>
                  </a:lnTo>
                  <a:lnTo>
                    <a:pt x="9706310" y="2381220"/>
                  </a:lnTo>
                  <a:lnTo>
                    <a:pt x="9636140" y="2351916"/>
                  </a:lnTo>
                  <a:lnTo>
                    <a:pt x="9571216" y="2319653"/>
                  </a:lnTo>
                  <a:lnTo>
                    <a:pt x="9510807" y="2284097"/>
                  </a:lnTo>
                  <a:lnTo>
                    <a:pt x="9454168" y="2244917"/>
                  </a:lnTo>
                  <a:lnTo>
                    <a:pt x="9400578" y="2201843"/>
                  </a:lnTo>
                  <a:lnTo>
                    <a:pt x="9349382" y="2154728"/>
                  </a:lnTo>
                  <a:lnTo>
                    <a:pt x="9347647" y="2153027"/>
                  </a:lnTo>
                  <a:lnTo>
                    <a:pt x="9301934" y="2105677"/>
                  </a:lnTo>
                  <a:lnTo>
                    <a:pt x="9257386" y="2054799"/>
                  </a:lnTo>
                  <a:lnTo>
                    <a:pt x="9213679" y="2000321"/>
                  </a:lnTo>
                  <a:lnTo>
                    <a:pt x="9170557" y="1942231"/>
                  </a:lnTo>
                  <a:lnTo>
                    <a:pt x="9127813" y="1880583"/>
                  </a:lnTo>
                  <a:lnTo>
                    <a:pt x="9085290" y="1815504"/>
                  </a:lnTo>
                  <a:lnTo>
                    <a:pt x="9042867" y="1747195"/>
                  </a:lnTo>
                  <a:lnTo>
                    <a:pt x="9000462" y="1675935"/>
                  </a:lnTo>
                  <a:lnTo>
                    <a:pt x="8958023" y="1602081"/>
                  </a:lnTo>
                  <a:lnTo>
                    <a:pt x="8915523" y="1526056"/>
                  </a:lnTo>
                  <a:lnTo>
                    <a:pt x="8872959" y="1448348"/>
                  </a:lnTo>
                  <a:lnTo>
                    <a:pt x="8830342" y="1369492"/>
                  </a:lnTo>
                  <a:lnTo>
                    <a:pt x="8787697" y="1290061"/>
                  </a:lnTo>
                  <a:lnTo>
                    <a:pt x="8745053" y="1210643"/>
                  </a:lnTo>
                  <a:lnTo>
                    <a:pt x="8702438" y="1131827"/>
                  </a:lnTo>
                  <a:lnTo>
                    <a:pt x="8659877" y="1054182"/>
                  </a:lnTo>
                  <a:lnTo>
                    <a:pt x="8617380" y="978243"/>
                  </a:lnTo>
                  <a:lnTo>
                    <a:pt x="8574943" y="904494"/>
                  </a:lnTo>
                  <a:lnTo>
                    <a:pt x="8532539" y="833358"/>
                  </a:lnTo>
                  <a:lnTo>
                    <a:pt x="8490114" y="765187"/>
                  </a:lnTo>
                  <a:lnTo>
                    <a:pt x="8447583" y="700255"/>
                  </a:lnTo>
                  <a:lnTo>
                    <a:pt x="8404826" y="638762"/>
                  </a:lnTo>
                  <a:lnTo>
                    <a:pt x="8361683" y="580830"/>
                  </a:lnTo>
                  <a:lnTo>
                    <a:pt x="8317945" y="526512"/>
                  </a:lnTo>
                  <a:lnTo>
                    <a:pt x="8273352" y="475791"/>
                  </a:lnTo>
                  <a:lnTo>
                    <a:pt x="8229629" y="430605"/>
                  </a:lnTo>
                  <a:lnTo>
                    <a:pt x="8178505" y="383350"/>
                  </a:lnTo>
                  <a:lnTo>
                    <a:pt x="8125009" y="340138"/>
                  </a:lnTo>
                  <a:lnTo>
                    <a:pt x="8068486" y="300828"/>
                  </a:lnTo>
                  <a:lnTo>
                    <a:pt x="8008220" y="265151"/>
                  </a:lnTo>
                  <a:lnTo>
                    <a:pt x="7943465" y="232780"/>
                  </a:lnTo>
                  <a:lnTo>
                    <a:pt x="7873488" y="203379"/>
                  </a:lnTo>
                  <a:lnTo>
                    <a:pt x="7797616" y="176629"/>
                  </a:lnTo>
                  <a:lnTo>
                    <a:pt x="7715296" y="152246"/>
                  </a:lnTo>
                  <a:lnTo>
                    <a:pt x="7626183" y="129995"/>
                  </a:lnTo>
                  <a:lnTo>
                    <a:pt x="7530242" y="109692"/>
                  </a:lnTo>
                  <a:lnTo>
                    <a:pt x="7427880" y="91207"/>
                  </a:lnTo>
                  <a:lnTo>
                    <a:pt x="7320080" y="74466"/>
                  </a:lnTo>
                  <a:lnTo>
                    <a:pt x="7208524" y="59443"/>
                  </a:lnTo>
                  <a:lnTo>
                    <a:pt x="7095660" y="46151"/>
                  </a:lnTo>
                  <a:lnTo>
                    <a:pt x="6984664" y="34624"/>
                  </a:lnTo>
                  <a:lnTo>
                    <a:pt x="6879248" y="24895"/>
                  </a:lnTo>
                  <a:lnTo>
                    <a:pt x="6783305" y="16971"/>
                  </a:lnTo>
                  <a:lnTo>
                    <a:pt x="6700400" y="10806"/>
                  </a:lnTo>
                  <a:lnTo>
                    <a:pt x="6633222" y="6285"/>
                  </a:lnTo>
                  <a:lnTo>
                    <a:pt x="6583100" y="3218"/>
                  </a:lnTo>
                  <a:lnTo>
                    <a:pt x="6549718" y="1355"/>
                  </a:lnTo>
                  <a:lnTo>
                    <a:pt x="6531065" y="402"/>
                  </a:lnTo>
                  <a:lnTo>
                    <a:pt x="6523586" y="5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0" y="47"/>
                  </a:lnTo>
                  <a:lnTo>
                    <a:pt x="5519189" y="383"/>
                  </a:lnTo>
                  <a:lnTo>
                    <a:pt x="5500997" y="1314"/>
                  </a:lnTo>
                  <a:lnTo>
                    <a:pt x="5468177" y="3147"/>
                  </a:lnTo>
                  <a:lnTo>
                    <a:pt x="5418665" y="6179"/>
                  </a:lnTo>
                  <a:lnTo>
                    <a:pt x="5352083" y="10663"/>
                  </a:lnTo>
                  <a:lnTo>
                    <a:pt x="5269705" y="16791"/>
                  </a:lnTo>
                  <a:lnTo>
                    <a:pt x="5174179" y="24682"/>
                  </a:lnTo>
                  <a:lnTo>
                    <a:pt x="5069047" y="34384"/>
                  </a:lnTo>
                  <a:lnTo>
                    <a:pt x="4958197" y="45893"/>
                  </a:lnTo>
                  <a:lnTo>
                    <a:pt x="4845355" y="59175"/>
                  </a:lnTo>
                  <a:lnTo>
                    <a:pt x="4733718" y="74195"/>
                  </a:lnTo>
                  <a:lnTo>
                    <a:pt x="4625762" y="90939"/>
                  </a:lnTo>
                  <a:lnTo>
                    <a:pt x="4523194" y="109432"/>
                  </a:lnTo>
                  <a:lnTo>
                    <a:pt x="4427021" y="129747"/>
                  </a:lnTo>
                  <a:lnTo>
                    <a:pt x="4337668" y="152011"/>
                  </a:lnTo>
                  <a:lnTo>
                    <a:pt x="4255115" y="176408"/>
                  </a:lnTo>
                  <a:lnTo>
                    <a:pt x="4179024" y="203172"/>
                  </a:lnTo>
                  <a:lnTo>
                    <a:pt x="4108850" y="232585"/>
                  </a:lnTo>
                  <a:lnTo>
                    <a:pt x="4043922" y="264966"/>
                  </a:lnTo>
                  <a:lnTo>
                    <a:pt x="3983511" y="300655"/>
                  </a:lnTo>
                  <a:lnTo>
                    <a:pt x="3926869" y="339978"/>
                  </a:lnTo>
                  <a:lnTo>
                    <a:pt x="3873279" y="383211"/>
                  </a:lnTo>
                  <a:lnTo>
                    <a:pt x="3822083" y="430500"/>
                  </a:lnTo>
                  <a:lnTo>
                    <a:pt x="3820202" y="432352"/>
                  </a:lnTo>
                  <a:lnTo>
                    <a:pt x="3774553" y="479823"/>
                  </a:lnTo>
                  <a:lnTo>
                    <a:pt x="3730065" y="530827"/>
                  </a:lnTo>
                  <a:lnTo>
                    <a:pt x="3686419" y="585435"/>
                  </a:lnTo>
                  <a:lnTo>
                    <a:pt x="3643356" y="643660"/>
                  </a:lnTo>
                  <a:lnTo>
                    <a:pt x="3600671" y="705447"/>
                  </a:lnTo>
                  <a:lnTo>
                    <a:pt x="3558207" y="770671"/>
                  </a:lnTo>
                  <a:lnTo>
                    <a:pt x="3515844" y="839131"/>
                  </a:lnTo>
                  <a:lnTo>
                    <a:pt x="3473500" y="910547"/>
                  </a:lnTo>
                  <a:lnTo>
                    <a:pt x="3431122" y="984567"/>
                  </a:lnTo>
                  <a:lnTo>
                    <a:pt x="3388684" y="1060765"/>
                  </a:lnTo>
                  <a:lnTo>
                    <a:pt x="3346181" y="1138656"/>
                  </a:lnTo>
                  <a:lnTo>
                    <a:pt x="3303626" y="1217704"/>
                  </a:lnTo>
                  <a:lnTo>
                    <a:pt x="3261042" y="1297339"/>
                  </a:lnTo>
                  <a:lnTo>
                    <a:pt x="3218458" y="1376971"/>
                  </a:lnTo>
                  <a:lnTo>
                    <a:pt x="3175903" y="1456013"/>
                  </a:lnTo>
                  <a:lnTo>
                    <a:pt x="3133401" y="1533894"/>
                  </a:lnTo>
                  <a:lnTo>
                    <a:pt x="3090963" y="1610078"/>
                  </a:lnTo>
                  <a:lnTo>
                    <a:pt x="3048585" y="1684081"/>
                  </a:lnTo>
                  <a:lnTo>
                    <a:pt x="3006241" y="1755478"/>
                  </a:lnTo>
                  <a:lnTo>
                    <a:pt x="2963878" y="1823915"/>
                  </a:lnTo>
                  <a:lnTo>
                    <a:pt x="2921412" y="1889116"/>
                  </a:lnTo>
                  <a:lnTo>
                    <a:pt x="2878726" y="1950878"/>
                  </a:lnTo>
                  <a:lnTo>
                    <a:pt x="2835659" y="2009077"/>
                  </a:lnTo>
                  <a:lnTo>
                    <a:pt x="2792008" y="2063660"/>
                  </a:lnTo>
                  <a:lnTo>
                    <a:pt x="2747513" y="2114638"/>
                  </a:lnTo>
                  <a:lnTo>
                    <a:pt x="2702183" y="2161761"/>
                  </a:lnTo>
                  <a:lnTo>
                    <a:pt x="2651066" y="2209202"/>
                  </a:lnTo>
                  <a:lnTo>
                    <a:pt x="2597576" y="2252585"/>
                  </a:lnTo>
                  <a:lnTo>
                    <a:pt x="2541062" y="2292051"/>
                  </a:lnTo>
                  <a:lnTo>
                    <a:pt x="2480805" y="2327870"/>
                  </a:lnTo>
                  <a:lnTo>
                    <a:pt x="2416060" y="2360369"/>
                  </a:lnTo>
                  <a:lnTo>
                    <a:pt x="2346096" y="2389888"/>
                  </a:lnTo>
                  <a:lnTo>
                    <a:pt x="2270237" y="2416746"/>
                  </a:lnTo>
                  <a:lnTo>
                    <a:pt x="2187934" y="2441226"/>
                  </a:lnTo>
                  <a:lnTo>
                    <a:pt x="2098838" y="2463567"/>
                  </a:lnTo>
                  <a:lnTo>
                    <a:pt x="2002917" y="2483953"/>
                  </a:lnTo>
                  <a:lnTo>
                    <a:pt x="1900575" y="2502512"/>
                  </a:lnTo>
                  <a:lnTo>
                    <a:pt x="1792795" y="2519322"/>
                  </a:lnTo>
                  <a:lnTo>
                    <a:pt x="1681256" y="2534406"/>
                  </a:lnTo>
                  <a:lnTo>
                    <a:pt x="1568406" y="2547754"/>
                  </a:lnTo>
                  <a:lnTo>
                    <a:pt x="1457416" y="2559329"/>
                  </a:lnTo>
                  <a:lnTo>
                    <a:pt x="1351999" y="2569100"/>
                  </a:lnTo>
                  <a:lnTo>
                    <a:pt x="1256045" y="2577058"/>
                  </a:lnTo>
                  <a:lnTo>
                    <a:pt x="1173119" y="2583251"/>
                  </a:lnTo>
                  <a:lnTo>
                    <a:pt x="1105912" y="2587794"/>
                  </a:lnTo>
                  <a:lnTo>
                    <a:pt x="1055756" y="2590876"/>
                  </a:lnTo>
                  <a:lnTo>
                    <a:pt x="1022337" y="2592749"/>
                  </a:lnTo>
                  <a:lnTo>
                    <a:pt x="1003652" y="2593707"/>
                  </a:lnTo>
                  <a:lnTo>
                    <a:pt x="996150" y="2594061"/>
                  </a:lnTo>
                  <a:lnTo>
                    <a:pt x="994940" y="2594113"/>
                  </a:lnTo>
                  <a:lnTo>
                    <a:pt x="0" y="2594113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60" name="pl1359"/>
            <p:cNvSpPr/>
            <p:nvPr/>
          </p:nvSpPr>
          <p:spPr>
            <a:xfrm>
              <a:off x="1199187" y="2153736"/>
              <a:ext cx="12049831" cy="2594113"/>
            </a:xfrm>
            <a:custGeom>
              <a:avLst/>
              <a:pathLst>
                <a:path w="12049831" h="2594113">
                  <a:moveTo>
                    <a:pt x="0" y="2594113"/>
                  </a:moveTo>
                  <a:lnTo>
                    <a:pt x="994940" y="2594113"/>
                  </a:lnTo>
                  <a:lnTo>
                    <a:pt x="996025" y="2594066"/>
                  </a:lnTo>
                  <a:lnTo>
                    <a:pt x="1003196" y="2593729"/>
                  </a:lnTo>
                  <a:lnTo>
                    <a:pt x="1021388" y="2592799"/>
                  </a:lnTo>
                  <a:lnTo>
                    <a:pt x="1054208" y="2590966"/>
                  </a:lnTo>
                  <a:lnTo>
                    <a:pt x="1103720" y="2587934"/>
                  </a:lnTo>
                  <a:lnTo>
                    <a:pt x="1170302" y="2583450"/>
                  </a:lnTo>
                  <a:lnTo>
                    <a:pt x="1252680" y="2577322"/>
                  </a:lnTo>
                  <a:lnTo>
                    <a:pt x="1348206" y="2569431"/>
                  </a:lnTo>
                  <a:lnTo>
                    <a:pt x="1453338" y="2559728"/>
                  </a:lnTo>
                  <a:lnTo>
                    <a:pt x="1564188" y="2548220"/>
                  </a:lnTo>
                  <a:lnTo>
                    <a:pt x="1677030" y="2534938"/>
                  </a:lnTo>
                  <a:lnTo>
                    <a:pt x="1788667" y="2519918"/>
                  </a:lnTo>
                  <a:lnTo>
                    <a:pt x="1896623" y="2503174"/>
                  </a:lnTo>
                  <a:lnTo>
                    <a:pt x="1999191" y="2484681"/>
                  </a:lnTo>
                  <a:lnTo>
                    <a:pt x="2095364" y="2464366"/>
                  </a:lnTo>
                  <a:lnTo>
                    <a:pt x="2184717" y="2442102"/>
                  </a:lnTo>
                  <a:lnTo>
                    <a:pt x="2267270" y="2417705"/>
                  </a:lnTo>
                  <a:lnTo>
                    <a:pt x="2343361" y="2390941"/>
                  </a:lnTo>
                  <a:lnTo>
                    <a:pt x="2413535" y="2361528"/>
                  </a:lnTo>
                  <a:lnTo>
                    <a:pt x="2478463" y="2329146"/>
                  </a:lnTo>
                  <a:lnTo>
                    <a:pt x="2538874" y="2293458"/>
                  </a:lnTo>
                  <a:lnTo>
                    <a:pt x="2595516" y="2254134"/>
                  </a:lnTo>
                  <a:lnTo>
                    <a:pt x="2649106" y="2210902"/>
                  </a:lnTo>
                  <a:lnTo>
                    <a:pt x="2700302" y="2163613"/>
                  </a:lnTo>
                  <a:lnTo>
                    <a:pt x="2702183" y="2161761"/>
                  </a:lnTo>
                  <a:lnTo>
                    <a:pt x="2747832" y="2114290"/>
                  </a:lnTo>
                  <a:lnTo>
                    <a:pt x="2792320" y="2063286"/>
                  </a:lnTo>
                  <a:lnTo>
                    <a:pt x="2835966" y="2008678"/>
                  </a:lnTo>
                  <a:lnTo>
                    <a:pt x="2879029" y="1950453"/>
                  </a:lnTo>
                  <a:lnTo>
                    <a:pt x="2921714" y="1888666"/>
                  </a:lnTo>
                  <a:lnTo>
                    <a:pt x="2964178" y="1823442"/>
                  </a:lnTo>
                  <a:lnTo>
                    <a:pt x="3006541" y="1754982"/>
                  </a:lnTo>
                  <a:lnTo>
                    <a:pt x="3048885" y="1683565"/>
                  </a:lnTo>
                  <a:lnTo>
                    <a:pt x="3091263" y="1609546"/>
                  </a:lnTo>
                  <a:lnTo>
                    <a:pt x="3133701" y="1533348"/>
                  </a:lnTo>
                  <a:lnTo>
                    <a:pt x="3176204" y="1455457"/>
                  </a:lnTo>
                  <a:lnTo>
                    <a:pt x="3218759" y="1376409"/>
                  </a:lnTo>
                  <a:lnTo>
                    <a:pt x="3261343" y="1296774"/>
                  </a:lnTo>
                  <a:lnTo>
                    <a:pt x="3303927" y="1217142"/>
                  </a:lnTo>
                  <a:lnTo>
                    <a:pt x="3346482" y="1138100"/>
                  </a:lnTo>
                  <a:lnTo>
                    <a:pt x="3388984" y="1060219"/>
                  </a:lnTo>
                  <a:lnTo>
                    <a:pt x="3431422" y="984034"/>
                  </a:lnTo>
                  <a:lnTo>
                    <a:pt x="3473800" y="910032"/>
                  </a:lnTo>
                  <a:lnTo>
                    <a:pt x="3516144" y="838635"/>
                  </a:lnTo>
                  <a:lnTo>
                    <a:pt x="3558507" y="770198"/>
                  </a:lnTo>
                  <a:lnTo>
                    <a:pt x="3600973" y="704997"/>
                  </a:lnTo>
                  <a:lnTo>
                    <a:pt x="3643659" y="643235"/>
                  </a:lnTo>
                  <a:lnTo>
                    <a:pt x="3686726" y="585035"/>
                  </a:lnTo>
                  <a:lnTo>
                    <a:pt x="3730377" y="530453"/>
                  </a:lnTo>
                  <a:lnTo>
                    <a:pt x="3774872" y="479474"/>
                  </a:lnTo>
                  <a:lnTo>
                    <a:pt x="3820202" y="432352"/>
                  </a:lnTo>
                  <a:lnTo>
                    <a:pt x="3871319" y="384911"/>
                  </a:lnTo>
                  <a:lnTo>
                    <a:pt x="3924809" y="341528"/>
                  </a:lnTo>
                  <a:lnTo>
                    <a:pt x="3981323" y="302062"/>
                  </a:lnTo>
                  <a:lnTo>
                    <a:pt x="4041580" y="266243"/>
                  </a:lnTo>
                  <a:lnTo>
                    <a:pt x="4106325" y="233744"/>
                  </a:lnTo>
                  <a:lnTo>
                    <a:pt x="4176289" y="204225"/>
                  </a:lnTo>
                  <a:lnTo>
                    <a:pt x="4252148" y="177367"/>
                  </a:lnTo>
                  <a:lnTo>
                    <a:pt x="4334451" y="152886"/>
                  </a:lnTo>
                  <a:lnTo>
                    <a:pt x="4423547" y="130546"/>
                  </a:lnTo>
                  <a:lnTo>
                    <a:pt x="4519468" y="110160"/>
                  </a:lnTo>
                  <a:lnTo>
                    <a:pt x="4621810" y="91600"/>
                  </a:lnTo>
                  <a:lnTo>
                    <a:pt x="4729590" y="74791"/>
                  </a:lnTo>
                  <a:lnTo>
                    <a:pt x="4841129" y="59707"/>
                  </a:lnTo>
                  <a:lnTo>
                    <a:pt x="4953979" y="46359"/>
                  </a:lnTo>
                  <a:lnTo>
                    <a:pt x="5064969" y="34784"/>
                  </a:lnTo>
                  <a:lnTo>
                    <a:pt x="5170386" y="25013"/>
                  </a:lnTo>
                  <a:lnTo>
                    <a:pt x="5266340" y="17055"/>
                  </a:lnTo>
                  <a:lnTo>
                    <a:pt x="5349266" y="10862"/>
                  </a:lnTo>
                  <a:lnTo>
                    <a:pt x="5416473" y="6319"/>
                  </a:lnTo>
                  <a:lnTo>
                    <a:pt x="5466629" y="3237"/>
                  </a:lnTo>
                  <a:lnTo>
                    <a:pt x="5500048" y="1364"/>
                  </a:lnTo>
                  <a:lnTo>
                    <a:pt x="5518733" y="406"/>
                  </a:lnTo>
                  <a:lnTo>
                    <a:pt x="5526235" y="52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71" y="47"/>
                  </a:lnTo>
                  <a:lnTo>
                    <a:pt x="6530644" y="382"/>
                  </a:lnTo>
                  <a:lnTo>
                    <a:pt x="6548843" y="1309"/>
                  </a:lnTo>
                  <a:lnTo>
                    <a:pt x="6581673" y="3135"/>
                  </a:lnTo>
                  <a:lnTo>
                    <a:pt x="6631201" y="6156"/>
                  </a:lnTo>
                  <a:lnTo>
                    <a:pt x="6697803" y="10624"/>
                  </a:lnTo>
                  <a:lnTo>
                    <a:pt x="6780202" y="16729"/>
                  </a:lnTo>
                  <a:lnTo>
                    <a:pt x="6875750" y="24591"/>
                  </a:lnTo>
                  <a:lnTo>
                    <a:pt x="6980903" y="34257"/>
                  </a:lnTo>
                  <a:lnTo>
                    <a:pt x="7091771" y="45722"/>
                  </a:lnTo>
                  <a:lnTo>
                    <a:pt x="7204627" y="58954"/>
                  </a:lnTo>
                  <a:lnTo>
                    <a:pt x="7316273" y="73918"/>
                  </a:lnTo>
                  <a:lnTo>
                    <a:pt x="7424236" y="90599"/>
                  </a:lnTo>
                  <a:lnTo>
                    <a:pt x="7526806" y="109023"/>
                  </a:lnTo>
                  <a:lnTo>
                    <a:pt x="7622978" y="129261"/>
                  </a:lnTo>
                  <a:lnTo>
                    <a:pt x="7712329" y="151442"/>
                  </a:lnTo>
                  <a:lnTo>
                    <a:pt x="7794880" y="175748"/>
                  </a:lnTo>
                  <a:lnTo>
                    <a:pt x="7870967" y="202412"/>
                  </a:lnTo>
                  <a:lnTo>
                    <a:pt x="7941137" y="231716"/>
                  </a:lnTo>
                  <a:lnTo>
                    <a:pt x="8006060" y="263978"/>
                  </a:lnTo>
                  <a:lnTo>
                    <a:pt x="8066469" y="299535"/>
                  </a:lnTo>
                  <a:lnTo>
                    <a:pt x="8123109" y="338715"/>
                  </a:lnTo>
                  <a:lnTo>
                    <a:pt x="8176698" y="381789"/>
                  </a:lnTo>
                  <a:lnTo>
                    <a:pt x="8227895" y="428904"/>
                  </a:lnTo>
                  <a:lnTo>
                    <a:pt x="8229629" y="430605"/>
                  </a:lnTo>
                  <a:lnTo>
                    <a:pt x="8275342" y="477954"/>
                  </a:lnTo>
                  <a:lnTo>
                    <a:pt x="8319891" y="528832"/>
                  </a:lnTo>
                  <a:lnTo>
                    <a:pt x="8363597" y="583310"/>
                  </a:lnTo>
                  <a:lnTo>
                    <a:pt x="8406720" y="641400"/>
                  </a:lnTo>
                  <a:lnTo>
                    <a:pt x="8449463" y="703048"/>
                  </a:lnTo>
                  <a:lnTo>
                    <a:pt x="8491987" y="768128"/>
                  </a:lnTo>
                  <a:lnTo>
                    <a:pt x="8534410" y="836437"/>
                  </a:lnTo>
                  <a:lnTo>
                    <a:pt x="8576814" y="907696"/>
                  </a:lnTo>
                  <a:lnTo>
                    <a:pt x="8619254" y="981551"/>
                  </a:lnTo>
                  <a:lnTo>
                    <a:pt x="8661753" y="1057576"/>
                  </a:lnTo>
                  <a:lnTo>
                    <a:pt x="8704318" y="1135284"/>
                  </a:lnTo>
                  <a:lnTo>
                    <a:pt x="8746934" y="1214139"/>
                  </a:lnTo>
                  <a:lnTo>
                    <a:pt x="8789579" y="1293570"/>
                  </a:lnTo>
                  <a:lnTo>
                    <a:pt x="8832224" y="1372988"/>
                  </a:lnTo>
                  <a:lnTo>
                    <a:pt x="8874838" y="1451805"/>
                  </a:lnTo>
                  <a:lnTo>
                    <a:pt x="8917400" y="1529450"/>
                  </a:lnTo>
                  <a:lnTo>
                    <a:pt x="8959896" y="1605389"/>
                  </a:lnTo>
                  <a:lnTo>
                    <a:pt x="9002333" y="1679137"/>
                  </a:lnTo>
                  <a:lnTo>
                    <a:pt x="9044738" y="1750273"/>
                  </a:lnTo>
                  <a:lnTo>
                    <a:pt x="9087163" y="1818445"/>
                  </a:lnTo>
                  <a:lnTo>
                    <a:pt x="9129694" y="1883377"/>
                  </a:lnTo>
                  <a:lnTo>
                    <a:pt x="9172450" y="1944870"/>
                  </a:lnTo>
                  <a:lnTo>
                    <a:pt x="9215594" y="2002801"/>
                  </a:lnTo>
                  <a:lnTo>
                    <a:pt x="9259331" y="2057120"/>
                  </a:lnTo>
                  <a:lnTo>
                    <a:pt x="9303924" y="2107840"/>
                  </a:lnTo>
                  <a:lnTo>
                    <a:pt x="9347647" y="2153027"/>
                  </a:lnTo>
                  <a:lnTo>
                    <a:pt x="9398772" y="2200281"/>
                  </a:lnTo>
                  <a:lnTo>
                    <a:pt x="9452268" y="2243494"/>
                  </a:lnTo>
                  <a:lnTo>
                    <a:pt x="9508790" y="2282804"/>
                  </a:lnTo>
                  <a:lnTo>
                    <a:pt x="9569056" y="2318481"/>
                  </a:lnTo>
                  <a:lnTo>
                    <a:pt x="9633811" y="2350851"/>
                  </a:lnTo>
                  <a:lnTo>
                    <a:pt x="9703788" y="2380252"/>
                  </a:lnTo>
                  <a:lnTo>
                    <a:pt x="9779661" y="2407003"/>
                  </a:lnTo>
                  <a:lnTo>
                    <a:pt x="9861980" y="2431386"/>
                  </a:lnTo>
                  <a:lnTo>
                    <a:pt x="9951094" y="2453637"/>
                  </a:lnTo>
                  <a:lnTo>
                    <a:pt x="10047034" y="2473940"/>
                  </a:lnTo>
                  <a:lnTo>
                    <a:pt x="10149396" y="2492425"/>
                  </a:lnTo>
                  <a:lnTo>
                    <a:pt x="10257197" y="2509166"/>
                  </a:lnTo>
                  <a:lnTo>
                    <a:pt x="10368752" y="2524189"/>
                  </a:lnTo>
                  <a:lnTo>
                    <a:pt x="10481616" y="2537481"/>
                  </a:lnTo>
                  <a:lnTo>
                    <a:pt x="10592613" y="2549008"/>
                  </a:lnTo>
                  <a:lnTo>
                    <a:pt x="10698028" y="2558737"/>
                  </a:lnTo>
                  <a:lnTo>
                    <a:pt x="10793972" y="2566660"/>
                  </a:lnTo>
                  <a:lnTo>
                    <a:pt x="10876876" y="2572825"/>
                  </a:lnTo>
                  <a:lnTo>
                    <a:pt x="10944054" y="2577347"/>
                  </a:lnTo>
                  <a:lnTo>
                    <a:pt x="10994176" y="2580413"/>
                  </a:lnTo>
                  <a:lnTo>
                    <a:pt x="11027559" y="2582276"/>
                  </a:lnTo>
                  <a:lnTo>
                    <a:pt x="11046212" y="2583229"/>
                  </a:lnTo>
                  <a:lnTo>
                    <a:pt x="11053691" y="2583580"/>
                  </a:lnTo>
                  <a:lnTo>
                    <a:pt x="11054891" y="2583632"/>
                  </a:lnTo>
                  <a:lnTo>
                    <a:pt x="11054891" y="2583632"/>
                  </a:lnTo>
                  <a:lnTo>
                    <a:pt x="12049831" y="2583632"/>
                  </a:lnTo>
                  <a:lnTo>
                    <a:pt x="12049831" y="25836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1" name="pl1360"/>
            <p:cNvSpPr/>
            <p:nvPr/>
          </p:nvSpPr>
          <p:spPr>
            <a:xfrm>
              <a:off x="1199187" y="2148495"/>
              <a:ext cx="12049831" cy="2594113"/>
            </a:xfrm>
            <a:custGeom>
              <a:avLst/>
              <a:pathLst>
                <a:path w="12049831" h="2594113">
                  <a:moveTo>
                    <a:pt x="12049831" y="2583632"/>
                  </a:moveTo>
                  <a:lnTo>
                    <a:pt x="11054891" y="2583632"/>
                  </a:lnTo>
                  <a:lnTo>
                    <a:pt x="11053805" y="2583585"/>
                  </a:lnTo>
                  <a:lnTo>
                    <a:pt x="11046632" y="2583250"/>
                  </a:lnTo>
                  <a:lnTo>
                    <a:pt x="11028433" y="2582323"/>
                  </a:lnTo>
                  <a:lnTo>
                    <a:pt x="10995603" y="2580496"/>
                  </a:lnTo>
                  <a:lnTo>
                    <a:pt x="10946075" y="2577476"/>
                  </a:lnTo>
                  <a:lnTo>
                    <a:pt x="10879474" y="2573008"/>
                  </a:lnTo>
                  <a:lnTo>
                    <a:pt x="10797075" y="2566902"/>
                  </a:lnTo>
                  <a:lnTo>
                    <a:pt x="10701526" y="2559041"/>
                  </a:lnTo>
                  <a:lnTo>
                    <a:pt x="10596373" y="2549375"/>
                  </a:lnTo>
                  <a:lnTo>
                    <a:pt x="10485506" y="2537909"/>
                  </a:lnTo>
                  <a:lnTo>
                    <a:pt x="10372650" y="2524677"/>
                  </a:lnTo>
                  <a:lnTo>
                    <a:pt x="10261003" y="2509714"/>
                  </a:lnTo>
                  <a:lnTo>
                    <a:pt x="10153041" y="2493032"/>
                  </a:lnTo>
                  <a:lnTo>
                    <a:pt x="10050471" y="2474609"/>
                  </a:lnTo>
                  <a:lnTo>
                    <a:pt x="9954298" y="2454370"/>
                  </a:lnTo>
                  <a:lnTo>
                    <a:pt x="9864947" y="2432189"/>
                  </a:lnTo>
                  <a:lnTo>
                    <a:pt x="9782397" y="2407884"/>
                  </a:lnTo>
                  <a:lnTo>
                    <a:pt x="9706310" y="2381220"/>
                  </a:lnTo>
                  <a:lnTo>
                    <a:pt x="9636140" y="2351916"/>
                  </a:lnTo>
                  <a:lnTo>
                    <a:pt x="9571216" y="2319653"/>
                  </a:lnTo>
                  <a:lnTo>
                    <a:pt x="9510807" y="2284097"/>
                  </a:lnTo>
                  <a:lnTo>
                    <a:pt x="9454168" y="2244917"/>
                  </a:lnTo>
                  <a:lnTo>
                    <a:pt x="9400578" y="2201843"/>
                  </a:lnTo>
                  <a:lnTo>
                    <a:pt x="9349382" y="2154728"/>
                  </a:lnTo>
                  <a:lnTo>
                    <a:pt x="9347647" y="2153027"/>
                  </a:lnTo>
                  <a:lnTo>
                    <a:pt x="9301934" y="2105677"/>
                  </a:lnTo>
                  <a:lnTo>
                    <a:pt x="9257386" y="2054799"/>
                  </a:lnTo>
                  <a:lnTo>
                    <a:pt x="9213679" y="2000321"/>
                  </a:lnTo>
                  <a:lnTo>
                    <a:pt x="9170557" y="1942231"/>
                  </a:lnTo>
                  <a:lnTo>
                    <a:pt x="9127813" y="1880583"/>
                  </a:lnTo>
                  <a:lnTo>
                    <a:pt x="9085290" y="1815504"/>
                  </a:lnTo>
                  <a:lnTo>
                    <a:pt x="9042867" y="1747195"/>
                  </a:lnTo>
                  <a:lnTo>
                    <a:pt x="9000462" y="1675935"/>
                  </a:lnTo>
                  <a:lnTo>
                    <a:pt x="8958023" y="1602081"/>
                  </a:lnTo>
                  <a:lnTo>
                    <a:pt x="8915523" y="1526056"/>
                  </a:lnTo>
                  <a:lnTo>
                    <a:pt x="8872959" y="1448348"/>
                  </a:lnTo>
                  <a:lnTo>
                    <a:pt x="8830342" y="1369492"/>
                  </a:lnTo>
                  <a:lnTo>
                    <a:pt x="8787697" y="1290061"/>
                  </a:lnTo>
                  <a:lnTo>
                    <a:pt x="8745053" y="1210643"/>
                  </a:lnTo>
                  <a:lnTo>
                    <a:pt x="8702438" y="1131827"/>
                  </a:lnTo>
                  <a:lnTo>
                    <a:pt x="8659877" y="1054182"/>
                  </a:lnTo>
                  <a:lnTo>
                    <a:pt x="8617380" y="978243"/>
                  </a:lnTo>
                  <a:lnTo>
                    <a:pt x="8574943" y="904494"/>
                  </a:lnTo>
                  <a:lnTo>
                    <a:pt x="8532539" y="833358"/>
                  </a:lnTo>
                  <a:lnTo>
                    <a:pt x="8490114" y="765187"/>
                  </a:lnTo>
                  <a:lnTo>
                    <a:pt x="8447583" y="700255"/>
                  </a:lnTo>
                  <a:lnTo>
                    <a:pt x="8404826" y="638762"/>
                  </a:lnTo>
                  <a:lnTo>
                    <a:pt x="8361683" y="580830"/>
                  </a:lnTo>
                  <a:lnTo>
                    <a:pt x="8317945" y="526512"/>
                  </a:lnTo>
                  <a:lnTo>
                    <a:pt x="8273352" y="475791"/>
                  </a:lnTo>
                  <a:lnTo>
                    <a:pt x="8229629" y="430605"/>
                  </a:lnTo>
                  <a:lnTo>
                    <a:pt x="8178505" y="383350"/>
                  </a:lnTo>
                  <a:lnTo>
                    <a:pt x="8125009" y="340138"/>
                  </a:lnTo>
                  <a:lnTo>
                    <a:pt x="8068486" y="300828"/>
                  </a:lnTo>
                  <a:lnTo>
                    <a:pt x="8008220" y="265151"/>
                  </a:lnTo>
                  <a:lnTo>
                    <a:pt x="7943465" y="232780"/>
                  </a:lnTo>
                  <a:lnTo>
                    <a:pt x="7873488" y="203379"/>
                  </a:lnTo>
                  <a:lnTo>
                    <a:pt x="7797616" y="176629"/>
                  </a:lnTo>
                  <a:lnTo>
                    <a:pt x="7715296" y="152246"/>
                  </a:lnTo>
                  <a:lnTo>
                    <a:pt x="7626183" y="129995"/>
                  </a:lnTo>
                  <a:lnTo>
                    <a:pt x="7530242" y="109692"/>
                  </a:lnTo>
                  <a:lnTo>
                    <a:pt x="7427880" y="91207"/>
                  </a:lnTo>
                  <a:lnTo>
                    <a:pt x="7320080" y="74466"/>
                  </a:lnTo>
                  <a:lnTo>
                    <a:pt x="7208524" y="59443"/>
                  </a:lnTo>
                  <a:lnTo>
                    <a:pt x="7095660" y="46151"/>
                  </a:lnTo>
                  <a:lnTo>
                    <a:pt x="6984664" y="34624"/>
                  </a:lnTo>
                  <a:lnTo>
                    <a:pt x="6879248" y="24895"/>
                  </a:lnTo>
                  <a:lnTo>
                    <a:pt x="6783305" y="16971"/>
                  </a:lnTo>
                  <a:lnTo>
                    <a:pt x="6700400" y="10806"/>
                  </a:lnTo>
                  <a:lnTo>
                    <a:pt x="6633222" y="6285"/>
                  </a:lnTo>
                  <a:lnTo>
                    <a:pt x="6583100" y="3218"/>
                  </a:lnTo>
                  <a:lnTo>
                    <a:pt x="6549718" y="1355"/>
                  </a:lnTo>
                  <a:lnTo>
                    <a:pt x="6531065" y="402"/>
                  </a:lnTo>
                  <a:lnTo>
                    <a:pt x="6523586" y="52"/>
                  </a:lnTo>
                  <a:lnTo>
                    <a:pt x="652238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0" y="47"/>
                  </a:lnTo>
                  <a:lnTo>
                    <a:pt x="5519189" y="383"/>
                  </a:lnTo>
                  <a:lnTo>
                    <a:pt x="5500997" y="1314"/>
                  </a:lnTo>
                  <a:lnTo>
                    <a:pt x="5468177" y="3147"/>
                  </a:lnTo>
                  <a:lnTo>
                    <a:pt x="5418665" y="6179"/>
                  </a:lnTo>
                  <a:lnTo>
                    <a:pt x="5352083" y="10663"/>
                  </a:lnTo>
                  <a:lnTo>
                    <a:pt x="5269705" y="16791"/>
                  </a:lnTo>
                  <a:lnTo>
                    <a:pt x="5174179" y="24682"/>
                  </a:lnTo>
                  <a:lnTo>
                    <a:pt x="5069047" y="34384"/>
                  </a:lnTo>
                  <a:lnTo>
                    <a:pt x="4958197" y="45893"/>
                  </a:lnTo>
                  <a:lnTo>
                    <a:pt x="4845355" y="59175"/>
                  </a:lnTo>
                  <a:lnTo>
                    <a:pt x="4733718" y="74195"/>
                  </a:lnTo>
                  <a:lnTo>
                    <a:pt x="4625762" y="90939"/>
                  </a:lnTo>
                  <a:lnTo>
                    <a:pt x="4523194" y="109432"/>
                  </a:lnTo>
                  <a:lnTo>
                    <a:pt x="4427021" y="129747"/>
                  </a:lnTo>
                  <a:lnTo>
                    <a:pt x="4337668" y="152011"/>
                  </a:lnTo>
                  <a:lnTo>
                    <a:pt x="4255115" y="176408"/>
                  </a:lnTo>
                  <a:lnTo>
                    <a:pt x="4179024" y="203172"/>
                  </a:lnTo>
                  <a:lnTo>
                    <a:pt x="4108850" y="232585"/>
                  </a:lnTo>
                  <a:lnTo>
                    <a:pt x="4043922" y="264966"/>
                  </a:lnTo>
                  <a:lnTo>
                    <a:pt x="3983511" y="300655"/>
                  </a:lnTo>
                  <a:lnTo>
                    <a:pt x="3926869" y="339978"/>
                  </a:lnTo>
                  <a:lnTo>
                    <a:pt x="3873279" y="383211"/>
                  </a:lnTo>
                  <a:lnTo>
                    <a:pt x="3822083" y="430500"/>
                  </a:lnTo>
                  <a:lnTo>
                    <a:pt x="3820202" y="432352"/>
                  </a:lnTo>
                  <a:lnTo>
                    <a:pt x="3774553" y="479823"/>
                  </a:lnTo>
                  <a:lnTo>
                    <a:pt x="3730065" y="530827"/>
                  </a:lnTo>
                  <a:lnTo>
                    <a:pt x="3686419" y="585435"/>
                  </a:lnTo>
                  <a:lnTo>
                    <a:pt x="3643356" y="643660"/>
                  </a:lnTo>
                  <a:lnTo>
                    <a:pt x="3600671" y="705447"/>
                  </a:lnTo>
                  <a:lnTo>
                    <a:pt x="3558207" y="770671"/>
                  </a:lnTo>
                  <a:lnTo>
                    <a:pt x="3515844" y="839131"/>
                  </a:lnTo>
                  <a:lnTo>
                    <a:pt x="3473500" y="910547"/>
                  </a:lnTo>
                  <a:lnTo>
                    <a:pt x="3431122" y="984567"/>
                  </a:lnTo>
                  <a:lnTo>
                    <a:pt x="3388684" y="1060765"/>
                  </a:lnTo>
                  <a:lnTo>
                    <a:pt x="3346181" y="1138656"/>
                  </a:lnTo>
                  <a:lnTo>
                    <a:pt x="3303626" y="1217704"/>
                  </a:lnTo>
                  <a:lnTo>
                    <a:pt x="3261042" y="1297339"/>
                  </a:lnTo>
                  <a:lnTo>
                    <a:pt x="3218458" y="1376971"/>
                  </a:lnTo>
                  <a:lnTo>
                    <a:pt x="3175903" y="1456013"/>
                  </a:lnTo>
                  <a:lnTo>
                    <a:pt x="3133401" y="1533894"/>
                  </a:lnTo>
                  <a:lnTo>
                    <a:pt x="3090963" y="1610078"/>
                  </a:lnTo>
                  <a:lnTo>
                    <a:pt x="3048585" y="1684081"/>
                  </a:lnTo>
                  <a:lnTo>
                    <a:pt x="3006241" y="1755478"/>
                  </a:lnTo>
                  <a:lnTo>
                    <a:pt x="2963878" y="1823915"/>
                  </a:lnTo>
                  <a:lnTo>
                    <a:pt x="2921412" y="1889116"/>
                  </a:lnTo>
                  <a:lnTo>
                    <a:pt x="2878726" y="1950878"/>
                  </a:lnTo>
                  <a:lnTo>
                    <a:pt x="2835659" y="2009077"/>
                  </a:lnTo>
                  <a:lnTo>
                    <a:pt x="2792008" y="2063660"/>
                  </a:lnTo>
                  <a:lnTo>
                    <a:pt x="2747513" y="2114638"/>
                  </a:lnTo>
                  <a:lnTo>
                    <a:pt x="2702183" y="2161761"/>
                  </a:lnTo>
                  <a:lnTo>
                    <a:pt x="2651066" y="2209202"/>
                  </a:lnTo>
                  <a:lnTo>
                    <a:pt x="2597576" y="2252585"/>
                  </a:lnTo>
                  <a:lnTo>
                    <a:pt x="2541062" y="2292051"/>
                  </a:lnTo>
                  <a:lnTo>
                    <a:pt x="2480805" y="2327870"/>
                  </a:lnTo>
                  <a:lnTo>
                    <a:pt x="2416060" y="2360369"/>
                  </a:lnTo>
                  <a:lnTo>
                    <a:pt x="2346096" y="2389888"/>
                  </a:lnTo>
                  <a:lnTo>
                    <a:pt x="2270237" y="2416746"/>
                  </a:lnTo>
                  <a:lnTo>
                    <a:pt x="2187934" y="2441226"/>
                  </a:lnTo>
                  <a:lnTo>
                    <a:pt x="2098838" y="2463567"/>
                  </a:lnTo>
                  <a:lnTo>
                    <a:pt x="2002917" y="2483953"/>
                  </a:lnTo>
                  <a:lnTo>
                    <a:pt x="1900575" y="2502512"/>
                  </a:lnTo>
                  <a:lnTo>
                    <a:pt x="1792795" y="2519322"/>
                  </a:lnTo>
                  <a:lnTo>
                    <a:pt x="1681256" y="2534406"/>
                  </a:lnTo>
                  <a:lnTo>
                    <a:pt x="1568406" y="2547754"/>
                  </a:lnTo>
                  <a:lnTo>
                    <a:pt x="1457416" y="2559329"/>
                  </a:lnTo>
                  <a:lnTo>
                    <a:pt x="1351999" y="2569100"/>
                  </a:lnTo>
                  <a:lnTo>
                    <a:pt x="1256045" y="2577058"/>
                  </a:lnTo>
                  <a:lnTo>
                    <a:pt x="1173119" y="2583251"/>
                  </a:lnTo>
                  <a:lnTo>
                    <a:pt x="1105912" y="2587794"/>
                  </a:lnTo>
                  <a:lnTo>
                    <a:pt x="1055756" y="2590876"/>
                  </a:lnTo>
                  <a:lnTo>
                    <a:pt x="1022337" y="2592749"/>
                  </a:lnTo>
                  <a:lnTo>
                    <a:pt x="1003652" y="2593707"/>
                  </a:lnTo>
                  <a:lnTo>
                    <a:pt x="996150" y="2594061"/>
                  </a:lnTo>
                  <a:lnTo>
                    <a:pt x="994940" y="2594113"/>
                  </a:lnTo>
                  <a:lnTo>
                    <a:pt x="994940" y="2594113"/>
                  </a:lnTo>
                  <a:lnTo>
                    <a:pt x="0" y="2594113"/>
                  </a:lnTo>
                  <a:lnTo>
                    <a:pt x="0" y="25941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2" name="pg1361"/>
            <p:cNvSpPr/>
            <p:nvPr/>
          </p:nvSpPr>
          <p:spPr>
            <a:xfrm>
              <a:off x="1199187" y="3505819"/>
              <a:ext cx="12049831" cy="1331121"/>
            </a:xfrm>
            <a:custGeom>
              <a:avLst/>
              <a:pathLst>
                <a:path w="12049831" h="1331121">
                  <a:moveTo>
                    <a:pt x="0" y="1331121"/>
                  </a:moveTo>
                  <a:lnTo>
                    <a:pt x="994940" y="1331121"/>
                  </a:lnTo>
                  <a:lnTo>
                    <a:pt x="996062" y="1331096"/>
                  </a:lnTo>
                  <a:lnTo>
                    <a:pt x="1003472" y="1330917"/>
                  </a:lnTo>
                  <a:lnTo>
                    <a:pt x="1022257" y="1330425"/>
                  </a:lnTo>
                  <a:lnTo>
                    <a:pt x="1056102" y="1329455"/>
                  </a:lnTo>
                  <a:lnTo>
                    <a:pt x="1107077" y="1327852"/>
                  </a:lnTo>
                  <a:lnTo>
                    <a:pt x="1175481" y="1325483"/>
                  </a:lnTo>
                  <a:lnTo>
                    <a:pt x="1259895" y="1322249"/>
                  </a:lnTo>
                  <a:lnTo>
                    <a:pt x="1357496" y="1318089"/>
                  </a:lnTo>
                  <a:lnTo>
                    <a:pt x="1464565" y="1312982"/>
                  </a:lnTo>
                  <a:lnTo>
                    <a:pt x="1577075" y="1306932"/>
                  </a:lnTo>
                  <a:lnTo>
                    <a:pt x="1691218" y="1299957"/>
                  </a:lnTo>
                  <a:lnTo>
                    <a:pt x="1803766" y="1292075"/>
                  </a:lnTo>
                  <a:lnTo>
                    <a:pt x="1912266" y="1283291"/>
                  </a:lnTo>
                  <a:lnTo>
                    <a:pt x="2015057" y="1273588"/>
                  </a:lnTo>
                  <a:lnTo>
                    <a:pt x="2111201" y="1262924"/>
                  </a:lnTo>
                  <a:lnTo>
                    <a:pt x="2200345" y="1251226"/>
                  </a:lnTo>
                  <a:lnTo>
                    <a:pt x="2282575" y="1238392"/>
                  </a:lnTo>
                  <a:lnTo>
                    <a:pt x="2358289" y="1224294"/>
                  </a:lnTo>
                  <a:lnTo>
                    <a:pt x="2428084" y="1208778"/>
                  </a:lnTo>
                  <a:lnTo>
                    <a:pt x="2492670" y="1191671"/>
                  </a:lnTo>
                  <a:lnTo>
                    <a:pt x="2552812" y="1172795"/>
                  </a:lnTo>
                  <a:lnTo>
                    <a:pt x="2609277" y="1151979"/>
                  </a:lnTo>
                  <a:lnTo>
                    <a:pt x="2662798" y="1129093"/>
                  </a:lnTo>
                  <a:lnTo>
                    <a:pt x="2702183" y="1110140"/>
                  </a:lnTo>
                  <a:lnTo>
                    <a:pt x="2756903" y="1080758"/>
                  </a:lnTo>
                  <a:lnTo>
                    <a:pt x="2810042" y="1048753"/>
                  </a:lnTo>
                  <a:lnTo>
                    <a:pt x="2862123" y="1014080"/>
                  </a:lnTo>
                  <a:lnTo>
                    <a:pt x="2913547" y="976755"/>
                  </a:lnTo>
                  <a:lnTo>
                    <a:pt x="2964611" y="936872"/>
                  </a:lnTo>
                  <a:lnTo>
                    <a:pt x="3015528" y="894604"/>
                  </a:lnTo>
                  <a:lnTo>
                    <a:pt x="3066436" y="850205"/>
                  </a:lnTo>
                  <a:lnTo>
                    <a:pt x="3117412" y="804010"/>
                  </a:lnTo>
                  <a:lnTo>
                    <a:pt x="3168481" y="756423"/>
                  </a:lnTo>
                  <a:lnTo>
                    <a:pt x="3219629" y="707908"/>
                  </a:lnTo>
                  <a:lnTo>
                    <a:pt x="3270818" y="658970"/>
                  </a:lnTo>
                  <a:lnTo>
                    <a:pt x="3321998" y="610131"/>
                  </a:lnTo>
                  <a:lnTo>
                    <a:pt x="3373120" y="561908"/>
                  </a:lnTo>
                  <a:lnTo>
                    <a:pt x="3424153" y="514793"/>
                  </a:lnTo>
                  <a:lnTo>
                    <a:pt x="3475098" y="469229"/>
                  </a:lnTo>
                  <a:lnTo>
                    <a:pt x="3525997" y="425596"/>
                  </a:lnTo>
                  <a:lnTo>
                    <a:pt x="3576950" y="384199"/>
                  </a:lnTo>
                  <a:lnTo>
                    <a:pt x="3628120" y="345263"/>
                  </a:lnTo>
                  <a:lnTo>
                    <a:pt x="3679751" y="308928"/>
                  </a:lnTo>
                  <a:lnTo>
                    <a:pt x="3732177" y="275260"/>
                  </a:lnTo>
                  <a:lnTo>
                    <a:pt x="3785842" y="244250"/>
                  </a:lnTo>
                  <a:lnTo>
                    <a:pt x="3820202" y="226220"/>
                  </a:lnTo>
                  <a:lnTo>
                    <a:pt x="3871917" y="201707"/>
                  </a:lnTo>
                  <a:lnTo>
                    <a:pt x="3926067" y="179315"/>
                  </a:lnTo>
                  <a:lnTo>
                    <a:pt x="3983327" y="158969"/>
                  </a:lnTo>
                  <a:lnTo>
                    <a:pt x="4044442" y="140523"/>
                  </a:lnTo>
                  <a:lnTo>
                    <a:pt x="4110183" y="123806"/>
                  </a:lnTo>
                  <a:lnTo>
                    <a:pt x="4181306" y="108637"/>
                  </a:lnTo>
                  <a:lnTo>
                    <a:pt x="4258501" y="94849"/>
                  </a:lnTo>
                  <a:lnTo>
                    <a:pt x="4342328" y="82292"/>
                  </a:lnTo>
                  <a:lnTo>
                    <a:pt x="4433120" y="70845"/>
                  </a:lnTo>
                  <a:lnTo>
                    <a:pt x="4530875" y="60412"/>
                  </a:lnTo>
                  <a:lnTo>
                    <a:pt x="4635115" y="50927"/>
                  </a:lnTo>
                  <a:lnTo>
                    <a:pt x="4744742" y="42355"/>
                  </a:lnTo>
                  <a:lnTo>
                    <a:pt x="4857915" y="34685"/>
                  </a:lnTo>
                  <a:lnTo>
                    <a:pt x="4971990" y="27925"/>
                  </a:lnTo>
                  <a:lnTo>
                    <a:pt x="5083581" y="22095"/>
                  </a:lnTo>
                  <a:lnTo>
                    <a:pt x="5188788" y="17211"/>
                  </a:lnTo>
                  <a:lnTo>
                    <a:pt x="5283605" y="13272"/>
                  </a:lnTo>
                  <a:lnTo>
                    <a:pt x="5364471" y="10247"/>
                  </a:lnTo>
                  <a:lnTo>
                    <a:pt x="5428853" y="8068"/>
                  </a:lnTo>
                  <a:lnTo>
                    <a:pt x="5475715" y="6626"/>
                  </a:lnTo>
                  <a:lnTo>
                    <a:pt x="5505777" y="5783"/>
                  </a:lnTo>
                  <a:lnTo>
                    <a:pt x="5521506" y="5379"/>
                  </a:lnTo>
                  <a:lnTo>
                    <a:pt x="5526936" y="525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0" y="5248"/>
                  </a:lnTo>
                  <a:lnTo>
                    <a:pt x="6531010" y="5308"/>
                  </a:lnTo>
                  <a:lnTo>
                    <a:pt x="6549991" y="5471"/>
                  </a:lnTo>
                  <a:lnTo>
                    <a:pt x="6584176" y="5793"/>
                  </a:lnTo>
                  <a:lnTo>
                    <a:pt x="6635635" y="6324"/>
                  </a:lnTo>
                  <a:lnTo>
                    <a:pt x="6704640" y="7110"/>
                  </a:lnTo>
                  <a:lnTo>
                    <a:pt x="6789724" y="8182"/>
                  </a:lnTo>
                  <a:lnTo>
                    <a:pt x="6888003" y="9560"/>
                  </a:lnTo>
                  <a:lnTo>
                    <a:pt x="6995702" y="11252"/>
                  </a:lnTo>
                  <a:lnTo>
                    <a:pt x="7108749" y="13255"/>
                  </a:lnTo>
                  <a:lnTo>
                    <a:pt x="7223307" y="15563"/>
                  </a:lnTo>
                  <a:lnTo>
                    <a:pt x="7336144" y="18172"/>
                  </a:lnTo>
                  <a:lnTo>
                    <a:pt x="7444810" y="21078"/>
                  </a:lnTo>
                  <a:lnTo>
                    <a:pt x="7547666" y="24288"/>
                  </a:lnTo>
                  <a:lnTo>
                    <a:pt x="7643793" y="27817"/>
                  </a:lnTo>
                  <a:lnTo>
                    <a:pt x="7732862" y="31690"/>
                  </a:lnTo>
                  <a:lnTo>
                    <a:pt x="7814984" y="35940"/>
                  </a:lnTo>
                  <a:lnTo>
                    <a:pt x="7890573" y="40611"/>
                  </a:lnTo>
                  <a:lnTo>
                    <a:pt x="7960245" y="45754"/>
                  </a:lnTo>
                  <a:lnTo>
                    <a:pt x="8024722" y="51427"/>
                  </a:lnTo>
                  <a:lnTo>
                    <a:pt x="8084780" y="57690"/>
                  </a:lnTo>
                  <a:lnTo>
                    <a:pt x="8141193" y="64597"/>
                  </a:lnTo>
                  <a:lnTo>
                    <a:pt x="8194697" y="72191"/>
                  </a:lnTo>
                  <a:lnTo>
                    <a:pt x="8229629" y="77736"/>
                  </a:lnTo>
                  <a:lnTo>
                    <a:pt x="8290305" y="88496"/>
                  </a:lnTo>
                  <a:lnTo>
                    <a:pt x="8349108" y="100320"/>
                  </a:lnTo>
                  <a:lnTo>
                    <a:pt x="8406724" y="113225"/>
                  </a:lnTo>
                  <a:lnTo>
                    <a:pt x="8463661" y="127194"/>
                  </a:lnTo>
                  <a:lnTo>
                    <a:pt x="8520281" y="142171"/>
                  </a:lnTo>
                  <a:lnTo>
                    <a:pt x="8576823" y="158060"/>
                  </a:lnTo>
                  <a:lnTo>
                    <a:pt x="8633423" y="174724"/>
                  </a:lnTo>
                  <a:lnTo>
                    <a:pt x="8690134" y="191990"/>
                  </a:lnTo>
                  <a:lnTo>
                    <a:pt x="8746947" y="209653"/>
                  </a:lnTo>
                  <a:lnTo>
                    <a:pt x="8803810" y="227488"/>
                  </a:lnTo>
                  <a:lnTo>
                    <a:pt x="8860654" y="245261"/>
                  </a:lnTo>
                  <a:lnTo>
                    <a:pt x="8917417" y="262739"/>
                  </a:lnTo>
                  <a:lnTo>
                    <a:pt x="8974067" y="279708"/>
                  </a:lnTo>
                  <a:lnTo>
                    <a:pt x="9030624" y="295977"/>
                  </a:lnTo>
                  <a:lnTo>
                    <a:pt x="9087185" y="311394"/>
                  </a:lnTo>
                  <a:lnTo>
                    <a:pt x="9143937" y="325842"/>
                  </a:lnTo>
                  <a:lnTo>
                    <a:pt x="9201183" y="339248"/>
                  </a:lnTo>
                  <a:lnTo>
                    <a:pt x="9259358" y="351576"/>
                  </a:lnTo>
                  <a:lnTo>
                    <a:pt x="9319062" y="362829"/>
                  </a:lnTo>
                  <a:lnTo>
                    <a:pt x="9347647" y="367717"/>
                  </a:lnTo>
                  <a:lnTo>
                    <a:pt x="9399559" y="375788"/>
                  </a:lnTo>
                  <a:lnTo>
                    <a:pt x="9453925" y="383157"/>
                  </a:lnTo>
                  <a:lnTo>
                    <a:pt x="9511430" y="389851"/>
                  </a:lnTo>
                  <a:lnTo>
                    <a:pt x="9572828" y="395917"/>
                  </a:lnTo>
                  <a:lnTo>
                    <a:pt x="9638897" y="401412"/>
                  </a:lnTo>
                  <a:lnTo>
                    <a:pt x="9710402" y="406397"/>
                  </a:lnTo>
                  <a:lnTo>
                    <a:pt x="9788038" y="410927"/>
                  </a:lnTo>
                  <a:lnTo>
                    <a:pt x="9872367" y="415051"/>
                  </a:lnTo>
                  <a:lnTo>
                    <a:pt x="9963719" y="418810"/>
                  </a:lnTo>
                  <a:lnTo>
                    <a:pt x="10062077" y="422234"/>
                  </a:lnTo>
                  <a:lnTo>
                    <a:pt x="10166939" y="425345"/>
                  </a:lnTo>
                  <a:lnTo>
                    <a:pt x="10277168" y="428155"/>
                  </a:lnTo>
                  <a:lnTo>
                    <a:pt x="10390867" y="430667"/>
                  </a:lnTo>
                  <a:lnTo>
                    <a:pt x="10505325" y="432878"/>
                  </a:lnTo>
                  <a:lnTo>
                    <a:pt x="10617087" y="434781"/>
                  </a:lnTo>
                  <a:lnTo>
                    <a:pt x="10722191" y="436371"/>
                  </a:lnTo>
                  <a:lnTo>
                    <a:pt x="10816596" y="437649"/>
                  </a:lnTo>
                  <a:lnTo>
                    <a:pt x="10896751" y="438626"/>
                  </a:lnTo>
                  <a:lnTo>
                    <a:pt x="10960178" y="439326"/>
                  </a:lnTo>
                  <a:lnTo>
                    <a:pt x="11005948" y="439785"/>
                  </a:lnTo>
                  <a:lnTo>
                    <a:pt x="11034920" y="440049"/>
                  </a:lnTo>
                  <a:lnTo>
                    <a:pt x="11049717" y="440173"/>
                  </a:lnTo>
                  <a:lnTo>
                    <a:pt x="11054532" y="440210"/>
                  </a:lnTo>
                  <a:lnTo>
                    <a:pt x="11054891" y="440213"/>
                  </a:lnTo>
                  <a:lnTo>
                    <a:pt x="12049831" y="440213"/>
                  </a:lnTo>
                  <a:lnTo>
                    <a:pt x="12049831" y="434972"/>
                  </a:lnTo>
                  <a:lnTo>
                    <a:pt x="11054891" y="434972"/>
                  </a:lnTo>
                  <a:lnTo>
                    <a:pt x="11053756" y="434964"/>
                  </a:lnTo>
                  <a:lnTo>
                    <a:pt x="11046266" y="434905"/>
                  </a:lnTo>
                  <a:lnTo>
                    <a:pt x="11027286" y="434741"/>
                  </a:lnTo>
                  <a:lnTo>
                    <a:pt x="10993101" y="434420"/>
                  </a:lnTo>
                  <a:lnTo>
                    <a:pt x="10941642" y="433888"/>
                  </a:lnTo>
                  <a:lnTo>
                    <a:pt x="10872637" y="433102"/>
                  </a:lnTo>
                  <a:lnTo>
                    <a:pt x="10787553" y="432030"/>
                  </a:lnTo>
                  <a:lnTo>
                    <a:pt x="10689273" y="430652"/>
                  </a:lnTo>
                  <a:lnTo>
                    <a:pt x="10581574" y="428960"/>
                  </a:lnTo>
                  <a:lnTo>
                    <a:pt x="10468527" y="426957"/>
                  </a:lnTo>
                  <a:lnTo>
                    <a:pt x="10353969" y="424649"/>
                  </a:lnTo>
                  <a:lnTo>
                    <a:pt x="10241132" y="422041"/>
                  </a:lnTo>
                  <a:lnTo>
                    <a:pt x="10132466" y="419134"/>
                  </a:lnTo>
                  <a:lnTo>
                    <a:pt x="10029611" y="415924"/>
                  </a:lnTo>
                  <a:lnTo>
                    <a:pt x="9933483" y="412395"/>
                  </a:lnTo>
                  <a:lnTo>
                    <a:pt x="9844414" y="408522"/>
                  </a:lnTo>
                  <a:lnTo>
                    <a:pt x="9762293" y="404272"/>
                  </a:lnTo>
                  <a:lnTo>
                    <a:pt x="9686703" y="399601"/>
                  </a:lnTo>
                  <a:lnTo>
                    <a:pt x="9617032" y="394458"/>
                  </a:lnTo>
                  <a:lnTo>
                    <a:pt x="9552554" y="388785"/>
                  </a:lnTo>
                  <a:lnTo>
                    <a:pt x="9492497" y="382523"/>
                  </a:lnTo>
                  <a:lnTo>
                    <a:pt x="9436084" y="375616"/>
                  </a:lnTo>
                  <a:lnTo>
                    <a:pt x="9382580" y="368021"/>
                  </a:lnTo>
                  <a:lnTo>
                    <a:pt x="9347647" y="362477"/>
                  </a:lnTo>
                  <a:lnTo>
                    <a:pt x="9286971" y="351716"/>
                  </a:lnTo>
                  <a:lnTo>
                    <a:pt x="9228169" y="339892"/>
                  </a:lnTo>
                  <a:lnTo>
                    <a:pt x="9170553" y="326987"/>
                  </a:lnTo>
                  <a:lnTo>
                    <a:pt x="9113615" y="313018"/>
                  </a:lnTo>
                  <a:lnTo>
                    <a:pt x="9056995" y="298041"/>
                  </a:lnTo>
                  <a:lnTo>
                    <a:pt x="9000453" y="282153"/>
                  </a:lnTo>
                  <a:lnTo>
                    <a:pt x="8943853" y="265488"/>
                  </a:lnTo>
                  <a:lnTo>
                    <a:pt x="8887142" y="248222"/>
                  </a:lnTo>
                  <a:lnTo>
                    <a:pt x="8830329" y="230559"/>
                  </a:lnTo>
                  <a:lnTo>
                    <a:pt x="8773466" y="212724"/>
                  </a:lnTo>
                  <a:lnTo>
                    <a:pt x="8716622" y="194951"/>
                  </a:lnTo>
                  <a:lnTo>
                    <a:pt x="8659859" y="177473"/>
                  </a:lnTo>
                  <a:lnTo>
                    <a:pt x="8603210" y="160505"/>
                  </a:lnTo>
                  <a:lnTo>
                    <a:pt x="8546652" y="144235"/>
                  </a:lnTo>
                  <a:lnTo>
                    <a:pt x="8490092" y="128818"/>
                  </a:lnTo>
                  <a:lnTo>
                    <a:pt x="8433339" y="114370"/>
                  </a:lnTo>
                  <a:lnTo>
                    <a:pt x="8376094" y="100964"/>
                  </a:lnTo>
                  <a:lnTo>
                    <a:pt x="8317918" y="88636"/>
                  </a:lnTo>
                  <a:lnTo>
                    <a:pt x="8258214" y="77384"/>
                  </a:lnTo>
                  <a:lnTo>
                    <a:pt x="8229629" y="72495"/>
                  </a:lnTo>
                  <a:lnTo>
                    <a:pt x="8177717" y="64425"/>
                  </a:lnTo>
                  <a:lnTo>
                    <a:pt x="8123351" y="57055"/>
                  </a:lnTo>
                  <a:lnTo>
                    <a:pt x="8065846" y="50361"/>
                  </a:lnTo>
                  <a:lnTo>
                    <a:pt x="8004449" y="44296"/>
                  </a:lnTo>
                  <a:lnTo>
                    <a:pt x="7938380" y="38800"/>
                  </a:lnTo>
                  <a:lnTo>
                    <a:pt x="7866875" y="33815"/>
                  </a:lnTo>
                  <a:lnTo>
                    <a:pt x="7789238" y="29285"/>
                  </a:lnTo>
                  <a:lnTo>
                    <a:pt x="7704909" y="25161"/>
                  </a:lnTo>
                  <a:lnTo>
                    <a:pt x="7613558" y="21403"/>
                  </a:lnTo>
                  <a:lnTo>
                    <a:pt x="7515199" y="17978"/>
                  </a:lnTo>
                  <a:lnTo>
                    <a:pt x="7410337" y="14867"/>
                  </a:lnTo>
                  <a:lnTo>
                    <a:pt x="7300109" y="12057"/>
                  </a:lnTo>
                  <a:lnTo>
                    <a:pt x="7186410" y="9545"/>
                  </a:lnTo>
                  <a:lnTo>
                    <a:pt x="7071951" y="7335"/>
                  </a:lnTo>
                  <a:lnTo>
                    <a:pt x="6960189" y="5432"/>
                  </a:lnTo>
                  <a:lnTo>
                    <a:pt x="6855086" y="3841"/>
                  </a:lnTo>
                  <a:lnTo>
                    <a:pt x="6760680" y="2563"/>
                  </a:lnTo>
                  <a:lnTo>
                    <a:pt x="6680526" y="1586"/>
                  </a:lnTo>
                  <a:lnTo>
                    <a:pt x="6617099" y="886"/>
                  </a:lnTo>
                  <a:lnTo>
                    <a:pt x="6571328" y="428"/>
                  </a:lnTo>
                  <a:lnTo>
                    <a:pt x="6542356" y="163"/>
                  </a:lnTo>
                  <a:lnTo>
                    <a:pt x="6527560" y="39"/>
                  </a:lnTo>
                  <a:lnTo>
                    <a:pt x="6522744" y="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3" y="25"/>
                  </a:lnTo>
                  <a:lnTo>
                    <a:pt x="5518913" y="203"/>
                  </a:lnTo>
                  <a:lnTo>
                    <a:pt x="5500128" y="695"/>
                  </a:lnTo>
                  <a:lnTo>
                    <a:pt x="5466283" y="1665"/>
                  </a:lnTo>
                  <a:lnTo>
                    <a:pt x="5415308" y="3268"/>
                  </a:lnTo>
                  <a:lnTo>
                    <a:pt x="5346904" y="5637"/>
                  </a:lnTo>
                  <a:lnTo>
                    <a:pt x="5262490" y="8871"/>
                  </a:lnTo>
                  <a:lnTo>
                    <a:pt x="5164889" y="13031"/>
                  </a:lnTo>
                  <a:lnTo>
                    <a:pt x="5057820" y="18138"/>
                  </a:lnTo>
                  <a:lnTo>
                    <a:pt x="4945310" y="24188"/>
                  </a:lnTo>
                  <a:lnTo>
                    <a:pt x="4831167" y="31163"/>
                  </a:lnTo>
                  <a:lnTo>
                    <a:pt x="4718619" y="39045"/>
                  </a:lnTo>
                  <a:lnTo>
                    <a:pt x="4610119" y="47829"/>
                  </a:lnTo>
                  <a:lnTo>
                    <a:pt x="4507328" y="57532"/>
                  </a:lnTo>
                  <a:lnTo>
                    <a:pt x="4411184" y="68196"/>
                  </a:lnTo>
                  <a:lnTo>
                    <a:pt x="4322040" y="79894"/>
                  </a:lnTo>
                  <a:lnTo>
                    <a:pt x="4239810" y="92728"/>
                  </a:lnTo>
                  <a:lnTo>
                    <a:pt x="4164096" y="106826"/>
                  </a:lnTo>
                  <a:lnTo>
                    <a:pt x="4094301" y="122342"/>
                  </a:lnTo>
                  <a:lnTo>
                    <a:pt x="4029715" y="139449"/>
                  </a:lnTo>
                  <a:lnTo>
                    <a:pt x="3969573" y="158325"/>
                  </a:lnTo>
                  <a:lnTo>
                    <a:pt x="3913108" y="179141"/>
                  </a:lnTo>
                  <a:lnTo>
                    <a:pt x="3859587" y="202027"/>
                  </a:lnTo>
                  <a:lnTo>
                    <a:pt x="3820202" y="220980"/>
                  </a:lnTo>
                  <a:lnTo>
                    <a:pt x="3765482" y="250362"/>
                  </a:lnTo>
                  <a:lnTo>
                    <a:pt x="3712343" y="282367"/>
                  </a:lnTo>
                  <a:lnTo>
                    <a:pt x="3660262" y="317040"/>
                  </a:lnTo>
                  <a:lnTo>
                    <a:pt x="3608838" y="354365"/>
                  </a:lnTo>
                  <a:lnTo>
                    <a:pt x="3557774" y="394248"/>
                  </a:lnTo>
                  <a:lnTo>
                    <a:pt x="3506857" y="436516"/>
                  </a:lnTo>
                  <a:lnTo>
                    <a:pt x="3455949" y="480915"/>
                  </a:lnTo>
                  <a:lnTo>
                    <a:pt x="3404973" y="527110"/>
                  </a:lnTo>
                  <a:lnTo>
                    <a:pt x="3353904" y="574697"/>
                  </a:lnTo>
                  <a:lnTo>
                    <a:pt x="3302756" y="623212"/>
                  </a:lnTo>
                  <a:lnTo>
                    <a:pt x="3251567" y="672150"/>
                  </a:lnTo>
                  <a:lnTo>
                    <a:pt x="3200387" y="720989"/>
                  </a:lnTo>
                  <a:lnTo>
                    <a:pt x="3149265" y="769212"/>
                  </a:lnTo>
                  <a:lnTo>
                    <a:pt x="3098232" y="816327"/>
                  </a:lnTo>
                  <a:lnTo>
                    <a:pt x="3047287" y="861891"/>
                  </a:lnTo>
                  <a:lnTo>
                    <a:pt x="2996388" y="905524"/>
                  </a:lnTo>
                  <a:lnTo>
                    <a:pt x="2945435" y="946921"/>
                  </a:lnTo>
                  <a:lnTo>
                    <a:pt x="2894265" y="985857"/>
                  </a:lnTo>
                  <a:lnTo>
                    <a:pt x="2842634" y="1022192"/>
                  </a:lnTo>
                  <a:lnTo>
                    <a:pt x="2790208" y="1055860"/>
                  </a:lnTo>
                  <a:lnTo>
                    <a:pt x="2736543" y="1086870"/>
                  </a:lnTo>
                  <a:lnTo>
                    <a:pt x="2702183" y="1104900"/>
                  </a:lnTo>
                  <a:lnTo>
                    <a:pt x="2650468" y="1129413"/>
                  </a:lnTo>
                  <a:lnTo>
                    <a:pt x="2596318" y="1151805"/>
                  </a:lnTo>
                  <a:lnTo>
                    <a:pt x="2539058" y="1172152"/>
                  </a:lnTo>
                  <a:lnTo>
                    <a:pt x="2477943" y="1190597"/>
                  </a:lnTo>
                  <a:lnTo>
                    <a:pt x="2412202" y="1207314"/>
                  </a:lnTo>
                  <a:lnTo>
                    <a:pt x="2341079" y="1222483"/>
                  </a:lnTo>
                  <a:lnTo>
                    <a:pt x="2263884" y="1236271"/>
                  </a:lnTo>
                  <a:lnTo>
                    <a:pt x="2180057" y="1248828"/>
                  </a:lnTo>
                  <a:lnTo>
                    <a:pt x="2089265" y="1260275"/>
                  </a:lnTo>
                  <a:lnTo>
                    <a:pt x="1991510" y="1270708"/>
                  </a:lnTo>
                  <a:lnTo>
                    <a:pt x="1887270" y="1280193"/>
                  </a:lnTo>
                  <a:lnTo>
                    <a:pt x="1777643" y="1288765"/>
                  </a:lnTo>
                  <a:lnTo>
                    <a:pt x="1664470" y="1296435"/>
                  </a:lnTo>
                  <a:lnTo>
                    <a:pt x="1550395" y="1303195"/>
                  </a:lnTo>
                  <a:lnTo>
                    <a:pt x="1438804" y="1309025"/>
                  </a:lnTo>
                  <a:lnTo>
                    <a:pt x="1333597" y="1313909"/>
                  </a:lnTo>
                  <a:lnTo>
                    <a:pt x="1238780" y="1317848"/>
                  </a:lnTo>
                  <a:lnTo>
                    <a:pt x="1157914" y="1320873"/>
                  </a:lnTo>
                  <a:lnTo>
                    <a:pt x="1093532" y="1323052"/>
                  </a:lnTo>
                  <a:lnTo>
                    <a:pt x="1046670" y="1324494"/>
                  </a:lnTo>
                  <a:lnTo>
                    <a:pt x="1016608" y="1325337"/>
                  </a:lnTo>
                  <a:lnTo>
                    <a:pt x="1000879" y="1325741"/>
                  </a:lnTo>
                  <a:lnTo>
                    <a:pt x="995449" y="1325869"/>
                  </a:lnTo>
                  <a:lnTo>
                    <a:pt x="994940" y="1325880"/>
                  </a:lnTo>
                  <a:lnTo>
                    <a:pt x="0" y="1325880"/>
                  </a:lnTo>
                  <a:close/>
                </a:path>
              </a:pathLst>
            </a:custGeom>
            <a:solidFill>
              <a:srgbClr val="67C1B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63" name="pl1362"/>
            <p:cNvSpPr/>
            <p:nvPr/>
          </p:nvSpPr>
          <p:spPr>
            <a:xfrm>
              <a:off x="1199187" y="3511060"/>
              <a:ext cx="12049831" cy="1325880"/>
            </a:xfrm>
            <a:custGeom>
              <a:avLst/>
              <a:pathLst>
                <a:path w="12049831" h="1325880">
                  <a:moveTo>
                    <a:pt x="0" y="1325880"/>
                  </a:moveTo>
                  <a:lnTo>
                    <a:pt x="994940" y="1325880"/>
                  </a:lnTo>
                  <a:lnTo>
                    <a:pt x="996062" y="1325855"/>
                  </a:lnTo>
                  <a:lnTo>
                    <a:pt x="1003472" y="1325677"/>
                  </a:lnTo>
                  <a:lnTo>
                    <a:pt x="1022257" y="1325185"/>
                  </a:lnTo>
                  <a:lnTo>
                    <a:pt x="1056102" y="1324215"/>
                  </a:lnTo>
                  <a:lnTo>
                    <a:pt x="1107077" y="1322612"/>
                  </a:lnTo>
                  <a:lnTo>
                    <a:pt x="1175481" y="1320242"/>
                  </a:lnTo>
                  <a:lnTo>
                    <a:pt x="1259895" y="1317008"/>
                  </a:lnTo>
                  <a:lnTo>
                    <a:pt x="1357496" y="1312849"/>
                  </a:lnTo>
                  <a:lnTo>
                    <a:pt x="1464565" y="1307742"/>
                  </a:lnTo>
                  <a:lnTo>
                    <a:pt x="1577075" y="1301692"/>
                  </a:lnTo>
                  <a:lnTo>
                    <a:pt x="1691218" y="1294716"/>
                  </a:lnTo>
                  <a:lnTo>
                    <a:pt x="1803766" y="1286834"/>
                  </a:lnTo>
                  <a:lnTo>
                    <a:pt x="1912266" y="1278050"/>
                  </a:lnTo>
                  <a:lnTo>
                    <a:pt x="2015057" y="1268347"/>
                  </a:lnTo>
                  <a:lnTo>
                    <a:pt x="2111201" y="1257683"/>
                  </a:lnTo>
                  <a:lnTo>
                    <a:pt x="2200345" y="1245985"/>
                  </a:lnTo>
                  <a:lnTo>
                    <a:pt x="2282575" y="1233152"/>
                  </a:lnTo>
                  <a:lnTo>
                    <a:pt x="2358289" y="1219054"/>
                  </a:lnTo>
                  <a:lnTo>
                    <a:pt x="2428084" y="1203537"/>
                  </a:lnTo>
                  <a:lnTo>
                    <a:pt x="2492670" y="1186430"/>
                  </a:lnTo>
                  <a:lnTo>
                    <a:pt x="2552812" y="1167554"/>
                  </a:lnTo>
                  <a:lnTo>
                    <a:pt x="2609277" y="1146739"/>
                  </a:lnTo>
                  <a:lnTo>
                    <a:pt x="2662798" y="1123852"/>
                  </a:lnTo>
                  <a:lnTo>
                    <a:pt x="2702183" y="1104900"/>
                  </a:lnTo>
                  <a:lnTo>
                    <a:pt x="2756903" y="1075517"/>
                  </a:lnTo>
                  <a:lnTo>
                    <a:pt x="2810042" y="1043513"/>
                  </a:lnTo>
                  <a:lnTo>
                    <a:pt x="2862123" y="1008839"/>
                  </a:lnTo>
                  <a:lnTo>
                    <a:pt x="2913547" y="971514"/>
                  </a:lnTo>
                  <a:lnTo>
                    <a:pt x="2964611" y="931632"/>
                  </a:lnTo>
                  <a:lnTo>
                    <a:pt x="3015528" y="889364"/>
                  </a:lnTo>
                  <a:lnTo>
                    <a:pt x="3066436" y="844965"/>
                  </a:lnTo>
                  <a:lnTo>
                    <a:pt x="3117412" y="798769"/>
                  </a:lnTo>
                  <a:lnTo>
                    <a:pt x="3168481" y="751182"/>
                  </a:lnTo>
                  <a:lnTo>
                    <a:pt x="3219629" y="702668"/>
                  </a:lnTo>
                  <a:lnTo>
                    <a:pt x="3270818" y="653730"/>
                  </a:lnTo>
                  <a:lnTo>
                    <a:pt x="3321998" y="604890"/>
                  </a:lnTo>
                  <a:lnTo>
                    <a:pt x="3373120" y="556667"/>
                  </a:lnTo>
                  <a:lnTo>
                    <a:pt x="3424153" y="509552"/>
                  </a:lnTo>
                  <a:lnTo>
                    <a:pt x="3475098" y="463988"/>
                  </a:lnTo>
                  <a:lnTo>
                    <a:pt x="3525997" y="420355"/>
                  </a:lnTo>
                  <a:lnTo>
                    <a:pt x="3576950" y="378959"/>
                  </a:lnTo>
                  <a:lnTo>
                    <a:pt x="3628120" y="340022"/>
                  </a:lnTo>
                  <a:lnTo>
                    <a:pt x="3679751" y="303688"/>
                  </a:lnTo>
                  <a:lnTo>
                    <a:pt x="3732177" y="270019"/>
                  </a:lnTo>
                  <a:lnTo>
                    <a:pt x="3785842" y="239010"/>
                  </a:lnTo>
                  <a:lnTo>
                    <a:pt x="3820202" y="220980"/>
                  </a:lnTo>
                  <a:lnTo>
                    <a:pt x="3871917" y="196467"/>
                  </a:lnTo>
                  <a:lnTo>
                    <a:pt x="3926067" y="174074"/>
                  </a:lnTo>
                  <a:lnTo>
                    <a:pt x="3983327" y="153728"/>
                  </a:lnTo>
                  <a:lnTo>
                    <a:pt x="4044442" y="135283"/>
                  </a:lnTo>
                  <a:lnTo>
                    <a:pt x="4110183" y="118565"/>
                  </a:lnTo>
                  <a:lnTo>
                    <a:pt x="4181306" y="103396"/>
                  </a:lnTo>
                  <a:lnTo>
                    <a:pt x="4258501" y="89608"/>
                  </a:lnTo>
                  <a:lnTo>
                    <a:pt x="4342328" y="77052"/>
                  </a:lnTo>
                  <a:lnTo>
                    <a:pt x="4433120" y="65604"/>
                  </a:lnTo>
                  <a:lnTo>
                    <a:pt x="4530875" y="55171"/>
                  </a:lnTo>
                  <a:lnTo>
                    <a:pt x="4635115" y="45687"/>
                  </a:lnTo>
                  <a:lnTo>
                    <a:pt x="4744742" y="37115"/>
                  </a:lnTo>
                  <a:lnTo>
                    <a:pt x="4857915" y="29444"/>
                  </a:lnTo>
                  <a:lnTo>
                    <a:pt x="4971990" y="22684"/>
                  </a:lnTo>
                  <a:lnTo>
                    <a:pt x="5083581" y="16854"/>
                  </a:lnTo>
                  <a:lnTo>
                    <a:pt x="5188788" y="11970"/>
                  </a:lnTo>
                  <a:lnTo>
                    <a:pt x="5283605" y="8031"/>
                  </a:lnTo>
                  <a:lnTo>
                    <a:pt x="5364471" y="5006"/>
                  </a:lnTo>
                  <a:lnTo>
                    <a:pt x="5428853" y="2827"/>
                  </a:lnTo>
                  <a:lnTo>
                    <a:pt x="5475715" y="1386"/>
                  </a:lnTo>
                  <a:lnTo>
                    <a:pt x="5505777" y="542"/>
                  </a:lnTo>
                  <a:lnTo>
                    <a:pt x="5521506" y="139"/>
                  </a:lnTo>
                  <a:lnTo>
                    <a:pt x="5526936" y="1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0" y="8"/>
                  </a:lnTo>
                  <a:lnTo>
                    <a:pt x="6531010" y="67"/>
                  </a:lnTo>
                  <a:lnTo>
                    <a:pt x="6549991" y="230"/>
                  </a:lnTo>
                  <a:lnTo>
                    <a:pt x="6584176" y="552"/>
                  </a:lnTo>
                  <a:lnTo>
                    <a:pt x="6635635" y="1084"/>
                  </a:lnTo>
                  <a:lnTo>
                    <a:pt x="6704640" y="1869"/>
                  </a:lnTo>
                  <a:lnTo>
                    <a:pt x="6789724" y="2942"/>
                  </a:lnTo>
                  <a:lnTo>
                    <a:pt x="6888003" y="4320"/>
                  </a:lnTo>
                  <a:lnTo>
                    <a:pt x="6995702" y="6011"/>
                  </a:lnTo>
                  <a:lnTo>
                    <a:pt x="7108749" y="8014"/>
                  </a:lnTo>
                  <a:lnTo>
                    <a:pt x="7223307" y="10323"/>
                  </a:lnTo>
                  <a:lnTo>
                    <a:pt x="7336144" y="12931"/>
                  </a:lnTo>
                  <a:lnTo>
                    <a:pt x="7444810" y="15837"/>
                  </a:lnTo>
                  <a:lnTo>
                    <a:pt x="7547666" y="19048"/>
                  </a:lnTo>
                  <a:lnTo>
                    <a:pt x="7643793" y="22577"/>
                  </a:lnTo>
                  <a:lnTo>
                    <a:pt x="7732862" y="26449"/>
                  </a:lnTo>
                  <a:lnTo>
                    <a:pt x="7814984" y="30699"/>
                  </a:lnTo>
                  <a:lnTo>
                    <a:pt x="7890573" y="35370"/>
                  </a:lnTo>
                  <a:lnTo>
                    <a:pt x="7960245" y="40514"/>
                  </a:lnTo>
                  <a:lnTo>
                    <a:pt x="8024722" y="46187"/>
                  </a:lnTo>
                  <a:lnTo>
                    <a:pt x="8084780" y="52449"/>
                  </a:lnTo>
                  <a:lnTo>
                    <a:pt x="8141193" y="59356"/>
                  </a:lnTo>
                  <a:lnTo>
                    <a:pt x="8194697" y="66950"/>
                  </a:lnTo>
                  <a:lnTo>
                    <a:pt x="8229629" y="72495"/>
                  </a:lnTo>
                  <a:lnTo>
                    <a:pt x="8290305" y="83255"/>
                  </a:lnTo>
                  <a:lnTo>
                    <a:pt x="8349108" y="95080"/>
                  </a:lnTo>
                  <a:lnTo>
                    <a:pt x="8406724" y="107985"/>
                  </a:lnTo>
                  <a:lnTo>
                    <a:pt x="8463661" y="121954"/>
                  </a:lnTo>
                  <a:lnTo>
                    <a:pt x="8520281" y="136930"/>
                  </a:lnTo>
                  <a:lnTo>
                    <a:pt x="8576823" y="152819"/>
                  </a:lnTo>
                  <a:lnTo>
                    <a:pt x="8633423" y="169483"/>
                  </a:lnTo>
                  <a:lnTo>
                    <a:pt x="8690134" y="186749"/>
                  </a:lnTo>
                  <a:lnTo>
                    <a:pt x="8746947" y="204413"/>
                  </a:lnTo>
                  <a:lnTo>
                    <a:pt x="8803810" y="222248"/>
                  </a:lnTo>
                  <a:lnTo>
                    <a:pt x="8860654" y="240020"/>
                  </a:lnTo>
                  <a:lnTo>
                    <a:pt x="8917417" y="257498"/>
                  </a:lnTo>
                  <a:lnTo>
                    <a:pt x="8974067" y="274467"/>
                  </a:lnTo>
                  <a:lnTo>
                    <a:pt x="9030624" y="290737"/>
                  </a:lnTo>
                  <a:lnTo>
                    <a:pt x="9087185" y="306153"/>
                  </a:lnTo>
                  <a:lnTo>
                    <a:pt x="9143937" y="320602"/>
                  </a:lnTo>
                  <a:lnTo>
                    <a:pt x="9201183" y="334007"/>
                  </a:lnTo>
                  <a:lnTo>
                    <a:pt x="9259358" y="346336"/>
                  </a:lnTo>
                  <a:lnTo>
                    <a:pt x="9319062" y="357588"/>
                  </a:lnTo>
                  <a:lnTo>
                    <a:pt x="9347647" y="362477"/>
                  </a:lnTo>
                  <a:lnTo>
                    <a:pt x="9399559" y="370547"/>
                  </a:lnTo>
                  <a:lnTo>
                    <a:pt x="9453925" y="377917"/>
                  </a:lnTo>
                  <a:lnTo>
                    <a:pt x="9511430" y="384610"/>
                  </a:lnTo>
                  <a:lnTo>
                    <a:pt x="9572828" y="390676"/>
                  </a:lnTo>
                  <a:lnTo>
                    <a:pt x="9638897" y="396172"/>
                  </a:lnTo>
                  <a:lnTo>
                    <a:pt x="9710402" y="401157"/>
                  </a:lnTo>
                  <a:lnTo>
                    <a:pt x="9788038" y="405687"/>
                  </a:lnTo>
                  <a:lnTo>
                    <a:pt x="9872367" y="409811"/>
                  </a:lnTo>
                  <a:lnTo>
                    <a:pt x="9963719" y="413569"/>
                  </a:lnTo>
                  <a:lnTo>
                    <a:pt x="10062077" y="416993"/>
                  </a:lnTo>
                  <a:lnTo>
                    <a:pt x="10166939" y="420104"/>
                  </a:lnTo>
                  <a:lnTo>
                    <a:pt x="10277168" y="422914"/>
                  </a:lnTo>
                  <a:lnTo>
                    <a:pt x="10390867" y="425426"/>
                  </a:lnTo>
                  <a:lnTo>
                    <a:pt x="10505325" y="427637"/>
                  </a:lnTo>
                  <a:lnTo>
                    <a:pt x="10617087" y="429540"/>
                  </a:lnTo>
                  <a:lnTo>
                    <a:pt x="10722191" y="431130"/>
                  </a:lnTo>
                  <a:lnTo>
                    <a:pt x="10816596" y="432409"/>
                  </a:lnTo>
                  <a:lnTo>
                    <a:pt x="10896751" y="433386"/>
                  </a:lnTo>
                  <a:lnTo>
                    <a:pt x="10960178" y="434085"/>
                  </a:lnTo>
                  <a:lnTo>
                    <a:pt x="11005948" y="434544"/>
                  </a:lnTo>
                  <a:lnTo>
                    <a:pt x="11034920" y="434809"/>
                  </a:lnTo>
                  <a:lnTo>
                    <a:pt x="11049717" y="434933"/>
                  </a:lnTo>
                  <a:lnTo>
                    <a:pt x="11054532" y="434970"/>
                  </a:lnTo>
                  <a:lnTo>
                    <a:pt x="11054891" y="434972"/>
                  </a:lnTo>
                  <a:lnTo>
                    <a:pt x="12049831" y="434972"/>
                  </a:lnTo>
                  <a:lnTo>
                    <a:pt x="12049831" y="4349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4" name="pl1363"/>
            <p:cNvSpPr/>
            <p:nvPr/>
          </p:nvSpPr>
          <p:spPr>
            <a:xfrm>
              <a:off x="1199187" y="3505819"/>
              <a:ext cx="12049831" cy="1325880"/>
            </a:xfrm>
            <a:custGeom>
              <a:avLst/>
              <a:pathLst>
                <a:path w="12049831" h="1325880">
                  <a:moveTo>
                    <a:pt x="12049831" y="434972"/>
                  </a:moveTo>
                  <a:lnTo>
                    <a:pt x="11054891" y="434972"/>
                  </a:lnTo>
                  <a:lnTo>
                    <a:pt x="11053756" y="434964"/>
                  </a:lnTo>
                  <a:lnTo>
                    <a:pt x="11046266" y="434905"/>
                  </a:lnTo>
                  <a:lnTo>
                    <a:pt x="11027286" y="434741"/>
                  </a:lnTo>
                  <a:lnTo>
                    <a:pt x="10993101" y="434420"/>
                  </a:lnTo>
                  <a:lnTo>
                    <a:pt x="10941642" y="433888"/>
                  </a:lnTo>
                  <a:lnTo>
                    <a:pt x="10872637" y="433102"/>
                  </a:lnTo>
                  <a:lnTo>
                    <a:pt x="10787553" y="432030"/>
                  </a:lnTo>
                  <a:lnTo>
                    <a:pt x="10689273" y="430652"/>
                  </a:lnTo>
                  <a:lnTo>
                    <a:pt x="10581574" y="428960"/>
                  </a:lnTo>
                  <a:lnTo>
                    <a:pt x="10468527" y="426957"/>
                  </a:lnTo>
                  <a:lnTo>
                    <a:pt x="10353969" y="424649"/>
                  </a:lnTo>
                  <a:lnTo>
                    <a:pt x="10241132" y="422041"/>
                  </a:lnTo>
                  <a:lnTo>
                    <a:pt x="10132466" y="419134"/>
                  </a:lnTo>
                  <a:lnTo>
                    <a:pt x="10029611" y="415924"/>
                  </a:lnTo>
                  <a:lnTo>
                    <a:pt x="9933483" y="412395"/>
                  </a:lnTo>
                  <a:lnTo>
                    <a:pt x="9844414" y="408522"/>
                  </a:lnTo>
                  <a:lnTo>
                    <a:pt x="9762293" y="404272"/>
                  </a:lnTo>
                  <a:lnTo>
                    <a:pt x="9686703" y="399601"/>
                  </a:lnTo>
                  <a:lnTo>
                    <a:pt x="9617032" y="394458"/>
                  </a:lnTo>
                  <a:lnTo>
                    <a:pt x="9552554" y="388785"/>
                  </a:lnTo>
                  <a:lnTo>
                    <a:pt x="9492497" y="382523"/>
                  </a:lnTo>
                  <a:lnTo>
                    <a:pt x="9436084" y="375616"/>
                  </a:lnTo>
                  <a:lnTo>
                    <a:pt x="9382580" y="368021"/>
                  </a:lnTo>
                  <a:lnTo>
                    <a:pt x="9347647" y="362477"/>
                  </a:lnTo>
                  <a:lnTo>
                    <a:pt x="9286971" y="351716"/>
                  </a:lnTo>
                  <a:lnTo>
                    <a:pt x="9228169" y="339892"/>
                  </a:lnTo>
                  <a:lnTo>
                    <a:pt x="9170553" y="326987"/>
                  </a:lnTo>
                  <a:lnTo>
                    <a:pt x="9113615" y="313018"/>
                  </a:lnTo>
                  <a:lnTo>
                    <a:pt x="9056995" y="298041"/>
                  </a:lnTo>
                  <a:lnTo>
                    <a:pt x="9000453" y="282153"/>
                  </a:lnTo>
                  <a:lnTo>
                    <a:pt x="8943853" y="265488"/>
                  </a:lnTo>
                  <a:lnTo>
                    <a:pt x="8887142" y="248222"/>
                  </a:lnTo>
                  <a:lnTo>
                    <a:pt x="8830329" y="230559"/>
                  </a:lnTo>
                  <a:lnTo>
                    <a:pt x="8773466" y="212724"/>
                  </a:lnTo>
                  <a:lnTo>
                    <a:pt x="8716622" y="194951"/>
                  </a:lnTo>
                  <a:lnTo>
                    <a:pt x="8659859" y="177473"/>
                  </a:lnTo>
                  <a:lnTo>
                    <a:pt x="8603210" y="160505"/>
                  </a:lnTo>
                  <a:lnTo>
                    <a:pt x="8546652" y="144235"/>
                  </a:lnTo>
                  <a:lnTo>
                    <a:pt x="8490092" y="128818"/>
                  </a:lnTo>
                  <a:lnTo>
                    <a:pt x="8433339" y="114370"/>
                  </a:lnTo>
                  <a:lnTo>
                    <a:pt x="8376094" y="100964"/>
                  </a:lnTo>
                  <a:lnTo>
                    <a:pt x="8317918" y="88636"/>
                  </a:lnTo>
                  <a:lnTo>
                    <a:pt x="8258214" y="77384"/>
                  </a:lnTo>
                  <a:lnTo>
                    <a:pt x="8229629" y="72495"/>
                  </a:lnTo>
                  <a:lnTo>
                    <a:pt x="8177717" y="64425"/>
                  </a:lnTo>
                  <a:lnTo>
                    <a:pt x="8123351" y="57055"/>
                  </a:lnTo>
                  <a:lnTo>
                    <a:pt x="8065846" y="50361"/>
                  </a:lnTo>
                  <a:lnTo>
                    <a:pt x="8004449" y="44296"/>
                  </a:lnTo>
                  <a:lnTo>
                    <a:pt x="7938380" y="38800"/>
                  </a:lnTo>
                  <a:lnTo>
                    <a:pt x="7866875" y="33815"/>
                  </a:lnTo>
                  <a:lnTo>
                    <a:pt x="7789238" y="29285"/>
                  </a:lnTo>
                  <a:lnTo>
                    <a:pt x="7704909" y="25161"/>
                  </a:lnTo>
                  <a:lnTo>
                    <a:pt x="7613558" y="21403"/>
                  </a:lnTo>
                  <a:lnTo>
                    <a:pt x="7515199" y="17978"/>
                  </a:lnTo>
                  <a:lnTo>
                    <a:pt x="7410337" y="14867"/>
                  </a:lnTo>
                  <a:lnTo>
                    <a:pt x="7300109" y="12057"/>
                  </a:lnTo>
                  <a:lnTo>
                    <a:pt x="7186410" y="9545"/>
                  </a:lnTo>
                  <a:lnTo>
                    <a:pt x="7071951" y="7335"/>
                  </a:lnTo>
                  <a:lnTo>
                    <a:pt x="6960189" y="5432"/>
                  </a:lnTo>
                  <a:lnTo>
                    <a:pt x="6855086" y="3841"/>
                  </a:lnTo>
                  <a:lnTo>
                    <a:pt x="6760680" y="2563"/>
                  </a:lnTo>
                  <a:lnTo>
                    <a:pt x="6680526" y="1586"/>
                  </a:lnTo>
                  <a:lnTo>
                    <a:pt x="6617099" y="886"/>
                  </a:lnTo>
                  <a:lnTo>
                    <a:pt x="6571328" y="428"/>
                  </a:lnTo>
                  <a:lnTo>
                    <a:pt x="6542356" y="163"/>
                  </a:lnTo>
                  <a:lnTo>
                    <a:pt x="6527560" y="39"/>
                  </a:lnTo>
                  <a:lnTo>
                    <a:pt x="6522744" y="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3" y="25"/>
                  </a:lnTo>
                  <a:lnTo>
                    <a:pt x="5518913" y="203"/>
                  </a:lnTo>
                  <a:lnTo>
                    <a:pt x="5500128" y="695"/>
                  </a:lnTo>
                  <a:lnTo>
                    <a:pt x="5466283" y="1665"/>
                  </a:lnTo>
                  <a:lnTo>
                    <a:pt x="5415308" y="3268"/>
                  </a:lnTo>
                  <a:lnTo>
                    <a:pt x="5346904" y="5637"/>
                  </a:lnTo>
                  <a:lnTo>
                    <a:pt x="5262490" y="8871"/>
                  </a:lnTo>
                  <a:lnTo>
                    <a:pt x="5164889" y="13031"/>
                  </a:lnTo>
                  <a:lnTo>
                    <a:pt x="5057820" y="18138"/>
                  </a:lnTo>
                  <a:lnTo>
                    <a:pt x="4945310" y="24188"/>
                  </a:lnTo>
                  <a:lnTo>
                    <a:pt x="4831167" y="31163"/>
                  </a:lnTo>
                  <a:lnTo>
                    <a:pt x="4718619" y="39045"/>
                  </a:lnTo>
                  <a:lnTo>
                    <a:pt x="4610119" y="47829"/>
                  </a:lnTo>
                  <a:lnTo>
                    <a:pt x="4507328" y="57532"/>
                  </a:lnTo>
                  <a:lnTo>
                    <a:pt x="4411184" y="68196"/>
                  </a:lnTo>
                  <a:lnTo>
                    <a:pt x="4322040" y="79894"/>
                  </a:lnTo>
                  <a:lnTo>
                    <a:pt x="4239810" y="92728"/>
                  </a:lnTo>
                  <a:lnTo>
                    <a:pt x="4164096" y="106826"/>
                  </a:lnTo>
                  <a:lnTo>
                    <a:pt x="4094301" y="122342"/>
                  </a:lnTo>
                  <a:lnTo>
                    <a:pt x="4029715" y="139449"/>
                  </a:lnTo>
                  <a:lnTo>
                    <a:pt x="3969573" y="158325"/>
                  </a:lnTo>
                  <a:lnTo>
                    <a:pt x="3913108" y="179141"/>
                  </a:lnTo>
                  <a:lnTo>
                    <a:pt x="3859587" y="202027"/>
                  </a:lnTo>
                  <a:lnTo>
                    <a:pt x="3820202" y="220980"/>
                  </a:lnTo>
                  <a:lnTo>
                    <a:pt x="3765482" y="250362"/>
                  </a:lnTo>
                  <a:lnTo>
                    <a:pt x="3712343" y="282367"/>
                  </a:lnTo>
                  <a:lnTo>
                    <a:pt x="3660262" y="317040"/>
                  </a:lnTo>
                  <a:lnTo>
                    <a:pt x="3608838" y="354365"/>
                  </a:lnTo>
                  <a:lnTo>
                    <a:pt x="3557774" y="394248"/>
                  </a:lnTo>
                  <a:lnTo>
                    <a:pt x="3506857" y="436516"/>
                  </a:lnTo>
                  <a:lnTo>
                    <a:pt x="3455949" y="480915"/>
                  </a:lnTo>
                  <a:lnTo>
                    <a:pt x="3404973" y="527110"/>
                  </a:lnTo>
                  <a:lnTo>
                    <a:pt x="3353904" y="574697"/>
                  </a:lnTo>
                  <a:lnTo>
                    <a:pt x="3302756" y="623212"/>
                  </a:lnTo>
                  <a:lnTo>
                    <a:pt x="3251567" y="672150"/>
                  </a:lnTo>
                  <a:lnTo>
                    <a:pt x="3200387" y="720989"/>
                  </a:lnTo>
                  <a:lnTo>
                    <a:pt x="3149265" y="769212"/>
                  </a:lnTo>
                  <a:lnTo>
                    <a:pt x="3098232" y="816327"/>
                  </a:lnTo>
                  <a:lnTo>
                    <a:pt x="3047287" y="861891"/>
                  </a:lnTo>
                  <a:lnTo>
                    <a:pt x="2996388" y="905524"/>
                  </a:lnTo>
                  <a:lnTo>
                    <a:pt x="2945435" y="946921"/>
                  </a:lnTo>
                  <a:lnTo>
                    <a:pt x="2894265" y="985857"/>
                  </a:lnTo>
                  <a:lnTo>
                    <a:pt x="2842634" y="1022192"/>
                  </a:lnTo>
                  <a:lnTo>
                    <a:pt x="2790208" y="1055860"/>
                  </a:lnTo>
                  <a:lnTo>
                    <a:pt x="2736543" y="1086870"/>
                  </a:lnTo>
                  <a:lnTo>
                    <a:pt x="2702183" y="1104900"/>
                  </a:lnTo>
                  <a:lnTo>
                    <a:pt x="2650468" y="1129413"/>
                  </a:lnTo>
                  <a:lnTo>
                    <a:pt x="2596318" y="1151805"/>
                  </a:lnTo>
                  <a:lnTo>
                    <a:pt x="2539058" y="1172152"/>
                  </a:lnTo>
                  <a:lnTo>
                    <a:pt x="2477943" y="1190597"/>
                  </a:lnTo>
                  <a:lnTo>
                    <a:pt x="2412202" y="1207314"/>
                  </a:lnTo>
                  <a:lnTo>
                    <a:pt x="2341079" y="1222483"/>
                  </a:lnTo>
                  <a:lnTo>
                    <a:pt x="2263884" y="1236271"/>
                  </a:lnTo>
                  <a:lnTo>
                    <a:pt x="2180057" y="1248828"/>
                  </a:lnTo>
                  <a:lnTo>
                    <a:pt x="2089265" y="1260275"/>
                  </a:lnTo>
                  <a:lnTo>
                    <a:pt x="1991510" y="1270708"/>
                  </a:lnTo>
                  <a:lnTo>
                    <a:pt x="1887270" y="1280193"/>
                  </a:lnTo>
                  <a:lnTo>
                    <a:pt x="1777643" y="1288765"/>
                  </a:lnTo>
                  <a:lnTo>
                    <a:pt x="1664470" y="1296435"/>
                  </a:lnTo>
                  <a:lnTo>
                    <a:pt x="1550395" y="1303195"/>
                  </a:lnTo>
                  <a:lnTo>
                    <a:pt x="1438804" y="1309025"/>
                  </a:lnTo>
                  <a:lnTo>
                    <a:pt x="1333597" y="1313909"/>
                  </a:lnTo>
                  <a:lnTo>
                    <a:pt x="1238780" y="1317848"/>
                  </a:lnTo>
                  <a:lnTo>
                    <a:pt x="1157914" y="1320873"/>
                  </a:lnTo>
                  <a:lnTo>
                    <a:pt x="1093532" y="1323052"/>
                  </a:lnTo>
                  <a:lnTo>
                    <a:pt x="1046670" y="1324494"/>
                  </a:lnTo>
                  <a:lnTo>
                    <a:pt x="1016608" y="1325337"/>
                  </a:lnTo>
                  <a:lnTo>
                    <a:pt x="1000879" y="1325741"/>
                  </a:lnTo>
                  <a:lnTo>
                    <a:pt x="995449" y="1325869"/>
                  </a:lnTo>
                  <a:lnTo>
                    <a:pt x="994940" y="1325880"/>
                  </a:lnTo>
                  <a:lnTo>
                    <a:pt x="0" y="1325880"/>
                  </a:lnTo>
                  <a:lnTo>
                    <a:pt x="0" y="13258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5" name="pg1364"/>
            <p:cNvSpPr/>
            <p:nvPr/>
          </p:nvSpPr>
          <p:spPr>
            <a:xfrm>
              <a:off x="1199187" y="1582506"/>
              <a:ext cx="12049831" cy="3610796"/>
            </a:xfrm>
            <a:custGeom>
              <a:avLst/>
              <a:pathLst>
                <a:path w="12049831" h="3610796">
                  <a:moveTo>
                    <a:pt x="0" y="3610796"/>
                  </a:moveTo>
                  <a:lnTo>
                    <a:pt x="994940" y="3610796"/>
                  </a:lnTo>
                  <a:lnTo>
                    <a:pt x="996041" y="3610757"/>
                  </a:lnTo>
                  <a:lnTo>
                    <a:pt x="1003311" y="3610474"/>
                  </a:lnTo>
                  <a:lnTo>
                    <a:pt x="1021749" y="3609692"/>
                  </a:lnTo>
                  <a:lnTo>
                    <a:pt x="1054995" y="3608151"/>
                  </a:lnTo>
                  <a:lnTo>
                    <a:pt x="1105117" y="3605604"/>
                  </a:lnTo>
                  <a:lnTo>
                    <a:pt x="1172458" y="3601838"/>
                  </a:lnTo>
                  <a:lnTo>
                    <a:pt x="1255686" y="3596693"/>
                  </a:lnTo>
                  <a:lnTo>
                    <a:pt x="1352080" y="3590072"/>
                  </a:lnTo>
                  <a:lnTo>
                    <a:pt x="1458024" y="3581936"/>
                  </a:lnTo>
                  <a:lnTo>
                    <a:pt x="1569573" y="3572290"/>
                  </a:lnTo>
                  <a:lnTo>
                    <a:pt x="1682964" y="3561163"/>
                  </a:lnTo>
                  <a:lnTo>
                    <a:pt x="1794988" y="3548584"/>
                  </a:lnTo>
                  <a:lnTo>
                    <a:pt x="1903177" y="3534562"/>
                  </a:lnTo>
                  <a:lnTo>
                    <a:pt x="2005844" y="3519076"/>
                  </a:lnTo>
                  <a:lnTo>
                    <a:pt x="2102009" y="3502060"/>
                  </a:lnTo>
                  <a:lnTo>
                    <a:pt x="2191277" y="3483405"/>
                  </a:lnTo>
                  <a:lnTo>
                    <a:pt x="2273698" y="3462953"/>
                  </a:lnTo>
                  <a:lnTo>
                    <a:pt x="2349632" y="3440503"/>
                  </a:lnTo>
                  <a:lnTo>
                    <a:pt x="2419647" y="3415816"/>
                  </a:lnTo>
                  <a:lnTo>
                    <a:pt x="2484430" y="3388622"/>
                  </a:lnTo>
                  <a:lnTo>
                    <a:pt x="2544727" y="3358635"/>
                  </a:lnTo>
                  <a:lnTo>
                    <a:pt x="2601291" y="3325582"/>
                  </a:lnTo>
                  <a:lnTo>
                    <a:pt x="2654849" y="3289241"/>
                  </a:lnTo>
                  <a:lnTo>
                    <a:pt x="2702183" y="3252686"/>
                  </a:lnTo>
                  <a:lnTo>
                    <a:pt x="2750736" y="3210728"/>
                  </a:lnTo>
                  <a:lnTo>
                    <a:pt x="2797997" y="3165449"/>
                  </a:lnTo>
                  <a:lnTo>
                    <a:pt x="2844346" y="3116782"/>
                  </a:lnTo>
                  <a:lnTo>
                    <a:pt x="2890083" y="3064726"/>
                  </a:lnTo>
                  <a:lnTo>
                    <a:pt x="2935441" y="3009350"/>
                  </a:lnTo>
                  <a:lnTo>
                    <a:pt x="2980597" y="2950802"/>
                  </a:lnTo>
                  <a:lnTo>
                    <a:pt x="3025678" y="2889310"/>
                  </a:lnTo>
                  <a:lnTo>
                    <a:pt x="3070769" y="2825185"/>
                  </a:lnTo>
                  <a:lnTo>
                    <a:pt x="3115916" y="2758815"/>
                  </a:lnTo>
                  <a:lnTo>
                    <a:pt x="3161137" y="2690659"/>
                  </a:lnTo>
                  <a:lnTo>
                    <a:pt x="3206424" y="2621235"/>
                  </a:lnTo>
                  <a:lnTo>
                    <a:pt x="3251753" y="2551103"/>
                  </a:lnTo>
                  <a:lnTo>
                    <a:pt x="3297089" y="2480848"/>
                  </a:lnTo>
                  <a:lnTo>
                    <a:pt x="3342397" y="2411060"/>
                  </a:lnTo>
                  <a:lnTo>
                    <a:pt x="3387647" y="2342310"/>
                  </a:lnTo>
                  <a:lnTo>
                    <a:pt x="3432825" y="2275137"/>
                  </a:lnTo>
                  <a:lnTo>
                    <a:pt x="3477935" y="2210026"/>
                  </a:lnTo>
                  <a:lnTo>
                    <a:pt x="3523013" y="2147395"/>
                  </a:lnTo>
                  <a:lnTo>
                    <a:pt x="3568125" y="2087589"/>
                  </a:lnTo>
                  <a:lnTo>
                    <a:pt x="3613380" y="2030870"/>
                  </a:lnTo>
                  <a:lnTo>
                    <a:pt x="3658934" y="1977418"/>
                  </a:lnTo>
                  <a:lnTo>
                    <a:pt x="3704996" y="1927336"/>
                  </a:lnTo>
                  <a:lnTo>
                    <a:pt x="3751836" y="1880651"/>
                  </a:lnTo>
                  <a:lnTo>
                    <a:pt x="3799799" y="1837321"/>
                  </a:lnTo>
                  <a:lnTo>
                    <a:pt x="3820202" y="1820246"/>
                  </a:lnTo>
                  <a:lnTo>
                    <a:pt x="3871569" y="1780772"/>
                  </a:lnTo>
                  <a:lnTo>
                    <a:pt x="3925334" y="1744690"/>
                  </a:lnTo>
                  <a:lnTo>
                    <a:pt x="3982160" y="1711883"/>
                  </a:lnTo>
                  <a:lnTo>
                    <a:pt x="4042775" y="1682121"/>
                  </a:lnTo>
                  <a:lnTo>
                    <a:pt x="4107935" y="1655130"/>
                  </a:lnTo>
                  <a:lnTo>
                    <a:pt x="4178383" y="1630624"/>
                  </a:lnTo>
                  <a:lnTo>
                    <a:pt x="4254799" y="1608337"/>
                  </a:lnTo>
                  <a:lnTo>
                    <a:pt x="4337737" y="1588030"/>
                  </a:lnTo>
                  <a:lnTo>
                    <a:pt x="4427540" y="1569506"/>
                  </a:lnTo>
                  <a:lnTo>
                    <a:pt x="4524226" y="1552611"/>
                  </a:lnTo>
                  <a:lnTo>
                    <a:pt x="4627361" y="1537239"/>
                  </a:lnTo>
                  <a:lnTo>
                    <a:pt x="4735916" y="1523329"/>
                  </a:lnTo>
                  <a:lnTo>
                    <a:pt x="4848143" y="1510861"/>
                  </a:lnTo>
                  <a:lnTo>
                    <a:pt x="4961515" y="1499847"/>
                  </a:lnTo>
                  <a:lnTo>
                    <a:pt x="5072770" y="1490316"/>
                  </a:lnTo>
                  <a:lnTo>
                    <a:pt x="5178118" y="1482297"/>
                  </a:lnTo>
                  <a:lnTo>
                    <a:pt x="5273619" y="1475792"/>
                  </a:lnTo>
                  <a:lnTo>
                    <a:pt x="5355705" y="1470757"/>
                  </a:lnTo>
                  <a:lnTo>
                    <a:pt x="5421747" y="1467091"/>
                  </a:lnTo>
                  <a:lnTo>
                    <a:pt x="5470534" y="1464630"/>
                  </a:lnTo>
                  <a:lnTo>
                    <a:pt x="5502545" y="1463157"/>
                  </a:lnTo>
                  <a:lnTo>
                    <a:pt x="5519975" y="1462423"/>
                  </a:lnTo>
                  <a:lnTo>
                    <a:pt x="5526576" y="1462168"/>
                  </a:lnTo>
                  <a:lnTo>
                    <a:pt x="5527445" y="1462136"/>
                  </a:lnTo>
                  <a:lnTo>
                    <a:pt x="6522385" y="1462136"/>
                  </a:lnTo>
                  <a:lnTo>
                    <a:pt x="6523505" y="1462109"/>
                  </a:lnTo>
                  <a:lnTo>
                    <a:pt x="6530897" y="1461914"/>
                  </a:lnTo>
                  <a:lnTo>
                    <a:pt x="6549636" y="1461374"/>
                  </a:lnTo>
                  <a:lnTo>
                    <a:pt x="6583404" y="1460311"/>
                  </a:lnTo>
                  <a:lnTo>
                    <a:pt x="6634268" y="1458554"/>
                  </a:lnTo>
                  <a:lnTo>
                    <a:pt x="6702534" y="1455957"/>
                  </a:lnTo>
                  <a:lnTo>
                    <a:pt x="6786795" y="1452412"/>
                  </a:lnTo>
                  <a:lnTo>
                    <a:pt x="6884240" y="1447852"/>
                  </a:lnTo>
                  <a:lnTo>
                    <a:pt x="6991163" y="1442253"/>
                  </a:lnTo>
                  <a:lnTo>
                    <a:pt x="7103550" y="1435619"/>
                  </a:lnTo>
                  <a:lnTo>
                    <a:pt x="7217596" y="1427970"/>
                  </a:lnTo>
                  <a:lnTo>
                    <a:pt x="7330078" y="1419326"/>
                  </a:lnTo>
                  <a:lnTo>
                    <a:pt x="7438538" y="1409693"/>
                  </a:lnTo>
                  <a:lnTo>
                    <a:pt x="7541314" y="1399052"/>
                  </a:lnTo>
                  <a:lnTo>
                    <a:pt x="7637462" y="1387357"/>
                  </a:lnTo>
                  <a:lnTo>
                    <a:pt x="7726622" y="1374530"/>
                  </a:lnTo>
                  <a:lnTo>
                    <a:pt x="7808877" y="1360459"/>
                  </a:lnTo>
                  <a:lnTo>
                    <a:pt x="7884620" y="1345003"/>
                  </a:lnTo>
                  <a:lnTo>
                    <a:pt x="7954443" y="1327994"/>
                  </a:lnTo>
                  <a:lnTo>
                    <a:pt x="8019054" y="1309243"/>
                  </a:lnTo>
                  <a:lnTo>
                    <a:pt x="8079216" y="1288555"/>
                  </a:lnTo>
                  <a:lnTo>
                    <a:pt x="8135693" y="1265743"/>
                  </a:lnTo>
                  <a:lnTo>
                    <a:pt x="8189218" y="1240661"/>
                  </a:lnTo>
                  <a:lnTo>
                    <a:pt x="8229629" y="1219320"/>
                  </a:lnTo>
                  <a:lnTo>
                    <a:pt x="8283325" y="1187674"/>
                  </a:lnTo>
                  <a:lnTo>
                    <a:pt x="8335490" y="1153257"/>
                  </a:lnTo>
                  <a:lnTo>
                    <a:pt x="8386621" y="1116018"/>
                  </a:lnTo>
                  <a:lnTo>
                    <a:pt x="8437100" y="1075973"/>
                  </a:lnTo>
                  <a:lnTo>
                    <a:pt x="8487214" y="1033211"/>
                  </a:lnTo>
                  <a:lnTo>
                    <a:pt x="8537171" y="987906"/>
                  </a:lnTo>
                  <a:lnTo>
                    <a:pt x="8587107" y="940313"/>
                  </a:lnTo>
                  <a:lnTo>
                    <a:pt x="8637102" y="890767"/>
                  </a:lnTo>
                  <a:lnTo>
                    <a:pt x="8687185" y="839681"/>
                  </a:lnTo>
                  <a:lnTo>
                    <a:pt x="8737350" y="787526"/>
                  </a:lnTo>
                  <a:lnTo>
                    <a:pt x="8787562" y="734820"/>
                  </a:lnTo>
                  <a:lnTo>
                    <a:pt x="8837775" y="682102"/>
                  </a:lnTo>
                  <a:lnTo>
                    <a:pt x="8887943" y="629913"/>
                  </a:lnTo>
                  <a:lnTo>
                    <a:pt x="8938030" y="578770"/>
                  </a:lnTo>
                  <a:lnTo>
                    <a:pt x="8988028" y="529150"/>
                  </a:lnTo>
                  <a:lnTo>
                    <a:pt x="9037966" y="481465"/>
                  </a:lnTo>
                  <a:lnTo>
                    <a:pt x="9087919" y="436056"/>
                  </a:lnTo>
                  <a:lnTo>
                    <a:pt x="9138023" y="393182"/>
                  </a:lnTo>
                  <a:lnTo>
                    <a:pt x="9188481" y="353017"/>
                  </a:lnTo>
                  <a:lnTo>
                    <a:pt x="9239577" y="315657"/>
                  </a:lnTo>
                  <a:lnTo>
                    <a:pt x="9291688" y="281120"/>
                  </a:lnTo>
                  <a:lnTo>
                    <a:pt x="9345306" y="249357"/>
                  </a:lnTo>
                  <a:lnTo>
                    <a:pt x="9347647" y="248056"/>
                  </a:lnTo>
                  <a:lnTo>
                    <a:pt x="9399318" y="221143"/>
                  </a:lnTo>
                  <a:lnTo>
                    <a:pt x="9453418" y="196556"/>
                  </a:lnTo>
                  <a:lnTo>
                    <a:pt x="9510622" y="174214"/>
                  </a:lnTo>
                  <a:lnTo>
                    <a:pt x="9571672" y="153957"/>
                  </a:lnTo>
                  <a:lnTo>
                    <a:pt x="9637338" y="135596"/>
                  </a:lnTo>
                  <a:lnTo>
                    <a:pt x="9708373" y="118935"/>
                  </a:lnTo>
                  <a:lnTo>
                    <a:pt x="9785467" y="103790"/>
                  </a:lnTo>
                  <a:lnTo>
                    <a:pt x="9869178" y="89996"/>
                  </a:lnTo>
                  <a:lnTo>
                    <a:pt x="9959842" y="77420"/>
                  </a:lnTo>
                  <a:lnTo>
                    <a:pt x="10057459" y="65957"/>
                  </a:lnTo>
                  <a:lnTo>
                    <a:pt x="10161556" y="55535"/>
                  </a:lnTo>
                  <a:lnTo>
                    <a:pt x="10271044" y="46114"/>
                  </a:lnTo>
                  <a:lnTo>
                    <a:pt x="10384096" y="37682"/>
                  </a:lnTo>
                  <a:lnTo>
                    <a:pt x="10498081" y="30249"/>
                  </a:lnTo>
                  <a:lnTo>
                    <a:pt x="10609631" y="23836"/>
                  </a:lnTo>
                  <a:lnTo>
                    <a:pt x="10714859" y="18460"/>
                  </a:lnTo>
                  <a:lnTo>
                    <a:pt x="10809768" y="14121"/>
                  </a:lnTo>
                  <a:lnTo>
                    <a:pt x="10890796" y="10786"/>
                  </a:lnTo>
                  <a:lnTo>
                    <a:pt x="10955395" y="8379"/>
                  </a:lnTo>
                  <a:lnTo>
                    <a:pt x="11002507" y="6784"/>
                  </a:lnTo>
                  <a:lnTo>
                    <a:pt x="11032820" y="5848"/>
                  </a:lnTo>
                  <a:lnTo>
                    <a:pt x="11048766" y="5398"/>
                  </a:lnTo>
                  <a:lnTo>
                    <a:pt x="11054342" y="525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1" y="27"/>
                  </a:lnTo>
                  <a:lnTo>
                    <a:pt x="11046379" y="222"/>
                  </a:lnTo>
                  <a:lnTo>
                    <a:pt x="11027640" y="761"/>
                  </a:lnTo>
                  <a:lnTo>
                    <a:pt x="10993873" y="1825"/>
                  </a:lnTo>
                  <a:lnTo>
                    <a:pt x="10943009" y="3582"/>
                  </a:lnTo>
                  <a:lnTo>
                    <a:pt x="10874743" y="6178"/>
                  </a:lnTo>
                  <a:lnTo>
                    <a:pt x="10790482" y="9724"/>
                  </a:lnTo>
                  <a:lnTo>
                    <a:pt x="10693037" y="14284"/>
                  </a:lnTo>
                  <a:lnTo>
                    <a:pt x="10586113" y="19883"/>
                  </a:lnTo>
                  <a:lnTo>
                    <a:pt x="10473726" y="26517"/>
                  </a:lnTo>
                  <a:lnTo>
                    <a:pt x="10359680" y="34166"/>
                  </a:lnTo>
                  <a:lnTo>
                    <a:pt x="10247199" y="42810"/>
                  </a:lnTo>
                  <a:lnTo>
                    <a:pt x="10138739" y="52443"/>
                  </a:lnTo>
                  <a:lnTo>
                    <a:pt x="10035963" y="63084"/>
                  </a:lnTo>
                  <a:lnTo>
                    <a:pt x="9939815" y="74778"/>
                  </a:lnTo>
                  <a:lnTo>
                    <a:pt x="9850655" y="87606"/>
                  </a:lnTo>
                  <a:lnTo>
                    <a:pt x="9768400" y="101677"/>
                  </a:lnTo>
                  <a:lnTo>
                    <a:pt x="9692657" y="117133"/>
                  </a:lnTo>
                  <a:lnTo>
                    <a:pt x="9622834" y="134142"/>
                  </a:lnTo>
                  <a:lnTo>
                    <a:pt x="9558222" y="152893"/>
                  </a:lnTo>
                  <a:lnTo>
                    <a:pt x="9498061" y="173581"/>
                  </a:lnTo>
                  <a:lnTo>
                    <a:pt x="9441583" y="196393"/>
                  </a:lnTo>
                  <a:lnTo>
                    <a:pt x="9388058" y="221475"/>
                  </a:lnTo>
                  <a:lnTo>
                    <a:pt x="9347647" y="242816"/>
                  </a:lnTo>
                  <a:lnTo>
                    <a:pt x="9293951" y="274462"/>
                  </a:lnTo>
                  <a:lnTo>
                    <a:pt x="9241786" y="308879"/>
                  </a:lnTo>
                  <a:lnTo>
                    <a:pt x="9190656" y="346118"/>
                  </a:lnTo>
                  <a:lnTo>
                    <a:pt x="9140177" y="386163"/>
                  </a:lnTo>
                  <a:lnTo>
                    <a:pt x="9090063" y="428924"/>
                  </a:lnTo>
                  <a:lnTo>
                    <a:pt x="9040106" y="474230"/>
                  </a:lnTo>
                  <a:lnTo>
                    <a:pt x="8990170" y="521823"/>
                  </a:lnTo>
                  <a:lnTo>
                    <a:pt x="8940175" y="571369"/>
                  </a:lnTo>
                  <a:lnTo>
                    <a:pt x="8890091" y="622455"/>
                  </a:lnTo>
                  <a:lnTo>
                    <a:pt x="8839927" y="674610"/>
                  </a:lnTo>
                  <a:lnTo>
                    <a:pt x="8789714" y="727316"/>
                  </a:lnTo>
                  <a:lnTo>
                    <a:pt x="8739501" y="780034"/>
                  </a:lnTo>
                  <a:lnTo>
                    <a:pt x="8689334" y="832223"/>
                  </a:lnTo>
                  <a:lnTo>
                    <a:pt x="8639247" y="883365"/>
                  </a:lnTo>
                  <a:lnTo>
                    <a:pt x="8589248" y="932986"/>
                  </a:lnTo>
                  <a:lnTo>
                    <a:pt x="8539310" y="980671"/>
                  </a:lnTo>
                  <a:lnTo>
                    <a:pt x="8489357" y="1026080"/>
                  </a:lnTo>
                  <a:lnTo>
                    <a:pt x="8439253" y="1068954"/>
                  </a:lnTo>
                  <a:lnTo>
                    <a:pt x="8388795" y="1109119"/>
                  </a:lnTo>
                  <a:lnTo>
                    <a:pt x="8337700" y="1146479"/>
                  </a:lnTo>
                  <a:lnTo>
                    <a:pt x="8285589" y="1181016"/>
                  </a:lnTo>
                  <a:lnTo>
                    <a:pt x="8231970" y="1212779"/>
                  </a:lnTo>
                  <a:lnTo>
                    <a:pt x="8229629" y="1214080"/>
                  </a:lnTo>
                  <a:lnTo>
                    <a:pt x="8177958" y="1240993"/>
                  </a:lnTo>
                  <a:lnTo>
                    <a:pt x="8123859" y="1265580"/>
                  </a:lnTo>
                  <a:lnTo>
                    <a:pt x="8066655" y="1287922"/>
                  </a:lnTo>
                  <a:lnTo>
                    <a:pt x="8005605" y="1308179"/>
                  </a:lnTo>
                  <a:lnTo>
                    <a:pt x="7939939" y="1326539"/>
                  </a:lnTo>
                  <a:lnTo>
                    <a:pt x="7868904" y="1343200"/>
                  </a:lnTo>
                  <a:lnTo>
                    <a:pt x="7791809" y="1358346"/>
                  </a:lnTo>
                  <a:lnTo>
                    <a:pt x="7708098" y="1372140"/>
                  </a:lnTo>
                  <a:lnTo>
                    <a:pt x="7617434" y="1384716"/>
                  </a:lnTo>
                  <a:lnTo>
                    <a:pt x="7519818" y="1396179"/>
                  </a:lnTo>
                  <a:lnTo>
                    <a:pt x="7415721" y="1406601"/>
                  </a:lnTo>
                  <a:lnTo>
                    <a:pt x="7306232" y="1416022"/>
                  </a:lnTo>
                  <a:lnTo>
                    <a:pt x="7193181" y="1424453"/>
                  </a:lnTo>
                  <a:lnTo>
                    <a:pt x="7079195" y="1431887"/>
                  </a:lnTo>
                  <a:lnTo>
                    <a:pt x="6967645" y="1438300"/>
                  </a:lnTo>
                  <a:lnTo>
                    <a:pt x="6862417" y="1443676"/>
                  </a:lnTo>
                  <a:lnTo>
                    <a:pt x="6767508" y="1448015"/>
                  </a:lnTo>
                  <a:lnTo>
                    <a:pt x="6686481" y="1451350"/>
                  </a:lnTo>
                  <a:lnTo>
                    <a:pt x="6621882" y="1453757"/>
                  </a:lnTo>
                  <a:lnTo>
                    <a:pt x="6574769" y="1455352"/>
                  </a:lnTo>
                  <a:lnTo>
                    <a:pt x="6544456" y="1456287"/>
                  </a:lnTo>
                  <a:lnTo>
                    <a:pt x="6528510" y="1456738"/>
                  </a:lnTo>
                  <a:lnTo>
                    <a:pt x="6522935" y="1456883"/>
                  </a:lnTo>
                  <a:lnTo>
                    <a:pt x="6522385" y="1456896"/>
                  </a:lnTo>
                  <a:lnTo>
                    <a:pt x="5527445" y="1456896"/>
                  </a:lnTo>
                  <a:lnTo>
                    <a:pt x="5526344" y="1456936"/>
                  </a:lnTo>
                  <a:lnTo>
                    <a:pt x="5519074" y="1457218"/>
                  </a:lnTo>
                  <a:lnTo>
                    <a:pt x="5500636" y="1458000"/>
                  </a:lnTo>
                  <a:lnTo>
                    <a:pt x="5467390" y="1459541"/>
                  </a:lnTo>
                  <a:lnTo>
                    <a:pt x="5417268" y="1462088"/>
                  </a:lnTo>
                  <a:lnTo>
                    <a:pt x="5349927" y="1465854"/>
                  </a:lnTo>
                  <a:lnTo>
                    <a:pt x="5266699" y="1470999"/>
                  </a:lnTo>
                  <a:lnTo>
                    <a:pt x="5170305" y="1477620"/>
                  </a:lnTo>
                  <a:lnTo>
                    <a:pt x="5064361" y="1485756"/>
                  </a:lnTo>
                  <a:lnTo>
                    <a:pt x="4952812" y="1495402"/>
                  </a:lnTo>
                  <a:lnTo>
                    <a:pt x="4839421" y="1506529"/>
                  </a:lnTo>
                  <a:lnTo>
                    <a:pt x="4727397" y="1519108"/>
                  </a:lnTo>
                  <a:lnTo>
                    <a:pt x="4619208" y="1533130"/>
                  </a:lnTo>
                  <a:lnTo>
                    <a:pt x="4516541" y="1548616"/>
                  </a:lnTo>
                  <a:lnTo>
                    <a:pt x="4420376" y="1565632"/>
                  </a:lnTo>
                  <a:lnTo>
                    <a:pt x="4331108" y="1584288"/>
                  </a:lnTo>
                  <a:lnTo>
                    <a:pt x="4248687" y="1604740"/>
                  </a:lnTo>
                  <a:lnTo>
                    <a:pt x="4172753" y="1627189"/>
                  </a:lnTo>
                  <a:lnTo>
                    <a:pt x="4102738" y="1651876"/>
                  </a:lnTo>
                  <a:lnTo>
                    <a:pt x="4037955" y="1679070"/>
                  </a:lnTo>
                  <a:lnTo>
                    <a:pt x="3977658" y="1709057"/>
                  </a:lnTo>
                  <a:lnTo>
                    <a:pt x="3921094" y="1742110"/>
                  </a:lnTo>
                  <a:lnTo>
                    <a:pt x="3867536" y="1778451"/>
                  </a:lnTo>
                  <a:lnTo>
                    <a:pt x="3820202" y="1815006"/>
                  </a:lnTo>
                  <a:lnTo>
                    <a:pt x="3771649" y="1856964"/>
                  </a:lnTo>
                  <a:lnTo>
                    <a:pt x="3724388" y="1902243"/>
                  </a:lnTo>
                  <a:lnTo>
                    <a:pt x="3678039" y="1950910"/>
                  </a:lnTo>
                  <a:lnTo>
                    <a:pt x="3632302" y="2002967"/>
                  </a:lnTo>
                  <a:lnTo>
                    <a:pt x="3586944" y="2058342"/>
                  </a:lnTo>
                  <a:lnTo>
                    <a:pt x="3541788" y="2116891"/>
                  </a:lnTo>
                  <a:lnTo>
                    <a:pt x="3496707" y="2178382"/>
                  </a:lnTo>
                  <a:lnTo>
                    <a:pt x="3451616" y="2242507"/>
                  </a:lnTo>
                  <a:lnTo>
                    <a:pt x="3406469" y="2308877"/>
                  </a:lnTo>
                  <a:lnTo>
                    <a:pt x="3361248" y="2377033"/>
                  </a:lnTo>
                  <a:lnTo>
                    <a:pt x="3315961" y="2446457"/>
                  </a:lnTo>
                  <a:lnTo>
                    <a:pt x="3270632" y="2516589"/>
                  </a:lnTo>
                  <a:lnTo>
                    <a:pt x="3225296" y="2586844"/>
                  </a:lnTo>
                  <a:lnTo>
                    <a:pt x="3179988" y="2656633"/>
                  </a:lnTo>
                  <a:lnTo>
                    <a:pt x="3134738" y="2725382"/>
                  </a:lnTo>
                  <a:lnTo>
                    <a:pt x="3089560" y="2792555"/>
                  </a:lnTo>
                  <a:lnTo>
                    <a:pt x="3044450" y="2857666"/>
                  </a:lnTo>
                  <a:lnTo>
                    <a:pt x="2999372" y="2920297"/>
                  </a:lnTo>
                  <a:lnTo>
                    <a:pt x="2954260" y="2980103"/>
                  </a:lnTo>
                  <a:lnTo>
                    <a:pt x="2909005" y="3036823"/>
                  </a:lnTo>
                  <a:lnTo>
                    <a:pt x="2863451" y="3090274"/>
                  </a:lnTo>
                  <a:lnTo>
                    <a:pt x="2817389" y="3140356"/>
                  </a:lnTo>
                  <a:lnTo>
                    <a:pt x="2770549" y="3187042"/>
                  </a:lnTo>
                  <a:lnTo>
                    <a:pt x="2722586" y="3230371"/>
                  </a:lnTo>
                  <a:lnTo>
                    <a:pt x="2702183" y="3247446"/>
                  </a:lnTo>
                  <a:lnTo>
                    <a:pt x="2650816" y="3286920"/>
                  </a:lnTo>
                  <a:lnTo>
                    <a:pt x="2597051" y="3323002"/>
                  </a:lnTo>
                  <a:lnTo>
                    <a:pt x="2540225" y="3355810"/>
                  </a:lnTo>
                  <a:lnTo>
                    <a:pt x="2479610" y="3385571"/>
                  </a:lnTo>
                  <a:lnTo>
                    <a:pt x="2414450" y="3412563"/>
                  </a:lnTo>
                  <a:lnTo>
                    <a:pt x="2344002" y="3437068"/>
                  </a:lnTo>
                  <a:lnTo>
                    <a:pt x="2267586" y="3459355"/>
                  </a:lnTo>
                  <a:lnTo>
                    <a:pt x="2184648" y="3479662"/>
                  </a:lnTo>
                  <a:lnTo>
                    <a:pt x="2094845" y="3498187"/>
                  </a:lnTo>
                  <a:lnTo>
                    <a:pt x="1998159" y="3515081"/>
                  </a:lnTo>
                  <a:lnTo>
                    <a:pt x="1895024" y="3530453"/>
                  </a:lnTo>
                  <a:lnTo>
                    <a:pt x="1786469" y="3544363"/>
                  </a:lnTo>
                  <a:lnTo>
                    <a:pt x="1674242" y="3556832"/>
                  </a:lnTo>
                  <a:lnTo>
                    <a:pt x="1560870" y="3567846"/>
                  </a:lnTo>
                  <a:lnTo>
                    <a:pt x="1449615" y="3577376"/>
                  </a:lnTo>
                  <a:lnTo>
                    <a:pt x="1344267" y="3585395"/>
                  </a:lnTo>
                  <a:lnTo>
                    <a:pt x="1248766" y="3591900"/>
                  </a:lnTo>
                  <a:lnTo>
                    <a:pt x="1166680" y="3596935"/>
                  </a:lnTo>
                  <a:lnTo>
                    <a:pt x="1100638" y="3600601"/>
                  </a:lnTo>
                  <a:lnTo>
                    <a:pt x="1051851" y="3603062"/>
                  </a:lnTo>
                  <a:lnTo>
                    <a:pt x="1019840" y="3604535"/>
                  </a:lnTo>
                  <a:lnTo>
                    <a:pt x="1002410" y="3605269"/>
                  </a:lnTo>
                  <a:lnTo>
                    <a:pt x="995809" y="3605525"/>
                  </a:lnTo>
                  <a:lnTo>
                    <a:pt x="994940" y="3605556"/>
                  </a:lnTo>
                  <a:lnTo>
                    <a:pt x="0" y="3605556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66" name="pl1365"/>
            <p:cNvSpPr/>
            <p:nvPr/>
          </p:nvSpPr>
          <p:spPr>
            <a:xfrm>
              <a:off x="1199187" y="1587747"/>
              <a:ext cx="12049831" cy="3605556"/>
            </a:xfrm>
            <a:custGeom>
              <a:avLst/>
              <a:pathLst>
                <a:path w="12049831" h="3605556">
                  <a:moveTo>
                    <a:pt x="0" y="3605556"/>
                  </a:moveTo>
                  <a:lnTo>
                    <a:pt x="994940" y="3605556"/>
                  </a:lnTo>
                  <a:lnTo>
                    <a:pt x="996041" y="3605516"/>
                  </a:lnTo>
                  <a:lnTo>
                    <a:pt x="1003311" y="3605233"/>
                  </a:lnTo>
                  <a:lnTo>
                    <a:pt x="1021749" y="3604451"/>
                  </a:lnTo>
                  <a:lnTo>
                    <a:pt x="1054995" y="3602911"/>
                  </a:lnTo>
                  <a:lnTo>
                    <a:pt x="1105117" y="3600364"/>
                  </a:lnTo>
                  <a:lnTo>
                    <a:pt x="1172458" y="3596597"/>
                  </a:lnTo>
                  <a:lnTo>
                    <a:pt x="1255686" y="3591452"/>
                  </a:lnTo>
                  <a:lnTo>
                    <a:pt x="1352080" y="3584831"/>
                  </a:lnTo>
                  <a:lnTo>
                    <a:pt x="1458024" y="3576695"/>
                  </a:lnTo>
                  <a:lnTo>
                    <a:pt x="1569573" y="3567050"/>
                  </a:lnTo>
                  <a:lnTo>
                    <a:pt x="1682964" y="3555923"/>
                  </a:lnTo>
                  <a:lnTo>
                    <a:pt x="1794988" y="3543343"/>
                  </a:lnTo>
                  <a:lnTo>
                    <a:pt x="1903177" y="3529322"/>
                  </a:lnTo>
                  <a:lnTo>
                    <a:pt x="2005844" y="3513835"/>
                  </a:lnTo>
                  <a:lnTo>
                    <a:pt x="2102009" y="3496819"/>
                  </a:lnTo>
                  <a:lnTo>
                    <a:pt x="2191277" y="3478164"/>
                  </a:lnTo>
                  <a:lnTo>
                    <a:pt x="2273698" y="3457712"/>
                  </a:lnTo>
                  <a:lnTo>
                    <a:pt x="2349632" y="3435263"/>
                  </a:lnTo>
                  <a:lnTo>
                    <a:pt x="2419647" y="3410576"/>
                  </a:lnTo>
                  <a:lnTo>
                    <a:pt x="2484430" y="3383381"/>
                  </a:lnTo>
                  <a:lnTo>
                    <a:pt x="2544727" y="3353394"/>
                  </a:lnTo>
                  <a:lnTo>
                    <a:pt x="2601291" y="3320342"/>
                  </a:lnTo>
                  <a:lnTo>
                    <a:pt x="2654849" y="3284001"/>
                  </a:lnTo>
                  <a:lnTo>
                    <a:pt x="2702183" y="3247446"/>
                  </a:lnTo>
                  <a:lnTo>
                    <a:pt x="2750736" y="3205488"/>
                  </a:lnTo>
                  <a:lnTo>
                    <a:pt x="2797997" y="3160208"/>
                  </a:lnTo>
                  <a:lnTo>
                    <a:pt x="2844346" y="3111541"/>
                  </a:lnTo>
                  <a:lnTo>
                    <a:pt x="2890083" y="3059485"/>
                  </a:lnTo>
                  <a:lnTo>
                    <a:pt x="2935441" y="3004109"/>
                  </a:lnTo>
                  <a:lnTo>
                    <a:pt x="2980597" y="2945561"/>
                  </a:lnTo>
                  <a:lnTo>
                    <a:pt x="3025678" y="2884069"/>
                  </a:lnTo>
                  <a:lnTo>
                    <a:pt x="3070769" y="2819944"/>
                  </a:lnTo>
                  <a:lnTo>
                    <a:pt x="3115916" y="2753574"/>
                  </a:lnTo>
                  <a:lnTo>
                    <a:pt x="3161137" y="2685419"/>
                  </a:lnTo>
                  <a:lnTo>
                    <a:pt x="3206424" y="2615995"/>
                  </a:lnTo>
                  <a:lnTo>
                    <a:pt x="3251753" y="2545863"/>
                  </a:lnTo>
                  <a:lnTo>
                    <a:pt x="3297089" y="2475608"/>
                  </a:lnTo>
                  <a:lnTo>
                    <a:pt x="3342397" y="2405819"/>
                  </a:lnTo>
                  <a:lnTo>
                    <a:pt x="3387647" y="2337069"/>
                  </a:lnTo>
                  <a:lnTo>
                    <a:pt x="3432825" y="2269896"/>
                  </a:lnTo>
                  <a:lnTo>
                    <a:pt x="3477935" y="2204785"/>
                  </a:lnTo>
                  <a:lnTo>
                    <a:pt x="3523013" y="2142155"/>
                  </a:lnTo>
                  <a:lnTo>
                    <a:pt x="3568125" y="2082348"/>
                  </a:lnTo>
                  <a:lnTo>
                    <a:pt x="3613380" y="2025629"/>
                  </a:lnTo>
                  <a:lnTo>
                    <a:pt x="3658934" y="1972178"/>
                  </a:lnTo>
                  <a:lnTo>
                    <a:pt x="3704996" y="1922095"/>
                  </a:lnTo>
                  <a:lnTo>
                    <a:pt x="3751836" y="1875410"/>
                  </a:lnTo>
                  <a:lnTo>
                    <a:pt x="3799799" y="1832081"/>
                  </a:lnTo>
                  <a:lnTo>
                    <a:pt x="3820202" y="1815006"/>
                  </a:lnTo>
                  <a:lnTo>
                    <a:pt x="3871569" y="1775532"/>
                  </a:lnTo>
                  <a:lnTo>
                    <a:pt x="3925334" y="1739450"/>
                  </a:lnTo>
                  <a:lnTo>
                    <a:pt x="3982160" y="1706642"/>
                  </a:lnTo>
                  <a:lnTo>
                    <a:pt x="4042775" y="1676880"/>
                  </a:lnTo>
                  <a:lnTo>
                    <a:pt x="4107935" y="1649889"/>
                  </a:lnTo>
                  <a:lnTo>
                    <a:pt x="4178383" y="1625384"/>
                  </a:lnTo>
                  <a:lnTo>
                    <a:pt x="4254799" y="1603096"/>
                  </a:lnTo>
                  <a:lnTo>
                    <a:pt x="4337737" y="1582789"/>
                  </a:lnTo>
                  <a:lnTo>
                    <a:pt x="4427540" y="1564265"/>
                  </a:lnTo>
                  <a:lnTo>
                    <a:pt x="4524226" y="1547370"/>
                  </a:lnTo>
                  <a:lnTo>
                    <a:pt x="4627361" y="1531998"/>
                  </a:lnTo>
                  <a:lnTo>
                    <a:pt x="4735916" y="1518088"/>
                  </a:lnTo>
                  <a:lnTo>
                    <a:pt x="4848143" y="1505620"/>
                  </a:lnTo>
                  <a:lnTo>
                    <a:pt x="4961515" y="1494606"/>
                  </a:lnTo>
                  <a:lnTo>
                    <a:pt x="5072770" y="1485076"/>
                  </a:lnTo>
                  <a:lnTo>
                    <a:pt x="5178118" y="1477057"/>
                  </a:lnTo>
                  <a:lnTo>
                    <a:pt x="5273619" y="1470551"/>
                  </a:lnTo>
                  <a:lnTo>
                    <a:pt x="5355705" y="1465517"/>
                  </a:lnTo>
                  <a:lnTo>
                    <a:pt x="5421747" y="1461851"/>
                  </a:lnTo>
                  <a:lnTo>
                    <a:pt x="5470534" y="1459389"/>
                  </a:lnTo>
                  <a:lnTo>
                    <a:pt x="5502545" y="1457916"/>
                  </a:lnTo>
                  <a:lnTo>
                    <a:pt x="5519975" y="1457182"/>
                  </a:lnTo>
                  <a:lnTo>
                    <a:pt x="5526576" y="1456927"/>
                  </a:lnTo>
                  <a:lnTo>
                    <a:pt x="5527445" y="1456896"/>
                  </a:lnTo>
                  <a:lnTo>
                    <a:pt x="6522385" y="1456896"/>
                  </a:lnTo>
                  <a:lnTo>
                    <a:pt x="6523505" y="1456868"/>
                  </a:lnTo>
                  <a:lnTo>
                    <a:pt x="6530897" y="1456673"/>
                  </a:lnTo>
                  <a:lnTo>
                    <a:pt x="6549636" y="1456134"/>
                  </a:lnTo>
                  <a:lnTo>
                    <a:pt x="6583404" y="1455071"/>
                  </a:lnTo>
                  <a:lnTo>
                    <a:pt x="6634268" y="1453314"/>
                  </a:lnTo>
                  <a:lnTo>
                    <a:pt x="6702534" y="1450717"/>
                  </a:lnTo>
                  <a:lnTo>
                    <a:pt x="6786795" y="1447171"/>
                  </a:lnTo>
                  <a:lnTo>
                    <a:pt x="6884240" y="1442612"/>
                  </a:lnTo>
                  <a:lnTo>
                    <a:pt x="6991163" y="1437012"/>
                  </a:lnTo>
                  <a:lnTo>
                    <a:pt x="7103550" y="1430378"/>
                  </a:lnTo>
                  <a:lnTo>
                    <a:pt x="7217596" y="1422729"/>
                  </a:lnTo>
                  <a:lnTo>
                    <a:pt x="7330078" y="1414085"/>
                  </a:lnTo>
                  <a:lnTo>
                    <a:pt x="7438538" y="1404452"/>
                  </a:lnTo>
                  <a:lnTo>
                    <a:pt x="7541314" y="1393811"/>
                  </a:lnTo>
                  <a:lnTo>
                    <a:pt x="7637462" y="1382117"/>
                  </a:lnTo>
                  <a:lnTo>
                    <a:pt x="7726622" y="1369290"/>
                  </a:lnTo>
                  <a:lnTo>
                    <a:pt x="7808877" y="1355219"/>
                  </a:lnTo>
                  <a:lnTo>
                    <a:pt x="7884620" y="1339762"/>
                  </a:lnTo>
                  <a:lnTo>
                    <a:pt x="7954443" y="1322753"/>
                  </a:lnTo>
                  <a:lnTo>
                    <a:pt x="8019054" y="1304003"/>
                  </a:lnTo>
                  <a:lnTo>
                    <a:pt x="8079216" y="1283315"/>
                  </a:lnTo>
                  <a:lnTo>
                    <a:pt x="8135693" y="1260502"/>
                  </a:lnTo>
                  <a:lnTo>
                    <a:pt x="8189218" y="1235420"/>
                  </a:lnTo>
                  <a:lnTo>
                    <a:pt x="8229629" y="1214080"/>
                  </a:lnTo>
                  <a:lnTo>
                    <a:pt x="8283325" y="1182434"/>
                  </a:lnTo>
                  <a:lnTo>
                    <a:pt x="8335490" y="1148017"/>
                  </a:lnTo>
                  <a:lnTo>
                    <a:pt x="8386621" y="1110778"/>
                  </a:lnTo>
                  <a:lnTo>
                    <a:pt x="8437100" y="1070732"/>
                  </a:lnTo>
                  <a:lnTo>
                    <a:pt x="8487214" y="1027971"/>
                  </a:lnTo>
                  <a:lnTo>
                    <a:pt x="8537171" y="982666"/>
                  </a:lnTo>
                  <a:lnTo>
                    <a:pt x="8587107" y="935072"/>
                  </a:lnTo>
                  <a:lnTo>
                    <a:pt x="8637102" y="885527"/>
                  </a:lnTo>
                  <a:lnTo>
                    <a:pt x="8687185" y="834440"/>
                  </a:lnTo>
                  <a:lnTo>
                    <a:pt x="8737350" y="782286"/>
                  </a:lnTo>
                  <a:lnTo>
                    <a:pt x="8787562" y="729579"/>
                  </a:lnTo>
                  <a:lnTo>
                    <a:pt x="8837775" y="676861"/>
                  </a:lnTo>
                  <a:lnTo>
                    <a:pt x="8887943" y="624672"/>
                  </a:lnTo>
                  <a:lnTo>
                    <a:pt x="8938030" y="573530"/>
                  </a:lnTo>
                  <a:lnTo>
                    <a:pt x="8988028" y="523909"/>
                  </a:lnTo>
                  <a:lnTo>
                    <a:pt x="9037966" y="476225"/>
                  </a:lnTo>
                  <a:lnTo>
                    <a:pt x="9087919" y="430816"/>
                  </a:lnTo>
                  <a:lnTo>
                    <a:pt x="9138023" y="387941"/>
                  </a:lnTo>
                  <a:lnTo>
                    <a:pt x="9188481" y="347777"/>
                  </a:lnTo>
                  <a:lnTo>
                    <a:pt x="9239577" y="310417"/>
                  </a:lnTo>
                  <a:lnTo>
                    <a:pt x="9291688" y="275879"/>
                  </a:lnTo>
                  <a:lnTo>
                    <a:pt x="9345306" y="244116"/>
                  </a:lnTo>
                  <a:lnTo>
                    <a:pt x="9347647" y="242816"/>
                  </a:lnTo>
                  <a:lnTo>
                    <a:pt x="9399318" y="215902"/>
                  </a:lnTo>
                  <a:lnTo>
                    <a:pt x="9453418" y="191316"/>
                  </a:lnTo>
                  <a:lnTo>
                    <a:pt x="9510622" y="168973"/>
                  </a:lnTo>
                  <a:lnTo>
                    <a:pt x="9571672" y="148717"/>
                  </a:lnTo>
                  <a:lnTo>
                    <a:pt x="9637338" y="130356"/>
                  </a:lnTo>
                  <a:lnTo>
                    <a:pt x="9708373" y="113695"/>
                  </a:lnTo>
                  <a:lnTo>
                    <a:pt x="9785467" y="98549"/>
                  </a:lnTo>
                  <a:lnTo>
                    <a:pt x="9869178" y="84755"/>
                  </a:lnTo>
                  <a:lnTo>
                    <a:pt x="9959842" y="72179"/>
                  </a:lnTo>
                  <a:lnTo>
                    <a:pt x="10057459" y="60716"/>
                  </a:lnTo>
                  <a:lnTo>
                    <a:pt x="10161556" y="50294"/>
                  </a:lnTo>
                  <a:lnTo>
                    <a:pt x="10271044" y="40874"/>
                  </a:lnTo>
                  <a:lnTo>
                    <a:pt x="10384096" y="32442"/>
                  </a:lnTo>
                  <a:lnTo>
                    <a:pt x="10498081" y="25009"/>
                  </a:lnTo>
                  <a:lnTo>
                    <a:pt x="10609631" y="18595"/>
                  </a:lnTo>
                  <a:lnTo>
                    <a:pt x="10714859" y="13219"/>
                  </a:lnTo>
                  <a:lnTo>
                    <a:pt x="10809768" y="8880"/>
                  </a:lnTo>
                  <a:lnTo>
                    <a:pt x="10890796" y="5545"/>
                  </a:lnTo>
                  <a:lnTo>
                    <a:pt x="10955395" y="3139"/>
                  </a:lnTo>
                  <a:lnTo>
                    <a:pt x="11002507" y="1544"/>
                  </a:lnTo>
                  <a:lnTo>
                    <a:pt x="11032820" y="608"/>
                  </a:lnTo>
                  <a:lnTo>
                    <a:pt x="11048766" y="157"/>
                  </a:lnTo>
                  <a:lnTo>
                    <a:pt x="11054342" y="1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7" name="pl1366"/>
            <p:cNvSpPr/>
            <p:nvPr/>
          </p:nvSpPr>
          <p:spPr>
            <a:xfrm>
              <a:off x="1199187" y="1582506"/>
              <a:ext cx="12049831" cy="3605556"/>
            </a:xfrm>
            <a:custGeom>
              <a:avLst/>
              <a:pathLst>
                <a:path w="12049831" h="3605556">
                  <a:moveTo>
                    <a:pt x="12049831" y="0"/>
                  </a:moveTo>
                  <a:lnTo>
                    <a:pt x="11054891" y="0"/>
                  </a:lnTo>
                  <a:lnTo>
                    <a:pt x="11053771" y="27"/>
                  </a:lnTo>
                  <a:lnTo>
                    <a:pt x="11046379" y="222"/>
                  </a:lnTo>
                  <a:lnTo>
                    <a:pt x="11027640" y="761"/>
                  </a:lnTo>
                  <a:lnTo>
                    <a:pt x="10993873" y="1825"/>
                  </a:lnTo>
                  <a:lnTo>
                    <a:pt x="10943009" y="3582"/>
                  </a:lnTo>
                  <a:lnTo>
                    <a:pt x="10874743" y="6178"/>
                  </a:lnTo>
                  <a:lnTo>
                    <a:pt x="10790482" y="9724"/>
                  </a:lnTo>
                  <a:lnTo>
                    <a:pt x="10693037" y="14284"/>
                  </a:lnTo>
                  <a:lnTo>
                    <a:pt x="10586113" y="19883"/>
                  </a:lnTo>
                  <a:lnTo>
                    <a:pt x="10473726" y="26517"/>
                  </a:lnTo>
                  <a:lnTo>
                    <a:pt x="10359680" y="34166"/>
                  </a:lnTo>
                  <a:lnTo>
                    <a:pt x="10247199" y="42810"/>
                  </a:lnTo>
                  <a:lnTo>
                    <a:pt x="10138739" y="52443"/>
                  </a:lnTo>
                  <a:lnTo>
                    <a:pt x="10035963" y="63084"/>
                  </a:lnTo>
                  <a:lnTo>
                    <a:pt x="9939815" y="74778"/>
                  </a:lnTo>
                  <a:lnTo>
                    <a:pt x="9850655" y="87606"/>
                  </a:lnTo>
                  <a:lnTo>
                    <a:pt x="9768400" y="101677"/>
                  </a:lnTo>
                  <a:lnTo>
                    <a:pt x="9692657" y="117133"/>
                  </a:lnTo>
                  <a:lnTo>
                    <a:pt x="9622834" y="134142"/>
                  </a:lnTo>
                  <a:lnTo>
                    <a:pt x="9558222" y="152893"/>
                  </a:lnTo>
                  <a:lnTo>
                    <a:pt x="9498061" y="173581"/>
                  </a:lnTo>
                  <a:lnTo>
                    <a:pt x="9441583" y="196393"/>
                  </a:lnTo>
                  <a:lnTo>
                    <a:pt x="9388058" y="221475"/>
                  </a:lnTo>
                  <a:lnTo>
                    <a:pt x="9347647" y="242816"/>
                  </a:lnTo>
                  <a:lnTo>
                    <a:pt x="9293951" y="274462"/>
                  </a:lnTo>
                  <a:lnTo>
                    <a:pt x="9241786" y="308879"/>
                  </a:lnTo>
                  <a:lnTo>
                    <a:pt x="9190656" y="346118"/>
                  </a:lnTo>
                  <a:lnTo>
                    <a:pt x="9140177" y="386163"/>
                  </a:lnTo>
                  <a:lnTo>
                    <a:pt x="9090063" y="428924"/>
                  </a:lnTo>
                  <a:lnTo>
                    <a:pt x="9040106" y="474230"/>
                  </a:lnTo>
                  <a:lnTo>
                    <a:pt x="8990170" y="521823"/>
                  </a:lnTo>
                  <a:lnTo>
                    <a:pt x="8940175" y="571369"/>
                  </a:lnTo>
                  <a:lnTo>
                    <a:pt x="8890091" y="622455"/>
                  </a:lnTo>
                  <a:lnTo>
                    <a:pt x="8839927" y="674610"/>
                  </a:lnTo>
                  <a:lnTo>
                    <a:pt x="8789714" y="727316"/>
                  </a:lnTo>
                  <a:lnTo>
                    <a:pt x="8739501" y="780034"/>
                  </a:lnTo>
                  <a:lnTo>
                    <a:pt x="8689334" y="832223"/>
                  </a:lnTo>
                  <a:lnTo>
                    <a:pt x="8639247" y="883365"/>
                  </a:lnTo>
                  <a:lnTo>
                    <a:pt x="8589248" y="932986"/>
                  </a:lnTo>
                  <a:lnTo>
                    <a:pt x="8539310" y="980671"/>
                  </a:lnTo>
                  <a:lnTo>
                    <a:pt x="8489357" y="1026080"/>
                  </a:lnTo>
                  <a:lnTo>
                    <a:pt x="8439253" y="1068954"/>
                  </a:lnTo>
                  <a:lnTo>
                    <a:pt x="8388795" y="1109119"/>
                  </a:lnTo>
                  <a:lnTo>
                    <a:pt x="8337700" y="1146479"/>
                  </a:lnTo>
                  <a:lnTo>
                    <a:pt x="8285589" y="1181016"/>
                  </a:lnTo>
                  <a:lnTo>
                    <a:pt x="8231970" y="1212779"/>
                  </a:lnTo>
                  <a:lnTo>
                    <a:pt x="8229629" y="1214080"/>
                  </a:lnTo>
                  <a:lnTo>
                    <a:pt x="8177958" y="1240993"/>
                  </a:lnTo>
                  <a:lnTo>
                    <a:pt x="8123859" y="1265580"/>
                  </a:lnTo>
                  <a:lnTo>
                    <a:pt x="8066655" y="1287922"/>
                  </a:lnTo>
                  <a:lnTo>
                    <a:pt x="8005605" y="1308179"/>
                  </a:lnTo>
                  <a:lnTo>
                    <a:pt x="7939939" y="1326539"/>
                  </a:lnTo>
                  <a:lnTo>
                    <a:pt x="7868904" y="1343200"/>
                  </a:lnTo>
                  <a:lnTo>
                    <a:pt x="7791809" y="1358346"/>
                  </a:lnTo>
                  <a:lnTo>
                    <a:pt x="7708098" y="1372140"/>
                  </a:lnTo>
                  <a:lnTo>
                    <a:pt x="7617434" y="1384716"/>
                  </a:lnTo>
                  <a:lnTo>
                    <a:pt x="7519818" y="1396179"/>
                  </a:lnTo>
                  <a:lnTo>
                    <a:pt x="7415721" y="1406601"/>
                  </a:lnTo>
                  <a:lnTo>
                    <a:pt x="7306232" y="1416022"/>
                  </a:lnTo>
                  <a:lnTo>
                    <a:pt x="7193181" y="1424453"/>
                  </a:lnTo>
                  <a:lnTo>
                    <a:pt x="7079195" y="1431887"/>
                  </a:lnTo>
                  <a:lnTo>
                    <a:pt x="6967645" y="1438300"/>
                  </a:lnTo>
                  <a:lnTo>
                    <a:pt x="6862417" y="1443676"/>
                  </a:lnTo>
                  <a:lnTo>
                    <a:pt x="6767508" y="1448015"/>
                  </a:lnTo>
                  <a:lnTo>
                    <a:pt x="6686481" y="1451350"/>
                  </a:lnTo>
                  <a:lnTo>
                    <a:pt x="6621882" y="1453757"/>
                  </a:lnTo>
                  <a:lnTo>
                    <a:pt x="6574769" y="1455352"/>
                  </a:lnTo>
                  <a:lnTo>
                    <a:pt x="6544456" y="1456287"/>
                  </a:lnTo>
                  <a:lnTo>
                    <a:pt x="6528510" y="1456738"/>
                  </a:lnTo>
                  <a:lnTo>
                    <a:pt x="6522935" y="1456883"/>
                  </a:lnTo>
                  <a:lnTo>
                    <a:pt x="6522385" y="1456896"/>
                  </a:lnTo>
                  <a:lnTo>
                    <a:pt x="5527445" y="1456896"/>
                  </a:lnTo>
                  <a:lnTo>
                    <a:pt x="5526344" y="1456936"/>
                  </a:lnTo>
                  <a:lnTo>
                    <a:pt x="5519074" y="1457218"/>
                  </a:lnTo>
                  <a:lnTo>
                    <a:pt x="5500636" y="1458000"/>
                  </a:lnTo>
                  <a:lnTo>
                    <a:pt x="5467390" y="1459541"/>
                  </a:lnTo>
                  <a:lnTo>
                    <a:pt x="5417268" y="1462088"/>
                  </a:lnTo>
                  <a:lnTo>
                    <a:pt x="5349927" y="1465854"/>
                  </a:lnTo>
                  <a:lnTo>
                    <a:pt x="5266699" y="1470999"/>
                  </a:lnTo>
                  <a:lnTo>
                    <a:pt x="5170305" y="1477620"/>
                  </a:lnTo>
                  <a:lnTo>
                    <a:pt x="5064361" y="1485756"/>
                  </a:lnTo>
                  <a:lnTo>
                    <a:pt x="4952812" y="1495402"/>
                  </a:lnTo>
                  <a:lnTo>
                    <a:pt x="4839421" y="1506529"/>
                  </a:lnTo>
                  <a:lnTo>
                    <a:pt x="4727397" y="1519108"/>
                  </a:lnTo>
                  <a:lnTo>
                    <a:pt x="4619208" y="1533130"/>
                  </a:lnTo>
                  <a:lnTo>
                    <a:pt x="4516541" y="1548616"/>
                  </a:lnTo>
                  <a:lnTo>
                    <a:pt x="4420376" y="1565632"/>
                  </a:lnTo>
                  <a:lnTo>
                    <a:pt x="4331108" y="1584288"/>
                  </a:lnTo>
                  <a:lnTo>
                    <a:pt x="4248687" y="1604740"/>
                  </a:lnTo>
                  <a:lnTo>
                    <a:pt x="4172753" y="1627189"/>
                  </a:lnTo>
                  <a:lnTo>
                    <a:pt x="4102738" y="1651876"/>
                  </a:lnTo>
                  <a:lnTo>
                    <a:pt x="4037955" y="1679070"/>
                  </a:lnTo>
                  <a:lnTo>
                    <a:pt x="3977658" y="1709057"/>
                  </a:lnTo>
                  <a:lnTo>
                    <a:pt x="3921094" y="1742110"/>
                  </a:lnTo>
                  <a:lnTo>
                    <a:pt x="3867536" y="1778451"/>
                  </a:lnTo>
                  <a:lnTo>
                    <a:pt x="3820202" y="1815006"/>
                  </a:lnTo>
                  <a:lnTo>
                    <a:pt x="3771649" y="1856964"/>
                  </a:lnTo>
                  <a:lnTo>
                    <a:pt x="3724388" y="1902243"/>
                  </a:lnTo>
                  <a:lnTo>
                    <a:pt x="3678039" y="1950910"/>
                  </a:lnTo>
                  <a:lnTo>
                    <a:pt x="3632302" y="2002967"/>
                  </a:lnTo>
                  <a:lnTo>
                    <a:pt x="3586944" y="2058342"/>
                  </a:lnTo>
                  <a:lnTo>
                    <a:pt x="3541788" y="2116891"/>
                  </a:lnTo>
                  <a:lnTo>
                    <a:pt x="3496707" y="2178382"/>
                  </a:lnTo>
                  <a:lnTo>
                    <a:pt x="3451616" y="2242507"/>
                  </a:lnTo>
                  <a:lnTo>
                    <a:pt x="3406469" y="2308877"/>
                  </a:lnTo>
                  <a:lnTo>
                    <a:pt x="3361248" y="2377033"/>
                  </a:lnTo>
                  <a:lnTo>
                    <a:pt x="3315961" y="2446457"/>
                  </a:lnTo>
                  <a:lnTo>
                    <a:pt x="3270632" y="2516589"/>
                  </a:lnTo>
                  <a:lnTo>
                    <a:pt x="3225296" y="2586844"/>
                  </a:lnTo>
                  <a:lnTo>
                    <a:pt x="3179988" y="2656633"/>
                  </a:lnTo>
                  <a:lnTo>
                    <a:pt x="3134738" y="2725382"/>
                  </a:lnTo>
                  <a:lnTo>
                    <a:pt x="3089560" y="2792555"/>
                  </a:lnTo>
                  <a:lnTo>
                    <a:pt x="3044450" y="2857666"/>
                  </a:lnTo>
                  <a:lnTo>
                    <a:pt x="2999372" y="2920297"/>
                  </a:lnTo>
                  <a:lnTo>
                    <a:pt x="2954260" y="2980103"/>
                  </a:lnTo>
                  <a:lnTo>
                    <a:pt x="2909005" y="3036823"/>
                  </a:lnTo>
                  <a:lnTo>
                    <a:pt x="2863451" y="3090274"/>
                  </a:lnTo>
                  <a:lnTo>
                    <a:pt x="2817389" y="3140356"/>
                  </a:lnTo>
                  <a:lnTo>
                    <a:pt x="2770549" y="3187042"/>
                  </a:lnTo>
                  <a:lnTo>
                    <a:pt x="2722586" y="3230371"/>
                  </a:lnTo>
                  <a:lnTo>
                    <a:pt x="2702183" y="3247446"/>
                  </a:lnTo>
                  <a:lnTo>
                    <a:pt x="2650816" y="3286920"/>
                  </a:lnTo>
                  <a:lnTo>
                    <a:pt x="2597051" y="3323002"/>
                  </a:lnTo>
                  <a:lnTo>
                    <a:pt x="2540225" y="3355810"/>
                  </a:lnTo>
                  <a:lnTo>
                    <a:pt x="2479610" y="3385571"/>
                  </a:lnTo>
                  <a:lnTo>
                    <a:pt x="2414450" y="3412563"/>
                  </a:lnTo>
                  <a:lnTo>
                    <a:pt x="2344002" y="3437068"/>
                  </a:lnTo>
                  <a:lnTo>
                    <a:pt x="2267586" y="3459355"/>
                  </a:lnTo>
                  <a:lnTo>
                    <a:pt x="2184648" y="3479662"/>
                  </a:lnTo>
                  <a:lnTo>
                    <a:pt x="2094845" y="3498187"/>
                  </a:lnTo>
                  <a:lnTo>
                    <a:pt x="1998159" y="3515081"/>
                  </a:lnTo>
                  <a:lnTo>
                    <a:pt x="1895024" y="3530453"/>
                  </a:lnTo>
                  <a:lnTo>
                    <a:pt x="1786469" y="3544363"/>
                  </a:lnTo>
                  <a:lnTo>
                    <a:pt x="1674242" y="3556832"/>
                  </a:lnTo>
                  <a:lnTo>
                    <a:pt x="1560870" y="3567846"/>
                  </a:lnTo>
                  <a:lnTo>
                    <a:pt x="1449615" y="3577376"/>
                  </a:lnTo>
                  <a:lnTo>
                    <a:pt x="1344267" y="3585395"/>
                  </a:lnTo>
                  <a:lnTo>
                    <a:pt x="1248766" y="3591900"/>
                  </a:lnTo>
                  <a:lnTo>
                    <a:pt x="1166680" y="3596935"/>
                  </a:lnTo>
                  <a:lnTo>
                    <a:pt x="1100638" y="3600601"/>
                  </a:lnTo>
                  <a:lnTo>
                    <a:pt x="1051851" y="3603062"/>
                  </a:lnTo>
                  <a:lnTo>
                    <a:pt x="1019840" y="3604535"/>
                  </a:lnTo>
                  <a:lnTo>
                    <a:pt x="1002410" y="3605269"/>
                  </a:lnTo>
                  <a:lnTo>
                    <a:pt x="995809" y="3605525"/>
                  </a:lnTo>
                  <a:lnTo>
                    <a:pt x="994940" y="3605556"/>
                  </a:lnTo>
                  <a:lnTo>
                    <a:pt x="0" y="3605556"/>
                  </a:lnTo>
                  <a:lnTo>
                    <a:pt x="0" y="36055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8" name="pg1367"/>
            <p:cNvSpPr/>
            <p:nvPr/>
          </p:nvSpPr>
          <p:spPr>
            <a:xfrm>
              <a:off x="1199187" y="1718763"/>
              <a:ext cx="12049831" cy="3479781"/>
            </a:xfrm>
            <a:custGeom>
              <a:avLst/>
              <a:pathLst>
                <a:path w="12049831" h="3479781">
                  <a:moveTo>
                    <a:pt x="0" y="3479781"/>
                  </a:moveTo>
                  <a:lnTo>
                    <a:pt x="994940" y="3479781"/>
                  </a:lnTo>
                  <a:lnTo>
                    <a:pt x="996041" y="3479741"/>
                  </a:lnTo>
                  <a:lnTo>
                    <a:pt x="1003313" y="3479459"/>
                  </a:lnTo>
                  <a:lnTo>
                    <a:pt x="1021757" y="3478681"/>
                  </a:lnTo>
                  <a:lnTo>
                    <a:pt x="1055012" y="3477148"/>
                  </a:lnTo>
                  <a:lnTo>
                    <a:pt x="1105147" y="3474612"/>
                  </a:lnTo>
                  <a:lnTo>
                    <a:pt x="1172504" y="3470863"/>
                  </a:lnTo>
                  <a:lnTo>
                    <a:pt x="1255751" y="3465742"/>
                  </a:lnTo>
                  <a:lnTo>
                    <a:pt x="1352164" y="3459151"/>
                  </a:lnTo>
                  <a:lnTo>
                    <a:pt x="1458125" y="3451053"/>
                  </a:lnTo>
                  <a:lnTo>
                    <a:pt x="1569689" y="3441452"/>
                  </a:lnTo>
                  <a:lnTo>
                    <a:pt x="1683092" y="3430376"/>
                  </a:lnTo>
                  <a:lnTo>
                    <a:pt x="1795124" y="3417855"/>
                  </a:lnTo>
                  <a:lnTo>
                    <a:pt x="1903318" y="3403899"/>
                  </a:lnTo>
                  <a:lnTo>
                    <a:pt x="2005987" y="3388484"/>
                  </a:lnTo>
                  <a:lnTo>
                    <a:pt x="2102151" y="3371547"/>
                  </a:lnTo>
                  <a:lnTo>
                    <a:pt x="2191418" y="3352978"/>
                  </a:lnTo>
                  <a:lnTo>
                    <a:pt x="2273836" y="3332621"/>
                  </a:lnTo>
                  <a:lnTo>
                    <a:pt x="2349766" y="3310275"/>
                  </a:lnTo>
                  <a:lnTo>
                    <a:pt x="2419778" y="3285701"/>
                  </a:lnTo>
                  <a:lnTo>
                    <a:pt x="2484558" y="3258631"/>
                  </a:lnTo>
                  <a:lnTo>
                    <a:pt x="2544852" y="3228782"/>
                  </a:lnTo>
                  <a:lnTo>
                    <a:pt x="2601415" y="3195880"/>
                  </a:lnTo>
                  <a:lnTo>
                    <a:pt x="2654973" y="3159705"/>
                  </a:lnTo>
                  <a:lnTo>
                    <a:pt x="2702183" y="3123417"/>
                  </a:lnTo>
                  <a:lnTo>
                    <a:pt x="2750809" y="3081598"/>
                  </a:lnTo>
                  <a:lnTo>
                    <a:pt x="2798139" y="3036464"/>
                  </a:lnTo>
                  <a:lnTo>
                    <a:pt x="2844555" y="2987948"/>
                  </a:lnTo>
                  <a:lnTo>
                    <a:pt x="2890359" y="2936049"/>
                  </a:lnTo>
                  <a:lnTo>
                    <a:pt x="2935784" y="2880837"/>
                  </a:lnTo>
                  <a:lnTo>
                    <a:pt x="2981007" y="2822461"/>
                  </a:lnTo>
                  <a:lnTo>
                    <a:pt x="3026157" y="2761149"/>
                  </a:lnTo>
                  <a:lnTo>
                    <a:pt x="3071317" y="2697212"/>
                  </a:lnTo>
                  <a:lnTo>
                    <a:pt x="3116534" y="2631040"/>
                  </a:lnTo>
                  <a:lnTo>
                    <a:pt x="3161824" y="2563092"/>
                  </a:lnTo>
                  <a:lnTo>
                    <a:pt x="3207181" y="2493886"/>
                  </a:lnTo>
                  <a:lnTo>
                    <a:pt x="3252578" y="2423983"/>
                  </a:lnTo>
                  <a:lnTo>
                    <a:pt x="3297983" y="2353968"/>
                  </a:lnTo>
                  <a:lnTo>
                    <a:pt x="3343359" y="2284430"/>
                  </a:lnTo>
                  <a:lnTo>
                    <a:pt x="3388676" y="2215941"/>
                  </a:lnTo>
                  <a:lnTo>
                    <a:pt x="3433921" y="2149037"/>
                  </a:lnTo>
                  <a:lnTo>
                    <a:pt x="3479099" y="2084202"/>
                  </a:lnTo>
                  <a:lnTo>
                    <a:pt x="3524244" y="2021853"/>
                  </a:lnTo>
                  <a:lnTo>
                    <a:pt x="3569427" y="1962332"/>
                  </a:lnTo>
                  <a:lnTo>
                    <a:pt x="3614758" y="1905898"/>
                  </a:lnTo>
                  <a:lnTo>
                    <a:pt x="3660393" y="1852729"/>
                  </a:lnTo>
                  <a:lnTo>
                    <a:pt x="3706545" y="1802927"/>
                  </a:lnTo>
                  <a:lnTo>
                    <a:pt x="3753489" y="1756513"/>
                  </a:lnTo>
                  <a:lnTo>
                    <a:pt x="3801572" y="1713448"/>
                  </a:lnTo>
                  <a:lnTo>
                    <a:pt x="3820202" y="1697965"/>
                  </a:lnTo>
                  <a:lnTo>
                    <a:pt x="3871575" y="1658679"/>
                  </a:lnTo>
                  <a:lnTo>
                    <a:pt x="3925346" y="1622770"/>
                  </a:lnTo>
                  <a:lnTo>
                    <a:pt x="3982178" y="1590120"/>
                  </a:lnTo>
                  <a:lnTo>
                    <a:pt x="4042801" y="1560502"/>
                  </a:lnTo>
                  <a:lnTo>
                    <a:pt x="4107970" y="1533640"/>
                  </a:lnTo>
                  <a:lnTo>
                    <a:pt x="4178428" y="1509254"/>
                  </a:lnTo>
                  <a:lnTo>
                    <a:pt x="4254856" y="1487074"/>
                  </a:lnTo>
                  <a:lnTo>
                    <a:pt x="4337808" y="1466865"/>
                  </a:lnTo>
                  <a:lnTo>
                    <a:pt x="4427626" y="1448431"/>
                  </a:lnTo>
                  <a:lnTo>
                    <a:pt x="4524329" y="1431619"/>
                  </a:lnTo>
                  <a:lnTo>
                    <a:pt x="4627481" y="1416322"/>
                  </a:lnTo>
                  <a:lnTo>
                    <a:pt x="4736052" y="1402480"/>
                  </a:lnTo>
                  <a:lnTo>
                    <a:pt x="4848294" y="1390073"/>
                  </a:lnTo>
                  <a:lnTo>
                    <a:pt x="4961677" y="1379113"/>
                  </a:lnTo>
                  <a:lnTo>
                    <a:pt x="5072938" y="1369631"/>
                  </a:lnTo>
                  <a:lnTo>
                    <a:pt x="5178284" y="1361652"/>
                  </a:lnTo>
                  <a:lnTo>
                    <a:pt x="5273775" y="1355181"/>
                  </a:lnTo>
                  <a:lnTo>
                    <a:pt x="5355842" y="1350173"/>
                  </a:lnTo>
                  <a:lnTo>
                    <a:pt x="5421859" y="1346527"/>
                  </a:lnTo>
                  <a:lnTo>
                    <a:pt x="5470617" y="1344079"/>
                  </a:lnTo>
                  <a:lnTo>
                    <a:pt x="5502597" y="1342615"/>
                  </a:lnTo>
                  <a:lnTo>
                    <a:pt x="5520001" y="1341886"/>
                  </a:lnTo>
                  <a:lnTo>
                    <a:pt x="5526583" y="1341633"/>
                  </a:lnTo>
                  <a:lnTo>
                    <a:pt x="5527445" y="1341602"/>
                  </a:lnTo>
                  <a:lnTo>
                    <a:pt x="6522385" y="1341602"/>
                  </a:lnTo>
                  <a:lnTo>
                    <a:pt x="6523508" y="1341577"/>
                  </a:lnTo>
                  <a:lnTo>
                    <a:pt x="6530917" y="1341397"/>
                  </a:lnTo>
                  <a:lnTo>
                    <a:pt x="6549697" y="1340901"/>
                  </a:lnTo>
                  <a:lnTo>
                    <a:pt x="6583536" y="1339924"/>
                  </a:lnTo>
                  <a:lnTo>
                    <a:pt x="6634503" y="1338308"/>
                  </a:lnTo>
                  <a:lnTo>
                    <a:pt x="6702896" y="1335921"/>
                  </a:lnTo>
                  <a:lnTo>
                    <a:pt x="6787299" y="1332661"/>
                  </a:lnTo>
                  <a:lnTo>
                    <a:pt x="6884888" y="1328470"/>
                  </a:lnTo>
                  <a:lnTo>
                    <a:pt x="6991946" y="1323323"/>
                  </a:lnTo>
                  <a:lnTo>
                    <a:pt x="7104447" y="1317227"/>
                  </a:lnTo>
                  <a:lnTo>
                    <a:pt x="7218582" y="1310197"/>
                  </a:lnTo>
                  <a:lnTo>
                    <a:pt x="7331125" y="1302254"/>
                  </a:lnTo>
                  <a:lnTo>
                    <a:pt x="7439621" y="1293402"/>
                  </a:lnTo>
                  <a:lnTo>
                    <a:pt x="7542412" y="1283624"/>
                  </a:lnTo>
                  <a:lnTo>
                    <a:pt x="7638556" y="1272877"/>
                  </a:lnTo>
                  <a:lnTo>
                    <a:pt x="7727701" y="1261088"/>
                  </a:lnTo>
                  <a:lnTo>
                    <a:pt x="7809933" y="1248156"/>
                  </a:lnTo>
                  <a:lnTo>
                    <a:pt x="7885650" y="1233948"/>
                  </a:lnTo>
                  <a:lnTo>
                    <a:pt x="7955446" y="1218312"/>
                  </a:lnTo>
                  <a:lnTo>
                    <a:pt x="8020035" y="1201073"/>
                  </a:lnTo>
                  <a:lnTo>
                    <a:pt x="8080178" y="1182052"/>
                  </a:lnTo>
                  <a:lnTo>
                    <a:pt x="8136644" y="1161076"/>
                  </a:lnTo>
                  <a:lnTo>
                    <a:pt x="8190165" y="1138013"/>
                  </a:lnTo>
                  <a:lnTo>
                    <a:pt x="8229629" y="1118875"/>
                  </a:lnTo>
                  <a:lnTo>
                    <a:pt x="8284267" y="1089307"/>
                  </a:lnTo>
                  <a:lnTo>
                    <a:pt x="8337328" y="1057105"/>
                  </a:lnTo>
                  <a:lnTo>
                    <a:pt x="8389333" y="1022220"/>
                  </a:lnTo>
                  <a:lnTo>
                    <a:pt x="8440681" y="984672"/>
                  </a:lnTo>
                  <a:lnTo>
                    <a:pt x="8491670" y="944552"/>
                  </a:lnTo>
                  <a:lnTo>
                    <a:pt x="8542510" y="902034"/>
                  </a:lnTo>
                  <a:lnTo>
                    <a:pt x="8593340" y="857371"/>
                  </a:lnTo>
                  <a:lnTo>
                    <a:pt x="8644237" y="810900"/>
                  </a:lnTo>
                  <a:lnTo>
                    <a:pt x="8695227" y="763025"/>
                  </a:lnTo>
                  <a:lnTo>
                    <a:pt x="8746297" y="714211"/>
                  </a:lnTo>
                  <a:lnTo>
                    <a:pt x="8797408" y="664964"/>
                  </a:lnTo>
                  <a:lnTo>
                    <a:pt x="8848510" y="615807"/>
                  </a:lnTo>
                  <a:lnTo>
                    <a:pt x="8899556" y="567260"/>
                  </a:lnTo>
                  <a:lnTo>
                    <a:pt x="8950513" y="519817"/>
                  </a:lnTo>
                  <a:lnTo>
                    <a:pt x="9001382" y="473924"/>
                  </a:lnTo>
                  <a:lnTo>
                    <a:pt x="9052205" y="429963"/>
                  </a:lnTo>
                  <a:lnTo>
                    <a:pt x="9103076" y="388243"/>
                  </a:lnTo>
                  <a:lnTo>
                    <a:pt x="9154160" y="348990"/>
                  </a:lnTo>
                  <a:lnTo>
                    <a:pt x="9205696" y="312349"/>
                  </a:lnTo>
                  <a:lnTo>
                    <a:pt x="9258013" y="278387"/>
                  </a:lnTo>
                  <a:lnTo>
                    <a:pt x="9311549" y="247097"/>
                  </a:lnTo>
                  <a:lnTo>
                    <a:pt x="9347647" y="227967"/>
                  </a:lnTo>
                  <a:lnTo>
                    <a:pt x="9399360" y="203262"/>
                  </a:lnTo>
                  <a:lnTo>
                    <a:pt x="9453505" y="180694"/>
                  </a:lnTo>
                  <a:lnTo>
                    <a:pt x="9510761" y="160188"/>
                  </a:lnTo>
                  <a:lnTo>
                    <a:pt x="9571871" y="141598"/>
                  </a:lnTo>
                  <a:lnTo>
                    <a:pt x="9637606" y="124748"/>
                  </a:lnTo>
                  <a:lnTo>
                    <a:pt x="9708723" y="109460"/>
                  </a:lnTo>
                  <a:lnTo>
                    <a:pt x="9785910" y="95563"/>
                  </a:lnTo>
                  <a:lnTo>
                    <a:pt x="9869728" y="82908"/>
                  </a:lnTo>
                  <a:lnTo>
                    <a:pt x="9960510" y="71370"/>
                  </a:lnTo>
                  <a:lnTo>
                    <a:pt x="10058255" y="60855"/>
                  </a:lnTo>
                  <a:lnTo>
                    <a:pt x="10162484" y="51295"/>
                  </a:lnTo>
                  <a:lnTo>
                    <a:pt x="10272100" y="42655"/>
                  </a:lnTo>
                  <a:lnTo>
                    <a:pt x="10385264" y="34924"/>
                  </a:lnTo>
                  <a:lnTo>
                    <a:pt x="10499332" y="28110"/>
                  </a:lnTo>
                  <a:lnTo>
                    <a:pt x="10610920" y="22233"/>
                  </a:lnTo>
                  <a:lnTo>
                    <a:pt x="10716128" y="17310"/>
                  </a:lnTo>
                  <a:lnTo>
                    <a:pt x="10810952" y="13339"/>
                  </a:lnTo>
                  <a:lnTo>
                    <a:pt x="10891831" y="10290"/>
                  </a:lnTo>
                  <a:lnTo>
                    <a:pt x="10956229" y="8093"/>
                  </a:lnTo>
                  <a:lnTo>
                    <a:pt x="11003111" y="6639"/>
                  </a:lnTo>
                  <a:lnTo>
                    <a:pt x="11033192" y="5788"/>
                  </a:lnTo>
                  <a:lnTo>
                    <a:pt x="11048938" y="5381"/>
                  </a:lnTo>
                  <a:lnTo>
                    <a:pt x="11054379" y="525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9" y="25"/>
                  </a:lnTo>
                  <a:lnTo>
                    <a:pt x="11046360" y="204"/>
                  </a:lnTo>
                  <a:lnTo>
                    <a:pt x="11027579" y="700"/>
                  </a:lnTo>
                  <a:lnTo>
                    <a:pt x="10993740" y="1678"/>
                  </a:lnTo>
                  <a:lnTo>
                    <a:pt x="10942774" y="3293"/>
                  </a:lnTo>
                  <a:lnTo>
                    <a:pt x="10874380" y="5681"/>
                  </a:lnTo>
                  <a:lnTo>
                    <a:pt x="10789977" y="8940"/>
                  </a:lnTo>
                  <a:lnTo>
                    <a:pt x="10692389" y="13131"/>
                  </a:lnTo>
                  <a:lnTo>
                    <a:pt x="10585331" y="18278"/>
                  </a:lnTo>
                  <a:lnTo>
                    <a:pt x="10472830" y="24375"/>
                  </a:lnTo>
                  <a:lnTo>
                    <a:pt x="10358695" y="31404"/>
                  </a:lnTo>
                  <a:lnTo>
                    <a:pt x="10246151" y="39347"/>
                  </a:lnTo>
                  <a:lnTo>
                    <a:pt x="10137655" y="48200"/>
                  </a:lnTo>
                  <a:lnTo>
                    <a:pt x="10034865" y="57978"/>
                  </a:lnTo>
                  <a:lnTo>
                    <a:pt x="9938720" y="68724"/>
                  </a:lnTo>
                  <a:lnTo>
                    <a:pt x="9849576" y="80513"/>
                  </a:lnTo>
                  <a:lnTo>
                    <a:pt x="9767343" y="93446"/>
                  </a:lnTo>
                  <a:lnTo>
                    <a:pt x="9691627" y="107653"/>
                  </a:lnTo>
                  <a:lnTo>
                    <a:pt x="9621830" y="123289"/>
                  </a:lnTo>
                  <a:lnTo>
                    <a:pt x="9557242" y="140528"/>
                  </a:lnTo>
                  <a:lnTo>
                    <a:pt x="9497099" y="159550"/>
                  </a:lnTo>
                  <a:lnTo>
                    <a:pt x="9440632" y="180525"/>
                  </a:lnTo>
                  <a:lnTo>
                    <a:pt x="9387111" y="203588"/>
                  </a:lnTo>
                  <a:lnTo>
                    <a:pt x="9347647" y="222726"/>
                  </a:lnTo>
                  <a:lnTo>
                    <a:pt x="9293010" y="252295"/>
                  </a:lnTo>
                  <a:lnTo>
                    <a:pt x="9239949" y="284497"/>
                  </a:lnTo>
                  <a:lnTo>
                    <a:pt x="9187943" y="319381"/>
                  </a:lnTo>
                  <a:lnTo>
                    <a:pt x="9136595" y="356930"/>
                  </a:lnTo>
                  <a:lnTo>
                    <a:pt x="9085607" y="397049"/>
                  </a:lnTo>
                  <a:lnTo>
                    <a:pt x="9034767" y="439568"/>
                  </a:lnTo>
                  <a:lnTo>
                    <a:pt x="8983936" y="484230"/>
                  </a:lnTo>
                  <a:lnTo>
                    <a:pt x="8933039" y="530702"/>
                  </a:lnTo>
                  <a:lnTo>
                    <a:pt x="8882049" y="578577"/>
                  </a:lnTo>
                  <a:lnTo>
                    <a:pt x="8830980" y="627390"/>
                  </a:lnTo>
                  <a:lnTo>
                    <a:pt x="8779869" y="676638"/>
                  </a:lnTo>
                  <a:lnTo>
                    <a:pt x="8728766" y="725795"/>
                  </a:lnTo>
                  <a:lnTo>
                    <a:pt x="8677721" y="774341"/>
                  </a:lnTo>
                  <a:lnTo>
                    <a:pt x="8626763" y="821785"/>
                  </a:lnTo>
                  <a:lnTo>
                    <a:pt x="8575894" y="867678"/>
                  </a:lnTo>
                  <a:lnTo>
                    <a:pt x="8525072" y="911638"/>
                  </a:lnTo>
                  <a:lnTo>
                    <a:pt x="8474200" y="953358"/>
                  </a:lnTo>
                  <a:lnTo>
                    <a:pt x="8423116" y="992611"/>
                  </a:lnTo>
                  <a:lnTo>
                    <a:pt x="8371581" y="1029252"/>
                  </a:lnTo>
                  <a:lnTo>
                    <a:pt x="8319264" y="1063214"/>
                  </a:lnTo>
                  <a:lnTo>
                    <a:pt x="8265727" y="1094504"/>
                  </a:lnTo>
                  <a:lnTo>
                    <a:pt x="8229629" y="1113634"/>
                  </a:lnTo>
                  <a:lnTo>
                    <a:pt x="8177917" y="1138340"/>
                  </a:lnTo>
                  <a:lnTo>
                    <a:pt x="8123771" y="1160907"/>
                  </a:lnTo>
                  <a:lnTo>
                    <a:pt x="8066515" y="1181414"/>
                  </a:lnTo>
                  <a:lnTo>
                    <a:pt x="8005405" y="1200004"/>
                  </a:lnTo>
                  <a:lnTo>
                    <a:pt x="7939670" y="1216853"/>
                  </a:lnTo>
                  <a:lnTo>
                    <a:pt x="7868554" y="1232141"/>
                  </a:lnTo>
                  <a:lnTo>
                    <a:pt x="7791366" y="1246038"/>
                  </a:lnTo>
                  <a:lnTo>
                    <a:pt x="7707549" y="1258694"/>
                  </a:lnTo>
                  <a:lnTo>
                    <a:pt x="7616766" y="1270231"/>
                  </a:lnTo>
                  <a:lnTo>
                    <a:pt x="7519022" y="1280747"/>
                  </a:lnTo>
                  <a:lnTo>
                    <a:pt x="7414793" y="1290306"/>
                  </a:lnTo>
                  <a:lnTo>
                    <a:pt x="7305177" y="1298946"/>
                  </a:lnTo>
                  <a:lnTo>
                    <a:pt x="7192013" y="1306677"/>
                  </a:lnTo>
                  <a:lnTo>
                    <a:pt x="7077945" y="1313491"/>
                  </a:lnTo>
                  <a:lnTo>
                    <a:pt x="6966357" y="1319368"/>
                  </a:lnTo>
                  <a:lnTo>
                    <a:pt x="6861148" y="1324291"/>
                  </a:lnTo>
                  <a:lnTo>
                    <a:pt x="6766324" y="1328262"/>
                  </a:lnTo>
                  <a:lnTo>
                    <a:pt x="6685445" y="1331312"/>
                  </a:lnTo>
                  <a:lnTo>
                    <a:pt x="6621047" y="1333509"/>
                  </a:lnTo>
                  <a:lnTo>
                    <a:pt x="6574166" y="1334963"/>
                  </a:lnTo>
                  <a:lnTo>
                    <a:pt x="6544085" y="1335813"/>
                  </a:lnTo>
                  <a:lnTo>
                    <a:pt x="6528339" y="1336221"/>
                  </a:lnTo>
                  <a:lnTo>
                    <a:pt x="6522898" y="1336350"/>
                  </a:lnTo>
                  <a:lnTo>
                    <a:pt x="6522385" y="1336361"/>
                  </a:lnTo>
                  <a:lnTo>
                    <a:pt x="5527445" y="1336361"/>
                  </a:lnTo>
                  <a:lnTo>
                    <a:pt x="5526344" y="1336401"/>
                  </a:lnTo>
                  <a:lnTo>
                    <a:pt x="5519072" y="1336682"/>
                  </a:lnTo>
                  <a:lnTo>
                    <a:pt x="5500628" y="1337460"/>
                  </a:lnTo>
                  <a:lnTo>
                    <a:pt x="5467373" y="1338994"/>
                  </a:lnTo>
                  <a:lnTo>
                    <a:pt x="5417238" y="1341530"/>
                  </a:lnTo>
                  <a:lnTo>
                    <a:pt x="5349881" y="1345279"/>
                  </a:lnTo>
                  <a:lnTo>
                    <a:pt x="5266634" y="1350400"/>
                  </a:lnTo>
                  <a:lnTo>
                    <a:pt x="5170221" y="1356990"/>
                  </a:lnTo>
                  <a:lnTo>
                    <a:pt x="5064260" y="1365089"/>
                  </a:lnTo>
                  <a:lnTo>
                    <a:pt x="4952696" y="1374690"/>
                  </a:lnTo>
                  <a:lnTo>
                    <a:pt x="4839293" y="1385765"/>
                  </a:lnTo>
                  <a:lnTo>
                    <a:pt x="4727261" y="1398286"/>
                  </a:lnTo>
                  <a:lnTo>
                    <a:pt x="4619067" y="1412243"/>
                  </a:lnTo>
                  <a:lnTo>
                    <a:pt x="4516398" y="1427657"/>
                  </a:lnTo>
                  <a:lnTo>
                    <a:pt x="4420234" y="1444594"/>
                  </a:lnTo>
                  <a:lnTo>
                    <a:pt x="4330967" y="1463164"/>
                  </a:lnTo>
                  <a:lnTo>
                    <a:pt x="4248549" y="1483521"/>
                  </a:lnTo>
                  <a:lnTo>
                    <a:pt x="4172619" y="1505867"/>
                  </a:lnTo>
                  <a:lnTo>
                    <a:pt x="4102607" y="1530440"/>
                  </a:lnTo>
                  <a:lnTo>
                    <a:pt x="4037827" y="1557510"/>
                  </a:lnTo>
                  <a:lnTo>
                    <a:pt x="3977533" y="1587360"/>
                  </a:lnTo>
                  <a:lnTo>
                    <a:pt x="3920970" y="1620262"/>
                  </a:lnTo>
                  <a:lnTo>
                    <a:pt x="3867412" y="1656437"/>
                  </a:lnTo>
                  <a:lnTo>
                    <a:pt x="3820202" y="1692724"/>
                  </a:lnTo>
                  <a:lnTo>
                    <a:pt x="3771576" y="1734544"/>
                  </a:lnTo>
                  <a:lnTo>
                    <a:pt x="3724246" y="1779678"/>
                  </a:lnTo>
                  <a:lnTo>
                    <a:pt x="3677830" y="1828194"/>
                  </a:lnTo>
                  <a:lnTo>
                    <a:pt x="3632026" y="1880093"/>
                  </a:lnTo>
                  <a:lnTo>
                    <a:pt x="3586601" y="1935304"/>
                  </a:lnTo>
                  <a:lnTo>
                    <a:pt x="3541378" y="1993681"/>
                  </a:lnTo>
                  <a:lnTo>
                    <a:pt x="3496228" y="2054993"/>
                  </a:lnTo>
                  <a:lnTo>
                    <a:pt x="3451068" y="2118930"/>
                  </a:lnTo>
                  <a:lnTo>
                    <a:pt x="3405851" y="2185102"/>
                  </a:lnTo>
                  <a:lnTo>
                    <a:pt x="3360561" y="2253050"/>
                  </a:lnTo>
                  <a:lnTo>
                    <a:pt x="3315204" y="2322256"/>
                  </a:lnTo>
                  <a:lnTo>
                    <a:pt x="3269807" y="2392159"/>
                  </a:lnTo>
                  <a:lnTo>
                    <a:pt x="3224402" y="2462174"/>
                  </a:lnTo>
                  <a:lnTo>
                    <a:pt x="3179026" y="2531712"/>
                  </a:lnTo>
                  <a:lnTo>
                    <a:pt x="3133709" y="2600201"/>
                  </a:lnTo>
                  <a:lnTo>
                    <a:pt x="3088464" y="2667105"/>
                  </a:lnTo>
                  <a:lnTo>
                    <a:pt x="3043286" y="2731939"/>
                  </a:lnTo>
                  <a:lnTo>
                    <a:pt x="2998141" y="2794288"/>
                  </a:lnTo>
                  <a:lnTo>
                    <a:pt x="2952958" y="2853810"/>
                  </a:lnTo>
                  <a:lnTo>
                    <a:pt x="2907627" y="2910244"/>
                  </a:lnTo>
                  <a:lnTo>
                    <a:pt x="2861992" y="2963412"/>
                  </a:lnTo>
                  <a:lnTo>
                    <a:pt x="2815840" y="3013215"/>
                  </a:lnTo>
                  <a:lnTo>
                    <a:pt x="2768896" y="3059628"/>
                  </a:lnTo>
                  <a:lnTo>
                    <a:pt x="2720813" y="3102694"/>
                  </a:lnTo>
                  <a:lnTo>
                    <a:pt x="2702183" y="3118177"/>
                  </a:lnTo>
                  <a:lnTo>
                    <a:pt x="2650810" y="3157462"/>
                  </a:lnTo>
                  <a:lnTo>
                    <a:pt x="2597039" y="3193371"/>
                  </a:lnTo>
                  <a:lnTo>
                    <a:pt x="2540207" y="3226022"/>
                  </a:lnTo>
                  <a:lnTo>
                    <a:pt x="2479584" y="3255640"/>
                  </a:lnTo>
                  <a:lnTo>
                    <a:pt x="2414415" y="3282501"/>
                  </a:lnTo>
                  <a:lnTo>
                    <a:pt x="2343957" y="3306888"/>
                  </a:lnTo>
                  <a:lnTo>
                    <a:pt x="2267529" y="3329068"/>
                  </a:lnTo>
                  <a:lnTo>
                    <a:pt x="2184577" y="3349276"/>
                  </a:lnTo>
                  <a:lnTo>
                    <a:pt x="2094759" y="3367711"/>
                  </a:lnTo>
                  <a:lnTo>
                    <a:pt x="1998056" y="3384523"/>
                  </a:lnTo>
                  <a:lnTo>
                    <a:pt x="1894904" y="3399820"/>
                  </a:lnTo>
                  <a:lnTo>
                    <a:pt x="1786333" y="3413662"/>
                  </a:lnTo>
                  <a:lnTo>
                    <a:pt x="1674091" y="3426069"/>
                  </a:lnTo>
                  <a:lnTo>
                    <a:pt x="1560708" y="3437028"/>
                  </a:lnTo>
                  <a:lnTo>
                    <a:pt x="1449447" y="3446511"/>
                  </a:lnTo>
                  <a:lnTo>
                    <a:pt x="1344101" y="3454489"/>
                  </a:lnTo>
                  <a:lnTo>
                    <a:pt x="1248610" y="3460961"/>
                  </a:lnTo>
                  <a:lnTo>
                    <a:pt x="1166543" y="3465969"/>
                  </a:lnTo>
                  <a:lnTo>
                    <a:pt x="1100526" y="3469615"/>
                  </a:lnTo>
                  <a:lnTo>
                    <a:pt x="1051768" y="3472062"/>
                  </a:lnTo>
                  <a:lnTo>
                    <a:pt x="1019788" y="3473527"/>
                  </a:lnTo>
                  <a:lnTo>
                    <a:pt x="1002384" y="3474256"/>
                  </a:lnTo>
                  <a:lnTo>
                    <a:pt x="995802" y="3474509"/>
                  </a:lnTo>
                  <a:lnTo>
                    <a:pt x="994940" y="3474540"/>
                  </a:lnTo>
                  <a:lnTo>
                    <a:pt x="0" y="3474540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69" name="pl1368"/>
            <p:cNvSpPr/>
            <p:nvPr/>
          </p:nvSpPr>
          <p:spPr>
            <a:xfrm>
              <a:off x="1199187" y="1724004"/>
              <a:ext cx="12049831" cy="3474540"/>
            </a:xfrm>
            <a:custGeom>
              <a:avLst/>
              <a:pathLst>
                <a:path w="12049831" h="3474540">
                  <a:moveTo>
                    <a:pt x="0" y="3474540"/>
                  </a:moveTo>
                  <a:lnTo>
                    <a:pt x="994940" y="3474540"/>
                  </a:lnTo>
                  <a:lnTo>
                    <a:pt x="996041" y="3474500"/>
                  </a:lnTo>
                  <a:lnTo>
                    <a:pt x="1003313" y="3474219"/>
                  </a:lnTo>
                  <a:lnTo>
                    <a:pt x="1021757" y="3473441"/>
                  </a:lnTo>
                  <a:lnTo>
                    <a:pt x="1055012" y="3471907"/>
                  </a:lnTo>
                  <a:lnTo>
                    <a:pt x="1105147" y="3469371"/>
                  </a:lnTo>
                  <a:lnTo>
                    <a:pt x="1172504" y="3465622"/>
                  </a:lnTo>
                  <a:lnTo>
                    <a:pt x="1255751" y="3460501"/>
                  </a:lnTo>
                  <a:lnTo>
                    <a:pt x="1352164" y="3453911"/>
                  </a:lnTo>
                  <a:lnTo>
                    <a:pt x="1458125" y="3445812"/>
                  </a:lnTo>
                  <a:lnTo>
                    <a:pt x="1569689" y="3436211"/>
                  </a:lnTo>
                  <a:lnTo>
                    <a:pt x="1683092" y="3425136"/>
                  </a:lnTo>
                  <a:lnTo>
                    <a:pt x="1795124" y="3412615"/>
                  </a:lnTo>
                  <a:lnTo>
                    <a:pt x="1903318" y="3398658"/>
                  </a:lnTo>
                  <a:lnTo>
                    <a:pt x="2005987" y="3383244"/>
                  </a:lnTo>
                  <a:lnTo>
                    <a:pt x="2102151" y="3366307"/>
                  </a:lnTo>
                  <a:lnTo>
                    <a:pt x="2191418" y="3347738"/>
                  </a:lnTo>
                  <a:lnTo>
                    <a:pt x="2273836" y="3327380"/>
                  </a:lnTo>
                  <a:lnTo>
                    <a:pt x="2349766" y="3305034"/>
                  </a:lnTo>
                  <a:lnTo>
                    <a:pt x="2419778" y="3280461"/>
                  </a:lnTo>
                  <a:lnTo>
                    <a:pt x="2484558" y="3253391"/>
                  </a:lnTo>
                  <a:lnTo>
                    <a:pt x="2544852" y="3223541"/>
                  </a:lnTo>
                  <a:lnTo>
                    <a:pt x="2601415" y="3190639"/>
                  </a:lnTo>
                  <a:lnTo>
                    <a:pt x="2654973" y="3154464"/>
                  </a:lnTo>
                  <a:lnTo>
                    <a:pt x="2702183" y="3118177"/>
                  </a:lnTo>
                  <a:lnTo>
                    <a:pt x="2750809" y="3076358"/>
                  </a:lnTo>
                  <a:lnTo>
                    <a:pt x="2798139" y="3031223"/>
                  </a:lnTo>
                  <a:lnTo>
                    <a:pt x="2844555" y="2982707"/>
                  </a:lnTo>
                  <a:lnTo>
                    <a:pt x="2890359" y="2930808"/>
                  </a:lnTo>
                  <a:lnTo>
                    <a:pt x="2935784" y="2875597"/>
                  </a:lnTo>
                  <a:lnTo>
                    <a:pt x="2981007" y="2817220"/>
                  </a:lnTo>
                  <a:lnTo>
                    <a:pt x="3026157" y="2755908"/>
                  </a:lnTo>
                  <a:lnTo>
                    <a:pt x="3071317" y="2691971"/>
                  </a:lnTo>
                  <a:lnTo>
                    <a:pt x="3116534" y="2625799"/>
                  </a:lnTo>
                  <a:lnTo>
                    <a:pt x="3161824" y="2557851"/>
                  </a:lnTo>
                  <a:lnTo>
                    <a:pt x="3207181" y="2488645"/>
                  </a:lnTo>
                  <a:lnTo>
                    <a:pt x="3252578" y="2418742"/>
                  </a:lnTo>
                  <a:lnTo>
                    <a:pt x="3297983" y="2348727"/>
                  </a:lnTo>
                  <a:lnTo>
                    <a:pt x="3343359" y="2279189"/>
                  </a:lnTo>
                  <a:lnTo>
                    <a:pt x="3388676" y="2210700"/>
                  </a:lnTo>
                  <a:lnTo>
                    <a:pt x="3433921" y="2143796"/>
                  </a:lnTo>
                  <a:lnTo>
                    <a:pt x="3479099" y="2078962"/>
                  </a:lnTo>
                  <a:lnTo>
                    <a:pt x="3524244" y="2016613"/>
                  </a:lnTo>
                  <a:lnTo>
                    <a:pt x="3569427" y="1957091"/>
                  </a:lnTo>
                  <a:lnTo>
                    <a:pt x="3614758" y="1900657"/>
                  </a:lnTo>
                  <a:lnTo>
                    <a:pt x="3660393" y="1847489"/>
                  </a:lnTo>
                  <a:lnTo>
                    <a:pt x="3706545" y="1797686"/>
                  </a:lnTo>
                  <a:lnTo>
                    <a:pt x="3753489" y="1751273"/>
                  </a:lnTo>
                  <a:lnTo>
                    <a:pt x="3801572" y="1708207"/>
                  </a:lnTo>
                  <a:lnTo>
                    <a:pt x="3820202" y="1692724"/>
                  </a:lnTo>
                  <a:lnTo>
                    <a:pt x="3871575" y="1653439"/>
                  </a:lnTo>
                  <a:lnTo>
                    <a:pt x="3925346" y="1617530"/>
                  </a:lnTo>
                  <a:lnTo>
                    <a:pt x="3982178" y="1584879"/>
                  </a:lnTo>
                  <a:lnTo>
                    <a:pt x="4042801" y="1555261"/>
                  </a:lnTo>
                  <a:lnTo>
                    <a:pt x="4107970" y="1528400"/>
                  </a:lnTo>
                  <a:lnTo>
                    <a:pt x="4178428" y="1504013"/>
                  </a:lnTo>
                  <a:lnTo>
                    <a:pt x="4254856" y="1481833"/>
                  </a:lnTo>
                  <a:lnTo>
                    <a:pt x="4337808" y="1461625"/>
                  </a:lnTo>
                  <a:lnTo>
                    <a:pt x="4427626" y="1443190"/>
                  </a:lnTo>
                  <a:lnTo>
                    <a:pt x="4524329" y="1426378"/>
                  </a:lnTo>
                  <a:lnTo>
                    <a:pt x="4627481" y="1411081"/>
                  </a:lnTo>
                  <a:lnTo>
                    <a:pt x="4736052" y="1397239"/>
                  </a:lnTo>
                  <a:lnTo>
                    <a:pt x="4848294" y="1384832"/>
                  </a:lnTo>
                  <a:lnTo>
                    <a:pt x="4961677" y="1373873"/>
                  </a:lnTo>
                  <a:lnTo>
                    <a:pt x="5072938" y="1364390"/>
                  </a:lnTo>
                  <a:lnTo>
                    <a:pt x="5178284" y="1356412"/>
                  </a:lnTo>
                  <a:lnTo>
                    <a:pt x="5273775" y="1349940"/>
                  </a:lnTo>
                  <a:lnTo>
                    <a:pt x="5355842" y="1344932"/>
                  </a:lnTo>
                  <a:lnTo>
                    <a:pt x="5421859" y="1341286"/>
                  </a:lnTo>
                  <a:lnTo>
                    <a:pt x="5470617" y="1338839"/>
                  </a:lnTo>
                  <a:lnTo>
                    <a:pt x="5502597" y="1337374"/>
                  </a:lnTo>
                  <a:lnTo>
                    <a:pt x="5520001" y="1336645"/>
                  </a:lnTo>
                  <a:lnTo>
                    <a:pt x="5526583" y="1336392"/>
                  </a:lnTo>
                  <a:lnTo>
                    <a:pt x="5527445" y="1336361"/>
                  </a:lnTo>
                  <a:lnTo>
                    <a:pt x="6522385" y="1336361"/>
                  </a:lnTo>
                  <a:lnTo>
                    <a:pt x="6523508" y="1336336"/>
                  </a:lnTo>
                  <a:lnTo>
                    <a:pt x="6530917" y="1336156"/>
                  </a:lnTo>
                  <a:lnTo>
                    <a:pt x="6549697" y="1335661"/>
                  </a:lnTo>
                  <a:lnTo>
                    <a:pt x="6583536" y="1334683"/>
                  </a:lnTo>
                  <a:lnTo>
                    <a:pt x="6634503" y="1333068"/>
                  </a:lnTo>
                  <a:lnTo>
                    <a:pt x="6702896" y="1330680"/>
                  </a:lnTo>
                  <a:lnTo>
                    <a:pt x="6787299" y="1327421"/>
                  </a:lnTo>
                  <a:lnTo>
                    <a:pt x="6884888" y="1323229"/>
                  </a:lnTo>
                  <a:lnTo>
                    <a:pt x="6991946" y="1318083"/>
                  </a:lnTo>
                  <a:lnTo>
                    <a:pt x="7104447" y="1311986"/>
                  </a:lnTo>
                  <a:lnTo>
                    <a:pt x="7218582" y="1304957"/>
                  </a:lnTo>
                  <a:lnTo>
                    <a:pt x="7331125" y="1297013"/>
                  </a:lnTo>
                  <a:lnTo>
                    <a:pt x="7439621" y="1288161"/>
                  </a:lnTo>
                  <a:lnTo>
                    <a:pt x="7542412" y="1278383"/>
                  </a:lnTo>
                  <a:lnTo>
                    <a:pt x="7638556" y="1267636"/>
                  </a:lnTo>
                  <a:lnTo>
                    <a:pt x="7727701" y="1255848"/>
                  </a:lnTo>
                  <a:lnTo>
                    <a:pt x="7809933" y="1242915"/>
                  </a:lnTo>
                  <a:lnTo>
                    <a:pt x="7885650" y="1228708"/>
                  </a:lnTo>
                  <a:lnTo>
                    <a:pt x="7955446" y="1213071"/>
                  </a:lnTo>
                  <a:lnTo>
                    <a:pt x="8020035" y="1195833"/>
                  </a:lnTo>
                  <a:lnTo>
                    <a:pt x="8080178" y="1176811"/>
                  </a:lnTo>
                  <a:lnTo>
                    <a:pt x="8136644" y="1155835"/>
                  </a:lnTo>
                  <a:lnTo>
                    <a:pt x="8190165" y="1132773"/>
                  </a:lnTo>
                  <a:lnTo>
                    <a:pt x="8229629" y="1113634"/>
                  </a:lnTo>
                  <a:lnTo>
                    <a:pt x="8284267" y="1084066"/>
                  </a:lnTo>
                  <a:lnTo>
                    <a:pt x="8337328" y="1051864"/>
                  </a:lnTo>
                  <a:lnTo>
                    <a:pt x="8389333" y="1016980"/>
                  </a:lnTo>
                  <a:lnTo>
                    <a:pt x="8440681" y="979431"/>
                  </a:lnTo>
                  <a:lnTo>
                    <a:pt x="8491670" y="939311"/>
                  </a:lnTo>
                  <a:lnTo>
                    <a:pt x="8542510" y="896793"/>
                  </a:lnTo>
                  <a:lnTo>
                    <a:pt x="8593340" y="852131"/>
                  </a:lnTo>
                  <a:lnTo>
                    <a:pt x="8644237" y="805659"/>
                  </a:lnTo>
                  <a:lnTo>
                    <a:pt x="8695227" y="757784"/>
                  </a:lnTo>
                  <a:lnTo>
                    <a:pt x="8746297" y="708971"/>
                  </a:lnTo>
                  <a:lnTo>
                    <a:pt x="8797408" y="659723"/>
                  </a:lnTo>
                  <a:lnTo>
                    <a:pt x="8848510" y="610566"/>
                  </a:lnTo>
                  <a:lnTo>
                    <a:pt x="8899556" y="562019"/>
                  </a:lnTo>
                  <a:lnTo>
                    <a:pt x="8950513" y="514576"/>
                  </a:lnTo>
                  <a:lnTo>
                    <a:pt x="9001382" y="468683"/>
                  </a:lnTo>
                  <a:lnTo>
                    <a:pt x="9052205" y="424722"/>
                  </a:lnTo>
                  <a:lnTo>
                    <a:pt x="9103076" y="383002"/>
                  </a:lnTo>
                  <a:lnTo>
                    <a:pt x="9154160" y="343750"/>
                  </a:lnTo>
                  <a:lnTo>
                    <a:pt x="9205696" y="307109"/>
                  </a:lnTo>
                  <a:lnTo>
                    <a:pt x="9258013" y="273146"/>
                  </a:lnTo>
                  <a:lnTo>
                    <a:pt x="9311549" y="241856"/>
                  </a:lnTo>
                  <a:lnTo>
                    <a:pt x="9347647" y="222726"/>
                  </a:lnTo>
                  <a:lnTo>
                    <a:pt x="9399360" y="198021"/>
                  </a:lnTo>
                  <a:lnTo>
                    <a:pt x="9453505" y="175453"/>
                  </a:lnTo>
                  <a:lnTo>
                    <a:pt x="9510761" y="154947"/>
                  </a:lnTo>
                  <a:lnTo>
                    <a:pt x="9571871" y="136357"/>
                  </a:lnTo>
                  <a:lnTo>
                    <a:pt x="9637606" y="119508"/>
                  </a:lnTo>
                  <a:lnTo>
                    <a:pt x="9708723" y="104220"/>
                  </a:lnTo>
                  <a:lnTo>
                    <a:pt x="9785910" y="90323"/>
                  </a:lnTo>
                  <a:lnTo>
                    <a:pt x="9869728" y="77667"/>
                  </a:lnTo>
                  <a:lnTo>
                    <a:pt x="9960510" y="66130"/>
                  </a:lnTo>
                  <a:lnTo>
                    <a:pt x="10058255" y="55614"/>
                  </a:lnTo>
                  <a:lnTo>
                    <a:pt x="10162484" y="46055"/>
                  </a:lnTo>
                  <a:lnTo>
                    <a:pt x="10272100" y="37415"/>
                  </a:lnTo>
                  <a:lnTo>
                    <a:pt x="10385264" y="29683"/>
                  </a:lnTo>
                  <a:lnTo>
                    <a:pt x="10499332" y="22870"/>
                  </a:lnTo>
                  <a:lnTo>
                    <a:pt x="10610920" y="16993"/>
                  </a:lnTo>
                  <a:lnTo>
                    <a:pt x="10716128" y="12069"/>
                  </a:lnTo>
                  <a:lnTo>
                    <a:pt x="10810952" y="8098"/>
                  </a:lnTo>
                  <a:lnTo>
                    <a:pt x="10891831" y="5049"/>
                  </a:lnTo>
                  <a:lnTo>
                    <a:pt x="10956229" y="2852"/>
                  </a:lnTo>
                  <a:lnTo>
                    <a:pt x="11003111" y="1398"/>
                  </a:lnTo>
                  <a:lnTo>
                    <a:pt x="11033192" y="548"/>
                  </a:lnTo>
                  <a:lnTo>
                    <a:pt x="11048938" y="140"/>
                  </a:lnTo>
                  <a:lnTo>
                    <a:pt x="11054379" y="1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0" name="pl1369"/>
            <p:cNvSpPr/>
            <p:nvPr/>
          </p:nvSpPr>
          <p:spPr>
            <a:xfrm>
              <a:off x="1199187" y="1718763"/>
              <a:ext cx="12049831" cy="3474540"/>
            </a:xfrm>
            <a:custGeom>
              <a:avLst/>
              <a:pathLst>
                <a:path w="12049831" h="3474540">
                  <a:moveTo>
                    <a:pt x="12049831" y="0"/>
                  </a:moveTo>
                  <a:lnTo>
                    <a:pt x="11054891" y="0"/>
                  </a:lnTo>
                  <a:lnTo>
                    <a:pt x="11053769" y="25"/>
                  </a:lnTo>
                  <a:lnTo>
                    <a:pt x="11046360" y="204"/>
                  </a:lnTo>
                  <a:lnTo>
                    <a:pt x="11027579" y="700"/>
                  </a:lnTo>
                  <a:lnTo>
                    <a:pt x="10993740" y="1678"/>
                  </a:lnTo>
                  <a:lnTo>
                    <a:pt x="10942774" y="3293"/>
                  </a:lnTo>
                  <a:lnTo>
                    <a:pt x="10874380" y="5681"/>
                  </a:lnTo>
                  <a:lnTo>
                    <a:pt x="10789977" y="8940"/>
                  </a:lnTo>
                  <a:lnTo>
                    <a:pt x="10692389" y="13131"/>
                  </a:lnTo>
                  <a:lnTo>
                    <a:pt x="10585331" y="18278"/>
                  </a:lnTo>
                  <a:lnTo>
                    <a:pt x="10472830" y="24375"/>
                  </a:lnTo>
                  <a:lnTo>
                    <a:pt x="10358695" y="31404"/>
                  </a:lnTo>
                  <a:lnTo>
                    <a:pt x="10246151" y="39347"/>
                  </a:lnTo>
                  <a:lnTo>
                    <a:pt x="10137655" y="48200"/>
                  </a:lnTo>
                  <a:lnTo>
                    <a:pt x="10034865" y="57978"/>
                  </a:lnTo>
                  <a:lnTo>
                    <a:pt x="9938720" y="68724"/>
                  </a:lnTo>
                  <a:lnTo>
                    <a:pt x="9849576" y="80513"/>
                  </a:lnTo>
                  <a:lnTo>
                    <a:pt x="9767343" y="93446"/>
                  </a:lnTo>
                  <a:lnTo>
                    <a:pt x="9691627" y="107653"/>
                  </a:lnTo>
                  <a:lnTo>
                    <a:pt x="9621830" y="123289"/>
                  </a:lnTo>
                  <a:lnTo>
                    <a:pt x="9557242" y="140528"/>
                  </a:lnTo>
                  <a:lnTo>
                    <a:pt x="9497099" y="159550"/>
                  </a:lnTo>
                  <a:lnTo>
                    <a:pt x="9440632" y="180525"/>
                  </a:lnTo>
                  <a:lnTo>
                    <a:pt x="9387111" y="203588"/>
                  </a:lnTo>
                  <a:lnTo>
                    <a:pt x="9347647" y="222726"/>
                  </a:lnTo>
                  <a:lnTo>
                    <a:pt x="9293010" y="252295"/>
                  </a:lnTo>
                  <a:lnTo>
                    <a:pt x="9239949" y="284497"/>
                  </a:lnTo>
                  <a:lnTo>
                    <a:pt x="9187943" y="319381"/>
                  </a:lnTo>
                  <a:lnTo>
                    <a:pt x="9136595" y="356930"/>
                  </a:lnTo>
                  <a:lnTo>
                    <a:pt x="9085607" y="397049"/>
                  </a:lnTo>
                  <a:lnTo>
                    <a:pt x="9034767" y="439568"/>
                  </a:lnTo>
                  <a:lnTo>
                    <a:pt x="8983936" y="484230"/>
                  </a:lnTo>
                  <a:lnTo>
                    <a:pt x="8933039" y="530702"/>
                  </a:lnTo>
                  <a:lnTo>
                    <a:pt x="8882049" y="578577"/>
                  </a:lnTo>
                  <a:lnTo>
                    <a:pt x="8830980" y="627390"/>
                  </a:lnTo>
                  <a:lnTo>
                    <a:pt x="8779869" y="676638"/>
                  </a:lnTo>
                  <a:lnTo>
                    <a:pt x="8728766" y="725795"/>
                  </a:lnTo>
                  <a:lnTo>
                    <a:pt x="8677721" y="774341"/>
                  </a:lnTo>
                  <a:lnTo>
                    <a:pt x="8626763" y="821785"/>
                  </a:lnTo>
                  <a:lnTo>
                    <a:pt x="8575894" y="867678"/>
                  </a:lnTo>
                  <a:lnTo>
                    <a:pt x="8525072" y="911638"/>
                  </a:lnTo>
                  <a:lnTo>
                    <a:pt x="8474200" y="953358"/>
                  </a:lnTo>
                  <a:lnTo>
                    <a:pt x="8423116" y="992611"/>
                  </a:lnTo>
                  <a:lnTo>
                    <a:pt x="8371581" y="1029252"/>
                  </a:lnTo>
                  <a:lnTo>
                    <a:pt x="8319264" y="1063214"/>
                  </a:lnTo>
                  <a:lnTo>
                    <a:pt x="8265727" y="1094504"/>
                  </a:lnTo>
                  <a:lnTo>
                    <a:pt x="8229629" y="1113634"/>
                  </a:lnTo>
                  <a:lnTo>
                    <a:pt x="8177917" y="1138340"/>
                  </a:lnTo>
                  <a:lnTo>
                    <a:pt x="8123771" y="1160907"/>
                  </a:lnTo>
                  <a:lnTo>
                    <a:pt x="8066515" y="1181414"/>
                  </a:lnTo>
                  <a:lnTo>
                    <a:pt x="8005405" y="1200004"/>
                  </a:lnTo>
                  <a:lnTo>
                    <a:pt x="7939670" y="1216853"/>
                  </a:lnTo>
                  <a:lnTo>
                    <a:pt x="7868554" y="1232141"/>
                  </a:lnTo>
                  <a:lnTo>
                    <a:pt x="7791366" y="1246038"/>
                  </a:lnTo>
                  <a:lnTo>
                    <a:pt x="7707549" y="1258694"/>
                  </a:lnTo>
                  <a:lnTo>
                    <a:pt x="7616766" y="1270231"/>
                  </a:lnTo>
                  <a:lnTo>
                    <a:pt x="7519022" y="1280747"/>
                  </a:lnTo>
                  <a:lnTo>
                    <a:pt x="7414793" y="1290306"/>
                  </a:lnTo>
                  <a:lnTo>
                    <a:pt x="7305177" y="1298946"/>
                  </a:lnTo>
                  <a:lnTo>
                    <a:pt x="7192013" y="1306677"/>
                  </a:lnTo>
                  <a:lnTo>
                    <a:pt x="7077945" y="1313491"/>
                  </a:lnTo>
                  <a:lnTo>
                    <a:pt x="6966357" y="1319368"/>
                  </a:lnTo>
                  <a:lnTo>
                    <a:pt x="6861148" y="1324291"/>
                  </a:lnTo>
                  <a:lnTo>
                    <a:pt x="6766324" y="1328262"/>
                  </a:lnTo>
                  <a:lnTo>
                    <a:pt x="6685445" y="1331312"/>
                  </a:lnTo>
                  <a:lnTo>
                    <a:pt x="6621047" y="1333509"/>
                  </a:lnTo>
                  <a:lnTo>
                    <a:pt x="6574166" y="1334963"/>
                  </a:lnTo>
                  <a:lnTo>
                    <a:pt x="6544085" y="1335813"/>
                  </a:lnTo>
                  <a:lnTo>
                    <a:pt x="6528339" y="1336221"/>
                  </a:lnTo>
                  <a:lnTo>
                    <a:pt x="6522898" y="1336350"/>
                  </a:lnTo>
                  <a:lnTo>
                    <a:pt x="6522385" y="1336361"/>
                  </a:lnTo>
                  <a:lnTo>
                    <a:pt x="5527445" y="1336361"/>
                  </a:lnTo>
                  <a:lnTo>
                    <a:pt x="5526344" y="1336401"/>
                  </a:lnTo>
                  <a:lnTo>
                    <a:pt x="5519072" y="1336682"/>
                  </a:lnTo>
                  <a:lnTo>
                    <a:pt x="5500628" y="1337460"/>
                  </a:lnTo>
                  <a:lnTo>
                    <a:pt x="5467373" y="1338994"/>
                  </a:lnTo>
                  <a:lnTo>
                    <a:pt x="5417238" y="1341530"/>
                  </a:lnTo>
                  <a:lnTo>
                    <a:pt x="5349881" y="1345279"/>
                  </a:lnTo>
                  <a:lnTo>
                    <a:pt x="5266634" y="1350400"/>
                  </a:lnTo>
                  <a:lnTo>
                    <a:pt x="5170221" y="1356990"/>
                  </a:lnTo>
                  <a:lnTo>
                    <a:pt x="5064260" y="1365089"/>
                  </a:lnTo>
                  <a:lnTo>
                    <a:pt x="4952696" y="1374690"/>
                  </a:lnTo>
                  <a:lnTo>
                    <a:pt x="4839293" y="1385765"/>
                  </a:lnTo>
                  <a:lnTo>
                    <a:pt x="4727261" y="1398286"/>
                  </a:lnTo>
                  <a:lnTo>
                    <a:pt x="4619067" y="1412243"/>
                  </a:lnTo>
                  <a:lnTo>
                    <a:pt x="4516398" y="1427657"/>
                  </a:lnTo>
                  <a:lnTo>
                    <a:pt x="4420234" y="1444594"/>
                  </a:lnTo>
                  <a:lnTo>
                    <a:pt x="4330967" y="1463164"/>
                  </a:lnTo>
                  <a:lnTo>
                    <a:pt x="4248549" y="1483521"/>
                  </a:lnTo>
                  <a:lnTo>
                    <a:pt x="4172619" y="1505867"/>
                  </a:lnTo>
                  <a:lnTo>
                    <a:pt x="4102607" y="1530440"/>
                  </a:lnTo>
                  <a:lnTo>
                    <a:pt x="4037827" y="1557510"/>
                  </a:lnTo>
                  <a:lnTo>
                    <a:pt x="3977533" y="1587360"/>
                  </a:lnTo>
                  <a:lnTo>
                    <a:pt x="3920970" y="1620262"/>
                  </a:lnTo>
                  <a:lnTo>
                    <a:pt x="3867412" y="1656437"/>
                  </a:lnTo>
                  <a:lnTo>
                    <a:pt x="3820202" y="1692724"/>
                  </a:lnTo>
                  <a:lnTo>
                    <a:pt x="3771576" y="1734544"/>
                  </a:lnTo>
                  <a:lnTo>
                    <a:pt x="3724246" y="1779678"/>
                  </a:lnTo>
                  <a:lnTo>
                    <a:pt x="3677830" y="1828194"/>
                  </a:lnTo>
                  <a:lnTo>
                    <a:pt x="3632026" y="1880093"/>
                  </a:lnTo>
                  <a:lnTo>
                    <a:pt x="3586601" y="1935304"/>
                  </a:lnTo>
                  <a:lnTo>
                    <a:pt x="3541378" y="1993681"/>
                  </a:lnTo>
                  <a:lnTo>
                    <a:pt x="3496228" y="2054993"/>
                  </a:lnTo>
                  <a:lnTo>
                    <a:pt x="3451068" y="2118930"/>
                  </a:lnTo>
                  <a:lnTo>
                    <a:pt x="3405851" y="2185102"/>
                  </a:lnTo>
                  <a:lnTo>
                    <a:pt x="3360561" y="2253050"/>
                  </a:lnTo>
                  <a:lnTo>
                    <a:pt x="3315204" y="2322256"/>
                  </a:lnTo>
                  <a:lnTo>
                    <a:pt x="3269807" y="2392159"/>
                  </a:lnTo>
                  <a:lnTo>
                    <a:pt x="3224402" y="2462174"/>
                  </a:lnTo>
                  <a:lnTo>
                    <a:pt x="3179026" y="2531712"/>
                  </a:lnTo>
                  <a:lnTo>
                    <a:pt x="3133709" y="2600201"/>
                  </a:lnTo>
                  <a:lnTo>
                    <a:pt x="3088464" y="2667105"/>
                  </a:lnTo>
                  <a:lnTo>
                    <a:pt x="3043286" y="2731939"/>
                  </a:lnTo>
                  <a:lnTo>
                    <a:pt x="2998141" y="2794288"/>
                  </a:lnTo>
                  <a:lnTo>
                    <a:pt x="2952958" y="2853810"/>
                  </a:lnTo>
                  <a:lnTo>
                    <a:pt x="2907627" y="2910244"/>
                  </a:lnTo>
                  <a:lnTo>
                    <a:pt x="2861992" y="2963412"/>
                  </a:lnTo>
                  <a:lnTo>
                    <a:pt x="2815840" y="3013215"/>
                  </a:lnTo>
                  <a:lnTo>
                    <a:pt x="2768896" y="3059628"/>
                  </a:lnTo>
                  <a:lnTo>
                    <a:pt x="2720813" y="3102694"/>
                  </a:lnTo>
                  <a:lnTo>
                    <a:pt x="2702183" y="3118177"/>
                  </a:lnTo>
                  <a:lnTo>
                    <a:pt x="2650810" y="3157462"/>
                  </a:lnTo>
                  <a:lnTo>
                    <a:pt x="2597039" y="3193371"/>
                  </a:lnTo>
                  <a:lnTo>
                    <a:pt x="2540207" y="3226022"/>
                  </a:lnTo>
                  <a:lnTo>
                    <a:pt x="2479584" y="3255640"/>
                  </a:lnTo>
                  <a:lnTo>
                    <a:pt x="2414415" y="3282501"/>
                  </a:lnTo>
                  <a:lnTo>
                    <a:pt x="2343957" y="3306888"/>
                  </a:lnTo>
                  <a:lnTo>
                    <a:pt x="2267529" y="3329068"/>
                  </a:lnTo>
                  <a:lnTo>
                    <a:pt x="2184577" y="3349276"/>
                  </a:lnTo>
                  <a:lnTo>
                    <a:pt x="2094759" y="3367711"/>
                  </a:lnTo>
                  <a:lnTo>
                    <a:pt x="1998056" y="3384523"/>
                  </a:lnTo>
                  <a:lnTo>
                    <a:pt x="1894904" y="3399820"/>
                  </a:lnTo>
                  <a:lnTo>
                    <a:pt x="1786333" y="3413662"/>
                  </a:lnTo>
                  <a:lnTo>
                    <a:pt x="1674091" y="3426069"/>
                  </a:lnTo>
                  <a:lnTo>
                    <a:pt x="1560708" y="3437028"/>
                  </a:lnTo>
                  <a:lnTo>
                    <a:pt x="1449447" y="3446511"/>
                  </a:lnTo>
                  <a:lnTo>
                    <a:pt x="1344101" y="3454489"/>
                  </a:lnTo>
                  <a:lnTo>
                    <a:pt x="1248610" y="3460961"/>
                  </a:lnTo>
                  <a:lnTo>
                    <a:pt x="1166543" y="3465969"/>
                  </a:lnTo>
                  <a:lnTo>
                    <a:pt x="1100526" y="3469615"/>
                  </a:lnTo>
                  <a:lnTo>
                    <a:pt x="1051768" y="3472062"/>
                  </a:lnTo>
                  <a:lnTo>
                    <a:pt x="1019788" y="3473527"/>
                  </a:lnTo>
                  <a:lnTo>
                    <a:pt x="1002384" y="3474256"/>
                  </a:lnTo>
                  <a:lnTo>
                    <a:pt x="995802" y="3474509"/>
                  </a:lnTo>
                  <a:lnTo>
                    <a:pt x="994940" y="3474540"/>
                  </a:lnTo>
                  <a:lnTo>
                    <a:pt x="0" y="3474540"/>
                  </a:lnTo>
                  <a:lnTo>
                    <a:pt x="0" y="34745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1" name="pg1370"/>
            <p:cNvSpPr/>
            <p:nvPr/>
          </p:nvSpPr>
          <p:spPr>
            <a:xfrm>
              <a:off x="1199187" y="2625393"/>
              <a:ext cx="12049831" cy="2583632"/>
            </a:xfrm>
            <a:custGeom>
              <a:avLst/>
              <a:pathLst>
                <a:path w="12049831" h="2583632">
                  <a:moveTo>
                    <a:pt x="0" y="2583632"/>
                  </a:moveTo>
                  <a:lnTo>
                    <a:pt x="994940" y="2583632"/>
                  </a:lnTo>
                  <a:lnTo>
                    <a:pt x="996042" y="2583593"/>
                  </a:lnTo>
                  <a:lnTo>
                    <a:pt x="1003320" y="2583315"/>
                  </a:lnTo>
                  <a:lnTo>
                    <a:pt x="1021780" y="2582548"/>
                  </a:lnTo>
                  <a:lnTo>
                    <a:pt x="1055063" y="2581035"/>
                  </a:lnTo>
                  <a:lnTo>
                    <a:pt x="1105236" y="2578535"/>
                  </a:lnTo>
                  <a:lnTo>
                    <a:pt x="1172643" y="2574838"/>
                  </a:lnTo>
                  <a:lnTo>
                    <a:pt x="1255944" y="2569788"/>
                  </a:lnTo>
                  <a:lnTo>
                    <a:pt x="1352412" y="2563289"/>
                  </a:lnTo>
                  <a:lnTo>
                    <a:pt x="1458426" y="2555303"/>
                  </a:lnTo>
                  <a:lnTo>
                    <a:pt x="1570033" y="2545836"/>
                  </a:lnTo>
                  <a:lnTo>
                    <a:pt x="1683471" y="2534915"/>
                  </a:lnTo>
                  <a:lnTo>
                    <a:pt x="1795528" y="2522570"/>
                  </a:lnTo>
                  <a:lnTo>
                    <a:pt x="1903737" y="2508809"/>
                  </a:lnTo>
                  <a:lnTo>
                    <a:pt x="2006411" y="2493610"/>
                  </a:lnTo>
                  <a:lnTo>
                    <a:pt x="2102576" y="2476911"/>
                  </a:lnTo>
                  <a:lnTo>
                    <a:pt x="2191837" y="2458601"/>
                  </a:lnTo>
                  <a:lnTo>
                    <a:pt x="2274246" y="2438528"/>
                  </a:lnTo>
                  <a:lnTo>
                    <a:pt x="2350166" y="2416492"/>
                  </a:lnTo>
                  <a:lnTo>
                    <a:pt x="2420168" y="2392260"/>
                  </a:lnTo>
                  <a:lnTo>
                    <a:pt x="2484939" y="2365564"/>
                  </a:lnTo>
                  <a:lnTo>
                    <a:pt x="2545225" y="2336127"/>
                  </a:lnTo>
                  <a:lnTo>
                    <a:pt x="2601784" y="2303678"/>
                  </a:lnTo>
                  <a:lnTo>
                    <a:pt x="2655339" y="2268002"/>
                  </a:lnTo>
                  <a:lnTo>
                    <a:pt x="2702183" y="2232510"/>
                  </a:lnTo>
                  <a:lnTo>
                    <a:pt x="2751028" y="2191110"/>
                  </a:lnTo>
                  <a:lnTo>
                    <a:pt x="2798567" y="2146413"/>
                  </a:lnTo>
                  <a:lnTo>
                    <a:pt x="2845187" y="2098353"/>
                  </a:lnTo>
                  <a:lnTo>
                    <a:pt x="2891192" y="2046931"/>
                  </a:lnTo>
                  <a:lnTo>
                    <a:pt x="2936819" y="1992216"/>
                  </a:lnTo>
                  <a:lnTo>
                    <a:pt x="2982246" y="1934359"/>
                  </a:lnTo>
                  <a:lnTo>
                    <a:pt x="3027601" y="1873591"/>
                  </a:lnTo>
                  <a:lnTo>
                    <a:pt x="3072969" y="1810224"/>
                  </a:lnTo>
                  <a:lnTo>
                    <a:pt x="3118395" y="1744650"/>
                  </a:lnTo>
                  <a:lnTo>
                    <a:pt x="3163896" y="1677330"/>
                  </a:lnTo>
                  <a:lnTo>
                    <a:pt x="3209463" y="1608784"/>
                  </a:lnTo>
                  <a:lnTo>
                    <a:pt x="3255069" y="1539575"/>
                  </a:lnTo>
                  <a:lnTo>
                    <a:pt x="3300680" y="1470285"/>
                  </a:lnTo>
                  <a:lnTo>
                    <a:pt x="3346261" y="1401505"/>
                  </a:lnTo>
                  <a:lnTo>
                    <a:pt x="3391781" y="1333803"/>
                  </a:lnTo>
                  <a:lnTo>
                    <a:pt x="3437227" y="1267712"/>
                  </a:lnTo>
                  <a:lnTo>
                    <a:pt x="3482607" y="1203711"/>
                  </a:lnTo>
                  <a:lnTo>
                    <a:pt x="3527959" y="1142211"/>
                  </a:lnTo>
                  <a:lnTo>
                    <a:pt x="3573356" y="1083546"/>
                  </a:lnTo>
                  <a:lnTo>
                    <a:pt x="3618914" y="1027970"/>
                  </a:lnTo>
                  <a:lnTo>
                    <a:pt x="3664797" y="975653"/>
                  </a:lnTo>
                  <a:lnTo>
                    <a:pt x="3711225" y="926688"/>
                  </a:lnTo>
                  <a:lnTo>
                    <a:pt x="3758483" y="881093"/>
                  </a:lnTo>
                  <a:lnTo>
                    <a:pt x="3806934" y="838817"/>
                  </a:lnTo>
                  <a:lnTo>
                    <a:pt x="3820202" y="828020"/>
                  </a:lnTo>
                  <a:lnTo>
                    <a:pt x="3871591" y="789301"/>
                  </a:lnTo>
                  <a:lnTo>
                    <a:pt x="3925379" y="753910"/>
                  </a:lnTo>
                  <a:lnTo>
                    <a:pt x="3982232" y="721733"/>
                  </a:lnTo>
                  <a:lnTo>
                    <a:pt x="4042878" y="692544"/>
                  </a:lnTo>
                  <a:lnTo>
                    <a:pt x="4108073" y="666073"/>
                  </a:lnTo>
                  <a:lnTo>
                    <a:pt x="4178562" y="642042"/>
                  </a:lnTo>
                  <a:lnTo>
                    <a:pt x="4255026" y="620186"/>
                  </a:lnTo>
                  <a:lnTo>
                    <a:pt x="4338018" y="600272"/>
                  </a:lnTo>
                  <a:lnTo>
                    <a:pt x="4427882" y="582108"/>
                  </a:lnTo>
                  <a:lnTo>
                    <a:pt x="4524634" y="565542"/>
                  </a:lnTo>
                  <a:lnTo>
                    <a:pt x="4627837" y="550470"/>
                  </a:lnTo>
                  <a:lnTo>
                    <a:pt x="4736457" y="536832"/>
                  </a:lnTo>
                  <a:lnTo>
                    <a:pt x="4848743" y="524610"/>
                  </a:lnTo>
                  <a:lnTo>
                    <a:pt x="4962159" y="513814"/>
                  </a:lnTo>
                  <a:lnTo>
                    <a:pt x="5073436" y="504475"/>
                  </a:lnTo>
                  <a:lnTo>
                    <a:pt x="5178777" y="496618"/>
                  </a:lnTo>
                  <a:lnTo>
                    <a:pt x="5274238" y="490247"/>
                  </a:lnTo>
                  <a:lnTo>
                    <a:pt x="5356250" y="485319"/>
                  </a:lnTo>
                  <a:lnTo>
                    <a:pt x="5422192" y="481733"/>
                  </a:lnTo>
                  <a:lnTo>
                    <a:pt x="5470861" y="479327"/>
                  </a:lnTo>
                  <a:lnTo>
                    <a:pt x="5502752" y="477889"/>
                  </a:lnTo>
                  <a:lnTo>
                    <a:pt x="5520076" y="477174"/>
                  </a:lnTo>
                  <a:lnTo>
                    <a:pt x="5526602" y="476927"/>
                  </a:lnTo>
                  <a:lnTo>
                    <a:pt x="5527445" y="476897"/>
                  </a:lnTo>
                  <a:lnTo>
                    <a:pt x="6522385" y="476897"/>
                  </a:lnTo>
                  <a:lnTo>
                    <a:pt x="6523520" y="476888"/>
                  </a:lnTo>
                  <a:lnTo>
                    <a:pt x="6531009" y="476825"/>
                  </a:lnTo>
                  <a:lnTo>
                    <a:pt x="6549986" y="476650"/>
                  </a:lnTo>
                  <a:lnTo>
                    <a:pt x="6584164" y="476305"/>
                  </a:lnTo>
                  <a:lnTo>
                    <a:pt x="6635614" y="475735"/>
                  </a:lnTo>
                  <a:lnTo>
                    <a:pt x="6704608" y="474893"/>
                  </a:lnTo>
                  <a:lnTo>
                    <a:pt x="6789680" y="473743"/>
                  </a:lnTo>
                  <a:lnTo>
                    <a:pt x="6887947" y="472265"/>
                  </a:lnTo>
                  <a:lnTo>
                    <a:pt x="6995635" y="470452"/>
                  </a:lnTo>
                  <a:lnTo>
                    <a:pt x="7108672" y="468305"/>
                  </a:lnTo>
                  <a:lnTo>
                    <a:pt x="7223223" y="465830"/>
                  </a:lnTo>
                  <a:lnTo>
                    <a:pt x="7336054" y="463033"/>
                  </a:lnTo>
                  <a:lnTo>
                    <a:pt x="7444718" y="459917"/>
                  </a:lnTo>
                  <a:lnTo>
                    <a:pt x="7547572" y="456475"/>
                  </a:lnTo>
                  <a:lnTo>
                    <a:pt x="7643700" y="452692"/>
                  </a:lnTo>
                  <a:lnTo>
                    <a:pt x="7732770" y="448540"/>
                  </a:lnTo>
                  <a:lnTo>
                    <a:pt x="7814893" y="443984"/>
                  </a:lnTo>
                  <a:lnTo>
                    <a:pt x="7890485" y="438976"/>
                  </a:lnTo>
                  <a:lnTo>
                    <a:pt x="7960159" y="433462"/>
                  </a:lnTo>
                  <a:lnTo>
                    <a:pt x="8024638" y="427380"/>
                  </a:lnTo>
                  <a:lnTo>
                    <a:pt x="8084697" y="420666"/>
                  </a:lnTo>
                  <a:lnTo>
                    <a:pt x="8141111" y="413261"/>
                  </a:lnTo>
                  <a:lnTo>
                    <a:pt x="8194616" y="405120"/>
                  </a:lnTo>
                  <a:lnTo>
                    <a:pt x="8229629" y="399161"/>
                  </a:lnTo>
                  <a:lnTo>
                    <a:pt x="8290165" y="387651"/>
                  </a:lnTo>
                  <a:lnTo>
                    <a:pt x="8348835" y="375006"/>
                  </a:lnTo>
                  <a:lnTo>
                    <a:pt x="8406321" y="361207"/>
                  </a:lnTo>
                  <a:lnTo>
                    <a:pt x="8463129" y="346273"/>
                  </a:lnTo>
                  <a:lnTo>
                    <a:pt x="8519618" y="330262"/>
                  </a:lnTo>
                  <a:lnTo>
                    <a:pt x="8576027" y="313276"/>
                  </a:lnTo>
                  <a:lnTo>
                    <a:pt x="8632492" y="295461"/>
                  </a:lnTo>
                  <a:lnTo>
                    <a:pt x="8689069" y="277000"/>
                  </a:lnTo>
                  <a:lnTo>
                    <a:pt x="8745746" y="258110"/>
                  </a:lnTo>
                  <a:lnTo>
                    <a:pt x="8802476" y="239032"/>
                  </a:lnTo>
                  <a:lnTo>
                    <a:pt x="8859188" y="220015"/>
                  </a:lnTo>
                  <a:lnTo>
                    <a:pt x="8915820" y="201305"/>
                  </a:lnTo>
                  <a:lnTo>
                    <a:pt x="8972340" y="183134"/>
                  </a:lnTo>
                  <a:lnTo>
                    <a:pt x="9028767" y="165702"/>
                  </a:lnTo>
                  <a:lnTo>
                    <a:pt x="9085192" y="149177"/>
                  </a:lnTo>
                  <a:lnTo>
                    <a:pt x="9141799" y="133681"/>
                  </a:lnTo>
                  <a:lnTo>
                    <a:pt x="9198885" y="119296"/>
                  </a:lnTo>
                  <a:lnTo>
                    <a:pt x="9256875" y="106060"/>
                  </a:lnTo>
                  <a:lnTo>
                    <a:pt x="9316357" y="93973"/>
                  </a:lnTo>
                  <a:lnTo>
                    <a:pt x="9347647" y="88217"/>
                  </a:lnTo>
                  <a:lnTo>
                    <a:pt x="9399556" y="79564"/>
                  </a:lnTo>
                  <a:lnTo>
                    <a:pt x="9453918" y="71662"/>
                  </a:lnTo>
                  <a:lnTo>
                    <a:pt x="9511418" y="64485"/>
                  </a:lnTo>
                  <a:lnTo>
                    <a:pt x="9572811" y="57981"/>
                  </a:lnTo>
                  <a:lnTo>
                    <a:pt x="9638874" y="52088"/>
                  </a:lnTo>
                  <a:lnTo>
                    <a:pt x="9710371" y="46743"/>
                  </a:lnTo>
                  <a:lnTo>
                    <a:pt x="9788000" y="41885"/>
                  </a:lnTo>
                  <a:lnTo>
                    <a:pt x="9872320" y="37463"/>
                  </a:lnTo>
                  <a:lnTo>
                    <a:pt x="9963661" y="33433"/>
                  </a:lnTo>
                  <a:lnTo>
                    <a:pt x="10062009" y="29762"/>
                  </a:lnTo>
                  <a:lnTo>
                    <a:pt x="10166859" y="26426"/>
                  </a:lnTo>
                  <a:lnTo>
                    <a:pt x="10277077" y="23413"/>
                  </a:lnTo>
                  <a:lnTo>
                    <a:pt x="10390766" y="20719"/>
                  </a:lnTo>
                  <a:lnTo>
                    <a:pt x="10505218" y="18348"/>
                  </a:lnTo>
                  <a:lnTo>
                    <a:pt x="10616977" y="16307"/>
                  </a:lnTo>
                  <a:lnTo>
                    <a:pt x="10722082" y="14602"/>
                  </a:lnTo>
                  <a:lnTo>
                    <a:pt x="10816496" y="13231"/>
                  </a:lnTo>
                  <a:lnTo>
                    <a:pt x="10896663" y="12183"/>
                  </a:lnTo>
                  <a:lnTo>
                    <a:pt x="10960108" y="11433"/>
                  </a:lnTo>
                  <a:lnTo>
                    <a:pt x="11005898" y="10940"/>
                  </a:lnTo>
                  <a:lnTo>
                    <a:pt x="11034890" y="10656"/>
                  </a:lnTo>
                  <a:lnTo>
                    <a:pt x="11049703" y="10523"/>
                  </a:lnTo>
                  <a:lnTo>
                    <a:pt x="11054530" y="10484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6" y="8"/>
                  </a:lnTo>
                  <a:lnTo>
                    <a:pt x="11046268" y="72"/>
                  </a:lnTo>
                  <a:lnTo>
                    <a:pt x="11027291" y="247"/>
                  </a:lnTo>
                  <a:lnTo>
                    <a:pt x="10993112" y="592"/>
                  </a:lnTo>
                  <a:lnTo>
                    <a:pt x="10941662" y="1162"/>
                  </a:lnTo>
                  <a:lnTo>
                    <a:pt x="10872668" y="2004"/>
                  </a:lnTo>
                  <a:lnTo>
                    <a:pt x="10787596" y="3154"/>
                  </a:lnTo>
                  <a:lnTo>
                    <a:pt x="10689329" y="4631"/>
                  </a:lnTo>
                  <a:lnTo>
                    <a:pt x="10581642" y="6445"/>
                  </a:lnTo>
                  <a:lnTo>
                    <a:pt x="10468605" y="8592"/>
                  </a:lnTo>
                  <a:lnTo>
                    <a:pt x="10354054" y="11067"/>
                  </a:lnTo>
                  <a:lnTo>
                    <a:pt x="10241222" y="13863"/>
                  </a:lnTo>
                  <a:lnTo>
                    <a:pt x="10132559" y="16979"/>
                  </a:lnTo>
                  <a:lnTo>
                    <a:pt x="10029705" y="20421"/>
                  </a:lnTo>
                  <a:lnTo>
                    <a:pt x="9933577" y="24205"/>
                  </a:lnTo>
                  <a:lnTo>
                    <a:pt x="9844506" y="28357"/>
                  </a:lnTo>
                  <a:lnTo>
                    <a:pt x="9762383" y="32913"/>
                  </a:lnTo>
                  <a:lnTo>
                    <a:pt x="9686791" y="37921"/>
                  </a:lnTo>
                  <a:lnTo>
                    <a:pt x="9617118" y="43435"/>
                  </a:lnTo>
                  <a:lnTo>
                    <a:pt x="9552638" y="49517"/>
                  </a:lnTo>
                  <a:lnTo>
                    <a:pt x="9492579" y="56231"/>
                  </a:lnTo>
                  <a:lnTo>
                    <a:pt x="9436165" y="63635"/>
                  </a:lnTo>
                  <a:lnTo>
                    <a:pt x="9382661" y="71777"/>
                  </a:lnTo>
                  <a:lnTo>
                    <a:pt x="9347647" y="77736"/>
                  </a:lnTo>
                  <a:lnTo>
                    <a:pt x="9287111" y="89245"/>
                  </a:lnTo>
                  <a:lnTo>
                    <a:pt x="9228441" y="101891"/>
                  </a:lnTo>
                  <a:lnTo>
                    <a:pt x="9170955" y="115690"/>
                  </a:lnTo>
                  <a:lnTo>
                    <a:pt x="9114148" y="130624"/>
                  </a:lnTo>
                  <a:lnTo>
                    <a:pt x="9057659" y="146635"/>
                  </a:lnTo>
                  <a:lnTo>
                    <a:pt x="9001250" y="163620"/>
                  </a:lnTo>
                  <a:lnTo>
                    <a:pt x="8944784" y="181436"/>
                  </a:lnTo>
                  <a:lnTo>
                    <a:pt x="8888208" y="199897"/>
                  </a:lnTo>
                  <a:lnTo>
                    <a:pt x="8831530" y="218787"/>
                  </a:lnTo>
                  <a:lnTo>
                    <a:pt x="8774801" y="237865"/>
                  </a:lnTo>
                  <a:lnTo>
                    <a:pt x="8718089" y="256882"/>
                  </a:lnTo>
                  <a:lnTo>
                    <a:pt x="8661456" y="275591"/>
                  </a:lnTo>
                  <a:lnTo>
                    <a:pt x="8604936" y="293763"/>
                  </a:lnTo>
                  <a:lnTo>
                    <a:pt x="8548510" y="311194"/>
                  </a:lnTo>
                  <a:lnTo>
                    <a:pt x="8492085" y="327720"/>
                  </a:lnTo>
                  <a:lnTo>
                    <a:pt x="8435477" y="343216"/>
                  </a:lnTo>
                  <a:lnTo>
                    <a:pt x="8378392" y="357601"/>
                  </a:lnTo>
                  <a:lnTo>
                    <a:pt x="8320402" y="370837"/>
                  </a:lnTo>
                  <a:lnTo>
                    <a:pt x="8260919" y="382924"/>
                  </a:lnTo>
                  <a:lnTo>
                    <a:pt x="8229629" y="388680"/>
                  </a:lnTo>
                  <a:lnTo>
                    <a:pt x="8177721" y="397333"/>
                  </a:lnTo>
                  <a:lnTo>
                    <a:pt x="8123359" y="405235"/>
                  </a:lnTo>
                  <a:lnTo>
                    <a:pt x="8065858" y="412412"/>
                  </a:lnTo>
                  <a:lnTo>
                    <a:pt x="8004466" y="418916"/>
                  </a:lnTo>
                  <a:lnTo>
                    <a:pt x="7938403" y="424809"/>
                  </a:lnTo>
                  <a:lnTo>
                    <a:pt x="7866905" y="430154"/>
                  </a:lnTo>
                  <a:lnTo>
                    <a:pt x="7789276" y="435011"/>
                  </a:lnTo>
                  <a:lnTo>
                    <a:pt x="7704957" y="439433"/>
                  </a:lnTo>
                  <a:lnTo>
                    <a:pt x="7613615" y="443463"/>
                  </a:lnTo>
                  <a:lnTo>
                    <a:pt x="7515268" y="447135"/>
                  </a:lnTo>
                  <a:lnTo>
                    <a:pt x="7410417" y="450471"/>
                  </a:lnTo>
                  <a:lnTo>
                    <a:pt x="7300200" y="453484"/>
                  </a:lnTo>
                  <a:lnTo>
                    <a:pt x="7186510" y="456178"/>
                  </a:lnTo>
                  <a:lnTo>
                    <a:pt x="7072059" y="458548"/>
                  </a:lnTo>
                  <a:lnTo>
                    <a:pt x="6960300" y="460589"/>
                  </a:lnTo>
                  <a:lnTo>
                    <a:pt x="6855194" y="462295"/>
                  </a:lnTo>
                  <a:lnTo>
                    <a:pt x="6760781" y="463666"/>
                  </a:lnTo>
                  <a:lnTo>
                    <a:pt x="6680613" y="464714"/>
                  </a:lnTo>
                  <a:lnTo>
                    <a:pt x="6617169" y="465464"/>
                  </a:lnTo>
                  <a:lnTo>
                    <a:pt x="6571378" y="465956"/>
                  </a:lnTo>
                  <a:lnTo>
                    <a:pt x="6542387" y="466241"/>
                  </a:lnTo>
                  <a:lnTo>
                    <a:pt x="6527573" y="466373"/>
                  </a:lnTo>
                  <a:lnTo>
                    <a:pt x="6522747" y="466413"/>
                  </a:lnTo>
                  <a:lnTo>
                    <a:pt x="6522385" y="466416"/>
                  </a:lnTo>
                  <a:lnTo>
                    <a:pt x="5527445" y="466416"/>
                  </a:lnTo>
                  <a:lnTo>
                    <a:pt x="5526343" y="466455"/>
                  </a:lnTo>
                  <a:lnTo>
                    <a:pt x="5519065" y="466733"/>
                  </a:lnTo>
                  <a:lnTo>
                    <a:pt x="5500605" y="467500"/>
                  </a:lnTo>
                  <a:lnTo>
                    <a:pt x="5467322" y="469013"/>
                  </a:lnTo>
                  <a:lnTo>
                    <a:pt x="5417149" y="471513"/>
                  </a:lnTo>
                  <a:lnTo>
                    <a:pt x="5349742" y="475210"/>
                  </a:lnTo>
                  <a:lnTo>
                    <a:pt x="5266441" y="480260"/>
                  </a:lnTo>
                  <a:lnTo>
                    <a:pt x="5169973" y="486760"/>
                  </a:lnTo>
                  <a:lnTo>
                    <a:pt x="5063959" y="494745"/>
                  </a:lnTo>
                  <a:lnTo>
                    <a:pt x="4952352" y="504212"/>
                  </a:lnTo>
                  <a:lnTo>
                    <a:pt x="4838914" y="515133"/>
                  </a:lnTo>
                  <a:lnTo>
                    <a:pt x="4726857" y="527478"/>
                  </a:lnTo>
                  <a:lnTo>
                    <a:pt x="4618648" y="541239"/>
                  </a:lnTo>
                  <a:lnTo>
                    <a:pt x="4515974" y="556438"/>
                  </a:lnTo>
                  <a:lnTo>
                    <a:pt x="4419809" y="573137"/>
                  </a:lnTo>
                  <a:lnTo>
                    <a:pt x="4330548" y="591447"/>
                  </a:lnTo>
                  <a:lnTo>
                    <a:pt x="4248139" y="611521"/>
                  </a:lnTo>
                  <a:lnTo>
                    <a:pt x="4172219" y="633556"/>
                  </a:lnTo>
                  <a:lnTo>
                    <a:pt x="4102217" y="657788"/>
                  </a:lnTo>
                  <a:lnTo>
                    <a:pt x="4037446" y="684484"/>
                  </a:lnTo>
                  <a:lnTo>
                    <a:pt x="3977160" y="713921"/>
                  </a:lnTo>
                  <a:lnTo>
                    <a:pt x="3920601" y="746370"/>
                  </a:lnTo>
                  <a:lnTo>
                    <a:pt x="3867046" y="782046"/>
                  </a:lnTo>
                  <a:lnTo>
                    <a:pt x="3820202" y="817538"/>
                  </a:lnTo>
                  <a:lnTo>
                    <a:pt x="3771357" y="858938"/>
                  </a:lnTo>
                  <a:lnTo>
                    <a:pt x="3723818" y="903635"/>
                  </a:lnTo>
                  <a:lnTo>
                    <a:pt x="3677198" y="951695"/>
                  </a:lnTo>
                  <a:lnTo>
                    <a:pt x="3631193" y="1003117"/>
                  </a:lnTo>
                  <a:lnTo>
                    <a:pt x="3585566" y="1057832"/>
                  </a:lnTo>
                  <a:lnTo>
                    <a:pt x="3540139" y="1115689"/>
                  </a:lnTo>
                  <a:lnTo>
                    <a:pt x="3494784" y="1176457"/>
                  </a:lnTo>
                  <a:lnTo>
                    <a:pt x="3449416" y="1239824"/>
                  </a:lnTo>
                  <a:lnTo>
                    <a:pt x="3403990" y="1305398"/>
                  </a:lnTo>
                  <a:lnTo>
                    <a:pt x="3358489" y="1372718"/>
                  </a:lnTo>
                  <a:lnTo>
                    <a:pt x="3312922" y="1441264"/>
                  </a:lnTo>
                  <a:lnTo>
                    <a:pt x="3267316" y="1510474"/>
                  </a:lnTo>
                  <a:lnTo>
                    <a:pt x="3221705" y="1579763"/>
                  </a:lnTo>
                  <a:lnTo>
                    <a:pt x="3176124" y="1648543"/>
                  </a:lnTo>
                  <a:lnTo>
                    <a:pt x="3130604" y="1716245"/>
                  </a:lnTo>
                  <a:lnTo>
                    <a:pt x="3085158" y="1782336"/>
                  </a:lnTo>
                  <a:lnTo>
                    <a:pt x="3039778" y="1846337"/>
                  </a:lnTo>
                  <a:lnTo>
                    <a:pt x="2994426" y="1907837"/>
                  </a:lnTo>
                  <a:lnTo>
                    <a:pt x="2949029" y="1966502"/>
                  </a:lnTo>
                  <a:lnTo>
                    <a:pt x="2903471" y="2022078"/>
                  </a:lnTo>
                  <a:lnTo>
                    <a:pt x="2857588" y="2074395"/>
                  </a:lnTo>
                  <a:lnTo>
                    <a:pt x="2811160" y="2123360"/>
                  </a:lnTo>
                  <a:lnTo>
                    <a:pt x="2763902" y="2168955"/>
                  </a:lnTo>
                  <a:lnTo>
                    <a:pt x="2715451" y="2211231"/>
                  </a:lnTo>
                  <a:lnTo>
                    <a:pt x="2702183" y="2222028"/>
                  </a:lnTo>
                  <a:lnTo>
                    <a:pt x="2650794" y="2260747"/>
                  </a:lnTo>
                  <a:lnTo>
                    <a:pt x="2597006" y="2296138"/>
                  </a:lnTo>
                  <a:lnTo>
                    <a:pt x="2540153" y="2328315"/>
                  </a:lnTo>
                  <a:lnTo>
                    <a:pt x="2479507" y="2357504"/>
                  </a:lnTo>
                  <a:lnTo>
                    <a:pt x="2414312" y="2383975"/>
                  </a:lnTo>
                  <a:lnTo>
                    <a:pt x="2343823" y="2408006"/>
                  </a:lnTo>
                  <a:lnTo>
                    <a:pt x="2267359" y="2429863"/>
                  </a:lnTo>
                  <a:lnTo>
                    <a:pt x="2184367" y="2449776"/>
                  </a:lnTo>
                  <a:lnTo>
                    <a:pt x="2094503" y="2467940"/>
                  </a:lnTo>
                  <a:lnTo>
                    <a:pt x="1997751" y="2484506"/>
                  </a:lnTo>
                  <a:lnTo>
                    <a:pt x="1894548" y="2499578"/>
                  </a:lnTo>
                  <a:lnTo>
                    <a:pt x="1785928" y="2513216"/>
                  </a:lnTo>
                  <a:lnTo>
                    <a:pt x="1673642" y="2525438"/>
                  </a:lnTo>
                  <a:lnTo>
                    <a:pt x="1560226" y="2536234"/>
                  </a:lnTo>
                  <a:lnTo>
                    <a:pt x="1448949" y="2545573"/>
                  </a:lnTo>
                  <a:lnTo>
                    <a:pt x="1343608" y="2553430"/>
                  </a:lnTo>
                  <a:lnTo>
                    <a:pt x="1248147" y="2559801"/>
                  </a:lnTo>
                  <a:lnTo>
                    <a:pt x="1166135" y="2564729"/>
                  </a:lnTo>
                  <a:lnTo>
                    <a:pt x="1100193" y="2568315"/>
                  </a:lnTo>
                  <a:lnTo>
                    <a:pt x="1051524" y="2570721"/>
                  </a:lnTo>
                  <a:lnTo>
                    <a:pt x="1019633" y="2572159"/>
                  </a:lnTo>
                  <a:lnTo>
                    <a:pt x="1002309" y="2572874"/>
                  </a:lnTo>
                  <a:lnTo>
                    <a:pt x="995783" y="2573121"/>
                  </a:lnTo>
                  <a:lnTo>
                    <a:pt x="994940" y="2573151"/>
                  </a:lnTo>
                  <a:lnTo>
                    <a:pt x="0" y="2573151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72" name="pl1371"/>
            <p:cNvSpPr/>
            <p:nvPr/>
          </p:nvSpPr>
          <p:spPr>
            <a:xfrm>
              <a:off x="1199187" y="2635874"/>
              <a:ext cx="12049831" cy="2573151"/>
            </a:xfrm>
            <a:custGeom>
              <a:avLst/>
              <a:pathLst>
                <a:path w="12049831" h="2573151">
                  <a:moveTo>
                    <a:pt x="0" y="2573151"/>
                  </a:moveTo>
                  <a:lnTo>
                    <a:pt x="994940" y="2573151"/>
                  </a:lnTo>
                  <a:lnTo>
                    <a:pt x="996042" y="2573112"/>
                  </a:lnTo>
                  <a:lnTo>
                    <a:pt x="1003320" y="2572834"/>
                  </a:lnTo>
                  <a:lnTo>
                    <a:pt x="1021780" y="2572067"/>
                  </a:lnTo>
                  <a:lnTo>
                    <a:pt x="1055063" y="2570554"/>
                  </a:lnTo>
                  <a:lnTo>
                    <a:pt x="1105236" y="2568054"/>
                  </a:lnTo>
                  <a:lnTo>
                    <a:pt x="1172643" y="2564357"/>
                  </a:lnTo>
                  <a:lnTo>
                    <a:pt x="1255944" y="2559306"/>
                  </a:lnTo>
                  <a:lnTo>
                    <a:pt x="1352412" y="2552807"/>
                  </a:lnTo>
                  <a:lnTo>
                    <a:pt x="1458426" y="2544822"/>
                  </a:lnTo>
                  <a:lnTo>
                    <a:pt x="1570033" y="2535355"/>
                  </a:lnTo>
                  <a:lnTo>
                    <a:pt x="1683471" y="2524434"/>
                  </a:lnTo>
                  <a:lnTo>
                    <a:pt x="1795528" y="2512088"/>
                  </a:lnTo>
                  <a:lnTo>
                    <a:pt x="1903737" y="2498328"/>
                  </a:lnTo>
                  <a:lnTo>
                    <a:pt x="2006411" y="2483129"/>
                  </a:lnTo>
                  <a:lnTo>
                    <a:pt x="2102576" y="2466429"/>
                  </a:lnTo>
                  <a:lnTo>
                    <a:pt x="2191837" y="2448120"/>
                  </a:lnTo>
                  <a:lnTo>
                    <a:pt x="2274246" y="2428046"/>
                  </a:lnTo>
                  <a:lnTo>
                    <a:pt x="2350166" y="2406011"/>
                  </a:lnTo>
                  <a:lnTo>
                    <a:pt x="2420168" y="2381779"/>
                  </a:lnTo>
                  <a:lnTo>
                    <a:pt x="2484939" y="2355083"/>
                  </a:lnTo>
                  <a:lnTo>
                    <a:pt x="2545225" y="2325645"/>
                  </a:lnTo>
                  <a:lnTo>
                    <a:pt x="2601784" y="2293197"/>
                  </a:lnTo>
                  <a:lnTo>
                    <a:pt x="2655339" y="2257520"/>
                  </a:lnTo>
                  <a:lnTo>
                    <a:pt x="2702183" y="2222028"/>
                  </a:lnTo>
                  <a:lnTo>
                    <a:pt x="2751028" y="2180628"/>
                  </a:lnTo>
                  <a:lnTo>
                    <a:pt x="2798567" y="2135931"/>
                  </a:lnTo>
                  <a:lnTo>
                    <a:pt x="2845187" y="2087872"/>
                  </a:lnTo>
                  <a:lnTo>
                    <a:pt x="2891192" y="2036450"/>
                  </a:lnTo>
                  <a:lnTo>
                    <a:pt x="2936819" y="1981735"/>
                  </a:lnTo>
                  <a:lnTo>
                    <a:pt x="2982246" y="1923878"/>
                  </a:lnTo>
                  <a:lnTo>
                    <a:pt x="3027601" y="1863110"/>
                  </a:lnTo>
                  <a:lnTo>
                    <a:pt x="3072969" y="1799743"/>
                  </a:lnTo>
                  <a:lnTo>
                    <a:pt x="3118395" y="1734169"/>
                  </a:lnTo>
                  <a:lnTo>
                    <a:pt x="3163896" y="1666849"/>
                  </a:lnTo>
                  <a:lnTo>
                    <a:pt x="3209463" y="1598303"/>
                  </a:lnTo>
                  <a:lnTo>
                    <a:pt x="3255069" y="1529093"/>
                  </a:lnTo>
                  <a:lnTo>
                    <a:pt x="3300680" y="1459804"/>
                  </a:lnTo>
                  <a:lnTo>
                    <a:pt x="3346261" y="1391024"/>
                  </a:lnTo>
                  <a:lnTo>
                    <a:pt x="3391781" y="1323322"/>
                  </a:lnTo>
                  <a:lnTo>
                    <a:pt x="3437227" y="1257231"/>
                  </a:lnTo>
                  <a:lnTo>
                    <a:pt x="3482607" y="1193230"/>
                  </a:lnTo>
                  <a:lnTo>
                    <a:pt x="3527959" y="1131730"/>
                  </a:lnTo>
                  <a:lnTo>
                    <a:pt x="3573356" y="1073065"/>
                  </a:lnTo>
                  <a:lnTo>
                    <a:pt x="3618914" y="1017489"/>
                  </a:lnTo>
                  <a:lnTo>
                    <a:pt x="3664797" y="965172"/>
                  </a:lnTo>
                  <a:lnTo>
                    <a:pt x="3711225" y="916207"/>
                  </a:lnTo>
                  <a:lnTo>
                    <a:pt x="3758483" y="870611"/>
                  </a:lnTo>
                  <a:lnTo>
                    <a:pt x="3806934" y="828336"/>
                  </a:lnTo>
                  <a:lnTo>
                    <a:pt x="3820202" y="817538"/>
                  </a:lnTo>
                  <a:lnTo>
                    <a:pt x="3871591" y="778819"/>
                  </a:lnTo>
                  <a:lnTo>
                    <a:pt x="3925379" y="743429"/>
                  </a:lnTo>
                  <a:lnTo>
                    <a:pt x="3982232" y="711252"/>
                  </a:lnTo>
                  <a:lnTo>
                    <a:pt x="4042878" y="682063"/>
                  </a:lnTo>
                  <a:lnTo>
                    <a:pt x="4108073" y="655592"/>
                  </a:lnTo>
                  <a:lnTo>
                    <a:pt x="4178562" y="631560"/>
                  </a:lnTo>
                  <a:lnTo>
                    <a:pt x="4255026" y="609704"/>
                  </a:lnTo>
                  <a:lnTo>
                    <a:pt x="4338018" y="589791"/>
                  </a:lnTo>
                  <a:lnTo>
                    <a:pt x="4427882" y="571627"/>
                  </a:lnTo>
                  <a:lnTo>
                    <a:pt x="4524634" y="555061"/>
                  </a:lnTo>
                  <a:lnTo>
                    <a:pt x="4627837" y="539989"/>
                  </a:lnTo>
                  <a:lnTo>
                    <a:pt x="4736457" y="526351"/>
                  </a:lnTo>
                  <a:lnTo>
                    <a:pt x="4848743" y="514128"/>
                  </a:lnTo>
                  <a:lnTo>
                    <a:pt x="4962159" y="503333"/>
                  </a:lnTo>
                  <a:lnTo>
                    <a:pt x="5073436" y="493993"/>
                  </a:lnTo>
                  <a:lnTo>
                    <a:pt x="5178777" y="486137"/>
                  </a:lnTo>
                  <a:lnTo>
                    <a:pt x="5274238" y="479766"/>
                  </a:lnTo>
                  <a:lnTo>
                    <a:pt x="5356250" y="474838"/>
                  </a:lnTo>
                  <a:lnTo>
                    <a:pt x="5422192" y="471251"/>
                  </a:lnTo>
                  <a:lnTo>
                    <a:pt x="5470861" y="468845"/>
                  </a:lnTo>
                  <a:lnTo>
                    <a:pt x="5502752" y="467408"/>
                  </a:lnTo>
                  <a:lnTo>
                    <a:pt x="5520076" y="466693"/>
                  </a:lnTo>
                  <a:lnTo>
                    <a:pt x="5526602" y="466446"/>
                  </a:lnTo>
                  <a:lnTo>
                    <a:pt x="5527445" y="466416"/>
                  </a:lnTo>
                  <a:lnTo>
                    <a:pt x="6522385" y="466416"/>
                  </a:lnTo>
                  <a:lnTo>
                    <a:pt x="6523520" y="466407"/>
                  </a:lnTo>
                  <a:lnTo>
                    <a:pt x="6531009" y="466344"/>
                  </a:lnTo>
                  <a:lnTo>
                    <a:pt x="6549986" y="466169"/>
                  </a:lnTo>
                  <a:lnTo>
                    <a:pt x="6584164" y="465824"/>
                  </a:lnTo>
                  <a:lnTo>
                    <a:pt x="6635614" y="465254"/>
                  </a:lnTo>
                  <a:lnTo>
                    <a:pt x="6704608" y="464411"/>
                  </a:lnTo>
                  <a:lnTo>
                    <a:pt x="6789680" y="463262"/>
                  </a:lnTo>
                  <a:lnTo>
                    <a:pt x="6887947" y="461784"/>
                  </a:lnTo>
                  <a:lnTo>
                    <a:pt x="6995635" y="459971"/>
                  </a:lnTo>
                  <a:lnTo>
                    <a:pt x="7108672" y="457823"/>
                  </a:lnTo>
                  <a:lnTo>
                    <a:pt x="7223223" y="455348"/>
                  </a:lnTo>
                  <a:lnTo>
                    <a:pt x="7336054" y="452552"/>
                  </a:lnTo>
                  <a:lnTo>
                    <a:pt x="7444718" y="449436"/>
                  </a:lnTo>
                  <a:lnTo>
                    <a:pt x="7547572" y="445994"/>
                  </a:lnTo>
                  <a:lnTo>
                    <a:pt x="7643700" y="442211"/>
                  </a:lnTo>
                  <a:lnTo>
                    <a:pt x="7732770" y="438059"/>
                  </a:lnTo>
                  <a:lnTo>
                    <a:pt x="7814893" y="433502"/>
                  </a:lnTo>
                  <a:lnTo>
                    <a:pt x="7890485" y="428495"/>
                  </a:lnTo>
                  <a:lnTo>
                    <a:pt x="7960159" y="422981"/>
                  </a:lnTo>
                  <a:lnTo>
                    <a:pt x="8024638" y="416899"/>
                  </a:lnTo>
                  <a:lnTo>
                    <a:pt x="8084697" y="410185"/>
                  </a:lnTo>
                  <a:lnTo>
                    <a:pt x="8141111" y="402780"/>
                  </a:lnTo>
                  <a:lnTo>
                    <a:pt x="8194616" y="394638"/>
                  </a:lnTo>
                  <a:lnTo>
                    <a:pt x="8229629" y="388680"/>
                  </a:lnTo>
                  <a:lnTo>
                    <a:pt x="8290165" y="377170"/>
                  </a:lnTo>
                  <a:lnTo>
                    <a:pt x="8348835" y="364525"/>
                  </a:lnTo>
                  <a:lnTo>
                    <a:pt x="8406321" y="350726"/>
                  </a:lnTo>
                  <a:lnTo>
                    <a:pt x="8463129" y="335792"/>
                  </a:lnTo>
                  <a:lnTo>
                    <a:pt x="8519618" y="319781"/>
                  </a:lnTo>
                  <a:lnTo>
                    <a:pt x="8576027" y="302795"/>
                  </a:lnTo>
                  <a:lnTo>
                    <a:pt x="8632492" y="284980"/>
                  </a:lnTo>
                  <a:lnTo>
                    <a:pt x="8689069" y="266518"/>
                  </a:lnTo>
                  <a:lnTo>
                    <a:pt x="8745746" y="247629"/>
                  </a:lnTo>
                  <a:lnTo>
                    <a:pt x="8802476" y="228551"/>
                  </a:lnTo>
                  <a:lnTo>
                    <a:pt x="8859188" y="209533"/>
                  </a:lnTo>
                  <a:lnTo>
                    <a:pt x="8915820" y="190824"/>
                  </a:lnTo>
                  <a:lnTo>
                    <a:pt x="8972340" y="172652"/>
                  </a:lnTo>
                  <a:lnTo>
                    <a:pt x="9028767" y="155221"/>
                  </a:lnTo>
                  <a:lnTo>
                    <a:pt x="9085192" y="138695"/>
                  </a:lnTo>
                  <a:lnTo>
                    <a:pt x="9141799" y="123200"/>
                  </a:lnTo>
                  <a:lnTo>
                    <a:pt x="9198885" y="108815"/>
                  </a:lnTo>
                  <a:lnTo>
                    <a:pt x="9256875" y="95579"/>
                  </a:lnTo>
                  <a:lnTo>
                    <a:pt x="9316357" y="83491"/>
                  </a:lnTo>
                  <a:lnTo>
                    <a:pt x="9347647" y="77736"/>
                  </a:lnTo>
                  <a:lnTo>
                    <a:pt x="9399556" y="69082"/>
                  </a:lnTo>
                  <a:lnTo>
                    <a:pt x="9453918" y="61181"/>
                  </a:lnTo>
                  <a:lnTo>
                    <a:pt x="9511418" y="54003"/>
                  </a:lnTo>
                  <a:lnTo>
                    <a:pt x="9572811" y="47499"/>
                  </a:lnTo>
                  <a:lnTo>
                    <a:pt x="9638874" y="41607"/>
                  </a:lnTo>
                  <a:lnTo>
                    <a:pt x="9710371" y="36261"/>
                  </a:lnTo>
                  <a:lnTo>
                    <a:pt x="9788000" y="31404"/>
                  </a:lnTo>
                  <a:lnTo>
                    <a:pt x="9872320" y="26982"/>
                  </a:lnTo>
                  <a:lnTo>
                    <a:pt x="9963661" y="22952"/>
                  </a:lnTo>
                  <a:lnTo>
                    <a:pt x="10062009" y="19280"/>
                  </a:lnTo>
                  <a:lnTo>
                    <a:pt x="10166859" y="15944"/>
                  </a:lnTo>
                  <a:lnTo>
                    <a:pt x="10277077" y="12931"/>
                  </a:lnTo>
                  <a:lnTo>
                    <a:pt x="10390766" y="10238"/>
                  </a:lnTo>
                  <a:lnTo>
                    <a:pt x="10505218" y="7867"/>
                  </a:lnTo>
                  <a:lnTo>
                    <a:pt x="10616977" y="5826"/>
                  </a:lnTo>
                  <a:lnTo>
                    <a:pt x="10722082" y="4121"/>
                  </a:lnTo>
                  <a:lnTo>
                    <a:pt x="10816496" y="2750"/>
                  </a:lnTo>
                  <a:lnTo>
                    <a:pt x="10896663" y="1702"/>
                  </a:lnTo>
                  <a:lnTo>
                    <a:pt x="10960108" y="951"/>
                  </a:lnTo>
                  <a:lnTo>
                    <a:pt x="11005898" y="459"/>
                  </a:lnTo>
                  <a:lnTo>
                    <a:pt x="11034890" y="175"/>
                  </a:lnTo>
                  <a:lnTo>
                    <a:pt x="11049703" y="42"/>
                  </a:lnTo>
                  <a:lnTo>
                    <a:pt x="11054530" y="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3" name="pl1372"/>
            <p:cNvSpPr/>
            <p:nvPr/>
          </p:nvSpPr>
          <p:spPr>
            <a:xfrm>
              <a:off x="1199187" y="2625393"/>
              <a:ext cx="12049831" cy="2573151"/>
            </a:xfrm>
            <a:custGeom>
              <a:avLst/>
              <a:pathLst>
                <a:path w="12049831" h="2573151">
                  <a:moveTo>
                    <a:pt x="12049831" y="0"/>
                  </a:moveTo>
                  <a:lnTo>
                    <a:pt x="11054891" y="0"/>
                  </a:lnTo>
                  <a:lnTo>
                    <a:pt x="11053756" y="8"/>
                  </a:lnTo>
                  <a:lnTo>
                    <a:pt x="11046268" y="72"/>
                  </a:lnTo>
                  <a:lnTo>
                    <a:pt x="11027291" y="247"/>
                  </a:lnTo>
                  <a:lnTo>
                    <a:pt x="10993112" y="592"/>
                  </a:lnTo>
                  <a:lnTo>
                    <a:pt x="10941662" y="1162"/>
                  </a:lnTo>
                  <a:lnTo>
                    <a:pt x="10872668" y="2004"/>
                  </a:lnTo>
                  <a:lnTo>
                    <a:pt x="10787596" y="3154"/>
                  </a:lnTo>
                  <a:lnTo>
                    <a:pt x="10689329" y="4631"/>
                  </a:lnTo>
                  <a:lnTo>
                    <a:pt x="10581642" y="6445"/>
                  </a:lnTo>
                  <a:lnTo>
                    <a:pt x="10468605" y="8592"/>
                  </a:lnTo>
                  <a:lnTo>
                    <a:pt x="10354054" y="11067"/>
                  </a:lnTo>
                  <a:lnTo>
                    <a:pt x="10241222" y="13863"/>
                  </a:lnTo>
                  <a:lnTo>
                    <a:pt x="10132559" y="16979"/>
                  </a:lnTo>
                  <a:lnTo>
                    <a:pt x="10029705" y="20421"/>
                  </a:lnTo>
                  <a:lnTo>
                    <a:pt x="9933577" y="24205"/>
                  </a:lnTo>
                  <a:lnTo>
                    <a:pt x="9844506" y="28357"/>
                  </a:lnTo>
                  <a:lnTo>
                    <a:pt x="9762383" y="32913"/>
                  </a:lnTo>
                  <a:lnTo>
                    <a:pt x="9686791" y="37921"/>
                  </a:lnTo>
                  <a:lnTo>
                    <a:pt x="9617118" y="43435"/>
                  </a:lnTo>
                  <a:lnTo>
                    <a:pt x="9552638" y="49517"/>
                  </a:lnTo>
                  <a:lnTo>
                    <a:pt x="9492579" y="56231"/>
                  </a:lnTo>
                  <a:lnTo>
                    <a:pt x="9436165" y="63635"/>
                  </a:lnTo>
                  <a:lnTo>
                    <a:pt x="9382661" y="71777"/>
                  </a:lnTo>
                  <a:lnTo>
                    <a:pt x="9347647" y="77736"/>
                  </a:lnTo>
                  <a:lnTo>
                    <a:pt x="9287111" y="89245"/>
                  </a:lnTo>
                  <a:lnTo>
                    <a:pt x="9228441" y="101891"/>
                  </a:lnTo>
                  <a:lnTo>
                    <a:pt x="9170955" y="115690"/>
                  </a:lnTo>
                  <a:lnTo>
                    <a:pt x="9114148" y="130624"/>
                  </a:lnTo>
                  <a:lnTo>
                    <a:pt x="9057659" y="146635"/>
                  </a:lnTo>
                  <a:lnTo>
                    <a:pt x="9001250" y="163620"/>
                  </a:lnTo>
                  <a:lnTo>
                    <a:pt x="8944784" y="181436"/>
                  </a:lnTo>
                  <a:lnTo>
                    <a:pt x="8888208" y="199897"/>
                  </a:lnTo>
                  <a:lnTo>
                    <a:pt x="8831530" y="218787"/>
                  </a:lnTo>
                  <a:lnTo>
                    <a:pt x="8774801" y="237865"/>
                  </a:lnTo>
                  <a:lnTo>
                    <a:pt x="8718089" y="256882"/>
                  </a:lnTo>
                  <a:lnTo>
                    <a:pt x="8661456" y="275591"/>
                  </a:lnTo>
                  <a:lnTo>
                    <a:pt x="8604936" y="293763"/>
                  </a:lnTo>
                  <a:lnTo>
                    <a:pt x="8548510" y="311194"/>
                  </a:lnTo>
                  <a:lnTo>
                    <a:pt x="8492085" y="327720"/>
                  </a:lnTo>
                  <a:lnTo>
                    <a:pt x="8435477" y="343216"/>
                  </a:lnTo>
                  <a:lnTo>
                    <a:pt x="8378392" y="357601"/>
                  </a:lnTo>
                  <a:lnTo>
                    <a:pt x="8320402" y="370837"/>
                  </a:lnTo>
                  <a:lnTo>
                    <a:pt x="8260919" y="382924"/>
                  </a:lnTo>
                  <a:lnTo>
                    <a:pt x="8229629" y="388680"/>
                  </a:lnTo>
                  <a:lnTo>
                    <a:pt x="8177721" y="397333"/>
                  </a:lnTo>
                  <a:lnTo>
                    <a:pt x="8123359" y="405235"/>
                  </a:lnTo>
                  <a:lnTo>
                    <a:pt x="8065858" y="412412"/>
                  </a:lnTo>
                  <a:lnTo>
                    <a:pt x="8004466" y="418916"/>
                  </a:lnTo>
                  <a:lnTo>
                    <a:pt x="7938403" y="424809"/>
                  </a:lnTo>
                  <a:lnTo>
                    <a:pt x="7866905" y="430154"/>
                  </a:lnTo>
                  <a:lnTo>
                    <a:pt x="7789276" y="435011"/>
                  </a:lnTo>
                  <a:lnTo>
                    <a:pt x="7704957" y="439433"/>
                  </a:lnTo>
                  <a:lnTo>
                    <a:pt x="7613615" y="443463"/>
                  </a:lnTo>
                  <a:lnTo>
                    <a:pt x="7515268" y="447135"/>
                  </a:lnTo>
                  <a:lnTo>
                    <a:pt x="7410417" y="450471"/>
                  </a:lnTo>
                  <a:lnTo>
                    <a:pt x="7300200" y="453484"/>
                  </a:lnTo>
                  <a:lnTo>
                    <a:pt x="7186510" y="456178"/>
                  </a:lnTo>
                  <a:lnTo>
                    <a:pt x="7072059" y="458548"/>
                  </a:lnTo>
                  <a:lnTo>
                    <a:pt x="6960300" y="460589"/>
                  </a:lnTo>
                  <a:lnTo>
                    <a:pt x="6855194" y="462295"/>
                  </a:lnTo>
                  <a:lnTo>
                    <a:pt x="6760781" y="463666"/>
                  </a:lnTo>
                  <a:lnTo>
                    <a:pt x="6680613" y="464714"/>
                  </a:lnTo>
                  <a:lnTo>
                    <a:pt x="6617169" y="465464"/>
                  </a:lnTo>
                  <a:lnTo>
                    <a:pt x="6571378" y="465956"/>
                  </a:lnTo>
                  <a:lnTo>
                    <a:pt x="6542387" y="466241"/>
                  </a:lnTo>
                  <a:lnTo>
                    <a:pt x="6527573" y="466373"/>
                  </a:lnTo>
                  <a:lnTo>
                    <a:pt x="6522747" y="466413"/>
                  </a:lnTo>
                  <a:lnTo>
                    <a:pt x="6522385" y="466416"/>
                  </a:lnTo>
                  <a:lnTo>
                    <a:pt x="5527445" y="466416"/>
                  </a:lnTo>
                  <a:lnTo>
                    <a:pt x="5526343" y="466455"/>
                  </a:lnTo>
                  <a:lnTo>
                    <a:pt x="5519065" y="466733"/>
                  </a:lnTo>
                  <a:lnTo>
                    <a:pt x="5500605" y="467500"/>
                  </a:lnTo>
                  <a:lnTo>
                    <a:pt x="5467322" y="469013"/>
                  </a:lnTo>
                  <a:lnTo>
                    <a:pt x="5417149" y="471513"/>
                  </a:lnTo>
                  <a:lnTo>
                    <a:pt x="5349742" y="475210"/>
                  </a:lnTo>
                  <a:lnTo>
                    <a:pt x="5266441" y="480260"/>
                  </a:lnTo>
                  <a:lnTo>
                    <a:pt x="5169973" y="486760"/>
                  </a:lnTo>
                  <a:lnTo>
                    <a:pt x="5063959" y="494745"/>
                  </a:lnTo>
                  <a:lnTo>
                    <a:pt x="4952352" y="504212"/>
                  </a:lnTo>
                  <a:lnTo>
                    <a:pt x="4838914" y="515133"/>
                  </a:lnTo>
                  <a:lnTo>
                    <a:pt x="4726857" y="527478"/>
                  </a:lnTo>
                  <a:lnTo>
                    <a:pt x="4618648" y="541239"/>
                  </a:lnTo>
                  <a:lnTo>
                    <a:pt x="4515974" y="556438"/>
                  </a:lnTo>
                  <a:lnTo>
                    <a:pt x="4419809" y="573137"/>
                  </a:lnTo>
                  <a:lnTo>
                    <a:pt x="4330548" y="591447"/>
                  </a:lnTo>
                  <a:lnTo>
                    <a:pt x="4248139" y="611521"/>
                  </a:lnTo>
                  <a:lnTo>
                    <a:pt x="4172219" y="633556"/>
                  </a:lnTo>
                  <a:lnTo>
                    <a:pt x="4102217" y="657788"/>
                  </a:lnTo>
                  <a:lnTo>
                    <a:pt x="4037446" y="684484"/>
                  </a:lnTo>
                  <a:lnTo>
                    <a:pt x="3977160" y="713921"/>
                  </a:lnTo>
                  <a:lnTo>
                    <a:pt x="3920601" y="746370"/>
                  </a:lnTo>
                  <a:lnTo>
                    <a:pt x="3867046" y="782046"/>
                  </a:lnTo>
                  <a:lnTo>
                    <a:pt x="3820202" y="817538"/>
                  </a:lnTo>
                  <a:lnTo>
                    <a:pt x="3771357" y="858938"/>
                  </a:lnTo>
                  <a:lnTo>
                    <a:pt x="3723818" y="903635"/>
                  </a:lnTo>
                  <a:lnTo>
                    <a:pt x="3677198" y="951695"/>
                  </a:lnTo>
                  <a:lnTo>
                    <a:pt x="3631193" y="1003117"/>
                  </a:lnTo>
                  <a:lnTo>
                    <a:pt x="3585566" y="1057832"/>
                  </a:lnTo>
                  <a:lnTo>
                    <a:pt x="3540139" y="1115689"/>
                  </a:lnTo>
                  <a:lnTo>
                    <a:pt x="3494784" y="1176457"/>
                  </a:lnTo>
                  <a:lnTo>
                    <a:pt x="3449416" y="1239824"/>
                  </a:lnTo>
                  <a:lnTo>
                    <a:pt x="3403990" y="1305398"/>
                  </a:lnTo>
                  <a:lnTo>
                    <a:pt x="3358489" y="1372718"/>
                  </a:lnTo>
                  <a:lnTo>
                    <a:pt x="3312922" y="1441264"/>
                  </a:lnTo>
                  <a:lnTo>
                    <a:pt x="3267316" y="1510474"/>
                  </a:lnTo>
                  <a:lnTo>
                    <a:pt x="3221705" y="1579763"/>
                  </a:lnTo>
                  <a:lnTo>
                    <a:pt x="3176124" y="1648543"/>
                  </a:lnTo>
                  <a:lnTo>
                    <a:pt x="3130604" y="1716245"/>
                  </a:lnTo>
                  <a:lnTo>
                    <a:pt x="3085158" y="1782336"/>
                  </a:lnTo>
                  <a:lnTo>
                    <a:pt x="3039778" y="1846337"/>
                  </a:lnTo>
                  <a:lnTo>
                    <a:pt x="2994426" y="1907837"/>
                  </a:lnTo>
                  <a:lnTo>
                    <a:pt x="2949029" y="1966502"/>
                  </a:lnTo>
                  <a:lnTo>
                    <a:pt x="2903471" y="2022078"/>
                  </a:lnTo>
                  <a:lnTo>
                    <a:pt x="2857588" y="2074395"/>
                  </a:lnTo>
                  <a:lnTo>
                    <a:pt x="2811160" y="2123360"/>
                  </a:lnTo>
                  <a:lnTo>
                    <a:pt x="2763902" y="2168955"/>
                  </a:lnTo>
                  <a:lnTo>
                    <a:pt x="2715451" y="2211231"/>
                  </a:lnTo>
                  <a:lnTo>
                    <a:pt x="2702183" y="2222028"/>
                  </a:lnTo>
                  <a:lnTo>
                    <a:pt x="2650794" y="2260747"/>
                  </a:lnTo>
                  <a:lnTo>
                    <a:pt x="2597006" y="2296138"/>
                  </a:lnTo>
                  <a:lnTo>
                    <a:pt x="2540153" y="2328315"/>
                  </a:lnTo>
                  <a:lnTo>
                    <a:pt x="2479507" y="2357504"/>
                  </a:lnTo>
                  <a:lnTo>
                    <a:pt x="2414312" y="2383975"/>
                  </a:lnTo>
                  <a:lnTo>
                    <a:pt x="2343823" y="2408006"/>
                  </a:lnTo>
                  <a:lnTo>
                    <a:pt x="2267359" y="2429863"/>
                  </a:lnTo>
                  <a:lnTo>
                    <a:pt x="2184367" y="2449776"/>
                  </a:lnTo>
                  <a:lnTo>
                    <a:pt x="2094503" y="2467940"/>
                  </a:lnTo>
                  <a:lnTo>
                    <a:pt x="1997751" y="2484506"/>
                  </a:lnTo>
                  <a:lnTo>
                    <a:pt x="1894548" y="2499578"/>
                  </a:lnTo>
                  <a:lnTo>
                    <a:pt x="1785928" y="2513216"/>
                  </a:lnTo>
                  <a:lnTo>
                    <a:pt x="1673642" y="2525438"/>
                  </a:lnTo>
                  <a:lnTo>
                    <a:pt x="1560226" y="2536234"/>
                  </a:lnTo>
                  <a:lnTo>
                    <a:pt x="1448949" y="2545573"/>
                  </a:lnTo>
                  <a:lnTo>
                    <a:pt x="1343608" y="2553430"/>
                  </a:lnTo>
                  <a:lnTo>
                    <a:pt x="1248147" y="2559801"/>
                  </a:lnTo>
                  <a:lnTo>
                    <a:pt x="1166135" y="2564729"/>
                  </a:lnTo>
                  <a:lnTo>
                    <a:pt x="1100193" y="2568315"/>
                  </a:lnTo>
                  <a:lnTo>
                    <a:pt x="1051524" y="2570721"/>
                  </a:lnTo>
                  <a:lnTo>
                    <a:pt x="1019633" y="2572159"/>
                  </a:lnTo>
                  <a:lnTo>
                    <a:pt x="1002309" y="2572874"/>
                  </a:lnTo>
                  <a:lnTo>
                    <a:pt x="995783" y="2573121"/>
                  </a:lnTo>
                  <a:lnTo>
                    <a:pt x="994940" y="2573151"/>
                  </a:lnTo>
                  <a:lnTo>
                    <a:pt x="0" y="2573151"/>
                  </a:lnTo>
                  <a:lnTo>
                    <a:pt x="0" y="25731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4" name="pg1373"/>
            <p:cNvSpPr/>
            <p:nvPr/>
          </p:nvSpPr>
          <p:spPr>
            <a:xfrm>
              <a:off x="1199187" y="3217584"/>
              <a:ext cx="12049831" cy="3018605"/>
            </a:xfrm>
            <a:custGeom>
              <a:avLst/>
              <a:pathLst>
                <a:path w="12049831" h="3018605">
                  <a:moveTo>
                    <a:pt x="0" y="2148659"/>
                  </a:moveTo>
                  <a:lnTo>
                    <a:pt x="994940" y="2148659"/>
                  </a:lnTo>
                  <a:lnTo>
                    <a:pt x="996070" y="2148676"/>
                  </a:lnTo>
                  <a:lnTo>
                    <a:pt x="1003531" y="2148794"/>
                  </a:lnTo>
                  <a:lnTo>
                    <a:pt x="1022440" y="2149119"/>
                  </a:lnTo>
                  <a:lnTo>
                    <a:pt x="1056501" y="2149760"/>
                  </a:lnTo>
                  <a:lnTo>
                    <a:pt x="1107783" y="2150819"/>
                  </a:lnTo>
                  <a:lnTo>
                    <a:pt x="1176569" y="2152384"/>
                  </a:lnTo>
                  <a:lnTo>
                    <a:pt x="1261410" y="2154521"/>
                  </a:lnTo>
                  <a:lnTo>
                    <a:pt x="1359442" y="2157267"/>
                  </a:lnTo>
                  <a:lnTo>
                    <a:pt x="1466912" y="2160638"/>
                  </a:lnTo>
                  <a:lnTo>
                    <a:pt x="1579764" y="2164631"/>
                  </a:lnTo>
                  <a:lnTo>
                    <a:pt x="1694172" y="2169233"/>
                  </a:lnTo>
                  <a:lnTo>
                    <a:pt x="1806904" y="2174433"/>
                  </a:lnTo>
                  <a:lnTo>
                    <a:pt x="1915510" y="2180228"/>
                  </a:lnTo>
                  <a:lnTo>
                    <a:pt x="2018343" y="2186629"/>
                  </a:lnTo>
                  <a:lnTo>
                    <a:pt x="2114477" y="2193665"/>
                  </a:lnTo>
                  <a:lnTo>
                    <a:pt x="2203573" y="2201385"/>
                  </a:lnTo>
                  <a:lnTo>
                    <a:pt x="2285735" y="2209855"/>
                  </a:lnTo>
                  <a:lnTo>
                    <a:pt x="2361370" y="2219164"/>
                  </a:lnTo>
                  <a:lnTo>
                    <a:pt x="2431086" y="2229412"/>
                  </a:lnTo>
                  <a:lnTo>
                    <a:pt x="2495603" y="2240714"/>
                  </a:lnTo>
                  <a:lnTo>
                    <a:pt x="2555691" y="2253187"/>
                  </a:lnTo>
                  <a:lnTo>
                    <a:pt x="2612122" y="2266944"/>
                  </a:lnTo>
                  <a:lnTo>
                    <a:pt x="2665632" y="2282070"/>
                  </a:lnTo>
                  <a:lnTo>
                    <a:pt x="2702183" y="2293650"/>
                  </a:lnTo>
                  <a:lnTo>
                    <a:pt x="2760332" y="2314216"/>
                  </a:lnTo>
                  <a:lnTo>
                    <a:pt x="2816733" y="2336732"/>
                  </a:lnTo>
                  <a:lnTo>
                    <a:pt x="2872000" y="2361230"/>
                  </a:lnTo>
                  <a:lnTo>
                    <a:pt x="2926595" y="2387686"/>
                  </a:lnTo>
                  <a:lnTo>
                    <a:pt x="2980852" y="2416015"/>
                  </a:lnTo>
                  <a:lnTo>
                    <a:pt x="3035000" y="2446060"/>
                  </a:lnTo>
                  <a:lnTo>
                    <a:pt x="3089178" y="2477598"/>
                  </a:lnTo>
                  <a:lnTo>
                    <a:pt x="3143451" y="2510342"/>
                  </a:lnTo>
                  <a:lnTo>
                    <a:pt x="3197825" y="2543947"/>
                  </a:lnTo>
                  <a:lnTo>
                    <a:pt x="3252267" y="2578029"/>
                  </a:lnTo>
                  <a:lnTo>
                    <a:pt x="3306719" y="2612178"/>
                  </a:lnTo>
                  <a:lnTo>
                    <a:pt x="3361121" y="2645983"/>
                  </a:lnTo>
                  <a:lnTo>
                    <a:pt x="3415428" y="2679049"/>
                  </a:lnTo>
                  <a:lnTo>
                    <a:pt x="3469633" y="2711018"/>
                  </a:lnTo>
                  <a:lnTo>
                    <a:pt x="3523780" y="2741580"/>
                  </a:lnTo>
                  <a:lnTo>
                    <a:pt x="3577980" y="2770492"/>
                  </a:lnTo>
                  <a:lnTo>
                    <a:pt x="3632433" y="2797575"/>
                  </a:lnTo>
                  <a:lnTo>
                    <a:pt x="3687436" y="2822721"/>
                  </a:lnTo>
                  <a:lnTo>
                    <a:pt x="3743406" y="2845885"/>
                  </a:lnTo>
                  <a:lnTo>
                    <a:pt x="3800903" y="2867083"/>
                  </a:lnTo>
                  <a:lnTo>
                    <a:pt x="3820202" y="2873614"/>
                  </a:lnTo>
                  <a:lnTo>
                    <a:pt x="3872042" y="2889734"/>
                  </a:lnTo>
                  <a:lnTo>
                    <a:pt x="3926329" y="2904456"/>
                  </a:lnTo>
                  <a:lnTo>
                    <a:pt x="3983745" y="2917829"/>
                  </a:lnTo>
                  <a:lnTo>
                    <a:pt x="4045040" y="2929950"/>
                  </a:lnTo>
                  <a:lnTo>
                    <a:pt x="4110989" y="2940934"/>
                  </a:lnTo>
                  <a:lnTo>
                    <a:pt x="4182355" y="2950897"/>
                  </a:lnTo>
                  <a:lnTo>
                    <a:pt x="4259831" y="2959953"/>
                  </a:lnTo>
                  <a:lnTo>
                    <a:pt x="4343977" y="2968197"/>
                  </a:lnTo>
                  <a:lnTo>
                    <a:pt x="4435125" y="2975712"/>
                  </a:lnTo>
                  <a:lnTo>
                    <a:pt x="4533263" y="2982559"/>
                  </a:lnTo>
                  <a:lnTo>
                    <a:pt x="4637899" y="2988782"/>
                  </a:lnTo>
                  <a:lnTo>
                    <a:pt x="4747909" y="2994403"/>
                  </a:lnTo>
                  <a:lnTo>
                    <a:pt x="4861417" y="2999430"/>
                  </a:lnTo>
                  <a:lnTo>
                    <a:pt x="4975737" y="3003857"/>
                  </a:lnTo>
                  <a:lnTo>
                    <a:pt x="5087438" y="3007670"/>
                  </a:lnTo>
                  <a:lnTo>
                    <a:pt x="5192581" y="3010859"/>
                  </a:lnTo>
                  <a:lnTo>
                    <a:pt x="5287139" y="3013426"/>
                  </a:lnTo>
                  <a:lnTo>
                    <a:pt x="5367554" y="3015391"/>
                  </a:lnTo>
                  <a:lnTo>
                    <a:pt x="5431330" y="3016802"/>
                  </a:lnTo>
                  <a:lnTo>
                    <a:pt x="5477499" y="3017729"/>
                  </a:lnTo>
                  <a:lnTo>
                    <a:pt x="5506867" y="3018268"/>
                  </a:lnTo>
                  <a:lnTo>
                    <a:pt x="5522000" y="3018521"/>
                  </a:lnTo>
                  <a:lnTo>
                    <a:pt x="5527036" y="3018599"/>
                  </a:lnTo>
                  <a:lnTo>
                    <a:pt x="5527445" y="3018605"/>
                  </a:lnTo>
                  <a:lnTo>
                    <a:pt x="6522385" y="3018605"/>
                  </a:lnTo>
                  <a:lnTo>
                    <a:pt x="6523455" y="3018551"/>
                  </a:lnTo>
                  <a:lnTo>
                    <a:pt x="6530519" y="3018166"/>
                  </a:lnTo>
                  <a:lnTo>
                    <a:pt x="6548451" y="3017105"/>
                  </a:lnTo>
                  <a:lnTo>
                    <a:pt x="6580817" y="3015011"/>
                  </a:lnTo>
                  <a:lnTo>
                    <a:pt x="6629682" y="3011549"/>
                  </a:lnTo>
                  <a:lnTo>
                    <a:pt x="6695454" y="3006427"/>
                  </a:lnTo>
                  <a:lnTo>
                    <a:pt x="6776923" y="2999423"/>
                  </a:lnTo>
                  <a:lnTo>
                    <a:pt x="6871519" y="2990399"/>
                  </a:lnTo>
                  <a:lnTo>
                    <a:pt x="6975778" y="2979298"/>
                  </a:lnTo>
                  <a:lnTo>
                    <a:pt x="7085873" y="2966122"/>
                  </a:lnTo>
                  <a:lnTo>
                    <a:pt x="7198118" y="2950908"/>
                  </a:lnTo>
                  <a:lnTo>
                    <a:pt x="7309329" y="2933698"/>
                  </a:lnTo>
                  <a:lnTo>
                    <a:pt x="7417027" y="2914508"/>
                  </a:lnTo>
                  <a:lnTo>
                    <a:pt x="7519480" y="2893316"/>
                  </a:lnTo>
                  <a:lnTo>
                    <a:pt x="7615653" y="2870040"/>
                  </a:lnTo>
                  <a:lnTo>
                    <a:pt x="7705092" y="2844540"/>
                  </a:lnTo>
                  <a:lnTo>
                    <a:pt x="7787785" y="2816613"/>
                  </a:lnTo>
                  <a:lnTo>
                    <a:pt x="7864043" y="2785994"/>
                  </a:lnTo>
                  <a:lnTo>
                    <a:pt x="7934388" y="2752367"/>
                  </a:lnTo>
                  <a:lnTo>
                    <a:pt x="7999471" y="2715370"/>
                  </a:lnTo>
                  <a:lnTo>
                    <a:pt x="8060010" y="2674618"/>
                  </a:lnTo>
                  <a:lnTo>
                    <a:pt x="8116739" y="2629731"/>
                  </a:lnTo>
                  <a:lnTo>
                    <a:pt x="8170369" y="2580388"/>
                  </a:lnTo>
                  <a:lnTo>
                    <a:pt x="8221558" y="2526399"/>
                  </a:lnTo>
                  <a:lnTo>
                    <a:pt x="8229629" y="2517251"/>
                  </a:lnTo>
                  <a:lnTo>
                    <a:pt x="8272893" y="2465219"/>
                  </a:lnTo>
                  <a:lnTo>
                    <a:pt x="8315100" y="2409519"/>
                  </a:lnTo>
                  <a:lnTo>
                    <a:pt x="8356524" y="2350074"/>
                  </a:lnTo>
                  <a:lnTo>
                    <a:pt x="8397393" y="2286866"/>
                  </a:lnTo>
                  <a:lnTo>
                    <a:pt x="8437887" y="2219933"/>
                  </a:lnTo>
                  <a:lnTo>
                    <a:pt x="8478150" y="2149382"/>
                  </a:lnTo>
                  <a:lnTo>
                    <a:pt x="8518293" y="2075391"/>
                  </a:lnTo>
                  <a:lnTo>
                    <a:pt x="8558394" y="1998207"/>
                  </a:lnTo>
                  <a:lnTo>
                    <a:pt x="8598510" y="1918150"/>
                  </a:lnTo>
                  <a:lnTo>
                    <a:pt x="8638671" y="1835608"/>
                  </a:lnTo>
                  <a:lnTo>
                    <a:pt x="8678890" y="1751029"/>
                  </a:lnTo>
                  <a:lnTo>
                    <a:pt x="8719164" y="1664917"/>
                  </a:lnTo>
                  <a:lnTo>
                    <a:pt x="8759478" y="1577814"/>
                  </a:lnTo>
                  <a:lnTo>
                    <a:pt x="8799810" y="1490291"/>
                  </a:lnTo>
                  <a:lnTo>
                    <a:pt x="8840136" y="1402929"/>
                  </a:lnTo>
                  <a:lnTo>
                    <a:pt x="8880430" y="1316306"/>
                  </a:lnTo>
                  <a:lnTo>
                    <a:pt x="8920675" y="1230978"/>
                  </a:lnTo>
                  <a:lnTo>
                    <a:pt x="8960861" y="1147469"/>
                  </a:lnTo>
                  <a:lnTo>
                    <a:pt x="9000994" y="1066252"/>
                  </a:lnTo>
                  <a:lnTo>
                    <a:pt x="9041097" y="987742"/>
                  </a:lnTo>
                  <a:lnTo>
                    <a:pt x="9081212" y="912292"/>
                  </a:lnTo>
                  <a:lnTo>
                    <a:pt x="9121410" y="840181"/>
                  </a:lnTo>
                  <a:lnTo>
                    <a:pt x="9161785" y="771618"/>
                  </a:lnTo>
                  <a:lnTo>
                    <a:pt x="9202467" y="706739"/>
                  </a:lnTo>
                  <a:lnTo>
                    <a:pt x="9243619" y="645615"/>
                  </a:lnTo>
                  <a:lnTo>
                    <a:pt x="9285446" y="588250"/>
                  </a:lnTo>
                  <a:lnTo>
                    <a:pt x="9328200" y="534595"/>
                  </a:lnTo>
                  <a:lnTo>
                    <a:pt x="9347647" y="511835"/>
                  </a:lnTo>
                  <a:lnTo>
                    <a:pt x="9398498" y="457093"/>
                  </a:lnTo>
                  <a:lnTo>
                    <a:pt x="9451692" y="407008"/>
                  </a:lnTo>
                  <a:lnTo>
                    <a:pt x="9507873" y="361422"/>
                  </a:lnTo>
                  <a:lnTo>
                    <a:pt x="9567748" y="320027"/>
                  </a:lnTo>
                  <a:lnTo>
                    <a:pt x="9632049" y="282451"/>
                  </a:lnTo>
                  <a:lnTo>
                    <a:pt x="9701498" y="248305"/>
                  </a:lnTo>
                  <a:lnTo>
                    <a:pt x="9776762" y="217224"/>
                  </a:lnTo>
                  <a:lnTo>
                    <a:pt x="9858389" y="188882"/>
                  </a:lnTo>
                  <a:lnTo>
                    <a:pt x="9946730" y="163006"/>
                  </a:lnTo>
                  <a:lnTo>
                    <a:pt x="10041834" y="139382"/>
                  </a:lnTo>
                  <a:lnTo>
                    <a:pt x="10143327" y="117860"/>
                  </a:lnTo>
                  <a:lnTo>
                    <a:pt x="10250276" y="98350"/>
                  </a:lnTo>
                  <a:lnTo>
                    <a:pt x="10361069" y="80820"/>
                  </a:lnTo>
                  <a:lnTo>
                    <a:pt x="10473346" y="65282"/>
                  </a:lnTo>
                  <a:lnTo>
                    <a:pt x="10584027" y="51774"/>
                  </a:lnTo>
                  <a:lnTo>
                    <a:pt x="10689488" y="40337"/>
                  </a:lnTo>
                  <a:lnTo>
                    <a:pt x="10785895" y="30980"/>
                  </a:lnTo>
                  <a:lnTo>
                    <a:pt x="10869685" y="23657"/>
                  </a:lnTo>
                  <a:lnTo>
                    <a:pt x="10938112" y="18244"/>
                  </a:lnTo>
                  <a:lnTo>
                    <a:pt x="10989722" y="14532"/>
                  </a:lnTo>
                  <a:lnTo>
                    <a:pt x="11024653" y="12240"/>
                  </a:lnTo>
                  <a:lnTo>
                    <a:pt x="11044709" y="11035"/>
                  </a:lnTo>
                  <a:lnTo>
                    <a:pt x="11053230" y="10566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2" y="53"/>
                  </a:lnTo>
                  <a:lnTo>
                    <a:pt x="11046757" y="438"/>
                  </a:lnTo>
                  <a:lnTo>
                    <a:pt x="11028826" y="1500"/>
                  </a:lnTo>
                  <a:lnTo>
                    <a:pt x="10996459" y="3593"/>
                  </a:lnTo>
                  <a:lnTo>
                    <a:pt x="10947595" y="7055"/>
                  </a:lnTo>
                  <a:lnTo>
                    <a:pt x="10881822" y="12177"/>
                  </a:lnTo>
                  <a:lnTo>
                    <a:pt x="10800354" y="19181"/>
                  </a:lnTo>
                  <a:lnTo>
                    <a:pt x="10705757" y="28205"/>
                  </a:lnTo>
                  <a:lnTo>
                    <a:pt x="10601499" y="39307"/>
                  </a:lnTo>
                  <a:lnTo>
                    <a:pt x="10491404" y="52483"/>
                  </a:lnTo>
                  <a:lnTo>
                    <a:pt x="10379159" y="67696"/>
                  </a:lnTo>
                  <a:lnTo>
                    <a:pt x="10267947" y="84907"/>
                  </a:lnTo>
                  <a:lnTo>
                    <a:pt x="10160250" y="104096"/>
                  </a:lnTo>
                  <a:lnTo>
                    <a:pt x="10057797" y="125289"/>
                  </a:lnTo>
                  <a:lnTo>
                    <a:pt x="9961623" y="148565"/>
                  </a:lnTo>
                  <a:lnTo>
                    <a:pt x="9872185" y="174064"/>
                  </a:lnTo>
                  <a:lnTo>
                    <a:pt x="9789492" y="201992"/>
                  </a:lnTo>
                  <a:lnTo>
                    <a:pt x="9713234" y="232610"/>
                  </a:lnTo>
                  <a:lnTo>
                    <a:pt x="9642889" y="266237"/>
                  </a:lnTo>
                  <a:lnTo>
                    <a:pt x="9577805" y="303234"/>
                  </a:lnTo>
                  <a:lnTo>
                    <a:pt x="9517266" y="343987"/>
                  </a:lnTo>
                  <a:lnTo>
                    <a:pt x="9460538" y="388873"/>
                  </a:lnTo>
                  <a:lnTo>
                    <a:pt x="9406907" y="438216"/>
                  </a:lnTo>
                  <a:lnTo>
                    <a:pt x="9355718" y="492205"/>
                  </a:lnTo>
                  <a:lnTo>
                    <a:pt x="9347647" y="501353"/>
                  </a:lnTo>
                  <a:lnTo>
                    <a:pt x="9304383" y="553385"/>
                  </a:lnTo>
                  <a:lnTo>
                    <a:pt x="9262177" y="609085"/>
                  </a:lnTo>
                  <a:lnTo>
                    <a:pt x="9220752" y="668530"/>
                  </a:lnTo>
                  <a:lnTo>
                    <a:pt x="9179883" y="731739"/>
                  </a:lnTo>
                  <a:lnTo>
                    <a:pt x="9139389" y="798672"/>
                  </a:lnTo>
                  <a:lnTo>
                    <a:pt x="9099126" y="869222"/>
                  </a:lnTo>
                  <a:lnTo>
                    <a:pt x="9058984" y="943213"/>
                  </a:lnTo>
                  <a:lnTo>
                    <a:pt x="9018882" y="1020397"/>
                  </a:lnTo>
                  <a:lnTo>
                    <a:pt x="8978767" y="1100454"/>
                  </a:lnTo>
                  <a:lnTo>
                    <a:pt x="8938606" y="1182997"/>
                  </a:lnTo>
                  <a:lnTo>
                    <a:pt x="8898387" y="1267575"/>
                  </a:lnTo>
                  <a:lnTo>
                    <a:pt x="8858113" y="1353687"/>
                  </a:lnTo>
                  <a:lnTo>
                    <a:pt x="8817799" y="1440790"/>
                  </a:lnTo>
                  <a:lnTo>
                    <a:pt x="8777466" y="1528313"/>
                  </a:lnTo>
                  <a:lnTo>
                    <a:pt x="8737141" y="1615675"/>
                  </a:lnTo>
                  <a:lnTo>
                    <a:pt x="8696846" y="1702298"/>
                  </a:lnTo>
                  <a:lnTo>
                    <a:pt x="8656602" y="1787626"/>
                  </a:lnTo>
                  <a:lnTo>
                    <a:pt x="8616415" y="1871135"/>
                  </a:lnTo>
                  <a:lnTo>
                    <a:pt x="8576282" y="1952353"/>
                  </a:lnTo>
                  <a:lnTo>
                    <a:pt x="8536180" y="2030862"/>
                  </a:lnTo>
                  <a:lnTo>
                    <a:pt x="8496064" y="2106312"/>
                  </a:lnTo>
                  <a:lnTo>
                    <a:pt x="8455867" y="2178423"/>
                  </a:lnTo>
                  <a:lnTo>
                    <a:pt x="8415491" y="2246986"/>
                  </a:lnTo>
                  <a:lnTo>
                    <a:pt x="8374809" y="2311865"/>
                  </a:lnTo>
                  <a:lnTo>
                    <a:pt x="8333658" y="2372990"/>
                  </a:lnTo>
                  <a:lnTo>
                    <a:pt x="8291831" y="2430354"/>
                  </a:lnTo>
                  <a:lnTo>
                    <a:pt x="8249077" y="2484009"/>
                  </a:lnTo>
                  <a:lnTo>
                    <a:pt x="8229629" y="2506769"/>
                  </a:lnTo>
                  <a:lnTo>
                    <a:pt x="8178779" y="2561511"/>
                  </a:lnTo>
                  <a:lnTo>
                    <a:pt x="8125584" y="2611596"/>
                  </a:lnTo>
                  <a:lnTo>
                    <a:pt x="8069403" y="2657182"/>
                  </a:lnTo>
                  <a:lnTo>
                    <a:pt x="8009529" y="2698577"/>
                  </a:lnTo>
                  <a:lnTo>
                    <a:pt x="7945228" y="2736154"/>
                  </a:lnTo>
                  <a:lnTo>
                    <a:pt x="7875778" y="2770299"/>
                  </a:lnTo>
                  <a:lnTo>
                    <a:pt x="7800514" y="2801380"/>
                  </a:lnTo>
                  <a:lnTo>
                    <a:pt x="7718887" y="2829723"/>
                  </a:lnTo>
                  <a:lnTo>
                    <a:pt x="7630546" y="2855599"/>
                  </a:lnTo>
                  <a:lnTo>
                    <a:pt x="7535442" y="2879222"/>
                  </a:lnTo>
                  <a:lnTo>
                    <a:pt x="7433949" y="2900744"/>
                  </a:lnTo>
                  <a:lnTo>
                    <a:pt x="7327000" y="2920254"/>
                  </a:lnTo>
                  <a:lnTo>
                    <a:pt x="7216208" y="2937784"/>
                  </a:lnTo>
                  <a:lnTo>
                    <a:pt x="7103931" y="2953322"/>
                  </a:lnTo>
                  <a:lnTo>
                    <a:pt x="6993249" y="2966830"/>
                  </a:lnTo>
                  <a:lnTo>
                    <a:pt x="6887788" y="2978268"/>
                  </a:lnTo>
                  <a:lnTo>
                    <a:pt x="6791382" y="2987625"/>
                  </a:lnTo>
                  <a:lnTo>
                    <a:pt x="6707592" y="2994948"/>
                  </a:lnTo>
                  <a:lnTo>
                    <a:pt x="6639164" y="3000361"/>
                  </a:lnTo>
                  <a:lnTo>
                    <a:pt x="6587555" y="3004072"/>
                  </a:lnTo>
                  <a:lnTo>
                    <a:pt x="6552624" y="3006364"/>
                  </a:lnTo>
                  <a:lnTo>
                    <a:pt x="6532567" y="3007569"/>
                  </a:lnTo>
                  <a:lnTo>
                    <a:pt x="6524047" y="3008039"/>
                  </a:lnTo>
                  <a:lnTo>
                    <a:pt x="6522385" y="3008123"/>
                  </a:lnTo>
                  <a:lnTo>
                    <a:pt x="5527445" y="3008123"/>
                  </a:lnTo>
                  <a:lnTo>
                    <a:pt x="5526315" y="3008107"/>
                  </a:lnTo>
                  <a:lnTo>
                    <a:pt x="5518854" y="3007989"/>
                  </a:lnTo>
                  <a:lnTo>
                    <a:pt x="5499945" y="3007664"/>
                  </a:lnTo>
                  <a:lnTo>
                    <a:pt x="5465884" y="3007023"/>
                  </a:lnTo>
                  <a:lnTo>
                    <a:pt x="5414602" y="3005964"/>
                  </a:lnTo>
                  <a:lnTo>
                    <a:pt x="5345816" y="3004399"/>
                  </a:lnTo>
                  <a:lnTo>
                    <a:pt x="5260975" y="3002262"/>
                  </a:lnTo>
                  <a:lnTo>
                    <a:pt x="5162943" y="2999516"/>
                  </a:lnTo>
                  <a:lnTo>
                    <a:pt x="5055473" y="2996145"/>
                  </a:lnTo>
                  <a:lnTo>
                    <a:pt x="4942621" y="2992152"/>
                  </a:lnTo>
                  <a:lnTo>
                    <a:pt x="4828213" y="2987550"/>
                  </a:lnTo>
                  <a:lnTo>
                    <a:pt x="4715481" y="2982350"/>
                  </a:lnTo>
                  <a:lnTo>
                    <a:pt x="4606875" y="2976555"/>
                  </a:lnTo>
                  <a:lnTo>
                    <a:pt x="4504042" y="2970154"/>
                  </a:lnTo>
                  <a:lnTo>
                    <a:pt x="4407908" y="2963118"/>
                  </a:lnTo>
                  <a:lnTo>
                    <a:pt x="4318812" y="2955398"/>
                  </a:lnTo>
                  <a:lnTo>
                    <a:pt x="4236650" y="2946928"/>
                  </a:lnTo>
                  <a:lnTo>
                    <a:pt x="4161015" y="2937619"/>
                  </a:lnTo>
                  <a:lnTo>
                    <a:pt x="4091299" y="2927371"/>
                  </a:lnTo>
                  <a:lnTo>
                    <a:pt x="4026782" y="2916069"/>
                  </a:lnTo>
                  <a:lnTo>
                    <a:pt x="3966694" y="2903596"/>
                  </a:lnTo>
                  <a:lnTo>
                    <a:pt x="3910263" y="2889839"/>
                  </a:lnTo>
                  <a:lnTo>
                    <a:pt x="3856753" y="2874713"/>
                  </a:lnTo>
                  <a:lnTo>
                    <a:pt x="3820202" y="2863133"/>
                  </a:lnTo>
                  <a:lnTo>
                    <a:pt x="3762053" y="2842567"/>
                  </a:lnTo>
                  <a:lnTo>
                    <a:pt x="3705652" y="2820051"/>
                  </a:lnTo>
                  <a:lnTo>
                    <a:pt x="3650385" y="2795553"/>
                  </a:lnTo>
                  <a:lnTo>
                    <a:pt x="3595790" y="2769097"/>
                  </a:lnTo>
                  <a:lnTo>
                    <a:pt x="3541533" y="2740768"/>
                  </a:lnTo>
                  <a:lnTo>
                    <a:pt x="3487385" y="2710723"/>
                  </a:lnTo>
                  <a:lnTo>
                    <a:pt x="3433207" y="2679184"/>
                  </a:lnTo>
                  <a:lnTo>
                    <a:pt x="3378934" y="2646441"/>
                  </a:lnTo>
                  <a:lnTo>
                    <a:pt x="3324560" y="2612836"/>
                  </a:lnTo>
                  <a:lnTo>
                    <a:pt x="3270118" y="2578754"/>
                  </a:lnTo>
                  <a:lnTo>
                    <a:pt x="3215666" y="2544605"/>
                  </a:lnTo>
                  <a:lnTo>
                    <a:pt x="3161264" y="2510800"/>
                  </a:lnTo>
                  <a:lnTo>
                    <a:pt x="3106956" y="2477733"/>
                  </a:lnTo>
                  <a:lnTo>
                    <a:pt x="3052752" y="2445765"/>
                  </a:lnTo>
                  <a:lnTo>
                    <a:pt x="2998605" y="2415203"/>
                  </a:lnTo>
                  <a:lnTo>
                    <a:pt x="2944405" y="2386291"/>
                  </a:lnTo>
                  <a:lnTo>
                    <a:pt x="2889952" y="2359208"/>
                  </a:lnTo>
                  <a:lnTo>
                    <a:pt x="2834949" y="2334062"/>
                  </a:lnTo>
                  <a:lnTo>
                    <a:pt x="2778979" y="2310898"/>
                  </a:lnTo>
                  <a:lnTo>
                    <a:pt x="2721482" y="2289700"/>
                  </a:lnTo>
                  <a:lnTo>
                    <a:pt x="2702183" y="2283169"/>
                  </a:lnTo>
                  <a:lnTo>
                    <a:pt x="2650343" y="2267049"/>
                  </a:lnTo>
                  <a:lnTo>
                    <a:pt x="2596056" y="2252327"/>
                  </a:lnTo>
                  <a:lnTo>
                    <a:pt x="2538640" y="2238954"/>
                  </a:lnTo>
                  <a:lnTo>
                    <a:pt x="2477345" y="2226833"/>
                  </a:lnTo>
                  <a:lnTo>
                    <a:pt x="2411396" y="2215849"/>
                  </a:lnTo>
                  <a:lnTo>
                    <a:pt x="2340030" y="2205886"/>
                  </a:lnTo>
                  <a:lnTo>
                    <a:pt x="2262554" y="2196830"/>
                  </a:lnTo>
                  <a:lnTo>
                    <a:pt x="2178408" y="2188586"/>
                  </a:lnTo>
                  <a:lnTo>
                    <a:pt x="2087260" y="2181071"/>
                  </a:lnTo>
                  <a:lnTo>
                    <a:pt x="1989122" y="2174224"/>
                  </a:lnTo>
                  <a:lnTo>
                    <a:pt x="1884486" y="2168001"/>
                  </a:lnTo>
                  <a:lnTo>
                    <a:pt x="1774476" y="2162380"/>
                  </a:lnTo>
                  <a:lnTo>
                    <a:pt x="1660968" y="2157353"/>
                  </a:lnTo>
                  <a:lnTo>
                    <a:pt x="1546648" y="2152926"/>
                  </a:lnTo>
                  <a:lnTo>
                    <a:pt x="1434947" y="2149113"/>
                  </a:lnTo>
                  <a:lnTo>
                    <a:pt x="1329804" y="2145924"/>
                  </a:lnTo>
                  <a:lnTo>
                    <a:pt x="1235246" y="2143357"/>
                  </a:lnTo>
                  <a:lnTo>
                    <a:pt x="1154831" y="2141392"/>
                  </a:lnTo>
                  <a:lnTo>
                    <a:pt x="1091055" y="2139981"/>
                  </a:lnTo>
                  <a:lnTo>
                    <a:pt x="1044886" y="2139054"/>
                  </a:lnTo>
                  <a:lnTo>
                    <a:pt x="1015518" y="2138515"/>
                  </a:lnTo>
                  <a:lnTo>
                    <a:pt x="1000385" y="2138262"/>
                  </a:lnTo>
                  <a:lnTo>
                    <a:pt x="995349" y="2138184"/>
                  </a:lnTo>
                  <a:lnTo>
                    <a:pt x="994940" y="2138178"/>
                  </a:lnTo>
                  <a:lnTo>
                    <a:pt x="0" y="2138178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75" name="pl1374"/>
            <p:cNvSpPr/>
            <p:nvPr/>
          </p:nvSpPr>
          <p:spPr>
            <a:xfrm>
              <a:off x="1199187" y="3228066"/>
              <a:ext cx="12049831" cy="3008123"/>
            </a:xfrm>
            <a:custGeom>
              <a:avLst/>
              <a:pathLst>
                <a:path w="12049831" h="3008123">
                  <a:moveTo>
                    <a:pt x="0" y="2138178"/>
                  </a:moveTo>
                  <a:lnTo>
                    <a:pt x="994940" y="2138178"/>
                  </a:lnTo>
                  <a:lnTo>
                    <a:pt x="996070" y="2138195"/>
                  </a:lnTo>
                  <a:lnTo>
                    <a:pt x="1003531" y="2138312"/>
                  </a:lnTo>
                  <a:lnTo>
                    <a:pt x="1022440" y="2138638"/>
                  </a:lnTo>
                  <a:lnTo>
                    <a:pt x="1056501" y="2139279"/>
                  </a:lnTo>
                  <a:lnTo>
                    <a:pt x="1107783" y="2140338"/>
                  </a:lnTo>
                  <a:lnTo>
                    <a:pt x="1176569" y="2141903"/>
                  </a:lnTo>
                  <a:lnTo>
                    <a:pt x="1261410" y="2144039"/>
                  </a:lnTo>
                  <a:lnTo>
                    <a:pt x="1359442" y="2146786"/>
                  </a:lnTo>
                  <a:lnTo>
                    <a:pt x="1466912" y="2150157"/>
                  </a:lnTo>
                  <a:lnTo>
                    <a:pt x="1579764" y="2154150"/>
                  </a:lnTo>
                  <a:lnTo>
                    <a:pt x="1694172" y="2158752"/>
                  </a:lnTo>
                  <a:lnTo>
                    <a:pt x="1806904" y="2163952"/>
                  </a:lnTo>
                  <a:lnTo>
                    <a:pt x="1915510" y="2169747"/>
                  </a:lnTo>
                  <a:lnTo>
                    <a:pt x="2018343" y="2176148"/>
                  </a:lnTo>
                  <a:lnTo>
                    <a:pt x="2114477" y="2183184"/>
                  </a:lnTo>
                  <a:lnTo>
                    <a:pt x="2203573" y="2190903"/>
                  </a:lnTo>
                  <a:lnTo>
                    <a:pt x="2285735" y="2199374"/>
                  </a:lnTo>
                  <a:lnTo>
                    <a:pt x="2361370" y="2208683"/>
                  </a:lnTo>
                  <a:lnTo>
                    <a:pt x="2431086" y="2218931"/>
                  </a:lnTo>
                  <a:lnTo>
                    <a:pt x="2495603" y="2230232"/>
                  </a:lnTo>
                  <a:lnTo>
                    <a:pt x="2555691" y="2242706"/>
                  </a:lnTo>
                  <a:lnTo>
                    <a:pt x="2612122" y="2256463"/>
                  </a:lnTo>
                  <a:lnTo>
                    <a:pt x="2665632" y="2271589"/>
                  </a:lnTo>
                  <a:lnTo>
                    <a:pt x="2702183" y="2283169"/>
                  </a:lnTo>
                  <a:lnTo>
                    <a:pt x="2760332" y="2303735"/>
                  </a:lnTo>
                  <a:lnTo>
                    <a:pt x="2816733" y="2326250"/>
                  </a:lnTo>
                  <a:lnTo>
                    <a:pt x="2872000" y="2350748"/>
                  </a:lnTo>
                  <a:lnTo>
                    <a:pt x="2926595" y="2377205"/>
                  </a:lnTo>
                  <a:lnTo>
                    <a:pt x="2980852" y="2405534"/>
                  </a:lnTo>
                  <a:lnTo>
                    <a:pt x="3035000" y="2435579"/>
                  </a:lnTo>
                  <a:lnTo>
                    <a:pt x="3089178" y="2467117"/>
                  </a:lnTo>
                  <a:lnTo>
                    <a:pt x="3143451" y="2499861"/>
                  </a:lnTo>
                  <a:lnTo>
                    <a:pt x="3197825" y="2533466"/>
                  </a:lnTo>
                  <a:lnTo>
                    <a:pt x="3252267" y="2567547"/>
                  </a:lnTo>
                  <a:lnTo>
                    <a:pt x="3306719" y="2601697"/>
                  </a:lnTo>
                  <a:lnTo>
                    <a:pt x="3361121" y="2635502"/>
                  </a:lnTo>
                  <a:lnTo>
                    <a:pt x="3415428" y="2668568"/>
                  </a:lnTo>
                  <a:lnTo>
                    <a:pt x="3469633" y="2700536"/>
                  </a:lnTo>
                  <a:lnTo>
                    <a:pt x="3523780" y="2731099"/>
                  </a:lnTo>
                  <a:lnTo>
                    <a:pt x="3577980" y="2760011"/>
                  </a:lnTo>
                  <a:lnTo>
                    <a:pt x="3632433" y="2787094"/>
                  </a:lnTo>
                  <a:lnTo>
                    <a:pt x="3687436" y="2812239"/>
                  </a:lnTo>
                  <a:lnTo>
                    <a:pt x="3743406" y="2835404"/>
                  </a:lnTo>
                  <a:lnTo>
                    <a:pt x="3800903" y="2856602"/>
                  </a:lnTo>
                  <a:lnTo>
                    <a:pt x="3820202" y="2863133"/>
                  </a:lnTo>
                  <a:lnTo>
                    <a:pt x="3872042" y="2879253"/>
                  </a:lnTo>
                  <a:lnTo>
                    <a:pt x="3926329" y="2893974"/>
                  </a:lnTo>
                  <a:lnTo>
                    <a:pt x="3983745" y="2907348"/>
                  </a:lnTo>
                  <a:lnTo>
                    <a:pt x="4045040" y="2919469"/>
                  </a:lnTo>
                  <a:lnTo>
                    <a:pt x="4110989" y="2930452"/>
                  </a:lnTo>
                  <a:lnTo>
                    <a:pt x="4182355" y="2940416"/>
                  </a:lnTo>
                  <a:lnTo>
                    <a:pt x="4259831" y="2949471"/>
                  </a:lnTo>
                  <a:lnTo>
                    <a:pt x="4343977" y="2957716"/>
                  </a:lnTo>
                  <a:lnTo>
                    <a:pt x="4435125" y="2965230"/>
                  </a:lnTo>
                  <a:lnTo>
                    <a:pt x="4533263" y="2972078"/>
                  </a:lnTo>
                  <a:lnTo>
                    <a:pt x="4637899" y="2978300"/>
                  </a:lnTo>
                  <a:lnTo>
                    <a:pt x="4747909" y="2983922"/>
                  </a:lnTo>
                  <a:lnTo>
                    <a:pt x="4861417" y="2988949"/>
                  </a:lnTo>
                  <a:lnTo>
                    <a:pt x="4975737" y="2993375"/>
                  </a:lnTo>
                  <a:lnTo>
                    <a:pt x="5087438" y="2997189"/>
                  </a:lnTo>
                  <a:lnTo>
                    <a:pt x="5192581" y="3000378"/>
                  </a:lnTo>
                  <a:lnTo>
                    <a:pt x="5287139" y="3002945"/>
                  </a:lnTo>
                  <a:lnTo>
                    <a:pt x="5367554" y="3004910"/>
                  </a:lnTo>
                  <a:lnTo>
                    <a:pt x="5431330" y="3006320"/>
                  </a:lnTo>
                  <a:lnTo>
                    <a:pt x="5477499" y="3007248"/>
                  </a:lnTo>
                  <a:lnTo>
                    <a:pt x="5506867" y="3007786"/>
                  </a:lnTo>
                  <a:lnTo>
                    <a:pt x="5522000" y="3008040"/>
                  </a:lnTo>
                  <a:lnTo>
                    <a:pt x="5527036" y="3008118"/>
                  </a:lnTo>
                  <a:lnTo>
                    <a:pt x="5527445" y="3008123"/>
                  </a:lnTo>
                  <a:lnTo>
                    <a:pt x="6522385" y="3008123"/>
                  </a:lnTo>
                  <a:lnTo>
                    <a:pt x="6523455" y="3008069"/>
                  </a:lnTo>
                  <a:lnTo>
                    <a:pt x="6530519" y="3007685"/>
                  </a:lnTo>
                  <a:lnTo>
                    <a:pt x="6548451" y="3006623"/>
                  </a:lnTo>
                  <a:lnTo>
                    <a:pt x="6580817" y="3004530"/>
                  </a:lnTo>
                  <a:lnTo>
                    <a:pt x="6629682" y="3001068"/>
                  </a:lnTo>
                  <a:lnTo>
                    <a:pt x="6695454" y="2995946"/>
                  </a:lnTo>
                  <a:lnTo>
                    <a:pt x="6776923" y="2988942"/>
                  </a:lnTo>
                  <a:lnTo>
                    <a:pt x="6871519" y="2979918"/>
                  </a:lnTo>
                  <a:lnTo>
                    <a:pt x="6975778" y="2968816"/>
                  </a:lnTo>
                  <a:lnTo>
                    <a:pt x="7085873" y="2955640"/>
                  </a:lnTo>
                  <a:lnTo>
                    <a:pt x="7198118" y="2940427"/>
                  </a:lnTo>
                  <a:lnTo>
                    <a:pt x="7309329" y="2923216"/>
                  </a:lnTo>
                  <a:lnTo>
                    <a:pt x="7417027" y="2904027"/>
                  </a:lnTo>
                  <a:lnTo>
                    <a:pt x="7519480" y="2882834"/>
                  </a:lnTo>
                  <a:lnTo>
                    <a:pt x="7615653" y="2859558"/>
                  </a:lnTo>
                  <a:lnTo>
                    <a:pt x="7705092" y="2834059"/>
                  </a:lnTo>
                  <a:lnTo>
                    <a:pt x="7787785" y="2806131"/>
                  </a:lnTo>
                  <a:lnTo>
                    <a:pt x="7864043" y="2775513"/>
                  </a:lnTo>
                  <a:lnTo>
                    <a:pt x="7934388" y="2741886"/>
                  </a:lnTo>
                  <a:lnTo>
                    <a:pt x="7999471" y="2704889"/>
                  </a:lnTo>
                  <a:lnTo>
                    <a:pt x="8060010" y="2664136"/>
                  </a:lnTo>
                  <a:lnTo>
                    <a:pt x="8116739" y="2619250"/>
                  </a:lnTo>
                  <a:lnTo>
                    <a:pt x="8170369" y="2569907"/>
                  </a:lnTo>
                  <a:lnTo>
                    <a:pt x="8221558" y="2515918"/>
                  </a:lnTo>
                  <a:lnTo>
                    <a:pt x="8229629" y="2506769"/>
                  </a:lnTo>
                  <a:lnTo>
                    <a:pt x="8272893" y="2454738"/>
                  </a:lnTo>
                  <a:lnTo>
                    <a:pt x="8315100" y="2399038"/>
                  </a:lnTo>
                  <a:lnTo>
                    <a:pt x="8356524" y="2339593"/>
                  </a:lnTo>
                  <a:lnTo>
                    <a:pt x="8397393" y="2276384"/>
                  </a:lnTo>
                  <a:lnTo>
                    <a:pt x="8437887" y="2209451"/>
                  </a:lnTo>
                  <a:lnTo>
                    <a:pt x="8478150" y="2138901"/>
                  </a:lnTo>
                  <a:lnTo>
                    <a:pt x="8518293" y="2064910"/>
                  </a:lnTo>
                  <a:lnTo>
                    <a:pt x="8558394" y="1987726"/>
                  </a:lnTo>
                  <a:lnTo>
                    <a:pt x="8598510" y="1907669"/>
                  </a:lnTo>
                  <a:lnTo>
                    <a:pt x="8638671" y="1825126"/>
                  </a:lnTo>
                  <a:lnTo>
                    <a:pt x="8678890" y="1740548"/>
                  </a:lnTo>
                  <a:lnTo>
                    <a:pt x="8719164" y="1654436"/>
                  </a:lnTo>
                  <a:lnTo>
                    <a:pt x="8759478" y="1567333"/>
                  </a:lnTo>
                  <a:lnTo>
                    <a:pt x="8799810" y="1479810"/>
                  </a:lnTo>
                  <a:lnTo>
                    <a:pt x="8840136" y="1392448"/>
                  </a:lnTo>
                  <a:lnTo>
                    <a:pt x="8880430" y="1305825"/>
                  </a:lnTo>
                  <a:lnTo>
                    <a:pt x="8920675" y="1220497"/>
                  </a:lnTo>
                  <a:lnTo>
                    <a:pt x="8960861" y="1136988"/>
                  </a:lnTo>
                  <a:lnTo>
                    <a:pt x="9000994" y="1055770"/>
                  </a:lnTo>
                  <a:lnTo>
                    <a:pt x="9041097" y="977261"/>
                  </a:lnTo>
                  <a:lnTo>
                    <a:pt x="9081212" y="901811"/>
                  </a:lnTo>
                  <a:lnTo>
                    <a:pt x="9121410" y="829700"/>
                  </a:lnTo>
                  <a:lnTo>
                    <a:pt x="9161785" y="761137"/>
                  </a:lnTo>
                  <a:lnTo>
                    <a:pt x="9202467" y="696258"/>
                  </a:lnTo>
                  <a:lnTo>
                    <a:pt x="9243619" y="635133"/>
                  </a:lnTo>
                  <a:lnTo>
                    <a:pt x="9285446" y="577769"/>
                  </a:lnTo>
                  <a:lnTo>
                    <a:pt x="9328200" y="524114"/>
                  </a:lnTo>
                  <a:lnTo>
                    <a:pt x="9347647" y="501353"/>
                  </a:lnTo>
                  <a:lnTo>
                    <a:pt x="9398498" y="446611"/>
                  </a:lnTo>
                  <a:lnTo>
                    <a:pt x="9451692" y="396527"/>
                  </a:lnTo>
                  <a:lnTo>
                    <a:pt x="9507873" y="350941"/>
                  </a:lnTo>
                  <a:lnTo>
                    <a:pt x="9567748" y="309546"/>
                  </a:lnTo>
                  <a:lnTo>
                    <a:pt x="9632049" y="271969"/>
                  </a:lnTo>
                  <a:lnTo>
                    <a:pt x="9701498" y="237824"/>
                  </a:lnTo>
                  <a:lnTo>
                    <a:pt x="9776762" y="206743"/>
                  </a:lnTo>
                  <a:lnTo>
                    <a:pt x="9858389" y="178400"/>
                  </a:lnTo>
                  <a:lnTo>
                    <a:pt x="9946730" y="152524"/>
                  </a:lnTo>
                  <a:lnTo>
                    <a:pt x="10041834" y="128901"/>
                  </a:lnTo>
                  <a:lnTo>
                    <a:pt x="10143327" y="107379"/>
                  </a:lnTo>
                  <a:lnTo>
                    <a:pt x="10250276" y="87869"/>
                  </a:lnTo>
                  <a:lnTo>
                    <a:pt x="10361069" y="70339"/>
                  </a:lnTo>
                  <a:lnTo>
                    <a:pt x="10473346" y="54801"/>
                  </a:lnTo>
                  <a:lnTo>
                    <a:pt x="10584027" y="41293"/>
                  </a:lnTo>
                  <a:lnTo>
                    <a:pt x="10689488" y="29855"/>
                  </a:lnTo>
                  <a:lnTo>
                    <a:pt x="10785895" y="20498"/>
                  </a:lnTo>
                  <a:lnTo>
                    <a:pt x="10869685" y="13175"/>
                  </a:lnTo>
                  <a:lnTo>
                    <a:pt x="10938112" y="7762"/>
                  </a:lnTo>
                  <a:lnTo>
                    <a:pt x="10989722" y="4051"/>
                  </a:lnTo>
                  <a:lnTo>
                    <a:pt x="11024653" y="1758"/>
                  </a:lnTo>
                  <a:lnTo>
                    <a:pt x="11044709" y="554"/>
                  </a:lnTo>
                  <a:lnTo>
                    <a:pt x="11053230" y="84"/>
                  </a:lnTo>
                  <a:lnTo>
                    <a:pt x="11054886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6" name="pl1375"/>
            <p:cNvSpPr/>
            <p:nvPr/>
          </p:nvSpPr>
          <p:spPr>
            <a:xfrm>
              <a:off x="1199187" y="3217584"/>
              <a:ext cx="12049831" cy="3008123"/>
            </a:xfrm>
            <a:custGeom>
              <a:avLst/>
              <a:pathLst>
                <a:path w="12049831" h="3008123">
                  <a:moveTo>
                    <a:pt x="12049831" y="0"/>
                  </a:moveTo>
                  <a:lnTo>
                    <a:pt x="11054891" y="0"/>
                  </a:lnTo>
                  <a:lnTo>
                    <a:pt x="11053822" y="53"/>
                  </a:lnTo>
                  <a:lnTo>
                    <a:pt x="11046757" y="438"/>
                  </a:lnTo>
                  <a:lnTo>
                    <a:pt x="11028826" y="1500"/>
                  </a:lnTo>
                  <a:lnTo>
                    <a:pt x="10996459" y="3593"/>
                  </a:lnTo>
                  <a:lnTo>
                    <a:pt x="10947595" y="7055"/>
                  </a:lnTo>
                  <a:lnTo>
                    <a:pt x="10881822" y="12177"/>
                  </a:lnTo>
                  <a:lnTo>
                    <a:pt x="10800354" y="19181"/>
                  </a:lnTo>
                  <a:lnTo>
                    <a:pt x="10705757" y="28205"/>
                  </a:lnTo>
                  <a:lnTo>
                    <a:pt x="10601499" y="39307"/>
                  </a:lnTo>
                  <a:lnTo>
                    <a:pt x="10491404" y="52483"/>
                  </a:lnTo>
                  <a:lnTo>
                    <a:pt x="10379159" y="67696"/>
                  </a:lnTo>
                  <a:lnTo>
                    <a:pt x="10267947" y="84907"/>
                  </a:lnTo>
                  <a:lnTo>
                    <a:pt x="10160250" y="104096"/>
                  </a:lnTo>
                  <a:lnTo>
                    <a:pt x="10057797" y="125289"/>
                  </a:lnTo>
                  <a:lnTo>
                    <a:pt x="9961623" y="148565"/>
                  </a:lnTo>
                  <a:lnTo>
                    <a:pt x="9872185" y="174064"/>
                  </a:lnTo>
                  <a:lnTo>
                    <a:pt x="9789492" y="201992"/>
                  </a:lnTo>
                  <a:lnTo>
                    <a:pt x="9713234" y="232610"/>
                  </a:lnTo>
                  <a:lnTo>
                    <a:pt x="9642889" y="266237"/>
                  </a:lnTo>
                  <a:lnTo>
                    <a:pt x="9577805" y="303234"/>
                  </a:lnTo>
                  <a:lnTo>
                    <a:pt x="9517266" y="343987"/>
                  </a:lnTo>
                  <a:lnTo>
                    <a:pt x="9460538" y="388873"/>
                  </a:lnTo>
                  <a:lnTo>
                    <a:pt x="9406907" y="438216"/>
                  </a:lnTo>
                  <a:lnTo>
                    <a:pt x="9355718" y="492205"/>
                  </a:lnTo>
                  <a:lnTo>
                    <a:pt x="9347647" y="501353"/>
                  </a:lnTo>
                  <a:lnTo>
                    <a:pt x="9304383" y="553385"/>
                  </a:lnTo>
                  <a:lnTo>
                    <a:pt x="9262177" y="609085"/>
                  </a:lnTo>
                  <a:lnTo>
                    <a:pt x="9220752" y="668530"/>
                  </a:lnTo>
                  <a:lnTo>
                    <a:pt x="9179883" y="731739"/>
                  </a:lnTo>
                  <a:lnTo>
                    <a:pt x="9139389" y="798672"/>
                  </a:lnTo>
                  <a:lnTo>
                    <a:pt x="9099126" y="869222"/>
                  </a:lnTo>
                  <a:lnTo>
                    <a:pt x="9058984" y="943213"/>
                  </a:lnTo>
                  <a:lnTo>
                    <a:pt x="9018882" y="1020397"/>
                  </a:lnTo>
                  <a:lnTo>
                    <a:pt x="8978767" y="1100454"/>
                  </a:lnTo>
                  <a:lnTo>
                    <a:pt x="8938606" y="1182997"/>
                  </a:lnTo>
                  <a:lnTo>
                    <a:pt x="8898387" y="1267575"/>
                  </a:lnTo>
                  <a:lnTo>
                    <a:pt x="8858113" y="1353687"/>
                  </a:lnTo>
                  <a:lnTo>
                    <a:pt x="8817799" y="1440790"/>
                  </a:lnTo>
                  <a:lnTo>
                    <a:pt x="8777466" y="1528313"/>
                  </a:lnTo>
                  <a:lnTo>
                    <a:pt x="8737141" y="1615675"/>
                  </a:lnTo>
                  <a:lnTo>
                    <a:pt x="8696846" y="1702298"/>
                  </a:lnTo>
                  <a:lnTo>
                    <a:pt x="8656602" y="1787626"/>
                  </a:lnTo>
                  <a:lnTo>
                    <a:pt x="8616415" y="1871135"/>
                  </a:lnTo>
                  <a:lnTo>
                    <a:pt x="8576282" y="1952353"/>
                  </a:lnTo>
                  <a:lnTo>
                    <a:pt x="8536180" y="2030862"/>
                  </a:lnTo>
                  <a:lnTo>
                    <a:pt x="8496064" y="2106312"/>
                  </a:lnTo>
                  <a:lnTo>
                    <a:pt x="8455867" y="2178423"/>
                  </a:lnTo>
                  <a:lnTo>
                    <a:pt x="8415491" y="2246986"/>
                  </a:lnTo>
                  <a:lnTo>
                    <a:pt x="8374809" y="2311865"/>
                  </a:lnTo>
                  <a:lnTo>
                    <a:pt x="8333658" y="2372990"/>
                  </a:lnTo>
                  <a:lnTo>
                    <a:pt x="8291831" y="2430354"/>
                  </a:lnTo>
                  <a:lnTo>
                    <a:pt x="8249077" y="2484009"/>
                  </a:lnTo>
                  <a:lnTo>
                    <a:pt x="8229629" y="2506769"/>
                  </a:lnTo>
                  <a:lnTo>
                    <a:pt x="8178779" y="2561511"/>
                  </a:lnTo>
                  <a:lnTo>
                    <a:pt x="8125584" y="2611596"/>
                  </a:lnTo>
                  <a:lnTo>
                    <a:pt x="8069403" y="2657182"/>
                  </a:lnTo>
                  <a:lnTo>
                    <a:pt x="8009529" y="2698577"/>
                  </a:lnTo>
                  <a:lnTo>
                    <a:pt x="7945228" y="2736154"/>
                  </a:lnTo>
                  <a:lnTo>
                    <a:pt x="7875778" y="2770299"/>
                  </a:lnTo>
                  <a:lnTo>
                    <a:pt x="7800514" y="2801380"/>
                  </a:lnTo>
                  <a:lnTo>
                    <a:pt x="7718887" y="2829723"/>
                  </a:lnTo>
                  <a:lnTo>
                    <a:pt x="7630546" y="2855599"/>
                  </a:lnTo>
                  <a:lnTo>
                    <a:pt x="7535442" y="2879222"/>
                  </a:lnTo>
                  <a:lnTo>
                    <a:pt x="7433949" y="2900744"/>
                  </a:lnTo>
                  <a:lnTo>
                    <a:pt x="7327000" y="2920254"/>
                  </a:lnTo>
                  <a:lnTo>
                    <a:pt x="7216208" y="2937784"/>
                  </a:lnTo>
                  <a:lnTo>
                    <a:pt x="7103931" y="2953322"/>
                  </a:lnTo>
                  <a:lnTo>
                    <a:pt x="6993249" y="2966830"/>
                  </a:lnTo>
                  <a:lnTo>
                    <a:pt x="6887788" y="2978268"/>
                  </a:lnTo>
                  <a:lnTo>
                    <a:pt x="6791382" y="2987625"/>
                  </a:lnTo>
                  <a:lnTo>
                    <a:pt x="6707592" y="2994948"/>
                  </a:lnTo>
                  <a:lnTo>
                    <a:pt x="6639164" y="3000361"/>
                  </a:lnTo>
                  <a:lnTo>
                    <a:pt x="6587555" y="3004072"/>
                  </a:lnTo>
                  <a:lnTo>
                    <a:pt x="6552624" y="3006364"/>
                  </a:lnTo>
                  <a:lnTo>
                    <a:pt x="6532567" y="3007569"/>
                  </a:lnTo>
                  <a:lnTo>
                    <a:pt x="6524047" y="3008039"/>
                  </a:lnTo>
                  <a:lnTo>
                    <a:pt x="6522390" y="3008123"/>
                  </a:lnTo>
                  <a:lnTo>
                    <a:pt x="6522385" y="3008123"/>
                  </a:lnTo>
                  <a:lnTo>
                    <a:pt x="5527445" y="3008123"/>
                  </a:lnTo>
                  <a:lnTo>
                    <a:pt x="5526315" y="3008107"/>
                  </a:lnTo>
                  <a:lnTo>
                    <a:pt x="5518854" y="3007989"/>
                  </a:lnTo>
                  <a:lnTo>
                    <a:pt x="5499945" y="3007664"/>
                  </a:lnTo>
                  <a:lnTo>
                    <a:pt x="5465884" y="3007023"/>
                  </a:lnTo>
                  <a:lnTo>
                    <a:pt x="5414602" y="3005964"/>
                  </a:lnTo>
                  <a:lnTo>
                    <a:pt x="5345816" y="3004399"/>
                  </a:lnTo>
                  <a:lnTo>
                    <a:pt x="5260975" y="3002262"/>
                  </a:lnTo>
                  <a:lnTo>
                    <a:pt x="5162943" y="2999516"/>
                  </a:lnTo>
                  <a:lnTo>
                    <a:pt x="5055473" y="2996145"/>
                  </a:lnTo>
                  <a:lnTo>
                    <a:pt x="4942621" y="2992152"/>
                  </a:lnTo>
                  <a:lnTo>
                    <a:pt x="4828213" y="2987550"/>
                  </a:lnTo>
                  <a:lnTo>
                    <a:pt x="4715481" y="2982350"/>
                  </a:lnTo>
                  <a:lnTo>
                    <a:pt x="4606875" y="2976555"/>
                  </a:lnTo>
                  <a:lnTo>
                    <a:pt x="4504042" y="2970154"/>
                  </a:lnTo>
                  <a:lnTo>
                    <a:pt x="4407908" y="2963118"/>
                  </a:lnTo>
                  <a:lnTo>
                    <a:pt x="4318812" y="2955398"/>
                  </a:lnTo>
                  <a:lnTo>
                    <a:pt x="4236650" y="2946928"/>
                  </a:lnTo>
                  <a:lnTo>
                    <a:pt x="4161015" y="2937619"/>
                  </a:lnTo>
                  <a:lnTo>
                    <a:pt x="4091299" y="2927371"/>
                  </a:lnTo>
                  <a:lnTo>
                    <a:pt x="4026782" y="2916069"/>
                  </a:lnTo>
                  <a:lnTo>
                    <a:pt x="3966694" y="2903596"/>
                  </a:lnTo>
                  <a:lnTo>
                    <a:pt x="3910263" y="2889839"/>
                  </a:lnTo>
                  <a:lnTo>
                    <a:pt x="3856753" y="2874713"/>
                  </a:lnTo>
                  <a:lnTo>
                    <a:pt x="3820202" y="2863133"/>
                  </a:lnTo>
                  <a:lnTo>
                    <a:pt x="3762053" y="2842567"/>
                  </a:lnTo>
                  <a:lnTo>
                    <a:pt x="3705652" y="2820051"/>
                  </a:lnTo>
                  <a:lnTo>
                    <a:pt x="3650385" y="2795553"/>
                  </a:lnTo>
                  <a:lnTo>
                    <a:pt x="3595790" y="2769097"/>
                  </a:lnTo>
                  <a:lnTo>
                    <a:pt x="3541533" y="2740768"/>
                  </a:lnTo>
                  <a:lnTo>
                    <a:pt x="3487385" y="2710723"/>
                  </a:lnTo>
                  <a:lnTo>
                    <a:pt x="3433207" y="2679184"/>
                  </a:lnTo>
                  <a:lnTo>
                    <a:pt x="3378934" y="2646441"/>
                  </a:lnTo>
                  <a:lnTo>
                    <a:pt x="3324560" y="2612836"/>
                  </a:lnTo>
                  <a:lnTo>
                    <a:pt x="3270118" y="2578754"/>
                  </a:lnTo>
                  <a:lnTo>
                    <a:pt x="3215666" y="2544605"/>
                  </a:lnTo>
                  <a:lnTo>
                    <a:pt x="3161264" y="2510800"/>
                  </a:lnTo>
                  <a:lnTo>
                    <a:pt x="3106956" y="2477733"/>
                  </a:lnTo>
                  <a:lnTo>
                    <a:pt x="3052752" y="2445765"/>
                  </a:lnTo>
                  <a:lnTo>
                    <a:pt x="2998605" y="2415203"/>
                  </a:lnTo>
                  <a:lnTo>
                    <a:pt x="2944405" y="2386291"/>
                  </a:lnTo>
                  <a:lnTo>
                    <a:pt x="2889952" y="2359208"/>
                  </a:lnTo>
                  <a:lnTo>
                    <a:pt x="2834949" y="2334062"/>
                  </a:lnTo>
                  <a:lnTo>
                    <a:pt x="2778979" y="2310898"/>
                  </a:lnTo>
                  <a:lnTo>
                    <a:pt x="2721482" y="2289700"/>
                  </a:lnTo>
                  <a:lnTo>
                    <a:pt x="2702183" y="2283169"/>
                  </a:lnTo>
                  <a:lnTo>
                    <a:pt x="2650343" y="2267049"/>
                  </a:lnTo>
                  <a:lnTo>
                    <a:pt x="2596056" y="2252327"/>
                  </a:lnTo>
                  <a:lnTo>
                    <a:pt x="2538640" y="2238954"/>
                  </a:lnTo>
                  <a:lnTo>
                    <a:pt x="2477345" y="2226833"/>
                  </a:lnTo>
                  <a:lnTo>
                    <a:pt x="2411396" y="2215849"/>
                  </a:lnTo>
                  <a:lnTo>
                    <a:pt x="2340030" y="2205886"/>
                  </a:lnTo>
                  <a:lnTo>
                    <a:pt x="2262554" y="2196830"/>
                  </a:lnTo>
                  <a:lnTo>
                    <a:pt x="2178408" y="2188586"/>
                  </a:lnTo>
                  <a:lnTo>
                    <a:pt x="2087260" y="2181071"/>
                  </a:lnTo>
                  <a:lnTo>
                    <a:pt x="1989122" y="2174224"/>
                  </a:lnTo>
                  <a:lnTo>
                    <a:pt x="1884486" y="2168001"/>
                  </a:lnTo>
                  <a:lnTo>
                    <a:pt x="1774476" y="2162380"/>
                  </a:lnTo>
                  <a:lnTo>
                    <a:pt x="1660968" y="2157353"/>
                  </a:lnTo>
                  <a:lnTo>
                    <a:pt x="1546648" y="2152926"/>
                  </a:lnTo>
                  <a:lnTo>
                    <a:pt x="1434947" y="2149113"/>
                  </a:lnTo>
                  <a:lnTo>
                    <a:pt x="1329804" y="2145924"/>
                  </a:lnTo>
                  <a:lnTo>
                    <a:pt x="1235246" y="2143357"/>
                  </a:lnTo>
                  <a:lnTo>
                    <a:pt x="1154831" y="2141392"/>
                  </a:lnTo>
                  <a:lnTo>
                    <a:pt x="1091055" y="2139981"/>
                  </a:lnTo>
                  <a:lnTo>
                    <a:pt x="1044886" y="2139054"/>
                  </a:lnTo>
                  <a:lnTo>
                    <a:pt x="1015518" y="2138515"/>
                  </a:lnTo>
                  <a:lnTo>
                    <a:pt x="1000385" y="2138262"/>
                  </a:lnTo>
                  <a:lnTo>
                    <a:pt x="995349" y="2138184"/>
                  </a:lnTo>
                  <a:lnTo>
                    <a:pt x="994940" y="2138178"/>
                  </a:lnTo>
                  <a:lnTo>
                    <a:pt x="0" y="2138178"/>
                  </a:lnTo>
                  <a:lnTo>
                    <a:pt x="0" y="21381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7" name="pg1376"/>
            <p:cNvSpPr/>
            <p:nvPr/>
          </p:nvSpPr>
          <p:spPr>
            <a:xfrm>
              <a:off x="1199187" y="2075126"/>
              <a:ext cx="12049831" cy="4428335"/>
            </a:xfrm>
            <a:custGeom>
              <a:avLst/>
              <a:pathLst>
                <a:path w="12049831" h="4428335">
                  <a:moveTo>
                    <a:pt x="0" y="3301599"/>
                  </a:moveTo>
                  <a:lnTo>
                    <a:pt x="994940" y="3301599"/>
                  </a:lnTo>
                  <a:lnTo>
                    <a:pt x="996066" y="3301620"/>
                  </a:lnTo>
                  <a:lnTo>
                    <a:pt x="1003501" y="3301772"/>
                  </a:lnTo>
                  <a:lnTo>
                    <a:pt x="1022346" y="3302192"/>
                  </a:lnTo>
                  <a:lnTo>
                    <a:pt x="1056296" y="3303019"/>
                  </a:lnTo>
                  <a:lnTo>
                    <a:pt x="1107420" y="3304386"/>
                  </a:lnTo>
                  <a:lnTo>
                    <a:pt x="1176010" y="3306406"/>
                  </a:lnTo>
                  <a:lnTo>
                    <a:pt x="1260631" y="3309164"/>
                  </a:lnTo>
                  <a:lnTo>
                    <a:pt x="1358442" y="3312709"/>
                  </a:lnTo>
                  <a:lnTo>
                    <a:pt x="1465706" y="3317062"/>
                  </a:lnTo>
                  <a:lnTo>
                    <a:pt x="1578383" y="3322218"/>
                  </a:lnTo>
                  <a:lnTo>
                    <a:pt x="1692655" y="3328162"/>
                  </a:lnTo>
                  <a:lnTo>
                    <a:pt x="1805293" y="3334878"/>
                  </a:lnTo>
                  <a:lnTo>
                    <a:pt x="1913844" y="3342362"/>
                  </a:lnTo>
                  <a:lnTo>
                    <a:pt x="2016656" y="3350629"/>
                  </a:lnTo>
                  <a:lnTo>
                    <a:pt x="2112796" y="3359716"/>
                  </a:lnTo>
                  <a:lnTo>
                    <a:pt x="2201916" y="3369685"/>
                  </a:lnTo>
                  <a:lnTo>
                    <a:pt x="2284113" y="3380623"/>
                  </a:lnTo>
                  <a:lnTo>
                    <a:pt x="2359789" y="3392640"/>
                  </a:lnTo>
                  <a:lnTo>
                    <a:pt x="2429545" y="3405868"/>
                  </a:lnTo>
                  <a:lnTo>
                    <a:pt x="2494098" y="3420454"/>
                  </a:lnTo>
                  <a:lnTo>
                    <a:pt x="2554213" y="3436551"/>
                  </a:lnTo>
                  <a:lnTo>
                    <a:pt x="2610662" y="3454303"/>
                  </a:lnTo>
                  <a:lnTo>
                    <a:pt x="2664177" y="3473821"/>
                  </a:lnTo>
                  <a:lnTo>
                    <a:pt x="2702183" y="3489388"/>
                  </a:lnTo>
                  <a:lnTo>
                    <a:pt x="2758445" y="3515106"/>
                  </a:lnTo>
                  <a:lnTo>
                    <a:pt x="2813051" y="3543183"/>
                  </a:lnTo>
                  <a:lnTo>
                    <a:pt x="2866565" y="3573660"/>
                  </a:lnTo>
                  <a:lnTo>
                    <a:pt x="2919414" y="3606517"/>
                  </a:lnTo>
                  <a:lnTo>
                    <a:pt x="2971912" y="3641659"/>
                  </a:lnTo>
                  <a:lnTo>
                    <a:pt x="3024280" y="3678917"/>
                  </a:lnTo>
                  <a:lnTo>
                    <a:pt x="3076656" y="3718045"/>
                  </a:lnTo>
                  <a:lnTo>
                    <a:pt x="3129112" y="3758720"/>
                  </a:lnTo>
                  <a:lnTo>
                    <a:pt x="3181667" y="3800553"/>
                  </a:lnTo>
                  <a:lnTo>
                    <a:pt x="3234297" y="3843107"/>
                  </a:lnTo>
                  <a:lnTo>
                    <a:pt x="3286956" y="3885908"/>
                  </a:lnTo>
                  <a:lnTo>
                    <a:pt x="3339587" y="3928472"/>
                  </a:lnTo>
                  <a:lnTo>
                    <a:pt x="3392143" y="3970326"/>
                  </a:lnTo>
                  <a:lnTo>
                    <a:pt x="3444602" y="4011029"/>
                  </a:lnTo>
                  <a:lnTo>
                    <a:pt x="3496979" y="4050194"/>
                  </a:lnTo>
                  <a:lnTo>
                    <a:pt x="3549345" y="4087496"/>
                  </a:lnTo>
                  <a:lnTo>
                    <a:pt x="3601839" y="4122685"/>
                  </a:lnTo>
                  <a:lnTo>
                    <a:pt x="3654677" y="4155592"/>
                  </a:lnTo>
                  <a:lnTo>
                    <a:pt x="3708173" y="4186121"/>
                  </a:lnTo>
                  <a:lnTo>
                    <a:pt x="3762750" y="4214249"/>
                  </a:lnTo>
                  <a:lnTo>
                    <a:pt x="3818969" y="4240017"/>
                  </a:lnTo>
                  <a:lnTo>
                    <a:pt x="3820202" y="4240546"/>
                  </a:lnTo>
                  <a:lnTo>
                    <a:pt x="3871978" y="4261400"/>
                  </a:lnTo>
                  <a:lnTo>
                    <a:pt x="3926194" y="4280448"/>
                  </a:lnTo>
                  <a:lnTo>
                    <a:pt x="3983530" y="4297753"/>
                  </a:lnTo>
                  <a:lnTo>
                    <a:pt x="4044733" y="4313440"/>
                  </a:lnTo>
                  <a:lnTo>
                    <a:pt x="4110575" y="4327655"/>
                  </a:lnTo>
                  <a:lnTo>
                    <a:pt x="4181816" y="4340553"/>
                  </a:lnTo>
                  <a:lnTo>
                    <a:pt x="4259148" y="4352275"/>
                  </a:lnTo>
                  <a:lnTo>
                    <a:pt x="4343129" y="4362950"/>
                  </a:lnTo>
                  <a:lnTo>
                    <a:pt x="4434095" y="4372680"/>
                  </a:lnTo>
                  <a:lnTo>
                    <a:pt x="4532036" y="4381547"/>
                  </a:lnTo>
                  <a:lnTo>
                    <a:pt x="4636468" y="4389607"/>
                  </a:lnTo>
                  <a:lnTo>
                    <a:pt x="4746282" y="4396890"/>
                  </a:lnTo>
                  <a:lnTo>
                    <a:pt x="4859618" y="4403404"/>
                  </a:lnTo>
                  <a:lnTo>
                    <a:pt x="4973813" y="4409144"/>
                  </a:lnTo>
                  <a:lnTo>
                    <a:pt x="5085458" y="4414090"/>
                  </a:lnTo>
                  <a:lnTo>
                    <a:pt x="5190635" y="4418231"/>
                  </a:lnTo>
                  <a:lnTo>
                    <a:pt x="5285326" y="4421568"/>
                  </a:lnTo>
                  <a:lnTo>
                    <a:pt x="5365975" y="4424126"/>
                  </a:lnTo>
                  <a:lnTo>
                    <a:pt x="5430062" y="4425965"/>
                  </a:lnTo>
                  <a:lnTo>
                    <a:pt x="5476587" y="4427179"/>
                  </a:lnTo>
                  <a:lnTo>
                    <a:pt x="5506311" y="4427886"/>
                  </a:lnTo>
                  <a:lnTo>
                    <a:pt x="5521750" y="4428222"/>
                  </a:lnTo>
                  <a:lnTo>
                    <a:pt x="5526986" y="4428327"/>
                  </a:lnTo>
                  <a:lnTo>
                    <a:pt x="5527445" y="4428335"/>
                  </a:lnTo>
                  <a:lnTo>
                    <a:pt x="6522385" y="4428335"/>
                  </a:lnTo>
                  <a:lnTo>
                    <a:pt x="6523387" y="4428261"/>
                  </a:lnTo>
                  <a:lnTo>
                    <a:pt x="6530015" y="4427732"/>
                  </a:lnTo>
                  <a:lnTo>
                    <a:pt x="6546867" y="4426272"/>
                  </a:lnTo>
                  <a:lnTo>
                    <a:pt x="6577354" y="4423394"/>
                  </a:lnTo>
                  <a:lnTo>
                    <a:pt x="6623522" y="4418628"/>
                  </a:lnTo>
                  <a:lnTo>
                    <a:pt x="6685909" y="4411567"/>
                  </a:lnTo>
                  <a:lnTo>
                    <a:pt x="6763553" y="4401892"/>
                  </a:lnTo>
                  <a:lnTo>
                    <a:pt x="6854205" y="4389397"/>
                  </a:lnTo>
                  <a:lnTo>
                    <a:pt x="6954722" y="4373986"/>
                  </a:lnTo>
                  <a:lnTo>
                    <a:pt x="7061545" y="4355650"/>
                  </a:lnTo>
                  <a:lnTo>
                    <a:pt x="7171162" y="4334434"/>
                  </a:lnTo>
                  <a:lnTo>
                    <a:pt x="7280463" y="4310397"/>
                  </a:lnTo>
                  <a:lnTo>
                    <a:pt x="7386949" y="4283574"/>
                  </a:lnTo>
                  <a:lnTo>
                    <a:pt x="7488814" y="4253949"/>
                  </a:lnTo>
                  <a:lnTo>
                    <a:pt x="7584906" y="4221437"/>
                  </a:lnTo>
                  <a:lnTo>
                    <a:pt x="7674641" y="4185871"/>
                  </a:lnTo>
                  <a:lnTo>
                    <a:pt x="7757884" y="4147001"/>
                  </a:lnTo>
                  <a:lnTo>
                    <a:pt x="7834830" y="4104491"/>
                  </a:lnTo>
                  <a:lnTo>
                    <a:pt x="7905903" y="4057932"/>
                  </a:lnTo>
                  <a:lnTo>
                    <a:pt x="7971672" y="4006849"/>
                  </a:lnTo>
                  <a:lnTo>
                    <a:pt x="8032788" y="3950721"/>
                  </a:lnTo>
                  <a:lnTo>
                    <a:pt x="8089937" y="3889016"/>
                  </a:lnTo>
                  <a:lnTo>
                    <a:pt x="8143799" y="3821243"/>
                  </a:lnTo>
                  <a:lnTo>
                    <a:pt x="8195020" y="3747033"/>
                  </a:lnTo>
                  <a:lnTo>
                    <a:pt x="8229629" y="3691153"/>
                  </a:lnTo>
                  <a:lnTo>
                    <a:pt x="8266619" y="3626207"/>
                  </a:lnTo>
                  <a:lnTo>
                    <a:pt x="8302806" y="3557348"/>
                  </a:lnTo>
                  <a:lnTo>
                    <a:pt x="8338370" y="3484497"/>
                  </a:lnTo>
                  <a:lnTo>
                    <a:pt x="8373462" y="3407617"/>
                  </a:lnTo>
                  <a:lnTo>
                    <a:pt x="8408208" y="3326716"/>
                  </a:lnTo>
                  <a:lnTo>
                    <a:pt x="8442713" y="3241849"/>
                  </a:lnTo>
                  <a:lnTo>
                    <a:pt x="8477061" y="3153127"/>
                  </a:lnTo>
                  <a:lnTo>
                    <a:pt x="8511319" y="3060713"/>
                  </a:lnTo>
                  <a:lnTo>
                    <a:pt x="8545539" y="2964827"/>
                  </a:lnTo>
                  <a:lnTo>
                    <a:pt x="8579759" y="2865747"/>
                  </a:lnTo>
                  <a:lnTo>
                    <a:pt x="8614004" y="2763801"/>
                  </a:lnTo>
                  <a:lnTo>
                    <a:pt x="8648287" y="2659371"/>
                  </a:lnTo>
                  <a:lnTo>
                    <a:pt x="8682613" y="2552885"/>
                  </a:lnTo>
                  <a:lnTo>
                    <a:pt x="8716978" y="2444807"/>
                  </a:lnTo>
                  <a:lnTo>
                    <a:pt x="8751374" y="2335637"/>
                  </a:lnTo>
                  <a:lnTo>
                    <a:pt x="8785786" y="2225891"/>
                  </a:lnTo>
                  <a:lnTo>
                    <a:pt x="8820200" y="2116102"/>
                  </a:lnTo>
                  <a:lnTo>
                    <a:pt x="8854600" y="2006799"/>
                  </a:lnTo>
                  <a:lnTo>
                    <a:pt x="8888971" y="1898506"/>
                  </a:lnTo>
                  <a:lnTo>
                    <a:pt x="8923304" y="1791722"/>
                  </a:lnTo>
                  <a:lnTo>
                    <a:pt x="8957594" y="1686921"/>
                  </a:lnTo>
                  <a:lnTo>
                    <a:pt x="8991844" y="1584536"/>
                  </a:lnTo>
                  <a:lnTo>
                    <a:pt x="9026067" y="1484956"/>
                  </a:lnTo>
                  <a:lnTo>
                    <a:pt x="9060285" y="1388521"/>
                  </a:lnTo>
                  <a:lnTo>
                    <a:pt x="9094534" y="1295515"/>
                  </a:lnTo>
                  <a:lnTo>
                    <a:pt x="9128862" y="1206168"/>
                  </a:lnTo>
                  <a:lnTo>
                    <a:pt x="9163335" y="1120653"/>
                  </a:lnTo>
                  <a:lnTo>
                    <a:pt x="9198035" y="1039089"/>
                  </a:lnTo>
                  <a:lnTo>
                    <a:pt x="9233062" y="961541"/>
                  </a:lnTo>
                  <a:lnTo>
                    <a:pt x="9268538" y="888024"/>
                  </a:lnTo>
                  <a:lnTo>
                    <a:pt x="9304610" y="818508"/>
                  </a:lnTo>
                  <a:lnTo>
                    <a:pt x="9341453" y="752920"/>
                  </a:lnTo>
                  <a:lnTo>
                    <a:pt x="9347647" y="742423"/>
                  </a:lnTo>
                  <a:lnTo>
                    <a:pt x="9397365" y="663614"/>
                  </a:lnTo>
                  <a:lnTo>
                    <a:pt x="9449313" y="591360"/>
                  </a:lnTo>
                  <a:lnTo>
                    <a:pt x="9504091" y="525451"/>
                  </a:lnTo>
                  <a:lnTo>
                    <a:pt x="9562356" y="465473"/>
                  </a:lnTo>
                  <a:lnTo>
                    <a:pt x="9624796" y="410913"/>
                  </a:lnTo>
                  <a:lnTo>
                    <a:pt x="9692089" y="361238"/>
                  </a:lnTo>
                  <a:lnTo>
                    <a:pt x="9764867" y="315940"/>
                  </a:lnTo>
                  <a:lnTo>
                    <a:pt x="9843664" y="274561"/>
                  </a:lnTo>
                  <a:lnTo>
                    <a:pt x="9928845" y="236712"/>
                  </a:lnTo>
                  <a:lnTo>
                    <a:pt x="10020517" y="202084"/>
                  </a:lnTo>
                  <a:lnTo>
                    <a:pt x="10118424" y="170451"/>
                  </a:lnTo>
                  <a:lnTo>
                    <a:pt x="10221823" y="141671"/>
                  </a:lnTo>
                  <a:lnTo>
                    <a:pt x="10329375" y="115682"/>
                  </a:lnTo>
                  <a:lnTo>
                    <a:pt x="10439062" y="92485"/>
                  </a:lnTo>
                  <a:lnTo>
                    <a:pt x="10548192" y="72126"/>
                  </a:lnTo>
                  <a:lnTo>
                    <a:pt x="10653504" y="54663"/>
                  </a:lnTo>
                  <a:lnTo>
                    <a:pt x="10751429" y="40130"/>
                  </a:lnTo>
                  <a:lnTo>
                    <a:pt x="10838480" y="28495"/>
                  </a:lnTo>
                  <a:lnTo>
                    <a:pt x="10911736" y="19630"/>
                  </a:lnTo>
                  <a:lnTo>
                    <a:pt x="10969298" y="13295"/>
                  </a:lnTo>
                  <a:lnTo>
                    <a:pt x="11010640" y="9142"/>
                  </a:lnTo>
                  <a:lnTo>
                    <a:pt x="11036760" y="6739"/>
                  </a:lnTo>
                  <a:lnTo>
                    <a:pt x="11050133" y="5609"/>
                  </a:lnTo>
                  <a:lnTo>
                    <a:pt x="11054542" y="526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89" y="74"/>
                  </a:lnTo>
                  <a:lnTo>
                    <a:pt x="11047261" y="602"/>
                  </a:lnTo>
                  <a:lnTo>
                    <a:pt x="11030410" y="2062"/>
                  </a:lnTo>
                  <a:lnTo>
                    <a:pt x="10999923" y="4941"/>
                  </a:lnTo>
                  <a:lnTo>
                    <a:pt x="10953754" y="9706"/>
                  </a:lnTo>
                  <a:lnTo>
                    <a:pt x="10891367" y="16768"/>
                  </a:lnTo>
                  <a:lnTo>
                    <a:pt x="10813723" y="26443"/>
                  </a:lnTo>
                  <a:lnTo>
                    <a:pt x="10723071" y="38937"/>
                  </a:lnTo>
                  <a:lnTo>
                    <a:pt x="10622554" y="54349"/>
                  </a:lnTo>
                  <a:lnTo>
                    <a:pt x="10515731" y="72685"/>
                  </a:lnTo>
                  <a:lnTo>
                    <a:pt x="10406114" y="93901"/>
                  </a:lnTo>
                  <a:lnTo>
                    <a:pt x="10296814" y="117938"/>
                  </a:lnTo>
                  <a:lnTo>
                    <a:pt x="10190327" y="144761"/>
                  </a:lnTo>
                  <a:lnTo>
                    <a:pt x="10088463" y="174386"/>
                  </a:lnTo>
                  <a:lnTo>
                    <a:pt x="9992370" y="206898"/>
                  </a:lnTo>
                  <a:lnTo>
                    <a:pt x="9902635" y="242463"/>
                  </a:lnTo>
                  <a:lnTo>
                    <a:pt x="9819392" y="281334"/>
                  </a:lnTo>
                  <a:lnTo>
                    <a:pt x="9742447" y="323844"/>
                  </a:lnTo>
                  <a:lnTo>
                    <a:pt x="9671374" y="370403"/>
                  </a:lnTo>
                  <a:lnTo>
                    <a:pt x="9605605" y="421486"/>
                  </a:lnTo>
                  <a:lnTo>
                    <a:pt x="9544488" y="477614"/>
                  </a:lnTo>
                  <a:lnTo>
                    <a:pt x="9487339" y="539319"/>
                  </a:lnTo>
                  <a:lnTo>
                    <a:pt x="9433477" y="607092"/>
                  </a:lnTo>
                  <a:lnTo>
                    <a:pt x="9382257" y="681302"/>
                  </a:lnTo>
                  <a:lnTo>
                    <a:pt x="9347647" y="737182"/>
                  </a:lnTo>
                  <a:lnTo>
                    <a:pt x="9310658" y="802128"/>
                  </a:lnTo>
                  <a:lnTo>
                    <a:pt x="9274471" y="870987"/>
                  </a:lnTo>
                  <a:lnTo>
                    <a:pt x="9238906" y="943837"/>
                  </a:lnTo>
                  <a:lnTo>
                    <a:pt x="9203814" y="1020717"/>
                  </a:lnTo>
                  <a:lnTo>
                    <a:pt x="9169068" y="1101619"/>
                  </a:lnTo>
                  <a:lnTo>
                    <a:pt x="9134563" y="1186486"/>
                  </a:lnTo>
                  <a:lnTo>
                    <a:pt x="9100216" y="1275208"/>
                  </a:lnTo>
                  <a:lnTo>
                    <a:pt x="9065958" y="1367622"/>
                  </a:lnTo>
                  <a:lnTo>
                    <a:pt x="9031737" y="1463507"/>
                  </a:lnTo>
                  <a:lnTo>
                    <a:pt x="8997517" y="1562588"/>
                  </a:lnTo>
                  <a:lnTo>
                    <a:pt x="8963273" y="1664534"/>
                  </a:lnTo>
                  <a:lnTo>
                    <a:pt x="8928990" y="1768964"/>
                  </a:lnTo>
                  <a:lnTo>
                    <a:pt x="8894664" y="1875450"/>
                  </a:lnTo>
                  <a:lnTo>
                    <a:pt x="8860298" y="1983527"/>
                  </a:lnTo>
                  <a:lnTo>
                    <a:pt x="8825903" y="2092698"/>
                  </a:lnTo>
                  <a:lnTo>
                    <a:pt x="8791490" y="2202444"/>
                  </a:lnTo>
                  <a:lnTo>
                    <a:pt x="8757076" y="2312233"/>
                  </a:lnTo>
                  <a:lnTo>
                    <a:pt x="8722677" y="2421536"/>
                  </a:lnTo>
                  <a:lnTo>
                    <a:pt x="8688305" y="2529829"/>
                  </a:lnTo>
                  <a:lnTo>
                    <a:pt x="8653973" y="2636613"/>
                  </a:lnTo>
                  <a:lnTo>
                    <a:pt x="8619682" y="2741414"/>
                  </a:lnTo>
                  <a:lnTo>
                    <a:pt x="8585432" y="2843799"/>
                  </a:lnTo>
                  <a:lnTo>
                    <a:pt x="8551210" y="2943379"/>
                  </a:lnTo>
                  <a:lnTo>
                    <a:pt x="8516992" y="3039814"/>
                  </a:lnTo>
                  <a:lnTo>
                    <a:pt x="8482743" y="3132820"/>
                  </a:lnTo>
                  <a:lnTo>
                    <a:pt x="8448414" y="3222167"/>
                  </a:lnTo>
                  <a:lnTo>
                    <a:pt x="8413941" y="3307682"/>
                  </a:lnTo>
                  <a:lnTo>
                    <a:pt x="8379242" y="3389246"/>
                  </a:lnTo>
                  <a:lnTo>
                    <a:pt x="8344215" y="3466794"/>
                  </a:lnTo>
                  <a:lnTo>
                    <a:pt x="8308739" y="3540311"/>
                  </a:lnTo>
                  <a:lnTo>
                    <a:pt x="8272666" y="3609827"/>
                  </a:lnTo>
                  <a:lnTo>
                    <a:pt x="8235824" y="3675415"/>
                  </a:lnTo>
                  <a:lnTo>
                    <a:pt x="8229629" y="3685912"/>
                  </a:lnTo>
                  <a:lnTo>
                    <a:pt x="8179911" y="3764721"/>
                  </a:lnTo>
                  <a:lnTo>
                    <a:pt x="8127963" y="3836975"/>
                  </a:lnTo>
                  <a:lnTo>
                    <a:pt x="8073186" y="3902883"/>
                  </a:lnTo>
                  <a:lnTo>
                    <a:pt x="8014920" y="3962862"/>
                  </a:lnTo>
                  <a:lnTo>
                    <a:pt x="7952480" y="4017422"/>
                  </a:lnTo>
                  <a:lnTo>
                    <a:pt x="7885188" y="4067097"/>
                  </a:lnTo>
                  <a:lnTo>
                    <a:pt x="7812410" y="4112395"/>
                  </a:lnTo>
                  <a:lnTo>
                    <a:pt x="7733613" y="4153774"/>
                  </a:lnTo>
                  <a:lnTo>
                    <a:pt x="7648432" y="4191623"/>
                  </a:lnTo>
                  <a:lnTo>
                    <a:pt x="7556759" y="4226251"/>
                  </a:lnTo>
                  <a:lnTo>
                    <a:pt x="7458852" y="4257884"/>
                  </a:lnTo>
                  <a:lnTo>
                    <a:pt x="7355453" y="4286663"/>
                  </a:lnTo>
                  <a:lnTo>
                    <a:pt x="7247902" y="4312653"/>
                  </a:lnTo>
                  <a:lnTo>
                    <a:pt x="7138214" y="4335850"/>
                  </a:lnTo>
                  <a:lnTo>
                    <a:pt x="7029084" y="4356209"/>
                  </a:lnTo>
                  <a:lnTo>
                    <a:pt x="6923772" y="4373672"/>
                  </a:lnTo>
                  <a:lnTo>
                    <a:pt x="6825848" y="4388205"/>
                  </a:lnTo>
                  <a:lnTo>
                    <a:pt x="6738796" y="4399840"/>
                  </a:lnTo>
                  <a:lnTo>
                    <a:pt x="6665541" y="4408705"/>
                  </a:lnTo>
                  <a:lnTo>
                    <a:pt x="6607979" y="4415040"/>
                  </a:lnTo>
                  <a:lnTo>
                    <a:pt x="6566636" y="4419193"/>
                  </a:lnTo>
                  <a:lnTo>
                    <a:pt x="6540516" y="4421596"/>
                  </a:lnTo>
                  <a:lnTo>
                    <a:pt x="6527143" y="4422726"/>
                  </a:lnTo>
                  <a:lnTo>
                    <a:pt x="6522735" y="4423069"/>
                  </a:lnTo>
                  <a:lnTo>
                    <a:pt x="6522385" y="4423095"/>
                  </a:lnTo>
                  <a:lnTo>
                    <a:pt x="5527445" y="4423095"/>
                  </a:lnTo>
                  <a:lnTo>
                    <a:pt x="5526319" y="4423073"/>
                  </a:lnTo>
                  <a:lnTo>
                    <a:pt x="5518884" y="4422921"/>
                  </a:lnTo>
                  <a:lnTo>
                    <a:pt x="5500039" y="4422502"/>
                  </a:lnTo>
                  <a:lnTo>
                    <a:pt x="5466089" y="4421675"/>
                  </a:lnTo>
                  <a:lnTo>
                    <a:pt x="5414965" y="4420308"/>
                  </a:lnTo>
                  <a:lnTo>
                    <a:pt x="5346375" y="4418288"/>
                  </a:lnTo>
                  <a:lnTo>
                    <a:pt x="5261754" y="4415530"/>
                  </a:lnTo>
                  <a:lnTo>
                    <a:pt x="5163943" y="4411984"/>
                  </a:lnTo>
                  <a:lnTo>
                    <a:pt x="5056679" y="4407632"/>
                  </a:lnTo>
                  <a:lnTo>
                    <a:pt x="4944002" y="4402476"/>
                  </a:lnTo>
                  <a:lnTo>
                    <a:pt x="4829730" y="4396532"/>
                  </a:lnTo>
                  <a:lnTo>
                    <a:pt x="4717092" y="4389816"/>
                  </a:lnTo>
                  <a:lnTo>
                    <a:pt x="4608541" y="4382331"/>
                  </a:lnTo>
                  <a:lnTo>
                    <a:pt x="4505729" y="4374064"/>
                  </a:lnTo>
                  <a:lnTo>
                    <a:pt x="4409589" y="4364977"/>
                  </a:lnTo>
                  <a:lnTo>
                    <a:pt x="4320469" y="4355009"/>
                  </a:lnTo>
                  <a:lnTo>
                    <a:pt x="4238272" y="4344071"/>
                  </a:lnTo>
                  <a:lnTo>
                    <a:pt x="4162596" y="4332054"/>
                  </a:lnTo>
                  <a:lnTo>
                    <a:pt x="4092840" y="4318825"/>
                  </a:lnTo>
                  <a:lnTo>
                    <a:pt x="4028287" y="4304239"/>
                  </a:lnTo>
                  <a:lnTo>
                    <a:pt x="3968172" y="4288142"/>
                  </a:lnTo>
                  <a:lnTo>
                    <a:pt x="3911723" y="4270391"/>
                  </a:lnTo>
                  <a:lnTo>
                    <a:pt x="3858208" y="4250873"/>
                  </a:lnTo>
                  <a:lnTo>
                    <a:pt x="3820202" y="4235305"/>
                  </a:lnTo>
                  <a:lnTo>
                    <a:pt x="3763940" y="4209588"/>
                  </a:lnTo>
                  <a:lnTo>
                    <a:pt x="3709334" y="4181511"/>
                  </a:lnTo>
                  <a:lnTo>
                    <a:pt x="3655820" y="4151033"/>
                  </a:lnTo>
                  <a:lnTo>
                    <a:pt x="3602971" y="4118177"/>
                  </a:lnTo>
                  <a:lnTo>
                    <a:pt x="3550473" y="4083035"/>
                  </a:lnTo>
                  <a:lnTo>
                    <a:pt x="3498105" y="4045776"/>
                  </a:lnTo>
                  <a:lnTo>
                    <a:pt x="3445729" y="4006649"/>
                  </a:lnTo>
                  <a:lnTo>
                    <a:pt x="3393273" y="3965974"/>
                  </a:lnTo>
                  <a:lnTo>
                    <a:pt x="3340718" y="3924140"/>
                  </a:lnTo>
                  <a:lnTo>
                    <a:pt x="3288088" y="3881587"/>
                  </a:lnTo>
                  <a:lnTo>
                    <a:pt x="3235429" y="3838786"/>
                  </a:lnTo>
                  <a:lnTo>
                    <a:pt x="3182798" y="3796222"/>
                  </a:lnTo>
                  <a:lnTo>
                    <a:pt x="3130241" y="3754368"/>
                  </a:lnTo>
                  <a:lnTo>
                    <a:pt x="3077783" y="3713664"/>
                  </a:lnTo>
                  <a:lnTo>
                    <a:pt x="3025406" y="3674500"/>
                  </a:lnTo>
                  <a:lnTo>
                    <a:pt x="2973040" y="3637198"/>
                  </a:lnTo>
                  <a:lnTo>
                    <a:pt x="2920546" y="3602008"/>
                  </a:lnTo>
                  <a:lnTo>
                    <a:pt x="2867708" y="3569102"/>
                  </a:lnTo>
                  <a:lnTo>
                    <a:pt x="2814212" y="3538572"/>
                  </a:lnTo>
                  <a:lnTo>
                    <a:pt x="2759635" y="3510444"/>
                  </a:lnTo>
                  <a:lnTo>
                    <a:pt x="2703416" y="3484677"/>
                  </a:lnTo>
                  <a:lnTo>
                    <a:pt x="2702183" y="3484148"/>
                  </a:lnTo>
                  <a:lnTo>
                    <a:pt x="2650407" y="3463294"/>
                  </a:lnTo>
                  <a:lnTo>
                    <a:pt x="2596191" y="3444246"/>
                  </a:lnTo>
                  <a:lnTo>
                    <a:pt x="2538855" y="3426940"/>
                  </a:lnTo>
                  <a:lnTo>
                    <a:pt x="2477652" y="3411254"/>
                  </a:lnTo>
                  <a:lnTo>
                    <a:pt x="2411810" y="3397038"/>
                  </a:lnTo>
                  <a:lnTo>
                    <a:pt x="2340569" y="3384141"/>
                  </a:lnTo>
                  <a:lnTo>
                    <a:pt x="2263237" y="3372418"/>
                  </a:lnTo>
                  <a:lnTo>
                    <a:pt x="2179256" y="3361744"/>
                  </a:lnTo>
                  <a:lnTo>
                    <a:pt x="2088290" y="3352014"/>
                  </a:lnTo>
                  <a:lnTo>
                    <a:pt x="1990349" y="3343146"/>
                  </a:lnTo>
                  <a:lnTo>
                    <a:pt x="1885917" y="3335087"/>
                  </a:lnTo>
                  <a:lnTo>
                    <a:pt x="1776103" y="3327804"/>
                  </a:lnTo>
                  <a:lnTo>
                    <a:pt x="1662767" y="3321289"/>
                  </a:lnTo>
                  <a:lnTo>
                    <a:pt x="1548572" y="3315550"/>
                  </a:lnTo>
                  <a:lnTo>
                    <a:pt x="1436927" y="3310603"/>
                  </a:lnTo>
                  <a:lnTo>
                    <a:pt x="1331750" y="3306462"/>
                  </a:lnTo>
                  <a:lnTo>
                    <a:pt x="1237059" y="3303126"/>
                  </a:lnTo>
                  <a:lnTo>
                    <a:pt x="1156410" y="3300568"/>
                  </a:lnTo>
                  <a:lnTo>
                    <a:pt x="1092323" y="3298728"/>
                  </a:lnTo>
                  <a:lnTo>
                    <a:pt x="1045798" y="3297515"/>
                  </a:lnTo>
                  <a:lnTo>
                    <a:pt x="1016074" y="3296808"/>
                  </a:lnTo>
                  <a:lnTo>
                    <a:pt x="1000635" y="3296472"/>
                  </a:lnTo>
                  <a:lnTo>
                    <a:pt x="995399" y="3296367"/>
                  </a:lnTo>
                  <a:lnTo>
                    <a:pt x="994940" y="3296358"/>
                  </a:lnTo>
                  <a:lnTo>
                    <a:pt x="0" y="3296358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78" name="pl1377"/>
            <p:cNvSpPr/>
            <p:nvPr/>
          </p:nvSpPr>
          <p:spPr>
            <a:xfrm>
              <a:off x="1199187" y="2080367"/>
              <a:ext cx="12049831" cy="4423095"/>
            </a:xfrm>
            <a:custGeom>
              <a:avLst/>
              <a:pathLst>
                <a:path w="12049831" h="4423095">
                  <a:moveTo>
                    <a:pt x="0" y="3296358"/>
                  </a:moveTo>
                  <a:lnTo>
                    <a:pt x="994940" y="3296358"/>
                  </a:lnTo>
                  <a:lnTo>
                    <a:pt x="996066" y="3296380"/>
                  </a:lnTo>
                  <a:lnTo>
                    <a:pt x="1003501" y="3296532"/>
                  </a:lnTo>
                  <a:lnTo>
                    <a:pt x="1022346" y="3296951"/>
                  </a:lnTo>
                  <a:lnTo>
                    <a:pt x="1056296" y="3297778"/>
                  </a:lnTo>
                  <a:lnTo>
                    <a:pt x="1107420" y="3299145"/>
                  </a:lnTo>
                  <a:lnTo>
                    <a:pt x="1176010" y="3301165"/>
                  </a:lnTo>
                  <a:lnTo>
                    <a:pt x="1260631" y="3303923"/>
                  </a:lnTo>
                  <a:lnTo>
                    <a:pt x="1358442" y="3307469"/>
                  </a:lnTo>
                  <a:lnTo>
                    <a:pt x="1465706" y="3311821"/>
                  </a:lnTo>
                  <a:lnTo>
                    <a:pt x="1578383" y="3316977"/>
                  </a:lnTo>
                  <a:lnTo>
                    <a:pt x="1692655" y="3322921"/>
                  </a:lnTo>
                  <a:lnTo>
                    <a:pt x="1805293" y="3329637"/>
                  </a:lnTo>
                  <a:lnTo>
                    <a:pt x="1913844" y="3337122"/>
                  </a:lnTo>
                  <a:lnTo>
                    <a:pt x="2016656" y="3345389"/>
                  </a:lnTo>
                  <a:lnTo>
                    <a:pt x="2112796" y="3354476"/>
                  </a:lnTo>
                  <a:lnTo>
                    <a:pt x="2201916" y="3364445"/>
                  </a:lnTo>
                  <a:lnTo>
                    <a:pt x="2284113" y="3375382"/>
                  </a:lnTo>
                  <a:lnTo>
                    <a:pt x="2359789" y="3387399"/>
                  </a:lnTo>
                  <a:lnTo>
                    <a:pt x="2429545" y="3400628"/>
                  </a:lnTo>
                  <a:lnTo>
                    <a:pt x="2494098" y="3415214"/>
                  </a:lnTo>
                  <a:lnTo>
                    <a:pt x="2554213" y="3431311"/>
                  </a:lnTo>
                  <a:lnTo>
                    <a:pt x="2610662" y="3449062"/>
                  </a:lnTo>
                  <a:lnTo>
                    <a:pt x="2664177" y="3468580"/>
                  </a:lnTo>
                  <a:lnTo>
                    <a:pt x="2702183" y="3484148"/>
                  </a:lnTo>
                  <a:lnTo>
                    <a:pt x="2758445" y="3509865"/>
                  </a:lnTo>
                  <a:lnTo>
                    <a:pt x="2813051" y="3537942"/>
                  </a:lnTo>
                  <a:lnTo>
                    <a:pt x="2866565" y="3568420"/>
                  </a:lnTo>
                  <a:lnTo>
                    <a:pt x="2919414" y="3601276"/>
                  </a:lnTo>
                  <a:lnTo>
                    <a:pt x="2971912" y="3636418"/>
                  </a:lnTo>
                  <a:lnTo>
                    <a:pt x="3024280" y="3673677"/>
                  </a:lnTo>
                  <a:lnTo>
                    <a:pt x="3076656" y="3712804"/>
                  </a:lnTo>
                  <a:lnTo>
                    <a:pt x="3129112" y="3753479"/>
                  </a:lnTo>
                  <a:lnTo>
                    <a:pt x="3181667" y="3795313"/>
                  </a:lnTo>
                  <a:lnTo>
                    <a:pt x="3234297" y="3837866"/>
                  </a:lnTo>
                  <a:lnTo>
                    <a:pt x="3286956" y="3880667"/>
                  </a:lnTo>
                  <a:lnTo>
                    <a:pt x="3339587" y="3923231"/>
                  </a:lnTo>
                  <a:lnTo>
                    <a:pt x="3392143" y="3965085"/>
                  </a:lnTo>
                  <a:lnTo>
                    <a:pt x="3444602" y="4005789"/>
                  </a:lnTo>
                  <a:lnTo>
                    <a:pt x="3496979" y="4044953"/>
                  </a:lnTo>
                  <a:lnTo>
                    <a:pt x="3549345" y="4082255"/>
                  </a:lnTo>
                  <a:lnTo>
                    <a:pt x="3601839" y="4117445"/>
                  </a:lnTo>
                  <a:lnTo>
                    <a:pt x="3654677" y="4150351"/>
                  </a:lnTo>
                  <a:lnTo>
                    <a:pt x="3708173" y="4180881"/>
                  </a:lnTo>
                  <a:lnTo>
                    <a:pt x="3762750" y="4209009"/>
                  </a:lnTo>
                  <a:lnTo>
                    <a:pt x="3818969" y="4234776"/>
                  </a:lnTo>
                  <a:lnTo>
                    <a:pt x="3820202" y="4235305"/>
                  </a:lnTo>
                  <a:lnTo>
                    <a:pt x="3871978" y="4256159"/>
                  </a:lnTo>
                  <a:lnTo>
                    <a:pt x="3926194" y="4275207"/>
                  </a:lnTo>
                  <a:lnTo>
                    <a:pt x="3983530" y="4292513"/>
                  </a:lnTo>
                  <a:lnTo>
                    <a:pt x="4044733" y="4308199"/>
                  </a:lnTo>
                  <a:lnTo>
                    <a:pt x="4110575" y="4322415"/>
                  </a:lnTo>
                  <a:lnTo>
                    <a:pt x="4181816" y="4335312"/>
                  </a:lnTo>
                  <a:lnTo>
                    <a:pt x="4259148" y="4347035"/>
                  </a:lnTo>
                  <a:lnTo>
                    <a:pt x="4343129" y="4357709"/>
                  </a:lnTo>
                  <a:lnTo>
                    <a:pt x="4434095" y="4367439"/>
                  </a:lnTo>
                  <a:lnTo>
                    <a:pt x="4532036" y="4376307"/>
                  </a:lnTo>
                  <a:lnTo>
                    <a:pt x="4636468" y="4384366"/>
                  </a:lnTo>
                  <a:lnTo>
                    <a:pt x="4746282" y="4391649"/>
                  </a:lnTo>
                  <a:lnTo>
                    <a:pt x="4859618" y="4398164"/>
                  </a:lnTo>
                  <a:lnTo>
                    <a:pt x="4973813" y="4403903"/>
                  </a:lnTo>
                  <a:lnTo>
                    <a:pt x="5085458" y="4408850"/>
                  </a:lnTo>
                  <a:lnTo>
                    <a:pt x="5190635" y="4412991"/>
                  </a:lnTo>
                  <a:lnTo>
                    <a:pt x="5285326" y="4416327"/>
                  </a:lnTo>
                  <a:lnTo>
                    <a:pt x="5365975" y="4418885"/>
                  </a:lnTo>
                  <a:lnTo>
                    <a:pt x="5430062" y="4420725"/>
                  </a:lnTo>
                  <a:lnTo>
                    <a:pt x="5476587" y="4421938"/>
                  </a:lnTo>
                  <a:lnTo>
                    <a:pt x="5506311" y="4422645"/>
                  </a:lnTo>
                  <a:lnTo>
                    <a:pt x="5521750" y="4422981"/>
                  </a:lnTo>
                  <a:lnTo>
                    <a:pt x="5526986" y="4423086"/>
                  </a:lnTo>
                  <a:lnTo>
                    <a:pt x="5527445" y="4423095"/>
                  </a:lnTo>
                  <a:lnTo>
                    <a:pt x="6522385" y="4423095"/>
                  </a:lnTo>
                  <a:lnTo>
                    <a:pt x="6523387" y="4423020"/>
                  </a:lnTo>
                  <a:lnTo>
                    <a:pt x="6530015" y="4422492"/>
                  </a:lnTo>
                  <a:lnTo>
                    <a:pt x="6546867" y="4421032"/>
                  </a:lnTo>
                  <a:lnTo>
                    <a:pt x="6577354" y="4418153"/>
                  </a:lnTo>
                  <a:lnTo>
                    <a:pt x="6623522" y="4413388"/>
                  </a:lnTo>
                  <a:lnTo>
                    <a:pt x="6685909" y="4406327"/>
                  </a:lnTo>
                  <a:lnTo>
                    <a:pt x="6763553" y="4396652"/>
                  </a:lnTo>
                  <a:lnTo>
                    <a:pt x="6854205" y="4384157"/>
                  </a:lnTo>
                  <a:lnTo>
                    <a:pt x="6954722" y="4368745"/>
                  </a:lnTo>
                  <a:lnTo>
                    <a:pt x="7061545" y="4350409"/>
                  </a:lnTo>
                  <a:lnTo>
                    <a:pt x="7171162" y="4329193"/>
                  </a:lnTo>
                  <a:lnTo>
                    <a:pt x="7280463" y="4305156"/>
                  </a:lnTo>
                  <a:lnTo>
                    <a:pt x="7386949" y="4278333"/>
                  </a:lnTo>
                  <a:lnTo>
                    <a:pt x="7488814" y="4248708"/>
                  </a:lnTo>
                  <a:lnTo>
                    <a:pt x="7584906" y="4216197"/>
                  </a:lnTo>
                  <a:lnTo>
                    <a:pt x="7674641" y="4180631"/>
                  </a:lnTo>
                  <a:lnTo>
                    <a:pt x="7757884" y="4141760"/>
                  </a:lnTo>
                  <a:lnTo>
                    <a:pt x="7834830" y="4099250"/>
                  </a:lnTo>
                  <a:lnTo>
                    <a:pt x="7905903" y="4052692"/>
                  </a:lnTo>
                  <a:lnTo>
                    <a:pt x="7971672" y="4001608"/>
                  </a:lnTo>
                  <a:lnTo>
                    <a:pt x="8032788" y="3945480"/>
                  </a:lnTo>
                  <a:lnTo>
                    <a:pt x="8089937" y="3883775"/>
                  </a:lnTo>
                  <a:lnTo>
                    <a:pt x="8143799" y="3816002"/>
                  </a:lnTo>
                  <a:lnTo>
                    <a:pt x="8195020" y="3741793"/>
                  </a:lnTo>
                  <a:lnTo>
                    <a:pt x="8229629" y="3685912"/>
                  </a:lnTo>
                  <a:lnTo>
                    <a:pt x="8266619" y="3620966"/>
                  </a:lnTo>
                  <a:lnTo>
                    <a:pt x="8302806" y="3552107"/>
                  </a:lnTo>
                  <a:lnTo>
                    <a:pt x="8338370" y="3479257"/>
                  </a:lnTo>
                  <a:lnTo>
                    <a:pt x="8373462" y="3402377"/>
                  </a:lnTo>
                  <a:lnTo>
                    <a:pt x="8408208" y="3321475"/>
                  </a:lnTo>
                  <a:lnTo>
                    <a:pt x="8442713" y="3236608"/>
                  </a:lnTo>
                  <a:lnTo>
                    <a:pt x="8477061" y="3147886"/>
                  </a:lnTo>
                  <a:lnTo>
                    <a:pt x="8511319" y="3055472"/>
                  </a:lnTo>
                  <a:lnTo>
                    <a:pt x="8545539" y="2959587"/>
                  </a:lnTo>
                  <a:lnTo>
                    <a:pt x="8579759" y="2860506"/>
                  </a:lnTo>
                  <a:lnTo>
                    <a:pt x="8614004" y="2758560"/>
                  </a:lnTo>
                  <a:lnTo>
                    <a:pt x="8648287" y="2654131"/>
                  </a:lnTo>
                  <a:lnTo>
                    <a:pt x="8682613" y="2547644"/>
                  </a:lnTo>
                  <a:lnTo>
                    <a:pt x="8716978" y="2439567"/>
                  </a:lnTo>
                  <a:lnTo>
                    <a:pt x="8751374" y="2330396"/>
                  </a:lnTo>
                  <a:lnTo>
                    <a:pt x="8785786" y="2220650"/>
                  </a:lnTo>
                  <a:lnTo>
                    <a:pt x="8820200" y="2110861"/>
                  </a:lnTo>
                  <a:lnTo>
                    <a:pt x="8854600" y="2001559"/>
                  </a:lnTo>
                  <a:lnTo>
                    <a:pt x="8888971" y="1893265"/>
                  </a:lnTo>
                  <a:lnTo>
                    <a:pt x="8923304" y="1786482"/>
                  </a:lnTo>
                  <a:lnTo>
                    <a:pt x="8957594" y="1681680"/>
                  </a:lnTo>
                  <a:lnTo>
                    <a:pt x="8991844" y="1579295"/>
                  </a:lnTo>
                  <a:lnTo>
                    <a:pt x="9026067" y="1479715"/>
                  </a:lnTo>
                  <a:lnTo>
                    <a:pt x="9060285" y="1383280"/>
                  </a:lnTo>
                  <a:lnTo>
                    <a:pt x="9094534" y="1290274"/>
                  </a:lnTo>
                  <a:lnTo>
                    <a:pt x="9128862" y="1200927"/>
                  </a:lnTo>
                  <a:lnTo>
                    <a:pt x="9163335" y="1115412"/>
                  </a:lnTo>
                  <a:lnTo>
                    <a:pt x="9198035" y="1033848"/>
                  </a:lnTo>
                  <a:lnTo>
                    <a:pt x="9233062" y="956300"/>
                  </a:lnTo>
                  <a:lnTo>
                    <a:pt x="9268538" y="882783"/>
                  </a:lnTo>
                  <a:lnTo>
                    <a:pt x="9304610" y="813267"/>
                  </a:lnTo>
                  <a:lnTo>
                    <a:pt x="9341453" y="747680"/>
                  </a:lnTo>
                  <a:lnTo>
                    <a:pt x="9347647" y="737182"/>
                  </a:lnTo>
                  <a:lnTo>
                    <a:pt x="9397365" y="658373"/>
                  </a:lnTo>
                  <a:lnTo>
                    <a:pt x="9449313" y="586119"/>
                  </a:lnTo>
                  <a:lnTo>
                    <a:pt x="9504091" y="520211"/>
                  </a:lnTo>
                  <a:lnTo>
                    <a:pt x="9562356" y="460232"/>
                  </a:lnTo>
                  <a:lnTo>
                    <a:pt x="9624796" y="405672"/>
                  </a:lnTo>
                  <a:lnTo>
                    <a:pt x="9692089" y="355998"/>
                  </a:lnTo>
                  <a:lnTo>
                    <a:pt x="9764867" y="310700"/>
                  </a:lnTo>
                  <a:lnTo>
                    <a:pt x="9843664" y="269320"/>
                  </a:lnTo>
                  <a:lnTo>
                    <a:pt x="9928845" y="231471"/>
                  </a:lnTo>
                  <a:lnTo>
                    <a:pt x="10020517" y="196843"/>
                  </a:lnTo>
                  <a:lnTo>
                    <a:pt x="10118424" y="165210"/>
                  </a:lnTo>
                  <a:lnTo>
                    <a:pt x="10221823" y="136431"/>
                  </a:lnTo>
                  <a:lnTo>
                    <a:pt x="10329375" y="110441"/>
                  </a:lnTo>
                  <a:lnTo>
                    <a:pt x="10439062" y="87244"/>
                  </a:lnTo>
                  <a:lnTo>
                    <a:pt x="10548192" y="66885"/>
                  </a:lnTo>
                  <a:lnTo>
                    <a:pt x="10653504" y="49422"/>
                  </a:lnTo>
                  <a:lnTo>
                    <a:pt x="10751429" y="34889"/>
                  </a:lnTo>
                  <a:lnTo>
                    <a:pt x="10838480" y="23254"/>
                  </a:lnTo>
                  <a:lnTo>
                    <a:pt x="10911736" y="14390"/>
                  </a:lnTo>
                  <a:lnTo>
                    <a:pt x="10969298" y="8054"/>
                  </a:lnTo>
                  <a:lnTo>
                    <a:pt x="11010640" y="3901"/>
                  </a:lnTo>
                  <a:lnTo>
                    <a:pt x="11036760" y="1498"/>
                  </a:lnTo>
                  <a:lnTo>
                    <a:pt x="11050133" y="368"/>
                  </a:lnTo>
                  <a:lnTo>
                    <a:pt x="11054542" y="2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9" name="pl1378"/>
            <p:cNvSpPr/>
            <p:nvPr/>
          </p:nvSpPr>
          <p:spPr>
            <a:xfrm>
              <a:off x="1199187" y="2075126"/>
              <a:ext cx="12049831" cy="4423095"/>
            </a:xfrm>
            <a:custGeom>
              <a:avLst/>
              <a:pathLst>
                <a:path w="12049831" h="4423095">
                  <a:moveTo>
                    <a:pt x="12049831" y="0"/>
                  </a:moveTo>
                  <a:lnTo>
                    <a:pt x="11054891" y="0"/>
                  </a:lnTo>
                  <a:lnTo>
                    <a:pt x="11053889" y="74"/>
                  </a:lnTo>
                  <a:lnTo>
                    <a:pt x="11047261" y="602"/>
                  </a:lnTo>
                  <a:lnTo>
                    <a:pt x="11030410" y="2062"/>
                  </a:lnTo>
                  <a:lnTo>
                    <a:pt x="10999923" y="4941"/>
                  </a:lnTo>
                  <a:lnTo>
                    <a:pt x="10953754" y="9706"/>
                  </a:lnTo>
                  <a:lnTo>
                    <a:pt x="10891367" y="16768"/>
                  </a:lnTo>
                  <a:lnTo>
                    <a:pt x="10813723" y="26443"/>
                  </a:lnTo>
                  <a:lnTo>
                    <a:pt x="10723071" y="38937"/>
                  </a:lnTo>
                  <a:lnTo>
                    <a:pt x="10622554" y="54349"/>
                  </a:lnTo>
                  <a:lnTo>
                    <a:pt x="10515731" y="72685"/>
                  </a:lnTo>
                  <a:lnTo>
                    <a:pt x="10406114" y="93901"/>
                  </a:lnTo>
                  <a:lnTo>
                    <a:pt x="10296814" y="117938"/>
                  </a:lnTo>
                  <a:lnTo>
                    <a:pt x="10190327" y="144761"/>
                  </a:lnTo>
                  <a:lnTo>
                    <a:pt x="10088463" y="174386"/>
                  </a:lnTo>
                  <a:lnTo>
                    <a:pt x="9992370" y="206898"/>
                  </a:lnTo>
                  <a:lnTo>
                    <a:pt x="9902635" y="242463"/>
                  </a:lnTo>
                  <a:lnTo>
                    <a:pt x="9819392" y="281334"/>
                  </a:lnTo>
                  <a:lnTo>
                    <a:pt x="9742447" y="323844"/>
                  </a:lnTo>
                  <a:lnTo>
                    <a:pt x="9671374" y="370403"/>
                  </a:lnTo>
                  <a:lnTo>
                    <a:pt x="9605605" y="421486"/>
                  </a:lnTo>
                  <a:lnTo>
                    <a:pt x="9544488" y="477614"/>
                  </a:lnTo>
                  <a:lnTo>
                    <a:pt x="9487339" y="539319"/>
                  </a:lnTo>
                  <a:lnTo>
                    <a:pt x="9433477" y="607092"/>
                  </a:lnTo>
                  <a:lnTo>
                    <a:pt x="9382257" y="681302"/>
                  </a:lnTo>
                  <a:lnTo>
                    <a:pt x="9347647" y="737182"/>
                  </a:lnTo>
                  <a:lnTo>
                    <a:pt x="9310658" y="802128"/>
                  </a:lnTo>
                  <a:lnTo>
                    <a:pt x="9274471" y="870987"/>
                  </a:lnTo>
                  <a:lnTo>
                    <a:pt x="9238906" y="943837"/>
                  </a:lnTo>
                  <a:lnTo>
                    <a:pt x="9203814" y="1020717"/>
                  </a:lnTo>
                  <a:lnTo>
                    <a:pt x="9169068" y="1101619"/>
                  </a:lnTo>
                  <a:lnTo>
                    <a:pt x="9134563" y="1186486"/>
                  </a:lnTo>
                  <a:lnTo>
                    <a:pt x="9100216" y="1275208"/>
                  </a:lnTo>
                  <a:lnTo>
                    <a:pt x="9065958" y="1367622"/>
                  </a:lnTo>
                  <a:lnTo>
                    <a:pt x="9031737" y="1463507"/>
                  </a:lnTo>
                  <a:lnTo>
                    <a:pt x="8997517" y="1562588"/>
                  </a:lnTo>
                  <a:lnTo>
                    <a:pt x="8963273" y="1664534"/>
                  </a:lnTo>
                  <a:lnTo>
                    <a:pt x="8928990" y="1768964"/>
                  </a:lnTo>
                  <a:lnTo>
                    <a:pt x="8894664" y="1875450"/>
                  </a:lnTo>
                  <a:lnTo>
                    <a:pt x="8860298" y="1983527"/>
                  </a:lnTo>
                  <a:lnTo>
                    <a:pt x="8825903" y="2092698"/>
                  </a:lnTo>
                  <a:lnTo>
                    <a:pt x="8791490" y="2202444"/>
                  </a:lnTo>
                  <a:lnTo>
                    <a:pt x="8757076" y="2312233"/>
                  </a:lnTo>
                  <a:lnTo>
                    <a:pt x="8722677" y="2421536"/>
                  </a:lnTo>
                  <a:lnTo>
                    <a:pt x="8688305" y="2529829"/>
                  </a:lnTo>
                  <a:lnTo>
                    <a:pt x="8653973" y="2636613"/>
                  </a:lnTo>
                  <a:lnTo>
                    <a:pt x="8619682" y="2741414"/>
                  </a:lnTo>
                  <a:lnTo>
                    <a:pt x="8585432" y="2843799"/>
                  </a:lnTo>
                  <a:lnTo>
                    <a:pt x="8551210" y="2943379"/>
                  </a:lnTo>
                  <a:lnTo>
                    <a:pt x="8516992" y="3039814"/>
                  </a:lnTo>
                  <a:lnTo>
                    <a:pt x="8482743" y="3132820"/>
                  </a:lnTo>
                  <a:lnTo>
                    <a:pt x="8448414" y="3222167"/>
                  </a:lnTo>
                  <a:lnTo>
                    <a:pt x="8413941" y="3307682"/>
                  </a:lnTo>
                  <a:lnTo>
                    <a:pt x="8379242" y="3389246"/>
                  </a:lnTo>
                  <a:lnTo>
                    <a:pt x="8344215" y="3466794"/>
                  </a:lnTo>
                  <a:lnTo>
                    <a:pt x="8308739" y="3540311"/>
                  </a:lnTo>
                  <a:lnTo>
                    <a:pt x="8272666" y="3609827"/>
                  </a:lnTo>
                  <a:lnTo>
                    <a:pt x="8235824" y="3675415"/>
                  </a:lnTo>
                  <a:lnTo>
                    <a:pt x="8229629" y="3685912"/>
                  </a:lnTo>
                  <a:lnTo>
                    <a:pt x="8179911" y="3764721"/>
                  </a:lnTo>
                  <a:lnTo>
                    <a:pt x="8127963" y="3836975"/>
                  </a:lnTo>
                  <a:lnTo>
                    <a:pt x="8073186" y="3902883"/>
                  </a:lnTo>
                  <a:lnTo>
                    <a:pt x="8014920" y="3962862"/>
                  </a:lnTo>
                  <a:lnTo>
                    <a:pt x="7952480" y="4017422"/>
                  </a:lnTo>
                  <a:lnTo>
                    <a:pt x="7885188" y="4067097"/>
                  </a:lnTo>
                  <a:lnTo>
                    <a:pt x="7812410" y="4112395"/>
                  </a:lnTo>
                  <a:lnTo>
                    <a:pt x="7733613" y="4153774"/>
                  </a:lnTo>
                  <a:lnTo>
                    <a:pt x="7648432" y="4191623"/>
                  </a:lnTo>
                  <a:lnTo>
                    <a:pt x="7556759" y="4226251"/>
                  </a:lnTo>
                  <a:lnTo>
                    <a:pt x="7458852" y="4257884"/>
                  </a:lnTo>
                  <a:lnTo>
                    <a:pt x="7355453" y="4286663"/>
                  </a:lnTo>
                  <a:lnTo>
                    <a:pt x="7247902" y="4312653"/>
                  </a:lnTo>
                  <a:lnTo>
                    <a:pt x="7138214" y="4335850"/>
                  </a:lnTo>
                  <a:lnTo>
                    <a:pt x="7029084" y="4356209"/>
                  </a:lnTo>
                  <a:lnTo>
                    <a:pt x="6923772" y="4373672"/>
                  </a:lnTo>
                  <a:lnTo>
                    <a:pt x="6825848" y="4388205"/>
                  </a:lnTo>
                  <a:lnTo>
                    <a:pt x="6738796" y="4399840"/>
                  </a:lnTo>
                  <a:lnTo>
                    <a:pt x="6665541" y="4408705"/>
                  </a:lnTo>
                  <a:lnTo>
                    <a:pt x="6607979" y="4415040"/>
                  </a:lnTo>
                  <a:lnTo>
                    <a:pt x="6566636" y="4419193"/>
                  </a:lnTo>
                  <a:lnTo>
                    <a:pt x="6540516" y="4421596"/>
                  </a:lnTo>
                  <a:lnTo>
                    <a:pt x="6527143" y="4422726"/>
                  </a:lnTo>
                  <a:lnTo>
                    <a:pt x="6522735" y="4423069"/>
                  </a:lnTo>
                  <a:lnTo>
                    <a:pt x="6522385" y="4423095"/>
                  </a:lnTo>
                  <a:lnTo>
                    <a:pt x="5527445" y="4423095"/>
                  </a:lnTo>
                  <a:lnTo>
                    <a:pt x="5526319" y="4423073"/>
                  </a:lnTo>
                  <a:lnTo>
                    <a:pt x="5518884" y="4422921"/>
                  </a:lnTo>
                  <a:lnTo>
                    <a:pt x="5500039" y="4422502"/>
                  </a:lnTo>
                  <a:lnTo>
                    <a:pt x="5466089" y="4421675"/>
                  </a:lnTo>
                  <a:lnTo>
                    <a:pt x="5414965" y="4420308"/>
                  </a:lnTo>
                  <a:lnTo>
                    <a:pt x="5346375" y="4418288"/>
                  </a:lnTo>
                  <a:lnTo>
                    <a:pt x="5261754" y="4415530"/>
                  </a:lnTo>
                  <a:lnTo>
                    <a:pt x="5163943" y="4411984"/>
                  </a:lnTo>
                  <a:lnTo>
                    <a:pt x="5056679" y="4407632"/>
                  </a:lnTo>
                  <a:lnTo>
                    <a:pt x="4944002" y="4402476"/>
                  </a:lnTo>
                  <a:lnTo>
                    <a:pt x="4829730" y="4396532"/>
                  </a:lnTo>
                  <a:lnTo>
                    <a:pt x="4717092" y="4389816"/>
                  </a:lnTo>
                  <a:lnTo>
                    <a:pt x="4608541" y="4382331"/>
                  </a:lnTo>
                  <a:lnTo>
                    <a:pt x="4505729" y="4374064"/>
                  </a:lnTo>
                  <a:lnTo>
                    <a:pt x="4409589" y="4364977"/>
                  </a:lnTo>
                  <a:lnTo>
                    <a:pt x="4320469" y="4355009"/>
                  </a:lnTo>
                  <a:lnTo>
                    <a:pt x="4238272" y="4344071"/>
                  </a:lnTo>
                  <a:lnTo>
                    <a:pt x="4162596" y="4332054"/>
                  </a:lnTo>
                  <a:lnTo>
                    <a:pt x="4092840" y="4318825"/>
                  </a:lnTo>
                  <a:lnTo>
                    <a:pt x="4028287" y="4304239"/>
                  </a:lnTo>
                  <a:lnTo>
                    <a:pt x="3968172" y="4288142"/>
                  </a:lnTo>
                  <a:lnTo>
                    <a:pt x="3911723" y="4270391"/>
                  </a:lnTo>
                  <a:lnTo>
                    <a:pt x="3858208" y="4250873"/>
                  </a:lnTo>
                  <a:lnTo>
                    <a:pt x="3820202" y="4235305"/>
                  </a:lnTo>
                  <a:lnTo>
                    <a:pt x="3763940" y="4209588"/>
                  </a:lnTo>
                  <a:lnTo>
                    <a:pt x="3709334" y="4181511"/>
                  </a:lnTo>
                  <a:lnTo>
                    <a:pt x="3655820" y="4151033"/>
                  </a:lnTo>
                  <a:lnTo>
                    <a:pt x="3602971" y="4118177"/>
                  </a:lnTo>
                  <a:lnTo>
                    <a:pt x="3550473" y="4083035"/>
                  </a:lnTo>
                  <a:lnTo>
                    <a:pt x="3498105" y="4045776"/>
                  </a:lnTo>
                  <a:lnTo>
                    <a:pt x="3445729" y="4006649"/>
                  </a:lnTo>
                  <a:lnTo>
                    <a:pt x="3393273" y="3965974"/>
                  </a:lnTo>
                  <a:lnTo>
                    <a:pt x="3340718" y="3924140"/>
                  </a:lnTo>
                  <a:lnTo>
                    <a:pt x="3288088" y="3881587"/>
                  </a:lnTo>
                  <a:lnTo>
                    <a:pt x="3235429" y="3838786"/>
                  </a:lnTo>
                  <a:lnTo>
                    <a:pt x="3182798" y="3796222"/>
                  </a:lnTo>
                  <a:lnTo>
                    <a:pt x="3130241" y="3754368"/>
                  </a:lnTo>
                  <a:lnTo>
                    <a:pt x="3077783" y="3713664"/>
                  </a:lnTo>
                  <a:lnTo>
                    <a:pt x="3025406" y="3674500"/>
                  </a:lnTo>
                  <a:lnTo>
                    <a:pt x="2973040" y="3637198"/>
                  </a:lnTo>
                  <a:lnTo>
                    <a:pt x="2920546" y="3602008"/>
                  </a:lnTo>
                  <a:lnTo>
                    <a:pt x="2867708" y="3569102"/>
                  </a:lnTo>
                  <a:lnTo>
                    <a:pt x="2814212" y="3538572"/>
                  </a:lnTo>
                  <a:lnTo>
                    <a:pt x="2759635" y="3510444"/>
                  </a:lnTo>
                  <a:lnTo>
                    <a:pt x="2703416" y="3484677"/>
                  </a:lnTo>
                  <a:lnTo>
                    <a:pt x="2702183" y="3484148"/>
                  </a:lnTo>
                  <a:lnTo>
                    <a:pt x="2650407" y="3463294"/>
                  </a:lnTo>
                  <a:lnTo>
                    <a:pt x="2596191" y="3444246"/>
                  </a:lnTo>
                  <a:lnTo>
                    <a:pt x="2538855" y="3426940"/>
                  </a:lnTo>
                  <a:lnTo>
                    <a:pt x="2477652" y="3411254"/>
                  </a:lnTo>
                  <a:lnTo>
                    <a:pt x="2411810" y="3397038"/>
                  </a:lnTo>
                  <a:lnTo>
                    <a:pt x="2340569" y="3384141"/>
                  </a:lnTo>
                  <a:lnTo>
                    <a:pt x="2263237" y="3372418"/>
                  </a:lnTo>
                  <a:lnTo>
                    <a:pt x="2179256" y="3361744"/>
                  </a:lnTo>
                  <a:lnTo>
                    <a:pt x="2088290" y="3352014"/>
                  </a:lnTo>
                  <a:lnTo>
                    <a:pt x="1990349" y="3343146"/>
                  </a:lnTo>
                  <a:lnTo>
                    <a:pt x="1885917" y="3335087"/>
                  </a:lnTo>
                  <a:lnTo>
                    <a:pt x="1776103" y="3327804"/>
                  </a:lnTo>
                  <a:lnTo>
                    <a:pt x="1662767" y="3321289"/>
                  </a:lnTo>
                  <a:lnTo>
                    <a:pt x="1548572" y="3315550"/>
                  </a:lnTo>
                  <a:lnTo>
                    <a:pt x="1436927" y="3310603"/>
                  </a:lnTo>
                  <a:lnTo>
                    <a:pt x="1331750" y="3306462"/>
                  </a:lnTo>
                  <a:lnTo>
                    <a:pt x="1237059" y="3303126"/>
                  </a:lnTo>
                  <a:lnTo>
                    <a:pt x="1156410" y="3300568"/>
                  </a:lnTo>
                  <a:lnTo>
                    <a:pt x="1092323" y="3298728"/>
                  </a:lnTo>
                  <a:lnTo>
                    <a:pt x="1045798" y="3297515"/>
                  </a:lnTo>
                  <a:lnTo>
                    <a:pt x="1016074" y="3296808"/>
                  </a:lnTo>
                  <a:lnTo>
                    <a:pt x="1000635" y="3296472"/>
                  </a:lnTo>
                  <a:lnTo>
                    <a:pt x="995399" y="3296367"/>
                  </a:lnTo>
                  <a:lnTo>
                    <a:pt x="994940" y="3296358"/>
                  </a:lnTo>
                  <a:lnTo>
                    <a:pt x="0" y="3296358"/>
                  </a:lnTo>
                  <a:lnTo>
                    <a:pt x="0" y="32963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0" name="pg1379"/>
            <p:cNvSpPr/>
            <p:nvPr/>
          </p:nvSpPr>
          <p:spPr>
            <a:xfrm>
              <a:off x="1199187" y="1708282"/>
              <a:ext cx="12049831" cy="3437855"/>
            </a:xfrm>
            <a:custGeom>
              <a:avLst/>
              <a:pathLst>
                <a:path w="12049831" h="3437855">
                  <a:moveTo>
                    <a:pt x="0" y="3437855"/>
                  </a:moveTo>
                  <a:lnTo>
                    <a:pt x="994940" y="3437855"/>
                  </a:lnTo>
                  <a:lnTo>
                    <a:pt x="996034" y="3437812"/>
                  </a:lnTo>
                  <a:lnTo>
                    <a:pt x="1003261" y="3437505"/>
                  </a:lnTo>
                  <a:lnTo>
                    <a:pt x="1021595" y="3436656"/>
                  </a:lnTo>
                  <a:lnTo>
                    <a:pt x="1054658" y="3434983"/>
                  </a:lnTo>
                  <a:lnTo>
                    <a:pt x="1104519" y="3432217"/>
                  </a:lnTo>
                  <a:lnTo>
                    <a:pt x="1171536" y="3428126"/>
                  </a:lnTo>
                  <a:lnTo>
                    <a:pt x="1254401" y="3422536"/>
                  </a:lnTo>
                  <a:lnTo>
                    <a:pt x="1350425" y="3415341"/>
                  </a:lnTo>
                  <a:lnTo>
                    <a:pt x="1456023" y="3406498"/>
                  </a:lnTo>
                  <a:lnTo>
                    <a:pt x="1567274" y="3396011"/>
                  </a:lnTo>
                  <a:lnTo>
                    <a:pt x="1680432" y="3383912"/>
                  </a:lnTo>
                  <a:lnTo>
                    <a:pt x="1792292" y="3370231"/>
                  </a:lnTo>
                  <a:lnTo>
                    <a:pt x="1900383" y="3354981"/>
                  </a:lnTo>
                  <a:lnTo>
                    <a:pt x="2003008" y="3338138"/>
                  </a:lnTo>
                  <a:lnTo>
                    <a:pt x="2099177" y="3319634"/>
                  </a:lnTo>
                  <a:lnTo>
                    <a:pt x="2188482" y="3299349"/>
                  </a:lnTo>
                  <a:lnTo>
                    <a:pt x="2270960" y="3277116"/>
                  </a:lnTo>
                  <a:lnTo>
                    <a:pt x="2346961" y="3252718"/>
                  </a:lnTo>
                  <a:lnTo>
                    <a:pt x="2417044" y="3225895"/>
                  </a:lnTo>
                  <a:lnTo>
                    <a:pt x="2481888" y="3196355"/>
                  </a:lnTo>
                  <a:lnTo>
                    <a:pt x="2542234" y="3163789"/>
                  </a:lnTo>
                  <a:lnTo>
                    <a:pt x="2598831" y="3127898"/>
                  </a:lnTo>
                  <a:lnTo>
                    <a:pt x="2652402" y="3088437"/>
                  </a:lnTo>
                  <a:lnTo>
                    <a:pt x="2702183" y="3046555"/>
                  </a:lnTo>
                  <a:lnTo>
                    <a:pt x="2749394" y="3002043"/>
                  </a:lnTo>
                  <a:lnTo>
                    <a:pt x="2795373" y="2954105"/>
                  </a:lnTo>
                  <a:lnTo>
                    <a:pt x="2840473" y="2902672"/>
                  </a:lnTo>
                  <a:lnTo>
                    <a:pt x="2884974" y="2847738"/>
                  </a:lnTo>
                  <a:lnTo>
                    <a:pt x="2929095" y="2789365"/>
                  </a:lnTo>
                  <a:lnTo>
                    <a:pt x="2973005" y="2727690"/>
                  </a:lnTo>
                  <a:lnTo>
                    <a:pt x="3016828" y="2662931"/>
                  </a:lnTo>
                  <a:lnTo>
                    <a:pt x="3060647" y="2595384"/>
                  </a:lnTo>
                  <a:lnTo>
                    <a:pt x="3104512" y="2525423"/>
                  </a:lnTo>
                  <a:lnTo>
                    <a:pt x="3148446" y="2453492"/>
                  </a:lnTo>
                  <a:lnTo>
                    <a:pt x="3192445" y="2380097"/>
                  </a:lnTo>
                  <a:lnTo>
                    <a:pt x="3236493" y="2305788"/>
                  </a:lnTo>
                  <a:lnTo>
                    <a:pt x="3280558" y="2231148"/>
                  </a:lnTo>
                  <a:lnTo>
                    <a:pt x="3324610" y="2156768"/>
                  </a:lnTo>
                  <a:lnTo>
                    <a:pt x="3368616" y="2083232"/>
                  </a:lnTo>
                  <a:lnTo>
                    <a:pt x="3412558" y="2011096"/>
                  </a:lnTo>
                  <a:lnTo>
                    <a:pt x="3456432" y="1940871"/>
                  </a:lnTo>
                  <a:lnTo>
                    <a:pt x="3500254" y="1873011"/>
                  </a:lnTo>
                  <a:lnTo>
                    <a:pt x="3544073" y="1807897"/>
                  </a:lnTo>
                  <a:lnTo>
                    <a:pt x="3587967" y="1745836"/>
                  </a:lnTo>
                  <a:lnTo>
                    <a:pt x="3632054" y="1687054"/>
                  </a:lnTo>
                  <a:lnTo>
                    <a:pt x="3676498" y="1631699"/>
                  </a:lnTo>
                  <a:lnTo>
                    <a:pt x="3721512" y="1579841"/>
                  </a:lnTo>
                  <a:lnTo>
                    <a:pt x="3767368" y="1531483"/>
                  </a:lnTo>
                  <a:lnTo>
                    <a:pt x="3814408" y="1486562"/>
                  </a:lnTo>
                  <a:lnTo>
                    <a:pt x="3820202" y="1481352"/>
                  </a:lnTo>
                  <a:lnTo>
                    <a:pt x="3871463" y="1438303"/>
                  </a:lnTo>
                  <a:lnTo>
                    <a:pt x="3925110" y="1398946"/>
                  </a:lnTo>
                  <a:lnTo>
                    <a:pt x="3981803" y="1363153"/>
                  </a:lnTo>
                  <a:lnTo>
                    <a:pt x="4042265" y="1330677"/>
                  </a:lnTo>
                  <a:lnTo>
                    <a:pt x="4107248" y="1301217"/>
                  </a:lnTo>
                  <a:lnTo>
                    <a:pt x="4177489" y="1274467"/>
                  </a:lnTo>
                  <a:lnTo>
                    <a:pt x="4253666" y="1250133"/>
                  </a:lnTo>
                  <a:lnTo>
                    <a:pt x="4336333" y="1227958"/>
                  </a:lnTo>
                  <a:lnTo>
                    <a:pt x="4425834" y="1207726"/>
                  </a:lnTo>
                  <a:lnTo>
                    <a:pt x="4522194" y="1189270"/>
                  </a:lnTo>
                  <a:lnTo>
                    <a:pt x="4624990" y="1172473"/>
                  </a:lnTo>
                  <a:lnTo>
                    <a:pt x="4733215" y="1157267"/>
                  </a:lnTo>
                  <a:lnTo>
                    <a:pt x="4845149" y="1143631"/>
                  </a:lnTo>
                  <a:lnTo>
                    <a:pt x="4958300" y="1131577"/>
                  </a:lnTo>
                  <a:lnTo>
                    <a:pt x="5069444" y="1121136"/>
                  </a:lnTo>
                  <a:lnTo>
                    <a:pt x="5174825" y="1112340"/>
                  </a:lnTo>
                  <a:lnTo>
                    <a:pt x="5270523" y="1105191"/>
                  </a:lnTo>
                  <a:lnTo>
                    <a:pt x="5352971" y="1099645"/>
                  </a:lnTo>
                  <a:lnTo>
                    <a:pt x="5419514" y="1095595"/>
                  </a:lnTo>
                  <a:lnTo>
                    <a:pt x="5468887" y="1092863"/>
                  </a:lnTo>
                  <a:lnTo>
                    <a:pt x="5501497" y="1091217"/>
                  </a:lnTo>
                  <a:lnTo>
                    <a:pt x="5519460" y="1090387"/>
                  </a:lnTo>
                  <a:lnTo>
                    <a:pt x="5526440" y="1090091"/>
                  </a:lnTo>
                  <a:lnTo>
                    <a:pt x="5527445" y="1090051"/>
                  </a:lnTo>
                  <a:lnTo>
                    <a:pt x="6522385" y="1090051"/>
                  </a:lnTo>
                  <a:lnTo>
                    <a:pt x="6523513" y="1090031"/>
                  </a:lnTo>
                  <a:lnTo>
                    <a:pt x="6530952" y="1089884"/>
                  </a:lnTo>
                  <a:lnTo>
                    <a:pt x="6549809" y="1089480"/>
                  </a:lnTo>
                  <a:lnTo>
                    <a:pt x="6583778" y="1088683"/>
                  </a:lnTo>
                  <a:lnTo>
                    <a:pt x="6634931" y="1087366"/>
                  </a:lnTo>
                  <a:lnTo>
                    <a:pt x="6703556" y="1085420"/>
                  </a:lnTo>
                  <a:lnTo>
                    <a:pt x="6788217" y="1082764"/>
                  </a:lnTo>
                  <a:lnTo>
                    <a:pt x="6886068" y="1079348"/>
                  </a:lnTo>
                  <a:lnTo>
                    <a:pt x="6993369" y="1075155"/>
                  </a:lnTo>
                  <a:lnTo>
                    <a:pt x="7106078" y="1070188"/>
                  </a:lnTo>
                  <a:lnTo>
                    <a:pt x="7220374" y="1064463"/>
                  </a:lnTo>
                  <a:lnTo>
                    <a:pt x="7333029" y="1057993"/>
                  </a:lnTo>
                  <a:lnTo>
                    <a:pt x="7441591" y="1050783"/>
                  </a:lnTo>
                  <a:lnTo>
                    <a:pt x="7544407" y="1042820"/>
                  </a:lnTo>
                  <a:lnTo>
                    <a:pt x="7640545" y="1034066"/>
                  </a:lnTo>
                  <a:lnTo>
                    <a:pt x="7729661" y="1024464"/>
                  </a:lnTo>
                  <a:lnTo>
                    <a:pt x="7811852" y="1013927"/>
                  </a:lnTo>
                  <a:lnTo>
                    <a:pt x="7887520" y="1002350"/>
                  </a:lnTo>
                  <a:lnTo>
                    <a:pt x="7957269" y="989606"/>
                  </a:lnTo>
                  <a:lnTo>
                    <a:pt x="8021815" y="975554"/>
                  </a:lnTo>
                  <a:lnTo>
                    <a:pt x="8081926" y="960046"/>
                  </a:lnTo>
                  <a:lnTo>
                    <a:pt x="8138371" y="942943"/>
                  </a:lnTo>
                  <a:lnTo>
                    <a:pt x="8191886" y="924139"/>
                  </a:lnTo>
                  <a:lnTo>
                    <a:pt x="8229629" y="909250"/>
                  </a:lnTo>
                  <a:lnTo>
                    <a:pt x="8286209" y="884340"/>
                  </a:lnTo>
                  <a:lnTo>
                    <a:pt x="8341119" y="857132"/>
                  </a:lnTo>
                  <a:lnTo>
                    <a:pt x="8394929" y="827586"/>
                  </a:lnTo>
                  <a:lnTo>
                    <a:pt x="8448073" y="795724"/>
                  </a:lnTo>
                  <a:lnTo>
                    <a:pt x="8500867" y="761639"/>
                  </a:lnTo>
                  <a:lnTo>
                    <a:pt x="8553535" y="725499"/>
                  </a:lnTo>
                  <a:lnTo>
                    <a:pt x="8606215" y="687548"/>
                  </a:lnTo>
                  <a:lnTo>
                    <a:pt x="8658978" y="648105"/>
                  </a:lnTo>
                  <a:lnTo>
                    <a:pt x="8711839" y="607552"/>
                  </a:lnTo>
                  <a:lnTo>
                    <a:pt x="8764776" y="566321"/>
                  </a:lnTo>
                  <a:lnTo>
                    <a:pt x="8817738" y="524876"/>
                  </a:lnTo>
                  <a:lnTo>
                    <a:pt x="8870669" y="483692"/>
                  </a:lnTo>
                  <a:lnTo>
                    <a:pt x="8923521" y="443230"/>
                  </a:lnTo>
                  <a:lnTo>
                    <a:pt x="8976274" y="403918"/>
                  </a:lnTo>
                  <a:lnTo>
                    <a:pt x="9028949" y="366133"/>
                  </a:lnTo>
                  <a:lnTo>
                    <a:pt x="9081622" y="330187"/>
                  </a:lnTo>
                  <a:lnTo>
                    <a:pt x="9134439" y="296315"/>
                  </a:lnTo>
                  <a:lnTo>
                    <a:pt x="9187633" y="264680"/>
                  </a:lnTo>
                  <a:lnTo>
                    <a:pt x="9241531" y="235365"/>
                  </a:lnTo>
                  <a:lnTo>
                    <a:pt x="9296577" y="208387"/>
                  </a:lnTo>
                  <a:lnTo>
                    <a:pt x="9347647" y="186042"/>
                  </a:lnTo>
                  <a:lnTo>
                    <a:pt x="9399435" y="165960"/>
                  </a:lnTo>
                  <a:lnTo>
                    <a:pt x="9453664" y="147617"/>
                  </a:lnTo>
                  <a:lnTo>
                    <a:pt x="9511015" y="130953"/>
                  </a:lnTo>
                  <a:lnTo>
                    <a:pt x="9572234" y="115848"/>
                  </a:lnTo>
                  <a:lnTo>
                    <a:pt x="9638096" y="102160"/>
                  </a:lnTo>
                  <a:lnTo>
                    <a:pt x="9709359" y="89741"/>
                  </a:lnTo>
                  <a:lnTo>
                    <a:pt x="9786717" y="78453"/>
                  </a:lnTo>
                  <a:lnTo>
                    <a:pt x="9870728" y="68176"/>
                  </a:lnTo>
                  <a:lnTo>
                    <a:pt x="9961726" y="58807"/>
                  </a:lnTo>
                  <a:lnTo>
                    <a:pt x="10059703" y="50269"/>
                  </a:lnTo>
                  <a:lnTo>
                    <a:pt x="10164172" y="42510"/>
                  </a:lnTo>
                  <a:lnTo>
                    <a:pt x="10274021" y="35498"/>
                  </a:lnTo>
                  <a:lnTo>
                    <a:pt x="10387388" y="29227"/>
                  </a:lnTo>
                  <a:lnTo>
                    <a:pt x="10501606" y="23702"/>
                  </a:lnTo>
                  <a:lnTo>
                    <a:pt x="10613261" y="18941"/>
                  </a:lnTo>
                  <a:lnTo>
                    <a:pt x="10718432" y="14956"/>
                  </a:lnTo>
                  <a:lnTo>
                    <a:pt x="10813099" y="11746"/>
                  </a:lnTo>
                  <a:lnTo>
                    <a:pt x="10893706" y="9285"/>
                  </a:lnTo>
                  <a:lnTo>
                    <a:pt x="10957737" y="7516"/>
                  </a:lnTo>
                  <a:lnTo>
                    <a:pt x="11004198" y="6350"/>
                  </a:lnTo>
                  <a:lnTo>
                    <a:pt x="11033858" y="5670"/>
                  </a:lnTo>
                  <a:lnTo>
                    <a:pt x="11049242" y="5348"/>
                  </a:lnTo>
                  <a:lnTo>
                    <a:pt x="11054441" y="524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4" y="20"/>
                  </a:lnTo>
                  <a:lnTo>
                    <a:pt x="11046324" y="166"/>
                  </a:lnTo>
                  <a:lnTo>
                    <a:pt x="11027468" y="571"/>
                  </a:lnTo>
                  <a:lnTo>
                    <a:pt x="10993498" y="1368"/>
                  </a:lnTo>
                  <a:lnTo>
                    <a:pt x="10942345" y="2685"/>
                  </a:lnTo>
                  <a:lnTo>
                    <a:pt x="10873720" y="4631"/>
                  </a:lnTo>
                  <a:lnTo>
                    <a:pt x="10789059" y="7287"/>
                  </a:lnTo>
                  <a:lnTo>
                    <a:pt x="10691208" y="10703"/>
                  </a:lnTo>
                  <a:lnTo>
                    <a:pt x="10583907" y="14896"/>
                  </a:lnTo>
                  <a:lnTo>
                    <a:pt x="10471198" y="19863"/>
                  </a:lnTo>
                  <a:lnTo>
                    <a:pt x="10356902" y="25588"/>
                  </a:lnTo>
                  <a:lnTo>
                    <a:pt x="10244247" y="32058"/>
                  </a:lnTo>
                  <a:lnTo>
                    <a:pt x="10135686" y="39268"/>
                  </a:lnTo>
                  <a:lnTo>
                    <a:pt x="10032870" y="47231"/>
                  </a:lnTo>
                  <a:lnTo>
                    <a:pt x="9936732" y="55984"/>
                  </a:lnTo>
                  <a:lnTo>
                    <a:pt x="9847615" y="65587"/>
                  </a:lnTo>
                  <a:lnTo>
                    <a:pt x="9765425" y="76124"/>
                  </a:lnTo>
                  <a:lnTo>
                    <a:pt x="9689756" y="87701"/>
                  </a:lnTo>
                  <a:lnTo>
                    <a:pt x="9620007" y="100445"/>
                  </a:lnTo>
                  <a:lnTo>
                    <a:pt x="9555461" y="114497"/>
                  </a:lnTo>
                  <a:lnTo>
                    <a:pt x="9495351" y="130005"/>
                  </a:lnTo>
                  <a:lnTo>
                    <a:pt x="9438905" y="147107"/>
                  </a:lnTo>
                  <a:lnTo>
                    <a:pt x="9385391" y="165912"/>
                  </a:lnTo>
                  <a:lnTo>
                    <a:pt x="9347647" y="180801"/>
                  </a:lnTo>
                  <a:lnTo>
                    <a:pt x="9291067" y="205711"/>
                  </a:lnTo>
                  <a:lnTo>
                    <a:pt x="9236158" y="232919"/>
                  </a:lnTo>
                  <a:lnTo>
                    <a:pt x="9182347" y="262465"/>
                  </a:lnTo>
                  <a:lnTo>
                    <a:pt x="9129204" y="294327"/>
                  </a:lnTo>
                  <a:lnTo>
                    <a:pt x="9076409" y="328412"/>
                  </a:lnTo>
                  <a:lnTo>
                    <a:pt x="9023742" y="364552"/>
                  </a:lnTo>
                  <a:lnTo>
                    <a:pt x="8971062" y="402503"/>
                  </a:lnTo>
                  <a:lnTo>
                    <a:pt x="8918299" y="441946"/>
                  </a:lnTo>
                  <a:lnTo>
                    <a:pt x="8865437" y="482499"/>
                  </a:lnTo>
                  <a:lnTo>
                    <a:pt x="8812501" y="523730"/>
                  </a:lnTo>
                  <a:lnTo>
                    <a:pt x="8759539" y="565175"/>
                  </a:lnTo>
                  <a:lnTo>
                    <a:pt x="8706608" y="606359"/>
                  </a:lnTo>
                  <a:lnTo>
                    <a:pt x="8653755" y="646821"/>
                  </a:lnTo>
                  <a:lnTo>
                    <a:pt x="8601002" y="686133"/>
                  </a:lnTo>
                  <a:lnTo>
                    <a:pt x="8548328" y="723918"/>
                  </a:lnTo>
                  <a:lnTo>
                    <a:pt x="8495655" y="759864"/>
                  </a:lnTo>
                  <a:lnTo>
                    <a:pt x="8442837" y="793736"/>
                  </a:lnTo>
                  <a:lnTo>
                    <a:pt x="8389644" y="825371"/>
                  </a:lnTo>
                  <a:lnTo>
                    <a:pt x="8335746" y="854686"/>
                  </a:lnTo>
                  <a:lnTo>
                    <a:pt x="8280699" y="881664"/>
                  </a:lnTo>
                  <a:lnTo>
                    <a:pt x="8229629" y="904009"/>
                  </a:lnTo>
                  <a:lnTo>
                    <a:pt x="8177841" y="924091"/>
                  </a:lnTo>
                  <a:lnTo>
                    <a:pt x="8123612" y="942434"/>
                  </a:lnTo>
                  <a:lnTo>
                    <a:pt x="8066262" y="959098"/>
                  </a:lnTo>
                  <a:lnTo>
                    <a:pt x="8005043" y="974203"/>
                  </a:lnTo>
                  <a:lnTo>
                    <a:pt x="7939181" y="987891"/>
                  </a:lnTo>
                  <a:lnTo>
                    <a:pt x="7867918" y="1000310"/>
                  </a:lnTo>
                  <a:lnTo>
                    <a:pt x="7790560" y="1011598"/>
                  </a:lnTo>
                  <a:lnTo>
                    <a:pt x="7706549" y="1021875"/>
                  </a:lnTo>
                  <a:lnTo>
                    <a:pt x="7615550" y="1031244"/>
                  </a:lnTo>
                  <a:lnTo>
                    <a:pt x="7517573" y="1039781"/>
                  </a:lnTo>
                  <a:lnTo>
                    <a:pt x="7413104" y="1047541"/>
                  </a:lnTo>
                  <a:lnTo>
                    <a:pt x="7303256" y="1054553"/>
                  </a:lnTo>
                  <a:lnTo>
                    <a:pt x="7189888" y="1060824"/>
                  </a:lnTo>
                  <a:lnTo>
                    <a:pt x="7075671" y="1066349"/>
                  </a:lnTo>
                  <a:lnTo>
                    <a:pt x="6964015" y="1071110"/>
                  </a:lnTo>
                  <a:lnTo>
                    <a:pt x="6858845" y="1075095"/>
                  </a:lnTo>
                  <a:lnTo>
                    <a:pt x="6764177" y="1078305"/>
                  </a:lnTo>
                  <a:lnTo>
                    <a:pt x="6683571" y="1080766"/>
                  </a:lnTo>
                  <a:lnTo>
                    <a:pt x="6619539" y="1082535"/>
                  </a:lnTo>
                  <a:lnTo>
                    <a:pt x="6573078" y="1083701"/>
                  </a:lnTo>
                  <a:lnTo>
                    <a:pt x="6543419" y="1084380"/>
                  </a:lnTo>
                  <a:lnTo>
                    <a:pt x="6528035" y="1084703"/>
                  </a:lnTo>
                  <a:lnTo>
                    <a:pt x="6522835" y="1084803"/>
                  </a:lnTo>
                  <a:lnTo>
                    <a:pt x="6522385" y="1084811"/>
                  </a:lnTo>
                  <a:lnTo>
                    <a:pt x="5527445" y="1084811"/>
                  </a:lnTo>
                  <a:lnTo>
                    <a:pt x="5526351" y="1084854"/>
                  </a:lnTo>
                  <a:lnTo>
                    <a:pt x="5519124" y="1085161"/>
                  </a:lnTo>
                  <a:lnTo>
                    <a:pt x="5500790" y="1086010"/>
                  </a:lnTo>
                  <a:lnTo>
                    <a:pt x="5467727" y="1087683"/>
                  </a:lnTo>
                  <a:lnTo>
                    <a:pt x="5417866" y="1090450"/>
                  </a:lnTo>
                  <a:lnTo>
                    <a:pt x="5350849" y="1094540"/>
                  </a:lnTo>
                  <a:lnTo>
                    <a:pt x="5267984" y="1100130"/>
                  </a:lnTo>
                  <a:lnTo>
                    <a:pt x="5171960" y="1107325"/>
                  </a:lnTo>
                  <a:lnTo>
                    <a:pt x="5066362" y="1116168"/>
                  </a:lnTo>
                  <a:lnTo>
                    <a:pt x="4955111" y="1126655"/>
                  </a:lnTo>
                  <a:lnTo>
                    <a:pt x="4841953" y="1138755"/>
                  </a:lnTo>
                  <a:lnTo>
                    <a:pt x="4730093" y="1152435"/>
                  </a:lnTo>
                  <a:lnTo>
                    <a:pt x="4622002" y="1167685"/>
                  </a:lnTo>
                  <a:lnTo>
                    <a:pt x="4519377" y="1184528"/>
                  </a:lnTo>
                  <a:lnTo>
                    <a:pt x="4423208" y="1203032"/>
                  </a:lnTo>
                  <a:lnTo>
                    <a:pt x="4333903" y="1223317"/>
                  </a:lnTo>
                  <a:lnTo>
                    <a:pt x="4251425" y="1245550"/>
                  </a:lnTo>
                  <a:lnTo>
                    <a:pt x="4175424" y="1269948"/>
                  </a:lnTo>
                  <a:lnTo>
                    <a:pt x="4105341" y="1296771"/>
                  </a:lnTo>
                  <a:lnTo>
                    <a:pt x="4040497" y="1326311"/>
                  </a:lnTo>
                  <a:lnTo>
                    <a:pt x="3980151" y="1358878"/>
                  </a:lnTo>
                  <a:lnTo>
                    <a:pt x="3923554" y="1394769"/>
                  </a:lnTo>
                  <a:lnTo>
                    <a:pt x="3869983" y="1434229"/>
                  </a:lnTo>
                  <a:lnTo>
                    <a:pt x="3820202" y="1476111"/>
                  </a:lnTo>
                  <a:lnTo>
                    <a:pt x="3772991" y="1520623"/>
                  </a:lnTo>
                  <a:lnTo>
                    <a:pt x="3727012" y="1568561"/>
                  </a:lnTo>
                  <a:lnTo>
                    <a:pt x="3681912" y="1619994"/>
                  </a:lnTo>
                  <a:lnTo>
                    <a:pt x="3637411" y="1674928"/>
                  </a:lnTo>
                  <a:lnTo>
                    <a:pt x="3593290" y="1733301"/>
                  </a:lnTo>
                  <a:lnTo>
                    <a:pt x="3549380" y="1794976"/>
                  </a:lnTo>
                  <a:lnTo>
                    <a:pt x="3505557" y="1859735"/>
                  </a:lnTo>
                  <a:lnTo>
                    <a:pt x="3461738" y="1927282"/>
                  </a:lnTo>
                  <a:lnTo>
                    <a:pt x="3417873" y="1997243"/>
                  </a:lnTo>
                  <a:lnTo>
                    <a:pt x="3373939" y="2069174"/>
                  </a:lnTo>
                  <a:lnTo>
                    <a:pt x="3329940" y="2142570"/>
                  </a:lnTo>
                  <a:lnTo>
                    <a:pt x="3285892" y="2216878"/>
                  </a:lnTo>
                  <a:lnTo>
                    <a:pt x="3241827" y="2291518"/>
                  </a:lnTo>
                  <a:lnTo>
                    <a:pt x="3197775" y="2365898"/>
                  </a:lnTo>
                  <a:lnTo>
                    <a:pt x="3153769" y="2439434"/>
                  </a:lnTo>
                  <a:lnTo>
                    <a:pt x="3109827" y="2511570"/>
                  </a:lnTo>
                  <a:lnTo>
                    <a:pt x="3065953" y="2581795"/>
                  </a:lnTo>
                  <a:lnTo>
                    <a:pt x="3022131" y="2649656"/>
                  </a:lnTo>
                  <a:lnTo>
                    <a:pt x="2978312" y="2714770"/>
                  </a:lnTo>
                  <a:lnTo>
                    <a:pt x="2934418" y="2776831"/>
                  </a:lnTo>
                  <a:lnTo>
                    <a:pt x="2890331" y="2835612"/>
                  </a:lnTo>
                  <a:lnTo>
                    <a:pt x="2845887" y="2890968"/>
                  </a:lnTo>
                  <a:lnTo>
                    <a:pt x="2800873" y="2942825"/>
                  </a:lnTo>
                  <a:lnTo>
                    <a:pt x="2755017" y="2991184"/>
                  </a:lnTo>
                  <a:lnTo>
                    <a:pt x="2707977" y="3036105"/>
                  </a:lnTo>
                  <a:lnTo>
                    <a:pt x="2702183" y="3041314"/>
                  </a:lnTo>
                  <a:lnTo>
                    <a:pt x="2650922" y="3084363"/>
                  </a:lnTo>
                  <a:lnTo>
                    <a:pt x="2597275" y="3123720"/>
                  </a:lnTo>
                  <a:lnTo>
                    <a:pt x="2540582" y="3159513"/>
                  </a:lnTo>
                  <a:lnTo>
                    <a:pt x="2480120" y="3191990"/>
                  </a:lnTo>
                  <a:lnTo>
                    <a:pt x="2415137" y="3221449"/>
                  </a:lnTo>
                  <a:lnTo>
                    <a:pt x="2344896" y="3248199"/>
                  </a:lnTo>
                  <a:lnTo>
                    <a:pt x="2268719" y="3272533"/>
                  </a:lnTo>
                  <a:lnTo>
                    <a:pt x="2186052" y="3294708"/>
                  </a:lnTo>
                  <a:lnTo>
                    <a:pt x="2096551" y="3314940"/>
                  </a:lnTo>
                  <a:lnTo>
                    <a:pt x="2000191" y="3333396"/>
                  </a:lnTo>
                  <a:lnTo>
                    <a:pt x="1897395" y="3350193"/>
                  </a:lnTo>
                  <a:lnTo>
                    <a:pt x="1789170" y="3365399"/>
                  </a:lnTo>
                  <a:lnTo>
                    <a:pt x="1677236" y="3379035"/>
                  </a:lnTo>
                  <a:lnTo>
                    <a:pt x="1564085" y="3391089"/>
                  </a:lnTo>
                  <a:lnTo>
                    <a:pt x="1452941" y="3401530"/>
                  </a:lnTo>
                  <a:lnTo>
                    <a:pt x="1347560" y="3410327"/>
                  </a:lnTo>
                  <a:lnTo>
                    <a:pt x="1251862" y="3417475"/>
                  </a:lnTo>
                  <a:lnTo>
                    <a:pt x="1169414" y="3423021"/>
                  </a:lnTo>
                  <a:lnTo>
                    <a:pt x="1102871" y="3427072"/>
                  </a:lnTo>
                  <a:lnTo>
                    <a:pt x="1053498" y="3429804"/>
                  </a:lnTo>
                  <a:lnTo>
                    <a:pt x="1020888" y="3431450"/>
                  </a:lnTo>
                  <a:lnTo>
                    <a:pt x="1002925" y="3432279"/>
                  </a:lnTo>
                  <a:lnTo>
                    <a:pt x="995945" y="3432575"/>
                  </a:lnTo>
                  <a:lnTo>
                    <a:pt x="994940" y="3432615"/>
                  </a:lnTo>
                  <a:lnTo>
                    <a:pt x="0" y="3432615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81" name="pl1380"/>
            <p:cNvSpPr/>
            <p:nvPr/>
          </p:nvSpPr>
          <p:spPr>
            <a:xfrm>
              <a:off x="1199187" y="1713522"/>
              <a:ext cx="12049831" cy="3432615"/>
            </a:xfrm>
            <a:custGeom>
              <a:avLst/>
              <a:pathLst>
                <a:path w="12049831" h="3432615">
                  <a:moveTo>
                    <a:pt x="0" y="3432615"/>
                  </a:moveTo>
                  <a:lnTo>
                    <a:pt x="994940" y="3432615"/>
                  </a:lnTo>
                  <a:lnTo>
                    <a:pt x="996034" y="3432572"/>
                  </a:lnTo>
                  <a:lnTo>
                    <a:pt x="1003261" y="3432264"/>
                  </a:lnTo>
                  <a:lnTo>
                    <a:pt x="1021595" y="3431416"/>
                  </a:lnTo>
                  <a:lnTo>
                    <a:pt x="1054658" y="3429742"/>
                  </a:lnTo>
                  <a:lnTo>
                    <a:pt x="1104519" y="3426976"/>
                  </a:lnTo>
                  <a:lnTo>
                    <a:pt x="1171536" y="3422885"/>
                  </a:lnTo>
                  <a:lnTo>
                    <a:pt x="1254401" y="3417296"/>
                  </a:lnTo>
                  <a:lnTo>
                    <a:pt x="1350425" y="3410101"/>
                  </a:lnTo>
                  <a:lnTo>
                    <a:pt x="1456023" y="3401257"/>
                  </a:lnTo>
                  <a:lnTo>
                    <a:pt x="1567274" y="3390770"/>
                  </a:lnTo>
                  <a:lnTo>
                    <a:pt x="1680432" y="3378671"/>
                  </a:lnTo>
                  <a:lnTo>
                    <a:pt x="1792292" y="3364990"/>
                  </a:lnTo>
                  <a:lnTo>
                    <a:pt x="1900383" y="3349741"/>
                  </a:lnTo>
                  <a:lnTo>
                    <a:pt x="2003008" y="3332898"/>
                  </a:lnTo>
                  <a:lnTo>
                    <a:pt x="2099177" y="3314393"/>
                  </a:lnTo>
                  <a:lnTo>
                    <a:pt x="2188482" y="3294109"/>
                  </a:lnTo>
                  <a:lnTo>
                    <a:pt x="2270960" y="3271876"/>
                  </a:lnTo>
                  <a:lnTo>
                    <a:pt x="2346961" y="3247477"/>
                  </a:lnTo>
                  <a:lnTo>
                    <a:pt x="2417044" y="3220654"/>
                  </a:lnTo>
                  <a:lnTo>
                    <a:pt x="2481888" y="3191114"/>
                  </a:lnTo>
                  <a:lnTo>
                    <a:pt x="2542234" y="3158548"/>
                  </a:lnTo>
                  <a:lnTo>
                    <a:pt x="2598831" y="3122657"/>
                  </a:lnTo>
                  <a:lnTo>
                    <a:pt x="2652402" y="3083197"/>
                  </a:lnTo>
                  <a:lnTo>
                    <a:pt x="2702183" y="3041314"/>
                  </a:lnTo>
                  <a:lnTo>
                    <a:pt x="2749394" y="2996802"/>
                  </a:lnTo>
                  <a:lnTo>
                    <a:pt x="2795373" y="2948864"/>
                  </a:lnTo>
                  <a:lnTo>
                    <a:pt x="2840473" y="2897432"/>
                  </a:lnTo>
                  <a:lnTo>
                    <a:pt x="2884974" y="2842497"/>
                  </a:lnTo>
                  <a:lnTo>
                    <a:pt x="2929095" y="2784124"/>
                  </a:lnTo>
                  <a:lnTo>
                    <a:pt x="2973005" y="2722450"/>
                  </a:lnTo>
                  <a:lnTo>
                    <a:pt x="3016828" y="2657691"/>
                  </a:lnTo>
                  <a:lnTo>
                    <a:pt x="3060647" y="2590144"/>
                  </a:lnTo>
                  <a:lnTo>
                    <a:pt x="3104512" y="2520182"/>
                  </a:lnTo>
                  <a:lnTo>
                    <a:pt x="3148446" y="2448251"/>
                  </a:lnTo>
                  <a:lnTo>
                    <a:pt x="3192445" y="2374856"/>
                  </a:lnTo>
                  <a:lnTo>
                    <a:pt x="3236493" y="2300548"/>
                  </a:lnTo>
                  <a:lnTo>
                    <a:pt x="3280558" y="2225907"/>
                  </a:lnTo>
                  <a:lnTo>
                    <a:pt x="3324610" y="2151527"/>
                  </a:lnTo>
                  <a:lnTo>
                    <a:pt x="3368616" y="2077991"/>
                  </a:lnTo>
                  <a:lnTo>
                    <a:pt x="3412558" y="2005855"/>
                  </a:lnTo>
                  <a:lnTo>
                    <a:pt x="3456432" y="1935631"/>
                  </a:lnTo>
                  <a:lnTo>
                    <a:pt x="3500254" y="1867770"/>
                  </a:lnTo>
                  <a:lnTo>
                    <a:pt x="3544073" y="1802656"/>
                  </a:lnTo>
                  <a:lnTo>
                    <a:pt x="3587967" y="1740595"/>
                  </a:lnTo>
                  <a:lnTo>
                    <a:pt x="3632054" y="1681813"/>
                  </a:lnTo>
                  <a:lnTo>
                    <a:pt x="3676498" y="1626458"/>
                  </a:lnTo>
                  <a:lnTo>
                    <a:pt x="3721512" y="1574600"/>
                  </a:lnTo>
                  <a:lnTo>
                    <a:pt x="3767368" y="1526242"/>
                  </a:lnTo>
                  <a:lnTo>
                    <a:pt x="3814408" y="1481321"/>
                  </a:lnTo>
                  <a:lnTo>
                    <a:pt x="3820202" y="1476111"/>
                  </a:lnTo>
                  <a:lnTo>
                    <a:pt x="3871463" y="1433063"/>
                  </a:lnTo>
                  <a:lnTo>
                    <a:pt x="3925110" y="1393706"/>
                  </a:lnTo>
                  <a:lnTo>
                    <a:pt x="3981803" y="1357912"/>
                  </a:lnTo>
                  <a:lnTo>
                    <a:pt x="4042265" y="1325436"/>
                  </a:lnTo>
                  <a:lnTo>
                    <a:pt x="4107248" y="1295977"/>
                  </a:lnTo>
                  <a:lnTo>
                    <a:pt x="4177489" y="1269226"/>
                  </a:lnTo>
                  <a:lnTo>
                    <a:pt x="4253666" y="1244892"/>
                  </a:lnTo>
                  <a:lnTo>
                    <a:pt x="4336333" y="1222717"/>
                  </a:lnTo>
                  <a:lnTo>
                    <a:pt x="4425834" y="1202485"/>
                  </a:lnTo>
                  <a:lnTo>
                    <a:pt x="4522194" y="1184029"/>
                  </a:lnTo>
                  <a:lnTo>
                    <a:pt x="4624990" y="1167232"/>
                  </a:lnTo>
                  <a:lnTo>
                    <a:pt x="4733215" y="1152027"/>
                  </a:lnTo>
                  <a:lnTo>
                    <a:pt x="4845149" y="1138391"/>
                  </a:lnTo>
                  <a:lnTo>
                    <a:pt x="4958300" y="1126336"/>
                  </a:lnTo>
                  <a:lnTo>
                    <a:pt x="5069444" y="1115896"/>
                  </a:lnTo>
                  <a:lnTo>
                    <a:pt x="5174825" y="1107099"/>
                  </a:lnTo>
                  <a:lnTo>
                    <a:pt x="5270523" y="1099950"/>
                  </a:lnTo>
                  <a:lnTo>
                    <a:pt x="5352971" y="1094405"/>
                  </a:lnTo>
                  <a:lnTo>
                    <a:pt x="5419514" y="1090354"/>
                  </a:lnTo>
                  <a:lnTo>
                    <a:pt x="5468887" y="1087622"/>
                  </a:lnTo>
                  <a:lnTo>
                    <a:pt x="5501497" y="1085976"/>
                  </a:lnTo>
                  <a:lnTo>
                    <a:pt x="5519460" y="1085146"/>
                  </a:lnTo>
                  <a:lnTo>
                    <a:pt x="5526440" y="1084850"/>
                  </a:lnTo>
                  <a:lnTo>
                    <a:pt x="5527445" y="1084811"/>
                  </a:lnTo>
                  <a:lnTo>
                    <a:pt x="6522385" y="1084811"/>
                  </a:lnTo>
                  <a:lnTo>
                    <a:pt x="6523513" y="1084790"/>
                  </a:lnTo>
                  <a:lnTo>
                    <a:pt x="6530952" y="1084644"/>
                  </a:lnTo>
                  <a:lnTo>
                    <a:pt x="6549809" y="1084240"/>
                  </a:lnTo>
                  <a:lnTo>
                    <a:pt x="6583778" y="1083443"/>
                  </a:lnTo>
                  <a:lnTo>
                    <a:pt x="6634931" y="1082126"/>
                  </a:lnTo>
                  <a:lnTo>
                    <a:pt x="6703556" y="1080179"/>
                  </a:lnTo>
                  <a:lnTo>
                    <a:pt x="6788217" y="1077523"/>
                  </a:lnTo>
                  <a:lnTo>
                    <a:pt x="6886068" y="1074107"/>
                  </a:lnTo>
                  <a:lnTo>
                    <a:pt x="6993369" y="1069914"/>
                  </a:lnTo>
                  <a:lnTo>
                    <a:pt x="7106078" y="1064947"/>
                  </a:lnTo>
                  <a:lnTo>
                    <a:pt x="7220374" y="1059222"/>
                  </a:lnTo>
                  <a:lnTo>
                    <a:pt x="7333029" y="1052752"/>
                  </a:lnTo>
                  <a:lnTo>
                    <a:pt x="7441591" y="1045543"/>
                  </a:lnTo>
                  <a:lnTo>
                    <a:pt x="7544407" y="1037579"/>
                  </a:lnTo>
                  <a:lnTo>
                    <a:pt x="7640545" y="1028826"/>
                  </a:lnTo>
                  <a:lnTo>
                    <a:pt x="7729661" y="1019223"/>
                  </a:lnTo>
                  <a:lnTo>
                    <a:pt x="7811852" y="1008686"/>
                  </a:lnTo>
                  <a:lnTo>
                    <a:pt x="7887520" y="997110"/>
                  </a:lnTo>
                  <a:lnTo>
                    <a:pt x="7957269" y="984366"/>
                  </a:lnTo>
                  <a:lnTo>
                    <a:pt x="8021815" y="970313"/>
                  </a:lnTo>
                  <a:lnTo>
                    <a:pt x="8081926" y="954805"/>
                  </a:lnTo>
                  <a:lnTo>
                    <a:pt x="8138371" y="937703"/>
                  </a:lnTo>
                  <a:lnTo>
                    <a:pt x="8191886" y="918899"/>
                  </a:lnTo>
                  <a:lnTo>
                    <a:pt x="8229629" y="904009"/>
                  </a:lnTo>
                  <a:lnTo>
                    <a:pt x="8286209" y="879099"/>
                  </a:lnTo>
                  <a:lnTo>
                    <a:pt x="8341119" y="851891"/>
                  </a:lnTo>
                  <a:lnTo>
                    <a:pt x="8394929" y="822345"/>
                  </a:lnTo>
                  <a:lnTo>
                    <a:pt x="8448073" y="790484"/>
                  </a:lnTo>
                  <a:lnTo>
                    <a:pt x="8500867" y="756399"/>
                  </a:lnTo>
                  <a:lnTo>
                    <a:pt x="8553535" y="720258"/>
                  </a:lnTo>
                  <a:lnTo>
                    <a:pt x="8606215" y="682308"/>
                  </a:lnTo>
                  <a:lnTo>
                    <a:pt x="8658978" y="642865"/>
                  </a:lnTo>
                  <a:lnTo>
                    <a:pt x="8711839" y="602311"/>
                  </a:lnTo>
                  <a:lnTo>
                    <a:pt x="8764776" y="561080"/>
                  </a:lnTo>
                  <a:lnTo>
                    <a:pt x="8817738" y="519635"/>
                  </a:lnTo>
                  <a:lnTo>
                    <a:pt x="8870669" y="478451"/>
                  </a:lnTo>
                  <a:lnTo>
                    <a:pt x="8923521" y="437989"/>
                  </a:lnTo>
                  <a:lnTo>
                    <a:pt x="8976274" y="398677"/>
                  </a:lnTo>
                  <a:lnTo>
                    <a:pt x="9028949" y="360893"/>
                  </a:lnTo>
                  <a:lnTo>
                    <a:pt x="9081622" y="324946"/>
                  </a:lnTo>
                  <a:lnTo>
                    <a:pt x="9134439" y="291075"/>
                  </a:lnTo>
                  <a:lnTo>
                    <a:pt x="9187633" y="259439"/>
                  </a:lnTo>
                  <a:lnTo>
                    <a:pt x="9241531" y="230124"/>
                  </a:lnTo>
                  <a:lnTo>
                    <a:pt x="9296577" y="203147"/>
                  </a:lnTo>
                  <a:lnTo>
                    <a:pt x="9347647" y="180801"/>
                  </a:lnTo>
                  <a:lnTo>
                    <a:pt x="9399435" y="160719"/>
                  </a:lnTo>
                  <a:lnTo>
                    <a:pt x="9453664" y="142377"/>
                  </a:lnTo>
                  <a:lnTo>
                    <a:pt x="9511015" y="125712"/>
                  </a:lnTo>
                  <a:lnTo>
                    <a:pt x="9572234" y="110607"/>
                  </a:lnTo>
                  <a:lnTo>
                    <a:pt x="9638096" y="96919"/>
                  </a:lnTo>
                  <a:lnTo>
                    <a:pt x="9709359" y="84500"/>
                  </a:lnTo>
                  <a:lnTo>
                    <a:pt x="9786717" y="73213"/>
                  </a:lnTo>
                  <a:lnTo>
                    <a:pt x="9870728" y="62935"/>
                  </a:lnTo>
                  <a:lnTo>
                    <a:pt x="9961726" y="53566"/>
                  </a:lnTo>
                  <a:lnTo>
                    <a:pt x="10059703" y="45029"/>
                  </a:lnTo>
                  <a:lnTo>
                    <a:pt x="10164172" y="37269"/>
                  </a:lnTo>
                  <a:lnTo>
                    <a:pt x="10274021" y="30258"/>
                  </a:lnTo>
                  <a:lnTo>
                    <a:pt x="10387388" y="23986"/>
                  </a:lnTo>
                  <a:lnTo>
                    <a:pt x="10501606" y="18461"/>
                  </a:lnTo>
                  <a:lnTo>
                    <a:pt x="10613261" y="13700"/>
                  </a:lnTo>
                  <a:lnTo>
                    <a:pt x="10718432" y="9715"/>
                  </a:lnTo>
                  <a:lnTo>
                    <a:pt x="10813099" y="6505"/>
                  </a:lnTo>
                  <a:lnTo>
                    <a:pt x="10893706" y="4044"/>
                  </a:lnTo>
                  <a:lnTo>
                    <a:pt x="10957737" y="2275"/>
                  </a:lnTo>
                  <a:lnTo>
                    <a:pt x="11004198" y="1109"/>
                  </a:lnTo>
                  <a:lnTo>
                    <a:pt x="11033858" y="430"/>
                  </a:lnTo>
                  <a:lnTo>
                    <a:pt x="11049242" y="108"/>
                  </a:lnTo>
                  <a:lnTo>
                    <a:pt x="11054441" y="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2" name="pl1381"/>
            <p:cNvSpPr/>
            <p:nvPr/>
          </p:nvSpPr>
          <p:spPr>
            <a:xfrm>
              <a:off x="1199187" y="1708282"/>
              <a:ext cx="12049831" cy="3432615"/>
            </a:xfrm>
            <a:custGeom>
              <a:avLst/>
              <a:pathLst>
                <a:path w="12049831" h="3432615">
                  <a:moveTo>
                    <a:pt x="12049831" y="0"/>
                  </a:moveTo>
                  <a:lnTo>
                    <a:pt x="11054891" y="0"/>
                  </a:lnTo>
                  <a:lnTo>
                    <a:pt x="11053764" y="20"/>
                  </a:lnTo>
                  <a:lnTo>
                    <a:pt x="11046324" y="166"/>
                  </a:lnTo>
                  <a:lnTo>
                    <a:pt x="11027468" y="571"/>
                  </a:lnTo>
                  <a:lnTo>
                    <a:pt x="10993498" y="1368"/>
                  </a:lnTo>
                  <a:lnTo>
                    <a:pt x="10942345" y="2685"/>
                  </a:lnTo>
                  <a:lnTo>
                    <a:pt x="10873720" y="4631"/>
                  </a:lnTo>
                  <a:lnTo>
                    <a:pt x="10789059" y="7287"/>
                  </a:lnTo>
                  <a:lnTo>
                    <a:pt x="10691208" y="10703"/>
                  </a:lnTo>
                  <a:lnTo>
                    <a:pt x="10583907" y="14896"/>
                  </a:lnTo>
                  <a:lnTo>
                    <a:pt x="10471198" y="19863"/>
                  </a:lnTo>
                  <a:lnTo>
                    <a:pt x="10356902" y="25588"/>
                  </a:lnTo>
                  <a:lnTo>
                    <a:pt x="10244247" y="32058"/>
                  </a:lnTo>
                  <a:lnTo>
                    <a:pt x="10135686" y="39268"/>
                  </a:lnTo>
                  <a:lnTo>
                    <a:pt x="10032870" y="47231"/>
                  </a:lnTo>
                  <a:lnTo>
                    <a:pt x="9936732" y="55984"/>
                  </a:lnTo>
                  <a:lnTo>
                    <a:pt x="9847615" y="65587"/>
                  </a:lnTo>
                  <a:lnTo>
                    <a:pt x="9765425" y="76124"/>
                  </a:lnTo>
                  <a:lnTo>
                    <a:pt x="9689756" y="87701"/>
                  </a:lnTo>
                  <a:lnTo>
                    <a:pt x="9620007" y="100445"/>
                  </a:lnTo>
                  <a:lnTo>
                    <a:pt x="9555461" y="114497"/>
                  </a:lnTo>
                  <a:lnTo>
                    <a:pt x="9495351" y="130005"/>
                  </a:lnTo>
                  <a:lnTo>
                    <a:pt x="9438905" y="147107"/>
                  </a:lnTo>
                  <a:lnTo>
                    <a:pt x="9385391" y="165912"/>
                  </a:lnTo>
                  <a:lnTo>
                    <a:pt x="9347647" y="180801"/>
                  </a:lnTo>
                  <a:lnTo>
                    <a:pt x="9291067" y="205711"/>
                  </a:lnTo>
                  <a:lnTo>
                    <a:pt x="9236158" y="232919"/>
                  </a:lnTo>
                  <a:lnTo>
                    <a:pt x="9182347" y="262465"/>
                  </a:lnTo>
                  <a:lnTo>
                    <a:pt x="9129204" y="294327"/>
                  </a:lnTo>
                  <a:lnTo>
                    <a:pt x="9076409" y="328412"/>
                  </a:lnTo>
                  <a:lnTo>
                    <a:pt x="9023742" y="364552"/>
                  </a:lnTo>
                  <a:lnTo>
                    <a:pt x="8971062" y="402503"/>
                  </a:lnTo>
                  <a:lnTo>
                    <a:pt x="8918299" y="441946"/>
                  </a:lnTo>
                  <a:lnTo>
                    <a:pt x="8865437" y="482499"/>
                  </a:lnTo>
                  <a:lnTo>
                    <a:pt x="8812501" y="523730"/>
                  </a:lnTo>
                  <a:lnTo>
                    <a:pt x="8759539" y="565175"/>
                  </a:lnTo>
                  <a:lnTo>
                    <a:pt x="8706608" y="606359"/>
                  </a:lnTo>
                  <a:lnTo>
                    <a:pt x="8653755" y="646821"/>
                  </a:lnTo>
                  <a:lnTo>
                    <a:pt x="8601002" y="686133"/>
                  </a:lnTo>
                  <a:lnTo>
                    <a:pt x="8548328" y="723918"/>
                  </a:lnTo>
                  <a:lnTo>
                    <a:pt x="8495655" y="759864"/>
                  </a:lnTo>
                  <a:lnTo>
                    <a:pt x="8442837" y="793736"/>
                  </a:lnTo>
                  <a:lnTo>
                    <a:pt x="8389644" y="825371"/>
                  </a:lnTo>
                  <a:lnTo>
                    <a:pt x="8335746" y="854686"/>
                  </a:lnTo>
                  <a:lnTo>
                    <a:pt x="8280699" y="881664"/>
                  </a:lnTo>
                  <a:lnTo>
                    <a:pt x="8229629" y="904009"/>
                  </a:lnTo>
                  <a:lnTo>
                    <a:pt x="8177841" y="924091"/>
                  </a:lnTo>
                  <a:lnTo>
                    <a:pt x="8123612" y="942434"/>
                  </a:lnTo>
                  <a:lnTo>
                    <a:pt x="8066262" y="959098"/>
                  </a:lnTo>
                  <a:lnTo>
                    <a:pt x="8005043" y="974203"/>
                  </a:lnTo>
                  <a:lnTo>
                    <a:pt x="7939181" y="987891"/>
                  </a:lnTo>
                  <a:lnTo>
                    <a:pt x="7867918" y="1000310"/>
                  </a:lnTo>
                  <a:lnTo>
                    <a:pt x="7790560" y="1011598"/>
                  </a:lnTo>
                  <a:lnTo>
                    <a:pt x="7706549" y="1021875"/>
                  </a:lnTo>
                  <a:lnTo>
                    <a:pt x="7615550" y="1031244"/>
                  </a:lnTo>
                  <a:lnTo>
                    <a:pt x="7517573" y="1039781"/>
                  </a:lnTo>
                  <a:lnTo>
                    <a:pt x="7413104" y="1047541"/>
                  </a:lnTo>
                  <a:lnTo>
                    <a:pt x="7303256" y="1054553"/>
                  </a:lnTo>
                  <a:lnTo>
                    <a:pt x="7189888" y="1060824"/>
                  </a:lnTo>
                  <a:lnTo>
                    <a:pt x="7075671" y="1066349"/>
                  </a:lnTo>
                  <a:lnTo>
                    <a:pt x="6964015" y="1071110"/>
                  </a:lnTo>
                  <a:lnTo>
                    <a:pt x="6858845" y="1075095"/>
                  </a:lnTo>
                  <a:lnTo>
                    <a:pt x="6764177" y="1078305"/>
                  </a:lnTo>
                  <a:lnTo>
                    <a:pt x="6683571" y="1080766"/>
                  </a:lnTo>
                  <a:lnTo>
                    <a:pt x="6619539" y="1082535"/>
                  </a:lnTo>
                  <a:lnTo>
                    <a:pt x="6573078" y="1083701"/>
                  </a:lnTo>
                  <a:lnTo>
                    <a:pt x="6543419" y="1084380"/>
                  </a:lnTo>
                  <a:lnTo>
                    <a:pt x="6528035" y="1084703"/>
                  </a:lnTo>
                  <a:lnTo>
                    <a:pt x="6522835" y="1084803"/>
                  </a:lnTo>
                  <a:lnTo>
                    <a:pt x="6522385" y="1084811"/>
                  </a:lnTo>
                  <a:lnTo>
                    <a:pt x="5527445" y="1084811"/>
                  </a:lnTo>
                  <a:lnTo>
                    <a:pt x="5526351" y="1084854"/>
                  </a:lnTo>
                  <a:lnTo>
                    <a:pt x="5519124" y="1085161"/>
                  </a:lnTo>
                  <a:lnTo>
                    <a:pt x="5500790" y="1086010"/>
                  </a:lnTo>
                  <a:lnTo>
                    <a:pt x="5467727" y="1087683"/>
                  </a:lnTo>
                  <a:lnTo>
                    <a:pt x="5417866" y="1090450"/>
                  </a:lnTo>
                  <a:lnTo>
                    <a:pt x="5350849" y="1094540"/>
                  </a:lnTo>
                  <a:lnTo>
                    <a:pt x="5267984" y="1100130"/>
                  </a:lnTo>
                  <a:lnTo>
                    <a:pt x="5171960" y="1107325"/>
                  </a:lnTo>
                  <a:lnTo>
                    <a:pt x="5066362" y="1116168"/>
                  </a:lnTo>
                  <a:lnTo>
                    <a:pt x="4955111" y="1126655"/>
                  </a:lnTo>
                  <a:lnTo>
                    <a:pt x="4841953" y="1138755"/>
                  </a:lnTo>
                  <a:lnTo>
                    <a:pt x="4730093" y="1152435"/>
                  </a:lnTo>
                  <a:lnTo>
                    <a:pt x="4622002" y="1167685"/>
                  </a:lnTo>
                  <a:lnTo>
                    <a:pt x="4519377" y="1184528"/>
                  </a:lnTo>
                  <a:lnTo>
                    <a:pt x="4423208" y="1203032"/>
                  </a:lnTo>
                  <a:lnTo>
                    <a:pt x="4333903" y="1223317"/>
                  </a:lnTo>
                  <a:lnTo>
                    <a:pt x="4251425" y="1245550"/>
                  </a:lnTo>
                  <a:lnTo>
                    <a:pt x="4175424" y="1269948"/>
                  </a:lnTo>
                  <a:lnTo>
                    <a:pt x="4105341" y="1296771"/>
                  </a:lnTo>
                  <a:lnTo>
                    <a:pt x="4040497" y="1326311"/>
                  </a:lnTo>
                  <a:lnTo>
                    <a:pt x="3980151" y="1358878"/>
                  </a:lnTo>
                  <a:lnTo>
                    <a:pt x="3923554" y="1394769"/>
                  </a:lnTo>
                  <a:lnTo>
                    <a:pt x="3869983" y="1434229"/>
                  </a:lnTo>
                  <a:lnTo>
                    <a:pt x="3820202" y="1476111"/>
                  </a:lnTo>
                  <a:lnTo>
                    <a:pt x="3772991" y="1520623"/>
                  </a:lnTo>
                  <a:lnTo>
                    <a:pt x="3727012" y="1568561"/>
                  </a:lnTo>
                  <a:lnTo>
                    <a:pt x="3681912" y="1619994"/>
                  </a:lnTo>
                  <a:lnTo>
                    <a:pt x="3637411" y="1674928"/>
                  </a:lnTo>
                  <a:lnTo>
                    <a:pt x="3593290" y="1733301"/>
                  </a:lnTo>
                  <a:lnTo>
                    <a:pt x="3549380" y="1794976"/>
                  </a:lnTo>
                  <a:lnTo>
                    <a:pt x="3505557" y="1859735"/>
                  </a:lnTo>
                  <a:lnTo>
                    <a:pt x="3461738" y="1927282"/>
                  </a:lnTo>
                  <a:lnTo>
                    <a:pt x="3417873" y="1997243"/>
                  </a:lnTo>
                  <a:lnTo>
                    <a:pt x="3373939" y="2069174"/>
                  </a:lnTo>
                  <a:lnTo>
                    <a:pt x="3329940" y="2142570"/>
                  </a:lnTo>
                  <a:lnTo>
                    <a:pt x="3285892" y="2216878"/>
                  </a:lnTo>
                  <a:lnTo>
                    <a:pt x="3241827" y="2291518"/>
                  </a:lnTo>
                  <a:lnTo>
                    <a:pt x="3197775" y="2365898"/>
                  </a:lnTo>
                  <a:lnTo>
                    <a:pt x="3153769" y="2439434"/>
                  </a:lnTo>
                  <a:lnTo>
                    <a:pt x="3109827" y="2511570"/>
                  </a:lnTo>
                  <a:lnTo>
                    <a:pt x="3065953" y="2581795"/>
                  </a:lnTo>
                  <a:lnTo>
                    <a:pt x="3022131" y="2649656"/>
                  </a:lnTo>
                  <a:lnTo>
                    <a:pt x="2978312" y="2714770"/>
                  </a:lnTo>
                  <a:lnTo>
                    <a:pt x="2934418" y="2776831"/>
                  </a:lnTo>
                  <a:lnTo>
                    <a:pt x="2890331" y="2835612"/>
                  </a:lnTo>
                  <a:lnTo>
                    <a:pt x="2845887" y="2890968"/>
                  </a:lnTo>
                  <a:lnTo>
                    <a:pt x="2800873" y="2942825"/>
                  </a:lnTo>
                  <a:lnTo>
                    <a:pt x="2755017" y="2991184"/>
                  </a:lnTo>
                  <a:lnTo>
                    <a:pt x="2707977" y="3036105"/>
                  </a:lnTo>
                  <a:lnTo>
                    <a:pt x="2702183" y="3041314"/>
                  </a:lnTo>
                  <a:lnTo>
                    <a:pt x="2650922" y="3084363"/>
                  </a:lnTo>
                  <a:lnTo>
                    <a:pt x="2597275" y="3123720"/>
                  </a:lnTo>
                  <a:lnTo>
                    <a:pt x="2540582" y="3159513"/>
                  </a:lnTo>
                  <a:lnTo>
                    <a:pt x="2480120" y="3191990"/>
                  </a:lnTo>
                  <a:lnTo>
                    <a:pt x="2415137" y="3221449"/>
                  </a:lnTo>
                  <a:lnTo>
                    <a:pt x="2344896" y="3248199"/>
                  </a:lnTo>
                  <a:lnTo>
                    <a:pt x="2268719" y="3272533"/>
                  </a:lnTo>
                  <a:lnTo>
                    <a:pt x="2186052" y="3294708"/>
                  </a:lnTo>
                  <a:lnTo>
                    <a:pt x="2096551" y="3314940"/>
                  </a:lnTo>
                  <a:lnTo>
                    <a:pt x="2000191" y="3333396"/>
                  </a:lnTo>
                  <a:lnTo>
                    <a:pt x="1897395" y="3350193"/>
                  </a:lnTo>
                  <a:lnTo>
                    <a:pt x="1789170" y="3365399"/>
                  </a:lnTo>
                  <a:lnTo>
                    <a:pt x="1677236" y="3379035"/>
                  </a:lnTo>
                  <a:lnTo>
                    <a:pt x="1564085" y="3391089"/>
                  </a:lnTo>
                  <a:lnTo>
                    <a:pt x="1452941" y="3401530"/>
                  </a:lnTo>
                  <a:lnTo>
                    <a:pt x="1347560" y="3410327"/>
                  </a:lnTo>
                  <a:lnTo>
                    <a:pt x="1251862" y="3417475"/>
                  </a:lnTo>
                  <a:lnTo>
                    <a:pt x="1169414" y="3423021"/>
                  </a:lnTo>
                  <a:lnTo>
                    <a:pt x="1102871" y="3427072"/>
                  </a:lnTo>
                  <a:lnTo>
                    <a:pt x="1053498" y="3429804"/>
                  </a:lnTo>
                  <a:lnTo>
                    <a:pt x="1020888" y="3431450"/>
                  </a:lnTo>
                  <a:lnTo>
                    <a:pt x="1002925" y="3432279"/>
                  </a:lnTo>
                  <a:lnTo>
                    <a:pt x="995945" y="3432575"/>
                  </a:lnTo>
                  <a:lnTo>
                    <a:pt x="994940" y="3432615"/>
                  </a:lnTo>
                  <a:lnTo>
                    <a:pt x="0" y="3432615"/>
                  </a:lnTo>
                  <a:lnTo>
                    <a:pt x="0" y="34326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3" name="pg1382"/>
            <p:cNvSpPr/>
            <p:nvPr/>
          </p:nvSpPr>
          <p:spPr>
            <a:xfrm>
              <a:off x="1199187" y="2824537"/>
              <a:ext cx="12049831" cy="2326841"/>
            </a:xfrm>
            <a:custGeom>
              <a:avLst/>
              <a:pathLst>
                <a:path w="12049831" h="2326841">
                  <a:moveTo>
                    <a:pt x="0" y="2326841"/>
                  </a:moveTo>
                  <a:lnTo>
                    <a:pt x="994940" y="2326841"/>
                  </a:lnTo>
                  <a:lnTo>
                    <a:pt x="996035" y="2326798"/>
                  </a:lnTo>
                  <a:lnTo>
                    <a:pt x="1003268" y="2326494"/>
                  </a:lnTo>
                  <a:lnTo>
                    <a:pt x="1021616" y="2325654"/>
                  </a:lnTo>
                  <a:lnTo>
                    <a:pt x="1054704" y="2323998"/>
                  </a:lnTo>
                  <a:lnTo>
                    <a:pt x="1104601" y="2321261"/>
                  </a:lnTo>
                  <a:lnTo>
                    <a:pt x="1171662" y="2317212"/>
                  </a:lnTo>
                  <a:lnTo>
                    <a:pt x="1254576" y="2311680"/>
                  </a:lnTo>
                  <a:lnTo>
                    <a:pt x="1350650" y="2304560"/>
                  </a:lnTo>
                  <a:lnTo>
                    <a:pt x="1456295" y="2295809"/>
                  </a:lnTo>
                  <a:lnTo>
                    <a:pt x="1567587" y="2285433"/>
                  </a:lnTo>
                  <a:lnTo>
                    <a:pt x="1680777" y="2273460"/>
                  </a:lnTo>
                  <a:lnTo>
                    <a:pt x="1792659" y="2259924"/>
                  </a:lnTo>
                  <a:lnTo>
                    <a:pt x="1900763" y="2244835"/>
                  </a:lnTo>
                  <a:lnTo>
                    <a:pt x="2003394" y="2228169"/>
                  </a:lnTo>
                  <a:lnTo>
                    <a:pt x="2099563" y="2209859"/>
                  </a:lnTo>
                  <a:lnTo>
                    <a:pt x="2188863" y="2189788"/>
                  </a:lnTo>
                  <a:lnTo>
                    <a:pt x="2271333" y="2167788"/>
                  </a:lnTo>
                  <a:lnTo>
                    <a:pt x="2347325" y="2143644"/>
                  </a:lnTo>
                  <a:lnTo>
                    <a:pt x="2417399" y="2117100"/>
                  </a:lnTo>
                  <a:lnTo>
                    <a:pt x="2482235" y="2087866"/>
                  </a:lnTo>
                  <a:lnTo>
                    <a:pt x="2542573" y="2055636"/>
                  </a:lnTo>
                  <a:lnTo>
                    <a:pt x="2599166" y="2020115"/>
                  </a:lnTo>
                  <a:lnTo>
                    <a:pt x="2652735" y="1981062"/>
                  </a:lnTo>
                  <a:lnTo>
                    <a:pt x="2702183" y="1939908"/>
                  </a:lnTo>
                  <a:lnTo>
                    <a:pt x="2749566" y="1895723"/>
                  </a:lnTo>
                  <a:lnTo>
                    <a:pt x="2795710" y="1848125"/>
                  </a:lnTo>
                  <a:lnTo>
                    <a:pt x="2840971" y="1797046"/>
                  </a:lnTo>
                  <a:lnTo>
                    <a:pt x="2885630" y="1742478"/>
                  </a:lnTo>
                  <a:lnTo>
                    <a:pt x="2929910" y="1684486"/>
                  </a:lnTo>
                  <a:lnTo>
                    <a:pt x="2973981" y="1623209"/>
                  </a:lnTo>
                  <a:lnTo>
                    <a:pt x="3017965" y="1558865"/>
                  </a:lnTo>
                  <a:lnTo>
                    <a:pt x="3061947" y="1491752"/>
                  </a:lnTo>
                  <a:lnTo>
                    <a:pt x="3105977" y="1422247"/>
                  </a:lnTo>
                  <a:lnTo>
                    <a:pt x="3150076" y="1350795"/>
                  </a:lnTo>
                  <a:lnTo>
                    <a:pt x="3194242" y="1277904"/>
                  </a:lnTo>
                  <a:lnTo>
                    <a:pt x="3238454" y="1204126"/>
                  </a:lnTo>
                  <a:lnTo>
                    <a:pt x="3282683" y="1130045"/>
                  </a:lnTo>
                  <a:lnTo>
                    <a:pt x="3326896" y="1056251"/>
                  </a:lnTo>
                  <a:lnTo>
                    <a:pt x="3371063" y="983327"/>
                  </a:lnTo>
                  <a:lnTo>
                    <a:pt x="3415164" y="911827"/>
                  </a:lnTo>
                  <a:lnTo>
                    <a:pt x="3459196" y="842260"/>
                  </a:lnTo>
                  <a:lnTo>
                    <a:pt x="3503179" y="775074"/>
                  </a:lnTo>
                  <a:lnTo>
                    <a:pt x="3547162" y="710648"/>
                  </a:lnTo>
                  <a:lnTo>
                    <a:pt x="3591228" y="649281"/>
                  </a:lnTo>
                  <a:lnTo>
                    <a:pt x="3635500" y="591194"/>
                  </a:lnTo>
                  <a:lnTo>
                    <a:pt x="3680146" y="536528"/>
                  </a:lnTo>
                  <a:lnTo>
                    <a:pt x="3725386" y="485350"/>
                  </a:lnTo>
                  <a:lnTo>
                    <a:pt x="3771501" y="437655"/>
                  </a:lnTo>
                  <a:lnTo>
                    <a:pt x="3818843" y="393375"/>
                  </a:lnTo>
                  <a:lnTo>
                    <a:pt x="3820202" y="392174"/>
                  </a:lnTo>
                  <a:lnTo>
                    <a:pt x="3871477" y="349594"/>
                  </a:lnTo>
                  <a:lnTo>
                    <a:pt x="3925141" y="310667"/>
                  </a:lnTo>
                  <a:lnTo>
                    <a:pt x="3981851" y="275266"/>
                  </a:lnTo>
                  <a:lnTo>
                    <a:pt x="4042334" y="243146"/>
                  </a:lnTo>
                  <a:lnTo>
                    <a:pt x="4107341" y="214011"/>
                  </a:lnTo>
                  <a:lnTo>
                    <a:pt x="4177610" y="187555"/>
                  </a:lnTo>
                  <a:lnTo>
                    <a:pt x="4253820" y="163491"/>
                  </a:lnTo>
                  <a:lnTo>
                    <a:pt x="4336524" y="141561"/>
                  </a:lnTo>
                  <a:lnTo>
                    <a:pt x="4426066" y="121554"/>
                  </a:lnTo>
                  <a:lnTo>
                    <a:pt x="4522470" y="103303"/>
                  </a:lnTo>
                  <a:lnTo>
                    <a:pt x="4625313" y="86693"/>
                  </a:lnTo>
                  <a:lnTo>
                    <a:pt x="4733582" y="71659"/>
                  </a:lnTo>
                  <a:lnTo>
                    <a:pt x="4845556" y="58176"/>
                  </a:lnTo>
                  <a:lnTo>
                    <a:pt x="4958737" y="46259"/>
                  </a:lnTo>
                  <a:lnTo>
                    <a:pt x="5069897" y="35939"/>
                  </a:lnTo>
                  <a:lnTo>
                    <a:pt x="5175274" y="27245"/>
                  </a:lnTo>
                  <a:lnTo>
                    <a:pt x="5270945" y="20181"/>
                  </a:lnTo>
                  <a:lnTo>
                    <a:pt x="5353344" y="14704"/>
                  </a:lnTo>
                  <a:lnTo>
                    <a:pt x="5419819" y="10704"/>
                  </a:lnTo>
                  <a:lnTo>
                    <a:pt x="5469112" y="8008"/>
                  </a:lnTo>
                  <a:lnTo>
                    <a:pt x="5501642" y="6386"/>
                  </a:lnTo>
                  <a:lnTo>
                    <a:pt x="5519532" y="5569"/>
                  </a:lnTo>
                  <a:lnTo>
                    <a:pt x="5526459" y="527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2" y="5244"/>
                  </a:lnTo>
                  <a:lnTo>
                    <a:pt x="6531019" y="5273"/>
                  </a:lnTo>
                  <a:lnTo>
                    <a:pt x="6550018" y="5351"/>
                  </a:lnTo>
                  <a:lnTo>
                    <a:pt x="6584235" y="5507"/>
                  </a:lnTo>
                  <a:lnTo>
                    <a:pt x="6635739" y="5763"/>
                  </a:lnTo>
                  <a:lnTo>
                    <a:pt x="6704800" y="6142"/>
                  </a:lnTo>
                  <a:lnTo>
                    <a:pt x="6789947" y="6659"/>
                  </a:lnTo>
                  <a:lnTo>
                    <a:pt x="6888290" y="7324"/>
                  </a:lnTo>
                  <a:lnTo>
                    <a:pt x="6996048" y="8140"/>
                  </a:lnTo>
                  <a:lnTo>
                    <a:pt x="7109145" y="9106"/>
                  </a:lnTo>
                  <a:lnTo>
                    <a:pt x="7223742" y="10220"/>
                  </a:lnTo>
                  <a:lnTo>
                    <a:pt x="7336605" y="11478"/>
                  </a:lnTo>
                  <a:lnTo>
                    <a:pt x="7445287" y="12879"/>
                  </a:lnTo>
                  <a:lnTo>
                    <a:pt x="7548148" y="14428"/>
                  </a:lnTo>
                  <a:lnTo>
                    <a:pt x="7644273" y="16130"/>
                  </a:lnTo>
                  <a:lnTo>
                    <a:pt x="7733335" y="17998"/>
                  </a:lnTo>
                  <a:lnTo>
                    <a:pt x="7815446" y="20048"/>
                  </a:lnTo>
                  <a:lnTo>
                    <a:pt x="7891025" y="22301"/>
                  </a:lnTo>
                  <a:lnTo>
                    <a:pt x="7960684" y="24782"/>
                  </a:lnTo>
                  <a:lnTo>
                    <a:pt x="8025152" y="27519"/>
                  </a:lnTo>
                  <a:lnTo>
                    <a:pt x="8085201" y="30540"/>
                  </a:lnTo>
                  <a:lnTo>
                    <a:pt x="8141610" y="33872"/>
                  </a:lnTo>
                  <a:lnTo>
                    <a:pt x="8195112" y="37536"/>
                  </a:lnTo>
                  <a:lnTo>
                    <a:pt x="8229629" y="40178"/>
                  </a:lnTo>
                  <a:lnTo>
                    <a:pt x="8291049" y="45431"/>
                  </a:lnTo>
                  <a:lnTo>
                    <a:pt x="8350558" y="51211"/>
                  </a:lnTo>
                  <a:lnTo>
                    <a:pt x="8408865" y="57524"/>
                  </a:lnTo>
                  <a:lnTo>
                    <a:pt x="8466492" y="64362"/>
                  </a:lnTo>
                  <a:lnTo>
                    <a:pt x="8523810" y="71696"/>
                  </a:lnTo>
                  <a:lnTo>
                    <a:pt x="8581058" y="79477"/>
                  </a:lnTo>
                  <a:lnTo>
                    <a:pt x="8638372" y="87636"/>
                  </a:lnTo>
                  <a:lnTo>
                    <a:pt x="8695802" y="96083"/>
                  </a:lnTo>
                  <a:lnTo>
                    <a:pt x="8753332" y="104716"/>
                  </a:lnTo>
                  <a:lnTo>
                    <a:pt x="8810906" y="113420"/>
                  </a:lnTo>
                  <a:lnTo>
                    <a:pt x="8868452" y="122080"/>
                  </a:lnTo>
                  <a:lnTo>
                    <a:pt x="8925907" y="130579"/>
                  </a:lnTo>
                  <a:lnTo>
                    <a:pt x="8983246" y="138811"/>
                  </a:lnTo>
                  <a:lnTo>
                    <a:pt x="9040501" y="146684"/>
                  </a:lnTo>
                  <a:lnTo>
                    <a:pt x="9097785" y="154124"/>
                  </a:lnTo>
                  <a:lnTo>
                    <a:pt x="9155315" y="161078"/>
                  </a:lnTo>
                  <a:lnTo>
                    <a:pt x="9213428" y="167512"/>
                  </a:lnTo>
                  <a:lnTo>
                    <a:pt x="9272610" y="173412"/>
                  </a:lnTo>
                  <a:lnTo>
                    <a:pt x="9333524" y="178783"/>
                  </a:lnTo>
                  <a:lnTo>
                    <a:pt x="9347647" y="179928"/>
                  </a:lnTo>
                  <a:lnTo>
                    <a:pt x="9399578" y="183819"/>
                  </a:lnTo>
                  <a:lnTo>
                    <a:pt x="9453964" y="187371"/>
                  </a:lnTo>
                  <a:lnTo>
                    <a:pt x="9511492" y="190598"/>
                  </a:lnTo>
                  <a:lnTo>
                    <a:pt x="9572916" y="193522"/>
                  </a:lnTo>
                  <a:lnTo>
                    <a:pt x="9639016" y="196171"/>
                  </a:lnTo>
                  <a:lnTo>
                    <a:pt x="9710556" y="198574"/>
                  </a:lnTo>
                  <a:lnTo>
                    <a:pt x="9788234" y="200757"/>
                  </a:lnTo>
                  <a:lnTo>
                    <a:pt x="9872610" y="202745"/>
                  </a:lnTo>
                  <a:lnTo>
                    <a:pt x="9964014" y="204556"/>
                  </a:lnTo>
                  <a:lnTo>
                    <a:pt x="10062429" y="206206"/>
                  </a:lnTo>
                  <a:lnTo>
                    <a:pt x="10167349" y="207706"/>
                  </a:lnTo>
                  <a:lnTo>
                    <a:pt x="10277634" y="209060"/>
                  </a:lnTo>
                  <a:lnTo>
                    <a:pt x="10391382" y="210270"/>
                  </a:lnTo>
                  <a:lnTo>
                    <a:pt x="10505876" y="211335"/>
                  </a:lnTo>
                  <a:lnTo>
                    <a:pt x="10617653" y="212252"/>
                  </a:lnTo>
                  <a:lnTo>
                    <a:pt x="10722746" y="213018"/>
                  </a:lnTo>
                  <a:lnTo>
                    <a:pt x="10817112" y="213633"/>
                  </a:lnTo>
                  <a:lnTo>
                    <a:pt x="10897199" y="214103"/>
                  </a:lnTo>
                  <a:lnTo>
                    <a:pt x="10960536" y="214440"/>
                  </a:lnTo>
                  <a:lnTo>
                    <a:pt x="11006204" y="214660"/>
                  </a:lnTo>
                  <a:lnTo>
                    <a:pt x="11035074" y="214787"/>
                  </a:lnTo>
                  <a:lnTo>
                    <a:pt x="11049785" y="214847"/>
                  </a:lnTo>
                  <a:lnTo>
                    <a:pt x="11054544" y="214864"/>
                  </a:lnTo>
                  <a:lnTo>
                    <a:pt x="11054891" y="214865"/>
                  </a:lnTo>
                  <a:lnTo>
                    <a:pt x="12049831" y="214865"/>
                  </a:lnTo>
                  <a:lnTo>
                    <a:pt x="12049831" y="209625"/>
                  </a:lnTo>
                  <a:lnTo>
                    <a:pt x="11054891" y="209625"/>
                  </a:lnTo>
                  <a:lnTo>
                    <a:pt x="11053755" y="209621"/>
                  </a:lnTo>
                  <a:lnTo>
                    <a:pt x="11046258" y="209592"/>
                  </a:lnTo>
                  <a:lnTo>
                    <a:pt x="11027259" y="209514"/>
                  </a:lnTo>
                  <a:lnTo>
                    <a:pt x="10993042" y="209358"/>
                  </a:lnTo>
                  <a:lnTo>
                    <a:pt x="10941538" y="209102"/>
                  </a:lnTo>
                  <a:lnTo>
                    <a:pt x="10872476" y="208723"/>
                  </a:lnTo>
                  <a:lnTo>
                    <a:pt x="10787329" y="208206"/>
                  </a:lnTo>
                  <a:lnTo>
                    <a:pt x="10688986" y="207541"/>
                  </a:lnTo>
                  <a:lnTo>
                    <a:pt x="10581229" y="206725"/>
                  </a:lnTo>
                  <a:lnTo>
                    <a:pt x="10468132" y="205759"/>
                  </a:lnTo>
                  <a:lnTo>
                    <a:pt x="10353535" y="204645"/>
                  </a:lnTo>
                  <a:lnTo>
                    <a:pt x="10240672" y="203387"/>
                  </a:lnTo>
                  <a:lnTo>
                    <a:pt x="10131990" y="201986"/>
                  </a:lnTo>
                  <a:lnTo>
                    <a:pt x="10029129" y="200437"/>
                  </a:lnTo>
                  <a:lnTo>
                    <a:pt x="9933003" y="198735"/>
                  </a:lnTo>
                  <a:lnTo>
                    <a:pt x="9843941" y="196867"/>
                  </a:lnTo>
                  <a:lnTo>
                    <a:pt x="9761830" y="194817"/>
                  </a:lnTo>
                  <a:lnTo>
                    <a:pt x="9686252" y="192564"/>
                  </a:lnTo>
                  <a:lnTo>
                    <a:pt x="9616592" y="190083"/>
                  </a:lnTo>
                  <a:lnTo>
                    <a:pt x="9552125" y="187346"/>
                  </a:lnTo>
                  <a:lnTo>
                    <a:pt x="9492075" y="184325"/>
                  </a:lnTo>
                  <a:lnTo>
                    <a:pt x="9435667" y="180993"/>
                  </a:lnTo>
                  <a:lnTo>
                    <a:pt x="9382164" y="177329"/>
                  </a:lnTo>
                  <a:lnTo>
                    <a:pt x="9347647" y="174687"/>
                  </a:lnTo>
                  <a:lnTo>
                    <a:pt x="9286227" y="169434"/>
                  </a:lnTo>
                  <a:lnTo>
                    <a:pt x="9226719" y="163654"/>
                  </a:lnTo>
                  <a:lnTo>
                    <a:pt x="9168412" y="157341"/>
                  </a:lnTo>
                  <a:lnTo>
                    <a:pt x="9110784" y="150503"/>
                  </a:lnTo>
                  <a:lnTo>
                    <a:pt x="9053467" y="143169"/>
                  </a:lnTo>
                  <a:lnTo>
                    <a:pt x="8996219" y="135388"/>
                  </a:lnTo>
                  <a:lnTo>
                    <a:pt x="8938905" y="127229"/>
                  </a:lnTo>
                  <a:lnTo>
                    <a:pt x="8881475" y="118782"/>
                  </a:lnTo>
                  <a:lnTo>
                    <a:pt x="8823945" y="110149"/>
                  </a:lnTo>
                  <a:lnTo>
                    <a:pt x="8766371" y="101445"/>
                  </a:lnTo>
                  <a:lnTo>
                    <a:pt x="8708825" y="92785"/>
                  </a:lnTo>
                  <a:lnTo>
                    <a:pt x="8651369" y="84286"/>
                  </a:lnTo>
                  <a:lnTo>
                    <a:pt x="8594030" y="76054"/>
                  </a:lnTo>
                  <a:lnTo>
                    <a:pt x="8536776" y="68181"/>
                  </a:lnTo>
                  <a:lnTo>
                    <a:pt x="8479491" y="60741"/>
                  </a:lnTo>
                  <a:lnTo>
                    <a:pt x="8421962" y="53787"/>
                  </a:lnTo>
                  <a:lnTo>
                    <a:pt x="8363848" y="47353"/>
                  </a:lnTo>
                  <a:lnTo>
                    <a:pt x="8304666" y="41453"/>
                  </a:lnTo>
                  <a:lnTo>
                    <a:pt x="8243753" y="36082"/>
                  </a:lnTo>
                  <a:lnTo>
                    <a:pt x="8229629" y="34937"/>
                  </a:lnTo>
                  <a:lnTo>
                    <a:pt x="8177699" y="31046"/>
                  </a:lnTo>
                  <a:lnTo>
                    <a:pt x="8123313" y="27494"/>
                  </a:lnTo>
                  <a:lnTo>
                    <a:pt x="8065785" y="24267"/>
                  </a:lnTo>
                  <a:lnTo>
                    <a:pt x="8004361" y="21343"/>
                  </a:lnTo>
                  <a:lnTo>
                    <a:pt x="7938261" y="18694"/>
                  </a:lnTo>
                  <a:lnTo>
                    <a:pt x="7866720" y="16291"/>
                  </a:lnTo>
                  <a:lnTo>
                    <a:pt x="7789042" y="14108"/>
                  </a:lnTo>
                  <a:lnTo>
                    <a:pt x="7704666" y="12120"/>
                  </a:lnTo>
                  <a:lnTo>
                    <a:pt x="7613262" y="10309"/>
                  </a:lnTo>
                  <a:lnTo>
                    <a:pt x="7514848" y="8659"/>
                  </a:lnTo>
                  <a:lnTo>
                    <a:pt x="7409927" y="7159"/>
                  </a:lnTo>
                  <a:lnTo>
                    <a:pt x="7299643" y="5805"/>
                  </a:lnTo>
                  <a:lnTo>
                    <a:pt x="7185895" y="4595"/>
                  </a:lnTo>
                  <a:lnTo>
                    <a:pt x="7071401" y="3530"/>
                  </a:lnTo>
                  <a:lnTo>
                    <a:pt x="6959624" y="2613"/>
                  </a:lnTo>
                  <a:lnTo>
                    <a:pt x="6854531" y="1847"/>
                  </a:lnTo>
                  <a:lnTo>
                    <a:pt x="6760164" y="1232"/>
                  </a:lnTo>
                  <a:lnTo>
                    <a:pt x="6680077" y="762"/>
                  </a:lnTo>
                  <a:lnTo>
                    <a:pt x="6616740" y="425"/>
                  </a:lnTo>
                  <a:lnTo>
                    <a:pt x="6571072" y="205"/>
                  </a:lnTo>
                  <a:lnTo>
                    <a:pt x="6542202" y="78"/>
                  </a:lnTo>
                  <a:lnTo>
                    <a:pt x="6527492" y="18"/>
                  </a:lnTo>
                  <a:lnTo>
                    <a:pt x="6522732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0" y="42"/>
                  </a:lnTo>
                  <a:lnTo>
                    <a:pt x="5519117" y="346"/>
                  </a:lnTo>
                  <a:lnTo>
                    <a:pt x="5500769" y="1186"/>
                  </a:lnTo>
                  <a:lnTo>
                    <a:pt x="5467681" y="2842"/>
                  </a:lnTo>
                  <a:lnTo>
                    <a:pt x="5417784" y="5580"/>
                  </a:lnTo>
                  <a:lnTo>
                    <a:pt x="5350723" y="9629"/>
                  </a:lnTo>
                  <a:lnTo>
                    <a:pt x="5267809" y="15160"/>
                  </a:lnTo>
                  <a:lnTo>
                    <a:pt x="5171735" y="22280"/>
                  </a:lnTo>
                  <a:lnTo>
                    <a:pt x="5066090" y="31031"/>
                  </a:lnTo>
                  <a:lnTo>
                    <a:pt x="4954798" y="41408"/>
                  </a:lnTo>
                  <a:lnTo>
                    <a:pt x="4841608" y="53380"/>
                  </a:lnTo>
                  <a:lnTo>
                    <a:pt x="4729726" y="66917"/>
                  </a:lnTo>
                  <a:lnTo>
                    <a:pt x="4621622" y="82006"/>
                  </a:lnTo>
                  <a:lnTo>
                    <a:pt x="4518991" y="98671"/>
                  </a:lnTo>
                  <a:lnTo>
                    <a:pt x="4422822" y="116981"/>
                  </a:lnTo>
                  <a:lnTo>
                    <a:pt x="4333522" y="137053"/>
                  </a:lnTo>
                  <a:lnTo>
                    <a:pt x="4251052" y="159053"/>
                  </a:lnTo>
                  <a:lnTo>
                    <a:pt x="4175060" y="183197"/>
                  </a:lnTo>
                  <a:lnTo>
                    <a:pt x="4104986" y="209741"/>
                  </a:lnTo>
                  <a:lnTo>
                    <a:pt x="4040150" y="238975"/>
                  </a:lnTo>
                  <a:lnTo>
                    <a:pt x="3979812" y="271204"/>
                  </a:lnTo>
                  <a:lnTo>
                    <a:pt x="3923219" y="306725"/>
                  </a:lnTo>
                  <a:lnTo>
                    <a:pt x="3869650" y="345778"/>
                  </a:lnTo>
                  <a:lnTo>
                    <a:pt x="3820202" y="386933"/>
                  </a:lnTo>
                  <a:lnTo>
                    <a:pt x="3772819" y="431118"/>
                  </a:lnTo>
                  <a:lnTo>
                    <a:pt x="3726675" y="478715"/>
                  </a:lnTo>
                  <a:lnTo>
                    <a:pt x="3681414" y="529795"/>
                  </a:lnTo>
                  <a:lnTo>
                    <a:pt x="3636755" y="584362"/>
                  </a:lnTo>
                  <a:lnTo>
                    <a:pt x="3592475" y="642354"/>
                  </a:lnTo>
                  <a:lnTo>
                    <a:pt x="3548404" y="703631"/>
                  </a:lnTo>
                  <a:lnTo>
                    <a:pt x="3504420" y="767976"/>
                  </a:lnTo>
                  <a:lnTo>
                    <a:pt x="3460438" y="835088"/>
                  </a:lnTo>
                  <a:lnTo>
                    <a:pt x="3416408" y="904594"/>
                  </a:lnTo>
                  <a:lnTo>
                    <a:pt x="3372309" y="976046"/>
                  </a:lnTo>
                  <a:lnTo>
                    <a:pt x="3328143" y="1048937"/>
                  </a:lnTo>
                  <a:lnTo>
                    <a:pt x="3283931" y="1122714"/>
                  </a:lnTo>
                  <a:lnTo>
                    <a:pt x="3239702" y="1196796"/>
                  </a:lnTo>
                  <a:lnTo>
                    <a:pt x="3195489" y="1270590"/>
                  </a:lnTo>
                  <a:lnTo>
                    <a:pt x="3151322" y="1343514"/>
                  </a:lnTo>
                  <a:lnTo>
                    <a:pt x="3107221" y="1415013"/>
                  </a:lnTo>
                  <a:lnTo>
                    <a:pt x="3063189" y="1484580"/>
                  </a:lnTo>
                  <a:lnTo>
                    <a:pt x="3019206" y="1551766"/>
                  </a:lnTo>
                  <a:lnTo>
                    <a:pt x="2975223" y="1616193"/>
                  </a:lnTo>
                  <a:lnTo>
                    <a:pt x="2931157" y="1677560"/>
                  </a:lnTo>
                  <a:lnTo>
                    <a:pt x="2886885" y="1735647"/>
                  </a:lnTo>
                  <a:lnTo>
                    <a:pt x="2842239" y="1790312"/>
                  </a:lnTo>
                  <a:lnTo>
                    <a:pt x="2796999" y="1841490"/>
                  </a:lnTo>
                  <a:lnTo>
                    <a:pt x="2750884" y="1889186"/>
                  </a:lnTo>
                  <a:lnTo>
                    <a:pt x="2703542" y="1933465"/>
                  </a:lnTo>
                  <a:lnTo>
                    <a:pt x="2702183" y="1934667"/>
                  </a:lnTo>
                  <a:lnTo>
                    <a:pt x="2650908" y="1977247"/>
                  </a:lnTo>
                  <a:lnTo>
                    <a:pt x="2597244" y="2016174"/>
                  </a:lnTo>
                  <a:lnTo>
                    <a:pt x="2540533" y="2051575"/>
                  </a:lnTo>
                  <a:lnTo>
                    <a:pt x="2480051" y="2083695"/>
                  </a:lnTo>
                  <a:lnTo>
                    <a:pt x="2415044" y="2112830"/>
                  </a:lnTo>
                  <a:lnTo>
                    <a:pt x="2344775" y="2139285"/>
                  </a:lnTo>
                  <a:lnTo>
                    <a:pt x="2268565" y="2163350"/>
                  </a:lnTo>
                  <a:lnTo>
                    <a:pt x="2185861" y="2185279"/>
                  </a:lnTo>
                  <a:lnTo>
                    <a:pt x="2096319" y="2205287"/>
                  </a:lnTo>
                  <a:lnTo>
                    <a:pt x="1999915" y="2223538"/>
                  </a:lnTo>
                  <a:lnTo>
                    <a:pt x="1897072" y="2240147"/>
                  </a:lnTo>
                  <a:lnTo>
                    <a:pt x="1788803" y="2255182"/>
                  </a:lnTo>
                  <a:lnTo>
                    <a:pt x="1676829" y="2268664"/>
                  </a:lnTo>
                  <a:lnTo>
                    <a:pt x="1563648" y="2280582"/>
                  </a:lnTo>
                  <a:lnTo>
                    <a:pt x="1452488" y="2290902"/>
                  </a:lnTo>
                  <a:lnTo>
                    <a:pt x="1347111" y="2299596"/>
                  </a:lnTo>
                  <a:lnTo>
                    <a:pt x="1251440" y="2306659"/>
                  </a:lnTo>
                  <a:lnTo>
                    <a:pt x="1169041" y="2312137"/>
                  </a:lnTo>
                  <a:lnTo>
                    <a:pt x="1102566" y="2316136"/>
                  </a:lnTo>
                  <a:lnTo>
                    <a:pt x="1053273" y="2318832"/>
                  </a:lnTo>
                  <a:lnTo>
                    <a:pt x="1020743" y="2320455"/>
                  </a:lnTo>
                  <a:lnTo>
                    <a:pt x="1002853" y="2321272"/>
                  </a:lnTo>
                  <a:lnTo>
                    <a:pt x="995926" y="2321562"/>
                  </a:lnTo>
                  <a:lnTo>
                    <a:pt x="994940" y="2321600"/>
                  </a:lnTo>
                  <a:lnTo>
                    <a:pt x="0" y="2321600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84" name="pl1383"/>
            <p:cNvSpPr/>
            <p:nvPr/>
          </p:nvSpPr>
          <p:spPr>
            <a:xfrm>
              <a:off x="1199187" y="2829777"/>
              <a:ext cx="12049831" cy="2321600"/>
            </a:xfrm>
            <a:custGeom>
              <a:avLst/>
              <a:pathLst>
                <a:path w="12049831" h="2321600">
                  <a:moveTo>
                    <a:pt x="0" y="2321600"/>
                  </a:moveTo>
                  <a:lnTo>
                    <a:pt x="994940" y="2321600"/>
                  </a:lnTo>
                  <a:lnTo>
                    <a:pt x="996035" y="2321558"/>
                  </a:lnTo>
                  <a:lnTo>
                    <a:pt x="1003268" y="2321254"/>
                  </a:lnTo>
                  <a:lnTo>
                    <a:pt x="1021616" y="2320414"/>
                  </a:lnTo>
                  <a:lnTo>
                    <a:pt x="1054704" y="2318758"/>
                  </a:lnTo>
                  <a:lnTo>
                    <a:pt x="1104601" y="2316020"/>
                  </a:lnTo>
                  <a:lnTo>
                    <a:pt x="1171662" y="2311971"/>
                  </a:lnTo>
                  <a:lnTo>
                    <a:pt x="1254576" y="2306440"/>
                  </a:lnTo>
                  <a:lnTo>
                    <a:pt x="1350650" y="2299320"/>
                  </a:lnTo>
                  <a:lnTo>
                    <a:pt x="1456295" y="2290569"/>
                  </a:lnTo>
                  <a:lnTo>
                    <a:pt x="1567587" y="2280192"/>
                  </a:lnTo>
                  <a:lnTo>
                    <a:pt x="1680777" y="2268220"/>
                  </a:lnTo>
                  <a:lnTo>
                    <a:pt x="1792659" y="2254683"/>
                  </a:lnTo>
                  <a:lnTo>
                    <a:pt x="1900763" y="2239594"/>
                  </a:lnTo>
                  <a:lnTo>
                    <a:pt x="2003394" y="2222928"/>
                  </a:lnTo>
                  <a:lnTo>
                    <a:pt x="2099563" y="2204619"/>
                  </a:lnTo>
                  <a:lnTo>
                    <a:pt x="2188863" y="2184547"/>
                  </a:lnTo>
                  <a:lnTo>
                    <a:pt x="2271333" y="2162547"/>
                  </a:lnTo>
                  <a:lnTo>
                    <a:pt x="2347325" y="2138403"/>
                  </a:lnTo>
                  <a:lnTo>
                    <a:pt x="2417399" y="2111859"/>
                  </a:lnTo>
                  <a:lnTo>
                    <a:pt x="2482235" y="2082625"/>
                  </a:lnTo>
                  <a:lnTo>
                    <a:pt x="2542573" y="2050395"/>
                  </a:lnTo>
                  <a:lnTo>
                    <a:pt x="2599166" y="2014875"/>
                  </a:lnTo>
                  <a:lnTo>
                    <a:pt x="2652735" y="1975821"/>
                  </a:lnTo>
                  <a:lnTo>
                    <a:pt x="2702183" y="1934667"/>
                  </a:lnTo>
                  <a:lnTo>
                    <a:pt x="2749566" y="1890482"/>
                  </a:lnTo>
                  <a:lnTo>
                    <a:pt x="2795710" y="1842885"/>
                  </a:lnTo>
                  <a:lnTo>
                    <a:pt x="2840971" y="1791805"/>
                  </a:lnTo>
                  <a:lnTo>
                    <a:pt x="2885630" y="1737237"/>
                  </a:lnTo>
                  <a:lnTo>
                    <a:pt x="2929910" y="1679246"/>
                  </a:lnTo>
                  <a:lnTo>
                    <a:pt x="2973981" y="1617968"/>
                  </a:lnTo>
                  <a:lnTo>
                    <a:pt x="3017965" y="1553624"/>
                  </a:lnTo>
                  <a:lnTo>
                    <a:pt x="3061947" y="1486512"/>
                  </a:lnTo>
                  <a:lnTo>
                    <a:pt x="3105977" y="1417006"/>
                  </a:lnTo>
                  <a:lnTo>
                    <a:pt x="3150076" y="1345554"/>
                  </a:lnTo>
                  <a:lnTo>
                    <a:pt x="3194242" y="1272663"/>
                  </a:lnTo>
                  <a:lnTo>
                    <a:pt x="3238454" y="1198886"/>
                  </a:lnTo>
                  <a:lnTo>
                    <a:pt x="3282683" y="1124804"/>
                  </a:lnTo>
                  <a:lnTo>
                    <a:pt x="3326896" y="1051010"/>
                  </a:lnTo>
                  <a:lnTo>
                    <a:pt x="3371063" y="978086"/>
                  </a:lnTo>
                  <a:lnTo>
                    <a:pt x="3415164" y="906587"/>
                  </a:lnTo>
                  <a:lnTo>
                    <a:pt x="3459196" y="837020"/>
                  </a:lnTo>
                  <a:lnTo>
                    <a:pt x="3503179" y="769834"/>
                  </a:lnTo>
                  <a:lnTo>
                    <a:pt x="3547162" y="705407"/>
                  </a:lnTo>
                  <a:lnTo>
                    <a:pt x="3591228" y="644040"/>
                  </a:lnTo>
                  <a:lnTo>
                    <a:pt x="3635500" y="585953"/>
                  </a:lnTo>
                  <a:lnTo>
                    <a:pt x="3680146" y="531288"/>
                  </a:lnTo>
                  <a:lnTo>
                    <a:pt x="3725386" y="480109"/>
                  </a:lnTo>
                  <a:lnTo>
                    <a:pt x="3771501" y="432414"/>
                  </a:lnTo>
                  <a:lnTo>
                    <a:pt x="3818843" y="388135"/>
                  </a:lnTo>
                  <a:lnTo>
                    <a:pt x="3820202" y="386933"/>
                  </a:lnTo>
                  <a:lnTo>
                    <a:pt x="3871477" y="344353"/>
                  </a:lnTo>
                  <a:lnTo>
                    <a:pt x="3925141" y="305426"/>
                  </a:lnTo>
                  <a:lnTo>
                    <a:pt x="3981851" y="270025"/>
                  </a:lnTo>
                  <a:lnTo>
                    <a:pt x="4042334" y="237905"/>
                  </a:lnTo>
                  <a:lnTo>
                    <a:pt x="4107341" y="208770"/>
                  </a:lnTo>
                  <a:lnTo>
                    <a:pt x="4177610" y="182315"/>
                  </a:lnTo>
                  <a:lnTo>
                    <a:pt x="4253820" y="158250"/>
                  </a:lnTo>
                  <a:lnTo>
                    <a:pt x="4336524" y="136320"/>
                  </a:lnTo>
                  <a:lnTo>
                    <a:pt x="4426066" y="116313"/>
                  </a:lnTo>
                  <a:lnTo>
                    <a:pt x="4522470" y="98062"/>
                  </a:lnTo>
                  <a:lnTo>
                    <a:pt x="4625313" y="81453"/>
                  </a:lnTo>
                  <a:lnTo>
                    <a:pt x="4733582" y="66418"/>
                  </a:lnTo>
                  <a:lnTo>
                    <a:pt x="4845556" y="52936"/>
                  </a:lnTo>
                  <a:lnTo>
                    <a:pt x="4958737" y="41018"/>
                  </a:lnTo>
                  <a:lnTo>
                    <a:pt x="5069897" y="30698"/>
                  </a:lnTo>
                  <a:lnTo>
                    <a:pt x="5175274" y="22004"/>
                  </a:lnTo>
                  <a:lnTo>
                    <a:pt x="5270945" y="14941"/>
                  </a:lnTo>
                  <a:lnTo>
                    <a:pt x="5353344" y="9463"/>
                  </a:lnTo>
                  <a:lnTo>
                    <a:pt x="5419819" y="5463"/>
                  </a:lnTo>
                  <a:lnTo>
                    <a:pt x="5469112" y="2768"/>
                  </a:lnTo>
                  <a:lnTo>
                    <a:pt x="5501642" y="1145"/>
                  </a:lnTo>
                  <a:lnTo>
                    <a:pt x="5519532" y="328"/>
                  </a:lnTo>
                  <a:lnTo>
                    <a:pt x="5526459" y="38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2" y="4"/>
                  </a:lnTo>
                  <a:lnTo>
                    <a:pt x="6531019" y="32"/>
                  </a:lnTo>
                  <a:lnTo>
                    <a:pt x="6550018" y="111"/>
                  </a:lnTo>
                  <a:lnTo>
                    <a:pt x="6584235" y="266"/>
                  </a:lnTo>
                  <a:lnTo>
                    <a:pt x="6635739" y="523"/>
                  </a:lnTo>
                  <a:lnTo>
                    <a:pt x="6704800" y="902"/>
                  </a:lnTo>
                  <a:lnTo>
                    <a:pt x="6789947" y="1419"/>
                  </a:lnTo>
                  <a:lnTo>
                    <a:pt x="6888290" y="2084"/>
                  </a:lnTo>
                  <a:lnTo>
                    <a:pt x="6996048" y="2900"/>
                  </a:lnTo>
                  <a:lnTo>
                    <a:pt x="7109145" y="3866"/>
                  </a:lnTo>
                  <a:lnTo>
                    <a:pt x="7223742" y="4979"/>
                  </a:lnTo>
                  <a:lnTo>
                    <a:pt x="7336605" y="6237"/>
                  </a:lnTo>
                  <a:lnTo>
                    <a:pt x="7445287" y="7639"/>
                  </a:lnTo>
                  <a:lnTo>
                    <a:pt x="7548148" y="9187"/>
                  </a:lnTo>
                  <a:lnTo>
                    <a:pt x="7644273" y="10889"/>
                  </a:lnTo>
                  <a:lnTo>
                    <a:pt x="7733335" y="12757"/>
                  </a:lnTo>
                  <a:lnTo>
                    <a:pt x="7815446" y="14807"/>
                  </a:lnTo>
                  <a:lnTo>
                    <a:pt x="7891025" y="17060"/>
                  </a:lnTo>
                  <a:lnTo>
                    <a:pt x="7960684" y="19541"/>
                  </a:lnTo>
                  <a:lnTo>
                    <a:pt x="8025152" y="22278"/>
                  </a:lnTo>
                  <a:lnTo>
                    <a:pt x="8085201" y="25299"/>
                  </a:lnTo>
                  <a:lnTo>
                    <a:pt x="8141610" y="28632"/>
                  </a:lnTo>
                  <a:lnTo>
                    <a:pt x="8195112" y="32295"/>
                  </a:lnTo>
                  <a:lnTo>
                    <a:pt x="8229629" y="34937"/>
                  </a:lnTo>
                  <a:lnTo>
                    <a:pt x="8291049" y="40191"/>
                  </a:lnTo>
                  <a:lnTo>
                    <a:pt x="8350558" y="45970"/>
                  </a:lnTo>
                  <a:lnTo>
                    <a:pt x="8408865" y="52284"/>
                  </a:lnTo>
                  <a:lnTo>
                    <a:pt x="8466492" y="59122"/>
                  </a:lnTo>
                  <a:lnTo>
                    <a:pt x="8523810" y="66456"/>
                  </a:lnTo>
                  <a:lnTo>
                    <a:pt x="8581058" y="74237"/>
                  </a:lnTo>
                  <a:lnTo>
                    <a:pt x="8638372" y="82395"/>
                  </a:lnTo>
                  <a:lnTo>
                    <a:pt x="8695802" y="90842"/>
                  </a:lnTo>
                  <a:lnTo>
                    <a:pt x="8753332" y="99475"/>
                  </a:lnTo>
                  <a:lnTo>
                    <a:pt x="8810906" y="108180"/>
                  </a:lnTo>
                  <a:lnTo>
                    <a:pt x="8868452" y="116839"/>
                  </a:lnTo>
                  <a:lnTo>
                    <a:pt x="8925907" y="125338"/>
                  </a:lnTo>
                  <a:lnTo>
                    <a:pt x="8983246" y="133570"/>
                  </a:lnTo>
                  <a:lnTo>
                    <a:pt x="9040501" y="141443"/>
                  </a:lnTo>
                  <a:lnTo>
                    <a:pt x="9097785" y="148884"/>
                  </a:lnTo>
                  <a:lnTo>
                    <a:pt x="9155315" y="155837"/>
                  </a:lnTo>
                  <a:lnTo>
                    <a:pt x="9213428" y="162271"/>
                  </a:lnTo>
                  <a:lnTo>
                    <a:pt x="9272610" y="168171"/>
                  </a:lnTo>
                  <a:lnTo>
                    <a:pt x="9333524" y="173542"/>
                  </a:lnTo>
                  <a:lnTo>
                    <a:pt x="9347647" y="174687"/>
                  </a:lnTo>
                  <a:lnTo>
                    <a:pt x="9399578" y="178578"/>
                  </a:lnTo>
                  <a:lnTo>
                    <a:pt x="9453964" y="182131"/>
                  </a:lnTo>
                  <a:lnTo>
                    <a:pt x="9511492" y="185357"/>
                  </a:lnTo>
                  <a:lnTo>
                    <a:pt x="9572916" y="188281"/>
                  </a:lnTo>
                  <a:lnTo>
                    <a:pt x="9639016" y="190930"/>
                  </a:lnTo>
                  <a:lnTo>
                    <a:pt x="9710556" y="193333"/>
                  </a:lnTo>
                  <a:lnTo>
                    <a:pt x="9788234" y="195516"/>
                  </a:lnTo>
                  <a:lnTo>
                    <a:pt x="9872610" y="197504"/>
                  </a:lnTo>
                  <a:lnTo>
                    <a:pt x="9964014" y="199316"/>
                  </a:lnTo>
                  <a:lnTo>
                    <a:pt x="10062429" y="200966"/>
                  </a:lnTo>
                  <a:lnTo>
                    <a:pt x="10167349" y="202465"/>
                  </a:lnTo>
                  <a:lnTo>
                    <a:pt x="10277634" y="203819"/>
                  </a:lnTo>
                  <a:lnTo>
                    <a:pt x="10391382" y="205030"/>
                  </a:lnTo>
                  <a:lnTo>
                    <a:pt x="10505876" y="206095"/>
                  </a:lnTo>
                  <a:lnTo>
                    <a:pt x="10617653" y="207011"/>
                  </a:lnTo>
                  <a:lnTo>
                    <a:pt x="10722746" y="207777"/>
                  </a:lnTo>
                  <a:lnTo>
                    <a:pt x="10817112" y="208393"/>
                  </a:lnTo>
                  <a:lnTo>
                    <a:pt x="10897199" y="208863"/>
                  </a:lnTo>
                  <a:lnTo>
                    <a:pt x="10960536" y="209199"/>
                  </a:lnTo>
                  <a:lnTo>
                    <a:pt x="11006204" y="209420"/>
                  </a:lnTo>
                  <a:lnTo>
                    <a:pt x="11035074" y="209547"/>
                  </a:lnTo>
                  <a:lnTo>
                    <a:pt x="11049785" y="209606"/>
                  </a:lnTo>
                  <a:lnTo>
                    <a:pt x="11054544" y="209624"/>
                  </a:lnTo>
                  <a:lnTo>
                    <a:pt x="11054891" y="209625"/>
                  </a:lnTo>
                  <a:lnTo>
                    <a:pt x="12049831" y="209625"/>
                  </a:lnTo>
                  <a:lnTo>
                    <a:pt x="12049831" y="2096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5" name="pl1384"/>
            <p:cNvSpPr/>
            <p:nvPr/>
          </p:nvSpPr>
          <p:spPr>
            <a:xfrm>
              <a:off x="1199187" y="2824537"/>
              <a:ext cx="12049831" cy="2321600"/>
            </a:xfrm>
            <a:custGeom>
              <a:avLst/>
              <a:pathLst>
                <a:path w="12049831" h="2321600">
                  <a:moveTo>
                    <a:pt x="12049831" y="209625"/>
                  </a:moveTo>
                  <a:lnTo>
                    <a:pt x="11054891" y="209625"/>
                  </a:lnTo>
                  <a:lnTo>
                    <a:pt x="11053755" y="209621"/>
                  </a:lnTo>
                  <a:lnTo>
                    <a:pt x="11046258" y="209592"/>
                  </a:lnTo>
                  <a:lnTo>
                    <a:pt x="11027259" y="209514"/>
                  </a:lnTo>
                  <a:lnTo>
                    <a:pt x="10993042" y="209358"/>
                  </a:lnTo>
                  <a:lnTo>
                    <a:pt x="10941538" y="209102"/>
                  </a:lnTo>
                  <a:lnTo>
                    <a:pt x="10872476" y="208723"/>
                  </a:lnTo>
                  <a:lnTo>
                    <a:pt x="10787329" y="208206"/>
                  </a:lnTo>
                  <a:lnTo>
                    <a:pt x="10688986" y="207541"/>
                  </a:lnTo>
                  <a:lnTo>
                    <a:pt x="10581229" y="206725"/>
                  </a:lnTo>
                  <a:lnTo>
                    <a:pt x="10468132" y="205759"/>
                  </a:lnTo>
                  <a:lnTo>
                    <a:pt x="10353535" y="204645"/>
                  </a:lnTo>
                  <a:lnTo>
                    <a:pt x="10240672" y="203387"/>
                  </a:lnTo>
                  <a:lnTo>
                    <a:pt x="10131990" y="201986"/>
                  </a:lnTo>
                  <a:lnTo>
                    <a:pt x="10029129" y="200437"/>
                  </a:lnTo>
                  <a:lnTo>
                    <a:pt x="9933003" y="198735"/>
                  </a:lnTo>
                  <a:lnTo>
                    <a:pt x="9843941" y="196867"/>
                  </a:lnTo>
                  <a:lnTo>
                    <a:pt x="9761830" y="194817"/>
                  </a:lnTo>
                  <a:lnTo>
                    <a:pt x="9686252" y="192564"/>
                  </a:lnTo>
                  <a:lnTo>
                    <a:pt x="9616592" y="190083"/>
                  </a:lnTo>
                  <a:lnTo>
                    <a:pt x="9552125" y="187346"/>
                  </a:lnTo>
                  <a:lnTo>
                    <a:pt x="9492075" y="184325"/>
                  </a:lnTo>
                  <a:lnTo>
                    <a:pt x="9435667" y="180993"/>
                  </a:lnTo>
                  <a:lnTo>
                    <a:pt x="9382164" y="177329"/>
                  </a:lnTo>
                  <a:lnTo>
                    <a:pt x="9347647" y="174687"/>
                  </a:lnTo>
                  <a:lnTo>
                    <a:pt x="9286227" y="169434"/>
                  </a:lnTo>
                  <a:lnTo>
                    <a:pt x="9226719" y="163654"/>
                  </a:lnTo>
                  <a:lnTo>
                    <a:pt x="9168412" y="157341"/>
                  </a:lnTo>
                  <a:lnTo>
                    <a:pt x="9110784" y="150503"/>
                  </a:lnTo>
                  <a:lnTo>
                    <a:pt x="9053467" y="143169"/>
                  </a:lnTo>
                  <a:lnTo>
                    <a:pt x="8996219" y="135388"/>
                  </a:lnTo>
                  <a:lnTo>
                    <a:pt x="8938905" y="127229"/>
                  </a:lnTo>
                  <a:lnTo>
                    <a:pt x="8881475" y="118782"/>
                  </a:lnTo>
                  <a:lnTo>
                    <a:pt x="8823945" y="110149"/>
                  </a:lnTo>
                  <a:lnTo>
                    <a:pt x="8766371" y="101445"/>
                  </a:lnTo>
                  <a:lnTo>
                    <a:pt x="8708825" y="92785"/>
                  </a:lnTo>
                  <a:lnTo>
                    <a:pt x="8651369" y="84286"/>
                  </a:lnTo>
                  <a:lnTo>
                    <a:pt x="8594030" y="76054"/>
                  </a:lnTo>
                  <a:lnTo>
                    <a:pt x="8536776" y="68181"/>
                  </a:lnTo>
                  <a:lnTo>
                    <a:pt x="8479491" y="60741"/>
                  </a:lnTo>
                  <a:lnTo>
                    <a:pt x="8421962" y="53787"/>
                  </a:lnTo>
                  <a:lnTo>
                    <a:pt x="8363848" y="47353"/>
                  </a:lnTo>
                  <a:lnTo>
                    <a:pt x="8304666" y="41453"/>
                  </a:lnTo>
                  <a:lnTo>
                    <a:pt x="8243753" y="36082"/>
                  </a:lnTo>
                  <a:lnTo>
                    <a:pt x="8229629" y="34937"/>
                  </a:lnTo>
                  <a:lnTo>
                    <a:pt x="8177699" y="31046"/>
                  </a:lnTo>
                  <a:lnTo>
                    <a:pt x="8123313" y="27494"/>
                  </a:lnTo>
                  <a:lnTo>
                    <a:pt x="8065785" y="24267"/>
                  </a:lnTo>
                  <a:lnTo>
                    <a:pt x="8004361" y="21343"/>
                  </a:lnTo>
                  <a:lnTo>
                    <a:pt x="7938261" y="18694"/>
                  </a:lnTo>
                  <a:lnTo>
                    <a:pt x="7866720" y="16291"/>
                  </a:lnTo>
                  <a:lnTo>
                    <a:pt x="7789042" y="14108"/>
                  </a:lnTo>
                  <a:lnTo>
                    <a:pt x="7704666" y="12120"/>
                  </a:lnTo>
                  <a:lnTo>
                    <a:pt x="7613262" y="10309"/>
                  </a:lnTo>
                  <a:lnTo>
                    <a:pt x="7514848" y="8659"/>
                  </a:lnTo>
                  <a:lnTo>
                    <a:pt x="7409927" y="7159"/>
                  </a:lnTo>
                  <a:lnTo>
                    <a:pt x="7299643" y="5805"/>
                  </a:lnTo>
                  <a:lnTo>
                    <a:pt x="7185895" y="4595"/>
                  </a:lnTo>
                  <a:lnTo>
                    <a:pt x="7071401" y="3530"/>
                  </a:lnTo>
                  <a:lnTo>
                    <a:pt x="6959624" y="2613"/>
                  </a:lnTo>
                  <a:lnTo>
                    <a:pt x="6854531" y="1847"/>
                  </a:lnTo>
                  <a:lnTo>
                    <a:pt x="6760164" y="1232"/>
                  </a:lnTo>
                  <a:lnTo>
                    <a:pt x="6680077" y="762"/>
                  </a:lnTo>
                  <a:lnTo>
                    <a:pt x="6616740" y="425"/>
                  </a:lnTo>
                  <a:lnTo>
                    <a:pt x="6571072" y="205"/>
                  </a:lnTo>
                  <a:lnTo>
                    <a:pt x="6542202" y="78"/>
                  </a:lnTo>
                  <a:lnTo>
                    <a:pt x="6527492" y="18"/>
                  </a:lnTo>
                  <a:lnTo>
                    <a:pt x="6522732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0" y="42"/>
                  </a:lnTo>
                  <a:lnTo>
                    <a:pt x="5519117" y="346"/>
                  </a:lnTo>
                  <a:lnTo>
                    <a:pt x="5500769" y="1186"/>
                  </a:lnTo>
                  <a:lnTo>
                    <a:pt x="5467681" y="2842"/>
                  </a:lnTo>
                  <a:lnTo>
                    <a:pt x="5417784" y="5580"/>
                  </a:lnTo>
                  <a:lnTo>
                    <a:pt x="5350723" y="9629"/>
                  </a:lnTo>
                  <a:lnTo>
                    <a:pt x="5267809" y="15160"/>
                  </a:lnTo>
                  <a:lnTo>
                    <a:pt x="5171735" y="22280"/>
                  </a:lnTo>
                  <a:lnTo>
                    <a:pt x="5066090" y="31031"/>
                  </a:lnTo>
                  <a:lnTo>
                    <a:pt x="4954798" y="41408"/>
                  </a:lnTo>
                  <a:lnTo>
                    <a:pt x="4841608" y="53380"/>
                  </a:lnTo>
                  <a:lnTo>
                    <a:pt x="4729726" y="66917"/>
                  </a:lnTo>
                  <a:lnTo>
                    <a:pt x="4621622" y="82006"/>
                  </a:lnTo>
                  <a:lnTo>
                    <a:pt x="4518991" y="98671"/>
                  </a:lnTo>
                  <a:lnTo>
                    <a:pt x="4422822" y="116981"/>
                  </a:lnTo>
                  <a:lnTo>
                    <a:pt x="4333522" y="137053"/>
                  </a:lnTo>
                  <a:lnTo>
                    <a:pt x="4251052" y="159053"/>
                  </a:lnTo>
                  <a:lnTo>
                    <a:pt x="4175060" y="183197"/>
                  </a:lnTo>
                  <a:lnTo>
                    <a:pt x="4104986" y="209741"/>
                  </a:lnTo>
                  <a:lnTo>
                    <a:pt x="4040150" y="238975"/>
                  </a:lnTo>
                  <a:lnTo>
                    <a:pt x="3979812" y="271204"/>
                  </a:lnTo>
                  <a:lnTo>
                    <a:pt x="3923219" y="306725"/>
                  </a:lnTo>
                  <a:lnTo>
                    <a:pt x="3869650" y="345778"/>
                  </a:lnTo>
                  <a:lnTo>
                    <a:pt x="3820202" y="386933"/>
                  </a:lnTo>
                  <a:lnTo>
                    <a:pt x="3772819" y="431118"/>
                  </a:lnTo>
                  <a:lnTo>
                    <a:pt x="3726675" y="478715"/>
                  </a:lnTo>
                  <a:lnTo>
                    <a:pt x="3681414" y="529795"/>
                  </a:lnTo>
                  <a:lnTo>
                    <a:pt x="3636755" y="584362"/>
                  </a:lnTo>
                  <a:lnTo>
                    <a:pt x="3592475" y="642354"/>
                  </a:lnTo>
                  <a:lnTo>
                    <a:pt x="3548404" y="703631"/>
                  </a:lnTo>
                  <a:lnTo>
                    <a:pt x="3504420" y="767976"/>
                  </a:lnTo>
                  <a:lnTo>
                    <a:pt x="3460438" y="835088"/>
                  </a:lnTo>
                  <a:lnTo>
                    <a:pt x="3416408" y="904594"/>
                  </a:lnTo>
                  <a:lnTo>
                    <a:pt x="3372309" y="976046"/>
                  </a:lnTo>
                  <a:lnTo>
                    <a:pt x="3328143" y="1048937"/>
                  </a:lnTo>
                  <a:lnTo>
                    <a:pt x="3283931" y="1122714"/>
                  </a:lnTo>
                  <a:lnTo>
                    <a:pt x="3239702" y="1196796"/>
                  </a:lnTo>
                  <a:lnTo>
                    <a:pt x="3195489" y="1270590"/>
                  </a:lnTo>
                  <a:lnTo>
                    <a:pt x="3151322" y="1343514"/>
                  </a:lnTo>
                  <a:lnTo>
                    <a:pt x="3107221" y="1415013"/>
                  </a:lnTo>
                  <a:lnTo>
                    <a:pt x="3063189" y="1484580"/>
                  </a:lnTo>
                  <a:lnTo>
                    <a:pt x="3019206" y="1551766"/>
                  </a:lnTo>
                  <a:lnTo>
                    <a:pt x="2975223" y="1616193"/>
                  </a:lnTo>
                  <a:lnTo>
                    <a:pt x="2931157" y="1677560"/>
                  </a:lnTo>
                  <a:lnTo>
                    <a:pt x="2886885" y="1735647"/>
                  </a:lnTo>
                  <a:lnTo>
                    <a:pt x="2842239" y="1790312"/>
                  </a:lnTo>
                  <a:lnTo>
                    <a:pt x="2796999" y="1841490"/>
                  </a:lnTo>
                  <a:lnTo>
                    <a:pt x="2750884" y="1889186"/>
                  </a:lnTo>
                  <a:lnTo>
                    <a:pt x="2703542" y="1933465"/>
                  </a:lnTo>
                  <a:lnTo>
                    <a:pt x="2702183" y="1934667"/>
                  </a:lnTo>
                  <a:lnTo>
                    <a:pt x="2650908" y="1977247"/>
                  </a:lnTo>
                  <a:lnTo>
                    <a:pt x="2597244" y="2016174"/>
                  </a:lnTo>
                  <a:lnTo>
                    <a:pt x="2540533" y="2051575"/>
                  </a:lnTo>
                  <a:lnTo>
                    <a:pt x="2480051" y="2083695"/>
                  </a:lnTo>
                  <a:lnTo>
                    <a:pt x="2415044" y="2112830"/>
                  </a:lnTo>
                  <a:lnTo>
                    <a:pt x="2344775" y="2139285"/>
                  </a:lnTo>
                  <a:lnTo>
                    <a:pt x="2268565" y="2163350"/>
                  </a:lnTo>
                  <a:lnTo>
                    <a:pt x="2185861" y="2185279"/>
                  </a:lnTo>
                  <a:lnTo>
                    <a:pt x="2096319" y="2205287"/>
                  </a:lnTo>
                  <a:lnTo>
                    <a:pt x="1999915" y="2223538"/>
                  </a:lnTo>
                  <a:lnTo>
                    <a:pt x="1897072" y="2240147"/>
                  </a:lnTo>
                  <a:lnTo>
                    <a:pt x="1788803" y="2255182"/>
                  </a:lnTo>
                  <a:lnTo>
                    <a:pt x="1676829" y="2268664"/>
                  </a:lnTo>
                  <a:lnTo>
                    <a:pt x="1563648" y="2280582"/>
                  </a:lnTo>
                  <a:lnTo>
                    <a:pt x="1452488" y="2290902"/>
                  </a:lnTo>
                  <a:lnTo>
                    <a:pt x="1347111" y="2299596"/>
                  </a:lnTo>
                  <a:lnTo>
                    <a:pt x="1251440" y="2306659"/>
                  </a:lnTo>
                  <a:lnTo>
                    <a:pt x="1169041" y="2312137"/>
                  </a:lnTo>
                  <a:lnTo>
                    <a:pt x="1102566" y="2316136"/>
                  </a:lnTo>
                  <a:lnTo>
                    <a:pt x="1053273" y="2318832"/>
                  </a:lnTo>
                  <a:lnTo>
                    <a:pt x="1020743" y="2320455"/>
                  </a:lnTo>
                  <a:lnTo>
                    <a:pt x="1002853" y="2321272"/>
                  </a:lnTo>
                  <a:lnTo>
                    <a:pt x="995926" y="2321562"/>
                  </a:lnTo>
                  <a:lnTo>
                    <a:pt x="994940" y="2321600"/>
                  </a:lnTo>
                  <a:lnTo>
                    <a:pt x="0" y="2321600"/>
                  </a:lnTo>
                  <a:lnTo>
                    <a:pt x="0" y="23216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6" name="pg1385"/>
            <p:cNvSpPr/>
            <p:nvPr/>
          </p:nvSpPr>
          <p:spPr>
            <a:xfrm>
              <a:off x="1199187" y="2829777"/>
              <a:ext cx="12049831" cy="2326841"/>
            </a:xfrm>
            <a:custGeom>
              <a:avLst/>
              <a:pathLst>
                <a:path w="12049831" h="2326841">
                  <a:moveTo>
                    <a:pt x="0" y="2326841"/>
                  </a:moveTo>
                  <a:lnTo>
                    <a:pt x="994940" y="2326841"/>
                  </a:lnTo>
                  <a:lnTo>
                    <a:pt x="996035" y="2326798"/>
                  </a:lnTo>
                  <a:lnTo>
                    <a:pt x="1003268" y="2326494"/>
                  </a:lnTo>
                  <a:lnTo>
                    <a:pt x="1021616" y="2325654"/>
                  </a:lnTo>
                  <a:lnTo>
                    <a:pt x="1054704" y="2323998"/>
                  </a:lnTo>
                  <a:lnTo>
                    <a:pt x="1104601" y="2321261"/>
                  </a:lnTo>
                  <a:lnTo>
                    <a:pt x="1171662" y="2317212"/>
                  </a:lnTo>
                  <a:lnTo>
                    <a:pt x="1254576" y="2311680"/>
                  </a:lnTo>
                  <a:lnTo>
                    <a:pt x="1350650" y="2304560"/>
                  </a:lnTo>
                  <a:lnTo>
                    <a:pt x="1456295" y="2295809"/>
                  </a:lnTo>
                  <a:lnTo>
                    <a:pt x="1567587" y="2285433"/>
                  </a:lnTo>
                  <a:lnTo>
                    <a:pt x="1680777" y="2273460"/>
                  </a:lnTo>
                  <a:lnTo>
                    <a:pt x="1792659" y="2259924"/>
                  </a:lnTo>
                  <a:lnTo>
                    <a:pt x="1900763" y="2244835"/>
                  </a:lnTo>
                  <a:lnTo>
                    <a:pt x="2003394" y="2228169"/>
                  </a:lnTo>
                  <a:lnTo>
                    <a:pt x="2099563" y="2209859"/>
                  </a:lnTo>
                  <a:lnTo>
                    <a:pt x="2188863" y="2189788"/>
                  </a:lnTo>
                  <a:lnTo>
                    <a:pt x="2271333" y="2167788"/>
                  </a:lnTo>
                  <a:lnTo>
                    <a:pt x="2347325" y="2143644"/>
                  </a:lnTo>
                  <a:lnTo>
                    <a:pt x="2417399" y="2117100"/>
                  </a:lnTo>
                  <a:lnTo>
                    <a:pt x="2482235" y="2087866"/>
                  </a:lnTo>
                  <a:lnTo>
                    <a:pt x="2542573" y="2055636"/>
                  </a:lnTo>
                  <a:lnTo>
                    <a:pt x="2599166" y="2020115"/>
                  </a:lnTo>
                  <a:lnTo>
                    <a:pt x="2652735" y="1981062"/>
                  </a:lnTo>
                  <a:lnTo>
                    <a:pt x="2702183" y="1939908"/>
                  </a:lnTo>
                  <a:lnTo>
                    <a:pt x="2749566" y="1895723"/>
                  </a:lnTo>
                  <a:lnTo>
                    <a:pt x="2795710" y="1848125"/>
                  </a:lnTo>
                  <a:lnTo>
                    <a:pt x="2840971" y="1797046"/>
                  </a:lnTo>
                  <a:lnTo>
                    <a:pt x="2885630" y="1742478"/>
                  </a:lnTo>
                  <a:lnTo>
                    <a:pt x="2929910" y="1684486"/>
                  </a:lnTo>
                  <a:lnTo>
                    <a:pt x="2973981" y="1623209"/>
                  </a:lnTo>
                  <a:lnTo>
                    <a:pt x="3017965" y="1558865"/>
                  </a:lnTo>
                  <a:lnTo>
                    <a:pt x="3061947" y="1491752"/>
                  </a:lnTo>
                  <a:lnTo>
                    <a:pt x="3105977" y="1422247"/>
                  </a:lnTo>
                  <a:lnTo>
                    <a:pt x="3150076" y="1350795"/>
                  </a:lnTo>
                  <a:lnTo>
                    <a:pt x="3194242" y="1277904"/>
                  </a:lnTo>
                  <a:lnTo>
                    <a:pt x="3238454" y="1204126"/>
                  </a:lnTo>
                  <a:lnTo>
                    <a:pt x="3282683" y="1130045"/>
                  </a:lnTo>
                  <a:lnTo>
                    <a:pt x="3326896" y="1056251"/>
                  </a:lnTo>
                  <a:lnTo>
                    <a:pt x="3371063" y="983327"/>
                  </a:lnTo>
                  <a:lnTo>
                    <a:pt x="3415164" y="911827"/>
                  </a:lnTo>
                  <a:lnTo>
                    <a:pt x="3459196" y="842260"/>
                  </a:lnTo>
                  <a:lnTo>
                    <a:pt x="3503179" y="775074"/>
                  </a:lnTo>
                  <a:lnTo>
                    <a:pt x="3547162" y="710648"/>
                  </a:lnTo>
                  <a:lnTo>
                    <a:pt x="3591228" y="649281"/>
                  </a:lnTo>
                  <a:lnTo>
                    <a:pt x="3635500" y="591194"/>
                  </a:lnTo>
                  <a:lnTo>
                    <a:pt x="3680146" y="536528"/>
                  </a:lnTo>
                  <a:lnTo>
                    <a:pt x="3725386" y="485350"/>
                  </a:lnTo>
                  <a:lnTo>
                    <a:pt x="3771501" y="437655"/>
                  </a:lnTo>
                  <a:lnTo>
                    <a:pt x="3818843" y="393375"/>
                  </a:lnTo>
                  <a:lnTo>
                    <a:pt x="3820202" y="392174"/>
                  </a:lnTo>
                  <a:lnTo>
                    <a:pt x="3871477" y="349594"/>
                  </a:lnTo>
                  <a:lnTo>
                    <a:pt x="3925141" y="310667"/>
                  </a:lnTo>
                  <a:lnTo>
                    <a:pt x="3981851" y="275266"/>
                  </a:lnTo>
                  <a:lnTo>
                    <a:pt x="4042334" y="243146"/>
                  </a:lnTo>
                  <a:lnTo>
                    <a:pt x="4107341" y="214011"/>
                  </a:lnTo>
                  <a:lnTo>
                    <a:pt x="4177610" y="187555"/>
                  </a:lnTo>
                  <a:lnTo>
                    <a:pt x="4253820" y="163491"/>
                  </a:lnTo>
                  <a:lnTo>
                    <a:pt x="4336524" y="141561"/>
                  </a:lnTo>
                  <a:lnTo>
                    <a:pt x="4426066" y="121554"/>
                  </a:lnTo>
                  <a:lnTo>
                    <a:pt x="4522470" y="103303"/>
                  </a:lnTo>
                  <a:lnTo>
                    <a:pt x="4625313" y="86693"/>
                  </a:lnTo>
                  <a:lnTo>
                    <a:pt x="4733582" y="71659"/>
                  </a:lnTo>
                  <a:lnTo>
                    <a:pt x="4845556" y="58176"/>
                  </a:lnTo>
                  <a:lnTo>
                    <a:pt x="4958737" y="46259"/>
                  </a:lnTo>
                  <a:lnTo>
                    <a:pt x="5069897" y="35939"/>
                  </a:lnTo>
                  <a:lnTo>
                    <a:pt x="5175274" y="27245"/>
                  </a:lnTo>
                  <a:lnTo>
                    <a:pt x="5270945" y="20181"/>
                  </a:lnTo>
                  <a:lnTo>
                    <a:pt x="5353344" y="14704"/>
                  </a:lnTo>
                  <a:lnTo>
                    <a:pt x="5419819" y="10704"/>
                  </a:lnTo>
                  <a:lnTo>
                    <a:pt x="5469112" y="8008"/>
                  </a:lnTo>
                  <a:lnTo>
                    <a:pt x="5501642" y="6386"/>
                  </a:lnTo>
                  <a:lnTo>
                    <a:pt x="5519532" y="5569"/>
                  </a:lnTo>
                  <a:lnTo>
                    <a:pt x="5526459" y="527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0" y="5249"/>
                  </a:lnTo>
                  <a:lnTo>
                    <a:pt x="6531008" y="5315"/>
                  </a:lnTo>
                  <a:lnTo>
                    <a:pt x="6549983" y="5496"/>
                  </a:lnTo>
                  <a:lnTo>
                    <a:pt x="6584158" y="5852"/>
                  </a:lnTo>
                  <a:lnTo>
                    <a:pt x="6635604" y="6442"/>
                  </a:lnTo>
                  <a:lnTo>
                    <a:pt x="6704592" y="7312"/>
                  </a:lnTo>
                  <a:lnTo>
                    <a:pt x="6789657" y="8500"/>
                  </a:lnTo>
                  <a:lnTo>
                    <a:pt x="6887918" y="10028"/>
                  </a:lnTo>
                  <a:lnTo>
                    <a:pt x="6995599" y="11902"/>
                  </a:lnTo>
                  <a:lnTo>
                    <a:pt x="7108631" y="14122"/>
                  </a:lnTo>
                  <a:lnTo>
                    <a:pt x="7223178" y="16680"/>
                  </a:lnTo>
                  <a:lnTo>
                    <a:pt x="7336007" y="19570"/>
                  </a:lnTo>
                  <a:lnTo>
                    <a:pt x="7444669" y="22791"/>
                  </a:lnTo>
                  <a:lnTo>
                    <a:pt x="7547523" y="26348"/>
                  </a:lnTo>
                  <a:lnTo>
                    <a:pt x="7643650" y="30259"/>
                  </a:lnTo>
                  <a:lnTo>
                    <a:pt x="7732722" y="34551"/>
                  </a:lnTo>
                  <a:lnTo>
                    <a:pt x="7814846" y="39260"/>
                  </a:lnTo>
                  <a:lnTo>
                    <a:pt x="7890439" y="44436"/>
                  </a:lnTo>
                  <a:lnTo>
                    <a:pt x="7960114" y="50136"/>
                  </a:lnTo>
                  <a:lnTo>
                    <a:pt x="8024594" y="56422"/>
                  </a:lnTo>
                  <a:lnTo>
                    <a:pt x="8084654" y="63361"/>
                  </a:lnTo>
                  <a:lnTo>
                    <a:pt x="8141068" y="71015"/>
                  </a:lnTo>
                  <a:lnTo>
                    <a:pt x="8194573" y="79430"/>
                  </a:lnTo>
                  <a:lnTo>
                    <a:pt x="8229629" y="85597"/>
                  </a:lnTo>
                  <a:lnTo>
                    <a:pt x="8290093" y="97479"/>
                  </a:lnTo>
                  <a:lnTo>
                    <a:pt x="8348693" y="110532"/>
                  </a:lnTo>
                  <a:lnTo>
                    <a:pt x="8406111" y="124775"/>
                  </a:lnTo>
                  <a:lnTo>
                    <a:pt x="8462851" y="140189"/>
                  </a:lnTo>
                  <a:lnTo>
                    <a:pt x="8519272" y="156713"/>
                  </a:lnTo>
                  <a:lnTo>
                    <a:pt x="8575612" y="174244"/>
                  </a:lnTo>
                  <a:lnTo>
                    <a:pt x="8632007" y="192631"/>
                  </a:lnTo>
                  <a:lnTo>
                    <a:pt x="8688513" y="211686"/>
                  </a:lnTo>
                  <a:lnTo>
                    <a:pt x="8745120" y="231185"/>
                  </a:lnTo>
                  <a:lnTo>
                    <a:pt x="8801780" y="250881"/>
                  </a:lnTo>
                  <a:lnTo>
                    <a:pt x="8858423" y="270518"/>
                  </a:lnTo>
                  <a:lnTo>
                    <a:pt x="8914987" y="289840"/>
                  </a:lnTo>
                  <a:lnTo>
                    <a:pt x="8971440" y="308612"/>
                  </a:lnTo>
                  <a:lnTo>
                    <a:pt x="9027798" y="326623"/>
                  </a:lnTo>
                  <a:lnTo>
                    <a:pt x="9084153" y="343702"/>
                  </a:lnTo>
                  <a:lnTo>
                    <a:pt x="9140685" y="359722"/>
                  </a:lnTo>
                  <a:lnTo>
                    <a:pt x="9197687" y="374597"/>
                  </a:lnTo>
                  <a:lnTo>
                    <a:pt x="9255581" y="388288"/>
                  </a:lnTo>
                  <a:lnTo>
                    <a:pt x="9314948" y="400794"/>
                  </a:lnTo>
                  <a:lnTo>
                    <a:pt x="9347647" y="407022"/>
                  </a:lnTo>
                  <a:lnTo>
                    <a:pt x="9399554" y="415967"/>
                  </a:lnTo>
                  <a:lnTo>
                    <a:pt x="9453914" y="424134"/>
                  </a:lnTo>
                  <a:lnTo>
                    <a:pt x="9511412" y="431553"/>
                  </a:lnTo>
                  <a:lnTo>
                    <a:pt x="9572802" y="438277"/>
                  </a:lnTo>
                  <a:lnTo>
                    <a:pt x="9638862" y="444368"/>
                  </a:lnTo>
                  <a:lnTo>
                    <a:pt x="9710356" y="449893"/>
                  </a:lnTo>
                  <a:lnTo>
                    <a:pt x="9787980" y="454914"/>
                  </a:lnTo>
                  <a:lnTo>
                    <a:pt x="9872295" y="459485"/>
                  </a:lnTo>
                  <a:lnTo>
                    <a:pt x="9963631" y="463651"/>
                  </a:lnTo>
                  <a:lnTo>
                    <a:pt x="10061973" y="467446"/>
                  </a:lnTo>
                  <a:lnTo>
                    <a:pt x="10166817" y="470895"/>
                  </a:lnTo>
                  <a:lnTo>
                    <a:pt x="10277029" y="474010"/>
                  </a:lnTo>
                  <a:lnTo>
                    <a:pt x="10390713" y="476794"/>
                  </a:lnTo>
                  <a:lnTo>
                    <a:pt x="10505161" y="479245"/>
                  </a:lnTo>
                  <a:lnTo>
                    <a:pt x="10616919" y="481354"/>
                  </a:lnTo>
                  <a:lnTo>
                    <a:pt x="10722025" y="483118"/>
                  </a:lnTo>
                  <a:lnTo>
                    <a:pt x="10816443" y="484535"/>
                  </a:lnTo>
                  <a:lnTo>
                    <a:pt x="10896617" y="485618"/>
                  </a:lnTo>
                  <a:lnTo>
                    <a:pt x="10960071" y="486394"/>
                  </a:lnTo>
                  <a:lnTo>
                    <a:pt x="11005872" y="486903"/>
                  </a:lnTo>
                  <a:lnTo>
                    <a:pt x="11034874" y="487197"/>
                  </a:lnTo>
                  <a:lnTo>
                    <a:pt x="11049696" y="487334"/>
                  </a:lnTo>
                  <a:lnTo>
                    <a:pt x="11054528" y="487376"/>
                  </a:lnTo>
                  <a:lnTo>
                    <a:pt x="11054891" y="487378"/>
                  </a:lnTo>
                  <a:lnTo>
                    <a:pt x="12049831" y="487378"/>
                  </a:lnTo>
                  <a:lnTo>
                    <a:pt x="12049831" y="482138"/>
                  </a:lnTo>
                  <a:lnTo>
                    <a:pt x="11054891" y="482138"/>
                  </a:lnTo>
                  <a:lnTo>
                    <a:pt x="11053756" y="482129"/>
                  </a:lnTo>
                  <a:lnTo>
                    <a:pt x="11046269" y="482063"/>
                  </a:lnTo>
                  <a:lnTo>
                    <a:pt x="11027294" y="481882"/>
                  </a:lnTo>
                  <a:lnTo>
                    <a:pt x="10993118" y="481526"/>
                  </a:lnTo>
                  <a:lnTo>
                    <a:pt x="10941673" y="480936"/>
                  </a:lnTo>
                  <a:lnTo>
                    <a:pt x="10872685" y="480066"/>
                  </a:lnTo>
                  <a:lnTo>
                    <a:pt x="10787619" y="478878"/>
                  </a:lnTo>
                  <a:lnTo>
                    <a:pt x="10689359" y="477350"/>
                  </a:lnTo>
                  <a:lnTo>
                    <a:pt x="10581677" y="475476"/>
                  </a:lnTo>
                  <a:lnTo>
                    <a:pt x="10468645" y="473256"/>
                  </a:lnTo>
                  <a:lnTo>
                    <a:pt x="10354098" y="470698"/>
                  </a:lnTo>
                  <a:lnTo>
                    <a:pt x="10241270" y="467808"/>
                  </a:lnTo>
                  <a:lnTo>
                    <a:pt x="10132608" y="464587"/>
                  </a:lnTo>
                  <a:lnTo>
                    <a:pt x="10029754" y="461030"/>
                  </a:lnTo>
                  <a:lnTo>
                    <a:pt x="9933626" y="457119"/>
                  </a:lnTo>
                  <a:lnTo>
                    <a:pt x="9844555" y="452827"/>
                  </a:lnTo>
                  <a:lnTo>
                    <a:pt x="9762431" y="448118"/>
                  </a:lnTo>
                  <a:lnTo>
                    <a:pt x="9686837" y="442942"/>
                  </a:lnTo>
                  <a:lnTo>
                    <a:pt x="9617163" y="437242"/>
                  </a:lnTo>
                  <a:lnTo>
                    <a:pt x="9552682" y="430956"/>
                  </a:lnTo>
                  <a:lnTo>
                    <a:pt x="9492622" y="424017"/>
                  </a:lnTo>
                  <a:lnTo>
                    <a:pt x="9436208" y="416363"/>
                  </a:lnTo>
                  <a:lnTo>
                    <a:pt x="9382704" y="407948"/>
                  </a:lnTo>
                  <a:lnTo>
                    <a:pt x="9347647" y="401781"/>
                  </a:lnTo>
                  <a:lnTo>
                    <a:pt x="9287184" y="389899"/>
                  </a:lnTo>
                  <a:lnTo>
                    <a:pt x="9228584" y="376846"/>
                  </a:lnTo>
                  <a:lnTo>
                    <a:pt x="9171165" y="362603"/>
                  </a:lnTo>
                  <a:lnTo>
                    <a:pt x="9114425" y="347189"/>
                  </a:lnTo>
                  <a:lnTo>
                    <a:pt x="9058005" y="330665"/>
                  </a:lnTo>
                  <a:lnTo>
                    <a:pt x="9001665" y="313134"/>
                  </a:lnTo>
                  <a:lnTo>
                    <a:pt x="8945269" y="294747"/>
                  </a:lnTo>
                  <a:lnTo>
                    <a:pt x="8888764" y="275692"/>
                  </a:lnTo>
                  <a:lnTo>
                    <a:pt x="8832156" y="256193"/>
                  </a:lnTo>
                  <a:lnTo>
                    <a:pt x="8775497" y="236497"/>
                  </a:lnTo>
                  <a:lnTo>
                    <a:pt x="8718854" y="216860"/>
                  </a:lnTo>
                  <a:lnTo>
                    <a:pt x="8662289" y="197537"/>
                  </a:lnTo>
                  <a:lnTo>
                    <a:pt x="8605837" y="178766"/>
                  </a:lnTo>
                  <a:lnTo>
                    <a:pt x="8549478" y="160755"/>
                  </a:lnTo>
                  <a:lnTo>
                    <a:pt x="8493124" y="143676"/>
                  </a:lnTo>
                  <a:lnTo>
                    <a:pt x="8436592" y="127656"/>
                  </a:lnTo>
                  <a:lnTo>
                    <a:pt x="8379590" y="112781"/>
                  </a:lnTo>
                  <a:lnTo>
                    <a:pt x="8321696" y="99090"/>
                  </a:lnTo>
                  <a:lnTo>
                    <a:pt x="8262328" y="86584"/>
                  </a:lnTo>
                  <a:lnTo>
                    <a:pt x="8229629" y="80356"/>
                  </a:lnTo>
                  <a:lnTo>
                    <a:pt x="8177723" y="71411"/>
                  </a:lnTo>
                  <a:lnTo>
                    <a:pt x="8123363" y="63243"/>
                  </a:lnTo>
                  <a:lnTo>
                    <a:pt x="8065865" y="55825"/>
                  </a:lnTo>
                  <a:lnTo>
                    <a:pt x="8004475" y="49101"/>
                  </a:lnTo>
                  <a:lnTo>
                    <a:pt x="7938415" y="43010"/>
                  </a:lnTo>
                  <a:lnTo>
                    <a:pt x="7866921" y="37485"/>
                  </a:lnTo>
                  <a:lnTo>
                    <a:pt x="7789296" y="32464"/>
                  </a:lnTo>
                  <a:lnTo>
                    <a:pt x="7704982" y="27893"/>
                  </a:lnTo>
                  <a:lnTo>
                    <a:pt x="7613646" y="23727"/>
                  </a:lnTo>
                  <a:lnTo>
                    <a:pt x="7515304" y="19932"/>
                  </a:lnTo>
                  <a:lnTo>
                    <a:pt x="7410459" y="16483"/>
                  </a:lnTo>
                  <a:lnTo>
                    <a:pt x="7300247" y="13368"/>
                  </a:lnTo>
                  <a:lnTo>
                    <a:pt x="7186563" y="10584"/>
                  </a:lnTo>
                  <a:lnTo>
                    <a:pt x="7072115" y="8133"/>
                  </a:lnTo>
                  <a:lnTo>
                    <a:pt x="6960358" y="6024"/>
                  </a:lnTo>
                  <a:lnTo>
                    <a:pt x="6855251" y="4260"/>
                  </a:lnTo>
                  <a:lnTo>
                    <a:pt x="6760834" y="2843"/>
                  </a:lnTo>
                  <a:lnTo>
                    <a:pt x="6680659" y="1760"/>
                  </a:lnTo>
                  <a:lnTo>
                    <a:pt x="6617205" y="984"/>
                  </a:lnTo>
                  <a:lnTo>
                    <a:pt x="6571405" y="475"/>
                  </a:lnTo>
                  <a:lnTo>
                    <a:pt x="6542403" y="181"/>
                  </a:lnTo>
                  <a:lnTo>
                    <a:pt x="6527580" y="44"/>
                  </a:lnTo>
                  <a:lnTo>
                    <a:pt x="6522748" y="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0" y="42"/>
                  </a:lnTo>
                  <a:lnTo>
                    <a:pt x="5519117" y="346"/>
                  </a:lnTo>
                  <a:lnTo>
                    <a:pt x="5500769" y="1186"/>
                  </a:lnTo>
                  <a:lnTo>
                    <a:pt x="5467681" y="2842"/>
                  </a:lnTo>
                  <a:lnTo>
                    <a:pt x="5417784" y="5580"/>
                  </a:lnTo>
                  <a:lnTo>
                    <a:pt x="5350723" y="9629"/>
                  </a:lnTo>
                  <a:lnTo>
                    <a:pt x="5267809" y="15160"/>
                  </a:lnTo>
                  <a:lnTo>
                    <a:pt x="5171735" y="22280"/>
                  </a:lnTo>
                  <a:lnTo>
                    <a:pt x="5066090" y="31031"/>
                  </a:lnTo>
                  <a:lnTo>
                    <a:pt x="4954798" y="41408"/>
                  </a:lnTo>
                  <a:lnTo>
                    <a:pt x="4841608" y="53380"/>
                  </a:lnTo>
                  <a:lnTo>
                    <a:pt x="4729726" y="66917"/>
                  </a:lnTo>
                  <a:lnTo>
                    <a:pt x="4621622" y="82006"/>
                  </a:lnTo>
                  <a:lnTo>
                    <a:pt x="4518991" y="98671"/>
                  </a:lnTo>
                  <a:lnTo>
                    <a:pt x="4422822" y="116981"/>
                  </a:lnTo>
                  <a:lnTo>
                    <a:pt x="4333522" y="137053"/>
                  </a:lnTo>
                  <a:lnTo>
                    <a:pt x="4251052" y="159053"/>
                  </a:lnTo>
                  <a:lnTo>
                    <a:pt x="4175060" y="183197"/>
                  </a:lnTo>
                  <a:lnTo>
                    <a:pt x="4104986" y="209741"/>
                  </a:lnTo>
                  <a:lnTo>
                    <a:pt x="4040150" y="238975"/>
                  </a:lnTo>
                  <a:lnTo>
                    <a:pt x="3979812" y="271204"/>
                  </a:lnTo>
                  <a:lnTo>
                    <a:pt x="3923219" y="306725"/>
                  </a:lnTo>
                  <a:lnTo>
                    <a:pt x="3869650" y="345778"/>
                  </a:lnTo>
                  <a:lnTo>
                    <a:pt x="3820202" y="386933"/>
                  </a:lnTo>
                  <a:lnTo>
                    <a:pt x="3772819" y="431118"/>
                  </a:lnTo>
                  <a:lnTo>
                    <a:pt x="3726675" y="478715"/>
                  </a:lnTo>
                  <a:lnTo>
                    <a:pt x="3681414" y="529795"/>
                  </a:lnTo>
                  <a:lnTo>
                    <a:pt x="3636755" y="584362"/>
                  </a:lnTo>
                  <a:lnTo>
                    <a:pt x="3592475" y="642354"/>
                  </a:lnTo>
                  <a:lnTo>
                    <a:pt x="3548404" y="703631"/>
                  </a:lnTo>
                  <a:lnTo>
                    <a:pt x="3504420" y="767976"/>
                  </a:lnTo>
                  <a:lnTo>
                    <a:pt x="3460438" y="835088"/>
                  </a:lnTo>
                  <a:lnTo>
                    <a:pt x="3416408" y="904594"/>
                  </a:lnTo>
                  <a:lnTo>
                    <a:pt x="3372309" y="976046"/>
                  </a:lnTo>
                  <a:lnTo>
                    <a:pt x="3328143" y="1048937"/>
                  </a:lnTo>
                  <a:lnTo>
                    <a:pt x="3283931" y="1122714"/>
                  </a:lnTo>
                  <a:lnTo>
                    <a:pt x="3239702" y="1196796"/>
                  </a:lnTo>
                  <a:lnTo>
                    <a:pt x="3195489" y="1270590"/>
                  </a:lnTo>
                  <a:lnTo>
                    <a:pt x="3151322" y="1343514"/>
                  </a:lnTo>
                  <a:lnTo>
                    <a:pt x="3107221" y="1415013"/>
                  </a:lnTo>
                  <a:lnTo>
                    <a:pt x="3063189" y="1484580"/>
                  </a:lnTo>
                  <a:lnTo>
                    <a:pt x="3019206" y="1551766"/>
                  </a:lnTo>
                  <a:lnTo>
                    <a:pt x="2975223" y="1616193"/>
                  </a:lnTo>
                  <a:lnTo>
                    <a:pt x="2931157" y="1677560"/>
                  </a:lnTo>
                  <a:lnTo>
                    <a:pt x="2886885" y="1735647"/>
                  </a:lnTo>
                  <a:lnTo>
                    <a:pt x="2842239" y="1790312"/>
                  </a:lnTo>
                  <a:lnTo>
                    <a:pt x="2796999" y="1841490"/>
                  </a:lnTo>
                  <a:lnTo>
                    <a:pt x="2750884" y="1889186"/>
                  </a:lnTo>
                  <a:lnTo>
                    <a:pt x="2703542" y="1933465"/>
                  </a:lnTo>
                  <a:lnTo>
                    <a:pt x="2702183" y="1934667"/>
                  </a:lnTo>
                  <a:lnTo>
                    <a:pt x="2650908" y="1977247"/>
                  </a:lnTo>
                  <a:lnTo>
                    <a:pt x="2597244" y="2016174"/>
                  </a:lnTo>
                  <a:lnTo>
                    <a:pt x="2540533" y="2051575"/>
                  </a:lnTo>
                  <a:lnTo>
                    <a:pt x="2480051" y="2083695"/>
                  </a:lnTo>
                  <a:lnTo>
                    <a:pt x="2415044" y="2112830"/>
                  </a:lnTo>
                  <a:lnTo>
                    <a:pt x="2344775" y="2139285"/>
                  </a:lnTo>
                  <a:lnTo>
                    <a:pt x="2268565" y="2163350"/>
                  </a:lnTo>
                  <a:lnTo>
                    <a:pt x="2185861" y="2185279"/>
                  </a:lnTo>
                  <a:lnTo>
                    <a:pt x="2096319" y="2205287"/>
                  </a:lnTo>
                  <a:lnTo>
                    <a:pt x="1999915" y="2223538"/>
                  </a:lnTo>
                  <a:lnTo>
                    <a:pt x="1897072" y="2240147"/>
                  </a:lnTo>
                  <a:lnTo>
                    <a:pt x="1788803" y="2255182"/>
                  </a:lnTo>
                  <a:lnTo>
                    <a:pt x="1676829" y="2268664"/>
                  </a:lnTo>
                  <a:lnTo>
                    <a:pt x="1563648" y="2280582"/>
                  </a:lnTo>
                  <a:lnTo>
                    <a:pt x="1452488" y="2290902"/>
                  </a:lnTo>
                  <a:lnTo>
                    <a:pt x="1347111" y="2299596"/>
                  </a:lnTo>
                  <a:lnTo>
                    <a:pt x="1251440" y="2306659"/>
                  </a:lnTo>
                  <a:lnTo>
                    <a:pt x="1169041" y="2312137"/>
                  </a:lnTo>
                  <a:lnTo>
                    <a:pt x="1102566" y="2316136"/>
                  </a:lnTo>
                  <a:lnTo>
                    <a:pt x="1053273" y="2318832"/>
                  </a:lnTo>
                  <a:lnTo>
                    <a:pt x="1020743" y="2320455"/>
                  </a:lnTo>
                  <a:lnTo>
                    <a:pt x="1002853" y="2321272"/>
                  </a:lnTo>
                  <a:lnTo>
                    <a:pt x="995926" y="2321562"/>
                  </a:lnTo>
                  <a:lnTo>
                    <a:pt x="994940" y="2321600"/>
                  </a:lnTo>
                  <a:lnTo>
                    <a:pt x="0" y="2321600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87" name="pl1386"/>
            <p:cNvSpPr/>
            <p:nvPr/>
          </p:nvSpPr>
          <p:spPr>
            <a:xfrm>
              <a:off x="1199187" y="2835018"/>
              <a:ext cx="12049831" cy="2321600"/>
            </a:xfrm>
            <a:custGeom>
              <a:avLst/>
              <a:pathLst>
                <a:path w="12049831" h="2321600">
                  <a:moveTo>
                    <a:pt x="0" y="2321600"/>
                  </a:moveTo>
                  <a:lnTo>
                    <a:pt x="994940" y="2321600"/>
                  </a:lnTo>
                  <a:lnTo>
                    <a:pt x="996035" y="2321558"/>
                  </a:lnTo>
                  <a:lnTo>
                    <a:pt x="1003268" y="2321254"/>
                  </a:lnTo>
                  <a:lnTo>
                    <a:pt x="1021616" y="2320414"/>
                  </a:lnTo>
                  <a:lnTo>
                    <a:pt x="1054704" y="2318758"/>
                  </a:lnTo>
                  <a:lnTo>
                    <a:pt x="1104601" y="2316020"/>
                  </a:lnTo>
                  <a:lnTo>
                    <a:pt x="1171662" y="2311971"/>
                  </a:lnTo>
                  <a:lnTo>
                    <a:pt x="1254576" y="2306440"/>
                  </a:lnTo>
                  <a:lnTo>
                    <a:pt x="1350650" y="2299320"/>
                  </a:lnTo>
                  <a:lnTo>
                    <a:pt x="1456295" y="2290569"/>
                  </a:lnTo>
                  <a:lnTo>
                    <a:pt x="1567587" y="2280192"/>
                  </a:lnTo>
                  <a:lnTo>
                    <a:pt x="1680777" y="2268220"/>
                  </a:lnTo>
                  <a:lnTo>
                    <a:pt x="1792659" y="2254683"/>
                  </a:lnTo>
                  <a:lnTo>
                    <a:pt x="1900763" y="2239594"/>
                  </a:lnTo>
                  <a:lnTo>
                    <a:pt x="2003394" y="2222928"/>
                  </a:lnTo>
                  <a:lnTo>
                    <a:pt x="2099563" y="2204619"/>
                  </a:lnTo>
                  <a:lnTo>
                    <a:pt x="2188863" y="2184547"/>
                  </a:lnTo>
                  <a:lnTo>
                    <a:pt x="2271333" y="2162547"/>
                  </a:lnTo>
                  <a:lnTo>
                    <a:pt x="2347325" y="2138403"/>
                  </a:lnTo>
                  <a:lnTo>
                    <a:pt x="2417399" y="2111859"/>
                  </a:lnTo>
                  <a:lnTo>
                    <a:pt x="2482235" y="2082625"/>
                  </a:lnTo>
                  <a:lnTo>
                    <a:pt x="2542573" y="2050395"/>
                  </a:lnTo>
                  <a:lnTo>
                    <a:pt x="2599166" y="2014875"/>
                  </a:lnTo>
                  <a:lnTo>
                    <a:pt x="2652735" y="1975821"/>
                  </a:lnTo>
                  <a:lnTo>
                    <a:pt x="2702183" y="1934667"/>
                  </a:lnTo>
                  <a:lnTo>
                    <a:pt x="2749566" y="1890482"/>
                  </a:lnTo>
                  <a:lnTo>
                    <a:pt x="2795710" y="1842885"/>
                  </a:lnTo>
                  <a:lnTo>
                    <a:pt x="2840971" y="1791805"/>
                  </a:lnTo>
                  <a:lnTo>
                    <a:pt x="2885630" y="1737237"/>
                  </a:lnTo>
                  <a:lnTo>
                    <a:pt x="2929910" y="1679246"/>
                  </a:lnTo>
                  <a:lnTo>
                    <a:pt x="2973981" y="1617968"/>
                  </a:lnTo>
                  <a:lnTo>
                    <a:pt x="3017965" y="1553624"/>
                  </a:lnTo>
                  <a:lnTo>
                    <a:pt x="3061947" y="1486512"/>
                  </a:lnTo>
                  <a:lnTo>
                    <a:pt x="3105977" y="1417006"/>
                  </a:lnTo>
                  <a:lnTo>
                    <a:pt x="3150076" y="1345554"/>
                  </a:lnTo>
                  <a:lnTo>
                    <a:pt x="3194242" y="1272663"/>
                  </a:lnTo>
                  <a:lnTo>
                    <a:pt x="3238454" y="1198886"/>
                  </a:lnTo>
                  <a:lnTo>
                    <a:pt x="3282683" y="1124804"/>
                  </a:lnTo>
                  <a:lnTo>
                    <a:pt x="3326896" y="1051010"/>
                  </a:lnTo>
                  <a:lnTo>
                    <a:pt x="3371063" y="978086"/>
                  </a:lnTo>
                  <a:lnTo>
                    <a:pt x="3415164" y="906587"/>
                  </a:lnTo>
                  <a:lnTo>
                    <a:pt x="3459196" y="837020"/>
                  </a:lnTo>
                  <a:lnTo>
                    <a:pt x="3503179" y="769834"/>
                  </a:lnTo>
                  <a:lnTo>
                    <a:pt x="3547162" y="705407"/>
                  </a:lnTo>
                  <a:lnTo>
                    <a:pt x="3591228" y="644040"/>
                  </a:lnTo>
                  <a:lnTo>
                    <a:pt x="3635500" y="585953"/>
                  </a:lnTo>
                  <a:lnTo>
                    <a:pt x="3680146" y="531288"/>
                  </a:lnTo>
                  <a:lnTo>
                    <a:pt x="3725386" y="480109"/>
                  </a:lnTo>
                  <a:lnTo>
                    <a:pt x="3771501" y="432414"/>
                  </a:lnTo>
                  <a:lnTo>
                    <a:pt x="3818843" y="388135"/>
                  </a:lnTo>
                  <a:lnTo>
                    <a:pt x="3820202" y="386933"/>
                  </a:lnTo>
                  <a:lnTo>
                    <a:pt x="3871477" y="344353"/>
                  </a:lnTo>
                  <a:lnTo>
                    <a:pt x="3925141" y="305426"/>
                  </a:lnTo>
                  <a:lnTo>
                    <a:pt x="3981851" y="270025"/>
                  </a:lnTo>
                  <a:lnTo>
                    <a:pt x="4042334" y="237905"/>
                  </a:lnTo>
                  <a:lnTo>
                    <a:pt x="4107341" y="208770"/>
                  </a:lnTo>
                  <a:lnTo>
                    <a:pt x="4177610" y="182315"/>
                  </a:lnTo>
                  <a:lnTo>
                    <a:pt x="4253820" y="158250"/>
                  </a:lnTo>
                  <a:lnTo>
                    <a:pt x="4336524" y="136320"/>
                  </a:lnTo>
                  <a:lnTo>
                    <a:pt x="4426066" y="116313"/>
                  </a:lnTo>
                  <a:lnTo>
                    <a:pt x="4522470" y="98062"/>
                  </a:lnTo>
                  <a:lnTo>
                    <a:pt x="4625313" y="81453"/>
                  </a:lnTo>
                  <a:lnTo>
                    <a:pt x="4733582" y="66418"/>
                  </a:lnTo>
                  <a:lnTo>
                    <a:pt x="4845556" y="52936"/>
                  </a:lnTo>
                  <a:lnTo>
                    <a:pt x="4958737" y="41018"/>
                  </a:lnTo>
                  <a:lnTo>
                    <a:pt x="5069897" y="30698"/>
                  </a:lnTo>
                  <a:lnTo>
                    <a:pt x="5175274" y="22004"/>
                  </a:lnTo>
                  <a:lnTo>
                    <a:pt x="5270945" y="14941"/>
                  </a:lnTo>
                  <a:lnTo>
                    <a:pt x="5353344" y="9463"/>
                  </a:lnTo>
                  <a:lnTo>
                    <a:pt x="5419819" y="5463"/>
                  </a:lnTo>
                  <a:lnTo>
                    <a:pt x="5469112" y="2768"/>
                  </a:lnTo>
                  <a:lnTo>
                    <a:pt x="5501642" y="1145"/>
                  </a:lnTo>
                  <a:lnTo>
                    <a:pt x="5519532" y="328"/>
                  </a:lnTo>
                  <a:lnTo>
                    <a:pt x="5526459" y="38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0" y="9"/>
                  </a:lnTo>
                  <a:lnTo>
                    <a:pt x="6531008" y="74"/>
                  </a:lnTo>
                  <a:lnTo>
                    <a:pt x="6549983" y="255"/>
                  </a:lnTo>
                  <a:lnTo>
                    <a:pt x="6584158" y="612"/>
                  </a:lnTo>
                  <a:lnTo>
                    <a:pt x="6635604" y="1201"/>
                  </a:lnTo>
                  <a:lnTo>
                    <a:pt x="6704592" y="2072"/>
                  </a:lnTo>
                  <a:lnTo>
                    <a:pt x="6789657" y="3260"/>
                  </a:lnTo>
                  <a:lnTo>
                    <a:pt x="6887918" y="4787"/>
                  </a:lnTo>
                  <a:lnTo>
                    <a:pt x="6995599" y="6661"/>
                  </a:lnTo>
                  <a:lnTo>
                    <a:pt x="7108631" y="8881"/>
                  </a:lnTo>
                  <a:lnTo>
                    <a:pt x="7223178" y="11439"/>
                  </a:lnTo>
                  <a:lnTo>
                    <a:pt x="7336007" y="14329"/>
                  </a:lnTo>
                  <a:lnTo>
                    <a:pt x="7444669" y="17550"/>
                  </a:lnTo>
                  <a:lnTo>
                    <a:pt x="7547523" y="21108"/>
                  </a:lnTo>
                  <a:lnTo>
                    <a:pt x="7643650" y="25019"/>
                  </a:lnTo>
                  <a:lnTo>
                    <a:pt x="7732722" y="29310"/>
                  </a:lnTo>
                  <a:lnTo>
                    <a:pt x="7814846" y="34019"/>
                  </a:lnTo>
                  <a:lnTo>
                    <a:pt x="7890439" y="39196"/>
                  </a:lnTo>
                  <a:lnTo>
                    <a:pt x="7960114" y="44895"/>
                  </a:lnTo>
                  <a:lnTo>
                    <a:pt x="8024594" y="51181"/>
                  </a:lnTo>
                  <a:lnTo>
                    <a:pt x="8084654" y="58121"/>
                  </a:lnTo>
                  <a:lnTo>
                    <a:pt x="8141068" y="65774"/>
                  </a:lnTo>
                  <a:lnTo>
                    <a:pt x="8194573" y="74189"/>
                  </a:lnTo>
                  <a:lnTo>
                    <a:pt x="8229629" y="80356"/>
                  </a:lnTo>
                  <a:lnTo>
                    <a:pt x="8290093" y="92238"/>
                  </a:lnTo>
                  <a:lnTo>
                    <a:pt x="8348693" y="105292"/>
                  </a:lnTo>
                  <a:lnTo>
                    <a:pt x="8406111" y="119535"/>
                  </a:lnTo>
                  <a:lnTo>
                    <a:pt x="8462851" y="134948"/>
                  </a:lnTo>
                  <a:lnTo>
                    <a:pt x="8519272" y="151473"/>
                  </a:lnTo>
                  <a:lnTo>
                    <a:pt x="8575612" y="169003"/>
                  </a:lnTo>
                  <a:lnTo>
                    <a:pt x="8632007" y="187390"/>
                  </a:lnTo>
                  <a:lnTo>
                    <a:pt x="8688513" y="206445"/>
                  </a:lnTo>
                  <a:lnTo>
                    <a:pt x="8745120" y="225944"/>
                  </a:lnTo>
                  <a:lnTo>
                    <a:pt x="8801780" y="245641"/>
                  </a:lnTo>
                  <a:lnTo>
                    <a:pt x="8858423" y="265277"/>
                  </a:lnTo>
                  <a:lnTo>
                    <a:pt x="8914987" y="284600"/>
                  </a:lnTo>
                  <a:lnTo>
                    <a:pt x="8971440" y="303371"/>
                  </a:lnTo>
                  <a:lnTo>
                    <a:pt x="9027798" y="321382"/>
                  </a:lnTo>
                  <a:lnTo>
                    <a:pt x="9084153" y="338462"/>
                  </a:lnTo>
                  <a:lnTo>
                    <a:pt x="9140685" y="354481"/>
                  </a:lnTo>
                  <a:lnTo>
                    <a:pt x="9197687" y="369357"/>
                  </a:lnTo>
                  <a:lnTo>
                    <a:pt x="9255581" y="383048"/>
                  </a:lnTo>
                  <a:lnTo>
                    <a:pt x="9314948" y="395554"/>
                  </a:lnTo>
                  <a:lnTo>
                    <a:pt x="9347647" y="401781"/>
                  </a:lnTo>
                  <a:lnTo>
                    <a:pt x="9399554" y="410726"/>
                  </a:lnTo>
                  <a:lnTo>
                    <a:pt x="9453914" y="418894"/>
                  </a:lnTo>
                  <a:lnTo>
                    <a:pt x="9511412" y="426313"/>
                  </a:lnTo>
                  <a:lnTo>
                    <a:pt x="9572802" y="433036"/>
                  </a:lnTo>
                  <a:lnTo>
                    <a:pt x="9638862" y="439127"/>
                  </a:lnTo>
                  <a:lnTo>
                    <a:pt x="9710356" y="444653"/>
                  </a:lnTo>
                  <a:lnTo>
                    <a:pt x="9787980" y="449673"/>
                  </a:lnTo>
                  <a:lnTo>
                    <a:pt x="9872295" y="454244"/>
                  </a:lnTo>
                  <a:lnTo>
                    <a:pt x="9963631" y="458410"/>
                  </a:lnTo>
                  <a:lnTo>
                    <a:pt x="10061973" y="462206"/>
                  </a:lnTo>
                  <a:lnTo>
                    <a:pt x="10166817" y="465654"/>
                  </a:lnTo>
                  <a:lnTo>
                    <a:pt x="10277029" y="468769"/>
                  </a:lnTo>
                  <a:lnTo>
                    <a:pt x="10390713" y="471553"/>
                  </a:lnTo>
                  <a:lnTo>
                    <a:pt x="10505161" y="474004"/>
                  </a:lnTo>
                  <a:lnTo>
                    <a:pt x="10616919" y="476114"/>
                  </a:lnTo>
                  <a:lnTo>
                    <a:pt x="10722025" y="477877"/>
                  </a:lnTo>
                  <a:lnTo>
                    <a:pt x="10816443" y="479294"/>
                  </a:lnTo>
                  <a:lnTo>
                    <a:pt x="10896617" y="480378"/>
                  </a:lnTo>
                  <a:lnTo>
                    <a:pt x="10960071" y="481154"/>
                  </a:lnTo>
                  <a:lnTo>
                    <a:pt x="11005872" y="481662"/>
                  </a:lnTo>
                  <a:lnTo>
                    <a:pt x="11034874" y="481956"/>
                  </a:lnTo>
                  <a:lnTo>
                    <a:pt x="11049696" y="482094"/>
                  </a:lnTo>
                  <a:lnTo>
                    <a:pt x="11054528" y="482135"/>
                  </a:lnTo>
                  <a:lnTo>
                    <a:pt x="11054891" y="482138"/>
                  </a:lnTo>
                  <a:lnTo>
                    <a:pt x="12049831" y="482138"/>
                  </a:lnTo>
                  <a:lnTo>
                    <a:pt x="12049831" y="4821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8" name="pl1387"/>
            <p:cNvSpPr/>
            <p:nvPr/>
          </p:nvSpPr>
          <p:spPr>
            <a:xfrm>
              <a:off x="1199187" y="2829777"/>
              <a:ext cx="12049831" cy="2321600"/>
            </a:xfrm>
            <a:custGeom>
              <a:avLst/>
              <a:pathLst>
                <a:path w="12049831" h="2321600">
                  <a:moveTo>
                    <a:pt x="12049831" y="482138"/>
                  </a:moveTo>
                  <a:lnTo>
                    <a:pt x="11054891" y="482138"/>
                  </a:lnTo>
                  <a:lnTo>
                    <a:pt x="11053756" y="482129"/>
                  </a:lnTo>
                  <a:lnTo>
                    <a:pt x="11046269" y="482063"/>
                  </a:lnTo>
                  <a:lnTo>
                    <a:pt x="11027294" y="481882"/>
                  </a:lnTo>
                  <a:lnTo>
                    <a:pt x="10993118" y="481526"/>
                  </a:lnTo>
                  <a:lnTo>
                    <a:pt x="10941673" y="480936"/>
                  </a:lnTo>
                  <a:lnTo>
                    <a:pt x="10872685" y="480066"/>
                  </a:lnTo>
                  <a:lnTo>
                    <a:pt x="10787619" y="478878"/>
                  </a:lnTo>
                  <a:lnTo>
                    <a:pt x="10689359" y="477350"/>
                  </a:lnTo>
                  <a:lnTo>
                    <a:pt x="10581677" y="475476"/>
                  </a:lnTo>
                  <a:lnTo>
                    <a:pt x="10468645" y="473256"/>
                  </a:lnTo>
                  <a:lnTo>
                    <a:pt x="10354098" y="470698"/>
                  </a:lnTo>
                  <a:lnTo>
                    <a:pt x="10241270" y="467808"/>
                  </a:lnTo>
                  <a:lnTo>
                    <a:pt x="10132608" y="464587"/>
                  </a:lnTo>
                  <a:lnTo>
                    <a:pt x="10029754" y="461030"/>
                  </a:lnTo>
                  <a:lnTo>
                    <a:pt x="9933626" y="457119"/>
                  </a:lnTo>
                  <a:lnTo>
                    <a:pt x="9844555" y="452827"/>
                  </a:lnTo>
                  <a:lnTo>
                    <a:pt x="9762431" y="448118"/>
                  </a:lnTo>
                  <a:lnTo>
                    <a:pt x="9686837" y="442942"/>
                  </a:lnTo>
                  <a:lnTo>
                    <a:pt x="9617163" y="437242"/>
                  </a:lnTo>
                  <a:lnTo>
                    <a:pt x="9552682" y="430956"/>
                  </a:lnTo>
                  <a:lnTo>
                    <a:pt x="9492622" y="424017"/>
                  </a:lnTo>
                  <a:lnTo>
                    <a:pt x="9436208" y="416363"/>
                  </a:lnTo>
                  <a:lnTo>
                    <a:pt x="9382704" y="407948"/>
                  </a:lnTo>
                  <a:lnTo>
                    <a:pt x="9347647" y="401781"/>
                  </a:lnTo>
                  <a:lnTo>
                    <a:pt x="9287184" y="389899"/>
                  </a:lnTo>
                  <a:lnTo>
                    <a:pt x="9228584" y="376846"/>
                  </a:lnTo>
                  <a:lnTo>
                    <a:pt x="9171165" y="362603"/>
                  </a:lnTo>
                  <a:lnTo>
                    <a:pt x="9114425" y="347189"/>
                  </a:lnTo>
                  <a:lnTo>
                    <a:pt x="9058005" y="330665"/>
                  </a:lnTo>
                  <a:lnTo>
                    <a:pt x="9001665" y="313134"/>
                  </a:lnTo>
                  <a:lnTo>
                    <a:pt x="8945269" y="294747"/>
                  </a:lnTo>
                  <a:lnTo>
                    <a:pt x="8888764" y="275692"/>
                  </a:lnTo>
                  <a:lnTo>
                    <a:pt x="8832156" y="256193"/>
                  </a:lnTo>
                  <a:lnTo>
                    <a:pt x="8775497" y="236497"/>
                  </a:lnTo>
                  <a:lnTo>
                    <a:pt x="8718854" y="216860"/>
                  </a:lnTo>
                  <a:lnTo>
                    <a:pt x="8662289" y="197537"/>
                  </a:lnTo>
                  <a:lnTo>
                    <a:pt x="8605837" y="178766"/>
                  </a:lnTo>
                  <a:lnTo>
                    <a:pt x="8549478" y="160755"/>
                  </a:lnTo>
                  <a:lnTo>
                    <a:pt x="8493124" y="143676"/>
                  </a:lnTo>
                  <a:lnTo>
                    <a:pt x="8436592" y="127656"/>
                  </a:lnTo>
                  <a:lnTo>
                    <a:pt x="8379590" y="112781"/>
                  </a:lnTo>
                  <a:lnTo>
                    <a:pt x="8321696" y="99090"/>
                  </a:lnTo>
                  <a:lnTo>
                    <a:pt x="8262328" y="86584"/>
                  </a:lnTo>
                  <a:lnTo>
                    <a:pt x="8229629" y="80356"/>
                  </a:lnTo>
                  <a:lnTo>
                    <a:pt x="8177723" y="71411"/>
                  </a:lnTo>
                  <a:lnTo>
                    <a:pt x="8123363" y="63243"/>
                  </a:lnTo>
                  <a:lnTo>
                    <a:pt x="8065865" y="55825"/>
                  </a:lnTo>
                  <a:lnTo>
                    <a:pt x="8004475" y="49101"/>
                  </a:lnTo>
                  <a:lnTo>
                    <a:pt x="7938415" y="43010"/>
                  </a:lnTo>
                  <a:lnTo>
                    <a:pt x="7866921" y="37485"/>
                  </a:lnTo>
                  <a:lnTo>
                    <a:pt x="7789296" y="32464"/>
                  </a:lnTo>
                  <a:lnTo>
                    <a:pt x="7704982" y="27893"/>
                  </a:lnTo>
                  <a:lnTo>
                    <a:pt x="7613646" y="23727"/>
                  </a:lnTo>
                  <a:lnTo>
                    <a:pt x="7515304" y="19932"/>
                  </a:lnTo>
                  <a:lnTo>
                    <a:pt x="7410459" y="16483"/>
                  </a:lnTo>
                  <a:lnTo>
                    <a:pt x="7300247" y="13368"/>
                  </a:lnTo>
                  <a:lnTo>
                    <a:pt x="7186563" y="10584"/>
                  </a:lnTo>
                  <a:lnTo>
                    <a:pt x="7072115" y="8133"/>
                  </a:lnTo>
                  <a:lnTo>
                    <a:pt x="6960358" y="6024"/>
                  </a:lnTo>
                  <a:lnTo>
                    <a:pt x="6855251" y="4260"/>
                  </a:lnTo>
                  <a:lnTo>
                    <a:pt x="6760834" y="2843"/>
                  </a:lnTo>
                  <a:lnTo>
                    <a:pt x="6680659" y="1760"/>
                  </a:lnTo>
                  <a:lnTo>
                    <a:pt x="6617205" y="984"/>
                  </a:lnTo>
                  <a:lnTo>
                    <a:pt x="6571405" y="475"/>
                  </a:lnTo>
                  <a:lnTo>
                    <a:pt x="6542403" y="181"/>
                  </a:lnTo>
                  <a:lnTo>
                    <a:pt x="6527580" y="44"/>
                  </a:lnTo>
                  <a:lnTo>
                    <a:pt x="6522748" y="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0" y="42"/>
                  </a:lnTo>
                  <a:lnTo>
                    <a:pt x="5519117" y="346"/>
                  </a:lnTo>
                  <a:lnTo>
                    <a:pt x="5500769" y="1186"/>
                  </a:lnTo>
                  <a:lnTo>
                    <a:pt x="5467681" y="2842"/>
                  </a:lnTo>
                  <a:lnTo>
                    <a:pt x="5417784" y="5580"/>
                  </a:lnTo>
                  <a:lnTo>
                    <a:pt x="5350723" y="9629"/>
                  </a:lnTo>
                  <a:lnTo>
                    <a:pt x="5267809" y="15160"/>
                  </a:lnTo>
                  <a:lnTo>
                    <a:pt x="5171735" y="22280"/>
                  </a:lnTo>
                  <a:lnTo>
                    <a:pt x="5066090" y="31031"/>
                  </a:lnTo>
                  <a:lnTo>
                    <a:pt x="4954798" y="41408"/>
                  </a:lnTo>
                  <a:lnTo>
                    <a:pt x="4841608" y="53380"/>
                  </a:lnTo>
                  <a:lnTo>
                    <a:pt x="4729726" y="66917"/>
                  </a:lnTo>
                  <a:lnTo>
                    <a:pt x="4621622" y="82006"/>
                  </a:lnTo>
                  <a:lnTo>
                    <a:pt x="4518991" y="98671"/>
                  </a:lnTo>
                  <a:lnTo>
                    <a:pt x="4422822" y="116981"/>
                  </a:lnTo>
                  <a:lnTo>
                    <a:pt x="4333522" y="137053"/>
                  </a:lnTo>
                  <a:lnTo>
                    <a:pt x="4251052" y="159053"/>
                  </a:lnTo>
                  <a:lnTo>
                    <a:pt x="4175060" y="183197"/>
                  </a:lnTo>
                  <a:lnTo>
                    <a:pt x="4104986" y="209741"/>
                  </a:lnTo>
                  <a:lnTo>
                    <a:pt x="4040150" y="238975"/>
                  </a:lnTo>
                  <a:lnTo>
                    <a:pt x="3979812" y="271204"/>
                  </a:lnTo>
                  <a:lnTo>
                    <a:pt x="3923219" y="306725"/>
                  </a:lnTo>
                  <a:lnTo>
                    <a:pt x="3869650" y="345778"/>
                  </a:lnTo>
                  <a:lnTo>
                    <a:pt x="3820202" y="386933"/>
                  </a:lnTo>
                  <a:lnTo>
                    <a:pt x="3772819" y="431118"/>
                  </a:lnTo>
                  <a:lnTo>
                    <a:pt x="3726675" y="478715"/>
                  </a:lnTo>
                  <a:lnTo>
                    <a:pt x="3681414" y="529795"/>
                  </a:lnTo>
                  <a:lnTo>
                    <a:pt x="3636755" y="584362"/>
                  </a:lnTo>
                  <a:lnTo>
                    <a:pt x="3592475" y="642354"/>
                  </a:lnTo>
                  <a:lnTo>
                    <a:pt x="3548404" y="703631"/>
                  </a:lnTo>
                  <a:lnTo>
                    <a:pt x="3504420" y="767976"/>
                  </a:lnTo>
                  <a:lnTo>
                    <a:pt x="3460438" y="835088"/>
                  </a:lnTo>
                  <a:lnTo>
                    <a:pt x="3416408" y="904594"/>
                  </a:lnTo>
                  <a:lnTo>
                    <a:pt x="3372309" y="976046"/>
                  </a:lnTo>
                  <a:lnTo>
                    <a:pt x="3328143" y="1048937"/>
                  </a:lnTo>
                  <a:lnTo>
                    <a:pt x="3283931" y="1122714"/>
                  </a:lnTo>
                  <a:lnTo>
                    <a:pt x="3239702" y="1196796"/>
                  </a:lnTo>
                  <a:lnTo>
                    <a:pt x="3195489" y="1270590"/>
                  </a:lnTo>
                  <a:lnTo>
                    <a:pt x="3151322" y="1343514"/>
                  </a:lnTo>
                  <a:lnTo>
                    <a:pt x="3107221" y="1415013"/>
                  </a:lnTo>
                  <a:lnTo>
                    <a:pt x="3063189" y="1484580"/>
                  </a:lnTo>
                  <a:lnTo>
                    <a:pt x="3019206" y="1551766"/>
                  </a:lnTo>
                  <a:lnTo>
                    <a:pt x="2975223" y="1616193"/>
                  </a:lnTo>
                  <a:lnTo>
                    <a:pt x="2931157" y="1677560"/>
                  </a:lnTo>
                  <a:lnTo>
                    <a:pt x="2886885" y="1735647"/>
                  </a:lnTo>
                  <a:lnTo>
                    <a:pt x="2842239" y="1790312"/>
                  </a:lnTo>
                  <a:lnTo>
                    <a:pt x="2796999" y="1841490"/>
                  </a:lnTo>
                  <a:lnTo>
                    <a:pt x="2750884" y="1889186"/>
                  </a:lnTo>
                  <a:lnTo>
                    <a:pt x="2703542" y="1933465"/>
                  </a:lnTo>
                  <a:lnTo>
                    <a:pt x="2702183" y="1934667"/>
                  </a:lnTo>
                  <a:lnTo>
                    <a:pt x="2650908" y="1977247"/>
                  </a:lnTo>
                  <a:lnTo>
                    <a:pt x="2597244" y="2016174"/>
                  </a:lnTo>
                  <a:lnTo>
                    <a:pt x="2540533" y="2051575"/>
                  </a:lnTo>
                  <a:lnTo>
                    <a:pt x="2480051" y="2083695"/>
                  </a:lnTo>
                  <a:lnTo>
                    <a:pt x="2415044" y="2112830"/>
                  </a:lnTo>
                  <a:lnTo>
                    <a:pt x="2344775" y="2139285"/>
                  </a:lnTo>
                  <a:lnTo>
                    <a:pt x="2268565" y="2163350"/>
                  </a:lnTo>
                  <a:lnTo>
                    <a:pt x="2185861" y="2185279"/>
                  </a:lnTo>
                  <a:lnTo>
                    <a:pt x="2096319" y="2205287"/>
                  </a:lnTo>
                  <a:lnTo>
                    <a:pt x="1999915" y="2223538"/>
                  </a:lnTo>
                  <a:lnTo>
                    <a:pt x="1897072" y="2240147"/>
                  </a:lnTo>
                  <a:lnTo>
                    <a:pt x="1788803" y="2255182"/>
                  </a:lnTo>
                  <a:lnTo>
                    <a:pt x="1676829" y="2268664"/>
                  </a:lnTo>
                  <a:lnTo>
                    <a:pt x="1563648" y="2280582"/>
                  </a:lnTo>
                  <a:lnTo>
                    <a:pt x="1452488" y="2290902"/>
                  </a:lnTo>
                  <a:lnTo>
                    <a:pt x="1347111" y="2299596"/>
                  </a:lnTo>
                  <a:lnTo>
                    <a:pt x="1251440" y="2306659"/>
                  </a:lnTo>
                  <a:lnTo>
                    <a:pt x="1169041" y="2312137"/>
                  </a:lnTo>
                  <a:lnTo>
                    <a:pt x="1102566" y="2316136"/>
                  </a:lnTo>
                  <a:lnTo>
                    <a:pt x="1053273" y="2318832"/>
                  </a:lnTo>
                  <a:lnTo>
                    <a:pt x="1020743" y="2320455"/>
                  </a:lnTo>
                  <a:lnTo>
                    <a:pt x="1002853" y="2321272"/>
                  </a:lnTo>
                  <a:lnTo>
                    <a:pt x="995926" y="2321562"/>
                  </a:lnTo>
                  <a:lnTo>
                    <a:pt x="994940" y="2321600"/>
                  </a:lnTo>
                  <a:lnTo>
                    <a:pt x="0" y="2321600"/>
                  </a:lnTo>
                  <a:lnTo>
                    <a:pt x="0" y="23216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9" name="pg1388"/>
            <p:cNvSpPr/>
            <p:nvPr/>
          </p:nvSpPr>
          <p:spPr>
            <a:xfrm>
              <a:off x="1199187" y="2840259"/>
              <a:ext cx="12049831" cy="2321600"/>
            </a:xfrm>
            <a:custGeom>
              <a:avLst/>
              <a:pathLst>
                <a:path w="12049831" h="2321600">
                  <a:moveTo>
                    <a:pt x="0" y="2321600"/>
                  </a:moveTo>
                  <a:lnTo>
                    <a:pt x="994940" y="2321600"/>
                  </a:lnTo>
                  <a:lnTo>
                    <a:pt x="996035" y="2321558"/>
                  </a:lnTo>
                  <a:lnTo>
                    <a:pt x="1003269" y="2321254"/>
                  </a:lnTo>
                  <a:lnTo>
                    <a:pt x="1021620" y="2320416"/>
                  </a:lnTo>
                  <a:lnTo>
                    <a:pt x="1054713" y="2318764"/>
                  </a:lnTo>
                  <a:lnTo>
                    <a:pt x="1104617" y="2316032"/>
                  </a:lnTo>
                  <a:lnTo>
                    <a:pt x="1171687" y="2311992"/>
                  </a:lnTo>
                  <a:lnTo>
                    <a:pt x="1254610" y="2306472"/>
                  </a:lnTo>
                  <a:lnTo>
                    <a:pt x="1350695" y="2299367"/>
                  </a:lnTo>
                  <a:lnTo>
                    <a:pt x="1456349" y="2290634"/>
                  </a:lnTo>
                  <a:lnTo>
                    <a:pt x="1567649" y="2280279"/>
                  </a:lnTo>
                  <a:lnTo>
                    <a:pt x="1680845" y="2268332"/>
                  </a:lnTo>
                  <a:lnTo>
                    <a:pt x="1792732" y="2254825"/>
                  </a:lnTo>
                  <a:lnTo>
                    <a:pt x="1900839" y="2239768"/>
                  </a:lnTo>
                  <a:lnTo>
                    <a:pt x="2003471" y="2223138"/>
                  </a:lnTo>
                  <a:lnTo>
                    <a:pt x="2099639" y="2204867"/>
                  </a:lnTo>
                  <a:lnTo>
                    <a:pt x="2188939" y="2184838"/>
                  </a:lnTo>
                  <a:lnTo>
                    <a:pt x="2271407" y="2162884"/>
                  </a:lnTo>
                  <a:lnTo>
                    <a:pt x="2347397" y="2138792"/>
                  </a:lnTo>
                  <a:lnTo>
                    <a:pt x="2417469" y="2112303"/>
                  </a:lnTo>
                  <a:lnTo>
                    <a:pt x="2482303" y="2083131"/>
                  </a:lnTo>
                  <a:lnTo>
                    <a:pt x="2542641" y="2050969"/>
                  </a:lnTo>
                  <a:lnTo>
                    <a:pt x="2599232" y="2015522"/>
                  </a:lnTo>
                  <a:lnTo>
                    <a:pt x="2652801" y="1976550"/>
                  </a:lnTo>
                  <a:lnTo>
                    <a:pt x="2702183" y="1935540"/>
                  </a:lnTo>
                  <a:lnTo>
                    <a:pt x="2749601" y="1891422"/>
                  </a:lnTo>
                  <a:lnTo>
                    <a:pt x="2795778" y="1843892"/>
                  </a:lnTo>
                  <a:lnTo>
                    <a:pt x="2841071" y="1792883"/>
                  </a:lnTo>
                  <a:lnTo>
                    <a:pt x="2885762" y="1738390"/>
                  </a:lnTo>
                  <a:lnTo>
                    <a:pt x="2930074" y="1680475"/>
                  </a:lnTo>
                  <a:lnTo>
                    <a:pt x="2974177" y="1619278"/>
                  </a:lnTo>
                  <a:lnTo>
                    <a:pt x="3018193" y="1555017"/>
                  </a:lnTo>
                  <a:lnTo>
                    <a:pt x="3062209" y="1487992"/>
                  </a:lnTo>
                  <a:lnTo>
                    <a:pt x="3106272" y="1418578"/>
                  </a:lnTo>
                  <a:lnTo>
                    <a:pt x="3150404" y="1347222"/>
                  </a:lnTo>
                  <a:lnTo>
                    <a:pt x="3194602" y="1274433"/>
                  </a:lnTo>
                  <a:lnTo>
                    <a:pt x="3238848" y="1200762"/>
                  </a:lnTo>
                  <a:lnTo>
                    <a:pt x="3283110" y="1126793"/>
                  </a:lnTo>
                  <a:lnTo>
                    <a:pt x="3327355" y="1053117"/>
                  </a:lnTo>
                  <a:lnTo>
                    <a:pt x="3371554" y="980316"/>
                  </a:lnTo>
                  <a:lnTo>
                    <a:pt x="3415687" y="908944"/>
                  </a:lnTo>
                  <a:lnTo>
                    <a:pt x="3459751" y="839509"/>
                  </a:lnTo>
                  <a:lnTo>
                    <a:pt x="3503766" y="772459"/>
                  </a:lnTo>
                  <a:lnTo>
                    <a:pt x="3547783" y="708170"/>
                  </a:lnTo>
                  <a:lnTo>
                    <a:pt x="3591884" y="646942"/>
                  </a:lnTo>
                  <a:lnTo>
                    <a:pt x="3636193" y="588994"/>
                  </a:lnTo>
                  <a:lnTo>
                    <a:pt x="3680879" y="534467"/>
                  </a:lnTo>
                  <a:lnTo>
                    <a:pt x="3726165" y="483425"/>
                  </a:lnTo>
                  <a:lnTo>
                    <a:pt x="3772332" y="435862"/>
                  </a:lnTo>
                  <a:lnTo>
                    <a:pt x="3819736" y="391711"/>
                  </a:lnTo>
                  <a:lnTo>
                    <a:pt x="3820202" y="391300"/>
                  </a:lnTo>
                  <a:lnTo>
                    <a:pt x="3871480" y="348814"/>
                  </a:lnTo>
                  <a:lnTo>
                    <a:pt x="3925147" y="309973"/>
                  </a:lnTo>
                  <a:lnTo>
                    <a:pt x="3981861" y="274651"/>
                  </a:lnTo>
                  <a:lnTo>
                    <a:pt x="4042348" y="242602"/>
                  </a:lnTo>
                  <a:lnTo>
                    <a:pt x="4107360" y="213532"/>
                  </a:lnTo>
                  <a:lnTo>
                    <a:pt x="4177635" y="187136"/>
                  </a:lnTo>
                  <a:lnTo>
                    <a:pt x="4253851" y="163125"/>
                  </a:lnTo>
                  <a:lnTo>
                    <a:pt x="4336562" y="141244"/>
                  </a:lnTo>
                  <a:lnTo>
                    <a:pt x="4426112" y="121282"/>
                  </a:lnTo>
                  <a:lnTo>
                    <a:pt x="4522525" y="103072"/>
                  </a:lnTo>
                  <a:lnTo>
                    <a:pt x="4625377" y="86500"/>
                  </a:lnTo>
                  <a:lnTo>
                    <a:pt x="4733655" y="71499"/>
                  </a:lnTo>
                  <a:lnTo>
                    <a:pt x="4845637" y="58048"/>
                  </a:lnTo>
                  <a:lnTo>
                    <a:pt x="4958824" y="46158"/>
                  </a:lnTo>
                  <a:lnTo>
                    <a:pt x="5069987" y="35861"/>
                  </a:lnTo>
                  <a:lnTo>
                    <a:pt x="5175363" y="27188"/>
                  </a:lnTo>
                  <a:lnTo>
                    <a:pt x="5271029" y="20142"/>
                  </a:lnTo>
                  <a:lnTo>
                    <a:pt x="5353419" y="14678"/>
                  </a:lnTo>
                  <a:lnTo>
                    <a:pt x="5419880" y="10688"/>
                  </a:lnTo>
                  <a:lnTo>
                    <a:pt x="5469157" y="8000"/>
                  </a:lnTo>
                  <a:lnTo>
                    <a:pt x="5501670" y="6382"/>
                  </a:lnTo>
                  <a:lnTo>
                    <a:pt x="5519546" y="5568"/>
                  </a:lnTo>
                  <a:lnTo>
                    <a:pt x="5526463" y="5278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8" y="5254"/>
                  </a:lnTo>
                  <a:lnTo>
                    <a:pt x="6530990" y="5352"/>
                  </a:lnTo>
                  <a:lnTo>
                    <a:pt x="6549929" y="5623"/>
                  </a:lnTo>
                  <a:lnTo>
                    <a:pt x="6584041" y="6156"/>
                  </a:lnTo>
                  <a:lnTo>
                    <a:pt x="6635396" y="7039"/>
                  </a:lnTo>
                  <a:lnTo>
                    <a:pt x="6704272" y="8342"/>
                  </a:lnTo>
                  <a:lnTo>
                    <a:pt x="6789212" y="10121"/>
                  </a:lnTo>
                  <a:lnTo>
                    <a:pt x="6887346" y="12407"/>
                  </a:lnTo>
                  <a:lnTo>
                    <a:pt x="6994910" y="15214"/>
                  </a:lnTo>
                  <a:lnTo>
                    <a:pt x="7107843" y="18538"/>
                  </a:lnTo>
                  <a:lnTo>
                    <a:pt x="7222312" y="22369"/>
                  </a:lnTo>
                  <a:lnTo>
                    <a:pt x="7335088" y="26697"/>
                  </a:lnTo>
                  <a:lnTo>
                    <a:pt x="7443719" y="31521"/>
                  </a:lnTo>
                  <a:lnTo>
                    <a:pt x="7546561" y="36849"/>
                  </a:lnTo>
                  <a:lnTo>
                    <a:pt x="7642692" y="42705"/>
                  </a:lnTo>
                  <a:lnTo>
                    <a:pt x="7731777" y="49131"/>
                  </a:lnTo>
                  <a:lnTo>
                    <a:pt x="7813922" y="56183"/>
                  </a:lnTo>
                  <a:lnTo>
                    <a:pt x="7889539" y="63933"/>
                  </a:lnTo>
                  <a:lnTo>
                    <a:pt x="7959236" y="72466"/>
                  </a:lnTo>
                  <a:lnTo>
                    <a:pt x="8023737" y="81876"/>
                  </a:lnTo>
                  <a:lnTo>
                    <a:pt x="8083812" y="92263"/>
                  </a:lnTo>
                  <a:lnTo>
                    <a:pt x="8140236" y="103720"/>
                  </a:lnTo>
                  <a:lnTo>
                    <a:pt x="8193744" y="116316"/>
                  </a:lnTo>
                  <a:lnTo>
                    <a:pt x="8229629" y="125775"/>
                  </a:lnTo>
                  <a:lnTo>
                    <a:pt x="8288754" y="143178"/>
                  </a:lnTo>
                  <a:lnTo>
                    <a:pt x="8346082" y="162258"/>
                  </a:lnTo>
                  <a:lnTo>
                    <a:pt x="8402257" y="183043"/>
                  </a:lnTo>
                  <a:lnTo>
                    <a:pt x="8457755" y="205510"/>
                  </a:lnTo>
                  <a:lnTo>
                    <a:pt x="8512924" y="229579"/>
                  </a:lnTo>
                  <a:lnTo>
                    <a:pt x="8567995" y="255110"/>
                  </a:lnTo>
                  <a:lnTo>
                    <a:pt x="8623107" y="281902"/>
                  </a:lnTo>
                  <a:lnTo>
                    <a:pt x="8678320" y="309698"/>
                  </a:lnTo>
                  <a:lnTo>
                    <a:pt x="8733636" y="338191"/>
                  </a:lnTo>
                  <a:lnTo>
                    <a:pt x="8789014" y="367040"/>
                  </a:lnTo>
                  <a:lnTo>
                    <a:pt x="8844391" y="395887"/>
                  </a:lnTo>
                  <a:lnTo>
                    <a:pt x="8899706" y="424372"/>
                  </a:lnTo>
                  <a:lnTo>
                    <a:pt x="8954918" y="452156"/>
                  </a:lnTo>
                  <a:lnTo>
                    <a:pt x="9010029" y="478933"/>
                  </a:lnTo>
                  <a:lnTo>
                    <a:pt x="9065100" y="504445"/>
                  </a:lnTo>
                  <a:lnTo>
                    <a:pt x="9120271" y="528494"/>
                  </a:lnTo>
                  <a:lnTo>
                    <a:pt x="9175776" y="550938"/>
                  </a:lnTo>
                  <a:lnTo>
                    <a:pt x="9231963" y="571700"/>
                  </a:lnTo>
                  <a:lnTo>
                    <a:pt x="9289311" y="590757"/>
                  </a:lnTo>
                  <a:lnTo>
                    <a:pt x="9347647" y="607913"/>
                  </a:lnTo>
                  <a:lnTo>
                    <a:pt x="9399517" y="621321"/>
                  </a:lnTo>
                  <a:lnTo>
                    <a:pt x="9453837" y="633566"/>
                  </a:lnTo>
                  <a:lnTo>
                    <a:pt x="9511289" y="644688"/>
                  </a:lnTo>
                  <a:lnTo>
                    <a:pt x="9572626" y="654768"/>
                  </a:lnTo>
                  <a:lnTo>
                    <a:pt x="9638625" y="663902"/>
                  </a:lnTo>
                  <a:lnTo>
                    <a:pt x="9710048" y="672187"/>
                  </a:lnTo>
                  <a:lnTo>
                    <a:pt x="9787590" y="679716"/>
                  </a:lnTo>
                  <a:lnTo>
                    <a:pt x="9871811" y="686571"/>
                  </a:lnTo>
                  <a:lnTo>
                    <a:pt x="9963042" y="692819"/>
                  </a:lnTo>
                  <a:lnTo>
                    <a:pt x="10061271" y="698512"/>
                  </a:lnTo>
                  <a:lnTo>
                    <a:pt x="10166000" y="703685"/>
                  </a:lnTo>
                  <a:lnTo>
                    <a:pt x="10276100" y="708358"/>
                  </a:lnTo>
                  <a:lnTo>
                    <a:pt x="10389686" y="712536"/>
                  </a:lnTo>
                  <a:lnTo>
                    <a:pt x="10504063" y="716214"/>
                  </a:lnTo>
                  <a:lnTo>
                    <a:pt x="10615790" y="719381"/>
                  </a:lnTo>
                  <a:lnTo>
                    <a:pt x="10720917" y="722030"/>
                  </a:lnTo>
                  <a:lnTo>
                    <a:pt x="10815412" y="724160"/>
                  </a:lnTo>
                  <a:lnTo>
                    <a:pt x="10895721" y="725790"/>
                  </a:lnTo>
                  <a:lnTo>
                    <a:pt x="10959354" y="726959"/>
                  </a:lnTo>
                  <a:lnTo>
                    <a:pt x="11005359" y="727726"/>
                  </a:lnTo>
                  <a:lnTo>
                    <a:pt x="11034563" y="728171"/>
                  </a:lnTo>
                  <a:lnTo>
                    <a:pt x="11049558" y="728380"/>
                  </a:lnTo>
                  <a:lnTo>
                    <a:pt x="11054503" y="728443"/>
                  </a:lnTo>
                  <a:lnTo>
                    <a:pt x="11054891" y="728448"/>
                  </a:lnTo>
                  <a:lnTo>
                    <a:pt x="12049831" y="728448"/>
                  </a:lnTo>
                  <a:lnTo>
                    <a:pt x="12049831" y="723207"/>
                  </a:lnTo>
                  <a:lnTo>
                    <a:pt x="11054891" y="723207"/>
                  </a:lnTo>
                  <a:lnTo>
                    <a:pt x="11053759" y="723193"/>
                  </a:lnTo>
                  <a:lnTo>
                    <a:pt x="11046286" y="723095"/>
                  </a:lnTo>
                  <a:lnTo>
                    <a:pt x="11027348" y="722824"/>
                  </a:lnTo>
                  <a:lnTo>
                    <a:pt x="10993236" y="722291"/>
                  </a:lnTo>
                  <a:lnTo>
                    <a:pt x="10941881" y="721409"/>
                  </a:lnTo>
                  <a:lnTo>
                    <a:pt x="10873005" y="720105"/>
                  </a:lnTo>
                  <a:lnTo>
                    <a:pt x="10788064" y="718327"/>
                  </a:lnTo>
                  <a:lnTo>
                    <a:pt x="10689930" y="716040"/>
                  </a:lnTo>
                  <a:lnTo>
                    <a:pt x="10582366" y="713233"/>
                  </a:lnTo>
                  <a:lnTo>
                    <a:pt x="10469434" y="709910"/>
                  </a:lnTo>
                  <a:lnTo>
                    <a:pt x="10354964" y="706079"/>
                  </a:lnTo>
                  <a:lnTo>
                    <a:pt x="10242189" y="701750"/>
                  </a:lnTo>
                  <a:lnTo>
                    <a:pt x="10133558" y="696927"/>
                  </a:lnTo>
                  <a:lnTo>
                    <a:pt x="10030716" y="691599"/>
                  </a:lnTo>
                  <a:lnTo>
                    <a:pt x="9934585" y="685742"/>
                  </a:lnTo>
                  <a:lnTo>
                    <a:pt x="9845499" y="679316"/>
                  </a:lnTo>
                  <a:lnTo>
                    <a:pt x="9763355" y="672264"/>
                  </a:lnTo>
                  <a:lnTo>
                    <a:pt x="9687738" y="664514"/>
                  </a:lnTo>
                  <a:lnTo>
                    <a:pt x="9618040" y="655981"/>
                  </a:lnTo>
                  <a:lnTo>
                    <a:pt x="9553540" y="646571"/>
                  </a:lnTo>
                  <a:lnTo>
                    <a:pt x="9493464" y="636184"/>
                  </a:lnTo>
                  <a:lnTo>
                    <a:pt x="9437040" y="624728"/>
                  </a:lnTo>
                  <a:lnTo>
                    <a:pt x="9383533" y="612132"/>
                  </a:lnTo>
                  <a:lnTo>
                    <a:pt x="9347647" y="602672"/>
                  </a:lnTo>
                  <a:lnTo>
                    <a:pt x="9288523" y="585269"/>
                  </a:lnTo>
                  <a:lnTo>
                    <a:pt x="9231194" y="566189"/>
                  </a:lnTo>
                  <a:lnTo>
                    <a:pt x="9175020" y="545404"/>
                  </a:lnTo>
                  <a:lnTo>
                    <a:pt x="9119521" y="522937"/>
                  </a:lnTo>
                  <a:lnTo>
                    <a:pt x="9064353" y="498868"/>
                  </a:lnTo>
                  <a:lnTo>
                    <a:pt x="9009282" y="473337"/>
                  </a:lnTo>
                  <a:lnTo>
                    <a:pt x="8954170" y="446545"/>
                  </a:lnTo>
                  <a:lnTo>
                    <a:pt x="8898956" y="418749"/>
                  </a:lnTo>
                  <a:lnTo>
                    <a:pt x="8843640" y="390257"/>
                  </a:lnTo>
                  <a:lnTo>
                    <a:pt x="8788263" y="361407"/>
                  </a:lnTo>
                  <a:lnTo>
                    <a:pt x="8732886" y="332560"/>
                  </a:lnTo>
                  <a:lnTo>
                    <a:pt x="8677571" y="304075"/>
                  </a:lnTo>
                  <a:lnTo>
                    <a:pt x="8622359" y="276291"/>
                  </a:lnTo>
                  <a:lnTo>
                    <a:pt x="8567248" y="249514"/>
                  </a:lnTo>
                  <a:lnTo>
                    <a:pt x="8512177" y="224002"/>
                  </a:lnTo>
                  <a:lnTo>
                    <a:pt x="8457006" y="199953"/>
                  </a:lnTo>
                  <a:lnTo>
                    <a:pt x="8401500" y="177509"/>
                  </a:lnTo>
                  <a:lnTo>
                    <a:pt x="8345314" y="156747"/>
                  </a:lnTo>
                  <a:lnTo>
                    <a:pt x="8287966" y="137690"/>
                  </a:lnTo>
                  <a:lnTo>
                    <a:pt x="8229629" y="120534"/>
                  </a:lnTo>
                  <a:lnTo>
                    <a:pt x="8177759" y="107126"/>
                  </a:lnTo>
                  <a:lnTo>
                    <a:pt x="8123440" y="94882"/>
                  </a:lnTo>
                  <a:lnTo>
                    <a:pt x="8065987" y="83759"/>
                  </a:lnTo>
                  <a:lnTo>
                    <a:pt x="8004650" y="73679"/>
                  </a:lnTo>
                  <a:lnTo>
                    <a:pt x="7938652" y="64545"/>
                  </a:lnTo>
                  <a:lnTo>
                    <a:pt x="7867229" y="56260"/>
                  </a:lnTo>
                  <a:lnTo>
                    <a:pt x="7789687" y="48731"/>
                  </a:lnTo>
                  <a:lnTo>
                    <a:pt x="7705466" y="41876"/>
                  </a:lnTo>
                  <a:lnTo>
                    <a:pt x="7614234" y="35628"/>
                  </a:lnTo>
                  <a:lnTo>
                    <a:pt x="7516005" y="29935"/>
                  </a:lnTo>
                  <a:lnTo>
                    <a:pt x="7411277" y="24762"/>
                  </a:lnTo>
                  <a:lnTo>
                    <a:pt x="7301177" y="20090"/>
                  </a:lnTo>
                  <a:lnTo>
                    <a:pt x="7187590" y="15911"/>
                  </a:lnTo>
                  <a:lnTo>
                    <a:pt x="7073213" y="12233"/>
                  </a:lnTo>
                  <a:lnTo>
                    <a:pt x="6961487" y="9066"/>
                  </a:lnTo>
                  <a:lnTo>
                    <a:pt x="6856360" y="6417"/>
                  </a:lnTo>
                  <a:lnTo>
                    <a:pt x="6761864" y="4287"/>
                  </a:lnTo>
                  <a:lnTo>
                    <a:pt x="6681556" y="2657"/>
                  </a:lnTo>
                  <a:lnTo>
                    <a:pt x="6617923" y="1488"/>
                  </a:lnTo>
                  <a:lnTo>
                    <a:pt x="6571918" y="721"/>
                  </a:lnTo>
                  <a:lnTo>
                    <a:pt x="6542713" y="276"/>
                  </a:lnTo>
                  <a:lnTo>
                    <a:pt x="6527718" y="67"/>
                  </a:lnTo>
                  <a:lnTo>
                    <a:pt x="6522774" y="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0" y="42"/>
                  </a:lnTo>
                  <a:lnTo>
                    <a:pt x="5519116" y="346"/>
                  </a:lnTo>
                  <a:lnTo>
                    <a:pt x="5500765" y="1184"/>
                  </a:lnTo>
                  <a:lnTo>
                    <a:pt x="5467672" y="2836"/>
                  </a:lnTo>
                  <a:lnTo>
                    <a:pt x="5417768" y="5568"/>
                  </a:lnTo>
                  <a:lnTo>
                    <a:pt x="5350698" y="9608"/>
                  </a:lnTo>
                  <a:lnTo>
                    <a:pt x="5267775" y="15128"/>
                  </a:lnTo>
                  <a:lnTo>
                    <a:pt x="5171690" y="22233"/>
                  </a:lnTo>
                  <a:lnTo>
                    <a:pt x="5066036" y="30966"/>
                  </a:lnTo>
                  <a:lnTo>
                    <a:pt x="4954736" y="41321"/>
                  </a:lnTo>
                  <a:lnTo>
                    <a:pt x="4841540" y="53267"/>
                  </a:lnTo>
                  <a:lnTo>
                    <a:pt x="4729653" y="66775"/>
                  </a:lnTo>
                  <a:lnTo>
                    <a:pt x="4621546" y="81832"/>
                  </a:lnTo>
                  <a:lnTo>
                    <a:pt x="4518914" y="98462"/>
                  </a:lnTo>
                  <a:lnTo>
                    <a:pt x="4422746" y="116733"/>
                  </a:lnTo>
                  <a:lnTo>
                    <a:pt x="4333446" y="136762"/>
                  </a:lnTo>
                  <a:lnTo>
                    <a:pt x="4250978" y="158715"/>
                  </a:lnTo>
                  <a:lnTo>
                    <a:pt x="4174988" y="182808"/>
                  </a:lnTo>
                  <a:lnTo>
                    <a:pt x="4104916" y="209296"/>
                  </a:lnTo>
                  <a:lnTo>
                    <a:pt x="4040082" y="238469"/>
                  </a:lnTo>
                  <a:lnTo>
                    <a:pt x="3979744" y="270631"/>
                  </a:lnTo>
                  <a:lnTo>
                    <a:pt x="3923153" y="306078"/>
                  </a:lnTo>
                  <a:lnTo>
                    <a:pt x="3869584" y="345050"/>
                  </a:lnTo>
                  <a:lnTo>
                    <a:pt x="3820202" y="386060"/>
                  </a:lnTo>
                  <a:lnTo>
                    <a:pt x="3772784" y="430178"/>
                  </a:lnTo>
                  <a:lnTo>
                    <a:pt x="3726607" y="477708"/>
                  </a:lnTo>
                  <a:lnTo>
                    <a:pt x="3681314" y="528716"/>
                  </a:lnTo>
                  <a:lnTo>
                    <a:pt x="3636623" y="583210"/>
                  </a:lnTo>
                  <a:lnTo>
                    <a:pt x="3592311" y="641125"/>
                  </a:lnTo>
                  <a:lnTo>
                    <a:pt x="3548208" y="702322"/>
                  </a:lnTo>
                  <a:lnTo>
                    <a:pt x="3504192" y="766583"/>
                  </a:lnTo>
                  <a:lnTo>
                    <a:pt x="3460176" y="833608"/>
                  </a:lnTo>
                  <a:lnTo>
                    <a:pt x="3416113" y="903022"/>
                  </a:lnTo>
                  <a:lnTo>
                    <a:pt x="3371981" y="974378"/>
                  </a:lnTo>
                  <a:lnTo>
                    <a:pt x="3327783" y="1047167"/>
                  </a:lnTo>
                  <a:lnTo>
                    <a:pt x="3283537" y="1120838"/>
                  </a:lnTo>
                  <a:lnTo>
                    <a:pt x="3239275" y="1194807"/>
                  </a:lnTo>
                  <a:lnTo>
                    <a:pt x="3195030" y="1268483"/>
                  </a:lnTo>
                  <a:lnTo>
                    <a:pt x="3150831" y="1341284"/>
                  </a:lnTo>
                  <a:lnTo>
                    <a:pt x="3106698" y="1412656"/>
                  </a:lnTo>
                  <a:lnTo>
                    <a:pt x="3062634" y="1482091"/>
                  </a:lnTo>
                  <a:lnTo>
                    <a:pt x="3018619" y="1549141"/>
                  </a:lnTo>
                  <a:lnTo>
                    <a:pt x="2974602" y="1613430"/>
                  </a:lnTo>
                  <a:lnTo>
                    <a:pt x="2930501" y="1674658"/>
                  </a:lnTo>
                  <a:lnTo>
                    <a:pt x="2886192" y="1732605"/>
                  </a:lnTo>
                  <a:lnTo>
                    <a:pt x="2841506" y="1787133"/>
                  </a:lnTo>
                  <a:lnTo>
                    <a:pt x="2796220" y="1838175"/>
                  </a:lnTo>
                  <a:lnTo>
                    <a:pt x="2750053" y="1885738"/>
                  </a:lnTo>
                  <a:lnTo>
                    <a:pt x="2702649" y="1929889"/>
                  </a:lnTo>
                  <a:lnTo>
                    <a:pt x="2702183" y="1930300"/>
                  </a:lnTo>
                  <a:lnTo>
                    <a:pt x="2650905" y="1972786"/>
                  </a:lnTo>
                  <a:lnTo>
                    <a:pt x="2597238" y="2011627"/>
                  </a:lnTo>
                  <a:lnTo>
                    <a:pt x="2540524" y="2046949"/>
                  </a:lnTo>
                  <a:lnTo>
                    <a:pt x="2480037" y="2078998"/>
                  </a:lnTo>
                  <a:lnTo>
                    <a:pt x="2415025" y="2108068"/>
                  </a:lnTo>
                  <a:lnTo>
                    <a:pt x="2344750" y="2134464"/>
                  </a:lnTo>
                  <a:lnTo>
                    <a:pt x="2268534" y="2158475"/>
                  </a:lnTo>
                  <a:lnTo>
                    <a:pt x="2185823" y="2180356"/>
                  </a:lnTo>
                  <a:lnTo>
                    <a:pt x="2096273" y="2200318"/>
                  </a:lnTo>
                  <a:lnTo>
                    <a:pt x="1999860" y="2218528"/>
                  </a:lnTo>
                  <a:lnTo>
                    <a:pt x="1897008" y="2235100"/>
                  </a:lnTo>
                  <a:lnTo>
                    <a:pt x="1788730" y="2250101"/>
                  </a:lnTo>
                  <a:lnTo>
                    <a:pt x="1676748" y="2263552"/>
                  </a:lnTo>
                  <a:lnTo>
                    <a:pt x="1563561" y="2275442"/>
                  </a:lnTo>
                  <a:lnTo>
                    <a:pt x="1452398" y="2285738"/>
                  </a:lnTo>
                  <a:lnTo>
                    <a:pt x="1347022" y="2294412"/>
                  </a:lnTo>
                  <a:lnTo>
                    <a:pt x="1251356" y="2301458"/>
                  </a:lnTo>
                  <a:lnTo>
                    <a:pt x="1168966" y="2306922"/>
                  </a:lnTo>
                  <a:lnTo>
                    <a:pt x="1102505" y="2310912"/>
                  </a:lnTo>
                  <a:lnTo>
                    <a:pt x="1053228" y="2313600"/>
                  </a:lnTo>
                  <a:lnTo>
                    <a:pt x="1020715" y="2315218"/>
                  </a:lnTo>
                  <a:lnTo>
                    <a:pt x="1002839" y="2316032"/>
                  </a:lnTo>
                  <a:lnTo>
                    <a:pt x="995922" y="2316322"/>
                  </a:lnTo>
                  <a:lnTo>
                    <a:pt x="994940" y="2316360"/>
                  </a:lnTo>
                  <a:lnTo>
                    <a:pt x="0" y="2316360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90" name="pl1389"/>
            <p:cNvSpPr/>
            <p:nvPr/>
          </p:nvSpPr>
          <p:spPr>
            <a:xfrm>
              <a:off x="1199187" y="2845499"/>
              <a:ext cx="12049831" cy="2316360"/>
            </a:xfrm>
            <a:custGeom>
              <a:avLst/>
              <a:pathLst>
                <a:path w="12049831" h="2316360">
                  <a:moveTo>
                    <a:pt x="0" y="2316360"/>
                  </a:moveTo>
                  <a:lnTo>
                    <a:pt x="994940" y="2316360"/>
                  </a:lnTo>
                  <a:lnTo>
                    <a:pt x="996035" y="2316317"/>
                  </a:lnTo>
                  <a:lnTo>
                    <a:pt x="1003269" y="2316014"/>
                  </a:lnTo>
                  <a:lnTo>
                    <a:pt x="1021620" y="2315175"/>
                  </a:lnTo>
                  <a:lnTo>
                    <a:pt x="1054713" y="2313523"/>
                  </a:lnTo>
                  <a:lnTo>
                    <a:pt x="1104617" y="2310791"/>
                  </a:lnTo>
                  <a:lnTo>
                    <a:pt x="1171687" y="2306751"/>
                  </a:lnTo>
                  <a:lnTo>
                    <a:pt x="1254610" y="2301231"/>
                  </a:lnTo>
                  <a:lnTo>
                    <a:pt x="1350695" y="2294126"/>
                  </a:lnTo>
                  <a:lnTo>
                    <a:pt x="1456349" y="2285394"/>
                  </a:lnTo>
                  <a:lnTo>
                    <a:pt x="1567649" y="2275039"/>
                  </a:lnTo>
                  <a:lnTo>
                    <a:pt x="1680845" y="2263092"/>
                  </a:lnTo>
                  <a:lnTo>
                    <a:pt x="1792732" y="2249584"/>
                  </a:lnTo>
                  <a:lnTo>
                    <a:pt x="1900839" y="2234527"/>
                  </a:lnTo>
                  <a:lnTo>
                    <a:pt x="2003471" y="2217897"/>
                  </a:lnTo>
                  <a:lnTo>
                    <a:pt x="2099639" y="2199626"/>
                  </a:lnTo>
                  <a:lnTo>
                    <a:pt x="2188939" y="2179597"/>
                  </a:lnTo>
                  <a:lnTo>
                    <a:pt x="2271407" y="2157644"/>
                  </a:lnTo>
                  <a:lnTo>
                    <a:pt x="2347397" y="2133551"/>
                  </a:lnTo>
                  <a:lnTo>
                    <a:pt x="2417469" y="2107063"/>
                  </a:lnTo>
                  <a:lnTo>
                    <a:pt x="2482303" y="2077890"/>
                  </a:lnTo>
                  <a:lnTo>
                    <a:pt x="2542641" y="2045728"/>
                  </a:lnTo>
                  <a:lnTo>
                    <a:pt x="2599232" y="2010282"/>
                  </a:lnTo>
                  <a:lnTo>
                    <a:pt x="2652801" y="1971310"/>
                  </a:lnTo>
                  <a:lnTo>
                    <a:pt x="2702183" y="1930300"/>
                  </a:lnTo>
                  <a:lnTo>
                    <a:pt x="2749601" y="1886181"/>
                  </a:lnTo>
                  <a:lnTo>
                    <a:pt x="2795778" y="1838651"/>
                  </a:lnTo>
                  <a:lnTo>
                    <a:pt x="2841071" y="1787643"/>
                  </a:lnTo>
                  <a:lnTo>
                    <a:pt x="2885762" y="1733149"/>
                  </a:lnTo>
                  <a:lnTo>
                    <a:pt x="2930074" y="1675234"/>
                  </a:lnTo>
                  <a:lnTo>
                    <a:pt x="2974177" y="1614037"/>
                  </a:lnTo>
                  <a:lnTo>
                    <a:pt x="3018193" y="1549776"/>
                  </a:lnTo>
                  <a:lnTo>
                    <a:pt x="3062209" y="1482751"/>
                  </a:lnTo>
                  <a:lnTo>
                    <a:pt x="3106272" y="1413337"/>
                  </a:lnTo>
                  <a:lnTo>
                    <a:pt x="3150404" y="1341982"/>
                  </a:lnTo>
                  <a:lnTo>
                    <a:pt x="3194602" y="1269192"/>
                  </a:lnTo>
                  <a:lnTo>
                    <a:pt x="3238848" y="1195522"/>
                  </a:lnTo>
                  <a:lnTo>
                    <a:pt x="3283110" y="1121552"/>
                  </a:lnTo>
                  <a:lnTo>
                    <a:pt x="3327355" y="1047876"/>
                  </a:lnTo>
                  <a:lnTo>
                    <a:pt x="3371554" y="975075"/>
                  </a:lnTo>
                  <a:lnTo>
                    <a:pt x="3415687" y="903704"/>
                  </a:lnTo>
                  <a:lnTo>
                    <a:pt x="3459751" y="834269"/>
                  </a:lnTo>
                  <a:lnTo>
                    <a:pt x="3503766" y="767218"/>
                  </a:lnTo>
                  <a:lnTo>
                    <a:pt x="3547783" y="702929"/>
                  </a:lnTo>
                  <a:lnTo>
                    <a:pt x="3591884" y="641701"/>
                  </a:lnTo>
                  <a:lnTo>
                    <a:pt x="3636193" y="583754"/>
                  </a:lnTo>
                  <a:lnTo>
                    <a:pt x="3680879" y="529227"/>
                  </a:lnTo>
                  <a:lnTo>
                    <a:pt x="3726165" y="478184"/>
                  </a:lnTo>
                  <a:lnTo>
                    <a:pt x="3772332" y="430621"/>
                  </a:lnTo>
                  <a:lnTo>
                    <a:pt x="3819736" y="386470"/>
                  </a:lnTo>
                  <a:lnTo>
                    <a:pt x="3820202" y="386060"/>
                  </a:lnTo>
                  <a:lnTo>
                    <a:pt x="3871480" y="343574"/>
                  </a:lnTo>
                  <a:lnTo>
                    <a:pt x="3925147" y="304733"/>
                  </a:lnTo>
                  <a:lnTo>
                    <a:pt x="3981861" y="269410"/>
                  </a:lnTo>
                  <a:lnTo>
                    <a:pt x="4042348" y="237361"/>
                  </a:lnTo>
                  <a:lnTo>
                    <a:pt x="4107360" y="208291"/>
                  </a:lnTo>
                  <a:lnTo>
                    <a:pt x="4177635" y="181895"/>
                  </a:lnTo>
                  <a:lnTo>
                    <a:pt x="4253851" y="157884"/>
                  </a:lnTo>
                  <a:lnTo>
                    <a:pt x="4336562" y="136003"/>
                  </a:lnTo>
                  <a:lnTo>
                    <a:pt x="4426112" y="116041"/>
                  </a:lnTo>
                  <a:lnTo>
                    <a:pt x="4522525" y="97831"/>
                  </a:lnTo>
                  <a:lnTo>
                    <a:pt x="4625377" y="81259"/>
                  </a:lnTo>
                  <a:lnTo>
                    <a:pt x="4733655" y="66259"/>
                  </a:lnTo>
                  <a:lnTo>
                    <a:pt x="4845637" y="52807"/>
                  </a:lnTo>
                  <a:lnTo>
                    <a:pt x="4958824" y="40917"/>
                  </a:lnTo>
                  <a:lnTo>
                    <a:pt x="5069987" y="30621"/>
                  </a:lnTo>
                  <a:lnTo>
                    <a:pt x="5175363" y="21947"/>
                  </a:lnTo>
                  <a:lnTo>
                    <a:pt x="5271029" y="14901"/>
                  </a:lnTo>
                  <a:lnTo>
                    <a:pt x="5353419" y="9437"/>
                  </a:lnTo>
                  <a:lnTo>
                    <a:pt x="5419880" y="5448"/>
                  </a:lnTo>
                  <a:lnTo>
                    <a:pt x="5469157" y="2759"/>
                  </a:lnTo>
                  <a:lnTo>
                    <a:pt x="5501670" y="1141"/>
                  </a:lnTo>
                  <a:lnTo>
                    <a:pt x="5519546" y="327"/>
                  </a:lnTo>
                  <a:lnTo>
                    <a:pt x="5526463" y="38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8" y="13"/>
                  </a:lnTo>
                  <a:lnTo>
                    <a:pt x="6530990" y="111"/>
                  </a:lnTo>
                  <a:lnTo>
                    <a:pt x="6549929" y="382"/>
                  </a:lnTo>
                  <a:lnTo>
                    <a:pt x="6584041" y="916"/>
                  </a:lnTo>
                  <a:lnTo>
                    <a:pt x="6635396" y="1798"/>
                  </a:lnTo>
                  <a:lnTo>
                    <a:pt x="6704272" y="3101"/>
                  </a:lnTo>
                  <a:lnTo>
                    <a:pt x="6789212" y="4880"/>
                  </a:lnTo>
                  <a:lnTo>
                    <a:pt x="6887346" y="7167"/>
                  </a:lnTo>
                  <a:lnTo>
                    <a:pt x="6994910" y="9973"/>
                  </a:lnTo>
                  <a:lnTo>
                    <a:pt x="7107843" y="13297"/>
                  </a:lnTo>
                  <a:lnTo>
                    <a:pt x="7222312" y="17128"/>
                  </a:lnTo>
                  <a:lnTo>
                    <a:pt x="7335088" y="21456"/>
                  </a:lnTo>
                  <a:lnTo>
                    <a:pt x="7443719" y="26280"/>
                  </a:lnTo>
                  <a:lnTo>
                    <a:pt x="7546561" y="31608"/>
                  </a:lnTo>
                  <a:lnTo>
                    <a:pt x="7642692" y="37465"/>
                  </a:lnTo>
                  <a:lnTo>
                    <a:pt x="7731777" y="43891"/>
                  </a:lnTo>
                  <a:lnTo>
                    <a:pt x="7813922" y="50943"/>
                  </a:lnTo>
                  <a:lnTo>
                    <a:pt x="7889539" y="58693"/>
                  </a:lnTo>
                  <a:lnTo>
                    <a:pt x="7959236" y="67225"/>
                  </a:lnTo>
                  <a:lnTo>
                    <a:pt x="8023737" y="76636"/>
                  </a:lnTo>
                  <a:lnTo>
                    <a:pt x="8083812" y="87023"/>
                  </a:lnTo>
                  <a:lnTo>
                    <a:pt x="8140236" y="98479"/>
                  </a:lnTo>
                  <a:lnTo>
                    <a:pt x="8193744" y="111075"/>
                  </a:lnTo>
                  <a:lnTo>
                    <a:pt x="8229629" y="120534"/>
                  </a:lnTo>
                  <a:lnTo>
                    <a:pt x="8288754" y="137937"/>
                  </a:lnTo>
                  <a:lnTo>
                    <a:pt x="8346082" y="157017"/>
                  </a:lnTo>
                  <a:lnTo>
                    <a:pt x="8402257" y="177802"/>
                  </a:lnTo>
                  <a:lnTo>
                    <a:pt x="8457755" y="200269"/>
                  </a:lnTo>
                  <a:lnTo>
                    <a:pt x="8512924" y="224338"/>
                  </a:lnTo>
                  <a:lnTo>
                    <a:pt x="8567995" y="249869"/>
                  </a:lnTo>
                  <a:lnTo>
                    <a:pt x="8623107" y="276662"/>
                  </a:lnTo>
                  <a:lnTo>
                    <a:pt x="8678320" y="304457"/>
                  </a:lnTo>
                  <a:lnTo>
                    <a:pt x="8733636" y="332950"/>
                  </a:lnTo>
                  <a:lnTo>
                    <a:pt x="8789014" y="361799"/>
                  </a:lnTo>
                  <a:lnTo>
                    <a:pt x="8844391" y="390646"/>
                  </a:lnTo>
                  <a:lnTo>
                    <a:pt x="8899706" y="419132"/>
                  </a:lnTo>
                  <a:lnTo>
                    <a:pt x="8954918" y="446915"/>
                  </a:lnTo>
                  <a:lnTo>
                    <a:pt x="9010029" y="473692"/>
                  </a:lnTo>
                  <a:lnTo>
                    <a:pt x="9065100" y="499205"/>
                  </a:lnTo>
                  <a:lnTo>
                    <a:pt x="9120271" y="523253"/>
                  </a:lnTo>
                  <a:lnTo>
                    <a:pt x="9175776" y="545698"/>
                  </a:lnTo>
                  <a:lnTo>
                    <a:pt x="9231963" y="566459"/>
                  </a:lnTo>
                  <a:lnTo>
                    <a:pt x="9289311" y="585517"/>
                  </a:lnTo>
                  <a:lnTo>
                    <a:pt x="9347647" y="602672"/>
                  </a:lnTo>
                  <a:lnTo>
                    <a:pt x="9399517" y="616080"/>
                  </a:lnTo>
                  <a:lnTo>
                    <a:pt x="9453837" y="628325"/>
                  </a:lnTo>
                  <a:lnTo>
                    <a:pt x="9511289" y="639447"/>
                  </a:lnTo>
                  <a:lnTo>
                    <a:pt x="9572626" y="649528"/>
                  </a:lnTo>
                  <a:lnTo>
                    <a:pt x="9638625" y="658661"/>
                  </a:lnTo>
                  <a:lnTo>
                    <a:pt x="9710048" y="666946"/>
                  </a:lnTo>
                  <a:lnTo>
                    <a:pt x="9787590" y="674476"/>
                  </a:lnTo>
                  <a:lnTo>
                    <a:pt x="9871811" y="681331"/>
                  </a:lnTo>
                  <a:lnTo>
                    <a:pt x="9963042" y="687579"/>
                  </a:lnTo>
                  <a:lnTo>
                    <a:pt x="10061271" y="693271"/>
                  </a:lnTo>
                  <a:lnTo>
                    <a:pt x="10166000" y="698444"/>
                  </a:lnTo>
                  <a:lnTo>
                    <a:pt x="10276100" y="703117"/>
                  </a:lnTo>
                  <a:lnTo>
                    <a:pt x="10389686" y="707295"/>
                  </a:lnTo>
                  <a:lnTo>
                    <a:pt x="10504063" y="710973"/>
                  </a:lnTo>
                  <a:lnTo>
                    <a:pt x="10615790" y="714141"/>
                  </a:lnTo>
                  <a:lnTo>
                    <a:pt x="10720917" y="716789"/>
                  </a:lnTo>
                  <a:lnTo>
                    <a:pt x="10815412" y="718919"/>
                  </a:lnTo>
                  <a:lnTo>
                    <a:pt x="10895721" y="720549"/>
                  </a:lnTo>
                  <a:lnTo>
                    <a:pt x="10959354" y="721718"/>
                  </a:lnTo>
                  <a:lnTo>
                    <a:pt x="11005359" y="722486"/>
                  </a:lnTo>
                  <a:lnTo>
                    <a:pt x="11034563" y="722930"/>
                  </a:lnTo>
                  <a:lnTo>
                    <a:pt x="11049558" y="723139"/>
                  </a:lnTo>
                  <a:lnTo>
                    <a:pt x="11054503" y="723202"/>
                  </a:lnTo>
                  <a:lnTo>
                    <a:pt x="11054891" y="723207"/>
                  </a:lnTo>
                  <a:lnTo>
                    <a:pt x="12049831" y="723207"/>
                  </a:lnTo>
                  <a:lnTo>
                    <a:pt x="12049831" y="7232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1" name="pl1390"/>
            <p:cNvSpPr/>
            <p:nvPr/>
          </p:nvSpPr>
          <p:spPr>
            <a:xfrm>
              <a:off x="1199187" y="2840259"/>
              <a:ext cx="12049831" cy="2316360"/>
            </a:xfrm>
            <a:custGeom>
              <a:avLst/>
              <a:pathLst>
                <a:path w="12049831" h="2316360">
                  <a:moveTo>
                    <a:pt x="12049831" y="723207"/>
                  </a:moveTo>
                  <a:lnTo>
                    <a:pt x="11054891" y="723207"/>
                  </a:lnTo>
                  <a:lnTo>
                    <a:pt x="11053759" y="723193"/>
                  </a:lnTo>
                  <a:lnTo>
                    <a:pt x="11046286" y="723095"/>
                  </a:lnTo>
                  <a:lnTo>
                    <a:pt x="11027348" y="722824"/>
                  </a:lnTo>
                  <a:lnTo>
                    <a:pt x="10993236" y="722291"/>
                  </a:lnTo>
                  <a:lnTo>
                    <a:pt x="10941881" y="721409"/>
                  </a:lnTo>
                  <a:lnTo>
                    <a:pt x="10873005" y="720105"/>
                  </a:lnTo>
                  <a:lnTo>
                    <a:pt x="10788064" y="718327"/>
                  </a:lnTo>
                  <a:lnTo>
                    <a:pt x="10689930" y="716040"/>
                  </a:lnTo>
                  <a:lnTo>
                    <a:pt x="10582366" y="713233"/>
                  </a:lnTo>
                  <a:lnTo>
                    <a:pt x="10469434" y="709910"/>
                  </a:lnTo>
                  <a:lnTo>
                    <a:pt x="10354964" y="706079"/>
                  </a:lnTo>
                  <a:lnTo>
                    <a:pt x="10242189" y="701750"/>
                  </a:lnTo>
                  <a:lnTo>
                    <a:pt x="10133558" y="696927"/>
                  </a:lnTo>
                  <a:lnTo>
                    <a:pt x="10030716" y="691599"/>
                  </a:lnTo>
                  <a:lnTo>
                    <a:pt x="9934585" y="685742"/>
                  </a:lnTo>
                  <a:lnTo>
                    <a:pt x="9845499" y="679316"/>
                  </a:lnTo>
                  <a:lnTo>
                    <a:pt x="9763355" y="672264"/>
                  </a:lnTo>
                  <a:lnTo>
                    <a:pt x="9687738" y="664514"/>
                  </a:lnTo>
                  <a:lnTo>
                    <a:pt x="9618040" y="655981"/>
                  </a:lnTo>
                  <a:lnTo>
                    <a:pt x="9553540" y="646571"/>
                  </a:lnTo>
                  <a:lnTo>
                    <a:pt x="9493464" y="636184"/>
                  </a:lnTo>
                  <a:lnTo>
                    <a:pt x="9437040" y="624728"/>
                  </a:lnTo>
                  <a:lnTo>
                    <a:pt x="9383533" y="612132"/>
                  </a:lnTo>
                  <a:lnTo>
                    <a:pt x="9347647" y="602672"/>
                  </a:lnTo>
                  <a:lnTo>
                    <a:pt x="9288523" y="585269"/>
                  </a:lnTo>
                  <a:lnTo>
                    <a:pt x="9231194" y="566189"/>
                  </a:lnTo>
                  <a:lnTo>
                    <a:pt x="9175020" y="545404"/>
                  </a:lnTo>
                  <a:lnTo>
                    <a:pt x="9119521" y="522937"/>
                  </a:lnTo>
                  <a:lnTo>
                    <a:pt x="9064353" y="498868"/>
                  </a:lnTo>
                  <a:lnTo>
                    <a:pt x="9009282" y="473337"/>
                  </a:lnTo>
                  <a:lnTo>
                    <a:pt x="8954170" y="446545"/>
                  </a:lnTo>
                  <a:lnTo>
                    <a:pt x="8898956" y="418749"/>
                  </a:lnTo>
                  <a:lnTo>
                    <a:pt x="8843640" y="390257"/>
                  </a:lnTo>
                  <a:lnTo>
                    <a:pt x="8788263" y="361407"/>
                  </a:lnTo>
                  <a:lnTo>
                    <a:pt x="8732886" y="332560"/>
                  </a:lnTo>
                  <a:lnTo>
                    <a:pt x="8677571" y="304075"/>
                  </a:lnTo>
                  <a:lnTo>
                    <a:pt x="8622359" y="276291"/>
                  </a:lnTo>
                  <a:lnTo>
                    <a:pt x="8567248" y="249514"/>
                  </a:lnTo>
                  <a:lnTo>
                    <a:pt x="8512177" y="224002"/>
                  </a:lnTo>
                  <a:lnTo>
                    <a:pt x="8457006" y="199953"/>
                  </a:lnTo>
                  <a:lnTo>
                    <a:pt x="8401500" y="177509"/>
                  </a:lnTo>
                  <a:lnTo>
                    <a:pt x="8345314" y="156747"/>
                  </a:lnTo>
                  <a:lnTo>
                    <a:pt x="8287966" y="137690"/>
                  </a:lnTo>
                  <a:lnTo>
                    <a:pt x="8229629" y="120534"/>
                  </a:lnTo>
                  <a:lnTo>
                    <a:pt x="8177759" y="107126"/>
                  </a:lnTo>
                  <a:lnTo>
                    <a:pt x="8123440" y="94882"/>
                  </a:lnTo>
                  <a:lnTo>
                    <a:pt x="8065987" y="83759"/>
                  </a:lnTo>
                  <a:lnTo>
                    <a:pt x="8004650" y="73679"/>
                  </a:lnTo>
                  <a:lnTo>
                    <a:pt x="7938652" y="64545"/>
                  </a:lnTo>
                  <a:lnTo>
                    <a:pt x="7867229" y="56260"/>
                  </a:lnTo>
                  <a:lnTo>
                    <a:pt x="7789687" y="48731"/>
                  </a:lnTo>
                  <a:lnTo>
                    <a:pt x="7705466" y="41876"/>
                  </a:lnTo>
                  <a:lnTo>
                    <a:pt x="7614234" y="35628"/>
                  </a:lnTo>
                  <a:lnTo>
                    <a:pt x="7516005" y="29935"/>
                  </a:lnTo>
                  <a:lnTo>
                    <a:pt x="7411277" y="24762"/>
                  </a:lnTo>
                  <a:lnTo>
                    <a:pt x="7301177" y="20090"/>
                  </a:lnTo>
                  <a:lnTo>
                    <a:pt x="7187590" y="15911"/>
                  </a:lnTo>
                  <a:lnTo>
                    <a:pt x="7073213" y="12233"/>
                  </a:lnTo>
                  <a:lnTo>
                    <a:pt x="6961487" y="9066"/>
                  </a:lnTo>
                  <a:lnTo>
                    <a:pt x="6856360" y="6417"/>
                  </a:lnTo>
                  <a:lnTo>
                    <a:pt x="6761864" y="4287"/>
                  </a:lnTo>
                  <a:lnTo>
                    <a:pt x="6681556" y="2657"/>
                  </a:lnTo>
                  <a:lnTo>
                    <a:pt x="6617923" y="1488"/>
                  </a:lnTo>
                  <a:lnTo>
                    <a:pt x="6571918" y="721"/>
                  </a:lnTo>
                  <a:lnTo>
                    <a:pt x="6542713" y="276"/>
                  </a:lnTo>
                  <a:lnTo>
                    <a:pt x="6527718" y="67"/>
                  </a:lnTo>
                  <a:lnTo>
                    <a:pt x="6522774" y="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0" y="42"/>
                  </a:lnTo>
                  <a:lnTo>
                    <a:pt x="5519116" y="346"/>
                  </a:lnTo>
                  <a:lnTo>
                    <a:pt x="5500765" y="1184"/>
                  </a:lnTo>
                  <a:lnTo>
                    <a:pt x="5467672" y="2836"/>
                  </a:lnTo>
                  <a:lnTo>
                    <a:pt x="5417768" y="5568"/>
                  </a:lnTo>
                  <a:lnTo>
                    <a:pt x="5350698" y="9608"/>
                  </a:lnTo>
                  <a:lnTo>
                    <a:pt x="5267775" y="15128"/>
                  </a:lnTo>
                  <a:lnTo>
                    <a:pt x="5171690" y="22233"/>
                  </a:lnTo>
                  <a:lnTo>
                    <a:pt x="5066036" y="30966"/>
                  </a:lnTo>
                  <a:lnTo>
                    <a:pt x="4954736" y="41321"/>
                  </a:lnTo>
                  <a:lnTo>
                    <a:pt x="4841540" y="53267"/>
                  </a:lnTo>
                  <a:lnTo>
                    <a:pt x="4729653" y="66775"/>
                  </a:lnTo>
                  <a:lnTo>
                    <a:pt x="4621546" y="81832"/>
                  </a:lnTo>
                  <a:lnTo>
                    <a:pt x="4518914" y="98462"/>
                  </a:lnTo>
                  <a:lnTo>
                    <a:pt x="4422746" y="116733"/>
                  </a:lnTo>
                  <a:lnTo>
                    <a:pt x="4333446" y="136762"/>
                  </a:lnTo>
                  <a:lnTo>
                    <a:pt x="4250978" y="158715"/>
                  </a:lnTo>
                  <a:lnTo>
                    <a:pt x="4174988" y="182808"/>
                  </a:lnTo>
                  <a:lnTo>
                    <a:pt x="4104916" y="209296"/>
                  </a:lnTo>
                  <a:lnTo>
                    <a:pt x="4040082" y="238469"/>
                  </a:lnTo>
                  <a:lnTo>
                    <a:pt x="3979744" y="270631"/>
                  </a:lnTo>
                  <a:lnTo>
                    <a:pt x="3923153" y="306078"/>
                  </a:lnTo>
                  <a:lnTo>
                    <a:pt x="3869584" y="345050"/>
                  </a:lnTo>
                  <a:lnTo>
                    <a:pt x="3820202" y="386060"/>
                  </a:lnTo>
                  <a:lnTo>
                    <a:pt x="3772784" y="430178"/>
                  </a:lnTo>
                  <a:lnTo>
                    <a:pt x="3726607" y="477708"/>
                  </a:lnTo>
                  <a:lnTo>
                    <a:pt x="3681314" y="528716"/>
                  </a:lnTo>
                  <a:lnTo>
                    <a:pt x="3636623" y="583210"/>
                  </a:lnTo>
                  <a:lnTo>
                    <a:pt x="3592311" y="641125"/>
                  </a:lnTo>
                  <a:lnTo>
                    <a:pt x="3548208" y="702322"/>
                  </a:lnTo>
                  <a:lnTo>
                    <a:pt x="3504192" y="766583"/>
                  </a:lnTo>
                  <a:lnTo>
                    <a:pt x="3460176" y="833608"/>
                  </a:lnTo>
                  <a:lnTo>
                    <a:pt x="3416113" y="903022"/>
                  </a:lnTo>
                  <a:lnTo>
                    <a:pt x="3371981" y="974378"/>
                  </a:lnTo>
                  <a:lnTo>
                    <a:pt x="3327783" y="1047167"/>
                  </a:lnTo>
                  <a:lnTo>
                    <a:pt x="3283537" y="1120838"/>
                  </a:lnTo>
                  <a:lnTo>
                    <a:pt x="3239275" y="1194807"/>
                  </a:lnTo>
                  <a:lnTo>
                    <a:pt x="3195030" y="1268483"/>
                  </a:lnTo>
                  <a:lnTo>
                    <a:pt x="3150831" y="1341284"/>
                  </a:lnTo>
                  <a:lnTo>
                    <a:pt x="3106698" y="1412656"/>
                  </a:lnTo>
                  <a:lnTo>
                    <a:pt x="3062634" y="1482091"/>
                  </a:lnTo>
                  <a:lnTo>
                    <a:pt x="3018619" y="1549141"/>
                  </a:lnTo>
                  <a:lnTo>
                    <a:pt x="2974602" y="1613430"/>
                  </a:lnTo>
                  <a:lnTo>
                    <a:pt x="2930501" y="1674658"/>
                  </a:lnTo>
                  <a:lnTo>
                    <a:pt x="2886192" y="1732605"/>
                  </a:lnTo>
                  <a:lnTo>
                    <a:pt x="2841506" y="1787133"/>
                  </a:lnTo>
                  <a:lnTo>
                    <a:pt x="2796220" y="1838175"/>
                  </a:lnTo>
                  <a:lnTo>
                    <a:pt x="2750053" y="1885738"/>
                  </a:lnTo>
                  <a:lnTo>
                    <a:pt x="2702649" y="1929889"/>
                  </a:lnTo>
                  <a:lnTo>
                    <a:pt x="2702183" y="1930300"/>
                  </a:lnTo>
                  <a:lnTo>
                    <a:pt x="2650905" y="1972786"/>
                  </a:lnTo>
                  <a:lnTo>
                    <a:pt x="2597238" y="2011627"/>
                  </a:lnTo>
                  <a:lnTo>
                    <a:pt x="2540524" y="2046949"/>
                  </a:lnTo>
                  <a:lnTo>
                    <a:pt x="2480037" y="2078998"/>
                  </a:lnTo>
                  <a:lnTo>
                    <a:pt x="2415025" y="2108068"/>
                  </a:lnTo>
                  <a:lnTo>
                    <a:pt x="2344750" y="2134464"/>
                  </a:lnTo>
                  <a:lnTo>
                    <a:pt x="2268534" y="2158475"/>
                  </a:lnTo>
                  <a:lnTo>
                    <a:pt x="2185823" y="2180356"/>
                  </a:lnTo>
                  <a:lnTo>
                    <a:pt x="2096273" y="2200318"/>
                  </a:lnTo>
                  <a:lnTo>
                    <a:pt x="1999860" y="2218528"/>
                  </a:lnTo>
                  <a:lnTo>
                    <a:pt x="1897008" y="2235100"/>
                  </a:lnTo>
                  <a:lnTo>
                    <a:pt x="1788730" y="2250101"/>
                  </a:lnTo>
                  <a:lnTo>
                    <a:pt x="1676748" y="2263552"/>
                  </a:lnTo>
                  <a:lnTo>
                    <a:pt x="1563561" y="2275442"/>
                  </a:lnTo>
                  <a:lnTo>
                    <a:pt x="1452398" y="2285738"/>
                  </a:lnTo>
                  <a:lnTo>
                    <a:pt x="1347022" y="2294412"/>
                  </a:lnTo>
                  <a:lnTo>
                    <a:pt x="1251356" y="2301458"/>
                  </a:lnTo>
                  <a:lnTo>
                    <a:pt x="1168966" y="2306922"/>
                  </a:lnTo>
                  <a:lnTo>
                    <a:pt x="1102505" y="2310912"/>
                  </a:lnTo>
                  <a:lnTo>
                    <a:pt x="1053228" y="2313600"/>
                  </a:lnTo>
                  <a:lnTo>
                    <a:pt x="1020715" y="2315218"/>
                  </a:lnTo>
                  <a:lnTo>
                    <a:pt x="1002839" y="2316032"/>
                  </a:lnTo>
                  <a:lnTo>
                    <a:pt x="995922" y="2316322"/>
                  </a:lnTo>
                  <a:lnTo>
                    <a:pt x="994940" y="2316360"/>
                  </a:lnTo>
                  <a:lnTo>
                    <a:pt x="0" y="2316360"/>
                  </a:lnTo>
                  <a:lnTo>
                    <a:pt x="0" y="23163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2" name="pg1391"/>
            <p:cNvSpPr/>
            <p:nvPr/>
          </p:nvSpPr>
          <p:spPr>
            <a:xfrm>
              <a:off x="1199187" y="2892665"/>
              <a:ext cx="12049831" cy="2274435"/>
            </a:xfrm>
            <a:custGeom>
              <a:avLst/>
              <a:pathLst>
                <a:path w="12049831" h="2274435">
                  <a:moveTo>
                    <a:pt x="0" y="2274435"/>
                  </a:moveTo>
                  <a:lnTo>
                    <a:pt x="994940" y="2274435"/>
                  </a:lnTo>
                  <a:lnTo>
                    <a:pt x="996037" y="2274393"/>
                  </a:lnTo>
                  <a:lnTo>
                    <a:pt x="1003281" y="2274095"/>
                  </a:lnTo>
                  <a:lnTo>
                    <a:pt x="1021657" y="2273273"/>
                  </a:lnTo>
                  <a:lnTo>
                    <a:pt x="1054794" y="2271652"/>
                  </a:lnTo>
                  <a:lnTo>
                    <a:pt x="1104760" y="2268971"/>
                  </a:lnTo>
                  <a:lnTo>
                    <a:pt x="1171909" y="2265008"/>
                  </a:lnTo>
                  <a:lnTo>
                    <a:pt x="1254920" y="2259593"/>
                  </a:lnTo>
                  <a:lnTo>
                    <a:pt x="1351094" y="2252623"/>
                  </a:lnTo>
                  <a:lnTo>
                    <a:pt x="1456832" y="2244058"/>
                  </a:lnTo>
                  <a:lnTo>
                    <a:pt x="1568203" y="2233901"/>
                  </a:lnTo>
                  <a:lnTo>
                    <a:pt x="1681455" y="2222184"/>
                  </a:lnTo>
                  <a:lnTo>
                    <a:pt x="1793381" y="2208936"/>
                  </a:lnTo>
                  <a:lnTo>
                    <a:pt x="1901512" y="2194169"/>
                  </a:lnTo>
                  <a:lnTo>
                    <a:pt x="2004155" y="2177860"/>
                  </a:lnTo>
                  <a:lnTo>
                    <a:pt x="2100322" y="2159940"/>
                  </a:lnTo>
                  <a:lnTo>
                    <a:pt x="2189613" y="2140296"/>
                  </a:lnTo>
                  <a:lnTo>
                    <a:pt x="2272067" y="2118763"/>
                  </a:lnTo>
                  <a:lnTo>
                    <a:pt x="2348041" y="2095130"/>
                  </a:lnTo>
                  <a:lnTo>
                    <a:pt x="2418097" y="2069145"/>
                  </a:lnTo>
                  <a:lnTo>
                    <a:pt x="2482916" y="2040526"/>
                  </a:lnTo>
                  <a:lnTo>
                    <a:pt x="2543242" y="2008972"/>
                  </a:lnTo>
                  <a:lnTo>
                    <a:pt x="2599826" y="1974195"/>
                  </a:lnTo>
                  <a:lnTo>
                    <a:pt x="2653391" y="1935959"/>
                  </a:lnTo>
                  <a:lnTo>
                    <a:pt x="2702183" y="1896236"/>
                  </a:lnTo>
                  <a:lnTo>
                    <a:pt x="2749915" y="1852713"/>
                  </a:lnTo>
                  <a:lnTo>
                    <a:pt x="2796392" y="1805804"/>
                  </a:lnTo>
                  <a:lnTo>
                    <a:pt x="2841978" y="1755440"/>
                  </a:lnTo>
                  <a:lnTo>
                    <a:pt x="2886958" y="1701617"/>
                  </a:lnTo>
                  <a:lnTo>
                    <a:pt x="2931559" y="1644400"/>
                  </a:lnTo>
                  <a:lnTo>
                    <a:pt x="2975953" y="1583929"/>
                  </a:lnTo>
                  <a:lnTo>
                    <a:pt x="3020264" y="1520428"/>
                  </a:lnTo>
                  <a:lnTo>
                    <a:pt x="3064577" y="1454198"/>
                  </a:lnTo>
                  <a:lnTo>
                    <a:pt x="3108940" y="1385619"/>
                  </a:lnTo>
                  <a:lnTo>
                    <a:pt x="3153374" y="1315141"/>
                  </a:lnTo>
                  <a:lnTo>
                    <a:pt x="3197873" y="1243275"/>
                  </a:lnTo>
                  <a:lnTo>
                    <a:pt x="3242418" y="1170576"/>
                  </a:lnTo>
                  <a:lnTo>
                    <a:pt x="3286978" y="1097628"/>
                  </a:lnTo>
                  <a:lnTo>
                    <a:pt x="3331518" y="1025022"/>
                  </a:lnTo>
                  <a:lnTo>
                    <a:pt x="3376008" y="953338"/>
                  </a:lnTo>
                  <a:lnTo>
                    <a:pt x="3420430" y="883126"/>
                  </a:lnTo>
                  <a:lnTo>
                    <a:pt x="3464783" y="814889"/>
                  </a:lnTo>
                  <a:lnTo>
                    <a:pt x="3509092" y="749065"/>
                  </a:lnTo>
                  <a:lnTo>
                    <a:pt x="3553409" y="686023"/>
                  </a:lnTo>
                  <a:lnTo>
                    <a:pt x="3597826" y="626052"/>
                  </a:lnTo>
                  <a:lnTo>
                    <a:pt x="3642475" y="569361"/>
                  </a:lnTo>
                  <a:lnTo>
                    <a:pt x="3687534" y="516079"/>
                  </a:lnTo>
                  <a:lnTo>
                    <a:pt x="3733239" y="466261"/>
                  </a:lnTo>
                  <a:lnTo>
                    <a:pt x="3779887" y="419891"/>
                  </a:lnTo>
                  <a:lnTo>
                    <a:pt x="3820202" y="383439"/>
                  </a:lnTo>
                  <a:lnTo>
                    <a:pt x="3871506" y="341799"/>
                  </a:lnTo>
                  <a:lnTo>
                    <a:pt x="3925201" y="303733"/>
                  </a:lnTo>
                  <a:lnTo>
                    <a:pt x="3981947" y="269116"/>
                  </a:lnTo>
                  <a:lnTo>
                    <a:pt x="4042471" y="237710"/>
                  </a:lnTo>
                  <a:lnTo>
                    <a:pt x="4107525" y="209224"/>
                  </a:lnTo>
                  <a:lnTo>
                    <a:pt x="4177850" y="183359"/>
                  </a:lnTo>
                  <a:lnTo>
                    <a:pt x="4254124" y="159833"/>
                  </a:lnTo>
                  <a:lnTo>
                    <a:pt x="4336900" y="138394"/>
                  </a:lnTo>
                  <a:lnTo>
                    <a:pt x="4426523" y="118836"/>
                  </a:lnTo>
                  <a:lnTo>
                    <a:pt x="4523015" y="100996"/>
                  </a:lnTo>
                  <a:lnTo>
                    <a:pt x="4625948" y="84762"/>
                  </a:lnTo>
                  <a:lnTo>
                    <a:pt x="4734306" y="70068"/>
                  </a:lnTo>
                  <a:lnTo>
                    <a:pt x="4846358" y="56893"/>
                  </a:lnTo>
                  <a:lnTo>
                    <a:pt x="4959599" y="45250"/>
                  </a:lnTo>
                  <a:lnTo>
                    <a:pt x="5070789" y="35170"/>
                  </a:lnTo>
                  <a:lnTo>
                    <a:pt x="5176157" y="26681"/>
                  </a:lnTo>
                  <a:lnTo>
                    <a:pt x="5271776" y="19787"/>
                  </a:lnTo>
                  <a:lnTo>
                    <a:pt x="5354079" y="14445"/>
                  </a:lnTo>
                  <a:lnTo>
                    <a:pt x="5420419" y="10547"/>
                  </a:lnTo>
                  <a:lnTo>
                    <a:pt x="5469556" y="7923"/>
                  </a:lnTo>
                  <a:lnTo>
                    <a:pt x="5501924" y="6347"/>
                  </a:lnTo>
                  <a:lnTo>
                    <a:pt x="5519671" y="5556"/>
                  </a:lnTo>
                  <a:lnTo>
                    <a:pt x="5526496" y="5276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3" y="5270"/>
                  </a:lnTo>
                  <a:lnTo>
                    <a:pt x="6530877" y="5480"/>
                  </a:lnTo>
                  <a:lnTo>
                    <a:pt x="6549574" y="6060"/>
                  </a:lnTo>
                  <a:lnTo>
                    <a:pt x="6583267" y="7205"/>
                  </a:lnTo>
                  <a:lnTo>
                    <a:pt x="6634025" y="9096"/>
                  </a:lnTo>
                  <a:lnTo>
                    <a:pt x="6702160" y="11892"/>
                  </a:lnTo>
                  <a:lnTo>
                    <a:pt x="6786274" y="15709"/>
                  </a:lnTo>
                  <a:lnTo>
                    <a:pt x="6883570" y="20619"/>
                  </a:lnTo>
                  <a:lnTo>
                    <a:pt x="6990355" y="26649"/>
                  </a:lnTo>
                  <a:lnTo>
                    <a:pt x="7102624" y="33793"/>
                  </a:lnTo>
                  <a:lnTo>
                    <a:pt x="7216578" y="42032"/>
                  </a:lnTo>
                  <a:lnTo>
                    <a:pt x="7328995" y="51342"/>
                  </a:lnTo>
                  <a:lnTo>
                    <a:pt x="7437418" y="61719"/>
                  </a:lnTo>
                  <a:lnTo>
                    <a:pt x="7540179" y="73180"/>
                  </a:lnTo>
                  <a:lnTo>
                    <a:pt x="7636330" y="85776"/>
                  </a:lnTo>
                  <a:lnTo>
                    <a:pt x="7725505" y="99591"/>
                  </a:lnTo>
                  <a:lnTo>
                    <a:pt x="7807784" y="114744"/>
                  </a:lnTo>
                  <a:lnTo>
                    <a:pt x="7883554" y="131387"/>
                  </a:lnTo>
                  <a:lnTo>
                    <a:pt x="7953405" y="149701"/>
                  </a:lnTo>
                  <a:lnTo>
                    <a:pt x="8018040" y="169887"/>
                  </a:lnTo>
                  <a:lnTo>
                    <a:pt x="8078220" y="192158"/>
                  </a:lnTo>
                  <a:lnTo>
                    <a:pt x="8134710" y="216713"/>
                  </a:lnTo>
                  <a:lnTo>
                    <a:pt x="8188239" y="243713"/>
                  </a:lnTo>
                  <a:lnTo>
                    <a:pt x="8229629" y="267272"/>
                  </a:lnTo>
                  <a:lnTo>
                    <a:pt x="8282430" y="300819"/>
                  </a:lnTo>
                  <a:lnTo>
                    <a:pt x="8333741" y="337254"/>
                  </a:lnTo>
                  <a:lnTo>
                    <a:pt x="8384040" y="376632"/>
                  </a:lnTo>
                  <a:lnTo>
                    <a:pt x="8433692" y="418940"/>
                  </a:lnTo>
                  <a:lnTo>
                    <a:pt x="8482976" y="464089"/>
                  </a:lnTo>
                  <a:lnTo>
                    <a:pt x="8532093" y="511909"/>
                  </a:lnTo>
                  <a:lnTo>
                    <a:pt x="8581180" y="562148"/>
                  </a:lnTo>
                  <a:lnTo>
                    <a:pt x="8630318" y="614468"/>
                  </a:lnTo>
                  <a:lnTo>
                    <a:pt x="8679540" y="668458"/>
                  </a:lnTo>
                  <a:lnTo>
                    <a:pt x="8728843" y="723640"/>
                  </a:lnTo>
                  <a:lnTo>
                    <a:pt x="8778199" y="779492"/>
                  </a:lnTo>
                  <a:lnTo>
                    <a:pt x="8827565" y="835461"/>
                  </a:lnTo>
                  <a:lnTo>
                    <a:pt x="8876895" y="890993"/>
                  </a:lnTo>
                  <a:lnTo>
                    <a:pt x="8926153" y="945548"/>
                  </a:lnTo>
                  <a:lnTo>
                    <a:pt x="8975325" y="998628"/>
                  </a:lnTo>
                  <a:lnTo>
                    <a:pt x="9024427" y="1049793"/>
                  </a:lnTo>
                  <a:lnTo>
                    <a:pt x="9073518" y="1098672"/>
                  </a:lnTo>
                  <a:lnTo>
                    <a:pt x="9122711" y="1144976"/>
                  </a:lnTo>
                  <a:lnTo>
                    <a:pt x="9172178" y="1188501"/>
                  </a:lnTo>
                  <a:lnTo>
                    <a:pt x="9222164" y="1229124"/>
                  </a:lnTo>
                  <a:lnTo>
                    <a:pt x="9272996" y="1266800"/>
                  </a:lnTo>
                  <a:lnTo>
                    <a:pt x="9325101" y="1301558"/>
                  </a:lnTo>
                  <a:lnTo>
                    <a:pt x="9347647" y="1315399"/>
                  </a:lnTo>
                  <a:lnTo>
                    <a:pt x="9399275" y="1344419"/>
                  </a:lnTo>
                  <a:lnTo>
                    <a:pt x="9453327" y="1370933"/>
                  </a:lnTo>
                  <a:lnTo>
                    <a:pt x="9510478" y="1395029"/>
                  </a:lnTo>
                  <a:lnTo>
                    <a:pt x="9571466" y="1416877"/>
                  </a:lnTo>
                  <a:lnTo>
                    <a:pt x="9637060" y="1436681"/>
                  </a:lnTo>
                  <a:lnTo>
                    <a:pt x="9708012" y="1454654"/>
                  </a:lnTo>
                  <a:lnTo>
                    <a:pt x="9785010" y="1470993"/>
                  </a:lnTo>
                  <a:lnTo>
                    <a:pt x="9868611" y="1485875"/>
                  </a:lnTo>
                  <a:lnTo>
                    <a:pt x="9959153" y="1499444"/>
                  </a:lnTo>
                  <a:lnTo>
                    <a:pt x="10056637" y="1511813"/>
                  </a:lnTo>
                  <a:lnTo>
                    <a:pt x="10160598" y="1523059"/>
                  </a:lnTo>
                  <a:lnTo>
                    <a:pt x="10269954" y="1533227"/>
                  </a:lnTo>
                  <a:lnTo>
                    <a:pt x="10382889" y="1542330"/>
                  </a:lnTo>
                  <a:lnTo>
                    <a:pt x="10496789" y="1550357"/>
                  </a:lnTo>
                  <a:lnTo>
                    <a:pt x="10608299" y="1557285"/>
                  </a:lnTo>
                  <a:lnTo>
                    <a:pt x="10713547" y="1563096"/>
                  </a:lnTo>
                  <a:lnTo>
                    <a:pt x="10808542" y="1567790"/>
                  </a:lnTo>
                  <a:lnTo>
                    <a:pt x="10889723" y="1571401"/>
                  </a:lnTo>
                  <a:lnTo>
                    <a:pt x="10954528" y="1574010"/>
                  </a:lnTo>
                  <a:lnTo>
                    <a:pt x="11001879" y="1575742"/>
                  </a:lnTo>
                  <a:lnTo>
                    <a:pt x="11032432" y="1576762"/>
                  </a:lnTo>
                  <a:lnTo>
                    <a:pt x="11048586" y="1577255"/>
                  </a:lnTo>
                  <a:lnTo>
                    <a:pt x="11054302" y="1577415"/>
                  </a:lnTo>
                  <a:lnTo>
                    <a:pt x="11054891" y="1577430"/>
                  </a:lnTo>
                  <a:lnTo>
                    <a:pt x="12049831" y="1577430"/>
                  </a:lnTo>
                  <a:lnTo>
                    <a:pt x="12049831" y="1572190"/>
                  </a:lnTo>
                  <a:lnTo>
                    <a:pt x="11054891" y="1572190"/>
                  </a:lnTo>
                  <a:lnTo>
                    <a:pt x="11053774" y="1572160"/>
                  </a:lnTo>
                  <a:lnTo>
                    <a:pt x="11046399" y="1571950"/>
                  </a:lnTo>
                  <a:lnTo>
                    <a:pt x="11027703" y="1571369"/>
                  </a:lnTo>
                  <a:lnTo>
                    <a:pt x="10994010" y="1570225"/>
                  </a:lnTo>
                  <a:lnTo>
                    <a:pt x="10943251" y="1568334"/>
                  </a:lnTo>
                  <a:lnTo>
                    <a:pt x="10875117" y="1565538"/>
                  </a:lnTo>
                  <a:lnTo>
                    <a:pt x="10791002" y="1561721"/>
                  </a:lnTo>
                  <a:lnTo>
                    <a:pt x="10693706" y="1556811"/>
                  </a:lnTo>
                  <a:lnTo>
                    <a:pt x="10586921" y="1550781"/>
                  </a:lnTo>
                  <a:lnTo>
                    <a:pt x="10474653" y="1543636"/>
                  </a:lnTo>
                  <a:lnTo>
                    <a:pt x="10360699" y="1535398"/>
                  </a:lnTo>
                  <a:lnTo>
                    <a:pt x="10248281" y="1526088"/>
                  </a:lnTo>
                  <a:lnTo>
                    <a:pt x="10139859" y="1515711"/>
                  </a:lnTo>
                  <a:lnTo>
                    <a:pt x="10037097" y="1504250"/>
                  </a:lnTo>
                  <a:lnTo>
                    <a:pt x="9940947" y="1491654"/>
                  </a:lnTo>
                  <a:lnTo>
                    <a:pt x="9851771" y="1477839"/>
                  </a:lnTo>
                  <a:lnTo>
                    <a:pt x="9769492" y="1462686"/>
                  </a:lnTo>
                  <a:lnTo>
                    <a:pt x="9693722" y="1446043"/>
                  </a:lnTo>
                  <a:lnTo>
                    <a:pt x="9623872" y="1427729"/>
                  </a:lnTo>
                  <a:lnTo>
                    <a:pt x="9559236" y="1407543"/>
                  </a:lnTo>
                  <a:lnTo>
                    <a:pt x="9499056" y="1385272"/>
                  </a:lnTo>
                  <a:lnTo>
                    <a:pt x="9442567" y="1360716"/>
                  </a:lnTo>
                  <a:lnTo>
                    <a:pt x="9389037" y="1333717"/>
                  </a:lnTo>
                  <a:lnTo>
                    <a:pt x="9347647" y="1310158"/>
                  </a:lnTo>
                  <a:lnTo>
                    <a:pt x="9294847" y="1276611"/>
                  </a:lnTo>
                  <a:lnTo>
                    <a:pt x="9243535" y="1240176"/>
                  </a:lnTo>
                  <a:lnTo>
                    <a:pt x="9193237" y="1200798"/>
                  </a:lnTo>
                  <a:lnTo>
                    <a:pt x="9143585" y="1158490"/>
                  </a:lnTo>
                  <a:lnTo>
                    <a:pt x="9094301" y="1113341"/>
                  </a:lnTo>
                  <a:lnTo>
                    <a:pt x="9045183" y="1065520"/>
                  </a:lnTo>
                  <a:lnTo>
                    <a:pt x="8996096" y="1015282"/>
                  </a:lnTo>
                  <a:lnTo>
                    <a:pt x="8946958" y="962962"/>
                  </a:lnTo>
                  <a:lnTo>
                    <a:pt x="8897737" y="908972"/>
                  </a:lnTo>
                  <a:lnTo>
                    <a:pt x="8848433" y="853790"/>
                  </a:lnTo>
                  <a:lnTo>
                    <a:pt x="8799077" y="797938"/>
                  </a:lnTo>
                  <a:lnTo>
                    <a:pt x="8749711" y="741969"/>
                  </a:lnTo>
                  <a:lnTo>
                    <a:pt x="8700381" y="686437"/>
                  </a:lnTo>
                  <a:lnTo>
                    <a:pt x="8651123" y="631882"/>
                  </a:lnTo>
                  <a:lnTo>
                    <a:pt x="8601952" y="578802"/>
                  </a:lnTo>
                  <a:lnTo>
                    <a:pt x="8552850" y="527637"/>
                  </a:lnTo>
                  <a:lnTo>
                    <a:pt x="8503758" y="478758"/>
                  </a:lnTo>
                  <a:lnTo>
                    <a:pt x="8454565" y="432454"/>
                  </a:lnTo>
                  <a:lnTo>
                    <a:pt x="8405098" y="388929"/>
                  </a:lnTo>
                  <a:lnTo>
                    <a:pt x="8355112" y="348306"/>
                  </a:lnTo>
                  <a:lnTo>
                    <a:pt x="8304281" y="310630"/>
                  </a:lnTo>
                  <a:lnTo>
                    <a:pt x="8252176" y="275872"/>
                  </a:lnTo>
                  <a:lnTo>
                    <a:pt x="8229629" y="262031"/>
                  </a:lnTo>
                  <a:lnTo>
                    <a:pt x="8178001" y="233011"/>
                  </a:lnTo>
                  <a:lnTo>
                    <a:pt x="8123949" y="206497"/>
                  </a:lnTo>
                  <a:lnTo>
                    <a:pt x="8066799" y="182401"/>
                  </a:lnTo>
                  <a:lnTo>
                    <a:pt x="8005810" y="160553"/>
                  </a:lnTo>
                  <a:lnTo>
                    <a:pt x="7940217" y="140749"/>
                  </a:lnTo>
                  <a:lnTo>
                    <a:pt x="7869265" y="122776"/>
                  </a:lnTo>
                  <a:lnTo>
                    <a:pt x="7792267" y="106437"/>
                  </a:lnTo>
                  <a:lnTo>
                    <a:pt x="7708665" y="91555"/>
                  </a:lnTo>
                  <a:lnTo>
                    <a:pt x="7618124" y="77986"/>
                  </a:lnTo>
                  <a:lnTo>
                    <a:pt x="7520639" y="65617"/>
                  </a:lnTo>
                  <a:lnTo>
                    <a:pt x="7416679" y="54370"/>
                  </a:lnTo>
                  <a:lnTo>
                    <a:pt x="7307322" y="44202"/>
                  </a:lnTo>
                  <a:lnTo>
                    <a:pt x="7194387" y="35100"/>
                  </a:lnTo>
                  <a:lnTo>
                    <a:pt x="7080487" y="27073"/>
                  </a:lnTo>
                  <a:lnTo>
                    <a:pt x="6968977" y="20144"/>
                  </a:lnTo>
                  <a:lnTo>
                    <a:pt x="6863730" y="14334"/>
                  </a:lnTo>
                  <a:lnTo>
                    <a:pt x="6768734" y="9640"/>
                  </a:lnTo>
                  <a:lnTo>
                    <a:pt x="6687554" y="6029"/>
                  </a:lnTo>
                  <a:lnTo>
                    <a:pt x="6622748" y="3420"/>
                  </a:lnTo>
                  <a:lnTo>
                    <a:pt x="6575398" y="1688"/>
                  </a:lnTo>
                  <a:lnTo>
                    <a:pt x="6544845" y="668"/>
                  </a:lnTo>
                  <a:lnTo>
                    <a:pt x="6528690" y="175"/>
                  </a:lnTo>
                  <a:lnTo>
                    <a:pt x="6522974" y="1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8" y="41"/>
                  </a:lnTo>
                  <a:lnTo>
                    <a:pt x="5519104" y="339"/>
                  </a:lnTo>
                  <a:lnTo>
                    <a:pt x="5500728" y="1161"/>
                  </a:lnTo>
                  <a:lnTo>
                    <a:pt x="5467591" y="2783"/>
                  </a:lnTo>
                  <a:lnTo>
                    <a:pt x="5417624" y="5463"/>
                  </a:lnTo>
                  <a:lnTo>
                    <a:pt x="5350476" y="9426"/>
                  </a:lnTo>
                  <a:lnTo>
                    <a:pt x="5267465" y="14841"/>
                  </a:lnTo>
                  <a:lnTo>
                    <a:pt x="5171291" y="21811"/>
                  </a:lnTo>
                  <a:lnTo>
                    <a:pt x="5065553" y="30377"/>
                  </a:lnTo>
                  <a:lnTo>
                    <a:pt x="4954182" y="40533"/>
                  </a:lnTo>
                  <a:lnTo>
                    <a:pt x="4840930" y="52250"/>
                  </a:lnTo>
                  <a:lnTo>
                    <a:pt x="4729004" y="65498"/>
                  </a:lnTo>
                  <a:lnTo>
                    <a:pt x="4620873" y="80265"/>
                  </a:lnTo>
                  <a:lnTo>
                    <a:pt x="4518230" y="96575"/>
                  </a:lnTo>
                  <a:lnTo>
                    <a:pt x="4422063" y="114494"/>
                  </a:lnTo>
                  <a:lnTo>
                    <a:pt x="4332772" y="134138"/>
                  </a:lnTo>
                  <a:lnTo>
                    <a:pt x="4250318" y="155672"/>
                  </a:lnTo>
                  <a:lnTo>
                    <a:pt x="4174344" y="179304"/>
                  </a:lnTo>
                  <a:lnTo>
                    <a:pt x="4104288" y="205289"/>
                  </a:lnTo>
                  <a:lnTo>
                    <a:pt x="4039469" y="233908"/>
                  </a:lnTo>
                  <a:lnTo>
                    <a:pt x="3979143" y="265462"/>
                  </a:lnTo>
                  <a:lnTo>
                    <a:pt x="3922559" y="300239"/>
                  </a:lnTo>
                  <a:lnTo>
                    <a:pt x="3868994" y="338475"/>
                  </a:lnTo>
                  <a:lnTo>
                    <a:pt x="3820202" y="378199"/>
                  </a:lnTo>
                  <a:lnTo>
                    <a:pt x="3772470" y="421721"/>
                  </a:lnTo>
                  <a:lnTo>
                    <a:pt x="3725993" y="468630"/>
                  </a:lnTo>
                  <a:lnTo>
                    <a:pt x="3680407" y="518994"/>
                  </a:lnTo>
                  <a:lnTo>
                    <a:pt x="3635427" y="572817"/>
                  </a:lnTo>
                  <a:lnTo>
                    <a:pt x="3590826" y="630035"/>
                  </a:lnTo>
                  <a:lnTo>
                    <a:pt x="3546432" y="690505"/>
                  </a:lnTo>
                  <a:lnTo>
                    <a:pt x="3502121" y="754006"/>
                  </a:lnTo>
                  <a:lnTo>
                    <a:pt x="3457808" y="820236"/>
                  </a:lnTo>
                  <a:lnTo>
                    <a:pt x="3413445" y="888815"/>
                  </a:lnTo>
                  <a:lnTo>
                    <a:pt x="3369011" y="959293"/>
                  </a:lnTo>
                  <a:lnTo>
                    <a:pt x="3324512" y="1031159"/>
                  </a:lnTo>
                  <a:lnTo>
                    <a:pt x="3279967" y="1103858"/>
                  </a:lnTo>
                  <a:lnTo>
                    <a:pt x="3235407" y="1176806"/>
                  </a:lnTo>
                  <a:lnTo>
                    <a:pt x="3190867" y="1249413"/>
                  </a:lnTo>
                  <a:lnTo>
                    <a:pt x="3146377" y="1321096"/>
                  </a:lnTo>
                  <a:lnTo>
                    <a:pt x="3101955" y="1391308"/>
                  </a:lnTo>
                  <a:lnTo>
                    <a:pt x="3057602" y="1459545"/>
                  </a:lnTo>
                  <a:lnTo>
                    <a:pt x="3013293" y="1525369"/>
                  </a:lnTo>
                  <a:lnTo>
                    <a:pt x="2968976" y="1588412"/>
                  </a:lnTo>
                  <a:lnTo>
                    <a:pt x="2924559" y="1648382"/>
                  </a:lnTo>
                  <a:lnTo>
                    <a:pt x="2879910" y="1705073"/>
                  </a:lnTo>
                  <a:lnTo>
                    <a:pt x="2834851" y="1758355"/>
                  </a:lnTo>
                  <a:lnTo>
                    <a:pt x="2789146" y="1808173"/>
                  </a:lnTo>
                  <a:lnTo>
                    <a:pt x="2742498" y="1854543"/>
                  </a:lnTo>
                  <a:lnTo>
                    <a:pt x="2702183" y="1890995"/>
                  </a:lnTo>
                  <a:lnTo>
                    <a:pt x="2650879" y="1932635"/>
                  </a:lnTo>
                  <a:lnTo>
                    <a:pt x="2597184" y="1970701"/>
                  </a:lnTo>
                  <a:lnTo>
                    <a:pt x="2540438" y="2005318"/>
                  </a:lnTo>
                  <a:lnTo>
                    <a:pt x="2479914" y="2036724"/>
                  </a:lnTo>
                  <a:lnTo>
                    <a:pt x="2414860" y="2065210"/>
                  </a:lnTo>
                  <a:lnTo>
                    <a:pt x="2344535" y="2091075"/>
                  </a:lnTo>
                  <a:lnTo>
                    <a:pt x="2268261" y="2114602"/>
                  </a:lnTo>
                  <a:lnTo>
                    <a:pt x="2185485" y="2136040"/>
                  </a:lnTo>
                  <a:lnTo>
                    <a:pt x="2095862" y="2155598"/>
                  </a:lnTo>
                  <a:lnTo>
                    <a:pt x="1999370" y="2173438"/>
                  </a:lnTo>
                  <a:lnTo>
                    <a:pt x="1896437" y="2189672"/>
                  </a:lnTo>
                  <a:lnTo>
                    <a:pt x="1788079" y="2204366"/>
                  </a:lnTo>
                  <a:lnTo>
                    <a:pt x="1676027" y="2217541"/>
                  </a:lnTo>
                  <a:lnTo>
                    <a:pt x="1562786" y="2229184"/>
                  </a:lnTo>
                  <a:lnTo>
                    <a:pt x="1451596" y="2239265"/>
                  </a:lnTo>
                  <a:lnTo>
                    <a:pt x="1346228" y="2247753"/>
                  </a:lnTo>
                  <a:lnTo>
                    <a:pt x="1250609" y="2254647"/>
                  </a:lnTo>
                  <a:lnTo>
                    <a:pt x="1168306" y="2259989"/>
                  </a:lnTo>
                  <a:lnTo>
                    <a:pt x="1101966" y="2263887"/>
                  </a:lnTo>
                  <a:lnTo>
                    <a:pt x="1052829" y="2266511"/>
                  </a:lnTo>
                  <a:lnTo>
                    <a:pt x="1020461" y="2268088"/>
                  </a:lnTo>
                  <a:lnTo>
                    <a:pt x="1002714" y="2268879"/>
                  </a:lnTo>
                  <a:lnTo>
                    <a:pt x="995889" y="2269158"/>
                  </a:lnTo>
                  <a:lnTo>
                    <a:pt x="994940" y="2269194"/>
                  </a:lnTo>
                  <a:lnTo>
                    <a:pt x="0" y="2269194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93" name="pl1392"/>
            <p:cNvSpPr/>
            <p:nvPr/>
          </p:nvSpPr>
          <p:spPr>
            <a:xfrm>
              <a:off x="1199187" y="2897906"/>
              <a:ext cx="12049831" cy="2269194"/>
            </a:xfrm>
            <a:custGeom>
              <a:avLst/>
              <a:pathLst>
                <a:path w="12049831" h="2269194">
                  <a:moveTo>
                    <a:pt x="0" y="2269194"/>
                  </a:moveTo>
                  <a:lnTo>
                    <a:pt x="994940" y="2269194"/>
                  </a:lnTo>
                  <a:lnTo>
                    <a:pt x="996037" y="2269152"/>
                  </a:lnTo>
                  <a:lnTo>
                    <a:pt x="1003281" y="2268855"/>
                  </a:lnTo>
                  <a:lnTo>
                    <a:pt x="1021657" y="2268032"/>
                  </a:lnTo>
                  <a:lnTo>
                    <a:pt x="1054794" y="2266411"/>
                  </a:lnTo>
                  <a:lnTo>
                    <a:pt x="1104760" y="2263731"/>
                  </a:lnTo>
                  <a:lnTo>
                    <a:pt x="1171909" y="2259767"/>
                  </a:lnTo>
                  <a:lnTo>
                    <a:pt x="1254920" y="2254352"/>
                  </a:lnTo>
                  <a:lnTo>
                    <a:pt x="1351094" y="2247383"/>
                  </a:lnTo>
                  <a:lnTo>
                    <a:pt x="1456832" y="2238817"/>
                  </a:lnTo>
                  <a:lnTo>
                    <a:pt x="1568203" y="2228661"/>
                  </a:lnTo>
                  <a:lnTo>
                    <a:pt x="1681455" y="2216943"/>
                  </a:lnTo>
                  <a:lnTo>
                    <a:pt x="1793381" y="2203696"/>
                  </a:lnTo>
                  <a:lnTo>
                    <a:pt x="1901512" y="2188929"/>
                  </a:lnTo>
                  <a:lnTo>
                    <a:pt x="2004155" y="2172619"/>
                  </a:lnTo>
                  <a:lnTo>
                    <a:pt x="2100322" y="2154699"/>
                  </a:lnTo>
                  <a:lnTo>
                    <a:pt x="2189613" y="2135055"/>
                  </a:lnTo>
                  <a:lnTo>
                    <a:pt x="2272067" y="2113522"/>
                  </a:lnTo>
                  <a:lnTo>
                    <a:pt x="2348041" y="2089889"/>
                  </a:lnTo>
                  <a:lnTo>
                    <a:pt x="2418097" y="2063905"/>
                  </a:lnTo>
                  <a:lnTo>
                    <a:pt x="2482916" y="2035286"/>
                  </a:lnTo>
                  <a:lnTo>
                    <a:pt x="2543242" y="2003732"/>
                  </a:lnTo>
                  <a:lnTo>
                    <a:pt x="2599826" y="1968955"/>
                  </a:lnTo>
                  <a:lnTo>
                    <a:pt x="2653391" y="1930719"/>
                  </a:lnTo>
                  <a:lnTo>
                    <a:pt x="2702183" y="1890995"/>
                  </a:lnTo>
                  <a:lnTo>
                    <a:pt x="2749915" y="1847473"/>
                  </a:lnTo>
                  <a:lnTo>
                    <a:pt x="2796392" y="1800564"/>
                  </a:lnTo>
                  <a:lnTo>
                    <a:pt x="2841978" y="1750200"/>
                  </a:lnTo>
                  <a:lnTo>
                    <a:pt x="2886958" y="1696376"/>
                  </a:lnTo>
                  <a:lnTo>
                    <a:pt x="2931559" y="1639159"/>
                  </a:lnTo>
                  <a:lnTo>
                    <a:pt x="2975953" y="1578689"/>
                  </a:lnTo>
                  <a:lnTo>
                    <a:pt x="3020264" y="1515188"/>
                  </a:lnTo>
                  <a:lnTo>
                    <a:pt x="3064577" y="1448958"/>
                  </a:lnTo>
                  <a:lnTo>
                    <a:pt x="3108940" y="1380378"/>
                  </a:lnTo>
                  <a:lnTo>
                    <a:pt x="3153374" y="1309900"/>
                  </a:lnTo>
                  <a:lnTo>
                    <a:pt x="3197873" y="1238034"/>
                  </a:lnTo>
                  <a:lnTo>
                    <a:pt x="3242418" y="1165335"/>
                  </a:lnTo>
                  <a:lnTo>
                    <a:pt x="3286978" y="1092387"/>
                  </a:lnTo>
                  <a:lnTo>
                    <a:pt x="3331518" y="1019781"/>
                  </a:lnTo>
                  <a:lnTo>
                    <a:pt x="3376008" y="948097"/>
                  </a:lnTo>
                  <a:lnTo>
                    <a:pt x="3420430" y="877886"/>
                  </a:lnTo>
                  <a:lnTo>
                    <a:pt x="3464783" y="809648"/>
                  </a:lnTo>
                  <a:lnTo>
                    <a:pt x="3509092" y="743824"/>
                  </a:lnTo>
                  <a:lnTo>
                    <a:pt x="3553409" y="680782"/>
                  </a:lnTo>
                  <a:lnTo>
                    <a:pt x="3597826" y="620811"/>
                  </a:lnTo>
                  <a:lnTo>
                    <a:pt x="3642475" y="564120"/>
                  </a:lnTo>
                  <a:lnTo>
                    <a:pt x="3687534" y="510839"/>
                  </a:lnTo>
                  <a:lnTo>
                    <a:pt x="3733239" y="461021"/>
                  </a:lnTo>
                  <a:lnTo>
                    <a:pt x="3779887" y="414650"/>
                  </a:lnTo>
                  <a:lnTo>
                    <a:pt x="3820202" y="378199"/>
                  </a:lnTo>
                  <a:lnTo>
                    <a:pt x="3871506" y="336558"/>
                  </a:lnTo>
                  <a:lnTo>
                    <a:pt x="3925201" y="298492"/>
                  </a:lnTo>
                  <a:lnTo>
                    <a:pt x="3981947" y="263876"/>
                  </a:lnTo>
                  <a:lnTo>
                    <a:pt x="4042471" y="232470"/>
                  </a:lnTo>
                  <a:lnTo>
                    <a:pt x="4107525" y="203984"/>
                  </a:lnTo>
                  <a:lnTo>
                    <a:pt x="4177850" y="178119"/>
                  </a:lnTo>
                  <a:lnTo>
                    <a:pt x="4254124" y="154592"/>
                  </a:lnTo>
                  <a:lnTo>
                    <a:pt x="4336900" y="133154"/>
                  </a:lnTo>
                  <a:lnTo>
                    <a:pt x="4426523" y="113596"/>
                  </a:lnTo>
                  <a:lnTo>
                    <a:pt x="4523015" y="95756"/>
                  </a:lnTo>
                  <a:lnTo>
                    <a:pt x="4625948" y="79521"/>
                  </a:lnTo>
                  <a:lnTo>
                    <a:pt x="4734306" y="64827"/>
                  </a:lnTo>
                  <a:lnTo>
                    <a:pt x="4846358" y="51653"/>
                  </a:lnTo>
                  <a:lnTo>
                    <a:pt x="4959599" y="40009"/>
                  </a:lnTo>
                  <a:lnTo>
                    <a:pt x="5070789" y="29929"/>
                  </a:lnTo>
                  <a:lnTo>
                    <a:pt x="5176157" y="21440"/>
                  </a:lnTo>
                  <a:lnTo>
                    <a:pt x="5271776" y="14547"/>
                  </a:lnTo>
                  <a:lnTo>
                    <a:pt x="5354079" y="9204"/>
                  </a:lnTo>
                  <a:lnTo>
                    <a:pt x="5420419" y="5307"/>
                  </a:lnTo>
                  <a:lnTo>
                    <a:pt x="5469556" y="2683"/>
                  </a:lnTo>
                  <a:lnTo>
                    <a:pt x="5501924" y="1106"/>
                  </a:lnTo>
                  <a:lnTo>
                    <a:pt x="5519671" y="315"/>
                  </a:lnTo>
                  <a:lnTo>
                    <a:pt x="5526496" y="36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3" y="29"/>
                  </a:lnTo>
                  <a:lnTo>
                    <a:pt x="6530877" y="239"/>
                  </a:lnTo>
                  <a:lnTo>
                    <a:pt x="6549574" y="820"/>
                  </a:lnTo>
                  <a:lnTo>
                    <a:pt x="6583267" y="1964"/>
                  </a:lnTo>
                  <a:lnTo>
                    <a:pt x="6634025" y="3856"/>
                  </a:lnTo>
                  <a:lnTo>
                    <a:pt x="6702160" y="6651"/>
                  </a:lnTo>
                  <a:lnTo>
                    <a:pt x="6786274" y="10469"/>
                  </a:lnTo>
                  <a:lnTo>
                    <a:pt x="6883570" y="15379"/>
                  </a:lnTo>
                  <a:lnTo>
                    <a:pt x="6990355" y="21408"/>
                  </a:lnTo>
                  <a:lnTo>
                    <a:pt x="7102624" y="28553"/>
                  </a:lnTo>
                  <a:lnTo>
                    <a:pt x="7216578" y="36791"/>
                  </a:lnTo>
                  <a:lnTo>
                    <a:pt x="7328995" y="46101"/>
                  </a:lnTo>
                  <a:lnTo>
                    <a:pt x="7437418" y="56478"/>
                  </a:lnTo>
                  <a:lnTo>
                    <a:pt x="7540179" y="67939"/>
                  </a:lnTo>
                  <a:lnTo>
                    <a:pt x="7636330" y="80535"/>
                  </a:lnTo>
                  <a:lnTo>
                    <a:pt x="7725505" y="94350"/>
                  </a:lnTo>
                  <a:lnTo>
                    <a:pt x="7807784" y="109503"/>
                  </a:lnTo>
                  <a:lnTo>
                    <a:pt x="7883554" y="126146"/>
                  </a:lnTo>
                  <a:lnTo>
                    <a:pt x="7953405" y="144460"/>
                  </a:lnTo>
                  <a:lnTo>
                    <a:pt x="8018040" y="164646"/>
                  </a:lnTo>
                  <a:lnTo>
                    <a:pt x="8078220" y="186917"/>
                  </a:lnTo>
                  <a:lnTo>
                    <a:pt x="8134710" y="211473"/>
                  </a:lnTo>
                  <a:lnTo>
                    <a:pt x="8188239" y="238472"/>
                  </a:lnTo>
                  <a:lnTo>
                    <a:pt x="8229629" y="262031"/>
                  </a:lnTo>
                  <a:lnTo>
                    <a:pt x="8282430" y="295578"/>
                  </a:lnTo>
                  <a:lnTo>
                    <a:pt x="8333741" y="332014"/>
                  </a:lnTo>
                  <a:lnTo>
                    <a:pt x="8384040" y="371391"/>
                  </a:lnTo>
                  <a:lnTo>
                    <a:pt x="8433692" y="413699"/>
                  </a:lnTo>
                  <a:lnTo>
                    <a:pt x="8482976" y="458848"/>
                  </a:lnTo>
                  <a:lnTo>
                    <a:pt x="8532093" y="506669"/>
                  </a:lnTo>
                  <a:lnTo>
                    <a:pt x="8581180" y="556907"/>
                  </a:lnTo>
                  <a:lnTo>
                    <a:pt x="8630318" y="609228"/>
                  </a:lnTo>
                  <a:lnTo>
                    <a:pt x="8679540" y="663217"/>
                  </a:lnTo>
                  <a:lnTo>
                    <a:pt x="8728843" y="718399"/>
                  </a:lnTo>
                  <a:lnTo>
                    <a:pt x="8778199" y="774251"/>
                  </a:lnTo>
                  <a:lnTo>
                    <a:pt x="8827565" y="830220"/>
                  </a:lnTo>
                  <a:lnTo>
                    <a:pt x="8876895" y="885752"/>
                  </a:lnTo>
                  <a:lnTo>
                    <a:pt x="8926153" y="940307"/>
                  </a:lnTo>
                  <a:lnTo>
                    <a:pt x="8975325" y="993388"/>
                  </a:lnTo>
                  <a:lnTo>
                    <a:pt x="9024427" y="1044552"/>
                  </a:lnTo>
                  <a:lnTo>
                    <a:pt x="9073518" y="1093431"/>
                  </a:lnTo>
                  <a:lnTo>
                    <a:pt x="9122711" y="1139736"/>
                  </a:lnTo>
                  <a:lnTo>
                    <a:pt x="9172178" y="1183260"/>
                  </a:lnTo>
                  <a:lnTo>
                    <a:pt x="9222164" y="1223883"/>
                  </a:lnTo>
                  <a:lnTo>
                    <a:pt x="9272996" y="1261560"/>
                  </a:lnTo>
                  <a:lnTo>
                    <a:pt x="9325101" y="1296317"/>
                  </a:lnTo>
                  <a:lnTo>
                    <a:pt x="9347647" y="1310158"/>
                  </a:lnTo>
                  <a:lnTo>
                    <a:pt x="9399275" y="1339179"/>
                  </a:lnTo>
                  <a:lnTo>
                    <a:pt x="9453327" y="1365692"/>
                  </a:lnTo>
                  <a:lnTo>
                    <a:pt x="9510478" y="1389788"/>
                  </a:lnTo>
                  <a:lnTo>
                    <a:pt x="9571466" y="1411636"/>
                  </a:lnTo>
                  <a:lnTo>
                    <a:pt x="9637060" y="1431441"/>
                  </a:lnTo>
                  <a:lnTo>
                    <a:pt x="9708012" y="1449413"/>
                  </a:lnTo>
                  <a:lnTo>
                    <a:pt x="9785010" y="1465753"/>
                  </a:lnTo>
                  <a:lnTo>
                    <a:pt x="9868611" y="1480634"/>
                  </a:lnTo>
                  <a:lnTo>
                    <a:pt x="9959153" y="1494203"/>
                  </a:lnTo>
                  <a:lnTo>
                    <a:pt x="10056637" y="1506572"/>
                  </a:lnTo>
                  <a:lnTo>
                    <a:pt x="10160598" y="1517819"/>
                  </a:lnTo>
                  <a:lnTo>
                    <a:pt x="10269954" y="1527987"/>
                  </a:lnTo>
                  <a:lnTo>
                    <a:pt x="10382889" y="1537089"/>
                  </a:lnTo>
                  <a:lnTo>
                    <a:pt x="10496789" y="1545116"/>
                  </a:lnTo>
                  <a:lnTo>
                    <a:pt x="10608299" y="1552045"/>
                  </a:lnTo>
                  <a:lnTo>
                    <a:pt x="10713547" y="1557856"/>
                  </a:lnTo>
                  <a:lnTo>
                    <a:pt x="10808542" y="1562549"/>
                  </a:lnTo>
                  <a:lnTo>
                    <a:pt x="10889723" y="1566160"/>
                  </a:lnTo>
                  <a:lnTo>
                    <a:pt x="10954528" y="1568769"/>
                  </a:lnTo>
                  <a:lnTo>
                    <a:pt x="11001879" y="1570501"/>
                  </a:lnTo>
                  <a:lnTo>
                    <a:pt x="11032432" y="1571521"/>
                  </a:lnTo>
                  <a:lnTo>
                    <a:pt x="11048586" y="1572014"/>
                  </a:lnTo>
                  <a:lnTo>
                    <a:pt x="11054302" y="1572174"/>
                  </a:lnTo>
                  <a:lnTo>
                    <a:pt x="11054891" y="1572190"/>
                  </a:lnTo>
                  <a:lnTo>
                    <a:pt x="12049831" y="1572190"/>
                  </a:lnTo>
                  <a:lnTo>
                    <a:pt x="12049831" y="15721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4" name="pl1393"/>
            <p:cNvSpPr/>
            <p:nvPr/>
          </p:nvSpPr>
          <p:spPr>
            <a:xfrm>
              <a:off x="1199187" y="2892665"/>
              <a:ext cx="12049831" cy="2269194"/>
            </a:xfrm>
            <a:custGeom>
              <a:avLst/>
              <a:pathLst>
                <a:path w="12049831" h="2269194">
                  <a:moveTo>
                    <a:pt x="12049831" y="1572190"/>
                  </a:moveTo>
                  <a:lnTo>
                    <a:pt x="11054891" y="1572190"/>
                  </a:lnTo>
                  <a:lnTo>
                    <a:pt x="11053774" y="1572160"/>
                  </a:lnTo>
                  <a:lnTo>
                    <a:pt x="11046399" y="1571950"/>
                  </a:lnTo>
                  <a:lnTo>
                    <a:pt x="11027703" y="1571369"/>
                  </a:lnTo>
                  <a:lnTo>
                    <a:pt x="10994010" y="1570225"/>
                  </a:lnTo>
                  <a:lnTo>
                    <a:pt x="10943251" y="1568334"/>
                  </a:lnTo>
                  <a:lnTo>
                    <a:pt x="10875117" y="1565538"/>
                  </a:lnTo>
                  <a:lnTo>
                    <a:pt x="10791002" y="1561721"/>
                  </a:lnTo>
                  <a:lnTo>
                    <a:pt x="10693706" y="1556811"/>
                  </a:lnTo>
                  <a:lnTo>
                    <a:pt x="10586921" y="1550781"/>
                  </a:lnTo>
                  <a:lnTo>
                    <a:pt x="10474653" y="1543636"/>
                  </a:lnTo>
                  <a:lnTo>
                    <a:pt x="10360699" y="1535398"/>
                  </a:lnTo>
                  <a:lnTo>
                    <a:pt x="10248281" y="1526088"/>
                  </a:lnTo>
                  <a:lnTo>
                    <a:pt x="10139859" y="1515711"/>
                  </a:lnTo>
                  <a:lnTo>
                    <a:pt x="10037097" y="1504250"/>
                  </a:lnTo>
                  <a:lnTo>
                    <a:pt x="9940947" y="1491654"/>
                  </a:lnTo>
                  <a:lnTo>
                    <a:pt x="9851771" y="1477839"/>
                  </a:lnTo>
                  <a:lnTo>
                    <a:pt x="9769492" y="1462686"/>
                  </a:lnTo>
                  <a:lnTo>
                    <a:pt x="9693722" y="1446043"/>
                  </a:lnTo>
                  <a:lnTo>
                    <a:pt x="9623872" y="1427729"/>
                  </a:lnTo>
                  <a:lnTo>
                    <a:pt x="9559236" y="1407543"/>
                  </a:lnTo>
                  <a:lnTo>
                    <a:pt x="9499056" y="1385272"/>
                  </a:lnTo>
                  <a:lnTo>
                    <a:pt x="9442567" y="1360716"/>
                  </a:lnTo>
                  <a:lnTo>
                    <a:pt x="9389037" y="1333717"/>
                  </a:lnTo>
                  <a:lnTo>
                    <a:pt x="9347647" y="1310158"/>
                  </a:lnTo>
                  <a:lnTo>
                    <a:pt x="9294847" y="1276611"/>
                  </a:lnTo>
                  <a:lnTo>
                    <a:pt x="9243535" y="1240176"/>
                  </a:lnTo>
                  <a:lnTo>
                    <a:pt x="9193237" y="1200798"/>
                  </a:lnTo>
                  <a:lnTo>
                    <a:pt x="9143585" y="1158490"/>
                  </a:lnTo>
                  <a:lnTo>
                    <a:pt x="9094301" y="1113341"/>
                  </a:lnTo>
                  <a:lnTo>
                    <a:pt x="9045183" y="1065520"/>
                  </a:lnTo>
                  <a:lnTo>
                    <a:pt x="8996096" y="1015282"/>
                  </a:lnTo>
                  <a:lnTo>
                    <a:pt x="8946958" y="962962"/>
                  </a:lnTo>
                  <a:lnTo>
                    <a:pt x="8897737" y="908972"/>
                  </a:lnTo>
                  <a:lnTo>
                    <a:pt x="8848433" y="853790"/>
                  </a:lnTo>
                  <a:lnTo>
                    <a:pt x="8799077" y="797938"/>
                  </a:lnTo>
                  <a:lnTo>
                    <a:pt x="8749711" y="741969"/>
                  </a:lnTo>
                  <a:lnTo>
                    <a:pt x="8700381" y="686437"/>
                  </a:lnTo>
                  <a:lnTo>
                    <a:pt x="8651123" y="631882"/>
                  </a:lnTo>
                  <a:lnTo>
                    <a:pt x="8601952" y="578802"/>
                  </a:lnTo>
                  <a:lnTo>
                    <a:pt x="8552850" y="527637"/>
                  </a:lnTo>
                  <a:lnTo>
                    <a:pt x="8503758" y="478758"/>
                  </a:lnTo>
                  <a:lnTo>
                    <a:pt x="8454565" y="432454"/>
                  </a:lnTo>
                  <a:lnTo>
                    <a:pt x="8405098" y="388929"/>
                  </a:lnTo>
                  <a:lnTo>
                    <a:pt x="8355112" y="348306"/>
                  </a:lnTo>
                  <a:lnTo>
                    <a:pt x="8304281" y="310630"/>
                  </a:lnTo>
                  <a:lnTo>
                    <a:pt x="8252176" y="275872"/>
                  </a:lnTo>
                  <a:lnTo>
                    <a:pt x="8229629" y="262031"/>
                  </a:lnTo>
                  <a:lnTo>
                    <a:pt x="8178001" y="233011"/>
                  </a:lnTo>
                  <a:lnTo>
                    <a:pt x="8123949" y="206497"/>
                  </a:lnTo>
                  <a:lnTo>
                    <a:pt x="8066799" y="182401"/>
                  </a:lnTo>
                  <a:lnTo>
                    <a:pt x="8005810" y="160553"/>
                  </a:lnTo>
                  <a:lnTo>
                    <a:pt x="7940217" y="140749"/>
                  </a:lnTo>
                  <a:lnTo>
                    <a:pt x="7869265" y="122776"/>
                  </a:lnTo>
                  <a:lnTo>
                    <a:pt x="7792267" y="106437"/>
                  </a:lnTo>
                  <a:lnTo>
                    <a:pt x="7708665" y="91555"/>
                  </a:lnTo>
                  <a:lnTo>
                    <a:pt x="7618124" y="77986"/>
                  </a:lnTo>
                  <a:lnTo>
                    <a:pt x="7520639" y="65617"/>
                  </a:lnTo>
                  <a:lnTo>
                    <a:pt x="7416679" y="54370"/>
                  </a:lnTo>
                  <a:lnTo>
                    <a:pt x="7307322" y="44202"/>
                  </a:lnTo>
                  <a:lnTo>
                    <a:pt x="7194387" y="35100"/>
                  </a:lnTo>
                  <a:lnTo>
                    <a:pt x="7080487" y="27073"/>
                  </a:lnTo>
                  <a:lnTo>
                    <a:pt x="6968977" y="20144"/>
                  </a:lnTo>
                  <a:lnTo>
                    <a:pt x="6863730" y="14334"/>
                  </a:lnTo>
                  <a:lnTo>
                    <a:pt x="6768734" y="9640"/>
                  </a:lnTo>
                  <a:lnTo>
                    <a:pt x="6687554" y="6029"/>
                  </a:lnTo>
                  <a:lnTo>
                    <a:pt x="6622748" y="3420"/>
                  </a:lnTo>
                  <a:lnTo>
                    <a:pt x="6575398" y="1688"/>
                  </a:lnTo>
                  <a:lnTo>
                    <a:pt x="6544845" y="668"/>
                  </a:lnTo>
                  <a:lnTo>
                    <a:pt x="6528690" y="175"/>
                  </a:lnTo>
                  <a:lnTo>
                    <a:pt x="6522974" y="1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8" y="41"/>
                  </a:lnTo>
                  <a:lnTo>
                    <a:pt x="5519104" y="339"/>
                  </a:lnTo>
                  <a:lnTo>
                    <a:pt x="5500728" y="1161"/>
                  </a:lnTo>
                  <a:lnTo>
                    <a:pt x="5467591" y="2783"/>
                  </a:lnTo>
                  <a:lnTo>
                    <a:pt x="5417624" y="5463"/>
                  </a:lnTo>
                  <a:lnTo>
                    <a:pt x="5350476" y="9426"/>
                  </a:lnTo>
                  <a:lnTo>
                    <a:pt x="5267465" y="14841"/>
                  </a:lnTo>
                  <a:lnTo>
                    <a:pt x="5171291" y="21811"/>
                  </a:lnTo>
                  <a:lnTo>
                    <a:pt x="5065553" y="30377"/>
                  </a:lnTo>
                  <a:lnTo>
                    <a:pt x="4954182" y="40533"/>
                  </a:lnTo>
                  <a:lnTo>
                    <a:pt x="4840930" y="52250"/>
                  </a:lnTo>
                  <a:lnTo>
                    <a:pt x="4729004" y="65498"/>
                  </a:lnTo>
                  <a:lnTo>
                    <a:pt x="4620873" y="80265"/>
                  </a:lnTo>
                  <a:lnTo>
                    <a:pt x="4518230" y="96575"/>
                  </a:lnTo>
                  <a:lnTo>
                    <a:pt x="4422063" y="114494"/>
                  </a:lnTo>
                  <a:lnTo>
                    <a:pt x="4332772" y="134138"/>
                  </a:lnTo>
                  <a:lnTo>
                    <a:pt x="4250318" y="155672"/>
                  </a:lnTo>
                  <a:lnTo>
                    <a:pt x="4174344" y="179304"/>
                  </a:lnTo>
                  <a:lnTo>
                    <a:pt x="4104288" y="205289"/>
                  </a:lnTo>
                  <a:lnTo>
                    <a:pt x="4039469" y="233908"/>
                  </a:lnTo>
                  <a:lnTo>
                    <a:pt x="3979143" y="265462"/>
                  </a:lnTo>
                  <a:lnTo>
                    <a:pt x="3922559" y="300239"/>
                  </a:lnTo>
                  <a:lnTo>
                    <a:pt x="3868994" y="338475"/>
                  </a:lnTo>
                  <a:lnTo>
                    <a:pt x="3820202" y="378199"/>
                  </a:lnTo>
                  <a:lnTo>
                    <a:pt x="3772470" y="421721"/>
                  </a:lnTo>
                  <a:lnTo>
                    <a:pt x="3725993" y="468630"/>
                  </a:lnTo>
                  <a:lnTo>
                    <a:pt x="3680407" y="518994"/>
                  </a:lnTo>
                  <a:lnTo>
                    <a:pt x="3635427" y="572817"/>
                  </a:lnTo>
                  <a:lnTo>
                    <a:pt x="3590826" y="630035"/>
                  </a:lnTo>
                  <a:lnTo>
                    <a:pt x="3546432" y="690505"/>
                  </a:lnTo>
                  <a:lnTo>
                    <a:pt x="3502121" y="754006"/>
                  </a:lnTo>
                  <a:lnTo>
                    <a:pt x="3457808" y="820236"/>
                  </a:lnTo>
                  <a:lnTo>
                    <a:pt x="3413445" y="888815"/>
                  </a:lnTo>
                  <a:lnTo>
                    <a:pt x="3369011" y="959293"/>
                  </a:lnTo>
                  <a:lnTo>
                    <a:pt x="3324512" y="1031159"/>
                  </a:lnTo>
                  <a:lnTo>
                    <a:pt x="3279967" y="1103858"/>
                  </a:lnTo>
                  <a:lnTo>
                    <a:pt x="3235407" y="1176806"/>
                  </a:lnTo>
                  <a:lnTo>
                    <a:pt x="3190867" y="1249413"/>
                  </a:lnTo>
                  <a:lnTo>
                    <a:pt x="3146377" y="1321096"/>
                  </a:lnTo>
                  <a:lnTo>
                    <a:pt x="3101955" y="1391308"/>
                  </a:lnTo>
                  <a:lnTo>
                    <a:pt x="3057602" y="1459545"/>
                  </a:lnTo>
                  <a:lnTo>
                    <a:pt x="3013293" y="1525369"/>
                  </a:lnTo>
                  <a:lnTo>
                    <a:pt x="2968976" y="1588412"/>
                  </a:lnTo>
                  <a:lnTo>
                    <a:pt x="2924559" y="1648382"/>
                  </a:lnTo>
                  <a:lnTo>
                    <a:pt x="2879910" y="1705073"/>
                  </a:lnTo>
                  <a:lnTo>
                    <a:pt x="2834851" y="1758355"/>
                  </a:lnTo>
                  <a:lnTo>
                    <a:pt x="2789146" y="1808173"/>
                  </a:lnTo>
                  <a:lnTo>
                    <a:pt x="2742498" y="1854543"/>
                  </a:lnTo>
                  <a:lnTo>
                    <a:pt x="2702183" y="1890995"/>
                  </a:lnTo>
                  <a:lnTo>
                    <a:pt x="2650879" y="1932635"/>
                  </a:lnTo>
                  <a:lnTo>
                    <a:pt x="2597184" y="1970701"/>
                  </a:lnTo>
                  <a:lnTo>
                    <a:pt x="2540438" y="2005318"/>
                  </a:lnTo>
                  <a:lnTo>
                    <a:pt x="2479914" y="2036724"/>
                  </a:lnTo>
                  <a:lnTo>
                    <a:pt x="2414860" y="2065210"/>
                  </a:lnTo>
                  <a:lnTo>
                    <a:pt x="2344535" y="2091075"/>
                  </a:lnTo>
                  <a:lnTo>
                    <a:pt x="2268261" y="2114602"/>
                  </a:lnTo>
                  <a:lnTo>
                    <a:pt x="2185485" y="2136040"/>
                  </a:lnTo>
                  <a:lnTo>
                    <a:pt x="2095862" y="2155598"/>
                  </a:lnTo>
                  <a:lnTo>
                    <a:pt x="1999370" y="2173438"/>
                  </a:lnTo>
                  <a:lnTo>
                    <a:pt x="1896437" y="2189672"/>
                  </a:lnTo>
                  <a:lnTo>
                    <a:pt x="1788079" y="2204366"/>
                  </a:lnTo>
                  <a:lnTo>
                    <a:pt x="1676027" y="2217541"/>
                  </a:lnTo>
                  <a:lnTo>
                    <a:pt x="1562786" y="2229184"/>
                  </a:lnTo>
                  <a:lnTo>
                    <a:pt x="1451596" y="2239265"/>
                  </a:lnTo>
                  <a:lnTo>
                    <a:pt x="1346228" y="2247753"/>
                  </a:lnTo>
                  <a:lnTo>
                    <a:pt x="1250609" y="2254647"/>
                  </a:lnTo>
                  <a:lnTo>
                    <a:pt x="1168306" y="2259989"/>
                  </a:lnTo>
                  <a:lnTo>
                    <a:pt x="1101966" y="2263887"/>
                  </a:lnTo>
                  <a:lnTo>
                    <a:pt x="1052829" y="2266511"/>
                  </a:lnTo>
                  <a:lnTo>
                    <a:pt x="1020461" y="2268088"/>
                  </a:lnTo>
                  <a:lnTo>
                    <a:pt x="1002714" y="2268879"/>
                  </a:lnTo>
                  <a:lnTo>
                    <a:pt x="995889" y="2269158"/>
                  </a:lnTo>
                  <a:lnTo>
                    <a:pt x="994940" y="2269194"/>
                  </a:lnTo>
                  <a:lnTo>
                    <a:pt x="0" y="2269194"/>
                  </a:lnTo>
                  <a:lnTo>
                    <a:pt x="0" y="22691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5" name="pg1394"/>
            <p:cNvSpPr/>
            <p:nvPr/>
          </p:nvSpPr>
          <p:spPr>
            <a:xfrm>
              <a:off x="1199187" y="2939831"/>
              <a:ext cx="12049831" cy="2284916"/>
            </a:xfrm>
            <a:custGeom>
              <a:avLst/>
              <a:pathLst>
                <a:path w="12049831" h="2284916">
                  <a:moveTo>
                    <a:pt x="0" y="2232510"/>
                  </a:moveTo>
                  <a:lnTo>
                    <a:pt x="994940" y="2232510"/>
                  </a:lnTo>
                  <a:lnTo>
                    <a:pt x="996038" y="2232469"/>
                  </a:lnTo>
                  <a:lnTo>
                    <a:pt x="1003292" y="2232176"/>
                  </a:lnTo>
                  <a:lnTo>
                    <a:pt x="1021690" y="2231368"/>
                  </a:lnTo>
                  <a:lnTo>
                    <a:pt x="1054865" y="2229774"/>
                  </a:lnTo>
                  <a:lnTo>
                    <a:pt x="1104886" y="2227140"/>
                  </a:lnTo>
                  <a:lnTo>
                    <a:pt x="1172103" y="2223245"/>
                  </a:lnTo>
                  <a:lnTo>
                    <a:pt x="1255190" y="2217924"/>
                  </a:lnTo>
                  <a:lnTo>
                    <a:pt x="1351442" y="2211075"/>
                  </a:lnTo>
                  <a:lnTo>
                    <a:pt x="1457253" y="2202658"/>
                  </a:lnTo>
                  <a:lnTo>
                    <a:pt x="1568687" y="2192679"/>
                  </a:lnTo>
                  <a:lnTo>
                    <a:pt x="1681988" y="2181167"/>
                  </a:lnTo>
                  <a:lnTo>
                    <a:pt x="1793949" y="2168151"/>
                  </a:lnTo>
                  <a:lnTo>
                    <a:pt x="1902101" y="2153642"/>
                  </a:lnTo>
                  <a:lnTo>
                    <a:pt x="2004752" y="2137618"/>
                  </a:lnTo>
                  <a:lnTo>
                    <a:pt x="2100918" y="2120012"/>
                  </a:lnTo>
                  <a:lnTo>
                    <a:pt x="2190201" y="2100711"/>
                  </a:lnTo>
                  <a:lnTo>
                    <a:pt x="2272644" y="2079552"/>
                  </a:lnTo>
                  <a:lnTo>
                    <a:pt x="2348604" y="2056330"/>
                  </a:lnTo>
                  <a:lnTo>
                    <a:pt x="2418645" y="2030795"/>
                  </a:lnTo>
                  <a:lnTo>
                    <a:pt x="2483451" y="2002670"/>
                  </a:lnTo>
                  <a:lnTo>
                    <a:pt x="2543767" y="1971659"/>
                  </a:lnTo>
                  <a:lnTo>
                    <a:pt x="2600344" y="1937480"/>
                  </a:lnTo>
                  <a:lnTo>
                    <a:pt x="2653907" y="1899900"/>
                  </a:lnTo>
                  <a:lnTo>
                    <a:pt x="2702183" y="1861298"/>
                  </a:lnTo>
                  <a:lnTo>
                    <a:pt x="2750198" y="1818313"/>
                  </a:lnTo>
                  <a:lnTo>
                    <a:pt x="2796945" y="1771964"/>
                  </a:lnTo>
                  <a:lnTo>
                    <a:pt x="2842793" y="1722182"/>
                  </a:lnTo>
                  <a:lnTo>
                    <a:pt x="2888034" y="1668964"/>
                  </a:lnTo>
                  <a:lnTo>
                    <a:pt x="2932895" y="1612377"/>
                  </a:lnTo>
                  <a:lnTo>
                    <a:pt x="2977552" y="1552565"/>
                  </a:lnTo>
                  <a:lnTo>
                    <a:pt x="3022128" y="1489751"/>
                  </a:lnTo>
                  <a:lnTo>
                    <a:pt x="3066708" y="1424241"/>
                  </a:lnTo>
                  <a:lnTo>
                    <a:pt x="3111341" y="1356418"/>
                  </a:lnTo>
                  <a:lnTo>
                    <a:pt x="3156046" y="1286734"/>
                  </a:lnTo>
                  <a:lnTo>
                    <a:pt x="3200816" y="1215704"/>
                  </a:lnTo>
                  <a:lnTo>
                    <a:pt x="3245631" y="1143884"/>
                  </a:lnTo>
                  <a:lnTo>
                    <a:pt x="3290458" y="1071859"/>
                  </a:lnTo>
                  <a:lnTo>
                    <a:pt x="3335263" y="1000219"/>
                  </a:lnTo>
                  <a:lnTo>
                    <a:pt x="3380015" y="929543"/>
                  </a:lnTo>
                  <a:lnTo>
                    <a:pt x="3424697" y="860376"/>
                  </a:lnTo>
                  <a:lnTo>
                    <a:pt x="3469311" y="793215"/>
                  </a:lnTo>
                  <a:lnTo>
                    <a:pt x="3513883" y="728492"/>
                  </a:lnTo>
                  <a:lnTo>
                    <a:pt x="3558473" y="666568"/>
                  </a:lnTo>
                  <a:lnTo>
                    <a:pt x="3603176" y="607722"/>
                  </a:lnTo>
                  <a:lnTo>
                    <a:pt x="3648133" y="552153"/>
                  </a:lnTo>
                  <a:lnTo>
                    <a:pt x="3693533" y="499982"/>
                  </a:lnTo>
                  <a:lnTo>
                    <a:pt x="3739621" y="451253"/>
                  </a:lnTo>
                  <a:lnTo>
                    <a:pt x="3786713" y="405942"/>
                  </a:lnTo>
                  <a:lnTo>
                    <a:pt x="3820202" y="376452"/>
                  </a:lnTo>
                  <a:lnTo>
                    <a:pt x="3871528" y="335564"/>
                  </a:lnTo>
                  <a:lnTo>
                    <a:pt x="3925248" y="298187"/>
                  </a:lnTo>
                  <a:lnTo>
                    <a:pt x="3982023" y="264199"/>
                  </a:lnTo>
                  <a:lnTo>
                    <a:pt x="4042579" y="233365"/>
                  </a:lnTo>
                  <a:lnTo>
                    <a:pt x="4107670" y="205398"/>
                  </a:lnTo>
                  <a:lnTo>
                    <a:pt x="4178038" y="180006"/>
                  </a:lnTo>
                  <a:lnTo>
                    <a:pt x="4254362" y="156910"/>
                  </a:lnTo>
                  <a:lnTo>
                    <a:pt x="4337196" y="135865"/>
                  </a:lnTo>
                  <a:lnTo>
                    <a:pt x="4426882" y="116667"/>
                  </a:lnTo>
                  <a:lnTo>
                    <a:pt x="4523443" y="99156"/>
                  </a:lnTo>
                  <a:lnTo>
                    <a:pt x="4626447" y="83221"/>
                  </a:lnTo>
                  <a:lnTo>
                    <a:pt x="4734875" y="68800"/>
                  </a:lnTo>
                  <a:lnTo>
                    <a:pt x="4846989" y="55871"/>
                  </a:lnTo>
                  <a:lnTo>
                    <a:pt x="4960276" y="44447"/>
                  </a:lnTo>
                  <a:lnTo>
                    <a:pt x="5071489" y="34558"/>
                  </a:lnTo>
                  <a:lnTo>
                    <a:pt x="5176850" y="26233"/>
                  </a:lnTo>
                  <a:lnTo>
                    <a:pt x="5272428" y="19475"/>
                  </a:lnTo>
                  <a:lnTo>
                    <a:pt x="5354654" y="14240"/>
                  </a:lnTo>
                  <a:lnTo>
                    <a:pt x="5420890" y="10423"/>
                  </a:lnTo>
                  <a:lnTo>
                    <a:pt x="5469903" y="7856"/>
                  </a:lnTo>
                  <a:lnTo>
                    <a:pt x="5502144" y="6316"/>
                  </a:lnTo>
                  <a:lnTo>
                    <a:pt x="5519779" y="5545"/>
                  </a:lnTo>
                  <a:lnTo>
                    <a:pt x="5526525" y="527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2" y="5282"/>
                  </a:lnTo>
                  <a:lnTo>
                    <a:pt x="6530724" y="5581"/>
                  </a:lnTo>
                  <a:lnTo>
                    <a:pt x="6549095" y="6407"/>
                  </a:lnTo>
                  <a:lnTo>
                    <a:pt x="6582222" y="8035"/>
                  </a:lnTo>
                  <a:lnTo>
                    <a:pt x="6632175" y="10727"/>
                  </a:lnTo>
                  <a:lnTo>
                    <a:pt x="6699305" y="14708"/>
                  </a:lnTo>
                  <a:lnTo>
                    <a:pt x="6782297" y="20146"/>
                  </a:lnTo>
                  <a:lnTo>
                    <a:pt x="6878451" y="27146"/>
                  </a:lnTo>
                  <a:lnTo>
                    <a:pt x="6984171" y="35748"/>
                  </a:lnTo>
                  <a:lnTo>
                    <a:pt x="7095527" y="45949"/>
                  </a:lnTo>
                  <a:lnTo>
                    <a:pt x="7208766" y="57717"/>
                  </a:lnTo>
                  <a:lnTo>
                    <a:pt x="7320684" y="71023"/>
                  </a:lnTo>
                  <a:lnTo>
                    <a:pt x="7428809" y="85854"/>
                  </a:lnTo>
                  <a:lnTo>
                    <a:pt x="7531449" y="102235"/>
                  </a:lnTo>
                  <a:lnTo>
                    <a:pt x="7627617" y="120233"/>
                  </a:lnTo>
                  <a:lnTo>
                    <a:pt x="7716910" y="139963"/>
                  </a:lnTo>
                  <a:lnTo>
                    <a:pt x="7799367" y="161590"/>
                  </a:lnTo>
                  <a:lnTo>
                    <a:pt x="7875345" y="185325"/>
                  </a:lnTo>
                  <a:lnTo>
                    <a:pt x="7945404" y="211421"/>
                  </a:lnTo>
                  <a:lnTo>
                    <a:pt x="8010227" y="240164"/>
                  </a:lnTo>
                  <a:lnTo>
                    <a:pt x="8070555" y="271853"/>
                  </a:lnTo>
                  <a:lnTo>
                    <a:pt x="8127141" y="306779"/>
                  </a:lnTo>
                  <a:lnTo>
                    <a:pt x="8180707" y="345179"/>
                  </a:lnTo>
                  <a:lnTo>
                    <a:pt x="8229629" y="385186"/>
                  </a:lnTo>
                  <a:lnTo>
                    <a:pt x="8277291" y="428842"/>
                  </a:lnTo>
                  <a:lnTo>
                    <a:pt x="8323701" y="475889"/>
                  </a:lnTo>
                  <a:lnTo>
                    <a:pt x="8369221" y="526397"/>
                  </a:lnTo>
                  <a:lnTo>
                    <a:pt x="8414137" y="580371"/>
                  </a:lnTo>
                  <a:lnTo>
                    <a:pt x="8458674" y="637744"/>
                  </a:lnTo>
                  <a:lnTo>
                    <a:pt x="8503002" y="698377"/>
                  </a:lnTo>
                  <a:lnTo>
                    <a:pt x="8547248" y="762048"/>
                  </a:lnTo>
                  <a:lnTo>
                    <a:pt x="8591494" y="828457"/>
                  </a:lnTo>
                  <a:lnTo>
                    <a:pt x="8635790" y="897223"/>
                  </a:lnTo>
                  <a:lnTo>
                    <a:pt x="8680156" y="967897"/>
                  </a:lnTo>
                  <a:lnTo>
                    <a:pt x="8724588" y="1039970"/>
                  </a:lnTo>
                  <a:lnTo>
                    <a:pt x="8769067" y="1112886"/>
                  </a:lnTo>
                  <a:lnTo>
                    <a:pt x="8813560" y="1186063"/>
                  </a:lnTo>
                  <a:lnTo>
                    <a:pt x="8858034" y="1258908"/>
                  </a:lnTo>
                  <a:lnTo>
                    <a:pt x="8902459" y="1330842"/>
                  </a:lnTo>
                  <a:lnTo>
                    <a:pt x="8946817" y="1401313"/>
                  </a:lnTo>
                  <a:lnTo>
                    <a:pt x="8991105" y="1469818"/>
                  </a:lnTo>
                  <a:lnTo>
                    <a:pt x="9035348" y="1535915"/>
                  </a:lnTo>
                  <a:lnTo>
                    <a:pt x="9079598" y="1599236"/>
                  </a:lnTo>
                  <a:lnTo>
                    <a:pt x="9123944" y="1659487"/>
                  </a:lnTo>
                  <a:lnTo>
                    <a:pt x="9168517" y="1716457"/>
                  </a:lnTo>
                  <a:lnTo>
                    <a:pt x="9213492" y="1770016"/>
                  </a:lnTo>
                  <a:lnTo>
                    <a:pt x="9259103" y="1820106"/>
                  </a:lnTo>
                  <a:lnTo>
                    <a:pt x="9305643" y="1866741"/>
                  </a:lnTo>
                  <a:lnTo>
                    <a:pt x="9347647" y="1904970"/>
                  </a:lnTo>
                  <a:lnTo>
                    <a:pt x="9398946" y="1946798"/>
                  </a:lnTo>
                  <a:lnTo>
                    <a:pt x="9452635" y="1985037"/>
                  </a:lnTo>
                  <a:lnTo>
                    <a:pt x="9509374" y="2019810"/>
                  </a:lnTo>
                  <a:lnTo>
                    <a:pt x="9569890" y="2051359"/>
                  </a:lnTo>
                  <a:lnTo>
                    <a:pt x="9634935" y="2079975"/>
                  </a:lnTo>
                  <a:lnTo>
                    <a:pt x="9705248" y="2105958"/>
                  </a:lnTo>
                  <a:lnTo>
                    <a:pt x="9781509" y="2129592"/>
                  </a:lnTo>
                  <a:lnTo>
                    <a:pt x="9864271" y="2151129"/>
                  </a:lnTo>
                  <a:lnTo>
                    <a:pt x="9953878" y="2170777"/>
                  </a:lnTo>
                  <a:lnTo>
                    <a:pt x="10050352" y="2188699"/>
                  </a:lnTo>
                  <a:lnTo>
                    <a:pt x="10153268" y="2205008"/>
                  </a:lnTo>
                  <a:lnTo>
                    <a:pt x="10261608" y="2219771"/>
                  </a:lnTo>
                  <a:lnTo>
                    <a:pt x="10373645" y="2233007"/>
                  </a:lnTo>
                  <a:lnTo>
                    <a:pt x="10486874" y="2244705"/>
                  </a:lnTo>
                  <a:lnTo>
                    <a:pt x="10598058" y="2254833"/>
                  </a:lnTo>
                  <a:lnTo>
                    <a:pt x="10703428" y="2263363"/>
                  </a:lnTo>
                  <a:lnTo>
                    <a:pt x="10799057" y="2270290"/>
                  </a:lnTo>
                  <a:lnTo>
                    <a:pt x="10881379" y="2275660"/>
                  </a:lnTo>
                  <a:lnTo>
                    <a:pt x="10947746" y="2279578"/>
                  </a:lnTo>
                  <a:lnTo>
                    <a:pt x="10996914" y="2282216"/>
                  </a:lnTo>
                  <a:lnTo>
                    <a:pt x="11029314" y="2283802"/>
                  </a:lnTo>
                  <a:lnTo>
                    <a:pt x="11047089" y="2284598"/>
                  </a:lnTo>
                  <a:lnTo>
                    <a:pt x="11053935" y="2284879"/>
                  </a:lnTo>
                  <a:lnTo>
                    <a:pt x="11054891" y="2284916"/>
                  </a:lnTo>
                  <a:lnTo>
                    <a:pt x="12049831" y="2284916"/>
                  </a:lnTo>
                  <a:lnTo>
                    <a:pt x="12049831" y="2279675"/>
                  </a:lnTo>
                  <a:lnTo>
                    <a:pt x="11054891" y="2279675"/>
                  </a:lnTo>
                  <a:lnTo>
                    <a:pt x="11053794" y="2279633"/>
                  </a:lnTo>
                  <a:lnTo>
                    <a:pt x="11046552" y="2279334"/>
                  </a:lnTo>
                  <a:lnTo>
                    <a:pt x="11028182" y="2278508"/>
                  </a:lnTo>
                  <a:lnTo>
                    <a:pt x="10995054" y="2276880"/>
                  </a:lnTo>
                  <a:lnTo>
                    <a:pt x="10945102" y="2274188"/>
                  </a:lnTo>
                  <a:lnTo>
                    <a:pt x="10877971" y="2270208"/>
                  </a:lnTo>
                  <a:lnTo>
                    <a:pt x="10794979" y="2264770"/>
                  </a:lnTo>
                  <a:lnTo>
                    <a:pt x="10698825" y="2257770"/>
                  </a:lnTo>
                  <a:lnTo>
                    <a:pt x="10593106" y="2249167"/>
                  </a:lnTo>
                  <a:lnTo>
                    <a:pt x="10481750" y="2238967"/>
                  </a:lnTo>
                  <a:lnTo>
                    <a:pt x="10368510" y="2227198"/>
                  </a:lnTo>
                  <a:lnTo>
                    <a:pt x="10256593" y="2213893"/>
                  </a:lnTo>
                  <a:lnTo>
                    <a:pt x="10148467" y="2199061"/>
                  </a:lnTo>
                  <a:lnTo>
                    <a:pt x="10045827" y="2182680"/>
                  </a:lnTo>
                  <a:lnTo>
                    <a:pt x="9949659" y="2164683"/>
                  </a:lnTo>
                  <a:lnTo>
                    <a:pt x="9860367" y="2144953"/>
                  </a:lnTo>
                  <a:lnTo>
                    <a:pt x="9777909" y="2123326"/>
                  </a:lnTo>
                  <a:lnTo>
                    <a:pt x="9701931" y="2099591"/>
                  </a:lnTo>
                  <a:lnTo>
                    <a:pt x="9631873" y="2073494"/>
                  </a:lnTo>
                  <a:lnTo>
                    <a:pt x="9567050" y="2044752"/>
                  </a:lnTo>
                  <a:lnTo>
                    <a:pt x="9506722" y="2013063"/>
                  </a:lnTo>
                  <a:lnTo>
                    <a:pt x="9450136" y="1978136"/>
                  </a:lnTo>
                  <a:lnTo>
                    <a:pt x="9396569" y="1939737"/>
                  </a:lnTo>
                  <a:lnTo>
                    <a:pt x="9347647" y="1899729"/>
                  </a:lnTo>
                  <a:lnTo>
                    <a:pt x="9299986" y="1856074"/>
                  </a:lnTo>
                  <a:lnTo>
                    <a:pt x="9253576" y="1809026"/>
                  </a:lnTo>
                  <a:lnTo>
                    <a:pt x="9208056" y="1758518"/>
                  </a:lnTo>
                  <a:lnTo>
                    <a:pt x="9163140" y="1704545"/>
                  </a:lnTo>
                  <a:lnTo>
                    <a:pt x="9118603" y="1647171"/>
                  </a:lnTo>
                  <a:lnTo>
                    <a:pt x="9074274" y="1586538"/>
                  </a:lnTo>
                  <a:lnTo>
                    <a:pt x="9030029" y="1522867"/>
                  </a:lnTo>
                  <a:lnTo>
                    <a:pt x="8985783" y="1456459"/>
                  </a:lnTo>
                  <a:lnTo>
                    <a:pt x="8941487" y="1387693"/>
                  </a:lnTo>
                  <a:lnTo>
                    <a:pt x="8897120" y="1317018"/>
                  </a:lnTo>
                  <a:lnTo>
                    <a:pt x="8852688" y="1244946"/>
                  </a:lnTo>
                  <a:lnTo>
                    <a:pt x="8808210" y="1172029"/>
                  </a:lnTo>
                  <a:lnTo>
                    <a:pt x="8763717" y="1098852"/>
                  </a:lnTo>
                  <a:lnTo>
                    <a:pt x="8719243" y="1026007"/>
                  </a:lnTo>
                  <a:lnTo>
                    <a:pt x="8674817" y="954074"/>
                  </a:lnTo>
                  <a:lnTo>
                    <a:pt x="8630460" y="883603"/>
                  </a:lnTo>
                  <a:lnTo>
                    <a:pt x="8586171" y="815098"/>
                  </a:lnTo>
                  <a:lnTo>
                    <a:pt x="8541929" y="749000"/>
                  </a:lnTo>
                  <a:lnTo>
                    <a:pt x="8497678" y="685680"/>
                  </a:lnTo>
                  <a:lnTo>
                    <a:pt x="8453332" y="625429"/>
                  </a:lnTo>
                  <a:lnTo>
                    <a:pt x="8408760" y="568458"/>
                  </a:lnTo>
                  <a:lnTo>
                    <a:pt x="8363784" y="514900"/>
                  </a:lnTo>
                  <a:lnTo>
                    <a:pt x="8318174" y="464809"/>
                  </a:lnTo>
                  <a:lnTo>
                    <a:pt x="8271634" y="418174"/>
                  </a:lnTo>
                  <a:lnTo>
                    <a:pt x="8229629" y="379945"/>
                  </a:lnTo>
                  <a:lnTo>
                    <a:pt x="8178331" y="338117"/>
                  </a:lnTo>
                  <a:lnTo>
                    <a:pt x="8124642" y="299879"/>
                  </a:lnTo>
                  <a:lnTo>
                    <a:pt x="8067902" y="265105"/>
                  </a:lnTo>
                  <a:lnTo>
                    <a:pt x="8007387" y="233556"/>
                  </a:lnTo>
                  <a:lnTo>
                    <a:pt x="7942342" y="204941"/>
                  </a:lnTo>
                  <a:lnTo>
                    <a:pt x="7872028" y="178957"/>
                  </a:lnTo>
                  <a:lnTo>
                    <a:pt x="7795767" y="155323"/>
                  </a:lnTo>
                  <a:lnTo>
                    <a:pt x="7713005" y="133787"/>
                  </a:lnTo>
                  <a:lnTo>
                    <a:pt x="7623399" y="114139"/>
                  </a:lnTo>
                  <a:lnTo>
                    <a:pt x="7526924" y="96217"/>
                  </a:lnTo>
                  <a:lnTo>
                    <a:pt x="7424009" y="79907"/>
                  </a:lnTo>
                  <a:lnTo>
                    <a:pt x="7315668" y="65145"/>
                  </a:lnTo>
                  <a:lnTo>
                    <a:pt x="7203632" y="51909"/>
                  </a:lnTo>
                  <a:lnTo>
                    <a:pt x="7090403" y="40211"/>
                  </a:lnTo>
                  <a:lnTo>
                    <a:pt x="6979219" y="30082"/>
                  </a:lnTo>
                  <a:lnTo>
                    <a:pt x="6873849" y="21553"/>
                  </a:lnTo>
                  <a:lnTo>
                    <a:pt x="6778219" y="14625"/>
                  </a:lnTo>
                  <a:lnTo>
                    <a:pt x="6695898" y="9256"/>
                  </a:lnTo>
                  <a:lnTo>
                    <a:pt x="6629530" y="5338"/>
                  </a:lnTo>
                  <a:lnTo>
                    <a:pt x="6580363" y="2699"/>
                  </a:lnTo>
                  <a:lnTo>
                    <a:pt x="6547963" y="1114"/>
                  </a:lnTo>
                  <a:lnTo>
                    <a:pt x="6530187" y="318"/>
                  </a:lnTo>
                  <a:lnTo>
                    <a:pt x="6523342" y="3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7" y="41"/>
                  </a:lnTo>
                  <a:lnTo>
                    <a:pt x="5519093" y="333"/>
                  </a:lnTo>
                  <a:lnTo>
                    <a:pt x="5500695" y="1141"/>
                  </a:lnTo>
                  <a:lnTo>
                    <a:pt x="5467520" y="2735"/>
                  </a:lnTo>
                  <a:lnTo>
                    <a:pt x="5417499" y="5369"/>
                  </a:lnTo>
                  <a:lnTo>
                    <a:pt x="5350282" y="9264"/>
                  </a:lnTo>
                  <a:lnTo>
                    <a:pt x="5267195" y="14585"/>
                  </a:lnTo>
                  <a:lnTo>
                    <a:pt x="5170943" y="21434"/>
                  </a:lnTo>
                  <a:lnTo>
                    <a:pt x="5065132" y="29851"/>
                  </a:lnTo>
                  <a:lnTo>
                    <a:pt x="4953698" y="39830"/>
                  </a:lnTo>
                  <a:lnTo>
                    <a:pt x="4840397" y="51343"/>
                  </a:lnTo>
                  <a:lnTo>
                    <a:pt x="4728436" y="64358"/>
                  </a:lnTo>
                  <a:lnTo>
                    <a:pt x="4620284" y="78867"/>
                  </a:lnTo>
                  <a:lnTo>
                    <a:pt x="4517633" y="94891"/>
                  </a:lnTo>
                  <a:lnTo>
                    <a:pt x="4421467" y="112497"/>
                  </a:lnTo>
                  <a:lnTo>
                    <a:pt x="4332184" y="131798"/>
                  </a:lnTo>
                  <a:lnTo>
                    <a:pt x="4249741" y="152957"/>
                  </a:lnTo>
                  <a:lnTo>
                    <a:pt x="4173781" y="176179"/>
                  </a:lnTo>
                  <a:lnTo>
                    <a:pt x="4103740" y="201714"/>
                  </a:lnTo>
                  <a:lnTo>
                    <a:pt x="4038934" y="229839"/>
                  </a:lnTo>
                  <a:lnTo>
                    <a:pt x="3978618" y="260850"/>
                  </a:lnTo>
                  <a:lnTo>
                    <a:pt x="3922041" y="295029"/>
                  </a:lnTo>
                  <a:lnTo>
                    <a:pt x="3868478" y="332609"/>
                  </a:lnTo>
                  <a:lnTo>
                    <a:pt x="3820202" y="371211"/>
                  </a:lnTo>
                  <a:lnTo>
                    <a:pt x="3772187" y="414196"/>
                  </a:lnTo>
                  <a:lnTo>
                    <a:pt x="3725440" y="460546"/>
                  </a:lnTo>
                  <a:lnTo>
                    <a:pt x="3679592" y="510327"/>
                  </a:lnTo>
                  <a:lnTo>
                    <a:pt x="3634351" y="563545"/>
                  </a:lnTo>
                  <a:lnTo>
                    <a:pt x="3589490" y="620132"/>
                  </a:lnTo>
                  <a:lnTo>
                    <a:pt x="3544833" y="679944"/>
                  </a:lnTo>
                  <a:lnTo>
                    <a:pt x="3500257" y="742758"/>
                  </a:lnTo>
                  <a:lnTo>
                    <a:pt x="3455677" y="808268"/>
                  </a:lnTo>
                  <a:lnTo>
                    <a:pt x="3411044" y="876091"/>
                  </a:lnTo>
                  <a:lnTo>
                    <a:pt x="3366339" y="945775"/>
                  </a:lnTo>
                  <a:lnTo>
                    <a:pt x="3321569" y="1016805"/>
                  </a:lnTo>
                  <a:lnTo>
                    <a:pt x="3276754" y="1088625"/>
                  </a:lnTo>
                  <a:lnTo>
                    <a:pt x="3231927" y="1160650"/>
                  </a:lnTo>
                  <a:lnTo>
                    <a:pt x="3187122" y="1232290"/>
                  </a:lnTo>
                  <a:lnTo>
                    <a:pt x="3142370" y="1302966"/>
                  </a:lnTo>
                  <a:lnTo>
                    <a:pt x="3097688" y="1372133"/>
                  </a:lnTo>
                  <a:lnTo>
                    <a:pt x="3053074" y="1439294"/>
                  </a:lnTo>
                  <a:lnTo>
                    <a:pt x="3008502" y="1504017"/>
                  </a:lnTo>
                  <a:lnTo>
                    <a:pt x="2963912" y="1565942"/>
                  </a:lnTo>
                  <a:lnTo>
                    <a:pt x="2919209" y="1624788"/>
                  </a:lnTo>
                  <a:lnTo>
                    <a:pt x="2874252" y="1680356"/>
                  </a:lnTo>
                  <a:lnTo>
                    <a:pt x="2828852" y="1732527"/>
                  </a:lnTo>
                  <a:lnTo>
                    <a:pt x="2782763" y="1781256"/>
                  </a:lnTo>
                  <a:lnTo>
                    <a:pt x="2735672" y="1826567"/>
                  </a:lnTo>
                  <a:lnTo>
                    <a:pt x="2702183" y="1856057"/>
                  </a:lnTo>
                  <a:lnTo>
                    <a:pt x="2650857" y="1896945"/>
                  </a:lnTo>
                  <a:lnTo>
                    <a:pt x="2597137" y="1934322"/>
                  </a:lnTo>
                  <a:lnTo>
                    <a:pt x="2540362" y="1968310"/>
                  </a:lnTo>
                  <a:lnTo>
                    <a:pt x="2479806" y="1999144"/>
                  </a:lnTo>
                  <a:lnTo>
                    <a:pt x="2414715" y="2027111"/>
                  </a:lnTo>
                  <a:lnTo>
                    <a:pt x="2344347" y="2052503"/>
                  </a:lnTo>
                  <a:lnTo>
                    <a:pt x="2268023" y="2075599"/>
                  </a:lnTo>
                  <a:lnTo>
                    <a:pt x="2185189" y="2096644"/>
                  </a:lnTo>
                  <a:lnTo>
                    <a:pt x="2095503" y="2115842"/>
                  </a:lnTo>
                  <a:lnTo>
                    <a:pt x="1998942" y="2133353"/>
                  </a:lnTo>
                  <a:lnTo>
                    <a:pt x="1895938" y="2149288"/>
                  </a:lnTo>
                  <a:lnTo>
                    <a:pt x="1787510" y="2163709"/>
                  </a:lnTo>
                  <a:lnTo>
                    <a:pt x="1675396" y="2176638"/>
                  </a:lnTo>
                  <a:lnTo>
                    <a:pt x="1562109" y="2188062"/>
                  </a:lnTo>
                  <a:lnTo>
                    <a:pt x="1450896" y="2197951"/>
                  </a:lnTo>
                  <a:lnTo>
                    <a:pt x="1345535" y="2206276"/>
                  </a:lnTo>
                  <a:lnTo>
                    <a:pt x="1249957" y="2213034"/>
                  </a:lnTo>
                  <a:lnTo>
                    <a:pt x="1167731" y="2218269"/>
                  </a:lnTo>
                  <a:lnTo>
                    <a:pt x="1101495" y="2222086"/>
                  </a:lnTo>
                  <a:lnTo>
                    <a:pt x="1052482" y="2224653"/>
                  </a:lnTo>
                  <a:lnTo>
                    <a:pt x="1020241" y="2226193"/>
                  </a:lnTo>
                  <a:lnTo>
                    <a:pt x="1002606" y="2226964"/>
                  </a:lnTo>
                  <a:lnTo>
                    <a:pt x="995860" y="2227235"/>
                  </a:lnTo>
                  <a:lnTo>
                    <a:pt x="994940" y="2227269"/>
                  </a:lnTo>
                  <a:lnTo>
                    <a:pt x="0" y="2227269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96" name="pl1395"/>
            <p:cNvSpPr/>
            <p:nvPr/>
          </p:nvSpPr>
          <p:spPr>
            <a:xfrm>
              <a:off x="1199187" y="2945071"/>
              <a:ext cx="12049831" cy="2279675"/>
            </a:xfrm>
            <a:custGeom>
              <a:avLst/>
              <a:pathLst>
                <a:path w="12049831" h="2279675">
                  <a:moveTo>
                    <a:pt x="0" y="2227269"/>
                  </a:moveTo>
                  <a:lnTo>
                    <a:pt x="994940" y="2227269"/>
                  </a:lnTo>
                  <a:lnTo>
                    <a:pt x="996038" y="2227228"/>
                  </a:lnTo>
                  <a:lnTo>
                    <a:pt x="1003292" y="2226935"/>
                  </a:lnTo>
                  <a:lnTo>
                    <a:pt x="1021690" y="2226127"/>
                  </a:lnTo>
                  <a:lnTo>
                    <a:pt x="1054865" y="2224534"/>
                  </a:lnTo>
                  <a:lnTo>
                    <a:pt x="1104886" y="2221900"/>
                  </a:lnTo>
                  <a:lnTo>
                    <a:pt x="1172103" y="2218004"/>
                  </a:lnTo>
                  <a:lnTo>
                    <a:pt x="1255190" y="2212683"/>
                  </a:lnTo>
                  <a:lnTo>
                    <a:pt x="1351442" y="2205834"/>
                  </a:lnTo>
                  <a:lnTo>
                    <a:pt x="1457253" y="2197418"/>
                  </a:lnTo>
                  <a:lnTo>
                    <a:pt x="1568687" y="2187439"/>
                  </a:lnTo>
                  <a:lnTo>
                    <a:pt x="1681988" y="2175926"/>
                  </a:lnTo>
                  <a:lnTo>
                    <a:pt x="1793949" y="2162910"/>
                  </a:lnTo>
                  <a:lnTo>
                    <a:pt x="1902101" y="2148402"/>
                  </a:lnTo>
                  <a:lnTo>
                    <a:pt x="2004752" y="2132377"/>
                  </a:lnTo>
                  <a:lnTo>
                    <a:pt x="2100918" y="2114771"/>
                  </a:lnTo>
                  <a:lnTo>
                    <a:pt x="2190201" y="2095470"/>
                  </a:lnTo>
                  <a:lnTo>
                    <a:pt x="2272644" y="2074312"/>
                  </a:lnTo>
                  <a:lnTo>
                    <a:pt x="2348604" y="2051089"/>
                  </a:lnTo>
                  <a:lnTo>
                    <a:pt x="2418645" y="2025555"/>
                  </a:lnTo>
                  <a:lnTo>
                    <a:pt x="2483451" y="1997429"/>
                  </a:lnTo>
                  <a:lnTo>
                    <a:pt x="2543767" y="1966419"/>
                  </a:lnTo>
                  <a:lnTo>
                    <a:pt x="2600344" y="1932239"/>
                  </a:lnTo>
                  <a:lnTo>
                    <a:pt x="2653907" y="1894660"/>
                  </a:lnTo>
                  <a:lnTo>
                    <a:pt x="2702183" y="1856057"/>
                  </a:lnTo>
                  <a:lnTo>
                    <a:pt x="2750198" y="1813073"/>
                  </a:lnTo>
                  <a:lnTo>
                    <a:pt x="2796945" y="1766723"/>
                  </a:lnTo>
                  <a:lnTo>
                    <a:pt x="2842793" y="1716941"/>
                  </a:lnTo>
                  <a:lnTo>
                    <a:pt x="2888034" y="1663723"/>
                  </a:lnTo>
                  <a:lnTo>
                    <a:pt x="2932895" y="1607137"/>
                  </a:lnTo>
                  <a:lnTo>
                    <a:pt x="2977552" y="1547324"/>
                  </a:lnTo>
                  <a:lnTo>
                    <a:pt x="3022128" y="1484511"/>
                  </a:lnTo>
                  <a:lnTo>
                    <a:pt x="3066708" y="1419001"/>
                  </a:lnTo>
                  <a:lnTo>
                    <a:pt x="3111341" y="1351177"/>
                  </a:lnTo>
                  <a:lnTo>
                    <a:pt x="3156046" y="1281494"/>
                  </a:lnTo>
                  <a:lnTo>
                    <a:pt x="3200816" y="1210463"/>
                  </a:lnTo>
                  <a:lnTo>
                    <a:pt x="3245631" y="1138644"/>
                  </a:lnTo>
                  <a:lnTo>
                    <a:pt x="3290458" y="1066618"/>
                  </a:lnTo>
                  <a:lnTo>
                    <a:pt x="3335263" y="994978"/>
                  </a:lnTo>
                  <a:lnTo>
                    <a:pt x="3380015" y="924302"/>
                  </a:lnTo>
                  <a:lnTo>
                    <a:pt x="3424697" y="855136"/>
                  </a:lnTo>
                  <a:lnTo>
                    <a:pt x="3469311" y="787974"/>
                  </a:lnTo>
                  <a:lnTo>
                    <a:pt x="3513883" y="723252"/>
                  </a:lnTo>
                  <a:lnTo>
                    <a:pt x="3558473" y="661327"/>
                  </a:lnTo>
                  <a:lnTo>
                    <a:pt x="3603176" y="602481"/>
                  </a:lnTo>
                  <a:lnTo>
                    <a:pt x="3648133" y="546913"/>
                  </a:lnTo>
                  <a:lnTo>
                    <a:pt x="3693533" y="494742"/>
                  </a:lnTo>
                  <a:lnTo>
                    <a:pt x="3739621" y="446013"/>
                  </a:lnTo>
                  <a:lnTo>
                    <a:pt x="3786713" y="400701"/>
                  </a:lnTo>
                  <a:lnTo>
                    <a:pt x="3820202" y="371211"/>
                  </a:lnTo>
                  <a:lnTo>
                    <a:pt x="3871528" y="330323"/>
                  </a:lnTo>
                  <a:lnTo>
                    <a:pt x="3925248" y="292947"/>
                  </a:lnTo>
                  <a:lnTo>
                    <a:pt x="3982023" y="258959"/>
                  </a:lnTo>
                  <a:lnTo>
                    <a:pt x="4042579" y="228124"/>
                  </a:lnTo>
                  <a:lnTo>
                    <a:pt x="4107670" y="200158"/>
                  </a:lnTo>
                  <a:lnTo>
                    <a:pt x="4178038" y="174765"/>
                  </a:lnTo>
                  <a:lnTo>
                    <a:pt x="4254362" y="151670"/>
                  </a:lnTo>
                  <a:lnTo>
                    <a:pt x="4337196" y="130625"/>
                  </a:lnTo>
                  <a:lnTo>
                    <a:pt x="4426882" y="111426"/>
                  </a:lnTo>
                  <a:lnTo>
                    <a:pt x="4523443" y="93915"/>
                  </a:lnTo>
                  <a:lnTo>
                    <a:pt x="4626447" y="77981"/>
                  </a:lnTo>
                  <a:lnTo>
                    <a:pt x="4734875" y="63559"/>
                  </a:lnTo>
                  <a:lnTo>
                    <a:pt x="4846989" y="50630"/>
                  </a:lnTo>
                  <a:lnTo>
                    <a:pt x="4960276" y="39206"/>
                  </a:lnTo>
                  <a:lnTo>
                    <a:pt x="5071489" y="29317"/>
                  </a:lnTo>
                  <a:lnTo>
                    <a:pt x="5176850" y="20992"/>
                  </a:lnTo>
                  <a:lnTo>
                    <a:pt x="5272428" y="14234"/>
                  </a:lnTo>
                  <a:lnTo>
                    <a:pt x="5354654" y="8999"/>
                  </a:lnTo>
                  <a:lnTo>
                    <a:pt x="5420890" y="5183"/>
                  </a:lnTo>
                  <a:lnTo>
                    <a:pt x="5469903" y="2616"/>
                  </a:lnTo>
                  <a:lnTo>
                    <a:pt x="5502144" y="1075"/>
                  </a:lnTo>
                  <a:lnTo>
                    <a:pt x="5519779" y="305"/>
                  </a:lnTo>
                  <a:lnTo>
                    <a:pt x="5526525" y="34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2" y="41"/>
                  </a:lnTo>
                  <a:lnTo>
                    <a:pt x="6530724" y="340"/>
                  </a:lnTo>
                  <a:lnTo>
                    <a:pt x="6549095" y="1166"/>
                  </a:lnTo>
                  <a:lnTo>
                    <a:pt x="6582222" y="2795"/>
                  </a:lnTo>
                  <a:lnTo>
                    <a:pt x="6632175" y="5486"/>
                  </a:lnTo>
                  <a:lnTo>
                    <a:pt x="6699305" y="9467"/>
                  </a:lnTo>
                  <a:lnTo>
                    <a:pt x="6782297" y="14905"/>
                  </a:lnTo>
                  <a:lnTo>
                    <a:pt x="6878451" y="21905"/>
                  </a:lnTo>
                  <a:lnTo>
                    <a:pt x="6984171" y="30508"/>
                  </a:lnTo>
                  <a:lnTo>
                    <a:pt x="7095527" y="40708"/>
                  </a:lnTo>
                  <a:lnTo>
                    <a:pt x="7208766" y="52477"/>
                  </a:lnTo>
                  <a:lnTo>
                    <a:pt x="7320684" y="65782"/>
                  </a:lnTo>
                  <a:lnTo>
                    <a:pt x="7428809" y="80614"/>
                  </a:lnTo>
                  <a:lnTo>
                    <a:pt x="7531449" y="96995"/>
                  </a:lnTo>
                  <a:lnTo>
                    <a:pt x="7627617" y="114992"/>
                  </a:lnTo>
                  <a:lnTo>
                    <a:pt x="7716910" y="134722"/>
                  </a:lnTo>
                  <a:lnTo>
                    <a:pt x="7799367" y="156349"/>
                  </a:lnTo>
                  <a:lnTo>
                    <a:pt x="7875345" y="180084"/>
                  </a:lnTo>
                  <a:lnTo>
                    <a:pt x="7945404" y="206181"/>
                  </a:lnTo>
                  <a:lnTo>
                    <a:pt x="8010227" y="234923"/>
                  </a:lnTo>
                  <a:lnTo>
                    <a:pt x="8070555" y="266612"/>
                  </a:lnTo>
                  <a:lnTo>
                    <a:pt x="8127141" y="301538"/>
                  </a:lnTo>
                  <a:lnTo>
                    <a:pt x="8180707" y="339938"/>
                  </a:lnTo>
                  <a:lnTo>
                    <a:pt x="8229629" y="379945"/>
                  </a:lnTo>
                  <a:lnTo>
                    <a:pt x="8277291" y="423601"/>
                  </a:lnTo>
                  <a:lnTo>
                    <a:pt x="8323701" y="470649"/>
                  </a:lnTo>
                  <a:lnTo>
                    <a:pt x="8369221" y="521157"/>
                  </a:lnTo>
                  <a:lnTo>
                    <a:pt x="8414137" y="575130"/>
                  </a:lnTo>
                  <a:lnTo>
                    <a:pt x="8458674" y="632504"/>
                  </a:lnTo>
                  <a:lnTo>
                    <a:pt x="8503002" y="693137"/>
                  </a:lnTo>
                  <a:lnTo>
                    <a:pt x="8547248" y="756808"/>
                  </a:lnTo>
                  <a:lnTo>
                    <a:pt x="8591494" y="823216"/>
                  </a:lnTo>
                  <a:lnTo>
                    <a:pt x="8635790" y="891982"/>
                  </a:lnTo>
                  <a:lnTo>
                    <a:pt x="8680156" y="962656"/>
                  </a:lnTo>
                  <a:lnTo>
                    <a:pt x="8724588" y="1034729"/>
                  </a:lnTo>
                  <a:lnTo>
                    <a:pt x="8769067" y="1107646"/>
                  </a:lnTo>
                  <a:lnTo>
                    <a:pt x="8813560" y="1180822"/>
                  </a:lnTo>
                  <a:lnTo>
                    <a:pt x="8858034" y="1253668"/>
                  </a:lnTo>
                  <a:lnTo>
                    <a:pt x="8902459" y="1325601"/>
                  </a:lnTo>
                  <a:lnTo>
                    <a:pt x="8946817" y="1396072"/>
                  </a:lnTo>
                  <a:lnTo>
                    <a:pt x="8991105" y="1464577"/>
                  </a:lnTo>
                  <a:lnTo>
                    <a:pt x="9035348" y="1530675"/>
                  </a:lnTo>
                  <a:lnTo>
                    <a:pt x="9079598" y="1593995"/>
                  </a:lnTo>
                  <a:lnTo>
                    <a:pt x="9123944" y="1654246"/>
                  </a:lnTo>
                  <a:lnTo>
                    <a:pt x="9168517" y="1711217"/>
                  </a:lnTo>
                  <a:lnTo>
                    <a:pt x="9213492" y="1764775"/>
                  </a:lnTo>
                  <a:lnTo>
                    <a:pt x="9259103" y="1814866"/>
                  </a:lnTo>
                  <a:lnTo>
                    <a:pt x="9305643" y="1861501"/>
                  </a:lnTo>
                  <a:lnTo>
                    <a:pt x="9347647" y="1899729"/>
                  </a:lnTo>
                  <a:lnTo>
                    <a:pt x="9398946" y="1941558"/>
                  </a:lnTo>
                  <a:lnTo>
                    <a:pt x="9452635" y="1979796"/>
                  </a:lnTo>
                  <a:lnTo>
                    <a:pt x="9509374" y="2014570"/>
                  </a:lnTo>
                  <a:lnTo>
                    <a:pt x="9569890" y="2046118"/>
                  </a:lnTo>
                  <a:lnTo>
                    <a:pt x="9634935" y="2074734"/>
                  </a:lnTo>
                  <a:lnTo>
                    <a:pt x="9705248" y="2100717"/>
                  </a:lnTo>
                  <a:lnTo>
                    <a:pt x="9781509" y="2124352"/>
                  </a:lnTo>
                  <a:lnTo>
                    <a:pt x="9864271" y="2145888"/>
                  </a:lnTo>
                  <a:lnTo>
                    <a:pt x="9953878" y="2165536"/>
                  </a:lnTo>
                  <a:lnTo>
                    <a:pt x="10050352" y="2183458"/>
                  </a:lnTo>
                  <a:lnTo>
                    <a:pt x="10153268" y="2199768"/>
                  </a:lnTo>
                  <a:lnTo>
                    <a:pt x="10261608" y="2214530"/>
                  </a:lnTo>
                  <a:lnTo>
                    <a:pt x="10373645" y="2227766"/>
                  </a:lnTo>
                  <a:lnTo>
                    <a:pt x="10486874" y="2239464"/>
                  </a:lnTo>
                  <a:lnTo>
                    <a:pt x="10598058" y="2249593"/>
                  </a:lnTo>
                  <a:lnTo>
                    <a:pt x="10703428" y="2258122"/>
                  </a:lnTo>
                  <a:lnTo>
                    <a:pt x="10799057" y="2265050"/>
                  </a:lnTo>
                  <a:lnTo>
                    <a:pt x="10881379" y="2270419"/>
                  </a:lnTo>
                  <a:lnTo>
                    <a:pt x="10947746" y="2274337"/>
                  </a:lnTo>
                  <a:lnTo>
                    <a:pt x="10996914" y="2276975"/>
                  </a:lnTo>
                  <a:lnTo>
                    <a:pt x="11029314" y="2278561"/>
                  </a:lnTo>
                  <a:lnTo>
                    <a:pt x="11047089" y="2279357"/>
                  </a:lnTo>
                  <a:lnTo>
                    <a:pt x="11053935" y="2279639"/>
                  </a:lnTo>
                  <a:lnTo>
                    <a:pt x="11054891" y="2279675"/>
                  </a:lnTo>
                  <a:lnTo>
                    <a:pt x="12049831" y="2279675"/>
                  </a:lnTo>
                  <a:lnTo>
                    <a:pt x="12049831" y="22796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7" name="pl1396"/>
            <p:cNvSpPr/>
            <p:nvPr/>
          </p:nvSpPr>
          <p:spPr>
            <a:xfrm>
              <a:off x="1199187" y="2939831"/>
              <a:ext cx="12049831" cy="2279675"/>
            </a:xfrm>
            <a:custGeom>
              <a:avLst/>
              <a:pathLst>
                <a:path w="12049831" h="2279675">
                  <a:moveTo>
                    <a:pt x="12049831" y="2279675"/>
                  </a:moveTo>
                  <a:lnTo>
                    <a:pt x="11054891" y="2279675"/>
                  </a:lnTo>
                  <a:lnTo>
                    <a:pt x="11053794" y="2279633"/>
                  </a:lnTo>
                  <a:lnTo>
                    <a:pt x="11046552" y="2279334"/>
                  </a:lnTo>
                  <a:lnTo>
                    <a:pt x="11028182" y="2278508"/>
                  </a:lnTo>
                  <a:lnTo>
                    <a:pt x="10995054" y="2276880"/>
                  </a:lnTo>
                  <a:lnTo>
                    <a:pt x="10945102" y="2274188"/>
                  </a:lnTo>
                  <a:lnTo>
                    <a:pt x="10877971" y="2270208"/>
                  </a:lnTo>
                  <a:lnTo>
                    <a:pt x="10794979" y="2264770"/>
                  </a:lnTo>
                  <a:lnTo>
                    <a:pt x="10698825" y="2257770"/>
                  </a:lnTo>
                  <a:lnTo>
                    <a:pt x="10593106" y="2249167"/>
                  </a:lnTo>
                  <a:lnTo>
                    <a:pt x="10481750" y="2238967"/>
                  </a:lnTo>
                  <a:lnTo>
                    <a:pt x="10368510" y="2227198"/>
                  </a:lnTo>
                  <a:lnTo>
                    <a:pt x="10256593" y="2213893"/>
                  </a:lnTo>
                  <a:lnTo>
                    <a:pt x="10148467" y="2199061"/>
                  </a:lnTo>
                  <a:lnTo>
                    <a:pt x="10045827" y="2182680"/>
                  </a:lnTo>
                  <a:lnTo>
                    <a:pt x="9949659" y="2164683"/>
                  </a:lnTo>
                  <a:lnTo>
                    <a:pt x="9860367" y="2144953"/>
                  </a:lnTo>
                  <a:lnTo>
                    <a:pt x="9777909" y="2123326"/>
                  </a:lnTo>
                  <a:lnTo>
                    <a:pt x="9701931" y="2099591"/>
                  </a:lnTo>
                  <a:lnTo>
                    <a:pt x="9631873" y="2073494"/>
                  </a:lnTo>
                  <a:lnTo>
                    <a:pt x="9567050" y="2044752"/>
                  </a:lnTo>
                  <a:lnTo>
                    <a:pt x="9506722" y="2013063"/>
                  </a:lnTo>
                  <a:lnTo>
                    <a:pt x="9450136" y="1978136"/>
                  </a:lnTo>
                  <a:lnTo>
                    <a:pt x="9396569" y="1939737"/>
                  </a:lnTo>
                  <a:lnTo>
                    <a:pt x="9347647" y="1899729"/>
                  </a:lnTo>
                  <a:lnTo>
                    <a:pt x="9299986" y="1856074"/>
                  </a:lnTo>
                  <a:lnTo>
                    <a:pt x="9253576" y="1809026"/>
                  </a:lnTo>
                  <a:lnTo>
                    <a:pt x="9208056" y="1758518"/>
                  </a:lnTo>
                  <a:lnTo>
                    <a:pt x="9163140" y="1704545"/>
                  </a:lnTo>
                  <a:lnTo>
                    <a:pt x="9118603" y="1647171"/>
                  </a:lnTo>
                  <a:lnTo>
                    <a:pt x="9074274" y="1586538"/>
                  </a:lnTo>
                  <a:lnTo>
                    <a:pt x="9030029" y="1522867"/>
                  </a:lnTo>
                  <a:lnTo>
                    <a:pt x="8985783" y="1456459"/>
                  </a:lnTo>
                  <a:lnTo>
                    <a:pt x="8941487" y="1387693"/>
                  </a:lnTo>
                  <a:lnTo>
                    <a:pt x="8897120" y="1317018"/>
                  </a:lnTo>
                  <a:lnTo>
                    <a:pt x="8852688" y="1244946"/>
                  </a:lnTo>
                  <a:lnTo>
                    <a:pt x="8808210" y="1172029"/>
                  </a:lnTo>
                  <a:lnTo>
                    <a:pt x="8763717" y="1098852"/>
                  </a:lnTo>
                  <a:lnTo>
                    <a:pt x="8719243" y="1026007"/>
                  </a:lnTo>
                  <a:lnTo>
                    <a:pt x="8674817" y="954074"/>
                  </a:lnTo>
                  <a:lnTo>
                    <a:pt x="8630460" y="883603"/>
                  </a:lnTo>
                  <a:lnTo>
                    <a:pt x="8586171" y="815098"/>
                  </a:lnTo>
                  <a:lnTo>
                    <a:pt x="8541929" y="749000"/>
                  </a:lnTo>
                  <a:lnTo>
                    <a:pt x="8497678" y="685680"/>
                  </a:lnTo>
                  <a:lnTo>
                    <a:pt x="8453332" y="625429"/>
                  </a:lnTo>
                  <a:lnTo>
                    <a:pt x="8408760" y="568458"/>
                  </a:lnTo>
                  <a:lnTo>
                    <a:pt x="8363784" y="514900"/>
                  </a:lnTo>
                  <a:lnTo>
                    <a:pt x="8318174" y="464809"/>
                  </a:lnTo>
                  <a:lnTo>
                    <a:pt x="8271634" y="418174"/>
                  </a:lnTo>
                  <a:lnTo>
                    <a:pt x="8229629" y="379945"/>
                  </a:lnTo>
                  <a:lnTo>
                    <a:pt x="8178331" y="338117"/>
                  </a:lnTo>
                  <a:lnTo>
                    <a:pt x="8124642" y="299879"/>
                  </a:lnTo>
                  <a:lnTo>
                    <a:pt x="8067902" y="265105"/>
                  </a:lnTo>
                  <a:lnTo>
                    <a:pt x="8007387" y="233556"/>
                  </a:lnTo>
                  <a:lnTo>
                    <a:pt x="7942342" y="204941"/>
                  </a:lnTo>
                  <a:lnTo>
                    <a:pt x="7872028" y="178957"/>
                  </a:lnTo>
                  <a:lnTo>
                    <a:pt x="7795767" y="155323"/>
                  </a:lnTo>
                  <a:lnTo>
                    <a:pt x="7713005" y="133787"/>
                  </a:lnTo>
                  <a:lnTo>
                    <a:pt x="7623399" y="114139"/>
                  </a:lnTo>
                  <a:lnTo>
                    <a:pt x="7526924" y="96217"/>
                  </a:lnTo>
                  <a:lnTo>
                    <a:pt x="7424009" y="79907"/>
                  </a:lnTo>
                  <a:lnTo>
                    <a:pt x="7315668" y="65145"/>
                  </a:lnTo>
                  <a:lnTo>
                    <a:pt x="7203632" y="51909"/>
                  </a:lnTo>
                  <a:lnTo>
                    <a:pt x="7090403" y="40211"/>
                  </a:lnTo>
                  <a:lnTo>
                    <a:pt x="6979219" y="30082"/>
                  </a:lnTo>
                  <a:lnTo>
                    <a:pt x="6873849" y="21553"/>
                  </a:lnTo>
                  <a:lnTo>
                    <a:pt x="6778219" y="14625"/>
                  </a:lnTo>
                  <a:lnTo>
                    <a:pt x="6695898" y="9256"/>
                  </a:lnTo>
                  <a:lnTo>
                    <a:pt x="6629530" y="5338"/>
                  </a:lnTo>
                  <a:lnTo>
                    <a:pt x="6580363" y="2699"/>
                  </a:lnTo>
                  <a:lnTo>
                    <a:pt x="6547963" y="1114"/>
                  </a:lnTo>
                  <a:lnTo>
                    <a:pt x="6530187" y="318"/>
                  </a:lnTo>
                  <a:lnTo>
                    <a:pt x="6523342" y="3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7" y="41"/>
                  </a:lnTo>
                  <a:lnTo>
                    <a:pt x="5519093" y="333"/>
                  </a:lnTo>
                  <a:lnTo>
                    <a:pt x="5500695" y="1141"/>
                  </a:lnTo>
                  <a:lnTo>
                    <a:pt x="5467520" y="2735"/>
                  </a:lnTo>
                  <a:lnTo>
                    <a:pt x="5417499" y="5369"/>
                  </a:lnTo>
                  <a:lnTo>
                    <a:pt x="5350282" y="9264"/>
                  </a:lnTo>
                  <a:lnTo>
                    <a:pt x="5267195" y="14585"/>
                  </a:lnTo>
                  <a:lnTo>
                    <a:pt x="5170943" y="21434"/>
                  </a:lnTo>
                  <a:lnTo>
                    <a:pt x="5065132" y="29851"/>
                  </a:lnTo>
                  <a:lnTo>
                    <a:pt x="4953698" y="39830"/>
                  </a:lnTo>
                  <a:lnTo>
                    <a:pt x="4840397" y="51343"/>
                  </a:lnTo>
                  <a:lnTo>
                    <a:pt x="4728436" y="64358"/>
                  </a:lnTo>
                  <a:lnTo>
                    <a:pt x="4620284" y="78867"/>
                  </a:lnTo>
                  <a:lnTo>
                    <a:pt x="4517633" y="94891"/>
                  </a:lnTo>
                  <a:lnTo>
                    <a:pt x="4421467" y="112497"/>
                  </a:lnTo>
                  <a:lnTo>
                    <a:pt x="4332184" y="131798"/>
                  </a:lnTo>
                  <a:lnTo>
                    <a:pt x="4249741" y="152957"/>
                  </a:lnTo>
                  <a:lnTo>
                    <a:pt x="4173781" y="176179"/>
                  </a:lnTo>
                  <a:lnTo>
                    <a:pt x="4103740" y="201714"/>
                  </a:lnTo>
                  <a:lnTo>
                    <a:pt x="4038934" y="229839"/>
                  </a:lnTo>
                  <a:lnTo>
                    <a:pt x="3978618" y="260850"/>
                  </a:lnTo>
                  <a:lnTo>
                    <a:pt x="3922041" y="295029"/>
                  </a:lnTo>
                  <a:lnTo>
                    <a:pt x="3868478" y="332609"/>
                  </a:lnTo>
                  <a:lnTo>
                    <a:pt x="3820202" y="371211"/>
                  </a:lnTo>
                  <a:lnTo>
                    <a:pt x="3772187" y="414196"/>
                  </a:lnTo>
                  <a:lnTo>
                    <a:pt x="3725440" y="460546"/>
                  </a:lnTo>
                  <a:lnTo>
                    <a:pt x="3679592" y="510327"/>
                  </a:lnTo>
                  <a:lnTo>
                    <a:pt x="3634351" y="563545"/>
                  </a:lnTo>
                  <a:lnTo>
                    <a:pt x="3589490" y="620132"/>
                  </a:lnTo>
                  <a:lnTo>
                    <a:pt x="3544833" y="679944"/>
                  </a:lnTo>
                  <a:lnTo>
                    <a:pt x="3500257" y="742758"/>
                  </a:lnTo>
                  <a:lnTo>
                    <a:pt x="3455677" y="808268"/>
                  </a:lnTo>
                  <a:lnTo>
                    <a:pt x="3411044" y="876091"/>
                  </a:lnTo>
                  <a:lnTo>
                    <a:pt x="3366339" y="945775"/>
                  </a:lnTo>
                  <a:lnTo>
                    <a:pt x="3321569" y="1016805"/>
                  </a:lnTo>
                  <a:lnTo>
                    <a:pt x="3276754" y="1088625"/>
                  </a:lnTo>
                  <a:lnTo>
                    <a:pt x="3231927" y="1160650"/>
                  </a:lnTo>
                  <a:lnTo>
                    <a:pt x="3187122" y="1232290"/>
                  </a:lnTo>
                  <a:lnTo>
                    <a:pt x="3142370" y="1302966"/>
                  </a:lnTo>
                  <a:lnTo>
                    <a:pt x="3097688" y="1372133"/>
                  </a:lnTo>
                  <a:lnTo>
                    <a:pt x="3053074" y="1439294"/>
                  </a:lnTo>
                  <a:lnTo>
                    <a:pt x="3008502" y="1504017"/>
                  </a:lnTo>
                  <a:lnTo>
                    <a:pt x="2963912" y="1565942"/>
                  </a:lnTo>
                  <a:lnTo>
                    <a:pt x="2919209" y="1624788"/>
                  </a:lnTo>
                  <a:lnTo>
                    <a:pt x="2874252" y="1680356"/>
                  </a:lnTo>
                  <a:lnTo>
                    <a:pt x="2828852" y="1732527"/>
                  </a:lnTo>
                  <a:lnTo>
                    <a:pt x="2782763" y="1781256"/>
                  </a:lnTo>
                  <a:lnTo>
                    <a:pt x="2735672" y="1826567"/>
                  </a:lnTo>
                  <a:lnTo>
                    <a:pt x="2702183" y="1856057"/>
                  </a:lnTo>
                  <a:lnTo>
                    <a:pt x="2650857" y="1896945"/>
                  </a:lnTo>
                  <a:lnTo>
                    <a:pt x="2597137" y="1934322"/>
                  </a:lnTo>
                  <a:lnTo>
                    <a:pt x="2540362" y="1968310"/>
                  </a:lnTo>
                  <a:lnTo>
                    <a:pt x="2479806" y="1999144"/>
                  </a:lnTo>
                  <a:lnTo>
                    <a:pt x="2414715" y="2027111"/>
                  </a:lnTo>
                  <a:lnTo>
                    <a:pt x="2344347" y="2052503"/>
                  </a:lnTo>
                  <a:lnTo>
                    <a:pt x="2268023" y="2075599"/>
                  </a:lnTo>
                  <a:lnTo>
                    <a:pt x="2185189" y="2096644"/>
                  </a:lnTo>
                  <a:lnTo>
                    <a:pt x="2095503" y="2115842"/>
                  </a:lnTo>
                  <a:lnTo>
                    <a:pt x="1998942" y="2133353"/>
                  </a:lnTo>
                  <a:lnTo>
                    <a:pt x="1895938" y="2149288"/>
                  </a:lnTo>
                  <a:lnTo>
                    <a:pt x="1787510" y="2163709"/>
                  </a:lnTo>
                  <a:lnTo>
                    <a:pt x="1675396" y="2176638"/>
                  </a:lnTo>
                  <a:lnTo>
                    <a:pt x="1562109" y="2188062"/>
                  </a:lnTo>
                  <a:lnTo>
                    <a:pt x="1450896" y="2197951"/>
                  </a:lnTo>
                  <a:lnTo>
                    <a:pt x="1345535" y="2206276"/>
                  </a:lnTo>
                  <a:lnTo>
                    <a:pt x="1249957" y="2213034"/>
                  </a:lnTo>
                  <a:lnTo>
                    <a:pt x="1167731" y="2218269"/>
                  </a:lnTo>
                  <a:lnTo>
                    <a:pt x="1101495" y="2222086"/>
                  </a:lnTo>
                  <a:lnTo>
                    <a:pt x="1052482" y="2224653"/>
                  </a:lnTo>
                  <a:lnTo>
                    <a:pt x="1020241" y="2226193"/>
                  </a:lnTo>
                  <a:lnTo>
                    <a:pt x="1002606" y="2226964"/>
                  </a:lnTo>
                  <a:lnTo>
                    <a:pt x="995860" y="2227235"/>
                  </a:lnTo>
                  <a:lnTo>
                    <a:pt x="994940" y="2227269"/>
                  </a:lnTo>
                  <a:lnTo>
                    <a:pt x="0" y="2227269"/>
                  </a:lnTo>
                  <a:lnTo>
                    <a:pt x="0" y="22272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8" name="pg1397"/>
            <p:cNvSpPr/>
            <p:nvPr/>
          </p:nvSpPr>
          <p:spPr>
            <a:xfrm>
              <a:off x="1199187" y="2992237"/>
              <a:ext cx="12049831" cy="2887589"/>
            </a:xfrm>
            <a:custGeom>
              <a:avLst/>
              <a:pathLst>
                <a:path w="12049831" h="2887589">
                  <a:moveTo>
                    <a:pt x="0" y="2190585"/>
                  </a:moveTo>
                  <a:lnTo>
                    <a:pt x="994940" y="2190585"/>
                  </a:lnTo>
                  <a:lnTo>
                    <a:pt x="996040" y="2190544"/>
                  </a:lnTo>
                  <a:lnTo>
                    <a:pt x="1003303" y="2190257"/>
                  </a:lnTo>
                  <a:lnTo>
                    <a:pt x="1021726" y="2189465"/>
                  </a:lnTo>
                  <a:lnTo>
                    <a:pt x="1054944" y="2187903"/>
                  </a:lnTo>
                  <a:lnTo>
                    <a:pt x="1105025" y="2185321"/>
                  </a:lnTo>
                  <a:lnTo>
                    <a:pt x="1172317" y="2181503"/>
                  </a:lnTo>
                  <a:lnTo>
                    <a:pt x="1255489" y="2176288"/>
                  </a:lnTo>
                  <a:lnTo>
                    <a:pt x="1351827" y="2169575"/>
                  </a:lnTo>
                  <a:lnTo>
                    <a:pt x="1457719" y="2161327"/>
                  </a:lnTo>
                  <a:lnTo>
                    <a:pt x="1569222" y="2151548"/>
                  </a:lnTo>
                  <a:lnTo>
                    <a:pt x="1682577" y="2140266"/>
                  </a:lnTo>
                  <a:lnTo>
                    <a:pt x="1794576" y="2127512"/>
                  </a:lnTo>
                  <a:lnTo>
                    <a:pt x="1902751" y="2113295"/>
                  </a:lnTo>
                  <a:lnTo>
                    <a:pt x="2005411" y="2097593"/>
                  </a:lnTo>
                  <a:lnTo>
                    <a:pt x="2101577" y="2080341"/>
                  </a:lnTo>
                  <a:lnTo>
                    <a:pt x="2190851" y="2061427"/>
                  </a:lnTo>
                  <a:lnTo>
                    <a:pt x="2273280" y="2040692"/>
                  </a:lnTo>
                  <a:lnTo>
                    <a:pt x="2349225" y="2017933"/>
                  </a:lnTo>
                  <a:lnTo>
                    <a:pt x="2419250" y="1992906"/>
                  </a:lnTo>
                  <a:lnTo>
                    <a:pt x="2484043" y="1965338"/>
                  </a:lnTo>
                  <a:lnTo>
                    <a:pt x="2544346" y="1934941"/>
                  </a:lnTo>
                  <a:lnTo>
                    <a:pt x="2600916" y="1901437"/>
                  </a:lnTo>
                  <a:lnTo>
                    <a:pt x="2654476" y="1864599"/>
                  </a:lnTo>
                  <a:lnTo>
                    <a:pt x="2702183" y="1827234"/>
                  </a:lnTo>
                  <a:lnTo>
                    <a:pt x="2750519" y="1784862"/>
                  </a:lnTo>
                  <a:lnTo>
                    <a:pt x="2797574" y="1739151"/>
                  </a:lnTo>
                  <a:lnTo>
                    <a:pt x="2843721" y="1690035"/>
                  </a:lnTo>
                  <a:lnTo>
                    <a:pt x="2889258" y="1637510"/>
                  </a:lnTo>
                  <a:lnTo>
                    <a:pt x="2934416" y="1581645"/>
                  </a:lnTo>
                  <a:lnTo>
                    <a:pt x="2979371" y="1522586"/>
                  </a:lnTo>
                  <a:lnTo>
                    <a:pt x="3024249" y="1460560"/>
                  </a:lnTo>
                  <a:lnTo>
                    <a:pt x="3069134" y="1395876"/>
                  </a:lnTo>
                  <a:lnTo>
                    <a:pt x="3114075" y="1328919"/>
                  </a:lnTo>
                  <a:lnTo>
                    <a:pt x="3159088" y="1260146"/>
                  </a:lnTo>
                  <a:lnTo>
                    <a:pt x="3204167" y="1190073"/>
                  </a:lnTo>
                  <a:lnTo>
                    <a:pt x="3249289" y="1119259"/>
                  </a:lnTo>
                  <a:lnTo>
                    <a:pt x="3294420" y="1048290"/>
                  </a:lnTo>
                  <a:lnTo>
                    <a:pt x="3339525" y="977755"/>
                  </a:lnTo>
                  <a:lnTo>
                    <a:pt x="3384575" y="908229"/>
                  </a:lnTo>
                  <a:lnTo>
                    <a:pt x="3429554" y="840253"/>
                  </a:lnTo>
                  <a:lnTo>
                    <a:pt x="3474464" y="774317"/>
                  </a:lnTo>
                  <a:lnTo>
                    <a:pt x="3519338" y="710845"/>
                  </a:lnTo>
                  <a:lnTo>
                    <a:pt x="3564239" y="650188"/>
                  </a:lnTo>
                  <a:lnTo>
                    <a:pt x="3609272" y="592615"/>
                  </a:lnTo>
                  <a:lnTo>
                    <a:pt x="3654584" y="538315"/>
                  </a:lnTo>
                  <a:lnTo>
                    <a:pt x="3700377" y="487396"/>
                  </a:lnTo>
                  <a:lnTo>
                    <a:pt x="3746911" y="439893"/>
                  </a:lnTo>
                  <a:lnTo>
                    <a:pt x="3794519" y="395772"/>
                  </a:lnTo>
                  <a:lnTo>
                    <a:pt x="3820202" y="373831"/>
                  </a:lnTo>
                  <a:lnTo>
                    <a:pt x="3871553" y="333791"/>
                  </a:lnTo>
                  <a:lnTo>
                    <a:pt x="3925300" y="297191"/>
                  </a:lnTo>
                  <a:lnTo>
                    <a:pt x="3982106" y="263911"/>
                  </a:lnTo>
                  <a:lnTo>
                    <a:pt x="4042697" y="233720"/>
                  </a:lnTo>
                  <a:lnTo>
                    <a:pt x="4107830" y="206339"/>
                  </a:lnTo>
                  <a:lnTo>
                    <a:pt x="4178246" y="181479"/>
                  </a:lnTo>
                  <a:lnTo>
                    <a:pt x="4254626" y="158868"/>
                  </a:lnTo>
                  <a:lnTo>
                    <a:pt x="4337522" y="138265"/>
                  </a:lnTo>
                  <a:lnTo>
                    <a:pt x="4427279" y="119471"/>
                  </a:lnTo>
                  <a:lnTo>
                    <a:pt x="4523916" y="102330"/>
                  </a:lnTo>
                  <a:lnTo>
                    <a:pt x="4626999" y="86733"/>
                  </a:lnTo>
                  <a:lnTo>
                    <a:pt x="4735503" y="72619"/>
                  </a:lnTo>
                  <a:lnTo>
                    <a:pt x="4847685" y="59966"/>
                  </a:lnTo>
                  <a:lnTo>
                    <a:pt x="4961024" y="48788"/>
                  </a:lnTo>
                  <a:lnTo>
                    <a:pt x="5072263" y="39114"/>
                  </a:lnTo>
                  <a:lnTo>
                    <a:pt x="5177616" y="30973"/>
                  </a:lnTo>
                  <a:lnTo>
                    <a:pt x="5273147" y="24367"/>
                  </a:lnTo>
                  <a:lnTo>
                    <a:pt x="5355289" y="19252"/>
                  </a:lnTo>
                  <a:lnTo>
                    <a:pt x="5421408" y="15527"/>
                  </a:lnTo>
                  <a:lnTo>
                    <a:pt x="5470284" y="13023"/>
                  </a:lnTo>
                  <a:lnTo>
                    <a:pt x="5502387" y="11523"/>
                  </a:lnTo>
                  <a:lnTo>
                    <a:pt x="5519898" y="10775"/>
                  </a:lnTo>
                  <a:lnTo>
                    <a:pt x="5526556" y="10513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460" y="10533"/>
                  </a:lnTo>
                  <a:lnTo>
                    <a:pt x="6530559" y="10902"/>
                  </a:lnTo>
                  <a:lnTo>
                    <a:pt x="6548577" y="11923"/>
                  </a:lnTo>
                  <a:lnTo>
                    <a:pt x="6581092" y="13935"/>
                  </a:lnTo>
                  <a:lnTo>
                    <a:pt x="6630170" y="17263"/>
                  </a:lnTo>
                  <a:lnTo>
                    <a:pt x="6696209" y="22187"/>
                  </a:lnTo>
                  <a:lnTo>
                    <a:pt x="6777976" y="28918"/>
                  </a:lnTo>
                  <a:lnTo>
                    <a:pt x="6872880" y="37589"/>
                  </a:lnTo>
                  <a:lnTo>
                    <a:pt x="6977426" y="48254"/>
                  </a:lnTo>
                  <a:lnTo>
                    <a:pt x="7087771" y="60909"/>
                  </a:lnTo>
                  <a:lnTo>
                    <a:pt x="7200214" y="75519"/>
                  </a:lnTo>
                  <a:lnTo>
                    <a:pt x="7311567" y="92045"/>
                  </a:lnTo>
                  <a:lnTo>
                    <a:pt x="7419350" y="110470"/>
                  </a:lnTo>
                  <a:lnTo>
                    <a:pt x="7521842" y="130819"/>
                  </a:lnTo>
                  <a:lnTo>
                    <a:pt x="7618016" y="153169"/>
                  </a:lnTo>
                  <a:lnTo>
                    <a:pt x="7707427" y="177659"/>
                  </a:lnTo>
                  <a:lnTo>
                    <a:pt x="7790075" y="204483"/>
                  </a:lnTo>
                  <a:lnTo>
                    <a:pt x="7866278" y="233899"/>
                  </a:lnTo>
                  <a:lnTo>
                    <a:pt x="7936566" y="266212"/>
                  </a:lnTo>
                  <a:lnTo>
                    <a:pt x="8001598" y="301771"/>
                  </a:lnTo>
                  <a:lnTo>
                    <a:pt x="8062095" y="340947"/>
                  </a:lnTo>
                  <a:lnTo>
                    <a:pt x="8118794" y="384102"/>
                  </a:lnTo>
                  <a:lnTo>
                    <a:pt x="8172411" y="431544"/>
                  </a:lnTo>
                  <a:lnTo>
                    <a:pt x="8223602" y="483448"/>
                  </a:lnTo>
                  <a:lnTo>
                    <a:pt x="8229629" y="489999"/>
                  </a:lnTo>
                  <a:lnTo>
                    <a:pt x="8273617" y="540637"/>
                  </a:lnTo>
                  <a:lnTo>
                    <a:pt x="8316515" y="594906"/>
                  </a:lnTo>
                  <a:lnTo>
                    <a:pt x="8358614" y="652881"/>
                  </a:lnTo>
                  <a:lnTo>
                    <a:pt x="8400148" y="714577"/>
                  </a:lnTo>
                  <a:lnTo>
                    <a:pt x="8441306" y="779953"/>
                  </a:lnTo>
                  <a:lnTo>
                    <a:pt x="8482236" y="848893"/>
                  </a:lnTo>
                  <a:lnTo>
                    <a:pt x="8523050" y="921216"/>
                  </a:lnTo>
                  <a:lnTo>
                    <a:pt x="8563831" y="996663"/>
                  </a:lnTo>
                  <a:lnTo>
                    <a:pt x="8604631" y="1074903"/>
                  </a:lnTo>
                  <a:lnTo>
                    <a:pt x="8645482" y="1155537"/>
                  </a:lnTo>
                  <a:lnTo>
                    <a:pt x="8686393" y="1238105"/>
                  </a:lnTo>
                  <a:lnTo>
                    <a:pt x="8727359" y="1322092"/>
                  </a:lnTo>
                  <a:lnTo>
                    <a:pt x="8768362" y="1406945"/>
                  </a:lnTo>
                  <a:lnTo>
                    <a:pt x="8809379" y="1492089"/>
                  </a:lnTo>
                  <a:lnTo>
                    <a:pt x="8850382" y="1576936"/>
                  </a:lnTo>
                  <a:lnTo>
                    <a:pt x="8891347" y="1660909"/>
                  </a:lnTo>
                  <a:lnTo>
                    <a:pt x="8932258" y="1743458"/>
                  </a:lnTo>
                  <a:lnTo>
                    <a:pt x="8973108" y="1824068"/>
                  </a:lnTo>
                  <a:lnTo>
                    <a:pt x="9013908" y="1902278"/>
                  </a:lnTo>
                  <a:lnTo>
                    <a:pt x="9054688" y="1977691"/>
                  </a:lnTo>
                  <a:lnTo>
                    <a:pt x="9095504" y="2049977"/>
                  </a:lnTo>
                  <a:lnTo>
                    <a:pt x="9136435" y="2118878"/>
                  </a:lnTo>
                  <a:lnTo>
                    <a:pt x="9177597" y="2184212"/>
                  </a:lnTo>
                  <a:lnTo>
                    <a:pt x="9219136" y="2245867"/>
                  </a:lnTo>
                  <a:lnTo>
                    <a:pt x="9261243" y="2303799"/>
                  </a:lnTo>
                  <a:lnTo>
                    <a:pt x="9304152" y="2358026"/>
                  </a:lnTo>
                  <a:lnTo>
                    <a:pt x="9347647" y="2408071"/>
                  </a:lnTo>
                  <a:lnTo>
                    <a:pt x="9398586" y="2460514"/>
                  </a:lnTo>
                  <a:lnTo>
                    <a:pt x="9451877" y="2508487"/>
                  </a:lnTo>
                  <a:lnTo>
                    <a:pt x="9508168" y="2552144"/>
                  </a:lnTo>
                  <a:lnTo>
                    <a:pt x="9568169" y="2591780"/>
                  </a:lnTo>
                  <a:lnTo>
                    <a:pt x="9632616" y="2627755"/>
                  </a:lnTo>
                  <a:lnTo>
                    <a:pt x="9702235" y="2660440"/>
                  </a:lnTo>
                  <a:lnTo>
                    <a:pt x="9777695" y="2690187"/>
                  </a:lnTo>
                  <a:lnTo>
                    <a:pt x="9859544" y="2717310"/>
                  </a:lnTo>
                  <a:lnTo>
                    <a:pt x="9948133" y="2742068"/>
                  </a:lnTo>
                  <a:lnTo>
                    <a:pt x="10043507" y="2764668"/>
                  </a:lnTo>
                  <a:lnTo>
                    <a:pt x="10145279" y="2785253"/>
                  </a:lnTo>
                  <a:lnTo>
                    <a:pt x="10252503" y="2803907"/>
                  </a:lnTo>
                  <a:lnTo>
                    <a:pt x="10363542" y="2820662"/>
                  </a:lnTo>
                  <a:lnTo>
                    <a:pt x="10476009" y="2835504"/>
                  </a:lnTo>
                  <a:lnTo>
                    <a:pt x="10586795" y="2848397"/>
                  </a:lnTo>
                  <a:lnTo>
                    <a:pt x="10692245" y="2859303"/>
                  </a:lnTo>
                  <a:lnTo>
                    <a:pt x="10788506" y="2868212"/>
                  </a:lnTo>
                  <a:lnTo>
                    <a:pt x="10872016" y="2875171"/>
                  </a:lnTo>
                  <a:lnTo>
                    <a:pt x="10940044" y="2880303"/>
                  </a:lnTo>
                  <a:lnTo>
                    <a:pt x="10991176" y="2883809"/>
                  </a:lnTo>
                  <a:lnTo>
                    <a:pt x="11025608" y="2885964"/>
                  </a:lnTo>
                  <a:lnTo>
                    <a:pt x="11045210" y="2887086"/>
                  </a:lnTo>
                  <a:lnTo>
                    <a:pt x="11053389" y="2887516"/>
                  </a:lnTo>
                  <a:lnTo>
                    <a:pt x="11054891" y="2887589"/>
                  </a:lnTo>
                  <a:lnTo>
                    <a:pt x="12049831" y="2887589"/>
                  </a:lnTo>
                  <a:lnTo>
                    <a:pt x="12049831" y="2877108"/>
                  </a:lnTo>
                  <a:lnTo>
                    <a:pt x="11054891" y="2877108"/>
                  </a:lnTo>
                  <a:lnTo>
                    <a:pt x="11053816" y="2877056"/>
                  </a:lnTo>
                  <a:lnTo>
                    <a:pt x="11046717" y="2876686"/>
                  </a:lnTo>
                  <a:lnTo>
                    <a:pt x="11028700" y="2875665"/>
                  </a:lnTo>
                  <a:lnTo>
                    <a:pt x="10996184" y="2873653"/>
                  </a:lnTo>
                  <a:lnTo>
                    <a:pt x="10947107" y="2870325"/>
                  </a:lnTo>
                  <a:lnTo>
                    <a:pt x="10881068" y="2865401"/>
                  </a:lnTo>
                  <a:lnTo>
                    <a:pt x="10799300" y="2858670"/>
                  </a:lnTo>
                  <a:lnTo>
                    <a:pt x="10704397" y="2850000"/>
                  </a:lnTo>
                  <a:lnTo>
                    <a:pt x="10599850" y="2839335"/>
                  </a:lnTo>
                  <a:lnTo>
                    <a:pt x="10489505" y="2826679"/>
                  </a:lnTo>
                  <a:lnTo>
                    <a:pt x="10377063" y="2812069"/>
                  </a:lnTo>
                  <a:lnTo>
                    <a:pt x="10265710" y="2795543"/>
                  </a:lnTo>
                  <a:lnTo>
                    <a:pt x="10157926" y="2777118"/>
                  </a:lnTo>
                  <a:lnTo>
                    <a:pt x="10055434" y="2756769"/>
                  </a:lnTo>
                  <a:lnTo>
                    <a:pt x="9959260" y="2734419"/>
                  </a:lnTo>
                  <a:lnTo>
                    <a:pt x="9869849" y="2709930"/>
                  </a:lnTo>
                  <a:lnTo>
                    <a:pt x="9787202" y="2683105"/>
                  </a:lnTo>
                  <a:lnTo>
                    <a:pt x="9710999" y="2653689"/>
                  </a:lnTo>
                  <a:lnTo>
                    <a:pt x="9640710" y="2621376"/>
                  </a:lnTo>
                  <a:lnTo>
                    <a:pt x="9575678" y="2585817"/>
                  </a:lnTo>
                  <a:lnTo>
                    <a:pt x="9515182" y="2546641"/>
                  </a:lnTo>
                  <a:lnTo>
                    <a:pt x="9458482" y="2503486"/>
                  </a:lnTo>
                  <a:lnTo>
                    <a:pt x="9404866" y="2456044"/>
                  </a:lnTo>
                  <a:lnTo>
                    <a:pt x="9353675" y="2404140"/>
                  </a:lnTo>
                  <a:lnTo>
                    <a:pt x="9347647" y="2397590"/>
                  </a:lnTo>
                  <a:lnTo>
                    <a:pt x="9303660" y="2346951"/>
                  </a:lnTo>
                  <a:lnTo>
                    <a:pt x="9260762" y="2292682"/>
                  </a:lnTo>
                  <a:lnTo>
                    <a:pt x="9218663" y="2234708"/>
                  </a:lnTo>
                  <a:lnTo>
                    <a:pt x="9177129" y="2173011"/>
                  </a:lnTo>
                  <a:lnTo>
                    <a:pt x="9135971" y="2107636"/>
                  </a:lnTo>
                  <a:lnTo>
                    <a:pt x="9095041" y="2038695"/>
                  </a:lnTo>
                  <a:lnTo>
                    <a:pt x="9054226" y="1966372"/>
                  </a:lnTo>
                  <a:lnTo>
                    <a:pt x="9013446" y="1890926"/>
                  </a:lnTo>
                  <a:lnTo>
                    <a:pt x="8972645" y="1812685"/>
                  </a:lnTo>
                  <a:lnTo>
                    <a:pt x="8931795" y="1732051"/>
                  </a:lnTo>
                  <a:lnTo>
                    <a:pt x="8890884" y="1649483"/>
                  </a:lnTo>
                  <a:lnTo>
                    <a:pt x="8849918" y="1565497"/>
                  </a:lnTo>
                  <a:lnTo>
                    <a:pt x="8808914" y="1480643"/>
                  </a:lnTo>
                  <a:lnTo>
                    <a:pt x="8767898" y="1395500"/>
                  </a:lnTo>
                  <a:lnTo>
                    <a:pt x="8726894" y="1310653"/>
                  </a:lnTo>
                  <a:lnTo>
                    <a:pt x="8685929" y="1226679"/>
                  </a:lnTo>
                  <a:lnTo>
                    <a:pt x="8645019" y="1144131"/>
                  </a:lnTo>
                  <a:lnTo>
                    <a:pt x="8604169" y="1063521"/>
                  </a:lnTo>
                  <a:lnTo>
                    <a:pt x="8563369" y="985310"/>
                  </a:lnTo>
                  <a:lnTo>
                    <a:pt x="8522588" y="909897"/>
                  </a:lnTo>
                  <a:lnTo>
                    <a:pt x="8481773" y="837612"/>
                  </a:lnTo>
                  <a:lnTo>
                    <a:pt x="8440841" y="768710"/>
                  </a:lnTo>
                  <a:lnTo>
                    <a:pt x="8399680" y="703376"/>
                  </a:lnTo>
                  <a:lnTo>
                    <a:pt x="8358140" y="641721"/>
                  </a:lnTo>
                  <a:lnTo>
                    <a:pt x="8316034" y="583790"/>
                  </a:lnTo>
                  <a:lnTo>
                    <a:pt x="8273125" y="529562"/>
                  </a:lnTo>
                  <a:lnTo>
                    <a:pt x="8229629" y="479518"/>
                  </a:lnTo>
                  <a:lnTo>
                    <a:pt x="8178691" y="427075"/>
                  </a:lnTo>
                  <a:lnTo>
                    <a:pt x="8125399" y="379101"/>
                  </a:lnTo>
                  <a:lnTo>
                    <a:pt x="8069108" y="335444"/>
                  </a:lnTo>
                  <a:lnTo>
                    <a:pt x="8009108" y="295808"/>
                  </a:lnTo>
                  <a:lnTo>
                    <a:pt x="7944661" y="259833"/>
                  </a:lnTo>
                  <a:lnTo>
                    <a:pt x="7875042" y="227148"/>
                  </a:lnTo>
                  <a:lnTo>
                    <a:pt x="7799582" y="197401"/>
                  </a:lnTo>
                  <a:lnTo>
                    <a:pt x="7717732" y="170279"/>
                  </a:lnTo>
                  <a:lnTo>
                    <a:pt x="7629143" y="145520"/>
                  </a:lnTo>
                  <a:lnTo>
                    <a:pt x="7533770" y="122921"/>
                  </a:lnTo>
                  <a:lnTo>
                    <a:pt x="7431997" y="102336"/>
                  </a:lnTo>
                  <a:lnTo>
                    <a:pt x="7324774" y="83681"/>
                  </a:lnTo>
                  <a:lnTo>
                    <a:pt x="7213735" y="66927"/>
                  </a:lnTo>
                  <a:lnTo>
                    <a:pt x="7101267" y="52084"/>
                  </a:lnTo>
                  <a:lnTo>
                    <a:pt x="6990481" y="39191"/>
                  </a:lnTo>
                  <a:lnTo>
                    <a:pt x="6885031" y="28286"/>
                  </a:lnTo>
                  <a:lnTo>
                    <a:pt x="6788770" y="19376"/>
                  </a:lnTo>
                  <a:lnTo>
                    <a:pt x="6705261" y="12417"/>
                  </a:lnTo>
                  <a:lnTo>
                    <a:pt x="6637233" y="7285"/>
                  </a:lnTo>
                  <a:lnTo>
                    <a:pt x="6586100" y="3779"/>
                  </a:lnTo>
                  <a:lnTo>
                    <a:pt x="6551668" y="1625"/>
                  </a:lnTo>
                  <a:lnTo>
                    <a:pt x="6532067" y="503"/>
                  </a:lnTo>
                  <a:lnTo>
                    <a:pt x="6523888" y="7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5" y="40"/>
                  </a:lnTo>
                  <a:lnTo>
                    <a:pt x="5519082" y="327"/>
                  </a:lnTo>
                  <a:lnTo>
                    <a:pt x="5500659" y="1119"/>
                  </a:lnTo>
                  <a:lnTo>
                    <a:pt x="5467441" y="2681"/>
                  </a:lnTo>
                  <a:lnTo>
                    <a:pt x="5417360" y="5263"/>
                  </a:lnTo>
                  <a:lnTo>
                    <a:pt x="5350068" y="9081"/>
                  </a:lnTo>
                  <a:lnTo>
                    <a:pt x="5266896" y="14296"/>
                  </a:lnTo>
                  <a:lnTo>
                    <a:pt x="5170558" y="21009"/>
                  </a:lnTo>
                  <a:lnTo>
                    <a:pt x="5064666" y="29257"/>
                  </a:lnTo>
                  <a:lnTo>
                    <a:pt x="4953163" y="39036"/>
                  </a:lnTo>
                  <a:lnTo>
                    <a:pt x="4839808" y="50318"/>
                  </a:lnTo>
                  <a:lnTo>
                    <a:pt x="4727809" y="63072"/>
                  </a:lnTo>
                  <a:lnTo>
                    <a:pt x="4619634" y="77289"/>
                  </a:lnTo>
                  <a:lnTo>
                    <a:pt x="4516974" y="92991"/>
                  </a:lnTo>
                  <a:lnTo>
                    <a:pt x="4420808" y="110243"/>
                  </a:lnTo>
                  <a:lnTo>
                    <a:pt x="4331534" y="129157"/>
                  </a:lnTo>
                  <a:lnTo>
                    <a:pt x="4249105" y="149892"/>
                  </a:lnTo>
                  <a:lnTo>
                    <a:pt x="4173160" y="172651"/>
                  </a:lnTo>
                  <a:lnTo>
                    <a:pt x="4103135" y="197678"/>
                  </a:lnTo>
                  <a:lnTo>
                    <a:pt x="4038342" y="225246"/>
                  </a:lnTo>
                  <a:lnTo>
                    <a:pt x="3978039" y="255643"/>
                  </a:lnTo>
                  <a:lnTo>
                    <a:pt x="3921469" y="289147"/>
                  </a:lnTo>
                  <a:lnTo>
                    <a:pt x="3867909" y="325985"/>
                  </a:lnTo>
                  <a:lnTo>
                    <a:pt x="3820202" y="363350"/>
                  </a:lnTo>
                  <a:lnTo>
                    <a:pt x="3771866" y="405722"/>
                  </a:lnTo>
                  <a:lnTo>
                    <a:pt x="3724811" y="451433"/>
                  </a:lnTo>
                  <a:lnTo>
                    <a:pt x="3678664" y="500550"/>
                  </a:lnTo>
                  <a:lnTo>
                    <a:pt x="3633127" y="553075"/>
                  </a:lnTo>
                  <a:lnTo>
                    <a:pt x="3587969" y="608939"/>
                  </a:lnTo>
                  <a:lnTo>
                    <a:pt x="3543014" y="667998"/>
                  </a:lnTo>
                  <a:lnTo>
                    <a:pt x="3498136" y="730024"/>
                  </a:lnTo>
                  <a:lnTo>
                    <a:pt x="3453251" y="794708"/>
                  </a:lnTo>
                  <a:lnTo>
                    <a:pt x="3408310" y="861665"/>
                  </a:lnTo>
                  <a:lnTo>
                    <a:pt x="3363297" y="930438"/>
                  </a:lnTo>
                  <a:lnTo>
                    <a:pt x="3318218" y="1000511"/>
                  </a:lnTo>
                  <a:lnTo>
                    <a:pt x="3273096" y="1071325"/>
                  </a:lnTo>
                  <a:lnTo>
                    <a:pt x="3227965" y="1142294"/>
                  </a:lnTo>
                  <a:lnTo>
                    <a:pt x="3182860" y="1212829"/>
                  </a:lnTo>
                  <a:lnTo>
                    <a:pt x="3137810" y="1282355"/>
                  </a:lnTo>
                  <a:lnTo>
                    <a:pt x="3092831" y="1350331"/>
                  </a:lnTo>
                  <a:lnTo>
                    <a:pt x="3047921" y="1416268"/>
                  </a:lnTo>
                  <a:lnTo>
                    <a:pt x="3003047" y="1479739"/>
                  </a:lnTo>
                  <a:lnTo>
                    <a:pt x="2958146" y="1540396"/>
                  </a:lnTo>
                  <a:lnTo>
                    <a:pt x="2913113" y="1597969"/>
                  </a:lnTo>
                  <a:lnTo>
                    <a:pt x="2867801" y="1652269"/>
                  </a:lnTo>
                  <a:lnTo>
                    <a:pt x="2822008" y="1703188"/>
                  </a:lnTo>
                  <a:lnTo>
                    <a:pt x="2775474" y="1750691"/>
                  </a:lnTo>
                  <a:lnTo>
                    <a:pt x="2727866" y="1794812"/>
                  </a:lnTo>
                  <a:lnTo>
                    <a:pt x="2702183" y="1816753"/>
                  </a:lnTo>
                  <a:lnTo>
                    <a:pt x="2650832" y="1856793"/>
                  </a:lnTo>
                  <a:lnTo>
                    <a:pt x="2597085" y="1893393"/>
                  </a:lnTo>
                  <a:lnTo>
                    <a:pt x="2540279" y="1926673"/>
                  </a:lnTo>
                  <a:lnTo>
                    <a:pt x="2479688" y="1956864"/>
                  </a:lnTo>
                  <a:lnTo>
                    <a:pt x="2414555" y="1984245"/>
                  </a:lnTo>
                  <a:lnTo>
                    <a:pt x="2344139" y="2009106"/>
                  </a:lnTo>
                  <a:lnTo>
                    <a:pt x="2267759" y="2031716"/>
                  </a:lnTo>
                  <a:lnTo>
                    <a:pt x="2184863" y="2052319"/>
                  </a:lnTo>
                  <a:lnTo>
                    <a:pt x="2095106" y="2071113"/>
                  </a:lnTo>
                  <a:lnTo>
                    <a:pt x="1998469" y="2088254"/>
                  </a:lnTo>
                  <a:lnTo>
                    <a:pt x="1895386" y="2103851"/>
                  </a:lnTo>
                  <a:lnTo>
                    <a:pt x="1786882" y="2117966"/>
                  </a:lnTo>
                  <a:lnTo>
                    <a:pt x="1674700" y="2130618"/>
                  </a:lnTo>
                  <a:lnTo>
                    <a:pt x="1561361" y="2141796"/>
                  </a:lnTo>
                  <a:lnTo>
                    <a:pt x="1450122" y="2151470"/>
                  </a:lnTo>
                  <a:lnTo>
                    <a:pt x="1344769" y="2159611"/>
                  </a:lnTo>
                  <a:lnTo>
                    <a:pt x="1249238" y="2166217"/>
                  </a:lnTo>
                  <a:lnTo>
                    <a:pt x="1167096" y="2171332"/>
                  </a:lnTo>
                  <a:lnTo>
                    <a:pt x="1100977" y="2175058"/>
                  </a:lnTo>
                  <a:lnTo>
                    <a:pt x="1052101" y="2177561"/>
                  </a:lnTo>
                  <a:lnTo>
                    <a:pt x="1019998" y="2179061"/>
                  </a:lnTo>
                  <a:lnTo>
                    <a:pt x="1002487" y="2179809"/>
                  </a:lnTo>
                  <a:lnTo>
                    <a:pt x="995829" y="2180071"/>
                  </a:lnTo>
                  <a:lnTo>
                    <a:pt x="994940" y="2180103"/>
                  </a:lnTo>
                  <a:lnTo>
                    <a:pt x="0" y="2180103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399" name="pl1398"/>
            <p:cNvSpPr/>
            <p:nvPr/>
          </p:nvSpPr>
          <p:spPr>
            <a:xfrm>
              <a:off x="1199187" y="3002718"/>
              <a:ext cx="12049831" cy="2877108"/>
            </a:xfrm>
            <a:custGeom>
              <a:avLst/>
              <a:pathLst>
                <a:path w="12049831" h="2877108">
                  <a:moveTo>
                    <a:pt x="0" y="2180103"/>
                  </a:moveTo>
                  <a:lnTo>
                    <a:pt x="994940" y="2180103"/>
                  </a:lnTo>
                  <a:lnTo>
                    <a:pt x="996040" y="2180063"/>
                  </a:lnTo>
                  <a:lnTo>
                    <a:pt x="1003303" y="2179776"/>
                  </a:lnTo>
                  <a:lnTo>
                    <a:pt x="1021726" y="2178984"/>
                  </a:lnTo>
                  <a:lnTo>
                    <a:pt x="1054944" y="2177422"/>
                  </a:lnTo>
                  <a:lnTo>
                    <a:pt x="1105025" y="2174840"/>
                  </a:lnTo>
                  <a:lnTo>
                    <a:pt x="1172317" y="2171022"/>
                  </a:lnTo>
                  <a:lnTo>
                    <a:pt x="1255489" y="2165807"/>
                  </a:lnTo>
                  <a:lnTo>
                    <a:pt x="1351827" y="2159094"/>
                  </a:lnTo>
                  <a:lnTo>
                    <a:pt x="1457719" y="2150846"/>
                  </a:lnTo>
                  <a:lnTo>
                    <a:pt x="1569222" y="2141066"/>
                  </a:lnTo>
                  <a:lnTo>
                    <a:pt x="1682577" y="2129785"/>
                  </a:lnTo>
                  <a:lnTo>
                    <a:pt x="1794576" y="2117031"/>
                  </a:lnTo>
                  <a:lnTo>
                    <a:pt x="1902751" y="2102814"/>
                  </a:lnTo>
                  <a:lnTo>
                    <a:pt x="2005411" y="2087112"/>
                  </a:lnTo>
                  <a:lnTo>
                    <a:pt x="2101577" y="2069860"/>
                  </a:lnTo>
                  <a:lnTo>
                    <a:pt x="2190851" y="2050945"/>
                  </a:lnTo>
                  <a:lnTo>
                    <a:pt x="2273280" y="2030211"/>
                  </a:lnTo>
                  <a:lnTo>
                    <a:pt x="2349225" y="2007451"/>
                  </a:lnTo>
                  <a:lnTo>
                    <a:pt x="2419250" y="1982425"/>
                  </a:lnTo>
                  <a:lnTo>
                    <a:pt x="2484043" y="1954857"/>
                  </a:lnTo>
                  <a:lnTo>
                    <a:pt x="2544346" y="1924460"/>
                  </a:lnTo>
                  <a:lnTo>
                    <a:pt x="2600916" y="1890955"/>
                  </a:lnTo>
                  <a:lnTo>
                    <a:pt x="2654476" y="1854118"/>
                  </a:lnTo>
                  <a:lnTo>
                    <a:pt x="2702183" y="1816753"/>
                  </a:lnTo>
                  <a:lnTo>
                    <a:pt x="2750519" y="1774381"/>
                  </a:lnTo>
                  <a:lnTo>
                    <a:pt x="2797574" y="1728670"/>
                  </a:lnTo>
                  <a:lnTo>
                    <a:pt x="2843721" y="1679553"/>
                  </a:lnTo>
                  <a:lnTo>
                    <a:pt x="2889258" y="1627028"/>
                  </a:lnTo>
                  <a:lnTo>
                    <a:pt x="2934416" y="1571164"/>
                  </a:lnTo>
                  <a:lnTo>
                    <a:pt x="2979371" y="1512105"/>
                  </a:lnTo>
                  <a:lnTo>
                    <a:pt x="3024249" y="1450079"/>
                  </a:lnTo>
                  <a:lnTo>
                    <a:pt x="3069134" y="1385395"/>
                  </a:lnTo>
                  <a:lnTo>
                    <a:pt x="3114075" y="1318437"/>
                  </a:lnTo>
                  <a:lnTo>
                    <a:pt x="3159088" y="1249664"/>
                  </a:lnTo>
                  <a:lnTo>
                    <a:pt x="3204167" y="1179592"/>
                  </a:lnTo>
                  <a:lnTo>
                    <a:pt x="3249289" y="1108778"/>
                  </a:lnTo>
                  <a:lnTo>
                    <a:pt x="3294420" y="1037809"/>
                  </a:lnTo>
                  <a:lnTo>
                    <a:pt x="3339525" y="967273"/>
                  </a:lnTo>
                  <a:lnTo>
                    <a:pt x="3384575" y="897747"/>
                  </a:lnTo>
                  <a:lnTo>
                    <a:pt x="3429554" y="829771"/>
                  </a:lnTo>
                  <a:lnTo>
                    <a:pt x="3474464" y="763835"/>
                  </a:lnTo>
                  <a:lnTo>
                    <a:pt x="3519338" y="700364"/>
                  </a:lnTo>
                  <a:lnTo>
                    <a:pt x="3564239" y="639706"/>
                  </a:lnTo>
                  <a:lnTo>
                    <a:pt x="3609272" y="582134"/>
                  </a:lnTo>
                  <a:lnTo>
                    <a:pt x="3654584" y="527834"/>
                  </a:lnTo>
                  <a:lnTo>
                    <a:pt x="3700377" y="476915"/>
                  </a:lnTo>
                  <a:lnTo>
                    <a:pt x="3746911" y="429412"/>
                  </a:lnTo>
                  <a:lnTo>
                    <a:pt x="3794519" y="385291"/>
                  </a:lnTo>
                  <a:lnTo>
                    <a:pt x="3820202" y="363350"/>
                  </a:lnTo>
                  <a:lnTo>
                    <a:pt x="3871553" y="323310"/>
                  </a:lnTo>
                  <a:lnTo>
                    <a:pt x="3925300" y="286710"/>
                  </a:lnTo>
                  <a:lnTo>
                    <a:pt x="3982106" y="253430"/>
                  </a:lnTo>
                  <a:lnTo>
                    <a:pt x="4042697" y="223239"/>
                  </a:lnTo>
                  <a:lnTo>
                    <a:pt x="4107830" y="195857"/>
                  </a:lnTo>
                  <a:lnTo>
                    <a:pt x="4178246" y="170997"/>
                  </a:lnTo>
                  <a:lnTo>
                    <a:pt x="4254626" y="148386"/>
                  </a:lnTo>
                  <a:lnTo>
                    <a:pt x="4337522" y="127784"/>
                  </a:lnTo>
                  <a:lnTo>
                    <a:pt x="4427279" y="108990"/>
                  </a:lnTo>
                  <a:lnTo>
                    <a:pt x="4523916" y="91849"/>
                  </a:lnTo>
                  <a:lnTo>
                    <a:pt x="4626999" y="76252"/>
                  </a:lnTo>
                  <a:lnTo>
                    <a:pt x="4735503" y="62137"/>
                  </a:lnTo>
                  <a:lnTo>
                    <a:pt x="4847685" y="49485"/>
                  </a:lnTo>
                  <a:lnTo>
                    <a:pt x="4961024" y="38307"/>
                  </a:lnTo>
                  <a:lnTo>
                    <a:pt x="5072263" y="28633"/>
                  </a:lnTo>
                  <a:lnTo>
                    <a:pt x="5177616" y="20492"/>
                  </a:lnTo>
                  <a:lnTo>
                    <a:pt x="5273147" y="13886"/>
                  </a:lnTo>
                  <a:lnTo>
                    <a:pt x="5355289" y="8771"/>
                  </a:lnTo>
                  <a:lnTo>
                    <a:pt x="5421408" y="5045"/>
                  </a:lnTo>
                  <a:lnTo>
                    <a:pt x="5470284" y="2542"/>
                  </a:lnTo>
                  <a:lnTo>
                    <a:pt x="5502387" y="1042"/>
                  </a:lnTo>
                  <a:lnTo>
                    <a:pt x="5519898" y="293"/>
                  </a:lnTo>
                  <a:lnTo>
                    <a:pt x="5526556" y="3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60" y="51"/>
                  </a:lnTo>
                  <a:lnTo>
                    <a:pt x="6530559" y="421"/>
                  </a:lnTo>
                  <a:lnTo>
                    <a:pt x="6548577" y="1442"/>
                  </a:lnTo>
                  <a:lnTo>
                    <a:pt x="6581092" y="3454"/>
                  </a:lnTo>
                  <a:lnTo>
                    <a:pt x="6630170" y="6782"/>
                  </a:lnTo>
                  <a:lnTo>
                    <a:pt x="6696209" y="11706"/>
                  </a:lnTo>
                  <a:lnTo>
                    <a:pt x="6777976" y="18437"/>
                  </a:lnTo>
                  <a:lnTo>
                    <a:pt x="6872880" y="27108"/>
                  </a:lnTo>
                  <a:lnTo>
                    <a:pt x="6977426" y="37772"/>
                  </a:lnTo>
                  <a:lnTo>
                    <a:pt x="7087771" y="50428"/>
                  </a:lnTo>
                  <a:lnTo>
                    <a:pt x="7200214" y="65038"/>
                  </a:lnTo>
                  <a:lnTo>
                    <a:pt x="7311567" y="81564"/>
                  </a:lnTo>
                  <a:lnTo>
                    <a:pt x="7419350" y="99989"/>
                  </a:lnTo>
                  <a:lnTo>
                    <a:pt x="7521842" y="120338"/>
                  </a:lnTo>
                  <a:lnTo>
                    <a:pt x="7618016" y="142688"/>
                  </a:lnTo>
                  <a:lnTo>
                    <a:pt x="7707427" y="167177"/>
                  </a:lnTo>
                  <a:lnTo>
                    <a:pt x="7790075" y="194002"/>
                  </a:lnTo>
                  <a:lnTo>
                    <a:pt x="7866278" y="223418"/>
                  </a:lnTo>
                  <a:lnTo>
                    <a:pt x="7936566" y="255731"/>
                  </a:lnTo>
                  <a:lnTo>
                    <a:pt x="8001598" y="291290"/>
                  </a:lnTo>
                  <a:lnTo>
                    <a:pt x="8062095" y="330466"/>
                  </a:lnTo>
                  <a:lnTo>
                    <a:pt x="8118794" y="373621"/>
                  </a:lnTo>
                  <a:lnTo>
                    <a:pt x="8172411" y="421063"/>
                  </a:lnTo>
                  <a:lnTo>
                    <a:pt x="8223602" y="472967"/>
                  </a:lnTo>
                  <a:lnTo>
                    <a:pt x="8229629" y="479518"/>
                  </a:lnTo>
                  <a:lnTo>
                    <a:pt x="8273617" y="530156"/>
                  </a:lnTo>
                  <a:lnTo>
                    <a:pt x="8316515" y="584425"/>
                  </a:lnTo>
                  <a:lnTo>
                    <a:pt x="8358614" y="642399"/>
                  </a:lnTo>
                  <a:lnTo>
                    <a:pt x="8400148" y="704096"/>
                  </a:lnTo>
                  <a:lnTo>
                    <a:pt x="8441306" y="769471"/>
                  </a:lnTo>
                  <a:lnTo>
                    <a:pt x="8482236" y="838412"/>
                  </a:lnTo>
                  <a:lnTo>
                    <a:pt x="8523050" y="910735"/>
                  </a:lnTo>
                  <a:lnTo>
                    <a:pt x="8563831" y="986181"/>
                  </a:lnTo>
                  <a:lnTo>
                    <a:pt x="8604631" y="1064422"/>
                  </a:lnTo>
                  <a:lnTo>
                    <a:pt x="8645482" y="1145056"/>
                  </a:lnTo>
                  <a:lnTo>
                    <a:pt x="8686393" y="1227624"/>
                  </a:lnTo>
                  <a:lnTo>
                    <a:pt x="8727359" y="1311611"/>
                  </a:lnTo>
                  <a:lnTo>
                    <a:pt x="8768362" y="1396464"/>
                  </a:lnTo>
                  <a:lnTo>
                    <a:pt x="8809379" y="1481607"/>
                  </a:lnTo>
                  <a:lnTo>
                    <a:pt x="8850382" y="1566454"/>
                  </a:lnTo>
                  <a:lnTo>
                    <a:pt x="8891347" y="1650428"/>
                  </a:lnTo>
                  <a:lnTo>
                    <a:pt x="8932258" y="1732976"/>
                  </a:lnTo>
                  <a:lnTo>
                    <a:pt x="8973108" y="1813586"/>
                  </a:lnTo>
                  <a:lnTo>
                    <a:pt x="9013908" y="1891797"/>
                  </a:lnTo>
                  <a:lnTo>
                    <a:pt x="9054688" y="1967210"/>
                  </a:lnTo>
                  <a:lnTo>
                    <a:pt x="9095504" y="2039496"/>
                  </a:lnTo>
                  <a:lnTo>
                    <a:pt x="9136435" y="2108397"/>
                  </a:lnTo>
                  <a:lnTo>
                    <a:pt x="9177597" y="2173731"/>
                  </a:lnTo>
                  <a:lnTo>
                    <a:pt x="9219136" y="2235386"/>
                  </a:lnTo>
                  <a:lnTo>
                    <a:pt x="9261243" y="2293318"/>
                  </a:lnTo>
                  <a:lnTo>
                    <a:pt x="9304152" y="2347545"/>
                  </a:lnTo>
                  <a:lnTo>
                    <a:pt x="9347647" y="2397590"/>
                  </a:lnTo>
                  <a:lnTo>
                    <a:pt x="9398586" y="2450032"/>
                  </a:lnTo>
                  <a:lnTo>
                    <a:pt x="9451877" y="2498006"/>
                  </a:lnTo>
                  <a:lnTo>
                    <a:pt x="9508168" y="2541663"/>
                  </a:lnTo>
                  <a:lnTo>
                    <a:pt x="9568169" y="2581299"/>
                  </a:lnTo>
                  <a:lnTo>
                    <a:pt x="9632616" y="2617274"/>
                  </a:lnTo>
                  <a:lnTo>
                    <a:pt x="9702235" y="2649959"/>
                  </a:lnTo>
                  <a:lnTo>
                    <a:pt x="9777695" y="2679706"/>
                  </a:lnTo>
                  <a:lnTo>
                    <a:pt x="9859544" y="2706828"/>
                  </a:lnTo>
                  <a:lnTo>
                    <a:pt x="9948133" y="2731587"/>
                  </a:lnTo>
                  <a:lnTo>
                    <a:pt x="10043507" y="2754187"/>
                  </a:lnTo>
                  <a:lnTo>
                    <a:pt x="10145279" y="2774771"/>
                  </a:lnTo>
                  <a:lnTo>
                    <a:pt x="10252503" y="2793426"/>
                  </a:lnTo>
                  <a:lnTo>
                    <a:pt x="10363542" y="2810180"/>
                  </a:lnTo>
                  <a:lnTo>
                    <a:pt x="10476009" y="2825023"/>
                  </a:lnTo>
                  <a:lnTo>
                    <a:pt x="10586795" y="2837916"/>
                  </a:lnTo>
                  <a:lnTo>
                    <a:pt x="10692245" y="2848821"/>
                  </a:lnTo>
                  <a:lnTo>
                    <a:pt x="10788506" y="2857731"/>
                  </a:lnTo>
                  <a:lnTo>
                    <a:pt x="10872016" y="2864690"/>
                  </a:lnTo>
                  <a:lnTo>
                    <a:pt x="10940044" y="2869822"/>
                  </a:lnTo>
                  <a:lnTo>
                    <a:pt x="10991176" y="2873328"/>
                  </a:lnTo>
                  <a:lnTo>
                    <a:pt x="11025608" y="2875482"/>
                  </a:lnTo>
                  <a:lnTo>
                    <a:pt x="11045210" y="2876604"/>
                  </a:lnTo>
                  <a:lnTo>
                    <a:pt x="11053389" y="2877034"/>
                  </a:lnTo>
                  <a:lnTo>
                    <a:pt x="11054889" y="2877108"/>
                  </a:lnTo>
                  <a:lnTo>
                    <a:pt x="11054891" y="2877108"/>
                  </a:lnTo>
                  <a:lnTo>
                    <a:pt x="12049831" y="2877108"/>
                  </a:lnTo>
                  <a:lnTo>
                    <a:pt x="12049831" y="28771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0" name="pl1399"/>
            <p:cNvSpPr/>
            <p:nvPr/>
          </p:nvSpPr>
          <p:spPr>
            <a:xfrm>
              <a:off x="1199187" y="2992237"/>
              <a:ext cx="12049831" cy="2877108"/>
            </a:xfrm>
            <a:custGeom>
              <a:avLst/>
              <a:pathLst>
                <a:path w="12049831" h="2877108">
                  <a:moveTo>
                    <a:pt x="12049831" y="2877108"/>
                  </a:moveTo>
                  <a:lnTo>
                    <a:pt x="11054891" y="2877108"/>
                  </a:lnTo>
                  <a:lnTo>
                    <a:pt x="11053816" y="2877056"/>
                  </a:lnTo>
                  <a:lnTo>
                    <a:pt x="11046717" y="2876686"/>
                  </a:lnTo>
                  <a:lnTo>
                    <a:pt x="11028700" y="2875665"/>
                  </a:lnTo>
                  <a:lnTo>
                    <a:pt x="10996184" y="2873653"/>
                  </a:lnTo>
                  <a:lnTo>
                    <a:pt x="10947107" y="2870325"/>
                  </a:lnTo>
                  <a:lnTo>
                    <a:pt x="10881068" y="2865401"/>
                  </a:lnTo>
                  <a:lnTo>
                    <a:pt x="10799300" y="2858670"/>
                  </a:lnTo>
                  <a:lnTo>
                    <a:pt x="10704397" y="2850000"/>
                  </a:lnTo>
                  <a:lnTo>
                    <a:pt x="10599850" y="2839335"/>
                  </a:lnTo>
                  <a:lnTo>
                    <a:pt x="10489505" y="2826679"/>
                  </a:lnTo>
                  <a:lnTo>
                    <a:pt x="10377063" y="2812069"/>
                  </a:lnTo>
                  <a:lnTo>
                    <a:pt x="10265710" y="2795543"/>
                  </a:lnTo>
                  <a:lnTo>
                    <a:pt x="10157926" y="2777118"/>
                  </a:lnTo>
                  <a:lnTo>
                    <a:pt x="10055434" y="2756769"/>
                  </a:lnTo>
                  <a:lnTo>
                    <a:pt x="9959260" y="2734419"/>
                  </a:lnTo>
                  <a:lnTo>
                    <a:pt x="9869849" y="2709930"/>
                  </a:lnTo>
                  <a:lnTo>
                    <a:pt x="9787202" y="2683105"/>
                  </a:lnTo>
                  <a:lnTo>
                    <a:pt x="9710999" y="2653689"/>
                  </a:lnTo>
                  <a:lnTo>
                    <a:pt x="9640710" y="2621376"/>
                  </a:lnTo>
                  <a:lnTo>
                    <a:pt x="9575678" y="2585817"/>
                  </a:lnTo>
                  <a:lnTo>
                    <a:pt x="9515182" y="2546641"/>
                  </a:lnTo>
                  <a:lnTo>
                    <a:pt x="9458482" y="2503486"/>
                  </a:lnTo>
                  <a:lnTo>
                    <a:pt x="9404866" y="2456044"/>
                  </a:lnTo>
                  <a:lnTo>
                    <a:pt x="9353675" y="2404140"/>
                  </a:lnTo>
                  <a:lnTo>
                    <a:pt x="9347647" y="2397590"/>
                  </a:lnTo>
                  <a:lnTo>
                    <a:pt x="9303660" y="2346951"/>
                  </a:lnTo>
                  <a:lnTo>
                    <a:pt x="9260762" y="2292682"/>
                  </a:lnTo>
                  <a:lnTo>
                    <a:pt x="9218663" y="2234708"/>
                  </a:lnTo>
                  <a:lnTo>
                    <a:pt x="9177129" y="2173011"/>
                  </a:lnTo>
                  <a:lnTo>
                    <a:pt x="9135971" y="2107636"/>
                  </a:lnTo>
                  <a:lnTo>
                    <a:pt x="9095041" y="2038695"/>
                  </a:lnTo>
                  <a:lnTo>
                    <a:pt x="9054226" y="1966372"/>
                  </a:lnTo>
                  <a:lnTo>
                    <a:pt x="9013446" y="1890926"/>
                  </a:lnTo>
                  <a:lnTo>
                    <a:pt x="8972645" y="1812685"/>
                  </a:lnTo>
                  <a:lnTo>
                    <a:pt x="8931795" y="1732051"/>
                  </a:lnTo>
                  <a:lnTo>
                    <a:pt x="8890884" y="1649483"/>
                  </a:lnTo>
                  <a:lnTo>
                    <a:pt x="8849918" y="1565497"/>
                  </a:lnTo>
                  <a:lnTo>
                    <a:pt x="8808914" y="1480643"/>
                  </a:lnTo>
                  <a:lnTo>
                    <a:pt x="8767898" y="1395500"/>
                  </a:lnTo>
                  <a:lnTo>
                    <a:pt x="8726894" y="1310653"/>
                  </a:lnTo>
                  <a:lnTo>
                    <a:pt x="8685929" y="1226679"/>
                  </a:lnTo>
                  <a:lnTo>
                    <a:pt x="8645019" y="1144131"/>
                  </a:lnTo>
                  <a:lnTo>
                    <a:pt x="8604169" y="1063521"/>
                  </a:lnTo>
                  <a:lnTo>
                    <a:pt x="8563369" y="985310"/>
                  </a:lnTo>
                  <a:lnTo>
                    <a:pt x="8522588" y="909897"/>
                  </a:lnTo>
                  <a:lnTo>
                    <a:pt x="8481773" y="837612"/>
                  </a:lnTo>
                  <a:lnTo>
                    <a:pt x="8440841" y="768710"/>
                  </a:lnTo>
                  <a:lnTo>
                    <a:pt x="8399680" y="703376"/>
                  </a:lnTo>
                  <a:lnTo>
                    <a:pt x="8358140" y="641721"/>
                  </a:lnTo>
                  <a:lnTo>
                    <a:pt x="8316034" y="583790"/>
                  </a:lnTo>
                  <a:lnTo>
                    <a:pt x="8273125" y="529562"/>
                  </a:lnTo>
                  <a:lnTo>
                    <a:pt x="8229629" y="479518"/>
                  </a:lnTo>
                  <a:lnTo>
                    <a:pt x="8178691" y="427075"/>
                  </a:lnTo>
                  <a:lnTo>
                    <a:pt x="8125399" y="379101"/>
                  </a:lnTo>
                  <a:lnTo>
                    <a:pt x="8069108" y="335444"/>
                  </a:lnTo>
                  <a:lnTo>
                    <a:pt x="8009108" y="295808"/>
                  </a:lnTo>
                  <a:lnTo>
                    <a:pt x="7944661" y="259833"/>
                  </a:lnTo>
                  <a:lnTo>
                    <a:pt x="7875042" y="227148"/>
                  </a:lnTo>
                  <a:lnTo>
                    <a:pt x="7799582" y="197401"/>
                  </a:lnTo>
                  <a:lnTo>
                    <a:pt x="7717732" y="170279"/>
                  </a:lnTo>
                  <a:lnTo>
                    <a:pt x="7629143" y="145520"/>
                  </a:lnTo>
                  <a:lnTo>
                    <a:pt x="7533770" y="122921"/>
                  </a:lnTo>
                  <a:lnTo>
                    <a:pt x="7431997" y="102336"/>
                  </a:lnTo>
                  <a:lnTo>
                    <a:pt x="7324774" y="83681"/>
                  </a:lnTo>
                  <a:lnTo>
                    <a:pt x="7213735" y="66927"/>
                  </a:lnTo>
                  <a:lnTo>
                    <a:pt x="7101267" y="52084"/>
                  </a:lnTo>
                  <a:lnTo>
                    <a:pt x="6990481" y="39191"/>
                  </a:lnTo>
                  <a:lnTo>
                    <a:pt x="6885031" y="28286"/>
                  </a:lnTo>
                  <a:lnTo>
                    <a:pt x="6788770" y="19376"/>
                  </a:lnTo>
                  <a:lnTo>
                    <a:pt x="6705261" y="12417"/>
                  </a:lnTo>
                  <a:lnTo>
                    <a:pt x="6637233" y="7285"/>
                  </a:lnTo>
                  <a:lnTo>
                    <a:pt x="6586100" y="3779"/>
                  </a:lnTo>
                  <a:lnTo>
                    <a:pt x="6551668" y="1625"/>
                  </a:lnTo>
                  <a:lnTo>
                    <a:pt x="6532067" y="503"/>
                  </a:lnTo>
                  <a:lnTo>
                    <a:pt x="6523888" y="73"/>
                  </a:lnTo>
                  <a:lnTo>
                    <a:pt x="6522387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5" y="40"/>
                  </a:lnTo>
                  <a:lnTo>
                    <a:pt x="5519082" y="327"/>
                  </a:lnTo>
                  <a:lnTo>
                    <a:pt x="5500659" y="1119"/>
                  </a:lnTo>
                  <a:lnTo>
                    <a:pt x="5467441" y="2681"/>
                  </a:lnTo>
                  <a:lnTo>
                    <a:pt x="5417360" y="5263"/>
                  </a:lnTo>
                  <a:lnTo>
                    <a:pt x="5350068" y="9081"/>
                  </a:lnTo>
                  <a:lnTo>
                    <a:pt x="5266896" y="14296"/>
                  </a:lnTo>
                  <a:lnTo>
                    <a:pt x="5170558" y="21009"/>
                  </a:lnTo>
                  <a:lnTo>
                    <a:pt x="5064666" y="29257"/>
                  </a:lnTo>
                  <a:lnTo>
                    <a:pt x="4953163" y="39036"/>
                  </a:lnTo>
                  <a:lnTo>
                    <a:pt x="4839808" y="50318"/>
                  </a:lnTo>
                  <a:lnTo>
                    <a:pt x="4727809" y="63072"/>
                  </a:lnTo>
                  <a:lnTo>
                    <a:pt x="4619634" y="77289"/>
                  </a:lnTo>
                  <a:lnTo>
                    <a:pt x="4516974" y="92991"/>
                  </a:lnTo>
                  <a:lnTo>
                    <a:pt x="4420808" y="110243"/>
                  </a:lnTo>
                  <a:lnTo>
                    <a:pt x="4331534" y="129157"/>
                  </a:lnTo>
                  <a:lnTo>
                    <a:pt x="4249105" y="149892"/>
                  </a:lnTo>
                  <a:lnTo>
                    <a:pt x="4173160" y="172651"/>
                  </a:lnTo>
                  <a:lnTo>
                    <a:pt x="4103135" y="197678"/>
                  </a:lnTo>
                  <a:lnTo>
                    <a:pt x="4038342" y="225246"/>
                  </a:lnTo>
                  <a:lnTo>
                    <a:pt x="3978039" y="255643"/>
                  </a:lnTo>
                  <a:lnTo>
                    <a:pt x="3921469" y="289147"/>
                  </a:lnTo>
                  <a:lnTo>
                    <a:pt x="3867909" y="325985"/>
                  </a:lnTo>
                  <a:lnTo>
                    <a:pt x="3820202" y="363350"/>
                  </a:lnTo>
                  <a:lnTo>
                    <a:pt x="3771866" y="405722"/>
                  </a:lnTo>
                  <a:lnTo>
                    <a:pt x="3724811" y="451433"/>
                  </a:lnTo>
                  <a:lnTo>
                    <a:pt x="3678664" y="500550"/>
                  </a:lnTo>
                  <a:lnTo>
                    <a:pt x="3633127" y="553075"/>
                  </a:lnTo>
                  <a:lnTo>
                    <a:pt x="3587969" y="608939"/>
                  </a:lnTo>
                  <a:lnTo>
                    <a:pt x="3543014" y="667998"/>
                  </a:lnTo>
                  <a:lnTo>
                    <a:pt x="3498136" y="730024"/>
                  </a:lnTo>
                  <a:lnTo>
                    <a:pt x="3453251" y="794708"/>
                  </a:lnTo>
                  <a:lnTo>
                    <a:pt x="3408310" y="861665"/>
                  </a:lnTo>
                  <a:lnTo>
                    <a:pt x="3363297" y="930438"/>
                  </a:lnTo>
                  <a:lnTo>
                    <a:pt x="3318218" y="1000511"/>
                  </a:lnTo>
                  <a:lnTo>
                    <a:pt x="3273096" y="1071325"/>
                  </a:lnTo>
                  <a:lnTo>
                    <a:pt x="3227965" y="1142294"/>
                  </a:lnTo>
                  <a:lnTo>
                    <a:pt x="3182860" y="1212829"/>
                  </a:lnTo>
                  <a:lnTo>
                    <a:pt x="3137810" y="1282355"/>
                  </a:lnTo>
                  <a:lnTo>
                    <a:pt x="3092831" y="1350331"/>
                  </a:lnTo>
                  <a:lnTo>
                    <a:pt x="3047921" y="1416268"/>
                  </a:lnTo>
                  <a:lnTo>
                    <a:pt x="3003047" y="1479739"/>
                  </a:lnTo>
                  <a:lnTo>
                    <a:pt x="2958146" y="1540396"/>
                  </a:lnTo>
                  <a:lnTo>
                    <a:pt x="2913113" y="1597969"/>
                  </a:lnTo>
                  <a:lnTo>
                    <a:pt x="2867801" y="1652269"/>
                  </a:lnTo>
                  <a:lnTo>
                    <a:pt x="2822008" y="1703188"/>
                  </a:lnTo>
                  <a:lnTo>
                    <a:pt x="2775474" y="1750691"/>
                  </a:lnTo>
                  <a:lnTo>
                    <a:pt x="2727866" y="1794812"/>
                  </a:lnTo>
                  <a:lnTo>
                    <a:pt x="2702183" y="1816753"/>
                  </a:lnTo>
                  <a:lnTo>
                    <a:pt x="2650832" y="1856793"/>
                  </a:lnTo>
                  <a:lnTo>
                    <a:pt x="2597085" y="1893393"/>
                  </a:lnTo>
                  <a:lnTo>
                    <a:pt x="2540279" y="1926673"/>
                  </a:lnTo>
                  <a:lnTo>
                    <a:pt x="2479688" y="1956864"/>
                  </a:lnTo>
                  <a:lnTo>
                    <a:pt x="2414555" y="1984245"/>
                  </a:lnTo>
                  <a:lnTo>
                    <a:pt x="2344139" y="2009106"/>
                  </a:lnTo>
                  <a:lnTo>
                    <a:pt x="2267759" y="2031716"/>
                  </a:lnTo>
                  <a:lnTo>
                    <a:pt x="2184863" y="2052319"/>
                  </a:lnTo>
                  <a:lnTo>
                    <a:pt x="2095106" y="2071113"/>
                  </a:lnTo>
                  <a:lnTo>
                    <a:pt x="1998469" y="2088254"/>
                  </a:lnTo>
                  <a:lnTo>
                    <a:pt x="1895386" y="2103851"/>
                  </a:lnTo>
                  <a:lnTo>
                    <a:pt x="1786882" y="2117966"/>
                  </a:lnTo>
                  <a:lnTo>
                    <a:pt x="1674700" y="2130618"/>
                  </a:lnTo>
                  <a:lnTo>
                    <a:pt x="1561361" y="2141796"/>
                  </a:lnTo>
                  <a:lnTo>
                    <a:pt x="1450122" y="2151470"/>
                  </a:lnTo>
                  <a:lnTo>
                    <a:pt x="1344769" y="2159611"/>
                  </a:lnTo>
                  <a:lnTo>
                    <a:pt x="1249238" y="2166217"/>
                  </a:lnTo>
                  <a:lnTo>
                    <a:pt x="1167096" y="2171332"/>
                  </a:lnTo>
                  <a:lnTo>
                    <a:pt x="1100977" y="2175058"/>
                  </a:lnTo>
                  <a:lnTo>
                    <a:pt x="1052101" y="2177561"/>
                  </a:lnTo>
                  <a:lnTo>
                    <a:pt x="1019998" y="2179061"/>
                  </a:lnTo>
                  <a:lnTo>
                    <a:pt x="1002487" y="2179809"/>
                  </a:lnTo>
                  <a:lnTo>
                    <a:pt x="995829" y="2180071"/>
                  </a:lnTo>
                  <a:lnTo>
                    <a:pt x="994940" y="2180103"/>
                  </a:lnTo>
                  <a:lnTo>
                    <a:pt x="0" y="2180103"/>
                  </a:lnTo>
                  <a:lnTo>
                    <a:pt x="0" y="21801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1" name="pg1400"/>
            <p:cNvSpPr/>
            <p:nvPr/>
          </p:nvSpPr>
          <p:spPr>
            <a:xfrm>
              <a:off x="1199187" y="3007959"/>
              <a:ext cx="12049831" cy="3165342"/>
            </a:xfrm>
            <a:custGeom>
              <a:avLst/>
              <a:pathLst>
                <a:path w="12049831" h="3165342">
                  <a:moveTo>
                    <a:pt x="0" y="2180103"/>
                  </a:moveTo>
                  <a:lnTo>
                    <a:pt x="994940" y="2180103"/>
                  </a:lnTo>
                  <a:lnTo>
                    <a:pt x="996040" y="2180063"/>
                  </a:lnTo>
                  <a:lnTo>
                    <a:pt x="1003304" y="2179777"/>
                  </a:lnTo>
                  <a:lnTo>
                    <a:pt x="1021730" y="2178986"/>
                  </a:lnTo>
                  <a:lnTo>
                    <a:pt x="1054952" y="2177428"/>
                  </a:lnTo>
                  <a:lnTo>
                    <a:pt x="1105041" y="2174852"/>
                  </a:lnTo>
                  <a:lnTo>
                    <a:pt x="1172341" y="2171043"/>
                  </a:lnTo>
                  <a:lnTo>
                    <a:pt x="1255522" y="2165839"/>
                  </a:lnTo>
                  <a:lnTo>
                    <a:pt x="1351870" y="2159142"/>
                  </a:lnTo>
                  <a:lnTo>
                    <a:pt x="1457770" y="2150912"/>
                  </a:lnTo>
                  <a:lnTo>
                    <a:pt x="1569281" y="2141155"/>
                  </a:lnTo>
                  <a:lnTo>
                    <a:pt x="1682642" y="2129899"/>
                  </a:lnTo>
                  <a:lnTo>
                    <a:pt x="1794645" y="2117174"/>
                  </a:lnTo>
                  <a:lnTo>
                    <a:pt x="1902822" y="2102990"/>
                  </a:lnTo>
                  <a:lnTo>
                    <a:pt x="2005484" y="2087324"/>
                  </a:lnTo>
                  <a:lnTo>
                    <a:pt x="2101649" y="2070111"/>
                  </a:lnTo>
                  <a:lnTo>
                    <a:pt x="2190922" y="2051240"/>
                  </a:lnTo>
                  <a:lnTo>
                    <a:pt x="2273350" y="2030552"/>
                  </a:lnTo>
                  <a:lnTo>
                    <a:pt x="2349293" y="2007844"/>
                  </a:lnTo>
                  <a:lnTo>
                    <a:pt x="2419317" y="1982874"/>
                  </a:lnTo>
                  <a:lnTo>
                    <a:pt x="2484107" y="1955368"/>
                  </a:lnTo>
                  <a:lnTo>
                    <a:pt x="2544410" y="1925040"/>
                  </a:lnTo>
                  <a:lnTo>
                    <a:pt x="2600979" y="1891610"/>
                  </a:lnTo>
                  <a:lnTo>
                    <a:pt x="2654539" y="1854856"/>
                  </a:lnTo>
                  <a:lnTo>
                    <a:pt x="2702183" y="1817626"/>
                  </a:lnTo>
                  <a:lnTo>
                    <a:pt x="2750555" y="1775323"/>
                  </a:lnTo>
                  <a:lnTo>
                    <a:pt x="2797644" y="1729684"/>
                  </a:lnTo>
                  <a:lnTo>
                    <a:pt x="2843825" y="1680642"/>
                  </a:lnTo>
                  <a:lnTo>
                    <a:pt x="2889395" y="1628194"/>
                  </a:lnTo>
                  <a:lnTo>
                    <a:pt x="2934586" y="1572411"/>
                  </a:lnTo>
                  <a:lnTo>
                    <a:pt x="2979575" y="1513437"/>
                  </a:lnTo>
                  <a:lnTo>
                    <a:pt x="3024486" y="1451499"/>
                  </a:lnTo>
                  <a:lnTo>
                    <a:pt x="3069406" y="1386908"/>
                  </a:lnTo>
                  <a:lnTo>
                    <a:pt x="3114381" y="1320048"/>
                  </a:lnTo>
                  <a:lnTo>
                    <a:pt x="3159428" y="1251377"/>
                  </a:lnTo>
                  <a:lnTo>
                    <a:pt x="3204542" y="1181412"/>
                  </a:lnTo>
                  <a:lnTo>
                    <a:pt x="3249698" y="1110711"/>
                  </a:lnTo>
                  <a:lnTo>
                    <a:pt x="3294863" y="1039860"/>
                  </a:lnTo>
                  <a:lnTo>
                    <a:pt x="3340002" y="969449"/>
                  </a:lnTo>
                  <a:lnTo>
                    <a:pt x="3385086" y="900052"/>
                  </a:lnTo>
                  <a:lnTo>
                    <a:pt x="3430097" y="832209"/>
                  </a:lnTo>
                  <a:lnTo>
                    <a:pt x="3475041" y="766410"/>
                  </a:lnTo>
                  <a:lnTo>
                    <a:pt x="3519949" y="703078"/>
                  </a:lnTo>
                  <a:lnTo>
                    <a:pt x="3564885" y="642562"/>
                  </a:lnTo>
                  <a:lnTo>
                    <a:pt x="3609954" y="585132"/>
                  </a:lnTo>
                  <a:lnTo>
                    <a:pt x="3655306" y="530973"/>
                  </a:lnTo>
                  <a:lnTo>
                    <a:pt x="3701143" y="480194"/>
                  </a:lnTo>
                  <a:lnTo>
                    <a:pt x="3747728" y="432827"/>
                  </a:lnTo>
                  <a:lnTo>
                    <a:pt x="3795395" y="388838"/>
                  </a:lnTo>
                  <a:lnTo>
                    <a:pt x="3820202" y="367717"/>
                  </a:lnTo>
                  <a:lnTo>
                    <a:pt x="3871556" y="327772"/>
                  </a:lnTo>
                  <a:lnTo>
                    <a:pt x="3925306" y="291258"/>
                  </a:lnTo>
                  <a:lnTo>
                    <a:pt x="3982115" y="258056"/>
                  </a:lnTo>
                  <a:lnTo>
                    <a:pt x="4042710" y="227937"/>
                  </a:lnTo>
                  <a:lnTo>
                    <a:pt x="4107848" y="200621"/>
                  </a:lnTo>
                  <a:lnTo>
                    <a:pt x="4178269" y="175819"/>
                  </a:lnTo>
                  <a:lnTo>
                    <a:pt x="4254655" y="153262"/>
                  </a:lnTo>
                  <a:lnTo>
                    <a:pt x="4337558" y="132709"/>
                  </a:lnTo>
                  <a:lnTo>
                    <a:pt x="4427323" y="113960"/>
                  </a:lnTo>
                  <a:lnTo>
                    <a:pt x="4523968" y="96860"/>
                  </a:lnTo>
                  <a:lnTo>
                    <a:pt x="4627060" y="81301"/>
                  </a:lnTo>
                  <a:lnTo>
                    <a:pt x="4735572" y="67220"/>
                  </a:lnTo>
                  <a:lnTo>
                    <a:pt x="4847762" y="54598"/>
                  </a:lnTo>
                  <a:lnTo>
                    <a:pt x="4961106" y="43448"/>
                  </a:lnTo>
                  <a:lnTo>
                    <a:pt x="5072348" y="33798"/>
                  </a:lnTo>
                  <a:lnTo>
                    <a:pt x="5177700" y="25677"/>
                  </a:lnTo>
                  <a:lnTo>
                    <a:pt x="5273226" y="19088"/>
                  </a:lnTo>
                  <a:lnTo>
                    <a:pt x="5355359" y="13987"/>
                  </a:lnTo>
                  <a:lnTo>
                    <a:pt x="5421465" y="10271"/>
                  </a:lnTo>
                  <a:lnTo>
                    <a:pt x="5470326" y="7774"/>
                  </a:lnTo>
                  <a:lnTo>
                    <a:pt x="5502413" y="6279"/>
                  </a:lnTo>
                  <a:lnTo>
                    <a:pt x="5519911" y="5533"/>
                  </a:lnTo>
                  <a:lnTo>
                    <a:pt x="5526560" y="5272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8" y="5297"/>
                  </a:lnTo>
                  <a:lnTo>
                    <a:pt x="6530471" y="5698"/>
                  </a:lnTo>
                  <a:lnTo>
                    <a:pt x="6548300" y="6806"/>
                  </a:lnTo>
                  <a:lnTo>
                    <a:pt x="6580487" y="8992"/>
                  </a:lnTo>
                  <a:lnTo>
                    <a:pt x="6629096" y="12606"/>
                  </a:lnTo>
                  <a:lnTo>
                    <a:pt x="6694548" y="17955"/>
                  </a:lnTo>
                  <a:lnTo>
                    <a:pt x="6775656" y="25271"/>
                  </a:lnTo>
                  <a:lnTo>
                    <a:pt x="6869883" y="34698"/>
                  </a:lnTo>
                  <a:lnTo>
                    <a:pt x="6973794" y="46299"/>
                  </a:lnTo>
                  <a:lnTo>
                    <a:pt x="7083587" y="60070"/>
                  </a:lnTo>
                  <a:lnTo>
                    <a:pt x="7195593" y="75974"/>
                  </a:lnTo>
                  <a:lnTo>
                    <a:pt x="7306633" y="93968"/>
                  </a:lnTo>
                  <a:lnTo>
                    <a:pt x="7414224" y="114033"/>
                  </a:lnTo>
                  <a:lnTo>
                    <a:pt x="7516629" y="136192"/>
                  </a:lnTo>
                  <a:lnTo>
                    <a:pt x="7612801" y="160527"/>
                  </a:lnTo>
                  <a:lnTo>
                    <a:pt x="7702272" y="187183"/>
                  </a:lnTo>
                  <a:lnTo>
                    <a:pt x="7785019" y="216371"/>
                  </a:lnTo>
                  <a:lnTo>
                    <a:pt x="7861343" y="248364"/>
                  </a:lnTo>
                  <a:lnTo>
                    <a:pt x="7931756" y="283492"/>
                  </a:lnTo>
                  <a:lnTo>
                    <a:pt x="7996903" y="322130"/>
                  </a:lnTo>
                  <a:lnTo>
                    <a:pt x="8057493" y="364681"/>
                  </a:lnTo>
                  <a:lnTo>
                    <a:pt x="8114257" y="411540"/>
                  </a:lnTo>
                  <a:lnTo>
                    <a:pt x="8167906" y="463049"/>
                  </a:lnTo>
                  <a:lnTo>
                    <a:pt x="8219093" y="519414"/>
                  </a:lnTo>
                  <a:lnTo>
                    <a:pt x="8229629" y="531924"/>
                  </a:lnTo>
                  <a:lnTo>
                    <a:pt x="8272089" y="585519"/>
                  </a:lnTo>
                  <a:lnTo>
                    <a:pt x="8313525" y="642823"/>
                  </a:lnTo>
                  <a:lnTo>
                    <a:pt x="8354200" y="703912"/>
                  </a:lnTo>
                  <a:lnTo>
                    <a:pt x="8394329" y="768808"/>
                  </a:lnTo>
                  <a:lnTo>
                    <a:pt x="8434085" y="837476"/>
                  </a:lnTo>
                  <a:lnTo>
                    <a:pt x="8473608" y="909816"/>
                  </a:lnTo>
                  <a:lnTo>
                    <a:pt x="8513003" y="985660"/>
                  </a:lnTo>
                  <a:lnTo>
                    <a:pt x="8552351" y="1064770"/>
                  </a:lnTo>
                  <a:lnTo>
                    <a:pt x="8591706" y="1146839"/>
                  </a:lnTo>
                  <a:lnTo>
                    <a:pt x="8631101" y="1231493"/>
                  </a:lnTo>
                  <a:lnTo>
                    <a:pt x="8670551" y="1318296"/>
                  </a:lnTo>
                  <a:lnTo>
                    <a:pt x="8710056" y="1406760"/>
                  </a:lnTo>
                  <a:lnTo>
                    <a:pt x="8749603" y="1496352"/>
                  </a:lnTo>
                  <a:lnTo>
                    <a:pt x="8789174" y="1586513"/>
                  </a:lnTo>
                  <a:lnTo>
                    <a:pt x="8828744" y="1676665"/>
                  </a:lnTo>
                  <a:lnTo>
                    <a:pt x="8868291" y="1766235"/>
                  </a:lnTo>
                  <a:lnTo>
                    <a:pt x="8907794" y="1854660"/>
                  </a:lnTo>
                  <a:lnTo>
                    <a:pt x="8947242" y="1941411"/>
                  </a:lnTo>
                  <a:lnTo>
                    <a:pt x="8986636" y="2026001"/>
                  </a:lnTo>
                  <a:lnTo>
                    <a:pt x="9025990" y="2107994"/>
                  </a:lnTo>
                  <a:lnTo>
                    <a:pt x="9065338" y="2187020"/>
                  </a:lnTo>
                  <a:lnTo>
                    <a:pt x="9104736" y="2262771"/>
                  </a:lnTo>
                  <a:lnTo>
                    <a:pt x="9144264" y="2335014"/>
                  </a:lnTo>
                  <a:lnTo>
                    <a:pt x="9184028" y="2403581"/>
                  </a:lnTo>
                  <a:lnTo>
                    <a:pt x="9224169" y="2468374"/>
                  </a:lnTo>
                  <a:lnTo>
                    <a:pt x="9264862" y="2529360"/>
                  </a:lnTo>
                  <a:lnTo>
                    <a:pt x="9306322" y="2586562"/>
                  </a:lnTo>
                  <a:lnTo>
                    <a:pt x="9347647" y="2638659"/>
                  </a:lnTo>
                  <a:lnTo>
                    <a:pt x="9398391" y="2696054"/>
                  </a:lnTo>
                  <a:lnTo>
                    <a:pt x="9451469" y="2748576"/>
                  </a:lnTo>
                  <a:lnTo>
                    <a:pt x="9507518" y="2796391"/>
                  </a:lnTo>
                  <a:lnTo>
                    <a:pt x="9567241" y="2839818"/>
                  </a:lnTo>
                  <a:lnTo>
                    <a:pt x="9631366" y="2879247"/>
                  </a:lnTo>
                  <a:lnTo>
                    <a:pt x="9700612" y="2915083"/>
                  </a:lnTo>
                  <a:lnTo>
                    <a:pt x="9775641" y="2947708"/>
                  </a:lnTo>
                  <a:lnTo>
                    <a:pt x="9857000" y="2977463"/>
                  </a:lnTo>
                  <a:lnTo>
                    <a:pt x="9945042" y="3004633"/>
                  </a:lnTo>
                  <a:lnTo>
                    <a:pt x="10039823" y="3029444"/>
                  </a:lnTo>
                  <a:lnTo>
                    <a:pt x="10140979" y="3052053"/>
                  </a:lnTo>
                  <a:lnTo>
                    <a:pt x="10247597" y="3072555"/>
                  </a:lnTo>
                  <a:lnTo>
                    <a:pt x="10358091" y="3090986"/>
                  </a:lnTo>
                  <a:lnTo>
                    <a:pt x="10470136" y="3107334"/>
                  </a:lnTo>
                  <a:lnTo>
                    <a:pt x="10580689" y="3121559"/>
                  </a:lnTo>
                  <a:lnTo>
                    <a:pt x="10686159" y="3133620"/>
                  </a:lnTo>
                  <a:lnTo>
                    <a:pt x="10782735" y="3143502"/>
                  </a:lnTo>
                  <a:lnTo>
                    <a:pt x="10866859" y="3151254"/>
                  </a:lnTo>
                  <a:lnTo>
                    <a:pt x="10935762" y="3157002"/>
                  </a:lnTo>
                  <a:lnTo>
                    <a:pt x="10987944" y="3160959"/>
                  </a:lnTo>
                  <a:lnTo>
                    <a:pt x="11023476" y="3163417"/>
                  </a:lnTo>
                  <a:lnTo>
                    <a:pt x="11044085" y="3164722"/>
                  </a:lnTo>
                  <a:lnTo>
                    <a:pt x="11053024" y="3165242"/>
                  </a:lnTo>
                  <a:lnTo>
                    <a:pt x="11054891" y="3165342"/>
                  </a:lnTo>
                  <a:lnTo>
                    <a:pt x="12049831" y="3165342"/>
                  </a:lnTo>
                  <a:lnTo>
                    <a:pt x="12049831" y="3160102"/>
                  </a:lnTo>
                  <a:lnTo>
                    <a:pt x="11054891" y="3160102"/>
                  </a:lnTo>
                  <a:lnTo>
                    <a:pt x="11053828" y="3160045"/>
                  </a:lnTo>
                  <a:lnTo>
                    <a:pt x="11046805" y="3159644"/>
                  </a:lnTo>
                  <a:lnTo>
                    <a:pt x="11028977" y="3158536"/>
                  </a:lnTo>
                  <a:lnTo>
                    <a:pt x="10996789" y="3156350"/>
                  </a:lnTo>
                  <a:lnTo>
                    <a:pt x="10948181" y="3152736"/>
                  </a:lnTo>
                  <a:lnTo>
                    <a:pt x="10882729" y="3147387"/>
                  </a:lnTo>
                  <a:lnTo>
                    <a:pt x="10801620" y="3140071"/>
                  </a:lnTo>
                  <a:lnTo>
                    <a:pt x="10707393" y="3130644"/>
                  </a:lnTo>
                  <a:lnTo>
                    <a:pt x="10603483" y="3119043"/>
                  </a:lnTo>
                  <a:lnTo>
                    <a:pt x="10493689" y="3105272"/>
                  </a:lnTo>
                  <a:lnTo>
                    <a:pt x="10381684" y="3089368"/>
                  </a:lnTo>
                  <a:lnTo>
                    <a:pt x="10270644" y="3071374"/>
                  </a:lnTo>
                  <a:lnTo>
                    <a:pt x="10163052" y="3051309"/>
                  </a:lnTo>
                  <a:lnTo>
                    <a:pt x="10060647" y="3029150"/>
                  </a:lnTo>
                  <a:lnTo>
                    <a:pt x="9964475" y="3004815"/>
                  </a:lnTo>
                  <a:lnTo>
                    <a:pt x="9875005" y="2978159"/>
                  </a:lnTo>
                  <a:lnTo>
                    <a:pt x="9792257" y="2948971"/>
                  </a:lnTo>
                  <a:lnTo>
                    <a:pt x="9715933" y="2916978"/>
                  </a:lnTo>
                  <a:lnTo>
                    <a:pt x="9645520" y="2881850"/>
                  </a:lnTo>
                  <a:lnTo>
                    <a:pt x="9580374" y="2843212"/>
                  </a:lnTo>
                  <a:lnTo>
                    <a:pt x="9519783" y="2800661"/>
                  </a:lnTo>
                  <a:lnTo>
                    <a:pt x="9463019" y="2753802"/>
                  </a:lnTo>
                  <a:lnTo>
                    <a:pt x="9409371" y="2702293"/>
                  </a:lnTo>
                  <a:lnTo>
                    <a:pt x="9358183" y="2645928"/>
                  </a:lnTo>
                  <a:lnTo>
                    <a:pt x="9347647" y="2633418"/>
                  </a:lnTo>
                  <a:lnTo>
                    <a:pt x="9305187" y="2579823"/>
                  </a:lnTo>
                  <a:lnTo>
                    <a:pt x="9263751" y="2522519"/>
                  </a:lnTo>
                  <a:lnTo>
                    <a:pt x="9223076" y="2461430"/>
                  </a:lnTo>
                  <a:lnTo>
                    <a:pt x="9182948" y="2396534"/>
                  </a:lnTo>
                  <a:lnTo>
                    <a:pt x="9143191" y="2327866"/>
                  </a:lnTo>
                  <a:lnTo>
                    <a:pt x="9103669" y="2255526"/>
                  </a:lnTo>
                  <a:lnTo>
                    <a:pt x="9064273" y="2179682"/>
                  </a:lnTo>
                  <a:lnTo>
                    <a:pt x="9024925" y="2100572"/>
                  </a:lnTo>
                  <a:lnTo>
                    <a:pt x="8985570" y="2018503"/>
                  </a:lnTo>
                  <a:lnTo>
                    <a:pt x="8946175" y="1933849"/>
                  </a:lnTo>
                  <a:lnTo>
                    <a:pt x="8906725" y="1847046"/>
                  </a:lnTo>
                  <a:lnTo>
                    <a:pt x="8867221" y="1758582"/>
                  </a:lnTo>
                  <a:lnTo>
                    <a:pt x="8827673" y="1668990"/>
                  </a:lnTo>
                  <a:lnTo>
                    <a:pt x="8788103" y="1578829"/>
                  </a:lnTo>
                  <a:lnTo>
                    <a:pt x="8748532" y="1488677"/>
                  </a:lnTo>
                  <a:lnTo>
                    <a:pt x="8708986" y="1399107"/>
                  </a:lnTo>
                  <a:lnTo>
                    <a:pt x="8669483" y="1310682"/>
                  </a:lnTo>
                  <a:lnTo>
                    <a:pt x="8630034" y="1223931"/>
                  </a:lnTo>
                  <a:lnTo>
                    <a:pt x="8590641" y="1139341"/>
                  </a:lnTo>
                  <a:lnTo>
                    <a:pt x="8551287" y="1057348"/>
                  </a:lnTo>
                  <a:lnTo>
                    <a:pt x="8511938" y="978322"/>
                  </a:lnTo>
                  <a:lnTo>
                    <a:pt x="8472540" y="902571"/>
                  </a:lnTo>
                  <a:lnTo>
                    <a:pt x="8433013" y="830328"/>
                  </a:lnTo>
                  <a:lnTo>
                    <a:pt x="8393248" y="761761"/>
                  </a:lnTo>
                  <a:lnTo>
                    <a:pt x="8353107" y="696968"/>
                  </a:lnTo>
                  <a:lnTo>
                    <a:pt x="8312415" y="635982"/>
                  </a:lnTo>
                  <a:lnTo>
                    <a:pt x="8270955" y="578780"/>
                  </a:lnTo>
                  <a:lnTo>
                    <a:pt x="8229629" y="526683"/>
                  </a:lnTo>
                  <a:lnTo>
                    <a:pt x="8178885" y="469288"/>
                  </a:lnTo>
                  <a:lnTo>
                    <a:pt x="8125808" y="416766"/>
                  </a:lnTo>
                  <a:lnTo>
                    <a:pt x="8069759" y="368951"/>
                  </a:lnTo>
                  <a:lnTo>
                    <a:pt x="8010036" y="325524"/>
                  </a:lnTo>
                  <a:lnTo>
                    <a:pt x="7945910" y="286095"/>
                  </a:lnTo>
                  <a:lnTo>
                    <a:pt x="7876665" y="250259"/>
                  </a:lnTo>
                  <a:lnTo>
                    <a:pt x="7801636" y="217634"/>
                  </a:lnTo>
                  <a:lnTo>
                    <a:pt x="7720276" y="187879"/>
                  </a:lnTo>
                  <a:lnTo>
                    <a:pt x="7632234" y="160709"/>
                  </a:lnTo>
                  <a:lnTo>
                    <a:pt x="7537454" y="135898"/>
                  </a:lnTo>
                  <a:lnTo>
                    <a:pt x="7436298" y="113289"/>
                  </a:lnTo>
                  <a:lnTo>
                    <a:pt x="7329680" y="92787"/>
                  </a:lnTo>
                  <a:lnTo>
                    <a:pt x="7219185" y="74356"/>
                  </a:lnTo>
                  <a:lnTo>
                    <a:pt x="7107140" y="58008"/>
                  </a:lnTo>
                  <a:lnTo>
                    <a:pt x="6996587" y="43783"/>
                  </a:lnTo>
                  <a:lnTo>
                    <a:pt x="6891117" y="31722"/>
                  </a:lnTo>
                  <a:lnTo>
                    <a:pt x="6794542" y="21840"/>
                  </a:lnTo>
                  <a:lnTo>
                    <a:pt x="6710418" y="14088"/>
                  </a:lnTo>
                  <a:lnTo>
                    <a:pt x="6641514" y="8340"/>
                  </a:lnTo>
                  <a:lnTo>
                    <a:pt x="6589333" y="4383"/>
                  </a:lnTo>
                  <a:lnTo>
                    <a:pt x="6553800" y="1925"/>
                  </a:lnTo>
                  <a:lnTo>
                    <a:pt x="6533192" y="620"/>
                  </a:lnTo>
                  <a:lnTo>
                    <a:pt x="6524252" y="10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5" y="40"/>
                  </a:lnTo>
                  <a:lnTo>
                    <a:pt x="5519081" y="326"/>
                  </a:lnTo>
                  <a:lnTo>
                    <a:pt x="5500655" y="1116"/>
                  </a:lnTo>
                  <a:lnTo>
                    <a:pt x="5467433" y="2675"/>
                  </a:lnTo>
                  <a:lnTo>
                    <a:pt x="5417344" y="5251"/>
                  </a:lnTo>
                  <a:lnTo>
                    <a:pt x="5350044" y="9060"/>
                  </a:lnTo>
                  <a:lnTo>
                    <a:pt x="5266863" y="14264"/>
                  </a:lnTo>
                  <a:lnTo>
                    <a:pt x="5170515" y="20961"/>
                  </a:lnTo>
                  <a:lnTo>
                    <a:pt x="5064615" y="29191"/>
                  </a:lnTo>
                  <a:lnTo>
                    <a:pt x="4953104" y="38948"/>
                  </a:lnTo>
                  <a:lnTo>
                    <a:pt x="4839743" y="50204"/>
                  </a:lnTo>
                  <a:lnTo>
                    <a:pt x="4727740" y="62929"/>
                  </a:lnTo>
                  <a:lnTo>
                    <a:pt x="4619563" y="77113"/>
                  </a:lnTo>
                  <a:lnTo>
                    <a:pt x="4516901" y="92779"/>
                  </a:lnTo>
                  <a:lnTo>
                    <a:pt x="4420736" y="109992"/>
                  </a:lnTo>
                  <a:lnTo>
                    <a:pt x="4331463" y="128863"/>
                  </a:lnTo>
                  <a:lnTo>
                    <a:pt x="4249035" y="149551"/>
                  </a:lnTo>
                  <a:lnTo>
                    <a:pt x="4173092" y="172259"/>
                  </a:lnTo>
                  <a:lnTo>
                    <a:pt x="4103068" y="197229"/>
                  </a:lnTo>
                  <a:lnTo>
                    <a:pt x="4038278" y="224734"/>
                  </a:lnTo>
                  <a:lnTo>
                    <a:pt x="3977975" y="255063"/>
                  </a:lnTo>
                  <a:lnTo>
                    <a:pt x="3921406" y="288492"/>
                  </a:lnTo>
                  <a:lnTo>
                    <a:pt x="3867846" y="325247"/>
                  </a:lnTo>
                  <a:lnTo>
                    <a:pt x="3820202" y="362477"/>
                  </a:lnTo>
                  <a:lnTo>
                    <a:pt x="3771830" y="404780"/>
                  </a:lnTo>
                  <a:lnTo>
                    <a:pt x="3724741" y="450419"/>
                  </a:lnTo>
                  <a:lnTo>
                    <a:pt x="3678560" y="499461"/>
                  </a:lnTo>
                  <a:lnTo>
                    <a:pt x="3632990" y="551908"/>
                  </a:lnTo>
                  <a:lnTo>
                    <a:pt x="3587799" y="607692"/>
                  </a:lnTo>
                  <a:lnTo>
                    <a:pt x="3542810" y="666666"/>
                  </a:lnTo>
                  <a:lnTo>
                    <a:pt x="3497899" y="728603"/>
                  </a:lnTo>
                  <a:lnTo>
                    <a:pt x="3452979" y="793195"/>
                  </a:lnTo>
                  <a:lnTo>
                    <a:pt x="3408004" y="860055"/>
                  </a:lnTo>
                  <a:lnTo>
                    <a:pt x="3362957" y="928726"/>
                  </a:lnTo>
                  <a:lnTo>
                    <a:pt x="3317843" y="998691"/>
                  </a:lnTo>
                  <a:lnTo>
                    <a:pt x="3272687" y="1069392"/>
                  </a:lnTo>
                  <a:lnTo>
                    <a:pt x="3227522" y="1140242"/>
                  </a:lnTo>
                  <a:lnTo>
                    <a:pt x="3182383" y="1210654"/>
                  </a:lnTo>
                  <a:lnTo>
                    <a:pt x="3137299" y="1280051"/>
                  </a:lnTo>
                  <a:lnTo>
                    <a:pt x="3092288" y="1347894"/>
                  </a:lnTo>
                  <a:lnTo>
                    <a:pt x="3047344" y="1413693"/>
                  </a:lnTo>
                  <a:lnTo>
                    <a:pt x="3002436" y="1477025"/>
                  </a:lnTo>
                  <a:lnTo>
                    <a:pt x="2957500" y="1537540"/>
                  </a:lnTo>
                  <a:lnTo>
                    <a:pt x="2912431" y="1594971"/>
                  </a:lnTo>
                  <a:lnTo>
                    <a:pt x="2867079" y="1649130"/>
                  </a:lnTo>
                  <a:lnTo>
                    <a:pt x="2821242" y="1699909"/>
                  </a:lnTo>
                  <a:lnTo>
                    <a:pt x="2774657" y="1747276"/>
                  </a:lnTo>
                  <a:lnTo>
                    <a:pt x="2726990" y="1791265"/>
                  </a:lnTo>
                  <a:lnTo>
                    <a:pt x="2702183" y="1812385"/>
                  </a:lnTo>
                  <a:lnTo>
                    <a:pt x="2650829" y="1852331"/>
                  </a:lnTo>
                  <a:lnTo>
                    <a:pt x="2597079" y="1888845"/>
                  </a:lnTo>
                  <a:lnTo>
                    <a:pt x="2540270" y="1922046"/>
                  </a:lnTo>
                  <a:lnTo>
                    <a:pt x="2479675" y="1952166"/>
                  </a:lnTo>
                  <a:lnTo>
                    <a:pt x="2414537" y="1979482"/>
                  </a:lnTo>
                  <a:lnTo>
                    <a:pt x="2344116" y="2004283"/>
                  </a:lnTo>
                  <a:lnTo>
                    <a:pt x="2267730" y="2026840"/>
                  </a:lnTo>
                  <a:lnTo>
                    <a:pt x="2184827" y="2047393"/>
                  </a:lnTo>
                  <a:lnTo>
                    <a:pt x="2095062" y="2066142"/>
                  </a:lnTo>
                  <a:lnTo>
                    <a:pt x="1998417" y="2083243"/>
                  </a:lnTo>
                  <a:lnTo>
                    <a:pt x="1895325" y="2098802"/>
                  </a:lnTo>
                  <a:lnTo>
                    <a:pt x="1786813" y="2112883"/>
                  </a:lnTo>
                  <a:lnTo>
                    <a:pt x="1674623" y="2125504"/>
                  </a:lnTo>
                  <a:lnTo>
                    <a:pt x="1561279" y="2136655"/>
                  </a:lnTo>
                  <a:lnTo>
                    <a:pt x="1450037" y="2146305"/>
                  </a:lnTo>
                  <a:lnTo>
                    <a:pt x="1344685" y="2154426"/>
                  </a:lnTo>
                  <a:lnTo>
                    <a:pt x="1249159" y="2161015"/>
                  </a:lnTo>
                  <a:lnTo>
                    <a:pt x="1167026" y="2166116"/>
                  </a:lnTo>
                  <a:lnTo>
                    <a:pt x="1100920" y="2169832"/>
                  </a:lnTo>
                  <a:lnTo>
                    <a:pt x="1052059" y="2172329"/>
                  </a:lnTo>
                  <a:lnTo>
                    <a:pt x="1019972" y="2173824"/>
                  </a:lnTo>
                  <a:lnTo>
                    <a:pt x="1002474" y="2174570"/>
                  </a:lnTo>
                  <a:lnTo>
                    <a:pt x="995825" y="2174830"/>
                  </a:lnTo>
                  <a:lnTo>
                    <a:pt x="994940" y="2174863"/>
                  </a:lnTo>
                  <a:lnTo>
                    <a:pt x="0" y="2174863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02" name="pl1401"/>
            <p:cNvSpPr/>
            <p:nvPr/>
          </p:nvSpPr>
          <p:spPr>
            <a:xfrm>
              <a:off x="1199187" y="3013200"/>
              <a:ext cx="12049831" cy="3160102"/>
            </a:xfrm>
            <a:custGeom>
              <a:avLst/>
              <a:pathLst>
                <a:path w="12049831" h="3160102">
                  <a:moveTo>
                    <a:pt x="0" y="2174863"/>
                  </a:moveTo>
                  <a:lnTo>
                    <a:pt x="994940" y="2174863"/>
                  </a:lnTo>
                  <a:lnTo>
                    <a:pt x="996040" y="2174822"/>
                  </a:lnTo>
                  <a:lnTo>
                    <a:pt x="1003304" y="2174536"/>
                  </a:lnTo>
                  <a:lnTo>
                    <a:pt x="1021730" y="2173746"/>
                  </a:lnTo>
                  <a:lnTo>
                    <a:pt x="1054952" y="2172187"/>
                  </a:lnTo>
                  <a:lnTo>
                    <a:pt x="1105041" y="2169611"/>
                  </a:lnTo>
                  <a:lnTo>
                    <a:pt x="1172341" y="2165802"/>
                  </a:lnTo>
                  <a:lnTo>
                    <a:pt x="1255522" y="2160598"/>
                  </a:lnTo>
                  <a:lnTo>
                    <a:pt x="1351870" y="2153901"/>
                  </a:lnTo>
                  <a:lnTo>
                    <a:pt x="1457770" y="2145671"/>
                  </a:lnTo>
                  <a:lnTo>
                    <a:pt x="1569281" y="2135914"/>
                  </a:lnTo>
                  <a:lnTo>
                    <a:pt x="1682642" y="2124658"/>
                  </a:lnTo>
                  <a:lnTo>
                    <a:pt x="1794645" y="2111933"/>
                  </a:lnTo>
                  <a:lnTo>
                    <a:pt x="1902822" y="2097749"/>
                  </a:lnTo>
                  <a:lnTo>
                    <a:pt x="2005484" y="2082083"/>
                  </a:lnTo>
                  <a:lnTo>
                    <a:pt x="2101649" y="2064870"/>
                  </a:lnTo>
                  <a:lnTo>
                    <a:pt x="2190922" y="2045999"/>
                  </a:lnTo>
                  <a:lnTo>
                    <a:pt x="2273350" y="2025311"/>
                  </a:lnTo>
                  <a:lnTo>
                    <a:pt x="2349293" y="2002603"/>
                  </a:lnTo>
                  <a:lnTo>
                    <a:pt x="2419317" y="1977633"/>
                  </a:lnTo>
                  <a:lnTo>
                    <a:pt x="2484107" y="1950128"/>
                  </a:lnTo>
                  <a:lnTo>
                    <a:pt x="2544410" y="1919799"/>
                  </a:lnTo>
                  <a:lnTo>
                    <a:pt x="2600979" y="1886370"/>
                  </a:lnTo>
                  <a:lnTo>
                    <a:pt x="2654539" y="1849615"/>
                  </a:lnTo>
                  <a:lnTo>
                    <a:pt x="2702183" y="1812385"/>
                  </a:lnTo>
                  <a:lnTo>
                    <a:pt x="2750555" y="1770082"/>
                  </a:lnTo>
                  <a:lnTo>
                    <a:pt x="2797644" y="1724443"/>
                  </a:lnTo>
                  <a:lnTo>
                    <a:pt x="2843825" y="1675401"/>
                  </a:lnTo>
                  <a:lnTo>
                    <a:pt x="2889395" y="1622954"/>
                  </a:lnTo>
                  <a:lnTo>
                    <a:pt x="2934586" y="1567170"/>
                  </a:lnTo>
                  <a:lnTo>
                    <a:pt x="2979575" y="1508196"/>
                  </a:lnTo>
                  <a:lnTo>
                    <a:pt x="3024486" y="1446259"/>
                  </a:lnTo>
                  <a:lnTo>
                    <a:pt x="3069406" y="1381667"/>
                  </a:lnTo>
                  <a:lnTo>
                    <a:pt x="3114381" y="1314807"/>
                  </a:lnTo>
                  <a:lnTo>
                    <a:pt x="3159428" y="1246136"/>
                  </a:lnTo>
                  <a:lnTo>
                    <a:pt x="3204542" y="1176171"/>
                  </a:lnTo>
                  <a:lnTo>
                    <a:pt x="3249698" y="1105471"/>
                  </a:lnTo>
                  <a:lnTo>
                    <a:pt x="3294863" y="1034620"/>
                  </a:lnTo>
                  <a:lnTo>
                    <a:pt x="3340002" y="964208"/>
                  </a:lnTo>
                  <a:lnTo>
                    <a:pt x="3385086" y="894811"/>
                  </a:lnTo>
                  <a:lnTo>
                    <a:pt x="3430097" y="826968"/>
                  </a:lnTo>
                  <a:lnTo>
                    <a:pt x="3475041" y="761169"/>
                  </a:lnTo>
                  <a:lnTo>
                    <a:pt x="3519949" y="697837"/>
                  </a:lnTo>
                  <a:lnTo>
                    <a:pt x="3564885" y="637322"/>
                  </a:lnTo>
                  <a:lnTo>
                    <a:pt x="3609954" y="579891"/>
                  </a:lnTo>
                  <a:lnTo>
                    <a:pt x="3655306" y="525732"/>
                  </a:lnTo>
                  <a:lnTo>
                    <a:pt x="3701143" y="474953"/>
                  </a:lnTo>
                  <a:lnTo>
                    <a:pt x="3747728" y="427586"/>
                  </a:lnTo>
                  <a:lnTo>
                    <a:pt x="3795395" y="383597"/>
                  </a:lnTo>
                  <a:lnTo>
                    <a:pt x="3820202" y="362477"/>
                  </a:lnTo>
                  <a:lnTo>
                    <a:pt x="3871556" y="322531"/>
                  </a:lnTo>
                  <a:lnTo>
                    <a:pt x="3925306" y="286017"/>
                  </a:lnTo>
                  <a:lnTo>
                    <a:pt x="3982115" y="252816"/>
                  </a:lnTo>
                  <a:lnTo>
                    <a:pt x="4042710" y="222696"/>
                  </a:lnTo>
                  <a:lnTo>
                    <a:pt x="4107848" y="195380"/>
                  </a:lnTo>
                  <a:lnTo>
                    <a:pt x="4178269" y="170579"/>
                  </a:lnTo>
                  <a:lnTo>
                    <a:pt x="4254655" y="148022"/>
                  </a:lnTo>
                  <a:lnTo>
                    <a:pt x="4337558" y="127469"/>
                  </a:lnTo>
                  <a:lnTo>
                    <a:pt x="4427323" y="108720"/>
                  </a:lnTo>
                  <a:lnTo>
                    <a:pt x="4523968" y="91620"/>
                  </a:lnTo>
                  <a:lnTo>
                    <a:pt x="4627060" y="76060"/>
                  </a:lnTo>
                  <a:lnTo>
                    <a:pt x="4735572" y="61980"/>
                  </a:lnTo>
                  <a:lnTo>
                    <a:pt x="4847762" y="49358"/>
                  </a:lnTo>
                  <a:lnTo>
                    <a:pt x="4961106" y="38207"/>
                  </a:lnTo>
                  <a:lnTo>
                    <a:pt x="5072348" y="28557"/>
                  </a:lnTo>
                  <a:lnTo>
                    <a:pt x="5177700" y="20436"/>
                  </a:lnTo>
                  <a:lnTo>
                    <a:pt x="5273226" y="13847"/>
                  </a:lnTo>
                  <a:lnTo>
                    <a:pt x="5355359" y="8746"/>
                  </a:lnTo>
                  <a:lnTo>
                    <a:pt x="5421465" y="5030"/>
                  </a:lnTo>
                  <a:lnTo>
                    <a:pt x="5470326" y="2534"/>
                  </a:lnTo>
                  <a:lnTo>
                    <a:pt x="5502413" y="1038"/>
                  </a:lnTo>
                  <a:lnTo>
                    <a:pt x="5519911" y="292"/>
                  </a:lnTo>
                  <a:lnTo>
                    <a:pt x="5526560" y="3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8" y="56"/>
                  </a:lnTo>
                  <a:lnTo>
                    <a:pt x="6530471" y="457"/>
                  </a:lnTo>
                  <a:lnTo>
                    <a:pt x="6548300" y="1566"/>
                  </a:lnTo>
                  <a:lnTo>
                    <a:pt x="6580487" y="3751"/>
                  </a:lnTo>
                  <a:lnTo>
                    <a:pt x="6629096" y="7366"/>
                  </a:lnTo>
                  <a:lnTo>
                    <a:pt x="6694548" y="12715"/>
                  </a:lnTo>
                  <a:lnTo>
                    <a:pt x="6775656" y="20030"/>
                  </a:lnTo>
                  <a:lnTo>
                    <a:pt x="6869883" y="29457"/>
                  </a:lnTo>
                  <a:lnTo>
                    <a:pt x="6973794" y="41058"/>
                  </a:lnTo>
                  <a:lnTo>
                    <a:pt x="7083587" y="54830"/>
                  </a:lnTo>
                  <a:lnTo>
                    <a:pt x="7195593" y="70734"/>
                  </a:lnTo>
                  <a:lnTo>
                    <a:pt x="7306633" y="88728"/>
                  </a:lnTo>
                  <a:lnTo>
                    <a:pt x="7414224" y="108792"/>
                  </a:lnTo>
                  <a:lnTo>
                    <a:pt x="7516629" y="130951"/>
                  </a:lnTo>
                  <a:lnTo>
                    <a:pt x="7612801" y="155286"/>
                  </a:lnTo>
                  <a:lnTo>
                    <a:pt x="7702272" y="181943"/>
                  </a:lnTo>
                  <a:lnTo>
                    <a:pt x="7785019" y="211131"/>
                  </a:lnTo>
                  <a:lnTo>
                    <a:pt x="7861343" y="243124"/>
                  </a:lnTo>
                  <a:lnTo>
                    <a:pt x="7931756" y="278252"/>
                  </a:lnTo>
                  <a:lnTo>
                    <a:pt x="7996903" y="316890"/>
                  </a:lnTo>
                  <a:lnTo>
                    <a:pt x="8057493" y="359440"/>
                  </a:lnTo>
                  <a:lnTo>
                    <a:pt x="8114257" y="406299"/>
                  </a:lnTo>
                  <a:lnTo>
                    <a:pt x="8167906" y="457808"/>
                  </a:lnTo>
                  <a:lnTo>
                    <a:pt x="8219093" y="514174"/>
                  </a:lnTo>
                  <a:lnTo>
                    <a:pt x="8229629" y="526683"/>
                  </a:lnTo>
                  <a:lnTo>
                    <a:pt x="8272089" y="580278"/>
                  </a:lnTo>
                  <a:lnTo>
                    <a:pt x="8313525" y="637582"/>
                  </a:lnTo>
                  <a:lnTo>
                    <a:pt x="8354200" y="698671"/>
                  </a:lnTo>
                  <a:lnTo>
                    <a:pt x="8394329" y="763568"/>
                  </a:lnTo>
                  <a:lnTo>
                    <a:pt x="8434085" y="832236"/>
                  </a:lnTo>
                  <a:lnTo>
                    <a:pt x="8473608" y="904575"/>
                  </a:lnTo>
                  <a:lnTo>
                    <a:pt x="8513003" y="980419"/>
                  </a:lnTo>
                  <a:lnTo>
                    <a:pt x="8552351" y="1059529"/>
                  </a:lnTo>
                  <a:lnTo>
                    <a:pt x="8591706" y="1141598"/>
                  </a:lnTo>
                  <a:lnTo>
                    <a:pt x="8631101" y="1226252"/>
                  </a:lnTo>
                  <a:lnTo>
                    <a:pt x="8670551" y="1313055"/>
                  </a:lnTo>
                  <a:lnTo>
                    <a:pt x="8710056" y="1401519"/>
                  </a:lnTo>
                  <a:lnTo>
                    <a:pt x="8749603" y="1491111"/>
                  </a:lnTo>
                  <a:lnTo>
                    <a:pt x="8789174" y="1581272"/>
                  </a:lnTo>
                  <a:lnTo>
                    <a:pt x="8828744" y="1671425"/>
                  </a:lnTo>
                  <a:lnTo>
                    <a:pt x="8868291" y="1760994"/>
                  </a:lnTo>
                  <a:lnTo>
                    <a:pt x="8907794" y="1849419"/>
                  </a:lnTo>
                  <a:lnTo>
                    <a:pt x="8947242" y="1936171"/>
                  </a:lnTo>
                  <a:lnTo>
                    <a:pt x="8986636" y="2020760"/>
                  </a:lnTo>
                  <a:lnTo>
                    <a:pt x="9025990" y="2102754"/>
                  </a:lnTo>
                  <a:lnTo>
                    <a:pt x="9065338" y="2181779"/>
                  </a:lnTo>
                  <a:lnTo>
                    <a:pt x="9104736" y="2257531"/>
                  </a:lnTo>
                  <a:lnTo>
                    <a:pt x="9144264" y="2329773"/>
                  </a:lnTo>
                  <a:lnTo>
                    <a:pt x="9184028" y="2398340"/>
                  </a:lnTo>
                  <a:lnTo>
                    <a:pt x="9224169" y="2463133"/>
                  </a:lnTo>
                  <a:lnTo>
                    <a:pt x="9264862" y="2524119"/>
                  </a:lnTo>
                  <a:lnTo>
                    <a:pt x="9306322" y="2581322"/>
                  </a:lnTo>
                  <a:lnTo>
                    <a:pt x="9347647" y="2633418"/>
                  </a:lnTo>
                  <a:lnTo>
                    <a:pt x="9398391" y="2690813"/>
                  </a:lnTo>
                  <a:lnTo>
                    <a:pt x="9451469" y="2743336"/>
                  </a:lnTo>
                  <a:lnTo>
                    <a:pt x="9507518" y="2791150"/>
                  </a:lnTo>
                  <a:lnTo>
                    <a:pt x="9567241" y="2834577"/>
                  </a:lnTo>
                  <a:lnTo>
                    <a:pt x="9631366" y="2874007"/>
                  </a:lnTo>
                  <a:lnTo>
                    <a:pt x="9700612" y="2909842"/>
                  </a:lnTo>
                  <a:lnTo>
                    <a:pt x="9775641" y="2942467"/>
                  </a:lnTo>
                  <a:lnTo>
                    <a:pt x="9857000" y="2972222"/>
                  </a:lnTo>
                  <a:lnTo>
                    <a:pt x="9945042" y="2999393"/>
                  </a:lnTo>
                  <a:lnTo>
                    <a:pt x="10039823" y="3024203"/>
                  </a:lnTo>
                  <a:lnTo>
                    <a:pt x="10140979" y="3046812"/>
                  </a:lnTo>
                  <a:lnTo>
                    <a:pt x="10247597" y="3067315"/>
                  </a:lnTo>
                  <a:lnTo>
                    <a:pt x="10358091" y="3085746"/>
                  </a:lnTo>
                  <a:lnTo>
                    <a:pt x="10470136" y="3102094"/>
                  </a:lnTo>
                  <a:lnTo>
                    <a:pt x="10580689" y="3116319"/>
                  </a:lnTo>
                  <a:lnTo>
                    <a:pt x="10686159" y="3128379"/>
                  </a:lnTo>
                  <a:lnTo>
                    <a:pt x="10782735" y="3138262"/>
                  </a:lnTo>
                  <a:lnTo>
                    <a:pt x="10866859" y="3146014"/>
                  </a:lnTo>
                  <a:lnTo>
                    <a:pt x="10935762" y="3151761"/>
                  </a:lnTo>
                  <a:lnTo>
                    <a:pt x="10987944" y="3155718"/>
                  </a:lnTo>
                  <a:lnTo>
                    <a:pt x="11023476" y="3158177"/>
                  </a:lnTo>
                  <a:lnTo>
                    <a:pt x="11044085" y="3159482"/>
                  </a:lnTo>
                  <a:lnTo>
                    <a:pt x="11053024" y="3160001"/>
                  </a:lnTo>
                  <a:lnTo>
                    <a:pt x="11054881" y="3160101"/>
                  </a:lnTo>
                  <a:lnTo>
                    <a:pt x="11054891" y="3160102"/>
                  </a:lnTo>
                  <a:lnTo>
                    <a:pt x="12049831" y="3160102"/>
                  </a:lnTo>
                  <a:lnTo>
                    <a:pt x="12049831" y="31601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3" name="pl1402"/>
            <p:cNvSpPr/>
            <p:nvPr/>
          </p:nvSpPr>
          <p:spPr>
            <a:xfrm>
              <a:off x="1199187" y="3007959"/>
              <a:ext cx="12049831" cy="3160102"/>
            </a:xfrm>
            <a:custGeom>
              <a:avLst/>
              <a:pathLst>
                <a:path w="12049831" h="3160102">
                  <a:moveTo>
                    <a:pt x="12049831" y="3160102"/>
                  </a:moveTo>
                  <a:lnTo>
                    <a:pt x="11054891" y="3160102"/>
                  </a:lnTo>
                  <a:lnTo>
                    <a:pt x="11053828" y="3160045"/>
                  </a:lnTo>
                  <a:lnTo>
                    <a:pt x="11046805" y="3159644"/>
                  </a:lnTo>
                  <a:lnTo>
                    <a:pt x="11028977" y="3158536"/>
                  </a:lnTo>
                  <a:lnTo>
                    <a:pt x="10996789" y="3156350"/>
                  </a:lnTo>
                  <a:lnTo>
                    <a:pt x="10948181" y="3152736"/>
                  </a:lnTo>
                  <a:lnTo>
                    <a:pt x="10882729" y="3147387"/>
                  </a:lnTo>
                  <a:lnTo>
                    <a:pt x="10801620" y="3140071"/>
                  </a:lnTo>
                  <a:lnTo>
                    <a:pt x="10707393" y="3130644"/>
                  </a:lnTo>
                  <a:lnTo>
                    <a:pt x="10603483" y="3119043"/>
                  </a:lnTo>
                  <a:lnTo>
                    <a:pt x="10493689" y="3105272"/>
                  </a:lnTo>
                  <a:lnTo>
                    <a:pt x="10381684" y="3089368"/>
                  </a:lnTo>
                  <a:lnTo>
                    <a:pt x="10270644" y="3071374"/>
                  </a:lnTo>
                  <a:lnTo>
                    <a:pt x="10163052" y="3051309"/>
                  </a:lnTo>
                  <a:lnTo>
                    <a:pt x="10060647" y="3029150"/>
                  </a:lnTo>
                  <a:lnTo>
                    <a:pt x="9964475" y="3004815"/>
                  </a:lnTo>
                  <a:lnTo>
                    <a:pt x="9875005" y="2978159"/>
                  </a:lnTo>
                  <a:lnTo>
                    <a:pt x="9792257" y="2948971"/>
                  </a:lnTo>
                  <a:lnTo>
                    <a:pt x="9715933" y="2916978"/>
                  </a:lnTo>
                  <a:lnTo>
                    <a:pt x="9645520" y="2881850"/>
                  </a:lnTo>
                  <a:lnTo>
                    <a:pt x="9580374" y="2843212"/>
                  </a:lnTo>
                  <a:lnTo>
                    <a:pt x="9519783" y="2800661"/>
                  </a:lnTo>
                  <a:lnTo>
                    <a:pt x="9463019" y="2753802"/>
                  </a:lnTo>
                  <a:lnTo>
                    <a:pt x="9409371" y="2702293"/>
                  </a:lnTo>
                  <a:lnTo>
                    <a:pt x="9358183" y="2645928"/>
                  </a:lnTo>
                  <a:lnTo>
                    <a:pt x="9347647" y="2633418"/>
                  </a:lnTo>
                  <a:lnTo>
                    <a:pt x="9305187" y="2579823"/>
                  </a:lnTo>
                  <a:lnTo>
                    <a:pt x="9263751" y="2522519"/>
                  </a:lnTo>
                  <a:lnTo>
                    <a:pt x="9223076" y="2461430"/>
                  </a:lnTo>
                  <a:lnTo>
                    <a:pt x="9182948" y="2396534"/>
                  </a:lnTo>
                  <a:lnTo>
                    <a:pt x="9143191" y="2327866"/>
                  </a:lnTo>
                  <a:lnTo>
                    <a:pt x="9103669" y="2255526"/>
                  </a:lnTo>
                  <a:lnTo>
                    <a:pt x="9064273" y="2179682"/>
                  </a:lnTo>
                  <a:lnTo>
                    <a:pt x="9024925" y="2100572"/>
                  </a:lnTo>
                  <a:lnTo>
                    <a:pt x="8985570" y="2018503"/>
                  </a:lnTo>
                  <a:lnTo>
                    <a:pt x="8946175" y="1933849"/>
                  </a:lnTo>
                  <a:lnTo>
                    <a:pt x="8906725" y="1847046"/>
                  </a:lnTo>
                  <a:lnTo>
                    <a:pt x="8867221" y="1758582"/>
                  </a:lnTo>
                  <a:lnTo>
                    <a:pt x="8827673" y="1668990"/>
                  </a:lnTo>
                  <a:lnTo>
                    <a:pt x="8788103" y="1578829"/>
                  </a:lnTo>
                  <a:lnTo>
                    <a:pt x="8748532" y="1488677"/>
                  </a:lnTo>
                  <a:lnTo>
                    <a:pt x="8708986" y="1399107"/>
                  </a:lnTo>
                  <a:lnTo>
                    <a:pt x="8669483" y="1310682"/>
                  </a:lnTo>
                  <a:lnTo>
                    <a:pt x="8630034" y="1223931"/>
                  </a:lnTo>
                  <a:lnTo>
                    <a:pt x="8590641" y="1139341"/>
                  </a:lnTo>
                  <a:lnTo>
                    <a:pt x="8551287" y="1057348"/>
                  </a:lnTo>
                  <a:lnTo>
                    <a:pt x="8511938" y="978322"/>
                  </a:lnTo>
                  <a:lnTo>
                    <a:pt x="8472540" y="902571"/>
                  </a:lnTo>
                  <a:lnTo>
                    <a:pt x="8433013" y="830328"/>
                  </a:lnTo>
                  <a:lnTo>
                    <a:pt x="8393248" y="761761"/>
                  </a:lnTo>
                  <a:lnTo>
                    <a:pt x="8353107" y="696968"/>
                  </a:lnTo>
                  <a:lnTo>
                    <a:pt x="8312415" y="635982"/>
                  </a:lnTo>
                  <a:lnTo>
                    <a:pt x="8270955" y="578780"/>
                  </a:lnTo>
                  <a:lnTo>
                    <a:pt x="8229629" y="526683"/>
                  </a:lnTo>
                  <a:lnTo>
                    <a:pt x="8178885" y="469288"/>
                  </a:lnTo>
                  <a:lnTo>
                    <a:pt x="8125808" y="416766"/>
                  </a:lnTo>
                  <a:lnTo>
                    <a:pt x="8069759" y="368951"/>
                  </a:lnTo>
                  <a:lnTo>
                    <a:pt x="8010036" y="325524"/>
                  </a:lnTo>
                  <a:lnTo>
                    <a:pt x="7945910" y="286095"/>
                  </a:lnTo>
                  <a:lnTo>
                    <a:pt x="7876665" y="250259"/>
                  </a:lnTo>
                  <a:lnTo>
                    <a:pt x="7801636" y="217634"/>
                  </a:lnTo>
                  <a:lnTo>
                    <a:pt x="7720276" y="187879"/>
                  </a:lnTo>
                  <a:lnTo>
                    <a:pt x="7632234" y="160709"/>
                  </a:lnTo>
                  <a:lnTo>
                    <a:pt x="7537454" y="135898"/>
                  </a:lnTo>
                  <a:lnTo>
                    <a:pt x="7436298" y="113289"/>
                  </a:lnTo>
                  <a:lnTo>
                    <a:pt x="7329680" y="92787"/>
                  </a:lnTo>
                  <a:lnTo>
                    <a:pt x="7219185" y="74356"/>
                  </a:lnTo>
                  <a:lnTo>
                    <a:pt x="7107140" y="58008"/>
                  </a:lnTo>
                  <a:lnTo>
                    <a:pt x="6996587" y="43783"/>
                  </a:lnTo>
                  <a:lnTo>
                    <a:pt x="6891117" y="31722"/>
                  </a:lnTo>
                  <a:lnTo>
                    <a:pt x="6794542" y="21840"/>
                  </a:lnTo>
                  <a:lnTo>
                    <a:pt x="6710418" y="14088"/>
                  </a:lnTo>
                  <a:lnTo>
                    <a:pt x="6641514" y="8340"/>
                  </a:lnTo>
                  <a:lnTo>
                    <a:pt x="6589333" y="4383"/>
                  </a:lnTo>
                  <a:lnTo>
                    <a:pt x="6553800" y="1925"/>
                  </a:lnTo>
                  <a:lnTo>
                    <a:pt x="6533192" y="620"/>
                  </a:lnTo>
                  <a:lnTo>
                    <a:pt x="6524252" y="100"/>
                  </a:lnTo>
                  <a:lnTo>
                    <a:pt x="652239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5" y="40"/>
                  </a:lnTo>
                  <a:lnTo>
                    <a:pt x="5519081" y="326"/>
                  </a:lnTo>
                  <a:lnTo>
                    <a:pt x="5500655" y="1116"/>
                  </a:lnTo>
                  <a:lnTo>
                    <a:pt x="5467433" y="2675"/>
                  </a:lnTo>
                  <a:lnTo>
                    <a:pt x="5417344" y="5251"/>
                  </a:lnTo>
                  <a:lnTo>
                    <a:pt x="5350044" y="9060"/>
                  </a:lnTo>
                  <a:lnTo>
                    <a:pt x="5266863" y="14264"/>
                  </a:lnTo>
                  <a:lnTo>
                    <a:pt x="5170515" y="20961"/>
                  </a:lnTo>
                  <a:lnTo>
                    <a:pt x="5064615" y="29191"/>
                  </a:lnTo>
                  <a:lnTo>
                    <a:pt x="4953104" y="38948"/>
                  </a:lnTo>
                  <a:lnTo>
                    <a:pt x="4839743" y="50204"/>
                  </a:lnTo>
                  <a:lnTo>
                    <a:pt x="4727740" y="62929"/>
                  </a:lnTo>
                  <a:lnTo>
                    <a:pt x="4619563" y="77113"/>
                  </a:lnTo>
                  <a:lnTo>
                    <a:pt x="4516901" y="92779"/>
                  </a:lnTo>
                  <a:lnTo>
                    <a:pt x="4420736" y="109992"/>
                  </a:lnTo>
                  <a:lnTo>
                    <a:pt x="4331463" y="128863"/>
                  </a:lnTo>
                  <a:lnTo>
                    <a:pt x="4249035" y="149551"/>
                  </a:lnTo>
                  <a:lnTo>
                    <a:pt x="4173092" y="172259"/>
                  </a:lnTo>
                  <a:lnTo>
                    <a:pt x="4103068" y="197229"/>
                  </a:lnTo>
                  <a:lnTo>
                    <a:pt x="4038278" y="224734"/>
                  </a:lnTo>
                  <a:lnTo>
                    <a:pt x="3977975" y="255063"/>
                  </a:lnTo>
                  <a:lnTo>
                    <a:pt x="3921406" y="288492"/>
                  </a:lnTo>
                  <a:lnTo>
                    <a:pt x="3867846" y="325247"/>
                  </a:lnTo>
                  <a:lnTo>
                    <a:pt x="3820202" y="362477"/>
                  </a:lnTo>
                  <a:lnTo>
                    <a:pt x="3771830" y="404780"/>
                  </a:lnTo>
                  <a:lnTo>
                    <a:pt x="3724741" y="450419"/>
                  </a:lnTo>
                  <a:lnTo>
                    <a:pt x="3678560" y="499461"/>
                  </a:lnTo>
                  <a:lnTo>
                    <a:pt x="3632990" y="551908"/>
                  </a:lnTo>
                  <a:lnTo>
                    <a:pt x="3587799" y="607692"/>
                  </a:lnTo>
                  <a:lnTo>
                    <a:pt x="3542810" y="666666"/>
                  </a:lnTo>
                  <a:lnTo>
                    <a:pt x="3497899" y="728603"/>
                  </a:lnTo>
                  <a:lnTo>
                    <a:pt x="3452979" y="793195"/>
                  </a:lnTo>
                  <a:lnTo>
                    <a:pt x="3408004" y="860055"/>
                  </a:lnTo>
                  <a:lnTo>
                    <a:pt x="3362957" y="928726"/>
                  </a:lnTo>
                  <a:lnTo>
                    <a:pt x="3317843" y="998691"/>
                  </a:lnTo>
                  <a:lnTo>
                    <a:pt x="3272687" y="1069392"/>
                  </a:lnTo>
                  <a:lnTo>
                    <a:pt x="3227522" y="1140242"/>
                  </a:lnTo>
                  <a:lnTo>
                    <a:pt x="3182383" y="1210654"/>
                  </a:lnTo>
                  <a:lnTo>
                    <a:pt x="3137299" y="1280051"/>
                  </a:lnTo>
                  <a:lnTo>
                    <a:pt x="3092288" y="1347894"/>
                  </a:lnTo>
                  <a:lnTo>
                    <a:pt x="3047344" y="1413693"/>
                  </a:lnTo>
                  <a:lnTo>
                    <a:pt x="3002436" y="1477025"/>
                  </a:lnTo>
                  <a:lnTo>
                    <a:pt x="2957500" y="1537540"/>
                  </a:lnTo>
                  <a:lnTo>
                    <a:pt x="2912431" y="1594971"/>
                  </a:lnTo>
                  <a:lnTo>
                    <a:pt x="2867079" y="1649130"/>
                  </a:lnTo>
                  <a:lnTo>
                    <a:pt x="2821242" y="1699909"/>
                  </a:lnTo>
                  <a:lnTo>
                    <a:pt x="2774657" y="1747276"/>
                  </a:lnTo>
                  <a:lnTo>
                    <a:pt x="2726990" y="1791265"/>
                  </a:lnTo>
                  <a:lnTo>
                    <a:pt x="2702183" y="1812385"/>
                  </a:lnTo>
                  <a:lnTo>
                    <a:pt x="2650829" y="1852331"/>
                  </a:lnTo>
                  <a:lnTo>
                    <a:pt x="2597079" y="1888845"/>
                  </a:lnTo>
                  <a:lnTo>
                    <a:pt x="2540270" y="1922046"/>
                  </a:lnTo>
                  <a:lnTo>
                    <a:pt x="2479675" y="1952166"/>
                  </a:lnTo>
                  <a:lnTo>
                    <a:pt x="2414537" y="1979482"/>
                  </a:lnTo>
                  <a:lnTo>
                    <a:pt x="2344116" y="2004283"/>
                  </a:lnTo>
                  <a:lnTo>
                    <a:pt x="2267730" y="2026840"/>
                  </a:lnTo>
                  <a:lnTo>
                    <a:pt x="2184827" y="2047393"/>
                  </a:lnTo>
                  <a:lnTo>
                    <a:pt x="2095062" y="2066142"/>
                  </a:lnTo>
                  <a:lnTo>
                    <a:pt x="1998417" y="2083243"/>
                  </a:lnTo>
                  <a:lnTo>
                    <a:pt x="1895325" y="2098802"/>
                  </a:lnTo>
                  <a:lnTo>
                    <a:pt x="1786813" y="2112883"/>
                  </a:lnTo>
                  <a:lnTo>
                    <a:pt x="1674623" y="2125504"/>
                  </a:lnTo>
                  <a:lnTo>
                    <a:pt x="1561279" y="2136655"/>
                  </a:lnTo>
                  <a:lnTo>
                    <a:pt x="1450037" y="2146305"/>
                  </a:lnTo>
                  <a:lnTo>
                    <a:pt x="1344685" y="2154426"/>
                  </a:lnTo>
                  <a:lnTo>
                    <a:pt x="1249159" y="2161015"/>
                  </a:lnTo>
                  <a:lnTo>
                    <a:pt x="1167026" y="2166116"/>
                  </a:lnTo>
                  <a:lnTo>
                    <a:pt x="1100920" y="2169832"/>
                  </a:lnTo>
                  <a:lnTo>
                    <a:pt x="1052059" y="2172329"/>
                  </a:lnTo>
                  <a:lnTo>
                    <a:pt x="1019972" y="2173824"/>
                  </a:lnTo>
                  <a:lnTo>
                    <a:pt x="1002474" y="2174570"/>
                  </a:lnTo>
                  <a:lnTo>
                    <a:pt x="995825" y="2174830"/>
                  </a:lnTo>
                  <a:lnTo>
                    <a:pt x="994940" y="2174863"/>
                  </a:lnTo>
                  <a:lnTo>
                    <a:pt x="0" y="2174863"/>
                  </a:lnTo>
                  <a:lnTo>
                    <a:pt x="0" y="21748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4" name="pg1403"/>
            <p:cNvSpPr/>
            <p:nvPr/>
          </p:nvSpPr>
          <p:spPr>
            <a:xfrm>
              <a:off x="1199187" y="3448172"/>
              <a:ext cx="12049831" cy="2903311"/>
            </a:xfrm>
            <a:custGeom>
              <a:avLst/>
              <a:pathLst>
                <a:path w="12049831" h="2903311">
                  <a:moveTo>
                    <a:pt x="0" y="1923312"/>
                  </a:moveTo>
                  <a:lnTo>
                    <a:pt x="994940" y="1923312"/>
                  </a:lnTo>
                  <a:lnTo>
                    <a:pt x="996069" y="1923331"/>
                  </a:lnTo>
                  <a:lnTo>
                    <a:pt x="1003519" y="1923463"/>
                  </a:lnTo>
                  <a:lnTo>
                    <a:pt x="1022402" y="1923829"/>
                  </a:lnTo>
                  <a:lnTo>
                    <a:pt x="1056419" y="1924550"/>
                  </a:lnTo>
                  <a:lnTo>
                    <a:pt x="1107639" y="1925742"/>
                  </a:lnTo>
                  <a:lnTo>
                    <a:pt x="1176347" y="1927502"/>
                  </a:lnTo>
                  <a:lnTo>
                    <a:pt x="1261100" y="1929906"/>
                  </a:lnTo>
                  <a:lnTo>
                    <a:pt x="1359044" y="1932996"/>
                  </a:lnTo>
                  <a:lnTo>
                    <a:pt x="1466432" y="1936789"/>
                  </a:lnTo>
                  <a:lnTo>
                    <a:pt x="1579215" y="1941281"/>
                  </a:lnTo>
                  <a:lnTo>
                    <a:pt x="1693568" y="1946460"/>
                  </a:lnTo>
                  <a:lnTo>
                    <a:pt x="1806263" y="1952311"/>
                  </a:lnTo>
                  <a:lnTo>
                    <a:pt x="1914848" y="1958832"/>
                  </a:lnTo>
                  <a:lnTo>
                    <a:pt x="2017672" y="1966034"/>
                  </a:lnTo>
                  <a:lnTo>
                    <a:pt x="2113808" y="1973951"/>
                  </a:lnTo>
                  <a:lnTo>
                    <a:pt x="2202915" y="1982637"/>
                  </a:lnTo>
                  <a:lnTo>
                    <a:pt x="2285090" y="1992168"/>
                  </a:lnTo>
                  <a:lnTo>
                    <a:pt x="2360741" y="2002641"/>
                  </a:lnTo>
                  <a:lnTo>
                    <a:pt x="2430473" y="2014170"/>
                  </a:lnTo>
                  <a:lnTo>
                    <a:pt x="2495004" y="2026883"/>
                  </a:lnTo>
                  <a:lnTo>
                    <a:pt x="2555103" y="2040914"/>
                  </a:lnTo>
                  <a:lnTo>
                    <a:pt x="2611542" y="2056389"/>
                  </a:lnTo>
                  <a:lnTo>
                    <a:pt x="2665054" y="2073403"/>
                  </a:lnTo>
                  <a:lnTo>
                    <a:pt x="2702183" y="2086645"/>
                  </a:lnTo>
                  <a:lnTo>
                    <a:pt x="2759545" y="2109479"/>
                  </a:lnTo>
                  <a:lnTo>
                    <a:pt x="2815197" y="2134448"/>
                  </a:lnTo>
                  <a:lnTo>
                    <a:pt x="2869733" y="2161589"/>
                  </a:lnTo>
                  <a:lnTo>
                    <a:pt x="2923599" y="2190879"/>
                  </a:lnTo>
                  <a:lnTo>
                    <a:pt x="2977122" y="2222228"/>
                  </a:lnTo>
                  <a:lnTo>
                    <a:pt x="3030526" y="2255471"/>
                  </a:lnTo>
                  <a:lnTo>
                    <a:pt x="3083951" y="2290374"/>
                  </a:lnTo>
                  <a:lnTo>
                    <a:pt x="3137465" y="2326631"/>
                  </a:lnTo>
                  <a:lnTo>
                    <a:pt x="3191080" y="2363875"/>
                  </a:lnTo>
                  <a:lnTo>
                    <a:pt x="3244767" y="2401696"/>
                  </a:lnTo>
                  <a:lnTo>
                    <a:pt x="3298471" y="2439654"/>
                  </a:lnTo>
                  <a:lnTo>
                    <a:pt x="3352135" y="2477303"/>
                  </a:lnTo>
                  <a:lnTo>
                    <a:pt x="3405713" y="2514210"/>
                  </a:lnTo>
                  <a:lnTo>
                    <a:pt x="3459189" y="2549982"/>
                  </a:lnTo>
                  <a:lnTo>
                    <a:pt x="3512594" y="2584273"/>
                  </a:lnTo>
                  <a:lnTo>
                    <a:pt x="3566023" y="2616804"/>
                  </a:lnTo>
                  <a:lnTo>
                    <a:pt x="3619647" y="2647369"/>
                  </a:lnTo>
                  <a:lnTo>
                    <a:pt x="3673728" y="2675831"/>
                  </a:lnTo>
                  <a:lnTo>
                    <a:pt x="3728637" y="2702128"/>
                  </a:lnTo>
                  <a:lnTo>
                    <a:pt x="3784874" y="2726261"/>
                  </a:lnTo>
                  <a:lnTo>
                    <a:pt x="3820202" y="2739978"/>
                  </a:lnTo>
                  <a:lnTo>
                    <a:pt x="3872017" y="2758129"/>
                  </a:lnTo>
                  <a:lnTo>
                    <a:pt x="3926275" y="2774706"/>
                  </a:lnTo>
                  <a:lnTo>
                    <a:pt x="3983660" y="2789766"/>
                  </a:lnTo>
                  <a:lnTo>
                    <a:pt x="4044918" y="2803416"/>
                  </a:lnTo>
                  <a:lnTo>
                    <a:pt x="4110825" y="2815786"/>
                  </a:lnTo>
                  <a:lnTo>
                    <a:pt x="4182140" y="2827007"/>
                  </a:lnTo>
                  <a:lnTo>
                    <a:pt x="4259559" y="2837206"/>
                  </a:lnTo>
                  <a:lnTo>
                    <a:pt x="4343640" y="2846492"/>
                  </a:lnTo>
                  <a:lnTo>
                    <a:pt x="4434715" y="2854957"/>
                  </a:lnTo>
                  <a:lnTo>
                    <a:pt x="4532775" y="2862670"/>
                  </a:lnTo>
                  <a:lnTo>
                    <a:pt x="4637330" y="2869680"/>
                  </a:lnTo>
                  <a:lnTo>
                    <a:pt x="4747261" y="2876013"/>
                  </a:lnTo>
                  <a:lnTo>
                    <a:pt x="4860701" y="2881677"/>
                  </a:lnTo>
                  <a:lnTo>
                    <a:pt x="4974971" y="2886666"/>
                  </a:lnTo>
                  <a:lnTo>
                    <a:pt x="5086651" y="2890964"/>
                  </a:lnTo>
                  <a:lnTo>
                    <a:pt x="5191807" y="2894561"/>
                  </a:lnTo>
                  <a:lnTo>
                    <a:pt x="5286418" y="2897456"/>
                  </a:lnTo>
                  <a:lnTo>
                    <a:pt x="5366927" y="2899674"/>
                  </a:lnTo>
                  <a:lnTo>
                    <a:pt x="5430827" y="2901268"/>
                  </a:lnTo>
                  <a:lnTo>
                    <a:pt x="5477137" y="2902317"/>
                  </a:lnTo>
                  <a:lnTo>
                    <a:pt x="5506647" y="2902927"/>
                  </a:lnTo>
                  <a:lnTo>
                    <a:pt x="5521902" y="2903215"/>
                  </a:lnTo>
                  <a:lnTo>
                    <a:pt x="5527016" y="2903304"/>
                  </a:lnTo>
                  <a:lnTo>
                    <a:pt x="5527445" y="2903311"/>
                  </a:lnTo>
                  <a:lnTo>
                    <a:pt x="6522385" y="2903311"/>
                  </a:lnTo>
                  <a:lnTo>
                    <a:pt x="6523459" y="2903259"/>
                  </a:lnTo>
                  <a:lnTo>
                    <a:pt x="6530553" y="2902887"/>
                  </a:lnTo>
                  <a:lnTo>
                    <a:pt x="6548557" y="2901859"/>
                  </a:lnTo>
                  <a:lnTo>
                    <a:pt x="6581049" y="2899834"/>
                  </a:lnTo>
                  <a:lnTo>
                    <a:pt x="6630093" y="2896484"/>
                  </a:lnTo>
                  <a:lnTo>
                    <a:pt x="6696090" y="2891529"/>
                  </a:lnTo>
                  <a:lnTo>
                    <a:pt x="6777810" y="2884753"/>
                  </a:lnTo>
                  <a:lnTo>
                    <a:pt x="6872665" y="2876026"/>
                  </a:lnTo>
                  <a:lnTo>
                    <a:pt x="6977167" y="2865291"/>
                  </a:lnTo>
                  <a:lnTo>
                    <a:pt x="7087472" y="2852552"/>
                  </a:lnTo>
                  <a:lnTo>
                    <a:pt x="7199884" y="2837845"/>
                  </a:lnTo>
                  <a:lnTo>
                    <a:pt x="7311214" y="2821209"/>
                  </a:lnTo>
                  <a:lnTo>
                    <a:pt x="7418984" y="2802661"/>
                  </a:lnTo>
                  <a:lnTo>
                    <a:pt x="7521470" y="2782176"/>
                  </a:lnTo>
                  <a:lnTo>
                    <a:pt x="7617644" y="2759677"/>
                  </a:lnTo>
                  <a:lnTo>
                    <a:pt x="7707059" y="2735025"/>
                  </a:lnTo>
                  <a:lnTo>
                    <a:pt x="7789714" y="2708023"/>
                  </a:lnTo>
                  <a:lnTo>
                    <a:pt x="7865926" y="2678414"/>
                  </a:lnTo>
                  <a:lnTo>
                    <a:pt x="7936223" y="2645889"/>
                  </a:lnTo>
                  <a:lnTo>
                    <a:pt x="8001264" y="2610099"/>
                  </a:lnTo>
                  <a:lnTo>
                    <a:pt x="8061767" y="2570669"/>
                  </a:lnTo>
                  <a:lnTo>
                    <a:pt x="8118470" y="2527235"/>
                  </a:lnTo>
                  <a:lnTo>
                    <a:pt x="8172089" y="2479487"/>
                  </a:lnTo>
                  <a:lnTo>
                    <a:pt x="8223280" y="2427247"/>
                  </a:lnTo>
                  <a:lnTo>
                    <a:pt x="8229629" y="2420299"/>
                  </a:lnTo>
                  <a:lnTo>
                    <a:pt x="8273499" y="2369435"/>
                  </a:lnTo>
                  <a:lnTo>
                    <a:pt x="8316285" y="2314933"/>
                  </a:lnTo>
                  <a:lnTo>
                    <a:pt x="8358274" y="2256720"/>
                  </a:lnTo>
                  <a:lnTo>
                    <a:pt x="8399700" y="2194778"/>
                  </a:lnTo>
                  <a:lnTo>
                    <a:pt x="8440750" y="2129149"/>
                  </a:lnTo>
                  <a:lnTo>
                    <a:pt x="8481571" y="2059947"/>
                  </a:lnTo>
                  <a:lnTo>
                    <a:pt x="8522277" y="1987352"/>
                  </a:lnTo>
                  <a:lnTo>
                    <a:pt x="8562946" y="1911623"/>
                  </a:lnTo>
                  <a:lnTo>
                    <a:pt x="8603635" y="1833086"/>
                  </a:lnTo>
                  <a:lnTo>
                    <a:pt x="8644374" y="1752141"/>
                  </a:lnTo>
                  <a:lnTo>
                    <a:pt x="8685172" y="1669245"/>
                  </a:lnTo>
                  <a:lnTo>
                    <a:pt x="8726026" y="1584912"/>
                  </a:lnTo>
                  <a:lnTo>
                    <a:pt x="8766917" y="1499692"/>
                  </a:lnTo>
                  <a:lnTo>
                    <a:pt x="8807823" y="1414161"/>
                  </a:lnTo>
                  <a:lnTo>
                    <a:pt x="8848716" y="1328905"/>
                  </a:lnTo>
                  <a:lnTo>
                    <a:pt x="8889572" y="1244500"/>
                  </a:lnTo>
                  <a:lnTo>
                    <a:pt x="8930374" y="1161500"/>
                  </a:lnTo>
                  <a:lnTo>
                    <a:pt x="8971116" y="1080419"/>
                  </a:lnTo>
                  <a:lnTo>
                    <a:pt x="9011807" y="1001721"/>
                  </a:lnTo>
                  <a:lnTo>
                    <a:pt x="9052477" y="925807"/>
                  </a:lnTo>
                  <a:lnTo>
                    <a:pt x="9093178" y="853010"/>
                  </a:lnTo>
                  <a:lnTo>
                    <a:pt x="9133989" y="783591"/>
                  </a:lnTo>
                  <a:lnTo>
                    <a:pt x="9175021" y="717737"/>
                  </a:lnTo>
                  <a:lnTo>
                    <a:pt x="9216419" y="655564"/>
                  </a:lnTo>
                  <a:lnTo>
                    <a:pt x="9258367" y="597120"/>
                  </a:lnTo>
                  <a:lnTo>
                    <a:pt x="9301096" y="542390"/>
                  </a:lnTo>
                  <a:lnTo>
                    <a:pt x="9344889" y="491303"/>
                  </a:lnTo>
                  <a:lnTo>
                    <a:pt x="9347647" y="488252"/>
                  </a:lnTo>
                  <a:lnTo>
                    <a:pt x="9398572" y="435440"/>
                  </a:lnTo>
                  <a:lnTo>
                    <a:pt x="9451848" y="387128"/>
                  </a:lnTo>
                  <a:lnTo>
                    <a:pt x="9508122" y="343162"/>
                  </a:lnTo>
                  <a:lnTo>
                    <a:pt x="9568102" y="303245"/>
                  </a:lnTo>
                  <a:lnTo>
                    <a:pt x="9632526" y="267013"/>
                  </a:lnTo>
                  <a:lnTo>
                    <a:pt x="9702119" y="234094"/>
                  </a:lnTo>
                  <a:lnTo>
                    <a:pt x="9777548" y="204133"/>
                  </a:lnTo>
                  <a:lnTo>
                    <a:pt x="9859362" y="176816"/>
                  </a:lnTo>
                  <a:lnTo>
                    <a:pt x="9947912" y="151878"/>
                  </a:lnTo>
                  <a:lnTo>
                    <a:pt x="10043243" y="129115"/>
                  </a:lnTo>
                  <a:lnTo>
                    <a:pt x="10144972" y="108380"/>
                  </a:lnTo>
                  <a:lnTo>
                    <a:pt x="10252152" y="89589"/>
                  </a:lnTo>
                  <a:lnTo>
                    <a:pt x="10363152" y="72710"/>
                  </a:lnTo>
                  <a:lnTo>
                    <a:pt x="10475590" y="57757"/>
                  </a:lnTo>
                  <a:lnTo>
                    <a:pt x="10586359" y="44766"/>
                  </a:lnTo>
                  <a:lnTo>
                    <a:pt x="10691811" y="33775"/>
                  </a:lnTo>
                  <a:lnTo>
                    <a:pt x="10788096" y="24795"/>
                  </a:lnTo>
                  <a:lnTo>
                    <a:pt x="10871649" y="17777"/>
                  </a:lnTo>
                  <a:lnTo>
                    <a:pt x="10939741" y="12601"/>
                  </a:lnTo>
                  <a:lnTo>
                    <a:pt x="10990948" y="9062"/>
                  </a:lnTo>
                  <a:lnTo>
                    <a:pt x="11025459" y="6886"/>
                  </a:lnTo>
                  <a:lnTo>
                    <a:pt x="11045132" y="5751"/>
                  </a:lnTo>
                  <a:lnTo>
                    <a:pt x="11053365" y="531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7" y="52"/>
                  </a:lnTo>
                  <a:lnTo>
                    <a:pt x="11046724" y="424"/>
                  </a:lnTo>
                  <a:lnTo>
                    <a:pt x="11028720" y="1451"/>
                  </a:lnTo>
                  <a:lnTo>
                    <a:pt x="10996228" y="3476"/>
                  </a:lnTo>
                  <a:lnTo>
                    <a:pt x="10947184" y="6826"/>
                  </a:lnTo>
                  <a:lnTo>
                    <a:pt x="10881187" y="11782"/>
                  </a:lnTo>
                  <a:lnTo>
                    <a:pt x="10799466" y="18557"/>
                  </a:lnTo>
                  <a:lnTo>
                    <a:pt x="10704611" y="27284"/>
                  </a:lnTo>
                  <a:lnTo>
                    <a:pt x="10600110" y="38019"/>
                  </a:lnTo>
                  <a:lnTo>
                    <a:pt x="10489805" y="50759"/>
                  </a:lnTo>
                  <a:lnTo>
                    <a:pt x="10377393" y="65466"/>
                  </a:lnTo>
                  <a:lnTo>
                    <a:pt x="10266062" y="82102"/>
                  </a:lnTo>
                  <a:lnTo>
                    <a:pt x="10158292" y="100649"/>
                  </a:lnTo>
                  <a:lnTo>
                    <a:pt x="10055806" y="121134"/>
                  </a:lnTo>
                  <a:lnTo>
                    <a:pt x="9959632" y="143633"/>
                  </a:lnTo>
                  <a:lnTo>
                    <a:pt x="9870217" y="168285"/>
                  </a:lnTo>
                  <a:lnTo>
                    <a:pt x="9787562" y="195287"/>
                  </a:lnTo>
                  <a:lnTo>
                    <a:pt x="9711351" y="224896"/>
                  </a:lnTo>
                  <a:lnTo>
                    <a:pt x="9641053" y="257421"/>
                  </a:lnTo>
                  <a:lnTo>
                    <a:pt x="9576013" y="293212"/>
                  </a:lnTo>
                  <a:lnTo>
                    <a:pt x="9515510" y="332641"/>
                  </a:lnTo>
                  <a:lnTo>
                    <a:pt x="9458806" y="376075"/>
                  </a:lnTo>
                  <a:lnTo>
                    <a:pt x="9405187" y="423824"/>
                  </a:lnTo>
                  <a:lnTo>
                    <a:pt x="9353997" y="476064"/>
                  </a:lnTo>
                  <a:lnTo>
                    <a:pt x="9347647" y="483011"/>
                  </a:lnTo>
                  <a:lnTo>
                    <a:pt x="9303778" y="533875"/>
                  </a:lnTo>
                  <a:lnTo>
                    <a:pt x="9260992" y="588377"/>
                  </a:lnTo>
                  <a:lnTo>
                    <a:pt x="9219003" y="646590"/>
                  </a:lnTo>
                  <a:lnTo>
                    <a:pt x="9177577" y="708532"/>
                  </a:lnTo>
                  <a:lnTo>
                    <a:pt x="9136527" y="774161"/>
                  </a:lnTo>
                  <a:lnTo>
                    <a:pt x="9095705" y="843364"/>
                  </a:lnTo>
                  <a:lnTo>
                    <a:pt x="9055000" y="915958"/>
                  </a:lnTo>
                  <a:lnTo>
                    <a:pt x="9014330" y="991688"/>
                  </a:lnTo>
                  <a:lnTo>
                    <a:pt x="8973641" y="1070224"/>
                  </a:lnTo>
                  <a:lnTo>
                    <a:pt x="8932903" y="1151170"/>
                  </a:lnTo>
                  <a:lnTo>
                    <a:pt x="8892104" y="1234065"/>
                  </a:lnTo>
                  <a:lnTo>
                    <a:pt x="8851251" y="1318398"/>
                  </a:lnTo>
                  <a:lnTo>
                    <a:pt x="8810359" y="1403619"/>
                  </a:lnTo>
                  <a:lnTo>
                    <a:pt x="8769454" y="1489149"/>
                  </a:lnTo>
                  <a:lnTo>
                    <a:pt x="8728561" y="1574406"/>
                  </a:lnTo>
                  <a:lnTo>
                    <a:pt x="8687705" y="1658811"/>
                  </a:lnTo>
                  <a:lnTo>
                    <a:pt x="8646902" y="1741810"/>
                  </a:lnTo>
                  <a:lnTo>
                    <a:pt x="8606160" y="1822891"/>
                  </a:lnTo>
                  <a:lnTo>
                    <a:pt x="8565469" y="1901589"/>
                  </a:lnTo>
                  <a:lnTo>
                    <a:pt x="8524799" y="1977503"/>
                  </a:lnTo>
                  <a:lnTo>
                    <a:pt x="8484098" y="2050300"/>
                  </a:lnTo>
                  <a:lnTo>
                    <a:pt x="8443287" y="2119719"/>
                  </a:lnTo>
                  <a:lnTo>
                    <a:pt x="8402255" y="2185573"/>
                  </a:lnTo>
                  <a:lnTo>
                    <a:pt x="8360857" y="2247746"/>
                  </a:lnTo>
                  <a:lnTo>
                    <a:pt x="8318909" y="2306191"/>
                  </a:lnTo>
                  <a:lnTo>
                    <a:pt x="8276181" y="2360921"/>
                  </a:lnTo>
                  <a:lnTo>
                    <a:pt x="8232388" y="2412007"/>
                  </a:lnTo>
                  <a:lnTo>
                    <a:pt x="8229629" y="2415058"/>
                  </a:lnTo>
                  <a:lnTo>
                    <a:pt x="8178705" y="2467870"/>
                  </a:lnTo>
                  <a:lnTo>
                    <a:pt x="8125428" y="2516182"/>
                  </a:lnTo>
                  <a:lnTo>
                    <a:pt x="8069155" y="2560148"/>
                  </a:lnTo>
                  <a:lnTo>
                    <a:pt x="8009174" y="2600066"/>
                  </a:lnTo>
                  <a:lnTo>
                    <a:pt x="7944750" y="2636297"/>
                  </a:lnTo>
                  <a:lnTo>
                    <a:pt x="7875158" y="2669216"/>
                  </a:lnTo>
                  <a:lnTo>
                    <a:pt x="7799729" y="2699177"/>
                  </a:lnTo>
                  <a:lnTo>
                    <a:pt x="7717914" y="2726494"/>
                  </a:lnTo>
                  <a:lnTo>
                    <a:pt x="7629364" y="2751432"/>
                  </a:lnTo>
                  <a:lnTo>
                    <a:pt x="7534034" y="2774195"/>
                  </a:lnTo>
                  <a:lnTo>
                    <a:pt x="7432305" y="2794930"/>
                  </a:lnTo>
                  <a:lnTo>
                    <a:pt x="7325125" y="2813721"/>
                  </a:lnTo>
                  <a:lnTo>
                    <a:pt x="7214124" y="2830600"/>
                  </a:lnTo>
                  <a:lnTo>
                    <a:pt x="7101687" y="2845554"/>
                  </a:lnTo>
                  <a:lnTo>
                    <a:pt x="6990917" y="2858545"/>
                  </a:lnTo>
                  <a:lnTo>
                    <a:pt x="6885465" y="2869535"/>
                  </a:lnTo>
                  <a:lnTo>
                    <a:pt x="6789181" y="2878516"/>
                  </a:lnTo>
                  <a:lnTo>
                    <a:pt x="6705627" y="2885533"/>
                  </a:lnTo>
                  <a:lnTo>
                    <a:pt x="6637536" y="2890709"/>
                  </a:lnTo>
                  <a:lnTo>
                    <a:pt x="6586328" y="2894248"/>
                  </a:lnTo>
                  <a:lnTo>
                    <a:pt x="6551817" y="2896424"/>
                  </a:lnTo>
                  <a:lnTo>
                    <a:pt x="6532145" y="2897559"/>
                  </a:lnTo>
                  <a:lnTo>
                    <a:pt x="6523912" y="2897995"/>
                  </a:lnTo>
                  <a:lnTo>
                    <a:pt x="6522385" y="2898070"/>
                  </a:lnTo>
                  <a:lnTo>
                    <a:pt x="5527445" y="2898070"/>
                  </a:lnTo>
                  <a:lnTo>
                    <a:pt x="5526316" y="2898052"/>
                  </a:lnTo>
                  <a:lnTo>
                    <a:pt x="5518866" y="2897919"/>
                  </a:lnTo>
                  <a:lnTo>
                    <a:pt x="5499983" y="2897553"/>
                  </a:lnTo>
                  <a:lnTo>
                    <a:pt x="5465966" y="2896832"/>
                  </a:lnTo>
                  <a:lnTo>
                    <a:pt x="5414746" y="2895641"/>
                  </a:lnTo>
                  <a:lnTo>
                    <a:pt x="5346038" y="2893880"/>
                  </a:lnTo>
                  <a:lnTo>
                    <a:pt x="5261285" y="2891477"/>
                  </a:lnTo>
                  <a:lnTo>
                    <a:pt x="5163341" y="2888387"/>
                  </a:lnTo>
                  <a:lnTo>
                    <a:pt x="5055953" y="2884594"/>
                  </a:lnTo>
                  <a:lnTo>
                    <a:pt x="4943170" y="2880101"/>
                  </a:lnTo>
                  <a:lnTo>
                    <a:pt x="4828817" y="2874923"/>
                  </a:lnTo>
                  <a:lnTo>
                    <a:pt x="4716122" y="2869071"/>
                  </a:lnTo>
                  <a:lnTo>
                    <a:pt x="4607537" y="2862551"/>
                  </a:lnTo>
                  <a:lnTo>
                    <a:pt x="4504713" y="2855348"/>
                  </a:lnTo>
                  <a:lnTo>
                    <a:pt x="4408577" y="2847431"/>
                  </a:lnTo>
                  <a:lnTo>
                    <a:pt x="4319470" y="2838745"/>
                  </a:lnTo>
                  <a:lnTo>
                    <a:pt x="4237295" y="2829214"/>
                  </a:lnTo>
                  <a:lnTo>
                    <a:pt x="4161644" y="2818742"/>
                  </a:lnTo>
                  <a:lnTo>
                    <a:pt x="4091912" y="2807213"/>
                  </a:lnTo>
                  <a:lnTo>
                    <a:pt x="4027381" y="2794499"/>
                  </a:lnTo>
                  <a:lnTo>
                    <a:pt x="3967282" y="2780468"/>
                  </a:lnTo>
                  <a:lnTo>
                    <a:pt x="3910843" y="2764993"/>
                  </a:lnTo>
                  <a:lnTo>
                    <a:pt x="3857331" y="2747979"/>
                  </a:lnTo>
                  <a:lnTo>
                    <a:pt x="3820202" y="2734737"/>
                  </a:lnTo>
                  <a:lnTo>
                    <a:pt x="3762840" y="2711903"/>
                  </a:lnTo>
                  <a:lnTo>
                    <a:pt x="3707188" y="2686934"/>
                  </a:lnTo>
                  <a:lnTo>
                    <a:pt x="3652652" y="2659793"/>
                  </a:lnTo>
                  <a:lnTo>
                    <a:pt x="3598786" y="2630503"/>
                  </a:lnTo>
                  <a:lnTo>
                    <a:pt x="3545263" y="2599155"/>
                  </a:lnTo>
                  <a:lnTo>
                    <a:pt x="3491859" y="2565911"/>
                  </a:lnTo>
                  <a:lnTo>
                    <a:pt x="3438434" y="2531008"/>
                  </a:lnTo>
                  <a:lnTo>
                    <a:pt x="3384920" y="2494752"/>
                  </a:lnTo>
                  <a:lnTo>
                    <a:pt x="3331305" y="2457507"/>
                  </a:lnTo>
                  <a:lnTo>
                    <a:pt x="3277618" y="2419686"/>
                  </a:lnTo>
                  <a:lnTo>
                    <a:pt x="3223914" y="2381728"/>
                  </a:lnTo>
                  <a:lnTo>
                    <a:pt x="3170250" y="2344080"/>
                  </a:lnTo>
                  <a:lnTo>
                    <a:pt x="3116672" y="2307172"/>
                  </a:lnTo>
                  <a:lnTo>
                    <a:pt x="3063196" y="2271401"/>
                  </a:lnTo>
                  <a:lnTo>
                    <a:pt x="3009791" y="2237110"/>
                  </a:lnTo>
                  <a:lnTo>
                    <a:pt x="2956362" y="2204578"/>
                  </a:lnTo>
                  <a:lnTo>
                    <a:pt x="2902738" y="2174014"/>
                  </a:lnTo>
                  <a:lnTo>
                    <a:pt x="2848657" y="2145551"/>
                  </a:lnTo>
                  <a:lnTo>
                    <a:pt x="2793748" y="2119254"/>
                  </a:lnTo>
                  <a:lnTo>
                    <a:pt x="2737511" y="2095122"/>
                  </a:lnTo>
                  <a:lnTo>
                    <a:pt x="2702183" y="2081405"/>
                  </a:lnTo>
                  <a:lnTo>
                    <a:pt x="2650368" y="2063254"/>
                  </a:lnTo>
                  <a:lnTo>
                    <a:pt x="2596110" y="2046676"/>
                  </a:lnTo>
                  <a:lnTo>
                    <a:pt x="2538725" y="2031616"/>
                  </a:lnTo>
                  <a:lnTo>
                    <a:pt x="2477467" y="2017966"/>
                  </a:lnTo>
                  <a:lnTo>
                    <a:pt x="2411560" y="2005597"/>
                  </a:lnTo>
                  <a:lnTo>
                    <a:pt x="2340245" y="1994375"/>
                  </a:lnTo>
                  <a:lnTo>
                    <a:pt x="2262826" y="1984176"/>
                  </a:lnTo>
                  <a:lnTo>
                    <a:pt x="2178745" y="1974890"/>
                  </a:lnTo>
                  <a:lnTo>
                    <a:pt x="2087670" y="1966426"/>
                  </a:lnTo>
                  <a:lnTo>
                    <a:pt x="1989610" y="1958713"/>
                  </a:lnTo>
                  <a:lnTo>
                    <a:pt x="1885055" y="1951703"/>
                  </a:lnTo>
                  <a:lnTo>
                    <a:pt x="1775124" y="1945369"/>
                  </a:lnTo>
                  <a:lnTo>
                    <a:pt x="1661684" y="1939705"/>
                  </a:lnTo>
                  <a:lnTo>
                    <a:pt x="1547414" y="1934717"/>
                  </a:lnTo>
                  <a:lnTo>
                    <a:pt x="1435734" y="1930418"/>
                  </a:lnTo>
                  <a:lnTo>
                    <a:pt x="1330578" y="1926822"/>
                  </a:lnTo>
                  <a:lnTo>
                    <a:pt x="1235967" y="1923926"/>
                  </a:lnTo>
                  <a:lnTo>
                    <a:pt x="1155458" y="1921708"/>
                  </a:lnTo>
                  <a:lnTo>
                    <a:pt x="1091558" y="1920115"/>
                  </a:lnTo>
                  <a:lnTo>
                    <a:pt x="1045248" y="1919065"/>
                  </a:lnTo>
                  <a:lnTo>
                    <a:pt x="1015738" y="1918456"/>
                  </a:lnTo>
                  <a:lnTo>
                    <a:pt x="1000483" y="1918167"/>
                  </a:lnTo>
                  <a:lnTo>
                    <a:pt x="995369" y="1918079"/>
                  </a:lnTo>
                  <a:lnTo>
                    <a:pt x="994940" y="1918072"/>
                  </a:lnTo>
                  <a:lnTo>
                    <a:pt x="0" y="1918072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05" name="pl1404"/>
            <p:cNvSpPr/>
            <p:nvPr/>
          </p:nvSpPr>
          <p:spPr>
            <a:xfrm>
              <a:off x="1199187" y="3453413"/>
              <a:ext cx="12049831" cy="2898070"/>
            </a:xfrm>
            <a:custGeom>
              <a:avLst/>
              <a:pathLst>
                <a:path w="12049831" h="2898070">
                  <a:moveTo>
                    <a:pt x="0" y="1918072"/>
                  </a:moveTo>
                  <a:lnTo>
                    <a:pt x="994940" y="1918072"/>
                  </a:lnTo>
                  <a:lnTo>
                    <a:pt x="996069" y="1918090"/>
                  </a:lnTo>
                  <a:lnTo>
                    <a:pt x="1003519" y="1918223"/>
                  </a:lnTo>
                  <a:lnTo>
                    <a:pt x="1022402" y="1918588"/>
                  </a:lnTo>
                  <a:lnTo>
                    <a:pt x="1056419" y="1919309"/>
                  </a:lnTo>
                  <a:lnTo>
                    <a:pt x="1107639" y="1920501"/>
                  </a:lnTo>
                  <a:lnTo>
                    <a:pt x="1176347" y="1922262"/>
                  </a:lnTo>
                  <a:lnTo>
                    <a:pt x="1261100" y="1924665"/>
                  </a:lnTo>
                  <a:lnTo>
                    <a:pt x="1359044" y="1927755"/>
                  </a:lnTo>
                  <a:lnTo>
                    <a:pt x="1466432" y="1931548"/>
                  </a:lnTo>
                  <a:lnTo>
                    <a:pt x="1579215" y="1936041"/>
                  </a:lnTo>
                  <a:lnTo>
                    <a:pt x="1693568" y="1941219"/>
                  </a:lnTo>
                  <a:lnTo>
                    <a:pt x="1806263" y="1947070"/>
                  </a:lnTo>
                  <a:lnTo>
                    <a:pt x="1914848" y="1953591"/>
                  </a:lnTo>
                  <a:lnTo>
                    <a:pt x="2017672" y="1960794"/>
                  </a:lnTo>
                  <a:lnTo>
                    <a:pt x="2113808" y="1968711"/>
                  </a:lnTo>
                  <a:lnTo>
                    <a:pt x="2202915" y="1977397"/>
                  </a:lnTo>
                  <a:lnTo>
                    <a:pt x="2285090" y="1986927"/>
                  </a:lnTo>
                  <a:lnTo>
                    <a:pt x="2360741" y="1997400"/>
                  </a:lnTo>
                  <a:lnTo>
                    <a:pt x="2430473" y="2008929"/>
                  </a:lnTo>
                  <a:lnTo>
                    <a:pt x="2495004" y="2021643"/>
                  </a:lnTo>
                  <a:lnTo>
                    <a:pt x="2555103" y="2035674"/>
                  </a:lnTo>
                  <a:lnTo>
                    <a:pt x="2611542" y="2051148"/>
                  </a:lnTo>
                  <a:lnTo>
                    <a:pt x="2665054" y="2068162"/>
                  </a:lnTo>
                  <a:lnTo>
                    <a:pt x="2702183" y="2081405"/>
                  </a:lnTo>
                  <a:lnTo>
                    <a:pt x="2759545" y="2104239"/>
                  </a:lnTo>
                  <a:lnTo>
                    <a:pt x="2815197" y="2129208"/>
                  </a:lnTo>
                  <a:lnTo>
                    <a:pt x="2869733" y="2156349"/>
                  </a:lnTo>
                  <a:lnTo>
                    <a:pt x="2923599" y="2185639"/>
                  </a:lnTo>
                  <a:lnTo>
                    <a:pt x="2977122" y="2216987"/>
                  </a:lnTo>
                  <a:lnTo>
                    <a:pt x="3030526" y="2250230"/>
                  </a:lnTo>
                  <a:lnTo>
                    <a:pt x="3083951" y="2285133"/>
                  </a:lnTo>
                  <a:lnTo>
                    <a:pt x="3137465" y="2321390"/>
                  </a:lnTo>
                  <a:lnTo>
                    <a:pt x="3191080" y="2358635"/>
                  </a:lnTo>
                  <a:lnTo>
                    <a:pt x="3244767" y="2396456"/>
                  </a:lnTo>
                  <a:lnTo>
                    <a:pt x="3298471" y="2434414"/>
                  </a:lnTo>
                  <a:lnTo>
                    <a:pt x="3352135" y="2472062"/>
                  </a:lnTo>
                  <a:lnTo>
                    <a:pt x="3405713" y="2508970"/>
                  </a:lnTo>
                  <a:lnTo>
                    <a:pt x="3459189" y="2544741"/>
                  </a:lnTo>
                  <a:lnTo>
                    <a:pt x="3512594" y="2579032"/>
                  </a:lnTo>
                  <a:lnTo>
                    <a:pt x="3566023" y="2611564"/>
                  </a:lnTo>
                  <a:lnTo>
                    <a:pt x="3619647" y="2642128"/>
                  </a:lnTo>
                  <a:lnTo>
                    <a:pt x="3673728" y="2670590"/>
                  </a:lnTo>
                  <a:lnTo>
                    <a:pt x="3728637" y="2696887"/>
                  </a:lnTo>
                  <a:lnTo>
                    <a:pt x="3784874" y="2721020"/>
                  </a:lnTo>
                  <a:lnTo>
                    <a:pt x="3820202" y="2734737"/>
                  </a:lnTo>
                  <a:lnTo>
                    <a:pt x="3872017" y="2752888"/>
                  </a:lnTo>
                  <a:lnTo>
                    <a:pt x="3926275" y="2769465"/>
                  </a:lnTo>
                  <a:lnTo>
                    <a:pt x="3983660" y="2784525"/>
                  </a:lnTo>
                  <a:lnTo>
                    <a:pt x="4044918" y="2798176"/>
                  </a:lnTo>
                  <a:lnTo>
                    <a:pt x="4110825" y="2810545"/>
                  </a:lnTo>
                  <a:lnTo>
                    <a:pt x="4182140" y="2821767"/>
                  </a:lnTo>
                  <a:lnTo>
                    <a:pt x="4259559" y="2831965"/>
                  </a:lnTo>
                  <a:lnTo>
                    <a:pt x="4343640" y="2841251"/>
                  </a:lnTo>
                  <a:lnTo>
                    <a:pt x="4434715" y="2849716"/>
                  </a:lnTo>
                  <a:lnTo>
                    <a:pt x="4532775" y="2857429"/>
                  </a:lnTo>
                  <a:lnTo>
                    <a:pt x="4637330" y="2864439"/>
                  </a:lnTo>
                  <a:lnTo>
                    <a:pt x="4747261" y="2870772"/>
                  </a:lnTo>
                  <a:lnTo>
                    <a:pt x="4860701" y="2876437"/>
                  </a:lnTo>
                  <a:lnTo>
                    <a:pt x="4974971" y="2881425"/>
                  </a:lnTo>
                  <a:lnTo>
                    <a:pt x="5086651" y="2885724"/>
                  </a:lnTo>
                  <a:lnTo>
                    <a:pt x="5191807" y="2889320"/>
                  </a:lnTo>
                  <a:lnTo>
                    <a:pt x="5286418" y="2892215"/>
                  </a:lnTo>
                  <a:lnTo>
                    <a:pt x="5366927" y="2894434"/>
                  </a:lnTo>
                  <a:lnTo>
                    <a:pt x="5430827" y="2896027"/>
                  </a:lnTo>
                  <a:lnTo>
                    <a:pt x="5477137" y="2897076"/>
                  </a:lnTo>
                  <a:lnTo>
                    <a:pt x="5506647" y="2897686"/>
                  </a:lnTo>
                  <a:lnTo>
                    <a:pt x="5521902" y="2897974"/>
                  </a:lnTo>
                  <a:lnTo>
                    <a:pt x="5527016" y="2898063"/>
                  </a:lnTo>
                  <a:lnTo>
                    <a:pt x="5527445" y="2898070"/>
                  </a:lnTo>
                  <a:lnTo>
                    <a:pt x="6522385" y="2898070"/>
                  </a:lnTo>
                  <a:lnTo>
                    <a:pt x="6523459" y="2898018"/>
                  </a:lnTo>
                  <a:lnTo>
                    <a:pt x="6530553" y="2897646"/>
                  </a:lnTo>
                  <a:lnTo>
                    <a:pt x="6548557" y="2896619"/>
                  </a:lnTo>
                  <a:lnTo>
                    <a:pt x="6581049" y="2894593"/>
                  </a:lnTo>
                  <a:lnTo>
                    <a:pt x="6630093" y="2891244"/>
                  </a:lnTo>
                  <a:lnTo>
                    <a:pt x="6696090" y="2886288"/>
                  </a:lnTo>
                  <a:lnTo>
                    <a:pt x="6777810" y="2879513"/>
                  </a:lnTo>
                  <a:lnTo>
                    <a:pt x="6872665" y="2870785"/>
                  </a:lnTo>
                  <a:lnTo>
                    <a:pt x="6977167" y="2860050"/>
                  </a:lnTo>
                  <a:lnTo>
                    <a:pt x="7087472" y="2847311"/>
                  </a:lnTo>
                  <a:lnTo>
                    <a:pt x="7199884" y="2832604"/>
                  </a:lnTo>
                  <a:lnTo>
                    <a:pt x="7311214" y="2815968"/>
                  </a:lnTo>
                  <a:lnTo>
                    <a:pt x="7418984" y="2797420"/>
                  </a:lnTo>
                  <a:lnTo>
                    <a:pt x="7521470" y="2776936"/>
                  </a:lnTo>
                  <a:lnTo>
                    <a:pt x="7617644" y="2754436"/>
                  </a:lnTo>
                  <a:lnTo>
                    <a:pt x="7707059" y="2729785"/>
                  </a:lnTo>
                  <a:lnTo>
                    <a:pt x="7789714" y="2702783"/>
                  </a:lnTo>
                  <a:lnTo>
                    <a:pt x="7865926" y="2673173"/>
                  </a:lnTo>
                  <a:lnTo>
                    <a:pt x="7936223" y="2640649"/>
                  </a:lnTo>
                  <a:lnTo>
                    <a:pt x="8001264" y="2604858"/>
                  </a:lnTo>
                  <a:lnTo>
                    <a:pt x="8061767" y="2565428"/>
                  </a:lnTo>
                  <a:lnTo>
                    <a:pt x="8118470" y="2521994"/>
                  </a:lnTo>
                  <a:lnTo>
                    <a:pt x="8172089" y="2474246"/>
                  </a:lnTo>
                  <a:lnTo>
                    <a:pt x="8223280" y="2422006"/>
                  </a:lnTo>
                  <a:lnTo>
                    <a:pt x="8229629" y="2415058"/>
                  </a:lnTo>
                  <a:lnTo>
                    <a:pt x="8273499" y="2364194"/>
                  </a:lnTo>
                  <a:lnTo>
                    <a:pt x="8316285" y="2309693"/>
                  </a:lnTo>
                  <a:lnTo>
                    <a:pt x="8358274" y="2251480"/>
                  </a:lnTo>
                  <a:lnTo>
                    <a:pt x="8399700" y="2189537"/>
                  </a:lnTo>
                  <a:lnTo>
                    <a:pt x="8440750" y="2123909"/>
                  </a:lnTo>
                  <a:lnTo>
                    <a:pt x="8481571" y="2054706"/>
                  </a:lnTo>
                  <a:lnTo>
                    <a:pt x="8522277" y="1982112"/>
                  </a:lnTo>
                  <a:lnTo>
                    <a:pt x="8562946" y="1906382"/>
                  </a:lnTo>
                  <a:lnTo>
                    <a:pt x="8603635" y="1827846"/>
                  </a:lnTo>
                  <a:lnTo>
                    <a:pt x="8644374" y="1746900"/>
                  </a:lnTo>
                  <a:lnTo>
                    <a:pt x="8685172" y="1664005"/>
                  </a:lnTo>
                  <a:lnTo>
                    <a:pt x="8726026" y="1579671"/>
                  </a:lnTo>
                  <a:lnTo>
                    <a:pt x="8766917" y="1494451"/>
                  </a:lnTo>
                  <a:lnTo>
                    <a:pt x="8807823" y="1408920"/>
                  </a:lnTo>
                  <a:lnTo>
                    <a:pt x="8848716" y="1323664"/>
                  </a:lnTo>
                  <a:lnTo>
                    <a:pt x="8889572" y="1239259"/>
                  </a:lnTo>
                  <a:lnTo>
                    <a:pt x="8930374" y="1156259"/>
                  </a:lnTo>
                  <a:lnTo>
                    <a:pt x="8971116" y="1075179"/>
                  </a:lnTo>
                  <a:lnTo>
                    <a:pt x="9011807" y="996481"/>
                  </a:lnTo>
                  <a:lnTo>
                    <a:pt x="9052477" y="920567"/>
                  </a:lnTo>
                  <a:lnTo>
                    <a:pt x="9093178" y="847770"/>
                  </a:lnTo>
                  <a:lnTo>
                    <a:pt x="9133989" y="778350"/>
                  </a:lnTo>
                  <a:lnTo>
                    <a:pt x="9175021" y="712496"/>
                  </a:lnTo>
                  <a:lnTo>
                    <a:pt x="9216419" y="650323"/>
                  </a:lnTo>
                  <a:lnTo>
                    <a:pt x="9258367" y="591879"/>
                  </a:lnTo>
                  <a:lnTo>
                    <a:pt x="9301096" y="537149"/>
                  </a:lnTo>
                  <a:lnTo>
                    <a:pt x="9344889" y="486062"/>
                  </a:lnTo>
                  <a:lnTo>
                    <a:pt x="9347647" y="483011"/>
                  </a:lnTo>
                  <a:lnTo>
                    <a:pt x="9398572" y="430200"/>
                  </a:lnTo>
                  <a:lnTo>
                    <a:pt x="9451848" y="381888"/>
                  </a:lnTo>
                  <a:lnTo>
                    <a:pt x="9508122" y="337922"/>
                  </a:lnTo>
                  <a:lnTo>
                    <a:pt x="9568102" y="298004"/>
                  </a:lnTo>
                  <a:lnTo>
                    <a:pt x="9632526" y="261773"/>
                  </a:lnTo>
                  <a:lnTo>
                    <a:pt x="9702119" y="228854"/>
                  </a:lnTo>
                  <a:lnTo>
                    <a:pt x="9777548" y="198893"/>
                  </a:lnTo>
                  <a:lnTo>
                    <a:pt x="9859362" y="171575"/>
                  </a:lnTo>
                  <a:lnTo>
                    <a:pt x="9947912" y="146638"/>
                  </a:lnTo>
                  <a:lnTo>
                    <a:pt x="10043243" y="123874"/>
                  </a:lnTo>
                  <a:lnTo>
                    <a:pt x="10144972" y="103140"/>
                  </a:lnTo>
                  <a:lnTo>
                    <a:pt x="10252152" y="84348"/>
                  </a:lnTo>
                  <a:lnTo>
                    <a:pt x="10363152" y="67470"/>
                  </a:lnTo>
                  <a:lnTo>
                    <a:pt x="10475590" y="52516"/>
                  </a:lnTo>
                  <a:lnTo>
                    <a:pt x="10586359" y="39525"/>
                  </a:lnTo>
                  <a:lnTo>
                    <a:pt x="10691811" y="28534"/>
                  </a:lnTo>
                  <a:lnTo>
                    <a:pt x="10788096" y="19554"/>
                  </a:lnTo>
                  <a:lnTo>
                    <a:pt x="10871649" y="12537"/>
                  </a:lnTo>
                  <a:lnTo>
                    <a:pt x="10939741" y="7360"/>
                  </a:lnTo>
                  <a:lnTo>
                    <a:pt x="10990948" y="3822"/>
                  </a:lnTo>
                  <a:lnTo>
                    <a:pt x="11025459" y="1646"/>
                  </a:lnTo>
                  <a:lnTo>
                    <a:pt x="11045132" y="511"/>
                  </a:lnTo>
                  <a:lnTo>
                    <a:pt x="11053365" y="74"/>
                  </a:lnTo>
                  <a:lnTo>
                    <a:pt x="11054889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6" name="pl1405"/>
            <p:cNvSpPr/>
            <p:nvPr/>
          </p:nvSpPr>
          <p:spPr>
            <a:xfrm>
              <a:off x="1199187" y="3448172"/>
              <a:ext cx="12049831" cy="2898070"/>
            </a:xfrm>
            <a:custGeom>
              <a:avLst/>
              <a:pathLst>
                <a:path w="12049831" h="2898070">
                  <a:moveTo>
                    <a:pt x="12049831" y="0"/>
                  </a:moveTo>
                  <a:lnTo>
                    <a:pt x="11054891" y="0"/>
                  </a:lnTo>
                  <a:lnTo>
                    <a:pt x="11053817" y="52"/>
                  </a:lnTo>
                  <a:lnTo>
                    <a:pt x="11046724" y="424"/>
                  </a:lnTo>
                  <a:lnTo>
                    <a:pt x="11028720" y="1451"/>
                  </a:lnTo>
                  <a:lnTo>
                    <a:pt x="10996228" y="3476"/>
                  </a:lnTo>
                  <a:lnTo>
                    <a:pt x="10947184" y="6826"/>
                  </a:lnTo>
                  <a:lnTo>
                    <a:pt x="10881187" y="11782"/>
                  </a:lnTo>
                  <a:lnTo>
                    <a:pt x="10799466" y="18557"/>
                  </a:lnTo>
                  <a:lnTo>
                    <a:pt x="10704611" y="27284"/>
                  </a:lnTo>
                  <a:lnTo>
                    <a:pt x="10600110" y="38019"/>
                  </a:lnTo>
                  <a:lnTo>
                    <a:pt x="10489805" y="50759"/>
                  </a:lnTo>
                  <a:lnTo>
                    <a:pt x="10377393" y="65466"/>
                  </a:lnTo>
                  <a:lnTo>
                    <a:pt x="10266062" y="82102"/>
                  </a:lnTo>
                  <a:lnTo>
                    <a:pt x="10158292" y="100649"/>
                  </a:lnTo>
                  <a:lnTo>
                    <a:pt x="10055806" y="121134"/>
                  </a:lnTo>
                  <a:lnTo>
                    <a:pt x="9959632" y="143633"/>
                  </a:lnTo>
                  <a:lnTo>
                    <a:pt x="9870217" y="168285"/>
                  </a:lnTo>
                  <a:lnTo>
                    <a:pt x="9787562" y="195287"/>
                  </a:lnTo>
                  <a:lnTo>
                    <a:pt x="9711351" y="224896"/>
                  </a:lnTo>
                  <a:lnTo>
                    <a:pt x="9641053" y="257421"/>
                  </a:lnTo>
                  <a:lnTo>
                    <a:pt x="9576013" y="293212"/>
                  </a:lnTo>
                  <a:lnTo>
                    <a:pt x="9515510" y="332641"/>
                  </a:lnTo>
                  <a:lnTo>
                    <a:pt x="9458806" y="376075"/>
                  </a:lnTo>
                  <a:lnTo>
                    <a:pt x="9405187" y="423824"/>
                  </a:lnTo>
                  <a:lnTo>
                    <a:pt x="9353997" y="476064"/>
                  </a:lnTo>
                  <a:lnTo>
                    <a:pt x="9347647" y="483011"/>
                  </a:lnTo>
                  <a:lnTo>
                    <a:pt x="9303778" y="533875"/>
                  </a:lnTo>
                  <a:lnTo>
                    <a:pt x="9260992" y="588377"/>
                  </a:lnTo>
                  <a:lnTo>
                    <a:pt x="9219003" y="646590"/>
                  </a:lnTo>
                  <a:lnTo>
                    <a:pt x="9177577" y="708532"/>
                  </a:lnTo>
                  <a:lnTo>
                    <a:pt x="9136527" y="774161"/>
                  </a:lnTo>
                  <a:lnTo>
                    <a:pt x="9095705" y="843364"/>
                  </a:lnTo>
                  <a:lnTo>
                    <a:pt x="9055000" y="915958"/>
                  </a:lnTo>
                  <a:lnTo>
                    <a:pt x="9014330" y="991688"/>
                  </a:lnTo>
                  <a:lnTo>
                    <a:pt x="8973641" y="1070224"/>
                  </a:lnTo>
                  <a:lnTo>
                    <a:pt x="8932903" y="1151170"/>
                  </a:lnTo>
                  <a:lnTo>
                    <a:pt x="8892104" y="1234065"/>
                  </a:lnTo>
                  <a:lnTo>
                    <a:pt x="8851251" y="1318398"/>
                  </a:lnTo>
                  <a:lnTo>
                    <a:pt x="8810359" y="1403619"/>
                  </a:lnTo>
                  <a:lnTo>
                    <a:pt x="8769454" y="1489149"/>
                  </a:lnTo>
                  <a:lnTo>
                    <a:pt x="8728561" y="1574406"/>
                  </a:lnTo>
                  <a:lnTo>
                    <a:pt x="8687705" y="1658811"/>
                  </a:lnTo>
                  <a:lnTo>
                    <a:pt x="8646902" y="1741810"/>
                  </a:lnTo>
                  <a:lnTo>
                    <a:pt x="8606160" y="1822891"/>
                  </a:lnTo>
                  <a:lnTo>
                    <a:pt x="8565469" y="1901589"/>
                  </a:lnTo>
                  <a:lnTo>
                    <a:pt x="8524799" y="1977503"/>
                  </a:lnTo>
                  <a:lnTo>
                    <a:pt x="8484098" y="2050300"/>
                  </a:lnTo>
                  <a:lnTo>
                    <a:pt x="8443287" y="2119719"/>
                  </a:lnTo>
                  <a:lnTo>
                    <a:pt x="8402255" y="2185573"/>
                  </a:lnTo>
                  <a:lnTo>
                    <a:pt x="8360857" y="2247746"/>
                  </a:lnTo>
                  <a:lnTo>
                    <a:pt x="8318909" y="2306191"/>
                  </a:lnTo>
                  <a:lnTo>
                    <a:pt x="8276181" y="2360921"/>
                  </a:lnTo>
                  <a:lnTo>
                    <a:pt x="8232388" y="2412007"/>
                  </a:lnTo>
                  <a:lnTo>
                    <a:pt x="8229629" y="2415058"/>
                  </a:lnTo>
                  <a:lnTo>
                    <a:pt x="8178705" y="2467870"/>
                  </a:lnTo>
                  <a:lnTo>
                    <a:pt x="8125428" y="2516182"/>
                  </a:lnTo>
                  <a:lnTo>
                    <a:pt x="8069155" y="2560148"/>
                  </a:lnTo>
                  <a:lnTo>
                    <a:pt x="8009174" y="2600066"/>
                  </a:lnTo>
                  <a:lnTo>
                    <a:pt x="7944750" y="2636297"/>
                  </a:lnTo>
                  <a:lnTo>
                    <a:pt x="7875158" y="2669216"/>
                  </a:lnTo>
                  <a:lnTo>
                    <a:pt x="7799729" y="2699177"/>
                  </a:lnTo>
                  <a:lnTo>
                    <a:pt x="7717914" y="2726494"/>
                  </a:lnTo>
                  <a:lnTo>
                    <a:pt x="7629364" y="2751432"/>
                  </a:lnTo>
                  <a:lnTo>
                    <a:pt x="7534034" y="2774195"/>
                  </a:lnTo>
                  <a:lnTo>
                    <a:pt x="7432305" y="2794930"/>
                  </a:lnTo>
                  <a:lnTo>
                    <a:pt x="7325125" y="2813721"/>
                  </a:lnTo>
                  <a:lnTo>
                    <a:pt x="7214124" y="2830600"/>
                  </a:lnTo>
                  <a:lnTo>
                    <a:pt x="7101687" y="2845554"/>
                  </a:lnTo>
                  <a:lnTo>
                    <a:pt x="6990917" y="2858545"/>
                  </a:lnTo>
                  <a:lnTo>
                    <a:pt x="6885465" y="2869535"/>
                  </a:lnTo>
                  <a:lnTo>
                    <a:pt x="6789181" y="2878516"/>
                  </a:lnTo>
                  <a:lnTo>
                    <a:pt x="6705627" y="2885533"/>
                  </a:lnTo>
                  <a:lnTo>
                    <a:pt x="6637536" y="2890709"/>
                  </a:lnTo>
                  <a:lnTo>
                    <a:pt x="6586328" y="2894248"/>
                  </a:lnTo>
                  <a:lnTo>
                    <a:pt x="6551817" y="2896424"/>
                  </a:lnTo>
                  <a:lnTo>
                    <a:pt x="6532145" y="2897559"/>
                  </a:lnTo>
                  <a:lnTo>
                    <a:pt x="6523912" y="2897995"/>
                  </a:lnTo>
                  <a:lnTo>
                    <a:pt x="6522388" y="2898070"/>
                  </a:lnTo>
                  <a:lnTo>
                    <a:pt x="6522385" y="2898070"/>
                  </a:lnTo>
                  <a:lnTo>
                    <a:pt x="5527445" y="2898070"/>
                  </a:lnTo>
                  <a:lnTo>
                    <a:pt x="5526316" y="2898052"/>
                  </a:lnTo>
                  <a:lnTo>
                    <a:pt x="5518866" y="2897919"/>
                  </a:lnTo>
                  <a:lnTo>
                    <a:pt x="5499983" y="2897553"/>
                  </a:lnTo>
                  <a:lnTo>
                    <a:pt x="5465966" y="2896832"/>
                  </a:lnTo>
                  <a:lnTo>
                    <a:pt x="5414746" y="2895641"/>
                  </a:lnTo>
                  <a:lnTo>
                    <a:pt x="5346038" y="2893880"/>
                  </a:lnTo>
                  <a:lnTo>
                    <a:pt x="5261285" y="2891477"/>
                  </a:lnTo>
                  <a:lnTo>
                    <a:pt x="5163341" y="2888387"/>
                  </a:lnTo>
                  <a:lnTo>
                    <a:pt x="5055953" y="2884594"/>
                  </a:lnTo>
                  <a:lnTo>
                    <a:pt x="4943170" y="2880101"/>
                  </a:lnTo>
                  <a:lnTo>
                    <a:pt x="4828817" y="2874923"/>
                  </a:lnTo>
                  <a:lnTo>
                    <a:pt x="4716122" y="2869071"/>
                  </a:lnTo>
                  <a:lnTo>
                    <a:pt x="4607537" y="2862551"/>
                  </a:lnTo>
                  <a:lnTo>
                    <a:pt x="4504713" y="2855348"/>
                  </a:lnTo>
                  <a:lnTo>
                    <a:pt x="4408577" y="2847431"/>
                  </a:lnTo>
                  <a:lnTo>
                    <a:pt x="4319470" y="2838745"/>
                  </a:lnTo>
                  <a:lnTo>
                    <a:pt x="4237295" y="2829214"/>
                  </a:lnTo>
                  <a:lnTo>
                    <a:pt x="4161644" y="2818742"/>
                  </a:lnTo>
                  <a:lnTo>
                    <a:pt x="4091912" y="2807213"/>
                  </a:lnTo>
                  <a:lnTo>
                    <a:pt x="4027381" y="2794499"/>
                  </a:lnTo>
                  <a:lnTo>
                    <a:pt x="3967282" y="2780468"/>
                  </a:lnTo>
                  <a:lnTo>
                    <a:pt x="3910843" y="2764993"/>
                  </a:lnTo>
                  <a:lnTo>
                    <a:pt x="3857331" y="2747979"/>
                  </a:lnTo>
                  <a:lnTo>
                    <a:pt x="3820202" y="2734737"/>
                  </a:lnTo>
                  <a:lnTo>
                    <a:pt x="3762840" y="2711903"/>
                  </a:lnTo>
                  <a:lnTo>
                    <a:pt x="3707188" y="2686934"/>
                  </a:lnTo>
                  <a:lnTo>
                    <a:pt x="3652652" y="2659793"/>
                  </a:lnTo>
                  <a:lnTo>
                    <a:pt x="3598786" y="2630503"/>
                  </a:lnTo>
                  <a:lnTo>
                    <a:pt x="3545263" y="2599155"/>
                  </a:lnTo>
                  <a:lnTo>
                    <a:pt x="3491859" y="2565911"/>
                  </a:lnTo>
                  <a:lnTo>
                    <a:pt x="3438434" y="2531008"/>
                  </a:lnTo>
                  <a:lnTo>
                    <a:pt x="3384920" y="2494752"/>
                  </a:lnTo>
                  <a:lnTo>
                    <a:pt x="3331305" y="2457507"/>
                  </a:lnTo>
                  <a:lnTo>
                    <a:pt x="3277618" y="2419686"/>
                  </a:lnTo>
                  <a:lnTo>
                    <a:pt x="3223914" y="2381728"/>
                  </a:lnTo>
                  <a:lnTo>
                    <a:pt x="3170250" y="2344080"/>
                  </a:lnTo>
                  <a:lnTo>
                    <a:pt x="3116672" y="2307172"/>
                  </a:lnTo>
                  <a:lnTo>
                    <a:pt x="3063196" y="2271401"/>
                  </a:lnTo>
                  <a:lnTo>
                    <a:pt x="3009791" y="2237110"/>
                  </a:lnTo>
                  <a:lnTo>
                    <a:pt x="2956362" y="2204578"/>
                  </a:lnTo>
                  <a:lnTo>
                    <a:pt x="2902738" y="2174014"/>
                  </a:lnTo>
                  <a:lnTo>
                    <a:pt x="2848657" y="2145551"/>
                  </a:lnTo>
                  <a:lnTo>
                    <a:pt x="2793748" y="2119254"/>
                  </a:lnTo>
                  <a:lnTo>
                    <a:pt x="2737511" y="2095122"/>
                  </a:lnTo>
                  <a:lnTo>
                    <a:pt x="2702183" y="2081405"/>
                  </a:lnTo>
                  <a:lnTo>
                    <a:pt x="2650368" y="2063254"/>
                  </a:lnTo>
                  <a:lnTo>
                    <a:pt x="2596110" y="2046676"/>
                  </a:lnTo>
                  <a:lnTo>
                    <a:pt x="2538725" y="2031616"/>
                  </a:lnTo>
                  <a:lnTo>
                    <a:pt x="2477467" y="2017966"/>
                  </a:lnTo>
                  <a:lnTo>
                    <a:pt x="2411560" y="2005597"/>
                  </a:lnTo>
                  <a:lnTo>
                    <a:pt x="2340245" y="1994375"/>
                  </a:lnTo>
                  <a:lnTo>
                    <a:pt x="2262826" y="1984176"/>
                  </a:lnTo>
                  <a:lnTo>
                    <a:pt x="2178745" y="1974890"/>
                  </a:lnTo>
                  <a:lnTo>
                    <a:pt x="2087670" y="1966426"/>
                  </a:lnTo>
                  <a:lnTo>
                    <a:pt x="1989610" y="1958713"/>
                  </a:lnTo>
                  <a:lnTo>
                    <a:pt x="1885055" y="1951703"/>
                  </a:lnTo>
                  <a:lnTo>
                    <a:pt x="1775124" y="1945369"/>
                  </a:lnTo>
                  <a:lnTo>
                    <a:pt x="1661684" y="1939705"/>
                  </a:lnTo>
                  <a:lnTo>
                    <a:pt x="1547414" y="1934717"/>
                  </a:lnTo>
                  <a:lnTo>
                    <a:pt x="1435734" y="1930418"/>
                  </a:lnTo>
                  <a:lnTo>
                    <a:pt x="1330578" y="1926822"/>
                  </a:lnTo>
                  <a:lnTo>
                    <a:pt x="1235967" y="1923926"/>
                  </a:lnTo>
                  <a:lnTo>
                    <a:pt x="1155458" y="1921708"/>
                  </a:lnTo>
                  <a:lnTo>
                    <a:pt x="1091558" y="1920115"/>
                  </a:lnTo>
                  <a:lnTo>
                    <a:pt x="1045248" y="1919065"/>
                  </a:lnTo>
                  <a:lnTo>
                    <a:pt x="1015738" y="1918456"/>
                  </a:lnTo>
                  <a:lnTo>
                    <a:pt x="1000483" y="1918167"/>
                  </a:lnTo>
                  <a:lnTo>
                    <a:pt x="995369" y="1918079"/>
                  </a:lnTo>
                  <a:lnTo>
                    <a:pt x="994940" y="1918072"/>
                  </a:lnTo>
                  <a:lnTo>
                    <a:pt x="0" y="1918072"/>
                  </a:lnTo>
                  <a:lnTo>
                    <a:pt x="0" y="19180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7" name="pg1406"/>
            <p:cNvSpPr/>
            <p:nvPr/>
          </p:nvSpPr>
          <p:spPr>
            <a:xfrm>
              <a:off x="1199187" y="3086568"/>
              <a:ext cx="12049831" cy="2180103"/>
            </a:xfrm>
            <a:custGeom>
              <a:avLst/>
              <a:pathLst>
                <a:path w="12049831" h="2180103">
                  <a:moveTo>
                    <a:pt x="0" y="2180103"/>
                  </a:moveTo>
                  <a:lnTo>
                    <a:pt x="994940" y="2180103"/>
                  </a:lnTo>
                  <a:lnTo>
                    <a:pt x="996066" y="2180082"/>
                  </a:lnTo>
                  <a:lnTo>
                    <a:pt x="1003501" y="2179930"/>
                  </a:lnTo>
                  <a:lnTo>
                    <a:pt x="1022346" y="2179510"/>
                  </a:lnTo>
                  <a:lnTo>
                    <a:pt x="1056296" y="2178683"/>
                  </a:lnTo>
                  <a:lnTo>
                    <a:pt x="1107420" y="2177316"/>
                  </a:lnTo>
                  <a:lnTo>
                    <a:pt x="1176010" y="2175296"/>
                  </a:lnTo>
                  <a:lnTo>
                    <a:pt x="1260631" y="2172539"/>
                  </a:lnTo>
                  <a:lnTo>
                    <a:pt x="1358442" y="2168993"/>
                  </a:lnTo>
                  <a:lnTo>
                    <a:pt x="1465706" y="2164640"/>
                  </a:lnTo>
                  <a:lnTo>
                    <a:pt x="1578383" y="2159484"/>
                  </a:lnTo>
                  <a:lnTo>
                    <a:pt x="1692655" y="2153541"/>
                  </a:lnTo>
                  <a:lnTo>
                    <a:pt x="1805293" y="2146825"/>
                  </a:lnTo>
                  <a:lnTo>
                    <a:pt x="1913844" y="2139340"/>
                  </a:lnTo>
                  <a:lnTo>
                    <a:pt x="2016656" y="2131073"/>
                  </a:lnTo>
                  <a:lnTo>
                    <a:pt x="2112796" y="2121986"/>
                  </a:lnTo>
                  <a:lnTo>
                    <a:pt x="2201916" y="2112017"/>
                  </a:lnTo>
                  <a:lnTo>
                    <a:pt x="2284113" y="2101079"/>
                  </a:lnTo>
                  <a:lnTo>
                    <a:pt x="2359789" y="2089062"/>
                  </a:lnTo>
                  <a:lnTo>
                    <a:pt x="2429545" y="2075834"/>
                  </a:lnTo>
                  <a:lnTo>
                    <a:pt x="2494098" y="2061248"/>
                  </a:lnTo>
                  <a:lnTo>
                    <a:pt x="2554213" y="2045151"/>
                  </a:lnTo>
                  <a:lnTo>
                    <a:pt x="2610662" y="2027400"/>
                  </a:lnTo>
                  <a:lnTo>
                    <a:pt x="2664177" y="2007882"/>
                  </a:lnTo>
                  <a:lnTo>
                    <a:pt x="2702183" y="1992314"/>
                  </a:lnTo>
                  <a:lnTo>
                    <a:pt x="2758445" y="1966596"/>
                  </a:lnTo>
                  <a:lnTo>
                    <a:pt x="2813051" y="1938519"/>
                  </a:lnTo>
                  <a:lnTo>
                    <a:pt x="2866565" y="1908042"/>
                  </a:lnTo>
                  <a:lnTo>
                    <a:pt x="2919414" y="1875186"/>
                  </a:lnTo>
                  <a:lnTo>
                    <a:pt x="2971912" y="1840043"/>
                  </a:lnTo>
                  <a:lnTo>
                    <a:pt x="3024280" y="1802785"/>
                  </a:lnTo>
                  <a:lnTo>
                    <a:pt x="3076656" y="1763657"/>
                  </a:lnTo>
                  <a:lnTo>
                    <a:pt x="3129112" y="1722983"/>
                  </a:lnTo>
                  <a:lnTo>
                    <a:pt x="3181667" y="1681149"/>
                  </a:lnTo>
                  <a:lnTo>
                    <a:pt x="3234297" y="1638595"/>
                  </a:lnTo>
                  <a:lnTo>
                    <a:pt x="3286956" y="1595795"/>
                  </a:lnTo>
                  <a:lnTo>
                    <a:pt x="3339587" y="1553231"/>
                  </a:lnTo>
                  <a:lnTo>
                    <a:pt x="3392143" y="1511377"/>
                  </a:lnTo>
                  <a:lnTo>
                    <a:pt x="3444602" y="1470673"/>
                  </a:lnTo>
                  <a:lnTo>
                    <a:pt x="3496979" y="1431508"/>
                  </a:lnTo>
                  <a:lnTo>
                    <a:pt x="3549345" y="1394207"/>
                  </a:lnTo>
                  <a:lnTo>
                    <a:pt x="3601839" y="1359017"/>
                  </a:lnTo>
                  <a:lnTo>
                    <a:pt x="3654677" y="1326110"/>
                  </a:lnTo>
                  <a:lnTo>
                    <a:pt x="3708173" y="1295581"/>
                  </a:lnTo>
                  <a:lnTo>
                    <a:pt x="3762750" y="1267453"/>
                  </a:lnTo>
                  <a:lnTo>
                    <a:pt x="3818969" y="1241685"/>
                  </a:lnTo>
                  <a:lnTo>
                    <a:pt x="3820202" y="1241156"/>
                  </a:lnTo>
                  <a:lnTo>
                    <a:pt x="3871978" y="1220302"/>
                  </a:lnTo>
                  <a:lnTo>
                    <a:pt x="3926194" y="1201255"/>
                  </a:lnTo>
                  <a:lnTo>
                    <a:pt x="3983530" y="1183949"/>
                  </a:lnTo>
                  <a:lnTo>
                    <a:pt x="4044733" y="1168263"/>
                  </a:lnTo>
                  <a:lnTo>
                    <a:pt x="4110575" y="1154047"/>
                  </a:lnTo>
                  <a:lnTo>
                    <a:pt x="4181816" y="1141149"/>
                  </a:lnTo>
                  <a:lnTo>
                    <a:pt x="4259148" y="1129427"/>
                  </a:lnTo>
                  <a:lnTo>
                    <a:pt x="4343129" y="1118753"/>
                  </a:lnTo>
                  <a:lnTo>
                    <a:pt x="4434095" y="1109022"/>
                  </a:lnTo>
                  <a:lnTo>
                    <a:pt x="4532036" y="1100155"/>
                  </a:lnTo>
                  <a:lnTo>
                    <a:pt x="4636468" y="1092095"/>
                  </a:lnTo>
                  <a:lnTo>
                    <a:pt x="4746282" y="1084813"/>
                  </a:lnTo>
                  <a:lnTo>
                    <a:pt x="4859618" y="1078298"/>
                  </a:lnTo>
                  <a:lnTo>
                    <a:pt x="4973813" y="1072559"/>
                  </a:lnTo>
                  <a:lnTo>
                    <a:pt x="5085458" y="1067612"/>
                  </a:lnTo>
                  <a:lnTo>
                    <a:pt x="5190635" y="1063471"/>
                  </a:lnTo>
                  <a:lnTo>
                    <a:pt x="5285326" y="1060135"/>
                  </a:lnTo>
                  <a:lnTo>
                    <a:pt x="5365975" y="1057577"/>
                  </a:lnTo>
                  <a:lnTo>
                    <a:pt x="5430062" y="1055737"/>
                  </a:lnTo>
                  <a:lnTo>
                    <a:pt x="5476587" y="1054523"/>
                  </a:lnTo>
                  <a:lnTo>
                    <a:pt x="5506311" y="1053816"/>
                  </a:lnTo>
                  <a:lnTo>
                    <a:pt x="5521750" y="1053480"/>
                  </a:lnTo>
                  <a:lnTo>
                    <a:pt x="5526986" y="1053375"/>
                  </a:lnTo>
                  <a:lnTo>
                    <a:pt x="5527445" y="1053367"/>
                  </a:lnTo>
                  <a:lnTo>
                    <a:pt x="6522385" y="1053367"/>
                  </a:lnTo>
                  <a:lnTo>
                    <a:pt x="6523513" y="1053347"/>
                  </a:lnTo>
                  <a:lnTo>
                    <a:pt x="6530957" y="1053206"/>
                  </a:lnTo>
                  <a:lnTo>
                    <a:pt x="6549823" y="1052815"/>
                  </a:lnTo>
                  <a:lnTo>
                    <a:pt x="6583810" y="1052044"/>
                  </a:lnTo>
                  <a:lnTo>
                    <a:pt x="6634987" y="1050771"/>
                  </a:lnTo>
                  <a:lnTo>
                    <a:pt x="6703642" y="1048890"/>
                  </a:lnTo>
                  <a:lnTo>
                    <a:pt x="6788336" y="1046322"/>
                  </a:lnTo>
                  <a:lnTo>
                    <a:pt x="6886221" y="1043020"/>
                  </a:lnTo>
                  <a:lnTo>
                    <a:pt x="6993553" y="1038967"/>
                  </a:lnTo>
                  <a:lnTo>
                    <a:pt x="7106288" y="1034166"/>
                  </a:lnTo>
                  <a:lnTo>
                    <a:pt x="7220605" y="1028631"/>
                  </a:lnTo>
                  <a:lnTo>
                    <a:pt x="7333275" y="1022378"/>
                  </a:lnTo>
                  <a:lnTo>
                    <a:pt x="7441845" y="1015409"/>
                  </a:lnTo>
                  <a:lnTo>
                    <a:pt x="7544664" y="1007712"/>
                  </a:lnTo>
                  <a:lnTo>
                    <a:pt x="7640801" y="999251"/>
                  </a:lnTo>
                  <a:lnTo>
                    <a:pt x="7729914" y="989968"/>
                  </a:lnTo>
                  <a:lnTo>
                    <a:pt x="7812099" y="979783"/>
                  </a:lnTo>
                  <a:lnTo>
                    <a:pt x="7887761" y="968593"/>
                  </a:lnTo>
                  <a:lnTo>
                    <a:pt x="7957504" y="956273"/>
                  </a:lnTo>
                  <a:lnTo>
                    <a:pt x="8022045" y="942689"/>
                  </a:lnTo>
                  <a:lnTo>
                    <a:pt x="8082151" y="927697"/>
                  </a:lnTo>
                  <a:lnTo>
                    <a:pt x="8138594" y="911163"/>
                  </a:lnTo>
                  <a:lnTo>
                    <a:pt x="8192107" y="892985"/>
                  </a:lnTo>
                  <a:lnTo>
                    <a:pt x="8229629" y="878679"/>
                  </a:lnTo>
                  <a:lnTo>
                    <a:pt x="8286486" y="854487"/>
                  </a:lnTo>
                  <a:lnTo>
                    <a:pt x="8341658" y="828052"/>
                  </a:lnTo>
                  <a:lnTo>
                    <a:pt x="8395725" y="799335"/>
                  </a:lnTo>
                  <a:lnTo>
                    <a:pt x="8449124" y="768359"/>
                  </a:lnTo>
                  <a:lnTo>
                    <a:pt x="8502176" y="735217"/>
                  </a:lnTo>
                  <a:lnTo>
                    <a:pt x="8555103" y="700074"/>
                  </a:lnTo>
                  <a:lnTo>
                    <a:pt x="8608047" y="663173"/>
                  </a:lnTo>
                  <a:lnTo>
                    <a:pt x="8661075" y="624828"/>
                  </a:lnTo>
                  <a:lnTo>
                    <a:pt x="8714203" y="585415"/>
                  </a:lnTo>
                  <a:lnTo>
                    <a:pt x="8767405" y="545360"/>
                  </a:lnTo>
                  <a:lnTo>
                    <a:pt x="8820630" y="505120"/>
                  </a:lnTo>
                  <a:lnTo>
                    <a:pt x="8873820" y="465159"/>
                  </a:lnTo>
                  <a:lnTo>
                    <a:pt x="8926929" y="425929"/>
                  </a:lnTo>
                  <a:lnTo>
                    <a:pt x="8979938" y="387847"/>
                  </a:lnTo>
                  <a:lnTo>
                    <a:pt x="9032870" y="351278"/>
                  </a:lnTo>
                  <a:lnTo>
                    <a:pt x="9085809" y="316523"/>
                  </a:lnTo>
                  <a:lnTo>
                    <a:pt x="9138910" y="283807"/>
                  </a:lnTo>
                  <a:lnTo>
                    <a:pt x="9192415" y="253283"/>
                  </a:lnTo>
                  <a:lnTo>
                    <a:pt x="9246666" y="225028"/>
                  </a:lnTo>
                  <a:lnTo>
                    <a:pt x="9302127" y="199052"/>
                  </a:lnTo>
                  <a:lnTo>
                    <a:pt x="9347647" y="179928"/>
                  </a:lnTo>
                  <a:lnTo>
                    <a:pt x="9399445" y="160521"/>
                  </a:lnTo>
                  <a:lnTo>
                    <a:pt x="9453685" y="142796"/>
                  </a:lnTo>
                  <a:lnTo>
                    <a:pt x="9511048" y="126693"/>
                  </a:lnTo>
                  <a:lnTo>
                    <a:pt x="9572281" y="112097"/>
                  </a:lnTo>
                  <a:lnTo>
                    <a:pt x="9638159" y="98871"/>
                  </a:lnTo>
                  <a:lnTo>
                    <a:pt x="9709441" y="86871"/>
                  </a:lnTo>
                  <a:lnTo>
                    <a:pt x="9786821" y="75964"/>
                  </a:lnTo>
                  <a:lnTo>
                    <a:pt x="9870857" y="66034"/>
                  </a:lnTo>
                  <a:lnTo>
                    <a:pt x="9961883" y="56981"/>
                  </a:lnTo>
                  <a:lnTo>
                    <a:pt x="10059890" y="48732"/>
                  </a:lnTo>
                  <a:lnTo>
                    <a:pt x="10164390" y="41235"/>
                  </a:lnTo>
                  <a:lnTo>
                    <a:pt x="10274269" y="34461"/>
                  </a:lnTo>
                  <a:lnTo>
                    <a:pt x="10387662" y="28402"/>
                  </a:lnTo>
                  <a:lnTo>
                    <a:pt x="10501899" y="23065"/>
                  </a:lnTo>
                  <a:lnTo>
                    <a:pt x="10613563" y="18466"/>
                  </a:lnTo>
                  <a:lnTo>
                    <a:pt x="10718728" y="14617"/>
                  </a:lnTo>
                  <a:lnTo>
                    <a:pt x="10813376" y="11517"/>
                  </a:lnTo>
                  <a:lnTo>
                    <a:pt x="10893947" y="9141"/>
                  </a:lnTo>
                  <a:lnTo>
                    <a:pt x="10957931" y="7434"/>
                  </a:lnTo>
                  <a:lnTo>
                    <a:pt x="11004337" y="6309"/>
                  </a:lnTo>
                  <a:lnTo>
                    <a:pt x="11033943" y="5654"/>
                  </a:lnTo>
                  <a:lnTo>
                    <a:pt x="11049280" y="5344"/>
                  </a:lnTo>
                  <a:lnTo>
                    <a:pt x="11054449" y="524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3" y="19"/>
                  </a:lnTo>
                  <a:lnTo>
                    <a:pt x="11046320" y="161"/>
                  </a:lnTo>
                  <a:lnTo>
                    <a:pt x="11027454" y="552"/>
                  </a:lnTo>
                  <a:lnTo>
                    <a:pt x="10993467" y="1322"/>
                  </a:lnTo>
                  <a:lnTo>
                    <a:pt x="10942290" y="2595"/>
                  </a:lnTo>
                  <a:lnTo>
                    <a:pt x="10873635" y="4477"/>
                  </a:lnTo>
                  <a:lnTo>
                    <a:pt x="10788940" y="7045"/>
                  </a:lnTo>
                  <a:lnTo>
                    <a:pt x="10691056" y="10346"/>
                  </a:lnTo>
                  <a:lnTo>
                    <a:pt x="10583723" y="14400"/>
                  </a:lnTo>
                  <a:lnTo>
                    <a:pt x="10470988" y="19201"/>
                  </a:lnTo>
                  <a:lnTo>
                    <a:pt x="10356671" y="24735"/>
                  </a:lnTo>
                  <a:lnTo>
                    <a:pt x="10244002" y="30988"/>
                  </a:lnTo>
                  <a:lnTo>
                    <a:pt x="10135432" y="37957"/>
                  </a:lnTo>
                  <a:lnTo>
                    <a:pt x="10032613" y="45655"/>
                  </a:lnTo>
                  <a:lnTo>
                    <a:pt x="9936475" y="54116"/>
                  </a:lnTo>
                  <a:lnTo>
                    <a:pt x="9847363" y="63398"/>
                  </a:lnTo>
                  <a:lnTo>
                    <a:pt x="9765178" y="73583"/>
                  </a:lnTo>
                  <a:lnTo>
                    <a:pt x="9689515" y="84774"/>
                  </a:lnTo>
                  <a:lnTo>
                    <a:pt x="9619772" y="97093"/>
                  </a:lnTo>
                  <a:lnTo>
                    <a:pt x="9555232" y="110678"/>
                  </a:lnTo>
                  <a:lnTo>
                    <a:pt x="9495126" y="125669"/>
                  </a:lnTo>
                  <a:lnTo>
                    <a:pt x="9438683" y="142203"/>
                  </a:lnTo>
                  <a:lnTo>
                    <a:pt x="9385169" y="160382"/>
                  </a:lnTo>
                  <a:lnTo>
                    <a:pt x="9347647" y="174687"/>
                  </a:lnTo>
                  <a:lnTo>
                    <a:pt x="9290791" y="198880"/>
                  </a:lnTo>
                  <a:lnTo>
                    <a:pt x="9235619" y="225315"/>
                  </a:lnTo>
                  <a:lnTo>
                    <a:pt x="9181552" y="254032"/>
                  </a:lnTo>
                  <a:lnTo>
                    <a:pt x="9128153" y="285007"/>
                  </a:lnTo>
                  <a:lnTo>
                    <a:pt x="9075101" y="318149"/>
                  </a:lnTo>
                  <a:lnTo>
                    <a:pt x="9022173" y="353292"/>
                  </a:lnTo>
                  <a:lnTo>
                    <a:pt x="8969230" y="390193"/>
                  </a:lnTo>
                  <a:lnTo>
                    <a:pt x="8916201" y="428539"/>
                  </a:lnTo>
                  <a:lnTo>
                    <a:pt x="8863073" y="467952"/>
                  </a:lnTo>
                  <a:lnTo>
                    <a:pt x="8809871" y="508006"/>
                  </a:lnTo>
                  <a:lnTo>
                    <a:pt x="8756647" y="548246"/>
                  </a:lnTo>
                  <a:lnTo>
                    <a:pt x="8703457" y="588207"/>
                  </a:lnTo>
                  <a:lnTo>
                    <a:pt x="8650348" y="627437"/>
                  </a:lnTo>
                  <a:lnTo>
                    <a:pt x="8597339" y="665519"/>
                  </a:lnTo>
                  <a:lnTo>
                    <a:pt x="8544407" y="702088"/>
                  </a:lnTo>
                  <a:lnTo>
                    <a:pt x="8491467" y="736844"/>
                  </a:lnTo>
                  <a:lnTo>
                    <a:pt x="8438366" y="769559"/>
                  </a:lnTo>
                  <a:lnTo>
                    <a:pt x="8384861" y="800083"/>
                  </a:lnTo>
                  <a:lnTo>
                    <a:pt x="8330611" y="828338"/>
                  </a:lnTo>
                  <a:lnTo>
                    <a:pt x="8275150" y="854315"/>
                  </a:lnTo>
                  <a:lnTo>
                    <a:pt x="8229629" y="873439"/>
                  </a:lnTo>
                  <a:lnTo>
                    <a:pt x="8177831" y="892845"/>
                  </a:lnTo>
                  <a:lnTo>
                    <a:pt x="8123592" y="910570"/>
                  </a:lnTo>
                  <a:lnTo>
                    <a:pt x="8066229" y="926673"/>
                  </a:lnTo>
                  <a:lnTo>
                    <a:pt x="8004996" y="941269"/>
                  </a:lnTo>
                  <a:lnTo>
                    <a:pt x="7939118" y="954496"/>
                  </a:lnTo>
                  <a:lnTo>
                    <a:pt x="7867835" y="966496"/>
                  </a:lnTo>
                  <a:lnTo>
                    <a:pt x="7790456" y="977402"/>
                  </a:lnTo>
                  <a:lnTo>
                    <a:pt x="7706419" y="987333"/>
                  </a:lnTo>
                  <a:lnTo>
                    <a:pt x="7615394" y="996385"/>
                  </a:lnTo>
                  <a:lnTo>
                    <a:pt x="7517386" y="1004634"/>
                  </a:lnTo>
                  <a:lnTo>
                    <a:pt x="7412886" y="1012131"/>
                  </a:lnTo>
                  <a:lnTo>
                    <a:pt x="7303008" y="1018906"/>
                  </a:lnTo>
                  <a:lnTo>
                    <a:pt x="7189614" y="1024965"/>
                  </a:lnTo>
                  <a:lnTo>
                    <a:pt x="7075378" y="1030302"/>
                  </a:lnTo>
                  <a:lnTo>
                    <a:pt x="6963714" y="1034901"/>
                  </a:lnTo>
                  <a:lnTo>
                    <a:pt x="6858548" y="1038750"/>
                  </a:lnTo>
                  <a:lnTo>
                    <a:pt x="6763901" y="1041849"/>
                  </a:lnTo>
                  <a:lnTo>
                    <a:pt x="6683330" y="1044225"/>
                  </a:lnTo>
                  <a:lnTo>
                    <a:pt x="6619346" y="1045932"/>
                  </a:lnTo>
                  <a:lnTo>
                    <a:pt x="6572939" y="1047058"/>
                  </a:lnTo>
                  <a:lnTo>
                    <a:pt x="6543334" y="1047712"/>
                  </a:lnTo>
                  <a:lnTo>
                    <a:pt x="6527997" y="1048023"/>
                  </a:lnTo>
                  <a:lnTo>
                    <a:pt x="6522828" y="1048119"/>
                  </a:lnTo>
                  <a:lnTo>
                    <a:pt x="6522385" y="1048126"/>
                  </a:lnTo>
                  <a:lnTo>
                    <a:pt x="5527445" y="1048126"/>
                  </a:lnTo>
                  <a:lnTo>
                    <a:pt x="5526319" y="1048148"/>
                  </a:lnTo>
                  <a:lnTo>
                    <a:pt x="5518884" y="1048300"/>
                  </a:lnTo>
                  <a:lnTo>
                    <a:pt x="5500039" y="1048719"/>
                  </a:lnTo>
                  <a:lnTo>
                    <a:pt x="5466089" y="1049546"/>
                  </a:lnTo>
                  <a:lnTo>
                    <a:pt x="5414965" y="1050913"/>
                  </a:lnTo>
                  <a:lnTo>
                    <a:pt x="5346375" y="1052933"/>
                  </a:lnTo>
                  <a:lnTo>
                    <a:pt x="5261754" y="1055691"/>
                  </a:lnTo>
                  <a:lnTo>
                    <a:pt x="5163943" y="1059237"/>
                  </a:lnTo>
                  <a:lnTo>
                    <a:pt x="5056679" y="1063589"/>
                  </a:lnTo>
                  <a:lnTo>
                    <a:pt x="4944002" y="1068745"/>
                  </a:lnTo>
                  <a:lnTo>
                    <a:pt x="4829730" y="1074689"/>
                  </a:lnTo>
                  <a:lnTo>
                    <a:pt x="4717092" y="1081405"/>
                  </a:lnTo>
                  <a:lnTo>
                    <a:pt x="4608541" y="1088890"/>
                  </a:lnTo>
                  <a:lnTo>
                    <a:pt x="4505729" y="1097157"/>
                  </a:lnTo>
                  <a:lnTo>
                    <a:pt x="4409589" y="1106244"/>
                  </a:lnTo>
                  <a:lnTo>
                    <a:pt x="4320469" y="1116212"/>
                  </a:lnTo>
                  <a:lnTo>
                    <a:pt x="4238272" y="1127150"/>
                  </a:lnTo>
                  <a:lnTo>
                    <a:pt x="4162596" y="1139167"/>
                  </a:lnTo>
                  <a:lnTo>
                    <a:pt x="4092840" y="1152396"/>
                  </a:lnTo>
                  <a:lnTo>
                    <a:pt x="4028287" y="1166982"/>
                  </a:lnTo>
                  <a:lnTo>
                    <a:pt x="3968172" y="1183079"/>
                  </a:lnTo>
                  <a:lnTo>
                    <a:pt x="3911723" y="1200830"/>
                  </a:lnTo>
                  <a:lnTo>
                    <a:pt x="3858208" y="1220348"/>
                  </a:lnTo>
                  <a:lnTo>
                    <a:pt x="3820202" y="1235916"/>
                  </a:lnTo>
                  <a:lnTo>
                    <a:pt x="3763940" y="1261633"/>
                  </a:lnTo>
                  <a:lnTo>
                    <a:pt x="3709334" y="1289710"/>
                  </a:lnTo>
                  <a:lnTo>
                    <a:pt x="3655820" y="1320188"/>
                  </a:lnTo>
                  <a:lnTo>
                    <a:pt x="3602971" y="1353044"/>
                  </a:lnTo>
                  <a:lnTo>
                    <a:pt x="3550473" y="1388186"/>
                  </a:lnTo>
                  <a:lnTo>
                    <a:pt x="3498105" y="1425445"/>
                  </a:lnTo>
                  <a:lnTo>
                    <a:pt x="3445729" y="1464572"/>
                  </a:lnTo>
                  <a:lnTo>
                    <a:pt x="3393273" y="1505247"/>
                  </a:lnTo>
                  <a:lnTo>
                    <a:pt x="3340718" y="1547081"/>
                  </a:lnTo>
                  <a:lnTo>
                    <a:pt x="3288088" y="1589634"/>
                  </a:lnTo>
                  <a:lnTo>
                    <a:pt x="3235429" y="1632435"/>
                  </a:lnTo>
                  <a:lnTo>
                    <a:pt x="3182798" y="1674999"/>
                  </a:lnTo>
                  <a:lnTo>
                    <a:pt x="3130241" y="1716853"/>
                  </a:lnTo>
                  <a:lnTo>
                    <a:pt x="3077783" y="1757557"/>
                  </a:lnTo>
                  <a:lnTo>
                    <a:pt x="3025406" y="1796721"/>
                  </a:lnTo>
                  <a:lnTo>
                    <a:pt x="2973040" y="1834023"/>
                  </a:lnTo>
                  <a:lnTo>
                    <a:pt x="2920546" y="1869213"/>
                  </a:lnTo>
                  <a:lnTo>
                    <a:pt x="2867708" y="1902119"/>
                  </a:lnTo>
                  <a:lnTo>
                    <a:pt x="2814212" y="1932648"/>
                  </a:lnTo>
                  <a:lnTo>
                    <a:pt x="2759635" y="1960777"/>
                  </a:lnTo>
                  <a:lnTo>
                    <a:pt x="2703416" y="1986544"/>
                  </a:lnTo>
                  <a:lnTo>
                    <a:pt x="2702183" y="1987073"/>
                  </a:lnTo>
                  <a:lnTo>
                    <a:pt x="2650407" y="2007927"/>
                  </a:lnTo>
                  <a:lnTo>
                    <a:pt x="2596191" y="2026975"/>
                  </a:lnTo>
                  <a:lnTo>
                    <a:pt x="2538855" y="2044281"/>
                  </a:lnTo>
                  <a:lnTo>
                    <a:pt x="2477652" y="2059967"/>
                  </a:lnTo>
                  <a:lnTo>
                    <a:pt x="2411810" y="2074183"/>
                  </a:lnTo>
                  <a:lnTo>
                    <a:pt x="2340569" y="2087080"/>
                  </a:lnTo>
                  <a:lnTo>
                    <a:pt x="2263237" y="2098803"/>
                  </a:lnTo>
                  <a:lnTo>
                    <a:pt x="2179256" y="2109477"/>
                  </a:lnTo>
                  <a:lnTo>
                    <a:pt x="2088290" y="2119207"/>
                  </a:lnTo>
                  <a:lnTo>
                    <a:pt x="1990349" y="2128075"/>
                  </a:lnTo>
                  <a:lnTo>
                    <a:pt x="1885917" y="2136134"/>
                  </a:lnTo>
                  <a:lnTo>
                    <a:pt x="1776103" y="2143417"/>
                  </a:lnTo>
                  <a:lnTo>
                    <a:pt x="1662767" y="2149932"/>
                  </a:lnTo>
                  <a:lnTo>
                    <a:pt x="1548572" y="2155671"/>
                  </a:lnTo>
                  <a:lnTo>
                    <a:pt x="1436927" y="2160618"/>
                  </a:lnTo>
                  <a:lnTo>
                    <a:pt x="1331750" y="2164759"/>
                  </a:lnTo>
                  <a:lnTo>
                    <a:pt x="1237059" y="2168095"/>
                  </a:lnTo>
                  <a:lnTo>
                    <a:pt x="1156410" y="2170653"/>
                  </a:lnTo>
                  <a:lnTo>
                    <a:pt x="1092323" y="2172493"/>
                  </a:lnTo>
                  <a:lnTo>
                    <a:pt x="1045798" y="2173706"/>
                  </a:lnTo>
                  <a:lnTo>
                    <a:pt x="1016074" y="2174413"/>
                  </a:lnTo>
                  <a:lnTo>
                    <a:pt x="1000635" y="2174749"/>
                  </a:lnTo>
                  <a:lnTo>
                    <a:pt x="995399" y="2174854"/>
                  </a:lnTo>
                  <a:lnTo>
                    <a:pt x="994940" y="2174863"/>
                  </a:lnTo>
                  <a:lnTo>
                    <a:pt x="0" y="2174863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08" name="pl1407"/>
            <p:cNvSpPr/>
            <p:nvPr/>
          </p:nvSpPr>
          <p:spPr>
            <a:xfrm>
              <a:off x="1199187" y="3091809"/>
              <a:ext cx="12049831" cy="2174863"/>
            </a:xfrm>
            <a:custGeom>
              <a:avLst/>
              <a:pathLst>
                <a:path w="12049831" h="2174863">
                  <a:moveTo>
                    <a:pt x="0" y="2174863"/>
                  </a:moveTo>
                  <a:lnTo>
                    <a:pt x="994940" y="2174863"/>
                  </a:lnTo>
                  <a:lnTo>
                    <a:pt x="996066" y="2174841"/>
                  </a:lnTo>
                  <a:lnTo>
                    <a:pt x="1003501" y="2174689"/>
                  </a:lnTo>
                  <a:lnTo>
                    <a:pt x="1022346" y="2174270"/>
                  </a:lnTo>
                  <a:lnTo>
                    <a:pt x="1056296" y="2173443"/>
                  </a:lnTo>
                  <a:lnTo>
                    <a:pt x="1107420" y="2172076"/>
                  </a:lnTo>
                  <a:lnTo>
                    <a:pt x="1176010" y="2170056"/>
                  </a:lnTo>
                  <a:lnTo>
                    <a:pt x="1260631" y="2167298"/>
                  </a:lnTo>
                  <a:lnTo>
                    <a:pt x="1358442" y="2163752"/>
                  </a:lnTo>
                  <a:lnTo>
                    <a:pt x="1465706" y="2159400"/>
                  </a:lnTo>
                  <a:lnTo>
                    <a:pt x="1578383" y="2154244"/>
                  </a:lnTo>
                  <a:lnTo>
                    <a:pt x="1692655" y="2148300"/>
                  </a:lnTo>
                  <a:lnTo>
                    <a:pt x="1805293" y="2141584"/>
                  </a:lnTo>
                  <a:lnTo>
                    <a:pt x="1913844" y="2134099"/>
                  </a:lnTo>
                  <a:lnTo>
                    <a:pt x="2016656" y="2125832"/>
                  </a:lnTo>
                  <a:lnTo>
                    <a:pt x="2112796" y="2116745"/>
                  </a:lnTo>
                  <a:lnTo>
                    <a:pt x="2201916" y="2106776"/>
                  </a:lnTo>
                  <a:lnTo>
                    <a:pt x="2284113" y="2095839"/>
                  </a:lnTo>
                  <a:lnTo>
                    <a:pt x="2359789" y="2083822"/>
                  </a:lnTo>
                  <a:lnTo>
                    <a:pt x="2429545" y="2070593"/>
                  </a:lnTo>
                  <a:lnTo>
                    <a:pt x="2494098" y="2056007"/>
                  </a:lnTo>
                  <a:lnTo>
                    <a:pt x="2554213" y="2039910"/>
                  </a:lnTo>
                  <a:lnTo>
                    <a:pt x="2610662" y="2022159"/>
                  </a:lnTo>
                  <a:lnTo>
                    <a:pt x="2664177" y="2002641"/>
                  </a:lnTo>
                  <a:lnTo>
                    <a:pt x="2702183" y="1987073"/>
                  </a:lnTo>
                  <a:lnTo>
                    <a:pt x="2758445" y="1961355"/>
                  </a:lnTo>
                  <a:lnTo>
                    <a:pt x="2813051" y="1933279"/>
                  </a:lnTo>
                  <a:lnTo>
                    <a:pt x="2866565" y="1902801"/>
                  </a:lnTo>
                  <a:lnTo>
                    <a:pt x="2919414" y="1869945"/>
                  </a:lnTo>
                  <a:lnTo>
                    <a:pt x="2971912" y="1834803"/>
                  </a:lnTo>
                  <a:lnTo>
                    <a:pt x="3024280" y="1797544"/>
                  </a:lnTo>
                  <a:lnTo>
                    <a:pt x="3076656" y="1758417"/>
                  </a:lnTo>
                  <a:lnTo>
                    <a:pt x="3129112" y="1717742"/>
                  </a:lnTo>
                  <a:lnTo>
                    <a:pt x="3181667" y="1675908"/>
                  </a:lnTo>
                  <a:lnTo>
                    <a:pt x="3234297" y="1633355"/>
                  </a:lnTo>
                  <a:lnTo>
                    <a:pt x="3286956" y="1590554"/>
                  </a:lnTo>
                  <a:lnTo>
                    <a:pt x="3339587" y="1547990"/>
                  </a:lnTo>
                  <a:lnTo>
                    <a:pt x="3392143" y="1506136"/>
                  </a:lnTo>
                  <a:lnTo>
                    <a:pt x="3444602" y="1465432"/>
                  </a:lnTo>
                  <a:lnTo>
                    <a:pt x="3496979" y="1426268"/>
                  </a:lnTo>
                  <a:lnTo>
                    <a:pt x="3549345" y="1388966"/>
                  </a:lnTo>
                  <a:lnTo>
                    <a:pt x="3601839" y="1353776"/>
                  </a:lnTo>
                  <a:lnTo>
                    <a:pt x="3654677" y="1320870"/>
                  </a:lnTo>
                  <a:lnTo>
                    <a:pt x="3708173" y="1290340"/>
                  </a:lnTo>
                  <a:lnTo>
                    <a:pt x="3762750" y="1262212"/>
                  </a:lnTo>
                  <a:lnTo>
                    <a:pt x="3818969" y="1236445"/>
                  </a:lnTo>
                  <a:lnTo>
                    <a:pt x="3820202" y="1235916"/>
                  </a:lnTo>
                  <a:lnTo>
                    <a:pt x="3871978" y="1215062"/>
                  </a:lnTo>
                  <a:lnTo>
                    <a:pt x="3926194" y="1196014"/>
                  </a:lnTo>
                  <a:lnTo>
                    <a:pt x="3983530" y="1178708"/>
                  </a:lnTo>
                  <a:lnTo>
                    <a:pt x="4044733" y="1163022"/>
                  </a:lnTo>
                  <a:lnTo>
                    <a:pt x="4110575" y="1148806"/>
                  </a:lnTo>
                  <a:lnTo>
                    <a:pt x="4181816" y="1135909"/>
                  </a:lnTo>
                  <a:lnTo>
                    <a:pt x="4259148" y="1124186"/>
                  </a:lnTo>
                  <a:lnTo>
                    <a:pt x="4343129" y="1113512"/>
                  </a:lnTo>
                  <a:lnTo>
                    <a:pt x="4434095" y="1103782"/>
                  </a:lnTo>
                  <a:lnTo>
                    <a:pt x="4532036" y="1094914"/>
                  </a:lnTo>
                  <a:lnTo>
                    <a:pt x="4636468" y="1086855"/>
                  </a:lnTo>
                  <a:lnTo>
                    <a:pt x="4746282" y="1079572"/>
                  </a:lnTo>
                  <a:lnTo>
                    <a:pt x="4859618" y="1073057"/>
                  </a:lnTo>
                  <a:lnTo>
                    <a:pt x="4973813" y="1067318"/>
                  </a:lnTo>
                  <a:lnTo>
                    <a:pt x="5085458" y="1062371"/>
                  </a:lnTo>
                  <a:lnTo>
                    <a:pt x="5190635" y="1058230"/>
                  </a:lnTo>
                  <a:lnTo>
                    <a:pt x="5285326" y="1054894"/>
                  </a:lnTo>
                  <a:lnTo>
                    <a:pt x="5365975" y="1052336"/>
                  </a:lnTo>
                  <a:lnTo>
                    <a:pt x="5430062" y="1050496"/>
                  </a:lnTo>
                  <a:lnTo>
                    <a:pt x="5476587" y="1049283"/>
                  </a:lnTo>
                  <a:lnTo>
                    <a:pt x="5506311" y="1048576"/>
                  </a:lnTo>
                  <a:lnTo>
                    <a:pt x="5521750" y="1048240"/>
                  </a:lnTo>
                  <a:lnTo>
                    <a:pt x="5526986" y="1048135"/>
                  </a:lnTo>
                  <a:lnTo>
                    <a:pt x="5527445" y="1048126"/>
                  </a:lnTo>
                  <a:lnTo>
                    <a:pt x="6522385" y="1048126"/>
                  </a:lnTo>
                  <a:lnTo>
                    <a:pt x="6523513" y="1048106"/>
                  </a:lnTo>
                  <a:lnTo>
                    <a:pt x="6530957" y="1047965"/>
                  </a:lnTo>
                  <a:lnTo>
                    <a:pt x="6549823" y="1047574"/>
                  </a:lnTo>
                  <a:lnTo>
                    <a:pt x="6583810" y="1046804"/>
                  </a:lnTo>
                  <a:lnTo>
                    <a:pt x="6634987" y="1045531"/>
                  </a:lnTo>
                  <a:lnTo>
                    <a:pt x="6703642" y="1043649"/>
                  </a:lnTo>
                  <a:lnTo>
                    <a:pt x="6788336" y="1041081"/>
                  </a:lnTo>
                  <a:lnTo>
                    <a:pt x="6886221" y="1037779"/>
                  </a:lnTo>
                  <a:lnTo>
                    <a:pt x="6993553" y="1033726"/>
                  </a:lnTo>
                  <a:lnTo>
                    <a:pt x="7106288" y="1028925"/>
                  </a:lnTo>
                  <a:lnTo>
                    <a:pt x="7220605" y="1023391"/>
                  </a:lnTo>
                  <a:lnTo>
                    <a:pt x="7333275" y="1017137"/>
                  </a:lnTo>
                  <a:lnTo>
                    <a:pt x="7441845" y="1010169"/>
                  </a:lnTo>
                  <a:lnTo>
                    <a:pt x="7544664" y="1002471"/>
                  </a:lnTo>
                  <a:lnTo>
                    <a:pt x="7640801" y="994010"/>
                  </a:lnTo>
                  <a:lnTo>
                    <a:pt x="7729914" y="984728"/>
                  </a:lnTo>
                  <a:lnTo>
                    <a:pt x="7812099" y="974543"/>
                  </a:lnTo>
                  <a:lnTo>
                    <a:pt x="7887761" y="963352"/>
                  </a:lnTo>
                  <a:lnTo>
                    <a:pt x="7957504" y="951033"/>
                  </a:lnTo>
                  <a:lnTo>
                    <a:pt x="8022045" y="937448"/>
                  </a:lnTo>
                  <a:lnTo>
                    <a:pt x="8082151" y="922456"/>
                  </a:lnTo>
                  <a:lnTo>
                    <a:pt x="8138594" y="905923"/>
                  </a:lnTo>
                  <a:lnTo>
                    <a:pt x="8192107" y="887744"/>
                  </a:lnTo>
                  <a:lnTo>
                    <a:pt x="8229629" y="873439"/>
                  </a:lnTo>
                  <a:lnTo>
                    <a:pt x="8286486" y="849246"/>
                  </a:lnTo>
                  <a:lnTo>
                    <a:pt x="8341658" y="822811"/>
                  </a:lnTo>
                  <a:lnTo>
                    <a:pt x="8395725" y="794094"/>
                  </a:lnTo>
                  <a:lnTo>
                    <a:pt x="8449124" y="763119"/>
                  </a:lnTo>
                  <a:lnTo>
                    <a:pt x="8502176" y="729976"/>
                  </a:lnTo>
                  <a:lnTo>
                    <a:pt x="8555103" y="694834"/>
                  </a:lnTo>
                  <a:lnTo>
                    <a:pt x="8608047" y="657932"/>
                  </a:lnTo>
                  <a:lnTo>
                    <a:pt x="8661075" y="619587"/>
                  </a:lnTo>
                  <a:lnTo>
                    <a:pt x="8714203" y="580174"/>
                  </a:lnTo>
                  <a:lnTo>
                    <a:pt x="8767405" y="540120"/>
                  </a:lnTo>
                  <a:lnTo>
                    <a:pt x="8820630" y="499879"/>
                  </a:lnTo>
                  <a:lnTo>
                    <a:pt x="8873820" y="459919"/>
                  </a:lnTo>
                  <a:lnTo>
                    <a:pt x="8926929" y="420689"/>
                  </a:lnTo>
                  <a:lnTo>
                    <a:pt x="8979938" y="382606"/>
                  </a:lnTo>
                  <a:lnTo>
                    <a:pt x="9032870" y="346038"/>
                  </a:lnTo>
                  <a:lnTo>
                    <a:pt x="9085809" y="311282"/>
                  </a:lnTo>
                  <a:lnTo>
                    <a:pt x="9138910" y="278567"/>
                  </a:lnTo>
                  <a:lnTo>
                    <a:pt x="9192415" y="248043"/>
                  </a:lnTo>
                  <a:lnTo>
                    <a:pt x="9246666" y="219788"/>
                  </a:lnTo>
                  <a:lnTo>
                    <a:pt x="9302127" y="193811"/>
                  </a:lnTo>
                  <a:lnTo>
                    <a:pt x="9347647" y="174687"/>
                  </a:lnTo>
                  <a:lnTo>
                    <a:pt x="9399445" y="155281"/>
                  </a:lnTo>
                  <a:lnTo>
                    <a:pt x="9453685" y="137556"/>
                  </a:lnTo>
                  <a:lnTo>
                    <a:pt x="9511048" y="121453"/>
                  </a:lnTo>
                  <a:lnTo>
                    <a:pt x="9572281" y="106857"/>
                  </a:lnTo>
                  <a:lnTo>
                    <a:pt x="9638159" y="93630"/>
                  </a:lnTo>
                  <a:lnTo>
                    <a:pt x="9709441" y="81630"/>
                  </a:lnTo>
                  <a:lnTo>
                    <a:pt x="9786821" y="70724"/>
                  </a:lnTo>
                  <a:lnTo>
                    <a:pt x="9870857" y="60793"/>
                  </a:lnTo>
                  <a:lnTo>
                    <a:pt x="9961883" y="51741"/>
                  </a:lnTo>
                  <a:lnTo>
                    <a:pt x="10059890" y="43492"/>
                  </a:lnTo>
                  <a:lnTo>
                    <a:pt x="10164390" y="35994"/>
                  </a:lnTo>
                  <a:lnTo>
                    <a:pt x="10274269" y="29220"/>
                  </a:lnTo>
                  <a:lnTo>
                    <a:pt x="10387662" y="23161"/>
                  </a:lnTo>
                  <a:lnTo>
                    <a:pt x="10501899" y="17824"/>
                  </a:lnTo>
                  <a:lnTo>
                    <a:pt x="10613563" y="13225"/>
                  </a:lnTo>
                  <a:lnTo>
                    <a:pt x="10718728" y="9376"/>
                  </a:lnTo>
                  <a:lnTo>
                    <a:pt x="10813376" y="6276"/>
                  </a:lnTo>
                  <a:lnTo>
                    <a:pt x="10893947" y="3901"/>
                  </a:lnTo>
                  <a:lnTo>
                    <a:pt x="10957931" y="2193"/>
                  </a:lnTo>
                  <a:lnTo>
                    <a:pt x="11004337" y="1068"/>
                  </a:lnTo>
                  <a:lnTo>
                    <a:pt x="11033943" y="414"/>
                  </a:lnTo>
                  <a:lnTo>
                    <a:pt x="11049280" y="103"/>
                  </a:lnTo>
                  <a:lnTo>
                    <a:pt x="11054449" y="7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9" name="pl1408"/>
            <p:cNvSpPr/>
            <p:nvPr/>
          </p:nvSpPr>
          <p:spPr>
            <a:xfrm>
              <a:off x="1199187" y="3086568"/>
              <a:ext cx="12049831" cy="2174863"/>
            </a:xfrm>
            <a:custGeom>
              <a:avLst/>
              <a:pathLst>
                <a:path w="12049831" h="2174863">
                  <a:moveTo>
                    <a:pt x="12049831" y="0"/>
                  </a:moveTo>
                  <a:lnTo>
                    <a:pt x="11054891" y="0"/>
                  </a:lnTo>
                  <a:lnTo>
                    <a:pt x="11053763" y="19"/>
                  </a:lnTo>
                  <a:lnTo>
                    <a:pt x="11046320" y="161"/>
                  </a:lnTo>
                  <a:lnTo>
                    <a:pt x="11027454" y="552"/>
                  </a:lnTo>
                  <a:lnTo>
                    <a:pt x="10993467" y="1322"/>
                  </a:lnTo>
                  <a:lnTo>
                    <a:pt x="10942290" y="2595"/>
                  </a:lnTo>
                  <a:lnTo>
                    <a:pt x="10873635" y="4477"/>
                  </a:lnTo>
                  <a:lnTo>
                    <a:pt x="10788940" y="7045"/>
                  </a:lnTo>
                  <a:lnTo>
                    <a:pt x="10691056" y="10346"/>
                  </a:lnTo>
                  <a:lnTo>
                    <a:pt x="10583723" y="14400"/>
                  </a:lnTo>
                  <a:lnTo>
                    <a:pt x="10470988" y="19201"/>
                  </a:lnTo>
                  <a:lnTo>
                    <a:pt x="10356671" y="24735"/>
                  </a:lnTo>
                  <a:lnTo>
                    <a:pt x="10244002" y="30988"/>
                  </a:lnTo>
                  <a:lnTo>
                    <a:pt x="10135432" y="37957"/>
                  </a:lnTo>
                  <a:lnTo>
                    <a:pt x="10032613" y="45655"/>
                  </a:lnTo>
                  <a:lnTo>
                    <a:pt x="9936475" y="54116"/>
                  </a:lnTo>
                  <a:lnTo>
                    <a:pt x="9847363" y="63398"/>
                  </a:lnTo>
                  <a:lnTo>
                    <a:pt x="9765178" y="73583"/>
                  </a:lnTo>
                  <a:lnTo>
                    <a:pt x="9689515" y="84774"/>
                  </a:lnTo>
                  <a:lnTo>
                    <a:pt x="9619772" y="97093"/>
                  </a:lnTo>
                  <a:lnTo>
                    <a:pt x="9555232" y="110678"/>
                  </a:lnTo>
                  <a:lnTo>
                    <a:pt x="9495126" y="125669"/>
                  </a:lnTo>
                  <a:lnTo>
                    <a:pt x="9438683" y="142203"/>
                  </a:lnTo>
                  <a:lnTo>
                    <a:pt x="9385169" y="160382"/>
                  </a:lnTo>
                  <a:lnTo>
                    <a:pt x="9347647" y="174687"/>
                  </a:lnTo>
                  <a:lnTo>
                    <a:pt x="9290791" y="198880"/>
                  </a:lnTo>
                  <a:lnTo>
                    <a:pt x="9235619" y="225315"/>
                  </a:lnTo>
                  <a:lnTo>
                    <a:pt x="9181552" y="254032"/>
                  </a:lnTo>
                  <a:lnTo>
                    <a:pt x="9128153" y="285007"/>
                  </a:lnTo>
                  <a:lnTo>
                    <a:pt x="9075101" y="318149"/>
                  </a:lnTo>
                  <a:lnTo>
                    <a:pt x="9022173" y="353292"/>
                  </a:lnTo>
                  <a:lnTo>
                    <a:pt x="8969230" y="390193"/>
                  </a:lnTo>
                  <a:lnTo>
                    <a:pt x="8916201" y="428539"/>
                  </a:lnTo>
                  <a:lnTo>
                    <a:pt x="8863073" y="467952"/>
                  </a:lnTo>
                  <a:lnTo>
                    <a:pt x="8809871" y="508006"/>
                  </a:lnTo>
                  <a:lnTo>
                    <a:pt x="8756647" y="548246"/>
                  </a:lnTo>
                  <a:lnTo>
                    <a:pt x="8703457" y="588207"/>
                  </a:lnTo>
                  <a:lnTo>
                    <a:pt x="8650348" y="627437"/>
                  </a:lnTo>
                  <a:lnTo>
                    <a:pt x="8597339" y="665519"/>
                  </a:lnTo>
                  <a:lnTo>
                    <a:pt x="8544407" y="702088"/>
                  </a:lnTo>
                  <a:lnTo>
                    <a:pt x="8491467" y="736844"/>
                  </a:lnTo>
                  <a:lnTo>
                    <a:pt x="8438366" y="769559"/>
                  </a:lnTo>
                  <a:lnTo>
                    <a:pt x="8384861" y="800083"/>
                  </a:lnTo>
                  <a:lnTo>
                    <a:pt x="8330611" y="828338"/>
                  </a:lnTo>
                  <a:lnTo>
                    <a:pt x="8275150" y="854315"/>
                  </a:lnTo>
                  <a:lnTo>
                    <a:pt x="8229629" y="873439"/>
                  </a:lnTo>
                  <a:lnTo>
                    <a:pt x="8177831" y="892845"/>
                  </a:lnTo>
                  <a:lnTo>
                    <a:pt x="8123592" y="910570"/>
                  </a:lnTo>
                  <a:lnTo>
                    <a:pt x="8066229" y="926673"/>
                  </a:lnTo>
                  <a:lnTo>
                    <a:pt x="8004996" y="941269"/>
                  </a:lnTo>
                  <a:lnTo>
                    <a:pt x="7939118" y="954496"/>
                  </a:lnTo>
                  <a:lnTo>
                    <a:pt x="7867835" y="966496"/>
                  </a:lnTo>
                  <a:lnTo>
                    <a:pt x="7790456" y="977402"/>
                  </a:lnTo>
                  <a:lnTo>
                    <a:pt x="7706419" y="987333"/>
                  </a:lnTo>
                  <a:lnTo>
                    <a:pt x="7615394" y="996385"/>
                  </a:lnTo>
                  <a:lnTo>
                    <a:pt x="7517386" y="1004634"/>
                  </a:lnTo>
                  <a:lnTo>
                    <a:pt x="7412886" y="1012131"/>
                  </a:lnTo>
                  <a:lnTo>
                    <a:pt x="7303008" y="1018906"/>
                  </a:lnTo>
                  <a:lnTo>
                    <a:pt x="7189614" y="1024965"/>
                  </a:lnTo>
                  <a:lnTo>
                    <a:pt x="7075378" y="1030302"/>
                  </a:lnTo>
                  <a:lnTo>
                    <a:pt x="6963714" y="1034901"/>
                  </a:lnTo>
                  <a:lnTo>
                    <a:pt x="6858548" y="1038750"/>
                  </a:lnTo>
                  <a:lnTo>
                    <a:pt x="6763901" y="1041849"/>
                  </a:lnTo>
                  <a:lnTo>
                    <a:pt x="6683330" y="1044225"/>
                  </a:lnTo>
                  <a:lnTo>
                    <a:pt x="6619346" y="1045932"/>
                  </a:lnTo>
                  <a:lnTo>
                    <a:pt x="6572939" y="1047058"/>
                  </a:lnTo>
                  <a:lnTo>
                    <a:pt x="6543334" y="1047712"/>
                  </a:lnTo>
                  <a:lnTo>
                    <a:pt x="6527997" y="1048023"/>
                  </a:lnTo>
                  <a:lnTo>
                    <a:pt x="6522828" y="1048119"/>
                  </a:lnTo>
                  <a:lnTo>
                    <a:pt x="6522385" y="1048126"/>
                  </a:lnTo>
                  <a:lnTo>
                    <a:pt x="5527445" y="1048126"/>
                  </a:lnTo>
                  <a:lnTo>
                    <a:pt x="5526319" y="1048148"/>
                  </a:lnTo>
                  <a:lnTo>
                    <a:pt x="5518884" y="1048300"/>
                  </a:lnTo>
                  <a:lnTo>
                    <a:pt x="5500039" y="1048719"/>
                  </a:lnTo>
                  <a:lnTo>
                    <a:pt x="5466089" y="1049546"/>
                  </a:lnTo>
                  <a:lnTo>
                    <a:pt x="5414965" y="1050913"/>
                  </a:lnTo>
                  <a:lnTo>
                    <a:pt x="5346375" y="1052933"/>
                  </a:lnTo>
                  <a:lnTo>
                    <a:pt x="5261754" y="1055691"/>
                  </a:lnTo>
                  <a:lnTo>
                    <a:pt x="5163943" y="1059237"/>
                  </a:lnTo>
                  <a:lnTo>
                    <a:pt x="5056679" y="1063589"/>
                  </a:lnTo>
                  <a:lnTo>
                    <a:pt x="4944002" y="1068745"/>
                  </a:lnTo>
                  <a:lnTo>
                    <a:pt x="4829730" y="1074689"/>
                  </a:lnTo>
                  <a:lnTo>
                    <a:pt x="4717092" y="1081405"/>
                  </a:lnTo>
                  <a:lnTo>
                    <a:pt x="4608541" y="1088890"/>
                  </a:lnTo>
                  <a:lnTo>
                    <a:pt x="4505729" y="1097157"/>
                  </a:lnTo>
                  <a:lnTo>
                    <a:pt x="4409589" y="1106244"/>
                  </a:lnTo>
                  <a:lnTo>
                    <a:pt x="4320469" y="1116212"/>
                  </a:lnTo>
                  <a:lnTo>
                    <a:pt x="4238272" y="1127150"/>
                  </a:lnTo>
                  <a:lnTo>
                    <a:pt x="4162596" y="1139167"/>
                  </a:lnTo>
                  <a:lnTo>
                    <a:pt x="4092840" y="1152396"/>
                  </a:lnTo>
                  <a:lnTo>
                    <a:pt x="4028287" y="1166982"/>
                  </a:lnTo>
                  <a:lnTo>
                    <a:pt x="3968172" y="1183079"/>
                  </a:lnTo>
                  <a:lnTo>
                    <a:pt x="3911723" y="1200830"/>
                  </a:lnTo>
                  <a:lnTo>
                    <a:pt x="3858208" y="1220348"/>
                  </a:lnTo>
                  <a:lnTo>
                    <a:pt x="3820202" y="1235916"/>
                  </a:lnTo>
                  <a:lnTo>
                    <a:pt x="3763940" y="1261633"/>
                  </a:lnTo>
                  <a:lnTo>
                    <a:pt x="3709334" y="1289710"/>
                  </a:lnTo>
                  <a:lnTo>
                    <a:pt x="3655820" y="1320188"/>
                  </a:lnTo>
                  <a:lnTo>
                    <a:pt x="3602971" y="1353044"/>
                  </a:lnTo>
                  <a:lnTo>
                    <a:pt x="3550473" y="1388186"/>
                  </a:lnTo>
                  <a:lnTo>
                    <a:pt x="3498105" y="1425445"/>
                  </a:lnTo>
                  <a:lnTo>
                    <a:pt x="3445729" y="1464572"/>
                  </a:lnTo>
                  <a:lnTo>
                    <a:pt x="3393273" y="1505247"/>
                  </a:lnTo>
                  <a:lnTo>
                    <a:pt x="3340718" y="1547081"/>
                  </a:lnTo>
                  <a:lnTo>
                    <a:pt x="3288088" y="1589634"/>
                  </a:lnTo>
                  <a:lnTo>
                    <a:pt x="3235429" y="1632435"/>
                  </a:lnTo>
                  <a:lnTo>
                    <a:pt x="3182798" y="1674999"/>
                  </a:lnTo>
                  <a:lnTo>
                    <a:pt x="3130241" y="1716853"/>
                  </a:lnTo>
                  <a:lnTo>
                    <a:pt x="3077783" y="1757557"/>
                  </a:lnTo>
                  <a:lnTo>
                    <a:pt x="3025406" y="1796721"/>
                  </a:lnTo>
                  <a:lnTo>
                    <a:pt x="2973040" y="1834023"/>
                  </a:lnTo>
                  <a:lnTo>
                    <a:pt x="2920546" y="1869213"/>
                  </a:lnTo>
                  <a:lnTo>
                    <a:pt x="2867708" y="1902119"/>
                  </a:lnTo>
                  <a:lnTo>
                    <a:pt x="2814212" y="1932648"/>
                  </a:lnTo>
                  <a:lnTo>
                    <a:pt x="2759635" y="1960777"/>
                  </a:lnTo>
                  <a:lnTo>
                    <a:pt x="2703416" y="1986544"/>
                  </a:lnTo>
                  <a:lnTo>
                    <a:pt x="2702183" y="1987073"/>
                  </a:lnTo>
                  <a:lnTo>
                    <a:pt x="2650407" y="2007927"/>
                  </a:lnTo>
                  <a:lnTo>
                    <a:pt x="2596191" y="2026975"/>
                  </a:lnTo>
                  <a:lnTo>
                    <a:pt x="2538855" y="2044281"/>
                  </a:lnTo>
                  <a:lnTo>
                    <a:pt x="2477652" y="2059967"/>
                  </a:lnTo>
                  <a:lnTo>
                    <a:pt x="2411810" y="2074183"/>
                  </a:lnTo>
                  <a:lnTo>
                    <a:pt x="2340569" y="2087080"/>
                  </a:lnTo>
                  <a:lnTo>
                    <a:pt x="2263237" y="2098803"/>
                  </a:lnTo>
                  <a:lnTo>
                    <a:pt x="2179256" y="2109477"/>
                  </a:lnTo>
                  <a:lnTo>
                    <a:pt x="2088290" y="2119207"/>
                  </a:lnTo>
                  <a:lnTo>
                    <a:pt x="1990349" y="2128075"/>
                  </a:lnTo>
                  <a:lnTo>
                    <a:pt x="1885917" y="2136134"/>
                  </a:lnTo>
                  <a:lnTo>
                    <a:pt x="1776103" y="2143417"/>
                  </a:lnTo>
                  <a:lnTo>
                    <a:pt x="1662767" y="2149932"/>
                  </a:lnTo>
                  <a:lnTo>
                    <a:pt x="1548572" y="2155671"/>
                  </a:lnTo>
                  <a:lnTo>
                    <a:pt x="1436927" y="2160618"/>
                  </a:lnTo>
                  <a:lnTo>
                    <a:pt x="1331750" y="2164759"/>
                  </a:lnTo>
                  <a:lnTo>
                    <a:pt x="1237059" y="2168095"/>
                  </a:lnTo>
                  <a:lnTo>
                    <a:pt x="1156410" y="2170653"/>
                  </a:lnTo>
                  <a:lnTo>
                    <a:pt x="1092323" y="2172493"/>
                  </a:lnTo>
                  <a:lnTo>
                    <a:pt x="1045798" y="2173706"/>
                  </a:lnTo>
                  <a:lnTo>
                    <a:pt x="1016074" y="2174413"/>
                  </a:lnTo>
                  <a:lnTo>
                    <a:pt x="1000635" y="2174749"/>
                  </a:lnTo>
                  <a:lnTo>
                    <a:pt x="995399" y="2174854"/>
                  </a:lnTo>
                  <a:lnTo>
                    <a:pt x="994940" y="2174863"/>
                  </a:lnTo>
                  <a:lnTo>
                    <a:pt x="0" y="2174863"/>
                  </a:lnTo>
                  <a:lnTo>
                    <a:pt x="0" y="21748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0" name="pg1409"/>
            <p:cNvSpPr/>
            <p:nvPr/>
          </p:nvSpPr>
          <p:spPr>
            <a:xfrm>
              <a:off x="1199187" y="3631594"/>
              <a:ext cx="12049831" cy="1640318"/>
            </a:xfrm>
            <a:custGeom>
              <a:avLst/>
              <a:pathLst>
                <a:path w="12049831" h="1640318">
                  <a:moveTo>
                    <a:pt x="0" y="1640318"/>
                  </a:moveTo>
                  <a:lnTo>
                    <a:pt x="994940" y="1640318"/>
                  </a:lnTo>
                  <a:lnTo>
                    <a:pt x="996066" y="1640297"/>
                  </a:lnTo>
                  <a:lnTo>
                    <a:pt x="1003503" y="1640147"/>
                  </a:lnTo>
                  <a:lnTo>
                    <a:pt x="1022352" y="1639733"/>
                  </a:lnTo>
                  <a:lnTo>
                    <a:pt x="1056310" y="1638917"/>
                  </a:lnTo>
                  <a:lnTo>
                    <a:pt x="1107445" y="1637569"/>
                  </a:lnTo>
                  <a:lnTo>
                    <a:pt x="1176048" y="1635577"/>
                  </a:lnTo>
                  <a:lnTo>
                    <a:pt x="1260685" y="1632857"/>
                  </a:lnTo>
                  <a:lnTo>
                    <a:pt x="1358511" y="1629360"/>
                  </a:lnTo>
                  <a:lnTo>
                    <a:pt x="1465789" y="1625067"/>
                  </a:lnTo>
                  <a:lnTo>
                    <a:pt x="1578478" y="1619982"/>
                  </a:lnTo>
                  <a:lnTo>
                    <a:pt x="1692759" y="1614120"/>
                  </a:lnTo>
                  <a:lnTo>
                    <a:pt x="1805403" y="1607497"/>
                  </a:lnTo>
                  <a:lnTo>
                    <a:pt x="1913958" y="1600115"/>
                  </a:lnTo>
                  <a:lnTo>
                    <a:pt x="2016772" y="1591962"/>
                  </a:lnTo>
                  <a:lnTo>
                    <a:pt x="2112911" y="1583000"/>
                  </a:lnTo>
                  <a:lnTo>
                    <a:pt x="2202030" y="1573168"/>
                  </a:lnTo>
                  <a:lnTo>
                    <a:pt x="2284224" y="1562381"/>
                  </a:lnTo>
                  <a:lnTo>
                    <a:pt x="2359897" y="1550529"/>
                  </a:lnTo>
                  <a:lnTo>
                    <a:pt x="2429651" y="1537482"/>
                  </a:lnTo>
                  <a:lnTo>
                    <a:pt x="2494201" y="1523096"/>
                  </a:lnTo>
                  <a:lnTo>
                    <a:pt x="2554314" y="1507220"/>
                  </a:lnTo>
                  <a:lnTo>
                    <a:pt x="2610762" y="1489711"/>
                  </a:lnTo>
                  <a:lnTo>
                    <a:pt x="2664277" y="1470461"/>
                  </a:lnTo>
                  <a:lnTo>
                    <a:pt x="2702183" y="1455149"/>
                  </a:lnTo>
                  <a:lnTo>
                    <a:pt x="2758565" y="1429733"/>
                  </a:lnTo>
                  <a:lnTo>
                    <a:pt x="2813285" y="1401980"/>
                  </a:lnTo>
                  <a:lnTo>
                    <a:pt x="2866911" y="1371850"/>
                  </a:lnTo>
                  <a:lnTo>
                    <a:pt x="2919870" y="1339364"/>
                  </a:lnTo>
                  <a:lnTo>
                    <a:pt x="2972480" y="1304616"/>
                  </a:lnTo>
                  <a:lnTo>
                    <a:pt x="3024960" y="1267774"/>
                  </a:lnTo>
                  <a:lnTo>
                    <a:pt x="3077450" y="1229085"/>
                  </a:lnTo>
                  <a:lnTo>
                    <a:pt x="3130022" y="1188869"/>
                  </a:lnTo>
                  <a:lnTo>
                    <a:pt x="3182692" y="1147513"/>
                  </a:lnTo>
                  <a:lnTo>
                    <a:pt x="3235438" y="1105453"/>
                  </a:lnTo>
                  <a:lnTo>
                    <a:pt x="3288210" y="1063158"/>
                  </a:lnTo>
                  <a:lnTo>
                    <a:pt x="3340954" y="1021109"/>
                  </a:lnTo>
                  <a:lnTo>
                    <a:pt x="3393622" y="979775"/>
                  </a:lnTo>
                  <a:lnTo>
                    <a:pt x="3446192" y="939591"/>
                  </a:lnTo>
                  <a:lnTo>
                    <a:pt x="3498681" y="900943"/>
                  </a:lnTo>
                  <a:lnTo>
                    <a:pt x="3551162" y="864149"/>
                  </a:lnTo>
                  <a:lnTo>
                    <a:pt x="3603777" y="829453"/>
                  </a:lnTo>
                  <a:lnTo>
                    <a:pt x="3656748" y="797023"/>
                  </a:lnTo>
                  <a:lnTo>
                    <a:pt x="3710395" y="766950"/>
                  </a:lnTo>
                  <a:lnTo>
                    <a:pt x="3765148" y="739254"/>
                  </a:lnTo>
                  <a:lnTo>
                    <a:pt x="3820202" y="714473"/>
                  </a:lnTo>
                  <a:lnTo>
                    <a:pt x="3871982" y="693908"/>
                  </a:lnTo>
                  <a:lnTo>
                    <a:pt x="3926204" y="675125"/>
                  </a:lnTo>
                  <a:lnTo>
                    <a:pt x="3983545" y="658060"/>
                  </a:lnTo>
                  <a:lnTo>
                    <a:pt x="4044754" y="642591"/>
                  </a:lnTo>
                  <a:lnTo>
                    <a:pt x="4110603" y="628573"/>
                  </a:lnTo>
                  <a:lnTo>
                    <a:pt x="4181853" y="615855"/>
                  </a:lnTo>
                  <a:lnTo>
                    <a:pt x="4259195" y="604296"/>
                  </a:lnTo>
                  <a:lnTo>
                    <a:pt x="4343187" y="593770"/>
                  </a:lnTo>
                  <a:lnTo>
                    <a:pt x="4434165" y="584175"/>
                  </a:lnTo>
                  <a:lnTo>
                    <a:pt x="4532120" y="575432"/>
                  </a:lnTo>
                  <a:lnTo>
                    <a:pt x="4636566" y="567485"/>
                  </a:lnTo>
                  <a:lnTo>
                    <a:pt x="4746393" y="560304"/>
                  </a:lnTo>
                  <a:lnTo>
                    <a:pt x="4859741" y="553880"/>
                  </a:lnTo>
                  <a:lnTo>
                    <a:pt x="4973944" y="548221"/>
                  </a:lnTo>
                  <a:lnTo>
                    <a:pt x="5085594" y="543344"/>
                  </a:lnTo>
                  <a:lnTo>
                    <a:pt x="5190768" y="539262"/>
                  </a:lnTo>
                  <a:lnTo>
                    <a:pt x="5285451" y="535973"/>
                  </a:lnTo>
                  <a:lnTo>
                    <a:pt x="5366083" y="533451"/>
                  </a:lnTo>
                  <a:lnTo>
                    <a:pt x="5430149" y="531638"/>
                  </a:lnTo>
                  <a:lnTo>
                    <a:pt x="5476650" y="530442"/>
                  </a:lnTo>
                  <a:lnTo>
                    <a:pt x="5506350" y="529746"/>
                  </a:lnTo>
                  <a:lnTo>
                    <a:pt x="5521767" y="529415"/>
                  </a:lnTo>
                  <a:lnTo>
                    <a:pt x="5526990" y="529312"/>
                  </a:lnTo>
                  <a:lnTo>
                    <a:pt x="5527445" y="529304"/>
                  </a:lnTo>
                  <a:lnTo>
                    <a:pt x="6522385" y="529304"/>
                  </a:lnTo>
                  <a:lnTo>
                    <a:pt x="6523520" y="529294"/>
                  </a:lnTo>
                  <a:lnTo>
                    <a:pt x="6531005" y="529222"/>
                  </a:lnTo>
                  <a:lnTo>
                    <a:pt x="6549975" y="529026"/>
                  </a:lnTo>
                  <a:lnTo>
                    <a:pt x="6584141" y="528638"/>
                  </a:lnTo>
                  <a:lnTo>
                    <a:pt x="6635573" y="527998"/>
                  </a:lnTo>
                  <a:lnTo>
                    <a:pt x="6704545" y="527052"/>
                  </a:lnTo>
                  <a:lnTo>
                    <a:pt x="6789593" y="525761"/>
                  </a:lnTo>
                  <a:lnTo>
                    <a:pt x="6887835" y="524101"/>
                  </a:lnTo>
                  <a:lnTo>
                    <a:pt x="6995499" y="522064"/>
                  </a:lnTo>
                  <a:lnTo>
                    <a:pt x="7108517" y="519652"/>
                  </a:lnTo>
                  <a:lnTo>
                    <a:pt x="7223052" y="516872"/>
                  </a:lnTo>
                  <a:lnTo>
                    <a:pt x="7335873" y="513732"/>
                  </a:lnTo>
                  <a:lnTo>
                    <a:pt x="7444531" y="510232"/>
                  </a:lnTo>
                  <a:lnTo>
                    <a:pt x="7547383" y="506365"/>
                  </a:lnTo>
                  <a:lnTo>
                    <a:pt x="7643511" y="502116"/>
                  </a:lnTo>
                  <a:lnTo>
                    <a:pt x="7732584" y="497452"/>
                  </a:lnTo>
                  <a:lnTo>
                    <a:pt x="7814712" y="492334"/>
                  </a:lnTo>
                  <a:lnTo>
                    <a:pt x="7890308" y="486710"/>
                  </a:lnTo>
                  <a:lnTo>
                    <a:pt x="7959986" y="480516"/>
                  </a:lnTo>
                  <a:lnTo>
                    <a:pt x="8024470" y="473685"/>
                  </a:lnTo>
                  <a:lnTo>
                    <a:pt x="8084532" y="466145"/>
                  </a:lnTo>
                  <a:lnTo>
                    <a:pt x="8140947" y="457829"/>
                  </a:lnTo>
                  <a:lnTo>
                    <a:pt x="8194452" y="448684"/>
                  </a:lnTo>
                  <a:lnTo>
                    <a:pt x="8229629" y="441960"/>
                  </a:lnTo>
                  <a:lnTo>
                    <a:pt x="8289889" y="429090"/>
                  </a:lnTo>
                  <a:lnTo>
                    <a:pt x="8348295" y="414957"/>
                  </a:lnTo>
                  <a:lnTo>
                    <a:pt x="8405524" y="399540"/>
                  </a:lnTo>
                  <a:lnTo>
                    <a:pt x="8462075" y="382859"/>
                  </a:lnTo>
                  <a:lnTo>
                    <a:pt x="8518304" y="364977"/>
                  </a:lnTo>
                  <a:lnTo>
                    <a:pt x="8574451" y="346007"/>
                  </a:lnTo>
                  <a:lnTo>
                    <a:pt x="8630650" y="326108"/>
                  </a:lnTo>
                  <a:lnTo>
                    <a:pt x="8686959" y="305483"/>
                  </a:lnTo>
                  <a:lnTo>
                    <a:pt x="8743370" y="284371"/>
                  </a:lnTo>
                  <a:lnTo>
                    <a:pt x="8799834" y="263038"/>
                  </a:lnTo>
                  <a:lnTo>
                    <a:pt x="8856284" y="241760"/>
                  </a:lnTo>
                  <a:lnTo>
                    <a:pt x="8912659" y="220811"/>
                  </a:lnTo>
                  <a:lnTo>
                    <a:pt x="8968922" y="200447"/>
                  </a:lnTo>
                  <a:lnTo>
                    <a:pt x="9025090" y="180894"/>
                  </a:lnTo>
                  <a:lnTo>
                    <a:pt x="9081247" y="162339"/>
                  </a:lnTo>
                  <a:lnTo>
                    <a:pt x="9137570" y="144922"/>
                  </a:lnTo>
                  <a:lnTo>
                    <a:pt x="9194339" y="128737"/>
                  </a:lnTo>
                  <a:lnTo>
                    <a:pt x="9251966" y="113829"/>
                  </a:lnTo>
                  <a:lnTo>
                    <a:pt x="9311016" y="100201"/>
                  </a:lnTo>
                  <a:lnTo>
                    <a:pt x="9347647" y="92584"/>
                  </a:lnTo>
                  <a:lnTo>
                    <a:pt x="9399548" y="82863"/>
                  </a:lnTo>
                  <a:lnTo>
                    <a:pt x="9453902" y="73985"/>
                  </a:lnTo>
                  <a:lnTo>
                    <a:pt x="9511394" y="65922"/>
                  </a:lnTo>
                  <a:lnTo>
                    <a:pt x="9572776" y="58615"/>
                  </a:lnTo>
                  <a:lnTo>
                    <a:pt x="9638827" y="51994"/>
                  </a:lnTo>
                  <a:lnTo>
                    <a:pt x="9710311" y="45988"/>
                  </a:lnTo>
                  <a:lnTo>
                    <a:pt x="9787923" y="40531"/>
                  </a:lnTo>
                  <a:lnTo>
                    <a:pt x="9872224" y="35563"/>
                  </a:lnTo>
                  <a:lnTo>
                    <a:pt x="9963545" y="31035"/>
                  </a:lnTo>
                  <a:lnTo>
                    <a:pt x="10061871" y="26909"/>
                  </a:lnTo>
                  <a:lnTo>
                    <a:pt x="10166698" y="23161"/>
                  </a:lnTo>
                  <a:lnTo>
                    <a:pt x="10276894" y="19775"/>
                  </a:lnTo>
                  <a:lnTo>
                    <a:pt x="10390564" y="16749"/>
                  </a:lnTo>
                  <a:lnTo>
                    <a:pt x="10505002" y="14085"/>
                  </a:lnTo>
                  <a:lnTo>
                    <a:pt x="10616755" y="11791"/>
                  </a:lnTo>
                  <a:lnTo>
                    <a:pt x="10721864" y="9874"/>
                  </a:lnTo>
                  <a:lnTo>
                    <a:pt x="10816293" y="8333"/>
                  </a:lnTo>
                  <a:lnTo>
                    <a:pt x="10896487" y="7155"/>
                  </a:lnTo>
                  <a:lnTo>
                    <a:pt x="10959967" y="6311"/>
                  </a:lnTo>
                  <a:lnTo>
                    <a:pt x="11005798" y="5758"/>
                  </a:lnTo>
                  <a:lnTo>
                    <a:pt x="11034829" y="5438"/>
                  </a:lnTo>
                  <a:lnTo>
                    <a:pt x="11049676" y="5288"/>
                  </a:lnTo>
                  <a:lnTo>
                    <a:pt x="11054525" y="524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7" y="9"/>
                  </a:lnTo>
                  <a:lnTo>
                    <a:pt x="11046271" y="81"/>
                  </a:lnTo>
                  <a:lnTo>
                    <a:pt x="11027301" y="277"/>
                  </a:lnTo>
                  <a:lnTo>
                    <a:pt x="10993135" y="665"/>
                  </a:lnTo>
                  <a:lnTo>
                    <a:pt x="10941703" y="1305"/>
                  </a:lnTo>
                  <a:lnTo>
                    <a:pt x="10872731" y="2251"/>
                  </a:lnTo>
                  <a:lnTo>
                    <a:pt x="10787684" y="3542"/>
                  </a:lnTo>
                  <a:lnTo>
                    <a:pt x="10689442" y="5202"/>
                  </a:lnTo>
                  <a:lnTo>
                    <a:pt x="10581777" y="7239"/>
                  </a:lnTo>
                  <a:lnTo>
                    <a:pt x="10468760" y="9651"/>
                  </a:lnTo>
                  <a:lnTo>
                    <a:pt x="10354224" y="12431"/>
                  </a:lnTo>
                  <a:lnTo>
                    <a:pt x="10241403" y="15571"/>
                  </a:lnTo>
                  <a:lnTo>
                    <a:pt x="10132746" y="19071"/>
                  </a:lnTo>
                  <a:lnTo>
                    <a:pt x="10029894" y="22938"/>
                  </a:lnTo>
                  <a:lnTo>
                    <a:pt x="9933766" y="27188"/>
                  </a:lnTo>
                  <a:lnTo>
                    <a:pt x="9844692" y="31851"/>
                  </a:lnTo>
                  <a:lnTo>
                    <a:pt x="9762565" y="36969"/>
                  </a:lnTo>
                  <a:lnTo>
                    <a:pt x="9686968" y="42593"/>
                  </a:lnTo>
                  <a:lnTo>
                    <a:pt x="9617290" y="48787"/>
                  </a:lnTo>
                  <a:lnTo>
                    <a:pt x="9552807" y="55618"/>
                  </a:lnTo>
                  <a:lnTo>
                    <a:pt x="9492745" y="63158"/>
                  </a:lnTo>
                  <a:lnTo>
                    <a:pt x="9436329" y="71474"/>
                  </a:lnTo>
                  <a:lnTo>
                    <a:pt x="9382824" y="80619"/>
                  </a:lnTo>
                  <a:lnTo>
                    <a:pt x="9347647" y="87343"/>
                  </a:lnTo>
                  <a:lnTo>
                    <a:pt x="9287388" y="100213"/>
                  </a:lnTo>
                  <a:lnTo>
                    <a:pt x="9228981" y="114346"/>
                  </a:lnTo>
                  <a:lnTo>
                    <a:pt x="9171753" y="129763"/>
                  </a:lnTo>
                  <a:lnTo>
                    <a:pt x="9115202" y="146444"/>
                  </a:lnTo>
                  <a:lnTo>
                    <a:pt x="9058972" y="164326"/>
                  </a:lnTo>
                  <a:lnTo>
                    <a:pt x="9002826" y="183296"/>
                  </a:lnTo>
                  <a:lnTo>
                    <a:pt x="8946626" y="203195"/>
                  </a:lnTo>
                  <a:lnTo>
                    <a:pt x="8890317" y="223820"/>
                  </a:lnTo>
                  <a:lnTo>
                    <a:pt x="8833907" y="244932"/>
                  </a:lnTo>
                  <a:lnTo>
                    <a:pt x="8777443" y="266265"/>
                  </a:lnTo>
                  <a:lnTo>
                    <a:pt x="8720992" y="287543"/>
                  </a:lnTo>
                  <a:lnTo>
                    <a:pt x="8664618" y="308492"/>
                  </a:lnTo>
                  <a:lnTo>
                    <a:pt x="8608355" y="328856"/>
                  </a:lnTo>
                  <a:lnTo>
                    <a:pt x="8552187" y="348409"/>
                  </a:lnTo>
                  <a:lnTo>
                    <a:pt x="8496029" y="366964"/>
                  </a:lnTo>
                  <a:lnTo>
                    <a:pt x="8439707" y="384381"/>
                  </a:lnTo>
                  <a:lnTo>
                    <a:pt x="8382937" y="400566"/>
                  </a:lnTo>
                  <a:lnTo>
                    <a:pt x="8325310" y="415474"/>
                  </a:lnTo>
                  <a:lnTo>
                    <a:pt x="8266261" y="429102"/>
                  </a:lnTo>
                  <a:lnTo>
                    <a:pt x="8229629" y="436719"/>
                  </a:lnTo>
                  <a:lnTo>
                    <a:pt x="8177728" y="446440"/>
                  </a:lnTo>
                  <a:lnTo>
                    <a:pt x="8123374" y="455318"/>
                  </a:lnTo>
                  <a:lnTo>
                    <a:pt x="8065882" y="463381"/>
                  </a:lnTo>
                  <a:lnTo>
                    <a:pt x="8004500" y="470688"/>
                  </a:lnTo>
                  <a:lnTo>
                    <a:pt x="7938449" y="477309"/>
                  </a:lnTo>
                  <a:lnTo>
                    <a:pt x="7866966" y="483315"/>
                  </a:lnTo>
                  <a:lnTo>
                    <a:pt x="7789353" y="488772"/>
                  </a:lnTo>
                  <a:lnTo>
                    <a:pt x="7705052" y="493740"/>
                  </a:lnTo>
                  <a:lnTo>
                    <a:pt x="7613731" y="498268"/>
                  </a:lnTo>
                  <a:lnTo>
                    <a:pt x="7515406" y="502394"/>
                  </a:lnTo>
                  <a:lnTo>
                    <a:pt x="7410578" y="506142"/>
                  </a:lnTo>
                  <a:lnTo>
                    <a:pt x="7300383" y="509528"/>
                  </a:lnTo>
                  <a:lnTo>
                    <a:pt x="7186712" y="512554"/>
                  </a:lnTo>
                  <a:lnTo>
                    <a:pt x="7072275" y="515218"/>
                  </a:lnTo>
                  <a:lnTo>
                    <a:pt x="6960522" y="517512"/>
                  </a:lnTo>
                  <a:lnTo>
                    <a:pt x="6855412" y="519429"/>
                  </a:lnTo>
                  <a:lnTo>
                    <a:pt x="6760984" y="520970"/>
                  </a:lnTo>
                  <a:lnTo>
                    <a:pt x="6680789" y="522148"/>
                  </a:lnTo>
                  <a:lnTo>
                    <a:pt x="6617310" y="522992"/>
                  </a:lnTo>
                  <a:lnTo>
                    <a:pt x="6571479" y="523545"/>
                  </a:lnTo>
                  <a:lnTo>
                    <a:pt x="6542448" y="523865"/>
                  </a:lnTo>
                  <a:lnTo>
                    <a:pt x="6527600" y="524015"/>
                  </a:lnTo>
                  <a:lnTo>
                    <a:pt x="6522752" y="524060"/>
                  </a:lnTo>
                  <a:lnTo>
                    <a:pt x="6522385" y="524063"/>
                  </a:lnTo>
                  <a:lnTo>
                    <a:pt x="5527445" y="524063"/>
                  </a:lnTo>
                  <a:lnTo>
                    <a:pt x="5526319" y="524084"/>
                  </a:lnTo>
                  <a:lnTo>
                    <a:pt x="5518882" y="524234"/>
                  </a:lnTo>
                  <a:lnTo>
                    <a:pt x="5500033" y="524648"/>
                  </a:lnTo>
                  <a:lnTo>
                    <a:pt x="5466075" y="525463"/>
                  </a:lnTo>
                  <a:lnTo>
                    <a:pt x="5414940" y="526812"/>
                  </a:lnTo>
                  <a:lnTo>
                    <a:pt x="5346337" y="528804"/>
                  </a:lnTo>
                  <a:lnTo>
                    <a:pt x="5261700" y="531524"/>
                  </a:lnTo>
                  <a:lnTo>
                    <a:pt x="5163874" y="535021"/>
                  </a:lnTo>
                  <a:lnTo>
                    <a:pt x="5056596" y="539314"/>
                  </a:lnTo>
                  <a:lnTo>
                    <a:pt x="4943907" y="544399"/>
                  </a:lnTo>
                  <a:lnTo>
                    <a:pt x="4829626" y="550261"/>
                  </a:lnTo>
                  <a:lnTo>
                    <a:pt x="4716982" y="556884"/>
                  </a:lnTo>
                  <a:lnTo>
                    <a:pt x="4608426" y="564266"/>
                  </a:lnTo>
                  <a:lnTo>
                    <a:pt x="4505613" y="572419"/>
                  </a:lnTo>
                  <a:lnTo>
                    <a:pt x="4409474" y="581381"/>
                  </a:lnTo>
                  <a:lnTo>
                    <a:pt x="4320355" y="591213"/>
                  </a:lnTo>
                  <a:lnTo>
                    <a:pt x="4238161" y="602000"/>
                  </a:lnTo>
                  <a:lnTo>
                    <a:pt x="4162488" y="613852"/>
                  </a:lnTo>
                  <a:lnTo>
                    <a:pt x="4092734" y="626899"/>
                  </a:lnTo>
                  <a:lnTo>
                    <a:pt x="4028184" y="641285"/>
                  </a:lnTo>
                  <a:lnTo>
                    <a:pt x="3968071" y="657161"/>
                  </a:lnTo>
                  <a:lnTo>
                    <a:pt x="3911623" y="674669"/>
                  </a:lnTo>
                  <a:lnTo>
                    <a:pt x="3858108" y="693920"/>
                  </a:lnTo>
                  <a:lnTo>
                    <a:pt x="3820202" y="709232"/>
                  </a:lnTo>
                  <a:lnTo>
                    <a:pt x="3763820" y="734648"/>
                  </a:lnTo>
                  <a:lnTo>
                    <a:pt x="3709100" y="762401"/>
                  </a:lnTo>
                  <a:lnTo>
                    <a:pt x="3655474" y="792531"/>
                  </a:lnTo>
                  <a:lnTo>
                    <a:pt x="3602515" y="825017"/>
                  </a:lnTo>
                  <a:lnTo>
                    <a:pt x="3549905" y="859765"/>
                  </a:lnTo>
                  <a:lnTo>
                    <a:pt x="3497425" y="896607"/>
                  </a:lnTo>
                  <a:lnTo>
                    <a:pt x="3444935" y="935296"/>
                  </a:lnTo>
                  <a:lnTo>
                    <a:pt x="3392363" y="975511"/>
                  </a:lnTo>
                  <a:lnTo>
                    <a:pt x="3339693" y="1016868"/>
                  </a:lnTo>
                  <a:lnTo>
                    <a:pt x="3286947" y="1058928"/>
                  </a:lnTo>
                  <a:lnTo>
                    <a:pt x="3234175" y="1101223"/>
                  </a:lnTo>
                  <a:lnTo>
                    <a:pt x="3181431" y="1143272"/>
                  </a:lnTo>
                  <a:lnTo>
                    <a:pt x="3128763" y="1184606"/>
                  </a:lnTo>
                  <a:lnTo>
                    <a:pt x="3076193" y="1224790"/>
                  </a:lnTo>
                  <a:lnTo>
                    <a:pt x="3023704" y="1263438"/>
                  </a:lnTo>
                  <a:lnTo>
                    <a:pt x="2971223" y="1300232"/>
                  </a:lnTo>
                  <a:lnTo>
                    <a:pt x="2918608" y="1334928"/>
                  </a:lnTo>
                  <a:lnTo>
                    <a:pt x="2865637" y="1367358"/>
                  </a:lnTo>
                  <a:lnTo>
                    <a:pt x="2811990" y="1397431"/>
                  </a:lnTo>
                  <a:lnTo>
                    <a:pt x="2757237" y="1425127"/>
                  </a:lnTo>
                  <a:lnTo>
                    <a:pt x="2702183" y="1449908"/>
                  </a:lnTo>
                  <a:lnTo>
                    <a:pt x="2650403" y="1470473"/>
                  </a:lnTo>
                  <a:lnTo>
                    <a:pt x="2596181" y="1489256"/>
                  </a:lnTo>
                  <a:lnTo>
                    <a:pt x="2538840" y="1506321"/>
                  </a:lnTo>
                  <a:lnTo>
                    <a:pt x="2477631" y="1521790"/>
                  </a:lnTo>
                  <a:lnTo>
                    <a:pt x="2411782" y="1535808"/>
                  </a:lnTo>
                  <a:lnTo>
                    <a:pt x="2340532" y="1548526"/>
                  </a:lnTo>
                  <a:lnTo>
                    <a:pt x="2263190" y="1560085"/>
                  </a:lnTo>
                  <a:lnTo>
                    <a:pt x="2179198" y="1570611"/>
                  </a:lnTo>
                  <a:lnTo>
                    <a:pt x="2088220" y="1580205"/>
                  </a:lnTo>
                  <a:lnTo>
                    <a:pt x="1990265" y="1588949"/>
                  </a:lnTo>
                  <a:lnTo>
                    <a:pt x="1885819" y="1596896"/>
                  </a:lnTo>
                  <a:lnTo>
                    <a:pt x="1775992" y="1604077"/>
                  </a:lnTo>
                  <a:lnTo>
                    <a:pt x="1662644" y="1610501"/>
                  </a:lnTo>
                  <a:lnTo>
                    <a:pt x="1548441" y="1616159"/>
                  </a:lnTo>
                  <a:lnTo>
                    <a:pt x="1436791" y="1621037"/>
                  </a:lnTo>
                  <a:lnTo>
                    <a:pt x="1331617" y="1625119"/>
                  </a:lnTo>
                  <a:lnTo>
                    <a:pt x="1236934" y="1628408"/>
                  </a:lnTo>
                  <a:lnTo>
                    <a:pt x="1156302" y="1630930"/>
                  </a:lnTo>
                  <a:lnTo>
                    <a:pt x="1092236" y="1632743"/>
                  </a:lnTo>
                  <a:lnTo>
                    <a:pt x="1045735" y="1633939"/>
                  </a:lnTo>
                  <a:lnTo>
                    <a:pt x="1016035" y="1634635"/>
                  </a:lnTo>
                  <a:lnTo>
                    <a:pt x="1000618" y="1634966"/>
                  </a:lnTo>
                  <a:lnTo>
                    <a:pt x="995395" y="1635069"/>
                  </a:lnTo>
                  <a:lnTo>
                    <a:pt x="994940" y="1635077"/>
                  </a:lnTo>
                  <a:lnTo>
                    <a:pt x="0" y="1635077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11" name="pl1410"/>
            <p:cNvSpPr/>
            <p:nvPr/>
          </p:nvSpPr>
          <p:spPr>
            <a:xfrm>
              <a:off x="1199187" y="3636835"/>
              <a:ext cx="12049831" cy="1635077"/>
            </a:xfrm>
            <a:custGeom>
              <a:avLst/>
              <a:pathLst>
                <a:path w="12049831" h="1635077">
                  <a:moveTo>
                    <a:pt x="0" y="1635077"/>
                  </a:moveTo>
                  <a:lnTo>
                    <a:pt x="994940" y="1635077"/>
                  </a:lnTo>
                  <a:lnTo>
                    <a:pt x="996066" y="1635056"/>
                  </a:lnTo>
                  <a:lnTo>
                    <a:pt x="1003503" y="1634906"/>
                  </a:lnTo>
                  <a:lnTo>
                    <a:pt x="1022352" y="1634493"/>
                  </a:lnTo>
                  <a:lnTo>
                    <a:pt x="1056310" y="1633677"/>
                  </a:lnTo>
                  <a:lnTo>
                    <a:pt x="1107445" y="1632329"/>
                  </a:lnTo>
                  <a:lnTo>
                    <a:pt x="1176048" y="1630336"/>
                  </a:lnTo>
                  <a:lnTo>
                    <a:pt x="1260685" y="1627616"/>
                  </a:lnTo>
                  <a:lnTo>
                    <a:pt x="1358511" y="1624120"/>
                  </a:lnTo>
                  <a:lnTo>
                    <a:pt x="1465789" y="1619827"/>
                  </a:lnTo>
                  <a:lnTo>
                    <a:pt x="1578478" y="1614742"/>
                  </a:lnTo>
                  <a:lnTo>
                    <a:pt x="1692759" y="1608880"/>
                  </a:lnTo>
                  <a:lnTo>
                    <a:pt x="1805403" y="1602256"/>
                  </a:lnTo>
                  <a:lnTo>
                    <a:pt x="1913958" y="1594874"/>
                  </a:lnTo>
                  <a:lnTo>
                    <a:pt x="2016772" y="1586721"/>
                  </a:lnTo>
                  <a:lnTo>
                    <a:pt x="2112911" y="1577759"/>
                  </a:lnTo>
                  <a:lnTo>
                    <a:pt x="2202030" y="1567928"/>
                  </a:lnTo>
                  <a:lnTo>
                    <a:pt x="2284224" y="1557140"/>
                  </a:lnTo>
                  <a:lnTo>
                    <a:pt x="2359897" y="1545288"/>
                  </a:lnTo>
                  <a:lnTo>
                    <a:pt x="2429651" y="1532241"/>
                  </a:lnTo>
                  <a:lnTo>
                    <a:pt x="2494201" y="1517855"/>
                  </a:lnTo>
                  <a:lnTo>
                    <a:pt x="2554314" y="1501979"/>
                  </a:lnTo>
                  <a:lnTo>
                    <a:pt x="2610762" y="1484471"/>
                  </a:lnTo>
                  <a:lnTo>
                    <a:pt x="2664277" y="1465220"/>
                  </a:lnTo>
                  <a:lnTo>
                    <a:pt x="2702183" y="1449908"/>
                  </a:lnTo>
                  <a:lnTo>
                    <a:pt x="2758565" y="1424492"/>
                  </a:lnTo>
                  <a:lnTo>
                    <a:pt x="2813285" y="1396739"/>
                  </a:lnTo>
                  <a:lnTo>
                    <a:pt x="2866911" y="1366609"/>
                  </a:lnTo>
                  <a:lnTo>
                    <a:pt x="2919870" y="1334124"/>
                  </a:lnTo>
                  <a:lnTo>
                    <a:pt x="2972480" y="1299375"/>
                  </a:lnTo>
                  <a:lnTo>
                    <a:pt x="3024960" y="1262533"/>
                  </a:lnTo>
                  <a:lnTo>
                    <a:pt x="3077450" y="1223844"/>
                  </a:lnTo>
                  <a:lnTo>
                    <a:pt x="3130022" y="1183629"/>
                  </a:lnTo>
                  <a:lnTo>
                    <a:pt x="3182692" y="1142272"/>
                  </a:lnTo>
                  <a:lnTo>
                    <a:pt x="3235438" y="1100212"/>
                  </a:lnTo>
                  <a:lnTo>
                    <a:pt x="3288210" y="1057917"/>
                  </a:lnTo>
                  <a:lnTo>
                    <a:pt x="3340954" y="1015868"/>
                  </a:lnTo>
                  <a:lnTo>
                    <a:pt x="3393622" y="974534"/>
                  </a:lnTo>
                  <a:lnTo>
                    <a:pt x="3446192" y="934351"/>
                  </a:lnTo>
                  <a:lnTo>
                    <a:pt x="3498681" y="895702"/>
                  </a:lnTo>
                  <a:lnTo>
                    <a:pt x="3551162" y="858908"/>
                  </a:lnTo>
                  <a:lnTo>
                    <a:pt x="3603777" y="824212"/>
                  </a:lnTo>
                  <a:lnTo>
                    <a:pt x="3656748" y="791782"/>
                  </a:lnTo>
                  <a:lnTo>
                    <a:pt x="3710395" y="761709"/>
                  </a:lnTo>
                  <a:lnTo>
                    <a:pt x="3765148" y="734013"/>
                  </a:lnTo>
                  <a:lnTo>
                    <a:pt x="3820202" y="709232"/>
                  </a:lnTo>
                  <a:lnTo>
                    <a:pt x="3871982" y="688667"/>
                  </a:lnTo>
                  <a:lnTo>
                    <a:pt x="3926204" y="669884"/>
                  </a:lnTo>
                  <a:lnTo>
                    <a:pt x="3983545" y="652819"/>
                  </a:lnTo>
                  <a:lnTo>
                    <a:pt x="4044754" y="637350"/>
                  </a:lnTo>
                  <a:lnTo>
                    <a:pt x="4110603" y="623332"/>
                  </a:lnTo>
                  <a:lnTo>
                    <a:pt x="4181853" y="610614"/>
                  </a:lnTo>
                  <a:lnTo>
                    <a:pt x="4259195" y="599055"/>
                  </a:lnTo>
                  <a:lnTo>
                    <a:pt x="4343187" y="588530"/>
                  </a:lnTo>
                  <a:lnTo>
                    <a:pt x="4434165" y="578935"/>
                  </a:lnTo>
                  <a:lnTo>
                    <a:pt x="4532120" y="570191"/>
                  </a:lnTo>
                  <a:lnTo>
                    <a:pt x="4636566" y="562244"/>
                  </a:lnTo>
                  <a:lnTo>
                    <a:pt x="4746393" y="555063"/>
                  </a:lnTo>
                  <a:lnTo>
                    <a:pt x="4859741" y="548639"/>
                  </a:lnTo>
                  <a:lnTo>
                    <a:pt x="4973944" y="542981"/>
                  </a:lnTo>
                  <a:lnTo>
                    <a:pt x="5085594" y="538103"/>
                  </a:lnTo>
                  <a:lnTo>
                    <a:pt x="5190768" y="534021"/>
                  </a:lnTo>
                  <a:lnTo>
                    <a:pt x="5285451" y="530732"/>
                  </a:lnTo>
                  <a:lnTo>
                    <a:pt x="5366083" y="528211"/>
                  </a:lnTo>
                  <a:lnTo>
                    <a:pt x="5430149" y="526398"/>
                  </a:lnTo>
                  <a:lnTo>
                    <a:pt x="5476650" y="525202"/>
                  </a:lnTo>
                  <a:lnTo>
                    <a:pt x="5506350" y="524505"/>
                  </a:lnTo>
                  <a:lnTo>
                    <a:pt x="5521767" y="524174"/>
                  </a:lnTo>
                  <a:lnTo>
                    <a:pt x="5526990" y="524071"/>
                  </a:lnTo>
                  <a:lnTo>
                    <a:pt x="5527445" y="524063"/>
                  </a:lnTo>
                  <a:lnTo>
                    <a:pt x="6522385" y="524063"/>
                  </a:lnTo>
                  <a:lnTo>
                    <a:pt x="6523520" y="524053"/>
                  </a:lnTo>
                  <a:lnTo>
                    <a:pt x="6531005" y="523982"/>
                  </a:lnTo>
                  <a:lnTo>
                    <a:pt x="6549975" y="523785"/>
                  </a:lnTo>
                  <a:lnTo>
                    <a:pt x="6584141" y="523398"/>
                  </a:lnTo>
                  <a:lnTo>
                    <a:pt x="6635573" y="522757"/>
                  </a:lnTo>
                  <a:lnTo>
                    <a:pt x="6704545" y="521811"/>
                  </a:lnTo>
                  <a:lnTo>
                    <a:pt x="6789593" y="520520"/>
                  </a:lnTo>
                  <a:lnTo>
                    <a:pt x="6887835" y="518861"/>
                  </a:lnTo>
                  <a:lnTo>
                    <a:pt x="6995499" y="516824"/>
                  </a:lnTo>
                  <a:lnTo>
                    <a:pt x="7108517" y="514412"/>
                  </a:lnTo>
                  <a:lnTo>
                    <a:pt x="7223052" y="511632"/>
                  </a:lnTo>
                  <a:lnTo>
                    <a:pt x="7335873" y="508491"/>
                  </a:lnTo>
                  <a:lnTo>
                    <a:pt x="7444531" y="504991"/>
                  </a:lnTo>
                  <a:lnTo>
                    <a:pt x="7547383" y="501125"/>
                  </a:lnTo>
                  <a:lnTo>
                    <a:pt x="7643511" y="496875"/>
                  </a:lnTo>
                  <a:lnTo>
                    <a:pt x="7732584" y="492212"/>
                  </a:lnTo>
                  <a:lnTo>
                    <a:pt x="7814712" y="487094"/>
                  </a:lnTo>
                  <a:lnTo>
                    <a:pt x="7890308" y="481469"/>
                  </a:lnTo>
                  <a:lnTo>
                    <a:pt x="7959986" y="475276"/>
                  </a:lnTo>
                  <a:lnTo>
                    <a:pt x="8024470" y="468445"/>
                  </a:lnTo>
                  <a:lnTo>
                    <a:pt x="8084532" y="460905"/>
                  </a:lnTo>
                  <a:lnTo>
                    <a:pt x="8140947" y="452588"/>
                  </a:lnTo>
                  <a:lnTo>
                    <a:pt x="8194452" y="443444"/>
                  </a:lnTo>
                  <a:lnTo>
                    <a:pt x="8229629" y="436719"/>
                  </a:lnTo>
                  <a:lnTo>
                    <a:pt x="8289889" y="423850"/>
                  </a:lnTo>
                  <a:lnTo>
                    <a:pt x="8348295" y="409717"/>
                  </a:lnTo>
                  <a:lnTo>
                    <a:pt x="8405524" y="394300"/>
                  </a:lnTo>
                  <a:lnTo>
                    <a:pt x="8462075" y="377618"/>
                  </a:lnTo>
                  <a:lnTo>
                    <a:pt x="8518304" y="359736"/>
                  </a:lnTo>
                  <a:lnTo>
                    <a:pt x="8574451" y="340766"/>
                  </a:lnTo>
                  <a:lnTo>
                    <a:pt x="8630650" y="320867"/>
                  </a:lnTo>
                  <a:lnTo>
                    <a:pt x="8686959" y="300242"/>
                  </a:lnTo>
                  <a:lnTo>
                    <a:pt x="8743370" y="279130"/>
                  </a:lnTo>
                  <a:lnTo>
                    <a:pt x="8799834" y="257797"/>
                  </a:lnTo>
                  <a:lnTo>
                    <a:pt x="8856284" y="236519"/>
                  </a:lnTo>
                  <a:lnTo>
                    <a:pt x="8912659" y="215570"/>
                  </a:lnTo>
                  <a:lnTo>
                    <a:pt x="8968922" y="195206"/>
                  </a:lnTo>
                  <a:lnTo>
                    <a:pt x="9025090" y="175653"/>
                  </a:lnTo>
                  <a:lnTo>
                    <a:pt x="9081247" y="157098"/>
                  </a:lnTo>
                  <a:lnTo>
                    <a:pt x="9137570" y="139682"/>
                  </a:lnTo>
                  <a:lnTo>
                    <a:pt x="9194339" y="123496"/>
                  </a:lnTo>
                  <a:lnTo>
                    <a:pt x="9251966" y="108588"/>
                  </a:lnTo>
                  <a:lnTo>
                    <a:pt x="9311016" y="94961"/>
                  </a:lnTo>
                  <a:lnTo>
                    <a:pt x="9347647" y="87343"/>
                  </a:lnTo>
                  <a:lnTo>
                    <a:pt x="9399548" y="77622"/>
                  </a:lnTo>
                  <a:lnTo>
                    <a:pt x="9453902" y="68745"/>
                  </a:lnTo>
                  <a:lnTo>
                    <a:pt x="9511394" y="60681"/>
                  </a:lnTo>
                  <a:lnTo>
                    <a:pt x="9572776" y="53374"/>
                  </a:lnTo>
                  <a:lnTo>
                    <a:pt x="9638827" y="46753"/>
                  </a:lnTo>
                  <a:lnTo>
                    <a:pt x="9710311" y="40748"/>
                  </a:lnTo>
                  <a:lnTo>
                    <a:pt x="9787923" y="35290"/>
                  </a:lnTo>
                  <a:lnTo>
                    <a:pt x="9872224" y="30322"/>
                  </a:lnTo>
                  <a:lnTo>
                    <a:pt x="9963545" y="25794"/>
                  </a:lnTo>
                  <a:lnTo>
                    <a:pt x="10061871" y="21669"/>
                  </a:lnTo>
                  <a:lnTo>
                    <a:pt x="10166698" y="17920"/>
                  </a:lnTo>
                  <a:lnTo>
                    <a:pt x="10276894" y="14535"/>
                  </a:lnTo>
                  <a:lnTo>
                    <a:pt x="10390564" y="11508"/>
                  </a:lnTo>
                  <a:lnTo>
                    <a:pt x="10505002" y="8844"/>
                  </a:lnTo>
                  <a:lnTo>
                    <a:pt x="10616755" y="6551"/>
                  </a:lnTo>
                  <a:lnTo>
                    <a:pt x="10721864" y="4634"/>
                  </a:lnTo>
                  <a:lnTo>
                    <a:pt x="10816293" y="3093"/>
                  </a:lnTo>
                  <a:lnTo>
                    <a:pt x="10896487" y="1915"/>
                  </a:lnTo>
                  <a:lnTo>
                    <a:pt x="10959967" y="1071"/>
                  </a:lnTo>
                  <a:lnTo>
                    <a:pt x="11005798" y="517"/>
                  </a:lnTo>
                  <a:lnTo>
                    <a:pt x="11034829" y="197"/>
                  </a:lnTo>
                  <a:lnTo>
                    <a:pt x="11049676" y="48"/>
                  </a:lnTo>
                  <a:lnTo>
                    <a:pt x="11054525" y="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2" name="pl1411"/>
            <p:cNvSpPr/>
            <p:nvPr/>
          </p:nvSpPr>
          <p:spPr>
            <a:xfrm>
              <a:off x="1199187" y="3631594"/>
              <a:ext cx="12049831" cy="1635077"/>
            </a:xfrm>
            <a:custGeom>
              <a:avLst/>
              <a:pathLst>
                <a:path w="12049831" h="1635077">
                  <a:moveTo>
                    <a:pt x="12049831" y="0"/>
                  </a:moveTo>
                  <a:lnTo>
                    <a:pt x="11054891" y="0"/>
                  </a:lnTo>
                  <a:lnTo>
                    <a:pt x="11053757" y="9"/>
                  </a:lnTo>
                  <a:lnTo>
                    <a:pt x="11046271" y="81"/>
                  </a:lnTo>
                  <a:lnTo>
                    <a:pt x="11027301" y="277"/>
                  </a:lnTo>
                  <a:lnTo>
                    <a:pt x="10993135" y="665"/>
                  </a:lnTo>
                  <a:lnTo>
                    <a:pt x="10941703" y="1305"/>
                  </a:lnTo>
                  <a:lnTo>
                    <a:pt x="10872731" y="2251"/>
                  </a:lnTo>
                  <a:lnTo>
                    <a:pt x="10787684" y="3542"/>
                  </a:lnTo>
                  <a:lnTo>
                    <a:pt x="10689442" y="5202"/>
                  </a:lnTo>
                  <a:lnTo>
                    <a:pt x="10581777" y="7239"/>
                  </a:lnTo>
                  <a:lnTo>
                    <a:pt x="10468760" y="9651"/>
                  </a:lnTo>
                  <a:lnTo>
                    <a:pt x="10354224" y="12431"/>
                  </a:lnTo>
                  <a:lnTo>
                    <a:pt x="10241403" y="15571"/>
                  </a:lnTo>
                  <a:lnTo>
                    <a:pt x="10132746" y="19071"/>
                  </a:lnTo>
                  <a:lnTo>
                    <a:pt x="10029894" y="22938"/>
                  </a:lnTo>
                  <a:lnTo>
                    <a:pt x="9933766" y="27188"/>
                  </a:lnTo>
                  <a:lnTo>
                    <a:pt x="9844692" y="31851"/>
                  </a:lnTo>
                  <a:lnTo>
                    <a:pt x="9762565" y="36969"/>
                  </a:lnTo>
                  <a:lnTo>
                    <a:pt x="9686968" y="42593"/>
                  </a:lnTo>
                  <a:lnTo>
                    <a:pt x="9617290" y="48787"/>
                  </a:lnTo>
                  <a:lnTo>
                    <a:pt x="9552807" y="55618"/>
                  </a:lnTo>
                  <a:lnTo>
                    <a:pt x="9492745" y="63158"/>
                  </a:lnTo>
                  <a:lnTo>
                    <a:pt x="9436329" y="71474"/>
                  </a:lnTo>
                  <a:lnTo>
                    <a:pt x="9382824" y="80619"/>
                  </a:lnTo>
                  <a:lnTo>
                    <a:pt x="9347647" y="87343"/>
                  </a:lnTo>
                  <a:lnTo>
                    <a:pt x="9287388" y="100213"/>
                  </a:lnTo>
                  <a:lnTo>
                    <a:pt x="9228981" y="114346"/>
                  </a:lnTo>
                  <a:lnTo>
                    <a:pt x="9171753" y="129763"/>
                  </a:lnTo>
                  <a:lnTo>
                    <a:pt x="9115202" y="146444"/>
                  </a:lnTo>
                  <a:lnTo>
                    <a:pt x="9058972" y="164326"/>
                  </a:lnTo>
                  <a:lnTo>
                    <a:pt x="9002826" y="183296"/>
                  </a:lnTo>
                  <a:lnTo>
                    <a:pt x="8946626" y="203195"/>
                  </a:lnTo>
                  <a:lnTo>
                    <a:pt x="8890317" y="223820"/>
                  </a:lnTo>
                  <a:lnTo>
                    <a:pt x="8833907" y="244932"/>
                  </a:lnTo>
                  <a:lnTo>
                    <a:pt x="8777443" y="266265"/>
                  </a:lnTo>
                  <a:lnTo>
                    <a:pt x="8720992" y="287543"/>
                  </a:lnTo>
                  <a:lnTo>
                    <a:pt x="8664618" y="308492"/>
                  </a:lnTo>
                  <a:lnTo>
                    <a:pt x="8608355" y="328856"/>
                  </a:lnTo>
                  <a:lnTo>
                    <a:pt x="8552187" y="348409"/>
                  </a:lnTo>
                  <a:lnTo>
                    <a:pt x="8496029" y="366964"/>
                  </a:lnTo>
                  <a:lnTo>
                    <a:pt x="8439707" y="384381"/>
                  </a:lnTo>
                  <a:lnTo>
                    <a:pt x="8382937" y="400566"/>
                  </a:lnTo>
                  <a:lnTo>
                    <a:pt x="8325310" y="415474"/>
                  </a:lnTo>
                  <a:lnTo>
                    <a:pt x="8266261" y="429102"/>
                  </a:lnTo>
                  <a:lnTo>
                    <a:pt x="8229629" y="436719"/>
                  </a:lnTo>
                  <a:lnTo>
                    <a:pt x="8177728" y="446440"/>
                  </a:lnTo>
                  <a:lnTo>
                    <a:pt x="8123374" y="455318"/>
                  </a:lnTo>
                  <a:lnTo>
                    <a:pt x="8065882" y="463381"/>
                  </a:lnTo>
                  <a:lnTo>
                    <a:pt x="8004500" y="470688"/>
                  </a:lnTo>
                  <a:lnTo>
                    <a:pt x="7938449" y="477309"/>
                  </a:lnTo>
                  <a:lnTo>
                    <a:pt x="7866966" y="483315"/>
                  </a:lnTo>
                  <a:lnTo>
                    <a:pt x="7789353" y="488772"/>
                  </a:lnTo>
                  <a:lnTo>
                    <a:pt x="7705052" y="493740"/>
                  </a:lnTo>
                  <a:lnTo>
                    <a:pt x="7613731" y="498268"/>
                  </a:lnTo>
                  <a:lnTo>
                    <a:pt x="7515406" y="502394"/>
                  </a:lnTo>
                  <a:lnTo>
                    <a:pt x="7410578" y="506142"/>
                  </a:lnTo>
                  <a:lnTo>
                    <a:pt x="7300383" y="509528"/>
                  </a:lnTo>
                  <a:lnTo>
                    <a:pt x="7186712" y="512554"/>
                  </a:lnTo>
                  <a:lnTo>
                    <a:pt x="7072275" y="515218"/>
                  </a:lnTo>
                  <a:lnTo>
                    <a:pt x="6960522" y="517512"/>
                  </a:lnTo>
                  <a:lnTo>
                    <a:pt x="6855412" y="519429"/>
                  </a:lnTo>
                  <a:lnTo>
                    <a:pt x="6760984" y="520970"/>
                  </a:lnTo>
                  <a:lnTo>
                    <a:pt x="6680789" y="522148"/>
                  </a:lnTo>
                  <a:lnTo>
                    <a:pt x="6617310" y="522992"/>
                  </a:lnTo>
                  <a:lnTo>
                    <a:pt x="6571479" y="523545"/>
                  </a:lnTo>
                  <a:lnTo>
                    <a:pt x="6542448" y="523865"/>
                  </a:lnTo>
                  <a:lnTo>
                    <a:pt x="6527600" y="524015"/>
                  </a:lnTo>
                  <a:lnTo>
                    <a:pt x="6522752" y="524060"/>
                  </a:lnTo>
                  <a:lnTo>
                    <a:pt x="6522385" y="524063"/>
                  </a:lnTo>
                  <a:lnTo>
                    <a:pt x="5527445" y="524063"/>
                  </a:lnTo>
                  <a:lnTo>
                    <a:pt x="5526319" y="524084"/>
                  </a:lnTo>
                  <a:lnTo>
                    <a:pt x="5518882" y="524234"/>
                  </a:lnTo>
                  <a:lnTo>
                    <a:pt x="5500033" y="524648"/>
                  </a:lnTo>
                  <a:lnTo>
                    <a:pt x="5466075" y="525463"/>
                  </a:lnTo>
                  <a:lnTo>
                    <a:pt x="5414940" y="526812"/>
                  </a:lnTo>
                  <a:lnTo>
                    <a:pt x="5346337" y="528804"/>
                  </a:lnTo>
                  <a:lnTo>
                    <a:pt x="5261700" y="531524"/>
                  </a:lnTo>
                  <a:lnTo>
                    <a:pt x="5163874" y="535021"/>
                  </a:lnTo>
                  <a:lnTo>
                    <a:pt x="5056596" y="539314"/>
                  </a:lnTo>
                  <a:lnTo>
                    <a:pt x="4943907" y="544399"/>
                  </a:lnTo>
                  <a:lnTo>
                    <a:pt x="4829626" y="550261"/>
                  </a:lnTo>
                  <a:lnTo>
                    <a:pt x="4716982" y="556884"/>
                  </a:lnTo>
                  <a:lnTo>
                    <a:pt x="4608426" y="564266"/>
                  </a:lnTo>
                  <a:lnTo>
                    <a:pt x="4505613" y="572419"/>
                  </a:lnTo>
                  <a:lnTo>
                    <a:pt x="4409474" y="581381"/>
                  </a:lnTo>
                  <a:lnTo>
                    <a:pt x="4320355" y="591213"/>
                  </a:lnTo>
                  <a:lnTo>
                    <a:pt x="4238161" y="602000"/>
                  </a:lnTo>
                  <a:lnTo>
                    <a:pt x="4162488" y="613852"/>
                  </a:lnTo>
                  <a:lnTo>
                    <a:pt x="4092734" y="626899"/>
                  </a:lnTo>
                  <a:lnTo>
                    <a:pt x="4028184" y="641285"/>
                  </a:lnTo>
                  <a:lnTo>
                    <a:pt x="3968071" y="657161"/>
                  </a:lnTo>
                  <a:lnTo>
                    <a:pt x="3911623" y="674669"/>
                  </a:lnTo>
                  <a:lnTo>
                    <a:pt x="3858108" y="693920"/>
                  </a:lnTo>
                  <a:lnTo>
                    <a:pt x="3820202" y="709232"/>
                  </a:lnTo>
                  <a:lnTo>
                    <a:pt x="3763820" y="734648"/>
                  </a:lnTo>
                  <a:lnTo>
                    <a:pt x="3709100" y="762401"/>
                  </a:lnTo>
                  <a:lnTo>
                    <a:pt x="3655474" y="792531"/>
                  </a:lnTo>
                  <a:lnTo>
                    <a:pt x="3602515" y="825017"/>
                  </a:lnTo>
                  <a:lnTo>
                    <a:pt x="3549905" y="859765"/>
                  </a:lnTo>
                  <a:lnTo>
                    <a:pt x="3497425" y="896607"/>
                  </a:lnTo>
                  <a:lnTo>
                    <a:pt x="3444935" y="935296"/>
                  </a:lnTo>
                  <a:lnTo>
                    <a:pt x="3392363" y="975511"/>
                  </a:lnTo>
                  <a:lnTo>
                    <a:pt x="3339693" y="1016868"/>
                  </a:lnTo>
                  <a:lnTo>
                    <a:pt x="3286947" y="1058928"/>
                  </a:lnTo>
                  <a:lnTo>
                    <a:pt x="3234175" y="1101223"/>
                  </a:lnTo>
                  <a:lnTo>
                    <a:pt x="3181431" y="1143272"/>
                  </a:lnTo>
                  <a:lnTo>
                    <a:pt x="3128763" y="1184606"/>
                  </a:lnTo>
                  <a:lnTo>
                    <a:pt x="3076193" y="1224790"/>
                  </a:lnTo>
                  <a:lnTo>
                    <a:pt x="3023704" y="1263438"/>
                  </a:lnTo>
                  <a:lnTo>
                    <a:pt x="2971223" y="1300232"/>
                  </a:lnTo>
                  <a:lnTo>
                    <a:pt x="2918608" y="1334928"/>
                  </a:lnTo>
                  <a:lnTo>
                    <a:pt x="2865637" y="1367358"/>
                  </a:lnTo>
                  <a:lnTo>
                    <a:pt x="2811990" y="1397431"/>
                  </a:lnTo>
                  <a:lnTo>
                    <a:pt x="2757237" y="1425127"/>
                  </a:lnTo>
                  <a:lnTo>
                    <a:pt x="2702183" y="1449908"/>
                  </a:lnTo>
                  <a:lnTo>
                    <a:pt x="2650403" y="1470473"/>
                  </a:lnTo>
                  <a:lnTo>
                    <a:pt x="2596181" y="1489256"/>
                  </a:lnTo>
                  <a:lnTo>
                    <a:pt x="2538840" y="1506321"/>
                  </a:lnTo>
                  <a:lnTo>
                    <a:pt x="2477631" y="1521790"/>
                  </a:lnTo>
                  <a:lnTo>
                    <a:pt x="2411782" y="1535808"/>
                  </a:lnTo>
                  <a:lnTo>
                    <a:pt x="2340532" y="1548526"/>
                  </a:lnTo>
                  <a:lnTo>
                    <a:pt x="2263190" y="1560085"/>
                  </a:lnTo>
                  <a:lnTo>
                    <a:pt x="2179198" y="1570611"/>
                  </a:lnTo>
                  <a:lnTo>
                    <a:pt x="2088220" y="1580205"/>
                  </a:lnTo>
                  <a:lnTo>
                    <a:pt x="1990265" y="1588949"/>
                  </a:lnTo>
                  <a:lnTo>
                    <a:pt x="1885819" y="1596896"/>
                  </a:lnTo>
                  <a:lnTo>
                    <a:pt x="1775992" y="1604077"/>
                  </a:lnTo>
                  <a:lnTo>
                    <a:pt x="1662644" y="1610501"/>
                  </a:lnTo>
                  <a:lnTo>
                    <a:pt x="1548441" y="1616159"/>
                  </a:lnTo>
                  <a:lnTo>
                    <a:pt x="1436791" y="1621037"/>
                  </a:lnTo>
                  <a:lnTo>
                    <a:pt x="1331617" y="1625119"/>
                  </a:lnTo>
                  <a:lnTo>
                    <a:pt x="1236934" y="1628408"/>
                  </a:lnTo>
                  <a:lnTo>
                    <a:pt x="1156302" y="1630930"/>
                  </a:lnTo>
                  <a:lnTo>
                    <a:pt x="1092236" y="1632743"/>
                  </a:lnTo>
                  <a:lnTo>
                    <a:pt x="1045735" y="1633939"/>
                  </a:lnTo>
                  <a:lnTo>
                    <a:pt x="1016035" y="1634635"/>
                  </a:lnTo>
                  <a:lnTo>
                    <a:pt x="1000618" y="1634966"/>
                  </a:lnTo>
                  <a:lnTo>
                    <a:pt x="995395" y="1635069"/>
                  </a:lnTo>
                  <a:lnTo>
                    <a:pt x="994940" y="1635077"/>
                  </a:lnTo>
                  <a:lnTo>
                    <a:pt x="0" y="1635077"/>
                  </a:lnTo>
                  <a:lnTo>
                    <a:pt x="0" y="16350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3" name="pg1412"/>
            <p:cNvSpPr/>
            <p:nvPr/>
          </p:nvSpPr>
          <p:spPr>
            <a:xfrm>
              <a:off x="1199187" y="4543465"/>
              <a:ext cx="12049831" cy="754651"/>
            </a:xfrm>
            <a:custGeom>
              <a:avLst/>
              <a:pathLst>
                <a:path w="12049831" h="754651">
                  <a:moveTo>
                    <a:pt x="0" y="754651"/>
                  </a:moveTo>
                  <a:lnTo>
                    <a:pt x="994940" y="754651"/>
                  </a:lnTo>
                  <a:lnTo>
                    <a:pt x="996074" y="754641"/>
                  </a:lnTo>
                  <a:lnTo>
                    <a:pt x="1003561" y="754575"/>
                  </a:lnTo>
                  <a:lnTo>
                    <a:pt x="1022535" y="754390"/>
                  </a:lnTo>
                  <a:lnTo>
                    <a:pt x="1056708" y="754025"/>
                  </a:lnTo>
                  <a:lnTo>
                    <a:pt x="1108151" y="753423"/>
                  </a:lnTo>
                  <a:lnTo>
                    <a:pt x="1177135" y="752534"/>
                  </a:lnTo>
                  <a:lnTo>
                    <a:pt x="1262196" y="751320"/>
                  </a:lnTo>
                  <a:lnTo>
                    <a:pt x="1360452" y="749760"/>
                  </a:lnTo>
                  <a:lnTo>
                    <a:pt x="1468129" y="747845"/>
                  </a:lnTo>
                  <a:lnTo>
                    <a:pt x="1581158" y="745577"/>
                  </a:lnTo>
                  <a:lnTo>
                    <a:pt x="1695702" y="742963"/>
                  </a:lnTo>
                  <a:lnTo>
                    <a:pt x="1808529" y="740010"/>
                  </a:lnTo>
                  <a:lnTo>
                    <a:pt x="1917190" y="736720"/>
                  </a:lnTo>
                  <a:lnTo>
                    <a:pt x="2020043" y="733085"/>
                  </a:lnTo>
                  <a:lnTo>
                    <a:pt x="2116171" y="729089"/>
                  </a:lnTo>
                  <a:lnTo>
                    <a:pt x="2205243" y="724705"/>
                  </a:lnTo>
                  <a:lnTo>
                    <a:pt x="2287368" y="719893"/>
                  </a:lnTo>
                  <a:lnTo>
                    <a:pt x="2362962" y="714605"/>
                  </a:lnTo>
                  <a:lnTo>
                    <a:pt x="2432637" y="708782"/>
                  </a:lnTo>
                  <a:lnTo>
                    <a:pt x="2497118" y="702360"/>
                  </a:lnTo>
                  <a:lnTo>
                    <a:pt x="2557179" y="695270"/>
                  </a:lnTo>
                  <a:lnTo>
                    <a:pt x="2613593" y="687451"/>
                  </a:lnTo>
                  <a:lnTo>
                    <a:pt x="2667098" y="678853"/>
                  </a:lnTo>
                  <a:lnTo>
                    <a:pt x="2702183" y="672548"/>
                  </a:lnTo>
                  <a:lnTo>
                    <a:pt x="2762597" y="660417"/>
                  </a:lnTo>
                  <a:lnTo>
                    <a:pt x="2821150" y="647093"/>
                  </a:lnTo>
                  <a:lnTo>
                    <a:pt x="2878522" y="632555"/>
                  </a:lnTo>
                  <a:lnTo>
                    <a:pt x="2935216" y="616823"/>
                  </a:lnTo>
                  <a:lnTo>
                    <a:pt x="2991590" y="599958"/>
                  </a:lnTo>
                  <a:lnTo>
                    <a:pt x="3047883" y="582066"/>
                  </a:lnTo>
                  <a:lnTo>
                    <a:pt x="3104231" y="563299"/>
                  </a:lnTo>
                  <a:lnTo>
                    <a:pt x="3160688" y="543849"/>
                  </a:lnTo>
                  <a:lnTo>
                    <a:pt x="3217248" y="523945"/>
                  </a:lnTo>
                  <a:lnTo>
                    <a:pt x="3273860" y="503838"/>
                  </a:lnTo>
                  <a:lnTo>
                    <a:pt x="3330456" y="483790"/>
                  </a:lnTo>
                  <a:lnTo>
                    <a:pt x="3386974" y="464059"/>
                  </a:lnTo>
                  <a:lnTo>
                    <a:pt x="3443380" y="444889"/>
                  </a:lnTo>
                  <a:lnTo>
                    <a:pt x="3499692" y="426492"/>
                  </a:lnTo>
                  <a:lnTo>
                    <a:pt x="3555999" y="409043"/>
                  </a:lnTo>
                  <a:lnTo>
                    <a:pt x="3612480" y="392675"/>
                  </a:lnTo>
                  <a:lnTo>
                    <a:pt x="3669425" y="377472"/>
                  </a:lnTo>
                  <a:lnTo>
                    <a:pt x="3727253" y="363477"/>
                  </a:lnTo>
                  <a:lnTo>
                    <a:pt x="3786543" y="350691"/>
                  </a:lnTo>
                  <a:lnTo>
                    <a:pt x="3820202" y="344134"/>
                  </a:lnTo>
                  <a:lnTo>
                    <a:pt x="3872107" y="334996"/>
                  </a:lnTo>
                  <a:lnTo>
                    <a:pt x="3926465" y="326650"/>
                  </a:lnTo>
                  <a:lnTo>
                    <a:pt x="3983962" y="319070"/>
                  </a:lnTo>
                  <a:lnTo>
                    <a:pt x="4045350" y="312201"/>
                  </a:lnTo>
                  <a:lnTo>
                    <a:pt x="4111407" y="305977"/>
                  </a:lnTo>
                  <a:lnTo>
                    <a:pt x="4182899" y="300332"/>
                  </a:lnTo>
                  <a:lnTo>
                    <a:pt x="4260521" y="295202"/>
                  </a:lnTo>
                  <a:lnTo>
                    <a:pt x="4344832" y="290532"/>
                  </a:lnTo>
                  <a:lnTo>
                    <a:pt x="4436164" y="286275"/>
                  </a:lnTo>
                  <a:lnTo>
                    <a:pt x="4534502" y="282398"/>
                  </a:lnTo>
                  <a:lnTo>
                    <a:pt x="4639343" y="278874"/>
                  </a:lnTo>
                  <a:lnTo>
                    <a:pt x="4749551" y="275692"/>
                  </a:lnTo>
                  <a:lnTo>
                    <a:pt x="4863231" y="272847"/>
                  </a:lnTo>
                  <a:lnTo>
                    <a:pt x="4977677" y="270343"/>
                  </a:lnTo>
                  <a:lnTo>
                    <a:pt x="5089433" y="268187"/>
                  </a:lnTo>
                  <a:lnTo>
                    <a:pt x="5194541" y="266385"/>
                  </a:lnTo>
                  <a:lnTo>
                    <a:pt x="5288961" y="264937"/>
                  </a:lnTo>
                  <a:lnTo>
                    <a:pt x="5369140" y="263830"/>
                  </a:lnTo>
                  <a:lnTo>
                    <a:pt x="5432600" y="263037"/>
                  </a:lnTo>
                  <a:lnTo>
                    <a:pt x="5478408" y="262517"/>
                  </a:lnTo>
                  <a:lnTo>
                    <a:pt x="5507417" y="262217"/>
                  </a:lnTo>
                  <a:lnTo>
                    <a:pt x="5522246" y="262076"/>
                  </a:lnTo>
                  <a:lnTo>
                    <a:pt x="5527082" y="262034"/>
                  </a:lnTo>
                  <a:lnTo>
                    <a:pt x="5527445" y="262031"/>
                  </a:lnTo>
                  <a:lnTo>
                    <a:pt x="6522385" y="262031"/>
                  </a:lnTo>
                  <a:lnTo>
                    <a:pt x="6523521" y="262026"/>
                  </a:lnTo>
                  <a:lnTo>
                    <a:pt x="6531018" y="261991"/>
                  </a:lnTo>
                  <a:lnTo>
                    <a:pt x="6550014" y="261895"/>
                  </a:lnTo>
                  <a:lnTo>
                    <a:pt x="6584226" y="261705"/>
                  </a:lnTo>
                  <a:lnTo>
                    <a:pt x="6635723" y="261391"/>
                  </a:lnTo>
                  <a:lnTo>
                    <a:pt x="6704776" y="260926"/>
                  </a:lnTo>
                  <a:lnTo>
                    <a:pt x="6789913" y="260293"/>
                  </a:lnTo>
                  <a:lnTo>
                    <a:pt x="6888247" y="259479"/>
                  </a:lnTo>
                  <a:lnTo>
                    <a:pt x="6995995" y="258479"/>
                  </a:lnTo>
                  <a:lnTo>
                    <a:pt x="7109085" y="257296"/>
                  </a:lnTo>
                  <a:lnTo>
                    <a:pt x="7223676" y="255932"/>
                  </a:lnTo>
                  <a:lnTo>
                    <a:pt x="7336535" y="254391"/>
                  </a:lnTo>
                  <a:lnTo>
                    <a:pt x="7445215" y="252674"/>
                  </a:lnTo>
                  <a:lnTo>
                    <a:pt x="7548075" y="250778"/>
                  </a:lnTo>
                  <a:lnTo>
                    <a:pt x="7644201" y="248693"/>
                  </a:lnTo>
                  <a:lnTo>
                    <a:pt x="7733264" y="246405"/>
                  </a:lnTo>
                  <a:lnTo>
                    <a:pt x="7815376" y="243894"/>
                  </a:lnTo>
                  <a:lnTo>
                    <a:pt x="7890956" y="241134"/>
                  </a:lnTo>
                  <a:lnTo>
                    <a:pt x="7960618" y="238095"/>
                  </a:lnTo>
                  <a:lnTo>
                    <a:pt x="8025087" y="234743"/>
                  </a:lnTo>
                  <a:lnTo>
                    <a:pt x="8085137" y="231043"/>
                  </a:lnTo>
                  <a:lnTo>
                    <a:pt x="8141546" y="226962"/>
                  </a:lnTo>
                  <a:lnTo>
                    <a:pt x="8195049" y="222474"/>
                  </a:lnTo>
                  <a:lnTo>
                    <a:pt x="8229629" y="219233"/>
                  </a:lnTo>
                  <a:lnTo>
                    <a:pt x="8290933" y="212810"/>
                  </a:lnTo>
                  <a:lnTo>
                    <a:pt x="8350332" y="205746"/>
                  </a:lnTo>
                  <a:lnTo>
                    <a:pt x="8408532" y="198030"/>
                  </a:lnTo>
                  <a:lnTo>
                    <a:pt x="8466052" y="189673"/>
                  </a:lnTo>
                  <a:lnTo>
                    <a:pt x="8523261" y="180711"/>
                  </a:lnTo>
                  <a:lnTo>
                    <a:pt x="8580399" y="171203"/>
                  </a:lnTo>
                  <a:lnTo>
                    <a:pt x="8637602" y="161233"/>
                  </a:lnTo>
                  <a:lnTo>
                    <a:pt x="8694920" y="150910"/>
                  </a:lnTo>
                  <a:lnTo>
                    <a:pt x="8752339" y="140357"/>
                  </a:lnTo>
                  <a:lnTo>
                    <a:pt x="8809802" y="129715"/>
                  </a:lnTo>
                  <a:lnTo>
                    <a:pt x="8867239" y="119125"/>
                  </a:lnTo>
                  <a:lnTo>
                    <a:pt x="8924587" y="108728"/>
                  </a:lnTo>
                  <a:lnTo>
                    <a:pt x="8981819" y="98654"/>
                  </a:lnTo>
                  <a:lnTo>
                    <a:pt x="9038965" y="89015"/>
                  </a:lnTo>
                  <a:lnTo>
                    <a:pt x="9096136" y="79902"/>
                  </a:lnTo>
                  <a:lnTo>
                    <a:pt x="9153544" y="71382"/>
                  </a:lnTo>
                  <a:lnTo>
                    <a:pt x="9211521" y="63495"/>
                  </a:lnTo>
                  <a:lnTo>
                    <a:pt x="9270544" y="56259"/>
                  </a:lnTo>
                  <a:lnTo>
                    <a:pt x="9331266" y="49669"/>
                  </a:lnTo>
                  <a:lnTo>
                    <a:pt x="9347647" y="48039"/>
                  </a:lnTo>
                  <a:lnTo>
                    <a:pt x="9399575" y="43273"/>
                  </a:lnTo>
                  <a:lnTo>
                    <a:pt x="9453958" y="38921"/>
                  </a:lnTo>
                  <a:lnTo>
                    <a:pt x="9511483" y="34969"/>
                  </a:lnTo>
                  <a:lnTo>
                    <a:pt x="9572902" y="31387"/>
                  </a:lnTo>
                  <a:lnTo>
                    <a:pt x="9638998" y="28142"/>
                  </a:lnTo>
                  <a:lnTo>
                    <a:pt x="9710533" y="25198"/>
                  </a:lnTo>
                  <a:lnTo>
                    <a:pt x="9788205" y="22524"/>
                  </a:lnTo>
                  <a:lnTo>
                    <a:pt x="9872573" y="20089"/>
                  </a:lnTo>
                  <a:lnTo>
                    <a:pt x="9963969" y="17870"/>
                  </a:lnTo>
                  <a:lnTo>
                    <a:pt x="10062376" y="15849"/>
                  </a:lnTo>
                  <a:lnTo>
                    <a:pt x="10167287" y="14012"/>
                  </a:lnTo>
                  <a:lnTo>
                    <a:pt x="10277563" y="12353"/>
                  </a:lnTo>
                  <a:lnTo>
                    <a:pt x="10391304" y="10870"/>
                  </a:lnTo>
                  <a:lnTo>
                    <a:pt x="10505792" y="9566"/>
                  </a:lnTo>
                  <a:lnTo>
                    <a:pt x="10617567" y="8442"/>
                  </a:lnTo>
                  <a:lnTo>
                    <a:pt x="10722662" y="7504"/>
                  </a:lnTo>
                  <a:lnTo>
                    <a:pt x="10817034" y="6750"/>
                  </a:lnTo>
                  <a:lnTo>
                    <a:pt x="10897131" y="6174"/>
                  </a:lnTo>
                  <a:lnTo>
                    <a:pt x="10960482" y="5762"/>
                  </a:lnTo>
                  <a:lnTo>
                    <a:pt x="11006166" y="5492"/>
                  </a:lnTo>
                  <a:lnTo>
                    <a:pt x="11035051" y="5336"/>
                  </a:lnTo>
                  <a:lnTo>
                    <a:pt x="11049774" y="5263"/>
                  </a:lnTo>
                  <a:lnTo>
                    <a:pt x="11054543" y="524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4"/>
                  </a:lnTo>
                  <a:lnTo>
                    <a:pt x="11046259" y="39"/>
                  </a:lnTo>
                  <a:lnTo>
                    <a:pt x="11027263" y="136"/>
                  </a:lnTo>
                  <a:lnTo>
                    <a:pt x="10993051" y="326"/>
                  </a:lnTo>
                  <a:lnTo>
                    <a:pt x="10941553" y="640"/>
                  </a:lnTo>
                  <a:lnTo>
                    <a:pt x="10872501" y="1104"/>
                  </a:lnTo>
                  <a:lnTo>
                    <a:pt x="10787363" y="1738"/>
                  </a:lnTo>
                  <a:lnTo>
                    <a:pt x="10689030" y="2552"/>
                  </a:lnTo>
                  <a:lnTo>
                    <a:pt x="10581281" y="3552"/>
                  </a:lnTo>
                  <a:lnTo>
                    <a:pt x="10468192" y="4735"/>
                  </a:lnTo>
                  <a:lnTo>
                    <a:pt x="10353601" y="6099"/>
                  </a:lnTo>
                  <a:lnTo>
                    <a:pt x="10240741" y="7639"/>
                  </a:lnTo>
                  <a:lnTo>
                    <a:pt x="10132062" y="9356"/>
                  </a:lnTo>
                  <a:lnTo>
                    <a:pt x="10029202" y="11253"/>
                  </a:lnTo>
                  <a:lnTo>
                    <a:pt x="9933076" y="13338"/>
                  </a:lnTo>
                  <a:lnTo>
                    <a:pt x="9844013" y="15626"/>
                  </a:lnTo>
                  <a:lnTo>
                    <a:pt x="9761900" y="18137"/>
                  </a:lnTo>
                  <a:lnTo>
                    <a:pt x="9686320" y="20896"/>
                  </a:lnTo>
                  <a:lnTo>
                    <a:pt x="9616659" y="23935"/>
                  </a:lnTo>
                  <a:lnTo>
                    <a:pt x="9552190" y="27287"/>
                  </a:lnTo>
                  <a:lnTo>
                    <a:pt x="9492139" y="30988"/>
                  </a:lnTo>
                  <a:lnTo>
                    <a:pt x="9435730" y="35069"/>
                  </a:lnTo>
                  <a:lnTo>
                    <a:pt x="9382227" y="39556"/>
                  </a:lnTo>
                  <a:lnTo>
                    <a:pt x="9347647" y="42798"/>
                  </a:lnTo>
                  <a:lnTo>
                    <a:pt x="9286343" y="49221"/>
                  </a:lnTo>
                  <a:lnTo>
                    <a:pt x="9226944" y="56285"/>
                  </a:lnTo>
                  <a:lnTo>
                    <a:pt x="9168744" y="64001"/>
                  </a:lnTo>
                  <a:lnTo>
                    <a:pt x="9111224" y="72357"/>
                  </a:lnTo>
                  <a:lnTo>
                    <a:pt x="9054016" y="81320"/>
                  </a:lnTo>
                  <a:lnTo>
                    <a:pt x="8996877" y="90828"/>
                  </a:lnTo>
                  <a:lnTo>
                    <a:pt x="8939674" y="100797"/>
                  </a:lnTo>
                  <a:lnTo>
                    <a:pt x="8882356" y="111121"/>
                  </a:lnTo>
                  <a:lnTo>
                    <a:pt x="8824938" y="121673"/>
                  </a:lnTo>
                  <a:lnTo>
                    <a:pt x="8767474" y="132316"/>
                  </a:lnTo>
                  <a:lnTo>
                    <a:pt x="8710037" y="142906"/>
                  </a:lnTo>
                  <a:lnTo>
                    <a:pt x="8652689" y="153303"/>
                  </a:lnTo>
                  <a:lnTo>
                    <a:pt x="8595458" y="163377"/>
                  </a:lnTo>
                  <a:lnTo>
                    <a:pt x="8538311" y="173016"/>
                  </a:lnTo>
                  <a:lnTo>
                    <a:pt x="8481140" y="182129"/>
                  </a:lnTo>
                  <a:lnTo>
                    <a:pt x="8423732" y="190649"/>
                  </a:lnTo>
                  <a:lnTo>
                    <a:pt x="8365755" y="198536"/>
                  </a:lnTo>
                  <a:lnTo>
                    <a:pt x="8306732" y="205771"/>
                  </a:lnTo>
                  <a:lnTo>
                    <a:pt x="8246010" y="212361"/>
                  </a:lnTo>
                  <a:lnTo>
                    <a:pt x="8229629" y="213992"/>
                  </a:lnTo>
                  <a:lnTo>
                    <a:pt x="8177702" y="218758"/>
                  </a:lnTo>
                  <a:lnTo>
                    <a:pt x="8123319" y="223110"/>
                  </a:lnTo>
                  <a:lnTo>
                    <a:pt x="8065794" y="227062"/>
                  </a:lnTo>
                  <a:lnTo>
                    <a:pt x="8004374" y="230644"/>
                  </a:lnTo>
                  <a:lnTo>
                    <a:pt x="7938279" y="233889"/>
                  </a:lnTo>
                  <a:lnTo>
                    <a:pt x="7866744" y="236832"/>
                  </a:lnTo>
                  <a:lnTo>
                    <a:pt x="7789072" y="239507"/>
                  </a:lnTo>
                  <a:lnTo>
                    <a:pt x="7704703" y="241942"/>
                  </a:lnTo>
                  <a:lnTo>
                    <a:pt x="7613307" y="244161"/>
                  </a:lnTo>
                  <a:lnTo>
                    <a:pt x="7514901" y="246182"/>
                  </a:lnTo>
                  <a:lnTo>
                    <a:pt x="7409989" y="248019"/>
                  </a:lnTo>
                  <a:lnTo>
                    <a:pt x="7299713" y="249678"/>
                  </a:lnTo>
                  <a:lnTo>
                    <a:pt x="7185973" y="251160"/>
                  </a:lnTo>
                  <a:lnTo>
                    <a:pt x="7071484" y="252465"/>
                  </a:lnTo>
                  <a:lnTo>
                    <a:pt x="6959709" y="253588"/>
                  </a:lnTo>
                  <a:lnTo>
                    <a:pt x="6854615" y="254527"/>
                  </a:lnTo>
                  <a:lnTo>
                    <a:pt x="6760243" y="255280"/>
                  </a:lnTo>
                  <a:lnTo>
                    <a:pt x="6680145" y="255857"/>
                  </a:lnTo>
                  <a:lnTo>
                    <a:pt x="6616795" y="256269"/>
                  </a:lnTo>
                  <a:lnTo>
                    <a:pt x="6571111" y="256539"/>
                  </a:lnTo>
                  <a:lnTo>
                    <a:pt x="6542225" y="256695"/>
                  </a:lnTo>
                  <a:lnTo>
                    <a:pt x="6527502" y="256767"/>
                  </a:lnTo>
                  <a:lnTo>
                    <a:pt x="6522734" y="256789"/>
                  </a:lnTo>
                  <a:lnTo>
                    <a:pt x="6522385" y="256791"/>
                  </a:lnTo>
                  <a:lnTo>
                    <a:pt x="5527445" y="256791"/>
                  </a:lnTo>
                  <a:lnTo>
                    <a:pt x="5526311" y="256800"/>
                  </a:lnTo>
                  <a:lnTo>
                    <a:pt x="5518824" y="256867"/>
                  </a:lnTo>
                  <a:lnTo>
                    <a:pt x="5499850" y="257052"/>
                  </a:lnTo>
                  <a:lnTo>
                    <a:pt x="5465677" y="257416"/>
                  </a:lnTo>
                  <a:lnTo>
                    <a:pt x="5414234" y="258018"/>
                  </a:lnTo>
                  <a:lnTo>
                    <a:pt x="5345250" y="258908"/>
                  </a:lnTo>
                  <a:lnTo>
                    <a:pt x="5260189" y="260121"/>
                  </a:lnTo>
                  <a:lnTo>
                    <a:pt x="5161933" y="261682"/>
                  </a:lnTo>
                  <a:lnTo>
                    <a:pt x="5054256" y="263597"/>
                  </a:lnTo>
                  <a:lnTo>
                    <a:pt x="4941227" y="265865"/>
                  </a:lnTo>
                  <a:lnTo>
                    <a:pt x="4826683" y="268478"/>
                  </a:lnTo>
                  <a:lnTo>
                    <a:pt x="4713856" y="271431"/>
                  </a:lnTo>
                  <a:lnTo>
                    <a:pt x="4605195" y="274722"/>
                  </a:lnTo>
                  <a:lnTo>
                    <a:pt x="4502342" y="278356"/>
                  </a:lnTo>
                  <a:lnTo>
                    <a:pt x="4406214" y="282352"/>
                  </a:lnTo>
                  <a:lnTo>
                    <a:pt x="4317142" y="286736"/>
                  </a:lnTo>
                  <a:lnTo>
                    <a:pt x="4235017" y="291548"/>
                  </a:lnTo>
                  <a:lnTo>
                    <a:pt x="4159423" y="296836"/>
                  </a:lnTo>
                  <a:lnTo>
                    <a:pt x="4089748" y="302659"/>
                  </a:lnTo>
                  <a:lnTo>
                    <a:pt x="4025267" y="309082"/>
                  </a:lnTo>
                  <a:lnTo>
                    <a:pt x="3965206" y="316171"/>
                  </a:lnTo>
                  <a:lnTo>
                    <a:pt x="3908792" y="323991"/>
                  </a:lnTo>
                  <a:lnTo>
                    <a:pt x="3855287" y="332588"/>
                  </a:lnTo>
                  <a:lnTo>
                    <a:pt x="3820202" y="338894"/>
                  </a:lnTo>
                  <a:lnTo>
                    <a:pt x="3759788" y="351024"/>
                  </a:lnTo>
                  <a:lnTo>
                    <a:pt x="3701235" y="364348"/>
                  </a:lnTo>
                  <a:lnTo>
                    <a:pt x="3643863" y="378886"/>
                  </a:lnTo>
                  <a:lnTo>
                    <a:pt x="3587169" y="394618"/>
                  </a:lnTo>
                  <a:lnTo>
                    <a:pt x="3530795" y="411484"/>
                  </a:lnTo>
                  <a:lnTo>
                    <a:pt x="3474502" y="429376"/>
                  </a:lnTo>
                  <a:lnTo>
                    <a:pt x="3418154" y="448143"/>
                  </a:lnTo>
                  <a:lnTo>
                    <a:pt x="3361697" y="467592"/>
                  </a:lnTo>
                  <a:lnTo>
                    <a:pt x="3305137" y="487496"/>
                  </a:lnTo>
                  <a:lnTo>
                    <a:pt x="3248525" y="507603"/>
                  </a:lnTo>
                  <a:lnTo>
                    <a:pt x="3191929" y="527652"/>
                  </a:lnTo>
                  <a:lnTo>
                    <a:pt x="3135411" y="547382"/>
                  </a:lnTo>
                  <a:lnTo>
                    <a:pt x="3079005" y="566552"/>
                  </a:lnTo>
                  <a:lnTo>
                    <a:pt x="3022693" y="584949"/>
                  </a:lnTo>
                  <a:lnTo>
                    <a:pt x="2966386" y="602398"/>
                  </a:lnTo>
                  <a:lnTo>
                    <a:pt x="2909905" y="618767"/>
                  </a:lnTo>
                  <a:lnTo>
                    <a:pt x="2852960" y="633969"/>
                  </a:lnTo>
                  <a:lnTo>
                    <a:pt x="2795132" y="647964"/>
                  </a:lnTo>
                  <a:lnTo>
                    <a:pt x="2735842" y="660750"/>
                  </a:lnTo>
                  <a:lnTo>
                    <a:pt x="2702183" y="667307"/>
                  </a:lnTo>
                  <a:lnTo>
                    <a:pt x="2650278" y="676446"/>
                  </a:lnTo>
                  <a:lnTo>
                    <a:pt x="2595920" y="684791"/>
                  </a:lnTo>
                  <a:lnTo>
                    <a:pt x="2538423" y="692371"/>
                  </a:lnTo>
                  <a:lnTo>
                    <a:pt x="2477035" y="699240"/>
                  </a:lnTo>
                  <a:lnTo>
                    <a:pt x="2410978" y="705464"/>
                  </a:lnTo>
                  <a:lnTo>
                    <a:pt x="2339486" y="711109"/>
                  </a:lnTo>
                  <a:lnTo>
                    <a:pt x="2261864" y="716239"/>
                  </a:lnTo>
                  <a:lnTo>
                    <a:pt x="2177553" y="720910"/>
                  </a:lnTo>
                  <a:lnTo>
                    <a:pt x="2086221" y="725166"/>
                  </a:lnTo>
                  <a:lnTo>
                    <a:pt x="1987883" y="729044"/>
                  </a:lnTo>
                  <a:lnTo>
                    <a:pt x="1883042" y="732567"/>
                  </a:lnTo>
                  <a:lnTo>
                    <a:pt x="1772834" y="735750"/>
                  </a:lnTo>
                  <a:lnTo>
                    <a:pt x="1659154" y="738595"/>
                  </a:lnTo>
                  <a:lnTo>
                    <a:pt x="1544708" y="741099"/>
                  </a:lnTo>
                  <a:lnTo>
                    <a:pt x="1432952" y="743254"/>
                  </a:lnTo>
                  <a:lnTo>
                    <a:pt x="1327844" y="745056"/>
                  </a:lnTo>
                  <a:lnTo>
                    <a:pt x="1233424" y="746504"/>
                  </a:lnTo>
                  <a:lnTo>
                    <a:pt x="1153245" y="747611"/>
                  </a:lnTo>
                  <a:lnTo>
                    <a:pt x="1089785" y="748404"/>
                  </a:lnTo>
                  <a:lnTo>
                    <a:pt x="1043977" y="748924"/>
                  </a:lnTo>
                  <a:lnTo>
                    <a:pt x="1014968" y="749225"/>
                  </a:lnTo>
                  <a:lnTo>
                    <a:pt x="1000139" y="749365"/>
                  </a:lnTo>
                  <a:lnTo>
                    <a:pt x="995303" y="749407"/>
                  </a:lnTo>
                  <a:lnTo>
                    <a:pt x="994940" y="749410"/>
                  </a:lnTo>
                  <a:lnTo>
                    <a:pt x="0" y="749410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14" name="pl1413"/>
            <p:cNvSpPr/>
            <p:nvPr/>
          </p:nvSpPr>
          <p:spPr>
            <a:xfrm>
              <a:off x="1199187" y="4548705"/>
              <a:ext cx="12049831" cy="749410"/>
            </a:xfrm>
            <a:custGeom>
              <a:avLst/>
              <a:pathLst>
                <a:path w="12049831" h="749410">
                  <a:moveTo>
                    <a:pt x="0" y="749410"/>
                  </a:moveTo>
                  <a:lnTo>
                    <a:pt x="994940" y="749410"/>
                  </a:lnTo>
                  <a:lnTo>
                    <a:pt x="996074" y="749401"/>
                  </a:lnTo>
                  <a:lnTo>
                    <a:pt x="1003561" y="749334"/>
                  </a:lnTo>
                  <a:lnTo>
                    <a:pt x="1022535" y="749149"/>
                  </a:lnTo>
                  <a:lnTo>
                    <a:pt x="1056708" y="748785"/>
                  </a:lnTo>
                  <a:lnTo>
                    <a:pt x="1108151" y="748183"/>
                  </a:lnTo>
                  <a:lnTo>
                    <a:pt x="1177135" y="747293"/>
                  </a:lnTo>
                  <a:lnTo>
                    <a:pt x="1262196" y="746079"/>
                  </a:lnTo>
                  <a:lnTo>
                    <a:pt x="1360452" y="744519"/>
                  </a:lnTo>
                  <a:lnTo>
                    <a:pt x="1468129" y="742604"/>
                  </a:lnTo>
                  <a:lnTo>
                    <a:pt x="1581158" y="740336"/>
                  </a:lnTo>
                  <a:lnTo>
                    <a:pt x="1695702" y="737723"/>
                  </a:lnTo>
                  <a:lnTo>
                    <a:pt x="1808529" y="734770"/>
                  </a:lnTo>
                  <a:lnTo>
                    <a:pt x="1917190" y="731479"/>
                  </a:lnTo>
                  <a:lnTo>
                    <a:pt x="2020043" y="727844"/>
                  </a:lnTo>
                  <a:lnTo>
                    <a:pt x="2116171" y="723849"/>
                  </a:lnTo>
                  <a:lnTo>
                    <a:pt x="2205243" y="719464"/>
                  </a:lnTo>
                  <a:lnTo>
                    <a:pt x="2287368" y="714653"/>
                  </a:lnTo>
                  <a:lnTo>
                    <a:pt x="2362962" y="709365"/>
                  </a:lnTo>
                  <a:lnTo>
                    <a:pt x="2432637" y="703542"/>
                  </a:lnTo>
                  <a:lnTo>
                    <a:pt x="2497118" y="697119"/>
                  </a:lnTo>
                  <a:lnTo>
                    <a:pt x="2557179" y="690029"/>
                  </a:lnTo>
                  <a:lnTo>
                    <a:pt x="2613593" y="682210"/>
                  </a:lnTo>
                  <a:lnTo>
                    <a:pt x="2667098" y="673613"/>
                  </a:lnTo>
                  <a:lnTo>
                    <a:pt x="2702183" y="667307"/>
                  </a:lnTo>
                  <a:lnTo>
                    <a:pt x="2762597" y="655177"/>
                  </a:lnTo>
                  <a:lnTo>
                    <a:pt x="2821150" y="641852"/>
                  </a:lnTo>
                  <a:lnTo>
                    <a:pt x="2878522" y="627315"/>
                  </a:lnTo>
                  <a:lnTo>
                    <a:pt x="2935216" y="611582"/>
                  </a:lnTo>
                  <a:lnTo>
                    <a:pt x="2991590" y="594717"/>
                  </a:lnTo>
                  <a:lnTo>
                    <a:pt x="3047883" y="576825"/>
                  </a:lnTo>
                  <a:lnTo>
                    <a:pt x="3104231" y="558058"/>
                  </a:lnTo>
                  <a:lnTo>
                    <a:pt x="3160688" y="538609"/>
                  </a:lnTo>
                  <a:lnTo>
                    <a:pt x="3217248" y="518705"/>
                  </a:lnTo>
                  <a:lnTo>
                    <a:pt x="3273860" y="498597"/>
                  </a:lnTo>
                  <a:lnTo>
                    <a:pt x="3330456" y="478549"/>
                  </a:lnTo>
                  <a:lnTo>
                    <a:pt x="3386974" y="458819"/>
                  </a:lnTo>
                  <a:lnTo>
                    <a:pt x="3443380" y="439648"/>
                  </a:lnTo>
                  <a:lnTo>
                    <a:pt x="3499692" y="421251"/>
                  </a:lnTo>
                  <a:lnTo>
                    <a:pt x="3555999" y="403803"/>
                  </a:lnTo>
                  <a:lnTo>
                    <a:pt x="3612480" y="387434"/>
                  </a:lnTo>
                  <a:lnTo>
                    <a:pt x="3669425" y="372231"/>
                  </a:lnTo>
                  <a:lnTo>
                    <a:pt x="3727253" y="358236"/>
                  </a:lnTo>
                  <a:lnTo>
                    <a:pt x="3786543" y="345451"/>
                  </a:lnTo>
                  <a:lnTo>
                    <a:pt x="3820202" y="338894"/>
                  </a:lnTo>
                  <a:lnTo>
                    <a:pt x="3872107" y="329755"/>
                  </a:lnTo>
                  <a:lnTo>
                    <a:pt x="3926465" y="321410"/>
                  </a:lnTo>
                  <a:lnTo>
                    <a:pt x="3983962" y="313830"/>
                  </a:lnTo>
                  <a:lnTo>
                    <a:pt x="4045350" y="306961"/>
                  </a:lnTo>
                  <a:lnTo>
                    <a:pt x="4111407" y="300737"/>
                  </a:lnTo>
                  <a:lnTo>
                    <a:pt x="4182899" y="295092"/>
                  </a:lnTo>
                  <a:lnTo>
                    <a:pt x="4260521" y="289961"/>
                  </a:lnTo>
                  <a:lnTo>
                    <a:pt x="4344832" y="285291"/>
                  </a:lnTo>
                  <a:lnTo>
                    <a:pt x="4436164" y="281035"/>
                  </a:lnTo>
                  <a:lnTo>
                    <a:pt x="4534502" y="277157"/>
                  </a:lnTo>
                  <a:lnTo>
                    <a:pt x="4639343" y="273633"/>
                  </a:lnTo>
                  <a:lnTo>
                    <a:pt x="4749551" y="270451"/>
                  </a:lnTo>
                  <a:lnTo>
                    <a:pt x="4863231" y="267606"/>
                  </a:lnTo>
                  <a:lnTo>
                    <a:pt x="4977677" y="265102"/>
                  </a:lnTo>
                  <a:lnTo>
                    <a:pt x="5089433" y="262946"/>
                  </a:lnTo>
                  <a:lnTo>
                    <a:pt x="5194541" y="261145"/>
                  </a:lnTo>
                  <a:lnTo>
                    <a:pt x="5288961" y="259697"/>
                  </a:lnTo>
                  <a:lnTo>
                    <a:pt x="5369140" y="258590"/>
                  </a:lnTo>
                  <a:lnTo>
                    <a:pt x="5432600" y="257797"/>
                  </a:lnTo>
                  <a:lnTo>
                    <a:pt x="5478408" y="257276"/>
                  </a:lnTo>
                  <a:lnTo>
                    <a:pt x="5507417" y="256976"/>
                  </a:lnTo>
                  <a:lnTo>
                    <a:pt x="5522246" y="256836"/>
                  </a:lnTo>
                  <a:lnTo>
                    <a:pt x="5527082" y="256794"/>
                  </a:lnTo>
                  <a:lnTo>
                    <a:pt x="5527445" y="256791"/>
                  </a:lnTo>
                  <a:lnTo>
                    <a:pt x="6522385" y="256791"/>
                  </a:lnTo>
                  <a:lnTo>
                    <a:pt x="6523521" y="256786"/>
                  </a:lnTo>
                  <a:lnTo>
                    <a:pt x="6531018" y="256751"/>
                  </a:lnTo>
                  <a:lnTo>
                    <a:pt x="6550014" y="256654"/>
                  </a:lnTo>
                  <a:lnTo>
                    <a:pt x="6584226" y="256464"/>
                  </a:lnTo>
                  <a:lnTo>
                    <a:pt x="6635723" y="256150"/>
                  </a:lnTo>
                  <a:lnTo>
                    <a:pt x="6704776" y="255686"/>
                  </a:lnTo>
                  <a:lnTo>
                    <a:pt x="6789913" y="255052"/>
                  </a:lnTo>
                  <a:lnTo>
                    <a:pt x="6888247" y="254238"/>
                  </a:lnTo>
                  <a:lnTo>
                    <a:pt x="6995995" y="253239"/>
                  </a:lnTo>
                  <a:lnTo>
                    <a:pt x="7109085" y="252055"/>
                  </a:lnTo>
                  <a:lnTo>
                    <a:pt x="7223676" y="250691"/>
                  </a:lnTo>
                  <a:lnTo>
                    <a:pt x="7336535" y="249151"/>
                  </a:lnTo>
                  <a:lnTo>
                    <a:pt x="7445215" y="247434"/>
                  </a:lnTo>
                  <a:lnTo>
                    <a:pt x="7548075" y="245537"/>
                  </a:lnTo>
                  <a:lnTo>
                    <a:pt x="7644201" y="243452"/>
                  </a:lnTo>
                  <a:lnTo>
                    <a:pt x="7733264" y="241164"/>
                  </a:lnTo>
                  <a:lnTo>
                    <a:pt x="7815376" y="238654"/>
                  </a:lnTo>
                  <a:lnTo>
                    <a:pt x="7890956" y="235894"/>
                  </a:lnTo>
                  <a:lnTo>
                    <a:pt x="7960618" y="232855"/>
                  </a:lnTo>
                  <a:lnTo>
                    <a:pt x="8025087" y="229503"/>
                  </a:lnTo>
                  <a:lnTo>
                    <a:pt x="8085137" y="225803"/>
                  </a:lnTo>
                  <a:lnTo>
                    <a:pt x="8141546" y="221721"/>
                  </a:lnTo>
                  <a:lnTo>
                    <a:pt x="8195049" y="217234"/>
                  </a:lnTo>
                  <a:lnTo>
                    <a:pt x="8229629" y="213992"/>
                  </a:lnTo>
                  <a:lnTo>
                    <a:pt x="8290933" y="207569"/>
                  </a:lnTo>
                  <a:lnTo>
                    <a:pt x="8350332" y="200505"/>
                  </a:lnTo>
                  <a:lnTo>
                    <a:pt x="8408532" y="192789"/>
                  </a:lnTo>
                  <a:lnTo>
                    <a:pt x="8466052" y="184433"/>
                  </a:lnTo>
                  <a:lnTo>
                    <a:pt x="8523261" y="175470"/>
                  </a:lnTo>
                  <a:lnTo>
                    <a:pt x="8580399" y="165962"/>
                  </a:lnTo>
                  <a:lnTo>
                    <a:pt x="8637602" y="155993"/>
                  </a:lnTo>
                  <a:lnTo>
                    <a:pt x="8694920" y="145669"/>
                  </a:lnTo>
                  <a:lnTo>
                    <a:pt x="8752339" y="135117"/>
                  </a:lnTo>
                  <a:lnTo>
                    <a:pt x="8809802" y="124474"/>
                  </a:lnTo>
                  <a:lnTo>
                    <a:pt x="8867239" y="113884"/>
                  </a:lnTo>
                  <a:lnTo>
                    <a:pt x="8924587" y="103487"/>
                  </a:lnTo>
                  <a:lnTo>
                    <a:pt x="8981819" y="93413"/>
                  </a:lnTo>
                  <a:lnTo>
                    <a:pt x="9038965" y="83774"/>
                  </a:lnTo>
                  <a:lnTo>
                    <a:pt x="9096136" y="74661"/>
                  </a:lnTo>
                  <a:lnTo>
                    <a:pt x="9153544" y="66141"/>
                  </a:lnTo>
                  <a:lnTo>
                    <a:pt x="9211521" y="58254"/>
                  </a:lnTo>
                  <a:lnTo>
                    <a:pt x="9270544" y="51019"/>
                  </a:lnTo>
                  <a:lnTo>
                    <a:pt x="9331266" y="44429"/>
                  </a:lnTo>
                  <a:lnTo>
                    <a:pt x="9347647" y="42798"/>
                  </a:lnTo>
                  <a:lnTo>
                    <a:pt x="9399575" y="38032"/>
                  </a:lnTo>
                  <a:lnTo>
                    <a:pt x="9453958" y="33681"/>
                  </a:lnTo>
                  <a:lnTo>
                    <a:pt x="9511483" y="29728"/>
                  </a:lnTo>
                  <a:lnTo>
                    <a:pt x="9572902" y="26146"/>
                  </a:lnTo>
                  <a:lnTo>
                    <a:pt x="9638998" y="22901"/>
                  </a:lnTo>
                  <a:lnTo>
                    <a:pt x="9710533" y="19958"/>
                  </a:lnTo>
                  <a:lnTo>
                    <a:pt x="9788205" y="17283"/>
                  </a:lnTo>
                  <a:lnTo>
                    <a:pt x="9872573" y="14848"/>
                  </a:lnTo>
                  <a:lnTo>
                    <a:pt x="9963969" y="12629"/>
                  </a:lnTo>
                  <a:lnTo>
                    <a:pt x="10062376" y="10608"/>
                  </a:lnTo>
                  <a:lnTo>
                    <a:pt x="10167287" y="8771"/>
                  </a:lnTo>
                  <a:lnTo>
                    <a:pt x="10277563" y="7112"/>
                  </a:lnTo>
                  <a:lnTo>
                    <a:pt x="10391304" y="5630"/>
                  </a:lnTo>
                  <a:lnTo>
                    <a:pt x="10505792" y="4325"/>
                  </a:lnTo>
                  <a:lnTo>
                    <a:pt x="10617567" y="3202"/>
                  </a:lnTo>
                  <a:lnTo>
                    <a:pt x="10722662" y="2264"/>
                  </a:lnTo>
                  <a:lnTo>
                    <a:pt x="10817034" y="1510"/>
                  </a:lnTo>
                  <a:lnTo>
                    <a:pt x="10897131" y="934"/>
                  </a:lnTo>
                  <a:lnTo>
                    <a:pt x="10960482" y="521"/>
                  </a:lnTo>
                  <a:lnTo>
                    <a:pt x="11006166" y="251"/>
                  </a:lnTo>
                  <a:lnTo>
                    <a:pt x="11035051" y="95"/>
                  </a:lnTo>
                  <a:lnTo>
                    <a:pt x="11049774" y="23"/>
                  </a:lnTo>
                  <a:lnTo>
                    <a:pt x="11054543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5" name="pl1414"/>
            <p:cNvSpPr/>
            <p:nvPr/>
          </p:nvSpPr>
          <p:spPr>
            <a:xfrm>
              <a:off x="1199187" y="4543465"/>
              <a:ext cx="12049831" cy="749410"/>
            </a:xfrm>
            <a:custGeom>
              <a:avLst/>
              <a:pathLst>
                <a:path w="12049831" h="749410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4"/>
                  </a:lnTo>
                  <a:lnTo>
                    <a:pt x="11046259" y="39"/>
                  </a:lnTo>
                  <a:lnTo>
                    <a:pt x="11027263" y="136"/>
                  </a:lnTo>
                  <a:lnTo>
                    <a:pt x="10993051" y="326"/>
                  </a:lnTo>
                  <a:lnTo>
                    <a:pt x="10941553" y="640"/>
                  </a:lnTo>
                  <a:lnTo>
                    <a:pt x="10872501" y="1104"/>
                  </a:lnTo>
                  <a:lnTo>
                    <a:pt x="10787363" y="1738"/>
                  </a:lnTo>
                  <a:lnTo>
                    <a:pt x="10689030" y="2552"/>
                  </a:lnTo>
                  <a:lnTo>
                    <a:pt x="10581281" y="3552"/>
                  </a:lnTo>
                  <a:lnTo>
                    <a:pt x="10468192" y="4735"/>
                  </a:lnTo>
                  <a:lnTo>
                    <a:pt x="10353601" y="6099"/>
                  </a:lnTo>
                  <a:lnTo>
                    <a:pt x="10240741" y="7639"/>
                  </a:lnTo>
                  <a:lnTo>
                    <a:pt x="10132062" y="9356"/>
                  </a:lnTo>
                  <a:lnTo>
                    <a:pt x="10029202" y="11253"/>
                  </a:lnTo>
                  <a:lnTo>
                    <a:pt x="9933076" y="13338"/>
                  </a:lnTo>
                  <a:lnTo>
                    <a:pt x="9844013" y="15626"/>
                  </a:lnTo>
                  <a:lnTo>
                    <a:pt x="9761900" y="18137"/>
                  </a:lnTo>
                  <a:lnTo>
                    <a:pt x="9686320" y="20896"/>
                  </a:lnTo>
                  <a:lnTo>
                    <a:pt x="9616659" y="23935"/>
                  </a:lnTo>
                  <a:lnTo>
                    <a:pt x="9552190" y="27287"/>
                  </a:lnTo>
                  <a:lnTo>
                    <a:pt x="9492139" y="30988"/>
                  </a:lnTo>
                  <a:lnTo>
                    <a:pt x="9435730" y="35069"/>
                  </a:lnTo>
                  <a:lnTo>
                    <a:pt x="9382227" y="39556"/>
                  </a:lnTo>
                  <a:lnTo>
                    <a:pt x="9347647" y="42798"/>
                  </a:lnTo>
                  <a:lnTo>
                    <a:pt x="9286343" y="49221"/>
                  </a:lnTo>
                  <a:lnTo>
                    <a:pt x="9226944" y="56285"/>
                  </a:lnTo>
                  <a:lnTo>
                    <a:pt x="9168744" y="64001"/>
                  </a:lnTo>
                  <a:lnTo>
                    <a:pt x="9111224" y="72357"/>
                  </a:lnTo>
                  <a:lnTo>
                    <a:pt x="9054016" y="81320"/>
                  </a:lnTo>
                  <a:lnTo>
                    <a:pt x="8996877" y="90828"/>
                  </a:lnTo>
                  <a:lnTo>
                    <a:pt x="8939674" y="100797"/>
                  </a:lnTo>
                  <a:lnTo>
                    <a:pt x="8882356" y="111121"/>
                  </a:lnTo>
                  <a:lnTo>
                    <a:pt x="8824938" y="121673"/>
                  </a:lnTo>
                  <a:lnTo>
                    <a:pt x="8767474" y="132316"/>
                  </a:lnTo>
                  <a:lnTo>
                    <a:pt x="8710037" y="142906"/>
                  </a:lnTo>
                  <a:lnTo>
                    <a:pt x="8652689" y="153303"/>
                  </a:lnTo>
                  <a:lnTo>
                    <a:pt x="8595458" y="163377"/>
                  </a:lnTo>
                  <a:lnTo>
                    <a:pt x="8538311" y="173016"/>
                  </a:lnTo>
                  <a:lnTo>
                    <a:pt x="8481140" y="182129"/>
                  </a:lnTo>
                  <a:lnTo>
                    <a:pt x="8423732" y="190649"/>
                  </a:lnTo>
                  <a:lnTo>
                    <a:pt x="8365755" y="198536"/>
                  </a:lnTo>
                  <a:lnTo>
                    <a:pt x="8306732" y="205771"/>
                  </a:lnTo>
                  <a:lnTo>
                    <a:pt x="8246010" y="212361"/>
                  </a:lnTo>
                  <a:lnTo>
                    <a:pt x="8229629" y="213992"/>
                  </a:lnTo>
                  <a:lnTo>
                    <a:pt x="8177702" y="218758"/>
                  </a:lnTo>
                  <a:lnTo>
                    <a:pt x="8123319" y="223110"/>
                  </a:lnTo>
                  <a:lnTo>
                    <a:pt x="8065794" y="227062"/>
                  </a:lnTo>
                  <a:lnTo>
                    <a:pt x="8004374" y="230644"/>
                  </a:lnTo>
                  <a:lnTo>
                    <a:pt x="7938279" y="233889"/>
                  </a:lnTo>
                  <a:lnTo>
                    <a:pt x="7866744" y="236832"/>
                  </a:lnTo>
                  <a:lnTo>
                    <a:pt x="7789072" y="239507"/>
                  </a:lnTo>
                  <a:lnTo>
                    <a:pt x="7704703" y="241942"/>
                  </a:lnTo>
                  <a:lnTo>
                    <a:pt x="7613307" y="244161"/>
                  </a:lnTo>
                  <a:lnTo>
                    <a:pt x="7514901" y="246182"/>
                  </a:lnTo>
                  <a:lnTo>
                    <a:pt x="7409989" y="248019"/>
                  </a:lnTo>
                  <a:lnTo>
                    <a:pt x="7299713" y="249678"/>
                  </a:lnTo>
                  <a:lnTo>
                    <a:pt x="7185973" y="251160"/>
                  </a:lnTo>
                  <a:lnTo>
                    <a:pt x="7071484" y="252465"/>
                  </a:lnTo>
                  <a:lnTo>
                    <a:pt x="6959709" y="253588"/>
                  </a:lnTo>
                  <a:lnTo>
                    <a:pt x="6854615" y="254527"/>
                  </a:lnTo>
                  <a:lnTo>
                    <a:pt x="6760243" y="255280"/>
                  </a:lnTo>
                  <a:lnTo>
                    <a:pt x="6680145" y="255857"/>
                  </a:lnTo>
                  <a:lnTo>
                    <a:pt x="6616795" y="256269"/>
                  </a:lnTo>
                  <a:lnTo>
                    <a:pt x="6571111" y="256539"/>
                  </a:lnTo>
                  <a:lnTo>
                    <a:pt x="6542225" y="256695"/>
                  </a:lnTo>
                  <a:lnTo>
                    <a:pt x="6527502" y="256767"/>
                  </a:lnTo>
                  <a:lnTo>
                    <a:pt x="6522734" y="256789"/>
                  </a:lnTo>
                  <a:lnTo>
                    <a:pt x="6522385" y="256791"/>
                  </a:lnTo>
                  <a:lnTo>
                    <a:pt x="5527445" y="256791"/>
                  </a:lnTo>
                  <a:lnTo>
                    <a:pt x="5526311" y="256800"/>
                  </a:lnTo>
                  <a:lnTo>
                    <a:pt x="5518824" y="256867"/>
                  </a:lnTo>
                  <a:lnTo>
                    <a:pt x="5499850" y="257052"/>
                  </a:lnTo>
                  <a:lnTo>
                    <a:pt x="5465677" y="257416"/>
                  </a:lnTo>
                  <a:lnTo>
                    <a:pt x="5414234" y="258018"/>
                  </a:lnTo>
                  <a:lnTo>
                    <a:pt x="5345250" y="258908"/>
                  </a:lnTo>
                  <a:lnTo>
                    <a:pt x="5260189" y="260121"/>
                  </a:lnTo>
                  <a:lnTo>
                    <a:pt x="5161933" y="261682"/>
                  </a:lnTo>
                  <a:lnTo>
                    <a:pt x="5054256" y="263597"/>
                  </a:lnTo>
                  <a:lnTo>
                    <a:pt x="4941227" y="265865"/>
                  </a:lnTo>
                  <a:lnTo>
                    <a:pt x="4826683" y="268478"/>
                  </a:lnTo>
                  <a:lnTo>
                    <a:pt x="4713856" y="271431"/>
                  </a:lnTo>
                  <a:lnTo>
                    <a:pt x="4605195" y="274722"/>
                  </a:lnTo>
                  <a:lnTo>
                    <a:pt x="4502342" y="278356"/>
                  </a:lnTo>
                  <a:lnTo>
                    <a:pt x="4406214" y="282352"/>
                  </a:lnTo>
                  <a:lnTo>
                    <a:pt x="4317142" y="286736"/>
                  </a:lnTo>
                  <a:lnTo>
                    <a:pt x="4235017" y="291548"/>
                  </a:lnTo>
                  <a:lnTo>
                    <a:pt x="4159423" y="296836"/>
                  </a:lnTo>
                  <a:lnTo>
                    <a:pt x="4089748" y="302659"/>
                  </a:lnTo>
                  <a:lnTo>
                    <a:pt x="4025267" y="309082"/>
                  </a:lnTo>
                  <a:lnTo>
                    <a:pt x="3965206" y="316171"/>
                  </a:lnTo>
                  <a:lnTo>
                    <a:pt x="3908792" y="323991"/>
                  </a:lnTo>
                  <a:lnTo>
                    <a:pt x="3855287" y="332588"/>
                  </a:lnTo>
                  <a:lnTo>
                    <a:pt x="3820202" y="338894"/>
                  </a:lnTo>
                  <a:lnTo>
                    <a:pt x="3759788" y="351024"/>
                  </a:lnTo>
                  <a:lnTo>
                    <a:pt x="3701235" y="364348"/>
                  </a:lnTo>
                  <a:lnTo>
                    <a:pt x="3643863" y="378886"/>
                  </a:lnTo>
                  <a:lnTo>
                    <a:pt x="3587169" y="394618"/>
                  </a:lnTo>
                  <a:lnTo>
                    <a:pt x="3530795" y="411484"/>
                  </a:lnTo>
                  <a:lnTo>
                    <a:pt x="3474502" y="429376"/>
                  </a:lnTo>
                  <a:lnTo>
                    <a:pt x="3418154" y="448143"/>
                  </a:lnTo>
                  <a:lnTo>
                    <a:pt x="3361697" y="467592"/>
                  </a:lnTo>
                  <a:lnTo>
                    <a:pt x="3305137" y="487496"/>
                  </a:lnTo>
                  <a:lnTo>
                    <a:pt x="3248525" y="507603"/>
                  </a:lnTo>
                  <a:lnTo>
                    <a:pt x="3191929" y="527652"/>
                  </a:lnTo>
                  <a:lnTo>
                    <a:pt x="3135411" y="547382"/>
                  </a:lnTo>
                  <a:lnTo>
                    <a:pt x="3079005" y="566552"/>
                  </a:lnTo>
                  <a:lnTo>
                    <a:pt x="3022693" y="584949"/>
                  </a:lnTo>
                  <a:lnTo>
                    <a:pt x="2966386" y="602398"/>
                  </a:lnTo>
                  <a:lnTo>
                    <a:pt x="2909905" y="618767"/>
                  </a:lnTo>
                  <a:lnTo>
                    <a:pt x="2852960" y="633969"/>
                  </a:lnTo>
                  <a:lnTo>
                    <a:pt x="2795132" y="647964"/>
                  </a:lnTo>
                  <a:lnTo>
                    <a:pt x="2735842" y="660750"/>
                  </a:lnTo>
                  <a:lnTo>
                    <a:pt x="2702183" y="667307"/>
                  </a:lnTo>
                  <a:lnTo>
                    <a:pt x="2650278" y="676446"/>
                  </a:lnTo>
                  <a:lnTo>
                    <a:pt x="2595920" y="684791"/>
                  </a:lnTo>
                  <a:lnTo>
                    <a:pt x="2538423" y="692371"/>
                  </a:lnTo>
                  <a:lnTo>
                    <a:pt x="2477035" y="699240"/>
                  </a:lnTo>
                  <a:lnTo>
                    <a:pt x="2410978" y="705464"/>
                  </a:lnTo>
                  <a:lnTo>
                    <a:pt x="2339486" y="711109"/>
                  </a:lnTo>
                  <a:lnTo>
                    <a:pt x="2261864" y="716239"/>
                  </a:lnTo>
                  <a:lnTo>
                    <a:pt x="2177553" y="720910"/>
                  </a:lnTo>
                  <a:lnTo>
                    <a:pt x="2086221" y="725166"/>
                  </a:lnTo>
                  <a:lnTo>
                    <a:pt x="1987883" y="729044"/>
                  </a:lnTo>
                  <a:lnTo>
                    <a:pt x="1883042" y="732567"/>
                  </a:lnTo>
                  <a:lnTo>
                    <a:pt x="1772834" y="735750"/>
                  </a:lnTo>
                  <a:lnTo>
                    <a:pt x="1659154" y="738595"/>
                  </a:lnTo>
                  <a:lnTo>
                    <a:pt x="1544708" y="741099"/>
                  </a:lnTo>
                  <a:lnTo>
                    <a:pt x="1432952" y="743254"/>
                  </a:lnTo>
                  <a:lnTo>
                    <a:pt x="1327844" y="745056"/>
                  </a:lnTo>
                  <a:lnTo>
                    <a:pt x="1233424" y="746504"/>
                  </a:lnTo>
                  <a:lnTo>
                    <a:pt x="1153245" y="747611"/>
                  </a:lnTo>
                  <a:lnTo>
                    <a:pt x="1089785" y="748404"/>
                  </a:lnTo>
                  <a:lnTo>
                    <a:pt x="1043977" y="748924"/>
                  </a:lnTo>
                  <a:lnTo>
                    <a:pt x="1014968" y="749225"/>
                  </a:lnTo>
                  <a:lnTo>
                    <a:pt x="1000139" y="749365"/>
                  </a:lnTo>
                  <a:lnTo>
                    <a:pt x="995303" y="749407"/>
                  </a:lnTo>
                  <a:lnTo>
                    <a:pt x="994940" y="749410"/>
                  </a:lnTo>
                  <a:lnTo>
                    <a:pt x="0" y="749410"/>
                  </a:lnTo>
                  <a:lnTo>
                    <a:pt x="0" y="7494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6" name="pg1415"/>
            <p:cNvSpPr/>
            <p:nvPr/>
          </p:nvSpPr>
          <p:spPr>
            <a:xfrm>
              <a:off x="1199187" y="5051806"/>
              <a:ext cx="12049831" cy="959036"/>
            </a:xfrm>
            <a:custGeom>
              <a:avLst/>
              <a:pathLst>
                <a:path w="12049831" h="959036">
                  <a:moveTo>
                    <a:pt x="0" y="251550"/>
                  </a:moveTo>
                  <a:lnTo>
                    <a:pt x="994940" y="251550"/>
                  </a:lnTo>
                  <a:lnTo>
                    <a:pt x="996076" y="251545"/>
                  </a:lnTo>
                  <a:lnTo>
                    <a:pt x="1003572" y="251512"/>
                  </a:lnTo>
                  <a:lnTo>
                    <a:pt x="1022569" y="251419"/>
                  </a:lnTo>
                  <a:lnTo>
                    <a:pt x="1056782" y="251237"/>
                  </a:lnTo>
                  <a:lnTo>
                    <a:pt x="1108281" y="250935"/>
                  </a:lnTo>
                  <a:lnTo>
                    <a:pt x="1177336" y="250490"/>
                  </a:lnTo>
                  <a:lnTo>
                    <a:pt x="1262476" y="249882"/>
                  </a:lnTo>
                  <a:lnTo>
                    <a:pt x="1360811" y="249101"/>
                  </a:lnTo>
                  <a:lnTo>
                    <a:pt x="1468562" y="248143"/>
                  </a:lnTo>
                  <a:lnTo>
                    <a:pt x="1581653" y="247008"/>
                  </a:lnTo>
                  <a:lnTo>
                    <a:pt x="1696246" y="245700"/>
                  </a:lnTo>
                  <a:lnTo>
                    <a:pt x="1809106" y="244222"/>
                  </a:lnTo>
                  <a:lnTo>
                    <a:pt x="1917786" y="242575"/>
                  </a:lnTo>
                  <a:lnTo>
                    <a:pt x="2020647" y="240755"/>
                  </a:lnTo>
                  <a:lnTo>
                    <a:pt x="2116772" y="238756"/>
                  </a:lnTo>
                  <a:lnTo>
                    <a:pt x="2205835" y="236561"/>
                  </a:lnTo>
                  <a:lnTo>
                    <a:pt x="2287947" y="234153"/>
                  </a:lnTo>
                  <a:lnTo>
                    <a:pt x="2363527" y="231505"/>
                  </a:lnTo>
                  <a:lnTo>
                    <a:pt x="2433188" y="228590"/>
                  </a:lnTo>
                  <a:lnTo>
                    <a:pt x="2497656" y="225375"/>
                  </a:lnTo>
                  <a:lnTo>
                    <a:pt x="2557707" y="221826"/>
                  </a:lnTo>
                  <a:lnTo>
                    <a:pt x="2614116" y="217911"/>
                  </a:lnTo>
                  <a:lnTo>
                    <a:pt x="2667619" y="213606"/>
                  </a:lnTo>
                  <a:lnTo>
                    <a:pt x="2702183" y="210498"/>
                  </a:lnTo>
                  <a:lnTo>
                    <a:pt x="2763515" y="204335"/>
                  </a:lnTo>
                  <a:lnTo>
                    <a:pt x="2822940" y="197555"/>
                  </a:lnTo>
                  <a:lnTo>
                    <a:pt x="2881166" y="190150"/>
                  </a:lnTo>
                  <a:lnTo>
                    <a:pt x="2938712" y="182130"/>
                  </a:lnTo>
                  <a:lnTo>
                    <a:pt x="2995946" y="173529"/>
                  </a:lnTo>
                  <a:lnTo>
                    <a:pt x="3053111" y="164403"/>
                  </a:lnTo>
                  <a:lnTo>
                    <a:pt x="3110340" y="154835"/>
                  </a:lnTo>
                  <a:lnTo>
                    <a:pt x="3167685" y="144927"/>
                  </a:lnTo>
                  <a:lnTo>
                    <a:pt x="3225130" y="134800"/>
                  </a:lnTo>
                  <a:lnTo>
                    <a:pt x="3282620" y="124587"/>
                  </a:lnTo>
                  <a:lnTo>
                    <a:pt x="3340083" y="114425"/>
                  </a:lnTo>
                  <a:lnTo>
                    <a:pt x="3397457" y="104450"/>
                  </a:lnTo>
                  <a:lnTo>
                    <a:pt x="3454714" y="94784"/>
                  </a:lnTo>
                  <a:lnTo>
                    <a:pt x="3511886" y="85538"/>
                  </a:lnTo>
                  <a:lnTo>
                    <a:pt x="3569084" y="76796"/>
                  </a:lnTo>
                  <a:lnTo>
                    <a:pt x="3626521" y="68624"/>
                  </a:lnTo>
                  <a:lnTo>
                    <a:pt x="3684531" y="61061"/>
                  </a:lnTo>
                  <a:lnTo>
                    <a:pt x="3743592" y="54122"/>
                  </a:lnTo>
                  <a:lnTo>
                    <a:pt x="3804359" y="47804"/>
                  </a:lnTo>
                  <a:lnTo>
                    <a:pt x="3820202" y="46292"/>
                  </a:lnTo>
                  <a:lnTo>
                    <a:pt x="3872130" y="41720"/>
                  </a:lnTo>
                  <a:lnTo>
                    <a:pt x="3926513" y="37546"/>
                  </a:lnTo>
                  <a:lnTo>
                    <a:pt x="3984039" y="33755"/>
                  </a:lnTo>
                  <a:lnTo>
                    <a:pt x="4045460" y="30319"/>
                  </a:lnTo>
                  <a:lnTo>
                    <a:pt x="4111556" y="27207"/>
                  </a:lnTo>
                  <a:lnTo>
                    <a:pt x="4183093" y="24384"/>
                  </a:lnTo>
                  <a:lnTo>
                    <a:pt x="4260766" y="21818"/>
                  </a:lnTo>
                  <a:lnTo>
                    <a:pt x="4345136" y="19483"/>
                  </a:lnTo>
                  <a:lnTo>
                    <a:pt x="4436534" y="17354"/>
                  </a:lnTo>
                  <a:lnTo>
                    <a:pt x="4534943" y="15415"/>
                  </a:lnTo>
                  <a:lnTo>
                    <a:pt x="4639856" y="13654"/>
                  </a:lnTo>
                  <a:lnTo>
                    <a:pt x="4750134" y="12063"/>
                  </a:lnTo>
                  <a:lnTo>
                    <a:pt x="4863877" y="10640"/>
                  </a:lnTo>
                  <a:lnTo>
                    <a:pt x="4978367" y="9389"/>
                  </a:lnTo>
                  <a:lnTo>
                    <a:pt x="5090142" y="8312"/>
                  </a:lnTo>
                  <a:lnTo>
                    <a:pt x="5195236" y="7412"/>
                  </a:lnTo>
                  <a:lnTo>
                    <a:pt x="5289607" y="6688"/>
                  </a:lnTo>
                  <a:lnTo>
                    <a:pt x="5369702" y="6136"/>
                  </a:lnTo>
                  <a:lnTo>
                    <a:pt x="5433049" y="5740"/>
                  </a:lnTo>
                  <a:lnTo>
                    <a:pt x="5478729" y="5481"/>
                  </a:lnTo>
                  <a:lnTo>
                    <a:pt x="5507611" y="5332"/>
                  </a:lnTo>
                  <a:lnTo>
                    <a:pt x="5522331" y="5262"/>
                  </a:lnTo>
                  <a:lnTo>
                    <a:pt x="5527097" y="5242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5" y="5258"/>
                  </a:lnTo>
                  <a:lnTo>
                    <a:pt x="6530968" y="5387"/>
                  </a:lnTo>
                  <a:lnTo>
                    <a:pt x="6549858" y="5743"/>
                  </a:lnTo>
                  <a:lnTo>
                    <a:pt x="6583885" y="6445"/>
                  </a:lnTo>
                  <a:lnTo>
                    <a:pt x="6635121" y="7605"/>
                  </a:lnTo>
                  <a:lnTo>
                    <a:pt x="6703848" y="9320"/>
                  </a:lnTo>
                  <a:lnTo>
                    <a:pt x="6788623" y="11660"/>
                  </a:lnTo>
                  <a:lnTo>
                    <a:pt x="6886589" y="14668"/>
                  </a:lnTo>
                  <a:lnTo>
                    <a:pt x="6993997" y="18361"/>
                  </a:lnTo>
                  <a:lnTo>
                    <a:pt x="7106797" y="22734"/>
                  </a:lnTo>
                  <a:lnTo>
                    <a:pt x="7221164" y="27776"/>
                  </a:lnTo>
                  <a:lnTo>
                    <a:pt x="7333868" y="33472"/>
                  </a:lnTo>
                  <a:lnTo>
                    <a:pt x="7442458" y="39820"/>
                  </a:lnTo>
                  <a:lnTo>
                    <a:pt x="7545285" y="46832"/>
                  </a:lnTo>
                  <a:lnTo>
                    <a:pt x="7641420" y="54540"/>
                  </a:lnTo>
                  <a:lnTo>
                    <a:pt x="7730524" y="62996"/>
                  </a:lnTo>
                  <a:lnTo>
                    <a:pt x="7812696" y="72275"/>
                  </a:lnTo>
                  <a:lnTo>
                    <a:pt x="7888343" y="82471"/>
                  </a:lnTo>
                  <a:lnTo>
                    <a:pt x="7958071" y="93695"/>
                  </a:lnTo>
                  <a:lnTo>
                    <a:pt x="8022599" y="106073"/>
                  </a:lnTo>
                  <a:lnTo>
                    <a:pt x="8082695" y="119734"/>
                  </a:lnTo>
                  <a:lnTo>
                    <a:pt x="8139132" y="134800"/>
                  </a:lnTo>
                  <a:lnTo>
                    <a:pt x="8192643" y="151366"/>
                  </a:lnTo>
                  <a:lnTo>
                    <a:pt x="8229629" y="164206"/>
                  </a:lnTo>
                  <a:lnTo>
                    <a:pt x="8287181" y="186508"/>
                  </a:lnTo>
                  <a:lnTo>
                    <a:pt x="8343015" y="210903"/>
                  </a:lnTo>
                  <a:lnTo>
                    <a:pt x="8397729" y="237425"/>
                  </a:lnTo>
                  <a:lnTo>
                    <a:pt x="8451771" y="266053"/>
                  </a:lnTo>
                  <a:lnTo>
                    <a:pt x="8505472" y="296696"/>
                  </a:lnTo>
                  <a:lnTo>
                    <a:pt x="8559056" y="329193"/>
                  </a:lnTo>
                  <a:lnTo>
                    <a:pt x="8612664" y="363310"/>
                  </a:lnTo>
                  <a:lnTo>
                    <a:pt x="8666362" y="398746"/>
                  </a:lnTo>
                  <a:lnTo>
                    <a:pt x="8720162" y="435139"/>
                  </a:lnTo>
                  <a:lnTo>
                    <a:pt x="8774031" y="472085"/>
                  </a:lnTo>
                  <a:lnTo>
                    <a:pt x="8827917" y="509149"/>
                  </a:lnTo>
                  <a:lnTo>
                    <a:pt x="8881760" y="545894"/>
                  </a:lnTo>
                  <a:lnTo>
                    <a:pt x="8935515" y="581897"/>
                  </a:lnTo>
                  <a:lnTo>
                    <a:pt x="8989167" y="616771"/>
                  </a:lnTo>
                  <a:lnTo>
                    <a:pt x="9042752" y="650179"/>
                  </a:lnTo>
                  <a:lnTo>
                    <a:pt x="9096367" y="681852"/>
                  </a:lnTo>
                  <a:lnTo>
                    <a:pt x="9150191" y="711588"/>
                  </a:lnTo>
                  <a:lnTo>
                    <a:pt x="9204493" y="739259"/>
                  </a:lnTo>
                  <a:lnTo>
                    <a:pt x="9259655" y="764806"/>
                  </a:lnTo>
                  <a:lnTo>
                    <a:pt x="9316192" y="788235"/>
                  </a:lnTo>
                  <a:lnTo>
                    <a:pt x="9347647" y="800070"/>
                  </a:lnTo>
                  <a:lnTo>
                    <a:pt x="9399469" y="817737"/>
                  </a:lnTo>
                  <a:lnTo>
                    <a:pt x="9453735" y="833873"/>
                  </a:lnTo>
                  <a:lnTo>
                    <a:pt x="9511127" y="848532"/>
                  </a:lnTo>
                  <a:lnTo>
                    <a:pt x="9572394" y="861818"/>
                  </a:lnTo>
                  <a:lnTo>
                    <a:pt x="9638311" y="873857"/>
                  </a:lnTo>
                  <a:lnTo>
                    <a:pt x="9709640" y="884780"/>
                  </a:lnTo>
                  <a:lnTo>
                    <a:pt x="9787073" y="894706"/>
                  </a:lnTo>
                  <a:lnTo>
                    <a:pt x="9871169" y="903744"/>
                  </a:lnTo>
                  <a:lnTo>
                    <a:pt x="9962262" y="911983"/>
                  </a:lnTo>
                  <a:lnTo>
                    <a:pt x="10060342" y="919490"/>
                  </a:lnTo>
                  <a:lnTo>
                    <a:pt x="10164917" y="926312"/>
                  </a:lnTo>
                  <a:lnTo>
                    <a:pt x="10274868" y="932476"/>
                  </a:lnTo>
                  <a:lnTo>
                    <a:pt x="10388325" y="937989"/>
                  </a:lnTo>
                  <a:lnTo>
                    <a:pt x="10502607" y="942843"/>
                  </a:lnTo>
                  <a:lnTo>
                    <a:pt x="10614292" y="947026"/>
                  </a:lnTo>
                  <a:lnTo>
                    <a:pt x="10719445" y="950525"/>
                  </a:lnTo>
                  <a:lnTo>
                    <a:pt x="10814043" y="953342"/>
                  </a:lnTo>
                  <a:lnTo>
                    <a:pt x="10894529" y="955500"/>
                  </a:lnTo>
                  <a:lnTo>
                    <a:pt x="10958398" y="957050"/>
                  </a:lnTo>
                  <a:lnTo>
                    <a:pt x="11004673" y="958070"/>
                  </a:lnTo>
                  <a:lnTo>
                    <a:pt x="11034147" y="958663"/>
                  </a:lnTo>
                  <a:lnTo>
                    <a:pt x="11049372" y="958943"/>
                  </a:lnTo>
                  <a:lnTo>
                    <a:pt x="11054467" y="959029"/>
                  </a:lnTo>
                  <a:lnTo>
                    <a:pt x="11054891" y="959036"/>
                  </a:lnTo>
                  <a:lnTo>
                    <a:pt x="12049831" y="959036"/>
                  </a:lnTo>
                  <a:lnTo>
                    <a:pt x="12049831" y="953795"/>
                  </a:lnTo>
                  <a:lnTo>
                    <a:pt x="11054891" y="953795"/>
                  </a:lnTo>
                  <a:lnTo>
                    <a:pt x="11053762" y="953777"/>
                  </a:lnTo>
                  <a:lnTo>
                    <a:pt x="11046309" y="953648"/>
                  </a:lnTo>
                  <a:lnTo>
                    <a:pt x="11027419" y="953292"/>
                  </a:lnTo>
                  <a:lnTo>
                    <a:pt x="10993391" y="952590"/>
                  </a:lnTo>
                  <a:lnTo>
                    <a:pt x="10942156" y="951430"/>
                  </a:lnTo>
                  <a:lnTo>
                    <a:pt x="10873429" y="949715"/>
                  </a:lnTo>
                  <a:lnTo>
                    <a:pt x="10788654" y="947375"/>
                  </a:lnTo>
                  <a:lnTo>
                    <a:pt x="10690687" y="944367"/>
                  </a:lnTo>
                  <a:lnTo>
                    <a:pt x="10583279" y="940675"/>
                  </a:lnTo>
                  <a:lnTo>
                    <a:pt x="10470479" y="936301"/>
                  </a:lnTo>
                  <a:lnTo>
                    <a:pt x="10356112" y="931259"/>
                  </a:lnTo>
                  <a:lnTo>
                    <a:pt x="10243408" y="925563"/>
                  </a:lnTo>
                  <a:lnTo>
                    <a:pt x="10134818" y="919215"/>
                  </a:lnTo>
                  <a:lnTo>
                    <a:pt x="10031992" y="912203"/>
                  </a:lnTo>
                  <a:lnTo>
                    <a:pt x="9935856" y="904495"/>
                  </a:lnTo>
                  <a:lnTo>
                    <a:pt x="9846752" y="896039"/>
                  </a:lnTo>
                  <a:lnTo>
                    <a:pt x="9764580" y="886760"/>
                  </a:lnTo>
                  <a:lnTo>
                    <a:pt x="9688933" y="876564"/>
                  </a:lnTo>
                  <a:lnTo>
                    <a:pt x="9619205" y="865340"/>
                  </a:lnTo>
                  <a:lnTo>
                    <a:pt x="9554678" y="852962"/>
                  </a:lnTo>
                  <a:lnTo>
                    <a:pt x="9494581" y="839301"/>
                  </a:lnTo>
                  <a:lnTo>
                    <a:pt x="9438145" y="824235"/>
                  </a:lnTo>
                  <a:lnTo>
                    <a:pt x="9384633" y="807669"/>
                  </a:lnTo>
                  <a:lnTo>
                    <a:pt x="9347647" y="794829"/>
                  </a:lnTo>
                  <a:lnTo>
                    <a:pt x="9290095" y="772527"/>
                  </a:lnTo>
                  <a:lnTo>
                    <a:pt x="9234261" y="748132"/>
                  </a:lnTo>
                  <a:lnTo>
                    <a:pt x="9179548" y="721610"/>
                  </a:lnTo>
                  <a:lnTo>
                    <a:pt x="9125505" y="692982"/>
                  </a:lnTo>
                  <a:lnTo>
                    <a:pt x="9071805" y="662339"/>
                  </a:lnTo>
                  <a:lnTo>
                    <a:pt x="9018220" y="629842"/>
                  </a:lnTo>
                  <a:lnTo>
                    <a:pt x="8964613" y="595725"/>
                  </a:lnTo>
                  <a:lnTo>
                    <a:pt x="8910914" y="560289"/>
                  </a:lnTo>
                  <a:lnTo>
                    <a:pt x="8857115" y="523896"/>
                  </a:lnTo>
                  <a:lnTo>
                    <a:pt x="8803245" y="486951"/>
                  </a:lnTo>
                  <a:lnTo>
                    <a:pt x="8749360" y="449886"/>
                  </a:lnTo>
                  <a:lnTo>
                    <a:pt x="8695517" y="413141"/>
                  </a:lnTo>
                  <a:lnTo>
                    <a:pt x="8641762" y="377138"/>
                  </a:lnTo>
                  <a:lnTo>
                    <a:pt x="8588109" y="342264"/>
                  </a:lnTo>
                  <a:lnTo>
                    <a:pt x="8534525" y="308856"/>
                  </a:lnTo>
                  <a:lnTo>
                    <a:pt x="8480909" y="277183"/>
                  </a:lnTo>
                  <a:lnTo>
                    <a:pt x="8427086" y="247447"/>
                  </a:lnTo>
                  <a:lnTo>
                    <a:pt x="8372784" y="219776"/>
                  </a:lnTo>
                  <a:lnTo>
                    <a:pt x="8317621" y="194229"/>
                  </a:lnTo>
                  <a:lnTo>
                    <a:pt x="8261085" y="170800"/>
                  </a:lnTo>
                  <a:lnTo>
                    <a:pt x="8229629" y="158965"/>
                  </a:lnTo>
                  <a:lnTo>
                    <a:pt x="8177808" y="141298"/>
                  </a:lnTo>
                  <a:lnTo>
                    <a:pt x="8123542" y="125162"/>
                  </a:lnTo>
                  <a:lnTo>
                    <a:pt x="8066150" y="110503"/>
                  </a:lnTo>
                  <a:lnTo>
                    <a:pt x="8004883" y="97217"/>
                  </a:lnTo>
                  <a:lnTo>
                    <a:pt x="7938965" y="85178"/>
                  </a:lnTo>
                  <a:lnTo>
                    <a:pt x="7867637" y="74255"/>
                  </a:lnTo>
                  <a:lnTo>
                    <a:pt x="7790204" y="64329"/>
                  </a:lnTo>
                  <a:lnTo>
                    <a:pt x="7706107" y="55291"/>
                  </a:lnTo>
                  <a:lnTo>
                    <a:pt x="7615014" y="47052"/>
                  </a:lnTo>
                  <a:lnTo>
                    <a:pt x="7516934" y="39545"/>
                  </a:lnTo>
                  <a:lnTo>
                    <a:pt x="7412360" y="32723"/>
                  </a:lnTo>
                  <a:lnTo>
                    <a:pt x="7302408" y="26559"/>
                  </a:lnTo>
                  <a:lnTo>
                    <a:pt x="7188952" y="21047"/>
                  </a:lnTo>
                  <a:lnTo>
                    <a:pt x="7074669" y="16192"/>
                  </a:lnTo>
                  <a:lnTo>
                    <a:pt x="6962984" y="12009"/>
                  </a:lnTo>
                  <a:lnTo>
                    <a:pt x="6857831" y="8510"/>
                  </a:lnTo>
                  <a:lnTo>
                    <a:pt x="6763233" y="5693"/>
                  </a:lnTo>
                  <a:lnTo>
                    <a:pt x="6682748" y="3535"/>
                  </a:lnTo>
                  <a:lnTo>
                    <a:pt x="6618878" y="1985"/>
                  </a:lnTo>
                  <a:lnTo>
                    <a:pt x="6572603" y="965"/>
                  </a:lnTo>
                  <a:lnTo>
                    <a:pt x="6543129" y="372"/>
                  </a:lnTo>
                  <a:lnTo>
                    <a:pt x="6527904" y="92"/>
                  </a:lnTo>
                  <a:lnTo>
                    <a:pt x="6522810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4"/>
                  </a:lnTo>
                  <a:lnTo>
                    <a:pt x="5518813" y="38"/>
                  </a:lnTo>
                  <a:lnTo>
                    <a:pt x="5499816" y="130"/>
                  </a:lnTo>
                  <a:lnTo>
                    <a:pt x="5465603" y="313"/>
                  </a:lnTo>
                  <a:lnTo>
                    <a:pt x="5414104" y="614"/>
                  </a:lnTo>
                  <a:lnTo>
                    <a:pt x="5345049" y="1059"/>
                  </a:lnTo>
                  <a:lnTo>
                    <a:pt x="5259909" y="1667"/>
                  </a:lnTo>
                  <a:lnTo>
                    <a:pt x="5161574" y="2448"/>
                  </a:lnTo>
                  <a:lnTo>
                    <a:pt x="5053823" y="3407"/>
                  </a:lnTo>
                  <a:lnTo>
                    <a:pt x="4940732" y="4542"/>
                  </a:lnTo>
                  <a:lnTo>
                    <a:pt x="4826139" y="5850"/>
                  </a:lnTo>
                  <a:lnTo>
                    <a:pt x="4713279" y="7328"/>
                  </a:lnTo>
                  <a:lnTo>
                    <a:pt x="4604599" y="8975"/>
                  </a:lnTo>
                  <a:lnTo>
                    <a:pt x="4501738" y="10794"/>
                  </a:lnTo>
                  <a:lnTo>
                    <a:pt x="4405613" y="12794"/>
                  </a:lnTo>
                  <a:lnTo>
                    <a:pt x="4316550" y="14988"/>
                  </a:lnTo>
                  <a:lnTo>
                    <a:pt x="4234438" y="17397"/>
                  </a:lnTo>
                  <a:lnTo>
                    <a:pt x="4158858" y="20044"/>
                  </a:lnTo>
                  <a:lnTo>
                    <a:pt x="4089197" y="22959"/>
                  </a:lnTo>
                  <a:lnTo>
                    <a:pt x="4024729" y="26174"/>
                  </a:lnTo>
                  <a:lnTo>
                    <a:pt x="3964678" y="29724"/>
                  </a:lnTo>
                  <a:lnTo>
                    <a:pt x="3908269" y="33639"/>
                  </a:lnTo>
                  <a:lnTo>
                    <a:pt x="3854766" y="37943"/>
                  </a:lnTo>
                  <a:lnTo>
                    <a:pt x="3820202" y="41051"/>
                  </a:lnTo>
                  <a:lnTo>
                    <a:pt x="3758870" y="47215"/>
                  </a:lnTo>
                  <a:lnTo>
                    <a:pt x="3699445" y="53994"/>
                  </a:lnTo>
                  <a:lnTo>
                    <a:pt x="3641219" y="61399"/>
                  </a:lnTo>
                  <a:lnTo>
                    <a:pt x="3583673" y="69419"/>
                  </a:lnTo>
                  <a:lnTo>
                    <a:pt x="3526439" y="78021"/>
                  </a:lnTo>
                  <a:lnTo>
                    <a:pt x="3469274" y="87146"/>
                  </a:lnTo>
                  <a:lnTo>
                    <a:pt x="3412045" y="96714"/>
                  </a:lnTo>
                  <a:lnTo>
                    <a:pt x="3354700" y="106622"/>
                  </a:lnTo>
                  <a:lnTo>
                    <a:pt x="3297255" y="116749"/>
                  </a:lnTo>
                  <a:lnTo>
                    <a:pt x="3239765" y="126962"/>
                  </a:lnTo>
                  <a:lnTo>
                    <a:pt x="3182302" y="137124"/>
                  </a:lnTo>
                  <a:lnTo>
                    <a:pt x="3124928" y="147100"/>
                  </a:lnTo>
                  <a:lnTo>
                    <a:pt x="3067671" y="156765"/>
                  </a:lnTo>
                  <a:lnTo>
                    <a:pt x="3010499" y="166012"/>
                  </a:lnTo>
                  <a:lnTo>
                    <a:pt x="2953301" y="174753"/>
                  </a:lnTo>
                  <a:lnTo>
                    <a:pt x="2895864" y="182925"/>
                  </a:lnTo>
                  <a:lnTo>
                    <a:pt x="2837854" y="190489"/>
                  </a:lnTo>
                  <a:lnTo>
                    <a:pt x="2778793" y="197427"/>
                  </a:lnTo>
                  <a:lnTo>
                    <a:pt x="2718026" y="203746"/>
                  </a:lnTo>
                  <a:lnTo>
                    <a:pt x="2702183" y="205258"/>
                  </a:lnTo>
                  <a:lnTo>
                    <a:pt x="2650255" y="209829"/>
                  </a:lnTo>
                  <a:lnTo>
                    <a:pt x="2595872" y="214003"/>
                  </a:lnTo>
                  <a:lnTo>
                    <a:pt x="2538346" y="217794"/>
                  </a:lnTo>
                  <a:lnTo>
                    <a:pt x="2476925" y="221230"/>
                  </a:lnTo>
                  <a:lnTo>
                    <a:pt x="2410829" y="224343"/>
                  </a:lnTo>
                  <a:lnTo>
                    <a:pt x="2339292" y="227166"/>
                  </a:lnTo>
                  <a:lnTo>
                    <a:pt x="2261619" y="229731"/>
                  </a:lnTo>
                  <a:lnTo>
                    <a:pt x="2177249" y="232067"/>
                  </a:lnTo>
                  <a:lnTo>
                    <a:pt x="2085851" y="234195"/>
                  </a:lnTo>
                  <a:lnTo>
                    <a:pt x="1987442" y="236134"/>
                  </a:lnTo>
                  <a:lnTo>
                    <a:pt x="1882529" y="237896"/>
                  </a:lnTo>
                  <a:lnTo>
                    <a:pt x="1772251" y="239487"/>
                  </a:lnTo>
                  <a:lnTo>
                    <a:pt x="1658508" y="240909"/>
                  </a:lnTo>
                  <a:lnTo>
                    <a:pt x="1544018" y="242161"/>
                  </a:lnTo>
                  <a:lnTo>
                    <a:pt x="1432243" y="243238"/>
                  </a:lnTo>
                  <a:lnTo>
                    <a:pt x="1327149" y="244138"/>
                  </a:lnTo>
                  <a:lnTo>
                    <a:pt x="1232778" y="244861"/>
                  </a:lnTo>
                  <a:lnTo>
                    <a:pt x="1152683" y="245413"/>
                  </a:lnTo>
                  <a:lnTo>
                    <a:pt x="1089336" y="245809"/>
                  </a:lnTo>
                  <a:lnTo>
                    <a:pt x="1043656" y="246068"/>
                  </a:lnTo>
                  <a:lnTo>
                    <a:pt x="1014774" y="246218"/>
                  </a:lnTo>
                  <a:lnTo>
                    <a:pt x="1000054" y="246287"/>
                  </a:lnTo>
                  <a:lnTo>
                    <a:pt x="995288" y="246308"/>
                  </a:lnTo>
                  <a:lnTo>
                    <a:pt x="994940" y="246309"/>
                  </a:lnTo>
                  <a:lnTo>
                    <a:pt x="0" y="246309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17" name="pl1416"/>
            <p:cNvSpPr/>
            <p:nvPr/>
          </p:nvSpPr>
          <p:spPr>
            <a:xfrm>
              <a:off x="1199187" y="5057047"/>
              <a:ext cx="12049831" cy="953795"/>
            </a:xfrm>
            <a:custGeom>
              <a:avLst/>
              <a:pathLst>
                <a:path w="12049831" h="953795">
                  <a:moveTo>
                    <a:pt x="0" y="246309"/>
                  </a:moveTo>
                  <a:lnTo>
                    <a:pt x="994940" y="246309"/>
                  </a:lnTo>
                  <a:lnTo>
                    <a:pt x="996076" y="246305"/>
                  </a:lnTo>
                  <a:lnTo>
                    <a:pt x="1003572" y="246271"/>
                  </a:lnTo>
                  <a:lnTo>
                    <a:pt x="1022569" y="246179"/>
                  </a:lnTo>
                  <a:lnTo>
                    <a:pt x="1056782" y="245996"/>
                  </a:lnTo>
                  <a:lnTo>
                    <a:pt x="1108281" y="245695"/>
                  </a:lnTo>
                  <a:lnTo>
                    <a:pt x="1177336" y="245249"/>
                  </a:lnTo>
                  <a:lnTo>
                    <a:pt x="1262476" y="244642"/>
                  </a:lnTo>
                  <a:lnTo>
                    <a:pt x="1360811" y="243861"/>
                  </a:lnTo>
                  <a:lnTo>
                    <a:pt x="1468562" y="242902"/>
                  </a:lnTo>
                  <a:lnTo>
                    <a:pt x="1581653" y="241767"/>
                  </a:lnTo>
                  <a:lnTo>
                    <a:pt x="1696246" y="240459"/>
                  </a:lnTo>
                  <a:lnTo>
                    <a:pt x="1809106" y="238981"/>
                  </a:lnTo>
                  <a:lnTo>
                    <a:pt x="1917786" y="237334"/>
                  </a:lnTo>
                  <a:lnTo>
                    <a:pt x="2020647" y="235515"/>
                  </a:lnTo>
                  <a:lnTo>
                    <a:pt x="2116772" y="233515"/>
                  </a:lnTo>
                  <a:lnTo>
                    <a:pt x="2205835" y="231321"/>
                  </a:lnTo>
                  <a:lnTo>
                    <a:pt x="2287947" y="228912"/>
                  </a:lnTo>
                  <a:lnTo>
                    <a:pt x="2363527" y="226265"/>
                  </a:lnTo>
                  <a:lnTo>
                    <a:pt x="2433188" y="223350"/>
                  </a:lnTo>
                  <a:lnTo>
                    <a:pt x="2497656" y="220134"/>
                  </a:lnTo>
                  <a:lnTo>
                    <a:pt x="2557707" y="216585"/>
                  </a:lnTo>
                  <a:lnTo>
                    <a:pt x="2614116" y="212670"/>
                  </a:lnTo>
                  <a:lnTo>
                    <a:pt x="2667619" y="208366"/>
                  </a:lnTo>
                  <a:lnTo>
                    <a:pt x="2702183" y="205258"/>
                  </a:lnTo>
                  <a:lnTo>
                    <a:pt x="2763515" y="199094"/>
                  </a:lnTo>
                  <a:lnTo>
                    <a:pt x="2822940" y="192315"/>
                  </a:lnTo>
                  <a:lnTo>
                    <a:pt x="2881166" y="184909"/>
                  </a:lnTo>
                  <a:lnTo>
                    <a:pt x="2938712" y="176889"/>
                  </a:lnTo>
                  <a:lnTo>
                    <a:pt x="2995946" y="168288"/>
                  </a:lnTo>
                  <a:lnTo>
                    <a:pt x="3053111" y="159163"/>
                  </a:lnTo>
                  <a:lnTo>
                    <a:pt x="3110340" y="149594"/>
                  </a:lnTo>
                  <a:lnTo>
                    <a:pt x="3167685" y="139686"/>
                  </a:lnTo>
                  <a:lnTo>
                    <a:pt x="3225130" y="129560"/>
                  </a:lnTo>
                  <a:lnTo>
                    <a:pt x="3282620" y="119347"/>
                  </a:lnTo>
                  <a:lnTo>
                    <a:pt x="3340083" y="109185"/>
                  </a:lnTo>
                  <a:lnTo>
                    <a:pt x="3397457" y="99209"/>
                  </a:lnTo>
                  <a:lnTo>
                    <a:pt x="3454714" y="89544"/>
                  </a:lnTo>
                  <a:lnTo>
                    <a:pt x="3511886" y="80297"/>
                  </a:lnTo>
                  <a:lnTo>
                    <a:pt x="3569084" y="71556"/>
                  </a:lnTo>
                  <a:lnTo>
                    <a:pt x="3626521" y="63384"/>
                  </a:lnTo>
                  <a:lnTo>
                    <a:pt x="3684531" y="55820"/>
                  </a:lnTo>
                  <a:lnTo>
                    <a:pt x="3743592" y="48881"/>
                  </a:lnTo>
                  <a:lnTo>
                    <a:pt x="3804359" y="42563"/>
                  </a:lnTo>
                  <a:lnTo>
                    <a:pt x="3820202" y="41051"/>
                  </a:lnTo>
                  <a:lnTo>
                    <a:pt x="3872130" y="36480"/>
                  </a:lnTo>
                  <a:lnTo>
                    <a:pt x="3926513" y="32306"/>
                  </a:lnTo>
                  <a:lnTo>
                    <a:pt x="3984039" y="28514"/>
                  </a:lnTo>
                  <a:lnTo>
                    <a:pt x="4045460" y="25079"/>
                  </a:lnTo>
                  <a:lnTo>
                    <a:pt x="4111556" y="21966"/>
                  </a:lnTo>
                  <a:lnTo>
                    <a:pt x="4183093" y="19143"/>
                  </a:lnTo>
                  <a:lnTo>
                    <a:pt x="4260766" y="16578"/>
                  </a:lnTo>
                  <a:lnTo>
                    <a:pt x="4345136" y="14242"/>
                  </a:lnTo>
                  <a:lnTo>
                    <a:pt x="4436534" y="12114"/>
                  </a:lnTo>
                  <a:lnTo>
                    <a:pt x="4534943" y="10175"/>
                  </a:lnTo>
                  <a:lnTo>
                    <a:pt x="4639856" y="8413"/>
                  </a:lnTo>
                  <a:lnTo>
                    <a:pt x="4750134" y="6822"/>
                  </a:lnTo>
                  <a:lnTo>
                    <a:pt x="4863877" y="5400"/>
                  </a:lnTo>
                  <a:lnTo>
                    <a:pt x="4978367" y="4148"/>
                  </a:lnTo>
                  <a:lnTo>
                    <a:pt x="5090142" y="3071"/>
                  </a:lnTo>
                  <a:lnTo>
                    <a:pt x="5195236" y="2171"/>
                  </a:lnTo>
                  <a:lnTo>
                    <a:pt x="5289607" y="1448"/>
                  </a:lnTo>
                  <a:lnTo>
                    <a:pt x="5369702" y="895"/>
                  </a:lnTo>
                  <a:lnTo>
                    <a:pt x="5433049" y="500"/>
                  </a:lnTo>
                  <a:lnTo>
                    <a:pt x="5478729" y="241"/>
                  </a:lnTo>
                  <a:lnTo>
                    <a:pt x="5507611" y="91"/>
                  </a:lnTo>
                  <a:lnTo>
                    <a:pt x="5522331" y="22"/>
                  </a:lnTo>
                  <a:lnTo>
                    <a:pt x="5527097" y="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5" y="18"/>
                  </a:lnTo>
                  <a:lnTo>
                    <a:pt x="6530968" y="147"/>
                  </a:lnTo>
                  <a:lnTo>
                    <a:pt x="6549858" y="503"/>
                  </a:lnTo>
                  <a:lnTo>
                    <a:pt x="6583885" y="1205"/>
                  </a:lnTo>
                  <a:lnTo>
                    <a:pt x="6635121" y="2365"/>
                  </a:lnTo>
                  <a:lnTo>
                    <a:pt x="6703848" y="4079"/>
                  </a:lnTo>
                  <a:lnTo>
                    <a:pt x="6788623" y="6419"/>
                  </a:lnTo>
                  <a:lnTo>
                    <a:pt x="6886589" y="9427"/>
                  </a:lnTo>
                  <a:lnTo>
                    <a:pt x="6993997" y="13120"/>
                  </a:lnTo>
                  <a:lnTo>
                    <a:pt x="7106797" y="17494"/>
                  </a:lnTo>
                  <a:lnTo>
                    <a:pt x="7221164" y="22535"/>
                  </a:lnTo>
                  <a:lnTo>
                    <a:pt x="7333868" y="28232"/>
                  </a:lnTo>
                  <a:lnTo>
                    <a:pt x="7442458" y="34580"/>
                  </a:lnTo>
                  <a:lnTo>
                    <a:pt x="7545285" y="41592"/>
                  </a:lnTo>
                  <a:lnTo>
                    <a:pt x="7641420" y="49299"/>
                  </a:lnTo>
                  <a:lnTo>
                    <a:pt x="7730524" y="57755"/>
                  </a:lnTo>
                  <a:lnTo>
                    <a:pt x="7812696" y="67034"/>
                  </a:lnTo>
                  <a:lnTo>
                    <a:pt x="7888343" y="77230"/>
                  </a:lnTo>
                  <a:lnTo>
                    <a:pt x="7958071" y="88454"/>
                  </a:lnTo>
                  <a:lnTo>
                    <a:pt x="8022599" y="100832"/>
                  </a:lnTo>
                  <a:lnTo>
                    <a:pt x="8082695" y="114493"/>
                  </a:lnTo>
                  <a:lnTo>
                    <a:pt x="8139132" y="129560"/>
                  </a:lnTo>
                  <a:lnTo>
                    <a:pt x="8192643" y="146125"/>
                  </a:lnTo>
                  <a:lnTo>
                    <a:pt x="8229629" y="158965"/>
                  </a:lnTo>
                  <a:lnTo>
                    <a:pt x="8287181" y="181267"/>
                  </a:lnTo>
                  <a:lnTo>
                    <a:pt x="8343015" y="205662"/>
                  </a:lnTo>
                  <a:lnTo>
                    <a:pt x="8397729" y="232185"/>
                  </a:lnTo>
                  <a:lnTo>
                    <a:pt x="8451771" y="260813"/>
                  </a:lnTo>
                  <a:lnTo>
                    <a:pt x="8505472" y="291455"/>
                  </a:lnTo>
                  <a:lnTo>
                    <a:pt x="8559056" y="323952"/>
                  </a:lnTo>
                  <a:lnTo>
                    <a:pt x="8612664" y="358069"/>
                  </a:lnTo>
                  <a:lnTo>
                    <a:pt x="8666362" y="393505"/>
                  </a:lnTo>
                  <a:lnTo>
                    <a:pt x="8720162" y="429899"/>
                  </a:lnTo>
                  <a:lnTo>
                    <a:pt x="8774031" y="466844"/>
                  </a:lnTo>
                  <a:lnTo>
                    <a:pt x="8827917" y="503908"/>
                  </a:lnTo>
                  <a:lnTo>
                    <a:pt x="8881760" y="540654"/>
                  </a:lnTo>
                  <a:lnTo>
                    <a:pt x="8935515" y="576657"/>
                  </a:lnTo>
                  <a:lnTo>
                    <a:pt x="8989167" y="611530"/>
                  </a:lnTo>
                  <a:lnTo>
                    <a:pt x="9042752" y="644939"/>
                  </a:lnTo>
                  <a:lnTo>
                    <a:pt x="9096367" y="676611"/>
                  </a:lnTo>
                  <a:lnTo>
                    <a:pt x="9150191" y="706347"/>
                  </a:lnTo>
                  <a:lnTo>
                    <a:pt x="9204493" y="734018"/>
                  </a:lnTo>
                  <a:lnTo>
                    <a:pt x="9259655" y="759566"/>
                  </a:lnTo>
                  <a:lnTo>
                    <a:pt x="9316192" y="782994"/>
                  </a:lnTo>
                  <a:lnTo>
                    <a:pt x="9347647" y="794829"/>
                  </a:lnTo>
                  <a:lnTo>
                    <a:pt x="9399469" y="812497"/>
                  </a:lnTo>
                  <a:lnTo>
                    <a:pt x="9453735" y="828632"/>
                  </a:lnTo>
                  <a:lnTo>
                    <a:pt x="9511127" y="843291"/>
                  </a:lnTo>
                  <a:lnTo>
                    <a:pt x="9572394" y="856577"/>
                  </a:lnTo>
                  <a:lnTo>
                    <a:pt x="9638311" y="868617"/>
                  </a:lnTo>
                  <a:lnTo>
                    <a:pt x="9709640" y="879539"/>
                  </a:lnTo>
                  <a:lnTo>
                    <a:pt x="9787073" y="889466"/>
                  </a:lnTo>
                  <a:lnTo>
                    <a:pt x="9871169" y="898504"/>
                  </a:lnTo>
                  <a:lnTo>
                    <a:pt x="9962262" y="906742"/>
                  </a:lnTo>
                  <a:lnTo>
                    <a:pt x="10060342" y="914249"/>
                  </a:lnTo>
                  <a:lnTo>
                    <a:pt x="10164917" y="921071"/>
                  </a:lnTo>
                  <a:lnTo>
                    <a:pt x="10274868" y="927235"/>
                  </a:lnTo>
                  <a:lnTo>
                    <a:pt x="10388325" y="932748"/>
                  </a:lnTo>
                  <a:lnTo>
                    <a:pt x="10502607" y="937603"/>
                  </a:lnTo>
                  <a:lnTo>
                    <a:pt x="10614292" y="941785"/>
                  </a:lnTo>
                  <a:lnTo>
                    <a:pt x="10719445" y="945285"/>
                  </a:lnTo>
                  <a:lnTo>
                    <a:pt x="10814043" y="948102"/>
                  </a:lnTo>
                  <a:lnTo>
                    <a:pt x="10894529" y="950260"/>
                  </a:lnTo>
                  <a:lnTo>
                    <a:pt x="10958398" y="951809"/>
                  </a:lnTo>
                  <a:lnTo>
                    <a:pt x="11004673" y="952829"/>
                  </a:lnTo>
                  <a:lnTo>
                    <a:pt x="11034147" y="953422"/>
                  </a:lnTo>
                  <a:lnTo>
                    <a:pt x="11049372" y="953702"/>
                  </a:lnTo>
                  <a:lnTo>
                    <a:pt x="11054467" y="953788"/>
                  </a:lnTo>
                  <a:lnTo>
                    <a:pt x="11054891" y="953795"/>
                  </a:lnTo>
                  <a:lnTo>
                    <a:pt x="12049831" y="953795"/>
                  </a:lnTo>
                  <a:lnTo>
                    <a:pt x="12049831" y="9537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8" name="pl1417"/>
            <p:cNvSpPr/>
            <p:nvPr/>
          </p:nvSpPr>
          <p:spPr>
            <a:xfrm>
              <a:off x="1199187" y="5051806"/>
              <a:ext cx="12049831" cy="953795"/>
            </a:xfrm>
            <a:custGeom>
              <a:avLst/>
              <a:pathLst>
                <a:path w="12049831" h="953795">
                  <a:moveTo>
                    <a:pt x="12049831" y="953795"/>
                  </a:moveTo>
                  <a:lnTo>
                    <a:pt x="11054891" y="953795"/>
                  </a:lnTo>
                  <a:lnTo>
                    <a:pt x="11053762" y="953777"/>
                  </a:lnTo>
                  <a:lnTo>
                    <a:pt x="11046309" y="953648"/>
                  </a:lnTo>
                  <a:lnTo>
                    <a:pt x="11027419" y="953292"/>
                  </a:lnTo>
                  <a:lnTo>
                    <a:pt x="10993391" y="952590"/>
                  </a:lnTo>
                  <a:lnTo>
                    <a:pt x="10942156" y="951430"/>
                  </a:lnTo>
                  <a:lnTo>
                    <a:pt x="10873429" y="949715"/>
                  </a:lnTo>
                  <a:lnTo>
                    <a:pt x="10788654" y="947375"/>
                  </a:lnTo>
                  <a:lnTo>
                    <a:pt x="10690687" y="944367"/>
                  </a:lnTo>
                  <a:lnTo>
                    <a:pt x="10583279" y="940675"/>
                  </a:lnTo>
                  <a:lnTo>
                    <a:pt x="10470479" y="936301"/>
                  </a:lnTo>
                  <a:lnTo>
                    <a:pt x="10356112" y="931259"/>
                  </a:lnTo>
                  <a:lnTo>
                    <a:pt x="10243408" y="925563"/>
                  </a:lnTo>
                  <a:lnTo>
                    <a:pt x="10134818" y="919215"/>
                  </a:lnTo>
                  <a:lnTo>
                    <a:pt x="10031992" y="912203"/>
                  </a:lnTo>
                  <a:lnTo>
                    <a:pt x="9935856" y="904495"/>
                  </a:lnTo>
                  <a:lnTo>
                    <a:pt x="9846752" y="896039"/>
                  </a:lnTo>
                  <a:lnTo>
                    <a:pt x="9764580" y="886760"/>
                  </a:lnTo>
                  <a:lnTo>
                    <a:pt x="9688933" y="876564"/>
                  </a:lnTo>
                  <a:lnTo>
                    <a:pt x="9619205" y="865340"/>
                  </a:lnTo>
                  <a:lnTo>
                    <a:pt x="9554678" y="852962"/>
                  </a:lnTo>
                  <a:lnTo>
                    <a:pt x="9494581" y="839301"/>
                  </a:lnTo>
                  <a:lnTo>
                    <a:pt x="9438145" y="824235"/>
                  </a:lnTo>
                  <a:lnTo>
                    <a:pt x="9384633" y="807669"/>
                  </a:lnTo>
                  <a:lnTo>
                    <a:pt x="9347647" y="794829"/>
                  </a:lnTo>
                  <a:lnTo>
                    <a:pt x="9290095" y="772527"/>
                  </a:lnTo>
                  <a:lnTo>
                    <a:pt x="9234261" y="748132"/>
                  </a:lnTo>
                  <a:lnTo>
                    <a:pt x="9179548" y="721610"/>
                  </a:lnTo>
                  <a:lnTo>
                    <a:pt x="9125505" y="692982"/>
                  </a:lnTo>
                  <a:lnTo>
                    <a:pt x="9071805" y="662339"/>
                  </a:lnTo>
                  <a:lnTo>
                    <a:pt x="9018220" y="629842"/>
                  </a:lnTo>
                  <a:lnTo>
                    <a:pt x="8964613" y="595725"/>
                  </a:lnTo>
                  <a:lnTo>
                    <a:pt x="8910914" y="560289"/>
                  </a:lnTo>
                  <a:lnTo>
                    <a:pt x="8857115" y="523896"/>
                  </a:lnTo>
                  <a:lnTo>
                    <a:pt x="8803245" y="486951"/>
                  </a:lnTo>
                  <a:lnTo>
                    <a:pt x="8749360" y="449886"/>
                  </a:lnTo>
                  <a:lnTo>
                    <a:pt x="8695517" y="413141"/>
                  </a:lnTo>
                  <a:lnTo>
                    <a:pt x="8641762" y="377138"/>
                  </a:lnTo>
                  <a:lnTo>
                    <a:pt x="8588109" y="342264"/>
                  </a:lnTo>
                  <a:lnTo>
                    <a:pt x="8534525" y="308856"/>
                  </a:lnTo>
                  <a:lnTo>
                    <a:pt x="8480909" y="277183"/>
                  </a:lnTo>
                  <a:lnTo>
                    <a:pt x="8427086" y="247447"/>
                  </a:lnTo>
                  <a:lnTo>
                    <a:pt x="8372784" y="219776"/>
                  </a:lnTo>
                  <a:lnTo>
                    <a:pt x="8317621" y="194229"/>
                  </a:lnTo>
                  <a:lnTo>
                    <a:pt x="8261085" y="170800"/>
                  </a:lnTo>
                  <a:lnTo>
                    <a:pt x="8229629" y="158965"/>
                  </a:lnTo>
                  <a:lnTo>
                    <a:pt x="8177808" y="141298"/>
                  </a:lnTo>
                  <a:lnTo>
                    <a:pt x="8123542" y="125162"/>
                  </a:lnTo>
                  <a:lnTo>
                    <a:pt x="8066150" y="110503"/>
                  </a:lnTo>
                  <a:lnTo>
                    <a:pt x="8004883" y="97217"/>
                  </a:lnTo>
                  <a:lnTo>
                    <a:pt x="7938965" y="85178"/>
                  </a:lnTo>
                  <a:lnTo>
                    <a:pt x="7867637" y="74255"/>
                  </a:lnTo>
                  <a:lnTo>
                    <a:pt x="7790204" y="64329"/>
                  </a:lnTo>
                  <a:lnTo>
                    <a:pt x="7706107" y="55291"/>
                  </a:lnTo>
                  <a:lnTo>
                    <a:pt x="7615014" y="47052"/>
                  </a:lnTo>
                  <a:lnTo>
                    <a:pt x="7516934" y="39545"/>
                  </a:lnTo>
                  <a:lnTo>
                    <a:pt x="7412360" y="32723"/>
                  </a:lnTo>
                  <a:lnTo>
                    <a:pt x="7302408" y="26559"/>
                  </a:lnTo>
                  <a:lnTo>
                    <a:pt x="7188952" y="21047"/>
                  </a:lnTo>
                  <a:lnTo>
                    <a:pt x="7074669" y="16192"/>
                  </a:lnTo>
                  <a:lnTo>
                    <a:pt x="6962984" y="12009"/>
                  </a:lnTo>
                  <a:lnTo>
                    <a:pt x="6857831" y="8510"/>
                  </a:lnTo>
                  <a:lnTo>
                    <a:pt x="6763233" y="5693"/>
                  </a:lnTo>
                  <a:lnTo>
                    <a:pt x="6682748" y="3535"/>
                  </a:lnTo>
                  <a:lnTo>
                    <a:pt x="6618878" y="1985"/>
                  </a:lnTo>
                  <a:lnTo>
                    <a:pt x="6572603" y="965"/>
                  </a:lnTo>
                  <a:lnTo>
                    <a:pt x="6543129" y="372"/>
                  </a:lnTo>
                  <a:lnTo>
                    <a:pt x="6527904" y="92"/>
                  </a:lnTo>
                  <a:lnTo>
                    <a:pt x="6522810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4"/>
                  </a:lnTo>
                  <a:lnTo>
                    <a:pt x="5518813" y="38"/>
                  </a:lnTo>
                  <a:lnTo>
                    <a:pt x="5499816" y="130"/>
                  </a:lnTo>
                  <a:lnTo>
                    <a:pt x="5465603" y="313"/>
                  </a:lnTo>
                  <a:lnTo>
                    <a:pt x="5414104" y="614"/>
                  </a:lnTo>
                  <a:lnTo>
                    <a:pt x="5345049" y="1059"/>
                  </a:lnTo>
                  <a:lnTo>
                    <a:pt x="5259909" y="1667"/>
                  </a:lnTo>
                  <a:lnTo>
                    <a:pt x="5161574" y="2448"/>
                  </a:lnTo>
                  <a:lnTo>
                    <a:pt x="5053823" y="3407"/>
                  </a:lnTo>
                  <a:lnTo>
                    <a:pt x="4940732" y="4542"/>
                  </a:lnTo>
                  <a:lnTo>
                    <a:pt x="4826139" y="5850"/>
                  </a:lnTo>
                  <a:lnTo>
                    <a:pt x="4713279" y="7328"/>
                  </a:lnTo>
                  <a:lnTo>
                    <a:pt x="4604599" y="8975"/>
                  </a:lnTo>
                  <a:lnTo>
                    <a:pt x="4501738" y="10794"/>
                  </a:lnTo>
                  <a:lnTo>
                    <a:pt x="4405613" y="12794"/>
                  </a:lnTo>
                  <a:lnTo>
                    <a:pt x="4316550" y="14988"/>
                  </a:lnTo>
                  <a:lnTo>
                    <a:pt x="4234438" y="17397"/>
                  </a:lnTo>
                  <a:lnTo>
                    <a:pt x="4158858" y="20044"/>
                  </a:lnTo>
                  <a:lnTo>
                    <a:pt x="4089197" y="22959"/>
                  </a:lnTo>
                  <a:lnTo>
                    <a:pt x="4024729" y="26174"/>
                  </a:lnTo>
                  <a:lnTo>
                    <a:pt x="3964678" y="29724"/>
                  </a:lnTo>
                  <a:lnTo>
                    <a:pt x="3908269" y="33639"/>
                  </a:lnTo>
                  <a:lnTo>
                    <a:pt x="3854766" y="37943"/>
                  </a:lnTo>
                  <a:lnTo>
                    <a:pt x="3820202" y="41051"/>
                  </a:lnTo>
                  <a:lnTo>
                    <a:pt x="3758870" y="47215"/>
                  </a:lnTo>
                  <a:lnTo>
                    <a:pt x="3699445" y="53994"/>
                  </a:lnTo>
                  <a:lnTo>
                    <a:pt x="3641219" y="61399"/>
                  </a:lnTo>
                  <a:lnTo>
                    <a:pt x="3583673" y="69419"/>
                  </a:lnTo>
                  <a:lnTo>
                    <a:pt x="3526439" y="78021"/>
                  </a:lnTo>
                  <a:lnTo>
                    <a:pt x="3469274" y="87146"/>
                  </a:lnTo>
                  <a:lnTo>
                    <a:pt x="3412045" y="96714"/>
                  </a:lnTo>
                  <a:lnTo>
                    <a:pt x="3354700" y="106622"/>
                  </a:lnTo>
                  <a:lnTo>
                    <a:pt x="3297255" y="116749"/>
                  </a:lnTo>
                  <a:lnTo>
                    <a:pt x="3239765" y="126962"/>
                  </a:lnTo>
                  <a:lnTo>
                    <a:pt x="3182302" y="137124"/>
                  </a:lnTo>
                  <a:lnTo>
                    <a:pt x="3124928" y="147100"/>
                  </a:lnTo>
                  <a:lnTo>
                    <a:pt x="3067671" y="156765"/>
                  </a:lnTo>
                  <a:lnTo>
                    <a:pt x="3010499" y="166012"/>
                  </a:lnTo>
                  <a:lnTo>
                    <a:pt x="2953301" y="174753"/>
                  </a:lnTo>
                  <a:lnTo>
                    <a:pt x="2895864" y="182925"/>
                  </a:lnTo>
                  <a:lnTo>
                    <a:pt x="2837854" y="190489"/>
                  </a:lnTo>
                  <a:lnTo>
                    <a:pt x="2778793" y="197427"/>
                  </a:lnTo>
                  <a:lnTo>
                    <a:pt x="2718026" y="203746"/>
                  </a:lnTo>
                  <a:lnTo>
                    <a:pt x="2702183" y="205258"/>
                  </a:lnTo>
                  <a:lnTo>
                    <a:pt x="2650255" y="209829"/>
                  </a:lnTo>
                  <a:lnTo>
                    <a:pt x="2595872" y="214003"/>
                  </a:lnTo>
                  <a:lnTo>
                    <a:pt x="2538346" y="217794"/>
                  </a:lnTo>
                  <a:lnTo>
                    <a:pt x="2476925" y="221230"/>
                  </a:lnTo>
                  <a:lnTo>
                    <a:pt x="2410829" y="224343"/>
                  </a:lnTo>
                  <a:lnTo>
                    <a:pt x="2339292" y="227166"/>
                  </a:lnTo>
                  <a:lnTo>
                    <a:pt x="2261619" y="229731"/>
                  </a:lnTo>
                  <a:lnTo>
                    <a:pt x="2177249" y="232067"/>
                  </a:lnTo>
                  <a:lnTo>
                    <a:pt x="2085851" y="234195"/>
                  </a:lnTo>
                  <a:lnTo>
                    <a:pt x="1987442" y="236134"/>
                  </a:lnTo>
                  <a:lnTo>
                    <a:pt x="1882529" y="237896"/>
                  </a:lnTo>
                  <a:lnTo>
                    <a:pt x="1772251" y="239487"/>
                  </a:lnTo>
                  <a:lnTo>
                    <a:pt x="1658508" y="240909"/>
                  </a:lnTo>
                  <a:lnTo>
                    <a:pt x="1544018" y="242161"/>
                  </a:lnTo>
                  <a:lnTo>
                    <a:pt x="1432243" y="243238"/>
                  </a:lnTo>
                  <a:lnTo>
                    <a:pt x="1327149" y="244138"/>
                  </a:lnTo>
                  <a:lnTo>
                    <a:pt x="1232778" y="244861"/>
                  </a:lnTo>
                  <a:lnTo>
                    <a:pt x="1152683" y="245413"/>
                  </a:lnTo>
                  <a:lnTo>
                    <a:pt x="1089336" y="245809"/>
                  </a:lnTo>
                  <a:lnTo>
                    <a:pt x="1043656" y="246068"/>
                  </a:lnTo>
                  <a:lnTo>
                    <a:pt x="1014774" y="246218"/>
                  </a:lnTo>
                  <a:lnTo>
                    <a:pt x="1000054" y="246287"/>
                  </a:lnTo>
                  <a:lnTo>
                    <a:pt x="995288" y="246308"/>
                  </a:lnTo>
                  <a:lnTo>
                    <a:pt x="994940" y="246309"/>
                  </a:lnTo>
                  <a:lnTo>
                    <a:pt x="0" y="246309"/>
                  </a:lnTo>
                  <a:lnTo>
                    <a:pt x="0" y="2463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9" name="pg1418"/>
            <p:cNvSpPr/>
            <p:nvPr/>
          </p:nvSpPr>
          <p:spPr>
            <a:xfrm>
              <a:off x="1199187" y="2531061"/>
              <a:ext cx="12049831" cy="3589834"/>
            </a:xfrm>
            <a:custGeom>
              <a:avLst/>
              <a:pathLst>
                <a:path w="12049831" h="3589834">
                  <a:moveTo>
                    <a:pt x="0" y="2819461"/>
                  </a:moveTo>
                  <a:lnTo>
                    <a:pt x="994940" y="2819461"/>
                  </a:lnTo>
                  <a:lnTo>
                    <a:pt x="996071" y="2819475"/>
                  </a:lnTo>
                  <a:lnTo>
                    <a:pt x="1003541" y="2819580"/>
                  </a:lnTo>
                  <a:lnTo>
                    <a:pt x="1022470" y="2819868"/>
                  </a:lnTo>
                  <a:lnTo>
                    <a:pt x="1056567" y="2820436"/>
                  </a:lnTo>
                  <a:lnTo>
                    <a:pt x="1107900" y="2821375"/>
                  </a:lnTo>
                  <a:lnTo>
                    <a:pt x="1176749" y="2822763"/>
                  </a:lnTo>
                  <a:lnTo>
                    <a:pt x="1261659" y="2824657"/>
                  </a:lnTo>
                  <a:lnTo>
                    <a:pt x="1359762" y="2827091"/>
                  </a:lnTo>
                  <a:lnTo>
                    <a:pt x="1467298" y="2830080"/>
                  </a:lnTo>
                  <a:lnTo>
                    <a:pt x="1580206" y="2833619"/>
                  </a:lnTo>
                  <a:lnTo>
                    <a:pt x="1694657" y="2837698"/>
                  </a:lnTo>
                  <a:lnTo>
                    <a:pt x="1807419" y="2842307"/>
                  </a:lnTo>
                  <a:lnTo>
                    <a:pt x="1916043" y="2847443"/>
                  </a:lnTo>
                  <a:lnTo>
                    <a:pt x="2018882" y="2853117"/>
                  </a:lnTo>
                  <a:lnTo>
                    <a:pt x="2115014" y="2859353"/>
                  </a:lnTo>
                  <a:lnTo>
                    <a:pt x="2204103" y="2866195"/>
                  </a:lnTo>
                  <a:lnTo>
                    <a:pt x="2286253" y="2873704"/>
                  </a:lnTo>
                  <a:lnTo>
                    <a:pt x="2361875" y="2881955"/>
                  </a:lnTo>
                  <a:lnTo>
                    <a:pt x="2431578" y="2891040"/>
                  </a:lnTo>
                  <a:lnTo>
                    <a:pt x="2496083" y="2901060"/>
                  </a:lnTo>
                  <a:lnTo>
                    <a:pt x="2556163" y="2912119"/>
                  </a:lnTo>
                  <a:lnTo>
                    <a:pt x="2612589" y="2924316"/>
                  </a:lnTo>
                  <a:lnTo>
                    <a:pt x="2666097" y="2937726"/>
                  </a:lnTo>
                  <a:lnTo>
                    <a:pt x="2702183" y="2947856"/>
                  </a:lnTo>
                  <a:lnTo>
                    <a:pt x="2761005" y="2966293"/>
                  </a:lnTo>
                  <a:lnTo>
                    <a:pt x="2818046" y="2986497"/>
                  </a:lnTo>
                  <a:lnTo>
                    <a:pt x="2873939" y="3008499"/>
                  </a:lnTo>
                  <a:lnTo>
                    <a:pt x="2929157" y="3032275"/>
                  </a:lnTo>
                  <a:lnTo>
                    <a:pt x="2984043" y="3057742"/>
                  </a:lnTo>
                  <a:lnTo>
                    <a:pt x="3038827" y="3084754"/>
                  </a:lnTo>
                  <a:lnTo>
                    <a:pt x="3093649" y="3113104"/>
                  </a:lnTo>
                  <a:lnTo>
                    <a:pt x="3148570" y="3142523"/>
                  </a:lnTo>
                  <a:lnTo>
                    <a:pt x="3203594" y="3172690"/>
                  </a:lnTo>
                  <a:lnTo>
                    <a:pt x="3258681" y="3203251"/>
                  </a:lnTo>
                  <a:lnTo>
                    <a:pt x="3313772" y="3233830"/>
                  </a:lnTo>
                  <a:lnTo>
                    <a:pt x="3368803" y="3264048"/>
                  </a:lnTo>
                  <a:lnTo>
                    <a:pt x="3423735" y="3293549"/>
                  </a:lnTo>
                  <a:lnTo>
                    <a:pt x="3478564" y="3322008"/>
                  </a:lnTo>
                  <a:lnTo>
                    <a:pt x="3533348" y="3349152"/>
                  </a:lnTo>
                  <a:lnTo>
                    <a:pt x="3588216" y="3374767"/>
                  </a:lnTo>
                  <a:lnTo>
                    <a:pt x="3643391" y="3398701"/>
                  </a:lnTo>
                  <a:lnTo>
                    <a:pt x="3699205" y="3420866"/>
                  </a:lnTo>
                  <a:lnTo>
                    <a:pt x="3756118" y="3441234"/>
                  </a:lnTo>
                  <a:lnTo>
                    <a:pt x="3814746" y="3459829"/>
                  </a:lnTo>
                  <a:lnTo>
                    <a:pt x="3820202" y="3461438"/>
                  </a:lnTo>
                  <a:lnTo>
                    <a:pt x="3872063" y="3475719"/>
                  </a:lnTo>
                  <a:lnTo>
                    <a:pt x="3926372" y="3488760"/>
                  </a:lnTo>
                  <a:lnTo>
                    <a:pt x="3983814" y="3500606"/>
                  </a:lnTo>
                  <a:lnTo>
                    <a:pt x="4045138" y="3511342"/>
                  </a:lnTo>
                  <a:lnTo>
                    <a:pt x="4111122" y="3521071"/>
                  </a:lnTo>
                  <a:lnTo>
                    <a:pt x="4182527" y="3529896"/>
                  </a:lnTo>
                  <a:lnTo>
                    <a:pt x="4260050" y="3537916"/>
                  </a:lnTo>
                  <a:lnTo>
                    <a:pt x="4344248" y="3545217"/>
                  </a:lnTo>
                  <a:lnTo>
                    <a:pt x="4435454" y="3551872"/>
                  </a:lnTo>
                  <a:lnTo>
                    <a:pt x="4533656" y="3557936"/>
                  </a:lnTo>
                  <a:lnTo>
                    <a:pt x="4638356" y="3563446"/>
                  </a:lnTo>
                  <a:lnTo>
                    <a:pt x="4748429" y="3568424"/>
                  </a:lnTo>
                  <a:lnTo>
                    <a:pt x="4861992" y="3572875"/>
                  </a:lnTo>
                  <a:lnTo>
                    <a:pt x="4976352" y="3576794"/>
                  </a:lnTo>
                  <a:lnTo>
                    <a:pt x="5088071" y="3580169"/>
                  </a:lnTo>
                  <a:lnTo>
                    <a:pt x="5193203" y="3582991"/>
                  </a:lnTo>
                  <a:lnTo>
                    <a:pt x="5287717" y="3585261"/>
                  </a:lnTo>
                  <a:lnTo>
                    <a:pt x="5368058" y="3586998"/>
                  </a:lnTo>
                  <a:lnTo>
                    <a:pt x="5431734" y="3588245"/>
                  </a:lnTo>
                  <a:lnTo>
                    <a:pt x="5477788" y="3589064"/>
                  </a:lnTo>
                  <a:lnTo>
                    <a:pt x="5507042" y="3589538"/>
                  </a:lnTo>
                  <a:lnTo>
                    <a:pt x="5522079" y="3589761"/>
                  </a:lnTo>
                  <a:lnTo>
                    <a:pt x="5527051" y="3589829"/>
                  </a:lnTo>
                  <a:lnTo>
                    <a:pt x="5527445" y="3589834"/>
                  </a:lnTo>
                  <a:lnTo>
                    <a:pt x="6522385" y="3589834"/>
                  </a:lnTo>
                  <a:lnTo>
                    <a:pt x="6523429" y="3589771"/>
                  </a:lnTo>
                  <a:lnTo>
                    <a:pt x="6530328" y="3589324"/>
                  </a:lnTo>
                  <a:lnTo>
                    <a:pt x="6547851" y="3588090"/>
                  </a:lnTo>
                  <a:lnTo>
                    <a:pt x="6579506" y="3585657"/>
                  </a:lnTo>
                  <a:lnTo>
                    <a:pt x="6627352" y="3581632"/>
                  </a:lnTo>
                  <a:lnTo>
                    <a:pt x="6691850" y="3575672"/>
                  </a:lnTo>
                  <a:lnTo>
                    <a:pt x="6771882" y="3567517"/>
                  </a:lnTo>
                  <a:lnTo>
                    <a:pt x="6865003" y="3557001"/>
                  </a:lnTo>
                  <a:lnTo>
                    <a:pt x="6967869" y="3544051"/>
                  </a:lnTo>
                  <a:lnTo>
                    <a:pt x="7076754" y="3528667"/>
                  </a:lnTo>
                  <a:lnTo>
                    <a:pt x="7188034" y="3510890"/>
                  </a:lnTo>
                  <a:lnTo>
                    <a:pt x="7298552" y="3490769"/>
                  </a:lnTo>
                  <a:lnTo>
                    <a:pt x="7405818" y="3468329"/>
                  </a:lnTo>
                  <a:lnTo>
                    <a:pt x="7508070" y="3443545"/>
                  </a:lnTo>
                  <a:lnTo>
                    <a:pt x="7604230" y="3416334"/>
                  </a:lnTo>
                  <a:lnTo>
                    <a:pt x="7693792" y="3386541"/>
                  </a:lnTo>
                  <a:lnTo>
                    <a:pt x="7776699" y="3353937"/>
                  </a:lnTo>
                  <a:lnTo>
                    <a:pt x="7853218" y="3318225"/>
                  </a:lnTo>
                  <a:lnTo>
                    <a:pt x="7923835" y="3279045"/>
                  </a:lnTo>
                  <a:lnTo>
                    <a:pt x="7989171" y="3235982"/>
                  </a:lnTo>
                  <a:lnTo>
                    <a:pt x="8049919" y="3188592"/>
                  </a:lnTo>
                  <a:lnTo>
                    <a:pt x="8106795" y="3136429"/>
                  </a:lnTo>
                  <a:lnTo>
                    <a:pt x="8160501" y="3079102"/>
                  </a:lnTo>
                  <a:lnTo>
                    <a:pt x="8211690" y="3016351"/>
                  </a:lnTo>
                  <a:lnTo>
                    <a:pt x="8229629" y="2992402"/>
                  </a:lnTo>
                  <a:lnTo>
                    <a:pt x="8270026" y="2934697"/>
                  </a:lnTo>
                  <a:lnTo>
                    <a:pt x="8309484" y="2873193"/>
                  </a:lnTo>
                  <a:lnTo>
                    <a:pt x="8348233" y="2807814"/>
                  </a:lnTo>
                  <a:lnTo>
                    <a:pt x="8386463" y="2738530"/>
                  </a:lnTo>
                  <a:lnTo>
                    <a:pt x="8424328" y="2665365"/>
                  </a:lnTo>
                  <a:lnTo>
                    <a:pt x="8461954" y="2588403"/>
                  </a:lnTo>
                  <a:lnTo>
                    <a:pt x="8499440" y="2507790"/>
                  </a:lnTo>
                  <a:lnTo>
                    <a:pt x="8536860" y="2423734"/>
                  </a:lnTo>
                  <a:lnTo>
                    <a:pt x="8574270" y="2336511"/>
                  </a:lnTo>
                  <a:lnTo>
                    <a:pt x="8611706" y="2246459"/>
                  </a:lnTo>
                  <a:lnTo>
                    <a:pt x="8649186" y="2153975"/>
                  </a:lnTo>
                  <a:lnTo>
                    <a:pt x="8686718" y="2059511"/>
                  </a:lnTo>
                  <a:lnTo>
                    <a:pt x="8724296" y="1963562"/>
                  </a:lnTo>
                  <a:lnTo>
                    <a:pt x="8761906" y="1866660"/>
                  </a:lnTo>
                  <a:lnTo>
                    <a:pt x="8799532" y="1769358"/>
                  </a:lnTo>
                  <a:lnTo>
                    <a:pt x="8837151" y="1672219"/>
                  </a:lnTo>
                  <a:lnTo>
                    <a:pt x="8874745" y="1575803"/>
                  </a:lnTo>
                  <a:lnTo>
                    <a:pt x="8912297" y="1480651"/>
                  </a:lnTo>
                  <a:lnTo>
                    <a:pt x="8949799" y="1387276"/>
                  </a:lnTo>
                  <a:lnTo>
                    <a:pt x="8987252" y="1296148"/>
                  </a:lnTo>
                  <a:lnTo>
                    <a:pt x="9024669" y="1207689"/>
                  </a:lnTo>
                  <a:lnTo>
                    <a:pt x="9062080" y="1122263"/>
                  </a:lnTo>
                  <a:lnTo>
                    <a:pt x="9099530" y="1040171"/>
                  </a:lnTo>
                  <a:lnTo>
                    <a:pt x="9137087" y="961651"/>
                  </a:lnTo>
                  <a:lnTo>
                    <a:pt x="9174837" y="886874"/>
                  </a:lnTo>
                  <a:lnTo>
                    <a:pt x="9212896" y="815950"/>
                  </a:lnTo>
                  <a:lnTo>
                    <a:pt x="9251406" y="748927"/>
                  </a:lnTo>
                  <a:lnTo>
                    <a:pt x="9290540" y="685799"/>
                  </a:lnTo>
                  <a:lnTo>
                    <a:pt x="9330511" y="626508"/>
                  </a:lnTo>
                  <a:lnTo>
                    <a:pt x="9347647" y="602672"/>
                  </a:lnTo>
                  <a:lnTo>
                    <a:pt x="9398074" y="537950"/>
                  </a:lnTo>
                  <a:lnTo>
                    <a:pt x="9450801" y="478688"/>
                  </a:lnTo>
                  <a:lnTo>
                    <a:pt x="9506456" y="424704"/>
                  </a:lnTo>
                  <a:lnTo>
                    <a:pt x="9565726" y="375644"/>
                  </a:lnTo>
                  <a:lnTo>
                    <a:pt x="9629327" y="331075"/>
                  </a:lnTo>
                  <a:lnTo>
                    <a:pt x="9697965" y="290546"/>
                  </a:lnTo>
                  <a:lnTo>
                    <a:pt x="9772293" y="253629"/>
                  </a:lnTo>
                  <a:lnTo>
                    <a:pt x="9852854" y="219943"/>
                  </a:lnTo>
                  <a:lnTo>
                    <a:pt x="9940005" y="189167"/>
                  </a:lnTo>
                  <a:lnTo>
                    <a:pt x="10033820" y="161047"/>
                  </a:lnTo>
                  <a:lnTo>
                    <a:pt x="10133969" y="135402"/>
                  </a:lnTo>
                  <a:lnTo>
                    <a:pt x="10239594" y="112123"/>
                  </a:lnTo>
                  <a:lnTo>
                    <a:pt x="10349188" y="91165"/>
                  </a:lnTo>
                  <a:lnTo>
                    <a:pt x="10460526" y="72539"/>
                  </a:lnTo>
                  <a:lnTo>
                    <a:pt x="10570673" y="56287"/>
                  </a:lnTo>
                  <a:lnTo>
                    <a:pt x="10676141" y="42457"/>
                  </a:lnTo>
                  <a:lnTo>
                    <a:pt x="10773190" y="31068"/>
                  </a:lnTo>
                  <a:lnTo>
                    <a:pt x="10858278" y="22076"/>
                  </a:lnTo>
                  <a:lnTo>
                    <a:pt x="10928578" y="15351"/>
                  </a:lnTo>
                  <a:lnTo>
                    <a:pt x="10982456" y="10665"/>
                  </a:lnTo>
                  <a:lnTo>
                    <a:pt x="11019789" y="7701"/>
                  </a:lnTo>
                  <a:lnTo>
                    <a:pt x="11042071" y="6082"/>
                  </a:lnTo>
                  <a:lnTo>
                    <a:pt x="11052311" y="539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47" y="62"/>
                  </a:lnTo>
                  <a:lnTo>
                    <a:pt x="11046948" y="509"/>
                  </a:lnTo>
                  <a:lnTo>
                    <a:pt x="11029426" y="1743"/>
                  </a:lnTo>
                  <a:lnTo>
                    <a:pt x="10997770" y="4176"/>
                  </a:lnTo>
                  <a:lnTo>
                    <a:pt x="10949924" y="8202"/>
                  </a:lnTo>
                  <a:lnTo>
                    <a:pt x="10885427" y="14161"/>
                  </a:lnTo>
                  <a:lnTo>
                    <a:pt x="10805394" y="22316"/>
                  </a:lnTo>
                  <a:lnTo>
                    <a:pt x="10712273" y="32833"/>
                  </a:lnTo>
                  <a:lnTo>
                    <a:pt x="10609407" y="45783"/>
                  </a:lnTo>
                  <a:lnTo>
                    <a:pt x="10500523" y="61166"/>
                  </a:lnTo>
                  <a:lnTo>
                    <a:pt x="10389242" y="78943"/>
                  </a:lnTo>
                  <a:lnTo>
                    <a:pt x="10278725" y="99064"/>
                  </a:lnTo>
                  <a:lnTo>
                    <a:pt x="10171459" y="121505"/>
                  </a:lnTo>
                  <a:lnTo>
                    <a:pt x="10069206" y="146288"/>
                  </a:lnTo>
                  <a:lnTo>
                    <a:pt x="9973047" y="173499"/>
                  </a:lnTo>
                  <a:lnTo>
                    <a:pt x="9883485" y="203293"/>
                  </a:lnTo>
                  <a:lnTo>
                    <a:pt x="9800578" y="235897"/>
                  </a:lnTo>
                  <a:lnTo>
                    <a:pt x="9724059" y="271608"/>
                  </a:lnTo>
                  <a:lnTo>
                    <a:pt x="9653442" y="310789"/>
                  </a:lnTo>
                  <a:lnTo>
                    <a:pt x="9588105" y="353851"/>
                  </a:lnTo>
                  <a:lnTo>
                    <a:pt x="9527357" y="401241"/>
                  </a:lnTo>
                  <a:lnTo>
                    <a:pt x="9470482" y="453404"/>
                  </a:lnTo>
                  <a:lnTo>
                    <a:pt x="9416776" y="510732"/>
                  </a:lnTo>
                  <a:lnTo>
                    <a:pt x="9365587" y="573482"/>
                  </a:lnTo>
                  <a:lnTo>
                    <a:pt x="9347647" y="597432"/>
                  </a:lnTo>
                  <a:lnTo>
                    <a:pt x="9307251" y="655137"/>
                  </a:lnTo>
                  <a:lnTo>
                    <a:pt x="9267792" y="716640"/>
                  </a:lnTo>
                  <a:lnTo>
                    <a:pt x="9229043" y="782019"/>
                  </a:lnTo>
                  <a:lnTo>
                    <a:pt x="9190813" y="851304"/>
                  </a:lnTo>
                  <a:lnTo>
                    <a:pt x="9152948" y="924468"/>
                  </a:lnTo>
                  <a:lnTo>
                    <a:pt x="9115322" y="1001430"/>
                  </a:lnTo>
                  <a:lnTo>
                    <a:pt x="9077837" y="1082044"/>
                  </a:lnTo>
                  <a:lnTo>
                    <a:pt x="9040416" y="1166099"/>
                  </a:lnTo>
                  <a:lnTo>
                    <a:pt x="9003006" y="1253322"/>
                  </a:lnTo>
                  <a:lnTo>
                    <a:pt x="8965571" y="1343374"/>
                  </a:lnTo>
                  <a:lnTo>
                    <a:pt x="8928090" y="1435858"/>
                  </a:lnTo>
                  <a:lnTo>
                    <a:pt x="8890559" y="1530323"/>
                  </a:lnTo>
                  <a:lnTo>
                    <a:pt x="8852981" y="1626271"/>
                  </a:lnTo>
                  <a:lnTo>
                    <a:pt x="8815370" y="1723173"/>
                  </a:lnTo>
                  <a:lnTo>
                    <a:pt x="8777745" y="1820475"/>
                  </a:lnTo>
                  <a:lnTo>
                    <a:pt x="8740125" y="1917614"/>
                  </a:lnTo>
                  <a:lnTo>
                    <a:pt x="8702532" y="2014030"/>
                  </a:lnTo>
                  <a:lnTo>
                    <a:pt x="8664979" y="2109182"/>
                  </a:lnTo>
                  <a:lnTo>
                    <a:pt x="8627477" y="2202558"/>
                  </a:lnTo>
                  <a:lnTo>
                    <a:pt x="8590025" y="2293685"/>
                  </a:lnTo>
                  <a:lnTo>
                    <a:pt x="8552607" y="2382144"/>
                  </a:lnTo>
                  <a:lnTo>
                    <a:pt x="8515196" y="2467570"/>
                  </a:lnTo>
                  <a:lnTo>
                    <a:pt x="8477746" y="2549662"/>
                  </a:lnTo>
                  <a:lnTo>
                    <a:pt x="8440190" y="2628182"/>
                  </a:lnTo>
                  <a:lnTo>
                    <a:pt x="8402439" y="2702959"/>
                  </a:lnTo>
                  <a:lnTo>
                    <a:pt x="8364380" y="2773883"/>
                  </a:lnTo>
                  <a:lnTo>
                    <a:pt x="8325871" y="2840906"/>
                  </a:lnTo>
                  <a:lnTo>
                    <a:pt x="8286736" y="2904034"/>
                  </a:lnTo>
                  <a:lnTo>
                    <a:pt x="8246765" y="2963326"/>
                  </a:lnTo>
                  <a:lnTo>
                    <a:pt x="8229629" y="2987161"/>
                  </a:lnTo>
                  <a:lnTo>
                    <a:pt x="8179203" y="3051883"/>
                  </a:lnTo>
                  <a:lnTo>
                    <a:pt x="8126475" y="3111146"/>
                  </a:lnTo>
                  <a:lnTo>
                    <a:pt x="8070821" y="3165129"/>
                  </a:lnTo>
                  <a:lnTo>
                    <a:pt x="8011551" y="3214189"/>
                  </a:lnTo>
                  <a:lnTo>
                    <a:pt x="7947950" y="3258758"/>
                  </a:lnTo>
                  <a:lnTo>
                    <a:pt x="7879312" y="3299288"/>
                  </a:lnTo>
                  <a:lnTo>
                    <a:pt x="7804984" y="3336205"/>
                  </a:lnTo>
                  <a:lnTo>
                    <a:pt x="7724423" y="3369890"/>
                  </a:lnTo>
                  <a:lnTo>
                    <a:pt x="7637271" y="3400667"/>
                  </a:lnTo>
                  <a:lnTo>
                    <a:pt x="7543457" y="3428787"/>
                  </a:lnTo>
                  <a:lnTo>
                    <a:pt x="7443308" y="3454431"/>
                  </a:lnTo>
                  <a:lnTo>
                    <a:pt x="7337683" y="3477711"/>
                  </a:lnTo>
                  <a:lnTo>
                    <a:pt x="7228088" y="3498668"/>
                  </a:lnTo>
                  <a:lnTo>
                    <a:pt x="7116751" y="3517294"/>
                  </a:lnTo>
                  <a:lnTo>
                    <a:pt x="7006603" y="3533546"/>
                  </a:lnTo>
                  <a:lnTo>
                    <a:pt x="6901136" y="3547376"/>
                  </a:lnTo>
                  <a:lnTo>
                    <a:pt x="6804087" y="3558765"/>
                  </a:lnTo>
                  <a:lnTo>
                    <a:pt x="6718999" y="3567757"/>
                  </a:lnTo>
                  <a:lnTo>
                    <a:pt x="6648699" y="3574482"/>
                  </a:lnTo>
                  <a:lnTo>
                    <a:pt x="6594821" y="3579169"/>
                  </a:lnTo>
                  <a:lnTo>
                    <a:pt x="6557487" y="3582132"/>
                  </a:lnTo>
                  <a:lnTo>
                    <a:pt x="6535205" y="3583751"/>
                  </a:lnTo>
                  <a:lnTo>
                    <a:pt x="6524966" y="3584434"/>
                  </a:lnTo>
                  <a:lnTo>
                    <a:pt x="6522385" y="3584593"/>
                  </a:lnTo>
                  <a:lnTo>
                    <a:pt x="5527445" y="3584593"/>
                  </a:lnTo>
                  <a:lnTo>
                    <a:pt x="5526314" y="3584579"/>
                  </a:lnTo>
                  <a:lnTo>
                    <a:pt x="5518844" y="3584474"/>
                  </a:lnTo>
                  <a:lnTo>
                    <a:pt x="5499915" y="3584186"/>
                  </a:lnTo>
                  <a:lnTo>
                    <a:pt x="5465818" y="3583618"/>
                  </a:lnTo>
                  <a:lnTo>
                    <a:pt x="5414485" y="3582678"/>
                  </a:lnTo>
                  <a:lnTo>
                    <a:pt x="5345636" y="3581291"/>
                  </a:lnTo>
                  <a:lnTo>
                    <a:pt x="5260726" y="3579397"/>
                  </a:lnTo>
                  <a:lnTo>
                    <a:pt x="5162623" y="3576962"/>
                  </a:lnTo>
                  <a:lnTo>
                    <a:pt x="5055087" y="3573974"/>
                  </a:lnTo>
                  <a:lnTo>
                    <a:pt x="4942179" y="3570435"/>
                  </a:lnTo>
                  <a:lnTo>
                    <a:pt x="4827728" y="3566356"/>
                  </a:lnTo>
                  <a:lnTo>
                    <a:pt x="4714966" y="3561747"/>
                  </a:lnTo>
                  <a:lnTo>
                    <a:pt x="4606342" y="3556611"/>
                  </a:lnTo>
                  <a:lnTo>
                    <a:pt x="4503503" y="3550937"/>
                  </a:lnTo>
                  <a:lnTo>
                    <a:pt x="4407371" y="3544701"/>
                  </a:lnTo>
                  <a:lnTo>
                    <a:pt x="4318282" y="3537859"/>
                  </a:lnTo>
                  <a:lnTo>
                    <a:pt x="4236132" y="3530350"/>
                  </a:lnTo>
                  <a:lnTo>
                    <a:pt x="4160510" y="3522098"/>
                  </a:lnTo>
                  <a:lnTo>
                    <a:pt x="4090807" y="3513013"/>
                  </a:lnTo>
                  <a:lnTo>
                    <a:pt x="4026302" y="3502994"/>
                  </a:lnTo>
                  <a:lnTo>
                    <a:pt x="3966222" y="3491935"/>
                  </a:lnTo>
                  <a:lnTo>
                    <a:pt x="3909796" y="3479738"/>
                  </a:lnTo>
                  <a:lnTo>
                    <a:pt x="3856288" y="3466328"/>
                  </a:lnTo>
                  <a:lnTo>
                    <a:pt x="3820202" y="3456198"/>
                  </a:lnTo>
                  <a:lnTo>
                    <a:pt x="3761380" y="3437761"/>
                  </a:lnTo>
                  <a:lnTo>
                    <a:pt x="3704339" y="3417556"/>
                  </a:lnTo>
                  <a:lnTo>
                    <a:pt x="3648446" y="3395555"/>
                  </a:lnTo>
                  <a:lnTo>
                    <a:pt x="3593228" y="3371779"/>
                  </a:lnTo>
                  <a:lnTo>
                    <a:pt x="3538342" y="3346312"/>
                  </a:lnTo>
                  <a:lnTo>
                    <a:pt x="3483558" y="3319299"/>
                  </a:lnTo>
                  <a:lnTo>
                    <a:pt x="3428736" y="3290950"/>
                  </a:lnTo>
                  <a:lnTo>
                    <a:pt x="3373815" y="3261531"/>
                  </a:lnTo>
                  <a:lnTo>
                    <a:pt x="3318791" y="3231364"/>
                  </a:lnTo>
                  <a:lnTo>
                    <a:pt x="3263704" y="3200803"/>
                  </a:lnTo>
                  <a:lnTo>
                    <a:pt x="3208613" y="3170224"/>
                  </a:lnTo>
                  <a:lnTo>
                    <a:pt x="3153582" y="3140006"/>
                  </a:lnTo>
                  <a:lnTo>
                    <a:pt x="3098650" y="3110505"/>
                  </a:lnTo>
                  <a:lnTo>
                    <a:pt x="3043821" y="3082046"/>
                  </a:lnTo>
                  <a:lnTo>
                    <a:pt x="2989037" y="3054902"/>
                  </a:lnTo>
                  <a:lnTo>
                    <a:pt x="2934169" y="3029287"/>
                  </a:lnTo>
                  <a:lnTo>
                    <a:pt x="2878994" y="3005353"/>
                  </a:lnTo>
                  <a:lnTo>
                    <a:pt x="2823180" y="2983188"/>
                  </a:lnTo>
                  <a:lnTo>
                    <a:pt x="2766267" y="2962820"/>
                  </a:lnTo>
                  <a:lnTo>
                    <a:pt x="2707639" y="2944224"/>
                  </a:lnTo>
                  <a:lnTo>
                    <a:pt x="2702183" y="2942616"/>
                  </a:lnTo>
                  <a:lnTo>
                    <a:pt x="2650322" y="2928335"/>
                  </a:lnTo>
                  <a:lnTo>
                    <a:pt x="2596013" y="2915294"/>
                  </a:lnTo>
                  <a:lnTo>
                    <a:pt x="2538571" y="2903448"/>
                  </a:lnTo>
                  <a:lnTo>
                    <a:pt x="2477247" y="2892711"/>
                  </a:lnTo>
                  <a:lnTo>
                    <a:pt x="2411263" y="2882983"/>
                  </a:lnTo>
                  <a:lnTo>
                    <a:pt x="2339858" y="2874158"/>
                  </a:lnTo>
                  <a:lnTo>
                    <a:pt x="2262335" y="2866138"/>
                  </a:lnTo>
                  <a:lnTo>
                    <a:pt x="2178137" y="2858837"/>
                  </a:lnTo>
                  <a:lnTo>
                    <a:pt x="2086931" y="2852181"/>
                  </a:lnTo>
                  <a:lnTo>
                    <a:pt x="1988729" y="2846118"/>
                  </a:lnTo>
                  <a:lnTo>
                    <a:pt x="1884029" y="2840607"/>
                  </a:lnTo>
                  <a:lnTo>
                    <a:pt x="1773956" y="2835630"/>
                  </a:lnTo>
                  <a:lnTo>
                    <a:pt x="1660393" y="2831179"/>
                  </a:lnTo>
                  <a:lnTo>
                    <a:pt x="1546033" y="2827260"/>
                  </a:lnTo>
                  <a:lnTo>
                    <a:pt x="1434314" y="2823885"/>
                  </a:lnTo>
                  <a:lnTo>
                    <a:pt x="1329182" y="2821063"/>
                  </a:lnTo>
                  <a:lnTo>
                    <a:pt x="1234668" y="2818793"/>
                  </a:lnTo>
                  <a:lnTo>
                    <a:pt x="1154327" y="2817055"/>
                  </a:lnTo>
                  <a:lnTo>
                    <a:pt x="1090651" y="2815809"/>
                  </a:lnTo>
                  <a:lnTo>
                    <a:pt x="1044597" y="2814990"/>
                  </a:lnTo>
                  <a:lnTo>
                    <a:pt x="1015343" y="2814516"/>
                  </a:lnTo>
                  <a:lnTo>
                    <a:pt x="1000306" y="2814293"/>
                  </a:lnTo>
                  <a:lnTo>
                    <a:pt x="995334" y="2814225"/>
                  </a:lnTo>
                  <a:lnTo>
                    <a:pt x="994940" y="2814220"/>
                  </a:lnTo>
                  <a:lnTo>
                    <a:pt x="0" y="2814220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20" name="pl1419"/>
            <p:cNvSpPr/>
            <p:nvPr/>
          </p:nvSpPr>
          <p:spPr>
            <a:xfrm>
              <a:off x="1199187" y="2536302"/>
              <a:ext cx="12049831" cy="3584593"/>
            </a:xfrm>
            <a:custGeom>
              <a:avLst/>
              <a:pathLst>
                <a:path w="12049831" h="3584593">
                  <a:moveTo>
                    <a:pt x="0" y="2814220"/>
                  </a:moveTo>
                  <a:lnTo>
                    <a:pt x="994940" y="2814220"/>
                  </a:lnTo>
                  <a:lnTo>
                    <a:pt x="996071" y="2814235"/>
                  </a:lnTo>
                  <a:lnTo>
                    <a:pt x="1003541" y="2814339"/>
                  </a:lnTo>
                  <a:lnTo>
                    <a:pt x="1022470" y="2814627"/>
                  </a:lnTo>
                  <a:lnTo>
                    <a:pt x="1056567" y="2815196"/>
                  </a:lnTo>
                  <a:lnTo>
                    <a:pt x="1107900" y="2816135"/>
                  </a:lnTo>
                  <a:lnTo>
                    <a:pt x="1176749" y="2817522"/>
                  </a:lnTo>
                  <a:lnTo>
                    <a:pt x="1261659" y="2819416"/>
                  </a:lnTo>
                  <a:lnTo>
                    <a:pt x="1359762" y="2821851"/>
                  </a:lnTo>
                  <a:lnTo>
                    <a:pt x="1467298" y="2824839"/>
                  </a:lnTo>
                  <a:lnTo>
                    <a:pt x="1580206" y="2828378"/>
                  </a:lnTo>
                  <a:lnTo>
                    <a:pt x="1694657" y="2832458"/>
                  </a:lnTo>
                  <a:lnTo>
                    <a:pt x="1807419" y="2837067"/>
                  </a:lnTo>
                  <a:lnTo>
                    <a:pt x="1916043" y="2842203"/>
                  </a:lnTo>
                  <a:lnTo>
                    <a:pt x="2018882" y="2847876"/>
                  </a:lnTo>
                  <a:lnTo>
                    <a:pt x="2115014" y="2854112"/>
                  </a:lnTo>
                  <a:lnTo>
                    <a:pt x="2204103" y="2860955"/>
                  </a:lnTo>
                  <a:lnTo>
                    <a:pt x="2286253" y="2868463"/>
                  </a:lnTo>
                  <a:lnTo>
                    <a:pt x="2361875" y="2876715"/>
                  </a:lnTo>
                  <a:lnTo>
                    <a:pt x="2431578" y="2885800"/>
                  </a:lnTo>
                  <a:lnTo>
                    <a:pt x="2496083" y="2895819"/>
                  </a:lnTo>
                  <a:lnTo>
                    <a:pt x="2556163" y="2906878"/>
                  </a:lnTo>
                  <a:lnTo>
                    <a:pt x="2612589" y="2919075"/>
                  </a:lnTo>
                  <a:lnTo>
                    <a:pt x="2666097" y="2932486"/>
                  </a:lnTo>
                  <a:lnTo>
                    <a:pt x="2702183" y="2942616"/>
                  </a:lnTo>
                  <a:lnTo>
                    <a:pt x="2761005" y="2961052"/>
                  </a:lnTo>
                  <a:lnTo>
                    <a:pt x="2818046" y="2981257"/>
                  </a:lnTo>
                  <a:lnTo>
                    <a:pt x="2873939" y="3003258"/>
                  </a:lnTo>
                  <a:lnTo>
                    <a:pt x="2929157" y="3027034"/>
                  </a:lnTo>
                  <a:lnTo>
                    <a:pt x="2984043" y="3052501"/>
                  </a:lnTo>
                  <a:lnTo>
                    <a:pt x="3038827" y="3079514"/>
                  </a:lnTo>
                  <a:lnTo>
                    <a:pt x="3093649" y="3107864"/>
                  </a:lnTo>
                  <a:lnTo>
                    <a:pt x="3148570" y="3137282"/>
                  </a:lnTo>
                  <a:lnTo>
                    <a:pt x="3203594" y="3167450"/>
                  </a:lnTo>
                  <a:lnTo>
                    <a:pt x="3258681" y="3198011"/>
                  </a:lnTo>
                  <a:lnTo>
                    <a:pt x="3313772" y="3228589"/>
                  </a:lnTo>
                  <a:lnTo>
                    <a:pt x="3368803" y="3258808"/>
                  </a:lnTo>
                  <a:lnTo>
                    <a:pt x="3423735" y="3288308"/>
                  </a:lnTo>
                  <a:lnTo>
                    <a:pt x="3478564" y="3316767"/>
                  </a:lnTo>
                  <a:lnTo>
                    <a:pt x="3533348" y="3343912"/>
                  </a:lnTo>
                  <a:lnTo>
                    <a:pt x="3588216" y="3369526"/>
                  </a:lnTo>
                  <a:lnTo>
                    <a:pt x="3643391" y="3393460"/>
                  </a:lnTo>
                  <a:lnTo>
                    <a:pt x="3699205" y="3415626"/>
                  </a:lnTo>
                  <a:lnTo>
                    <a:pt x="3756118" y="3435993"/>
                  </a:lnTo>
                  <a:lnTo>
                    <a:pt x="3814746" y="3454589"/>
                  </a:lnTo>
                  <a:lnTo>
                    <a:pt x="3820202" y="3456198"/>
                  </a:lnTo>
                  <a:lnTo>
                    <a:pt x="3872063" y="3470478"/>
                  </a:lnTo>
                  <a:lnTo>
                    <a:pt x="3926372" y="3483519"/>
                  </a:lnTo>
                  <a:lnTo>
                    <a:pt x="3983814" y="3495365"/>
                  </a:lnTo>
                  <a:lnTo>
                    <a:pt x="4045138" y="3506102"/>
                  </a:lnTo>
                  <a:lnTo>
                    <a:pt x="4111122" y="3515830"/>
                  </a:lnTo>
                  <a:lnTo>
                    <a:pt x="4182527" y="3524655"/>
                  </a:lnTo>
                  <a:lnTo>
                    <a:pt x="4260050" y="3532675"/>
                  </a:lnTo>
                  <a:lnTo>
                    <a:pt x="4344248" y="3539977"/>
                  </a:lnTo>
                  <a:lnTo>
                    <a:pt x="4435454" y="3546632"/>
                  </a:lnTo>
                  <a:lnTo>
                    <a:pt x="4533656" y="3552696"/>
                  </a:lnTo>
                  <a:lnTo>
                    <a:pt x="4638356" y="3558206"/>
                  </a:lnTo>
                  <a:lnTo>
                    <a:pt x="4748429" y="3563184"/>
                  </a:lnTo>
                  <a:lnTo>
                    <a:pt x="4861992" y="3567634"/>
                  </a:lnTo>
                  <a:lnTo>
                    <a:pt x="4976352" y="3571553"/>
                  </a:lnTo>
                  <a:lnTo>
                    <a:pt x="5088071" y="3574928"/>
                  </a:lnTo>
                  <a:lnTo>
                    <a:pt x="5193203" y="3577750"/>
                  </a:lnTo>
                  <a:lnTo>
                    <a:pt x="5287717" y="3580020"/>
                  </a:lnTo>
                  <a:lnTo>
                    <a:pt x="5368058" y="3581758"/>
                  </a:lnTo>
                  <a:lnTo>
                    <a:pt x="5431734" y="3583004"/>
                  </a:lnTo>
                  <a:lnTo>
                    <a:pt x="5477788" y="3583823"/>
                  </a:lnTo>
                  <a:lnTo>
                    <a:pt x="5507042" y="3584297"/>
                  </a:lnTo>
                  <a:lnTo>
                    <a:pt x="5522079" y="3584520"/>
                  </a:lnTo>
                  <a:lnTo>
                    <a:pt x="5527051" y="3584588"/>
                  </a:lnTo>
                  <a:lnTo>
                    <a:pt x="5527445" y="3584593"/>
                  </a:lnTo>
                  <a:lnTo>
                    <a:pt x="6522385" y="3584593"/>
                  </a:lnTo>
                  <a:lnTo>
                    <a:pt x="6523429" y="3584530"/>
                  </a:lnTo>
                  <a:lnTo>
                    <a:pt x="6530328" y="3584084"/>
                  </a:lnTo>
                  <a:lnTo>
                    <a:pt x="6547851" y="3582850"/>
                  </a:lnTo>
                  <a:lnTo>
                    <a:pt x="6579506" y="3580416"/>
                  </a:lnTo>
                  <a:lnTo>
                    <a:pt x="6627352" y="3576391"/>
                  </a:lnTo>
                  <a:lnTo>
                    <a:pt x="6691850" y="3570431"/>
                  </a:lnTo>
                  <a:lnTo>
                    <a:pt x="6771882" y="3562276"/>
                  </a:lnTo>
                  <a:lnTo>
                    <a:pt x="6865003" y="3551760"/>
                  </a:lnTo>
                  <a:lnTo>
                    <a:pt x="6967869" y="3538810"/>
                  </a:lnTo>
                  <a:lnTo>
                    <a:pt x="7076754" y="3523426"/>
                  </a:lnTo>
                  <a:lnTo>
                    <a:pt x="7188034" y="3505650"/>
                  </a:lnTo>
                  <a:lnTo>
                    <a:pt x="7298552" y="3485529"/>
                  </a:lnTo>
                  <a:lnTo>
                    <a:pt x="7405818" y="3463088"/>
                  </a:lnTo>
                  <a:lnTo>
                    <a:pt x="7508070" y="3438305"/>
                  </a:lnTo>
                  <a:lnTo>
                    <a:pt x="7604230" y="3411094"/>
                  </a:lnTo>
                  <a:lnTo>
                    <a:pt x="7693792" y="3381300"/>
                  </a:lnTo>
                  <a:lnTo>
                    <a:pt x="7776699" y="3348696"/>
                  </a:lnTo>
                  <a:lnTo>
                    <a:pt x="7853218" y="3312984"/>
                  </a:lnTo>
                  <a:lnTo>
                    <a:pt x="7923835" y="3273804"/>
                  </a:lnTo>
                  <a:lnTo>
                    <a:pt x="7989171" y="3230742"/>
                  </a:lnTo>
                  <a:lnTo>
                    <a:pt x="8049919" y="3183352"/>
                  </a:lnTo>
                  <a:lnTo>
                    <a:pt x="8106795" y="3131189"/>
                  </a:lnTo>
                  <a:lnTo>
                    <a:pt x="8160501" y="3073861"/>
                  </a:lnTo>
                  <a:lnTo>
                    <a:pt x="8211690" y="3011111"/>
                  </a:lnTo>
                  <a:lnTo>
                    <a:pt x="8229629" y="2987161"/>
                  </a:lnTo>
                  <a:lnTo>
                    <a:pt x="8270026" y="2929456"/>
                  </a:lnTo>
                  <a:lnTo>
                    <a:pt x="8309484" y="2867953"/>
                  </a:lnTo>
                  <a:lnTo>
                    <a:pt x="8348233" y="2802573"/>
                  </a:lnTo>
                  <a:lnTo>
                    <a:pt x="8386463" y="2733289"/>
                  </a:lnTo>
                  <a:lnTo>
                    <a:pt x="8424328" y="2660124"/>
                  </a:lnTo>
                  <a:lnTo>
                    <a:pt x="8461954" y="2583163"/>
                  </a:lnTo>
                  <a:lnTo>
                    <a:pt x="8499440" y="2502549"/>
                  </a:lnTo>
                  <a:lnTo>
                    <a:pt x="8536860" y="2418493"/>
                  </a:lnTo>
                  <a:lnTo>
                    <a:pt x="8574270" y="2331270"/>
                  </a:lnTo>
                  <a:lnTo>
                    <a:pt x="8611706" y="2241218"/>
                  </a:lnTo>
                  <a:lnTo>
                    <a:pt x="8649186" y="2148734"/>
                  </a:lnTo>
                  <a:lnTo>
                    <a:pt x="8686718" y="2054270"/>
                  </a:lnTo>
                  <a:lnTo>
                    <a:pt x="8724296" y="1958321"/>
                  </a:lnTo>
                  <a:lnTo>
                    <a:pt x="8761906" y="1861419"/>
                  </a:lnTo>
                  <a:lnTo>
                    <a:pt x="8799532" y="1764117"/>
                  </a:lnTo>
                  <a:lnTo>
                    <a:pt x="8837151" y="1666979"/>
                  </a:lnTo>
                  <a:lnTo>
                    <a:pt x="8874745" y="1570562"/>
                  </a:lnTo>
                  <a:lnTo>
                    <a:pt x="8912297" y="1475410"/>
                  </a:lnTo>
                  <a:lnTo>
                    <a:pt x="8949799" y="1382035"/>
                  </a:lnTo>
                  <a:lnTo>
                    <a:pt x="8987252" y="1290907"/>
                  </a:lnTo>
                  <a:lnTo>
                    <a:pt x="9024669" y="1202449"/>
                  </a:lnTo>
                  <a:lnTo>
                    <a:pt x="9062080" y="1117023"/>
                  </a:lnTo>
                  <a:lnTo>
                    <a:pt x="9099530" y="1034931"/>
                  </a:lnTo>
                  <a:lnTo>
                    <a:pt x="9137087" y="956410"/>
                  </a:lnTo>
                  <a:lnTo>
                    <a:pt x="9174837" y="881634"/>
                  </a:lnTo>
                  <a:lnTo>
                    <a:pt x="9212896" y="810709"/>
                  </a:lnTo>
                  <a:lnTo>
                    <a:pt x="9251406" y="743687"/>
                  </a:lnTo>
                  <a:lnTo>
                    <a:pt x="9290540" y="680559"/>
                  </a:lnTo>
                  <a:lnTo>
                    <a:pt x="9330511" y="621267"/>
                  </a:lnTo>
                  <a:lnTo>
                    <a:pt x="9347647" y="597432"/>
                  </a:lnTo>
                  <a:lnTo>
                    <a:pt x="9398074" y="532709"/>
                  </a:lnTo>
                  <a:lnTo>
                    <a:pt x="9450801" y="473447"/>
                  </a:lnTo>
                  <a:lnTo>
                    <a:pt x="9506456" y="419464"/>
                  </a:lnTo>
                  <a:lnTo>
                    <a:pt x="9565726" y="370404"/>
                  </a:lnTo>
                  <a:lnTo>
                    <a:pt x="9629327" y="325834"/>
                  </a:lnTo>
                  <a:lnTo>
                    <a:pt x="9697965" y="285305"/>
                  </a:lnTo>
                  <a:lnTo>
                    <a:pt x="9772293" y="248388"/>
                  </a:lnTo>
                  <a:lnTo>
                    <a:pt x="9852854" y="214702"/>
                  </a:lnTo>
                  <a:lnTo>
                    <a:pt x="9940005" y="183926"/>
                  </a:lnTo>
                  <a:lnTo>
                    <a:pt x="10033820" y="155806"/>
                  </a:lnTo>
                  <a:lnTo>
                    <a:pt x="10133969" y="130161"/>
                  </a:lnTo>
                  <a:lnTo>
                    <a:pt x="10239594" y="106882"/>
                  </a:lnTo>
                  <a:lnTo>
                    <a:pt x="10349188" y="85925"/>
                  </a:lnTo>
                  <a:lnTo>
                    <a:pt x="10460526" y="67298"/>
                  </a:lnTo>
                  <a:lnTo>
                    <a:pt x="10570673" y="51047"/>
                  </a:lnTo>
                  <a:lnTo>
                    <a:pt x="10676141" y="37217"/>
                  </a:lnTo>
                  <a:lnTo>
                    <a:pt x="10773190" y="25828"/>
                  </a:lnTo>
                  <a:lnTo>
                    <a:pt x="10858278" y="16836"/>
                  </a:lnTo>
                  <a:lnTo>
                    <a:pt x="10928578" y="10111"/>
                  </a:lnTo>
                  <a:lnTo>
                    <a:pt x="10982456" y="5424"/>
                  </a:lnTo>
                  <a:lnTo>
                    <a:pt x="11019789" y="2460"/>
                  </a:lnTo>
                  <a:lnTo>
                    <a:pt x="11042071" y="841"/>
                  </a:lnTo>
                  <a:lnTo>
                    <a:pt x="11052311" y="158"/>
                  </a:lnTo>
                  <a:lnTo>
                    <a:pt x="11054841" y="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1" name="pl1420"/>
            <p:cNvSpPr/>
            <p:nvPr/>
          </p:nvSpPr>
          <p:spPr>
            <a:xfrm>
              <a:off x="1199187" y="2531061"/>
              <a:ext cx="12049831" cy="3584593"/>
            </a:xfrm>
            <a:custGeom>
              <a:avLst/>
              <a:pathLst>
                <a:path w="12049831" h="3584593">
                  <a:moveTo>
                    <a:pt x="12049831" y="0"/>
                  </a:moveTo>
                  <a:lnTo>
                    <a:pt x="11054891" y="0"/>
                  </a:lnTo>
                  <a:lnTo>
                    <a:pt x="11053847" y="62"/>
                  </a:lnTo>
                  <a:lnTo>
                    <a:pt x="11046948" y="509"/>
                  </a:lnTo>
                  <a:lnTo>
                    <a:pt x="11029426" y="1743"/>
                  </a:lnTo>
                  <a:lnTo>
                    <a:pt x="10997770" y="4176"/>
                  </a:lnTo>
                  <a:lnTo>
                    <a:pt x="10949924" y="8202"/>
                  </a:lnTo>
                  <a:lnTo>
                    <a:pt x="10885427" y="14161"/>
                  </a:lnTo>
                  <a:lnTo>
                    <a:pt x="10805394" y="22316"/>
                  </a:lnTo>
                  <a:lnTo>
                    <a:pt x="10712273" y="32833"/>
                  </a:lnTo>
                  <a:lnTo>
                    <a:pt x="10609407" y="45783"/>
                  </a:lnTo>
                  <a:lnTo>
                    <a:pt x="10500523" y="61166"/>
                  </a:lnTo>
                  <a:lnTo>
                    <a:pt x="10389242" y="78943"/>
                  </a:lnTo>
                  <a:lnTo>
                    <a:pt x="10278725" y="99064"/>
                  </a:lnTo>
                  <a:lnTo>
                    <a:pt x="10171459" y="121505"/>
                  </a:lnTo>
                  <a:lnTo>
                    <a:pt x="10069206" y="146288"/>
                  </a:lnTo>
                  <a:lnTo>
                    <a:pt x="9973047" y="173499"/>
                  </a:lnTo>
                  <a:lnTo>
                    <a:pt x="9883485" y="203293"/>
                  </a:lnTo>
                  <a:lnTo>
                    <a:pt x="9800578" y="235897"/>
                  </a:lnTo>
                  <a:lnTo>
                    <a:pt x="9724059" y="271608"/>
                  </a:lnTo>
                  <a:lnTo>
                    <a:pt x="9653442" y="310789"/>
                  </a:lnTo>
                  <a:lnTo>
                    <a:pt x="9588105" y="353851"/>
                  </a:lnTo>
                  <a:lnTo>
                    <a:pt x="9527357" y="401241"/>
                  </a:lnTo>
                  <a:lnTo>
                    <a:pt x="9470482" y="453404"/>
                  </a:lnTo>
                  <a:lnTo>
                    <a:pt x="9416776" y="510732"/>
                  </a:lnTo>
                  <a:lnTo>
                    <a:pt x="9365587" y="573482"/>
                  </a:lnTo>
                  <a:lnTo>
                    <a:pt x="9347647" y="597432"/>
                  </a:lnTo>
                  <a:lnTo>
                    <a:pt x="9307251" y="655137"/>
                  </a:lnTo>
                  <a:lnTo>
                    <a:pt x="9267792" y="716640"/>
                  </a:lnTo>
                  <a:lnTo>
                    <a:pt x="9229043" y="782019"/>
                  </a:lnTo>
                  <a:lnTo>
                    <a:pt x="9190813" y="851304"/>
                  </a:lnTo>
                  <a:lnTo>
                    <a:pt x="9152948" y="924468"/>
                  </a:lnTo>
                  <a:lnTo>
                    <a:pt x="9115322" y="1001430"/>
                  </a:lnTo>
                  <a:lnTo>
                    <a:pt x="9077837" y="1082044"/>
                  </a:lnTo>
                  <a:lnTo>
                    <a:pt x="9040416" y="1166099"/>
                  </a:lnTo>
                  <a:lnTo>
                    <a:pt x="9003006" y="1253322"/>
                  </a:lnTo>
                  <a:lnTo>
                    <a:pt x="8965571" y="1343374"/>
                  </a:lnTo>
                  <a:lnTo>
                    <a:pt x="8928090" y="1435858"/>
                  </a:lnTo>
                  <a:lnTo>
                    <a:pt x="8890559" y="1530323"/>
                  </a:lnTo>
                  <a:lnTo>
                    <a:pt x="8852981" y="1626271"/>
                  </a:lnTo>
                  <a:lnTo>
                    <a:pt x="8815370" y="1723173"/>
                  </a:lnTo>
                  <a:lnTo>
                    <a:pt x="8777745" y="1820475"/>
                  </a:lnTo>
                  <a:lnTo>
                    <a:pt x="8740125" y="1917614"/>
                  </a:lnTo>
                  <a:lnTo>
                    <a:pt x="8702532" y="2014030"/>
                  </a:lnTo>
                  <a:lnTo>
                    <a:pt x="8664979" y="2109182"/>
                  </a:lnTo>
                  <a:lnTo>
                    <a:pt x="8627477" y="2202558"/>
                  </a:lnTo>
                  <a:lnTo>
                    <a:pt x="8590025" y="2293685"/>
                  </a:lnTo>
                  <a:lnTo>
                    <a:pt x="8552607" y="2382144"/>
                  </a:lnTo>
                  <a:lnTo>
                    <a:pt x="8515196" y="2467570"/>
                  </a:lnTo>
                  <a:lnTo>
                    <a:pt x="8477746" y="2549662"/>
                  </a:lnTo>
                  <a:lnTo>
                    <a:pt x="8440190" y="2628182"/>
                  </a:lnTo>
                  <a:lnTo>
                    <a:pt x="8402439" y="2702959"/>
                  </a:lnTo>
                  <a:lnTo>
                    <a:pt x="8364380" y="2773883"/>
                  </a:lnTo>
                  <a:lnTo>
                    <a:pt x="8325871" y="2840906"/>
                  </a:lnTo>
                  <a:lnTo>
                    <a:pt x="8286736" y="2904034"/>
                  </a:lnTo>
                  <a:lnTo>
                    <a:pt x="8246765" y="2963326"/>
                  </a:lnTo>
                  <a:lnTo>
                    <a:pt x="8229629" y="2987161"/>
                  </a:lnTo>
                  <a:lnTo>
                    <a:pt x="8179203" y="3051883"/>
                  </a:lnTo>
                  <a:lnTo>
                    <a:pt x="8126475" y="3111146"/>
                  </a:lnTo>
                  <a:lnTo>
                    <a:pt x="8070821" y="3165129"/>
                  </a:lnTo>
                  <a:lnTo>
                    <a:pt x="8011551" y="3214189"/>
                  </a:lnTo>
                  <a:lnTo>
                    <a:pt x="7947950" y="3258758"/>
                  </a:lnTo>
                  <a:lnTo>
                    <a:pt x="7879312" y="3299288"/>
                  </a:lnTo>
                  <a:lnTo>
                    <a:pt x="7804984" y="3336205"/>
                  </a:lnTo>
                  <a:lnTo>
                    <a:pt x="7724423" y="3369890"/>
                  </a:lnTo>
                  <a:lnTo>
                    <a:pt x="7637271" y="3400667"/>
                  </a:lnTo>
                  <a:lnTo>
                    <a:pt x="7543457" y="3428787"/>
                  </a:lnTo>
                  <a:lnTo>
                    <a:pt x="7443308" y="3454431"/>
                  </a:lnTo>
                  <a:lnTo>
                    <a:pt x="7337683" y="3477711"/>
                  </a:lnTo>
                  <a:lnTo>
                    <a:pt x="7228088" y="3498668"/>
                  </a:lnTo>
                  <a:lnTo>
                    <a:pt x="7116751" y="3517294"/>
                  </a:lnTo>
                  <a:lnTo>
                    <a:pt x="7006603" y="3533546"/>
                  </a:lnTo>
                  <a:lnTo>
                    <a:pt x="6901136" y="3547376"/>
                  </a:lnTo>
                  <a:lnTo>
                    <a:pt x="6804087" y="3558765"/>
                  </a:lnTo>
                  <a:lnTo>
                    <a:pt x="6718999" y="3567757"/>
                  </a:lnTo>
                  <a:lnTo>
                    <a:pt x="6648699" y="3574482"/>
                  </a:lnTo>
                  <a:lnTo>
                    <a:pt x="6594821" y="3579169"/>
                  </a:lnTo>
                  <a:lnTo>
                    <a:pt x="6557487" y="3582132"/>
                  </a:lnTo>
                  <a:lnTo>
                    <a:pt x="6535205" y="3583751"/>
                  </a:lnTo>
                  <a:lnTo>
                    <a:pt x="6524966" y="3584434"/>
                  </a:lnTo>
                  <a:lnTo>
                    <a:pt x="6522436" y="3584590"/>
                  </a:lnTo>
                  <a:lnTo>
                    <a:pt x="6522385" y="3584593"/>
                  </a:lnTo>
                  <a:lnTo>
                    <a:pt x="5527445" y="3584593"/>
                  </a:lnTo>
                  <a:lnTo>
                    <a:pt x="5526314" y="3584579"/>
                  </a:lnTo>
                  <a:lnTo>
                    <a:pt x="5518844" y="3584474"/>
                  </a:lnTo>
                  <a:lnTo>
                    <a:pt x="5499915" y="3584186"/>
                  </a:lnTo>
                  <a:lnTo>
                    <a:pt x="5465818" y="3583618"/>
                  </a:lnTo>
                  <a:lnTo>
                    <a:pt x="5414485" y="3582678"/>
                  </a:lnTo>
                  <a:lnTo>
                    <a:pt x="5345636" y="3581291"/>
                  </a:lnTo>
                  <a:lnTo>
                    <a:pt x="5260726" y="3579397"/>
                  </a:lnTo>
                  <a:lnTo>
                    <a:pt x="5162623" y="3576962"/>
                  </a:lnTo>
                  <a:lnTo>
                    <a:pt x="5055087" y="3573974"/>
                  </a:lnTo>
                  <a:lnTo>
                    <a:pt x="4942179" y="3570435"/>
                  </a:lnTo>
                  <a:lnTo>
                    <a:pt x="4827728" y="3566356"/>
                  </a:lnTo>
                  <a:lnTo>
                    <a:pt x="4714966" y="3561747"/>
                  </a:lnTo>
                  <a:lnTo>
                    <a:pt x="4606342" y="3556611"/>
                  </a:lnTo>
                  <a:lnTo>
                    <a:pt x="4503503" y="3550937"/>
                  </a:lnTo>
                  <a:lnTo>
                    <a:pt x="4407371" y="3544701"/>
                  </a:lnTo>
                  <a:lnTo>
                    <a:pt x="4318282" y="3537859"/>
                  </a:lnTo>
                  <a:lnTo>
                    <a:pt x="4236132" y="3530350"/>
                  </a:lnTo>
                  <a:lnTo>
                    <a:pt x="4160510" y="3522098"/>
                  </a:lnTo>
                  <a:lnTo>
                    <a:pt x="4090807" y="3513013"/>
                  </a:lnTo>
                  <a:lnTo>
                    <a:pt x="4026302" y="3502994"/>
                  </a:lnTo>
                  <a:lnTo>
                    <a:pt x="3966222" y="3491935"/>
                  </a:lnTo>
                  <a:lnTo>
                    <a:pt x="3909796" y="3479738"/>
                  </a:lnTo>
                  <a:lnTo>
                    <a:pt x="3856288" y="3466328"/>
                  </a:lnTo>
                  <a:lnTo>
                    <a:pt x="3820202" y="3456198"/>
                  </a:lnTo>
                  <a:lnTo>
                    <a:pt x="3761380" y="3437761"/>
                  </a:lnTo>
                  <a:lnTo>
                    <a:pt x="3704339" y="3417556"/>
                  </a:lnTo>
                  <a:lnTo>
                    <a:pt x="3648446" y="3395555"/>
                  </a:lnTo>
                  <a:lnTo>
                    <a:pt x="3593228" y="3371779"/>
                  </a:lnTo>
                  <a:lnTo>
                    <a:pt x="3538342" y="3346312"/>
                  </a:lnTo>
                  <a:lnTo>
                    <a:pt x="3483558" y="3319299"/>
                  </a:lnTo>
                  <a:lnTo>
                    <a:pt x="3428736" y="3290950"/>
                  </a:lnTo>
                  <a:lnTo>
                    <a:pt x="3373815" y="3261531"/>
                  </a:lnTo>
                  <a:lnTo>
                    <a:pt x="3318791" y="3231364"/>
                  </a:lnTo>
                  <a:lnTo>
                    <a:pt x="3263704" y="3200803"/>
                  </a:lnTo>
                  <a:lnTo>
                    <a:pt x="3208613" y="3170224"/>
                  </a:lnTo>
                  <a:lnTo>
                    <a:pt x="3153582" y="3140006"/>
                  </a:lnTo>
                  <a:lnTo>
                    <a:pt x="3098650" y="3110505"/>
                  </a:lnTo>
                  <a:lnTo>
                    <a:pt x="3043821" y="3082046"/>
                  </a:lnTo>
                  <a:lnTo>
                    <a:pt x="2989037" y="3054902"/>
                  </a:lnTo>
                  <a:lnTo>
                    <a:pt x="2934169" y="3029287"/>
                  </a:lnTo>
                  <a:lnTo>
                    <a:pt x="2878994" y="3005353"/>
                  </a:lnTo>
                  <a:lnTo>
                    <a:pt x="2823180" y="2983188"/>
                  </a:lnTo>
                  <a:lnTo>
                    <a:pt x="2766267" y="2962820"/>
                  </a:lnTo>
                  <a:lnTo>
                    <a:pt x="2707639" y="2944224"/>
                  </a:lnTo>
                  <a:lnTo>
                    <a:pt x="2702183" y="2942616"/>
                  </a:lnTo>
                  <a:lnTo>
                    <a:pt x="2650322" y="2928335"/>
                  </a:lnTo>
                  <a:lnTo>
                    <a:pt x="2596013" y="2915294"/>
                  </a:lnTo>
                  <a:lnTo>
                    <a:pt x="2538571" y="2903448"/>
                  </a:lnTo>
                  <a:lnTo>
                    <a:pt x="2477247" y="2892711"/>
                  </a:lnTo>
                  <a:lnTo>
                    <a:pt x="2411263" y="2882983"/>
                  </a:lnTo>
                  <a:lnTo>
                    <a:pt x="2339858" y="2874158"/>
                  </a:lnTo>
                  <a:lnTo>
                    <a:pt x="2262335" y="2866138"/>
                  </a:lnTo>
                  <a:lnTo>
                    <a:pt x="2178137" y="2858837"/>
                  </a:lnTo>
                  <a:lnTo>
                    <a:pt x="2086931" y="2852181"/>
                  </a:lnTo>
                  <a:lnTo>
                    <a:pt x="1988729" y="2846118"/>
                  </a:lnTo>
                  <a:lnTo>
                    <a:pt x="1884029" y="2840607"/>
                  </a:lnTo>
                  <a:lnTo>
                    <a:pt x="1773956" y="2835630"/>
                  </a:lnTo>
                  <a:lnTo>
                    <a:pt x="1660393" y="2831179"/>
                  </a:lnTo>
                  <a:lnTo>
                    <a:pt x="1546033" y="2827260"/>
                  </a:lnTo>
                  <a:lnTo>
                    <a:pt x="1434314" y="2823885"/>
                  </a:lnTo>
                  <a:lnTo>
                    <a:pt x="1329182" y="2821063"/>
                  </a:lnTo>
                  <a:lnTo>
                    <a:pt x="1234668" y="2818793"/>
                  </a:lnTo>
                  <a:lnTo>
                    <a:pt x="1154327" y="2817055"/>
                  </a:lnTo>
                  <a:lnTo>
                    <a:pt x="1090651" y="2815809"/>
                  </a:lnTo>
                  <a:lnTo>
                    <a:pt x="1044597" y="2814990"/>
                  </a:lnTo>
                  <a:lnTo>
                    <a:pt x="1015343" y="2814516"/>
                  </a:lnTo>
                  <a:lnTo>
                    <a:pt x="1000306" y="2814293"/>
                  </a:lnTo>
                  <a:lnTo>
                    <a:pt x="995334" y="2814225"/>
                  </a:lnTo>
                  <a:lnTo>
                    <a:pt x="994940" y="2814220"/>
                  </a:lnTo>
                  <a:lnTo>
                    <a:pt x="0" y="2814220"/>
                  </a:lnTo>
                  <a:lnTo>
                    <a:pt x="0" y="28142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2" name="pg1421"/>
            <p:cNvSpPr/>
            <p:nvPr/>
          </p:nvSpPr>
          <p:spPr>
            <a:xfrm>
              <a:off x="1199187" y="4622074"/>
              <a:ext cx="12049831" cy="1519783"/>
            </a:xfrm>
            <a:custGeom>
              <a:avLst/>
              <a:pathLst>
                <a:path w="12049831" h="1519783">
                  <a:moveTo>
                    <a:pt x="0" y="733688"/>
                  </a:moveTo>
                  <a:lnTo>
                    <a:pt x="994940" y="733688"/>
                  </a:lnTo>
                  <a:lnTo>
                    <a:pt x="996071" y="733703"/>
                  </a:lnTo>
                  <a:lnTo>
                    <a:pt x="1003539" y="733810"/>
                  </a:lnTo>
                  <a:lnTo>
                    <a:pt x="1022466" y="734104"/>
                  </a:lnTo>
                  <a:lnTo>
                    <a:pt x="1056557" y="734684"/>
                  </a:lnTo>
                  <a:lnTo>
                    <a:pt x="1107882" y="735642"/>
                  </a:lnTo>
                  <a:lnTo>
                    <a:pt x="1176722" y="737057"/>
                  </a:lnTo>
                  <a:lnTo>
                    <a:pt x="1261621" y="738990"/>
                  </a:lnTo>
                  <a:lnTo>
                    <a:pt x="1359714" y="741474"/>
                  </a:lnTo>
                  <a:lnTo>
                    <a:pt x="1467240" y="744522"/>
                  </a:lnTo>
                  <a:lnTo>
                    <a:pt x="1580140" y="748133"/>
                  </a:lnTo>
                  <a:lnTo>
                    <a:pt x="1694584" y="752295"/>
                  </a:lnTo>
                  <a:lnTo>
                    <a:pt x="1807342" y="756998"/>
                  </a:lnTo>
                  <a:lnTo>
                    <a:pt x="1915963" y="762238"/>
                  </a:lnTo>
                  <a:lnTo>
                    <a:pt x="2018801" y="768026"/>
                  </a:lnTo>
                  <a:lnTo>
                    <a:pt x="2114934" y="774389"/>
                  </a:lnTo>
                  <a:lnTo>
                    <a:pt x="2204023" y="781370"/>
                  </a:lnTo>
                  <a:lnTo>
                    <a:pt x="2286175" y="789031"/>
                  </a:lnTo>
                  <a:lnTo>
                    <a:pt x="2361799" y="797449"/>
                  </a:lnTo>
                  <a:lnTo>
                    <a:pt x="2431504" y="806718"/>
                  </a:lnTo>
                  <a:lnTo>
                    <a:pt x="2496011" y="816940"/>
                  </a:lnTo>
                  <a:lnTo>
                    <a:pt x="2556092" y="828223"/>
                  </a:lnTo>
                  <a:lnTo>
                    <a:pt x="2612519" y="840667"/>
                  </a:lnTo>
                  <a:lnTo>
                    <a:pt x="2666027" y="854348"/>
                  </a:lnTo>
                  <a:lnTo>
                    <a:pt x="2702183" y="864704"/>
                  </a:lnTo>
                  <a:lnTo>
                    <a:pt x="2760902" y="883482"/>
                  </a:lnTo>
                  <a:lnTo>
                    <a:pt x="2817844" y="904057"/>
                  </a:lnTo>
                  <a:lnTo>
                    <a:pt x="2873641" y="926459"/>
                  </a:lnTo>
                  <a:lnTo>
                    <a:pt x="2928764" y="950666"/>
                  </a:lnTo>
                  <a:lnTo>
                    <a:pt x="2983553" y="976592"/>
                  </a:lnTo>
                  <a:lnTo>
                    <a:pt x="3038239" y="1004093"/>
                  </a:lnTo>
                  <a:lnTo>
                    <a:pt x="3092962" y="1032955"/>
                  </a:lnTo>
                  <a:lnTo>
                    <a:pt x="3147784" y="1062908"/>
                  </a:lnTo>
                  <a:lnTo>
                    <a:pt x="3202708" y="1093627"/>
                  </a:lnTo>
                  <a:lnTo>
                    <a:pt x="3257696" y="1124752"/>
                  </a:lnTo>
                  <a:lnTo>
                    <a:pt x="3312688" y="1155902"/>
                  </a:lnTo>
                  <a:lnTo>
                    <a:pt x="3367623" y="1186694"/>
                  </a:lnTo>
                  <a:lnTo>
                    <a:pt x="3422459" y="1216763"/>
                  </a:lnTo>
                  <a:lnTo>
                    <a:pt x="3477193" y="1245780"/>
                  </a:lnTo>
                  <a:lnTo>
                    <a:pt x="3531878" y="1273466"/>
                  </a:lnTo>
                  <a:lnTo>
                    <a:pt x="3586643" y="1299603"/>
                  </a:lnTo>
                  <a:lnTo>
                    <a:pt x="3641707" y="1324034"/>
                  </a:lnTo>
                  <a:lnTo>
                    <a:pt x="3697395" y="1346668"/>
                  </a:lnTo>
                  <a:lnTo>
                    <a:pt x="3754160" y="1367475"/>
                  </a:lnTo>
                  <a:lnTo>
                    <a:pt x="3812611" y="1386478"/>
                  </a:lnTo>
                  <a:lnTo>
                    <a:pt x="3820202" y="1388768"/>
                  </a:lnTo>
                  <a:lnTo>
                    <a:pt x="3872059" y="1403338"/>
                  </a:lnTo>
                  <a:lnTo>
                    <a:pt x="3926366" y="1416645"/>
                  </a:lnTo>
                  <a:lnTo>
                    <a:pt x="3983804" y="1428733"/>
                  </a:lnTo>
                  <a:lnTo>
                    <a:pt x="4045123" y="1439688"/>
                  </a:lnTo>
                  <a:lnTo>
                    <a:pt x="4111102" y="1449614"/>
                  </a:lnTo>
                  <a:lnTo>
                    <a:pt x="4182502" y="1458619"/>
                  </a:lnTo>
                  <a:lnTo>
                    <a:pt x="4260017" y="1466802"/>
                  </a:lnTo>
                  <a:lnTo>
                    <a:pt x="4344207" y="1474253"/>
                  </a:lnTo>
                  <a:lnTo>
                    <a:pt x="4435405" y="1481044"/>
                  </a:lnTo>
                  <a:lnTo>
                    <a:pt x="4533597" y="1487231"/>
                  </a:lnTo>
                  <a:lnTo>
                    <a:pt x="4638288" y="1492854"/>
                  </a:lnTo>
                  <a:lnTo>
                    <a:pt x="4748351" y="1497933"/>
                  </a:lnTo>
                  <a:lnTo>
                    <a:pt x="4861906" y="1502475"/>
                  </a:lnTo>
                  <a:lnTo>
                    <a:pt x="4976260" y="1506474"/>
                  </a:lnTo>
                  <a:lnTo>
                    <a:pt x="5087976" y="1509918"/>
                  </a:lnTo>
                  <a:lnTo>
                    <a:pt x="5193109" y="1512798"/>
                  </a:lnTo>
                  <a:lnTo>
                    <a:pt x="5287630" y="1515115"/>
                  </a:lnTo>
                  <a:lnTo>
                    <a:pt x="5367983" y="1516888"/>
                  </a:lnTo>
                  <a:lnTo>
                    <a:pt x="5431673" y="1518160"/>
                  </a:lnTo>
                  <a:lnTo>
                    <a:pt x="5477745" y="1518997"/>
                  </a:lnTo>
                  <a:lnTo>
                    <a:pt x="5507016" y="1519481"/>
                  </a:lnTo>
                  <a:lnTo>
                    <a:pt x="5522067" y="1519709"/>
                  </a:lnTo>
                  <a:lnTo>
                    <a:pt x="5527048" y="1519778"/>
                  </a:lnTo>
                  <a:lnTo>
                    <a:pt x="5527445" y="1519783"/>
                  </a:lnTo>
                  <a:lnTo>
                    <a:pt x="6522385" y="1519783"/>
                  </a:lnTo>
                  <a:lnTo>
                    <a:pt x="6523504" y="1519755"/>
                  </a:lnTo>
                  <a:lnTo>
                    <a:pt x="6530887" y="1519552"/>
                  </a:lnTo>
                  <a:lnTo>
                    <a:pt x="6549606" y="1518992"/>
                  </a:lnTo>
                  <a:lnTo>
                    <a:pt x="6583336" y="1517888"/>
                  </a:lnTo>
                  <a:lnTo>
                    <a:pt x="6634149" y="1516064"/>
                  </a:lnTo>
                  <a:lnTo>
                    <a:pt x="6702350" y="1513368"/>
                  </a:lnTo>
                  <a:lnTo>
                    <a:pt x="6786539" y="1509686"/>
                  </a:lnTo>
                  <a:lnTo>
                    <a:pt x="6883911" y="1504951"/>
                  </a:lnTo>
                  <a:lnTo>
                    <a:pt x="6990767" y="1499136"/>
                  </a:lnTo>
                  <a:lnTo>
                    <a:pt x="7103095" y="1492246"/>
                  </a:lnTo>
                  <a:lnTo>
                    <a:pt x="7217096" y="1484302"/>
                  </a:lnTo>
                  <a:lnTo>
                    <a:pt x="7329546" y="1475325"/>
                  </a:lnTo>
                  <a:lnTo>
                    <a:pt x="7437988" y="1465319"/>
                  </a:lnTo>
                  <a:lnTo>
                    <a:pt x="7540757" y="1454268"/>
                  </a:lnTo>
                  <a:lnTo>
                    <a:pt x="7636906" y="1442122"/>
                  </a:lnTo>
                  <a:lnTo>
                    <a:pt x="7726074" y="1428800"/>
                  </a:lnTo>
                  <a:lnTo>
                    <a:pt x="7808341" y="1414187"/>
                  </a:lnTo>
                  <a:lnTo>
                    <a:pt x="7884097" y="1398136"/>
                  </a:lnTo>
                  <a:lnTo>
                    <a:pt x="7953933" y="1380474"/>
                  </a:lnTo>
                  <a:lnTo>
                    <a:pt x="8018557" y="1361004"/>
                  </a:lnTo>
                  <a:lnTo>
                    <a:pt x="8078727" y="1339523"/>
                  </a:lnTo>
                  <a:lnTo>
                    <a:pt x="8135211" y="1315838"/>
                  </a:lnTo>
                  <a:lnTo>
                    <a:pt x="8188738" y="1289795"/>
                  </a:lnTo>
                  <a:lnTo>
                    <a:pt x="8229629" y="1267360"/>
                  </a:lnTo>
                  <a:lnTo>
                    <a:pt x="8282876" y="1234753"/>
                  </a:lnTo>
                  <a:lnTo>
                    <a:pt x="8334614" y="1199315"/>
                  </a:lnTo>
                  <a:lnTo>
                    <a:pt x="8385327" y="1160993"/>
                  </a:lnTo>
                  <a:lnTo>
                    <a:pt x="8435392" y="1119801"/>
                  </a:lnTo>
                  <a:lnTo>
                    <a:pt x="8485090" y="1075830"/>
                  </a:lnTo>
                  <a:lnTo>
                    <a:pt x="8534626" y="1029249"/>
                  </a:lnTo>
                  <a:lnTo>
                    <a:pt x="8584137" y="980314"/>
                  </a:lnTo>
                  <a:lnTo>
                    <a:pt x="8633702" y="929362"/>
                  </a:lnTo>
                  <a:lnTo>
                    <a:pt x="8683353" y="876804"/>
                  </a:lnTo>
                  <a:lnTo>
                    <a:pt x="8733086" y="823115"/>
                  </a:lnTo>
                  <a:lnTo>
                    <a:pt x="8782870" y="768817"/>
                  </a:lnTo>
                  <a:lnTo>
                    <a:pt x="8832658" y="714454"/>
                  </a:lnTo>
                  <a:lnTo>
                    <a:pt x="8882407" y="660577"/>
                  </a:lnTo>
                  <a:lnTo>
                    <a:pt x="8932079" y="607713"/>
                  </a:lnTo>
                  <a:lnTo>
                    <a:pt x="8981662" y="556349"/>
                  </a:lnTo>
                  <a:lnTo>
                    <a:pt x="9031181" y="506914"/>
                  </a:lnTo>
                  <a:lnTo>
                    <a:pt x="9080701" y="459762"/>
                  </a:lnTo>
                  <a:lnTo>
                    <a:pt x="9130346" y="415168"/>
                  </a:lnTo>
                  <a:lnTo>
                    <a:pt x="9180303" y="373321"/>
                  </a:lnTo>
                  <a:lnTo>
                    <a:pt x="9230837" y="334331"/>
                  </a:lnTo>
                  <a:lnTo>
                    <a:pt x="9282298" y="298227"/>
                  </a:lnTo>
                  <a:lnTo>
                    <a:pt x="9335145" y="264972"/>
                  </a:lnTo>
                  <a:lnTo>
                    <a:pt x="9347647" y="257664"/>
                  </a:lnTo>
                  <a:lnTo>
                    <a:pt x="9399297" y="229696"/>
                  </a:lnTo>
                  <a:lnTo>
                    <a:pt x="9453373" y="204146"/>
                  </a:lnTo>
                  <a:lnTo>
                    <a:pt x="9510551" y="180926"/>
                  </a:lnTo>
                  <a:lnTo>
                    <a:pt x="9571571" y="159874"/>
                  </a:lnTo>
                  <a:lnTo>
                    <a:pt x="9637201" y="140791"/>
                  </a:lnTo>
                  <a:lnTo>
                    <a:pt x="9708196" y="123474"/>
                  </a:lnTo>
                  <a:lnTo>
                    <a:pt x="9785243" y="107731"/>
                  </a:lnTo>
                  <a:lnTo>
                    <a:pt x="9868900" y="93394"/>
                  </a:lnTo>
                  <a:lnTo>
                    <a:pt x="9959504" y="80321"/>
                  </a:lnTo>
                  <a:lnTo>
                    <a:pt x="10057055" y="68405"/>
                  </a:lnTo>
                  <a:lnTo>
                    <a:pt x="10161085" y="57570"/>
                  </a:lnTo>
                  <a:lnTo>
                    <a:pt x="10270509" y="47776"/>
                  </a:lnTo>
                  <a:lnTo>
                    <a:pt x="10383503" y="39009"/>
                  </a:lnTo>
                  <a:lnTo>
                    <a:pt x="10497447" y="31279"/>
                  </a:lnTo>
                  <a:lnTo>
                    <a:pt x="10608977" y="24608"/>
                  </a:lnTo>
                  <a:lnTo>
                    <a:pt x="10714215" y="19015"/>
                  </a:lnTo>
                  <a:lnTo>
                    <a:pt x="10809167" y="14499"/>
                  </a:lnTo>
                  <a:lnTo>
                    <a:pt x="10890269" y="11026"/>
                  </a:lnTo>
                  <a:lnTo>
                    <a:pt x="10954970" y="8519"/>
                  </a:lnTo>
                  <a:lnTo>
                    <a:pt x="11002199" y="6856"/>
                  </a:lnTo>
                  <a:lnTo>
                    <a:pt x="11032630" y="5878"/>
                  </a:lnTo>
                  <a:lnTo>
                    <a:pt x="11048678" y="5407"/>
                  </a:lnTo>
                  <a:lnTo>
                    <a:pt x="11054323" y="525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3" y="28"/>
                  </a:lnTo>
                  <a:lnTo>
                    <a:pt x="11046389" y="231"/>
                  </a:lnTo>
                  <a:lnTo>
                    <a:pt x="11027671" y="791"/>
                  </a:lnTo>
                  <a:lnTo>
                    <a:pt x="10993940" y="1894"/>
                  </a:lnTo>
                  <a:lnTo>
                    <a:pt x="10943128" y="3719"/>
                  </a:lnTo>
                  <a:lnTo>
                    <a:pt x="10874926" y="6415"/>
                  </a:lnTo>
                  <a:lnTo>
                    <a:pt x="10790737" y="10097"/>
                  </a:lnTo>
                  <a:lnTo>
                    <a:pt x="10693366" y="14832"/>
                  </a:lnTo>
                  <a:lnTo>
                    <a:pt x="10586510" y="20647"/>
                  </a:lnTo>
                  <a:lnTo>
                    <a:pt x="10474181" y="27537"/>
                  </a:lnTo>
                  <a:lnTo>
                    <a:pt x="10360180" y="35481"/>
                  </a:lnTo>
                  <a:lnTo>
                    <a:pt x="10247730" y="44458"/>
                  </a:lnTo>
                  <a:lnTo>
                    <a:pt x="10139289" y="54464"/>
                  </a:lnTo>
                  <a:lnTo>
                    <a:pt x="10036520" y="65515"/>
                  </a:lnTo>
                  <a:lnTo>
                    <a:pt x="9940371" y="77661"/>
                  </a:lnTo>
                  <a:lnTo>
                    <a:pt x="9851203" y="90983"/>
                  </a:lnTo>
                  <a:lnTo>
                    <a:pt x="9768936" y="105596"/>
                  </a:lnTo>
                  <a:lnTo>
                    <a:pt x="9693180" y="121646"/>
                  </a:lnTo>
                  <a:lnTo>
                    <a:pt x="9623343" y="139309"/>
                  </a:lnTo>
                  <a:lnTo>
                    <a:pt x="9558720" y="158779"/>
                  </a:lnTo>
                  <a:lnTo>
                    <a:pt x="9498549" y="180260"/>
                  </a:lnTo>
                  <a:lnTo>
                    <a:pt x="9442066" y="203945"/>
                  </a:lnTo>
                  <a:lnTo>
                    <a:pt x="9388539" y="229988"/>
                  </a:lnTo>
                  <a:lnTo>
                    <a:pt x="9347647" y="252423"/>
                  </a:lnTo>
                  <a:lnTo>
                    <a:pt x="9294400" y="285030"/>
                  </a:lnTo>
                  <a:lnTo>
                    <a:pt x="9242663" y="320468"/>
                  </a:lnTo>
                  <a:lnTo>
                    <a:pt x="9191949" y="358790"/>
                  </a:lnTo>
                  <a:lnTo>
                    <a:pt x="9141885" y="399981"/>
                  </a:lnTo>
                  <a:lnTo>
                    <a:pt x="9092187" y="443953"/>
                  </a:lnTo>
                  <a:lnTo>
                    <a:pt x="9042651" y="490534"/>
                  </a:lnTo>
                  <a:lnTo>
                    <a:pt x="8993140" y="539469"/>
                  </a:lnTo>
                  <a:lnTo>
                    <a:pt x="8943575" y="590421"/>
                  </a:lnTo>
                  <a:lnTo>
                    <a:pt x="8893923" y="642979"/>
                  </a:lnTo>
                  <a:lnTo>
                    <a:pt x="8844190" y="696667"/>
                  </a:lnTo>
                  <a:lnTo>
                    <a:pt x="8794407" y="750966"/>
                  </a:lnTo>
                  <a:lnTo>
                    <a:pt x="8744618" y="805329"/>
                  </a:lnTo>
                  <a:lnTo>
                    <a:pt x="8694870" y="859206"/>
                  </a:lnTo>
                  <a:lnTo>
                    <a:pt x="8645198" y="912070"/>
                  </a:lnTo>
                  <a:lnTo>
                    <a:pt x="8595614" y="963434"/>
                  </a:lnTo>
                  <a:lnTo>
                    <a:pt x="8546096" y="1012869"/>
                  </a:lnTo>
                  <a:lnTo>
                    <a:pt x="8496576" y="1060021"/>
                  </a:lnTo>
                  <a:lnTo>
                    <a:pt x="8446931" y="1104615"/>
                  </a:lnTo>
                  <a:lnTo>
                    <a:pt x="8396973" y="1146462"/>
                  </a:lnTo>
                  <a:lnTo>
                    <a:pt x="8346440" y="1185452"/>
                  </a:lnTo>
                  <a:lnTo>
                    <a:pt x="8294979" y="1221556"/>
                  </a:lnTo>
                  <a:lnTo>
                    <a:pt x="8242131" y="1254811"/>
                  </a:lnTo>
                  <a:lnTo>
                    <a:pt x="8229629" y="1262119"/>
                  </a:lnTo>
                  <a:lnTo>
                    <a:pt x="8177979" y="1290086"/>
                  </a:lnTo>
                  <a:lnTo>
                    <a:pt x="8123903" y="1315637"/>
                  </a:lnTo>
                  <a:lnTo>
                    <a:pt x="8066726" y="1338857"/>
                  </a:lnTo>
                  <a:lnTo>
                    <a:pt x="8005706" y="1359909"/>
                  </a:lnTo>
                  <a:lnTo>
                    <a:pt x="7940075" y="1378992"/>
                  </a:lnTo>
                  <a:lnTo>
                    <a:pt x="7869081" y="1396309"/>
                  </a:lnTo>
                  <a:lnTo>
                    <a:pt x="7792034" y="1412052"/>
                  </a:lnTo>
                  <a:lnTo>
                    <a:pt x="7708377" y="1426389"/>
                  </a:lnTo>
                  <a:lnTo>
                    <a:pt x="7617773" y="1439462"/>
                  </a:lnTo>
                  <a:lnTo>
                    <a:pt x="7520221" y="1451378"/>
                  </a:lnTo>
                  <a:lnTo>
                    <a:pt x="7416191" y="1462212"/>
                  </a:lnTo>
                  <a:lnTo>
                    <a:pt x="7306767" y="1472007"/>
                  </a:lnTo>
                  <a:lnTo>
                    <a:pt x="7193773" y="1480774"/>
                  </a:lnTo>
                  <a:lnTo>
                    <a:pt x="7079830" y="1488504"/>
                  </a:lnTo>
                  <a:lnTo>
                    <a:pt x="6968299" y="1495175"/>
                  </a:lnTo>
                  <a:lnTo>
                    <a:pt x="6863061" y="1500768"/>
                  </a:lnTo>
                  <a:lnTo>
                    <a:pt x="6768110" y="1505284"/>
                  </a:lnTo>
                  <a:lnTo>
                    <a:pt x="6687007" y="1508757"/>
                  </a:lnTo>
                  <a:lnTo>
                    <a:pt x="6622307" y="1511264"/>
                  </a:lnTo>
                  <a:lnTo>
                    <a:pt x="6575077" y="1512927"/>
                  </a:lnTo>
                  <a:lnTo>
                    <a:pt x="6544646" y="1513905"/>
                  </a:lnTo>
                  <a:lnTo>
                    <a:pt x="6528598" y="1514376"/>
                  </a:lnTo>
                  <a:lnTo>
                    <a:pt x="6522954" y="1514528"/>
                  </a:lnTo>
                  <a:lnTo>
                    <a:pt x="6522385" y="1514543"/>
                  </a:lnTo>
                  <a:lnTo>
                    <a:pt x="5527445" y="1514543"/>
                  </a:lnTo>
                  <a:lnTo>
                    <a:pt x="5526314" y="1514528"/>
                  </a:lnTo>
                  <a:lnTo>
                    <a:pt x="5518846" y="1514421"/>
                  </a:lnTo>
                  <a:lnTo>
                    <a:pt x="5499919" y="1514127"/>
                  </a:lnTo>
                  <a:lnTo>
                    <a:pt x="5465828" y="1513547"/>
                  </a:lnTo>
                  <a:lnTo>
                    <a:pt x="5414503" y="1512589"/>
                  </a:lnTo>
                  <a:lnTo>
                    <a:pt x="5345663" y="1511174"/>
                  </a:lnTo>
                  <a:lnTo>
                    <a:pt x="5260764" y="1509241"/>
                  </a:lnTo>
                  <a:lnTo>
                    <a:pt x="5162671" y="1506757"/>
                  </a:lnTo>
                  <a:lnTo>
                    <a:pt x="5055145" y="1503709"/>
                  </a:lnTo>
                  <a:lnTo>
                    <a:pt x="4942245" y="1500098"/>
                  </a:lnTo>
                  <a:lnTo>
                    <a:pt x="4827801" y="1495936"/>
                  </a:lnTo>
                  <a:lnTo>
                    <a:pt x="4715043" y="1491233"/>
                  </a:lnTo>
                  <a:lnTo>
                    <a:pt x="4606422" y="1485993"/>
                  </a:lnTo>
                  <a:lnTo>
                    <a:pt x="4503584" y="1480205"/>
                  </a:lnTo>
                  <a:lnTo>
                    <a:pt x="4407451" y="1473842"/>
                  </a:lnTo>
                  <a:lnTo>
                    <a:pt x="4318361" y="1466861"/>
                  </a:lnTo>
                  <a:lnTo>
                    <a:pt x="4236210" y="1459200"/>
                  </a:lnTo>
                  <a:lnTo>
                    <a:pt x="4160586" y="1450782"/>
                  </a:lnTo>
                  <a:lnTo>
                    <a:pt x="4090881" y="1441513"/>
                  </a:lnTo>
                  <a:lnTo>
                    <a:pt x="4026374" y="1431291"/>
                  </a:lnTo>
                  <a:lnTo>
                    <a:pt x="3966293" y="1420008"/>
                  </a:lnTo>
                  <a:lnTo>
                    <a:pt x="3909866" y="1407564"/>
                  </a:lnTo>
                  <a:lnTo>
                    <a:pt x="3856358" y="1393883"/>
                  </a:lnTo>
                  <a:lnTo>
                    <a:pt x="3820202" y="1383527"/>
                  </a:lnTo>
                  <a:lnTo>
                    <a:pt x="3761483" y="1364749"/>
                  </a:lnTo>
                  <a:lnTo>
                    <a:pt x="3704541" y="1344174"/>
                  </a:lnTo>
                  <a:lnTo>
                    <a:pt x="3648744" y="1321772"/>
                  </a:lnTo>
                  <a:lnTo>
                    <a:pt x="3593621" y="1297565"/>
                  </a:lnTo>
                  <a:lnTo>
                    <a:pt x="3538832" y="1271639"/>
                  </a:lnTo>
                  <a:lnTo>
                    <a:pt x="3484146" y="1244138"/>
                  </a:lnTo>
                  <a:lnTo>
                    <a:pt x="3429423" y="1215276"/>
                  </a:lnTo>
                  <a:lnTo>
                    <a:pt x="3374601" y="1185323"/>
                  </a:lnTo>
                  <a:lnTo>
                    <a:pt x="3319677" y="1154604"/>
                  </a:lnTo>
                  <a:lnTo>
                    <a:pt x="3264689" y="1123479"/>
                  </a:lnTo>
                  <a:lnTo>
                    <a:pt x="3209697" y="1092329"/>
                  </a:lnTo>
                  <a:lnTo>
                    <a:pt x="3154762" y="1061537"/>
                  </a:lnTo>
                  <a:lnTo>
                    <a:pt x="3099926" y="1031468"/>
                  </a:lnTo>
                  <a:lnTo>
                    <a:pt x="3045192" y="1002451"/>
                  </a:lnTo>
                  <a:lnTo>
                    <a:pt x="2990507" y="974765"/>
                  </a:lnTo>
                  <a:lnTo>
                    <a:pt x="2935742" y="948628"/>
                  </a:lnTo>
                  <a:lnTo>
                    <a:pt x="2880678" y="924197"/>
                  </a:lnTo>
                  <a:lnTo>
                    <a:pt x="2824990" y="901563"/>
                  </a:lnTo>
                  <a:lnTo>
                    <a:pt x="2768225" y="880756"/>
                  </a:lnTo>
                  <a:lnTo>
                    <a:pt x="2709774" y="861753"/>
                  </a:lnTo>
                  <a:lnTo>
                    <a:pt x="2702183" y="859463"/>
                  </a:lnTo>
                  <a:lnTo>
                    <a:pt x="2650326" y="844893"/>
                  </a:lnTo>
                  <a:lnTo>
                    <a:pt x="2596019" y="831586"/>
                  </a:lnTo>
                  <a:lnTo>
                    <a:pt x="2538581" y="819498"/>
                  </a:lnTo>
                  <a:lnTo>
                    <a:pt x="2477262" y="808543"/>
                  </a:lnTo>
                  <a:lnTo>
                    <a:pt x="2411283" y="798617"/>
                  </a:lnTo>
                  <a:lnTo>
                    <a:pt x="2339883" y="789612"/>
                  </a:lnTo>
                  <a:lnTo>
                    <a:pt x="2262368" y="781429"/>
                  </a:lnTo>
                  <a:lnTo>
                    <a:pt x="2178178" y="773978"/>
                  </a:lnTo>
                  <a:lnTo>
                    <a:pt x="2086980" y="767187"/>
                  </a:lnTo>
                  <a:lnTo>
                    <a:pt x="1988788" y="761000"/>
                  </a:lnTo>
                  <a:lnTo>
                    <a:pt x="1884097" y="755377"/>
                  </a:lnTo>
                  <a:lnTo>
                    <a:pt x="1774034" y="750298"/>
                  </a:lnTo>
                  <a:lnTo>
                    <a:pt x="1660479" y="745756"/>
                  </a:lnTo>
                  <a:lnTo>
                    <a:pt x="1546125" y="741757"/>
                  </a:lnTo>
                  <a:lnTo>
                    <a:pt x="1434409" y="738313"/>
                  </a:lnTo>
                  <a:lnTo>
                    <a:pt x="1329276" y="735433"/>
                  </a:lnTo>
                  <a:lnTo>
                    <a:pt x="1234755" y="733116"/>
                  </a:lnTo>
                  <a:lnTo>
                    <a:pt x="1154402" y="731343"/>
                  </a:lnTo>
                  <a:lnTo>
                    <a:pt x="1090712" y="730071"/>
                  </a:lnTo>
                  <a:lnTo>
                    <a:pt x="1044640" y="729234"/>
                  </a:lnTo>
                  <a:lnTo>
                    <a:pt x="1015369" y="728750"/>
                  </a:lnTo>
                  <a:lnTo>
                    <a:pt x="1000318" y="728522"/>
                  </a:lnTo>
                  <a:lnTo>
                    <a:pt x="995337" y="728453"/>
                  </a:lnTo>
                  <a:lnTo>
                    <a:pt x="994940" y="728448"/>
                  </a:lnTo>
                  <a:lnTo>
                    <a:pt x="0" y="728448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23" name="pl1422"/>
            <p:cNvSpPr/>
            <p:nvPr/>
          </p:nvSpPr>
          <p:spPr>
            <a:xfrm>
              <a:off x="1199187" y="4627315"/>
              <a:ext cx="12049831" cy="1514543"/>
            </a:xfrm>
            <a:custGeom>
              <a:avLst/>
              <a:pathLst>
                <a:path w="12049831" h="1514543">
                  <a:moveTo>
                    <a:pt x="0" y="728448"/>
                  </a:moveTo>
                  <a:lnTo>
                    <a:pt x="994940" y="728448"/>
                  </a:lnTo>
                  <a:lnTo>
                    <a:pt x="996071" y="728463"/>
                  </a:lnTo>
                  <a:lnTo>
                    <a:pt x="1003539" y="728569"/>
                  </a:lnTo>
                  <a:lnTo>
                    <a:pt x="1022466" y="728863"/>
                  </a:lnTo>
                  <a:lnTo>
                    <a:pt x="1056557" y="729443"/>
                  </a:lnTo>
                  <a:lnTo>
                    <a:pt x="1107882" y="730401"/>
                  </a:lnTo>
                  <a:lnTo>
                    <a:pt x="1176722" y="731817"/>
                  </a:lnTo>
                  <a:lnTo>
                    <a:pt x="1261621" y="733749"/>
                  </a:lnTo>
                  <a:lnTo>
                    <a:pt x="1359714" y="736233"/>
                  </a:lnTo>
                  <a:lnTo>
                    <a:pt x="1467240" y="739282"/>
                  </a:lnTo>
                  <a:lnTo>
                    <a:pt x="1580140" y="742893"/>
                  </a:lnTo>
                  <a:lnTo>
                    <a:pt x="1694584" y="747055"/>
                  </a:lnTo>
                  <a:lnTo>
                    <a:pt x="1807342" y="751757"/>
                  </a:lnTo>
                  <a:lnTo>
                    <a:pt x="1915963" y="756997"/>
                  </a:lnTo>
                  <a:lnTo>
                    <a:pt x="2018801" y="762785"/>
                  </a:lnTo>
                  <a:lnTo>
                    <a:pt x="2114934" y="769148"/>
                  </a:lnTo>
                  <a:lnTo>
                    <a:pt x="2204023" y="776129"/>
                  </a:lnTo>
                  <a:lnTo>
                    <a:pt x="2286175" y="783790"/>
                  </a:lnTo>
                  <a:lnTo>
                    <a:pt x="2361799" y="792209"/>
                  </a:lnTo>
                  <a:lnTo>
                    <a:pt x="2431504" y="801477"/>
                  </a:lnTo>
                  <a:lnTo>
                    <a:pt x="2496011" y="811700"/>
                  </a:lnTo>
                  <a:lnTo>
                    <a:pt x="2556092" y="822982"/>
                  </a:lnTo>
                  <a:lnTo>
                    <a:pt x="2612519" y="835426"/>
                  </a:lnTo>
                  <a:lnTo>
                    <a:pt x="2666027" y="849108"/>
                  </a:lnTo>
                  <a:lnTo>
                    <a:pt x="2702183" y="859463"/>
                  </a:lnTo>
                  <a:lnTo>
                    <a:pt x="2760902" y="878241"/>
                  </a:lnTo>
                  <a:lnTo>
                    <a:pt x="2817844" y="898816"/>
                  </a:lnTo>
                  <a:lnTo>
                    <a:pt x="2873641" y="921219"/>
                  </a:lnTo>
                  <a:lnTo>
                    <a:pt x="2928764" y="945425"/>
                  </a:lnTo>
                  <a:lnTo>
                    <a:pt x="2983553" y="971352"/>
                  </a:lnTo>
                  <a:lnTo>
                    <a:pt x="3038239" y="998852"/>
                  </a:lnTo>
                  <a:lnTo>
                    <a:pt x="3092962" y="1027715"/>
                  </a:lnTo>
                  <a:lnTo>
                    <a:pt x="3147784" y="1057667"/>
                  </a:lnTo>
                  <a:lnTo>
                    <a:pt x="3202708" y="1088386"/>
                  </a:lnTo>
                  <a:lnTo>
                    <a:pt x="3257696" y="1119512"/>
                  </a:lnTo>
                  <a:lnTo>
                    <a:pt x="3312688" y="1150662"/>
                  </a:lnTo>
                  <a:lnTo>
                    <a:pt x="3367623" y="1181453"/>
                  </a:lnTo>
                  <a:lnTo>
                    <a:pt x="3422459" y="1211522"/>
                  </a:lnTo>
                  <a:lnTo>
                    <a:pt x="3477193" y="1240539"/>
                  </a:lnTo>
                  <a:lnTo>
                    <a:pt x="3531878" y="1268226"/>
                  </a:lnTo>
                  <a:lnTo>
                    <a:pt x="3586643" y="1294362"/>
                  </a:lnTo>
                  <a:lnTo>
                    <a:pt x="3641707" y="1318793"/>
                  </a:lnTo>
                  <a:lnTo>
                    <a:pt x="3697395" y="1341427"/>
                  </a:lnTo>
                  <a:lnTo>
                    <a:pt x="3754160" y="1362234"/>
                  </a:lnTo>
                  <a:lnTo>
                    <a:pt x="3812611" y="1381237"/>
                  </a:lnTo>
                  <a:lnTo>
                    <a:pt x="3820202" y="1383527"/>
                  </a:lnTo>
                  <a:lnTo>
                    <a:pt x="3872059" y="1398098"/>
                  </a:lnTo>
                  <a:lnTo>
                    <a:pt x="3926366" y="1411404"/>
                  </a:lnTo>
                  <a:lnTo>
                    <a:pt x="3983804" y="1423492"/>
                  </a:lnTo>
                  <a:lnTo>
                    <a:pt x="4045123" y="1434447"/>
                  </a:lnTo>
                  <a:lnTo>
                    <a:pt x="4111102" y="1444374"/>
                  </a:lnTo>
                  <a:lnTo>
                    <a:pt x="4182502" y="1453378"/>
                  </a:lnTo>
                  <a:lnTo>
                    <a:pt x="4260017" y="1461562"/>
                  </a:lnTo>
                  <a:lnTo>
                    <a:pt x="4344207" y="1469012"/>
                  </a:lnTo>
                  <a:lnTo>
                    <a:pt x="4435405" y="1475803"/>
                  </a:lnTo>
                  <a:lnTo>
                    <a:pt x="4533597" y="1481991"/>
                  </a:lnTo>
                  <a:lnTo>
                    <a:pt x="4638288" y="1487613"/>
                  </a:lnTo>
                  <a:lnTo>
                    <a:pt x="4748351" y="1492693"/>
                  </a:lnTo>
                  <a:lnTo>
                    <a:pt x="4861906" y="1497235"/>
                  </a:lnTo>
                  <a:lnTo>
                    <a:pt x="4976260" y="1501233"/>
                  </a:lnTo>
                  <a:lnTo>
                    <a:pt x="5087976" y="1504678"/>
                  </a:lnTo>
                  <a:lnTo>
                    <a:pt x="5193109" y="1507558"/>
                  </a:lnTo>
                  <a:lnTo>
                    <a:pt x="5287630" y="1509875"/>
                  </a:lnTo>
                  <a:lnTo>
                    <a:pt x="5367983" y="1511648"/>
                  </a:lnTo>
                  <a:lnTo>
                    <a:pt x="5431673" y="1512920"/>
                  </a:lnTo>
                  <a:lnTo>
                    <a:pt x="5477745" y="1513756"/>
                  </a:lnTo>
                  <a:lnTo>
                    <a:pt x="5507016" y="1514240"/>
                  </a:lnTo>
                  <a:lnTo>
                    <a:pt x="5522067" y="1514468"/>
                  </a:lnTo>
                  <a:lnTo>
                    <a:pt x="5527048" y="1514538"/>
                  </a:lnTo>
                  <a:lnTo>
                    <a:pt x="5527445" y="1514543"/>
                  </a:lnTo>
                  <a:lnTo>
                    <a:pt x="6522385" y="1514543"/>
                  </a:lnTo>
                  <a:lnTo>
                    <a:pt x="6523504" y="1514514"/>
                  </a:lnTo>
                  <a:lnTo>
                    <a:pt x="6530887" y="1514312"/>
                  </a:lnTo>
                  <a:lnTo>
                    <a:pt x="6549606" y="1513752"/>
                  </a:lnTo>
                  <a:lnTo>
                    <a:pt x="6583336" y="1512648"/>
                  </a:lnTo>
                  <a:lnTo>
                    <a:pt x="6634149" y="1510823"/>
                  </a:lnTo>
                  <a:lnTo>
                    <a:pt x="6702350" y="1508127"/>
                  </a:lnTo>
                  <a:lnTo>
                    <a:pt x="6786539" y="1504445"/>
                  </a:lnTo>
                  <a:lnTo>
                    <a:pt x="6883911" y="1499710"/>
                  </a:lnTo>
                  <a:lnTo>
                    <a:pt x="6990767" y="1493895"/>
                  </a:lnTo>
                  <a:lnTo>
                    <a:pt x="7103095" y="1487006"/>
                  </a:lnTo>
                  <a:lnTo>
                    <a:pt x="7217096" y="1479062"/>
                  </a:lnTo>
                  <a:lnTo>
                    <a:pt x="7329546" y="1470084"/>
                  </a:lnTo>
                  <a:lnTo>
                    <a:pt x="7437988" y="1460079"/>
                  </a:lnTo>
                  <a:lnTo>
                    <a:pt x="7540757" y="1449027"/>
                  </a:lnTo>
                  <a:lnTo>
                    <a:pt x="7636906" y="1436881"/>
                  </a:lnTo>
                  <a:lnTo>
                    <a:pt x="7726074" y="1423559"/>
                  </a:lnTo>
                  <a:lnTo>
                    <a:pt x="7808341" y="1408946"/>
                  </a:lnTo>
                  <a:lnTo>
                    <a:pt x="7884097" y="1392896"/>
                  </a:lnTo>
                  <a:lnTo>
                    <a:pt x="7953933" y="1375233"/>
                  </a:lnTo>
                  <a:lnTo>
                    <a:pt x="8018557" y="1355763"/>
                  </a:lnTo>
                  <a:lnTo>
                    <a:pt x="8078727" y="1334283"/>
                  </a:lnTo>
                  <a:lnTo>
                    <a:pt x="8135211" y="1310597"/>
                  </a:lnTo>
                  <a:lnTo>
                    <a:pt x="8188738" y="1284555"/>
                  </a:lnTo>
                  <a:lnTo>
                    <a:pt x="8229629" y="1262119"/>
                  </a:lnTo>
                  <a:lnTo>
                    <a:pt x="8282876" y="1229512"/>
                  </a:lnTo>
                  <a:lnTo>
                    <a:pt x="8334614" y="1194074"/>
                  </a:lnTo>
                  <a:lnTo>
                    <a:pt x="8385327" y="1155752"/>
                  </a:lnTo>
                  <a:lnTo>
                    <a:pt x="8435392" y="1114561"/>
                  </a:lnTo>
                  <a:lnTo>
                    <a:pt x="8485090" y="1070589"/>
                  </a:lnTo>
                  <a:lnTo>
                    <a:pt x="8534626" y="1024009"/>
                  </a:lnTo>
                  <a:lnTo>
                    <a:pt x="8584137" y="975074"/>
                  </a:lnTo>
                  <a:lnTo>
                    <a:pt x="8633702" y="924121"/>
                  </a:lnTo>
                  <a:lnTo>
                    <a:pt x="8683353" y="871563"/>
                  </a:lnTo>
                  <a:lnTo>
                    <a:pt x="8733086" y="817875"/>
                  </a:lnTo>
                  <a:lnTo>
                    <a:pt x="8782870" y="763576"/>
                  </a:lnTo>
                  <a:lnTo>
                    <a:pt x="8832658" y="709214"/>
                  </a:lnTo>
                  <a:lnTo>
                    <a:pt x="8882407" y="655336"/>
                  </a:lnTo>
                  <a:lnTo>
                    <a:pt x="8932079" y="602472"/>
                  </a:lnTo>
                  <a:lnTo>
                    <a:pt x="8981662" y="551109"/>
                  </a:lnTo>
                  <a:lnTo>
                    <a:pt x="9031181" y="501673"/>
                  </a:lnTo>
                  <a:lnTo>
                    <a:pt x="9080701" y="454521"/>
                  </a:lnTo>
                  <a:lnTo>
                    <a:pt x="9130346" y="409927"/>
                  </a:lnTo>
                  <a:lnTo>
                    <a:pt x="9180303" y="368080"/>
                  </a:lnTo>
                  <a:lnTo>
                    <a:pt x="9230837" y="329090"/>
                  </a:lnTo>
                  <a:lnTo>
                    <a:pt x="9282298" y="292986"/>
                  </a:lnTo>
                  <a:lnTo>
                    <a:pt x="9335145" y="259731"/>
                  </a:lnTo>
                  <a:lnTo>
                    <a:pt x="9347647" y="252423"/>
                  </a:lnTo>
                  <a:lnTo>
                    <a:pt x="9399297" y="224456"/>
                  </a:lnTo>
                  <a:lnTo>
                    <a:pt x="9453373" y="198905"/>
                  </a:lnTo>
                  <a:lnTo>
                    <a:pt x="9510551" y="175685"/>
                  </a:lnTo>
                  <a:lnTo>
                    <a:pt x="9571571" y="154633"/>
                  </a:lnTo>
                  <a:lnTo>
                    <a:pt x="9637201" y="135550"/>
                  </a:lnTo>
                  <a:lnTo>
                    <a:pt x="9708196" y="118233"/>
                  </a:lnTo>
                  <a:lnTo>
                    <a:pt x="9785243" y="102490"/>
                  </a:lnTo>
                  <a:lnTo>
                    <a:pt x="9868900" y="88153"/>
                  </a:lnTo>
                  <a:lnTo>
                    <a:pt x="9959504" y="75080"/>
                  </a:lnTo>
                  <a:lnTo>
                    <a:pt x="10057055" y="63164"/>
                  </a:lnTo>
                  <a:lnTo>
                    <a:pt x="10161085" y="52330"/>
                  </a:lnTo>
                  <a:lnTo>
                    <a:pt x="10270509" y="42535"/>
                  </a:lnTo>
                  <a:lnTo>
                    <a:pt x="10383503" y="33768"/>
                  </a:lnTo>
                  <a:lnTo>
                    <a:pt x="10497447" y="26039"/>
                  </a:lnTo>
                  <a:lnTo>
                    <a:pt x="10608977" y="19368"/>
                  </a:lnTo>
                  <a:lnTo>
                    <a:pt x="10714215" y="13774"/>
                  </a:lnTo>
                  <a:lnTo>
                    <a:pt x="10809167" y="9259"/>
                  </a:lnTo>
                  <a:lnTo>
                    <a:pt x="10890269" y="5786"/>
                  </a:lnTo>
                  <a:lnTo>
                    <a:pt x="10954970" y="3279"/>
                  </a:lnTo>
                  <a:lnTo>
                    <a:pt x="11002199" y="1615"/>
                  </a:lnTo>
                  <a:lnTo>
                    <a:pt x="11032630" y="638"/>
                  </a:lnTo>
                  <a:lnTo>
                    <a:pt x="11048678" y="166"/>
                  </a:lnTo>
                  <a:lnTo>
                    <a:pt x="11054323" y="1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4" name="pl1423"/>
            <p:cNvSpPr/>
            <p:nvPr/>
          </p:nvSpPr>
          <p:spPr>
            <a:xfrm>
              <a:off x="1199187" y="4622074"/>
              <a:ext cx="12049831" cy="1514543"/>
            </a:xfrm>
            <a:custGeom>
              <a:avLst/>
              <a:pathLst>
                <a:path w="12049831" h="1514543">
                  <a:moveTo>
                    <a:pt x="12049831" y="0"/>
                  </a:moveTo>
                  <a:lnTo>
                    <a:pt x="11054891" y="0"/>
                  </a:lnTo>
                  <a:lnTo>
                    <a:pt x="11053773" y="28"/>
                  </a:lnTo>
                  <a:lnTo>
                    <a:pt x="11046389" y="231"/>
                  </a:lnTo>
                  <a:lnTo>
                    <a:pt x="11027671" y="791"/>
                  </a:lnTo>
                  <a:lnTo>
                    <a:pt x="10993940" y="1894"/>
                  </a:lnTo>
                  <a:lnTo>
                    <a:pt x="10943128" y="3719"/>
                  </a:lnTo>
                  <a:lnTo>
                    <a:pt x="10874926" y="6415"/>
                  </a:lnTo>
                  <a:lnTo>
                    <a:pt x="10790737" y="10097"/>
                  </a:lnTo>
                  <a:lnTo>
                    <a:pt x="10693366" y="14832"/>
                  </a:lnTo>
                  <a:lnTo>
                    <a:pt x="10586510" y="20647"/>
                  </a:lnTo>
                  <a:lnTo>
                    <a:pt x="10474181" y="27537"/>
                  </a:lnTo>
                  <a:lnTo>
                    <a:pt x="10360180" y="35481"/>
                  </a:lnTo>
                  <a:lnTo>
                    <a:pt x="10247730" y="44458"/>
                  </a:lnTo>
                  <a:lnTo>
                    <a:pt x="10139289" y="54464"/>
                  </a:lnTo>
                  <a:lnTo>
                    <a:pt x="10036520" y="65515"/>
                  </a:lnTo>
                  <a:lnTo>
                    <a:pt x="9940371" y="77661"/>
                  </a:lnTo>
                  <a:lnTo>
                    <a:pt x="9851203" y="90983"/>
                  </a:lnTo>
                  <a:lnTo>
                    <a:pt x="9768936" y="105596"/>
                  </a:lnTo>
                  <a:lnTo>
                    <a:pt x="9693180" y="121646"/>
                  </a:lnTo>
                  <a:lnTo>
                    <a:pt x="9623343" y="139309"/>
                  </a:lnTo>
                  <a:lnTo>
                    <a:pt x="9558720" y="158779"/>
                  </a:lnTo>
                  <a:lnTo>
                    <a:pt x="9498549" y="180260"/>
                  </a:lnTo>
                  <a:lnTo>
                    <a:pt x="9442066" y="203945"/>
                  </a:lnTo>
                  <a:lnTo>
                    <a:pt x="9388539" y="229988"/>
                  </a:lnTo>
                  <a:lnTo>
                    <a:pt x="9347647" y="252423"/>
                  </a:lnTo>
                  <a:lnTo>
                    <a:pt x="9294400" y="285030"/>
                  </a:lnTo>
                  <a:lnTo>
                    <a:pt x="9242663" y="320468"/>
                  </a:lnTo>
                  <a:lnTo>
                    <a:pt x="9191949" y="358790"/>
                  </a:lnTo>
                  <a:lnTo>
                    <a:pt x="9141885" y="399981"/>
                  </a:lnTo>
                  <a:lnTo>
                    <a:pt x="9092187" y="443953"/>
                  </a:lnTo>
                  <a:lnTo>
                    <a:pt x="9042651" y="490534"/>
                  </a:lnTo>
                  <a:lnTo>
                    <a:pt x="8993140" y="539469"/>
                  </a:lnTo>
                  <a:lnTo>
                    <a:pt x="8943575" y="590421"/>
                  </a:lnTo>
                  <a:lnTo>
                    <a:pt x="8893923" y="642979"/>
                  </a:lnTo>
                  <a:lnTo>
                    <a:pt x="8844190" y="696667"/>
                  </a:lnTo>
                  <a:lnTo>
                    <a:pt x="8794407" y="750966"/>
                  </a:lnTo>
                  <a:lnTo>
                    <a:pt x="8744618" y="805329"/>
                  </a:lnTo>
                  <a:lnTo>
                    <a:pt x="8694870" y="859206"/>
                  </a:lnTo>
                  <a:lnTo>
                    <a:pt x="8645198" y="912070"/>
                  </a:lnTo>
                  <a:lnTo>
                    <a:pt x="8595614" y="963434"/>
                  </a:lnTo>
                  <a:lnTo>
                    <a:pt x="8546096" y="1012869"/>
                  </a:lnTo>
                  <a:lnTo>
                    <a:pt x="8496576" y="1060021"/>
                  </a:lnTo>
                  <a:lnTo>
                    <a:pt x="8446931" y="1104615"/>
                  </a:lnTo>
                  <a:lnTo>
                    <a:pt x="8396973" y="1146462"/>
                  </a:lnTo>
                  <a:lnTo>
                    <a:pt x="8346440" y="1185452"/>
                  </a:lnTo>
                  <a:lnTo>
                    <a:pt x="8294979" y="1221556"/>
                  </a:lnTo>
                  <a:lnTo>
                    <a:pt x="8242131" y="1254811"/>
                  </a:lnTo>
                  <a:lnTo>
                    <a:pt x="8229629" y="1262119"/>
                  </a:lnTo>
                  <a:lnTo>
                    <a:pt x="8177979" y="1290086"/>
                  </a:lnTo>
                  <a:lnTo>
                    <a:pt x="8123903" y="1315637"/>
                  </a:lnTo>
                  <a:lnTo>
                    <a:pt x="8066726" y="1338857"/>
                  </a:lnTo>
                  <a:lnTo>
                    <a:pt x="8005706" y="1359909"/>
                  </a:lnTo>
                  <a:lnTo>
                    <a:pt x="7940075" y="1378992"/>
                  </a:lnTo>
                  <a:lnTo>
                    <a:pt x="7869081" y="1396309"/>
                  </a:lnTo>
                  <a:lnTo>
                    <a:pt x="7792034" y="1412052"/>
                  </a:lnTo>
                  <a:lnTo>
                    <a:pt x="7708377" y="1426389"/>
                  </a:lnTo>
                  <a:lnTo>
                    <a:pt x="7617773" y="1439462"/>
                  </a:lnTo>
                  <a:lnTo>
                    <a:pt x="7520221" y="1451378"/>
                  </a:lnTo>
                  <a:lnTo>
                    <a:pt x="7416191" y="1462212"/>
                  </a:lnTo>
                  <a:lnTo>
                    <a:pt x="7306767" y="1472007"/>
                  </a:lnTo>
                  <a:lnTo>
                    <a:pt x="7193773" y="1480774"/>
                  </a:lnTo>
                  <a:lnTo>
                    <a:pt x="7079830" y="1488504"/>
                  </a:lnTo>
                  <a:lnTo>
                    <a:pt x="6968299" y="1495175"/>
                  </a:lnTo>
                  <a:lnTo>
                    <a:pt x="6863061" y="1500768"/>
                  </a:lnTo>
                  <a:lnTo>
                    <a:pt x="6768110" y="1505284"/>
                  </a:lnTo>
                  <a:lnTo>
                    <a:pt x="6687007" y="1508757"/>
                  </a:lnTo>
                  <a:lnTo>
                    <a:pt x="6622307" y="1511264"/>
                  </a:lnTo>
                  <a:lnTo>
                    <a:pt x="6575077" y="1512927"/>
                  </a:lnTo>
                  <a:lnTo>
                    <a:pt x="6544646" y="1513905"/>
                  </a:lnTo>
                  <a:lnTo>
                    <a:pt x="6528598" y="1514376"/>
                  </a:lnTo>
                  <a:lnTo>
                    <a:pt x="6522954" y="1514528"/>
                  </a:lnTo>
                  <a:lnTo>
                    <a:pt x="6522385" y="1514543"/>
                  </a:lnTo>
                  <a:lnTo>
                    <a:pt x="5527445" y="1514543"/>
                  </a:lnTo>
                  <a:lnTo>
                    <a:pt x="5526314" y="1514528"/>
                  </a:lnTo>
                  <a:lnTo>
                    <a:pt x="5518846" y="1514421"/>
                  </a:lnTo>
                  <a:lnTo>
                    <a:pt x="5499919" y="1514127"/>
                  </a:lnTo>
                  <a:lnTo>
                    <a:pt x="5465828" y="1513547"/>
                  </a:lnTo>
                  <a:lnTo>
                    <a:pt x="5414503" y="1512589"/>
                  </a:lnTo>
                  <a:lnTo>
                    <a:pt x="5345663" y="1511174"/>
                  </a:lnTo>
                  <a:lnTo>
                    <a:pt x="5260764" y="1509241"/>
                  </a:lnTo>
                  <a:lnTo>
                    <a:pt x="5162671" y="1506757"/>
                  </a:lnTo>
                  <a:lnTo>
                    <a:pt x="5055145" y="1503709"/>
                  </a:lnTo>
                  <a:lnTo>
                    <a:pt x="4942245" y="1500098"/>
                  </a:lnTo>
                  <a:lnTo>
                    <a:pt x="4827801" y="1495936"/>
                  </a:lnTo>
                  <a:lnTo>
                    <a:pt x="4715043" y="1491233"/>
                  </a:lnTo>
                  <a:lnTo>
                    <a:pt x="4606422" y="1485993"/>
                  </a:lnTo>
                  <a:lnTo>
                    <a:pt x="4503584" y="1480205"/>
                  </a:lnTo>
                  <a:lnTo>
                    <a:pt x="4407451" y="1473842"/>
                  </a:lnTo>
                  <a:lnTo>
                    <a:pt x="4318361" y="1466861"/>
                  </a:lnTo>
                  <a:lnTo>
                    <a:pt x="4236210" y="1459200"/>
                  </a:lnTo>
                  <a:lnTo>
                    <a:pt x="4160586" y="1450782"/>
                  </a:lnTo>
                  <a:lnTo>
                    <a:pt x="4090881" y="1441513"/>
                  </a:lnTo>
                  <a:lnTo>
                    <a:pt x="4026374" y="1431291"/>
                  </a:lnTo>
                  <a:lnTo>
                    <a:pt x="3966293" y="1420008"/>
                  </a:lnTo>
                  <a:lnTo>
                    <a:pt x="3909866" y="1407564"/>
                  </a:lnTo>
                  <a:lnTo>
                    <a:pt x="3856358" y="1393883"/>
                  </a:lnTo>
                  <a:lnTo>
                    <a:pt x="3820202" y="1383527"/>
                  </a:lnTo>
                  <a:lnTo>
                    <a:pt x="3761483" y="1364749"/>
                  </a:lnTo>
                  <a:lnTo>
                    <a:pt x="3704541" y="1344174"/>
                  </a:lnTo>
                  <a:lnTo>
                    <a:pt x="3648744" y="1321772"/>
                  </a:lnTo>
                  <a:lnTo>
                    <a:pt x="3593621" y="1297565"/>
                  </a:lnTo>
                  <a:lnTo>
                    <a:pt x="3538832" y="1271639"/>
                  </a:lnTo>
                  <a:lnTo>
                    <a:pt x="3484146" y="1244138"/>
                  </a:lnTo>
                  <a:lnTo>
                    <a:pt x="3429423" y="1215276"/>
                  </a:lnTo>
                  <a:lnTo>
                    <a:pt x="3374601" y="1185323"/>
                  </a:lnTo>
                  <a:lnTo>
                    <a:pt x="3319677" y="1154604"/>
                  </a:lnTo>
                  <a:lnTo>
                    <a:pt x="3264689" y="1123479"/>
                  </a:lnTo>
                  <a:lnTo>
                    <a:pt x="3209697" y="1092329"/>
                  </a:lnTo>
                  <a:lnTo>
                    <a:pt x="3154762" y="1061537"/>
                  </a:lnTo>
                  <a:lnTo>
                    <a:pt x="3099926" y="1031468"/>
                  </a:lnTo>
                  <a:lnTo>
                    <a:pt x="3045192" y="1002451"/>
                  </a:lnTo>
                  <a:lnTo>
                    <a:pt x="2990507" y="974765"/>
                  </a:lnTo>
                  <a:lnTo>
                    <a:pt x="2935742" y="948628"/>
                  </a:lnTo>
                  <a:lnTo>
                    <a:pt x="2880678" y="924197"/>
                  </a:lnTo>
                  <a:lnTo>
                    <a:pt x="2824990" y="901563"/>
                  </a:lnTo>
                  <a:lnTo>
                    <a:pt x="2768225" y="880756"/>
                  </a:lnTo>
                  <a:lnTo>
                    <a:pt x="2709774" y="861753"/>
                  </a:lnTo>
                  <a:lnTo>
                    <a:pt x="2702183" y="859463"/>
                  </a:lnTo>
                  <a:lnTo>
                    <a:pt x="2650326" y="844893"/>
                  </a:lnTo>
                  <a:lnTo>
                    <a:pt x="2596019" y="831586"/>
                  </a:lnTo>
                  <a:lnTo>
                    <a:pt x="2538581" y="819498"/>
                  </a:lnTo>
                  <a:lnTo>
                    <a:pt x="2477262" y="808543"/>
                  </a:lnTo>
                  <a:lnTo>
                    <a:pt x="2411283" y="798617"/>
                  </a:lnTo>
                  <a:lnTo>
                    <a:pt x="2339883" y="789612"/>
                  </a:lnTo>
                  <a:lnTo>
                    <a:pt x="2262368" y="781429"/>
                  </a:lnTo>
                  <a:lnTo>
                    <a:pt x="2178178" y="773978"/>
                  </a:lnTo>
                  <a:lnTo>
                    <a:pt x="2086980" y="767187"/>
                  </a:lnTo>
                  <a:lnTo>
                    <a:pt x="1988788" y="761000"/>
                  </a:lnTo>
                  <a:lnTo>
                    <a:pt x="1884097" y="755377"/>
                  </a:lnTo>
                  <a:lnTo>
                    <a:pt x="1774034" y="750298"/>
                  </a:lnTo>
                  <a:lnTo>
                    <a:pt x="1660479" y="745756"/>
                  </a:lnTo>
                  <a:lnTo>
                    <a:pt x="1546125" y="741757"/>
                  </a:lnTo>
                  <a:lnTo>
                    <a:pt x="1434409" y="738313"/>
                  </a:lnTo>
                  <a:lnTo>
                    <a:pt x="1329276" y="735433"/>
                  </a:lnTo>
                  <a:lnTo>
                    <a:pt x="1234755" y="733116"/>
                  </a:lnTo>
                  <a:lnTo>
                    <a:pt x="1154402" y="731343"/>
                  </a:lnTo>
                  <a:lnTo>
                    <a:pt x="1090712" y="730071"/>
                  </a:lnTo>
                  <a:lnTo>
                    <a:pt x="1044640" y="729234"/>
                  </a:lnTo>
                  <a:lnTo>
                    <a:pt x="1015369" y="728750"/>
                  </a:lnTo>
                  <a:lnTo>
                    <a:pt x="1000318" y="728522"/>
                  </a:lnTo>
                  <a:lnTo>
                    <a:pt x="995337" y="728453"/>
                  </a:lnTo>
                  <a:lnTo>
                    <a:pt x="994940" y="728448"/>
                  </a:lnTo>
                  <a:lnTo>
                    <a:pt x="0" y="728448"/>
                  </a:lnTo>
                  <a:lnTo>
                    <a:pt x="0" y="7284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5" name="pg1424"/>
            <p:cNvSpPr/>
            <p:nvPr/>
          </p:nvSpPr>
          <p:spPr>
            <a:xfrm>
              <a:off x="1199187" y="2096089"/>
              <a:ext cx="12049831" cy="3118177"/>
            </a:xfrm>
            <a:custGeom>
              <a:avLst/>
              <a:pathLst>
                <a:path w="12049831" h="3118177">
                  <a:moveTo>
                    <a:pt x="0" y="3118177"/>
                  </a:moveTo>
                  <a:lnTo>
                    <a:pt x="994940" y="3118177"/>
                  </a:lnTo>
                  <a:lnTo>
                    <a:pt x="996047" y="3118141"/>
                  </a:lnTo>
                  <a:lnTo>
                    <a:pt x="1003361" y="3117885"/>
                  </a:lnTo>
                  <a:lnTo>
                    <a:pt x="1021906" y="3117179"/>
                  </a:lnTo>
                  <a:lnTo>
                    <a:pt x="1055337" y="3115788"/>
                  </a:lnTo>
                  <a:lnTo>
                    <a:pt x="1105723" y="3113488"/>
                  </a:lnTo>
                  <a:lnTo>
                    <a:pt x="1173393" y="3110087"/>
                  </a:lnTo>
                  <a:lnTo>
                    <a:pt x="1256989" y="3105442"/>
                  </a:lnTo>
                  <a:lnTo>
                    <a:pt x="1353758" y="3099466"/>
                  </a:lnTo>
                  <a:lnTo>
                    <a:pt x="1460052" y="3092125"/>
                  </a:lnTo>
                  <a:lnTo>
                    <a:pt x="1571901" y="3083423"/>
                  </a:lnTo>
                  <a:lnTo>
                    <a:pt x="1685526" y="3073387"/>
                  </a:lnTo>
                  <a:lnTo>
                    <a:pt x="1797715" y="3062042"/>
                  </a:lnTo>
                  <a:lnTo>
                    <a:pt x="1906002" y="3049397"/>
                  </a:lnTo>
                  <a:lnTo>
                    <a:pt x="2008709" y="3035431"/>
                  </a:lnTo>
                  <a:lnTo>
                    <a:pt x="2104869" y="3020085"/>
                  </a:lnTo>
                  <a:lnTo>
                    <a:pt x="2194100" y="3003257"/>
                  </a:lnTo>
                  <a:lnTo>
                    <a:pt x="2276462" y="2984804"/>
                  </a:lnTo>
                  <a:lnTo>
                    <a:pt x="2352328" y="2964544"/>
                  </a:lnTo>
                  <a:lnTo>
                    <a:pt x="2422274" y="2942259"/>
                  </a:lnTo>
                  <a:lnTo>
                    <a:pt x="2486996" y="2917705"/>
                  </a:lnTo>
                  <a:lnTo>
                    <a:pt x="2547244" y="2890623"/>
                  </a:lnTo>
                  <a:lnTo>
                    <a:pt x="2603777" y="2860767"/>
                  </a:lnTo>
                  <a:lnTo>
                    <a:pt x="2657322" y="2827942"/>
                  </a:lnTo>
                  <a:lnTo>
                    <a:pt x="2702183" y="2796751"/>
                  </a:lnTo>
                  <a:lnTo>
                    <a:pt x="2752300" y="2757810"/>
                  </a:lnTo>
                  <a:lnTo>
                    <a:pt x="2801053" y="2715686"/>
                  </a:lnTo>
                  <a:lnTo>
                    <a:pt x="2848857" y="2670318"/>
                  </a:lnTo>
                  <a:lnTo>
                    <a:pt x="2896034" y="2621709"/>
                  </a:lnTo>
                  <a:lnTo>
                    <a:pt x="2942835" y="2569938"/>
                  </a:lnTo>
                  <a:lnTo>
                    <a:pt x="2989446" y="2515160"/>
                  </a:lnTo>
                  <a:lnTo>
                    <a:pt x="3035999" y="2457618"/>
                  </a:lnTo>
                  <a:lnTo>
                    <a:pt x="3082576" y="2397634"/>
                  </a:lnTo>
                  <a:lnTo>
                    <a:pt x="3129221" y="2335610"/>
                  </a:lnTo>
                  <a:lnTo>
                    <a:pt x="3175944" y="2272018"/>
                  </a:lnTo>
                  <a:lnTo>
                    <a:pt x="3222730" y="2207383"/>
                  </a:lnTo>
                  <a:lnTo>
                    <a:pt x="3269548" y="2142271"/>
                  </a:lnTo>
                  <a:lnTo>
                    <a:pt x="3316359" y="2077263"/>
                  </a:lnTo>
                  <a:lnTo>
                    <a:pt x="3363126" y="2012937"/>
                  </a:lnTo>
                  <a:lnTo>
                    <a:pt x="3409822" y="1949847"/>
                  </a:lnTo>
                  <a:lnTo>
                    <a:pt x="3456440" y="1888501"/>
                  </a:lnTo>
                  <a:lnTo>
                    <a:pt x="3503001" y="1829346"/>
                  </a:lnTo>
                  <a:lnTo>
                    <a:pt x="3549562" y="1772757"/>
                  </a:lnTo>
                  <a:lnTo>
                    <a:pt x="3596224" y="1719029"/>
                  </a:lnTo>
                  <a:lnTo>
                    <a:pt x="3643135" y="1668373"/>
                  </a:lnTo>
                  <a:lnTo>
                    <a:pt x="3690503" y="1620916"/>
                  </a:lnTo>
                  <a:lnTo>
                    <a:pt x="3738604" y="1576709"/>
                  </a:lnTo>
                  <a:lnTo>
                    <a:pt x="3787792" y="1535731"/>
                  </a:lnTo>
                  <a:lnTo>
                    <a:pt x="3820202" y="1511049"/>
                  </a:lnTo>
                  <a:lnTo>
                    <a:pt x="3871677" y="1475549"/>
                  </a:lnTo>
                  <a:lnTo>
                    <a:pt x="3925562" y="1443106"/>
                  </a:lnTo>
                  <a:lnTo>
                    <a:pt x="3982522" y="1413613"/>
                  </a:lnTo>
                  <a:lnTo>
                    <a:pt x="4043292" y="1386864"/>
                  </a:lnTo>
                  <a:lnTo>
                    <a:pt x="4108632" y="1362609"/>
                  </a:lnTo>
                  <a:lnTo>
                    <a:pt x="4179289" y="1340593"/>
                  </a:lnTo>
                  <a:lnTo>
                    <a:pt x="4255946" y="1320572"/>
                  </a:lnTo>
                  <a:lnTo>
                    <a:pt x="4339160" y="1302334"/>
                  </a:lnTo>
                  <a:lnTo>
                    <a:pt x="4429269" y="1285700"/>
                  </a:lnTo>
                  <a:lnTo>
                    <a:pt x="4526287" y="1270532"/>
                  </a:lnTo>
                  <a:lnTo>
                    <a:pt x="4629765" y="1256735"/>
                  </a:lnTo>
                  <a:lnTo>
                    <a:pt x="4738653" y="1244255"/>
                  </a:lnTo>
                  <a:lnTo>
                    <a:pt x="4851175" y="1233075"/>
                  </a:lnTo>
                  <a:lnTo>
                    <a:pt x="4964768" y="1223205"/>
                  </a:lnTo>
                  <a:lnTo>
                    <a:pt x="5076132" y="1214674"/>
                  </a:lnTo>
                  <a:lnTo>
                    <a:pt x="5181442" y="1207505"/>
                  </a:lnTo>
                  <a:lnTo>
                    <a:pt x="5276737" y="1201700"/>
                  </a:lnTo>
                  <a:lnTo>
                    <a:pt x="5358451" y="1197218"/>
                  </a:lnTo>
                  <a:lnTo>
                    <a:pt x="5423982" y="1193965"/>
                  </a:lnTo>
                  <a:lnTo>
                    <a:pt x="5472174" y="1191791"/>
                  </a:lnTo>
                  <a:lnTo>
                    <a:pt x="5503578" y="1190499"/>
                  </a:lnTo>
                  <a:lnTo>
                    <a:pt x="5520475" y="1189863"/>
                  </a:lnTo>
                  <a:lnTo>
                    <a:pt x="5526701" y="1189647"/>
                  </a:lnTo>
                  <a:lnTo>
                    <a:pt x="5527445" y="1189623"/>
                  </a:lnTo>
                  <a:lnTo>
                    <a:pt x="6522385" y="1189623"/>
                  </a:lnTo>
                  <a:lnTo>
                    <a:pt x="6523511" y="1189601"/>
                  </a:lnTo>
                  <a:lnTo>
                    <a:pt x="6530939" y="1189442"/>
                  </a:lnTo>
                  <a:lnTo>
                    <a:pt x="6549767" y="1189001"/>
                  </a:lnTo>
                  <a:lnTo>
                    <a:pt x="6583688" y="1188132"/>
                  </a:lnTo>
                  <a:lnTo>
                    <a:pt x="6634772" y="1186697"/>
                  </a:lnTo>
                  <a:lnTo>
                    <a:pt x="6703311" y="1184575"/>
                  </a:lnTo>
                  <a:lnTo>
                    <a:pt x="6787876" y="1181679"/>
                  </a:lnTo>
                  <a:lnTo>
                    <a:pt x="6885629" y="1177955"/>
                  </a:lnTo>
                  <a:lnTo>
                    <a:pt x="6992840" y="1173383"/>
                  </a:lnTo>
                  <a:lnTo>
                    <a:pt x="7105471" y="1167968"/>
                  </a:lnTo>
                  <a:lnTo>
                    <a:pt x="7219708" y="1161725"/>
                  </a:lnTo>
                  <a:lnTo>
                    <a:pt x="7332321" y="1154670"/>
                  </a:lnTo>
                  <a:lnTo>
                    <a:pt x="7440859" y="1146808"/>
                  </a:lnTo>
                  <a:lnTo>
                    <a:pt x="7543665" y="1138124"/>
                  </a:lnTo>
                  <a:lnTo>
                    <a:pt x="7639806" y="1128580"/>
                  </a:lnTo>
                  <a:lnTo>
                    <a:pt x="7728933" y="1118109"/>
                  </a:lnTo>
                  <a:lnTo>
                    <a:pt x="7811139" y="1106621"/>
                  </a:lnTo>
                  <a:lnTo>
                    <a:pt x="7886825" y="1093999"/>
                  </a:lnTo>
                  <a:lnTo>
                    <a:pt x="7956592" y="1080106"/>
                  </a:lnTo>
                  <a:lnTo>
                    <a:pt x="8021154" y="1064788"/>
                  </a:lnTo>
                  <a:lnTo>
                    <a:pt x="8081276" y="1047884"/>
                  </a:lnTo>
                  <a:lnTo>
                    <a:pt x="8137729" y="1029242"/>
                  </a:lnTo>
                  <a:lnTo>
                    <a:pt x="8191246" y="1008745"/>
                  </a:lnTo>
                  <a:lnTo>
                    <a:pt x="8229629" y="992226"/>
                  </a:lnTo>
                  <a:lnTo>
                    <a:pt x="8285448" y="965419"/>
                  </a:lnTo>
                  <a:lnTo>
                    <a:pt x="8339634" y="936171"/>
                  </a:lnTo>
                  <a:lnTo>
                    <a:pt x="8392737" y="904441"/>
                  </a:lnTo>
                  <a:lnTo>
                    <a:pt x="8445176" y="870248"/>
                  </a:lnTo>
                  <a:lnTo>
                    <a:pt x="8497263" y="833686"/>
                  </a:lnTo>
                  <a:lnTo>
                    <a:pt x="8549213" y="794927"/>
                  </a:lnTo>
                  <a:lnTo>
                    <a:pt x="8601168" y="754220"/>
                  </a:lnTo>
                  <a:lnTo>
                    <a:pt x="8653199" y="711892"/>
                  </a:lnTo>
                  <a:lnTo>
                    <a:pt x="8705327" y="668337"/>
                  </a:lnTo>
                  <a:lnTo>
                    <a:pt x="8757532" y="624004"/>
                  </a:lnTo>
                  <a:lnTo>
                    <a:pt x="8809769" y="579375"/>
                  </a:lnTo>
                  <a:lnTo>
                    <a:pt x="8861984" y="534947"/>
                  </a:lnTo>
                  <a:lnTo>
                    <a:pt x="8914130" y="491208"/>
                  </a:lnTo>
                  <a:lnTo>
                    <a:pt x="8966179" y="448614"/>
                  </a:lnTo>
                  <a:lnTo>
                    <a:pt x="9018144" y="407570"/>
                  </a:lnTo>
                  <a:lnTo>
                    <a:pt x="9070087" y="368416"/>
                  </a:lnTo>
                  <a:lnTo>
                    <a:pt x="9122133" y="331419"/>
                  </a:lnTo>
                  <a:lnTo>
                    <a:pt x="9174485" y="296764"/>
                  </a:lnTo>
                  <a:lnTo>
                    <a:pt x="9227432" y="264560"/>
                  </a:lnTo>
                  <a:lnTo>
                    <a:pt x="9281373" y="234840"/>
                  </a:lnTo>
                  <a:lnTo>
                    <a:pt x="9336830" y="207572"/>
                  </a:lnTo>
                  <a:lnTo>
                    <a:pt x="9347647" y="202637"/>
                  </a:lnTo>
                  <a:lnTo>
                    <a:pt x="9399407" y="180723"/>
                  </a:lnTo>
                  <a:lnTo>
                    <a:pt x="9453605" y="160706"/>
                  </a:lnTo>
                  <a:lnTo>
                    <a:pt x="9510920" y="142519"/>
                  </a:lnTo>
                  <a:lnTo>
                    <a:pt x="9572099" y="126034"/>
                  </a:lnTo>
                  <a:lnTo>
                    <a:pt x="9637914" y="111093"/>
                  </a:lnTo>
                  <a:lnTo>
                    <a:pt x="9709122" y="97538"/>
                  </a:lnTo>
                  <a:lnTo>
                    <a:pt x="9786417" y="85217"/>
                  </a:lnTo>
                  <a:lnTo>
                    <a:pt x="9870356" y="73998"/>
                  </a:lnTo>
                  <a:lnTo>
                    <a:pt x="9961274" y="63770"/>
                  </a:lnTo>
                  <a:lnTo>
                    <a:pt x="10059164" y="54450"/>
                  </a:lnTo>
                  <a:lnTo>
                    <a:pt x="10163544" y="45978"/>
                  </a:lnTo>
                  <a:lnTo>
                    <a:pt x="10273307" y="38322"/>
                  </a:lnTo>
                  <a:lnTo>
                    <a:pt x="10386598" y="31473"/>
                  </a:lnTo>
                  <a:lnTo>
                    <a:pt x="10500760" y="25439"/>
                  </a:lnTo>
                  <a:lnTo>
                    <a:pt x="10612391" y="20236"/>
                  </a:lnTo>
                  <a:lnTo>
                    <a:pt x="10717576" y="15881"/>
                  </a:lnTo>
                  <a:lnTo>
                    <a:pt x="10812302" y="12371"/>
                  </a:lnTo>
                  <a:lnTo>
                    <a:pt x="10893010" y="9678"/>
                  </a:lnTo>
                  <a:lnTo>
                    <a:pt x="10957178" y="7741"/>
                  </a:lnTo>
                  <a:lnTo>
                    <a:pt x="11003796" y="6462"/>
                  </a:lnTo>
                  <a:lnTo>
                    <a:pt x="11033612" y="5716"/>
                  </a:lnTo>
                  <a:lnTo>
                    <a:pt x="11049130" y="5361"/>
                  </a:lnTo>
                  <a:lnTo>
                    <a:pt x="11054418" y="524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6" y="22"/>
                  </a:lnTo>
                  <a:lnTo>
                    <a:pt x="11046338" y="181"/>
                  </a:lnTo>
                  <a:lnTo>
                    <a:pt x="11027509" y="622"/>
                  </a:lnTo>
                  <a:lnTo>
                    <a:pt x="10993588" y="1491"/>
                  </a:lnTo>
                  <a:lnTo>
                    <a:pt x="10942505" y="2926"/>
                  </a:lnTo>
                  <a:lnTo>
                    <a:pt x="10873966" y="5048"/>
                  </a:lnTo>
                  <a:lnTo>
                    <a:pt x="10789401" y="7944"/>
                  </a:lnTo>
                  <a:lnTo>
                    <a:pt x="10691647" y="11668"/>
                  </a:lnTo>
                  <a:lnTo>
                    <a:pt x="10584437" y="16240"/>
                  </a:lnTo>
                  <a:lnTo>
                    <a:pt x="10471805" y="21655"/>
                  </a:lnTo>
                  <a:lnTo>
                    <a:pt x="10357569" y="27898"/>
                  </a:lnTo>
                  <a:lnTo>
                    <a:pt x="10244955" y="34953"/>
                  </a:lnTo>
                  <a:lnTo>
                    <a:pt x="10136418" y="42815"/>
                  </a:lnTo>
                  <a:lnTo>
                    <a:pt x="10033611" y="51499"/>
                  </a:lnTo>
                  <a:lnTo>
                    <a:pt x="9937471" y="61043"/>
                  </a:lnTo>
                  <a:lnTo>
                    <a:pt x="9848344" y="71514"/>
                  </a:lnTo>
                  <a:lnTo>
                    <a:pt x="9766138" y="83002"/>
                  </a:lnTo>
                  <a:lnTo>
                    <a:pt x="9690451" y="95624"/>
                  </a:lnTo>
                  <a:lnTo>
                    <a:pt x="9620685" y="109517"/>
                  </a:lnTo>
                  <a:lnTo>
                    <a:pt x="9556123" y="124835"/>
                  </a:lnTo>
                  <a:lnTo>
                    <a:pt x="9496000" y="141739"/>
                  </a:lnTo>
                  <a:lnTo>
                    <a:pt x="9439547" y="160381"/>
                  </a:lnTo>
                  <a:lnTo>
                    <a:pt x="9386030" y="180878"/>
                  </a:lnTo>
                  <a:lnTo>
                    <a:pt x="9347647" y="197397"/>
                  </a:lnTo>
                  <a:lnTo>
                    <a:pt x="9291828" y="224204"/>
                  </a:lnTo>
                  <a:lnTo>
                    <a:pt x="9237643" y="253452"/>
                  </a:lnTo>
                  <a:lnTo>
                    <a:pt x="9184540" y="285182"/>
                  </a:lnTo>
                  <a:lnTo>
                    <a:pt x="9132100" y="319375"/>
                  </a:lnTo>
                  <a:lnTo>
                    <a:pt x="9080014" y="355937"/>
                  </a:lnTo>
                  <a:lnTo>
                    <a:pt x="9028063" y="394696"/>
                  </a:lnTo>
                  <a:lnTo>
                    <a:pt x="8976109" y="435403"/>
                  </a:lnTo>
                  <a:lnTo>
                    <a:pt x="8924078" y="477731"/>
                  </a:lnTo>
                  <a:lnTo>
                    <a:pt x="8871950" y="521286"/>
                  </a:lnTo>
                  <a:lnTo>
                    <a:pt x="8819745" y="565619"/>
                  </a:lnTo>
                  <a:lnTo>
                    <a:pt x="8767507" y="610248"/>
                  </a:lnTo>
                  <a:lnTo>
                    <a:pt x="8715292" y="654676"/>
                  </a:lnTo>
                  <a:lnTo>
                    <a:pt x="8663147" y="698415"/>
                  </a:lnTo>
                  <a:lnTo>
                    <a:pt x="8611097" y="741009"/>
                  </a:lnTo>
                  <a:lnTo>
                    <a:pt x="8559132" y="782053"/>
                  </a:lnTo>
                  <a:lnTo>
                    <a:pt x="8507189" y="821207"/>
                  </a:lnTo>
                  <a:lnTo>
                    <a:pt x="8455143" y="858204"/>
                  </a:lnTo>
                  <a:lnTo>
                    <a:pt x="8402792" y="892859"/>
                  </a:lnTo>
                  <a:lnTo>
                    <a:pt x="8349844" y="925063"/>
                  </a:lnTo>
                  <a:lnTo>
                    <a:pt x="8295904" y="954783"/>
                  </a:lnTo>
                  <a:lnTo>
                    <a:pt x="8240446" y="982050"/>
                  </a:lnTo>
                  <a:lnTo>
                    <a:pt x="8229629" y="986986"/>
                  </a:lnTo>
                  <a:lnTo>
                    <a:pt x="8177869" y="1008900"/>
                  </a:lnTo>
                  <a:lnTo>
                    <a:pt x="8123671" y="1028917"/>
                  </a:lnTo>
                  <a:lnTo>
                    <a:pt x="8066356" y="1047103"/>
                  </a:lnTo>
                  <a:lnTo>
                    <a:pt x="8005177" y="1063589"/>
                  </a:lnTo>
                  <a:lnTo>
                    <a:pt x="7939363" y="1078530"/>
                  </a:lnTo>
                  <a:lnTo>
                    <a:pt x="7868154" y="1092085"/>
                  </a:lnTo>
                  <a:lnTo>
                    <a:pt x="7790860" y="1104406"/>
                  </a:lnTo>
                  <a:lnTo>
                    <a:pt x="7706921" y="1115625"/>
                  </a:lnTo>
                  <a:lnTo>
                    <a:pt x="7616003" y="1125852"/>
                  </a:lnTo>
                  <a:lnTo>
                    <a:pt x="7518112" y="1135173"/>
                  </a:lnTo>
                  <a:lnTo>
                    <a:pt x="7413732" y="1143645"/>
                  </a:lnTo>
                  <a:lnTo>
                    <a:pt x="7303970" y="1151301"/>
                  </a:lnTo>
                  <a:lnTo>
                    <a:pt x="7190678" y="1158150"/>
                  </a:lnTo>
                  <a:lnTo>
                    <a:pt x="7076516" y="1164184"/>
                  </a:lnTo>
                  <a:lnTo>
                    <a:pt x="6964886" y="1169387"/>
                  </a:lnTo>
                  <a:lnTo>
                    <a:pt x="6859701" y="1173742"/>
                  </a:lnTo>
                  <a:lnTo>
                    <a:pt x="6764974" y="1177252"/>
                  </a:lnTo>
                  <a:lnTo>
                    <a:pt x="6684266" y="1179945"/>
                  </a:lnTo>
                  <a:lnTo>
                    <a:pt x="6620098" y="1181882"/>
                  </a:lnTo>
                  <a:lnTo>
                    <a:pt x="6573481" y="1183161"/>
                  </a:lnTo>
                  <a:lnTo>
                    <a:pt x="6543665" y="1183907"/>
                  </a:lnTo>
                  <a:lnTo>
                    <a:pt x="6528147" y="1184262"/>
                  </a:lnTo>
                  <a:lnTo>
                    <a:pt x="6522858" y="1184374"/>
                  </a:lnTo>
                  <a:lnTo>
                    <a:pt x="6522385" y="1184383"/>
                  </a:lnTo>
                  <a:lnTo>
                    <a:pt x="5527445" y="1184383"/>
                  </a:lnTo>
                  <a:lnTo>
                    <a:pt x="5526338" y="1184419"/>
                  </a:lnTo>
                  <a:lnTo>
                    <a:pt x="5519024" y="1184674"/>
                  </a:lnTo>
                  <a:lnTo>
                    <a:pt x="5500479" y="1185380"/>
                  </a:lnTo>
                  <a:lnTo>
                    <a:pt x="5467048" y="1186772"/>
                  </a:lnTo>
                  <a:lnTo>
                    <a:pt x="5416662" y="1189072"/>
                  </a:lnTo>
                  <a:lnTo>
                    <a:pt x="5348992" y="1192473"/>
                  </a:lnTo>
                  <a:lnTo>
                    <a:pt x="5265396" y="1197117"/>
                  </a:lnTo>
                  <a:lnTo>
                    <a:pt x="5168627" y="1203093"/>
                  </a:lnTo>
                  <a:lnTo>
                    <a:pt x="5062333" y="1210435"/>
                  </a:lnTo>
                  <a:lnTo>
                    <a:pt x="4950484" y="1219137"/>
                  </a:lnTo>
                  <a:lnTo>
                    <a:pt x="4836859" y="1229173"/>
                  </a:lnTo>
                  <a:lnTo>
                    <a:pt x="4724670" y="1240518"/>
                  </a:lnTo>
                  <a:lnTo>
                    <a:pt x="4616383" y="1253162"/>
                  </a:lnTo>
                  <a:lnTo>
                    <a:pt x="4513676" y="1267128"/>
                  </a:lnTo>
                  <a:lnTo>
                    <a:pt x="4417516" y="1282475"/>
                  </a:lnTo>
                  <a:lnTo>
                    <a:pt x="4328285" y="1299303"/>
                  </a:lnTo>
                  <a:lnTo>
                    <a:pt x="4245923" y="1317755"/>
                  </a:lnTo>
                  <a:lnTo>
                    <a:pt x="4170057" y="1338015"/>
                  </a:lnTo>
                  <a:lnTo>
                    <a:pt x="4100111" y="1360300"/>
                  </a:lnTo>
                  <a:lnTo>
                    <a:pt x="4035389" y="1384855"/>
                  </a:lnTo>
                  <a:lnTo>
                    <a:pt x="3975141" y="1411937"/>
                  </a:lnTo>
                  <a:lnTo>
                    <a:pt x="3918608" y="1441792"/>
                  </a:lnTo>
                  <a:lnTo>
                    <a:pt x="3865063" y="1474618"/>
                  </a:lnTo>
                  <a:lnTo>
                    <a:pt x="3820202" y="1505808"/>
                  </a:lnTo>
                  <a:lnTo>
                    <a:pt x="3770085" y="1544750"/>
                  </a:lnTo>
                  <a:lnTo>
                    <a:pt x="3721332" y="1586874"/>
                  </a:lnTo>
                  <a:lnTo>
                    <a:pt x="3673528" y="1632242"/>
                  </a:lnTo>
                  <a:lnTo>
                    <a:pt x="3626351" y="1680850"/>
                  </a:lnTo>
                  <a:lnTo>
                    <a:pt x="3579550" y="1732622"/>
                  </a:lnTo>
                  <a:lnTo>
                    <a:pt x="3532939" y="1787399"/>
                  </a:lnTo>
                  <a:lnTo>
                    <a:pt x="3486386" y="1844942"/>
                  </a:lnTo>
                  <a:lnTo>
                    <a:pt x="3439809" y="1904926"/>
                  </a:lnTo>
                  <a:lnTo>
                    <a:pt x="3393164" y="1966950"/>
                  </a:lnTo>
                  <a:lnTo>
                    <a:pt x="3346441" y="2030542"/>
                  </a:lnTo>
                  <a:lnTo>
                    <a:pt x="3299655" y="2095176"/>
                  </a:lnTo>
                  <a:lnTo>
                    <a:pt x="3252837" y="2160289"/>
                  </a:lnTo>
                  <a:lnTo>
                    <a:pt x="3206026" y="2225297"/>
                  </a:lnTo>
                  <a:lnTo>
                    <a:pt x="3159259" y="2289622"/>
                  </a:lnTo>
                  <a:lnTo>
                    <a:pt x="3112563" y="2352713"/>
                  </a:lnTo>
                  <a:lnTo>
                    <a:pt x="3065945" y="2414059"/>
                  </a:lnTo>
                  <a:lnTo>
                    <a:pt x="3019384" y="2473214"/>
                  </a:lnTo>
                  <a:lnTo>
                    <a:pt x="2972823" y="2529802"/>
                  </a:lnTo>
                  <a:lnTo>
                    <a:pt x="2926161" y="2583530"/>
                  </a:lnTo>
                  <a:lnTo>
                    <a:pt x="2879250" y="2634187"/>
                  </a:lnTo>
                  <a:lnTo>
                    <a:pt x="2831882" y="2681644"/>
                  </a:lnTo>
                  <a:lnTo>
                    <a:pt x="2783781" y="2725850"/>
                  </a:lnTo>
                  <a:lnTo>
                    <a:pt x="2734593" y="2766828"/>
                  </a:lnTo>
                  <a:lnTo>
                    <a:pt x="2702183" y="2791511"/>
                  </a:lnTo>
                  <a:lnTo>
                    <a:pt x="2650708" y="2827011"/>
                  </a:lnTo>
                  <a:lnTo>
                    <a:pt x="2596823" y="2859454"/>
                  </a:lnTo>
                  <a:lnTo>
                    <a:pt x="2539863" y="2888947"/>
                  </a:lnTo>
                  <a:lnTo>
                    <a:pt x="2479093" y="2915696"/>
                  </a:lnTo>
                  <a:lnTo>
                    <a:pt x="2413753" y="2939950"/>
                  </a:lnTo>
                  <a:lnTo>
                    <a:pt x="2343096" y="2961967"/>
                  </a:lnTo>
                  <a:lnTo>
                    <a:pt x="2266439" y="2981987"/>
                  </a:lnTo>
                  <a:lnTo>
                    <a:pt x="2183225" y="3000225"/>
                  </a:lnTo>
                  <a:lnTo>
                    <a:pt x="2093116" y="3016860"/>
                  </a:lnTo>
                  <a:lnTo>
                    <a:pt x="1996098" y="3032027"/>
                  </a:lnTo>
                  <a:lnTo>
                    <a:pt x="1892620" y="3045824"/>
                  </a:lnTo>
                  <a:lnTo>
                    <a:pt x="1783732" y="3058304"/>
                  </a:lnTo>
                  <a:lnTo>
                    <a:pt x="1671210" y="3069485"/>
                  </a:lnTo>
                  <a:lnTo>
                    <a:pt x="1557617" y="3079354"/>
                  </a:lnTo>
                  <a:lnTo>
                    <a:pt x="1446253" y="3087886"/>
                  </a:lnTo>
                  <a:lnTo>
                    <a:pt x="1340943" y="3095055"/>
                  </a:lnTo>
                  <a:lnTo>
                    <a:pt x="1245648" y="3100860"/>
                  </a:lnTo>
                  <a:lnTo>
                    <a:pt x="1163934" y="3105341"/>
                  </a:lnTo>
                  <a:lnTo>
                    <a:pt x="1098403" y="3108594"/>
                  </a:lnTo>
                  <a:lnTo>
                    <a:pt x="1050211" y="3110768"/>
                  </a:lnTo>
                  <a:lnTo>
                    <a:pt x="1018807" y="3112061"/>
                  </a:lnTo>
                  <a:lnTo>
                    <a:pt x="1001910" y="3112697"/>
                  </a:lnTo>
                  <a:lnTo>
                    <a:pt x="995684" y="3112912"/>
                  </a:lnTo>
                  <a:lnTo>
                    <a:pt x="994940" y="3112936"/>
                  </a:lnTo>
                  <a:lnTo>
                    <a:pt x="0" y="3112936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26" name="pl1425"/>
            <p:cNvSpPr/>
            <p:nvPr/>
          </p:nvSpPr>
          <p:spPr>
            <a:xfrm>
              <a:off x="1199187" y="2101329"/>
              <a:ext cx="12049831" cy="3112936"/>
            </a:xfrm>
            <a:custGeom>
              <a:avLst/>
              <a:pathLst>
                <a:path w="12049831" h="3112936">
                  <a:moveTo>
                    <a:pt x="0" y="3112936"/>
                  </a:moveTo>
                  <a:lnTo>
                    <a:pt x="994940" y="3112936"/>
                  </a:lnTo>
                  <a:lnTo>
                    <a:pt x="996047" y="3112900"/>
                  </a:lnTo>
                  <a:lnTo>
                    <a:pt x="1003361" y="3112645"/>
                  </a:lnTo>
                  <a:lnTo>
                    <a:pt x="1021906" y="3111939"/>
                  </a:lnTo>
                  <a:lnTo>
                    <a:pt x="1055337" y="3110547"/>
                  </a:lnTo>
                  <a:lnTo>
                    <a:pt x="1105723" y="3108247"/>
                  </a:lnTo>
                  <a:lnTo>
                    <a:pt x="1173393" y="3104846"/>
                  </a:lnTo>
                  <a:lnTo>
                    <a:pt x="1256989" y="3100201"/>
                  </a:lnTo>
                  <a:lnTo>
                    <a:pt x="1353758" y="3094226"/>
                  </a:lnTo>
                  <a:lnTo>
                    <a:pt x="1460052" y="3086884"/>
                  </a:lnTo>
                  <a:lnTo>
                    <a:pt x="1571901" y="3078182"/>
                  </a:lnTo>
                  <a:lnTo>
                    <a:pt x="1685526" y="3068146"/>
                  </a:lnTo>
                  <a:lnTo>
                    <a:pt x="1797715" y="3056801"/>
                  </a:lnTo>
                  <a:lnTo>
                    <a:pt x="1906002" y="3044157"/>
                  </a:lnTo>
                  <a:lnTo>
                    <a:pt x="2008709" y="3030191"/>
                  </a:lnTo>
                  <a:lnTo>
                    <a:pt x="2104869" y="3014844"/>
                  </a:lnTo>
                  <a:lnTo>
                    <a:pt x="2194100" y="2998016"/>
                  </a:lnTo>
                  <a:lnTo>
                    <a:pt x="2276462" y="2979564"/>
                  </a:lnTo>
                  <a:lnTo>
                    <a:pt x="2352328" y="2959304"/>
                  </a:lnTo>
                  <a:lnTo>
                    <a:pt x="2422274" y="2937019"/>
                  </a:lnTo>
                  <a:lnTo>
                    <a:pt x="2486996" y="2912464"/>
                  </a:lnTo>
                  <a:lnTo>
                    <a:pt x="2547244" y="2885382"/>
                  </a:lnTo>
                  <a:lnTo>
                    <a:pt x="2603777" y="2855527"/>
                  </a:lnTo>
                  <a:lnTo>
                    <a:pt x="2657322" y="2822701"/>
                  </a:lnTo>
                  <a:lnTo>
                    <a:pt x="2702183" y="2791511"/>
                  </a:lnTo>
                  <a:lnTo>
                    <a:pt x="2752300" y="2752569"/>
                  </a:lnTo>
                  <a:lnTo>
                    <a:pt x="2801053" y="2710445"/>
                  </a:lnTo>
                  <a:lnTo>
                    <a:pt x="2848857" y="2665077"/>
                  </a:lnTo>
                  <a:lnTo>
                    <a:pt x="2896034" y="2616469"/>
                  </a:lnTo>
                  <a:lnTo>
                    <a:pt x="2942835" y="2564697"/>
                  </a:lnTo>
                  <a:lnTo>
                    <a:pt x="2989446" y="2509920"/>
                  </a:lnTo>
                  <a:lnTo>
                    <a:pt x="3035999" y="2452377"/>
                  </a:lnTo>
                  <a:lnTo>
                    <a:pt x="3082576" y="2392393"/>
                  </a:lnTo>
                  <a:lnTo>
                    <a:pt x="3129221" y="2330369"/>
                  </a:lnTo>
                  <a:lnTo>
                    <a:pt x="3175944" y="2266777"/>
                  </a:lnTo>
                  <a:lnTo>
                    <a:pt x="3222730" y="2202143"/>
                  </a:lnTo>
                  <a:lnTo>
                    <a:pt x="3269548" y="2137030"/>
                  </a:lnTo>
                  <a:lnTo>
                    <a:pt x="3316359" y="2072022"/>
                  </a:lnTo>
                  <a:lnTo>
                    <a:pt x="3363126" y="2007697"/>
                  </a:lnTo>
                  <a:lnTo>
                    <a:pt x="3409822" y="1944606"/>
                  </a:lnTo>
                  <a:lnTo>
                    <a:pt x="3456440" y="1883260"/>
                  </a:lnTo>
                  <a:lnTo>
                    <a:pt x="3503001" y="1824105"/>
                  </a:lnTo>
                  <a:lnTo>
                    <a:pt x="3549562" y="1767517"/>
                  </a:lnTo>
                  <a:lnTo>
                    <a:pt x="3596224" y="1713789"/>
                  </a:lnTo>
                  <a:lnTo>
                    <a:pt x="3643135" y="1663132"/>
                  </a:lnTo>
                  <a:lnTo>
                    <a:pt x="3690503" y="1615675"/>
                  </a:lnTo>
                  <a:lnTo>
                    <a:pt x="3738604" y="1571468"/>
                  </a:lnTo>
                  <a:lnTo>
                    <a:pt x="3787792" y="1530491"/>
                  </a:lnTo>
                  <a:lnTo>
                    <a:pt x="3820202" y="1505808"/>
                  </a:lnTo>
                  <a:lnTo>
                    <a:pt x="3871677" y="1470308"/>
                  </a:lnTo>
                  <a:lnTo>
                    <a:pt x="3925562" y="1437865"/>
                  </a:lnTo>
                  <a:lnTo>
                    <a:pt x="3982522" y="1408372"/>
                  </a:lnTo>
                  <a:lnTo>
                    <a:pt x="4043292" y="1381623"/>
                  </a:lnTo>
                  <a:lnTo>
                    <a:pt x="4108632" y="1357369"/>
                  </a:lnTo>
                  <a:lnTo>
                    <a:pt x="4179289" y="1335352"/>
                  </a:lnTo>
                  <a:lnTo>
                    <a:pt x="4255946" y="1315332"/>
                  </a:lnTo>
                  <a:lnTo>
                    <a:pt x="4339160" y="1297094"/>
                  </a:lnTo>
                  <a:lnTo>
                    <a:pt x="4429269" y="1280459"/>
                  </a:lnTo>
                  <a:lnTo>
                    <a:pt x="4526287" y="1265292"/>
                  </a:lnTo>
                  <a:lnTo>
                    <a:pt x="4629765" y="1251495"/>
                  </a:lnTo>
                  <a:lnTo>
                    <a:pt x="4738653" y="1239015"/>
                  </a:lnTo>
                  <a:lnTo>
                    <a:pt x="4851175" y="1227834"/>
                  </a:lnTo>
                  <a:lnTo>
                    <a:pt x="4964768" y="1217965"/>
                  </a:lnTo>
                  <a:lnTo>
                    <a:pt x="5076132" y="1209433"/>
                  </a:lnTo>
                  <a:lnTo>
                    <a:pt x="5181442" y="1202264"/>
                  </a:lnTo>
                  <a:lnTo>
                    <a:pt x="5276737" y="1196459"/>
                  </a:lnTo>
                  <a:lnTo>
                    <a:pt x="5358451" y="1191978"/>
                  </a:lnTo>
                  <a:lnTo>
                    <a:pt x="5423982" y="1188725"/>
                  </a:lnTo>
                  <a:lnTo>
                    <a:pt x="5472174" y="1186550"/>
                  </a:lnTo>
                  <a:lnTo>
                    <a:pt x="5503578" y="1185258"/>
                  </a:lnTo>
                  <a:lnTo>
                    <a:pt x="5520475" y="1184622"/>
                  </a:lnTo>
                  <a:lnTo>
                    <a:pt x="5526701" y="1184407"/>
                  </a:lnTo>
                  <a:lnTo>
                    <a:pt x="5527445" y="1184383"/>
                  </a:lnTo>
                  <a:lnTo>
                    <a:pt x="6522385" y="1184383"/>
                  </a:lnTo>
                  <a:lnTo>
                    <a:pt x="6523511" y="1184360"/>
                  </a:lnTo>
                  <a:lnTo>
                    <a:pt x="6530939" y="1184201"/>
                  </a:lnTo>
                  <a:lnTo>
                    <a:pt x="6549767" y="1183760"/>
                  </a:lnTo>
                  <a:lnTo>
                    <a:pt x="6583688" y="1182892"/>
                  </a:lnTo>
                  <a:lnTo>
                    <a:pt x="6634772" y="1181456"/>
                  </a:lnTo>
                  <a:lnTo>
                    <a:pt x="6703311" y="1179334"/>
                  </a:lnTo>
                  <a:lnTo>
                    <a:pt x="6787876" y="1176438"/>
                  </a:lnTo>
                  <a:lnTo>
                    <a:pt x="6885629" y="1172715"/>
                  </a:lnTo>
                  <a:lnTo>
                    <a:pt x="6992840" y="1168143"/>
                  </a:lnTo>
                  <a:lnTo>
                    <a:pt x="7105471" y="1162727"/>
                  </a:lnTo>
                  <a:lnTo>
                    <a:pt x="7219708" y="1156484"/>
                  </a:lnTo>
                  <a:lnTo>
                    <a:pt x="7332321" y="1149430"/>
                  </a:lnTo>
                  <a:lnTo>
                    <a:pt x="7440859" y="1141568"/>
                  </a:lnTo>
                  <a:lnTo>
                    <a:pt x="7543665" y="1132884"/>
                  </a:lnTo>
                  <a:lnTo>
                    <a:pt x="7639806" y="1123339"/>
                  </a:lnTo>
                  <a:lnTo>
                    <a:pt x="7728933" y="1112868"/>
                  </a:lnTo>
                  <a:lnTo>
                    <a:pt x="7811139" y="1101380"/>
                  </a:lnTo>
                  <a:lnTo>
                    <a:pt x="7886825" y="1088758"/>
                  </a:lnTo>
                  <a:lnTo>
                    <a:pt x="7956592" y="1074866"/>
                  </a:lnTo>
                  <a:lnTo>
                    <a:pt x="8021154" y="1059547"/>
                  </a:lnTo>
                  <a:lnTo>
                    <a:pt x="8081276" y="1042643"/>
                  </a:lnTo>
                  <a:lnTo>
                    <a:pt x="8137729" y="1024001"/>
                  </a:lnTo>
                  <a:lnTo>
                    <a:pt x="8191246" y="1003505"/>
                  </a:lnTo>
                  <a:lnTo>
                    <a:pt x="8229629" y="986986"/>
                  </a:lnTo>
                  <a:lnTo>
                    <a:pt x="8285448" y="960178"/>
                  </a:lnTo>
                  <a:lnTo>
                    <a:pt x="8339634" y="930931"/>
                  </a:lnTo>
                  <a:lnTo>
                    <a:pt x="8392737" y="899200"/>
                  </a:lnTo>
                  <a:lnTo>
                    <a:pt x="8445176" y="865007"/>
                  </a:lnTo>
                  <a:lnTo>
                    <a:pt x="8497263" y="828446"/>
                  </a:lnTo>
                  <a:lnTo>
                    <a:pt x="8549213" y="789686"/>
                  </a:lnTo>
                  <a:lnTo>
                    <a:pt x="8601168" y="748979"/>
                  </a:lnTo>
                  <a:lnTo>
                    <a:pt x="8653199" y="706651"/>
                  </a:lnTo>
                  <a:lnTo>
                    <a:pt x="8705327" y="663097"/>
                  </a:lnTo>
                  <a:lnTo>
                    <a:pt x="8757532" y="618763"/>
                  </a:lnTo>
                  <a:lnTo>
                    <a:pt x="8809769" y="574134"/>
                  </a:lnTo>
                  <a:lnTo>
                    <a:pt x="8861984" y="529707"/>
                  </a:lnTo>
                  <a:lnTo>
                    <a:pt x="8914130" y="485967"/>
                  </a:lnTo>
                  <a:lnTo>
                    <a:pt x="8966179" y="443373"/>
                  </a:lnTo>
                  <a:lnTo>
                    <a:pt x="9018144" y="402329"/>
                  </a:lnTo>
                  <a:lnTo>
                    <a:pt x="9070087" y="363176"/>
                  </a:lnTo>
                  <a:lnTo>
                    <a:pt x="9122133" y="326178"/>
                  </a:lnTo>
                  <a:lnTo>
                    <a:pt x="9174485" y="291524"/>
                  </a:lnTo>
                  <a:lnTo>
                    <a:pt x="9227432" y="259319"/>
                  </a:lnTo>
                  <a:lnTo>
                    <a:pt x="9281373" y="229599"/>
                  </a:lnTo>
                  <a:lnTo>
                    <a:pt x="9336830" y="202332"/>
                  </a:lnTo>
                  <a:lnTo>
                    <a:pt x="9347647" y="197397"/>
                  </a:lnTo>
                  <a:lnTo>
                    <a:pt x="9399407" y="175482"/>
                  </a:lnTo>
                  <a:lnTo>
                    <a:pt x="9453605" y="155465"/>
                  </a:lnTo>
                  <a:lnTo>
                    <a:pt x="9510920" y="137279"/>
                  </a:lnTo>
                  <a:lnTo>
                    <a:pt x="9572099" y="120793"/>
                  </a:lnTo>
                  <a:lnTo>
                    <a:pt x="9637914" y="105853"/>
                  </a:lnTo>
                  <a:lnTo>
                    <a:pt x="9709122" y="92297"/>
                  </a:lnTo>
                  <a:lnTo>
                    <a:pt x="9786417" y="79977"/>
                  </a:lnTo>
                  <a:lnTo>
                    <a:pt x="9870356" y="68757"/>
                  </a:lnTo>
                  <a:lnTo>
                    <a:pt x="9961274" y="58530"/>
                  </a:lnTo>
                  <a:lnTo>
                    <a:pt x="10059164" y="49209"/>
                  </a:lnTo>
                  <a:lnTo>
                    <a:pt x="10163544" y="40737"/>
                  </a:lnTo>
                  <a:lnTo>
                    <a:pt x="10273307" y="33081"/>
                  </a:lnTo>
                  <a:lnTo>
                    <a:pt x="10386598" y="26232"/>
                  </a:lnTo>
                  <a:lnTo>
                    <a:pt x="10500760" y="20198"/>
                  </a:lnTo>
                  <a:lnTo>
                    <a:pt x="10612391" y="14996"/>
                  </a:lnTo>
                  <a:lnTo>
                    <a:pt x="10717576" y="10640"/>
                  </a:lnTo>
                  <a:lnTo>
                    <a:pt x="10812302" y="7130"/>
                  </a:lnTo>
                  <a:lnTo>
                    <a:pt x="10893010" y="4438"/>
                  </a:lnTo>
                  <a:lnTo>
                    <a:pt x="10957178" y="2500"/>
                  </a:lnTo>
                  <a:lnTo>
                    <a:pt x="11003796" y="1221"/>
                  </a:lnTo>
                  <a:lnTo>
                    <a:pt x="11033612" y="475"/>
                  </a:lnTo>
                  <a:lnTo>
                    <a:pt x="11049130" y="120"/>
                  </a:lnTo>
                  <a:lnTo>
                    <a:pt x="11054418" y="9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7" name="pl1426"/>
            <p:cNvSpPr/>
            <p:nvPr/>
          </p:nvSpPr>
          <p:spPr>
            <a:xfrm>
              <a:off x="1199187" y="2096089"/>
              <a:ext cx="12049831" cy="3112936"/>
            </a:xfrm>
            <a:custGeom>
              <a:avLst/>
              <a:pathLst>
                <a:path w="12049831" h="3112936">
                  <a:moveTo>
                    <a:pt x="12049831" y="0"/>
                  </a:moveTo>
                  <a:lnTo>
                    <a:pt x="11054891" y="0"/>
                  </a:lnTo>
                  <a:lnTo>
                    <a:pt x="11053766" y="22"/>
                  </a:lnTo>
                  <a:lnTo>
                    <a:pt x="11046338" y="181"/>
                  </a:lnTo>
                  <a:lnTo>
                    <a:pt x="11027509" y="622"/>
                  </a:lnTo>
                  <a:lnTo>
                    <a:pt x="10993588" y="1491"/>
                  </a:lnTo>
                  <a:lnTo>
                    <a:pt x="10942505" y="2926"/>
                  </a:lnTo>
                  <a:lnTo>
                    <a:pt x="10873966" y="5048"/>
                  </a:lnTo>
                  <a:lnTo>
                    <a:pt x="10789401" y="7944"/>
                  </a:lnTo>
                  <a:lnTo>
                    <a:pt x="10691647" y="11668"/>
                  </a:lnTo>
                  <a:lnTo>
                    <a:pt x="10584437" y="16240"/>
                  </a:lnTo>
                  <a:lnTo>
                    <a:pt x="10471805" y="21655"/>
                  </a:lnTo>
                  <a:lnTo>
                    <a:pt x="10357569" y="27898"/>
                  </a:lnTo>
                  <a:lnTo>
                    <a:pt x="10244955" y="34953"/>
                  </a:lnTo>
                  <a:lnTo>
                    <a:pt x="10136418" y="42815"/>
                  </a:lnTo>
                  <a:lnTo>
                    <a:pt x="10033611" y="51499"/>
                  </a:lnTo>
                  <a:lnTo>
                    <a:pt x="9937471" y="61043"/>
                  </a:lnTo>
                  <a:lnTo>
                    <a:pt x="9848344" y="71514"/>
                  </a:lnTo>
                  <a:lnTo>
                    <a:pt x="9766138" y="83002"/>
                  </a:lnTo>
                  <a:lnTo>
                    <a:pt x="9690451" y="95624"/>
                  </a:lnTo>
                  <a:lnTo>
                    <a:pt x="9620685" y="109517"/>
                  </a:lnTo>
                  <a:lnTo>
                    <a:pt x="9556123" y="124835"/>
                  </a:lnTo>
                  <a:lnTo>
                    <a:pt x="9496000" y="141739"/>
                  </a:lnTo>
                  <a:lnTo>
                    <a:pt x="9439547" y="160381"/>
                  </a:lnTo>
                  <a:lnTo>
                    <a:pt x="9386030" y="180878"/>
                  </a:lnTo>
                  <a:lnTo>
                    <a:pt x="9347647" y="197397"/>
                  </a:lnTo>
                  <a:lnTo>
                    <a:pt x="9291828" y="224204"/>
                  </a:lnTo>
                  <a:lnTo>
                    <a:pt x="9237643" y="253452"/>
                  </a:lnTo>
                  <a:lnTo>
                    <a:pt x="9184540" y="285182"/>
                  </a:lnTo>
                  <a:lnTo>
                    <a:pt x="9132100" y="319375"/>
                  </a:lnTo>
                  <a:lnTo>
                    <a:pt x="9080014" y="355937"/>
                  </a:lnTo>
                  <a:lnTo>
                    <a:pt x="9028063" y="394696"/>
                  </a:lnTo>
                  <a:lnTo>
                    <a:pt x="8976109" y="435403"/>
                  </a:lnTo>
                  <a:lnTo>
                    <a:pt x="8924078" y="477731"/>
                  </a:lnTo>
                  <a:lnTo>
                    <a:pt x="8871950" y="521286"/>
                  </a:lnTo>
                  <a:lnTo>
                    <a:pt x="8819745" y="565619"/>
                  </a:lnTo>
                  <a:lnTo>
                    <a:pt x="8767507" y="610248"/>
                  </a:lnTo>
                  <a:lnTo>
                    <a:pt x="8715292" y="654676"/>
                  </a:lnTo>
                  <a:lnTo>
                    <a:pt x="8663147" y="698415"/>
                  </a:lnTo>
                  <a:lnTo>
                    <a:pt x="8611097" y="741009"/>
                  </a:lnTo>
                  <a:lnTo>
                    <a:pt x="8559132" y="782053"/>
                  </a:lnTo>
                  <a:lnTo>
                    <a:pt x="8507189" y="821207"/>
                  </a:lnTo>
                  <a:lnTo>
                    <a:pt x="8455143" y="858204"/>
                  </a:lnTo>
                  <a:lnTo>
                    <a:pt x="8402792" y="892859"/>
                  </a:lnTo>
                  <a:lnTo>
                    <a:pt x="8349844" y="925063"/>
                  </a:lnTo>
                  <a:lnTo>
                    <a:pt x="8295904" y="954783"/>
                  </a:lnTo>
                  <a:lnTo>
                    <a:pt x="8240446" y="982050"/>
                  </a:lnTo>
                  <a:lnTo>
                    <a:pt x="8229629" y="986986"/>
                  </a:lnTo>
                  <a:lnTo>
                    <a:pt x="8177869" y="1008900"/>
                  </a:lnTo>
                  <a:lnTo>
                    <a:pt x="8123671" y="1028917"/>
                  </a:lnTo>
                  <a:lnTo>
                    <a:pt x="8066356" y="1047103"/>
                  </a:lnTo>
                  <a:lnTo>
                    <a:pt x="8005177" y="1063589"/>
                  </a:lnTo>
                  <a:lnTo>
                    <a:pt x="7939363" y="1078530"/>
                  </a:lnTo>
                  <a:lnTo>
                    <a:pt x="7868154" y="1092085"/>
                  </a:lnTo>
                  <a:lnTo>
                    <a:pt x="7790860" y="1104406"/>
                  </a:lnTo>
                  <a:lnTo>
                    <a:pt x="7706921" y="1115625"/>
                  </a:lnTo>
                  <a:lnTo>
                    <a:pt x="7616003" y="1125852"/>
                  </a:lnTo>
                  <a:lnTo>
                    <a:pt x="7518112" y="1135173"/>
                  </a:lnTo>
                  <a:lnTo>
                    <a:pt x="7413732" y="1143645"/>
                  </a:lnTo>
                  <a:lnTo>
                    <a:pt x="7303970" y="1151301"/>
                  </a:lnTo>
                  <a:lnTo>
                    <a:pt x="7190678" y="1158150"/>
                  </a:lnTo>
                  <a:lnTo>
                    <a:pt x="7076516" y="1164184"/>
                  </a:lnTo>
                  <a:lnTo>
                    <a:pt x="6964886" y="1169387"/>
                  </a:lnTo>
                  <a:lnTo>
                    <a:pt x="6859701" y="1173742"/>
                  </a:lnTo>
                  <a:lnTo>
                    <a:pt x="6764974" y="1177252"/>
                  </a:lnTo>
                  <a:lnTo>
                    <a:pt x="6684266" y="1179945"/>
                  </a:lnTo>
                  <a:lnTo>
                    <a:pt x="6620098" y="1181882"/>
                  </a:lnTo>
                  <a:lnTo>
                    <a:pt x="6573481" y="1183161"/>
                  </a:lnTo>
                  <a:lnTo>
                    <a:pt x="6543665" y="1183907"/>
                  </a:lnTo>
                  <a:lnTo>
                    <a:pt x="6528147" y="1184262"/>
                  </a:lnTo>
                  <a:lnTo>
                    <a:pt x="6522858" y="1184374"/>
                  </a:lnTo>
                  <a:lnTo>
                    <a:pt x="6522385" y="1184383"/>
                  </a:lnTo>
                  <a:lnTo>
                    <a:pt x="5527445" y="1184383"/>
                  </a:lnTo>
                  <a:lnTo>
                    <a:pt x="5526338" y="1184419"/>
                  </a:lnTo>
                  <a:lnTo>
                    <a:pt x="5519024" y="1184674"/>
                  </a:lnTo>
                  <a:lnTo>
                    <a:pt x="5500479" y="1185380"/>
                  </a:lnTo>
                  <a:lnTo>
                    <a:pt x="5467048" y="1186772"/>
                  </a:lnTo>
                  <a:lnTo>
                    <a:pt x="5416662" y="1189072"/>
                  </a:lnTo>
                  <a:lnTo>
                    <a:pt x="5348992" y="1192473"/>
                  </a:lnTo>
                  <a:lnTo>
                    <a:pt x="5265396" y="1197117"/>
                  </a:lnTo>
                  <a:lnTo>
                    <a:pt x="5168627" y="1203093"/>
                  </a:lnTo>
                  <a:lnTo>
                    <a:pt x="5062333" y="1210435"/>
                  </a:lnTo>
                  <a:lnTo>
                    <a:pt x="4950484" y="1219137"/>
                  </a:lnTo>
                  <a:lnTo>
                    <a:pt x="4836859" y="1229173"/>
                  </a:lnTo>
                  <a:lnTo>
                    <a:pt x="4724670" y="1240518"/>
                  </a:lnTo>
                  <a:lnTo>
                    <a:pt x="4616383" y="1253162"/>
                  </a:lnTo>
                  <a:lnTo>
                    <a:pt x="4513676" y="1267128"/>
                  </a:lnTo>
                  <a:lnTo>
                    <a:pt x="4417516" y="1282475"/>
                  </a:lnTo>
                  <a:lnTo>
                    <a:pt x="4328285" y="1299303"/>
                  </a:lnTo>
                  <a:lnTo>
                    <a:pt x="4245923" y="1317755"/>
                  </a:lnTo>
                  <a:lnTo>
                    <a:pt x="4170057" y="1338015"/>
                  </a:lnTo>
                  <a:lnTo>
                    <a:pt x="4100111" y="1360300"/>
                  </a:lnTo>
                  <a:lnTo>
                    <a:pt x="4035389" y="1384855"/>
                  </a:lnTo>
                  <a:lnTo>
                    <a:pt x="3975141" y="1411937"/>
                  </a:lnTo>
                  <a:lnTo>
                    <a:pt x="3918608" y="1441792"/>
                  </a:lnTo>
                  <a:lnTo>
                    <a:pt x="3865063" y="1474618"/>
                  </a:lnTo>
                  <a:lnTo>
                    <a:pt x="3820202" y="1505808"/>
                  </a:lnTo>
                  <a:lnTo>
                    <a:pt x="3770085" y="1544750"/>
                  </a:lnTo>
                  <a:lnTo>
                    <a:pt x="3721332" y="1586874"/>
                  </a:lnTo>
                  <a:lnTo>
                    <a:pt x="3673528" y="1632242"/>
                  </a:lnTo>
                  <a:lnTo>
                    <a:pt x="3626351" y="1680850"/>
                  </a:lnTo>
                  <a:lnTo>
                    <a:pt x="3579550" y="1732622"/>
                  </a:lnTo>
                  <a:lnTo>
                    <a:pt x="3532939" y="1787399"/>
                  </a:lnTo>
                  <a:lnTo>
                    <a:pt x="3486386" y="1844942"/>
                  </a:lnTo>
                  <a:lnTo>
                    <a:pt x="3439809" y="1904926"/>
                  </a:lnTo>
                  <a:lnTo>
                    <a:pt x="3393164" y="1966950"/>
                  </a:lnTo>
                  <a:lnTo>
                    <a:pt x="3346441" y="2030542"/>
                  </a:lnTo>
                  <a:lnTo>
                    <a:pt x="3299655" y="2095176"/>
                  </a:lnTo>
                  <a:lnTo>
                    <a:pt x="3252837" y="2160289"/>
                  </a:lnTo>
                  <a:lnTo>
                    <a:pt x="3206026" y="2225297"/>
                  </a:lnTo>
                  <a:lnTo>
                    <a:pt x="3159259" y="2289622"/>
                  </a:lnTo>
                  <a:lnTo>
                    <a:pt x="3112563" y="2352713"/>
                  </a:lnTo>
                  <a:lnTo>
                    <a:pt x="3065945" y="2414059"/>
                  </a:lnTo>
                  <a:lnTo>
                    <a:pt x="3019384" y="2473214"/>
                  </a:lnTo>
                  <a:lnTo>
                    <a:pt x="2972823" y="2529802"/>
                  </a:lnTo>
                  <a:lnTo>
                    <a:pt x="2926161" y="2583530"/>
                  </a:lnTo>
                  <a:lnTo>
                    <a:pt x="2879250" y="2634187"/>
                  </a:lnTo>
                  <a:lnTo>
                    <a:pt x="2831882" y="2681644"/>
                  </a:lnTo>
                  <a:lnTo>
                    <a:pt x="2783781" y="2725850"/>
                  </a:lnTo>
                  <a:lnTo>
                    <a:pt x="2734593" y="2766828"/>
                  </a:lnTo>
                  <a:lnTo>
                    <a:pt x="2702183" y="2791511"/>
                  </a:lnTo>
                  <a:lnTo>
                    <a:pt x="2650708" y="2827011"/>
                  </a:lnTo>
                  <a:lnTo>
                    <a:pt x="2596823" y="2859454"/>
                  </a:lnTo>
                  <a:lnTo>
                    <a:pt x="2539863" y="2888947"/>
                  </a:lnTo>
                  <a:lnTo>
                    <a:pt x="2479093" y="2915696"/>
                  </a:lnTo>
                  <a:lnTo>
                    <a:pt x="2413753" y="2939950"/>
                  </a:lnTo>
                  <a:lnTo>
                    <a:pt x="2343096" y="2961967"/>
                  </a:lnTo>
                  <a:lnTo>
                    <a:pt x="2266439" y="2981987"/>
                  </a:lnTo>
                  <a:lnTo>
                    <a:pt x="2183225" y="3000225"/>
                  </a:lnTo>
                  <a:lnTo>
                    <a:pt x="2093116" y="3016860"/>
                  </a:lnTo>
                  <a:lnTo>
                    <a:pt x="1996098" y="3032027"/>
                  </a:lnTo>
                  <a:lnTo>
                    <a:pt x="1892620" y="3045824"/>
                  </a:lnTo>
                  <a:lnTo>
                    <a:pt x="1783732" y="3058304"/>
                  </a:lnTo>
                  <a:lnTo>
                    <a:pt x="1671210" y="3069485"/>
                  </a:lnTo>
                  <a:lnTo>
                    <a:pt x="1557617" y="3079354"/>
                  </a:lnTo>
                  <a:lnTo>
                    <a:pt x="1446253" y="3087886"/>
                  </a:lnTo>
                  <a:lnTo>
                    <a:pt x="1340943" y="3095055"/>
                  </a:lnTo>
                  <a:lnTo>
                    <a:pt x="1245648" y="3100860"/>
                  </a:lnTo>
                  <a:lnTo>
                    <a:pt x="1163934" y="3105341"/>
                  </a:lnTo>
                  <a:lnTo>
                    <a:pt x="1098403" y="3108594"/>
                  </a:lnTo>
                  <a:lnTo>
                    <a:pt x="1050211" y="3110768"/>
                  </a:lnTo>
                  <a:lnTo>
                    <a:pt x="1018807" y="3112061"/>
                  </a:lnTo>
                  <a:lnTo>
                    <a:pt x="1001910" y="3112697"/>
                  </a:lnTo>
                  <a:lnTo>
                    <a:pt x="995684" y="3112912"/>
                  </a:lnTo>
                  <a:lnTo>
                    <a:pt x="994940" y="3112936"/>
                  </a:lnTo>
                  <a:lnTo>
                    <a:pt x="0" y="3112936"/>
                  </a:lnTo>
                  <a:lnTo>
                    <a:pt x="0" y="31129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8" name="pg1427"/>
            <p:cNvSpPr/>
            <p:nvPr/>
          </p:nvSpPr>
          <p:spPr>
            <a:xfrm>
              <a:off x="1199187" y="2646355"/>
              <a:ext cx="12049831" cy="2573151"/>
            </a:xfrm>
            <a:custGeom>
              <a:avLst/>
              <a:pathLst>
                <a:path w="12049831" h="2573151">
                  <a:moveTo>
                    <a:pt x="0" y="2573151"/>
                  </a:moveTo>
                  <a:lnTo>
                    <a:pt x="994940" y="2573151"/>
                  </a:lnTo>
                  <a:lnTo>
                    <a:pt x="996048" y="2573115"/>
                  </a:lnTo>
                  <a:lnTo>
                    <a:pt x="1003363" y="2572861"/>
                  </a:lnTo>
                  <a:lnTo>
                    <a:pt x="1021913" y="2572159"/>
                  </a:lnTo>
                  <a:lnTo>
                    <a:pt x="1055353" y="2570774"/>
                  </a:lnTo>
                  <a:lnTo>
                    <a:pt x="1105750" y="2568486"/>
                  </a:lnTo>
                  <a:lnTo>
                    <a:pt x="1173436" y="2565103"/>
                  </a:lnTo>
                  <a:lnTo>
                    <a:pt x="1257048" y="2560482"/>
                  </a:lnTo>
                  <a:lnTo>
                    <a:pt x="1353834" y="2554537"/>
                  </a:lnTo>
                  <a:lnTo>
                    <a:pt x="1460144" y="2547234"/>
                  </a:lnTo>
                  <a:lnTo>
                    <a:pt x="1572006" y="2538577"/>
                  </a:lnTo>
                  <a:lnTo>
                    <a:pt x="1685642" y="2528593"/>
                  </a:lnTo>
                  <a:lnTo>
                    <a:pt x="1797838" y="2517308"/>
                  </a:lnTo>
                  <a:lnTo>
                    <a:pt x="1906130" y="2504729"/>
                  </a:lnTo>
                  <a:lnTo>
                    <a:pt x="2008839" y="2490836"/>
                  </a:lnTo>
                  <a:lnTo>
                    <a:pt x="2104998" y="2475570"/>
                  </a:lnTo>
                  <a:lnTo>
                    <a:pt x="2194227" y="2458829"/>
                  </a:lnTo>
                  <a:lnTo>
                    <a:pt x="2276586" y="2440473"/>
                  </a:lnTo>
                  <a:lnTo>
                    <a:pt x="2352450" y="2420318"/>
                  </a:lnTo>
                  <a:lnTo>
                    <a:pt x="2422393" y="2398149"/>
                  </a:lnTo>
                  <a:lnTo>
                    <a:pt x="2487112" y="2373721"/>
                  </a:lnTo>
                  <a:lnTo>
                    <a:pt x="2547357" y="2346778"/>
                  </a:lnTo>
                  <a:lnTo>
                    <a:pt x="2603889" y="2317077"/>
                  </a:lnTo>
                  <a:lnTo>
                    <a:pt x="2657434" y="2284420"/>
                  </a:lnTo>
                  <a:lnTo>
                    <a:pt x="2702183" y="2253472"/>
                  </a:lnTo>
                  <a:lnTo>
                    <a:pt x="2752376" y="2214680"/>
                  </a:lnTo>
                  <a:lnTo>
                    <a:pt x="2801203" y="2172713"/>
                  </a:lnTo>
                  <a:lnTo>
                    <a:pt x="2849077" y="2127509"/>
                  </a:lnTo>
                  <a:lnTo>
                    <a:pt x="2896325" y="2079072"/>
                  </a:lnTo>
                  <a:lnTo>
                    <a:pt x="2943197" y="2027481"/>
                  </a:lnTo>
                  <a:lnTo>
                    <a:pt x="2989879" y="1972892"/>
                  </a:lnTo>
                  <a:lnTo>
                    <a:pt x="3036504" y="1915547"/>
                  </a:lnTo>
                  <a:lnTo>
                    <a:pt x="3083153" y="1855771"/>
                  </a:lnTo>
                  <a:lnTo>
                    <a:pt x="3129872" y="1793965"/>
                  </a:lnTo>
                  <a:lnTo>
                    <a:pt x="3176668" y="1730601"/>
                  </a:lnTo>
                  <a:lnTo>
                    <a:pt x="3223528" y="1666206"/>
                  </a:lnTo>
                  <a:lnTo>
                    <a:pt x="3270419" y="1601344"/>
                  </a:lnTo>
                  <a:lnTo>
                    <a:pt x="3317302" y="1536597"/>
                  </a:lnTo>
                  <a:lnTo>
                    <a:pt x="3364140" y="1472542"/>
                  </a:lnTo>
                  <a:lnTo>
                    <a:pt x="3410906" y="1409731"/>
                  </a:lnTo>
                  <a:lnTo>
                    <a:pt x="3457594" y="1348671"/>
                  </a:lnTo>
                  <a:lnTo>
                    <a:pt x="3504227" y="1289808"/>
                  </a:lnTo>
                  <a:lnTo>
                    <a:pt x="3550862" y="1233514"/>
                  </a:lnTo>
                  <a:lnTo>
                    <a:pt x="3597600" y="1180080"/>
                  </a:lnTo>
                  <a:lnTo>
                    <a:pt x="3644594" y="1129716"/>
                  </a:lnTo>
                  <a:lnTo>
                    <a:pt x="3692055" y="1082546"/>
                  </a:lnTo>
                  <a:lnTo>
                    <a:pt x="3740260" y="1038619"/>
                  </a:lnTo>
                  <a:lnTo>
                    <a:pt x="3789569" y="997912"/>
                  </a:lnTo>
                  <a:lnTo>
                    <a:pt x="3820202" y="974757"/>
                  </a:lnTo>
                  <a:lnTo>
                    <a:pt x="3871682" y="939447"/>
                  </a:lnTo>
                  <a:lnTo>
                    <a:pt x="3925572" y="907178"/>
                  </a:lnTo>
                  <a:lnTo>
                    <a:pt x="3982539" y="877843"/>
                  </a:lnTo>
                  <a:lnTo>
                    <a:pt x="4043316" y="851238"/>
                  </a:lnTo>
                  <a:lnTo>
                    <a:pt x="4108664" y="827114"/>
                  </a:lnTo>
                  <a:lnTo>
                    <a:pt x="4179330" y="805216"/>
                  </a:lnTo>
                  <a:lnTo>
                    <a:pt x="4255998" y="785304"/>
                  </a:lnTo>
                  <a:lnTo>
                    <a:pt x="4339224" y="767164"/>
                  </a:lnTo>
                  <a:lnTo>
                    <a:pt x="4429347" y="750620"/>
                  </a:lnTo>
                  <a:lnTo>
                    <a:pt x="4526380" y="735535"/>
                  </a:lnTo>
                  <a:lnTo>
                    <a:pt x="4629873" y="721813"/>
                  </a:lnTo>
                  <a:lnTo>
                    <a:pt x="4738776" y="709401"/>
                  </a:lnTo>
                  <a:lnTo>
                    <a:pt x="4851312" y="698281"/>
                  </a:lnTo>
                  <a:lnTo>
                    <a:pt x="4964915" y="688466"/>
                  </a:lnTo>
                  <a:lnTo>
                    <a:pt x="5076284" y="679982"/>
                  </a:lnTo>
                  <a:lnTo>
                    <a:pt x="5181592" y="672854"/>
                  </a:lnTo>
                  <a:lnTo>
                    <a:pt x="5276877" y="667082"/>
                  </a:lnTo>
                  <a:lnTo>
                    <a:pt x="5358574" y="662626"/>
                  </a:lnTo>
                  <a:lnTo>
                    <a:pt x="5424082" y="659392"/>
                  </a:lnTo>
                  <a:lnTo>
                    <a:pt x="5472247" y="657232"/>
                  </a:lnTo>
                  <a:lnTo>
                    <a:pt x="5503624" y="655948"/>
                  </a:lnTo>
                  <a:lnTo>
                    <a:pt x="5520497" y="655316"/>
                  </a:lnTo>
                  <a:lnTo>
                    <a:pt x="5526707" y="655102"/>
                  </a:lnTo>
                  <a:lnTo>
                    <a:pt x="5527445" y="655079"/>
                  </a:lnTo>
                  <a:lnTo>
                    <a:pt x="6522385" y="655079"/>
                  </a:lnTo>
                  <a:lnTo>
                    <a:pt x="6523519" y="655066"/>
                  </a:lnTo>
                  <a:lnTo>
                    <a:pt x="6530996" y="654978"/>
                  </a:lnTo>
                  <a:lnTo>
                    <a:pt x="6549948" y="654735"/>
                  </a:lnTo>
                  <a:lnTo>
                    <a:pt x="6584081" y="654255"/>
                  </a:lnTo>
                  <a:lnTo>
                    <a:pt x="6635468" y="653462"/>
                  </a:lnTo>
                  <a:lnTo>
                    <a:pt x="6704383" y="652290"/>
                  </a:lnTo>
                  <a:lnTo>
                    <a:pt x="6789366" y="650690"/>
                  </a:lnTo>
                  <a:lnTo>
                    <a:pt x="6887544" y="648634"/>
                  </a:lnTo>
                  <a:lnTo>
                    <a:pt x="6995149" y="646111"/>
                  </a:lnTo>
                  <a:lnTo>
                    <a:pt x="7108116" y="643123"/>
                  </a:lnTo>
                  <a:lnTo>
                    <a:pt x="7222612" y="639678"/>
                  </a:lnTo>
                  <a:lnTo>
                    <a:pt x="7335406" y="635787"/>
                  </a:lnTo>
                  <a:lnTo>
                    <a:pt x="7444048" y="631450"/>
                  </a:lnTo>
                  <a:lnTo>
                    <a:pt x="7546894" y="626660"/>
                  </a:lnTo>
                  <a:lnTo>
                    <a:pt x="7643024" y="621395"/>
                  </a:lnTo>
                  <a:lnTo>
                    <a:pt x="7732104" y="615617"/>
                  </a:lnTo>
                  <a:lnTo>
                    <a:pt x="7814242" y="609277"/>
                  </a:lnTo>
                  <a:lnTo>
                    <a:pt x="7889851" y="602309"/>
                  </a:lnTo>
                  <a:lnTo>
                    <a:pt x="7959540" y="594636"/>
                  </a:lnTo>
                  <a:lnTo>
                    <a:pt x="8024034" y="586175"/>
                  </a:lnTo>
                  <a:lnTo>
                    <a:pt x="8084104" y="576835"/>
                  </a:lnTo>
                  <a:lnTo>
                    <a:pt x="8140524" y="566533"/>
                  </a:lnTo>
                  <a:lnTo>
                    <a:pt x="8194031" y="555207"/>
                  </a:lnTo>
                  <a:lnTo>
                    <a:pt x="8229629" y="546772"/>
                  </a:lnTo>
                  <a:lnTo>
                    <a:pt x="8289201" y="531009"/>
                  </a:lnTo>
                  <a:lnTo>
                    <a:pt x="8346954" y="513715"/>
                  </a:lnTo>
                  <a:lnTo>
                    <a:pt x="8403544" y="494865"/>
                  </a:lnTo>
                  <a:lnTo>
                    <a:pt x="8459457" y="474482"/>
                  </a:lnTo>
                  <a:lnTo>
                    <a:pt x="8515044" y="452640"/>
                  </a:lnTo>
                  <a:lnTo>
                    <a:pt x="8570538" y="429470"/>
                  </a:lnTo>
                  <a:lnTo>
                    <a:pt x="8626078" y="405159"/>
                  </a:lnTo>
                  <a:lnTo>
                    <a:pt x="8681723" y="379947"/>
                  </a:lnTo>
                  <a:lnTo>
                    <a:pt x="8737471" y="354117"/>
                  </a:lnTo>
                  <a:lnTo>
                    <a:pt x="8793277" y="327984"/>
                  </a:lnTo>
                  <a:lnTo>
                    <a:pt x="8849077" y="301879"/>
                  </a:lnTo>
                  <a:lnTo>
                    <a:pt x="8904810" y="276131"/>
                  </a:lnTo>
                  <a:lnTo>
                    <a:pt x="8960436" y="251050"/>
                  </a:lnTo>
                  <a:lnTo>
                    <a:pt x="9015963" y="226914"/>
                  </a:lnTo>
                  <a:lnTo>
                    <a:pt x="9071460" y="203953"/>
                  </a:lnTo>
                  <a:lnTo>
                    <a:pt x="9127082" y="182346"/>
                  </a:lnTo>
                  <a:lnTo>
                    <a:pt x="9183080" y="162214"/>
                  </a:lnTo>
                  <a:lnTo>
                    <a:pt x="9239825" y="143622"/>
                  </a:lnTo>
                  <a:lnTo>
                    <a:pt x="9297830" y="126585"/>
                  </a:lnTo>
                  <a:lnTo>
                    <a:pt x="9347647" y="113547"/>
                  </a:lnTo>
                  <a:lnTo>
                    <a:pt x="9399530" y="101496"/>
                  </a:lnTo>
                  <a:lnTo>
                    <a:pt x="9453863" y="90491"/>
                  </a:lnTo>
                  <a:lnTo>
                    <a:pt x="9511332" y="80495"/>
                  </a:lnTo>
                  <a:lnTo>
                    <a:pt x="9572687" y="71437"/>
                  </a:lnTo>
                  <a:lnTo>
                    <a:pt x="9638707" y="63229"/>
                  </a:lnTo>
                  <a:lnTo>
                    <a:pt x="9710154" y="55783"/>
                  </a:lnTo>
                  <a:lnTo>
                    <a:pt x="9787725" y="49017"/>
                  </a:lnTo>
                  <a:lnTo>
                    <a:pt x="9871978" y="42857"/>
                  </a:lnTo>
                  <a:lnTo>
                    <a:pt x="9963246" y="37242"/>
                  </a:lnTo>
                  <a:lnTo>
                    <a:pt x="10061514" y="32127"/>
                  </a:lnTo>
                  <a:lnTo>
                    <a:pt x="10166283" y="27479"/>
                  </a:lnTo>
                  <a:lnTo>
                    <a:pt x="10276421" y="23281"/>
                  </a:lnTo>
                  <a:lnTo>
                    <a:pt x="10390042" y="19527"/>
                  </a:lnTo>
                  <a:lnTo>
                    <a:pt x="10504444" y="16223"/>
                  </a:lnTo>
                  <a:lnTo>
                    <a:pt x="10616181" y="13377"/>
                  </a:lnTo>
                  <a:lnTo>
                    <a:pt x="10721301" y="10999"/>
                  </a:lnTo>
                  <a:lnTo>
                    <a:pt x="10815769" y="9086"/>
                  </a:lnTo>
                  <a:lnTo>
                    <a:pt x="10896032" y="7623"/>
                  </a:lnTo>
                  <a:lnTo>
                    <a:pt x="10959602" y="6574"/>
                  </a:lnTo>
                  <a:lnTo>
                    <a:pt x="11005537" y="5886"/>
                  </a:lnTo>
                  <a:lnTo>
                    <a:pt x="11034671" y="5487"/>
                  </a:lnTo>
                  <a:lnTo>
                    <a:pt x="11049606" y="5301"/>
                  </a:lnTo>
                  <a:lnTo>
                    <a:pt x="11054512" y="524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8" y="12"/>
                  </a:lnTo>
                  <a:lnTo>
                    <a:pt x="11046280" y="100"/>
                  </a:lnTo>
                  <a:lnTo>
                    <a:pt x="11027329" y="344"/>
                  </a:lnTo>
                  <a:lnTo>
                    <a:pt x="10993195" y="823"/>
                  </a:lnTo>
                  <a:lnTo>
                    <a:pt x="10941809" y="1617"/>
                  </a:lnTo>
                  <a:lnTo>
                    <a:pt x="10872894" y="2789"/>
                  </a:lnTo>
                  <a:lnTo>
                    <a:pt x="10787910" y="4388"/>
                  </a:lnTo>
                  <a:lnTo>
                    <a:pt x="10689732" y="6444"/>
                  </a:lnTo>
                  <a:lnTo>
                    <a:pt x="10582128" y="8967"/>
                  </a:lnTo>
                  <a:lnTo>
                    <a:pt x="10469161" y="11956"/>
                  </a:lnTo>
                  <a:lnTo>
                    <a:pt x="10354664" y="15400"/>
                  </a:lnTo>
                  <a:lnTo>
                    <a:pt x="10241871" y="19291"/>
                  </a:lnTo>
                  <a:lnTo>
                    <a:pt x="10133229" y="23628"/>
                  </a:lnTo>
                  <a:lnTo>
                    <a:pt x="10030383" y="28418"/>
                  </a:lnTo>
                  <a:lnTo>
                    <a:pt x="9934253" y="33684"/>
                  </a:lnTo>
                  <a:lnTo>
                    <a:pt x="9845172" y="39461"/>
                  </a:lnTo>
                  <a:lnTo>
                    <a:pt x="9763034" y="45802"/>
                  </a:lnTo>
                  <a:lnTo>
                    <a:pt x="9687426" y="52770"/>
                  </a:lnTo>
                  <a:lnTo>
                    <a:pt x="9617736" y="60442"/>
                  </a:lnTo>
                  <a:lnTo>
                    <a:pt x="9553243" y="68904"/>
                  </a:lnTo>
                  <a:lnTo>
                    <a:pt x="9493173" y="78244"/>
                  </a:lnTo>
                  <a:lnTo>
                    <a:pt x="9436752" y="88545"/>
                  </a:lnTo>
                  <a:lnTo>
                    <a:pt x="9383246" y="99871"/>
                  </a:lnTo>
                  <a:lnTo>
                    <a:pt x="9347647" y="108306"/>
                  </a:lnTo>
                  <a:lnTo>
                    <a:pt x="9288076" y="124070"/>
                  </a:lnTo>
                  <a:lnTo>
                    <a:pt x="9230322" y="141364"/>
                  </a:lnTo>
                  <a:lnTo>
                    <a:pt x="9173732" y="160213"/>
                  </a:lnTo>
                  <a:lnTo>
                    <a:pt x="9117819" y="180597"/>
                  </a:lnTo>
                  <a:lnTo>
                    <a:pt x="9062233" y="202439"/>
                  </a:lnTo>
                  <a:lnTo>
                    <a:pt x="9006738" y="225609"/>
                  </a:lnTo>
                  <a:lnTo>
                    <a:pt x="8951198" y="249919"/>
                  </a:lnTo>
                  <a:lnTo>
                    <a:pt x="8895553" y="275131"/>
                  </a:lnTo>
                  <a:lnTo>
                    <a:pt x="8839806" y="300961"/>
                  </a:lnTo>
                  <a:lnTo>
                    <a:pt x="8784000" y="327094"/>
                  </a:lnTo>
                  <a:lnTo>
                    <a:pt x="8728199" y="353199"/>
                  </a:lnTo>
                  <a:lnTo>
                    <a:pt x="8672467" y="378948"/>
                  </a:lnTo>
                  <a:lnTo>
                    <a:pt x="8616841" y="404028"/>
                  </a:lnTo>
                  <a:lnTo>
                    <a:pt x="8561314" y="428165"/>
                  </a:lnTo>
                  <a:lnTo>
                    <a:pt x="8505816" y="451125"/>
                  </a:lnTo>
                  <a:lnTo>
                    <a:pt x="8450195" y="472733"/>
                  </a:lnTo>
                  <a:lnTo>
                    <a:pt x="8394197" y="492865"/>
                  </a:lnTo>
                  <a:lnTo>
                    <a:pt x="8337451" y="511456"/>
                  </a:lnTo>
                  <a:lnTo>
                    <a:pt x="8279446" y="528493"/>
                  </a:lnTo>
                  <a:lnTo>
                    <a:pt x="8229629" y="541532"/>
                  </a:lnTo>
                  <a:lnTo>
                    <a:pt x="8177747" y="553582"/>
                  </a:lnTo>
                  <a:lnTo>
                    <a:pt x="8123413" y="564587"/>
                  </a:lnTo>
                  <a:lnTo>
                    <a:pt x="8065945" y="574583"/>
                  </a:lnTo>
                  <a:lnTo>
                    <a:pt x="8004590" y="583642"/>
                  </a:lnTo>
                  <a:lnTo>
                    <a:pt x="7938570" y="591850"/>
                  </a:lnTo>
                  <a:lnTo>
                    <a:pt x="7867122" y="599295"/>
                  </a:lnTo>
                  <a:lnTo>
                    <a:pt x="7789552" y="606061"/>
                  </a:lnTo>
                  <a:lnTo>
                    <a:pt x="7705298" y="612221"/>
                  </a:lnTo>
                  <a:lnTo>
                    <a:pt x="7614030" y="617836"/>
                  </a:lnTo>
                  <a:lnTo>
                    <a:pt x="7515762" y="622951"/>
                  </a:lnTo>
                  <a:lnTo>
                    <a:pt x="7410994" y="627599"/>
                  </a:lnTo>
                  <a:lnTo>
                    <a:pt x="7300855" y="631798"/>
                  </a:lnTo>
                  <a:lnTo>
                    <a:pt x="7187235" y="635551"/>
                  </a:lnTo>
                  <a:lnTo>
                    <a:pt x="7072833" y="638856"/>
                  </a:lnTo>
                  <a:lnTo>
                    <a:pt x="6961096" y="641701"/>
                  </a:lnTo>
                  <a:lnTo>
                    <a:pt x="6855976" y="644080"/>
                  </a:lnTo>
                  <a:lnTo>
                    <a:pt x="6761507" y="645992"/>
                  </a:lnTo>
                  <a:lnTo>
                    <a:pt x="6681245" y="647455"/>
                  </a:lnTo>
                  <a:lnTo>
                    <a:pt x="6617674" y="648504"/>
                  </a:lnTo>
                  <a:lnTo>
                    <a:pt x="6571740" y="649193"/>
                  </a:lnTo>
                  <a:lnTo>
                    <a:pt x="6542605" y="649591"/>
                  </a:lnTo>
                  <a:lnTo>
                    <a:pt x="6527670" y="649778"/>
                  </a:lnTo>
                  <a:lnTo>
                    <a:pt x="6522765" y="649834"/>
                  </a:lnTo>
                  <a:lnTo>
                    <a:pt x="6522385" y="649838"/>
                  </a:lnTo>
                  <a:lnTo>
                    <a:pt x="5527445" y="649838"/>
                  </a:lnTo>
                  <a:lnTo>
                    <a:pt x="5526337" y="649874"/>
                  </a:lnTo>
                  <a:lnTo>
                    <a:pt x="5519022" y="650128"/>
                  </a:lnTo>
                  <a:lnTo>
                    <a:pt x="5500472" y="650830"/>
                  </a:lnTo>
                  <a:lnTo>
                    <a:pt x="5467032" y="652215"/>
                  </a:lnTo>
                  <a:lnTo>
                    <a:pt x="5416635" y="654503"/>
                  </a:lnTo>
                  <a:lnTo>
                    <a:pt x="5348949" y="657886"/>
                  </a:lnTo>
                  <a:lnTo>
                    <a:pt x="5265337" y="662507"/>
                  </a:lnTo>
                  <a:lnTo>
                    <a:pt x="5168551" y="668452"/>
                  </a:lnTo>
                  <a:lnTo>
                    <a:pt x="5062241" y="675755"/>
                  </a:lnTo>
                  <a:lnTo>
                    <a:pt x="4950379" y="684412"/>
                  </a:lnTo>
                  <a:lnTo>
                    <a:pt x="4836743" y="694396"/>
                  </a:lnTo>
                  <a:lnTo>
                    <a:pt x="4724547" y="705681"/>
                  </a:lnTo>
                  <a:lnTo>
                    <a:pt x="4616255" y="718260"/>
                  </a:lnTo>
                  <a:lnTo>
                    <a:pt x="4513546" y="732153"/>
                  </a:lnTo>
                  <a:lnTo>
                    <a:pt x="4417387" y="747419"/>
                  </a:lnTo>
                  <a:lnTo>
                    <a:pt x="4328158" y="764160"/>
                  </a:lnTo>
                  <a:lnTo>
                    <a:pt x="4245799" y="782516"/>
                  </a:lnTo>
                  <a:lnTo>
                    <a:pt x="4169935" y="802671"/>
                  </a:lnTo>
                  <a:lnTo>
                    <a:pt x="4099992" y="824840"/>
                  </a:lnTo>
                  <a:lnTo>
                    <a:pt x="4035273" y="849268"/>
                  </a:lnTo>
                  <a:lnTo>
                    <a:pt x="3975028" y="876211"/>
                  </a:lnTo>
                  <a:lnTo>
                    <a:pt x="3918496" y="905912"/>
                  </a:lnTo>
                  <a:lnTo>
                    <a:pt x="3864951" y="938569"/>
                  </a:lnTo>
                  <a:lnTo>
                    <a:pt x="3820202" y="969517"/>
                  </a:lnTo>
                  <a:lnTo>
                    <a:pt x="3770009" y="1008309"/>
                  </a:lnTo>
                  <a:lnTo>
                    <a:pt x="3721182" y="1050276"/>
                  </a:lnTo>
                  <a:lnTo>
                    <a:pt x="3673308" y="1095480"/>
                  </a:lnTo>
                  <a:lnTo>
                    <a:pt x="3626060" y="1143917"/>
                  </a:lnTo>
                  <a:lnTo>
                    <a:pt x="3579188" y="1195508"/>
                  </a:lnTo>
                  <a:lnTo>
                    <a:pt x="3532506" y="1250097"/>
                  </a:lnTo>
                  <a:lnTo>
                    <a:pt x="3485881" y="1307442"/>
                  </a:lnTo>
                  <a:lnTo>
                    <a:pt x="3439232" y="1367218"/>
                  </a:lnTo>
                  <a:lnTo>
                    <a:pt x="3392513" y="1429024"/>
                  </a:lnTo>
                  <a:lnTo>
                    <a:pt x="3345717" y="1492388"/>
                  </a:lnTo>
                  <a:lnTo>
                    <a:pt x="3298857" y="1556783"/>
                  </a:lnTo>
                  <a:lnTo>
                    <a:pt x="3251966" y="1621645"/>
                  </a:lnTo>
                  <a:lnTo>
                    <a:pt x="3205083" y="1686392"/>
                  </a:lnTo>
                  <a:lnTo>
                    <a:pt x="3158245" y="1750447"/>
                  </a:lnTo>
                  <a:lnTo>
                    <a:pt x="3111479" y="1813258"/>
                  </a:lnTo>
                  <a:lnTo>
                    <a:pt x="3064791" y="1874318"/>
                  </a:lnTo>
                  <a:lnTo>
                    <a:pt x="3018158" y="1933181"/>
                  </a:lnTo>
                  <a:lnTo>
                    <a:pt x="2971523" y="1989475"/>
                  </a:lnTo>
                  <a:lnTo>
                    <a:pt x="2924785" y="2042909"/>
                  </a:lnTo>
                  <a:lnTo>
                    <a:pt x="2877791" y="2093273"/>
                  </a:lnTo>
                  <a:lnTo>
                    <a:pt x="2830330" y="2140443"/>
                  </a:lnTo>
                  <a:lnTo>
                    <a:pt x="2782125" y="2184370"/>
                  </a:lnTo>
                  <a:lnTo>
                    <a:pt x="2732816" y="2225077"/>
                  </a:lnTo>
                  <a:lnTo>
                    <a:pt x="2702183" y="2248232"/>
                  </a:lnTo>
                  <a:lnTo>
                    <a:pt x="2650703" y="2283542"/>
                  </a:lnTo>
                  <a:lnTo>
                    <a:pt x="2596813" y="2315811"/>
                  </a:lnTo>
                  <a:lnTo>
                    <a:pt x="2539846" y="2345146"/>
                  </a:lnTo>
                  <a:lnTo>
                    <a:pt x="2479069" y="2371751"/>
                  </a:lnTo>
                  <a:lnTo>
                    <a:pt x="2413721" y="2395875"/>
                  </a:lnTo>
                  <a:lnTo>
                    <a:pt x="2343055" y="2417773"/>
                  </a:lnTo>
                  <a:lnTo>
                    <a:pt x="2266387" y="2437685"/>
                  </a:lnTo>
                  <a:lnTo>
                    <a:pt x="2183161" y="2455825"/>
                  </a:lnTo>
                  <a:lnTo>
                    <a:pt x="2093038" y="2472369"/>
                  </a:lnTo>
                  <a:lnTo>
                    <a:pt x="1996005" y="2487454"/>
                  </a:lnTo>
                  <a:lnTo>
                    <a:pt x="1892512" y="2501176"/>
                  </a:lnTo>
                  <a:lnTo>
                    <a:pt x="1783609" y="2513588"/>
                  </a:lnTo>
                  <a:lnTo>
                    <a:pt x="1671073" y="2524708"/>
                  </a:lnTo>
                  <a:lnTo>
                    <a:pt x="1557470" y="2534523"/>
                  </a:lnTo>
                  <a:lnTo>
                    <a:pt x="1446101" y="2543007"/>
                  </a:lnTo>
                  <a:lnTo>
                    <a:pt x="1340793" y="2550135"/>
                  </a:lnTo>
                  <a:lnTo>
                    <a:pt x="1245508" y="2555907"/>
                  </a:lnTo>
                  <a:lnTo>
                    <a:pt x="1163811" y="2560363"/>
                  </a:lnTo>
                  <a:lnTo>
                    <a:pt x="1098303" y="2563597"/>
                  </a:lnTo>
                  <a:lnTo>
                    <a:pt x="1050138" y="2565757"/>
                  </a:lnTo>
                  <a:lnTo>
                    <a:pt x="1018761" y="2567041"/>
                  </a:lnTo>
                  <a:lnTo>
                    <a:pt x="1001888" y="2567673"/>
                  </a:lnTo>
                  <a:lnTo>
                    <a:pt x="995678" y="2567887"/>
                  </a:lnTo>
                  <a:lnTo>
                    <a:pt x="994940" y="2567910"/>
                  </a:lnTo>
                  <a:lnTo>
                    <a:pt x="0" y="2567910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29" name="pl1428"/>
            <p:cNvSpPr/>
            <p:nvPr/>
          </p:nvSpPr>
          <p:spPr>
            <a:xfrm>
              <a:off x="1199187" y="2651596"/>
              <a:ext cx="12049831" cy="2567910"/>
            </a:xfrm>
            <a:custGeom>
              <a:avLst/>
              <a:pathLst>
                <a:path w="12049831" h="2567910">
                  <a:moveTo>
                    <a:pt x="0" y="2567910"/>
                  </a:moveTo>
                  <a:lnTo>
                    <a:pt x="994940" y="2567910"/>
                  </a:lnTo>
                  <a:lnTo>
                    <a:pt x="996048" y="2567875"/>
                  </a:lnTo>
                  <a:lnTo>
                    <a:pt x="1003363" y="2567620"/>
                  </a:lnTo>
                  <a:lnTo>
                    <a:pt x="1021913" y="2566918"/>
                  </a:lnTo>
                  <a:lnTo>
                    <a:pt x="1055353" y="2565534"/>
                  </a:lnTo>
                  <a:lnTo>
                    <a:pt x="1105750" y="2563245"/>
                  </a:lnTo>
                  <a:lnTo>
                    <a:pt x="1173436" y="2559862"/>
                  </a:lnTo>
                  <a:lnTo>
                    <a:pt x="1257048" y="2555241"/>
                  </a:lnTo>
                  <a:lnTo>
                    <a:pt x="1353834" y="2549296"/>
                  </a:lnTo>
                  <a:lnTo>
                    <a:pt x="1460144" y="2541993"/>
                  </a:lnTo>
                  <a:lnTo>
                    <a:pt x="1572006" y="2533337"/>
                  </a:lnTo>
                  <a:lnTo>
                    <a:pt x="1685642" y="2523353"/>
                  </a:lnTo>
                  <a:lnTo>
                    <a:pt x="1797838" y="2512067"/>
                  </a:lnTo>
                  <a:lnTo>
                    <a:pt x="1906130" y="2499489"/>
                  </a:lnTo>
                  <a:lnTo>
                    <a:pt x="2008839" y="2485596"/>
                  </a:lnTo>
                  <a:lnTo>
                    <a:pt x="2104998" y="2470329"/>
                  </a:lnTo>
                  <a:lnTo>
                    <a:pt x="2194227" y="2453589"/>
                  </a:lnTo>
                  <a:lnTo>
                    <a:pt x="2276586" y="2435232"/>
                  </a:lnTo>
                  <a:lnTo>
                    <a:pt x="2352450" y="2415078"/>
                  </a:lnTo>
                  <a:lnTo>
                    <a:pt x="2422393" y="2392908"/>
                  </a:lnTo>
                  <a:lnTo>
                    <a:pt x="2487112" y="2368480"/>
                  </a:lnTo>
                  <a:lnTo>
                    <a:pt x="2547357" y="2341538"/>
                  </a:lnTo>
                  <a:lnTo>
                    <a:pt x="2603889" y="2311836"/>
                  </a:lnTo>
                  <a:lnTo>
                    <a:pt x="2657434" y="2279180"/>
                  </a:lnTo>
                  <a:lnTo>
                    <a:pt x="2702183" y="2248232"/>
                  </a:lnTo>
                  <a:lnTo>
                    <a:pt x="2752376" y="2209439"/>
                  </a:lnTo>
                  <a:lnTo>
                    <a:pt x="2801203" y="2167472"/>
                  </a:lnTo>
                  <a:lnTo>
                    <a:pt x="2849077" y="2122268"/>
                  </a:lnTo>
                  <a:lnTo>
                    <a:pt x="2896325" y="2073832"/>
                  </a:lnTo>
                  <a:lnTo>
                    <a:pt x="2943197" y="2022240"/>
                  </a:lnTo>
                  <a:lnTo>
                    <a:pt x="2989879" y="1967651"/>
                  </a:lnTo>
                  <a:lnTo>
                    <a:pt x="3036504" y="1910307"/>
                  </a:lnTo>
                  <a:lnTo>
                    <a:pt x="3083153" y="1850530"/>
                  </a:lnTo>
                  <a:lnTo>
                    <a:pt x="3129872" y="1788724"/>
                  </a:lnTo>
                  <a:lnTo>
                    <a:pt x="3176668" y="1725361"/>
                  </a:lnTo>
                  <a:lnTo>
                    <a:pt x="3223528" y="1660966"/>
                  </a:lnTo>
                  <a:lnTo>
                    <a:pt x="3270419" y="1596104"/>
                  </a:lnTo>
                  <a:lnTo>
                    <a:pt x="3317302" y="1531357"/>
                  </a:lnTo>
                  <a:lnTo>
                    <a:pt x="3364140" y="1467302"/>
                  </a:lnTo>
                  <a:lnTo>
                    <a:pt x="3410906" y="1404491"/>
                  </a:lnTo>
                  <a:lnTo>
                    <a:pt x="3457594" y="1343431"/>
                  </a:lnTo>
                  <a:lnTo>
                    <a:pt x="3504227" y="1284567"/>
                  </a:lnTo>
                  <a:lnTo>
                    <a:pt x="3550862" y="1228273"/>
                  </a:lnTo>
                  <a:lnTo>
                    <a:pt x="3597600" y="1174840"/>
                  </a:lnTo>
                  <a:lnTo>
                    <a:pt x="3644594" y="1124475"/>
                  </a:lnTo>
                  <a:lnTo>
                    <a:pt x="3692055" y="1077305"/>
                  </a:lnTo>
                  <a:lnTo>
                    <a:pt x="3740260" y="1033379"/>
                  </a:lnTo>
                  <a:lnTo>
                    <a:pt x="3789569" y="992671"/>
                  </a:lnTo>
                  <a:lnTo>
                    <a:pt x="3820202" y="969517"/>
                  </a:lnTo>
                  <a:lnTo>
                    <a:pt x="3871682" y="934206"/>
                  </a:lnTo>
                  <a:lnTo>
                    <a:pt x="3925572" y="901937"/>
                  </a:lnTo>
                  <a:lnTo>
                    <a:pt x="3982539" y="872602"/>
                  </a:lnTo>
                  <a:lnTo>
                    <a:pt x="4043316" y="845997"/>
                  </a:lnTo>
                  <a:lnTo>
                    <a:pt x="4108664" y="821873"/>
                  </a:lnTo>
                  <a:lnTo>
                    <a:pt x="4179330" y="799975"/>
                  </a:lnTo>
                  <a:lnTo>
                    <a:pt x="4255998" y="780063"/>
                  </a:lnTo>
                  <a:lnTo>
                    <a:pt x="4339224" y="761923"/>
                  </a:lnTo>
                  <a:lnTo>
                    <a:pt x="4429347" y="745379"/>
                  </a:lnTo>
                  <a:lnTo>
                    <a:pt x="4526380" y="730294"/>
                  </a:lnTo>
                  <a:lnTo>
                    <a:pt x="4629873" y="716572"/>
                  </a:lnTo>
                  <a:lnTo>
                    <a:pt x="4738776" y="704160"/>
                  </a:lnTo>
                  <a:lnTo>
                    <a:pt x="4851312" y="693041"/>
                  </a:lnTo>
                  <a:lnTo>
                    <a:pt x="4964915" y="683226"/>
                  </a:lnTo>
                  <a:lnTo>
                    <a:pt x="5076284" y="674742"/>
                  </a:lnTo>
                  <a:lnTo>
                    <a:pt x="5181592" y="667613"/>
                  </a:lnTo>
                  <a:lnTo>
                    <a:pt x="5276877" y="661841"/>
                  </a:lnTo>
                  <a:lnTo>
                    <a:pt x="5358574" y="657385"/>
                  </a:lnTo>
                  <a:lnTo>
                    <a:pt x="5424082" y="654152"/>
                  </a:lnTo>
                  <a:lnTo>
                    <a:pt x="5472247" y="651991"/>
                  </a:lnTo>
                  <a:lnTo>
                    <a:pt x="5503624" y="650707"/>
                  </a:lnTo>
                  <a:lnTo>
                    <a:pt x="5520497" y="650075"/>
                  </a:lnTo>
                  <a:lnTo>
                    <a:pt x="5526707" y="649862"/>
                  </a:lnTo>
                  <a:lnTo>
                    <a:pt x="5527445" y="649838"/>
                  </a:lnTo>
                  <a:lnTo>
                    <a:pt x="6522385" y="649838"/>
                  </a:lnTo>
                  <a:lnTo>
                    <a:pt x="6523519" y="649826"/>
                  </a:lnTo>
                  <a:lnTo>
                    <a:pt x="6530996" y="649738"/>
                  </a:lnTo>
                  <a:lnTo>
                    <a:pt x="6549948" y="649494"/>
                  </a:lnTo>
                  <a:lnTo>
                    <a:pt x="6584081" y="649014"/>
                  </a:lnTo>
                  <a:lnTo>
                    <a:pt x="6635468" y="648221"/>
                  </a:lnTo>
                  <a:lnTo>
                    <a:pt x="6704383" y="647049"/>
                  </a:lnTo>
                  <a:lnTo>
                    <a:pt x="6789366" y="645450"/>
                  </a:lnTo>
                  <a:lnTo>
                    <a:pt x="6887544" y="643394"/>
                  </a:lnTo>
                  <a:lnTo>
                    <a:pt x="6995149" y="640870"/>
                  </a:lnTo>
                  <a:lnTo>
                    <a:pt x="7108116" y="637882"/>
                  </a:lnTo>
                  <a:lnTo>
                    <a:pt x="7222612" y="634438"/>
                  </a:lnTo>
                  <a:lnTo>
                    <a:pt x="7335406" y="630546"/>
                  </a:lnTo>
                  <a:lnTo>
                    <a:pt x="7444048" y="626210"/>
                  </a:lnTo>
                  <a:lnTo>
                    <a:pt x="7546894" y="621420"/>
                  </a:lnTo>
                  <a:lnTo>
                    <a:pt x="7643024" y="616154"/>
                  </a:lnTo>
                  <a:lnTo>
                    <a:pt x="7732104" y="610376"/>
                  </a:lnTo>
                  <a:lnTo>
                    <a:pt x="7814242" y="604036"/>
                  </a:lnTo>
                  <a:lnTo>
                    <a:pt x="7889851" y="597068"/>
                  </a:lnTo>
                  <a:lnTo>
                    <a:pt x="7959540" y="589396"/>
                  </a:lnTo>
                  <a:lnTo>
                    <a:pt x="8024034" y="580934"/>
                  </a:lnTo>
                  <a:lnTo>
                    <a:pt x="8084104" y="571594"/>
                  </a:lnTo>
                  <a:lnTo>
                    <a:pt x="8140524" y="561293"/>
                  </a:lnTo>
                  <a:lnTo>
                    <a:pt x="8194031" y="549966"/>
                  </a:lnTo>
                  <a:lnTo>
                    <a:pt x="8229629" y="541532"/>
                  </a:lnTo>
                  <a:lnTo>
                    <a:pt x="8289201" y="525768"/>
                  </a:lnTo>
                  <a:lnTo>
                    <a:pt x="8346954" y="508474"/>
                  </a:lnTo>
                  <a:lnTo>
                    <a:pt x="8403544" y="489624"/>
                  </a:lnTo>
                  <a:lnTo>
                    <a:pt x="8459457" y="469241"/>
                  </a:lnTo>
                  <a:lnTo>
                    <a:pt x="8515044" y="447399"/>
                  </a:lnTo>
                  <a:lnTo>
                    <a:pt x="8570538" y="424229"/>
                  </a:lnTo>
                  <a:lnTo>
                    <a:pt x="8626078" y="399918"/>
                  </a:lnTo>
                  <a:lnTo>
                    <a:pt x="8681723" y="374706"/>
                  </a:lnTo>
                  <a:lnTo>
                    <a:pt x="8737471" y="348876"/>
                  </a:lnTo>
                  <a:lnTo>
                    <a:pt x="8793277" y="322744"/>
                  </a:lnTo>
                  <a:lnTo>
                    <a:pt x="8849077" y="296638"/>
                  </a:lnTo>
                  <a:lnTo>
                    <a:pt x="8904810" y="270890"/>
                  </a:lnTo>
                  <a:lnTo>
                    <a:pt x="8960436" y="245809"/>
                  </a:lnTo>
                  <a:lnTo>
                    <a:pt x="9015963" y="221673"/>
                  </a:lnTo>
                  <a:lnTo>
                    <a:pt x="9071460" y="198712"/>
                  </a:lnTo>
                  <a:lnTo>
                    <a:pt x="9127082" y="177105"/>
                  </a:lnTo>
                  <a:lnTo>
                    <a:pt x="9183080" y="156973"/>
                  </a:lnTo>
                  <a:lnTo>
                    <a:pt x="9239825" y="138382"/>
                  </a:lnTo>
                  <a:lnTo>
                    <a:pt x="9297830" y="121345"/>
                  </a:lnTo>
                  <a:lnTo>
                    <a:pt x="9347647" y="108306"/>
                  </a:lnTo>
                  <a:lnTo>
                    <a:pt x="9399530" y="96255"/>
                  </a:lnTo>
                  <a:lnTo>
                    <a:pt x="9453863" y="85251"/>
                  </a:lnTo>
                  <a:lnTo>
                    <a:pt x="9511332" y="75255"/>
                  </a:lnTo>
                  <a:lnTo>
                    <a:pt x="9572687" y="66196"/>
                  </a:lnTo>
                  <a:lnTo>
                    <a:pt x="9638707" y="57988"/>
                  </a:lnTo>
                  <a:lnTo>
                    <a:pt x="9710154" y="50542"/>
                  </a:lnTo>
                  <a:lnTo>
                    <a:pt x="9787725" y="43776"/>
                  </a:lnTo>
                  <a:lnTo>
                    <a:pt x="9871978" y="37616"/>
                  </a:lnTo>
                  <a:lnTo>
                    <a:pt x="9963246" y="32002"/>
                  </a:lnTo>
                  <a:lnTo>
                    <a:pt x="10061514" y="26887"/>
                  </a:lnTo>
                  <a:lnTo>
                    <a:pt x="10166283" y="22238"/>
                  </a:lnTo>
                  <a:lnTo>
                    <a:pt x="10276421" y="18040"/>
                  </a:lnTo>
                  <a:lnTo>
                    <a:pt x="10390042" y="14286"/>
                  </a:lnTo>
                  <a:lnTo>
                    <a:pt x="10504444" y="10982"/>
                  </a:lnTo>
                  <a:lnTo>
                    <a:pt x="10616181" y="8137"/>
                  </a:lnTo>
                  <a:lnTo>
                    <a:pt x="10721301" y="5758"/>
                  </a:lnTo>
                  <a:lnTo>
                    <a:pt x="10815769" y="3845"/>
                  </a:lnTo>
                  <a:lnTo>
                    <a:pt x="10896032" y="2382"/>
                  </a:lnTo>
                  <a:lnTo>
                    <a:pt x="10959602" y="1334"/>
                  </a:lnTo>
                  <a:lnTo>
                    <a:pt x="11005537" y="645"/>
                  </a:lnTo>
                  <a:lnTo>
                    <a:pt x="11034671" y="247"/>
                  </a:lnTo>
                  <a:lnTo>
                    <a:pt x="11049606" y="60"/>
                  </a:lnTo>
                  <a:lnTo>
                    <a:pt x="11054512" y="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0" name="pl1429"/>
            <p:cNvSpPr/>
            <p:nvPr/>
          </p:nvSpPr>
          <p:spPr>
            <a:xfrm>
              <a:off x="1199187" y="2646355"/>
              <a:ext cx="12049831" cy="2567910"/>
            </a:xfrm>
            <a:custGeom>
              <a:avLst/>
              <a:pathLst>
                <a:path w="12049831" h="2567910">
                  <a:moveTo>
                    <a:pt x="12049831" y="0"/>
                  </a:moveTo>
                  <a:lnTo>
                    <a:pt x="11054891" y="0"/>
                  </a:lnTo>
                  <a:lnTo>
                    <a:pt x="11053758" y="12"/>
                  </a:lnTo>
                  <a:lnTo>
                    <a:pt x="11046280" y="100"/>
                  </a:lnTo>
                  <a:lnTo>
                    <a:pt x="11027329" y="344"/>
                  </a:lnTo>
                  <a:lnTo>
                    <a:pt x="10993195" y="823"/>
                  </a:lnTo>
                  <a:lnTo>
                    <a:pt x="10941809" y="1617"/>
                  </a:lnTo>
                  <a:lnTo>
                    <a:pt x="10872894" y="2789"/>
                  </a:lnTo>
                  <a:lnTo>
                    <a:pt x="10787910" y="4388"/>
                  </a:lnTo>
                  <a:lnTo>
                    <a:pt x="10689732" y="6444"/>
                  </a:lnTo>
                  <a:lnTo>
                    <a:pt x="10582128" y="8967"/>
                  </a:lnTo>
                  <a:lnTo>
                    <a:pt x="10469161" y="11956"/>
                  </a:lnTo>
                  <a:lnTo>
                    <a:pt x="10354664" y="15400"/>
                  </a:lnTo>
                  <a:lnTo>
                    <a:pt x="10241871" y="19291"/>
                  </a:lnTo>
                  <a:lnTo>
                    <a:pt x="10133229" y="23628"/>
                  </a:lnTo>
                  <a:lnTo>
                    <a:pt x="10030383" y="28418"/>
                  </a:lnTo>
                  <a:lnTo>
                    <a:pt x="9934253" y="33684"/>
                  </a:lnTo>
                  <a:lnTo>
                    <a:pt x="9845172" y="39461"/>
                  </a:lnTo>
                  <a:lnTo>
                    <a:pt x="9763034" y="45802"/>
                  </a:lnTo>
                  <a:lnTo>
                    <a:pt x="9687426" y="52770"/>
                  </a:lnTo>
                  <a:lnTo>
                    <a:pt x="9617736" y="60442"/>
                  </a:lnTo>
                  <a:lnTo>
                    <a:pt x="9553243" y="68904"/>
                  </a:lnTo>
                  <a:lnTo>
                    <a:pt x="9493173" y="78244"/>
                  </a:lnTo>
                  <a:lnTo>
                    <a:pt x="9436752" y="88545"/>
                  </a:lnTo>
                  <a:lnTo>
                    <a:pt x="9383246" y="99871"/>
                  </a:lnTo>
                  <a:lnTo>
                    <a:pt x="9347647" y="108306"/>
                  </a:lnTo>
                  <a:lnTo>
                    <a:pt x="9288076" y="124070"/>
                  </a:lnTo>
                  <a:lnTo>
                    <a:pt x="9230322" y="141364"/>
                  </a:lnTo>
                  <a:lnTo>
                    <a:pt x="9173732" y="160213"/>
                  </a:lnTo>
                  <a:lnTo>
                    <a:pt x="9117819" y="180597"/>
                  </a:lnTo>
                  <a:lnTo>
                    <a:pt x="9062233" y="202439"/>
                  </a:lnTo>
                  <a:lnTo>
                    <a:pt x="9006738" y="225609"/>
                  </a:lnTo>
                  <a:lnTo>
                    <a:pt x="8951198" y="249919"/>
                  </a:lnTo>
                  <a:lnTo>
                    <a:pt x="8895553" y="275131"/>
                  </a:lnTo>
                  <a:lnTo>
                    <a:pt x="8839806" y="300961"/>
                  </a:lnTo>
                  <a:lnTo>
                    <a:pt x="8784000" y="327094"/>
                  </a:lnTo>
                  <a:lnTo>
                    <a:pt x="8728199" y="353199"/>
                  </a:lnTo>
                  <a:lnTo>
                    <a:pt x="8672467" y="378948"/>
                  </a:lnTo>
                  <a:lnTo>
                    <a:pt x="8616841" y="404028"/>
                  </a:lnTo>
                  <a:lnTo>
                    <a:pt x="8561314" y="428165"/>
                  </a:lnTo>
                  <a:lnTo>
                    <a:pt x="8505816" y="451125"/>
                  </a:lnTo>
                  <a:lnTo>
                    <a:pt x="8450195" y="472733"/>
                  </a:lnTo>
                  <a:lnTo>
                    <a:pt x="8394197" y="492865"/>
                  </a:lnTo>
                  <a:lnTo>
                    <a:pt x="8337451" y="511456"/>
                  </a:lnTo>
                  <a:lnTo>
                    <a:pt x="8279446" y="528493"/>
                  </a:lnTo>
                  <a:lnTo>
                    <a:pt x="8229629" y="541532"/>
                  </a:lnTo>
                  <a:lnTo>
                    <a:pt x="8177747" y="553582"/>
                  </a:lnTo>
                  <a:lnTo>
                    <a:pt x="8123413" y="564587"/>
                  </a:lnTo>
                  <a:lnTo>
                    <a:pt x="8065945" y="574583"/>
                  </a:lnTo>
                  <a:lnTo>
                    <a:pt x="8004590" y="583642"/>
                  </a:lnTo>
                  <a:lnTo>
                    <a:pt x="7938570" y="591850"/>
                  </a:lnTo>
                  <a:lnTo>
                    <a:pt x="7867122" y="599295"/>
                  </a:lnTo>
                  <a:lnTo>
                    <a:pt x="7789552" y="606061"/>
                  </a:lnTo>
                  <a:lnTo>
                    <a:pt x="7705298" y="612221"/>
                  </a:lnTo>
                  <a:lnTo>
                    <a:pt x="7614030" y="617836"/>
                  </a:lnTo>
                  <a:lnTo>
                    <a:pt x="7515762" y="622951"/>
                  </a:lnTo>
                  <a:lnTo>
                    <a:pt x="7410994" y="627599"/>
                  </a:lnTo>
                  <a:lnTo>
                    <a:pt x="7300855" y="631798"/>
                  </a:lnTo>
                  <a:lnTo>
                    <a:pt x="7187235" y="635551"/>
                  </a:lnTo>
                  <a:lnTo>
                    <a:pt x="7072833" y="638856"/>
                  </a:lnTo>
                  <a:lnTo>
                    <a:pt x="6961096" y="641701"/>
                  </a:lnTo>
                  <a:lnTo>
                    <a:pt x="6855976" y="644080"/>
                  </a:lnTo>
                  <a:lnTo>
                    <a:pt x="6761507" y="645992"/>
                  </a:lnTo>
                  <a:lnTo>
                    <a:pt x="6681245" y="647455"/>
                  </a:lnTo>
                  <a:lnTo>
                    <a:pt x="6617674" y="648504"/>
                  </a:lnTo>
                  <a:lnTo>
                    <a:pt x="6571740" y="649193"/>
                  </a:lnTo>
                  <a:lnTo>
                    <a:pt x="6542605" y="649591"/>
                  </a:lnTo>
                  <a:lnTo>
                    <a:pt x="6527670" y="649778"/>
                  </a:lnTo>
                  <a:lnTo>
                    <a:pt x="6522765" y="649834"/>
                  </a:lnTo>
                  <a:lnTo>
                    <a:pt x="6522385" y="649838"/>
                  </a:lnTo>
                  <a:lnTo>
                    <a:pt x="5527445" y="649838"/>
                  </a:lnTo>
                  <a:lnTo>
                    <a:pt x="5526337" y="649874"/>
                  </a:lnTo>
                  <a:lnTo>
                    <a:pt x="5519022" y="650128"/>
                  </a:lnTo>
                  <a:lnTo>
                    <a:pt x="5500472" y="650830"/>
                  </a:lnTo>
                  <a:lnTo>
                    <a:pt x="5467032" y="652215"/>
                  </a:lnTo>
                  <a:lnTo>
                    <a:pt x="5416635" y="654503"/>
                  </a:lnTo>
                  <a:lnTo>
                    <a:pt x="5348949" y="657886"/>
                  </a:lnTo>
                  <a:lnTo>
                    <a:pt x="5265337" y="662507"/>
                  </a:lnTo>
                  <a:lnTo>
                    <a:pt x="5168551" y="668452"/>
                  </a:lnTo>
                  <a:lnTo>
                    <a:pt x="5062241" y="675755"/>
                  </a:lnTo>
                  <a:lnTo>
                    <a:pt x="4950379" y="684412"/>
                  </a:lnTo>
                  <a:lnTo>
                    <a:pt x="4836743" y="694396"/>
                  </a:lnTo>
                  <a:lnTo>
                    <a:pt x="4724547" y="705681"/>
                  </a:lnTo>
                  <a:lnTo>
                    <a:pt x="4616255" y="718260"/>
                  </a:lnTo>
                  <a:lnTo>
                    <a:pt x="4513546" y="732153"/>
                  </a:lnTo>
                  <a:lnTo>
                    <a:pt x="4417387" y="747419"/>
                  </a:lnTo>
                  <a:lnTo>
                    <a:pt x="4328158" y="764160"/>
                  </a:lnTo>
                  <a:lnTo>
                    <a:pt x="4245799" y="782516"/>
                  </a:lnTo>
                  <a:lnTo>
                    <a:pt x="4169935" y="802671"/>
                  </a:lnTo>
                  <a:lnTo>
                    <a:pt x="4099992" y="824840"/>
                  </a:lnTo>
                  <a:lnTo>
                    <a:pt x="4035273" y="849268"/>
                  </a:lnTo>
                  <a:lnTo>
                    <a:pt x="3975028" y="876211"/>
                  </a:lnTo>
                  <a:lnTo>
                    <a:pt x="3918496" y="905912"/>
                  </a:lnTo>
                  <a:lnTo>
                    <a:pt x="3864951" y="938569"/>
                  </a:lnTo>
                  <a:lnTo>
                    <a:pt x="3820202" y="969517"/>
                  </a:lnTo>
                  <a:lnTo>
                    <a:pt x="3770009" y="1008309"/>
                  </a:lnTo>
                  <a:lnTo>
                    <a:pt x="3721182" y="1050276"/>
                  </a:lnTo>
                  <a:lnTo>
                    <a:pt x="3673308" y="1095480"/>
                  </a:lnTo>
                  <a:lnTo>
                    <a:pt x="3626060" y="1143917"/>
                  </a:lnTo>
                  <a:lnTo>
                    <a:pt x="3579188" y="1195508"/>
                  </a:lnTo>
                  <a:lnTo>
                    <a:pt x="3532506" y="1250097"/>
                  </a:lnTo>
                  <a:lnTo>
                    <a:pt x="3485881" y="1307442"/>
                  </a:lnTo>
                  <a:lnTo>
                    <a:pt x="3439232" y="1367218"/>
                  </a:lnTo>
                  <a:lnTo>
                    <a:pt x="3392513" y="1429024"/>
                  </a:lnTo>
                  <a:lnTo>
                    <a:pt x="3345717" y="1492388"/>
                  </a:lnTo>
                  <a:lnTo>
                    <a:pt x="3298857" y="1556783"/>
                  </a:lnTo>
                  <a:lnTo>
                    <a:pt x="3251966" y="1621645"/>
                  </a:lnTo>
                  <a:lnTo>
                    <a:pt x="3205083" y="1686392"/>
                  </a:lnTo>
                  <a:lnTo>
                    <a:pt x="3158245" y="1750447"/>
                  </a:lnTo>
                  <a:lnTo>
                    <a:pt x="3111479" y="1813258"/>
                  </a:lnTo>
                  <a:lnTo>
                    <a:pt x="3064791" y="1874318"/>
                  </a:lnTo>
                  <a:lnTo>
                    <a:pt x="3018158" y="1933181"/>
                  </a:lnTo>
                  <a:lnTo>
                    <a:pt x="2971523" y="1989475"/>
                  </a:lnTo>
                  <a:lnTo>
                    <a:pt x="2924785" y="2042909"/>
                  </a:lnTo>
                  <a:lnTo>
                    <a:pt x="2877791" y="2093273"/>
                  </a:lnTo>
                  <a:lnTo>
                    <a:pt x="2830330" y="2140443"/>
                  </a:lnTo>
                  <a:lnTo>
                    <a:pt x="2782125" y="2184370"/>
                  </a:lnTo>
                  <a:lnTo>
                    <a:pt x="2732816" y="2225077"/>
                  </a:lnTo>
                  <a:lnTo>
                    <a:pt x="2702183" y="2248232"/>
                  </a:lnTo>
                  <a:lnTo>
                    <a:pt x="2650703" y="2283542"/>
                  </a:lnTo>
                  <a:lnTo>
                    <a:pt x="2596813" y="2315811"/>
                  </a:lnTo>
                  <a:lnTo>
                    <a:pt x="2539846" y="2345146"/>
                  </a:lnTo>
                  <a:lnTo>
                    <a:pt x="2479069" y="2371751"/>
                  </a:lnTo>
                  <a:lnTo>
                    <a:pt x="2413721" y="2395875"/>
                  </a:lnTo>
                  <a:lnTo>
                    <a:pt x="2343055" y="2417773"/>
                  </a:lnTo>
                  <a:lnTo>
                    <a:pt x="2266387" y="2437685"/>
                  </a:lnTo>
                  <a:lnTo>
                    <a:pt x="2183161" y="2455825"/>
                  </a:lnTo>
                  <a:lnTo>
                    <a:pt x="2093038" y="2472369"/>
                  </a:lnTo>
                  <a:lnTo>
                    <a:pt x="1996005" y="2487454"/>
                  </a:lnTo>
                  <a:lnTo>
                    <a:pt x="1892512" y="2501176"/>
                  </a:lnTo>
                  <a:lnTo>
                    <a:pt x="1783609" y="2513588"/>
                  </a:lnTo>
                  <a:lnTo>
                    <a:pt x="1671073" y="2524708"/>
                  </a:lnTo>
                  <a:lnTo>
                    <a:pt x="1557470" y="2534523"/>
                  </a:lnTo>
                  <a:lnTo>
                    <a:pt x="1446101" y="2543007"/>
                  </a:lnTo>
                  <a:lnTo>
                    <a:pt x="1340793" y="2550135"/>
                  </a:lnTo>
                  <a:lnTo>
                    <a:pt x="1245508" y="2555907"/>
                  </a:lnTo>
                  <a:lnTo>
                    <a:pt x="1163811" y="2560363"/>
                  </a:lnTo>
                  <a:lnTo>
                    <a:pt x="1098303" y="2563597"/>
                  </a:lnTo>
                  <a:lnTo>
                    <a:pt x="1050138" y="2565757"/>
                  </a:lnTo>
                  <a:lnTo>
                    <a:pt x="1018761" y="2567041"/>
                  </a:lnTo>
                  <a:lnTo>
                    <a:pt x="1001888" y="2567673"/>
                  </a:lnTo>
                  <a:lnTo>
                    <a:pt x="995678" y="2567887"/>
                  </a:lnTo>
                  <a:lnTo>
                    <a:pt x="994940" y="2567910"/>
                  </a:lnTo>
                  <a:lnTo>
                    <a:pt x="0" y="2567910"/>
                  </a:lnTo>
                  <a:lnTo>
                    <a:pt x="0" y="25679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1" name="pg1430"/>
            <p:cNvSpPr/>
            <p:nvPr/>
          </p:nvSpPr>
          <p:spPr>
            <a:xfrm>
              <a:off x="1199187" y="3055125"/>
              <a:ext cx="12049831" cy="2169622"/>
            </a:xfrm>
            <a:custGeom>
              <a:avLst/>
              <a:pathLst>
                <a:path w="12049831" h="2169622">
                  <a:moveTo>
                    <a:pt x="0" y="2169622"/>
                  </a:moveTo>
                  <a:lnTo>
                    <a:pt x="994940" y="2169622"/>
                  </a:lnTo>
                  <a:lnTo>
                    <a:pt x="996048" y="2169587"/>
                  </a:lnTo>
                  <a:lnTo>
                    <a:pt x="1003366" y="2169334"/>
                  </a:lnTo>
                  <a:lnTo>
                    <a:pt x="1021924" y="2168637"/>
                  </a:lnTo>
                  <a:lnTo>
                    <a:pt x="1055376" y="2167264"/>
                  </a:lnTo>
                  <a:lnTo>
                    <a:pt x="1105791" y="2164993"/>
                  </a:lnTo>
                  <a:lnTo>
                    <a:pt x="1173499" y="2161636"/>
                  </a:lnTo>
                  <a:lnTo>
                    <a:pt x="1257136" y="2157052"/>
                  </a:lnTo>
                  <a:lnTo>
                    <a:pt x="1353947" y="2151153"/>
                  </a:lnTo>
                  <a:lnTo>
                    <a:pt x="1460280" y="2143907"/>
                  </a:lnTo>
                  <a:lnTo>
                    <a:pt x="1572162" y="2135319"/>
                  </a:lnTo>
                  <a:lnTo>
                    <a:pt x="1685815" y="2125414"/>
                  </a:lnTo>
                  <a:lnTo>
                    <a:pt x="1798022" y="2114217"/>
                  </a:lnTo>
                  <a:lnTo>
                    <a:pt x="1906320" y="2101738"/>
                  </a:lnTo>
                  <a:lnTo>
                    <a:pt x="2009031" y="2087954"/>
                  </a:lnTo>
                  <a:lnTo>
                    <a:pt x="2105191" y="2072808"/>
                  </a:lnTo>
                  <a:lnTo>
                    <a:pt x="2194417" y="2056199"/>
                  </a:lnTo>
                  <a:lnTo>
                    <a:pt x="2276772" y="2037987"/>
                  </a:lnTo>
                  <a:lnTo>
                    <a:pt x="2352631" y="2017990"/>
                  </a:lnTo>
                  <a:lnTo>
                    <a:pt x="2422569" y="1995994"/>
                  </a:lnTo>
                  <a:lnTo>
                    <a:pt x="2487284" y="1971756"/>
                  </a:lnTo>
                  <a:lnTo>
                    <a:pt x="2547526" y="1945023"/>
                  </a:lnTo>
                  <a:lnTo>
                    <a:pt x="2604056" y="1915553"/>
                  </a:lnTo>
                  <a:lnTo>
                    <a:pt x="2657600" y="1883150"/>
                  </a:lnTo>
                  <a:lnTo>
                    <a:pt x="2702183" y="1852564"/>
                  </a:lnTo>
                  <a:lnTo>
                    <a:pt x="2752491" y="1813996"/>
                  </a:lnTo>
                  <a:lnTo>
                    <a:pt x="2801427" y="1772265"/>
                  </a:lnTo>
                  <a:lnTo>
                    <a:pt x="2849409" y="1727309"/>
                  </a:lnTo>
                  <a:lnTo>
                    <a:pt x="2896763" y="1679131"/>
                  </a:lnTo>
                  <a:lnTo>
                    <a:pt x="2943741" y="1627811"/>
                  </a:lnTo>
                  <a:lnTo>
                    <a:pt x="2990530" y="1573507"/>
                  </a:lnTo>
                  <a:lnTo>
                    <a:pt x="3037263" y="1516461"/>
                  </a:lnTo>
                  <a:lnTo>
                    <a:pt x="3084022" y="1456998"/>
                  </a:lnTo>
                  <a:lnTo>
                    <a:pt x="3130851" y="1395521"/>
                  </a:lnTo>
                  <a:lnTo>
                    <a:pt x="3177758" y="1332502"/>
                  </a:lnTo>
                  <a:lnTo>
                    <a:pt x="3224728" y="1268468"/>
                  </a:lnTo>
                  <a:lnTo>
                    <a:pt x="3271728" y="1203984"/>
                  </a:lnTo>
                  <a:lnTo>
                    <a:pt x="3318719" y="1139630"/>
                  </a:lnTo>
                  <a:lnTo>
                    <a:pt x="3365664" y="1075983"/>
                  </a:lnTo>
                  <a:lnTo>
                    <a:pt x="3412537" y="1013593"/>
                  </a:lnTo>
                  <a:lnTo>
                    <a:pt x="3459331" y="952964"/>
                  </a:lnTo>
                  <a:lnTo>
                    <a:pt x="3506071" y="894539"/>
                  </a:lnTo>
                  <a:lnTo>
                    <a:pt x="3552816" y="838687"/>
                  </a:lnTo>
                  <a:lnTo>
                    <a:pt x="3599671" y="785696"/>
                  </a:lnTo>
                  <a:lnTo>
                    <a:pt x="3646790" y="735770"/>
                  </a:lnTo>
                  <a:lnTo>
                    <a:pt x="3694390" y="689032"/>
                  </a:lnTo>
                  <a:lnTo>
                    <a:pt x="3742754" y="645525"/>
                  </a:lnTo>
                  <a:lnTo>
                    <a:pt x="3792248" y="605223"/>
                  </a:lnTo>
                  <a:lnTo>
                    <a:pt x="3820202" y="584330"/>
                  </a:lnTo>
                  <a:lnTo>
                    <a:pt x="3871690" y="549304"/>
                  </a:lnTo>
                  <a:lnTo>
                    <a:pt x="3925587" y="517296"/>
                  </a:lnTo>
                  <a:lnTo>
                    <a:pt x="3982563" y="488199"/>
                  </a:lnTo>
                  <a:lnTo>
                    <a:pt x="4043350" y="461809"/>
                  </a:lnTo>
                  <a:lnTo>
                    <a:pt x="4108711" y="437881"/>
                  </a:lnTo>
                  <a:lnTo>
                    <a:pt x="4179391" y="416161"/>
                  </a:lnTo>
                  <a:lnTo>
                    <a:pt x="4256076" y="396411"/>
                  </a:lnTo>
                  <a:lnTo>
                    <a:pt x="4339320" y="378419"/>
                  </a:lnTo>
                  <a:lnTo>
                    <a:pt x="4429464" y="362010"/>
                  </a:lnTo>
                  <a:lnTo>
                    <a:pt x="4526519" y="347048"/>
                  </a:lnTo>
                  <a:lnTo>
                    <a:pt x="4630035" y="333439"/>
                  </a:lnTo>
                  <a:lnTo>
                    <a:pt x="4738961" y="321129"/>
                  </a:lnTo>
                  <a:lnTo>
                    <a:pt x="4851516" y="310102"/>
                  </a:lnTo>
                  <a:lnTo>
                    <a:pt x="4965134" y="300368"/>
                  </a:lnTo>
                  <a:lnTo>
                    <a:pt x="5076510" y="291955"/>
                  </a:lnTo>
                  <a:lnTo>
                    <a:pt x="5181815" y="284887"/>
                  </a:lnTo>
                  <a:lnTo>
                    <a:pt x="5277087" y="279164"/>
                  </a:lnTo>
                  <a:lnTo>
                    <a:pt x="5358758" y="274748"/>
                  </a:lnTo>
                  <a:lnTo>
                    <a:pt x="5424232" y="271543"/>
                  </a:lnTo>
                  <a:lnTo>
                    <a:pt x="5472357" y="269402"/>
                  </a:lnTo>
                  <a:lnTo>
                    <a:pt x="5503693" y="268131"/>
                  </a:lnTo>
                  <a:lnTo>
                    <a:pt x="5520530" y="267506"/>
                  </a:lnTo>
                  <a:lnTo>
                    <a:pt x="5526715" y="267295"/>
                  </a:lnTo>
                  <a:lnTo>
                    <a:pt x="5527445" y="267272"/>
                  </a:lnTo>
                  <a:lnTo>
                    <a:pt x="6522385" y="267272"/>
                  </a:lnTo>
                  <a:lnTo>
                    <a:pt x="6523521" y="267267"/>
                  </a:lnTo>
                  <a:lnTo>
                    <a:pt x="6531017" y="267231"/>
                  </a:lnTo>
                  <a:lnTo>
                    <a:pt x="6550013" y="267133"/>
                  </a:lnTo>
                  <a:lnTo>
                    <a:pt x="6584225" y="266939"/>
                  </a:lnTo>
                  <a:lnTo>
                    <a:pt x="6635721" y="266618"/>
                  </a:lnTo>
                  <a:lnTo>
                    <a:pt x="6704773" y="266144"/>
                  </a:lnTo>
                  <a:lnTo>
                    <a:pt x="6789909" y="265498"/>
                  </a:lnTo>
                  <a:lnTo>
                    <a:pt x="6888241" y="264667"/>
                  </a:lnTo>
                  <a:lnTo>
                    <a:pt x="6995989" y="263647"/>
                  </a:lnTo>
                  <a:lnTo>
                    <a:pt x="7109077" y="262440"/>
                  </a:lnTo>
                  <a:lnTo>
                    <a:pt x="7223668" y="261048"/>
                  </a:lnTo>
                  <a:lnTo>
                    <a:pt x="7336526" y="259476"/>
                  </a:lnTo>
                  <a:lnTo>
                    <a:pt x="7445206" y="257724"/>
                  </a:lnTo>
                  <a:lnTo>
                    <a:pt x="7548066" y="255789"/>
                  </a:lnTo>
                  <a:lnTo>
                    <a:pt x="7644192" y="253661"/>
                  </a:lnTo>
                  <a:lnTo>
                    <a:pt x="7733255" y="251327"/>
                  </a:lnTo>
                  <a:lnTo>
                    <a:pt x="7815368" y="248765"/>
                  </a:lnTo>
                  <a:lnTo>
                    <a:pt x="7890948" y="245949"/>
                  </a:lnTo>
                  <a:lnTo>
                    <a:pt x="7960609" y="242848"/>
                  </a:lnTo>
                  <a:lnTo>
                    <a:pt x="8025078" y="239428"/>
                  </a:lnTo>
                  <a:lnTo>
                    <a:pt x="8085130" y="235652"/>
                  </a:lnTo>
                  <a:lnTo>
                    <a:pt x="8141539" y="231487"/>
                  </a:lnTo>
                  <a:lnTo>
                    <a:pt x="8195041" y="226908"/>
                  </a:lnTo>
                  <a:lnTo>
                    <a:pt x="8229629" y="223600"/>
                  </a:lnTo>
                  <a:lnTo>
                    <a:pt x="8290919" y="217048"/>
                  </a:lnTo>
                  <a:lnTo>
                    <a:pt x="8350305" y="209841"/>
                  </a:lnTo>
                  <a:lnTo>
                    <a:pt x="8408491" y="201970"/>
                  </a:lnTo>
                  <a:lnTo>
                    <a:pt x="8465998" y="193446"/>
                  </a:lnTo>
                  <a:lnTo>
                    <a:pt x="8523194" y="184303"/>
                  </a:lnTo>
                  <a:lnTo>
                    <a:pt x="8580318" y="174604"/>
                  </a:lnTo>
                  <a:lnTo>
                    <a:pt x="8637508" y="164434"/>
                  </a:lnTo>
                  <a:lnTo>
                    <a:pt x="8694812" y="153903"/>
                  </a:lnTo>
                  <a:lnTo>
                    <a:pt x="8752217" y="143138"/>
                  </a:lnTo>
                  <a:lnTo>
                    <a:pt x="8809667" y="132280"/>
                  </a:lnTo>
                  <a:lnTo>
                    <a:pt x="8867090" y="121477"/>
                  </a:lnTo>
                  <a:lnTo>
                    <a:pt x="8924425" y="110870"/>
                  </a:lnTo>
                  <a:lnTo>
                    <a:pt x="8981644" y="100591"/>
                  </a:lnTo>
                  <a:lnTo>
                    <a:pt x="9038776" y="90756"/>
                  </a:lnTo>
                  <a:lnTo>
                    <a:pt x="9095934" y="81458"/>
                  </a:lnTo>
                  <a:lnTo>
                    <a:pt x="9153327" y="72763"/>
                  </a:lnTo>
                  <a:lnTo>
                    <a:pt x="9211287" y="64715"/>
                  </a:lnTo>
                  <a:lnTo>
                    <a:pt x="9270291" y="57330"/>
                  </a:lnTo>
                  <a:lnTo>
                    <a:pt x="9330989" y="50605"/>
                  </a:lnTo>
                  <a:lnTo>
                    <a:pt x="9347647" y="48912"/>
                  </a:lnTo>
                  <a:lnTo>
                    <a:pt x="9399574" y="44049"/>
                  </a:lnTo>
                  <a:lnTo>
                    <a:pt x="9453957" y="39609"/>
                  </a:lnTo>
                  <a:lnTo>
                    <a:pt x="9511481" y="35575"/>
                  </a:lnTo>
                  <a:lnTo>
                    <a:pt x="9572901" y="31921"/>
                  </a:lnTo>
                  <a:lnTo>
                    <a:pt x="9638995" y="28609"/>
                  </a:lnTo>
                  <a:lnTo>
                    <a:pt x="9710530" y="25606"/>
                  </a:lnTo>
                  <a:lnTo>
                    <a:pt x="9788201" y="22877"/>
                  </a:lnTo>
                  <a:lnTo>
                    <a:pt x="9872569" y="20392"/>
                  </a:lnTo>
                  <a:lnTo>
                    <a:pt x="9963964" y="18128"/>
                  </a:lnTo>
                  <a:lnTo>
                    <a:pt x="10062369" y="16065"/>
                  </a:lnTo>
                  <a:lnTo>
                    <a:pt x="10167279" y="14191"/>
                  </a:lnTo>
                  <a:lnTo>
                    <a:pt x="10277555" y="12498"/>
                  </a:lnTo>
                  <a:lnTo>
                    <a:pt x="10391294" y="10985"/>
                  </a:lnTo>
                  <a:lnTo>
                    <a:pt x="10505782" y="9654"/>
                  </a:lnTo>
                  <a:lnTo>
                    <a:pt x="10617557" y="8508"/>
                  </a:lnTo>
                  <a:lnTo>
                    <a:pt x="10722651" y="7550"/>
                  </a:lnTo>
                  <a:lnTo>
                    <a:pt x="10817024" y="6781"/>
                  </a:lnTo>
                  <a:lnTo>
                    <a:pt x="10897123" y="6193"/>
                  </a:lnTo>
                  <a:lnTo>
                    <a:pt x="10960475" y="5773"/>
                  </a:lnTo>
                  <a:lnTo>
                    <a:pt x="11006161" y="5497"/>
                  </a:lnTo>
                  <a:lnTo>
                    <a:pt x="11035048" y="5338"/>
                  </a:lnTo>
                  <a:lnTo>
                    <a:pt x="11049773" y="5264"/>
                  </a:lnTo>
                  <a:lnTo>
                    <a:pt x="11054542" y="524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5"/>
                  </a:lnTo>
                  <a:lnTo>
                    <a:pt x="11046259" y="40"/>
                  </a:lnTo>
                  <a:lnTo>
                    <a:pt x="11027263" y="139"/>
                  </a:lnTo>
                  <a:lnTo>
                    <a:pt x="10993052" y="333"/>
                  </a:lnTo>
                  <a:lnTo>
                    <a:pt x="10941555" y="653"/>
                  </a:lnTo>
                  <a:lnTo>
                    <a:pt x="10872504" y="1127"/>
                  </a:lnTo>
                  <a:lnTo>
                    <a:pt x="10787367" y="1773"/>
                  </a:lnTo>
                  <a:lnTo>
                    <a:pt x="10689035" y="2604"/>
                  </a:lnTo>
                  <a:lnTo>
                    <a:pt x="10581288" y="3624"/>
                  </a:lnTo>
                  <a:lnTo>
                    <a:pt x="10468199" y="4831"/>
                  </a:lnTo>
                  <a:lnTo>
                    <a:pt x="10353609" y="6223"/>
                  </a:lnTo>
                  <a:lnTo>
                    <a:pt x="10240750" y="7795"/>
                  </a:lnTo>
                  <a:lnTo>
                    <a:pt x="10132071" y="9547"/>
                  </a:lnTo>
                  <a:lnTo>
                    <a:pt x="10029211" y="11482"/>
                  </a:lnTo>
                  <a:lnTo>
                    <a:pt x="9933085" y="13610"/>
                  </a:lnTo>
                  <a:lnTo>
                    <a:pt x="9844022" y="15944"/>
                  </a:lnTo>
                  <a:lnTo>
                    <a:pt x="9761909" y="18506"/>
                  </a:lnTo>
                  <a:lnTo>
                    <a:pt x="9686329" y="21322"/>
                  </a:lnTo>
                  <a:lnTo>
                    <a:pt x="9616667" y="24423"/>
                  </a:lnTo>
                  <a:lnTo>
                    <a:pt x="9552198" y="27844"/>
                  </a:lnTo>
                  <a:lnTo>
                    <a:pt x="9492147" y="31619"/>
                  </a:lnTo>
                  <a:lnTo>
                    <a:pt x="9435738" y="35784"/>
                  </a:lnTo>
                  <a:lnTo>
                    <a:pt x="9382235" y="40363"/>
                  </a:lnTo>
                  <a:lnTo>
                    <a:pt x="9347647" y="43671"/>
                  </a:lnTo>
                  <a:lnTo>
                    <a:pt x="9286357" y="50224"/>
                  </a:lnTo>
                  <a:lnTo>
                    <a:pt x="9226972" y="57430"/>
                  </a:lnTo>
                  <a:lnTo>
                    <a:pt x="9168785" y="65301"/>
                  </a:lnTo>
                  <a:lnTo>
                    <a:pt x="9111278" y="73826"/>
                  </a:lnTo>
                  <a:lnTo>
                    <a:pt x="9054083" y="82968"/>
                  </a:lnTo>
                  <a:lnTo>
                    <a:pt x="8996958" y="92667"/>
                  </a:lnTo>
                  <a:lnTo>
                    <a:pt x="8939769" y="102837"/>
                  </a:lnTo>
                  <a:lnTo>
                    <a:pt x="8882464" y="113369"/>
                  </a:lnTo>
                  <a:lnTo>
                    <a:pt x="8825060" y="124134"/>
                  </a:lnTo>
                  <a:lnTo>
                    <a:pt x="8767610" y="134991"/>
                  </a:lnTo>
                  <a:lnTo>
                    <a:pt x="8710186" y="145795"/>
                  </a:lnTo>
                  <a:lnTo>
                    <a:pt x="8652851" y="156402"/>
                  </a:lnTo>
                  <a:lnTo>
                    <a:pt x="8595633" y="166680"/>
                  </a:lnTo>
                  <a:lnTo>
                    <a:pt x="8538500" y="176515"/>
                  </a:lnTo>
                  <a:lnTo>
                    <a:pt x="8481343" y="185814"/>
                  </a:lnTo>
                  <a:lnTo>
                    <a:pt x="8423950" y="194508"/>
                  </a:lnTo>
                  <a:lnTo>
                    <a:pt x="8365989" y="202556"/>
                  </a:lnTo>
                  <a:lnTo>
                    <a:pt x="8306986" y="209941"/>
                  </a:lnTo>
                  <a:lnTo>
                    <a:pt x="8246288" y="216666"/>
                  </a:lnTo>
                  <a:lnTo>
                    <a:pt x="8229629" y="218359"/>
                  </a:lnTo>
                  <a:lnTo>
                    <a:pt x="8177702" y="223222"/>
                  </a:lnTo>
                  <a:lnTo>
                    <a:pt x="8123319" y="227663"/>
                  </a:lnTo>
                  <a:lnTo>
                    <a:pt x="8065795" y="231696"/>
                  </a:lnTo>
                  <a:lnTo>
                    <a:pt x="8004376" y="235351"/>
                  </a:lnTo>
                  <a:lnTo>
                    <a:pt x="7938281" y="238662"/>
                  </a:lnTo>
                  <a:lnTo>
                    <a:pt x="7866747" y="241665"/>
                  </a:lnTo>
                  <a:lnTo>
                    <a:pt x="7789076" y="244395"/>
                  </a:lnTo>
                  <a:lnTo>
                    <a:pt x="7704708" y="246879"/>
                  </a:lnTo>
                  <a:lnTo>
                    <a:pt x="7613313" y="249143"/>
                  </a:lnTo>
                  <a:lnTo>
                    <a:pt x="7514907" y="251206"/>
                  </a:lnTo>
                  <a:lnTo>
                    <a:pt x="7409997" y="253080"/>
                  </a:lnTo>
                  <a:lnTo>
                    <a:pt x="7299722" y="254773"/>
                  </a:lnTo>
                  <a:lnTo>
                    <a:pt x="7185983" y="256286"/>
                  </a:lnTo>
                  <a:lnTo>
                    <a:pt x="7071494" y="257617"/>
                  </a:lnTo>
                  <a:lnTo>
                    <a:pt x="6959720" y="258763"/>
                  </a:lnTo>
                  <a:lnTo>
                    <a:pt x="6854625" y="259721"/>
                  </a:lnTo>
                  <a:lnTo>
                    <a:pt x="6760252" y="260490"/>
                  </a:lnTo>
                  <a:lnTo>
                    <a:pt x="6680154" y="261078"/>
                  </a:lnTo>
                  <a:lnTo>
                    <a:pt x="6616801" y="261499"/>
                  </a:lnTo>
                  <a:lnTo>
                    <a:pt x="6571116" y="261775"/>
                  </a:lnTo>
                  <a:lnTo>
                    <a:pt x="6542228" y="261934"/>
                  </a:lnTo>
                  <a:lnTo>
                    <a:pt x="6527503" y="262008"/>
                  </a:lnTo>
                  <a:lnTo>
                    <a:pt x="6522734" y="262030"/>
                  </a:lnTo>
                  <a:lnTo>
                    <a:pt x="6522385" y="262031"/>
                  </a:lnTo>
                  <a:lnTo>
                    <a:pt x="5527445" y="262031"/>
                  </a:lnTo>
                  <a:lnTo>
                    <a:pt x="5526337" y="262067"/>
                  </a:lnTo>
                  <a:lnTo>
                    <a:pt x="5519019" y="262319"/>
                  </a:lnTo>
                  <a:lnTo>
                    <a:pt x="5500461" y="263016"/>
                  </a:lnTo>
                  <a:lnTo>
                    <a:pt x="5467009" y="264389"/>
                  </a:lnTo>
                  <a:lnTo>
                    <a:pt x="5416594" y="266660"/>
                  </a:lnTo>
                  <a:lnTo>
                    <a:pt x="5348886" y="270017"/>
                  </a:lnTo>
                  <a:lnTo>
                    <a:pt x="5265249" y="274601"/>
                  </a:lnTo>
                  <a:lnTo>
                    <a:pt x="5168438" y="280500"/>
                  </a:lnTo>
                  <a:lnTo>
                    <a:pt x="5062105" y="287746"/>
                  </a:lnTo>
                  <a:lnTo>
                    <a:pt x="4950223" y="296334"/>
                  </a:lnTo>
                  <a:lnTo>
                    <a:pt x="4836570" y="306240"/>
                  </a:lnTo>
                  <a:lnTo>
                    <a:pt x="4724363" y="317436"/>
                  </a:lnTo>
                  <a:lnTo>
                    <a:pt x="4616065" y="329916"/>
                  </a:lnTo>
                  <a:lnTo>
                    <a:pt x="4513354" y="343699"/>
                  </a:lnTo>
                  <a:lnTo>
                    <a:pt x="4417194" y="358845"/>
                  </a:lnTo>
                  <a:lnTo>
                    <a:pt x="4327968" y="375454"/>
                  </a:lnTo>
                  <a:lnTo>
                    <a:pt x="4245613" y="393667"/>
                  </a:lnTo>
                  <a:lnTo>
                    <a:pt x="4169754" y="413663"/>
                  </a:lnTo>
                  <a:lnTo>
                    <a:pt x="4099816" y="435660"/>
                  </a:lnTo>
                  <a:lnTo>
                    <a:pt x="4035101" y="459897"/>
                  </a:lnTo>
                  <a:lnTo>
                    <a:pt x="3974859" y="486630"/>
                  </a:lnTo>
                  <a:lnTo>
                    <a:pt x="3918329" y="516100"/>
                  </a:lnTo>
                  <a:lnTo>
                    <a:pt x="3864785" y="548503"/>
                  </a:lnTo>
                  <a:lnTo>
                    <a:pt x="3820202" y="579090"/>
                  </a:lnTo>
                  <a:lnTo>
                    <a:pt x="3769894" y="617657"/>
                  </a:lnTo>
                  <a:lnTo>
                    <a:pt x="3720958" y="659388"/>
                  </a:lnTo>
                  <a:lnTo>
                    <a:pt x="3672976" y="704345"/>
                  </a:lnTo>
                  <a:lnTo>
                    <a:pt x="3625622" y="752522"/>
                  </a:lnTo>
                  <a:lnTo>
                    <a:pt x="3578644" y="803842"/>
                  </a:lnTo>
                  <a:lnTo>
                    <a:pt x="3531855" y="858146"/>
                  </a:lnTo>
                  <a:lnTo>
                    <a:pt x="3485122" y="915192"/>
                  </a:lnTo>
                  <a:lnTo>
                    <a:pt x="3438363" y="974655"/>
                  </a:lnTo>
                  <a:lnTo>
                    <a:pt x="3391534" y="1036132"/>
                  </a:lnTo>
                  <a:lnTo>
                    <a:pt x="3344627" y="1099151"/>
                  </a:lnTo>
                  <a:lnTo>
                    <a:pt x="3297657" y="1163185"/>
                  </a:lnTo>
                  <a:lnTo>
                    <a:pt x="3250657" y="1227669"/>
                  </a:lnTo>
                  <a:lnTo>
                    <a:pt x="3203666" y="1292023"/>
                  </a:lnTo>
                  <a:lnTo>
                    <a:pt x="3156721" y="1355670"/>
                  </a:lnTo>
                  <a:lnTo>
                    <a:pt x="3109848" y="1418060"/>
                  </a:lnTo>
                  <a:lnTo>
                    <a:pt x="3063054" y="1478689"/>
                  </a:lnTo>
                  <a:lnTo>
                    <a:pt x="3016314" y="1537114"/>
                  </a:lnTo>
                  <a:lnTo>
                    <a:pt x="2969569" y="1592966"/>
                  </a:lnTo>
                  <a:lnTo>
                    <a:pt x="2922714" y="1645957"/>
                  </a:lnTo>
                  <a:lnTo>
                    <a:pt x="2875595" y="1695883"/>
                  </a:lnTo>
                  <a:lnTo>
                    <a:pt x="2827995" y="1742621"/>
                  </a:lnTo>
                  <a:lnTo>
                    <a:pt x="2779631" y="1786128"/>
                  </a:lnTo>
                  <a:lnTo>
                    <a:pt x="2730137" y="1826430"/>
                  </a:lnTo>
                  <a:lnTo>
                    <a:pt x="2702183" y="1847323"/>
                  </a:lnTo>
                  <a:lnTo>
                    <a:pt x="2650695" y="1882349"/>
                  </a:lnTo>
                  <a:lnTo>
                    <a:pt x="2596798" y="1914357"/>
                  </a:lnTo>
                  <a:lnTo>
                    <a:pt x="2539822" y="1943455"/>
                  </a:lnTo>
                  <a:lnTo>
                    <a:pt x="2479035" y="1969844"/>
                  </a:lnTo>
                  <a:lnTo>
                    <a:pt x="2413674" y="1993772"/>
                  </a:lnTo>
                  <a:lnTo>
                    <a:pt x="2342994" y="2015492"/>
                  </a:lnTo>
                  <a:lnTo>
                    <a:pt x="2266309" y="2035242"/>
                  </a:lnTo>
                  <a:lnTo>
                    <a:pt x="2183065" y="2053234"/>
                  </a:lnTo>
                  <a:lnTo>
                    <a:pt x="2092921" y="2069643"/>
                  </a:lnTo>
                  <a:lnTo>
                    <a:pt x="1995866" y="2084605"/>
                  </a:lnTo>
                  <a:lnTo>
                    <a:pt x="1892350" y="2098214"/>
                  </a:lnTo>
                  <a:lnTo>
                    <a:pt x="1783424" y="2110524"/>
                  </a:lnTo>
                  <a:lnTo>
                    <a:pt x="1670869" y="2121552"/>
                  </a:lnTo>
                  <a:lnTo>
                    <a:pt x="1557251" y="2131285"/>
                  </a:lnTo>
                  <a:lnTo>
                    <a:pt x="1445875" y="2139698"/>
                  </a:lnTo>
                  <a:lnTo>
                    <a:pt x="1340570" y="2146766"/>
                  </a:lnTo>
                  <a:lnTo>
                    <a:pt x="1245298" y="2152489"/>
                  </a:lnTo>
                  <a:lnTo>
                    <a:pt x="1163627" y="2156906"/>
                  </a:lnTo>
                  <a:lnTo>
                    <a:pt x="1098153" y="2160110"/>
                  </a:lnTo>
                  <a:lnTo>
                    <a:pt x="1050028" y="2162251"/>
                  </a:lnTo>
                  <a:lnTo>
                    <a:pt x="1018692" y="2163522"/>
                  </a:lnTo>
                  <a:lnTo>
                    <a:pt x="1001855" y="2164147"/>
                  </a:lnTo>
                  <a:lnTo>
                    <a:pt x="995670" y="2164358"/>
                  </a:lnTo>
                  <a:lnTo>
                    <a:pt x="994940" y="2164381"/>
                  </a:lnTo>
                  <a:lnTo>
                    <a:pt x="0" y="2164381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32" name="pl1431"/>
            <p:cNvSpPr/>
            <p:nvPr/>
          </p:nvSpPr>
          <p:spPr>
            <a:xfrm>
              <a:off x="1199187" y="3060365"/>
              <a:ext cx="12049831" cy="2164381"/>
            </a:xfrm>
            <a:custGeom>
              <a:avLst/>
              <a:pathLst>
                <a:path w="12049831" h="2164381">
                  <a:moveTo>
                    <a:pt x="0" y="2164381"/>
                  </a:moveTo>
                  <a:lnTo>
                    <a:pt x="994940" y="2164381"/>
                  </a:lnTo>
                  <a:lnTo>
                    <a:pt x="996048" y="2164346"/>
                  </a:lnTo>
                  <a:lnTo>
                    <a:pt x="1003366" y="2164094"/>
                  </a:lnTo>
                  <a:lnTo>
                    <a:pt x="1021924" y="2163397"/>
                  </a:lnTo>
                  <a:lnTo>
                    <a:pt x="1055376" y="2162023"/>
                  </a:lnTo>
                  <a:lnTo>
                    <a:pt x="1105791" y="2159753"/>
                  </a:lnTo>
                  <a:lnTo>
                    <a:pt x="1173499" y="2156396"/>
                  </a:lnTo>
                  <a:lnTo>
                    <a:pt x="1257136" y="2151811"/>
                  </a:lnTo>
                  <a:lnTo>
                    <a:pt x="1353947" y="2145913"/>
                  </a:lnTo>
                  <a:lnTo>
                    <a:pt x="1460280" y="2138667"/>
                  </a:lnTo>
                  <a:lnTo>
                    <a:pt x="1572162" y="2130078"/>
                  </a:lnTo>
                  <a:lnTo>
                    <a:pt x="1685815" y="2120173"/>
                  </a:lnTo>
                  <a:lnTo>
                    <a:pt x="1798022" y="2108976"/>
                  </a:lnTo>
                  <a:lnTo>
                    <a:pt x="1906320" y="2096497"/>
                  </a:lnTo>
                  <a:lnTo>
                    <a:pt x="2009031" y="2082714"/>
                  </a:lnTo>
                  <a:lnTo>
                    <a:pt x="2105191" y="2067567"/>
                  </a:lnTo>
                  <a:lnTo>
                    <a:pt x="2194417" y="2050958"/>
                  </a:lnTo>
                  <a:lnTo>
                    <a:pt x="2276772" y="2032746"/>
                  </a:lnTo>
                  <a:lnTo>
                    <a:pt x="2352631" y="2012749"/>
                  </a:lnTo>
                  <a:lnTo>
                    <a:pt x="2422569" y="1990753"/>
                  </a:lnTo>
                  <a:lnTo>
                    <a:pt x="2487284" y="1966515"/>
                  </a:lnTo>
                  <a:lnTo>
                    <a:pt x="2547526" y="1939783"/>
                  </a:lnTo>
                  <a:lnTo>
                    <a:pt x="2604056" y="1910312"/>
                  </a:lnTo>
                  <a:lnTo>
                    <a:pt x="2657600" y="1877910"/>
                  </a:lnTo>
                  <a:lnTo>
                    <a:pt x="2702183" y="1847323"/>
                  </a:lnTo>
                  <a:lnTo>
                    <a:pt x="2752491" y="1808755"/>
                  </a:lnTo>
                  <a:lnTo>
                    <a:pt x="2801427" y="1767024"/>
                  </a:lnTo>
                  <a:lnTo>
                    <a:pt x="2849409" y="1722068"/>
                  </a:lnTo>
                  <a:lnTo>
                    <a:pt x="2896763" y="1673891"/>
                  </a:lnTo>
                  <a:lnTo>
                    <a:pt x="2943741" y="1622571"/>
                  </a:lnTo>
                  <a:lnTo>
                    <a:pt x="2990530" y="1568267"/>
                  </a:lnTo>
                  <a:lnTo>
                    <a:pt x="3037263" y="1511221"/>
                  </a:lnTo>
                  <a:lnTo>
                    <a:pt x="3084022" y="1451758"/>
                  </a:lnTo>
                  <a:lnTo>
                    <a:pt x="3130851" y="1390280"/>
                  </a:lnTo>
                  <a:lnTo>
                    <a:pt x="3177758" y="1327261"/>
                  </a:lnTo>
                  <a:lnTo>
                    <a:pt x="3224728" y="1263228"/>
                  </a:lnTo>
                  <a:lnTo>
                    <a:pt x="3271728" y="1198743"/>
                  </a:lnTo>
                  <a:lnTo>
                    <a:pt x="3318719" y="1134390"/>
                  </a:lnTo>
                  <a:lnTo>
                    <a:pt x="3365664" y="1070743"/>
                  </a:lnTo>
                  <a:lnTo>
                    <a:pt x="3412537" y="1008353"/>
                  </a:lnTo>
                  <a:lnTo>
                    <a:pt x="3459331" y="947724"/>
                  </a:lnTo>
                  <a:lnTo>
                    <a:pt x="3506071" y="889299"/>
                  </a:lnTo>
                  <a:lnTo>
                    <a:pt x="3552816" y="833447"/>
                  </a:lnTo>
                  <a:lnTo>
                    <a:pt x="3599671" y="780456"/>
                  </a:lnTo>
                  <a:lnTo>
                    <a:pt x="3646790" y="730530"/>
                  </a:lnTo>
                  <a:lnTo>
                    <a:pt x="3694390" y="683791"/>
                  </a:lnTo>
                  <a:lnTo>
                    <a:pt x="3742754" y="640284"/>
                  </a:lnTo>
                  <a:lnTo>
                    <a:pt x="3792248" y="599982"/>
                  </a:lnTo>
                  <a:lnTo>
                    <a:pt x="3820202" y="579090"/>
                  </a:lnTo>
                  <a:lnTo>
                    <a:pt x="3871690" y="544064"/>
                  </a:lnTo>
                  <a:lnTo>
                    <a:pt x="3925587" y="512055"/>
                  </a:lnTo>
                  <a:lnTo>
                    <a:pt x="3982563" y="482958"/>
                  </a:lnTo>
                  <a:lnTo>
                    <a:pt x="4043350" y="456568"/>
                  </a:lnTo>
                  <a:lnTo>
                    <a:pt x="4108711" y="432640"/>
                  </a:lnTo>
                  <a:lnTo>
                    <a:pt x="4179391" y="410921"/>
                  </a:lnTo>
                  <a:lnTo>
                    <a:pt x="4256076" y="391171"/>
                  </a:lnTo>
                  <a:lnTo>
                    <a:pt x="4339320" y="373179"/>
                  </a:lnTo>
                  <a:lnTo>
                    <a:pt x="4429464" y="356770"/>
                  </a:lnTo>
                  <a:lnTo>
                    <a:pt x="4526519" y="341808"/>
                  </a:lnTo>
                  <a:lnTo>
                    <a:pt x="4630035" y="328198"/>
                  </a:lnTo>
                  <a:lnTo>
                    <a:pt x="4738961" y="315888"/>
                  </a:lnTo>
                  <a:lnTo>
                    <a:pt x="4851516" y="304861"/>
                  </a:lnTo>
                  <a:lnTo>
                    <a:pt x="4965134" y="295127"/>
                  </a:lnTo>
                  <a:lnTo>
                    <a:pt x="5076510" y="286714"/>
                  </a:lnTo>
                  <a:lnTo>
                    <a:pt x="5181815" y="279646"/>
                  </a:lnTo>
                  <a:lnTo>
                    <a:pt x="5277087" y="273924"/>
                  </a:lnTo>
                  <a:lnTo>
                    <a:pt x="5358758" y="269507"/>
                  </a:lnTo>
                  <a:lnTo>
                    <a:pt x="5424232" y="266302"/>
                  </a:lnTo>
                  <a:lnTo>
                    <a:pt x="5472357" y="264162"/>
                  </a:lnTo>
                  <a:lnTo>
                    <a:pt x="5503693" y="262890"/>
                  </a:lnTo>
                  <a:lnTo>
                    <a:pt x="5520530" y="262265"/>
                  </a:lnTo>
                  <a:lnTo>
                    <a:pt x="5526715" y="262054"/>
                  </a:lnTo>
                  <a:lnTo>
                    <a:pt x="5527445" y="262031"/>
                  </a:lnTo>
                  <a:lnTo>
                    <a:pt x="6522385" y="262031"/>
                  </a:lnTo>
                  <a:lnTo>
                    <a:pt x="6523521" y="262026"/>
                  </a:lnTo>
                  <a:lnTo>
                    <a:pt x="6531017" y="261991"/>
                  </a:lnTo>
                  <a:lnTo>
                    <a:pt x="6550013" y="261892"/>
                  </a:lnTo>
                  <a:lnTo>
                    <a:pt x="6584225" y="261698"/>
                  </a:lnTo>
                  <a:lnTo>
                    <a:pt x="6635721" y="261377"/>
                  </a:lnTo>
                  <a:lnTo>
                    <a:pt x="6704773" y="260904"/>
                  </a:lnTo>
                  <a:lnTo>
                    <a:pt x="6789909" y="260257"/>
                  </a:lnTo>
                  <a:lnTo>
                    <a:pt x="6888241" y="259426"/>
                  </a:lnTo>
                  <a:lnTo>
                    <a:pt x="6995989" y="258407"/>
                  </a:lnTo>
                  <a:lnTo>
                    <a:pt x="7109077" y="257199"/>
                  </a:lnTo>
                  <a:lnTo>
                    <a:pt x="7223668" y="255808"/>
                  </a:lnTo>
                  <a:lnTo>
                    <a:pt x="7336526" y="254235"/>
                  </a:lnTo>
                  <a:lnTo>
                    <a:pt x="7445206" y="252483"/>
                  </a:lnTo>
                  <a:lnTo>
                    <a:pt x="7548066" y="250548"/>
                  </a:lnTo>
                  <a:lnTo>
                    <a:pt x="7644192" y="248421"/>
                  </a:lnTo>
                  <a:lnTo>
                    <a:pt x="7733255" y="246086"/>
                  </a:lnTo>
                  <a:lnTo>
                    <a:pt x="7815368" y="243524"/>
                  </a:lnTo>
                  <a:lnTo>
                    <a:pt x="7890948" y="240708"/>
                  </a:lnTo>
                  <a:lnTo>
                    <a:pt x="7960609" y="237607"/>
                  </a:lnTo>
                  <a:lnTo>
                    <a:pt x="8025078" y="234187"/>
                  </a:lnTo>
                  <a:lnTo>
                    <a:pt x="8085130" y="230411"/>
                  </a:lnTo>
                  <a:lnTo>
                    <a:pt x="8141539" y="226247"/>
                  </a:lnTo>
                  <a:lnTo>
                    <a:pt x="8195041" y="221668"/>
                  </a:lnTo>
                  <a:lnTo>
                    <a:pt x="8229629" y="218359"/>
                  </a:lnTo>
                  <a:lnTo>
                    <a:pt x="8290919" y="211807"/>
                  </a:lnTo>
                  <a:lnTo>
                    <a:pt x="8350305" y="204600"/>
                  </a:lnTo>
                  <a:lnTo>
                    <a:pt x="8408491" y="196729"/>
                  </a:lnTo>
                  <a:lnTo>
                    <a:pt x="8465998" y="188205"/>
                  </a:lnTo>
                  <a:lnTo>
                    <a:pt x="8523194" y="179063"/>
                  </a:lnTo>
                  <a:lnTo>
                    <a:pt x="8580318" y="169363"/>
                  </a:lnTo>
                  <a:lnTo>
                    <a:pt x="8637508" y="159193"/>
                  </a:lnTo>
                  <a:lnTo>
                    <a:pt x="8694812" y="148662"/>
                  </a:lnTo>
                  <a:lnTo>
                    <a:pt x="8752217" y="137897"/>
                  </a:lnTo>
                  <a:lnTo>
                    <a:pt x="8809667" y="127040"/>
                  </a:lnTo>
                  <a:lnTo>
                    <a:pt x="8867090" y="116236"/>
                  </a:lnTo>
                  <a:lnTo>
                    <a:pt x="8924425" y="105629"/>
                  </a:lnTo>
                  <a:lnTo>
                    <a:pt x="8981644" y="95350"/>
                  </a:lnTo>
                  <a:lnTo>
                    <a:pt x="9038776" y="85516"/>
                  </a:lnTo>
                  <a:lnTo>
                    <a:pt x="9095934" y="76217"/>
                  </a:lnTo>
                  <a:lnTo>
                    <a:pt x="9153327" y="67523"/>
                  </a:lnTo>
                  <a:lnTo>
                    <a:pt x="9211287" y="59474"/>
                  </a:lnTo>
                  <a:lnTo>
                    <a:pt x="9270291" y="52090"/>
                  </a:lnTo>
                  <a:lnTo>
                    <a:pt x="9330989" y="45364"/>
                  </a:lnTo>
                  <a:lnTo>
                    <a:pt x="9347647" y="43671"/>
                  </a:lnTo>
                  <a:lnTo>
                    <a:pt x="9399574" y="38808"/>
                  </a:lnTo>
                  <a:lnTo>
                    <a:pt x="9453957" y="34368"/>
                  </a:lnTo>
                  <a:lnTo>
                    <a:pt x="9511481" y="30335"/>
                  </a:lnTo>
                  <a:lnTo>
                    <a:pt x="9572901" y="26680"/>
                  </a:lnTo>
                  <a:lnTo>
                    <a:pt x="9638995" y="23369"/>
                  </a:lnTo>
                  <a:lnTo>
                    <a:pt x="9710530" y="20365"/>
                  </a:lnTo>
                  <a:lnTo>
                    <a:pt x="9788201" y="17636"/>
                  </a:lnTo>
                  <a:lnTo>
                    <a:pt x="9872569" y="15152"/>
                  </a:lnTo>
                  <a:lnTo>
                    <a:pt x="9963964" y="12887"/>
                  </a:lnTo>
                  <a:lnTo>
                    <a:pt x="10062369" y="10825"/>
                  </a:lnTo>
                  <a:lnTo>
                    <a:pt x="10167279" y="8950"/>
                  </a:lnTo>
                  <a:lnTo>
                    <a:pt x="10277555" y="7258"/>
                  </a:lnTo>
                  <a:lnTo>
                    <a:pt x="10391294" y="5745"/>
                  </a:lnTo>
                  <a:lnTo>
                    <a:pt x="10505782" y="4413"/>
                  </a:lnTo>
                  <a:lnTo>
                    <a:pt x="10617557" y="3267"/>
                  </a:lnTo>
                  <a:lnTo>
                    <a:pt x="10722651" y="2310"/>
                  </a:lnTo>
                  <a:lnTo>
                    <a:pt x="10817024" y="1541"/>
                  </a:lnTo>
                  <a:lnTo>
                    <a:pt x="10897123" y="953"/>
                  </a:lnTo>
                  <a:lnTo>
                    <a:pt x="10960475" y="532"/>
                  </a:lnTo>
                  <a:lnTo>
                    <a:pt x="11006161" y="256"/>
                  </a:lnTo>
                  <a:lnTo>
                    <a:pt x="11035048" y="97"/>
                  </a:lnTo>
                  <a:lnTo>
                    <a:pt x="11049773" y="23"/>
                  </a:lnTo>
                  <a:lnTo>
                    <a:pt x="11054542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3" name="pl1432"/>
            <p:cNvSpPr/>
            <p:nvPr/>
          </p:nvSpPr>
          <p:spPr>
            <a:xfrm>
              <a:off x="1199187" y="3055125"/>
              <a:ext cx="12049831" cy="2164381"/>
            </a:xfrm>
            <a:custGeom>
              <a:avLst/>
              <a:pathLst>
                <a:path w="12049831" h="2164381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5"/>
                  </a:lnTo>
                  <a:lnTo>
                    <a:pt x="11046259" y="40"/>
                  </a:lnTo>
                  <a:lnTo>
                    <a:pt x="11027263" y="139"/>
                  </a:lnTo>
                  <a:lnTo>
                    <a:pt x="10993052" y="333"/>
                  </a:lnTo>
                  <a:lnTo>
                    <a:pt x="10941555" y="653"/>
                  </a:lnTo>
                  <a:lnTo>
                    <a:pt x="10872504" y="1127"/>
                  </a:lnTo>
                  <a:lnTo>
                    <a:pt x="10787367" y="1773"/>
                  </a:lnTo>
                  <a:lnTo>
                    <a:pt x="10689035" y="2604"/>
                  </a:lnTo>
                  <a:lnTo>
                    <a:pt x="10581288" y="3624"/>
                  </a:lnTo>
                  <a:lnTo>
                    <a:pt x="10468199" y="4831"/>
                  </a:lnTo>
                  <a:lnTo>
                    <a:pt x="10353609" y="6223"/>
                  </a:lnTo>
                  <a:lnTo>
                    <a:pt x="10240750" y="7795"/>
                  </a:lnTo>
                  <a:lnTo>
                    <a:pt x="10132071" y="9547"/>
                  </a:lnTo>
                  <a:lnTo>
                    <a:pt x="10029211" y="11482"/>
                  </a:lnTo>
                  <a:lnTo>
                    <a:pt x="9933085" y="13610"/>
                  </a:lnTo>
                  <a:lnTo>
                    <a:pt x="9844022" y="15944"/>
                  </a:lnTo>
                  <a:lnTo>
                    <a:pt x="9761909" y="18506"/>
                  </a:lnTo>
                  <a:lnTo>
                    <a:pt x="9686329" y="21322"/>
                  </a:lnTo>
                  <a:lnTo>
                    <a:pt x="9616667" y="24423"/>
                  </a:lnTo>
                  <a:lnTo>
                    <a:pt x="9552198" y="27844"/>
                  </a:lnTo>
                  <a:lnTo>
                    <a:pt x="9492147" y="31619"/>
                  </a:lnTo>
                  <a:lnTo>
                    <a:pt x="9435738" y="35784"/>
                  </a:lnTo>
                  <a:lnTo>
                    <a:pt x="9382235" y="40363"/>
                  </a:lnTo>
                  <a:lnTo>
                    <a:pt x="9347647" y="43671"/>
                  </a:lnTo>
                  <a:lnTo>
                    <a:pt x="9286357" y="50224"/>
                  </a:lnTo>
                  <a:lnTo>
                    <a:pt x="9226972" y="57430"/>
                  </a:lnTo>
                  <a:lnTo>
                    <a:pt x="9168785" y="65301"/>
                  </a:lnTo>
                  <a:lnTo>
                    <a:pt x="9111278" y="73826"/>
                  </a:lnTo>
                  <a:lnTo>
                    <a:pt x="9054083" y="82968"/>
                  </a:lnTo>
                  <a:lnTo>
                    <a:pt x="8996958" y="92667"/>
                  </a:lnTo>
                  <a:lnTo>
                    <a:pt x="8939769" y="102837"/>
                  </a:lnTo>
                  <a:lnTo>
                    <a:pt x="8882464" y="113369"/>
                  </a:lnTo>
                  <a:lnTo>
                    <a:pt x="8825060" y="124134"/>
                  </a:lnTo>
                  <a:lnTo>
                    <a:pt x="8767610" y="134991"/>
                  </a:lnTo>
                  <a:lnTo>
                    <a:pt x="8710186" y="145795"/>
                  </a:lnTo>
                  <a:lnTo>
                    <a:pt x="8652851" y="156402"/>
                  </a:lnTo>
                  <a:lnTo>
                    <a:pt x="8595633" y="166680"/>
                  </a:lnTo>
                  <a:lnTo>
                    <a:pt x="8538500" y="176515"/>
                  </a:lnTo>
                  <a:lnTo>
                    <a:pt x="8481343" y="185814"/>
                  </a:lnTo>
                  <a:lnTo>
                    <a:pt x="8423950" y="194508"/>
                  </a:lnTo>
                  <a:lnTo>
                    <a:pt x="8365989" y="202556"/>
                  </a:lnTo>
                  <a:lnTo>
                    <a:pt x="8306986" y="209941"/>
                  </a:lnTo>
                  <a:lnTo>
                    <a:pt x="8246288" y="216666"/>
                  </a:lnTo>
                  <a:lnTo>
                    <a:pt x="8229629" y="218359"/>
                  </a:lnTo>
                  <a:lnTo>
                    <a:pt x="8177702" y="223222"/>
                  </a:lnTo>
                  <a:lnTo>
                    <a:pt x="8123319" y="227663"/>
                  </a:lnTo>
                  <a:lnTo>
                    <a:pt x="8065795" y="231696"/>
                  </a:lnTo>
                  <a:lnTo>
                    <a:pt x="8004376" y="235351"/>
                  </a:lnTo>
                  <a:lnTo>
                    <a:pt x="7938281" y="238662"/>
                  </a:lnTo>
                  <a:lnTo>
                    <a:pt x="7866747" y="241665"/>
                  </a:lnTo>
                  <a:lnTo>
                    <a:pt x="7789076" y="244395"/>
                  </a:lnTo>
                  <a:lnTo>
                    <a:pt x="7704708" y="246879"/>
                  </a:lnTo>
                  <a:lnTo>
                    <a:pt x="7613313" y="249143"/>
                  </a:lnTo>
                  <a:lnTo>
                    <a:pt x="7514907" y="251206"/>
                  </a:lnTo>
                  <a:lnTo>
                    <a:pt x="7409997" y="253080"/>
                  </a:lnTo>
                  <a:lnTo>
                    <a:pt x="7299722" y="254773"/>
                  </a:lnTo>
                  <a:lnTo>
                    <a:pt x="7185983" y="256286"/>
                  </a:lnTo>
                  <a:lnTo>
                    <a:pt x="7071494" y="257617"/>
                  </a:lnTo>
                  <a:lnTo>
                    <a:pt x="6959720" y="258763"/>
                  </a:lnTo>
                  <a:lnTo>
                    <a:pt x="6854625" y="259721"/>
                  </a:lnTo>
                  <a:lnTo>
                    <a:pt x="6760252" y="260490"/>
                  </a:lnTo>
                  <a:lnTo>
                    <a:pt x="6680154" y="261078"/>
                  </a:lnTo>
                  <a:lnTo>
                    <a:pt x="6616801" y="261499"/>
                  </a:lnTo>
                  <a:lnTo>
                    <a:pt x="6571116" y="261775"/>
                  </a:lnTo>
                  <a:lnTo>
                    <a:pt x="6542228" y="261934"/>
                  </a:lnTo>
                  <a:lnTo>
                    <a:pt x="6527503" y="262008"/>
                  </a:lnTo>
                  <a:lnTo>
                    <a:pt x="6522734" y="262030"/>
                  </a:lnTo>
                  <a:lnTo>
                    <a:pt x="6522385" y="262031"/>
                  </a:lnTo>
                  <a:lnTo>
                    <a:pt x="5527445" y="262031"/>
                  </a:lnTo>
                  <a:lnTo>
                    <a:pt x="5526337" y="262067"/>
                  </a:lnTo>
                  <a:lnTo>
                    <a:pt x="5519019" y="262319"/>
                  </a:lnTo>
                  <a:lnTo>
                    <a:pt x="5500461" y="263016"/>
                  </a:lnTo>
                  <a:lnTo>
                    <a:pt x="5467009" y="264389"/>
                  </a:lnTo>
                  <a:lnTo>
                    <a:pt x="5416594" y="266660"/>
                  </a:lnTo>
                  <a:lnTo>
                    <a:pt x="5348886" y="270017"/>
                  </a:lnTo>
                  <a:lnTo>
                    <a:pt x="5265249" y="274601"/>
                  </a:lnTo>
                  <a:lnTo>
                    <a:pt x="5168438" y="280500"/>
                  </a:lnTo>
                  <a:lnTo>
                    <a:pt x="5062105" y="287746"/>
                  </a:lnTo>
                  <a:lnTo>
                    <a:pt x="4950223" y="296334"/>
                  </a:lnTo>
                  <a:lnTo>
                    <a:pt x="4836570" y="306240"/>
                  </a:lnTo>
                  <a:lnTo>
                    <a:pt x="4724363" y="317436"/>
                  </a:lnTo>
                  <a:lnTo>
                    <a:pt x="4616065" y="329916"/>
                  </a:lnTo>
                  <a:lnTo>
                    <a:pt x="4513354" y="343699"/>
                  </a:lnTo>
                  <a:lnTo>
                    <a:pt x="4417194" y="358845"/>
                  </a:lnTo>
                  <a:lnTo>
                    <a:pt x="4327968" y="375454"/>
                  </a:lnTo>
                  <a:lnTo>
                    <a:pt x="4245613" y="393667"/>
                  </a:lnTo>
                  <a:lnTo>
                    <a:pt x="4169754" y="413663"/>
                  </a:lnTo>
                  <a:lnTo>
                    <a:pt x="4099816" y="435660"/>
                  </a:lnTo>
                  <a:lnTo>
                    <a:pt x="4035101" y="459897"/>
                  </a:lnTo>
                  <a:lnTo>
                    <a:pt x="3974859" y="486630"/>
                  </a:lnTo>
                  <a:lnTo>
                    <a:pt x="3918329" y="516100"/>
                  </a:lnTo>
                  <a:lnTo>
                    <a:pt x="3864785" y="548503"/>
                  </a:lnTo>
                  <a:lnTo>
                    <a:pt x="3820202" y="579090"/>
                  </a:lnTo>
                  <a:lnTo>
                    <a:pt x="3769894" y="617657"/>
                  </a:lnTo>
                  <a:lnTo>
                    <a:pt x="3720958" y="659388"/>
                  </a:lnTo>
                  <a:lnTo>
                    <a:pt x="3672976" y="704345"/>
                  </a:lnTo>
                  <a:lnTo>
                    <a:pt x="3625622" y="752522"/>
                  </a:lnTo>
                  <a:lnTo>
                    <a:pt x="3578644" y="803842"/>
                  </a:lnTo>
                  <a:lnTo>
                    <a:pt x="3531855" y="858146"/>
                  </a:lnTo>
                  <a:lnTo>
                    <a:pt x="3485122" y="915192"/>
                  </a:lnTo>
                  <a:lnTo>
                    <a:pt x="3438363" y="974655"/>
                  </a:lnTo>
                  <a:lnTo>
                    <a:pt x="3391534" y="1036132"/>
                  </a:lnTo>
                  <a:lnTo>
                    <a:pt x="3344627" y="1099151"/>
                  </a:lnTo>
                  <a:lnTo>
                    <a:pt x="3297657" y="1163185"/>
                  </a:lnTo>
                  <a:lnTo>
                    <a:pt x="3250657" y="1227669"/>
                  </a:lnTo>
                  <a:lnTo>
                    <a:pt x="3203666" y="1292023"/>
                  </a:lnTo>
                  <a:lnTo>
                    <a:pt x="3156721" y="1355670"/>
                  </a:lnTo>
                  <a:lnTo>
                    <a:pt x="3109848" y="1418060"/>
                  </a:lnTo>
                  <a:lnTo>
                    <a:pt x="3063054" y="1478689"/>
                  </a:lnTo>
                  <a:lnTo>
                    <a:pt x="3016314" y="1537114"/>
                  </a:lnTo>
                  <a:lnTo>
                    <a:pt x="2969569" y="1592966"/>
                  </a:lnTo>
                  <a:lnTo>
                    <a:pt x="2922714" y="1645957"/>
                  </a:lnTo>
                  <a:lnTo>
                    <a:pt x="2875595" y="1695883"/>
                  </a:lnTo>
                  <a:lnTo>
                    <a:pt x="2827995" y="1742621"/>
                  </a:lnTo>
                  <a:lnTo>
                    <a:pt x="2779631" y="1786128"/>
                  </a:lnTo>
                  <a:lnTo>
                    <a:pt x="2730137" y="1826430"/>
                  </a:lnTo>
                  <a:lnTo>
                    <a:pt x="2702183" y="1847323"/>
                  </a:lnTo>
                  <a:lnTo>
                    <a:pt x="2650695" y="1882349"/>
                  </a:lnTo>
                  <a:lnTo>
                    <a:pt x="2596798" y="1914357"/>
                  </a:lnTo>
                  <a:lnTo>
                    <a:pt x="2539822" y="1943455"/>
                  </a:lnTo>
                  <a:lnTo>
                    <a:pt x="2479035" y="1969844"/>
                  </a:lnTo>
                  <a:lnTo>
                    <a:pt x="2413674" y="1993772"/>
                  </a:lnTo>
                  <a:lnTo>
                    <a:pt x="2342994" y="2015492"/>
                  </a:lnTo>
                  <a:lnTo>
                    <a:pt x="2266309" y="2035242"/>
                  </a:lnTo>
                  <a:lnTo>
                    <a:pt x="2183065" y="2053234"/>
                  </a:lnTo>
                  <a:lnTo>
                    <a:pt x="2092921" y="2069643"/>
                  </a:lnTo>
                  <a:lnTo>
                    <a:pt x="1995866" y="2084605"/>
                  </a:lnTo>
                  <a:lnTo>
                    <a:pt x="1892350" y="2098214"/>
                  </a:lnTo>
                  <a:lnTo>
                    <a:pt x="1783424" y="2110524"/>
                  </a:lnTo>
                  <a:lnTo>
                    <a:pt x="1670869" y="2121552"/>
                  </a:lnTo>
                  <a:lnTo>
                    <a:pt x="1557251" y="2131285"/>
                  </a:lnTo>
                  <a:lnTo>
                    <a:pt x="1445875" y="2139698"/>
                  </a:lnTo>
                  <a:lnTo>
                    <a:pt x="1340570" y="2146766"/>
                  </a:lnTo>
                  <a:lnTo>
                    <a:pt x="1245298" y="2152489"/>
                  </a:lnTo>
                  <a:lnTo>
                    <a:pt x="1163627" y="2156906"/>
                  </a:lnTo>
                  <a:lnTo>
                    <a:pt x="1098153" y="2160110"/>
                  </a:lnTo>
                  <a:lnTo>
                    <a:pt x="1050028" y="2162251"/>
                  </a:lnTo>
                  <a:lnTo>
                    <a:pt x="1018692" y="2163522"/>
                  </a:lnTo>
                  <a:lnTo>
                    <a:pt x="1001855" y="2164147"/>
                  </a:lnTo>
                  <a:lnTo>
                    <a:pt x="995670" y="2164358"/>
                  </a:lnTo>
                  <a:lnTo>
                    <a:pt x="994940" y="2164381"/>
                  </a:lnTo>
                  <a:lnTo>
                    <a:pt x="0" y="2164381"/>
                  </a:lnTo>
                  <a:lnTo>
                    <a:pt x="0" y="21643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4" name="pg1433"/>
            <p:cNvSpPr/>
            <p:nvPr/>
          </p:nvSpPr>
          <p:spPr>
            <a:xfrm>
              <a:off x="1199187" y="1744966"/>
              <a:ext cx="12049831" cy="3317321"/>
            </a:xfrm>
            <a:custGeom>
              <a:avLst/>
              <a:pathLst>
                <a:path w="12049831" h="3317321">
                  <a:moveTo>
                    <a:pt x="0" y="3317321"/>
                  </a:moveTo>
                  <a:lnTo>
                    <a:pt x="994940" y="3317321"/>
                  </a:lnTo>
                  <a:lnTo>
                    <a:pt x="995996" y="3317262"/>
                  </a:lnTo>
                  <a:lnTo>
                    <a:pt x="1002975" y="3316844"/>
                  </a:lnTo>
                  <a:lnTo>
                    <a:pt x="1020698" y="3315690"/>
                  </a:lnTo>
                  <a:lnTo>
                    <a:pt x="1052700" y="3313414"/>
                  </a:lnTo>
                  <a:lnTo>
                    <a:pt x="1101043" y="3309650"/>
                  </a:lnTo>
                  <a:lnTo>
                    <a:pt x="1166163" y="3304078"/>
                  </a:lnTo>
                  <a:lnTo>
                    <a:pt x="1246898" y="3296457"/>
                  </a:lnTo>
                  <a:lnTo>
                    <a:pt x="1340741" y="3286633"/>
                  </a:lnTo>
                  <a:lnTo>
                    <a:pt x="1444290" y="3274542"/>
                  </a:lnTo>
                  <a:lnTo>
                    <a:pt x="1553769" y="3260185"/>
                  </a:lnTo>
                  <a:lnTo>
                    <a:pt x="1665524" y="3243600"/>
                  </a:lnTo>
                  <a:lnTo>
                    <a:pt x="1776385" y="3224834"/>
                  </a:lnTo>
                  <a:lnTo>
                    <a:pt x="1883865" y="3203907"/>
                  </a:lnTo>
                  <a:lnTo>
                    <a:pt x="1986218" y="3180796"/>
                  </a:lnTo>
                  <a:lnTo>
                    <a:pt x="2082387" y="3155417"/>
                  </a:lnTo>
                  <a:lnTo>
                    <a:pt x="2171891" y="3127621"/>
                  </a:lnTo>
                  <a:lnTo>
                    <a:pt x="2254694" y="3097192"/>
                  </a:lnTo>
                  <a:lnTo>
                    <a:pt x="2331086" y="3063847"/>
                  </a:lnTo>
                  <a:lnTo>
                    <a:pt x="2401570" y="3027245"/>
                  </a:lnTo>
                  <a:lnTo>
                    <a:pt x="2466782" y="2986995"/>
                  </a:lnTo>
                  <a:lnTo>
                    <a:pt x="2527426" y="2942681"/>
                  </a:lnTo>
                  <a:lnTo>
                    <a:pt x="2584228" y="2893887"/>
                  </a:lnTo>
                  <a:lnTo>
                    <a:pt x="2637896" y="2840255"/>
                  </a:lnTo>
                  <a:lnTo>
                    <a:pt x="2689083" y="2781561"/>
                  </a:lnTo>
                  <a:lnTo>
                    <a:pt x="2702183" y="2765307"/>
                  </a:lnTo>
                  <a:lnTo>
                    <a:pt x="2743875" y="2710200"/>
                  </a:lnTo>
                  <a:lnTo>
                    <a:pt x="2784574" y="2651348"/>
                  </a:lnTo>
                  <a:lnTo>
                    <a:pt x="2824532" y="2588675"/>
                  </a:lnTo>
                  <a:lnTo>
                    <a:pt x="2863954" y="2522156"/>
                  </a:lnTo>
                  <a:lnTo>
                    <a:pt x="2903005" y="2451822"/>
                  </a:lnTo>
                  <a:lnTo>
                    <a:pt x="2941821" y="2377768"/>
                  </a:lnTo>
                  <a:lnTo>
                    <a:pt x="2980504" y="2300153"/>
                  </a:lnTo>
                  <a:lnTo>
                    <a:pt x="3019133" y="2219204"/>
                  </a:lnTo>
                  <a:lnTo>
                    <a:pt x="3057762" y="2135216"/>
                  </a:lnTo>
                  <a:lnTo>
                    <a:pt x="3096426" y="2048550"/>
                  </a:lnTo>
                  <a:lnTo>
                    <a:pt x="3135142" y="1959628"/>
                  </a:lnTo>
                  <a:lnTo>
                    <a:pt x="3173911" y="1868926"/>
                  </a:lnTo>
                  <a:lnTo>
                    <a:pt x="3212725" y="1776962"/>
                  </a:lnTo>
                  <a:lnTo>
                    <a:pt x="3251566" y="1684288"/>
                  </a:lnTo>
                  <a:lnTo>
                    <a:pt x="3290413" y="1591471"/>
                  </a:lnTo>
                  <a:lnTo>
                    <a:pt x="3329244" y="1499085"/>
                  </a:lnTo>
                  <a:lnTo>
                    <a:pt x="3368037" y="1407691"/>
                  </a:lnTo>
                  <a:lnTo>
                    <a:pt x="3406779" y="1317824"/>
                  </a:lnTo>
                  <a:lnTo>
                    <a:pt x="3445468" y="1229984"/>
                  </a:lnTo>
                  <a:lnTo>
                    <a:pt x="3484111" y="1144620"/>
                  </a:lnTo>
                  <a:lnTo>
                    <a:pt x="3522735" y="1062124"/>
                  </a:lnTo>
                  <a:lnTo>
                    <a:pt x="3561383" y="982824"/>
                  </a:lnTo>
                  <a:lnTo>
                    <a:pt x="3600122" y="906981"/>
                  </a:lnTo>
                  <a:lnTo>
                    <a:pt x="3639042" y="834788"/>
                  </a:lnTo>
                  <a:lnTo>
                    <a:pt x="3678261" y="766371"/>
                  </a:lnTo>
                  <a:lnTo>
                    <a:pt x="3717930" y="701792"/>
                  </a:lnTo>
                  <a:lnTo>
                    <a:pt x="3758234" y="641053"/>
                  </a:lnTo>
                  <a:lnTo>
                    <a:pt x="3799399" y="584102"/>
                  </a:lnTo>
                  <a:lnTo>
                    <a:pt x="3820202" y="557254"/>
                  </a:lnTo>
                  <a:lnTo>
                    <a:pt x="3870835" y="497221"/>
                  </a:lnTo>
                  <a:lnTo>
                    <a:pt x="3923791" y="442273"/>
                  </a:lnTo>
                  <a:lnTo>
                    <a:pt x="3979703" y="392241"/>
                  </a:lnTo>
                  <a:lnTo>
                    <a:pt x="4039269" y="346789"/>
                  </a:lnTo>
                  <a:lnTo>
                    <a:pt x="4103212" y="305514"/>
                  </a:lnTo>
                  <a:lnTo>
                    <a:pt x="4172247" y="267993"/>
                  </a:lnTo>
                  <a:lnTo>
                    <a:pt x="4247032" y="233828"/>
                  </a:lnTo>
                  <a:lnTo>
                    <a:pt x="4328114" y="202663"/>
                  </a:lnTo>
                  <a:lnTo>
                    <a:pt x="4415846" y="174200"/>
                  </a:lnTo>
                  <a:lnTo>
                    <a:pt x="4510291" y="148204"/>
                  </a:lnTo>
                  <a:lnTo>
                    <a:pt x="4611097" y="124508"/>
                  </a:lnTo>
                  <a:lnTo>
                    <a:pt x="4717371" y="103012"/>
                  </a:lnTo>
                  <a:lnTo>
                    <a:pt x="4827555" y="83678"/>
                  </a:lnTo>
                  <a:lnTo>
                    <a:pt x="4939356" y="66517"/>
                  </a:lnTo>
                  <a:lnTo>
                    <a:pt x="5049772" y="51570"/>
                  </a:lnTo>
                  <a:lnTo>
                    <a:pt x="5155246" y="38882"/>
                  </a:lnTo>
                  <a:lnTo>
                    <a:pt x="5251992" y="28466"/>
                  </a:lnTo>
                  <a:lnTo>
                    <a:pt x="5336456" y="20277"/>
                  </a:lnTo>
                  <a:lnTo>
                    <a:pt x="5405849" y="14188"/>
                  </a:lnTo>
                  <a:lnTo>
                    <a:pt x="5458622" y="9977"/>
                  </a:lnTo>
                  <a:lnTo>
                    <a:pt x="5494780" y="7344"/>
                  </a:lnTo>
                  <a:lnTo>
                    <a:pt x="5515965" y="5933"/>
                  </a:lnTo>
                  <a:lnTo>
                    <a:pt x="5525348" y="535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0" y="5283"/>
                  </a:lnTo>
                  <a:lnTo>
                    <a:pt x="6530711" y="5588"/>
                  </a:lnTo>
                  <a:lnTo>
                    <a:pt x="6549053" y="6432"/>
                  </a:lnTo>
                  <a:lnTo>
                    <a:pt x="6582132" y="8095"/>
                  </a:lnTo>
                  <a:lnTo>
                    <a:pt x="6632014" y="10844"/>
                  </a:lnTo>
                  <a:lnTo>
                    <a:pt x="6699057" y="14909"/>
                  </a:lnTo>
                  <a:lnTo>
                    <a:pt x="6781952" y="20464"/>
                  </a:lnTo>
                  <a:lnTo>
                    <a:pt x="6878006" y="27614"/>
                  </a:lnTo>
                  <a:lnTo>
                    <a:pt x="6983633" y="36402"/>
                  </a:lnTo>
                  <a:lnTo>
                    <a:pt x="7094908" y="46823"/>
                  </a:lnTo>
                  <a:lnTo>
                    <a:pt x="7208085" y="58846"/>
                  </a:lnTo>
                  <a:lnTo>
                    <a:pt x="7319958" y="72440"/>
                  </a:lnTo>
                  <a:lnTo>
                    <a:pt x="7428057" y="87594"/>
                  </a:lnTo>
                  <a:lnTo>
                    <a:pt x="7530686" y="104330"/>
                  </a:lnTo>
                  <a:lnTo>
                    <a:pt x="7626855" y="122718"/>
                  </a:lnTo>
                  <a:lnTo>
                    <a:pt x="7716157" y="142875"/>
                  </a:lnTo>
                  <a:lnTo>
                    <a:pt x="7798630" y="164968"/>
                  </a:lnTo>
                  <a:lnTo>
                    <a:pt x="7874626" y="189214"/>
                  </a:lnTo>
                  <a:lnTo>
                    <a:pt x="7944703" y="215870"/>
                  </a:lnTo>
                  <a:lnTo>
                    <a:pt x="8009542" y="245226"/>
                  </a:lnTo>
                  <a:lnTo>
                    <a:pt x="8069884" y="277591"/>
                  </a:lnTo>
                  <a:lnTo>
                    <a:pt x="8126478" y="313259"/>
                  </a:lnTo>
                  <a:lnTo>
                    <a:pt x="8180048" y="352476"/>
                  </a:lnTo>
                  <a:lnTo>
                    <a:pt x="8229629" y="393920"/>
                  </a:lnTo>
                  <a:lnTo>
                    <a:pt x="8276943" y="438236"/>
                  </a:lnTo>
                  <a:lnTo>
                    <a:pt x="8323021" y="485970"/>
                  </a:lnTo>
                  <a:lnTo>
                    <a:pt x="8368217" y="537192"/>
                  </a:lnTo>
                  <a:lnTo>
                    <a:pt x="8412813" y="591906"/>
                  </a:lnTo>
                  <a:lnTo>
                    <a:pt x="8457029" y="650051"/>
                  </a:lnTo>
                  <a:lnTo>
                    <a:pt x="8501035" y="711488"/>
                  </a:lnTo>
                  <a:lnTo>
                    <a:pt x="8544955" y="775998"/>
                  </a:lnTo>
                  <a:lnTo>
                    <a:pt x="8588872" y="843285"/>
                  </a:lnTo>
                  <a:lnTo>
                    <a:pt x="8632836" y="912974"/>
                  </a:lnTo>
                  <a:lnTo>
                    <a:pt x="8676868" y="984618"/>
                  </a:lnTo>
                  <a:lnTo>
                    <a:pt x="8720967" y="1057711"/>
                  </a:lnTo>
                  <a:lnTo>
                    <a:pt x="8765113" y="1131702"/>
                  </a:lnTo>
                  <a:lnTo>
                    <a:pt x="8809277" y="1206008"/>
                  </a:lnTo>
                  <a:lnTo>
                    <a:pt x="8853425" y="1280037"/>
                  </a:lnTo>
                  <a:lnTo>
                    <a:pt x="8897528" y="1353206"/>
                  </a:lnTo>
                  <a:lnTo>
                    <a:pt x="8941565" y="1424961"/>
                  </a:lnTo>
                  <a:lnTo>
                    <a:pt x="8985533" y="1494791"/>
                  </a:lnTo>
                  <a:lnTo>
                    <a:pt x="9029452" y="1562248"/>
                  </a:lnTo>
                  <a:lnTo>
                    <a:pt x="9073369" y="1626950"/>
                  </a:lnTo>
                  <a:lnTo>
                    <a:pt x="9117366" y="1688595"/>
                  </a:lnTo>
                  <a:lnTo>
                    <a:pt x="9161564" y="1746960"/>
                  </a:lnTo>
                  <a:lnTo>
                    <a:pt x="9206129" y="1801901"/>
                  </a:lnTo>
                  <a:lnTo>
                    <a:pt x="9251278" y="1853351"/>
                  </a:lnTo>
                  <a:lnTo>
                    <a:pt x="9297289" y="1901312"/>
                  </a:lnTo>
                  <a:lnTo>
                    <a:pt x="9344509" y="1945848"/>
                  </a:lnTo>
                  <a:lnTo>
                    <a:pt x="9347647" y="1948642"/>
                  </a:lnTo>
                  <a:lnTo>
                    <a:pt x="9398917" y="1991409"/>
                  </a:lnTo>
                  <a:lnTo>
                    <a:pt x="9452574" y="2030508"/>
                  </a:lnTo>
                  <a:lnTo>
                    <a:pt x="9509278" y="2066066"/>
                  </a:lnTo>
                  <a:lnTo>
                    <a:pt x="9569753" y="2098329"/>
                  </a:lnTo>
                  <a:lnTo>
                    <a:pt x="9634750" y="2127594"/>
                  </a:lnTo>
                  <a:lnTo>
                    <a:pt x="9705008" y="2154167"/>
                  </a:lnTo>
                  <a:lnTo>
                    <a:pt x="9781205" y="2178340"/>
                  </a:lnTo>
                  <a:lnTo>
                    <a:pt x="9863894" y="2200367"/>
                  </a:lnTo>
                  <a:lnTo>
                    <a:pt x="9953419" y="2220465"/>
                  </a:lnTo>
                  <a:lnTo>
                    <a:pt x="10049806" y="2238797"/>
                  </a:lnTo>
                  <a:lnTo>
                    <a:pt x="10152630" y="2255482"/>
                  </a:lnTo>
                  <a:lnTo>
                    <a:pt x="10260881" y="2270585"/>
                  </a:lnTo>
                  <a:lnTo>
                    <a:pt x="10372839" y="2284129"/>
                  </a:lnTo>
                  <a:lnTo>
                    <a:pt x="10486008" y="2296101"/>
                  </a:lnTo>
                  <a:lnTo>
                    <a:pt x="10597162" y="2306469"/>
                  </a:lnTo>
                  <a:lnTo>
                    <a:pt x="10702541" y="2315204"/>
                  </a:lnTo>
                  <a:lnTo>
                    <a:pt x="10798223" y="2322302"/>
                  </a:lnTo>
                  <a:lnTo>
                    <a:pt x="10880641" y="2327807"/>
                  </a:lnTo>
                  <a:lnTo>
                    <a:pt x="10947143" y="2331827"/>
                  </a:lnTo>
                  <a:lnTo>
                    <a:pt x="10996468" y="2334537"/>
                  </a:lnTo>
                  <a:lnTo>
                    <a:pt x="11029030" y="2336169"/>
                  </a:lnTo>
                  <a:lnTo>
                    <a:pt x="11046949" y="2336991"/>
                  </a:lnTo>
                  <a:lnTo>
                    <a:pt x="11053897" y="2337283"/>
                  </a:lnTo>
                  <a:lnTo>
                    <a:pt x="11054891" y="2337322"/>
                  </a:lnTo>
                  <a:lnTo>
                    <a:pt x="12049831" y="2337322"/>
                  </a:lnTo>
                  <a:lnTo>
                    <a:pt x="12049831" y="2332082"/>
                  </a:lnTo>
                  <a:lnTo>
                    <a:pt x="11054891" y="2332082"/>
                  </a:lnTo>
                  <a:lnTo>
                    <a:pt x="11053796" y="2332039"/>
                  </a:lnTo>
                  <a:lnTo>
                    <a:pt x="11046565" y="2331733"/>
                  </a:lnTo>
                  <a:lnTo>
                    <a:pt x="11028223" y="2330890"/>
                  </a:lnTo>
                  <a:lnTo>
                    <a:pt x="10995145" y="2329227"/>
                  </a:lnTo>
                  <a:lnTo>
                    <a:pt x="10945263" y="2326478"/>
                  </a:lnTo>
                  <a:lnTo>
                    <a:pt x="10878219" y="2322412"/>
                  </a:lnTo>
                  <a:lnTo>
                    <a:pt x="10795325" y="2316858"/>
                  </a:lnTo>
                  <a:lnTo>
                    <a:pt x="10699270" y="2309708"/>
                  </a:lnTo>
                  <a:lnTo>
                    <a:pt x="10593644" y="2300920"/>
                  </a:lnTo>
                  <a:lnTo>
                    <a:pt x="10482368" y="2290499"/>
                  </a:lnTo>
                  <a:lnTo>
                    <a:pt x="10369192" y="2278476"/>
                  </a:lnTo>
                  <a:lnTo>
                    <a:pt x="10257318" y="2264881"/>
                  </a:lnTo>
                  <a:lnTo>
                    <a:pt x="10149219" y="2249728"/>
                  </a:lnTo>
                  <a:lnTo>
                    <a:pt x="10046591" y="2232991"/>
                  </a:lnTo>
                  <a:lnTo>
                    <a:pt x="9950422" y="2214604"/>
                  </a:lnTo>
                  <a:lnTo>
                    <a:pt x="9861120" y="2194447"/>
                  </a:lnTo>
                  <a:lnTo>
                    <a:pt x="9778647" y="2172354"/>
                  </a:lnTo>
                  <a:lnTo>
                    <a:pt x="9702651" y="2148108"/>
                  </a:lnTo>
                  <a:lnTo>
                    <a:pt x="9632574" y="2121452"/>
                  </a:lnTo>
                  <a:lnTo>
                    <a:pt x="9567734" y="2092096"/>
                  </a:lnTo>
                  <a:lnTo>
                    <a:pt x="9507393" y="2059731"/>
                  </a:lnTo>
                  <a:lnTo>
                    <a:pt x="9450799" y="2024062"/>
                  </a:lnTo>
                  <a:lnTo>
                    <a:pt x="9397229" y="1984846"/>
                  </a:lnTo>
                  <a:lnTo>
                    <a:pt x="9347647" y="1943401"/>
                  </a:lnTo>
                  <a:lnTo>
                    <a:pt x="9300334" y="1899086"/>
                  </a:lnTo>
                  <a:lnTo>
                    <a:pt x="9254256" y="1851351"/>
                  </a:lnTo>
                  <a:lnTo>
                    <a:pt x="9209059" y="1800130"/>
                  </a:lnTo>
                  <a:lnTo>
                    <a:pt x="9164464" y="1745415"/>
                  </a:lnTo>
                  <a:lnTo>
                    <a:pt x="9120247" y="1687271"/>
                  </a:lnTo>
                  <a:lnTo>
                    <a:pt x="9076241" y="1625834"/>
                  </a:lnTo>
                  <a:lnTo>
                    <a:pt x="9032322" y="1561323"/>
                  </a:lnTo>
                  <a:lnTo>
                    <a:pt x="8988405" y="1494036"/>
                  </a:lnTo>
                  <a:lnTo>
                    <a:pt x="8944441" y="1424348"/>
                  </a:lnTo>
                  <a:lnTo>
                    <a:pt x="8900408" y="1352704"/>
                  </a:lnTo>
                  <a:lnTo>
                    <a:pt x="8856309" y="1279611"/>
                  </a:lnTo>
                  <a:lnTo>
                    <a:pt x="8812163" y="1205620"/>
                  </a:lnTo>
                  <a:lnTo>
                    <a:pt x="8768000" y="1131314"/>
                  </a:lnTo>
                  <a:lnTo>
                    <a:pt x="8723851" y="1057285"/>
                  </a:lnTo>
                  <a:lnTo>
                    <a:pt x="8679749" y="984116"/>
                  </a:lnTo>
                  <a:lnTo>
                    <a:pt x="8635712" y="912361"/>
                  </a:lnTo>
                  <a:lnTo>
                    <a:pt x="8591743" y="842531"/>
                  </a:lnTo>
                  <a:lnTo>
                    <a:pt x="8547824" y="775074"/>
                  </a:lnTo>
                  <a:lnTo>
                    <a:pt x="8503907" y="710372"/>
                  </a:lnTo>
                  <a:lnTo>
                    <a:pt x="8459910" y="648727"/>
                  </a:lnTo>
                  <a:lnTo>
                    <a:pt x="8415712" y="590362"/>
                  </a:lnTo>
                  <a:lnTo>
                    <a:pt x="8371147" y="535421"/>
                  </a:lnTo>
                  <a:lnTo>
                    <a:pt x="8325998" y="483971"/>
                  </a:lnTo>
                  <a:lnTo>
                    <a:pt x="8279988" y="436010"/>
                  </a:lnTo>
                  <a:lnTo>
                    <a:pt x="8232767" y="391474"/>
                  </a:lnTo>
                  <a:lnTo>
                    <a:pt x="8229629" y="388680"/>
                  </a:lnTo>
                  <a:lnTo>
                    <a:pt x="8178359" y="345912"/>
                  </a:lnTo>
                  <a:lnTo>
                    <a:pt x="8124702" y="306813"/>
                  </a:lnTo>
                  <a:lnTo>
                    <a:pt x="8067999" y="271255"/>
                  </a:lnTo>
                  <a:lnTo>
                    <a:pt x="8007524" y="238993"/>
                  </a:lnTo>
                  <a:lnTo>
                    <a:pt x="7942527" y="209728"/>
                  </a:lnTo>
                  <a:lnTo>
                    <a:pt x="7872269" y="183155"/>
                  </a:lnTo>
                  <a:lnTo>
                    <a:pt x="7796072" y="158982"/>
                  </a:lnTo>
                  <a:lnTo>
                    <a:pt x="7713383" y="136954"/>
                  </a:lnTo>
                  <a:lnTo>
                    <a:pt x="7623857" y="116857"/>
                  </a:lnTo>
                  <a:lnTo>
                    <a:pt x="7527471" y="98524"/>
                  </a:lnTo>
                  <a:lnTo>
                    <a:pt x="7424647" y="81840"/>
                  </a:lnTo>
                  <a:lnTo>
                    <a:pt x="7316395" y="66737"/>
                  </a:lnTo>
                  <a:lnTo>
                    <a:pt x="7204437" y="53193"/>
                  </a:lnTo>
                  <a:lnTo>
                    <a:pt x="7091268" y="41221"/>
                  </a:lnTo>
                  <a:lnTo>
                    <a:pt x="6980114" y="30852"/>
                  </a:lnTo>
                  <a:lnTo>
                    <a:pt x="6874736" y="22117"/>
                  </a:lnTo>
                  <a:lnTo>
                    <a:pt x="6779054" y="15020"/>
                  </a:lnTo>
                  <a:lnTo>
                    <a:pt x="6696635" y="9515"/>
                  </a:lnTo>
                  <a:lnTo>
                    <a:pt x="6630133" y="5495"/>
                  </a:lnTo>
                  <a:lnTo>
                    <a:pt x="6580808" y="2785"/>
                  </a:lnTo>
                  <a:lnTo>
                    <a:pt x="6548247" y="1153"/>
                  </a:lnTo>
                  <a:lnTo>
                    <a:pt x="6530328" y="331"/>
                  </a:lnTo>
                  <a:lnTo>
                    <a:pt x="6523379" y="3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9" y="58"/>
                  </a:lnTo>
                  <a:lnTo>
                    <a:pt x="5519410" y="476"/>
                  </a:lnTo>
                  <a:lnTo>
                    <a:pt x="5501687" y="1630"/>
                  </a:lnTo>
                  <a:lnTo>
                    <a:pt x="5469685" y="3906"/>
                  </a:lnTo>
                  <a:lnTo>
                    <a:pt x="5421342" y="7671"/>
                  </a:lnTo>
                  <a:lnTo>
                    <a:pt x="5356222" y="13242"/>
                  </a:lnTo>
                  <a:lnTo>
                    <a:pt x="5275487" y="20863"/>
                  </a:lnTo>
                  <a:lnTo>
                    <a:pt x="5181644" y="30687"/>
                  </a:lnTo>
                  <a:lnTo>
                    <a:pt x="5078095" y="42778"/>
                  </a:lnTo>
                  <a:lnTo>
                    <a:pt x="4968616" y="57136"/>
                  </a:lnTo>
                  <a:lnTo>
                    <a:pt x="4856861" y="73720"/>
                  </a:lnTo>
                  <a:lnTo>
                    <a:pt x="4746000" y="92486"/>
                  </a:lnTo>
                  <a:lnTo>
                    <a:pt x="4638520" y="113413"/>
                  </a:lnTo>
                  <a:lnTo>
                    <a:pt x="4536167" y="136524"/>
                  </a:lnTo>
                  <a:lnTo>
                    <a:pt x="4439998" y="161904"/>
                  </a:lnTo>
                  <a:lnTo>
                    <a:pt x="4350494" y="189699"/>
                  </a:lnTo>
                  <a:lnTo>
                    <a:pt x="4267691" y="220128"/>
                  </a:lnTo>
                  <a:lnTo>
                    <a:pt x="4191299" y="253473"/>
                  </a:lnTo>
                  <a:lnTo>
                    <a:pt x="4120815" y="290076"/>
                  </a:lnTo>
                  <a:lnTo>
                    <a:pt x="4055603" y="330325"/>
                  </a:lnTo>
                  <a:lnTo>
                    <a:pt x="3994959" y="374640"/>
                  </a:lnTo>
                  <a:lnTo>
                    <a:pt x="3938157" y="423433"/>
                  </a:lnTo>
                  <a:lnTo>
                    <a:pt x="3884489" y="477065"/>
                  </a:lnTo>
                  <a:lnTo>
                    <a:pt x="3833302" y="535760"/>
                  </a:lnTo>
                  <a:lnTo>
                    <a:pt x="3820202" y="552013"/>
                  </a:lnTo>
                  <a:lnTo>
                    <a:pt x="3778510" y="607121"/>
                  </a:lnTo>
                  <a:lnTo>
                    <a:pt x="3737811" y="665973"/>
                  </a:lnTo>
                  <a:lnTo>
                    <a:pt x="3697853" y="728646"/>
                  </a:lnTo>
                  <a:lnTo>
                    <a:pt x="3658431" y="795165"/>
                  </a:lnTo>
                  <a:lnTo>
                    <a:pt x="3619380" y="865498"/>
                  </a:lnTo>
                  <a:lnTo>
                    <a:pt x="3580564" y="939552"/>
                  </a:lnTo>
                  <a:lnTo>
                    <a:pt x="3541881" y="1017167"/>
                  </a:lnTo>
                  <a:lnTo>
                    <a:pt x="3503252" y="1098116"/>
                  </a:lnTo>
                  <a:lnTo>
                    <a:pt x="3464623" y="1182104"/>
                  </a:lnTo>
                  <a:lnTo>
                    <a:pt x="3425959" y="1268770"/>
                  </a:lnTo>
                  <a:lnTo>
                    <a:pt x="3387243" y="1357692"/>
                  </a:lnTo>
                  <a:lnTo>
                    <a:pt x="3348474" y="1448394"/>
                  </a:lnTo>
                  <a:lnTo>
                    <a:pt x="3309660" y="1540358"/>
                  </a:lnTo>
                  <a:lnTo>
                    <a:pt x="3270819" y="1633032"/>
                  </a:lnTo>
                  <a:lnTo>
                    <a:pt x="3231972" y="1725849"/>
                  </a:lnTo>
                  <a:lnTo>
                    <a:pt x="3193141" y="1818235"/>
                  </a:lnTo>
                  <a:lnTo>
                    <a:pt x="3154348" y="1909630"/>
                  </a:lnTo>
                  <a:lnTo>
                    <a:pt x="3115606" y="1999496"/>
                  </a:lnTo>
                  <a:lnTo>
                    <a:pt x="3076917" y="2087336"/>
                  </a:lnTo>
                  <a:lnTo>
                    <a:pt x="3038274" y="2172700"/>
                  </a:lnTo>
                  <a:lnTo>
                    <a:pt x="2999650" y="2255197"/>
                  </a:lnTo>
                  <a:lnTo>
                    <a:pt x="2961002" y="2334497"/>
                  </a:lnTo>
                  <a:lnTo>
                    <a:pt x="2922263" y="2410340"/>
                  </a:lnTo>
                  <a:lnTo>
                    <a:pt x="2883343" y="2482533"/>
                  </a:lnTo>
                  <a:lnTo>
                    <a:pt x="2844124" y="2550950"/>
                  </a:lnTo>
                  <a:lnTo>
                    <a:pt x="2804455" y="2615529"/>
                  </a:lnTo>
                  <a:lnTo>
                    <a:pt x="2764151" y="2676268"/>
                  </a:lnTo>
                  <a:lnTo>
                    <a:pt x="2722986" y="2733219"/>
                  </a:lnTo>
                  <a:lnTo>
                    <a:pt x="2702183" y="2760067"/>
                  </a:lnTo>
                  <a:lnTo>
                    <a:pt x="2651550" y="2820100"/>
                  </a:lnTo>
                  <a:lnTo>
                    <a:pt x="2598594" y="2875047"/>
                  </a:lnTo>
                  <a:lnTo>
                    <a:pt x="2542682" y="2925080"/>
                  </a:lnTo>
                  <a:lnTo>
                    <a:pt x="2483116" y="2970531"/>
                  </a:lnTo>
                  <a:lnTo>
                    <a:pt x="2419173" y="3011807"/>
                  </a:lnTo>
                  <a:lnTo>
                    <a:pt x="2350138" y="3049327"/>
                  </a:lnTo>
                  <a:lnTo>
                    <a:pt x="2275353" y="3083492"/>
                  </a:lnTo>
                  <a:lnTo>
                    <a:pt x="2194271" y="3114657"/>
                  </a:lnTo>
                  <a:lnTo>
                    <a:pt x="2106539" y="3143120"/>
                  </a:lnTo>
                  <a:lnTo>
                    <a:pt x="2012094" y="3169117"/>
                  </a:lnTo>
                  <a:lnTo>
                    <a:pt x="1911288" y="3192813"/>
                  </a:lnTo>
                  <a:lnTo>
                    <a:pt x="1805014" y="3214309"/>
                  </a:lnTo>
                  <a:lnTo>
                    <a:pt x="1694830" y="3233643"/>
                  </a:lnTo>
                  <a:lnTo>
                    <a:pt x="1583029" y="3250804"/>
                  </a:lnTo>
                  <a:lnTo>
                    <a:pt x="1472613" y="3265750"/>
                  </a:lnTo>
                  <a:lnTo>
                    <a:pt x="1367139" y="3278439"/>
                  </a:lnTo>
                  <a:lnTo>
                    <a:pt x="1270393" y="3288855"/>
                  </a:lnTo>
                  <a:lnTo>
                    <a:pt x="1185929" y="3297043"/>
                  </a:lnTo>
                  <a:lnTo>
                    <a:pt x="1116536" y="3303133"/>
                  </a:lnTo>
                  <a:lnTo>
                    <a:pt x="1063763" y="3307344"/>
                  </a:lnTo>
                  <a:lnTo>
                    <a:pt x="1027605" y="3309976"/>
                  </a:lnTo>
                  <a:lnTo>
                    <a:pt x="1006420" y="3311388"/>
                  </a:lnTo>
                  <a:lnTo>
                    <a:pt x="997037" y="3311962"/>
                  </a:lnTo>
                  <a:lnTo>
                    <a:pt x="994940" y="3312080"/>
                  </a:lnTo>
                  <a:lnTo>
                    <a:pt x="0" y="3312080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35" name="pl1434"/>
            <p:cNvSpPr/>
            <p:nvPr/>
          </p:nvSpPr>
          <p:spPr>
            <a:xfrm>
              <a:off x="1199187" y="1750207"/>
              <a:ext cx="12049831" cy="3312080"/>
            </a:xfrm>
            <a:custGeom>
              <a:avLst/>
              <a:pathLst>
                <a:path w="12049831" h="3312080">
                  <a:moveTo>
                    <a:pt x="0" y="3312080"/>
                  </a:moveTo>
                  <a:lnTo>
                    <a:pt x="994940" y="3312080"/>
                  </a:lnTo>
                  <a:lnTo>
                    <a:pt x="995996" y="3312022"/>
                  </a:lnTo>
                  <a:lnTo>
                    <a:pt x="1002975" y="3311604"/>
                  </a:lnTo>
                  <a:lnTo>
                    <a:pt x="1020698" y="3310449"/>
                  </a:lnTo>
                  <a:lnTo>
                    <a:pt x="1052700" y="3308174"/>
                  </a:lnTo>
                  <a:lnTo>
                    <a:pt x="1101043" y="3304409"/>
                  </a:lnTo>
                  <a:lnTo>
                    <a:pt x="1166163" y="3298838"/>
                  </a:lnTo>
                  <a:lnTo>
                    <a:pt x="1246898" y="3291216"/>
                  </a:lnTo>
                  <a:lnTo>
                    <a:pt x="1340741" y="3281393"/>
                  </a:lnTo>
                  <a:lnTo>
                    <a:pt x="1444290" y="3269301"/>
                  </a:lnTo>
                  <a:lnTo>
                    <a:pt x="1553769" y="3254944"/>
                  </a:lnTo>
                  <a:lnTo>
                    <a:pt x="1665524" y="3238360"/>
                  </a:lnTo>
                  <a:lnTo>
                    <a:pt x="1776385" y="3219594"/>
                  </a:lnTo>
                  <a:lnTo>
                    <a:pt x="1883865" y="3198667"/>
                  </a:lnTo>
                  <a:lnTo>
                    <a:pt x="1986218" y="3175555"/>
                  </a:lnTo>
                  <a:lnTo>
                    <a:pt x="2082387" y="3150176"/>
                  </a:lnTo>
                  <a:lnTo>
                    <a:pt x="2171891" y="3122381"/>
                  </a:lnTo>
                  <a:lnTo>
                    <a:pt x="2254694" y="3091951"/>
                  </a:lnTo>
                  <a:lnTo>
                    <a:pt x="2331086" y="3058606"/>
                  </a:lnTo>
                  <a:lnTo>
                    <a:pt x="2401570" y="3022004"/>
                  </a:lnTo>
                  <a:lnTo>
                    <a:pt x="2466782" y="2981754"/>
                  </a:lnTo>
                  <a:lnTo>
                    <a:pt x="2527426" y="2937440"/>
                  </a:lnTo>
                  <a:lnTo>
                    <a:pt x="2584228" y="2888647"/>
                  </a:lnTo>
                  <a:lnTo>
                    <a:pt x="2637896" y="2835015"/>
                  </a:lnTo>
                  <a:lnTo>
                    <a:pt x="2689083" y="2776320"/>
                  </a:lnTo>
                  <a:lnTo>
                    <a:pt x="2702183" y="2760067"/>
                  </a:lnTo>
                  <a:lnTo>
                    <a:pt x="2743875" y="2704959"/>
                  </a:lnTo>
                  <a:lnTo>
                    <a:pt x="2784574" y="2646107"/>
                  </a:lnTo>
                  <a:lnTo>
                    <a:pt x="2824532" y="2583434"/>
                  </a:lnTo>
                  <a:lnTo>
                    <a:pt x="2863954" y="2516915"/>
                  </a:lnTo>
                  <a:lnTo>
                    <a:pt x="2903005" y="2446582"/>
                  </a:lnTo>
                  <a:lnTo>
                    <a:pt x="2941821" y="2372528"/>
                  </a:lnTo>
                  <a:lnTo>
                    <a:pt x="2980504" y="2294913"/>
                  </a:lnTo>
                  <a:lnTo>
                    <a:pt x="3019133" y="2213963"/>
                  </a:lnTo>
                  <a:lnTo>
                    <a:pt x="3057762" y="2129975"/>
                  </a:lnTo>
                  <a:lnTo>
                    <a:pt x="3096426" y="2043309"/>
                  </a:lnTo>
                  <a:lnTo>
                    <a:pt x="3135142" y="1954388"/>
                  </a:lnTo>
                  <a:lnTo>
                    <a:pt x="3173911" y="1863686"/>
                  </a:lnTo>
                  <a:lnTo>
                    <a:pt x="3212725" y="1771722"/>
                  </a:lnTo>
                  <a:lnTo>
                    <a:pt x="3251566" y="1679047"/>
                  </a:lnTo>
                  <a:lnTo>
                    <a:pt x="3290413" y="1586231"/>
                  </a:lnTo>
                  <a:lnTo>
                    <a:pt x="3329244" y="1493844"/>
                  </a:lnTo>
                  <a:lnTo>
                    <a:pt x="3368037" y="1402450"/>
                  </a:lnTo>
                  <a:lnTo>
                    <a:pt x="3406779" y="1312583"/>
                  </a:lnTo>
                  <a:lnTo>
                    <a:pt x="3445468" y="1224743"/>
                  </a:lnTo>
                  <a:lnTo>
                    <a:pt x="3484111" y="1139379"/>
                  </a:lnTo>
                  <a:lnTo>
                    <a:pt x="3522735" y="1056883"/>
                  </a:lnTo>
                  <a:lnTo>
                    <a:pt x="3561383" y="977583"/>
                  </a:lnTo>
                  <a:lnTo>
                    <a:pt x="3600122" y="901740"/>
                  </a:lnTo>
                  <a:lnTo>
                    <a:pt x="3639042" y="829547"/>
                  </a:lnTo>
                  <a:lnTo>
                    <a:pt x="3678261" y="761130"/>
                  </a:lnTo>
                  <a:lnTo>
                    <a:pt x="3717930" y="696551"/>
                  </a:lnTo>
                  <a:lnTo>
                    <a:pt x="3758234" y="635812"/>
                  </a:lnTo>
                  <a:lnTo>
                    <a:pt x="3799399" y="578861"/>
                  </a:lnTo>
                  <a:lnTo>
                    <a:pt x="3820202" y="552013"/>
                  </a:lnTo>
                  <a:lnTo>
                    <a:pt x="3870835" y="491980"/>
                  </a:lnTo>
                  <a:lnTo>
                    <a:pt x="3923791" y="437033"/>
                  </a:lnTo>
                  <a:lnTo>
                    <a:pt x="3979703" y="387000"/>
                  </a:lnTo>
                  <a:lnTo>
                    <a:pt x="4039269" y="341549"/>
                  </a:lnTo>
                  <a:lnTo>
                    <a:pt x="4103212" y="300273"/>
                  </a:lnTo>
                  <a:lnTo>
                    <a:pt x="4172247" y="262752"/>
                  </a:lnTo>
                  <a:lnTo>
                    <a:pt x="4247032" y="228587"/>
                  </a:lnTo>
                  <a:lnTo>
                    <a:pt x="4328114" y="197423"/>
                  </a:lnTo>
                  <a:lnTo>
                    <a:pt x="4415846" y="168959"/>
                  </a:lnTo>
                  <a:lnTo>
                    <a:pt x="4510291" y="142963"/>
                  </a:lnTo>
                  <a:lnTo>
                    <a:pt x="4611097" y="119267"/>
                  </a:lnTo>
                  <a:lnTo>
                    <a:pt x="4717371" y="97771"/>
                  </a:lnTo>
                  <a:lnTo>
                    <a:pt x="4827555" y="78437"/>
                  </a:lnTo>
                  <a:lnTo>
                    <a:pt x="4939356" y="61276"/>
                  </a:lnTo>
                  <a:lnTo>
                    <a:pt x="5049772" y="46330"/>
                  </a:lnTo>
                  <a:lnTo>
                    <a:pt x="5155246" y="33641"/>
                  </a:lnTo>
                  <a:lnTo>
                    <a:pt x="5251992" y="23225"/>
                  </a:lnTo>
                  <a:lnTo>
                    <a:pt x="5336456" y="15037"/>
                  </a:lnTo>
                  <a:lnTo>
                    <a:pt x="5405849" y="8947"/>
                  </a:lnTo>
                  <a:lnTo>
                    <a:pt x="5458622" y="4736"/>
                  </a:lnTo>
                  <a:lnTo>
                    <a:pt x="5494780" y="2104"/>
                  </a:lnTo>
                  <a:lnTo>
                    <a:pt x="5515965" y="692"/>
                  </a:lnTo>
                  <a:lnTo>
                    <a:pt x="5525348" y="118"/>
                  </a:lnTo>
                  <a:lnTo>
                    <a:pt x="5527425" y="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0" y="42"/>
                  </a:lnTo>
                  <a:lnTo>
                    <a:pt x="6530711" y="348"/>
                  </a:lnTo>
                  <a:lnTo>
                    <a:pt x="6549053" y="1191"/>
                  </a:lnTo>
                  <a:lnTo>
                    <a:pt x="6582132" y="2854"/>
                  </a:lnTo>
                  <a:lnTo>
                    <a:pt x="6632014" y="5603"/>
                  </a:lnTo>
                  <a:lnTo>
                    <a:pt x="6699057" y="9669"/>
                  </a:lnTo>
                  <a:lnTo>
                    <a:pt x="6781952" y="15224"/>
                  </a:lnTo>
                  <a:lnTo>
                    <a:pt x="6878006" y="22374"/>
                  </a:lnTo>
                  <a:lnTo>
                    <a:pt x="6983633" y="31162"/>
                  </a:lnTo>
                  <a:lnTo>
                    <a:pt x="7094908" y="41582"/>
                  </a:lnTo>
                  <a:lnTo>
                    <a:pt x="7208085" y="53606"/>
                  </a:lnTo>
                  <a:lnTo>
                    <a:pt x="7319958" y="67200"/>
                  </a:lnTo>
                  <a:lnTo>
                    <a:pt x="7428057" y="82353"/>
                  </a:lnTo>
                  <a:lnTo>
                    <a:pt x="7530686" y="99090"/>
                  </a:lnTo>
                  <a:lnTo>
                    <a:pt x="7626855" y="117478"/>
                  </a:lnTo>
                  <a:lnTo>
                    <a:pt x="7716157" y="137634"/>
                  </a:lnTo>
                  <a:lnTo>
                    <a:pt x="7798630" y="159728"/>
                  </a:lnTo>
                  <a:lnTo>
                    <a:pt x="7874626" y="183973"/>
                  </a:lnTo>
                  <a:lnTo>
                    <a:pt x="7944703" y="210629"/>
                  </a:lnTo>
                  <a:lnTo>
                    <a:pt x="8009542" y="239986"/>
                  </a:lnTo>
                  <a:lnTo>
                    <a:pt x="8069884" y="272350"/>
                  </a:lnTo>
                  <a:lnTo>
                    <a:pt x="8126478" y="308019"/>
                  </a:lnTo>
                  <a:lnTo>
                    <a:pt x="8180048" y="347235"/>
                  </a:lnTo>
                  <a:lnTo>
                    <a:pt x="8229629" y="388680"/>
                  </a:lnTo>
                  <a:lnTo>
                    <a:pt x="8276943" y="432996"/>
                  </a:lnTo>
                  <a:lnTo>
                    <a:pt x="8323021" y="480730"/>
                  </a:lnTo>
                  <a:lnTo>
                    <a:pt x="8368217" y="531951"/>
                  </a:lnTo>
                  <a:lnTo>
                    <a:pt x="8412813" y="586666"/>
                  </a:lnTo>
                  <a:lnTo>
                    <a:pt x="8457029" y="644811"/>
                  </a:lnTo>
                  <a:lnTo>
                    <a:pt x="8501035" y="706247"/>
                  </a:lnTo>
                  <a:lnTo>
                    <a:pt x="8544955" y="770758"/>
                  </a:lnTo>
                  <a:lnTo>
                    <a:pt x="8588872" y="838045"/>
                  </a:lnTo>
                  <a:lnTo>
                    <a:pt x="8632836" y="907733"/>
                  </a:lnTo>
                  <a:lnTo>
                    <a:pt x="8676868" y="979377"/>
                  </a:lnTo>
                  <a:lnTo>
                    <a:pt x="8720967" y="1052471"/>
                  </a:lnTo>
                  <a:lnTo>
                    <a:pt x="8765113" y="1126461"/>
                  </a:lnTo>
                  <a:lnTo>
                    <a:pt x="8809277" y="1200767"/>
                  </a:lnTo>
                  <a:lnTo>
                    <a:pt x="8853425" y="1274796"/>
                  </a:lnTo>
                  <a:lnTo>
                    <a:pt x="8897528" y="1347965"/>
                  </a:lnTo>
                  <a:lnTo>
                    <a:pt x="8941565" y="1419720"/>
                  </a:lnTo>
                  <a:lnTo>
                    <a:pt x="8985533" y="1489551"/>
                  </a:lnTo>
                  <a:lnTo>
                    <a:pt x="9029452" y="1557007"/>
                  </a:lnTo>
                  <a:lnTo>
                    <a:pt x="9073369" y="1621709"/>
                  </a:lnTo>
                  <a:lnTo>
                    <a:pt x="9117366" y="1683354"/>
                  </a:lnTo>
                  <a:lnTo>
                    <a:pt x="9161564" y="1741719"/>
                  </a:lnTo>
                  <a:lnTo>
                    <a:pt x="9206129" y="1796660"/>
                  </a:lnTo>
                  <a:lnTo>
                    <a:pt x="9251278" y="1848111"/>
                  </a:lnTo>
                  <a:lnTo>
                    <a:pt x="9297289" y="1896071"/>
                  </a:lnTo>
                  <a:lnTo>
                    <a:pt x="9344509" y="1940607"/>
                  </a:lnTo>
                  <a:lnTo>
                    <a:pt x="9347647" y="1943401"/>
                  </a:lnTo>
                  <a:lnTo>
                    <a:pt x="9398917" y="1986169"/>
                  </a:lnTo>
                  <a:lnTo>
                    <a:pt x="9452574" y="2025268"/>
                  </a:lnTo>
                  <a:lnTo>
                    <a:pt x="9509278" y="2060826"/>
                  </a:lnTo>
                  <a:lnTo>
                    <a:pt x="9569753" y="2093088"/>
                  </a:lnTo>
                  <a:lnTo>
                    <a:pt x="9634750" y="2122353"/>
                  </a:lnTo>
                  <a:lnTo>
                    <a:pt x="9705008" y="2148927"/>
                  </a:lnTo>
                  <a:lnTo>
                    <a:pt x="9781205" y="2173099"/>
                  </a:lnTo>
                  <a:lnTo>
                    <a:pt x="9863894" y="2195127"/>
                  </a:lnTo>
                  <a:lnTo>
                    <a:pt x="9953419" y="2215224"/>
                  </a:lnTo>
                  <a:lnTo>
                    <a:pt x="10049806" y="2233557"/>
                  </a:lnTo>
                  <a:lnTo>
                    <a:pt x="10152630" y="2250241"/>
                  </a:lnTo>
                  <a:lnTo>
                    <a:pt x="10260881" y="2265344"/>
                  </a:lnTo>
                  <a:lnTo>
                    <a:pt x="10372839" y="2278888"/>
                  </a:lnTo>
                  <a:lnTo>
                    <a:pt x="10486008" y="2290860"/>
                  </a:lnTo>
                  <a:lnTo>
                    <a:pt x="10597162" y="2301229"/>
                  </a:lnTo>
                  <a:lnTo>
                    <a:pt x="10702541" y="2309964"/>
                  </a:lnTo>
                  <a:lnTo>
                    <a:pt x="10798223" y="2317061"/>
                  </a:lnTo>
                  <a:lnTo>
                    <a:pt x="10880641" y="2322566"/>
                  </a:lnTo>
                  <a:lnTo>
                    <a:pt x="10947143" y="2326586"/>
                  </a:lnTo>
                  <a:lnTo>
                    <a:pt x="10996468" y="2329296"/>
                  </a:lnTo>
                  <a:lnTo>
                    <a:pt x="11029030" y="2330928"/>
                  </a:lnTo>
                  <a:lnTo>
                    <a:pt x="11046949" y="2331750"/>
                  </a:lnTo>
                  <a:lnTo>
                    <a:pt x="11053897" y="2332043"/>
                  </a:lnTo>
                  <a:lnTo>
                    <a:pt x="11054891" y="2332082"/>
                  </a:lnTo>
                  <a:lnTo>
                    <a:pt x="12049831" y="2332082"/>
                  </a:lnTo>
                  <a:lnTo>
                    <a:pt x="12049831" y="23320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6" name="pl1435"/>
            <p:cNvSpPr/>
            <p:nvPr/>
          </p:nvSpPr>
          <p:spPr>
            <a:xfrm>
              <a:off x="1199187" y="1744966"/>
              <a:ext cx="12049831" cy="3312080"/>
            </a:xfrm>
            <a:custGeom>
              <a:avLst/>
              <a:pathLst>
                <a:path w="12049831" h="3312080">
                  <a:moveTo>
                    <a:pt x="12049831" y="2332082"/>
                  </a:moveTo>
                  <a:lnTo>
                    <a:pt x="11054891" y="2332082"/>
                  </a:lnTo>
                  <a:lnTo>
                    <a:pt x="11053796" y="2332039"/>
                  </a:lnTo>
                  <a:lnTo>
                    <a:pt x="11046565" y="2331733"/>
                  </a:lnTo>
                  <a:lnTo>
                    <a:pt x="11028223" y="2330890"/>
                  </a:lnTo>
                  <a:lnTo>
                    <a:pt x="10995145" y="2329227"/>
                  </a:lnTo>
                  <a:lnTo>
                    <a:pt x="10945263" y="2326478"/>
                  </a:lnTo>
                  <a:lnTo>
                    <a:pt x="10878219" y="2322412"/>
                  </a:lnTo>
                  <a:lnTo>
                    <a:pt x="10795325" y="2316858"/>
                  </a:lnTo>
                  <a:lnTo>
                    <a:pt x="10699270" y="2309708"/>
                  </a:lnTo>
                  <a:lnTo>
                    <a:pt x="10593644" y="2300920"/>
                  </a:lnTo>
                  <a:lnTo>
                    <a:pt x="10482368" y="2290499"/>
                  </a:lnTo>
                  <a:lnTo>
                    <a:pt x="10369192" y="2278476"/>
                  </a:lnTo>
                  <a:lnTo>
                    <a:pt x="10257318" y="2264881"/>
                  </a:lnTo>
                  <a:lnTo>
                    <a:pt x="10149219" y="2249728"/>
                  </a:lnTo>
                  <a:lnTo>
                    <a:pt x="10046591" y="2232991"/>
                  </a:lnTo>
                  <a:lnTo>
                    <a:pt x="9950422" y="2214604"/>
                  </a:lnTo>
                  <a:lnTo>
                    <a:pt x="9861120" y="2194447"/>
                  </a:lnTo>
                  <a:lnTo>
                    <a:pt x="9778647" y="2172354"/>
                  </a:lnTo>
                  <a:lnTo>
                    <a:pt x="9702651" y="2148108"/>
                  </a:lnTo>
                  <a:lnTo>
                    <a:pt x="9632574" y="2121452"/>
                  </a:lnTo>
                  <a:lnTo>
                    <a:pt x="9567734" y="2092096"/>
                  </a:lnTo>
                  <a:lnTo>
                    <a:pt x="9507393" y="2059731"/>
                  </a:lnTo>
                  <a:lnTo>
                    <a:pt x="9450799" y="2024062"/>
                  </a:lnTo>
                  <a:lnTo>
                    <a:pt x="9397229" y="1984846"/>
                  </a:lnTo>
                  <a:lnTo>
                    <a:pt x="9347647" y="1943401"/>
                  </a:lnTo>
                  <a:lnTo>
                    <a:pt x="9300334" y="1899086"/>
                  </a:lnTo>
                  <a:lnTo>
                    <a:pt x="9254256" y="1851351"/>
                  </a:lnTo>
                  <a:lnTo>
                    <a:pt x="9209059" y="1800130"/>
                  </a:lnTo>
                  <a:lnTo>
                    <a:pt x="9164464" y="1745415"/>
                  </a:lnTo>
                  <a:lnTo>
                    <a:pt x="9120247" y="1687271"/>
                  </a:lnTo>
                  <a:lnTo>
                    <a:pt x="9076241" y="1625834"/>
                  </a:lnTo>
                  <a:lnTo>
                    <a:pt x="9032322" y="1561323"/>
                  </a:lnTo>
                  <a:lnTo>
                    <a:pt x="8988405" y="1494036"/>
                  </a:lnTo>
                  <a:lnTo>
                    <a:pt x="8944441" y="1424348"/>
                  </a:lnTo>
                  <a:lnTo>
                    <a:pt x="8900408" y="1352704"/>
                  </a:lnTo>
                  <a:lnTo>
                    <a:pt x="8856309" y="1279611"/>
                  </a:lnTo>
                  <a:lnTo>
                    <a:pt x="8812163" y="1205620"/>
                  </a:lnTo>
                  <a:lnTo>
                    <a:pt x="8768000" y="1131314"/>
                  </a:lnTo>
                  <a:lnTo>
                    <a:pt x="8723851" y="1057285"/>
                  </a:lnTo>
                  <a:lnTo>
                    <a:pt x="8679749" y="984116"/>
                  </a:lnTo>
                  <a:lnTo>
                    <a:pt x="8635712" y="912361"/>
                  </a:lnTo>
                  <a:lnTo>
                    <a:pt x="8591743" y="842531"/>
                  </a:lnTo>
                  <a:lnTo>
                    <a:pt x="8547824" y="775074"/>
                  </a:lnTo>
                  <a:lnTo>
                    <a:pt x="8503907" y="710372"/>
                  </a:lnTo>
                  <a:lnTo>
                    <a:pt x="8459910" y="648727"/>
                  </a:lnTo>
                  <a:lnTo>
                    <a:pt x="8415712" y="590362"/>
                  </a:lnTo>
                  <a:lnTo>
                    <a:pt x="8371147" y="535421"/>
                  </a:lnTo>
                  <a:lnTo>
                    <a:pt x="8325998" y="483971"/>
                  </a:lnTo>
                  <a:lnTo>
                    <a:pt x="8279988" y="436010"/>
                  </a:lnTo>
                  <a:lnTo>
                    <a:pt x="8232767" y="391474"/>
                  </a:lnTo>
                  <a:lnTo>
                    <a:pt x="8229629" y="388680"/>
                  </a:lnTo>
                  <a:lnTo>
                    <a:pt x="8178359" y="345912"/>
                  </a:lnTo>
                  <a:lnTo>
                    <a:pt x="8124702" y="306813"/>
                  </a:lnTo>
                  <a:lnTo>
                    <a:pt x="8067999" y="271255"/>
                  </a:lnTo>
                  <a:lnTo>
                    <a:pt x="8007524" y="238993"/>
                  </a:lnTo>
                  <a:lnTo>
                    <a:pt x="7942527" y="209728"/>
                  </a:lnTo>
                  <a:lnTo>
                    <a:pt x="7872269" y="183155"/>
                  </a:lnTo>
                  <a:lnTo>
                    <a:pt x="7796072" y="158982"/>
                  </a:lnTo>
                  <a:lnTo>
                    <a:pt x="7713383" y="136954"/>
                  </a:lnTo>
                  <a:lnTo>
                    <a:pt x="7623857" y="116857"/>
                  </a:lnTo>
                  <a:lnTo>
                    <a:pt x="7527471" y="98524"/>
                  </a:lnTo>
                  <a:lnTo>
                    <a:pt x="7424647" y="81840"/>
                  </a:lnTo>
                  <a:lnTo>
                    <a:pt x="7316395" y="66737"/>
                  </a:lnTo>
                  <a:lnTo>
                    <a:pt x="7204437" y="53193"/>
                  </a:lnTo>
                  <a:lnTo>
                    <a:pt x="7091268" y="41221"/>
                  </a:lnTo>
                  <a:lnTo>
                    <a:pt x="6980114" y="30852"/>
                  </a:lnTo>
                  <a:lnTo>
                    <a:pt x="6874736" y="22117"/>
                  </a:lnTo>
                  <a:lnTo>
                    <a:pt x="6779054" y="15020"/>
                  </a:lnTo>
                  <a:lnTo>
                    <a:pt x="6696635" y="9515"/>
                  </a:lnTo>
                  <a:lnTo>
                    <a:pt x="6630133" y="5495"/>
                  </a:lnTo>
                  <a:lnTo>
                    <a:pt x="6580808" y="2785"/>
                  </a:lnTo>
                  <a:lnTo>
                    <a:pt x="6548247" y="1153"/>
                  </a:lnTo>
                  <a:lnTo>
                    <a:pt x="6530328" y="331"/>
                  </a:lnTo>
                  <a:lnTo>
                    <a:pt x="6523379" y="3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9" y="58"/>
                  </a:lnTo>
                  <a:lnTo>
                    <a:pt x="5519410" y="476"/>
                  </a:lnTo>
                  <a:lnTo>
                    <a:pt x="5501687" y="1630"/>
                  </a:lnTo>
                  <a:lnTo>
                    <a:pt x="5469685" y="3906"/>
                  </a:lnTo>
                  <a:lnTo>
                    <a:pt x="5421342" y="7671"/>
                  </a:lnTo>
                  <a:lnTo>
                    <a:pt x="5356222" y="13242"/>
                  </a:lnTo>
                  <a:lnTo>
                    <a:pt x="5275487" y="20863"/>
                  </a:lnTo>
                  <a:lnTo>
                    <a:pt x="5181644" y="30687"/>
                  </a:lnTo>
                  <a:lnTo>
                    <a:pt x="5078095" y="42778"/>
                  </a:lnTo>
                  <a:lnTo>
                    <a:pt x="4968616" y="57136"/>
                  </a:lnTo>
                  <a:lnTo>
                    <a:pt x="4856861" y="73720"/>
                  </a:lnTo>
                  <a:lnTo>
                    <a:pt x="4746000" y="92486"/>
                  </a:lnTo>
                  <a:lnTo>
                    <a:pt x="4638520" y="113413"/>
                  </a:lnTo>
                  <a:lnTo>
                    <a:pt x="4536167" y="136524"/>
                  </a:lnTo>
                  <a:lnTo>
                    <a:pt x="4439998" y="161904"/>
                  </a:lnTo>
                  <a:lnTo>
                    <a:pt x="4350494" y="189699"/>
                  </a:lnTo>
                  <a:lnTo>
                    <a:pt x="4267691" y="220128"/>
                  </a:lnTo>
                  <a:lnTo>
                    <a:pt x="4191299" y="253473"/>
                  </a:lnTo>
                  <a:lnTo>
                    <a:pt x="4120815" y="290076"/>
                  </a:lnTo>
                  <a:lnTo>
                    <a:pt x="4055603" y="330325"/>
                  </a:lnTo>
                  <a:lnTo>
                    <a:pt x="3994959" y="374640"/>
                  </a:lnTo>
                  <a:lnTo>
                    <a:pt x="3938157" y="423433"/>
                  </a:lnTo>
                  <a:lnTo>
                    <a:pt x="3884489" y="477065"/>
                  </a:lnTo>
                  <a:lnTo>
                    <a:pt x="3833302" y="535760"/>
                  </a:lnTo>
                  <a:lnTo>
                    <a:pt x="3820202" y="552013"/>
                  </a:lnTo>
                  <a:lnTo>
                    <a:pt x="3778510" y="607121"/>
                  </a:lnTo>
                  <a:lnTo>
                    <a:pt x="3737811" y="665973"/>
                  </a:lnTo>
                  <a:lnTo>
                    <a:pt x="3697853" y="728646"/>
                  </a:lnTo>
                  <a:lnTo>
                    <a:pt x="3658431" y="795165"/>
                  </a:lnTo>
                  <a:lnTo>
                    <a:pt x="3619380" y="865498"/>
                  </a:lnTo>
                  <a:lnTo>
                    <a:pt x="3580564" y="939552"/>
                  </a:lnTo>
                  <a:lnTo>
                    <a:pt x="3541881" y="1017167"/>
                  </a:lnTo>
                  <a:lnTo>
                    <a:pt x="3503252" y="1098116"/>
                  </a:lnTo>
                  <a:lnTo>
                    <a:pt x="3464623" y="1182104"/>
                  </a:lnTo>
                  <a:lnTo>
                    <a:pt x="3425959" y="1268770"/>
                  </a:lnTo>
                  <a:lnTo>
                    <a:pt x="3387243" y="1357692"/>
                  </a:lnTo>
                  <a:lnTo>
                    <a:pt x="3348474" y="1448394"/>
                  </a:lnTo>
                  <a:lnTo>
                    <a:pt x="3309660" y="1540358"/>
                  </a:lnTo>
                  <a:lnTo>
                    <a:pt x="3270819" y="1633032"/>
                  </a:lnTo>
                  <a:lnTo>
                    <a:pt x="3231972" y="1725849"/>
                  </a:lnTo>
                  <a:lnTo>
                    <a:pt x="3193141" y="1818235"/>
                  </a:lnTo>
                  <a:lnTo>
                    <a:pt x="3154348" y="1909630"/>
                  </a:lnTo>
                  <a:lnTo>
                    <a:pt x="3115606" y="1999496"/>
                  </a:lnTo>
                  <a:lnTo>
                    <a:pt x="3076917" y="2087336"/>
                  </a:lnTo>
                  <a:lnTo>
                    <a:pt x="3038274" y="2172700"/>
                  </a:lnTo>
                  <a:lnTo>
                    <a:pt x="2999650" y="2255197"/>
                  </a:lnTo>
                  <a:lnTo>
                    <a:pt x="2961002" y="2334497"/>
                  </a:lnTo>
                  <a:lnTo>
                    <a:pt x="2922263" y="2410340"/>
                  </a:lnTo>
                  <a:lnTo>
                    <a:pt x="2883343" y="2482533"/>
                  </a:lnTo>
                  <a:lnTo>
                    <a:pt x="2844124" y="2550950"/>
                  </a:lnTo>
                  <a:lnTo>
                    <a:pt x="2804455" y="2615529"/>
                  </a:lnTo>
                  <a:lnTo>
                    <a:pt x="2764151" y="2676268"/>
                  </a:lnTo>
                  <a:lnTo>
                    <a:pt x="2722986" y="2733219"/>
                  </a:lnTo>
                  <a:lnTo>
                    <a:pt x="2702183" y="2760067"/>
                  </a:lnTo>
                  <a:lnTo>
                    <a:pt x="2651550" y="2820100"/>
                  </a:lnTo>
                  <a:lnTo>
                    <a:pt x="2598594" y="2875047"/>
                  </a:lnTo>
                  <a:lnTo>
                    <a:pt x="2542682" y="2925080"/>
                  </a:lnTo>
                  <a:lnTo>
                    <a:pt x="2483116" y="2970531"/>
                  </a:lnTo>
                  <a:lnTo>
                    <a:pt x="2419173" y="3011807"/>
                  </a:lnTo>
                  <a:lnTo>
                    <a:pt x="2350138" y="3049327"/>
                  </a:lnTo>
                  <a:lnTo>
                    <a:pt x="2275353" y="3083492"/>
                  </a:lnTo>
                  <a:lnTo>
                    <a:pt x="2194271" y="3114657"/>
                  </a:lnTo>
                  <a:lnTo>
                    <a:pt x="2106539" y="3143120"/>
                  </a:lnTo>
                  <a:lnTo>
                    <a:pt x="2012094" y="3169117"/>
                  </a:lnTo>
                  <a:lnTo>
                    <a:pt x="1911288" y="3192813"/>
                  </a:lnTo>
                  <a:lnTo>
                    <a:pt x="1805014" y="3214309"/>
                  </a:lnTo>
                  <a:lnTo>
                    <a:pt x="1694830" y="3233643"/>
                  </a:lnTo>
                  <a:lnTo>
                    <a:pt x="1583029" y="3250804"/>
                  </a:lnTo>
                  <a:lnTo>
                    <a:pt x="1472613" y="3265750"/>
                  </a:lnTo>
                  <a:lnTo>
                    <a:pt x="1367139" y="3278439"/>
                  </a:lnTo>
                  <a:lnTo>
                    <a:pt x="1270393" y="3288855"/>
                  </a:lnTo>
                  <a:lnTo>
                    <a:pt x="1185929" y="3297043"/>
                  </a:lnTo>
                  <a:lnTo>
                    <a:pt x="1116536" y="3303133"/>
                  </a:lnTo>
                  <a:lnTo>
                    <a:pt x="1063763" y="3307344"/>
                  </a:lnTo>
                  <a:lnTo>
                    <a:pt x="1027605" y="3309976"/>
                  </a:lnTo>
                  <a:lnTo>
                    <a:pt x="1006420" y="3311388"/>
                  </a:lnTo>
                  <a:lnTo>
                    <a:pt x="997037" y="3311962"/>
                  </a:lnTo>
                  <a:lnTo>
                    <a:pt x="994960" y="3312079"/>
                  </a:lnTo>
                  <a:lnTo>
                    <a:pt x="994940" y="3312080"/>
                  </a:lnTo>
                  <a:lnTo>
                    <a:pt x="0" y="3312080"/>
                  </a:lnTo>
                  <a:lnTo>
                    <a:pt x="0" y="33120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7" name="pg1436"/>
            <p:cNvSpPr/>
            <p:nvPr/>
          </p:nvSpPr>
          <p:spPr>
            <a:xfrm>
              <a:off x="1199187" y="1802613"/>
              <a:ext cx="12049831" cy="3354005"/>
            </a:xfrm>
            <a:custGeom>
              <a:avLst/>
              <a:pathLst>
                <a:path w="12049831" h="3354005">
                  <a:moveTo>
                    <a:pt x="0" y="3264915"/>
                  </a:moveTo>
                  <a:lnTo>
                    <a:pt x="994940" y="3264915"/>
                  </a:lnTo>
                  <a:lnTo>
                    <a:pt x="995998" y="3264857"/>
                  </a:lnTo>
                  <a:lnTo>
                    <a:pt x="1002993" y="3264444"/>
                  </a:lnTo>
                  <a:lnTo>
                    <a:pt x="1020752" y="3263306"/>
                  </a:lnTo>
                  <a:lnTo>
                    <a:pt x="1052819" y="3261061"/>
                  </a:lnTo>
                  <a:lnTo>
                    <a:pt x="1101255" y="3257348"/>
                  </a:lnTo>
                  <a:lnTo>
                    <a:pt x="1166491" y="3251853"/>
                  </a:lnTo>
                  <a:lnTo>
                    <a:pt x="1247355" y="3244336"/>
                  </a:lnTo>
                  <a:lnTo>
                    <a:pt x="1341333" y="3234648"/>
                  </a:lnTo>
                  <a:lnTo>
                    <a:pt x="1445008" y="3222725"/>
                  </a:lnTo>
                  <a:lnTo>
                    <a:pt x="1554597" y="3208569"/>
                  </a:lnTo>
                  <a:lnTo>
                    <a:pt x="1666439" y="3192218"/>
                  </a:lnTo>
                  <a:lnTo>
                    <a:pt x="1777363" y="3173717"/>
                  </a:lnTo>
                  <a:lnTo>
                    <a:pt x="1884882" y="3153086"/>
                  </a:lnTo>
                  <a:lnTo>
                    <a:pt x="1987254" y="3130301"/>
                  </a:lnTo>
                  <a:lnTo>
                    <a:pt x="2083424" y="3105280"/>
                  </a:lnTo>
                  <a:lnTo>
                    <a:pt x="2172916" y="3077876"/>
                  </a:lnTo>
                  <a:lnTo>
                    <a:pt x="2255700" y="3047872"/>
                  </a:lnTo>
                  <a:lnTo>
                    <a:pt x="2332068" y="3014991"/>
                  </a:lnTo>
                  <a:lnTo>
                    <a:pt x="2402527" y="2978894"/>
                  </a:lnTo>
                  <a:lnTo>
                    <a:pt x="2467716" y="2939197"/>
                  </a:lnTo>
                  <a:lnTo>
                    <a:pt x="2528342" y="2895487"/>
                  </a:lnTo>
                  <a:lnTo>
                    <a:pt x="2585131" y="2847356"/>
                  </a:lnTo>
                  <a:lnTo>
                    <a:pt x="2638791" y="2794451"/>
                  </a:lnTo>
                  <a:lnTo>
                    <a:pt x="2689978" y="2736554"/>
                  </a:lnTo>
                  <a:lnTo>
                    <a:pt x="2702183" y="2721635"/>
                  </a:lnTo>
                  <a:lnTo>
                    <a:pt x="2744136" y="2667044"/>
                  </a:lnTo>
                  <a:lnTo>
                    <a:pt x="2785086" y="2608720"/>
                  </a:lnTo>
                  <a:lnTo>
                    <a:pt x="2825287" y="2546586"/>
                  </a:lnTo>
                  <a:lnTo>
                    <a:pt x="2864949" y="2480620"/>
                  </a:lnTo>
                  <a:lnTo>
                    <a:pt x="2904240" y="2410853"/>
                  </a:lnTo>
                  <a:lnTo>
                    <a:pt x="2943296" y="2337383"/>
                  </a:lnTo>
                  <a:lnTo>
                    <a:pt x="2982221" y="2260370"/>
                  </a:lnTo>
                  <a:lnTo>
                    <a:pt x="3021094" y="2180045"/>
                  </a:lnTo>
                  <a:lnTo>
                    <a:pt x="3059969" y="2096709"/>
                  </a:lnTo>
                  <a:lnTo>
                    <a:pt x="3098882" y="2010726"/>
                  </a:lnTo>
                  <a:lnTo>
                    <a:pt x="3137847" y="1922524"/>
                  </a:lnTo>
                  <a:lnTo>
                    <a:pt x="3176866" y="1832581"/>
                  </a:lnTo>
                  <a:lnTo>
                    <a:pt x="3215929" y="1741423"/>
                  </a:lnTo>
                  <a:lnTo>
                    <a:pt x="3255018" y="1649602"/>
                  </a:lnTo>
                  <a:lnTo>
                    <a:pt x="3294111" y="1557690"/>
                  </a:lnTo>
                  <a:lnTo>
                    <a:pt x="3333185" y="1466261"/>
                  </a:lnTo>
                  <a:lnTo>
                    <a:pt x="3372219" y="1375876"/>
                  </a:lnTo>
                  <a:lnTo>
                    <a:pt x="3411202" y="1287070"/>
                  </a:lnTo>
                  <a:lnTo>
                    <a:pt x="3450130" y="1200337"/>
                  </a:lnTo>
                  <a:lnTo>
                    <a:pt x="3489014" y="1116122"/>
                  </a:lnTo>
                  <a:lnTo>
                    <a:pt x="3527883" y="1034811"/>
                  </a:lnTo>
                  <a:lnTo>
                    <a:pt x="3566785" y="956724"/>
                  </a:lnTo>
                  <a:lnTo>
                    <a:pt x="3605789" y="882114"/>
                  </a:lnTo>
                  <a:lnTo>
                    <a:pt x="3644993" y="811164"/>
                  </a:lnTo>
                  <a:lnTo>
                    <a:pt x="3684521" y="743990"/>
                  </a:lnTo>
                  <a:lnTo>
                    <a:pt x="3724531" y="680647"/>
                  </a:lnTo>
                  <a:lnTo>
                    <a:pt x="3765219" y="621125"/>
                  </a:lnTo>
                  <a:lnTo>
                    <a:pt x="3806825" y="565366"/>
                  </a:lnTo>
                  <a:lnTo>
                    <a:pt x="3820202" y="548519"/>
                  </a:lnTo>
                  <a:lnTo>
                    <a:pt x="3870874" y="489394"/>
                  </a:lnTo>
                  <a:lnTo>
                    <a:pt x="3923872" y="435282"/>
                  </a:lnTo>
                  <a:lnTo>
                    <a:pt x="3979832" y="386013"/>
                  </a:lnTo>
                  <a:lnTo>
                    <a:pt x="4039453" y="341258"/>
                  </a:lnTo>
                  <a:lnTo>
                    <a:pt x="4103459" y="300619"/>
                  </a:lnTo>
                  <a:lnTo>
                    <a:pt x="4172567" y="263678"/>
                  </a:lnTo>
                  <a:lnTo>
                    <a:pt x="4247438" y="230044"/>
                  </a:lnTo>
                  <a:lnTo>
                    <a:pt x="4328616" y="199365"/>
                  </a:lnTo>
                  <a:lnTo>
                    <a:pt x="4416456" y="171347"/>
                  </a:lnTo>
                  <a:lnTo>
                    <a:pt x="4511018" y="145760"/>
                  </a:lnTo>
                  <a:lnTo>
                    <a:pt x="4611947" y="122438"/>
                  </a:lnTo>
                  <a:lnTo>
                    <a:pt x="4718341" y="101285"/>
                  </a:lnTo>
                  <a:lnTo>
                    <a:pt x="4828633" y="82263"/>
                  </a:lnTo>
                  <a:lnTo>
                    <a:pt x="4940520" y="65383"/>
                  </a:lnTo>
                  <a:lnTo>
                    <a:pt x="5050984" y="50685"/>
                  </a:lnTo>
                  <a:lnTo>
                    <a:pt x="5156457" y="38214"/>
                  </a:lnTo>
                  <a:lnTo>
                    <a:pt x="5253144" y="27983"/>
                  </a:lnTo>
                  <a:lnTo>
                    <a:pt x="5337490" y="19946"/>
                  </a:lnTo>
                  <a:lnTo>
                    <a:pt x="5406713" y="13975"/>
                  </a:lnTo>
                  <a:lnTo>
                    <a:pt x="5459280" y="9853"/>
                  </a:lnTo>
                  <a:lnTo>
                    <a:pt x="5495220" y="7281"/>
                  </a:lnTo>
                  <a:lnTo>
                    <a:pt x="5516203" y="5907"/>
                  </a:lnTo>
                  <a:lnTo>
                    <a:pt x="5525430" y="5352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0" y="5299"/>
                  </a:lnTo>
                  <a:lnTo>
                    <a:pt x="6530409" y="5721"/>
                  </a:lnTo>
                  <a:lnTo>
                    <a:pt x="6548105" y="6886"/>
                  </a:lnTo>
                  <a:lnTo>
                    <a:pt x="6580061" y="9184"/>
                  </a:lnTo>
                  <a:lnTo>
                    <a:pt x="6628339" y="12984"/>
                  </a:lnTo>
                  <a:lnTo>
                    <a:pt x="6693378" y="18608"/>
                  </a:lnTo>
                  <a:lnTo>
                    <a:pt x="6774020" y="26303"/>
                  </a:lnTo>
                  <a:lnTo>
                    <a:pt x="6867769" y="36221"/>
                  </a:lnTo>
                  <a:lnTo>
                    <a:pt x="6971228" y="48429"/>
                  </a:lnTo>
                  <a:lnTo>
                    <a:pt x="7080629" y="62927"/>
                  </a:lnTo>
                  <a:lnTo>
                    <a:pt x="7192323" y="79674"/>
                  </a:lnTo>
                  <a:lnTo>
                    <a:pt x="7303139" y="98624"/>
                  </a:lnTo>
                  <a:lnTo>
                    <a:pt x="7410591" y="119757"/>
                  </a:lnTo>
                  <a:lnTo>
                    <a:pt x="7512932" y="143097"/>
                  </a:lnTo>
                  <a:lnTo>
                    <a:pt x="7609100" y="168725"/>
                  </a:lnTo>
                  <a:lnTo>
                    <a:pt x="7698611" y="196793"/>
                  </a:lnTo>
                  <a:lnTo>
                    <a:pt x="7781428" y="227519"/>
                  </a:lnTo>
                  <a:lnTo>
                    <a:pt x="7857836" y="261187"/>
                  </a:lnTo>
                  <a:lnTo>
                    <a:pt x="7928338" y="298142"/>
                  </a:lnTo>
                  <a:lnTo>
                    <a:pt x="7993566" y="338776"/>
                  </a:lnTo>
                  <a:lnTo>
                    <a:pt x="8054224" y="383510"/>
                  </a:lnTo>
                  <a:lnTo>
                    <a:pt x="8111036" y="432765"/>
                  </a:lnTo>
                  <a:lnTo>
                    <a:pt x="8164708" y="486903"/>
                  </a:lnTo>
                  <a:lnTo>
                    <a:pt x="8215895" y="546153"/>
                  </a:lnTo>
                  <a:lnTo>
                    <a:pt x="8229629" y="563368"/>
                  </a:lnTo>
                  <a:lnTo>
                    <a:pt x="8271140" y="618833"/>
                  </a:lnTo>
                  <a:lnTo>
                    <a:pt x="8311667" y="678051"/>
                  </a:lnTo>
                  <a:lnTo>
                    <a:pt x="8351456" y="741098"/>
                  </a:lnTo>
                  <a:lnTo>
                    <a:pt x="8390712" y="808000"/>
                  </a:lnTo>
                  <a:lnTo>
                    <a:pt x="8429598" y="878725"/>
                  </a:lnTo>
                  <a:lnTo>
                    <a:pt x="8468248" y="953183"/>
                  </a:lnTo>
                  <a:lnTo>
                    <a:pt x="8506764" y="1031214"/>
                  </a:lnTo>
                  <a:lnTo>
                    <a:pt x="8545224" y="1112595"/>
                  </a:lnTo>
                  <a:lnTo>
                    <a:pt x="8583683" y="1197034"/>
                  </a:lnTo>
                  <a:lnTo>
                    <a:pt x="8622176" y="1284171"/>
                  </a:lnTo>
                  <a:lnTo>
                    <a:pt x="8660719" y="1373590"/>
                  </a:lnTo>
                  <a:lnTo>
                    <a:pt x="8699316" y="1464816"/>
                  </a:lnTo>
                  <a:lnTo>
                    <a:pt x="8737958" y="1557336"/>
                  </a:lnTo>
                  <a:lnTo>
                    <a:pt x="8776628" y="1650600"/>
                  </a:lnTo>
                  <a:lnTo>
                    <a:pt x="8815305" y="1744041"/>
                  </a:lnTo>
                  <a:lnTo>
                    <a:pt x="8853967" y="1837089"/>
                  </a:lnTo>
                  <a:lnTo>
                    <a:pt x="8892593" y="1929182"/>
                  </a:lnTo>
                  <a:lnTo>
                    <a:pt x="8931170" y="2019782"/>
                  </a:lnTo>
                  <a:lnTo>
                    <a:pt x="8969693" y="2108388"/>
                  </a:lnTo>
                  <a:lnTo>
                    <a:pt x="9008170" y="2194549"/>
                  </a:lnTo>
                  <a:lnTo>
                    <a:pt x="9046625" y="2277868"/>
                  </a:lnTo>
                  <a:lnTo>
                    <a:pt x="9085099" y="2358010"/>
                  </a:lnTo>
                  <a:lnTo>
                    <a:pt x="9123655" y="2434710"/>
                  </a:lnTo>
                  <a:lnTo>
                    <a:pt x="9162381" y="2507768"/>
                  </a:lnTo>
                  <a:lnTo>
                    <a:pt x="9201390" y="2577052"/>
                  </a:lnTo>
                  <a:lnTo>
                    <a:pt x="9240826" y="2642493"/>
                  </a:lnTo>
                  <a:lnTo>
                    <a:pt x="9280869" y="2704083"/>
                  </a:lnTo>
                  <a:lnTo>
                    <a:pt x="9321737" y="2761867"/>
                  </a:lnTo>
                  <a:lnTo>
                    <a:pt x="9347647" y="2795878"/>
                  </a:lnTo>
                  <a:lnTo>
                    <a:pt x="9398254" y="2856545"/>
                  </a:lnTo>
                  <a:lnTo>
                    <a:pt x="9451180" y="2912076"/>
                  </a:lnTo>
                  <a:lnTo>
                    <a:pt x="9507058" y="2962642"/>
                  </a:lnTo>
                  <a:lnTo>
                    <a:pt x="9566585" y="3008581"/>
                  </a:lnTo>
                  <a:lnTo>
                    <a:pt x="9630483" y="3050301"/>
                  </a:lnTo>
                  <a:lnTo>
                    <a:pt x="9699466" y="3088228"/>
                  </a:lnTo>
                  <a:lnTo>
                    <a:pt x="9774191" y="3122764"/>
                  </a:lnTo>
                  <a:lnTo>
                    <a:pt x="9855204" y="3154269"/>
                  </a:lnTo>
                  <a:lnTo>
                    <a:pt x="9942860" y="3183044"/>
                  </a:lnTo>
                  <a:lnTo>
                    <a:pt x="10037222" y="3209326"/>
                  </a:lnTo>
                  <a:lnTo>
                    <a:pt x="10137943" y="3233285"/>
                  </a:lnTo>
                  <a:lnTo>
                    <a:pt x="10244131" y="3255021"/>
                  </a:lnTo>
                  <a:lnTo>
                    <a:pt x="10354238" y="3274573"/>
                  </a:lnTo>
                  <a:lnTo>
                    <a:pt x="10465979" y="3291930"/>
                  </a:lnTo>
                  <a:lnTo>
                    <a:pt x="10576361" y="3307052"/>
                  </a:lnTo>
                  <a:lnTo>
                    <a:pt x="10681835" y="3319893"/>
                  </a:lnTo>
                  <a:lnTo>
                    <a:pt x="10778621" y="3330438"/>
                  </a:lnTo>
                  <a:lnTo>
                    <a:pt x="10863169" y="3338733"/>
                  </a:lnTo>
                  <a:lnTo>
                    <a:pt x="10932682" y="3344907"/>
                  </a:lnTo>
                  <a:lnTo>
                    <a:pt x="10985600" y="3349180"/>
                  </a:lnTo>
                  <a:lnTo>
                    <a:pt x="11021912" y="3351856"/>
                  </a:lnTo>
                  <a:lnTo>
                    <a:pt x="11043240" y="3353294"/>
                  </a:lnTo>
                  <a:lnTo>
                    <a:pt x="11052734" y="3353882"/>
                  </a:lnTo>
                  <a:lnTo>
                    <a:pt x="11054891" y="3354005"/>
                  </a:lnTo>
                  <a:lnTo>
                    <a:pt x="12049831" y="3354005"/>
                  </a:lnTo>
                  <a:lnTo>
                    <a:pt x="12049831" y="3348765"/>
                  </a:lnTo>
                  <a:lnTo>
                    <a:pt x="11054891" y="3348765"/>
                  </a:lnTo>
                  <a:lnTo>
                    <a:pt x="11053837" y="3348705"/>
                  </a:lnTo>
                  <a:lnTo>
                    <a:pt x="11046868" y="3348284"/>
                  </a:lnTo>
                  <a:lnTo>
                    <a:pt x="11029172" y="3347118"/>
                  </a:lnTo>
                  <a:lnTo>
                    <a:pt x="10997215" y="3344821"/>
                  </a:lnTo>
                  <a:lnTo>
                    <a:pt x="10948937" y="3341021"/>
                  </a:lnTo>
                  <a:lnTo>
                    <a:pt x="10883899" y="3335396"/>
                  </a:lnTo>
                  <a:lnTo>
                    <a:pt x="10803256" y="3327702"/>
                  </a:lnTo>
                  <a:lnTo>
                    <a:pt x="10709508" y="3317784"/>
                  </a:lnTo>
                  <a:lnTo>
                    <a:pt x="10606049" y="3305575"/>
                  </a:lnTo>
                  <a:lnTo>
                    <a:pt x="10496647" y="3291078"/>
                  </a:lnTo>
                  <a:lnTo>
                    <a:pt x="10384954" y="3274331"/>
                  </a:lnTo>
                  <a:lnTo>
                    <a:pt x="10274138" y="3255380"/>
                  </a:lnTo>
                  <a:lnTo>
                    <a:pt x="10166686" y="3234247"/>
                  </a:lnTo>
                  <a:lnTo>
                    <a:pt x="10064345" y="3210908"/>
                  </a:lnTo>
                  <a:lnTo>
                    <a:pt x="9968177" y="3185279"/>
                  </a:lnTo>
                  <a:lnTo>
                    <a:pt x="9878666" y="3157211"/>
                  </a:lnTo>
                  <a:lnTo>
                    <a:pt x="9795849" y="3126486"/>
                  </a:lnTo>
                  <a:lnTo>
                    <a:pt x="9719440" y="3092818"/>
                  </a:lnTo>
                  <a:lnTo>
                    <a:pt x="9648939" y="3055863"/>
                  </a:lnTo>
                  <a:lnTo>
                    <a:pt x="9583710" y="3015229"/>
                  </a:lnTo>
                  <a:lnTo>
                    <a:pt x="9523053" y="2970494"/>
                  </a:lnTo>
                  <a:lnTo>
                    <a:pt x="9466241" y="2921240"/>
                  </a:lnTo>
                  <a:lnTo>
                    <a:pt x="9412569" y="2867102"/>
                  </a:lnTo>
                  <a:lnTo>
                    <a:pt x="9361382" y="2807852"/>
                  </a:lnTo>
                  <a:lnTo>
                    <a:pt x="9347647" y="2790637"/>
                  </a:lnTo>
                  <a:lnTo>
                    <a:pt x="9306136" y="2735171"/>
                  </a:lnTo>
                  <a:lnTo>
                    <a:pt x="9265610" y="2675954"/>
                  </a:lnTo>
                  <a:lnTo>
                    <a:pt x="9225820" y="2612907"/>
                  </a:lnTo>
                  <a:lnTo>
                    <a:pt x="9186565" y="2546005"/>
                  </a:lnTo>
                  <a:lnTo>
                    <a:pt x="9147679" y="2475279"/>
                  </a:lnTo>
                  <a:lnTo>
                    <a:pt x="9109029" y="2400822"/>
                  </a:lnTo>
                  <a:lnTo>
                    <a:pt x="9070513" y="2322791"/>
                  </a:lnTo>
                  <a:lnTo>
                    <a:pt x="9032052" y="2241409"/>
                  </a:lnTo>
                  <a:lnTo>
                    <a:pt x="8993593" y="2156971"/>
                  </a:lnTo>
                  <a:lnTo>
                    <a:pt x="8955100" y="2069834"/>
                  </a:lnTo>
                  <a:lnTo>
                    <a:pt x="8916557" y="1980415"/>
                  </a:lnTo>
                  <a:lnTo>
                    <a:pt x="8877960" y="1889189"/>
                  </a:lnTo>
                  <a:lnTo>
                    <a:pt x="8839319" y="1796669"/>
                  </a:lnTo>
                  <a:lnTo>
                    <a:pt x="8800648" y="1703405"/>
                  </a:lnTo>
                  <a:lnTo>
                    <a:pt x="8761971" y="1609964"/>
                  </a:lnTo>
                  <a:lnTo>
                    <a:pt x="8723310" y="1516916"/>
                  </a:lnTo>
                  <a:lnTo>
                    <a:pt x="8684684" y="1424823"/>
                  </a:lnTo>
                  <a:lnTo>
                    <a:pt x="8646106" y="1334223"/>
                  </a:lnTo>
                  <a:lnTo>
                    <a:pt x="8607583" y="1245616"/>
                  </a:lnTo>
                  <a:lnTo>
                    <a:pt x="8569106" y="1159456"/>
                  </a:lnTo>
                  <a:lnTo>
                    <a:pt x="8530652" y="1076137"/>
                  </a:lnTo>
                  <a:lnTo>
                    <a:pt x="8492178" y="995995"/>
                  </a:lnTo>
                  <a:lnTo>
                    <a:pt x="8453621" y="919295"/>
                  </a:lnTo>
                  <a:lnTo>
                    <a:pt x="8414896" y="846237"/>
                  </a:lnTo>
                  <a:lnTo>
                    <a:pt x="8375887" y="776953"/>
                  </a:lnTo>
                  <a:lnTo>
                    <a:pt x="8336451" y="711512"/>
                  </a:lnTo>
                  <a:lnTo>
                    <a:pt x="8296408" y="649922"/>
                  </a:lnTo>
                  <a:lnTo>
                    <a:pt x="8255540" y="592137"/>
                  </a:lnTo>
                  <a:lnTo>
                    <a:pt x="8229629" y="558127"/>
                  </a:lnTo>
                  <a:lnTo>
                    <a:pt x="8179023" y="497460"/>
                  </a:lnTo>
                  <a:lnTo>
                    <a:pt x="8126097" y="441929"/>
                  </a:lnTo>
                  <a:lnTo>
                    <a:pt x="8070218" y="391363"/>
                  </a:lnTo>
                  <a:lnTo>
                    <a:pt x="8010691" y="345424"/>
                  </a:lnTo>
                  <a:lnTo>
                    <a:pt x="7946793" y="303704"/>
                  </a:lnTo>
                  <a:lnTo>
                    <a:pt x="7877811" y="265777"/>
                  </a:lnTo>
                  <a:lnTo>
                    <a:pt x="7803086" y="231241"/>
                  </a:lnTo>
                  <a:lnTo>
                    <a:pt x="7722072" y="199736"/>
                  </a:lnTo>
                  <a:lnTo>
                    <a:pt x="7634416" y="170961"/>
                  </a:lnTo>
                  <a:lnTo>
                    <a:pt x="7540054" y="144679"/>
                  </a:lnTo>
                  <a:lnTo>
                    <a:pt x="7439334" y="120720"/>
                  </a:lnTo>
                  <a:lnTo>
                    <a:pt x="7333145" y="98984"/>
                  </a:lnTo>
                  <a:lnTo>
                    <a:pt x="7223039" y="79432"/>
                  </a:lnTo>
                  <a:lnTo>
                    <a:pt x="7111297" y="62075"/>
                  </a:lnTo>
                  <a:lnTo>
                    <a:pt x="7000916" y="46953"/>
                  </a:lnTo>
                  <a:lnTo>
                    <a:pt x="6895442" y="34112"/>
                  </a:lnTo>
                  <a:lnTo>
                    <a:pt x="6798655" y="23567"/>
                  </a:lnTo>
                  <a:lnTo>
                    <a:pt x="6714108" y="15272"/>
                  </a:lnTo>
                  <a:lnTo>
                    <a:pt x="6644595" y="9098"/>
                  </a:lnTo>
                  <a:lnTo>
                    <a:pt x="6591676" y="4825"/>
                  </a:lnTo>
                  <a:lnTo>
                    <a:pt x="6555364" y="2149"/>
                  </a:lnTo>
                  <a:lnTo>
                    <a:pt x="6534036" y="711"/>
                  </a:lnTo>
                  <a:lnTo>
                    <a:pt x="6524543" y="12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7" y="57"/>
                  </a:lnTo>
                  <a:lnTo>
                    <a:pt x="5519392" y="470"/>
                  </a:lnTo>
                  <a:lnTo>
                    <a:pt x="5501633" y="1608"/>
                  </a:lnTo>
                  <a:lnTo>
                    <a:pt x="5469566" y="3853"/>
                  </a:lnTo>
                  <a:lnTo>
                    <a:pt x="5421130" y="7566"/>
                  </a:lnTo>
                  <a:lnTo>
                    <a:pt x="5355894" y="13061"/>
                  </a:lnTo>
                  <a:lnTo>
                    <a:pt x="5275030" y="20578"/>
                  </a:lnTo>
                  <a:lnTo>
                    <a:pt x="5181052" y="30266"/>
                  </a:lnTo>
                  <a:lnTo>
                    <a:pt x="5077377" y="42189"/>
                  </a:lnTo>
                  <a:lnTo>
                    <a:pt x="4967788" y="56345"/>
                  </a:lnTo>
                  <a:lnTo>
                    <a:pt x="4855946" y="72696"/>
                  </a:lnTo>
                  <a:lnTo>
                    <a:pt x="4745022" y="91197"/>
                  </a:lnTo>
                  <a:lnTo>
                    <a:pt x="4637503" y="111828"/>
                  </a:lnTo>
                  <a:lnTo>
                    <a:pt x="4535131" y="134613"/>
                  </a:lnTo>
                  <a:lnTo>
                    <a:pt x="4438961" y="159634"/>
                  </a:lnTo>
                  <a:lnTo>
                    <a:pt x="4349469" y="187038"/>
                  </a:lnTo>
                  <a:lnTo>
                    <a:pt x="4266685" y="217042"/>
                  </a:lnTo>
                  <a:lnTo>
                    <a:pt x="4190317" y="249923"/>
                  </a:lnTo>
                  <a:lnTo>
                    <a:pt x="4119858" y="286020"/>
                  </a:lnTo>
                  <a:lnTo>
                    <a:pt x="4054669" y="325718"/>
                  </a:lnTo>
                  <a:lnTo>
                    <a:pt x="3994043" y="369427"/>
                  </a:lnTo>
                  <a:lnTo>
                    <a:pt x="3937254" y="417558"/>
                  </a:lnTo>
                  <a:lnTo>
                    <a:pt x="3883594" y="470463"/>
                  </a:lnTo>
                  <a:lnTo>
                    <a:pt x="3832407" y="528360"/>
                  </a:lnTo>
                  <a:lnTo>
                    <a:pt x="3820202" y="543279"/>
                  </a:lnTo>
                  <a:lnTo>
                    <a:pt x="3778249" y="597870"/>
                  </a:lnTo>
                  <a:lnTo>
                    <a:pt x="3737299" y="656195"/>
                  </a:lnTo>
                  <a:lnTo>
                    <a:pt x="3697098" y="718328"/>
                  </a:lnTo>
                  <a:lnTo>
                    <a:pt x="3657436" y="784294"/>
                  </a:lnTo>
                  <a:lnTo>
                    <a:pt x="3618145" y="854061"/>
                  </a:lnTo>
                  <a:lnTo>
                    <a:pt x="3579089" y="927531"/>
                  </a:lnTo>
                  <a:lnTo>
                    <a:pt x="3540164" y="1004544"/>
                  </a:lnTo>
                  <a:lnTo>
                    <a:pt x="3501291" y="1084869"/>
                  </a:lnTo>
                  <a:lnTo>
                    <a:pt x="3462416" y="1168205"/>
                  </a:lnTo>
                  <a:lnTo>
                    <a:pt x="3423503" y="1254188"/>
                  </a:lnTo>
                  <a:lnTo>
                    <a:pt x="3384538" y="1342390"/>
                  </a:lnTo>
                  <a:lnTo>
                    <a:pt x="3345519" y="1432333"/>
                  </a:lnTo>
                  <a:lnTo>
                    <a:pt x="3306456" y="1523491"/>
                  </a:lnTo>
                  <a:lnTo>
                    <a:pt x="3267367" y="1615312"/>
                  </a:lnTo>
                  <a:lnTo>
                    <a:pt x="3228274" y="1707224"/>
                  </a:lnTo>
                  <a:lnTo>
                    <a:pt x="3189200" y="1798653"/>
                  </a:lnTo>
                  <a:lnTo>
                    <a:pt x="3150166" y="1889038"/>
                  </a:lnTo>
                  <a:lnTo>
                    <a:pt x="3111183" y="1977844"/>
                  </a:lnTo>
                  <a:lnTo>
                    <a:pt x="3072255" y="2064577"/>
                  </a:lnTo>
                  <a:lnTo>
                    <a:pt x="3033371" y="2148792"/>
                  </a:lnTo>
                  <a:lnTo>
                    <a:pt x="2994502" y="2230103"/>
                  </a:lnTo>
                  <a:lnTo>
                    <a:pt x="2955600" y="2308190"/>
                  </a:lnTo>
                  <a:lnTo>
                    <a:pt x="2916596" y="2382800"/>
                  </a:lnTo>
                  <a:lnTo>
                    <a:pt x="2877392" y="2453750"/>
                  </a:lnTo>
                  <a:lnTo>
                    <a:pt x="2837864" y="2520924"/>
                  </a:lnTo>
                  <a:lnTo>
                    <a:pt x="2797854" y="2584267"/>
                  </a:lnTo>
                  <a:lnTo>
                    <a:pt x="2757166" y="2643789"/>
                  </a:lnTo>
                  <a:lnTo>
                    <a:pt x="2715560" y="2699548"/>
                  </a:lnTo>
                  <a:lnTo>
                    <a:pt x="2702183" y="2716395"/>
                  </a:lnTo>
                  <a:lnTo>
                    <a:pt x="2651511" y="2775520"/>
                  </a:lnTo>
                  <a:lnTo>
                    <a:pt x="2598513" y="2829632"/>
                  </a:lnTo>
                  <a:lnTo>
                    <a:pt x="2542553" y="2878902"/>
                  </a:lnTo>
                  <a:lnTo>
                    <a:pt x="2482932" y="2923656"/>
                  </a:lnTo>
                  <a:lnTo>
                    <a:pt x="2418926" y="2964295"/>
                  </a:lnTo>
                  <a:lnTo>
                    <a:pt x="2349818" y="3001236"/>
                  </a:lnTo>
                  <a:lnTo>
                    <a:pt x="2274947" y="3034870"/>
                  </a:lnTo>
                  <a:lnTo>
                    <a:pt x="2193769" y="3065549"/>
                  </a:lnTo>
                  <a:lnTo>
                    <a:pt x="2105929" y="3093567"/>
                  </a:lnTo>
                  <a:lnTo>
                    <a:pt x="2011367" y="3119154"/>
                  </a:lnTo>
                  <a:lnTo>
                    <a:pt x="1910438" y="3142476"/>
                  </a:lnTo>
                  <a:lnTo>
                    <a:pt x="1804044" y="3163629"/>
                  </a:lnTo>
                  <a:lnTo>
                    <a:pt x="1693752" y="3182651"/>
                  </a:lnTo>
                  <a:lnTo>
                    <a:pt x="1581865" y="3199531"/>
                  </a:lnTo>
                  <a:lnTo>
                    <a:pt x="1471401" y="3214229"/>
                  </a:lnTo>
                  <a:lnTo>
                    <a:pt x="1365928" y="3226700"/>
                  </a:lnTo>
                  <a:lnTo>
                    <a:pt x="1269241" y="3236931"/>
                  </a:lnTo>
                  <a:lnTo>
                    <a:pt x="1184895" y="3244968"/>
                  </a:lnTo>
                  <a:lnTo>
                    <a:pt x="1115672" y="3250939"/>
                  </a:lnTo>
                  <a:lnTo>
                    <a:pt x="1063105" y="3255061"/>
                  </a:lnTo>
                  <a:lnTo>
                    <a:pt x="1027165" y="3257633"/>
                  </a:lnTo>
                  <a:lnTo>
                    <a:pt x="1006182" y="3259007"/>
                  </a:lnTo>
                  <a:lnTo>
                    <a:pt x="996955" y="3259562"/>
                  </a:lnTo>
                  <a:lnTo>
                    <a:pt x="994940" y="3259674"/>
                  </a:lnTo>
                  <a:lnTo>
                    <a:pt x="0" y="3259674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38" name="pl1437"/>
            <p:cNvSpPr/>
            <p:nvPr/>
          </p:nvSpPr>
          <p:spPr>
            <a:xfrm>
              <a:off x="1199187" y="1807854"/>
              <a:ext cx="12049831" cy="3348765"/>
            </a:xfrm>
            <a:custGeom>
              <a:avLst/>
              <a:pathLst>
                <a:path w="12049831" h="3348765">
                  <a:moveTo>
                    <a:pt x="0" y="3259674"/>
                  </a:moveTo>
                  <a:lnTo>
                    <a:pt x="994940" y="3259674"/>
                  </a:lnTo>
                  <a:lnTo>
                    <a:pt x="995998" y="3259616"/>
                  </a:lnTo>
                  <a:lnTo>
                    <a:pt x="1002993" y="3259204"/>
                  </a:lnTo>
                  <a:lnTo>
                    <a:pt x="1020752" y="3258065"/>
                  </a:lnTo>
                  <a:lnTo>
                    <a:pt x="1052819" y="3255820"/>
                  </a:lnTo>
                  <a:lnTo>
                    <a:pt x="1101255" y="3252107"/>
                  </a:lnTo>
                  <a:lnTo>
                    <a:pt x="1166491" y="3246612"/>
                  </a:lnTo>
                  <a:lnTo>
                    <a:pt x="1247355" y="3239095"/>
                  </a:lnTo>
                  <a:lnTo>
                    <a:pt x="1341333" y="3229408"/>
                  </a:lnTo>
                  <a:lnTo>
                    <a:pt x="1445008" y="3217485"/>
                  </a:lnTo>
                  <a:lnTo>
                    <a:pt x="1554597" y="3203328"/>
                  </a:lnTo>
                  <a:lnTo>
                    <a:pt x="1666439" y="3186977"/>
                  </a:lnTo>
                  <a:lnTo>
                    <a:pt x="1777363" y="3168476"/>
                  </a:lnTo>
                  <a:lnTo>
                    <a:pt x="1884882" y="3147845"/>
                  </a:lnTo>
                  <a:lnTo>
                    <a:pt x="1987254" y="3125061"/>
                  </a:lnTo>
                  <a:lnTo>
                    <a:pt x="2083424" y="3100040"/>
                  </a:lnTo>
                  <a:lnTo>
                    <a:pt x="2172916" y="3072635"/>
                  </a:lnTo>
                  <a:lnTo>
                    <a:pt x="2255700" y="3042632"/>
                  </a:lnTo>
                  <a:lnTo>
                    <a:pt x="2332068" y="3009750"/>
                  </a:lnTo>
                  <a:lnTo>
                    <a:pt x="2402527" y="2973653"/>
                  </a:lnTo>
                  <a:lnTo>
                    <a:pt x="2467716" y="2933956"/>
                  </a:lnTo>
                  <a:lnTo>
                    <a:pt x="2528342" y="2890246"/>
                  </a:lnTo>
                  <a:lnTo>
                    <a:pt x="2585131" y="2842115"/>
                  </a:lnTo>
                  <a:lnTo>
                    <a:pt x="2638791" y="2789210"/>
                  </a:lnTo>
                  <a:lnTo>
                    <a:pt x="2689978" y="2731313"/>
                  </a:lnTo>
                  <a:lnTo>
                    <a:pt x="2702183" y="2716395"/>
                  </a:lnTo>
                  <a:lnTo>
                    <a:pt x="2744136" y="2661803"/>
                  </a:lnTo>
                  <a:lnTo>
                    <a:pt x="2785086" y="2603479"/>
                  </a:lnTo>
                  <a:lnTo>
                    <a:pt x="2825287" y="2541346"/>
                  </a:lnTo>
                  <a:lnTo>
                    <a:pt x="2864949" y="2475379"/>
                  </a:lnTo>
                  <a:lnTo>
                    <a:pt x="2904240" y="2405613"/>
                  </a:lnTo>
                  <a:lnTo>
                    <a:pt x="2943296" y="2332142"/>
                  </a:lnTo>
                  <a:lnTo>
                    <a:pt x="2982221" y="2255129"/>
                  </a:lnTo>
                  <a:lnTo>
                    <a:pt x="3021094" y="2174805"/>
                  </a:lnTo>
                  <a:lnTo>
                    <a:pt x="3059969" y="2091468"/>
                  </a:lnTo>
                  <a:lnTo>
                    <a:pt x="3098882" y="2005486"/>
                  </a:lnTo>
                  <a:lnTo>
                    <a:pt x="3137847" y="1917283"/>
                  </a:lnTo>
                  <a:lnTo>
                    <a:pt x="3176866" y="1827341"/>
                  </a:lnTo>
                  <a:lnTo>
                    <a:pt x="3215929" y="1736182"/>
                  </a:lnTo>
                  <a:lnTo>
                    <a:pt x="3255018" y="1644361"/>
                  </a:lnTo>
                  <a:lnTo>
                    <a:pt x="3294111" y="1552449"/>
                  </a:lnTo>
                  <a:lnTo>
                    <a:pt x="3333185" y="1461020"/>
                  </a:lnTo>
                  <a:lnTo>
                    <a:pt x="3372219" y="1370635"/>
                  </a:lnTo>
                  <a:lnTo>
                    <a:pt x="3411202" y="1281829"/>
                  </a:lnTo>
                  <a:lnTo>
                    <a:pt x="3450130" y="1195096"/>
                  </a:lnTo>
                  <a:lnTo>
                    <a:pt x="3489014" y="1110882"/>
                  </a:lnTo>
                  <a:lnTo>
                    <a:pt x="3527883" y="1029570"/>
                  </a:lnTo>
                  <a:lnTo>
                    <a:pt x="3566785" y="951483"/>
                  </a:lnTo>
                  <a:lnTo>
                    <a:pt x="3605789" y="876873"/>
                  </a:lnTo>
                  <a:lnTo>
                    <a:pt x="3644993" y="805923"/>
                  </a:lnTo>
                  <a:lnTo>
                    <a:pt x="3684521" y="738750"/>
                  </a:lnTo>
                  <a:lnTo>
                    <a:pt x="3724531" y="675406"/>
                  </a:lnTo>
                  <a:lnTo>
                    <a:pt x="3765219" y="615885"/>
                  </a:lnTo>
                  <a:lnTo>
                    <a:pt x="3806825" y="560125"/>
                  </a:lnTo>
                  <a:lnTo>
                    <a:pt x="3820202" y="543279"/>
                  </a:lnTo>
                  <a:lnTo>
                    <a:pt x="3870874" y="484154"/>
                  </a:lnTo>
                  <a:lnTo>
                    <a:pt x="3923872" y="430041"/>
                  </a:lnTo>
                  <a:lnTo>
                    <a:pt x="3979832" y="380772"/>
                  </a:lnTo>
                  <a:lnTo>
                    <a:pt x="4039453" y="336018"/>
                  </a:lnTo>
                  <a:lnTo>
                    <a:pt x="4103459" y="295378"/>
                  </a:lnTo>
                  <a:lnTo>
                    <a:pt x="4172567" y="258438"/>
                  </a:lnTo>
                  <a:lnTo>
                    <a:pt x="4247438" y="224803"/>
                  </a:lnTo>
                  <a:lnTo>
                    <a:pt x="4328616" y="194125"/>
                  </a:lnTo>
                  <a:lnTo>
                    <a:pt x="4416456" y="166107"/>
                  </a:lnTo>
                  <a:lnTo>
                    <a:pt x="4511018" y="140519"/>
                  </a:lnTo>
                  <a:lnTo>
                    <a:pt x="4611947" y="117198"/>
                  </a:lnTo>
                  <a:lnTo>
                    <a:pt x="4718341" y="96045"/>
                  </a:lnTo>
                  <a:lnTo>
                    <a:pt x="4828633" y="77022"/>
                  </a:lnTo>
                  <a:lnTo>
                    <a:pt x="4940520" y="60142"/>
                  </a:lnTo>
                  <a:lnTo>
                    <a:pt x="5050984" y="45445"/>
                  </a:lnTo>
                  <a:lnTo>
                    <a:pt x="5156457" y="32973"/>
                  </a:lnTo>
                  <a:lnTo>
                    <a:pt x="5253144" y="22742"/>
                  </a:lnTo>
                  <a:lnTo>
                    <a:pt x="5337490" y="14705"/>
                  </a:lnTo>
                  <a:lnTo>
                    <a:pt x="5406713" y="8735"/>
                  </a:lnTo>
                  <a:lnTo>
                    <a:pt x="5459280" y="4612"/>
                  </a:lnTo>
                  <a:lnTo>
                    <a:pt x="5495220" y="2041"/>
                  </a:lnTo>
                  <a:lnTo>
                    <a:pt x="5516203" y="666"/>
                  </a:lnTo>
                  <a:lnTo>
                    <a:pt x="5525430" y="112"/>
                  </a:lnTo>
                  <a:lnTo>
                    <a:pt x="5527429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0" y="59"/>
                  </a:lnTo>
                  <a:lnTo>
                    <a:pt x="6530409" y="481"/>
                  </a:lnTo>
                  <a:lnTo>
                    <a:pt x="6548105" y="1646"/>
                  </a:lnTo>
                  <a:lnTo>
                    <a:pt x="6580061" y="3943"/>
                  </a:lnTo>
                  <a:lnTo>
                    <a:pt x="6628339" y="7743"/>
                  </a:lnTo>
                  <a:lnTo>
                    <a:pt x="6693378" y="13368"/>
                  </a:lnTo>
                  <a:lnTo>
                    <a:pt x="6774020" y="21062"/>
                  </a:lnTo>
                  <a:lnTo>
                    <a:pt x="6867769" y="30980"/>
                  </a:lnTo>
                  <a:lnTo>
                    <a:pt x="6971228" y="43189"/>
                  </a:lnTo>
                  <a:lnTo>
                    <a:pt x="7080629" y="57686"/>
                  </a:lnTo>
                  <a:lnTo>
                    <a:pt x="7192323" y="74433"/>
                  </a:lnTo>
                  <a:lnTo>
                    <a:pt x="7303139" y="93384"/>
                  </a:lnTo>
                  <a:lnTo>
                    <a:pt x="7410591" y="114517"/>
                  </a:lnTo>
                  <a:lnTo>
                    <a:pt x="7512932" y="137856"/>
                  </a:lnTo>
                  <a:lnTo>
                    <a:pt x="7609100" y="163485"/>
                  </a:lnTo>
                  <a:lnTo>
                    <a:pt x="7698611" y="191553"/>
                  </a:lnTo>
                  <a:lnTo>
                    <a:pt x="7781428" y="222279"/>
                  </a:lnTo>
                  <a:lnTo>
                    <a:pt x="7857836" y="255946"/>
                  </a:lnTo>
                  <a:lnTo>
                    <a:pt x="7928338" y="292901"/>
                  </a:lnTo>
                  <a:lnTo>
                    <a:pt x="7993566" y="333535"/>
                  </a:lnTo>
                  <a:lnTo>
                    <a:pt x="8054224" y="378270"/>
                  </a:lnTo>
                  <a:lnTo>
                    <a:pt x="8111036" y="427524"/>
                  </a:lnTo>
                  <a:lnTo>
                    <a:pt x="8164708" y="481662"/>
                  </a:lnTo>
                  <a:lnTo>
                    <a:pt x="8215895" y="540912"/>
                  </a:lnTo>
                  <a:lnTo>
                    <a:pt x="8229629" y="558127"/>
                  </a:lnTo>
                  <a:lnTo>
                    <a:pt x="8271140" y="613593"/>
                  </a:lnTo>
                  <a:lnTo>
                    <a:pt x="8311667" y="672811"/>
                  </a:lnTo>
                  <a:lnTo>
                    <a:pt x="8351456" y="735858"/>
                  </a:lnTo>
                  <a:lnTo>
                    <a:pt x="8390712" y="802759"/>
                  </a:lnTo>
                  <a:lnTo>
                    <a:pt x="8429598" y="873485"/>
                  </a:lnTo>
                  <a:lnTo>
                    <a:pt x="8468248" y="947942"/>
                  </a:lnTo>
                  <a:lnTo>
                    <a:pt x="8506764" y="1025974"/>
                  </a:lnTo>
                  <a:lnTo>
                    <a:pt x="8545224" y="1107355"/>
                  </a:lnTo>
                  <a:lnTo>
                    <a:pt x="8583683" y="1191793"/>
                  </a:lnTo>
                  <a:lnTo>
                    <a:pt x="8622176" y="1278931"/>
                  </a:lnTo>
                  <a:lnTo>
                    <a:pt x="8660719" y="1368349"/>
                  </a:lnTo>
                  <a:lnTo>
                    <a:pt x="8699316" y="1459576"/>
                  </a:lnTo>
                  <a:lnTo>
                    <a:pt x="8737958" y="1552095"/>
                  </a:lnTo>
                  <a:lnTo>
                    <a:pt x="8776628" y="1645359"/>
                  </a:lnTo>
                  <a:lnTo>
                    <a:pt x="8815305" y="1738801"/>
                  </a:lnTo>
                  <a:lnTo>
                    <a:pt x="8853967" y="1831848"/>
                  </a:lnTo>
                  <a:lnTo>
                    <a:pt x="8892593" y="1923941"/>
                  </a:lnTo>
                  <a:lnTo>
                    <a:pt x="8931170" y="2014541"/>
                  </a:lnTo>
                  <a:lnTo>
                    <a:pt x="8969693" y="2103148"/>
                  </a:lnTo>
                  <a:lnTo>
                    <a:pt x="9008170" y="2189308"/>
                  </a:lnTo>
                  <a:lnTo>
                    <a:pt x="9046625" y="2272627"/>
                  </a:lnTo>
                  <a:lnTo>
                    <a:pt x="9085099" y="2352769"/>
                  </a:lnTo>
                  <a:lnTo>
                    <a:pt x="9123655" y="2429469"/>
                  </a:lnTo>
                  <a:lnTo>
                    <a:pt x="9162381" y="2502527"/>
                  </a:lnTo>
                  <a:lnTo>
                    <a:pt x="9201390" y="2571811"/>
                  </a:lnTo>
                  <a:lnTo>
                    <a:pt x="9240826" y="2637252"/>
                  </a:lnTo>
                  <a:lnTo>
                    <a:pt x="9280869" y="2698842"/>
                  </a:lnTo>
                  <a:lnTo>
                    <a:pt x="9321737" y="2756627"/>
                  </a:lnTo>
                  <a:lnTo>
                    <a:pt x="9347647" y="2790637"/>
                  </a:lnTo>
                  <a:lnTo>
                    <a:pt x="9398254" y="2851304"/>
                  </a:lnTo>
                  <a:lnTo>
                    <a:pt x="9451180" y="2906835"/>
                  </a:lnTo>
                  <a:lnTo>
                    <a:pt x="9507058" y="2957402"/>
                  </a:lnTo>
                  <a:lnTo>
                    <a:pt x="9566585" y="3003340"/>
                  </a:lnTo>
                  <a:lnTo>
                    <a:pt x="9630483" y="3045061"/>
                  </a:lnTo>
                  <a:lnTo>
                    <a:pt x="9699466" y="3082987"/>
                  </a:lnTo>
                  <a:lnTo>
                    <a:pt x="9774191" y="3117523"/>
                  </a:lnTo>
                  <a:lnTo>
                    <a:pt x="9855204" y="3149028"/>
                  </a:lnTo>
                  <a:lnTo>
                    <a:pt x="9942860" y="3177803"/>
                  </a:lnTo>
                  <a:lnTo>
                    <a:pt x="10037222" y="3204086"/>
                  </a:lnTo>
                  <a:lnTo>
                    <a:pt x="10137943" y="3228044"/>
                  </a:lnTo>
                  <a:lnTo>
                    <a:pt x="10244131" y="3249780"/>
                  </a:lnTo>
                  <a:lnTo>
                    <a:pt x="10354238" y="3269332"/>
                  </a:lnTo>
                  <a:lnTo>
                    <a:pt x="10465979" y="3286690"/>
                  </a:lnTo>
                  <a:lnTo>
                    <a:pt x="10576361" y="3301811"/>
                  </a:lnTo>
                  <a:lnTo>
                    <a:pt x="10681835" y="3314652"/>
                  </a:lnTo>
                  <a:lnTo>
                    <a:pt x="10778621" y="3325198"/>
                  </a:lnTo>
                  <a:lnTo>
                    <a:pt x="10863169" y="3333493"/>
                  </a:lnTo>
                  <a:lnTo>
                    <a:pt x="10932682" y="3339666"/>
                  </a:lnTo>
                  <a:lnTo>
                    <a:pt x="10985600" y="3343940"/>
                  </a:lnTo>
                  <a:lnTo>
                    <a:pt x="11021912" y="3346615"/>
                  </a:lnTo>
                  <a:lnTo>
                    <a:pt x="11043240" y="3348053"/>
                  </a:lnTo>
                  <a:lnTo>
                    <a:pt x="11052734" y="3348641"/>
                  </a:lnTo>
                  <a:lnTo>
                    <a:pt x="11054868" y="3348763"/>
                  </a:lnTo>
                  <a:lnTo>
                    <a:pt x="11054891" y="3348765"/>
                  </a:lnTo>
                  <a:lnTo>
                    <a:pt x="12049831" y="3348765"/>
                  </a:lnTo>
                  <a:lnTo>
                    <a:pt x="12049831" y="33487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9" name="pl1438"/>
            <p:cNvSpPr/>
            <p:nvPr/>
          </p:nvSpPr>
          <p:spPr>
            <a:xfrm>
              <a:off x="1199187" y="1802613"/>
              <a:ext cx="12049831" cy="3348765"/>
            </a:xfrm>
            <a:custGeom>
              <a:avLst/>
              <a:pathLst>
                <a:path w="12049831" h="3348765">
                  <a:moveTo>
                    <a:pt x="12049831" y="3348765"/>
                  </a:moveTo>
                  <a:lnTo>
                    <a:pt x="11054891" y="3348765"/>
                  </a:lnTo>
                  <a:lnTo>
                    <a:pt x="11053837" y="3348705"/>
                  </a:lnTo>
                  <a:lnTo>
                    <a:pt x="11046868" y="3348284"/>
                  </a:lnTo>
                  <a:lnTo>
                    <a:pt x="11029172" y="3347118"/>
                  </a:lnTo>
                  <a:lnTo>
                    <a:pt x="10997215" y="3344821"/>
                  </a:lnTo>
                  <a:lnTo>
                    <a:pt x="10948937" y="3341021"/>
                  </a:lnTo>
                  <a:lnTo>
                    <a:pt x="10883899" y="3335396"/>
                  </a:lnTo>
                  <a:lnTo>
                    <a:pt x="10803256" y="3327702"/>
                  </a:lnTo>
                  <a:lnTo>
                    <a:pt x="10709508" y="3317784"/>
                  </a:lnTo>
                  <a:lnTo>
                    <a:pt x="10606049" y="3305575"/>
                  </a:lnTo>
                  <a:lnTo>
                    <a:pt x="10496647" y="3291078"/>
                  </a:lnTo>
                  <a:lnTo>
                    <a:pt x="10384954" y="3274331"/>
                  </a:lnTo>
                  <a:lnTo>
                    <a:pt x="10274138" y="3255380"/>
                  </a:lnTo>
                  <a:lnTo>
                    <a:pt x="10166686" y="3234247"/>
                  </a:lnTo>
                  <a:lnTo>
                    <a:pt x="10064345" y="3210908"/>
                  </a:lnTo>
                  <a:lnTo>
                    <a:pt x="9968177" y="3185279"/>
                  </a:lnTo>
                  <a:lnTo>
                    <a:pt x="9878666" y="3157211"/>
                  </a:lnTo>
                  <a:lnTo>
                    <a:pt x="9795849" y="3126486"/>
                  </a:lnTo>
                  <a:lnTo>
                    <a:pt x="9719440" y="3092818"/>
                  </a:lnTo>
                  <a:lnTo>
                    <a:pt x="9648939" y="3055863"/>
                  </a:lnTo>
                  <a:lnTo>
                    <a:pt x="9583710" y="3015229"/>
                  </a:lnTo>
                  <a:lnTo>
                    <a:pt x="9523053" y="2970494"/>
                  </a:lnTo>
                  <a:lnTo>
                    <a:pt x="9466241" y="2921240"/>
                  </a:lnTo>
                  <a:lnTo>
                    <a:pt x="9412569" y="2867102"/>
                  </a:lnTo>
                  <a:lnTo>
                    <a:pt x="9361382" y="2807852"/>
                  </a:lnTo>
                  <a:lnTo>
                    <a:pt x="9347647" y="2790637"/>
                  </a:lnTo>
                  <a:lnTo>
                    <a:pt x="9306136" y="2735171"/>
                  </a:lnTo>
                  <a:lnTo>
                    <a:pt x="9265610" y="2675954"/>
                  </a:lnTo>
                  <a:lnTo>
                    <a:pt x="9225820" y="2612907"/>
                  </a:lnTo>
                  <a:lnTo>
                    <a:pt x="9186565" y="2546005"/>
                  </a:lnTo>
                  <a:lnTo>
                    <a:pt x="9147679" y="2475279"/>
                  </a:lnTo>
                  <a:lnTo>
                    <a:pt x="9109029" y="2400822"/>
                  </a:lnTo>
                  <a:lnTo>
                    <a:pt x="9070513" y="2322791"/>
                  </a:lnTo>
                  <a:lnTo>
                    <a:pt x="9032052" y="2241409"/>
                  </a:lnTo>
                  <a:lnTo>
                    <a:pt x="8993593" y="2156971"/>
                  </a:lnTo>
                  <a:lnTo>
                    <a:pt x="8955100" y="2069834"/>
                  </a:lnTo>
                  <a:lnTo>
                    <a:pt x="8916557" y="1980415"/>
                  </a:lnTo>
                  <a:lnTo>
                    <a:pt x="8877960" y="1889189"/>
                  </a:lnTo>
                  <a:lnTo>
                    <a:pt x="8839319" y="1796669"/>
                  </a:lnTo>
                  <a:lnTo>
                    <a:pt x="8800648" y="1703405"/>
                  </a:lnTo>
                  <a:lnTo>
                    <a:pt x="8761971" y="1609964"/>
                  </a:lnTo>
                  <a:lnTo>
                    <a:pt x="8723310" y="1516916"/>
                  </a:lnTo>
                  <a:lnTo>
                    <a:pt x="8684684" y="1424823"/>
                  </a:lnTo>
                  <a:lnTo>
                    <a:pt x="8646106" y="1334223"/>
                  </a:lnTo>
                  <a:lnTo>
                    <a:pt x="8607583" y="1245616"/>
                  </a:lnTo>
                  <a:lnTo>
                    <a:pt x="8569106" y="1159456"/>
                  </a:lnTo>
                  <a:lnTo>
                    <a:pt x="8530652" y="1076137"/>
                  </a:lnTo>
                  <a:lnTo>
                    <a:pt x="8492178" y="995995"/>
                  </a:lnTo>
                  <a:lnTo>
                    <a:pt x="8453621" y="919295"/>
                  </a:lnTo>
                  <a:lnTo>
                    <a:pt x="8414896" y="846237"/>
                  </a:lnTo>
                  <a:lnTo>
                    <a:pt x="8375887" y="776953"/>
                  </a:lnTo>
                  <a:lnTo>
                    <a:pt x="8336451" y="711512"/>
                  </a:lnTo>
                  <a:lnTo>
                    <a:pt x="8296408" y="649922"/>
                  </a:lnTo>
                  <a:lnTo>
                    <a:pt x="8255540" y="592137"/>
                  </a:lnTo>
                  <a:lnTo>
                    <a:pt x="8229629" y="558127"/>
                  </a:lnTo>
                  <a:lnTo>
                    <a:pt x="8179023" y="497460"/>
                  </a:lnTo>
                  <a:lnTo>
                    <a:pt x="8126097" y="441929"/>
                  </a:lnTo>
                  <a:lnTo>
                    <a:pt x="8070218" y="391363"/>
                  </a:lnTo>
                  <a:lnTo>
                    <a:pt x="8010691" y="345424"/>
                  </a:lnTo>
                  <a:lnTo>
                    <a:pt x="7946793" y="303704"/>
                  </a:lnTo>
                  <a:lnTo>
                    <a:pt x="7877811" y="265777"/>
                  </a:lnTo>
                  <a:lnTo>
                    <a:pt x="7803086" y="231241"/>
                  </a:lnTo>
                  <a:lnTo>
                    <a:pt x="7722072" y="199736"/>
                  </a:lnTo>
                  <a:lnTo>
                    <a:pt x="7634416" y="170961"/>
                  </a:lnTo>
                  <a:lnTo>
                    <a:pt x="7540054" y="144679"/>
                  </a:lnTo>
                  <a:lnTo>
                    <a:pt x="7439334" y="120720"/>
                  </a:lnTo>
                  <a:lnTo>
                    <a:pt x="7333145" y="98984"/>
                  </a:lnTo>
                  <a:lnTo>
                    <a:pt x="7223039" y="79432"/>
                  </a:lnTo>
                  <a:lnTo>
                    <a:pt x="7111297" y="62075"/>
                  </a:lnTo>
                  <a:lnTo>
                    <a:pt x="7000916" y="46953"/>
                  </a:lnTo>
                  <a:lnTo>
                    <a:pt x="6895442" y="34112"/>
                  </a:lnTo>
                  <a:lnTo>
                    <a:pt x="6798655" y="23567"/>
                  </a:lnTo>
                  <a:lnTo>
                    <a:pt x="6714108" y="15272"/>
                  </a:lnTo>
                  <a:lnTo>
                    <a:pt x="6644595" y="9098"/>
                  </a:lnTo>
                  <a:lnTo>
                    <a:pt x="6591676" y="4825"/>
                  </a:lnTo>
                  <a:lnTo>
                    <a:pt x="6555364" y="2149"/>
                  </a:lnTo>
                  <a:lnTo>
                    <a:pt x="6534036" y="711"/>
                  </a:lnTo>
                  <a:lnTo>
                    <a:pt x="6524543" y="123"/>
                  </a:lnTo>
                  <a:lnTo>
                    <a:pt x="6522408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7" y="57"/>
                  </a:lnTo>
                  <a:lnTo>
                    <a:pt x="5519392" y="470"/>
                  </a:lnTo>
                  <a:lnTo>
                    <a:pt x="5501633" y="1608"/>
                  </a:lnTo>
                  <a:lnTo>
                    <a:pt x="5469566" y="3853"/>
                  </a:lnTo>
                  <a:lnTo>
                    <a:pt x="5421130" y="7566"/>
                  </a:lnTo>
                  <a:lnTo>
                    <a:pt x="5355894" y="13061"/>
                  </a:lnTo>
                  <a:lnTo>
                    <a:pt x="5275030" y="20578"/>
                  </a:lnTo>
                  <a:lnTo>
                    <a:pt x="5181052" y="30266"/>
                  </a:lnTo>
                  <a:lnTo>
                    <a:pt x="5077377" y="42189"/>
                  </a:lnTo>
                  <a:lnTo>
                    <a:pt x="4967788" y="56345"/>
                  </a:lnTo>
                  <a:lnTo>
                    <a:pt x="4855946" y="72696"/>
                  </a:lnTo>
                  <a:lnTo>
                    <a:pt x="4745022" y="91197"/>
                  </a:lnTo>
                  <a:lnTo>
                    <a:pt x="4637503" y="111828"/>
                  </a:lnTo>
                  <a:lnTo>
                    <a:pt x="4535131" y="134613"/>
                  </a:lnTo>
                  <a:lnTo>
                    <a:pt x="4438961" y="159634"/>
                  </a:lnTo>
                  <a:lnTo>
                    <a:pt x="4349469" y="187038"/>
                  </a:lnTo>
                  <a:lnTo>
                    <a:pt x="4266685" y="217042"/>
                  </a:lnTo>
                  <a:lnTo>
                    <a:pt x="4190317" y="249923"/>
                  </a:lnTo>
                  <a:lnTo>
                    <a:pt x="4119858" y="286020"/>
                  </a:lnTo>
                  <a:lnTo>
                    <a:pt x="4054669" y="325718"/>
                  </a:lnTo>
                  <a:lnTo>
                    <a:pt x="3994043" y="369427"/>
                  </a:lnTo>
                  <a:lnTo>
                    <a:pt x="3937254" y="417558"/>
                  </a:lnTo>
                  <a:lnTo>
                    <a:pt x="3883594" y="470463"/>
                  </a:lnTo>
                  <a:lnTo>
                    <a:pt x="3832407" y="528360"/>
                  </a:lnTo>
                  <a:lnTo>
                    <a:pt x="3820202" y="543279"/>
                  </a:lnTo>
                  <a:lnTo>
                    <a:pt x="3778249" y="597870"/>
                  </a:lnTo>
                  <a:lnTo>
                    <a:pt x="3737299" y="656195"/>
                  </a:lnTo>
                  <a:lnTo>
                    <a:pt x="3697098" y="718328"/>
                  </a:lnTo>
                  <a:lnTo>
                    <a:pt x="3657436" y="784294"/>
                  </a:lnTo>
                  <a:lnTo>
                    <a:pt x="3618145" y="854061"/>
                  </a:lnTo>
                  <a:lnTo>
                    <a:pt x="3579089" y="927531"/>
                  </a:lnTo>
                  <a:lnTo>
                    <a:pt x="3540164" y="1004544"/>
                  </a:lnTo>
                  <a:lnTo>
                    <a:pt x="3501291" y="1084869"/>
                  </a:lnTo>
                  <a:lnTo>
                    <a:pt x="3462416" y="1168205"/>
                  </a:lnTo>
                  <a:lnTo>
                    <a:pt x="3423503" y="1254188"/>
                  </a:lnTo>
                  <a:lnTo>
                    <a:pt x="3384538" y="1342390"/>
                  </a:lnTo>
                  <a:lnTo>
                    <a:pt x="3345519" y="1432333"/>
                  </a:lnTo>
                  <a:lnTo>
                    <a:pt x="3306456" y="1523491"/>
                  </a:lnTo>
                  <a:lnTo>
                    <a:pt x="3267367" y="1615312"/>
                  </a:lnTo>
                  <a:lnTo>
                    <a:pt x="3228274" y="1707224"/>
                  </a:lnTo>
                  <a:lnTo>
                    <a:pt x="3189200" y="1798653"/>
                  </a:lnTo>
                  <a:lnTo>
                    <a:pt x="3150166" y="1889038"/>
                  </a:lnTo>
                  <a:lnTo>
                    <a:pt x="3111183" y="1977844"/>
                  </a:lnTo>
                  <a:lnTo>
                    <a:pt x="3072255" y="2064577"/>
                  </a:lnTo>
                  <a:lnTo>
                    <a:pt x="3033371" y="2148792"/>
                  </a:lnTo>
                  <a:lnTo>
                    <a:pt x="2994502" y="2230103"/>
                  </a:lnTo>
                  <a:lnTo>
                    <a:pt x="2955600" y="2308190"/>
                  </a:lnTo>
                  <a:lnTo>
                    <a:pt x="2916596" y="2382800"/>
                  </a:lnTo>
                  <a:lnTo>
                    <a:pt x="2877392" y="2453750"/>
                  </a:lnTo>
                  <a:lnTo>
                    <a:pt x="2837864" y="2520924"/>
                  </a:lnTo>
                  <a:lnTo>
                    <a:pt x="2797854" y="2584267"/>
                  </a:lnTo>
                  <a:lnTo>
                    <a:pt x="2757166" y="2643789"/>
                  </a:lnTo>
                  <a:lnTo>
                    <a:pt x="2715560" y="2699548"/>
                  </a:lnTo>
                  <a:lnTo>
                    <a:pt x="2702183" y="2716395"/>
                  </a:lnTo>
                  <a:lnTo>
                    <a:pt x="2651511" y="2775520"/>
                  </a:lnTo>
                  <a:lnTo>
                    <a:pt x="2598513" y="2829632"/>
                  </a:lnTo>
                  <a:lnTo>
                    <a:pt x="2542553" y="2878902"/>
                  </a:lnTo>
                  <a:lnTo>
                    <a:pt x="2482932" y="2923656"/>
                  </a:lnTo>
                  <a:lnTo>
                    <a:pt x="2418926" y="2964295"/>
                  </a:lnTo>
                  <a:lnTo>
                    <a:pt x="2349818" y="3001236"/>
                  </a:lnTo>
                  <a:lnTo>
                    <a:pt x="2274947" y="3034870"/>
                  </a:lnTo>
                  <a:lnTo>
                    <a:pt x="2193769" y="3065549"/>
                  </a:lnTo>
                  <a:lnTo>
                    <a:pt x="2105929" y="3093567"/>
                  </a:lnTo>
                  <a:lnTo>
                    <a:pt x="2011367" y="3119154"/>
                  </a:lnTo>
                  <a:lnTo>
                    <a:pt x="1910438" y="3142476"/>
                  </a:lnTo>
                  <a:lnTo>
                    <a:pt x="1804044" y="3163629"/>
                  </a:lnTo>
                  <a:lnTo>
                    <a:pt x="1693752" y="3182651"/>
                  </a:lnTo>
                  <a:lnTo>
                    <a:pt x="1581865" y="3199531"/>
                  </a:lnTo>
                  <a:lnTo>
                    <a:pt x="1471401" y="3214229"/>
                  </a:lnTo>
                  <a:lnTo>
                    <a:pt x="1365928" y="3226700"/>
                  </a:lnTo>
                  <a:lnTo>
                    <a:pt x="1269241" y="3236931"/>
                  </a:lnTo>
                  <a:lnTo>
                    <a:pt x="1184895" y="3244968"/>
                  </a:lnTo>
                  <a:lnTo>
                    <a:pt x="1115672" y="3250939"/>
                  </a:lnTo>
                  <a:lnTo>
                    <a:pt x="1063105" y="3255061"/>
                  </a:lnTo>
                  <a:lnTo>
                    <a:pt x="1027165" y="3257633"/>
                  </a:lnTo>
                  <a:lnTo>
                    <a:pt x="1006182" y="3259007"/>
                  </a:lnTo>
                  <a:lnTo>
                    <a:pt x="996955" y="3259562"/>
                  </a:lnTo>
                  <a:lnTo>
                    <a:pt x="994956" y="3259673"/>
                  </a:lnTo>
                  <a:lnTo>
                    <a:pt x="994940" y="3259674"/>
                  </a:lnTo>
                  <a:lnTo>
                    <a:pt x="0" y="3259674"/>
                  </a:lnTo>
                  <a:lnTo>
                    <a:pt x="0" y="32596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0" name="pg1439"/>
            <p:cNvSpPr/>
            <p:nvPr/>
          </p:nvSpPr>
          <p:spPr>
            <a:xfrm>
              <a:off x="1199187" y="1828816"/>
              <a:ext cx="12049831" cy="3637000"/>
            </a:xfrm>
            <a:custGeom>
              <a:avLst/>
              <a:pathLst>
                <a:path w="12049831" h="3637000">
                  <a:moveTo>
                    <a:pt x="0" y="3243952"/>
                  </a:moveTo>
                  <a:lnTo>
                    <a:pt x="994940" y="3243952"/>
                  </a:lnTo>
                  <a:lnTo>
                    <a:pt x="995999" y="3243894"/>
                  </a:lnTo>
                  <a:lnTo>
                    <a:pt x="1003000" y="3243484"/>
                  </a:lnTo>
                  <a:lnTo>
                    <a:pt x="1020774" y="3242352"/>
                  </a:lnTo>
                  <a:lnTo>
                    <a:pt x="1052866" y="3240120"/>
                  </a:lnTo>
                  <a:lnTo>
                    <a:pt x="1101339" y="3236427"/>
                  </a:lnTo>
                  <a:lnTo>
                    <a:pt x="1166620" y="3230963"/>
                  </a:lnTo>
                  <a:lnTo>
                    <a:pt x="1247537" y="3223488"/>
                  </a:lnTo>
                  <a:lnTo>
                    <a:pt x="1341567" y="3213855"/>
                  </a:lnTo>
                  <a:lnTo>
                    <a:pt x="1445292" y="3202000"/>
                  </a:lnTo>
                  <a:lnTo>
                    <a:pt x="1554925" y="3187924"/>
                  </a:lnTo>
                  <a:lnTo>
                    <a:pt x="1666802" y="3171667"/>
                  </a:lnTo>
                  <a:lnTo>
                    <a:pt x="1777751" y="3153272"/>
                  </a:lnTo>
                  <a:lnTo>
                    <a:pt x="1885285" y="3132760"/>
                  </a:lnTo>
                  <a:lnTo>
                    <a:pt x="1987664" y="3110106"/>
                  </a:lnTo>
                  <a:lnTo>
                    <a:pt x="2083835" y="3085229"/>
                  </a:lnTo>
                  <a:lnTo>
                    <a:pt x="2173322" y="3057981"/>
                  </a:lnTo>
                  <a:lnTo>
                    <a:pt x="2256098" y="3028149"/>
                  </a:lnTo>
                  <a:lnTo>
                    <a:pt x="2332457" y="2995454"/>
                  </a:lnTo>
                  <a:lnTo>
                    <a:pt x="2402906" y="2959560"/>
                  </a:lnTo>
                  <a:lnTo>
                    <a:pt x="2468086" y="2920085"/>
                  </a:lnTo>
                  <a:lnTo>
                    <a:pt x="2528705" y="2876618"/>
                  </a:lnTo>
                  <a:lnTo>
                    <a:pt x="2585488" y="2828753"/>
                  </a:lnTo>
                  <a:lnTo>
                    <a:pt x="2639146" y="2776141"/>
                  </a:lnTo>
                  <a:lnTo>
                    <a:pt x="2690333" y="2718564"/>
                  </a:lnTo>
                  <a:lnTo>
                    <a:pt x="2702183" y="2704167"/>
                  </a:lnTo>
                  <a:lnTo>
                    <a:pt x="2744242" y="2649783"/>
                  </a:lnTo>
                  <a:lnTo>
                    <a:pt x="2785293" y="2591672"/>
                  </a:lnTo>
                  <a:lnTo>
                    <a:pt x="2825593" y="2529756"/>
                  </a:lnTo>
                  <a:lnTo>
                    <a:pt x="2865351" y="2464013"/>
                  </a:lnTo>
                  <a:lnTo>
                    <a:pt x="2904739" y="2394475"/>
                  </a:lnTo>
                  <a:lnTo>
                    <a:pt x="2943892" y="2321240"/>
                  </a:lnTo>
                  <a:lnTo>
                    <a:pt x="2982915" y="2244470"/>
                  </a:lnTo>
                  <a:lnTo>
                    <a:pt x="3021887" y="2164399"/>
                  </a:lnTo>
                  <a:lnTo>
                    <a:pt x="3060862" y="2081326"/>
                  </a:lnTo>
                  <a:lnTo>
                    <a:pt x="3099875" y="1995620"/>
                  </a:lnTo>
                  <a:lnTo>
                    <a:pt x="3138941" y="1907708"/>
                  </a:lnTo>
                  <a:lnTo>
                    <a:pt x="3178061" y="1818073"/>
                  </a:lnTo>
                  <a:lnTo>
                    <a:pt x="3217225" y="1727240"/>
                  </a:lnTo>
                  <a:lnTo>
                    <a:pt x="3256414" y="1635764"/>
                  </a:lnTo>
                  <a:lnTo>
                    <a:pt x="3295606" y="1544218"/>
                  </a:lnTo>
                  <a:lnTo>
                    <a:pt x="3334779" y="1453176"/>
                  </a:lnTo>
                  <a:lnTo>
                    <a:pt x="3373911" y="1363200"/>
                  </a:lnTo>
                  <a:lnTo>
                    <a:pt x="3412990" y="1274822"/>
                  </a:lnTo>
                  <a:lnTo>
                    <a:pt x="3452015" y="1188536"/>
                  </a:lnTo>
                  <a:lnTo>
                    <a:pt x="3490997" y="1104785"/>
                  </a:lnTo>
                  <a:lnTo>
                    <a:pt x="3529966" y="1023951"/>
                  </a:lnTo>
                  <a:lnTo>
                    <a:pt x="3568970" y="946352"/>
                  </a:lnTo>
                  <a:lnTo>
                    <a:pt x="3608082" y="872237"/>
                  </a:lnTo>
                  <a:lnTo>
                    <a:pt x="3647402" y="801787"/>
                  </a:lnTo>
                  <a:lnTo>
                    <a:pt x="3687056" y="735113"/>
                  </a:lnTo>
                  <a:lnTo>
                    <a:pt x="3727206" y="672264"/>
                  </a:lnTo>
                  <a:lnTo>
                    <a:pt x="3768052" y="613231"/>
                  </a:lnTo>
                  <a:lnTo>
                    <a:pt x="3809838" y="557948"/>
                  </a:lnTo>
                  <a:lnTo>
                    <a:pt x="3820202" y="545025"/>
                  </a:lnTo>
                  <a:lnTo>
                    <a:pt x="3870889" y="486264"/>
                  </a:lnTo>
                  <a:lnTo>
                    <a:pt x="3923904" y="432486"/>
                  </a:lnTo>
                  <a:lnTo>
                    <a:pt x="3979883" y="383523"/>
                  </a:lnTo>
                  <a:lnTo>
                    <a:pt x="4039525" y="339048"/>
                  </a:lnTo>
                  <a:lnTo>
                    <a:pt x="4103557" y="298662"/>
                  </a:lnTo>
                  <a:lnTo>
                    <a:pt x="4172695" y="261954"/>
                  </a:lnTo>
                  <a:lnTo>
                    <a:pt x="4247599" y="228533"/>
                  </a:lnTo>
                  <a:lnTo>
                    <a:pt x="4328815" y="198048"/>
                  </a:lnTo>
                  <a:lnTo>
                    <a:pt x="4416699" y="170209"/>
                  </a:lnTo>
                  <a:lnTo>
                    <a:pt x="4511307" y="144785"/>
                  </a:lnTo>
                  <a:lnTo>
                    <a:pt x="4612284" y="121613"/>
                  </a:lnTo>
                  <a:lnTo>
                    <a:pt x="4718725" y="100597"/>
                  </a:lnTo>
                  <a:lnTo>
                    <a:pt x="4829060" y="81699"/>
                  </a:lnTo>
                  <a:lnTo>
                    <a:pt x="4940981" y="64931"/>
                  </a:lnTo>
                  <a:lnTo>
                    <a:pt x="5051464" y="50333"/>
                  </a:lnTo>
                  <a:lnTo>
                    <a:pt x="5156937" y="37949"/>
                  </a:lnTo>
                  <a:lnTo>
                    <a:pt x="5253600" y="27791"/>
                  </a:lnTo>
                  <a:lnTo>
                    <a:pt x="5337900" y="19815"/>
                  </a:lnTo>
                  <a:lnTo>
                    <a:pt x="5407055" y="13891"/>
                  </a:lnTo>
                  <a:lnTo>
                    <a:pt x="5459540" y="9804"/>
                  </a:lnTo>
                  <a:lnTo>
                    <a:pt x="5495393" y="7256"/>
                  </a:lnTo>
                  <a:lnTo>
                    <a:pt x="5516297" y="5897"/>
                  </a:lnTo>
                  <a:lnTo>
                    <a:pt x="5525462" y="535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27" y="5304"/>
                  </a:lnTo>
                  <a:lnTo>
                    <a:pt x="6530311" y="5755"/>
                  </a:lnTo>
                  <a:lnTo>
                    <a:pt x="6547799" y="7003"/>
                  </a:lnTo>
                  <a:lnTo>
                    <a:pt x="6579392" y="9463"/>
                  </a:lnTo>
                  <a:lnTo>
                    <a:pt x="6627150" y="13532"/>
                  </a:lnTo>
                  <a:lnTo>
                    <a:pt x="6691536" y="19558"/>
                  </a:lnTo>
                  <a:lnTo>
                    <a:pt x="6771443" y="27803"/>
                  </a:lnTo>
                  <a:lnTo>
                    <a:pt x="6864435" y="38437"/>
                  </a:lnTo>
                  <a:lnTo>
                    <a:pt x="6967178" y="51532"/>
                  </a:lnTo>
                  <a:lnTo>
                    <a:pt x="7075956" y="67091"/>
                  </a:lnTo>
                  <a:lnTo>
                    <a:pt x="7187151" y="85070"/>
                  </a:lnTo>
                  <a:lnTo>
                    <a:pt x="7297606" y="105422"/>
                  </a:lnTo>
                  <a:lnTo>
                    <a:pt x="7404833" y="128120"/>
                  </a:lnTo>
                  <a:lnTo>
                    <a:pt x="7507067" y="153188"/>
                  </a:lnTo>
                  <a:lnTo>
                    <a:pt x="7603224" y="180711"/>
                  </a:lnTo>
                  <a:lnTo>
                    <a:pt x="7692796" y="210844"/>
                  </a:lnTo>
                  <a:lnTo>
                    <a:pt x="7775722" y="243818"/>
                  </a:lnTo>
                  <a:lnTo>
                    <a:pt x="7852263" y="279931"/>
                  </a:lnTo>
                  <a:lnTo>
                    <a:pt x="7922905" y="319549"/>
                  </a:lnTo>
                  <a:lnTo>
                    <a:pt x="7988263" y="363088"/>
                  </a:lnTo>
                  <a:lnTo>
                    <a:pt x="8049030" y="410999"/>
                  </a:lnTo>
                  <a:lnTo>
                    <a:pt x="8105919" y="463732"/>
                  </a:lnTo>
                  <a:lnTo>
                    <a:pt x="8159632" y="521685"/>
                  </a:lnTo>
                  <a:lnTo>
                    <a:pt x="8210822" y="585121"/>
                  </a:lnTo>
                  <a:lnTo>
                    <a:pt x="8229629" y="610533"/>
                  </a:lnTo>
                  <a:lnTo>
                    <a:pt x="8269812" y="668674"/>
                  </a:lnTo>
                  <a:lnTo>
                    <a:pt x="8309065" y="730621"/>
                  </a:lnTo>
                  <a:lnTo>
                    <a:pt x="8347615" y="796453"/>
                  </a:lnTo>
                  <a:lnTo>
                    <a:pt x="8385648" y="866199"/>
                  </a:lnTo>
                  <a:lnTo>
                    <a:pt x="8423317" y="939836"/>
                  </a:lnTo>
                  <a:lnTo>
                    <a:pt x="8460747" y="1017281"/>
                  </a:lnTo>
                  <a:lnTo>
                    <a:pt x="8498035" y="1098393"/>
                  </a:lnTo>
                  <a:lnTo>
                    <a:pt x="8535256" y="1182963"/>
                  </a:lnTo>
                  <a:lnTo>
                    <a:pt x="8572465" y="1270722"/>
                  </a:lnTo>
                  <a:lnTo>
                    <a:pt x="8609698" y="1361334"/>
                  </a:lnTo>
                  <a:lnTo>
                    <a:pt x="8646975" y="1454406"/>
                  </a:lnTo>
                  <a:lnTo>
                    <a:pt x="8684302" y="1549492"/>
                  </a:lnTo>
                  <a:lnTo>
                    <a:pt x="8721676" y="1646098"/>
                  </a:lnTo>
                  <a:lnTo>
                    <a:pt x="8759083" y="1743698"/>
                  </a:lnTo>
                  <a:lnTo>
                    <a:pt x="8796506" y="1841741"/>
                  </a:lnTo>
                  <a:lnTo>
                    <a:pt x="8833926" y="1939666"/>
                  </a:lnTo>
                  <a:lnTo>
                    <a:pt x="8871321" y="2036915"/>
                  </a:lnTo>
                  <a:lnTo>
                    <a:pt x="8908676" y="2132944"/>
                  </a:lnTo>
                  <a:lnTo>
                    <a:pt x="8945982" y="2227241"/>
                  </a:lnTo>
                  <a:lnTo>
                    <a:pt x="8983239" y="2319330"/>
                  </a:lnTo>
                  <a:lnTo>
                    <a:pt x="9020458" y="2408787"/>
                  </a:lnTo>
                  <a:lnTo>
                    <a:pt x="9057667" y="2495242"/>
                  </a:lnTo>
                  <a:lnTo>
                    <a:pt x="9094909" y="2578388"/>
                  </a:lnTo>
                  <a:lnTo>
                    <a:pt x="9132246" y="2657979"/>
                  </a:lnTo>
                  <a:lnTo>
                    <a:pt x="9169763" y="2733837"/>
                  </a:lnTo>
                  <a:lnTo>
                    <a:pt x="9207569" y="2805844"/>
                  </a:lnTo>
                  <a:lnTo>
                    <a:pt x="9245798" y="2873944"/>
                  </a:lnTo>
                  <a:lnTo>
                    <a:pt x="9284619" y="2938136"/>
                  </a:lnTo>
                  <a:lnTo>
                    <a:pt x="9324233" y="2998471"/>
                  </a:lnTo>
                  <a:lnTo>
                    <a:pt x="9347647" y="3031706"/>
                  </a:lnTo>
                  <a:lnTo>
                    <a:pt x="9398037" y="3097235"/>
                  </a:lnTo>
                  <a:lnTo>
                    <a:pt x="9450723" y="3157240"/>
                  </a:lnTo>
                  <a:lnTo>
                    <a:pt x="9506332" y="3211903"/>
                  </a:lnTo>
                  <a:lnTo>
                    <a:pt x="9565549" y="3261585"/>
                  </a:lnTo>
                  <a:lnTo>
                    <a:pt x="9629089" y="3306722"/>
                  </a:lnTo>
                  <a:lnTo>
                    <a:pt x="9697656" y="3347771"/>
                  </a:lnTo>
                  <a:lnTo>
                    <a:pt x="9771902" y="3385162"/>
                  </a:lnTo>
                  <a:lnTo>
                    <a:pt x="9852371" y="3419283"/>
                  </a:lnTo>
                  <a:lnTo>
                    <a:pt x="9939418" y="3450459"/>
                  </a:lnTo>
                  <a:lnTo>
                    <a:pt x="10033120" y="3478946"/>
                  </a:lnTo>
                  <a:lnTo>
                    <a:pt x="10133151" y="3504928"/>
                  </a:lnTo>
                  <a:lnTo>
                    <a:pt x="10238660" y="3528517"/>
                  </a:lnTo>
                  <a:lnTo>
                    <a:pt x="10348149" y="3549756"/>
                  </a:lnTo>
                  <a:lnTo>
                    <a:pt x="10459402" y="3568636"/>
                  </a:lnTo>
                  <a:lnTo>
                    <a:pt x="10569500" y="3585116"/>
                  </a:lnTo>
                  <a:lnTo>
                    <a:pt x="10674965" y="3599145"/>
                  </a:lnTo>
                  <a:lnTo>
                    <a:pt x="10772066" y="3610705"/>
                  </a:lnTo>
                  <a:lnTo>
                    <a:pt x="10857263" y="3619839"/>
                  </a:lnTo>
                  <a:lnTo>
                    <a:pt x="10927723" y="3626677"/>
                  </a:lnTo>
                  <a:lnTo>
                    <a:pt x="10981798" y="3631449"/>
                  </a:lnTo>
                  <a:lnTo>
                    <a:pt x="11019342" y="3634472"/>
                  </a:lnTo>
                  <a:lnTo>
                    <a:pt x="11041822" y="3636129"/>
                  </a:lnTo>
                  <a:lnTo>
                    <a:pt x="11052218" y="3636833"/>
                  </a:lnTo>
                  <a:lnTo>
                    <a:pt x="11054891" y="3637000"/>
                  </a:lnTo>
                  <a:lnTo>
                    <a:pt x="12049831" y="3637000"/>
                  </a:lnTo>
                  <a:lnTo>
                    <a:pt x="12049831" y="3631759"/>
                  </a:lnTo>
                  <a:lnTo>
                    <a:pt x="11054891" y="3631759"/>
                  </a:lnTo>
                  <a:lnTo>
                    <a:pt x="11053850" y="3631695"/>
                  </a:lnTo>
                  <a:lnTo>
                    <a:pt x="11046965" y="3631244"/>
                  </a:lnTo>
                  <a:lnTo>
                    <a:pt x="11029478" y="3629996"/>
                  </a:lnTo>
                  <a:lnTo>
                    <a:pt x="10997884" y="3627536"/>
                  </a:lnTo>
                  <a:lnTo>
                    <a:pt x="10950127" y="3623467"/>
                  </a:lnTo>
                  <a:lnTo>
                    <a:pt x="10885741" y="3617442"/>
                  </a:lnTo>
                  <a:lnTo>
                    <a:pt x="10805834" y="3609196"/>
                  </a:lnTo>
                  <a:lnTo>
                    <a:pt x="10712842" y="3598562"/>
                  </a:lnTo>
                  <a:lnTo>
                    <a:pt x="10610099" y="3585467"/>
                  </a:lnTo>
                  <a:lnTo>
                    <a:pt x="10501321" y="3569908"/>
                  </a:lnTo>
                  <a:lnTo>
                    <a:pt x="10390126" y="3551929"/>
                  </a:lnTo>
                  <a:lnTo>
                    <a:pt x="10279670" y="3531578"/>
                  </a:lnTo>
                  <a:lnTo>
                    <a:pt x="10172444" y="3508879"/>
                  </a:lnTo>
                  <a:lnTo>
                    <a:pt x="10070210" y="3483811"/>
                  </a:lnTo>
                  <a:lnTo>
                    <a:pt x="9974052" y="3456288"/>
                  </a:lnTo>
                  <a:lnTo>
                    <a:pt x="9884480" y="3426155"/>
                  </a:lnTo>
                  <a:lnTo>
                    <a:pt x="9801555" y="3393181"/>
                  </a:lnTo>
                  <a:lnTo>
                    <a:pt x="9725013" y="3357068"/>
                  </a:lnTo>
                  <a:lnTo>
                    <a:pt x="9654372" y="3317450"/>
                  </a:lnTo>
                  <a:lnTo>
                    <a:pt x="9589013" y="3273911"/>
                  </a:lnTo>
                  <a:lnTo>
                    <a:pt x="9528247" y="3226000"/>
                  </a:lnTo>
                  <a:lnTo>
                    <a:pt x="9471357" y="3173267"/>
                  </a:lnTo>
                  <a:lnTo>
                    <a:pt x="9417644" y="3115314"/>
                  </a:lnTo>
                  <a:lnTo>
                    <a:pt x="9366455" y="3051878"/>
                  </a:lnTo>
                  <a:lnTo>
                    <a:pt x="9347647" y="3026466"/>
                  </a:lnTo>
                  <a:lnTo>
                    <a:pt x="9307465" y="2968325"/>
                  </a:lnTo>
                  <a:lnTo>
                    <a:pt x="9268211" y="2906378"/>
                  </a:lnTo>
                  <a:lnTo>
                    <a:pt x="9229662" y="2840546"/>
                  </a:lnTo>
                  <a:lnTo>
                    <a:pt x="9191629" y="2770800"/>
                  </a:lnTo>
                  <a:lnTo>
                    <a:pt x="9153960" y="2697163"/>
                  </a:lnTo>
                  <a:lnTo>
                    <a:pt x="9116530" y="2619718"/>
                  </a:lnTo>
                  <a:lnTo>
                    <a:pt x="9079242" y="2538606"/>
                  </a:lnTo>
                  <a:lnTo>
                    <a:pt x="9042020" y="2454036"/>
                  </a:lnTo>
                  <a:lnTo>
                    <a:pt x="9004811" y="2366277"/>
                  </a:lnTo>
                  <a:lnTo>
                    <a:pt x="8967579" y="2275665"/>
                  </a:lnTo>
                  <a:lnTo>
                    <a:pt x="8930302" y="2182593"/>
                  </a:lnTo>
                  <a:lnTo>
                    <a:pt x="8892974" y="2087507"/>
                  </a:lnTo>
                  <a:lnTo>
                    <a:pt x="8855601" y="1990901"/>
                  </a:lnTo>
                  <a:lnTo>
                    <a:pt x="8818193" y="1893301"/>
                  </a:lnTo>
                  <a:lnTo>
                    <a:pt x="8780770" y="1795258"/>
                  </a:lnTo>
                  <a:lnTo>
                    <a:pt x="8743351" y="1697333"/>
                  </a:lnTo>
                  <a:lnTo>
                    <a:pt x="8705956" y="1600084"/>
                  </a:lnTo>
                  <a:lnTo>
                    <a:pt x="8668601" y="1504055"/>
                  </a:lnTo>
                  <a:lnTo>
                    <a:pt x="8631295" y="1409758"/>
                  </a:lnTo>
                  <a:lnTo>
                    <a:pt x="8594038" y="1317669"/>
                  </a:lnTo>
                  <a:lnTo>
                    <a:pt x="8556818" y="1228212"/>
                  </a:lnTo>
                  <a:lnTo>
                    <a:pt x="8519609" y="1141757"/>
                  </a:lnTo>
                  <a:lnTo>
                    <a:pt x="8482368" y="1058611"/>
                  </a:lnTo>
                  <a:lnTo>
                    <a:pt x="8445030" y="979020"/>
                  </a:lnTo>
                  <a:lnTo>
                    <a:pt x="8407513" y="903162"/>
                  </a:lnTo>
                  <a:lnTo>
                    <a:pt x="8369708" y="831155"/>
                  </a:lnTo>
                  <a:lnTo>
                    <a:pt x="8331478" y="763055"/>
                  </a:lnTo>
                  <a:lnTo>
                    <a:pt x="8292658" y="698863"/>
                  </a:lnTo>
                  <a:lnTo>
                    <a:pt x="8253044" y="638529"/>
                  </a:lnTo>
                  <a:lnTo>
                    <a:pt x="8229629" y="605293"/>
                  </a:lnTo>
                  <a:lnTo>
                    <a:pt x="8179240" y="539764"/>
                  </a:lnTo>
                  <a:lnTo>
                    <a:pt x="8126553" y="479759"/>
                  </a:lnTo>
                  <a:lnTo>
                    <a:pt x="8070945" y="425096"/>
                  </a:lnTo>
                  <a:lnTo>
                    <a:pt x="8011727" y="375414"/>
                  </a:lnTo>
                  <a:lnTo>
                    <a:pt x="7948187" y="330277"/>
                  </a:lnTo>
                  <a:lnTo>
                    <a:pt x="7879620" y="289228"/>
                  </a:lnTo>
                  <a:lnTo>
                    <a:pt x="7805374" y="251837"/>
                  </a:lnTo>
                  <a:lnTo>
                    <a:pt x="7724906" y="217716"/>
                  </a:lnTo>
                  <a:lnTo>
                    <a:pt x="7637859" y="186540"/>
                  </a:lnTo>
                  <a:lnTo>
                    <a:pt x="7544157" y="158053"/>
                  </a:lnTo>
                  <a:lnTo>
                    <a:pt x="7444125" y="132071"/>
                  </a:lnTo>
                  <a:lnTo>
                    <a:pt x="7338617" y="108483"/>
                  </a:lnTo>
                  <a:lnTo>
                    <a:pt x="7229128" y="87243"/>
                  </a:lnTo>
                  <a:lnTo>
                    <a:pt x="7117874" y="68363"/>
                  </a:lnTo>
                  <a:lnTo>
                    <a:pt x="7007777" y="51883"/>
                  </a:lnTo>
                  <a:lnTo>
                    <a:pt x="6902312" y="37854"/>
                  </a:lnTo>
                  <a:lnTo>
                    <a:pt x="6805211" y="26294"/>
                  </a:lnTo>
                  <a:lnTo>
                    <a:pt x="6720014" y="17161"/>
                  </a:lnTo>
                  <a:lnTo>
                    <a:pt x="6649553" y="10322"/>
                  </a:lnTo>
                  <a:lnTo>
                    <a:pt x="6595478" y="5551"/>
                  </a:lnTo>
                  <a:lnTo>
                    <a:pt x="6557934" y="2527"/>
                  </a:lnTo>
                  <a:lnTo>
                    <a:pt x="6535455" y="870"/>
                  </a:lnTo>
                  <a:lnTo>
                    <a:pt x="6525059" y="16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6" y="57"/>
                  </a:lnTo>
                  <a:lnTo>
                    <a:pt x="5519385" y="467"/>
                  </a:lnTo>
                  <a:lnTo>
                    <a:pt x="5501611" y="1599"/>
                  </a:lnTo>
                  <a:lnTo>
                    <a:pt x="5469519" y="3832"/>
                  </a:lnTo>
                  <a:lnTo>
                    <a:pt x="5421046" y="7524"/>
                  </a:lnTo>
                  <a:lnTo>
                    <a:pt x="5355765" y="12989"/>
                  </a:lnTo>
                  <a:lnTo>
                    <a:pt x="5274848" y="20463"/>
                  </a:lnTo>
                  <a:lnTo>
                    <a:pt x="5180818" y="30096"/>
                  </a:lnTo>
                  <a:lnTo>
                    <a:pt x="5077093" y="41952"/>
                  </a:lnTo>
                  <a:lnTo>
                    <a:pt x="4967460" y="56028"/>
                  </a:lnTo>
                  <a:lnTo>
                    <a:pt x="4855583" y="72285"/>
                  </a:lnTo>
                  <a:lnTo>
                    <a:pt x="4744634" y="90680"/>
                  </a:lnTo>
                  <a:lnTo>
                    <a:pt x="4637100" y="111192"/>
                  </a:lnTo>
                  <a:lnTo>
                    <a:pt x="4534721" y="133845"/>
                  </a:lnTo>
                  <a:lnTo>
                    <a:pt x="4438550" y="158722"/>
                  </a:lnTo>
                  <a:lnTo>
                    <a:pt x="4349063" y="185970"/>
                  </a:lnTo>
                  <a:lnTo>
                    <a:pt x="4266287" y="215803"/>
                  </a:lnTo>
                  <a:lnTo>
                    <a:pt x="4189928" y="248498"/>
                  </a:lnTo>
                  <a:lnTo>
                    <a:pt x="4119479" y="284392"/>
                  </a:lnTo>
                  <a:lnTo>
                    <a:pt x="4054299" y="323867"/>
                  </a:lnTo>
                  <a:lnTo>
                    <a:pt x="3993680" y="367334"/>
                  </a:lnTo>
                  <a:lnTo>
                    <a:pt x="3936897" y="415198"/>
                  </a:lnTo>
                  <a:lnTo>
                    <a:pt x="3883239" y="467811"/>
                  </a:lnTo>
                  <a:lnTo>
                    <a:pt x="3832052" y="525387"/>
                  </a:lnTo>
                  <a:lnTo>
                    <a:pt x="3820202" y="539785"/>
                  </a:lnTo>
                  <a:lnTo>
                    <a:pt x="3778143" y="594168"/>
                  </a:lnTo>
                  <a:lnTo>
                    <a:pt x="3737092" y="652280"/>
                  </a:lnTo>
                  <a:lnTo>
                    <a:pt x="3696792" y="714195"/>
                  </a:lnTo>
                  <a:lnTo>
                    <a:pt x="3657034" y="779939"/>
                  </a:lnTo>
                  <a:lnTo>
                    <a:pt x="3617646" y="849476"/>
                  </a:lnTo>
                  <a:lnTo>
                    <a:pt x="3578493" y="922712"/>
                  </a:lnTo>
                  <a:lnTo>
                    <a:pt x="3539470" y="999481"/>
                  </a:lnTo>
                  <a:lnTo>
                    <a:pt x="3500498" y="1079553"/>
                  </a:lnTo>
                  <a:lnTo>
                    <a:pt x="3461523" y="1162625"/>
                  </a:lnTo>
                  <a:lnTo>
                    <a:pt x="3422510" y="1248332"/>
                  </a:lnTo>
                  <a:lnTo>
                    <a:pt x="3383444" y="1336243"/>
                  </a:lnTo>
                  <a:lnTo>
                    <a:pt x="3344324" y="1425878"/>
                  </a:lnTo>
                  <a:lnTo>
                    <a:pt x="3305160" y="1516711"/>
                  </a:lnTo>
                  <a:lnTo>
                    <a:pt x="3265971" y="1608187"/>
                  </a:lnTo>
                  <a:lnTo>
                    <a:pt x="3226779" y="1699733"/>
                  </a:lnTo>
                  <a:lnTo>
                    <a:pt x="3187606" y="1790775"/>
                  </a:lnTo>
                  <a:lnTo>
                    <a:pt x="3148474" y="1880752"/>
                  </a:lnTo>
                  <a:lnTo>
                    <a:pt x="3109395" y="1969130"/>
                  </a:lnTo>
                  <a:lnTo>
                    <a:pt x="3070370" y="2055416"/>
                  </a:lnTo>
                  <a:lnTo>
                    <a:pt x="3031388" y="2139167"/>
                  </a:lnTo>
                  <a:lnTo>
                    <a:pt x="2992419" y="2220001"/>
                  </a:lnTo>
                  <a:lnTo>
                    <a:pt x="2953415" y="2297599"/>
                  </a:lnTo>
                  <a:lnTo>
                    <a:pt x="2914303" y="2371714"/>
                  </a:lnTo>
                  <a:lnTo>
                    <a:pt x="2874983" y="2442165"/>
                  </a:lnTo>
                  <a:lnTo>
                    <a:pt x="2835329" y="2508839"/>
                  </a:lnTo>
                  <a:lnTo>
                    <a:pt x="2795179" y="2571687"/>
                  </a:lnTo>
                  <a:lnTo>
                    <a:pt x="2754333" y="2630721"/>
                  </a:lnTo>
                  <a:lnTo>
                    <a:pt x="2712547" y="2686004"/>
                  </a:lnTo>
                  <a:lnTo>
                    <a:pt x="2702183" y="2698926"/>
                  </a:lnTo>
                  <a:lnTo>
                    <a:pt x="2651496" y="2757687"/>
                  </a:lnTo>
                  <a:lnTo>
                    <a:pt x="2598481" y="2811466"/>
                  </a:lnTo>
                  <a:lnTo>
                    <a:pt x="2542502" y="2860429"/>
                  </a:lnTo>
                  <a:lnTo>
                    <a:pt x="2482860" y="2904904"/>
                  </a:lnTo>
                  <a:lnTo>
                    <a:pt x="2418828" y="2945289"/>
                  </a:lnTo>
                  <a:lnTo>
                    <a:pt x="2349690" y="2981997"/>
                  </a:lnTo>
                  <a:lnTo>
                    <a:pt x="2274786" y="3015419"/>
                  </a:lnTo>
                  <a:lnTo>
                    <a:pt x="2193570" y="3045903"/>
                  </a:lnTo>
                  <a:lnTo>
                    <a:pt x="2105686" y="3073743"/>
                  </a:lnTo>
                  <a:lnTo>
                    <a:pt x="2011078" y="3099167"/>
                  </a:lnTo>
                  <a:lnTo>
                    <a:pt x="1910101" y="3122338"/>
                  </a:lnTo>
                  <a:lnTo>
                    <a:pt x="1803660" y="3143355"/>
                  </a:lnTo>
                  <a:lnTo>
                    <a:pt x="1693325" y="3162252"/>
                  </a:lnTo>
                  <a:lnTo>
                    <a:pt x="1581404" y="3179020"/>
                  </a:lnTo>
                  <a:lnTo>
                    <a:pt x="1470921" y="3193618"/>
                  </a:lnTo>
                  <a:lnTo>
                    <a:pt x="1365448" y="3206003"/>
                  </a:lnTo>
                  <a:lnTo>
                    <a:pt x="1268785" y="3216160"/>
                  </a:lnTo>
                  <a:lnTo>
                    <a:pt x="1184485" y="3224137"/>
                  </a:lnTo>
                  <a:lnTo>
                    <a:pt x="1115330" y="3230060"/>
                  </a:lnTo>
                  <a:lnTo>
                    <a:pt x="1062845" y="3234148"/>
                  </a:lnTo>
                  <a:lnTo>
                    <a:pt x="1026992" y="3236695"/>
                  </a:lnTo>
                  <a:lnTo>
                    <a:pt x="1006088" y="3238055"/>
                  </a:lnTo>
                  <a:lnTo>
                    <a:pt x="996923" y="3238602"/>
                  </a:lnTo>
                  <a:lnTo>
                    <a:pt x="994940" y="3238711"/>
                  </a:lnTo>
                  <a:lnTo>
                    <a:pt x="0" y="3238711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41" name="pl1440"/>
            <p:cNvSpPr/>
            <p:nvPr/>
          </p:nvSpPr>
          <p:spPr>
            <a:xfrm>
              <a:off x="1199187" y="1834057"/>
              <a:ext cx="12049831" cy="3631759"/>
            </a:xfrm>
            <a:custGeom>
              <a:avLst/>
              <a:pathLst>
                <a:path w="12049831" h="3631759">
                  <a:moveTo>
                    <a:pt x="0" y="3238711"/>
                  </a:moveTo>
                  <a:lnTo>
                    <a:pt x="994940" y="3238711"/>
                  </a:lnTo>
                  <a:lnTo>
                    <a:pt x="995999" y="3238654"/>
                  </a:lnTo>
                  <a:lnTo>
                    <a:pt x="1003000" y="3238244"/>
                  </a:lnTo>
                  <a:lnTo>
                    <a:pt x="1020774" y="3237112"/>
                  </a:lnTo>
                  <a:lnTo>
                    <a:pt x="1052866" y="3234879"/>
                  </a:lnTo>
                  <a:lnTo>
                    <a:pt x="1101339" y="3231187"/>
                  </a:lnTo>
                  <a:lnTo>
                    <a:pt x="1166620" y="3225722"/>
                  </a:lnTo>
                  <a:lnTo>
                    <a:pt x="1247537" y="3218248"/>
                  </a:lnTo>
                  <a:lnTo>
                    <a:pt x="1341567" y="3208615"/>
                  </a:lnTo>
                  <a:lnTo>
                    <a:pt x="1445292" y="3196759"/>
                  </a:lnTo>
                  <a:lnTo>
                    <a:pt x="1554925" y="3182683"/>
                  </a:lnTo>
                  <a:lnTo>
                    <a:pt x="1666802" y="3166426"/>
                  </a:lnTo>
                  <a:lnTo>
                    <a:pt x="1777751" y="3148031"/>
                  </a:lnTo>
                  <a:lnTo>
                    <a:pt x="1885285" y="3127519"/>
                  </a:lnTo>
                  <a:lnTo>
                    <a:pt x="1987664" y="3104866"/>
                  </a:lnTo>
                  <a:lnTo>
                    <a:pt x="2083835" y="3079989"/>
                  </a:lnTo>
                  <a:lnTo>
                    <a:pt x="2173322" y="3052741"/>
                  </a:lnTo>
                  <a:lnTo>
                    <a:pt x="2256098" y="3022908"/>
                  </a:lnTo>
                  <a:lnTo>
                    <a:pt x="2332457" y="2990213"/>
                  </a:lnTo>
                  <a:lnTo>
                    <a:pt x="2402906" y="2954319"/>
                  </a:lnTo>
                  <a:lnTo>
                    <a:pt x="2468086" y="2914844"/>
                  </a:lnTo>
                  <a:lnTo>
                    <a:pt x="2528705" y="2871377"/>
                  </a:lnTo>
                  <a:lnTo>
                    <a:pt x="2585488" y="2823512"/>
                  </a:lnTo>
                  <a:lnTo>
                    <a:pt x="2639146" y="2770900"/>
                  </a:lnTo>
                  <a:lnTo>
                    <a:pt x="2690333" y="2713324"/>
                  </a:lnTo>
                  <a:lnTo>
                    <a:pt x="2702183" y="2698926"/>
                  </a:lnTo>
                  <a:lnTo>
                    <a:pt x="2744242" y="2644542"/>
                  </a:lnTo>
                  <a:lnTo>
                    <a:pt x="2785293" y="2586431"/>
                  </a:lnTo>
                  <a:lnTo>
                    <a:pt x="2825593" y="2524516"/>
                  </a:lnTo>
                  <a:lnTo>
                    <a:pt x="2865351" y="2458772"/>
                  </a:lnTo>
                  <a:lnTo>
                    <a:pt x="2904739" y="2389235"/>
                  </a:lnTo>
                  <a:lnTo>
                    <a:pt x="2943892" y="2315999"/>
                  </a:lnTo>
                  <a:lnTo>
                    <a:pt x="2982915" y="2239230"/>
                  </a:lnTo>
                  <a:lnTo>
                    <a:pt x="3021887" y="2159158"/>
                  </a:lnTo>
                  <a:lnTo>
                    <a:pt x="3060862" y="2076085"/>
                  </a:lnTo>
                  <a:lnTo>
                    <a:pt x="3099875" y="1990379"/>
                  </a:lnTo>
                  <a:lnTo>
                    <a:pt x="3138941" y="1902467"/>
                  </a:lnTo>
                  <a:lnTo>
                    <a:pt x="3178061" y="1812833"/>
                  </a:lnTo>
                  <a:lnTo>
                    <a:pt x="3217225" y="1721999"/>
                  </a:lnTo>
                  <a:lnTo>
                    <a:pt x="3256414" y="1630524"/>
                  </a:lnTo>
                  <a:lnTo>
                    <a:pt x="3295606" y="1538978"/>
                  </a:lnTo>
                  <a:lnTo>
                    <a:pt x="3334779" y="1447936"/>
                  </a:lnTo>
                  <a:lnTo>
                    <a:pt x="3373911" y="1357959"/>
                  </a:lnTo>
                  <a:lnTo>
                    <a:pt x="3412990" y="1269581"/>
                  </a:lnTo>
                  <a:lnTo>
                    <a:pt x="3452015" y="1183295"/>
                  </a:lnTo>
                  <a:lnTo>
                    <a:pt x="3490997" y="1099544"/>
                  </a:lnTo>
                  <a:lnTo>
                    <a:pt x="3529966" y="1018710"/>
                  </a:lnTo>
                  <a:lnTo>
                    <a:pt x="3568970" y="941112"/>
                  </a:lnTo>
                  <a:lnTo>
                    <a:pt x="3608082" y="866997"/>
                  </a:lnTo>
                  <a:lnTo>
                    <a:pt x="3647402" y="796546"/>
                  </a:lnTo>
                  <a:lnTo>
                    <a:pt x="3687056" y="729872"/>
                  </a:lnTo>
                  <a:lnTo>
                    <a:pt x="3727206" y="667024"/>
                  </a:lnTo>
                  <a:lnTo>
                    <a:pt x="3768052" y="607990"/>
                  </a:lnTo>
                  <a:lnTo>
                    <a:pt x="3809838" y="552707"/>
                  </a:lnTo>
                  <a:lnTo>
                    <a:pt x="3820202" y="539785"/>
                  </a:lnTo>
                  <a:lnTo>
                    <a:pt x="3870889" y="481023"/>
                  </a:lnTo>
                  <a:lnTo>
                    <a:pt x="3923904" y="427245"/>
                  </a:lnTo>
                  <a:lnTo>
                    <a:pt x="3979883" y="378282"/>
                  </a:lnTo>
                  <a:lnTo>
                    <a:pt x="4039525" y="333807"/>
                  </a:lnTo>
                  <a:lnTo>
                    <a:pt x="4103557" y="293422"/>
                  </a:lnTo>
                  <a:lnTo>
                    <a:pt x="4172695" y="256714"/>
                  </a:lnTo>
                  <a:lnTo>
                    <a:pt x="4247599" y="223292"/>
                  </a:lnTo>
                  <a:lnTo>
                    <a:pt x="4328815" y="192807"/>
                  </a:lnTo>
                  <a:lnTo>
                    <a:pt x="4416699" y="164968"/>
                  </a:lnTo>
                  <a:lnTo>
                    <a:pt x="4511307" y="139544"/>
                  </a:lnTo>
                  <a:lnTo>
                    <a:pt x="4612284" y="116373"/>
                  </a:lnTo>
                  <a:lnTo>
                    <a:pt x="4718725" y="95356"/>
                  </a:lnTo>
                  <a:lnTo>
                    <a:pt x="4829060" y="76458"/>
                  </a:lnTo>
                  <a:lnTo>
                    <a:pt x="4940981" y="59690"/>
                  </a:lnTo>
                  <a:lnTo>
                    <a:pt x="5051464" y="45093"/>
                  </a:lnTo>
                  <a:lnTo>
                    <a:pt x="5156937" y="32708"/>
                  </a:lnTo>
                  <a:lnTo>
                    <a:pt x="5253600" y="22551"/>
                  </a:lnTo>
                  <a:lnTo>
                    <a:pt x="5337900" y="14574"/>
                  </a:lnTo>
                  <a:lnTo>
                    <a:pt x="5407055" y="8651"/>
                  </a:lnTo>
                  <a:lnTo>
                    <a:pt x="5459540" y="4563"/>
                  </a:lnTo>
                  <a:lnTo>
                    <a:pt x="5495393" y="2016"/>
                  </a:lnTo>
                  <a:lnTo>
                    <a:pt x="5516297" y="656"/>
                  </a:lnTo>
                  <a:lnTo>
                    <a:pt x="5525462" y="109"/>
                  </a:lnTo>
                  <a:lnTo>
                    <a:pt x="5527431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27" y="63"/>
                  </a:lnTo>
                  <a:lnTo>
                    <a:pt x="6530311" y="515"/>
                  </a:lnTo>
                  <a:lnTo>
                    <a:pt x="6547799" y="1762"/>
                  </a:lnTo>
                  <a:lnTo>
                    <a:pt x="6579392" y="4222"/>
                  </a:lnTo>
                  <a:lnTo>
                    <a:pt x="6627150" y="8292"/>
                  </a:lnTo>
                  <a:lnTo>
                    <a:pt x="6691536" y="14317"/>
                  </a:lnTo>
                  <a:lnTo>
                    <a:pt x="6771443" y="22562"/>
                  </a:lnTo>
                  <a:lnTo>
                    <a:pt x="6864435" y="33196"/>
                  </a:lnTo>
                  <a:lnTo>
                    <a:pt x="6967178" y="46292"/>
                  </a:lnTo>
                  <a:lnTo>
                    <a:pt x="7075956" y="61850"/>
                  </a:lnTo>
                  <a:lnTo>
                    <a:pt x="7187151" y="79829"/>
                  </a:lnTo>
                  <a:lnTo>
                    <a:pt x="7297606" y="100181"/>
                  </a:lnTo>
                  <a:lnTo>
                    <a:pt x="7404833" y="122879"/>
                  </a:lnTo>
                  <a:lnTo>
                    <a:pt x="7507067" y="147947"/>
                  </a:lnTo>
                  <a:lnTo>
                    <a:pt x="7603224" y="175470"/>
                  </a:lnTo>
                  <a:lnTo>
                    <a:pt x="7692796" y="205604"/>
                  </a:lnTo>
                  <a:lnTo>
                    <a:pt x="7775722" y="238577"/>
                  </a:lnTo>
                  <a:lnTo>
                    <a:pt x="7852263" y="274691"/>
                  </a:lnTo>
                  <a:lnTo>
                    <a:pt x="7922905" y="314309"/>
                  </a:lnTo>
                  <a:lnTo>
                    <a:pt x="7988263" y="357848"/>
                  </a:lnTo>
                  <a:lnTo>
                    <a:pt x="8049030" y="405759"/>
                  </a:lnTo>
                  <a:lnTo>
                    <a:pt x="8105919" y="458491"/>
                  </a:lnTo>
                  <a:lnTo>
                    <a:pt x="8159632" y="516444"/>
                  </a:lnTo>
                  <a:lnTo>
                    <a:pt x="8210822" y="579880"/>
                  </a:lnTo>
                  <a:lnTo>
                    <a:pt x="8229629" y="605293"/>
                  </a:lnTo>
                  <a:lnTo>
                    <a:pt x="8269812" y="663433"/>
                  </a:lnTo>
                  <a:lnTo>
                    <a:pt x="8309065" y="725381"/>
                  </a:lnTo>
                  <a:lnTo>
                    <a:pt x="8347615" y="791213"/>
                  </a:lnTo>
                  <a:lnTo>
                    <a:pt x="8385648" y="860959"/>
                  </a:lnTo>
                  <a:lnTo>
                    <a:pt x="8423317" y="934595"/>
                  </a:lnTo>
                  <a:lnTo>
                    <a:pt x="8460747" y="1012040"/>
                  </a:lnTo>
                  <a:lnTo>
                    <a:pt x="8498035" y="1093152"/>
                  </a:lnTo>
                  <a:lnTo>
                    <a:pt x="8535256" y="1177723"/>
                  </a:lnTo>
                  <a:lnTo>
                    <a:pt x="8572465" y="1265481"/>
                  </a:lnTo>
                  <a:lnTo>
                    <a:pt x="8609698" y="1356093"/>
                  </a:lnTo>
                  <a:lnTo>
                    <a:pt x="8646975" y="1449166"/>
                  </a:lnTo>
                  <a:lnTo>
                    <a:pt x="8684302" y="1544251"/>
                  </a:lnTo>
                  <a:lnTo>
                    <a:pt x="8721676" y="1640858"/>
                  </a:lnTo>
                  <a:lnTo>
                    <a:pt x="8759083" y="1738458"/>
                  </a:lnTo>
                  <a:lnTo>
                    <a:pt x="8796506" y="1836501"/>
                  </a:lnTo>
                  <a:lnTo>
                    <a:pt x="8833926" y="1934426"/>
                  </a:lnTo>
                  <a:lnTo>
                    <a:pt x="8871321" y="2031674"/>
                  </a:lnTo>
                  <a:lnTo>
                    <a:pt x="8908676" y="2127703"/>
                  </a:lnTo>
                  <a:lnTo>
                    <a:pt x="8945982" y="2222000"/>
                  </a:lnTo>
                  <a:lnTo>
                    <a:pt x="8983239" y="2314089"/>
                  </a:lnTo>
                  <a:lnTo>
                    <a:pt x="9020458" y="2403546"/>
                  </a:lnTo>
                  <a:lnTo>
                    <a:pt x="9057667" y="2490002"/>
                  </a:lnTo>
                  <a:lnTo>
                    <a:pt x="9094909" y="2573147"/>
                  </a:lnTo>
                  <a:lnTo>
                    <a:pt x="9132246" y="2652739"/>
                  </a:lnTo>
                  <a:lnTo>
                    <a:pt x="9169763" y="2728596"/>
                  </a:lnTo>
                  <a:lnTo>
                    <a:pt x="9207569" y="2800603"/>
                  </a:lnTo>
                  <a:lnTo>
                    <a:pt x="9245798" y="2868703"/>
                  </a:lnTo>
                  <a:lnTo>
                    <a:pt x="9284619" y="2932895"/>
                  </a:lnTo>
                  <a:lnTo>
                    <a:pt x="9324233" y="2993230"/>
                  </a:lnTo>
                  <a:lnTo>
                    <a:pt x="9347647" y="3026466"/>
                  </a:lnTo>
                  <a:lnTo>
                    <a:pt x="9398037" y="3091994"/>
                  </a:lnTo>
                  <a:lnTo>
                    <a:pt x="9450723" y="3151999"/>
                  </a:lnTo>
                  <a:lnTo>
                    <a:pt x="9506332" y="3206663"/>
                  </a:lnTo>
                  <a:lnTo>
                    <a:pt x="9565549" y="3256344"/>
                  </a:lnTo>
                  <a:lnTo>
                    <a:pt x="9629089" y="3301482"/>
                  </a:lnTo>
                  <a:lnTo>
                    <a:pt x="9697656" y="3342530"/>
                  </a:lnTo>
                  <a:lnTo>
                    <a:pt x="9771902" y="3379922"/>
                  </a:lnTo>
                  <a:lnTo>
                    <a:pt x="9852371" y="3414043"/>
                  </a:lnTo>
                  <a:lnTo>
                    <a:pt x="9939418" y="3445219"/>
                  </a:lnTo>
                  <a:lnTo>
                    <a:pt x="10033120" y="3473706"/>
                  </a:lnTo>
                  <a:lnTo>
                    <a:pt x="10133151" y="3499688"/>
                  </a:lnTo>
                  <a:lnTo>
                    <a:pt x="10238660" y="3523276"/>
                  </a:lnTo>
                  <a:lnTo>
                    <a:pt x="10348149" y="3544515"/>
                  </a:lnTo>
                  <a:lnTo>
                    <a:pt x="10459402" y="3563396"/>
                  </a:lnTo>
                  <a:lnTo>
                    <a:pt x="10569500" y="3579875"/>
                  </a:lnTo>
                  <a:lnTo>
                    <a:pt x="10674965" y="3593904"/>
                  </a:lnTo>
                  <a:lnTo>
                    <a:pt x="10772066" y="3605464"/>
                  </a:lnTo>
                  <a:lnTo>
                    <a:pt x="10857263" y="3614598"/>
                  </a:lnTo>
                  <a:lnTo>
                    <a:pt x="10927723" y="3621436"/>
                  </a:lnTo>
                  <a:lnTo>
                    <a:pt x="10981798" y="3626208"/>
                  </a:lnTo>
                  <a:lnTo>
                    <a:pt x="11019342" y="3629231"/>
                  </a:lnTo>
                  <a:lnTo>
                    <a:pt x="11041822" y="3630888"/>
                  </a:lnTo>
                  <a:lnTo>
                    <a:pt x="11052218" y="3631592"/>
                  </a:lnTo>
                  <a:lnTo>
                    <a:pt x="11054833" y="3631756"/>
                  </a:lnTo>
                  <a:lnTo>
                    <a:pt x="11054891" y="3631759"/>
                  </a:lnTo>
                  <a:lnTo>
                    <a:pt x="12049831" y="3631759"/>
                  </a:lnTo>
                  <a:lnTo>
                    <a:pt x="12049831" y="36317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2" name="pl1441"/>
            <p:cNvSpPr/>
            <p:nvPr/>
          </p:nvSpPr>
          <p:spPr>
            <a:xfrm>
              <a:off x="1199187" y="1828816"/>
              <a:ext cx="12049831" cy="3631759"/>
            </a:xfrm>
            <a:custGeom>
              <a:avLst/>
              <a:pathLst>
                <a:path w="12049831" h="3631759">
                  <a:moveTo>
                    <a:pt x="12049831" y="3631759"/>
                  </a:moveTo>
                  <a:lnTo>
                    <a:pt x="11054891" y="3631759"/>
                  </a:lnTo>
                  <a:lnTo>
                    <a:pt x="11053850" y="3631695"/>
                  </a:lnTo>
                  <a:lnTo>
                    <a:pt x="11046965" y="3631244"/>
                  </a:lnTo>
                  <a:lnTo>
                    <a:pt x="11029478" y="3629996"/>
                  </a:lnTo>
                  <a:lnTo>
                    <a:pt x="10997884" y="3627536"/>
                  </a:lnTo>
                  <a:lnTo>
                    <a:pt x="10950127" y="3623467"/>
                  </a:lnTo>
                  <a:lnTo>
                    <a:pt x="10885741" y="3617442"/>
                  </a:lnTo>
                  <a:lnTo>
                    <a:pt x="10805834" y="3609196"/>
                  </a:lnTo>
                  <a:lnTo>
                    <a:pt x="10712842" y="3598562"/>
                  </a:lnTo>
                  <a:lnTo>
                    <a:pt x="10610099" y="3585467"/>
                  </a:lnTo>
                  <a:lnTo>
                    <a:pt x="10501321" y="3569908"/>
                  </a:lnTo>
                  <a:lnTo>
                    <a:pt x="10390126" y="3551929"/>
                  </a:lnTo>
                  <a:lnTo>
                    <a:pt x="10279670" y="3531578"/>
                  </a:lnTo>
                  <a:lnTo>
                    <a:pt x="10172444" y="3508879"/>
                  </a:lnTo>
                  <a:lnTo>
                    <a:pt x="10070210" y="3483811"/>
                  </a:lnTo>
                  <a:lnTo>
                    <a:pt x="9974052" y="3456288"/>
                  </a:lnTo>
                  <a:lnTo>
                    <a:pt x="9884480" y="3426155"/>
                  </a:lnTo>
                  <a:lnTo>
                    <a:pt x="9801555" y="3393181"/>
                  </a:lnTo>
                  <a:lnTo>
                    <a:pt x="9725013" y="3357068"/>
                  </a:lnTo>
                  <a:lnTo>
                    <a:pt x="9654372" y="3317450"/>
                  </a:lnTo>
                  <a:lnTo>
                    <a:pt x="9589013" y="3273911"/>
                  </a:lnTo>
                  <a:lnTo>
                    <a:pt x="9528247" y="3226000"/>
                  </a:lnTo>
                  <a:lnTo>
                    <a:pt x="9471357" y="3173267"/>
                  </a:lnTo>
                  <a:lnTo>
                    <a:pt x="9417644" y="3115314"/>
                  </a:lnTo>
                  <a:lnTo>
                    <a:pt x="9366455" y="3051878"/>
                  </a:lnTo>
                  <a:lnTo>
                    <a:pt x="9347647" y="3026466"/>
                  </a:lnTo>
                  <a:lnTo>
                    <a:pt x="9307465" y="2968325"/>
                  </a:lnTo>
                  <a:lnTo>
                    <a:pt x="9268211" y="2906378"/>
                  </a:lnTo>
                  <a:lnTo>
                    <a:pt x="9229662" y="2840546"/>
                  </a:lnTo>
                  <a:lnTo>
                    <a:pt x="9191629" y="2770800"/>
                  </a:lnTo>
                  <a:lnTo>
                    <a:pt x="9153960" y="2697163"/>
                  </a:lnTo>
                  <a:lnTo>
                    <a:pt x="9116530" y="2619718"/>
                  </a:lnTo>
                  <a:lnTo>
                    <a:pt x="9079242" y="2538606"/>
                  </a:lnTo>
                  <a:lnTo>
                    <a:pt x="9042020" y="2454036"/>
                  </a:lnTo>
                  <a:lnTo>
                    <a:pt x="9004811" y="2366277"/>
                  </a:lnTo>
                  <a:lnTo>
                    <a:pt x="8967579" y="2275665"/>
                  </a:lnTo>
                  <a:lnTo>
                    <a:pt x="8930302" y="2182593"/>
                  </a:lnTo>
                  <a:lnTo>
                    <a:pt x="8892974" y="2087507"/>
                  </a:lnTo>
                  <a:lnTo>
                    <a:pt x="8855601" y="1990901"/>
                  </a:lnTo>
                  <a:lnTo>
                    <a:pt x="8818193" y="1893301"/>
                  </a:lnTo>
                  <a:lnTo>
                    <a:pt x="8780770" y="1795258"/>
                  </a:lnTo>
                  <a:lnTo>
                    <a:pt x="8743351" y="1697333"/>
                  </a:lnTo>
                  <a:lnTo>
                    <a:pt x="8705956" y="1600084"/>
                  </a:lnTo>
                  <a:lnTo>
                    <a:pt x="8668601" y="1504055"/>
                  </a:lnTo>
                  <a:lnTo>
                    <a:pt x="8631295" y="1409758"/>
                  </a:lnTo>
                  <a:lnTo>
                    <a:pt x="8594038" y="1317669"/>
                  </a:lnTo>
                  <a:lnTo>
                    <a:pt x="8556818" y="1228212"/>
                  </a:lnTo>
                  <a:lnTo>
                    <a:pt x="8519609" y="1141757"/>
                  </a:lnTo>
                  <a:lnTo>
                    <a:pt x="8482368" y="1058611"/>
                  </a:lnTo>
                  <a:lnTo>
                    <a:pt x="8445030" y="979020"/>
                  </a:lnTo>
                  <a:lnTo>
                    <a:pt x="8407513" y="903162"/>
                  </a:lnTo>
                  <a:lnTo>
                    <a:pt x="8369708" y="831155"/>
                  </a:lnTo>
                  <a:lnTo>
                    <a:pt x="8331478" y="763055"/>
                  </a:lnTo>
                  <a:lnTo>
                    <a:pt x="8292658" y="698863"/>
                  </a:lnTo>
                  <a:lnTo>
                    <a:pt x="8253044" y="638529"/>
                  </a:lnTo>
                  <a:lnTo>
                    <a:pt x="8229629" y="605293"/>
                  </a:lnTo>
                  <a:lnTo>
                    <a:pt x="8179240" y="539764"/>
                  </a:lnTo>
                  <a:lnTo>
                    <a:pt x="8126553" y="479759"/>
                  </a:lnTo>
                  <a:lnTo>
                    <a:pt x="8070945" y="425096"/>
                  </a:lnTo>
                  <a:lnTo>
                    <a:pt x="8011727" y="375414"/>
                  </a:lnTo>
                  <a:lnTo>
                    <a:pt x="7948187" y="330277"/>
                  </a:lnTo>
                  <a:lnTo>
                    <a:pt x="7879620" y="289228"/>
                  </a:lnTo>
                  <a:lnTo>
                    <a:pt x="7805374" y="251837"/>
                  </a:lnTo>
                  <a:lnTo>
                    <a:pt x="7724906" y="217716"/>
                  </a:lnTo>
                  <a:lnTo>
                    <a:pt x="7637859" y="186540"/>
                  </a:lnTo>
                  <a:lnTo>
                    <a:pt x="7544157" y="158053"/>
                  </a:lnTo>
                  <a:lnTo>
                    <a:pt x="7444125" y="132071"/>
                  </a:lnTo>
                  <a:lnTo>
                    <a:pt x="7338617" y="108483"/>
                  </a:lnTo>
                  <a:lnTo>
                    <a:pt x="7229128" y="87243"/>
                  </a:lnTo>
                  <a:lnTo>
                    <a:pt x="7117874" y="68363"/>
                  </a:lnTo>
                  <a:lnTo>
                    <a:pt x="7007777" y="51883"/>
                  </a:lnTo>
                  <a:lnTo>
                    <a:pt x="6902312" y="37854"/>
                  </a:lnTo>
                  <a:lnTo>
                    <a:pt x="6805211" y="26294"/>
                  </a:lnTo>
                  <a:lnTo>
                    <a:pt x="6720014" y="17161"/>
                  </a:lnTo>
                  <a:lnTo>
                    <a:pt x="6649553" y="10322"/>
                  </a:lnTo>
                  <a:lnTo>
                    <a:pt x="6595478" y="5551"/>
                  </a:lnTo>
                  <a:lnTo>
                    <a:pt x="6557934" y="2527"/>
                  </a:lnTo>
                  <a:lnTo>
                    <a:pt x="6535455" y="870"/>
                  </a:lnTo>
                  <a:lnTo>
                    <a:pt x="6525059" y="166"/>
                  </a:lnTo>
                  <a:lnTo>
                    <a:pt x="6522444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6" y="57"/>
                  </a:lnTo>
                  <a:lnTo>
                    <a:pt x="5519385" y="467"/>
                  </a:lnTo>
                  <a:lnTo>
                    <a:pt x="5501611" y="1599"/>
                  </a:lnTo>
                  <a:lnTo>
                    <a:pt x="5469519" y="3832"/>
                  </a:lnTo>
                  <a:lnTo>
                    <a:pt x="5421046" y="7524"/>
                  </a:lnTo>
                  <a:lnTo>
                    <a:pt x="5355765" y="12989"/>
                  </a:lnTo>
                  <a:lnTo>
                    <a:pt x="5274848" y="20463"/>
                  </a:lnTo>
                  <a:lnTo>
                    <a:pt x="5180818" y="30096"/>
                  </a:lnTo>
                  <a:lnTo>
                    <a:pt x="5077093" y="41952"/>
                  </a:lnTo>
                  <a:lnTo>
                    <a:pt x="4967460" y="56028"/>
                  </a:lnTo>
                  <a:lnTo>
                    <a:pt x="4855583" y="72285"/>
                  </a:lnTo>
                  <a:lnTo>
                    <a:pt x="4744634" y="90680"/>
                  </a:lnTo>
                  <a:lnTo>
                    <a:pt x="4637100" y="111192"/>
                  </a:lnTo>
                  <a:lnTo>
                    <a:pt x="4534721" y="133845"/>
                  </a:lnTo>
                  <a:lnTo>
                    <a:pt x="4438550" y="158722"/>
                  </a:lnTo>
                  <a:lnTo>
                    <a:pt x="4349063" y="185970"/>
                  </a:lnTo>
                  <a:lnTo>
                    <a:pt x="4266287" y="215803"/>
                  </a:lnTo>
                  <a:lnTo>
                    <a:pt x="4189928" y="248498"/>
                  </a:lnTo>
                  <a:lnTo>
                    <a:pt x="4119479" y="284392"/>
                  </a:lnTo>
                  <a:lnTo>
                    <a:pt x="4054299" y="323867"/>
                  </a:lnTo>
                  <a:lnTo>
                    <a:pt x="3993680" y="367334"/>
                  </a:lnTo>
                  <a:lnTo>
                    <a:pt x="3936897" y="415198"/>
                  </a:lnTo>
                  <a:lnTo>
                    <a:pt x="3883239" y="467811"/>
                  </a:lnTo>
                  <a:lnTo>
                    <a:pt x="3832052" y="525387"/>
                  </a:lnTo>
                  <a:lnTo>
                    <a:pt x="3820202" y="539785"/>
                  </a:lnTo>
                  <a:lnTo>
                    <a:pt x="3778143" y="594168"/>
                  </a:lnTo>
                  <a:lnTo>
                    <a:pt x="3737092" y="652280"/>
                  </a:lnTo>
                  <a:lnTo>
                    <a:pt x="3696792" y="714195"/>
                  </a:lnTo>
                  <a:lnTo>
                    <a:pt x="3657034" y="779939"/>
                  </a:lnTo>
                  <a:lnTo>
                    <a:pt x="3617646" y="849476"/>
                  </a:lnTo>
                  <a:lnTo>
                    <a:pt x="3578493" y="922712"/>
                  </a:lnTo>
                  <a:lnTo>
                    <a:pt x="3539470" y="999481"/>
                  </a:lnTo>
                  <a:lnTo>
                    <a:pt x="3500498" y="1079553"/>
                  </a:lnTo>
                  <a:lnTo>
                    <a:pt x="3461523" y="1162625"/>
                  </a:lnTo>
                  <a:lnTo>
                    <a:pt x="3422510" y="1248332"/>
                  </a:lnTo>
                  <a:lnTo>
                    <a:pt x="3383444" y="1336243"/>
                  </a:lnTo>
                  <a:lnTo>
                    <a:pt x="3344324" y="1425878"/>
                  </a:lnTo>
                  <a:lnTo>
                    <a:pt x="3305160" y="1516711"/>
                  </a:lnTo>
                  <a:lnTo>
                    <a:pt x="3265971" y="1608187"/>
                  </a:lnTo>
                  <a:lnTo>
                    <a:pt x="3226779" y="1699733"/>
                  </a:lnTo>
                  <a:lnTo>
                    <a:pt x="3187606" y="1790775"/>
                  </a:lnTo>
                  <a:lnTo>
                    <a:pt x="3148474" y="1880752"/>
                  </a:lnTo>
                  <a:lnTo>
                    <a:pt x="3109395" y="1969130"/>
                  </a:lnTo>
                  <a:lnTo>
                    <a:pt x="3070370" y="2055416"/>
                  </a:lnTo>
                  <a:lnTo>
                    <a:pt x="3031388" y="2139167"/>
                  </a:lnTo>
                  <a:lnTo>
                    <a:pt x="2992419" y="2220001"/>
                  </a:lnTo>
                  <a:lnTo>
                    <a:pt x="2953415" y="2297599"/>
                  </a:lnTo>
                  <a:lnTo>
                    <a:pt x="2914303" y="2371714"/>
                  </a:lnTo>
                  <a:lnTo>
                    <a:pt x="2874983" y="2442165"/>
                  </a:lnTo>
                  <a:lnTo>
                    <a:pt x="2835329" y="2508839"/>
                  </a:lnTo>
                  <a:lnTo>
                    <a:pt x="2795179" y="2571687"/>
                  </a:lnTo>
                  <a:lnTo>
                    <a:pt x="2754333" y="2630721"/>
                  </a:lnTo>
                  <a:lnTo>
                    <a:pt x="2712547" y="2686004"/>
                  </a:lnTo>
                  <a:lnTo>
                    <a:pt x="2702183" y="2698926"/>
                  </a:lnTo>
                  <a:lnTo>
                    <a:pt x="2651496" y="2757687"/>
                  </a:lnTo>
                  <a:lnTo>
                    <a:pt x="2598481" y="2811466"/>
                  </a:lnTo>
                  <a:lnTo>
                    <a:pt x="2542502" y="2860429"/>
                  </a:lnTo>
                  <a:lnTo>
                    <a:pt x="2482860" y="2904904"/>
                  </a:lnTo>
                  <a:lnTo>
                    <a:pt x="2418828" y="2945289"/>
                  </a:lnTo>
                  <a:lnTo>
                    <a:pt x="2349690" y="2981997"/>
                  </a:lnTo>
                  <a:lnTo>
                    <a:pt x="2274786" y="3015419"/>
                  </a:lnTo>
                  <a:lnTo>
                    <a:pt x="2193570" y="3045903"/>
                  </a:lnTo>
                  <a:lnTo>
                    <a:pt x="2105686" y="3073743"/>
                  </a:lnTo>
                  <a:lnTo>
                    <a:pt x="2011078" y="3099167"/>
                  </a:lnTo>
                  <a:lnTo>
                    <a:pt x="1910101" y="3122338"/>
                  </a:lnTo>
                  <a:lnTo>
                    <a:pt x="1803660" y="3143355"/>
                  </a:lnTo>
                  <a:lnTo>
                    <a:pt x="1693325" y="3162252"/>
                  </a:lnTo>
                  <a:lnTo>
                    <a:pt x="1581404" y="3179020"/>
                  </a:lnTo>
                  <a:lnTo>
                    <a:pt x="1470921" y="3193618"/>
                  </a:lnTo>
                  <a:lnTo>
                    <a:pt x="1365448" y="3206003"/>
                  </a:lnTo>
                  <a:lnTo>
                    <a:pt x="1268785" y="3216160"/>
                  </a:lnTo>
                  <a:lnTo>
                    <a:pt x="1184485" y="3224137"/>
                  </a:lnTo>
                  <a:lnTo>
                    <a:pt x="1115330" y="3230060"/>
                  </a:lnTo>
                  <a:lnTo>
                    <a:pt x="1062845" y="3234148"/>
                  </a:lnTo>
                  <a:lnTo>
                    <a:pt x="1026992" y="3236695"/>
                  </a:lnTo>
                  <a:lnTo>
                    <a:pt x="1006088" y="3238055"/>
                  </a:lnTo>
                  <a:lnTo>
                    <a:pt x="996923" y="3238602"/>
                  </a:lnTo>
                  <a:lnTo>
                    <a:pt x="994954" y="3238711"/>
                  </a:lnTo>
                  <a:lnTo>
                    <a:pt x="994940" y="3238711"/>
                  </a:lnTo>
                  <a:lnTo>
                    <a:pt x="0" y="3238711"/>
                  </a:lnTo>
                  <a:lnTo>
                    <a:pt x="0" y="32387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3" name="pg1442"/>
            <p:cNvSpPr/>
            <p:nvPr/>
          </p:nvSpPr>
          <p:spPr>
            <a:xfrm>
              <a:off x="1199187" y="1870741"/>
              <a:ext cx="12049831" cy="3946197"/>
            </a:xfrm>
            <a:custGeom>
              <a:avLst/>
              <a:pathLst>
                <a:path w="12049831" h="3946197">
                  <a:moveTo>
                    <a:pt x="0" y="3212508"/>
                  </a:moveTo>
                  <a:lnTo>
                    <a:pt x="994940" y="3212508"/>
                  </a:lnTo>
                  <a:lnTo>
                    <a:pt x="996001" y="3212451"/>
                  </a:lnTo>
                  <a:lnTo>
                    <a:pt x="1003012" y="3212045"/>
                  </a:lnTo>
                  <a:lnTo>
                    <a:pt x="1020811" y="3210924"/>
                  </a:lnTo>
                  <a:lnTo>
                    <a:pt x="1052948" y="3208714"/>
                  </a:lnTo>
                  <a:lnTo>
                    <a:pt x="1101484" y="3205057"/>
                  </a:lnTo>
                  <a:lnTo>
                    <a:pt x="1166846" y="3199646"/>
                  </a:lnTo>
                  <a:lnTo>
                    <a:pt x="1247853" y="3192246"/>
                  </a:lnTo>
                  <a:lnTo>
                    <a:pt x="1341975" y="3182709"/>
                  </a:lnTo>
                  <a:lnTo>
                    <a:pt x="1445787" y="3170972"/>
                  </a:lnTo>
                  <a:lnTo>
                    <a:pt x="1555495" y="3157038"/>
                  </a:lnTo>
                  <a:lnTo>
                    <a:pt x="1667433" y="3140945"/>
                  </a:lnTo>
                  <a:lnTo>
                    <a:pt x="1778424" y="3122737"/>
                  </a:lnTo>
                  <a:lnTo>
                    <a:pt x="1885986" y="3102433"/>
                  </a:lnTo>
                  <a:lnTo>
                    <a:pt x="1988377" y="3080010"/>
                  </a:lnTo>
                  <a:lnTo>
                    <a:pt x="2084548" y="3055385"/>
                  </a:lnTo>
                  <a:lnTo>
                    <a:pt x="2174028" y="3028413"/>
                  </a:lnTo>
                  <a:lnTo>
                    <a:pt x="2256791" y="2998881"/>
                  </a:lnTo>
                  <a:lnTo>
                    <a:pt x="2333133" y="2966512"/>
                  </a:lnTo>
                  <a:lnTo>
                    <a:pt x="2403565" y="2930975"/>
                  </a:lnTo>
                  <a:lnTo>
                    <a:pt x="2468730" y="2891889"/>
                  </a:lnTo>
                  <a:lnTo>
                    <a:pt x="2529335" y="2848849"/>
                  </a:lnTo>
                  <a:lnTo>
                    <a:pt x="2586109" y="2801452"/>
                  </a:lnTo>
                  <a:lnTo>
                    <a:pt x="2639762" y="2749353"/>
                  </a:lnTo>
                  <a:lnTo>
                    <a:pt x="2690950" y="2692341"/>
                  </a:lnTo>
                  <a:lnTo>
                    <a:pt x="2702183" y="2678837"/>
                  </a:lnTo>
                  <a:lnTo>
                    <a:pt x="2744428" y="2624820"/>
                  </a:lnTo>
                  <a:lnTo>
                    <a:pt x="2785657" y="2567083"/>
                  </a:lnTo>
                  <a:lnTo>
                    <a:pt x="2826131" y="2505552"/>
                  </a:lnTo>
                  <a:lnTo>
                    <a:pt x="2866062" y="2440201"/>
                  </a:lnTo>
                  <a:lnTo>
                    <a:pt x="2905621" y="2371067"/>
                  </a:lnTo>
                  <a:lnTo>
                    <a:pt x="2944945" y="2298248"/>
                  </a:lnTo>
                  <a:lnTo>
                    <a:pt x="2984140" y="2221907"/>
                  </a:lnTo>
                  <a:lnTo>
                    <a:pt x="3023287" y="2142282"/>
                  </a:lnTo>
                  <a:lnTo>
                    <a:pt x="3062438" y="2059674"/>
                  </a:lnTo>
                  <a:lnTo>
                    <a:pt x="3101628" y="1974456"/>
                  </a:lnTo>
                  <a:lnTo>
                    <a:pt x="3140872" y="1887058"/>
                  </a:lnTo>
                  <a:lnTo>
                    <a:pt x="3180170" y="1797966"/>
                  </a:lnTo>
                  <a:lnTo>
                    <a:pt x="3219512" y="1707708"/>
                  </a:lnTo>
                  <a:lnTo>
                    <a:pt x="3258878" y="1616842"/>
                  </a:lnTo>
                  <a:lnTo>
                    <a:pt x="3298246" y="1525942"/>
                  </a:lnTo>
                  <a:lnTo>
                    <a:pt x="3337592" y="1435583"/>
                  </a:lnTo>
                  <a:lnTo>
                    <a:pt x="3376896" y="1346326"/>
                  </a:lnTo>
                  <a:lnTo>
                    <a:pt x="3416147" y="1258703"/>
                  </a:lnTo>
                  <a:lnTo>
                    <a:pt x="3455342" y="1173205"/>
                  </a:lnTo>
                  <a:lnTo>
                    <a:pt x="3494497" y="1090270"/>
                  </a:lnTo>
                  <a:lnTo>
                    <a:pt x="3533641" y="1010277"/>
                  </a:lnTo>
                  <a:lnTo>
                    <a:pt x="3572828" y="933537"/>
                  </a:lnTo>
                  <a:lnTo>
                    <a:pt x="3612132" y="860293"/>
                  </a:lnTo>
                  <a:lnTo>
                    <a:pt x="3651657" y="790720"/>
                  </a:lnTo>
                  <a:lnTo>
                    <a:pt x="3691535" y="724922"/>
                  </a:lnTo>
                  <a:lnTo>
                    <a:pt x="3731935" y="662941"/>
                  </a:lnTo>
                  <a:lnTo>
                    <a:pt x="3773063" y="604762"/>
                  </a:lnTo>
                  <a:lnTo>
                    <a:pt x="3815173" y="550313"/>
                  </a:lnTo>
                  <a:lnTo>
                    <a:pt x="3820202" y="544152"/>
                  </a:lnTo>
                  <a:lnTo>
                    <a:pt x="3870916" y="486028"/>
                  </a:lnTo>
                  <a:lnTo>
                    <a:pt x="3923960" y="432835"/>
                  </a:lnTo>
                  <a:lnTo>
                    <a:pt x="3979972" y="384408"/>
                  </a:lnTo>
                  <a:lnTo>
                    <a:pt x="4039652" y="340421"/>
                  </a:lnTo>
                  <a:lnTo>
                    <a:pt x="4103727" y="300482"/>
                  </a:lnTo>
                  <a:lnTo>
                    <a:pt x="4172916" y="264181"/>
                  </a:lnTo>
                  <a:lnTo>
                    <a:pt x="4247878" y="231131"/>
                  </a:lnTo>
                  <a:lnTo>
                    <a:pt x="4329162" y="200987"/>
                  </a:lnTo>
                  <a:lnTo>
                    <a:pt x="4417120" y="173459"/>
                  </a:lnTo>
                  <a:lnTo>
                    <a:pt x="4511809" y="148322"/>
                  </a:lnTo>
                  <a:lnTo>
                    <a:pt x="4612870" y="125413"/>
                  </a:lnTo>
                  <a:lnTo>
                    <a:pt x="4719394" y="104636"/>
                  </a:lnTo>
                  <a:lnTo>
                    <a:pt x="4829804" y="85956"/>
                  </a:lnTo>
                  <a:lnTo>
                    <a:pt x="4941783" y="69384"/>
                  </a:lnTo>
                  <a:lnTo>
                    <a:pt x="5052299" y="54961"/>
                  </a:lnTo>
                  <a:lnTo>
                    <a:pt x="5157771" y="42728"/>
                  </a:lnTo>
                  <a:lnTo>
                    <a:pt x="5254393" y="32699"/>
                  </a:lnTo>
                  <a:lnTo>
                    <a:pt x="5338610" y="24827"/>
                  </a:lnTo>
                  <a:lnTo>
                    <a:pt x="5407647" y="18986"/>
                  </a:lnTo>
                  <a:lnTo>
                    <a:pt x="5459990" y="14960"/>
                  </a:lnTo>
                  <a:lnTo>
                    <a:pt x="5495693" y="12454"/>
                  </a:lnTo>
                  <a:lnTo>
                    <a:pt x="5516458" y="11120"/>
                  </a:lnTo>
                  <a:lnTo>
                    <a:pt x="5525517" y="10586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412" y="10549"/>
                  </a:lnTo>
                  <a:lnTo>
                    <a:pt x="6530201" y="11031"/>
                  </a:lnTo>
                  <a:lnTo>
                    <a:pt x="6547453" y="12363"/>
                  </a:lnTo>
                  <a:lnTo>
                    <a:pt x="6578636" y="14990"/>
                  </a:lnTo>
                  <a:lnTo>
                    <a:pt x="6625805" y="19337"/>
                  </a:lnTo>
                  <a:lnTo>
                    <a:pt x="6689451" y="25775"/>
                  </a:lnTo>
                  <a:lnTo>
                    <a:pt x="6768523" y="34590"/>
                  </a:lnTo>
                  <a:lnTo>
                    <a:pt x="6860653" y="45963"/>
                  </a:lnTo>
                  <a:lnTo>
                    <a:pt x="6962578" y="59978"/>
                  </a:lnTo>
                  <a:lnTo>
                    <a:pt x="7070641" y="76636"/>
                  </a:lnTo>
                  <a:lnTo>
                    <a:pt x="7181261" y="95896"/>
                  </a:lnTo>
                  <a:lnTo>
                    <a:pt x="7291298" y="117705"/>
                  </a:lnTo>
                  <a:lnTo>
                    <a:pt x="7398260" y="142032"/>
                  </a:lnTo>
                  <a:lnTo>
                    <a:pt x="7500365" y="168900"/>
                  </a:lnTo>
                  <a:lnTo>
                    <a:pt x="7596504" y="198393"/>
                  </a:lnTo>
                  <a:lnTo>
                    <a:pt x="7686141" y="230674"/>
                  </a:lnTo>
                  <a:lnTo>
                    <a:pt x="7769186" y="265981"/>
                  </a:lnTo>
                  <a:lnTo>
                    <a:pt x="7845878" y="304630"/>
                  </a:lnTo>
                  <a:lnTo>
                    <a:pt x="7916678" y="347003"/>
                  </a:lnTo>
                  <a:lnTo>
                    <a:pt x="7982187" y="393542"/>
                  </a:lnTo>
                  <a:lnTo>
                    <a:pt x="8043080" y="444726"/>
                  </a:lnTo>
                  <a:lnTo>
                    <a:pt x="8100061" y="501038"/>
                  </a:lnTo>
                  <a:lnTo>
                    <a:pt x="8153825" y="562912"/>
                  </a:lnTo>
                  <a:lnTo>
                    <a:pt x="8205022" y="630651"/>
                  </a:lnTo>
                  <a:lnTo>
                    <a:pt x="8229629" y="666433"/>
                  </a:lnTo>
                  <a:lnTo>
                    <a:pt x="8268501" y="727294"/>
                  </a:lnTo>
                  <a:lnTo>
                    <a:pt x="8306497" y="792010"/>
                  </a:lnTo>
                  <a:lnTo>
                    <a:pt x="8343822" y="860658"/>
                  </a:lnTo>
                  <a:lnTo>
                    <a:pt x="8380648" y="933271"/>
                  </a:lnTo>
                  <a:lnTo>
                    <a:pt x="8417117" y="1009834"/>
                  </a:lnTo>
                  <a:lnTo>
                    <a:pt x="8453345" y="1090275"/>
                  </a:lnTo>
                  <a:lnTo>
                    <a:pt x="8489424" y="1174465"/>
                  </a:lnTo>
                  <a:lnTo>
                    <a:pt x="8525427" y="1262214"/>
                  </a:lnTo>
                  <a:lnTo>
                    <a:pt x="8561406" y="1353273"/>
                  </a:lnTo>
                  <a:lnTo>
                    <a:pt x="8597400" y="1447331"/>
                  </a:lnTo>
                  <a:lnTo>
                    <a:pt x="8633430" y="1544021"/>
                  </a:lnTo>
                  <a:lnTo>
                    <a:pt x="8669506" y="1642921"/>
                  </a:lnTo>
                  <a:lnTo>
                    <a:pt x="8705628" y="1743564"/>
                  </a:lnTo>
                  <a:lnTo>
                    <a:pt x="8741788" y="1845448"/>
                  </a:lnTo>
                  <a:lnTo>
                    <a:pt x="8777970" y="1948041"/>
                  </a:lnTo>
                  <a:lnTo>
                    <a:pt x="8814159" y="2050796"/>
                  </a:lnTo>
                  <a:lnTo>
                    <a:pt x="8850334" y="2153163"/>
                  </a:lnTo>
                  <a:lnTo>
                    <a:pt x="8886480" y="2254601"/>
                  </a:lnTo>
                  <a:lnTo>
                    <a:pt x="8922584" y="2354588"/>
                  </a:lnTo>
                  <a:lnTo>
                    <a:pt x="8958640" y="2452635"/>
                  </a:lnTo>
                  <a:lnTo>
                    <a:pt x="8994653" y="2548292"/>
                  </a:lnTo>
                  <a:lnTo>
                    <a:pt x="9030637" y="2641161"/>
                  </a:lnTo>
                  <a:lnTo>
                    <a:pt x="9066621" y="2730896"/>
                  </a:lnTo>
                  <a:lnTo>
                    <a:pt x="9102648" y="2817211"/>
                  </a:lnTo>
                  <a:lnTo>
                    <a:pt x="9138778" y="2899881"/>
                  </a:lnTo>
                  <a:lnTo>
                    <a:pt x="9175092" y="2978743"/>
                  </a:lnTo>
                  <a:lnTo>
                    <a:pt x="9211693" y="3053690"/>
                  </a:lnTo>
                  <a:lnTo>
                    <a:pt x="9248705" y="3124675"/>
                  </a:lnTo>
                  <a:lnTo>
                    <a:pt x="9286283" y="3191702"/>
                  </a:lnTo>
                  <a:lnTo>
                    <a:pt x="9324611" y="3254824"/>
                  </a:lnTo>
                  <a:lnTo>
                    <a:pt x="9347647" y="3290244"/>
                  </a:lnTo>
                  <a:lnTo>
                    <a:pt x="9397789" y="3360930"/>
                  </a:lnTo>
                  <a:lnTo>
                    <a:pt x="9450203" y="3425687"/>
                  </a:lnTo>
                  <a:lnTo>
                    <a:pt x="9505505" y="3484707"/>
                  </a:lnTo>
                  <a:lnTo>
                    <a:pt x="9564371" y="3538375"/>
                  </a:lnTo>
                  <a:lnTo>
                    <a:pt x="9627505" y="3587155"/>
                  </a:lnTo>
                  <a:lnTo>
                    <a:pt x="9695601" y="3631535"/>
                  </a:lnTo>
                  <a:lnTo>
                    <a:pt x="9769304" y="3671978"/>
                  </a:lnTo>
                  <a:lnTo>
                    <a:pt x="9849154" y="3708898"/>
                  </a:lnTo>
                  <a:lnTo>
                    <a:pt x="9935511" y="3742644"/>
                  </a:lnTo>
                  <a:lnTo>
                    <a:pt x="10028463" y="3773494"/>
                  </a:lnTo>
                  <a:lnTo>
                    <a:pt x="10127711" y="3801648"/>
                  </a:lnTo>
                  <a:lnTo>
                    <a:pt x="10232444" y="3827228"/>
                  </a:lnTo>
                  <a:lnTo>
                    <a:pt x="10341224" y="3850287"/>
                  </a:lnTo>
                  <a:lnTo>
                    <a:pt x="10451911" y="3870816"/>
                  </a:lnTo>
                  <a:lnTo>
                    <a:pt x="10561668" y="3888771"/>
                  </a:lnTo>
                  <a:lnTo>
                    <a:pt x="10667098" y="3904099"/>
                  </a:lnTo>
                  <a:lnTo>
                    <a:pt x="10764528" y="3916777"/>
                  </a:lnTo>
                  <a:lnTo>
                    <a:pt x="10850435" y="3926844"/>
                  </a:lnTo>
                  <a:lnTo>
                    <a:pt x="10921950" y="3934430"/>
                  </a:lnTo>
                  <a:lnTo>
                    <a:pt x="10977325" y="3939772"/>
                  </a:lnTo>
                  <a:lnTo>
                    <a:pt x="11016271" y="3943201"/>
                  </a:lnTo>
                  <a:lnTo>
                    <a:pt x="11040078" y="3945120"/>
                  </a:lnTo>
                  <a:lnTo>
                    <a:pt x="11051539" y="3945969"/>
                  </a:lnTo>
                  <a:lnTo>
                    <a:pt x="11054763" y="3946189"/>
                  </a:lnTo>
                  <a:lnTo>
                    <a:pt x="11054891" y="3946197"/>
                  </a:lnTo>
                  <a:lnTo>
                    <a:pt x="12049831" y="3946197"/>
                  </a:lnTo>
                  <a:lnTo>
                    <a:pt x="12049831" y="3935716"/>
                  </a:lnTo>
                  <a:lnTo>
                    <a:pt x="11054891" y="3935716"/>
                  </a:lnTo>
                  <a:lnTo>
                    <a:pt x="11053864" y="3935648"/>
                  </a:lnTo>
                  <a:lnTo>
                    <a:pt x="11047075" y="3935166"/>
                  </a:lnTo>
                  <a:lnTo>
                    <a:pt x="11029824" y="3933833"/>
                  </a:lnTo>
                  <a:lnTo>
                    <a:pt x="10998641" y="3931206"/>
                  </a:lnTo>
                  <a:lnTo>
                    <a:pt x="10951472" y="3926859"/>
                  </a:lnTo>
                  <a:lnTo>
                    <a:pt x="10887825" y="3920421"/>
                  </a:lnTo>
                  <a:lnTo>
                    <a:pt x="10808754" y="3911607"/>
                  </a:lnTo>
                  <a:lnTo>
                    <a:pt x="10716624" y="3900233"/>
                  </a:lnTo>
                  <a:lnTo>
                    <a:pt x="10614698" y="3886219"/>
                  </a:lnTo>
                  <a:lnTo>
                    <a:pt x="10506636" y="3869560"/>
                  </a:lnTo>
                  <a:lnTo>
                    <a:pt x="10396016" y="3850300"/>
                  </a:lnTo>
                  <a:lnTo>
                    <a:pt x="10285978" y="3828492"/>
                  </a:lnTo>
                  <a:lnTo>
                    <a:pt x="10179017" y="3804164"/>
                  </a:lnTo>
                  <a:lnTo>
                    <a:pt x="10076912" y="3777297"/>
                  </a:lnTo>
                  <a:lnTo>
                    <a:pt x="9980773" y="3747803"/>
                  </a:lnTo>
                  <a:lnTo>
                    <a:pt x="9891136" y="3715522"/>
                  </a:lnTo>
                  <a:lnTo>
                    <a:pt x="9808091" y="3680215"/>
                  </a:lnTo>
                  <a:lnTo>
                    <a:pt x="9731399" y="3641567"/>
                  </a:lnTo>
                  <a:lnTo>
                    <a:pt x="9660599" y="3599194"/>
                  </a:lnTo>
                  <a:lnTo>
                    <a:pt x="9595090" y="3552655"/>
                  </a:lnTo>
                  <a:lnTo>
                    <a:pt x="9534197" y="3501471"/>
                  </a:lnTo>
                  <a:lnTo>
                    <a:pt x="9477215" y="3445159"/>
                  </a:lnTo>
                  <a:lnTo>
                    <a:pt x="9423451" y="3383285"/>
                  </a:lnTo>
                  <a:lnTo>
                    <a:pt x="9372254" y="3315545"/>
                  </a:lnTo>
                  <a:lnTo>
                    <a:pt x="9347647" y="3279763"/>
                  </a:lnTo>
                  <a:lnTo>
                    <a:pt x="9308775" y="3218902"/>
                  </a:lnTo>
                  <a:lnTo>
                    <a:pt x="9270780" y="3154187"/>
                  </a:lnTo>
                  <a:lnTo>
                    <a:pt x="9233454" y="3085539"/>
                  </a:lnTo>
                  <a:lnTo>
                    <a:pt x="9196628" y="3012925"/>
                  </a:lnTo>
                  <a:lnTo>
                    <a:pt x="9160159" y="2936362"/>
                  </a:lnTo>
                  <a:lnTo>
                    <a:pt x="9123931" y="2855922"/>
                  </a:lnTo>
                  <a:lnTo>
                    <a:pt x="9087852" y="2771732"/>
                  </a:lnTo>
                  <a:lnTo>
                    <a:pt x="9051850" y="2683982"/>
                  </a:lnTo>
                  <a:lnTo>
                    <a:pt x="9015870" y="2592923"/>
                  </a:lnTo>
                  <a:lnTo>
                    <a:pt x="8979877" y="2498865"/>
                  </a:lnTo>
                  <a:lnTo>
                    <a:pt x="8943847" y="2402176"/>
                  </a:lnTo>
                  <a:lnTo>
                    <a:pt x="8907771" y="2303276"/>
                  </a:lnTo>
                  <a:lnTo>
                    <a:pt x="8871648" y="2202632"/>
                  </a:lnTo>
                  <a:lnTo>
                    <a:pt x="8835489" y="2100748"/>
                  </a:lnTo>
                  <a:lnTo>
                    <a:pt x="8799306" y="1998156"/>
                  </a:lnTo>
                  <a:lnTo>
                    <a:pt x="8763118" y="1895400"/>
                  </a:lnTo>
                  <a:lnTo>
                    <a:pt x="8726943" y="1793033"/>
                  </a:lnTo>
                  <a:lnTo>
                    <a:pt x="8690797" y="1691595"/>
                  </a:lnTo>
                  <a:lnTo>
                    <a:pt x="8654693" y="1591608"/>
                  </a:lnTo>
                  <a:lnTo>
                    <a:pt x="8618636" y="1493562"/>
                  </a:lnTo>
                  <a:lnTo>
                    <a:pt x="8582623" y="1397904"/>
                  </a:lnTo>
                  <a:lnTo>
                    <a:pt x="8546639" y="1305036"/>
                  </a:lnTo>
                  <a:lnTo>
                    <a:pt x="8510655" y="1215301"/>
                  </a:lnTo>
                  <a:lnTo>
                    <a:pt x="8474629" y="1128985"/>
                  </a:lnTo>
                  <a:lnTo>
                    <a:pt x="8438499" y="1046315"/>
                  </a:lnTo>
                  <a:lnTo>
                    <a:pt x="8402184" y="967454"/>
                  </a:lnTo>
                  <a:lnTo>
                    <a:pt x="8365584" y="892506"/>
                  </a:lnTo>
                  <a:lnTo>
                    <a:pt x="8328572" y="821521"/>
                  </a:lnTo>
                  <a:lnTo>
                    <a:pt x="8290994" y="754494"/>
                  </a:lnTo>
                  <a:lnTo>
                    <a:pt x="8252666" y="691373"/>
                  </a:lnTo>
                  <a:lnTo>
                    <a:pt x="8229629" y="655952"/>
                  </a:lnTo>
                  <a:lnTo>
                    <a:pt x="8179487" y="585266"/>
                  </a:lnTo>
                  <a:lnTo>
                    <a:pt x="8127073" y="520510"/>
                  </a:lnTo>
                  <a:lnTo>
                    <a:pt x="8071771" y="461489"/>
                  </a:lnTo>
                  <a:lnTo>
                    <a:pt x="8012905" y="407822"/>
                  </a:lnTo>
                  <a:lnTo>
                    <a:pt x="7949772" y="359041"/>
                  </a:lnTo>
                  <a:lnTo>
                    <a:pt x="7881676" y="314661"/>
                  </a:lnTo>
                  <a:lnTo>
                    <a:pt x="7807973" y="274219"/>
                  </a:lnTo>
                  <a:lnTo>
                    <a:pt x="7728123" y="237299"/>
                  </a:lnTo>
                  <a:lnTo>
                    <a:pt x="7641765" y="203552"/>
                  </a:lnTo>
                  <a:lnTo>
                    <a:pt x="7548813" y="172702"/>
                  </a:lnTo>
                  <a:lnTo>
                    <a:pt x="7449565" y="144548"/>
                  </a:lnTo>
                  <a:lnTo>
                    <a:pt x="7344832" y="118968"/>
                  </a:lnTo>
                  <a:lnTo>
                    <a:pt x="7236052" y="95910"/>
                  </a:lnTo>
                  <a:lnTo>
                    <a:pt x="7125366" y="75381"/>
                  </a:lnTo>
                  <a:lnTo>
                    <a:pt x="7015609" y="57426"/>
                  </a:lnTo>
                  <a:lnTo>
                    <a:pt x="6910179" y="42097"/>
                  </a:lnTo>
                  <a:lnTo>
                    <a:pt x="6812749" y="29419"/>
                  </a:lnTo>
                  <a:lnTo>
                    <a:pt x="6726841" y="19353"/>
                  </a:lnTo>
                  <a:lnTo>
                    <a:pt x="6655327" y="11766"/>
                  </a:lnTo>
                  <a:lnTo>
                    <a:pt x="6599952" y="6424"/>
                  </a:lnTo>
                  <a:lnTo>
                    <a:pt x="6561006" y="2995"/>
                  </a:lnTo>
                  <a:lnTo>
                    <a:pt x="6537198" y="1076"/>
                  </a:lnTo>
                  <a:lnTo>
                    <a:pt x="6525738" y="228"/>
                  </a:lnTo>
                  <a:lnTo>
                    <a:pt x="6522514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4" y="57"/>
                  </a:lnTo>
                  <a:lnTo>
                    <a:pt x="5519373" y="462"/>
                  </a:lnTo>
                  <a:lnTo>
                    <a:pt x="5501574" y="1584"/>
                  </a:lnTo>
                  <a:lnTo>
                    <a:pt x="5469437" y="3794"/>
                  </a:lnTo>
                  <a:lnTo>
                    <a:pt x="5420901" y="7450"/>
                  </a:lnTo>
                  <a:lnTo>
                    <a:pt x="5355539" y="12861"/>
                  </a:lnTo>
                  <a:lnTo>
                    <a:pt x="5274532" y="20262"/>
                  </a:lnTo>
                  <a:lnTo>
                    <a:pt x="5180410" y="29799"/>
                  </a:lnTo>
                  <a:lnTo>
                    <a:pt x="5076598" y="41536"/>
                  </a:lnTo>
                  <a:lnTo>
                    <a:pt x="4966890" y="55470"/>
                  </a:lnTo>
                  <a:lnTo>
                    <a:pt x="4854952" y="71563"/>
                  </a:lnTo>
                  <a:lnTo>
                    <a:pt x="4743961" y="89771"/>
                  </a:lnTo>
                  <a:lnTo>
                    <a:pt x="4636399" y="110074"/>
                  </a:lnTo>
                  <a:lnTo>
                    <a:pt x="4534008" y="132498"/>
                  </a:lnTo>
                  <a:lnTo>
                    <a:pt x="4437837" y="157122"/>
                  </a:lnTo>
                  <a:lnTo>
                    <a:pt x="4348357" y="184095"/>
                  </a:lnTo>
                  <a:lnTo>
                    <a:pt x="4265594" y="213627"/>
                  </a:lnTo>
                  <a:lnTo>
                    <a:pt x="4189252" y="245995"/>
                  </a:lnTo>
                  <a:lnTo>
                    <a:pt x="4118820" y="281533"/>
                  </a:lnTo>
                  <a:lnTo>
                    <a:pt x="4053655" y="320618"/>
                  </a:lnTo>
                  <a:lnTo>
                    <a:pt x="3993050" y="363659"/>
                  </a:lnTo>
                  <a:lnTo>
                    <a:pt x="3936276" y="411055"/>
                  </a:lnTo>
                  <a:lnTo>
                    <a:pt x="3882623" y="463154"/>
                  </a:lnTo>
                  <a:lnTo>
                    <a:pt x="3831435" y="520167"/>
                  </a:lnTo>
                  <a:lnTo>
                    <a:pt x="3820202" y="533671"/>
                  </a:lnTo>
                  <a:lnTo>
                    <a:pt x="3777957" y="587688"/>
                  </a:lnTo>
                  <a:lnTo>
                    <a:pt x="3736728" y="645425"/>
                  </a:lnTo>
                  <a:lnTo>
                    <a:pt x="3696254" y="706956"/>
                  </a:lnTo>
                  <a:lnTo>
                    <a:pt x="3656323" y="772306"/>
                  </a:lnTo>
                  <a:lnTo>
                    <a:pt x="3616764" y="841440"/>
                  </a:lnTo>
                  <a:lnTo>
                    <a:pt x="3577440" y="914260"/>
                  </a:lnTo>
                  <a:lnTo>
                    <a:pt x="3538245" y="990600"/>
                  </a:lnTo>
                  <a:lnTo>
                    <a:pt x="3499098" y="1070226"/>
                  </a:lnTo>
                  <a:lnTo>
                    <a:pt x="3459947" y="1152833"/>
                  </a:lnTo>
                  <a:lnTo>
                    <a:pt x="3420757" y="1238052"/>
                  </a:lnTo>
                  <a:lnTo>
                    <a:pt x="3381513" y="1325450"/>
                  </a:lnTo>
                  <a:lnTo>
                    <a:pt x="3342215" y="1414542"/>
                  </a:lnTo>
                  <a:lnTo>
                    <a:pt x="3302873" y="1504800"/>
                  </a:lnTo>
                  <a:lnTo>
                    <a:pt x="3263507" y="1595666"/>
                  </a:lnTo>
                  <a:lnTo>
                    <a:pt x="3224139" y="1686566"/>
                  </a:lnTo>
                  <a:lnTo>
                    <a:pt x="3184793" y="1776924"/>
                  </a:lnTo>
                  <a:lnTo>
                    <a:pt x="3145489" y="1866182"/>
                  </a:lnTo>
                  <a:lnTo>
                    <a:pt x="3106238" y="1953805"/>
                  </a:lnTo>
                  <a:lnTo>
                    <a:pt x="3067043" y="2039303"/>
                  </a:lnTo>
                  <a:lnTo>
                    <a:pt x="3027888" y="2122238"/>
                  </a:lnTo>
                  <a:lnTo>
                    <a:pt x="2988744" y="2202231"/>
                  </a:lnTo>
                  <a:lnTo>
                    <a:pt x="2949557" y="2278971"/>
                  </a:lnTo>
                  <a:lnTo>
                    <a:pt x="2910253" y="2352214"/>
                  </a:lnTo>
                  <a:lnTo>
                    <a:pt x="2870728" y="2421788"/>
                  </a:lnTo>
                  <a:lnTo>
                    <a:pt x="2830850" y="2487586"/>
                  </a:lnTo>
                  <a:lnTo>
                    <a:pt x="2790450" y="2549566"/>
                  </a:lnTo>
                  <a:lnTo>
                    <a:pt x="2749322" y="2607746"/>
                  </a:lnTo>
                  <a:lnTo>
                    <a:pt x="2707212" y="2662195"/>
                  </a:lnTo>
                  <a:lnTo>
                    <a:pt x="2702183" y="2668356"/>
                  </a:lnTo>
                  <a:lnTo>
                    <a:pt x="2651469" y="2726480"/>
                  </a:lnTo>
                  <a:lnTo>
                    <a:pt x="2598425" y="2779673"/>
                  </a:lnTo>
                  <a:lnTo>
                    <a:pt x="2542413" y="2828100"/>
                  </a:lnTo>
                  <a:lnTo>
                    <a:pt x="2482733" y="2872086"/>
                  </a:lnTo>
                  <a:lnTo>
                    <a:pt x="2418658" y="2912026"/>
                  </a:lnTo>
                  <a:lnTo>
                    <a:pt x="2349469" y="2948327"/>
                  </a:lnTo>
                  <a:lnTo>
                    <a:pt x="2274507" y="2981377"/>
                  </a:lnTo>
                  <a:lnTo>
                    <a:pt x="2193223" y="3011521"/>
                  </a:lnTo>
                  <a:lnTo>
                    <a:pt x="2105265" y="3039048"/>
                  </a:lnTo>
                  <a:lnTo>
                    <a:pt x="2010576" y="3064186"/>
                  </a:lnTo>
                  <a:lnTo>
                    <a:pt x="1909515" y="3087095"/>
                  </a:lnTo>
                  <a:lnTo>
                    <a:pt x="1802991" y="3107871"/>
                  </a:lnTo>
                  <a:lnTo>
                    <a:pt x="1692581" y="3126551"/>
                  </a:lnTo>
                  <a:lnTo>
                    <a:pt x="1580602" y="3143123"/>
                  </a:lnTo>
                  <a:lnTo>
                    <a:pt x="1470086" y="3157547"/>
                  </a:lnTo>
                  <a:lnTo>
                    <a:pt x="1364614" y="3169780"/>
                  </a:lnTo>
                  <a:lnTo>
                    <a:pt x="1267992" y="3179809"/>
                  </a:lnTo>
                  <a:lnTo>
                    <a:pt x="1183775" y="3187681"/>
                  </a:lnTo>
                  <a:lnTo>
                    <a:pt x="1114738" y="3193522"/>
                  </a:lnTo>
                  <a:lnTo>
                    <a:pt x="1062395" y="3197548"/>
                  </a:lnTo>
                  <a:lnTo>
                    <a:pt x="1026692" y="3200054"/>
                  </a:lnTo>
                  <a:lnTo>
                    <a:pt x="1005927" y="3201387"/>
                  </a:lnTo>
                  <a:lnTo>
                    <a:pt x="996868" y="3201922"/>
                  </a:lnTo>
                  <a:lnTo>
                    <a:pt x="994940" y="3202027"/>
                  </a:lnTo>
                  <a:lnTo>
                    <a:pt x="0" y="3202027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44" name="pl1443"/>
            <p:cNvSpPr/>
            <p:nvPr/>
          </p:nvSpPr>
          <p:spPr>
            <a:xfrm>
              <a:off x="1199187" y="1881223"/>
              <a:ext cx="12049831" cy="3935716"/>
            </a:xfrm>
            <a:custGeom>
              <a:avLst/>
              <a:pathLst>
                <a:path w="12049831" h="3935716">
                  <a:moveTo>
                    <a:pt x="0" y="3202027"/>
                  </a:moveTo>
                  <a:lnTo>
                    <a:pt x="994940" y="3202027"/>
                  </a:lnTo>
                  <a:lnTo>
                    <a:pt x="996001" y="3201970"/>
                  </a:lnTo>
                  <a:lnTo>
                    <a:pt x="1003012" y="3201564"/>
                  </a:lnTo>
                  <a:lnTo>
                    <a:pt x="1020811" y="3200443"/>
                  </a:lnTo>
                  <a:lnTo>
                    <a:pt x="1052948" y="3198232"/>
                  </a:lnTo>
                  <a:lnTo>
                    <a:pt x="1101484" y="3194576"/>
                  </a:lnTo>
                  <a:lnTo>
                    <a:pt x="1166846" y="3189165"/>
                  </a:lnTo>
                  <a:lnTo>
                    <a:pt x="1247853" y="3181765"/>
                  </a:lnTo>
                  <a:lnTo>
                    <a:pt x="1341975" y="3172227"/>
                  </a:lnTo>
                  <a:lnTo>
                    <a:pt x="1445787" y="3160491"/>
                  </a:lnTo>
                  <a:lnTo>
                    <a:pt x="1555495" y="3146557"/>
                  </a:lnTo>
                  <a:lnTo>
                    <a:pt x="1667433" y="3130464"/>
                  </a:lnTo>
                  <a:lnTo>
                    <a:pt x="1778424" y="3112256"/>
                  </a:lnTo>
                  <a:lnTo>
                    <a:pt x="1885986" y="3091952"/>
                  </a:lnTo>
                  <a:lnTo>
                    <a:pt x="1988377" y="3069529"/>
                  </a:lnTo>
                  <a:lnTo>
                    <a:pt x="2084548" y="3044904"/>
                  </a:lnTo>
                  <a:lnTo>
                    <a:pt x="2174028" y="3017932"/>
                  </a:lnTo>
                  <a:lnTo>
                    <a:pt x="2256791" y="2988399"/>
                  </a:lnTo>
                  <a:lnTo>
                    <a:pt x="2333133" y="2956031"/>
                  </a:lnTo>
                  <a:lnTo>
                    <a:pt x="2403565" y="2920494"/>
                  </a:lnTo>
                  <a:lnTo>
                    <a:pt x="2468730" y="2881408"/>
                  </a:lnTo>
                  <a:lnTo>
                    <a:pt x="2529335" y="2838368"/>
                  </a:lnTo>
                  <a:lnTo>
                    <a:pt x="2586109" y="2790971"/>
                  </a:lnTo>
                  <a:lnTo>
                    <a:pt x="2639762" y="2738872"/>
                  </a:lnTo>
                  <a:lnTo>
                    <a:pt x="2690950" y="2681859"/>
                  </a:lnTo>
                  <a:lnTo>
                    <a:pt x="2702183" y="2668356"/>
                  </a:lnTo>
                  <a:lnTo>
                    <a:pt x="2744428" y="2614338"/>
                  </a:lnTo>
                  <a:lnTo>
                    <a:pt x="2785657" y="2556602"/>
                  </a:lnTo>
                  <a:lnTo>
                    <a:pt x="2826131" y="2495070"/>
                  </a:lnTo>
                  <a:lnTo>
                    <a:pt x="2866062" y="2429720"/>
                  </a:lnTo>
                  <a:lnTo>
                    <a:pt x="2905621" y="2360586"/>
                  </a:lnTo>
                  <a:lnTo>
                    <a:pt x="2944945" y="2287766"/>
                  </a:lnTo>
                  <a:lnTo>
                    <a:pt x="2984140" y="2211426"/>
                  </a:lnTo>
                  <a:lnTo>
                    <a:pt x="3023287" y="2131800"/>
                  </a:lnTo>
                  <a:lnTo>
                    <a:pt x="3062438" y="2049193"/>
                  </a:lnTo>
                  <a:lnTo>
                    <a:pt x="3101628" y="1963975"/>
                  </a:lnTo>
                  <a:lnTo>
                    <a:pt x="3140872" y="1876577"/>
                  </a:lnTo>
                  <a:lnTo>
                    <a:pt x="3180170" y="1787485"/>
                  </a:lnTo>
                  <a:lnTo>
                    <a:pt x="3219512" y="1697227"/>
                  </a:lnTo>
                  <a:lnTo>
                    <a:pt x="3258878" y="1606361"/>
                  </a:lnTo>
                  <a:lnTo>
                    <a:pt x="3298246" y="1515461"/>
                  </a:lnTo>
                  <a:lnTo>
                    <a:pt x="3337592" y="1425102"/>
                  </a:lnTo>
                  <a:lnTo>
                    <a:pt x="3376896" y="1335845"/>
                  </a:lnTo>
                  <a:lnTo>
                    <a:pt x="3416147" y="1248222"/>
                  </a:lnTo>
                  <a:lnTo>
                    <a:pt x="3455342" y="1162724"/>
                  </a:lnTo>
                  <a:lnTo>
                    <a:pt x="3494497" y="1079789"/>
                  </a:lnTo>
                  <a:lnTo>
                    <a:pt x="3533641" y="999796"/>
                  </a:lnTo>
                  <a:lnTo>
                    <a:pt x="3572828" y="923056"/>
                  </a:lnTo>
                  <a:lnTo>
                    <a:pt x="3612132" y="849812"/>
                  </a:lnTo>
                  <a:lnTo>
                    <a:pt x="3651657" y="780238"/>
                  </a:lnTo>
                  <a:lnTo>
                    <a:pt x="3691535" y="714440"/>
                  </a:lnTo>
                  <a:lnTo>
                    <a:pt x="3731935" y="652460"/>
                  </a:lnTo>
                  <a:lnTo>
                    <a:pt x="3773063" y="594281"/>
                  </a:lnTo>
                  <a:lnTo>
                    <a:pt x="3815173" y="539831"/>
                  </a:lnTo>
                  <a:lnTo>
                    <a:pt x="3820202" y="533671"/>
                  </a:lnTo>
                  <a:lnTo>
                    <a:pt x="3870916" y="475546"/>
                  </a:lnTo>
                  <a:lnTo>
                    <a:pt x="3923960" y="422354"/>
                  </a:lnTo>
                  <a:lnTo>
                    <a:pt x="3979972" y="373926"/>
                  </a:lnTo>
                  <a:lnTo>
                    <a:pt x="4039652" y="329940"/>
                  </a:lnTo>
                  <a:lnTo>
                    <a:pt x="4103727" y="290001"/>
                  </a:lnTo>
                  <a:lnTo>
                    <a:pt x="4172916" y="253700"/>
                  </a:lnTo>
                  <a:lnTo>
                    <a:pt x="4247878" y="220650"/>
                  </a:lnTo>
                  <a:lnTo>
                    <a:pt x="4329162" y="190506"/>
                  </a:lnTo>
                  <a:lnTo>
                    <a:pt x="4417120" y="162978"/>
                  </a:lnTo>
                  <a:lnTo>
                    <a:pt x="4511809" y="137840"/>
                  </a:lnTo>
                  <a:lnTo>
                    <a:pt x="4612870" y="114931"/>
                  </a:lnTo>
                  <a:lnTo>
                    <a:pt x="4719394" y="94155"/>
                  </a:lnTo>
                  <a:lnTo>
                    <a:pt x="4829804" y="75475"/>
                  </a:lnTo>
                  <a:lnTo>
                    <a:pt x="4941783" y="58903"/>
                  </a:lnTo>
                  <a:lnTo>
                    <a:pt x="5052299" y="44479"/>
                  </a:lnTo>
                  <a:lnTo>
                    <a:pt x="5157771" y="32246"/>
                  </a:lnTo>
                  <a:lnTo>
                    <a:pt x="5254393" y="22217"/>
                  </a:lnTo>
                  <a:lnTo>
                    <a:pt x="5338610" y="14346"/>
                  </a:lnTo>
                  <a:lnTo>
                    <a:pt x="5407647" y="8505"/>
                  </a:lnTo>
                  <a:lnTo>
                    <a:pt x="5459990" y="4479"/>
                  </a:lnTo>
                  <a:lnTo>
                    <a:pt x="5495693" y="1973"/>
                  </a:lnTo>
                  <a:lnTo>
                    <a:pt x="5516458" y="639"/>
                  </a:lnTo>
                  <a:lnTo>
                    <a:pt x="5525517" y="105"/>
                  </a:lnTo>
                  <a:lnTo>
                    <a:pt x="5527433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12" y="67"/>
                  </a:lnTo>
                  <a:lnTo>
                    <a:pt x="6530201" y="550"/>
                  </a:lnTo>
                  <a:lnTo>
                    <a:pt x="6547453" y="1882"/>
                  </a:lnTo>
                  <a:lnTo>
                    <a:pt x="6578636" y="4509"/>
                  </a:lnTo>
                  <a:lnTo>
                    <a:pt x="6625805" y="8856"/>
                  </a:lnTo>
                  <a:lnTo>
                    <a:pt x="6689451" y="15294"/>
                  </a:lnTo>
                  <a:lnTo>
                    <a:pt x="6768523" y="24109"/>
                  </a:lnTo>
                  <a:lnTo>
                    <a:pt x="6860653" y="35482"/>
                  </a:lnTo>
                  <a:lnTo>
                    <a:pt x="6962578" y="49496"/>
                  </a:lnTo>
                  <a:lnTo>
                    <a:pt x="7070641" y="66155"/>
                  </a:lnTo>
                  <a:lnTo>
                    <a:pt x="7181261" y="85415"/>
                  </a:lnTo>
                  <a:lnTo>
                    <a:pt x="7291298" y="107223"/>
                  </a:lnTo>
                  <a:lnTo>
                    <a:pt x="7398260" y="131551"/>
                  </a:lnTo>
                  <a:lnTo>
                    <a:pt x="7500365" y="158418"/>
                  </a:lnTo>
                  <a:lnTo>
                    <a:pt x="7596504" y="187912"/>
                  </a:lnTo>
                  <a:lnTo>
                    <a:pt x="7686141" y="220193"/>
                  </a:lnTo>
                  <a:lnTo>
                    <a:pt x="7769186" y="255500"/>
                  </a:lnTo>
                  <a:lnTo>
                    <a:pt x="7845878" y="294148"/>
                  </a:lnTo>
                  <a:lnTo>
                    <a:pt x="7916678" y="336521"/>
                  </a:lnTo>
                  <a:lnTo>
                    <a:pt x="7982187" y="383060"/>
                  </a:lnTo>
                  <a:lnTo>
                    <a:pt x="8043080" y="434244"/>
                  </a:lnTo>
                  <a:lnTo>
                    <a:pt x="8100061" y="490556"/>
                  </a:lnTo>
                  <a:lnTo>
                    <a:pt x="8153825" y="552431"/>
                  </a:lnTo>
                  <a:lnTo>
                    <a:pt x="8205022" y="620170"/>
                  </a:lnTo>
                  <a:lnTo>
                    <a:pt x="8229629" y="655952"/>
                  </a:lnTo>
                  <a:lnTo>
                    <a:pt x="8268501" y="716813"/>
                  </a:lnTo>
                  <a:lnTo>
                    <a:pt x="8306497" y="781528"/>
                  </a:lnTo>
                  <a:lnTo>
                    <a:pt x="8343822" y="850176"/>
                  </a:lnTo>
                  <a:lnTo>
                    <a:pt x="8380648" y="922790"/>
                  </a:lnTo>
                  <a:lnTo>
                    <a:pt x="8417117" y="999353"/>
                  </a:lnTo>
                  <a:lnTo>
                    <a:pt x="8453345" y="1079794"/>
                  </a:lnTo>
                  <a:lnTo>
                    <a:pt x="8489424" y="1163983"/>
                  </a:lnTo>
                  <a:lnTo>
                    <a:pt x="8525427" y="1251733"/>
                  </a:lnTo>
                  <a:lnTo>
                    <a:pt x="8561406" y="1342792"/>
                  </a:lnTo>
                  <a:lnTo>
                    <a:pt x="8597400" y="1436850"/>
                  </a:lnTo>
                  <a:lnTo>
                    <a:pt x="8633430" y="1533539"/>
                  </a:lnTo>
                  <a:lnTo>
                    <a:pt x="8669506" y="1632439"/>
                  </a:lnTo>
                  <a:lnTo>
                    <a:pt x="8705628" y="1733083"/>
                  </a:lnTo>
                  <a:lnTo>
                    <a:pt x="8741788" y="1834967"/>
                  </a:lnTo>
                  <a:lnTo>
                    <a:pt x="8777970" y="1937560"/>
                  </a:lnTo>
                  <a:lnTo>
                    <a:pt x="8814159" y="2040315"/>
                  </a:lnTo>
                  <a:lnTo>
                    <a:pt x="8850334" y="2142682"/>
                  </a:lnTo>
                  <a:lnTo>
                    <a:pt x="8886480" y="2244120"/>
                  </a:lnTo>
                  <a:lnTo>
                    <a:pt x="8922584" y="2344107"/>
                  </a:lnTo>
                  <a:lnTo>
                    <a:pt x="8958640" y="2442154"/>
                  </a:lnTo>
                  <a:lnTo>
                    <a:pt x="8994653" y="2537811"/>
                  </a:lnTo>
                  <a:lnTo>
                    <a:pt x="9030637" y="2630680"/>
                  </a:lnTo>
                  <a:lnTo>
                    <a:pt x="9066621" y="2720415"/>
                  </a:lnTo>
                  <a:lnTo>
                    <a:pt x="9102648" y="2806730"/>
                  </a:lnTo>
                  <a:lnTo>
                    <a:pt x="9138778" y="2889400"/>
                  </a:lnTo>
                  <a:lnTo>
                    <a:pt x="9175092" y="2968261"/>
                  </a:lnTo>
                  <a:lnTo>
                    <a:pt x="9211693" y="3043209"/>
                  </a:lnTo>
                  <a:lnTo>
                    <a:pt x="9248705" y="3114194"/>
                  </a:lnTo>
                  <a:lnTo>
                    <a:pt x="9286283" y="3181221"/>
                  </a:lnTo>
                  <a:lnTo>
                    <a:pt x="9324611" y="3244342"/>
                  </a:lnTo>
                  <a:lnTo>
                    <a:pt x="9347647" y="3279763"/>
                  </a:lnTo>
                  <a:lnTo>
                    <a:pt x="9397789" y="3350449"/>
                  </a:lnTo>
                  <a:lnTo>
                    <a:pt x="9450203" y="3415205"/>
                  </a:lnTo>
                  <a:lnTo>
                    <a:pt x="9505505" y="3474226"/>
                  </a:lnTo>
                  <a:lnTo>
                    <a:pt x="9564371" y="3527893"/>
                  </a:lnTo>
                  <a:lnTo>
                    <a:pt x="9627505" y="3576674"/>
                  </a:lnTo>
                  <a:lnTo>
                    <a:pt x="9695601" y="3621054"/>
                  </a:lnTo>
                  <a:lnTo>
                    <a:pt x="9769304" y="3661497"/>
                  </a:lnTo>
                  <a:lnTo>
                    <a:pt x="9849154" y="3698416"/>
                  </a:lnTo>
                  <a:lnTo>
                    <a:pt x="9935511" y="3732163"/>
                  </a:lnTo>
                  <a:lnTo>
                    <a:pt x="10028463" y="3763013"/>
                  </a:lnTo>
                  <a:lnTo>
                    <a:pt x="10127711" y="3791167"/>
                  </a:lnTo>
                  <a:lnTo>
                    <a:pt x="10232444" y="3816747"/>
                  </a:lnTo>
                  <a:lnTo>
                    <a:pt x="10341224" y="3839805"/>
                  </a:lnTo>
                  <a:lnTo>
                    <a:pt x="10451911" y="3860334"/>
                  </a:lnTo>
                  <a:lnTo>
                    <a:pt x="10561668" y="3878289"/>
                  </a:lnTo>
                  <a:lnTo>
                    <a:pt x="10667098" y="3893618"/>
                  </a:lnTo>
                  <a:lnTo>
                    <a:pt x="10764528" y="3906296"/>
                  </a:lnTo>
                  <a:lnTo>
                    <a:pt x="10850435" y="3916363"/>
                  </a:lnTo>
                  <a:lnTo>
                    <a:pt x="10921950" y="3923949"/>
                  </a:lnTo>
                  <a:lnTo>
                    <a:pt x="10977325" y="3929291"/>
                  </a:lnTo>
                  <a:lnTo>
                    <a:pt x="11016271" y="3932720"/>
                  </a:lnTo>
                  <a:lnTo>
                    <a:pt x="11040078" y="3934639"/>
                  </a:lnTo>
                  <a:lnTo>
                    <a:pt x="11051539" y="3935487"/>
                  </a:lnTo>
                  <a:lnTo>
                    <a:pt x="11054763" y="3935708"/>
                  </a:lnTo>
                  <a:lnTo>
                    <a:pt x="11054891" y="3935716"/>
                  </a:lnTo>
                  <a:lnTo>
                    <a:pt x="12049831" y="3935716"/>
                  </a:lnTo>
                  <a:lnTo>
                    <a:pt x="12049831" y="39357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5" name="pl1444"/>
            <p:cNvSpPr/>
            <p:nvPr/>
          </p:nvSpPr>
          <p:spPr>
            <a:xfrm>
              <a:off x="1199187" y="1870741"/>
              <a:ext cx="12049831" cy="3935716"/>
            </a:xfrm>
            <a:custGeom>
              <a:avLst/>
              <a:pathLst>
                <a:path w="12049831" h="3935716">
                  <a:moveTo>
                    <a:pt x="12049831" y="3935716"/>
                  </a:moveTo>
                  <a:lnTo>
                    <a:pt x="11054891" y="3935716"/>
                  </a:lnTo>
                  <a:lnTo>
                    <a:pt x="11053864" y="3935648"/>
                  </a:lnTo>
                  <a:lnTo>
                    <a:pt x="11047075" y="3935166"/>
                  </a:lnTo>
                  <a:lnTo>
                    <a:pt x="11029824" y="3933833"/>
                  </a:lnTo>
                  <a:lnTo>
                    <a:pt x="10998641" y="3931206"/>
                  </a:lnTo>
                  <a:lnTo>
                    <a:pt x="10951472" y="3926859"/>
                  </a:lnTo>
                  <a:lnTo>
                    <a:pt x="10887825" y="3920421"/>
                  </a:lnTo>
                  <a:lnTo>
                    <a:pt x="10808754" y="3911607"/>
                  </a:lnTo>
                  <a:lnTo>
                    <a:pt x="10716624" y="3900233"/>
                  </a:lnTo>
                  <a:lnTo>
                    <a:pt x="10614698" y="3886219"/>
                  </a:lnTo>
                  <a:lnTo>
                    <a:pt x="10506636" y="3869560"/>
                  </a:lnTo>
                  <a:lnTo>
                    <a:pt x="10396016" y="3850300"/>
                  </a:lnTo>
                  <a:lnTo>
                    <a:pt x="10285978" y="3828492"/>
                  </a:lnTo>
                  <a:lnTo>
                    <a:pt x="10179017" y="3804164"/>
                  </a:lnTo>
                  <a:lnTo>
                    <a:pt x="10076912" y="3777297"/>
                  </a:lnTo>
                  <a:lnTo>
                    <a:pt x="9980773" y="3747803"/>
                  </a:lnTo>
                  <a:lnTo>
                    <a:pt x="9891136" y="3715522"/>
                  </a:lnTo>
                  <a:lnTo>
                    <a:pt x="9808091" y="3680215"/>
                  </a:lnTo>
                  <a:lnTo>
                    <a:pt x="9731399" y="3641567"/>
                  </a:lnTo>
                  <a:lnTo>
                    <a:pt x="9660599" y="3599194"/>
                  </a:lnTo>
                  <a:lnTo>
                    <a:pt x="9595090" y="3552655"/>
                  </a:lnTo>
                  <a:lnTo>
                    <a:pt x="9534197" y="3501471"/>
                  </a:lnTo>
                  <a:lnTo>
                    <a:pt x="9477215" y="3445159"/>
                  </a:lnTo>
                  <a:lnTo>
                    <a:pt x="9423451" y="3383285"/>
                  </a:lnTo>
                  <a:lnTo>
                    <a:pt x="9372254" y="3315545"/>
                  </a:lnTo>
                  <a:lnTo>
                    <a:pt x="9347647" y="3279763"/>
                  </a:lnTo>
                  <a:lnTo>
                    <a:pt x="9308775" y="3218902"/>
                  </a:lnTo>
                  <a:lnTo>
                    <a:pt x="9270780" y="3154187"/>
                  </a:lnTo>
                  <a:lnTo>
                    <a:pt x="9233454" y="3085539"/>
                  </a:lnTo>
                  <a:lnTo>
                    <a:pt x="9196628" y="3012925"/>
                  </a:lnTo>
                  <a:lnTo>
                    <a:pt x="9160159" y="2936362"/>
                  </a:lnTo>
                  <a:lnTo>
                    <a:pt x="9123931" y="2855922"/>
                  </a:lnTo>
                  <a:lnTo>
                    <a:pt x="9087852" y="2771732"/>
                  </a:lnTo>
                  <a:lnTo>
                    <a:pt x="9051850" y="2683982"/>
                  </a:lnTo>
                  <a:lnTo>
                    <a:pt x="9015870" y="2592923"/>
                  </a:lnTo>
                  <a:lnTo>
                    <a:pt x="8979877" y="2498865"/>
                  </a:lnTo>
                  <a:lnTo>
                    <a:pt x="8943847" y="2402176"/>
                  </a:lnTo>
                  <a:lnTo>
                    <a:pt x="8907771" y="2303276"/>
                  </a:lnTo>
                  <a:lnTo>
                    <a:pt x="8871648" y="2202632"/>
                  </a:lnTo>
                  <a:lnTo>
                    <a:pt x="8835489" y="2100748"/>
                  </a:lnTo>
                  <a:lnTo>
                    <a:pt x="8799306" y="1998156"/>
                  </a:lnTo>
                  <a:lnTo>
                    <a:pt x="8763118" y="1895400"/>
                  </a:lnTo>
                  <a:lnTo>
                    <a:pt x="8726943" y="1793033"/>
                  </a:lnTo>
                  <a:lnTo>
                    <a:pt x="8690797" y="1691595"/>
                  </a:lnTo>
                  <a:lnTo>
                    <a:pt x="8654693" y="1591608"/>
                  </a:lnTo>
                  <a:lnTo>
                    <a:pt x="8618636" y="1493562"/>
                  </a:lnTo>
                  <a:lnTo>
                    <a:pt x="8582623" y="1397904"/>
                  </a:lnTo>
                  <a:lnTo>
                    <a:pt x="8546639" y="1305036"/>
                  </a:lnTo>
                  <a:lnTo>
                    <a:pt x="8510655" y="1215301"/>
                  </a:lnTo>
                  <a:lnTo>
                    <a:pt x="8474629" y="1128985"/>
                  </a:lnTo>
                  <a:lnTo>
                    <a:pt x="8438499" y="1046315"/>
                  </a:lnTo>
                  <a:lnTo>
                    <a:pt x="8402184" y="967454"/>
                  </a:lnTo>
                  <a:lnTo>
                    <a:pt x="8365584" y="892506"/>
                  </a:lnTo>
                  <a:lnTo>
                    <a:pt x="8328572" y="821521"/>
                  </a:lnTo>
                  <a:lnTo>
                    <a:pt x="8290994" y="754494"/>
                  </a:lnTo>
                  <a:lnTo>
                    <a:pt x="8252666" y="691373"/>
                  </a:lnTo>
                  <a:lnTo>
                    <a:pt x="8229629" y="655952"/>
                  </a:lnTo>
                  <a:lnTo>
                    <a:pt x="8179487" y="585266"/>
                  </a:lnTo>
                  <a:lnTo>
                    <a:pt x="8127073" y="520510"/>
                  </a:lnTo>
                  <a:lnTo>
                    <a:pt x="8071771" y="461489"/>
                  </a:lnTo>
                  <a:lnTo>
                    <a:pt x="8012905" y="407822"/>
                  </a:lnTo>
                  <a:lnTo>
                    <a:pt x="7949772" y="359041"/>
                  </a:lnTo>
                  <a:lnTo>
                    <a:pt x="7881676" y="314661"/>
                  </a:lnTo>
                  <a:lnTo>
                    <a:pt x="7807973" y="274219"/>
                  </a:lnTo>
                  <a:lnTo>
                    <a:pt x="7728123" y="237299"/>
                  </a:lnTo>
                  <a:lnTo>
                    <a:pt x="7641765" y="203552"/>
                  </a:lnTo>
                  <a:lnTo>
                    <a:pt x="7548813" y="172702"/>
                  </a:lnTo>
                  <a:lnTo>
                    <a:pt x="7449565" y="144548"/>
                  </a:lnTo>
                  <a:lnTo>
                    <a:pt x="7344832" y="118968"/>
                  </a:lnTo>
                  <a:lnTo>
                    <a:pt x="7236052" y="95910"/>
                  </a:lnTo>
                  <a:lnTo>
                    <a:pt x="7125366" y="75381"/>
                  </a:lnTo>
                  <a:lnTo>
                    <a:pt x="7015609" y="57426"/>
                  </a:lnTo>
                  <a:lnTo>
                    <a:pt x="6910179" y="42097"/>
                  </a:lnTo>
                  <a:lnTo>
                    <a:pt x="6812749" y="29419"/>
                  </a:lnTo>
                  <a:lnTo>
                    <a:pt x="6726841" y="19353"/>
                  </a:lnTo>
                  <a:lnTo>
                    <a:pt x="6655327" y="11766"/>
                  </a:lnTo>
                  <a:lnTo>
                    <a:pt x="6599952" y="6424"/>
                  </a:lnTo>
                  <a:lnTo>
                    <a:pt x="6561006" y="2995"/>
                  </a:lnTo>
                  <a:lnTo>
                    <a:pt x="6537198" y="1076"/>
                  </a:lnTo>
                  <a:lnTo>
                    <a:pt x="6525738" y="228"/>
                  </a:lnTo>
                  <a:lnTo>
                    <a:pt x="6522514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4" y="57"/>
                  </a:lnTo>
                  <a:lnTo>
                    <a:pt x="5519373" y="462"/>
                  </a:lnTo>
                  <a:lnTo>
                    <a:pt x="5501574" y="1584"/>
                  </a:lnTo>
                  <a:lnTo>
                    <a:pt x="5469437" y="3794"/>
                  </a:lnTo>
                  <a:lnTo>
                    <a:pt x="5420901" y="7450"/>
                  </a:lnTo>
                  <a:lnTo>
                    <a:pt x="5355539" y="12861"/>
                  </a:lnTo>
                  <a:lnTo>
                    <a:pt x="5274532" y="20262"/>
                  </a:lnTo>
                  <a:lnTo>
                    <a:pt x="5180410" y="29799"/>
                  </a:lnTo>
                  <a:lnTo>
                    <a:pt x="5076598" y="41536"/>
                  </a:lnTo>
                  <a:lnTo>
                    <a:pt x="4966890" y="55470"/>
                  </a:lnTo>
                  <a:lnTo>
                    <a:pt x="4854952" y="71563"/>
                  </a:lnTo>
                  <a:lnTo>
                    <a:pt x="4743961" y="89771"/>
                  </a:lnTo>
                  <a:lnTo>
                    <a:pt x="4636399" y="110074"/>
                  </a:lnTo>
                  <a:lnTo>
                    <a:pt x="4534008" y="132498"/>
                  </a:lnTo>
                  <a:lnTo>
                    <a:pt x="4437837" y="157122"/>
                  </a:lnTo>
                  <a:lnTo>
                    <a:pt x="4348357" y="184095"/>
                  </a:lnTo>
                  <a:lnTo>
                    <a:pt x="4265594" y="213627"/>
                  </a:lnTo>
                  <a:lnTo>
                    <a:pt x="4189252" y="245995"/>
                  </a:lnTo>
                  <a:lnTo>
                    <a:pt x="4118820" y="281533"/>
                  </a:lnTo>
                  <a:lnTo>
                    <a:pt x="4053655" y="320618"/>
                  </a:lnTo>
                  <a:lnTo>
                    <a:pt x="3993050" y="363659"/>
                  </a:lnTo>
                  <a:lnTo>
                    <a:pt x="3936276" y="411055"/>
                  </a:lnTo>
                  <a:lnTo>
                    <a:pt x="3882623" y="463154"/>
                  </a:lnTo>
                  <a:lnTo>
                    <a:pt x="3831435" y="520167"/>
                  </a:lnTo>
                  <a:lnTo>
                    <a:pt x="3820202" y="533671"/>
                  </a:lnTo>
                  <a:lnTo>
                    <a:pt x="3777957" y="587688"/>
                  </a:lnTo>
                  <a:lnTo>
                    <a:pt x="3736728" y="645425"/>
                  </a:lnTo>
                  <a:lnTo>
                    <a:pt x="3696254" y="706956"/>
                  </a:lnTo>
                  <a:lnTo>
                    <a:pt x="3656323" y="772306"/>
                  </a:lnTo>
                  <a:lnTo>
                    <a:pt x="3616764" y="841440"/>
                  </a:lnTo>
                  <a:lnTo>
                    <a:pt x="3577440" y="914260"/>
                  </a:lnTo>
                  <a:lnTo>
                    <a:pt x="3538245" y="990600"/>
                  </a:lnTo>
                  <a:lnTo>
                    <a:pt x="3499098" y="1070226"/>
                  </a:lnTo>
                  <a:lnTo>
                    <a:pt x="3459947" y="1152833"/>
                  </a:lnTo>
                  <a:lnTo>
                    <a:pt x="3420757" y="1238052"/>
                  </a:lnTo>
                  <a:lnTo>
                    <a:pt x="3381513" y="1325450"/>
                  </a:lnTo>
                  <a:lnTo>
                    <a:pt x="3342215" y="1414542"/>
                  </a:lnTo>
                  <a:lnTo>
                    <a:pt x="3302873" y="1504800"/>
                  </a:lnTo>
                  <a:lnTo>
                    <a:pt x="3263507" y="1595666"/>
                  </a:lnTo>
                  <a:lnTo>
                    <a:pt x="3224139" y="1686566"/>
                  </a:lnTo>
                  <a:lnTo>
                    <a:pt x="3184793" y="1776924"/>
                  </a:lnTo>
                  <a:lnTo>
                    <a:pt x="3145489" y="1866182"/>
                  </a:lnTo>
                  <a:lnTo>
                    <a:pt x="3106238" y="1953805"/>
                  </a:lnTo>
                  <a:lnTo>
                    <a:pt x="3067043" y="2039303"/>
                  </a:lnTo>
                  <a:lnTo>
                    <a:pt x="3027888" y="2122238"/>
                  </a:lnTo>
                  <a:lnTo>
                    <a:pt x="2988744" y="2202231"/>
                  </a:lnTo>
                  <a:lnTo>
                    <a:pt x="2949557" y="2278971"/>
                  </a:lnTo>
                  <a:lnTo>
                    <a:pt x="2910253" y="2352214"/>
                  </a:lnTo>
                  <a:lnTo>
                    <a:pt x="2870728" y="2421788"/>
                  </a:lnTo>
                  <a:lnTo>
                    <a:pt x="2830850" y="2487586"/>
                  </a:lnTo>
                  <a:lnTo>
                    <a:pt x="2790450" y="2549566"/>
                  </a:lnTo>
                  <a:lnTo>
                    <a:pt x="2749322" y="2607746"/>
                  </a:lnTo>
                  <a:lnTo>
                    <a:pt x="2707212" y="2662195"/>
                  </a:lnTo>
                  <a:lnTo>
                    <a:pt x="2702183" y="2668356"/>
                  </a:lnTo>
                  <a:lnTo>
                    <a:pt x="2651469" y="2726480"/>
                  </a:lnTo>
                  <a:lnTo>
                    <a:pt x="2598425" y="2779673"/>
                  </a:lnTo>
                  <a:lnTo>
                    <a:pt x="2542413" y="2828100"/>
                  </a:lnTo>
                  <a:lnTo>
                    <a:pt x="2482733" y="2872086"/>
                  </a:lnTo>
                  <a:lnTo>
                    <a:pt x="2418658" y="2912026"/>
                  </a:lnTo>
                  <a:lnTo>
                    <a:pt x="2349469" y="2948327"/>
                  </a:lnTo>
                  <a:lnTo>
                    <a:pt x="2274507" y="2981377"/>
                  </a:lnTo>
                  <a:lnTo>
                    <a:pt x="2193223" y="3011521"/>
                  </a:lnTo>
                  <a:lnTo>
                    <a:pt x="2105265" y="3039048"/>
                  </a:lnTo>
                  <a:lnTo>
                    <a:pt x="2010576" y="3064186"/>
                  </a:lnTo>
                  <a:lnTo>
                    <a:pt x="1909515" y="3087095"/>
                  </a:lnTo>
                  <a:lnTo>
                    <a:pt x="1802991" y="3107871"/>
                  </a:lnTo>
                  <a:lnTo>
                    <a:pt x="1692581" y="3126551"/>
                  </a:lnTo>
                  <a:lnTo>
                    <a:pt x="1580602" y="3143123"/>
                  </a:lnTo>
                  <a:lnTo>
                    <a:pt x="1470086" y="3157547"/>
                  </a:lnTo>
                  <a:lnTo>
                    <a:pt x="1364614" y="3169780"/>
                  </a:lnTo>
                  <a:lnTo>
                    <a:pt x="1267992" y="3179809"/>
                  </a:lnTo>
                  <a:lnTo>
                    <a:pt x="1183775" y="3187681"/>
                  </a:lnTo>
                  <a:lnTo>
                    <a:pt x="1114738" y="3193522"/>
                  </a:lnTo>
                  <a:lnTo>
                    <a:pt x="1062395" y="3197548"/>
                  </a:lnTo>
                  <a:lnTo>
                    <a:pt x="1026692" y="3200054"/>
                  </a:lnTo>
                  <a:lnTo>
                    <a:pt x="1005927" y="3201387"/>
                  </a:lnTo>
                  <a:lnTo>
                    <a:pt x="996868" y="3201922"/>
                  </a:lnTo>
                  <a:lnTo>
                    <a:pt x="994952" y="3202026"/>
                  </a:lnTo>
                  <a:lnTo>
                    <a:pt x="994940" y="3202027"/>
                  </a:lnTo>
                  <a:lnTo>
                    <a:pt x="0" y="3202027"/>
                  </a:lnTo>
                  <a:lnTo>
                    <a:pt x="0" y="32020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6" name="pg1445"/>
            <p:cNvSpPr/>
            <p:nvPr/>
          </p:nvSpPr>
          <p:spPr>
            <a:xfrm>
              <a:off x="1199187" y="1896945"/>
              <a:ext cx="12049831" cy="4496464"/>
            </a:xfrm>
            <a:custGeom>
              <a:avLst/>
              <a:pathLst>
                <a:path w="12049831" h="4496464">
                  <a:moveTo>
                    <a:pt x="0" y="3191546"/>
                  </a:moveTo>
                  <a:lnTo>
                    <a:pt x="994940" y="3191546"/>
                  </a:lnTo>
                  <a:lnTo>
                    <a:pt x="996001" y="3191489"/>
                  </a:lnTo>
                  <a:lnTo>
                    <a:pt x="1003017" y="3191085"/>
                  </a:lnTo>
                  <a:lnTo>
                    <a:pt x="1020827" y="3189968"/>
                  </a:lnTo>
                  <a:lnTo>
                    <a:pt x="1052983" y="3187767"/>
                  </a:lnTo>
                  <a:lnTo>
                    <a:pt x="1101547" y="3184127"/>
                  </a:lnTo>
                  <a:lnTo>
                    <a:pt x="1166942" y="3178739"/>
                  </a:lnTo>
                  <a:lnTo>
                    <a:pt x="1247987" y="3171370"/>
                  </a:lnTo>
                  <a:lnTo>
                    <a:pt x="1342149" y="3161874"/>
                  </a:lnTo>
                  <a:lnTo>
                    <a:pt x="1445998" y="3150188"/>
                  </a:lnTo>
                  <a:lnTo>
                    <a:pt x="1555738" y="3136315"/>
                  </a:lnTo>
                  <a:lnTo>
                    <a:pt x="1667702" y="3120293"/>
                  </a:lnTo>
                  <a:lnTo>
                    <a:pt x="1778711" y="3102165"/>
                  </a:lnTo>
                  <a:lnTo>
                    <a:pt x="1886284" y="3081951"/>
                  </a:lnTo>
                  <a:lnTo>
                    <a:pt x="1988680" y="3059627"/>
                  </a:lnTo>
                  <a:lnTo>
                    <a:pt x="2084852" y="3035110"/>
                  </a:lnTo>
                  <a:lnTo>
                    <a:pt x="2174328" y="3008256"/>
                  </a:lnTo>
                  <a:lnTo>
                    <a:pt x="2257085" y="2978853"/>
                  </a:lnTo>
                  <a:lnTo>
                    <a:pt x="2333420" y="2946625"/>
                  </a:lnTo>
                  <a:lnTo>
                    <a:pt x="2403846" y="2911241"/>
                  </a:lnTo>
                  <a:lnTo>
                    <a:pt x="2469003" y="2872323"/>
                  </a:lnTo>
                  <a:lnTo>
                    <a:pt x="2529603" y="2829466"/>
                  </a:lnTo>
                  <a:lnTo>
                    <a:pt x="2586373" y="2782271"/>
                  </a:lnTo>
                  <a:lnTo>
                    <a:pt x="2640025" y="2730393"/>
                  </a:lnTo>
                  <a:lnTo>
                    <a:pt x="2691212" y="2673622"/>
                  </a:lnTo>
                  <a:lnTo>
                    <a:pt x="2702183" y="2660495"/>
                  </a:lnTo>
                  <a:lnTo>
                    <a:pt x="2744508" y="2606635"/>
                  </a:lnTo>
                  <a:lnTo>
                    <a:pt x="2785815" y="2549060"/>
                  </a:lnTo>
                  <a:lnTo>
                    <a:pt x="2826364" y="2487694"/>
                  </a:lnTo>
                  <a:lnTo>
                    <a:pt x="2866368" y="2422514"/>
                  </a:lnTo>
                  <a:lnTo>
                    <a:pt x="2906001" y="2353554"/>
                  </a:lnTo>
                  <a:lnTo>
                    <a:pt x="2945399" y="2280913"/>
                  </a:lnTo>
                  <a:lnTo>
                    <a:pt x="2984670" y="2204759"/>
                  </a:lnTo>
                  <a:lnTo>
                    <a:pt x="3023891" y="2125326"/>
                  </a:lnTo>
                  <a:lnTo>
                    <a:pt x="3063119" y="2042919"/>
                  </a:lnTo>
                  <a:lnTo>
                    <a:pt x="3102385" y="1957912"/>
                  </a:lnTo>
                  <a:lnTo>
                    <a:pt x="3141706" y="1870736"/>
                  </a:lnTo>
                  <a:lnTo>
                    <a:pt x="3181082" y="1781879"/>
                  </a:lnTo>
                  <a:lnTo>
                    <a:pt x="3220500" y="1691869"/>
                  </a:lnTo>
                  <a:lnTo>
                    <a:pt x="3259943" y="1601267"/>
                  </a:lnTo>
                  <a:lnTo>
                    <a:pt x="3299386" y="1510646"/>
                  </a:lnTo>
                  <a:lnTo>
                    <a:pt x="3338807" y="1420582"/>
                  </a:lnTo>
                  <a:lnTo>
                    <a:pt x="3378185" y="1331636"/>
                  </a:lnTo>
                  <a:lnTo>
                    <a:pt x="3417510" y="1244338"/>
                  </a:lnTo>
                  <a:lnTo>
                    <a:pt x="3456780" y="1159180"/>
                  </a:lnTo>
                  <a:lnTo>
                    <a:pt x="3496009" y="1076597"/>
                  </a:lnTo>
                  <a:lnTo>
                    <a:pt x="3535229" y="996966"/>
                  </a:lnTo>
                  <a:lnTo>
                    <a:pt x="3574494" y="920596"/>
                  </a:lnTo>
                  <a:lnTo>
                    <a:pt x="3613882" y="847727"/>
                  </a:lnTo>
                  <a:lnTo>
                    <a:pt x="3653496" y="778530"/>
                  </a:lnTo>
                  <a:lnTo>
                    <a:pt x="3693472" y="713108"/>
                  </a:lnTo>
                  <a:lnTo>
                    <a:pt x="3733981" y="651501"/>
                  </a:lnTo>
                  <a:lnTo>
                    <a:pt x="3775232" y="593687"/>
                  </a:lnTo>
                  <a:lnTo>
                    <a:pt x="3817484" y="539596"/>
                  </a:lnTo>
                  <a:lnTo>
                    <a:pt x="3820202" y="536291"/>
                  </a:lnTo>
                  <a:lnTo>
                    <a:pt x="3870927" y="478440"/>
                  </a:lnTo>
                  <a:lnTo>
                    <a:pt x="3923984" y="425499"/>
                  </a:lnTo>
                  <a:lnTo>
                    <a:pt x="3980010" y="377301"/>
                  </a:lnTo>
                  <a:lnTo>
                    <a:pt x="4039706" y="333524"/>
                  </a:lnTo>
                  <a:lnTo>
                    <a:pt x="4103800" y="293776"/>
                  </a:lnTo>
                  <a:lnTo>
                    <a:pt x="4173010" y="257650"/>
                  </a:lnTo>
                  <a:lnTo>
                    <a:pt x="4247997" y="224759"/>
                  </a:lnTo>
                  <a:lnTo>
                    <a:pt x="4329310" y="194761"/>
                  </a:lnTo>
                  <a:lnTo>
                    <a:pt x="4417299" y="167367"/>
                  </a:lnTo>
                  <a:lnTo>
                    <a:pt x="4512022" y="142352"/>
                  </a:lnTo>
                  <a:lnTo>
                    <a:pt x="4613119" y="119556"/>
                  </a:lnTo>
                  <a:lnTo>
                    <a:pt x="4719679" y="98882"/>
                  </a:lnTo>
                  <a:lnTo>
                    <a:pt x="4830120" y="80295"/>
                  </a:lnTo>
                  <a:lnTo>
                    <a:pt x="4942124" y="63807"/>
                  </a:lnTo>
                  <a:lnTo>
                    <a:pt x="5052654" y="49458"/>
                  </a:lnTo>
                  <a:lnTo>
                    <a:pt x="5158125" y="37290"/>
                  </a:lnTo>
                  <a:lnTo>
                    <a:pt x="5254730" y="27316"/>
                  </a:lnTo>
                  <a:lnTo>
                    <a:pt x="5338912" y="19489"/>
                  </a:lnTo>
                  <a:lnTo>
                    <a:pt x="5407899" y="13684"/>
                  </a:lnTo>
                  <a:lnTo>
                    <a:pt x="5460182" y="9683"/>
                  </a:lnTo>
                  <a:lnTo>
                    <a:pt x="5495820" y="7195"/>
                  </a:lnTo>
                  <a:lnTo>
                    <a:pt x="5516526" y="5872"/>
                  </a:lnTo>
                  <a:lnTo>
                    <a:pt x="5525540" y="534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384" y="5315"/>
                  </a:lnTo>
                  <a:lnTo>
                    <a:pt x="6529988" y="5850"/>
                  </a:lnTo>
                  <a:lnTo>
                    <a:pt x="6546782" y="7327"/>
                  </a:lnTo>
                  <a:lnTo>
                    <a:pt x="6577169" y="10239"/>
                  </a:lnTo>
                  <a:lnTo>
                    <a:pt x="6623192" y="15060"/>
                  </a:lnTo>
                  <a:lnTo>
                    <a:pt x="6685397" y="22205"/>
                  </a:lnTo>
                  <a:lnTo>
                    <a:pt x="6762834" y="31995"/>
                  </a:lnTo>
                  <a:lnTo>
                    <a:pt x="6853270" y="44640"/>
                  </a:lnTo>
                  <a:lnTo>
                    <a:pt x="6953581" y="60239"/>
                  </a:lnTo>
                  <a:lnTo>
                    <a:pt x="7060223" y="78801"/>
                  </a:lnTo>
                  <a:lnTo>
                    <a:pt x="7169692" y="100281"/>
                  </a:lnTo>
                  <a:lnTo>
                    <a:pt x="7278883" y="124619"/>
                  </a:lnTo>
                  <a:lnTo>
                    <a:pt x="7385298" y="151779"/>
                  </a:lnTo>
                  <a:lnTo>
                    <a:pt x="7487126" y="181776"/>
                  </a:lnTo>
                  <a:lnTo>
                    <a:pt x="7583209" y="214696"/>
                  </a:lnTo>
                  <a:lnTo>
                    <a:pt x="7672958" y="250705"/>
                  </a:lnTo>
                  <a:lnTo>
                    <a:pt x="7756228" y="290056"/>
                  </a:lnTo>
                  <a:lnTo>
                    <a:pt x="7833211" y="333086"/>
                  </a:lnTo>
                  <a:lnTo>
                    <a:pt x="7904323" y="380207"/>
                  </a:lnTo>
                  <a:lnTo>
                    <a:pt x="7970130" y="431899"/>
                  </a:lnTo>
                  <a:lnTo>
                    <a:pt x="8031280" y="488688"/>
                  </a:lnTo>
                  <a:lnTo>
                    <a:pt x="8088454" y="551112"/>
                  </a:lnTo>
                  <a:lnTo>
                    <a:pt x="8142332" y="619672"/>
                  </a:lnTo>
                  <a:lnTo>
                    <a:pt x="8193557" y="694743"/>
                  </a:lnTo>
                  <a:lnTo>
                    <a:pt x="8229629" y="753777"/>
                  </a:lnTo>
                  <a:lnTo>
                    <a:pt x="8266375" y="819271"/>
                  </a:lnTo>
                  <a:lnTo>
                    <a:pt x="8302327" y="888684"/>
                  </a:lnTo>
                  <a:lnTo>
                    <a:pt x="8337663" y="962095"/>
                  </a:lnTo>
                  <a:lnTo>
                    <a:pt x="8372531" y="1039543"/>
                  </a:lnTo>
                  <a:lnTo>
                    <a:pt x="8407054" y="1121022"/>
                  </a:lnTo>
                  <a:lnTo>
                    <a:pt x="8441335" y="1206476"/>
                  </a:lnTo>
                  <a:lnTo>
                    <a:pt x="8475459" y="1295798"/>
                  </a:lnTo>
                  <a:lnTo>
                    <a:pt x="8509491" y="1388828"/>
                  </a:lnTo>
                  <a:lnTo>
                    <a:pt x="8543484" y="1485349"/>
                  </a:lnTo>
                  <a:lnTo>
                    <a:pt x="8577475" y="1585089"/>
                  </a:lnTo>
                  <a:lnTo>
                    <a:pt x="8611489" y="1687725"/>
                  </a:lnTo>
                  <a:lnTo>
                    <a:pt x="8645540" y="1792878"/>
                  </a:lnTo>
                  <a:lnTo>
                    <a:pt x="8679633" y="1900128"/>
                  </a:lnTo>
                  <a:lnTo>
                    <a:pt x="8713766" y="2009013"/>
                  </a:lnTo>
                  <a:lnTo>
                    <a:pt x="8747930" y="2119042"/>
                  </a:lnTo>
                  <a:lnTo>
                    <a:pt x="8782112" y="2229700"/>
                  </a:lnTo>
                  <a:lnTo>
                    <a:pt x="8816297" y="2340458"/>
                  </a:lnTo>
                  <a:lnTo>
                    <a:pt x="8850470" y="2450789"/>
                  </a:lnTo>
                  <a:lnTo>
                    <a:pt x="8884616" y="2560170"/>
                  </a:lnTo>
                  <a:lnTo>
                    <a:pt x="8918725" y="2668101"/>
                  </a:lnTo>
                  <a:lnTo>
                    <a:pt x="8952792" y="2774107"/>
                  </a:lnTo>
                  <a:lnTo>
                    <a:pt x="8986819" y="2877750"/>
                  </a:lnTo>
                  <a:lnTo>
                    <a:pt x="9020816" y="2978638"/>
                  </a:lnTo>
                  <a:lnTo>
                    <a:pt x="9054804" y="3076423"/>
                  </a:lnTo>
                  <a:lnTo>
                    <a:pt x="9088816" y="3170814"/>
                  </a:lnTo>
                  <a:lnTo>
                    <a:pt x="9122898" y="3261574"/>
                  </a:lnTo>
                  <a:lnTo>
                    <a:pt x="9157111" y="3348520"/>
                  </a:lnTo>
                  <a:lnTo>
                    <a:pt x="9191530" y="3431526"/>
                  </a:lnTo>
                  <a:lnTo>
                    <a:pt x="9226253" y="3510516"/>
                  </a:lnTo>
                  <a:lnTo>
                    <a:pt x="9261394" y="3585467"/>
                  </a:lnTo>
                  <a:lnTo>
                    <a:pt x="9297092" y="3656399"/>
                  </a:lnTo>
                  <a:lnTo>
                    <a:pt x="9333512" y="3723377"/>
                  </a:lnTo>
                  <a:lnTo>
                    <a:pt x="9347647" y="3747926"/>
                  </a:lnTo>
                  <a:lnTo>
                    <a:pt x="9397304" y="3827856"/>
                  </a:lnTo>
                  <a:lnTo>
                    <a:pt x="9449184" y="3901145"/>
                  </a:lnTo>
                  <a:lnTo>
                    <a:pt x="9503885" y="3968007"/>
                  </a:lnTo>
                  <a:lnTo>
                    <a:pt x="9562063" y="4028860"/>
                  </a:lnTo>
                  <a:lnTo>
                    <a:pt x="9624402" y="4084221"/>
                  </a:lnTo>
                  <a:lnTo>
                    <a:pt x="9691579" y="4134631"/>
                  </a:lnTo>
                  <a:lnTo>
                    <a:pt x="9764223" y="4180604"/>
                  </a:lnTo>
                  <a:lnTo>
                    <a:pt x="9842867" y="4222604"/>
                  </a:lnTo>
                  <a:lnTo>
                    <a:pt x="9927877" y="4261024"/>
                  </a:lnTo>
                  <a:lnTo>
                    <a:pt x="10019364" y="4296179"/>
                  </a:lnTo>
                  <a:lnTo>
                    <a:pt x="10117076" y="4328298"/>
                  </a:lnTo>
                  <a:lnTo>
                    <a:pt x="10220281" y="4357525"/>
                  </a:lnTo>
                  <a:lnTo>
                    <a:pt x="10327652" y="4383925"/>
                  </a:lnTo>
                  <a:lnTo>
                    <a:pt x="10437191" y="4407498"/>
                  </a:lnTo>
                  <a:lnTo>
                    <a:pt x="10546225" y="4428197"/>
                  </a:lnTo>
                  <a:lnTo>
                    <a:pt x="10651514" y="4445963"/>
                  </a:lnTo>
                  <a:lnTo>
                    <a:pt x="10749503" y="4460761"/>
                  </a:lnTo>
                  <a:lnTo>
                    <a:pt x="10836714" y="4472623"/>
                  </a:lnTo>
                  <a:lnTo>
                    <a:pt x="10910216" y="4481674"/>
                  </a:lnTo>
                  <a:lnTo>
                    <a:pt x="10968091" y="4488156"/>
                  </a:lnTo>
                  <a:lnTo>
                    <a:pt x="11009781" y="4492418"/>
                  </a:lnTo>
                  <a:lnTo>
                    <a:pt x="11036242" y="4494896"/>
                  </a:lnTo>
                  <a:lnTo>
                    <a:pt x="11049901" y="4496070"/>
                  </a:lnTo>
                  <a:lnTo>
                    <a:pt x="11054497" y="4496434"/>
                  </a:lnTo>
                  <a:lnTo>
                    <a:pt x="11054891" y="4496464"/>
                  </a:lnTo>
                  <a:lnTo>
                    <a:pt x="12049831" y="4496464"/>
                  </a:lnTo>
                  <a:lnTo>
                    <a:pt x="12049831" y="4491223"/>
                  </a:lnTo>
                  <a:lnTo>
                    <a:pt x="11054891" y="4491223"/>
                  </a:lnTo>
                  <a:lnTo>
                    <a:pt x="11053893" y="4491148"/>
                  </a:lnTo>
                  <a:lnTo>
                    <a:pt x="11047288" y="4490613"/>
                  </a:lnTo>
                  <a:lnTo>
                    <a:pt x="11030494" y="4489136"/>
                  </a:lnTo>
                  <a:lnTo>
                    <a:pt x="11000108" y="4486224"/>
                  </a:lnTo>
                  <a:lnTo>
                    <a:pt x="10954084" y="4481403"/>
                  </a:lnTo>
                  <a:lnTo>
                    <a:pt x="10891880" y="4474258"/>
                  </a:lnTo>
                  <a:lnTo>
                    <a:pt x="10814443" y="4464468"/>
                  </a:lnTo>
                  <a:lnTo>
                    <a:pt x="10724006" y="4451823"/>
                  </a:lnTo>
                  <a:lnTo>
                    <a:pt x="10623695" y="4436224"/>
                  </a:lnTo>
                  <a:lnTo>
                    <a:pt x="10517054" y="4417662"/>
                  </a:lnTo>
                  <a:lnTo>
                    <a:pt x="10407584" y="4396182"/>
                  </a:lnTo>
                  <a:lnTo>
                    <a:pt x="10298394" y="4371844"/>
                  </a:lnTo>
                  <a:lnTo>
                    <a:pt x="10191978" y="4344684"/>
                  </a:lnTo>
                  <a:lnTo>
                    <a:pt x="10090151" y="4314687"/>
                  </a:lnTo>
                  <a:lnTo>
                    <a:pt x="9994067" y="4281767"/>
                  </a:lnTo>
                  <a:lnTo>
                    <a:pt x="9904319" y="4245758"/>
                  </a:lnTo>
                  <a:lnTo>
                    <a:pt x="9821048" y="4206407"/>
                  </a:lnTo>
                  <a:lnTo>
                    <a:pt x="9744066" y="4163378"/>
                  </a:lnTo>
                  <a:lnTo>
                    <a:pt x="9672954" y="4116257"/>
                  </a:lnTo>
                  <a:lnTo>
                    <a:pt x="9607146" y="4064564"/>
                  </a:lnTo>
                  <a:lnTo>
                    <a:pt x="9545997" y="4007775"/>
                  </a:lnTo>
                  <a:lnTo>
                    <a:pt x="9488822" y="3945351"/>
                  </a:lnTo>
                  <a:lnTo>
                    <a:pt x="9434945" y="3876791"/>
                  </a:lnTo>
                  <a:lnTo>
                    <a:pt x="9383719" y="3801720"/>
                  </a:lnTo>
                  <a:lnTo>
                    <a:pt x="9347647" y="3742686"/>
                  </a:lnTo>
                  <a:lnTo>
                    <a:pt x="9310902" y="3677192"/>
                  </a:lnTo>
                  <a:lnTo>
                    <a:pt x="9274949" y="3607779"/>
                  </a:lnTo>
                  <a:lnTo>
                    <a:pt x="9239613" y="3534368"/>
                  </a:lnTo>
                  <a:lnTo>
                    <a:pt x="9204746" y="3456920"/>
                  </a:lnTo>
                  <a:lnTo>
                    <a:pt x="9170223" y="3375441"/>
                  </a:lnTo>
                  <a:lnTo>
                    <a:pt x="9135941" y="3289988"/>
                  </a:lnTo>
                  <a:lnTo>
                    <a:pt x="9101818" y="3200665"/>
                  </a:lnTo>
                  <a:lnTo>
                    <a:pt x="9067785" y="3107635"/>
                  </a:lnTo>
                  <a:lnTo>
                    <a:pt x="9033792" y="3011114"/>
                  </a:lnTo>
                  <a:lnTo>
                    <a:pt x="8999801" y="2911374"/>
                  </a:lnTo>
                  <a:lnTo>
                    <a:pt x="8965788" y="2808739"/>
                  </a:lnTo>
                  <a:lnTo>
                    <a:pt x="8931736" y="2703585"/>
                  </a:lnTo>
                  <a:lnTo>
                    <a:pt x="8897643" y="2596335"/>
                  </a:lnTo>
                  <a:lnTo>
                    <a:pt x="8863510" y="2487450"/>
                  </a:lnTo>
                  <a:lnTo>
                    <a:pt x="8829346" y="2377421"/>
                  </a:lnTo>
                  <a:lnTo>
                    <a:pt x="8795164" y="2266763"/>
                  </a:lnTo>
                  <a:lnTo>
                    <a:pt x="8760979" y="2156005"/>
                  </a:lnTo>
                  <a:lnTo>
                    <a:pt x="8726807" y="2045674"/>
                  </a:lnTo>
                  <a:lnTo>
                    <a:pt x="8692661" y="1936293"/>
                  </a:lnTo>
                  <a:lnTo>
                    <a:pt x="8658552" y="1828362"/>
                  </a:lnTo>
                  <a:lnTo>
                    <a:pt x="8624485" y="1722356"/>
                  </a:lnTo>
                  <a:lnTo>
                    <a:pt x="8590458" y="1618713"/>
                  </a:lnTo>
                  <a:lnTo>
                    <a:pt x="8556461" y="1517826"/>
                  </a:lnTo>
                  <a:lnTo>
                    <a:pt x="8522472" y="1420040"/>
                  </a:lnTo>
                  <a:lnTo>
                    <a:pt x="8488460" y="1325649"/>
                  </a:lnTo>
                  <a:lnTo>
                    <a:pt x="8454378" y="1234889"/>
                  </a:lnTo>
                  <a:lnTo>
                    <a:pt x="8420166" y="1147943"/>
                  </a:lnTo>
                  <a:lnTo>
                    <a:pt x="8385746" y="1064937"/>
                  </a:lnTo>
                  <a:lnTo>
                    <a:pt x="8351024" y="985947"/>
                  </a:lnTo>
                  <a:lnTo>
                    <a:pt x="8315883" y="910996"/>
                  </a:lnTo>
                  <a:lnTo>
                    <a:pt x="8280185" y="840064"/>
                  </a:lnTo>
                  <a:lnTo>
                    <a:pt x="8243765" y="773086"/>
                  </a:lnTo>
                  <a:lnTo>
                    <a:pt x="8229629" y="748537"/>
                  </a:lnTo>
                  <a:lnTo>
                    <a:pt x="8179973" y="668607"/>
                  </a:lnTo>
                  <a:lnTo>
                    <a:pt x="8128093" y="595318"/>
                  </a:lnTo>
                  <a:lnTo>
                    <a:pt x="8073392" y="528456"/>
                  </a:lnTo>
                  <a:lnTo>
                    <a:pt x="8015213" y="467603"/>
                  </a:lnTo>
                  <a:lnTo>
                    <a:pt x="7952874" y="412242"/>
                  </a:lnTo>
                  <a:lnTo>
                    <a:pt x="7885698" y="361832"/>
                  </a:lnTo>
                  <a:lnTo>
                    <a:pt x="7813054" y="315859"/>
                  </a:lnTo>
                  <a:lnTo>
                    <a:pt x="7734409" y="273859"/>
                  </a:lnTo>
                  <a:lnTo>
                    <a:pt x="7649399" y="235439"/>
                  </a:lnTo>
                  <a:lnTo>
                    <a:pt x="7557912" y="200284"/>
                  </a:lnTo>
                  <a:lnTo>
                    <a:pt x="7460200" y="168165"/>
                  </a:lnTo>
                  <a:lnTo>
                    <a:pt x="7356996" y="138938"/>
                  </a:lnTo>
                  <a:lnTo>
                    <a:pt x="7249625" y="112538"/>
                  </a:lnTo>
                  <a:lnTo>
                    <a:pt x="7140085" y="88965"/>
                  </a:lnTo>
                  <a:lnTo>
                    <a:pt x="7031051" y="68266"/>
                  </a:lnTo>
                  <a:lnTo>
                    <a:pt x="6925762" y="50500"/>
                  </a:lnTo>
                  <a:lnTo>
                    <a:pt x="6827773" y="35702"/>
                  </a:lnTo>
                  <a:lnTo>
                    <a:pt x="6740563" y="23840"/>
                  </a:lnTo>
                  <a:lnTo>
                    <a:pt x="6667061" y="14789"/>
                  </a:lnTo>
                  <a:lnTo>
                    <a:pt x="6609185" y="8307"/>
                  </a:lnTo>
                  <a:lnTo>
                    <a:pt x="6567495" y="4045"/>
                  </a:lnTo>
                  <a:lnTo>
                    <a:pt x="6541035" y="1567"/>
                  </a:lnTo>
                  <a:lnTo>
                    <a:pt x="6527375" y="393"/>
                  </a:lnTo>
                  <a:lnTo>
                    <a:pt x="6522780" y="2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4" y="56"/>
                  </a:lnTo>
                  <a:lnTo>
                    <a:pt x="5519368" y="460"/>
                  </a:lnTo>
                  <a:lnTo>
                    <a:pt x="5501558" y="1577"/>
                  </a:lnTo>
                  <a:lnTo>
                    <a:pt x="5469402" y="3778"/>
                  </a:lnTo>
                  <a:lnTo>
                    <a:pt x="5420838" y="7419"/>
                  </a:lnTo>
                  <a:lnTo>
                    <a:pt x="5355443" y="12806"/>
                  </a:lnTo>
                  <a:lnTo>
                    <a:pt x="5274398" y="20175"/>
                  </a:lnTo>
                  <a:lnTo>
                    <a:pt x="5180236" y="29671"/>
                  </a:lnTo>
                  <a:lnTo>
                    <a:pt x="5076387" y="41357"/>
                  </a:lnTo>
                  <a:lnTo>
                    <a:pt x="4966647" y="55230"/>
                  </a:lnTo>
                  <a:lnTo>
                    <a:pt x="4854683" y="71252"/>
                  </a:lnTo>
                  <a:lnTo>
                    <a:pt x="4743674" y="89380"/>
                  </a:lnTo>
                  <a:lnTo>
                    <a:pt x="4636101" y="109594"/>
                  </a:lnTo>
                  <a:lnTo>
                    <a:pt x="4533704" y="131918"/>
                  </a:lnTo>
                  <a:lnTo>
                    <a:pt x="4437533" y="156435"/>
                  </a:lnTo>
                  <a:lnTo>
                    <a:pt x="4348057" y="183289"/>
                  </a:lnTo>
                  <a:lnTo>
                    <a:pt x="4265300" y="212692"/>
                  </a:lnTo>
                  <a:lnTo>
                    <a:pt x="4188964" y="244920"/>
                  </a:lnTo>
                  <a:lnTo>
                    <a:pt x="4118539" y="280304"/>
                  </a:lnTo>
                  <a:lnTo>
                    <a:pt x="4053382" y="319222"/>
                  </a:lnTo>
                  <a:lnTo>
                    <a:pt x="3992782" y="362079"/>
                  </a:lnTo>
                  <a:lnTo>
                    <a:pt x="3936012" y="409274"/>
                  </a:lnTo>
                  <a:lnTo>
                    <a:pt x="3882360" y="461152"/>
                  </a:lnTo>
                  <a:lnTo>
                    <a:pt x="3831173" y="517923"/>
                  </a:lnTo>
                  <a:lnTo>
                    <a:pt x="3820202" y="531050"/>
                  </a:lnTo>
                  <a:lnTo>
                    <a:pt x="3777877" y="584910"/>
                  </a:lnTo>
                  <a:lnTo>
                    <a:pt x="3736570" y="642485"/>
                  </a:lnTo>
                  <a:lnTo>
                    <a:pt x="3696021" y="703851"/>
                  </a:lnTo>
                  <a:lnTo>
                    <a:pt x="3656016" y="769031"/>
                  </a:lnTo>
                  <a:lnTo>
                    <a:pt x="3616384" y="837991"/>
                  </a:lnTo>
                  <a:lnTo>
                    <a:pt x="3576986" y="910632"/>
                  </a:lnTo>
                  <a:lnTo>
                    <a:pt x="3537715" y="986786"/>
                  </a:lnTo>
                  <a:lnTo>
                    <a:pt x="3498494" y="1066219"/>
                  </a:lnTo>
                  <a:lnTo>
                    <a:pt x="3459266" y="1148626"/>
                  </a:lnTo>
                  <a:lnTo>
                    <a:pt x="3420000" y="1233633"/>
                  </a:lnTo>
                  <a:lnTo>
                    <a:pt x="3380679" y="1320809"/>
                  </a:lnTo>
                  <a:lnTo>
                    <a:pt x="3341303" y="1409666"/>
                  </a:lnTo>
                  <a:lnTo>
                    <a:pt x="3301885" y="1499676"/>
                  </a:lnTo>
                  <a:lnTo>
                    <a:pt x="3262442" y="1590279"/>
                  </a:lnTo>
                  <a:lnTo>
                    <a:pt x="3222999" y="1680899"/>
                  </a:lnTo>
                  <a:lnTo>
                    <a:pt x="3183578" y="1770963"/>
                  </a:lnTo>
                  <a:lnTo>
                    <a:pt x="3144200" y="1859910"/>
                  </a:lnTo>
                  <a:lnTo>
                    <a:pt x="3104875" y="1947207"/>
                  </a:lnTo>
                  <a:lnTo>
                    <a:pt x="3065605" y="2032365"/>
                  </a:lnTo>
                  <a:lnTo>
                    <a:pt x="3026376" y="2114948"/>
                  </a:lnTo>
                  <a:lnTo>
                    <a:pt x="2987156" y="2194580"/>
                  </a:lnTo>
                  <a:lnTo>
                    <a:pt x="2947891" y="2270950"/>
                  </a:lnTo>
                  <a:lnTo>
                    <a:pt x="2908503" y="2343818"/>
                  </a:lnTo>
                  <a:lnTo>
                    <a:pt x="2868889" y="2413015"/>
                  </a:lnTo>
                  <a:lnTo>
                    <a:pt x="2828913" y="2478437"/>
                  </a:lnTo>
                  <a:lnTo>
                    <a:pt x="2788404" y="2540045"/>
                  </a:lnTo>
                  <a:lnTo>
                    <a:pt x="2747153" y="2597858"/>
                  </a:lnTo>
                  <a:lnTo>
                    <a:pt x="2704901" y="2651950"/>
                  </a:lnTo>
                  <a:lnTo>
                    <a:pt x="2702183" y="2655254"/>
                  </a:lnTo>
                  <a:lnTo>
                    <a:pt x="2651458" y="2713105"/>
                  </a:lnTo>
                  <a:lnTo>
                    <a:pt x="2598401" y="2766047"/>
                  </a:lnTo>
                  <a:lnTo>
                    <a:pt x="2542375" y="2814244"/>
                  </a:lnTo>
                  <a:lnTo>
                    <a:pt x="2482679" y="2858021"/>
                  </a:lnTo>
                  <a:lnTo>
                    <a:pt x="2418585" y="2897769"/>
                  </a:lnTo>
                  <a:lnTo>
                    <a:pt x="2349375" y="2933896"/>
                  </a:lnTo>
                  <a:lnTo>
                    <a:pt x="2274388" y="2966786"/>
                  </a:lnTo>
                  <a:lnTo>
                    <a:pt x="2193075" y="2996784"/>
                  </a:lnTo>
                  <a:lnTo>
                    <a:pt x="2105086" y="3024178"/>
                  </a:lnTo>
                  <a:lnTo>
                    <a:pt x="2010363" y="3049193"/>
                  </a:lnTo>
                  <a:lnTo>
                    <a:pt x="1909266" y="3071990"/>
                  </a:lnTo>
                  <a:lnTo>
                    <a:pt x="1802706" y="3092663"/>
                  </a:lnTo>
                  <a:lnTo>
                    <a:pt x="1692265" y="3111250"/>
                  </a:lnTo>
                  <a:lnTo>
                    <a:pt x="1580261" y="3127738"/>
                  </a:lnTo>
                  <a:lnTo>
                    <a:pt x="1469731" y="3142087"/>
                  </a:lnTo>
                  <a:lnTo>
                    <a:pt x="1364260" y="3154255"/>
                  </a:lnTo>
                  <a:lnTo>
                    <a:pt x="1267655" y="3164229"/>
                  </a:lnTo>
                  <a:lnTo>
                    <a:pt x="1183473" y="3172056"/>
                  </a:lnTo>
                  <a:lnTo>
                    <a:pt x="1114486" y="3177862"/>
                  </a:lnTo>
                  <a:lnTo>
                    <a:pt x="1062203" y="3181862"/>
                  </a:lnTo>
                  <a:lnTo>
                    <a:pt x="1026565" y="3184350"/>
                  </a:lnTo>
                  <a:lnTo>
                    <a:pt x="1005859" y="3185673"/>
                  </a:lnTo>
                  <a:lnTo>
                    <a:pt x="996845" y="3186202"/>
                  </a:lnTo>
                  <a:lnTo>
                    <a:pt x="994940" y="3186305"/>
                  </a:lnTo>
                  <a:lnTo>
                    <a:pt x="0" y="3186305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47" name="pl1446"/>
            <p:cNvSpPr/>
            <p:nvPr/>
          </p:nvSpPr>
          <p:spPr>
            <a:xfrm>
              <a:off x="1199187" y="1902185"/>
              <a:ext cx="12049831" cy="4491223"/>
            </a:xfrm>
            <a:custGeom>
              <a:avLst/>
              <a:pathLst>
                <a:path w="12049831" h="4491223">
                  <a:moveTo>
                    <a:pt x="0" y="3186305"/>
                  </a:moveTo>
                  <a:lnTo>
                    <a:pt x="994940" y="3186305"/>
                  </a:lnTo>
                  <a:lnTo>
                    <a:pt x="996001" y="3186248"/>
                  </a:lnTo>
                  <a:lnTo>
                    <a:pt x="1003017" y="3185844"/>
                  </a:lnTo>
                  <a:lnTo>
                    <a:pt x="1020827" y="3184728"/>
                  </a:lnTo>
                  <a:lnTo>
                    <a:pt x="1052983" y="3182527"/>
                  </a:lnTo>
                  <a:lnTo>
                    <a:pt x="1101547" y="3178886"/>
                  </a:lnTo>
                  <a:lnTo>
                    <a:pt x="1166942" y="3173498"/>
                  </a:lnTo>
                  <a:lnTo>
                    <a:pt x="1247987" y="3166129"/>
                  </a:lnTo>
                  <a:lnTo>
                    <a:pt x="1342149" y="3156633"/>
                  </a:lnTo>
                  <a:lnTo>
                    <a:pt x="1445998" y="3144948"/>
                  </a:lnTo>
                  <a:lnTo>
                    <a:pt x="1555738" y="3131074"/>
                  </a:lnTo>
                  <a:lnTo>
                    <a:pt x="1667702" y="3115052"/>
                  </a:lnTo>
                  <a:lnTo>
                    <a:pt x="1778711" y="3096924"/>
                  </a:lnTo>
                  <a:lnTo>
                    <a:pt x="1886284" y="3076710"/>
                  </a:lnTo>
                  <a:lnTo>
                    <a:pt x="1988680" y="3054386"/>
                  </a:lnTo>
                  <a:lnTo>
                    <a:pt x="2084852" y="3029870"/>
                  </a:lnTo>
                  <a:lnTo>
                    <a:pt x="2174328" y="3003016"/>
                  </a:lnTo>
                  <a:lnTo>
                    <a:pt x="2257085" y="2973612"/>
                  </a:lnTo>
                  <a:lnTo>
                    <a:pt x="2333420" y="2941385"/>
                  </a:lnTo>
                  <a:lnTo>
                    <a:pt x="2403846" y="2906001"/>
                  </a:lnTo>
                  <a:lnTo>
                    <a:pt x="2469003" y="2867083"/>
                  </a:lnTo>
                  <a:lnTo>
                    <a:pt x="2529603" y="2824226"/>
                  </a:lnTo>
                  <a:lnTo>
                    <a:pt x="2586373" y="2777030"/>
                  </a:lnTo>
                  <a:lnTo>
                    <a:pt x="2640025" y="2725152"/>
                  </a:lnTo>
                  <a:lnTo>
                    <a:pt x="2691212" y="2668382"/>
                  </a:lnTo>
                  <a:lnTo>
                    <a:pt x="2702183" y="2655254"/>
                  </a:lnTo>
                  <a:lnTo>
                    <a:pt x="2744508" y="2601395"/>
                  </a:lnTo>
                  <a:lnTo>
                    <a:pt x="2785815" y="2543820"/>
                  </a:lnTo>
                  <a:lnTo>
                    <a:pt x="2826364" y="2482454"/>
                  </a:lnTo>
                  <a:lnTo>
                    <a:pt x="2866368" y="2417273"/>
                  </a:lnTo>
                  <a:lnTo>
                    <a:pt x="2906001" y="2348313"/>
                  </a:lnTo>
                  <a:lnTo>
                    <a:pt x="2945399" y="2275673"/>
                  </a:lnTo>
                  <a:lnTo>
                    <a:pt x="2984670" y="2199518"/>
                  </a:lnTo>
                  <a:lnTo>
                    <a:pt x="3023891" y="2120085"/>
                  </a:lnTo>
                  <a:lnTo>
                    <a:pt x="3063119" y="2037679"/>
                  </a:lnTo>
                  <a:lnTo>
                    <a:pt x="3102385" y="1952671"/>
                  </a:lnTo>
                  <a:lnTo>
                    <a:pt x="3141706" y="1865495"/>
                  </a:lnTo>
                  <a:lnTo>
                    <a:pt x="3181082" y="1776638"/>
                  </a:lnTo>
                  <a:lnTo>
                    <a:pt x="3220500" y="1686629"/>
                  </a:lnTo>
                  <a:lnTo>
                    <a:pt x="3259943" y="1596026"/>
                  </a:lnTo>
                  <a:lnTo>
                    <a:pt x="3299386" y="1505405"/>
                  </a:lnTo>
                  <a:lnTo>
                    <a:pt x="3338807" y="1415341"/>
                  </a:lnTo>
                  <a:lnTo>
                    <a:pt x="3378185" y="1326395"/>
                  </a:lnTo>
                  <a:lnTo>
                    <a:pt x="3417510" y="1239098"/>
                  </a:lnTo>
                  <a:lnTo>
                    <a:pt x="3456780" y="1153939"/>
                  </a:lnTo>
                  <a:lnTo>
                    <a:pt x="3496009" y="1071356"/>
                  </a:lnTo>
                  <a:lnTo>
                    <a:pt x="3535229" y="991725"/>
                  </a:lnTo>
                  <a:lnTo>
                    <a:pt x="3574494" y="915355"/>
                  </a:lnTo>
                  <a:lnTo>
                    <a:pt x="3613882" y="842486"/>
                  </a:lnTo>
                  <a:lnTo>
                    <a:pt x="3653496" y="773289"/>
                  </a:lnTo>
                  <a:lnTo>
                    <a:pt x="3693472" y="707868"/>
                  </a:lnTo>
                  <a:lnTo>
                    <a:pt x="3733981" y="646260"/>
                  </a:lnTo>
                  <a:lnTo>
                    <a:pt x="3775232" y="588447"/>
                  </a:lnTo>
                  <a:lnTo>
                    <a:pt x="3817484" y="534355"/>
                  </a:lnTo>
                  <a:lnTo>
                    <a:pt x="3820202" y="531050"/>
                  </a:lnTo>
                  <a:lnTo>
                    <a:pt x="3870927" y="473199"/>
                  </a:lnTo>
                  <a:lnTo>
                    <a:pt x="3923984" y="420258"/>
                  </a:lnTo>
                  <a:lnTo>
                    <a:pt x="3980010" y="372060"/>
                  </a:lnTo>
                  <a:lnTo>
                    <a:pt x="4039706" y="328284"/>
                  </a:lnTo>
                  <a:lnTo>
                    <a:pt x="4103800" y="288536"/>
                  </a:lnTo>
                  <a:lnTo>
                    <a:pt x="4173010" y="252409"/>
                  </a:lnTo>
                  <a:lnTo>
                    <a:pt x="4247997" y="219518"/>
                  </a:lnTo>
                  <a:lnTo>
                    <a:pt x="4329310" y="189520"/>
                  </a:lnTo>
                  <a:lnTo>
                    <a:pt x="4417299" y="162127"/>
                  </a:lnTo>
                  <a:lnTo>
                    <a:pt x="4512022" y="137112"/>
                  </a:lnTo>
                  <a:lnTo>
                    <a:pt x="4613119" y="114315"/>
                  </a:lnTo>
                  <a:lnTo>
                    <a:pt x="4719679" y="93641"/>
                  </a:lnTo>
                  <a:lnTo>
                    <a:pt x="4830120" y="75055"/>
                  </a:lnTo>
                  <a:lnTo>
                    <a:pt x="4942124" y="58567"/>
                  </a:lnTo>
                  <a:lnTo>
                    <a:pt x="5052654" y="44218"/>
                  </a:lnTo>
                  <a:lnTo>
                    <a:pt x="5158125" y="32049"/>
                  </a:lnTo>
                  <a:lnTo>
                    <a:pt x="5254730" y="22075"/>
                  </a:lnTo>
                  <a:lnTo>
                    <a:pt x="5338912" y="14249"/>
                  </a:lnTo>
                  <a:lnTo>
                    <a:pt x="5407899" y="8443"/>
                  </a:lnTo>
                  <a:lnTo>
                    <a:pt x="5460182" y="4443"/>
                  </a:lnTo>
                  <a:lnTo>
                    <a:pt x="5495820" y="1955"/>
                  </a:lnTo>
                  <a:lnTo>
                    <a:pt x="5516526" y="632"/>
                  </a:lnTo>
                  <a:lnTo>
                    <a:pt x="5525540" y="103"/>
                  </a:lnTo>
                  <a:lnTo>
                    <a:pt x="5527434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384" y="75"/>
                  </a:lnTo>
                  <a:lnTo>
                    <a:pt x="6529988" y="609"/>
                  </a:lnTo>
                  <a:lnTo>
                    <a:pt x="6546782" y="2086"/>
                  </a:lnTo>
                  <a:lnTo>
                    <a:pt x="6577169" y="4999"/>
                  </a:lnTo>
                  <a:lnTo>
                    <a:pt x="6623192" y="9820"/>
                  </a:lnTo>
                  <a:lnTo>
                    <a:pt x="6685397" y="16964"/>
                  </a:lnTo>
                  <a:lnTo>
                    <a:pt x="6762834" y="26754"/>
                  </a:lnTo>
                  <a:lnTo>
                    <a:pt x="6853270" y="39400"/>
                  </a:lnTo>
                  <a:lnTo>
                    <a:pt x="6953581" y="54999"/>
                  </a:lnTo>
                  <a:lnTo>
                    <a:pt x="7060223" y="73560"/>
                  </a:lnTo>
                  <a:lnTo>
                    <a:pt x="7169692" y="95040"/>
                  </a:lnTo>
                  <a:lnTo>
                    <a:pt x="7278883" y="119378"/>
                  </a:lnTo>
                  <a:lnTo>
                    <a:pt x="7385298" y="146539"/>
                  </a:lnTo>
                  <a:lnTo>
                    <a:pt x="7487126" y="176536"/>
                  </a:lnTo>
                  <a:lnTo>
                    <a:pt x="7583209" y="209455"/>
                  </a:lnTo>
                  <a:lnTo>
                    <a:pt x="7672958" y="245464"/>
                  </a:lnTo>
                  <a:lnTo>
                    <a:pt x="7756228" y="284816"/>
                  </a:lnTo>
                  <a:lnTo>
                    <a:pt x="7833211" y="327845"/>
                  </a:lnTo>
                  <a:lnTo>
                    <a:pt x="7904323" y="374966"/>
                  </a:lnTo>
                  <a:lnTo>
                    <a:pt x="7970130" y="426658"/>
                  </a:lnTo>
                  <a:lnTo>
                    <a:pt x="8031280" y="483447"/>
                  </a:lnTo>
                  <a:lnTo>
                    <a:pt x="8088454" y="545872"/>
                  </a:lnTo>
                  <a:lnTo>
                    <a:pt x="8142332" y="614431"/>
                  </a:lnTo>
                  <a:lnTo>
                    <a:pt x="8193557" y="689502"/>
                  </a:lnTo>
                  <a:lnTo>
                    <a:pt x="8229629" y="748537"/>
                  </a:lnTo>
                  <a:lnTo>
                    <a:pt x="8266375" y="814030"/>
                  </a:lnTo>
                  <a:lnTo>
                    <a:pt x="8302327" y="883443"/>
                  </a:lnTo>
                  <a:lnTo>
                    <a:pt x="8337663" y="956854"/>
                  </a:lnTo>
                  <a:lnTo>
                    <a:pt x="8372531" y="1034303"/>
                  </a:lnTo>
                  <a:lnTo>
                    <a:pt x="8407054" y="1115781"/>
                  </a:lnTo>
                  <a:lnTo>
                    <a:pt x="8441335" y="1201235"/>
                  </a:lnTo>
                  <a:lnTo>
                    <a:pt x="8475459" y="1290557"/>
                  </a:lnTo>
                  <a:lnTo>
                    <a:pt x="8509491" y="1383587"/>
                  </a:lnTo>
                  <a:lnTo>
                    <a:pt x="8543484" y="1480108"/>
                  </a:lnTo>
                  <a:lnTo>
                    <a:pt x="8577475" y="1579849"/>
                  </a:lnTo>
                  <a:lnTo>
                    <a:pt x="8611489" y="1682484"/>
                  </a:lnTo>
                  <a:lnTo>
                    <a:pt x="8645540" y="1787637"/>
                  </a:lnTo>
                  <a:lnTo>
                    <a:pt x="8679633" y="1894887"/>
                  </a:lnTo>
                  <a:lnTo>
                    <a:pt x="8713766" y="2003773"/>
                  </a:lnTo>
                  <a:lnTo>
                    <a:pt x="8747930" y="2113802"/>
                  </a:lnTo>
                  <a:lnTo>
                    <a:pt x="8782112" y="2224459"/>
                  </a:lnTo>
                  <a:lnTo>
                    <a:pt x="8816297" y="2335218"/>
                  </a:lnTo>
                  <a:lnTo>
                    <a:pt x="8850470" y="2445548"/>
                  </a:lnTo>
                  <a:lnTo>
                    <a:pt x="8884616" y="2554930"/>
                  </a:lnTo>
                  <a:lnTo>
                    <a:pt x="8918725" y="2662860"/>
                  </a:lnTo>
                  <a:lnTo>
                    <a:pt x="8952792" y="2768866"/>
                  </a:lnTo>
                  <a:lnTo>
                    <a:pt x="8986819" y="2872510"/>
                  </a:lnTo>
                  <a:lnTo>
                    <a:pt x="9020816" y="2973397"/>
                  </a:lnTo>
                  <a:lnTo>
                    <a:pt x="9054804" y="3071182"/>
                  </a:lnTo>
                  <a:lnTo>
                    <a:pt x="9088816" y="3165574"/>
                  </a:lnTo>
                  <a:lnTo>
                    <a:pt x="9122898" y="3256333"/>
                  </a:lnTo>
                  <a:lnTo>
                    <a:pt x="9157111" y="3343280"/>
                  </a:lnTo>
                  <a:lnTo>
                    <a:pt x="9191530" y="3426285"/>
                  </a:lnTo>
                  <a:lnTo>
                    <a:pt x="9226253" y="3505275"/>
                  </a:lnTo>
                  <a:lnTo>
                    <a:pt x="9261394" y="3580226"/>
                  </a:lnTo>
                  <a:lnTo>
                    <a:pt x="9297092" y="3651158"/>
                  </a:lnTo>
                  <a:lnTo>
                    <a:pt x="9333512" y="3718136"/>
                  </a:lnTo>
                  <a:lnTo>
                    <a:pt x="9347647" y="3742686"/>
                  </a:lnTo>
                  <a:lnTo>
                    <a:pt x="9397304" y="3822615"/>
                  </a:lnTo>
                  <a:lnTo>
                    <a:pt x="9449184" y="3895905"/>
                  </a:lnTo>
                  <a:lnTo>
                    <a:pt x="9503885" y="3962766"/>
                  </a:lnTo>
                  <a:lnTo>
                    <a:pt x="9562063" y="4023619"/>
                  </a:lnTo>
                  <a:lnTo>
                    <a:pt x="9624402" y="4078981"/>
                  </a:lnTo>
                  <a:lnTo>
                    <a:pt x="9691579" y="4129390"/>
                  </a:lnTo>
                  <a:lnTo>
                    <a:pt x="9764223" y="4175363"/>
                  </a:lnTo>
                  <a:lnTo>
                    <a:pt x="9842867" y="4217363"/>
                  </a:lnTo>
                  <a:lnTo>
                    <a:pt x="9927877" y="4255784"/>
                  </a:lnTo>
                  <a:lnTo>
                    <a:pt x="10019364" y="4290939"/>
                  </a:lnTo>
                  <a:lnTo>
                    <a:pt x="10117076" y="4323057"/>
                  </a:lnTo>
                  <a:lnTo>
                    <a:pt x="10220281" y="4352284"/>
                  </a:lnTo>
                  <a:lnTo>
                    <a:pt x="10327652" y="4378685"/>
                  </a:lnTo>
                  <a:lnTo>
                    <a:pt x="10437191" y="4402257"/>
                  </a:lnTo>
                  <a:lnTo>
                    <a:pt x="10546225" y="4422956"/>
                  </a:lnTo>
                  <a:lnTo>
                    <a:pt x="10651514" y="4440722"/>
                  </a:lnTo>
                  <a:lnTo>
                    <a:pt x="10749503" y="4455521"/>
                  </a:lnTo>
                  <a:lnTo>
                    <a:pt x="10836714" y="4467382"/>
                  </a:lnTo>
                  <a:lnTo>
                    <a:pt x="10910216" y="4476433"/>
                  </a:lnTo>
                  <a:lnTo>
                    <a:pt x="10968091" y="4482915"/>
                  </a:lnTo>
                  <a:lnTo>
                    <a:pt x="11009781" y="4487178"/>
                  </a:lnTo>
                  <a:lnTo>
                    <a:pt x="11036242" y="4489655"/>
                  </a:lnTo>
                  <a:lnTo>
                    <a:pt x="11049901" y="4490829"/>
                  </a:lnTo>
                  <a:lnTo>
                    <a:pt x="11054497" y="4491194"/>
                  </a:lnTo>
                  <a:lnTo>
                    <a:pt x="11054891" y="4491223"/>
                  </a:lnTo>
                  <a:lnTo>
                    <a:pt x="12049831" y="4491223"/>
                  </a:lnTo>
                  <a:lnTo>
                    <a:pt x="12049831" y="44912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8" name="pl1447"/>
            <p:cNvSpPr/>
            <p:nvPr/>
          </p:nvSpPr>
          <p:spPr>
            <a:xfrm>
              <a:off x="1199187" y="1896945"/>
              <a:ext cx="12049831" cy="4491223"/>
            </a:xfrm>
            <a:custGeom>
              <a:avLst/>
              <a:pathLst>
                <a:path w="12049831" h="4491223">
                  <a:moveTo>
                    <a:pt x="12049831" y="4491223"/>
                  </a:moveTo>
                  <a:lnTo>
                    <a:pt x="11054891" y="4491223"/>
                  </a:lnTo>
                  <a:lnTo>
                    <a:pt x="11053893" y="4491148"/>
                  </a:lnTo>
                  <a:lnTo>
                    <a:pt x="11047288" y="4490613"/>
                  </a:lnTo>
                  <a:lnTo>
                    <a:pt x="11030494" y="4489136"/>
                  </a:lnTo>
                  <a:lnTo>
                    <a:pt x="11000108" y="4486224"/>
                  </a:lnTo>
                  <a:lnTo>
                    <a:pt x="10954084" y="4481403"/>
                  </a:lnTo>
                  <a:lnTo>
                    <a:pt x="10891880" y="4474258"/>
                  </a:lnTo>
                  <a:lnTo>
                    <a:pt x="10814443" y="4464468"/>
                  </a:lnTo>
                  <a:lnTo>
                    <a:pt x="10724006" y="4451823"/>
                  </a:lnTo>
                  <a:lnTo>
                    <a:pt x="10623695" y="4436224"/>
                  </a:lnTo>
                  <a:lnTo>
                    <a:pt x="10517054" y="4417662"/>
                  </a:lnTo>
                  <a:lnTo>
                    <a:pt x="10407584" y="4396182"/>
                  </a:lnTo>
                  <a:lnTo>
                    <a:pt x="10298394" y="4371844"/>
                  </a:lnTo>
                  <a:lnTo>
                    <a:pt x="10191978" y="4344684"/>
                  </a:lnTo>
                  <a:lnTo>
                    <a:pt x="10090151" y="4314687"/>
                  </a:lnTo>
                  <a:lnTo>
                    <a:pt x="9994067" y="4281767"/>
                  </a:lnTo>
                  <a:lnTo>
                    <a:pt x="9904319" y="4245758"/>
                  </a:lnTo>
                  <a:lnTo>
                    <a:pt x="9821048" y="4206407"/>
                  </a:lnTo>
                  <a:lnTo>
                    <a:pt x="9744066" y="4163378"/>
                  </a:lnTo>
                  <a:lnTo>
                    <a:pt x="9672954" y="4116257"/>
                  </a:lnTo>
                  <a:lnTo>
                    <a:pt x="9607146" y="4064564"/>
                  </a:lnTo>
                  <a:lnTo>
                    <a:pt x="9545997" y="4007775"/>
                  </a:lnTo>
                  <a:lnTo>
                    <a:pt x="9488822" y="3945351"/>
                  </a:lnTo>
                  <a:lnTo>
                    <a:pt x="9434945" y="3876791"/>
                  </a:lnTo>
                  <a:lnTo>
                    <a:pt x="9383719" y="3801720"/>
                  </a:lnTo>
                  <a:lnTo>
                    <a:pt x="9347647" y="3742686"/>
                  </a:lnTo>
                  <a:lnTo>
                    <a:pt x="9310902" y="3677192"/>
                  </a:lnTo>
                  <a:lnTo>
                    <a:pt x="9274949" y="3607779"/>
                  </a:lnTo>
                  <a:lnTo>
                    <a:pt x="9239613" y="3534368"/>
                  </a:lnTo>
                  <a:lnTo>
                    <a:pt x="9204746" y="3456920"/>
                  </a:lnTo>
                  <a:lnTo>
                    <a:pt x="9170223" y="3375441"/>
                  </a:lnTo>
                  <a:lnTo>
                    <a:pt x="9135941" y="3289988"/>
                  </a:lnTo>
                  <a:lnTo>
                    <a:pt x="9101818" y="3200665"/>
                  </a:lnTo>
                  <a:lnTo>
                    <a:pt x="9067785" y="3107635"/>
                  </a:lnTo>
                  <a:lnTo>
                    <a:pt x="9033792" y="3011114"/>
                  </a:lnTo>
                  <a:lnTo>
                    <a:pt x="8999801" y="2911374"/>
                  </a:lnTo>
                  <a:lnTo>
                    <a:pt x="8965788" y="2808739"/>
                  </a:lnTo>
                  <a:lnTo>
                    <a:pt x="8931736" y="2703585"/>
                  </a:lnTo>
                  <a:lnTo>
                    <a:pt x="8897643" y="2596335"/>
                  </a:lnTo>
                  <a:lnTo>
                    <a:pt x="8863510" y="2487450"/>
                  </a:lnTo>
                  <a:lnTo>
                    <a:pt x="8829346" y="2377421"/>
                  </a:lnTo>
                  <a:lnTo>
                    <a:pt x="8795164" y="2266763"/>
                  </a:lnTo>
                  <a:lnTo>
                    <a:pt x="8760979" y="2156005"/>
                  </a:lnTo>
                  <a:lnTo>
                    <a:pt x="8726807" y="2045674"/>
                  </a:lnTo>
                  <a:lnTo>
                    <a:pt x="8692661" y="1936293"/>
                  </a:lnTo>
                  <a:lnTo>
                    <a:pt x="8658552" y="1828362"/>
                  </a:lnTo>
                  <a:lnTo>
                    <a:pt x="8624485" y="1722356"/>
                  </a:lnTo>
                  <a:lnTo>
                    <a:pt x="8590458" y="1618713"/>
                  </a:lnTo>
                  <a:lnTo>
                    <a:pt x="8556461" y="1517826"/>
                  </a:lnTo>
                  <a:lnTo>
                    <a:pt x="8522472" y="1420040"/>
                  </a:lnTo>
                  <a:lnTo>
                    <a:pt x="8488460" y="1325649"/>
                  </a:lnTo>
                  <a:lnTo>
                    <a:pt x="8454378" y="1234889"/>
                  </a:lnTo>
                  <a:lnTo>
                    <a:pt x="8420166" y="1147943"/>
                  </a:lnTo>
                  <a:lnTo>
                    <a:pt x="8385746" y="1064937"/>
                  </a:lnTo>
                  <a:lnTo>
                    <a:pt x="8351024" y="985947"/>
                  </a:lnTo>
                  <a:lnTo>
                    <a:pt x="8315883" y="910996"/>
                  </a:lnTo>
                  <a:lnTo>
                    <a:pt x="8280185" y="840064"/>
                  </a:lnTo>
                  <a:lnTo>
                    <a:pt x="8243765" y="773086"/>
                  </a:lnTo>
                  <a:lnTo>
                    <a:pt x="8229629" y="748537"/>
                  </a:lnTo>
                  <a:lnTo>
                    <a:pt x="8179973" y="668607"/>
                  </a:lnTo>
                  <a:lnTo>
                    <a:pt x="8128093" y="595318"/>
                  </a:lnTo>
                  <a:lnTo>
                    <a:pt x="8073392" y="528456"/>
                  </a:lnTo>
                  <a:lnTo>
                    <a:pt x="8015213" y="467603"/>
                  </a:lnTo>
                  <a:lnTo>
                    <a:pt x="7952874" y="412242"/>
                  </a:lnTo>
                  <a:lnTo>
                    <a:pt x="7885698" y="361832"/>
                  </a:lnTo>
                  <a:lnTo>
                    <a:pt x="7813054" y="315859"/>
                  </a:lnTo>
                  <a:lnTo>
                    <a:pt x="7734409" y="273859"/>
                  </a:lnTo>
                  <a:lnTo>
                    <a:pt x="7649399" y="235439"/>
                  </a:lnTo>
                  <a:lnTo>
                    <a:pt x="7557912" y="200284"/>
                  </a:lnTo>
                  <a:lnTo>
                    <a:pt x="7460200" y="168165"/>
                  </a:lnTo>
                  <a:lnTo>
                    <a:pt x="7356996" y="138938"/>
                  </a:lnTo>
                  <a:lnTo>
                    <a:pt x="7249625" y="112538"/>
                  </a:lnTo>
                  <a:lnTo>
                    <a:pt x="7140085" y="88965"/>
                  </a:lnTo>
                  <a:lnTo>
                    <a:pt x="7031051" y="68266"/>
                  </a:lnTo>
                  <a:lnTo>
                    <a:pt x="6925762" y="50500"/>
                  </a:lnTo>
                  <a:lnTo>
                    <a:pt x="6827773" y="35702"/>
                  </a:lnTo>
                  <a:lnTo>
                    <a:pt x="6740563" y="23840"/>
                  </a:lnTo>
                  <a:lnTo>
                    <a:pt x="6667061" y="14789"/>
                  </a:lnTo>
                  <a:lnTo>
                    <a:pt x="6609185" y="8307"/>
                  </a:lnTo>
                  <a:lnTo>
                    <a:pt x="6567495" y="4045"/>
                  </a:lnTo>
                  <a:lnTo>
                    <a:pt x="6541035" y="1567"/>
                  </a:lnTo>
                  <a:lnTo>
                    <a:pt x="6527375" y="393"/>
                  </a:lnTo>
                  <a:lnTo>
                    <a:pt x="6522780" y="2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4" y="56"/>
                  </a:lnTo>
                  <a:lnTo>
                    <a:pt x="5519368" y="460"/>
                  </a:lnTo>
                  <a:lnTo>
                    <a:pt x="5501558" y="1577"/>
                  </a:lnTo>
                  <a:lnTo>
                    <a:pt x="5469402" y="3778"/>
                  </a:lnTo>
                  <a:lnTo>
                    <a:pt x="5420838" y="7419"/>
                  </a:lnTo>
                  <a:lnTo>
                    <a:pt x="5355443" y="12806"/>
                  </a:lnTo>
                  <a:lnTo>
                    <a:pt x="5274398" y="20175"/>
                  </a:lnTo>
                  <a:lnTo>
                    <a:pt x="5180236" y="29671"/>
                  </a:lnTo>
                  <a:lnTo>
                    <a:pt x="5076387" y="41357"/>
                  </a:lnTo>
                  <a:lnTo>
                    <a:pt x="4966647" y="55230"/>
                  </a:lnTo>
                  <a:lnTo>
                    <a:pt x="4854683" y="71252"/>
                  </a:lnTo>
                  <a:lnTo>
                    <a:pt x="4743674" y="89380"/>
                  </a:lnTo>
                  <a:lnTo>
                    <a:pt x="4636101" y="109594"/>
                  </a:lnTo>
                  <a:lnTo>
                    <a:pt x="4533704" y="131918"/>
                  </a:lnTo>
                  <a:lnTo>
                    <a:pt x="4437533" y="156435"/>
                  </a:lnTo>
                  <a:lnTo>
                    <a:pt x="4348057" y="183289"/>
                  </a:lnTo>
                  <a:lnTo>
                    <a:pt x="4265300" y="212692"/>
                  </a:lnTo>
                  <a:lnTo>
                    <a:pt x="4188964" y="244920"/>
                  </a:lnTo>
                  <a:lnTo>
                    <a:pt x="4118539" y="280304"/>
                  </a:lnTo>
                  <a:lnTo>
                    <a:pt x="4053382" y="319222"/>
                  </a:lnTo>
                  <a:lnTo>
                    <a:pt x="3992782" y="362079"/>
                  </a:lnTo>
                  <a:lnTo>
                    <a:pt x="3936012" y="409274"/>
                  </a:lnTo>
                  <a:lnTo>
                    <a:pt x="3882360" y="461152"/>
                  </a:lnTo>
                  <a:lnTo>
                    <a:pt x="3831173" y="517923"/>
                  </a:lnTo>
                  <a:lnTo>
                    <a:pt x="3820202" y="531050"/>
                  </a:lnTo>
                  <a:lnTo>
                    <a:pt x="3777877" y="584910"/>
                  </a:lnTo>
                  <a:lnTo>
                    <a:pt x="3736570" y="642485"/>
                  </a:lnTo>
                  <a:lnTo>
                    <a:pt x="3696021" y="703851"/>
                  </a:lnTo>
                  <a:lnTo>
                    <a:pt x="3656016" y="769031"/>
                  </a:lnTo>
                  <a:lnTo>
                    <a:pt x="3616384" y="837991"/>
                  </a:lnTo>
                  <a:lnTo>
                    <a:pt x="3576986" y="910632"/>
                  </a:lnTo>
                  <a:lnTo>
                    <a:pt x="3537715" y="986786"/>
                  </a:lnTo>
                  <a:lnTo>
                    <a:pt x="3498494" y="1066219"/>
                  </a:lnTo>
                  <a:lnTo>
                    <a:pt x="3459266" y="1148626"/>
                  </a:lnTo>
                  <a:lnTo>
                    <a:pt x="3420000" y="1233633"/>
                  </a:lnTo>
                  <a:lnTo>
                    <a:pt x="3380679" y="1320809"/>
                  </a:lnTo>
                  <a:lnTo>
                    <a:pt x="3341303" y="1409666"/>
                  </a:lnTo>
                  <a:lnTo>
                    <a:pt x="3301885" y="1499676"/>
                  </a:lnTo>
                  <a:lnTo>
                    <a:pt x="3262442" y="1590279"/>
                  </a:lnTo>
                  <a:lnTo>
                    <a:pt x="3222999" y="1680899"/>
                  </a:lnTo>
                  <a:lnTo>
                    <a:pt x="3183578" y="1770963"/>
                  </a:lnTo>
                  <a:lnTo>
                    <a:pt x="3144200" y="1859910"/>
                  </a:lnTo>
                  <a:lnTo>
                    <a:pt x="3104875" y="1947207"/>
                  </a:lnTo>
                  <a:lnTo>
                    <a:pt x="3065605" y="2032365"/>
                  </a:lnTo>
                  <a:lnTo>
                    <a:pt x="3026376" y="2114948"/>
                  </a:lnTo>
                  <a:lnTo>
                    <a:pt x="2987156" y="2194580"/>
                  </a:lnTo>
                  <a:lnTo>
                    <a:pt x="2947891" y="2270950"/>
                  </a:lnTo>
                  <a:lnTo>
                    <a:pt x="2908503" y="2343818"/>
                  </a:lnTo>
                  <a:lnTo>
                    <a:pt x="2868889" y="2413015"/>
                  </a:lnTo>
                  <a:lnTo>
                    <a:pt x="2828913" y="2478437"/>
                  </a:lnTo>
                  <a:lnTo>
                    <a:pt x="2788404" y="2540045"/>
                  </a:lnTo>
                  <a:lnTo>
                    <a:pt x="2747153" y="2597858"/>
                  </a:lnTo>
                  <a:lnTo>
                    <a:pt x="2704901" y="2651950"/>
                  </a:lnTo>
                  <a:lnTo>
                    <a:pt x="2702183" y="2655254"/>
                  </a:lnTo>
                  <a:lnTo>
                    <a:pt x="2651458" y="2713105"/>
                  </a:lnTo>
                  <a:lnTo>
                    <a:pt x="2598401" y="2766047"/>
                  </a:lnTo>
                  <a:lnTo>
                    <a:pt x="2542375" y="2814244"/>
                  </a:lnTo>
                  <a:lnTo>
                    <a:pt x="2482679" y="2858021"/>
                  </a:lnTo>
                  <a:lnTo>
                    <a:pt x="2418585" y="2897769"/>
                  </a:lnTo>
                  <a:lnTo>
                    <a:pt x="2349375" y="2933896"/>
                  </a:lnTo>
                  <a:lnTo>
                    <a:pt x="2274388" y="2966786"/>
                  </a:lnTo>
                  <a:lnTo>
                    <a:pt x="2193075" y="2996784"/>
                  </a:lnTo>
                  <a:lnTo>
                    <a:pt x="2105086" y="3024178"/>
                  </a:lnTo>
                  <a:lnTo>
                    <a:pt x="2010363" y="3049193"/>
                  </a:lnTo>
                  <a:lnTo>
                    <a:pt x="1909266" y="3071990"/>
                  </a:lnTo>
                  <a:lnTo>
                    <a:pt x="1802706" y="3092663"/>
                  </a:lnTo>
                  <a:lnTo>
                    <a:pt x="1692265" y="3111250"/>
                  </a:lnTo>
                  <a:lnTo>
                    <a:pt x="1580261" y="3127738"/>
                  </a:lnTo>
                  <a:lnTo>
                    <a:pt x="1469731" y="3142087"/>
                  </a:lnTo>
                  <a:lnTo>
                    <a:pt x="1364260" y="3154255"/>
                  </a:lnTo>
                  <a:lnTo>
                    <a:pt x="1267655" y="3164229"/>
                  </a:lnTo>
                  <a:lnTo>
                    <a:pt x="1183473" y="3172056"/>
                  </a:lnTo>
                  <a:lnTo>
                    <a:pt x="1114486" y="3177862"/>
                  </a:lnTo>
                  <a:lnTo>
                    <a:pt x="1062203" y="3181862"/>
                  </a:lnTo>
                  <a:lnTo>
                    <a:pt x="1026565" y="3184350"/>
                  </a:lnTo>
                  <a:lnTo>
                    <a:pt x="1005859" y="3185673"/>
                  </a:lnTo>
                  <a:lnTo>
                    <a:pt x="996845" y="3186202"/>
                  </a:lnTo>
                  <a:lnTo>
                    <a:pt x="994951" y="3186304"/>
                  </a:lnTo>
                  <a:lnTo>
                    <a:pt x="994940" y="3186305"/>
                  </a:lnTo>
                  <a:lnTo>
                    <a:pt x="0" y="3186305"/>
                  </a:lnTo>
                  <a:lnTo>
                    <a:pt x="0" y="31863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9" name="pg1448"/>
            <p:cNvSpPr/>
            <p:nvPr/>
          </p:nvSpPr>
          <p:spPr>
            <a:xfrm>
              <a:off x="1199187" y="3804535"/>
              <a:ext cx="12049831" cy="1488340"/>
            </a:xfrm>
            <a:custGeom>
              <a:avLst/>
              <a:pathLst>
                <a:path w="12049831" h="1488340">
                  <a:moveTo>
                    <a:pt x="0" y="1430693"/>
                  </a:moveTo>
                  <a:lnTo>
                    <a:pt x="994940" y="1430693"/>
                  </a:lnTo>
                  <a:lnTo>
                    <a:pt x="996060" y="1430666"/>
                  </a:lnTo>
                  <a:lnTo>
                    <a:pt x="1003457" y="1430475"/>
                  </a:lnTo>
                  <a:lnTo>
                    <a:pt x="1022207" y="1429947"/>
                  </a:lnTo>
                  <a:lnTo>
                    <a:pt x="1055993" y="1428906"/>
                  </a:lnTo>
                  <a:lnTo>
                    <a:pt x="1106885" y="1427186"/>
                  </a:lnTo>
                  <a:lnTo>
                    <a:pt x="1175186" y="1424643"/>
                  </a:lnTo>
                  <a:lnTo>
                    <a:pt x="1259485" y="1421172"/>
                  </a:lnTo>
                  <a:lnTo>
                    <a:pt x="1356968" y="1416708"/>
                  </a:lnTo>
                  <a:lnTo>
                    <a:pt x="1463928" y="1411227"/>
                  </a:lnTo>
                  <a:lnTo>
                    <a:pt x="1576345" y="1404733"/>
                  </a:lnTo>
                  <a:lnTo>
                    <a:pt x="1690415" y="1397245"/>
                  </a:lnTo>
                  <a:lnTo>
                    <a:pt x="1802913" y="1388784"/>
                  </a:lnTo>
                  <a:lnTo>
                    <a:pt x="1911383" y="1379353"/>
                  </a:lnTo>
                  <a:lnTo>
                    <a:pt x="2014163" y="1368937"/>
                  </a:lnTo>
                  <a:lnTo>
                    <a:pt x="2110310" y="1357490"/>
                  </a:lnTo>
                  <a:lnTo>
                    <a:pt x="2199466" y="1344933"/>
                  </a:lnTo>
                  <a:lnTo>
                    <a:pt x="2281715" y="1331158"/>
                  </a:lnTo>
                  <a:lnTo>
                    <a:pt x="2357451" y="1316027"/>
                  </a:lnTo>
                  <a:lnTo>
                    <a:pt x="2427267" y="1299375"/>
                  </a:lnTo>
                  <a:lnTo>
                    <a:pt x="2491872" y="1281018"/>
                  </a:lnTo>
                  <a:lnTo>
                    <a:pt x="2552029" y="1260763"/>
                  </a:lnTo>
                  <a:lnTo>
                    <a:pt x="2608503" y="1238429"/>
                  </a:lnTo>
                  <a:lnTo>
                    <a:pt x="2662027" y="1213872"/>
                  </a:lnTo>
                  <a:lnTo>
                    <a:pt x="2702183" y="1193117"/>
                  </a:lnTo>
                  <a:lnTo>
                    <a:pt x="2756125" y="1162004"/>
                  </a:lnTo>
                  <a:lnTo>
                    <a:pt x="2808523" y="1128154"/>
                  </a:lnTo>
                  <a:lnTo>
                    <a:pt x="2859882" y="1091518"/>
                  </a:lnTo>
                  <a:lnTo>
                    <a:pt x="2910587" y="1052110"/>
                  </a:lnTo>
                  <a:lnTo>
                    <a:pt x="2960929" y="1010023"/>
                  </a:lnTo>
                  <a:lnTo>
                    <a:pt x="3011116" y="965429"/>
                  </a:lnTo>
                  <a:lnTo>
                    <a:pt x="3061286" y="918583"/>
                  </a:lnTo>
                  <a:lnTo>
                    <a:pt x="3111515" y="869822"/>
                  </a:lnTo>
                  <a:lnTo>
                    <a:pt x="3161835" y="819556"/>
                  </a:lnTo>
                  <a:lnTo>
                    <a:pt x="3212236" y="768255"/>
                  </a:lnTo>
                  <a:lnTo>
                    <a:pt x="3262682" y="716434"/>
                  </a:lnTo>
                  <a:lnTo>
                    <a:pt x="3313127" y="664629"/>
                  </a:lnTo>
                  <a:lnTo>
                    <a:pt x="3363524" y="613375"/>
                  </a:lnTo>
                  <a:lnTo>
                    <a:pt x="3413838" y="563185"/>
                  </a:lnTo>
                  <a:lnTo>
                    <a:pt x="3464063" y="514527"/>
                  </a:lnTo>
                  <a:lnTo>
                    <a:pt x="3514231" y="467805"/>
                  </a:lnTo>
                  <a:lnTo>
                    <a:pt x="3564422" y="423353"/>
                  </a:lnTo>
                  <a:lnTo>
                    <a:pt x="3614779" y="381420"/>
                  </a:lnTo>
                  <a:lnTo>
                    <a:pt x="3665514" y="342174"/>
                  </a:lnTo>
                  <a:lnTo>
                    <a:pt x="3716922" y="305702"/>
                  </a:lnTo>
                  <a:lnTo>
                    <a:pt x="3769397" y="272016"/>
                  </a:lnTo>
                  <a:lnTo>
                    <a:pt x="3820202" y="242816"/>
                  </a:lnTo>
                  <a:lnTo>
                    <a:pt x="3871884" y="216478"/>
                  </a:lnTo>
                  <a:lnTo>
                    <a:pt x="3925995" y="192417"/>
                  </a:lnTo>
                  <a:lnTo>
                    <a:pt x="3983213" y="170553"/>
                  </a:lnTo>
                  <a:lnTo>
                    <a:pt x="4044280" y="150731"/>
                  </a:lnTo>
                  <a:lnTo>
                    <a:pt x="4109964" y="132765"/>
                  </a:lnTo>
                  <a:lnTo>
                    <a:pt x="4181021" y="116462"/>
                  </a:lnTo>
                  <a:lnTo>
                    <a:pt x="4258141" y="101642"/>
                  </a:lnTo>
                  <a:lnTo>
                    <a:pt x="4341880" y="88145"/>
                  </a:lnTo>
                  <a:lnTo>
                    <a:pt x="4432576" y="75840"/>
                  </a:lnTo>
                  <a:lnTo>
                    <a:pt x="4530227" y="64624"/>
                  </a:lnTo>
                  <a:lnTo>
                    <a:pt x="4634359" y="54427"/>
                  </a:lnTo>
                  <a:lnTo>
                    <a:pt x="4743882" y="45210"/>
                  </a:lnTo>
                  <a:lnTo>
                    <a:pt x="4856964" y="36961"/>
                  </a:lnTo>
                  <a:lnTo>
                    <a:pt x="4970972" y="29689"/>
                  </a:lnTo>
                  <a:lnTo>
                    <a:pt x="5082532" y="23416"/>
                  </a:lnTo>
                  <a:lnTo>
                    <a:pt x="5187755" y="18158"/>
                  </a:lnTo>
                  <a:lnTo>
                    <a:pt x="5282641" y="13916"/>
                  </a:lnTo>
                  <a:lnTo>
                    <a:pt x="5363629" y="10655"/>
                  </a:lnTo>
                  <a:lnTo>
                    <a:pt x="5428174" y="8304"/>
                  </a:lnTo>
                  <a:lnTo>
                    <a:pt x="5475224" y="6746"/>
                  </a:lnTo>
                  <a:lnTo>
                    <a:pt x="5505475" y="5832"/>
                  </a:lnTo>
                  <a:lnTo>
                    <a:pt x="5521367" y="5393"/>
                  </a:lnTo>
                  <a:lnTo>
                    <a:pt x="5526906" y="525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5" y="5268"/>
                  </a:lnTo>
                  <a:lnTo>
                    <a:pt x="6530893" y="5467"/>
                  </a:lnTo>
                  <a:lnTo>
                    <a:pt x="6549623" y="6015"/>
                  </a:lnTo>
                  <a:lnTo>
                    <a:pt x="6583373" y="7097"/>
                  </a:lnTo>
                  <a:lnTo>
                    <a:pt x="6634214" y="8885"/>
                  </a:lnTo>
                  <a:lnTo>
                    <a:pt x="6702451" y="11527"/>
                  </a:lnTo>
                  <a:lnTo>
                    <a:pt x="6786680" y="15134"/>
                  </a:lnTo>
                  <a:lnTo>
                    <a:pt x="6884092" y="19774"/>
                  </a:lnTo>
                  <a:lnTo>
                    <a:pt x="6990985" y="25471"/>
                  </a:lnTo>
                  <a:lnTo>
                    <a:pt x="7103345" y="32222"/>
                  </a:lnTo>
                  <a:lnTo>
                    <a:pt x="7217371" y="40005"/>
                  </a:lnTo>
                  <a:lnTo>
                    <a:pt x="7329839" y="48800"/>
                  </a:lnTo>
                  <a:lnTo>
                    <a:pt x="7438290" y="58603"/>
                  </a:lnTo>
                  <a:lnTo>
                    <a:pt x="7541063" y="69431"/>
                  </a:lnTo>
                  <a:lnTo>
                    <a:pt x="7637212" y="81330"/>
                  </a:lnTo>
                  <a:lnTo>
                    <a:pt x="7726375" y="94383"/>
                  </a:lnTo>
                  <a:lnTo>
                    <a:pt x="7808636" y="108700"/>
                  </a:lnTo>
                  <a:lnTo>
                    <a:pt x="7884385" y="124427"/>
                  </a:lnTo>
                  <a:lnTo>
                    <a:pt x="7954213" y="141733"/>
                  </a:lnTo>
                  <a:lnTo>
                    <a:pt x="8018830" y="160811"/>
                  </a:lnTo>
                  <a:lnTo>
                    <a:pt x="8078996" y="181860"/>
                  </a:lnTo>
                  <a:lnTo>
                    <a:pt x="8135476" y="205069"/>
                  </a:lnTo>
                  <a:lnTo>
                    <a:pt x="8189002" y="230589"/>
                  </a:lnTo>
                  <a:lnTo>
                    <a:pt x="8229629" y="252423"/>
                  </a:lnTo>
                  <a:lnTo>
                    <a:pt x="8283121" y="284509"/>
                  </a:lnTo>
                  <a:lnTo>
                    <a:pt x="8335091" y="319393"/>
                  </a:lnTo>
                  <a:lnTo>
                    <a:pt x="8386032" y="357127"/>
                  </a:lnTo>
                  <a:lnTo>
                    <a:pt x="8436323" y="397697"/>
                  </a:lnTo>
                  <a:lnTo>
                    <a:pt x="8486248" y="441013"/>
                  </a:lnTo>
                  <a:lnTo>
                    <a:pt x="8536013" y="486903"/>
                  </a:lnTo>
                  <a:lnTo>
                    <a:pt x="8585755" y="535111"/>
                  </a:lnTo>
                  <a:lnTo>
                    <a:pt x="8635555" y="585300"/>
                  </a:lnTo>
                  <a:lnTo>
                    <a:pt x="8685442" y="637061"/>
                  </a:lnTo>
                  <a:lnTo>
                    <a:pt x="8735410" y="689918"/>
                  </a:lnTo>
                  <a:lnTo>
                    <a:pt x="8785427" y="743353"/>
                  </a:lnTo>
                  <a:lnTo>
                    <a:pt x="8835447" y="796823"/>
                  </a:lnTo>
                  <a:lnTo>
                    <a:pt x="8885424" y="849784"/>
                  </a:lnTo>
                  <a:lnTo>
                    <a:pt x="8935322" y="901712"/>
                  </a:lnTo>
                  <a:lnTo>
                    <a:pt x="8985132" y="952128"/>
                  </a:lnTo>
                  <a:lnTo>
                    <a:pt x="9034878" y="1000611"/>
                  </a:lnTo>
                  <a:lnTo>
                    <a:pt x="9084634" y="1046815"/>
                  </a:lnTo>
                  <a:lnTo>
                    <a:pt x="9134529" y="1090472"/>
                  </a:lnTo>
                  <a:lnTo>
                    <a:pt x="9184758" y="1131401"/>
                  </a:lnTo>
                  <a:lnTo>
                    <a:pt x="9235596" y="1169502"/>
                  </a:lnTo>
                  <a:lnTo>
                    <a:pt x="9287410" y="1204751"/>
                  </a:lnTo>
                  <a:lnTo>
                    <a:pt x="9340674" y="1237190"/>
                  </a:lnTo>
                  <a:lnTo>
                    <a:pt x="9347647" y="1241156"/>
                  </a:lnTo>
                  <a:lnTo>
                    <a:pt x="9399309" y="1268549"/>
                  </a:lnTo>
                  <a:lnTo>
                    <a:pt x="9453398" y="1293574"/>
                  </a:lnTo>
                  <a:lnTo>
                    <a:pt x="9510590" y="1316315"/>
                  </a:lnTo>
                  <a:lnTo>
                    <a:pt x="9571627" y="1336934"/>
                  </a:lnTo>
                  <a:lnTo>
                    <a:pt x="9637276" y="1355623"/>
                  </a:lnTo>
                  <a:lnTo>
                    <a:pt x="9708293" y="1372582"/>
                  </a:lnTo>
                  <a:lnTo>
                    <a:pt x="9785366" y="1387999"/>
                  </a:lnTo>
                  <a:lnTo>
                    <a:pt x="9869053" y="1402040"/>
                  </a:lnTo>
                  <a:lnTo>
                    <a:pt x="9959690" y="1414842"/>
                  </a:lnTo>
                  <a:lnTo>
                    <a:pt x="10057277" y="1426511"/>
                  </a:lnTo>
                  <a:lnTo>
                    <a:pt x="10161344" y="1437120"/>
                  </a:lnTo>
                  <a:lnTo>
                    <a:pt x="10270803" y="1446711"/>
                  </a:lnTo>
                  <a:lnTo>
                    <a:pt x="10383829" y="1455295"/>
                  </a:lnTo>
                  <a:lnTo>
                    <a:pt x="10497796" y="1462863"/>
                  </a:lnTo>
                  <a:lnTo>
                    <a:pt x="10609337" y="1469393"/>
                  </a:lnTo>
                  <a:lnTo>
                    <a:pt x="10714570" y="1474868"/>
                  </a:lnTo>
                  <a:lnTo>
                    <a:pt x="10809498" y="1479287"/>
                  </a:lnTo>
                  <a:lnTo>
                    <a:pt x="10890559" y="1482685"/>
                  </a:lnTo>
                  <a:lnTo>
                    <a:pt x="10955204" y="1485137"/>
                  </a:lnTo>
                  <a:lnTo>
                    <a:pt x="11002369" y="1486763"/>
                  </a:lnTo>
                  <a:lnTo>
                    <a:pt x="11032735" y="1487718"/>
                  </a:lnTo>
                  <a:lnTo>
                    <a:pt x="11048727" y="1488178"/>
                  </a:lnTo>
                  <a:lnTo>
                    <a:pt x="11054333" y="1488326"/>
                  </a:lnTo>
                  <a:lnTo>
                    <a:pt x="11054891" y="1488340"/>
                  </a:lnTo>
                  <a:lnTo>
                    <a:pt x="12049831" y="1488340"/>
                  </a:lnTo>
                  <a:lnTo>
                    <a:pt x="12049831" y="1483099"/>
                  </a:lnTo>
                  <a:lnTo>
                    <a:pt x="11054891" y="1483099"/>
                  </a:lnTo>
                  <a:lnTo>
                    <a:pt x="11053772" y="1483071"/>
                  </a:lnTo>
                  <a:lnTo>
                    <a:pt x="11046384" y="1482872"/>
                  </a:lnTo>
                  <a:lnTo>
                    <a:pt x="11027654" y="1482324"/>
                  </a:lnTo>
                  <a:lnTo>
                    <a:pt x="10993903" y="1481242"/>
                  </a:lnTo>
                  <a:lnTo>
                    <a:pt x="10943062" y="1479454"/>
                  </a:lnTo>
                  <a:lnTo>
                    <a:pt x="10874825" y="1476812"/>
                  </a:lnTo>
                  <a:lnTo>
                    <a:pt x="10790597" y="1473205"/>
                  </a:lnTo>
                  <a:lnTo>
                    <a:pt x="10693185" y="1468565"/>
                  </a:lnTo>
                  <a:lnTo>
                    <a:pt x="10586292" y="1462868"/>
                  </a:lnTo>
                  <a:lnTo>
                    <a:pt x="10473931" y="1456118"/>
                  </a:lnTo>
                  <a:lnTo>
                    <a:pt x="10359905" y="1448335"/>
                  </a:lnTo>
                  <a:lnTo>
                    <a:pt x="10247438" y="1439539"/>
                  </a:lnTo>
                  <a:lnTo>
                    <a:pt x="10138986" y="1429736"/>
                  </a:lnTo>
                  <a:lnTo>
                    <a:pt x="10036213" y="1418909"/>
                  </a:lnTo>
                  <a:lnTo>
                    <a:pt x="9940065" y="1407009"/>
                  </a:lnTo>
                  <a:lnTo>
                    <a:pt x="9850901" y="1393956"/>
                  </a:lnTo>
                  <a:lnTo>
                    <a:pt x="9768641" y="1379639"/>
                  </a:lnTo>
                  <a:lnTo>
                    <a:pt x="9692892" y="1363912"/>
                  </a:lnTo>
                  <a:lnTo>
                    <a:pt x="9623063" y="1346606"/>
                  </a:lnTo>
                  <a:lnTo>
                    <a:pt x="9558446" y="1327528"/>
                  </a:lnTo>
                  <a:lnTo>
                    <a:pt x="9498281" y="1306479"/>
                  </a:lnTo>
                  <a:lnTo>
                    <a:pt x="9441800" y="1283270"/>
                  </a:lnTo>
                  <a:lnTo>
                    <a:pt x="9388274" y="1257751"/>
                  </a:lnTo>
                  <a:lnTo>
                    <a:pt x="9347647" y="1235916"/>
                  </a:lnTo>
                  <a:lnTo>
                    <a:pt x="9294155" y="1203830"/>
                  </a:lnTo>
                  <a:lnTo>
                    <a:pt x="9242185" y="1168946"/>
                  </a:lnTo>
                  <a:lnTo>
                    <a:pt x="9191244" y="1131212"/>
                  </a:lnTo>
                  <a:lnTo>
                    <a:pt x="9140954" y="1090642"/>
                  </a:lnTo>
                  <a:lnTo>
                    <a:pt x="9091029" y="1047326"/>
                  </a:lnTo>
                  <a:lnTo>
                    <a:pt x="9041264" y="1001437"/>
                  </a:lnTo>
                  <a:lnTo>
                    <a:pt x="8991521" y="953228"/>
                  </a:lnTo>
                  <a:lnTo>
                    <a:pt x="8941722" y="903039"/>
                  </a:lnTo>
                  <a:lnTo>
                    <a:pt x="8891835" y="851278"/>
                  </a:lnTo>
                  <a:lnTo>
                    <a:pt x="8841867" y="798421"/>
                  </a:lnTo>
                  <a:lnTo>
                    <a:pt x="8791850" y="744986"/>
                  </a:lnTo>
                  <a:lnTo>
                    <a:pt x="8741829" y="691516"/>
                  </a:lnTo>
                  <a:lnTo>
                    <a:pt x="8691853" y="638555"/>
                  </a:lnTo>
                  <a:lnTo>
                    <a:pt x="8641954" y="586627"/>
                  </a:lnTo>
                  <a:lnTo>
                    <a:pt x="8592145" y="536211"/>
                  </a:lnTo>
                  <a:lnTo>
                    <a:pt x="8542398" y="487728"/>
                  </a:lnTo>
                  <a:lnTo>
                    <a:pt x="8492642" y="441525"/>
                  </a:lnTo>
                  <a:lnTo>
                    <a:pt x="8442748" y="397867"/>
                  </a:lnTo>
                  <a:lnTo>
                    <a:pt x="8392518" y="356938"/>
                  </a:lnTo>
                  <a:lnTo>
                    <a:pt x="8341680" y="318837"/>
                  </a:lnTo>
                  <a:lnTo>
                    <a:pt x="8289867" y="283589"/>
                  </a:lnTo>
                  <a:lnTo>
                    <a:pt x="8236602" y="251149"/>
                  </a:lnTo>
                  <a:lnTo>
                    <a:pt x="8229629" y="247183"/>
                  </a:lnTo>
                  <a:lnTo>
                    <a:pt x="8177968" y="219790"/>
                  </a:lnTo>
                  <a:lnTo>
                    <a:pt x="8123879" y="194765"/>
                  </a:lnTo>
                  <a:lnTo>
                    <a:pt x="8066687" y="172024"/>
                  </a:lnTo>
                  <a:lnTo>
                    <a:pt x="8005650" y="151405"/>
                  </a:lnTo>
                  <a:lnTo>
                    <a:pt x="7940000" y="132716"/>
                  </a:lnTo>
                  <a:lnTo>
                    <a:pt x="7868983" y="115757"/>
                  </a:lnTo>
                  <a:lnTo>
                    <a:pt x="7791910" y="100340"/>
                  </a:lnTo>
                  <a:lnTo>
                    <a:pt x="7708223" y="86299"/>
                  </a:lnTo>
                  <a:lnTo>
                    <a:pt x="7617587" y="73497"/>
                  </a:lnTo>
                  <a:lnTo>
                    <a:pt x="7519999" y="61828"/>
                  </a:lnTo>
                  <a:lnTo>
                    <a:pt x="7415932" y="51219"/>
                  </a:lnTo>
                  <a:lnTo>
                    <a:pt x="7306473" y="41628"/>
                  </a:lnTo>
                  <a:lnTo>
                    <a:pt x="7193447" y="33044"/>
                  </a:lnTo>
                  <a:lnTo>
                    <a:pt x="7079481" y="25476"/>
                  </a:lnTo>
                  <a:lnTo>
                    <a:pt x="6967939" y="18946"/>
                  </a:lnTo>
                  <a:lnTo>
                    <a:pt x="6862707" y="13471"/>
                  </a:lnTo>
                  <a:lnTo>
                    <a:pt x="6767779" y="9052"/>
                  </a:lnTo>
                  <a:lnTo>
                    <a:pt x="6686717" y="5654"/>
                  </a:lnTo>
                  <a:lnTo>
                    <a:pt x="6622073" y="3202"/>
                  </a:lnTo>
                  <a:lnTo>
                    <a:pt x="6574908" y="1576"/>
                  </a:lnTo>
                  <a:lnTo>
                    <a:pt x="6544542" y="621"/>
                  </a:lnTo>
                  <a:lnTo>
                    <a:pt x="6528550" y="161"/>
                  </a:lnTo>
                  <a:lnTo>
                    <a:pt x="6522943" y="1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5" y="26"/>
                  </a:lnTo>
                  <a:lnTo>
                    <a:pt x="5518928" y="217"/>
                  </a:lnTo>
                  <a:lnTo>
                    <a:pt x="5500178" y="746"/>
                  </a:lnTo>
                  <a:lnTo>
                    <a:pt x="5466391" y="1786"/>
                  </a:lnTo>
                  <a:lnTo>
                    <a:pt x="5415500" y="3506"/>
                  </a:lnTo>
                  <a:lnTo>
                    <a:pt x="5347199" y="6049"/>
                  </a:lnTo>
                  <a:lnTo>
                    <a:pt x="5262900" y="9520"/>
                  </a:lnTo>
                  <a:lnTo>
                    <a:pt x="5165417" y="13984"/>
                  </a:lnTo>
                  <a:lnTo>
                    <a:pt x="5058457" y="19465"/>
                  </a:lnTo>
                  <a:lnTo>
                    <a:pt x="4946040" y="25960"/>
                  </a:lnTo>
                  <a:lnTo>
                    <a:pt x="4831970" y="33447"/>
                  </a:lnTo>
                  <a:lnTo>
                    <a:pt x="4719471" y="41909"/>
                  </a:lnTo>
                  <a:lnTo>
                    <a:pt x="4611002" y="51339"/>
                  </a:lnTo>
                  <a:lnTo>
                    <a:pt x="4508222" y="61755"/>
                  </a:lnTo>
                  <a:lnTo>
                    <a:pt x="4412075" y="73203"/>
                  </a:lnTo>
                  <a:lnTo>
                    <a:pt x="4322919" y="85759"/>
                  </a:lnTo>
                  <a:lnTo>
                    <a:pt x="4240670" y="99534"/>
                  </a:lnTo>
                  <a:lnTo>
                    <a:pt x="4164934" y="114665"/>
                  </a:lnTo>
                  <a:lnTo>
                    <a:pt x="4095118" y="131317"/>
                  </a:lnTo>
                  <a:lnTo>
                    <a:pt x="4030513" y="149674"/>
                  </a:lnTo>
                  <a:lnTo>
                    <a:pt x="3970356" y="169929"/>
                  </a:lnTo>
                  <a:lnTo>
                    <a:pt x="3913882" y="192263"/>
                  </a:lnTo>
                  <a:lnTo>
                    <a:pt x="3860358" y="216820"/>
                  </a:lnTo>
                  <a:lnTo>
                    <a:pt x="3820202" y="237575"/>
                  </a:lnTo>
                  <a:lnTo>
                    <a:pt x="3766260" y="268688"/>
                  </a:lnTo>
                  <a:lnTo>
                    <a:pt x="3713862" y="302538"/>
                  </a:lnTo>
                  <a:lnTo>
                    <a:pt x="3662503" y="339175"/>
                  </a:lnTo>
                  <a:lnTo>
                    <a:pt x="3611798" y="378582"/>
                  </a:lnTo>
                  <a:lnTo>
                    <a:pt x="3561456" y="420669"/>
                  </a:lnTo>
                  <a:lnTo>
                    <a:pt x="3511269" y="465263"/>
                  </a:lnTo>
                  <a:lnTo>
                    <a:pt x="3461099" y="512109"/>
                  </a:lnTo>
                  <a:lnTo>
                    <a:pt x="3410870" y="560870"/>
                  </a:lnTo>
                  <a:lnTo>
                    <a:pt x="3360550" y="611136"/>
                  </a:lnTo>
                  <a:lnTo>
                    <a:pt x="3310149" y="662437"/>
                  </a:lnTo>
                  <a:lnTo>
                    <a:pt x="3259703" y="714258"/>
                  </a:lnTo>
                  <a:lnTo>
                    <a:pt x="3209258" y="766063"/>
                  </a:lnTo>
                  <a:lnTo>
                    <a:pt x="3158861" y="817317"/>
                  </a:lnTo>
                  <a:lnTo>
                    <a:pt x="3108547" y="867507"/>
                  </a:lnTo>
                  <a:lnTo>
                    <a:pt x="3058322" y="916166"/>
                  </a:lnTo>
                  <a:lnTo>
                    <a:pt x="3008154" y="962887"/>
                  </a:lnTo>
                  <a:lnTo>
                    <a:pt x="2957963" y="1007339"/>
                  </a:lnTo>
                  <a:lnTo>
                    <a:pt x="2907606" y="1049272"/>
                  </a:lnTo>
                  <a:lnTo>
                    <a:pt x="2856871" y="1088518"/>
                  </a:lnTo>
                  <a:lnTo>
                    <a:pt x="2805463" y="1124990"/>
                  </a:lnTo>
                  <a:lnTo>
                    <a:pt x="2752988" y="1158676"/>
                  </a:lnTo>
                  <a:lnTo>
                    <a:pt x="2702183" y="1187877"/>
                  </a:lnTo>
                  <a:lnTo>
                    <a:pt x="2650501" y="1214214"/>
                  </a:lnTo>
                  <a:lnTo>
                    <a:pt x="2596390" y="1238275"/>
                  </a:lnTo>
                  <a:lnTo>
                    <a:pt x="2539172" y="1260139"/>
                  </a:lnTo>
                  <a:lnTo>
                    <a:pt x="2478105" y="1279961"/>
                  </a:lnTo>
                  <a:lnTo>
                    <a:pt x="2412421" y="1297927"/>
                  </a:lnTo>
                  <a:lnTo>
                    <a:pt x="2341364" y="1314230"/>
                  </a:lnTo>
                  <a:lnTo>
                    <a:pt x="2264244" y="1329050"/>
                  </a:lnTo>
                  <a:lnTo>
                    <a:pt x="2180505" y="1342547"/>
                  </a:lnTo>
                  <a:lnTo>
                    <a:pt x="2089809" y="1354852"/>
                  </a:lnTo>
                  <a:lnTo>
                    <a:pt x="1992158" y="1366068"/>
                  </a:lnTo>
                  <a:lnTo>
                    <a:pt x="1888026" y="1376265"/>
                  </a:lnTo>
                  <a:lnTo>
                    <a:pt x="1778503" y="1385482"/>
                  </a:lnTo>
                  <a:lnTo>
                    <a:pt x="1665421" y="1393731"/>
                  </a:lnTo>
                  <a:lnTo>
                    <a:pt x="1551413" y="1401003"/>
                  </a:lnTo>
                  <a:lnTo>
                    <a:pt x="1439853" y="1407276"/>
                  </a:lnTo>
                  <a:lnTo>
                    <a:pt x="1334630" y="1412534"/>
                  </a:lnTo>
                  <a:lnTo>
                    <a:pt x="1239744" y="1416777"/>
                  </a:lnTo>
                  <a:lnTo>
                    <a:pt x="1158756" y="1420037"/>
                  </a:lnTo>
                  <a:lnTo>
                    <a:pt x="1094211" y="1422388"/>
                  </a:lnTo>
                  <a:lnTo>
                    <a:pt x="1047161" y="1423946"/>
                  </a:lnTo>
                  <a:lnTo>
                    <a:pt x="1016910" y="1424860"/>
                  </a:lnTo>
                  <a:lnTo>
                    <a:pt x="1001018" y="1425299"/>
                  </a:lnTo>
                  <a:lnTo>
                    <a:pt x="995479" y="1425439"/>
                  </a:lnTo>
                  <a:lnTo>
                    <a:pt x="994940" y="1425452"/>
                  </a:lnTo>
                  <a:lnTo>
                    <a:pt x="0" y="1425452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50" name="pl1449"/>
            <p:cNvSpPr/>
            <p:nvPr/>
          </p:nvSpPr>
          <p:spPr>
            <a:xfrm>
              <a:off x="1199187" y="3809776"/>
              <a:ext cx="12049831" cy="1483099"/>
            </a:xfrm>
            <a:custGeom>
              <a:avLst/>
              <a:pathLst>
                <a:path w="12049831" h="1483099">
                  <a:moveTo>
                    <a:pt x="0" y="1425452"/>
                  </a:moveTo>
                  <a:lnTo>
                    <a:pt x="994940" y="1425452"/>
                  </a:lnTo>
                  <a:lnTo>
                    <a:pt x="996060" y="1425425"/>
                  </a:lnTo>
                  <a:lnTo>
                    <a:pt x="1003457" y="1425234"/>
                  </a:lnTo>
                  <a:lnTo>
                    <a:pt x="1022207" y="1424706"/>
                  </a:lnTo>
                  <a:lnTo>
                    <a:pt x="1055993" y="1423665"/>
                  </a:lnTo>
                  <a:lnTo>
                    <a:pt x="1106885" y="1421945"/>
                  </a:lnTo>
                  <a:lnTo>
                    <a:pt x="1175186" y="1419403"/>
                  </a:lnTo>
                  <a:lnTo>
                    <a:pt x="1259485" y="1415931"/>
                  </a:lnTo>
                  <a:lnTo>
                    <a:pt x="1356968" y="1411468"/>
                  </a:lnTo>
                  <a:lnTo>
                    <a:pt x="1463928" y="1405986"/>
                  </a:lnTo>
                  <a:lnTo>
                    <a:pt x="1576345" y="1399492"/>
                  </a:lnTo>
                  <a:lnTo>
                    <a:pt x="1690415" y="1392004"/>
                  </a:lnTo>
                  <a:lnTo>
                    <a:pt x="1802913" y="1383543"/>
                  </a:lnTo>
                  <a:lnTo>
                    <a:pt x="1911383" y="1374113"/>
                  </a:lnTo>
                  <a:lnTo>
                    <a:pt x="2014163" y="1363697"/>
                  </a:lnTo>
                  <a:lnTo>
                    <a:pt x="2110310" y="1352249"/>
                  </a:lnTo>
                  <a:lnTo>
                    <a:pt x="2199466" y="1339692"/>
                  </a:lnTo>
                  <a:lnTo>
                    <a:pt x="2281715" y="1325917"/>
                  </a:lnTo>
                  <a:lnTo>
                    <a:pt x="2357451" y="1310786"/>
                  </a:lnTo>
                  <a:lnTo>
                    <a:pt x="2427267" y="1294134"/>
                  </a:lnTo>
                  <a:lnTo>
                    <a:pt x="2491872" y="1275777"/>
                  </a:lnTo>
                  <a:lnTo>
                    <a:pt x="2552029" y="1255523"/>
                  </a:lnTo>
                  <a:lnTo>
                    <a:pt x="2608503" y="1233188"/>
                  </a:lnTo>
                  <a:lnTo>
                    <a:pt x="2662027" y="1208631"/>
                  </a:lnTo>
                  <a:lnTo>
                    <a:pt x="2702183" y="1187877"/>
                  </a:lnTo>
                  <a:lnTo>
                    <a:pt x="2756125" y="1156763"/>
                  </a:lnTo>
                  <a:lnTo>
                    <a:pt x="2808523" y="1122914"/>
                  </a:lnTo>
                  <a:lnTo>
                    <a:pt x="2859882" y="1086277"/>
                  </a:lnTo>
                  <a:lnTo>
                    <a:pt x="2910587" y="1046869"/>
                  </a:lnTo>
                  <a:lnTo>
                    <a:pt x="2960929" y="1004782"/>
                  </a:lnTo>
                  <a:lnTo>
                    <a:pt x="3011116" y="960188"/>
                  </a:lnTo>
                  <a:lnTo>
                    <a:pt x="3061286" y="913342"/>
                  </a:lnTo>
                  <a:lnTo>
                    <a:pt x="3111515" y="864581"/>
                  </a:lnTo>
                  <a:lnTo>
                    <a:pt x="3161835" y="814315"/>
                  </a:lnTo>
                  <a:lnTo>
                    <a:pt x="3212236" y="763014"/>
                  </a:lnTo>
                  <a:lnTo>
                    <a:pt x="3262682" y="711193"/>
                  </a:lnTo>
                  <a:lnTo>
                    <a:pt x="3313127" y="659388"/>
                  </a:lnTo>
                  <a:lnTo>
                    <a:pt x="3363524" y="608134"/>
                  </a:lnTo>
                  <a:lnTo>
                    <a:pt x="3413838" y="557945"/>
                  </a:lnTo>
                  <a:lnTo>
                    <a:pt x="3464063" y="509286"/>
                  </a:lnTo>
                  <a:lnTo>
                    <a:pt x="3514231" y="462564"/>
                  </a:lnTo>
                  <a:lnTo>
                    <a:pt x="3564422" y="418112"/>
                  </a:lnTo>
                  <a:lnTo>
                    <a:pt x="3614779" y="376179"/>
                  </a:lnTo>
                  <a:lnTo>
                    <a:pt x="3665514" y="336934"/>
                  </a:lnTo>
                  <a:lnTo>
                    <a:pt x="3716922" y="300462"/>
                  </a:lnTo>
                  <a:lnTo>
                    <a:pt x="3769397" y="266776"/>
                  </a:lnTo>
                  <a:lnTo>
                    <a:pt x="3820202" y="237575"/>
                  </a:lnTo>
                  <a:lnTo>
                    <a:pt x="3871884" y="211237"/>
                  </a:lnTo>
                  <a:lnTo>
                    <a:pt x="3925995" y="187177"/>
                  </a:lnTo>
                  <a:lnTo>
                    <a:pt x="3983213" y="165313"/>
                  </a:lnTo>
                  <a:lnTo>
                    <a:pt x="4044280" y="145491"/>
                  </a:lnTo>
                  <a:lnTo>
                    <a:pt x="4109964" y="127524"/>
                  </a:lnTo>
                  <a:lnTo>
                    <a:pt x="4181021" y="111221"/>
                  </a:lnTo>
                  <a:lnTo>
                    <a:pt x="4258141" y="96401"/>
                  </a:lnTo>
                  <a:lnTo>
                    <a:pt x="4341880" y="82904"/>
                  </a:lnTo>
                  <a:lnTo>
                    <a:pt x="4432576" y="70599"/>
                  </a:lnTo>
                  <a:lnTo>
                    <a:pt x="4530227" y="59383"/>
                  </a:lnTo>
                  <a:lnTo>
                    <a:pt x="4634359" y="49186"/>
                  </a:lnTo>
                  <a:lnTo>
                    <a:pt x="4743882" y="39969"/>
                  </a:lnTo>
                  <a:lnTo>
                    <a:pt x="4856964" y="31720"/>
                  </a:lnTo>
                  <a:lnTo>
                    <a:pt x="4970972" y="24449"/>
                  </a:lnTo>
                  <a:lnTo>
                    <a:pt x="5082532" y="18175"/>
                  </a:lnTo>
                  <a:lnTo>
                    <a:pt x="5187755" y="12918"/>
                  </a:lnTo>
                  <a:lnTo>
                    <a:pt x="5282641" y="8675"/>
                  </a:lnTo>
                  <a:lnTo>
                    <a:pt x="5363629" y="5415"/>
                  </a:lnTo>
                  <a:lnTo>
                    <a:pt x="5428174" y="3063"/>
                  </a:lnTo>
                  <a:lnTo>
                    <a:pt x="5475224" y="1505"/>
                  </a:lnTo>
                  <a:lnTo>
                    <a:pt x="5505475" y="592"/>
                  </a:lnTo>
                  <a:lnTo>
                    <a:pt x="5521367" y="153"/>
                  </a:lnTo>
                  <a:lnTo>
                    <a:pt x="5526906" y="1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5" y="27"/>
                  </a:lnTo>
                  <a:lnTo>
                    <a:pt x="6530893" y="226"/>
                  </a:lnTo>
                  <a:lnTo>
                    <a:pt x="6549623" y="775"/>
                  </a:lnTo>
                  <a:lnTo>
                    <a:pt x="6583373" y="1856"/>
                  </a:lnTo>
                  <a:lnTo>
                    <a:pt x="6634214" y="3644"/>
                  </a:lnTo>
                  <a:lnTo>
                    <a:pt x="6702451" y="6286"/>
                  </a:lnTo>
                  <a:lnTo>
                    <a:pt x="6786680" y="9894"/>
                  </a:lnTo>
                  <a:lnTo>
                    <a:pt x="6884092" y="14533"/>
                  </a:lnTo>
                  <a:lnTo>
                    <a:pt x="6990985" y="20231"/>
                  </a:lnTo>
                  <a:lnTo>
                    <a:pt x="7103345" y="26981"/>
                  </a:lnTo>
                  <a:lnTo>
                    <a:pt x="7217371" y="34764"/>
                  </a:lnTo>
                  <a:lnTo>
                    <a:pt x="7329839" y="43560"/>
                  </a:lnTo>
                  <a:lnTo>
                    <a:pt x="7438290" y="53362"/>
                  </a:lnTo>
                  <a:lnTo>
                    <a:pt x="7541063" y="64190"/>
                  </a:lnTo>
                  <a:lnTo>
                    <a:pt x="7637212" y="76090"/>
                  </a:lnTo>
                  <a:lnTo>
                    <a:pt x="7726375" y="89142"/>
                  </a:lnTo>
                  <a:lnTo>
                    <a:pt x="7808636" y="103460"/>
                  </a:lnTo>
                  <a:lnTo>
                    <a:pt x="7884385" y="119186"/>
                  </a:lnTo>
                  <a:lnTo>
                    <a:pt x="7954213" y="136493"/>
                  </a:lnTo>
                  <a:lnTo>
                    <a:pt x="8018830" y="155570"/>
                  </a:lnTo>
                  <a:lnTo>
                    <a:pt x="8078996" y="176619"/>
                  </a:lnTo>
                  <a:lnTo>
                    <a:pt x="8135476" y="199829"/>
                  </a:lnTo>
                  <a:lnTo>
                    <a:pt x="8189002" y="225348"/>
                  </a:lnTo>
                  <a:lnTo>
                    <a:pt x="8229629" y="247183"/>
                  </a:lnTo>
                  <a:lnTo>
                    <a:pt x="8283121" y="279268"/>
                  </a:lnTo>
                  <a:lnTo>
                    <a:pt x="8335091" y="314152"/>
                  </a:lnTo>
                  <a:lnTo>
                    <a:pt x="8386032" y="351887"/>
                  </a:lnTo>
                  <a:lnTo>
                    <a:pt x="8436323" y="392457"/>
                  </a:lnTo>
                  <a:lnTo>
                    <a:pt x="8486248" y="435772"/>
                  </a:lnTo>
                  <a:lnTo>
                    <a:pt x="8536013" y="481662"/>
                  </a:lnTo>
                  <a:lnTo>
                    <a:pt x="8585755" y="529870"/>
                  </a:lnTo>
                  <a:lnTo>
                    <a:pt x="8635555" y="580060"/>
                  </a:lnTo>
                  <a:lnTo>
                    <a:pt x="8685442" y="631820"/>
                  </a:lnTo>
                  <a:lnTo>
                    <a:pt x="8735410" y="684677"/>
                  </a:lnTo>
                  <a:lnTo>
                    <a:pt x="8785427" y="738112"/>
                  </a:lnTo>
                  <a:lnTo>
                    <a:pt x="8835447" y="791582"/>
                  </a:lnTo>
                  <a:lnTo>
                    <a:pt x="8885424" y="844543"/>
                  </a:lnTo>
                  <a:lnTo>
                    <a:pt x="8935322" y="896472"/>
                  </a:lnTo>
                  <a:lnTo>
                    <a:pt x="8985132" y="946888"/>
                  </a:lnTo>
                  <a:lnTo>
                    <a:pt x="9034878" y="995371"/>
                  </a:lnTo>
                  <a:lnTo>
                    <a:pt x="9084634" y="1041574"/>
                  </a:lnTo>
                  <a:lnTo>
                    <a:pt x="9134529" y="1085231"/>
                  </a:lnTo>
                  <a:lnTo>
                    <a:pt x="9184758" y="1126161"/>
                  </a:lnTo>
                  <a:lnTo>
                    <a:pt x="9235596" y="1164262"/>
                  </a:lnTo>
                  <a:lnTo>
                    <a:pt x="9287410" y="1199510"/>
                  </a:lnTo>
                  <a:lnTo>
                    <a:pt x="9340674" y="1231950"/>
                  </a:lnTo>
                  <a:lnTo>
                    <a:pt x="9347647" y="1235916"/>
                  </a:lnTo>
                  <a:lnTo>
                    <a:pt x="9399309" y="1263308"/>
                  </a:lnTo>
                  <a:lnTo>
                    <a:pt x="9453398" y="1288333"/>
                  </a:lnTo>
                  <a:lnTo>
                    <a:pt x="9510590" y="1311075"/>
                  </a:lnTo>
                  <a:lnTo>
                    <a:pt x="9571627" y="1331693"/>
                  </a:lnTo>
                  <a:lnTo>
                    <a:pt x="9637276" y="1350382"/>
                  </a:lnTo>
                  <a:lnTo>
                    <a:pt x="9708293" y="1367341"/>
                  </a:lnTo>
                  <a:lnTo>
                    <a:pt x="9785366" y="1382759"/>
                  </a:lnTo>
                  <a:lnTo>
                    <a:pt x="9869053" y="1396799"/>
                  </a:lnTo>
                  <a:lnTo>
                    <a:pt x="9959690" y="1409601"/>
                  </a:lnTo>
                  <a:lnTo>
                    <a:pt x="10057277" y="1421270"/>
                  </a:lnTo>
                  <a:lnTo>
                    <a:pt x="10161344" y="1431879"/>
                  </a:lnTo>
                  <a:lnTo>
                    <a:pt x="10270803" y="1441470"/>
                  </a:lnTo>
                  <a:lnTo>
                    <a:pt x="10383829" y="1450054"/>
                  </a:lnTo>
                  <a:lnTo>
                    <a:pt x="10497796" y="1457622"/>
                  </a:lnTo>
                  <a:lnTo>
                    <a:pt x="10609337" y="1464153"/>
                  </a:lnTo>
                  <a:lnTo>
                    <a:pt x="10714570" y="1469627"/>
                  </a:lnTo>
                  <a:lnTo>
                    <a:pt x="10809498" y="1474047"/>
                  </a:lnTo>
                  <a:lnTo>
                    <a:pt x="10890559" y="1477444"/>
                  </a:lnTo>
                  <a:lnTo>
                    <a:pt x="10955204" y="1479896"/>
                  </a:lnTo>
                  <a:lnTo>
                    <a:pt x="11002369" y="1481522"/>
                  </a:lnTo>
                  <a:lnTo>
                    <a:pt x="11032735" y="1482477"/>
                  </a:lnTo>
                  <a:lnTo>
                    <a:pt x="11048727" y="1482937"/>
                  </a:lnTo>
                  <a:lnTo>
                    <a:pt x="11054333" y="1483085"/>
                  </a:lnTo>
                  <a:lnTo>
                    <a:pt x="11054891" y="1483099"/>
                  </a:lnTo>
                  <a:lnTo>
                    <a:pt x="12049831" y="1483099"/>
                  </a:lnTo>
                  <a:lnTo>
                    <a:pt x="12049831" y="14830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1" name="pl1450"/>
            <p:cNvSpPr/>
            <p:nvPr/>
          </p:nvSpPr>
          <p:spPr>
            <a:xfrm>
              <a:off x="1199187" y="3804535"/>
              <a:ext cx="12049831" cy="1483099"/>
            </a:xfrm>
            <a:custGeom>
              <a:avLst/>
              <a:pathLst>
                <a:path w="12049831" h="1483099">
                  <a:moveTo>
                    <a:pt x="12049831" y="1483099"/>
                  </a:moveTo>
                  <a:lnTo>
                    <a:pt x="11054891" y="1483099"/>
                  </a:lnTo>
                  <a:lnTo>
                    <a:pt x="11053772" y="1483071"/>
                  </a:lnTo>
                  <a:lnTo>
                    <a:pt x="11046384" y="1482872"/>
                  </a:lnTo>
                  <a:lnTo>
                    <a:pt x="11027654" y="1482324"/>
                  </a:lnTo>
                  <a:lnTo>
                    <a:pt x="10993903" y="1481242"/>
                  </a:lnTo>
                  <a:lnTo>
                    <a:pt x="10943062" y="1479454"/>
                  </a:lnTo>
                  <a:lnTo>
                    <a:pt x="10874825" y="1476812"/>
                  </a:lnTo>
                  <a:lnTo>
                    <a:pt x="10790597" y="1473205"/>
                  </a:lnTo>
                  <a:lnTo>
                    <a:pt x="10693185" y="1468565"/>
                  </a:lnTo>
                  <a:lnTo>
                    <a:pt x="10586292" y="1462868"/>
                  </a:lnTo>
                  <a:lnTo>
                    <a:pt x="10473931" y="1456118"/>
                  </a:lnTo>
                  <a:lnTo>
                    <a:pt x="10359905" y="1448335"/>
                  </a:lnTo>
                  <a:lnTo>
                    <a:pt x="10247438" y="1439539"/>
                  </a:lnTo>
                  <a:lnTo>
                    <a:pt x="10138986" y="1429736"/>
                  </a:lnTo>
                  <a:lnTo>
                    <a:pt x="10036213" y="1418909"/>
                  </a:lnTo>
                  <a:lnTo>
                    <a:pt x="9940065" y="1407009"/>
                  </a:lnTo>
                  <a:lnTo>
                    <a:pt x="9850901" y="1393956"/>
                  </a:lnTo>
                  <a:lnTo>
                    <a:pt x="9768641" y="1379639"/>
                  </a:lnTo>
                  <a:lnTo>
                    <a:pt x="9692892" y="1363912"/>
                  </a:lnTo>
                  <a:lnTo>
                    <a:pt x="9623063" y="1346606"/>
                  </a:lnTo>
                  <a:lnTo>
                    <a:pt x="9558446" y="1327528"/>
                  </a:lnTo>
                  <a:lnTo>
                    <a:pt x="9498281" y="1306479"/>
                  </a:lnTo>
                  <a:lnTo>
                    <a:pt x="9441800" y="1283270"/>
                  </a:lnTo>
                  <a:lnTo>
                    <a:pt x="9388274" y="1257751"/>
                  </a:lnTo>
                  <a:lnTo>
                    <a:pt x="9347647" y="1235916"/>
                  </a:lnTo>
                  <a:lnTo>
                    <a:pt x="9294155" y="1203830"/>
                  </a:lnTo>
                  <a:lnTo>
                    <a:pt x="9242185" y="1168946"/>
                  </a:lnTo>
                  <a:lnTo>
                    <a:pt x="9191244" y="1131212"/>
                  </a:lnTo>
                  <a:lnTo>
                    <a:pt x="9140954" y="1090642"/>
                  </a:lnTo>
                  <a:lnTo>
                    <a:pt x="9091029" y="1047326"/>
                  </a:lnTo>
                  <a:lnTo>
                    <a:pt x="9041264" y="1001437"/>
                  </a:lnTo>
                  <a:lnTo>
                    <a:pt x="8991521" y="953228"/>
                  </a:lnTo>
                  <a:lnTo>
                    <a:pt x="8941722" y="903039"/>
                  </a:lnTo>
                  <a:lnTo>
                    <a:pt x="8891835" y="851278"/>
                  </a:lnTo>
                  <a:lnTo>
                    <a:pt x="8841867" y="798421"/>
                  </a:lnTo>
                  <a:lnTo>
                    <a:pt x="8791850" y="744986"/>
                  </a:lnTo>
                  <a:lnTo>
                    <a:pt x="8741829" y="691516"/>
                  </a:lnTo>
                  <a:lnTo>
                    <a:pt x="8691853" y="638555"/>
                  </a:lnTo>
                  <a:lnTo>
                    <a:pt x="8641954" y="586627"/>
                  </a:lnTo>
                  <a:lnTo>
                    <a:pt x="8592145" y="536211"/>
                  </a:lnTo>
                  <a:lnTo>
                    <a:pt x="8542398" y="487728"/>
                  </a:lnTo>
                  <a:lnTo>
                    <a:pt x="8492642" y="441525"/>
                  </a:lnTo>
                  <a:lnTo>
                    <a:pt x="8442748" y="397867"/>
                  </a:lnTo>
                  <a:lnTo>
                    <a:pt x="8392518" y="356938"/>
                  </a:lnTo>
                  <a:lnTo>
                    <a:pt x="8341680" y="318837"/>
                  </a:lnTo>
                  <a:lnTo>
                    <a:pt x="8289867" y="283589"/>
                  </a:lnTo>
                  <a:lnTo>
                    <a:pt x="8236602" y="251149"/>
                  </a:lnTo>
                  <a:lnTo>
                    <a:pt x="8229629" y="247183"/>
                  </a:lnTo>
                  <a:lnTo>
                    <a:pt x="8177968" y="219790"/>
                  </a:lnTo>
                  <a:lnTo>
                    <a:pt x="8123879" y="194765"/>
                  </a:lnTo>
                  <a:lnTo>
                    <a:pt x="8066687" y="172024"/>
                  </a:lnTo>
                  <a:lnTo>
                    <a:pt x="8005650" y="151405"/>
                  </a:lnTo>
                  <a:lnTo>
                    <a:pt x="7940000" y="132716"/>
                  </a:lnTo>
                  <a:lnTo>
                    <a:pt x="7868983" y="115757"/>
                  </a:lnTo>
                  <a:lnTo>
                    <a:pt x="7791910" y="100340"/>
                  </a:lnTo>
                  <a:lnTo>
                    <a:pt x="7708223" y="86299"/>
                  </a:lnTo>
                  <a:lnTo>
                    <a:pt x="7617587" y="73497"/>
                  </a:lnTo>
                  <a:lnTo>
                    <a:pt x="7519999" y="61828"/>
                  </a:lnTo>
                  <a:lnTo>
                    <a:pt x="7415932" y="51219"/>
                  </a:lnTo>
                  <a:lnTo>
                    <a:pt x="7306473" y="41628"/>
                  </a:lnTo>
                  <a:lnTo>
                    <a:pt x="7193447" y="33044"/>
                  </a:lnTo>
                  <a:lnTo>
                    <a:pt x="7079481" y="25476"/>
                  </a:lnTo>
                  <a:lnTo>
                    <a:pt x="6967939" y="18946"/>
                  </a:lnTo>
                  <a:lnTo>
                    <a:pt x="6862707" y="13471"/>
                  </a:lnTo>
                  <a:lnTo>
                    <a:pt x="6767779" y="9052"/>
                  </a:lnTo>
                  <a:lnTo>
                    <a:pt x="6686717" y="5654"/>
                  </a:lnTo>
                  <a:lnTo>
                    <a:pt x="6622073" y="3202"/>
                  </a:lnTo>
                  <a:lnTo>
                    <a:pt x="6574908" y="1576"/>
                  </a:lnTo>
                  <a:lnTo>
                    <a:pt x="6544542" y="621"/>
                  </a:lnTo>
                  <a:lnTo>
                    <a:pt x="6528550" y="161"/>
                  </a:lnTo>
                  <a:lnTo>
                    <a:pt x="6522943" y="1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5" y="26"/>
                  </a:lnTo>
                  <a:lnTo>
                    <a:pt x="5518928" y="217"/>
                  </a:lnTo>
                  <a:lnTo>
                    <a:pt x="5500178" y="746"/>
                  </a:lnTo>
                  <a:lnTo>
                    <a:pt x="5466391" y="1786"/>
                  </a:lnTo>
                  <a:lnTo>
                    <a:pt x="5415500" y="3506"/>
                  </a:lnTo>
                  <a:lnTo>
                    <a:pt x="5347199" y="6049"/>
                  </a:lnTo>
                  <a:lnTo>
                    <a:pt x="5262900" y="9520"/>
                  </a:lnTo>
                  <a:lnTo>
                    <a:pt x="5165417" y="13984"/>
                  </a:lnTo>
                  <a:lnTo>
                    <a:pt x="5058457" y="19465"/>
                  </a:lnTo>
                  <a:lnTo>
                    <a:pt x="4946040" y="25960"/>
                  </a:lnTo>
                  <a:lnTo>
                    <a:pt x="4831970" y="33447"/>
                  </a:lnTo>
                  <a:lnTo>
                    <a:pt x="4719471" y="41909"/>
                  </a:lnTo>
                  <a:lnTo>
                    <a:pt x="4611002" y="51339"/>
                  </a:lnTo>
                  <a:lnTo>
                    <a:pt x="4508222" y="61755"/>
                  </a:lnTo>
                  <a:lnTo>
                    <a:pt x="4412075" y="73203"/>
                  </a:lnTo>
                  <a:lnTo>
                    <a:pt x="4322919" y="85759"/>
                  </a:lnTo>
                  <a:lnTo>
                    <a:pt x="4240670" y="99534"/>
                  </a:lnTo>
                  <a:lnTo>
                    <a:pt x="4164934" y="114665"/>
                  </a:lnTo>
                  <a:lnTo>
                    <a:pt x="4095118" y="131317"/>
                  </a:lnTo>
                  <a:lnTo>
                    <a:pt x="4030513" y="149674"/>
                  </a:lnTo>
                  <a:lnTo>
                    <a:pt x="3970356" y="169929"/>
                  </a:lnTo>
                  <a:lnTo>
                    <a:pt x="3913882" y="192263"/>
                  </a:lnTo>
                  <a:lnTo>
                    <a:pt x="3860358" y="216820"/>
                  </a:lnTo>
                  <a:lnTo>
                    <a:pt x="3820202" y="237575"/>
                  </a:lnTo>
                  <a:lnTo>
                    <a:pt x="3766260" y="268688"/>
                  </a:lnTo>
                  <a:lnTo>
                    <a:pt x="3713862" y="302538"/>
                  </a:lnTo>
                  <a:lnTo>
                    <a:pt x="3662503" y="339175"/>
                  </a:lnTo>
                  <a:lnTo>
                    <a:pt x="3611798" y="378582"/>
                  </a:lnTo>
                  <a:lnTo>
                    <a:pt x="3561456" y="420669"/>
                  </a:lnTo>
                  <a:lnTo>
                    <a:pt x="3511269" y="465263"/>
                  </a:lnTo>
                  <a:lnTo>
                    <a:pt x="3461099" y="512109"/>
                  </a:lnTo>
                  <a:lnTo>
                    <a:pt x="3410870" y="560870"/>
                  </a:lnTo>
                  <a:lnTo>
                    <a:pt x="3360550" y="611136"/>
                  </a:lnTo>
                  <a:lnTo>
                    <a:pt x="3310149" y="662437"/>
                  </a:lnTo>
                  <a:lnTo>
                    <a:pt x="3259703" y="714258"/>
                  </a:lnTo>
                  <a:lnTo>
                    <a:pt x="3209258" y="766063"/>
                  </a:lnTo>
                  <a:lnTo>
                    <a:pt x="3158861" y="817317"/>
                  </a:lnTo>
                  <a:lnTo>
                    <a:pt x="3108547" y="867507"/>
                  </a:lnTo>
                  <a:lnTo>
                    <a:pt x="3058322" y="916166"/>
                  </a:lnTo>
                  <a:lnTo>
                    <a:pt x="3008154" y="962887"/>
                  </a:lnTo>
                  <a:lnTo>
                    <a:pt x="2957963" y="1007339"/>
                  </a:lnTo>
                  <a:lnTo>
                    <a:pt x="2907606" y="1049272"/>
                  </a:lnTo>
                  <a:lnTo>
                    <a:pt x="2856871" y="1088518"/>
                  </a:lnTo>
                  <a:lnTo>
                    <a:pt x="2805463" y="1124990"/>
                  </a:lnTo>
                  <a:lnTo>
                    <a:pt x="2752988" y="1158676"/>
                  </a:lnTo>
                  <a:lnTo>
                    <a:pt x="2702183" y="1187877"/>
                  </a:lnTo>
                  <a:lnTo>
                    <a:pt x="2650501" y="1214214"/>
                  </a:lnTo>
                  <a:lnTo>
                    <a:pt x="2596390" y="1238275"/>
                  </a:lnTo>
                  <a:lnTo>
                    <a:pt x="2539172" y="1260139"/>
                  </a:lnTo>
                  <a:lnTo>
                    <a:pt x="2478105" y="1279961"/>
                  </a:lnTo>
                  <a:lnTo>
                    <a:pt x="2412421" y="1297927"/>
                  </a:lnTo>
                  <a:lnTo>
                    <a:pt x="2341364" y="1314230"/>
                  </a:lnTo>
                  <a:lnTo>
                    <a:pt x="2264244" y="1329050"/>
                  </a:lnTo>
                  <a:lnTo>
                    <a:pt x="2180505" y="1342547"/>
                  </a:lnTo>
                  <a:lnTo>
                    <a:pt x="2089809" y="1354852"/>
                  </a:lnTo>
                  <a:lnTo>
                    <a:pt x="1992158" y="1366068"/>
                  </a:lnTo>
                  <a:lnTo>
                    <a:pt x="1888026" y="1376265"/>
                  </a:lnTo>
                  <a:lnTo>
                    <a:pt x="1778503" y="1385482"/>
                  </a:lnTo>
                  <a:lnTo>
                    <a:pt x="1665421" y="1393731"/>
                  </a:lnTo>
                  <a:lnTo>
                    <a:pt x="1551413" y="1401003"/>
                  </a:lnTo>
                  <a:lnTo>
                    <a:pt x="1439853" y="1407276"/>
                  </a:lnTo>
                  <a:lnTo>
                    <a:pt x="1334630" y="1412534"/>
                  </a:lnTo>
                  <a:lnTo>
                    <a:pt x="1239744" y="1416777"/>
                  </a:lnTo>
                  <a:lnTo>
                    <a:pt x="1158756" y="1420037"/>
                  </a:lnTo>
                  <a:lnTo>
                    <a:pt x="1094211" y="1422388"/>
                  </a:lnTo>
                  <a:lnTo>
                    <a:pt x="1047161" y="1423946"/>
                  </a:lnTo>
                  <a:lnTo>
                    <a:pt x="1016910" y="1424860"/>
                  </a:lnTo>
                  <a:lnTo>
                    <a:pt x="1001018" y="1425299"/>
                  </a:lnTo>
                  <a:lnTo>
                    <a:pt x="995479" y="1425439"/>
                  </a:lnTo>
                  <a:lnTo>
                    <a:pt x="994940" y="1425452"/>
                  </a:lnTo>
                  <a:lnTo>
                    <a:pt x="0" y="1425452"/>
                  </a:lnTo>
                  <a:lnTo>
                    <a:pt x="0" y="14254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2" name="pg1451"/>
            <p:cNvSpPr/>
            <p:nvPr/>
          </p:nvSpPr>
          <p:spPr>
            <a:xfrm>
              <a:off x="1199187" y="3825498"/>
              <a:ext cx="12049831" cy="2405451"/>
            </a:xfrm>
            <a:custGeom>
              <a:avLst/>
              <a:pathLst>
                <a:path w="12049831" h="2405451">
                  <a:moveTo>
                    <a:pt x="0" y="1414971"/>
                  </a:moveTo>
                  <a:lnTo>
                    <a:pt x="994940" y="1414971"/>
                  </a:lnTo>
                  <a:lnTo>
                    <a:pt x="996061" y="1414944"/>
                  </a:lnTo>
                  <a:lnTo>
                    <a:pt x="1003459" y="1414755"/>
                  </a:lnTo>
                  <a:lnTo>
                    <a:pt x="1022215" y="1414233"/>
                  </a:lnTo>
                  <a:lnTo>
                    <a:pt x="1056011" y="1413203"/>
                  </a:lnTo>
                  <a:lnTo>
                    <a:pt x="1106916" y="1411501"/>
                  </a:lnTo>
                  <a:lnTo>
                    <a:pt x="1175233" y="1408986"/>
                  </a:lnTo>
                  <a:lnTo>
                    <a:pt x="1259551" y="1405552"/>
                  </a:lnTo>
                  <a:lnTo>
                    <a:pt x="1357054" y="1401136"/>
                  </a:lnTo>
                  <a:lnTo>
                    <a:pt x="1464031" y="1395714"/>
                  </a:lnTo>
                  <a:lnTo>
                    <a:pt x="1576464" y="1389290"/>
                  </a:lnTo>
                  <a:lnTo>
                    <a:pt x="1690546" y="1381883"/>
                  </a:lnTo>
                  <a:lnTo>
                    <a:pt x="1803052" y="1373513"/>
                  </a:lnTo>
                  <a:lnTo>
                    <a:pt x="1911527" y="1364184"/>
                  </a:lnTo>
                  <a:lnTo>
                    <a:pt x="2014309" y="1353881"/>
                  </a:lnTo>
                  <a:lnTo>
                    <a:pt x="2110455" y="1342557"/>
                  </a:lnTo>
                  <a:lnTo>
                    <a:pt x="2199609" y="1330135"/>
                  </a:lnTo>
                  <a:lnTo>
                    <a:pt x="2281855" y="1316509"/>
                  </a:lnTo>
                  <a:lnTo>
                    <a:pt x="2357587" y="1301540"/>
                  </a:lnTo>
                  <a:lnTo>
                    <a:pt x="2427400" y="1285067"/>
                  </a:lnTo>
                  <a:lnTo>
                    <a:pt x="2492002" y="1266907"/>
                  </a:lnTo>
                  <a:lnTo>
                    <a:pt x="2552156" y="1246870"/>
                  </a:lnTo>
                  <a:lnTo>
                    <a:pt x="2608629" y="1224774"/>
                  </a:lnTo>
                  <a:lnTo>
                    <a:pt x="2662152" y="1200481"/>
                  </a:lnTo>
                  <a:lnTo>
                    <a:pt x="2702183" y="1180016"/>
                  </a:lnTo>
                  <a:lnTo>
                    <a:pt x="2756248" y="1149171"/>
                  </a:lnTo>
                  <a:lnTo>
                    <a:pt x="2808763" y="1115608"/>
                  </a:lnTo>
                  <a:lnTo>
                    <a:pt x="2860236" y="1079275"/>
                  </a:lnTo>
                  <a:lnTo>
                    <a:pt x="2911055" y="1040190"/>
                  </a:lnTo>
                  <a:lnTo>
                    <a:pt x="2961511" y="998444"/>
                  </a:lnTo>
                  <a:lnTo>
                    <a:pt x="3011813" y="954210"/>
                  </a:lnTo>
                  <a:lnTo>
                    <a:pt x="3062098" y="907743"/>
                  </a:lnTo>
                  <a:lnTo>
                    <a:pt x="3112446" y="859378"/>
                  </a:lnTo>
                  <a:lnTo>
                    <a:pt x="3162884" y="809527"/>
                  </a:lnTo>
                  <a:lnTo>
                    <a:pt x="3213402" y="758658"/>
                  </a:lnTo>
                  <a:lnTo>
                    <a:pt x="3263966" y="707283"/>
                  </a:lnTo>
                  <a:lnTo>
                    <a:pt x="3314527" y="655939"/>
                  </a:lnTo>
                  <a:lnTo>
                    <a:pt x="3365038" y="605157"/>
                  </a:lnTo>
                  <a:lnTo>
                    <a:pt x="3415466" y="555447"/>
                  </a:lnTo>
                  <a:lnTo>
                    <a:pt x="3465805" y="507272"/>
                  </a:lnTo>
                  <a:lnTo>
                    <a:pt x="3516088" y="461034"/>
                  </a:lnTo>
                  <a:lnTo>
                    <a:pt x="3566399" y="417062"/>
                  </a:lnTo>
                  <a:lnTo>
                    <a:pt x="3616883" y="375601"/>
                  </a:lnTo>
                  <a:lnTo>
                    <a:pt x="3667757" y="336815"/>
                  </a:lnTo>
                  <a:lnTo>
                    <a:pt x="3719324" y="300786"/>
                  </a:lnTo>
                  <a:lnTo>
                    <a:pt x="3771982" y="267525"/>
                  </a:lnTo>
                  <a:lnTo>
                    <a:pt x="3820202" y="240195"/>
                  </a:lnTo>
                  <a:lnTo>
                    <a:pt x="3871889" y="214145"/>
                  </a:lnTo>
                  <a:lnTo>
                    <a:pt x="3926007" y="190348"/>
                  </a:lnTo>
                  <a:lnTo>
                    <a:pt x="3983232" y="168724"/>
                  </a:lnTo>
                  <a:lnTo>
                    <a:pt x="4044306" y="149119"/>
                  </a:lnTo>
                  <a:lnTo>
                    <a:pt x="4110000" y="131350"/>
                  </a:lnTo>
                  <a:lnTo>
                    <a:pt x="4181067" y="115226"/>
                  </a:lnTo>
                  <a:lnTo>
                    <a:pt x="4258199" y="100568"/>
                  </a:lnTo>
                  <a:lnTo>
                    <a:pt x="4341953" y="87220"/>
                  </a:lnTo>
                  <a:lnTo>
                    <a:pt x="4432664" y="75050"/>
                  </a:lnTo>
                  <a:lnTo>
                    <a:pt x="4530332" y="63958"/>
                  </a:lnTo>
                  <a:lnTo>
                    <a:pt x="4634482" y="53873"/>
                  </a:lnTo>
                  <a:lnTo>
                    <a:pt x="4744022" y="44758"/>
                  </a:lnTo>
                  <a:lnTo>
                    <a:pt x="4857118" y="36601"/>
                  </a:lnTo>
                  <a:lnTo>
                    <a:pt x="4971137" y="29410"/>
                  </a:lnTo>
                  <a:lnTo>
                    <a:pt x="5082702" y="23207"/>
                  </a:lnTo>
                  <a:lnTo>
                    <a:pt x="5187923" y="18008"/>
                  </a:lnTo>
                  <a:lnTo>
                    <a:pt x="5282798" y="13813"/>
                  </a:lnTo>
                  <a:lnTo>
                    <a:pt x="5363766" y="10590"/>
                  </a:lnTo>
                  <a:lnTo>
                    <a:pt x="5428284" y="8266"/>
                  </a:lnTo>
                  <a:lnTo>
                    <a:pt x="5475304" y="6727"/>
                  </a:lnTo>
                  <a:lnTo>
                    <a:pt x="5505524" y="5825"/>
                  </a:lnTo>
                  <a:lnTo>
                    <a:pt x="5521390" y="5391"/>
                  </a:lnTo>
                  <a:lnTo>
                    <a:pt x="5526911" y="525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78" y="5284"/>
                  </a:lnTo>
                  <a:lnTo>
                    <a:pt x="6530694" y="5598"/>
                  </a:lnTo>
                  <a:lnTo>
                    <a:pt x="6548998" y="6464"/>
                  </a:lnTo>
                  <a:lnTo>
                    <a:pt x="6582011" y="8172"/>
                  </a:lnTo>
                  <a:lnTo>
                    <a:pt x="6631801" y="10995"/>
                  </a:lnTo>
                  <a:lnTo>
                    <a:pt x="6698728" y="15170"/>
                  </a:lnTo>
                  <a:lnTo>
                    <a:pt x="6781493" y="20876"/>
                  </a:lnTo>
                  <a:lnTo>
                    <a:pt x="6877415" y="28220"/>
                  </a:lnTo>
                  <a:lnTo>
                    <a:pt x="6982917" y="37248"/>
                  </a:lnTo>
                  <a:lnTo>
                    <a:pt x="7094086" y="47954"/>
                  </a:lnTo>
                  <a:lnTo>
                    <a:pt x="7207179" y="60307"/>
                  </a:lnTo>
                  <a:lnTo>
                    <a:pt x="7318993" y="74274"/>
                  </a:lnTo>
                  <a:lnTo>
                    <a:pt x="7427056" y="89844"/>
                  </a:lnTo>
                  <a:lnTo>
                    <a:pt x="7529670" y="107041"/>
                  </a:lnTo>
                  <a:lnTo>
                    <a:pt x="7625840" y="125934"/>
                  </a:lnTo>
                  <a:lnTo>
                    <a:pt x="7715155" y="146643"/>
                  </a:lnTo>
                  <a:lnTo>
                    <a:pt x="7797648" y="169340"/>
                  </a:lnTo>
                  <a:lnTo>
                    <a:pt x="7873668" y="194246"/>
                  </a:lnTo>
                  <a:lnTo>
                    <a:pt x="7943770" y="221625"/>
                  </a:lnTo>
                  <a:lnTo>
                    <a:pt x="8008631" y="251775"/>
                  </a:lnTo>
                  <a:lnTo>
                    <a:pt x="8068990" y="285012"/>
                  </a:lnTo>
                  <a:lnTo>
                    <a:pt x="8125596" y="321641"/>
                  </a:lnTo>
                  <a:lnTo>
                    <a:pt x="8179171" y="361912"/>
                  </a:lnTo>
                  <a:lnTo>
                    <a:pt x="8229629" y="405275"/>
                  </a:lnTo>
                  <a:lnTo>
                    <a:pt x="8276498" y="450434"/>
                  </a:lnTo>
                  <a:lnTo>
                    <a:pt x="8322151" y="499044"/>
                  </a:lnTo>
                  <a:lnTo>
                    <a:pt x="8366934" y="551174"/>
                  </a:lnTo>
                  <a:lnTo>
                    <a:pt x="8411120" y="606831"/>
                  </a:lnTo>
                  <a:lnTo>
                    <a:pt x="8454927" y="665956"/>
                  </a:lnTo>
                  <a:lnTo>
                    <a:pt x="8498521" y="728414"/>
                  </a:lnTo>
                  <a:lnTo>
                    <a:pt x="8542024" y="793990"/>
                  </a:lnTo>
                  <a:lnTo>
                    <a:pt x="8585520" y="862392"/>
                  </a:lnTo>
                  <a:lnTo>
                    <a:pt x="8629060" y="933250"/>
                  </a:lnTo>
                  <a:lnTo>
                    <a:pt x="8672666" y="1006124"/>
                  </a:lnTo>
                  <a:lnTo>
                    <a:pt x="8716338" y="1080512"/>
                  </a:lnTo>
                  <a:lnTo>
                    <a:pt x="8760060" y="1155867"/>
                  </a:lnTo>
                  <a:lnTo>
                    <a:pt x="8803802" y="1231608"/>
                  </a:lnTo>
                  <a:lnTo>
                    <a:pt x="8847533" y="1307143"/>
                  </a:lnTo>
                  <a:lnTo>
                    <a:pt x="8891223" y="1381888"/>
                  </a:lnTo>
                  <a:lnTo>
                    <a:pt x="8934850" y="1455283"/>
                  </a:lnTo>
                  <a:lnTo>
                    <a:pt x="8978409" y="1526809"/>
                  </a:lnTo>
                  <a:lnTo>
                    <a:pt x="9021915" y="1596007"/>
                  </a:lnTo>
                  <a:lnTo>
                    <a:pt x="9065408" y="1662484"/>
                  </a:lnTo>
                  <a:lnTo>
                    <a:pt x="9108963" y="1725925"/>
                  </a:lnTo>
                  <a:lnTo>
                    <a:pt x="9152689" y="1786090"/>
                  </a:lnTo>
                  <a:lnTo>
                    <a:pt x="9196739" y="1842821"/>
                  </a:lnTo>
                  <a:lnTo>
                    <a:pt x="9241312" y="1896035"/>
                  </a:lnTo>
                  <a:lnTo>
                    <a:pt x="9286665" y="1945719"/>
                  </a:lnTo>
                  <a:lnTo>
                    <a:pt x="9333119" y="1991926"/>
                  </a:lnTo>
                  <a:lnTo>
                    <a:pt x="9347647" y="2005415"/>
                  </a:lnTo>
                  <a:lnTo>
                    <a:pt x="9398879" y="2049402"/>
                  </a:lnTo>
                  <a:lnTo>
                    <a:pt x="9452494" y="2089618"/>
                  </a:lnTo>
                  <a:lnTo>
                    <a:pt x="9509150" y="2126194"/>
                  </a:lnTo>
                  <a:lnTo>
                    <a:pt x="9569570" y="2159383"/>
                  </a:lnTo>
                  <a:lnTo>
                    <a:pt x="9634504" y="2189490"/>
                  </a:lnTo>
                  <a:lnTo>
                    <a:pt x="9704688" y="2216831"/>
                  </a:lnTo>
                  <a:lnTo>
                    <a:pt x="9780800" y="2241702"/>
                  </a:lnTo>
                  <a:lnTo>
                    <a:pt x="9863392" y="2264368"/>
                  </a:lnTo>
                  <a:lnTo>
                    <a:pt x="9952809" y="2285049"/>
                  </a:lnTo>
                  <a:lnTo>
                    <a:pt x="10049079" y="2303916"/>
                  </a:lnTo>
                  <a:lnTo>
                    <a:pt x="10151782" y="2321088"/>
                  </a:lnTo>
                  <a:lnTo>
                    <a:pt x="10259915" y="2336635"/>
                  </a:lnTo>
                  <a:lnTo>
                    <a:pt x="10371768" y="2350579"/>
                  </a:lnTo>
                  <a:lnTo>
                    <a:pt x="10484858" y="2362907"/>
                  </a:lnTo>
                  <a:lnTo>
                    <a:pt x="10595971" y="2373589"/>
                  </a:lnTo>
                  <a:lnTo>
                    <a:pt x="10701360" y="2382591"/>
                  </a:lnTo>
                  <a:lnTo>
                    <a:pt x="10797112" y="2389911"/>
                  </a:lnTo>
                  <a:lnTo>
                    <a:pt x="10879659" y="2395593"/>
                  </a:lnTo>
                  <a:lnTo>
                    <a:pt x="10946338" y="2399747"/>
                  </a:lnTo>
                  <a:lnTo>
                    <a:pt x="10995873" y="2402552"/>
                  </a:lnTo>
                  <a:lnTo>
                    <a:pt x="11028649" y="2404245"/>
                  </a:lnTo>
                  <a:lnTo>
                    <a:pt x="11046760" y="2405101"/>
                  </a:lnTo>
                  <a:lnTo>
                    <a:pt x="11053845" y="2405408"/>
                  </a:lnTo>
                  <a:lnTo>
                    <a:pt x="11054891" y="2405451"/>
                  </a:lnTo>
                  <a:lnTo>
                    <a:pt x="12049831" y="2405451"/>
                  </a:lnTo>
                  <a:lnTo>
                    <a:pt x="12049831" y="2400210"/>
                  </a:lnTo>
                  <a:lnTo>
                    <a:pt x="11054891" y="2400210"/>
                  </a:lnTo>
                  <a:lnTo>
                    <a:pt x="11053798" y="2400166"/>
                  </a:lnTo>
                  <a:lnTo>
                    <a:pt x="11046583" y="2399852"/>
                  </a:lnTo>
                  <a:lnTo>
                    <a:pt x="11028279" y="2398986"/>
                  </a:lnTo>
                  <a:lnTo>
                    <a:pt x="10995265" y="2397278"/>
                  </a:lnTo>
                  <a:lnTo>
                    <a:pt x="10945476" y="2394455"/>
                  </a:lnTo>
                  <a:lnTo>
                    <a:pt x="10878548" y="2390280"/>
                  </a:lnTo>
                  <a:lnTo>
                    <a:pt x="10795784" y="2384574"/>
                  </a:lnTo>
                  <a:lnTo>
                    <a:pt x="10699862" y="2377230"/>
                  </a:lnTo>
                  <a:lnTo>
                    <a:pt x="10594360" y="2368202"/>
                  </a:lnTo>
                  <a:lnTo>
                    <a:pt x="10483191" y="2357496"/>
                  </a:lnTo>
                  <a:lnTo>
                    <a:pt x="10370098" y="2345143"/>
                  </a:lnTo>
                  <a:lnTo>
                    <a:pt x="10258284" y="2331176"/>
                  </a:lnTo>
                  <a:lnTo>
                    <a:pt x="10150220" y="2315606"/>
                  </a:lnTo>
                  <a:lnTo>
                    <a:pt x="10047606" y="2298409"/>
                  </a:lnTo>
                  <a:lnTo>
                    <a:pt x="9951436" y="2279516"/>
                  </a:lnTo>
                  <a:lnTo>
                    <a:pt x="9862121" y="2258808"/>
                  </a:lnTo>
                  <a:lnTo>
                    <a:pt x="9779628" y="2236110"/>
                  </a:lnTo>
                  <a:lnTo>
                    <a:pt x="9703608" y="2211204"/>
                  </a:lnTo>
                  <a:lnTo>
                    <a:pt x="9633507" y="2183825"/>
                  </a:lnTo>
                  <a:lnTo>
                    <a:pt x="9568645" y="2153675"/>
                  </a:lnTo>
                  <a:lnTo>
                    <a:pt x="9508287" y="2120438"/>
                  </a:lnTo>
                  <a:lnTo>
                    <a:pt x="9451681" y="2083809"/>
                  </a:lnTo>
                  <a:lnTo>
                    <a:pt x="9398105" y="2043538"/>
                  </a:lnTo>
                  <a:lnTo>
                    <a:pt x="9347647" y="2000175"/>
                  </a:lnTo>
                  <a:lnTo>
                    <a:pt x="9300778" y="1955016"/>
                  </a:lnTo>
                  <a:lnTo>
                    <a:pt x="9255125" y="1906406"/>
                  </a:lnTo>
                  <a:lnTo>
                    <a:pt x="9210343" y="1854277"/>
                  </a:lnTo>
                  <a:lnTo>
                    <a:pt x="9166157" y="1798619"/>
                  </a:lnTo>
                  <a:lnTo>
                    <a:pt x="9122350" y="1739494"/>
                  </a:lnTo>
                  <a:lnTo>
                    <a:pt x="9078756" y="1677036"/>
                  </a:lnTo>
                  <a:lnTo>
                    <a:pt x="9035253" y="1611460"/>
                  </a:lnTo>
                  <a:lnTo>
                    <a:pt x="8991757" y="1543058"/>
                  </a:lnTo>
                  <a:lnTo>
                    <a:pt x="8948217" y="1472200"/>
                  </a:lnTo>
                  <a:lnTo>
                    <a:pt x="8904610" y="1399326"/>
                  </a:lnTo>
                  <a:lnTo>
                    <a:pt x="8860938" y="1324938"/>
                  </a:lnTo>
                  <a:lnTo>
                    <a:pt x="8817217" y="1249583"/>
                  </a:lnTo>
                  <a:lnTo>
                    <a:pt x="8773475" y="1173842"/>
                  </a:lnTo>
                  <a:lnTo>
                    <a:pt x="8729744" y="1098307"/>
                  </a:lnTo>
                  <a:lnTo>
                    <a:pt x="8686054" y="1023562"/>
                  </a:lnTo>
                  <a:lnTo>
                    <a:pt x="8642426" y="950167"/>
                  </a:lnTo>
                  <a:lnTo>
                    <a:pt x="8598867" y="878641"/>
                  </a:lnTo>
                  <a:lnTo>
                    <a:pt x="8555362" y="809443"/>
                  </a:lnTo>
                  <a:lnTo>
                    <a:pt x="8511868" y="742966"/>
                  </a:lnTo>
                  <a:lnTo>
                    <a:pt x="8468313" y="679526"/>
                  </a:lnTo>
                  <a:lnTo>
                    <a:pt x="8424587" y="619361"/>
                  </a:lnTo>
                  <a:lnTo>
                    <a:pt x="8380538" y="562630"/>
                  </a:lnTo>
                  <a:lnTo>
                    <a:pt x="8335965" y="509416"/>
                  </a:lnTo>
                  <a:lnTo>
                    <a:pt x="8290612" y="459731"/>
                  </a:lnTo>
                  <a:lnTo>
                    <a:pt x="8244157" y="413524"/>
                  </a:lnTo>
                  <a:lnTo>
                    <a:pt x="8229629" y="400035"/>
                  </a:lnTo>
                  <a:lnTo>
                    <a:pt x="8178397" y="356048"/>
                  </a:lnTo>
                  <a:lnTo>
                    <a:pt x="8124783" y="315832"/>
                  </a:lnTo>
                  <a:lnTo>
                    <a:pt x="8068126" y="279256"/>
                  </a:lnTo>
                  <a:lnTo>
                    <a:pt x="8007707" y="246067"/>
                  </a:lnTo>
                  <a:lnTo>
                    <a:pt x="7942773" y="215960"/>
                  </a:lnTo>
                  <a:lnTo>
                    <a:pt x="7872589" y="188619"/>
                  </a:lnTo>
                  <a:lnTo>
                    <a:pt x="7796477" y="163748"/>
                  </a:lnTo>
                  <a:lnTo>
                    <a:pt x="7713884" y="141082"/>
                  </a:lnTo>
                  <a:lnTo>
                    <a:pt x="7624467" y="120401"/>
                  </a:lnTo>
                  <a:lnTo>
                    <a:pt x="7528198" y="101534"/>
                  </a:lnTo>
                  <a:lnTo>
                    <a:pt x="7425494" y="84362"/>
                  </a:lnTo>
                  <a:lnTo>
                    <a:pt x="7317361" y="68815"/>
                  </a:lnTo>
                  <a:lnTo>
                    <a:pt x="7205508" y="54871"/>
                  </a:lnTo>
                  <a:lnTo>
                    <a:pt x="7092419" y="42543"/>
                  </a:lnTo>
                  <a:lnTo>
                    <a:pt x="6981306" y="31861"/>
                  </a:lnTo>
                  <a:lnTo>
                    <a:pt x="6875917" y="22859"/>
                  </a:lnTo>
                  <a:lnTo>
                    <a:pt x="6780165" y="15539"/>
                  </a:lnTo>
                  <a:lnTo>
                    <a:pt x="6697618" y="9857"/>
                  </a:lnTo>
                  <a:lnTo>
                    <a:pt x="6630938" y="5703"/>
                  </a:lnTo>
                  <a:lnTo>
                    <a:pt x="6581404" y="2898"/>
                  </a:lnTo>
                  <a:lnTo>
                    <a:pt x="6548627" y="1205"/>
                  </a:lnTo>
                  <a:lnTo>
                    <a:pt x="6530517" y="349"/>
                  </a:lnTo>
                  <a:lnTo>
                    <a:pt x="6523431" y="4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4" y="26"/>
                  </a:lnTo>
                  <a:lnTo>
                    <a:pt x="5518926" y="215"/>
                  </a:lnTo>
                  <a:lnTo>
                    <a:pt x="5500170" y="738"/>
                  </a:lnTo>
                  <a:lnTo>
                    <a:pt x="5466374" y="1767"/>
                  </a:lnTo>
                  <a:lnTo>
                    <a:pt x="5415469" y="3469"/>
                  </a:lnTo>
                  <a:lnTo>
                    <a:pt x="5347152" y="5984"/>
                  </a:lnTo>
                  <a:lnTo>
                    <a:pt x="5262834" y="9418"/>
                  </a:lnTo>
                  <a:lnTo>
                    <a:pt x="5165331" y="13834"/>
                  </a:lnTo>
                  <a:lnTo>
                    <a:pt x="5058354" y="19256"/>
                  </a:lnTo>
                  <a:lnTo>
                    <a:pt x="4945921" y="25680"/>
                  </a:lnTo>
                  <a:lnTo>
                    <a:pt x="4831839" y="33087"/>
                  </a:lnTo>
                  <a:lnTo>
                    <a:pt x="4719333" y="41457"/>
                  </a:lnTo>
                  <a:lnTo>
                    <a:pt x="4610858" y="50786"/>
                  </a:lnTo>
                  <a:lnTo>
                    <a:pt x="4508076" y="61089"/>
                  </a:lnTo>
                  <a:lnTo>
                    <a:pt x="4411930" y="72414"/>
                  </a:lnTo>
                  <a:lnTo>
                    <a:pt x="4322776" y="84835"/>
                  </a:lnTo>
                  <a:lnTo>
                    <a:pt x="4240530" y="98462"/>
                  </a:lnTo>
                  <a:lnTo>
                    <a:pt x="4164798" y="113430"/>
                  </a:lnTo>
                  <a:lnTo>
                    <a:pt x="4094985" y="129903"/>
                  </a:lnTo>
                  <a:lnTo>
                    <a:pt x="4030383" y="148063"/>
                  </a:lnTo>
                  <a:lnTo>
                    <a:pt x="3970229" y="168101"/>
                  </a:lnTo>
                  <a:lnTo>
                    <a:pt x="3913756" y="190196"/>
                  </a:lnTo>
                  <a:lnTo>
                    <a:pt x="3860233" y="214490"/>
                  </a:lnTo>
                  <a:lnTo>
                    <a:pt x="3820202" y="234955"/>
                  </a:lnTo>
                  <a:lnTo>
                    <a:pt x="3766137" y="265799"/>
                  </a:lnTo>
                  <a:lnTo>
                    <a:pt x="3713622" y="299362"/>
                  </a:lnTo>
                  <a:lnTo>
                    <a:pt x="3662149" y="335695"/>
                  </a:lnTo>
                  <a:lnTo>
                    <a:pt x="3611330" y="374780"/>
                  </a:lnTo>
                  <a:lnTo>
                    <a:pt x="3560874" y="416526"/>
                  </a:lnTo>
                  <a:lnTo>
                    <a:pt x="3510572" y="460760"/>
                  </a:lnTo>
                  <a:lnTo>
                    <a:pt x="3460287" y="507228"/>
                  </a:lnTo>
                  <a:lnTo>
                    <a:pt x="3409939" y="555592"/>
                  </a:lnTo>
                  <a:lnTo>
                    <a:pt x="3359501" y="605444"/>
                  </a:lnTo>
                  <a:lnTo>
                    <a:pt x="3308983" y="656313"/>
                  </a:lnTo>
                  <a:lnTo>
                    <a:pt x="3258419" y="707687"/>
                  </a:lnTo>
                  <a:lnTo>
                    <a:pt x="3207858" y="759031"/>
                  </a:lnTo>
                  <a:lnTo>
                    <a:pt x="3157347" y="809813"/>
                  </a:lnTo>
                  <a:lnTo>
                    <a:pt x="3106919" y="859524"/>
                  </a:lnTo>
                  <a:lnTo>
                    <a:pt x="3056580" y="907699"/>
                  </a:lnTo>
                  <a:lnTo>
                    <a:pt x="3006297" y="953936"/>
                  </a:lnTo>
                  <a:lnTo>
                    <a:pt x="2955986" y="997909"/>
                  </a:lnTo>
                  <a:lnTo>
                    <a:pt x="2905502" y="1039370"/>
                  </a:lnTo>
                  <a:lnTo>
                    <a:pt x="2854628" y="1078156"/>
                  </a:lnTo>
                  <a:lnTo>
                    <a:pt x="2803061" y="1114184"/>
                  </a:lnTo>
                  <a:lnTo>
                    <a:pt x="2750403" y="1147445"/>
                  </a:lnTo>
                  <a:lnTo>
                    <a:pt x="2702183" y="1174775"/>
                  </a:lnTo>
                  <a:lnTo>
                    <a:pt x="2650496" y="1200825"/>
                  </a:lnTo>
                  <a:lnTo>
                    <a:pt x="2596378" y="1224622"/>
                  </a:lnTo>
                  <a:lnTo>
                    <a:pt x="2539153" y="1246247"/>
                  </a:lnTo>
                  <a:lnTo>
                    <a:pt x="2478079" y="1265851"/>
                  </a:lnTo>
                  <a:lnTo>
                    <a:pt x="2412385" y="1283621"/>
                  </a:lnTo>
                  <a:lnTo>
                    <a:pt x="2341318" y="1299745"/>
                  </a:lnTo>
                  <a:lnTo>
                    <a:pt x="2264186" y="1314402"/>
                  </a:lnTo>
                  <a:lnTo>
                    <a:pt x="2180432" y="1327750"/>
                  </a:lnTo>
                  <a:lnTo>
                    <a:pt x="2089721" y="1339920"/>
                  </a:lnTo>
                  <a:lnTo>
                    <a:pt x="1992053" y="1351012"/>
                  </a:lnTo>
                  <a:lnTo>
                    <a:pt x="1887903" y="1361097"/>
                  </a:lnTo>
                  <a:lnTo>
                    <a:pt x="1778363" y="1370212"/>
                  </a:lnTo>
                  <a:lnTo>
                    <a:pt x="1665267" y="1378370"/>
                  </a:lnTo>
                  <a:lnTo>
                    <a:pt x="1551248" y="1385560"/>
                  </a:lnTo>
                  <a:lnTo>
                    <a:pt x="1439683" y="1391764"/>
                  </a:lnTo>
                  <a:lnTo>
                    <a:pt x="1334462" y="1396962"/>
                  </a:lnTo>
                  <a:lnTo>
                    <a:pt x="1239587" y="1401157"/>
                  </a:lnTo>
                  <a:lnTo>
                    <a:pt x="1158619" y="1404380"/>
                  </a:lnTo>
                  <a:lnTo>
                    <a:pt x="1094101" y="1406704"/>
                  </a:lnTo>
                  <a:lnTo>
                    <a:pt x="1047081" y="1408243"/>
                  </a:lnTo>
                  <a:lnTo>
                    <a:pt x="1016861" y="1409146"/>
                  </a:lnTo>
                  <a:lnTo>
                    <a:pt x="1000995" y="1409579"/>
                  </a:lnTo>
                  <a:lnTo>
                    <a:pt x="995474" y="1409718"/>
                  </a:lnTo>
                  <a:lnTo>
                    <a:pt x="994940" y="1409730"/>
                  </a:lnTo>
                  <a:lnTo>
                    <a:pt x="0" y="1409730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53" name="pl1452"/>
            <p:cNvSpPr/>
            <p:nvPr/>
          </p:nvSpPr>
          <p:spPr>
            <a:xfrm>
              <a:off x="1199187" y="3830738"/>
              <a:ext cx="12049831" cy="2400210"/>
            </a:xfrm>
            <a:custGeom>
              <a:avLst/>
              <a:pathLst>
                <a:path w="12049831" h="2400210">
                  <a:moveTo>
                    <a:pt x="0" y="1409730"/>
                  </a:moveTo>
                  <a:lnTo>
                    <a:pt x="994940" y="1409730"/>
                  </a:lnTo>
                  <a:lnTo>
                    <a:pt x="996061" y="1409704"/>
                  </a:lnTo>
                  <a:lnTo>
                    <a:pt x="1003459" y="1409514"/>
                  </a:lnTo>
                  <a:lnTo>
                    <a:pt x="1022215" y="1408992"/>
                  </a:lnTo>
                  <a:lnTo>
                    <a:pt x="1056011" y="1407962"/>
                  </a:lnTo>
                  <a:lnTo>
                    <a:pt x="1106916" y="1406261"/>
                  </a:lnTo>
                  <a:lnTo>
                    <a:pt x="1175233" y="1403746"/>
                  </a:lnTo>
                  <a:lnTo>
                    <a:pt x="1259551" y="1400312"/>
                  </a:lnTo>
                  <a:lnTo>
                    <a:pt x="1357054" y="1395896"/>
                  </a:lnTo>
                  <a:lnTo>
                    <a:pt x="1464031" y="1390473"/>
                  </a:lnTo>
                  <a:lnTo>
                    <a:pt x="1576464" y="1384049"/>
                  </a:lnTo>
                  <a:lnTo>
                    <a:pt x="1690546" y="1376642"/>
                  </a:lnTo>
                  <a:lnTo>
                    <a:pt x="1803052" y="1368272"/>
                  </a:lnTo>
                  <a:lnTo>
                    <a:pt x="1911527" y="1358944"/>
                  </a:lnTo>
                  <a:lnTo>
                    <a:pt x="2014309" y="1348640"/>
                  </a:lnTo>
                  <a:lnTo>
                    <a:pt x="2110455" y="1337316"/>
                  </a:lnTo>
                  <a:lnTo>
                    <a:pt x="2199609" y="1324894"/>
                  </a:lnTo>
                  <a:lnTo>
                    <a:pt x="2281855" y="1311268"/>
                  </a:lnTo>
                  <a:lnTo>
                    <a:pt x="2357587" y="1296300"/>
                  </a:lnTo>
                  <a:lnTo>
                    <a:pt x="2427400" y="1279826"/>
                  </a:lnTo>
                  <a:lnTo>
                    <a:pt x="2492002" y="1261666"/>
                  </a:lnTo>
                  <a:lnTo>
                    <a:pt x="2552156" y="1241629"/>
                  </a:lnTo>
                  <a:lnTo>
                    <a:pt x="2608629" y="1219534"/>
                  </a:lnTo>
                  <a:lnTo>
                    <a:pt x="2662152" y="1195240"/>
                  </a:lnTo>
                  <a:lnTo>
                    <a:pt x="2702183" y="1174775"/>
                  </a:lnTo>
                  <a:lnTo>
                    <a:pt x="2756248" y="1143931"/>
                  </a:lnTo>
                  <a:lnTo>
                    <a:pt x="2808763" y="1110367"/>
                  </a:lnTo>
                  <a:lnTo>
                    <a:pt x="2860236" y="1074035"/>
                  </a:lnTo>
                  <a:lnTo>
                    <a:pt x="2911055" y="1034950"/>
                  </a:lnTo>
                  <a:lnTo>
                    <a:pt x="2961511" y="993204"/>
                  </a:lnTo>
                  <a:lnTo>
                    <a:pt x="3011813" y="948969"/>
                  </a:lnTo>
                  <a:lnTo>
                    <a:pt x="3062098" y="902502"/>
                  </a:lnTo>
                  <a:lnTo>
                    <a:pt x="3112446" y="854138"/>
                  </a:lnTo>
                  <a:lnTo>
                    <a:pt x="3162884" y="804286"/>
                  </a:lnTo>
                  <a:lnTo>
                    <a:pt x="3213402" y="753417"/>
                  </a:lnTo>
                  <a:lnTo>
                    <a:pt x="3263966" y="702043"/>
                  </a:lnTo>
                  <a:lnTo>
                    <a:pt x="3314527" y="650698"/>
                  </a:lnTo>
                  <a:lnTo>
                    <a:pt x="3365038" y="599916"/>
                  </a:lnTo>
                  <a:lnTo>
                    <a:pt x="3415466" y="550206"/>
                  </a:lnTo>
                  <a:lnTo>
                    <a:pt x="3465805" y="502031"/>
                  </a:lnTo>
                  <a:lnTo>
                    <a:pt x="3516088" y="455793"/>
                  </a:lnTo>
                  <a:lnTo>
                    <a:pt x="3566399" y="411821"/>
                  </a:lnTo>
                  <a:lnTo>
                    <a:pt x="3616883" y="370360"/>
                  </a:lnTo>
                  <a:lnTo>
                    <a:pt x="3667757" y="331574"/>
                  </a:lnTo>
                  <a:lnTo>
                    <a:pt x="3719324" y="295546"/>
                  </a:lnTo>
                  <a:lnTo>
                    <a:pt x="3771982" y="262284"/>
                  </a:lnTo>
                  <a:lnTo>
                    <a:pt x="3820202" y="234955"/>
                  </a:lnTo>
                  <a:lnTo>
                    <a:pt x="3871889" y="208905"/>
                  </a:lnTo>
                  <a:lnTo>
                    <a:pt x="3926007" y="185107"/>
                  </a:lnTo>
                  <a:lnTo>
                    <a:pt x="3983232" y="163483"/>
                  </a:lnTo>
                  <a:lnTo>
                    <a:pt x="4044306" y="143878"/>
                  </a:lnTo>
                  <a:lnTo>
                    <a:pt x="4110000" y="126109"/>
                  </a:lnTo>
                  <a:lnTo>
                    <a:pt x="4181067" y="109985"/>
                  </a:lnTo>
                  <a:lnTo>
                    <a:pt x="4258199" y="95328"/>
                  </a:lnTo>
                  <a:lnTo>
                    <a:pt x="4341953" y="81979"/>
                  </a:lnTo>
                  <a:lnTo>
                    <a:pt x="4432664" y="69809"/>
                  </a:lnTo>
                  <a:lnTo>
                    <a:pt x="4530332" y="58717"/>
                  </a:lnTo>
                  <a:lnTo>
                    <a:pt x="4634482" y="48633"/>
                  </a:lnTo>
                  <a:lnTo>
                    <a:pt x="4744022" y="39518"/>
                  </a:lnTo>
                  <a:lnTo>
                    <a:pt x="4857118" y="31360"/>
                  </a:lnTo>
                  <a:lnTo>
                    <a:pt x="4971137" y="24169"/>
                  </a:lnTo>
                  <a:lnTo>
                    <a:pt x="5082702" y="17966"/>
                  </a:lnTo>
                  <a:lnTo>
                    <a:pt x="5187923" y="12767"/>
                  </a:lnTo>
                  <a:lnTo>
                    <a:pt x="5282798" y="8573"/>
                  </a:lnTo>
                  <a:lnTo>
                    <a:pt x="5363766" y="5350"/>
                  </a:lnTo>
                  <a:lnTo>
                    <a:pt x="5428284" y="3026"/>
                  </a:lnTo>
                  <a:lnTo>
                    <a:pt x="5475304" y="1486"/>
                  </a:lnTo>
                  <a:lnTo>
                    <a:pt x="5505524" y="584"/>
                  </a:lnTo>
                  <a:lnTo>
                    <a:pt x="5521390" y="151"/>
                  </a:lnTo>
                  <a:lnTo>
                    <a:pt x="5526911" y="1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78" y="44"/>
                  </a:lnTo>
                  <a:lnTo>
                    <a:pt x="6530694" y="357"/>
                  </a:lnTo>
                  <a:lnTo>
                    <a:pt x="6548998" y="1223"/>
                  </a:lnTo>
                  <a:lnTo>
                    <a:pt x="6582011" y="2931"/>
                  </a:lnTo>
                  <a:lnTo>
                    <a:pt x="6631801" y="5754"/>
                  </a:lnTo>
                  <a:lnTo>
                    <a:pt x="6698728" y="9930"/>
                  </a:lnTo>
                  <a:lnTo>
                    <a:pt x="6781493" y="15635"/>
                  </a:lnTo>
                  <a:lnTo>
                    <a:pt x="6877415" y="22979"/>
                  </a:lnTo>
                  <a:lnTo>
                    <a:pt x="6982917" y="32007"/>
                  </a:lnTo>
                  <a:lnTo>
                    <a:pt x="7094086" y="42713"/>
                  </a:lnTo>
                  <a:lnTo>
                    <a:pt x="7207179" y="55066"/>
                  </a:lnTo>
                  <a:lnTo>
                    <a:pt x="7318993" y="69034"/>
                  </a:lnTo>
                  <a:lnTo>
                    <a:pt x="7427056" y="84604"/>
                  </a:lnTo>
                  <a:lnTo>
                    <a:pt x="7529670" y="101800"/>
                  </a:lnTo>
                  <a:lnTo>
                    <a:pt x="7625840" y="120693"/>
                  </a:lnTo>
                  <a:lnTo>
                    <a:pt x="7715155" y="141402"/>
                  </a:lnTo>
                  <a:lnTo>
                    <a:pt x="7797648" y="164099"/>
                  </a:lnTo>
                  <a:lnTo>
                    <a:pt x="7873668" y="189005"/>
                  </a:lnTo>
                  <a:lnTo>
                    <a:pt x="7943770" y="216384"/>
                  </a:lnTo>
                  <a:lnTo>
                    <a:pt x="8008631" y="246534"/>
                  </a:lnTo>
                  <a:lnTo>
                    <a:pt x="8068990" y="279772"/>
                  </a:lnTo>
                  <a:lnTo>
                    <a:pt x="8125596" y="316400"/>
                  </a:lnTo>
                  <a:lnTo>
                    <a:pt x="8179171" y="356671"/>
                  </a:lnTo>
                  <a:lnTo>
                    <a:pt x="8229629" y="400035"/>
                  </a:lnTo>
                  <a:lnTo>
                    <a:pt x="8276498" y="445194"/>
                  </a:lnTo>
                  <a:lnTo>
                    <a:pt x="8322151" y="493803"/>
                  </a:lnTo>
                  <a:lnTo>
                    <a:pt x="8366934" y="545933"/>
                  </a:lnTo>
                  <a:lnTo>
                    <a:pt x="8411120" y="601591"/>
                  </a:lnTo>
                  <a:lnTo>
                    <a:pt x="8454927" y="660716"/>
                  </a:lnTo>
                  <a:lnTo>
                    <a:pt x="8498521" y="723173"/>
                  </a:lnTo>
                  <a:lnTo>
                    <a:pt x="8542024" y="788749"/>
                  </a:lnTo>
                  <a:lnTo>
                    <a:pt x="8585520" y="857151"/>
                  </a:lnTo>
                  <a:lnTo>
                    <a:pt x="8629060" y="928009"/>
                  </a:lnTo>
                  <a:lnTo>
                    <a:pt x="8672666" y="1000883"/>
                  </a:lnTo>
                  <a:lnTo>
                    <a:pt x="8716338" y="1075272"/>
                  </a:lnTo>
                  <a:lnTo>
                    <a:pt x="8760060" y="1150626"/>
                  </a:lnTo>
                  <a:lnTo>
                    <a:pt x="8803802" y="1226367"/>
                  </a:lnTo>
                  <a:lnTo>
                    <a:pt x="8847533" y="1301903"/>
                  </a:lnTo>
                  <a:lnTo>
                    <a:pt x="8891223" y="1376648"/>
                  </a:lnTo>
                  <a:lnTo>
                    <a:pt x="8934850" y="1450042"/>
                  </a:lnTo>
                  <a:lnTo>
                    <a:pt x="8978409" y="1521568"/>
                  </a:lnTo>
                  <a:lnTo>
                    <a:pt x="9021915" y="1590766"/>
                  </a:lnTo>
                  <a:lnTo>
                    <a:pt x="9065408" y="1657244"/>
                  </a:lnTo>
                  <a:lnTo>
                    <a:pt x="9108963" y="1720684"/>
                  </a:lnTo>
                  <a:lnTo>
                    <a:pt x="9152689" y="1780849"/>
                  </a:lnTo>
                  <a:lnTo>
                    <a:pt x="9196739" y="1837580"/>
                  </a:lnTo>
                  <a:lnTo>
                    <a:pt x="9241312" y="1890794"/>
                  </a:lnTo>
                  <a:lnTo>
                    <a:pt x="9286665" y="1940478"/>
                  </a:lnTo>
                  <a:lnTo>
                    <a:pt x="9333119" y="1986685"/>
                  </a:lnTo>
                  <a:lnTo>
                    <a:pt x="9347647" y="2000175"/>
                  </a:lnTo>
                  <a:lnTo>
                    <a:pt x="9398879" y="2044161"/>
                  </a:lnTo>
                  <a:lnTo>
                    <a:pt x="9452494" y="2084377"/>
                  </a:lnTo>
                  <a:lnTo>
                    <a:pt x="9509150" y="2120953"/>
                  </a:lnTo>
                  <a:lnTo>
                    <a:pt x="9569570" y="2154143"/>
                  </a:lnTo>
                  <a:lnTo>
                    <a:pt x="9634504" y="2184250"/>
                  </a:lnTo>
                  <a:lnTo>
                    <a:pt x="9704688" y="2211590"/>
                  </a:lnTo>
                  <a:lnTo>
                    <a:pt x="9780800" y="2236462"/>
                  </a:lnTo>
                  <a:lnTo>
                    <a:pt x="9863392" y="2259128"/>
                  </a:lnTo>
                  <a:lnTo>
                    <a:pt x="9952809" y="2279809"/>
                  </a:lnTo>
                  <a:lnTo>
                    <a:pt x="10049079" y="2298676"/>
                  </a:lnTo>
                  <a:lnTo>
                    <a:pt x="10151782" y="2315848"/>
                  </a:lnTo>
                  <a:lnTo>
                    <a:pt x="10259915" y="2331394"/>
                  </a:lnTo>
                  <a:lnTo>
                    <a:pt x="10371768" y="2345338"/>
                  </a:lnTo>
                  <a:lnTo>
                    <a:pt x="10484858" y="2357667"/>
                  </a:lnTo>
                  <a:lnTo>
                    <a:pt x="10595971" y="2368348"/>
                  </a:lnTo>
                  <a:lnTo>
                    <a:pt x="10701360" y="2377351"/>
                  </a:lnTo>
                  <a:lnTo>
                    <a:pt x="10797112" y="2384670"/>
                  </a:lnTo>
                  <a:lnTo>
                    <a:pt x="10879659" y="2390352"/>
                  </a:lnTo>
                  <a:lnTo>
                    <a:pt x="10946338" y="2394506"/>
                  </a:lnTo>
                  <a:lnTo>
                    <a:pt x="10995873" y="2397311"/>
                  </a:lnTo>
                  <a:lnTo>
                    <a:pt x="11028649" y="2399004"/>
                  </a:lnTo>
                  <a:lnTo>
                    <a:pt x="11046760" y="2399860"/>
                  </a:lnTo>
                  <a:lnTo>
                    <a:pt x="11053845" y="2400168"/>
                  </a:lnTo>
                  <a:lnTo>
                    <a:pt x="11054891" y="2400210"/>
                  </a:lnTo>
                  <a:lnTo>
                    <a:pt x="12049831" y="2400210"/>
                  </a:lnTo>
                  <a:lnTo>
                    <a:pt x="12049831" y="24002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4" name="pl1453"/>
            <p:cNvSpPr/>
            <p:nvPr/>
          </p:nvSpPr>
          <p:spPr>
            <a:xfrm>
              <a:off x="1199187" y="3825498"/>
              <a:ext cx="12049831" cy="2400210"/>
            </a:xfrm>
            <a:custGeom>
              <a:avLst/>
              <a:pathLst>
                <a:path w="12049831" h="2400210">
                  <a:moveTo>
                    <a:pt x="12049831" y="2400210"/>
                  </a:moveTo>
                  <a:lnTo>
                    <a:pt x="11054891" y="2400210"/>
                  </a:lnTo>
                  <a:lnTo>
                    <a:pt x="11053798" y="2400166"/>
                  </a:lnTo>
                  <a:lnTo>
                    <a:pt x="11046583" y="2399852"/>
                  </a:lnTo>
                  <a:lnTo>
                    <a:pt x="11028279" y="2398986"/>
                  </a:lnTo>
                  <a:lnTo>
                    <a:pt x="10995265" y="2397278"/>
                  </a:lnTo>
                  <a:lnTo>
                    <a:pt x="10945476" y="2394455"/>
                  </a:lnTo>
                  <a:lnTo>
                    <a:pt x="10878548" y="2390280"/>
                  </a:lnTo>
                  <a:lnTo>
                    <a:pt x="10795784" y="2384574"/>
                  </a:lnTo>
                  <a:lnTo>
                    <a:pt x="10699862" y="2377230"/>
                  </a:lnTo>
                  <a:lnTo>
                    <a:pt x="10594360" y="2368202"/>
                  </a:lnTo>
                  <a:lnTo>
                    <a:pt x="10483191" y="2357496"/>
                  </a:lnTo>
                  <a:lnTo>
                    <a:pt x="10370098" y="2345143"/>
                  </a:lnTo>
                  <a:lnTo>
                    <a:pt x="10258284" y="2331176"/>
                  </a:lnTo>
                  <a:lnTo>
                    <a:pt x="10150220" y="2315606"/>
                  </a:lnTo>
                  <a:lnTo>
                    <a:pt x="10047606" y="2298409"/>
                  </a:lnTo>
                  <a:lnTo>
                    <a:pt x="9951436" y="2279516"/>
                  </a:lnTo>
                  <a:lnTo>
                    <a:pt x="9862121" y="2258808"/>
                  </a:lnTo>
                  <a:lnTo>
                    <a:pt x="9779628" y="2236110"/>
                  </a:lnTo>
                  <a:lnTo>
                    <a:pt x="9703608" y="2211204"/>
                  </a:lnTo>
                  <a:lnTo>
                    <a:pt x="9633507" y="2183825"/>
                  </a:lnTo>
                  <a:lnTo>
                    <a:pt x="9568645" y="2153675"/>
                  </a:lnTo>
                  <a:lnTo>
                    <a:pt x="9508287" y="2120438"/>
                  </a:lnTo>
                  <a:lnTo>
                    <a:pt x="9451681" y="2083809"/>
                  </a:lnTo>
                  <a:lnTo>
                    <a:pt x="9398105" y="2043538"/>
                  </a:lnTo>
                  <a:lnTo>
                    <a:pt x="9347647" y="2000175"/>
                  </a:lnTo>
                  <a:lnTo>
                    <a:pt x="9300778" y="1955016"/>
                  </a:lnTo>
                  <a:lnTo>
                    <a:pt x="9255125" y="1906406"/>
                  </a:lnTo>
                  <a:lnTo>
                    <a:pt x="9210343" y="1854277"/>
                  </a:lnTo>
                  <a:lnTo>
                    <a:pt x="9166157" y="1798619"/>
                  </a:lnTo>
                  <a:lnTo>
                    <a:pt x="9122350" y="1739494"/>
                  </a:lnTo>
                  <a:lnTo>
                    <a:pt x="9078756" y="1677036"/>
                  </a:lnTo>
                  <a:lnTo>
                    <a:pt x="9035253" y="1611460"/>
                  </a:lnTo>
                  <a:lnTo>
                    <a:pt x="8991757" y="1543058"/>
                  </a:lnTo>
                  <a:lnTo>
                    <a:pt x="8948217" y="1472200"/>
                  </a:lnTo>
                  <a:lnTo>
                    <a:pt x="8904610" y="1399326"/>
                  </a:lnTo>
                  <a:lnTo>
                    <a:pt x="8860938" y="1324938"/>
                  </a:lnTo>
                  <a:lnTo>
                    <a:pt x="8817217" y="1249583"/>
                  </a:lnTo>
                  <a:lnTo>
                    <a:pt x="8773475" y="1173842"/>
                  </a:lnTo>
                  <a:lnTo>
                    <a:pt x="8729744" y="1098307"/>
                  </a:lnTo>
                  <a:lnTo>
                    <a:pt x="8686054" y="1023562"/>
                  </a:lnTo>
                  <a:lnTo>
                    <a:pt x="8642426" y="950167"/>
                  </a:lnTo>
                  <a:lnTo>
                    <a:pt x="8598867" y="878641"/>
                  </a:lnTo>
                  <a:lnTo>
                    <a:pt x="8555362" y="809443"/>
                  </a:lnTo>
                  <a:lnTo>
                    <a:pt x="8511868" y="742966"/>
                  </a:lnTo>
                  <a:lnTo>
                    <a:pt x="8468313" y="679526"/>
                  </a:lnTo>
                  <a:lnTo>
                    <a:pt x="8424587" y="619361"/>
                  </a:lnTo>
                  <a:lnTo>
                    <a:pt x="8380538" y="562630"/>
                  </a:lnTo>
                  <a:lnTo>
                    <a:pt x="8335965" y="509416"/>
                  </a:lnTo>
                  <a:lnTo>
                    <a:pt x="8290612" y="459731"/>
                  </a:lnTo>
                  <a:lnTo>
                    <a:pt x="8244157" y="413524"/>
                  </a:lnTo>
                  <a:lnTo>
                    <a:pt x="8229629" y="400035"/>
                  </a:lnTo>
                  <a:lnTo>
                    <a:pt x="8178397" y="356048"/>
                  </a:lnTo>
                  <a:lnTo>
                    <a:pt x="8124783" y="315832"/>
                  </a:lnTo>
                  <a:lnTo>
                    <a:pt x="8068126" y="279256"/>
                  </a:lnTo>
                  <a:lnTo>
                    <a:pt x="8007707" y="246067"/>
                  </a:lnTo>
                  <a:lnTo>
                    <a:pt x="7942773" y="215960"/>
                  </a:lnTo>
                  <a:lnTo>
                    <a:pt x="7872589" y="188619"/>
                  </a:lnTo>
                  <a:lnTo>
                    <a:pt x="7796477" y="163748"/>
                  </a:lnTo>
                  <a:lnTo>
                    <a:pt x="7713884" y="141082"/>
                  </a:lnTo>
                  <a:lnTo>
                    <a:pt x="7624467" y="120401"/>
                  </a:lnTo>
                  <a:lnTo>
                    <a:pt x="7528198" y="101534"/>
                  </a:lnTo>
                  <a:lnTo>
                    <a:pt x="7425494" y="84362"/>
                  </a:lnTo>
                  <a:lnTo>
                    <a:pt x="7317361" y="68815"/>
                  </a:lnTo>
                  <a:lnTo>
                    <a:pt x="7205508" y="54871"/>
                  </a:lnTo>
                  <a:lnTo>
                    <a:pt x="7092419" y="42543"/>
                  </a:lnTo>
                  <a:lnTo>
                    <a:pt x="6981306" y="31861"/>
                  </a:lnTo>
                  <a:lnTo>
                    <a:pt x="6875917" y="22859"/>
                  </a:lnTo>
                  <a:lnTo>
                    <a:pt x="6780165" y="15539"/>
                  </a:lnTo>
                  <a:lnTo>
                    <a:pt x="6697618" y="9857"/>
                  </a:lnTo>
                  <a:lnTo>
                    <a:pt x="6630938" y="5703"/>
                  </a:lnTo>
                  <a:lnTo>
                    <a:pt x="6581404" y="2898"/>
                  </a:lnTo>
                  <a:lnTo>
                    <a:pt x="6548627" y="1205"/>
                  </a:lnTo>
                  <a:lnTo>
                    <a:pt x="6530517" y="349"/>
                  </a:lnTo>
                  <a:lnTo>
                    <a:pt x="6523431" y="4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4" y="26"/>
                  </a:lnTo>
                  <a:lnTo>
                    <a:pt x="5518926" y="215"/>
                  </a:lnTo>
                  <a:lnTo>
                    <a:pt x="5500170" y="738"/>
                  </a:lnTo>
                  <a:lnTo>
                    <a:pt x="5466374" y="1767"/>
                  </a:lnTo>
                  <a:lnTo>
                    <a:pt x="5415469" y="3469"/>
                  </a:lnTo>
                  <a:lnTo>
                    <a:pt x="5347152" y="5984"/>
                  </a:lnTo>
                  <a:lnTo>
                    <a:pt x="5262834" y="9418"/>
                  </a:lnTo>
                  <a:lnTo>
                    <a:pt x="5165331" y="13834"/>
                  </a:lnTo>
                  <a:lnTo>
                    <a:pt x="5058354" y="19256"/>
                  </a:lnTo>
                  <a:lnTo>
                    <a:pt x="4945921" y="25680"/>
                  </a:lnTo>
                  <a:lnTo>
                    <a:pt x="4831839" y="33087"/>
                  </a:lnTo>
                  <a:lnTo>
                    <a:pt x="4719333" y="41457"/>
                  </a:lnTo>
                  <a:lnTo>
                    <a:pt x="4610858" y="50786"/>
                  </a:lnTo>
                  <a:lnTo>
                    <a:pt x="4508076" y="61089"/>
                  </a:lnTo>
                  <a:lnTo>
                    <a:pt x="4411930" y="72414"/>
                  </a:lnTo>
                  <a:lnTo>
                    <a:pt x="4322776" y="84835"/>
                  </a:lnTo>
                  <a:lnTo>
                    <a:pt x="4240530" y="98462"/>
                  </a:lnTo>
                  <a:lnTo>
                    <a:pt x="4164798" y="113430"/>
                  </a:lnTo>
                  <a:lnTo>
                    <a:pt x="4094985" y="129903"/>
                  </a:lnTo>
                  <a:lnTo>
                    <a:pt x="4030383" y="148063"/>
                  </a:lnTo>
                  <a:lnTo>
                    <a:pt x="3970229" y="168101"/>
                  </a:lnTo>
                  <a:lnTo>
                    <a:pt x="3913756" y="190196"/>
                  </a:lnTo>
                  <a:lnTo>
                    <a:pt x="3860233" y="214490"/>
                  </a:lnTo>
                  <a:lnTo>
                    <a:pt x="3820202" y="234955"/>
                  </a:lnTo>
                  <a:lnTo>
                    <a:pt x="3766137" y="265799"/>
                  </a:lnTo>
                  <a:lnTo>
                    <a:pt x="3713622" y="299362"/>
                  </a:lnTo>
                  <a:lnTo>
                    <a:pt x="3662149" y="335695"/>
                  </a:lnTo>
                  <a:lnTo>
                    <a:pt x="3611330" y="374780"/>
                  </a:lnTo>
                  <a:lnTo>
                    <a:pt x="3560874" y="416526"/>
                  </a:lnTo>
                  <a:lnTo>
                    <a:pt x="3510572" y="460760"/>
                  </a:lnTo>
                  <a:lnTo>
                    <a:pt x="3460287" y="507228"/>
                  </a:lnTo>
                  <a:lnTo>
                    <a:pt x="3409939" y="555592"/>
                  </a:lnTo>
                  <a:lnTo>
                    <a:pt x="3359501" y="605444"/>
                  </a:lnTo>
                  <a:lnTo>
                    <a:pt x="3308983" y="656313"/>
                  </a:lnTo>
                  <a:lnTo>
                    <a:pt x="3258419" y="707687"/>
                  </a:lnTo>
                  <a:lnTo>
                    <a:pt x="3207858" y="759031"/>
                  </a:lnTo>
                  <a:lnTo>
                    <a:pt x="3157347" y="809813"/>
                  </a:lnTo>
                  <a:lnTo>
                    <a:pt x="3106919" y="859524"/>
                  </a:lnTo>
                  <a:lnTo>
                    <a:pt x="3056580" y="907699"/>
                  </a:lnTo>
                  <a:lnTo>
                    <a:pt x="3006297" y="953936"/>
                  </a:lnTo>
                  <a:lnTo>
                    <a:pt x="2955986" y="997909"/>
                  </a:lnTo>
                  <a:lnTo>
                    <a:pt x="2905502" y="1039370"/>
                  </a:lnTo>
                  <a:lnTo>
                    <a:pt x="2854628" y="1078156"/>
                  </a:lnTo>
                  <a:lnTo>
                    <a:pt x="2803061" y="1114184"/>
                  </a:lnTo>
                  <a:lnTo>
                    <a:pt x="2750403" y="1147445"/>
                  </a:lnTo>
                  <a:lnTo>
                    <a:pt x="2702183" y="1174775"/>
                  </a:lnTo>
                  <a:lnTo>
                    <a:pt x="2650496" y="1200825"/>
                  </a:lnTo>
                  <a:lnTo>
                    <a:pt x="2596378" y="1224622"/>
                  </a:lnTo>
                  <a:lnTo>
                    <a:pt x="2539153" y="1246247"/>
                  </a:lnTo>
                  <a:lnTo>
                    <a:pt x="2478079" y="1265851"/>
                  </a:lnTo>
                  <a:lnTo>
                    <a:pt x="2412385" y="1283621"/>
                  </a:lnTo>
                  <a:lnTo>
                    <a:pt x="2341318" y="1299745"/>
                  </a:lnTo>
                  <a:lnTo>
                    <a:pt x="2264186" y="1314402"/>
                  </a:lnTo>
                  <a:lnTo>
                    <a:pt x="2180432" y="1327750"/>
                  </a:lnTo>
                  <a:lnTo>
                    <a:pt x="2089721" y="1339920"/>
                  </a:lnTo>
                  <a:lnTo>
                    <a:pt x="1992053" y="1351012"/>
                  </a:lnTo>
                  <a:lnTo>
                    <a:pt x="1887903" y="1361097"/>
                  </a:lnTo>
                  <a:lnTo>
                    <a:pt x="1778363" y="1370212"/>
                  </a:lnTo>
                  <a:lnTo>
                    <a:pt x="1665267" y="1378370"/>
                  </a:lnTo>
                  <a:lnTo>
                    <a:pt x="1551248" y="1385560"/>
                  </a:lnTo>
                  <a:lnTo>
                    <a:pt x="1439683" y="1391764"/>
                  </a:lnTo>
                  <a:lnTo>
                    <a:pt x="1334462" y="1396962"/>
                  </a:lnTo>
                  <a:lnTo>
                    <a:pt x="1239587" y="1401157"/>
                  </a:lnTo>
                  <a:lnTo>
                    <a:pt x="1158619" y="1404380"/>
                  </a:lnTo>
                  <a:lnTo>
                    <a:pt x="1094101" y="1406704"/>
                  </a:lnTo>
                  <a:lnTo>
                    <a:pt x="1047081" y="1408243"/>
                  </a:lnTo>
                  <a:lnTo>
                    <a:pt x="1016861" y="1409146"/>
                  </a:lnTo>
                  <a:lnTo>
                    <a:pt x="1000995" y="1409579"/>
                  </a:lnTo>
                  <a:lnTo>
                    <a:pt x="995474" y="1409718"/>
                  </a:lnTo>
                  <a:lnTo>
                    <a:pt x="994940" y="1409730"/>
                  </a:lnTo>
                  <a:lnTo>
                    <a:pt x="0" y="1409730"/>
                  </a:lnTo>
                  <a:lnTo>
                    <a:pt x="0" y="14097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5" name="pg1454"/>
            <p:cNvSpPr/>
            <p:nvPr/>
          </p:nvSpPr>
          <p:spPr>
            <a:xfrm>
              <a:off x="1199187" y="1697800"/>
              <a:ext cx="12049831" cy="3432615"/>
            </a:xfrm>
            <a:custGeom>
              <a:avLst/>
              <a:pathLst>
                <a:path w="12049831" h="3432615">
                  <a:moveTo>
                    <a:pt x="0" y="3432615"/>
                  </a:moveTo>
                  <a:lnTo>
                    <a:pt x="994940" y="3432615"/>
                  </a:lnTo>
                  <a:lnTo>
                    <a:pt x="996025" y="3432568"/>
                  </a:lnTo>
                  <a:lnTo>
                    <a:pt x="1003196" y="3432231"/>
                  </a:lnTo>
                  <a:lnTo>
                    <a:pt x="1021388" y="3431301"/>
                  </a:lnTo>
                  <a:lnTo>
                    <a:pt x="1054208" y="3429467"/>
                  </a:lnTo>
                  <a:lnTo>
                    <a:pt x="1103720" y="3426436"/>
                  </a:lnTo>
                  <a:lnTo>
                    <a:pt x="1170302" y="3421952"/>
                  </a:lnTo>
                  <a:lnTo>
                    <a:pt x="1252680" y="3415823"/>
                  </a:lnTo>
                  <a:lnTo>
                    <a:pt x="1348206" y="3407932"/>
                  </a:lnTo>
                  <a:lnTo>
                    <a:pt x="1453338" y="3398230"/>
                  </a:lnTo>
                  <a:lnTo>
                    <a:pt x="1564188" y="3386721"/>
                  </a:lnTo>
                  <a:lnTo>
                    <a:pt x="1677030" y="3373440"/>
                  </a:lnTo>
                  <a:lnTo>
                    <a:pt x="1788667" y="3358420"/>
                  </a:lnTo>
                  <a:lnTo>
                    <a:pt x="1896623" y="3341675"/>
                  </a:lnTo>
                  <a:lnTo>
                    <a:pt x="1999191" y="3323182"/>
                  </a:lnTo>
                  <a:lnTo>
                    <a:pt x="2095364" y="3302867"/>
                  </a:lnTo>
                  <a:lnTo>
                    <a:pt x="2184717" y="3280603"/>
                  </a:lnTo>
                  <a:lnTo>
                    <a:pt x="2267270" y="3256206"/>
                  </a:lnTo>
                  <a:lnTo>
                    <a:pt x="2343361" y="3229443"/>
                  </a:lnTo>
                  <a:lnTo>
                    <a:pt x="2413535" y="3200029"/>
                  </a:lnTo>
                  <a:lnTo>
                    <a:pt x="2478463" y="3167648"/>
                  </a:lnTo>
                  <a:lnTo>
                    <a:pt x="2538874" y="3131960"/>
                  </a:lnTo>
                  <a:lnTo>
                    <a:pt x="2595516" y="3092636"/>
                  </a:lnTo>
                  <a:lnTo>
                    <a:pt x="2649106" y="3049403"/>
                  </a:lnTo>
                  <a:lnTo>
                    <a:pt x="2700302" y="3002115"/>
                  </a:lnTo>
                  <a:lnTo>
                    <a:pt x="2702183" y="3000263"/>
                  </a:lnTo>
                  <a:lnTo>
                    <a:pt x="2747832" y="2952791"/>
                  </a:lnTo>
                  <a:lnTo>
                    <a:pt x="2792320" y="2901787"/>
                  </a:lnTo>
                  <a:lnTo>
                    <a:pt x="2835966" y="2847179"/>
                  </a:lnTo>
                  <a:lnTo>
                    <a:pt x="2879029" y="2788955"/>
                  </a:lnTo>
                  <a:lnTo>
                    <a:pt x="2921714" y="2727167"/>
                  </a:lnTo>
                  <a:lnTo>
                    <a:pt x="2964178" y="2661943"/>
                  </a:lnTo>
                  <a:lnTo>
                    <a:pt x="3006541" y="2593483"/>
                  </a:lnTo>
                  <a:lnTo>
                    <a:pt x="3048885" y="2522067"/>
                  </a:lnTo>
                  <a:lnTo>
                    <a:pt x="3091263" y="2448047"/>
                  </a:lnTo>
                  <a:lnTo>
                    <a:pt x="3133701" y="2371849"/>
                  </a:lnTo>
                  <a:lnTo>
                    <a:pt x="3176204" y="2293958"/>
                  </a:lnTo>
                  <a:lnTo>
                    <a:pt x="3218759" y="2214910"/>
                  </a:lnTo>
                  <a:lnTo>
                    <a:pt x="3261343" y="2135275"/>
                  </a:lnTo>
                  <a:lnTo>
                    <a:pt x="3303927" y="2055643"/>
                  </a:lnTo>
                  <a:lnTo>
                    <a:pt x="3346482" y="1976601"/>
                  </a:lnTo>
                  <a:lnTo>
                    <a:pt x="3388984" y="1898720"/>
                  </a:lnTo>
                  <a:lnTo>
                    <a:pt x="3431422" y="1822536"/>
                  </a:lnTo>
                  <a:lnTo>
                    <a:pt x="3473800" y="1748533"/>
                  </a:lnTo>
                  <a:lnTo>
                    <a:pt x="3516144" y="1677137"/>
                  </a:lnTo>
                  <a:lnTo>
                    <a:pt x="3558507" y="1608699"/>
                  </a:lnTo>
                  <a:lnTo>
                    <a:pt x="3600973" y="1543499"/>
                  </a:lnTo>
                  <a:lnTo>
                    <a:pt x="3643659" y="1481736"/>
                  </a:lnTo>
                  <a:lnTo>
                    <a:pt x="3686726" y="1423537"/>
                  </a:lnTo>
                  <a:lnTo>
                    <a:pt x="3730377" y="1368954"/>
                  </a:lnTo>
                  <a:lnTo>
                    <a:pt x="3774872" y="1317976"/>
                  </a:lnTo>
                  <a:lnTo>
                    <a:pt x="3820202" y="1270853"/>
                  </a:lnTo>
                  <a:lnTo>
                    <a:pt x="3871319" y="1223413"/>
                  </a:lnTo>
                  <a:lnTo>
                    <a:pt x="3924809" y="1180029"/>
                  </a:lnTo>
                  <a:lnTo>
                    <a:pt x="3981323" y="1140563"/>
                  </a:lnTo>
                  <a:lnTo>
                    <a:pt x="4041580" y="1104744"/>
                  </a:lnTo>
                  <a:lnTo>
                    <a:pt x="4106325" y="1072245"/>
                  </a:lnTo>
                  <a:lnTo>
                    <a:pt x="4176289" y="1042726"/>
                  </a:lnTo>
                  <a:lnTo>
                    <a:pt x="4252148" y="1015869"/>
                  </a:lnTo>
                  <a:lnTo>
                    <a:pt x="4334451" y="991388"/>
                  </a:lnTo>
                  <a:lnTo>
                    <a:pt x="4423547" y="969047"/>
                  </a:lnTo>
                  <a:lnTo>
                    <a:pt x="4519468" y="948662"/>
                  </a:lnTo>
                  <a:lnTo>
                    <a:pt x="4621810" y="930102"/>
                  </a:lnTo>
                  <a:lnTo>
                    <a:pt x="4729590" y="913293"/>
                  </a:lnTo>
                  <a:lnTo>
                    <a:pt x="4841129" y="898208"/>
                  </a:lnTo>
                  <a:lnTo>
                    <a:pt x="4953979" y="884861"/>
                  </a:lnTo>
                  <a:lnTo>
                    <a:pt x="5064969" y="873285"/>
                  </a:lnTo>
                  <a:lnTo>
                    <a:pt x="5170386" y="863515"/>
                  </a:lnTo>
                  <a:lnTo>
                    <a:pt x="5266340" y="855556"/>
                  </a:lnTo>
                  <a:lnTo>
                    <a:pt x="5349266" y="849363"/>
                  </a:lnTo>
                  <a:lnTo>
                    <a:pt x="5416473" y="844821"/>
                  </a:lnTo>
                  <a:lnTo>
                    <a:pt x="5466629" y="841739"/>
                  </a:lnTo>
                  <a:lnTo>
                    <a:pt x="5500048" y="839866"/>
                  </a:lnTo>
                  <a:lnTo>
                    <a:pt x="5518733" y="838907"/>
                  </a:lnTo>
                  <a:lnTo>
                    <a:pt x="5526235" y="838554"/>
                  </a:lnTo>
                  <a:lnTo>
                    <a:pt x="5527445" y="838501"/>
                  </a:lnTo>
                  <a:lnTo>
                    <a:pt x="6522385" y="838501"/>
                  </a:lnTo>
                  <a:lnTo>
                    <a:pt x="6523516" y="838485"/>
                  </a:lnTo>
                  <a:lnTo>
                    <a:pt x="6530980" y="838372"/>
                  </a:lnTo>
                  <a:lnTo>
                    <a:pt x="6549897" y="838061"/>
                  </a:lnTo>
                  <a:lnTo>
                    <a:pt x="6583972" y="837446"/>
                  </a:lnTo>
                  <a:lnTo>
                    <a:pt x="6635274" y="836431"/>
                  </a:lnTo>
                  <a:lnTo>
                    <a:pt x="6704084" y="834932"/>
                  </a:lnTo>
                  <a:lnTo>
                    <a:pt x="6788951" y="832884"/>
                  </a:lnTo>
                  <a:lnTo>
                    <a:pt x="6887010" y="830253"/>
                  </a:lnTo>
                  <a:lnTo>
                    <a:pt x="6994505" y="827022"/>
                  </a:lnTo>
                  <a:lnTo>
                    <a:pt x="7107379" y="823197"/>
                  </a:lnTo>
                  <a:lnTo>
                    <a:pt x="7221803" y="818787"/>
                  </a:lnTo>
                  <a:lnTo>
                    <a:pt x="7334547" y="813804"/>
                  </a:lnTo>
                  <a:lnTo>
                    <a:pt x="7443160" y="808252"/>
                  </a:lnTo>
                  <a:lnTo>
                    <a:pt x="7545995" y="802119"/>
                  </a:lnTo>
                  <a:lnTo>
                    <a:pt x="7642128" y="795378"/>
                  </a:lnTo>
                  <a:lnTo>
                    <a:pt x="7731222" y="787981"/>
                  </a:lnTo>
                  <a:lnTo>
                    <a:pt x="7813378" y="779864"/>
                  </a:lnTo>
                  <a:lnTo>
                    <a:pt x="7889009" y="770945"/>
                  </a:lnTo>
                  <a:lnTo>
                    <a:pt x="7958720" y="761125"/>
                  </a:lnTo>
                  <a:lnTo>
                    <a:pt x="8023232" y="750295"/>
                  </a:lnTo>
                  <a:lnTo>
                    <a:pt x="8083317" y="738342"/>
                  </a:lnTo>
                  <a:lnTo>
                    <a:pt x="8139746" y="725159"/>
                  </a:lnTo>
                  <a:lnTo>
                    <a:pt x="8193256" y="710664"/>
                  </a:lnTo>
                  <a:lnTo>
                    <a:pt x="8229629" y="699624"/>
                  </a:lnTo>
                  <a:lnTo>
                    <a:pt x="8288031" y="679834"/>
                  </a:lnTo>
                  <a:lnTo>
                    <a:pt x="8344672" y="658160"/>
                  </a:lnTo>
                  <a:lnTo>
                    <a:pt x="8400174" y="634570"/>
                  </a:lnTo>
                  <a:lnTo>
                    <a:pt x="8455004" y="609089"/>
                  </a:lnTo>
                  <a:lnTo>
                    <a:pt x="8509497" y="581800"/>
                  </a:lnTo>
                  <a:lnTo>
                    <a:pt x="8563883" y="552857"/>
                  </a:lnTo>
                  <a:lnTo>
                    <a:pt x="8618303" y="522477"/>
                  </a:lnTo>
                  <a:lnTo>
                    <a:pt x="8672819" y="490943"/>
                  </a:lnTo>
                  <a:lnTo>
                    <a:pt x="8727438" y="458588"/>
                  </a:lnTo>
                  <a:lnTo>
                    <a:pt x="8782122" y="425789"/>
                  </a:lnTo>
                  <a:lnTo>
                    <a:pt x="8836814" y="392941"/>
                  </a:lnTo>
                  <a:lnTo>
                    <a:pt x="8891453" y="360446"/>
                  </a:lnTo>
                  <a:lnTo>
                    <a:pt x="8945995" y="328684"/>
                  </a:lnTo>
                  <a:lnTo>
                    <a:pt x="9000434" y="298001"/>
                  </a:lnTo>
                  <a:lnTo>
                    <a:pt x="9054819" y="268694"/>
                  </a:lnTo>
                  <a:lnTo>
                    <a:pt x="9109270" y="240995"/>
                  </a:lnTo>
                  <a:lnTo>
                    <a:pt x="9163993" y="215072"/>
                  </a:lnTo>
                  <a:lnTo>
                    <a:pt x="9219298" y="191027"/>
                  </a:lnTo>
                  <a:lnTo>
                    <a:pt x="9275618" y="168898"/>
                  </a:lnTo>
                  <a:lnTo>
                    <a:pt x="9333534" y="148664"/>
                  </a:lnTo>
                  <a:lnTo>
                    <a:pt x="9347647" y="144117"/>
                  </a:lnTo>
                  <a:lnTo>
                    <a:pt x="9399496" y="128675"/>
                  </a:lnTo>
                  <a:lnTo>
                    <a:pt x="9453791" y="114572"/>
                  </a:lnTo>
                  <a:lnTo>
                    <a:pt x="9511217" y="101761"/>
                  </a:lnTo>
                  <a:lnTo>
                    <a:pt x="9572523" y="90150"/>
                  </a:lnTo>
                  <a:lnTo>
                    <a:pt x="9638486" y="79628"/>
                  </a:lnTo>
                  <a:lnTo>
                    <a:pt x="9709867" y="70084"/>
                  </a:lnTo>
                  <a:lnTo>
                    <a:pt x="9787360" y="61410"/>
                  </a:lnTo>
                  <a:lnTo>
                    <a:pt x="9871526" y="53513"/>
                  </a:lnTo>
                  <a:lnTo>
                    <a:pt x="9962696" y="46315"/>
                  </a:lnTo>
                  <a:lnTo>
                    <a:pt x="10060859" y="39757"/>
                  </a:lnTo>
                  <a:lnTo>
                    <a:pt x="10165520" y="33796"/>
                  </a:lnTo>
                  <a:lnTo>
                    <a:pt x="10275553" y="28412"/>
                  </a:lnTo>
                  <a:lnTo>
                    <a:pt x="10389082" y="23597"/>
                  </a:lnTo>
                  <a:lnTo>
                    <a:pt x="10503418" y="19358"/>
                  </a:lnTo>
                  <a:lnTo>
                    <a:pt x="10615126" y="15706"/>
                  </a:lnTo>
                  <a:lnTo>
                    <a:pt x="10720264" y="12652"/>
                  </a:lnTo>
                  <a:lnTo>
                    <a:pt x="10814806" y="10195"/>
                  </a:lnTo>
                  <a:lnTo>
                    <a:pt x="10895193" y="8314"/>
                  </a:lnTo>
                  <a:lnTo>
                    <a:pt x="10958930" y="6964"/>
                  </a:lnTo>
                  <a:lnTo>
                    <a:pt x="11005055" y="6077"/>
                  </a:lnTo>
                  <a:lnTo>
                    <a:pt x="11034380" y="5562"/>
                  </a:lnTo>
                  <a:lnTo>
                    <a:pt x="11049476" y="5320"/>
                  </a:lnTo>
                  <a:lnTo>
                    <a:pt x="11054487" y="524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0" y="15"/>
                  </a:lnTo>
                  <a:lnTo>
                    <a:pt x="11046296" y="128"/>
                  </a:lnTo>
                  <a:lnTo>
                    <a:pt x="11027379" y="440"/>
                  </a:lnTo>
                  <a:lnTo>
                    <a:pt x="10993305" y="1054"/>
                  </a:lnTo>
                  <a:lnTo>
                    <a:pt x="10942003" y="2069"/>
                  </a:lnTo>
                  <a:lnTo>
                    <a:pt x="10873193" y="3569"/>
                  </a:lnTo>
                  <a:lnTo>
                    <a:pt x="10788326" y="5616"/>
                  </a:lnTo>
                  <a:lnTo>
                    <a:pt x="10690266" y="8248"/>
                  </a:lnTo>
                  <a:lnTo>
                    <a:pt x="10582771" y="11478"/>
                  </a:lnTo>
                  <a:lnTo>
                    <a:pt x="10469898" y="15304"/>
                  </a:lnTo>
                  <a:lnTo>
                    <a:pt x="10355473" y="19713"/>
                  </a:lnTo>
                  <a:lnTo>
                    <a:pt x="10242730" y="24696"/>
                  </a:lnTo>
                  <a:lnTo>
                    <a:pt x="10134117" y="30248"/>
                  </a:lnTo>
                  <a:lnTo>
                    <a:pt x="10031282" y="36381"/>
                  </a:lnTo>
                  <a:lnTo>
                    <a:pt x="9935148" y="43123"/>
                  </a:lnTo>
                  <a:lnTo>
                    <a:pt x="9846055" y="50520"/>
                  </a:lnTo>
                  <a:lnTo>
                    <a:pt x="9763898" y="58636"/>
                  </a:lnTo>
                  <a:lnTo>
                    <a:pt x="9688268" y="67556"/>
                  </a:lnTo>
                  <a:lnTo>
                    <a:pt x="9618557" y="77376"/>
                  </a:lnTo>
                  <a:lnTo>
                    <a:pt x="9554044" y="88205"/>
                  </a:lnTo>
                  <a:lnTo>
                    <a:pt x="9493960" y="100158"/>
                  </a:lnTo>
                  <a:lnTo>
                    <a:pt x="9437530" y="113341"/>
                  </a:lnTo>
                  <a:lnTo>
                    <a:pt x="9384021" y="127836"/>
                  </a:lnTo>
                  <a:lnTo>
                    <a:pt x="9347647" y="138876"/>
                  </a:lnTo>
                  <a:lnTo>
                    <a:pt x="9289246" y="158666"/>
                  </a:lnTo>
                  <a:lnTo>
                    <a:pt x="9232604" y="180340"/>
                  </a:lnTo>
                  <a:lnTo>
                    <a:pt x="9177102" y="203930"/>
                  </a:lnTo>
                  <a:lnTo>
                    <a:pt x="9122273" y="229412"/>
                  </a:lnTo>
                  <a:lnTo>
                    <a:pt x="9067780" y="256700"/>
                  </a:lnTo>
                  <a:lnTo>
                    <a:pt x="9013393" y="285644"/>
                  </a:lnTo>
                  <a:lnTo>
                    <a:pt x="8958974" y="316023"/>
                  </a:lnTo>
                  <a:lnTo>
                    <a:pt x="8904457" y="347558"/>
                  </a:lnTo>
                  <a:lnTo>
                    <a:pt x="8849839" y="379912"/>
                  </a:lnTo>
                  <a:lnTo>
                    <a:pt x="8795154" y="412712"/>
                  </a:lnTo>
                  <a:lnTo>
                    <a:pt x="8740462" y="445559"/>
                  </a:lnTo>
                  <a:lnTo>
                    <a:pt x="8685824" y="478055"/>
                  </a:lnTo>
                  <a:lnTo>
                    <a:pt x="8631282" y="509817"/>
                  </a:lnTo>
                  <a:lnTo>
                    <a:pt x="8576842" y="540499"/>
                  </a:lnTo>
                  <a:lnTo>
                    <a:pt x="8522457" y="569807"/>
                  </a:lnTo>
                  <a:lnTo>
                    <a:pt x="8468007" y="597506"/>
                  </a:lnTo>
                  <a:lnTo>
                    <a:pt x="8413284" y="623428"/>
                  </a:lnTo>
                  <a:lnTo>
                    <a:pt x="8357979" y="647473"/>
                  </a:lnTo>
                  <a:lnTo>
                    <a:pt x="8301659" y="669603"/>
                  </a:lnTo>
                  <a:lnTo>
                    <a:pt x="8243743" y="689836"/>
                  </a:lnTo>
                  <a:lnTo>
                    <a:pt x="8229629" y="694384"/>
                  </a:lnTo>
                  <a:lnTo>
                    <a:pt x="8177781" y="709826"/>
                  </a:lnTo>
                  <a:lnTo>
                    <a:pt x="8123485" y="723929"/>
                  </a:lnTo>
                  <a:lnTo>
                    <a:pt x="8066059" y="736740"/>
                  </a:lnTo>
                  <a:lnTo>
                    <a:pt x="8004753" y="748351"/>
                  </a:lnTo>
                  <a:lnTo>
                    <a:pt x="7938791" y="758872"/>
                  </a:lnTo>
                  <a:lnTo>
                    <a:pt x="7867410" y="768416"/>
                  </a:lnTo>
                  <a:lnTo>
                    <a:pt x="7789916" y="777090"/>
                  </a:lnTo>
                  <a:lnTo>
                    <a:pt x="7705750" y="784987"/>
                  </a:lnTo>
                  <a:lnTo>
                    <a:pt x="7614580" y="792185"/>
                  </a:lnTo>
                  <a:lnTo>
                    <a:pt x="7516417" y="798744"/>
                  </a:lnTo>
                  <a:lnTo>
                    <a:pt x="7411757" y="804704"/>
                  </a:lnTo>
                  <a:lnTo>
                    <a:pt x="7301723" y="810088"/>
                  </a:lnTo>
                  <a:lnTo>
                    <a:pt x="7188194" y="814903"/>
                  </a:lnTo>
                  <a:lnTo>
                    <a:pt x="7073859" y="819142"/>
                  </a:lnTo>
                  <a:lnTo>
                    <a:pt x="6962151" y="822794"/>
                  </a:lnTo>
                  <a:lnTo>
                    <a:pt x="6857012" y="825848"/>
                  </a:lnTo>
                  <a:lnTo>
                    <a:pt x="6762471" y="828305"/>
                  </a:lnTo>
                  <a:lnTo>
                    <a:pt x="6682084" y="830187"/>
                  </a:lnTo>
                  <a:lnTo>
                    <a:pt x="6618346" y="831536"/>
                  </a:lnTo>
                  <a:lnTo>
                    <a:pt x="6572221" y="832424"/>
                  </a:lnTo>
                  <a:lnTo>
                    <a:pt x="6542897" y="832938"/>
                  </a:lnTo>
                  <a:lnTo>
                    <a:pt x="6527800" y="833181"/>
                  </a:lnTo>
                  <a:lnTo>
                    <a:pt x="6522789" y="833255"/>
                  </a:lnTo>
                  <a:lnTo>
                    <a:pt x="6522385" y="833260"/>
                  </a:lnTo>
                  <a:lnTo>
                    <a:pt x="5527445" y="833260"/>
                  </a:lnTo>
                  <a:lnTo>
                    <a:pt x="5526360" y="833308"/>
                  </a:lnTo>
                  <a:lnTo>
                    <a:pt x="5519189" y="833644"/>
                  </a:lnTo>
                  <a:lnTo>
                    <a:pt x="5500997" y="834574"/>
                  </a:lnTo>
                  <a:lnTo>
                    <a:pt x="5468177" y="836408"/>
                  </a:lnTo>
                  <a:lnTo>
                    <a:pt x="5418665" y="839439"/>
                  </a:lnTo>
                  <a:lnTo>
                    <a:pt x="5352083" y="843924"/>
                  </a:lnTo>
                  <a:lnTo>
                    <a:pt x="5269705" y="850052"/>
                  </a:lnTo>
                  <a:lnTo>
                    <a:pt x="5174179" y="857943"/>
                  </a:lnTo>
                  <a:lnTo>
                    <a:pt x="5069047" y="867645"/>
                  </a:lnTo>
                  <a:lnTo>
                    <a:pt x="4958197" y="879154"/>
                  </a:lnTo>
                  <a:lnTo>
                    <a:pt x="4845355" y="892435"/>
                  </a:lnTo>
                  <a:lnTo>
                    <a:pt x="4733718" y="907455"/>
                  </a:lnTo>
                  <a:lnTo>
                    <a:pt x="4625762" y="924200"/>
                  </a:lnTo>
                  <a:lnTo>
                    <a:pt x="4523194" y="942693"/>
                  </a:lnTo>
                  <a:lnTo>
                    <a:pt x="4427021" y="963008"/>
                  </a:lnTo>
                  <a:lnTo>
                    <a:pt x="4337668" y="985272"/>
                  </a:lnTo>
                  <a:lnTo>
                    <a:pt x="4255115" y="1009669"/>
                  </a:lnTo>
                  <a:lnTo>
                    <a:pt x="4179024" y="1036432"/>
                  </a:lnTo>
                  <a:lnTo>
                    <a:pt x="4108850" y="1065846"/>
                  </a:lnTo>
                  <a:lnTo>
                    <a:pt x="4043922" y="1098227"/>
                  </a:lnTo>
                  <a:lnTo>
                    <a:pt x="3983511" y="1133915"/>
                  </a:lnTo>
                  <a:lnTo>
                    <a:pt x="3926869" y="1173239"/>
                  </a:lnTo>
                  <a:lnTo>
                    <a:pt x="3873279" y="1216472"/>
                  </a:lnTo>
                  <a:lnTo>
                    <a:pt x="3822083" y="1263761"/>
                  </a:lnTo>
                  <a:lnTo>
                    <a:pt x="3820202" y="1265613"/>
                  </a:lnTo>
                  <a:lnTo>
                    <a:pt x="3774553" y="1313084"/>
                  </a:lnTo>
                  <a:lnTo>
                    <a:pt x="3730065" y="1364088"/>
                  </a:lnTo>
                  <a:lnTo>
                    <a:pt x="3686419" y="1418696"/>
                  </a:lnTo>
                  <a:lnTo>
                    <a:pt x="3643356" y="1476921"/>
                  </a:lnTo>
                  <a:lnTo>
                    <a:pt x="3600671" y="1538708"/>
                  </a:lnTo>
                  <a:lnTo>
                    <a:pt x="3558207" y="1603932"/>
                  </a:lnTo>
                  <a:lnTo>
                    <a:pt x="3515844" y="1672392"/>
                  </a:lnTo>
                  <a:lnTo>
                    <a:pt x="3473500" y="1743808"/>
                  </a:lnTo>
                  <a:lnTo>
                    <a:pt x="3431122" y="1817828"/>
                  </a:lnTo>
                  <a:lnTo>
                    <a:pt x="3388684" y="1894026"/>
                  </a:lnTo>
                  <a:lnTo>
                    <a:pt x="3346181" y="1971917"/>
                  </a:lnTo>
                  <a:lnTo>
                    <a:pt x="3303626" y="2050965"/>
                  </a:lnTo>
                  <a:lnTo>
                    <a:pt x="3261042" y="2130600"/>
                  </a:lnTo>
                  <a:lnTo>
                    <a:pt x="3218458" y="2210232"/>
                  </a:lnTo>
                  <a:lnTo>
                    <a:pt x="3175903" y="2289274"/>
                  </a:lnTo>
                  <a:lnTo>
                    <a:pt x="3133401" y="2367155"/>
                  </a:lnTo>
                  <a:lnTo>
                    <a:pt x="3090963" y="2443339"/>
                  </a:lnTo>
                  <a:lnTo>
                    <a:pt x="3048585" y="2517342"/>
                  </a:lnTo>
                  <a:lnTo>
                    <a:pt x="3006241" y="2588739"/>
                  </a:lnTo>
                  <a:lnTo>
                    <a:pt x="2963878" y="2657176"/>
                  </a:lnTo>
                  <a:lnTo>
                    <a:pt x="2921412" y="2722377"/>
                  </a:lnTo>
                  <a:lnTo>
                    <a:pt x="2878726" y="2784139"/>
                  </a:lnTo>
                  <a:lnTo>
                    <a:pt x="2835659" y="2842338"/>
                  </a:lnTo>
                  <a:lnTo>
                    <a:pt x="2792008" y="2896921"/>
                  </a:lnTo>
                  <a:lnTo>
                    <a:pt x="2747513" y="2947899"/>
                  </a:lnTo>
                  <a:lnTo>
                    <a:pt x="2702183" y="2995022"/>
                  </a:lnTo>
                  <a:lnTo>
                    <a:pt x="2651066" y="3042463"/>
                  </a:lnTo>
                  <a:lnTo>
                    <a:pt x="2597576" y="3085846"/>
                  </a:lnTo>
                  <a:lnTo>
                    <a:pt x="2541062" y="3125312"/>
                  </a:lnTo>
                  <a:lnTo>
                    <a:pt x="2480805" y="3161131"/>
                  </a:lnTo>
                  <a:lnTo>
                    <a:pt x="2416060" y="3193630"/>
                  </a:lnTo>
                  <a:lnTo>
                    <a:pt x="2346096" y="3223149"/>
                  </a:lnTo>
                  <a:lnTo>
                    <a:pt x="2270237" y="3250007"/>
                  </a:lnTo>
                  <a:lnTo>
                    <a:pt x="2187934" y="3274487"/>
                  </a:lnTo>
                  <a:lnTo>
                    <a:pt x="2098838" y="3296828"/>
                  </a:lnTo>
                  <a:lnTo>
                    <a:pt x="2002917" y="3317214"/>
                  </a:lnTo>
                  <a:lnTo>
                    <a:pt x="1900575" y="3335773"/>
                  </a:lnTo>
                  <a:lnTo>
                    <a:pt x="1792795" y="3352582"/>
                  </a:lnTo>
                  <a:lnTo>
                    <a:pt x="1681256" y="3367667"/>
                  </a:lnTo>
                  <a:lnTo>
                    <a:pt x="1568406" y="3381015"/>
                  </a:lnTo>
                  <a:lnTo>
                    <a:pt x="1457416" y="3392590"/>
                  </a:lnTo>
                  <a:lnTo>
                    <a:pt x="1351999" y="3402360"/>
                  </a:lnTo>
                  <a:lnTo>
                    <a:pt x="1256045" y="3410319"/>
                  </a:lnTo>
                  <a:lnTo>
                    <a:pt x="1173119" y="3416512"/>
                  </a:lnTo>
                  <a:lnTo>
                    <a:pt x="1105912" y="3421055"/>
                  </a:lnTo>
                  <a:lnTo>
                    <a:pt x="1055756" y="3424136"/>
                  </a:lnTo>
                  <a:lnTo>
                    <a:pt x="1022337" y="3426010"/>
                  </a:lnTo>
                  <a:lnTo>
                    <a:pt x="1003652" y="3426968"/>
                  </a:lnTo>
                  <a:lnTo>
                    <a:pt x="996150" y="3427321"/>
                  </a:lnTo>
                  <a:lnTo>
                    <a:pt x="994940" y="3427374"/>
                  </a:lnTo>
                  <a:lnTo>
                    <a:pt x="0" y="3427374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56" name="pl1455"/>
            <p:cNvSpPr/>
            <p:nvPr/>
          </p:nvSpPr>
          <p:spPr>
            <a:xfrm>
              <a:off x="1199187" y="1703041"/>
              <a:ext cx="12049831" cy="3427374"/>
            </a:xfrm>
            <a:custGeom>
              <a:avLst/>
              <a:pathLst>
                <a:path w="12049831" h="3427374">
                  <a:moveTo>
                    <a:pt x="0" y="3427374"/>
                  </a:moveTo>
                  <a:lnTo>
                    <a:pt x="994940" y="3427374"/>
                  </a:lnTo>
                  <a:lnTo>
                    <a:pt x="996025" y="3427327"/>
                  </a:lnTo>
                  <a:lnTo>
                    <a:pt x="1003196" y="3426990"/>
                  </a:lnTo>
                  <a:lnTo>
                    <a:pt x="1021388" y="3426060"/>
                  </a:lnTo>
                  <a:lnTo>
                    <a:pt x="1054208" y="3424227"/>
                  </a:lnTo>
                  <a:lnTo>
                    <a:pt x="1103720" y="3421195"/>
                  </a:lnTo>
                  <a:lnTo>
                    <a:pt x="1170302" y="3416711"/>
                  </a:lnTo>
                  <a:lnTo>
                    <a:pt x="1252680" y="3410582"/>
                  </a:lnTo>
                  <a:lnTo>
                    <a:pt x="1348206" y="3402691"/>
                  </a:lnTo>
                  <a:lnTo>
                    <a:pt x="1453338" y="3392989"/>
                  </a:lnTo>
                  <a:lnTo>
                    <a:pt x="1564188" y="3381481"/>
                  </a:lnTo>
                  <a:lnTo>
                    <a:pt x="1677030" y="3368199"/>
                  </a:lnTo>
                  <a:lnTo>
                    <a:pt x="1788667" y="3353179"/>
                  </a:lnTo>
                  <a:lnTo>
                    <a:pt x="1896623" y="3336435"/>
                  </a:lnTo>
                  <a:lnTo>
                    <a:pt x="1999191" y="3317942"/>
                  </a:lnTo>
                  <a:lnTo>
                    <a:pt x="2095364" y="3297627"/>
                  </a:lnTo>
                  <a:lnTo>
                    <a:pt x="2184717" y="3275362"/>
                  </a:lnTo>
                  <a:lnTo>
                    <a:pt x="2267270" y="3250966"/>
                  </a:lnTo>
                  <a:lnTo>
                    <a:pt x="2343361" y="3224202"/>
                  </a:lnTo>
                  <a:lnTo>
                    <a:pt x="2413535" y="3194789"/>
                  </a:lnTo>
                  <a:lnTo>
                    <a:pt x="2478463" y="3162407"/>
                  </a:lnTo>
                  <a:lnTo>
                    <a:pt x="2538874" y="3126719"/>
                  </a:lnTo>
                  <a:lnTo>
                    <a:pt x="2595516" y="3087395"/>
                  </a:lnTo>
                  <a:lnTo>
                    <a:pt x="2649106" y="3044162"/>
                  </a:lnTo>
                  <a:lnTo>
                    <a:pt x="2700302" y="2996874"/>
                  </a:lnTo>
                  <a:lnTo>
                    <a:pt x="2702183" y="2995022"/>
                  </a:lnTo>
                  <a:lnTo>
                    <a:pt x="2747832" y="2947551"/>
                  </a:lnTo>
                  <a:lnTo>
                    <a:pt x="2792320" y="2896547"/>
                  </a:lnTo>
                  <a:lnTo>
                    <a:pt x="2835966" y="2841939"/>
                  </a:lnTo>
                  <a:lnTo>
                    <a:pt x="2879029" y="2783714"/>
                  </a:lnTo>
                  <a:lnTo>
                    <a:pt x="2921714" y="2721927"/>
                  </a:lnTo>
                  <a:lnTo>
                    <a:pt x="2964178" y="2656702"/>
                  </a:lnTo>
                  <a:lnTo>
                    <a:pt x="3006541" y="2588243"/>
                  </a:lnTo>
                  <a:lnTo>
                    <a:pt x="3048885" y="2516826"/>
                  </a:lnTo>
                  <a:lnTo>
                    <a:pt x="3091263" y="2442807"/>
                  </a:lnTo>
                  <a:lnTo>
                    <a:pt x="3133701" y="2366608"/>
                  </a:lnTo>
                  <a:lnTo>
                    <a:pt x="3176204" y="2288717"/>
                  </a:lnTo>
                  <a:lnTo>
                    <a:pt x="3218759" y="2209669"/>
                  </a:lnTo>
                  <a:lnTo>
                    <a:pt x="3261343" y="2130035"/>
                  </a:lnTo>
                  <a:lnTo>
                    <a:pt x="3303927" y="2050402"/>
                  </a:lnTo>
                  <a:lnTo>
                    <a:pt x="3346482" y="1971361"/>
                  </a:lnTo>
                  <a:lnTo>
                    <a:pt x="3388984" y="1893480"/>
                  </a:lnTo>
                  <a:lnTo>
                    <a:pt x="3431422" y="1817295"/>
                  </a:lnTo>
                  <a:lnTo>
                    <a:pt x="3473800" y="1743293"/>
                  </a:lnTo>
                  <a:lnTo>
                    <a:pt x="3516144" y="1671896"/>
                  </a:lnTo>
                  <a:lnTo>
                    <a:pt x="3558507" y="1603458"/>
                  </a:lnTo>
                  <a:lnTo>
                    <a:pt x="3600973" y="1538258"/>
                  </a:lnTo>
                  <a:lnTo>
                    <a:pt x="3643659" y="1476495"/>
                  </a:lnTo>
                  <a:lnTo>
                    <a:pt x="3686726" y="1418296"/>
                  </a:lnTo>
                  <a:lnTo>
                    <a:pt x="3730377" y="1363714"/>
                  </a:lnTo>
                  <a:lnTo>
                    <a:pt x="3774872" y="1312735"/>
                  </a:lnTo>
                  <a:lnTo>
                    <a:pt x="3820202" y="1265613"/>
                  </a:lnTo>
                  <a:lnTo>
                    <a:pt x="3871319" y="1218172"/>
                  </a:lnTo>
                  <a:lnTo>
                    <a:pt x="3924809" y="1174789"/>
                  </a:lnTo>
                  <a:lnTo>
                    <a:pt x="3981323" y="1135323"/>
                  </a:lnTo>
                  <a:lnTo>
                    <a:pt x="4041580" y="1099504"/>
                  </a:lnTo>
                  <a:lnTo>
                    <a:pt x="4106325" y="1067004"/>
                  </a:lnTo>
                  <a:lnTo>
                    <a:pt x="4176289" y="1037486"/>
                  </a:lnTo>
                  <a:lnTo>
                    <a:pt x="4252148" y="1010628"/>
                  </a:lnTo>
                  <a:lnTo>
                    <a:pt x="4334451" y="986147"/>
                  </a:lnTo>
                  <a:lnTo>
                    <a:pt x="4423547" y="963806"/>
                  </a:lnTo>
                  <a:lnTo>
                    <a:pt x="4519468" y="943421"/>
                  </a:lnTo>
                  <a:lnTo>
                    <a:pt x="4621810" y="924861"/>
                  </a:lnTo>
                  <a:lnTo>
                    <a:pt x="4729590" y="908052"/>
                  </a:lnTo>
                  <a:lnTo>
                    <a:pt x="4841129" y="892967"/>
                  </a:lnTo>
                  <a:lnTo>
                    <a:pt x="4953979" y="879620"/>
                  </a:lnTo>
                  <a:lnTo>
                    <a:pt x="5064969" y="868044"/>
                  </a:lnTo>
                  <a:lnTo>
                    <a:pt x="5170386" y="858274"/>
                  </a:lnTo>
                  <a:lnTo>
                    <a:pt x="5266340" y="850316"/>
                  </a:lnTo>
                  <a:lnTo>
                    <a:pt x="5349266" y="844123"/>
                  </a:lnTo>
                  <a:lnTo>
                    <a:pt x="5416473" y="839580"/>
                  </a:lnTo>
                  <a:lnTo>
                    <a:pt x="5466629" y="836498"/>
                  </a:lnTo>
                  <a:lnTo>
                    <a:pt x="5500048" y="834625"/>
                  </a:lnTo>
                  <a:lnTo>
                    <a:pt x="5518733" y="833667"/>
                  </a:lnTo>
                  <a:lnTo>
                    <a:pt x="5526235" y="833313"/>
                  </a:lnTo>
                  <a:lnTo>
                    <a:pt x="5527445" y="833260"/>
                  </a:lnTo>
                  <a:lnTo>
                    <a:pt x="5527445" y="833260"/>
                  </a:lnTo>
                  <a:lnTo>
                    <a:pt x="6522385" y="833260"/>
                  </a:lnTo>
                  <a:lnTo>
                    <a:pt x="6523516" y="833244"/>
                  </a:lnTo>
                  <a:lnTo>
                    <a:pt x="6530980" y="833132"/>
                  </a:lnTo>
                  <a:lnTo>
                    <a:pt x="6549897" y="832820"/>
                  </a:lnTo>
                  <a:lnTo>
                    <a:pt x="6583972" y="832206"/>
                  </a:lnTo>
                  <a:lnTo>
                    <a:pt x="6635274" y="831191"/>
                  </a:lnTo>
                  <a:lnTo>
                    <a:pt x="6704084" y="829691"/>
                  </a:lnTo>
                  <a:lnTo>
                    <a:pt x="6788951" y="827644"/>
                  </a:lnTo>
                  <a:lnTo>
                    <a:pt x="6887010" y="825012"/>
                  </a:lnTo>
                  <a:lnTo>
                    <a:pt x="6994505" y="821782"/>
                  </a:lnTo>
                  <a:lnTo>
                    <a:pt x="7107379" y="817956"/>
                  </a:lnTo>
                  <a:lnTo>
                    <a:pt x="7221803" y="813546"/>
                  </a:lnTo>
                  <a:lnTo>
                    <a:pt x="7334547" y="808564"/>
                  </a:lnTo>
                  <a:lnTo>
                    <a:pt x="7443160" y="803012"/>
                  </a:lnTo>
                  <a:lnTo>
                    <a:pt x="7545995" y="796879"/>
                  </a:lnTo>
                  <a:lnTo>
                    <a:pt x="7642128" y="790137"/>
                  </a:lnTo>
                  <a:lnTo>
                    <a:pt x="7731222" y="782740"/>
                  </a:lnTo>
                  <a:lnTo>
                    <a:pt x="7813378" y="774624"/>
                  </a:lnTo>
                  <a:lnTo>
                    <a:pt x="7889009" y="765704"/>
                  </a:lnTo>
                  <a:lnTo>
                    <a:pt x="7958720" y="755884"/>
                  </a:lnTo>
                  <a:lnTo>
                    <a:pt x="8023232" y="745054"/>
                  </a:lnTo>
                  <a:lnTo>
                    <a:pt x="8083317" y="733101"/>
                  </a:lnTo>
                  <a:lnTo>
                    <a:pt x="8139746" y="719918"/>
                  </a:lnTo>
                  <a:lnTo>
                    <a:pt x="8193256" y="705424"/>
                  </a:lnTo>
                  <a:lnTo>
                    <a:pt x="8229629" y="694384"/>
                  </a:lnTo>
                  <a:lnTo>
                    <a:pt x="8288031" y="674594"/>
                  </a:lnTo>
                  <a:lnTo>
                    <a:pt x="8344672" y="652919"/>
                  </a:lnTo>
                  <a:lnTo>
                    <a:pt x="8400174" y="629330"/>
                  </a:lnTo>
                  <a:lnTo>
                    <a:pt x="8455004" y="603848"/>
                  </a:lnTo>
                  <a:lnTo>
                    <a:pt x="8509497" y="576559"/>
                  </a:lnTo>
                  <a:lnTo>
                    <a:pt x="8563883" y="547616"/>
                  </a:lnTo>
                  <a:lnTo>
                    <a:pt x="8618303" y="517237"/>
                  </a:lnTo>
                  <a:lnTo>
                    <a:pt x="8672819" y="485702"/>
                  </a:lnTo>
                  <a:lnTo>
                    <a:pt x="8727438" y="453348"/>
                  </a:lnTo>
                  <a:lnTo>
                    <a:pt x="8782122" y="420548"/>
                  </a:lnTo>
                  <a:lnTo>
                    <a:pt x="8836814" y="387701"/>
                  </a:lnTo>
                  <a:lnTo>
                    <a:pt x="8891453" y="355205"/>
                  </a:lnTo>
                  <a:lnTo>
                    <a:pt x="8945995" y="323443"/>
                  </a:lnTo>
                  <a:lnTo>
                    <a:pt x="9000434" y="292761"/>
                  </a:lnTo>
                  <a:lnTo>
                    <a:pt x="9054819" y="263453"/>
                  </a:lnTo>
                  <a:lnTo>
                    <a:pt x="9109270" y="235754"/>
                  </a:lnTo>
                  <a:lnTo>
                    <a:pt x="9163993" y="209831"/>
                  </a:lnTo>
                  <a:lnTo>
                    <a:pt x="9219298" y="185787"/>
                  </a:lnTo>
                  <a:lnTo>
                    <a:pt x="9275618" y="163657"/>
                  </a:lnTo>
                  <a:lnTo>
                    <a:pt x="9333534" y="143424"/>
                  </a:lnTo>
                  <a:lnTo>
                    <a:pt x="9347647" y="138876"/>
                  </a:lnTo>
                  <a:lnTo>
                    <a:pt x="9399496" y="123434"/>
                  </a:lnTo>
                  <a:lnTo>
                    <a:pt x="9453791" y="109331"/>
                  </a:lnTo>
                  <a:lnTo>
                    <a:pt x="9511217" y="96520"/>
                  </a:lnTo>
                  <a:lnTo>
                    <a:pt x="9572523" y="84909"/>
                  </a:lnTo>
                  <a:lnTo>
                    <a:pt x="9638486" y="74388"/>
                  </a:lnTo>
                  <a:lnTo>
                    <a:pt x="9709867" y="64844"/>
                  </a:lnTo>
                  <a:lnTo>
                    <a:pt x="9787360" y="56170"/>
                  </a:lnTo>
                  <a:lnTo>
                    <a:pt x="9871526" y="48273"/>
                  </a:lnTo>
                  <a:lnTo>
                    <a:pt x="9962696" y="41075"/>
                  </a:lnTo>
                  <a:lnTo>
                    <a:pt x="10060859" y="34516"/>
                  </a:lnTo>
                  <a:lnTo>
                    <a:pt x="10165520" y="28556"/>
                  </a:lnTo>
                  <a:lnTo>
                    <a:pt x="10275553" y="23172"/>
                  </a:lnTo>
                  <a:lnTo>
                    <a:pt x="10389082" y="18357"/>
                  </a:lnTo>
                  <a:lnTo>
                    <a:pt x="10503418" y="14117"/>
                  </a:lnTo>
                  <a:lnTo>
                    <a:pt x="10615126" y="10466"/>
                  </a:lnTo>
                  <a:lnTo>
                    <a:pt x="10720264" y="7412"/>
                  </a:lnTo>
                  <a:lnTo>
                    <a:pt x="10814806" y="4954"/>
                  </a:lnTo>
                  <a:lnTo>
                    <a:pt x="10895193" y="3073"/>
                  </a:lnTo>
                  <a:lnTo>
                    <a:pt x="10958930" y="1724"/>
                  </a:lnTo>
                  <a:lnTo>
                    <a:pt x="11005055" y="836"/>
                  </a:lnTo>
                  <a:lnTo>
                    <a:pt x="11034380" y="321"/>
                  </a:lnTo>
                  <a:lnTo>
                    <a:pt x="11049476" y="79"/>
                  </a:lnTo>
                  <a:lnTo>
                    <a:pt x="11054487" y="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7" name="pl1456"/>
            <p:cNvSpPr/>
            <p:nvPr/>
          </p:nvSpPr>
          <p:spPr>
            <a:xfrm>
              <a:off x="1199187" y="1697800"/>
              <a:ext cx="12049831" cy="3427374"/>
            </a:xfrm>
            <a:custGeom>
              <a:avLst/>
              <a:pathLst>
                <a:path w="12049831" h="3427374">
                  <a:moveTo>
                    <a:pt x="12049831" y="0"/>
                  </a:moveTo>
                  <a:lnTo>
                    <a:pt x="11054891" y="0"/>
                  </a:lnTo>
                  <a:lnTo>
                    <a:pt x="11053760" y="15"/>
                  </a:lnTo>
                  <a:lnTo>
                    <a:pt x="11046296" y="128"/>
                  </a:lnTo>
                  <a:lnTo>
                    <a:pt x="11027379" y="440"/>
                  </a:lnTo>
                  <a:lnTo>
                    <a:pt x="10993305" y="1054"/>
                  </a:lnTo>
                  <a:lnTo>
                    <a:pt x="10942003" y="2069"/>
                  </a:lnTo>
                  <a:lnTo>
                    <a:pt x="10873193" y="3569"/>
                  </a:lnTo>
                  <a:lnTo>
                    <a:pt x="10788326" y="5616"/>
                  </a:lnTo>
                  <a:lnTo>
                    <a:pt x="10690266" y="8248"/>
                  </a:lnTo>
                  <a:lnTo>
                    <a:pt x="10582771" y="11478"/>
                  </a:lnTo>
                  <a:lnTo>
                    <a:pt x="10469898" y="15304"/>
                  </a:lnTo>
                  <a:lnTo>
                    <a:pt x="10355473" y="19713"/>
                  </a:lnTo>
                  <a:lnTo>
                    <a:pt x="10242730" y="24696"/>
                  </a:lnTo>
                  <a:lnTo>
                    <a:pt x="10134117" y="30248"/>
                  </a:lnTo>
                  <a:lnTo>
                    <a:pt x="10031282" y="36381"/>
                  </a:lnTo>
                  <a:lnTo>
                    <a:pt x="9935148" y="43123"/>
                  </a:lnTo>
                  <a:lnTo>
                    <a:pt x="9846055" y="50520"/>
                  </a:lnTo>
                  <a:lnTo>
                    <a:pt x="9763898" y="58636"/>
                  </a:lnTo>
                  <a:lnTo>
                    <a:pt x="9688268" y="67556"/>
                  </a:lnTo>
                  <a:lnTo>
                    <a:pt x="9618557" y="77376"/>
                  </a:lnTo>
                  <a:lnTo>
                    <a:pt x="9554044" y="88205"/>
                  </a:lnTo>
                  <a:lnTo>
                    <a:pt x="9493960" y="100158"/>
                  </a:lnTo>
                  <a:lnTo>
                    <a:pt x="9437530" y="113341"/>
                  </a:lnTo>
                  <a:lnTo>
                    <a:pt x="9384021" y="127836"/>
                  </a:lnTo>
                  <a:lnTo>
                    <a:pt x="9347647" y="138876"/>
                  </a:lnTo>
                  <a:lnTo>
                    <a:pt x="9289246" y="158666"/>
                  </a:lnTo>
                  <a:lnTo>
                    <a:pt x="9232604" y="180340"/>
                  </a:lnTo>
                  <a:lnTo>
                    <a:pt x="9177102" y="203930"/>
                  </a:lnTo>
                  <a:lnTo>
                    <a:pt x="9122273" y="229412"/>
                  </a:lnTo>
                  <a:lnTo>
                    <a:pt x="9067780" y="256700"/>
                  </a:lnTo>
                  <a:lnTo>
                    <a:pt x="9013393" y="285644"/>
                  </a:lnTo>
                  <a:lnTo>
                    <a:pt x="8958974" y="316023"/>
                  </a:lnTo>
                  <a:lnTo>
                    <a:pt x="8904457" y="347558"/>
                  </a:lnTo>
                  <a:lnTo>
                    <a:pt x="8849839" y="379912"/>
                  </a:lnTo>
                  <a:lnTo>
                    <a:pt x="8795154" y="412712"/>
                  </a:lnTo>
                  <a:lnTo>
                    <a:pt x="8740462" y="445559"/>
                  </a:lnTo>
                  <a:lnTo>
                    <a:pt x="8685824" y="478055"/>
                  </a:lnTo>
                  <a:lnTo>
                    <a:pt x="8631282" y="509817"/>
                  </a:lnTo>
                  <a:lnTo>
                    <a:pt x="8576842" y="540499"/>
                  </a:lnTo>
                  <a:lnTo>
                    <a:pt x="8522457" y="569807"/>
                  </a:lnTo>
                  <a:lnTo>
                    <a:pt x="8468007" y="597506"/>
                  </a:lnTo>
                  <a:lnTo>
                    <a:pt x="8413284" y="623428"/>
                  </a:lnTo>
                  <a:lnTo>
                    <a:pt x="8357979" y="647473"/>
                  </a:lnTo>
                  <a:lnTo>
                    <a:pt x="8301659" y="669603"/>
                  </a:lnTo>
                  <a:lnTo>
                    <a:pt x="8243743" y="689836"/>
                  </a:lnTo>
                  <a:lnTo>
                    <a:pt x="8229629" y="694384"/>
                  </a:lnTo>
                  <a:lnTo>
                    <a:pt x="8177781" y="709826"/>
                  </a:lnTo>
                  <a:lnTo>
                    <a:pt x="8123485" y="723929"/>
                  </a:lnTo>
                  <a:lnTo>
                    <a:pt x="8066059" y="736740"/>
                  </a:lnTo>
                  <a:lnTo>
                    <a:pt x="8004753" y="748351"/>
                  </a:lnTo>
                  <a:lnTo>
                    <a:pt x="7938791" y="758872"/>
                  </a:lnTo>
                  <a:lnTo>
                    <a:pt x="7867410" y="768416"/>
                  </a:lnTo>
                  <a:lnTo>
                    <a:pt x="7789916" y="777090"/>
                  </a:lnTo>
                  <a:lnTo>
                    <a:pt x="7705750" y="784987"/>
                  </a:lnTo>
                  <a:lnTo>
                    <a:pt x="7614580" y="792185"/>
                  </a:lnTo>
                  <a:lnTo>
                    <a:pt x="7516417" y="798744"/>
                  </a:lnTo>
                  <a:lnTo>
                    <a:pt x="7411757" y="804704"/>
                  </a:lnTo>
                  <a:lnTo>
                    <a:pt x="7301723" y="810088"/>
                  </a:lnTo>
                  <a:lnTo>
                    <a:pt x="7188194" y="814903"/>
                  </a:lnTo>
                  <a:lnTo>
                    <a:pt x="7073859" y="819142"/>
                  </a:lnTo>
                  <a:lnTo>
                    <a:pt x="6962151" y="822794"/>
                  </a:lnTo>
                  <a:lnTo>
                    <a:pt x="6857012" y="825848"/>
                  </a:lnTo>
                  <a:lnTo>
                    <a:pt x="6762471" y="828305"/>
                  </a:lnTo>
                  <a:lnTo>
                    <a:pt x="6682084" y="830187"/>
                  </a:lnTo>
                  <a:lnTo>
                    <a:pt x="6618346" y="831536"/>
                  </a:lnTo>
                  <a:lnTo>
                    <a:pt x="6572221" y="832424"/>
                  </a:lnTo>
                  <a:lnTo>
                    <a:pt x="6542897" y="832938"/>
                  </a:lnTo>
                  <a:lnTo>
                    <a:pt x="6527800" y="833181"/>
                  </a:lnTo>
                  <a:lnTo>
                    <a:pt x="6522789" y="833255"/>
                  </a:lnTo>
                  <a:lnTo>
                    <a:pt x="6522385" y="833260"/>
                  </a:lnTo>
                  <a:lnTo>
                    <a:pt x="5527445" y="833260"/>
                  </a:lnTo>
                  <a:lnTo>
                    <a:pt x="5526360" y="833308"/>
                  </a:lnTo>
                  <a:lnTo>
                    <a:pt x="5519189" y="833644"/>
                  </a:lnTo>
                  <a:lnTo>
                    <a:pt x="5500997" y="834574"/>
                  </a:lnTo>
                  <a:lnTo>
                    <a:pt x="5468177" y="836408"/>
                  </a:lnTo>
                  <a:lnTo>
                    <a:pt x="5418665" y="839439"/>
                  </a:lnTo>
                  <a:lnTo>
                    <a:pt x="5352083" y="843924"/>
                  </a:lnTo>
                  <a:lnTo>
                    <a:pt x="5269705" y="850052"/>
                  </a:lnTo>
                  <a:lnTo>
                    <a:pt x="5174179" y="857943"/>
                  </a:lnTo>
                  <a:lnTo>
                    <a:pt x="5069047" y="867645"/>
                  </a:lnTo>
                  <a:lnTo>
                    <a:pt x="4958197" y="879154"/>
                  </a:lnTo>
                  <a:lnTo>
                    <a:pt x="4845355" y="892435"/>
                  </a:lnTo>
                  <a:lnTo>
                    <a:pt x="4733718" y="907455"/>
                  </a:lnTo>
                  <a:lnTo>
                    <a:pt x="4625762" y="924200"/>
                  </a:lnTo>
                  <a:lnTo>
                    <a:pt x="4523194" y="942693"/>
                  </a:lnTo>
                  <a:lnTo>
                    <a:pt x="4427021" y="963008"/>
                  </a:lnTo>
                  <a:lnTo>
                    <a:pt x="4337668" y="985272"/>
                  </a:lnTo>
                  <a:lnTo>
                    <a:pt x="4255115" y="1009669"/>
                  </a:lnTo>
                  <a:lnTo>
                    <a:pt x="4179024" y="1036432"/>
                  </a:lnTo>
                  <a:lnTo>
                    <a:pt x="4108850" y="1065846"/>
                  </a:lnTo>
                  <a:lnTo>
                    <a:pt x="4043922" y="1098227"/>
                  </a:lnTo>
                  <a:lnTo>
                    <a:pt x="3983511" y="1133915"/>
                  </a:lnTo>
                  <a:lnTo>
                    <a:pt x="3926869" y="1173239"/>
                  </a:lnTo>
                  <a:lnTo>
                    <a:pt x="3873279" y="1216472"/>
                  </a:lnTo>
                  <a:lnTo>
                    <a:pt x="3822083" y="1263761"/>
                  </a:lnTo>
                  <a:lnTo>
                    <a:pt x="3820202" y="1265613"/>
                  </a:lnTo>
                  <a:lnTo>
                    <a:pt x="3774553" y="1313084"/>
                  </a:lnTo>
                  <a:lnTo>
                    <a:pt x="3730065" y="1364088"/>
                  </a:lnTo>
                  <a:lnTo>
                    <a:pt x="3686419" y="1418696"/>
                  </a:lnTo>
                  <a:lnTo>
                    <a:pt x="3643356" y="1476921"/>
                  </a:lnTo>
                  <a:lnTo>
                    <a:pt x="3600671" y="1538708"/>
                  </a:lnTo>
                  <a:lnTo>
                    <a:pt x="3558207" y="1603932"/>
                  </a:lnTo>
                  <a:lnTo>
                    <a:pt x="3515844" y="1672392"/>
                  </a:lnTo>
                  <a:lnTo>
                    <a:pt x="3473500" y="1743808"/>
                  </a:lnTo>
                  <a:lnTo>
                    <a:pt x="3431122" y="1817828"/>
                  </a:lnTo>
                  <a:lnTo>
                    <a:pt x="3388684" y="1894026"/>
                  </a:lnTo>
                  <a:lnTo>
                    <a:pt x="3346181" y="1971917"/>
                  </a:lnTo>
                  <a:lnTo>
                    <a:pt x="3303626" y="2050965"/>
                  </a:lnTo>
                  <a:lnTo>
                    <a:pt x="3261042" y="2130600"/>
                  </a:lnTo>
                  <a:lnTo>
                    <a:pt x="3218458" y="2210232"/>
                  </a:lnTo>
                  <a:lnTo>
                    <a:pt x="3175903" y="2289274"/>
                  </a:lnTo>
                  <a:lnTo>
                    <a:pt x="3133401" y="2367155"/>
                  </a:lnTo>
                  <a:lnTo>
                    <a:pt x="3090963" y="2443339"/>
                  </a:lnTo>
                  <a:lnTo>
                    <a:pt x="3048585" y="2517342"/>
                  </a:lnTo>
                  <a:lnTo>
                    <a:pt x="3006241" y="2588739"/>
                  </a:lnTo>
                  <a:lnTo>
                    <a:pt x="2963878" y="2657176"/>
                  </a:lnTo>
                  <a:lnTo>
                    <a:pt x="2921412" y="2722377"/>
                  </a:lnTo>
                  <a:lnTo>
                    <a:pt x="2878726" y="2784139"/>
                  </a:lnTo>
                  <a:lnTo>
                    <a:pt x="2835659" y="2842338"/>
                  </a:lnTo>
                  <a:lnTo>
                    <a:pt x="2792008" y="2896921"/>
                  </a:lnTo>
                  <a:lnTo>
                    <a:pt x="2747513" y="2947899"/>
                  </a:lnTo>
                  <a:lnTo>
                    <a:pt x="2702183" y="2995022"/>
                  </a:lnTo>
                  <a:lnTo>
                    <a:pt x="2651066" y="3042463"/>
                  </a:lnTo>
                  <a:lnTo>
                    <a:pt x="2597576" y="3085846"/>
                  </a:lnTo>
                  <a:lnTo>
                    <a:pt x="2541062" y="3125312"/>
                  </a:lnTo>
                  <a:lnTo>
                    <a:pt x="2480805" y="3161131"/>
                  </a:lnTo>
                  <a:lnTo>
                    <a:pt x="2416060" y="3193630"/>
                  </a:lnTo>
                  <a:lnTo>
                    <a:pt x="2346096" y="3223149"/>
                  </a:lnTo>
                  <a:lnTo>
                    <a:pt x="2270237" y="3250007"/>
                  </a:lnTo>
                  <a:lnTo>
                    <a:pt x="2187934" y="3274487"/>
                  </a:lnTo>
                  <a:lnTo>
                    <a:pt x="2098838" y="3296828"/>
                  </a:lnTo>
                  <a:lnTo>
                    <a:pt x="2002917" y="3317214"/>
                  </a:lnTo>
                  <a:lnTo>
                    <a:pt x="1900575" y="3335773"/>
                  </a:lnTo>
                  <a:lnTo>
                    <a:pt x="1792795" y="3352582"/>
                  </a:lnTo>
                  <a:lnTo>
                    <a:pt x="1681256" y="3367667"/>
                  </a:lnTo>
                  <a:lnTo>
                    <a:pt x="1568406" y="3381015"/>
                  </a:lnTo>
                  <a:lnTo>
                    <a:pt x="1457416" y="3392590"/>
                  </a:lnTo>
                  <a:lnTo>
                    <a:pt x="1351999" y="3402360"/>
                  </a:lnTo>
                  <a:lnTo>
                    <a:pt x="1256045" y="3410319"/>
                  </a:lnTo>
                  <a:lnTo>
                    <a:pt x="1173119" y="3416512"/>
                  </a:lnTo>
                  <a:lnTo>
                    <a:pt x="1105912" y="3421055"/>
                  </a:lnTo>
                  <a:lnTo>
                    <a:pt x="1055756" y="3424136"/>
                  </a:lnTo>
                  <a:lnTo>
                    <a:pt x="1022337" y="3426010"/>
                  </a:lnTo>
                  <a:lnTo>
                    <a:pt x="1003652" y="3426968"/>
                  </a:lnTo>
                  <a:lnTo>
                    <a:pt x="996150" y="3427321"/>
                  </a:lnTo>
                  <a:lnTo>
                    <a:pt x="994940" y="3427374"/>
                  </a:lnTo>
                  <a:lnTo>
                    <a:pt x="994940" y="3427374"/>
                  </a:lnTo>
                  <a:lnTo>
                    <a:pt x="0" y="3427374"/>
                  </a:lnTo>
                  <a:lnTo>
                    <a:pt x="0" y="34273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8" name="pg1457"/>
            <p:cNvSpPr/>
            <p:nvPr/>
          </p:nvSpPr>
          <p:spPr>
            <a:xfrm>
              <a:off x="1199187" y="2782612"/>
              <a:ext cx="12049831" cy="3668443"/>
            </a:xfrm>
            <a:custGeom>
              <a:avLst/>
              <a:pathLst>
                <a:path w="12049831" h="3668443">
                  <a:moveTo>
                    <a:pt x="0" y="2358285"/>
                  </a:moveTo>
                  <a:lnTo>
                    <a:pt x="994940" y="2358285"/>
                  </a:lnTo>
                  <a:lnTo>
                    <a:pt x="996034" y="2358242"/>
                  </a:lnTo>
                  <a:lnTo>
                    <a:pt x="1003261" y="2357934"/>
                  </a:lnTo>
                  <a:lnTo>
                    <a:pt x="1021595" y="2357086"/>
                  </a:lnTo>
                  <a:lnTo>
                    <a:pt x="1054658" y="2355412"/>
                  </a:lnTo>
                  <a:lnTo>
                    <a:pt x="1104519" y="2352646"/>
                  </a:lnTo>
                  <a:lnTo>
                    <a:pt x="1171536" y="2348555"/>
                  </a:lnTo>
                  <a:lnTo>
                    <a:pt x="1254401" y="2342966"/>
                  </a:lnTo>
                  <a:lnTo>
                    <a:pt x="1350425" y="2335771"/>
                  </a:lnTo>
                  <a:lnTo>
                    <a:pt x="1456023" y="2326927"/>
                  </a:lnTo>
                  <a:lnTo>
                    <a:pt x="1567274" y="2316440"/>
                  </a:lnTo>
                  <a:lnTo>
                    <a:pt x="1680432" y="2304341"/>
                  </a:lnTo>
                  <a:lnTo>
                    <a:pt x="1792292" y="2290660"/>
                  </a:lnTo>
                  <a:lnTo>
                    <a:pt x="1900383" y="2275411"/>
                  </a:lnTo>
                  <a:lnTo>
                    <a:pt x="2003008" y="2258568"/>
                  </a:lnTo>
                  <a:lnTo>
                    <a:pt x="2099177" y="2240063"/>
                  </a:lnTo>
                  <a:lnTo>
                    <a:pt x="2188482" y="2219779"/>
                  </a:lnTo>
                  <a:lnTo>
                    <a:pt x="2270960" y="2197546"/>
                  </a:lnTo>
                  <a:lnTo>
                    <a:pt x="2346961" y="2173147"/>
                  </a:lnTo>
                  <a:lnTo>
                    <a:pt x="2417044" y="2146324"/>
                  </a:lnTo>
                  <a:lnTo>
                    <a:pt x="2481888" y="2116784"/>
                  </a:lnTo>
                  <a:lnTo>
                    <a:pt x="2542234" y="2084218"/>
                  </a:lnTo>
                  <a:lnTo>
                    <a:pt x="2598831" y="2048327"/>
                  </a:lnTo>
                  <a:lnTo>
                    <a:pt x="2652402" y="2008867"/>
                  </a:lnTo>
                  <a:lnTo>
                    <a:pt x="2702183" y="1966984"/>
                  </a:lnTo>
                  <a:lnTo>
                    <a:pt x="2749394" y="1922472"/>
                  </a:lnTo>
                  <a:lnTo>
                    <a:pt x="2795373" y="1874534"/>
                  </a:lnTo>
                  <a:lnTo>
                    <a:pt x="2840473" y="1823102"/>
                  </a:lnTo>
                  <a:lnTo>
                    <a:pt x="2884974" y="1768167"/>
                  </a:lnTo>
                  <a:lnTo>
                    <a:pt x="2929095" y="1709794"/>
                  </a:lnTo>
                  <a:lnTo>
                    <a:pt x="2973005" y="1648120"/>
                  </a:lnTo>
                  <a:lnTo>
                    <a:pt x="3016828" y="1583361"/>
                  </a:lnTo>
                  <a:lnTo>
                    <a:pt x="3060647" y="1515814"/>
                  </a:lnTo>
                  <a:lnTo>
                    <a:pt x="3104512" y="1445852"/>
                  </a:lnTo>
                  <a:lnTo>
                    <a:pt x="3148446" y="1373921"/>
                  </a:lnTo>
                  <a:lnTo>
                    <a:pt x="3192445" y="1300526"/>
                  </a:lnTo>
                  <a:lnTo>
                    <a:pt x="3236493" y="1226218"/>
                  </a:lnTo>
                  <a:lnTo>
                    <a:pt x="3280558" y="1151577"/>
                  </a:lnTo>
                  <a:lnTo>
                    <a:pt x="3324610" y="1077197"/>
                  </a:lnTo>
                  <a:lnTo>
                    <a:pt x="3368616" y="1003661"/>
                  </a:lnTo>
                  <a:lnTo>
                    <a:pt x="3412558" y="931525"/>
                  </a:lnTo>
                  <a:lnTo>
                    <a:pt x="3456432" y="861301"/>
                  </a:lnTo>
                  <a:lnTo>
                    <a:pt x="3500254" y="793440"/>
                  </a:lnTo>
                  <a:lnTo>
                    <a:pt x="3544073" y="728326"/>
                  </a:lnTo>
                  <a:lnTo>
                    <a:pt x="3587967" y="666265"/>
                  </a:lnTo>
                  <a:lnTo>
                    <a:pt x="3632054" y="607483"/>
                  </a:lnTo>
                  <a:lnTo>
                    <a:pt x="3676498" y="552128"/>
                  </a:lnTo>
                  <a:lnTo>
                    <a:pt x="3721512" y="500270"/>
                  </a:lnTo>
                  <a:lnTo>
                    <a:pt x="3767368" y="451912"/>
                  </a:lnTo>
                  <a:lnTo>
                    <a:pt x="3814408" y="406991"/>
                  </a:lnTo>
                  <a:lnTo>
                    <a:pt x="3820202" y="401781"/>
                  </a:lnTo>
                  <a:lnTo>
                    <a:pt x="3871463" y="358733"/>
                  </a:lnTo>
                  <a:lnTo>
                    <a:pt x="3925110" y="319376"/>
                  </a:lnTo>
                  <a:lnTo>
                    <a:pt x="3981803" y="283582"/>
                  </a:lnTo>
                  <a:lnTo>
                    <a:pt x="4042265" y="251106"/>
                  </a:lnTo>
                  <a:lnTo>
                    <a:pt x="4107248" y="221647"/>
                  </a:lnTo>
                  <a:lnTo>
                    <a:pt x="4177489" y="194896"/>
                  </a:lnTo>
                  <a:lnTo>
                    <a:pt x="4253666" y="170562"/>
                  </a:lnTo>
                  <a:lnTo>
                    <a:pt x="4336333" y="148387"/>
                  </a:lnTo>
                  <a:lnTo>
                    <a:pt x="4425834" y="128155"/>
                  </a:lnTo>
                  <a:lnTo>
                    <a:pt x="4522194" y="109699"/>
                  </a:lnTo>
                  <a:lnTo>
                    <a:pt x="4624990" y="92902"/>
                  </a:lnTo>
                  <a:lnTo>
                    <a:pt x="4733215" y="77697"/>
                  </a:lnTo>
                  <a:lnTo>
                    <a:pt x="4845149" y="64061"/>
                  </a:lnTo>
                  <a:lnTo>
                    <a:pt x="4958300" y="52006"/>
                  </a:lnTo>
                  <a:lnTo>
                    <a:pt x="5069444" y="41566"/>
                  </a:lnTo>
                  <a:lnTo>
                    <a:pt x="5174825" y="32769"/>
                  </a:lnTo>
                  <a:lnTo>
                    <a:pt x="5270523" y="25620"/>
                  </a:lnTo>
                  <a:lnTo>
                    <a:pt x="5352971" y="20075"/>
                  </a:lnTo>
                  <a:lnTo>
                    <a:pt x="5419514" y="16024"/>
                  </a:lnTo>
                  <a:lnTo>
                    <a:pt x="5468887" y="13292"/>
                  </a:lnTo>
                  <a:lnTo>
                    <a:pt x="5501497" y="11646"/>
                  </a:lnTo>
                  <a:lnTo>
                    <a:pt x="5519460" y="10816"/>
                  </a:lnTo>
                  <a:lnTo>
                    <a:pt x="5526440" y="10520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426" y="10545"/>
                  </a:lnTo>
                  <a:lnTo>
                    <a:pt x="6530302" y="10999"/>
                  </a:lnTo>
                  <a:lnTo>
                    <a:pt x="6547769" y="12254"/>
                  </a:lnTo>
                  <a:lnTo>
                    <a:pt x="6579328" y="14729"/>
                  </a:lnTo>
                  <a:lnTo>
                    <a:pt x="6627037" y="18823"/>
                  </a:lnTo>
                  <a:lnTo>
                    <a:pt x="6691360" y="24884"/>
                  </a:lnTo>
                  <a:lnTo>
                    <a:pt x="6771197" y="33180"/>
                  </a:lnTo>
                  <a:lnTo>
                    <a:pt x="6864117" y="43878"/>
                  </a:lnTo>
                  <a:lnTo>
                    <a:pt x="6966791" y="57055"/>
                  </a:lnTo>
                  <a:lnTo>
                    <a:pt x="7075509" y="72709"/>
                  </a:lnTo>
                  <a:lnTo>
                    <a:pt x="7186656" y="90801"/>
                  </a:lnTo>
                  <a:lnTo>
                    <a:pt x="7297077" y="111280"/>
                  </a:lnTo>
                  <a:lnTo>
                    <a:pt x="7404282" y="134121"/>
                  </a:lnTo>
                  <a:lnTo>
                    <a:pt x="7506505" y="159346"/>
                  </a:lnTo>
                  <a:lnTo>
                    <a:pt x="7602661" y="187042"/>
                  </a:lnTo>
                  <a:lnTo>
                    <a:pt x="7692239" y="217363"/>
                  </a:lnTo>
                  <a:lnTo>
                    <a:pt x="7775175" y="250541"/>
                  </a:lnTo>
                  <a:lnTo>
                    <a:pt x="7851729" y="286877"/>
                  </a:lnTo>
                  <a:lnTo>
                    <a:pt x="7922383" y="326737"/>
                  </a:lnTo>
                  <a:lnTo>
                    <a:pt x="7987755" y="370540"/>
                  </a:lnTo>
                  <a:lnTo>
                    <a:pt x="8048532" y="418738"/>
                  </a:lnTo>
                  <a:lnTo>
                    <a:pt x="8105429" y="471786"/>
                  </a:lnTo>
                  <a:lnTo>
                    <a:pt x="8159146" y="530084"/>
                  </a:lnTo>
                  <a:lnTo>
                    <a:pt x="8210336" y="593899"/>
                  </a:lnTo>
                  <a:lnTo>
                    <a:pt x="8229629" y="620141"/>
                  </a:lnTo>
                  <a:lnTo>
                    <a:pt x="8269694" y="678522"/>
                  </a:lnTo>
                  <a:lnTo>
                    <a:pt x="8308835" y="740714"/>
                  </a:lnTo>
                  <a:lnTo>
                    <a:pt x="8347275" y="806796"/>
                  </a:lnTo>
                  <a:lnTo>
                    <a:pt x="8385199" y="876796"/>
                  </a:lnTo>
                  <a:lnTo>
                    <a:pt x="8422761" y="950693"/>
                  </a:lnTo>
                  <a:lnTo>
                    <a:pt x="8460083" y="1028405"/>
                  </a:lnTo>
                  <a:lnTo>
                    <a:pt x="8497262" y="1109790"/>
                  </a:lnTo>
                  <a:lnTo>
                    <a:pt x="8534374" y="1194644"/>
                  </a:lnTo>
                  <a:lnTo>
                    <a:pt x="8571473" y="1282698"/>
                  </a:lnTo>
                  <a:lnTo>
                    <a:pt x="8608595" y="1373618"/>
                  </a:lnTo>
                  <a:lnTo>
                    <a:pt x="8645759" y="1467014"/>
                  </a:lnTo>
                  <a:lnTo>
                    <a:pt x="8682974" y="1562441"/>
                  </a:lnTo>
                  <a:lnTo>
                    <a:pt x="8720236" y="1659409"/>
                  </a:lnTo>
                  <a:lnTo>
                    <a:pt x="8757531" y="1757393"/>
                  </a:lnTo>
                  <a:lnTo>
                    <a:pt x="8794844" y="1855843"/>
                  </a:lnTo>
                  <a:lnTo>
                    <a:pt x="8832152" y="1954200"/>
                  </a:lnTo>
                  <a:lnTo>
                    <a:pt x="8869438" y="2051906"/>
                  </a:lnTo>
                  <a:lnTo>
                    <a:pt x="8906685" y="2148419"/>
                  </a:lnTo>
                  <a:lnTo>
                    <a:pt x="8943884" y="2243222"/>
                  </a:lnTo>
                  <a:lnTo>
                    <a:pt x="8981033" y="2335842"/>
                  </a:lnTo>
                  <a:lnTo>
                    <a:pt x="9018144" y="2425849"/>
                  </a:lnTo>
                  <a:lnTo>
                    <a:pt x="9055242" y="2512872"/>
                  </a:lnTo>
                  <a:lnTo>
                    <a:pt x="9092369" y="2596599"/>
                  </a:lnTo>
                  <a:lnTo>
                    <a:pt x="9129587" y="2676783"/>
                  </a:lnTo>
                  <a:lnTo>
                    <a:pt x="9166976" y="2753238"/>
                  </a:lnTo>
                  <a:lnTo>
                    <a:pt x="9204644" y="2825845"/>
                  </a:lnTo>
                  <a:lnTo>
                    <a:pt x="9242721" y="2894542"/>
                  </a:lnTo>
                  <a:lnTo>
                    <a:pt x="9281372" y="2959324"/>
                  </a:lnTo>
                  <a:lnTo>
                    <a:pt x="9320793" y="3020238"/>
                  </a:lnTo>
                  <a:lnTo>
                    <a:pt x="9347647" y="3058783"/>
                  </a:lnTo>
                  <a:lnTo>
                    <a:pt x="9398016" y="3124759"/>
                  </a:lnTo>
                  <a:lnTo>
                    <a:pt x="9450679" y="3185176"/>
                  </a:lnTo>
                  <a:lnTo>
                    <a:pt x="9506262" y="3240217"/>
                  </a:lnTo>
                  <a:lnTo>
                    <a:pt x="9565450" y="3290243"/>
                  </a:lnTo>
                  <a:lnTo>
                    <a:pt x="9628956" y="3335696"/>
                  </a:lnTo>
                  <a:lnTo>
                    <a:pt x="9697483" y="3377032"/>
                  </a:lnTo>
                  <a:lnTo>
                    <a:pt x="9771684" y="3414687"/>
                  </a:lnTo>
                  <a:lnTo>
                    <a:pt x="9852100" y="3449050"/>
                  </a:lnTo>
                  <a:lnTo>
                    <a:pt x="9939089" y="3480448"/>
                  </a:lnTo>
                  <a:lnTo>
                    <a:pt x="10032728" y="3509139"/>
                  </a:lnTo>
                  <a:lnTo>
                    <a:pt x="10132694" y="3535308"/>
                  </a:lnTo>
                  <a:lnTo>
                    <a:pt x="10238137" y="3559068"/>
                  </a:lnTo>
                  <a:lnTo>
                    <a:pt x="10347567" y="3580464"/>
                  </a:lnTo>
                  <a:lnTo>
                    <a:pt x="10458773" y="3599486"/>
                  </a:lnTo>
                  <a:lnTo>
                    <a:pt x="10568843" y="3616092"/>
                  </a:lnTo>
                  <a:lnTo>
                    <a:pt x="10674306" y="3630232"/>
                  </a:lnTo>
                  <a:lnTo>
                    <a:pt x="10771436" y="3641888"/>
                  </a:lnTo>
                  <a:lnTo>
                    <a:pt x="10856694" y="3651100"/>
                  </a:lnTo>
                  <a:lnTo>
                    <a:pt x="10927244" y="3658001"/>
                  </a:lnTo>
                  <a:lnTo>
                    <a:pt x="10981428" y="3662821"/>
                  </a:lnTo>
                  <a:lnTo>
                    <a:pt x="11019090" y="3665878"/>
                  </a:lnTo>
                  <a:lnTo>
                    <a:pt x="11041680" y="3667557"/>
                  </a:lnTo>
                  <a:lnTo>
                    <a:pt x="11052164" y="3668272"/>
                  </a:lnTo>
                  <a:lnTo>
                    <a:pt x="11054891" y="3668443"/>
                  </a:lnTo>
                  <a:lnTo>
                    <a:pt x="12049831" y="3668443"/>
                  </a:lnTo>
                  <a:lnTo>
                    <a:pt x="12049831" y="3657962"/>
                  </a:lnTo>
                  <a:lnTo>
                    <a:pt x="11054891" y="3657962"/>
                  </a:lnTo>
                  <a:lnTo>
                    <a:pt x="11053851" y="3657898"/>
                  </a:lnTo>
                  <a:lnTo>
                    <a:pt x="11046974" y="3657444"/>
                  </a:lnTo>
                  <a:lnTo>
                    <a:pt x="11029507" y="3656189"/>
                  </a:lnTo>
                  <a:lnTo>
                    <a:pt x="10997948" y="3653714"/>
                  </a:lnTo>
                  <a:lnTo>
                    <a:pt x="10950240" y="3649620"/>
                  </a:lnTo>
                  <a:lnTo>
                    <a:pt x="10885916" y="3643559"/>
                  </a:lnTo>
                  <a:lnTo>
                    <a:pt x="10806080" y="3635263"/>
                  </a:lnTo>
                  <a:lnTo>
                    <a:pt x="10713160" y="3624565"/>
                  </a:lnTo>
                  <a:lnTo>
                    <a:pt x="10610485" y="3611388"/>
                  </a:lnTo>
                  <a:lnTo>
                    <a:pt x="10501767" y="3595733"/>
                  </a:lnTo>
                  <a:lnTo>
                    <a:pt x="10390620" y="3577642"/>
                  </a:lnTo>
                  <a:lnTo>
                    <a:pt x="10280200" y="3557163"/>
                  </a:lnTo>
                  <a:lnTo>
                    <a:pt x="10172995" y="3534322"/>
                  </a:lnTo>
                  <a:lnTo>
                    <a:pt x="10070771" y="3509096"/>
                  </a:lnTo>
                  <a:lnTo>
                    <a:pt x="9974615" y="3481401"/>
                  </a:lnTo>
                  <a:lnTo>
                    <a:pt x="9885037" y="3451079"/>
                  </a:lnTo>
                  <a:lnTo>
                    <a:pt x="9802102" y="3417901"/>
                  </a:lnTo>
                  <a:lnTo>
                    <a:pt x="9725547" y="3381566"/>
                  </a:lnTo>
                  <a:lnTo>
                    <a:pt x="9654893" y="3341706"/>
                  </a:lnTo>
                  <a:lnTo>
                    <a:pt x="9589522" y="3297903"/>
                  </a:lnTo>
                  <a:lnTo>
                    <a:pt x="9528745" y="3249705"/>
                  </a:lnTo>
                  <a:lnTo>
                    <a:pt x="9471848" y="3196657"/>
                  </a:lnTo>
                  <a:lnTo>
                    <a:pt x="9418131" y="3138359"/>
                  </a:lnTo>
                  <a:lnTo>
                    <a:pt x="9366941" y="3074544"/>
                  </a:lnTo>
                  <a:lnTo>
                    <a:pt x="9347647" y="3048302"/>
                  </a:lnTo>
                  <a:lnTo>
                    <a:pt x="9307582" y="2989921"/>
                  </a:lnTo>
                  <a:lnTo>
                    <a:pt x="9268442" y="2927728"/>
                  </a:lnTo>
                  <a:lnTo>
                    <a:pt x="9230002" y="2861647"/>
                  </a:lnTo>
                  <a:lnTo>
                    <a:pt x="9192077" y="2791647"/>
                  </a:lnTo>
                  <a:lnTo>
                    <a:pt x="9154516" y="2717750"/>
                  </a:lnTo>
                  <a:lnTo>
                    <a:pt x="9117194" y="2640038"/>
                  </a:lnTo>
                  <a:lnTo>
                    <a:pt x="9080014" y="2558653"/>
                  </a:lnTo>
                  <a:lnTo>
                    <a:pt x="9042902" y="2473799"/>
                  </a:lnTo>
                  <a:lnTo>
                    <a:pt x="9005804" y="2385745"/>
                  </a:lnTo>
                  <a:lnTo>
                    <a:pt x="8968682" y="2294825"/>
                  </a:lnTo>
                  <a:lnTo>
                    <a:pt x="8931517" y="2201429"/>
                  </a:lnTo>
                  <a:lnTo>
                    <a:pt x="8894302" y="2106002"/>
                  </a:lnTo>
                  <a:lnTo>
                    <a:pt x="8857041" y="2009034"/>
                  </a:lnTo>
                  <a:lnTo>
                    <a:pt x="8819745" y="1911050"/>
                  </a:lnTo>
                  <a:lnTo>
                    <a:pt x="8782433" y="1812600"/>
                  </a:lnTo>
                  <a:lnTo>
                    <a:pt x="8745124" y="1714243"/>
                  </a:lnTo>
                  <a:lnTo>
                    <a:pt x="8707838" y="1616537"/>
                  </a:lnTo>
                  <a:lnTo>
                    <a:pt x="8670591" y="1520024"/>
                  </a:lnTo>
                  <a:lnTo>
                    <a:pt x="8633393" y="1425220"/>
                  </a:lnTo>
                  <a:lnTo>
                    <a:pt x="8596244" y="1332601"/>
                  </a:lnTo>
                  <a:lnTo>
                    <a:pt x="8559133" y="1242594"/>
                  </a:lnTo>
                  <a:lnTo>
                    <a:pt x="8522035" y="1155571"/>
                  </a:lnTo>
                  <a:lnTo>
                    <a:pt x="8484907" y="1071843"/>
                  </a:lnTo>
                  <a:lnTo>
                    <a:pt x="8447690" y="991660"/>
                  </a:lnTo>
                  <a:lnTo>
                    <a:pt x="8410300" y="915205"/>
                  </a:lnTo>
                  <a:lnTo>
                    <a:pt x="8372633" y="842598"/>
                  </a:lnTo>
                  <a:lnTo>
                    <a:pt x="8334555" y="773901"/>
                  </a:lnTo>
                  <a:lnTo>
                    <a:pt x="8295905" y="709119"/>
                  </a:lnTo>
                  <a:lnTo>
                    <a:pt x="8256484" y="648205"/>
                  </a:lnTo>
                  <a:lnTo>
                    <a:pt x="8229629" y="609660"/>
                  </a:lnTo>
                  <a:lnTo>
                    <a:pt x="8179261" y="543684"/>
                  </a:lnTo>
                  <a:lnTo>
                    <a:pt x="8126597" y="483267"/>
                  </a:lnTo>
                  <a:lnTo>
                    <a:pt x="8071014" y="428226"/>
                  </a:lnTo>
                  <a:lnTo>
                    <a:pt x="8011826" y="378200"/>
                  </a:lnTo>
                  <a:lnTo>
                    <a:pt x="7948321" y="332747"/>
                  </a:lnTo>
                  <a:lnTo>
                    <a:pt x="7879793" y="291411"/>
                  </a:lnTo>
                  <a:lnTo>
                    <a:pt x="7805593" y="253755"/>
                  </a:lnTo>
                  <a:lnTo>
                    <a:pt x="7725176" y="219392"/>
                  </a:lnTo>
                  <a:lnTo>
                    <a:pt x="7638187" y="187995"/>
                  </a:lnTo>
                  <a:lnTo>
                    <a:pt x="7544548" y="159304"/>
                  </a:lnTo>
                  <a:lnTo>
                    <a:pt x="7444583" y="133134"/>
                  </a:lnTo>
                  <a:lnTo>
                    <a:pt x="7339139" y="109375"/>
                  </a:lnTo>
                  <a:lnTo>
                    <a:pt x="7229709" y="87979"/>
                  </a:lnTo>
                  <a:lnTo>
                    <a:pt x="7118503" y="68957"/>
                  </a:lnTo>
                  <a:lnTo>
                    <a:pt x="7008433" y="52351"/>
                  </a:lnTo>
                  <a:lnTo>
                    <a:pt x="6902970" y="38210"/>
                  </a:lnTo>
                  <a:lnTo>
                    <a:pt x="6805841" y="26555"/>
                  </a:lnTo>
                  <a:lnTo>
                    <a:pt x="6720583" y="17343"/>
                  </a:lnTo>
                  <a:lnTo>
                    <a:pt x="6650033" y="10441"/>
                  </a:lnTo>
                  <a:lnTo>
                    <a:pt x="6595848" y="5622"/>
                  </a:lnTo>
                  <a:lnTo>
                    <a:pt x="6558186" y="2565"/>
                  </a:lnTo>
                  <a:lnTo>
                    <a:pt x="6535596" y="886"/>
                  </a:lnTo>
                  <a:lnTo>
                    <a:pt x="6525112" y="17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1" y="43"/>
                  </a:lnTo>
                  <a:lnTo>
                    <a:pt x="5519124" y="350"/>
                  </a:lnTo>
                  <a:lnTo>
                    <a:pt x="5500790" y="1199"/>
                  </a:lnTo>
                  <a:lnTo>
                    <a:pt x="5467727" y="2872"/>
                  </a:lnTo>
                  <a:lnTo>
                    <a:pt x="5417866" y="5638"/>
                  </a:lnTo>
                  <a:lnTo>
                    <a:pt x="5350849" y="9729"/>
                  </a:lnTo>
                  <a:lnTo>
                    <a:pt x="5267984" y="15319"/>
                  </a:lnTo>
                  <a:lnTo>
                    <a:pt x="5171960" y="22514"/>
                  </a:lnTo>
                  <a:lnTo>
                    <a:pt x="5066362" y="31357"/>
                  </a:lnTo>
                  <a:lnTo>
                    <a:pt x="4955111" y="41844"/>
                  </a:lnTo>
                  <a:lnTo>
                    <a:pt x="4841953" y="53943"/>
                  </a:lnTo>
                  <a:lnTo>
                    <a:pt x="4730093" y="67624"/>
                  </a:lnTo>
                  <a:lnTo>
                    <a:pt x="4622002" y="82874"/>
                  </a:lnTo>
                  <a:lnTo>
                    <a:pt x="4519377" y="99717"/>
                  </a:lnTo>
                  <a:lnTo>
                    <a:pt x="4423208" y="118221"/>
                  </a:lnTo>
                  <a:lnTo>
                    <a:pt x="4333903" y="138505"/>
                  </a:lnTo>
                  <a:lnTo>
                    <a:pt x="4251425" y="160738"/>
                  </a:lnTo>
                  <a:lnTo>
                    <a:pt x="4175424" y="185137"/>
                  </a:lnTo>
                  <a:lnTo>
                    <a:pt x="4105341" y="211960"/>
                  </a:lnTo>
                  <a:lnTo>
                    <a:pt x="4040497" y="241500"/>
                  </a:lnTo>
                  <a:lnTo>
                    <a:pt x="3980151" y="274066"/>
                  </a:lnTo>
                  <a:lnTo>
                    <a:pt x="3923554" y="309957"/>
                  </a:lnTo>
                  <a:lnTo>
                    <a:pt x="3869983" y="349418"/>
                  </a:lnTo>
                  <a:lnTo>
                    <a:pt x="3820202" y="391300"/>
                  </a:lnTo>
                  <a:lnTo>
                    <a:pt x="3772991" y="435812"/>
                  </a:lnTo>
                  <a:lnTo>
                    <a:pt x="3727012" y="483750"/>
                  </a:lnTo>
                  <a:lnTo>
                    <a:pt x="3681912" y="535183"/>
                  </a:lnTo>
                  <a:lnTo>
                    <a:pt x="3637411" y="590117"/>
                  </a:lnTo>
                  <a:lnTo>
                    <a:pt x="3593290" y="648490"/>
                  </a:lnTo>
                  <a:lnTo>
                    <a:pt x="3549380" y="710165"/>
                  </a:lnTo>
                  <a:lnTo>
                    <a:pt x="3505557" y="774924"/>
                  </a:lnTo>
                  <a:lnTo>
                    <a:pt x="3461738" y="842471"/>
                  </a:lnTo>
                  <a:lnTo>
                    <a:pt x="3417873" y="912432"/>
                  </a:lnTo>
                  <a:lnTo>
                    <a:pt x="3373939" y="984363"/>
                  </a:lnTo>
                  <a:lnTo>
                    <a:pt x="3329940" y="1057758"/>
                  </a:lnTo>
                  <a:lnTo>
                    <a:pt x="3285892" y="1132067"/>
                  </a:lnTo>
                  <a:lnTo>
                    <a:pt x="3241827" y="1206707"/>
                  </a:lnTo>
                  <a:lnTo>
                    <a:pt x="3197775" y="1281087"/>
                  </a:lnTo>
                  <a:lnTo>
                    <a:pt x="3153769" y="1354623"/>
                  </a:lnTo>
                  <a:lnTo>
                    <a:pt x="3109827" y="1426759"/>
                  </a:lnTo>
                  <a:lnTo>
                    <a:pt x="3065953" y="1496984"/>
                  </a:lnTo>
                  <a:lnTo>
                    <a:pt x="3022131" y="1564844"/>
                  </a:lnTo>
                  <a:lnTo>
                    <a:pt x="2978312" y="1629958"/>
                  </a:lnTo>
                  <a:lnTo>
                    <a:pt x="2934418" y="1692019"/>
                  </a:lnTo>
                  <a:lnTo>
                    <a:pt x="2890331" y="1750801"/>
                  </a:lnTo>
                  <a:lnTo>
                    <a:pt x="2845887" y="1806156"/>
                  </a:lnTo>
                  <a:lnTo>
                    <a:pt x="2800873" y="1858014"/>
                  </a:lnTo>
                  <a:lnTo>
                    <a:pt x="2755017" y="1906372"/>
                  </a:lnTo>
                  <a:lnTo>
                    <a:pt x="2707977" y="1951293"/>
                  </a:lnTo>
                  <a:lnTo>
                    <a:pt x="2702183" y="1956503"/>
                  </a:lnTo>
                  <a:lnTo>
                    <a:pt x="2650922" y="1999552"/>
                  </a:lnTo>
                  <a:lnTo>
                    <a:pt x="2597275" y="2038909"/>
                  </a:lnTo>
                  <a:lnTo>
                    <a:pt x="2540582" y="2074702"/>
                  </a:lnTo>
                  <a:lnTo>
                    <a:pt x="2480120" y="2107178"/>
                  </a:lnTo>
                  <a:lnTo>
                    <a:pt x="2415137" y="2136638"/>
                  </a:lnTo>
                  <a:lnTo>
                    <a:pt x="2344896" y="2163388"/>
                  </a:lnTo>
                  <a:lnTo>
                    <a:pt x="2268719" y="2187722"/>
                  </a:lnTo>
                  <a:lnTo>
                    <a:pt x="2186052" y="2209897"/>
                  </a:lnTo>
                  <a:lnTo>
                    <a:pt x="2096551" y="2230129"/>
                  </a:lnTo>
                  <a:lnTo>
                    <a:pt x="2000191" y="2248585"/>
                  </a:lnTo>
                  <a:lnTo>
                    <a:pt x="1897395" y="2265382"/>
                  </a:lnTo>
                  <a:lnTo>
                    <a:pt x="1789170" y="2280588"/>
                  </a:lnTo>
                  <a:lnTo>
                    <a:pt x="1677236" y="2294224"/>
                  </a:lnTo>
                  <a:lnTo>
                    <a:pt x="1564085" y="2306278"/>
                  </a:lnTo>
                  <a:lnTo>
                    <a:pt x="1452941" y="2316719"/>
                  </a:lnTo>
                  <a:lnTo>
                    <a:pt x="1347560" y="2325515"/>
                  </a:lnTo>
                  <a:lnTo>
                    <a:pt x="1251862" y="2332664"/>
                  </a:lnTo>
                  <a:lnTo>
                    <a:pt x="1169414" y="2338209"/>
                  </a:lnTo>
                  <a:lnTo>
                    <a:pt x="1102871" y="2342260"/>
                  </a:lnTo>
                  <a:lnTo>
                    <a:pt x="1053498" y="2344992"/>
                  </a:lnTo>
                  <a:lnTo>
                    <a:pt x="1020888" y="2346638"/>
                  </a:lnTo>
                  <a:lnTo>
                    <a:pt x="1002925" y="2347468"/>
                  </a:lnTo>
                  <a:lnTo>
                    <a:pt x="995945" y="2347764"/>
                  </a:lnTo>
                  <a:lnTo>
                    <a:pt x="994940" y="2347804"/>
                  </a:lnTo>
                  <a:lnTo>
                    <a:pt x="0" y="2347804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59" name="pl1458"/>
            <p:cNvSpPr/>
            <p:nvPr/>
          </p:nvSpPr>
          <p:spPr>
            <a:xfrm>
              <a:off x="1199187" y="2793093"/>
              <a:ext cx="12049831" cy="3657962"/>
            </a:xfrm>
            <a:custGeom>
              <a:avLst/>
              <a:pathLst>
                <a:path w="12049831" h="3657962">
                  <a:moveTo>
                    <a:pt x="0" y="2347804"/>
                  </a:moveTo>
                  <a:lnTo>
                    <a:pt x="994940" y="2347804"/>
                  </a:lnTo>
                  <a:lnTo>
                    <a:pt x="996034" y="2347760"/>
                  </a:lnTo>
                  <a:lnTo>
                    <a:pt x="1003261" y="2347453"/>
                  </a:lnTo>
                  <a:lnTo>
                    <a:pt x="1021595" y="2346604"/>
                  </a:lnTo>
                  <a:lnTo>
                    <a:pt x="1054658" y="2344931"/>
                  </a:lnTo>
                  <a:lnTo>
                    <a:pt x="1104519" y="2342165"/>
                  </a:lnTo>
                  <a:lnTo>
                    <a:pt x="1171536" y="2338074"/>
                  </a:lnTo>
                  <a:lnTo>
                    <a:pt x="1254401" y="2332484"/>
                  </a:lnTo>
                  <a:lnTo>
                    <a:pt x="1350425" y="2325289"/>
                  </a:lnTo>
                  <a:lnTo>
                    <a:pt x="1456023" y="2316446"/>
                  </a:lnTo>
                  <a:lnTo>
                    <a:pt x="1567274" y="2305959"/>
                  </a:lnTo>
                  <a:lnTo>
                    <a:pt x="1680432" y="2293860"/>
                  </a:lnTo>
                  <a:lnTo>
                    <a:pt x="1792292" y="2280179"/>
                  </a:lnTo>
                  <a:lnTo>
                    <a:pt x="1900383" y="2264929"/>
                  </a:lnTo>
                  <a:lnTo>
                    <a:pt x="2003008" y="2248086"/>
                  </a:lnTo>
                  <a:lnTo>
                    <a:pt x="2099177" y="2229582"/>
                  </a:lnTo>
                  <a:lnTo>
                    <a:pt x="2188482" y="2209298"/>
                  </a:lnTo>
                  <a:lnTo>
                    <a:pt x="2270960" y="2187065"/>
                  </a:lnTo>
                  <a:lnTo>
                    <a:pt x="2346961" y="2162666"/>
                  </a:lnTo>
                  <a:lnTo>
                    <a:pt x="2417044" y="2135843"/>
                  </a:lnTo>
                  <a:lnTo>
                    <a:pt x="2481888" y="2106303"/>
                  </a:lnTo>
                  <a:lnTo>
                    <a:pt x="2542234" y="2073737"/>
                  </a:lnTo>
                  <a:lnTo>
                    <a:pt x="2598831" y="2037846"/>
                  </a:lnTo>
                  <a:lnTo>
                    <a:pt x="2652402" y="1998385"/>
                  </a:lnTo>
                  <a:lnTo>
                    <a:pt x="2702183" y="1956503"/>
                  </a:lnTo>
                  <a:lnTo>
                    <a:pt x="2749394" y="1911991"/>
                  </a:lnTo>
                  <a:lnTo>
                    <a:pt x="2795373" y="1864053"/>
                  </a:lnTo>
                  <a:lnTo>
                    <a:pt x="2840473" y="1812620"/>
                  </a:lnTo>
                  <a:lnTo>
                    <a:pt x="2884974" y="1757686"/>
                  </a:lnTo>
                  <a:lnTo>
                    <a:pt x="2929095" y="1699313"/>
                  </a:lnTo>
                  <a:lnTo>
                    <a:pt x="2973005" y="1637638"/>
                  </a:lnTo>
                  <a:lnTo>
                    <a:pt x="3016828" y="1572879"/>
                  </a:lnTo>
                  <a:lnTo>
                    <a:pt x="3060647" y="1505332"/>
                  </a:lnTo>
                  <a:lnTo>
                    <a:pt x="3104512" y="1435371"/>
                  </a:lnTo>
                  <a:lnTo>
                    <a:pt x="3148446" y="1363440"/>
                  </a:lnTo>
                  <a:lnTo>
                    <a:pt x="3192445" y="1290045"/>
                  </a:lnTo>
                  <a:lnTo>
                    <a:pt x="3236493" y="1215736"/>
                  </a:lnTo>
                  <a:lnTo>
                    <a:pt x="3280558" y="1141096"/>
                  </a:lnTo>
                  <a:lnTo>
                    <a:pt x="3324610" y="1066716"/>
                  </a:lnTo>
                  <a:lnTo>
                    <a:pt x="3368616" y="993180"/>
                  </a:lnTo>
                  <a:lnTo>
                    <a:pt x="3412558" y="921044"/>
                  </a:lnTo>
                  <a:lnTo>
                    <a:pt x="3456432" y="850819"/>
                  </a:lnTo>
                  <a:lnTo>
                    <a:pt x="3500254" y="782959"/>
                  </a:lnTo>
                  <a:lnTo>
                    <a:pt x="3544073" y="717845"/>
                  </a:lnTo>
                  <a:lnTo>
                    <a:pt x="3587967" y="655784"/>
                  </a:lnTo>
                  <a:lnTo>
                    <a:pt x="3632054" y="597002"/>
                  </a:lnTo>
                  <a:lnTo>
                    <a:pt x="3676498" y="541647"/>
                  </a:lnTo>
                  <a:lnTo>
                    <a:pt x="3721512" y="489789"/>
                  </a:lnTo>
                  <a:lnTo>
                    <a:pt x="3767368" y="441431"/>
                  </a:lnTo>
                  <a:lnTo>
                    <a:pt x="3814408" y="396510"/>
                  </a:lnTo>
                  <a:lnTo>
                    <a:pt x="3820202" y="391300"/>
                  </a:lnTo>
                  <a:lnTo>
                    <a:pt x="3871463" y="348251"/>
                  </a:lnTo>
                  <a:lnTo>
                    <a:pt x="3925110" y="308894"/>
                  </a:lnTo>
                  <a:lnTo>
                    <a:pt x="3981803" y="273101"/>
                  </a:lnTo>
                  <a:lnTo>
                    <a:pt x="4042265" y="240625"/>
                  </a:lnTo>
                  <a:lnTo>
                    <a:pt x="4107248" y="211166"/>
                  </a:lnTo>
                  <a:lnTo>
                    <a:pt x="4177489" y="184415"/>
                  </a:lnTo>
                  <a:lnTo>
                    <a:pt x="4253666" y="160081"/>
                  </a:lnTo>
                  <a:lnTo>
                    <a:pt x="4336333" y="137906"/>
                  </a:lnTo>
                  <a:lnTo>
                    <a:pt x="4425834" y="117674"/>
                  </a:lnTo>
                  <a:lnTo>
                    <a:pt x="4522194" y="99218"/>
                  </a:lnTo>
                  <a:lnTo>
                    <a:pt x="4624990" y="82421"/>
                  </a:lnTo>
                  <a:lnTo>
                    <a:pt x="4733215" y="67215"/>
                  </a:lnTo>
                  <a:lnTo>
                    <a:pt x="4845149" y="53579"/>
                  </a:lnTo>
                  <a:lnTo>
                    <a:pt x="4958300" y="41525"/>
                  </a:lnTo>
                  <a:lnTo>
                    <a:pt x="5069444" y="31084"/>
                  </a:lnTo>
                  <a:lnTo>
                    <a:pt x="5174825" y="22288"/>
                  </a:lnTo>
                  <a:lnTo>
                    <a:pt x="5270523" y="15139"/>
                  </a:lnTo>
                  <a:lnTo>
                    <a:pt x="5352971" y="9594"/>
                  </a:lnTo>
                  <a:lnTo>
                    <a:pt x="5419514" y="5543"/>
                  </a:lnTo>
                  <a:lnTo>
                    <a:pt x="5468887" y="2811"/>
                  </a:lnTo>
                  <a:lnTo>
                    <a:pt x="5501497" y="1165"/>
                  </a:lnTo>
                  <a:lnTo>
                    <a:pt x="5519460" y="335"/>
                  </a:lnTo>
                  <a:lnTo>
                    <a:pt x="5526440" y="39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26" y="63"/>
                  </a:lnTo>
                  <a:lnTo>
                    <a:pt x="6530302" y="518"/>
                  </a:lnTo>
                  <a:lnTo>
                    <a:pt x="6547769" y="1773"/>
                  </a:lnTo>
                  <a:lnTo>
                    <a:pt x="6579328" y="4247"/>
                  </a:lnTo>
                  <a:lnTo>
                    <a:pt x="6627037" y="8341"/>
                  </a:lnTo>
                  <a:lnTo>
                    <a:pt x="6691360" y="14403"/>
                  </a:lnTo>
                  <a:lnTo>
                    <a:pt x="6771197" y="22698"/>
                  </a:lnTo>
                  <a:lnTo>
                    <a:pt x="6864117" y="33397"/>
                  </a:lnTo>
                  <a:lnTo>
                    <a:pt x="6966791" y="46573"/>
                  </a:lnTo>
                  <a:lnTo>
                    <a:pt x="7075509" y="62228"/>
                  </a:lnTo>
                  <a:lnTo>
                    <a:pt x="7186656" y="80320"/>
                  </a:lnTo>
                  <a:lnTo>
                    <a:pt x="7297077" y="100799"/>
                  </a:lnTo>
                  <a:lnTo>
                    <a:pt x="7404282" y="123640"/>
                  </a:lnTo>
                  <a:lnTo>
                    <a:pt x="7506505" y="148865"/>
                  </a:lnTo>
                  <a:lnTo>
                    <a:pt x="7602661" y="176561"/>
                  </a:lnTo>
                  <a:lnTo>
                    <a:pt x="7692239" y="206882"/>
                  </a:lnTo>
                  <a:lnTo>
                    <a:pt x="7775175" y="240060"/>
                  </a:lnTo>
                  <a:lnTo>
                    <a:pt x="7851729" y="276396"/>
                  </a:lnTo>
                  <a:lnTo>
                    <a:pt x="7922383" y="316256"/>
                  </a:lnTo>
                  <a:lnTo>
                    <a:pt x="7987755" y="360058"/>
                  </a:lnTo>
                  <a:lnTo>
                    <a:pt x="8048532" y="408257"/>
                  </a:lnTo>
                  <a:lnTo>
                    <a:pt x="8105429" y="461305"/>
                  </a:lnTo>
                  <a:lnTo>
                    <a:pt x="8159146" y="519603"/>
                  </a:lnTo>
                  <a:lnTo>
                    <a:pt x="8210336" y="583418"/>
                  </a:lnTo>
                  <a:lnTo>
                    <a:pt x="8229629" y="609660"/>
                  </a:lnTo>
                  <a:lnTo>
                    <a:pt x="8269694" y="668041"/>
                  </a:lnTo>
                  <a:lnTo>
                    <a:pt x="8308835" y="730233"/>
                  </a:lnTo>
                  <a:lnTo>
                    <a:pt x="8347275" y="796315"/>
                  </a:lnTo>
                  <a:lnTo>
                    <a:pt x="8385199" y="866315"/>
                  </a:lnTo>
                  <a:lnTo>
                    <a:pt x="8422761" y="940211"/>
                  </a:lnTo>
                  <a:lnTo>
                    <a:pt x="8460083" y="1017923"/>
                  </a:lnTo>
                  <a:lnTo>
                    <a:pt x="8497262" y="1099309"/>
                  </a:lnTo>
                  <a:lnTo>
                    <a:pt x="8534374" y="1184163"/>
                  </a:lnTo>
                  <a:lnTo>
                    <a:pt x="8571473" y="1272216"/>
                  </a:lnTo>
                  <a:lnTo>
                    <a:pt x="8608595" y="1363137"/>
                  </a:lnTo>
                  <a:lnTo>
                    <a:pt x="8645759" y="1456532"/>
                  </a:lnTo>
                  <a:lnTo>
                    <a:pt x="8682974" y="1551959"/>
                  </a:lnTo>
                  <a:lnTo>
                    <a:pt x="8720236" y="1648928"/>
                  </a:lnTo>
                  <a:lnTo>
                    <a:pt x="8757531" y="1746911"/>
                  </a:lnTo>
                  <a:lnTo>
                    <a:pt x="8794844" y="1845362"/>
                  </a:lnTo>
                  <a:lnTo>
                    <a:pt x="8832152" y="1943719"/>
                  </a:lnTo>
                  <a:lnTo>
                    <a:pt x="8869438" y="2041425"/>
                  </a:lnTo>
                  <a:lnTo>
                    <a:pt x="8906685" y="2137937"/>
                  </a:lnTo>
                  <a:lnTo>
                    <a:pt x="8943884" y="2232741"/>
                  </a:lnTo>
                  <a:lnTo>
                    <a:pt x="8981033" y="2325361"/>
                  </a:lnTo>
                  <a:lnTo>
                    <a:pt x="9018144" y="2415368"/>
                  </a:lnTo>
                  <a:lnTo>
                    <a:pt x="9055242" y="2502391"/>
                  </a:lnTo>
                  <a:lnTo>
                    <a:pt x="9092369" y="2586118"/>
                  </a:lnTo>
                  <a:lnTo>
                    <a:pt x="9129587" y="2666302"/>
                  </a:lnTo>
                  <a:lnTo>
                    <a:pt x="9166976" y="2742757"/>
                  </a:lnTo>
                  <a:lnTo>
                    <a:pt x="9204644" y="2815364"/>
                  </a:lnTo>
                  <a:lnTo>
                    <a:pt x="9242721" y="2884060"/>
                  </a:lnTo>
                  <a:lnTo>
                    <a:pt x="9281372" y="2948842"/>
                  </a:lnTo>
                  <a:lnTo>
                    <a:pt x="9320793" y="3009756"/>
                  </a:lnTo>
                  <a:lnTo>
                    <a:pt x="9347647" y="3048302"/>
                  </a:lnTo>
                  <a:lnTo>
                    <a:pt x="9398016" y="3114278"/>
                  </a:lnTo>
                  <a:lnTo>
                    <a:pt x="9450679" y="3174694"/>
                  </a:lnTo>
                  <a:lnTo>
                    <a:pt x="9506262" y="3229735"/>
                  </a:lnTo>
                  <a:lnTo>
                    <a:pt x="9565450" y="3279762"/>
                  </a:lnTo>
                  <a:lnTo>
                    <a:pt x="9628956" y="3325214"/>
                  </a:lnTo>
                  <a:lnTo>
                    <a:pt x="9697483" y="3366551"/>
                  </a:lnTo>
                  <a:lnTo>
                    <a:pt x="9771684" y="3404206"/>
                  </a:lnTo>
                  <a:lnTo>
                    <a:pt x="9852100" y="3438569"/>
                  </a:lnTo>
                  <a:lnTo>
                    <a:pt x="9939089" y="3469967"/>
                  </a:lnTo>
                  <a:lnTo>
                    <a:pt x="10032728" y="3498658"/>
                  </a:lnTo>
                  <a:lnTo>
                    <a:pt x="10132694" y="3524827"/>
                  </a:lnTo>
                  <a:lnTo>
                    <a:pt x="10238137" y="3548587"/>
                  </a:lnTo>
                  <a:lnTo>
                    <a:pt x="10347567" y="3569983"/>
                  </a:lnTo>
                  <a:lnTo>
                    <a:pt x="10458773" y="3589005"/>
                  </a:lnTo>
                  <a:lnTo>
                    <a:pt x="10568843" y="3605611"/>
                  </a:lnTo>
                  <a:lnTo>
                    <a:pt x="10674306" y="3619751"/>
                  </a:lnTo>
                  <a:lnTo>
                    <a:pt x="10771436" y="3631406"/>
                  </a:lnTo>
                  <a:lnTo>
                    <a:pt x="10856694" y="3640619"/>
                  </a:lnTo>
                  <a:lnTo>
                    <a:pt x="10927244" y="3647520"/>
                  </a:lnTo>
                  <a:lnTo>
                    <a:pt x="10981428" y="3652340"/>
                  </a:lnTo>
                  <a:lnTo>
                    <a:pt x="11019090" y="3655397"/>
                  </a:lnTo>
                  <a:lnTo>
                    <a:pt x="11041680" y="3657075"/>
                  </a:lnTo>
                  <a:lnTo>
                    <a:pt x="11052164" y="3657791"/>
                  </a:lnTo>
                  <a:lnTo>
                    <a:pt x="11054828" y="3657958"/>
                  </a:lnTo>
                  <a:lnTo>
                    <a:pt x="11054891" y="3657962"/>
                  </a:lnTo>
                  <a:lnTo>
                    <a:pt x="12049831" y="3657962"/>
                  </a:lnTo>
                  <a:lnTo>
                    <a:pt x="12049831" y="36579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0" name="pl1459"/>
            <p:cNvSpPr/>
            <p:nvPr/>
          </p:nvSpPr>
          <p:spPr>
            <a:xfrm>
              <a:off x="1199187" y="2782612"/>
              <a:ext cx="12049831" cy="3657962"/>
            </a:xfrm>
            <a:custGeom>
              <a:avLst/>
              <a:pathLst>
                <a:path w="12049831" h="3657962">
                  <a:moveTo>
                    <a:pt x="12049831" y="3657962"/>
                  </a:moveTo>
                  <a:lnTo>
                    <a:pt x="11054891" y="3657962"/>
                  </a:lnTo>
                  <a:lnTo>
                    <a:pt x="11053851" y="3657898"/>
                  </a:lnTo>
                  <a:lnTo>
                    <a:pt x="11046974" y="3657444"/>
                  </a:lnTo>
                  <a:lnTo>
                    <a:pt x="11029507" y="3656189"/>
                  </a:lnTo>
                  <a:lnTo>
                    <a:pt x="10997948" y="3653714"/>
                  </a:lnTo>
                  <a:lnTo>
                    <a:pt x="10950240" y="3649620"/>
                  </a:lnTo>
                  <a:lnTo>
                    <a:pt x="10885916" y="3643559"/>
                  </a:lnTo>
                  <a:lnTo>
                    <a:pt x="10806080" y="3635263"/>
                  </a:lnTo>
                  <a:lnTo>
                    <a:pt x="10713160" y="3624565"/>
                  </a:lnTo>
                  <a:lnTo>
                    <a:pt x="10610485" y="3611388"/>
                  </a:lnTo>
                  <a:lnTo>
                    <a:pt x="10501767" y="3595733"/>
                  </a:lnTo>
                  <a:lnTo>
                    <a:pt x="10390620" y="3577642"/>
                  </a:lnTo>
                  <a:lnTo>
                    <a:pt x="10280200" y="3557163"/>
                  </a:lnTo>
                  <a:lnTo>
                    <a:pt x="10172995" y="3534322"/>
                  </a:lnTo>
                  <a:lnTo>
                    <a:pt x="10070771" y="3509096"/>
                  </a:lnTo>
                  <a:lnTo>
                    <a:pt x="9974615" y="3481401"/>
                  </a:lnTo>
                  <a:lnTo>
                    <a:pt x="9885037" y="3451079"/>
                  </a:lnTo>
                  <a:lnTo>
                    <a:pt x="9802102" y="3417901"/>
                  </a:lnTo>
                  <a:lnTo>
                    <a:pt x="9725547" y="3381566"/>
                  </a:lnTo>
                  <a:lnTo>
                    <a:pt x="9654893" y="3341706"/>
                  </a:lnTo>
                  <a:lnTo>
                    <a:pt x="9589522" y="3297903"/>
                  </a:lnTo>
                  <a:lnTo>
                    <a:pt x="9528745" y="3249705"/>
                  </a:lnTo>
                  <a:lnTo>
                    <a:pt x="9471848" y="3196657"/>
                  </a:lnTo>
                  <a:lnTo>
                    <a:pt x="9418131" y="3138359"/>
                  </a:lnTo>
                  <a:lnTo>
                    <a:pt x="9366941" y="3074544"/>
                  </a:lnTo>
                  <a:lnTo>
                    <a:pt x="9347647" y="3048302"/>
                  </a:lnTo>
                  <a:lnTo>
                    <a:pt x="9307582" y="2989921"/>
                  </a:lnTo>
                  <a:lnTo>
                    <a:pt x="9268442" y="2927728"/>
                  </a:lnTo>
                  <a:lnTo>
                    <a:pt x="9230002" y="2861647"/>
                  </a:lnTo>
                  <a:lnTo>
                    <a:pt x="9192077" y="2791647"/>
                  </a:lnTo>
                  <a:lnTo>
                    <a:pt x="9154516" y="2717750"/>
                  </a:lnTo>
                  <a:lnTo>
                    <a:pt x="9117194" y="2640038"/>
                  </a:lnTo>
                  <a:lnTo>
                    <a:pt x="9080014" y="2558653"/>
                  </a:lnTo>
                  <a:lnTo>
                    <a:pt x="9042902" y="2473799"/>
                  </a:lnTo>
                  <a:lnTo>
                    <a:pt x="9005804" y="2385745"/>
                  </a:lnTo>
                  <a:lnTo>
                    <a:pt x="8968682" y="2294825"/>
                  </a:lnTo>
                  <a:lnTo>
                    <a:pt x="8931517" y="2201429"/>
                  </a:lnTo>
                  <a:lnTo>
                    <a:pt x="8894302" y="2106002"/>
                  </a:lnTo>
                  <a:lnTo>
                    <a:pt x="8857041" y="2009034"/>
                  </a:lnTo>
                  <a:lnTo>
                    <a:pt x="8819745" y="1911050"/>
                  </a:lnTo>
                  <a:lnTo>
                    <a:pt x="8782433" y="1812600"/>
                  </a:lnTo>
                  <a:lnTo>
                    <a:pt x="8745124" y="1714243"/>
                  </a:lnTo>
                  <a:lnTo>
                    <a:pt x="8707838" y="1616537"/>
                  </a:lnTo>
                  <a:lnTo>
                    <a:pt x="8670591" y="1520024"/>
                  </a:lnTo>
                  <a:lnTo>
                    <a:pt x="8633393" y="1425220"/>
                  </a:lnTo>
                  <a:lnTo>
                    <a:pt x="8596244" y="1332601"/>
                  </a:lnTo>
                  <a:lnTo>
                    <a:pt x="8559133" y="1242594"/>
                  </a:lnTo>
                  <a:lnTo>
                    <a:pt x="8522035" y="1155571"/>
                  </a:lnTo>
                  <a:lnTo>
                    <a:pt x="8484907" y="1071843"/>
                  </a:lnTo>
                  <a:lnTo>
                    <a:pt x="8447690" y="991660"/>
                  </a:lnTo>
                  <a:lnTo>
                    <a:pt x="8410300" y="915205"/>
                  </a:lnTo>
                  <a:lnTo>
                    <a:pt x="8372633" y="842598"/>
                  </a:lnTo>
                  <a:lnTo>
                    <a:pt x="8334555" y="773901"/>
                  </a:lnTo>
                  <a:lnTo>
                    <a:pt x="8295905" y="709119"/>
                  </a:lnTo>
                  <a:lnTo>
                    <a:pt x="8256484" y="648205"/>
                  </a:lnTo>
                  <a:lnTo>
                    <a:pt x="8229629" y="609660"/>
                  </a:lnTo>
                  <a:lnTo>
                    <a:pt x="8179261" y="543684"/>
                  </a:lnTo>
                  <a:lnTo>
                    <a:pt x="8126597" y="483267"/>
                  </a:lnTo>
                  <a:lnTo>
                    <a:pt x="8071014" y="428226"/>
                  </a:lnTo>
                  <a:lnTo>
                    <a:pt x="8011826" y="378200"/>
                  </a:lnTo>
                  <a:lnTo>
                    <a:pt x="7948321" y="332747"/>
                  </a:lnTo>
                  <a:lnTo>
                    <a:pt x="7879793" y="291411"/>
                  </a:lnTo>
                  <a:lnTo>
                    <a:pt x="7805593" y="253755"/>
                  </a:lnTo>
                  <a:lnTo>
                    <a:pt x="7725176" y="219392"/>
                  </a:lnTo>
                  <a:lnTo>
                    <a:pt x="7638187" y="187995"/>
                  </a:lnTo>
                  <a:lnTo>
                    <a:pt x="7544548" y="159304"/>
                  </a:lnTo>
                  <a:lnTo>
                    <a:pt x="7444583" y="133134"/>
                  </a:lnTo>
                  <a:lnTo>
                    <a:pt x="7339139" y="109375"/>
                  </a:lnTo>
                  <a:lnTo>
                    <a:pt x="7229709" y="87979"/>
                  </a:lnTo>
                  <a:lnTo>
                    <a:pt x="7118503" y="68957"/>
                  </a:lnTo>
                  <a:lnTo>
                    <a:pt x="7008433" y="52351"/>
                  </a:lnTo>
                  <a:lnTo>
                    <a:pt x="6902970" y="38210"/>
                  </a:lnTo>
                  <a:lnTo>
                    <a:pt x="6805841" y="26555"/>
                  </a:lnTo>
                  <a:lnTo>
                    <a:pt x="6720583" y="17343"/>
                  </a:lnTo>
                  <a:lnTo>
                    <a:pt x="6650033" y="10441"/>
                  </a:lnTo>
                  <a:lnTo>
                    <a:pt x="6595848" y="5622"/>
                  </a:lnTo>
                  <a:lnTo>
                    <a:pt x="6558186" y="2565"/>
                  </a:lnTo>
                  <a:lnTo>
                    <a:pt x="6535596" y="886"/>
                  </a:lnTo>
                  <a:lnTo>
                    <a:pt x="6525112" y="171"/>
                  </a:lnTo>
                  <a:lnTo>
                    <a:pt x="6522448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1" y="43"/>
                  </a:lnTo>
                  <a:lnTo>
                    <a:pt x="5519124" y="350"/>
                  </a:lnTo>
                  <a:lnTo>
                    <a:pt x="5500790" y="1199"/>
                  </a:lnTo>
                  <a:lnTo>
                    <a:pt x="5467727" y="2872"/>
                  </a:lnTo>
                  <a:lnTo>
                    <a:pt x="5417866" y="5638"/>
                  </a:lnTo>
                  <a:lnTo>
                    <a:pt x="5350849" y="9729"/>
                  </a:lnTo>
                  <a:lnTo>
                    <a:pt x="5267984" y="15319"/>
                  </a:lnTo>
                  <a:lnTo>
                    <a:pt x="5171960" y="22514"/>
                  </a:lnTo>
                  <a:lnTo>
                    <a:pt x="5066362" y="31357"/>
                  </a:lnTo>
                  <a:lnTo>
                    <a:pt x="4955111" y="41844"/>
                  </a:lnTo>
                  <a:lnTo>
                    <a:pt x="4841953" y="53943"/>
                  </a:lnTo>
                  <a:lnTo>
                    <a:pt x="4730093" y="67624"/>
                  </a:lnTo>
                  <a:lnTo>
                    <a:pt x="4622002" y="82874"/>
                  </a:lnTo>
                  <a:lnTo>
                    <a:pt x="4519377" y="99717"/>
                  </a:lnTo>
                  <a:lnTo>
                    <a:pt x="4423208" y="118221"/>
                  </a:lnTo>
                  <a:lnTo>
                    <a:pt x="4333903" y="138505"/>
                  </a:lnTo>
                  <a:lnTo>
                    <a:pt x="4251425" y="160738"/>
                  </a:lnTo>
                  <a:lnTo>
                    <a:pt x="4175424" y="185137"/>
                  </a:lnTo>
                  <a:lnTo>
                    <a:pt x="4105341" y="211960"/>
                  </a:lnTo>
                  <a:lnTo>
                    <a:pt x="4040497" y="241500"/>
                  </a:lnTo>
                  <a:lnTo>
                    <a:pt x="3980151" y="274066"/>
                  </a:lnTo>
                  <a:lnTo>
                    <a:pt x="3923554" y="309957"/>
                  </a:lnTo>
                  <a:lnTo>
                    <a:pt x="3869983" y="349418"/>
                  </a:lnTo>
                  <a:lnTo>
                    <a:pt x="3820202" y="391300"/>
                  </a:lnTo>
                  <a:lnTo>
                    <a:pt x="3772991" y="435812"/>
                  </a:lnTo>
                  <a:lnTo>
                    <a:pt x="3727012" y="483750"/>
                  </a:lnTo>
                  <a:lnTo>
                    <a:pt x="3681912" y="535183"/>
                  </a:lnTo>
                  <a:lnTo>
                    <a:pt x="3637411" y="590117"/>
                  </a:lnTo>
                  <a:lnTo>
                    <a:pt x="3593290" y="648490"/>
                  </a:lnTo>
                  <a:lnTo>
                    <a:pt x="3549380" y="710165"/>
                  </a:lnTo>
                  <a:lnTo>
                    <a:pt x="3505557" y="774924"/>
                  </a:lnTo>
                  <a:lnTo>
                    <a:pt x="3461738" y="842471"/>
                  </a:lnTo>
                  <a:lnTo>
                    <a:pt x="3417873" y="912432"/>
                  </a:lnTo>
                  <a:lnTo>
                    <a:pt x="3373939" y="984363"/>
                  </a:lnTo>
                  <a:lnTo>
                    <a:pt x="3329940" y="1057758"/>
                  </a:lnTo>
                  <a:lnTo>
                    <a:pt x="3285892" y="1132067"/>
                  </a:lnTo>
                  <a:lnTo>
                    <a:pt x="3241827" y="1206707"/>
                  </a:lnTo>
                  <a:lnTo>
                    <a:pt x="3197775" y="1281087"/>
                  </a:lnTo>
                  <a:lnTo>
                    <a:pt x="3153769" y="1354623"/>
                  </a:lnTo>
                  <a:lnTo>
                    <a:pt x="3109827" y="1426759"/>
                  </a:lnTo>
                  <a:lnTo>
                    <a:pt x="3065953" y="1496984"/>
                  </a:lnTo>
                  <a:lnTo>
                    <a:pt x="3022131" y="1564844"/>
                  </a:lnTo>
                  <a:lnTo>
                    <a:pt x="2978312" y="1629958"/>
                  </a:lnTo>
                  <a:lnTo>
                    <a:pt x="2934418" y="1692019"/>
                  </a:lnTo>
                  <a:lnTo>
                    <a:pt x="2890331" y="1750801"/>
                  </a:lnTo>
                  <a:lnTo>
                    <a:pt x="2845887" y="1806156"/>
                  </a:lnTo>
                  <a:lnTo>
                    <a:pt x="2800873" y="1858014"/>
                  </a:lnTo>
                  <a:lnTo>
                    <a:pt x="2755017" y="1906372"/>
                  </a:lnTo>
                  <a:lnTo>
                    <a:pt x="2707977" y="1951293"/>
                  </a:lnTo>
                  <a:lnTo>
                    <a:pt x="2702183" y="1956503"/>
                  </a:lnTo>
                  <a:lnTo>
                    <a:pt x="2650922" y="1999552"/>
                  </a:lnTo>
                  <a:lnTo>
                    <a:pt x="2597275" y="2038909"/>
                  </a:lnTo>
                  <a:lnTo>
                    <a:pt x="2540582" y="2074702"/>
                  </a:lnTo>
                  <a:lnTo>
                    <a:pt x="2480120" y="2107178"/>
                  </a:lnTo>
                  <a:lnTo>
                    <a:pt x="2415137" y="2136638"/>
                  </a:lnTo>
                  <a:lnTo>
                    <a:pt x="2344896" y="2163388"/>
                  </a:lnTo>
                  <a:lnTo>
                    <a:pt x="2268719" y="2187722"/>
                  </a:lnTo>
                  <a:lnTo>
                    <a:pt x="2186052" y="2209897"/>
                  </a:lnTo>
                  <a:lnTo>
                    <a:pt x="2096551" y="2230129"/>
                  </a:lnTo>
                  <a:lnTo>
                    <a:pt x="2000191" y="2248585"/>
                  </a:lnTo>
                  <a:lnTo>
                    <a:pt x="1897395" y="2265382"/>
                  </a:lnTo>
                  <a:lnTo>
                    <a:pt x="1789170" y="2280588"/>
                  </a:lnTo>
                  <a:lnTo>
                    <a:pt x="1677236" y="2294224"/>
                  </a:lnTo>
                  <a:lnTo>
                    <a:pt x="1564085" y="2306278"/>
                  </a:lnTo>
                  <a:lnTo>
                    <a:pt x="1452941" y="2316719"/>
                  </a:lnTo>
                  <a:lnTo>
                    <a:pt x="1347560" y="2325515"/>
                  </a:lnTo>
                  <a:lnTo>
                    <a:pt x="1251862" y="2332664"/>
                  </a:lnTo>
                  <a:lnTo>
                    <a:pt x="1169414" y="2338209"/>
                  </a:lnTo>
                  <a:lnTo>
                    <a:pt x="1102871" y="2342260"/>
                  </a:lnTo>
                  <a:lnTo>
                    <a:pt x="1053498" y="2344992"/>
                  </a:lnTo>
                  <a:lnTo>
                    <a:pt x="1020888" y="2346638"/>
                  </a:lnTo>
                  <a:lnTo>
                    <a:pt x="1002925" y="2347468"/>
                  </a:lnTo>
                  <a:lnTo>
                    <a:pt x="995945" y="2347764"/>
                  </a:lnTo>
                  <a:lnTo>
                    <a:pt x="994940" y="2347804"/>
                  </a:lnTo>
                  <a:lnTo>
                    <a:pt x="0" y="2347804"/>
                  </a:lnTo>
                  <a:lnTo>
                    <a:pt x="0" y="23478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1" name="pg1460"/>
            <p:cNvSpPr/>
            <p:nvPr/>
          </p:nvSpPr>
          <p:spPr>
            <a:xfrm>
              <a:off x="1199187" y="1388603"/>
              <a:ext cx="12049831" cy="3857106"/>
            </a:xfrm>
            <a:custGeom>
              <a:avLst/>
              <a:pathLst>
                <a:path w="12049831" h="3857106">
                  <a:moveTo>
                    <a:pt x="0" y="3857106"/>
                  </a:moveTo>
                  <a:lnTo>
                    <a:pt x="994940" y="3857106"/>
                  </a:lnTo>
                  <a:lnTo>
                    <a:pt x="996061" y="3857080"/>
                  </a:lnTo>
                  <a:lnTo>
                    <a:pt x="1003462" y="3856893"/>
                  </a:lnTo>
                  <a:lnTo>
                    <a:pt x="1022223" y="3856376"/>
                  </a:lnTo>
                  <a:lnTo>
                    <a:pt x="1056028" y="3855358"/>
                  </a:lnTo>
                  <a:lnTo>
                    <a:pt x="1106947" y="3853674"/>
                  </a:lnTo>
                  <a:lnTo>
                    <a:pt x="1175281" y="3851187"/>
                  </a:lnTo>
                  <a:lnTo>
                    <a:pt x="1259617" y="3847790"/>
                  </a:lnTo>
                  <a:lnTo>
                    <a:pt x="1357139" y="3843422"/>
                  </a:lnTo>
                  <a:lnTo>
                    <a:pt x="1464134" y="3838059"/>
                  </a:lnTo>
                  <a:lnTo>
                    <a:pt x="1576581" y="3831705"/>
                  </a:lnTo>
                  <a:lnTo>
                    <a:pt x="1690675" y="3824379"/>
                  </a:lnTo>
                  <a:lnTo>
                    <a:pt x="1803189" y="3816100"/>
                  </a:lnTo>
                  <a:lnTo>
                    <a:pt x="1911669" y="3806873"/>
                  </a:lnTo>
                  <a:lnTo>
                    <a:pt x="2014452" y="3796682"/>
                  </a:lnTo>
                  <a:lnTo>
                    <a:pt x="2110598" y="3785481"/>
                  </a:lnTo>
                  <a:lnTo>
                    <a:pt x="2199750" y="3773195"/>
                  </a:lnTo>
                  <a:lnTo>
                    <a:pt x="2281993" y="3759717"/>
                  </a:lnTo>
                  <a:lnTo>
                    <a:pt x="2357722" y="3744912"/>
                  </a:lnTo>
                  <a:lnTo>
                    <a:pt x="2427531" y="3728618"/>
                  </a:lnTo>
                  <a:lnTo>
                    <a:pt x="2492130" y="3710655"/>
                  </a:lnTo>
                  <a:lnTo>
                    <a:pt x="2552282" y="3690835"/>
                  </a:lnTo>
                  <a:lnTo>
                    <a:pt x="2608753" y="3668979"/>
                  </a:lnTo>
                  <a:lnTo>
                    <a:pt x="2662276" y="3644949"/>
                  </a:lnTo>
                  <a:lnTo>
                    <a:pt x="2702183" y="3624771"/>
                  </a:lnTo>
                  <a:lnTo>
                    <a:pt x="2756371" y="3594197"/>
                  </a:lnTo>
                  <a:lnTo>
                    <a:pt x="2809003" y="3560922"/>
                  </a:lnTo>
                  <a:lnTo>
                    <a:pt x="2860590" y="3524896"/>
                  </a:lnTo>
                  <a:lnTo>
                    <a:pt x="2911522" y="3486136"/>
                  </a:lnTo>
                  <a:lnTo>
                    <a:pt x="2962092" y="3444734"/>
                  </a:lnTo>
                  <a:lnTo>
                    <a:pt x="3012509" y="3400862"/>
                  </a:lnTo>
                  <a:lnTo>
                    <a:pt x="3062912" y="3354776"/>
                  </a:lnTo>
                  <a:lnTo>
                    <a:pt x="3113377" y="3306811"/>
                  </a:lnTo>
                  <a:lnTo>
                    <a:pt x="3163933" y="3257377"/>
                  </a:lnTo>
                  <a:lnTo>
                    <a:pt x="3214570" y="3206943"/>
                  </a:lnTo>
                  <a:lnTo>
                    <a:pt x="3265251" y="3156019"/>
                  </a:lnTo>
                  <a:lnTo>
                    <a:pt x="3315928" y="3105138"/>
                  </a:lnTo>
                  <a:lnTo>
                    <a:pt x="3366554" y="3054830"/>
                  </a:lnTo>
                  <a:lnTo>
                    <a:pt x="3417095" y="3005602"/>
                  </a:lnTo>
                  <a:lnTo>
                    <a:pt x="3467547" y="2957912"/>
                  </a:lnTo>
                  <a:lnTo>
                    <a:pt x="3517945" y="2912160"/>
                  </a:lnTo>
                  <a:lnTo>
                    <a:pt x="3568376" y="2868669"/>
                  </a:lnTo>
                  <a:lnTo>
                    <a:pt x="3618988" y="2827680"/>
                  </a:lnTo>
                  <a:lnTo>
                    <a:pt x="3670003" y="2789353"/>
                  </a:lnTo>
                  <a:lnTo>
                    <a:pt x="3721728" y="2753769"/>
                  </a:lnTo>
                  <a:lnTo>
                    <a:pt x="3774572" y="2720931"/>
                  </a:lnTo>
                  <a:lnTo>
                    <a:pt x="3820202" y="2695432"/>
                  </a:lnTo>
                  <a:lnTo>
                    <a:pt x="3871894" y="2669670"/>
                  </a:lnTo>
                  <a:lnTo>
                    <a:pt x="3926019" y="2646136"/>
                  </a:lnTo>
                  <a:lnTo>
                    <a:pt x="3983250" y="2624752"/>
                  </a:lnTo>
                  <a:lnTo>
                    <a:pt x="4044332" y="2605364"/>
                  </a:lnTo>
                  <a:lnTo>
                    <a:pt x="4110035" y="2587792"/>
                  </a:lnTo>
                  <a:lnTo>
                    <a:pt x="4181113" y="2571847"/>
                  </a:lnTo>
                  <a:lnTo>
                    <a:pt x="4258257" y="2557352"/>
                  </a:lnTo>
                  <a:lnTo>
                    <a:pt x="4342025" y="2544153"/>
                  </a:lnTo>
                  <a:lnTo>
                    <a:pt x="4432752" y="2532118"/>
                  </a:lnTo>
                  <a:lnTo>
                    <a:pt x="4530436" y="2521150"/>
                  </a:lnTo>
                  <a:lnTo>
                    <a:pt x="4634604" y="2511178"/>
                  </a:lnTo>
                  <a:lnTo>
                    <a:pt x="4744160" y="2502164"/>
                  </a:lnTo>
                  <a:lnTo>
                    <a:pt x="4857271" y="2494098"/>
                  </a:lnTo>
                  <a:lnTo>
                    <a:pt x="4971301" y="2486988"/>
                  </a:lnTo>
                  <a:lnTo>
                    <a:pt x="5082871" y="2480855"/>
                  </a:lnTo>
                  <a:lnTo>
                    <a:pt x="5188089" y="2475715"/>
                  </a:lnTo>
                  <a:lnTo>
                    <a:pt x="5282953" y="2471569"/>
                  </a:lnTo>
                  <a:lnTo>
                    <a:pt x="5363901" y="2468383"/>
                  </a:lnTo>
                  <a:lnTo>
                    <a:pt x="5428393" y="2466086"/>
                  </a:lnTo>
                  <a:lnTo>
                    <a:pt x="5475383" y="2464565"/>
                  </a:lnTo>
                  <a:lnTo>
                    <a:pt x="5505573" y="2463674"/>
                  </a:lnTo>
                  <a:lnTo>
                    <a:pt x="5521412" y="2463246"/>
                  </a:lnTo>
                  <a:lnTo>
                    <a:pt x="5526916" y="2463110"/>
                  </a:lnTo>
                  <a:lnTo>
                    <a:pt x="5527445" y="2463098"/>
                  </a:lnTo>
                  <a:lnTo>
                    <a:pt x="6522385" y="2463098"/>
                  </a:lnTo>
                  <a:lnTo>
                    <a:pt x="6523476" y="2463053"/>
                  </a:lnTo>
                  <a:lnTo>
                    <a:pt x="6530678" y="2462732"/>
                  </a:lnTo>
                  <a:lnTo>
                    <a:pt x="6548950" y="2461847"/>
                  </a:lnTo>
                  <a:lnTo>
                    <a:pt x="6581907" y="2460101"/>
                  </a:lnTo>
                  <a:lnTo>
                    <a:pt x="6631616" y="2457216"/>
                  </a:lnTo>
                  <a:lnTo>
                    <a:pt x="6698443" y="2452948"/>
                  </a:lnTo>
                  <a:lnTo>
                    <a:pt x="6781095" y="2447116"/>
                  </a:lnTo>
                  <a:lnTo>
                    <a:pt x="6876903" y="2439608"/>
                  </a:lnTo>
                  <a:lnTo>
                    <a:pt x="6982298" y="2430379"/>
                  </a:lnTo>
                  <a:lnTo>
                    <a:pt x="7093374" y="2419433"/>
                  </a:lnTo>
                  <a:lnTo>
                    <a:pt x="7206394" y="2406802"/>
                  </a:lnTo>
                  <a:lnTo>
                    <a:pt x="7318157" y="2392520"/>
                  </a:lnTo>
                  <a:lnTo>
                    <a:pt x="7426189" y="2376599"/>
                  </a:lnTo>
                  <a:lnTo>
                    <a:pt x="7528790" y="2359015"/>
                  </a:lnTo>
                  <a:lnTo>
                    <a:pt x="7624961" y="2339697"/>
                  </a:lnTo>
                  <a:lnTo>
                    <a:pt x="7714287" y="2318523"/>
                  </a:lnTo>
                  <a:lnTo>
                    <a:pt x="7796798" y="2295318"/>
                  </a:lnTo>
                  <a:lnTo>
                    <a:pt x="7872839" y="2269856"/>
                  </a:lnTo>
                  <a:lnTo>
                    <a:pt x="7942961" y="2241869"/>
                  </a:lnTo>
                  <a:lnTo>
                    <a:pt x="8007842" y="2211050"/>
                  </a:lnTo>
                  <a:lnTo>
                    <a:pt x="8068216" y="2177080"/>
                  </a:lnTo>
                  <a:lnTo>
                    <a:pt x="8124832" y="2139644"/>
                  </a:lnTo>
                  <a:lnTo>
                    <a:pt x="8178411" y="2098486"/>
                  </a:lnTo>
                  <a:lnTo>
                    <a:pt x="8229629" y="2053455"/>
                  </a:lnTo>
                  <a:lnTo>
                    <a:pt x="8276128" y="2007595"/>
                  </a:lnTo>
                  <a:lnTo>
                    <a:pt x="8321428" y="1958259"/>
                  </a:lnTo>
                  <a:lnTo>
                    <a:pt x="8365866" y="1905376"/>
                  </a:lnTo>
                  <a:lnTo>
                    <a:pt x="8409712" y="1848938"/>
                  </a:lnTo>
                  <a:lnTo>
                    <a:pt x="8453179" y="1789002"/>
                  </a:lnTo>
                  <a:lnTo>
                    <a:pt x="8496430" y="1725702"/>
                  </a:lnTo>
                  <a:lnTo>
                    <a:pt x="8539587" y="1659246"/>
                  </a:lnTo>
                  <a:lnTo>
                    <a:pt x="8582734" y="1589924"/>
                  </a:lnTo>
                  <a:lnTo>
                    <a:pt x="8625921" y="1518101"/>
                  </a:lnTo>
                  <a:lnTo>
                    <a:pt x="8669173" y="1444212"/>
                  </a:lnTo>
                  <a:lnTo>
                    <a:pt x="8712491" y="1368755"/>
                  </a:lnTo>
                  <a:lnTo>
                    <a:pt x="8755859" y="1292274"/>
                  </a:lnTo>
                  <a:lnTo>
                    <a:pt x="8799251" y="1215346"/>
                  </a:lnTo>
                  <a:lnTo>
                    <a:pt x="8842634" y="1138563"/>
                  </a:lnTo>
                  <a:lnTo>
                    <a:pt x="8885980" y="1062513"/>
                  </a:lnTo>
                  <a:lnTo>
                    <a:pt x="8929267" y="987757"/>
                  </a:lnTo>
                  <a:lnTo>
                    <a:pt x="8972486" y="914820"/>
                  </a:lnTo>
                  <a:lnTo>
                    <a:pt x="9015649" y="844170"/>
                  </a:lnTo>
                  <a:lnTo>
                    <a:pt x="9058793" y="776209"/>
                  </a:lnTo>
                  <a:lnTo>
                    <a:pt x="9101983" y="711265"/>
                  </a:lnTo>
                  <a:lnTo>
                    <a:pt x="9145322" y="649589"/>
                  </a:lnTo>
                  <a:lnTo>
                    <a:pt x="9188951" y="591352"/>
                  </a:lnTo>
                  <a:lnTo>
                    <a:pt x="9233057" y="536650"/>
                  </a:lnTo>
                  <a:lnTo>
                    <a:pt x="9277879" y="485507"/>
                  </a:lnTo>
                  <a:lnTo>
                    <a:pt x="9323718" y="437884"/>
                  </a:lnTo>
                  <a:lnTo>
                    <a:pt x="9347647" y="414883"/>
                  </a:lnTo>
                  <a:lnTo>
                    <a:pt x="9398846" y="369868"/>
                  </a:lnTo>
                  <a:lnTo>
                    <a:pt x="9452424" y="328708"/>
                  </a:lnTo>
                  <a:lnTo>
                    <a:pt x="9509039" y="291271"/>
                  </a:lnTo>
                  <a:lnTo>
                    <a:pt x="9569412" y="257299"/>
                  </a:lnTo>
                  <a:lnTo>
                    <a:pt x="9634291" y="226480"/>
                  </a:lnTo>
                  <a:lnTo>
                    <a:pt x="9704411" y="198491"/>
                  </a:lnTo>
                  <a:lnTo>
                    <a:pt x="9780449" y="173029"/>
                  </a:lnTo>
                  <a:lnTo>
                    <a:pt x="9862958" y="149823"/>
                  </a:lnTo>
                  <a:lnTo>
                    <a:pt x="9952281" y="128648"/>
                  </a:lnTo>
                  <a:lnTo>
                    <a:pt x="10048450" y="109330"/>
                  </a:lnTo>
                  <a:lnTo>
                    <a:pt x="10151048" y="91745"/>
                  </a:lnTo>
                  <a:lnTo>
                    <a:pt x="10259079" y="75823"/>
                  </a:lnTo>
                  <a:lnTo>
                    <a:pt x="10370841" y="61540"/>
                  </a:lnTo>
                  <a:lnTo>
                    <a:pt x="10483861" y="48909"/>
                  </a:lnTo>
                  <a:lnTo>
                    <a:pt x="10594939" y="37963"/>
                  </a:lnTo>
                  <a:lnTo>
                    <a:pt x="10700337" y="28733"/>
                  </a:lnTo>
                  <a:lnTo>
                    <a:pt x="10796148" y="21224"/>
                  </a:lnTo>
                  <a:lnTo>
                    <a:pt x="10878806" y="15392"/>
                  </a:lnTo>
                  <a:lnTo>
                    <a:pt x="10945639" y="11123"/>
                  </a:lnTo>
                  <a:lnTo>
                    <a:pt x="10995354" y="8237"/>
                  </a:lnTo>
                  <a:lnTo>
                    <a:pt x="11028317" y="6492"/>
                  </a:lnTo>
                  <a:lnTo>
                    <a:pt x="11046594" y="5606"/>
                  </a:lnTo>
                  <a:lnTo>
                    <a:pt x="11053799" y="528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1" y="45"/>
                  </a:lnTo>
                  <a:lnTo>
                    <a:pt x="11046598" y="365"/>
                  </a:lnTo>
                  <a:lnTo>
                    <a:pt x="11028326" y="1250"/>
                  </a:lnTo>
                  <a:lnTo>
                    <a:pt x="10995369" y="2996"/>
                  </a:lnTo>
                  <a:lnTo>
                    <a:pt x="10945660" y="5881"/>
                  </a:lnTo>
                  <a:lnTo>
                    <a:pt x="10878833" y="10149"/>
                  </a:lnTo>
                  <a:lnTo>
                    <a:pt x="10796181" y="15981"/>
                  </a:lnTo>
                  <a:lnTo>
                    <a:pt x="10700374" y="23489"/>
                  </a:lnTo>
                  <a:lnTo>
                    <a:pt x="10594979" y="32718"/>
                  </a:lnTo>
                  <a:lnTo>
                    <a:pt x="10483903" y="43664"/>
                  </a:lnTo>
                  <a:lnTo>
                    <a:pt x="10370882" y="56295"/>
                  </a:lnTo>
                  <a:lnTo>
                    <a:pt x="10259120" y="70577"/>
                  </a:lnTo>
                  <a:lnTo>
                    <a:pt x="10151087" y="86498"/>
                  </a:lnTo>
                  <a:lnTo>
                    <a:pt x="10048486" y="104082"/>
                  </a:lnTo>
                  <a:lnTo>
                    <a:pt x="9952316" y="123400"/>
                  </a:lnTo>
                  <a:lnTo>
                    <a:pt x="9862989" y="144574"/>
                  </a:lnTo>
                  <a:lnTo>
                    <a:pt x="9780479" y="167779"/>
                  </a:lnTo>
                  <a:lnTo>
                    <a:pt x="9704438" y="193241"/>
                  </a:lnTo>
                  <a:lnTo>
                    <a:pt x="9634315" y="221228"/>
                  </a:lnTo>
                  <a:lnTo>
                    <a:pt x="9569435" y="252047"/>
                  </a:lnTo>
                  <a:lnTo>
                    <a:pt x="9509061" y="286017"/>
                  </a:lnTo>
                  <a:lnTo>
                    <a:pt x="9452445" y="323453"/>
                  </a:lnTo>
                  <a:lnTo>
                    <a:pt x="9398865" y="364611"/>
                  </a:lnTo>
                  <a:lnTo>
                    <a:pt x="9347647" y="409642"/>
                  </a:lnTo>
                  <a:lnTo>
                    <a:pt x="9301148" y="455502"/>
                  </a:lnTo>
                  <a:lnTo>
                    <a:pt x="9255848" y="504838"/>
                  </a:lnTo>
                  <a:lnTo>
                    <a:pt x="9211410" y="557721"/>
                  </a:lnTo>
                  <a:lnTo>
                    <a:pt x="9167564" y="614159"/>
                  </a:lnTo>
                  <a:lnTo>
                    <a:pt x="9124098" y="674095"/>
                  </a:lnTo>
                  <a:lnTo>
                    <a:pt x="9080846" y="737395"/>
                  </a:lnTo>
                  <a:lnTo>
                    <a:pt x="9037689" y="803851"/>
                  </a:lnTo>
                  <a:lnTo>
                    <a:pt x="8994543" y="873173"/>
                  </a:lnTo>
                  <a:lnTo>
                    <a:pt x="8951355" y="944996"/>
                  </a:lnTo>
                  <a:lnTo>
                    <a:pt x="8908103" y="1018885"/>
                  </a:lnTo>
                  <a:lnTo>
                    <a:pt x="8864785" y="1094342"/>
                  </a:lnTo>
                  <a:lnTo>
                    <a:pt x="8821417" y="1170823"/>
                  </a:lnTo>
                  <a:lnTo>
                    <a:pt x="8778026" y="1247751"/>
                  </a:lnTo>
                  <a:lnTo>
                    <a:pt x="8734642" y="1324534"/>
                  </a:lnTo>
                  <a:lnTo>
                    <a:pt x="8691296" y="1400584"/>
                  </a:lnTo>
                  <a:lnTo>
                    <a:pt x="8648009" y="1475340"/>
                  </a:lnTo>
                  <a:lnTo>
                    <a:pt x="8604790" y="1548277"/>
                  </a:lnTo>
                  <a:lnTo>
                    <a:pt x="8561627" y="1618927"/>
                  </a:lnTo>
                  <a:lnTo>
                    <a:pt x="8518484" y="1686888"/>
                  </a:lnTo>
                  <a:lnTo>
                    <a:pt x="8475293" y="1751832"/>
                  </a:lnTo>
                  <a:lnTo>
                    <a:pt x="8431954" y="1813508"/>
                  </a:lnTo>
                  <a:lnTo>
                    <a:pt x="8388326" y="1871745"/>
                  </a:lnTo>
                  <a:lnTo>
                    <a:pt x="8344220" y="1926447"/>
                  </a:lnTo>
                  <a:lnTo>
                    <a:pt x="8299398" y="1977590"/>
                  </a:lnTo>
                  <a:lnTo>
                    <a:pt x="8253558" y="2025213"/>
                  </a:lnTo>
                  <a:lnTo>
                    <a:pt x="8229629" y="2048214"/>
                  </a:lnTo>
                  <a:lnTo>
                    <a:pt x="8178431" y="2093229"/>
                  </a:lnTo>
                  <a:lnTo>
                    <a:pt x="8124852" y="2134389"/>
                  </a:lnTo>
                  <a:lnTo>
                    <a:pt x="8068237" y="2171826"/>
                  </a:lnTo>
                  <a:lnTo>
                    <a:pt x="8007864" y="2205798"/>
                  </a:lnTo>
                  <a:lnTo>
                    <a:pt x="7942986" y="2236617"/>
                  </a:lnTo>
                  <a:lnTo>
                    <a:pt x="7872865" y="2264606"/>
                  </a:lnTo>
                  <a:lnTo>
                    <a:pt x="7796827" y="2290068"/>
                  </a:lnTo>
                  <a:lnTo>
                    <a:pt x="7714319" y="2313274"/>
                  </a:lnTo>
                  <a:lnTo>
                    <a:pt x="7624995" y="2334449"/>
                  </a:lnTo>
                  <a:lnTo>
                    <a:pt x="7528827" y="2353767"/>
                  </a:lnTo>
                  <a:lnTo>
                    <a:pt x="7426228" y="2371352"/>
                  </a:lnTo>
                  <a:lnTo>
                    <a:pt x="7318197" y="2387274"/>
                  </a:lnTo>
                  <a:lnTo>
                    <a:pt x="7206436" y="2401557"/>
                  </a:lnTo>
                  <a:lnTo>
                    <a:pt x="7093415" y="2414188"/>
                  </a:lnTo>
                  <a:lnTo>
                    <a:pt x="6982338" y="2425134"/>
                  </a:lnTo>
                  <a:lnTo>
                    <a:pt x="6876940" y="2434364"/>
                  </a:lnTo>
                  <a:lnTo>
                    <a:pt x="6781128" y="2441873"/>
                  </a:lnTo>
                  <a:lnTo>
                    <a:pt x="6698471" y="2447705"/>
                  </a:lnTo>
                  <a:lnTo>
                    <a:pt x="6631638" y="2451974"/>
                  </a:lnTo>
                  <a:lnTo>
                    <a:pt x="6581922" y="2454860"/>
                  </a:lnTo>
                  <a:lnTo>
                    <a:pt x="6548960" y="2456606"/>
                  </a:lnTo>
                  <a:lnTo>
                    <a:pt x="6530683" y="2457491"/>
                  </a:lnTo>
                  <a:lnTo>
                    <a:pt x="6523477" y="2457812"/>
                  </a:lnTo>
                  <a:lnTo>
                    <a:pt x="6522385" y="2457857"/>
                  </a:lnTo>
                  <a:lnTo>
                    <a:pt x="5527445" y="2457857"/>
                  </a:lnTo>
                  <a:lnTo>
                    <a:pt x="5526324" y="2457883"/>
                  </a:lnTo>
                  <a:lnTo>
                    <a:pt x="5518923" y="2458070"/>
                  </a:lnTo>
                  <a:lnTo>
                    <a:pt x="5500162" y="2458587"/>
                  </a:lnTo>
                  <a:lnTo>
                    <a:pt x="5466357" y="2459605"/>
                  </a:lnTo>
                  <a:lnTo>
                    <a:pt x="5415438" y="2461289"/>
                  </a:lnTo>
                  <a:lnTo>
                    <a:pt x="5347104" y="2463776"/>
                  </a:lnTo>
                  <a:lnTo>
                    <a:pt x="5262768" y="2467173"/>
                  </a:lnTo>
                  <a:lnTo>
                    <a:pt x="5165246" y="2471541"/>
                  </a:lnTo>
                  <a:lnTo>
                    <a:pt x="5058251" y="2476904"/>
                  </a:lnTo>
                  <a:lnTo>
                    <a:pt x="4945804" y="2483258"/>
                  </a:lnTo>
                  <a:lnTo>
                    <a:pt x="4831710" y="2490584"/>
                  </a:lnTo>
                  <a:lnTo>
                    <a:pt x="4719196" y="2498863"/>
                  </a:lnTo>
                  <a:lnTo>
                    <a:pt x="4610716" y="2508090"/>
                  </a:lnTo>
                  <a:lnTo>
                    <a:pt x="4507933" y="2518281"/>
                  </a:lnTo>
                  <a:lnTo>
                    <a:pt x="4411787" y="2529482"/>
                  </a:lnTo>
                  <a:lnTo>
                    <a:pt x="4322635" y="2541768"/>
                  </a:lnTo>
                  <a:lnTo>
                    <a:pt x="4240392" y="2555246"/>
                  </a:lnTo>
                  <a:lnTo>
                    <a:pt x="4164663" y="2570051"/>
                  </a:lnTo>
                  <a:lnTo>
                    <a:pt x="4094854" y="2586345"/>
                  </a:lnTo>
                  <a:lnTo>
                    <a:pt x="4030255" y="2604308"/>
                  </a:lnTo>
                  <a:lnTo>
                    <a:pt x="3970103" y="2624128"/>
                  </a:lnTo>
                  <a:lnTo>
                    <a:pt x="3913632" y="2645984"/>
                  </a:lnTo>
                  <a:lnTo>
                    <a:pt x="3860109" y="2670015"/>
                  </a:lnTo>
                  <a:lnTo>
                    <a:pt x="3820202" y="2690192"/>
                  </a:lnTo>
                  <a:lnTo>
                    <a:pt x="3766014" y="2720766"/>
                  </a:lnTo>
                  <a:lnTo>
                    <a:pt x="3713382" y="2754041"/>
                  </a:lnTo>
                  <a:lnTo>
                    <a:pt x="3661795" y="2790067"/>
                  </a:lnTo>
                  <a:lnTo>
                    <a:pt x="3610863" y="2828827"/>
                  </a:lnTo>
                  <a:lnTo>
                    <a:pt x="3560293" y="2870229"/>
                  </a:lnTo>
                  <a:lnTo>
                    <a:pt x="3509876" y="2914101"/>
                  </a:lnTo>
                  <a:lnTo>
                    <a:pt x="3459473" y="2960187"/>
                  </a:lnTo>
                  <a:lnTo>
                    <a:pt x="3409008" y="3008152"/>
                  </a:lnTo>
                  <a:lnTo>
                    <a:pt x="3358452" y="3057586"/>
                  </a:lnTo>
                  <a:lnTo>
                    <a:pt x="3307815" y="3108020"/>
                  </a:lnTo>
                  <a:lnTo>
                    <a:pt x="3257134" y="3158944"/>
                  </a:lnTo>
                  <a:lnTo>
                    <a:pt x="3206457" y="3209825"/>
                  </a:lnTo>
                  <a:lnTo>
                    <a:pt x="3155831" y="3260133"/>
                  </a:lnTo>
                  <a:lnTo>
                    <a:pt x="3105290" y="3309361"/>
                  </a:lnTo>
                  <a:lnTo>
                    <a:pt x="3054838" y="3357051"/>
                  </a:lnTo>
                  <a:lnTo>
                    <a:pt x="3004440" y="3402803"/>
                  </a:lnTo>
                  <a:lnTo>
                    <a:pt x="2954009" y="3446294"/>
                  </a:lnTo>
                  <a:lnTo>
                    <a:pt x="2903397" y="3487283"/>
                  </a:lnTo>
                  <a:lnTo>
                    <a:pt x="2852382" y="3525610"/>
                  </a:lnTo>
                  <a:lnTo>
                    <a:pt x="2800657" y="3561195"/>
                  </a:lnTo>
                  <a:lnTo>
                    <a:pt x="2747813" y="3594032"/>
                  </a:lnTo>
                  <a:lnTo>
                    <a:pt x="2702183" y="3619531"/>
                  </a:lnTo>
                  <a:lnTo>
                    <a:pt x="2650491" y="3645293"/>
                  </a:lnTo>
                  <a:lnTo>
                    <a:pt x="2596366" y="3668827"/>
                  </a:lnTo>
                  <a:lnTo>
                    <a:pt x="2539135" y="3690212"/>
                  </a:lnTo>
                  <a:lnTo>
                    <a:pt x="2478053" y="3709599"/>
                  </a:lnTo>
                  <a:lnTo>
                    <a:pt x="2412350" y="3727171"/>
                  </a:lnTo>
                  <a:lnTo>
                    <a:pt x="2341272" y="3743116"/>
                  </a:lnTo>
                  <a:lnTo>
                    <a:pt x="2264128" y="3757611"/>
                  </a:lnTo>
                  <a:lnTo>
                    <a:pt x="2180360" y="3770810"/>
                  </a:lnTo>
                  <a:lnTo>
                    <a:pt x="2089633" y="3782845"/>
                  </a:lnTo>
                  <a:lnTo>
                    <a:pt x="1991949" y="3793814"/>
                  </a:lnTo>
                  <a:lnTo>
                    <a:pt x="1887781" y="3803785"/>
                  </a:lnTo>
                  <a:lnTo>
                    <a:pt x="1778225" y="3812799"/>
                  </a:lnTo>
                  <a:lnTo>
                    <a:pt x="1665114" y="3820865"/>
                  </a:lnTo>
                  <a:lnTo>
                    <a:pt x="1551084" y="3827975"/>
                  </a:lnTo>
                  <a:lnTo>
                    <a:pt x="1439514" y="3834108"/>
                  </a:lnTo>
                  <a:lnTo>
                    <a:pt x="1334296" y="3839248"/>
                  </a:lnTo>
                  <a:lnTo>
                    <a:pt x="1239432" y="3843394"/>
                  </a:lnTo>
                  <a:lnTo>
                    <a:pt x="1158484" y="3846580"/>
                  </a:lnTo>
                  <a:lnTo>
                    <a:pt x="1093992" y="3848877"/>
                  </a:lnTo>
                  <a:lnTo>
                    <a:pt x="1047002" y="3850398"/>
                  </a:lnTo>
                  <a:lnTo>
                    <a:pt x="1016812" y="3851289"/>
                  </a:lnTo>
                  <a:lnTo>
                    <a:pt x="1000973" y="3851717"/>
                  </a:lnTo>
                  <a:lnTo>
                    <a:pt x="995469" y="3851853"/>
                  </a:lnTo>
                  <a:lnTo>
                    <a:pt x="994940" y="3851866"/>
                  </a:lnTo>
                  <a:lnTo>
                    <a:pt x="0" y="3851866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62" name="pl1461"/>
            <p:cNvSpPr/>
            <p:nvPr/>
          </p:nvSpPr>
          <p:spPr>
            <a:xfrm>
              <a:off x="1199187" y="1393844"/>
              <a:ext cx="12049831" cy="3851866"/>
            </a:xfrm>
            <a:custGeom>
              <a:avLst/>
              <a:pathLst>
                <a:path w="12049831" h="3851866">
                  <a:moveTo>
                    <a:pt x="0" y="3851866"/>
                  </a:moveTo>
                  <a:lnTo>
                    <a:pt x="994940" y="3851866"/>
                  </a:lnTo>
                  <a:lnTo>
                    <a:pt x="996061" y="3851839"/>
                  </a:lnTo>
                  <a:lnTo>
                    <a:pt x="1003462" y="3851652"/>
                  </a:lnTo>
                  <a:lnTo>
                    <a:pt x="1022223" y="3851136"/>
                  </a:lnTo>
                  <a:lnTo>
                    <a:pt x="1056028" y="3850117"/>
                  </a:lnTo>
                  <a:lnTo>
                    <a:pt x="1106947" y="3848434"/>
                  </a:lnTo>
                  <a:lnTo>
                    <a:pt x="1175281" y="3845946"/>
                  </a:lnTo>
                  <a:lnTo>
                    <a:pt x="1259617" y="3842549"/>
                  </a:lnTo>
                  <a:lnTo>
                    <a:pt x="1357139" y="3838182"/>
                  </a:lnTo>
                  <a:lnTo>
                    <a:pt x="1464134" y="3832818"/>
                  </a:lnTo>
                  <a:lnTo>
                    <a:pt x="1576581" y="3826464"/>
                  </a:lnTo>
                  <a:lnTo>
                    <a:pt x="1690675" y="3819138"/>
                  </a:lnTo>
                  <a:lnTo>
                    <a:pt x="1803189" y="3810859"/>
                  </a:lnTo>
                  <a:lnTo>
                    <a:pt x="1911669" y="3801633"/>
                  </a:lnTo>
                  <a:lnTo>
                    <a:pt x="2014452" y="3791442"/>
                  </a:lnTo>
                  <a:lnTo>
                    <a:pt x="2110598" y="3780241"/>
                  </a:lnTo>
                  <a:lnTo>
                    <a:pt x="2199750" y="3767955"/>
                  </a:lnTo>
                  <a:lnTo>
                    <a:pt x="2281993" y="3754477"/>
                  </a:lnTo>
                  <a:lnTo>
                    <a:pt x="2357722" y="3739671"/>
                  </a:lnTo>
                  <a:lnTo>
                    <a:pt x="2427531" y="3723377"/>
                  </a:lnTo>
                  <a:lnTo>
                    <a:pt x="2492130" y="3705414"/>
                  </a:lnTo>
                  <a:lnTo>
                    <a:pt x="2552282" y="3685594"/>
                  </a:lnTo>
                  <a:lnTo>
                    <a:pt x="2608753" y="3663738"/>
                  </a:lnTo>
                  <a:lnTo>
                    <a:pt x="2662276" y="3639708"/>
                  </a:lnTo>
                  <a:lnTo>
                    <a:pt x="2702183" y="3619531"/>
                  </a:lnTo>
                  <a:lnTo>
                    <a:pt x="2756371" y="3588957"/>
                  </a:lnTo>
                  <a:lnTo>
                    <a:pt x="2809003" y="3555682"/>
                  </a:lnTo>
                  <a:lnTo>
                    <a:pt x="2860590" y="3519656"/>
                  </a:lnTo>
                  <a:lnTo>
                    <a:pt x="2911522" y="3480895"/>
                  </a:lnTo>
                  <a:lnTo>
                    <a:pt x="2962092" y="3439493"/>
                  </a:lnTo>
                  <a:lnTo>
                    <a:pt x="3012509" y="3395621"/>
                  </a:lnTo>
                  <a:lnTo>
                    <a:pt x="3062912" y="3349535"/>
                  </a:lnTo>
                  <a:lnTo>
                    <a:pt x="3113377" y="3301571"/>
                  </a:lnTo>
                  <a:lnTo>
                    <a:pt x="3163933" y="3252137"/>
                  </a:lnTo>
                  <a:lnTo>
                    <a:pt x="3214570" y="3201702"/>
                  </a:lnTo>
                  <a:lnTo>
                    <a:pt x="3265251" y="3150778"/>
                  </a:lnTo>
                  <a:lnTo>
                    <a:pt x="3315928" y="3099897"/>
                  </a:lnTo>
                  <a:lnTo>
                    <a:pt x="3366554" y="3049590"/>
                  </a:lnTo>
                  <a:lnTo>
                    <a:pt x="3417095" y="3000361"/>
                  </a:lnTo>
                  <a:lnTo>
                    <a:pt x="3467547" y="2952672"/>
                  </a:lnTo>
                  <a:lnTo>
                    <a:pt x="3517945" y="2906919"/>
                  </a:lnTo>
                  <a:lnTo>
                    <a:pt x="3568376" y="2863428"/>
                  </a:lnTo>
                  <a:lnTo>
                    <a:pt x="3618988" y="2822439"/>
                  </a:lnTo>
                  <a:lnTo>
                    <a:pt x="3670003" y="2784113"/>
                  </a:lnTo>
                  <a:lnTo>
                    <a:pt x="3721728" y="2748528"/>
                  </a:lnTo>
                  <a:lnTo>
                    <a:pt x="3774572" y="2715690"/>
                  </a:lnTo>
                  <a:lnTo>
                    <a:pt x="3820202" y="2690192"/>
                  </a:lnTo>
                  <a:lnTo>
                    <a:pt x="3871894" y="2664430"/>
                  </a:lnTo>
                  <a:lnTo>
                    <a:pt x="3926019" y="2640896"/>
                  </a:lnTo>
                  <a:lnTo>
                    <a:pt x="3983250" y="2619511"/>
                  </a:lnTo>
                  <a:lnTo>
                    <a:pt x="4044332" y="2600124"/>
                  </a:lnTo>
                  <a:lnTo>
                    <a:pt x="4110035" y="2582551"/>
                  </a:lnTo>
                  <a:lnTo>
                    <a:pt x="4181113" y="2566606"/>
                  </a:lnTo>
                  <a:lnTo>
                    <a:pt x="4258257" y="2552112"/>
                  </a:lnTo>
                  <a:lnTo>
                    <a:pt x="4342025" y="2538912"/>
                  </a:lnTo>
                  <a:lnTo>
                    <a:pt x="4432752" y="2526878"/>
                  </a:lnTo>
                  <a:lnTo>
                    <a:pt x="4530436" y="2515909"/>
                  </a:lnTo>
                  <a:lnTo>
                    <a:pt x="4634604" y="2505937"/>
                  </a:lnTo>
                  <a:lnTo>
                    <a:pt x="4744160" y="2496924"/>
                  </a:lnTo>
                  <a:lnTo>
                    <a:pt x="4857271" y="2488857"/>
                  </a:lnTo>
                  <a:lnTo>
                    <a:pt x="4971301" y="2481748"/>
                  </a:lnTo>
                  <a:lnTo>
                    <a:pt x="5082871" y="2475614"/>
                  </a:lnTo>
                  <a:lnTo>
                    <a:pt x="5188089" y="2470475"/>
                  </a:lnTo>
                  <a:lnTo>
                    <a:pt x="5282953" y="2466328"/>
                  </a:lnTo>
                  <a:lnTo>
                    <a:pt x="5363901" y="2463142"/>
                  </a:lnTo>
                  <a:lnTo>
                    <a:pt x="5428393" y="2460846"/>
                  </a:lnTo>
                  <a:lnTo>
                    <a:pt x="5475383" y="2459325"/>
                  </a:lnTo>
                  <a:lnTo>
                    <a:pt x="5505573" y="2458433"/>
                  </a:lnTo>
                  <a:lnTo>
                    <a:pt x="5521412" y="2458006"/>
                  </a:lnTo>
                  <a:lnTo>
                    <a:pt x="5526916" y="2457869"/>
                  </a:lnTo>
                  <a:lnTo>
                    <a:pt x="5527445" y="2457857"/>
                  </a:lnTo>
                  <a:lnTo>
                    <a:pt x="6522385" y="2457857"/>
                  </a:lnTo>
                  <a:lnTo>
                    <a:pt x="6523476" y="2457812"/>
                  </a:lnTo>
                  <a:lnTo>
                    <a:pt x="6530678" y="2457491"/>
                  </a:lnTo>
                  <a:lnTo>
                    <a:pt x="6548950" y="2456606"/>
                  </a:lnTo>
                  <a:lnTo>
                    <a:pt x="6581907" y="2454861"/>
                  </a:lnTo>
                  <a:lnTo>
                    <a:pt x="6631616" y="2451975"/>
                  </a:lnTo>
                  <a:lnTo>
                    <a:pt x="6698443" y="2447707"/>
                  </a:lnTo>
                  <a:lnTo>
                    <a:pt x="6781095" y="2441875"/>
                  </a:lnTo>
                  <a:lnTo>
                    <a:pt x="6876903" y="2434367"/>
                  </a:lnTo>
                  <a:lnTo>
                    <a:pt x="6982298" y="2425138"/>
                  </a:lnTo>
                  <a:lnTo>
                    <a:pt x="7093374" y="2414192"/>
                  </a:lnTo>
                  <a:lnTo>
                    <a:pt x="7206394" y="2401561"/>
                  </a:lnTo>
                  <a:lnTo>
                    <a:pt x="7318157" y="2387279"/>
                  </a:lnTo>
                  <a:lnTo>
                    <a:pt x="7426189" y="2371358"/>
                  </a:lnTo>
                  <a:lnTo>
                    <a:pt x="7528790" y="2353774"/>
                  </a:lnTo>
                  <a:lnTo>
                    <a:pt x="7624961" y="2334456"/>
                  </a:lnTo>
                  <a:lnTo>
                    <a:pt x="7714287" y="2313282"/>
                  </a:lnTo>
                  <a:lnTo>
                    <a:pt x="7796798" y="2290077"/>
                  </a:lnTo>
                  <a:lnTo>
                    <a:pt x="7872839" y="2264616"/>
                  </a:lnTo>
                  <a:lnTo>
                    <a:pt x="7942961" y="2236628"/>
                  </a:lnTo>
                  <a:lnTo>
                    <a:pt x="8007842" y="2205810"/>
                  </a:lnTo>
                  <a:lnTo>
                    <a:pt x="8068216" y="2171839"/>
                  </a:lnTo>
                  <a:lnTo>
                    <a:pt x="8124832" y="2134403"/>
                  </a:lnTo>
                  <a:lnTo>
                    <a:pt x="8178411" y="2093245"/>
                  </a:lnTo>
                  <a:lnTo>
                    <a:pt x="8229611" y="2048231"/>
                  </a:lnTo>
                  <a:lnTo>
                    <a:pt x="8229629" y="2048214"/>
                  </a:lnTo>
                  <a:lnTo>
                    <a:pt x="8276128" y="2002354"/>
                  </a:lnTo>
                  <a:lnTo>
                    <a:pt x="8321428" y="1953018"/>
                  </a:lnTo>
                  <a:lnTo>
                    <a:pt x="8365866" y="1900136"/>
                  </a:lnTo>
                  <a:lnTo>
                    <a:pt x="8409712" y="1843697"/>
                  </a:lnTo>
                  <a:lnTo>
                    <a:pt x="8453179" y="1783762"/>
                  </a:lnTo>
                  <a:lnTo>
                    <a:pt x="8496430" y="1720461"/>
                  </a:lnTo>
                  <a:lnTo>
                    <a:pt x="8539587" y="1654005"/>
                  </a:lnTo>
                  <a:lnTo>
                    <a:pt x="8582734" y="1584683"/>
                  </a:lnTo>
                  <a:lnTo>
                    <a:pt x="8625921" y="1512860"/>
                  </a:lnTo>
                  <a:lnTo>
                    <a:pt x="8669173" y="1438971"/>
                  </a:lnTo>
                  <a:lnTo>
                    <a:pt x="8712491" y="1363514"/>
                  </a:lnTo>
                  <a:lnTo>
                    <a:pt x="8755859" y="1287033"/>
                  </a:lnTo>
                  <a:lnTo>
                    <a:pt x="8799251" y="1210105"/>
                  </a:lnTo>
                  <a:lnTo>
                    <a:pt x="8842634" y="1133323"/>
                  </a:lnTo>
                  <a:lnTo>
                    <a:pt x="8885980" y="1057272"/>
                  </a:lnTo>
                  <a:lnTo>
                    <a:pt x="8929267" y="982516"/>
                  </a:lnTo>
                  <a:lnTo>
                    <a:pt x="8972486" y="909579"/>
                  </a:lnTo>
                  <a:lnTo>
                    <a:pt x="9015649" y="838929"/>
                  </a:lnTo>
                  <a:lnTo>
                    <a:pt x="9058793" y="770968"/>
                  </a:lnTo>
                  <a:lnTo>
                    <a:pt x="9101983" y="706025"/>
                  </a:lnTo>
                  <a:lnTo>
                    <a:pt x="9145322" y="644349"/>
                  </a:lnTo>
                  <a:lnTo>
                    <a:pt x="9188951" y="586112"/>
                  </a:lnTo>
                  <a:lnTo>
                    <a:pt x="9233057" y="531409"/>
                  </a:lnTo>
                  <a:lnTo>
                    <a:pt x="9277879" y="480267"/>
                  </a:lnTo>
                  <a:lnTo>
                    <a:pt x="9323718" y="432643"/>
                  </a:lnTo>
                  <a:lnTo>
                    <a:pt x="9347647" y="409642"/>
                  </a:lnTo>
                  <a:lnTo>
                    <a:pt x="9398846" y="364627"/>
                  </a:lnTo>
                  <a:lnTo>
                    <a:pt x="9452424" y="323468"/>
                  </a:lnTo>
                  <a:lnTo>
                    <a:pt x="9509039" y="286031"/>
                  </a:lnTo>
                  <a:lnTo>
                    <a:pt x="9569412" y="252059"/>
                  </a:lnTo>
                  <a:lnTo>
                    <a:pt x="9634291" y="221239"/>
                  </a:lnTo>
                  <a:lnTo>
                    <a:pt x="9704411" y="193251"/>
                  </a:lnTo>
                  <a:lnTo>
                    <a:pt x="9780449" y="167788"/>
                  </a:lnTo>
                  <a:lnTo>
                    <a:pt x="9862958" y="144582"/>
                  </a:lnTo>
                  <a:lnTo>
                    <a:pt x="9952281" y="123407"/>
                  </a:lnTo>
                  <a:lnTo>
                    <a:pt x="10048450" y="104089"/>
                  </a:lnTo>
                  <a:lnTo>
                    <a:pt x="10151048" y="86504"/>
                  </a:lnTo>
                  <a:lnTo>
                    <a:pt x="10259079" y="70583"/>
                  </a:lnTo>
                  <a:lnTo>
                    <a:pt x="10370841" y="56300"/>
                  </a:lnTo>
                  <a:lnTo>
                    <a:pt x="10483861" y="43669"/>
                  </a:lnTo>
                  <a:lnTo>
                    <a:pt x="10594939" y="32722"/>
                  </a:lnTo>
                  <a:lnTo>
                    <a:pt x="10700337" y="23492"/>
                  </a:lnTo>
                  <a:lnTo>
                    <a:pt x="10796148" y="15984"/>
                  </a:lnTo>
                  <a:lnTo>
                    <a:pt x="10878806" y="10151"/>
                  </a:lnTo>
                  <a:lnTo>
                    <a:pt x="10945639" y="5883"/>
                  </a:lnTo>
                  <a:lnTo>
                    <a:pt x="10995354" y="2997"/>
                  </a:lnTo>
                  <a:lnTo>
                    <a:pt x="11028317" y="1251"/>
                  </a:lnTo>
                  <a:lnTo>
                    <a:pt x="11046594" y="365"/>
                  </a:lnTo>
                  <a:lnTo>
                    <a:pt x="11053799" y="45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3" name="pl1462"/>
            <p:cNvSpPr/>
            <p:nvPr/>
          </p:nvSpPr>
          <p:spPr>
            <a:xfrm>
              <a:off x="1199187" y="1388603"/>
              <a:ext cx="12049831" cy="3851866"/>
            </a:xfrm>
            <a:custGeom>
              <a:avLst/>
              <a:pathLst>
                <a:path w="12049831" h="3851866">
                  <a:moveTo>
                    <a:pt x="12049831" y="0"/>
                  </a:moveTo>
                  <a:lnTo>
                    <a:pt x="11054891" y="0"/>
                  </a:lnTo>
                  <a:lnTo>
                    <a:pt x="11053801" y="45"/>
                  </a:lnTo>
                  <a:lnTo>
                    <a:pt x="11046598" y="365"/>
                  </a:lnTo>
                  <a:lnTo>
                    <a:pt x="11028326" y="1250"/>
                  </a:lnTo>
                  <a:lnTo>
                    <a:pt x="10995369" y="2996"/>
                  </a:lnTo>
                  <a:lnTo>
                    <a:pt x="10945660" y="5881"/>
                  </a:lnTo>
                  <a:lnTo>
                    <a:pt x="10878833" y="10149"/>
                  </a:lnTo>
                  <a:lnTo>
                    <a:pt x="10796181" y="15981"/>
                  </a:lnTo>
                  <a:lnTo>
                    <a:pt x="10700374" y="23489"/>
                  </a:lnTo>
                  <a:lnTo>
                    <a:pt x="10594979" y="32718"/>
                  </a:lnTo>
                  <a:lnTo>
                    <a:pt x="10483903" y="43664"/>
                  </a:lnTo>
                  <a:lnTo>
                    <a:pt x="10370882" y="56295"/>
                  </a:lnTo>
                  <a:lnTo>
                    <a:pt x="10259120" y="70577"/>
                  </a:lnTo>
                  <a:lnTo>
                    <a:pt x="10151087" y="86498"/>
                  </a:lnTo>
                  <a:lnTo>
                    <a:pt x="10048486" y="104082"/>
                  </a:lnTo>
                  <a:lnTo>
                    <a:pt x="9952316" y="123400"/>
                  </a:lnTo>
                  <a:lnTo>
                    <a:pt x="9862989" y="144574"/>
                  </a:lnTo>
                  <a:lnTo>
                    <a:pt x="9780479" y="167779"/>
                  </a:lnTo>
                  <a:lnTo>
                    <a:pt x="9704438" y="193241"/>
                  </a:lnTo>
                  <a:lnTo>
                    <a:pt x="9634315" y="221228"/>
                  </a:lnTo>
                  <a:lnTo>
                    <a:pt x="9569435" y="252047"/>
                  </a:lnTo>
                  <a:lnTo>
                    <a:pt x="9509061" y="286017"/>
                  </a:lnTo>
                  <a:lnTo>
                    <a:pt x="9452445" y="323453"/>
                  </a:lnTo>
                  <a:lnTo>
                    <a:pt x="9398865" y="364611"/>
                  </a:lnTo>
                  <a:lnTo>
                    <a:pt x="9347666" y="409625"/>
                  </a:lnTo>
                  <a:lnTo>
                    <a:pt x="9347647" y="409642"/>
                  </a:lnTo>
                  <a:lnTo>
                    <a:pt x="9301148" y="455502"/>
                  </a:lnTo>
                  <a:lnTo>
                    <a:pt x="9255848" y="504838"/>
                  </a:lnTo>
                  <a:lnTo>
                    <a:pt x="9211410" y="557721"/>
                  </a:lnTo>
                  <a:lnTo>
                    <a:pt x="9167564" y="614159"/>
                  </a:lnTo>
                  <a:lnTo>
                    <a:pt x="9124098" y="674095"/>
                  </a:lnTo>
                  <a:lnTo>
                    <a:pt x="9080846" y="737395"/>
                  </a:lnTo>
                  <a:lnTo>
                    <a:pt x="9037689" y="803851"/>
                  </a:lnTo>
                  <a:lnTo>
                    <a:pt x="8994543" y="873173"/>
                  </a:lnTo>
                  <a:lnTo>
                    <a:pt x="8951355" y="944996"/>
                  </a:lnTo>
                  <a:lnTo>
                    <a:pt x="8908103" y="1018885"/>
                  </a:lnTo>
                  <a:lnTo>
                    <a:pt x="8864785" y="1094342"/>
                  </a:lnTo>
                  <a:lnTo>
                    <a:pt x="8821417" y="1170823"/>
                  </a:lnTo>
                  <a:lnTo>
                    <a:pt x="8778026" y="1247751"/>
                  </a:lnTo>
                  <a:lnTo>
                    <a:pt x="8734642" y="1324534"/>
                  </a:lnTo>
                  <a:lnTo>
                    <a:pt x="8691296" y="1400584"/>
                  </a:lnTo>
                  <a:lnTo>
                    <a:pt x="8648009" y="1475340"/>
                  </a:lnTo>
                  <a:lnTo>
                    <a:pt x="8604790" y="1548277"/>
                  </a:lnTo>
                  <a:lnTo>
                    <a:pt x="8561627" y="1618927"/>
                  </a:lnTo>
                  <a:lnTo>
                    <a:pt x="8518484" y="1686888"/>
                  </a:lnTo>
                  <a:lnTo>
                    <a:pt x="8475293" y="1751832"/>
                  </a:lnTo>
                  <a:lnTo>
                    <a:pt x="8431954" y="1813508"/>
                  </a:lnTo>
                  <a:lnTo>
                    <a:pt x="8388326" y="1871745"/>
                  </a:lnTo>
                  <a:lnTo>
                    <a:pt x="8344220" y="1926447"/>
                  </a:lnTo>
                  <a:lnTo>
                    <a:pt x="8299398" y="1977590"/>
                  </a:lnTo>
                  <a:lnTo>
                    <a:pt x="8253558" y="2025213"/>
                  </a:lnTo>
                  <a:lnTo>
                    <a:pt x="8229629" y="2048214"/>
                  </a:lnTo>
                  <a:lnTo>
                    <a:pt x="8178431" y="2093229"/>
                  </a:lnTo>
                  <a:lnTo>
                    <a:pt x="8124852" y="2134389"/>
                  </a:lnTo>
                  <a:lnTo>
                    <a:pt x="8068237" y="2171826"/>
                  </a:lnTo>
                  <a:lnTo>
                    <a:pt x="8007864" y="2205798"/>
                  </a:lnTo>
                  <a:lnTo>
                    <a:pt x="7942986" y="2236617"/>
                  </a:lnTo>
                  <a:lnTo>
                    <a:pt x="7872865" y="2264606"/>
                  </a:lnTo>
                  <a:lnTo>
                    <a:pt x="7796827" y="2290068"/>
                  </a:lnTo>
                  <a:lnTo>
                    <a:pt x="7714319" y="2313274"/>
                  </a:lnTo>
                  <a:lnTo>
                    <a:pt x="7624995" y="2334449"/>
                  </a:lnTo>
                  <a:lnTo>
                    <a:pt x="7528827" y="2353767"/>
                  </a:lnTo>
                  <a:lnTo>
                    <a:pt x="7426228" y="2371352"/>
                  </a:lnTo>
                  <a:lnTo>
                    <a:pt x="7318197" y="2387274"/>
                  </a:lnTo>
                  <a:lnTo>
                    <a:pt x="7206436" y="2401557"/>
                  </a:lnTo>
                  <a:lnTo>
                    <a:pt x="7093415" y="2414188"/>
                  </a:lnTo>
                  <a:lnTo>
                    <a:pt x="6982338" y="2425134"/>
                  </a:lnTo>
                  <a:lnTo>
                    <a:pt x="6876940" y="2434364"/>
                  </a:lnTo>
                  <a:lnTo>
                    <a:pt x="6781128" y="2441873"/>
                  </a:lnTo>
                  <a:lnTo>
                    <a:pt x="6698471" y="2447705"/>
                  </a:lnTo>
                  <a:lnTo>
                    <a:pt x="6631638" y="2451974"/>
                  </a:lnTo>
                  <a:lnTo>
                    <a:pt x="6581922" y="2454860"/>
                  </a:lnTo>
                  <a:lnTo>
                    <a:pt x="6548960" y="2456606"/>
                  </a:lnTo>
                  <a:lnTo>
                    <a:pt x="6530683" y="2457491"/>
                  </a:lnTo>
                  <a:lnTo>
                    <a:pt x="6523477" y="2457812"/>
                  </a:lnTo>
                  <a:lnTo>
                    <a:pt x="6522385" y="2457857"/>
                  </a:lnTo>
                  <a:lnTo>
                    <a:pt x="6522385" y="2457857"/>
                  </a:lnTo>
                  <a:lnTo>
                    <a:pt x="5527445" y="2457857"/>
                  </a:lnTo>
                  <a:lnTo>
                    <a:pt x="5526324" y="2457883"/>
                  </a:lnTo>
                  <a:lnTo>
                    <a:pt x="5518923" y="2458070"/>
                  </a:lnTo>
                  <a:lnTo>
                    <a:pt x="5500162" y="2458587"/>
                  </a:lnTo>
                  <a:lnTo>
                    <a:pt x="5466357" y="2459605"/>
                  </a:lnTo>
                  <a:lnTo>
                    <a:pt x="5415438" y="2461289"/>
                  </a:lnTo>
                  <a:lnTo>
                    <a:pt x="5347104" y="2463776"/>
                  </a:lnTo>
                  <a:lnTo>
                    <a:pt x="5262768" y="2467173"/>
                  </a:lnTo>
                  <a:lnTo>
                    <a:pt x="5165246" y="2471541"/>
                  </a:lnTo>
                  <a:lnTo>
                    <a:pt x="5058251" y="2476904"/>
                  </a:lnTo>
                  <a:lnTo>
                    <a:pt x="4945804" y="2483258"/>
                  </a:lnTo>
                  <a:lnTo>
                    <a:pt x="4831710" y="2490584"/>
                  </a:lnTo>
                  <a:lnTo>
                    <a:pt x="4719196" y="2498863"/>
                  </a:lnTo>
                  <a:lnTo>
                    <a:pt x="4610716" y="2508090"/>
                  </a:lnTo>
                  <a:lnTo>
                    <a:pt x="4507933" y="2518281"/>
                  </a:lnTo>
                  <a:lnTo>
                    <a:pt x="4411787" y="2529482"/>
                  </a:lnTo>
                  <a:lnTo>
                    <a:pt x="4322635" y="2541768"/>
                  </a:lnTo>
                  <a:lnTo>
                    <a:pt x="4240392" y="2555246"/>
                  </a:lnTo>
                  <a:lnTo>
                    <a:pt x="4164663" y="2570051"/>
                  </a:lnTo>
                  <a:lnTo>
                    <a:pt x="4094854" y="2586345"/>
                  </a:lnTo>
                  <a:lnTo>
                    <a:pt x="4030255" y="2604308"/>
                  </a:lnTo>
                  <a:lnTo>
                    <a:pt x="3970103" y="2624128"/>
                  </a:lnTo>
                  <a:lnTo>
                    <a:pt x="3913632" y="2645984"/>
                  </a:lnTo>
                  <a:lnTo>
                    <a:pt x="3860109" y="2670015"/>
                  </a:lnTo>
                  <a:lnTo>
                    <a:pt x="3820202" y="2690192"/>
                  </a:lnTo>
                  <a:lnTo>
                    <a:pt x="3766014" y="2720766"/>
                  </a:lnTo>
                  <a:lnTo>
                    <a:pt x="3713382" y="2754041"/>
                  </a:lnTo>
                  <a:lnTo>
                    <a:pt x="3661795" y="2790067"/>
                  </a:lnTo>
                  <a:lnTo>
                    <a:pt x="3610863" y="2828827"/>
                  </a:lnTo>
                  <a:lnTo>
                    <a:pt x="3560293" y="2870229"/>
                  </a:lnTo>
                  <a:lnTo>
                    <a:pt x="3509876" y="2914101"/>
                  </a:lnTo>
                  <a:lnTo>
                    <a:pt x="3459473" y="2960187"/>
                  </a:lnTo>
                  <a:lnTo>
                    <a:pt x="3409008" y="3008152"/>
                  </a:lnTo>
                  <a:lnTo>
                    <a:pt x="3358452" y="3057586"/>
                  </a:lnTo>
                  <a:lnTo>
                    <a:pt x="3307815" y="3108020"/>
                  </a:lnTo>
                  <a:lnTo>
                    <a:pt x="3257134" y="3158944"/>
                  </a:lnTo>
                  <a:lnTo>
                    <a:pt x="3206457" y="3209825"/>
                  </a:lnTo>
                  <a:lnTo>
                    <a:pt x="3155831" y="3260133"/>
                  </a:lnTo>
                  <a:lnTo>
                    <a:pt x="3105290" y="3309361"/>
                  </a:lnTo>
                  <a:lnTo>
                    <a:pt x="3054838" y="3357051"/>
                  </a:lnTo>
                  <a:lnTo>
                    <a:pt x="3004440" y="3402803"/>
                  </a:lnTo>
                  <a:lnTo>
                    <a:pt x="2954009" y="3446294"/>
                  </a:lnTo>
                  <a:lnTo>
                    <a:pt x="2903397" y="3487283"/>
                  </a:lnTo>
                  <a:lnTo>
                    <a:pt x="2852382" y="3525610"/>
                  </a:lnTo>
                  <a:lnTo>
                    <a:pt x="2800657" y="3561195"/>
                  </a:lnTo>
                  <a:lnTo>
                    <a:pt x="2747813" y="3594032"/>
                  </a:lnTo>
                  <a:lnTo>
                    <a:pt x="2702183" y="3619531"/>
                  </a:lnTo>
                  <a:lnTo>
                    <a:pt x="2650491" y="3645293"/>
                  </a:lnTo>
                  <a:lnTo>
                    <a:pt x="2596366" y="3668827"/>
                  </a:lnTo>
                  <a:lnTo>
                    <a:pt x="2539135" y="3690212"/>
                  </a:lnTo>
                  <a:lnTo>
                    <a:pt x="2478053" y="3709599"/>
                  </a:lnTo>
                  <a:lnTo>
                    <a:pt x="2412350" y="3727171"/>
                  </a:lnTo>
                  <a:lnTo>
                    <a:pt x="2341272" y="3743116"/>
                  </a:lnTo>
                  <a:lnTo>
                    <a:pt x="2264128" y="3757611"/>
                  </a:lnTo>
                  <a:lnTo>
                    <a:pt x="2180360" y="3770810"/>
                  </a:lnTo>
                  <a:lnTo>
                    <a:pt x="2089633" y="3782845"/>
                  </a:lnTo>
                  <a:lnTo>
                    <a:pt x="1991949" y="3793814"/>
                  </a:lnTo>
                  <a:lnTo>
                    <a:pt x="1887781" y="3803785"/>
                  </a:lnTo>
                  <a:lnTo>
                    <a:pt x="1778225" y="3812799"/>
                  </a:lnTo>
                  <a:lnTo>
                    <a:pt x="1665114" y="3820865"/>
                  </a:lnTo>
                  <a:lnTo>
                    <a:pt x="1551084" y="3827975"/>
                  </a:lnTo>
                  <a:lnTo>
                    <a:pt x="1439514" y="3834108"/>
                  </a:lnTo>
                  <a:lnTo>
                    <a:pt x="1334296" y="3839248"/>
                  </a:lnTo>
                  <a:lnTo>
                    <a:pt x="1239432" y="3843394"/>
                  </a:lnTo>
                  <a:lnTo>
                    <a:pt x="1158484" y="3846580"/>
                  </a:lnTo>
                  <a:lnTo>
                    <a:pt x="1093992" y="3848877"/>
                  </a:lnTo>
                  <a:lnTo>
                    <a:pt x="1047002" y="3850398"/>
                  </a:lnTo>
                  <a:lnTo>
                    <a:pt x="1016812" y="3851289"/>
                  </a:lnTo>
                  <a:lnTo>
                    <a:pt x="1000973" y="3851717"/>
                  </a:lnTo>
                  <a:lnTo>
                    <a:pt x="995469" y="3851853"/>
                  </a:lnTo>
                  <a:lnTo>
                    <a:pt x="994940" y="3851866"/>
                  </a:lnTo>
                  <a:lnTo>
                    <a:pt x="0" y="3851866"/>
                  </a:lnTo>
                  <a:lnTo>
                    <a:pt x="0" y="38518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4" name="pg1463"/>
            <p:cNvSpPr/>
            <p:nvPr/>
          </p:nvSpPr>
          <p:spPr>
            <a:xfrm>
              <a:off x="1199187" y="3621113"/>
              <a:ext cx="12049831" cy="1629837"/>
            </a:xfrm>
            <a:custGeom>
              <a:avLst/>
              <a:pathLst>
                <a:path w="12049831" h="1629837">
                  <a:moveTo>
                    <a:pt x="0" y="1629837"/>
                  </a:moveTo>
                  <a:lnTo>
                    <a:pt x="994940" y="1629837"/>
                  </a:lnTo>
                  <a:lnTo>
                    <a:pt x="996063" y="1629812"/>
                  </a:lnTo>
                  <a:lnTo>
                    <a:pt x="1003476" y="1629637"/>
                  </a:lnTo>
                  <a:lnTo>
                    <a:pt x="1022267" y="1629152"/>
                  </a:lnTo>
                  <a:lnTo>
                    <a:pt x="1056123" y="1628197"/>
                  </a:lnTo>
                  <a:lnTo>
                    <a:pt x="1107115" y="1626619"/>
                  </a:lnTo>
                  <a:lnTo>
                    <a:pt x="1175540" y="1624286"/>
                  </a:lnTo>
                  <a:lnTo>
                    <a:pt x="1259978" y="1621102"/>
                  </a:lnTo>
                  <a:lnTo>
                    <a:pt x="1357603" y="1617007"/>
                  </a:lnTo>
                  <a:lnTo>
                    <a:pt x="1464693" y="1611979"/>
                  </a:lnTo>
                  <a:lnTo>
                    <a:pt x="1577223" y="1606022"/>
                  </a:lnTo>
                  <a:lnTo>
                    <a:pt x="1691380" y="1599156"/>
                  </a:lnTo>
                  <a:lnTo>
                    <a:pt x="1803938" y="1591396"/>
                  </a:lnTo>
                  <a:lnTo>
                    <a:pt x="1912443" y="1582748"/>
                  </a:lnTo>
                  <a:lnTo>
                    <a:pt x="2015237" y="1573195"/>
                  </a:lnTo>
                  <a:lnTo>
                    <a:pt x="2111381" y="1562697"/>
                  </a:lnTo>
                  <a:lnTo>
                    <a:pt x="2200522" y="1551180"/>
                  </a:lnTo>
                  <a:lnTo>
                    <a:pt x="2282748" y="1538545"/>
                  </a:lnTo>
                  <a:lnTo>
                    <a:pt x="2358458" y="1524665"/>
                  </a:lnTo>
                  <a:lnTo>
                    <a:pt x="2428249" y="1509389"/>
                  </a:lnTo>
                  <a:lnTo>
                    <a:pt x="2492831" y="1492546"/>
                  </a:lnTo>
                  <a:lnTo>
                    <a:pt x="2552970" y="1473961"/>
                  </a:lnTo>
                  <a:lnTo>
                    <a:pt x="2609433" y="1453467"/>
                  </a:lnTo>
                  <a:lnTo>
                    <a:pt x="2662953" y="1430933"/>
                  </a:lnTo>
                  <a:lnTo>
                    <a:pt x="2702183" y="1412350"/>
                  </a:lnTo>
                  <a:lnTo>
                    <a:pt x="2757067" y="1383340"/>
                  </a:lnTo>
                  <a:lnTo>
                    <a:pt x="2810361" y="1351734"/>
                  </a:lnTo>
                  <a:lnTo>
                    <a:pt x="2862595" y="1317485"/>
                  </a:lnTo>
                  <a:lnTo>
                    <a:pt x="2914170" y="1280611"/>
                  </a:lnTo>
                  <a:lnTo>
                    <a:pt x="2965386" y="1241206"/>
                  </a:lnTo>
                  <a:lnTo>
                    <a:pt x="3016456" y="1199443"/>
                  </a:lnTo>
                  <a:lnTo>
                    <a:pt x="3067520" y="1155574"/>
                  </a:lnTo>
                  <a:lnTo>
                    <a:pt x="3118653" y="1109935"/>
                  </a:lnTo>
                  <a:lnTo>
                    <a:pt x="3169879" y="1062929"/>
                  </a:lnTo>
                  <a:lnTo>
                    <a:pt x="3221185" y="1015017"/>
                  </a:lnTo>
                  <a:lnTo>
                    <a:pt x="3272530" y="966702"/>
                  </a:lnTo>
                  <a:lnTo>
                    <a:pt x="3323864" y="918501"/>
                  </a:lnTo>
                  <a:lnTo>
                    <a:pt x="3375138" y="870929"/>
                  </a:lnTo>
                  <a:lnTo>
                    <a:pt x="3426323" y="824473"/>
                  </a:lnTo>
                  <a:lnTo>
                    <a:pt x="3477419" y="779570"/>
                  </a:lnTo>
                  <a:lnTo>
                    <a:pt x="3528473" y="736594"/>
                  </a:lnTo>
                  <a:lnTo>
                    <a:pt x="3579587" y="695846"/>
                  </a:lnTo>
                  <a:lnTo>
                    <a:pt x="3630930" y="657542"/>
                  </a:lnTo>
                  <a:lnTo>
                    <a:pt x="3682753" y="621820"/>
                  </a:lnTo>
                  <a:lnTo>
                    <a:pt x="3735399" y="588740"/>
                  </a:lnTo>
                  <a:lnTo>
                    <a:pt x="3789322" y="558290"/>
                  </a:lnTo>
                  <a:lnTo>
                    <a:pt x="3820202" y="542405"/>
                  </a:lnTo>
                  <a:lnTo>
                    <a:pt x="3871924" y="518277"/>
                  </a:lnTo>
                  <a:lnTo>
                    <a:pt x="3926081" y="496236"/>
                  </a:lnTo>
                  <a:lnTo>
                    <a:pt x="3983350" y="476209"/>
                  </a:lnTo>
                  <a:lnTo>
                    <a:pt x="4044475" y="458054"/>
                  </a:lnTo>
                  <a:lnTo>
                    <a:pt x="4110227" y="441600"/>
                  </a:lnTo>
                  <a:lnTo>
                    <a:pt x="4181363" y="426670"/>
                  </a:lnTo>
                  <a:lnTo>
                    <a:pt x="4258574" y="413099"/>
                  </a:lnTo>
                  <a:lnTo>
                    <a:pt x="4342418" y="400741"/>
                  </a:lnTo>
                  <a:lnTo>
                    <a:pt x="4433230" y="389474"/>
                  </a:lnTo>
                  <a:lnTo>
                    <a:pt x="4531006" y="379206"/>
                  </a:lnTo>
                  <a:lnTo>
                    <a:pt x="4635267" y="369871"/>
                  </a:lnTo>
                  <a:lnTo>
                    <a:pt x="4744915" y="361435"/>
                  </a:lnTo>
                  <a:lnTo>
                    <a:pt x="4858107" y="353886"/>
                  </a:lnTo>
                  <a:lnTo>
                    <a:pt x="4972195" y="347234"/>
                  </a:lnTo>
                  <a:lnTo>
                    <a:pt x="5083792" y="341497"/>
                  </a:lnTo>
                  <a:lnTo>
                    <a:pt x="5188996" y="336691"/>
                  </a:lnTo>
                  <a:lnTo>
                    <a:pt x="5283799" y="332816"/>
                  </a:lnTo>
                  <a:lnTo>
                    <a:pt x="5364641" y="329841"/>
                  </a:lnTo>
                  <a:lnTo>
                    <a:pt x="5428989" y="327698"/>
                  </a:lnTo>
                  <a:lnTo>
                    <a:pt x="5475814" y="326280"/>
                  </a:lnTo>
                  <a:lnTo>
                    <a:pt x="5505837" y="325452"/>
                  </a:lnTo>
                  <a:lnTo>
                    <a:pt x="5521534" y="325055"/>
                  </a:lnTo>
                  <a:lnTo>
                    <a:pt x="5526942" y="324930"/>
                  </a:lnTo>
                  <a:lnTo>
                    <a:pt x="5527445" y="324919"/>
                  </a:lnTo>
                  <a:lnTo>
                    <a:pt x="6522385" y="324919"/>
                  </a:lnTo>
                  <a:lnTo>
                    <a:pt x="6523521" y="324913"/>
                  </a:lnTo>
                  <a:lnTo>
                    <a:pt x="6531015" y="324869"/>
                  </a:lnTo>
                  <a:lnTo>
                    <a:pt x="6550007" y="324749"/>
                  </a:lnTo>
                  <a:lnTo>
                    <a:pt x="6584211" y="324513"/>
                  </a:lnTo>
                  <a:lnTo>
                    <a:pt x="6635697" y="324121"/>
                  </a:lnTo>
                  <a:lnTo>
                    <a:pt x="6704736" y="323544"/>
                  </a:lnTo>
                  <a:lnTo>
                    <a:pt x="6789857" y="322755"/>
                  </a:lnTo>
                  <a:lnTo>
                    <a:pt x="6888175" y="321742"/>
                  </a:lnTo>
                  <a:lnTo>
                    <a:pt x="6995909" y="320498"/>
                  </a:lnTo>
                  <a:lnTo>
                    <a:pt x="7108986" y="319025"/>
                  </a:lnTo>
                  <a:lnTo>
                    <a:pt x="7223567" y="317328"/>
                  </a:lnTo>
                  <a:lnTo>
                    <a:pt x="7336420" y="315410"/>
                  </a:lnTo>
                  <a:lnTo>
                    <a:pt x="7445096" y="313273"/>
                  </a:lnTo>
                  <a:lnTo>
                    <a:pt x="7547955" y="310912"/>
                  </a:lnTo>
                  <a:lnTo>
                    <a:pt x="7644081" y="308317"/>
                  </a:lnTo>
                  <a:lnTo>
                    <a:pt x="7733146" y="305470"/>
                  </a:lnTo>
                  <a:lnTo>
                    <a:pt x="7815261" y="302345"/>
                  </a:lnTo>
                  <a:lnTo>
                    <a:pt x="7890844" y="298910"/>
                  </a:lnTo>
                  <a:lnTo>
                    <a:pt x="7960508" y="295128"/>
                  </a:lnTo>
                  <a:lnTo>
                    <a:pt x="8024979" y="290956"/>
                  </a:lnTo>
                  <a:lnTo>
                    <a:pt x="8085032" y="286351"/>
                  </a:lnTo>
                  <a:lnTo>
                    <a:pt x="8141442" y="281271"/>
                  </a:lnTo>
                  <a:lnTo>
                    <a:pt x="8194945" y="275686"/>
                  </a:lnTo>
                  <a:lnTo>
                    <a:pt x="8229629" y="271639"/>
                  </a:lnTo>
                  <a:lnTo>
                    <a:pt x="8290745" y="263670"/>
                  </a:lnTo>
                  <a:lnTo>
                    <a:pt x="8349966" y="254906"/>
                  </a:lnTo>
                  <a:lnTo>
                    <a:pt x="8407990" y="245337"/>
                  </a:lnTo>
                  <a:lnTo>
                    <a:pt x="8465336" y="234975"/>
                  </a:lnTo>
                  <a:lnTo>
                    <a:pt x="8522368" y="223863"/>
                  </a:lnTo>
                  <a:lnTo>
                    <a:pt x="8579328" y="212074"/>
                  </a:lnTo>
                  <a:lnTo>
                    <a:pt x="8636350" y="199712"/>
                  </a:lnTo>
                  <a:lnTo>
                    <a:pt x="8693487" y="186909"/>
                  </a:lnTo>
                  <a:lnTo>
                    <a:pt x="8750724" y="173819"/>
                  </a:lnTo>
                  <a:lnTo>
                    <a:pt x="8808007" y="160612"/>
                  </a:lnTo>
                  <a:lnTo>
                    <a:pt x="8865267" y="147465"/>
                  </a:lnTo>
                  <a:lnTo>
                    <a:pt x="8922439" y="134551"/>
                  </a:lnTo>
                  <a:lnTo>
                    <a:pt x="8979497" y="122030"/>
                  </a:lnTo>
                  <a:lnTo>
                    <a:pt x="9036466" y="110043"/>
                  </a:lnTo>
                  <a:lnTo>
                    <a:pt x="9093454" y="98702"/>
                  </a:lnTo>
                  <a:lnTo>
                    <a:pt x="9150665" y="88091"/>
                  </a:lnTo>
                  <a:lnTo>
                    <a:pt x="9208421" y="78263"/>
                  </a:lnTo>
                  <a:lnTo>
                    <a:pt x="9267187" y="69239"/>
                  </a:lnTo>
                  <a:lnTo>
                    <a:pt x="9327600" y="61015"/>
                  </a:lnTo>
                  <a:lnTo>
                    <a:pt x="9347647" y="58520"/>
                  </a:lnTo>
                  <a:lnTo>
                    <a:pt x="9399570" y="52588"/>
                  </a:lnTo>
                  <a:lnTo>
                    <a:pt x="9453948" y="47170"/>
                  </a:lnTo>
                  <a:lnTo>
                    <a:pt x="9511467" y="42250"/>
                  </a:lnTo>
                  <a:lnTo>
                    <a:pt x="9572880" y="37792"/>
                  </a:lnTo>
                  <a:lnTo>
                    <a:pt x="9638968" y="33752"/>
                  </a:lnTo>
                  <a:lnTo>
                    <a:pt x="9710494" y="30088"/>
                  </a:lnTo>
                  <a:lnTo>
                    <a:pt x="9788156" y="26759"/>
                  </a:lnTo>
                  <a:lnTo>
                    <a:pt x="9872513" y="23728"/>
                  </a:lnTo>
                  <a:lnTo>
                    <a:pt x="9963896" y="20965"/>
                  </a:lnTo>
                  <a:lnTo>
                    <a:pt x="10062288" y="18449"/>
                  </a:lnTo>
                  <a:lnTo>
                    <a:pt x="10167185" y="16162"/>
                  </a:lnTo>
                  <a:lnTo>
                    <a:pt x="10277447" y="14097"/>
                  </a:lnTo>
                  <a:lnTo>
                    <a:pt x="10391175" y="12251"/>
                  </a:lnTo>
                  <a:lnTo>
                    <a:pt x="10505655" y="10627"/>
                  </a:lnTo>
                  <a:lnTo>
                    <a:pt x="10617426" y="9228"/>
                  </a:lnTo>
                  <a:lnTo>
                    <a:pt x="10722523" y="8060"/>
                  </a:lnTo>
                  <a:lnTo>
                    <a:pt x="10816905" y="7121"/>
                  </a:lnTo>
                  <a:lnTo>
                    <a:pt x="10897019" y="6404"/>
                  </a:lnTo>
                  <a:lnTo>
                    <a:pt x="10960392" y="5890"/>
                  </a:lnTo>
                  <a:lnTo>
                    <a:pt x="11006102" y="5554"/>
                  </a:lnTo>
                  <a:lnTo>
                    <a:pt x="11035013" y="5360"/>
                  </a:lnTo>
                  <a:lnTo>
                    <a:pt x="11049758" y="5269"/>
                  </a:lnTo>
                  <a:lnTo>
                    <a:pt x="11054540" y="524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6"/>
                  </a:lnTo>
                  <a:lnTo>
                    <a:pt x="11046261" y="49"/>
                  </a:lnTo>
                  <a:lnTo>
                    <a:pt x="11027269" y="169"/>
                  </a:lnTo>
                  <a:lnTo>
                    <a:pt x="10993065" y="406"/>
                  </a:lnTo>
                  <a:lnTo>
                    <a:pt x="10941579" y="797"/>
                  </a:lnTo>
                  <a:lnTo>
                    <a:pt x="10872541" y="1375"/>
                  </a:lnTo>
                  <a:lnTo>
                    <a:pt x="10787419" y="2163"/>
                  </a:lnTo>
                  <a:lnTo>
                    <a:pt x="10689102" y="3177"/>
                  </a:lnTo>
                  <a:lnTo>
                    <a:pt x="10581368" y="4420"/>
                  </a:lnTo>
                  <a:lnTo>
                    <a:pt x="10468291" y="5893"/>
                  </a:lnTo>
                  <a:lnTo>
                    <a:pt x="10353709" y="7591"/>
                  </a:lnTo>
                  <a:lnTo>
                    <a:pt x="10240856" y="9508"/>
                  </a:lnTo>
                  <a:lnTo>
                    <a:pt x="10132181" y="11645"/>
                  </a:lnTo>
                  <a:lnTo>
                    <a:pt x="10029322" y="14006"/>
                  </a:lnTo>
                  <a:lnTo>
                    <a:pt x="9933196" y="16601"/>
                  </a:lnTo>
                  <a:lnTo>
                    <a:pt x="9844131" y="19448"/>
                  </a:lnTo>
                  <a:lnTo>
                    <a:pt x="9762016" y="22573"/>
                  </a:lnTo>
                  <a:lnTo>
                    <a:pt x="9686433" y="26008"/>
                  </a:lnTo>
                  <a:lnTo>
                    <a:pt x="9616769" y="29791"/>
                  </a:lnTo>
                  <a:lnTo>
                    <a:pt x="9552297" y="33962"/>
                  </a:lnTo>
                  <a:lnTo>
                    <a:pt x="9492244" y="38568"/>
                  </a:lnTo>
                  <a:lnTo>
                    <a:pt x="9435834" y="43647"/>
                  </a:lnTo>
                  <a:lnTo>
                    <a:pt x="9382331" y="49232"/>
                  </a:lnTo>
                  <a:lnTo>
                    <a:pt x="9347647" y="53279"/>
                  </a:lnTo>
                  <a:lnTo>
                    <a:pt x="9286531" y="61249"/>
                  </a:lnTo>
                  <a:lnTo>
                    <a:pt x="9227311" y="70012"/>
                  </a:lnTo>
                  <a:lnTo>
                    <a:pt x="9169286" y="79581"/>
                  </a:lnTo>
                  <a:lnTo>
                    <a:pt x="9111940" y="89943"/>
                  </a:lnTo>
                  <a:lnTo>
                    <a:pt x="9054908" y="101055"/>
                  </a:lnTo>
                  <a:lnTo>
                    <a:pt x="8997949" y="112844"/>
                  </a:lnTo>
                  <a:lnTo>
                    <a:pt x="8940926" y="125206"/>
                  </a:lnTo>
                  <a:lnTo>
                    <a:pt x="8883790" y="138009"/>
                  </a:lnTo>
                  <a:lnTo>
                    <a:pt x="8826553" y="151099"/>
                  </a:lnTo>
                  <a:lnTo>
                    <a:pt x="8769269" y="164306"/>
                  </a:lnTo>
                  <a:lnTo>
                    <a:pt x="8712010" y="177453"/>
                  </a:lnTo>
                  <a:lnTo>
                    <a:pt x="8654837" y="190368"/>
                  </a:lnTo>
                  <a:lnTo>
                    <a:pt x="8597780" y="202888"/>
                  </a:lnTo>
                  <a:lnTo>
                    <a:pt x="8540810" y="214875"/>
                  </a:lnTo>
                  <a:lnTo>
                    <a:pt x="8483823" y="226216"/>
                  </a:lnTo>
                  <a:lnTo>
                    <a:pt x="8426612" y="236827"/>
                  </a:lnTo>
                  <a:lnTo>
                    <a:pt x="8368856" y="246656"/>
                  </a:lnTo>
                  <a:lnTo>
                    <a:pt x="8310089" y="255680"/>
                  </a:lnTo>
                  <a:lnTo>
                    <a:pt x="8249677" y="263903"/>
                  </a:lnTo>
                  <a:lnTo>
                    <a:pt x="8229629" y="266398"/>
                  </a:lnTo>
                  <a:lnTo>
                    <a:pt x="8177706" y="272331"/>
                  </a:lnTo>
                  <a:lnTo>
                    <a:pt x="8123328" y="277748"/>
                  </a:lnTo>
                  <a:lnTo>
                    <a:pt x="8065809" y="282668"/>
                  </a:lnTo>
                  <a:lnTo>
                    <a:pt x="8004396" y="287127"/>
                  </a:lnTo>
                  <a:lnTo>
                    <a:pt x="7938309" y="291166"/>
                  </a:lnTo>
                  <a:lnTo>
                    <a:pt x="7866782" y="294830"/>
                  </a:lnTo>
                  <a:lnTo>
                    <a:pt x="7789121" y="298160"/>
                  </a:lnTo>
                  <a:lnTo>
                    <a:pt x="7704764" y="301191"/>
                  </a:lnTo>
                  <a:lnTo>
                    <a:pt x="7613381" y="303953"/>
                  </a:lnTo>
                  <a:lnTo>
                    <a:pt x="7514989" y="306470"/>
                  </a:lnTo>
                  <a:lnTo>
                    <a:pt x="7410092" y="308756"/>
                  </a:lnTo>
                  <a:lnTo>
                    <a:pt x="7299830" y="310821"/>
                  </a:lnTo>
                  <a:lnTo>
                    <a:pt x="7186101" y="312667"/>
                  </a:lnTo>
                  <a:lnTo>
                    <a:pt x="7071622" y="314292"/>
                  </a:lnTo>
                  <a:lnTo>
                    <a:pt x="6959851" y="315690"/>
                  </a:lnTo>
                  <a:lnTo>
                    <a:pt x="6854753" y="316858"/>
                  </a:lnTo>
                  <a:lnTo>
                    <a:pt x="6760371" y="317797"/>
                  </a:lnTo>
                  <a:lnTo>
                    <a:pt x="6680257" y="318514"/>
                  </a:lnTo>
                  <a:lnTo>
                    <a:pt x="6616884" y="319028"/>
                  </a:lnTo>
                  <a:lnTo>
                    <a:pt x="6571175" y="319365"/>
                  </a:lnTo>
                  <a:lnTo>
                    <a:pt x="6542264" y="319559"/>
                  </a:lnTo>
                  <a:lnTo>
                    <a:pt x="6527519" y="319649"/>
                  </a:lnTo>
                  <a:lnTo>
                    <a:pt x="6522737" y="319676"/>
                  </a:lnTo>
                  <a:lnTo>
                    <a:pt x="6522385" y="319678"/>
                  </a:lnTo>
                  <a:lnTo>
                    <a:pt x="5527445" y="319678"/>
                  </a:lnTo>
                  <a:lnTo>
                    <a:pt x="5526322" y="319703"/>
                  </a:lnTo>
                  <a:lnTo>
                    <a:pt x="5518909" y="319878"/>
                  </a:lnTo>
                  <a:lnTo>
                    <a:pt x="5500118" y="320363"/>
                  </a:lnTo>
                  <a:lnTo>
                    <a:pt x="5466262" y="321318"/>
                  </a:lnTo>
                  <a:lnTo>
                    <a:pt x="5415270" y="322896"/>
                  </a:lnTo>
                  <a:lnTo>
                    <a:pt x="5346845" y="325229"/>
                  </a:lnTo>
                  <a:lnTo>
                    <a:pt x="5262407" y="328413"/>
                  </a:lnTo>
                  <a:lnTo>
                    <a:pt x="5164782" y="332508"/>
                  </a:lnTo>
                  <a:lnTo>
                    <a:pt x="5057692" y="337536"/>
                  </a:lnTo>
                  <a:lnTo>
                    <a:pt x="4945162" y="343492"/>
                  </a:lnTo>
                  <a:lnTo>
                    <a:pt x="4831005" y="350359"/>
                  </a:lnTo>
                  <a:lnTo>
                    <a:pt x="4718447" y="358119"/>
                  </a:lnTo>
                  <a:lnTo>
                    <a:pt x="4609942" y="366767"/>
                  </a:lnTo>
                  <a:lnTo>
                    <a:pt x="4507148" y="376319"/>
                  </a:lnTo>
                  <a:lnTo>
                    <a:pt x="4411004" y="386818"/>
                  </a:lnTo>
                  <a:lnTo>
                    <a:pt x="4321863" y="398335"/>
                  </a:lnTo>
                  <a:lnTo>
                    <a:pt x="4239637" y="410969"/>
                  </a:lnTo>
                  <a:lnTo>
                    <a:pt x="4163927" y="424849"/>
                  </a:lnTo>
                  <a:lnTo>
                    <a:pt x="4094136" y="440126"/>
                  </a:lnTo>
                  <a:lnTo>
                    <a:pt x="4029554" y="456969"/>
                  </a:lnTo>
                  <a:lnTo>
                    <a:pt x="3969415" y="475554"/>
                  </a:lnTo>
                  <a:lnTo>
                    <a:pt x="3912952" y="496048"/>
                  </a:lnTo>
                  <a:lnTo>
                    <a:pt x="3859432" y="518582"/>
                  </a:lnTo>
                  <a:lnTo>
                    <a:pt x="3820202" y="537164"/>
                  </a:lnTo>
                  <a:lnTo>
                    <a:pt x="3765318" y="566175"/>
                  </a:lnTo>
                  <a:lnTo>
                    <a:pt x="3712024" y="597781"/>
                  </a:lnTo>
                  <a:lnTo>
                    <a:pt x="3659790" y="632030"/>
                  </a:lnTo>
                  <a:lnTo>
                    <a:pt x="3608215" y="668903"/>
                  </a:lnTo>
                  <a:lnTo>
                    <a:pt x="3556999" y="708308"/>
                  </a:lnTo>
                  <a:lnTo>
                    <a:pt x="3505929" y="750072"/>
                  </a:lnTo>
                  <a:lnTo>
                    <a:pt x="3454865" y="793940"/>
                  </a:lnTo>
                  <a:lnTo>
                    <a:pt x="3403732" y="839580"/>
                  </a:lnTo>
                  <a:lnTo>
                    <a:pt x="3352506" y="886586"/>
                  </a:lnTo>
                  <a:lnTo>
                    <a:pt x="3301200" y="934498"/>
                  </a:lnTo>
                  <a:lnTo>
                    <a:pt x="3249855" y="982813"/>
                  </a:lnTo>
                  <a:lnTo>
                    <a:pt x="3198521" y="1031014"/>
                  </a:lnTo>
                  <a:lnTo>
                    <a:pt x="3147247" y="1078585"/>
                  </a:lnTo>
                  <a:lnTo>
                    <a:pt x="3096062" y="1125042"/>
                  </a:lnTo>
                  <a:lnTo>
                    <a:pt x="3044966" y="1169945"/>
                  </a:lnTo>
                  <a:lnTo>
                    <a:pt x="2993912" y="1212921"/>
                  </a:lnTo>
                  <a:lnTo>
                    <a:pt x="2942798" y="1253669"/>
                  </a:lnTo>
                  <a:lnTo>
                    <a:pt x="2891455" y="1291973"/>
                  </a:lnTo>
                  <a:lnTo>
                    <a:pt x="2839632" y="1327695"/>
                  </a:lnTo>
                  <a:lnTo>
                    <a:pt x="2786986" y="1360775"/>
                  </a:lnTo>
                  <a:lnTo>
                    <a:pt x="2733063" y="1391225"/>
                  </a:lnTo>
                  <a:lnTo>
                    <a:pt x="2702183" y="1407110"/>
                  </a:lnTo>
                  <a:lnTo>
                    <a:pt x="2650461" y="1431238"/>
                  </a:lnTo>
                  <a:lnTo>
                    <a:pt x="2596304" y="1453279"/>
                  </a:lnTo>
                  <a:lnTo>
                    <a:pt x="2539035" y="1473306"/>
                  </a:lnTo>
                  <a:lnTo>
                    <a:pt x="2477910" y="1491461"/>
                  </a:lnTo>
                  <a:lnTo>
                    <a:pt x="2412158" y="1507915"/>
                  </a:lnTo>
                  <a:lnTo>
                    <a:pt x="2341022" y="1522845"/>
                  </a:lnTo>
                  <a:lnTo>
                    <a:pt x="2263811" y="1536416"/>
                  </a:lnTo>
                  <a:lnTo>
                    <a:pt x="2179967" y="1548774"/>
                  </a:lnTo>
                  <a:lnTo>
                    <a:pt x="2089155" y="1560041"/>
                  </a:lnTo>
                  <a:lnTo>
                    <a:pt x="1991379" y="1570309"/>
                  </a:lnTo>
                  <a:lnTo>
                    <a:pt x="1887118" y="1579644"/>
                  </a:lnTo>
                  <a:lnTo>
                    <a:pt x="1777470" y="1588080"/>
                  </a:lnTo>
                  <a:lnTo>
                    <a:pt x="1664278" y="1595629"/>
                  </a:lnTo>
                  <a:lnTo>
                    <a:pt x="1550190" y="1602281"/>
                  </a:lnTo>
                  <a:lnTo>
                    <a:pt x="1438593" y="1608018"/>
                  </a:lnTo>
                  <a:lnTo>
                    <a:pt x="1333389" y="1612824"/>
                  </a:lnTo>
                  <a:lnTo>
                    <a:pt x="1238586" y="1616699"/>
                  </a:lnTo>
                  <a:lnTo>
                    <a:pt x="1157744" y="1619674"/>
                  </a:lnTo>
                  <a:lnTo>
                    <a:pt x="1093396" y="1621817"/>
                  </a:lnTo>
                  <a:lnTo>
                    <a:pt x="1046571" y="1623235"/>
                  </a:lnTo>
                  <a:lnTo>
                    <a:pt x="1016548" y="1624063"/>
                  </a:lnTo>
                  <a:lnTo>
                    <a:pt x="1000851" y="1624460"/>
                  </a:lnTo>
                  <a:lnTo>
                    <a:pt x="995443" y="1624585"/>
                  </a:lnTo>
                  <a:lnTo>
                    <a:pt x="994940" y="1624596"/>
                  </a:lnTo>
                  <a:lnTo>
                    <a:pt x="0" y="1624596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65" name="pl1464"/>
            <p:cNvSpPr/>
            <p:nvPr/>
          </p:nvSpPr>
          <p:spPr>
            <a:xfrm>
              <a:off x="1199187" y="3626354"/>
              <a:ext cx="12049831" cy="1624596"/>
            </a:xfrm>
            <a:custGeom>
              <a:avLst/>
              <a:pathLst>
                <a:path w="12049831" h="1624596">
                  <a:moveTo>
                    <a:pt x="0" y="1624596"/>
                  </a:moveTo>
                  <a:lnTo>
                    <a:pt x="994940" y="1624596"/>
                  </a:lnTo>
                  <a:lnTo>
                    <a:pt x="996063" y="1624571"/>
                  </a:lnTo>
                  <a:lnTo>
                    <a:pt x="1003476" y="1624396"/>
                  </a:lnTo>
                  <a:lnTo>
                    <a:pt x="1022267" y="1623912"/>
                  </a:lnTo>
                  <a:lnTo>
                    <a:pt x="1056123" y="1622957"/>
                  </a:lnTo>
                  <a:lnTo>
                    <a:pt x="1107115" y="1621378"/>
                  </a:lnTo>
                  <a:lnTo>
                    <a:pt x="1175540" y="1619046"/>
                  </a:lnTo>
                  <a:lnTo>
                    <a:pt x="1259978" y="1615861"/>
                  </a:lnTo>
                  <a:lnTo>
                    <a:pt x="1357603" y="1611766"/>
                  </a:lnTo>
                  <a:lnTo>
                    <a:pt x="1464693" y="1606738"/>
                  </a:lnTo>
                  <a:lnTo>
                    <a:pt x="1577223" y="1600782"/>
                  </a:lnTo>
                  <a:lnTo>
                    <a:pt x="1691380" y="1593915"/>
                  </a:lnTo>
                  <a:lnTo>
                    <a:pt x="1803938" y="1586155"/>
                  </a:lnTo>
                  <a:lnTo>
                    <a:pt x="1912443" y="1577507"/>
                  </a:lnTo>
                  <a:lnTo>
                    <a:pt x="2015237" y="1567955"/>
                  </a:lnTo>
                  <a:lnTo>
                    <a:pt x="2111381" y="1557456"/>
                  </a:lnTo>
                  <a:lnTo>
                    <a:pt x="2200522" y="1545939"/>
                  </a:lnTo>
                  <a:lnTo>
                    <a:pt x="2282748" y="1533305"/>
                  </a:lnTo>
                  <a:lnTo>
                    <a:pt x="2358458" y="1519425"/>
                  </a:lnTo>
                  <a:lnTo>
                    <a:pt x="2428249" y="1504148"/>
                  </a:lnTo>
                  <a:lnTo>
                    <a:pt x="2492831" y="1487305"/>
                  </a:lnTo>
                  <a:lnTo>
                    <a:pt x="2552970" y="1468720"/>
                  </a:lnTo>
                  <a:lnTo>
                    <a:pt x="2609433" y="1448226"/>
                  </a:lnTo>
                  <a:lnTo>
                    <a:pt x="2662953" y="1425692"/>
                  </a:lnTo>
                  <a:lnTo>
                    <a:pt x="2702183" y="1407110"/>
                  </a:lnTo>
                  <a:lnTo>
                    <a:pt x="2757067" y="1378100"/>
                  </a:lnTo>
                  <a:lnTo>
                    <a:pt x="2810361" y="1346494"/>
                  </a:lnTo>
                  <a:lnTo>
                    <a:pt x="2862595" y="1312244"/>
                  </a:lnTo>
                  <a:lnTo>
                    <a:pt x="2914170" y="1275371"/>
                  </a:lnTo>
                  <a:lnTo>
                    <a:pt x="2965386" y="1235966"/>
                  </a:lnTo>
                  <a:lnTo>
                    <a:pt x="3016456" y="1194202"/>
                  </a:lnTo>
                  <a:lnTo>
                    <a:pt x="3067520" y="1150334"/>
                  </a:lnTo>
                  <a:lnTo>
                    <a:pt x="3118653" y="1104695"/>
                  </a:lnTo>
                  <a:lnTo>
                    <a:pt x="3169879" y="1057688"/>
                  </a:lnTo>
                  <a:lnTo>
                    <a:pt x="3221185" y="1009777"/>
                  </a:lnTo>
                  <a:lnTo>
                    <a:pt x="3272530" y="961461"/>
                  </a:lnTo>
                  <a:lnTo>
                    <a:pt x="3323864" y="913260"/>
                  </a:lnTo>
                  <a:lnTo>
                    <a:pt x="3375138" y="865689"/>
                  </a:lnTo>
                  <a:lnTo>
                    <a:pt x="3426323" y="819232"/>
                  </a:lnTo>
                  <a:lnTo>
                    <a:pt x="3477419" y="774329"/>
                  </a:lnTo>
                  <a:lnTo>
                    <a:pt x="3528473" y="731354"/>
                  </a:lnTo>
                  <a:lnTo>
                    <a:pt x="3579587" y="690605"/>
                  </a:lnTo>
                  <a:lnTo>
                    <a:pt x="3630930" y="652301"/>
                  </a:lnTo>
                  <a:lnTo>
                    <a:pt x="3682753" y="616580"/>
                  </a:lnTo>
                  <a:lnTo>
                    <a:pt x="3735399" y="583499"/>
                  </a:lnTo>
                  <a:lnTo>
                    <a:pt x="3789322" y="553049"/>
                  </a:lnTo>
                  <a:lnTo>
                    <a:pt x="3820202" y="537164"/>
                  </a:lnTo>
                  <a:lnTo>
                    <a:pt x="3871924" y="513036"/>
                  </a:lnTo>
                  <a:lnTo>
                    <a:pt x="3926081" y="490995"/>
                  </a:lnTo>
                  <a:lnTo>
                    <a:pt x="3983350" y="470969"/>
                  </a:lnTo>
                  <a:lnTo>
                    <a:pt x="4044475" y="452814"/>
                  </a:lnTo>
                  <a:lnTo>
                    <a:pt x="4110227" y="436359"/>
                  </a:lnTo>
                  <a:lnTo>
                    <a:pt x="4181363" y="421429"/>
                  </a:lnTo>
                  <a:lnTo>
                    <a:pt x="4258574" y="407858"/>
                  </a:lnTo>
                  <a:lnTo>
                    <a:pt x="4342418" y="395500"/>
                  </a:lnTo>
                  <a:lnTo>
                    <a:pt x="4433230" y="384233"/>
                  </a:lnTo>
                  <a:lnTo>
                    <a:pt x="4531006" y="373965"/>
                  </a:lnTo>
                  <a:lnTo>
                    <a:pt x="4635267" y="364631"/>
                  </a:lnTo>
                  <a:lnTo>
                    <a:pt x="4744915" y="356194"/>
                  </a:lnTo>
                  <a:lnTo>
                    <a:pt x="4858107" y="348646"/>
                  </a:lnTo>
                  <a:lnTo>
                    <a:pt x="4972195" y="341993"/>
                  </a:lnTo>
                  <a:lnTo>
                    <a:pt x="5083792" y="336256"/>
                  </a:lnTo>
                  <a:lnTo>
                    <a:pt x="5188996" y="331450"/>
                  </a:lnTo>
                  <a:lnTo>
                    <a:pt x="5283799" y="327575"/>
                  </a:lnTo>
                  <a:lnTo>
                    <a:pt x="5364641" y="324600"/>
                  </a:lnTo>
                  <a:lnTo>
                    <a:pt x="5428989" y="322457"/>
                  </a:lnTo>
                  <a:lnTo>
                    <a:pt x="5475814" y="321040"/>
                  </a:lnTo>
                  <a:lnTo>
                    <a:pt x="5505837" y="320211"/>
                  </a:lnTo>
                  <a:lnTo>
                    <a:pt x="5521534" y="319815"/>
                  </a:lnTo>
                  <a:lnTo>
                    <a:pt x="5526942" y="319689"/>
                  </a:lnTo>
                  <a:lnTo>
                    <a:pt x="5527445" y="319678"/>
                  </a:lnTo>
                  <a:lnTo>
                    <a:pt x="6522385" y="319678"/>
                  </a:lnTo>
                  <a:lnTo>
                    <a:pt x="6523521" y="319672"/>
                  </a:lnTo>
                  <a:lnTo>
                    <a:pt x="6531015" y="319629"/>
                  </a:lnTo>
                  <a:lnTo>
                    <a:pt x="6550007" y="319509"/>
                  </a:lnTo>
                  <a:lnTo>
                    <a:pt x="6584211" y="319272"/>
                  </a:lnTo>
                  <a:lnTo>
                    <a:pt x="6635697" y="318881"/>
                  </a:lnTo>
                  <a:lnTo>
                    <a:pt x="6704736" y="318303"/>
                  </a:lnTo>
                  <a:lnTo>
                    <a:pt x="6789857" y="317515"/>
                  </a:lnTo>
                  <a:lnTo>
                    <a:pt x="6888175" y="316501"/>
                  </a:lnTo>
                  <a:lnTo>
                    <a:pt x="6995909" y="315257"/>
                  </a:lnTo>
                  <a:lnTo>
                    <a:pt x="7108986" y="313784"/>
                  </a:lnTo>
                  <a:lnTo>
                    <a:pt x="7223567" y="312087"/>
                  </a:lnTo>
                  <a:lnTo>
                    <a:pt x="7336420" y="310169"/>
                  </a:lnTo>
                  <a:lnTo>
                    <a:pt x="7445096" y="308032"/>
                  </a:lnTo>
                  <a:lnTo>
                    <a:pt x="7547955" y="305672"/>
                  </a:lnTo>
                  <a:lnTo>
                    <a:pt x="7644081" y="303077"/>
                  </a:lnTo>
                  <a:lnTo>
                    <a:pt x="7733146" y="300229"/>
                  </a:lnTo>
                  <a:lnTo>
                    <a:pt x="7815261" y="297104"/>
                  </a:lnTo>
                  <a:lnTo>
                    <a:pt x="7890844" y="293669"/>
                  </a:lnTo>
                  <a:lnTo>
                    <a:pt x="7960508" y="289887"/>
                  </a:lnTo>
                  <a:lnTo>
                    <a:pt x="8024979" y="285715"/>
                  </a:lnTo>
                  <a:lnTo>
                    <a:pt x="8085032" y="281110"/>
                  </a:lnTo>
                  <a:lnTo>
                    <a:pt x="8141442" y="276030"/>
                  </a:lnTo>
                  <a:lnTo>
                    <a:pt x="8194945" y="270445"/>
                  </a:lnTo>
                  <a:lnTo>
                    <a:pt x="8229629" y="266398"/>
                  </a:lnTo>
                  <a:lnTo>
                    <a:pt x="8290745" y="258429"/>
                  </a:lnTo>
                  <a:lnTo>
                    <a:pt x="8349966" y="249666"/>
                  </a:lnTo>
                  <a:lnTo>
                    <a:pt x="8407990" y="240096"/>
                  </a:lnTo>
                  <a:lnTo>
                    <a:pt x="8465336" y="229735"/>
                  </a:lnTo>
                  <a:lnTo>
                    <a:pt x="8522368" y="218623"/>
                  </a:lnTo>
                  <a:lnTo>
                    <a:pt x="8579328" y="206834"/>
                  </a:lnTo>
                  <a:lnTo>
                    <a:pt x="8636350" y="194472"/>
                  </a:lnTo>
                  <a:lnTo>
                    <a:pt x="8693487" y="181668"/>
                  </a:lnTo>
                  <a:lnTo>
                    <a:pt x="8750724" y="168578"/>
                  </a:lnTo>
                  <a:lnTo>
                    <a:pt x="8808007" y="155371"/>
                  </a:lnTo>
                  <a:lnTo>
                    <a:pt x="8865267" y="142224"/>
                  </a:lnTo>
                  <a:lnTo>
                    <a:pt x="8922439" y="129310"/>
                  </a:lnTo>
                  <a:lnTo>
                    <a:pt x="8979497" y="116790"/>
                  </a:lnTo>
                  <a:lnTo>
                    <a:pt x="9036466" y="104802"/>
                  </a:lnTo>
                  <a:lnTo>
                    <a:pt x="9093454" y="93462"/>
                  </a:lnTo>
                  <a:lnTo>
                    <a:pt x="9150665" y="82851"/>
                  </a:lnTo>
                  <a:lnTo>
                    <a:pt x="9208421" y="73022"/>
                  </a:lnTo>
                  <a:lnTo>
                    <a:pt x="9267187" y="63998"/>
                  </a:lnTo>
                  <a:lnTo>
                    <a:pt x="9327600" y="55774"/>
                  </a:lnTo>
                  <a:lnTo>
                    <a:pt x="9347647" y="53279"/>
                  </a:lnTo>
                  <a:lnTo>
                    <a:pt x="9399570" y="47347"/>
                  </a:lnTo>
                  <a:lnTo>
                    <a:pt x="9453948" y="41930"/>
                  </a:lnTo>
                  <a:lnTo>
                    <a:pt x="9511467" y="37010"/>
                  </a:lnTo>
                  <a:lnTo>
                    <a:pt x="9572880" y="32551"/>
                  </a:lnTo>
                  <a:lnTo>
                    <a:pt x="9638968" y="28511"/>
                  </a:lnTo>
                  <a:lnTo>
                    <a:pt x="9710494" y="24847"/>
                  </a:lnTo>
                  <a:lnTo>
                    <a:pt x="9788156" y="21518"/>
                  </a:lnTo>
                  <a:lnTo>
                    <a:pt x="9872513" y="18487"/>
                  </a:lnTo>
                  <a:lnTo>
                    <a:pt x="9963896" y="15725"/>
                  </a:lnTo>
                  <a:lnTo>
                    <a:pt x="10062288" y="13208"/>
                  </a:lnTo>
                  <a:lnTo>
                    <a:pt x="10167185" y="10921"/>
                  </a:lnTo>
                  <a:lnTo>
                    <a:pt x="10277447" y="8856"/>
                  </a:lnTo>
                  <a:lnTo>
                    <a:pt x="10391175" y="7010"/>
                  </a:lnTo>
                  <a:lnTo>
                    <a:pt x="10505655" y="5386"/>
                  </a:lnTo>
                  <a:lnTo>
                    <a:pt x="10617426" y="3988"/>
                  </a:lnTo>
                  <a:lnTo>
                    <a:pt x="10722523" y="2819"/>
                  </a:lnTo>
                  <a:lnTo>
                    <a:pt x="10816905" y="1881"/>
                  </a:lnTo>
                  <a:lnTo>
                    <a:pt x="10897019" y="1163"/>
                  </a:lnTo>
                  <a:lnTo>
                    <a:pt x="10960392" y="650"/>
                  </a:lnTo>
                  <a:lnTo>
                    <a:pt x="11006102" y="313"/>
                  </a:lnTo>
                  <a:lnTo>
                    <a:pt x="11035013" y="119"/>
                  </a:lnTo>
                  <a:lnTo>
                    <a:pt x="11049758" y="28"/>
                  </a:lnTo>
                  <a:lnTo>
                    <a:pt x="11054540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6" name="pl1465"/>
            <p:cNvSpPr/>
            <p:nvPr/>
          </p:nvSpPr>
          <p:spPr>
            <a:xfrm>
              <a:off x="1199187" y="3621113"/>
              <a:ext cx="12049831" cy="1624596"/>
            </a:xfrm>
            <a:custGeom>
              <a:avLst/>
              <a:pathLst>
                <a:path w="12049831" h="1624596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6"/>
                  </a:lnTo>
                  <a:lnTo>
                    <a:pt x="11046261" y="49"/>
                  </a:lnTo>
                  <a:lnTo>
                    <a:pt x="11027269" y="169"/>
                  </a:lnTo>
                  <a:lnTo>
                    <a:pt x="10993065" y="406"/>
                  </a:lnTo>
                  <a:lnTo>
                    <a:pt x="10941579" y="797"/>
                  </a:lnTo>
                  <a:lnTo>
                    <a:pt x="10872541" y="1375"/>
                  </a:lnTo>
                  <a:lnTo>
                    <a:pt x="10787419" y="2163"/>
                  </a:lnTo>
                  <a:lnTo>
                    <a:pt x="10689102" y="3177"/>
                  </a:lnTo>
                  <a:lnTo>
                    <a:pt x="10581368" y="4420"/>
                  </a:lnTo>
                  <a:lnTo>
                    <a:pt x="10468291" y="5893"/>
                  </a:lnTo>
                  <a:lnTo>
                    <a:pt x="10353709" y="7591"/>
                  </a:lnTo>
                  <a:lnTo>
                    <a:pt x="10240856" y="9508"/>
                  </a:lnTo>
                  <a:lnTo>
                    <a:pt x="10132181" y="11645"/>
                  </a:lnTo>
                  <a:lnTo>
                    <a:pt x="10029322" y="14006"/>
                  </a:lnTo>
                  <a:lnTo>
                    <a:pt x="9933196" y="16601"/>
                  </a:lnTo>
                  <a:lnTo>
                    <a:pt x="9844131" y="19448"/>
                  </a:lnTo>
                  <a:lnTo>
                    <a:pt x="9762016" y="22573"/>
                  </a:lnTo>
                  <a:lnTo>
                    <a:pt x="9686433" y="26008"/>
                  </a:lnTo>
                  <a:lnTo>
                    <a:pt x="9616769" y="29791"/>
                  </a:lnTo>
                  <a:lnTo>
                    <a:pt x="9552297" y="33962"/>
                  </a:lnTo>
                  <a:lnTo>
                    <a:pt x="9492244" y="38568"/>
                  </a:lnTo>
                  <a:lnTo>
                    <a:pt x="9435834" y="43647"/>
                  </a:lnTo>
                  <a:lnTo>
                    <a:pt x="9382331" y="49232"/>
                  </a:lnTo>
                  <a:lnTo>
                    <a:pt x="9347647" y="53279"/>
                  </a:lnTo>
                  <a:lnTo>
                    <a:pt x="9286531" y="61249"/>
                  </a:lnTo>
                  <a:lnTo>
                    <a:pt x="9227311" y="70012"/>
                  </a:lnTo>
                  <a:lnTo>
                    <a:pt x="9169286" y="79581"/>
                  </a:lnTo>
                  <a:lnTo>
                    <a:pt x="9111940" y="89943"/>
                  </a:lnTo>
                  <a:lnTo>
                    <a:pt x="9054908" y="101055"/>
                  </a:lnTo>
                  <a:lnTo>
                    <a:pt x="8997949" y="112844"/>
                  </a:lnTo>
                  <a:lnTo>
                    <a:pt x="8940926" y="125206"/>
                  </a:lnTo>
                  <a:lnTo>
                    <a:pt x="8883790" y="138009"/>
                  </a:lnTo>
                  <a:lnTo>
                    <a:pt x="8826553" y="151099"/>
                  </a:lnTo>
                  <a:lnTo>
                    <a:pt x="8769269" y="164306"/>
                  </a:lnTo>
                  <a:lnTo>
                    <a:pt x="8712010" y="177453"/>
                  </a:lnTo>
                  <a:lnTo>
                    <a:pt x="8654837" y="190368"/>
                  </a:lnTo>
                  <a:lnTo>
                    <a:pt x="8597780" y="202888"/>
                  </a:lnTo>
                  <a:lnTo>
                    <a:pt x="8540810" y="214875"/>
                  </a:lnTo>
                  <a:lnTo>
                    <a:pt x="8483823" y="226216"/>
                  </a:lnTo>
                  <a:lnTo>
                    <a:pt x="8426612" y="236827"/>
                  </a:lnTo>
                  <a:lnTo>
                    <a:pt x="8368856" y="246656"/>
                  </a:lnTo>
                  <a:lnTo>
                    <a:pt x="8310089" y="255680"/>
                  </a:lnTo>
                  <a:lnTo>
                    <a:pt x="8249677" y="263903"/>
                  </a:lnTo>
                  <a:lnTo>
                    <a:pt x="8229629" y="266398"/>
                  </a:lnTo>
                  <a:lnTo>
                    <a:pt x="8177706" y="272331"/>
                  </a:lnTo>
                  <a:lnTo>
                    <a:pt x="8123328" y="277748"/>
                  </a:lnTo>
                  <a:lnTo>
                    <a:pt x="8065809" y="282668"/>
                  </a:lnTo>
                  <a:lnTo>
                    <a:pt x="8004396" y="287127"/>
                  </a:lnTo>
                  <a:lnTo>
                    <a:pt x="7938309" y="291166"/>
                  </a:lnTo>
                  <a:lnTo>
                    <a:pt x="7866782" y="294830"/>
                  </a:lnTo>
                  <a:lnTo>
                    <a:pt x="7789121" y="298160"/>
                  </a:lnTo>
                  <a:lnTo>
                    <a:pt x="7704764" y="301191"/>
                  </a:lnTo>
                  <a:lnTo>
                    <a:pt x="7613381" y="303953"/>
                  </a:lnTo>
                  <a:lnTo>
                    <a:pt x="7514989" y="306470"/>
                  </a:lnTo>
                  <a:lnTo>
                    <a:pt x="7410092" y="308756"/>
                  </a:lnTo>
                  <a:lnTo>
                    <a:pt x="7299830" y="310821"/>
                  </a:lnTo>
                  <a:lnTo>
                    <a:pt x="7186101" y="312667"/>
                  </a:lnTo>
                  <a:lnTo>
                    <a:pt x="7071622" y="314292"/>
                  </a:lnTo>
                  <a:lnTo>
                    <a:pt x="6959851" y="315690"/>
                  </a:lnTo>
                  <a:lnTo>
                    <a:pt x="6854753" y="316858"/>
                  </a:lnTo>
                  <a:lnTo>
                    <a:pt x="6760371" y="317797"/>
                  </a:lnTo>
                  <a:lnTo>
                    <a:pt x="6680257" y="318514"/>
                  </a:lnTo>
                  <a:lnTo>
                    <a:pt x="6616884" y="319028"/>
                  </a:lnTo>
                  <a:lnTo>
                    <a:pt x="6571175" y="319365"/>
                  </a:lnTo>
                  <a:lnTo>
                    <a:pt x="6542264" y="319559"/>
                  </a:lnTo>
                  <a:lnTo>
                    <a:pt x="6527519" y="319649"/>
                  </a:lnTo>
                  <a:lnTo>
                    <a:pt x="6522737" y="319676"/>
                  </a:lnTo>
                  <a:lnTo>
                    <a:pt x="6522385" y="319678"/>
                  </a:lnTo>
                  <a:lnTo>
                    <a:pt x="5527445" y="319678"/>
                  </a:lnTo>
                  <a:lnTo>
                    <a:pt x="5526322" y="319703"/>
                  </a:lnTo>
                  <a:lnTo>
                    <a:pt x="5518909" y="319878"/>
                  </a:lnTo>
                  <a:lnTo>
                    <a:pt x="5500118" y="320363"/>
                  </a:lnTo>
                  <a:lnTo>
                    <a:pt x="5466262" y="321318"/>
                  </a:lnTo>
                  <a:lnTo>
                    <a:pt x="5415270" y="322896"/>
                  </a:lnTo>
                  <a:lnTo>
                    <a:pt x="5346845" y="325229"/>
                  </a:lnTo>
                  <a:lnTo>
                    <a:pt x="5262407" y="328413"/>
                  </a:lnTo>
                  <a:lnTo>
                    <a:pt x="5164782" y="332508"/>
                  </a:lnTo>
                  <a:lnTo>
                    <a:pt x="5057692" y="337536"/>
                  </a:lnTo>
                  <a:lnTo>
                    <a:pt x="4945162" y="343492"/>
                  </a:lnTo>
                  <a:lnTo>
                    <a:pt x="4831005" y="350359"/>
                  </a:lnTo>
                  <a:lnTo>
                    <a:pt x="4718447" y="358119"/>
                  </a:lnTo>
                  <a:lnTo>
                    <a:pt x="4609942" y="366767"/>
                  </a:lnTo>
                  <a:lnTo>
                    <a:pt x="4507148" y="376319"/>
                  </a:lnTo>
                  <a:lnTo>
                    <a:pt x="4411004" y="386818"/>
                  </a:lnTo>
                  <a:lnTo>
                    <a:pt x="4321863" y="398335"/>
                  </a:lnTo>
                  <a:lnTo>
                    <a:pt x="4239637" y="410969"/>
                  </a:lnTo>
                  <a:lnTo>
                    <a:pt x="4163927" y="424849"/>
                  </a:lnTo>
                  <a:lnTo>
                    <a:pt x="4094136" y="440126"/>
                  </a:lnTo>
                  <a:lnTo>
                    <a:pt x="4029554" y="456969"/>
                  </a:lnTo>
                  <a:lnTo>
                    <a:pt x="3969415" y="475554"/>
                  </a:lnTo>
                  <a:lnTo>
                    <a:pt x="3912952" y="496048"/>
                  </a:lnTo>
                  <a:lnTo>
                    <a:pt x="3859432" y="518582"/>
                  </a:lnTo>
                  <a:lnTo>
                    <a:pt x="3820202" y="537164"/>
                  </a:lnTo>
                  <a:lnTo>
                    <a:pt x="3765318" y="566175"/>
                  </a:lnTo>
                  <a:lnTo>
                    <a:pt x="3712024" y="597781"/>
                  </a:lnTo>
                  <a:lnTo>
                    <a:pt x="3659790" y="632030"/>
                  </a:lnTo>
                  <a:lnTo>
                    <a:pt x="3608215" y="668903"/>
                  </a:lnTo>
                  <a:lnTo>
                    <a:pt x="3556999" y="708308"/>
                  </a:lnTo>
                  <a:lnTo>
                    <a:pt x="3505929" y="750072"/>
                  </a:lnTo>
                  <a:lnTo>
                    <a:pt x="3454865" y="793940"/>
                  </a:lnTo>
                  <a:lnTo>
                    <a:pt x="3403732" y="839580"/>
                  </a:lnTo>
                  <a:lnTo>
                    <a:pt x="3352506" y="886586"/>
                  </a:lnTo>
                  <a:lnTo>
                    <a:pt x="3301200" y="934498"/>
                  </a:lnTo>
                  <a:lnTo>
                    <a:pt x="3249855" y="982813"/>
                  </a:lnTo>
                  <a:lnTo>
                    <a:pt x="3198521" y="1031014"/>
                  </a:lnTo>
                  <a:lnTo>
                    <a:pt x="3147247" y="1078585"/>
                  </a:lnTo>
                  <a:lnTo>
                    <a:pt x="3096062" y="1125042"/>
                  </a:lnTo>
                  <a:lnTo>
                    <a:pt x="3044966" y="1169945"/>
                  </a:lnTo>
                  <a:lnTo>
                    <a:pt x="2993912" y="1212921"/>
                  </a:lnTo>
                  <a:lnTo>
                    <a:pt x="2942798" y="1253669"/>
                  </a:lnTo>
                  <a:lnTo>
                    <a:pt x="2891455" y="1291973"/>
                  </a:lnTo>
                  <a:lnTo>
                    <a:pt x="2839632" y="1327695"/>
                  </a:lnTo>
                  <a:lnTo>
                    <a:pt x="2786986" y="1360775"/>
                  </a:lnTo>
                  <a:lnTo>
                    <a:pt x="2733063" y="1391225"/>
                  </a:lnTo>
                  <a:lnTo>
                    <a:pt x="2702183" y="1407110"/>
                  </a:lnTo>
                  <a:lnTo>
                    <a:pt x="2650461" y="1431238"/>
                  </a:lnTo>
                  <a:lnTo>
                    <a:pt x="2596304" y="1453279"/>
                  </a:lnTo>
                  <a:lnTo>
                    <a:pt x="2539035" y="1473306"/>
                  </a:lnTo>
                  <a:lnTo>
                    <a:pt x="2477910" y="1491461"/>
                  </a:lnTo>
                  <a:lnTo>
                    <a:pt x="2412158" y="1507915"/>
                  </a:lnTo>
                  <a:lnTo>
                    <a:pt x="2341022" y="1522845"/>
                  </a:lnTo>
                  <a:lnTo>
                    <a:pt x="2263811" y="1536416"/>
                  </a:lnTo>
                  <a:lnTo>
                    <a:pt x="2179967" y="1548774"/>
                  </a:lnTo>
                  <a:lnTo>
                    <a:pt x="2089155" y="1560041"/>
                  </a:lnTo>
                  <a:lnTo>
                    <a:pt x="1991379" y="1570309"/>
                  </a:lnTo>
                  <a:lnTo>
                    <a:pt x="1887118" y="1579644"/>
                  </a:lnTo>
                  <a:lnTo>
                    <a:pt x="1777470" y="1588080"/>
                  </a:lnTo>
                  <a:lnTo>
                    <a:pt x="1664278" y="1595629"/>
                  </a:lnTo>
                  <a:lnTo>
                    <a:pt x="1550190" y="1602281"/>
                  </a:lnTo>
                  <a:lnTo>
                    <a:pt x="1438593" y="1608018"/>
                  </a:lnTo>
                  <a:lnTo>
                    <a:pt x="1333389" y="1612824"/>
                  </a:lnTo>
                  <a:lnTo>
                    <a:pt x="1238586" y="1616699"/>
                  </a:lnTo>
                  <a:lnTo>
                    <a:pt x="1157744" y="1619674"/>
                  </a:lnTo>
                  <a:lnTo>
                    <a:pt x="1093396" y="1621817"/>
                  </a:lnTo>
                  <a:lnTo>
                    <a:pt x="1046571" y="1623235"/>
                  </a:lnTo>
                  <a:lnTo>
                    <a:pt x="1016548" y="1624063"/>
                  </a:lnTo>
                  <a:lnTo>
                    <a:pt x="1000851" y="1624460"/>
                  </a:lnTo>
                  <a:lnTo>
                    <a:pt x="995443" y="1624585"/>
                  </a:lnTo>
                  <a:lnTo>
                    <a:pt x="994940" y="1624596"/>
                  </a:lnTo>
                  <a:lnTo>
                    <a:pt x="0" y="1624596"/>
                  </a:lnTo>
                  <a:lnTo>
                    <a:pt x="0" y="16245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7" name="pg1466"/>
            <p:cNvSpPr/>
            <p:nvPr/>
          </p:nvSpPr>
          <p:spPr>
            <a:xfrm>
              <a:off x="1199187" y="3961754"/>
              <a:ext cx="12049831" cy="1294436"/>
            </a:xfrm>
            <a:custGeom>
              <a:avLst/>
              <a:pathLst>
                <a:path w="12049831" h="1294436">
                  <a:moveTo>
                    <a:pt x="0" y="1294436"/>
                  </a:moveTo>
                  <a:lnTo>
                    <a:pt x="994940" y="1294436"/>
                  </a:lnTo>
                  <a:lnTo>
                    <a:pt x="996063" y="1294412"/>
                  </a:lnTo>
                  <a:lnTo>
                    <a:pt x="1003478" y="1294238"/>
                  </a:lnTo>
                  <a:lnTo>
                    <a:pt x="1022274" y="1293760"/>
                  </a:lnTo>
                  <a:lnTo>
                    <a:pt x="1056140" y="1292816"/>
                  </a:lnTo>
                  <a:lnTo>
                    <a:pt x="1107144" y="1291256"/>
                  </a:lnTo>
                  <a:lnTo>
                    <a:pt x="1175584" y="1288951"/>
                  </a:lnTo>
                  <a:lnTo>
                    <a:pt x="1260039" y="1285804"/>
                  </a:lnTo>
                  <a:lnTo>
                    <a:pt x="1357681" y="1281757"/>
                  </a:lnTo>
                  <a:lnTo>
                    <a:pt x="1464788" y="1276789"/>
                  </a:lnTo>
                  <a:lnTo>
                    <a:pt x="1577332" y="1270903"/>
                  </a:lnTo>
                  <a:lnTo>
                    <a:pt x="1691499" y="1264117"/>
                  </a:lnTo>
                  <a:lnTo>
                    <a:pt x="1804066" y="1256449"/>
                  </a:lnTo>
                  <a:lnTo>
                    <a:pt x="1912575" y="1247903"/>
                  </a:lnTo>
                  <a:lnTo>
                    <a:pt x="2015371" y="1238464"/>
                  </a:lnTo>
                  <a:lnTo>
                    <a:pt x="2111514" y="1228089"/>
                  </a:lnTo>
                  <a:lnTo>
                    <a:pt x="2200653" y="1216709"/>
                  </a:lnTo>
                  <a:lnTo>
                    <a:pt x="2282877" y="1204223"/>
                  </a:lnTo>
                  <a:lnTo>
                    <a:pt x="2358584" y="1190507"/>
                  </a:lnTo>
                  <a:lnTo>
                    <a:pt x="2428371" y="1175410"/>
                  </a:lnTo>
                  <a:lnTo>
                    <a:pt x="2492950" y="1158766"/>
                  </a:lnTo>
                  <a:lnTo>
                    <a:pt x="2553087" y="1140400"/>
                  </a:lnTo>
                  <a:lnTo>
                    <a:pt x="2609549" y="1120146"/>
                  </a:lnTo>
                  <a:lnTo>
                    <a:pt x="2663068" y="1097877"/>
                  </a:lnTo>
                  <a:lnTo>
                    <a:pt x="2702183" y="1079570"/>
                  </a:lnTo>
                  <a:lnTo>
                    <a:pt x="2757189" y="1050842"/>
                  </a:lnTo>
                  <a:lnTo>
                    <a:pt x="2810601" y="1019536"/>
                  </a:lnTo>
                  <a:lnTo>
                    <a:pt x="2862948" y="985608"/>
                  </a:lnTo>
                  <a:lnTo>
                    <a:pt x="2914636" y="949076"/>
                  </a:lnTo>
                  <a:lnTo>
                    <a:pt x="2965966" y="910032"/>
                  </a:lnTo>
                  <a:lnTo>
                    <a:pt x="3017152" y="868650"/>
                  </a:lnTo>
                  <a:lnTo>
                    <a:pt x="3068332" y="825184"/>
                  </a:lnTo>
                  <a:lnTo>
                    <a:pt x="3119583" y="779965"/>
                  </a:lnTo>
                  <a:lnTo>
                    <a:pt x="3170927" y="733398"/>
                  </a:lnTo>
                  <a:lnTo>
                    <a:pt x="3222350" y="685943"/>
                  </a:lnTo>
                  <a:lnTo>
                    <a:pt x="3273813" y="638098"/>
                  </a:lnTo>
                  <a:lnTo>
                    <a:pt x="3325262" y="590380"/>
                  </a:lnTo>
                  <a:lnTo>
                    <a:pt x="3376650" y="543299"/>
                  </a:lnTo>
                  <a:lnTo>
                    <a:pt x="3427948" y="497339"/>
                  </a:lnTo>
                  <a:lnTo>
                    <a:pt x="3479158" y="452934"/>
                  </a:lnTo>
                  <a:lnTo>
                    <a:pt x="3530328" y="410453"/>
                  </a:lnTo>
                  <a:lnTo>
                    <a:pt x="3581563" y="370191"/>
                  </a:lnTo>
                  <a:lnTo>
                    <a:pt x="3633037" y="332362"/>
                  </a:lnTo>
                  <a:lnTo>
                    <a:pt x="3685005" y="297100"/>
                  </a:lnTo>
                  <a:lnTo>
                    <a:pt x="3737816" y="264460"/>
                  </a:lnTo>
                  <a:lnTo>
                    <a:pt x="3791935" y="234429"/>
                  </a:lnTo>
                  <a:lnTo>
                    <a:pt x="3820202" y="220106"/>
                  </a:lnTo>
                  <a:lnTo>
                    <a:pt x="3871929" y="196266"/>
                  </a:lnTo>
                  <a:lnTo>
                    <a:pt x="3926092" y="174489"/>
                  </a:lnTo>
                  <a:lnTo>
                    <a:pt x="3983367" y="154702"/>
                  </a:lnTo>
                  <a:lnTo>
                    <a:pt x="4044499" y="136765"/>
                  </a:lnTo>
                  <a:lnTo>
                    <a:pt x="4110260" y="120508"/>
                  </a:lnTo>
                  <a:lnTo>
                    <a:pt x="4181406" y="105757"/>
                  </a:lnTo>
                  <a:lnTo>
                    <a:pt x="4258628" y="92349"/>
                  </a:lnTo>
                  <a:lnTo>
                    <a:pt x="4342485" y="80140"/>
                  </a:lnTo>
                  <a:lnTo>
                    <a:pt x="4433311" y="69008"/>
                  </a:lnTo>
                  <a:lnTo>
                    <a:pt x="4531102" y="58864"/>
                  </a:lnTo>
                  <a:lnTo>
                    <a:pt x="4635380" y="49642"/>
                  </a:lnTo>
                  <a:lnTo>
                    <a:pt x="4745044" y="41307"/>
                  </a:lnTo>
                  <a:lnTo>
                    <a:pt x="4858249" y="33850"/>
                  </a:lnTo>
                  <a:lnTo>
                    <a:pt x="4972347" y="27278"/>
                  </a:lnTo>
                  <a:lnTo>
                    <a:pt x="5083949" y="21611"/>
                  </a:lnTo>
                  <a:lnTo>
                    <a:pt x="5189150" y="16864"/>
                  </a:lnTo>
                  <a:lnTo>
                    <a:pt x="5283943" y="13037"/>
                  </a:lnTo>
                  <a:lnTo>
                    <a:pt x="5364766" y="10098"/>
                  </a:lnTo>
                  <a:lnTo>
                    <a:pt x="5429090" y="7982"/>
                  </a:lnTo>
                  <a:lnTo>
                    <a:pt x="5475887" y="6583"/>
                  </a:lnTo>
                  <a:lnTo>
                    <a:pt x="5505882" y="5765"/>
                  </a:lnTo>
                  <a:lnTo>
                    <a:pt x="5521554" y="5374"/>
                  </a:lnTo>
                  <a:lnTo>
                    <a:pt x="5526946" y="525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2" y="5244"/>
                  </a:lnTo>
                  <a:lnTo>
                    <a:pt x="6531018" y="5275"/>
                  </a:lnTo>
                  <a:lnTo>
                    <a:pt x="6550017" y="5360"/>
                  </a:lnTo>
                  <a:lnTo>
                    <a:pt x="6584232" y="5527"/>
                  </a:lnTo>
                  <a:lnTo>
                    <a:pt x="6635734" y="5802"/>
                  </a:lnTo>
                  <a:lnTo>
                    <a:pt x="6704793" y="6210"/>
                  </a:lnTo>
                  <a:lnTo>
                    <a:pt x="6789937" y="6766"/>
                  </a:lnTo>
                  <a:lnTo>
                    <a:pt x="6888277" y="7480"/>
                  </a:lnTo>
                  <a:lnTo>
                    <a:pt x="6996031" y="8358"/>
                  </a:lnTo>
                  <a:lnTo>
                    <a:pt x="7109126" y="9396"/>
                  </a:lnTo>
                  <a:lnTo>
                    <a:pt x="7223721" y="10593"/>
                  </a:lnTo>
                  <a:lnTo>
                    <a:pt x="7336583" y="11945"/>
                  </a:lnTo>
                  <a:lnTo>
                    <a:pt x="7445264" y="13452"/>
                  </a:lnTo>
                  <a:lnTo>
                    <a:pt x="7548125" y="15117"/>
                  </a:lnTo>
                  <a:lnTo>
                    <a:pt x="7644251" y="16946"/>
                  </a:lnTo>
                  <a:lnTo>
                    <a:pt x="7733313" y="18954"/>
                  </a:lnTo>
                  <a:lnTo>
                    <a:pt x="7815425" y="21158"/>
                  </a:lnTo>
                  <a:lnTo>
                    <a:pt x="7891003" y="23580"/>
                  </a:lnTo>
                  <a:lnTo>
                    <a:pt x="7960664" y="26247"/>
                  </a:lnTo>
                  <a:lnTo>
                    <a:pt x="8025131" y="29189"/>
                  </a:lnTo>
                  <a:lnTo>
                    <a:pt x="8085182" y="32436"/>
                  </a:lnTo>
                  <a:lnTo>
                    <a:pt x="8141590" y="36018"/>
                  </a:lnTo>
                  <a:lnTo>
                    <a:pt x="8195093" y="39957"/>
                  </a:lnTo>
                  <a:lnTo>
                    <a:pt x="8229629" y="42798"/>
                  </a:lnTo>
                  <a:lnTo>
                    <a:pt x="8291013" y="48442"/>
                  </a:lnTo>
                  <a:lnTo>
                    <a:pt x="8350487" y="54651"/>
                  </a:lnTo>
                  <a:lnTo>
                    <a:pt x="8408761" y="61433"/>
                  </a:lnTo>
                  <a:lnTo>
                    <a:pt x="8466355" y="68778"/>
                  </a:lnTo>
                  <a:lnTo>
                    <a:pt x="8523638" y="76656"/>
                  </a:lnTo>
                  <a:lnTo>
                    <a:pt x="8580852" y="85014"/>
                  </a:lnTo>
                  <a:lnTo>
                    <a:pt x="8638132" y="93778"/>
                  </a:lnTo>
                  <a:lnTo>
                    <a:pt x="8695527" y="102852"/>
                  </a:lnTo>
                  <a:lnTo>
                    <a:pt x="8753022" y="112126"/>
                  </a:lnTo>
                  <a:lnTo>
                    <a:pt x="8810562" y="121478"/>
                  </a:lnTo>
                  <a:lnTo>
                    <a:pt x="8868073" y="130782"/>
                  </a:lnTo>
                  <a:lnTo>
                    <a:pt x="8925496" y="139914"/>
                  </a:lnTo>
                  <a:lnTo>
                    <a:pt x="8982801" y="148761"/>
                  </a:lnTo>
                  <a:lnTo>
                    <a:pt x="9040022" y="157223"/>
                  </a:lnTo>
                  <a:lnTo>
                    <a:pt x="9097271" y="165221"/>
                  </a:lnTo>
                  <a:lnTo>
                    <a:pt x="9154763" y="172697"/>
                  </a:lnTo>
                  <a:lnTo>
                    <a:pt x="9212833" y="179615"/>
                  </a:lnTo>
                  <a:lnTo>
                    <a:pt x="9271966" y="185960"/>
                  </a:lnTo>
                  <a:lnTo>
                    <a:pt x="9332819" y="191736"/>
                  </a:lnTo>
                  <a:lnTo>
                    <a:pt x="9347647" y="193030"/>
                  </a:lnTo>
                  <a:lnTo>
                    <a:pt x="9399577" y="197212"/>
                  </a:lnTo>
                  <a:lnTo>
                    <a:pt x="9453962" y="201031"/>
                  </a:lnTo>
                  <a:lnTo>
                    <a:pt x="9511489" y="204500"/>
                  </a:lnTo>
                  <a:lnTo>
                    <a:pt x="9572912" y="207643"/>
                  </a:lnTo>
                  <a:lnTo>
                    <a:pt x="9639010" y="210490"/>
                  </a:lnTo>
                  <a:lnTo>
                    <a:pt x="9710549" y="213073"/>
                  </a:lnTo>
                  <a:lnTo>
                    <a:pt x="9788225" y="215421"/>
                  </a:lnTo>
                  <a:lnTo>
                    <a:pt x="9872599" y="217557"/>
                  </a:lnTo>
                  <a:lnTo>
                    <a:pt x="9964000" y="219505"/>
                  </a:lnTo>
                  <a:lnTo>
                    <a:pt x="10062412" y="221279"/>
                  </a:lnTo>
                  <a:lnTo>
                    <a:pt x="10167330" y="222890"/>
                  </a:lnTo>
                  <a:lnTo>
                    <a:pt x="10277612" y="224346"/>
                  </a:lnTo>
                  <a:lnTo>
                    <a:pt x="10391357" y="225647"/>
                  </a:lnTo>
                  <a:lnTo>
                    <a:pt x="10505850" y="226792"/>
                  </a:lnTo>
                  <a:lnTo>
                    <a:pt x="10617626" y="227778"/>
                  </a:lnTo>
                  <a:lnTo>
                    <a:pt x="10722720" y="228601"/>
                  </a:lnTo>
                  <a:lnTo>
                    <a:pt x="10817088" y="229263"/>
                  </a:lnTo>
                  <a:lnTo>
                    <a:pt x="10897178" y="229768"/>
                  </a:lnTo>
                  <a:lnTo>
                    <a:pt x="10960519" y="230130"/>
                  </a:lnTo>
                  <a:lnTo>
                    <a:pt x="11006192" y="230367"/>
                  </a:lnTo>
                  <a:lnTo>
                    <a:pt x="11035067" y="230503"/>
                  </a:lnTo>
                  <a:lnTo>
                    <a:pt x="11049782" y="230567"/>
                  </a:lnTo>
                  <a:lnTo>
                    <a:pt x="11054544" y="230586"/>
                  </a:lnTo>
                  <a:lnTo>
                    <a:pt x="11054891" y="230587"/>
                  </a:lnTo>
                  <a:lnTo>
                    <a:pt x="12049831" y="230587"/>
                  </a:lnTo>
                  <a:lnTo>
                    <a:pt x="12049831" y="225347"/>
                  </a:lnTo>
                  <a:lnTo>
                    <a:pt x="11054891" y="225347"/>
                  </a:lnTo>
                  <a:lnTo>
                    <a:pt x="11053755" y="225342"/>
                  </a:lnTo>
                  <a:lnTo>
                    <a:pt x="11046258" y="225312"/>
                  </a:lnTo>
                  <a:lnTo>
                    <a:pt x="11027260" y="225227"/>
                  </a:lnTo>
                  <a:lnTo>
                    <a:pt x="10993045" y="225060"/>
                  </a:lnTo>
                  <a:lnTo>
                    <a:pt x="10941542" y="224785"/>
                  </a:lnTo>
                  <a:lnTo>
                    <a:pt x="10872484" y="224377"/>
                  </a:lnTo>
                  <a:lnTo>
                    <a:pt x="10787340" y="223821"/>
                  </a:lnTo>
                  <a:lnTo>
                    <a:pt x="10689000" y="223106"/>
                  </a:lnTo>
                  <a:lnTo>
                    <a:pt x="10581245" y="222229"/>
                  </a:lnTo>
                  <a:lnTo>
                    <a:pt x="10468151" y="221191"/>
                  </a:lnTo>
                  <a:lnTo>
                    <a:pt x="10353555" y="219994"/>
                  </a:lnTo>
                  <a:lnTo>
                    <a:pt x="10240693" y="218642"/>
                  </a:lnTo>
                  <a:lnTo>
                    <a:pt x="10132012" y="217135"/>
                  </a:lnTo>
                  <a:lnTo>
                    <a:pt x="10029151" y="215470"/>
                  </a:lnTo>
                  <a:lnTo>
                    <a:pt x="9933026" y="213641"/>
                  </a:lnTo>
                  <a:lnTo>
                    <a:pt x="9843963" y="211633"/>
                  </a:lnTo>
                  <a:lnTo>
                    <a:pt x="9761852" y="209429"/>
                  </a:lnTo>
                  <a:lnTo>
                    <a:pt x="9686273" y="207007"/>
                  </a:lnTo>
                  <a:lnTo>
                    <a:pt x="9616613" y="204340"/>
                  </a:lnTo>
                  <a:lnTo>
                    <a:pt x="9552145" y="201398"/>
                  </a:lnTo>
                  <a:lnTo>
                    <a:pt x="9492095" y="198151"/>
                  </a:lnTo>
                  <a:lnTo>
                    <a:pt x="9435687" y="194569"/>
                  </a:lnTo>
                  <a:lnTo>
                    <a:pt x="9382184" y="190630"/>
                  </a:lnTo>
                  <a:lnTo>
                    <a:pt x="9347647" y="187789"/>
                  </a:lnTo>
                  <a:lnTo>
                    <a:pt x="9286264" y="182145"/>
                  </a:lnTo>
                  <a:lnTo>
                    <a:pt x="9226789" y="175936"/>
                  </a:lnTo>
                  <a:lnTo>
                    <a:pt x="9168515" y="169154"/>
                  </a:lnTo>
                  <a:lnTo>
                    <a:pt x="9110921" y="161809"/>
                  </a:lnTo>
                  <a:lnTo>
                    <a:pt x="9053638" y="153931"/>
                  </a:lnTo>
                  <a:lnTo>
                    <a:pt x="8996424" y="145572"/>
                  </a:lnTo>
                  <a:lnTo>
                    <a:pt x="8939145" y="136809"/>
                  </a:lnTo>
                  <a:lnTo>
                    <a:pt x="8881750" y="127735"/>
                  </a:lnTo>
                  <a:lnTo>
                    <a:pt x="8824254" y="118461"/>
                  </a:lnTo>
                  <a:lnTo>
                    <a:pt x="8766715" y="109109"/>
                  </a:lnTo>
                  <a:lnTo>
                    <a:pt x="8709203" y="99805"/>
                  </a:lnTo>
                  <a:lnTo>
                    <a:pt x="8651781" y="90673"/>
                  </a:lnTo>
                  <a:lnTo>
                    <a:pt x="8594476" y="81826"/>
                  </a:lnTo>
                  <a:lnTo>
                    <a:pt x="8537255" y="73364"/>
                  </a:lnTo>
                  <a:lnTo>
                    <a:pt x="8480006" y="65366"/>
                  </a:lnTo>
                  <a:lnTo>
                    <a:pt x="8422514" y="57890"/>
                  </a:lnTo>
                  <a:lnTo>
                    <a:pt x="8364443" y="50972"/>
                  </a:lnTo>
                  <a:lnTo>
                    <a:pt x="8305311" y="44627"/>
                  </a:lnTo>
                  <a:lnTo>
                    <a:pt x="8244457" y="38851"/>
                  </a:lnTo>
                  <a:lnTo>
                    <a:pt x="8229629" y="37557"/>
                  </a:lnTo>
                  <a:lnTo>
                    <a:pt x="8177700" y="33375"/>
                  </a:lnTo>
                  <a:lnTo>
                    <a:pt x="8123315" y="29556"/>
                  </a:lnTo>
                  <a:lnTo>
                    <a:pt x="8065788" y="26087"/>
                  </a:lnTo>
                  <a:lnTo>
                    <a:pt x="8004365" y="22944"/>
                  </a:lnTo>
                  <a:lnTo>
                    <a:pt x="7938267" y="20096"/>
                  </a:lnTo>
                  <a:lnTo>
                    <a:pt x="7866728" y="17513"/>
                  </a:lnTo>
                  <a:lnTo>
                    <a:pt x="7789052" y="15166"/>
                  </a:lnTo>
                  <a:lnTo>
                    <a:pt x="7704678" y="13030"/>
                  </a:lnTo>
                  <a:lnTo>
                    <a:pt x="7613276" y="11082"/>
                  </a:lnTo>
                  <a:lnTo>
                    <a:pt x="7514864" y="9308"/>
                  </a:lnTo>
                  <a:lnTo>
                    <a:pt x="7409947" y="7697"/>
                  </a:lnTo>
                  <a:lnTo>
                    <a:pt x="7299665" y="6241"/>
                  </a:lnTo>
                  <a:lnTo>
                    <a:pt x="7185919" y="4940"/>
                  </a:lnTo>
                  <a:lnTo>
                    <a:pt x="7071427" y="3795"/>
                  </a:lnTo>
                  <a:lnTo>
                    <a:pt x="6959650" y="2809"/>
                  </a:lnTo>
                  <a:lnTo>
                    <a:pt x="6854557" y="1986"/>
                  </a:lnTo>
                  <a:lnTo>
                    <a:pt x="6760189" y="1324"/>
                  </a:lnTo>
                  <a:lnTo>
                    <a:pt x="6680098" y="819"/>
                  </a:lnTo>
                  <a:lnTo>
                    <a:pt x="6616757" y="457"/>
                  </a:lnTo>
                  <a:lnTo>
                    <a:pt x="6571084" y="220"/>
                  </a:lnTo>
                  <a:lnTo>
                    <a:pt x="6542209" y="83"/>
                  </a:lnTo>
                  <a:lnTo>
                    <a:pt x="6527495" y="20"/>
                  </a:lnTo>
                  <a:lnTo>
                    <a:pt x="6522733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2" y="24"/>
                  </a:lnTo>
                  <a:lnTo>
                    <a:pt x="5518907" y="197"/>
                  </a:lnTo>
                  <a:lnTo>
                    <a:pt x="5500111" y="676"/>
                  </a:lnTo>
                  <a:lnTo>
                    <a:pt x="5466245" y="1620"/>
                  </a:lnTo>
                  <a:lnTo>
                    <a:pt x="5415241" y="3180"/>
                  </a:lnTo>
                  <a:lnTo>
                    <a:pt x="5346801" y="5485"/>
                  </a:lnTo>
                  <a:lnTo>
                    <a:pt x="5262346" y="8632"/>
                  </a:lnTo>
                  <a:lnTo>
                    <a:pt x="5164704" y="12678"/>
                  </a:lnTo>
                  <a:lnTo>
                    <a:pt x="5057597" y="17647"/>
                  </a:lnTo>
                  <a:lnTo>
                    <a:pt x="4945053" y="23533"/>
                  </a:lnTo>
                  <a:lnTo>
                    <a:pt x="4830886" y="30319"/>
                  </a:lnTo>
                  <a:lnTo>
                    <a:pt x="4718319" y="37987"/>
                  </a:lnTo>
                  <a:lnTo>
                    <a:pt x="4609810" y="46532"/>
                  </a:lnTo>
                  <a:lnTo>
                    <a:pt x="4507014" y="55972"/>
                  </a:lnTo>
                  <a:lnTo>
                    <a:pt x="4410871" y="66346"/>
                  </a:lnTo>
                  <a:lnTo>
                    <a:pt x="4321732" y="77727"/>
                  </a:lnTo>
                  <a:lnTo>
                    <a:pt x="4239508" y="90212"/>
                  </a:lnTo>
                  <a:lnTo>
                    <a:pt x="4163801" y="103928"/>
                  </a:lnTo>
                  <a:lnTo>
                    <a:pt x="4094014" y="119025"/>
                  </a:lnTo>
                  <a:lnTo>
                    <a:pt x="4029435" y="135669"/>
                  </a:lnTo>
                  <a:lnTo>
                    <a:pt x="3969298" y="154036"/>
                  </a:lnTo>
                  <a:lnTo>
                    <a:pt x="3912836" y="174289"/>
                  </a:lnTo>
                  <a:lnTo>
                    <a:pt x="3859317" y="196558"/>
                  </a:lnTo>
                  <a:lnTo>
                    <a:pt x="3820202" y="214865"/>
                  </a:lnTo>
                  <a:lnTo>
                    <a:pt x="3765196" y="243594"/>
                  </a:lnTo>
                  <a:lnTo>
                    <a:pt x="3711784" y="274899"/>
                  </a:lnTo>
                  <a:lnTo>
                    <a:pt x="3659437" y="308827"/>
                  </a:lnTo>
                  <a:lnTo>
                    <a:pt x="3607749" y="345360"/>
                  </a:lnTo>
                  <a:lnTo>
                    <a:pt x="3556419" y="384403"/>
                  </a:lnTo>
                  <a:lnTo>
                    <a:pt x="3505233" y="425785"/>
                  </a:lnTo>
                  <a:lnTo>
                    <a:pt x="3454053" y="469252"/>
                  </a:lnTo>
                  <a:lnTo>
                    <a:pt x="3402802" y="514470"/>
                  </a:lnTo>
                  <a:lnTo>
                    <a:pt x="3351458" y="561037"/>
                  </a:lnTo>
                  <a:lnTo>
                    <a:pt x="3300035" y="608493"/>
                  </a:lnTo>
                  <a:lnTo>
                    <a:pt x="3248572" y="656338"/>
                  </a:lnTo>
                  <a:lnTo>
                    <a:pt x="3197123" y="704056"/>
                  </a:lnTo>
                  <a:lnTo>
                    <a:pt x="3145735" y="751136"/>
                  </a:lnTo>
                  <a:lnTo>
                    <a:pt x="3094437" y="797096"/>
                  </a:lnTo>
                  <a:lnTo>
                    <a:pt x="3043227" y="841502"/>
                  </a:lnTo>
                  <a:lnTo>
                    <a:pt x="2992057" y="883983"/>
                  </a:lnTo>
                  <a:lnTo>
                    <a:pt x="2940822" y="924245"/>
                  </a:lnTo>
                  <a:lnTo>
                    <a:pt x="2889348" y="962073"/>
                  </a:lnTo>
                  <a:lnTo>
                    <a:pt x="2837380" y="997335"/>
                  </a:lnTo>
                  <a:lnTo>
                    <a:pt x="2784569" y="1029975"/>
                  </a:lnTo>
                  <a:lnTo>
                    <a:pt x="2730450" y="1060007"/>
                  </a:lnTo>
                  <a:lnTo>
                    <a:pt x="2702183" y="1074329"/>
                  </a:lnTo>
                  <a:lnTo>
                    <a:pt x="2650456" y="1098169"/>
                  </a:lnTo>
                  <a:lnTo>
                    <a:pt x="2596293" y="1119946"/>
                  </a:lnTo>
                  <a:lnTo>
                    <a:pt x="2539018" y="1139733"/>
                  </a:lnTo>
                  <a:lnTo>
                    <a:pt x="2477886" y="1157671"/>
                  </a:lnTo>
                  <a:lnTo>
                    <a:pt x="2412125" y="1173928"/>
                  </a:lnTo>
                  <a:lnTo>
                    <a:pt x="2340979" y="1188678"/>
                  </a:lnTo>
                  <a:lnTo>
                    <a:pt x="2263757" y="1202086"/>
                  </a:lnTo>
                  <a:lnTo>
                    <a:pt x="2179900" y="1214296"/>
                  </a:lnTo>
                  <a:lnTo>
                    <a:pt x="2089074" y="1225427"/>
                  </a:lnTo>
                  <a:lnTo>
                    <a:pt x="1991283" y="1235572"/>
                  </a:lnTo>
                  <a:lnTo>
                    <a:pt x="1887005" y="1244794"/>
                  </a:lnTo>
                  <a:lnTo>
                    <a:pt x="1777341" y="1253128"/>
                  </a:lnTo>
                  <a:lnTo>
                    <a:pt x="1664136" y="1260586"/>
                  </a:lnTo>
                  <a:lnTo>
                    <a:pt x="1550038" y="1267157"/>
                  </a:lnTo>
                  <a:lnTo>
                    <a:pt x="1438436" y="1272825"/>
                  </a:lnTo>
                  <a:lnTo>
                    <a:pt x="1333235" y="1277572"/>
                  </a:lnTo>
                  <a:lnTo>
                    <a:pt x="1238442" y="1281399"/>
                  </a:lnTo>
                  <a:lnTo>
                    <a:pt x="1157619" y="1284337"/>
                  </a:lnTo>
                  <a:lnTo>
                    <a:pt x="1093295" y="1286453"/>
                  </a:lnTo>
                  <a:lnTo>
                    <a:pt x="1046498" y="1287852"/>
                  </a:lnTo>
                  <a:lnTo>
                    <a:pt x="1016503" y="1288670"/>
                  </a:lnTo>
                  <a:lnTo>
                    <a:pt x="1000831" y="1289061"/>
                  </a:lnTo>
                  <a:lnTo>
                    <a:pt x="995439" y="1289185"/>
                  </a:lnTo>
                  <a:lnTo>
                    <a:pt x="994940" y="1289195"/>
                  </a:lnTo>
                  <a:lnTo>
                    <a:pt x="0" y="1289195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68" name="pl1467"/>
            <p:cNvSpPr/>
            <p:nvPr/>
          </p:nvSpPr>
          <p:spPr>
            <a:xfrm>
              <a:off x="1199187" y="3966995"/>
              <a:ext cx="12049831" cy="1289195"/>
            </a:xfrm>
            <a:custGeom>
              <a:avLst/>
              <a:pathLst>
                <a:path w="12049831" h="1289195">
                  <a:moveTo>
                    <a:pt x="0" y="1289195"/>
                  </a:moveTo>
                  <a:lnTo>
                    <a:pt x="994940" y="1289195"/>
                  </a:lnTo>
                  <a:lnTo>
                    <a:pt x="996063" y="1289171"/>
                  </a:lnTo>
                  <a:lnTo>
                    <a:pt x="1003478" y="1288998"/>
                  </a:lnTo>
                  <a:lnTo>
                    <a:pt x="1022274" y="1288519"/>
                  </a:lnTo>
                  <a:lnTo>
                    <a:pt x="1056140" y="1287575"/>
                  </a:lnTo>
                  <a:lnTo>
                    <a:pt x="1107144" y="1286015"/>
                  </a:lnTo>
                  <a:lnTo>
                    <a:pt x="1175584" y="1283710"/>
                  </a:lnTo>
                  <a:lnTo>
                    <a:pt x="1260039" y="1280563"/>
                  </a:lnTo>
                  <a:lnTo>
                    <a:pt x="1357681" y="1276517"/>
                  </a:lnTo>
                  <a:lnTo>
                    <a:pt x="1464788" y="1271548"/>
                  </a:lnTo>
                  <a:lnTo>
                    <a:pt x="1577332" y="1265662"/>
                  </a:lnTo>
                  <a:lnTo>
                    <a:pt x="1691499" y="1258876"/>
                  </a:lnTo>
                  <a:lnTo>
                    <a:pt x="1804066" y="1251208"/>
                  </a:lnTo>
                  <a:lnTo>
                    <a:pt x="1912575" y="1242663"/>
                  </a:lnTo>
                  <a:lnTo>
                    <a:pt x="2015371" y="1233223"/>
                  </a:lnTo>
                  <a:lnTo>
                    <a:pt x="2111514" y="1222849"/>
                  </a:lnTo>
                  <a:lnTo>
                    <a:pt x="2200653" y="1211468"/>
                  </a:lnTo>
                  <a:lnTo>
                    <a:pt x="2282877" y="1198983"/>
                  </a:lnTo>
                  <a:lnTo>
                    <a:pt x="2358584" y="1185267"/>
                  </a:lnTo>
                  <a:lnTo>
                    <a:pt x="2428371" y="1170170"/>
                  </a:lnTo>
                  <a:lnTo>
                    <a:pt x="2492950" y="1153526"/>
                  </a:lnTo>
                  <a:lnTo>
                    <a:pt x="2553087" y="1135159"/>
                  </a:lnTo>
                  <a:lnTo>
                    <a:pt x="2609549" y="1114906"/>
                  </a:lnTo>
                  <a:lnTo>
                    <a:pt x="2663068" y="1092637"/>
                  </a:lnTo>
                  <a:lnTo>
                    <a:pt x="2702183" y="1074329"/>
                  </a:lnTo>
                  <a:lnTo>
                    <a:pt x="2757189" y="1045601"/>
                  </a:lnTo>
                  <a:lnTo>
                    <a:pt x="2810601" y="1014296"/>
                  </a:lnTo>
                  <a:lnTo>
                    <a:pt x="2862948" y="980368"/>
                  </a:lnTo>
                  <a:lnTo>
                    <a:pt x="2914636" y="943835"/>
                  </a:lnTo>
                  <a:lnTo>
                    <a:pt x="2965966" y="904792"/>
                  </a:lnTo>
                  <a:lnTo>
                    <a:pt x="3017152" y="863410"/>
                  </a:lnTo>
                  <a:lnTo>
                    <a:pt x="3068332" y="819943"/>
                  </a:lnTo>
                  <a:lnTo>
                    <a:pt x="3119583" y="774725"/>
                  </a:lnTo>
                  <a:lnTo>
                    <a:pt x="3170927" y="728158"/>
                  </a:lnTo>
                  <a:lnTo>
                    <a:pt x="3222350" y="680702"/>
                  </a:lnTo>
                  <a:lnTo>
                    <a:pt x="3273813" y="632857"/>
                  </a:lnTo>
                  <a:lnTo>
                    <a:pt x="3325262" y="585139"/>
                  </a:lnTo>
                  <a:lnTo>
                    <a:pt x="3376650" y="538059"/>
                  </a:lnTo>
                  <a:lnTo>
                    <a:pt x="3427948" y="492099"/>
                  </a:lnTo>
                  <a:lnTo>
                    <a:pt x="3479158" y="447693"/>
                  </a:lnTo>
                  <a:lnTo>
                    <a:pt x="3530328" y="405212"/>
                  </a:lnTo>
                  <a:lnTo>
                    <a:pt x="3581563" y="364950"/>
                  </a:lnTo>
                  <a:lnTo>
                    <a:pt x="3633037" y="327122"/>
                  </a:lnTo>
                  <a:lnTo>
                    <a:pt x="3685005" y="291860"/>
                  </a:lnTo>
                  <a:lnTo>
                    <a:pt x="3737816" y="259220"/>
                  </a:lnTo>
                  <a:lnTo>
                    <a:pt x="3791935" y="229188"/>
                  </a:lnTo>
                  <a:lnTo>
                    <a:pt x="3820202" y="214865"/>
                  </a:lnTo>
                  <a:lnTo>
                    <a:pt x="3871929" y="191026"/>
                  </a:lnTo>
                  <a:lnTo>
                    <a:pt x="3926092" y="169249"/>
                  </a:lnTo>
                  <a:lnTo>
                    <a:pt x="3983367" y="149462"/>
                  </a:lnTo>
                  <a:lnTo>
                    <a:pt x="4044499" y="131524"/>
                  </a:lnTo>
                  <a:lnTo>
                    <a:pt x="4110260" y="115267"/>
                  </a:lnTo>
                  <a:lnTo>
                    <a:pt x="4181406" y="100517"/>
                  </a:lnTo>
                  <a:lnTo>
                    <a:pt x="4258628" y="87109"/>
                  </a:lnTo>
                  <a:lnTo>
                    <a:pt x="4342485" y="74899"/>
                  </a:lnTo>
                  <a:lnTo>
                    <a:pt x="4433311" y="63768"/>
                  </a:lnTo>
                  <a:lnTo>
                    <a:pt x="4531102" y="53623"/>
                  </a:lnTo>
                  <a:lnTo>
                    <a:pt x="4635380" y="44401"/>
                  </a:lnTo>
                  <a:lnTo>
                    <a:pt x="4745044" y="36067"/>
                  </a:lnTo>
                  <a:lnTo>
                    <a:pt x="4858249" y="28609"/>
                  </a:lnTo>
                  <a:lnTo>
                    <a:pt x="4972347" y="22038"/>
                  </a:lnTo>
                  <a:lnTo>
                    <a:pt x="5083949" y="16370"/>
                  </a:lnTo>
                  <a:lnTo>
                    <a:pt x="5189150" y="11623"/>
                  </a:lnTo>
                  <a:lnTo>
                    <a:pt x="5283943" y="7796"/>
                  </a:lnTo>
                  <a:lnTo>
                    <a:pt x="5364766" y="4858"/>
                  </a:lnTo>
                  <a:lnTo>
                    <a:pt x="5429090" y="2742"/>
                  </a:lnTo>
                  <a:lnTo>
                    <a:pt x="5475887" y="1343"/>
                  </a:lnTo>
                  <a:lnTo>
                    <a:pt x="5505882" y="525"/>
                  </a:lnTo>
                  <a:lnTo>
                    <a:pt x="5521554" y="134"/>
                  </a:lnTo>
                  <a:lnTo>
                    <a:pt x="5526946" y="1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2" y="4"/>
                  </a:lnTo>
                  <a:lnTo>
                    <a:pt x="6531018" y="34"/>
                  </a:lnTo>
                  <a:lnTo>
                    <a:pt x="6550017" y="119"/>
                  </a:lnTo>
                  <a:lnTo>
                    <a:pt x="6584232" y="286"/>
                  </a:lnTo>
                  <a:lnTo>
                    <a:pt x="6635734" y="562"/>
                  </a:lnTo>
                  <a:lnTo>
                    <a:pt x="6704793" y="969"/>
                  </a:lnTo>
                  <a:lnTo>
                    <a:pt x="6789937" y="1525"/>
                  </a:lnTo>
                  <a:lnTo>
                    <a:pt x="6888277" y="2240"/>
                  </a:lnTo>
                  <a:lnTo>
                    <a:pt x="6996031" y="3117"/>
                  </a:lnTo>
                  <a:lnTo>
                    <a:pt x="7109126" y="4155"/>
                  </a:lnTo>
                  <a:lnTo>
                    <a:pt x="7223721" y="5352"/>
                  </a:lnTo>
                  <a:lnTo>
                    <a:pt x="7336583" y="6705"/>
                  </a:lnTo>
                  <a:lnTo>
                    <a:pt x="7445264" y="8211"/>
                  </a:lnTo>
                  <a:lnTo>
                    <a:pt x="7548125" y="9876"/>
                  </a:lnTo>
                  <a:lnTo>
                    <a:pt x="7644251" y="11706"/>
                  </a:lnTo>
                  <a:lnTo>
                    <a:pt x="7733313" y="13713"/>
                  </a:lnTo>
                  <a:lnTo>
                    <a:pt x="7815425" y="15917"/>
                  </a:lnTo>
                  <a:lnTo>
                    <a:pt x="7891003" y="18339"/>
                  </a:lnTo>
                  <a:lnTo>
                    <a:pt x="7960664" y="21006"/>
                  </a:lnTo>
                  <a:lnTo>
                    <a:pt x="8025131" y="23948"/>
                  </a:lnTo>
                  <a:lnTo>
                    <a:pt x="8085182" y="27196"/>
                  </a:lnTo>
                  <a:lnTo>
                    <a:pt x="8141590" y="30778"/>
                  </a:lnTo>
                  <a:lnTo>
                    <a:pt x="8195093" y="34716"/>
                  </a:lnTo>
                  <a:lnTo>
                    <a:pt x="8229629" y="37557"/>
                  </a:lnTo>
                  <a:lnTo>
                    <a:pt x="8291013" y="43201"/>
                  </a:lnTo>
                  <a:lnTo>
                    <a:pt x="8350487" y="49410"/>
                  </a:lnTo>
                  <a:lnTo>
                    <a:pt x="8408761" y="56192"/>
                  </a:lnTo>
                  <a:lnTo>
                    <a:pt x="8466355" y="63538"/>
                  </a:lnTo>
                  <a:lnTo>
                    <a:pt x="8523638" y="71416"/>
                  </a:lnTo>
                  <a:lnTo>
                    <a:pt x="8580852" y="79774"/>
                  </a:lnTo>
                  <a:lnTo>
                    <a:pt x="8638132" y="88537"/>
                  </a:lnTo>
                  <a:lnTo>
                    <a:pt x="8695527" y="97611"/>
                  </a:lnTo>
                  <a:lnTo>
                    <a:pt x="8753022" y="106885"/>
                  </a:lnTo>
                  <a:lnTo>
                    <a:pt x="8810562" y="116237"/>
                  </a:lnTo>
                  <a:lnTo>
                    <a:pt x="8868073" y="125541"/>
                  </a:lnTo>
                  <a:lnTo>
                    <a:pt x="8925496" y="134674"/>
                  </a:lnTo>
                  <a:lnTo>
                    <a:pt x="8982801" y="143520"/>
                  </a:lnTo>
                  <a:lnTo>
                    <a:pt x="9040022" y="151982"/>
                  </a:lnTo>
                  <a:lnTo>
                    <a:pt x="9097271" y="159980"/>
                  </a:lnTo>
                  <a:lnTo>
                    <a:pt x="9154763" y="167456"/>
                  </a:lnTo>
                  <a:lnTo>
                    <a:pt x="9212833" y="174374"/>
                  </a:lnTo>
                  <a:lnTo>
                    <a:pt x="9271966" y="180719"/>
                  </a:lnTo>
                  <a:lnTo>
                    <a:pt x="9332819" y="186496"/>
                  </a:lnTo>
                  <a:lnTo>
                    <a:pt x="9347647" y="187789"/>
                  </a:lnTo>
                  <a:lnTo>
                    <a:pt x="9399577" y="191971"/>
                  </a:lnTo>
                  <a:lnTo>
                    <a:pt x="9453962" y="195790"/>
                  </a:lnTo>
                  <a:lnTo>
                    <a:pt x="9511489" y="199259"/>
                  </a:lnTo>
                  <a:lnTo>
                    <a:pt x="9572912" y="202402"/>
                  </a:lnTo>
                  <a:lnTo>
                    <a:pt x="9639010" y="205250"/>
                  </a:lnTo>
                  <a:lnTo>
                    <a:pt x="9710549" y="207833"/>
                  </a:lnTo>
                  <a:lnTo>
                    <a:pt x="9788225" y="210180"/>
                  </a:lnTo>
                  <a:lnTo>
                    <a:pt x="9872599" y="212317"/>
                  </a:lnTo>
                  <a:lnTo>
                    <a:pt x="9964000" y="214264"/>
                  </a:lnTo>
                  <a:lnTo>
                    <a:pt x="10062412" y="216038"/>
                  </a:lnTo>
                  <a:lnTo>
                    <a:pt x="10167330" y="217650"/>
                  </a:lnTo>
                  <a:lnTo>
                    <a:pt x="10277612" y="219105"/>
                  </a:lnTo>
                  <a:lnTo>
                    <a:pt x="10391357" y="220407"/>
                  </a:lnTo>
                  <a:lnTo>
                    <a:pt x="10505850" y="221552"/>
                  </a:lnTo>
                  <a:lnTo>
                    <a:pt x="10617626" y="222537"/>
                  </a:lnTo>
                  <a:lnTo>
                    <a:pt x="10722720" y="223360"/>
                  </a:lnTo>
                  <a:lnTo>
                    <a:pt x="10817088" y="224022"/>
                  </a:lnTo>
                  <a:lnTo>
                    <a:pt x="10897178" y="224527"/>
                  </a:lnTo>
                  <a:lnTo>
                    <a:pt x="10960519" y="224889"/>
                  </a:lnTo>
                  <a:lnTo>
                    <a:pt x="11006192" y="225126"/>
                  </a:lnTo>
                  <a:lnTo>
                    <a:pt x="11035067" y="225263"/>
                  </a:lnTo>
                  <a:lnTo>
                    <a:pt x="11049782" y="225327"/>
                  </a:lnTo>
                  <a:lnTo>
                    <a:pt x="11054544" y="225345"/>
                  </a:lnTo>
                  <a:lnTo>
                    <a:pt x="11054891" y="225347"/>
                  </a:lnTo>
                  <a:lnTo>
                    <a:pt x="12049831" y="225347"/>
                  </a:lnTo>
                  <a:lnTo>
                    <a:pt x="12049831" y="2253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9" name="pl1468"/>
            <p:cNvSpPr/>
            <p:nvPr/>
          </p:nvSpPr>
          <p:spPr>
            <a:xfrm>
              <a:off x="1199187" y="3961754"/>
              <a:ext cx="12049831" cy="1289195"/>
            </a:xfrm>
            <a:custGeom>
              <a:avLst/>
              <a:pathLst>
                <a:path w="12049831" h="1289195">
                  <a:moveTo>
                    <a:pt x="12049831" y="225347"/>
                  </a:moveTo>
                  <a:lnTo>
                    <a:pt x="11054891" y="225347"/>
                  </a:lnTo>
                  <a:lnTo>
                    <a:pt x="11053755" y="225342"/>
                  </a:lnTo>
                  <a:lnTo>
                    <a:pt x="11046258" y="225312"/>
                  </a:lnTo>
                  <a:lnTo>
                    <a:pt x="11027260" y="225227"/>
                  </a:lnTo>
                  <a:lnTo>
                    <a:pt x="10993045" y="225060"/>
                  </a:lnTo>
                  <a:lnTo>
                    <a:pt x="10941542" y="224785"/>
                  </a:lnTo>
                  <a:lnTo>
                    <a:pt x="10872484" y="224377"/>
                  </a:lnTo>
                  <a:lnTo>
                    <a:pt x="10787340" y="223821"/>
                  </a:lnTo>
                  <a:lnTo>
                    <a:pt x="10689000" y="223106"/>
                  </a:lnTo>
                  <a:lnTo>
                    <a:pt x="10581245" y="222229"/>
                  </a:lnTo>
                  <a:lnTo>
                    <a:pt x="10468151" y="221191"/>
                  </a:lnTo>
                  <a:lnTo>
                    <a:pt x="10353555" y="219994"/>
                  </a:lnTo>
                  <a:lnTo>
                    <a:pt x="10240693" y="218642"/>
                  </a:lnTo>
                  <a:lnTo>
                    <a:pt x="10132012" y="217135"/>
                  </a:lnTo>
                  <a:lnTo>
                    <a:pt x="10029151" y="215470"/>
                  </a:lnTo>
                  <a:lnTo>
                    <a:pt x="9933026" y="213641"/>
                  </a:lnTo>
                  <a:lnTo>
                    <a:pt x="9843963" y="211633"/>
                  </a:lnTo>
                  <a:lnTo>
                    <a:pt x="9761852" y="209429"/>
                  </a:lnTo>
                  <a:lnTo>
                    <a:pt x="9686273" y="207007"/>
                  </a:lnTo>
                  <a:lnTo>
                    <a:pt x="9616613" y="204340"/>
                  </a:lnTo>
                  <a:lnTo>
                    <a:pt x="9552145" y="201398"/>
                  </a:lnTo>
                  <a:lnTo>
                    <a:pt x="9492095" y="198151"/>
                  </a:lnTo>
                  <a:lnTo>
                    <a:pt x="9435687" y="194569"/>
                  </a:lnTo>
                  <a:lnTo>
                    <a:pt x="9382184" y="190630"/>
                  </a:lnTo>
                  <a:lnTo>
                    <a:pt x="9347647" y="187789"/>
                  </a:lnTo>
                  <a:lnTo>
                    <a:pt x="9286264" y="182145"/>
                  </a:lnTo>
                  <a:lnTo>
                    <a:pt x="9226789" y="175936"/>
                  </a:lnTo>
                  <a:lnTo>
                    <a:pt x="9168515" y="169154"/>
                  </a:lnTo>
                  <a:lnTo>
                    <a:pt x="9110921" y="161809"/>
                  </a:lnTo>
                  <a:lnTo>
                    <a:pt x="9053638" y="153931"/>
                  </a:lnTo>
                  <a:lnTo>
                    <a:pt x="8996424" y="145572"/>
                  </a:lnTo>
                  <a:lnTo>
                    <a:pt x="8939145" y="136809"/>
                  </a:lnTo>
                  <a:lnTo>
                    <a:pt x="8881750" y="127735"/>
                  </a:lnTo>
                  <a:lnTo>
                    <a:pt x="8824254" y="118461"/>
                  </a:lnTo>
                  <a:lnTo>
                    <a:pt x="8766715" y="109109"/>
                  </a:lnTo>
                  <a:lnTo>
                    <a:pt x="8709203" y="99805"/>
                  </a:lnTo>
                  <a:lnTo>
                    <a:pt x="8651781" y="90673"/>
                  </a:lnTo>
                  <a:lnTo>
                    <a:pt x="8594476" y="81826"/>
                  </a:lnTo>
                  <a:lnTo>
                    <a:pt x="8537255" y="73364"/>
                  </a:lnTo>
                  <a:lnTo>
                    <a:pt x="8480006" y="65366"/>
                  </a:lnTo>
                  <a:lnTo>
                    <a:pt x="8422514" y="57890"/>
                  </a:lnTo>
                  <a:lnTo>
                    <a:pt x="8364443" y="50972"/>
                  </a:lnTo>
                  <a:lnTo>
                    <a:pt x="8305311" y="44627"/>
                  </a:lnTo>
                  <a:lnTo>
                    <a:pt x="8244457" y="38851"/>
                  </a:lnTo>
                  <a:lnTo>
                    <a:pt x="8229629" y="37557"/>
                  </a:lnTo>
                  <a:lnTo>
                    <a:pt x="8177700" y="33375"/>
                  </a:lnTo>
                  <a:lnTo>
                    <a:pt x="8123315" y="29556"/>
                  </a:lnTo>
                  <a:lnTo>
                    <a:pt x="8065788" y="26087"/>
                  </a:lnTo>
                  <a:lnTo>
                    <a:pt x="8004365" y="22944"/>
                  </a:lnTo>
                  <a:lnTo>
                    <a:pt x="7938267" y="20096"/>
                  </a:lnTo>
                  <a:lnTo>
                    <a:pt x="7866728" y="17513"/>
                  </a:lnTo>
                  <a:lnTo>
                    <a:pt x="7789052" y="15166"/>
                  </a:lnTo>
                  <a:lnTo>
                    <a:pt x="7704678" y="13030"/>
                  </a:lnTo>
                  <a:lnTo>
                    <a:pt x="7613276" y="11082"/>
                  </a:lnTo>
                  <a:lnTo>
                    <a:pt x="7514864" y="9308"/>
                  </a:lnTo>
                  <a:lnTo>
                    <a:pt x="7409947" y="7697"/>
                  </a:lnTo>
                  <a:lnTo>
                    <a:pt x="7299665" y="6241"/>
                  </a:lnTo>
                  <a:lnTo>
                    <a:pt x="7185919" y="4940"/>
                  </a:lnTo>
                  <a:lnTo>
                    <a:pt x="7071427" y="3795"/>
                  </a:lnTo>
                  <a:lnTo>
                    <a:pt x="6959650" y="2809"/>
                  </a:lnTo>
                  <a:lnTo>
                    <a:pt x="6854557" y="1986"/>
                  </a:lnTo>
                  <a:lnTo>
                    <a:pt x="6760189" y="1324"/>
                  </a:lnTo>
                  <a:lnTo>
                    <a:pt x="6680098" y="819"/>
                  </a:lnTo>
                  <a:lnTo>
                    <a:pt x="6616757" y="457"/>
                  </a:lnTo>
                  <a:lnTo>
                    <a:pt x="6571084" y="220"/>
                  </a:lnTo>
                  <a:lnTo>
                    <a:pt x="6542209" y="83"/>
                  </a:lnTo>
                  <a:lnTo>
                    <a:pt x="6527495" y="20"/>
                  </a:lnTo>
                  <a:lnTo>
                    <a:pt x="6522733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2" y="24"/>
                  </a:lnTo>
                  <a:lnTo>
                    <a:pt x="5518907" y="197"/>
                  </a:lnTo>
                  <a:lnTo>
                    <a:pt x="5500111" y="676"/>
                  </a:lnTo>
                  <a:lnTo>
                    <a:pt x="5466245" y="1620"/>
                  </a:lnTo>
                  <a:lnTo>
                    <a:pt x="5415241" y="3180"/>
                  </a:lnTo>
                  <a:lnTo>
                    <a:pt x="5346801" y="5485"/>
                  </a:lnTo>
                  <a:lnTo>
                    <a:pt x="5262346" y="8632"/>
                  </a:lnTo>
                  <a:lnTo>
                    <a:pt x="5164704" y="12678"/>
                  </a:lnTo>
                  <a:lnTo>
                    <a:pt x="5057597" y="17647"/>
                  </a:lnTo>
                  <a:lnTo>
                    <a:pt x="4945053" y="23533"/>
                  </a:lnTo>
                  <a:lnTo>
                    <a:pt x="4830886" y="30319"/>
                  </a:lnTo>
                  <a:lnTo>
                    <a:pt x="4718319" y="37987"/>
                  </a:lnTo>
                  <a:lnTo>
                    <a:pt x="4609810" y="46532"/>
                  </a:lnTo>
                  <a:lnTo>
                    <a:pt x="4507014" y="55972"/>
                  </a:lnTo>
                  <a:lnTo>
                    <a:pt x="4410871" y="66346"/>
                  </a:lnTo>
                  <a:lnTo>
                    <a:pt x="4321732" y="77727"/>
                  </a:lnTo>
                  <a:lnTo>
                    <a:pt x="4239508" y="90212"/>
                  </a:lnTo>
                  <a:lnTo>
                    <a:pt x="4163801" y="103928"/>
                  </a:lnTo>
                  <a:lnTo>
                    <a:pt x="4094014" y="119025"/>
                  </a:lnTo>
                  <a:lnTo>
                    <a:pt x="4029435" y="135669"/>
                  </a:lnTo>
                  <a:lnTo>
                    <a:pt x="3969298" y="154036"/>
                  </a:lnTo>
                  <a:lnTo>
                    <a:pt x="3912836" y="174289"/>
                  </a:lnTo>
                  <a:lnTo>
                    <a:pt x="3859317" y="196558"/>
                  </a:lnTo>
                  <a:lnTo>
                    <a:pt x="3820202" y="214865"/>
                  </a:lnTo>
                  <a:lnTo>
                    <a:pt x="3765196" y="243594"/>
                  </a:lnTo>
                  <a:lnTo>
                    <a:pt x="3711784" y="274899"/>
                  </a:lnTo>
                  <a:lnTo>
                    <a:pt x="3659437" y="308827"/>
                  </a:lnTo>
                  <a:lnTo>
                    <a:pt x="3607749" y="345360"/>
                  </a:lnTo>
                  <a:lnTo>
                    <a:pt x="3556419" y="384403"/>
                  </a:lnTo>
                  <a:lnTo>
                    <a:pt x="3505233" y="425785"/>
                  </a:lnTo>
                  <a:lnTo>
                    <a:pt x="3454053" y="469252"/>
                  </a:lnTo>
                  <a:lnTo>
                    <a:pt x="3402802" y="514470"/>
                  </a:lnTo>
                  <a:lnTo>
                    <a:pt x="3351458" y="561037"/>
                  </a:lnTo>
                  <a:lnTo>
                    <a:pt x="3300035" y="608493"/>
                  </a:lnTo>
                  <a:lnTo>
                    <a:pt x="3248572" y="656338"/>
                  </a:lnTo>
                  <a:lnTo>
                    <a:pt x="3197123" y="704056"/>
                  </a:lnTo>
                  <a:lnTo>
                    <a:pt x="3145735" y="751136"/>
                  </a:lnTo>
                  <a:lnTo>
                    <a:pt x="3094437" y="797096"/>
                  </a:lnTo>
                  <a:lnTo>
                    <a:pt x="3043227" y="841502"/>
                  </a:lnTo>
                  <a:lnTo>
                    <a:pt x="2992057" y="883983"/>
                  </a:lnTo>
                  <a:lnTo>
                    <a:pt x="2940822" y="924245"/>
                  </a:lnTo>
                  <a:lnTo>
                    <a:pt x="2889348" y="962073"/>
                  </a:lnTo>
                  <a:lnTo>
                    <a:pt x="2837380" y="997335"/>
                  </a:lnTo>
                  <a:lnTo>
                    <a:pt x="2784569" y="1029975"/>
                  </a:lnTo>
                  <a:lnTo>
                    <a:pt x="2730450" y="1060007"/>
                  </a:lnTo>
                  <a:lnTo>
                    <a:pt x="2702183" y="1074329"/>
                  </a:lnTo>
                  <a:lnTo>
                    <a:pt x="2650456" y="1098169"/>
                  </a:lnTo>
                  <a:lnTo>
                    <a:pt x="2596293" y="1119946"/>
                  </a:lnTo>
                  <a:lnTo>
                    <a:pt x="2539018" y="1139733"/>
                  </a:lnTo>
                  <a:lnTo>
                    <a:pt x="2477886" y="1157671"/>
                  </a:lnTo>
                  <a:lnTo>
                    <a:pt x="2412125" y="1173928"/>
                  </a:lnTo>
                  <a:lnTo>
                    <a:pt x="2340979" y="1188678"/>
                  </a:lnTo>
                  <a:lnTo>
                    <a:pt x="2263757" y="1202086"/>
                  </a:lnTo>
                  <a:lnTo>
                    <a:pt x="2179900" y="1214296"/>
                  </a:lnTo>
                  <a:lnTo>
                    <a:pt x="2089074" y="1225427"/>
                  </a:lnTo>
                  <a:lnTo>
                    <a:pt x="1991283" y="1235572"/>
                  </a:lnTo>
                  <a:lnTo>
                    <a:pt x="1887005" y="1244794"/>
                  </a:lnTo>
                  <a:lnTo>
                    <a:pt x="1777341" y="1253128"/>
                  </a:lnTo>
                  <a:lnTo>
                    <a:pt x="1664136" y="1260586"/>
                  </a:lnTo>
                  <a:lnTo>
                    <a:pt x="1550038" y="1267157"/>
                  </a:lnTo>
                  <a:lnTo>
                    <a:pt x="1438436" y="1272825"/>
                  </a:lnTo>
                  <a:lnTo>
                    <a:pt x="1333235" y="1277572"/>
                  </a:lnTo>
                  <a:lnTo>
                    <a:pt x="1238442" y="1281399"/>
                  </a:lnTo>
                  <a:lnTo>
                    <a:pt x="1157619" y="1284337"/>
                  </a:lnTo>
                  <a:lnTo>
                    <a:pt x="1093295" y="1286453"/>
                  </a:lnTo>
                  <a:lnTo>
                    <a:pt x="1046498" y="1287852"/>
                  </a:lnTo>
                  <a:lnTo>
                    <a:pt x="1016503" y="1288670"/>
                  </a:lnTo>
                  <a:lnTo>
                    <a:pt x="1000831" y="1289061"/>
                  </a:lnTo>
                  <a:lnTo>
                    <a:pt x="995439" y="1289185"/>
                  </a:lnTo>
                  <a:lnTo>
                    <a:pt x="994940" y="1289195"/>
                  </a:lnTo>
                  <a:lnTo>
                    <a:pt x="0" y="1289195"/>
                  </a:lnTo>
                  <a:lnTo>
                    <a:pt x="0" y="12891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0" name="pg1469"/>
            <p:cNvSpPr/>
            <p:nvPr/>
          </p:nvSpPr>
          <p:spPr>
            <a:xfrm>
              <a:off x="1199187" y="3982717"/>
              <a:ext cx="12049831" cy="1278714"/>
            </a:xfrm>
            <a:custGeom>
              <a:avLst/>
              <a:pathLst>
                <a:path w="12049831" h="1278714">
                  <a:moveTo>
                    <a:pt x="0" y="1278714"/>
                  </a:moveTo>
                  <a:lnTo>
                    <a:pt x="994940" y="1278714"/>
                  </a:lnTo>
                  <a:lnTo>
                    <a:pt x="996063" y="1278690"/>
                  </a:lnTo>
                  <a:lnTo>
                    <a:pt x="1003480" y="1278519"/>
                  </a:lnTo>
                  <a:lnTo>
                    <a:pt x="1022282" y="1278046"/>
                  </a:lnTo>
                  <a:lnTo>
                    <a:pt x="1056156" y="1277113"/>
                  </a:lnTo>
                  <a:lnTo>
                    <a:pt x="1107172" y="1275572"/>
                  </a:lnTo>
                  <a:lnTo>
                    <a:pt x="1175628" y="1273294"/>
                  </a:lnTo>
                  <a:lnTo>
                    <a:pt x="1260100" y="1270185"/>
                  </a:lnTo>
                  <a:lnTo>
                    <a:pt x="1357759" y="1266187"/>
                  </a:lnTo>
                  <a:lnTo>
                    <a:pt x="1464882" y="1261277"/>
                  </a:lnTo>
                  <a:lnTo>
                    <a:pt x="1577439" y="1255462"/>
                  </a:lnTo>
                  <a:lnTo>
                    <a:pt x="1691618" y="1248757"/>
                  </a:lnTo>
                  <a:lnTo>
                    <a:pt x="1804191" y="1241181"/>
                  </a:lnTo>
                  <a:lnTo>
                    <a:pt x="1912705" y="1232738"/>
                  </a:lnTo>
                  <a:lnTo>
                    <a:pt x="2015502" y="1223412"/>
                  </a:lnTo>
                  <a:lnTo>
                    <a:pt x="2111645" y="1213161"/>
                  </a:lnTo>
                  <a:lnTo>
                    <a:pt x="2200782" y="1201917"/>
                  </a:lnTo>
                  <a:lnTo>
                    <a:pt x="2283003" y="1189581"/>
                  </a:lnTo>
                  <a:lnTo>
                    <a:pt x="2358707" y="1176029"/>
                  </a:lnTo>
                  <a:lnTo>
                    <a:pt x="2428491" y="1161112"/>
                  </a:lnTo>
                  <a:lnTo>
                    <a:pt x="2493068" y="1144666"/>
                  </a:lnTo>
                  <a:lnTo>
                    <a:pt x="2553202" y="1126519"/>
                  </a:lnTo>
                  <a:lnTo>
                    <a:pt x="2609663" y="1106506"/>
                  </a:lnTo>
                  <a:lnTo>
                    <a:pt x="2663182" y="1084503"/>
                  </a:lnTo>
                  <a:lnTo>
                    <a:pt x="2702183" y="1066469"/>
                  </a:lnTo>
                  <a:lnTo>
                    <a:pt x="2757312" y="1038023"/>
                  </a:lnTo>
                  <a:lnTo>
                    <a:pt x="2810840" y="1007021"/>
                  </a:lnTo>
                  <a:lnTo>
                    <a:pt x="2863301" y="973416"/>
                  </a:lnTo>
                  <a:lnTo>
                    <a:pt x="2915102" y="937227"/>
                  </a:lnTo>
                  <a:lnTo>
                    <a:pt x="2966546" y="898548"/>
                  </a:lnTo>
                  <a:lnTo>
                    <a:pt x="3017847" y="857551"/>
                  </a:lnTo>
                  <a:lnTo>
                    <a:pt x="3069144" y="814489"/>
                  </a:lnTo>
                  <a:lnTo>
                    <a:pt x="3120512" y="769695"/>
                  </a:lnTo>
                  <a:lnTo>
                    <a:pt x="3171974" y="723570"/>
                  </a:lnTo>
                  <a:lnTo>
                    <a:pt x="3223515" y="676574"/>
                  </a:lnTo>
                  <a:lnTo>
                    <a:pt x="3275094" y="629202"/>
                  </a:lnTo>
                  <a:lnTo>
                    <a:pt x="3326659" y="581970"/>
                  </a:lnTo>
                  <a:lnTo>
                    <a:pt x="3378162" y="535383"/>
                  </a:lnTo>
                  <a:lnTo>
                    <a:pt x="3429573" y="489922"/>
                  </a:lnTo>
                  <a:lnTo>
                    <a:pt x="3480896" y="446016"/>
                  </a:lnTo>
                  <a:lnTo>
                    <a:pt x="3532182" y="404031"/>
                  </a:lnTo>
                  <a:lnTo>
                    <a:pt x="3583538" y="364257"/>
                  </a:lnTo>
                  <a:lnTo>
                    <a:pt x="3635143" y="326904"/>
                  </a:lnTo>
                  <a:lnTo>
                    <a:pt x="3687256" y="292101"/>
                  </a:lnTo>
                  <a:lnTo>
                    <a:pt x="3740235" y="259901"/>
                  </a:lnTo>
                  <a:lnTo>
                    <a:pt x="3794550" y="230286"/>
                  </a:lnTo>
                  <a:lnTo>
                    <a:pt x="3820202" y="217486"/>
                  </a:lnTo>
                  <a:lnTo>
                    <a:pt x="3871934" y="193934"/>
                  </a:lnTo>
                  <a:lnTo>
                    <a:pt x="3926102" y="172422"/>
                  </a:lnTo>
                  <a:lnTo>
                    <a:pt x="3983384" y="152874"/>
                  </a:lnTo>
                  <a:lnTo>
                    <a:pt x="4044523" y="135155"/>
                  </a:lnTo>
                  <a:lnTo>
                    <a:pt x="4110292" y="119095"/>
                  </a:lnTo>
                  <a:lnTo>
                    <a:pt x="4181448" y="104524"/>
                  </a:lnTo>
                  <a:lnTo>
                    <a:pt x="4258681" y="91279"/>
                  </a:lnTo>
                  <a:lnTo>
                    <a:pt x="4342551" y="79217"/>
                  </a:lnTo>
                  <a:lnTo>
                    <a:pt x="4433391" y="68222"/>
                  </a:lnTo>
                  <a:lnTo>
                    <a:pt x="4531198" y="58201"/>
                  </a:lnTo>
                  <a:lnTo>
                    <a:pt x="4635492" y="49091"/>
                  </a:lnTo>
                  <a:lnTo>
                    <a:pt x="4745170" y="40858"/>
                  </a:lnTo>
                  <a:lnTo>
                    <a:pt x="4858389" y="33492"/>
                  </a:lnTo>
                  <a:lnTo>
                    <a:pt x="4972497" y="27001"/>
                  </a:lnTo>
                  <a:lnTo>
                    <a:pt x="5084104" y="21404"/>
                  </a:lnTo>
                  <a:lnTo>
                    <a:pt x="5189302" y="16716"/>
                  </a:lnTo>
                  <a:lnTo>
                    <a:pt x="5284084" y="12936"/>
                  </a:lnTo>
                  <a:lnTo>
                    <a:pt x="5364890" y="10035"/>
                  </a:lnTo>
                  <a:lnTo>
                    <a:pt x="5429190" y="7946"/>
                  </a:lnTo>
                  <a:lnTo>
                    <a:pt x="5475959" y="6565"/>
                  </a:lnTo>
                  <a:lnTo>
                    <a:pt x="5505926" y="5758"/>
                  </a:lnTo>
                  <a:lnTo>
                    <a:pt x="5521575" y="5372"/>
                  </a:lnTo>
                  <a:lnTo>
                    <a:pt x="5526950" y="525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5" y="5257"/>
                  </a:lnTo>
                  <a:lnTo>
                    <a:pt x="6530972" y="5381"/>
                  </a:lnTo>
                  <a:lnTo>
                    <a:pt x="6549872" y="5721"/>
                  </a:lnTo>
                  <a:lnTo>
                    <a:pt x="6583917" y="6393"/>
                  </a:lnTo>
                  <a:lnTo>
                    <a:pt x="6635176" y="7503"/>
                  </a:lnTo>
                  <a:lnTo>
                    <a:pt x="6703933" y="9143"/>
                  </a:lnTo>
                  <a:lnTo>
                    <a:pt x="6788742" y="11381"/>
                  </a:lnTo>
                  <a:lnTo>
                    <a:pt x="6886742" y="14258"/>
                  </a:lnTo>
                  <a:lnTo>
                    <a:pt x="6994182" y="17790"/>
                  </a:lnTo>
                  <a:lnTo>
                    <a:pt x="7107008" y="21974"/>
                  </a:lnTo>
                  <a:lnTo>
                    <a:pt x="7221396" y="26796"/>
                  </a:lnTo>
                  <a:lnTo>
                    <a:pt x="7334115" y="32244"/>
                  </a:lnTo>
                  <a:lnTo>
                    <a:pt x="7442713" y="38316"/>
                  </a:lnTo>
                  <a:lnTo>
                    <a:pt x="7545543" y="45022"/>
                  </a:lnTo>
                  <a:lnTo>
                    <a:pt x="7641677" y="52394"/>
                  </a:lnTo>
                  <a:lnTo>
                    <a:pt x="7730777" y="60482"/>
                  </a:lnTo>
                  <a:lnTo>
                    <a:pt x="7812944" y="69357"/>
                  </a:lnTo>
                  <a:lnTo>
                    <a:pt x="7888585" y="79110"/>
                  </a:lnTo>
                  <a:lnTo>
                    <a:pt x="7958307" y="89847"/>
                  </a:lnTo>
                  <a:lnTo>
                    <a:pt x="8022829" y="101687"/>
                  </a:lnTo>
                  <a:lnTo>
                    <a:pt x="8082921" y="114755"/>
                  </a:lnTo>
                  <a:lnTo>
                    <a:pt x="8139355" y="129167"/>
                  </a:lnTo>
                  <a:lnTo>
                    <a:pt x="8192865" y="145013"/>
                  </a:lnTo>
                  <a:lnTo>
                    <a:pt x="8229629" y="157219"/>
                  </a:lnTo>
                  <a:lnTo>
                    <a:pt x="8287483" y="178659"/>
                  </a:lnTo>
                  <a:lnTo>
                    <a:pt x="8343603" y="202122"/>
                  </a:lnTo>
                  <a:lnTo>
                    <a:pt x="8398596" y="227641"/>
                  </a:lnTo>
                  <a:lnTo>
                    <a:pt x="8452918" y="255193"/>
                  </a:lnTo>
                  <a:lnTo>
                    <a:pt x="8506899" y="284690"/>
                  </a:lnTo>
                  <a:lnTo>
                    <a:pt x="8560768" y="315972"/>
                  </a:lnTo>
                  <a:lnTo>
                    <a:pt x="8614663" y="348812"/>
                  </a:lnTo>
                  <a:lnTo>
                    <a:pt x="8668652" y="382914"/>
                  </a:lnTo>
                  <a:lnTo>
                    <a:pt x="8722741" y="417926"/>
                  </a:lnTo>
                  <a:lnTo>
                    <a:pt x="8776900" y="453451"/>
                  </a:lnTo>
                  <a:lnTo>
                    <a:pt x="8831072" y="489069"/>
                  </a:lnTo>
                  <a:lnTo>
                    <a:pt x="8885197" y="524354"/>
                  </a:lnTo>
                  <a:lnTo>
                    <a:pt x="8939231" y="558896"/>
                  </a:lnTo>
                  <a:lnTo>
                    <a:pt x="8993162" y="592323"/>
                  </a:lnTo>
                  <a:lnTo>
                    <a:pt x="9047030" y="624312"/>
                  </a:lnTo>
                  <a:lnTo>
                    <a:pt x="9100941" y="654607"/>
                  </a:lnTo>
                  <a:lnTo>
                    <a:pt x="9155081" y="683016"/>
                  </a:lnTo>
                  <a:lnTo>
                    <a:pt x="9209735" y="709423"/>
                  </a:lnTo>
                  <a:lnTo>
                    <a:pt x="9265302" y="733776"/>
                  </a:lnTo>
                  <a:lnTo>
                    <a:pt x="9322318" y="756085"/>
                  </a:lnTo>
                  <a:lnTo>
                    <a:pt x="9347647" y="765132"/>
                  </a:lnTo>
                  <a:lnTo>
                    <a:pt x="9399478" y="782026"/>
                  </a:lnTo>
                  <a:lnTo>
                    <a:pt x="9453755" y="797455"/>
                  </a:lnTo>
                  <a:lnTo>
                    <a:pt x="9511160" y="811471"/>
                  </a:lnTo>
                  <a:lnTo>
                    <a:pt x="9572441" y="824175"/>
                  </a:lnTo>
                  <a:lnTo>
                    <a:pt x="9638375" y="835687"/>
                  </a:lnTo>
                  <a:lnTo>
                    <a:pt x="9709722" y="846130"/>
                  </a:lnTo>
                  <a:lnTo>
                    <a:pt x="9787177" y="855621"/>
                  </a:lnTo>
                  <a:lnTo>
                    <a:pt x="9871299" y="864262"/>
                  </a:lnTo>
                  <a:lnTo>
                    <a:pt x="9962420" y="872138"/>
                  </a:lnTo>
                  <a:lnTo>
                    <a:pt x="10060530" y="879316"/>
                  </a:lnTo>
                  <a:lnTo>
                    <a:pt x="10165136" y="885838"/>
                  </a:lnTo>
                  <a:lnTo>
                    <a:pt x="10275117" y="891731"/>
                  </a:lnTo>
                  <a:lnTo>
                    <a:pt x="10388600" y="897001"/>
                  </a:lnTo>
                  <a:lnTo>
                    <a:pt x="10502901" y="901641"/>
                  </a:lnTo>
                  <a:lnTo>
                    <a:pt x="10614595" y="905639"/>
                  </a:lnTo>
                  <a:lnTo>
                    <a:pt x="10719743" y="908983"/>
                  </a:lnTo>
                  <a:lnTo>
                    <a:pt x="10814320" y="911675"/>
                  </a:lnTo>
                  <a:lnTo>
                    <a:pt x="10894770" y="913736"/>
                  </a:lnTo>
                  <a:lnTo>
                    <a:pt x="10958591" y="915216"/>
                  </a:lnTo>
                  <a:lnTo>
                    <a:pt x="11004812" y="916190"/>
                  </a:lnTo>
                  <a:lnTo>
                    <a:pt x="11034232" y="916756"/>
                  </a:lnTo>
                  <a:lnTo>
                    <a:pt x="11049410" y="917022"/>
                  </a:lnTo>
                  <a:lnTo>
                    <a:pt x="11054474" y="917104"/>
                  </a:lnTo>
                  <a:lnTo>
                    <a:pt x="11054891" y="917110"/>
                  </a:lnTo>
                  <a:lnTo>
                    <a:pt x="12049831" y="917110"/>
                  </a:lnTo>
                  <a:lnTo>
                    <a:pt x="12049831" y="911870"/>
                  </a:lnTo>
                  <a:lnTo>
                    <a:pt x="11054891" y="911870"/>
                  </a:lnTo>
                  <a:lnTo>
                    <a:pt x="11053761" y="911853"/>
                  </a:lnTo>
                  <a:lnTo>
                    <a:pt x="11046304" y="911729"/>
                  </a:lnTo>
                  <a:lnTo>
                    <a:pt x="11027405" y="911388"/>
                  </a:lnTo>
                  <a:lnTo>
                    <a:pt x="10993360" y="910717"/>
                  </a:lnTo>
                  <a:lnTo>
                    <a:pt x="10942100" y="909607"/>
                  </a:lnTo>
                  <a:lnTo>
                    <a:pt x="10873343" y="907967"/>
                  </a:lnTo>
                  <a:lnTo>
                    <a:pt x="10788535" y="905729"/>
                  </a:lnTo>
                  <a:lnTo>
                    <a:pt x="10690535" y="902852"/>
                  </a:lnTo>
                  <a:lnTo>
                    <a:pt x="10583095" y="899320"/>
                  </a:lnTo>
                  <a:lnTo>
                    <a:pt x="10470268" y="895136"/>
                  </a:lnTo>
                  <a:lnTo>
                    <a:pt x="10355881" y="890314"/>
                  </a:lnTo>
                  <a:lnTo>
                    <a:pt x="10243162" y="884866"/>
                  </a:lnTo>
                  <a:lnTo>
                    <a:pt x="10134564" y="878794"/>
                  </a:lnTo>
                  <a:lnTo>
                    <a:pt x="10031734" y="872088"/>
                  </a:lnTo>
                  <a:lnTo>
                    <a:pt x="9935599" y="864716"/>
                  </a:lnTo>
                  <a:lnTo>
                    <a:pt x="9846499" y="856628"/>
                  </a:lnTo>
                  <a:lnTo>
                    <a:pt x="9764333" y="847753"/>
                  </a:lnTo>
                  <a:lnTo>
                    <a:pt x="9688692" y="838000"/>
                  </a:lnTo>
                  <a:lnTo>
                    <a:pt x="9618970" y="827263"/>
                  </a:lnTo>
                  <a:lnTo>
                    <a:pt x="9554448" y="815423"/>
                  </a:lnTo>
                  <a:lnTo>
                    <a:pt x="9494356" y="802355"/>
                  </a:lnTo>
                  <a:lnTo>
                    <a:pt x="9437922" y="787943"/>
                  </a:lnTo>
                  <a:lnTo>
                    <a:pt x="9384411" y="772097"/>
                  </a:lnTo>
                  <a:lnTo>
                    <a:pt x="9347647" y="759891"/>
                  </a:lnTo>
                  <a:lnTo>
                    <a:pt x="9289794" y="738451"/>
                  </a:lnTo>
                  <a:lnTo>
                    <a:pt x="9233674" y="714988"/>
                  </a:lnTo>
                  <a:lnTo>
                    <a:pt x="9178681" y="689469"/>
                  </a:lnTo>
                  <a:lnTo>
                    <a:pt x="9124359" y="661917"/>
                  </a:lnTo>
                  <a:lnTo>
                    <a:pt x="9070378" y="632420"/>
                  </a:lnTo>
                  <a:lnTo>
                    <a:pt x="9016509" y="601138"/>
                  </a:lnTo>
                  <a:lnTo>
                    <a:pt x="8962613" y="568298"/>
                  </a:lnTo>
                  <a:lnTo>
                    <a:pt x="8908625" y="534196"/>
                  </a:lnTo>
                  <a:lnTo>
                    <a:pt x="8854535" y="499184"/>
                  </a:lnTo>
                  <a:lnTo>
                    <a:pt x="8800377" y="463659"/>
                  </a:lnTo>
                  <a:lnTo>
                    <a:pt x="8746205" y="428041"/>
                  </a:lnTo>
                  <a:lnTo>
                    <a:pt x="8692079" y="392756"/>
                  </a:lnTo>
                  <a:lnTo>
                    <a:pt x="8638045" y="358214"/>
                  </a:lnTo>
                  <a:lnTo>
                    <a:pt x="8584114" y="324787"/>
                  </a:lnTo>
                  <a:lnTo>
                    <a:pt x="8530246" y="292798"/>
                  </a:lnTo>
                  <a:lnTo>
                    <a:pt x="8476336" y="262503"/>
                  </a:lnTo>
                  <a:lnTo>
                    <a:pt x="8422196" y="234094"/>
                  </a:lnTo>
                  <a:lnTo>
                    <a:pt x="8367542" y="207687"/>
                  </a:lnTo>
                  <a:lnTo>
                    <a:pt x="8311975" y="183334"/>
                  </a:lnTo>
                  <a:lnTo>
                    <a:pt x="8254958" y="161025"/>
                  </a:lnTo>
                  <a:lnTo>
                    <a:pt x="8229629" y="151978"/>
                  </a:lnTo>
                  <a:lnTo>
                    <a:pt x="8177798" y="135084"/>
                  </a:lnTo>
                  <a:lnTo>
                    <a:pt x="8123521" y="119655"/>
                  </a:lnTo>
                  <a:lnTo>
                    <a:pt x="8066117" y="105639"/>
                  </a:lnTo>
                  <a:lnTo>
                    <a:pt x="8004836" y="92935"/>
                  </a:lnTo>
                  <a:lnTo>
                    <a:pt x="7938902" y="81423"/>
                  </a:lnTo>
                  <a:lnTo>
                    <a:pt x="7867555" y="70980"/>
                  </a:lnTo>
                  <a:lnTo>
                    <a:pt x="7790100" y="61489"/>
                  </a:lnTo>
                  <a:lnTo>
                    <a:pt x="7705978" y="52848"/>
                  </a:lnTo>
                  <a:lnTo>
                    <a:pt x="7614857" y="44972"/>
                  </a:lnTo>
                  <a:lnTo>
                    <a:pt x="7516747" y="37794"/>
                  </a:lnTo>
                  <a:lnTo>
                    <a:pt x="7412141" y="31272"/>
                  </a:lnTo>
                  <a:lnTo>
                    <a:pt x="7302160" y="25379"/>
                  </a:lnTo>
                  <a:lnTo>
                    <a:pt x="7188677" y="20109"/>
                  </a:lnTo>
                  <a:lnTo>
                    <a:pt x="7074375" y="15469"/>
                  </a:lnTo>
                  <a:lnTo>
                    <a:pt x="6962682" y="11471"/>
                  </a:lnTo>
                  <a:lnTo>
                    <a:pt x="6857534" y="8127"/>
                  </a:lnTo>
                  <a:lnTo>
                    <a:pt x="6762957" y="5435"/>
                  </a:lnTo>
                  <a:lnTo>
                    <a:pt x="6682507" y="3374"/>
                  </a:lnTo>
                  <a:lnTo>
                    <a:pt x="6618685" y="1894"/>
                  </a:lnTo>
                  <a:lnTo>
                    <a:pt x="6572465" y="920"/>
                  </a:lnTo>
                  <a:lnTo>
                    <a:pt x="6543045" y="354"/>
                  </a:lnTo>
                  <a:lnTo>
                    <a:pt x="6527866" y="88"/>
                  </a:lnTo>
                  <a:lnTo>
                    <a:pt x="6522802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2" y="24"/>
                  </a:lnTo>
                  <a:lnTo>
                    <a:pt x="5518905" y="195"/>
                  </a:lnTo>
                  <a:lnTo>
                    <a:pt x="5500103" y="668"/>
                  </a:lnTo>
                  <a:lnTo>
                    <a:pt x="5466229" y="1600"/>
                  </a:lnTo>
                  <a:lnTo>
                    <a:pt x="5415213" y="3142"/>
                  </a:lnTo>
                  <a:lnTo>
                    <a:pt x="5346757" y="5419"/>
                  </a:lnTo>
                  <a:lnTo>
                    <a:pt x="5262285" y="8529"/>
                  </a:lnTo>
                  <a:lnTo>
                    <a:pt x="5164626" y="12527"/>
                  </a:lnTo>
                  <a:lnTo>
                    <a:pt x="5057503" y="17436"/>
                  </a:lnTo>
                  <a:lnTo>
                    <a:pt x="4944946" y="23252"/>
                  </a:lnTo>
                  <a:lnTo>
                    <a:pt x="4830767" y="29956"/>
                  </a:lnTo>
                  <a:lnTo>
                    <a:pt x="4718194" y="37533"/>
                  </a:lnTo>
                  <a:lnTo>
                    <a:pt x="4609680" y="45976"/>
                  </a:lnTo>
                  <a:lnTo>
                    <a:pt x="4506883" y="55302"/>
                  </a:lnTo>
                  <a:lnTo>
                    <a:pt x="4410740" y="65552"/>
                  </a:lnTo>
                  <a:lnTo>
                    <a:pt x="4321603" y="76797"/>
                  </a:lnTo>
                  <a:lnTo>
                    <a:pt x="4239382" y="89133"/>
                  </a:lnTo>
                  <a:lnTo>
                    <a:pt x="4163678" y="102685"/>
                  </a:lnTo>
                  <a:lnTo>
                    <a:pt x="4093894" y="117602"/>
                  </a:lnTo>
                  <a:lnTo>
                    <a:pt x="4029317" y="134048"/>
                  </a:lnTo>
                  <a:lnTo>
                    <a:pt x="3969183" y="152195"/>
                  </a:lnTo>
                  <a:lnTo>
                    <a:pt x="3912722" y="172208"/>
                  </a:lnTo>
                  <a:lnTo>
                    <a:pt x="3859203" y="194211"/>
                  </a:lnTo>
                  <a:lnTo>
                    <a:pt x="3820202" y="212245"/>
                  </a:lnTo>
                  <a:lnTo>
                    <a:pt x="3765073" y="240691"/>
                  </a:lnTo>
                  <a:lnTo>
                    <a:pt x="3711545" y="271693"/>
                  </a:lnTo>
                  <a:lnTo>
                    <a:pt x="3659084" y="305298"/>
                  </a:lnTo>
                  <a:lnTo>
                    <a:pt x="3607283" y="341486"/>
                  </a:lnTo>
                  <a:lnTo>
                    <a:pt x="3555839" y="380166"/>
                  </a:lnTo>
                  <a:lnTo>
                    <a:pt x="3504538" y="421163"/>
                  </a:lnTo>
                  <a:lnTo>
                    <a:pt x="3453241" y="464225"/>
                  </a:lnTo>
                  <a:lnTo>
                    <a:pt x="3401873" y="509019"/>
                  </a:lnTo>
                  <a:lnTo>
                    <a:pt x="3350411" y="555143"/>
                  </a:lnTo>
                  <a:lnTo>
                    <a:pt x="3298870" y="602140"/>
                  </a:lnTo>
                  <a:lnTo>
                    <a:pt x="3247291" y="649511"/>
                  </a:lnTo>
                  <a:lnTo>
                    <a:pt x="3195726" y="696744"/>
                  </a:lnTo>
                  <a:lnTo>
                    <a:pt x="3144223" y="743330"/>
                  </a:lnTo>
                  <a:lnTo>
                    <a:pt x="3092812" y="788792"/>
                  </a:lnTo>
                  <a:lnTo>
                    <a:pt x="3041489" y="832698"/>
                  </a:lnTo>
                  <a:lnTo>
                    <a:pt x="2990203" y="874683"/>
                  </a:lnTo>
                  <a:lnTo>
                    <a:pt x="2938847" y="914457"/>
                  </a:lnTo>
                  <a:lnTo>
                    <a:pt x="2887242" y="951810"/>
                  </a:lnTo>
                  <a:lnTo>
                    <a:pt x="2835129" y="986613"/>
                  </a:lnTo>
                  <a:lnTo>
                    <a:pt x="2782150" y="1018813"/>
                  </a:lnTo>
                  <a:lnTo>
                    <a:pt x="2727835" y="1048427"/>
                  </a:lnTo>
                  <a:lnTo>
                    <a:pt x="2702183" y="1061228"/>
                  </a:lnTo>
                  <a:lnTo>
                    <a:pt x="2650451" y="1084779"/>
                  </a:lnTo>
                  <a:lnTo>
                    <a:pt x="2596283" y="1106292"/>
                  </a:lnTo>
                  <a:lnTo>
                    <a:pt x="2539001" y="1125839"/>
                  </a:lnTo>
                  <a:lnTo>
                    <a:pt x="2477862" y="1143559"/>
                  </a:lnTo>
                  <a:lnTo>
                    <a:pt x="2412093" y="1159619"/>
                  </a:lnTo>
                  <a:lnTo>
                    <a:pt x="2340937" y="1174190"/>
                  </a:lnTo>
                  <a:lnTo>
                    <a:pt x="2263704" y="1187435"/>
                  </a:lnTo>
                  <a:lnTo>
                    <a:pt x="2179834" y="1199496"/>
                  </a:lnTo>
                  <a:lnTo>
                    <a:pt x="2088994" y="1210492"/>
                  </a:lnTo>
                  <a:lnTo>
                    <a:pt x="1991187" y="1220513"/>
                  </a:lnTo>
                  <a:lnTo>
                    <a:pt x="1886893" y="1229623"/>
                  </a:lnTo>
                  <a:lnTo>
                    <a:pt x="1777215" y="1237855"/>
                  </a:lnTo>
                  <a:lnTo>
                    <a:pt x="1663996" y="1245221"/>
                  </a:lnTo>
                  <a:lnTo>
                    <a:pt x="1549888" y="1251712"/>
                  </a:lnTo>
                  <a:lnTo>
                    <a:pt x="1438281" y="1257310"/>
                  </a:lnTo>
                  <a:lnTo>
                    <a:pt x="1333083" y="1261998"/>
                  </a:lnTo>
                  <a:lnTo>
                    <a:pt x="1238301" y="1265778"/>
                  </a:lnTo>
                  <a:lnTo>
                    <a:pt x="1157495" y="1268679"/>
                  </a:lnTo>
                  <a:lnTo>
                    <a:pt x="1093195" y="1270768"/>
                  </a:lnTo>
                  <a:lnTo>
                    <a:pt x="1046426" y="1272149"/>
                  </a:lnTo>
                  <a:lnTo>
                    <a:pt x="1016459" y="1272956"/>
                  </a:lnTo>
                  <a:lnTo>
                    <a:pt x="1000810" y="1273341"/>
                  </a:lnTo>
                  <a:lnTo>
                    <a:pt x="995435" y="1273463"/>
                  </a:lnTo>
                  <a:lnTo>
                    <a:pt x="994940" y="1273474"/>
                  </a:lnTo>
                  <a:lnTo>
                    <a:pt x="0" y="1273474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71" name="pl1470"/>
            <p:cNvSpPr/>
            <p:nvPr/>
          </p:nvSpPr>
          <p:spPr>
            <a:xfrm>
              <a:off x="1199187" y="3987958"/>
              <a:ext cx="12049831" cy="1273474"/>
            </a:xfrm>
            <a:custGeom>
              <a:avLst/>
              <a:pathLst>
                <a:path w="12049831" h="1273474">
                  <a:moveTo>
                    <a:pt x="0" y="1273474"/>
                  </a:moveTo>
                  <a:lnTo>
                    <a:pt x="994940" y="1273474"/>
                  </a:lnTo>
                  <a:lnTo>
                    <a:pt x="996063" y="1273450"/>
                  </a:lnTo>
                  <a:lnTo>
                    <a:pt x="1003480" y="1273278"/>
                  </a:lnTo>
                  <a:lnTo>
                    <a:pt x="1022282" y="1272805"/>
                  </a:lnTo>
                  <a:lnTo>
                    <a:pt x="1056156" y="1271873"/>
                  </a:lnTo>
                  <a:lnTo>
                    <a:pt x="1107172" y="1270331"/>
                  </a:lnTo>
                  <a:lnTo>
                    <a:pt x="1175628" y="1268054"/>
                  </a:lnTo>
                  <a:lnTo>
                    <a:pt x="1260100" y="1264944"/>
                  </a:lnTo>
                  <a:lnTo>
                    <a:pt x="1357759" y="1260946"/>
                  </a:lnTo>
                  <a:lnTo>
                    <a:pt x="1464882" y="1256037"/>
                  </a:lnTo>
                  <a:lnTo>
                    <a:pt x="1577439" y="1250221"/>
                  </a:lnTo>
                  <a:lnTo>
                    <a:pt x="1691618" y="1243517"/>
                  </a:lnTo>
                  <a:lnTo>
                    <a:pt x="1804191" y="1235941"/>
                  </a:lnTo>
                  <a:lnTo>
                    <a:pt x="1912705" y="1227497"/>
                  </a:lnTo>
                  <a:lnTo>
                    <a:pt x="2015502" y="1218171"/>
                  </a:lnTo>
                  <a:lnTo>
                    <a:pt x="2111645" y="1207921"/>
                  </a:lnTo>
                  <a:lnTo>
                    <a:pt x="2200782" y="1196676"/>
                  </a:lnTo>
                  <a:lnTo>
                    <a:pt x="2283003" y="1184340"/>
                  </a:lnTo>
                  <a:lnTo>
                    <a:pt x="2358707" y="1170788"/>
                  </a:lnTo>
                  <a:lnTo>
                    <a:pt x="2428491" y="1155871"/>
                  </a:lnTo>
                  <a:lnTo>
                    <a:pt x="2493068" y="1139425"/>
                  </a:lnTo>
                  <a:lnTo>
                    <a:pt x="2553202" y="1121278"/>
                  </a:lnTo>
                  <a:lnTo>
                    <a:pt x="2609663" y="1101266"/>
                  </a:lnTo>
                  <a:lnTo>
                    <a:pt x="2663182" y="1079262"/>
                  </a:lnTo>
                  <a:lnTo>
                    <a:pt x="2702183" y="1061228"/>
                  </a:lnTo>
                  <a:lnTo>
                    <a:pt x="2757312" y="1032783"/>
                  </a:lnTo>
                  <a:lnTo>
                    <a:pt x="2810840" y="1001780"/>
                  </a:lnTo>
                  <a:lnTo>
                    <a:pt x="2863301" y="968175"/>
                  </a:lnTo>
                  <a:lnTo>
                    <a:pt x="2915102" y="931987"/>
                  </a:lnTo>
                  <a:lnTo>
                    <a:pt x="2966546" y="893307"/>
                  </a:lnTo>
                  <a:lnTo>
                    <a:pt x="3017847" y="852310"/>
                  </a:lnTo>
                  <a:lnTo>
                    <a:pt x="3069144" y="809249"/>
                  </a:lnTo>
                  <a:lnTo>
                    <a:pt x="3120512" y="764454"/>
                  </a:lnTo>
                  <a:lnTo>
                    <a:pt x="3171974" y="718330"/>
                  </a:lnTo>
                  <a:lnTo>
                    <a:pt x="3223515" y="671333"/>
                  </a:lnTo>
                  <a:lnTo>
                    <a:pt x="3275094" y="623962"/>
                  </a:lnTo>
                  <a:lnTo>
                    <a:pt x="3326659" y="576729"/>
                  </a:lnTo>
                  <a:lnTo>
                    <a:pt x="3378162" y="530143"/>
                  </a:lnTo>
                  <a:lnTo>
                    <a:pt x="3429573" y="484681"/>
                  </a:lnTo>
                  <a:lnTo>
                    <a:pt x="3480896" y="440775"/>
                  </a:lnTo>
                  <a:lnTo>
                    <a:pt x="3532182" y="398790"/>
                  </a:lnTo>
                  <a:lnTo>
                    <a:pt x="3583538" y="359016"/>
                  </a:lnTo>
                  <a:lnTo>
                    <a:pt x="3635143" y="321663"/>
                  </a:lnTo>
                  <a:lnTo>
                    <a:pt x="3687256" y="286860"/>
                  </a:lnTo>
                  <a:lnTo>
                    <a:pt x="3740235" y="254660"/>
                  </a:lnTo>
                  <a:lnTo>
                    <a:pt x="3794550" y="225046"/>
                  </a:lnTo>
                  <a:lnTo>
                    <a:pt x="3820202" y="212245"/>
                  </a:lnTo>
                  <a:lnTo>
                    <a:pt x="3871934" y="188694"/>
                  </a:lnTo>
                  <a:lnTo>
                    <a:pt x="3926102" y="167181"/>
                  </a:lnTo>
                  <a:lnTo>
                    <a:pt x="3983384" y="147634"/>
                  </a:lnTo>
                  <a:lnTo>
                    <a:pt x="4044523" y="129914"/>
                  </a:lnTo>
                  <a:lnTo>
                    <a:pt x="4110292" y="113854"/>
                  </a:lnTo>
                  <a:lnTo>
                    <a:pt x="4181448" y="99283"/>
                  </a:lnTo>
                  <a:lnTo>
                    <a:pt x="4258681" y="86038"/>
                  </a:lnTo>
                  <a:lnTo>
                    <a:pt x="4342551" y="73977"/>
                  </a:lnTo>
                  <a:lnTo>
                    <a:pt x="4433391" y="62981"/>
                  </a:lnTo>
                  <a:lnTo>
                    <a:pt x="4531198" y="52960"/>
                  </a:lnTo>
                  <a:lnTo>
                    <a:pt x="4635492" y="43851"/>
                  </a:lnTo>
                  <a:lnTo>
                    <a:pt x="4745170" y="35618"/>
                  </a:lnTo>
                  <a:lnTo>
                    <a:pt x="4858389" y="28252"/>
                  </a:lnTo>
                  <a:lnTo>
                    <a:pt x="4972497" y="21761"/>
                  </a:lnTo>
                  <a:lnTo>
                    <a:pt x="5084104" y="16163"/>
                  </a:lnTo>
                  <a:lnTo>
                    <a:pt x="5189302" y="11475"/>
                  </a:lnTo>
                  <a:lnTo>
                    <a:pt x="5284084" y="7695"/>
                  </a:lnTo>
                  <a:lnTo>
                    <a:pt x="5364890" y="4794"/>
                  </a:lnTo>
                  <a:lnTo>
                    <a:pt x="5429190" y="2705"/>
                  </a:lnTo>
                  <a:lnTo>
                    <a:pt x="5475959" y="1324"/>
                  </a:lnTo>
                  <a:lnTo>
                    <a:pt x="5505926" y="517"/>
                  </a:lnTo>
                  <a:lnTo>
                    <a:pt x="5521575" y="132"/>
                  </a:lnTo>
                  <a:lnTo>
                    <a:pt x="5526950" y="1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5" y="17"/>
                  </a:lnTo>
                  <a:lnTo>
                    <a:pt x="6530972" y="140"/>
                  </a:lnTo>
                  <a:lnTo>
                    <a:pt x="6549872" y="481"/>
                  </a:lnTo>
                  <a:lnTo>
                    <a:pt x="6583917" y="1152"/>
                  </a:lnTo>
                  <a:lnTo>
                    <a:pt x="6635176" y="2262"/>
                  </a:lnTo>
                  <a:lnTo>
                    <a:pt x="6703933" y="3902"/>
                  </a:lnTo>
                  <a:lnTo>
                    <a:pt x="6788742" y="6140"/>
                  </a:lnTo>
                  <a:lnTo>
                    <a:pt x="6886742" y="9017"/>
                  </a:lnTo>
                  <a:lnTo>
                    <a:pt x="6994182" y="12550"/>
                  </a:lnTo>
                  <a:lnTo>
                    <a:pt x="7107008" y="16733"/>
                  </a:lnTo>
                  <a:lnTo>
                    <a:pt x="7221396" y="21555"/>
                  </a:lnTo>
                  <a:lnTo>
                    <a:pt x="7334115" y="27003"/>
                  </a:lnTo>
                  <a:lnTo>
                    <a:pt x="7442713" y="33075"/>
                  </a:lnTo>
                  <a:lnTo>
                    <a:pt x="7545543" y="39782"/>
                  </a:lnTo>
                  <a:lnTo>
                    <a:pt x="7641677" y="47154"/>
                  </a:lnTo>
                  <a:lnTo>
                    <a:pt x="7730777" y="55242"/>
                  </a:lnTo>
                  <a:lnTo>
                    <a:pt x="7812944" y="64117"/>
                  </a:lnTo>
                  <a:lnTo>
                    <a:pt x="7888585" y="73869"/>
                  </a:lnTo>
                  <a:lnTo>
                    <a:pt x="7958307" y="84606"/>
                  </a:lnTo>
                  <a:lnTo>
                    <a:pt x="8022829" y="96446"/>
                  </a:lnTo>
                  <a:lnTo>
                    <a:pt x="8082921" y="109514"/>
                  </a:lnTo>
                  <a:lnTo>
                    <a:pt x="8139355" y="123926"/>
                  </a:lnTo>
                  <a:lnTo>
                    <a:pt x="8192865" y="139772"/>
                  </a:lnTo>
                  <a:lnTo>
                    <a:pt x="8229629" y="151978"/>
                  </a:lnTo>
                  <a:lnTo>
                    <a:pt x="8287483" y="173418"/>
                  </a:lnTo>
                  <a:lnTo>
                    <a:pt x="8343603" y="196881"/>
                  </a:lnTo>
                  <a:lnTo>
                    <a:pt x="8398596" y="222400"/>
                  </a:lnTo>
                  <a:lnTo>
                    <a:pt x="8452918" y="249952"/>
                  </a:lnTo>
                  <a:lnTo>
                    <a:pt x="8506899" y="279449"/>
                  </a:lnTo>
                  <a:lnTo>
                    <a:pt x="8560768" y="310732"/>
                  </a:lnTo>
                  <a:lnTo>
                    <a:pt x="8614663" y="343572"/>
                  </a:lnTo>
                  <a:lnTo>
                    <a:pt x="8668652" y="377674"/>
                  </a:lnTo>
                  <a:lnTo>
                    <a:pt x="8722741" y="412685"/>
                  </a:lnTo>
                  <a:lnTo>
                    <a:pt x="8776900" y="448211"/>
                  </a:lnTo>
                  <a:lnTo>
                    <a:pt x="8831072" y="483828"/>
                  </a:lnTo>
                  <a:lnTo>
                    <a:pt x="8885197" y="519113"/>
                  </a:lnTo>
                  <a:lnTo>
                    <a:pt x="8939231" y="553655"/>
                  </a:lnTo>
                  <a:lnTo>
                    <a:pt x="8993162" y="587082"/>
                  </a:lnTo>
                  <a:lnTo>
                    <a:pt x="9047030" y="619072"/>
                  </a:lnTo>
                  <a:lnTo>
                    <a:pt x="9100941" y="649366"/>
                  </a:lnTo>
                  <a:lnTo>
                    <a:pt x="9155081" y="677776"/>
                  </a:lnTo>
                  <a:lnTo>
                    <a:pt x="9209735" y="704182"/>
                  </a:lnTo>
                  <a:lnTo>
                    <a:pt x="9265302" y="728535"/>
                  </a:lnTo>
                  <a:lnTo>
                    <a:pt x="9322318" y="750844"/>
                  </a:lnTo>
                  <a:lnTo>
                    <a:pt x="9347647" y="759891"/>
                  </a:lnTo>
                  <a:lnTo>
                    <a:pt x="9399478" y="776785"/>
                  </a:lnTo>
                  <a:lnTo>
                    <a:pt x="9453755" y="792214"/>
                  </a:lnTo>
                  <a:lnTo>
                    <a:pt x="9511160" y="806231"/>
                  </a:lnTo>
                  <a:lnTo>
                    <a:pt x="9572441" y="818934"/>
                  </a:lnTo>
                  <a:lnTo>
                    <a:pt x="9638375" y="830446"/>
                  </a:lnTo>
                  <a:lnTo>
                    <a:pt x="9709722" y="840889"/>
                  </a:lnTo>
                  <a:lnTo>
                    <a:pt x="9787177" y="850380"/>
                  </a:lnTo>
                  <a:lnTo>
                    <a:pt x="9871299" y="859021"/>
                  </a:lnTo>
                  <a:lnTo>
                    <a:pt x="9962420" y="866898"/>
                  </a:lnTo>
                  <a:lnTo>
                    <a:pt x="10060530" y="874075"/>
                  </a:lnTo>
                  <a:lnTo>
                    <a:pt x="10165136" y="880597"/>
                  </a:lnTo>
                  <a:lnTo>
                    <a:pt x="10275117" y="886490"/>
                  </a:lnTo>
                  <a:lnTo>
                    <a:pt x="10388600" y="891760"/>
                  </a:lnTo>
                  <a:lnTo>
                    <a:pt x="10502901" y="896400"/>
                  </a:lnTo>
                  <a:lnTo>
                    <a:pt x="10614595" y="900398"/>
                  </a:lnTo>
                  <a:lnTo>
                    <a:pt x="10719743" y="903743"/>
                  </a:lnTo>
                  <a:lnTo>
                    <a:pt x="10814320" y="906434"/>
                  </a:lnTo>
                  <a:lnTo>
                    <a:pt x="10894770" y="908496"/>
                  </a:lnTo>
                  <a:lnTo>
                    <a:pt x="10958591" y="909976"/>
                  </a:lnTo>
                  <a:lnTo>
                    <a:pt x="11004812" y="910950"/>
                  </a:lnTo>
                  <a:lnTo>
                    <a:pt x="11034232" y="911515"/>
                  </a:lnTo>
                  <a:lnTo>
                    <a:pt x="11049410" y="911782"/>
                  </a:lnTo>
                  <a:lnTo>
                    <a:pt x="11054474" y="911864"/>
                  </a:lnTo>
                  <a:lnTo>
                    <a:pt x="11054891" y="911870"/>
                  </a:lnTo>
                  <a:lnTo>
                    <a:pt x="12049831" y="911870"/>
                  </a:lnTo>
                  <a:lnTo>
                    <a:pt x="12049831" y="9118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2" name="pl1471"/>
            <p:cNvSpPr/>
            <p:nvPr/>
          </p:nvSpPr>
          <p:spPr>
            <a:xfrm>
              <a:off x="1199187" y="3982717"/>
              <a:ext cx="12049831" cy="1273474"/>
            </a:xfrm>
            <a:custGeom>
              <a:avLst/>
              <a:pathLst>
                <a:path w="12049831" h="1273474">
                  <a:moveTo>
                    <a:pt x="12049831" y="911870"/>
                  </a:moveTo>
                  <a:lnTo>
                    <a:pt x="11054891" y="911870"/>
                  </a:lnTo>
                  <a:lnTo>
                    <a:pt x="11053761" y="911853"/>
                  </a:lnTo>
                  <a:lnTo>
                    <a:pt x="11046304" y="911729"/>
                  </a:lnTo>
                  <a:lnTo>
                    <a:pt x="11027405" y="911388"/>
                  </a:lnTo>
                  <a:lnTo>
                    <a:pt x="10993360" y="910717"/>
                  </a:lnTo>
                  <a:lnTo>
                    <a:pt x="10942100" y="909607"/>
                  </a:lnTo>
                  <a:lnTo>
                    <a:pt x="10873343" y="907967"/>
                  </a:lnTo>
                  <a:lnTo>
                    <a:pt x="10788535" y="905729"/>
                  </a:lnTo>
                  <a:lnTo>
                    <a:pt x="10690535" y="902852"/>
                  </a:lnTo>
                  <a:lnTo>
                    <a:pt x="10583095" y="899320"/>
                  </a:lnTo>
                  <a:lnTo>
                    <a:pt x="10470268" y="895136"/>
                  </a:lnTo>
                  <a:lnTo>
                    <a:pt x="10355881" y="890314"/>
                  </a:lnTo>
                  <a:lnTo>
                    <a:pt x="10243162" y="884866"/>
                  </a:lnTo>
                  <a:lnTo>
                    <a:pt x="10134564" y="878794"/>
                  </a:lnTo>
                  <a:lnTo>
                    <a:pt x="10031734" y="872088"/>
                  </a:lnTo>
                  <a:lnTo>
                    <a:pt x="9935599" y="864716"/>
                  </a:lnTo>
                  <a:lnTo>
                    <a:pt x="9846499" y="856628"/>
                  </a:lnTo>
                  <a:lnTo>
                    <a:pt x="9764333" y="847753"/>
                  </a:lnTo>
                  <a:lnTo>
                    <a:pt x="9688692" y="838000"/>
                  </a:lnTo>
                  <a:lnTo>
                    <a:pt x="9618970" y="827263"/>
                  </a:lnTo>
                  <a:lnTo>
                    <a:pt x="9554448" y="815423"/>
                  </a:lnTo>
                  <a:lnTo>
                    <a:pt x="9494356" y="802355"/>
                  </a:lnTo>
                  <a:lnTo>
                    <a:pt x="9437922" y="787943"/>
                  </a:lnTo>
                  <a:lnTo>
                    <a:pt x="9384411" y="772097"/>
                  </a:lnTo>
                  <a:lnTo>
                    <a:pt x="9347647" y="759891"/>
                  </a:lnTo>
                  <a:lnTo>
                    <a:pt x="9289794" y="738451"/>
                  </a:lnTo>
                  <a:lnTo>
                    <a:pt x="9233674" y="714988"/>
                  </a:lnTo>
                  <a:lnTo>
                    <a:pt x="9178681" y="689469"/>
                  </a:lnTo>
                  <a:lnTo>
                    <a:pt x="9124359" y="661917"/>
                  </a:lnTo>
                  <a:lnTo>
                    <a:pt x="9070378" y="632420"/>
                  </a:lnTo>
                  <a:lnTo>
                    <a:pt x="9016509" y="601138"/>
                  </a:lnTo>
                  <a:lnTo>
                    <a:pt x="8962613" y="568298"/>
                  </a:lnTo>
                  <a:lnTo>
                    <a:pt x="8908625" y="534196"/>
                  </a:lnTo>
                  <a:lnTo>
                    <a:pt x="8854535" y="499184"/>
                  </a:lnTo>
                  <a:lnTo>
                    <a:pt x="8800377" y="463659"/>
                  </a:lnTo>
                  <a:lnTo>
                    <a:pt x="8746205" y="428041"/>
                  </a:lnTo>
                  <a:lnTo>
                    <a:pt x="8692079" y="392756"/>
                  </a:lnTo>
                  <a:lnTo>
                    <a:pt x="8638045" y="358214"/>
                  </a:lnTo>
                  <a:lnTo>
                    <a:pt x="8584114" y="324787"/>
                  </a:lnTo>
                  <a:lnTo>
                    <a:pt x="8530246" y="292798"/>
                  </a:lnTo>
                  <a:lnTo>
                    <a:pt x="8476336" y="262503"/>
                  </a:lnTo>
                  <a:lnTo>
                    <a:pt x="8422196" y="234094"/>
                  </a:lnTo>
                  <a:lnTo>
                    <a:pt x="8367542" y="207687"/>
                  </a:lnTo>
                  <a:lnTo>
                    <a:pt x="8311975" y="183334"/>
                  </a:lnTo>
                  <a:lnTo>
                    <a:pt x="8254958" y="161025"/>
                  </a:lnTo>
                  <a:lnTo>
                    <a:pt x="8229629" y="151978"/>
                  </a:lnTo>
                  <a:lnTo>
                    <a:pt x="8177798" y="135084"/>
                  </a:lnTo>
                  <a:lnTo>
                    <a:pt x="8123521" y="119655"/>
                  </a:lnTo>
                  <a:lnTo>
                    <a:pt x="8066117" y="105639"/>
                  </a:lnTo>
                  <a:lnTo>
                    <a:pt x="8004836" y="92935"/>
                  </a:lnTo>
                  <a:lnTo>
                    <a:pt x="7938902" y="81423"/>
                  </a:lnTo>
                  <a:lnTo>
                    <a:pt x="7867555" y="70980"/>
                  </a:lnTo>
                  <a:lnTo>
                    <a:pt x="7790100" y="61489"/>
                  </a:lnTo>
                  <a:lnTo>
                    <a:pt x="7705978" y="52848"/>
                  </a:lnTo>
                  <a:lnTo>
                    <a:pt x="7614857" y="44972"/>
                  </a:lnTo>
                  <a:lnTo>
                    <a:pt x="7516747" y="37794"/>
                  </a:lnTo>
                  <a:lnTo>
                    <a:pt x="7412141" y="31272"/>
                  </a:lnTo>
                  <a:lnTo>
                    <a:pt x="7302160" y="25379"/>
                  </a:lnTo>
                  <a:lnTo>
                    <a:pt x="7188677" y="20109"/>
                  </a:lnTo>
                  <a:lnTo>
                    <a:pt x="7074375" y="15469"/>
                  </a:lnTo>
                  <a:lnTo>
                    <a:pt x="6962682" y="11471"/>
                  </a:lnTo>
                  <a:lnTo>
                    <a:pt x="6857534" y="8127"/>
                  </a:lnTo>
                  <a:lnTo>
                    <a:pt x="6762957" y="5435"/>
                  </a:lnTo>
                  <a:lnTo>
                    <a:pt x="6682507" y="3374"/>
                  </a:lnTo>
                  <a:lnTo>
                    <a:pt x="6618685" y="1894"/>
                  </a:lnTo>
                  <a:lnTo>
                    <a:pt x="6572465" y="920"/>
                  </a:lnTo>
                  <a:lnTo>
                    <a:pt x="6543045" y="354"/>
                  </a:lnTo>
                  <a:lnTo>
                    <a:pt x="6527866" y="88"/>
                  </a:lnTo>
                  <a:lnTo>
                    <a:pt x="6522802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2" y="24"/>
                  </a:lnTo>
                  <a:lnTo>
                    <a:pt x="5518905" y="195"/>
                  </a:lnTo>
                  <a:lnTo>
                    <a:pt x="5500103" y="668"/>
                  </a:lnTo>
                  <a:lnTo>
                    <a:pt x="5466229" y="1600"/>
                  </a:lnTo>
                  <a:lnTo>
                    <a:pt x="5415213" y="3142"/>
                  </a:lnTo>
                  <a:lnTo>
                    <a:pt x="5346757" y="5419"/>
                  </a:lnTo>
                  <a:lnTo>
                    <a:pt x="5262285" y="8529"/>
                  </a:lnTo>
                  <a:lnTo>
                    <a:pt x="5164626" y="12527"/>
                  </a:lnTo>
                  <a:lnTo>
                    <a:pt x="5057503" y="17436"/>
                  </a:lnTo>
                  <a:lnTo>
                    <a:pt x="4944946" y="23252"/>
                  </a:lnTo>
                  <a:lnTo>
                    <a:pt x="4830767" y="29956"/>
                  </a:lnTo>
                  <a:lnTo>
                    <a:pt x="4718194" y="37533"/>
                  </a:lnTo>
                  <a:lnTo>
                    <a:pt x="4609680" y="45976"/>
                  </a:lnTo>
                  <a:lnTo>
                    <a:pt x="4506883" y="55302"/>
                  </a:lnTo>
                  <a:lnTo>
                    <a:pt x="4410740" y="65552"/>
                  </a:lnTo>
                  <a:lnTo>
                    <a:pt x="4321603" y="76797"/>
                  </a:lnTo>
                  <a:lnTo>
                    <a:pt x="4239382" y="89133"/>
                  </a:lnTo>
                  <a:lnTo>
                    <a:pt x="4163678" y="102685"/>
                  </a:lnTo>
                  <a:lnTo>
                    <a:pt x="4093894" y="117602"/>
                  </a:lnTo>
                  <a:lnTo>
                    <a:pt x="4029317" y="134048"/>
                  </a:lnTo>
                  <a:lnTo>
                    <a:pt x="3969183" y="152195"/>
                  </a:lnTo>
                  <a:lnTo>
                    <a:pt x="3912722" y="172208"/>
                  </a:lnTo>
                  <a:lnTo>
                    <a:pt x="3859203" y="194211"/>
                  </a:lnTo>
                  <a:lnTo>
                    <a:pt x="3820202" y="212245"/>
                  </a:lnTo>
                  <a:lnTo>
                    <a:pt x="3765073" y="240691"/>
                  </a:lnTo>
                  <a:lnTo>
                    <a:pt x="3711545" y="271693"/>
                  </a:lnTo>
                  <a:lnTo>
                    <a:pt x="3659084" y="305298"/>
                  </a:lnTo>
                  <a:lnTo>
                    <a:pt x="3607283" y="341486"/>
                  </a:lnTo>
                  <a:lnTo>
                    <a:pt x="3555839" y="380166"/>
                  </a:lnTo>
                  <a:lnTo>
                    <a:pt x="3504538" y="421163"/>
                  </a:lnTo>
                  <a:lnTo>
                    <a:pt x="3453241" y="464225"/>
                  </a:lnTo>
                  <a:lnTo>
                    <a:pt x="3401873" y="509019"/>
                  </a:lnTo>
                  <a:lnTo>
                    <a:pt x="3350411" y="555143"/>
                  </a:lnTo>
                  <a:lnTo>
                    <a:pt x="3298870" y="602140"/>
                  </a:lnTo>
                  <a:lnTo>
                    <a:pt x="3247291" y="649511"/>
                  </a:lnTo>
                  <a:lnTo>
                    <a:pt x="3195726" y="696744"/>
                  </a:lnTo>
                  <a:lnTo>
                    <a:pt x="3144223" y="743330"/>
                  </a:lnTo>
                  <a:lnTo>
                    <a:pt x="3092812" y="788792"/>
                  </a:lnTo>
                  <a:lnTo>
                    <a:pt x="3041489" y="832698"/>
                  </a:lnTo>
                  <a:lnTo>
                    <a:pt x="2990203" y="874683"/>
                  </a:lnTo>
                  <a:lnTo>
                    <a:pt x="2938847" y="914457"/>
                  </a:lnTo>
                  <a:lnTo>
                    <a:pt x="2887242" y="951810"/>
                  </a:lnTo>
                  <a:lnTo>
                    <a:pt x="2835129" y="986613"/>
                  </a:lnTo>
                  <a:lnTo>
                    <a:pt x="2782150" y="1018813"/>
                  </a:lnTo>
                  <a:lnTo>
                    <a:pt x="2727835" y="1048427"/>
                  </a:lnTo>
                  <a:lnTo>
                    <a:pt x="2702183" y="1061228"/>
                  </a:lnTo>
                  <a:lnTo>
                    <a:pt x="2650451" y="1084779"/>
                  </a:lnTo>
                  <a:lnTo>
                    <a:pt x="2596283" y="1106292"/>
                  </a:lnTo>
                  <a:lnTo>
                    <a:pt x="2539001" y="1125839"/>
                  </a:lnTo>
                  <a:lnTo>
                    <a:pt x="2477862" y="1143559"/>
                  </a:lnTo>
                  <a:lnTo>
                    <a:pt x="2412093" y="1159619"/>
                  </a:lnTo>
                  <a:lnTo>
                    <a:pt x="2340937" y="1174190"/>
                  </a:lnTo>
                  <a:lnTo>
                    <a:pt x="2263704" y="1187435"/>
                  </a:lnTo>
                  <a:lnTo>
                    <a:pt x="2179834" y="1199496"/>
                  </a:lnTo>
                  <a:lnTo>
                    <a:pt x="2088994" y="1210492"/>
                  </a:lnTo>
                  <a:lnTo>
                    <a:pt x="1991187" y="1220513"/>
                  </a:lnTo>
                  <a:lnTo>
                    <a:pt x="1886893" y="1229623"/>
                  </a:lnTo>
                  <a:lnTo>
                    <a:pt x="1777215" y="1237855"/>
                  </a:lnTo>
                  <a:lnTo>
                    <a:pt x="1663996" y="1245221"/>
                  </a:lnTo>
                  <a:lnTo>
                    <a:pt x="1549888" y="1251712"/>
                  </a:lnTo>
                  <a:lnTo>
                    <a:pt x="1438281" y="1257310"/>
                  </a:lnTo>
                  <a:lnTo>
                    <a:pt x="1333083" y="1261998"/>
                  </a:lnTo>
                  <a:lnTo>
                    <a:pt x="1238301" y="1265778"/>
                  </a:lnTo>
                  <a:lnTo>
                    <a:pt x="1157495" y="1268679"/>
                  </a:lnTo>
                  <a:lnTo>
                    <a:pt x="1093195" y="1270768"/>
                  </a:lnTo>
                  <a:lnTo>
                    <a:pt x="1046426" y="1272149"/>
                  </a:lnTo>
                  <a:lnTo>
                    <a:pt x="1016459" y="1272956"/>
                  </a:lnTo>
                  <a:lnTo>
                    <a:pt x="1000810" y="1273341"/>
                  </a:lnTo>
                  <a:lnTo>
                    <a:pt x="995435" y="1273463"/>
                  </a:lnTo>
                  <a:lnTo>
                    <a:pt x="994940" y="1273474"/>
                  </a:lnTo>
                  <a:lnTo>
                    <a:pt x="0" y="1273474"/>
                  </a:lnTo>
                  <a:lnTo>
                    <a:pt x="0" y="12734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3" name="pg1472"/>
            <p:cNvSpPr/>
            <p:nvPr/>
          </p:nvSpPr>
          <p:spPr>
            <a:xfrm>
              <a:off x="1199187" y="1425287"/>
              <a:ext cx="12049831" cy="4517426"/>
            </a:xfrm>
            <a:custGeom>
              <a:avLst/>
              <a:pathLst>
                <a:path w="12049831" h="4517426">
                  <a:moveTo>
                    <a:pt x="0" y="3909513"/>
                  </a:moveTo>
                  <a:lnTo>
                    <a:pt x="994940" y="3909513"/>
                  </a:lnTo>
                  <a:lnTo>
                    <a:pt x="996073" y="3909524"/>
                  </a:lnTo>
                  <a:lnTo>
                    <a:pt x="1003554" y="3909607"/>
                  </a:lnTo>
                  <a:lnTo>
                    <a:pt x="1022512" y="3909835"/>
                  </a:lnTo>
                  <a:lnTo>
                    <a:pt x="1056657" y="3910284"/>
                  </a:lnTo>
                  <a:lnTo>
                    <a:pt x="1108060" y="3911026"/>
                  </a:lnTo>
                  <a:lnTo>
                    <a:pt x="1176995" y="3912123"/>
                  </a:lnTo>
                  <a:lnTo>
                    <a:pt x="1262001" y="3913619"/>
                  </a:lnTo>
                  <a:lnTo>
                    <a:pt x="1360202" y="3915543"/>
                  </a:lnTo>
                  <a:lnTo>
                    <a:pt x="1467828" y="3917905"/>
                  </a:lnTo>
                  <a:lnTo>
                    <a:pt x="1580813" y="3920701"/>
                  </a:lnTo>
                  <a:lnTo>
                    <a:pt x="1695324" y="3923924"/>
                  </a:lnTo>
                  <a:lnTo>
                    <a:pt x="1808127" y="3927566"/>
                  </a:lnTo>
                  <a:lnTo>
                    <a:pt x="1916774" y="3931623"/>
                  </a:lnTo>
                  <a:lnTo>
                    <a:pt x="2019623" y="3936106"/>
                  </a:lnTo>
                  <a:lnTo>
                    <a:pt x="2115752" y="3941033"/>
                  </a:lnTo>
                  <a:lnTo>
                    <a:pt x="2204830" y="3946440"/>
                  </a:lnTo>
                  <a:lnTo>
                    <a:pt x="2286964" y="3952373"/>
                  </a:lnTo>
                  <a:lnTo>
                    <a:pt x="2362568" y="3958893"/>
                  </a:lnTo>
                  <a:lnTo>
                    <a:pt x="2432254" y="3966073"/>
                  </a:lnTo>
                  <a:lnTo>
                    <a:pt x="2496744" y="3973992"/>
                  </a:lnTo>
                  <a:lnTo>
                    <a:pt x="2556811" y="3982733"/>
                  </a:lnTo>
                  <a:lnTo>
                    <a:pt x="2613230" y="3992373"/>
                  </a:lnTo>
                  <a:lnTo>
                    <a:pt x="2666736" y="4002973"/>
                  </a:lnTo>
                  <a:lnTo>
                    <a:pt x="2702183" y="4010831"/>
                  </a:lnTo>
                  <a:lnTo>
                    <a:pt x="2761996" y="4025642"/>
                  </a:lnTo>
                  <a:lnTo>
                    <a:pt x="2819979" y="4041896"/>
                  </a:lnTo>
                  <a:lnTo>
                    <a:pt x="2876792" y="4059617"/>
                  </a:lnTo>
                  <a:lnTo>
                    <a:pt x="2932929" y="4078784"/>
                  </a:lnTo>
                  <a:lnTo>
                    <a:pt x="2988741" y="4099325"/>
                  </a:lnTo>
                  <a:lnTo>
                    <a:pt x="3044463" y="4121116"/>
                  </a:lnTo>
                  <a:lnTo>
                    <a:pt x="3100235" y="4143978"/>
                  </a:lnTo>
                  <a:lnTo>
                    <a:pt x="3156113" y="4167682"/>
                  </a:lnTo>
                  <a:lnTo>
                    <a:pt x="3212092" y="4191960"/>
                  </a:lnTo>
                  <a:lnTo>
                    <a:pt x="3268129" y="4216512"/>
                  </a:lnTo>
                  <a:lnTo>
                    <a:pt x="3324157" y="4241026"/>
                  </a:lnTo>
                  <a:lnTo>
                    <a:pt x="3380115" y="4265189"/>
                  </a:lnTo>
                  <a:lnTo>
                    <a:pt x="3435965" y="4288708"/>
                  </a:lnTo>
                  <a:lnTo>
                    <a:pt x="3491716" y="4311324"/>
                  </a:lnTo>
                  <a:lnTo>
                    <a:pt x="3547444" y="4332820"/>
                  </a:lnTo>
                  <a:lnTo>
                    <a:pt x="3603310" y="4353031"/>
                  </a:lnTo>
                  <a:lnTo>
                    <a:pt x="3659577" y="4371845"/>
                  </a:lnTo>
                  <a:lnTo>
                    <a:pt x="3716628" y="4389203"/>
                  </a:lnTo>
                  <a:lnTo>
                    <a:pt x="3774994" y="4405096"/>
                  </a:lnTo>
                  <a:lnTo>
                    <a:pt x="3820202" y="4416107"/>
                  </a:lnTo>
                  <a:lnTo>
                    <a:pt x="3872091" y="4427382"/>
                  </a:lnTo>
                  <a:lnTo>
                    <a:pt x="3926431" y="4437677"/>
                  </a:lnTo>
                  <a:lnTo>
                    <a:pt x="3983908" y="4447029"/>
                  </a:lnTo>
                  <a:lnTo>
                    <a:pt x="4045273" y="4455504"/>
                  </a:lnTo>
                  <a:lnTo>
                    <a:pt x="4111304" y="4463183"/>
                  </a:lnTo>
                  <a:lnTo>
                    <a:pt x="4182764" y="4470149"/>
                  </a:lnTo>
                  <a:lnTo>
                    <a:pt x="4260350" y="4476479"/>
                  </a:lnTo>
                  <a:lnTo>
                    <a:pt x="4344620" y="4482242"/>
                  </a:lnTo>
                  <a:lnTo>
                    <a:pt x="4435907" y="4487494"/>
                  </a:lnTo>
                  <a:lnTo>
                    <a:pt x="4534196" y="4492279"/>
                  </a:lnTo>
                  <a:lnTo>
                    <a:pt x="4638985" y="4496628"/>
                  </a:lnTo>
                  <a:lnTo>
                    <a:pt x="4749144" y="4500555"/>
                  </a:lnTo>
                  <a:lnTo>
                    <a:pt x="4862783" y="4504066"/>
                  </a:lnTo>
                  <a:lnTo>
                    <a:pt x="4977197" y="4507157"/>
                  </a:lnTo>
                  <a:lnTo>
                    <a:pt x="5088940" y="4509819"/>
                  </a:lnTo>
                  <a:lnTo>
                    <a:pt x="5194056" y="4512043"/>
                  </a:lnTo>
                  <a:lnTo>
                    <a:pt x="5288511" y="4513832"/>
                  </a:lnTo>
                  <a:lnTo>
                    <a:pt x="5368749" y="4515200"/>
                  </a:lnTo>
                  <a:lnTo>
                    <a:pt x="5432287" y="4516180"/>
                  </a:lnTo>
                  <a:lnTo>
                    <a:pt x="5478184" y="4516824"/>
                  </a:lnTo>
                  <a:lnTo>
                    <a:pt x="5507282" y="4517196"/>
                  </a:lnTo>
                  <a:lnTo>
                    <a:pt x="5522186" y="4517370"/>
                  </a:lnTo>
                  <a:lnTo>
                    <a:pt x="5527071" y="4517422"/>
                  </a:lnTo>
                  <a:lnTo>
                    <a:pt x="5527445" y="4517426"/>
                  </a:lnTo>
                  <a:lnTo>
                    <a:pt x="6522385" y="4517426"/>
                  </a:lnTo>
                  <a:lnTo>
                    <a:pt x="6523383" y="4517351"/>
                  </a:lnTo>
                  <a:lnTo>
                    <a:pt x="6529980" y="4516814"/>
                  </a:lnTo>
                  <a:lnTo>
                    <a:pt x="6546756" y="4515332"/>
                  </a:lnTo>
                  <a:lnTo>
                    <a:pt x="6577111" y="4512409"/>
                  </a:lnTo>
                  <a:lnTo>
                    <a:pt x="6623090" y="4507571"/>
                  </a:lnTo>
                  <a:lnTo>
                    <a:pt x="6685239" y="4500401"/>
                  </a:lnTo>
                  <a:lnTo>
                    <a:pt x="6762611" y="4490576"/>
                  </a:lnTo>
                  <a:lnTo>
                    <a:pt x="6852981" y="4477885"/>
                  </a:lnTo>
                  <a:lnTo>
                    <a:pt x="6953229" y="4462229"/>
                  </a:lnTo>
                  <a:lnTo>
                    <a:pt x="7059814" y="4443598"/>
                  </a:lnTo>
                  <a:lnTo>
                    <a:pt x="7169237" y="4422037"/>
                  </a:lnTo>
                  <a:lnTo>
                    <a:pt x="7278394" y="4397607"/>
                  </a:lnTo>
                  <a:lnTo>
                    <a:pt x="7384787" y="4370344"/>
                  </a:lnTo>
                  <a:lnTo>
                    <a:pt x="7486603" y="4340233"/>
                  </a:lnTo>
                  <a:lnTo>
                    <a:pt x="7582684" y="4307188"/>
                  </a:lnTo>
                  <a:lnTo>
                    <a:pt x="7672436" y="4271043"/>
                  </a:lnTo>
                  <a:lnTo>
                    <a:pt x="7755715" y="4231545"/>
                  </a:lnTo>
                  <a:lnTo>
                    <a:pt x="7832709" y="4188357"/>
                  </a:lnTo>
                  <a:lnTo>
                    <a:pt x="7903833" y="4141064"/>
                  </a:lnTo>
                  <a:lnTo>
                    <a:pt x="7969652" y="4089186"/>
                  </a:lnTo>
                  <a:lnTo>
                    <a:pt x="8030813" y="4032195"/>
                  </a:lnTo>
                  <a:lnTo>
                    <a:pt x="8087995" y="3969551"/>
                  </a:lnTo>
                  <a:lnTo>
                    <a:pt x="8141877" y="3900751"/>
                  </a:lnTo>
                  <a:lnTo>
                    <a:pt x="8193104" y="3825417"/>
                  </a:lnTo>
                  <a:lnTo>
                    <a:pt x="8229629" y="3765395"/>
                  </a:lnTo>
                  <a:lnTo>
                    <a:pt x="8266301" y="3699735"/>
                  </a:lnTo>
                  <a:lnTo>
                    <a:pt x="8302182" y="3630152"/>
                  </a:lnTo>
                  <a:lnTo>
                    <a:pt x="8337448" y="3556569"/>
                  </a:lnTo>
                  <a:lnTo>
                    <a:pt x="8372247" y="3478948"/>
                  </a:lnTo>
                  <a:lnTo>
                    <a:pt x="8406703" y="3397293"/>
                  </a:lnTo>
                  <a:lnTo>
                    <a:pt x="8440916" y="3311660"/>
                  </a:lnTo>
                  <a:lnTo>
                    <a:pt x="8474972" y="3222155"/>
                  </a:lnTo>
                  <a:lnTo>
                    <a:pt x="8508936" y="3128937"/>
                  </a:lnTo>
                  <a:lnTo>
                    <a:pt x="8542860" y="3032222"/>
                  </a:lnTo>
                  <a:lnTo>
                    <a:pt x="8576781" y="2932280"/>
                  </a:lnTo>
                  <a:lnTo>
                    <a:pt x="8610724" y="2829435"/>
                  </a:lnTo>
                  <a:lnTo>
                    <a:pt x="8644705" y="2724061"/>
                  </a:lnTo>
                  <a:lnTo>
                    <a:pt x="8678728" y="2616578"/>
                  </a:lnTo>
                  <a:lnTo>
                    <a:pt x="8712790" y="2507447"/>
                  </a:lnTo>
                  <a:lnTo>
                    <a:pt x="8746883" y="2397157"/>
                  </a:lnTo>
                  <a:lnTo>
                    <a:pt x="8780995" y="2286222"/>
                  </a:lnTo>
                  <a:lnTo>
                    <a:pt x="8815110" y="2175168"/>
                  </a:lnTo>
                  <a:lnTo>
                    <a:pt x="8849214" y="2064525"/>
                  </a:lnTo>
                  <a:lnTo>
                    <a:pt x="8883291" y="1954811"/>
                  </a:lnTo>
                  <a:lnTo>
                    <a:pt x="8917332" y="1846531"/>
                  </a:lnTo>
                  <a:lnTo>
                    <a:pt x="8951331" y="1740158"/>
                  </a:lnTo>
                  <a:lnTo>
                    <a:pt x="8985290" y="1636131"/>
                  </a:lnTo>
                  <a:lnTo>
                    <a:pt x="9019219" y="1534845"/>
                  </a:lnTo>
                  <a:lnTo>
                    <a:pt x="9053138" y="1436647"/>
                  </a:lnTo>
                  <a:lnTo>
                    <a:pt x="9087078" y="1341832"/>
                  </a:lnTo>
                  <a:lnTo>
                    <a:pt x="9121086" y="1250641"/>
                  </a:lnTo>
                  <a:lnTo>
                    <a:pt x="9155219" y="1163256"/>
                  </a:lnTo>
                  <a:lnTo>
                    <a:pt x="9189555" y="1079809"/>
                  </a:lnTo>
                  <a:lnTo>
                    <a:pt x="9224186" y="1000377"/>
                  </a:lnTo>
                  <a:lnTo>
                    <a:pt x="9259226" y="924986"/>
                  </a:lnTo>
                  <a:lnTo>
                    <a:pt x="9294812" y="853619"/>
                  </a:lnTo>
                  <a:lnTo>
                    <a:pt x="9331106" y="786213"/>
                  </a:lnTo>
                  <a:lnTo>
                    <a:pt x="9347647" y="757271"/>
                  </a:lnTo>
                  <a:lnTo>
                    <a:pt x="9397284" y="676998"/>
                  </a:lnTo>
                  <a:lnTo>
                    <a:pt x="9449144" y="603390"/>
                  </a:lnTo>
                  <a:lnTo>
                    <a:pt x="9503821" y="536236"/>
                  </a:lnTo>
                  <a:lnTo>
                    <a:pt x="9561973" y="475114"/>
                  </a:lnTo>
                  <a:lnTo>
                    <a:pt x="9624281" y="419506"/>
                  </a:lnTo>
                  <a:lnTo>
                    <a:pt x="9691421" y="368871"/>
                  </a:lnTo>
                  <a:lnTo>
                    <a:pt x="9764024" y="322691"/>
                  </a:lnTo>
                  <a:lnTo>
                    <a:pt x="9842621" y="280500"/>
                  </a:lnTo>
                  <a:lnTo>
                    <a:pt x="9927578" y="241904"/>
                  </a:lnTo>
                  <a:lnTo>
                    <a:pt x="10019008" y="206587"/>
                  </a:lnTo>
                  <a:lnTo>
                    <a:pt x="10116659" y="174318"/>
                  </a:lnTo>
                  <a:lnTo>
                    <a:pt x="10219804" y="144954"/>
                  </a:lnTo>
                  <a:lnTo>
                    <a:pt x="10327119" y="118427"/>
                  </a:lnTo>
                  <a:lnTo>
                    <a:pt x="10436612" y="94738"/>
                  </a:lnTo>
                  <a:lnTo>
                    <a:pt x="10545616" y="73935"/>
                  </a:lnTo>
                  <a:lnTo>
                    <a:pt x="10650898" y="56075"/>
                  </a:lnTo>
                  <a:lnTo>
                    <a:pt x="10748906" y="41195"/>
                  </a:lnTo>
                  <a:lnTo>
                    <a:pt x="10836166" y="29263"/>
                  </a:lnTo>
                  <a:lnTo>
                    <a:pt x="10909744" y="20154"/>
                  </a:lnTo>
                  <a:lnTo>
                    <a:pt x="10967716" y="13627"/>
                  </a:lnTo>
                  <a:lnTo>
                    <a:pt x="11009513" y="9330"/>
                  </a:lnTo>
                  <a:lnTo>
                    <a:pt x="11036079" y="6830"/>
                  </a:lnTo>
                  <a:lnTo>
                    <a:pt x="11049828" y="5641"/>
                  </a:lnTo>
                  <a:lnTo>
                    <a:pt x="11054482" y="527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94" y="75"/>
                  </a:lnTo>
                  <a:lnTo>
                    <a:pt x="11047297" y="612"/>
                  </a:lnTo>
                  <a:lnTo>
                    <a:pt x="11030520" y="2094"/>
                  </a:lnTo>
                  <a:lnTo>
                    <a:pt x="11000165" y="5016"/>
                  </a:lnTo>
                  <a:lnTo>
                    <a:pt x="10954186" y="9854"/>
                  </a:lnTo>
                  <a:lnTo>
                    <a:pt x="10892038" y="17024"/>
                  </a:lnTo>
                  <a:lnTo>
                    <a:pt x="10814665" y="26850"/>
                  </a:lnTo>
                  <a:lnTo>
                    <a:pt x="10724295" y="39541"/>
                  </a:lnTo>
                  <a:lnTo>
                    <a:pt x="10624048" y="55197"/>
                  </a:lnTo>
                  <a:lnTo>
                    <a:pt x="10517463" y="73828"/>
                  </a:lnTo>
                  <a:lnTo>
                    <a:pt x="10408040" y="95388"/>
                  </a:lnTo>
                  <a:lnTo>
                    <a:pt x="10298883" y="119819"/>
                  </a:lnTo>
                  <a:lnTo>
                    <a:pt x="10192490" y="147082"/>
                  </a:lnTo>
                  <a:lnTo>
                    <a:pt x="10090674" y="177193"/>
                  </a:lnTo>
                  <a:lnTo>
                    <a:pt x="9994593" y="210237"/>
                  </a:lnTo>
                  <a:lnTo>
                    <a:pt x="9904840" y="246382"/>
                  </a:lnTo>
                  <a:lnTo>
                    <a:pt x="9821561" y="285880"/>
                  </a:lnTo>
                  <a:lnTo>
                    <a:pt x="9744568" y="329069"/>
                  </a:lnTo>
                  <a:lnTo>
                    <a:pt x="9673443" y="376361"/>
                  </a:lnTo>
                  <a:lnTo>
                    <a:pt x="9607624" y="428240"/>
                  </a:lnTo>
                  <a:lnTo>
                    <a:pt x="9546464" y="485231"/>
                  </a:lnTo>
                  <a:lnTo>
                    <a:pt x="9489282" y="547875"/>
                  </a:lnTo>
                  <a:lnTo>
                    <a:pt x="9435399" y="616674"/>
                  </a:lnTo>
                  <a:lnTo>
                    <a:pt x="9384173" y="692008"/>
                  </a:lnTo>
                  <a:lnTo>
                    <a:pt x="9347647" y="752030"/>
                  </a:lnTo>
                  <a:lnTo>
                    <a:pt x="9310976" y="817691"/>
                  </a:lnTo>
                  <a:lnTo>
                    <a:pt x="9275095" y="887273"/>
                  </a:lnTo>
                  <a:lnTo>
                    <a:pt x="9239828" y="960856"/>
                  </a:lnTo>
                  <a:lnTo>
                    <a:pt x="9205029" y="1038478"/>
                  </a:lnTo>
                  <a:lnTo>
                    <a:pt x="9170574" y="1120133"/>
                  </a:lnTo>
                  <a:lnTo>
                    <a:pt x="9136360" y="1205766"/>
                  </a:lnTo>
                  <a:lnTo>
                    <a:pt x="9102305" y="1295271"/>
                  </a:lnTo>
                  <a:lnTo>
                    <a:pt x="9068341" y="1388489"/>
                  </a:lnTo>
                  <a:lnTo>
                    <a:pt x="9034417" y="1485204"/>
                  </a:lnTo>
                  <a:lnTo>
                    <a:pt x="9000496" y="1585146"/>
                  </a:lnTo>
                  <a:lnTo>
                    <a:pt x="8966552" y="1687991"/>
                  </a:lnTo>
                  <a:lnTo>
                    <a:pt x="8932572" y="1793365"/>
                  </a:lnTo>
                  <a:lnTo>
                    <a:pt x="8898549" y="1900847"/>
                  </a:lnTo>
                  <a:lnTo>
                    <a:pt x="8864487" y="2009979"/>
                  </a:lnTo>
                  <a:lnTo>
                    <a:pt x="8830393" y="2120269"/>
                  </a:lnTo>
                  <a:lnTo>
                    <a:pt x="8796282" y="2231204"/>
                  </a:lnTo>
                  <a:lnTo>
                    <a:pt x="8762166" y="2342258"/>
                  </a:lnTo>
                  <a:lnTo>
                    <a:pt x="8728063" y="2452901"/>
                  </a:lnTo>
                  <a:lnTo>
                    <a:pt x="8693985" y="2562614"/>
                  </a:lnTo>
                  <a:lnTo>
                    <a:pt x="8659944" y="2670895"/>
                  </a:lnTo>
                  <a:lnTo>
                    <a:pt x="8625945" y="2777268"/>
                  </a:lnTo>
                  <a:lnTo>
                    <a:pt x="8591986" y="2881295"/>
                  </a:lnTo>
                  <a:lnTo>
                    <a:pt x="8558057" y="2982581"/>
                  </a:lnTo>
                  <a:lnTo>
                    <a:pt x="8524139" y="3080778"/>
                  </a:lnTo>
                  <a:lnTo>
                    <a:pt x="8490198" y="3175593"/>
                  </a:lnTo>
                  <a:lnTo>
                    <a:pt x="8456191" y="3266785"/>
                  </a:lnTo>
                  <a:lnTo>
                    <a:pt x="8422057" y="3354169"/>
                  </a:lnTo>
                  <a:lnTo>
                    <a:pt x="8387722" y="3437616"/>
                  </a:lnTo>
                  <a:lnTo>
                    <a:pt x="8353091" y="3517049"/>
                  </a:lnTo>
                  <a:lnTo>
                    <a:pt x="8318050" y="3592439"/>
                  </a:lnTo>
                  <a:lnTo>
                    <a:pt x="8282465" y="3663807"/>
                  </a:lnTo>
                  <a:lnTo>
                    <a:pt x="8246171" y="3731212"/>
                  </a:lnTo>
                  <a:lnTo>
                    <a:pt x="8229629" y="3760154"/>
                  </a:lnTo>
                  <a:lnTo>
                    <a:pt x="8179992" y="3840428"/>
                  </a:lnTo>
                  <a:lnTo>
                    <a:pt x="8128133" y="3914036"/>
                  </a:lnTo>
                  <a:lnTo>
                    <a:pt x="8073455" y="3981190"/>
                  </a:lnTo>
                  <a:lnTo>
                    <a:pt x="8015304" y="4042311"/>
                  </a:lnTo>
                  <a:lnTo>
                    <a:pt x="7952996" y="4097919"/>
                  </a:lnTo>
                  <a:lnTo>
                    <a:pt x="7885856" y="4148555"/>
                  </a:lnTo>
                  <a:lnTo>
                    <a:pt x="7813253" y="4194735"/>
                  </a:lnTo>
                  <a:lnTo>
                    <a:pt x="7734656" y="4236926"/>
                  </a:lnTo>
                  <a:lnTo>
                    <a:pt x="7649698" y="4275522"/>
                  </a:lnTo>
                  <a:lnTo>
                    <a:pt x="7558269" y="4310839"/>
                  </a:lnTo>
                  <a:lnTo>
                    <a:pt x="7460617" y="4343107"/>
                  </a:lnTo>
                  <a:lnTo>
                    <a:pt x="7357473" y="4372472"/>
                  </a:lnTo>
                  <a:lnTo>
                    <a:pt x="7250158" y="4398999"/>
                  </a:lnTo>
                  <a:lnTo>
                    <a:pt x="7140664" y="4422687"/>
                  </a:lnTo>
                  <a:lnTo>
                    <a:pt x="7031660" y="4443491"/>
                  </a:lnTo>
                  <a:lnTo>
                    <a:pt x="6926379" y="4461350"/>
                  </a:lnTo>
                  <a:lnTo>
                    <a:pt x="6828370" y="4476231"/>
                  </a:lnTo>
                  <a:lnTo>
                    <a:pt x="6741111" y="4488162"/>
                  </a:lnTo>
                  <a:lnTo>
                    <a:pt x="6667533" y="4497271"/>
                  </a:lnTo>
                  <a:lnTo>
                    <a:pt x="6609561" y="4503799"/>
                  </a:lnTo>
                  <a:lnTo>
                    <a:pt x="6567763" y="4508095"/>
                  </a:lnTo>
                  <a:lnTo>
                    <a:pt x="6541197" y="4510596"/>
                  </a:lnTo>
                  <a:lnTo>
                    <a:pt x="6527448" y="4511784"/>
                  </a:lnTo>
                  <a:lnTo>
                    <a:pt x="6522794" y="4512155"/>
                  </a:lnTo>
                  <a:lnTo>
                    <a:pt x="6522385" y="4512185"/>
                  </a:lnTo>
                  <a:lnTo>
                    <a:pt x="5527445" y="4512185"/>
                  </a:lnTo>
                  <a:lnTo>
                    <a:pt x="5526312" y="4512174"/>
                  </a:lnTo>
                  <a:lnTo>
                    <a:pt x="5518831" y="4512091"/>
                  </a:lnTo>
                  <a:lnTo>
                    <a:pt x="5499873" y="4511863"/>
                  </a:lnTo>
                  <a:lnTo>
                    <a:pt x="5465728" y="4511414"/>
                  </a:lnTo>
                  <a:lnTo>
                    <a:pt x="5414325" y="4510672"/>
                  </a:lnTo>
                  <a:lnTo>
                    <a:pt x="5345390" y="4509575"/>
                  </a:lnTo>
                  <a:lnTo>
                    <a:pt x="5260384" y="4508079"/>
                  </a:lnTo>
                  <a:lnTo>
                    <a:pt x="5162183" y="4506155"/>
                  </a:lnTo>
                  <a:lnTo>
                    <a:pt x="5054557" y="4503793"/>
                  </a:lnTo>
                  <a:lnTo>
                    <a:pt x="4941572" y="4500997"/>
                  </a:lnTo>
                  <a:lnTo>
                    <a:pt x="4827061" y="4497774"/>
                  </a:lnTo>
                  <a:lnTo>
                    <a:pt x="4714258" y="4494132"/>
                  </a:lnTo>
                  <a:lnTo>
                    <a:pt x="4605611" y="4490074"/>
                  </a:lnTo>
                  <a:lnTo>
                    <a:pt x="4502762" y="4485592"/>
                  </a:lnTo>
                  <a:lnTo>
                    <a:pt x="4406633" y="4480665"/>
                  </a:lnTo>
                  <a:lnTo>
                    <a:pt x="4317555" y="4475258"/>
                  </a:lnTo>
                  <a:lnTo>
                    <a:pt x="4235421" y="4469325"/>
                  </a:lnTo>
                  <a:lnTo>
                    <a:pt x="4159817" y="4462805"/>
                  </a:lnTo>
                  <a:lnTo>
                    <a:pt x="4090131" y="4455625"/>
                  </a:lnTo>
                  <a:lnTo>
                    <a:pt x="4025641" y="4447706"/>
                  </a:lnTo>
                  <a:lnTo>
                    <a:pt x="3965574" y="4438965"/>
                  </a:lnTo>
                  <a:lnTo>
                    <a:pt x="3909155" y="4429325"/>
                  </a:lnTo>
                  <a:lnTo>
                    <a:pt x="3855649" y="4418725"/>
                  </a:lnTo>
                  <a:lnTo>
                    <a:pt x="3820202" y="4410867"/>
                  </a:lnTo>
                  <a:lnTo>
                    <a:pt x="3760389" y="4396056"/>
                  </a:lnTo>
                  <a:lnTo>
                    <a:pt x="3702406" y="4379802"/>
                  </a:lnTo>
                  <a:lnTo>
                    <a:pt x="3645593" y="4362081"/>
                  </a:lnTo>
                  <a:lnTo>
                    <a:pt x="3589456" y="4342914"/>
                  </a:lnTo>
                  <a:lnTo>
                    <a:pt x="3533644" y="4322373"/>
                  </a:lnTo>
                  <a:lnTo>
                    <a:pt x="3477921" y="4300582"/>
                  </a:lnTo>
                  <a:lnTo>
                    <a:pt x="3422150" y="4277720"/>
                  </a:lnTo>
                  <a:lnTo>
                    <a:pt x="3366272" y="4254016"/>
                  </a:lnTo>
                  <a:lnTo>
                    <a:pt x="3310293" y="4229738"/>
                  </a:lnTo>
                  <a:lnTo>
                    <a:pt x="3254256" y="4205186"/>
                  </a:lnTo>
                  <a:lnTo>
                    <a:pt x="3198228" y="4180672"/>
                  </a:lnTo>
                  <a:lnTo>
                    <a:pt x="3142270" y="4156509"/>
                  </a:lnTo>
                  <a:lnTo>
                    <a:pt x="3086420" y="4132990"/>
                  </a:lnTo>
                  <a:lnTo>
                    <a:pt x="3030669" y="4110374"/>
                  </a:lnTo>
                  <a:lnTo>
                    <a:pt x="2974941" y="4088878"/>
                  </a:lnTo>
                  <a:lnTo>
                    <a:pt x="2919075" y="4068667"/>
                  </a:lnTo>
                  <a:lnTo>
                    <a:pt x="2862808" y="4049853"/>
                  </a:lnTo>
                  <a:lnTo>
                    <a:pt x="2805757" y="4032495"/>
                  </a:lnTo>
                  <a:lnTo>
                    <a:pt x="2747391" y="4016602"/>
                  </a:lnTo>
                  <a:lnTo>
                    <a:pt x="2702183" y="4005591"/>
                  </a:lnTo>
                  <a:lnTo>
                    <a:pt x="2650294" y="3994316"/>
                  </a:lnTo>
                  <a:lnTo>
                    <a:pt x="2595954" y="3984021"/>
                  </a:lnTo>
                  <a:lnTo>
                    <a:pt x="2538477" y="3974669"/>
                  </a:lnTo>
                  <a:lnTo>
                    <a:pt x="2477112" y="3966194"/>
                  </a:lnTo>
                  <a:lnTo>
                    <a:pt x="2411081" y="3958515"/>
                  </a:lnTo>
                  <a:lnTo>
                    <a:pt x="2339621" y="3951549"/>
                  </a:lnTo>
                  <a:lnTo>
                    <a:pt x="2262035" y="3945219"/>
                  </a:lnTo>
                  <a:lnTo>
                    <a:pt x="2177765" y="3939456"/>
                  </a:lnTo>
                  <a:lnTo>
                    <a:pt x="2086478" y="3934204"/>
                  </a:lnTo>
                  <a:lnTo>
                    <a:pt x="1988189" y="3929419"/>
                  </a:lnTo>
                  <a:lnTo>
                    <a:pt x="1883400" y="3925070"/>
                  </a:lnTo>
                  <a:lnTo>
                    <a:pt x="1773241" y="3921143"/>
                  </a:lnTo>
                  <a:lnTo>
                    <a:pt x="1659602" y="3917632"/>
                  </a:lnTo>
                  <a:lnTo>
                    <a:pt x="1545188" y="3914541"/>
                  </a:lnTo>
                  <a:lnTo>
                    <a:pt x="1433445" y="3911879"/>
                  </a:lnTo>
                  <a:lnTo>
                    <a:pt x="1328329" y="3909655"/>
                  </a:lnTo>
                  <a:lnTo>
                    <a:pt x="1233874" y="3907866"/>
                  </a:lnTo>
                  <a:lnTo>
                    <a:pt x="1153636" y="3906498"/>
                  </a:lnTo>
                  <a:lnTo>
                    <a:pt x="1090098" y="3905518"/>
                  </a:lnTo>
                  <a:lnTo>
                    <a:pt x="1044201" y="3904874"/>
                  </a:lnTo>
                  <a:lnTo>
                    <a:pt x="1015103" y="3904502"/>
                  </a:lnTo>
                  <a:lnTo>
                    <a:pt x="1000199" y="3904328"/>
                  </a:lnTo>
                  <a:lnTo>
                    <a:pt x="995314" y="3904276"/>
                  </a:lnTo>
                  <a:lnTo>
                    <a:pt x="994940" y="3904272"/>
                  </a:lnTo>
                  <a:lnTo>
                    <a:pt x="0" y="3904272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74" name="pl1473"/>
            <p:cNvSpPr/>
            <p:nvPr/>
          </p:nvSpPr>
          <p:spPr>
            <a:xfrm>
              <a:off x="1199187" y="1430528"/>
              <a:ext cx="12049831" cy="4512185"/>
            </a:xfrm>
            <a:custGeom>
              <a:avLst/>
              <a:pathLst>
                <a:path w="12049831" h="4512185">
                  <a:moveTo>
                    <a:pt x="0" y="3904272"/>
                  </a:moveTo>
                  <a:lnTo>
                    <a:pt x="994940" y="3904272"/>
                  </a:lnTo>
                  <a:lnTo>
                    <a:pt x="996073" y="3904283"/>
                  </a:lnTo>
                  <a:lnTo>
                    <a:pt x="1003554" y="3904366"/>
                  </a:lnTo>
                  <a:lnTo>
                    <a:pt x="1022512" y="3904594"/>
                  </a:lnTo>
                  <a:lnTo>
                    <a:pt x="1056657" y="3905043"/>
                  </a:lnTo>
                  <a:lnTo>
                    <a:pt x="1108060" y="3905785"/>
                  </a:lnTo>
                  <a:lnTo>
                    <a:pt x="1176995" y="3906882"/>
                  </a:lnTo>
                  <a:lnTo>
                    <a:pt x="1262001" y="3908379"/>
                  </a:lnTo>
                  <a:lnTo>
                    <a:pt x="1360202" y="3910303"/>
                  </a:lnTo>
                  <a:lnTo>
                    <a:pt x="1467828" y="3912664"/>
                  </a:lnTo>
                  <a:lnTo>
                    <a:pt x="1580813" y="3915460"/>
                  </a:lnTo>
                  <a:lnTo>
                    <a:pt x="1695324" y="3918683"/>
                  </a:lnTo>
                  <a:lnTo>
                    <a:pt x="1808127" y="3922325"/>
                  </a:lnTo>
                  <a:lnTo>
                    <a:pt x="1916774" y="3926383"/>
                  </a:lnTo>
                  <a:lnTo>
                    <a:pt x="2019623" y="3930865"/>
                  </a:lnTo>
                  <a:lnTo>
                    <a:pt x="2115752" y="3935793"/>
                  </a:lnTo>
                  <a:lnTo>
                    <a:pt x="2204830" y="3941199"/>
                  </a:lnTo>
                  <a:lnTo>
                    <a:pt x="2286964" y="3947132"/>
                  </a:lnTo>
                  <a:lnTo>
                    <a:pt x="2362568" y="3953653"/>
                  </a:lnTo>
                  <a:lnTo>
                    <a:pt x="2432254" y="3960833"/>
                  </a:lnTo>
                  <a:lnTo>
                    <a:pt x="2496744" y="3968751"/>
                  </a:lnTo>
                  <a:lnTo>
                    <a:pt x="2556811" y="3977492"/>
                  </a:lnTo>
                  <a:lnTo>
                    <a:pt x="2613230" y="3987133"/>
                  </a:lnTo>
                  <a:lnTo>
                    <a:pt x="2666736" y="3997732"/>
                  </a:lnTo>
                  <a:lnTo>
                    <a:pt x="2702183" y="4005591"/>
                  </a:lnTo>
                  <a:lnTo>
                    <a:pt x="2761996" y="4020401"/>
                  </a:lnTo>
                  <a:lnTo>
                    <a:pt x="2819979" y="4036655"/>
                  </a:lnTo>
                  <a:lnTo>
                    <a:pt x="2876792" y="4054376"/>
                  </a:lnTo>
                  <a:lnTo>
                    <a:pt x="2932929" y="4073543"/>
                  </a:lnTo>
                  <a:lnTo>
                    <a:pt x="2988741" y="4094085"/>
                  </a:lnTo>
                  <a:lnTo>
                    <a:pt x="3044463" y="4115875"/>
                  </a:lnTo>
                  <a:lnTo>
                    <a:pt x="3100235" y="4138737"/>
                  </a:lnTo>
                  <a:lnTo>
                    <a:pt x="3156113" y="4162442"/>
                  </a:lnTo>
                  <a:lnTo>
                    <a:pt x="3212092" y="4186720"/>
                  </a:lnTo>
                  <a:lnTo>
                    <a:pt x="3268129" y="4211272"/>
                  </a:lnTo>
                  <a:lnTo>
                    <a:pt x="3324157" y="4235785"/>
                  </a:lnTo>
                  <a:lnTo>
                    <a:pt x="3380115" y="4259948"/>
                  </a:lnTo>
                  <a:lnTo>
                    <a:pt x="3435965" y="4283468"/>
                  </a:lnTo>
                  <a:lnTo>
                    <a:pt x="3491716" y="4306083"/>
                  </a:lnTo>
                  <a:lnTo>
                    <a:pt x="3547444" y="4327579"/>
                  </a:lnTo>
                  <a:lnTo>
                    <a:pt x="3603310" y="4347790"/>
                  </a:lnTo>
                  <a:lnTo>
                    <a:pt x="3659577" y="4366604"/>
                  </a:lnTo>
                  <a:lnTo>
                    <a:pt x="3716628" y="4383962"/>
                  </a:lnTo>
                  <a:lnTo>
                    <a:pt x="3774994" y="4399855"/>
                  </a:lnTo>
                  <a:lnTo>
                    <a:pt x="3820202" y="4410867"/>
                  </a:lnTo>
                  <a:lnTo>
                    <a:pt x="3872091" y="4422141"/>
                  </a:lnTo>
                  <a:lnTo>
                    <a:pt x="3926431" y="4432437"/>
                  </a:lnTo>
                  <a:lnTo>
                    <a:pt x="3983908" y="4441789"/>
                  </a:lnTo>
                  <a:lnTo>
                    <a:pt x="4045273" y="4450264"/>
                  </a:lnTo>
                  <a:lnTo>
                    <a:pt x="4111304" y="4457943"/>
                  </a:lnTo>
                  <a:lnTo>
                    <a:pt x="4182764" y="4464908"/>
                  </a:lnTo>
                  <a:lnTo>
                    <a:pt x="4260350" y="4471238"/>
                  </a:lnTo>
                  <a:lnTo>
                    <a:pt x="4344620" y="4477001"/>
                  </a:lnTo>
                  <a:lnTo>
                    <a:pt x="4435907" y="4482253"/>
                  </a:lnTo>
                  <a:lnTo>
                    <a:pt x="4534196" y="4487039"/>
                  </a:lnTo>
                  <a:lnTo>
                    <a:pt x="4638985" y="4491387"/>
                  </a:lnTo>
                  <a:lnTo>
                    <a:pt x="4749144" y="4495314"/>
                  </a:lnTo>
                  <a:lnTo>
                    <a:pt x="4862783" y="4498826"/>
                  </a:lnTo>
                  <a:lnTo>
                    <a:pt x="4977197" y="4501917"/>
                  </a:lnTo>
                  <a:lnTo>
                    <a:pt x="5088940" y="4504578"/>
                  </a:lnTo>
                  <a:lnTo>
                    <a:pt x="5194056" y="4506802"/>
                  </a:lnTo>
                  <a:lnTo>
                    <a:pt x="5288511" y="4508591"/>
                  </a:lnTo>
                  <a:lnTo>
                    <a:pt x="5368749" y="4509959"/>
                  </a:lnTo>
                  <a:lnTo>
                    <a:pt x="5432287" y="4510939"/>
                  </a:lnTo>
                  <a:lnTo>
                    <a:pt x="5478184" y="4511583"/>
                  </a:lnTo>
                  <a:lnTo>
                    <a:pt x="5507282" y="4511955"/>
                  </a:lnTo>
                  <a:lnTo>
                    <a:pt x="5522186" y="4512129"/>
                  </a:lnTo>
                  <a:lnTo>
                    <a:pt x="5527071" y="4512182"/>
                  </a:lnTo>
                  <a:lnTo>
                    <a:pt x="5527445" y="4512185"/>
                  </a:lnTo>
                  <a:lnTo>
                    <a:pt x="6522385" y="4512185"/>
                  </a:lnTo>
                  <a:lnTo>
                    <a:pt x="6523383" y="4512110"/>
                  </a:lnTo>
                  <a:lnTo>
                    <a:pt x="6529980" y="4511573"/>
                  </a:lnTo>
                  <a:lnTo>
                    <a:pt x="6546756" y="4510091"/>
                  </a:lnTo>
                  <a:lnTo>
                    <a:pt x="6577111" y="4507169"/>
                  </a:lnTo>
                  <a:lnTo>
                    <a:pt x="6623090" y="4502330"/>
                  </a:lnTo>
                  <a:lnTo>
                    <a:pt x="6685239" y="4495161"/>
                  </a:lnTo>
                  <a:lnTo>
                    <a:pt x="6762611" y="4485335"/>
                  </a:lnTo>
                  <a:lnTo>
                    <a:pt x="6852981" y="4472644"/>
                  </a:lnTo>
                  <a:lnTo>
                    <a:pt x="6953229" y="4456988"/>
                  </a:lnTo>
                  <a:lnTo>
                    <a:pt x="7059814" y="4438357"/>
                  </a:lnTo>
                  <a:lnTo>
                    <a:pt x="7169237" y="4416797"/>
                  </a:lnTo>
                  <a:lnTo>
                    <a:pt x="7278394" y="4392366"/>
                  </a:lnTo>
                  <a:lnTo>
                    <a:pt x="7384787" y="4365103"/>
                  </a:lnTo>
                  <a:lnTo>
                    <a:pt x="7486603" y="4334992"/>
                  </a:lnTo>
                  <a:lnTo>
                    <a:pt x="7582684" y="4301948"/>
                  </a:lnTo>
                  <a:lnTo>
                    <a:pt x="7672436" y="4265803"/>
                  </a:lnTo>
                  <a:lnTo>
                    <a:pt x="7755715" y="4226305"/>
                  </a:lnTo>
                  <a:lnTo>
                    <a:pt x="7832709" y="4183116"/>
                  </a:lnTo>
                  <a:lnTo>
                    <a:pt x="7903833" y="4135824"/>
                  </a:lnTo>
                  <a:lnTo>
                    <a:pt x="7969652" y="4083945"/>
                  </a:lnTo>
                  <a:lnTo>
                    <a:pt x="8030813" y="4026954"/>
                  </a:lnTo>
                  <a:lnTo>
                    <a:pt x="8087995" y="3964310"/>
                  </a:lnTo>
                  <a:lnTo>
                    <a:pt x="8141877" y="3895511"/>
                  </a:lnTo>
                  <a:lnTo>
                    <a:pt x="8193104" y="3820177"/>
                  </a:lnTo>
                  <a:lnTo>
                    <a:pt x="8229629" y="3760154"/>
                  </a:lnTo>
                  <a:lnTo>
                    <a:pt x="8266301" y="3694494"/>
                  </a:lnTo>
                  <a:lnTo>
                    <a:pt x="8302182" y="3624912"/>
                  </a:lnTo>
                  <a:lnTo>
                    <a:pt x="8337448" y="3551329"/>
                  </a:lnTo>
                  <a:lnTo>
                    <a:pt x="8372247" y="3473707"/>
                  </a:lnTo>
                  <a:lnTo>
                    <a:pt x="8406703" y="3392052"/>
                  </a:lnTo>
                  <a:lnTo>
                    <a:pt x="8440916" y="3306419"/>
                  </a:lnTo>
                  <a:lnTo>
                    <a:pt x="8474972" y="3216914"/>
                  </a:lnTo>
                  <a:lnTo>
                    <a:pt x="8508936" y="3123696"/>
                  </a:lnTo>
                  <a:lnTo>
                    <a:pt x="8542860" y="3026981"/>
                  </a:lnTo>
                  <a:lnTo>
                    <a:pt x="8576781" y="2927039"/>
                  </a:lnTo>
                  <a:lnTo>
                    <a:pt x="8610724" y="2824194"/>
                  </a:lnTo>
                  <a:lnTo>
                    <a:pt x="8644705" y="2718820"/>
                  </a:lnTo>
                  <a:lnTo>
                    <a:pt x="8678728" y="2611338"/>
                  </a:lnTo>
                  <a:lnTo>
                    <a:pt x="8712790" y="2502206"/>
                  </a:lnTo>
                  <a:lnTo>
                    <a:pt x="8746883" y="2391916"/>
                  </a:lnTo>
                  <a:lnTo>
                    <a:pt x="8780995" y="2280981"/>
                  </a:lnTo>
                  <a:lnTo>
                    <a:pt x="8815110" y="2169927"/>
                  </a:lnTo>
                  <a:lnTo>
                    <a:pt x="8849214" y="2059284"/>
                  </a:lnTo>
                  <a:lnTo>
                    <a:pt x="8883291" y="1949571"/>
                  </a:lnTo>
                  <a:lnTo>
                    <a:pt x="8917332" y="1841290"/>
                  </a:lnTo>
                  <a:lnTo>
                    <a:pt x="8951331" y="1734917"/>
                  </a:lnTo>
                  <a:lnTo>
                    <a:pt x="8985290" y="1630890"/>
                  </a:lnTo>
                  <a:lnTo>
                    <a:pt x="9019219" y="1529604"/>
                  </a:lnTo>
                  <a:lnTo>
                    <a:pt x="9053138" y="1431407"/>
                  </a:lnTo>
                  <a:lnTo>
                    <a:pt x="9087078" y="1336592"/>
                  </a:lnTo>
                  <a:lnTo>
                    <a:pt x="9121086" y="1245400"/>
                  </a:lnTo>
                  <a:lnTo>
                    <a:pt x="9155219" y="1158016"/>
                  </a:lnTo>
                  <a:lnTo>
                    <a:pt x="9189555" y="1074569"/>
                  </a:lnTo>
                  <a:lnTo>
                    <a:pt x="9224186" y="995136"/>
                  </a:lnTo>
                  <a:lnTo>
                    <a:pt x="9259226" y="919746"/>
                  </a:lnTo>
                  <a:lnTo>
                    <a:pt x="9294812" y="848378"/>
                  </a:lnTo>
                  <a:lnTo>
                    <a:pt x="9331106" y="780973"/>
                  </a:lnTo>
                  <a:lnTo>
                    <a:pt x="9347647" y="752030"/>
                  </a:lnTo>
                  <a:lnTo>
                    <a:pt x="9397284" y="671757"/>
                  </a:lnTo>
                  <a:lnTo>
                    <a:pt x="9449144" y="598149"/>
                  </a:lnTo>
                  <a:lnTo>
                    <a:pt x="9503821" y="530995"/>
                  </a:lnTo>
                  <a:lnTo>
                    <a:pt x="9561973" y="469874"/>
                  </a:lnTo>
                  <a:lnTo>
                    <a:pt x="9624281" y="414266"/>
                  </a:lnTo>
                  <a:lnTo>
                    <a:pt x="9691421" y="363630"/>
                  </a:lnTo>
                  <a:lnTo>
                    <a:pt x="9764024" y="317450"/>
                  </a:lnTo>
                  <a:lnTo>
                    <a:pt x="9842621" y="275259"/>
                  </a:lnTo>
                  <a:lnTo>
                    <a:pt x="9927578" y="236663"/>
                  </a:lnTo>
                  <a:lnTo>
                    <a:pt x="10019008" y="201346"/>
                  </a:lnTo>
                  <a:lnTo>
                    <a:pt x="10116659" y="169078"/>
                  </a:lnTo>
                  <a:lnTo>
                    <a:pt x="10219804" y="139713"/>
                  </a:lnTo>
                  <a:lnTo>
                    <a:pt x="10327119" y="113186"/>
                  </a:lnTo>
                  <a:lnTo>
                    <a:pt x="10436612" y="89498"/>
                  </a:lnTo>
                  <a:lnTo>
                    <a:pt x="10545616" y="68694"/>
                  </a:lnTo>
                  <a:lnTo>
                    <a:pt x="10650898" y="50835"/>
                  </a:lnTo>
                  <a:lnTo>
                    <a:pt x="10748906" y="35954"/>
                  </a:lnTo>
                  <a:lnTo>
                    <a:pt x="10836166" y="24023"/>
                  </a:lnTo>
                  <a:lnTo>
                    <a:pt x="10909744" y="14914"/>
                  </a:lnTo>
                  <a:lnTo>
                    <a:pt x="10967716" y="8386"/>
                  </a:lnTo>
                  <a:lnTo>
                    <a:pt x="11009513" y="4090"/>
                  </a:lnTo>
                  <a:lnTo>
                    <a:pt x="11036079" y="1589"/>
                  </a:lnTo>
                  <a:lnTo>
                    <a:pt x="11049828" y="401"/>
                  </a:lnTo>
                  <a:lnTo>
                    <a:pt x="11054482" y="3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5" name="pl1474"/>
            <p:cNvSpPr/>
            <p:nvPr/>
          </p:nvSpPr>
          <p:spPr>
            <a:xfrm>
              <a:off x="1199187" y="1425287"/>
              <a:ext cx="12049831" cy="4512185"/>
            </a:xfrm>
            <a:custGeom>
              <a:avLst/>
              <a:pathLst>
                <a:path w="12049831" h="4512185">
                  <a:moveTo>
                    <a:pt x="12049831" y="0"/>
                  </a:moveTo>
                  <a:lnTo>
                    <a:pt x="11054891" y="0"/>
                  </a:lnTo>
                  <a:lnTo>
                    <a:pt x="11053894" y="75"/>
                  </a:lnTo>
                  <a:lnTo>
                    <a:pt x="11047297" y="612"/>
                  </a:lnTo>
                  <a:lnTo>
                    <a:pt x="11030520" y="2094"/>
                  </a:lnTo>
                  <a:lnTo>
                    <a:pt x="11000165" y="5016"/>
                  </a:lnTo>
                  <a:lnTo>
                    <a:pt x="10954186" y="9854"/>
                  </a:lnTo>
                  <a:lnTo>
                    <a:pt x="10892038" y="17024"/>
                  </a:lnTo>
                  <a:lnTo>
                    <a:pt x="10814665" y="26850"/>
                  </a:lnTo>
                  <a:lnTo>
                    <a:pt x="10724295" y="39541"/>
                  </a:lnTo>
                  <a:lnTo>
                    <a:pt x="10624048" y="55197"/>
                  </a:lnTo>
                  <a:lnTo>
                    <a:pt x="10517463" y="73828"/>
                  </a:lnTo>
                  <a:lnTo>
                    <a:pt x="10408040" y="95388"/>
                  </a:lnTo>
                  <a:lnTo>
                    <a:pt x="10298883" y="119819"/>
                  </a:lnTo>
                  <a:lnTo>
                    <a:pt x="10192490" y="147082"/>
                  </a:lnTo>
                  <a:lnTo>
                    <a:pt x="10090674" y="177193"/>
                  </a:lnTo>
                  <a:lnTo>
                    <a:pt x="9994593" y="210237"/>
                  </a:lnTo>
                  <a:lnTo>
                    <a:pt x="9904840" y="246382"/>
                  </a:lnTo>
                  <a:lnTo>
                    <a:pt x="9821561" y="285880"/>
                  </a:lnTo>
                  <a:lnTo>
                    <a:pt x="9744568" y="329069"/>
                  </a:lnTo>
                  <a:lnTo>
                    <a:pt x="9673443" y="376361"/>
                  </a:lnTo>
                  <a:lnTo>
                    <a:pt x="9607624" y="428240"/>
                  </a:lnTo>
                  <a:lnTo>
                    <a:pt x="9546464" y="485231"/>
                  </a:lnTo>
                  <a:lnTo>
                    <a:pt x="9489282" y="547875"/>
                  </a:lnTo>
                  <a:lnTo>
                    <a:pt x="9435399" y="616674"/>
                  </a:lnTo>
                  <a:lnTo>
                    <a:pt x="9384173" y="692008"/>
                  </a:lnTo>
                  <a:lnTo>
                    <a:pt x="9347647" y="752030"/>
                  </a:lnTo>
                  <a:lnTo>
                    <a:pt x="9310976" y="817691"/>
                  </a:lnTo>
                  <a:lnTo>
                    <a:pt x="9275095" y="887273"/>
                  </a:lnTo>
                  <a:lnTo>
                    <a:pt x="9239828" y="960856"/>
                  </a:lnTo>
                  <a:lnTo>
                    <a:pt x="9205029" y="1038478"/>
                  </a:lnTo>
                  <a:lnTo>
                    <a:pt x="9170574" y="1120133"/>
                  </a:lnTo>
                  <a:lnTo>
                    <a:pt x="9136360" y="1205766"/>
                  </a:lnTo>
                  <a:lnTo>
                    <a:pt x="9102305" y="1295271"/>
                  </a:lnTo>
                  <a:lnTo>
                    <a:pt x="9068341" y="1388489"/>
                  </a:lnTo>
                  <a:lnTo>
                    <a:pt x="9034417" y="1485204"/>
                  </a:lnTo>
                  <a:lnTo>
                    <a:pt x="9000496" y="1585146"/>
                  </a:lnTo>
                  <a:lnTo>
                    <a:pt x="8966552" y="1687991"/>
                  </a:lnTo>
                  <a:lnTo>
                    <a:pt x="8932572" y="1793365"/>
                  </a:lnTo>
                  <a:lnTo>
                    <a:pt x="8898549" y="1900847"/>
                  </a:lnTo>
                  <a:lnTo>
                    <a:pt x="8864487" y="2009979"/>
                  </a:lnTo>
                  <a:lnTo>
                    <a:pt x="8830393" y="2120269"/>
                  </a:lnTo>
                  <a:lnTo>
                    <a:pt x="8796282" y="2231204"/>
                  </a:lnTo>
                  <a:lnTo>
                    <a:pt x="8762166" y="2342258"/>
                  </a:lnTo>
                  <a:lnTo>
                    <a:pt x="8728063" y="2452901"/>
                  </a:lnTo>
                  <a:lnTo>
                    <a:pt x="8693985" y="2562614"/>
                  </a:lnTo>
                  <a:lnTo>
                    <a:pt x="8659944" y="2670895"/>
                  </a:lnTo>
                  <a:lnTo>
                    <a:pt x="8625945" y="2777268"/>
                  </a:lnTo>
                  <a:lnTo>
                    <a:pt x="8591986" y="2881295"/>
                  </a:lnTo>
                  <a:lnTo>
                    <a:pt x="8558057" y="2982581"/>
                  </a:lnTo>
                  <a:lnTo>
                    <a:pt x="8524139" y="3080778"/>
                  </a:lnTo>
                  <a:lnTo>
                    <a:pt x="8490198" y="3175593"/>
                  </a:lnTo>
                  <a:lnTo>
                    <a:pt x="8456191" y="3266785"/>
                  </a:lnTo>
                  <a:lnTo>
                    <a:pt x="8422057" y="3354169"/>
                  </a:lnTo>
                  <a:lnTo>
                    <a:pt x="8387722" y="3437616"/>
                  </a:lnTo>
                  <a:lnTo>
                    <a:pt x="8353091" y="3517049"/>
                  </a:lnTo>
                  <a:lnTo>
                    <a:pt x="8318050" y="3592439"/>
                  </a:lnTo>
                  <a:lnTo>
                    <a:pt x="8282465" y="3663807"/>
                  </a:lnTo>
                  <a:lnTo>
                    <a:pt x="8246171" y="3731212"/>
                  </a:lnTo>
                  <a:lnTo>
                    <a:pt x="8229629" y="3760154"/>
                  </a:lnTo>
                  <a:lnTo>
                    <a:pt x="8179992" y="3840428"/>
                  </a:lnTo>
                  <a:lnTo>
                    <a:pt x="8128133" y="3914036"/>
                  </a:lnTo>
                  <a:lnTo>
                    <a:pt x="8073455" y="3981190"/>
                  </a:lnTo>
                  <a:lnTo>
                    <a:pt x="8015304" y="4042311"/>
                  </a:lnTo>
                  <a:lnTo>
                    <a:pt x="7952996" y="4097919"/>
                  </a:lnTo>
                  <a:lnTo>
                    <a:pt x="7885856" y="4148555"/>
                  </a:lnTo>
                  <a:lnTo>
                    <a:pt x="7813253" y="4194735"/>
                  </a:lnTo>
                  <a:lnTo>
                    <a:pt x="7734656" y="4236926"/>
                  </a:lnTo>
                  <a:lnTo>
                    <a:pt x="7649698" y="4275522"/>
                  </a:lnTo>
                  <a:lnTo>
                    <a:pt x="7558269" y="4310839"/>
                  </a:lnTo>
                  <a:lnTo>
                    <a:pt x="7460617" y="4343107"/>
                  </a:lnTo>
                  <a:lnTo>
                    <a:pt x="7357473" y="4372472"/>
                  </a:lnTo>
                  <a:lnTo>
                    <a:pt x="7250158" y="4398999"/>
                  </a:lnTo>
                  <a:lnTo>
                    <a:pt x="7140664" y="4422687"/>
                  </a:lnTo>
                  <a:lnTo>
                    <a:pt x="7031660" y="4443491"/>
                  </a:lnTo>
                  <a:lnTo>
                    <a:pt x="6926379" y="4461350"/>
                  </a:lnTo>
                  <a:lnTo>
                    <a:pt x="6828370" y="4476231"/>
                  </a:lnTo>
                  <a:lnTo>
                    <a:pt x="6741111" y="4488162"/>
                  </a:lnTo>
                  <a:lnTo>
                    <a:pt x="6667533" y="4497271"/>
                  </a:lnTo>
                  <a:lnTo>
                    <a:pt x="6609561" y="4503799"/>
                  </a:lnTo>
                  <a:lnTo>
                    <a:pt x="6567763" y="4508095"/>
                  </a:lnTo>
                  <a:lnTo>
                    <a:pt x="6541197" y="4510596"/>
                  </a:lnTo>
                  <a:lnTo>
                    <a:pt x="6527448" y="4511784"/>
                  </a:lnTo>
                  <a:lnTo>
                    <a:pt x="6522794" y="4512155"/>
                  </a:lnTo>
                  <a:lnTo>
                    <a:pt x="6522385" y="4512185"/>
                  </a:lnTo>
                  <a:lnTo>
                    <a:pt x="5527445" y="4512185"/>
                  </a:lnTo>
                  <a:lnTo>
                    <a:pt x="5526312" y="4512174"/>
                  </a:lnTo>
                  <a:lnTo>
                    <a:pt x="5518831" y="4512091"/>
                  </a:lnTo>
                  <a:lnTo>
                    <a:pt x="5499873" y="4511863"/>
                  </a:lnTo>
                  <a:lnTo>
                    <a:pt x="5465728" y="4511414"/>
                  </a:lnTo>
                  <a:lnTo>
                    <a:pt x="5414325" y="4510672"/>
                  </a:lnTo>
                  <a:lnTo>
                    <a:pt x="5345390" y="4509575"/>
                  </a:lnTo>
                  <a:lnTo>
                    <a:pt x="5260384" y="4508079"/>
                  </a:lnTo>
                  <a:lnTo>
                    <a:pt x="5162183" y="4506155"/>
                  </a:lnTo>
                  <a:lnTo>
                    <a:pt x="5054557" y="4503793"/>
                  </a:lnTo>
                  <a:lnTo>
                    <a:pt x="4941572" y="4500997"/>
                  </a:lnTo>
                  <a:lnTo>
                    <a:pt x="4827061" y="4497774"/>
                  </a:lnTo>
                  <a:lnTo>
                    <a:pt x="4714258" y="4494132"/>
                  </a:lnTo>
                  <a:lnTo>
                    <a:pt x="4605611" y="4490074"/>
                  </a:lnTo>
                  <a:lnTo>
                    <a:pt x="4502762" y="4485592"/>
                  </a:lnTo>
                  <a:lnTo>
                    <a:pt x="4406633" y="4480665"/>
                  </a:lnTo>
                  <a:lnTo>
                    <a:pt x="4317555" y="4475258"/>
                  </a:lnTo>
                  <a:lnTo>
                    <a:pt x="4235421" y="4469325"/>
                  </a:lnTo>
                  <a:lnTo>
                    <a:pt x="4159817" y="4462805"/>
                  </a:lnTo>
                  <a:lnTo>
                    <a:pt x="4090131" y="4455625"/>
                  </a:lnTo>
                  <a:lnTo>
                    <a:pt x="4025641" y="4447706"/>
                  </a:lnTo>
                  <a:lnTo>
                    <a:pt x="3965574" y="4438965"/>
                  </a:lnTo>
                  <a:lnTo>
                    <a:pt x="3909155" y="4429325"/>
                  </a:lnTo>
                  <a:lnTo>
                    <a:pt x="3855649" y="4418725"/>
                  </a:lnTo>
                  <a:lnTo>
                    <a:pt x="3820202" y="4410867"/>
                  </a:lnTo>
                  <a:lnTo>
                    <a:pt x="3760389" y="4396056"/>
                  </a:lnTo>
                  <a:lnTo>
                    <a:pt x="3702406" y="4379802"/>
                  </a:lnTo>
                  <a:lnTo>
                    <a:pt x="3645593" y="4362081"/>
                  </a:lnTo>
                  <a:lnTo>
                    <a:pt x="3589456" y="4342914"/>
                  </a:lnTo>
                  <a:lnTo>
                    <a:pt x="3533644" y="4322373"/>
                  </a:lnTo>
                  <a:lnTo>
                    <a:pt x="3477921" y="4300582"/>
                  </a:lnTo>
                  <a:lnTo>
                    <a:pt x="3422150" y="4277720"/>
                  </a:lnTo>
                  <a:lnTo>
                    <a:pt x="3366272" y="4254016"/>
                  </a:lnTo>
                  <a:lnTo>
                    <a:pt x="3310293" y="4229738"/>
                  </a:lnTo>
                  <a:lnTo>
                    <a:pt x="3254256" y="4205186"/>
                  </a:lnTo>
                  <a:lnTo>
                    <a:pt x="3198228" y="4180672"/>
                  </a:lnTo>
                  <a:lnTo>
                    <a:pt x="3142270" y="4156509"/>
                  </a:lnTo>
                  <a:lnTo>
                    <a:pt x="3086420" y="4132990"/>
                  </a:lnTo>
                  <a:lnTo>
                    <a:pt x="3030669" y="4110374"/>
                  </a:lnTo>
                  <a:lnTo>
                    <a:pt x="2974941" y="4088878"/>
                  </a:lnTo>
                  <a:lnTo>
                    <a:pt x="2919075" y="4068667"/>
                  </a:lnTo>
                  <a:lnTo>
                    <a:pt x="2862808" y="4049853"/>
                  </a:lnTo>
                  <a:lnTo>
                    <a:pt x="2805757" y="4032495"/>
                  </a:lnTo>
                  <a:lnTo>
                    <a:pt x="2747391" y="4016602"/>
                  </a:lnTo>
                  <a:lnTo>
                    <a:pt x="2702183" y="4005591"/>
                  </a:lnTo>
                  <a:lnTo>
                    <a:pt x="2650294" y="3994316"/>
                  </a:lnTo>
                  <a:lnTo>
                    <a:pt x="2595954" y="3984021"/>
                  </a:lnTo>
                  <a:lnTo>
                    <a:pt x="2538477" y="3974669"/>
                  </a:lnTo>
                  <a:lnTo>
                    <a:pt x="2477112" y="3966194"/>
                  </a:lnTo>
                  <a:lnTo>
                    <a:pt x="2411081" y="3958515"/>
                  </a:lnTo>
                  <a:lnTo>
                    <a:pt x="2339621" y="3951549"/>
                  </a:lnTo>
                  <a:lnTo>
                    <a:pt x="2262035" y="3945219"/>
                  </a:lnTo>
                  <a:lnTo>
                    <a:pt x="2177765" y="3939456"/>
                  </a:lnTo>
                  <a:lnTo>
                    <a:pt x="2086478" y="3934204"/>
                  </a:lnTo>
                  <a:lnTo>
                    <a:pt x="1988189" y="3929419"/>
                  </a:lnTo>
                  <a:lnTo>
                    <a:pt x="1883400" y="3925070"/>
                  </a:lnTo>
                  <a:lnTo>
                    <a:pt x="1773241" y="3921143"/>
                  </a:lnTo>
                  <a:lnTo>
                    <a:pt x="1659602" y="3917632"/>
                  </a:lnTo>
                  <a:lnTo>
                    <a:pt x="1545188" y="3914541"/>
                  </a:lnTo>
                  <a:lnTo>
                    <a:pt x="1433445" y="3911879"/>
                  </a:lnTo>
                  <a:lnTo>
                    <a:pt x="1328329" y="3909655"/>
                  </a:lnTo>
                  <a:lnTo>
                    <a:pt x="1233874" y="3907866"/>
                  </a:lnTo>
                  <a:lnTo>
                    <a:pt x="1153636" y="3906498"/>
                  </a:lnTo>
                  <a:lnTo>
                    <a:pt x="1090098" y="3905518"/>
                  </a:lnTo>
                  <a:lnTo>
                    <a:pt x="1044201" y="3904874"/>
                  </a:lnTo>
                  <a:lnTo>
                    <a:pt x="1015103" y="3904502"/>
                  </a:lnTo>
                  <a:lnTo>
                    <a:pt x="1000199" y="3904328"/>
                  </a:lnTo>
                  <a:lnTo>
                    <a:pt x="995314" y="3904276"/>
                  </a:lnTo>
                  <a:lnTo>
                    <a:pt x="994940" y="3904272"/>
                  </a:lnTo>
                  <a:lnTo>
                    <a:pt x="0" y="3904272"/>
                  </a:lnTo>
                  <a:lnTo>
                    <a:pt x="0" y="39042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6" name="pg1475"/>
            <p:cNvSpPr/>
            <p:nvPr/>
          </p:nvSpPr>
          <p:spPr>
            <a:xfrm>
              <a:off x="1199187" y="5046566"/>
              <a:ext cx="12049831" cy="974757"/>
            </a:xfrm>
            <a:custGeom>
              <a:avLst/>
              <a:pathLst>
                <a:path w="12049831" h="974757">
                  <a:moveTo>
                    <a:pt x="0" y="293475"/>
                  </a:moveTo>
                  <a:lnTo>
                    <a:pt x="994940" y="293475"/>
                  </a:lnTo>
                  <a:lnTo>
                    <a:pt x="996072" y="293488"/>
                  </a:lnTo>
                  <a:lnTo>
                    <a:pt x="1003548" y="293580"/>
                  </a:lnTo>
                  <a:lnTo>
                    <a:pt x="1022494" y="293836"/>
                  </a:lnTo>
                  <a:lnTo>
                    <a:pt x="1056619" y="294339"/>
                  </a:lnTo>
                  <a:lnTo>
                    <a:pt x="1107992" y="295170"/>
                  </a:lnTo>
                  <a:lnTo>
                    <a:pt x="1176891" y="296398"/>
                  </a:lnTo>
                  <a:lnTo>
                    <a:pt x="1261857" y="298074"/>
                  </a:lnTo>
                  <a:lnTo>
                    <a:pt x="1360016" y="300229"/>
                  </a:lnTo>
                  <a:lnTo>
                    <a:pt x="1467604" y="302874"/>
                  </a:lnTo>
                  <a:lnTo>
                    <a:pt x="1580556" y="306006"/>
                  </a:lnTo>
                  <a:lnTo>
                    <a:pt x="1695042" y="309616"/>
                  </a:lnTo>
                  <a:lnTo>
                    <a:pt x="1807828" y="313695"/>
                  </a:lnTo>
                  <a:lnTo>
                    <a:pt x="1916465" y="318241"/>
                  </a:lnTo>
                  <a:lnTo>
                    <a:pt x="2019310" y="323261"/>
                  </a:lnTo>
                  <a:lnTo>
                    <a:pt x="2115440" y="328780"/>
                  </a:lnTo>
                  <a:lnTo>
                    <a:pt x="2204523" y="334836"/>
                  </a:lnTo>
                  <a:lnTo>
                    <a:pt x="2286663" y="341482"/>
                  </a:lnTo>
                  <a:lnTo>
                    <a:pt x="2362275" y="348785"/>
                  </a:lnTo>
                  <a:lnTo>
                    <a:pt x="2431968" y="356826"/>
                  </a:lnTo>
                  <a:lnTo>
                    <a:pt x="2496465" y="365695"/>
                  </a:lnTo>
                  <a:lnTo>
                    <a:pt x="2556537" y="375484"/>
                  </a:lnTo>
                  <a:lnTo>
                    <a:pt x="2612959" y="386280"/>
                  </a:lnTo>
                  <a:lnTo>
                    <a:pt x="2666466" y="398151"/>
                  </a:lnTo>
                  <a:lnTo>
                    <a:pt x="2702183" y="407022"/>
                  </a:lnTo>
                  <a:lnTo>
                    <a:pt x="2761567" y="423493"/>
                  </a:lnTo>
                  <a:lnTo>
                    <a:pt x="2819142" y="441558"/>
                  </a:lnTo>
                  <a:lnTo>
                    <a:pt x="2875557" y="461243"/>
                  </a:lnTo>
                  <a:lnTo>
                    <a:pt x="2931297" y="482527"/>
                  </a:lnTo>
                  <a:lnTo>
                    <a:pt x="2986707" y="505331"/>
                  </a:lnTo>
                  <a:lnTo>
                    <a:pt x="3042024" y="529521"/>
                  </a:lnTo>
                  <a:lnTo>
                    <a:pt x="3097384" y="554904"/>
                  </a:lnTo>
                  <a:lnTo>
                    <a:pt x="3152848" y="581232"/>
                  </a:lnTo>
                  <a:lnTo>
                    <a:pt x="3208414" y="608211"/>
                  </a:lnTo>
                  <a:lnTo>
                    <a:pt x="3264040" y="635516"/>
                  </a:lnTo>
                  <a:lnTo>
                    <a:pt x="3319662" y="662803"/>
                  </a:lnTo>
                  <a:lnTo>
                    <a:pt x="3375220" y="689731"/>
                  </a:lnTo>
                  <a:lnTo>
                    <a:pt x="3430672" y="715975"/>
                  </a:lnTo>
                  <a:lnTo>
                    <a:pt x="3486024" y="741246"/>
                  </a:lnTo>
                  <a:lnTo>
                    <a:pt x="3541342" y="765302"/>
                  </a:lnTo>
                  <a:lnTo>
                    <a:pt x="3596774" y="787956"/>
                  </a:lnTo>
                  <a:lnTo>
                    <a:pt x="3652564" y="809078"/>
                  </a:lnTo>
                  <a:lnTo>
                    <a:pt x="3709073" y="828598"/>
                  </a:lnTo>
                  <a:lnTo>
                    <a:pt x="3766800" y="846498"/>
                  </a:lnTo>
                  <a:lnTo>
                    <a:pt x="3820202" y="861210"/>
                  </a:lnTo>
                  <a:lnTo>
                    <a:pt x="3872079" y="873843"/>
                  </a:lnTo>
                  <a:lnTo>
                    <a:pt x="3926406" y="885379"/>
                  </a:lnTo>
                  <a:lnTo>
                    <a:pt x="3983868" y="895858"/>
                  </a:lnTo>
                  <a:lnTo>
                    <a:pt x="4045216" y="905354"/>
                  </a:lnTo>
                  <a:lnTo>
                    <a:pt x="4111227" y="913959"/>
                  </a:lnTo>
                  <a:lnTo>
                    <a:pt x="4182664" y="921765"/>
                  </a:lnTo>
                  <a:lnTo>
                    <a:pt x="4260223" y="928858"/>
                  </a:lnTo>
                  <a:lnTo>
                    <a:pt x="4344463" y="935316"/>
                  </a:lnTo>
                  <a:lnTo>
                    <a:pt x="4435716" y="941202"/>
                  </a:lnTo>
                  <a:lnTo>
                    <a:pt x="4533967" y="946564"/>
                  </a:lnTo>
                  <a:lnTo>
                    <a:pt x="4638720" y="951437"/>
                  </a:lnTo>
                  <a:lnTo>
                    <a:pt x="4748842" y="955839"/>
                  </a:lnTo>
                  <a:lnTo>
                    <a:pt x="4862448" y="959775"/>
                  </a:lnTo>
                  <a:lnTo>
                    <a:pt x="4976840" y="963239"/>
                  </a:lnTo>
                  <a:lnTo>
                    <a:pt x="5088573" y="966223"/>
                  </a:lnTo>
                  <a:lnTo>
                    <a:pt x="5193695" y="968717"/>
                  </a:lnTo>
                  <a:lnTo>
                    <a:pt x="5288175" y="970723"/>
                  </a:lnTo>
                  <a:lnTo>
                    <a:pt x="5368457" y="972257"/>
                  </a:lnTo>
                  <a:lnTo>
                    <a:pt x="5432053" y="973357"/>
                  </a:lnTo>
                  <a:lnTo>
                    <a:pt x="5478017" y="974080"/>
                  </a:lnTo>
                  <a:lnTo>
                    <a:pt x="5507181" y="974498"/>
                  </a:lnTo>
                  <a:lnTo>
                    <a:pt x="5522141" y="974694"/>
                  </a:lnTo>
                  <a:lnTo>
                    <a:pt x="5527062" y="974753"/>
                  </a:lnTo>
                  <a:lnTo>
                    <a:pt x="5527445" y="974757"/>
                  </a:lnTo>
                  <a:lnTo>
                    <a:pt x="6522385" y="974757"/>
                  </a:lnTo>
                  <a:lnTo>
                    <a:pt x="6523514" y="974739"/>
                  </a:lnTo>
                  <a:lnTo>
                    <a:pt x="6530966" y="974608"/>
                  </a:lnTo>
                  <a:lnTo>
                    <a:pt x="6549852" y="974246"/>
                  </a:lnTo>
                  <a:lnTo>
                    <a:pt x="6583873" y="973533"/>
                  </a:lnTo>
                  <a:lnTo>
                    <a:pt x="6635099" y="972354"/>
                  </a:lnTo>
                  <a:lnTo>
                    <a:pt x="6703815" y="970612"/>
                  </a:lnTo>
                  <a:lnTo>
                    <a:pt x="6788577" y="968234"/>
                  </a:lnTo>
                  <a:lnTo>
                    <a:pt x="6886530" y="965176"/>
                  </a:lnTo>
                  <a:lnTo>
                    <a:pt x="6993926" y="961423"/>
                  </a:lnTo>
                  <a:lnTo>
                    <a:pt x="7106716" y="956978"/>
                  </a:lnTo>
                  <a:lnTo>
                    <a:pt x="7221075" y="951855"/>
                  </a:lnTo>
                  <a:lnTo>
                    <a:pt x="7333773" y="946065"/>
                  </a:lnTo>
                  <a:lnTo>
                    <a:pt x="7442360" y="939614"/>
                  </a:lnTo>
                  <a:lnTo>
                    <a:pt x="7545185" y="932487"/>
                  </a:lnTo>
                  <a:lnTo>
                    <a:pt x="7641321" y="924654"/>
                  </a:lnTo>
                  <a:lnTo>
                    <a:pt x="7730426" y="916060"/>
                  </a:lnTo>
                  <a:lnTo>
                    <a:pt x="7812600" y="906630"/>
                  </a:lnTo>
                  <a:lnTo>
                    <a:pt x="7888250" y="896268"/>
                  </a:lnTo>
                  <a:lnTo>
                    <a:pt x="7957981" y="884861"/>
                  </a:lnTo>
                  <a:lnTo>
                    <a:pt x="8022510" y="872281"/>
                  </a:lnTo>
                  <a:lnTo>
                    <a:pt x="8082608" y="858398"/>
                  </a:lnTo>
                  <a:lnTo>
                    <a:pt x="8139046" y="843087"/>
                  </a:lnTo>
                  <a:lnTo>
                    <a:pt x="8192557" y="826252"/>
                  </a:lnTo>
                  <a:lnTo>
                    <a:pt x="8229629" y="813171"/>
                  </a:lnTo>
                  <a:lnTo>
                    <a:pt x="8287067" y="790549"/>
                  </a:lnTo>
                  <a:lnTo>
                    <a:pt x="8342792" y="765810"/>
                  </a:lnTo>
                  <a:lnTo>
                    <a:pt x="8397399" y="738915"/>
                  </a:lnTo>
                  <a:lnTo>
                    <a:pt x="8451336" y="709889"/>
                  </a:lnTo>
                  <a:lnTo>
                    <a:pt x="8504930" y="678822"/>
                  </a:lnTo>
                  <a:lnTo>
                    <a:pt x="8558407" y="645876"/>
                  </a:lnTo>
                  <a:lnTo>
                    <a:pt x="8611905" y="611286"/>
                  </a:lnTo>
                  <a:lnTo>
                    <a:pt x="8665493" y="575357"/>
                  </a:lnTo>
                  <a:lnTo>
                    <a:pt x="8719182" y="538451"/>
                  </a:lnTo>
                  <a:lnTo>
                    <a:pt x="8772942" y="500979"/>
                  </a:lnTo>
                  <a:lnTo>
                    <a:pt x="8826719" y="463378"/>
                  </a:lnTo>
                  <a:lnTo>
                    <a:pt x="8880455" y="426090"/>
                  </a:lnTo>
                  <a:lnTo>
                    <a:pt x="8934104" y="389543"/>
                  </a:lnTo>
                  <a:lnTo>
                    <a:pt x="8987651" y="354130"/>
                  </a:lnTo>
                  <a:lnTo>
                    <a:pt x="9041128" y="320192"/>
                  </a:lnTo>
                  <a:lnTo>
                    <a:pt x="9094632" y="288004"/>
                  </a:lnTo>
                  <a:lnTo>
                    <a:pt x="9148336" y="257771"/>
                  </a:lnTo>
                  <a:lnTo>
                    <a:pt x="9202505" y="229625"/>
                  </a:lnTo>
                  <a:lnTo>
                    <a:pt x="9257516" y="203628"/>
                  </a:lnTo>
                  <a:lnTo>
                    <a:pt x="9313872" y="179778"/>
                  </a:lnTo>
                  <a:lnTo>
                    <a:pt x="9347647" y="166826"/>
                  </a:lnTo>
                  <a:lnTo>
                    <a:pt x="9399465" y="148869"/>
                  </a:lnTo>
                  <a:lnTo>
                    <a:pt x="9453727" y="132468"/>
                  </a:lnTo>
                  <a:lnTo>
                    <a:pt x="9511114" y="117568"/>
                  </a:lnTo>
                  <a:lnTo>
                    <a:pt x="9572376" y="104064"/>
                  </a:lnTo>
                  <a:lnTo>
                    <a:pt x="9638287" y="91826"/>
                  </a:lnTo>
                  <a:lnTo>
                    <a:pt x="9709608" y="80725"/>
                  </a:lnTo>
                  <a:lnTo>
                    <a:pt x="9787032" y="70635"/>
                  </a:lnTo>
                  <a:lnTo>
                    <a:pt x="9871119" y="61448"/>
                  </a:lnTo>
                  <a:lnTo>
                    <a:pt x="9962202" y="53074"/>
                  </a:lnTo>
                  <a:lnTo>
                    <a:pt x="10060270" y="45443"/>
                  </a:lnTo>
                  <a:lnTo>
                    <a:pt x="10164833" y="38508"/>
                  </a:lnTo>
                  <a:lnTo>
                    <a:pt x="10274772" y="32243"/>
                  </a:lnTo>
                  <a:lnTo>
                    <a:pt x="10388219" y="26639"/>
                  </a:lnTo>
                  <a:lnTo>
                    <a:pt x="10502494" y="21704"/>
                  </a:lnTo>
                  <a:lnTo>
                    <a:pt x="10614175" y="17452"/>
                  </a:lnTo>
                  <a:lnTo>
                    <a:pt x="10719331" y="13894"/>
                  </a:lnTo>
                  <a:lnTo>
                    <a:pt x="10813936" y="11030"/>
                  </a:lnTo>
                  <a:lnTo>
                    <a:pt x="10894436" y="8836"/>
                  </a:lnTo>
                  <a:lnTo>
                    <a:pt x="10958323" y="7260"/>
                  </a:lnTo>
                  <a:lnTo>
                    <a:pt x="11004619" y="6223"/>
                  </a:lnTo>
                  <a:lnTo>
                    <a:pt x="11034115" y="5620"/>
                  </a:lnTo>
                  <a:lnTo>
                    <a:pt x="11049357" y="5335"/>
                  </a:lnTo>
                  <a:lnTo>
                    <a:pt x="11054464" y="524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2" y="18"/>
                  </a:lnTo>
                  <a:lnTo>
                    <a:pt x="11046311" y="149"/>
                  </a:lnTo>
                  <a:lnTo>
                    <a:pt x="11027425" y="511"/>
                  </a:lnTo>
                  <a:lnTo>
                    <a:pt x="10993403" y="1224"/>
                  </a:lnTo>
                  <a:lnTo>
                    <a:pt x="10942177" y="2403"/>
                  </a:lnTo>
                  <a:lnTo>
                    <a:pt x="10873462" y="4145"/>
                  </a:lnTo>
                  <a:lnTo>
                    <a:pt x="10788700" y="6523"/>
                  </a:lnTo>
                  <a:lnTo>
                    <a:pt x="10690746" y="9581"/>
                  </a:lnTo>
                  <a:lnTo>
                    <a:pt x="10583350" y="13334"/>
                  </a:lnTo>
                  <a:lnTo>
                    <a:pt x="10470561" y="17779"/>
                  </a:lnTo>
                  <a:lnTo>
                    <a:pt x="10356202" y="22902"/>
                  </a:lnTo>
                  <a:lnTo>
                    <a:pt x="10243503" y="28692"/>
                  </a:lnTo>
                  <a:lnTo>
                    <a:pt x="10134916" y="35143"/>
                  </a:lnTo>
                  <a:lnTo>
                    <a:pt x="10032091" y="42270"/>
                  </a:lnTo>
                  <a:lnTo>
                    <a:pt x="9935955" y="50103"/>
                  </a:lnTo>
                  <a:lnTo>
                    <a:pt x="9846850" y="58697"/>
                  </a:lnTo>
                  <a:lnTo>
                    <a:pt x="9764676" y="68127"/>
                  </a:lnTo>
                  <a:lnTo>
                    <a:pt x="9689026" y="78489"/>
                  </a:lnTo>
                  <a:lnTo>
                    <a:pt x="9619296" y="89896"/>
                  </a:lnTo>
                  <a:lnTo>
                    <a:pt x="9554766" y="102476"/>
                  </a:lnTo>
                  <a:lnTo>
                    <a:pt x="9494669" y="116359"/>
                  </a:lnTo>
                  <a:lnTo>
                    <a:pt x="9438231" y="131670"/>
                  </a:lnTo>
                  <a:lnTo>
                    <a:pt x="9384719" y="148505"/>
                  </a:lnTo>
                  <a:lnTo>
                    <a:pt x="9347647" y="161586"/>
                  </a:lnTo>
                  <a:lnTo>
                    <a:pt x="9290209" y="184207"/>
                  </a:lnTo>
                  <a:lnTo>
                    <a:pt x="9234484" y="208947"/>
                  </a:lnTo>
                  <a:lnTo>
                    <a:pt x="9179877" y="235842"/>
                  </a:lnTo>
                  <a:lnTo>
                    <a:pt x="9125940" y="264868"/>
                  </a:lnTo>
                  <a:lnTo>
                    <a:pt x="9072346" y="295935"/>
                  </a:lnTo>
                  <a:lnTo>
                    <a:pt x="9018870" y="328881"/>
                  </a:lnTo>
                  <a:lnTo>
                    <a:pt x="8965371" y="363471"/>
                  </a:lnTo>
                  <a:lnTo>
                    <a:pt x="8911783" y="399400"/>
                  </a:lnTo>
                  <a:lnTo>
                    <a:pt x="8858094" y="436306"/>
                  </a:lnTo>
                  <a:lnTo>
                    <a:pt x="8804334" y="473778"/>
                  </a:lnTo>
                  <a:lnTo>
                    <a:pt x="8750557" y="511379"/>
                  </a:lnTo>
                  <a:lnTo>
                    <a:pt x="8696821" y="548667"/>
                  </a:lnTo>
                  <a:lnTo>
                    <a:pt x="8643173" y="585214"/>
                  </a:lnTo>
                  <a:lnTo>
                    <a:pt x="8589626" y="620626"/>
                  </a:lnTo>
                  <a:lnTo>
                    <a:pt x="8536149" y="654565"/>
                  </a:lnTo>
                  <a:lnTo>
                    <a:pt x="8482645" y="686753"/>
                  </a:lnTo>
                  <a:lnTo>
                    <a:pt x="8428941" y="716986"/>
                  </a:lnTo>
                  <a:lnTo>
                    <a:pt x="8374771" y="745132"/>
                  </a:lnTo>
                  <a:lnTo>
                    <a:pt x="8319761" y="771129"/>
                  </a:lnTo>
                  <a:lnTo>
                    <a:pt x="8263404" y="794979"/>
                  </a:lnTo>
                  <a:lnTo>
                    <a:pt x="8229629" y="807931"/>
                  </a:lnTo>
                  <a:lnTo>
                    <a:pt x="8177812" y="825888"/>
                  </a:lnTo>
                  <a:lnTo>
                    <a:pt x="8123550" y="842289"/>
                  </a:lnTo>
                  <a:lnTo>
                    <a:pt x="8066163" y="857189"/>
                  </a:lnTo>
                  <a:lnTo>
                    <a:pt x="8004901" y="870693"/>
                  </a:lnTo>
                  <a:lnTo>
                    <a:pt x="7938990" y="882931"/>
                  </a:lnTo>
                  <a:lnTo>
                    <a:pt x="7867669" y="894032"/>
                  </a:lnTo>
                  <a:lnTo>
                    <a:pt x="7790244" y="904122"/>
                  </a:lnTo>
                  <a:lnTo>
                    <a:pt x="7706157" y="913309"/>
                  </a:lnTo>
                  <a:lnTo>
                    <a:pt x="7615075" y="921683"/>
                  </a:lnTo>
                  <a:lnTo>
                    <a:pt x="7517007" y="929314"/>
                  </a:lnTo>
                  <a:lnTo>
                    <a:pt x="7412444" y="936249"/>
                  </a:lnTo>
                  <a:lnTo>
                    <a:pt x="7302504" y="942514"/>
                  </a:lnTo>
                  <a:lnTo>
                    <a:pt x="7189058" y="948118"/>
                  </a:lnTo>
                  <a:lnTo>
                    <a:pt x="7074783" y="953053"/>
                  </a:lnTo>
                  <a:lnTo>
                    <a:pt x="6963101" y="957305"/>
                  </a:lnTo>
                  <a:lnTo>
                    <a:pt x="6857946" y="960863"/>
                  </a:lnTo>
                  <a:lnTo>
                    <a:pt x="6763340" y="963727"/>
                  </a:lnTo>
                  <a:lnTo>
                    <a:pt x="6682841" y="965921"/>
                  </a:lnTo>
                  <a:lnTo>
                    <a:pt x="6618953" y="967497"/>
                  </a:lnTo>
                  <a:lnTo>
                    <a:pt x="6572657" y="968534"/>
                  </a:lnTo>
                  <a:lnTo>
                    <a:pt x="6543162" y="969137"/>
                  </a:lnTo>
                  <a:lnTo>
                    <a:pt x="6527919" y="969422"/>
                  </a:lnTo>
                  <a:lnTo>
                    <a:pt x="6522812" y="969510"/>
                  </a:lnTo>
                  <a:lnTo>
                    <a:pt x="6522385" y="969517"/>
                  </a:lnTo>
                  <a:lnTo>
                    <a:pt x="5527445" y="969517"/>
                  </a:lnTo>
                  <a:lnTo>
                    <a:pt x="5526313" y="969504"/>
                  </a:lnTo>
                  <a:lnTo>
                    <a:pt x="5518837" y="969411"/>
                  </a:lnTo>
                  <a:lnTo>
                    <a:pt x="5499891" y="969156"/>
                  </a:lnTo>
                  <a:lnTo>
                    <a:pt x="5465766" y="968653"/>
                  </a:lnTo>
                  <a:lnTo>
                    <a:pt x="5414393" y="967822"/>
                  </a:lnTo>
                  <a:lnTo>
                    <a:pt x="5345494" y="966594"/>
                  </a:lnTo>
                  <a:lnTo>
                    <a:pt x="5260528" y="964917"/>
                  </a:lnTo>
                  <a:lnTo>
                    <a:pt x="5162369" y="962763"/>
                  </a:lnTo>
                  <a:lnTo>
                    <a:pt x="5054781" y="960118"/>
                  </a:lnTo>
                  <a:lnTo>
                    <a:pt x="4941829" y="956985"/>
                  </a:lnTo>
                  <a:lnTo>
                    <a:pt x="4827343" y="953375"/>
                  </a:lnTo>
                  <a:lnTo>
                    <a:pt x="4714557" y="949297"/>
                  </a:lnTo>
                  <a:lnTo>
                    <a:pt x="4605920" y="944751"/>
                  </a:lnTo>
                  <a:lnTo>
                    <a:pt x="4503075" y="939731"/>
                  </a:lnTo>
                  <a:lnTo>
                    <a:pt x="4406945" y="934211"/>
                  </a:lnTo>
                  <a:lnTo>
                    <a:pt x="4317862" y="928156"/>
                  </a:lnTo>
                  <a:lnTo>
                    <a:pt x="4235722" y="921510"/>
                  </a:lnTo>
                  <a:lnTo>
                    <a:pt x="4160110" y="914207"/>
                  </a:lnTo>
                  <a:lnTo>
                    <a:pt x="4090417" y="906166"/>
                  </a:lnTo>
                  <a:lnTo>
                    <a:pt x="4025920" y="897297"/>
                  </a:lnTo>
                  <a:lnTo>
                    <a:pt x="3965848" y="887508"/>
                  </a:lnTo>
                  <a:lnTo>
                    <a:pt x="3909426" y="876711"/>
                  </a:lnTo>
                  <a:lnTo>
                    <a:pt x="3855919" y="864841"/>
                  </a:lnTo>
                  <a:lnTo>
                    <a:pt x="3820202" y="855970"/>
                  </a:lnTo>
                  <a:lnTo>
                    <a:pt x="3760818" y="839499"/>
                  </a:lnTo>
                  <a:lnTo>
                    <a:pt x="3703243" y="821434"/>
                  </a:lnTo>
                  <a:lnTo>
                    <a:pt x="3646828" y="801749"/>
                  </a:lnTo>
                  <a:lnTo>
                    <a:pt x="3591088" y="780465"/>
                  </a:lnTo>
                  <a:lnTo>
                    <a:pt x="3535678" y="757661"/>
                  </a:lnTo>
                  <a:lnTo>
                    <a:pt x="3480361" y="733471"/>
                  </a:lnTo>
                  <a:lnTo>
                    <a:pt x="3425001" y="708088"/>
                  </a:lnTo>
                  <a:lnTo>
                    <a:pt x="3369537" y="681760"/>
                  </a:lnTo>
                  <a:lnTo>
                    <a:pt x="3313971" y="654781"/>
                  </a:lnTo>
                  <a:lnTo>
                    <a:pt x="3258345" y="627476"/>
                  </a:lnTo>
                  <a:lnTo>
                    <a:pt x="3202723" y="600188"/>
                  </a:lnTo>
                  <a:lnTo>
                    <a:pt x="3147165" y="573261"/>
                  </a:lnTo>
                  <a:lnTo>
                    <a:pt x="3091713" y="547017"/>
                  </a:lnTo>
                  <a:lnTo>
                    <a:pt x="3036361" y="521746"/>
                  </a:lnTo>
                  <a:lnTo>
                    <a:pt x="2981043" y="497690"/>
                  </a:lnTo>
                  <a:lnTo>
                    <a:pt x="2925611" y="475036"/>
                  </a:lnTo>
                  <a:lnTo>
                    <a:pt x="2869821" y="453913"/>
                  </a:lnTo>
                  <a:lnTo>
                    <a:pt x="2813312" y="434394"/>
                  </a:lnTo>
                  <a:lnTo>
                    <a:pt x="2755585" y="416494"/>
                  </a:lnTo>
                  <a:lnTo>
                    <a:pt x="2702183" y="401781"/>
                  </a:lnTo>
                  <a:lnTo>
                    <a:pt x="2650306" y="389149"/>
                  </a:lnTo>
                  <a:lnTo>
                    <a:pt x="2595979" y="377613"/>
                  </a:lnTo>
                  <a:lnTo>
                    <a:pt x="2538517" y="367134"/>
                  </a:lnTo>
                  <a:lnTo>
                    <a:pt x="2477169" y="357637"/>
                  </a:lnTo>
                  <a:lnTo>
                    <a:pt x="2411158" y="349033"/>
                  </a:lnTo>
                  <a:lnTo>
                    <a:pt x="2339721" y="341227"/>
                  </a:lnTo>
                  <a:lnTo>
                    <a:pt x="2262162" y="334134"/>
                  </a:lnTo>
                  <a:lnTo>
                    <a:pt x="2177922" y="327676"/>
                  </a:lnTo>
                  <a:lnTo>
                    <a:pt x="2086669" y="321790"/>
                  </a:lnTo>
                  <a:lnTo>
                    <a:pt x="1988418" y="316427"/>
                  </a:lnTo>
                  <a:lnTo>
                    <a:pt x="1883665" y="311555"/>
                  </a:lnTo>
                  <a:lnTo>
                    <a:pt x="1773543" y="307153"/>
                  </a:lnTo>
                  <a:lnTo>
                    <a:pt x="1659937" y="303217"/>
                  </a:lnTo>
                  <a:lnTo>
                    <a:pt x="1545545" y="299753"/>
                  </a:lnTo>
                  <a:lnTo>
                    <a:pt x="1433812" y="296769"/>
                  </a:lnTo>
                  <a:lnTo>
                    <a:pt x="1328690" y="294275"/>
                  </a:lnTo>
                  <a:lnTo>
                    <a:pt x="1234210" y="292269"/>
                  </a:lnTo>
                  <a:lnTo>
                    <a:pt x="1153928" y="290735"/>
                  </a:lnTo>
                  <a:lnTo>
                    <a:pt x="1090332" y="289635"/>
                  </a:lnTo>
                  <a:lnTo>
                    <a:pt x="1044368" y="288912"/>
                  </a:lnTo>
                  <a:lnTo>
                    <a:pt x="1015204" y="288494"/>
                  </a:lnTo>
                  <a:lnTo>
                    <a:pt x="1000244" y="288298"/>
                  </a:lnTo>
                  <a:lnTo>
                    <a:pt x="995323" y="288239"/>
                  </a:lnTo>
                  <a:lnTo>
                    <a:pt x="994940" y="288234"/>
                  </a:lnTo>
                  <a:lnTo>
                    <a:pt x="0" y="288234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77" name="pl1476"/>
            <p:cNvSpPr/>
            <p:nvPr/>
          </p:nvSpPr>
          <p:spPr>
            <a:xfrm>
              <a:off x="1199187" y="5051806"/>
              <a:ext cx="12049831" cy="969517"/>
            </a:xfrm>
            <a:custGeom>
              <a:avLst/>
              <a:pathLst>
                <a:path w="12049831" h="969517">
                  <a:moveTo>
                    <a:pt x="0" y="288234"/>
                  </a:moveTo>
                  <a:lnTo>
                    <a:pt x="994940" y="288234"/>
                  </a:lnTo>
                  <a:lnTo>
                    <a:pt x="996072" y="288247"/>
                  </a:lnTo>
                  <a:lnTo>
                    <a:pt x="1003548" y="288340"/>
                  </a:lnTo>
                  <a:lnTo>
                    <a:pt x="1022494" y="288595"/>
                  </a:lnTo>
                  <a:lnTo>
                    <a:pt x="1056619" y="289098"/>
                  </a:lnTo>
                  <a:lnTo>
                    <a:pt x="1107992" y="289929"/>
                  </a:lnTo>
                  <a:lnTo>
                    <a:pt x="1176891" y="291157"/>
                  </a:lnTo>
                  <a:lnTo>
                    <a:pt x="1261857" y="292834"/>
                  </a:lnTo>
                  <a:lnTo>
                    <a:pt x="1360016" y="294989"/>
                  </a:lnTo>
                  <a:lnTo>
                    <a:pt x="1467604" y="297633"/>
                  </a:lnTo>
                  <a:lnTo>
                    <a:pt x="1580556" y="300766"/>
                  </a:lnTo>
                  <a:lnTo>
                    <a:pt x="1695042" y="304376"/>
                  </a:lnTo>
                  <a:lnTo>
                    <a:pt x="1807828" y="308455"/>
                  </a:lnTo>
                  <a:lnTo>
                    <a:pt x="1916465" y="313000"/>
                  </a:lnTo>
                  <a:lnTo>
                    <a:pt x="2019310" y="318021"/>
                  </a:lnTo>
                  <a:lnTo>
                    <a:pt x="2115440" y="323540"/>
                  </a:lnTo>
                  <a:lnTo>
                    <a:pt x="2204523" y="329595"/>
                  </a:lnTo>
                  <a:lnTo>
                    <a:pt x="2286663" y="336241"/>
                  </a:lnTo>
                  <a:lnTo>
                    <a:pt x="2362275" y="343544"/>
                  </a:lnTo>
                  <a:lnTo>
                    <a:pt x="2431968" y="351585"/>
                  </a:lnTo>
                  <a:lnTo>
                    <a:pt x="2496465" y="360454"/>
                  </a:lnTo>
                  <a:lnTo>
                    <a:pt x="2556537" y="370243"/>
                  </a:lnTo>
                  <a:lnTo>
                    <a:pt x="2612959" y="381040"/>
                  </a:lnTo>
                  <a:lnTo>
                    <a:pt x="2666466" y="392911"/>
                  </a:lnTo>
                  <a:lnTo>
                    <a:pt x="2702183" y="401781"/>
                  </a:lnTo>
                  <a:lnTo>
                    <a:pt x="2761567" y="418252"/>
                  </a:lnTo>
                  <a:lnTo>
                    <a:pt x="2819142" y="436317"/>
                  </a:lnTo>
                  <a:lnTo>
                    <a:pt x="2875557" y="456003"/>
                  </a:lnTo>
                  <a:lnTo>
                    <a:pt x="2931297" y="477286"/>
                  </a:lnTo>
                  <a:lnTo>
                    <a:pt x="2986707" y="500090"/>
                  </a:lnTo>
                  <a:lnTo>
                    <a:pt x="3042024" y="524280"/>
                  </a:lnTo>
                  <a:lnTo>
                    <a:pt x="3097384" y="549663"/>
                  </a:lnTo>
                  <a:lnTo>
                    <a:pt x="3152848" y="575991"/>
                  </a:lnTo>
                  <a:lnTo>
                    <a:pt x="3208414" y="602971"/>
                  </a:lnTo>
                  <a:lnTo>
                    <a:pt x="3264040" y="630276"/>
                  </a:lnTo>
                  <a:lnTo>
                    <a:pt x="3319662" y="657563"/>
                  </a:lnTo>
                  <a:lnTo>
                    <a:pt x="3375220" y="684490"/>
                  </a:lnTo>
                  <a:lnTo>
                    <a:pt x="3430672" y="710734"/>
                  </a:lnTo>
                  <a:lnTo>
                    <a:pt x="3486024" y="736005"/>
                  </a:lnTo>
                  <a:lnTo>
                    <a:pt x="3541342" y="760062"/>
                  </a:lnTo>
                  <a:lnTo>
                    <a:pt x="3596774" y="782715"/>
                  </a:lnTo>
                  <a:lnTo>
                    <a:pt x="3652564" y="803838"/>
                  </a:lnTo>
                  <a:lnTo>
                    <a:pt x="3709073" y="823357"/>
                  </a:lnTo>
                  <a:lnTo>
                    <a:pt x="3766800" y="841257"/>
                  </a:lnTo>
                  <a:lnTo>
                    <a:pt x="3820202" y="855970"/>
                  </a:lnTo>
                  <a:lnTo>
                    <a:pt x="3872079" y="868602"/>
                  </a:lnTo>
                  <a:lnTo>
                    <a:pt x="3926406" y="880138"/>
                  </a:lnTo>
                  <a:lnTo>
                    <a:pt x="3983868" y="890617"/>
                  </a:lnTo>
                  <a:lnTo>
                    <a:pt x="4045216" y="900114"/>
                  </a:lnTo>
                  <a:lnTo>
                    <a:pt x="4111227" y="908718"/>
                  </a:lnTo>
                  <a:lnTo>
                    <a:pt x="4182664" y="916524"/>
                  </a:lnTo>
                  <a:lnTo>
                    <a:pt x="4260223" y="923617"/>
                  </a:lnTo>
                  <a:lnTo>
                    <a:pt x="4344463" y="930075"/>
                  </a:lnTo>
                  <a:lnTo>
                    <a:pt x="4435716" y="935961"/>
                  </a:lnTo>
                  <a:lnTo>
                    <a:pt x="4533967" y="941324"/>
                  </a:lnTo>
                  <a:lnTo>
                    <a:pt x="4638720" y="946197"/>
                  </a:lnTo>
                  <a:lnTo>
                    <a:pt x="4748842" y="950598"/>
                  </a:lnTo>
                  <a:lnTo>
                    <a:pt x="4862448" y="954534"/>
                  </a:lnTo>
                  <a:lnTo>
                    <a:pt x="4976840" y="957998"/>
                  </a:lnTo>
                  <a:lnTo>
                    <a:pt x="5088573" y="960982"/>
                  </a:lnTo>
                  <a:lnTo>
                    <a:pt x="5193695" y="963476"/>
                  </a:lnTo>
                  <a:lnTo>
                    <a:pt x="5288175" y="965482"/>
                  </a:lnTo>
                  <a:lnTo>
                    <a:pt x="5368457" y="967017"/>
                  </a:lnTo>
                  <a:lnTo>
                    <a:pt x="5432053" y="968117"/>
                  </a:lnTo>
                  <a:lnTo>
                    <a:pt x="5478017" y="968839"/>
                  </a:lnTo>
                  <a:lnTo>
                    <a:pt x="5507181" y="969257"/>
                  </a:lnTo>
                  <a:lnTo>
                    <a:pt x="5522141" y="969453"/>
                  </a:lnTo>
                  <a:lnTo>
                    <a:pt x="5527062" y="969513"/>
                  </a:lnTo>
                  <a:lnTo>
                    <a:pt x="5527445" y="969517"/>
                  </a:lnTo>
                  <a:lnTo>
                    <a:pt x="6522385" y="969517"/>
                  </a:lnTo>
                  <a:lnTo>
                    <a:pt x="6523514" y="969498"/>
                  </a:lnTo>
                  <a:lnTo>
                    <a:pt x="6530966" y="969367"/>
                  </a:lnTo>
                  <a:lnTo>
                    <a:pt x="6549852" y="969005"/>
                  </a:lnTo>
                  <a:lnTo>
                    <a:pt x="6583873" y="968292"/>
                  </a:lnTo>
                  <a:lnTo>
                    <a:pt x="6635099" y="967113"/>
                  </a:lnTo>
                  <a:lnTo>
                    <a:pt x="6703815" y="965371"/>
                  </a:lnTo>
                  <a:lnTo>
                    <a:pt x="6788577" y="962993"/>
                  </a:lnTo>
                  <a:lnTo>
                    <a:pt x="6886530" y="959936"/>
                  </a:lnTo>
                  <a:lnTo>
                    <a:pt x="6993926" y="956183"/>
                  </a:lnTo>
                  <a:lnTo>
                    <a:pt x="7106716" y="951738"/>
                  </a:lnTo>
                  <a:lnTo>
                    <a:pt x="7221075" y="946614"/>
                  </a:lnTo>
                  <a:lnTo>
                    <a:pt x="7333773" y="940825"/>
                  </a:lnTo>
                  <a:lnTo>
                    <a:pt x="7442360" y="934373"/>
                  </a:lnTo>
                  <a:lnTo>
                    <a:pt x="7545185" y="927247"/>
                  </a:lnTo>
                  <a:lnTo>
                    <a:pt x="7641321" y="919413"/>
                  </a:lnTo>
                  <a:lnTo>
                    <a:pt x="7730426" y="910819"/>
                  </a:lnTo>
                  <a:lnTo>
                    <a:pt x="7812600" y="901389"/>
                  </a:lnTo>
                  <a:lnTo>
                    <a:pt x="7888250" y="891027"/>
                  </a:lnTo>
                  <a:lnTo>
                    <a:pt x="7957981" y="879620"/>
                  </a:lnTo>
                  <a:lnTo>
                    <a:pt x="8022510" y="867041"/>
                  </a:lnTo>
                  <a:lnTo>
                    <a:pt x="8082608" y="853158"/>
                  </a:lnTo>
                  <a:lnTo>
                    <a:pt x="8139046" y="837846"/>
                  </a:lnTo>
                  <a:lnTo>
                    <a:pt x="8192557" y="821012"/>
                  </a:lnTo>
                  <a:lnTo>
                    <a:pt x="8229629" y="807931"/>
                  </a:lnTo>
                  <a:lnTo>
                    <a:pt x="8287067" y="785309"/>
                  </a:lnTo>
                  <a:lnTo>
                    <a:pt x="8342792" y="760569"/>
                  </a:lnTo>
                  <a:lnTo>
                    <a:pt x="8397399" y="733674"/>
                  </a:lnTo>
                  <a:lnTo>
                    <a:pt x="8451336" y="704648"/>
                  </a:lnTo>
                  <a:lnTo>
                    <a:pt x="8504930" y="673581"/>
                  </a:lnTo>
                  <a:lnTo>
                    <a:pt x="8558407" y="640635"/>
                  </a:lnTo>
                  <a:lnTo>
                    <a:pt x="8611905" y="606046"/>
                  </a:lnTo>
                  <a:lnTo>
                    <a:pt x="8665493" y="570116"/>
                  </a:lnTo>
                  <a:lnTo>
                    <a:pt x="8719182" y="533211"/>
                  </a:lnTo>
                  <a:lnTo>
                    <a:pt x="8772942" y="495739"/>
                  </a:lnTo>
                  <a:lnTo>
                    <a:pt x="8826719" y="458137"/>
                  </a:lnTo>
                  <a:lnTo>
                    <a:pt x="8880455" y="420849"/>
                  </a:lnTo>
                  <a:lnTo>
                    <a:pt x="8934104" y="384303"/>
                  </a:lnTo>
                  <a:lnTo>
                    <a:pt x="8987651" y="348890"/>
                  </a:lnTo>
                  <a:lnTo>
                    <a:pt x="9041128" y="314951"/>
                  </a:lnTo>
                  <a:lnTo>
                    <a:pt x="9094632" y="282763"/>
                  </a:lnTo>
                  <a:lnTo>
                    <a:pt x="9148336" y="252530"/>
                  </a:lnTo>
                  <a:lnTo>
                    <a:pt x="9202505" y="224384"/>
                  </a:lnTo>
                  <a:lnTo>
                    <a:pt x="9257516" y="198387"/>
                  </a:lnTo>
                  <a:lnTo>
                    <a:pt x="9313872" y="174537"/>
                  </a:lnTo>
                  <a:lnTo>
                    <a:pt x="9347647" y="161586"/>
                  </a:lnTo>
                  <a:lnTo>
                    <a:pt x="9399465" y="143628"/>
                  </a:lnTo>
                  <a:lnTo>
                    <a:pt x="9453727" y="127227"/>
                  </a:lnTo>
                  <a:lnTo>
                    <a:pt x="9511114" y="112328"/>
                  </a:lnTo>
                  <a:lnTo>
                    <a:pt x="9572376" y="98823"/>
                  </a:lnTo>
                  <a:lnTo>
                    <a:pt x="9638287" y="86586"/>
                  </a:lnTo>
                  <a:lnTo>
                    <a:pt x="9709608" y="75484"/>
                  </a:lnTo>
                  <a:lnTo>
                    <a:pt x="9787032" y="65394"/>
                  </a:lnTo>
                  <a:lnTo>
                    <a:pt x="9871119" y="56207"/>
                  </a:lnTo>
                  <a:lnTo>
                    <a:pt x="9962202" y="47833"/>
                  </a:lnTo>
                  <a:lnTo>
                    <a:pt x="10060270" y="40202"/>
                  </a:lnTo>
                  <a:lnTo>
                    <a:pt x="10164833" y="33268"/>
                  </a:lnTo>
                  <a:lnTo>
                    <a:pt x="10274772" y="27002"/>
                  </a:lnTo>
                  <a:lnTo>
                    <a:pt x="10388219" y="21398"/>
                  </a:lnTo>
                  <a:lnTo>
                    <a:pt x="10502494" y="16463"/>
                  </a:lnTo>
                  <a:lnTo>
                    <a:pt x="10614175" y="12211"/>
                  </a:lnTo>
                  <a:lnTo>
                    <a:pt x="10719331" y="8654"/>
                  </a:lnTo>
                  <a:lnTo>
                    <a:pt x="10813936" y="5790"/>
                  </a:lnTo>
                  <a:lnTo>
                    <a:pt x="10894436" y="3596"/>
                  </a:lnTo>
                  <a:lnTo>
                    <a:pt x="10958323" y="2020"/>
                  </a:lnTo>
                  <a:lnTo>
                    <a:pt x="11004619" y="982"/>
                  </a:lnTo>
                  <a:lnTo>
                    <a:pt x="11034115" y="379"/>
                  </a:lnTo>
                  <a:lnTo>
                    <a:pt x="11049357" y="94"/>
                  </a:lnTo>
                  <a:lnTo>
                    <a:pt x="11054464" y="6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8" name="pl1477"/>
            <p:cNvSpPr/>
            <p:nvPr/>
          </p:nvSpPr>
          <p:spPr>
            <a:xfrm>
              <a:off x="1199187" y="5046566"/>
              <a:ext cx="12049831" cy="969517"/>
            </a:xfrm>
            <a:custGeom>
              <a:avLst/>
              <a:pathLst>
                <a:path w="12049831" h="969517">
                  <a:moveTo>
                    <a:pt x="12049831" y="0"/>
                  </a:moveTo>
                  <a:lnTo>
                    <a:pt x="11054891" y="0"/>
                  </a:lnTo>
                  <a:lnTo>
                    <a:pt x="11053762" y="18"/>
                  </a:lnTo>
                  <a:lnTo>
                    <a:pt x="11046311" y="149"/>
                  </a:lnTo>
                  <a:lnTo>
                    <a:pt x="11027425" y="511"/>
                  </a:lnTo>
                  <a:lnTo>
                    <a:pt x="10993403" y="1224"/>
                  </a:lnTo>
                  <a:lnTo>
                    <a:pt x="10942177" y="2403"/>
                  </a:lnTo>
                  <a:lnTo>
                    <a:pt x="10873462" y="4145"/>
                  </a:lnTo>
                  <a:lnTo>
                    <a:pt x="10788700" y="6523"/>
                  </a:lnTo>
                  <a:lnTo>
                    <a:pt x="10690746" y="9581"/>
                  </a:lnTo>
                  <a:lnTo>
                    <a:pt x="10583350" y="13334"/>
                  </a:lnTo>
                  <a:lnTo>
                    <a:pt x="10470561" y="17779"/>
                  </a:lnTo>
                  <a:lnTo>
                    <a:pt x="10356202" y="22902"/>
                  </a:lnTo>
                  <a:lnTo>
                    <a:pt x="10243503" y="28692"/>
                  </a:lnTo>
                  <a:lnTo>
                    <a:pt x="10134916" y="35143"/>
                  </a:lnTo>
                  <a:lnTo>
                    <a:pt x="10032091" y="42270"/>
                  </a:lnTo>
                  <a:lnTo>
                    <a:pt x="9935955" y="50103"/>
                  </a:lnTo>
                  <a:lnTo>
                    <a:pt x="9846850" y="58697"/>
                  </a:lnTo>
                  <a:lnTo>
                    <a:pt x="9764676" y="68127"/>
                  </a:lnTo>
                  <a:lnTo>
                    <a:pt x="9689026" y="78489"/>
                  </a:lnTo>
                  <a:lnTo>
                    <a:pt x="9619296" y="89896"/>
                  </a:lnTo>
                  <a:lnTo>
                    <a:pt x="9554766" y="102476"/>
                  </a:lnTo>
                  <a:lnTo>
                    <a:pt x="9494669" y="116359"/>
                  </a:lnTo>
                  <a:lnTo>
                    <a:pt x="9438231" y="131670"/>
                  </a:lnTo>
                  <a:lnTo>
                    <a:pt x="9384719" y="148505"/>
                  </a:lnTo>
                  <a:lnTo>
                    <a:pt x="9347647" y="161586"/>
                  </a:lnTo>
                  <a:lnTo>
                    <a:pt x="9290209" y="184207"/>
                  </a:lnTo>
                  <a:lnTo>
                    <a:pt x="9234484" y="208947"/>
                  </a:lnTo>
                  <a:lnTo>
                    <a:pt x="9179877" y="235842"/>
                  </a:lnTo>
                  <a:lnTo>
                    <a:pt x="9125940" y="264868"/>
                  </a:lnTo>
                  <a:lnTo>
                    <a:pt x="9072346" y="295935"/>
                  </a:lnTo>
                  <a:lnTo>
                    <a:pt x="9018870" y="328881"/>
                  </a:lnTo>
                  <a:lnTo>
                    <a:pt x="8965371" y="363471"/>
                  </a:lnTo>
                  <a:lnTo>
                    <a:pt x="8911783" y="399400"/>
                  </a:lnTo>
                  <a:lnTo>
                    <a:pt x="8858094" y="436306"/>
                  </a:lnTo>
                  <a:lnTo>
                    <a:pt x="8804334" y="473778"/>
                  </a:lnTo>
                  <a:lnTo>
                    <a:pt x="8750557" y="511379"/>
                  </a:lnTo>
                  <a:lnTo>
                    <a:pt x="8696821" y="548667"/>
                  </a:lnTo>
                  <a:lnTo>
                    <a:pt x="8643173" y="585214"/>
                  </a:lnTo>
                  <a:lnTo>
                    <a:pt x="8589626" y="620626"/>
                  </a:lnTo>
                  <a:lnTo>
                    <a:pt x="8536149" y="654565"/>
                  </a:lnTo>
                  <a:lnTo>
                    <a:pt x="8482645" y="686753"/>
                  </a:lnTo>
                  <a:lnTo>
                    <a:pt x="8428941" y="716986"/>
                  </a:lnTo>
                  <a:lnTo>
                    <a:pt x="8374771" y="745132"/>
                  </a:lnTo>
                  <a:lnTo>
                    <a:pt x="8319761" y="771129"/>
                  </a:lnTo>
                  <a:lnTo>
                    <a:pt x="8263404" y="794979"/>
                  </a:lnTo>
                  <a:lnTo>
                    <a:pt x="8229629" y="807931"/>
                  </a:lnTo>
                  <a:lnTo>
                    <a:pt x="8177812" y="825888"/>
                  </a:lnTo>
                  <a:lnTo>
                    <a:pt x="8123550" y="842289"/>
                  </a:lnTo>
                  <a:lnTo>
                    <a:pt x="8066163" y="857189"/>
                  </a:lnTo>
                  <a:lnTo>
                    <a:pt x="8004901" y="870693"/>
                  </a:lnTo>
                  <a:lnTo>
                    <a:pt x="7938990" y="882931"/>
                  </a:lnTo>
                  <a:lnTo>
                    <a:pt x="7867669" y="894032"/>
                  </a:lnTo>
                  <a:lnTo>
                    <a:pt x="7790244" y="904122"/>
                  </a:lnTo>
                  <a:lnTo>
                    <a:pt x="7706157" y="913309"/>
                  </a:lnTo>
                  <a:lnTo>
                    <a:pt x="7615075" y="921683"/>
                  </a:lnTo>
                  <a:lnTo>
                    <a:pt x="7517007" y="929314"/>
                  </a:lnTo>
                  <a:lnTo>
                    <a:pt x="7412444" y="936249"/>
                  </a:lnTo>
                  <a:lnTo>
                    <a:pt x="7302504" y="942514"/>
                  </a:lnTo>
                  <a:lnTo>
                    <a:pt x="7189058" y="948118"/>
                  </a:lnTo>
                  <a:lnTo>
                    <a:pt x="7074783" y="953053"/>
                  </a:lnTo>
                  <a:lnTo>
                    <a:pt x="6963101" y="957305"/>
                  </a:lnTo>
                  <a:lnTo>
                    <a:pt x="6857946" y="960863"/>
                  </a:lnTo>
                  <a:lnTo>
                    <a:pt x="6763340" y="963727"/>
                  </a:lnTo>
                  <a:lnTo>
                    <a:pt x="6682841" y="965921"/>
                  </a:lnTo>
                  <a:lnTo>
                    <a:pt x="6618953" y="967497"/>
                  </a:lnTo>
                  <a:lnTo>
                    <a:pt x="6572657" y="968534"/>
                  </a:lnTo>
                  <a:lnTo>
                    <a:pt x="6543162" y="969137"/>
                  </a:lnTo>
                  <a:lnTo>
                    <a:pt x="6527919" y="969422"/>
                  </a:lnTo>
                  <a:lnTo>
                    <a:pt x="6522812" y="969510"/>
                  </a:lnTo>
                  <a:lnTo>
                    <a:pt x="6522385" y="969517"/>
                  </a:lnTo>
                  <a:lnTo>
                    <a:pt x="5527445" y="969517"/>
                  </a:lnTo>
                  <a:lnTo>
                    <a:pt x="5526313" y="969504"/>
                  </a:lnTo>
                  <a:lnTo>
                    <a:pt x="5518837" y="969411"/>
                  </a:lnTo>
                  <a:lnTo>
                    <a:pt x="5499891" y="969156"/>
                  </a:lnTo>
                  <a:lnTo>
                    <a:pt x="5465766" y="968653"/>
                  </a:lnTo>
                  <a:lnTo>
                    <a:pt x="5414393" y="967822"/>
                  </a:lnTo>
                  <a:lnTo>
                    <a:pt x="5345494" y="966594"/>
                  </a:lnTo>
                  <a:lnTo>
                    <a:pt x="5260528" y="964917"/>
                  </a:lnTo>
                  <a:lnTo>
                    <a:pt x="5162369" y="962763"/>
                  </a:lnTo>
                  <a:lnTo>
                    <a:pt x="5054781" y="960118"/>
                  </a:lnTo>
                  <a:lnTo>
                    <a:pt x="4941829" y="956985"/>
                  </a:lnTo>
                  <a:lnTo>
                    <a:pt x="4827343" y="953375"/>
                  </a:lnTo>
                  <a:lnTo>
                    <a:pt x="4714557" y="949297"/>
                  </a:lnTo>
                  <a:lnTo>
                    <a:pt x="4605920" y="944751"/>
                  </a:lnTo>
                  <a:lnTo>
                    <a:pt x="4503075" y="939731"/>
                  </a:lnTo>
                  <a:lnTo>
                    <a:pt x="4406945" y="934211"/>
                  </a:lnTo>
                  <a:lnTo>
                    <a:pt x="4317862" y="928156"/>
                  </a:lnTo>
                  <a:lnTo>
                    <a:pt x="4235722" y="921510"/>
                  </a:lnTo>
                  <a:lnTo>
                    <a:pt x="4160110" y="914207"/>
                  </a:lnTo>
                  <a:lnTo>
                    <a:pt x="4090417" y="906166"/>
                  </a:lnTo>
                  <a:lnTo>
                    <a:pt x="4025920" y="897297"/>
                  </a:lnTo>
                  <a:lnTo>
                    <a:pt x="3965848" y="887508"/>
                  </a:lnTo>
                  <a:lnTo>
                    <a:pt x="3909426" y="876711"/>
                  </a:lnTo>
                  <a:lnTo>
                    <a:pt x="3855919" y="864841"/>
                  </a:lnTo>
                  <a:lnTo>
                    <a:pt x="3820202" y="855970"/>
                  </a:lnTo>
                  <a:lnTo>
                    <a:pt x="3760818" y="839499"/>
                  </a:lnTo>
                  <a:lnTo>
                    <a:pt x="3703243" y="821434"/>
                  </a:lnTo>
                  <a:lnTo>
                    <a:pt x="3646828" y="801749"/>
                  </a:lnTo>
                  <a:lnTo>
                    <a:pt x="3591088" y="780465"/>
                  </a:lnTo>
                  <a:lnTo>
                    <a:pt x="3535678" y="757661"/>
                  </a:lnTo>
                  <a:lnTo>
                    <a:pt x="3480361" y="733471"/>
                  </a:lnTo>
                  <a:lnTo>
                    <a:pt x="3425001" y="708088"/>
                  </a:lnTo>
                  <a:lnTo>
                    <a:pt x="3369537" y="681760"/>
                  </a:lnTo>
                  <a:lnTo>
                    <a:pt x="3313971" y="654781"/>
                  </a:lnTo>
                  <a:lnTo>
                    <a:pt x="3258345" y="627476"/>
                  </a:lnTo>
                  <a:lnTo>
                    <a:pt x="3202723" y="600188"/>
                  </a:lnTo>
                  <a:lnTo>
                    <a:pt x="3147165" y="573261"/>
                  </a:lnTo>
                  <a:lnTo>
                    <a:pt x="3091713" y="547017"/>
                  </a:lnTo>
                  <a:lnTo>
                    <a:pt x="3036361" y="521746"/>
                  </a:lnTo>
                  <a:lnTo>
                    <a:pt x="2981043" y="497690"/>
                  </a:lnTo>
                  <a:lnTo>
                    <a:pt x="2925611" y="475036"/>
                  </a:lnTo>
                  <a:lnTo>
                    <a:pt x="2869821" y="453913"/>
                  </a:lnTo>
                  <a:lnTo>
                    <a:pt x="2813312" y="434394"/>
                  </a:lnTo>
                  <a:lnTo>
                    <a:pt x="2755585" y="416494"/>
                  </a:lnTo>
                  <a:lnTo>
                    <a:pt x="2702183" y="401781"/>
                  </a:lnTo>
                  <a:lnTo>
                    <a:pt x="2650306" y="389149"/>
                  </a:lnTo>
                  <a:lnTo>
                    <a:pt x="2595979" y="377613"/>
                  </a:lnTo>
                  <a:lnTo>
                    <a:pt x="2538517" y="367134"/>
                  </a:lnTo>
                  <a:lnTo>
                    <a:pt x="2477169" y="357637"/>
                  </a:lnTo>
                  <a:lnTo>
                    <a:pt x="2411158" y="349033"/>
                  </a:lnTo>
                  <a:lnTo>
                    <a:pt x="2339721" y="341227"/>
                  </a:lnTo>
                  <a:lnTo>
                    <a:pt x="2262162" y="334134"/>
                  </a:lnTo>
                  <a:lnTo>
                    <a:pt x="2177922" y="327676"/>
                  </a:lnTo>
                  <a:lnTo>
                    <a:pt x="2086669" y="321790"/>
                  </a:lnTo>
                  <a:lnTo>
                    <a:pt x="1988418" y="316427"/>
                  </a:lnTo>
                  <a:lnTo>
                    <a:pt x="1883665" y="311555"/>
                  </a:lnTo>
                  <a:lnTo>
                    <a:pt x="1773543" y="307153"/>
                  </a:lnTo>
                  <a:lnTo>
                    <a:pt x="1659937" y="303217"/>
                  </a:lnTo>
                  <a:lnTo>
                    <a:pt x="1545545" y="299753"/>
                  </a:lnTo>
                  <a:lnTo>
                    <a:pt x="1433812" y="296769"/>
                  </a:lnTo>
                  <a:lnTo>
                    <a:pt x="1328690" y="294275"/>
                  </a:lnTo>
                  <a:lnTo>
                    <a:pt x="1234210" y="292269"/>
                  </a:lnTo>
                  <a:lnTo>
                    <a:pt x="1153928" y="290735"/>
                  </a:lnTo>
                  <a:lnTo>
                    <a:pt x="1090332" y="289635"/>
                  </a:lnTo>
                  <a:lnTo>
                    <a:pt x="1044368" y="288912"/>
                  </a:lnTo>
                  <a:lnTo>
                    <a:pt x="1015204" y="288494"/>
                  </a:lnTo>
                  <a:lnTo>
                    <a:pt x="1000244" y="288298"/>
                  </a:lnTo>
                  <a:lnTo>
                    <a:pt x="995323" y="288239"/>
                  </a:lnTo>
                  <a:lnTo>
                    <a:pt x="994940" y="288234"/>
                  </a:lnTo>
                  <a:lnTo>
                    <a:pt x="0" y="288234"/>
                  </a:lnTo>
                  <a:lnTo>
                    <a:pt x="0" y="2882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9" name="pg1478"/>
            <p:cNvSpPr/>
            <p:nvPr/>
          </p:nvSpPr>
          <p:spPr>
            <a:xfrm>
              <a:off x="1199187" y="5340041"/>
              <a:ext cx="12049831" cy="717966"/>
            </a:xfrm>
            <a:custGeom>
              <a:avLst/>
              <a:pathLst>
                <a:path w="12049831" h="717966">
                  <a:moveTo>
                    <a:pt x="0" y="5240"/>
                  </a:moveTo>
                  <a:lnTo>
                    <a:pt x="994940" y="5240"/>
                  </a:lnTo>
                  <a:lnTo>
                    <a:pt x="996072" y="5254"/>
                  </a:lnTo>
                  <a:lnTo>
                    <a:pt x="1003546" y="5350"/>
                  </a:lnTo>
                  <a:lnTo>
                    <a:pt x="1022486" y="5617"/>
                  </a:lnTo>
                  <a:lnTo>
                    <a:pt x="1056601" y="6143"/>
                  </a:lnTo>
                  <a:lnTo>
                    <a:pt x="1107961" y="7013"/>
                  </a:lnTo>
                  <a:lnTo>
                    <a:pt x="1176842" y="8297"/>
                  </a:lnTo>
                  <a:lnTo>
                    <a:pt x="1261789" y="10050"/>
                  </a:lnTo>
                  <a:lnTo>
                    <a:pt x="1359930" y="12304"/>
                  </a:lnTo>
                  <a:lnTo>
                    <a:pt x="1467500" y="15070"/>
                  </a:lnTo>
                  <a:lnTo>
                    <a:pt x="1580438" y="18346"/>
                  </a:lnTo>
                  <a:lnTo>
                    <a:pt x="1694911" y="22122"/>
                  </a:lnTo>
                  <a:lnTo>
                    <a:pt x="1807689" y="26388"/>
                  </a:lnTo>
                  <a:lnTo>
                    <a:pt x="1916322" y="31142"/>
                  </a:lnTo>
                  <a:lnTo>
                    <a:pt x="2019165" y="36393"/>
                  </a:lnTo>
                  <a:lnTo>
                    <a:pt x="2115296" y="42166"/>
                  </a:lnTo>
                  <a:lnTo>
                    <a:pt x="2204380" y="48499"/>
                  </a:lnTo>
                  <a:lnTo>
                    <a:pt x="2286524" y="55449"/>
                  </a:lnTo>
                  <a:lnTo>
                    <a:pt x="2362139" y="63088"/>
                  </a:lnTo>
                  <a:lnTo>
                    <a:pt x="2431836" y="71498"/>
                  </a:lnTo>
                  <a:lnTo>
                    <a:pt x="2496335" y="80773"/>
                  </a:lnTo>
                  <a:lnTo>
                    <a:pt x="2556410" y="91010"/>
                  </a:lnTo>
                  <a:lnTo>
                    <a:pt x="2612833" y="102302"/>
                  </a:lnTo>
                  <a:lnTo>
                    <a:pt x="2666341" y="114716"/>
                  </a:lnTo>
                  <a:lnTo>
                    <a:pt x="2702183" y="124028"/>
                  </a:lnTo>
                  <a:lnTo>
                    <a:pt x="2761374" y="141199"/>
                  </a:lnTo>
                  <a:lnTo>
                    <a:pt x="2818765" y="160027"/>
                  </a:lnTo>
                  <a:lnTo>
                    <a:pt x="2875000" y="180538"/>
                  </a:lnTo>
                  <a:lnTo>
                    <a:pt x="2930560" y="202711"/>
                  </a:lnTo>
                  <a:lnTo>
                    <a:pt x="2985790" y="226466"/>
                  </a:lnTo>
                  <a:lnTo>
                    <a:pt x="3040923" y="251664"/>
                  </a:lnTo>
                  <a:lnTo>
                    <a:pt x="3096098" y="278106"/>
                  </a:lnTo>
                  <a:lnTo>
                    <a:pt x="3151375" y="305537"/>
                  </a:lnTo>
                  <a:lnTo>
                    <a:pt x="3206754" y="333653"/>
                  </a:lnTo>
                  <a:lnTo>
                    <a:pt x="3262195" y="362119"/>
                  </a:lnTo>
                  <a:lnTo>
                    <a:pt x="3317634" y="390577"/>
                  </a:lnTo>
                  <a:lnTo>
                    <a:pt x="3373010" y="418675"/>
                  </a:lnTo>
                  <a:lnTo>
                    <a:pt x="3428283" y="446075"/>
                  </a:lnTo>
                  <a:lnTo>
                    <a:pt x="3483455" y="472476"/>
                  </a:lnTo>
                  <a:lnTo>
                    <a:pt x="3538589" y="497625"/>
                  </a:lnTo>
                  <a:lnTo>
                    <a:pt x="3593826" y="521325"/>
                  </a:lnTo>
                  <a:lnTo>
                    <a:pt x="3649403" y="543439"/>
                  </a:lnTo>
                  <a:lnTo>
                    <a:pt x="3705671" y="563890"/>
                  </a:lnTo>
                  <a:lnTo>
                    <a:pt x="3763115" y="582657"/>
                  </a:lnTo>
                  <a:lnTo>
                    <a:pt x="3820202" y="599179"/>
                  </a:lnTo>
                  <a:lnTo>
                    <a:pt x="3872073" y="612393"/>
                  </a:lnTo>
                  <a:lnTo>
                    <a:pt x="3926395" y="624460"/>
                  </a:lnTo>
                  <a:lnTo>
                    <a:pt x="3983850" y="635422"/>
                  </a:lnTo>
                  <a:lnTo>
                    <a:pt x="4045190" y="645356"/>
                  </a:lnTo>
                  <a:lnTo>
                    <a:pt x="4111191" y="654358"/>
                  </a:lnTo>
                  <a:lnTo>
                    <a:pt x="4182618" y="662523"/>
                  </a:lnTo>
                  <a:lnTo>
                    <a:pt x="4260164" y="669943"/>
                  </a:lnTo>
                  <a:lnTo>
                    <a:pt x="4344390" y="676699"/>
                  </a:lnTo>
                  <a:lnTo>
                    <a:pt x="4435627" y="682856"/>
                  </a:lnTo>
                  <a:lnTo>
                    <a:pt x="4533862" y="688466"/>
                  </a:lnTo>
                  <a:lnTo>
                    <a:pt x="4638596" y="693564"/>
                  </a:lnTo>
                  <a:lnTo>
                    <a:pt x="4748702" y="698169"/>
                  </a:lnTo>
                  <a:lnTo>
                    <a:pt x="4862294" y="702287"/>
                  </a:lnTo>
                  <a:lnTo>
                    <a:pt x="4976674" y="705912"/>
                  </a:lnTo>
                  <a:lnTo>
                    <a:pt x="5088402" y="709033"/>
                  </a:lnTo>
                  <a:lnTo>
                    <a:pt x="5193528" y="711643"/>
                  </a:lnTo>
                  <a:lnTo>
                    <a:pt x="5288020" y="713742"/>
                  </a:lnTo>
                  <a:lnTo>
                    <a:pt x="5368322" y="715348"/>
                  </a:lnTo>
                  <a:lnTo>
                    <a:pt x="5431945" y="716500"/>
                  </a:lnTo>
                  <a:lnTo>
                    <a:pt x="5477939" y="717256"/>
                  </a:lnTo>
                  <a:lnTo>
                    <a:pt x="5507134" y="717694"/>
                  </a:lnTo>
                  <a:lnTo>
                    <a:pt x="5522120" y="717900"/>
                  </a:lnTo>
                  <a:lnTo>
                    <a:pt x="5527058" y="717962"/>
                  </a:lnTo>
                  <a:lnTo>
                    <a:pt x="5527445" y="717966"/>
                  </a:lnTo>
                  <a:lnTo>
                    <a:pt x="6522385" y="717966"/>
                  </a:lnTo>
                  <a:lnTo>
                    <a:pt x="6523522" y="717966"/>
                  </a:lnTo>
                  <a:lnTo>
                    <a:pt x="6531021" y="717963"/>
                  </a:lnTo>
                  <a:lnTo>
                    <a:pt x="6550026" y="717955"/>
                  </a:lnTo>
                  <a:lnTo>
                    <a:pt x="6584252" y="717940"/>
                  </a:lnTo>
                  <a:lnTo>
                    <a:pt x="6635770" y="717914"/>
                  </a:lnTo>
                  <a:lnTo>
                    <a:pt x="6704848" y="717876"/>
                  </a:lnTo>
                  <a:lnTo>
                    <a:pt x="6790014" y="717824"/>
                  </a:lnTo>
                  <a:lnTo>
                    <a:pt x="6888376" y="717758"/>
                  </a:lnTo>
                  <a:lnTo>
                    <a:pt x="6996151" y="717676"/>
                  </a:lnTo>
                  <a:lnTo>
                    <a:pt x="7109263" y="717580"/>
                  </a:lnTo>
                  <a:lnTo>
                    <a:pt x="7223872" y="717468"/>
                  </a:lnTo>
                  <a:lnTo>
                    <a:pt x="7336743" y="717342"/>
                  </a:lnTo>
                  <a:lnTo>
                    <a:pt x="7445429" y="717202"/>
                  </a:lnTo>
                  <a:lnTo>
                    <a:pt x="7548292" y="717047"/>
                  </a:lnTo>
                  <a:lnTo>
                    <a:pt x="7644417" y="716877"/>
                  </a:lnTo>
                  <a:lnTo>
                    <a:pt x="7733477" y="716690"/>
                  </a:lnTo>
                  <a:lnTo>
                    <a:pt x="7815585" y="716485"/>
                  </a:lnTo>
                  <a:lnTo>
                    <a:pt x="7891160" y="716260"/>
                  </a:lnTo>
                  <a:lnTo>
                    <a:pt x="7960816" y="716012"/>
                  </a:lnTo>
                  <a:lnTo>
                    <a:pt x="8025280" y="715738"/>
                  </a:lnTo>
                  <a:lnTo>
                    <a:pt x="8085328" y="715436"/>
                  </a:lnTo>
                  <a:lnTo>
                    <a:pt x="8141735" y="715102"/>
                  </a:lnTo>
                  <a:lnTo>
                    <a:pt x="8195237" y="714736"/>
                  </a:lnTo>
                  <a:lnTo>
                    <a:pt x="8229629" y="714473"/>
                  </a:lnTo>
                  <a:lnTo>
                    <a:pt x="8291281" y="713945"/>
                  </a:lnTo>
                  <a:lnTo>
                    <a:pt x="8351010" y="713365"/>
                  </a:lnTo>
                  <a:lnTo>
                    <a:pt x="8409533" y="712730"/>
                  </a:lnTo>
                  <a:lnTo>
                    <a:pt x="8467375" y="712043"/>
                  </a:lnTo>
                  <a:lnTo>
                    <a:pt x="8524910" y="711306"/>
                  </a:lnTo>
                  <a:lnTo>
                    <a:pt x="8582379" y="710524"/>
                  </a:lnTo>
                  <a:lnTo>
                    <a:pt x="8639916" y="709704"/>
                  </a:lnTo>
                  <a:lnTo>
                    <a:pt x="8697570" y="708856"/>
                  </a:lnTo>
                  <a:lnTo>
                    <a:pt x="8755323" y="707989"/>
                  </a:lnTo>
                  <a:lnTo>
                    <a:pt x="8813119" y="707115"/>
                  </a:lnTo>
                  <a:lnTo>
                    <a:pt x="8870883" y="706246"/>
                  </a:lnTo>
                  <a:lnTo>
                    <a:pt x="8928555" y="705394"/>
                  </a:lnTo>
                  <a:lnTo>
                    <a:pt x="8986109" y="704569"/>
                  </a:lnTo>
                  <a:lnTo>
                    <a:pt x="9043581" y="703781"/>
                  </a:lnTo>
                  <a:lnTo>
                    <a:pt x="9101093" y="703036"/>
                  </a:lnTo>
                  <a:lnTo>
                    <a:pt x="9158868" y="702341"/>
                  </a:lnTo>
                  <a:lnTo>
                    <a:pt x="9217257" y="701699"/>
                  </a:lnTo>
                  <a:lnTo>
                    <a:pt x="9276761" y="701110"/>
                  </a:lnTo>
                  <a:lnTo>
                    <a:pt x="9338063" y="700575"/>
                  </a:lnTo>
                  <a:lnTo>
                    <a:pt x="9347647" y="700498"/>
                  </a:lnTo>
                  <a:lnTo>
                    <a:pt x="9399583" y="700108"/>
                  </a:lnTo>
                  <a:lnTo>
                    <a:pt x="9453975" y="699753"/>
                  </a:lnTo>
                  <a:lnTo>
                    <a:pt x="9511510" y="699431"/>
                  </a:lnTo>
                  <a:lnTo>
                    <a:pt x="9572942" y="699138"/>
                  </a:lnTo>
                  <a:lnTo>
                    <a:pt x="9639051" y="698873"/>
                  </a:lnTo>
                  <a:lnTo>
                    <a:pt x="9710602" y="698633"/>
                  </a:lnTo>
                  <a:lnTo>
                    <a:pt x="9788293" y="698415"/>
                  </a:lnTo>
                  <a:lnTo>
                    <a:pt x="9872683" y="698216"/>
                  </a:lnTo>
                  <a:lnTo>
                    <a:pt x="9964103" y="698035"/>
                  </a:lnTo>
                  <a:lnTo>
                    <a:pt x="10062535" y="697870"/>
                  </a:lnTo>
                  <a:lnTo>
                    <a:pt x="10167472" y="697720"/>
                  </a:lnTo>
                  <a:lnTo>
                    <a:pt x="10277774" y="697584"/>
                  </a:lnTo>
                  <a:lnTo>
                    <a:pt x="10391536" y="697463"/>
                  </a:lnTo>
                  <a:lnTo>
                    <a:pt x="10506041" y="697357"/>
                  </a:lnTo>
                  <a:lnTo>
                    <a:pt x="10617823" y="697265"/>
                  </a:lnTo>
                  <a:lnTo>
                    <a:pt x="10722912" y="697188"/>
                  </a:lnTo>
                  <a:lnTo>
                    <a:pt x="10817267" y="697127"/>
                  </a:lnTo>
                  <a:lnTo>
                    <a:pt x="10897333" y="697080"/>
                  </a:lnTo>
                  <a:lnTo>
                    <a:pt x="10960643" y="697046"/>
                  </a:lnTo>
                  <a:lnTo>
                    <a:pt x="11006281" y="697024"/>
                  </a:lnTo>
                  <a:lnTo>
                    <a:pt x="11035120" y="697012"/>
                  </a:lnTo>
                  <a:lnTo>
                    <a:pt x="11049805" y="697006"/>
                  </a:lnTo>
                  <a:lnTo>
                    <a:pt x="11054548" y="697004"/>
                  </a:lnTo>
                  <a:lnTo>
                    <a:pt x="11054891" y="697004"/>
                  </a:lnTo>
                  <a:lnTo>
                    <a:pt x="12049831" y="697004"/>
                  </a:lnTo>
                  <a:lnTo>
                    <a:pt x="12049831" y="691763"/>
                  </a:lnTo>
                  <a:lnTo>
                    <a:pt x="11054891" y="691763"/>
                  </a:lnTo>
                  <a:lnTo>
                    <a:pt x="11053755" y="691764"/>
                  </a:lnTo>
                  <a:lnTo>
                    <a:pt x="11046255" y="691766"/>
                  </a:lnTo>
                  <a:lnTo>
                    <a:pt x="11027250" y="691774"/>
                  </a:lnTo>
                  <a:lnTo>
                    <a:pt x="10993024" y="691790"/>
                  </a:lnTo>
                  <a:lnTo>
                    <a:pt x="10941506" y="691816"/>
                  </a:lnTo>
                  <a:lnTo>
                    <a:pt x="10872428" y="691853"/>
                  </a:lnTo>
                  <a:lnTo>
                    <a:pt x="10787262" y="691905"/>
                  </a:lnTo>
                  <a:lnTo>
                    <a:pt x="10688900" y="691972"/>
                  </a:lnTo>
                  <a:lnTo>
                    <a:pt x="10581125" y="692053"/>
                  </a:lnTo>
                  <a:lnTo>
                    <a:pt x="10468013" y="692150"/>
                  </a:lnTo>
                  <a:lnTo>
                    <a:pt x="10353405" y="692261"/>
                  </a:lnTo>
                  <a:lnTo>
                    <a:pt x="10240533" y="692387"/>
                  </a:lnTo>
                  <a:lnTo>
                    <a:pt x="10131847" y="692527"/>
                  </a:lnTo>
                  <a:lnTo>
                    <a:pt x="10028984" y="692682"/>
                  </a:lnTo>
                  <a:lnTo>
                    <a:pt x="9932859" y="692852"/>
                  </a:lnTo>
                  <a:lnTo>
                    <a:pt x="9843799" y="693039"/>
                  </a:lnTo>
                  <a:lnTo>
                    <a:pt x="9761691" y="693244"/>
                  </a:lnTo>
                  <a:lnTo>
                    <a:pt x="9686117" y="693470"/>
                  </a:lnTo>
                  <a:lnTo>
                    <a:pt x="9616460" y="693718"/>
                  </a:lnTo>
                  <a:lnTo>
                    <a:pt x="9551996" y="693992"/>
                  </a:lnTo>
                  <a:lnTo>
                    <a:pt x="9491949" y="694294"/>
                  </a:lnTo>
                  <a:lnTo>
                    <a:pt x="9435542" y="694627"/>
                  </a:lnTo>
                  <a:lnTo>
                    <a:pt x="9382040" y="694994"/>
                  </a:lnTo>
                  <a:lnTo>
                    <a:pt x="9347647" y="695257"/>
                  </a:lnTo>
                  <a:lnTo>
                    <a:pt x="9285996" y="695784"/>
                  </a:lnTo>
                  <a:lnTo>
                    <a:pt x="9226267" y="696365"/>
                  </a:lnTo>
                  <a:lnTo>
                    <a:pt x="9167744" y="696999"/>
                  </a:lnTo>
                  <a:lnTo>
                    <a:pt x="9109901" y="697686"/>
                  </a:lnTo>
                  <a:lnTo>
                    <a:pt x="9052367" y="698423"/>
                  </a:lnTo>
                  <a:lnTo>
                    <a:pt x="8994898" y="699205"/>
                  </a:lnTo>
                  <a:lnTo>
                    <a:pt x="8937361" y="700025"/>
                  </a:lnTo>
                  <a:lnTo>
                    <a:pt x="8879707" y="700874"/>
                  </a:lnTo>
                  <a:lnTo>
                    <a:pt x="8821953" y="701741"/>
                  </a:lnTo>
                  <a:lnTo>
                    <a:pt x="8764158" y="702615"/>
                  </a:lnTo>
                  <a:lnTo>
                    <a:pt x="8706393" y="703484"/>
                  </a:lnTo>
                  <a:lnTo>
                    <a:pt x="8648722" y="704336"/>
                  </a:lnTo>
                  <a:lnTo>
                    <a:pt x="8591168" y="705161"/>
                  </a:lnTo>
                  <a:lnTo>
                    <a:pt x="8533695" y="705949"/>
                  </a:lnTo>
                  <a:lnTo>
                    <a:pt x="8476183" y="706693"/>
                  </a:lnTo>
                  <a:lnTo>
                    <a:pt x="8418408" y="707388"/>
                  </a:lnTo>
                  <a:lnTo>
                    <a:pt x="8360019" y="708031"/>
                  </a:lnTo>
                  <a:lnTo>
                    <a:pt x="8300516" y="708619"/>
                  </a:lnTo>
                  <a:lnTo>
                    <a:pt x="8239214" y="709155"/>
                  </a:lnTo>
                  <a:lnTo>
                    <a:pt x="8229629" y="709232"/>
                  </a:lnTo>
                  <a:lnTo>
                    <a:pt x="8177693" y="709621"/>
                  </a:lnTo>
                  <a:lnTo>
                    <a:pt x="8123301" y="709976"/>
                  </a:lnTo>
                  <a:lnTo>
                    <a:pt x="8065766" y="710299"/>
                  </a:lnTo>
                  <a:lnTo>
                    <a:pt x="8004334" y="710591"/>
                  </a:lnTo>
                  <a:lnTo>
                    <a:pt x="7938225" y="710856"/>
                  </a:lnTo>
                  <a:lnTo>
                    <a:pt x="7866674" y="711097"/>
                  </a:lnTo>
                  <a:lnTo>
                    <a:pt x="7788984" y="711315"/>
                  </a:lnTo>
                  <a:lnTo>
                    <a:pt x="7704594" y="711514"/>
                  </a:lnTo>
                  <a:lnTo>
                    <a:pt x="7613174" y="711695"/>
                  </a:lnTo>
                  <a:lnTo>
                    <a:pt x="7514742" y="711860"/>
                  </a:lnTo>
                  <a:lnTo>
                    <a:pt x="7409804" y="712010"/>
                  </a:lnTo>
                  <a:lnTo>
                    <a:pt x="7299503" y="712145"/>
                  </a:lnTo>
                  <a:lnTo>
                    <a:pt x="7185740" y="712266"/>
                  </a:lnTo>
                  <a:lnTo>
                    <a:pt x="7071236" y="712373"/>
                  </a:lnTo>
                  <a:lnTo>
                    <a:pt x="6959454" y="712465"/>
                  </a:lnTo>
                  <a:lnTo>
                    <a:pt x="6854364" y="712541"/>
                  </a:lnTo>
                  <a:lnTo>
                    <a:pt x="6760010" y="712603"/>
                  </a:lnTo>
                  <a:lnTo>
                    <a:pt x="6679943" y="712650"/>
                  </a:lnTo>
                  <a:lnTo>
                    <a:pt x="6616633" y="712683"/>
                  </a:lnTo>
                  <a:lnTo>
                    <a:pt x="6570996" y="712705"/>
                  </a:lnTo>
                  <a:lnTo>
                    <a:pt x="6542156" y="712718"/>
                  </a:lnTo>
                  <a:lnTo>
                    <a:pt x="6527471" y="712724"/>
                  </a:lnTo>
                  <a:lnTo>
                    <a:pt x="6522728" y="712726"/>
                  </a:lnTo>
                  <a:lnTo>
                    <a:pt x="6522385" y="712726"/>
                  </a:lnTo>
                  <a:lnTo>
                    <a:pt x="5527445" y="712726"/>
                  </a:lnTo>
                  <a:lnTo>
                    <a:pt x="5526313" y="712712"/>
                  </a:lnTo>
                  <a:lnTo>
                    <a:pt x="5518839" y="712616"/>
                  </a:lnTo>
                  <a:lnTo>
                    <a:pt x="5499899" y="712349"/>
                  </a:lnTo>
                  <a:lnTo>
                    <a:pt x="5465784" y="711823"/>
                  </a:lnTo>
                  <a:lnTo>
                    <a:pt x="5414424" y="710953"/>
                  </a:lnTo>
                  <a:lnTo>
                    <a:pt x="5345543" y="709669"/>
                  </a:lnTo>
                  <a:lnTo>
                    <a:pt x="5260596" y="707916"/>
                  </a:lnTo>
                  <a:lnTo>
                    <a:pt x="5162455" y="705662"/>
                  </a:lnTo>
                  <a:lnTo>
                    <a:pt x="5054885" y="702896"/>
                  </a:lnTo>
                  <a:lnTo>
                    <a:pt x="4941947" y="699620"/>
                  </a:lnTo>
                  <a:lnTo>
                    <a:pt x="4827474" y="695844"/>
                  </a:lnTo>
                  <a:lnTo>
                    <a:pt x="4714696" y="691578"/>
                  </a:lnTo>
                  <a:lnTo>
                    <a:pt x="4606063" y="686824"/>
                  </a:lnTo>
                  <a:lnTo>
                    <a:pt x="4503220" y="681573"/>
                  </a:lnTo>
                  <a:lnTo>
                    <a:pt x="4407089" y="675800"/>
                  </a:lnTo>
                  <a:lnTo>
                    <a:pt x="4318005" y="669467"/>
                  </a:lnTo>
                  <a:lnTo>
                    <a:pt x="4235861" y="662516"/>
                  </a:lnTo>
                  <a:lnTo>
                    <a:pt x="4160246" y="654878"/>
                  </a:lnTo>
                  <a:lnTo>
                    <a:pt x="4090549" y="646468"/>
                  </a:lnTo>
                  <a:lnTo>
                    <a:pt x="4026050" y="637193"/>
                  </a:lnTo>
                  <a:lnTo>
                    <a:pt x="3965975" y="626956"/>
                  </a:lnTo>
                  <a:lnTo>
                    <a:pt x="3909552" y="615664"/>
                  </a:lnTo>
                  <a:lnTo>
                    <a:pt x="3856044" y="603249"/>
                  </a:lnTo>
                  <a:lnTo>
                    <a:pt x="3820202" y="593938"/>
                  </a:lnTo>
                  <a:lnTo>
                    <a:pt x="3761011" y="576767"/>
                  </a:lnTo>
                  <a:lnTo>
                    <a:pt x="3703620" y="557939"/>
                  </a:lnTo>
                  <a:lnTo>
                    <a:pt x="3647385" y="537428"/>
                  </a:lnTo>
                  <a:lnTo>
                    <a:pt x="3591825" y="515255"/>
                  </a:lnTo>
                  <a:lnTo>
                    <a:pt x="3536595" y="491500"/>
                  </a:lnTo>
                  <a:lnTo>
                    <a:pt x="3481462" y="466302"/>
                  </a:lnTo>
                  <a:lnTo>
                    <a:pt x="3426287" y="439860"/>
                  </a:lnTo>
                  <a:lnTo>
                    <a:pt x="3371010" y="412429"/>
                  </a:lnTo>
                  <a:lnTo>
                    <a:pt x="3315631" y="384312"/>
                  </a:lnTo>
                  <a:lnTo>
                    <a:pt x="3260190" y="355847"/>
                  </a:lnTo>
                  <a:lnTo>
                    <a:pt x="3204751" y="327388"/>
                  </a:lnTo>
                  <a:lnTo>
                    <a:pt x="3149375" y="299291"/>
                  </a:lnTo>
                  <a:lnTo>
                    <a:pt x="3094102" y="271891"/>
                  </a:lnTo>
                  <a:lnTo>
                    <a:pt x="3038930" y="245490"/>
                  </a:lnTo>
                  <a:lnTo>
                    <a:pt x="2983796" y="220341"/>
                  </a:lnTo>
                  <a:lnTo>
                    <a:pt x="2928559" y="196641"/>
                  </a:lnTo>
                  <a:lnTo>
                    <a:pt x="2872982" y="174527"/>
                  </a:lnTo>
                  <a:lnTo>
                    <a:pt x="2816714" y="154076"/>
                  </a:lnTo>
                  <a:lnTo>
                    <a:pt x="2759270" y="135309"/>
                  </a:lnTo>
                  <a:lnTo>
                    <a:pt x="2702183" y="118787"/>
                  </a:lnTo>
                  <a:lnTo>
                    <a:pt x="2650312" y="105573"/>
                  </a:lnTo>
                  <a:lnTo>
                    <a:pt x="2595990" y="93506"/>
                  </a:lnTo>
                  <a:lnTo>
                    <a:pt x="2538535" y="82544"/>
                  </a:lnTo>
                  <a:lnTo>
                    <a:pt x="2477195" y="72610"/>
                  </a:lnTo>
                  <a:lnTo>
                    <a:pt x="2411194" y="63608"/>
                  </a:lnTo>
                  <a:lnTo>
                    <a:pt x="2339767" y="55443"/>
                  </a:lnTo>
                  <a:lnTo>
                    <a:pt x="2262221" y="48023"/>
                  </a:lnTo>
                  <a:lnTo>
                    <a:pt x="2177995" y="41267"/>
                  </a:lnTo>
                  <a:lnTo>
                    <a:pt x="2086758" y="35110"/>
                  </a:lnTo>
                  <a:lnTo>
                    <a:pt x="1988523" y="29499"/>
                  </a:lnTo>
                  <a:lnTo>
                    <a:pt x="1883789" y="24401"/>
                  </a:lnTo>
                  <a:lnTo>
                    <a:pt x="1773683" y="19796"/>
                  </a:lnTo>
                  <a:lnTo>
                    <a:pt x="1660091" y="15679"/>
                  </a:lnTo>
                  <a:lnTo>
                    <a:pt x="1545711" y="12054"/>
                  </a:lnTo>
                  <a:lnTo>
                    <a:pt x="1433983" y="8933"/>
                  </a:lnTo>
                  <a:lnTo>
                    <a:pt x="1328857" y="6323"/>
                  </a:lnTo>
                  <a:lnTo>
                    <a:pt x="1234365" y="4224"/>
                  </a:lnTo>
                  <a:lnTo>
                    <a:pt x="1154063" y="2618"/>
                  </a:lnTo>
                  <a:lnTo>
                    <a:pt x="1090440" y="1466"/>
                  </a:lnTo>
                  <a:lnTo>
                    <a:pt x="1044446" y="710"/>
                  </a:lnTo>
                  <a:lnTo>
                    <a:pt x="1015251" y="272"/>
                  </a:lnTo>
                  <a:lnTo>
                    <a:pt x="1000265" y="66"/>
                  </a:lnTo>
                  <a:lnTo>
                    <a:pt x="995327" y="4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80" name="pl1479"/>
            <p:cNvSpPr/>
            <p:nvPr/>
          </p:nvSpPr>
          <p:spPr>
            <a:xfrm>
              <a:off x="1199187" y="5345282"/>
              <a:ext cx="12049831" cy="712726"/>
            </a:xfrm>
            <a:custGeom>
              <a:avLst/>
              <a:pathLst>
                <a:path w="12049831" h="712726">
                  <a:moveTo>
                    <a:pt x="0" y="0"/>
                  </a:moveTo>
                  <a:lnTo>
                    <a:pt x="994940" y="0"/>
                  </a:lnTo>
                  <a:lnTo>
                    <a:pt x="996072" y="13"/>
                  </a:lnTo>
                  <a:lnTo>
                    <a:pt x="1003546" y="110"/>
                  </a:lnTo>
                  <a:lnTo>
                    <a:pt x="1022486" y="377"/>
                  </a:lnTo>
                  <a:lnTo>
                    <a:pt x="1056601" y="903"/>
                  </a:lnTo>
                  <a:lnTo>
                    <a:pt x="1107961" y="1772"/>
                  </a:lnTo>
                  <a:lnTo>
                    <a:pt x="1176842" y="3057"/>
                  </a:lnTo>
                  <a:lnTo>
                    <a:pt x="1261789" y="4810"/>
                  </a:lnTo>
                  <a:lnTo>
                    <a:pt x="1359930" y="7063"/>
                  </a:lnTo>
                  <a:lnTo>
                    <a:pt x="1467500" y="9830"/>
                  </a:lnTo>
                  <a:lnTo>
                    <a:pt x="1580438" y="13106"/>
                  </a:lnTo>
                  <a:lnTo>
                    <a:pt x="1694911" y="16881"/>
                  </a:lnTo>
                  <a:lnTo>
                    <a:pt x="1807689" y="21147"/>
                  </a:lnTo>
                  <a:lnTo>
                    <a:pt x="1916322" y="25901"/>
                  </a:lnTo>
                  <a:lnTo>
                    <a:pt x="2019165" y="31153"/>
                  </a:lnTo>
                  <a:lnTo>
                    <a:pt x="2115296" y="36925"/>
                  </a:lnTo>
                  <a:lnTo>
                    <a:pt x="2204380" y="43258"/>
                  </a:lnTo>
                  <a:lnTo>
                    <a:pt x="2286524" y="50209"/>
                  </a:lnTo>
                  <a:lnTo>
                    <a:pt x="2362139" y="57847"/>
                  </a:lnTo>
                  <a:lnTo>
                    <a:pt x="2431836" y="66257"/>
                  </a:lnTo>
                  <a:lnTo>
                    <a:pt x="2496335" y="75532"/>
                  </a:lnTo>
                  <a:lnTo>
                    <a:pt x="2556410" y="85770"/>
                  </a:lnTo>
                  <a:lnTo>
                    <a:pt x="2612833" y="97061"/>
                  </a:lnTo>
                  <a:lnTo>
                    <a:pt x="2666341" y="109476"/>
                  </a:lnTo>
                  <a:lnTo>
                    <a:pt x="2702183" y="118787"/>
                  </a:lnTo>
                  <a:lnTo>
                    <a:pt x="2761374" y="135958"/>
                  </a:lnTo>
                  <a:lnTo>
                    <a:pt x="2818765" y="154786"/>
                  </a:lnTo>
                  <a:lnTo>
                    <a:pt x="2875000" y="175298"/>
                  </a:lnTo>
                  <a:lnTo>
                    <a:pt x="2930560" y="197470"/>
                  </a:lnTo>
                  <a:lnTo>
                    <a:pt x="2985790" y="221225"/>
                  </a:lnTo>
                  <a:lnTo>
                    <a:pt x="3040923" y="246423"/>
                  </a:lnTo>
                  <a:lnTo>
                    <a:pt x="3096098" y="272866"/>
                  </a:lnTo>
                  <a:lnTo>
                    <a:pt x="3151375" y="300296"/>
                  </a:lnTo>
                  <a:lnTo>
                    <a:pt x="3206754" y="328413"/>
                  </a:lnTo>
                  <a:lnTo>
                    <a:pt x="3262195" y="356878"/>
                  </a:lnTo>
                  <a:lnTo>
                    <a:pt x="3317634" y="385337"/>
                  </a:lnTo>
                  <a:lnTo>
                    <a:pt x="3373010" y="413434"/>
                  </a:lnTo>
                  <a:lnTo>
                    <a:pt x="3428283" y="440834"/>
                  </a:lnTo>
                  <a:lnTo>
                    <a:pt x="3483455" y="467236"/>
                  </a:lnTo>
                  <a:lnTo>
                    <a:pt x="3538589" y="492385"/>
                  </a:lnTo>
                  <a:lnTo>
                    <a:pt x="3593826" y="516084"/>
                  </a:lnTo>
                  <a:lnTo>
                    <a:pt x="3649403" y="538198"/>
                  </a:lnTo>
                  <a:lnTo>
                    <a:pt x="3705671" y="558649"/>
                  </a:lnTo>
                  <a:lnTo>
                    <a:pt x="3763115" y="577416"/>
                  </a:lnTo>
                  <a:lnTo>
                    <a:pt x="3820202" y="593938"/>
                  </a:lnTo>
                  <a:lnTo>
                    <a:pt x="3872073" y="607152"/>
                  </a:lnTo>
                  <a:lnTo>
                    <a:pt x="3926395" y="619220"/>
                  </a:lnTo>
                  <a:lnTo>
                    <a:pt x="3983850" y="630181"/>
                  </a:lnTo>
                  <a:lnTo>
                    <a:pt x="4045190" y="640116"/>
                  </a:lnTo>
                  <a:lnTo>
                    <a:pt x="4111191" y="649117"/>
                  </a:lnTo>
                  <a:lnTo>
                    <a:pt x="4182618" y="657282"/>
                  </a:lnTo>
                  <a:lnTo>
                    <a:pt x="4260164" y="664703"/>
                  </a:lnTo>
                  <a:lnTo>
                    <a:pt x="4344390" y="671458"/>
                  </a:lnTo>
                  <a:lnTo>
                    <a:pt x="4435627" y="677616"/>
                  </a:lnTo>
                  <a:lnTo>
                    <a:pt x="4533862" y="683226"/>
                  </a:lnTo>
                  <a:lnTo>
                    <a:pt x="4638596" y="688324"/>
                  </a:lnTo>
                  <a:lnTo>
                    <a:pt x="4748702" y="692929"/>
                  </a:lnTo>
                  <a:lnTo>
                    <a:pt x="4862294" y="697046"/>
                  </a:lnTo>
                  <a:lnTo>
                    <a:pt x="4976674" y="700671"/>
                  </a:lnTo>
                  <a:lnTo>
                    <a:pt x="5088402" y="703792"/>
                  </a:lnTo>
                  <a:lnTo>
                    <a:pt x="5193528" y="706402"/>
                  </a:lnTo>
                  <a:lnTo>
                    <a:pt x="5288020" y="708501"/>
                  </a:lnTo>
                  <a:lnTo>
                    <a:pt x="5368322" y="710107"/>
                  </a:lnTo>
                  <a:lnTo>
                    <a:pt x="5431945" y="711259"/>
                  </a:lnTo>
                  <a:lnTo>
                    <a:pt x="5477939" y="712015"/>
                  </a:lnTo>
                  <a:lnTo>
                    <a:pt x="5507134" y="712453"/>
                  </a:lnTo>
                  <a:lnTo>
                    <a:pt x="5522120" y="712659"/>
                  </a:lnTo>
                  <a:lnTo>
                    <a:pt x="5527058" y="712721"/>
                  </a:lnTo>
                  <a:lnTo>
                    <a:pt x="5527445" y="712726"/>
                  </a:lnTo>
                  <a:lnTo>
                    <a:pt x="6522385" y="712726"/>
                  </a:lnTo>
                  <a:lnTo>
                    <a:pt x="6523522" y="712725"/>
                  </a:lnTo>
                  <a:lnTo>
                    <a:pt x="6531021" y="712722"/>
                  </a:lnTo>
                  <a:lnTo>
                    <a:pt x="6550026" y="712715"/>
                  </a:lnTo>
                  <a:lnTo>
                    <a:pt x="6584252" y="712699"/>
                  </a:lnTo>
                  <a:lnTo>
                    <a:pt x="6635770" y="712673"/>
                  </a:lnTo>
                  <a:lnTo>
                    <a:pt x="6704848" y="712636"/>
                  </a:lnTo>
                  <a:lnTo>
                    <a:pt x="6790014" y="712584"/>
                  </a:lnTo>
                  <a:lnTo>
                    <a:pt x="6888376" y="712517"/>
                  </a:lnTo>
                  <a:lnTo>
                    <a:pt x="6996151" y="712436"/>
                  </a:lnTo>
                  <a:lnTo>
                    <a:pt x="7109263" y="712339"/>
                  </a:lnTo>
                  <a:lnTo>
                    <a:pt x="7223872" y="712228"/>
                  </a:lnTo>
                  <a:lnTo>
                    <a:pt x="7336743" y="712102"/>
                  </a:lnTo>
                  <a:lnTo>
                    <a:pt x="7445429" y="711962"/>
                  </a:lnTo>
                  <a:lnTo>
                    <a:pt x="7548292" y="711807"/>
                  </a:lnTo>
                  <a:lnTo>
                    <a:pt x="7644417" y="711636"/>
                  </a:lnTo>
                  <a:lnTo>
                    <a:pt x="7733477" y="711450"/>
                  </a:lnTo>
                  <a:lnTo>
                    <a:pt x="7815585" y="711245"/>
                  </a:lnTo>
                  <a:lnTo>
                    <a:pt x="7891160" y="711019"/>
                  </a:lnTo>
                  <a:lnTo>
                    <a:pt x="7960816" y="710771"/>
                  </a:lnTo>
                  <a:lnTo>
                    <a:pt x="8025280" y="710497"/>
                  </a:lnTo>
                  <a:lnTo>
                    <a:pt x="8085328" y="710195"/>
                  </a:lnTo>
                  <a:lnTo>
                    <a:pt x="8141735" y="709862"/>
                  </a:lnTo>
                  <a:lnTo>
                    <a:pt x="8195237" y="709495"/>
                  </a:lnTo>
                  <a:lnTo>
                    <a:pt x="8229629" y="709232"/>
                  </a:lnTo>
                  <a:lnTo>
                    <a:pt x="8291281" y="708705"/>
                  </a:lnTo>
                  <a:lnTo>
                    <a:pt x="8351010" y="708124"/>
                  </a:lnTo>
                  <a:lnTo>
                    <a:pt x="8409533" y="707490"/>
                  </a:lnTo>
                  <a:lnTo>
                    <a:pt x="8467375" y="706803"/>
                  </a:lnTo>
                  <a:lnTo>
                    <a:pt x="8524910" y="706066"/>
                  </a:lnTo>
                  <a:lnTo>
                    <a:pt x="8582379" y="705284"/>
                  </a:lnTo>
                  <a:lnTo>
                    <a:pt x="8639916" y="704464"/>
                  </a:lnTo>
                  <a:lnTo>
                    <a:pt x="8697570" y="703615"/>
                  </a:lnTo>
                  <a:lnTo>
                    <a:pt x="8755323" y="702748"/>
                  </a:lnTo>
                  <a:lnTo>
                    <a:pt x="8813119" y="701874"/>
                  </a:lnTo>
                  <a:lnTo>
                    <a:pt x="8870883" y="701005"/>
                  </a:lnTo>
                  <a:lnTo>
                    <a:pt x="8928555" y="700153"/>
                  </a:lnTo>
                  <a:lnTo>
                    <a:pt x="8986109" y="699328"/>
                  </a:lnTo>
                  <a:lnTo>
                    <a:pt x="9043581" y="698540"/>
                  </a:lnTo>
                  <a:lnTo>
                    <a:pt x="9101093" y="697796"/>
                  </a:lnTo>
                  <a:lnTo>
                    <a:pt x="9158868" y="697101"/>
                  </a:lnTo>
                  <a:lnTo>
                    <a:pt x="9217257" y="696458"/>
                  </a:lnTo>
                  <a:lnTo>
                    <a:pt x="9276761" y="695870"/>
                  </a:lnTo>
                  <a:lnTo>
                    <a:pt x="9338063" y="695334"/>
                  </a:lnTo>
                  <a:lnTo>
                    <a:pt x="9347647" y="695257"/>
                  </a:lnTo>
                  <a:lnTo>
                    <a:pt x="9399583" y="694868"/>
                  </a:lnTo>
                  <a:lnTo>
                    <a:pt x="9453975" y="694513"/>
                  </a:lnTo>
                  <a:lnTo>
                    <a:pt x="9511510" y="694190"/>
                  </a:lnTo>
                  <a:lnTo>
                    <a:pt x="9572942" y="693897"/>
                  </a:lnTo>
                  <a:lnTo>
                    <a:pt x="9639051" y="693633"/>
                  </a:lnTo>
                  <a:lnTo>
                    <a:pt x="9710602" y="693392"/>
                  </a:lnTo>
                  <a:lnTo>
                    <a:pt x="9788293" y="693174"/>
                  </a:lnTo>
                  <a:lnTo>
                    <a:pt x="9872683" y="692975"/>
                  </a:lnTo>
                  <a:lnTo>
                    <a:pt x="9964103" y="692794"/>
                  </a:lnTo>
                  <a:lnTo>
                    <a:pt x="10062535" y="692629"/>
                  </a:lnTo>
                  <a:lnTo>
                    <a:pt x="10167472" y="692479"/>
                  </a:lnTo>
                  <a:lnTo>
                    <a:pt x="10277774" y="692344"/>
                  </a:lnTo>
                  <a:lnTo>
                    <a:pt x="10391536" y="692223"/>
                  </a:lnTo>
                  <a:lnTo>
                    <a:pt x="10506041" y="692116"/>
                  </a:lnTo>
                  <a:lnTo>
                    <a:pt x="10617823" y="692024"/>
                  </a:lnTo>
                  <a:lnTo>
                    <a:pt x="10722912" y="691948"/>
                  </a:lnTo>
                  <a:lnTo>
                    <a:pt x="10817267" y="691886"/>
                  </a:lnTo>
                  <a:lnTo>
                    <a:pt x="10897333" y="691839"/>
                  </a:lnTo>
                  <a:lnTo>
                    <a:pt x="10960643" y="691806"/>
                  </a:lnTo>
                  <a:lnTo>
                    <a:pt x="11006281" y="691784"/>
                  </a:lnTo>
                  <a:lnTo>
                    <a:pt x="11035120" y="691771"/>
                  </a:lnTo>
                  <a:lnTo>
                    <a:pt x="11049805" y="691765"/>
                  </a:lnTo>
                  <a:lnTo>
                    <a:pt x="11054548" y="691763"/>
                  </a:lnTo>
                  <a:lnTo>
                    <a:pt x="11054891" y="691763"/>
                  </a:lnTo>
                  <a:lnTo>
                    <a:pt x="12049831" y="691763"/>
                  </a:lnTo>
                  <a:lnTo>
                    <a:pt x="12049831" y="6917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1" name="pl1480"/>
            <p:cNvSpPr/>
            <p:nvPr/>
          </p:nvSpPr>
          <p:spPr>
            <a:xfrm>
              <a:off x="1199187" y="5340041"/>
              <a:ext cx="12049831" cy="712726"/>
            </a:xfrm>
            <a:custGeom>
              <a:avLst/>
              <a:pathLst>
                <a:path w="12049831" h="712726">
                  <a:moveTo>
                    <a:pt x="12049831" y="691763"/>
                  </a:moveTo>
                  <a:lnTo>
                    <a:pt x="11054891" y="691763"/>
                  </a:lnTo>
                  <a:lnTo>
                    <a:pt x="11053755" y="691764"/>
                  </a:lnTo>
                  <a:lnTo>
                    <a:pt x="11046255" y="691766"/>
                  </a:lnTo>
                  <a:lnTo>
                    <a:pt x="11027250" y="691774"/>
                  </a:lnTo>
                  <a:lnTo>
                    <a:pt x="10993024" y="691790"/>
                  </a:lnTo>
                  <a:lnTo>
                    <a:pt x="10941506" y="691816"/>
                  </a:lnTo>
                  <a:lnTo>
                    <a:pt x="10872428" y="691853"/>
                  </a:lnTo>
                  <a:lnTo>
                    <a:pt x="10787262" y="691905"/>
                  </a:lnTo>
                  <a:lnTo>
                    <a:pt x="10688900" y="691972"/>
                  </a:lnTo>
                  <a:lnTo>
                    <a:pt x="10581125" y="692053"/>
                  </a:lnTo>
                  <a:lnTo>
                    <a:pt x="10468013" y="692150"/>
                  </a:lnTo>
                  <a:lnTo>
                    <a:pt x="10353405" y="692261"/>
                  </a:lnTo>
                  <a:lnTo>
                    <a:pt x="10240533" y="692387"/>
                  </a:lnTo>
                  <a:lnTo>
                    <a:pt x="10131847" y="692527"/>
                  </a:lnTo>
                  <a:lnTo>
                    <a:pt x="10028984" y="692682"/>
                  </a:lnTo>
                  <a:lnTo>
                    <a:pt x="9932859" y="692852"/>
                  </a:lnTo>
                  <a:lnTo>
                    <a:pt x="9843799" y="693039"/>
                  </a:lnTo>
                  <a:lnTo>
                    <a:pt x="9761691" y="693244"/>
                  </a:lnTo>
                  <a:lnTo>
                    <a:pt x="9686117" y="693470"/>
                  </a:lnTo>
                  <a:lnTo>
                    <a:pt x="9616460" y="693718"/>
                  </a:lnTo>
                  <a:lnTo>
                    <a:pt x="9551996" y="693992"/>
                  </a:lnTo>
                  <a:lnTo>
                    <a:pt x="9491949" y="694294"/>
                  </a:lnTo>
                  <a:lnTo>
                    <a:pt x="9435542" y="694627"/>
                  </a:lnTo>
                  <a:lnTo>
                    <a:pt x="9382040" y="694994"/>
                  </a:lnTo>
                  <a:lnTo>
                    <a:pt x="9347647" y="695257"/>
                  </a:lnTo>
                  <a:lnTo>
                    <a:pt x="9285996" y="695784"/>
                  </a:lnTo>
                  <a:lnTo>
                    <a:pt x="9226267" y="696365"/>
                  </a:lnTo>
                  <a:lnTo>
                    <a:pt x="9167744" y="696999"/>
                  </a:lnTo>
                  <a:lnTo>
                    <a:pt x="9109901" y="697686"/>
                  </a:lnTo>
                  <a:lnTo>
                    <a:pt x="9052367" y="698423"/>
                  </a:lnTo>
                  <a:lnTo>
                    <a:pt x="8994898" y="699205"/>
                  </a:lnTo>
                  <a:lnTo>
                    <a:pt x="8937361" y="700025"/>
                  </a:lnTo>
                  <a:lnTo>
                    <a:pt x="8879707" y="700874"/>
                  </a:lnTo>
                  <a:lnTo>
                    <a:pt x="8821953" y="701741"/>
                  </a:lnTo>
                  <a:lnTo>
                    <a:pt x="8764158" y="702615"/>
                  </a:lnTo>
                  <a:lnTo>
                    <a:pt x="8706393" y="703484"/>
                  </a:lnTo>
                  <a:lnTo>
                    <a:pt x="8648722" y="704336"/>
                  </a:lnTo>
                  <a:lnTo>
                    <a:pt x="8591168" y="705161"/>
                  </a:lnTo>
                  <a:lnTo>
                    <a:pt x="8533695" y="705949"/>
                  </a:lnTo>
                  <a:lnTo>
                    <a:pt x="8476183" y="706693"/>
                  </a:lnTo>
                  <a:lnTo>
                    <a:pt x="8418408" y="707388"/>
                  </a:lnTo>
                  <a:lnTo>
                    <a:pt x="8360019" y="708031"/>
                  </a:lnTo>
                  <a:lnTo>
                    <a:pt x="8300516" y="708619"/>
                  </a:lnTo>
                  <a:lnTo>
                    <a:pt x="8239214" y="709155"/>
                  </a:lnTo>
                  <a:lnTo>
                    <a:pt x="8229629" y="709232"/>
                  </a:lnTo>
                  <a:lnTo>
                    <a:pt x="8177693" y="709621"/>
                  </a:lnTo>
                  <a:lnTo>
                    <a:pt x="8123301" y="709976"/>
                  </a:lnTo>
                  <a:lnTo>
                    <a:pt x="8065766" y="710299"/>
                  </a:lnTo>
                  <a:lnTo>
                    <a:pt x="8004334" y="710591"/>
                  </a:lnTo>
                  <a:lnTo>
                    <a:pt x="7938225" y="710856"/>
                  </a:lnTo>
                  <a:lnTo>
                    <a:pt x="7866674" y="711097"/>
                  </a:lnTo>
                  <a:lnTo>
                    <a:pt x="7788984" y="711315"/>
                  </a:lnTo>
                  <a:lnTo>
                    <a:pt x="7704594" y="711514"/>
                  </a:lnTo>
                  <a:lnTo>
                    <a:pt x="7613174" y="711695"/>
                  </a:lnTo>
                  <a:lnTo>
                    <a:pt x="7514742" y="711860"/>
                  </a:lnTo>
                  <a:lnTo>
                    <a:pt x="7409804" y="712010"/>
                  </a:lnTo>
                  <a:lnTo>
                    <a:pt x="7299503" y="712145"/>
                  </a:lnTo>
                  <a:lnTo>
                    <a:pt x="7185740" y="712266"/>
                  </a:lnTo>
                  <a:lnTo>
                    <a:pt x="7071236" y="712373"/>
                  </a:lnTo>
                  <a:lnTo>
                    <a:pt x="6959454" y="712465"/>
                  </a:lnTo>
                  <a:lnTo>
                    <a:pt x="6854364" y="712541"/>
                  </a:lnTo>
                  <a:lnTo>
                    <a:pt x="6760010" y="712603"/>
                  </a:lnTo>
                  <a:lnTo>
                    <a:pt x="6679943" y="712650"/>
                  </a:lnTo>
                  <a:lnTo>
                    <a:pt x="6616633" y="712683"/>
                  </a:lnTo>
                  <a:lnTo>
                    <a:pt x="6570996" y="712705"/>
                  </a:lnTo>
                  <a:lnTo>
                    <a:pt x="6542156" y="712718"/>
                  </a:lnTo>
                  <a:lnTo>
                    <a:pt x="6527471" y="712724"/>
                  </a:lnTo>
                  <a:lnTo>
                    <a:pt x="6522728" y="712726"/>
                  </a:lnTo>
                  <a:lnTo>
                    <a:pt x="6522385" y="712726"/>
                  </a:lnTo>
                  <a:lnTo>
                    <a:pt x="5527445" y="712726"/>
                  </a:lnTo>
                  <a:lnTo>
                    <a:pt x="5526313" y="712712"/>
                  </a:lnTo>
                  <a:lnTo>
                    <a:pt x="5518839" y="712616"/>
                  </a:lnTo>
                  <a:lnTo>
                    <a:pt x="5499899" y="712349"/>
                  </a:lnTo>
                  <a:lnTo>
                    <a:pt x="5465784" y="711823"/>
                  </a:lnTo>
                  <a:lnTo>
                    <a:pt x="5414424" y="710953"/>
                  </a:lnTo>
                  <a:lnTo>
                    <a:pt x="5345543" y="709669"/>
                  </a:lnTo>
                  <a:lnTo>
                    <a:pt x="5260596" y="707916"/>
                  </a:lnTo>
                  <a:lnTo>
                    <a:pt x="5162455" y="705662"/>
                  </a:lnTo>
                  <a:lnTo>
                    <a:pt x="5054885" y="702896"/>
                  </a:lnTo>
                  <a:lnTo>
                    <a:pt x="4941947" y="699620"/>
                  </a:lnTo>
                  <a:lnTo>
                    <a:pt x="4827474" y="695844"/>
                  </a:lnTo>
                  <a:lnTo>
                    <a:pt x="4714696" y="691578"/>
                  </a:lnTo>
                  <a:lnTo>
                    <a:pt x="4606063" y="686824"/>
                  </a:lnTo>
                  <a:lnTo>
                    <a:pt x="4503220" y="681573"/>
                  </a:lnTo>
                  <a:lnTo>
                    <a:pt x="4407089" y="675800"/>
                  </a:lnTo>
                  <a:lnTo>
                    <a:pt x="4318005" y="669467"/>
                  </a:lnTo>
                  <a:lnTo>
                    <a:pt x="4235861" y="662516"/>
                  </a:lnTo>
                  <a:lnTo>
                    <a:pt x="4160246" y="654878"/>
                  </a:lnTo>
                  <a:lnTo>
                    <a:pt x="4090549" y="646468"/>
                  </a:lnTo>
                  <a:lnTo>
                    <a:pt x="4026050" y="637193"/>
                  </a:lnTo>
                  <a:lnTo>
                    <a:pt x="3965975" y="626956"/>
                  </a:lnTo>
                  <a:lnTo>
                    <a:pt x="3909552" y="615664"/>
                  </a:lnTo>
                  <a:lnTo>
                    <a:pt x="3856044" y="603249"/>
                  </a:lnTo>
                  <a:lnTo>
                    <a:pt x="3820202" y="593938"/>
                  </a:lnTo>
                  <a:lnTo>
                    <a:pt x="3761011" y="576767"/>
                  </a:lnTo>
                  <a:lnTo>
                    <a:pt x="3703620" y="557939"/>
                  </a:lnTo>
                  <a:lnTo>
                    <a:pt x="3647385" y="537428"/>
                  </a:lnTo>
                  <a:lnTo>
                    <a:pt x="3591825" y="515255"/>
                  </a:lnTo>
                  <a:lnTo>
                    <a:pt x="3536595" y="491500"/>
                  </a:lnTo>
                  <a:lnTo>
                    <a:pt x="3481462" y="466302"/>
                  </a:lnTo>
                  <a:lnTo>
                    <a:pt x="3426287" y="439860"/>
                  </a:lnTo>
                  <a:lnTo>
                    <a:pt x="3371010" y="412429"/>
                  </a:lnTo>
                  <a:lnTo>
                    <a:pt x="3315631" y="384312"/>
                  </a:lnTo>
                  <a:lnTo>
                    <a:pt x="3260190" y="355847"/>
                  </a:lnTo>
                  <a:lnTo>
                    <a:pt x="3204751" y="327388"/>
                  </a:lnTo>
                  <a:lnTo>
                    <a:pt x="3149375" y="299291"/>
                  </a:lnTo>
                  <a:lnTo>
                    <a:pt x="3094102" y="271891"/>
                  </a:lnTo>
                  <a:lnTo>
                    <a:pt x="3038930" y="245490"/>
                  </a:lnTo>
                  <a:lnTo>
                    <a:pt x="2983796" y="220341"/>
                  </a:lnTo>
                  <a:lnTo>
                    <a:pt x="2928559" y="196641"/>
                  </a:lnTo>
                  <a:lnTo>
                    <a:pt x="2872982" y="174527"/>
                  </a:lnTo>
                  <a:lnTo>
                    <a:pt x="2816714" y="154076"/>
                  </a:lnTo>
                  <a:lnTo>
                    <a:pt x="2759270" y="135309"/>
                  </a:lnTo>
                  <a:lnTo>
                    <a:pt x="2702183" y="118787"/>
                  </a:lnTo>
                  <a:lnTo>
                    <a:pt x="2650312" y="105573"/>
                  </a:lnTo>
                  <a:lnTo>
                    <a:pt x="2595990" y="93506"/>
                  </a:lnTo>
                  <a:lnTo>
                    <a:pt x="2538535" y="82544"/>
                  </a:lnTo>
                  <a:lnTo>
                    <a:pt x="2477195" y="72610"/>
                  </a:lnTo>
                  <a:lnTo>
                    <a:pt x="2411194" y="63608"/>
                  </a:lnTo>
                  <a:lnTo>
                    <a:pt x="2339767" y="55443"/>
                  </a:lnTo>
                  <a:lnTo>
                    <a:pt x="2262221" y="48023"/>
                  </a:lnTo>
                  <a:lnTo>
                    <a:pt x="2177995" y="41267"/>
                  </a:lnTo>
                  <a:lnTo>
                    <a:pt x="2086758" y="35110"/>
                  </a:lnTo>
                  <a:lnTo>
                    <a:pt x="1988523" y="29499"/>
                  </a:lnTo>
                  <a:lnTo>
                    <a:pt x="1883789" y="24401"/>
                  </a:lnTo>
                  <a:lnTo>
                    <a:pt x="1773683" y="19796"/>
                  </a:lnTo>
                  <a:lnTo>
                    <a:pt x="1660091" y="15679"/>
                  </a:lnTo>
                  <a:lnTo>
                    <a:pt x="1545711" y="12054"/>
                  </a:lnTo>
                  <a:lnTo>
                    <a:pt x="1433983" y="8933"/>
                  </a:lnTo>
                  <a:lnTo>
                    <a:pt x="1328857" y="6323"/>
                  </a:lnTo>
                  <a:lnTo>
                    <a:pt x="1234365" y="4224"/>
                  </a:lnTo>
                  <a:lnTo>
                    <a:pt x="1154063" y="2618"/>
                  </a:lnTo>
                  <a:lnTo>
                    <a:pt x="1090440" y="1466"/>
                  </a:lnTo>
                  <a:lnTo>
                    <a:pt x="1044446" y="710"/>
                  </a:lnTo>
                  <a:lnTo>
                    <a:pt x="1015251" y="272"/>
                  </a:lnTo>
                  <a:lnTo>
                    <a:pt x="1000265" y="66"/>
                  </a:lnTo>
                  <a:lnTo>
                    <a:pt x="995327" y="4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2" name="pg1481"/>
            <p:cNvSpPr/>
            <p:nvPr/>
          </p:nvSpPr>
          <p:spPr>
            <a:xfrm>
              <a:off x="1199187" y="3144215"/>
              <a:ext cx="12049831" cy="2164381"/>
            </a:xfrm>
            <a:custGeom>
              <a:avLst/>
              <a:pathLst>
                <a:path w="12049831" h="2164381">
                  <a:moveTo>
                    <a:pt x="0" y="2164381"/>
                  </a:moveTo>
                  <a:lnTo>
                    <a:pt x="994940" y="2164381"/>
                  </a:lnTo>
                  <a:lnTo>
                    <a:pt x="996076" y="2164377"/>
                  </a:lnTo>
                  <a:lnTo>
                    <a:pt x="1003573" y="2164347"/>
                  </a:lnTo>
                  <a:lnTo>
                    <a:pt x="1022571" y="2164265"/>
                  </a:lnTo>
                  <a:lnTo>
                    <a:pt x="1056787" y="2164102"/>
                  </a:lnTo>
                  <a:lnTo>
                    <a:pt x="1108290" y="2163832"/>
                  </a:lnTo>
                  <a:lnTo>
                    <a:pt x="1177349" y="2163434"/>
                  </a:lnTo>
                  <a:lnTo>
                    <a:pt x="1262494" y="2162891"/>
                  </a:lnTo>
                  <a:lnTo>
                    <a:pt x="1360835" y="2162193"/>
                  </a:lnTo>
                  <a:lnTo>
                    <a:pt x="1468591" y="2161336"/>
                  </a:lnTo>
                  <a:lnTo>
                    <a:pt x="1581687" y="2160322"/>
                  </a:lnTo>
                  <a:lnTo>
                    <a:pt x="1696282" y="2159153"/>
                  </a:lnTo>
                  <a:lnTo>
                    <a:pt x="1809145" y="2157832"/>
                  </a:lnTo>
                  <a:lnTo>
                    <a:pt x="1917826" y="2156360"/>
                  </a:lnTo>
                  <a:lnTo>
                    <a:pt x="2020687" y="2154735"/>
                  </a:lnTo>
                  <a:lnTo>
                    <a:pt x="2116813" y="2152947"/>
                  </a:lnTo>
                  <a:lnTo>
                    <a:pt x="2205875" y="2150986"/>
                  </a:lnTo>
                  <a:lnTo>
                    <a:pt x="2287986" y="2148834"/>
                  </a:lnTo>
                  <a:lnTo>
                    <a:pt x="2363565" y="2146468"/>
                  </a:lnTo>
                  <a:lnTo>
                    <a:pt x="2433225" y="2143863"/>
                  </a:lnTo>
                  <a:lnTo>
                    <a:pt x="2497693" y="2140989"/>
                  </a:lnTo>
                  <a:lnTo>
                    <a:pt x="2557743" y="2137817"/>
                  </a:lnTo>
                  <a:lnTo>
                    <a:pt x="2614151" y="2134318"/>
                  </a:lnTo>
                  <a:lnTo>
                    <a:pt x="2667654" y="2130472"/>
                  </a:lnTo>
                  <a:lnTo>
                    <a:pt x="2702183" y="2127697"/>
                  </a:lnTo>
                  <a:lnTo>
                    <a:pt x="2763580" y="2122183"/>
                  </a:lnTo>
                  <a:lnTo>
                    <a:pt x="2823066" y="2116117"/>
                  </a:lnTo>
                  <a:lnTo>
                    <a:pt x="2881351" y="2109491"/>
                  </a:lnTo>
                  <a:lnTo>
                    <a:pt x="2938956" y="2102315"/>
                  </a:lnTo>
                  <a:lnTo>
                    <a:pt x="2996251" y="2094618"/>
                  </a:lnTo>
                  <a:lnTo>
                    <a:pt x="3053477" y="2086452"/>
                  </a:lnTo>
                  <a:lnTo>
                    <a:pt x="3110768" y="2077890"/>
                  </a:lnTo>
                  <a:lnTo>
                    <a:pt x="3168175" y="2069025"/>
                  </a:lnTo>
                  <a:lnTo>
                    <a:pt x="3225682" y="2059964"/>
                  </a:lnTo>
                  <a:lnTo>
                    <a:pt x="3283233" y="2050828"/>
                  </a:lnTo>
                  <a:lnTo>
                    <a:pt x="3340757" y="2041739"/>
                  </a:lnTo>
                  <a:lnTo>
                    <a:pt x="3398190" y="2032818"/>
                  </a:lnTo>
                  <a:lnTo>
                    <a:pt x="3455507" y="2024176"/>
                  </a:lnTo>
                  <a:lnTo>
                    <a:pt x="3512739" y="2015910"/>
                  </a:lnTo>
                  <a:lnTo>
                    <a:pt x="3570000" y="2008098"/>
                  </a:lnTo>
                  <a:lnTo>
                    <a:pt x="3627505" y="2000796"/>
                  </a:lnTo>
                  <a:lnTo>
                    <a:pt x="3685591" y="1994040"/>
                  </a:lnTo>
                  <a:lnTo>
                    <a:pt x="3744740" y="1987843"/>
                  </a:lnTo>
                  <a:lnTo>
                    <a:pt x="3805614" y="1982201"/>
                  </a:lnTo>
                  <a:lnTo>
                    <a:pt x="3820202" y="1980959"/>
                  </a:lnTo>
                  <a:lnTo>
                    <a:pt x="3872131" y="1976874"/>
                  </a:lnTo>
                  <a:lnTo>
                    <a:pt x="3926517" y="1973144"/>
                  </a:lnTo>
                  <a:lnTo>
                    <a:pt x="3984044" y="1969756"/>
                  </a:lnTo>
                  <a:lnTo>
                    <a:pt x="4045467" y="1966686"/>
                  </a:lnTo>
                  <a:lnTo>
                    <a:pt x="4111566" y="1963904"/>
                  </a:lnTo>
                  <a:lnTo>
                    <a:pt x="4183106" y="1961381"/>
                  </a:lnTo>
                  <a:lnTo>
                    <a:pt x="4260782" y="1959089"/>
                  </a:lnTo>
                  <a:lnTo>
                    <a:pt x="4345157" y="1957002"/>
                  </a:lnTo>
                  <a:lnTo>
                    <a:pt x="4436559" y="1955100"/>
                  </a:lnTo>
                  <a:lnTo>
                    <a:pt x="4534972" y="1953367"/>
                  </a:lnTo>
                  <a:lnTo>
                    <a:pt x="4639891" y="1951793"/>
                  </a:lnTo>
                  <a:lnTo>
                    <a:pt x="4750174" y="1950371"/>
                  </a:lnTo>
                  <a:lnTo>
                    <a:pt x="4863920" y="1949100"/>
                  </a:lnTo>
                  <a:lnTo>
                    <a:pt x="4978413" y="1947982"/>
                  </a:lnTo>
                  <a:lnTo>
                    <a:pt x="5090190" y="1947019"/>
                  </a:lnTo>
                  <a:lnTo>
                    <a:pt x="5195283" y="1946215"/>
                  </a:lnTo>
                  <a:lnTo>
                    <a:pt x="5289650" y="1945569"/>
                  </a:lnTo>
                  <a:lnTo>
                    <a:pt x="5369739" y="1945075"/>
                  </a:lnTo>
                  <a:lnTo>
                    <a:pt x="5433079" y="1944722"/>
                  </a:lnTo>
                  <a:lnTo>
                    <a:pt x="5478751" y="1944490"/>
                  </a:lnTo>
                  <a:lnTo>
                    <a:pt x="5507624" y="1944357"/>
                  </a:lnTo>
                  <a:lnTo>
                    <a:pt x="5522337" y="1944295"/>
                  </a:lnTo>
                  <a:lnTo>
                    <a:pt x="5527098" y="1944276"/>
                  </a:lnTo>
                  <a:lnTo>
                    <a:pt x="5527445" y="1944275"/>
                  </a:lnTo>
                  <a:lnTo>
                    <a:pt x="6522385" y="1944275"/>
                  </a:lnTo>
                  <a:lnTo>
                    <a:pt x="6523493" y="1944239"/>
                  </a:lnTo>
                  <a:lnTo>
                    <a:pt x="6530804" y="1943982"/>
                  </a:lnTo>
                  <a:lnTo>
                    <a:pt x="6549345" y="1943272"/>
                  </a:lnTo>
                  <a:lnTo>
                    <a:pt x="6582768" y="1941874"/>
                  </a:lnTo>
                  <a:lnTo>
                    <a:pt x="6633141" y="1939561"/>
                  </a:lnTo>
                  <a:lnTo>
                    <a:pt x="6700797" y="1936143"/>
                  </a:lnTo>
                  <a:lnTo>
                    <a:pt x="6784376" y="1931474"/>
                  </a:lnTo>
                  <a:lnTo>
                    <a:pt x="6881128" y="1925467"/>
                  </a:lnTo>
                  <a:lnTo>
                    <a:pt x="6987406" y="1918088"/>
                  </a:lnTo>
                  <a:lnTo>
                    <a:pt x="7099241" y="1909341"/>
                  </a:lnTo>
                  <a:lnTo>
                    <a:pt x="7212856" y="1899252"/>
                  </a:lnTo>
                  <a:lnTo>
                    <a:pt x="7325037" y="1887848"/>
                  </a:lnTo>
                  <a:lnTo>
                    <a:pt x="7433320" y="1875138"/>
                  </a:lnTo>
                  <a:lnTo>
                    <a:pt x="7536025" y="1861099"/>
                  </a:lnTo>
                  <a:lnTo>
                    <a:pt x="7632185" y="1845672"/>
                  </a:lnTo>
                  <a:lnTo>
                    <a:pt x="7721418" y="1828757"/>
                  </a:lnTo>
                  <a:lnTo>
                    <a:pt x="7803782" y="1810208"/>
                  </a:lnTo>
                  <a:lnTo>
                    <a:pt x="7879651" y="1789843"/>
                  </a:lnTo>
                  <a:lnTo>
                    <a:pt x="7949601" y="1767443"/>
                  </a:lnTo>
                  <a:lnTo>
                    <a:pt x="8014325" y="1742761"/>
                  </a:lnTo>
                  <a:lnTo>
                    <a:pt x="8074575" y="1715540"/>
                  </a:lnTo>
                  <a:lnTo>
                    <a:pt x="8131110" y="1685531"/>
                  </a:lnTo>
                  <a:lnTo>
                    <a:pt x="8184656" y="1652536"/>
                  </a:lnTo>
                  <a:lnTo>
                    <a:pt x="8229629" y="1621102"/>
                  </a:lnTo>
                  <a:lnTo>
                    <a:pt x="8279669" y="1582012"/>
                  </a:lnTo>
                  <a:lnTo>
                    <a:pt x="8328350" y="1539732"/>
                  </a:lnTo>
                  <a:lnTo>
                    <a:pt x="8376082" y="1494201"/>
                  </a:lnTo>
                  <a:lnTo>
                    <a:pt x="8423190" y="1445421"/>
                  </a:lnTo>
                  <a:lnTo>
                    <a:pt x="8469920" y="1393470"/>
                  </a:lnTo>
                  <a:lnTo>
                    <a:pt x="8516460" y="1338505"/>
                  </a:lnTo>
                  <a:lnTo>
                    <a:pt x="8562941" y="1280765"/>
                  </a:lnTo>
                  <a:lnTo>
                    <a:pt x="8609445" y="1220575"/>
                  </a:lnTo>
                  <a:lnTo>
                    <a:pt x="8656017" y="1158334"/>
                  </a:lnTo>
                  <a:lnTo>
                    <a:pt x="8702667" y="1094515"/>
                  </a:lnTo>
                  <a:lnTo>
                    <a:pt x="8749380" y="1029642"/>
                  </a:lnTo>
                  <a:lnTo>
                    <a:pt x="8796126" y="964280"/>
                  </a:lnTo>
                  <a:lnTo>
                    <a:pt x="8842865" y="899012"/>
                  </a:lnTo>
                  <a:lnTo>
                    <a:pt x="8889561" y="834417"/>
                  </a:lnTo>
                  <a:lnTo>
                    <a:pt x="8936186" y="771048"/>
                  </a:lnTo>
                  <a:lnTo>
                    <a:pt x="8982734" y="709416"/>
                  </a:lnTo>
                  <a:lnTo>
                    <a:pt x="9029224" y="649970"/>
                  </a:lnTo>
                  <a:lnTo>
                    <a:pt x="9075712" y="593088"/>
                  </a:lnTo>
                  <a:lnTo>
                    <a:pt x="9122297" y="539066"/>
                  </a:lnTo>
                  <a:lnTo>
                    <a:pt x="9169125" y="488118"/>
                  </a:lnTo>
                  <a:lnTo>
                    <a:pt x="9216402" y="440374"/>
                  </a:lnTo>
                  <a:lnTo>
                    <a:pt x="9264399" y="395887"/>
                  </a:lnTo>
                  <a:lnTo>
                    <a:pt x="9313466" y="354639"/>
                  </a:lnTo>
                  <a:lnTo>
                    <a:pt x="9347647" y="328413"/>
                  </a:lnTo>
                  <a:lnTo>
                    <a:pt x="9399118" y="292722"/>
                  </a:lnTo>
                  <a:lnTo>
                    <a:pt x="9452997" y="260106"/>
                  </a:lnTo>
                  <a:lnTo>
                    <a:pt x="9509952" y="230455"/>
                  </a:lnTo>
                  <a:lnTo>
                    <a:pt x="9570715" y="203562"/>
                  </a:lnTo>
                  <a:lnTo>
                    <a:pt x="9636046" y="179177"/>
                  </a:lnTo>
                  <a:lnTo>
                    <a:pt x="9706694" y="157042"/>
                  </a:lnTo>
                  <a:lnTo>
                    <a:pt x="9783340" y="136913"/>
                  </a:lnTo>
                  <a:lnTo>
                    <a:pt x="9866541" y="118576"/>
                  </a:lnTo>
                  <a:lnTo>
                    <a:pt x="9956636" y="101852"/>
                  </a:lnTo>
                  <a:lnTo>
                    <a:pt x="10053639" y="86602"/>
                  </a:lnTo>
                  <a:lnTo>
                    <a:pt x="10157101" y="72730"/>
                  </a:lnTo>
                  <a:lnTo>
                    <a:pt x="10265974" y="60182"/>
                  </a:lnTo>
                  <a:lnTo>
                    <a:pt x="10378483" y="48940"/>
                  </a:lnTo>
                  <a:lnTo>
                    <a:pt x="10492066" y="39017"/>
                  </a:lnTo>
                  <a:lnTo>
                    <a:pt x="10603425" y="30438"/>
                  </a:lnTo>
                  <a:lnTo>
                    <a:pt x="10708737" y="23229"/>
                  </a:lnTo>
                  <a:lnTo>
                    <a:pt x="10804041" y="17390"/>
                  </a:lnTo>
                  <a:lnTo>
                    <a:pt x="10885772" y="12883"/>
                  </a:lnTo>
                  <a:lnTo>
                    <a:pt x="10951327" y="9610"/>
                  </a:lnTo>
                  <a:lnTo>
                    <a:pt x="10999546" y="7423"/>
                  </a:lnTo>
                  <a:lnTo>
                    <a:pt x="11030978" y="6122"/>
                  </a:lnTo>
                  <a:lnTo>
                    <a:pt x="11047898" y="5481"/>
                  </a:lnTo>
                  <a:lnTo>
                    <a:pt x="11054142" y="526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4" y="36"/>
                  </a:lnTo>
                  <a:lnTo>
                    <a:pt x="11046472" y="292"/>
                  </a:lnTo>
                  <a:lnTo>
                    <a:pt x="11027932" y="1002"/>
                  </a:lnTo>
                  <a:lnTo>
                    <a:pt x="10994509" y="2401"/>
                  </a:lnTo>
                  <a:lnTo>
                    <a:pt x="10944135" y="4713"/>
                  </a:lnTo>
                  <a:lnTo>
                    <a:pt x="10876480" y="8131"/>
                  </a:lnTo>
                  <a:lnTo>
                    <a:pt x="10792901" y="12800"/>
                  </a:lnTo>
                  <a:lnTo>
                    <a:pt x="10696149" y="18807"/>
                  </a:lnTo>
                  <a:lnTo>
                    <a:pt x="10589871" y="26186"/>
                  </a:lnTo>
                  <a:lnTo>
                    <a:pt x="10478036" y="34933"/>
                  </a:lnTo>
                  <a:lnTo>
                    <a:pt x="10364421" y="45022"/>
                  </a:lnTo>
                  <a:lnTo>
                    <a:pt x="10252240" y="56426"/>
                  </a:lnTo>
                  <a:lnTo>
                    <a:pt x="10143957" y="69136"/>
                  </a:lnTo>
                  <a:lnTo>
                    <a:pt x="10041251" y="83175"/>
                  </a:lnTo>
                  <a:lnTo>
                    <a:pt x="9945091" y="98602"/>
                  </a:lnTo>
                  <a:lnTo>
                    <a:pt x="9855859" y="115518"/>
                  </a:lnTo>
                  <a:lnTo>
                    <a:pt x="9773494" y="134066"/>
                  </a:lnTo>
                  <a:lnTo>
                    <a:pt x="9697625" y="154431"/>
                  </a:lnTo>
                  <a:lnTo>
                    <a:pt x="9627676" y="176831"/>
                  </a:lnTo>
                  <a:lnTo>
                    <a:pt x="9562951" y="201513"/>
                  </a:lnTo>
                  <a:lnTo>
                    <a:pt x="9502701" y="228734"/>
                  </a:lnTo>
                  <a:lnTo>
                    <a:pt x="9446167" y="258743"/>
                  </a:lnTo>
                  <a:lnTo>
                    <a:pt x="9392621" y="291738"/>
                  </a:lnTo>
                  <a:lnTo>
                    <a:pt x="9347647" y="323172"/>
                  </a:lnTo>
                  <a:lnTo>
                    <a:pt x="9297607" y="362262"/>
                  </a:lnTo>
                  <a:lnTo>
                    <a:pt x="9248926" y="404542"/>
                  </a:lnTo>
                  <a:lnTo>
                    <a:pt x="9201194" y="450073"/>
                  </a:lnTo>
                  <a:lnTo>
                    <a:pt x="9154087" y="498853"/>
                  </a:lnTo>
                  <a:lnTo>
                    <a:pt x="9107356" y="550804"/>
                  </a:lnTo>
                  <a:lnTo>
                    <a:pt x="9060816" y="605769"/>
                  </a:lnTo>
                  <a:lnTo>
                    <a:pt x="9014336" y="663509"/>
                  </a:lnTo>
                  <a:lnTo>
                    <a:pt x="8967831" y="723699"/>
                  </a:lnTo>
                  <a:lnTo>
                    <a:pt x="8921259" y="785940"/>
                  </a:lnTo>
                  <a:lnTo>
                    <a:pt x="8874610" y="849760"/>
                  </a:lnTo>
                  <a:lnTo>
                    <a:pt x="8827896" y="914632"/>
                  </a:lnTo>
                  <a:lnTo>
                    <a:pt x="8781151" y="979994"/>
                  </a:lnTo>
                  <a:lnTo>
                    <a:pt x="8734412" y="1045262"/>
                  </a:lnTo>
                  <a:lnTo>
                    <a:pt x="8687716" y="1109858"/>
                  </a:lnTo>
                  <a:lnTo>
                    <a:pt x="8641091" y="1173226"/>
                  </a:lnTo>
                  <a:lnTo>
                    <a:pt x="8594543" y="1234858"/>
                  </a:lnTo>
                  <a:lnTo>
                    <a:pt x="8548053" y="1294304"/>
                  </a:lnTo>
                  <a:lnTo>
                    <a:pt x="8501564" y="1351186"/>
                  </a:lnTo>
                  <a:lnTo>
                    <a:pt x="8454980" y="1405208"/>
                  </a:lnTo>
                  <a:lnTo>
                    <a:pt x="8408152" y="1456156"/>
                  </a:lnTo>
                  <a:lnTo>
                    <a:pt x="8360875" y="1503900"/>
                  </a:lnTo>
                  <a:lnTo>
                    <a:pt x="8312878" y="1548387"/>
                  </a:lnTo>
                  <a:lnTo>
                    <a:pt x="8263811" y="1589635"/>
                  </a:lnTo>
                  <a:lnTo>
                    <a:pt x="8229629" y="1615862"/>
                  </a:lnTo>
                  <a:lnTo>
                    <a:pt x="8178158" y="1651552"/>
                  </a:lnTo>
                  <a:lnTo>
                    <a:pt x="8124279" y="1684168"/>
                  </a:lnTo>
                  <a:lnTo>
                    <a:pt x="8067325" y="1713820"/>
                  </a:lnTo>
                  <a:lnTo>
                    <a:pt x="8006562" y="1740712"/>
                  </a:lnTo>
                  <a:lnTo>
                    <a:pt x="7941230" y="1765097"/>
                  </a:lnTo>
                  <a:lnTo>
                    <a:pt x="7870583" y="1787232"/>
                  </a:lnTo>
                  <a:lnTo>
                    <a:pt x="7793937" y="1807361"/>
                  </a:lnTo>
                  <a:lnTo>
                    <a:pt x="7710736" y="1825698"/>
                  </a:lnTo>
                  <a:lnTo>
                    <a:pt x="7620640" y="1842422"/>
                  </a:lnTo>
                  <a:lnTo>
                    <a:pt x="7523638" y="1857672"/>
                  </a:lnTo>
                  <a:lnTo>
                    <a:pt x="7420175" y="1871544"/>
                  </a:lnTo>
                  <a:lnTo>
                    <a:pt x="7311302" y="1884092"/>
                  </a:lnTo>
                  <a:lnTo>
                    <a:pt x="7198794" y="1895334"/>
                  </a:lnTo>
                  <a:lnTo>
                    <a:pt x="7085211" y="1905258"/>
                  </a:lnTo>
                  <a:lnTo>
                    <a:pt x="6973851" y="1913836"/>
                  </a:lnTo>
                  <a:lnTo>
                    <a:pt x="6868540" y="1921046"/>
                  </a:lnTo>
                  <a:lnTo>
                    <a:pt x="6773235" y="1926884"/>
                  </a:lnTo>
                  <a:lnTo>
                    <a:pt x="6691504" y="1931392"/>
                  </a:lnTo>
                  <a:lnTo>
                    <a:pt x="6625949" y="1934664"/>
                  </a:lnTo>
                  <a:lnTo>
                    <a:pt x="6577731" y="1936851"/>
                  </a:lnTo>
                  <a:lnTo>
                    <a:pt x="6546299" y="1938152"/>
                  </a:lnTo>
                  <a:lnTo>
                    <a:pt x="6529378" y="1938793"/>
                  </a:lnTo>
                  <a:lnTo>
                    <a:pt x="6523135" y="1939010"/>
                  </a:lnTo>
                  <a:lnTo>
                    <a:pt x="6522385" y="1939034"/>
                  </a:lnTo>
                  <a:lnTo>
                    <a:pt x="5527445" y="1939034"/>
                  </a:lnTo>
                  <a:lnTo>
                    <a:pt x="5526309" y="1939038"/>
                  </a:lnTo>
                  <a:lnTo>
                    <a:pt x="5518812" y="1939068"/>
                  </a:lnTo>
                  <a:lnTo>
                    <a:pt x="5499814" y="1939151"/>
                  </a:lnTo>
                  <a:lnTo>
                    <a:pt x="5465598" y="1939314"/>
                  </a:lnTo>
                  <a:lnTo>
                    <a:pt x="5414095" y="1939583"/>
                  </a:lnTo>
                  <a:lnTo>
                    <a:pt x="5345036" y="1939981"/>
                  </a:lnTo>
                  <a:lnTo>
                    <a:pt x="5259891" y="1940524"/>
                  </a:lnTo>
                  <a:lnTo>
                    <a:pt x="5161550" y="1941222"/>
                  </a:lnTo>
                  <a:lnTo>
                    <a:pt x="5053794" y="1942079"/>
                  </a:lnTo>
                  <a:lnTo>
                    <a:pt x="4940698" y="1943093"/>
                  </a:lnTo>
                  <a:lnTo>
                    <a:pt x="4826103" y="1944263"/>
                  </a:lnTo>
                  <a:lnTo>
                    <a:pt x="4713240" y="1945583"/>
                  </a:lnTo>
                  <a:lnTo>
                    <a:pt x="4604559" y="1947055"/>
                  </a:lnTo>
                  <a:lnTo>
                    <a:pt x="4501698" y="1948681"/>
                  </a:lnTo>
                  <a:lnTo>
                    <a:pt x="4405572" y="1950468"/>
                  </a:lnTo>
                  <a:lnTo>
                    <a:pt x="4316510" y="1952429"/>
                  </a:lnTo>
                  <a:lnTo>
                    <a:pt x="4234399" y="1954582"/>
                  </a:lnTo>
                  <a:lnTo>
                    <a:pt x="4158820" y="1956947"/>
                  </a:lnTo>
                  <a:lnTo>
                    <a:pt x="4089160" y="1959553"/>
                  </a:lnTo>
                  <a:lnTo>
                    <a:pt x="4024692" y="1962426"/>
                  </a:lnTo>
                  <a:lnTo>
                    <a:pt x="3964642" y="1965598"/>
                  </a:lnTo>
                  <a:lnTo>
                    <a:pt x="3908234" y="1969097"/>
                  </a:lnTo>
                  <a:lnTo>
                    <a:pt x="3854731" y="1972944"/>
                  </a:lnTo>
                  <a:lnTo>
                    <a:pt x="3820202" y="1975719"/>
                  </a:lnTo>
                  <a:lnTo>
                    <a:pt x="3758805" y="1981233"/>
                  </a:lnTo>
                  <a:lnTo>
                    <a:pt x="3699319" y="1987298"/>
                  </a:lnTo>
                  <a:lnTo>
                    <a:pt x="3641034" y="1993924"/>
                  </a:lnTo>
                  <a:lnTo>
                    <a:pt x="3583429" y="2001101"/>
                  </a:lnTo>
                  <a:lnTo>
                    <a:pt x="3526134" y="2008798"/>
                  </a:lnTo>
                  <a:lnTo>
                    <a:pt x="3468908" y="2016963"/>
                  </a:lnTo>
                  <a:lnTo>
                    <a:pt x="3411617" y="2025525"/>
                  </a:lnTo>
                  <a:lnTo>
                    <a:pt x="3354210" y="2034391"/>
                  </a:lnTo>
                  <a:lnTo>
                    <a:pt x="3296703" y="2043451"/>
                  </a:lnTo>
                  <a:lnTo>
                    <a:pt x="3239152" y="2052587"/>
                  </a:lnTo>
                  <a:lnTo>
                    <a:pt x="3181628" y="2061677"/>
                  </a:lnTo>
                  <a:lnTo>
                    <a:pt x="3124195" y="2070598"/>
                  </a:lnTo>
                  <a:lnTo>
                    <a:pt x="3066878" y="2079240"/>
                  </a:lnTo>
                  <a:lnTo>
                    <a:pt x="3009646" y="2087506"/>
                  </a:lnTo>
                  <a:lnTo>
                    <a:pt x="2952385" y="2095318"/>
                  </a:lnTo>
                  <a:lnTo>
                    <a:pt x="2894880" y="2102619"/>
                  </a:lnTo>
                  <a:lnTo>
                    <a:pt x="2836794" y="2109376"/>
                  </a:lnTo>
                  <a:lnTo>
                    <a:pt x="2777645" y="2115573"/>
                  </a:lnTo>
                  <a:lnTo>
                    <a:pt x="2716771" y="2121214"/>
                  </a:lnTo>
                  <a:lnTo>
                    <a:pt x="2702183" y="2122456"/>
                  </a:lnTo>
                  <a:lnTo>
                    <a:pt x="2650254" y="2126541"/>
                  </a:lnTo>
                  <a:lnTo>
                    <a:pt x="2595868" y="2130272"/>
                  </a:lnTo>
                  <a:lnTo>
                    <a:pt x="2538341" y="2133660"/>
                  </a:lnTo>
                  <a:lnTo>
                    <a:pt x="2476918" y="2136730"/>
                  </a:lnTo>
                  <a:lnTo>
                    <a:pt x="2410819" y="2139511"/>
                  </a:lnTo>
                  <a:lnTo>
                    <a:pt x="2339279" y="2142034"/>
                  </a:lnTo>
                  <a:lnTo>
                    <a:pt x="2261603" y="2144327"/>
                  </a:lnTo>
                  <a:lnTo>
                    <a:pt x="2177228" y="2146414"/>
                  </a:lnTo>
                  <a:lnTo>
                    <a:pt x="2085826" y="2148316"/>
                  </a:lnTo>
                  <a:lnTo>
                    <a:pt x="1987413" y="2150049"/>
                  </a:lnTo>
                  <a:lnTo>
                    <a:pt x="1882494" y="2151623"/>
                  </a:lnTo>
                  <a:lnTo>
                    <a:pt x="1772211" y="2153045"/>
                  </a:lnTo>
                  <a:lnTo>
                    <a:pt x="1658465" y="2154316"/>
                  </a:lnTo>
                  <a:lnTo>
                    <a:pt x="1543972" y="2155434"/>
                  </a:lnTo>
                  <a:lnTo>
                    <a:pt x="1432195" y="2156396"/>
                  </a:lnTo>
                  <a:lnTo>
                    <a:pt x="1327102" y="2157201"/>
                  </a:lnTo>
                  <a:lnTo>
                    <a:pt x="1232735" y="2157847"/>
                  </a:lnTo>
                  <a:lnTo>
                    <a:pt x="1152646" y="2158340"/>
                  </a:lnTo>
                  <a:lnTo>
                    <a:pt x="1089306" y="2158694"/>
                  </a:lnTo>
                  <a:lnTo>
                    <a:pt x="1043634" y="2158925"/>
                  </a:lnTo>
                  <a:lnTo>
                    <a:pt x="1014761" y="2159059"/>
                  </a:lnTo>
                  <a:lnTo>
                    <a:pt x="1000048" y="2159121"/>
                  </a:lnTo>
                  <a:lnTo>
                    <a:pt x="995287" y="2159139"/>
                  </a:lnTo>
                  <a:lnTo>
                    <a:pt x="994940" y="2159141"/>
                  </a:lnTo>
                  <a:lnTo>
                    <a:pt x="0" y="2159141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83" name="pl1482"/>
            <p:cNvSpPr/>
            <p:nvPr/>
          </p:nvSpPr>
          <p:spPr>
            <a:xfrm>
              <a:off x="1199187" y="3149456"/>
              <a:ext cx="12049831" cy="2159141"/>
            </a:xfrm>
            <a:custGeom>
              <a:avLst/>
              <a:pathLst>
                <a:path w="12049831" h="2159141">
                  <a:moveTo>
                    <a:pt x="0" y="2159141"/>
                  </a:moveTo>
                  <a:lnTo>
                    <a:pt x="994940" y="2159141"/>
                  </a:lnTo>
                  <a:lnTo>
                    <a:pt x="996076" y="2159137"/>
                  </a:lnTo>
                  <a:lnTo>
                    <a:pt x="1003573" y="2159107"/>
                  </a:lnTo>
                  <a:lnTo>
                    <a:pt x="1022571" y="2159024"/>
                  </a:lnTo>
                  <a:lnTo>
                    <a:pt x="1056787" y="2158861"/>
                  </a:lnTo>
                  <a:lnTo>
                    <a:pt x="1108290" y="2158592"/>
                  </a:lnTo>
                  <a:lnTo>
                    <a:pt x="1177349" y="2158194"/>
                  </a:lnTo>
                  <a:lnTo>
                    <a:pt x="1262494" y="2157651"/>
                  </a:lnTo>
                  <a:lnTo>
                    <a:pt x="1360835" y="2156952"/>
                  </a:lnTo>
                  <a:lnTo>
                    <a:pt x="1468591" y="2156096"/>
                  </a:lnTo>
                  <a:lnTo>
                    <a:pt x="1581687" y="2155081"/>
                  </a:lnTo>
                  <a:lnTo>
                    <a:pt x="1696282" y="2153912"/>
                  </a:lnTo>
                  <a:lnTo>
                    <a:pt x="1809145" y="2152592"/>
                  </a:lnTo>
                  <a:lnTo>
                    <a:pt x="1917826" y="2151120"/>
                  </a:lnTo>
                  <a:lnTo>
                    <a:pt x="2020687" y="2149494"/>
                  </a:lnTo>
                  <a:lnTo>
                    <a:pt x="2116813" y="2147707"/>
                  </a:lnTo>
                  <a:lnTo>
                    <a:pt x="2205875" y="2145746"/>
                  </a:lnTo>
                  <a:lnTo>
                    <a:pt x="2287986" y="2143593"/>
                  </a:lnTo>
                  <a:lnTo>
                    <a:pt x="2363565" y="2141227"/>
                  </a:lnTo>
                  <a:lnTo>
                    <a:pt x="2433225" y="2138622"/>
                  </a:lnTo>
                  <a:lnTo>
                    <a:pt x="2497693" y="2135749"/>
                  </a:lnTo>
                  <a:lnTo>
                    <a:pt x="2557743" y="2132577"/>
                  </a:lnTo>
                  <a:lnTo>
                    <a:pt x="2614151" y="2129078"/>
                  </a:lnTo>
                  <a:lnTo>
                    <a:pt x="2667654" y="2125231"/>
                  </a:lnTo>
                  <a:lnTo>
                    <a:pt x="2702183" y="2122456"/>
                  </a:lnTo>
                  <a:lnTo>
                    <a:pt x="2763580" y="2116942"/>
                  </a:lnTo>
                  <a:lnTo>
                    <a:pt x="2823066" y="2110877"/>
                  </a:lnTo>
                  <a:lnTo>
                    <a:pt x="2881351" y="2104251"/>
                  </a:lnTo>
                  <a:lnTo>
                    <a:pt x="2938956" y="2097074"/>
                  </a:lnTo>
                  <a:lnTo>
                    <a:pt x="2996251" y="2089377"/>
                  </a:lnTo>
                  <a:lnTo>
                    <a:pt x="3053477" y="2081211"/>
                  </a:lnTo>
                  <a:lnTo>
                    <a:pt x="3110768" y="2072650"/>
                  </a:lnTo>
                  <a:lnTo>
                    <a:pt x="3168175" y="2063784"/>
                  </a:lnTo>
                  <a:lnTo>
                    <a:pt x="3225682" y="2054724"/>
                  </a:lnTo>
                  <a:lnTo>
                    <a:pt x="3283233" y="2045587"/>
                  </a:lnTo>
                  <a:lnTo>
                    <a:pt x="3340757" y="2036498"/>
                  </a:lnTo>
                  <a:lnTo>
                    <a:pt x="3398190" y="2027577"/>
                  </a:lnTo>
                  <a:lnTo>
                    <a:pt x="3455507" y="2018935"/>
                  </a:lnTo>
                  <a:lnTo>
                    <a:pt x="3512739" y="2010669"/>
                  </a:lnTo>
                  <a:lnTo>
                    <a:pt x="3570000" y="2002857"/>
                  </a:lnTo>
                  <a:lnTo>
                    <a:pt x="3627505" y="1995555"/>
                  </a:lnTo>
                  <a:lnTo>
                    <a:pt x="3685591" y="1988799"/>
                  </a:lnTo>
                  <a:lnTo>
                    <a:pt x="3744740" y="1982602"/>
                  </a:lnTo>
                  <a:lnTo>
                    <a:pt x="3805614" y="1976961"/>
                  </a:lnTo>
                  <a:lnTo>
                    <a:pt x="3820202" y="1975719"/>
                  </a:lnTo>
                  <a:lnTo>
                    <a:pt x="3872131" y="1971633"/>
                  </a:lnTo>
                  <a:lnTo>
                    <a:pt x="3926517" y="1967903"/>
                  </a:lnTo>
                  <a:lnTo>
                    <a:pt x="3984044" y="1964515"/>
                  </a:lnTo>
                  <a:lnTo>
                    <a:pt x="4045467" y="1961445"/>
                  </a:lnTo>
                  <a:lnTo>
                    <a:pt x="4111566" y="1958664"/>
                  </a:lnTo>
                  <a:lnTo>
                    <a:pt x="4183106" y="1956141"/>
                  </a:lnTo>
                  <a:lnTo>
                    <a:pt x="4260782" y="1953848"/>
                  </a:lnTo>
                  <a:lnTo>
                    <a:pt x="4345157" y="1951761"/>
                  </a:lnTo>
                  <a:lnTo>
                    <a:pt x="4436559" y="1949859"/>
                  </a:lnTo>
                  <a:lnTo>
                    <a:pt x="4534972" y="1948126"/>
                  </a:lnTo>
                  <a:lnTo>
                    <a:pt x="4639891" y="1946552"/>
                  </a:lnTo>
                  <a:lnTo>
                    <a:pt x="4750174" y="1945130"/>
                  </a:lnTo>
                  <a:lnTo>
                    <a:pt x="4863920" y="1943859"/>
                  </a:lnTo>
                  <a:lnTo>
                    <a:pt x="4978413" y="1942741"/>
                  </a:lnTo>
                  <a:lnTo>
                    <a:pt x="5090190" y="1941778"/>
                  </a:lnTo>
                  <a:lnTo>
                    <a:pt x="5195283" y="1940974"/>
                  </a:lnTo>
                  <a:lnTo>
                    <a:pt x="5289650" y="1940328"/>
                  </a:lnTo>
                  <a:lnTo>
                    <a:pt x="5369739" y="1939834"/>
                  </a:lnTo>
                  <a:lnTo>
                    <a:pt x="5433079" y="1939481"/>
                  </a:lnTo>
                  <a:lnTo>
                    <a:pt x="5478751" y="1939250"/>
                  </a:lnTo>
                  <a:lnTo>
                    <a:pt x="5507624" y="1939116"/>
                  </a:lnTo>
                  <a:lnTo>
                    <a:pt x="5522337" y="1939054"/>
                  </a:lnTo>
                  <a:lnTo>
                    <a:pt x="5527098" y="1939035"/>
                  </a:lnTo>
                  <a:lnTo>
                    <a:pt x="5527445" y="1939034"/>
                  </a:lnTo>
                  <a:lnTo>
                    <a:pt x="6522385" y="1939034"/>
                  </a:lnTo>
                  <a:lnTo>
                    <a:pt x="6523493" y="1938998"/>
                  </a:lnTo>
                  <a:lnTo>
                    <a:pt x="6530804" y="1938741"/>
                  </a:lnTo>
                  <a:lnTo>
                    <a:pt x="6549345" y="1938032"/>
                  </a:lnTo>
                  <a:lnTo>
                    <a:pt x="6582768" y="1936633"/>
                  </a:lnTo>
                  <a:lnTo>
                    <a:pt x="6633141" y="1934321"/>
                  </a:lnTo>
                  <a:lnTo>
                    <a:pt x="6700797" y="1930902"/>
                  </a:lnTo>
                  <a:lnTo>
                    <a:pt x="6784376" y="1926234"/>
                  </a:lnTo>
                  <a:lnTo>
                    <a:pt x="6881128" y="1920227"/>
                  </a:lnTo>
                  <a:lnTo>
                    <a:pt x="6987406" y="1912847"/>
                  </a:lnTo>
                  <a:lnTo>
                    <a:pt x="7099241" y="1904100"/>
                  </a:lnTo>
                  <a:lnTo>
                    <a:pt x="7212856" y="1894012"/>
                  </a:lnTo>
                  <a:lnTo>
                    <a:pt x="7325037" y="1882608"/>
                  </a:lnTo>
                  <a:lnTo>
                    <a:pt x="7433320" y="1869897"/>
                  </a:lnTo>
                  <a:lnTo>
                    <a:pt x="7536025" y="1855858"/>
                  </a:lnTo>
                  <a:lnTo>
                    <a:pt x="7632185" y="1840432"/>
                  </a:lnTo>
                  <a:lnTo>
                    <a:pt x="7721418" y="1823516"/>
                  </a:lnTo>
                  <a:lnTo>
                    <a:pt x="7803782" y="1804967"/>
                  </a:lnTo>
                  <a:lnTo>
                    <a:pt x="7879651" y="1784603"/>
                  </a:lnTo>
                  <a:lnTo>
                    <a:pt x="7949601" y="1762202"/>
                  </a:lnTo>
                  <a:lnTo>
                    <a:pt x="8014325" y="1737521"/>
                  </a:lnTo>
                  <a:lnTo>
                    <a:pt x="8074575" y="1710299"/>
                  </a:lnTo>
                  <a:lnTo>
                    <a:pt x="8131110" y="1680290"/>
                  </a:lnTo>
                  <a:lnTo>
                    <a:pt x="8184656" y="1647296"/>
                  </a:lnTo>
                  <a:lnTo>
                    <a:pt x="8229629" y="1615862"/>
                  </a:lnTo>
                  <a:lnTo>
                    <a:pt x="8279669" y="1576771"/>
                  </a:lnTo>
                  <a:lnTo>
                    <a:pt x="8328350" y="1534492"/>
                  </a:lnTo>
                  <a:lnTo>
                    <a:pt x="8376082" y="1488960"/>
                  </a:lnTo>
                  <a:lnTo>
                    <a:pt x="8423190" y="1440181"/>
                  </a:lnTo>
                  <a:lnTo>
                    <a:pt x="8469920" y="1388230"/>
                  </a:lnTo>
                  <a:lnTo>
                    <a:pt x="8516460" y="1333264"/>
                  </a:lnTo>
                  <a:lnTo>
                    <a:pt x="8562941" y="1275525"/>
                  </a:lnTo>
                  <a:lnTo>
                    <a:pt x="8609445" y="1215334"/>
                  </a:lnTo>
                  <a:lnTo>
                    <a:pt x="8656017" y="1153094"/>
                  </a:lnTo>
                  <a:lnTo>
                    <a:pt x="8702667" y="1089274"/>
                  </a:lnTo>
                  <a:lnTo>
                    <a:pt x="8749380" y="1024401"/>
                  </a:lnTo>
                  <a:lnTo>
                    <a:pt x="8796126" y="959040"/>
                  </a:lnTo>
                  <a:lnTo>
                    <a:pt x="8842865" y="893772"/>
                  </a:lnTo>
                  <a:lnTo>
                    <a:pt x="8889561" y="829176"/>
                  </a:lnTo>
                  <a:lnTo>
                    <a:pt x="8936186" y="765807"/>
                  </a:lnTo>
                  <a:lnTo>
                    <a:pt x="8982734" y="704175"/>
                  </a:lnTo>
                  <a:lnTo>
                    <a:pt x="9029224" y="644730"/>
                  </a:lnTo>
                  <a:lnTo>
                    <a:pt x="9075712" y="587848"/>
                  </a:lnTo>
                  <a:lnTo>
                    <a:pt x="9122297" y="533826"/>
                  </a:lnTo>
                  <a:lnTo>
                    <a:pt x="9169125" y="482877"/>
                  </a:lnTo>
                  <a:lnTo>
                    <a:pt x="9216402" y="435133"/>
                  </a:lnTo>
                  <a:lnTo>
                    <a:pt x="9264399" y="390647"/>
                  </a:lnTo>
                  <a:lnTo>
                    <a:pt x="9313466" y="349398"/>
                  </a:lnTo>
                  <a:lnTo>
                    <a:pt x="9347647" y="323172"/>
                  </a:lnTo>
                  <a:lnTo>
                    <a:pt x="9399118" y="287482"/>
                  </a:lnTo>
                  <a:lnTo>
                    <a:pt x="9452997" y="254865"/>
                  </a:lnTo>
                  <a:lnTo>
                    <a:pt x="9509952" y="225214"/>
                  </a:lnTo>
                  <a:lnTo>
                    <a:pt x="9570715" y="198321"/>
                  </a:lnTo>
                  <a:lnTo>
                    <a:pt x="9636046" y="173936"/>
                  </a:lnTo>
                  <a:lnTo>
                    <a:pt x="9706694" y="151801"/>
                  </a:lnTo>
                  <a:lnTo>
                    <a:pt x="9783340" y="131673"/>
                  </a:lnTo>
                  <a:lnTo>
                    <a:pt x="9866541" y="113336"/>
                  </a:lnTo>
                  <a:lnTo>
                    <a:pt x="9956636" y="96612"/>
                  </a:lnTo>
                  <a:lnTo>
                    <a:pt x="10053639" y="81362"/>
                  </a:lnTo>
                  <a:lnTo>
                    <a:pt x="10157101" y="67490"/>
                  </a:lnTo>
                  <a:lnTo>
                    <a:pt x="10265974" y="54942"/>
                  </a:lnTo>
                  <a:lnTo>
                    <a:pt x="10378483" y="43700"/>
                  </a:lnTo>
                  <a:lnTo>
                    <a:pt x="10492066" y="33776"/>
                  </a:lnTo>
                  <a:lnTo>
                    <a:pt x="10603425" y="25197"/>
                  </a:lnTo>
                  <a:lnTo>
                    <a:pt x="10708737" y="17988"/>
                  </a:lnTo>
                  <a:lnTo>
                    <a:pt x="10804041" y="12150"/>
                  </a:lnTo>
                  <a:lnTo>
                    <a:pt x="10885772" y="7642"/>
                  </a:lnTo>
                  <a:lnTo>
                    <a:pt x="10951327" y="4370"/>
                  </a:lnTo>
                  <a:lnTo>
                    <a:pt x="10999546" y="2182"/>
                  </a:lnTo>
                  <a:lnTo>
                    <a:pt x="11030978" y="881"/>
                  </a:lnTo>
                  <a:lnTo>
                    <a:pt x="11047898" y="241"/>
                  </a:lnTo>
                  <a:lnTo>
                    <a:pt x="11054142" y="2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4" name="pl1483"/>
            <p:cNvSpPr/>
            <p:nvPr/>
          </p:nvSpPr>
          <p:spPr>
            <a:xfrm>
              <a:off x="1199187" y="3144215"/>
              <a:ext cx="12049831" cy="2159141"/>
            </a:xfrm>
            <a:custGeom>
              <a:avLst/>
              <a:pathLst>
                <a:path w="12049831" h="2159141">
                  <a:moveTo>
                    <a:pt x="12049831" y="0"/>
                  </a:moveTo>
                  <a:lnTo>
                    <a:pt x="11054891" y="0"/>
                  </a:lnTo>
                  <a:lnTo>
                    <a:pt x="11053784" y="36"/>
                  </a:lnTo>
                  <a:lnTo>
                    <a:pt x="11046472" y="292"/>
                  </a:lnTo>
                  <a:lnTo>
                    <a:pt x="11027932" y="1002"/>
                  </a:lnTo>
                  <a:lnTo>
                    <a:pt x="10994509" y="2401"/>
                  </a:lnTo>
                  <a:lnTo>
                    <a:pt x="10944135" y="4713"/>
                  </a:lnTo>
                  <a:lnTo>
                    <a:pt x="10876480" y="8131"/>
                  </a:lnTo>
                  <a:lnTo>
                    <a:pt x="10792901" y="12800"/>
                  </a:lnTo>
                  <a:lnTo>
                    <a:pt x="10696149" y="18807"/>
                  </a:lnTo>
                  <a:lnTo>
                    <a:pt x="10589871" y="26186"/>
                  </a:lnTo>
                  <a:lnTo>
                    <a:pt x="10478036" y="34933"/>
                  </a:lnTo>
                  <a:lnTo>
                    <a:pt x="10364421" y="45022"/>
                  </a:lnTo>
                  <a:lnTo>
                    <a:pt x="10252240" y="56426"/>
                  </a:lnTo>
                  <a:lnTo>
                    <a:pt x="10143957" y="69136"/>
                  </a:lnTo>
                  <a:lnTo>
                    <a:pt x="10041251" y="83175"/>
                  </a:lnTo>
                  <a:lnTo>
                    <a:pt x="9945091" y="98602"/>
                  </a:lnTo>
                  <a:lnTo>
                    <a:pt x="9855859" y="115518"/>
                  </a:lnTo>
                  <a:lnTo>
                    <a:pt x="9773494" y="134066"/>
                  </a:lnTo>
                  <a:lnTo>
                    <a:pt x="9697625" y="154431"/>
                  </a:lnTo>
                  <a:lnTo>
                    <a:pt x="9627676" y="176831"/>
                  </a:lnTo>
                  <a:lnTo>
                    <a:pt x="9562951" y="201513"/>
                  </a:lnTo>
                  <a:lnTo>
                    <a:pt x="9502701" y="228734"/>
                  </a:lnTo>
                  <a:lnTo>
                    <a:pt x="9446167" y="258743"/>
                  </a:lnTo>
                  <a:lnTo>
                    <a:pt x="9392621" y="291738"/>
                  </a:lnTo>
                  <a:lnTo>
                    <a:pt x="9347647" y="323172"/>
                  </a:lnTo>
                  <a:lnTo>
                    <a:pt x="9297607" y="362262"/>
                  </a:lnTo>
                  <a:lnTo>
                    <a:pt x="9248926" y="404542"/>
                  </a:lnTo>
                  <a:lnTo>
                    <a:pt x="9201194" y="450073"/>
                  </a:lnTo>
                  <a:lnTo>
                    <a:pt x="9154087" y="498853"/>
                  </a:lnTo>
                  <a:lnTo>
                    <a:pt x="9107356" y="550804"/>
                  </a:lnTo>
                  <a:lnTo>
                    <a:pt x="9060816" y="605769"/>
                  </a:lnTo>
                  <a:lnTo>
                    <a:pt x="9014336" y="663509"/>
                  </a:lnTo>
                  <a:lnTo>
                    <a:pt x="8967831" y="723699"/>
                  </a:lnTo>
                  <a:lnTo>
                    <a:pt x="8921259" y="785940"/>
                  </a:lnTo>
                  <a:lnTo>
                    <a:pt x="8874610" y="849760"/>
                  </a:lnTo>
                  <a:lnTo>
                    <a:pt x="8827896" y="914632"/>
                  </a:lnTo>
                  <a:lnTo>
                    <a:pt x="8781151" y="979994"/>
                  </a:lnTo>
                  <a:lnTo>
                    <a:pt x="8734412" y="1045262"/>
                  </a:lnTo>
                  <a:lnTo>
                    <a:pt x="8687716" y="1109858"/>
                  </a:lnTo>
                  <a:lnTo>
                    <a:pt x="8641091" y="1173226"/>
                  </a:lnTo>
                  <a:lnTo>
                    <a:pt x="8594543" y="1234858"/>
                  </a:lnTo>
                  <a:lnTo>
                    <a:pt x="8548053" y="1294304"/>
                  </a:lnTo>
                  <a:lnTo>
                    <a:pt x="8501564" y="1351186"/>
                  </a:lnTo>
                  <a:lnTo>
                    <a:pt x="8454980" y="1405208"/>
                  </a:lnTo>
                  <a:lnTo>
                    <a:pt x="8408152" y="1456156"/>
                  </a:lnTo>
                  <a:lnTo>
                    <a:pt x="8360875" y="1503900"/>
                  </a:lnTo>
                  <a:lnTo>
                    <a:pt x="8312878" y="1548387"/>
                  </a:lnTo>
                  <a:lnTo>
                    <a:pt x="8263811" y="1589635"/>
                  </a:lnTo>
                  <a:lnTo>
                    <a:pt x="8229629" y="1615862"/>
                  </a:lnTo>
                  <a:lnTo>
                    <a:pt x="8178158" y="1651552"/>
                  </a:lnTo>
                  <a:lnTo>
                    <a:pt x="8124279" y="1684168"/>
                  </a:lnTo>
                  <a:lnTo>
                    <a:pt x="8067325" y="1713820"/>
                  </a:lnTo>
                  <a:lnTo>
                    <a:pt x="8006562" y="1740712"/>
                  </a:lnTo>
                  <a:lnTo>
                    <a:pt x="7941230" y="1765097"/>
                  </a:lnTo>
                  <a:lnTo>
                    <a:pt x="7870583" y="1787232"/>
                  </a:lnTo>
                  <a:lnTo>
                    <a:pt x="7793937" y="1807361"/>
                  </a:lnTo>
                  <a:lnTo>
                    <a:pt x="7710736" y="1825698"/>
                  </a:lnTo>
                  <a:lnTo>
                    <a:pt x="7620640" y="1842422"/>
                  </a:lnTo>
                  <a:lnTo>
                    <a:pt x="7523638" y="1857672"/>
                  </a:lnTo>
                  <a:lnTo>
                    <a:pt x="7420175" y="1871544"/>
                  </a:lnTo>
                  <a:lnTo>
                    <a:pt x="7311302" y="1884092"/>
                  </a:lnTo>
                  <a:lnTo>
                    <a:pt x="7198794" y="1895334"/>
                  </a:lnTo>
                  <a:lnTo>
                    <a:pt x="7085211" y="1905258"/>
                  </a:lnTo>
                  <a:lnTo>
                    <a:pt x="6973851" y="1913836"/>
                  </a:lnTo>
                  <a:lnTo>
                    <a:pt x="6868540" y="1921046"/>
                  </a:lnTo>
                  <a:lnTo>
                    <a:pt x="6773235" y="1926884"/>
                  </a:lnTo>
                  <a:lnTo>
                    <a:pt x="6691504" y="1931392"/>
                  </a:lnTo>
                  <a:lnTo>
                    <a:pt x="6625949" y="1934664"/>
                  </a:lnTo>
                  <a:lnTo>
                    <a:pt x="6577731" y="1936851"/>
                  </a:lnTo>
                  <a:lnTo>
                    <a:pt x="6546299" y="1938152"/>
                  </a:lnTo>
                  <a:lnTo>
                    <a:pt x="6529378" y="1938793"/>
                  </a:lnTo>
                  <a:lnTo>
                    <a:pt x="6523135" y="1939010"/>
                  </a:lnTo>
                  <a:lnTo>
                    <a:pt x="6522385" y="1939034"/>
                  </a:lnTo>
                  <a:lnTo>
                    <a:pt x="5527445" y="1939034"/>
                  </a:lnTo>
                  <a:lnTo>
                    <a:pt x="5526309" y="1939038"/>
                  </a:lnTo>
                  <a:lnTo>
                    <a:pt x="5518812" y="1939068"/>
                  </a:lnTo>
                  <a:lnTo>
                    <a:pt x="5499814" y="1939151"/>
                  </a:lnTo>
                  <a:lnTo>
                    <a:pt x="5465598" y="1939314"/>
                  </a:lnTo>
                  <a:lnTo>
                    <a:pt x="5414095" y="1939583"/>
                  </a:lnTo>
                  <a:lnTo>
                    <a:pt x="5345036" y="1939981"/>
                  </a:lnTo>
                  <a:lnTo>
                    <a:pt x="5259891" y="1940524"/>
                  </a:lnTo>
                  <a:lnTo>
                    <a:pt x="5161550" y="1941222"/>
                  </a:lnTo>
                  <a:lnTo>
                    <a:pt x="5053794" y="1942079"/>
                  </a:lnTo>
                  <a:lnTo>
                    <a:pt x="4940698" y="1943093"/>
                  </a:lnTo>
                  <a:lnTo>
                    <a:pt x="4826103" y="1944263"/>
                  </a:lnTo>
                  <a:lnTo>
                    <a:pt x="4713240" y="1945583"/>
                  </a:lnTo>
                  <a:lnTo>
                    <a:pt x="4604559" y="1947055"/>
                  </a:lnTo>
                  <a:lnTo>
                    <a:pt x="4501698" y="1948681"/>
                  </a:lnTo>
                  <a:lnTo>
                    <a:pt x="4405572" y="1950468"/>
                  </a:lnTo>
                  <a:lnTo>
                    <a:pt x="4316510" y="1952429"/>
                  </a:lnTo>
                  <a:lnTo>
                    <a:pt x="4234399" y="1954582"/>
                  </a:lnTo>
                  <a:lnTo>
                    <a:pt x="4158820" y="1956947"/>
                  </a:lnTo>
                  <a:lnTo>
                    <a:pt x="4089160" y="1959553"/>
                  </a:lnTo>
                  <a:lnTo>
                    <a:pt x="4024692" y="1962426"/>
                  </a:lnTo>
                  <a:lnTo>
                    <a:pt x="3964642" y="1965598"/>
                  </a:lnTo>
                  <a:lnTo>
                    <a:pt x="3908234" y="1969097"/>
                  </a:lnTo>
                  <a:lnTo>
                    <a:pt x="3854731" y="1972944"/>
                  </a:lnTo>
                  <a:lnTo>
                    <a:pt x="3820202" y="1975719"/>
                  </a:lnTo>
                  <a:lnTo>
                    <a:pt x="3758805" y="1981233"/>
                  </a:lnTo>
                  <a:lnTo>
                    <a:pt x="3699319" y="1987298"/>
                  </a:lnTo>
                  <a:lnTo>
                    <a:pt x="3641034" y="1993924"/>
                  </a:lnTo>
                  <a:lnTo>
                    <a:pt x="3583429" y="2001101"/>
                  </a:lnTo>
                  <a:lnTo>
                    <a:pt x="3526134" y="2008798"/>
                  </a:lnTo>
                  <a:lnTo>
                    <a:pt x="3468908" y="2016963"/>
                  </a:lnTo>
                  <a:lnTo>
                    <a:pt x="3411617" y="2025525"/>
                  </a:lnTo>
                  <a:lnTo>
                    <a:pt x="3354210" y="2034391"/>
                  </a:lnTo>
                  <a:lnTo>
                    <a:pt x="3296703" y="2043451"/>
                  </a:lnTo>
                  <a:lnTo>
                    <a:pt x="3239152" y="2052587"/>
                  </a:lnTo>
                  <a:lnTo>
                    <a:pt x="3181628" y="2061677"/>
                  </a:lnTo>
                  <a:lnTo>
                    <a:pt x="3124195" y="2070598"/>
                  </a:lnTo>
                  <a:lnTo>
                    <a:pt x="3066878" y="2079240"/>
                  </a:lnTo>
                  <a:lnTo>
                    <a:pt x="3009646" y="2087506"/>
                  </a:lnTo>
                  <a:lnTo>
                    <a:pt x="2952385" y="2095318"/>
                  </a:lnTo>
                  <a:lnTo>
                    <a:pt x="2894880" y="2102619"/>
                  </a:lnTo>
                  <a:lnTo>
                    <a:pt x="2836794" y="2109376"/>
                  </a:lnTo>
                  <a:lnTo>
                    <a:pt x="2777645" y="2115573"/>
                  </a:lnTo>
                  <a:lnTo>
                    <a:pt x="2716771" y="2121214"/>
                  </a:lnTo>
                  <a:lnTo>
                    <a:pt x="2702183" y="2122456"/>
                  </a:lnTo>
                  <a:lnTo>
                    <a:pt x="2650254" y="2126541"/>
                  </a:lnTo>
                  <a:lnTo>
                    <a:pt x="2595868" y="2130272"/>
                  </a:lnTo>
                  <a:lnTo>
                    <a:pt x="2538341" y="2133660"/>
                  </a:lnTo>
                  <a:lnTo>
                    <a:pt x="2476918" y="2136730"/>
                  </a:lnTo>
                  <a:lnTo>
                    <a:pt x="2410819" y="2139511"/>
                  </a:lnTo>
                  <a:lnTo>
                    <a:pt x="2339279" y="2142034"/>
                  </a:lnTo>
                  <a:lnTo>
                    <a:pt x="2261603" y="2144327"/>
                  </a:lnTo>
                  <a:lnTo>
                    <a:pt x="2177228" y="2146414"/>
                  </a:lnTo>
                  <a:lnTo>
                    <a:pt x="2085826" y="2148316"/>
                  </a:lnTo>
                  <a:lnTo>
                    <a:pt x="1987413" y="2150049"/>
                  </a:lnTo>
                  <a:lnTo>
                    <a:pt x="1882494" y="2151623"/>
                  </a:lnTo>
                  <a:lnTo>
                    <a:pt x="1772211" y="2153045"/>
                  </a:lnTo>
                  <a:lnTo>
                    <a:pt x="1658465" y="2154316"/>
                  </a:lnTo>
                  <a:lnTo>
                    <a:pt x="1543972" y="2155434"/>
                  </a:lnTo>
                  <a:lnTo>
                    <a:pt x="1432195" y="2156396"/>
                  </a:lnTo>
                  <a:lnTo>
                    <a:pt x="1327102" y="2157201"/>
                  </a:lnTo>
                  <a:lnTo>
                    <a:pt x="1232735" y="2157847"/>
                  </a:lnTo>
                  <a:lnTo>
                    <a:pt x="1152646" y="2158340"/>
                  </a:lnTo>
                  <a:lnTo>
                    <a:pt x="1089306" y="2158694"/>
                  </a:lnTo>
                  <a:lnTo>
                    <a:pt x="1043634" y="2158925"/>
                  </a:lnTo>
                  <a:lnTo>
                    <a:pt x="1014761" y="2159059"/>
                  </a:lnTo>
                  <a:lnTo>
                    <a:pt x="1000048" y="2159121"/>
                  </a:lnTo>
                  <a:lnTo>
                    <a:pt x="995287" y="2159139"/>
                  </a:lnTo>
                  <a:lnTo>
                    <a:pt x="994940" y="2159141"/>
                  </a:lnTo>
                  <a:lnTo>
                    <a:pt x="0" y="2159141"/>
                  </a:lnTo>
                  <a:lnTo>
                    <a:pt x="0" y="21591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5" name="pg1484"/>
            <p:cNvSpPr/>
            <p:nvPr/>
          </p:nvSpPr>
          <p:spPr>
            <a:xfrm>
              <a:off x="1199187" y="1268068"/>
              <a:ext cx="12049831" cy="3836144"/>
            </a:xfrm>
            <a:custGeom>
              <a:avLst/>
              <a:pathLst>
                <a:path w="12049831" h="3836144">
                  <a:moveTo>
                    <a:pt x="0" y="3836144"/>
                  </a:moveTo>
                  <a:lnTo>
                    <a:pt x="994940" y="3836144"/>
                  </a:lnTo>
                  <a:lnTo>
                    <a:pt x="996015" y="3836092"/>
                  </a:lnTo>
                  <a:lnTo>
                    <a:pt x="1003117" y="3835724"/>
                  </a:lnTo>
                  <a:lnTo>
                    <a:pt x="1021141" y="3834706"/>
                  </a:lnTo>
                  <a:lnTo>
                    <a:pt x="1053668" y="3832700"/>
                  </a:lnTo>
                  <a:lnTo>
                    <a:pt x="1102762" y="3829383"/>
                  </a:lnTo>
                  <a:lnTo>
                    <a:pt x="1168822" y="3824476"/>
                  </a:lnTo>
                  <a:lnTo>
                    <a:pt x="1250613" y="3817766"/>
                  </a:lnTo>
                  <a:lnTo>
                    <a:pt x="1345541" y="3809124"/>
                  </a:lnTo>
                  <a:lnTo>
                    <a:pt x="1450110" y="3798494"/>
                  </a:lnTo>
                  <a:lnTo>
                    <a:pt x="1560474" y="3785881"/>
                  </a:lnTo>
                  <a:lnTo>
                    <a:pt x="1672933" y="3771320"/>
                  </a:lnTo>
                  <a:lnTo>
                    <a:pt x="1784296" y="3754849"/>
                  </a:lnTo>
                  <a:lnTo>
                    <a:pt x="1892087" y="3736485"/>
                  </a:lnTo>
                  <a:lnTo>
                    <a:pt x="1994582" y="3716204"/>
                  </a:lnTo>
                  <a:lnTo>
                    <a:pt x="2090756" y="3693928"/>
                  </a:lnTo>
                  <a:lnTo>
                    <a:pt x="2180164" y="3669521"/>
                  </a:lnTo>
                  <a:lnTo>
                    <a:pt x="2262808" y="3642785"/>
                  </a:lnTo>
                  <a:lnTo>
                    <a:pt x="2339007" y="3613466"/>
                  </a:lnTo>
                  <a:lnTo>
                    <a:pt x="2409291" y="3581258"/>
                  </a:lnTo>
                  <a:lnTo>
                    <a:pt x="2474319" y="3545815"/>
                  </a:lnTo>
                  <a:lnTo>
                    <a:pt x="2534812" y="3506767"/>
                  </a:lnTo>
                  <a:lnTo>
                    <a:pt x="2591509" y="3463751"/>
                  </a:lnTo>
                  <a:lnTo>
                    <a:pt x="2645125" y="3416463"/>
                  </a:lnTo>
                  <a:lnTo>
                    <a:pt x="2696316" y="3364727"/>
                  </a:lnTo>
                  <a:lnTo>
                    <a:pt x="2702183" y="3358373"/>
                  </a:lnTo>
                  <a:lnTo>
                    <a:pt x="2746230" y="3307847"/>
                  </a:lnTo>
                  <a:lnTo>
                    <a:pt x="2789185" y="3253695"/>
                  </a:lnTo>
                  <a:lnTo>
                    <a:pt x="2831339" y="3195841"/>
                  </a:lnTo>
                  <a:lnTo>
                    <a:pt x="2872927" y="3134267"/>
                  </a:lnTo>
                  <a:lnTo>
                    <a:pt x="2914140" y="3069019"/>
                  </a:lnTo>
                  <a:lnTo>
                    <a:pt x="2955124" y="3000210"/>
                  </a:lnTo>
                  <a:lnTo>
                    <a:pt x="2995993" y="2928024"/>
                  </a:lnTo>
                  <a:lnTo>
                    <a:pt x="3036829" y="2852719"/>
                  </a:lnTo>
                  <a:lnTo>
                    <a:pt x="3077686" y="2774628"/>
                  </a:lnTo>
                  <a:lnTo>
                    <a:pt x="3118593" y="2694150"/>
                  </a:lnTo>
                  <a:lnTo>
                    <a:pt x="3159560" y="2611747"/>
                  </a:lnTo>
                  <a:lnTo>
                    <a:pt x="3200583" y="2527935"/>
                  </a:lnTo>
                  <a:lnTo>
                    <a:pt x="3241643" y="2443265"/>
                  </a:lnTo>
                  <a:lnTo>
                    <a:pt x="3282715" y="2358317"/>
                  </a:lnTo>
                  <a:lnTo>
                    <a:pt x="3323774" y="2273676"/>
                  </a:lnTo>
                  <a:lnTo>
                    <a:pt x="3364794" y="2189918"/>
                  </a:lnTo>
                  <a:lnTo>
                    <a:pt x="3405758" y="2107597"/>
                  </a:lnTo>
                  <a:lnTo>
                    <a:pt x="3446663" y="2027223"/>
                  </a:lnTo>
                  <a:lnTo>
                    <a:pt x="3487517" y="1949257"/>
                  </a:lnTo>
                  <a:lnTo>
                    <a:pt x="3528353" y="1874096"/>
                  </a:lnTo>
                  <a:lnTo>
                    <a:pt x="3569226" y="1802066"/>
                  </a:lnTo>
                  <a:lnTo>
                    <a:pt x="3610219" y="1733425"/>
                  </a:lnTo>
                  <a:lnTo>
                    <a:pt x="3651445" y="1668351"/>
                  </a:lnTo>
                  <a:lnTo>
                    <a:pt x="3693057" y="1606956"/>
                  </a:lnTo>
                  <a:lnTo>
                    <a:pt x="3735243" y="1549280"/>
                  </a:lnTo>
                  <a:lnTo>
                    <a:pt x="3778243" y="1495304"/>
                  </a:lnTo>
                  <a:lnTo>
                    <a:pt x="3820202" y="1447288"/>
                  </a:lnTo>
                  <a:lnTo>
                    <a:pt x="3871147" y="1395029"/>
                  </a:lnTo>
                  <a:lnTo>
                    <a:pt x="3924446" y="1347225"/>
                  </a:lnTo>
                  <a:lnTo>
                    <a:pt x="3980746" y="1303723"/>
                  </a:lnTo>
                  <a:lnTo>
                    <a:pt x="4040756" y="1264228"/>
                  </a:lnTo>
                  <a:lnTo>
                    <a:pt x="4105214" y="1228381"/>
                  </a:lnTo>
                  <a:lnTo>
                    <a:pt x="4174847" y="1195813"/>
                  </a:lnTo>
                  <a:lnTo>
                    <a:pt x="4250322" y="1166173"/>
                  </a:lnTo>
                  <a:lnTo>
                    <a:pt x="4332189" y="1139148"/>
                  </a:lnTo>
                  <a:lnTo>
                    <a:pt x="4420798" y="1114479"/>
                  </a:lnTo>
                  <a:lnTo>
                    <a:pt x="4516192" y="1091961"/>
                  </a:lnTo>
                  <a:lnTo>
                    <a:pt x="4617987" y="1071452"/>
                  </a:lnTo>
                  <a:lnTo>
                    <a:pt x="4725232" y="1052866"/>
                  </a:lnTo>
                  <a:lnTo>
                    <a:pt x="4836290" y="1036173"/>
                  </a:lnTo>
                  <a:lnTo>
                    <a:pt x="4948773" y="1021386"/>
                  </a:lnTo>
                  <a:lnTo>
                    <a:pt x="5059566" y="1008542"/>
                  </a:lnTo>
                  <a:lnTo>
                    <a:pt x="5165015" y="997679"/>
                  </a:lnTo>
                  <a:lnTo>
                    <a:pt x="5261265" y="988805"/>
                  </a:lnTo>
                  <a:lnTo>
                    <a:pt x="5344752" y="981875"/>
                  </a:lnTo>
                  <a:lnTo>
                    <a:pt x="5412749" y="976765"/>
                  </a:lnTo>
                  <a:lnTo>
                    <a:pt x="5463844" y="973275"/>
                  </a:lnTo>
                  <a:lnTo>
                    <a:pt x="5498237" y="971132"/>
                  </a:lnTo>
                  <a:lnTo>
                    <a:pt x="5517803" y="970016"/>
                  </a:lnTo>
                  <a:lnTo>
                    <a:pt x="5525955" y="969589"/>
                  </a:lnTo>
                  <a:lnTo>
                    <a:pt x="5527445" y="969517"/>
                  </a:lnTo>
                  <a:lnTo>
                    <a:pt x="6522385" y="969517"/>
                  </a:lnTo>
                  <a:lnTo>
                    <a:pt x="6523515" y="969499"/>
                  </a:lnTo>
                  <a:lnTo>
                    <a:pt x="6530966" y="969368"/>
                  </a:lnTo>
                  <a:lnTo>
                    <a:pt x="6549854" y="969008"/>
                  </a:lnTo>
                  <a:lnTo>
                    <a:pt x="6583877" y="968299"/>
                  </a:lnTo>
                  <a:lnTo>
                    <a:pt x="6635106" y="967126"/>
                  </a:lnTo>
                  <a:lnTo>
                    <a:pt x="6703826" y="965393"/>
                  </a:lnTo>
                  <a:lnTo>
                    <a:pt x="6788592" y="963028"/>
                  </a:lnTo>
                  <a:lnTo>
                    <a:pt x="6886550" y="959987"/>
                  </a:lnTo>
                  <a:lnTo>
                    <a:pt x="6993950" y="956254"/>
                  </a:lnTo>
                  <a:lnTo>
                    <a:pt x="7106743" y="951833"/>
                  </a:lnTo>
                  <a:lnTo>
                    <a:pt x="7221105" y="946736"/>
                  </a:lnTo>
                  <a:lnTo>
                    <a:pt x="7333805" y="940978"/>
                  </a:lnTo>
                  <a:lnTo>
                    <a:pt x="7442393" y="934561"/>
                  </a:lnTo>
                  <a:lnTo>
                    <a:pt x="7545219" y="927473"/>
                  </a:lnTo>
                  <a:lnTo>
                    <a:pt x="7641355" y="919681"/>
                  </a:lnTo>
                  <a:lnTo>
                    <a:pt x="7730459" y="911133"/>
                  </a:lnTo>
                  <a:lnTo>
                    <a:pt x="7812632" y="901753"/>
                  </a:lnTo>
                  <a:lnTo>
                    <a:pt x="7888281" y="891447"/>
                  </a:lnTo>
                  <a:lnTo>
                    <a:pt x="7958011" y="880101"/>
                  </a:lnTo>
                  <a:lnTo>
                    <a:pt x="8022540" y="867588"/>
                  </a:lnTo>
                  <a:lnTo>
                    <a:pt x="8082637" y="853779"/>
                  </a:lnTo>
                  <a:lnTo>
                    <a:pt x="8139075" y="838550"/>
                  </a:lnTo>
                  <a:lnTo>
                    <a:pt x="8192586" y="821805"/>
                  </a:lnTo>
                  <a:lnTo>
                    <a:pt x="8229629" y="808804"/>
                  </a:lnTo>
                  <a:lnTo>
                    <a:pt x="8287105" y="786289"/>
                  </a:lnTo>
                  <a:lnTo>
                    <a:pt x="8342867" y="761664"/>
                  </a:lnTo>
                  <a:lnTo>
                    <a:pt x="8397509" y="734893"/>
                  </a:lnTo>
                  <a:lnTo>
                    <a:pt x="8451482" y="705999"/>
                  </a:lnTo>
                  <a:lnTo>
                    <a:pt x="8505111" y="675073"/>
                  </a:lnTo>
                  <a:lnTo>
                    <a:pt x="8558624" y="642276"/>
                  </a:lnTo>
                  <a:lnTo>
                    <a:pt x="8612159" y="607844"/>
                  </a:lnTo>
                  <a:lnTo>
                    <a:pt x="8665784" y="572079"/>
                  </a:lnTo>
                  <a:lnTo>
                    <a:pt x="8719509" y="535343"/>
                  </a:lnTo>
                  <a:lnTo>
                    <a:pt x="8773306" y="498047"/>
                  </a:lnTo>
                  <a:lnTo>
                    <a:pt x="8827119" y="460624"/>
                  </a:lnTo>
                  <a:lnTo>
                    <a:pt x="8880891" y="423516"/>
                  </a:lnTo>
                  <a:lnTo>
                    <a:pt x="8934575" y="387151"/>
                  </a:lnTo>
                  <a:lnTo>
                    <a:pt x="8988157" y="351918"/>
                  </a:lnTo>
                  <a:lnTo>
                    <a:pt x="9041670" y="318156"/>
                  </a:lnTo>
                  <a:lnTo>
                    <a:pt x="9095211" y="286139"/>
                  </a:lnTo>
                  <a:lnTo>
                    <a:pt x="9148955" y="256072"/>
                  </a:lnTo>
                  <a:lnTo>
                    <a:pt x="9203169" y="228084"/>
                  </a:lnTo>
                  <a:lnTo>
                    <a:pt x="9258230" y="202237"/>
                  </a:lnTo>
                  <a:lnTo>
                    <a:pt x="9314646" y="178528"/>
                  </a:lnTo>
                  <a:lnTo>
                    <a:pt x="9347647" y="165953"/>
                  </a:lnTo>
                  <a:lnTo>
                    <a:pt x="9399466" y="148092"/>
                  </a:lnTo>
                  <a:lnTo>
                    <a:pt x="9453729" y="131780"/>
                  </a:lnTo>
                  <a:lnTo>
                    <a:pt x="9511118" y="116960"/>
                  </a:lnTo>
                  <a:lnTo>
                    <a:pt x="9572382" y="103529"/>
                  </a:lnTo>
                  <a:lnTo>
                    <a:pt x="9638295" y="91357"/>
                  </a:lnTo>
                  <a:lnTo>
                    <a:pt x="9709618" y="80315"/>
                  </a:lnTo>
                  <a:lnTo>
                    <a:pt x="9787046" y="70280"/>
                  </a:lnTo>
                  <a:lnTo>
                    <a:pt x="9871136" y="61142"/>
                  </a:lnTo>
                  <a:lnTo>
                    <a:pt x="9962222" y="52813"/>
                  </a:lnTo>
                  <a:lnTo>
                    <a:pt x="10060294" y="45224"/>
                  </a:lnTo>
                  <a:lnTo>
                    <a:pt x="10164861" y="38327"/>
                  </a:lnTo>
                  <a:lnTo>
                    <a:pt x="10274804" y="32095"/>
                  </a:lnTo>
                  <a:lnTo>
                    <a:pt x="10388254" y="26522"/>
                  </a:lnTo>
                  <a:lnTo>
                    <a:pt x="10502532" y="21613"/>
                  </a:lnTo>
                  <a:lnTo>
                    <a:pt x="10614214" y="17384"/>
                  </a:lnTo>
                  <a:lnTo>
                    <a:pt x="10719369" y="13846"/>
                  </a:lnTo>
                  <a:lnTo>
                    <a:pt x="10813972" y="10998"/>
                  </a:lnTo>
                  <a:lnTo>
                    <a:pt x="10894467" y="8816"/>
                  </a:lnTo>
                  <a:lnTo>
                    <a:pt x="10958348" y="7249"/>
                  </a:lnTo>
                  <a:lnTo>
                    <a:pt x="11004637" y="6217"/>
                  </a:lnTo>
                  <a:lnTo>
                    <a:pt x="11034126" y="5617"/>
                  </a:lnTo>
                  <a:lnTo>
                    <a:pt x="11049362" y="5334"/>
                  </a:lnTo>
                  <a:lnTo>
                    <a:pt x="11054465" y="524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2" y="18"/>
                  </a:lnTo>
                  <a:lnTo>
                    <a:pt x="11046310" y="148"/>
                  </a:lnTo>
                  <a:lnTo>
                    <a:pt x="11027423" y="508"/>
                  </a:lnTo>
                  <a:lnTo>
                    <a:pt x="10993399" y="1218"/>
                  </a:lnTo>
                  <a:lnTo>
                    <a:pt x="10942170" y="2390"/>
                  </a:lnTo>
                  <a:lnTo>
                    <a:pt x="10873451" y="4123"/>
                  </a:lnTo>
                  <a:lnTo>
                    <a:pt x="10788684" y="6489"/>
                  </a:lnTo>
                  <a:lnTo>
                    <a:pt x="10690727" y="9529"/>
                  </a:lnTo>
                  <a:lnTo>
                    <a:pt x="10583326" y="13262"/>
                  </a:lnTo>
                  <a:lnTo>
                    <a:pt x="10470534" y="17684"/>
                  </a:lnTo>
                  <a:lnTo>
                    <a:pt x="10356172" y="22780"/>
                  </a:lnTo>
                  <a:lnTo>
                    <a:pt x="10243471" y="28538"/>
                  </a:lnTo>
                  <a:lnTo>
                    <a:pt x="10134884" y="34955"/>
                  </a:lnTo>
                  <a:lnTo>
                    <a:pt x="10032058" y="42044"/>
                  </a:lnTo>
                  <a:lnTo>
                    <a:pt x="9935922" y="49835"/>
                  </a:lnTo>
                  <a:lnTo>
                    <a:pt x="9846817" y="58383"/>
                  </a:lnTo>
                  <a:lnTo>
                    <a:pt x="9764644" y="67763"/>
                  </a:lnTo>
                  <a:lnTo>
                    <a:pt x="9688995" y="78069"/>
                  </a:lnTo>
                  <a:lnTo>
                    <a:pt x="9619265" y="89416"/>
                  </a:lnTo>
                  <a:lnTo>
                    <a:pt x="9554737" y="101928"/>
                  </a:lnTo>
                  <a:lnTo>
                    <a:pt x="9494639" y="115737"/>
                  </a:lnTo>
                  <a:lnTo>
                    <a:pt x="9438202" y="130967"/>
                  </a:lnTo>
                  <a:lnTo>
                    <a:pt x="9384690" y="147712"/>
                  </a:lnTo>
                  <a:lnTo>
                    <a:pt x="9347647" y="160712"/>
                  </a:lnTo>
                  <a:lnTo>
                    <a:pt x="9290171" y="183228"/>
                  </a:lnTo>
                  <a:lnTo>
                    <a:pt x="9234410" y="207853"/>
                  </a:lnTo>
                  <a:lnTo>
                    <a:pt x="9179767" y="234624"/>
                  </a:lnTo>
                  <a:lnTo>
                    <a:pt x="9125795" y="263517"/>
                  </a:lnTo>
                  <a:lnTo>
                    <a:pt x="9072165" y="294443"/>
                  </a:lnTo>
                  <a:lnTo>
                    <a:pt x="9018653" y="327240"/>
                  </a:lnTo>
                  <a:lnTo>
                    <a:pt x="8965118" y="361672"/>
                  </a:lnTo>
                  <a:lnTo>
                    <a:pt x="8911493" y="397438"/>
                  </a:lnTo>
                  <a:lnTo>
                    <a:pt x="8857767" y="434173"/>
                  </a:lnTo>
                  <a:lnTo>
                    <a:pt x="8803971" y="471470"/>
                  </a:lnTo>
                  <a:lnTo>
                    <a:pt x="8750157" y="508892"/>
                  </a:lnTo>
                  <a:lnTo>
                    <a:pt x="8696385" y="546000"/>
                  </a:lnTo>
                  <a:lnTo>
                    <a:pt x="8642701" y="582366"/>
                  </a:lnTo>
                  <a:lnTo>
                    <a:pt x="8589119" y="617599"/>
                  </a:lnTo>
                  <a:lnTo>
                    <a:pt x="8535606" y="651361"/>
                  </a:lnTo>
                  <a:lnTo>
                    <a:pt x="8482065" y="683377"/>
                  </a:lnTo>
                  <a:lnTo>
                    <a:pt x="8428321" y="713444"/>
                  </a:lnTo>
                  <a:lnTo>
                    <a:pt x="8374107" y="741432"/>
                  </a:lnTo>
                  <a:lnTo>
                    <a:pt x="8319046" y="767279"/>
                  </a:lnTo>
                  <a:lnTo>
                    <a:pt x="8262630" y="790989"/>
                  </a:lnTo>
                  <a:lnTo>
                    <a:pt x="8229629" y="803563"/>
                  </a:lnTo>
                  <a:lnTo>
                    <a:pt x="8177810" y="821424"/>
                  </a:lnTo>
                  <a:lnTo>
                    <a:pt x="8123547" y="837737"/>
                  </a:lnTo>
                  <a:lnTo>
                    <a:pt x="8066158" y="852556"/>
                  </a:lnTo>
                  <a:lnTo>
                    <a:pt x="8004895" y="865988"/>
                  </a:lnTo>
                  <a:lnTo>
                    <a:pt x="7938982" y="878159"/>
                  </a:lnTo>
                  <a:lnTo>
                    <a:pt x="7867658" y="889201"/>
                  </a:lnTo>
                  <a:lnTo>
                    <a:pt x="7790231" y="899237"/>
                  </a:lnTo>
                  <a:lnTo>
                    <a:pt x="7706141" y="908374"/>
                  </a:lnTo>
                  <a:lnTo>
                    <a:pt x="7615055" y="916703"/>
                  </a:lnTo>
                  <a:lnTo>
                    <a:pt x="7516983" y="924292"/>
                  </a:lnTo>
                  <a:lnTo>
                    <a:pt x="7412416" y="931190"/>
                  </a:lnTo>
                  <a:lnTo>
                    <a:pt x="7302472" y="937421"/>
                  </a:lnTo>
                  <a:lnTo>
                    <a:pt x="7189022" y="942995"/>
                  </a:lnTo>
                  <a:lnTo>
                    <a:pt x="7074745" y="947903"/>
                  </a:lnTo>
                  <a:lnTo>
                    <a:pt x="6963062" y="952132"/>
                  </a:lnTo>
                  <a:lnTo>
                    <a:pt x="6857907" y="955670"/>
                  </a:lnTo>
                  <a:lnTo>
                    <a:pt x="6763304" y="958518"/>
                  </a:lnTo>
                  <a:lnTo>
                    <a:pt x="6682810" y="960700"/>
                  </a:lnTo>
                  <a:lnTo>
                    <a:pt x="6618928" y="962267"/>
                  </a:lnTo>
                  <a:lnTo>
                    <a:pt x="6572639" y="963299"/>
                  </a:lnTo>
                  <a:lnTo>
                    <a:pt x="6543151" y="963899"/>
                  </a:lnTo>
                  <a:lnTo>
                    <a:pt x="6527914" y="964182"/>
                  </a:lnTo>
                  <a:lnTo>
                    <a:pt x="6522811" y="964269"/>
                  </a:lnTo>
                  <a:lnTo>
                    <a:pt x="6522385" y="964276"/>
                  </a:lnTo>
                  <a:lnTo>
                    <a:pt x="5527445" y="964276"/>
                  </a:lnTo>
                  <a:lnTo>
                    <a:pt x="5526370" y="964328"/>
                  </a:lnTo>
                  <a:lnTo>
                    <a:pt x="5519268" y="964696"/>
                  </a:lnTo>
                  <a:lnTo>
                    <a:pt x="5501244" y="965714"/>
                  </a:lnTo>
                  <a:lnTo>
                    <a:pt x="5468717" y="967720"/>
                  </a:lnTo>
                  <a:lnTo>
                    <a:pt x="5419623" y="971037"/>
                  </a:lnTo>
                  <a:lnTo>
                    <a:pt x="5353563" y="975944"/>
                  </a:lnTo>
                  <a:lnTo>
                    <a:pt x="5271772" y="982654"/>
                  </a:lnTo>
                  <a:lnTo>
                    <a:pt x="5176844" y="991296"/>
                  </a:lnTo>
                  <a:lnTo>
                    <a:pt x="5072275" y="1001925"/>
                  </a:lnTo>
                  <a:lnTo>
                    <a:pt x="4961911" y="1014539"/>
                  </a:lnTo>
                  <a:lnTo>
                    <a:pt x="4849452" y="1029100"/>
                  </a:lnTo>
                  <a:lnTo>
                    <a:pt x="4738089" y="1045571"/>
                  </a:lnTo>
                  <a:lnTo>
                    <a:pt x="4630298" y="1063935"/>
                  </a:lnTo>
                  <a:lnTo>
                    <a:pt x="4527803" y="1084215"/>
                  </a:lnTo>
                  <a:lnTo>
                    <a:pt x="4431629" y="1106492"/>
                  </a:lnTo>
                  <a:lnTo>
                    <a:pt x="4342221" y="1130899"/>
                  </a:lnTo>
                  <a:lnTo>
                    <a:pt x="4259577" y="1157635"/>
                  </a:lnTo>
                  <a:lnTo>
                    <a:pt x="4183378" y="1186954"/>
                  </a:lnTo>
                  <a:lnTo>
                    <a:pt x="4113094" y="1219161"/>
                  </a:lnTo>
                  <a:lnTo>
                    <a:pt x="4048066" y="1254605"/>
                  </a:lnTo>
                  <a:lnTo>
                    <a:pt x="3987573" y="1293653"/>
                  </a:lnTo>
                  <a:lnTo>
                    <a:pt x="3930876" y="1336669"/>
                  </a:lnTo>
                  <a:lnTo>
                    <a:pt x="3877260" y="1383957"/>
                  </a:lnTo>
                  <a:lnTo>
                    <a:pt x="3826069" y="1435693"/>
                  </a:lnTo>
                  <a:lnTo>
                    <a:pt x="3820202" y="1442047"/>
                  </a:lnTo>
                  <a:lnTo>
                    <a:pt x="3776155" y="1492572"/>
                  </a:lnTo>
                  <a:lnTo>
                    <a:pt x="3733200" y="1546725"/>
                  </a:lnTo>
                  <a:lnTo>
                    <a:pt x="3691046" y="1604579"/>
                  </a:lnTo>
                  <a:lnTo>
                    <a:pt x="3649458" y="1666153"/>
                  </a:lnTo>
                  <a:lnTo>
                    <a:pt x="3608245" y="1731401"/>
                  </a:lnTo>
                  <a:lnTo>
                    <a:pt x="3567261" y="1800210"/>
                  </a:lnTo>
                  <a:lnTo>
                    <a:pt x="3526392" y="1872396"/>
                  </a:lnTo>
                  <a:lnTo>
                    <a:pt x="3485556" y="1947700"/>
                  </a:lnTo>
                  <a:lnTo>
                    <a:pt x="3444699" y="2025792"/>
                  </a:lnTo>
                  <a:lnTo>
                    <a:pt x="3403792" y="2106270"/>
                  </a:lnTo>
                  <a:lnTo>
                    <a:pt x="3362825" y="2188672"/>
                  </a:lnTo>
                  <a:lnTo>
                    <a:pt x="3321802" y="2272485"/>
                  </a:lnTo>
                  <a:lnTo>
                    <a:pt x="3280742" y="2357154"/>
                  </a:lnTo>
                  <a:lnTo>
                    <a:pt x="3239670" y="2442103"/>
                  </a:lnTo>
                  <a:lnTo>
                    <a:pt x="3198611" y="2526744"/>
                  </a:lnTo>
                  <a:lnTo>
                    <a:pt x="3157591" y="2610501"/>
                  </a:lnTo>
                  <a:lnTo>
                    <a:pt x="3116627" y="2692823"/>
                  </a:lnTo>
                  <a:lnTo>
                    <a:pt x="3075722" y="2773196"/>
                  </a:lnTo>
                  <a:lnTo>
                    <a:pt x="3034868" y="2851163"/>
                  </a:lnTo>
                  <a:lnTo>
                    <a:pt x="2994032" y="2926324"/>
                  </a:lnTo>
                  <a:lnTo>
                    <a:pt x="2953159" y="2998353"/>
                  </a:lnTo>
                  <a:lnTo>
                    <a:pt x="2912166" y="3066995"/>
                  </a:lnTo>
                  <a:lnTo>
                    <a:pt x="2870940" y="3132069"/>
                  </a:lnTo>
                  <a:lnTo>
                    <a:pt x="2829328" y="3193464"/>
                  </a:lnTo>
                  <a:lnTo>
                    <a:pt x="2787142" y="3251139"/>
                  </a:lnTo>
                  <a:lnTo>
                    <a:pt x="2744142" y="3305116"/>
                  </a:lnTo>
                  <a:lnTo>
                    <a:pt x="2702183" y="3353132"/>
                  </a:lnTo>
                  <a:lnTo>
                    <a:pt x="2651238" y="3405390"/>
                  </a:lnTo>
                  <a:lnTo>
                    <a:pt x="2597939" y="3453195"/>
                  </a:lnTo>
                  <a:lnTo>
                    <a:pt x="2541639" y="3496697"/>
                  </a:lnTo>
                  <a:lnTo>
                    <a:pt x="2481629" y="3536192"/>
                  </a:lnTo>
                  <a:lnTo>
                    <a:pt x="2417171" y="3572038"/>
                  </a:lnTo>
                  <a:lnTo>
                    <a:pt x="2347538" y="3604607"/>
                  </a:lnTo>
                  <a:lnTo>
                    <a:pt x="2272063" y="3634247"/>
                  </a:lnTo>
                  <a:lnTo>
                    <a:pt x="2190196" y="3661272"/>
                  </a:lnTo>
                  <a:lnTo>
                    <a:pt x="2101587" y="3685941"/>
                  </a:lnTo>
                  <a:lnTo>
                    <a:pt x="2006193" y="3708458"/>
                  </a:lnTo>
                  <a:lnTo>
                    <a:pt x="1904398" y="3728968"/>
                  </a:lnTo>
                  <a:lnTo>
                    <a:pt x="1797153" y="3747554"/>
                  </a:lnTo>
                  <a:lnTo>
                    <a:pt x="1686095" y="3764247"/>
                  </a:lnTo>
                  <a:lnTo>
                    <a:pt x="1573612" y="3779034"/>
                  </a:lnTo>
                  <a:lnTo>
                    <a:pt x="1462819" y="3791878"/>
                  </a:lnTo>
                  <a:lnTo>
                    <a:pt x="1357370" y="3802741"/>
                  </a:lnTo>
                  <a:lnTo>
                    <a:pt x="1261120" y="3811615"/>
                  </a:lnTo>
                  <a:lnTo>
                    <a:pt x="1177633" y="3818545"/>
                  </a:lnTo>
                  <a:lnTo>
                    <a:pt x="1109636" y="3823654"/>
                  </a:lnTo>
                  <a:lnTo>
                    <a:pt x="1058541" y="3827145"/>
                  </a:lnTo>
                  <a:lnTo>
                    <a:pt x="1024148" y="3829288"/>
                  </a:lnTo>
                  <a:lnTo>
                    <a:pt x="1004582" y="3830404"/>
                  </a:lnTo>
                  <a:lnTo>
                    <a:pt x="996430" y="3830831"/>
                  </a:lnTo>
                  <a:lnTo>
                    <a:pt x="994940" y="3830903"/>
                  </a:lnTo>
                  <a:lnTo>
                    <a:pt x="0" y="3830903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86" name="pl1485"/>
            <p:cNvSpPr/>
            <p:nvPr/>
          </p:nvSpPr>
          <p:spPr>
            <a:xfrm>
              <a:off x="1199187" y="1273309"/>
              <a:ext cx="12049831" cy="3830903"/>
            </a:xfrm>
            <a:custGeom>
              <a:avLst/>
              <a:pathLst>
                <a:path w="12049831" h="3830903">
                  <a:moveTo>
                    <a:pt x="0" y="3830903"/>
                  </a:moveTo>
                  <a:lnTo>
                    <a:pt x="994940" y="3830903"/>
                  </a:lnTo>
                  <a:lnTo>
                    <a:pt x="996015" y="3830851"/>
                  </a:lnTo>
                  <a:lnTo>
                    <a:pt x="1003117" y="3830483"/>
                  </a:lnTo>
                  <a:lnTo>
                    <a:pt x="1021141" y="3829465"/>
                  </a:lnTo>
                  <a:lnTo>
                    <a:pt x="1053668" y="3827460"/>
                  </a:lnTo>
                  <a:lnTo>
                    <a:pt x="1102762" y="3824142"/>
                  </a:lnTo>
                  <a:lnTo>
                    <a:pt x="1168822" y="3819235"/>
                  </a:lnTo>
                  <a:lnTo>
                    <a:pt x="1250613" y="3812526"/>
                  </a:lnTo>
                  <a:lnTo>
                    <a:pt x="1345541" y="3803883"/>
                  </a:lnTo>
                  <a:lnTo>
                    <a:pt x="1450110" y="3793254"/>
                  </a:lnTo>
                  <a:lnTo>
                    <a:pt x="1560474" y="3780640"/>
                  </a:lnTo>
                  <a:lnTo>
                    <a:pt x="1672933" y="3766079"/>
                  </a:lnTo>
                  <a:lnTo>
                    <a:pt x="1784296" y="3749608"/>
                  </a:lnTo>
                  <a:lnTo>
                    <a:pt x="1892087" y="3731245"/>
                  </a:lnTo>
                  <a:lnTo>
                    <a:pt x="1994582" y="3710964"/>
                  </a:lnTo>
                  <a:lnTo>
                    <a:pt x="2090756" y="3688688"/>
                  </a:lnTo>
                  <a:lnTo>
                    <a:pt x="2180164" y="3664280"/>
                  </a:lnTo>
                  <a:lnTo>
                    <a:pt x="2262808" y="3637544"/>
                  </a:lnTo>
                  <a:lnTo>
                    <a:pt x="2339007" y="3608225"/>
                  </a:lnTo>
                  <a:lnTo>
                    <a:pt x="2409291" y="3576018"/>
                  </a:lnTo>
                  <a:lnTo>
                    <a:pt x="2474319" y="3540575"/>
                  </a:lnTo>
                  <a:lnTo>
                    <a:pt x="2534812" y="3501526"/>
                  </a:lnTo>
                  <a:lnTo>
                    <a:pt x="2591509" y="3458511"/>
                  </a:lnTo>
                  <a:lnTo>
                    <a:pt x="2645125" y="3411222"/>
                  </a:lnTo>
                  <a:lnTo>
                    <a:pt x="2696316" y="3359486"/>
                  </a:lnTo>
                  <a:lnTo>
                    <a:pt x="2702183" y="3353132"/>
                  </a:lnTo>
                  <a:lnTo>
                    <a:pt x="2746230" y="3302607"/>
                  </a:lnTo>
                  <a:lnTo>
                    <a:pt x="2789185" y="3248454"/>
                  </a:lnTo>
                  <a:lnTo>
                    <a:pt x="2831339" y="3190600"/>
                  </a:lnTo>
                  <a:lnTo>
                    <a:pt x="2872927" y="3129026"/>
                  </a:lnTo>
                  <a:lnTo>
                    <a:pt x="2914140" y="3063779"/>
                  </a:lnTo>
                  <a:lnTo>
                    <a:pt x="2955124" y="2994969"/>
                  </a:lnTo>
                  <a:lnTo>
                    <a:pt x="2995993" y="2922783"/>
                  </a:lnTo>
                  <a:lnTo>
                    <a:pt x="3036829" y="2847479"/>
                  </a:lnTo>
                  <a:lnTo>
                    <a:pt x="3077686" y="2769387"/>
                  </a:lnTo>
                  <a:lnTo>
                    <a:pt x="3118593" y="2688909"/>
                  </a:lnTo>
                  <a:lnTo>
                    <a:pt x="3159560" y="2606507"/>
                  </a:lnTo>
                  <a:lnTo>
                    <a:pt x="3200583" y="2522694"/>
                  </a:lnTo>
                  <a:lnTo>
                    <a:pt x="3241643" y="2438025"/>
                  </a:lnTo>
                  <a:lnTo>
                    <a:pt x="3282715" y="2353077"/>
                  </a:lnTo>
                  <a:lnTo>
                    <a:pt x="3323774" y="2268435"/>
                  </a:lnTo>
                  <a:lnTo>
                    <a:pt x="3364794" y="2184678"/>
                  </a:lnTo>
                  <a:lnTo>
                    <a:pt x="3405758" y="2102356"/>
                  </a:lnTo>
                  <a:lnTo>
                    <a:pt x="3446663" y="2021983"/>
                  </a:lnTo>
                  <a:lnTo>
                    <a:pt x="3487517" y="1944017"/>
                  </a:lnTo>
                  <a:lnTo>
                    <a:pt x="3528353" y="1868855"/>
                  </a:lnTo>
                  <a:lnTo>
                    <a:pt x="3569226" y="1796826"/>
                  </a:lnTo>
                  <a:lnTo>
                    <a:pt x="3610219" y="1728184"/>
                  </a:lnTo>
                  <a:lnTo>
                    <a:pt x="3651445" y="1663111"/>
                  </a:lnTo>
                  <a:lnTo>
                    <a:pt x="3693057" y="1601715"/>
                  </a:lnTo>
                  <a:lnTo>
                    <a:pt x="3735243" y="1544040"/>
                  </a:lnTo>
                  <a:lnTo>
                    <a:pt x="3778243" y="1490063"/>
                  </a:lnTo>
                  <a:lnTo>
                    <a:pt x="3820202" y="1442047"/>
                  </a:lnTo>
                  <a:lnTo>
                    <a:pt x="3871147" y="1389789"/>
                  </a:lnTo>
                  <a:lnTo>
                    <a:pt x="3924446" y="1341984"/>
                  </a:lnTo>
                  <a:lnTo>
                    <a:pt x="3980746" y="1298482"/>
                  </a:lnTo>
                  <a:lnTo>
                    <a:pt x="4040756" y="1258987"/>
                  </a:lnTo>
                  <a:lnTo>
                    <a:pt x="4105214" y="1223141"/>
                  </a:lnTo>
                  <a:lnTo>
                    <a:pt x="4174847" y="1190573"/>
                  </a:lnTo>
                  <a:lnTo>
                    <a:pt x="4250322" y="1160932"/>
                  </a:lnTo>
                  <a:lnTo>
                    <a:pt x="4332189" y="1133908"/>
                  </a:lnTo>
                  <a:lnTo>
                    <a:pt x="4420798" y="1109238"/>
                  </a:lnTo>
                  <a:lnTo>
                    <a:pt x="4516192" y="1086721"/>
                  </a:lnTo>
                  <a:lnTo>
                    <a:pt x="4617987" y="1066211"/>
                  </a:lnTo>
                  <a:lnTo>
                    <a:pt x="4725232" y="1047625"/>
                  </a:lnTo>
                  <a:lnTo>
                    <a:pt x="4836290" y="1030932"/>
                  </a:lnTo>
                  <a:lnTo>
                    <a:pt x="4948773" y="1016145"/>
                  </a:lnTo>
                  <a:lnTo>
                    <a:pt x="5059566" y="1003302"/>
                  </a:lnTo>
                  <a:lnTo>
                    <a:pt x="5165015" y="992438"/>
                  </a:lnTo>
                  <a:lnTo>
                    <a:pt x="5261265" y="983565"/>
                  </a:lnTo>
                  <a:lnTo>
                    <a:pt x="5344752" y="976634"/>
                  </a:lnTo>
                  <a:lnTo>
                    <a:pt x="5412749" y="971525"/>
                  </a:lnTo>
                  <a:lnTo>
                    <a:pt x="5463844" y="968035"/>
                  </a:lnTo>
                  <a:lnTo>
                    <a:pt x="5498237" y="965891"/>
                  </a:lnTo>
                  <a:lnTo>
                    <a:pt x="5517803" y="964775"/>
                  </a:lnTo>
                  <a:lnTo>
                    <a:pt x="5525955" y="964348"/>
                  </a:lnTo>
                  <a:lnTo>
                    <a:pt x="5527443" y="964276"/>
                  </a:lnTo>
                  <a:lnTo>
                    <a:pt x="5527445" y="964276"/>
                  </a:lnTo>
                  <a:lnTo>
                    <a:pt x="6522385" y="964276"/>
                  </a:lnTo>
                  <a:lnTo>
                    <a:pt x="6523515" y="964258"/>
                  </a:lnTo>
                  <a:lnTo>
                    <a:pt x="6530966" y="964128"/>
                  </a:lnTo>
                  <a:lnTo>
                    <a:pt x="6549854" y="963768"/>
                  </a:lnTo>
                  <a:lnTo>
                    <a:pt x="6583877" y="963058"/>
                  </a:lnTo>
                  <a:lnTo>
                    <a:pt x="6635106" y="961885"/>
                  </a:lnTo>
                  <a:lnTo>
                    <a:pt x="6703826" y="960152"/>
                  </a:lnTo>
                  <a:lnTo>
                    <a:pt x="6788592" y="957787"/>
                  </a:lnTo>
                  <a:lnTo>
                    <a:pt x="6886550" y="954746"/>
                  </a:lnTo>
                  <a:lnTo>
                    <a:pt x="6993950" y="951013"/>
                  </a:lnTo>
                  <a:lnTo>
                    <a:pt x="7106743" y="946592"/>
                  </a:lnTo>
                  <a:lnTo>
                    <a:pt x="7221105" y="941496"/>
                  </a:lnTo>
                  <a:lnTo>
                    <a:pt x="7333805" y="935737"/>
                  </a:lnTo>
                  <a:lnTo>
                    <a:pt x="7442393" y="929320"/>
                  </a:lnTo>
                  <a:lnTo>
                    <a:pt x="7545219" y="922232"/>
                  </a:lnTo>
                  <a:lnTo>
                    <a:pt x="7641355" y="914441"/>
                  </a:lnTo>
                  <a:lnTo>
                    <a:pt x="7730459" y="905893"/>
                  </a:lnTo>
                  <a:lnTo>
                    <a:pt x="7812632" y="896513"/>
                  </a:lnTo>
                  <a:lnTo>
                    <a:pt x="7888281" y="886206"/>
                  </a:lnTo>
                  <a:lnTo>
                    <a:pt x="7958011" y="874860"/>
                  </a:lnTo>
                  <a:lnTo>
                    <a:pt x="8022540" y="862348"/>
                  </a:lnTo>
                  <a:lnTo>
                    <a:pt x="8082637" y="848539"/>
                  </a:lnTo>
                  <a:lnTo>
                    <a:pt x="8139075" y="833309"/>
                  </a:lnTo>
                  <a:lnTo>
                    <a:pt x="8192586" y="816564"/>
                  </a:lnTo>
                  <a:lnTo>
                    <a:pt x="8229629" y="803563"/>
                  </a:lnTo>
                  <a:lnTo>
                    <a:pt x="8287105" y="781048"/>
                  </a:lnTo>
                  <a:lnTo>
                    <a:pt x="8342867" y="756423"/>
                  </a:lnTo>
                  <a:lnTo>
                    <a:pt x="8397509" y="729652"/>
                  </a:lnTo>
                  <a:lnTo>
                    <a:pt x="8451482" y="700758"/>
                  </a:lnTo>
                  <a:lnTo>
                    <a:pt x="8505111" y="669832"/>
                  </a:lnTo>
                  <a:lnTo>
                    <a:pt x="8558624" y="637036"/>
                  </a:lnTo>
                  <a:lnTo>
                    <a:pt x="8612159" y="602603"/>
                  </a:lnTo>
                  <a:lnTo>
                    <a:pt x="8665784" y="566838"/>
                  </a:lnTo>
                  <a:lnTo>
                    <a:pt x="8719509" y="530103"/>
                  </a:lnTo>
                  <a:lnTo>
                    <a:pt x="8773306" y="492806"/>
                  </a:lnTo>
                  <a:lnTo>
                    <a:pt x="8827119" y="455383"/>
                  </a:lnTo>
                  <a:lnTo>
                    <a:pt x="8880891" y="418276"/>
                  </a:lnTo>
                  <a:lnTo>
                    <a:pt x="8934575" y="381910"/>
                  </a:lnTo>
                  <a:lnTo>
                    <a:pt x="8988157" y="346677"/>
                  </a:lnTo>
                  <a:lnTo>
                    <a:pt x="9041670" y="312915"/>
                  </a:lnTo>
                  <a:lnTo>
                    <a:pt x="9095211" y="280899"/>
                  </a:lnTo>
                  <a:lnTo>
                    <a:pt x="9148955" y="250831"/>
                  </a:lnTo>
                  <a:lnTo>
                    <a:pt x="9203169" y="222844"/>
                  </a:lnTo>
                  <a:lnTo>
                    <a:pt x="9258230" y="196997"/>
                  </a:lnTo>
                  <a:lnTo>
                    <a:pt x="9314646" y="173287"/>
                  </a:lnTo>
                  <a:lnTo>
                    <a:pt x="9347647" y="160712"/>
                  </a:lnTo>
                  <a:lnTo>
                    <a:pt x="9399466" y="142851"/>
                  </a:lnTo>
                  <a:lnTo>
                    <a:pt x="9453729" y="126539"/>
                  </a:lnTo>
                  <a:lnTo>
                    <a:pt x="9511118" y="111720"/>
                  </a:lnTo>
                  <a:lnTo>
                    <a:pt x="9572382" y="98288"/>
                  </a:lnTo>
                  <a:lnTo>
                    <a:pt x="9638295" y="86116"/>
                  </a:lnTo>
                  <a:lnTo>
                    <a:pt x="9709618" y="75074"/>
                  </a:lnTo>
                  <a:lnTo>
                    <a:pt x="9787046" y="65039"/>
                  </a:lnTo>
                  <a:lnTo>
                    <a:pt x="9871136" y="55902"/>
                  </a:lnTo>
                  <a:lnTo>
                    <a:pt x="9962222" y="47573"/>
                  </a:lnTo>
                  <a:lnTo>
                    <a:pt x="10060294" y="39983"/>
                  </a:lnTo>
                  <a:lnTo>
                    <a:pt x="10164861" y="33086"/>
                  </a:lnTo>
                  <a:lnTo>
                    <a:pt x="10274804" y="26854"/>
                  </a:lnTo>
                  <a:lnTo>
                    <a:pt x="10388254" y="21281"/>
                  </a:lnTo>
                  <a:lnTo>
                    <a:pt x="10502532" y="16373"/>
                  </a:lnTo>
                  <a:lnTo>
                    <a:pt x="10614214" y="12144"/>
                  </a:lnTo>
                  <a:lnTo>
                    <a:pt x="10719369" y="8606"/>
                  </a:lnTo>
                  <a:lnTo>
                    <a:pt x="10813972" y="5757"/>
                  </a:lnTo>
                  <a:lnTo>
                    <a:pt x="10894467" y="3575"/>
                  </a:lnTo>
                  <a:lnTo>
                    <a:pt x="10958348" y="2008"/>
                  </a:lnTo>
                  <a:lnTo>
                    <a:pt x="11004637" y="976"/>
                  </a:lnTo>
                  <a:lnTo>
                    <a:pt x="11034126" y="377"/>
                  </a:lnTo>
                  <a:lnTo>
                    <a:pt x="11049362" y="93"/>
                  </a:lnTo>
                  <a:lnTo>
                    <a:pt x="11054465" y="6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7" name="pl1486"/>
            <p:cNvSpPr/>
            <p:nvPr/>
          </p:nvSpPr>
          <p:spPr>
            <a:xfrm>
              <a:off x="1199187" y="1268068"/>
              <a:ext cx="12049831" cy="3830903"/>
            </a:xfrm>
            <a:custGeom>
              <a:avLst/>
              <a:pathLst>
                <a:path w="12049831" h="3830903">
                  <a:moveTo>
                    <a:pt x="12049831" y="0"/>
                  </a:moveTo>
                  <a:lnTo>
                    <a:pt x="11054891" y="0"/>
                  </a:lnTo>
                  <a:lnTo>
                    <a:pt x="11053762" y="18"/>
                  </a:lnTo>
                  <a:lnTo>
                    <a:pt x="11046310" y="148"/>
                  </a:lnTo>
                  <a:lnTo>
                    <a:pt x="11027423" y="508"/>
                  </a:lnTo>
                  <a:lnTo>
                    <a:pt x="10993399" y="1218"/>
                  </a:lnTo>
                  <a:lnTo>
                    <a:pt x="10942170" y="2390"/>
                  </a:lnTo>
                  <a:lnTo>
                    <a:pt x="10873451" y="4123"/>
                  </a:lnTo>
                  <a:lnTo>
                    <a:pt x="10788684" y="6489"/>
                  </a:lnTo>
                  <a:lnTo>
                    <a:pt x="10690727" y="9529"/>
                  </a:lnTo>
                  <a:lnTo>
                    <a:pt x="10583326" y="13262"/>
                  </a:lnTo>
                  <a:lnTo>
                    <a:pt x="10470534" y="17684"/>
                  </a:lnTo>
                  <a:lnTo>
                    <a:pt x="10356172" y="22780"/>
                  </a:lnTo>
                  <a:lnTo>
                    <a:pt x="10243471" y="28538"/>
                  </a:lnTo>
                  <a:lnTo>
                    <a:pt x="10134884" y="34955"/>
                  </a:lnTo>
                  <a:lnTo>
                    <a:pt x="10032058" y="42044"/>
                  </a:lnTo>
                  <a:lnTo>
                    <a:pt x="9935922" y="49835"/>
                  </a:lnTo>
                  <a:lnTo>
                    <a:pt x="9846817" y="58383"/>
                  </a:lnTo>
                  <a:lnTo>
                    <a:pt x="9764644" y="67763"/>
                  </a:lnTo>
                  <a:lnTo>
                    <a:pt x="9688995" y="78069"/>
                  </a:lnTo>
                  <a:lnTo>
                    <a:pt x="9619265" y="89416"/>
                  </a:lnTo>
                  <a:lnTo>
                    <a:pt x="9554737" y="101928"/>
                  </a:lnTo>
                  <a:lnTo>
                    <a:pt x="9494639" y="115737"/>
                  </a:lnTo>
                  <a:lnTo>
                    <a:pt x="9438202" y="130967"/>
                  </a:lnTo>
                  <a:lnTo>
                    <a:pt x="9384690" y="147712"/>
                  </a:lnTo>
                  <a:lnTo>
                    <a:pt x="9347647" y="160712"/>
                  </a:lnTo>
                  <a:lnTo>
                    <a:pt x="9290171" y="183228"/>
                  </a:lnTo>
                  <a:lnTo>
                    <a:pt x="9234410" y="207853"/>
                  </a:lnTo>
                  <a:lnTo>
                    <a:pt x="9179767" y="234624"/>
                  </a:lnTo>
                  <a:lnTo>
                    <a:pt x="9125795" y="263517"/>
                  </a:lnTo>
                  <a:lnTo>
                    <a:pt x="9072165" y="294443"/>
                  </a:lnTo>
                  <a:lnTo>
                    <a:pt x="9018653" y="327240"/>
                  </a:lnTo>
                  <a:lnTo>
                    <a:pt x="8965118" y="361672"/>
                  </a:lnTo>
                  <a:lnTo>
                    <a:pt x="8911493" y="397438"/>
                  </a:lnTo>
                  <a:lnTo>
                    <a:pt x="8857767" y="434173"/>
                  </a:lnTo>
                  <a:lnTo>
                    <a:pt x="8803971" y="471470"/>
                  </a:lnTo>
                  <a:lnTo>
                    <a:pt x="8750157" y="508892"/>
                  </a:lnTo>
                  <a:lnTo>
                    <a:pt x="8696385" y="546000"/>
                  </a:lnTo>
                  <a:lnTo>
                    <a:pt x="8642701" y="582366"/>
                  </a:lnTo>
                  <a:lnTo>
                    <a:pt x="8589119" y="617599"/>
                  </a:lnTo>
                  <a:lnTo>
                    <a:pt x="8535606" y="651361"/>
                  </a:lnTo>
                  <a:lnTo>
                    <a:pt x="8482065" y="683377"/>
                  </a:lnTo>
                  <a:lnTo>
                    <a:pt x="8428321" y="713444"/>
                  </a:lnTo>
                  <a:lnTo>
                    <a:pt x="8374107" y="741432"/>
                  </a:lnTo>
                  <a:lnTo>
                    <a:pt x="8319046" y="767279"/>
                  </a:lnTo>
                  <a:lnTo>
                    <a:pt x="8262630" y="790989"/>
                  </a:lnTo>
                  <a:lnTo>
                    <a:pt x="8229629" y="803563"/>
                  </a:lnTo>
                  <a:lnTo>
                    <a:pt x="8177810" y="821424"/>
                  </a:lnTo>
                  <a:lnTo>
                    <a:pt x="8123547" y="837737"/>
                  </a:lnTo>
                  <a:lnTo>
                    <a:pt x="8066158" y="852556"/>
                  </a:lnTo>
                  <a:lnTo>
                    <a:pt x="8004895" y="865988"/>
                  </a:lnTo>
                  <a:lnTo>
                    <a:pt x="7938982" y="878159"/>
                  </a:lnTo>
                  <a:lnTo>
                    <a:pt x="7867658" y="889201"/>
                  </a:lnTo>
                  <a:lnTo>
                    <a:pt x="7790231" y="899237"/>
                  </a:lnTo>
                  <a:lnTo>
                    <a:pt x="7706141" y="908374"/>
                  </a:lnTo>
                  <a:lnTo>
                    <a:pt x="7615055" y="916703"/>
                  </a:lnTo>
                  <a:lnTo>
                    <a:pt x="7516983" y="924292"/>
                  </a:lnTo>
                  <a:lnTo>
                    <a:pt x="7412416" y="931190"/>
                  </a:lnTo>
                  <a:lnTo>
                    <a:pt x="7302472" y="937421"/>
                  </a:lnTo>
                  <a:lnTo>
                    <a:pt x="7189022" y="942995"/>
                  </a:lnTo>
                  <a:lnTo>
                    <a:pt x="7074745" y="947903"/>
                  </a:lnTo>
                  <a:lnTo>
                    <a:pt x="6963062" y="952132"/>
                  </a:lnTo>
                  <a:lnTo>
                    <a:pt x="6857907" y="955670"/>
                  </a:lnTo>
                  <a:lnTo>
                    <a:pt x="6763304" y="958518"/>
                  </a:lnTo>
                  <a:lnTo>
                    <a:pt x="6682810" y="960700"/>
                  </a:lnTo>
                  <a:lnTo>
                    <a:pt x="6618928" y="962267"/>
                  </a:lnTo>
                  <a:lnTo>
                    <a:pt x="6572639" y="963299"/>
                  </a:lnTo>
                  <a:lnTo>
                    <a:pt x="6543151" y="963899"/>
                  </a:lnTo>
                  <a:lnTo>
                    <a:pt x="6527914" y="964182"/>
                  </a:lnTo>
                  <a:lnTo>
                    <a:pt x="6522811" y="964269"/>
                  </a:lnTo>
                  <a:lnTo>
                    <a:pt x="6522385" y="964276"/>
                  </a:lnTo>
                  <a:lnTo>
                    <a:pt x="5527445" y="964276"/>
                  </a:lnTo>
                  <a:lnTo>
                    <a:pt x="5526370" y="964328"/>
                  </a:lnTo>
                  <a:lnTo>
                    <a:pt x="5519268" y="964696"/>
                  </a:lnTo>
                  <a:lnTo>
                    <a:pt x="5501244" y="965714"/>
                  </a:lnTo>
                  <a:lnTo>
                    <a:pt x="5468717" y="967720"/>
                  </a:lnTo>
                  <a:lnTo>
                    <a:pt x="5419623" y="971037"/>
                  </a:lnTo>
                  <a:lnTo>
                    <a:pt x="5353563" y="975944"/>
                  </a:lnTo>
                  <a:lnTo>
                    <a:pt x="5271772" y="982654"/>
                  </a:lnTo>
                  <a:lnTo>
                    <a:pt x="5176844" y="991296"/>
                  </a:lnTo>
                  <a:lnTo>
                    <a:pt x="5072275" y="1001925"/>
                  </a:lnTo>
                  <a:lnTo>
                    <a:pt x="4961911" y="1014539"/>
                  </a:lnTo>
                  <a:lnTo>
                    <a:pt x="4849452" y="1029100"/>
                  </a:lnTo>
                  <a:lnTo>
                    <a:pt x="4738089" y="1045571"/>
                  </a:lnTo>
                  <a:lnTo>
                    <a:pt x="4630298" y="1063935"/>
                  </a:lnTo>
                  <a:lnTo>
                    <a:pt x="4527803" y="1084215"/>
                  </a:lnTo>
                  <a:lnTo>
                    <a:pt x="4431629" y="1106492"/>
                  </a:lnTo>
                  <a:lnTo>
                    <a:pt x="4342221" y="1130899"/>
                  </a:lnTo>
                  <a:lnTo>
                    <a:pt x="4259577" y="1157635"/>
                  </a:lnTo>
                  <a:lnTo>
                    <a:pt x="4183378" y="1186954"/>
                  </a:lnTo>
                  <a:lnTo>
                    <a:pt x="4113094" y="1219161"/>
                  </a:lnTo>
                  <a:lnTo>
                    <a:pt x="4048066" y="1254605"/>
                  </a:lnTo>
                  <a:lnTo>
                    <a:pt x="3987573" y="1293653"/>
                  </a:lnTo>
                  <a:lnTo>
                    <a:pt x="3930876" y="1336669"/>
                  </a:lnTo>
                  <a:lnTo>
                    <a:pt x="3877260" y="1383957"/>
                  </a:lnTo>
                  <a:lnTo>
                    <a:pt x="3826069" y="1435693"/>
                  </a:lnTo>
                  <a:lnTo>
                    <a:pt x="3820202" y="1442047"/>
                  </a:lnTo>
                  <a:lnTo>
                    <a:pt x="3776155" y="1492572"/>
                  </a:lnTo>
                  <a:lnTo>
                    <a:pt x="3733200" y="1546725"/>
                  </a:lnTo>
                  <a:lnTo>
                    <a:pt x="3691046" y="1604579"/>
                  </a:lnTo>
                  <a:lnTo>
                    <a:pt x="3649458" y="1666153"/>
                  </a:lnTo>
                  <a:lnTo>
                    <a:pt x="3608245" y="1731401"/>
                  </a:lnTo>
                  <a:lnTo>
                    <a:pt x="3567261" y="1800210"/>
                  </a:lnTo>
                  <a:lnTo>
                    <a:pt x="3526392" y="1872396"/>
                  </a:lnTo>
                  <a:lnTo>
                    <a:pt x="3485556" y="1947700"/>
                  </a:lnTo>
                  <a:lnTo>
                    <a:pt x="3444699" y="2025792"/>
                  </a:lnTo>
                  <a:lnTo>
                    <a:pt x="3403792" y="2106270"/>
                  </a:lnTo>
                  <a:lnTo>
                    <a:pt x="3362825" y="2188672"/>
                  </a:lnTo>
                  <a:lnTo>
                    <a:pt x="3321802" y="2272485"/>
                  </a:lnTo>
                  <a:lnTo>
                    <a:pt x="3280742" y="2357154"/>
                  </a:lnTo>
                  <a:lnTo>
                    <a:pt x="3239670" y="2442103"/>
                  </a:lnTo>
                  <a:lnTo>
                    <a:pt x="3198611" y="2526744"/>
                  </a:lnTo>
                  <a:lnTo>
                    <a:pt x="3157591" y="2610501"/>
                  </a:lnTo>
                  <a:lnTo>
                    <a:pt x="3116627" y="2692823"/>
                  </a:lnTo>
                  <a:lnTo>
                    <a:pt x="3075722" y="2773196"/>
                  </a:lnTo>
                  <a:lnTo>
                    <a:pt x="3034868" y="2851163"/>
                  </a:lnTo>
                  <a:lnTo>
                    <a:pt x="2994032" y="2926324"/>
                  </a:lnTo>
                  <a:lnTo>
                    <a:pt x="2953159" y="2998353"/>
                  </a:lnTo>
                  <a:lnTo>
                    <a:pt x="2912166" y="3066995"/>
                  </a:lnTo>
                  <a:lnTo>
                    <a:pt x="2870940" y="3132069"/>
                  </a:lnTo>
                  <a:lnTo>
                    <a:pt x="2829328" y="3193464"/>
                  </a:lnTo>
                  <a:lnTo>
                    <a:pt x="2787142" y="3251139"/>
                  </a:lnTo>
                  <a:lnTo>
                    <a:pt x="2744142" y="3305116"/>
                  </a:lnTo>
                  <a:lnTo>
                    <a:pt x="2702183" y="3353132"/>
                  </a:lnTo>
                  <a:lnTo>
                    <a:pt x="2651238" y="3405390"/>
                  </a:lnTo>
                  <a:lnTo>
                    <a:pt x="2597939" y="3453195"/>
                  </a:lnTo>
                  <a:lnTo>
                    <a:pt x="2541639" y="3496697"/>
                  </a:lnTo>
                  <a:lnTo>
                    <a:pt x="2481629" y="3536192"/>
                  </a:lnTo>
                  <a:lnTo>
                    <a:pt x="2417171" y="3572038"/>
                  </a:lnTo>
                  <a:lnTo>
                    <a:pt x="2347538" y="3604607"/>
                  </a:lnTo>
                  <a:lnTo>
                    <a:pt x="2272063" y="3634247"/>
                  </a:lnTo>
                  <a:lnTo>
                    <a:pt x="2190196" y="3661272"/>
                  </a:lnTo>
                  <a:lnTo>
                    <a:pt x="2101587" y="3685941"/>
                  </a:lnTo>
                  <a:lnTo>
                    <a:pt x="2006193" y="3708458"/>
                  </a:lnTo>
                  <a:lnTo>
                    <a:pt x="1904398" y="3728968"/>
                  </a:lnTo>
                  <a:lnTo>
                    <a:pt x="1797153" y="3747554"/>
                  </a:lnTo>
                  <a:lnTo>
                    <a:pt x="1686095" y="3764247"/>
                  </a:lnTo>
                  <a:lnTo>
                    <a:pt x="1573612" y="3779034"/>
                  </a:lnTo>
                  <a:lnTo>
                    <a:pt x="1462819" y="3791878"/>
                  </a:lnTo>
                  <a:lnTo>
                    <a:pt x="1357370" y="3802741"/>
                  </a:lnTo>
                  <a:lnTo>
                    <a:pt x="1261120" y="3811615"/>
                  </a:lnTo>
                  <a:lnTo>
                    <a:pt x="1177633" y="3818545"/>
                  </a:lnTo>
                  <a:lnTo>
                    <a:pt x="1109636" y="3823654"/>
                  </a:lnTo>
                  <a:lnTo>
                    <a:pt x="1058541" y="3827145"/>
                  </a:lnTo>
                  <a:lnTo>
                    <a:pt x="1024148" y="3829288"/>
                  </a:lnTo>
                  <a:lnTo>
                    <a:pt x="1004582" y="3830404"/>
                  </a:lnTo>
                  <a:lnTo>
                    <a:pt x="996430" y="3830831"/>
                  </a:lnTo>
                  <a:lnTo>
                    <a:pt x="994942" y="3830903"/>
                  </a:lnTo>
                  <a:lnTo>
                    <a:pt x="994940" y="3830903"/>
                  </a:lnTo>
                  <a:lnTo>
                    <a:pt x="0" y="3830903"/>
                  </a:lnTo>
                  <a:lnTo>
                    <a:pt x="0" y="38309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8" name="pg1487"/>
            <p:cNvSpPr/>
            <p:nvPr/>
          </p:nvSpPr>
          <p:spPr>
            <a:xfrm>
              <a:off x="1199187" y="2405286"/>
              <a:ext cx="12049831" cy="2704167"/>
            </a:xfrm>
            <a:custGeom>
              <a:avLst/>
              <a:pathLst>
                <a:path w="12049831" h="2704167">
                  <a:moveTo>
                    <a:pt x="0" y="2704167"/>
                  </a:moveTo>
                  <a:lnTo>
                    <a:pt x="994940" y="2704167"/>
                  </a:lnTo>
                  <a:lnTo>
                    <a:pt x="996021" y="2704118"/>
                  </a:lnTo>
                  <a:lnTo>
                    <a:pt x="1003166" y="2703769"/>
                  </a:lnTo>
                  <a:lnTo>
                    <a:pt x="1021295" y="2702805"/>
                  </a:lnTo>
                  <a:lnTo>
                    <a:pt x="1054005" y="2700904"/>
                  </a:lnTo>
                  <a:lnTo>
                    <a:pt x="1103361" y="2697762"/>
                  </a:lnTo>
                  <a:lnTo>
                    <a:pt x="1169747" y="2693113"/>
                  </a:lnTo>
                  <a:lnTo>
                    <a:pt x="1251905" y="2686760"/>
                  </a:lnTo>
                  <a:lnTo>
                    <a:pt x="1347207" y="2678577"/>
                  </a:lnTo>
                  <a:lnTo>
                    <a:pt x="1452128" y="2668515"/>
                  </a:lnTo>
                  <a:lnTo>
                    <a:pt x="1562796" y="2656579"/>
                  </a:lnTo>
                  <a:lnTo>
                    <a:pt x="1675495" y="2642801"/>
                  </a:lnTo>
                  <a:lnTo>
                    <a:pt x="1787030" y="2627219"/>
                  </a:lnTo>
                  <a:lnTo>
                    <a:pt x="1894924" y="2609848"/>
                  </a:lnTo>
                  <a:lnTo>
                    <a:pt x="1997465" y="2590662"/>
                  </a:lnTo>
                  <a:lnTo>
                    <a:pt x="2093639" y="2569588"/>
                  </a:lnTo>
                  <a:lnTo>
                    <a:pt x="2183013" y="2546493"/>
                  </a:lnTo>
                  <a:lnTo>
                    <a:pt x="2265600" y="2521189"/>
                  </a:lnTo>
                  <a:lnTo>
                    <a:pt x="2341732" y="2493435"/>
                  </a:lnTo>
                  <a:lnTo>
                    <a:pt x="2411947" y="2462938"/>
                  </a:lnTo>
                  <a:lnTo>
                    <a:pt x="2476912" y="2429368"/>
                  </a:lnTo>
                  <a:lnTo>
                    <a:pt x="2537354" y="2392376"/>
                  </a:lnTo>
                  <a:lnTo>
                    <a:pt x="2594016" y="2351619"/>
                  </a:lnTo>
                  <a:lnTo>
                    <a:pt x="2647616" y="2306811"/>
                  </a:lnTo>
                  <a:lnTo>
                    <a:pt x="2698810" y="2257795"/>
                  </a:lnTo>
                  <a:lnTo>
                    <a:pt x="2702183" y="2254346"/>
                  </a:lnTo>
                  <a:lnTo>
                    <a:pt x="2747201" y="2205674"/>
                  </a:lnTo>
                  <a:lnTo>
                    <a:pt x="2791084" y="2153432"/>
                  </a:lnTo>
                  <a:lnTo>
                    <a:pt x="2834142" y="2097544"/>
                  </a:lnTo>
                  <a:lnTo>
                    <a:pt x="2876624" y="2037998"/>
                  </a:lnTo>
                  <a:lnTo>
                    <a:pt x="2918728" y="1974844"/>
                  </a:lnTo>
                  <a:lnTo>
                    <a:pt x="2960609" y="1908202"/>
                  </a:lnTo>
                  <a:lnTo>
                    <a:pt x="3002383" y="1838267"/>
                  </a:lnTo>
                  <a:lnTo>
                    <a:pt x="3044132" y="1765310"/>
                  </a:lnTo>
                  <a:lnTo>
                    <a:pt x="3085910" y="1689677"/>
                  </a:lnTo>
                  <a:lnTo>
                    <a:pt x="3127744" y="1611782"/>
                  </a:lnTo>
                  <a:lnTo>
                    <a:pt x="3169641" y="1532102"/>
                  </a:lnTo>
                  <a:lnTo>
                    <a:pt x="3211592" y="1451166"/>
                  </a:lnTo>
                  <a:lnTo>
                    <a:pt x="3253576" y="1369538"/>
                  </a:lnTo>
                  <a:lnTo>
                    <a:pt x="3295565" y="1287803"/>
                  </a:lnTo>
                  <a:lnTo>
                    <a:pt x="3337531" y="1206549"/>
                  </a:lnTo>
                  <a:lnTo>
                    <a:pt x="3379449" y="1126350"/>
                  </a:lnTo>
                  <a:lnTo>
                    <a:pt x="3421307" y="1047750"/>
                  </a:lnTo>
                  <a:lnTo>
                    <a:pt x="3463103" y="971244"/>
                  </a:lnTo>
                  <a:lnTo>
                    <a:pt x="3504858" y="897273"/>
                  </a:lnTo>
                  <a:lnTo>
                    <a:pt x="3546615" y="826207"/>
                  </a:lnTo>
                  <a:lnTo>
                    <a:pt x="3588445" y="758344"/>
                  </a:lnTo>
                  <a:lnTo>
                    <a:pt x="3630452" y="693906"/>
                  </a:lnTo>
                  <a:lnTo>
                    <a:pt x="3672776" y="633042"/>
                  </a:lnTo>
                  <a:lnTo>
                    <a:pt x="3715600" y="575826"/>
                  </a:lnTo>
                  <a:lnTo>
                    <a:pt x="3759152" y="522266"/>
                  </a:lnTo>
                  <a:lnTo>
                    <a:pt x="3803718" y="472311"/>
                  </a:lnTo>
                  <a:lnTo>
                    <a:pt x="3820202" y="455061"/>
                  </a:lnTo>
                  <a:lnTo>
                    <a:pt x="3871255" y="405762"/>
                  </a:lnTo>
                  <a:lnTo>
                    <a:pt x="3924673" y="360674"/>
                  </a:lnTo>
                  <a:lnTo>
                    <a:pt x="3981107" y="319652"/>
                  </a:lnTo>
                  <a:lnTo>
                    <a:pt x="4041271" y="282417"/>
                  </a:lnTo>
                  <a:lnTo>
                    <a:pt x="4105908" y="248628"/>
                  </a:lnTo>
                  <a:lnTo>
                    <a:pt x="4175749" y="217935"/>
                  </a:lnTo>
                  <a:lnTo>
                    <a:pt x="4251463" y="190005"/>
                  </a:lnTo>
                  <a:lnTo>
                    <a:pt x="4333603" y="164545"/>
                  </a:lnTo>
                  <a:lnTo>
                    <a:pt x="4422516" y="141308"/>
                  </a:lnTo>
                  <a:lnTo>
                    <a:pt x="4518239" y="120103"/>
                  </a:lnTo>
                  <a:lnTo>
                    <a:pt x="4620376" y="100793"/>
                  </a:lnTo>
                  <a:lnTo>
                    <a:pt x="4727956" y="83301"/>
                  </a:lnTo>
                  <a:lnTo>
                    <a:pt x="4839315" y="67598"/>
                  </a:lnTo>
                  <a:lnTo>
                    <a:pt x="4952028" y="53698"/>
                  </a:lnTo>
                  <a:lnTo>
                    <a:pt x="5062946" y="41636"/>
                  </a:lnTo>
                  <a:lnTo>
                    <a:pt x="5168376" y="31448"/>
                  </a:lnTo>
                  <a:lnTo>
                    <a:pt x="5264443" y="23140"/>
                  </a:lnTo>
                  <a:lnTo>
                    <a:pt x="5347581" y="16666"/>
                  </a:lnTo>
                  <a:lnTo>
                    <a:pt x="5415085" y="11908"/>
                  </a:lnTo>
                  <a:lnTo>
                    <a:pt x="5465594" y="8672"/>
                  </a:lnTo>
                  <a:lnTo>
                    <a:pt x="5499378" y="6697"/>
                  </a:lnTo>
                  <a:lnTo>
                    <a:pt x="5518391" y="5680"/>
                  </a:lnTo>
                  <a:lnTo>
                    <a:pt x="5526135" y="530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6" y="5267"/>
                  </a:lnTo>
                  <a:lnTo>
                    <a:pt x="6530903" y="5457"/>
                  </a:lnTo>
                  <a:lnTo>
                    <a:pt x="6549656" y="5983"/>
                  </a:lnTo>
                  <a:lnTo>
                    <a:pt x="6583445" y="7021"/>
                  </a:lnTo>
                  <a:lnTo>
                    <a:pt x="6634341" y="8735"/>
                  </a:lnTo>
                  <a:lnTo>
                    <a:pt x="6702647" y="11268"/>
                  </a:lnTo>
                  <a:lnTo>
                    <a:pt x="6786953" y="14727"/>
                  </a:lnTo>
                  <a:lnTo>
                    <a:pt x="6884443" y="19175"/>
                  </a:lnTo>
                  <a:lnTo>
                    <a:pt x="6991408" y="24636"/>
                  </a:lnTo>
                  <a:lnTo>
                    <a:pt x="7103831" y="31107"/>
                  </a:lnTo>
                  <a:lnTo>
                    <a:pt x="7217905" y="38568"/>
                  </a:lnTo>
                  <a:lnTo>
                    <a:pt x="7330406" y="46999"/>
                  </a:lnTo>
                  <a:lnTo>
                    <a:pt x="7438877" y="56395"/>
                  </a:lnTo>
                  <a:lnTo>
                    <a:pt x="7541658" y="66774"/>
                  </a:lnTo>
                  <a:lnTo>
                    <a:pt x="7637804" y="78180"/>
                  </a:lnTo>
                  <a:lnTo>
                    <a:pt x="7726960" y="90692"/>
                  </a:lnTo>
                  <a:lnTo>
                    <a:pt x="7809208" y="104417"/>
                  </a:lnTo>
                  <a:lnTo>
                    <a:pt x="7884942" y="119494"/>
                  </a:lnTo>
                  <a:lnTo>
                    <a:pt x="7954757" y="136087"/>
                  </a:lnTo>
                  <a:lnTo>
                    <a:pt x="8019361" y="154378"/>
                  </a:lnTo>
                  <a:lnTo>
                    <a:pt x="8079517" y="174560"/>
                  </a:lnTo>
                  <a:lnTo>
                    <a:pt x="8135991" y="196815"/>
                  </a:lnTo>
                  <a:lnTo>
                    <a:pt x="8189515" y="221284"/>
                  </a:lnTo>
                  <a:lnTo>
                    <a:pt x="8229629" y="241942"/>
                  </a:lnTo>
                  <a:lnTo>
                    <a:pt x="8283612" y="272966"/>
                  </a:lnTo>
                  <a:lnTo>
                    <a:pt x="8336049" y="306720"/>
                  </a:lnTo>
                  <a:lnTo>
                    <a:pt x="8387446" y="343256"/>
                  </a:lnTo>
                  <a:lnTo>
                    <a:pt x="8438189" y="382556"/>
                  </a:lnTo>
                  <a:lnTo>
                    <a:pt x="8488569" y="424530"/>
                  </a:lnTo>
                  <a:lnTo>
                    <a:pt x="8538794" y="469004"/>
                  </a:lnTo>
                  <a:lnTo>
                    <a:pt x="8589002" y="515724"/>
                  </a:lnTo>
                  <a:lnTo>
                    <a:pt x="8639271" y="564353"/>
                  </a:lnTo>
                  <a:lnTo>
                    <a:pt x="8689630" y="614482"/>
                  </a:lnTo>
                  <a:lnTo>
                    <a:pt x="8740070" y="665639"/>
                  </a:lnTo>
                  <a:lnTo>
                    <a:pt x="8790556" y="717312"/>
                  </a:lnTo>
                  <a:lnTo>
                    <a:pt x="8841040" y="768963"/>
                  </a:lnTo>
                  <a:lnTo>
                    <a:pt x="8891474" y="820060"/>
                  </a:lnTo>
                  <a:lnTo>
                    <a:pt x="8941827" y="870091"/>
                  </a:lnTo>
                  <a:lnTo>
                    <a:pt x="8992089" y="918588"/>
                  </a:lnTo>
                  <a:lnTo>
                    <a:pt x="9042295" y="965148"/>
                  </a:lnTo>
                  <a:lnTo>
                    <a:pt x="9092527" y="1009441"/>
                  </a:lnTo>
                  <a:lnTo>
                    <a:pt x="9142926" y="1051216"/>
                  </a:lnTo>
                  <a:lnTo>
                    <a:pt x="9193707" y="1090309"/>
                  </a:lnTo>
                  <a:lnTo>
                    <a:pt x="9245168" y="1126633"/>
                  </a:lnTo>
                  <a:lnTo>
                    <a:pt x="9297704" y="1160177"/>
                  </a:lnTo>
                  <a:lnTo>
                    <a:pt x="9347647" y="1188750"/>
                  </a:lnTo>
                  <a:lnTo>
                    <a:pt x="9399331" y="1214992"/>
                  </a:lnTo>
                  <a:lnTo>
                    <a:pt x="9453445" y="1238965"/>
                  </a:lnTo>
                  <a:lnTo>
                    <a:pt x="9510665" y="1260749"/>
                  </a:lnTo>
                  <a:lnTo>
                    <a:pt x="9571734" y="1280498"/>
                  </a:lnTo>
                  <a:lnTo>
                    <a:pt x="9637422" y="1298399"/>
                  </a:lnTo>
                  <a:lnTo>
                    <a:pt x="9708482" y="1314642"/>
                  </a:lnTo>
                  <a:lnTo>
                    <a:pt x="9785606" y="1329408"/>
                  </a:lnTo>
                  <a:lnTo>
                    <a:pt x="9869350" y="1342855"/>
                  </a:lnTo>
                  <a:lnTo>
                    <a:pt x="9960051" y="1355116"/>
                  </a:lnTo>
                  <a:lnTo>
                    <a:pt x="10057708" y="1366290"/>
                  </a:lnTo>
                  <a:lnTo>
                    <a:pt x="10161846" y="1376450"/>
                  </a:lnTo>
                  <a:lnTo>
                    <a:pt x="10271375" y="1385633"/>
                  </a:lnTo>
                  <a:lnTo>
                    <a:pt x="10384461" y="1393851"/>
                  </a:lnTo>
                  <a:lnTo>
                    <a:pt x="10498473" y="1401096"/>
                  </a:lnTo>
                  <a:lnTo>
                    <a:pt x="10610035" y="1407346"/>
                  </a:lnTo>
                  <a:lnTo>
                    <a:pt x="10715257" y="1412584"/>
                  </a:lnTo>
                  <a:lnTo>
                    <a:pt x="10810139" y="1416811"/>
                  </a:lnTo>
                  <a:lnTo>
                    <a:pt x="10891120" y="1420058"/>
                  </a:lnTo>
                  <a:lnTo>
                    <a:pt x="10955656" y="1422401"/>
                  </a:lnTo>
                  <a:lnTo>
                    <a:pt x="11002697" y="1423953"/>
                  </a:lnTo>
                  <a:lnTo>
                    <a:pt x="11032937" y="1424862"/>
                  </a:lnTo>
                  <a:lnTo>
                    <a:pt x="11048820" y="1425299"/>
                  </a:lnTo>
                  <a:lnTo>
                    <a:pt x="11054354" y="1425439"/>
                  </a:lnTo>
                  <a:lnTo>
                    <a:pt x="11054891" y="1425452"/>
                  </a:lnTo>
                  <a:lnTo>
                    <a:pt x="12049831" y="1425452"/>
                  </a:lnTo>
                  <a:lnTo>
                    <a:pt x="12049831" y="1420211"/>
                  </a:lnTo>
                  <a:lnTo>
                    <a:pt x="11054891" y="1420211"/>
                  </a:lnTo>
                  <a:lnTo>
                    <a:pt x="11053770" y="1420185"/>
                  </a:lnTo>
                  <a:lnTo>
                    <a:pt x="11046373" y="1419994"/>
                  </a:lnTo>
                  <a:lnTo>
                    <a:pt x="11027621" y="1419468"/>
                  </a:lnTo>
                  <a:lnTo>
                    <a:pt x="10993831" y="1418431"/>
                  </a:lnTo>
                  <a:lnTo>
                    <a:pt x="10942935" y="1416717"/>
                  </a:lnTo>
                  <a:lnTo>
                    <a:pt x="10874629" y="1414184"/>
                  </a:lnTo>
                  <a:lnTo>
                    <a:pt x="10790324" y="1410725"/>
                  </a:lnTo>
                  <a:lnTo>
                    <a:pt x="10692834" y="1406277"/>
                  </a:lnTo>
                  <a:lnTo>
                    <a:pt x="10585868" y="1400815"/>
                  </a:lnTo>
                  <a:lnTo>
                    <a:pt x="10473446" y="1394344"/>
                  </a:lnTo>
                  <a:lnTo>
                    <a:pt x="10359372" y="1386884"/>
                  </a:lnTo>
                  <a:lnTo>
                    <a:pt x="10246871" y="1378453"/>
                  </a:lnTo>
                  <a:lnTo>
                    <a:pt x="10138399" y="1369056"/>
                  </a:lnTo>
                  <a:lnTo>
                    <a:pt x="10035619" y="1358678"/>
                  </a:lnTo>
                  <a:lnTo>
                    <a:pt x="9939472" y="1347271"/>
                  </a:lnTo>
                  <a:lnTo>
                    <a:pt x="9850317" y="1334759"/>
                  </a:lnTo>
                  <a:lnTo>
                    <a:pt x="9768069" y="1321034"/>
                  </a:lnTo>
                  <a:lnTo>
                    <a:pt x="9692334" y="1305957"/>
                  </a:lnTo>
                  <a:lnTo>
                    <a:pt x="9622519" y="1289365"/>
                  </a:lnTo>
                  <a:lnTo>
                    <a:pt x="9557915" y="1271073"/>
                  </a:lnTo>
                  <a:lnTo>
                    <a:pt x="9497760" y="1250891"/>
                  </a:lnTo>
                  <a:lnTo>
                    <a:pt x="9441286" y="1228637"/>
                  </a:lnTo>
                  <a:lnTo>
                    <a:pt x="9387762" y="1204167"/>
                  </a:lnTo>
                  <a:lnTo>
                    <a:pt x="9347647" y="1183509"/>
                  </a:lnTo>
                  <a:lnTo>
                    <a:pt x="9293665" y="1152486"/>
                  </a:lnTo>
                  <a:lnTo>
                    <a:pt x="9241227" y="1118731"/>
                  </a:lnTo>
                  <a:lnTo>
                    <a:pt x="9189831" y="1082196"/>
                  </a:lnTo>
                  <a:lnTo>
                    <a:pt x="9139088" y="1042895"/>
                  </a:lnTo>
                  <a:lnTo>
                    <a:pt x="9088708" y="1000922"/>
                  </a:lnTo>
                  <a:lnTo>
                    <a:pt x="9038482" y="956447"/>
                  </a:lnTo>
                  <a:lnTo>
                    <a:pt x="8988274" y="909727"/>
                  </a:lnTo>
                  <a:lnTo>
                    <a:pt x="8938005" y="861098"/>
                  </a:lnTo>
                  <a:lnTo>
                    <a:pt x="8887646" y="810970"/>
                  </a:lnTo>
                  <a:lnTo>
                    <a:pt x="8837206" y="759812"/>
                  </a:lnTo>
                  <a:lnTo>
                    <a:pt x="8786721" y="708140"/>
                  </a:lnTo>
                  <a:lnTo>
                    <a:pt x="8736237" y="656488"/>
                  </a:lnTo>
                  <a:lnTo>
                    <a:pt x="8685802" y="605391"/>
                  </a:lnTo>
                  <a:lnTo>
                    <a:pt x="8635450" y="555361"/>
                  </a:lnTo>
                  <a:lnTo>
                    <a:pt x="8585187" y="506863"/>
                  </a:lnTo>
                  <a:lnTo>
                    <a:pt x="8534981" y="460303"/>
                  </a:lnTo>
                  <a:lnTo>
                    <a:pt x="8484750" y="416011"/>
                  </a:lnTo>
                  <a:lnTo>
                    <a:pt x="8434351" y="374235"/>
                  </a:lnTo>
                  <a:lnTo>
                    <a:pt x="8383569" y="335142"/>
                  </a:lnTo>
                  <a:lnTo>
                    <a:pt x="8332108" y="298819"/>
                  </a:lnTo>
                  <a:lnTo>
                    <a:pt x="8279573" y="265274"/>
                  </a:lnTo>
                  <a:lnTo>
                    <a:pt x="8229629" y="236701"/>
                  </a:lnTo>
                  <a:lnTo>
                    <a:pt x="8177945" y="210460"/>
                  </a:lnTo>
                  <a:lnTo>
                    <a:pt x="8123831" y="186487"/>
                  </a:lnTo>
                  <a:lnTo>
                    <a:pt x="8066611" y="164703"/>
                  </a:lnTo>
                  <a:lnTo>
                    <a:pt x="8005542" y="144953"/>
                  </a:lnTo>
                  <a:lnTo>
                    <a:pt x="7939855" y="127052"/>
                  </a:lnTo>
                  <a:lnTo>
                    <a:pt x="7868794" y="110809"/>
                  </a:lnTo>
                  <a:lnTo>
                    <a:pt x="7791671" y="96043"/>
                  </a:lnTo>
                  <a:lnTo>
                    <a:pt x="7707926" y="82596"/>
                  </a:lnTo>
                  <a:lnTo>
                    <a:pt x="7617225" y="70336"/>
                  </a:lnTo>
                  <a:lnTo>
                    <a:pt x="7519569" y="59161"/>
                  </a:lnTo>
                  <a:lnTo>
                    <a:pt x="7415430" y="49002"/>
                  </a:lnTo>
                  <a:lnTo>
                    <a:pt x="7305902" y="39819"/>
                  </a:lnTo>
                  <a:lnTo>
                    <a:pt x="7192815" y="31600"/>
                  </a:lnTo>
                  <a:lnTo>
                    <a:pt x="7078804" y="24356"/>
                  </a:lnTo>
                  <a:lnTo>
                    <a:pt x="6967242" y="18106"/>
                  </a:lnTo>
                  <a:lnTo>
                    <a:pt x="6862020" y="12868"/>
                  </a:lnTo>
                  <a:lnTo>
                    <a:pt x="6767137" y="8641"/>
                  </a:lnTo>
                  <a:lnTo>
                    <a:pt x="6686156" y="5393"/>
                  </a:lnTo>
                  <a:lnTo>
                    <a:pt x="6621620" y="3051"/>
                  </a:lnTo>
                  <a:lnTo>
                    <a:pt x="6574580" y="1499"/>
                  </a:lnTo>
                  <a:lnTo>
                    <a:pt x="6544340" y="589"/>
                  </a:lnTo>
                  <a:lnTo>
                    <a:pt x="6528456" y="152"/>
                  </a:lnTo>
                  <a:lnTo>
                    <a:pt x="6522923" y="1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4" y="49"/>
                  </a:lnTo>
                  <a:lnTo>
                    <a:pt x="5519219" y="398"/>
                  </a:lnTo>
                  <a:lnTo>
                    <a:pt x="5501090" y="1362"/>
                  </a:lnTo>
                  <a:lnTo>
                    <a:pt x="5468380" y="3262"/>
                  </a:lnTo>
                  <a:lnTo>
                    <a:pt x="5419024" y="6404"/>
                  </a:lnTo>
                  <a:lnTo>
                    <a:pt x="5352638" y="11053"/>
                  </a:lnTo>
                  <a:lnTo>
                    <a:pt x="5270480" y="17407"/>
                  </a:lnTo>
                  <a:lnTo>
                    <a:pt x="5175178" y="25589"/>
                  </a:lnTo>
                  <a:lnTo>
                    <a:pt x="5070257" y="35651"/>
                  </a:lnTo>
                  <a:lnTo>
                    <a:pt x="4959589" y="47587"/>
                  </a:lnTo>
                  <a:lnTo>
                    <a:pt x="4846890" y="61365"/>
                  </a:lnTo>
                  <a:lnTo>
                    <a:pt x="4735355" y="76947"/>
                  </a:lnTo>
                  <a:lnTo>
                    <a:pt x="4627461" y="94318"/>
                  </a:lnTo>
                  <a:lnTo>
                    <a:pt x="4524920" y="113504"/>
                  </a:lnTo>
                  <a:lnTo>
                    <a:pt x="4428746" y="134579"/>
                  </a:lnTo>
                  <a:lnTo>
                    <a:pt x="4339372" y="157674"/>
                  </a:lnTo>
                  <a:lnTo>
                    <a:pt x="4256785" y="182977"/>
                  </a:lnTo>
                  <a:lnTo>
                    <a:pt x="4180653" y="210731"/>
                  </a:lnTo>
                  <a:lnTo>
                    <a:pt x="4110438" y="241228"/>
                  </a:lnTo>
                  <a:lnTo>
                    <a:pt x="4045473" y="274798"/>
                  </a:lnTo>
                  <a:lnTo>
                    <a:pt x="3985031" y="311790"/>
                  </a:lnTo>
                  <a:lnTo>
                    <a:pt x="3928369" y="352548"/>
                  </a:lnTo>
                  <a:lnTo>
                    <a:pt x="3874769" y="397356"/>
                  </a:lnTo>
                  <a:lnTo>
                    <a:pt x="3823575" y="446371"/>
                  </a:lnTo>
                  <a:lnTo>
                    <a:pt x="3820202" y="449821"/>
                  </a:lnTo>
                  <a:lnTo>
                    <a:pt x="3775184" y="498492"/>
                  </a:lnTo>
                  <a:lnTo>
                    <a:pt x="3731301" y="550735"/>
                  </a:lnTo>
                  <a:lnTo>
                    <a:pt x="3688243" y="606622"/>
                  </a:lnTo>
                  <a:lnTo>
                    <a:pt x="3645761" y="666168"/>
                  </a:lnTo>
                  <a:lnTo>
                    <a:pt x="3603657" y="729322"/>
                  </a:lnTo>
                  <a:lnTo>
                    <a:pt x="3561776" y="795964"/>
                  </a:lnTo>
                  <a:lnTo>
                    <a:pt x="3520002" y="865899"/>
                  </a:lnTo>
                  <a:lnTo>
                    <a:pt x="3478253" y="938856"/>
                  </a:lnTo>
                  <a:lnTo>
                    <a:pt x="3436475" y="1014489"/>
                  </a:lnTo>
                  <a:lnTo>
                    <a:pt x="3394641" y="1092384"/>
                  </a:lnTo>
                  <a:lnTo>
                    <a:pt x="3352744" y="1172064"/>
                  </a:lnTo>
                  <a:lnTo>
                    <a:pt x="3310793" y="1253000"/>
                  </a:lnTo>
                  <a:lnTo>
                    <a:pt x="3268809" y="1334628"/>
                  </a:lnTo>
                  <a:lnTo>
                    <a:pt x="3226820" y="1416363"/>
                  </a:lnTo>
                  <a:lnTo>
                    <a:pt x="3184854" y="1497617"/>
                  </a:lnTo>
                  <a:lnTo>
                    <a:pt x="3142936" y="1577816"/>
                  </a:lnTo>
                  <a:lnTo>
                    <a:pt x="3101078" y="1656416"/>
                  </a:lnTo>
                  <a:lnTo>
                    <a:pt x="3059282" y="1732922"/>
                  </a:lnTo>
                  <a:lnTo>
                    <a:pt x="3017527" y="1806893"/>
                  </a:lnTo>
                  <a:lnTo>
                    <a:pt x="2975770" y="1877960"/>
                  </a:lnTo>
                  <a:lnTo>
                    <a:pt x="2933940" y="1945823"/>
                  </a:lnTo>
                  <a:lnTo>
                    <a:pt x="2891933" y="2010260"/>
                  </a:lnTo>
                  <a:lnTo>
                    <a:pt x="2849609" y="2071124"/>
                  </a:lnTo>
                  <a:lnTo>
                    <a:pt x="2806785" y="2128340"/>
                  </a:lnTo>
                  <a:lnTo>
                    <a:pt x="2763233" y="2181900"/>
                  </a:lnTo>
                  <a:lnTo>
                    <a:pt x="2718667" y="2231855"/>
                  </a:lnTo>
                  <a:lnTo>
                    <a:pt x="2702183" y="2249105"/>
                  </a:lnTo>
                  <a:lnTo>
                    <a:pt x="2651130" y="2298404"/>
                  </a:lnTo>
                  <a:lnTo>
                    <a:pt x="2597712" y="2343492"/>
                  </a:lnTo>
                  <a:lnTo>
                    <a:pt x="2541278" y="2384514"/>
                  </a:lnTo>
                  <a:lnTo>
                    <a:pt x="2481114" y="2421750"/>
                  </a:lnTo>
                  <a:lnTo>
                    <a:pt x="2416477" y="2455538"/>
                  </a:lnTo>
                  <a:lnTo>
                    <a:pt x="2346636" y="2486232"/>
                  </a:lnTo>
                  <a:lnTo>
                    <a:pt x="2270922" y="2514161"/>
                  </a:lnTo>
                  <a:lnTo>
                    <a:pt x="2188782" y="2539621"/>
                  </a:lnTo>
                  <a:lnTo>
                    <a:pt x="2099869" y="2562858"/>
                  </a:lnTo>
                  <a:lnTo>
                    <a:pt x="2004145" y="2584064"/>
                  </a:lnTo>
                  <a:lnTo>
                    <a:pt x="1902009" y="2603373"/>
                  </a:lnTo>
                  <a:lnTo>
                    <a:pt x="1794429" y="2620866"/>
                  </a:lnTo>
                  <a:lnTo>
                    <a:pt x="1683070" y="2636568"/>
                  </a:lnTo>
                  <a:lnTo>
                    <a:pt x="1570357" y="2650468"/>
                  </a:lnTo>
                  <a:lnTo>
                    <a:pt x="1459439" y="2662530"/>
                  </a:lnTo>
                  <a:lnTo>
                    <a:pt x="1354009" y="2672719"/>
                  </a:lnTo>
                  <a:lnTo>
                    <a:pt x="1257942" y="2681027"/>
                  </a:lnTo>
                  <a:lnTo>
                    <a:pt x="1174804" y="2687500"/>
                  </a:lnTo>
                  <a:lnTo>
                    <a:pt x="1107300" y="2692258"/>
                  </a:lnTo>
                  <a:lnTo>
                    <a:pt x="1056791" y="2695494"/>
                  </a:lnTo>
                  <a:lnTo>
                    <a:pt x="1023007" y="2697469"/>
                  </a:lnTo>
                  <a:lnTo>
                    <a:pt x="1003994" y="2698486"/>
                  </a:lnTo>
                  <a:lnTo>
                    <a:pt x="996250" y="2698866"/>
                  </a:lnTo>
                  <a:lnTo>
                    <a:pt x="994940" y="2698926"/>
                  </a:lnTo>
                  <a:lnTo>
                    <a:pt x="0" y="2698926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89" name="pl1488"/>
            <p:cNvSpPr/>
            <p:nvPr/>
          </p:nvSpPr>
          <p:spPr>
            <a:xfrm>
              <a:off x="1199187" y="2410527"/>
              <a:ext cx="12049831" cy="2698926"/>
            </a:xfrm>
            <a:custGeom>
              <a:avLst/>
              <a:pathLst>
                <a:path w="12049831" h="2698926">
                  <a:moveTo>
                    <a:pt x="0" y="2698926"/>
                  </a:moveTo>
                  <a:lnTo>
                    <a:pt x="994940" y="2698926"/>
                  </a:lnTo>
                  <a:lnTo>
                    <a:pt x="996021" y="2698877"/>
                  </a:lnTo>
                  <a:lnTo>
                    <a:pt x="1003166" y="2698528"/>
                  </a:lnTo>
                  <a:lnTo>
                    <a:pt x="1021295" y="2697564"/>
                  </a:lnTo>
                  <a:lnTo>
                    <a:pt x="1054005" y="2695664"/>
                  </a:lnTo>
                  <a:lnTo>
                    <a:pt x="1103361" y="2692521"/>
                  </a:lnTo>
                  <a:lnTo>
                    <a:pt x="1169747" y="2687873"/>
                  </a:lnTo>
                  <a:lnTo>
                    <a:pt x="1251905" y="2681519"/>
                  </a:lnTo>
                  <a:lnTo>
                    <a:pt x="1347207" y="2673337"/>
                  </a:lnTo>
                  <a:lnTo>
                    <a:pt x="1452128" y="2663275"/>
                  </a:lnTo>
                  <a:lnTo>
                    <a:pt x="1562796" y="2651338"/>
                  </a:lnTo>
                  <a:lnTo>
                    <a:pt x="1675495" y="2637560"/>
                  </a:lnTo>
                  <a:lnTo>
                    <a:pt x="1787030" y="2621979"/>
                  </a:lnTo>
                  <a:lnTo>
                    <a:pt x="1894924" y="2604607"/>
                  </a:lnTo>
                  <a:lnTo>
                    <a:pt x="1997465" y="2585422"/>
                  </a:lnTo>
                  <a:lnTo>
                    <a:pt x="2093639" y="2564347"/>
                  </a:lnTo>
                  <a:lnTo>
                    <a:pt x="2183013" y="2541252"/>
                  </a:lnTo>
                  <a:lnTo>
                    <a:pt x="2265600" y="2515949"/>
                  </a:lnTo>
                  <a:lnTo>
                    <a:pt x="2341732" y="2488194"/>
                  </a:lnTo>
                  <a:lnTo>
                    <a:pt x="2411947" y="2457697"/>
                  </a:lnTo>
                  <a:lnTo>
                    <a:pt x="2476912" y="2424128"/>
                  </a:lnTo>
                  <a:lnTo>
                    <a:pt x="2537354" y="2387135"/>
                  </a:lnTo>
                  <a:lnTo>
                    <a:pt x="2594016" y="2346378"/>
                  </a:lnTo>
                  <a:lnTo>
                    <a:pt x="2647616" y="2301570"/>
                  </a:lnTo>
                  <a:lnTo>
                    <a:pt x="2698810" y="2252555"/>
                  </a:lnTo>
                  <a:lnTo>
                    <a:pt x="2702183" y="2249105"/>
                  </a:lnTo>
                  <a:lnTo>
                    <a:pt x="2747201" y="2200434"/>
                  </a:lnTo>
                  <a:lnTo>
                    <a:pt x="2791084" y="2148191"/>
                  </a:lnTo>
                  <a:lnTo>
                    <a:pt x="2834142" y="2092304"/>
                  </a:lnTo>
                  <a:lnTo>
                    <a:pt x="2876624" y="2032758"/>
                  </a:lnTo>
                  <a:lnTo>
                    <a:pt x="2918728" y="1969603"/>
                  </a:lnTo>
                  <a:lnTo>
                    <a:pt x="2960609" y="1902961"/>
                  </a:lnTo>
                  <a:lnTo>
                    <a:pt x="3002383" y="1833027"/>
                  </a:lnTo>
                  <a:lnTo>
                    <a:pt x="3044132" y="1760070"/>
                  </a:lnTo>
                  <a:lnTo>
                    <a:pt x="3085910" y="1684436"/>
                  </a:lnTo>
                  <a:lnTo>
                    <a:pt x="3127744" y="1606541"/>
                  </a:lnTo>
                  <a:lnTo>
                    <a:pt x="3169641" y="1526862"/>
                  </a:lnTo>
                  <a:lnTo>
                    <a:pt x="3211592" y="1445926"/>
                  </a:lnTo>
                  <a:lnTo>
                    <a:pt x="3253576" y="1364297"/>
                  </a:lnTo>
                  <a:lnTo>
                    <a:pt x="3295565" y="1282562"/>
                  </a:lnTo>
                  <a:lnTo>
                    <a:pt x="3337531" y="1201308"/>
                  </a:lnTo>
                  <a:lnTo>
                    <a:pt x="3379449" y="1121110"/>
                  </a:lnTo>
                  <a:lnTo>
                    <a:pt x="3421307" y="1042509"/>
                  </a:lnTo>
                  <a:lnTo>
                    <a:pt x="3463103" y="966004"/>
                  </a:lnTo>
                  <a:lnTo>
                    <a:pt x="3504858" y="892032"/>
                  </a:lnTo>
                  <a:lnTo>
                    <a:pt x="3546615" y="820966"/>
                  </a:lnTo>
                  <a:lnTo>
                    <a:pt x="3588445" y="753103"/>
                  </a:lnTo>
                  <a:lnTo>
                    <a:pt x="3630452" y="688666"/>
                  </a:lnTo>
                  <a:lnTo>
                    <a:pt x="3672776" y="627801"/>
                  </a:lnTo>
                  <a:lnTo>
                    <a:pt x="3715600" y="570585"/>
                  </a:lnTo>
                  <a:lnTo>
                    <a:pt x="3759152" y="517026"/>
                  </a:lnTo>
                  <a:lnTo>
                    <a:pt x="3803718" y="467071"/>
                  </a:lnTo>
                  <a:lnTo>
                    <a:pt x="3820202" y="449821"/>
                  </a:lnTo>
                  <a:lnTo>
                    <a:pt x="3871255" y="400522"/>
                  </a:lnTo>
                  <a:lnTo>
                    <a:pt x="3924673" y="355434"/>
                  </a:lnTo>
                  <a:lnTo>
                    <a:pt x="3981107" y="314412"/>
                  </a:lnTo>
                  <a:lnTo>
                    <a:pt x="4041271" y="277176"/>
                  </a:lnTo>
                  <a:lnTo>
                    <a:pt x="4105908" y="243387"/>
                  </a:lnTo>
                  <a:lnTo>
                    <a:pt x="4175749" y="212694"/>
                  </a:lnTo>
                  <a:lnTo>
                    <a:pt x="4251463" y="184765"/>
                  </a:lnTo>
                  <a:lnTo>
                    <a:pt x="4333603" y="159305"/>
                  </a:lnTo>
                  <a:lnTo>
                    <a:pt x="4422516" y="136068"/>
                  </a:lnTo>
                  <a:lnTo>
                    <a:pt x="4518239" y="114862"/>
                  </a:lnTo>
                  <a:lnTo>
                    <a:pt x="4620376" y="95552"/>
                  </a:lnTo>
                  <a:lnTo>
                    <a:pt x="4727956" y="78060"/>
                  </a:lnTo>
                  <a:lnTo>
                    <a:pt x="4839315" y="62357"/>
                  </a:lnTo>
                  <a:lnTo>
                    <a:pt x="4952028" y="48457"/>
                  </a:lnTo>
                  <a:lnTo>
                    <a:pt x="5062946" y="36396"/>
                  </a:lnTo>
                  <a:lnTo>
                    <a:pt x="5168376" y="26207"/>
                  </a:lnTo>
                  <a:lnTo>
                    <a:pt x="5264443" y="17899"/>
                  </a:lnTo>
                  <a:lnTo>
                    <a:pt x="5347581" y="11425"/>
                  </a:lnTo>
                  <a:lnTo>
                    <a:pt x="5415085" y="6667"/>
                  </a:lnTo>
                  <a:lnTo>
                    <a:pt x="5465594" y="3431"/>
                  </a:lnTo>
                  <a:lnTo>
                    <a:pt x="5499378" y="1456"/>
                  </a:lnTo>
                  <a:lnTo>
                    <a:pt x="5518391" y="439"/>
                  </a:lnTo>
                  <a:lnTo>
                    <a:pt x="5526135" y="59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6" y="26"/>
                  </a:lnTo>
                  <a:lnTo>
                    <a:pt x="6530903" y="217"/>
                  </a:lnTo>
                  <a:lnTo>
                    <a:pt x="6549656" y="743"/>
                  </a:lnTo>
                  <a:lnTo>
                    <a:pt x="6583445" y="1780"/>
                  </a:lnTo>
                  <a:lnTo>
                    <a:pt x="6634341" y="3494"/>
                  </a:lnTo>
                  <a:lnTo>
                    <a:pt x="6702647" y="6027"/>
                  </a:lnTo>
                  <a:lnTo>
                    <a:pt x="6786953" y="9486"/>
                  </a:lnTo>
                  <a:lnTo>
                    <a:pt x="6884443" y="13934"/>
                  </a:lnTo>
                  <a:lnTo>
                    <a:pt x="6991408" y="19396"/>
                  </a:lnTo>
                  <a:lnTo>
                    <a:pt x="7103831" y="25867"/>
                  </a:lnTo>
                  <a:lnTo>
                    <a:pt x="7217905" y="33327"/>
                  </a:lnTo>
                  <a:lnTo>
                    <a:pt x="7330406" y="41758"/>
                  </a:lnTo>
                  <a:lnTo>
                    <a:pt x="7438877" y="51154"/>
                  </a:lnTo>
                  <a:lnTo>
                    <a:pt x="7541658" y="61533"/>
                  </a:lnTo>
                  <a:lnTo>
                    <a:pt x="7637804" y="72940"/>
                  </a:lnTo>
                  <a:lnTo>
                    <a:pt x="7726960" y="85451"/>
                  </a:lnTo>
                  <a:lnTo>
                    <a:pt x="7809208" y="99177"/>
                  </a:lnTo>
                  <a:lnTo>
                    <a:pt x="7884942" y="114254"/>
                  </a:lnTo>
                  <a:lnTo>
                    <a:pt x="7954757" y="130846"/>
                  </a:lnTo>
                  <a:lnTo>
                    <a:pt x="8019361" y="149137"/>
                  </a:lnTo>
                  <a:lnTo>
                    <a:pt x="8079517" y="169320"/>
                  </a:lnTo>
                  <a:lnTo>
                    <a:pt x="8135991" y="191574"/>
                  </a:lnTo>
                  <a:lnTo>
                    <a:pt x="8189515" y="216043"/>
                  </a:lnTo>
                  <a:lnTo>
                    <a:pt x="8229629" y="236701"/>
                  </a:lnTo>
                  <a:lnTo>
                    <a:pt x="8283612" y="267725"/>
                  </a:lnTo>
                  <a:lnTo>
                    <a:pt x="8336049" y="301480"/>
                  </a:lnTo>
                  <a:lnTo>
                    <a:pt x="8387446" y="338015"/>
                  </a:lnTo>
                  <a:lnTo>
                    <a:pt x="8438189" y="377316"/>
                  </a:lnTo>
                  <a:lnTo>
                    <a:pt x="8488569" y="419289"/>
                  </a:lnTo>
                  <a:lnTo>
                    <a:pt x="8538794" y="463764"/>
                  </a:lnTo>
                  <a:lnTo>
                    <a:pt x="8589002" y="510484"/>
                  </a:lnTo>
                  <a:lnTo>
                    <a:pt x="8639271" y="559113"/>
                  </a:lnTo>
                  <a:lnTo>
                    <a:pt x="8689630" y="609241"/>
                  </a:lnTo>
                  <a:lnTo>
                    <a:pt x="8740070" y="660398"/>
                  </a:lnTo>
                  <a:lnTo>
                    <a:pt x="8790556" y="712071"/>
                  </a:lnTo>
                  <a:lnTo>
                    <a:pt x="8841040" y="763723"/>
                  </a:lnTo>
                  <a:lnTo>
                    <a:pt x="8891474" y="814820"/>
                  </a:lnTo>
                  <a:lnTo>
                    <a:pt x="8941827" y="864850"/>
                  </a:lnTo>
                  <a:lnTo>
                    <a:pt x="8992089" y="913347"/>
                  </a:lnTo>
                  <a:lnTo>
                    <a:pt x="9042295" y="959908"/>
                  </a:lnTo>
                  <a:lnTo>
                    <a:pt x="9092527" y="1004200"/>
                  </a:lnTo>
                  <a:lnTo>
                    <a:pt x="9142926" y="1045976"/>
                  </a:lnTo>
                  <a:lnTo>
                    <a:pt x="9193707" y="1085068"/>
                  </a:lnTo>
                  <a:lnTo>
                    <a:pt x="9245168" y="1121392"/>
                  </a:lnTo>
                  <a:lnTo>
                    <a:pt x="9297704" y="1154937"/>
                  </a:lnTo>
                  <a:lnTo>
                    <a:pt x="9347647" y="1183509"/>
                  </a:lnTo>
                  <a:lnTo>
                    <a:pt x="9399331" y="1209751"/>
                  </a:lnTo>
                  <a:lnTo>
                    <a:pt x="9453445" y="1233724"/>
                  </a:lnTo>
                  <a:lnTo>
                    <a:pt x="9510665" y="1255508"/>
                  </a:lnTo>
                  <a:lnTo>
                    <a:pt x="9571734" y="1275257"/>
                  </a:lnTo>
                  <a:lnTo>
                    <a:pt x="9637422" y="1293158"/>
                  </a:lnTo>
                  <a:lnTo>
                    <a:pt x="9708482" y="1309402"/>
                  </a:lnTo>
                  <a:lnTo>
                    <a:pt x="9785606" y="1324168"/>
                  </a:lnTo>
                  <a:lnTo>
                    <a:pt x="9869350" y="1337615"/>
                  </a:lnTo>
                  <a:lnTo>
                    <a:pt x="9960051" y="1349875"/>
                  </a:lnTo>
                  <a:lnTo>
                    <a:pt x="10057708" y="1361050"/>
                  </a:lnTo>
                  <a:lnTo>
                    <a:pt x="10161846" y="1371209"/>
                  </a:lnTo>
                  <a:lnTo>
                    <a:pt x="10271375" y="1380392"/>
                  </a:lnTo>
                  <a:lnTo>
                    <a:pt x="10384461" y="1388611"/>
                  </a:lnTo>
                  <a:lnTo>
                    <a:pt x="10498473" y="1395855"/>
                  </a:lnTo>
                  <a:lnTo>
                    <a:pt x="10610035" y="1402105"/>
                  </a:lnTo>
                  <a:lnTo>
                    <a:pt x="10715257" y="1407343"/>
                  </a:lnTo>
                  <a:lnTo>
                    <a:pt x="10810139" y="1411570"/>
                  </a:lnTo>
                  <a:lnTo>
                    <a:pt x="10891120" y="1414818"/>
                  </a:lnTo>
                  <a:lnTo>
                    <a:pt x="10955656" y="1417160"/>
                  </a:lnTo>
                  <a:lnTo>
                    <a:pt x="11002697" y="1418712"/>
                  </a:lnTo>
                  <a:lnTo>
                    <a:pt x="11032937" y="1419622"/>
                  </a:lnTo>
                  <a:lnTo>
                    <a:pt x="11048820" y="1420059"/>
                  </a:lnTo>
                  <a:lnTo>
                    <a:pt x="11054354" y="1420199"/>
                  </a:lnTo>
                  <a:lnTo>
                    <a:pt x="11054891" y="1420211"/>
                  </a:lnTo>
                  <a:lnTo>
                    <a:pt x="12049831" y="1420211"/>
                  </a:lnTo>
                  <a:lnTo>
                    <a:pt x="12049831" y="14202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0" name="pl1489"/>
            <p:cNvSpPr/>
            <p:nvPr/>
          </p:nvSpPr>
          <p:spPr>
            <a:xfrm>
              <a:off x="1199187" y="2405286"/>
              <a:ext cx="12049831" cy="2698926"/>
            </a:xfrm>
            <a:custGeom>
              <a:avLst/>
              <a:pathLst>
                <a:path w="12049831" h="2698926">
                  <a:moveTo>
                    <a:pt x="12049831" y="1420211"/>
                  </a:moveTo>
                  <a:lnTo>
                    <a:pt x="11054891" y="1420211"/>
                  </a:lnTo>
                  <a:lnTo>
                    <a:pt x="11053770" y="1420185"/>
                  </a:lnTo>
                  <a:lnTo>
                    <a:pt x="11046373" y="1419994"/>
                  </a:lnTo>
                  <a:lnTo>
                    <a:pt x="11027621" y="1419468"/>
                  </a:lnTo>
                  <a:lnTo>
                    <a:pt x="10993831" y="1418431"/>
                  </a:lnTo>
                  <a:lnTo>
                    <a:pt x="10942935" y="1416717"/>
                  </a:lnTo>
                  <a:lnTo>
                    <a:pt x="10874629" y="1414184"/>
                  </a:lnTo>
                  <a:lnTo>
                    <a:pt x="10790324" y="1410725"/>
                  </a:lnTo>
                  <a:lnTo>
                    <a:pt x="10692834" y="1406277"/>
                  </a:lnTo>
                  <a:lnTo>
                    <a:pt x="10585868" y="1400815"/>
                  </a:lnTo>
                  <a:lnTo>
                    <a:pt x="10473446" y="1394344"/>
                  </a:lnTo>
                  <a:lnTo>
                    <a:pt x="10359372" y="1386884"/>
                  </a:lnTo>
                  <a:lnTo>
                    <a:pt x="10246871" y="1378453"/>
                  </a:lnTo>
                  <a:lnTo>
                    <a:pt x="10138399" y="1369056"/>
                  </a:lnTo>
                  <a:lnTo>
                    <a:pt x="10035619" y="1358678"/>
                  </a:lnTo>
                  <a:lnTo>
                    <a:pt x="9939472" y="1347271"/>
                  </a:lnTo>
                  <a:lnTo>
                    <a:pt x="9850317" y="1334759"/>
                  </a:lnTo>
                  <a:lnTo>
                    <a:pt x="9768069" y="1321034"/>
                  </a:lnTo>
                  <a:lnTo>
                    <a:pt x="9692334" y="1305957"/>
                  </a:lnTo>
                  <a:lnTo>
                    <a:pt x="9622519" y="1289365"/>
                  </a:lnTo>
                  <a:lnTo>
                    <a:pt x="9557915" y="1271073"/>
                  </a:lnTo>
                  <a:lnTo>
                    <a:pt x="9497760" y="1250891"/>
                  </a:lnTo>
                  <a:lnTo>
                    <a:pt x="9441286" y="1228637"/>
                  </a:lnTo>
                  <a:lnTo>
                    <a:pt x="9387762" y="1204167"/>
                  </a:lnTo>
                  <a:lnTo>
                    <a:pt x="9347647" y="1183509"/>
                  </a:lnTo>
                  <a:lnTo>
                    <a:pt x="9293665" y="1152486"/>
                  </a:lnTo>
                  <a:lnTo>
                    <a:pt x="9241227" y="1118731"/>
                  </a:lnTo>
                  <a:lnTo>
                    <a:pt x="9189831" y="1082196"/>
                  </a:lnTo>
                  <a:lnTo>
                    <a:pt x="9139088" y="1042895"/>
                  </a:lnTo>
                  <a:lnTo>
                    <a:pt x="9088708" y="1000922"/>
                  </a:lnTo>
                  <a:lnTo>
                    <a:pt x="9038482" y="956447"/>
                  </a:lnTo>
                  <a:lnTo>
                    <a:pt x="8988274" y="909727"/>
                  </a:lnTo>
                  <a:lnTo>
                    <a:pt x="8938005" y="861098"/>
                  </a:lnTo>
                  <a:lnTo>
                    <a:pt x="8887646" y="810970"/>
                  </a:lnTo>
                  <a:lnTo>
                    <a:pt x="8837206" y="759812"/>
                  </a:lnTo>
                  <a:lnTo>
                    <a:pt x="8786721" y="708140"/>
                  </a:lnTo>
                  <a:lnTo>
                    <a:pt x="8736237" y="656488"/>
                  </a:lnTo>
                  <a:lnTo>
                    <a:pt x="8685802" y="605391"/>
                  </a:lnTo>
                  <a:lnTo>
                    <a:pt x="8635450" y="555361"/>
                  </a:lnTo>
                  <a:lnTo>
                    <a:pt x="8585187" y="506863"/>
                  </a:lnTo>
                  <a:lnTo>
                    <a:pt x="8534981" y="460303"/>
                  </a:lnTo>
                  <a:lnTo>
                    <a:pt x="8484750" y="416011"/>
                  </a:lnTo>
                  <a:lnTo>
                    <a:pt x="8434351" y="374235"/>
                  </a:lnTo>
                  <a:lnTo>
                    <a:pt x="8383569" y="335142"/>
                  </a:lnTo>
                  <a:lnTo>
                    <a:pt x="8332108" y="298819"/>
                  </a:lnTo>
                  <a:lnTo>
                    <a:pt x="8279573" y="265274"/>
                  </a:lnTo>
                  <a:lnTo>
                    <a:pt x="8229629" y="236701"/>
                  </a:lnTo>
                  <a:lnTo>
                    <a:pt x="8177945" y="210460"/>
                  </a:lnTo>
                  <a:lnTo>
                    <a:pt x="8123831" y="186487"/>
                  </a:lnTo>
                  <a:lnTo>
                    <a:pt x="8066611" y="164703"/>
                  </a:lnTo>
                  <a:lnTo>
                    <a:pt x="8005542" y="144953"/>
                  </a:lnTo>
                  <a:lnTo>
                    <a:pt x="7939855" y="127052"/>
                  </a:lnTo>
                  <a:lnTo>
                    <a:pt x="7868794" y="110809"/>
                  </a:lnTo>
                  <a:lnTo>
                    <a:pt x="7791671" y="96043"/>
                  </a:lnTo>
                  <a:lnTo>
                    <a:pt x="7707926" y="82596"/>
                  </a:lnTo>
                  <a:lnTo>
                    <a:pt x="7617225" y="70336"/>
                  </a:lnTo>
                  <a:lnTo>
                    <a:pt x="7519569" y="59161"/>
                  </a:lnTo>
                  <a:lnTo>
                    <a:pt x="7415430" y="49002"/>
                  </a:lnTo>
                  <a:lnTo>
                    <a:pt x="7305902" y="39819"/>
                  </a:lnTo>
                  <a:lnTo>
                    <a:pt x="7192815" y="31600"/>
                  </a:lnTo>
                  <a:lnTo>
                    <a:pt x="7078804" y="24356"/>
                  </a:lnTo>
                  <a:lnTo>
                    <a:pt x="6967242" y="18106"/>
                  </a:lnTo>
                  <a:lnTo>
                    <a:pt x="6862020" y="12868"/>
                  </a:lnTo>
                  <a:lnTo>
                    <a:pt x="6767137" y="8641"/>
                  </a:lnTo>
                  <a:lnTo>
                    <a:pt x="6686156" y="5393"/>
                  </a:lnTo>
                  <a:lnTo>
                    <a:pt x="6621620" y="3051"/>
                  </a:lnTo>
                  <a:lnTo>
                    <a:pt x="6574580" y="1499"/>
                  </a:lnTo>
                  <a:lnTo>
                    <a:pt x="6544340" y="589"/>
                  </a:lnTo>
                  <a:lnTo>
                    <a:pt x="6528456" y="152"/>
                  </a:lnTo>
                  <a:lnTo>
                    <a:pt x="6522923" y="1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4" y="49"/>
                  </a:lnTo>
                  <a:lnTo>
                    <a:pt x="5519219" y="398"/>
                  </a:lnTo>
                  <a:lnTo>
                    <a:pt x="5501090" y="1362"/>
                  </a:lnTo>
                  <a:lnTo>
                    <a:pt x="5468380" y="3262"/>
                  </a:lnTo>
                  <a:lnTo>
                    <a:pt x="5419024" y="6404"/>
                  </a:lnTo>
                  <a:lnTo>
                    <a:pt x="5352638" y="11053"/>
                  </a:lnTo>
                  <a:lnTo>
                    <a:pt x="5270480" y="17407"/>
                  </a:lnTo>
                  <a:lnTo>
                    <a:pt x="5175178" y="25589"/>
                  </a:lnTo>
                  <a:lnTo>
                    <a:pt x="5070257" y="35651"/>
                  </a:lnTo>
                  <a:lnTo>
                    <a:pt x="4959589" y="47587"/>
                  </a:lnTo>
                  <a:lnTo>
                    <a:pt x="4846890" y="61365"/>
                  </a:lnTo>
                  <a:lnTo>
                    <a:pt x="4735355" y="76947"/>
                  </a:lnTo>
                  <a:lnTo>
                    <a:pt x="4627461" y="94318"/>
                  </a:lnTo>
                  <a:lnTo>
                    <a:pt x="4524920" y="113504"/>
                  </a:lnTo>
                  <a:lnTo>
                    <a:pt x="4428746" y="134579"/>
                  </a:lnTo>
                  <a:lnTo>
                    <a:pt x="4339372" y="157674"/>
                  </a:lnTo>
                  <a:lnTo>
                    <a:pt x="4256785" y="182977"/>
                  </a:lnTo>
                  <a:lnTo>
                    <a:pt x="4180653" y="210731"/>
                  </a:lnTo>
                  <a:lnTo>
                    <a:pt x="4110438" y="241228"/>
                  </a:lnTo>
                  <a:lnTo>
                    <a:pt x="4045473" y="274798"/>
                  </a:lnTo>
                  <a:lnTo>
                    <a:pt x="3985031" y="311790"/>
                  </a:lnTo>
                  <a:lnTo>
                    <a:pt x="3928369" y="352548"/>
                  </a:lnTo>
                  <a:lnTo>
                    <a:pt x="3874769" y="397356"/>
                  </a:lnTo>
                  <a:lnTo>
                    <a:pt x="3823575" y="446371"/>
                  </a:lnTo>
                  <a:lnTo>
                    <a:pt x="3820202" y="449821"/>
                  </a:lnTo>
                  <a:lnTo>
                    <a:pt x="3775184" y="498492"/>
                  </a:lnTo>
                  <a:lnTo>
                    <a:pt x="3731301" y="550735"/>
                  </a:lnTo>
                  <a:lnTo>
                    <a:pt x="3688243" y="606622"/>
                  </a:lnTo>
                  <a:lnTo>
                    <a:pt x="3645761" y="666168"/>
                  </a:lnTo>
                  <a:lnTo>
                    <a:pt x="3603657" y="729322"/>
                  </a:lnTo>
                  <a:lnTo>
                    <a:pt x="3561776" y="795964"/>
                  </a:lnTo>
                  <a:lnTo>
                    <a:pt x="3520002" y="865899"/>
                  </a:lnTo>
                  <a:lnTo>
                    <a:pt x="3478253" y="938856"/>
                  </a:lnTo>
                  <a:lnTo>
                    <a:pt x="3436475" y="1014489"/>
                  </a:lnTo>
                  <a:lnTo>
                    <a:pt x="3394641" y="1092384"/>
                  </a:lnTo>
                  <a:lnTo>
                    <a:pt x="3352744" y="1172064"/>
                  </a:lnTo>
                  <a:lnTo>
                    <a:pt x="3310793" y="1253000"/>
                  </a:lnTo>
                  <a:lnTo>
                    <a:pt x="3268809" y="1334628"/>
                  </a:lnTo>
                  <a:lnTo>
                    <a:pt x="3226820" y="1416363"/>
                  </a:lnTo>
                  <a:lnTo>
                    <a:pt x="3184854" y="1497617"/>
                  </a:lnTo>
                  <a:lnTo>
                    <a:pt x="3142936" y="1577816"/>
                  </a:lnTo>
                  <a:lnTo>
                    <a:pt x="3101078" y="1656416"/>
                  </a:lnTo>
                  <a:lnTo>
                    <a:pt x="3059282" y="1732922"/>
                  </a:lnTo>
                  <a:lnTo>
                    <a:pt x="3017527" y="1806893"/>
                  </a:lnTo>
                  <a:lnTo>
                    <a:pt x="2975770" y="1877960"/>
                  </a:lnTo>
                  <a:lnTo>
                    <a:pt x="2933940" y="1945823"/>
                  </a:lnTo>
                  <a:lnTo>
                    <a:pt x="2891933" y="2010260"/>
                  </a:lnTo>
                  <a:lnTo>
                    <a:pt x="2849609" y="2071124"/>
                  </a:lnTo>
                  <a:lnTo>
                    <a:pt x="2806785" y="2128340"/>
                  </a:lnTo>
                  <a:lnTo>
                    <a:pt x="2763233" y="2181900"/>
                  </a:lnTo>
                  <a:lnTo>
                    <a:pt x="2718667" y="2231855"/>
                  </a:lnTo>
                  <a:lnTo>
                    <a:pt x="2702183" y="2249105"/>
                  </a:lnTo>
                  <a:lnTo>
                    <a:pt x="2651130" y="2298404"/>
                  </a:lnTo>
                  <a:lnTo>
                    <a:pt x="2597712" y="2343492"/>
                  </a:lnTo>
                  <a:lnTo>
                    <a:pt x="2541278" y="2384514"/>
                  </a:lnTo>
                  <a:lnTo>
                    <a:pt x="2481114" y="2421750"/>
                  </a:lnTo>
                  <a:lnTo>
                    <a:pt x="2416477" y="2455538"/>
                  </a:lnTo>
                  <a:lnTo>
                    <a:pt x="2346636" y="2486232"/>
                  </a:lnTo>
                  <a:lnTo>
                    <a:pt x="2270922" y="2514161"/>
                  </a:lnTo>
                  <a:lnTo>
                    <a:pt x="2188782" y="2539621"/>
                  </a:lnTo>
                  <a:lnTo>
                    <a:pt x="2099869" y="2562858"/>
                  </a:lnTo>
                  <a:lnTo>
                    <a:pt x="2004145" y="2584064"/>
                  </a:lnTo>
                  <a:lnTo>
                    <a:pt x="1902009" y="2603373"/>
                  </a:lnTo>
                  <a:lnTo>
                    <a:pt x="1794429" y="2620866"/>
                  </a:lnTo>
                  <a:lnTo>
                    <a:pt x="1683070" y="2636568"/>
                  </a:lnTo>
                  <a:lnTo>
                    <a:pt x="1570357" y="2650468"/>
                  </a:lnTo>
                  <a:lnTo>
                    <a:pt x="1459439" y="2662530"/>
                  </a:lnTo>
                  <a:lnTo>
                    <a:pt x="1354009" y="2672719"/>
                  </a:lnTo>
                  <a:lnTo>
                    <a:pt x="1257942" y="2681027"/>
                  </a:lnTo>
                  <a:lnTo>
                    <a:pt x="1174804" y="2687500"/>
                  </a:lnTo>
                  <a:lnTo>
                    <a:pt x="1107300" y="2692258"/>
                  </a:lnTo>
                  <a:lnTo>
                    <a:pt x="1056791" y="2695494"/>
                  </a:lnTo>
                  <a:lnTo>
                    <a:pt x="1023007" y="2697469"/>
                  </a:lnTo>
                  <a:lnTo>
                    <a:pt x="1003994" y="2698486"/>
                  </a:lnTo>
                  <a:lnTo>
                    <a:pt x="996250" y="2698866"/>
                  </a:lnTo>
                  <a:lnTo>
                    <a:pt x="994940" y="2698926"/>
                  </a:lnTo>
                  <a:lnTo>
                    <a:pt x="994940" y="2698926"/>
                  </a:lnTo>
                  <a:lnTo>
                    <a:pt x="0" y="2698926"/>
                  </a:lnTo>
                  <a:lnTo>
                    <a:pt x="0" y="26989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1" name="pg1490"/>
            <p:cNvSpPr/>
            <p:nvPr/>
          </p:nvSpPr>
          <p:spPr>
            <a:xfrm>
              <a:off x="1199187" y="2483896"/>
              <a:ext cx="12049831" cy="2709407"/>
            </a:xfrm>
            <a:custGeom>
              <a:avLst/>
              <a:pathLst>
                <a:path w="12049831" h="2709407">
                  <a:moveTo>
                    <a:pt x="0" y="2636038"/>
                  </a:moveTo>
                  <a:lnTo>
                    <a:pt x="994940" y="2636038"/>
                  </a:lnTo>
                  <a:lnTo>
                    <a:pt x="996024" y="2635991"/>
                  </a:lnTo>
                  <a:lnTo>
                    <a:pt x="1003187" y="2635650"/>
                  </a:lnTo>
                  <a:lnTo>
                    <a:pt x="1021361" y="2634710"/>
                  </a:lnTo>
                  <a:lnTo>
                    <a:pt x="1054148" y="2632856"/>
                  </a:lnTo>
                  <a:lnTo>
                    <a:pt x="1103614" y="2629791"/>
                  </a:lnTo>
                  <a:lnTo>
                    <a:pt x="1170138" y="2625258"/>
                  </a:lnTo>
                  <a:lnTo>
                    <a:pt x="1252450" y="2619061"/>
                  </a:lnTo>
                  <a:lnTo>
                    <a:pt x="1347910" y="2611083"/>
                  </a:lnTo>
                  <a:lnTo>
                    <a:pt x="1452979" y="2601272"/>
                  </a:lnTo>
                  <a:lnTo>
                    <a:pt x="1563776" y="2589635"/>
                  </a:lnTo>
                  <a:lnTo>
                    <a:pt x="1676575" y="2576204"/>
                  </a:lnTo>
                  <a:lnTo>
                    <a:pt x="1788181" y="2561015"/>
                  </a:lnTo>
                  <a:lnTo>
                    <a:pt x="1896120" y="2544082"/>
                  </a:lnTo>
                  <a:lnTo>
                    <a:pt x="1998679" y="2525380"/>
                  </a:lnTo>
                  <a:lnTo>
                    <a:pt x="2094852" y="2504837"/>
                  </a:lnTo>
                  <a:lnTo>
                    <a:pt x="2184212" y="2482322"/>
                  </a:lnTo>
                  <a:lnTo>
                    <a:pt x="2266775" y="2457653"/>
                  </a:lnTo>
                  <a:lnTo>
                    <a:pt x="2342878" y="2430591"/>
                  </a:lnTo>
                  <a:lnTo>
                    <a:pt x="2413065" y="2400852"/>
                  </a:lnTo>
                  <a:lnTo>
                    <a:pt x="2478003" y="2368112"/>
                  </a:lnTo>
                  <a:lnTo>
                    <a:pt x="2538424" y="2332031"/>
                  </a:lnTo>
                  <a:lnTo>
                    <a:pt x="2595071" y="2292276"/>
                  </a:lnTo>
                  <a:lnTo>
                    <a:pt x="2648665" y="2248568"/>
                  </a:lnTo>
                  <a:lnTo>
                    <a:pt x="2699860" y="2200760"/>
                  </a:lnTo>
                  <a:lnTo>
                    <a:pt x="2702183" y="2198446"/>
                  </a:lnTo>
                  <a:lnTo>
                    <a:pt x="2747641" y="2150611"/>
                  </a:lnTo>
                  <a:lnTo>
                    <a:pt x="2791945" y="2099231"/>
                  </a:lnTo>
                  <a:lnTo>
                    <a:pt x="2835413" y="2044235"/>
                  </a:lnTo>
                  <a:lnTo>
                    <a:pt x="2878300" y="1985610"/>
                  </a:lnTo>
                  <a:lnTo>
                    <a:pt x="2920809" y="1923407"/>
                  </a:lnTo>
                  <a:lnTo>
                    <a:pt x="2963096" y="1857752"/>
                  </a:lnTo>
                  <a:lnTo>
                    <a:pt x="3005280" y="1788844"/>
                  </a:lnTo>
                  <a:lnTo>
                    <a:pt x="3047444" y="1716959"/>
                  </a:lnTo>
                  <a:lnTo>
                    <a:pt x="3089640" y="1642449"/>
                  </a:lnTo>
                  <a:lnTo>
                    <a:pt x="3131895" y="1565735"/>
                  </a:lnTo>
                  <a:lnTo>
                    <a:pt x="3174214" y="1487300"/>
                  </a:lnTo>
                  <a:lnTo>
                    <a:pt x="3216586" y="1407678"/>
                  </a:lnTo>
                  <a:lnTo>
                    <a:pt x="3258988" y="1327437"/>
                  </a:lnTo>
                  <a:lnTo>
                    <a:pt x="3301391" y="1247166"/>
                  </a:lnTo>
                  <a:lnTo>
                    <a:pt x="3343768" y="1167452"/>
                  </a:lnTo>
                  <a:lnTo>
                    <a:pt x="3386093" y="1088869"/>
                  </a:lnTo>
                  <a:lnTo>
                    <a:pt x="3428355" y="1011952"/>
                  </a:lnTo>
                  <a:lnTo>
                    <a:pt x="3470556" y="937192"/>
                  </a:lnTo>
                  <a:lnTo>
                    <a:pt x="3512721" y="865016"/>
                  </a:lnTo>
                  <a:lnTo>
                    <a:pt x="3554900" y="795784"/>
                  </a:lnTo>
                  <a:lnTo>
                    <a:pt x="3597172" y="729781"/>
                  </a:lnTo>
                  <a:lnTo>
                    <a:pt x="3639650" y="667212"/>
                  </a:lnTo>
                  <a:lnTo>
                    <a:pt x="3682489" y="608211"/>
                  </a:lnTo>
                  <a:lnTo>
                    <a:pt x="3725886" y="552837"/>
                  </a:lnTo>
                  <a:lnTo>
                    <a:pt x="3770090" y="501084"/>
                  </a:lnTo>
                  <a:lnTo>
                    <a:pt x="3815410" y="452885"/>
                  </a:lnTo>
                  <a:lnTo>
                    <a:pt x="3820202" y="448074"/>
                  </a:lnTo>
                  <a:lnTo>
                    <a:pt x="3871300" y="400075"/>
                  </a:lnTo>
                  <a:lnTo>
                    <a:pt x="3924769" y="356179"/>
                  </a:lnTo>
                  <a:lnTo>
                    <a:pt x="3981259" y="316246"/>
                  </a:lnTo>
                  <a:lnTo>
                    <a:pt x="4041489" y="280002"/>
                  </a:lnTo>
                  <a:lnTo>
                    <a:pt x="4106201" y="247116"/>
                  </a:lnTo>
                  <a:lnTo>
                    <a:pt x="4176129" y="217244"/>
                  </a:lnTo>
                  <a:lnTo>
                    <a:pt x="4251945" y="190065"/>
                  </a:lnTo>
                  <a:lnTo>
                    <a:pt x="4334200" y="165290"/>
                  </a:lnTo>
                  <a:lnTo>
                    <a:pt x="4423241" y="142681"/>
                  </a:lnTo>
                  <a:lnTo>
                    <a:pt x="4519104" y="122049"/>
                  </a:lnTo>
                  <a:lnTo>
                    <a:pt x="4621385" y="103264"/>
                  </a:lnTo>
                  <a:lnTo>
                    <a:pt x="4729106" y="86250"/>
                  </a:lnTo>
                  <a:lnTo>
                    <a:pt x="4840591" y="70980"/>
                  </a:lnTo>
                  <a:lnTo>
                    <a:pt x="4953401" y="57467"/>
                  </a:lnTo>
                  <a:lnTo>
                    <a:pt x="5064369" y="45746"/>
                  </a:lnTo>
                  <a:lnTo>
                    <a:pt x="5169790" y="35851"/>
                  </a:lnTo>
                  <a:lnTo>
                    <a:pt x="5265778" y="27787"/>
                  </a:lnTo>
                  <a:lnTo>
                    <a:pt x="5348767" y="21511"/>
                  </a:lnTo>
                  <a:lnTo>
                    <a:pt x="5416062" y="16904"/>
                  </a:lnTo>
                  <a:lnTo>
                    <a:pt x="5466324" y="13776"/>
                  </a:lnTo>
                  <a:lnTo>
                    <a:pt x="5499850" y="11873"/>
                  </a:lnTo>
                  <a:lnTo>
                    <a:pt x="5518633" y="10897"/>
                  </a:lnTo>
                  <a:lnTo>
                    <a:pt x="5526206" y="10536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467" y="10530"/>
                  </a:lnTo>
                  <a:lnTo>
                    <a:pt x="6530612" y="10879"/>
                  </a:lnTo>
                  <a:lnTo>
                    <a:pt x="6548741" y="11843"/>
                  </a:lnTo>
                  <a:lnTo>
                    <a:pt x="6581451" y="13743"/>
                  </a:lnTo>
                  <a:lnTo>
                    <a:pt x="6630806" y="16886"/>
                  </a:lnTo>
                  <a:lnTo>
                    <a:pt x="6697193" y="21534"/>
                  </a:lnTo>
                  <a:lnTo>
                    <a:pt x="6779350" y="27888"/>
                  </a:lnTo>
                  <a:lnTo>
                    <a:pt x="6874652" y="36070"/>
                  </a:lnTo>
                  <a:lnTo>
                    <a:pt x="6979574" y="46132"/>
                  </a:lnTo>
                  <a:lnTo>
                    <a:pt x="7090242" y="58069"/>
                  </a:lnTo>
                  <a:lnTo>
                    <a:pt x="7202941" y="71846"/>
                  </a:lnTo>
                  <a:lnTo>
                    <a:pt x="7314475" y="87428"/>
                  </a:lnTo>
                  <a:lnTo>
                    <a:pt x="7422370" y="104800"/>
                  </a:lnTo>
                  <a:lnTo>
                    <a:pt x="7524911" y="123985"/>
                  </a:lnTo>
                  <a:lnTo>
                    <a:pt x="7621085" y="145060"/>
                  </a:lnTo>
                  <a:lnTo>
                    <a:pt x="7710459" y="168155"/>
                  </a:lnTo>
                  <a:lnTo>
                    <a:pt x="7793046" y="193458"/>
                  </a:lnTo>
                  <a:lnTo>
                    <a:pt x="7869178" y="221212"/>
                  </a:lnTo>
                  <a:lnTo>
                    <a:pt x="7939393" y="251709"/>
                  </a:lnTo>
                  <a:lnTo>
                    <a:pt x="8004358" y="285279"/>
                  </a:lnTo>
                  <a:lnTo>
                    <a:pt x="8064800" y="322272"/>
                  </a:lnTo>
                  <a:lnTo>
                    <a:pt x="8121462" y="363029"/>
                  </a:lnTo>
                  <a:lnTo>
                    <a:pt x="8175062" y="407837"/>
                  </a:lnTo>
                  <a:lnTo>
                    <a:pt x="8226256" y="456852"/>
                  </a:lnTo>
                  <a:lnTo>
                    <a:pt x="8229629" y="460302"/>
                  </a:lnTo>
                  <a:lnTo>
                    <a:pt x="8274646" y="508973"/>
                  </a:lnTo>
                  <a:lnTo>
                    <a:pt x="8318530" y="561216"/>
                  </a:lnTo>
                  <a:lnTo>
                    <a:pt x="8361588" y="617103"/>
                  </a:lnTo>
                  <a:lnTo>
                    <a:pt x="8404070" y="676649"/>
                  </a:lnTo>
                  <a:lnTo>
                    <a:pt x="8446174" y="739803"/>
                  </a:lnTo>
                  <a:lnTo>
                    <a:pt x="8488055" y="806445"/>
                  </a:lnTo>
                  <a:lnTo>
                    <a:pt x="8529828" y="876380"/>
                  </a:lnTo>
                  <a:lnTo>
                    <a:pt x="8571578" y="949337"/>
                  </a:lnTo>
                  <a:lnTo>
                    <a:pt x="8613355" y="1024970"/>
                  </a:lnTo>
                  <a:lnTo>
                    <a:pt x="8655190" y="1102865"/>
                  </a:lnTo>
                  <a:lnTo>
                    <a:pt x="8697087" y="1182545"/>
                  </a:lnTo>
                  <a:lnTo>
                    <a:pt x="8739038" y="1263481"/>
                  </a:lnTo>
                  <a:lnTo>
                    <a:pt x="8781022" y="1345109"/>
                  </a:lnTo>
                  <a:lnTo>
                    <a:pt x="8823011" y="1426845"/>
                  </a:lnTo>
                  <a:lnTo>
                    <a:pt x="8864977" y="1508099"/>
                  </a:lnTo>
                  <a:lnTo>
                    <a:pt x="8906895" y="1588297"/>
                  </a:lnTo>
                  <a:lnTo>
                    <a:pt x="8948753" y="1666898"/>
                  </a:lnTo>
                  <a:lnTo>
                    <a:pt x="8990549" y="1743403"/>
                  </a:lnTo>
                  <a:lnTo>
                    <a:pt x="9032304" y="1817375"/>
                  </a:lnTo>
                  <a:lnTo>
                    <a:pt x="9074060" y="1888441"/>
                  </a:lnTo>
                  <a:lnTo>
                    <a:pt x="9115891" y="1956304"/>
                  </a:lnTo>
                  <a:lnTo>
                    <a:pt x="9157898" y="2020741"/>
                  </a:lnTo>
                  <a:lnTo>
                    <a:pt x="9200222" y="2081606"/>
                  </a:lnTo>
                  <a:lnTo>
                    <a:pt x="9243045" y="2138822"/>
                  </a:lnTo>
                  <a:lnTo>
                    <a:pt x="9286597" y="2192381"/>
                  </a:lnTo>
                  <a:lnTo>
                    <a:pt x="9331163" y="2242336"/>
                  </a:lnTo>
                  <a:lnTo>
                    <a:pt x="9347647" y="2259586"/>
                  </a:lnTo>
                  <a:lnTo>
                    <a:pt x="9398701" y="2308885"/>
                  </a:lnTo>
                  <a:lnTo>
                    <a:pt x="9452119" y="2353973"/>
                  </a:lnTo>
                  <a:lnTo>
                    <a:pt x="9508552" y="2394995"/>
                  </a:lnTo>
                  <a:lnTo>
                    <a:pt x="9568717" y="2432231"/>
                  </a:lnTo>
                  <a:lnTo>
                    <a:pt x="9633354" y="2466020"/>
                  </a:lnTo>
                  <a:lnTo>
                    <a:pt x="9703194" y="2496713"/>
                  </a:lnTo>
                  <a:lnTo>
                    <a:pt x="9778909" y="2524642"/>
                  </a:lnTo>
                  <a:lnTo>
                    <a:pt x="9861049" y="2550102"/>
                  </a:lnTo>
                  <a:lnTo>
                    <a:pt x="9949961" y="2573339"/>
                  </a:lnTo>
                  <a:lnTo>
                    <a:pt x="10045685" y="2594545"/>
                  </a:lnTo>
                  <a:lnTo>
                    <a:pt x="10147822" y="2613855"/>
                  </a:lnTo>
                  <a:lnTo>
                    <a:pt x="10255402" y="2631347"/>
                  </a:lnTo>
                  <a:lnTo>
                    <a:pt x="10366761" y="2647049"/>
                  </a:lnTo>
                  <a:lnTo>
                    <a:pt x="10479474" y="2660949"/>
                  </a:lnTo>
                  <a:lnTo>
                    <a:pt x="10590391" y="2673011"/>
                  </a:lnTo>
                  <a:lnTo>
                    <a:pt x="10695822" y="2683200"/>
                  </a:lnTo>
                  <a:lnTo>
                    <a:pt x="10791889" y="2691508"/>
                  </a:lnTo>
                  <a:lnTo>
                    <a:pt x="10875027" y="2697982"/>
                  </a:lnTo>
                  <a:lnTo>
                    <a:pt x="10942531" y="2702739"/>
                  </a:lnTo>
                  <a:lnTo>
                    <a:pt x="10993040" y="2705976"/>
                  </a:lnTo>
                  <a:lnTo>
                    <a:pt x="11026823" y="2707950"/>
                  </a:lnTo>
                  <a:lnTo>
                    <a:pt x="11045837" y="2708967"/>
                  </a:lnTo>
                  <a:lnTo>
                    <a:pt x="11053581" y="2709348"/>
                  </a:lnTo>
                  <a:lnTo>
                    <a:pt x="11054891" y="2709407"/>
                  </a:lnTo>
                  <a:lnTo>
                    <a:pt x="12049831" y="2709407"/>
                  </a:lnTo>
                  <a:lnTo>
                    <a:pt x="12049831" y="2698926"/>
                  </a:lnTo>
                  <a:lnTo>
                    <a:pt x="11054891" y="2698926"/>
                  </a:lnTo>
                  <a:lnTo>
                    <a:pt x="11053809" y="2698877"/>
                  </a:lnTo>
                  <a:lnTo>
                    <a:pt x="11046665" y="2698528"/>
                  </a:lnTo>
                  <a:lnTo>
                    <a:pt x="11028535" y="2697564"/>
                  </a:lnTo>
                  <a:lnTo>
                    <a:pt x="10995826" y="2695664"/>
                  </a:lnTo>
                  <a:lnTo>
                    <a:pt x="10946470" y="2692521"/>
                  </a:lnTo>
                  <a:lnTo>
                    <a:pt x="10880084" y="2687873"/>
                  </a:lnTo>
                  <a:lnTo>
                    <a:pt x="10797926" y="2681519"/>
                  </a:lnTo>
                  <a:lnTo>
                    <a:pt x="10702624" y="2673337"/>
                  </a:lnTo>
                  <a:lnTo>
                    <a:pt x="10597703" y="2663275"/>
                  </a:lnTo>
                  <a:lnTo>
                    <a:pt x="10487034" y="2651338"/>
                  </a:lnTo>
                  <a:lnTo>
                    <a:pt x="10374336" y="2637560"/>
                  </a:lnTo>
                  <a:lnTo>
                    <a:pt x="10262801" y="2621979"/>
                  </a:lnTo>
                  <a:lnTo>
                    <a:pt x="10154906" y="2604607"/>
                  </a:lnTo>
                  <a:lnTo>
                    <a:pt x="10052366" y="2585422"/>
                  </a:lnTo>
                  <a:lnTo>
                    <a:pt x="9956192" y="2564347"/>
                  </a:lnTo>
                  <a:lnTo>
                    <a:pt x="9866818" y="2541252"/>
                  </a:lnTo>
                  <a:lnTo>
                    <a:pt x="9784230" y="2515949"/>
                  </a:lnTo>
                  <a:lnTo>
                    <a:pt x="9708099" y="2488194"/>
                  </a:lnTo>
                  <a:lnTo>
                    <a:pt x="9637883" y="2457697"/>
                  </a:lnTo>
                  <a:lnTo>
                    <a:pt x="9572919" y="2424128"/>
                  </a:lnTo>
                  <a:lnTo>
                    <a:pt x="9512476" y="2387135"/>
                  </a:lnTo>
                  <a:lnTo>
                    <a:pt x="9455814" y="2346378"/>
                  </a:lnTo>
                  <a:lnTo>
                    <a:pt x="9402215" y="2301570"/>
                  </a:lnTo>
                  <a:lnTo>
                    <a:pt x="9351021" y="2252555"/>
                  </a:lnTo>
                  <a:lnTo>
                    <a:pt x="9347647" y="2249105"/>
                  </a:lnTo>
                  <a:lnTo>
                    <a:pt x="9302630" y="2200434"/>
                  </a:lnTo>
                  <a:lnTo>
                    <a:pt x="9258747" y="2148191"/>
                  </a:lnTo>
                  <a:lnTo>
                    <a:pt x="9215688" y="2092304"/>
                  </a:lnTo>
                  <a:lnTo>
                    <a:pt x="9173206" y="2032758"/>
                  </a:lnTo>
                  <a:lnTo>
                    <a:pt x="9131102" y="1969603"/>
                  </a:lnTo>
                  <a:lnTo>
                    <a:pt x="9089222" y="1902961"/>
                  </a:lnTo>
                  <a:lnTo>
                    <a:pt x="9047448" y="1833027"/>
                  </a:lnTo>
                  <a:lnTo>
                    <a:pt x="9005699" y="1760070"/>
                  </a:lnTo>
                  <a:lnTo>
                    <a:pt x="8963921" y="1684436"/>
                  </a:lnTo>
                  <a:lnTo>
                    <a:pt x="8922087" y="1606541"/>
                  </a:lnTo>
                  <a:lnTo>
                    <a:pt x="8880190" y="1526862"/>
                  </a:lnTo>
                  <a:lnTo>
                    <a:pt x="8838238" y="1445926"/>
                  </a:lnTo>
                  <a:lnTo>
                    <a:pt x="8796255" y="1364297"/>
                  </a:lnTo>
                  <a:lnTo>
                    <a:pt x="8754266" y="1282562"/>
                  </a:lnTo>
                  <a:lnTo>
                    <a:pt x="8712300" y="1201308"/>
                  </a:lnTo>
                  <a:lnTo>
                    <a:pt x="8670381" y="1121110"/>
                  </a:lnTo>
                  <a:lnTo>
                    <a:pt x="8628524" y="1042509"/>
                  </a:lnTo>
                  <a:lnTo>
                    <a:pt x="8586728" y="966004"/>
                  </a:lnTo>
                  <a:lnTo>
                    <a:pt x="8544973" y="892032"/>
                  </a:lnTo>
                  <a:lnTo>
                    <a:pt x="8503216" y="820966"/>
                  </a:lnTo>
                  <a:lnTo>
                    <a:pt x="8461386" y="753103"/>
                  </a:lnTo>
                  <a:lnTo>
                    <a:pt x="8419379" y="688666"/>
                  </a:lnTo>
                  <a:lnTo>
                    <a:pt x="8377054" y="627801"/>
                  </a:lnTo>
                  <a:lnTo>
                    <a:pt x="8334231" y="570585"/>
                  </a:lnTo>
                  <a:lnTo>
                    <a:pt x="8290679" y="517026"/>
                  </a:lnTo>
                  <a:lnTo>
                    <a:pt x="8246113" y="467071"/>
                  </a:lnTo>
                  <a:lnTo>
                    <a:pt x="8229629" y="449821"/>
                  </a:lnTo>
                  <a:lnTo>
                    <a:pt x="8178576" y="400522"/>
                  </a:lnTo>
                  <a:lnTo>
                    <a:pt x="8125158" y="355434"/>
                  </a:lnTo>
                  <a:lnTo>
                    <a:pt x="8068724" y="314412"/>
                  </a:lnTo>
                  <a:lnTo>
                    <a:pt x="8008560" y="277176"/>
                  </a:lnTo>
                  <a:lnTo>
                    <a:pt x="7943922" y="243387"/>
                  </a:lnTo>
                  <a:lnTo>
                    <a:pt x="7874082" y="212694"/>
                  </a:lnTo>
                  <a:lnTo>
                    <a:pt x="7798368" y="184765"/>
                  </a:lnTo>
                  <a:lnTo>
                    <a:pt x="7716228" y="159305"/>
                  </a:lnTo>
                  <a:lnTo>
                    <a:pt x="7627315" y="136068"/>
                  </a:lnTo>
                  <a:lnTo>
                    <a:pt x="7531591" y="114862"/>
                  </a:lnTo>
                  <a:lnTo>
                    <a:pt x="7429454" y="95552"/>
                  </a:lnTo>
                  <a:lnTo>
                    <a:pt x="7321874" y="78060"/>
                  </a:lnTo>
                  <a:lnTo>
                    <a:pt x="7210516" y="62357"/>
                  </a:lnTo>
                  <a:lnTo>
                    <a:pt x="7097802" y="48457"/>
                  </a:lnTo>
                  <a:lnTo>
                    <a:pt x="6986885" y="36396"/>
                  </a:lnTo>
                  <a:lnTo>
                    <a:pt x="6881455" y="26207"/>
                  </a:lnTo>
                  <a:lnTo>
                    <a:pt x="6785388" y="17899"/>
                  </a:lnTo>
                  <a:lnTo>
                    <a:pt x="6702250" y="11425"/>
                  </a:lnTo>
                  <a:lnTo>
                    <a:pt x="6634745" y="6667"/>
                  </a:lnTo>
                  <a:lnTo>
                    <a:pt x="6584237" y="3431"/>
                  </a:lnTo>
                  <a:lnTo>
                    <a:pt x="6550453" y="1456"/>
                  </a:lnTo>
                  <a:lnTo>
                    <a:pt x="6531439" y="439"/>
                  </a:lnTo>
                  <a:lnTo>
                    <a:pt x="6523696" y="5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1" y="47"/>
                  </a:lnTo>
                  <a:lnTo>
                    <a:pt x="5519198" y="388"/>
                  </a:lnTo>
                  <a:lnTo>
                    <a:pt x="5501024" y="1328"/>
                  </a:lnTo>
                  <a:lnTo>
                    <a:pt x="5468237" y="3182"/>
                  </a:lnTo>
                  <a:lnTo>
                    <a:pt x="5418771" y="6247"/>
                  </a:lnTo>
                  <a:lnTo>
                    <a:pt x="5352247" y="10780"/>
                  </a:lnTo>
                  <a:lnTo>
                    <a:pt x="5269935" y="16977"/>
                  </a:lnTo>
                  <a:lnTo>
                    <a:pt x="5174475" y="24955"/>
                  </a:lnTo>
                  <a:lnTo>
                    <a:pt x="5069406" y="34766"/>
                  </a:lnTo>
                  <a:lnTo>
                    <a:pt x="4958609" y="46403"/>
                  </a:lnTo>
                  <a:lnTo>
                    <a:pt x="4845810" y="59834"/>
                  </a:lnTo>
                  <a:lnTo>
                    <a:pt x="4734204" y="75023"/>
                  </a:lnTo>
                  <a:lnTo>
                    <a:pt x="4626265" y="91956"/>
                  </a:lnTo>
                  <a:lnTo>
                    <a:pt x="4523706" y="110657"/>
                  </a:lnTo>
                  <a:lnTo>
                    <a:pt x="4427533" y="131201"/>
                  </a:lnTo>
                  <a:lnTo>
                    <a:pt x="4338173" y="153715"/>
                  </a:lnTo>
                  <a:lnTo>
                    <a:pt x="4255610" y="178385"/>
                  </a:lnTo>
                  <a:lnTo>
                    <a:pt x="4179507" y="205447"/>
                  </a:lnTo>
                  <a:lnTo>
                    <a:pt x="4109320" y="235186"/>
                  </a:lnTo>
                  <a:lnTo>
                    <a:pt x="4044382" y="267926"/>
                  </a:lnTo>
                  <a:lnTo>
                    <a:pt x="3983961" y="304007"/>
                  </a:lnTo>
                  <a:lnTo>
                    <a:pt x="3927314" y="343762"/>
                  </a:lnTo>
                  <a:lnTo>
                    <a:pt x="3873720" y="387470"/>
                  </a:lnTo>
                  <a:lnTo>
                    <a:pt x="3822525" y="435278"/>
                  </a:lnTo>
                  <a:lnTo>
                    <a:pt x="3820202" y="437592"/>
                  </a:lnTo>
                  <a:lnTo>
                    <a:pt x="3774744" y="485427"/>
                  </a:lnTo>
                  <a:lnTo>
                    <a:pt x="3730440" y="536807"/>
                  </a:lnTo>
                  <a:lnTo>
                    <a:pt x="3686972" y="591803"/>
                  </a:lnTo>
                  <a:lnTo>
                    <a:pt x="3644085" y="650428"/>
                  </a:lnTo>
                  <a:lnTo>
                    <a:pt x="3601576" y="712631"/>
                  </a:lnTo>
                  <a:lnTo>
                    <a:pt x="3559289" y="778286"/>
                  </a:lnTo>
                  <a:lnTo>
                    <a:pt x="3517105" y="847194"/>
                  </a:lnTo>
                  <a:lnTo>
                    <a:pt x="3474941" y="919079"/>
                  </a:lnTo>
                  <a:lnTo>
                    <a:pt x="3432745" y="993589"/>
                  </a:lnTo>
                  <a:lnTo>
                    <a:pt x="3390490" y="1070303"/>
                  </a:lnTo>
                  <a:lnTo>
                    <a:pt x="3348171" y="1148738"/>
                  </a:lnTo>
                  <a:lnTo>
                    <a:pt x="3305799" y="1228360"/>
                  </a:lnTo>
                  <a:lnTo>
                    <a:pt x="3263397" y="1308601"/>
                  </a:lnTo>
                  <a:lnTo>
                    <a:pt x="3220994" y="1388872"/>
                  </a:lnTo>
                  <a:lnTo>
                    <a:pt x="3178617" y="1468585"/>
                  </a:lnTo>
                  <a:lnTo>
                    <a:pt x="3136292" y="1547169"/>
                  </a:lnTo>
                  <a:lnTo>
                    <a:pt x="3094030" y="1624086"/>
                  </a:lnTo>
                  <a:lnTo>
                    <a:pt x="3051829" y="1698846"/>
                  </a:lnTo>
                  <a:lnTo>
                    <a:pt x="3009664" y="1771022"/>
                  </a:lnTo>
                  <a:lnTo>
                    <a:pt x="2967485" y="1840254"/>
                  </a:lnTo>
                  <a:lnTo>
                    <a:pt x="2925213" y="1906257"/>
                  </a:lnTo>
                  <a:lnTo>
                    <a:pt x="2882735" y="1968826"/>
                  </a:lnTo>
                  <a:lnTo>
                    <a:pt x="2839896" y="2027827"/>
                  </a:lnTo>
                  <a:lnTo>
                    <a:pt x="2796499" y="2083201"/>
                  </a:lnTo>
                  <a:lnTo>
                    <a:pt x="2752295" y="2134954"/>
                  </a:lnTo>
                  <a:lnTo>
                    <a:pt x="2706975" y="2183152"/>
                  </a:lnTo>
                  <a:lnTo>
                    <a:pt x="2702183" y="2187964"/>
                  </a:lnTo>
                  <a:lnTo>
                    <a:pt x="2651085" y="2235963"/>
                  </a:lnTo>
                  <a:lnTo>
                    <a:pt x="2597616" y="2279858"/>
                  </a:lnTo>
                  <a:lnTo>
                    <a:pt x="2541126" y="2319792"/>
                  </a:lnTo>
                  <a:lnTo>
                    <a:pt x="2480896" y="2356036"/>
                  </a:lnTo>
                  <a:lnTo>
                    <a:pt x="2416184" y="2388922"/>
                  </a:lnTo>
                  <a:lnTo>
                    <a:pt x="2346256" y="2418794"/>
                  </a:lnTo>
                  <a:lnTo>
                    <a:pt x="2270440" y="2445973"/>
                  </a:lnTo>
                  <a:lnTo>
                    <a:pt x="2188185" y="2470748"/>
                  </a:lnTo>
                  <a:lnTo>
                    <a:pt x="2099144" y="2493357"/>
                  </a:lnTo>
                  <a:lnTo>
                    <a:pt x="2003281" y="2513989"/>
                  </a:lnTo>
                  <a:lnTo>
                    <a:pt x="1901000" y="2532774"/>
                  </a:lnTo>
                  <a:lnTo>
                    <a:pt x="1793279" y="2549788"/>
                  </a:lnTo>
                  <a:lnTo>
                    <a:pt x="1681794" y="2565058"/>
                  </a:lnTo>
                  <a:lnTo>
                    <a:pt x="1568984" y="2578571"/>
                  </a:lnTo>
                  <a:lnTo>
                    <a:pt x="1458016" y="2590292"/>
                  </a:lnTo>
                  <a:lnTo>
                    <a:pt x="1352595" y="2600187"/>
                  </a:lnTo>
                  <a:lnTo>
                    <a:pt x="1256607" y="2608250"/>
                  </a:lnTo>
                  <a:lnTo>
                    <a:pt x="1173618" y="2614527"/>
                  </a:lnTo>
                  <a:lnTo>
                    <a:pt x="1106323" y="2619134"/>
                  </a:lnTo>
                  <a:lnTo>
                    <a:pt x="1056061" y="2622262"/>
                  </a:lnTo>
                  <a:lnTo>
                    <a:pt x="1022535" y="2624165"/>
                  </a:lnTo>
                  <a:lnTo>
                    <a:pt x="1003752" y="2625141"/>
                  </a:lnTo>
                  <a:lnTo>
                    <a:pt x="996179" y="2625502"/>
                  </a:lnTo>
                  <a:lnTo>
                    <a:pt x="994940" y="2625557"/>
                  </a:lnTo>
                  <a:lnTo>
                    <a:pt x="0" y="2625557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92" name="pl1491"/>
            <p:cNvSpPr/>
            <p:nvPr/>
          </p:nvSpPr>
          <p:spPr>
            <a:xfrm>
              <a:off x="1199187" y="2494377"/>
              <a:ext cx="12049831" cy="2698926"/>
            </a:xfrm>
            <a:custGeom>
              <a:avLst/>
              <a:pathLst>
                <a:path w="12049831" h="2698926">
                  <a:moveTo>
                    <a:pt x="0" y="2625557"/>
                  </a:moveTo>
                  <a:lnTo>
                    <a:pt x="994940" y="2625557"/>
                  </a:lnTo>
                  <a:lnTo>
                    <a:pt x="996024" y="2625509"/>
                  </a:lnTo>
                  <a:lnTo>
                    <a:pt x="1003187" y="2625169"/>
                  </a:lnTo>
                  <a:lnTo>
                    <a:pt x="1021361" y="2624229"/>
                  </a:lnTo>
                  <a:lnTo>
                    <a:pt x="1054148" y="2622375"/>
                  </a:lnTo>
                  <a:lnTo>
                    <a:pt x="1103614" y="2619310"/>
                  </a:lnTo>
                  <a:lnTo>
                    <a:pt x="1170138" y="2614776"/>
                  </a:lnTo>
                  <a:lnTo>
                    <a:pt x="1252450" y="2608580"/>
                  </a:lnTo>
                  <a:lnTo>
                    <a:pt x="1347910" y="2600601"/>
                  </a:lnTo>
                  <a:lnTo>
                    <a:pt x="1452979" y="2590791"/>
                  </a:lnTo>
                  <a:lnTo>
                    <a:pt x="1563776" y="2579154"/>
                  </a:lnTo>
                  <a:lnTo>
                    <a:pt x="1676575" y="2565723"/>
                  </a:lnTo>
                  <a:lnTo>
                    <a:pt x="1788181" y="2550534"/>
                  </a:lnTo>
                  <a:lnTo>
                    <a:pt x="1896120" y="2533601"/>
                  </a:lnTo>
                  <a:lnTo>
                    <a:pt x="1998679" y="2514899"/>
                  </a:lnTo>
                  <a:lnTo>
                    <a:pt x="2094852" y="2494356"/>
                  </a:lnTo>
                  <a:lnTo>
                    <a:pt x="2184212" y="2471841"/>
                  </a:lnTo>
                  <a:lnTo>
                    <a:pt x="2266775" y="2447172"/>
                  </a:lnTo>
                  <a:lnTo>
                    <a:pt x="2342878" y="2420110"/>
                  </a:lnTo>
                  <a:lnTo>
                    <a:pt x="2413065" y="2390370"/>
                  </a:lnTo>
                  <a:lnTo>
                    <a:pt x="2478003" y="2357631"/>
                  </a:lnTo>
                  <a:lnTo>
                    <a:pt x="2538424" y="2321550"/>
                  </a:lnTo>
                  <a:lnTo>
                    <a:pt x="2595071" y="2281794"/>
                  </a:lnTo>
                  <a:lnTo>
                    <a:pt x="2648665" y="2238087"/>
                  </a:lnTo>
                  <a:lnTo>
                    <a:pt x="2699860" y="2190278"/>
                  </a:lnTo>
                  <a:lnTo>
                    <a:pt x="2702183" y="2187964"/>
                  </a:lnTo>
                  <a:lnTo>
                    <a:pt x="2747641" y="2140130"/>
                  </a:lnTo>
                  <a:lnTo>
                    <a:pt x="2791945" y="2088750"/>
                  </a:lnTo>
                  <a:lnTo>
                    <a:pt x="2835413" y="2033754"/>
                  </a:lnTo>
                  <a:lnTo>
                    <a:pt x="2878300" y="1975128"/>
                  </a:lnTo>
                  <a:lnTo>
                    <a:pt x="2920809" y="1912926"/>
                  </a:lnTo>
                  <a:lnTo>
                    <a:pt x="2963096" y="1847271"/>
                  </a:lnTo>
                  <a:lnTo>
                    <a:pt x="3005280" y="1778363"/>
                  </a:lnTo>
                  <a:lnTo>
                    <a:pt x="3047444" y="1706478"/>
                  </a:lnTo>
                  <a:lnTo>
                    <a:pt x="3089640" y="1631968"/>
                  </a:lnTo>
                  <a:lnTo>
                    <a:pt x="3131895" y="1555253"/>
                  </a:lnTo>
                  <a:lnTo>
                    <a:pt x="3174214" y="1476818"/>
                  </a:lnTo>
                  <a:lnTo>
                    <a:pt x="3216586" y="1397196"/>
                  </a:lnTo>
                  <a:lnTo>
                    <a:pt x="3258988" y="1316956"/>
                  </a:lnTo>
                  <a:lnTo>
                    <a:pt x="3301391" y="1236685"/>
                  </a:lnTo>
                  <a:lnTo>
                    <a:pt x="3343768" y="1156971"/>
                  </a:lnTo>
                  <a:lnTo>
                    <a:pt x="3386093" y="1078387"/>
                  </a:lnTo>
                  <a:lnTo>
                    <a:pt x="3428355" y="1001471"/>
                  </a:lnTo>
                  <a:lnTo>
                    <a:pt x="3470556" y="926710"/>
                  </a:lnTo>
                  <a:lnTo>
                    <a:pt x="3512721" y="854535"/>
                  </a:lnTo>
                  <a:lnTo>
                    <a:pt x="3554900" y="785303"/>
                  </a:lnTo>
                  <a:lnTo>
                    <a:pt x="3597172" y="719299"/>
                  </a:lnTo>
                  <a:lnTo>
                    <a:pt x="3639650" y="656731"/>
                  </a:lnTo>
                  <a:lnTo>
                    <a:pt x="3682489" y="597730"/>
                  </a:lnTo>
                  <a:lnTo>
                    <a:pt x="3725886" y="542356"/>
                  </a:lnTo>
                  <a:lnTo>
                    <a:pt x="3770090" y="490603"/>
                  </a:lnTo>
                  <a:lnTo>
                    <a:pt x="3815410" y="442404"/>
                  </a:lnTo>
                  <a:lnTo>
                    <a:pt x="3820202" y="437592"/>
                  </a:lnTo>
                  <a:lnTo>
                    <a:pt x="3871300" y="389594"/>
                  </a:lnTo>
                  <a:lnTo>
                    <a:pt x="3924769" y="345698"/>
                  </a:lnTo>
                  <a:lnTo>
                    <a:pt x="3981259" y="305765"/>
                  </a:lnTo>
                  <a:lnTo>
                    <a:pt x="4041489" y="269521"/>
                  </a:lnTo>
                  <a:lnTo>
                    <a:pt x="4106201" y="236634"/>
                  </a:lnTo>
                  <a:lnTo>
                    <a:pt x="4176129" y="206763"/>
                  </a:lnTo>
                  <a:lnTo>
                    <a:pt x="4251945" y="179584"/>
                  </a:lnTo>
                  <a:lnTo>
                    <a:pt x="4334200" y="154809"/>
                  </a:lnTo>
                  <a:lnTo>
                    <a:pt x="4423241" y="132199"/>
                  </a:lnTo>
                  <a:lnTo>
                    <a:pt x="4519104" y="111568"/>
                  </a:lnTo>
                  <a:lnTo>
                    <a:pt x="4621385" y="92783"/>
                  </a:lnTo>
                  <a:lnTo>
                    <a:pt x="4729106" y="75769"/>
                  </a:lnTo>
                  <a:lnTo>
                    <a:pt x="4840591" y="60499"/>
                  </a:lnTo>
                  <a:lnTo>
                    <a:pt x="4953401" y="46986"/>
                  </a:lnTo>
                  <a:lnTo>
                    <a:pt x="5064369" y="35265"/>
                  </a:lnTo>
                  <a:lnTo>
                    <a:pt x="5169790" y="25369"/>
                  </a:lnTo>
                  <a:lnTo>
                    <a:pt x="5265778" y="17306"/>
                  </a:lnTo>
                  <a:lnTo>
                    <a:pt x="5348767" y="11029"/>
                  </a:lnTo>
                  <a:lnTo>
                    <a:pt x="5416062" y="6422"/>
                  </a:lnTo>
                  <a:lnTo>
                    <a:pt x="5466324" y="3295"/>
                  </a:lnTo>
                  <a:lnTo>
                    <a:pt x="5499850" y="1391"/>
                  </a:lnTo>
                  <a:lnTo>
                    <a:pt x="5518633" y="416"/>
                  </a:lnTo>
                  <a:lnTo>
                    <a:pt x="5526206" y="54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67" y="49"/>
                  </a:lnTo>
                  <a:lnTo>
                    <a:pt x="6530612" y="398"/>
                  </a:lnTo>
                  <a:lnTo>
                    <a:pt x="6548741" y="1362"/>
                  </a:lnTo>
                  <a:lnTo>
                    <a:pt x="6581451" y="3262"/>
                  </a:lnTo>
                  <a:lnTo>
                    <a:pt x="6630806" y="6404"/>
                  </a:lnTo>
                  <a:lnTo>
                    <a:pt x="6697193" y="11053"/>
                  </a:lnTo>
                  <a:lnTo>
                    <a:pt x="6779350" y="17407"/>
                  </a:lnTo>
                  <a:lnTo>
                    <a:pt x="6874652" y="25589"/>
                  </a:lnTo>
                  <a:lnTo>
                    <a:pt x="6979574" y="35651"/>
                  </a:lnTo>
                  <a:lnTo>
                    <a:pt x="7090242" y="47587"/>
                  </a:lnTo>
                  <a:lnTo>
                    <a:pt x="7202941" y="61365"/>
                  </a:lnTo>
                  <a:lnTo>
                    <a:pt x="7314475" y="76947"/>
                  </a:lnTo>
                  <a:lnTo>
                    <a:pt x="7422370" y="94318"/>
                  </a:lnTo>
                  <a:lnTo>
                    <a:pt x="7524911" y="113504"/>
                  </a:lnTo>
                  <a:lnTo>
                    <a:pt x="7621085" y="134579"/>
                  </a:lnTo>
                  <a:lnTo>
                    <a:pt x="7710459" y="157674"/>
                  </a:lnTo>
                  <a:lnTo>
                    <a:pt x="7793046" y="182977"/>
                  </a:lnTo>
                  <a:lnTo>
                    <a:pt x="7869178" y="210731"/>
                  </a:lnTo>
                  <a:lnTo>
                    <a:pt x="7939393" y="241228"/>
                  </a:lnTo>
                  <a:lnTo>
                    <a:pt x="8004358" y="274798"/>
                  </a:lnTo>
                  <a:lnTo>
                    <a:pt x="8064800" y="311790"/>
                  </a:lnTo>
                  <a:lnTo>
                    <a:pt x="8121462" y="352548"/>
                  </a:lnTo>
                  <a:lnTo>
                    <a:pt x="8175062" y="397356"/>
                  </a:lnTo>
                  <a:lnTo>
                    <a:pt x="8226256" y="446371"/>
                  </a:lnTo>
                  <a:lnTo>
                    <a:pt x="8229629" y="449821"/>
                  </a:lnTo>
                  <a:lnTo>
                    <a:pt x="8274646" y="498492"/>
                  </a:lnTo>
                  <a:lnTo>
                    <a:pt x="8318530" y="550735"/>
                  </a:lnTo>
                  <a:lnTo>
                    <a:pt x="8361588" y="606622"/>
                  </a:lnTo>
                  <a:lnTo>
                    <a:pt x="8404070" y="666168"/>
                  </a:lnTo>
                  <a:lnTo>
                    <a:pt x="8446174" y="729322"/>
                  </a:lnTo>
                  <a:lnTo>
                    <a:pt x="8488055" y="795964"/>
                  </a:lnTo>
                  <a:lnTo>
                    <a:pt x="8529828" y="865899"/>
                  </a:lnTo>
                  <a:lnTo>
                    <a:pt x="8571578" y="938856"/>
                  </a:lnTo>
                  <a:lnTo>
                    <a:pt x="8613355" y="1014489"/>
                  </a:lnTo>
                  <a:lnTo>
                    <a:pt x="8655190" y="1092384"/>
                  </a:lnTo>
                  <a:lnTo>
                    <a:pt x="8697087" y="1172064"/>
                  </a:lnTo>
                  <a:lnTo>
                    <a:pt x="8739038" y="1253000"/>
                  </a:lnTo>
                  <a:lnTo>
                    <a:pt x="8781022" y="1334628"/>
                  </a:lnTo>
                  <a:lnTo>
                    <a:pt x="8823011" y="1416363"/>
                  </a:lnTo>
                  <a:lnTo>
                    <a:pt x="8864977" y="1497617"/>
                  </a:lnTo>
                  <a:lnTo>
                    <a:pt x="8906895" y="1577816"/>
                  </a:lnTo>
                  <a:lnTo>
                    <a:pt x="8948753" y="1656416"/>
                  </a:lnTo>
                  <a:lnTo>
                    <a:pt x="8990549" y="1732922"/>
                  </a:lnTo>
                  <a:lnTo>
                    <a:pt x="9032304" y="1806893"/>
                  </a:lnTo>
                  <a:lnTo>
                    <a:pt x="9074060" y="1877960"/>
                  </a:lnTo>
                  <a:lnTo>
                    <a:pt x="9115891" y="1945823"/>
                  </a:lnTo>
                  <a:lnTo>
                    <a:pt x="9157898" y="2010260"/>
                  </a:lnTo>
                  <a:lnTo>
                    <a:pt x="9200222" y="2071124"/>
                  </a:lnTo>
                  <a:lnTo>
                    <a:pt x="9243045" y="2128340"/>
                  </a:lnTo>
                  <a:lnTo>
                    <a:pt x="9286597" y="2181900"/>
                  </a:lnTo>
                  <a:lnTo>
                    <a:pt x="9331163" y="2231855"/>
                  </a:lnTo>
                  <a:lnTo>
                    <a:pt x="9347647" y="2249105"/>
                  </a:lnTo>
                  <a:lnTo>
                    <a:pt x="9398701" y="2298404"/>
                  </a:lnTo>
                  <a:lnTo>
                    <a:pt x="9452119" y="2343492"/>
                  </a:lnTo>
                  <a:lnTo>
                    <a:pt x="9508552" y="2384514"/>
                  </a:lnTo>
                  <a:lnTo>
                    <a:pt x="9568717" y="2421750"/>
                  </a:lnTo>
                  <a:lnTo>
                    <a:pt x="9633354" y="2455538"/>
                  </a:lnTo>
                  <a:lnTo>
                    <a:pt x="9703194" y="2486232"/>
                  </a:lnTo>
                  <a:lnTo>
                    <a:pt x="9778909" y="2514161"/>
                  </a:lnTo>
                  <a:lnTo>
                    <a:pt x="9861049" y="2539621"/>
                  </a:lnTo>
                  <a:lnTo>
                    <a:pt x="9949961" y="2562858"/>
                  </a:lnTo>
                  <a:lnTo>
                    <a:pt x="10045685" y="2584064"/>
                  </a:lnTo>
                  <a:lnTo>
                    <a:pt x="10147822" y="2603373"/>
                  </a:lnTo>
                  <a:lnTo>
                    <a:pt x="10255402" y="2620866"/>
                  </a:lnTo>
                  <a:lnTo>
                    <a:pt x="10366761" y="2636568"/>
                  </a:lnTo>
                  <a:lnTo>
                    <a:pt x="10479474" y="2650468"/>
                  </a:lnTo>
                  <a:lnTo>
                    <a:pt x="10590391" y="2662530"/>
                  </a:lnTo>
                  <a:lnTo>
                    <a:pt x="10695822" y="2672719"/>
                  </a:lnTo>
                  <a:lnTo>
                    <a:pt x="10791889" y="2681027"/>
                  </a:lnTo>
                  <a:lnTo>
                    <a:pt x="10875027" y="2687500"/>
                  </a:lnTo>
                  <a:lnTo>
                    <a:pt x="10942531" y="2692258"/>
                  </a:lnTo>
                  <a:lnTo>
                    <a:pt x="10993040" y="2695494"/>
                  </a:lnTo>
                  <a:lnTo>
                    <a:pt x="11026823" y="2697469"/>
                  </a:lnTo>
                  <a:lnTo>
                    <a:pt x="11045837" y="2698486"/>
                  </a:lnTo>
                  <a:lnTo>
                    <a:pt x="11053581" y="2698866"/>
                  </a:lnTo>
                  <a:lnTo>
                    <a:pt x="11054891" y="2698926"/>
                  </a:lnTo>
                  <a:lnTo>
                    <a:pt x="11054891" y="2698926"/>
                  </a:lnTo>
                  <a:lnTo>
                    <a:pt x="12049831" y="2698926"/>
                  </a:lnTo>
                  <a:lnTo>
                    <a:pt x="12049831" y="26989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3" name="pl1492"/>
            <p:cNvSpPr/>
            <p:nvPr/>
          </p:nvSpPr>
          <p:spPr>
            <a:xfrm>
              <a:off x="1199187" y="2483896"/>
              <a:ext cx="12049831" cy="2698926"/>
            </a:xfrm>
            <a:custGeom>
              <a:avLst/>
              <a:pathLst>
                <a:path w="12049831" h="2698926">
                  <a:moveTo>
                    <a:pt x="12049831" y="2698926"/>
                  </a:moveTo>
                  <a:lnTo>
                    <a:pt x="11054891" y="2698926"/>
                  </a:lnTo>
                  <a:lnTo>
                    <a:pt x="11053809" y="2698877"/>
                  </a:lnTo>
                  <a:lnTo>
                    <a:pt x="11046665" y="2698528"/>
                  </a:lnTo>
                  <a:lnTo>
                    <a:pt x="11028535" y="2697564"/>
                  </a:lnTo>
                  <a:lnTo>
                    <a:pt x="10995826" y="2695664"/>
                  </a:lnTo>
                  <a:lnTo>
                    <a:pt x="10946470" y="2692521"/>
                  </a:lnTo>
                  <a:lnTo>
                    <a:pt x="10880084" y="2687873"/>
                  </a:lnTo>
                  <a:lnTo>
                    <a:pt x="10797926" y="2681519"/>
                  </a:lnTo>
                  <a:lnTo>
                    <a:pt x="10702624" y="2673337"/>
                  </a:lnTo>
                  <a:lnTo>
                    <a:pt x="10597703" y="2663275"/>
                  </a:lnTo>
                  <a:lnTo>
                    <a:pt x="10487034" y="2651338"/>
                  </a:lnTo>
                  <a:lnTo>
                    <a:pt x="10374336" y="2637560"/>
                  </a:lnTo>
                  <a:lnTo>
                    <a:pt x="10262801" y="2621979"/>
                  </a:lnTo>
                  <a:lnTo>
                    <a:pt x="10154906" y="2604607"/>
                  </a:lnTo>
                  <a:lnTo>
                    <a:pt x="10052366" y="2585422"/>
                  </a:lnTo>
                  <a:lnTo>
                    <a:pt x="9956192" y="2564347"/>
                  </a:lnTo>
                  <a:lnTo>
                    <a:pt x="9866818" y="2541252"/>
                  </a:lnTo>
                  <a:lnTo>
                    <a:pt x="9784230" y="2515949"/>
                  </a:lnTo>
                  <a:lnTo>
                    <a:pt x="9708099" y="2488194"/>
                  </a:lnTo>
                  <a:lnTo>
                    <a:pt x="9637883" y="2457697"/>
                  </a:lnTo>
                  <a:lnTo>
                    <a:pt x="9572919" y="2424128"/>
                  </a:lnTo>
                  <a:lnTo>
                    <a:pt x="9512476" y="2387135"/>
                  </a:lnTo>
                  <a:lnTo>
                    <a:pt x="9455814" y="2346378"/>
                  </a:lnTo>
                  <a:lnTo>
                    <a:pt x="9402215" y="2301570"/>
                  </a:lnTo>
                  <a:lnTo>
                    <a:pt x="9351021" y="2252555"/>
                  </a:lnTo>
                  <a:lnTo>
                    <a:pt x="9347647" y="2249105"/>
                  </a:lnTo>
                  <a:lnTo>
                    <a:pt x="9302630" y="2200434"/>
                  </a:lnTo>
                  <a:lnTo>
                    <a:pt x="9258747" y="2148191"/>
                  </a:lnTo>
                  <a:lnTo>
                    <a:pt x="9215688" y="2092304"/>
                  </a:lnTo>
                  <a:lnTo>
                    <a:pt x="9173206" y="2032758"/>
                  </a:lnTo>
                  <a:lnTo>
                    <a:pt x="9131102" y="1969603"/>
                  </a:lnTo>
                  <a:lnTo>
                    <a:pt x="9089222" y="1902961"/>
                  </a:lnTo>
                  <a:lnTo>
                    <a:pt x="9047448" y="1833027"/>
                  </a:lnTo>
                  <a:lnTo>
                    <a:pt x="9005699" y="1760070"/>
                  </a:lnTo>
                  <a:lnTo>
                    <a:pt x="8963921" y="1684436"/>
                  </a:lnTo>
                  <a:lnTo>
                    <a:pt x="8922087" y="1606541"/>
                  </a:lnTo>
                  <a:lnTo>
                    <a:pt x="8880190" y="1526862"/>
                  </a:lnTo>
                  <a:lnTo>
                    <a:pt x="8838238" y="1445926"/>
                  </a:lnTo>
                  <a:lnTo>
                    <a:pt x="8796255" y="1364297"/>
                  </a:lnTo>
                  <a:lnTo>
                    <a:pt x="8754266" y="1282562"/>
                  </a:lnTo>
                  <a:lnTo>
                    <a:pt x="8712300" y="1201308"/>
                  </a:lnTo>
                  <a:lnTo>
                    <a:pt x="8670381" y="1121110"/>
                  </a:lnTo>
                  <a:lnTo>
                    <a:pt x="8628524" y="1042509"/>
                  </a:lnTo>
                  <a:lnTo>
                    <a:pt x="8586728" y="966004"/>
                  </a:lnTo>
                  <a:lnTo>
                    <a:pt x="8544973" y="892032"/>
                  </a:lnTo>
                  <a:lnTo>
                    <a:pt x="8503216" y="820966"/>
                  </a:lnTo>
                  <a:lnTo>
                    <a:pt x="8461386" y="753103"/>
                  </a:lnTo>
                  <a:lnTo>
                    <a:pt x="8419379" y="688666"/>
                  </a:lnTo>
                  <a:lnTo>
                    <a:pt x="8377054" y="627801"/>
                  </a:lnTo>
                  <a:lnTo>
                    <a:pt x="8334231" y="570585"/>
                  </a:lnTo>
                  <a:lnTo>
                    <a:pt x="8290679" y="517026"/>
                  </a:lnTo>
                  <a:lnTo>
                    <a:pt x="8246113" y="467071"/>
                  </a:lnTo>
                  <a:lnTo>
                    <a:pt x="8229629" y="449821"/>
                  </a:lnTo>
                  <a:lnTo>
                    <a:pt x="8178576" y="400522"/>
                  </a:lnTo>
                  <a:lnTo>
                    <a:pt x="8125158" y="355434"/>
                  </a:lnTo>
                  <a:lnTo>
                    <a:pt x="8068724" y="314412"/>
                  </a:lnTo>
                  <a:lnTo>
                    <a:pt x="8008560" y="277176"/>
                  </a:lnTo>
                  <a:lnTo>
                    <a:pt x="7943922" y="243387"/>
                  </a:lnTo>
                  <a:lnTo>
                    <a:pt x="7874082" y="212694"/>
                  </a:lnTo>
                  <a:lnTo>
                    <a:pt x="7798368" y="184765"/>
                  </a:lnTo>
                  <a:lnTo>
                    <a:pt x="7716228" y="159305"/>
                  </a:lnTo>
                  <a:lnTo>
                    <a:pt x="7627315" y="136068"/>
                  </a:lnTo>
                  <a:lnTo>
                    <a:pt x="7531591" y="114862"/>
                  </a:lnTo>
                  <a:lnTo>
                    <a:pt x="7429454" y="95552"/>
                  </a:lnTo>
                  <a:lnTo>
                    <a:pt x="7321874" y="78060"/>
                  </a:lnTo>
                  <a:lnTo>
                    <a:pt x="7210516" y="62357"/>
                  </a:lnTo>
                  <a:lnTo>
                    <a:pt x="7097802" y="48457"/>
                  </a:lnTo>
                  <a:lnTo>
                    <a:pt x="6986885" y="36396"/>
                  </a:lnTo>
                  <a:lnTo>
                    <a:pt x="6881455" y="26207"/>
                  </a:lnTo>
                  <a:lnTo>
                    <a:pt x="6785388" y="17899"/>
                  </a:lnTo>
                  <a:lnTo>
                    <a:pt x="6702250" y="11425"/>
                  </a:lnTo>
                  <a:lnTo>
                    <a:pt x="6634745" y="6667"/>
                  </a:lnTo>
                  <a:lnTo>
                    <a:pt x="6584237" y="3431"/>
                  </a:lnTo>
                  <a:lnTo>
                    <a:pt x="6550453" y="1456"/>
                  </a:lnTo>
                  <a:lnTo>
                    <a:pt x="6531439" y="439"/>
                  </a:lnTo>
                  <a:lnTo>
                    <a:pt x="6523696" y="59"/>
                  </a:lnTo>
                  <a:lnTo>
                    <a:pt x="652238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1" y="47"/>
                  </a:lnTo>
                  <a:lnTo>
                    <a:pt x="5519198" y="388"/>
                  </a:lnTo>
                  <a:lnTo>
                    <a:pt x="5501024" y="1328"/>
                  </a:lnTo>
                  <a:lnTo>
                    <a:pt x="5468237" y="3182"/>
                  </a:lnTo>
                  <a:lnTo>
                    <a:pt x="5418771" y="6247"/>
                  </a:lnTo>
                  <a:lnTo>
                    <a:pt x="5352247" y="10780"/>
                  </a:lnTo>
                  <a:lnTo>
                    <a:pt x="5269935" y="16977"/>
                  </a:lnTo>
                  <a:lnTo>
                    <a:pt x="5174475" y="24955"/>
                  </a:lnTo>
                  <a:lnTo>
                    <a:pt x="5069406" y="34766"/>
                  </a:lnTo>
                  <a:lnTo>
                    <a:pt x="4958609" y="46403"/>
                  </a:lnTo>
                  <a:lnTo>
                    <a:pt x="4845810" y="59834"/>
                  </a:lnTo>
                  <a:lnTo>
                    <a:pt x="4734204" y="75023"/>
                  </a:lnTo>
                  <a:lnTo>
                    <a:pt x="4626265" y="91956"/>
                  </a:lnTo>
                  <a:lnTo>
                    <a:pt x="4523706" y="110657"/>
                  </a:lnTo>
                  <a:lnTo>
                    <a:pt x="4427533" y="131201"/>
                  </a:lnTo>
                  <a:lnTo>
                    <a:pt x="4338173" y="153715"/>
                  </a:lnTo>
                  <a:lnTo>
                    <a:pt x="4255610" y="178385"/>
                  </a:lnTo>
                  <a:lnTo>
                    <a:pt x="4179507" y="205447"/>
                  </a:lnTo>
                  <a:lnTo>
                    <a:pt x="4109320" y="235186"/>
                  </a:lnTo>
                  <a:lnTo>
                    <a:pt x="4044382" y="267926"/>
                  </a:lnTo>
                  <a:lnTo>
                    <a:pt x="3983961" y="304007"/>
                  </a:lnTo>
                  <a:lnTo>
                    <a:pt x="3927314" y="343762"/>
                  </a:lnTo>
                  <a:lnTo>
                    <a:pt x="3873720" y="387470"/>
                  </a:lnTo>
                  <a:lnTo>
                    <a:pt x="3822525" y="435278"/>
                  </a:lnTo>
                  <a:lnTo>
                    <a:pt x="3820202" y="437592"/>
                  </a:lnTo>
                  <a:lnTo>
                    <a:pt x="3774744" y="485427"/>
                  </a:lnTo>
                  <a:lnTo>
                    <a:pt x="3730440" y="536807"/>
                  </a:lnTo>
                  <a:lnTo>
                    <a:pt x="3686972" y="591803"/>
                  </a:lnTo>
                  <a:lnTo>
                    <a:pt x="3644085" y="650428"/>
                  </a:lnTo>
                  <a:lnTo>
                    <a:pt x="3601576" y="712631"/>
                  </a:lnTo>
                  <a:lnTo>
                    <a:pt x="3559289" y="778286"/>
                  </a:lnTo>
                  <a:lnTo>
                    <a:pt x="3517105" y="847194"/>
                  </a:lnTo>
                  <a:lnTo>
                    <a:pt x="3474941" y="919079"/>
                  </a:lnTo>
                  <a:lnTo>
                    <a:pt x="3432745" y="993589"/>
                  </a:lnTo>
                  <a:lnTo>
                    <a:pt x="3390490" y="1070303"/>
                  </a:lnTo>
                  <a:lnTo>
                    <a:pt x="3348171" y="1148738"/>
                  </a:lnTo>
                  <a:lnTo>
                    <a:pt x="3305799" y="1228360"/>
                  </a:lnTo>
                  <a:lnTo>
                    <a:pt x="3263397" y="1308601"/>
                  </a:lnTo>
                  <a:lnTo>
                    <a:pt x="3220994" y="1388872"/>
                  </a:lnTo>
                  <a:lnTo>
                    <a:pt x="3178617" y="1468585"/>
                  </a:lnTo>
                  <a:lnTo>
                    <a:pt x="3136292" y="1547169"/>
                  </a:lnTo>
                  <a:lnTo>
                    <a:pt x="3094030" y="1624086"/>
                  </a:lnTo>
                  <a:lnTo>
                    <a:pt x="3051829" y="1698846"/>
                  </a:lnTo>
                  <a:lnTo>
                    <a:pt x="3009664" y="1771022"/>
                  </a:lnTo>
                  <a:lnTo>
                    <a:pt x="2967485" y="1840254"/>
                  </a:lnTo>
                  <a:lnTo>
                    <a:pt x="2925213" y="1906257"/>
                  </a:lnTo>
                  <a:lnTo>
                    <a:pt x="2882735" y="1968826"/>
                  </a:lnTo>
                  <a:lnTo>
                    <a:pt x="2839896" y="2027827"/>
                  </a:lnTo>
                  <a:lnTo>
                    <a:pt x="2796499" y="2083201"/>
                  </a:lnTo>
                  <a:lnTo>
                    <a:pt x="2752295" y="2134954"/>
                  </a:lnTo>
                  <a:lnTo>
                    <a:pt x="2706975" y="2183152"/>
                  </a:lnTo>
                  <a:lnTo>
                    <a:pt x="2702183" y="2187964"/>
                  </a:lnTo>
                  <a:lnTo>
                    <a:pt x="2651085" y="2235963"/>
                  </a:lnTo>
                  <a:lnTo>
                    <a:pt x="2597616" y="2279858"/>
                  </a:lnTo>
                  <a:lnTo>
                    <a:pt x="2541126" y="2319792"/>
                  </a:lnTo>
                  <a:lnTo>
                    <a:pt x="2480896" y="2356036"/>
                  </a:lnTo>
                  <a:lnTo>
                    <a:pt x="2416184" y="2388922"/>
                  </a:lnTo>
                  <a:lnTo>
                    <a:pt x="2346256" y="2418794"/>
                  </a:lnTo>
                  <a:lnTo>
                    <a:pt x="2270440" y="2445973"/>
                  </a:lnTo>
                  <a:lnTo>
                    <a:pt x="2188185" y="2470748"/>
                  </a:lnTo>
                  <a:lnTo>
                    <a:pt x="2099144" y="2493357"/>
                  </a:lnTo>
                  <a:lnTo>
                    <a:pt x="2003281" y="2513989"/>
                  </a:lnTo>
                  <a:lnTo>
                    <a:pt x="1901000" y="2532774"/>
                  </a:lnTo>
                  <a:lnTo>
                    <a:pt x="1793279" y="2549788"/>
                  </a:lnTo>
                  <a:lnTo>
                    <a:pt x="1681794" y="2565058"/>
                  </a:lnTo>
                  <a:lnTo>
                    <a:pt x="1568984" y="2578571"/>
                  </a:lnTo>
                  <a:lnTo>
                    <a:pt x="1458016" y="2590292"/>
                  </a:lnTo>
                  <a:lnTo>
                    <a:pt x="1352595" y="2600187"/>
                  </a:lnTo>
                  <a:lnTo>
                    <a:pt x="1256607" y="2608250"/>
                  </a:lnTo>
                  <a:lnTo>
                    <a:pt x="1173618" y="2614527"/>
                  </a:lnTo>
                  <a:lnTo>
                    <a:pt x="1106323" y="2619134"/>
                  </a:lnTo>
                  <a:lnTo>
                    <a:pt x="1056061" y="2622262"/>
                  </a:lnTo>
                  <a:lnTo>
                    <a:pt x="1022535" y="2624165"/>
                  </a:lnTo>
                  <a:lnTo>
                    <a:pt x="1003752" y="2625141"/>
                  </a:lnTo>
                  <a:lnTo>
                    <a:pt x="996179" y="2625502"/>
                  </a:lnTo>
                  <a:lnTo>
                    <a:pt x="994940" y="2625557"/>
                  </a:lnTo>
                  <a:lnTo>
                    <a:pt x="994940" y="2625557"/>
                  </a:lnTo>
                  <a:lnTo>
                    <a:pt x="0" y="2625557"/>
                  </a:lnTo>
                  <a:lnTo>
                    <a:pt x="0" y="26255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4" name="pg1493"/>
            <p:cNvSpPr/>
            <p:nvPr/>
          </p:nvSpPr>
          <p:spPr>
            <a:xfrm>
              <a:off x="1199187" y="2520580"/>
              <a:ext cx="12049831" cy="3600315"/>
            </a:xfrm>
            <a:custGeom>
              <a:avLst/>
              <a:pathLst>
                <a:path w="12049831" h="3600315">
                  <a:moveTo>
                    <a:pt x="0" y="2604595"/>
                  </a:moveTo>
                  <a:lnTo>
                    <a:pt x="994940" y="2604595"/>
                  </a:lnTo>
                  <a:lnTo>
                    <a:pt x="996025" y="2604547"/>
                  </a:lnTo>
                  <a:lnTo>
                    <a:pt x="1003194" y="2604210"/>
                  </a:lnTo>
                  <a:lnTo>
                    <a:pt x="1021384" y="2603278"/>
                  </a:lnTo>
                  <a:lnTo>
                    <a:pt x="1054198" y="2601441"/>
                  </a:lnTo>
                  <a:lnTo>
                    <a:pt x="1103703" y="2598404"/>
                  </a:lnTo>
                  <a:lnTo>
                    <a:pt x="1170275" y="2593912"/>
                  </a:lnTo>
                  <a:lnTo>
                    <a:pt x="1252642" y="2587772"/>
                  </a:lnTo>
                  <a:lnTo>
                    <a:pt x="1348157" y="2579866"/>
                  </a:lnTo>
                  <a:lnTo>
                    <a:pt x="1453279" y="2570146"/>
                  </a:lnTo>
                  <a:lnTo>
                    <a:pt x="1564120" y="2558616"/>
                  </a:lnTo>
                  <a:lnTo>
                    <a:pt x="1676955" y="2545310"/>
                  </a:lnTo>
                  <a:lnTo>
                    <a:pt x="1788586" y="2530261"/>
                  </a:lnTo>
                  <a:lnTo>
                    <a:pt x="1896540" y="2513486"/>
                  </a:lnTo>
                  <a:lnTo>
                    <a:pt x="1999106" y="2494958"/>
                  </a:lnTo>
                  <a:lnTo>
                    <a:pt x="2095279" y="2474605"/>
                  </a:lnTo>
                  <a:lnTo>
                    <a:pt x="2184633" y="2452298"/>
                  </a:lnTo>
                  <a:lnTo>
                    <a:pt x="2267188" y="2427856"/>
                  </a:lnTo>
                  <a:lnTo>
                    <a:pt x="2343281" y="2401043"/>
                  </a:lnTo>
                  <a:lnTo>
                    <a:pt x="2413457" y="2371575"/>
                  </a:lnTo>
                  <a:lnTo>
                    <a:pt x="2478386" y="2339134"/>
                  </a:lnTo>
                  <a:lnTo>
                    <a:pt x="2538800" y="2303380"/>
                  </a:lnTo>
                  <a:lnTo>
                    <a:pt x="2595442" y="2263984"/>
                  </a:lnTo>
                  <a:lnTo>
                    <a:pt x="2649033" y="2220672"/>
                  </a:lnTo>
                  <a:lnTo>
                    <a:pt x="2700229" y="2173297"/>
                  </a:lnTo>
                  <a:lnTo>
                    <a:pt x="2702183" y="2171369"/>
                  </a:lnTo>
                  <a:lnTo>
                    <a:pt x="2747800" y="2123837"/>
                  </a:lnTo>
                  <a:lnTo>
                    <a:pt x="2792257" y="2072770"/>
                  </a:lnTo>
                  <a:lnTo>
                    <a:pt x="2835874" y="2018097"/>
                  </a:lnTo>
                  <a:lnTo>
                    <a:pt x="2878907" y="1959805"/>
                  </a:lnTo>
                  <a:lnTo>
                    <a:pt x="2921562" y="1897948"/>
                  </a:lnTo>
                  <a:lnTo>
                    <a:pt x="2963997" y="1832652"/>
                  </a:lnTo>
                  <a:lnTo>
                    <a:pt x="3006330" y="1764117"/>
                  </a:lnTo>
                  <a:lnTo>
                    <a:pt x="3048644" y="1692622"/>
                  </a:lnTo>
                  <a:lnTo>
                    <a:pt x="3090992" y="1618521"/>
                  </a:lnTo>
                  <a:lnTo>
                    <a:pt x="3133399" y="1542236"/>
                  </a:lnTo>
                  <a:lnTo>
                    <a:pt x="3175871" y="1464254"/>
                  </a:lnTo>
                  <a:lnTo>
                    <a:pt x="3218396" y="1385110"/>
                  </a:lnTo>
                  <a:lnTo>
                    <a:pt x="3260949" y="1305374"/>
                  </a:lnTo>
                  <a:lnTo>
                    <a:pt x="3303503" y="1225634"/>
                  </a:lnTo>
                  <a:lnTo>
                    <a:pt x="3346028" y="1146480"/>
                  </a:lnTo>
                  <a:lnTo>
                    <a:pt x="3388501" y="1068482"/>
                  </a:lnTo>
                  <a:lnTo>
                    <a:pt x="3430909" y="992175"/>
                  </a:lnTo>
                  <a:lnTo>
                    <a:pt x="3473257" y="918045"/>
                  </a:lnTo>
                  <a:lnTo>
                    <a:pt x="3515571" y="846518"/>
                  </a:lnTo>
                  <a:lnTo>
                    <a:pt x="3557904" y="777948"/>
                  </a:lnTo>
                  <a:lnTo>
                    <a:pt x="3600337" y="712614"/>
                  </a:lnTo>
                  <a:lnTo>
                    <a:pt x="3642988" y="650717"/>
                  </a:lnTo>
                  <a:lnTo>
                    <a:pt x="3686017" y="592384"/>
                  </a:lnTo>
                  <a:lnTo>
                    <a:pt x="3729625" y="537669"/>
                  </a:lnTo>
                  <a:lnTo>
                    <a:pt x="3774071" y="486561"/>
                  </a:lnTo>
                  <a:lnTo>
                    <a:pt x="3819672" y="438990"/>
                  </a:lnTo>
                  <a:lnTo>
                    <a:pt x="3820202" y="438466"/>
                  </a:lnTo>
                  <a:lnTo>
                    <a:pt x="3871316" y="390932"/>
                  </a:lnTo>
                  <a:lnTo>
                    <a:pt x="3924802" y="347463"/>
                  </a:lnTo>
                  <a:lnTo>
                    <a:pt x="3981312" y="307919"/>
                  </a:lnTo>
                  <a:lnTo>
                    <a:pt x="4041565" y="272030"/>
                  </a:lnTo>
                  <a:lnTo>
                    <a:pt x="4106304" y="239466"/>
                  </a:lnTo>
                  <a:lnTo>
                    <a:pt x="4176263" y="209888"/>
                  </a:lnTo>
                  <a:lnTo>
                    <a:pt x="4252114" y="182977"/>
                  </a:lnTo>
                  <a:lnTo>
                    <a:pt x="4334410" y="158447"/>
                  </a:lnTo>
                  <a:lnTo>
                    <a:pt x="4423496" y="136062"/>
                  </a:lnTo>
                  <a:lnTo>
                    <a:pt x="4519407" y="115635"/>
                  </a:lnTo>
                  <a:lnTo>
                    <a:pt x="4621739" y="97038"/>
                  </a:lnTo>
                  <a:lnTo>
                    <a:pt x="4729510" y="80195"/>
                  </a:lnTo>
                  <a:lnTo>
                    <a:pt x="4841039" y="65079"/>
                  </a:lnTo>
                  <a:lnTo>
                    <a:pt x="4953883" y="51704"/>
                  </a:lnTo>
                  <a:lnTo>
                    <a:pt x="5064869" y="40104"/>
                  </a:lnTo>
                  <a:lnTo>
                    <a:pt x="5170287" y="30313"/>
                  </a:lnTo>
                  <a:lnTo>
                    <a:pt x="5266247" y="22337"/>
                  </a:lnTo>
                  <a:lnTo>
                    <a:pt x="5349183" y="16130"/>
                  </a:lnTo>
                  <a:lnTo>
                    <a:pt x="5416405" y="11577"/>
                  </a:lnTo>
                  <a:lnTo>
                    <a:pt x="5466579" y="8487"/>
                  </a:lnTo>
                  <a:lnTo>
                    <a:pt x="5500015" y="6609"/>
                  </a:lnTo>
                  <a:lnTo>
                    <a:pt x="5518716" y="5648"/>
                  </a:lnTo>
                  <a:lnTo>
                    <a:pt x="5526230" y="529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29" y="5303"/>
                  </a:lnTo>
                  <a:lnTo>
                    <a:pt x="6530324" y="5751"/>
                  </a:lnTo>
                  <a:lnTo>
                    <a:pt x="6547839" y="6988"/>
                  </a:lnTo>
                  <a:lnTo>
                    <a:pt x="6579481" y="9427"/>
                  </a:lnTo>
                  <a:lnTo>
                    <a:pt x="6627308" y="13462"/>
                  </a:lnTo>
                  <a:lnTo>
                    <a:pt x="6691780" y="19437"/>
                  </a:lnTo>
                  <a:lnTo>
                    <a:pt x="6771785" y="27612"/>
                  </a:lnTo>
                  <a:lnTo>
                    <a:pt x="6864877" y="38154"/>
                  </a:lnTo>
                  <a:lnTo>
                    <a:pt x="6967716" y="51137"/>
                  </a:lnTo>
                  <a:lnTo>
                    <a:pt x="7076577" y="66559"/>
                  </a:lnTo>
                  <a:lnTo>
                    <a:pt x="7187839" y="84381"/>
                  </a:lnTo>
                  <a:lnTo>
                    <a:pt x="7298342" y="104553"/>
                  </a:lnTo>
                  <a:lnTo>
                    <a:pt x="7405600" y="127052"/>
                  </a:lnTo>
                  <a:lnTo>
                    <a:pt x="7507848" y="151898"/>
                  </a:lnTo>
                  <a:lnTo>
                    <a:pt x="7604007" y="179179"/>
                  </a:lnTo>
                  <a:lnTo>
                    <a:pt x="7693571" y="209048"/>
                  </a:lnTo>
                  <a:lnTo>
                    <a:pt x="7776482" y="241734"/>
                  </a:lnTo>
                  <a:lnTo>
                    <a:pt x="7853007" y="277535"/>
                  </a:lnTo>
                  <a:lnTo>
                    <a:pt x="7923629" y="316813"/>
                  </a:lnTo>
                  <a:lnTo>
                    <a:pt x="7988970" y="359982"/>
                  </a:lnTo>
                  <a:lnTo>
                    <a:pt x="8049722" y="407488"/>
                  </a:lnTo>
                  <a:lnTo>
                    <a:pt x="8106601" y="459778"/>
                  </a:lnTo>
                  <a:lnTo>
                    <a:pt x="8160309" y="517245"/>
                  </a:lnTo>
                  <a:lnTo>
                    <a:pt x="8211498" y="580148"/>
                  </a:lnTo>
                  <a:lnTo>
                    <a:pt x="8229629" y="604419"/>
                  </a:lnTo>
                  <a:lnTo>
                    <a:pt x="8269978" y="662221"/>
                  </a:lnTo>
                  <a:lnTo>
                    <a:pt x="8309391" y="723824"/>
                  </a:lnTo>
                  <a:lnTo>
                    <a:pt x="8348095" y="789304"/>
                  </a:lnTo>
                  <a:lnTo>
                    <a:pt x="8386281" y="858691"/>
                  </a:lnTo>
                  <a:lnTo>
                    <a:pt x="8424102" y="931961"/>
                  </a:lnTo>
                  <a:lnTo>
                    <a:pt x="8461684" y="1009031"/>
                  </a:lnTo>
                  <a:lnTo>
                    <a:pt x="8499126" y="1089756"/>
                  </a:lnTo>
                  <a:lnTo>
                    <a:pt x="8536502" y="1173926"/>
                  </a:lnTo>
                  <a:lnTo>
                    <a:pt x="8573867" y="1261269"/>
                  </a:lnTo>
                  <a:lnTo>
                    <a:pt x="8611257" y="1351446"/>
                  </a:lnTo>
                  <a:lnTo>
                    <a:pt x="8648692" y="1444062"/>
                  </a:lnTo>
                  <a:lnTo>
                    <a:pt x="8686178" y="1538665"/>
                  </a:lnTo>
                  <a:lnTo>
                    <a:pt x="8723710" y="1634760"/>
                  </a:lnTo>
                  <a:lnTo>
                    <a:pt x="8761276" y="1731818"/>
                  </a:lnTo>
                  <a:lnTo>
                    <a:pt x="8798856" y="1829286"/>
                  </a:lnTo>
                  <a:lnTo>
                    <a:pt x="8836431" y="1926600"/>
                  </a:lnTo>
                  <a:lnTo>
                    <a:pt x="8873980" y="2023202"/>
                  </a:lnTo>
                  <a:lnTo>
                    <a:pt x="8911488" y="2118550"/>
                  </a:lnTo>
                  <a:lnTo>
                    <a:pt x="8948946" y="2212131"/>
                  </a:lnTo>
                  <a:lnTo>
                    <a:pt x="8986355" y="2303473"/>
                  </a:lnTo>
                  <a:lnTo>
                    <a:pt x="9023729" y="2392155"/>
                  </a:lnTo>
                  <a:lnTo>
                    <a:pt x="9061094" y="2477810"/>
                  </a:lnTo>
                  <a:lnTo>
                    <a:pt x="9098498" y="2560137"/>
                  </a:lnTo>
                  <a:lnTo>
                    <a:pt x="9136005" y="2638896"/>
                  </a:lnTo>
                  <a:lnTo>
                    <a:pt x="9173703" y="2713913"/>
                  </a:lnTo>
                  <a:lnTo>
                    <a:pt x="9211705" y="2785079"/>
                  </a:lnTo>
                  <a:lnTo>
                    <a:pt x="9250152" y="2852341"/>
                  </a:lnTo>
                  <a:lnTo>
                    <a:pt x="9289216" y="2915706"/>
                  </a:lnTo>
                  <a:lnTo>
                    <a:pt x="9329106" y="2975229"/>
                  </a:lnTo>
                  <a:lnTo>
                    <a:pt x="9347647" y="3001136"/>
                  </a:lnTo>
                  <a:lnTo>
                    <a:pt x="9398065" y="3066038"/>
                  </a:lnTo>
                  <a:lnTo>
                    <a:pt x="9450784" y="3125465"/>
                  </a:lnTo>
                  <a:lnTo>
                    <a:pt x="9506428" y="3179600"/>
                  </a:lnTo>
                  <a:lnTo>
                    <a:pt x="9565687" y="3228798"/>
                  </a:lnTo>
                  <a:lnTo>
                    <a:pt x="9629274" y="3273494"/>
                  </a:lnTo>
                  <a:lnTo>
                    <a:pt x="9697897" y="3314138"/>
                  </a:lnTo>
                  <a:lnTo>
                    <a:pt x="9772206" y="3351161"/>
                  </a:lnTo>
                  <a:lnTo>
                    <a:pt x="9852747" y="3384943"/>
                  </a:lnTo>
                  <a:lnTo>
                    <a:pt x="9939875" y="3415808"/>
                  </a:lnTo>
                  <a:lnTo>
                    <a:pt x="10033665" y="3444010"/>
                  </a:lnTo>
                  <a:lnTo>
                    <a:pt x="10133788" y="3469730"/>
                  </a:lnTo>
                  <a:lnTo>
                    <a:pt x="10239387" y="3493077"/>
                  </a:lnTo>
                  <a:lnTo>
                    <a:pt x="10348958" y="3514098"/>
                  </a:lnTo>
                  <a:lnTo>
                    <a:pt x="10460277" y="3532780"/>
                  </a:lnTo>
                  <a:lnTo>
                    <a:pt x="10570413" y="3549083"/>
                  </a:lnTo>
                  <a:lnTo>
                    <a:pt x="10675881" y="3562957"/>
                  </a:lnTo>
                  <a:lnTo>
                    <a:pt x="10772941" y="3574384"/>
                  </a:lnTo>
                  <a:lnTo>
                    <a:pt x="10858053" y="3583407"/>
                  </a:lnTo>
                  <a:lnTo>
                    <a:pt x="10928389" y="3590157"/>
                  </a:lnTo>
                  <a:lnTo>
                    <a:pt x="10982311" y="3594863"/>
                  </a:lnTo>
                  <a:lnTo>
                    <a:pt x="11019691" y="3597840"/>
                  </a:lnTo>
                  <a:lnTo>
                    <a:pt x="11042016" y="3599467"/>
                  </a:lnTo>
                  <a:lnTo>
                    <a:pt x="11052290" y="3600155"/>
                  </a:lnTo>
                  <a:lnTo>
                    <a:pt x="11054891" y="3600315"/>
                  </a:lnTo>
                  <a:lnTo>
                    <a:pt x="12049831" y="3600315"/>
                  </a:lnTo>
                  <a:lnTo>
                    <a:pt x="12049831" y="3595074"/>
                  </a:lnTo>
                  <a:lnTo>
                    <a:pt x="11054891" y="3595074"/>
                  </a:lnTo>
                  <a:lnTo>
                    <a:pt x="11053848" y="3595012"/>
                  </a:lnTo>
                  <a:lnTo>
                    <a:pt x="11046952" y="3594564"/>
                  </a:lnTo>
                  <a:lnTo>
                    <a:pt x="11029437" y="3593327"/>
                  </a:lnTo>
                  <a:lnTo>
                    <a:pt x="10997796" y="3590887"/>
                  </a:lnTo>
                  <a:lnTo>
                    <a:pt x="10949969" y="3586852"/>
                  </a:lnTo>
                  <a:lnTo>
                    <a:pt x="10885496" y="3580878"/>
                  </a:lnTo>
                  <a:lnTo>
                    <a:pt x="10805492" y="3572703"/>
                  </a:lnTo>
                  <a:lnTo>
                    <a:pt x="10712399" y="3562160"/>
                  </a:lnTo>
                  <a:lnTo>
                    <a:pt x="10609560" y="3549178"/>
                  </a:lnTo>
                  <a:lnTo>
                    <a:pt x="10500699" y="3533755"/>
                  </a:lnTo>
                  <a:lnTo>
                    <a:pt x="10389438" y="3515934"/>
                  </a:lnTo>
                  <a:lnTo>
                    <a:pt x="10278934" y="3495761"/>
                  </a:lnTo>
                  <a:lnTo>
                    <a:pt x="10171677" y="3473263"/>
                  </a:lnTo>
                  <a:lnTo>
                    <a:pt x="10069428" y="3448416"/>
                  </a:lnTo>
                  <a:lnTo>
                    <a:pt x="9973269" y="3421136"/>
                  </a:lnTo>
                  <a:lnTo>
                    <a:pt x="9883705" y="3391267"/>
                  </a:lnTo>
                  <a:lnTo>
                    <a:pt x="9800794" y="3358580"/>
                  </a:lnTo>
                  <a:lnTo>
                    <a:pt x="9724270" y="3322779"/>
                  </a:lnTo>
                  <a:lnTo>
                    <a:pt x="9653648" y="3283501"/>
                  </a:lnTo>
                  <a:lnTo>
                    <a:pt x="9588306" y="3240333"/>
                  </a:lnTo>
                  <a:lnTo>
                    <a:pt x="9527554" y="3192827"/>
                  </a:lnTo>
                  <a:lnTo>
                    <a:pt x="9470675" y="3140537"/>
                  </a:lnTo>
                  <a:lnTo>
                    <a:pt x="9416968" y="3083070"/>
                  </a:lnTo>
                  <a:lnTo>
                    <a:pt x="9365779" y="3020167"/>
                  </a:lnTo>
                  <a:lnTo>
                    <a:pt x="9347647" y="2995895"/>
                  </a:lnTo>
                  <a:lnTo>
                    <a:pt x="9307298" y="2938093"/>
                  </a:lnTo>
                  <a:lnTo>
                    <a:pt x="9267886" y="2876491"/>
                  </a:lnTo>
                  <a:lnTo>
                    <a:pt x="9229181" y="2811011"/>
                  </a:lnTo>
                  <a:lnTo>
                    <a:pt x="9190996" y="2741623"/>
                  </a:lnTo>
                  <a:lnTo>
                    <a:pt x="9153174" y="2668353"/>
                  </a:lnTo>
                  <a:lnTo>
                    <a:pt x="9115592" y="2591284"/>
                  </a:lnTo>
                  <a:lnTo>
                    <a:pt x="9078151" y="2510559"/>
                  </a:lnTo>
                  <a:lnTo>
                    <a:pt x="9040775" y="2426388"/>
                  </a:lnTo>
                  <a:lnTo>
                    <a:pt x="9003410" y="2339046"/>
                  </a:lnTo>
                  <a:lnTo>
                    <a:pt x="8966019" y="2248868"/>
                  </a:lnTo>
                  <a:lnTo>
                    <a:pt x="8928584" y="2156253"/>
                  </a:lnTo>
                  <a:lnTo>
                    <a:pt x="8891098" y="2061650"/>
                  </a:lnTo>
                  <a:lnTo>
                    <a:pt x="8853566" y="1965554"/>
                  </a:lnTo>
                  <a:lnTo>
                    <a:pt x="8816001" y="1868496"/>
                  </a:lnTo>
                  <a:lnTo>
                    <a:pt x="8778421" y="1771029"/>
                  </a:lnTo>
                  <a:lnTo>
                    <a:pt x="8740846" y="1673715"/>
                  </a:lnTo>
                  <a:lnTo>
                    <a:pt x="8703297" y="1577112"/>
                  </a:lnTo>
                  <a:lnTo>
                    <a:pt x="8665788" y="1481765"/>
                  </a:lnTo>
                  <a:lnTo>
                    <a:pt x="8628330" y="1388184"/>
                  </a:lnTo>
                  <a:lnTo>
                    <a:pt x="8590921" y="1296841"/>
                  </a:lnTo>
                  <a:lnTo>
                    <a:pt x="8553548" y="1208160"/>
                  </a:lnTo>
                  <a:lnTo>
                    <a:pt x="8516182" y="1122504"/>
                  </a:lnTo>
                  <a:lnTo>
                    <a:pt x="8478779" y="1040178"/>
                  </a:lnTo>
                  <a:lnTo>
                    <a:pt x="8441272" y="961419"/>
                  </a:lnTo>
                  <a:lnTo>
                    <a:pt x="8403573" y="886401"/>
                  </a:lnTo>
                  <a:lnTo>
                    <a:pt x="8365571" y="815236"/>
                  </a:lnTo>
                  <a:lnTo>
                    <a:pt x="8327125" y="747974"/>
                  </a:lnTo>
                  <a:lnTo>
                    <a:pt x="8288061" y="684609"/>
                  </a:lnTo>
                  <a:lnTo>
                    <a:pt x="8248170" y="625085"/>
                  </a:lnTo>
                  <a:lnTo>
                    <a:pt x="8229629" y="599179"/>
                  </a:lnTo>
                  <a:lnTo>
                    <a:pt x="8179211" y="534277"/>
                  </a:lnTo>
                  <a:lnTo>
                    <a:pt x="8126493" y="474850"/>
                  </a:lnTo>
                  <a:lnTo>
                    <a:pt x="8070848" y="420715"/>
                  </a:lnTo>
                  <a:lnTo>
                    <a:pt x="8011590" y="371517"/>
                  </a:lnTo>
                  <a:lnTo>
                    <a:pt x="7948002" y="326821"/>
                  </a:lnTo>
                  <a:lnTo>
                    <a:pt x="7879380" y="286176"/>
                  </a:lnTo>
                  <a:lnTo>
                    <a:pt x="7805070" y="249154"/>
                  </a:lnTo>
                  <a:lnTo>
                    <a:pt x="7724530" y="215371"/>
                  </a:lnTo>
                  <a:lnTo>
                    <a:pt x="7637401" y="184506"/>
                  </a:lnTo>
                  <a:lnTo>
                    <a:pt x="7543612" y="156305"/>
                  </a:lnTo>
                  <a:lnTo>
                    <a:pt x="7443489" y="130585"/>
                  </a:lnTo>
                  <a:lnTo>
                    <a:pt x="7337890" y="107237"/>
                  </a:lnTo>
                  <a:lnTo>
                    <a:pt x="7228318" y="86217"/>
                  </a:lnTo>
                  <a:lnTo>
                    <a:pt x="7116999" y="67534"/>
                  </a:lnTo>
                  <a:lnTo>
                    <a:pt x="7006863" y="51232"/>
                  </a:lnTo>
                  <a:lnTo>
                    <a:pt x="6901396" y="37358"/>
                  </a:lnTo>
                  <a:lnTo>
                    <a:pt x="6804335" y="25931"/>
                  </a:lnTo>
                  <a:lnTo>
                    <a:pt x="6719223" y="16908"/>
                  </a:lnTo>
                  <a:lnTo>
                    <a:pt x="6648887" y="10157"/>
                  </a:lnTo>
                  <a:lnTo>
                    <a:pt x="6594966" y="5452"/>
                  </a:lnTo>
                  <a:lnTo>
                    <a:pt x="6557586" y="2475"/>
                  </a:lnTo>
                  <a:lnTo>
                    <a:pt x="6535260" y="848"/>
                  </a:lnTo>
                  <a:lnTo>
                    <a:pt x="6524986" y="16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0" y="47"/>
                  </a:lnTo>
                  <a:lnTo>
                    <a:pt x="5519191" y="384"/>
                  </a:lnTo>
                  <a:lnTo>
                    <a:pt x="5501001" y="1316"/>
                  </a:lnTo>
                  <a:lnTo>
                    <a:pt x="5468187" y="3153"/>
                  </a:lnTo>
                  <a:lnTo>
                    <a:pt x="5418682" y="6190"/>
                  </a:lnTo>
                  <a:lnTo>
                    <a:pt x="5352110" y="10682"/>
                  </a:lnTo>
                  <a:lnTo>
                    <a:pt x="5269743" y="16822"/>
                  </a:lnTo>
                  <a:lnTo>
                    <a:pt x="5174228" y="24728"/>
                  </a:lnTo>
                  <a:lnTo>
                    <a:pt x="5069106" y="34448"/>
                  </a:lnTo>
                  <a:lnTo>
                    <a:pt x="4958265" y="45978"/>
                  </a:lnTo>
                  <a:lnTo>
                    <a:pt x="4845430" y="59285"/>
                  </a:lnTo>
                  <a:lnTo>
                    <a:pt x="4733799" y="74333"/>
                  </a:lnTo>
                  <a:lnTo>
                    <a:pt x="4625845" y="91109"/>
                  </a:lnTo>
                  <a:lnTo>
                    <a:pt x="4523279" y="109636"/>
                  </a:lnTo>
                  <a:lnTo>
                    <a:pt x="4427106" y="129990"/>
                  </a:lnTo>
                  <a:lnTo>
                    <a:pt x="4337752" y="152296"/>
                  </a:lnTo>
                  <a:lnTo>
                    <a:pt x="4255197" y="176738"/>
                  </a:lnTo>
                  <a:lnTo>
                    <a:pt x="4179104" y="203551"/>
                  </a:lnTo>
                  <a:lnTo>
                    <a:pt x="4108928" y="233019"/>
                  </a:lnTo>
                  <a:lnTo>
                    <a:pt x="4043999" y="265460"/>
                  </a:lnTo>
                  <a:lnTo>
                    <a:pt x="3983585" y="301214"/>
                  </a:lnTo>
                  <a:lnTo>
                    <a:pt x="3926943" y="340610"/>
                  </a:lnTo>
                  <a:lnTo>
                    <a:pt x="3873352" y="383922"/>
                  </a:lnTo>
                  <a:lnTo>
                    <a:pt x="3822156" y="431297"/>
                  </a:lnTo>
                  <a:lnTo>
                    <a:pt x="3820202" y="433225"/>
                  </a:lnTo>
                  <a:lnTo>
                    <a:pt x="3774585" y="480757"/>
                  </a:lnTo>
                  <a:lnTo>
                    <a:pt x="3730128" y="531824"/>
                  </a:lnTo>
                  <a:lnTo>
                    <a:pt x="3686511" y="586497"/>
                  </a:lnTo>
                  <a:lnTo>
                    <a:pt x="3643478" y="644789"/>
                  </a:lnTo>
                  <a:lnTo>
                    <a:pt x="3600823" y="706646"/>
                  </a:lnTo>
                  <a:lnTo>
                    <a:pt x="3558388" y="771942"/>
                  </a:lnTo>
                  <a:lnTo>
                    <a:pt x="3516055" y="840477"/>
                  </a:lnTo>
                  <a:lnTo>
                    <a:pt x="3473741" y="911972"/>
                  </a:lnTo>
                  <a:lnTo>
                    <a:pt x="3431393" y="986073"/>
                  </a:lnTo>
                  <a:lnTo>
                    <a:pt x="3388986" y="1062358"/>
                  </a:lnTo>
                  <a:lnTo>
                    <a:pt x="3346514" y="1140340"/>
                  </a:lnTo>
                  <a:lnTo>
                    <a:pt x="3303989" y="1219484"/>
                  </a:lnTo>
                  <a:lnTo>
                    <a:pt x="3261436" y="1299220"/>
                  </a:lnTo>
                  <a:lnTo>
                    <a:pt x="3218882" y="1378960"/>
                  </a:lnTo>
                  <a:lnTo>
                    <a:pt x="3176357" y="1458114"/>
                  </a:lnTo>
                  <a:lnTo>
                    <a:pt x="3133884" y="1536113"/>
                  </a:lnTo>
                  <a:lnTo>
                    <a:pt x="3091476" y="1612419"/>
                  </a:lnTo>
                  <a:lnTo>
                    <a:pt x="3049128" y="1686549"/>
                  </a:lnTo>
                  <a:lnTo>
                    <a:pt x="3006814" y="1758076"/>
                  </a:lnTo>
                  <a:lnTo>
                    <a:pt x="2964481" y="1826646"/>
                  </a:lnTo>
                  <a:lnTo>
                    <a:pt x="2922048" y="1891981"/>
                  </a:lnTo>
                  <a:lnTo>
                    <a:pt x="2879397" y="1953878"/>
                  </a:lnTo>
                  <a:lnTo>
                    <a:pt x="2836368" y="2012211"/>
                  </a:lnTo>
                  <a:lnTo>
                    <a:pt x="2792760" y="2066925"/>
                  </a:lnTo>
                  <a:lnTo>
                    <a:pt x="2748314" y="2118033"/>
                  </a:lnTo>
                  <a:lnTo>
                    <a:pt x="2702713" y="2165604"/>
                  </a:lnTo>
                  <a:lnTo>
                    <a:pt x="2702183" y="2166128"/>
                  </a:lnTo>
                  <a:lnTo>
                    <a:pt x="2651069" y="2213662"/>
                  </a:lnTo>
                  <a:lnTo>
                    <a:pt x="2597583" y="2257131"/>
                  </a:lnTo>
                  <a:lnTo>
                    <a:pt x="2541073" y="2296675"/>
                  </a:lnTo>
                  <a:lnTo>
                    <a:pt x="2480820" y="2332564"/>
                  </a:lnTo>
                  <a:lnTo>
                    <a:pt x="2416081" y="2365128"/>
                  </a:lnTo>
                  <a:lnTo>
                    <a:pt x="2346122" y="2394706"/>
                  </a:lnTo>
                  <a:lnTo>
                    <a:pt x="2270271" y="2421617"/>
                  </a:lnTo>
                  <a:lnTo>
                    <a:pt x="2187975" y="2446147"/>
                  </a:lnTo>
                  <a:lnTo>
                    <a:pt x="2098889" y="2468532"/>
                  </a:lnTo>
                  <a:lnTo>
                    <a:pt x="2002978" y="2488959"/>
                  </a:lnTo>
                  <a:lnTo>
                    <a:pt x="1900646" y="2507556"/>
                  </a:lnTo>
                  <a:lnTo>
                    <a:pt x="1792875" y="2524399"/>
                  </a:lnTo>
                  <a:lnTo>
                    <a:pt x="1681346" y="2539515"/>
                  </a:lnTo>
                  <a:lnTo>
                    <a:pt x="1568502" y="2552890"/>
                  </a:lnTo>
                  <a:lnTo>
                    <a:pt x="1457516" y="2564490"/>
                  </a:lnTo>
                  <a:lnTo>
                    <a:pt x="1352098" y="2574281"/>
                  </a:lnTo>
                  <a:lnTo>
                    <a:pt x="1256138" y="2582257"/>
                  </a:lnTo>
                  <a:lnTo>
                    <a:pt x="1173202" y="2588464"/>
                  </a:lnTo>
                  <a:lnTo>
                    <a:pt x="1105980" y="2593017"/>
                  </a:lnTo>
                  <a:lnTo>
                    <a:pt x="1055806" y="2596107"/>
                  </a:lnTo>
                  <a:lnTo>
                    <a:pt x="1022370" y="2597985"/>
                  </a:lnTo>
                  <a:lnTo>
                    <a:pt x="1003669" y="2598946"/>
                  </a:lnTo>
                  <a:lnTo>
                    <a:pt x="996155" y="2599301"/>
                  </a:lnTo>
                  <a:lnTo>
                    <a:pt x="994940" y="2599354"/>
                  </a:lnTo>
                  <a:lnTo>
                    <a:pt x="0" y="2599354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95" name="pl1494"/>
            <p:cNvSpPr/>
            <p:nvPr/>
          </p:nvSpPr>
          <p:spPr>
            <a:xfrm>
              <a:off x="1199187" y="2525821"/>
              <a:ext cx="12049831" cy="3595074"/>
            </a:xfrm>
            <a:custGeom>
              <a:avLst/>
              <a:pathLst>
                <a:path w="12049831" h="3595074">
                  <a:moveTo>
                    <a:pt x="0" y="2599354"/>
                  </a:moveTo>
                  <a:lnTo>
                    <a:pt x="994940" y="2599354"/>
                  </a:lnTo>
                  <a:lnTo>
                    <a:pt x="996025" y="2599307"/>
                  </a:lnTo>
                  <a:lnTo>
                    <a:pt x="1003194" y="2598969"/>
                  </a:lnTo>
                  <a:lnTo>
                    <a:pt x="1021384" y="2598038"/>
                  </a:lnTo>
                  <a:lnTo>
                    <a:pt x="1054198" y="2596201"/>
                  </a:lnTo>
                  <a:lnTo>
                    <a:pt x="1103703" y="2593164"/>
                  </a:lnTo>
                  <a:lnTo>
                    <a:pt x="1170275" y="2588671"/>
                  </a:lnTo>
                  <a:lnTo>
                    <a:pt x="1252642" y="2582531"/>
                  </a:lnTo>
                  <a:lnTo>
                    <a:pt x="1348157" y="2574626"/>
                  </a:lnTo>
                  <a:lnTo>
                    <a:pt x="1453279" y="2564905"/>
                  </a:lnTo>
                  <a:lnTo>
                    <a:pt x="1564120" y="2553376"/>
                  </a:lnTo>
                  <a:lnTo>
                    <a:pt x="1676955" y="2540069"/>
                  </a:lnTo>
                  <a:lnTo>
                    <a:pt x="1788586" y="2525021"/>
                  </a:lnTo>
                  <a:lnTo>
                    <a:pt x="1896540" y="2508245"/>
                  </a:lnTo>
                  <a:lnTo>
                    <a:pt x="1999106" y="2489717"/>
                  </a:lnTo>
                  <a:lnTo>
                    <a:pt x="2095279" y="2469364"/>
                  </a:lnTo>
                  <a:lnTo>
                    <a:pt x="2184633" y="2447058"/>
                  </a:lnTo>
                  <a:lnTo>
                    <a:pt x="2267188" y="2422616"/>
                  </a:lnTo>
                  <a:lnTo>
                    <a:pt x="2343281" y="2395802"/>
                  </a:lnTo>
                  <a:lnTo>
                    <a:pt x="2413457" y="2366335"/>
                  </a:lnTo>
                  <a:lnTo>
                    <a:pt x="2478386" y="2333893"/>
                  </a:lnTo>
                  <a:lnTo>
                    <a:pt x="2538800" y="2298140"/>
                  </a:lnTo>
                  <a:lnTo>
                    <a:pt x="2595442" y="2258744"/>
                  </a:lnTo>
                  <a:lnTo>
                    <a:pt x="2649033" y="2215432"/>
                  </a:lnTo>
                  <a:lnTo>
                    <a:pt x="2700229" y="2168056"/>
                  </a:lnTo>
                  <a:lnTo>
                    <a:pt x="2702183" y="2166128"/>
                  </a:lnTo>
                  <a:lnTo>
                    <a:pt x="2747800" y="2118596"/>
                  </a:lnTo>
                  <a:lnTo>
                    <a:pt x="2792257" y="2067530"/>
                  </a:lnTo>
                  <a:lnTo>
                    <a:pt x="2835874" y="2012856"/>
                  </a:lnTo>
                  <a:lnTo>
                    <a:pt x="2878907" y="1954565"/>
                  </a:lnTo>
                  <a:lnTo>
                    <a:pt x="2921562" y="1892708"/>
                  </a:lnTo>
                  <a:lnTo>
                    <a:pt x="2963997" y="1827412"/>
                  </a:lnTo>
                  <a:lnTo>
                    <a:pt x="3006330" y="1758877"/>
                  </a:lnTo>
                  <a:lnTo>
                    <a:pt x="3048644" y="1687382"/>
                  </a:lnTo>
                  <a:lnTo>
                    <a:pt x="3090992" y="1613280"/>
                  </a:lnTo>
                  <a:lnTo>
                    <a:pt x="3133399" y="1536995"/>
                  </a:lnTo>
                  <a:lnTo>
                    <a:pt x="3175871" y="1459013"/>
                  </a:lnTo>
                  <a:lnTo>
                    <a:pt x="3218396" y="1379869"/>
                  </a:lnTo>
                  <a:lnTo>
                    <a:pt x="3260949" y="1300133"/>
                  </a:lnTo>
                  <a:lnTo>
                    <a:pt x="3303503" y="1220394"/>
                  </a:lnTo>
                  <a:lnTo>
                    <a:pt x="3346028" y="1141239"/>
                  </a:lnTo>
                  <a:lnTo>
                    <a:pt x="3388501" y="1063241"/>
                  </a:lnTo>
                  <a:lnTo>
                    <a:pt x="3430909" y="986934"/>
                  </a:lnTo>
                  <a:lnTo>
                    <a:pt x="3473257" y="912805"/>
                  </a:lnTo>
                  <a:lnTo>
                    <a:pt x="3515571" y="841278"/>
                  </a:lnTo>
                  <a:lnTo>
                    <a:pt x="3557904" y="772708"/>
                  </a:lnTo>
                  <a:lnTo>
                    <a:pt x="3600337" y="707373"/>
                  </a:lnTo>
                  <a:lnTo>
                    <a:pt x="3642988" y="645476"/>
                  </a:lnTo>
                  <a:lnTo>
                    <a:pt x="3686017" y="587143"/>
                  </a:lnTo>
                  <a:lnTo>
                    <a:pt x="3729625" y="532429"/>
                  </a:lnTo>
                  <a:lnTo>
                    <a:pt x="3774071" y="481321"/>
                  </a:lnTo>
                  <a:lnTo>
                    <a:pt x="3819672" y="433749"/>
                  </a:lnTo>
                  <a:lnTo>
                    <a:pt x="3820202" y="433225"/>
                  </a:lnTo>
                  <a:lnTo>
                    <a:pt x="3871316" y="385692"/>
                  </a:lnTo>
                  <a:lnTo>
                    <a:pt x="3924802" y="342223"/>
                  </a:lnTo>
                  <a:lnTo>
                    <a:pt x="3981312" y="302679"/>
                  </a:lnTo>
                  <a:lnTo>
                    <a:pt x="4041565" y="266789"/>
                  </a:lnTo>
                  <a:lnTo>
                    <a:pt x="4106304" y="234225"/>
                  </a:lnTo>
                  <a:lnTo>
                    <a:pt x="4176263" y="204648"/>
                  </a:lnTo>
                  <a:lnTo>
                    <a:pt x="4252114" y="177736"/>
                  </a:lnTo>
                  <a:lnTo>
                    <a:pt x="4334410" y="153207"/>
                  </a:lnTo>
                  <a:lnTo>
                    <a:pt x="4423496" y="130821"/>
                  </a:lnTo>
                  <a:lnTo>
                    <a:pt x="4519407" y="110395"/>
                  </a:lnTo>
                  <a:lnTo>
                    <a:pt x="4621739" y="91797"/>
                  </a:lnTo>
                  <a:lnTo>
                    <a:pt x="4729510" y="74954"/>
                  </a:lnTo>
                  <a:lnTo>
                    <a:pt x="4841039" y="59839"/>
                  </a:lnTo>
                  <a:lnTo>
                    <a:pt x="4953883" y="46463"/>
                  </a:lnTo>
                  <a:lnTo>
                    <a:pt x="5064869" y="34864"/>
                  </a:lnTo>
                  <a:lnTo>
                    <a:pt x="5170287" y="25073"/>
                  </a:lnTo>
                  <a:lnTo>
                    <a:pt x="5266247" y="17097"/>
                  </a:lnTo>
                  <a:lnTo>
                    <a:pt x="5349183" y="10890"/>
                  </a:lnTo>
                  <a:lnTo>
                    <a:pt x="5416405" y="6336"/>
                  </a:lnTo>
                  <a:lnTo>
                    <a:pt x="5466579" y="3247"/>
                  </a:lnTo>
                  <a:lnTo>
                    <a:pt x="5500015" y="1369"/>
                  </a:lnTo>
                  <a:lnTo>
                    <a:pt x="5518716" y="407"/>
                  </a:lnTo>
                  <a:lnTo>
                    <a:pt x="5526230" y="53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29" y="62"/>
                  </a:lnTo>
                  <a:lnTo>
                    <a:pt x="6530324" y="510"/>
                  </a:lnTo>
                  <a:lnTo>
                    <a:pt x="6547839" y="1747"/>
                  </a:lnTo>
                  <a:lnTo>
                    <a:pt x="6579481" y="4186"/>
                  </a:lnTo>
                  <a:lnTo>
                    <a:pt x="6627308" y="8222"/>
                  </a:lnTo>
                  <a:lnTo>
                    <a:pt x="6691780" y="14196"/>
                  </a:lnTo>
                  <a:lnTo>
                    <a:pt x="6771785" y="22371"/>
                  </a:lnTo>
                  <a:lnTo>
                    <a:pt x="6864877" y="32914"/>
                  </a:lnTo>
                  <a:lnTo>
                    <a:pt x="6967716" y="45896"/>
                  </a:lnTo>
                  <a:lnTo>
                    <a:pt x="7076577" y="61319"/>
                  </a:lnTo>
                  <a:lnTo>
                    <a:pt x="7187839" y="79140"/>
                  </a:lnTo>
                  <a:lnTo>
                    <a:pt x="7298342" y="99313"/>
                  </a:lnTo>
                  <a:lnTo>
                    <a:pt x="7405600" y="121811"/>
                  </a:lnTo>
                  <a:lnTo>
                    <a:pt x="7507848" y="146658"/>
                  </a:lnTo>
                  <a:lnTo>
                    <a:pt x="7604007" y="173938"/>
                  </a:lnTo>
                  <a:lnTo>
                    <a:pt x="7693571" y="203807"/>
                  </a:lnTo>
                  <a:lnTo>
                    <a:pt x="7776482" y="236494"/>
                  </a:lnTo>
                  <a:lnTo>
                    <a:pt x="7853007" y="272295"/>
                  </a:lnTo>
                  <a:lnTo>
                    <a:pt x="7923629" y="311573"/>
                  </a:lnTo>
                  <a:lnTo>
                    <a:pt x="7988970" y="354741"/>
                  </a:lnTo>
                  <a:lnTo>
                    <a:pt x="8049722" y="402247"/>
                  </a:lnTo>
                  <a:lnTo>
                    <a:pt x="8106601" y="454537"/>
                  </a:lnTo>
                  <a:lnTo>
                    <a:pt x="8160309" y="512004"/>
                  </a:lnTo>
                  <a:lnTo>
                    <a:pt x="8211498" y="574907"/>
                  </a:lnTo>
                  <a:lnTo>
                    <a:pt x="8229629" y="599179"/>
                  </a:lnTo>
                  <a:lnTo>
                    <a:pt x="8269978" y="656981"/>
                  </a:lnTo>
                  <a:lnTo>
                    <a:pt x="8309391" y="718583"/>
                  </a:lnTo>
                  <a:lnTo>
                    <a:pt x="8348095" y="784063"/>
                  </a:lnTo>
                  <a:lnTo>
                    <a:pt x="8386281" y="853451"/>
                  </a:lnTo>
                  <a:lnTo>
                    <a:pt x="8424102" y="926721"/>
                  </a:lnTo>
                  <a:lnTo>
                    <a:pt x="8461684" y="1003790"/>
                  </a:lnTo>
                  <a:lnTo>
                    <a:pt x="8499126" y="1084515"/>
                  </a:lnTo>
                  <a:lnTo>
                    <a:pt x="8536502" y="1168686"/>
                  </a:lnTo>
                  <a:lnTo>
                    <a:pt x="8573867" y="1256028"/>
                  </a:lnTo>
                  <a:lnTo>
                    <a:pt x="8611257" y="1346206"/>
                  </a:lnTo>
                  <a:lnTo>
                    <a:pt x="8648692" y="1438821"/>
                  </a:lnTo>
                  <a:lnTo>
                    <a:pt x="8686178" y="1533424"/>
                  </a:lnTo>
                  <a:lnTo>
                    <a:pt x="8723710" y="1629520"/>
                  </a:lnTo>
                  <a:lnTo>
                    <a:pt x="8761276" y="1726578"/>
                  </a:lnTo>
                  <a:lnTo>
                    <a:pt x="8798856" y="1824045"/>
                  </a:lnTo>
                  <a:lnTo>
                    <a:pt x="8836431" y="1921359"/>
                  </a:lnTo>
                  <a:lnTo>
                    <a:pt x="8873980" y="2017962"/>
                  </a:lnTo>
                  <a:lnTo>
                    <a:pt x="8911488" y="2113309"/>
                  </a:lnTo>
                  <a:lnTo>
                    <a:pt x="8948946" y="2206890"/>
                  </a:lnTo>
                  <a:lnTo>
                    <a:pt x="8986355" y="2298233"/>
                  </a:lnTo>
                  <a:lnTo>
                    <a:pt x="9023729" y="2386914"/>
                  </a:lnTo>
                  <a:lnTo>
                    <a:pt x="9061094" y="2472570"/>
                  </a:lnTo>
                  <a:lnTo>
                    <a:pt x="9098498" y="2554896"/>
                  </a:lnTo>
                  <a:lnTo>
                    <a:pt x="9136005" y="2633655"/>
                  </a:lnTo>
                  <a:lnTo>
                    <a:pt x="9173703" y="2708673"/>
                  </a:lnTo>
                  <a:lnTo>
                    <a:pt x="9211705" y="2779838"/>
                  </a:lnTo>
                  <a:lnTo>
                    <a:pt x="9250152" y="2847100"/>
                  </a:lnTo>
                  <a:lnTo>
                    <a:pt x="9289216" y="2910465"/>
                  </a:lnTo>
                  <a:lnTo>
                    <a:pt x="9329106" y="2969989"/>
                  </a:lnTo>
                  <a:lnTo>
                    <a:pt x="9347647" y="2995895"/>
                  </a:lnTo>
                  <a:lnTo>
                    <a:pt x="9398065" y="3060797"/>
                  </a:lnTo>
                  <a:lnTo>
                    <a:pt x="9450784" y="3120224"/>
                  </a:lnTo>
                  <a:lnTo>
                    <a:pt x="9506428" y="3174359"/>
                  </a:lnTo>
                  <a:lnTo>
                    <a:pt x="9565687" y="3223557"/>
                  </a:lnTo>
                  <a:lnTo>
                    <a:pt x="9629274" y="3268253"/>
                  </a:lnTo>
                  <a:lnTo>
                    <a:pt x="9697897" y="3308898"/>
                  </a:lnTo>
                  <a:lnTo>
                    <a:pt x="9772206" y="3345920"/>
                  </a:lnTo>
                  <a:lnTo>
                    <a:pt x="9852747" y="3379703"/>
                  </a:lnTo>
                  <a:lnTo>
                    <a:pt x="9939875" y="3410568"/>
                  </a:lnTo>
                  <a:lnTo>
                    <a:pt x="10033665" y="3438769"/>
                  </a:lnTo>
                  <a:lnTo>
                    <a:pt x="10133788" y="3464489"/>
                  </a:lnTo>
                  <a:lnTo>
                    <a:pt x="10239387" y="3487837"/>
                  </a:lnTo>
                  <a:lnTo>
                    <a:pt x="10348958" y="3508857"/>
                  </a:lnTo>
                  <a:lnTo>
                    <a:pt x="10460277" y="3527540"/>
                  </a:lnTo>
                  <a:lnTo>
                    <a:pt x="10570413" y="3543842"/>
                  </a:lnTo>
                  <a:lnTo>
                    <a:pt x="10675881" y="3557716"/>
                  </a:lnTo>
                  <a:lnTo>
                    <a:pt x="10772941" y="3569143"/>
                  </a:lnTo>
                  <a:lnTo>
                    <a:pt x="10858053" y="3578166"/>
                  </a:lnTo>
                  <a:lnTo>
                    <a:pt x="10928389" y="3584917"/>
                  </a:lnTo>
                  <a:lnTo>
                    <a:pt x="10982311" y="3589622"/>
                  </a:lnTo>
                  <a:lnTo>
                    <a:pt x="11019691" y="3592599"/>
                  </a:lnTo>
                  <a:lnTo>
                    <a:pt x="11042016" y="3594226"/>
                  </a:lnTo>
                  <a:lnTo>
                    <a:pt x="11052290" y="3594914"/>
                  </a:lnTo>
                  <a:lnTo>
                    <a:pt x="11054839" y="3595071"/>
                  </a:lnTo>
                  <a:lnTo>
                    <a:pt x="11054891" y="3595074"/>
                  </a:lnTo>
                  <a:lnTo>
                    <a:pt x="12049831" y="3595074"/>
                  </a:lnTo>
                  <a:lnTo>
                    <a:pt x="12049831" y="35950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6" name="pl1495"/>
            <p:cNvSpPr/>
            <p:nvPr/>
          </p:nvSpPr>
          <p:spPr>
            <a:xfrm>
              <a:off x="1199187" y="2520580"/>
              <a:ext cx="12049831" cy="3595074"/>
            </a:xfrm>
            <a:custGeom>
              <a:avLst/>
              <a:pathLst>
                <a:path w="12049831" h="3595074">
                  <a:moveTo>
                    <a:pt x="12049831" y="3595074"/>
                  </a:moveTo>
                  <a:lnTo>
                    <a:pt x="11054891" y="3595074"/>
                  </a:lnTo>
                  <a:lnTo>
                    <a:pt x="11053848" y="3595012"/>
                  </a:lnTo>
                  <a:lnTo>
                    <a:pt x="11046952" y="3594564"/>
                  </a:lnTo>
                  <a:lnTo>
                    <a:pt x="11029437" y="3593327"/>
                  </a:lnTo>
                  <a:lnTo>
                    <a:pt x="10997796" y="3590887"/>
                  </a:lnTo>
                  <a:lnTo>
                    <a:pt x="10949969" y="3586852"/>
                  </a:lnTo>
                  <a:lnTo>
                    <a:pt x="10885496" y="3580878"/>
                  </a:lnTo>
                  <a:lnTo>
                    <a:pt x="10805492" y="3572703"/>
                  </a:lnTo>
                  <a:lnTo>
                    <a:pt x="10712399" y="3562160"/>
                  </a:lnTo>
                  <a:lnTo>
                    <a:pt x="10609560" y="3549178"/>
                  </a:lnTo>
                  <a:lnTo>
                    <a:pt x="10500699" y="3533755"/>
                  </a:lnTo>
                  <a:lnTo>
                    <a:pt x="10389438" y="3515934"/>
                  </a:lnTo>
                  <a:lnTo>
                    <a:pt x="10278934" y="3495761"/>
                  </a:lnTo>
                  <a:lnTo>
                    <a:pt x="10171677" y="3473263"/>
                  </a:lnTo>
                  <a:lnTo>
                    <a:pt x="10069428" y="3448416"/>
                  </a:lnTo>
                  <a:lnTo>
                    <a:pt x="9973269" y="3421136"/>
                  </a:lnTo>
                  <a:lnTo>
                    <a:pt x="9883705" y="3391267"/>
                  </a:lnTo>
                  <a:lnTo>
                    <a:pt x="9800794" y="3358580"/>
                  </a:lnTo>
                  <a:lnTo>
                    <a:pt x="9724270" y="3322779"/>
                  </a:lnTo>
                  <a:lnTo>
                    <a:pt x="9653648" y="3283501"/>
                  </a:lnTo>
                  <a:lnTo>
                    <a:pt x="9588306" y="3240333"/>
                  </a:lnTo>
                  <a:lnTo>
                    <a:pt x="9527554" y="3192827"/>
                  </a:lnTo>
                  <a:lnTo>
                    <a:pt x="9470675" y="3140537"/>
                  </a:lnTo>
                  <a:lnTo>
                    <a:pt x="9416968" y="3083070"/>
                  </a:lnTo>
                  <a:lnTo>
                    <a:pt x="9365779" y="3020167"/>
                  </a:lnTo>
                  <a:lnTo>
                    <a:pt x="9347647" y="2995895"/>
                  </a:lnTo>
                  <a:lnTo>
                    <a:pt x="9307298" y="2938093"/>
                  </a:lnTo>
                  <a:lnTo>
                    <a:pt x="9267886" y="2876491"/>
                  </a:lnTo>
                  <a:lnTo>
                    <a:pt x="9229181" y="2811011"/>
                  </a:lnTo>
                  <a:lnTo>
                    <a:pt x="9190996" y="2741623"/>
                  </a:lnTo>
                  <a:lnTo>
                    <a:pt x="9153174" y="2668353"/>
                  </a:lnTo>
                  <a:lnTo>
                    <a:pt x="9115592" y="2591284"/>
                  </a:lnTo>
                  <a:lnTo>
                    <a:pt x="9078151" y="2510559"/>
                  </a:lnTo>
                  <a:lnTo>
                    <a:pt x="9040775" y="2426388"/>
                  </a:lnTo>
                  <a:lnTo>
                    <a:pt x="9003410" y="2339046"/>
                  </a:lnTo>
                  <a:lnTo>
                    <a:pt x="8966019" y="2248868"/>
                  </a:lnTo>
                  <a:lnTo>
                    <a:pt x="8928584" y="2156253"/>
                  </a:lnTo>
                  <a:lnTo>
                    <a:pt x="8891098" y="2061650"/>
                  </a:lnTo>
                  <a:lnTo>
                    <a:pt x="8853566" y="1965554"/>
                  </a:lnTo>
                  <a:lnTo>
                    <a:pt x="8816001" y="1868496"/>
                  </a:lnTo>
                  <a:lnTo>
                    <a:pt x="8778421" y="1771029"/>
                  </a:lnTo>
                  <a:lnTo>
                    <a:pt x="8740846" y="1673715"/>
                  </a:lnTo>
                  <a:lnTo>
                    <a:pt x="8703297" y="1577112"/>
                  </a:lnTo>
                  <a:lnTo>
                    <a:pt x="8665788" y="1481765"/>
                  </a:lnTo>
                  <a:lnTo>
                    <a:pt x="8628330" y="1388184"/>
                  </a:lnTo>
                  <a:lnTo>
                    <a:pt x="8590921" y="1296841"/>
                  </a:lnTo>
                  <a:lnTo>
                    <a:pt x="8553548" y="1208160"/>
                  </a:lnTo>
                  <a:lnTo>
                    <a:pt x="8516182" y="1122504"/>
                  </a:lnTo>
                  <a:lnTo>
                    <a:pt x="8478779" y="1040178"/>
                  </a:lnTo>
                  <a:lnTo>
                    <a:pt x="8441272" y="961419"/>
                  </a:lnTo>
                  <a:lnTo>
                    <a:pt x="8403573" y="886401"/>
                  </a:lnTo>
                  <a:lnTo>
                    <a:pt x="8365571" y="815236"/>
                  </a:lnTo>
                  <a:lnTo>
                    <a:pt x="8327125" y="747974"/>
                  </a:lnTo>
                  <a:lnTo>
                    <a:pt x="8288061" y="684609"/>
                  </a:lnTo>
                  <a:lnTo>
                    <a:pt x="8248170" y="625085"/>
                  </a:lnTo>
                  <a:lnTo>
                    <a:pt x="8229629" y="599179"/>
                  </a:lnTo>
                  <a:lnTo>
                    <a:pt x="8179211" y="534277"/>
                  </a:lnTo>
                  <a:lnTo>
                    <a:pt x="8126493" y="474850"/>
                  </a:lnTo>
                  <a:lnTo>
                    <a:pt x="8070848" y="420715"/>
                  </a:lnTo>
                  <a:lnTo>
                    <a:pt x="8011590" y="371517"/>
                  </a:lnTo>
                  <a:lnTo>
                    <a:pt x="7948002" y="326821"/>
                  </a:lnTo>
                  <a:lnTo>
                    <a:pt x="7879380" y="286176"/>
                  </a:lnTo>
                  <a:lnTo>
                    <a:pt x="7805070" y="249154"/>
                  </a:lnTo>
                  <a:lnTo>
                    <a:pt x="7724530" y="215371"/>
                  </a:lnTo>
                  <a:lnTo>
                    <a:pt x="7637401" y="184506"/>
                  </a:lnTo>
                  <a:lnTo>
                    <a:pt x="7543612" y="156305"/>
                  </a:lnTo>
                  <a:lnTo>
                    <a:pt x="7443489" y="130585"/>
                  </a:lnTo>
                  <a:lnTo>
                    <a:pt x="7337890" y="107237"/>
                  </a:lnTo>
                  <a:lnTo>
                    <a:pt x="7228318" y="86217"/>
                  </a:lnTo>
                  <a:lnTo>
                    <a:pt x="7116999" y="67534"/>
                  </a:lnTo>
                  <a:lnTo>
                    <a:pt x="7006863" y="51232"/>
                  </a:lnTo>
                  <a:lnTo>
                    <a:pt x="6901396" y="37358"/>
                  </a:lnTo>
                  <a:lnTo>
                    <a:pt x="6804335" y="25931"/>
                  </a:lnTo>
                  <a:lnTo>
                    <a:pt x="6719223" y="16908"/>
                  </a:lnTo>
                  <a:lnTo>
                    <a:pt x="6648887" y="10157"/>
                  </a:lnTo>
                  <a:lnTo>
                    <a:pt x="6594966" y="5452"/>
                  </a:lnTo>
                  <a:lnTo>
                    <a:pt x="6557586" y="2475"/>
                  </a:lnTo>
                  <a:lnTo>
                    <a:pt x="6535260" y="848"/>
                  </a:lnTo>
                  <a:lnTo>
                    <a:pt x="6524986" y="160"/>
                  </a:lnTo>
                  <a:lnTo>
                    <a:pt x="6522438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0" y="47"/>
                  </a:lnTo>
                  <a:lnTo>
                    <a:pt x="5519191" y="384"/>
                  </a:lnTo>
                  <a:lnTo>
                    <a:pt x="5501001" y="1316"/>
                  </a:lnTo>
                  <a:lnTo>
                    <a:pt x="5468187" y="3153"/>
                  </a:lnTo>
                  <a:lnTo>
                    <a:pt x="5418682" y="6190"/>
                  </a:lnTo>
                  <a:lnTo>
                    <a:pt x="5352110" y="10682"/>
                  </a:lnTo>
                  <a:lnTo>
                    <a:pt x="5269743" y="16822"/>
                  </a:lnTo>
                  <a:lnTo>
                    <a:pt x="5174228" y="24728"/>
                  </a:lnTo>
                  <a:lnTo>
                    <a:pt x="5069106" y="34448"/>
                  </a:lnTo>
                  <a:lnTo>
                    <a:pt x="4958265" y="45978"/>
                  </a:lnTo>
                  <a:lnTo>
                    <a:pt x="4845430" y="59285"/>
                  </a:lnTo>
                  <a:lnTo>
                    <a:pt x="4733799" y="74333"/>
                  </a:lnTo>
                  <a:lnTo>
                    <a:pt x="4625845" y="91109"/>
                  </a:lnTo>
                  <a:lnTo>
                    <a:pt x="4523279" y="109636"/>
                  </a:lnTo>
                  <a:lnTo>
                    <a:pt x="4427106" y="129990"/>
                  </a:lnTo>
                  <a:lnTo>
                    <a:pt x="4337752" y="152296"/>
                  </a:lnTo>
                  <a:lnTo>
                    <a:pt x="4255197" y="176738"/>
                  </a:lnTo>
                  <a:lnTo>
                    <a:pt x="4179104" y="203551"/>
                  </a:lnTo>
                  <a:lnTo>
                    <a:pt x="4108928" y="233019"/>
                  </a:lnTo>
                  <a:lnTo>
                    <a:pt x="4043999" y="265460"/>
                  </a:lnTo>
                  <a:lnTo>
                    <a:pt x="3983585" y="301214"/>
                  </a:lnTo>
                  <a:lnTo>
                    <a:pt x="3926943" y="340610"/>
                  </a:lnTo>
                  <a:lnTo>
                    <a:pt x="3873352" y="383922"/>
                  </a:lnTo>
                  <a:lnTo>
                    <a:pt x="3822156" y="431297"/>
                  </a:lnTo>
                  <a:lnTo>
                    <a:pt x="3820202" y="433225"/>
                  </a:lnTo>
                  <a:lnTo>
                    <a:pt x="3774585" y="480757"/>
                  </a:lnTo>
                  <a:lnTo>
                    <a:pt x="3730128" y="531824"/>
                  </a:lnTo>
                  <a:lnTo>
                    <a:pt x="3686511" y="586497"/>
                  </a:lnTo>
                  <a:lnTo>
                    <a:pt x="3643478" y="644789"/>
                  </a:lnTo>
                  <a:lnTo>
                    <a:pt x="3600823" y="706646"/>
                  </a:lnTo>
                  <a:lnTo>
                    <a:pt x="3558388" y="771942"/>
                  </a:lnTo>
                  <a:lnTo>
                    <a:pt x="3516055" y="840477"/>
                  </a:lnTo>
                  <a:lnTo>
                    <a:pt x="3473741" y="911972"/>
                  </a:lnTo>
                  <a:lnTo>
                    <a:pt x="3431393" y="986073"/>
                  </a:lnTo>
                  <a:lnTo>
                    <a:pt x="3388986" y="1062358"/>
                  </a:lnTo>
                  <a:lnTo>
                    <a:pt x="3346514" y="1140340"/>
                  </a:lnTo>
                  <a:lnTo>
                    <a:pt x="3303989" y="1219484"/>
                  </a:lnTo>
                  <a:lnTo>
                    <a:pt x="3261436" y="1299220"/>
                  </a:lnTo>
                  <a:lnTo>
                    <a:pt x="3218882" y="1378960"/>
                  </a:lnTo>
                  <a:lnTo>
                    <a:pt x="3176357" y="1458114"/>
                  </a:lnTo>
                  <a:lnTo>
                    <a:pt x="3133884" y="1536113"/>
                  </a:lnTo>
                  <a:lnTo>
                    <a:pt x="3091476" y="1612419"/>
                  </a:lnTo>
                  <a:lnTo>
                    <a:pt x="3049128" y="1686549"/>
                  </a:lnTo>
                  <a:lnTo>
                    <a:pt x="3006814" y="1758076"/>
                  </a:lnTo>
                  <a:lnTo>
                    <a:pt x="2964481" y="1826646"/>
                  </a:lnTo>
                  <a:lnTo>
                    <a:pt x="2922048" y="1891981"/>
                  </a:lnTo>
                  <a:lnTo>
                    <a:pt x="2879397" y="1953878"/>
                  </a:lnTo>
                  <a:lnTo>
                    <a:pt x="2836368" y="2012211"/>
                  </a:lnTo>
                  <a:lnTo>
                    <a:pt x="2792760" y="2066925"/>
                  </a:lnTo>
                  <a:lnTo>
                    <a:pt x="2748314" y="2118033"/>
                  </a:lnTo>
                  <a:lnTo>
                    <a:pt x="2702713" y="2165604"/>
                  </a:lnTo>
                  <a:lnTo>
                    <a:pt x="2702183" y="2166128"/>
                  </a:lnTo>
                  <a:lnTo>
                    <a:pt x="2651069" y="2213662"/>
                  </a:lnTo>
                  <a:lnTo>
                    <a:pt x="2597583" y="2257131"/>
                  </a:lnTo>
                  <a:lnTo>
                    <a:pt x="2541073" y="2296675"/>
                  </a:lnTo>
                  <a:lnTo>
                    <a:pt x="2480820" y="2332564"/>
                  </a:lnTo>
                  <a:lnTo>
                    <a:pt x="2416081" y="2365128"/>
                  </a:lnTo>
                  <a:lnTo>
                    <a:pt x="2346122" y="2394706"/>
                  </a:lnTo>
                  <a:lnTo>
                    <a:pt x="2270271" y="2421617"/>
                  </a:lnTo>
                  <a:lnTo>
                    <a:pt x="2187975" y="2446147"/>
                  </a:lnTo>
                  <a:lnTo>
                    <a:pt x="2098889" y="2468532"/>
                  </a:lnTo>
                  <a:lnTo>
                    <a:pt x="2002978" y="2488959"/>
                  </a:lnTo>
                  <a:lnTo>
                    <a:pt x="1900646" y="2507556"/>
                  </a:lnTo>
                  <a:lnTo>
                    <a:pt x="1792875" y="2524399"/>
                  </a:lnTo>
                  <a:lnTo>
                    <a:pt x="1681346" y="2539515"/>
                  </a:lnTo>
                  <a:lnTo>
                    <a:pt x="1568502" y="2552890"/>
                  </a:lnTo>
                  <a:lnTo>
                    <a:pt x="1457516" y="2564490"/>
                  </a:lnTo>
                  <a:lnTo>
                    <a:pt x="1352098" y="2574281"/>
                  </a:lnTo>
                  <a:lnTo>
                    <a:pt x="1256138" y="2582257"/>
                  </a:lnTo>
                  <a:lnTo>
                    <a:pt x="1173202" y="2588464"/>
                  </a:lnTo>
                  <a:lnTo>
                    <a:pt x="1105980" y="2593017"/>
                  </a:lnTo>
                  <a:lnTo>
                    <a:pt x="1055806" y="2596107"/>
                  </a:lnTo>
                  <a:lnTo>
                    <a:pt x="1022370" y="2597985"/>
                  </a:lnTo>
                  <a:lnTo>
                    <a:pt x="1003669" y="2598946"/>
                  </a:lnTo>
                  <a:lnTo>
                    <a:pt x="996155" y="2599301"/>
                  </a:lnTo>
                  <a:lnTo>
                    <a:pt x="994940" y="2599354"/>
                  </a:lnTo>
                  <a:lnTo>
                    <a:pt x="994940" y="2599354"/>
                  </a:lnTo>
                  <a:lnTo>
                    <a:pt x="0" y="2599354"/>
                  </a:lnTo>
                  <a:lnTo>
                    <a:pt x="0" y="25993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7" name="pg1496"/>
            <p:cNvSpPr/>
            <p:nvPr/>
          </p:nvSpPr>
          <p:spPr>
            <a:xfrm>
              <a:off x="1199187" y="5308597"/>
              <a:ext cx="12049831" cy="414010"/>
            </a:xfrm>
            <a:custGeom>
              <a:avLst/>
              <a:pathLst>
                <a:path w="12049831" h="414010">
                  <a:moveTo>
                    <a:pt x="0" y="5240"/>
                  </a:moveTo>
                  <a:lnTo>
                    <a:pt x="994940" y="5240"/>
                  </a:lnTo>
                  <a:lnTo>
                    <a:pt x="996076" y="5244"/>
                  </a:lnTo>
                  <a:lnTo>
                    <a:pt x="1003573" y="5270"/>
                  </a:lnTo>
                  <a:lnTo>
                    <a:pt x="1022573" y="5343"/>
                  </a:lnTo>
                  <a:lnTo>
                    <a:pt x="1056792" y="5487"/>
                  </a:lnTo>
                  <a:lnTo>
                    <a:pt x="1108298" y="5724"/>
                  </a:lnTo>
                  <a:lnTo>
                    <a:pt x="1177361" y="6075"/>
                  </a:lnTo>
                  <a:lnTo>
                    <a:pt x="1262511" y="6553"/>
                  </a:lnTo>
                  <a:lnTo>
                    <a:pt x="1360857" y="7168"/>
                  </a:lnTo>
                  <a:lnTo>
                    <a:pt x="1468617" y="7923"/>
                  </a:lnTo>
                  <a:lnTo>
                    <a:pt x="1581716" y="8816"/>
                  </a:lnTo>
                  <a:lnTo>
                    <a:pt x="1696315" y="9846"/>
                  </a:lnTo>
                  <a:lnTo>
                    <a:pt x="1809179" y="11010"/>
                  </a:lnTo>
                  <a:lnTo>
                    <a:pt x="1917862" y="12307"/>
                  </a:lnTo>
                  <a:lnTo>
                    <a:pt x="2020723" y="13739"/>
                  </a:lnTo>
                  <a:lnTo>
                    <a:pt x="2116849" y="15314"/>
                  </a:lnTo>
                  <a:lnTo>
                    <a:pt x="2205910" y="17041"/>
                  </a:lnTo>
                  <a:lnTo>
                    <a:pt x="2288021" y="18938"/>
                  </a:lnTo>
                  <a:lnTo>
                    <a:pt x="2363599" y="21022"/>
                  </a:lnTo>
                  <a:lnTo>
                    <a:pt x="2433258" y="23317"/>
                  </a:lnTo>
                  <a:lnTo>
                    <a:pt x="2497725" y="25849"/>
                  </a:lnTo>
                  <a:lnTo>
                    <a:pt x="2557774" y="28643"/>
                  </a:lnTo>
                  <a:lnTo>
                    <a:pt x="2614182" y="31726"/>
                  </a:lnTo>
                  <a:lnTo>
                    <a:pt x="2667685" y="35115"/>
                  </a:lnTo>
                  <a:lnTo>
                    <a:pt x="2702183" y="37557"/>
                  </a:lnTo>
                  <a:lnTo>
                    <a:pt x="2763637" y="42420"/>
                  </a:lnTo>
                  <a:lnTo>
                    <a:pt x="2823177" y="47769"/>
                  </a:lnTo>
                  <a:lnTo>
                    <a:pt x="2881516" y="53613"/>
                  </a:lnTo>
                  <a:lnTo>
                    <a:pt x="2939174" y="59943"/>
                  </a:lnTo>
                  <a:lnTo>
                    <a:pt x="2996523" y="66732"/>
                  </a:lnTo>
                  <a:lnTo>
                    <a:pt x="3053803" y="73934"/>
                  </a:lnTo>
                  <a:lnTo>
                    <a:pt x="3111149" y="81486"/>
                  </a:lnTo>
                  <a:lnTo>
                    <a:pt x="3168612" y="89305"/>
                  </a:lnTo>
                  <a:lnTo>
                    <a:pt x="3226174" y="97295"/>
                  </a:lnTo>
                  <a:lnTo>
                    <a:pt x="3283780" y="105352"/>
                  </a:lnTo>
                  <a:lnTo>
                    <a:pt x="3341358" y="113365"/>
                  </a:lnTo>
                  <a:lnTo>
                    <a:pt x="3398844" y="121230"/>
                  </a:lnTo>
                  <a:lnTo>
                    <a:pt x="3456214" y="128847"/>
                  </a:lnTo>
                  <a:lnTo>
                    <a:pt x="3513501" y="136131"/>
                  </a:lnTo>
                  <a:lnTo>
                    <a:pt x="3570818" y="143014"/>
                  </a:lnTo>
                  <a:lnTo>
                    <a:pt x="3628383" y="149445"/>
                  </a:lnTo>
                  <a:lnTo>
                    <a:pt x="3686536" y="155395"/>
                  </a:lnTo>
                  <a:lnTo>
                    <a:pt x="3745764" y="160851"/>
                  </a:lnTo>
                  <a:lnTo>
                    <a:pt x="3806734" y="165817"/>
                  </a:lnTo>
                  <a:lnTo>
                    <a:pt x="3820202" y="166826"/>
                  </a:lnTo>
                  <a:lnTo>
                    <a:pt x="3872133" y="170425"/>
                  </a:lnTo>
                  <a:lnTo>
                    <a:pt x="3926520" y="173711"/>
                  </a:lnTo>
                  <a:lnTo>
                    <a:pt x="3984049" y="176696"/>
                  </a:lnTo>
                  <a:lnTo>
                    <a:pt x="4045474" y="179401"/>
                  </a:lnTo>
                  <a:lnTo>
                    <a:pt x="4111575" y="181851"/>
                  </a:lnTo>
                  <a:lnTo>
                    <a:pt x="4183117" y="184074"/>
                  </a:lnTo>
                  <a:lnTo>
                    <a:pt x="4260797" y="186094"/>
                  </a:lnTo>
                  <a:lnTo>
                    <a:pt x="4345175" y="187932"/>
                  </a:lnTo>
                  <a:lnTo>
                    <a:pt x="4436581" y="189608"/>
                  </a:lnTo>
                  <a:lnTo>
                    <a:pt x="4534999" y="191134"/>
                  </a:lnTo>
                  <a:lnTo>
                    <a:pt x="4639921" y="192521"/>
                  </a:lnTo>
                  <a:lnTo>
                    <a:pt x="4750209" y="193774"/>
                  </a:lnTo>
                  <a:lnTo>
                    <a:pt x="4863958" y="194893"/>
                  </a:lnTo>
                  <a:lnTo>
                    <a:pt x="4978454" y="195878"/>
                  </a:lnTo>
                  <a:lnTo>
                    <a:pt x="5090232" y="196726"/>
                  </a:lnTo>
                  <a:lnTo>
                    <a:pt x="5195324" y="197435"/>
                  </a:lnTo>
                  <a:lnTo>
                    <a:pt x="5289689" y="198004"/>
                  </a:lnTo>
                  <a:lnTo>
                    <a:pt x="5369773" y="198439"/>
                  </a:lnTo>
                  <a:lnTo>
                    <a:pt x="5433106" y="198750"/>
                  </a:lnTo>
                  <a:lnTo>
                    <a:pt x="5478770" y="198954"/>
                  </a:lnTo>
                  <a:lnTo>
                    <a:pt x="5507635" y="199071"/>
                  </a:lnTo>
                  <a:lnTo>
                    <a:pt x="5522342" y="199126"/>
                  </a:lnTo>
                  <a:lnTo>
                    <a:pt x="5527099" y="199142"/>
                  </a:lnTo>
                  <a:lnTo>
                    <a:pt x="5527445" y="199144"/>
                  </a:lnTo>
                  <a:lnTo>
                    <a:pt x="6522385" y="199144"/>
                  </a:lnTo>
                  <a:lnTo>
                    <a:pt x="6523522" y="199148"/>
                  </a:lnTo>
                  <a:lnTo>
                    <a:pt x="6531019" y="199177"/>
                  </a:lnTo>
                  <a:lnTo>
                    <a:pt x="6550018" y="199258"/>
                  </a:lnTo>
                  <a:lnTo>
                    <a:pt x="6584234" y="199417"/>
                  </a:lnTo>
                  <a:lnTo>
                    <a:pt x="6635737" y="199680"/>
                  </a:lnTo>
                  <a:lnTo>
                    <a:pt x="6704798" y="200068"/>
                  </a:lnTo>
                  <a:lnTo>
                    <a:pt x="6789944" y="200598"/>
                  </a:lnTo>
                  <a:lnTo>
                    <a:pt x="6888286" y="201280"/>
                  </a:lnTo>
                  <a:lnTo>
                    <a:pt x="6996042" y="202116"/>
                  </a:lnTo>
                  <a:lnTo>
                    <a:pt x="7109139" y="203106"/>
                  </a:lnTo>
                  <a:lnTo>
                    <a:pt x="7223735" y="204248"/>
                  </a:lnTo>
                  <a:lnTo>
                    <a:pt x="7336598" y="205537"/>
                  </a:lnTo>
                  <a:lnTo>
                    <a:pt x="7445279" y="206974"/>
                  </a:lnTo>
                  <a:lnTo>
                    <a:pt x="7548141" y="208561"/>
                  </a:lnTo>
                  <a:lnTo>
                    <a:pt x="7644266" y="210306"/>
                  </a:lnTo>
                  <a:lnTo>
                    <a:pt x="7733328" y="212220"/>
                  </a:lnTo>
                  <a:lnTo>
                    <a:pt x="7815439" y="214321"/>
                  </a:lnTo>
                  <a:lnTo>
                    <a:pt x="7891018" y="216631"/>
                  </a:lnTo>
                  <a:lnTo>
                    <a:pt x="7960678" y="219174"/>
                  </a:lnTo>
                  <a:lnTo>
                    <a:pt x="8025145" y="221979"/>
                  </a:lnTo>
                  <a:lnTo>
                    <a:pt x="8085195" y="225076"/>
                  </a:lnTo>
                  <a:lnTo>
                    <a:pt x="8141603" y="228491"/>
                  </a:lnTo>
                  <a:lnTo>
                    <a:pt x="8195106" y="232246"/>
                  </a:lnTo>
                  <a:lnTo>
                    <a:pt x="8229629" y="234955"/>
                  </a:lnTo>
                  <a:lnTo>
                    <a:pt x="8291037" y="240338"/>
                  </a:lnTo>
                  <a:lnTo>
                    <a:pt x="8350535" y="246261"/>
                  </a:lnTo>
                  <a:lnTo>
                    <a:pt x="8408831" y="252731"/>
                  </a:lnTo>
                  <a:lnTo>
                    <a:pt x="8466448" y="259738"/>
                  </a:lnTo>
                  <a:lnTo>
                    <a:pt x="8523754" y="267254"/>
                  </a:lnTo>
                  <a:lnTo>
                    <a:pt x="8580991" y="275227"/>
                  </a:lnTo>
                  <a:lnTo>
                    <a:pt x="8638294" y="283587"/>
                  </a:lnTo>
                  <a:lnTo>
                    <a:pt x="8695712" y="292244"/>
                  </a:lnTo>
                  <a:lnTo>
                    <a:pt x="8753231" y="301090"/>
                  </a:lnTo>
                  <a:lnTo>
                    <a:pt x="8810794" y="310011"/>
                  </a:lnTo>
                  <a:lnTo>
                    <a:pt x="8868328" y="318885"/>
                  </a:lnTo>
                  <a:lnTo>
                    <a:pt x="8925773" y="327595"/>
                  </a:lnTo>
                  <a:lnTo>
                    <a:pt x="8983101" y="336032"/>
                  </a:lnTo>
                  <a:lnTo>
                    <a:pt x="9040345" y="344102"/>
                  </a:lnTo>
                  <a:lnTo>
                    <a:pt x="9097618" y="351728"/>
                  </a:lnTo>
                  <a:lnTo>
                    <a:pt x="9155135" y="358856"/>
                  </a:lnTo>
                  <a:lnTo>
                    <a:pt x="9213235" y="365451"/>
                  </a:lnTo>
                  <a:lnTo>
                    <a:pt x="9272400" y="371499"/>
                  </a:lnTo>
                  <a:lnTo>
                    <a:pt x="9333294" y="377006"/>
                  </a:lnTo>
                  <a:lnTo>
                    <a:pt x="9347647" y="378199"/>
                  </a:lnTo>
                  <a:lnTo>
                    <a:pt x="9399577" y="382186"/>
                  </a:lnTo>
                  <a:lnTo>
                    <a:pt x="9453963" y="385828"/>
                  </a:lnTo>
                  <a:lnTo>
                    <a:pt x="9511491" y="389135"/>
                  </a:lnTo>
                  <a:lnTo>
                    <a:pt x="9572914" y="392132"/>
                  </a:lnTo>
                  <a:lnTo>
                    <a:pt x="9639014" y="394848"/>
                  </a:lnTo>
                  <a:lnTo>
                    <a:pt x="9710554" y="397310"/>
                  </a:lnTo>
                  <a:lnTo>
                    <a:pt x="9788231" y="399548"/>
                  </a:lnTo>
                  <a:lnTo>
                    <a:pt x="9872606" y="401586"/>
                  </a:lnTo>
                  <a:lnTo>
                    <a:pt x="9964010" y="403442"/>
                  </a:lnTo>
                  <a:lnTo>
                    <a:pt x="10062424" y="405134"/>
                  </a:lnTo>
                  <a:lnTo>
                    <a:pt x="10167343" y="406671"/>
                  </a:lnTo>
                  <a:lnTo>
                    <a:pt x="10277627" y="408059"/>
                  </a:lnTo>
                  <a:lnTo>
                    <a:pt x="10391374" y="409299"/>
                  </a:lnTo>
                  <a:lnTo>
                    <a:pt x="10505867" y="410391"/>
                  </a:lnTo>
                  <a:lnTo>
                    <a:pt x="10617644" y="411331"/>
                  </a:lnTo>
                  <a:lnTo>
                    <a:pt x="10722737" y="412116"/>
                  </a:lnTo>
                  <a:lnTo>
                    <a:pt x="10817104" y="412746"/>
                  </a:lnTo>
                  <a:lnTo>
                    <a:pt x="10897192" y="413228"/>
                  </a:lnTo>
                  <a:lnTo>
                    <a:pt x="10960531" y="413573"/>
                  </a:lnTo>
                  <a:lnTo>
                    <a:pt x="11006200" y="413799"/>
                  </a:lnTo>
                  <a:lnTo>
                    <a:pt x="11035072" y="413930"/>
                  </a:lnTo>
                  <a:lnTo>
                    <a:pt x="11049784" y="413990"/>
                  </a:lnTo>
                  <a:lnTo>
                    <a:pt x="11054544" y="414008"/>
                  </a:lnTo>
                  <a:lnTo>
                    <a:pt x="11054891" y="414010"/>
                  </a:lnTo>
                  <a:lnTo>
                    <a:pt x="12049831" y="414010"/>
                  </a:lnTo>
                  <a:lnTo>
                    <a:pt x="12049831" y="408769"/>
                  </a:lnTo>
                  <a:lnTo>
                    <a:pt x="11054891" y="408769"/>
                  </a:lnTo>
                  <a:lnTo>
                    <a:pt x="11053755" y="408765"/>
                  </a:lnTo>
                  <a:lnTo>
                    <a:pt x="11046258" y="408736"/>
                  </a:lnTo>
                  <a:lnTo>
                    <a:pt x="11027259" y="408655"/>
                  </a:lnTo>
                  <a:lnTo>
                    <a:pt x="10993043" y="408496"/>
                  </a:lnTo>
                  <a:lnTo>
                    <a:pt x="10941539" y="408233"/>
                  </a:lnTo>
                  <a:lnTo>
                    <a:pt x="10872479" y="407844"/>
                  </a:lnTo>
                  <a:lnTo>
                    <a:pt x="10787333" y="407314"/>
                  </a:lnTo>
                  <a:lnTo>
                    <a:pt x="10688991" y="406633"/>
                  </a:lnTo>
                  <a:lnTo>
                    <a:pt x="10581234" y="405796"/>
                  </a:lnTo>
                  <a:lnTo>
                    <a:pt x="10468138" y="404806"/>
                  </a:lnTo>
                  <a:lnTo>
                    <a:pt x="10353541" y="403665"/>
                  </a:lnTo>
                  <a:lnTo>
                    <a:pt x="10240679" y="402376"/>
                  </a:lnTo>
                  <a:lnTo>
                    <a:pt x="10131997" y="400939"/>
                  </a:lnTo>
                  <a:lnTo>
                    <a:pt x="10029136" y="399352"/>
                  </a:lnTo>
                  <a:lnTo>
                    <a:pt x="9933010" y="397607"/>
                  </a:lnTo>
                  <a:lnTo>
                    <a:pt x="9843948" y="395693"/>
                  </a:lnTo>
                  <a:lnTo>
                    <a:pt x="9761837" y="393591"/>
                  </a:lnTo>
                  <a:lnTo>
                    <a:pt x="9686259" y="391282"/>
                  </a:lnTo>
                  <a:lnTo>
                    <a:pt x="9616599" y="388739"/>
                  </a:lnTo>
                  <a:lnTo>
                    <a:pt x="9552131" y="385934"/>
                  </a:lnTo>
                  <a:lnTo>
                    <a:pt x="9492082" y="382837"/>
                  </a:lnTo>
                  <a:lnTo>
                    <a:pt x="9435673" y="379421"/>
                  </a:lnTo>
                  <a:lnTo>
                    <a:pt x="9382171" y="375666"/>
                  </a:lnTo>
                  <a:lnTo>
                    <a:pt x="9347647" y="372958"/>
                  </a:lnTo>
                  <a:lnTo>
                    <a:pt x="9286239" y="367574"/>
                  </a:lnTo>
                  <a:lnTo>
                    <a:pt x="9226742" y="361651"/>
                  </a:lnTo>
                  <a:lnTo>
                    <a:pt x="9168445" y="355182"/>
                  </a:lnTo>
                  <a:lnTo>
                    <a:pt x="9110829" y="348174"/>
                  </a:lnTo>
                  <a:lnTo>
                    <a:pt x="9053523" y="340659"/>
                  </a:lnTo>
                  <a:lnTo>
                    <a:pt x="8996286" y="332685"/>
                  </a:lnTo>
                  <a:lnTo>
                    <a:pt x="8938983" y="324325"/>
                  </a:lnTo>
                  <a:lnTo>
                    <a:pt x="8881564" y="315669"/>
                  </a:lnTo>
                  <a:lnTo>
                    <a:pt x="8824046" y="306822"/>
                  </a:lnTo>
                  <a:lnTo>
                    <a:pt x="8766483" y="297901"/>
                  </a:lnTo>
                  <a:lnTo>
                    <a:pt x="8708948" y="289027"/>
                  </a:lnTo>
                  <a:lnTo>
                    <a:pt x="8651503" y="280317"/>
                  </a:lnTo>
                  <a:lnTo>
                    <a:pt x="8594175" y="271880"/>
                  </a:lnTo>
                  <a:lnTo>
                    <a:pt x="8536932" y="263811"/>
                  </a:lnTo>
                  <a:lnTo>
                    <a:pt x="8479659" y="256184"/>
                  </a:lnTo>
                  <a:lnTo>
                    <a:pt x="8422141" y="249057"/>
                  </a:lnTo>
                  <a:lnTo>
                    <a:pt x="8364042" y="242462"/>
                  </a:lnTo>
                  <a:lnTo>
                    <a:pt x="8304876" y="236413"/>
                  </a:lnTo>
                  <a:lnTo>
                    <a:pt x="8243982" y="230907"/>
                  </a:lnTo>
                  <a:lnTo>
                    <a:pt x="8229629" y="229714"/>
                  </a:lnTo>
                  <a:lnTo>
                    <a:pt x="8177699" y="225726"/>
                  </a:lnTo>
                  <a:lnTo>
                    <a:pt x="8123313" y="222085"/>
                  </a:lnTo>
                  <a:lnTo>
                    <a:pt x="8065786" y="218777"/>
                  </a:lnTo>
                  <a:lnTo>
                    <a:pt x="8004362" y="215780"/>
                  </a:lnTo>
                  <a:lnTo>
                    <a:pt x="7938263" y="213065"/>
                  </a:lnTo>
                  <a:lnTo>
                    <a:pt x="7866723" y="210602"/>
                  </a:lnTo>
                  <a:lnTo>
                    <a:pt x="7789045" y="208364"/>
                  </a:lnTo>
                  <a:lnTo>
                    <a:pt x="7704670" y="206327"/>
                  </a:lnTo>
                  <a:lnTo>
                    <a:pt x="7613267" y="204470"/>
                  </a:lnTo>
                  <a:lnTo>
                    <a:pt x="7514853" y="202779"/>
                  </a:lnTo>
                  <a:lnTo>
                    <a:pt x="7409934" y="201242"/>
                  </a:lnTo>
                  <a:lnTo>
                    <a:pt x="7299650" y="199854"/>
                  </a:lnTo>
                  <a:lnTo>
                    <a:pt x="7185903" y="198613"/>
                  </a:lnTo>
                  <a:lnTo>
                    <a:pt x="7071409" y="197522"/>
                  </a:lnTo>
                  <a:lnTo>
                    <a:pt x="6959632" y="196582"/>
                  </a:lnTo>
                  <a:lnTo>
                    <a:pt x="6854539" y="195797"/>
                  </a:lnTo>
                  <a:lnTo>
                    <a:pt x="6760172" y="195166"/>
                  </a:lnTo>
                  <a:lnTo>
                    <a:pt x="6680084" y="194684"/>
                  </a:lnTo>
                  <a:lnTo>
                    <a:pt x="6616746" y="194339"/>
                  </a:lnTo>
                  <a:lnTo>
                    <a:pt x="6571076" y="194113"/>
                  </a:lnTo>
                  <a:lnTo>
                    <a:pt x="6542205" y="193983"/>
                  </a:lnTo>
                  <a:lnTo>
                    <a:pt x="6527493" y="193922"/>
                  </a:lnTo>
                  <a:lnTo>
                    <a:pt x="6522732" y="193904"/>
                  </a:lnTo>
                  <a:lnTo>
                    <a:pt x="6522385" y="193903"/>
                  </a:lnTo>
                  <a:lnTo>
                    <a:pt x="5527445" y="193903"/>
                  </a:lnTo>
                  <a:lnTo>
                    <a:pt x="5526309" y="193899"/>
                  </a:lnTo>
                  <a:lnTo>
                    <a:pt x="5518812" y="193873"/>
                  </a:lnTo>
                  <a:lnTo>
                    <a:pt x="5499812" y="193800"/>
                  </a:lnTo>
                  <a:lnTo>
                    <a:pt x="5465593" y="193656"/>
                  </a:lnTo>
                  <a:lnTo>
                    <a:pt x="5414087" y="193419"/>
                  </a:lnTo>
                  <a:lnTo>
                    <a:pt x="5345024" y="193068"/>
                  </a:lnTo>
                  <a:lnTo>
                    <a:pt x="5259874" y="192590"/>
                  </a:lnTo>
                  <a:lnTo>
                    <a:pt x="5161528" y="191975"/>
                  </a:lnTo>
                  <a:lnTo>
                    <a:pt x="5053768" y="191220"/>
                  </a:lnTo>
                  <a:lnTo>
                    <a:pt x="4940669" y="190327"/>
                  </a:lnTo>
                  <a:lnTo>
                    <a:pt x="4826070" y="189297"/>
                  </a:lnTo>
                  <a:lnTo>
                    <a:pt x="4713206" y="188133"/>
                  </a:lnTo>
                  <a:lnTo>
                    <a:pt x="4604523" y="186836"/>
                  </a:lnTo>
                  <a:lnTo>
                    <a:pt x="4501662" y="185404"/>
                  </a:lnTo>
                  <a:lnTo>
                    <a:pt x="4405536" y="183829"/>
                  </a:lnTo>
                  <a:lnTo>
                    <a:pt x="4316475" y="182102"/>
                  </a:lnTo>
                  <a:lnTo>
                    <a:pt x="4234364" y="180205"/>
                  </a:lnTo>
                  <a:lnTo>
                    <a:pt x="4158786" y="178121"/>
                  </a:lnTo>
                  <a:lnTo>
                    <a:pt x="4089127" y="175826"/>
                  </a:lnTo>
                  <a:lnTo>
                    <a:pt x="4024660" y="173294"/>
                  </a:lnTo>
                  <a:lnTo>
                    <a:pt x="3964611" y="170500"/>
                  </a:lnTo>
                  <a:lnTo>
                    <a:pt x="3908203" y="167417"/>
                  </a:lnTo>
                  <a:lnTo>
                    <a:pt x="3854700" y="164028"/>
                  </a:lnTo>
                  <a:lnTo>
                    <a:pt x="3820202" y="161586"/>
                  </a:lnTo>
                  <a:lnTo>
                    <a:pt x="3758748" y="156723"/>
                  </a:lnTo>
                  <a:lnTo>
                    <a:pt x="3699208" y="151374"/>
                  </a:lnTo>
                  <a:lnTo>
                    <a:pt x="3640869" y="145530"/>
                  </a:lnTo>
                  <a:lnTo>
                    <a:pt x="3583211" y="139200"/>
                  </a:lnTo>
                  <a:lnTo>
                    <a:pt x="3525862" y="132411"/>
                  </a:lnTo>
                  <a:lnTo>
                    <a:pt x="3468582" y="125209"/>
                  </a:lnTo>
                  <a:lnTo>
                    <a:pt x="3411236" y="117657"/>
                  </a:lnTo>
                  <a:lnTo>
                    <a:pt x="3353773" y="109838"/>
                  </a:lnTo>
                  <a:lnTo>
                    <a:pt x="3296211" y="101848"/>
                  </a:lnTo>
                  <a:lnTo>
                    <a:pt x="3238605" y="93791"/>
                  </a:lnTo>
                  <a:lnTo>
                    <a:pt x="3181027" y="85778"/>
                  </a:lnTo>
                  <a:lnTo>
                    <a:pt x="3123541" y="77913"/>
                  </a:lnTo>
                  <a:lnTo>
                    <a:pt x="3066171" y="70296"/>
                  </a:lnTo>
                  <a:lnTo>
                    <a:pt x="3008884" y="63012"/>
                  </a:lnTo>
                  <a:lnTo>
                    <a:pt x="2951567" y="56130"/>
                  </a:lnTo>
                  <a:lnTo>
                    <a:pt x="2894002" y="49698"/>
                  </a:lnTo>
                  <a:lnTo>
                    <a:pt x="2835849" y="43748"/>
                  </a:lnTo>
                  <a:lnTo>
                    <a:pt x="2776621" y="38292"/>
                  </a:lnTo>
                  <a:lnTo>
                    <a:pt x="2715651" y="33326"/>
                  </a:lnTo>
                  <a:lnTo>
                    <a:pt x="2702183" y="32317"/>
                  </a:lnTo>
                  <a:lnTo>
                    <a:pt x="2650252" y="28718"/>
                  </a:lnTo>
                  <a:lnTo>
                    <a:pt x="2595865" y="25432"/>
                  </a:lnTo>
                  <a:lnTo>
                    <a:pt x="2538336" y="22447"/>
                  </a:lnTo>
                  <a:lnTo>
                    <a:pt x="2476911" y="19742"/>
                  </a:lnTo>
                  <a:lnTo>
                    <a:pt x="2410810" y="17292"/>
                  </a:lnTo>
                  <a:lnTo>
                    <a:pt x="2339268" y="15069"/>
                  </a:lnTo>
                  <a:lnTo>
                    <a:pt x="2261588" y="13050"/>
                  </a:lnTo>
                  <a:lnTo>
                    <a:pt x="2177210" y="11211"/>
                  </a:lnTo>
                  <a:lnTo>
                    <a:pt x="2085804" y="9535"/>
                  </a:lnTo>
                  <a:lnTo>
                    <a:pt x="1987386" y="8009"/>
                  </a:lnTo>
                  <a:lnTo>
                    <a:pt x="1882464" y="6622"/>
                  </a:lnTo>
                  <a:lnTo>
                    <a:pt x="1772176" y="5370"/>
                  </a:lnTo>
                  <a:lnTo>
                    <a:pt x="1658427" y="4250"/>
                  </a:lnTo>
                  <a:lnTo>
                    <a:pt x="1543931" y="3265"/>
                  </a:lnTo>
                  <a:lnTo>
                    <a:pt x="1432153" y="2417"/>
                  </a:lnTo>
                  <a:lnTo>
                    <a:pt x="1327061" y="1708"/>
                  </a:lnTo>
                  <a:lnTo>
                    <a:pt x="1232696" y="1139"/>
                  </a:lnTo>
                  <a:lnTo>
                    <a:pt x="1152612" y="704"/>
                  </a:lnTo>
                  <a:lnTo>
                    <a:pt x="1089279" y="393"/>
                  </a:lnTo>
                  <a:lnTo>
                    <a:pt x="1043615" y="189"/>
                  </a:lnTo>
                  <a:lnTo>
                    <a:pt x="1014750" y="72"/>
                  </a:lnTo>
                  <a:lnTo>
                    <a:pt x="1000043" y="17"/>
                  </a:lnTo>
                  <a:lnTo>
                    <a:pt x="995286" y="1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498" name="pl1497"/>
            <p:cNvSpPr/>
            <p:nvPr/>
          </p:nvSpPr>
          <p:spPr>
            <a:xfrm>
              <a:off x="1199187" y="5313838"/>
              <a:ext cx="12049831" cy="408769"/>
            </a:xfrm>
            <a:custGeom>
              <a:avLst/>
              <a:pathLst>
                <a:path w="12049831" h="408769">
                  <a:moveTo>
                    <a:pt x="0" y="0"/>
                  </a:moveTo>
                  <a:lnTo>
                    <a:pt x="994940" y="0"/>
                  </a:lnTo>
                  <a:lnTo>
                    <a:pt x="996076" y="3"/>
                  </a:lnTo>
                  <a:lnTo>
                    <a:pt x="1003573" y="30"/>
                  </a:lnTo>
                  <a:lnTo>
                    <a:pt x="1022573" y="102"/>
                  </a:lnTo>
                  <a:lnTo>
                    <a:pt x="1056792" y="246"/>
                  </a:lnTo>
                  <a:lnTo>
                    <a:pt x="1108298" y="483"/>
                  </a:lnTo>
                  <a:lnTo>
                    <a:pt x="1177361" y="834"/>
                  </a:lnTo>
                  <a:lnTo>
                    <a:pt x="1262511" y="1312"/>
                  </a:lnTo>
                  <a:lnTo>
                    <a:pt x="1360857" y="1927"/>
                  </a:lnTo>
                  <a:lnTo>
                    <a:pt x="1468617" y="2682"/>
                  </a:lnTo>
                  <a:lnTo>
                    <a:pt x="1581716" y="3576"/>
                  </a:lnTo>
                  <a:lnTo>
                    <a:pt x="1696315" y="4606"/>
                  </a:lnTo>
                  <a:lnTo>
                    <a:pt x="1809179" y="5769"/>
                  </a:lnTo>
                  <a:lnTo>
                    <a:pt x="1917862" y="7066"/>
                  </a:lnTo>
                  <a:lnTo>
                    <a:pt x="2020723" y="8498"/>
                  </a:lnTo>
                  <a:lnTo>
                    <a:pt x="2116849" y="10073"/>
                  </a:lnTo>
                  <a:lnTo>
                    <a:pt x="2205910" y="11801"/>
                  </a:lnTo>
                  <a:lnTo>
                    <a:pt x="2288021" y="13697"/>
                  </a:lnTo>
                  <a:lnTo>
                    <a:pt x="2363599" y="15781"/>
                  </a:lnTo>
                  <a:lnTo>
                    <a:pt x="2433258" y="18076"/>
                  </a:lnTo>
                  <a:lnTo>
                    <a:pt x="2497725" y="20608"/>
                  </a:lnTo>
                  <a:lnTo>
                    <a:pt x="2557774" y="23403"/>
                  </a:lnTo>
                  <a:lnTo>
                    <a:pt x="2614182" y="26485"/>
                  </a:lnTo>
                  <a:lnTo>
                    <a:pt x="2667685" y="29875"/>
                  </a:lnTo>
                  <a:lnTo>
                    <a:pt x="2702183" y="32317"/>
                  </a:lnTo>
                  <a:lnTo>
                    <a:pt x="2763637" y="37179"/>
                  </a:lnTo>
                  <a:lnTo>
                    <a:pt x="2823177" y="42529"/>
                  </a:lnTo>
                  <a:lnTo>
                    <a:pt x="2881516" y="48372"/>
                  </a:lnTo>
                  <a:lnTo>
                    <a:pt x="2939174" y="54702"/>
                  </a:lnTo>
                  <a:lnTo>
                    <a:pt x="2996523" y="61491"/>
                  </a:lnTo>
                  <a:lnTo>
                    <a:pt x="3053803" y="68694"/>
                  </a:lnTo>
                  <a:lnTo>
                    <a:pt x="3111149" y="76245"/>
                  </a:lnTo>
                  <a:lnTo>
                    <a:pt x="3168612" y="84064"/>
                  </a:lnTo>
                  <a:lnTo>
                    <a:pt x="3226174" y="92055"/>
                  </a:lnTo>
                  <a:lnTo>
                    <a:pt x="3283780" y="100111"/>
                  </a:lnTo>
                  <a:lnTo>
                    <a:pt x="3341358" y="108125"/>
                  </a:lnTo>
                  <a:lnTo>
                    <a:pt x="3398844" y="115989"/>
                  </a:lnTo>
                  <a:lnTo>
                    <a:pt x="3456214" y="123606"/>
                  </a:lnTo>
                  <a:lnTo>
                    <a:pt x="3513501" y="130890"/>
                  </a:lnTo>
                  <a:lnTo>
                    <a:pt x="3570818" y="137773"/>
                  </a:lnTo>
                  <a:lnTo>
                    <a:pt x="3628383" y="144205"/>
                  </a:lnTo>
                  <a:lnTo>
                    <a:pt x="3686536" y="150155"/>
                  </a:lnTo>
                  <a:lnTo>
                    <a:pt x="3745764" y="155611"/>
                  </a:lnTo>
                  <a:lnTo>
                    <a:pt x="3806734" y="160577"/>
                  </a:lnTo>
                  <a:lnTo>
                    <a:pt x="3820202" y="161586"/>
                  </a:lnTo>
                  <a:lnTo>
                    <a:pt x="3872133" y="165185"/>
                  </a:lnTo>
                  <a:lnTo>
                    <a:pt x="3926520" y="168471"/>
                  </a:lnTo>
                  <a:lnTo>
                    <a:pt x="3984049" y="171456"/>
                  </a:lnTo>
                  <a:lnTo>
                    <a:pt x="4045474" y="174160"/>
                  </a:lnTo>
                  <a:lnTo>
                    <a:pt x="4111575" y="176611"/>
                  </a:lnTo>
                  <a:lnTo>
                    <a:pt x="4183117" y="178833"/>
                  </a:lnTo>
                  <a:lnTo>
                    <a:pt x="4260797" y="180853"/>
                  </a:lnTo>
                  <a:lnTo>
                    <a:pt x="4345175" y="182691"/>
                  </a:lnTo>
                  <a:lnTo>
                    <a:pt x="4436581" y="184367"/>
                  </a:lnTo>
                  <a:lnTo>
                    <a:pt x="4534999" y="185894"/>
                  </a:lnTo>
                  <a:lnTo>
                    <a:pt x="4639921" y="187280"/>
                  </a:lnTo>
                  <a:lnTo>
                    <a:pt x="4750209" y="188533"/>
                  </a:lnTo>
                  <a:lnTo>
                    <a:pt x="4863958" y="189653"/>
                  </a:lnTo>
                  <a:lnTo>
                    <a:pt x="4978454" y="190638"/>
                  </a:lnTo>
                  <a:lnTo>
                    <a:pt x="5090232" y="191486"/>
                  </a:lnTo>
                  <a:lnTo>
                    <a:pt x="5195324" y="192194"/>
                  </a:lnTo>
                  <a:lnTo>
                    <a:pt x="5289689" y="192763"/>
                  </a:lnTo>
                  <a:lnTo>
                    <a:pt x="5369773" y="193198"/>
                  </a:lnTo>
                  <a:lnTo>
                    <a:pt x="5433106" y="193509"/>
                  </a:lnTo>
                  <a:lnTo>
                    <a:pt x="5478770" y="193713"/>
                  </a:lnTo>
                  <a:lnTo>
                    <a:pt x="5507635" y="193831"/>
                  </a:lnTo>
                  <a:lnTo>
                    <a:pt x="5522342" y="193886"/>
                  </a:lnTo>
                  <a:lnTo>
                    <a:pt x="5527099" y="193902"/>
                  </a:lnTo>
                  <a:lnTo>
                    <a:pt x="5527445" y="193903"/>
                  </a:lnTo>
                  <a:lnTo>
                    <a:pt x="6522385" y="193903"/>
                  </a:lnTo>
                  <a:lnTo>
                    <a:pt x="6523522" y="193907"/>
                  </a:lnTo>
                  <a:lnTo>
                    <a:pt x="6531019" y="193936"/>
                  </a:lnTo>
                  <a:lnTo>
                    <a:pt x="6550018" y="194017"/>
                  </a:lnTo>
                  <a:lnTo>
                    <a:pt x="6584234" y="194176"/>
                  </a:lnTo>
                  <a:lnTo>
                    <a:pt x="6635737" y="194439"/>
                  </a:lnTo>
                  <a:lnTo>
                    <a:pt x="6704798" y="194828"/>
                  </a:lnTo>
                  <a:lnTo>
                    <a:pt x="6789944" y="195358"/>
                  </a:lnTo>
                  <a:lnTo>
                    <a:pt x="6888286" y="196039"/>
                  </a:lnTo>
                  <a:lnTo>
                    <a:pt x="6996042" y="196875"/>
                  </a:lnTo>
                  <a:lnTo>
                    <a:pt x="7109139" y="197866"/>
                  </a:lnTo>
                  <a:lnTo>
                    <a:pt x="7223735" y="199007"/>
                  </a:lnTo>
                  <a:lnTo>
                    <a:pt x="7336598" y="200296"/>
                  </a:lnTo>
                  <a:lnTo>
                    <a:pt x="7445279" y="201733"/>
                  </a:lnTo>
                  <a:lnTo>
                    <a:pt x="7548141" y="203320"/>
                  </a:lnTo>
                  <a:lnTo>
                    <a:pt x="7644266" y="205065"/>
                  </a:lnTo>
                  <a:lnTo>
                    <a:pt x="7733328" y="206979"/>
                  </a:lnTo>
                  <a:lnTo>
                    <a:pt x="7815439" y="209081"/>
                  </a:lnTo>
                  <a:lnTo>
                    <a:pt x="7891018" y="211390"/>
                  </a:lnTo>
                  <a:lnTo>
                    <a:pt x="7960678" y="213933"/>
                  </a:lnTo>
                  <a:lnTo>
                    <a:pt x="8025145" y="216738"/>
                  </a:lnTo>
                  <a:lnTo>
                    <a:pt x="8085195" y="219835"/>
                  </a:lnTo>
                  <a:lnTo>
                    <a:pt x="8141603" y="223251"/>
                  </a:lnTo>
                  <a:lnTo>
                    <a:pt x="8195106" y="227006"/>
                  </a:lnTo>
                  <a:lnTo>
                    <a:pt x="8229629" y="229714"/>
                  </a:lnTo>
                  <a:lnTo>
                    <a:pt x="8291037" y="235098"/>
                  </a:lnTo>
                  <a:lnTo>
                    <a:pt x="8350535" y="241020"/>
                  </a:lnTo>
                  <a:lnTo>
                    <a:pt x="8408831" y="247490"/>
                  </a:lnTo>
                  <a:lnTo>
                    <a:pt x="8466448" y="254497"/>
                  </a:lnTo>
                  <a:lnTo>
                    <a:pt x="8523754" y="262013"/>
                  </a:lnTo>
                  <a:lnTo>
                    <a:pt x="8580991" y="269987"/>
                  </a:lnTo>
                  <a:lnTo>
                    <a:pt x="8638294" y="278347"/>
                  </a:lnTo>
                  <a:lnTo>
                    <a:pt x="8695712" y="287003"/>
                  </a:lnTo>
                  <a:lnTo>
                    <a:pt x="8753231" y="295850"/>
                  </a:lnTo>
                  <a:lnTo>
                    <a:pt x="8810794" y="304770"/>
                  </a:lnTo>
                  <a:lnTo>
                    <a:pt x="8868328" y="313645"/>
                  </a:lnTo>
                  <a:lnTo>
                    <a:pt x="8925773" y="322355"/>
                  </a:lnTo>
                  <a:lnTo>
                    <a:pt x="8983101" y="330792"/>
                  </a:lnTo>
                  <a:lnTo>
                    <a:pt x="9040345" y="338861"/>
                  </a:lnTo>
                  <a:lnTo>
                    <a:pt x="9097618" y="346488"/>
                  </a:lnTo>
                  <a:lnTo>
                    <a:pt x="9155135" y="353615"/>
                  </a:lnTo>
                  <a:lnTo>
                    <a:pt x="9213235" y="360210"/>
                  </a:lnTo>
                  <a:lnTo>
                    <a:pt x="9272400" y="366259"/>
                  </a:lnTo>
                  <a:lnTo>
                    <a:pt x="9333294" y="371765"/>
                  </a:lnTo>
                  <a:lnTo>
                    <a:pt x="9347647" y="372958"/>
                  </a:lnTo>
                  <a:lnTo>
                    <a:pt x="9399577" y="376946"/>
                  </a:lnTo>
                  <a:lnTo>
                    <a:pt x="9453963" y="380587"/>
                  </a:lnTo>
                  <a:lnTo>
                    <a:pt x="9511491" y="383895"/>
                  </a:lnTo>
                  <a:lnTo>
                    <a:pt x="9572914" y="386892"/>
                  </a:lnTo>
                  <a:lnTo>
                    <a:pt x="9639014" y="389607"/>
                  </a:lnTo>
                  <a:lnTo>
                    <a:pt x="9710554" y="392070"/>
                  </a:lnTo>
                  <a:lnTo>
                    <a:pt x="9788231" y="394308"/>
                  </a:lnTo>
                  <a:lnTo>
                    <a:pt x="9872606" y="396345"/>
                  </a:lnTo>
                  <a:lnTo>
                    <a:pt x="9964010" y="398202"/>
                  </a:lnTo>
                  <a:lnTo>
                    <a:pt x="10062424" y="399893"/>
                  </a:lnTo>
                  <a:lnTo>
                    <a:pt x="10167343" y="401430"/>
                  </a:lnTo>
                  <a:lnTo>
                    <a:pt x="10277627" y="402818"/>
                  </a:lnTo>
                  <a:lnTo>
                    <a:pt x="10391374" y="404059"/>
                  </a:lnTo>
                  <a:lnTo>
                    <a:pt x="10505867" y="405150"/>
                  </a:lnTo>
                  <a:lnTo>
                    <a:pt x="10617644" y="406090"/>
                  </a:lnTo>
                  <a:lnTo>
                    <a:pt x="10722737" y="406875"/>
                  </a:lnTo>
                  <a:lnTo>
                    <a:pt x="10817104" y="407506"/>
                  </a:lnTo>
                  <a:lnTo>
                    <a:pt x="10897192" y="407988"/>
                  </a:lnTo>
                  <a:lnTo>
                    <a:pt x="10960531" y="408333"/>
                  </a:lnTo>
                  <a:lnTo>
                    <a:pt x="11006200" y="408559"/>
                  </a:lnTo>
                  <a:lnTo>
                    <a:pt x="11035072" y="408689"/>
                  </a:lnTo>
                  <a:lnTo>
                    <a:pt x="11049784" y="408750"/>
                  </a:lnTo>
                  <a:lnTo>
                    <a:pt x="11054544" y="408768"/>
                  </a:lnTo>
                  <a:lnTo>
                    <a:pt x="11054891" y="408769"/>
                  </a:lnTo>
                  <a:lnTo>
                    <a:pt x="12049831" y="408769"/>
                  </a:lnTo>
                  <a:lnTo>
                    <a:pt x="12049831" y="4087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9" name="pl1498"/>
            <p:cNvSpPr/>
            <p:nvPr/>
          </p:nvSpPr>
          <p:spPr>
            <a:xfrm>
              <a:off x="1199187" y="5308597"/>
              <a:ext cx="12049831" cy="408769"/>
            </a:xfrm>
            <a:custGeom>
              <a:avLst/>
              <a:pathLst>
                <a:path w="12049831" h="408769">
                  <a:moveTo>
                    <a:pt x="12049831" y="408769"/>
                  </a:moveTo>
                  <a:lnTo>
                    <a:pt x="11054891" y="408769"/>
                  </a:lnTo>
                  <a:lnTo>
                    <a:pt x="11053755" y="408765"/>
                  </a:lnTo>
                  <a:lnTo>
                    <a:pt x="11046258" y="408736"/>
                  </a:lnTo>
                  <a:lnTo>
                    <a:pt x="11027259" y="408655"/>
                  </a:lnTo>
                  <a:lnTo>
                    <a:pt x="10993043" y="408496"/>
                  </a:lnTo>
                  <a:lnTo>
                    <a:pt x="10941539" y="408233"/>
                  </a:lnTo>
                  <a:lnTo>
                    <a:pt x="10872479" y="407844"/>
                  </a:lnTo>
                  <a:lnTo>
                    <a:pt x="10787333" y="407314"/>
                  </a:lnTo>
                  <a:lnTo>
                    <a:pt x="10688991" y="406633"/>
                  </a:lnTo>
                  <a:lnTo>
                    <a:pt x="10581234" y="405796"/>
                  </a:lnTo>
                  <a:lnTo>
                    <a:pt x="10468138" y="404806"/>
                  </a:lnTo>
                  <a:lnTo>
                    <a:pt x="10353541" y="403665"/>
                  </a:lnTo>
                  <a:lnTo>
                    <a:pt x="10240679" y="402376"/>
                  </a:lnTo>
                  <a:lnTo>
                    <a:pt x="10131997" y="400939"/>
                  </a:lnTo>
                  <a:lnTo>
                    <a:pt x="10029136" y="399352"/>
                  </a:lnTo>
                  <a:lnTo>
                    <a:pt x="9933010" y="397607"/>
                  </a:lnTo>
                  <a:lnTo>
                    <a:pt x="9843948" y="395693"/>
                  </a:lnTo>
                  <a:lnTo>
                    <a:pt x="9761837" y="393591"/>
                  </a:lnTo>
                  <a:lnTo>
                    <a:pt x="9686259" y="391282"/>
                  </a:lnTo>
                  <a:lnTo>
                    <a:pt x="9616599" y="388739"/>
                  </a:lnTo>
                  <a:lnTo>
                    <a:pt x="9552131" y="385934"/>
                  </a:lnTo>
                  <a:lnTo>
                    <a:pt x="9492082" y="382837"/>
                  </a:lnTo>
                  <a:lnTo>
                    <a:pt x="9435673" y="379421"/>
                  </a:lnTo>
                  <a:lnTo>
                    <a:pt x="9382171" y="375666"/>
                  </a:lnTo>
                  <a:lnTo>
                    <a:pt x="9347647" y="372958"/>
                  </a:lnTo>
                  <a:lnTo>
                    <a:pt x="9286239" y="367574"/>
                  </a:lnTo>
                  <a:lnTo>
                    <a:pt x="9226742" y="361651"/>
                  </a:lnTo>
                  <a:lnTo>
                    <a:pt x="9168445" y="355182"/>
                  </a:lnTo>
                  <a:lnTo>
                    <a:pt x="9110829" y="348174"/>
                  </a:lnTo>
                  <a:lnTo>
                    <a:pt x="9053523" y="340659"/>
                  </a:lnTo>
                  <a:lnTo>
                    <a:pt x="8996286" y="332685"/>
                  </a:lnTo>
                  <a:lnTo>
                    <a:pt x="8938983" y="324325"/>
                  </a:lnTo>
                  <a:lnTo>
                    <a:pt x="8881564" y="315669"/>
                  </a:lnTo>
                  <a:lnTo>
                    <a:pt x="8824046" y="306822"/>
                  </a:lnTo>
                  <a:lnTo>
                    <a:pt x="8766483" y="297901"/>
                  </a:lnTo>
                  <a:lnTo>
                    <a:pt x="8708948" y="289027"/>
                  </a:lnTo>
                  <a:lnTo>
                    <a:pt x="8651503" y="280317"/>
                  </a:lnTo>
                  <a:lnTo>
                    <a:pt x="8594175" y="271880"/>
                  </a:lnTo>
                  <a:lnTo>
                    <a:pt x="8536932" y="263811"/>
                  </a:lnTo>
                  <a:lnTo>
                    <a:pt x="8479659" y="256184"/>
                  </a:lnTo>
                  <a:lnTo>
                    <a:pt x="8422141" y="249057"/>
                  </a:lnTo>
                  <a:lnTo>
                    <a:pt x="8364042" y="242462"/>
                  </a:lnTo>
                  <a:lnTo>
                    <a:pt x="8304876" y="236413"/>
                  </a:lnTo>
                  <a:lnTo>
                    <a:pt x="8243982" y="230907"/>
                  </a:lnTo>
                  <a:lnTo>
                    <a:pt x="8229629" y="229714"/>
                  </a:lnTo>
                  <a:lnTo>
                    <a:pt x="8177699" y="225726"/>
                  </a:lnTo>
                  <a:lnTo>
                    <a:pt x="8123313" y="222085"/>
                  </a:lnTo>
                  <a:lnTo>
                    <a:pt x="8065786" y="218777"/>
                  </a:lnTo>
                  <a:lnTo>
                    <a:pt x="8004362" y="215780"/>
                  </a:lnTo>
                  <a:lnTo>
                    <a:pt x="7938263" y="213065"/>
                  </a:lnTo>
                  <a:lnTo>
                    <a:pt x="7866723" y="210602"/>
                  </a:lnTo>
                  <a:lnTo>
                    <a:pt x="7789045" y="208364"/>
                  </a:lnTo>
                  <a:lnTo>
                    <a:pt x="7704670" y="206327"/>
                  </a:lnTo>
                  <a:lnTo>
                    <a:pt x="7613267" y="204470"/>
                  </a:lnTo>
                  <a:lnTo>
                    <a:pt x="7514853" y="202779"/>
                  </a:lnTo>
                  <a:lnTo>
                    <a:pt x="7409934" y="201242"/>
                  </a:lnTo>
                  <a:lnTo>
                    <a:pt x="7299650" y="199854"/>
                  </a:lnTo>
                  <a:lnTo>
                    <a:pt x="7185903" y="198613"/>
                  </a:lnTo>
                  <a:lnTo>
                    <a:pt x="7071409" y="197522"/>
                  </a:lnTo>
                  <a:lnTo>
                    <a:pt x="6959632" y="196582"/>
                  </a:lnTo>
                  <a:lnTo>
                    <a:pt x="6854539" y="195797"/>
                  </a:lnTo>
                  <a:lnTo>
                    <a:pt x="6760172" y="195166"/>
                  </a:lnTo>
                  <a:lnTo>
                    <a:pt x="6680084" y="194684"/>
                  </a:lnTo>
                  <a:lnTo>
                    <a:pt x="6616746" y="194339"/>
                  </a:lnTo>
                  <a:lnTo>
                    <a:pt x="6571076" y="194113"/>
                  </a:lnTo>
                  <a:lnTo>
                    <a:pt x="6542205" y="193983"/>
                  </a:lnTo>
                  <a:lnTo>
                    <a:pt x="6527493" y="193922"/>
                  </a:lnTo>
                  <a:lnTo>
                    <a:pt x="6522732" y="193904"/>
                  </a:lnTo>
                  <a:lnTo>
                    <a:pt x="6522385" y="193903"/>
                  </a:lnTo>
                  <a:lnTo>
                    <a:pt x="5527445" y="193903"/>
                  </a:lnTo>
                  <a:lnTo>
                    <a:pt x="5526309" y="193899"/>
                  </a:lnTo>
                  <a:lnTo>
                    <a:pt x="5518812" y="193873"/>
                  </a:lnTo>
                  <a:lnTo>
                    <a:pt x="5499812" y="193800"/>
                  </a:lnTo>
                  <a:lnTo>
                    <a:pt x="5465593" y="193656"/>
                  </a:lnTo>
                  <a:lnTo>
                    <a:pt x="5414087" y="193419"/>
                  </a:lnTo>
                  <a:lnTo>
                    <a:pt x="5345024" y="193068"/>
                  </a:lnTo>
                  <a:lnTo>
                    <a:pt x="5259874" y="192590"/>
                  </a:lnTo>
                  <a:lnTo>
                    <a:pt x="5161528" y="191975"/>
                  </a:lnTo>
                  <a:lnTo>
                    <a:pt x="5053768" y="191220"/>
                  </a:lnTo>
                  <a:lnTo>
                    <a:pt x="4940669" y="190327"/>
                  </a:lnTo>
                  <a:lnTo>
                    <a:pt x="4826070" y="189297"/>
                  </a:lnTo>
                  <a:lnTo>
                    <a:pt x="4713206" y="188133"/>
                  </a:lnTo>
                  <a:lnTo>
                    <a:pt x="4604523" y="186836"/>
                  </a:lnTo>
                  <a:lnTo>
                    <a:pt x="4501662" y="185404"/>
                  </a:lnTo>
                  <a:lnTo>
                    <a:pt x="4405536" y="183829"/>
                  </a:lnTo>
                  <a:lnTo>
                    <a:pt x="4316475" y="182102"/>
                  </a:lnTo>
                  <a:lnTo>
                    <a:pt x="4234364" y="180205"/>
                  </a:lnTo>
                  <a:lnTo>
                    <a:pt x="4158786" y="178121"/>
                  </a:lnTo>
                  <a:lnTo>
                    <a:pt x="4089127" y="175826"/>
                  </a:lnTo>
                  <a:lnTo>
                    <a:pt x="4024660" y="173294"/>
                  </a:lnTo>
                  <a:lnTo>
                    <a:pt x="3964611" y="170500"/>
                  </a:lnTo>
                  <a:lnTo>
                    <a:pt x="3908203" y="167417"/>
                  </a:lnTo>
                  <a:lnTo>
                    <a:pt x="3854700" y="164028"/>
                  </a:lnTo>
                  <a:lnTo>
                    <a:pt x="3820202" y="161586"/>
                  </a:lnTo>
                  <a:lnTo>
                    <a:pt x="3758748" y="156723"/>
                  </a:lnTo>
                  <a:lnTo>
                    <a:pt x="3699208" y="151374"/>
                  </a:lnTo>
                  <a:lnTo>
                    <a:pt x="3640869" y="145530"/>
                  </a:lnTo>
                  <a:lnTo>
                    <a:pt x="3583211" y="139200"/>
                  </a:lnTo>
                  <a:lnTo>
                    <a:pt x="3525862" y="132411"/>
                  </a:lnTo>
                  <a:lnTo>
                    <a:pt x="3468582" y="125209"/>
                  </a:lnTo>
                  <a:lnTo>
                    <a:pt x="3411236" y="117657"/>
                  </a:lnTo>
                  <a:lnTo>
                    <a:pt x="3353773" y="109838"/>
                  </a:lnTo>
                  <a:lnTo>
                    <a:pt x="3296211" y="101848"/>
                  </a:lnTo>
                  <a:lnTo>
                    <a:pt x="3238605" y="93791"/>
                  </a:lnTo>
                  <a:lnTo>
                    <a:pt x="3181027" y="85778"/>
                  </a:lnTo>
                  <a:lnTo>
                    <a:pt x="3123541" y="77913"/>
                  </a:lnTo>
                  <a:lnTo>
                    <a:pt x="3066171" y="70296"/>
                  </a:lnTo>
                  <a:lnTo>
                    <a:pt x="3008884" y="63012"/>
                  </a:lnTo>
                  <a:lnTo>
                    <a:pt x="2951567" y="56130"/>
                  </a:lnTo>
                  <a:lnTo>
                    <a:pt x="2894002" y="49698"/>
                  </a:lnTo>
                  <a:lnTo>
                    <a:pt x="2835849" y="43748"/>
                  </a:lnTo>
                  <a:lnTo>
                    <a:pt x="2776621" y="38292"/>
                  </a:lnTo>
                  <a:lnTo>
                    <a:pt x="2715651" y="33326"/>
                  </a:lnTo>
                  <a:lnTo>
                    <a:pt x="2702183" y="32317"/>
                  </a:lnTo>
                  <a:lnTo>
                    <a:pt x="2650252" y="28718"/>
                  </a:lnTo>
                  <a:lnTo>
                    <a:pt x="2595865" y="25432"/>
                  </a:lnTo>
                  <a:lnTo>
                    <a:pt x="2538336" y="22447"/>
                  </a:lnTo>
                  <a:lnTo>
                    <a:pt x="2476911" y="19742"/>
                  </a:lnTo>
                  <a:lnTo>
                    <a:pt x="2410810" y="17292"/>
                  </a:lnTo>
                  <a:lnTo>
                    <a:pt x="2339268" y="15069"/>
                  </a:lnTo>
                  <a:lnTo>
                    <a:pt x="2261588" y="13050"/>
                  </a:lnTo>
                  <a:lnTo>
                    <a:pt x="2177210" y="11211"/>
                  </a:lnTo>
                  <a:lnTo>
                    <a:pt x="2085804" y="9535"/>
                  </a:lnTo>
                  <a:lnTo>
                    <a:pt x="1987386" y="8009"/>
                  </a:lnTo>
                  <a:lnTo>
                    <a:pt x="1882464" y="6622"/>
                  </a:lnTo>
                  <a:lnTo>
                    <a:pt x="1772176" y="5370"/>
                  </a:lnTo>
                  <a:lnTo>
                    <a:pt x="1658427" y="4250"/>
                  </a:lnTo>
                  <a:lnTo>
                    <a:pt x="1543931" y="3265"/>
                  </a:lnTo>
                  <a:lnTo>
                    <a:pt x="1432153" y="2417"/>
                  </a:lnTo>
                  <a:lnTo>
                    <a:pt x="1327061" y="1708"/>
                  </a:lnTo>
                  <a:lnTo>
                    <a:pt x="1232696" y="1139"/>
                  </a:lnTo>
                  <a:lnTo>
                    <a:pt x="1152612" y="704"/>
                  </a:lnTo>
                  <a:lnTo>
                    <a:pt x="1089279" y="393"/>
                  </a:lnTo>
                  <a:lnTo>
                    <a:pt x="1043615" y="189"/>
                  </a:lnTo>
                  <a:lnTo>
                    <a:pt x="1014750" y="72"/>
                  </a:lnTo>
                  <a:lnTo>
                    <a:pt x="1000043" y="17"/>
                  </a:lnTo>
                  <a:lnTo>
                    <a:pt x="995286" y="1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0" name="pg1499"/>
            <p:cNvSpPr/>
            <p:nvPr/>
          </p:nvSpPr>
          <p:spPr>
            <a:xfrm>
              <a:off x="1199187" y="3694482"/>
              <a:ext cx="12049831" cy="2101494"/>
            </a:xfrm>
            <a:custGeom>
              <a:avLst/>
              <a:pathLst>
                <a:path w="12049831" h="2101494">
                  <a:moveTo>
                    <a:pt x="0" y="1624596"/>
                  </a:moveTo>
                  <a:lnTo>
                    <a:pt x="994940" y="1624596"/>
                  </a:lnTo>
                  <a:lnTo>
                    <a:pt x="996074" y="1624605"/>
                  </a:lnTo>
                  <a:lnTo>
                    <a:pt x="1003562" y="1624670"/>
                  </a:lnTo>
                  <a:lnTo>
                    <a:pt x="1022538" y="1624849"/>
                  </a:lnTo>
                  <a:lnTo>
                    <a:pt x="1056715" y="1625202"/>
                  </a:lnTo>
                  <a:lnTo>
                    <a:pt x="1108161" y="1625784"/>
                  </a:lnTo>
                  <a:lnTo>
                    <a:pt x="1177152" y="1626646"/>
                  </a:lnTo>
                  <a:lnTo>
                    <a:pt x="1262219" y="1627821"/>
                  </a:lnTo>
                  <a:lnTo>
                    <a:pt x="1360482" y="1629332"/>
                  </a:lnTo>
                  <a:lnTo>
                    <a:pt x="1468165" y="1631186"/>
                  </a:lnTo>
                  <a:lnTo>
                    <a:pt x="1581199" y="1633381"/>
                  </a:lnTo>
                  <a:lnTo>
                    <a:pt x="1695748" y="1635912"/>
                  </a:lnTo>
                  <a:lnTo>
                    <a:pt x="1808577" y="1638771"/>
                  </a:lnTo>
                  <a:lnTo>
                    <a:pt x="1917239" y="1641956"/>
                  </a:lnTo>
                  <a:lnTo>
                    <a:pt x="2020093" y="1645475"/>
                  </a:lnTo>
                  <a:lnTo>
                    <a:pt x="2116221" y="1649344"/>
                  </a:lnTo>
                  <a:lnTo>
                    <a:pt x="2205292" y="1653589"/>
                  </a:lnTo>
                  <a:lnTo>
                    <a:pt x="2287416" y="1658247"/>
                  </a:lnTo>
                  <a:lnTo>
                    <a:pt x="2363009" y="1663367"/>
                  </a:lnTo>
                  <a:lnTo>
                    <a:pt x="2432683" y="1669005"/>
                  </a:lnTo>
                  <a:lnTo>
                    <a:pt x="2497163" y="1675223"/>
                  </a:lnTo>
                  <a:lnTo>
                    <a:pt x="2557223" y="1682087"/>
                  </a:lnTo>
                  <a:lnTo>
                    <a:pt x="2613637" y="1689658"/>
                  </a:lnTo>
                  <a:lnTo>
                    <a:pt x="2667142" y="1697982"/>
                  </a:lnTo>
                  <a:lnTo>
                    <a:pt x="2702183" y="1704079"/>
                  </a:lnTo>
                  <a:lnTo>
                    <a:pt x="2762671" y="1715837"/>
                  </a:lnTo>
                  <a:lnTo>
                    <a:pt x="2821295" y="1728755"/>
                  </a:lnTo>
                  <a:lnTo>
                    <a:pt x="2878736" y="1742850"/>
                  </a:lnTo>
                  <a:lnTo>
                    <a:pt x="2935499" y="1758104"/>
                  </a:lnTo>
                  <a:lnTo>
                    <a:pt x="2991942" y="1774458"/>
                  </a:lnTo>
                  <a:lnTo>
                    <a:pt x="3048305" y="1791807"/>
                  </a:lnTo>
                  <a:lnTo>
                    <a:pt x="3104725" y="1810004"/>
                  </a:lnTo>
                  <a:lnTo>
                    <a:pt x="3161254" y="1828861"/>
                  </a:lnTo>
                  <a:lnTo>
                    <a:pt x="3217885" y="1848157"/>
                  </a:lnTo>
                  <a:lnTo>
                    <a:pt x="3274568" y="1867648"/>
                  </a:lnTo>
                  <a:lnTo>
                    <a:pt x="3331234" y="1887078"/>
                  </a:lnTo>
                  <a:lnTo>
                    <a:pt x="3387822" y="1906197"/>
                  </a:lnTo>
                  <a:lnTo>
                    <a:pt x="3444297" y="1924768"/>
                  </a:lnTo>
                  <a:lnTo>
                    <a:pt x="3500678" y="1942586"/>
                  </a:lnTo>
                  <a:lnTo>
                    <a:pt x="3557056" y="1959481"/>
                  </a:lnTo>
                  <a:lnTo>
                    <a:pt x="3613614" y="1975326"/>
                  </a:lnTo>
                  <a:lnTo>
                    <a:pt x="3670644" y="1990038"/>
                  </a:lnTo>
                  <a:lnTo>
                    <a:pt x="3728570" y="2003577"/>
                  </a:lnTo>
                  <a:lnTo>
                    <a:pt x="3787976" y="2015943"/>
                  </a:lnTo>
                  <a:lnTo>
                    <a:pt x="3820202" y="2022011"/>
                  </a:lnTo>
                  <a:lnTo>
                    <a:pt x="3872109" y="2030858"/>
                  </a:lnTo>
                  <a:lnTo>
                    <a:pt x="3926469" y="2038937"/>
                  </a:lnTo>
                  <a:lnTo>
                    <a:pt x="3983968" y="2046276"/>
                  </a:lnTo>
                  <a:lnTo>
                    <a:pt x="4045359" y="2052926"/>
                  </a:lnTo>
                  <a:lnTo>
                    <a:pt x="4111420" y="2058951"/>
                  </a:lnTo>
                  <a:lnTo>
                    <a:pt x="4182915" y="2064416"/>
                  </a:lnTo>
                  <a:lnTo>
                    <a:pt x="4260541" y="2069383"/>
                  </a:lnTo>
                  <a:lnTo>
                    <a:pt x="4344858" y="2073904"/>
                  </a:lnTo>
                  <a:lnTo>
                    <a:pt x="4436195" y="2078025"/>
                  </a:lnTo>
                  <a:lnTo>
                    <a:pt x="4534539" y="2081779"/>
                  </a:lnTo>
                  <a:lnTo>
                    <a:pt x="4639386" y="2085190"/>
                  </a:lnTo>
                  <a:lnTo>
                    <a:pt x="4749599" y="2088271"/>
                  </a:lnTo>
                  <a:lnTo>
                    <a:pt x="4863285" y="2091025"/>
                  </a:lnTo>
                  <a:lnTo>
                    <a:pt x="4977735" y="2093449"/>
                  </a:lnTo>
                  <a:lnTo>
                    <a:pt x="5089493" y="2095536"/>
                  </a:lnTo>
                  <a:lnTo>
                    <a:pt x="5194599" y="2097279"/>
                  </a:lnTo>
                  <a:lnTo>
                    <a:pt x="5289015" y="2098681"/>
                  </a:lnTo>
                  <a:lnTo>
                    <a:pt x="5369187" y="2099753"/>
                  </a:lnTo>
                  <a:lnTo>
                    <a:pt x="5432638" y="2100520"/>
                  </a:lnTo>
                  <a:lnTo>
                    <a:pt x="5478435" y="2101024"/>
                  </a:lnTo>
                  <a:lnTo>
                    <a:pt x="5507434" y="2101314"/>
                  </a:lnTo>
                  <a:lnTo>
                    <a:pt x="5522253" y="2101450"/>
                  </a:lnTo>
                  <a:lnTo>
                    <a:pt x="5527083" y="2101491"/>
                  </a:lnTo>
                  <a:lnTo>
                    <a:pt x="5527445" y="2101494"/>
                  </a:lnTo>
                  <a:lnTo>
                    <a:pt x="6522385" y="2101494"/>
                  </a:lnTo>
                  <a:lnTo>
                    <a:pt x="6523488" y="2101455"/>
                  </a:lnTo>
                  <a:lnTo>
                    <a:pt x="6530769" y="2101178"/>
                  </a:lnTo>
                  <a:lnTo>
                    <a:pt x="6549234" y="2100415"/>
                  </a:lnTo>
                  <a:lnTo>
                    <a:pt x="6582525" y="2098909"/>
                  </a:lnTo>
                  <a:lnTo>
                    <a:pt x="6632712" y="2096420"/>
                  </a:lnTo>
                  <a:lnTo>
                    <a:pt x="6700134" y="2092741"/>
                  </a:lnTo>
                  <a:lnTo>
                    <a:pt x="6783453" y="2087714"/>
                  </a:lnTo>
                  <a:lnTo>
                    <a:pt x="6879940" y="2081246"/>
                  </a:lnTo>
                  <a:lnTo>
                    <a:pt x="6985971" y="2073298"/>
                  </a:lnTo>
                  <a:lnTo>
                    <a:pt x="7097593" y="2063875"/>
                  </a:lnTo>
                  <a:lnTo>
                    <a:pt x="7211042" y="2053007"/>
                  </a:lnTo>
                  <a:lnTo>
                    <a:pt x="7323107" y="2040719"/>
                  </a:lnTo>
                  <a:lnTo>
                    <a:pt x="7431321" y="2027024"/>
                  </a:lnTo>
                  <a:lnTo>
                    <a:pt x="7533998" y="2011898"/>
                  </a:lnTo>
                  <a:lnTo>
                    <a:pt x="7630162" y="1995277"/>
                  </a:lnTo>
                  <a:lnTo>
                    <a:pt x="7719421" y="1977054"/>
                  </a:lnTo>
                  <a:lnTo>
                    <a:pt x="7801827" y="1957075"/>
                  </a:lnTo>
                  <a:lnTo>
                    <a:pt x="7877744" y="1935144"/>
                  </a:lnTo>
                  <a:lnTo>
                    <a:pt x="7947742" y="1911025"/>
                  </a:lnTo>
                  <a:lnTo>
                    <a:pt x="8012510" y="1884455"/>
                  </a:lnTo>
                  <a:lnTo>
                    <a:pt x="8072795" y="1855155"/>
                  </a:lnTo>
                  <a:lnTo>
                    <a:pt x="8129351" y="1822858"/>
                  </a:lnTo>
                  <a:lnTo>
                    <a:pt x="8182906" y="1787348"/>
                  </a:lnTo>
                  <a:lnTo>
                    <a:pt x="8229629" y="1752118"/>
                  </a:lnTo>
                  <a:lnTo>
                    <a:pt x="8278547" y="1710859"/>
                  </a:lnTo>
                  <a:lnTo>
                    <a:pt x="8326156" y="1666309"/>
                  </a:lnTo>
                  <a:lnTo>
                    <a:pt x="8372844" y="1618403"/>
                  </a:lnTo>
                  <a:lnTo>
                    <a:pt x="8418917" y="1567140"/>
                  </a:lnTo>
                  <a:lnTo>
                    <a:pt x="8464612" y="1512593"/>
                  </a:lnTo>
                  <a:lnTo>
                    <a:pt x="8510107" y="1454911"/>
                  </a:lnTo>
                  <a:lnTo>
                    <a:pt x="8555531" y="1394325"/>
                  </a:lnTo>
                  <a:lnTo>
                    <a:pt x="8600968" y="1331150"/>
                  </a:lnTo>
                  <a:lnTo>
                    <a:pt x="8646465" y="1265777"/>
                  </a:lnTo>
                  <a:lnTo>
                    <a:pt x="8692036" y="1198669"/>
                  </a:lnTo>
                  <a:lnTo>
                    <a:pt x="8737673" y="1130345"/>
                  </a:lnTo>
                  <a:lnTo>
                    <a:pt x="8783349" y="1061368"/>
                  </a:lnTo>
                  <a:lnTo>
                    <a:pt x="8829030" y="992323"/>
                  </a:lnTo>
                  <a:lnTo>
                    <a:pt x="8874679" y="923797"/>
                  </a:lnTo>
                  <a:lnTo>
                    <a:pt x="8920267" y="856359"/>
                  </a:lnTo>
                  <a:lnTo>
                    <a:pt x="8965780" y="790541"/>
                  </a:lnTo>
                  <a:lnTo>
                    <a:pt x="9011229" y="726819"/>
                  </a:lnTo>
                  <a:lnTo>
                    <a:pt x="9056650" y="665603"/>
                  </a:lnTo>
                  <a:lnTo>
                    <a:pt x="9102119" y="607225"/>
                  </a:lnTo>
                  <a:lnTo>
                    <a:pt x="9147753" y="551935"/>
                  </a:lnTo>
                  <a:lnTo>
                    <a:pt x="9193719" y="499903"/>
                  </a:lnTo>
                  <a:lnTo>
                    <a:pt x="9240241" y="451218"/>
                  </a:lnTo>
                  <a:lnTo>
                    <a:pt x="9287606" y="405894"/>
                  </a:lnTo>
                  <a:lnTo>
                    <a:pt x="9336181" y="363882"/>
                  </a:lnTo>
                  <a:lnTo>
                    <a:pt x="9347647" y="354616"/>
                  </a:lnTo>
                  <a:lnTo>
                    <a:pt x="9399042" y="316086"/>
                  </a:lnTo>
                  <a:lnTo>
                    <a:pt x="9452836" y="280868"/>
                  </a:lnTo>
                  <a:lnTo>
                    <a:pt x="9509695" y="248848"/>
                  </a:lnTo>
                  <a:lnTo>
                    <a:pt x="9570349" y="219803"/>
                  </a:lnTo>
                  <a:lnTo>
                    <a:pt x="9635553" y="193462"/>
                  </a:lnTo>
                  <a:lnTo>
                    <a:pt x="9706052" y="169549"/>
                  </a:lnTo>
                  <a:lnTo>
                    <a:pt x="9782528" y="147801"/>
                  </a:lnTo>
                  <a:lnTo>
                    <a:pt x="9865534" y="127986"/>
                  </a:lnTo>
                  <a:lnTo>
                    <a:pt x="9955412" y="109912"/>
                  </a:lnTo>
                  <a:lnTo>
                    <a:pt x="10052180" y="93428"/>
                  </a:lnTo>
                  <a:lnTo>
                    <a:pt x="10155400" y="78431"/>
                  </a:lnTo>
                  <a:lnTo>
                    <a:pt x="10264037" y="64862"/>
                  </a:lnTo>
                  <a:lnTo>
                    <a:pt x="10376337" y="52700"/>
                  </a:lnTo>
                  <a:lnTo>
                    <a:pt x="10489764" y="41959"/>
                  </a:lnTo>
                  <a:lnTo>
                    <a:pt x="10601046" y="32667"/>
                  </a:lnTo>
                  <a:lnTo>
                    <a:pt x="10706386" y="24852"/>
                  </a:lnTo>
                  <a:lnTo>
                    <a:pt x="10801836" y="18514"/>
                  </a:lnTo>
                  <a:lnTo>
                    <a:pt x="10883831" y="13612"/>
                  </a:lnTo>
                  <a:lnTo>
                    <a:pt x="10949747" y="10046"/>
                  </a:lnTo>
                  <a:lnTo>
                    <a:pt x="10998388" y="7654"/>
                  </a:lnTo>
                  <a:lnTo>
                    <a:pt x="11030248" y="6225"/>
                  </a:lnTo>
                  <a:lnTo>
                    <a:pt x="11047547" y="5515"/>
                  </a:lnTo>
                  <a:lnTo>
                    <a:pt x="11054054" y="526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8" y="38"/>
                  </a:lnTo>
                  <a:lnTo>
                    <a:pt x="11046508" y="315"/>
                  </a:lnTo>
                  <a:lnTo>
                    <a:pt x="11028043" y="1079"/>
                  </a:lnTo>
                  <a:lnTo>
                    <a:pt x="10994751" y="2584"/>
                  </a:lnTo>
                  <a:lnTo>
                    <a:pt x="10944565" y="5073"/>
                  </a:lnTo>
                  <a:lnTo>
                    <a:pt x="10877142" y="8753"/>
                  </a:lnTo>
                  <a:lnTo>
                    <a:pt x="10793823" y="13779"/>
                  </a:lnTo>
                  <a:lnTo>
                    <a:pt x="10697337" y="20248"/>
                  </a:lnTo>
                  <a:lnTo>
                    <a:pt x="10591306" y="28196"/>
                  </a:lnTo>
                  <a:lnTo>
                    <a:pt x="10479683" y="37618"/>
                  </a:lnTo>
                  <a:lnTo>
                    <a:pt x="10366234" y="48487"/>
                  </a:lnTo>
                  <a:lnTo>
                    <a:pt x="10254169" y="60774"/>
                  </a:lnTo>
                  <a:lnTo>
                    <a:pt x="10145956" y="74469"/>
                  </a:lnTo>
                  <a:lnTo>
                    <a:pt x="10043279" y="89596"/>
                  </a:lnTo>
                  <a:lnTo>
                    <a:pt x="9947115" y="106216"/>
                  </a:lnTo>
                  <a:lnTo>
                    <a:pt x="9857856" y="124439"/>
                  </a:lnTo>
                  <a:lnTo>
                    <a:pt x="9775450" y="144418"/>
                  </a:lnTo>
                  <a:lnTo>
                    <a:pt x="9699532" y="166349"/>
                  </a:lnTo>
                  <a:lnTo>
                    <a:pt x="9629534" y="190468"/>
                  </a:lnTo>
                  <a:lnTo>
                    <a:pt x="9564766" y="217038"/>
                  </a:lnTo>
                  <a:lnTo>
                    <a:pt x="9504482" y="246339"/>
                  </a:lnTo>
                  <a:lnTo>
                    <a:pt x="9447925" y="278636"/>
                  </a:lnTo>
                  <a:lnTo>
                    <a:pt x="9394370" y="314146"/>
                  </a:lnTo>
                  <a:lnTo>
                    <a:pt x="9347647" y="349375"/>
                  </a:lnTo>
                  <a:lnTo>
                    <a:pt x="9298730" y="390634"/>
                  </a:lnTo>
                  <a:lnTo>
                    <a:pt x="9251120" y="435184"/>
                  </a:lnTo>
                  <a:lnTo>
                    <a:pt x="9204432" y="483090"/>
                  </a:lnTo>
                  <a:lnTo>
                    <a:pt x="9158359" y="534353"/>
                  </a:lnTo>
                  <a:lnTo>
                    <a:pt x="9112665" y="588900"/>
                  </a:lnTo>
                  <a:lnTo>
                    <a:pt x="9067170" y="646582"/>
                  </a:lnTo>
                  <a:lnTo>
                    <a:pt x="9021746" y="707168"/>
                  </a:lnTo>
                  <a:lnTo>
                    <a:pt x="8976308" y="770343"/>
                  </a:lnTo>
                  <a:lnTo>
                    <a:pt x="8930812" y="835716"/>
                  </a:lnTo>
                  <a:lnTo>
                    <a:pt x="8885240" y="902825"/>
                  </a:lnTo>
                  <a:lnTo>
                    <a:pt x="8839603" y="971148"/>
                  </a:lnTo>
                  <a:lnTo>
                    <a:pt x="8793927" y="1040125"/>
                  </a:lnTo>
                  <a:lnTo>
                    <a:pt x="8748247" y="1109170"/>
                  </a:lnTo>
                  <a:lnTo>
                    <a:pt x="8702598" y="1177697"/>
                  </a:lnTo>
                  <a:lnTo>
                    <a:pt x="8657010" y="1245134"/>
                  </a:lnTo>
                  <a:lnTo>
                    <a:pt x="8611496" y="1310953"/>
                  </a:lnTo>
                  <a:lnTo>
                    <a:pt x="8566048" y="1374674"/>
                  </a:lnTo>
                  <a:lnTo>
                    <a:pt x="8520627" y="1435891"/>
                  </a:lnTo>
                  <a:lnTo>
                    <a:pt x="8475158" y="1494269"/>
                  </a:lnTo>
                  <a:lnTo>
                    <a:pt x="8429523" y="1549558"/>
                  </a:lnTo>
                  <a:lnTo>
                    <a:pt x="8383557" y="1601590"/>
                  </a:lnTo>
                  <a:lnTo>
                    <a:pt x="8337036" y="1650276"/>
                  </a:lnTo>
                  <a:lnTo>
                    <a:pt x="8289671" y="1695599"/>
                  </a:lnTo>
                  <a:lnTo>
                    <a:pt x="8241096" y="1737612"/>
                  </a:lnTo>
                  <a:lnTo>
                    <a:pt x="8229629" y="1746878"/>
                  </a:lnTo>
                  <a:lnTo>
                    <a:pt x="8178235" y="1785408"/>
                  </a:lnTo>
                  <a:lnTo>
                    <a:pt x="8124440" y="1820625"/>
                  </a:lnTo>
                  <a:lnTo>
                    <a:pt x="8067581" y="1852645"/>
                  </a:lnTo>
                  <a:lnTo>
                    <a:pt x="8006928" y="1881690"/>
                  </a:lnTo>
                  <a:lnTo>
                    <a:pt x="7941723" y="1908031"/>
                  </a:lnTo>
                  <a:lnTo>
                    <a:pt x="7871224" y="1931944"/>
                  </a:lnTo>
                  <a:lnTo>
                    <a:pt x="7794749" y="1953692"/>
                  </a:lnTo>
                  <a:lnTo>
                    <a:pt x="7711743" y="1973507"/>
                  </a:lnTo>
                  <a:lnTo>
                    <a:pt x="7621864" y="1991582"/>
                  </a:lnTo>
                  <a:lnTo>
                    <a:pt x="7525096" y="2008065"/>
                  </a:lnTo>
                  <a:lnTo>
                    <a:pt x="7421876" y="2023062"/>
                  </a:lnTo>
                  <a:lnTo>
                    <a:pt x="7313239" y="2036632"/>
                  </a:lnTo>
                  <a:lnTo>
                    <a:pt x="7200940" y="2048793"/>
                  </a:lnTo>
                  <a:lnTo>
                    <a:pt x="7087513" y="2059534"/>
                  </a:lnTo>
                  <a:lnTo>
                    <a:pt x="6976230" y="2068826"/>
                  </a:lnTo>
                  <a:lnTo>
                    <a:pt x="6870891" y="2076642"/>
                  </a:lnTo>
                  <a:lnTo>
                    <a:pt x="6775440" y="2082979"/>
                  </a:lnTo>
                  <a:lnTo>
                    <a:pt x="6693446" y="2087881"/>
                  </a:lnTo>
                  <a:lnTo>
                    <a:pt x="6627529" y="2091447"/>
                  </a:lnTo>
                  <a:lnTo>
                    <a:pt x="6578889" y="2093839"/>
                  </a:lnTo>
                  <a:lnTo>
                    <a:pt x="6547028" y="2095269"/>
                  </a:lnTo>
                  <a:lnTo>
                    <a:pt x="6529730" y="2095979"/>
                  </a:lnTo>
                  <a:lnTo>
                    <a:pt x="6523222" y="2096224"/>
                  </a:lnTo>
                  <a:lnTo>
                    <a:pt x="6522385" y="2096253"/>
                  </a:lnTo>
                  <a:lnTo>
                    <a:pt x="5527445" y="2096253"/>
                  </a:lnTo>
                  <a:lnTo>
                    <a:pt x="5526311" y="2096244"/>
                  </a:lnTo>
                  <a:lnTo>
                    <a:pt x="5518823" y="2096179"/>
                  </a:lnTo>
                  <a:lnTo>
                    <a:pt x="5499847" y="2096000"/>
                  </a:lnTo>
                  <a:lnTo>
                    <a:pt x="5465670" y="2095648"/>
                  </a:lnTo>
                  <a:lnTo>
                    <a:pt x="5414224" y="2095065"/>
                  </a:lnTo>
                  <a:lnTo>
                    <a:pt x="5345233" y="2094204"/>
                  </a:lnTo>
                  <a:lnTo>
                    <a:pt x="5260166" y="2093028"/>
                  </a:lnTo>
                  <a:lnTo>
                    <a:pt x="5161903" y="2091518"/>
                  </a:lnTo>
                  <a:lnTo>
                    <a:pt x="5054220" y="2089664"/>
                  </a:lnTo>
                  <a:lnTo>
                    <a:pt x="4941186" y="2087468"/>
                  </a:lnTo>
                  <a:lnTo>
                    <a:pt x="4826637" y="2084937"/>
                  </a:lnTo>
                  <a:lnTo>
                    <a:pt x="4713808" y="2082079"/>
                  </a:lnTo>
                  <a:lnTo>
                    <a:pt x="4605146" y="2078893"/>
                  </a:lnTo>
                  <a:lnTo>
                    <a:pt x="4502292" y="2075374"/>
                  </a:lnTo>
                  <a:lnTo>
                    <a:pt x="4406164" y="2071505"/>
                  </a:lnTo>
                  <a:lnTo>
                    <a:pt x="4317093" y="2067260"/>
                  </a:lnTo>
                  <a:lnTo>
                    <a:pt x="4234969" y="2062602"/>
                  </a:lnTo>
                  <a:lnTo>
                    <a:pt x="4159376" y="2057482"/>
                  </a:lnTo>
                  <a:lnTo>
                    <a:pt x="4089702" y="2051844"/>
                  </a:lnTo>
                  <a:lnTo>
                    <a:pt x="4025222" y="2045626"/>
                  </a:lnTo>
                  <a:lnTo>
                    <a:pt x="3965162" y="2038762"/>
                  </a:lnTo>
                  <a:lnTo>
                    <a:pt x="3908748" y="2031191"/>
                  </a:lnTo>
                  <a:lnTo>
                    <a:pt x="3855243" y="2022867"/>
                  </a:lnTo>
                  <a:lnTo>
                    <a:pt x="3820202" y="2016770"/>
                  </a:lnTo>
                  <a:lnTo>
                    <a:pt x="3759714" y="2005012"/>
                  </a:lnTo>
                  <a:lnTo>
                    <a:pt x="3701090" y="1992094"/>
                  </a:lnTo>
                  <a:lnTo>
                    <a:pt x="3643649" y="1977999"/>
                  </a:lnTo>
                  <a:lnTo>
                    <a:pt x="3586886" y="1962745"/>
                  </a:lnTo>
                  <a:lnTo>
                    <a:pt x="3530443" y="1946392"/>
                  </a:lnTo>
                  <a:lnTo>
                    <a:pt x="3474080" y="1929043"/>
                  </a:lnTo>
                  <a:lnTo>
                    <a:pt x="3417660" y="1910845"/>
                  </a:lnTo>
                  <a:lnTo>
                    <a:pt x="3361131" y="1891988"/>
                  </a:lnTo>
                  <a:lnTo>
                    <a:pt x="3304500" y="1872692"/>
                  </a:lnTo>
                  <a:lnTo>
                    <a:pt x="3247817" y="1853201"/>
                  </a:lnTo>
                  <a:lnTo>
                    <a:pt x="3191151" y="1833771"/>
                  </a:lnTo>
                  <a:lnTo>
                    <a:pt x="3134563" y="1814653"/>
                  </a:lnTo>
                  <a:lnTo>
                    <a:pt x="3078088" y="1796081"/>
                  </a:lnTo>
                  <a:lnTo>
                    <a:pt x="3021707" y="1778263"/>
                  </a:lnTo>
                  <a:lnTo>
                    <a:pt x="2965329" y="1761368"/>
                  </a:lnTo>
                  <a:lnTo>
                    <a:pt x="2908771" y="1745523"/>
                  </a:lnTo>
                  <a:lnTo>
                    <a:pt x="2851741" y="1730811"/>
                  </a:lnTo>
                  <a:lnTo>
                    <a:pt x="2793815" y="1717272"/>
                  </a:lnTo>
                  <a:lnTo>
                    <a:pt x="2734409" y="1704906"/>
                  </a:lnTo>
                  <a:lnTo>
                    <a:pt x="2702183" y="1698838"/>
                  </a:lnTo>
                  <a:lnTo>
                    <a:pt x="2650276" y="1689991"/>
                  </a:lnTo>
                  <a:lnTo>
                    <a:pt x="2595916" y="1681912"/>
                  </a:lnTo>
                  <a:lnTo>
                    <a:pt x="2538417" y="1674573"/>
                  </a:lnTo>
                  <a:lnTo>
                    <a:pt x="2477026" y="1667923"/>
                  </a:lnTo>
                  <a:lnTo>
                    <a:pt x="2410965" y="1661898"/>
                  </a:lnTo>
                  <a:lnTo>
                    <a:pt x="2339470" y="1656433"/>
                  </a:lnTo>
                  <a:lnTo>
                    <a:pt x="2261844" y="1651467"/>
                  </a:lnTo>
                  <a:lnTo>
                    <a:pt x="2177527" y="1646945"/>
                  </a:lnTo>
                  <a:lnTo>
                    <a:pt x="2086190" y="1642825"/>
                  </a:lnTo>
                  <a:lnTo>
                    <a:pt x="1987846" y="1639070"/>
                  </a:lnTo>
                  <a:lnTo>
                    <a:pt x="1882999" y="1635659"/>
                  </a:lnTo>
                  <a:lnTo>
                    <a:pt x="1772786" y="1632579"/>
                  </a:lnTo>
                  <a:lnTo>
                    <a:pt x="1659100" y="1629824"/>
                  </a:lnTo>
                  <a:lnTo>
                    <a:pt x="1544650" y="1627400"/>
                  </a:lnTo>
                  <a:lnTo>
                    <a:pt x="1432892" y="1625314"/>
                  </a:lnTo>
                  <a:lnTo>
                    <a:pt x="1327786" y="1623570"/>
                  </a:lnTo>
                  <a:lnTo>
                    <a:pt x="1233370" y="1622168"/>
                  </a:lnTo>
                  <a:lnTo>
                    <a:pt x="1153198" y="1621096"/>
                  </a:lnTo>
                  <a:lnTo>
                    <a:pt x="1089747" y="1620329"/>
                  </a:lnTo>
                  <a:lnTo>
                    <a:pt x="1043950" y="1619826"/>
                  </a:lnTo>
                  <a:lnTo>
                    <a:pt x="1014951" y="1619535"/>
                  </a:lnTo>
                  <a:lnTo>
                    <a:pt x="1000132" y="1619399"/>
                  </a:lnTo>
                  <a:lnTo>
                    <a:pt x="995302" y="1619358"/>
                  </a:lnTo>
                  <a:lnTo>
                    <a:pt x="994940" y="1619355"/>
                  </a:lnTo>
                  <a:lnTo>
                    <a:pt x="0" y="1619355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01" name="pl1500"/>
            <p:cNvSpPr/>
            <p:nvPr/>
          </p:nvSpPr>
          <p:spPr>
            <a:xfrm>
              <a:off x="1199187" y="3699723"/>
              <a:ext cx="12049831" cy="2096253"/>
            </a:xfrm>
            <a:custGeom>
              <a:avLst/>
              <a:pathLst>
                <a:path w="12049831" h="2096253">
                  <a:moveTo>
                    <a:pt x="0" y="1619355"/>
                  </a:moveTo>
                  <a:lnTo>
                    <a:pt x="994940" y="1619355"/>
                  </a:lnTo>
                  <a:lnTo>
                    <a:pt x="996074" y="1619365"/>
                  </a:lnTo>
                  <a:lnTo>
                    <a:pt x="1003562" y="1619429"/>
                  </a:lnTo>
                  <a:lnTo>
                    <a:pt x="1022538" y="1619608"/>
                  </a:lnTo>
                  <a:lnTo>
                    <a:pt x="1056715" y="1619961"/>
                  </a:lnTo>
                  <a:lnTo>
                    <a:pt x="1108161" y="1620544"/>
                  </a:lnTo>
                  <a:lnTo>
                    <a:pt x="1177152" y="1621405"/>
                  </a:lnTo>
                  <a:lnTo>
                    <a:pt x="1262219" y="1622580"/>
                  </a:lnTo>
                  <a:lnTo>
                    <a:pt x="1360482" y="1624091"/>
                  </a:lnTo>
                  <a:lnTo>
                    <a:pt x="1468165" y="1625945"/>
                  </a:lnTo>
                  <a:lnTo>
                    <a:pt x="1581199" y="1628141"/>
                  </a:lnTo>
                  <a:lnTo>
                    <a:pt x="1695748" y="1630671"/>
                  </a:lnTo>
                  <a:lnTo>
                    <a:pt x="1808577" y="1633530"/>
                  </a:lnTo>
                  <a:lnTo>
                    <a:pt x="1917239" y="1636716"/>
                  </a:lnTo>
                  <a:lnTo>
                    <a:pt x="2020093" y="1640235"/>
                  </a:lnTo>
                  <a:lnTo>
                    <a:pt x="2116221" y="1644103"/>
                  </a:lnTo>
                  <a:lnTo>
                    <a:pt x="2205292" y="1648348"/>
                  </a:lnTo>
                  <a:lnTo>
                    <a:pt x="2287416" y="1653007"/>
                  </a:lnTo>
                  <a:lnTo>
                    <a:pt x="2363009" y="1658127"/>
                  </a:lnTo>
                  <a:lnTo>
                    <a:pt x="2432683" y="1663764"/>
                  </a:lnTo>
                  <a:lnTo>
                    <a:pt x="2497163" y="1669983"/>
                  </a:lnTo>
                  <a:lnTo>
                    <a:pt x="2557223" y="1676847"/>
                  </a:lnTo>
                  <a:lnTo>
                    <a:pt x="2613637" y="1684417"/>
                  </a:lnTo>
                  <a:lnTo>
                    <a:pt x="2667142" y="1692741"/>
                  </a:lnTo>
                  <a:lnTo>
                    <a:pt x="2702183" y="1698838"/>
                  </a:lnTo>
                  <a:lnTo>
                    <a:pt x="2762671" y="1710597"/>
                  </a:lnTo>
                  <a:lnTo>
                    <a:pt x="2821295" y="1723514"/>
                  </a:lnTo>
                  <a:lnTo>
                    <a:pt x="2878736" y="1737609"/>
                  </a:lnTo>
                  <a:lnTo>
                    <a:pt x="2935499" y="1752864"/>
                  </a:lnTo>
                  <a:lnTo>
                    <a:pt x="2991942" y="1769217"/>
                  </a:lnTo>
                  <a:lnTo>
                    <a:pt x="3048305" y="1786566"/>
                  </a:lnTo>
                  <a:lnTo>
                    <a:pt x="3104725" y="1804763"/>
                  </a:lnTo>
                  <a:lnTo>
                    <a:pt x="3161254" y="1823620"/>
                  </a:lnTo>
                  <a:lnTo>
                    <a:pt x="3217885" y="1842917"/>
                  </a:lnTo>
                  <a:lnTo>
                    <a:pt x="3274568" y="1862407"/>
                  </a:lnTo>
                  <a:lnTo>
                    <a:pt x="3331234" y="1881838"/>
                  </a:lnTo>
                  <a:lnTo>
                    <a:pt x="3387822" y="1900956"/>
                  </a:lnTo>
                  <a:lnTo>
                    <a:pt x="3444297" y="1919527"/>
                  </a:lnTo>
                  <a:lnTo>
                    <a:pt x="3500678" y="1937345"/>
                  </a:lnTo>
                  <a:lnTo>
                    <a:pt x="3557056" y="1954240"/>
                  </a:lnTo>
                  <a:lnTo>
                    <a:pt x="3613614" y="1970085"/>
                  </a:lnTo>
                  <a:lnTo>
                    <a:pt x="3670644" y="1984797"/>
                  </a:lnTo>
                  <a:lnTo>
                    <a:pt x="3728570" y="1998336"/>
                  </a:lnTo>
                  <a:lnTo>
                    <a:pt x="3787976" y="2010703"/>
                  </a:lnTo>
                  <a:lnTo>
                    <a:pt x="3820202" y="2016770"/>
                  </a:lnTo>
                  <a:lnTo>
                    <a:pt x="3872109" y="2025618"/>
                  </a:lnTo>
                  <a:lnTo>
                    <a:pt x="3926469" y="2033697"/>
                  </a:lnTo>
                  <a:lnTo>
                    <a:pt x="3983968" y="2041035"/>
                  </a:lnTo>
                  <a:lnTo>
                    <a:pt x="4045359" y="2047685"/>
                  </a:lnTo>
                  <a:lnTo>
                    <a:pt x="4111420" y="2053710"/>
                  </a:lnTo>
                  <a:lnTo>
                    <a:pt x="4182915" y="2059176"/>
                  </a:lnTo>
                  <a:lnTo>
                    <a:pt x="4260541" y="2064142"/>
                  </a:lnTo>
                  <a:lnTo>
                    <a:pt x="4344858" y="2068663"/>
                  </a:lnTo>
                  <a:lnTo>
                    <a:pt x="4436195" y="2072784"/>
                  </a:lnTo>
                  <a:lnTo>
                    <a:pt x="4534539" y="2076538"/>
                  </a:lnTo>
                  <a:lnTo>
                    <a:pt x="4639386" y="2079949"/>
                  </a:lnTo>
                  <a:lnTo>
                    <a:pt x="4749599" y="2083030"/>
                  </a:lnTo>
                  <a:lnTo>
                    <a:pt x="4863285" y="2085784"/>
                  </a:lnTo>
                  <a:lnTo>
                    <a:pt x="4977735" y="2088208"/>
                  </a:lnTo>
                  <a:lnTo>
                    <a:pt x="5089493" y="2090295"/>
                  </a:lnTo>
                  <a:lnTo>
                    <a:pt x="5194599" y="2092039"/>
                  </a:lnTo>
                  <a:lnTo>
                    <a:pt x="5289015" y="2093441"/>
                  </a:lnTo>
                  <a:lnTo>
                    <a:pt x="5369187" y="2094512"/>
                  </a:lnTo>
                  <a:lnTo>
                    <a:pt x="5432638" y="2095280"/>
                  </a:lnTo>
                  <a:lnTo>
                    <a:pt x="5478435" y="2095783"/>
                  </a:lnTo>
                  <a:lnTo>
                    <a:pt x="5507434" y="2096074"/>
                  </a:lnTo>
                  <a:lnTo>
                    <a:pt x="5522253" y="2096210"/>
                  </a:lnTo>
                  <a:lnTo>
                    <a:pt x="5527083" y="2096250"/>
                  </a:lnTo>
                  <a:lnTo>
                    <a:pt x="5527445" y="2096253"/>
                  </a:lnTo>
                  <a:lnTo>
                    <a:pt x="6522385" y="2096253"/>
                  </a:lnTo>
                  <a:lnTo>
                    <a:pt x="6523488" y="2096214"/>
                  </a:lnTo>
                  <a:lnTo>
                    <a:pt x="6530769" y="2095938"/>
                  </a:lnTo>
                  <a:lnTo>
                    <a:pt x="6549234" y="2095174"/>
                  </a:lnTo>
                  <a:lnTo>
                    <a:pt x="6582525" y="2093669"/>
                  </a:lnTo>
                  <a:lnTo>
                    <a:pt x="6632712" y="2091180"/>
                  </a:lnTo>
                  <a:lnTo>
                    <a:pt x="6700134" y="2087500"/>
                  </a:lnTo>
                  <a:lnTo>
                    <a:pt x="6783453" y="2082473"/>
                  </a:lnTo>
                  <a:lnTo>
                    <a:pt x="6879940" y="2076005"/>
                  </a:lnTo>
                  <a:lnTo>
                    <a:pt x="6985971" y="2068057"/>
                  </a:lnTo>
                  <a:lnTo>
                    <a:pt x="7097593" y="2058635"/>
                  </a:lnTo>
                  <a:lnTo>
                    <a:pt x="7211042" y="2047766"/>
                  </a:lnTo>
                  <a:lnTo>
                    <a:pt x="7323107" y="2035479"/>
                  </a:lnTo>
                  <a:lnTo>
                    <a:pt x="7431321" y="2021783"/>
                  </a:lnTo>
                  <a:lnTo>
                    <a:pt x="7533998" y="2006657"/>
                  </a:lnTo>
                  <a:lnTo>
                    <a:pt x="7630162" y="1990036"/>
                  </a:lnTo>
                  <a:lnTo>
                    <a:pt x="7719421" y="1971813"/>
                  </a:lnTo>
                  <a:lnTo>
                    <a:pt x="7801827" y="1951835"/>
                  </a:lnTo>
                  <a:lnTo>
                    <a:pt x="7877744" y="1929903"/>
                  </a:lnTo>
                  <a:lnTo>
                    <a:pt x="7947742" y="1905785"/>
                  </a:lnTo>
                  <a:lnTo>
                    <a:pt x="8012510" y="1879214"/>
                  </a:lnTo>
                  <a:lnTo>
                    <a:pt x="8072795" y="1849914"/>
                  </a:lnTo>
                  <a:lnTo>
                    <a:pt x="8129351" y="1817617"/>
                  </a:lnTo>
                  <a:lnTo>
                    <a:pt x="8182906" y="1782107"/>
                  </a:lnTo>
                  <a:lnTo>
                    <a:pt x="8229629" y="1746878"/>
                  </a:lnTo>
                  <a:lnTo>
                    <a:pt x="8278547" y="1705618"/>
                  </a:lnTo>
                  <a:lnTo>
                    <a:pt x="8326156" y="1661068"/>
                  </a:lnTo>
                  <a:lnTo>
                    <a:pt x="8372844" y="1613162"/>
                  </a:lnTo>
                  <a:lnTo>
                    <a:pt x="8418917" y="1561900"/>
                  </a:lnTo>
                  <a:lnTo>
                    <a:pt x="8464612" y="1507353"/>
                  </a:lnTo>
                  <a:lnTo>
                    <a:pt x="8510107" y="1449670"/>
                  </a:lnTo>
                  <a:lnTo>
                    <a:pt x="8555531" y="1389085"/>
                  </a:lnTo>
                  <a:lnTo>
                    <a:pt x="8600968" y="1325909"/>
                  </a:lnTo>
                  <a:lnTo>
                    <a:pt x="8646465" y="1260536"/>
                  </a:lnTo>
                  <a:lnTo>
                    <a:pt x="8692036" y="1193428"/>
                  </a:lnTo>
                  <a:lnTo>
                    <a:pt x="8737673" y="1125104"/>
                  </a:lnTo>
                  <a:lnTo>
                    <a:pt x="8783349" y="1056127"/>
                  </a:lnTo>
                  <a:lnTo>
                    <a:pt x="8829030" y="987082"/>
                  </a:lnTo>
                  <a:lnTo>
                    <a:pt x="8874679" y="918556"/>
                  </a:lnTo>
                  <a:lnTo>
                    <a:pt x="8920267" y="851118"/>
                  </a:lnTo>
                  <a:lnTo>
                    <a:pt x="8965780" y="785300"/>
                  </a:lnTo>
                  <a:lnTo>
                    <a:pt x="9011229" y="721578"/>
                  </a:lnTo>
                  <a:lnTo>
                    <a:pt x="9056650" y="660362"/>
                  </a:lnTo>
                  <a:lnTo>
                    <a:pt x="9102119" y="601984"/>
                  </a:lnTo>
                  <a:lnTo>
                    <a:pt x="9147753" y="546695"/>
                  </a:lnTo>
                  <a:lnTo>
                    <a:pt x="9193719" y="494662"/>
                  </a:lnTo>
                  <a:lnTo>
                    <a:pt x="9240241" y="445977"/>
                  </a:lnTo>
                  <a:lnTo>
                    <a:pt x="9287606" y="400653"/>
                  </a:lnTo>
                  <a:lnTo>
                    <a:pt x="9336181" y="358641"/>
                  </a:lnTo>
                  <a:lnTo>
                    <a:pt x="9347647" y="349375"/>
                  </a:lnTo>
                  <a:lnTo>
                    <a:pt x="9399042" y="310845"/>
                  </a:lnTo>
                  <a:lnTo>
                    <a:pt x="9452836" y="275628"/>
                  </a:lnTo>
                  <a:lnTo>
                    <a:pt x="9509695" y="243608"/>
                  </a:lnTo>
                  <a:lnTo>
                    <a:pt x="9570349" y="214562"/>
                  </a:lnTo>
                  <a:lnTo>
                    <a:pt x="9635553" y="188222"/>
                  </a:lnTo>
                  <a:lnTo>
                    <a:pt x="9706052" y="164308"/>
                  </a:lnTo>
                  <a:lnTo>
                    <a:pt x="9782528" y="142560"/>
                  </a:lnTo>
                  <a:lnTo>
                    <a:pt x="9865534" y="122745"/>
                  </a:lnTo>
                  <a:lnTo>
                    <a:pt x="9955412" y="104671"/>
                  </a:lnTo>
                  <a:lnTo>
                    <a:pt x="10052180" y="88187"/>
                  </a:lnTo>
                  <a:lnTo>
                    <a:pt x="10155400" y="73190"/>
                  </a:lnTo>
                  <a:lnTo>
                    <a:pt x="10264037" y="59621"/>
                  </a:lnTo>
                  <a:lnTo>
                    <a:pt x="10376337" y="47460"/>
                  </a:lnTo>
                  <a:lnTo>
                    <a:pt x="10489764" y="36719"/>
                  </a:lnTo>
                  <a:lnTo>
                    <a:pt x="10601046" y="27427"/>
                  </a:lnTo>
                  <a:lnTo>
                    <a:pt x="10706386" y="19611"/>
                  </a:lnTo>
                  <a:lnTo>
                    <a:pt x="10801836" y="13273"/>
                  </a:lnTo>
                  <a:lnTo>
                    <a:pt x="10883831" y="8372"/>
                  </a:lnTo>
                  <a:lnTo>
                    <a:pt x="10949747" y="4805"/>
                  </a:lnTo>
                  <a:lnTo>
                    <a:pt x="10998388" y="2413"/>
                  </a:lnTo>
                  <a:lnTo>
                    <a:pt x="11030248" y="984"/>
                  </a:lnTo>
                  <a:lnTo>
                    <a:pt x="11047547" y="274"/>
                  </a:lnTo>
                  <a:lnTo>
                    <a:pt x="11054054" y="29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2" name="pl1501"/>
            <p:cNvSpPr/>
            <p:nvPr/>
          </p:nvSpPr>
          <p:spPr>
            <a:xfrm>
              <a:off x="1199187" y="3694482"/>
              <a:ext cx="12049831" cy="2096253"/>
            </a:xfrm>
            <a:custGeom>
              <a:avLst/>
              <a:pathLst>
                <a:path w="12049831" h="2096253">
                  <a:moveTo>
                    <a:pt x="12049831" y="0"/>
                  </a:moveTo>
                  <a:lnTo>
                    <a:pt x="11054891" y="0"/>
                  </a:lnTo>
                  <a:lnTo>
                    <a:pt x="11053788" y="38"/>
                  </a:lnTo>
                  <a:lnTo>
                    <a:pt x="11046508" y="315"/>
                  </a:lnTo>
                  <a:lnTo>
                    <a:pt x="11028043" y="1079"/>
                  </a:lnTo>
                  <a:lnTo>
                    <a:pt x="10994751" y="2584"/>
                  </a:lnTo>
                  <a:lnTo>
                    <a:pt x="10944565" y="5073"/>
                  </a:lnTo>
                  <a:lnTo>
                    <a:pt x="10877142" y="8753"/>
                  </a:lnTo>
                  <a:lnTo>
                    <a:pt x="10793823" y="13779"/>
                  </a:lnTo>
                  <a:lnTo>
                    <a:pt x="10697337" y="20248"/>
                  </a:lnTo>
                  <a:lnTo>
                    <a:pt x="10591306" y="28196"/>
                  </a:lnTo>
                  <a:lnTo>
                    <a:pt x="10479683" y="37618"/>
                  </a:lnTo>
                  <a:lnTo>
                    <a:pt x="10366234" y="48487"/>
                  </a:lnTo>
                  <a:lnTo>
                    <a:pt x="10254169" y="60774"/>
                  </a:lnTo>
                  <a:lnTo>
                    <a:pt x="10145956" y="74469"/>
                  </a:lnTo>
                  <a:lnTo>
                    <a:pt x="10043279" y="89596"/>
                  </a:lnTo>
                  <a:lnTo>
                    <a:pt x="9947115" y="106216"/>
                  </a:lnTo>
                  <a:lnTo>
                    <a:pt x="9857856" y="124439"/>
                  </a:lnTo>
                  <a:lnTo>
                    <a:pt x="9775450" y="144418"/>
                  </a:lnTo>
                  <a:lnTo>
                    <a:pt x="9699532" y="166349"/>
                  </a:lnTo>
                  <a:lnTo>
                    <a:pt x="9629534" y="190468"/>
                  </a:lnTo>
                  <a:lnTo>
                    <a:pt x="9564766" y="217038"/>
                  </a:lnTo>
                  <a:lnTo>
                    <a:pt x="9504482" y="246339"/>
                  </a:lnTo>
                  <a:lnTo>
                    <a:pt x="9447925" y="278636"/>
                  </a:lnTo>
                  <a:lnTo>
                    <a:pt x="9394370" y="314146"/>
                  </a:lnTo>
                  <a:lnTo>
                    <a:pt x="9347647" y="349375"/>
                  </a:lnTo>
                  <a:lnTo>
                    <a:pt x="9298730" y="390634"/>
                  </a:lnTo>
                  <a:lnTo>
                    <a:pt x="9251120" y="435184"/>
                  </a:lnTo>
                  <a:lnTo>
                    <a:pt x="9204432" y="483090"/>
                  </a:lnTo>
                  <a:lnTo>
                    <a:pt x="9158359" y="534353"/>
                  </a:lnTo>
                  <a:lnTo>
                    <a:pt x="9112665" y="588900"/>
                  </a:lnTo>
                  <a:lnTo>
                    <a:pt x="9067170" y="646582"/>
                  </a:lnTo>
                  <a:lnTo>
                    <a:pt x="9021746" y="707168"/>
                  </a:lnTo>
                  <a:lnTo>
                    <a:pt x="8976308" y="770343"/>
                  </a:lnTo>
                  <a:lnTo>
                    <a:pt x="8930812" y="835716"/>
                  </a:lnTo>
                  <a:lnTo>
                    <a:pt x="8885240" y="902825"/>
                  </a:lnTo>
                  <a:lnTo>
                    <a:pt x="8839603" y="971148"/>
                  </a:lnTo>
                  <a:lnTo>
                    <a:pt x="8793927" y="1040125"/>
                  </a:lnTo>
                  <a:lnTo>
                    <a:pt x="8748247" y="1109170"/>
                  </a:lnTo>
                  <a:lnTo>
                    <a:pt x="8702598" y="1177697"/>
                  </a:lnTo>
                  <a:lnTo>
                    <a:pt x="8657010" y="1245134"/>
                  </a:lnTo>
                  <a:lnTo>
                    <a:pt x="8611496" y="1310953"/>
                  </a:lnTo>
                  <a:lnTo>
                    <a:pt x="8566048" y="1374674"/>
                  </a:lnTo>
                  <a:lnTo>
                    <a:pt x="8520627" y="1435891"/>
                  </a:lnTo>
                  <a:lnTo>
                    <a:pt x="8475158" y="1494269"/>
                  </a:lnTo>
                  <a:lnTo>
                    <a:pt x="8429523" y="1549558"/>
                  </a:lnTo>
                  <a:lnTo>
                    <a:pt x="8383557" y="1601590"/>
                  </a:lnTo>
                  <a:lnTo>
                    <a:pt x="8337036" y="1650276"/>
                  </a:lnTo>
                  <a:lnTo>
                    <a:pt x="8289671" y="1695599"/>
                  </a:lnTo>
                  <a:lnTo>
                    <a:pt x="8241096" y="1737612"/>
                  </a:lnTo>
                  <a:lnTo>
                    <a:pt x="8229629" y="1746878"/>
                  </a:lnTo>
                  <a:lnTo>
                    <a:pt x="8178235" y="1785408"/>
                  </a:lnTo>
                  <a:lnTo>
                    <a:pt x="8124440" y="1820625"/>
                  </a:lnTo>
                  <a:lnTo>
                    <a:pt x="8067581" y="1852645"/>
                  </a:lnTo>
                  <a:lnTo>
                    <a:pt x="8006928" y="1881690"/>
                  </a:lnTo>
                  <a:lnTo>
                    <a:pt x="7941723" y="1908031"/>
                  </a:lnTo>
                  <a:lnTo>
                    <a:pt x="7871224" y="1931944"/>
                  </a:lnTo>
                  <a:lnTo>
                    <a:pt x="7794749" y="1953692"/>
                  </a:lnTo>
                  <a:lnTo>
                    <a:pt x="7711743" y="1973507"/>
                  </a:lnTo>
                  <a:lnTo>
                    <a:pt x="7621864" y="1991582"/>
                  </a:lnTo>
                  <a:lnTo>
                    <a:pt x="7525096" y="2008065"/>
                  </a:lnTo>
                  <a:lnTo>
                    <a:pt x="7421876" y="2023062"/>
                  </a:lnTo>
                  <a:lnTo>
                    <a:pt x="7313239" y="2036632"/>
                  </a:lnTo>
                  <a:lnTo>
                    <a:pt x="7200940" y="2048793"/>
                  </a:lnTo>
                  <a:lnTo>
                    <a:pt x="7087513" y="2059534"/>
                  </a:lnTo>
                  <a:lnTo>
                    <a:pt x="6976230" y="2068826"/>
                  </a:lnTo>
                  <a:lnTo>
                    <a:pt x="6870891" y="2076642"/>
                  </a:lnTo>
                  <a:lnTo>
                    <a:pt x="6775440" y="2082979"/>
                  </a:lnTo>
                  <a:lnTo>
                    <a:pt x="6693446" y="2087881"/>
                  </a:lnTo>
                  <a:lnTo>
                    <a:pt x="6627529" y="2091447"/>
                  </a:lnTo>
                  <a:lnTo>
                    <a:pt x="6578889" y="2093839"/>
                  </a:lnTo>
                  <a:lnTo>
                    <a:pt x="6547028" y="2095269"/>
                  </a:lnTo>
                  <a:lnTo>
                    <a:pt x="6529730" y="2095979"/>
                  </a:lnTo>
                  <a:lnTo>
                    <a:pt x="6523222" y="2096224"/>
                  </a:lnTo>
                  <a:lnTo>
                    <a:pt x="6522385" y="2096253"/>
                  </a:lnTo>
                  <a:lnTo>
                    <a:pt x="5527445" y="2096253"/>
                  </a:lnTo>
                  <a:lnTo>
                    <a:pt x="5526311" y="2096244"/>
                  </a:lnTo>
                  <a:lnTo>
                    <a:pt x="5518823" y="2096179"/>
                  </a:lnTo>
                  <a:lnTo>
                    <a:pt x="5499847" y="2096000"/>
                  </a:lnTo>
                  <a:lnTo>
                    <a:pt x="5465670" y="2095648"/>
                  </a:lnTo>
                  <a:lnTo>
                    <a:pt x="5414224" y="2095065"/>
                  </a:lnTo>
                  <a:lnTo>
                    <a:pt x="5345233" y="2094204"/>
                  </a:lnTo>
                  <a:lnTo>
                    <a:pt x="5260166" y="2093028"/>
                  </a:lnTo>
                  <a:lnTo>
                    <a:pt x="5161903" y="2091518"/>
                  </a:lnTo>
                  <a:lnTo>
                    <a:pt x="5054220" y="2089664"/>
                  </a:lnTo>
                  <a:lnTo>
                    <a:pt x="4941186" y="2087468"/>
                  </a:lnTo>
                  <a:lnTo>
                    <a:pt x="4826637" y="2084937"/>
                  </a:lnTo>
                  <a:lnTo>
                    <a:pt x="4713808" y="2082079"/>
                  </a:lnTo>
                  <a:lnTo>
                    <a:pt x="4605146" y="2078893"/>
                  </a:lnTo>
                  <a:lnTo>
                    <a:pt x="4502292" y="2075374"/>
                  </a:lnTo>
                  <a:lnTo>
                    <a:pt x="4406164" y="2071505"/>
                  </a:lnTo>
                  <a:lnTo>
                    <a:pt x="4317093" y="2067260"/>
                  </a:lnTo>
                  <a:lnTo>
                    <a:pt x="4234969" y="2062602"/>
                  </a:lnTo>
                  <a:lnTo>
                    <a:pt x="4159376" y="2057482"/>
                  </a:lnTo>
                  <a:lnTo>
                    <a:pt x="4089702" y="2051844"/>
                  </a:lnTo>
                  <a:lnTo>
                    <a:pt x="4025222" y="2045626"/>
                  </a:lnTo>
                  <a:lnTo>
                    <a:pt x="3965162" y="2038762"/>
                  </a:lnTo>
                  <a:lnTo>
                    <a:pt x="3908748" y="2031191"/>
                  </a:lnTo>
                  <a:lnTo>
                    <a:pt x="3855243" y="2022867"/>
                  </a:lnTo>
                  <a:lnTo>
                    <a:pt x="3820202" y="2016770"/>
                  </a:lnTo>
                  <a:lnTo>
                    <a:pt x="3759714" y="2005012"/>
                  </a:lnTo>
                  <a:lnTo>
                    <a:pt x="3701090" y="1992094"/>
                  </a:lnTo>
                  <a:lnTo>
                    <a:pt x="3643649" y="1977999"/>
                  </a:lnTo>
                  <a:lnTo>
                    <a:pt x="3586886" y="1962745"/>
                  </a:lnTo>
                  <a:lnTo>
                    <a:pt x="3530443" y="1946392"/>
                  </a:lnTo>
                  <a:lnTo>
                    <a:pt x="3474080" y="1929043"/>
                  </a:lnTo>
                  <a:lnTo>
                    <a:pt x="3417660" y="1910845"/>
                  </a:lnTo>
                  <a:lnTo>
                    <a:pt x="3361131" y="1891988"/>
                  </a:lnTo>
                  <a:lnTo>
                    <a:pt x="3304500" y="1872692"/>
                  </a:lnTo>
                  <a:lnTo>
                    <a:pt x="3247817" y="1853201"/>
                  </a:lnTo>
                  <a:lnTo>
                    <a:pt x="3191151" y="1833771"/>
                  </a:lnTo>
                  <a:lnTo>
                    <a:pt x="3134563" y="1814653"/>
                  </a:lnTo>
                  <a:lnTo>
                    <a:pt x="3078088" y="1796081"/>
                  </a:lnTo>
                  <a:lnTo>
                    <a:pt x="3021707" y="1778263"/>
                  </a:lnTo>
                  <a:lnTo>
                    <a:pt x="2965329" y="1761368"/>
                  </a:lnTo>
                  <a:lnTo>
                    <a:pt x="2908771" y="1745523"/>
                  </a:lnTo>
                  <a:lnTo>
                    <a:pt x="2851741" y="1730811"/>
                  </a:lnTo>
                  <a:lnTo>
                    <a:pt x="2793815" y="1717272"/>
                  </a:lnTo>
                  <a:lnTo>
                    <a:pt x="2734409" y="1704906"/>
                  </a:lnTo>
                  <a:lnTo>
                    <a:pt x="2702183" y="1698838"/>
                  </a:lnTo>
                  <a:lnTo>
                    <a:pt x="2650276" y="1689991"/>
                  </a:lnTo>
                  <a:lnTo>
                    <a:pt x="2595916" y="1681912"/>
                  </a:lnTo>
                  <a:lnTo>
                    <a:pt x="2538417" y="1674573"/>
                  </a:lnTo>
                  <a:lnTo>
                    <a:pt x="2477026" y="1667923"/>
                  </a:lnTo>
                  <a:lnTo>
                    <a:pt x="2410965" y="1661898"/>
                  </a:lnTo>
                  <a:lnTo>
                    <a:pt x="2339470" y="1656433"/>
                  </a:lnTo>
                  <a:lnTo>
                    <a:pt x="2261844" y="1651467"/>
                  </a:lnTo>
                  <a:lnTo>
                    <a:pt x="2177527" y="1646945"/>
                  </a:lnTo>
                  <a:lnTo>
                    <a:pt x="2086190" y="1642825"/>
                  </a:lnTo>
                  <a:lnTo>
                    <a:pt x="1987846" y="1639070"/>
                  </a:lnTo>
                  <a:lnTo>
                    <a:pt x="1882999" y="1635659"/>
                  </a:lnTo>
                  <a:lnTo>
                    <a:pt x="1772786" y="1632579"/>
                  </a:lnTo>
                  <a:lnTo>
                    <a:pt x="1659100" y="1629824"/>
                  </a:lnTo>
                  <a:lnTo>
                    <a:pt x="1544650" y="1627400"/>
                  </a:lnTo>
                  <a:lnTo>
                    <a:pt x="1432892" y="1625314"/>
                  </a:lnTo>
                  <a:lnTo>
                    <a:pt x="1327786" y="1623570"/>
                  </a:lnTo>
                  <a:lnTo>
                    <a:pt x="1233370" y="1622168"/>
                  </a:lnTo>
                  <a:lnTo>
                    <a:pt x="1153198" y="1621096"/>
                  </a:lnTo>
                  <a:lnTo>
                    <a:pt x="1089747" y="1620329"/>
                  </a:lnTo>
                  <a:lnTo>
                    <a:pt x="1043950" y="1619826"/>
                  </a:lnTo>
                  <a:lnTo>
                    <a:pt x="1014951" y="1619535"/>
                  </a:lnTo>
                  <a:lnTo>
                    <a:pt x="1000132" y="1619399"/>
                  </a:lnTo>
                  <a:lnTo>
                    <a:pt x="995302" y="1619358"/>
                  </a:lnTo>
                  <a:lnTo>
                    <a:pt x="994940" y="1619355"/>
                  </a:lnTo>
                  <a:lnTo>
                    <a:pt x="0" y="1619355"/>
                  </a:lnTo>
                  <a:lnTo>
                    <a:pt x="0" y="16193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3" name="pg1502"/>
            <p:cNvSpPr/>
            <p:nvPr/>
          </p:nvSpPr>
          <p:spPr>
            <a:xfrm>
              <a:off x="1199187" y="4632556"/>
              <a:ext cx="12049831" cy="1928553"/>
            </a:xfrm>
            <a:custGeom>
              <a:avLst/>
              <a:pathLst>
                <a:path w="12049831" h="1928553">
                  <a:moveTo>
                    <a:pt x="0" y="749410"/>
                  </a:moveTo>
                  <a:lnTo>
                    <a:pt x="994940" y="749410"/>
                  </a:lnTo>
                  <a:lnTo>
                    <a:pt x="996065" y="749432"/>
                  </a:lnTo>
                  <a:lnTo>
                    <a:pt x="1003494" y="749591"/>
                  </a:lnTo>
                  <a:lnTo>
                    <a:pt x="1022324" y="750030"/>
                  </a:lnTo>
                  <a:lnTo>
                    <a:pt x="1056248" y="750895"/>
                  </a:lnTo>
                  <a:lnTo>
                    <a:pt x="1107335" y="752324"/>
                  </a:lnTo>
                  <a:lnTo>
                    <a:pt x="1175879" y="754437"/>
                  </a:lnTo>
                  <a:lnTo>
                    <a:pt x="1260449" y="757320"/>
                  </a:lnTo>
                  <a:lnTo>
                    <a:pt x="1358208" y="761028"/>
                  </a:lnTo>
                  <a:lnTo>
                    <a:pt x="1465423" y="765580"/>
                  </a:lnTo>
                  <a:lnTo>
                    <a:pt x="1578059" y="770972"/>
                  </a:lnTo>
                  <a:lnTo>
                    <a:pt x="1692298" y="777188"/>
                  </a:lnTo>
                  <a:lnTo>
                    <a:pt x="1804915" y="784211"/>
                  </a:lnTo>
                  <a:lnTo>
                    <a:pt x="1913453" y="792039"/>
                  </a:lnTo>
                  <a:lnTo>
                    <a:pt x="2016260" y="800685"/>
                  </a:lnTo>
                  <a:lnTo>
                    <a:pt x="2112401" y="810188"/>
                  </a:lnTo>
                  <a:lnTo>
                    <a:pt x="2201527" y="820613"/>
                  </a:lnTo>
                  <a:lnTo>
                    <a:pt x="2283732" y="832052"/>
                  </a:lnTo>
                  <a:lnTo>
                    <a:pt x="2359417" y="844618"/>
                  </a:lnTo>
                  <a:lnTo>
                    <a:pt x="2429183" y="858451"/>
                  </a:lnTo>
                  <a:lnTo>
                    <a:pt x="2493744" y="873703"/>
                  </a:lnTo>
                  <a:lnTo>
                    <a:pt x="2553866" y="890534"/>
                  </a:lnTo>
                  <a:lnTo>
                    <a:pt x="2610319" y="909095"/>
                  </a:lnTo>
                  <a:lnTo>
                    <a:pt x="2663836" y="929502"/>
                  </a:lnTo>
                  <a:lnTo>
                    <a:pt x="2702183" y="945934"/>
                  </a:lnTo>
                  <a:lnTo>
                    <a:pt x="2758043" y="972643"/>
                  </a:lnTo>
                  <a:lnTo>
                    <a:pt x="2812267" y="1001785"/>
                  </a:lnTo>
                  <a:lnTo>
                    <a:pt x="2865407" y="1033403"/>
                  </a:lnTo>
                  <a:lnTo>
                    <a:pt x="2917884" y="1067476"/>
                  </a:lnTo>
                  <a:lnTo>
                    <a:pt x="2970008" y="1103910"/>
                  </a:lnTo>
                  <a:lnTo>
                    <a:pt x="3021997" y="1142535"/>
                  </a:lnTo>
                  <a:lnTo>
                    <a:pt x="3073990" y="1183101"/>
                  </a:lnTo>
                  <a:lnTo>
                    <a:pt x="3126060" y="1225280"/>
                  </a:lnTo>
                  <a:lnTo>
                    <a:pt x="3178227" y="1268680"/>
                  </a:lnTo>
                  <a:lnTo>
                    <a:pt x="3230471" y="1312853"/>
                  </a:lnTo>
                  <a:lnTo>
                    <a:pt x="3282746" y="1357318"/>
                  </a:lnTo>
                  <a:lnTo>
                    <a:pt x="3335000" y="1401578"/>
                  </a:lnTo>
                  <a:lnTo>
                    <a:pt x="3387182" y="1445147"/>
                  </a:lnTo>
                  <a:lnTo>
                    <a:pt x="3439269" y="1487571"/>
                  </a:lnTo>
                  <a:lnTo>
                    <a:pt x="3491272" y="1528445"/>
                  </a:lnTo>
                  <a:lnTo>
                    <a:pt x="3543253" y="1567430"/>
                  </a:lnTo>
                  <a:lnTo>
                    <a:pt x="3595340" y="1604264"/>
                  </a:lnTo>
                  <a:lnTo>
                    <a:pt x="3647736" y="1638759"/>
                  </a:lnTo>
                  <a:lnTo>
                    <a:pt x="3700733" y="1670811"/>
                  </a:lnTo>
                  <a:lnTo>
                    <a:pt x="3754731" y="1700386"/>
                  </a:lnTo>
                  <a:lnTo>
                    <a:pt x="3810257" y="1727517"/>
                  </a:lnTo>
                  <a:lnTo>
                    <a:pt x="3820202" y="1732029"/>
                  </a:lnTo>
                  <a:lnTo>
                    <a:pt x="3871963" y="1753847"/>
                  </a:lnTo>
                  <a:lnTo>
                    <a:pt x="3926163" y="1773776"/>
                  </a:lnTo>
                  <a:lnTo>
                    <a:pt x="3983480" y="1791882"/>
                  </a:lnTo>
                  <a:lnTo>
                    <a:pt x="4044661" y="1808295"/>
                  </a:lnTo>
                  <a:lnTo>
                    <a:pt x="4110478" y="1823170"/>
                  </a:lnTo>
                  <a:lnTo>
                    <a:pt x="4181689" y="1836666"/>
                  </a:lnTo>
                  <a:lnTo>
                    <a:pt x="4258988" y="1848932"/>
                  </a:lnTo>
                  <a:lnTo>
                    <a:pt x="4342931" y="1860102"/>
                  </a:lnTo>
                  <a:lnTo>
                    <a:pt x="4433853" y="1870284"/>
                  </a:lnTo>
                  <a:lnTo>
                    <a:pt x="4531748" y="1879563"/>
                  </a:lnTo>
                  <a:lnTo>
                    <a:pt x="4636133" y="1887998"/>
                  </a:lnTo>
                  <a:lnTo>
                    <a:pt x="4745900" y="1895620"/>
                  </a:lnTo>
                  <a:lnTo>
                    <a:pt x="4859196" y="1902439"/>
                  </a:lnTo>
                  <a:lnTo>
                    <a:pt x="4973361" y="1908446"/>
                  </a:lnTo>
                  <a:lnTo>
                    <a:pt x="5084993" y="1913625"/>
                  </a:lnTo>
                  <a:lnTo>
                    <a:pt x="5190177" y="1917961"/>
                  </a:lnTo>
                  <a:lnTo>
                    <a:pt x="5284900" y="1921455"/>
                  </a:lnTo>
                  <a:lnTo>
                    <a:pt x="5365603" y="1924136"/>
                  </a:lnTo>
                  <a:lnTo>
                    <a:pt x="5429763" y="1926064"/>
                  </a:lnTo>
                  <a:lnTo>
                    <a:pt x="5476372" y="1927337"/>
                  </a:lnTo>
                  <a:lnTo>
                    <a:pt x="5506180" y="1928080"/>
                  </a:lnTo>
                  <a:lnTo>
                    <a:pt x="5521690" y="1928433"/>
                  </a:lnTo>
                  <a:lnTo>
                    <a:pt x="5526974" y="1928544"/>
                  </a:lnTo>
                  <a:lnTo>
                    <a:pt x="5527445" y="1928553"/>
                  </a:lnTo>
                  <a:lnTo>
                    <a:pt x="6522385" y="1928553"/>
                  </a:lnTo>
                  <a:lnTo>
                    <a:pt x="6523493" y="1928517"/>
                  </a:lnTo>
                  <a:lnTo>
                    <a:pt x="6530807" y="1928262"/>
                  </a:lnTo>
                  <a:lnTo>
                    <a:pt x="6549355" y="1927558"/>
                  </a:lnTo>
                  <a:lnTo>
                    <a:pt x="6582791" y="1926170"/>
                  </a:lnTo>
                  <a:lnTo>
                    <a:pt x="6633182" y="1923876"/>
                  </a:lnTo>
                  <a:lnTo>
                    <a:pt x="6700860" y="1920484"/>
                  </a:lnTo>
                  <a:lnTo>
                    <a:pt x="6784464" y="1915851"/>
                  </a:lnTo>
                  <a:lnTo>
                    <a:pt x="6881242" y="1909891"/>
                  </a:lnTo>
                  <a:lnTo>
                    <a:pt x="6987544" y="1902568"/>
                  </a:lnTo>
                  <a:lnTo>
                    <a:pt x="7099399" y="1893889"/>
                  </a:lnTo>
                  <a:lnTo>
                    <a:pt x="7213030" y="1883879"/>
                  </a:lnTo>
                  <a:lnTo>
                    <a:pt x="7325222" y="1872564"/>
                  </a:lnTo>
                  <a:lnTo>
                    <a:pt x="7433512" y="1859952"/>
                  </a:lnTo>
                  <a:lnTo>
                    <a:pt x="7536220" y="1846023"/>
                  </a:lnTo>
                  <a:lnTo>
                    <a:pt x="7632380" y="1830716"/>
                  </a:lnTo>
                  <a:lnTo>
                    <a:pt x="7721609" y="1813932"/>
                  </a:lnTo>
                  <a:lnTo>
                    <a:pt x="7803970" y="1795527"/>
                  </a:lnTo>
                  <a:lnTo>
                    <a:pt x="7879835" y="1775320"/>
                  </a:lnTo>
                  <a:lnTo>
                    <a:pt x="7949779" y="1753093"/>
                  </a:lnTo>
                  <a:lnTo>
                    <a:pt x="8014500" y="1728602"/>
                  </a:lnTo>
                  <a:lnTo>
                    <a:pt x="8074746" y="1701589"/>
                  </a:lnTo>
                  <a:lnTo>
                    <a:pt x="8131279" y="1671811"/>
                  </a:lnTo>
                  <a:lnTo>
                    <a:pt x="8184824" y="1639070"/>
                  </a:lnTo>
                  <a:lnTo>
                    <a:pt x="8229629" y="1608001"/>
                  </a:lnTo>
                  <a:lnTo>
                    <a:pt x="8279784" y="1569134"/>
                  </a:lnTo>
                  <a:lnTo>
                    <a:pt x="8328574" y="1527088"/>
                  </a:lnTo>
                  <a:lnTo>
                    <a:pt x="8376413" y="1481802"/>
                  </a:lnTo>
                  <a:lnTo>
                    <a:pt x="8423625" y="1433279"/>
                  </a:lnTo>
                  <a:lnTo>
                    <a:pt x="8470462" y="1381598"/>
                  </a:lnTo>
                  <a:lnTo>
                    <a:pt x="8517108" y="1326915"/>
                  </a:lnTo>
                  <a:lnTo>
                    <a:pt x="8563697" y="1269471"/>
                  </a:lnTo>
                  <a:lnTo>
                    <a:pt x="8610310" y="1209590"/>
                  </a:lnTo>
                  <a:lnTo>
                    <a:pt x="8656992" y="1147676"/>
                  </a:lnTo>
                  <a:lnTo>
                    <a:pt x="8703751" y="1084197"/>
                  </a:lnTo>
                  <a:lnTo>
                    <a:pt x="8750574" y="1019683"/>
                  </a:lnTo>
                  <a:lnTo>
                    <a:pt x="8797429" y="954695"/>
                  </a:lnTo>
                  <a:lnTo>
                    <a:pt x="8844276" y="889818"/>
                  </a:lnTo>
                  <a:lnTo>
                    <a:pt x="8891078" y="825627"/>
                  </a:lnTo>
                  <a:lnTo>
                    <a:pt x="8937809" y="762677"/>
                  </a:lnTo>
                  <a:lnTo>
                    <a:pt x="8984462" y="701473"/>
                  </a:lnTo>
                  <a:lnTo>
                    <a:pt x="9031059" y="642464"/>
                  </a:lnTo>
                  <a:lnTo>
                    <a:pt x="9077657" y="586023"/>
                  </a:lnTo>
                  <a:lnTo>
                    <a:pt x="9124357" y="532442"/>
                  </a:lnTo>
                  <a:lnTo>
                    <a:pt x="9171310" y="481931"/>
                  </a:lnTo>
                  <a:lnTo>
                    <a:pt x="9218724" y="434618"/>
                  </a:lnTo>
                  <a:lnTo>
                    <a:pt x="9266877" y="390551"/>
                  </a:lnTo>
                  <a:lnTo>
                    <a:pt x="9316126" y="349709"/>
                  </a:lnTo>
                  <a:lnTo>
                    <a:pt x="9347647" y="325792"/>
                  </a:lnTo>
                  <a:lnTo>
                    <a:pt x="9399126" y="290387"/>
                  </a:lnTo>
                  <a:lnTo>
                    <a:pt x="9453013" y="258031"/>
                  </a:lnTo>
                  <a:lnTo>
                    <a:pt x="9509976" y="228617"/>
                  </a:lnTo>
                  <a:lnTo>
                    <a:pt x="9570750" y="201940"/>
                  </a:lnTo>
                  <a:lnTo>
                    <a:pt x="9636094" y="177751"/>
                  </a:lnTo>
                  <a:lnTo>
                    <a:pt x="9706755" y="155793"/>
                  </a:lnTo>
                  <a:lnTo>
                    <a:pt x="9783418" y="135827"/>
                  </a:lnTo>
                  <a:lnTo>
                    <a:pt x="9866638" y="117638"/>
                  </a:lnTo>
                  <a:lnTo>
                    <a:pt x="9956754" y="101049"/>
                  </a:lnTo>
                  <a:lnTo>
                    <a:pt x="10053779" y="85922"/>
                  </a:lnTo>
                  <a:lnTo>
                    <a:pt x="10157265" y="72163"/>
                  </a:lnTo>
                  <a:lnTo>
                    <a:pt x="10266160" y="59717"/>
                  </a:lnTo>
                  <a:lnTo>
                    <a:pt x="10378689" y="48567"/>
                  </a:lnTo>
                  <a:lnTo>
                    <a:pt x="10492287" y="38725"/>
                  </a:lnTo>
                  <a:lnTo>
                    <a:pt x="10603654" y="30217"/>
                  </a:lnTo>
                  <a:lnTo>
                    <a:pt x="10708963" y="23068"/>
                  </a:lnTo>
                  <a:lnTo>
                    <a:pt x="10804253" y="17280"/>
                  </a:lnTo>
                  <a:lnTo>
                    <a:pt x="10885958" y="12811"/>
                  </a:lnTo>
                  <a:lnTo>
                    <a:pt x="10951478" y="9568"/>
                  </a:lnTo>
                  <a:lnTo>
                    <a:pt x="10999656" y="7400"/>
                  </a:lnTo>
                  <a:lnTo>
                    <a:pt x="11031047" y="6112"/>
                  </a:lnTo>
                  <a:lnTo>
                    <a:pt x="11047932" y="5478"/>
                  </a:lnTo>
                  <a:lnTo>
                    <a:pt x="11054150" y="526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3" y="35"/>
                  </a:lnTo>
                  <a:lnTo>
                    <a:pt x="11046469" y="290"/>
                  </a:lnTo>
                  <a:lnTo>
                    <a:pt x="11027921" y="994"/>
                  </a:lnTo>
                  <a:lnTo>
                    <a:pt x="10994486" y="2382"/>
                  </a:lnTo>
                  <a:lnTo>
                    <a:pt x="10944094" y="4677"/>
                  </a:lnTo>
                  <a:lnTo>
                    <a:pt x="10876416" y="8069"/>
                  </a:lnTo>
                  <a:lnTo>
                    <a:pt x="10792812" y="12701"/>
                  </a:lnTo>
                  <a:lnTo>
                    <a:pt x="10696035" y="18662"/>
                  </a:lnTo>
                  <a:lnTo>
                    <a:pt x="10589733" y="25984"/>
                  </a:lnTo>
                  <a:lnTo>
                    <a:pt x="10477878" y="34663"/>
                  </a:lnTo>
                  <a:lnTo>
                    <a:pt x="10364246" y="44673"/>
                  </a:lnTo>
                  <a:lnTo>
                    <a:pt x="10252054" y="55988"/>
                  </a:lnTo>
                  <a:lnTo>
                    <a:pt x="10143765" y="68600"/>
                  </a:lnTo>
                  <a:lnTo>
                    <a:pt x="10041057" y="82529"/>
                  </a:lnTo>
                  <a:lnTo>
                    <a:pt x="9944897" y="97836"/>
                  </a:lnTo>
                  <a:lnTo>
                    <a:pt x="9855667" y="114620"/>
                  </a:lnTo>
                  <a:lnTo>
                    <a:pt x="9773307" y="133025"/>
                  </a:lnTo>
                  <a:lnTo>
                    <a:pt x="9697442" y="153232"/>
                  </a:lnTo>
                  <a:lnTo>
                    <a:pt x="9627497" y="175459"/>
                  </a:lnTo>
                  <a:lnTo>
                    <a:pt x="9562777" y="199951"/>
                  </a:lnTo>
                  <a:lnTo>
                    <a:pt x="9502530" y="226963"/>
                  </a:lnTo>
                  <a:lnTo>
                    <a:pt x="9445998" y="256741"/>
                  </a:lnTo>
                  <a:lnTo>
                    <a:pt x="9392453" y="289482"/>
                  </a:lnTo>
                  <a:lnTo>
                    <a:pt x="9347647" y="320552"/>
                  </a:lnTo>
                  <a:lnTo>
                    <a:pt x="9297493" y="359419"/>
                  </a:lnTo>
                  <a:lnTo>
                    <a:pt x="9248703" y="401464"/>
                  </a:lnTo>
                  <a:lnTo>
                    <a:pt x="9200864" y="446750"/>
                  </a:lnTo>
                  <a:lnTo>
                    <a:pt x="9153651" y="495273"/>
                  </a:lnTo>
                  <a:lnTo>
                    <a:pt x="9106815" y="546955"/>
                  </a:lnTo>
                  <a:lnTo>
                    <a:pt x="9060168" y="601638"/>
                  </a:lnTo>
                  <a:lnTo>
                    <a:pt x="9013580" y="659081"/>
                  </a:lnTo>
                  <a:lnTo>
                    <a:pt x="8966966" y="718962"/>
                  </a:lnTo>
                  <a:lnTo>
                    <a:pt x="8920285" y="780877"/>
                  </a:lnTo>
                  <a:lnTo>
                    <a:pt x="8873525" y="844355"/>
                  </a:lnTo>
                  <a:lnTo>
                    <a:pt x="8826702" y="908870"/>
                  </a:lnTo>
                  <a:lnTo>
                    <a:pt x="8779848" y="973857"/>
                  </a:lnTo>
                  <a:lnTo>
                    <a:pt x="8733000" y="1038735"/>
                  </a:lnTo>
                  <a:lnTo>
                    <a:pt x="8686198" y="1102925"/>
                  </a:lnTo>
                  <a:lnTo>
                    <a:pt x="8639467" y="1165876"/>
                  </a:lnTo>
                  <a:lnTo>
                    <a:pt x="8592814" y="1227079"/>
                  </a:lnTo>
                  <a:lnTo>
                    <a:pt x="8546217" y="1286088"/>
                  </a:lnTo>
                  <a:lnTo>
                    <a:pt x="8499619" y="1342530"/>
                  </a:lnTo>
                  <a:lnTo>
                    <a:pt x="8452919" y="1396111"/>
                  </a:lnTo>
                  <a:lnTo>
                    <a:pt x="8405967" y="1446621"/>
                  </a:lnTo>
                  <a:lnTo>
                    <a:pt x="8358552" y="1493934"/>
                  </a:lnTo>
                  <a:lnTo>
                    <a:pt x="8310399" y="1538001"/>
                  </a:lnTo>
                  <a:lnTo>
                    <a:pt x="8261151" y="1578844"/>
                  </a:lnTo>
                  <a:lnTo>
                    <a:pt x="8229629" y="1602760"/>
                  </a:lnTo>
                  <a:lnTo>
                    <a:pt x="8178151" y="1638166"/>
                  </a:lnTo>
                  <a:lnTo>
                    <a:pt x="8124264" y="1670522"/>
                  </a:lnTo>
                  <a:lnTo>
                    <a:pt x="8067300" y="1699936"/>
                  </a:lnTo>
                  <a:lnTo>
                    <a:pt x="8006527" y="1726613"/>
                  </a:lnTo>
                  <a:lnTo>
                    <a:pt x="7941183" y="1750802"/>
                  </a:lnTo>
                  <a:lnTo>
                    <a:pt x="7870521" y="1772759"/>
                  </a:lnTo>
                  <a:lnTo>
                    <a:pt x="7793858" y="1792725"/>
                  </a:lnTo>
                  <a:lnTo>
                    <a:pt x="7710639" y="1810914"/>
                  </a:lnTo>
                  <a:lnTo>
                    <a:pt x="7620523" y="1827503"/>
                  </a:lnTo>
                  <a:lnTo>
                    <a:pt x="7523497" y="1842630"/>
                  </a:lnTo>
                  <a:lnTo>
                    <a:pt x="7420012" y="1856389"/>
                  </a:lnTo>
                  <a:lnTo>
                    <a:pt x="7311116" y="1868835"/>
                  </a:lnTo>
                  <a:lnTo>
                    <a:pt x="7198587" y="1879985"/>
                  </a:lnTo>
                  <a:lnTo>
                    <a:pt x="7084989" y="1889828"/>
                  </a:lnTo>
                  <a:lnTo>
                    <a:pt x="6973623" y="1898335"/>
                  </a:lnTo>
                  <a:lnTo>
                    <a:pt x="6868314" y="1905484"/>
                  </a:lnTo>
                  <a:lnTo>
                    <a:pt x="6773024" y="1911273"/>
                  </a:lnTo>
                  <a:lnTo>
                    <a:pt x="6691318" y="1915741"/>
                  </a:lnTo>
                  <a:lnTo>
                    <a:pt x="6625798" y="1918984"/>
                  </a:lnTo>
                  <a:lnTo>
                    <a:pt x="6577620" y="1921152"/>
                  </a:lnTo>
                  <a:lnTo>
                    <a:pt x="6546230" y="1922440"/>
                  </a:lnTo>
                  <a:lnTo>
                    <a:pt x="6529345" y="1923074"/>
                  </a:lnTo>
                  <a:lnTo>
                    <a:pt x="6523127" y="1923288"/>
                  </a:lnTo>
                  <a:lnTo>
                    <a:pt x="6522385" y="1923312"/>
                  </a:lnTo>
                  <a:lnTo>
                    <a:pt x="5527445" y="1923312"/>
                  </a:lnTo>
                  <a:lnTo>
                    <a:pt x="5526320" y="1923290"/>
                  </a:lnTo>
                  <a:lnTo>
                    <a:pt x="5518891" y="1923131"/>
                  </a:lnTo>
                  <a:lnTo>
                    <a:pt x="5500061" y="1922692"/>
                  </a:lnTo>
                  <a:lnTo>
                    <a:pt x="5466137" y="1921827"/>
                  </a:lnTo>
                  <a:lnTo>
                    <a:pt x="5415050" y="1920398"/>
                  </a:lnTo>
                  <a:lnTo>
                    <a:pt x="5346506" y="1918286"/>
                  </a:lnTo>
                  <a:lnTo>
                    <a:pt x="5261936" y="1915402"/>
                  </a:lnTo>
                  <a:lnTo>
                    <a:pt x="5164177" y="1911695"/>
                  </a:lnTo>
                  <a:lnTo>
                    <a:pt x="5056962" y="1907143"/>
                  </a:lnTo>
                  <a:lnTo>
                    <a:pt x="4944326" y="1901751"/>
                  </a:lnTo>
                  <a:lnTo>
                    <a:pt x="4830087" y="1895535"/>
                  </a:lnTo>
                  <a:lnTo>
                    <a:pt x="4717470" y="1888511"/>
                  </a:lnTo>
                  <a:lnTo>
                    <a:pt x="4608932" y="1880683"/>
                  </a:lnTo>
                  <a:lnTo>
                    <a:pt x="4506125" y="1872037"/>
                  </a:lnTo>
                  <a:lnTo>
                    <a:pt x="4409984" y="1862534"/>
                  </a:lnTo>
                  <a:lnTo>
                    <a:pt x="4320858" y="1852109"/>
                  </a:lnTo>
                  <a:lnTo>
                    <a:pt x="4238653" y="1840671"/>
                  </a:lnTo>
                  <a:lnTo>
                    <a:pt x="4162968" y="1828104"/>
                  </a:lnTo>
                  <a:lnTo>
                    <a:pt x="4093202" y="1814272"/>
                  </a:lnTo>
                  <a:lnTo>
                    <a:pt x="4028641" y="1799020"/>
                  </a:lnTo>
                  <a:lnTo>
                    <a:pt x="3968519" y="1782189"/>
                  </a:lnTo>
                  <a:lnTo>
                    <a:pt x="3912066" y="1763628"/>
                  </a:lnTo>
                  <a:lnTo>
                    <a:pt x="3858549" y="1743220"/>
                  </a:lnTo>
                  <a:lnTo>
                    <a:pt x="3820202" y="1726788"/>
                  </a:lnTo>
                  <a:lnTo>
                    <a:pt x="3764342" y="1700079"/>
                  </a:lnTo>
                  <a:lnTo>
                    <a:pt x="3710118" y="1670937"/>
                  </a:lnTo>
                  <a:lnTo>
                    <a:pt x="3656978" y="1639319"/>
                  </a:lnTo>
                  <a:lnTo>
                    <a:pt x="3604501" y="1605246"/>
                  </a:lnTo>
                  <a:lnTo>
                    <a:pt x="3552377" y="1568812"/>
                  </a:lnTo>
                  <a:lnTo>
                    <a:pt x="3500388" y="1530187"/>
                  </a:lnTo>
                  <a:lnTo>
                    <a:pt x="3448395" y="1489622"/>
                  </a:lnTo>
                  <a:lnTo>
                    <a:pt x="3396325" y="1447442"/>
                  </a:lnTo>
                  <a:lnTo>
                    <a:pt x="3344158" y="1404042"/>
                  </a:lnTo>
                  <a:lnTo>
                    <a:pt x="3291914" y="1359869"/>
                  </a:lnTo>
                  <a:lnTo>
                    <a:pt x="3239639" y="1315405"/>
                  </a:lnTo>
                  <a:lnTo>
                    <a:pt x="3187385" y="1271145"/>
                  </a:lnTo>
                  <a:lnTo>
                    <a:pt x="3135203" y="1227575"/>
                  </a:lnTo>
                  <a:lnTo>
                    <a:pt x="3083116" y="1185152"/>
                  </a:lnTo>
                  <a:lnTo>
                    <a:pt x="3031113" y="1144278"/>
                  </a:lnTo>
                  <a:lnTo>
                    <a:pt x="2979132" y="1105292"/>
                  </a:lnTo>
                  <a:lnTo>
                    <a:pt x="2927045" y="1068459"/>
                  </a:lnTo>
                  <a:lnTo>
                    <a:pt x="2874649" y="1033963"/>
                  </a:lnTo>
                  <a:lnTo>
                    <a:pt x="2821652" y="1001911"/>
                  </a:lnTo>
                  <a:lnTo>
                    <a:pt x="2767654" y="972336"/>
                  </a:lnTo>
                  <a:lnTo>
                    <a:pt x="2712128" y="945206"/>
                  </a:lnTo>
                  <a:lnTo>
                    <a:pt x="2702183" y="940693"/>
                  </a:lnTo>
                  <a:lnTo>
                    <a:pt x="2650422" y="918875"/>
                  </a:lnTo>
                  <a:lnTo>
                    <a:pt x="2596222" y="898946"/>
                  </a:lnTo>
                  <a:lnTo>
                    <a:pt x="2538905" y="880840"/>
                  </a:lnTo>
                  <a:lnTo>
                    <a:pt x="2477724" y="864427"/>
                  </a:lnTo>
                  <a:lnTo>
                    <a:pt x="2411907" y="849552"/>
                  </a:lnTo>
                  <a:lnTo>
                    <a:pt x="2340696" y="836057"/>
                  </a:lnTo>
                  <a:lnTo>
                    <a:pt x="2263397" y="823790"/>
                  </a:lnTo>
                  <a:lnTo>
                    <a:pt x="2179454" y="812621"/>
                  </a:lnTo>
                  <a:lnTo>
                    <a:pt x="2088532" y="802438"/>
                  </a:lnTo>
                  <a:lnTo>
                    <a:pt x="1990637" y="793159"/>
                  </a:lnTo>
                  <a:lnTo>
                    <a:pt x="1886252" y="784724"/>
                  </a:lnTo>
                  <a:lnTo>
                    <a:pt x="1776485" y="777102"/>
                  </a:lnTo>
                  <a:lnTo>
                    <a:pt x="1663189" y="770284"/>
                  </a:lnTo>
                  <a:lnTo>
                    <a:pt x="1549024" y="764276"/>
                  </a:lnTo>
                  <a:lnTo>
                    <a:pt x="1437392" y="759097"/>
                  </a:lnTo>
                  <a:lnTo>
                    <a:pt x="1332208" y="754761"/>
                  </a:lnTo>
                  <a:lnTo>
                    <a:pt x="1237485" y="751267"/>
                  </a:lnTo>
                  <a:lnTo>
                    <a:pt x="1156782" y="748587"/>
                  </a:lnTo>
                  <a:lnTo>
                    <a:pt x="1092622" y="746658"/>
                  </a:lnTo>
                  <a:lnTo>
                    <a:pt x="1046013" y="745385"/>
                  </a:lnTo>
                  <a:lnTo>
                    <a:pt x="1016205" y="744643"/>
                  </a:lnTo>
                  <a:lnTo>
                    <a:pt x="1000695" y="744289"/>
                  </a:lnTo>
                  <a:lnTo>
                    <a:pt x="995411" y="744179"/>
                  </a:lnTo>
                  <a:lnTo>
                    <a:pt x="994940" y="744170"/>
                  </a:lnTo>
                  <a:lnTo>
                    <a:pt x="0" y="744170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04" name="pl1503"/>
            <p:cNvSpPr/>
            <p:nvPr/>
          </p:nvSpPr>
          <p:spPr>
            <a:xfrm>
              <a:off x="1199187" y="4637796"/>
              <a:ext cx="12049831" cy="1923312"/>
            </a:xfrm>
            <a:custGeom>
              <a:avLst/>
              <a:pathLst>
                <a:path w="12049831" h="1923312">
                  <a:moveTo>
                    <a:pt x="0" y="744170"/>
                  </a:moveTo>
                  <a:lnTo>
                    <a:pt x="994940" y="744170"/>
                  </a:lnTo>
                  <a:lnTo>
                    <a:pt x="996065" y="744192"/>
                  </a:lnTo>
                  <a:lnTo>
                    <a:pt x="1003494" y="744351"/>
                  </a:lnTo>
                  <a:lnTo>
                    <a:pt x="1022324" y="744789"/>
                  </a:lnTo>
                  <a:lnTo>
                    <a:pt x="1056248" y="745654"/>
                  </a:lnTo>
                  <a:lnTo>
                    <a:pt x="1107335" y="747084"/>
                  </a:lnTo>
                  <a:lnTo>
                    <a:pt x="1175879" y="749196"/>
                  </a:lnTo>
                  <a:lnTo>
                    <a:pt x="1260449" y="752079"/>
                  </a:lnTo>
                  <a:lnTo>
                    <a:pt x="1358208" y="755787"/>
                  </a:lnTo>
                  <a:lnTo>
                    <a:pt x="1465423" y="760339"/>
                  </a:lnTo>
                  <a:lnTo>
                    <a:pt x="1578059" y="765731"/>
                  </a:lnTo>
                  <a:lnTo>
                    <a:pt x="1692298" y="771947"/>
                  </a:lnTo>
                  <a:lnTo>
                    <a:pt x="1804915" y="778971"/>
                  </a:lnTo>
                  <a:lnTo>
                    <a:pt x="1913453" y="786798"/>
                  </a:lnTo>
                  <a:lnTo>
                    <a:pt x="2016260" y="795444"/>
                  </a:lnTo>
                  <a:lnTo>
                    <a:pt x="2112401" y="804948"/>
                  </a:lnTo>
                  <a:lnTo>
                    <a:pt x="2201527" y="815373"/>
                  </a:lnTo>
                  <a:lnTo>
                    <a:pt x="2283732" y="826811"/>
                  </a:lnTo>
                  <a:lnTo>
                    <a:pt x="2359417" y="839378"/>
                  </a:lnTo>
                  <a:lnTo>
                    <a:pt x="2429183" y="853210"/>
                  </a:lnTo>
                  <a:lnTo>
                    <a:pt x="2493744" y="868462"/>
                  </a:lnTo>
                  <a:lnTo>
                    <a:pt x="2553866" y="885293"/>
                  </a:lnTo>
                  <a:lnTo>
                    <a:pt x="2610319" y="903854"/>
                  </a:lnTo>
                  <a:lnTo>
                    <a:pt x="2663836" y="924262"/>
                  </a:lnTo>
                  <a:lnTo>
                    <a:pt x="2702183" y="940693"/>
                  </a:lnTo>
                  <a:lnTo>
                    <a:pt x="2758043" y="967403"/>
                  </a:lnTo>
                  <a:lnTo>
                    <a:pt x="2812267" y="996545"/>
                  </a:lnTo>
                  <a:lnTo>
                    <a:pt x="2865407" y="1028163"/>
                  </a:lnTo>
                  <a:lnTo>
                    <a:pt x="2917884" y="1062235"/>
                  </a:lnTo>
                  <a:lnTo>
                    <a:pt x="2970008" y="1098670"/>
                  </a:lnTo>
                  <a:lnTo>
                    <a:pt x="3021997" y="1137295"/>
                  </a:lnTo>
                  <a:lnTo>
                    <a:pt x="3073990" y="1177860"/>
                  </a:lnTo>
                  <a:lnTo>
                    <a:pt x="3126060" y="1220039"/>
                  </a:lnTo>
                  <a:lnTo>
                    <a:pt x="3178227" y="1263439"/>
                  </a:lnTo>
                  <a:lnTo>
                    <a:pt x="3230471" y="1307613"/>
                  </a:lnTo>
                  <a:lnTo>
                    <a:pt x="3282746" y="1352077"/>
                  </a:lnTo>
                  <a:lnTo>
                    <a:pt x="3335000" y="1396337"/>
                  </a:lnTo>
                  <a:lnTo>
                    <a:pt x="3387182" y="1439906"/>
                  </a:lnTo>
                  <a:lnTo>
                    <a:pt x="3439269" y="1482330"/>
                  </a:lnTo>
                  <a:lnTo>
                    <a:pt x="3491272" y="1523204"/>
                  </a:lnTo>
                  <a:lnTo>
                    <a:pt x="3543253" y="1562190"/>
                  </a:lnTo>
                  <a:lnTo>
                    <a:pt x="3595340" y="1599023"/>
                  </a:lnTo>
                  <a:lnTo>
                    <a:pt x="3647736" y="1633519"/>
                  </a:lnTo>
                  <a:lnTo>
                    <a:pt x="3700733" y="1665571"/>
                  </a:lnTo>
                  <a:lnTo>
                    <a:pt x="3754731" y="1695145"/>
                  </a:lnTo>
                  <a:lnTo>
                    <a:pt x="3810257" y="1722276"/>
                  </a:lnTo>
                  <a:lnTo>
                    <a:pt x="3820202" y="1726788"/>
                  </a:lnTo>
                  <a:lnTo>
                    <a:pt x="3871963" y="1748607"/>
                  </a:lnTo>
                  <a:lnTo>
                    <a:pt x="3926163" y="1768535"/>
                  </a:lnTo>
                  <a:lnTo>
                    <a:pt x="3983480" y="1786642"/>
                  </a:lnTo>
                  <a:lnTo>
                    <a:pt x="4044661" y="1803055"/>
                  </a:lnTo>
                  <a:lnTo>
                    <a:pt x="4110478" y="1817929"/>
                  </a:lnTo>
                  <a:lnTo>
                    <a:pt x="4181689" y="1831425"/>
                  </a:lnTo>
                  <a:lnTo>
                    <a:pt x="4258988" y="1843691"/>
                  </a:lnTo>
                  <a:lnTo>
                    <a:pt x="4342931" y="1854861"/>
                  </a:lnTo>
                  <a:lnTo>
                    <a:pt x="4433853" y="1865043"/>
                  </a:lnTo>
                  <a:lnTo>
                    <a:pt x="4531748" y="1874323"/>
                  </a:lnTo>
                  <a:lnTo>
                    <a:pt x="4636133" y="1882757"/>
                  </a:lnTo>
                  <a:lnTo>
                    <a:pt x="4745900" y="1890379"/>
                  </a:lnTo>
                  <a:lnTo>
                    <a:pt x="4859196" y="1897198"/>
                  </a:lnTo>
                  <a:lnTo>
                    <a:pt x="4973361" y="1903205"/>
                  </a:lnTo>
                  <a:lnTo>
                    <a:pt x="5084993" y="1908384"/>
                  </a:lnTo>
                  <a:lnTo>
                    <a:pt x="5190177" y="1912721"/>
                  </a:lnTo>
                  <a:lnTo>
                    <a:pt x="5284900" y="1916215"/>
                  </a:lnTo>
                  <a:lnTo>
                    <a:pt x="5365603" y="1918895"/>
                  </a:lnTo>
                  <a:lnTo>
                    <a:pt x="5429763" y="1920823"/>
                  </a:lnTo>
                  <a:lnTo>
                    <a:pt x="5476372" y="1922096"/>
                  </a:lnTo>
                  <a:lnTo>
                    <a:pt x="5506180" y="1922839"/>
                  </a:lnTo>
                  <a:lnTo>
                    <a:pt x="5521690" y="1923192"/>
                  </a:lnTo>
                  <a:lnTo>
                    <a:pt x="5526974" y="1923303"/>
                  </a:lnTo>
                  <a:lnTo>
                    <a:pt x="5527445" y="1923312"/>
                  </a:lnTo>
                  <a:lnTo>
                    <a:pt x="6522385" y="1923312"/>
                  </a:lnTo>
                  <a:lnTo>
                    <a:pt x="6523493" y="1923276"/>
                  </a:lnTo>
                  <a:lnTo>
                    <a:pt x="6530807" y="1923022"/>
                  </a:lnTo>
                  <a:lnTo>
                    <a:pt x="6549355" y="1922317"/>
                  </a:lnTo>
                  <a:lnTo>
                    <a:pt x="6582791" y="1920929"/>
                  </a:lnTo>
                  <a:lnTo>
                    <a:pt x="6633182" y="1918635"/>
                  </a:lnTo>
                  <a:lnTo>
                    <a:pt x="6700860" y="1915243"/>
                  </a:lnTo>
                  <a:lnTo>
                    <a:pt x="6784464" y="1910610"/>
                  </a:lnTo>
                  <a:lnTo>
                    <a:pt x="6881242" y="1904650"/>
                  </a:lnTo>
                  <a:lnTo>
                    <a:pt x="6987544" y="1897328"/>
                  </a:lnTo>
                  <a:lnTo>
                    <a:pt x="7099399" y="1888648"/>
                  </a:lnTo>
                  <a:lnTo>
                    <a:pt x="7213030" y="1878638"/>
                  </a:lnTo>
                  <a:lnTo>
                    <a:pt x="7325222" y="1867323"/>
                  </a:lnTo>
                  <a:lnTo>
                    <a:pt x="7433512" y="1854712"/>
                  </a:lnTo>
                  <a:lnTo>
                    <a:pt x="7536220" y="1840782"/>
                  </a:lnTo>
                  <a:lnTo>
                    <a:pt x="7632380" y="1825476"/>
                  </a:lnTo>
                  <a:lnTo>
                    <a:pt x="7721609" y="1808691"/>
                  </a:lnTo>
                  <a:lnTo>
                    <a:pt x="7803970" y="1790287"/>
                  </a:lnTo>
                  <a:lnTo>
                    <a:pt x="7879835" y="1770080"/>
                  </a:lnTo>
                  <a:lnTo>
                    <a:pt x="7949779" y="1747852"/>
                  </a:lnTo>
                  <a:lnTo>
                    <a:pt x="8014500" y="1723361"/>
                  </a:lnTo>
                  <a:lnTo>
                    <a:pt x="8074746" y="1696349"/>
                  </a:lnTo>
                  <a:lnTo>
                    <a:pt x="8131279" y="1666570"/>
                  </a:lnTo>
                  <a:lnTo>
                    <a:pt x="8184824" y="1633829"/>
                  </a:lnTo>
                  <a:lnTo>
                    <a:pt x="8229629" y="1602760"/>
                  </a:lnTo>
                  <a:lnTo>
                    <a:pt x="8279784" y="1563893"/>
                  </a:lnTo>
                  <a:lnTo>
                    <a:pt x="8328574" y="1521848"/>
                  </a:lnTo>
                  <a:lnTo>
                    <a:pt x="8376413" y="1476562"/>
                  </a:lnTo>
                  <a:lnTo>
                    <a:pt x="8423625" y="1428039"/>
                  </a:lnTo>
                  <a:lnTo>
                    <a:pt x="8470462" y="1376357"/>
                  </a:lnTo>
                  <a:lnTo>
                    <a:pt x="8517108" y="1321674"/>
                  </a:lnTo>
                  <a:lnTo>
                    <a:pt x="8563697" y="1264230"/>
                  </a:lnTo>
                  <a:lnTo>
                    <a:pt x="8610310" y="1204350"/>
                  </a:lnTo>
                  <a:lnTo>
                    <a:pt x="8656992" y="1142435"/>
                  </a:lnTo>
                  <a:lnTo>
                    <a:pt x="8703751" y="1078957"/>
                  </a:lnTo>
                  <a:lnTo>
                    <a:pt x="8750574" y="1014442"/>
                  </a:lnTo>
                  <a:lnTo>
                    <a:pt x="8797429" y="949455"/>
                  </a:lnTo>
                  <a:lnTo>
                    <a:pt x="8844276" y="884577"/>
                  </a:lnTo>
                  <a:lnTo>
                    <a:pt x="8891078" y="820387"/>
                  </a:lnTo>
                  <a:lnTo>
                    <a:pt x="8937809" y="757436"/>
                  </a:lnTo>
                  <a:lnTo>
                    <a:pt x="8984462" y="696233"/>
                  </a:lnTo>
                  <a:lnTo>
                    <a:pt x="9031059" y="637223"/>
                  </a:lnTo>
                  <a:lnTo>
                    <a:pt x="9077657" y="580782"/>
                  </a:lnTo>
                  <a:lnTo>
                    <a:pt x="9124357" y="527201"/>
                  </a:lnTo>
                  <a:lnTo>
                    <a:pt x="9171310" y="476691"/>
                  </a:lnTo>
                  <a:lnTo>
                    <a:pt x="9218724" y="429377"/>
                  </a:lnTo>
                  <a:lnTo>
                    <a:pt x="9266877" y="385311"/>
                  </a:lnTo>
                  <a:lnTo>
                    <a:pt x="9316126" y="344468"/>
                  </a:lnTo>
                  <a:lnTo>
                    <a:pt x="9347647" y="320552"/>
                  </a:lnTo>
                  <a:lnTo>
                    <a:pt x="9399126" y="285146"/>
                  </a:lnTo>
                  <a:lnTo>
                    <a:pt x="9453013" y="252790"/>
                  </a:lnTo>
                  <a:lnTo>
                    <a:pt x="9509976" y="223376"/>
                  </a:lnTo>
                  <a:lnTo>
                    <a:pt x="9570750" y="196699"/>
                  </a:lnTo>
                  <a:lnTo>
                    <a:pt x="9636094" y="172510"/>
                  </a:lnTo>
                  <a:lnTo>
                    <a:pt x="9706755" y="150553"/>
                  </a:lnTo>
                  <a:lnTo>
                    <a:pt x="9783418" y="130586"/>
                  </a:lnTo>
                  <a:lnTo>
                    <a:pt x="9866638" y="112397"/>
                  </a:lnTo>
                  <a:lnTo>
                    <a:pt x="9956754" y="95808"/>
                  </a:lnTo>
                  <a:lnTo>
                    <a:pt x="10053779" y="80682"/>
                  </a:lnTo>
                  <a:lnTo>
                    <a:pt x="10157265" y="66922"/>
                  </a:lnTo>
                  <a:lnTo>
                    <a:pt x="10266160" y="54476"/>
                  </a:lnTo>
                  <a:lnTo>
                    <a:pt x="10378689" y="43326"/>
                  </a:lnTo>
                  <a:lnTo>
                    <a:pt x="10492287" y="33484"/>
                  </a:lnTo>
                  <a:lnTo>
                    <a:pt x="10603654" y="24976"/>
                  </a:lnTo>
                  <a:lnTo>
                    <a:pt x="10708963" y="17828"/>
                  </a:lnTo>
                  <a:lnTo>
                    <a:pt x="10804253" y="12039"/>
                  </a:lnTo>
                  <a:lnTo>
                    <a:pt x="10885958" y="7570"/>
                  </a:lnTo>
                  <a:lnTo>
                    <a:pt x="10951478" y="4327"/>
                  </a:lnTo>
                  <a:lnTo>
                    <a:pt x="10999656" y="2160"/>
                  </a:lnTo>
                  <a:lnTo>
                    <a:pt x="11031047" y="872"/>
                  </a:lnTo>
                  <a:lnTo>
                    <a:pt x="11047932" y="238"/>
                  </a:lnTo>
                  <a:lnTo>
                    <a:pt x="11054150" y="2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5" name="pl1504"/>
            <p:cNvSpPr/>
            <p:nvPr/>
          </p:nvSpPr>
          <p:spPr>
            <a:xfrm>
              <a:off x="1199187" y="4632556"/>
              <a:ext cx="12049831" cy="1923312"/>
            </a:xfrm>
            <a:custGeom>
              <a:avLst/>
              <a:pathLst>
                <a:path w="12049831" h="1923312">
                  <a:moveTo>
                    <a:pt x="12049831" y="0"/>
                  </a:moveTo>
                  <a:lnTo>
                    <a:pt x="11054891" y="0"/>
                  </a:lnTo>
                  <a:lnTo>
                    <a:pt x="11053783" y="35"/>
                  </a:lnTo>
                  <a:lnTo>
                    <a:pt x="11046469" y="290"/>
                  </a:lnTo>
                  <a:lnTo>
                    <a:pt x="11027921" y="994"/>
                  </a:lnTo>
                  <a:lnTo>
                    <a:pt x="10994486" y="2382"/>
                  </a:lnTo>
                  <a:lnTo>
                    <a:pt x="10944094" y="4677"/>
                  </a:lnTo>
                  <a:lnTo>
                    <a:pt x="10876416" y="8069"/>
                  </a:lnTo>
                  <a:lnTo>
                    <a:pt x="10792812" y="12701"/>
                  </a:lnTo>
                  <a:lnTo>
                    <a:pt x="10696035" y="18662"/>
                  </a:lnTo>
                  <a:lnTo>
                    <a:pt x="10589733" y="25984"/>
                  </a:lnTo>
                  <a:lnTo>
                    <a:pt x="10477878" y="34663"/>
                  </a:lnTo>
                  <a:lnTo>
                    <a:pt x="10364246" y="44673"/>
                  </a:lnTo>
                  <a:lnTo>
                    <a:pt x="10252054" y="55988"/>
                  </a:lnTo>
                  <a:lnTo>
                    <a:pt x="10143765" y="68600"/>
                  </a:lnTo>
                  <a:lnTo>
                    <a:pt x="10041057" y="82529"/>
                  </a:lnTo>
                  <a:lnTo>
                    <a:pt x="9944897" y="97836"/>
                  </a:lnTo>
                  <a:lnTo>
                    <a:pt x="9855667" y="114620"/>
                  </a:lnTo>
                  <a:lnTo>
                    <a:pt x="9773307" y="133025"/>
                  </a:lnTo>
                  <a:lnTo>
                    <a:pt x="9697442" y="153232"/>
                  </a:lnTo>
                  <a:lnTo>
                    <a:pt x="9627497" y="175459"/>
                  </a:lnTo>
                  <a:lnTo>
                    <a:pt x="9562777" y="199951"/>
                  </a:lnTo>
                  <a:lnTo>
                    <a:pt x="9502530" y="226963"/>
                  </a:lnTo>
                  <a:lnTo>
                    <a:pt x="9445998" y="256741"/>
                  </a:lnTo>
                  <a:lnTo>
                    <a:pt x="9392453" y="289482"/>
                  </a:lnTo>
                  <a:lnTo>
                    <a:pt x="9347647" y="320552"/>
                  </a:lnTo>
                  <a:lnTo>
                    <a:pt x="9297493" y="359419"/>
                  </a:lnTo>
                  <a:lnTo>
                    <a:pt x="9248703" y="401464"/>
                  </a:lnTo>
                  <a:lnTo>
                    <a:pt x="9200864" y="446750"/>
                  </a:lnTo>
                  <a:lnTo>
                    <a:pt x="9153651" y="495273"/>
                  </a:lnTo>
                  <a:lnTo>
                    <a:pt x="9106815" y="546955"/>
                  </a:lnTo>
                  <a:lnTo>
                    <a:pt x="9060168" y="601638"/>
                  </a:lnTo>
                  <a:lnTo>
                    <a:pt x="9013580" y="659081"/>
                  </a:lnTo>
                  <a:lnTo>
                    <a:pt x="8966966" y="718962"/>
                  </a:lnTo>
                  <a:lnTo>
                    <a:pt x="8920285" y="780877"/>
                  </a:lnTo>
                  <a:lnTo>
                    <a:pt x="8873525" y="844355"/>
                  </a:lnTo>
                  <a:lnTo>
                    <a:pt x="8826702" y="908870"/>
                  </a:lnTo>
                  <a:lnTo>
                    <a:pt x="8779848" y="973857"/>
                  </a:lnTo>
                  <a:lnTo>
                    <a:pt x="8733000" y="1038735"/>
                  </a:lnTo>
                  <a:lnTo>
                    <a:pt x="8686198" y="1102925"/>
                  </a:lnTo>
                  <a:lnTo>
                    <a:pt x="8639467" y="1165876"/>
                  </a:lnTo>
                  <a:lnTo>
                    <a:pt x="8592814" y="1227079"/>
                  </a:lnTo>
                  <a:lnTo>
                    <a:pt x="8546217" y="1286088"/>
                  </a:lnTo>
                  <a:lnTo>
                    <a:pt x="8499619" y="1342530"/>
                  </a:lnTo>
                  <a:lnTo>
                    <a:pt x="8452919" y="1396111"/>
                  </a:lnTo>
                  <a:lnTo>
                    <a:pt x="8405967" y="1446621"/>
                  </a:lnTo>
                  <a:lnTo>
                    <a:pt x="8358552" y="1493934"/>
                  </a:lnTo>
                  <a:lnTo>
                    <a:pt x="8310399" y="1538001"/>
                  </a:lnTo>
                  <a:lnTo>
                    <a:pt x="8261151" y="1578844"/>
                  </a:lnTo>
                  <a:lnTo>
                    <a:pt x="8229629" y="1602760"/>
                  </a:lnTo>
                  <a:lnTo>
                    <a:pt x="8178151" y="1638166"/>
                  </a:lnTo>
                  <a:lnTo>
                    <a:pt x="8124264" y="1670522"/>
                  </a:lnTo>
                  <a:lnTo>
                    <a:pt x="8067300" y="1699936"/>
                  </a:lnTo>
                  <a:lnTo>
                    <a:pt x="8006527" y="1726613"/>
                  </a:lnTo>
                  <a:lnTo>
                    <a:pt x="7941183" y="1750802"/>
                  </a:lnTo>
                  <a:lnTo>
                    <a:pt x="7870521" y="1772759"/>
                  </a:lnTo>
                  <a:lnTo>
                    <a:pt x="7793858" y="1792725"/>
                  </a:lnTo>
                  <a:lnTo>
                    <a:pt x="7710639" y="1810914"/>
                  </a:lnTo>
                  <a:lnTo>
                    <a:pt x="7620523" y="1827503"/>
                  </a:lnTo>
                  <a:lnTo>
                    <a:pt x="7523497" y="1842630"/>
                  </a:lnTo>
                  <a:lnTo>
                    <a:pt x="7420012" y="1856389"/>
                  </a:lnTo>
                  <a:lnTo>
                    <a:pt x="7311116" y="1868835"/>
                  </a:lnTo>
                  <a:lnTo>
                    <a:pt x="7198587" y="1879985"/>
                  </a:lnTo>
                  <a:lnTo>
                    <a:pt x="7084989" y="1889828"/>
                  </a:lnTo>
                  <a:lnTo>
                    <a:pt x="6973623" y="1898335"/>
                  </a:lnTo>
                  <a:lnTo>
                    <a:pt x="6868314" y="1905484"/>
                  </a:lnTo>
                  <a:lnTo>
                    <a:pt x="6773024" y="1911273"/>
                  </a:lnTo>
                  <a:lnTo>
                    <a:pt x="6691318" y="1915741"/>
                  </a:lnTo>
                  <a:lnTo>
                    <a:pt x="6625798" y="1918984"/>
                  </a:lnTo>
                  <a:lnTo>
                    <a:pt x="6577620" y="1921152"/>
                  </a:lnTo>
                  <a:lnTo>
                    <a:pt x="6546230" y="1922440"/>
                  </a:lnTo>
                  <a:lnTo>
                    <a:pt x="6529345" y="1923074"/>
                  </a:lnTo>
                  <a:lnTo>
                    <a:pt x="6523127" y="1923288"/>
                  </a:lnTo>
                  <a:lnTo>
                    <a:pt x="6522385" y="1923312"/>
                  </a:lnTo>
                  <a:lnTo>
                    <a:pt x="5527445" y="1923312"/>
                  </a:lnTo>
                  <a:lnTo>
                    <a:pt x="5526320" y="1923290"/>
                  </a:lnTo>
                  <a:lnTo>
                    <a:pt x="5518891" y="1923131"/>
                  </a:lnTo>
                  <a:lnTo>
                    <a:pt x="5500061" y="1922692"/>
                  </a:lnTo>
                  <a:lnTo>
                    <a:pt x="5466137" y="1921827"/>
                  </a:lnTo>
                  <a:lnTo>
                    <a:pt x="5415050" y="1920398"/>
                  </a:lnTo>
                  <a:lnTo>
                    <a:pt x="5346506" y="1918286"/>
                  </a:lnTo>
                  <a:lnTo>
                    <a:pt x="5261936" y="1915402"/>
                  </a:lnTo>
                  <a:lnTo>
                    <a:pt x="5164177" y="1911695"/>
                  </a:lnTo>
                  <a:lnTo>
                    <a:pt x="5056962" y="1907143"/>
                  </a:lnTo>
                  <a:lnTo>
                    <a:pt x="4944326" y="1901751"/>
                  </a:lnTo>
                  <a:lnTo>
                    <a:pt x="4830087" y="1895535"/>
                  </a:lnTo>
                  <a:lnTo>
                    <a:pt x="4717470" y="1888511"/>
                  </a:lnTo>
                  <a:lnTo>
                    <a:pt x="4608932" y="1880683"/>
                  </a:lnTo>
                  <a:lnTo>
                    <a:pt x="4506125" y="1872037"/>
                  </a:lnTo>
                  <a:lnTo>
                    <a:pt x="4409984" y="1862534"/>
                  </a:lnTo>
                  <a:lnTo>
                    <a:pt x="4320858" y="1852109"/>
                  </a:lnTo>
                  <a:lnTo>
                    <a:pt x="4238653" y="1840671"/>
                  </a:lnTo>
                  <a:lnTo>
                    <a:pt x="4162968" y="1828104"/>
                  </a:lnTo>
                  <a:lnTo>
                    <a:pt x="4093202" y="1814272"/>
                  </a:lnTo>
                  <a:lnTo>
                    <a:pt x="4028641" y="1799020"/>
                  </a:lnTo>
                  <a:lnTo>
                    <a:pt x="3968519" y="1782189"/>
                  </a:lnTo>
                  <a:lnTo>
                    <a:pt x="3912066" y="1763628"/>
                  </a:lnTo>
                  <a:lnTo>
                    <a:pt x="3858549" y="1743220"/>
                  </a:lnTo>
                  <a:lnTo>
                    <a:pt x="3820202" y="1726788"/>
                  </a:lnTo>
                  <a:lnTo>
                    <a:pt x="3764342" y="1700079"/>
                  </a:lnTo>
                  <a:lnTo>
                    <a:pt x="3710118" y="1670937"/>
                  </a:lnTo>
                  <a:lnTo>
                    <a:pt x="3656978" y="1639319"/>
                  </a:lnTo>
                  <a:lnTo>
                    <a:pt x="3604501" y="1605246"/>
                  </a:lnTo>
                  <a:lnTo>
                    <a:pt x="3552377" y="1568812"/>
                  </a:lnTo>
                  <a:lnTo>
                    <a:pt x="3500388" y="1530187"/>
                  </a:lnTo>
                  <a:lnTo>
                    <a:pt x="3448395" y="1489622"/>
                  </a:lnTo>
                  <a:lnTo>
                    <a:pt x="3396325" y="1447442"/>
                  </a:lnTo>
                  <a:lnTo>
                    <a:pt x="3344158" y="1404042"/>
                  </a:lnTo>
                  <a:lnTo>
                    <a:pt x="3291914" y="1359869"/>
                  </a:lnTo>
                  <a:lnTo>
                    <a:pt x="3239639" y="1315405"/>
                  </a:lnTo>
                  <a:lnTo>
                    <a:pt x="3187385" y="1271145"/>
                  </a:lnTo>
                  <a:lnTo>
                    <a:pt x="3135203" y="1227575"/>
                  </a:lnTo>
                  <a:lnTo>
                    <a:pt x="3083116" y="1185152"/>
                  </a:lnTo>
                  <a:lnTo>
                    <a:pt x="3031113" y="1144278"/>
                  </a:lnTo>
                  <a:lnTo>
                    <a:pt x="2979132" y="1105292"/>
                  </a:lnTo>
                  <a:lnTo>
                    <a:pt x="2927045" y="1068459"/>
                  </a:lnTo>
                  <a:lnTo>
                    <a:pt x="2874649" y="1033963"/>
                  </a:lnTo>
                  <a:lnTo>
                    <a:pt x="2821652" y="1001911"/>
                  </a:lnTo>
                  <a:lnTo>
                    <a:pt x="2767654" y="972336"/>
                  </a:lnTo>
                  <a:lnTo>
                    <a:pt x="2712128" y="945206"/>
                  </a:lnTo>
                  <a:lnTo>
                    <a:pt x="2702183" y="940693"/>
                  </a:lnTo>
                  <a:lnTo>
                    <a:pt x="2650422" y="918875"/>
                  </a:lnTo>
                  <a:lnTo>
                    <a:pt x="2596222" y="898946"/>
                  </a:lnTo>
                  <a:lnTo>
                    <a:pt x="2538905" y="880840"/>
                  </a:lnTo>
                  <a:lnTo>
                    <a:pt x="2477724" y="864427"/>
                  </a:lnTo>
                  <a:lnTo>
                    <a:pt x="2411907" y="849552"/>
                  </a:lnTo>
                  <a:lnTo>
                    <a:pt x="2340696" y="836057"/>
                  </a:lnTo>
                  <a:lnTo>
                    <a:pt x="2263397" y="823790"/>
                  </a:lnTo>
                  <a:lnTo>
                    <a:pt x="2179454" y="812621"/>
                  </a:lnTo>
                  <a:lnTo>
                    <a:pt x="2088532" y="802438"/>
                  </a:lnTo>
                  <a:lnTo>
                    <a:pt x="1990637" y="793159"/>
                  </a:lnTo>
                  <a:lnTo>
                    <a:pt x="1886252" y="784724"/>
                  </a:lnTo>
                  <a:lnTo>
                    <a:pt x="1776485" y="777102"/>
                  </a:lnTo>
                  <a:lnTo>
                    <a:pt x="1663189" y="770284"/>
                  </a:lnTo>
                  <a:lnTo>
                    <a:pt x="1549024" y="764276"/>
                  </a:lnTo>
                  <a:lnTo>
                    <a:pt x="1437392" y="759097"/>
                  </a:lnTo>
                  <a:lnTo>
                    <a:pt x="1332208" y="754761"/>
                  </a:lnTo>
                  <a:lnTo>
                    <a:pt x="1237485" y="751267"/>
                  </a:lnTo>
                  <a:lnTo>
                    <a:pt x="1156782" y="748587"/>
                  </a:lnTo>
                  <a:lnTo>
                    <a:pt x="1092622" y="746658"/>
                  </a:lnTo>
                  <a:lnTo>
                    <a:pt x="1046013" y="745385"/>
                  </a:lnTo>
                  <a:lnTo>
                    <a:pt x="1016205" y="744643"/>
                  </a:lnTo>
                  <a:lnTo>
                    <a:pt x="1000695" y="744289"/>
                  </a:lnTo>
                  <a:lnTo>
                    <a:pt x="995411" y="744179"/>
                  </a:lnTo>
                  <a:lnTo>
                    <a:pt x="994940" y="744170"/>
                  </a:lnTo>
                  <a:lnTo>
                    <a:pt x="0" y="744170"/>
                  </a:lnTo>
                  <a:lnTo>
                    <a:pt x="0" y="7441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6" name="pg1505"/>
            <p:cNvSpPr/>
            <p:nvPr/>
          </p:nvSpPr>
          <p:spPr>
            <a:xfrm>
              <a:off x="1199187" y="3642076"/>
              <a:ext cx="12049831" cy="1635077"/>
            </a:xfrm>
            <a:custGeom>
              <a:avLst/>
              <a:pathLst>
                <a:path w="12049831" h="1635077">
                  <a:moveTo>
                    <a:pt x="0" y="1635077"/>
                  </a:moveTo>
                  <a:lnTo>
                    <a:pt x="994940" y="1635077"/>
                  </a:lnTo>
                  <a:lnTo>
                    <a:pt x="996071" y="1635062"/>
                  </a:lnTo>
                  <a:lnTo>
                    <a:pt x="1003537" y="1634953"/>
                  </a:lnTo>
                  <a:lnTo>
                    <a:pt x="1022459" y="1634651"/>
                  </a:lnTo>
                  <a:lnTo>
                    <a:pt x="1056543" y="1634056"/>
                  </a:lnTo>
                  <a:lnTo>
                    <a:pt x="1107858" y="1633072"/>
                  </a:lnTo>
                  <a:lnTo>
                    <a:pt x="1176685" y="1631619"/>
                  </a:lnTo>
                  <a:lnTo>
                    <a:pt x="1261571" y="1629636"/>
                  </a:lnTo>
                  <a:lnTo>
                    <a:pt x="1359649" y="1627086"/>
                  </a:lnTo>
                  <a:lnTo>
                    <a:pt x="1467161" y="1623957"/>
                  </a:lnTo>
                  <a:lnTo>
                    <a:pt x="1580049" y="1620250"/>
                  </a:lnTo>
                  <a:lnTo>
                    <a:pt x="1694485" y="1615978"/>
                  </a:lnTo>
                  <a:lnTo>
                    <a:pt x="1807237" y="1611151"/>
                  </a:lnTo>
                  <a:lnTo>
                    <a:pt x="1915854" y="1605772"/>
                  </a:lnTo>
                  <a:lnTo>
                    <a:pt x="2018691" y="1599831"/>
                  </a:lnTo>
                  <a:lnTo>
                    <a:pt x="2114824" y="1593300"/>
                  </a:lnTo>
                  <a:lnTo>
                    <a:pt x="2203915" y="1586134"/>
                  </a:lnTo>
                  <a:lnTo>
                    <a:pt x="2286069" y="1578270"/>
                  </a:lnTo>
                  <a:lnTo>
                    <a:pt x="2361696" y="1569629"/>
                  </a:lnTo>
                  <a:lnTo>
                    <a:pt x="2431404" y="1560115"/>
                  </a:lnTo>
                  <a:lnTo>
                    <a:pt x="2495913" y="1549623"/>
                  </a:lnTo>
                  <a:lnTo>
                    <a:pt x="2555995" y="1538042"/>
                  </a:lnTo>
                  <a:lnTo>
                    <a:pt x="2612424" y="1525270"/>
                  </a:lnTo>
                  <a:lnTo>
                    <a:pt x="2665932" y="1511226"/>
                  </a:lnTo>
                  <a:lnTo>
                    <a:pt x="2702183" y="1500568"/>
                  </a:lnTo>
                  <a:lnTo>
                    <a:pt x="2760762" y="1481338"/>
                  </a:lnTo>
                  <a:lnTo>
                    <a:pt x="2817572" y="1460272"/>
                  </a:lnTo>
                  <a:lnTo>
                    <a:pt x="2873239" y="1437339"/>
                  </a:lnTo>
                  <a:lnTo>
                    <a:pt x="2928232" y="1412563"/>
                  </a:lnTo>
                  <a:lnTo>
                    <a:pt x="2982891" y="1386028"/>
                  </a:lnTo>
                  <a:lnTo>
                    <a:pt x="3037445" y="1357882"/>
                  </a:lnTo>
                  <a:lnTo>
                    <a:pt x="3092034" y="1328342"/>
                  </a:lnTo>
                  <a:lnTo>
                    <a:pt x="3146722" y="1297683"/>
                  </a:lnTo>
                  <a:lnTo>
                    <a:pt x="3201511" y="1266233"/>
                  </a:lnTo>
                  <a:lnTo>
                    <a:pt x="3256366" y="1234360"/>
                  </a:lnTo>
                  <a:lnTo>
                    <a:pt x="3311226" y="1202452"/>
                  </a:lnTo>
                  <a:lnTo>
                    <a:pt x="3366030" y="1170901"/>
                  </a:lnTo>
                  <a:lnTo>
                    <a:pt x="3420736" y="1140077"/>
                  </a:lnTo>
                  <a:lnTo>
                    <a:pt x="3475340" y="1110318"/>
                  </a:lnTo>
                  <a:lnTo>
                    <a:pt x="3529893" y="1081910"/>
                  </a:lnTo>
                  <a:lnTo>
                    <a:pt x="3584519" y="1055079"/>
                  </a:lnTo>
                  <a:lnTo>
                    <a:pt x="3639432" y="1029985"/>
                  </a:lnTo>
                  <a:lnTo>
                    <a:pt x="3694951" y="1006724"/>
                  </a:lnTo>
                  <a:lnTo>
                    <a:pt x="3751519" y="985331"/>
                  </a:lnTo>
                  <a:lnTo>
                    <a:pt x="3809733" y="965782"/>
                  </a:lnTo>
                  <a:lnTo>
                    <a:pt x="3820202" y="962529"/>
                  </a:lnTo>
                  <a:lnTo>
                    <a:pt x="3872055" y="947571"/>
                  </a:lnTo>
                  <a:lnTo>
                    <a:pt x="3926357" y="933911"/>
                  </a:lnTo>
                  <a:lnTo>
                    <a:pt x="3983789" y="921501"/>
                  </a:lnTo>
                  <a:lnTo>
                    <a:pt x="4045103" y="910255"/>
                  </a:lnTo>
                  <a:lnTo>
                    <a:pt x="4111075" y="900064"/>
                  </a:lnTo>
                  <a:lnTo>
                    <a:pt x="4182466" y="890819"/>
                  </a:lnTo>
                  <a:lnTo>
                    <a:pt x="4259972" y="882418"/>
                  </a:lnTo>
                  <a:lnTo>
                    <a:pt x="4344152" y="874769"/>
                  </a:lnTo>
                  <a:lnTo>
                    <a:pt x="4435337" y="867797"/>
                  </a:lnTo>
                  <a:lnTo>
                    <a:pt x="4533517" y="861445"/>
                  </a:lnTo>
                  <a:lnTo>
                    <a:pt x="4638194" y="855672"/>
                  </a:lnTo>
                  <a:lnTo>
                    <a:pt x="4748245" y="850457"/>
                  </a:lnTo>
                  <a:lnTo>
                    <a:pt x="4861788" y="845794"/>
                  </a:lnTo>
                  <a:lnTo>
                    <a:pt x="4976134" y="841688"/>
                  </a:lnTo>
                  <a:lnTo>
                    <a:pt x="5087846" y="838152"/>
                  </a:lnTo>
                  <a:lnTo>
                    <a:pt x="5192982" y="835195"/>
                  </a:lnTo>
                  <a:lnTo>
                    <a:pt x="5287512" y="832815"/>
                  </a:lnTo>
                  <a:lnTo>
                    <a:pt x="5367880" y="830994"/>
                  </a:lnTo>
                  <a:lnTo>
                    <a:pt x="5431591" y="829687"/>
                  </a:lnTo>
                  <a:lnTo>
                    <a:pt x="5477686" y="828828"/>
                  </a:lnTo>
                  <a:lnTo>
                    <a:pt x="5506980" y="828331"/>
                  </a:lnTo>
                  <a:lnTo>
                    <a:pt x="5522051" y="828096"/>
                  </a:lnTo>
                  <a:lnTo>
                    <a:pt x="5527045" y="828025"/>
                  </a:lnTo>
                  <a:lnTo>
                    <a:pt x="5527445" y="828020"/>
                  </a:lnTo>
                  <a:lnTo>
                    <a:pt x="6522385" y="828020"/>
                  </a:lnTo>
                  <a:lnTo>
                    <a:pt x="6523517" y="828004"/>
                  </a:lnTo>
                  <a:lnTo>
                    <a:pt x="6530981" y="827893"/>
                  </a:lnTo>
                  <a:lnTo>
                    <a:pt x="6549900" y="827585"/>
                  </a:lnTo>
                  <a:lnTo>
                    <a:pt x="6583979" y="826978"/>
                  </a:lnTo>
                  <a:lnTo>
                    <a:pt x="6635286" y="825976"/>
                  </a:lnTo>
                  <a:lnTo>
                    <a:pt x="6704103" y="824495"/>
                  </a:lnTo>
                  <a:lnTo>
                    <a:pt x="6788977" y="822473"/>
                  </a:lnTo>
                  <a:lnTo>
                    <a:pt x="6887044" y="819874"/>
                  </a:lnTo>
                  <a:lnTo>
                    <a:pt x="6994546" y="816684"/>
                  </a:lnTo>
                  <a:lnTo>
                    <a:pt x="7107426" y="812906"/>
                  </a:lnTo>
                  <a:lnTo>
                    <a:pt x="7221855" y="808552"/>
                  </a:lnTo>
                  <a:lnTo>
                    <a:pt x="7334602" y="803631"/>
                  </a:lnTo>
                  <a:lnTo>
                    <a:pt x="7443216" y="798148"/>
                  </a:lnTo>
                  <a:lnTo>
                    <a:pt x="7546052" y="792092"/>
                  </a:lnTo>
                  <a:lnTo>
                    <a:pt x="7642185" y="785434"/>
                  </a:lnTo>
                  <a:lnTo>
                    <a:pt x="7731278" y="778130"/>
                  </a:lnTo>
                  <a:lnTo>
                    <a:pt x="7813433" y="770115"/>
                  </a:lnTo>
                  <a:lnTo>
                    <a:pt x="7889062" y="761306"/>
                  </a:lnTo>
                  <a:lnTo>
                    <a:pt x="7958772" y="751609"/>
                  </a:lnTo>
                  <a:lnTo>
                    <a:pt x="8023283" y="740914"/>
                  </a:lnTo>
                  <a:lnTo>
                    <a:pt x="8083367" y="729110"/>
                  </a:lnTo>
                  <a:lnTo>
                    <a:pt x="8139796" y="716091"/>
                  </a:lnTo>
                  <a:lnTo>
                    <a:pt x="8193305" y="701777"/>
                  </a:lnTo>
                  <a:lnTo>
                    <a:pt x="8229629" y="690890"/>
                  </a:lnTo>
                  <a:lnTo>
                    <a:pt x="8288102" y="671323"/>
                  </a:lnTo>
                  <a:lnTo>
                    <a:pt x="8344811" y="649892"/>
                  </a:lnTo>
                  <a:lnTo>
                    <a:pt x="8400380" y="626564"/>
                  </a:lnTo>
                  <a:lnTo>
                    <a:pt x="8455275" y="601363"/>
                  </a:lnTo>
                  <a:lnTo>
                    <a:pt x="8509834" y="574375"/>
                  </a:lnTo>
                  <a:lnTo>
                    <a:pt x="8564288" y="545750"/>
                  </a:lnTo>
                  <a:lnTo>
                    <a:pt x="8618776" y="515705"/>
                  </a:lnTo>
                  <a:lnTo>
                    <a:pt x="8673361" y="484519"/>
                  </a:lnTo>
                  <a:lnTo>
                    <a:pt x="8728049" y="452526"/>
                  </a:lnTo>
                  <a:lnTo>
                    <a:pt x="8782801" y="420096"/>
                  </a:lnTo>
                  <a:lnTo>
                    <a:pt x="8837561" y="387623"/>
                  </a:lnTo>
                  <a:lnTo>
                    <a:pt x="8892266" y="355505"/>
                  </a:lnTo>
                  <a:lnTo>
                    <a:pt x="8946874" y="324117"/>
                  </a:lnTo>
                  <a:lnTo>
                    <a:pt x="9001380" y="293804"/>
                  </a:lnTo>
                  <a:lnTo>
                    <a:pt x="9055832" y="264855"/>
                  </a:lnTo>
                  <a:lnTo>
                    <a:pt x="9110353" y="237503"/>
                  </a:lnTo>
                  <a:lnTo>
                    <a:pt x="9165152" y="211912"/>
                  </a:lnTo>
                  <a:lnTo>
                    <a:pt x="9220543" y="188181"/>
                  </a:lnTo>
                  <a:lnTo>
                    <a:pt x="9276963" y="166347"/>
                  </a:lnTo>
                  <a:lnTo>
                    <a:pt x="9334998" y="146388"/>
                  </a:lnTo>
                  <a:lnTo>
                    <a:pt x="9347647" y="142370"/>
                  </a:lnTo>
                  <a:lnTo>
                    <a:pt x="9399498" y="127121"/>
                  </a:lnTo>
                  <a:lnTo>
                    <a:pt x="9453796" y="113195"/>
                  </a:lnTo>
                  <a:lnTo>
                    <a:pt x="9511224" y="100545"/>
                  </a:lnTo>
                  <a:lnTo>
                    <a:pt x="9572534" y="89080"/>
                  </a:lnTo>
                  <a:lnTo>
                    <a:pt x="9638500" y="78691"/>
                  </a:lnTo>
                  <a:lnTo>
                    <a:pt x="9709885" y="69266"/>
                  </a:lnTo>
                  <a:lnTo>
                    <a:pt x="9787384" y="60702"/>
                  </a:lnTo>
                  <a:lnTo>
                    <a:pt x="9871555" y="52904"/>
                  </a:lnTo>
                  <a:lnTo>
                    <a:pt x="9962731" y="45796"/>
                  </a:lnTo>
                  <a:lnTo>
                    <a:pt x="10060901" y="39320"/>
                  </a:lnTo>
                  <a:lnTo>
                    <a:pt x="10165568" y="33435"/>
                  </a:lnTo>
                  <a:lnTo>
                    <a:pt x="10275609" y="28118"/>
                  </a:lnTo>
                  <a:lnTo>
                    <a:pt x="10389143" y="23364"/>
                  </a:lnTo>
                  <a:lnTo>
                    <a:pt x="10503483" y="19178"/>
                  </a:lnTo>
                  <a:lnTo>
                    <a:pt x="10615193" y="15573"/>
                  </a:lnTo>
                  <a:lnTo>
                    <a:pt x="10720331" y="12557"/>
                  </a:lnTo>
                  <a:lnTo>
                    <a:pt x="10814867" y="10131"/>
                  </a:lnTo>
                  <a:lnTo>
                    <a:pt x="10895246" y="8274"/>
                  </a:lnTo>
                  <a:lnTo>
                    <a:pt x="10958973" y="6942"/>
                  </a:lnTo>
                  <a:lnTo>
                    <a:pt x="11005086" y="6066"/>
                  </a:lnTo>
                  <a:lnTo>
                    <a:pt x="11034398" y="5558"/>
                  </a:lnTo>
                  <a:lnTo>
                    <a:pt x="11049485" y="5318"/>
                  </a:lnTo>
                  <a:lnTo>
                    <a:pt x="11054489" y="524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0" y="15"/>
                  </a:lnTo>
                  <a:lnTo>
                    <a:pt x="11046295" y="127"/>
                  </a:lnTo>
                  <a:lnTo>
                    <a:pt x="11027376" y="434"/>
                  </a:lnTo>
                  <a:lnTo>
                    <a:pt x="10993298" y="1041"/>
                  </a:lnTo>
                  <a:lnTo>
                    <a:pt x="10941991" y="2043"/>
                  </a:lnTo>
                  <a:lnTo>
                    <a:pt x="10873174" y="3524"/>
                  </a:lnTo>
                  <a:lnTo>
                    <a:pt x="10788299" y="5546"/>
                  </a:lnTo>
                  <a:lnTo>
                    <a:pt x="10690232" y="8145"/>
                  </a:lnTo>
                  <a:lnTo>
                    <a:pt x="10582730" y="11335"/>
                  </a:lnTo>
                  <a:lnTo>
                    <a:pt x="10469851" y="15113"/>
                  </a:lnTo>
                  <a:lnTo>
                    <a:pt x="10355422" y="19468"/>
                  </a:lnTo>
                  <a:lnTo>
                    <a:pt x="10242675" y="24388"/>
                  </a:lnTo>
                  <a:lnTo>
                    <a:pt x="10134060" y="29871"/>
                  </a:lnTo>
                  <a:lnTo>
                    <a:pt x="10031224" y="35927"/>
                  </a:lnTo>
                  <a:lnTo>
                    <a:pt x="9935091" y="42585"/>
                  </a:lnTo>
                  <a:lnTo>
                    <a:pt x="9845999" y="49889"/>
                  </a:lnTo>
                  <a:lnTo>
                    <a:pt x="9763843" y="57905"/>
                  </a:lnTo>
                  <a:lnTo>
                    <a:pt x="9688214" y="66713"/>
                  </a:lnTo>
                  <a:lnTo>
                    <a:pt x="9618504" y="76410"/>
                  </a:lnTo>
                  <a:lnTo>
                    <a:pt x="9553993" y="87105"/>
                  </a:lnTo>
                  <a:lnTo>
                    <a:pt x="9493909" y="98909"/>
                  </a:lnTo>
                  <a:lnTo>
                    <a:pt x="9437480" y="111928"/>
                  </a:lnTo>
                  <a:lnTo>
                    <a:pt x="9383971" y="126242"/>
                  </a:lnTo>
                  <a:lnTo>
                    <a:pt x="9347647" y="137129"/>
                  </a:lnTo>
                  <a:lnTo>
                    <a:pt x="9289175" y="156696"/>
                  </a:lnTo>
                  <a:lnTo>
                    <a:pt x="9232466" y="178127"/>
                  </a:lnTo>
                  <a:lnTo>
                    <a:pt x="9176897" y="201455"/>
                  </a:lnTo>
                  <a:lnTo>
                    <a:pt x="9122002" y="226656"/>
                  </a:lnTo>
                  <a:lnTo>
                    <a:pt x="9067442" y="253644"/>
                  </a:lnTo>
                  <a:lnTo>
                    <a:pt x="9012988" y="282269"/>
                  </a:lnTo>
                  <a:lnTo>
                    <a:pt x="8958500" y="312314"/>
                  </a:lnTo>
                  <a:lnTo>
                    <a:pt x="8903915" y="343500"/>
                  </a:lnTo>
                  <a:lnTo>
                    <a:pt x="8849228" y="375494"/>
                  </a:lnTo>
                  <a:lnTo>
                    <a:pt x="8794475" y="407923"/>
                  </a:lnTo>
                  <a:lnTo>
                    <a:pt x="8739716" y="440396"/>
                  </a:lnTo>
                  <a:lnTo>
                    <a:pt x="8685011" y="472515"/>
                  </a:lnTo>
                  <a:lnTo>
                    <a:pt x="8630402" y="503902"/>
                  </a:lnTo>
                  <a:lnTo>
                    <a:pt x="8575897" y="534216"/>
                  </a:lnTo>
                  <a:lnTo>
                    <a:pt x="8521444" y="563164"/>
                  </a:lnTo>
                  <a:lnTo>
                    <a:pt x="8466923" y="590516"/>
                  </a:lnTo>
                  <a:lnTo>
                    <a:pt x="8412124" y="616107"/>
                  </a:lnTo>
                  <a:lnTo>
                    <a:pt x="8356733" y="639838"/>
                  </a:lnTo>
                  <a:lnTo>
                    <a:pt x="8300314" y="661673"/>
                  </a:lnTo>
                  <a:lnTo>
                    <a:pt x="8242279" y="681632"/>
                  </a:lnTo>
                  <a:lnTo>
                    <a:pt x="8229629" y="685649"/>
                  </a:lnTo>
                  <a:lnTo>
                    <a:pt x="8177779" y="700898"/>
                  </a:lnTo>
                  <a:lnTo>
                    <a:pt x="8123481" y="714824"/>
                  </a:lnTo>
                  <a:lnTo>
                    <a:pt x="8066052" y="727474"/>
                  </a:lnTo>
                  <a:lnTo>
                    <a:pt x="8004743" y="738940"/>
                  </a:lnTo>
                  <a:lnTo>
                    <a:pt x="7938777" y="749328"/>
                  </a:lnTo>
                  <a:lnTo>
                    <a:pt x="7867392" y="758753"/>
                  </a:lnTo>
                  <a:lnTo>
                    <a:pt x="7789893" y="767318"/>
                  </a:lnTo>
                  <a:lnTo>
                    <a:pt x="7705722" y="775116"/>
                  </a:lnTo>
                  <a:lnTo>
                    <a:pt x="7614545" y="782223"/>
                  </a:lnTo>
                  <a:lnTo>
                    <a:pt x="7516376" y="788699"/>
                  </a:lnTo>
                  <a:lnTo>
                    <a:pt x="7411708" y="794584"/>
                  </a:lnTo>
                  <a:lnTo>
                    <a:pt x="7301668" y="799901"/>
                  </a:lnTo>
                  <a:lnTo>
                    <a:pt x="7188133" y="804655"/>
                  </a:lnTo>
                  <a:lnTo>
                    <a:pt x="7073793" y="808841"/>
                  </a:lnTo>
                  <a:lnTo>
                    <a:pt x="6962084" y="812447"/>
                  </a:lnTo>
                  <a:lnTo>
                    <a:pt x="6856946" y="815462"/>
                  </a:lnTo>
                  <a:lnTo>
                    <a:pt x="6762410" y="817888"/>
                  </a:lnTo>
                  <a:lnTo>
                    <a:pt x="6682030" y="819745"/>
                  </a:lnTo>
                  <a:lnTo>
                    <a:pt x="6618303" y="821078"/>
                  </a:lnTo>
                  <a:lnTo>
                    <a:pt x="6572190" y="821954"/>
                  </a:lnTo>
                  <a:lnTo>
                    <a:pt x="6542878" y="822462"/>
                  </a:lnTo>
                  <a:lnTo>
                    <a:pt x="6527792" y="822701"/>
                  </a:lnTo>
                  <a:lnTo>
                    <a:pt x="6522788" y="822774"/>
                  </a:lnTo>
                  <a:lnTo>
                    <a:pt x="6522385" y="822779"/>
                  </a:lnTo>
                  <a:lnTo>
                    <a:pt x="5527445" y="822779"/>
                  </a:lnTo>
                  <a:lnTo>
                    <a:pt x="5526314" y="822794"/>
                  </a:lnTo>
                  <a:lnTo>
                    <a:pt x="5518848" y="822904"/>
                  </a:lnTo>
                  <a:lnTo>
                    <a:pt x="5499926" y="823206"/>
                  </a:lnTo>
                  <a:lnTo>
                    <a:pt x="5465842" y="823801"/>
                  </a:lnTo>
                  <a:lnTo>
                    <a:pt x="5414527" y="824784"/>
                  </a:lnTo>
                  <a:lnTo>
                    <a:pt x="5345700" y="826237"/>
                  </a:lnTo>
                  <a:lnTo>
                    <a:pt x="5260814" y="828221"/>
                  </a:lnTo>
                  <a:lnTo>
                    <a:pt x="5162736" y="830770"/>
                  </a:lnTo>
                  <a:lnTo>
                    <a:pt x="5055224" y="833900"/>
                  </a:lnTo>
                  <a:lnTo>
                    <a:pt x="4942336" y="837606"/>
                  </a:lnTo>
                  <a:lnTo>
                    <a:pt x="4827900" y="841878"/>
                  </a:lnTo>
                  <a:lnTo>
                    <a:pt x="4715148" y="846705"/>
                  </a:lnTo>
                  <a:lnTo>
                    <a:pt x="4606531" y="852084"/>
                  </a:lnTo>
                  <a:lnTo>
                    <a:pt x="4503694" y="858026"/>
                  </a:lnTo>
                  <a:lnTo>
                    <a:pt x="4407561" y="864557"/>
                  </a:lnTo>
                  <a:lnTo>
                    <a:pt x="4318470" y="871723"/>
                  </a:lnTo>
                  <a:lnTo>
                    <a:pt x="4236316" y="879586"/>
                  </a:lnTo>
                  <a:lnTo>
                    <a:pt x="4160689" y="888227"/>
                  </a:lnTo>
                  <a:lnTo>
                    <a:pt x="4090981" y="897741"/>
                  </a:lnTo>
                  <a:lnTo>
                    <a:pt x="4026472" y="908234"/>
                  </a:lnTo>
                  <a:lnTo>
                    <a:pt x="3966390" y="919814"/>
                  </a:lnTo>
                  <a:lnTo>
                    <a:pt x="3909961" y="932587"/>
                  </a:lnTo>
                  <a:lnTo>
                    <a:pt x="3856453" y="946630"/>
                  </a:lnTo>
                  <a:lnTo>
                    <a:pt x="3820202" y="957289"/>
                  </a:lnTo>
                  <a:lnTo>
                    <a:pt x="3761623" y="976518"/>
                  </a:lnTo>
                  <a:lnTo>
                    <a:pt x="3704813" y="997584"/>
                  </a:lnTo>
                  <a:lnTo>
                    <a:pt x="3649146" y="1020517"/>
                  </a:lnTo>
                  <a:lnTo>
                    <a:pt x="3594153" y="1045293"/>
                  </a:lnTo>
                  <a:lnTo>
                    <a:pt x="3539494" y="1071829"/>
                  </a:lnTo>
                  <a:lnTo>
                    <a:pt x="3484940" y="1099974"/>
                  </a:lnTo>
                  <a:lnTo>
                    <a:pt x="3430350" y="1129514"/>
                  </a:lnTo>
                  <a:lnTo>
                    <a:pt x="3375663" y="1160174"/>
                  </a:lnTo>
                  <a:lnTo>
                    <a:pt x="3320874" y="1191624"/>
                  </a:lnTo>
                  <a:lnTo>
                    <a:pt x="3266019" y="1223497"/>
                  </a:lnTo>
                  <a:lnTo>
                    <a:pt x="3211159" y="1255404"/>
                  </a:lnTo>
                  <a:lnTo>
                    <a:pt x="3156355" y="1286956"/>
                  </a:lnTo>
                  <a:lnTo>
                    <a:pt x="3101649" y="1317779"/>
                  </a:lnTo>
                  <a:lnTo>
                    <a:pt x="3047045" y="1347538"/>
                  </a:lnTo>
                  <a:lnTo>
                    <a:pt x="2992492" y="1375946"/>
                  </a:lnTo>
                  <a:lnTo>
                    <a:pt x="2937866" y="1402778"/>
                  </a:lnTo>
                  <a:lnTo>
                    <a:pt x="2882953" y="1427872"/>
                  </a:lnTo>
                  <a:lnTo>
                    <a:pt x="2827434" y="1451132"/>
                  </a:lnTo>
                  <a:lnTo>
                    <a:pt x="2770866" y="1472526"/>
                  </a:lnTo>
                  <a:lnTo>
                    <a:pt x="2712652" y="1492074"/>
                  </a:lnTo>
                  <a:lnTo>
                    <a:pt x="2702183" y="1495327"/>
                  </a:lnTo>
                  <a:lnTo>
                    <a:pt x="2650330" y="1510285"/>
                  </a:lnTo>
                  <a:lnTo>
                    <a:pt x="2596028" y="1523946"/>
                  </a:lnTo>
                  <a:lnTo>
                    <a:pt x="2538595" y="1536355"/>
                  </a:lnTo>
                  <a:lnTo>
                    <a:pt x="2477282" y="1547602"/>
                  </a:lnTo>
                  <a:lnTo>
                    <a:pt x="2411310" y="1557793"/>
                  </a:lnTo>
                  <a:lnTo>
                    <a:pt x="2339919" y="1567037"/>
                  </a:lnTo>
                  <a:lnTo>
                    <a:pt x="2262413" y="1575438"/>
                  </a:lnTo>
                  <a:lnTo>
                    <a:pt x="2178233" y="1583087"/>
                  </a:lnTo>
                  <a:lnTo>
                    <a:pt x="2087048" y="1590059"/>
                  </a:lnTo>
                  <a:lnTo>
                    <a:pt x="1988868" y="1596412"/>
                  </a:lnTo>
                  <a:lnTo>
                    <a:pt x="1884191" y="1602185"/>
                  </a:lnTo>
                  <a:lnTo>
                    <a:pt x="1774140" y="1607399"/>
                  </a:lnTo>
                  <a:lnTo>
                    <a:pt x="1660597" y="1612063"/>
                  </a:lnTo>
                  <a:lnTo>
                    <a:pt x="1546251" y="1616168"/>
                  </a:lnTo>
                  <a:lnTo>
                    <a:pt x="1434539" y="1619705"/>
                  </a:lnTo>
                  <a:lnTo>
                    <a:pt x="1329403" y="1622662"/>
                  </a:lnTo>
                  <a:lnTo>
                    <a:pt x="1234873" y="1625041"/>
                  </a:lnTo>
                  <a:lnTo>
                    <a:pt x="1154505" y="1626862"/>
                  </a:lnTo>
                  <a:lnTo>
                    <a:pt x="1090794" y="1628169"/>
                  </a:lnTo>
                  <a:lnTo>
                    <a:pt x="1044699" y="1629028"/>
                  </a:lnTo>
                  <a:lnTo>
                    <a:pt x="1015405" y="1629526"/>
                  </a:lnTo>
                  <a:lnTo>
                    <a:pt x="1000334" y="1629760"/>
                  </a:lnTo>
                  <a:lnTo>
                    <a:pt x="995340" y="1629831"/>
                  </a:lnTo>
                  <a:lnTo>
                    <a:pt x="994940" y="1629837"/>
                  </a:lnTo>
                  <a:lnTo>
                    <a:pt x="0" y="1629837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07" name="pl1506"/>
            <p:cNvSpPr/>
            <p:nvPr/>
          </p:nvSpPr>
          <p:spPr>
            <a:xfrm>
              <a:off x="1199187" y="3647316"/>
              <a:ext cx="12049831" cy="1629837"/>
            </a:xfrm>
            <a:custGeom>
              <a:avLst/>
              <a:pathLst>
                <a:path w="12049831" h="1629837">
                  <a:moveTo>
                    <a:pt x="0" y="1629837"/>
                  </a:moveTo>
                  <a:lnTo>
                    <a:pt x="994940" y="1629837"/>
                  </a:lnTo>
                  <a:lnTo>
                    <a:pt x="996071" y="1629821"/>
                  </a:lnTo>
                  <a:lnTo>
                    <a:pt x="1003537" y="1629712"/>
                  </a:lnTo>
                  <a:lnTo>
                    <a:pt x="1022459" y="1629410"/>
                  </a:lnTo>
                  <a:lnTo>
                    <a:pt x="1056543" y="1628815"/>
                  </a:lnTo>
                  <a:lnTo>
                    <a:pt x="1107858" y="1627832"/>
                  </a:lnTo>
                  <a:lnTo>
                    <a:pt x="1176685" y="1626378"/>
                  </a:lnTo>
                  <a:lnTo>
                    <a:pt x="1261571" y="1624395"/>
                  </a:lnTo>
                  <a:lnTo>
                    <a:pt x="1359649" y="1621846"/>
                  </a:lnTo>
                  <a:lnTo>
                    <a:pt x="1467161" y="1618716"/>
                  </a:lnTo>
                  <a:lnTo>
                    <a:pt x="1580049" y="1615010"/>
                  </a:lnTo>
                  <a:lnTo>
                    <a:pt x="1694485" y="1610738"/>
                  </a:lnTo>
                  <a:lnTo>
                    <a:pt x="1807237" y="1605911"/>
                  </a:lnTo>
                  <a:lnTo>
                    <a:pt x="1915854" y="1600532"/>
                  </a:lnTo>
                  <a:lnTo>
                    <a:pt x="2018691" y="1594590"/>
                  </a:lnTo>
                  <a:lnTo>
                    <a:pt x="2114824" y="1588059"/>
                  </a:lnTo>
                  <a:lnTo>
                    <a:pt x="2203915" y="1580893"/>
                  </a:lnTo>
                  <a:lnTo>
                    <a:pt x="2286069" y="1573030"/>
                  </a:lnTo>
                  <a:lnTo>
                    <a:pt x="2361696" y="1564388"/>
                  </a:lnTo>
                  <a:lnTo>
                    <a:pt x="2431404" y="1554874"/>
                  </a:lnTo>
                  <a:lnTo>
                    <a:pt x="2495913" y="1544382"/>
                  </a:lnTo>
                  <a:lnTo>
                    <a:pt x="2555995" y="1532801"/>
                  </a:lnTo>
                  <a:lnTo>
                    <a:pt x="2612424" y="1520029"/>
                  </a:lnTo>
                  <a:lnTo>
                    <a:pt x="2665932" y="1505986"/>
                  </a:lnTo>
                  <a:lnTo>
                    <a:pt x="2702183" y="1495327"/>
                  </a:lnTo>
                  <a:lnTo>
                    <a:pt x="2760762" y="1476097"/>
                  </a:lnTo>
                  <a:lnTo>
                    <a:pt x="2817572" y="1455032"/>
                  </a:lnTo>
                  <a:lnTo>
                    <a:pt x="2873239" y="1432099"/>
                  </a:lnTo>
                  <a:lnTo>
                    <a:pt x="2928232" y="1407323"/>
                  </a:lnTo>
                  <a:lnTo>
                    <a:pt x="2982891" y="1380787"/>
                  </a:lnTo>
                  <a:lnTo>
                    <a:pt x="3037445" y="1352642"/>
                  </a:lnTo>
                  <a:lnTo>
                    <a:pt x="3092034" y="1323101"/>
                  </a:lnTo>
                  <a:lnTo>
                    <a:pt x="3146722" y="1292442"/>
                  </a:lnTo>
                  <a:lnTo>
                    <a:pt x="3201511" y="1260992"/>
                  </a:lnTo>
                  <a:lnTo>
                    <a:pt x="3256366" y="1229119"/>
                  </a:lnTo>
                  <a:lnTo>
                    <a:pt x="3311226" y="1197212"/>
                  </a:lnTo>
                  <a:lnTo>
                    <a:pt x="3366030" y="1165660"/>
                  </a:lnTo>
                  <a:lnTo>
                    <a:pt x="3420736" y="1134836"/>
                  </a:lnTo>
                  <a:lnTo>
                    <a:pt x="3475340" y="1105077"/>
                  </a:lnTo>
                  <a:lnTo>
                    <a:pt x="3529893" y="1076669"/>
                  </a:lnTo>
                  <a:lnTo>
                    <a:pt x="3584519" y="1049838"/>
                  </a:lnTo>
                  <a:lnTo>
                    <a:pt x="3639432" y="1024744"/>
                  </a:lnTo>
                  <a:lnTo>
                    <a:pt x="3694951" y="1001484"/>
                  </a:lnTo>
                  <a:lnTo>
                    <a:pt x="3751519" y="980090"/>
                  </a:lnTo>
                  <a:lnTo>
                    <a:pt x="3809733" y="960542"/>
                  </a:lnTo>
                  <a:lnTo>
                    <a:pt x="3820202" y="957289"/>
                  </a:lnTo>
                  <a:lnTo>
                    <a:pt x="3872055" y="942330"/>
                  </a:lnTo>
                  <a:lnTo>
                    <a:pt x="3926357" y="928670"/>
                  </a:lnTo>
                  <a:lnTo>
                    <a:pt x="3983789" y="916261"/>
                  </a:lnTo>
                  <a:lnTo>
                    <a:pt x="4045103" y="905014"/>
                  </a:lnTo>
                  <a:lnTo>
                    <a:pt x="4111075" y="894823"/>
                  </a:lnTo>
                  <a:lnTo>
                    <a:pt x="4182466" y="885579"/>
                  </a:lnTo>
                  <a:lnTo>
                    <a:pt x="4259972" y="877177"/>
                  </a:lnTo>
                  <a:lnTo>
                    <a:pt x="4344152" y="869528"/>
                  </a:lnTo>
                  <a:lnTo>
                    <a:pt x="4435337" y="862556"/>
                  </a:lnTo>
                  <a:lnTo>
                    <a:pt x="4533517" y="856204"/>
                  </a:lnTo>
                  <a:lnTo>
                    <a:pt x="4638194" y="850431"/>
                  </a:lnTo>
                  <a:lnTo>
                    <a:pt x="4748245" y="845216"/>
                  </a:lnTo>
                  <a:lnTo>
                    <a:pt x="4861788" y="840553"/>
                  </a:lnTo>
                  <a:lnTo>
                    <a:pt x="4976134" y="836448"/>
                  </a:lnTo>
                  <a:lnTo>
                    <a:pt x="5087846" y="832911"/>
                  </a:lnTo>
                  <a:lnTo>
                    <a:pt x="5192982" y="829954"/>
                  </a:lnTo>
                  <a:lnTo>
                    <a:pt x="5287512" y="827575"/>
                  </a:lnTo>
                  <a:lnTo>
                    <a:pt x="5367880" y="825753"/>
                  </a:lnTo>
                  <a:lnTo>
                    <a:pt x="5431591" y="824447"/>
                  </a:lnTo>
                  <a:lnTo>
                    <a:pt x="5477686" y="823588"/>
                  </a:lnTo>
                  <a:lnTo>
                    <a:pt x="5506980" y="823090"/>
                  </a:lnTo>
                  <a:lnTo>
                    <a:pt x="5522051" y="822856"/>
                  </a:lnTo>
                  <a:lnTo>
                    <a:pt x="5527045" y="822784"/>
                  </a:lnTo>
                  <a:lnTo>
                    <a:pt x="5527445" y="822779"/>
                  </a:lnTo>
                  <a:lnTo>
                    <a:pt x="6522385" y="822779"/>
                  </a:lnTo>
                  <a:lnTo>
                    <a:pt x="6523517" y="822763"/>
                  </a:lnTo>
                  <a:lnTo>
                    <a:pt x="6530981" y="822652"/>
                  </a:lnTo>
                  <a:lnTo>
                    <a:pt x="6549900" y="822344"/>
                  </a:lnTo>
                  <a:lnTo>
                    <a:pt x="6583979" y="821738"/>
                  </a:lnTo>
                  <a:lnTo>
                    <a:pt x="6635286" y="820735"/>
                  </a:lnTo>
                  <a:lnTo>
                    <a:pt x="6704103" y="819254"/>
                  </a:lnTo>
                  <a:lnTo>
                    <a:pt x="6788977" y="817233"/>
                  </a:lnTo>
                  <a:lnTo>
                    <a:pt x="6887044" y="814634"/>
                  </a:lnTo>
                  <a:lnTo>
                    <a:pt x="6994546" y="811444"/>
                  </a:lnTo>
                  <a:lnTo>
                    <a:pt x="7107426" y="807666"/>
                  </a:lnTo>
                  <a:lnTo>
                    <a:pt x="7221855" y="803311"/>
                  </a:lnTo>
                  <a:lnTo>
                    <a:pt x="7334602" y="798391"/>
                  </a:lnTo>
                  <a:lnTo>
                    <a:pt x="7443216" y="792908"/>
                  </a:lnTo>
                  <a:lnTo>
                    <a:pt x="7546052" y="786851"/>
                  </a:lnTo>
                  <a:lnTo>
                    <a:pt x="7642185" y="780194"/>
                  </a:lnTo>
                  <a:lnTo>
                    <a:pt x="7731278" y="772889"/>
                  </a:lnTo>
                  <a:lnTo>
                    <a:pt x="7813433" y="764874"/>
                  </a:lnTo>
                  <a:lnTo>
                    <a:pt x="7889062" y="756066"/>
                  </a:lnTo>
                  <a:lnTo>
                    <a:pt x="7958772" y="746368"/>
                  </a:lnTo>
                  <a:lnTo>
                    <a:pt x="8023283" y="735673"/>
                  </a:lnTo>
                  <a:lnTo>
                    <a:pt x="8083367" y="723869"/>
                  </a:lnTo>
                  <a:lnTo>
                    <a:pt x="8139796" y="710850"/>
                  </a:lnTo>
                  <a:lnTo>
                    <a:pt x="8193305" y="696536"/>
                  </a:lnTo>
                  <a:lnTo>
                    <a:pt x="8229629" y="685649"/>
                  </a:lnTo>
                  <a:lnTo>
                    <a:pt x="8288102" y="666083"/>
                  </a:lnTo>
                  <a:lnTo>
                    <a:pt x="8344811" y="644651"/>
                  </a:lnTo>
                  <a:lnTo>
                    <a:pt x="8400380" y="621323"/>
                  </a:lnTo>
                  <a:lnTo>
                    <a:pt x="8455275" y="596123"/>
                  </a:lnTo>
                  <a:lnTo>
                    <a:pt x="8509834" y="569135"/>
                  </a:lnTo>
                  <a:lnTo>
                    <a:pt x="8564288" y="540509"/>
                  </a:lnTo>
                  <a:lnTo>
                    <a:pt x="8618776" y="510464"/>
                  </a:lnTo>
                  <a:lnTo>
                    <a:pt x="8673361" y="479279"/>
                  </a:lnTo>
                  <a:lnTo>
                    <a:pt x="8728049" y="447285"/>
                  </a:lnTo>
                  <a:lnTo>
                    <a:pt x="8782801" y="414855"/>
                  </a:lnTo>
                  <a:lnTo>
                    <a:pt x="8837561" y="382383"/>
                  </a:lnTo>
                  <a:lnTo>
                    <a:pt x="8892266" y="350264"/>
                  </a:lnTo>
                  <a:lnTo>
                    <a:pt x="8946874" y="318877"/>
                  </a:lnTo>
                  <a:lnTo>
                    <a:pt x="9001380" y="288563"/>
                  </a:lnTo>
                  <a:lnTo>
                    <a:pt x="9055832" y="259615"/>
                  </a:lnTo>
                  <a:lnTo>
                    <a:pt x="9110353" y="232263"/>
                  </a:lnTo>
                  <a:lnTo>
                    <a:pt x="9165152" y="206672"/>
                  </a:lnTo>
                  <a:lnTo>
                    <a:pt x="9220543" y="182941"/>
                  </a:lnTo>
                  <a:lnTo>
                    <a:pt x="9276963" y="161106"/>
                  </a:lnTo>
                  <a:lnTo>
                    <a:pt x="9334998" y="141147"/>
                  </a:lnTo>
                  <a:lnTo>
                    <a:pt x="9347647" y="137129"/>
                  </a:lnTo>
                  <a:lnTo>
                    <a:pt x="9399498" y="121881"/>
                  </a:lnTo>
                  <a:lnTo>
                    <a:pt x="9453796" y="107955"/>
                  </a:lnTo>
                  <a:lnTo>
                    <a:pt x="9511224" y="95304"/>
                  </a:lnTo>
                  <a:lnTo>
                    <a:pt x="9572534" y="83839"/>
                  </a:lnTo>
                  <a:lnTo>
                    <a:pt x="9638500" y="73450"/>
                  </a:lnTo>
                  <a:lnTo>
                    <a:pt x="9709885" y="64026"/>
                  </a:lnTo>
                  <a:lnTo>
                    <a:pt x="9787384" y="55461"/>
                  </a:lnTo>
                  <a:lnTo>
                    <a:pt x="9871555" y="47663"/>
                  </a:lnTo>
                  <a:lnTo>
                    <a:pt x="9962731" y="40555"/>
                  </a:lnTo>
                  <a:lnTo>
                    <a:pt x="10060901" y="34079"/>
                  </a:lnTo>
                  <a:lnTo>
                    <a:pt x="10165568" y="28194"/>
                  </a:lnTo>
                  <a:lnTo>
                    <a:pt x="10275609" y="22878"/>
                  </a:lnTo>
                  <a:lnTo>
                    <a:pt x="10389143" y="18123"/>
                  </a:lnTo>
                  <a:lnTo>
                    <a:pt x="10503483" y="13938"/>
                  </a:lnTo>
                  <a:lnTo>
                    <a:pt x="10615193" y="10332"/>
                  </a:lnTo>
                  <a:lnTo>
                    <a:pt x="10720331" y="7317"/>
                  </a:lnTo>
                  <a:lnTo>
                    <a:pt x="10814867" y="4891"/>
                  </a:lnTo>
                  <a:lnTo>
                    <a:pt x="10895246" y="3033"/>
                  </a:lnTo>
                  <a:lnTo>
                    <a:pt x="10958973" y="1701"/>
                  </a:lnTo>
                  <a:lnTo>
                    <a:pt x="11005086" y="825"/>
                  </a:lnTo>
                  <a:lnTo>
                    <a:pt x="11034398" y="317"/>
                  </a:lnTo>
                  <a:lnTo>
                    <a:pt x="11049485" y="78"/>
                  </a:lnTo>
                  <a:lnTo>
                    <a:pt x="11054489" y="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8" name="pl1507"/>
            <p:cNvSpPr/>
            <p:nvPr/>
          </p:nvSpPr>
          <p:spPr>
            <a:xfrm>
              <a:off x="1199187" y="3642076"/>
              <a:ext cx="12049831" cy="1629837"/>
            </a:xfrm>
            <a:custGeom>
              <a:avLst/>
              <a:pathLst>
                <a:path w="12049831" h="1629837">
                  <a:moveTo>
                    <a:pt x="12049831" y="0"/>
                  </a:moveTo>
                  <a:lnTo>
                    <a:pt x="11054891" y="0"/>
                  </a:lnTo>
                  <a:lnTo>
                    <a:pt x="11053760" y="15"/>
                  </a:lnTo>
                  <a:lnTo>
                    <a:pt x="11046295" y="127"/>
                  </a:lnTo>
                  <a:lnTo>
                    <a:pt x="11027376" y="434"/>
                  </a:lnTo>
                  <a:lnTo>
                    <a:pt x="10993298" y="1041"/>
                  </a:lnTo>
                  <a:lnTo>
                    <a:pt x="10941991" y="2043"/>
                  </a:lnTo>
                  <a:lnTo>
                    <a:pt x="10873174" y="3524"/>
                  </a:lnTo>
                  <a:lnTo>
                    <a:pt x="10788299" y="5546"/>
                  </a:lnTo>
                  <a:lnTo>
                    <a:pt x="10690232" y="8145"/>
                  </a:lnTo>
                  <a:lnTo>
                    <a:pt x="10582730" y="11335"/>
                  </a:lnTo>
                  <a:lnTo>
                    <a:pt x="10469851" y="15113"/>
                  </a:lnTo>
                  <a:lnTo>
                    <a:pt x="10355422" y="19468"/>
                  </a:lnTo>
                  <a:lnTo>
                    <a:pt x="10242675" y="24388"/>
                  </a:lnTo>
                  <a:lnTo>
                    <a:pt x="10134060" y="29871"/>
                  </a:lnTo>
                  <a:lnTo>
                    <a:pt x="10031224" y="35927"/>
                  </a:lnTo>
                  <a:lnTo>
                    <a:pt x="9935091" y="42585"/>
                  </a:lnTo>
                  <a:lnTo>
                    <a:pt x="9845999" y="49889"/>
                  </a:lnTo>
                  <a:lnTo>
                    <a:pt x="9763843" y="57905"/>
                  </a:lnTo>
                  <a:lnTo>
                    <a:pt x="9688214" y="66713"/>
                  </a:lnTo>
                  <a:lnTo>
                    <a:pt x="9618504" y="76410"/>
                  </a:lnTo>
                  <a:lnTo>
                    <a:pt x="9553993" y="87105"/>
                  </a:lnTo>
                  <a:lnTo>
                    <a:pt x="9493909" y="98909"/>
                  </a:lnTo>
                  <a:lnTo>
                    <a:pt x="9437480" y="111928"/>
                  </a:lnTo>
                  <a:lnTo>
                    <a:pt x="9383971" y="126242"/>
                  </a:lnTo>
                  <a:lnTo>
                    <a:pt x="9347647" y="137129"/>
                  </a:lnTo>
                  <a:lnTo>
                    <a:pt x="9289175" y="156696"/>
                  </a:lnTo>
                  <a:lnTo>
                    <a:pt x="9232466" y="178127"/>
                  </a:lnTo>
                  <a:lnTo>
                    <a:pt x="9176897" y="201455"/>
                  </a:lnTo>
                  <a:lnTo>
                    <a:pt x="9122002" y="226656"/>
                  </a:lnTo>
                  <a:lnTo>
                    <a:pt x="9067442" y="253644"/>
                  </a:lnTo>
                  <a:lnTo>
                    <a:pt x="9012988" y="282269"/>
                  </a:lnTo>
                  <a:lnTo>
                    <a:pt x="8958500" y="312314"/>
                  </a:lnTo>
                  <a:lnTo>
                    <a:pt x="8903915" y="343500"/>
                  </a:lnTo>
                  <a:lnTo>
                    <a:pt x="8849228" y="375494"/>
                  </a:lnTo>
                  <a:lnTo>
                    <a:pt x="8794475" y="407923"/>
                  </a:lnTo>
                  <a:lnTo>
                    <a:pt x="8739716" y="440396"/>
                  </a:lnTo>
                  <a:lnTo>
                    <a:pt x="8685011" y="472515"/>
                  </a:lnTo>
                  <a:lnTo>
                    <a:pt x="8630402" y="503902"/>
                  </a:lnTo>
                  <a:lnTo>
                    <a:pt x="8575897" y="534216"/>
                  </a:lnTo>
                  <a:lnTo>
                    <a:pt x="8521444" y="563164"/>
                  </a:lnTo>
                  <a:lnTo>
                    <a:pt x="8466923" y="590516"/>
                  </a:lnTo>
                  <a:lnTo>
                    <a:pt x="8412124" y="616107"/>
                  </a:lnTo>
                  <a:lnTo>
                    <a:pt x="8356733" y="639838"/>
                  </a:lnTo>
                  <a:lnTo>
                    <a:pt x="8300314" y="661673"/>
                  </a:lnTo>
                  <a:lnTo>
                    <a:pt x="8242279" y="681632"/>
                  </a:lnTo>
                  <a:lnTo>
                    <a:pt x="8229629" y="685649"/>
                  </a:lnTo>
                  <a:lnTo>
                    <a:pt x="8177779" y="700898"/>
                  </a:lnTo>
                  <a:lnTo>
                    <a:pt x="8123481" y="714824"/>
                  </a:lnTo>
                  <a:lnTo>
                    <a:pt x="8066052" y="727474"/>
                  </a:lnTo>
                  <a:lnTo>
                    <a:pt x="8004743" y="738940"/>
                  </a:lnTo>
                  <a:lnTo>
                    <a:pt x="7938777" y="749328"/>
                  </a:lnTo>
                  <a:lnTo>
                    <a:pt x="7867392" y="758753"/>
                  </a:lnTo>
                  <a:lnTo>
                    <a:pt x="7789893" y="767318"/>
                  </a:lnTo>
                  <a:lnTo>
                    <a:pt x="7705722" y="775116"/>
                  </a:lnTo>
                  <a:lnTo>
                    <a:pt x="7614545" y="782223"/>
                  </a:lnTo>
                  <a:lnTo>
                    <a:pt x="7516376" y="788699"/>
                  </a:lnTo>
                  <a:lnTo>
                    <a:pt x="7411708" y="794584"/>
                  </a:lnTo>
                  <a:lnTo>
                    <a:pt x="7301668" y="799901"/>
                  </a:lnTo>
                  <a:lnTo>
                    <a:pt x="7188133" y="804655"/>
                  </a:lnTo>
                  <a:lnTo>
                    <a:pt x="7073793" y="808841"/>
                  </a:lnTo>
                  <a:lnTo>
                    <a:pt x="6962084" y="812447"/>
                  </a:lnTo>
                  <a:lnTo>
                    <a:pt x="6856946" y="815462"/>
                  </a:lnTo>
                  <a:lnTo>
                    <a:pt x="6762410" y="817888"/>
                  </a:lnTo>
                  <a:lnTo>
                    <a:pt x="6682030" y="819745"/>
                  </a:lnTo>
                  <a:lnTo>
                    <a:pt x="6618303" y="821078"/>
                  </a:lnTo>
                  <a:lnTo>
                    <a:pt x="6572190" y="821954"/>
                  </a:lnTo>
                  <a:lnTo>
                    <a:pt x="6542878" y="822462"/>
                  </a:lnTo>
                  <a:lnTo>
                    <a:pt x="6527792" y="822701"/>
                  </a:lnTo>
                  <a:lnTo>
                    <a:pt x="6522788" y="822774"/>
                  </a:lnTo>
                  <a:lnTo>
                    <a:pt x="6522385" y="822779"/>
                  </a:lnTo>
                  <a:lnTo>
                    <a:pt x="5527445" y="822779"/>
                  </a:lnTo>
                  <a:lnTo>
                    <a:pt x="5526314" y="822794"/>
                  </a:lnTo>
                  <a:lnTo>
                    <a:pt x="5518848" y="822904"/>
                  </a:lnTo>
                  <a:lnTo>
                    <a:pt x="5499926" y="823206"/>
                  </a:lnTo>
                  <a:lnTo>
                    <a:pt x="5465842" y="823801"/>
                  </a:lnTo>
                  <a:lnTo>
                    <a:pt x="5414527" y="824784"/>
                  </a:lnTo>
                  <a:lnTo>
                    <a:pt x="5345700" y="826237"/>
                  </a:lnTo>
                  <a:lnTo>
                    <a:pt x="5260814" y="828221"/>
                  </a:lnTo>
                  <a:lnTo>
                    <a:pt x="5162736" y="830770"/>
                  </a:lnTo>
                  <a:lnTo>
                    <a:pt x="5055224" y="833900"/>
                  </a:lnTo>
                  <a:lnTo>
                    <a:pt x="4942336" y="837606"/>
                  </a:lnTo>
                  <a:lnTo>
                    <a:pt x="4827900" y="841878"/>
                  </a:lnTo>
                  <a:lnTo>
                    <a:pt x="4715148" y="846705"/>
                  </a:lnTo>
                  <a:lnTo>
                    <a:pt x="4606531" y="852084"/>
                  </a:lnTo>
                  <a:lnTo>
                    <a:pt x="4503694" y="858026"/>
                  </a:lnTo>
                  <a:lnTo>
                    <a:pt x="4407561" y="864557"/>
                  </a:lnTo>
                  <a:lnTo>
                    <a:pt x="4318470" y="871723"/>
                  </a:lnTo>
                  <a:lnTo>
                    <a:pt x="4236316" y="879586"/>
                  </a:lnTo>
                  <a:lnTo>
                    <a:pt x="4160689" y="888227"/>
                  </a:lnTo>
                  <a:lnTo>
                    <a:pt x="4090981" y="897741"/>
                  </a:lnTo>
                  <a:lnTo>
                    <a:pt x="4026472" y="908234"/>
                  </a:lnTo>
                  <a:lnTo>
                    <a:pt x="3966390" y="919814"/>
                  </a:lnTo>
                  <a:lnTo>
                    <a:pt x="3909961" y="932587"/>
                  </a:lnTo>
                  <a:lnTo>
                    <a:pt x="3856453" y="946630"/>
                  </a:lnTo>
                  <a:lnTo>
                    <a:pt x="3820202" y="957289"/>
                  </a:lnTo>
                  <a:lnTo>
                    <a:pt x="3761623" y="976518"/>
                  </a:lnTo>
                  <a:lnTo>
                    <a:pt x="3704813" y="997584"/>
                  </a:lnTo>
                  <a:lnTo>
                    <a:pt x="3649146" y="1020517"/>
                  </a:lnTo>
                  <a:lnTo>
                    <a:pt x="3594153" y="1045293"/>
                  </a:lnTo>
                  <a:lnTo>
                    <a:pt x="3539494" y="1071829"/>
                  </a:lnTo>
                  <a:lnTo>
                    <a:pt x="3484940" y="1099974"/>
                  </a:lnTo>
                  <a:lnTo>
                    <a:pt x="3430350" y="1129514"/>
                  </a:lnTo>
                  <a:lnTo>
                    <a:pt x="3375663" y="1160174"/>
                  </a:lnTo>
                  <a:lnTo>
                    <a:pt x="3320874" y="1191624"/>
                  </a:lnTo>
                  <a:lnTo>
                    <a:pt x="3266019" y="1223497"/>
                  </a:lnTo>
                  <a:lnTo>
                    <a:pt x="3211159" y="1255404"/>
                  </a:lnTo>
                  <a:lnTo>
                    <a:pt x="3156355" y="1286956"/>
                  </a:lnTo>
                  <a:lnTo>
                    <a:pt x="3101649" y="1317779"/>
                  </a:lnTo>
                  <a:lnTo>
                    <a:pt x="3047045" y="1347538"/>
                  </a:lnTo>
                  <a:lnTo>
                    <a:pt x="2992492" y="1375946"/>
                  </a:lnTo>
                  <a:lnTo>
                    <a:pt x="2937866" y="1402778"/>
                  </a:lnTo>
                  <a:lnTo>
                    <a:pt x="2882953" y="1427872"/>
                  </a:lnTo>
                  <a:lnTo>
                    <a:pt x="2827434" y="1451132"/>
                  </a:lnTo>
                  <a:lnTo>
                    <a:pt x="2770866" y="1472526"/>
                  </a:lnTo>
                  <a:lnTo>
                    <a:pt x="2712652" y="1492074"/>
                  </a:lnTo>
                  <a:lnTo>
                    <a:pt x="2702183" y="1495327"/>
                  </a:lnTo>
                  <a:lnTo>
                    <a:pt x="2650330" y="1510285"/>
                  </a:lnTo>
                  <a:lnTo>
                    <a:pt x="2596028" y="1523946"/>
                  </a:lnTo>
                  <a:lnTo>
                    <a:pt x="2538595" y="1536355"/>
                  </a:lnTo>
                  <a:lnTo>
                    <a:pt x="2477282" y="1547602"/>
                  </a:lnTo>
                  <a:lnTo>
                    <a:pt x="2411310" y="1557793"/>
                  </a:lnTo>
                  <a:lnTo>
                    <a:pt x="2339919" y="1567037"/>
                  </a:lnTo>
                  <a:lnTo>
                    <a:pt x="2262413" y="1575438"/>
                  </a:lnTo>
                  <a:lnTo>
                    <a:pt x="2178233" y="1583087"/>
                  </a:lnTo>
                  <a:lnTo>
                    <a:pt x="2087048" y="1590059"/>
                  </a:lnTo>
                  <a:lnTo>
                    <a:pt x="1988868" y="1596412"/>
                  </a:lnTo>
                  <a:lnTo>
                    <a:pt x="1884191" y="1602185"/>
                  </a:lnTo>
                  <a:lnTo>
                    <a:pt x="1774140" y="1607399"/>
                  </a:lnTo>
                  <a:lnTo>
                    <a:pt x="1660597" y="1612063"/>
                  </a:lnTo>
                  <a:lnTo>
                    <a:pt x="1546251" y="1616168"/>
                  </a:lnTo>
                  <a:lnTo>
                    <a:pt x="1434539" y="1619705"/>
                  </a:lnTo>
                  <a:lnTo>
                    <a:pt x="1329403" y="1622662"/>
                  </a:lnTo>
                  <a:lnTo>
                    <a:pt x="1234873" y="1625041"/>
                  </a:lnTo>
                  <a:lnTo>
                    <a:pt x="1154505" y="1626862"/>
                  </a:lnTo>
                  <a:lnTo>
                    <a:pt x="1090794" y="1628169"/>
                  </a:lnTo>
                  <a:lnTo>
                    <a:pt x="1044699" y="1629028"/>
                  </a:lnTo>
                  <a:lnTo>
                    <a:pt x="1015405" y="1629526"/>
                  </a:lnTo>
                  <a:lnTo>
                    <a:pt x="1000334" y="1629760"/>
                  </a:lnTo>
                  <a:lnTo>
                    <a:pt x="995340" y="1629831"/>
                  </a:lnTo>
                  <a:lnTo>
                    <a:pt x="994940" y="1629837"/>
                  </a:lnTo>
                  <a:lnTo>
                    <a:pt x="0" y="1629837"/>
                  </a:lnTo>
                  <a:lnTo>
                    <a:pt x="0" y="16298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9" name="pg1508"/>
            <p:cNvSpPr/>
            <p:nvPr/>
          </p:nvSpPr>
          <p:spPr>
            <a:xfrm>
              <a:off x="1199187" y="1367640"/>
              <a:ext cx="12049831" cy="4459779"/>
            </a:xfrm>
            <a:custGeom>
              <a:avLst/>
              <a:pathLst>
                <a:path w="12049831" h="4459779">
                  <a:moveTo>
                    <a:pt x="0" y="3956678"/>
                  </a:moveTo>
                  <a:lnTo>
                    <a:pt x="994940" y="3956678"/>
                  </a:lnTo>
                  <a:lnTo>
                    <a:pt x="996074" y="3956688"/>
                  </a:lnTo>
                  <a:lnTo>
                    <a:pt x="1003561" y="3956756"/>
                  </a:lnTo>
                  <a:lnTo>
                    <a:pt x="1022533" y="3956945"/>
                  </a:lnTo>
                  <a:lnTo>
                    <a:pt x="1056704" y="3957317"/>
                  </a:lnTo>
                  <a:lnTo>
                    <a:pt x="1108143" y="3957932"/>
                  </a:lnTo>
                  <a:lnTo>
                    <a:pt x="1177123" y="3958840"/>
                  </a:lnTo>
                  <a:lnTo>
                    <a:pt x="1262180" y="3960080"/>
                  </a:lnTo>
                  <a:lnTo>
                    <a:pt x="1360431" y="3961673"/>
                  </a:lnTo>
                  <a:lnTo>
                    <a:pt x="1468104" y="3963629"/>
                  </a:lnTo>
                  <a:lnTo>
                    <a:pt x="1581129" y="3965945"/>
                  </a:lnTo>
                  <a:lnTo>
                    <a:pt x="1695671" y="3968614"/>
                  </a:lnTo>
                  <a:lnTo>
                    <a:pt x="1808496" y="3971629"/>
                  </a:lnTo>
                  <a:lnTo>
                    <a:pt x="1917155" y="3974990"/>
                  </a:lnTo>
                  <a:lnTo>
                    <a:pt x="2020008" y="3978702"/>
                  </a:lnTo>
                  <a:lnTo>
                    <a:pt x="2116136" y="3982782"/>
                  </a:lnTo>
                  <a:lnTo>
                    <a:pt x="2205209" y="3987259"/>
                  </a:lnTo>
                  <a:lnTo>
                    <a:pt x="2287334" y="3992173"/>
                  </a:lnTo>
                  <a:lnTo>
                    <a:pt x="2362929" y="3997573"/>
                  </a:lnTo>
                  <a:lnTo>
                    <a:pt x="2432606" y="4003520"/>
                  </a:lnTo>
                  <a:lnTo>
                    <a:pt x="2497087" y="4010079"/>
                  </a:lnTo>
                  <a:lnTo>
                    <a:pt x="2557148" y="4017318"/>
                  </a:lnTo>
                  <a:lnTo>
                    <a:pt x="2613563" y="4025304"/>
                  </a:lnTo>
                  <a:lnTo>
                    <a:pt x="2667068" y="4034083"/>
                  </a:lnTo>
                  <a:lnTo>
                    <a:pt x="2702183" y="4040528"/>
                  </a:lnTo>
                  <a:lnTo>
                    <a:pt x="2762546" y="4052905"/>
                  </a:lnTo>
                  <a:lnTo>
                    <a:pt x="2821052" y="4066500"/>
                  </a:lnTo>
                  <a:lnTo>
                    <a:pt x="2878377" y="4081332"/>
                  </a:lnTo>
                  <a:lnTo>
                    <a:pt x="2935024" y="4097382"/>
                  </a:lnTo>
                  <a:lnTo>
                    <a:pt x="2991350" y="4114587"/>
                  </a:lnTo>
                  <a:lnTo>
                    <a:pt x="3047595" y="4132840"/>
                  </a:lnTo>
                  <a:lnTo>
                    <a:pt x="3103894" y="4151985"/>
                  </a:lnTo>
                  <a:lnTo>
                    <a:pt x="3160303" y="4171828"/>
                  </a:lnTo>
                  <a:lnTo>
                    <a:pt x="3216814" y="4192135"/>
                  </a:lnTo>
                  <a:lnTo>
                    <a:pt x="3273377" y="4212652"/>
                  </a:lnTo>
                  <a:lnTo>
                    <a:pt x="3329926" y="4233111"/>
                  </a:lnTo>
                  <a:lnTo>
                    <a:pt x="3386397" y="4253249"/>
                  </a:lnTo>
                  <a:lnTo>
                    <a:pt x="3442756" y="4272818"/>
                  </a:lnTo>
                  <a:lnTo>
                    <a:pt x="3499021" y="4291600"/>
                  </a:lnTo>
                  <a:lnTo>
                    <a:pt x="3555278" y="4309418"/>
                  </a:lnTo>
                  <a:lnTo>
                    <a:pt x="3611707" y="4326136"/>
                  </a:lnTo>
                  <a:lnTo>
                    <a:pt x="3668595" y="4341666"/>
                  </a:lnTo>
                  <a:lnTo>
                    <a:pt x="3726357" y="4355965"/>
                  </a:lnTo>
                  <a:lnTo>
                    <a:pt x="3785568" y="4369031"/>
                  </a:lnTo>
                  <a:lnTo>
                    <a:pt x="3820202" y="4375929"/>
                  </a:lnTo>
                  <a:lnTo>
                    <a:pt x="3872105" y="4385262"/>
                  </a:lnTo>
                  <a:lnTo>
                    <a:pt x="3926462" y="4393785"/>
                  </a:lnTo>
                  <a:lnTo>
                    <a:pt x="3983958" y="4401526"/>
                  </a:lnTo>
                  <a:lnTo>
                    <a:pt x="4045343" y="4408541"/>
                  </a:lnTo>
                  <a:lnTo>
                    <a:pt x="4111399" y="4414897"/>
                  </a:lnTo>
                  <a:lnTo>
                    <a:pt x="4182888" y="4420662"/>
                  </a:lnTo>
                  <a:lnTo>
                    <a:pt x="4260507" y="4425902"/>
                  </a:lnTo>
                  <a:lnTo>
                    <a:pt x="4344815" y="4430671"/>
                  </a:lnTo>
                  <a:lnTo>
                    <a:pt x="4436143" y="4435018"/>
                  </a:lnTo>
                  <a:lnTo>
                    <a:pt x="4534477" y="4438979"/>
                  </a:lnTo>
                  <a:lnTo>
                    <a:pt x="4639313" y="4442577"/>
                  </a:lnTo>
                  <a:lnTo>
                    <a:pt x="4749517" y="4445827"/>
                  </a:lnTo>
                  <a:lnTo>
                    <a:pt x="4863194" y="4448733"/>
                  </a:lnTo>
                  <a:lnTo>
                    <a:pt x="4977638" y="4451290"/>
                  </a:lnTo>
                  <a:lnTo>
                    <a:pt x="5089393" y="4453492"/>
                  </a:lnTo>
                  <a:lnTo>
                    <a:pt x="5194501" y="4455332"/>
                  </a:lnTo>
                  <a:lnTo>
                    <a:pt x="5288924" y="4456811"/>
                  </a:lnTo>
                  <a:lnTo>
                    <a:pt x="5369108" y="4457941"/>
                  </a:lnTo>
                  <a:lnTo>
                    <a:pt x="5432574" y="4458751"/>
                  </a:lnTo>
                  <a:lnTo>
                    <a:pt x="5478390" y="4459283"/>
                  </a:lnTo>
                  <a:lnTo>
                    <a:pt x="5507406" y="4459590"/>
                  </a:lnTo>
                  <a:lnTo>
                    <a:pt x="5522241" y="4459733"/>
                  </a:lnTo>
                  <a:lnTo>
                    <a:pt x="5527081" y="4459776"/>
                  </a:lnTo>
                  <a:lnTo>
                    <a:pt x="5527445" y="4459779"/>
                  </a:lnTo>
                  <a:lnTo>
                    <a:pt x="6522385" y="4459779"/>
                  </a:lnTo>
                  <a:lnTo>
                    <a:pt x="6523386" y="4459704"/>
                  </a:lnTo>
                  <a:lnTo>
                    <a:pt x="6530003" y="4459173"/>
                  </a:lnTo>
                  <a:lnTo>
                    <a:pt x="6546828" y="4457705"/>
                  </a:lnTo>
                  <a:lnTo>
                    <a:pt x="6577268" y="4454811"/>
                  </a:lnTo>
                  <a:lnTo>
                    <a:pt x="6623370" y="4450020"/>
                  </a:lnTo>
                  <a:lnTo>
                    <a:pt x="6685673" y="4442920"/>
                  </a:lnTo>
                  <a:lnTo>
                    <a:pt x="6763222" y="4433192"/>
                  </a:lnTo>
                  <a:lnTo>
                    <a:pt x="6853775" y="4420627"/>
                  </a:lnTo>
                  <a:lnTo>
                    <a:pt x="6954197" y="4405129"/>
                  </a:lnTo>
                  <a:lnTo>
                    <a:pt x="7060936" y="4386689"/>
                  </a:lnTo>
                  <a:lnTo>
                    <a:pt x="7170485" y="4365351"/>
                  </a:lnTo>
                  <a:lnTo>
                    <a:pt x="7279735" y="4341174"/>
                  </a:lnTo>
                  <a:lnTo>
                    <a:pt x="7386189" y="4314195"/>
                  </a:lnTo>
                  <a:lnTo>
                    <a:pt x="7488037" y="4284398"/>
                  </a:lnTo>
                  <a:lnTo>
                    <a:pt x="7584125" y="4251698"/>
                  </a:lnTo>
                  <a:lnTo>
                    <a:pt x="7673867" y="4215927"/>
                  </a:lnTo>
                  <a:lnTo>
                    <a:pt x="7757122" y="4176834"/>
                  </a:lnTo>
                  <a:lnTo>
                    <a:pt x="7834085" y="4134084"/>
                  </a:lnTo>
                  <a:lnTo>
                    <a:pt x="7905176" y="4087265"/>
                  </a:lnTo>
                  <a:lnTo>
                    <a:pt x="7970962" y="4035899"/>
                  </a:lnTo>
                  <a:lnTo>
                    <a:pt x="8032094" y="3979465"/>
                  </a:lnTo>
                  <a:lnTo>
                    <a:pt x="8089255" y="3917427"/>
                  </a:lnTo>
                  <a:lnTo>
                    <a:pt x="8143124" y="3849290"/>
                  </a:lnTo>
                  <a:lnTo>
                    <a:pt x="8194347" y="3774682"/>
                  </a:lnTo>
                  <a:lnTo>
                    <a:pt x="8229629" y="3717356"/>
                  </a:lnTo>
                  <a:lnTo>
                    <a:pt x="8266506" y="3652157"/>
                  </a:lnTo>
                  <a:lnTo>
                    <a:pt x="8302584" y="3583041"/>
                  </a:lnTo>
                  <a:lnTo>
                    <a:pt x="8338042" y="3509931"/>
                  </a:lnTo>
                  <a:lnTo>
                    <a:pt x="8373030" y="3432788"/>
                  </a:lnTo>
                  <a:lnTo>
                    <a:pt x="8407673" y="3351619"/>
                  </a:lnTo>
                  <a:lnTo>
                    <a:pt x="8442074" y="3266481"/>
                  </a:lnTo>
                  <a:lnTo>
                    <a:pt x="8476318" y="3177481"/>
                  </a:lnTo>
                  <a:lnTo>
                    <a:pt x="8510471" y="3084782"/>
                  </a:lnTo>
                  <a:lnTo>
                    <a:pt x="8544586" y="2988602"/>
                  </a:lnTo>
                  <a:lnTo>
                    <a:pt x="8578700" y="2889215"/>
                  </a:lnTo>
                  <a:lnTo>
                    <a:pt x="8612837" y="2786950"/>
                  </a:lnTo>
                  <a:lnTo>
                    <a:pt x="8647013" y="2682185"/>
                  </a:lnTo>
                  <a:lnTo>
                    <a:pt x="8681231" y="2575345"/>
                  </a:lnTo>
                  <a:lnTo>
                    <a:pt x="8715488" y="2466893"/>
                  </a:lnTo>
                  <a:lnTo>
                    <a:pt x="8749777" y="2357324"/>
                  </a:lnTo>
                  <a:lnTo>
                    <a:pt x="8784082" y="2247156"/>
                  </a:lnTo>
                  <a:lnTo>
                    <a:pt x="8818390" y="2136917"/>
                  </a:lnTo>
                  <a:lnTo>
                    <a:pt x="8852684" y="2027138"/>
                  </a:lnTo>
                  <a:lnTo>
                    <a:pt x="8886951" y="1918340"/>
                  </a:lnTo>
                  <a:lnTo>
                    <a:pt x="8921180" y="1811025"/>
                  </a:lnTo>
                  <a:lnTo>
                    <a:pt x="8955367" y="1705666"/>
                  </a:lnTo>
                  <a:lnTo>
                    <a:pt x="8989513" y="1602698"/>
                  </a:lnTo>
                  <a:lnTo>
                    <a:pt x="9023631" y="1502513"/>
                  </a:lnTo>
                  <a:lnTo>
                    <a:pt x="9057743" y="1405452"/>
                  </a:lnTo>
                  <a:lnTo>
                    <a:pt x="9091882" y="1311805"/>
                  </a:lnTo>
                  <a:lnTo>
                    <a:pt x="9126096" y="1221804"/>
                  </a:lnTo>
                  <a:lnTo>
                    <a:pt x="9160447" y="1135627"/>
                  </a:lnTo>
                  <a:lnTo>
                    <a:pt x="9195017" y="1053397"/>
                  </a:lnTo>
                  <a:lnTo>
                    <a:pt x="9229902" y="975182"/>
                  </a:lnTo>
                  <a:lnTo>
                    <a:pt x="9265221" y="901003"/>
                  </a:lnTo>
                  <a:lnTo>
                    <a:pt x="9301119" y="830833"/>
                  </a:lnTo>
                  <a:lnTo>
                    <a:pt x="9337764" y="764603"/>
                  </a:lnTo>
                  <a:lnTo>
                    <a:pt x="9347647" y="747663"/>
                  </a:lnTo>
                  <a:lnTo>
                    <a:pt x="9397337" y="668337"/>
                  </a:lnTo>
                  <a:lnTo>
                    <a:pt x="9449254" y="595605"/>
                  </a:lnTo>
                  <a:lnTo>
                    <a:pt x="9503996" y="529256"/>
                  </a:lnTo>
                  <a:lnTo>
                    <a:pt x="9562221" y="468873"/>
                  </a:lnTo>
                  <a:lnTo>
                    <a:pt x="9624615" y="413943"/>
                  </a:lnTo>
                  <a:lnTo>
                    <a:pt x="9691854" y="363929"/>
                  </a:lnTo>
                  <a:lnTo>
                    <a:pt x="9764570" y="318320"/>
                  </a:lnTo>
                  <a:lnTo>
                    <a:pt x="9843297" y="276654"/>
                  </a:lnTo>
                  <a:lnTo>
                    <a:pt x="9928399" y="238541"/>
                  </a:lnTo>
                  <a:lnTo>
                    <a:pt x="10019987" y="203670"/>
                  </a:lnTo>
                  <a:lnTo>
                    <a:pt x="10117804" y="171813"/>
                  </a:lnTo>
                  <a:lnTo>
                    <a:pt x="10221113" y="142827"/>
                  </a:lnTo>
                  <a:lnTo>
                    <a:pt x="10328581" y="116648"/>
                  </a:lnTo>
                  <a:lnTo>
                    <a:pt x="10438201" y="93277"/>
                  </a:lnTo>
                  <a:lnTo>
                    <a:pt x="10547287" y="72761"/>
                  </a:lnTo>
                  <a:lnTo>
                    <a:pt x="10652588" y="55159"/>
                  </a:lnTo>
                  <a:lnTo>
                    <a:pt x="10750543" y="40503"/>
                  </a:lnTo>
                  <a:lnTo>
                    <a:pt x="10837668" y="28764"/>
                  </a:lnTo>
                  <a:lnTo>
                    <a:pt x="10911037" y="19814"/>
                  </a:lnTo>
                  <a:lnTo>
                    <a:pt x="10968743" y="13411"/>
                  </a:lnTo>
                  <a:lnTo>
                    <a:pt x="11010246" y="9207"/>
                  </a:lnTo>
                  <a:lnTo>
                    <a:pt x="11036523" y="6770"/>
                  </a:lnTo>
                  <a:lnTo>
                    <a:pt x="11050027" y="5620"/>
                  </a:lnTo>
                  <a:lnTo>
                    <a:pt x="11054522" y="526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91" y="74"/>
                  </a:lnTo>
                  <a:lnTo>
                    <a:pt x="11047274" y="606"/>
                  </a:lnTo>
                  <a:lnTo>
                    <a:pt x="11030449" y="2074"/>
                  </a:lnTo>
                  <a:lnTo>
                    <a:pt x="11000008" y="4968"/>
                  </a:lnTo>
                  <a:lnTo>
                    <a:pt x="10953906" y="9759"/>
                  </a:lnTo>
                  <a:lnTo>
                    <a:pt x="10891603" y="16859"/>
                  </a:lnTo>
                  <a:lnTo>
                    <a:pt x="10814055" y="26587"/>
                  </a:lnTo>
                  <a:lnTo>
                    <a:pt x="10723502" y="39151"/>
                  </a:lnTo>
                  <a:lnTo>
                    <a:pt x="10623080" y="54650"/>
                  </a:lnTo>
                  <a:lnTo>
                    <a:pt x="10516340" y="73090"/>
                  </a:lnTo>
                  <a:lnTo>
                    <a:pt x="10406791" y="94428"/>
                  </a:lnTo>
                  <a:lnTo>
                    <a:pt x="10297541" y="118605"/>
                  </a:lnTo>
                  <a:lnTo>
                    <a:pt x="10191087" y="145584"/>
                  </a:lnTo>
                  <a:lnTo>
                    <a:pt x="10089240" y="175381"/>
                  </a:lnTo>
                  <a:lnTo>
                    <a:pt x="9993151" y="208081"/>
                  </a:lnTo>
                  <a:lnTo>
                    <a:pt x="9903410" y="243852"/>
                  </a:lnTo>
                  <a:lnTo>
                    <a:pt x="9820154" y="282945"/>
                  </a:lnTo>
                  <a:lnTo>
                    <a:pt x="9743192" y="325695"/>
                  </a:lnTo>
                  <a:lnTo>
                    <a:pt x="9672101" y="372514"/>
                  </a:lnTo>
                  <a:lnTo>
                    <a:pt x="9606314" y="423879"/>
                  </a:lnTo>
                  <a:lnTo>
                    <a:pt x="9545182" y="480313"/>
                  </a:lnTo>
                  <a:lnTo>
                    <a:pt x="9488022" y="542351"/>
                  </a:lnTo>
                  <a:lnTo>
                    <a:pt x="9434152" y="610489"/>
                  </a:lnTo>
                  <a:lnTo>
                    <a:pt x="9382930" y="685097"/>
                  </a:lnTo>
                  <a:lnTo>
                    <a:pt x="9347647" y="742423"/>
                  </a:lnTo>
                  <a:lnTo>
                    <a:pt x="9310771" y="807622"/>
                  </a:lnTo>
                  <a:lnTo>
                    <a:pt x="9274692" y="876737"/>
                  </a:lnTo>
                  <a:lnTo>
                    <a:pt x="9239234" y="949847"/>
                  </a:lnTo>
                  <a:lnTo>
                    <a:pt x="9204246" y="1026990"/>
                  </a:lnTo>
                  <a:lnTo>
                    <a:pt x="9169604" y="1108159"/>
                  </a:lnTo>
                  <a:lnTo>
                    <a:pt x="9135203" y="1193298"/>
                  </a:lnTo>
                  <a:lnTo>
                    <a:pt x="9100959" y="1282298"/>
                  </a:lnTo>
                  <a:lnTo>
                    <a:pt x="9066805" y="1374997"/>
                  </a:lnTo>
                  <a:lnTo>
                    <a:pt x="9032690" y="1471177"/>
                  </a:lnTo>
                  <a:lnTo>
                    <a:pt x="8998577" y="1570563"/>
                  </a:lnTo>
                  <a:lnTo>
                    <a:pt x="8964439" y="1672829"/>
                  </a:lnTo>
                  <a:lnTo>
                    <a:pt x="8930264" y="1777594"/>
                  </a:lnTo>
                  <a:lnTo>
                    <a:pt x="8896046" y="1884434"/>
                  </a:lnTo>
                  <a:lnTo>
                    <a:pt x="8861788" y="1992886"/>
                  </a:lnTo>
                  <a:lnTo>
                    <a:pt x="8827500" y="2102455"/>
                  </a:lnTo>
                  <a:lnTo>
                    <a:pt x="8793194" y="2212623"/>
                  </a:lnTo>
                  <a:lnTo>
                    <a:pt x="8758887" y="2322861"/>
                  </a:lnTo>
                  <a:lnTo>
                    <a:pt x="8724592" y="2432640"/>
                  </a:lnTo>
                  <a:lnTo>
                    <a:pt x="8690325" y="2541438"/>
                  </a:lnTo>
                  <a:lnTo>
                    <a:pt x="8656096" y="2648753"/>
                  </a:lnTo>
                  <a:lnTo>
                    <a:pt x="8621910" y="2754113"/>
                  </a:lnTo>
                  <a:lnTo>
                    <a:pt x="8587763" y="2857081"/>
                  </a:lnTo>
                  <a:lnTo>
                    <a:pt x="8553645" y="2957266"/>
                  </a:lnTo>
                  <a:lnTo>
                    <a:pt x="8519534" y="3054326"/>
                  </a:lnTo>
                  <a:lnTo>
                    <a:pt x="8485395" y="3147974"/>
                  </a:lnTo>
                  <a:lnTo>
                    <a:pt x="8451181" y="3237974"/>
                  </a:lnTo>
                  <a:lnTo>
                    <a:pt x="8416829" y="3324151"/>
                  </a:lnTo>
                  <a:lnTo>
                    <a:pt x="8382260" y="3406382"/>
                  </a:lnTo>
                  <a:lnTo>
                    <a:pt x="8347375" y="3484597"/>
                  </a:lnTo>
                  <a:lnTo>
                    <a:pt x="8312055" y="3558776"/>
                  </a:lnTo>
                  <a:lnTo>
                    <a:pt x="8276157" y="3628946"/>
                  </a:lnTo>
                  <a:lnTo>
                    <a:pt x="8239512" y="3695176"/>
                  </a:lnTo>
                  <a:lnTo>
                    <a:pt x="8229629" y="3712115"/>
                  </a:lnTo>
                  <a:lnTo>
                    <a:pt x="8179940" y="3791442"/>
                  </a:lnTo>
                  <a:lnTo>
                    <a:pt x="8128023" y="3864174"/>
                  </a:lnTo>
                  <a:lnTo>
                    <a:pt x="8073281" y="3930523"/>
                  </a:lnTo>
                  <a:lnTo>
                    <a:pt x="8015055" y="3990905"/>
                  </a:lnTo>
                  <a:lnTo>
                    <a:pt x="7952662" y="4045835"/>
                  </a:lnTo>
                  <a:lnTo>
                    <a:pt x="7885423" y="4095849"/>
                  </a:lnTo>
                  <a:lnTo>
                    <a:pt x="7812706" y="4141459"/>
                  </a:lnTo>
                  <a:lnTo>
                    <a:pt x="7733980" y="4183125"/>
                  </a:lnTo>
                  <a:lnTo>
                    <a:pt x="7648877" y="4221238"/>
                  </a:lnTo>
                  <a:lnTo>
                    <a:pt x="7557290" y="4256109"/>
                  </a:lnTo>
                  <a:lnTo>
                    <a:pt x="7459473" y="4287966"/>
                  </a:lnTo>
                  <a:lnTo>
                    <a:pt x="7356163" y="4316952"/>
                  </a:lnTo>
                  <a:lnTo>
                    <a:pt x="7248695" y="4343131"/>
                  </a:lnTo>
                  <a:lnTo>
                    <a:pt x="7139076" y="4366502"/>
                  </a:lnTo>
                  <a:lnTo>
                    <a:pt x="7029990" y="4387017"/>
                  </a:lnTo>
                  <a:lnTo>
                    <a:pt x="6924688" y="4404620"/>
                  </a:lnTo>
                  <a:lnTo>
                    <a:pt x="6826734" y="4419275"/>
                  </a:lnTo>
                  <a:lnTo>
                    <a:pt x="6739609" y="4431014"/>
                  </a:lnTo>
                  <a:lnTo>
                    <a:pt x="6666239" y="4439965"/>
                  </a:lnTo>
                  <a:lnTo>
                    <a:pt x="6608533" y="4446368"/>
                  </a:lnTo>
                  <a:lnTo>
                    <a:pt x="6567031" y="4450571"/>
                  </a:lnTo>
                  <a:lnTo>
                    <a:pt x="6540754" y="4453008"/>
                  </a:lnTo>
                  <a:lnTo>
                    <a:pt x="6527249" y="4454158"/>
                  </a:lnTo>
                  <a:lnTo>
                    <a:pt x="6522755" y="4454511"/>
                  </a:lnTo>
                  <a:lnTo>
                    <a:pt x="6522385" y="4454538"/>
                  </a:lnTo>
                  <a:lnTo>
                    <a:pt x="5527445" y="4454538"/>
                  </a:lnTo>
                  <a:lnTo>
                    <a:pt x="5526311" y="4454529"/>
                  </a:lnTo>
                  <a:lnTo>
                    <a:pt x="5518824" y="4454461"/>
                  </a:lnTo>
                  <a:lnTo>
                    <a:pt x="5499852" y="4454272"/>
                  </a:lnTo>
                  <a:lnTo>
                    <a:pt x="5465681" y="4453900"/>
                  </a:lnTo>
                  <a:lnTo>
                    <a:pt x="5414242" y="4453285"/>
                  </a:lnTo>
                  <a:lnTo>
                    <a:pt x="5345262" y="4452377"/>
                  </a:lnTo>
                  <a:lnTo>
                    <a:pt x="5260205" y="4451137"/>
                  </a:lnTo>
                  <a:lnTo>
                    <a:pt x="5161953" y="4449544"/>
                  </a:lnTo>
                  <a:lnTo>
                    <a:pt x="5054281" y="4447588"/>
                  </a:lnTo>
                  <a:lnTo>
                    <a:pt x="4941256" y="4445272"/>
                  </a:lnTo>
                  <a:lnTo>
                    <a:pt x="4826714" y="4442603"/>
                  </a:lnTo>
                  <a:lnTo>
                    <a:pt x="4713889" y="4439587"/>
                  </a:lnTo>
                  <a:lnTo>
                    <a:pt x="4605230" y="4436227"/>
                  </a:lnTo>
                  <a:lnTo>
                    <a:pt x="4502377" y="4432515"/>
                  </a:lnTo>
                  <a:lnTo>
                    <a:pt x="4406249" y="4428435"/>
                  </a:lnTo>
                  <a:lnTo>
                    <a:pt x="4317176" y="4423957"/>
                  </a:lnTo>
                  <a:lnTo>
                    <a:pt x="4235051" y="4419044"/>
                  </a:lnTo>
                  <a:lnTo>
                    <a:pt x="4159456" y="4413643"/>
                  </a:lnTo>
                  <a:lnTo>
                    <a:pt x="4089779" y="4407697"/>
                  </a:lnTo>
                  <a:lnTo>
                    <a:pt x="4025298" y="4401138"/>
                  </a:lnTo>
                  <a:lnTo>
                    <a:pt x="3965237" y="4393898"/>
                  </a:lnTo>
                  <a:lnTo>
                    <a:pt x="3908822" y="4385913"/>
                  </a:lnTo>
                  <a:lnTo>
                    <a:pt x="3855317" y="4377133"/>
                  </a:lnTo>
                  <a:lnTo>
                    <a:pt x="3820202" y="4370688"/>
                  </a:lnTo>
                  <a:lnTo>
                    <a:pt x="3759839" y="4358311"/>
                  </a:lnTo>
                  <a:lnTo>
                    <a:pt x="3701333" y="4344716"/>
                  </a:lnTo>
                  <a:lnTo>
                    <a:pt x="3644008" y="4329885"/>
                  </a:lnTo>
                  <a:lnTo>
                    <a:pt x="3587361" y="4313835"/>
                  </a:lnTo>
                  <a:lnTo>
                    <a:pt x="3531035" y="4296630"/>
                  </a:lnTo>
                  <a:lnTo>
                    <a:pt x="3474790" y="4278377"/>
                  </a:lnTo>
                  <a:lnTo>
                    <a:pt x="3418491" y="4259231"/>
                  </a:lnTo>
                  <a:lnTo>
                    <a:pt x="3362082" y="4239389"/>
                  </a:lnTo>
                  <a:lnTo>
                    <a:pt x="3305571" y="4219081"/>
                  </a:lnTo>
                  <a:lnTo>
                    <a:pt x="3249008" y="4198564"/>
                  </a:lnTo>
                  <a:lnTo>
                    <a:pt x="3192459" y="4178105"/>
                  </a:lnTo>
                  <a:lnTo>
                    <a:pt x="3135988" y="4157968"/>
                  </a:lnTo>
                  <a:lnTo>
                    <a:pt x="3079629" y="4138399"/>
                  </a:lnTo>
                  <a:lnTo>
                    <a:pt x="3023364" y="4119616"/>
                  </a:lnTo>
                  <a:lnTo>
                    <a:pt x="2967107" y="4101799"/>
                  </a:lnTo>
                  <a:lnTo>
                    <a:pt x="2910678" y="4085081"/>
                  </a:lnTo>
                  <a:lnTo>
                    <a:pt x="2853790" y="4069551"/>
                  </a:lnTo>
                  <a:lnTo>
                    <a:pt x="2796028" y="4055252"/>
                  </a:lnTo>
                  <a:lnTo>
                    <a:pt x="2736817" y="4042186"/>
                  </a:lnTo>
                  <a:lnTo>
                    <a:pt x="2702183" y="4035288"/>
                  </a:lnTo>
                  <a:lnTo>
                    <a:pt x="2650280" y="4025955"/>
                  </a:lnTo>
                  <a:lnTo>
                    <a:pt x="2595923" y="4017432"/>
                  </a:lnTo>
                  <a:lnTo>
                    <a:pt x="2538427" y="4009691"/>
                  </a:lnTo>
                  <a:lnTo>
                    <a:pt x="2477042" y="4002676"/>
                  </a:lnTo>
                  <a:lnTo>
                    <a:pt x="2410986" y="3996320"/>
                  </a:lnTo>
                  <a:lnTo>
                    <a:pt x="2339497" y="3990554"/>
                  </a:lnTo>
                  <a:lnTo>
                    <a:pt x="2261878" y="3985315"/>
                  </a:lnTo>
                  <a:lnTo>
                    <a:pt x="2177570" y="3980546"/>
                  </a:lnTo>
                  <a:lnTo>
                    <a:pt x="2086242" y="3976199"/>
                  </a:lnTo>
                  <a:lnTo>
                    <a:pt x="1987908" y="3972238"/>
                  </a:lnTo>
                  <a:lnTo>
                    <a:pt x="1883072" y="3968640"/>
                  </a:lnTo>
                  <a:lnTo>
                    <a:pt x="1772868" y="3965390"/>
                  </a:lnTo>
                  <a:lnTo>
                    <a:pt x="1659191" y="3962484"/>
                  </a:lnTo>
                  <a:lnTo>
                    <a:pt x="1544747" y="3959927"/>
                  </a:lnTo>
                  <a:lnTo>
                    <a:pt x="1432992" y="3957725"/>
                  </a:lnTo>
                  <a:lnTo>
                    <a:pt x="1327884" y="3955885"/>
                  </a:lnTo>
                  <a:lnTo>
                    <a:pt x="1233461" y="3954406"/>
                  </a:lnTo>
                  <a:lnTo>
                    <a:pt x="1153277" y="3953275"/>
                  </a:lnTo>
                  <a:lnTo>
                    <a:pt x="1089811" y="3952465"/>
                  </a:lnTo>
                  <a:lnTo>
                    <a:pt x="1043995" y="3951934"/>
                  </a:lnTo>
                  <a:lnTo>
                    <a:pt x="1014979" y="3951627"/>
                  </a:lnTo>
                  <a:lnTo>
                    <a:pt x="1000144" y="3951484"/>
                  </a:lnTo>
                  <a:lnTo>
                    <a:pt x="995304" y="3951441"/>
                  </a:lnTo>
                  <a:lnTo>
                    <a:pt x="994940" y="3951438"/>
                  </a:lnTo>
                  <a:lnTo>
                    <a:pt x="0" y="3951438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10" name="pl1509"/>
            <p:cNvSpPr/>
            <p:nvPr/>
          </p:nvSpPr>
          <p:spPr>
            <a:xfrm>
              <a:off x="1199187" y="1372881"/>
              <a:ext cx="12049831" cy="4454538"/>
            </a:xfrm>
            <a:custGeom>
              <a:avLst/>
              <a:pathLst>
                <a:path w="12049831" h="4454538">
                  <a:moveTo>
                    <a:pt x="0" y="3951438"/>
                  </a:moveTo>
                  <a:lnTo>
                    <a:pt x="994940" y="3951438"/>
                  </a:lnTo>
                  <a:lnTo>
                    <a:pt x="996074" y="3951447"/>
                  </a:lnTo>
                  <a:lnTo>
                    <a:pt x="1003561" y="3951516"/>
                  </a:lnTo>
                  <a:lnTo>
                    <a:pt x="1022533" y="3951704"/>
                  </a:lnTo>
                  <a:lnTo>
                    <a:pt x="1056704" y="3952076"/>
                  </a:lnTo>
                  <a:lnTo>
                    <a:pt x="1108143" y="3952691"/>
                  </a:lnTo>
                  <a:lnTo>
                    <a:pt x="1177123" y="3953599"/>
                  </a:lnTo>
                  <a:lnTo>
                    <a:pt x="1262180" y="3954839"/>
                  </a:lnTo>
                  <a:lnTo>
                    <a:pt x="1360431" y="3956432"/>
                  </a:lnTo>
                  <a:lnTo>
                    <a:pt x="1468104" y="3958388"/>
                  </a:lnTo>
                  <a:lnTo>
                    <a:pt x="1581129" y="3960704"/>
                  </a:lnTo>
                  <a:lnTo>
                    <a:pt x="1695671" y="3963373"/>
                  </a:lnTo>
                  <a:lnTo>
                    <a:pt x="1808496" y="3966389"/>
                  </a:lnTo>
                  <a:lnTo>
                    <a:pt x="1917155" y="3969749"/>
                  </a:lnTo>
                  <a:lnTo>
                    <a:pt x="2020008" y="3973461"/>
                  </a:lnTo>
                  <a:lnTo>
                    <a:pt x="2116136" y="3977541"/>
                  </a:lnTo>
                  <a:lnTo>
                    <a:pt x="2205209" y="3982019"/>
                  </a:lnTo>
                  <a:lnTo>
                    <a:pt x="2287334" y="3986932"/>
                  </a:lnTo>
                  <a:lnTo>
                    <a:pt x="2362929" y="3992333"/>
                  </a:lnTo>
                  <a:lnTo>
                    <a:pt x="2432606" y="3998279"/>
                  </a:lnTo>
                  <a:lnTo>
                    <a:pt x="2497087" y="4004838"/>
                  </a:lnTo>
                  <a:lnTo>
                    <a:pt x="2557148" y="4012078"/>
                  </a:lnTo>
                  <a:lnTo>
                    <a:pt x="2613563" y="4020063"/>
                  </a:lnTo>
                  <a:lnTo>
                    <a:pt x="2667068" y="4028843"/>
                  </a:lnTo>
                  <a:lnTo>
                    <a:pt x="2702183" y="4035288"/>
                  </a:lnTo>
                  <a:lnTo>
                    <a:pt x="2762546" y="4047665"/>
                  </a:lnTo>
                  <a:lnTo>
                    <a:pt x="2821052" y="4061260"/>
                  </a:lnTo>
                  <a:lnTo>
                    <a:pt x="2878377" y="4076091"/>
                  </a:lnTo>
                  <a:lnTo>
                    <a:pt x="2935024" y="4092141"/>
                  </a:lnTo>
                  <a:lnTo>
                    <a:pt x="2991350" y="4109346"/>
                  </a:lnTo>
                  <a:lnTo>
                    <a:pt x="3047595" y="4127599"/>
                  </a:lnTo>
                  <a:lnTo>
                    <a:pt x="3103894" y="4146745"/>
                  </a:lnTo>
                  <a:lnTo>
                    <a:pt x="3160303" y="4166587"/>
                  </a:lnTo>
                  <a:lnTo>
                    <a:pt x="3216814" y="4186895"/>
                  </a:lnTo>
                  <a:lnTo>
                    <a:pt x="3273377" y="4207412"/>
                  </a:lnTo>
                  <a:lnTo>
                    <a:pt x="3329926" y="4227871"/>
                  </a:lnTo>
                  <a:lnTo>
                    <a:pt x="3386397" y="4248008"/>
                  </a:lnTo>
                  <a:lnTo>
                    <a:pt x="3442756" y="4267577"/>
                  </a:lnTo>
                  <a:lnTo>
                    <a:pt x="3499021" y="4286360"/>
                  </a:lnTo>
                  <a:lnTo>
                    <a:pt x="3555278" y="4304177"/>
                  </a:lnTo>
                  <a:lnTo>
                    <a:pt x="3611707" y="4320895"/>
                  </a:lnTo>
                  <a:lnTo>
                    <a:pt x="3668595" y="4336425"/>
                  </a:lnTo>
                  <a:lnTo>
                    <a:pt x="3726357" y="4350724"/>
                  </a:lnTo>
                  <a:lnTo>
                    <a:pt x="3785568" y="4363790"/>
                  </a:lnTo>
                  <a:lnTo>
                    <a:pt x="3820202" y="4370688"/>
                  </a:lnTo>
                  <a:lnTo>
                    <a:pt x="3872105" y="4380021"/>
                  </a:lnTo>
                  <a:lnTo>
                    <a:pt x="3926462" y="4388544"/>
                  </a:lnTo>
                  <a:lnTo>
                    <a:pt x="3983958" y="4396285"/>
                  </a:lnTo>
                  <a:lnTo>
                    <a:pt x="4045343" y="4403300"/>
                  </a:lnTo>
                  <a:lnTo>
                    <a:pt x="4111399" y="4409656"/>
                  </a:lnTo>
                  <a:lnTo>
                    <a:pt x="4182888" y="4415422"/>
                  </a:lnTo>
                  <a:lnTo>
                    <a:pt x="4260507" y="4420661"/>
                  </a:lnTo>
                  <a:lnTo>
                    <a:pt x="4344815" y="4425431"/>
                  </a:lnTo>
                  <a:lnTo>
                    <a:pt x="4436143" y="4429777"/>
                  </a:lnTo>
                  <a:lnTo>
                    <a:pt x="4534477" y="4433738"/>
                  </a:lnTo>
                  <a:lnTo>
                    <a:pt x="4639313" y="4437336"/>
                  </a:lnTo>
                  <a:lnTo>
                    <a:pt x="4749517" y="4440586"/>
                  </a:lnTo>
                  <a:lnTo>
                    <a:pt x="4863194" y="4443492"/>
                  </a:lnTo>
                  <a:lnTo>
                    <a:pt x="4977638" y="4446049"/>
                  </a:lnTo>
                  <a:lnTo>
                    <a:pt x="5089393" y="4448251"/>
                  </a:lnTo>
                  <a:lnTo>
                    <a:pt x="5194501" y="4450091"/>
                  </a:lnTo>
                  <a:lnTo>
                    <a:pt x="5288924" y="4451570"/>
                  </a:lnTo>
                  <a:lnTo>
                    <a:pt x="5369108" y="4452701"/>
                  </a:lnTo>
                  <a:lnTo>
                    <a:pt x="5432574" y="4453511"/>
                  </a:lnTo>
                  <a:lnTo>
                    <a:pt x="5478390" y="4454042"/>
                  </a:lnTo>
                  <a:lnTo>
                    <a:pt x="5507406" y="4454349"/>
                  </a:lnTo>
                  <a:lnTo>
                    <a:pt x="5522241" y="4454492"/>
                  </a:lnTo>
                  <a:lnTo>
                    <a:pt x="5527081" y="4454535"/>
                  </a:lnTo>
                  <a:lnTo>
                    <a:pt x="5527445" y="4454538"/>
                  </a:lnTo>
                  <a:lnTo>
                    <a:pt x="6522385" y="4454538"/>
                  </a:lnTo>
                  <a:lnTo>
                    <a:pt x="6523386" y="4454464"/>
                  </a:lnTo>
                  <a:lnTo>
                    <a:pt x="6530003" y="4453932"/>
                  </a:lnTo>
                  <a:lnTo>
                    <a:pt x="6546828" y="4452464"/>
                  </a:lnTo>
                  <a:lnTo>
                    <a:pt x="6577268" y="4449570"/>
                  </a:lnTo>
                  <a:lnTo>
                    <a:pt x="6623370" y="4444779"/>
                  </a:lnTo>
                  <a:lnTo>
                    <a:pt x="6685673" y="4437679"/>
                  </a:lnTo>
                  <a:lnTo>
                    <a:pt x="6763222" y="4427951"/>
                  </a:lnTo>
                  <a:lnTo>
                    <a:pt x="6853775" y="4415387"/>
                  </a:lnTo>
                  <a:lnTo>
                    <a:pt x="6954197" y="4399888"/>
                  </a:lnTo>
                  <a:lnTo>
                    <a:pt x="7060936" y="4381448"/>
                  </a:lnTo>
                  <a:lnTo>
                    <a:pt x="7170485" y="4360110"/>
                  </a:lnTo>
                  <a:lnTo>
                    <a:pt x="7279735" y="4335933"/>
                  </a:lnTo>
                  <a:lnTo>
                    <a:pt x="7386189" y="4308954"/>
                  </a:lnTo>
                  <a:lnTo>
                    <a:pt x="7488037" y="4279157"/>
                  </a:lnTo>
                  <a:lnTo>
                    <a:pt x="7584125" y="4246457"/>
                  </a:lnTo>
                  <a:lnTo>
                    <a:pt x="7673867" y="4210686"/>
                  </a:lnTo>
                  <a:lnTo>
                    <a:pt x="7757122" y="4171593"/>
                  </a:lnTo>
                  <a:lnTo>
                    <a:pt x="7834085" y="4128843"/>
                  </a:lnTo>
                  <a:lnTo>
                    <a:pt x="7905176" y="4082024"/>
                  </a:lnTo>
                  <a:lnTo>
                    <a:pt x="7970962" y="4030659"/>
                  </a:lnTo>
                  <a:lnTo>
                    <a:pt x="8032094" y="3974225"/>
                  </a:lnTo>
                  <a:lnTo>
                    <a:pt x="8089255" y="3912187"/>
                  </a:lnTo>
                  <a:lnTo>
                    <a:pt x="8143124" y="3844049"/>
                  </a:lnTo>
                  <a:lnTo>
                    <a:pt x="8194347" y="3769441"/>
                  </a:lnTo>
                  <a:lnTo>
                    <a:pt x="8229629" y="3712115"/>
                  </a:lnTo>
                  <a:lnTo>
                    <a:pt x="8266506" y="3646916"/>
                  </a:lnTo>
                  <a:lnTo>
                    <a:pt x="8302584" y="3577801"/>
                  </a:lnTo>
                  <a:lnTo>
                    <a:pt x="8338042" y="3504691"/>
                  </a:lnTo>
                  <a:lnTo>
                    <a:pt x="8373030" y="3427548"/>
                  </a:lnTo>
                  <a:lnTo>
                    <a:pt x="8407673" y="3346379"/>
                  </a:lnTo>
                  <a:lnTo>
                    <a:pt x="8442074" y="3261240"/>
                  </a:lnTo>
                  <a:lnTo>
                    <a:pt x="8476318" y="3172240"/>
                  </a:lnTo>
                  <a:lnTo>
                    <a:pt x="8510471" y="3079541"/>
                  </a:lnTo>
                  <a:lnTo>
                    <a:pt x="8544586" y="2983361"/>
                  </a:lnTo>
                  <a:lnTo>
                    <a:pt x="8578700" y="2883975"/>
                  </a:lnTo>
                  <a:lnTo>
                    <a:pt x="8612837" y="2781709"/>
                  </a:lnTo>
                  <a:lnTo>
                    <a:pt x="8647013" y="2676944"/>
                  </a:lnTo>
                  <a:lnTo>
                    <a:pt x="8681231" y="2570104"/>
                  </a:lnTo>
                  <a:lnTo>
                    <a:pt x="8715488" y="2461652"/>
                  </a:lnTo>
                  <a:lnTo>
                    <a:pt x="8749777" y="2352083"/>
                  </a:lnTo>
                  <a:lnTo>
                    <a:pt x="8784082" y="2241915"/>
                  </a:lnTo>
                  <a:lnTo>
                    <a:pt x="8818390" y="2131677"/>
                  </a:lnTo>
                  <a:lnTo>
                    <a:pt x="8852684" y="2021898"/>
                  </a:lnTo>
                  <a:lnTo>
                    <a:pt x="8886951" y="1913100"/>
                  </a:lnTo>
                  <a:lnTo>
                    <a:pt x="8921180" y="1805785"/>
                  </a:lnTo>
                  <a:lnTo>
                    <a:pt x="8955367" y="1700425"/>
                  </a:lnTo>
                  <a:lnTo>
                    <a:pt x="8989513" y="1597457"/>
                  </a:lnTo>
                  <a:lnTo>
                    <a:pt x="9023631" y="1497272"/>
                  </a:lnTo>
                  <a:lnTo>
                    <a:pt x="9057743" y="1400212"/>
                  </a:lnTo>
                  <a:lnTo>
                    <a:pt x="9091882" y="1306564"/>
                  </a:lnTo>
                  <a:lnTo>
                    <a:pt x="9126096" y="1216564"/>
                  </a:lnTo>
                  <a:lnTo>
                    <a:pt x="9160447" y="1130387"/>
                  </a:lnTo>
                  <a:lnTo>
                    <a:pt x="9195017" y="1048156"/>
                  </a:lnTo>
                  <a:lnTo>
                    <a:pt x="9229902" y="969941"/>
                  </a:lnTo>
                  <a:lnTo>
                    <a:pt x="9265221" y="895762"/>
                  </a:lnTo>
                  <a:lnTo>
                    <a:pt x="9301119" y="825592"/>
                  </a:lnTo>
                  <a:lnTo>
                    <a:pt x="9337764" y="759362"/>
                  </a:lnTo>
                  <a:lnTo>
                    <a:pt x="9347647" y="742423"/>
                  </a:lnTo>
                  <a:lnTo>
                    <a:pt x="9397337" y="663096"/>
                  </a:lnTo>
                  <a:lnTo>
                    <a:pt x="9449254" y="590364"/>
                  </a:lnTo>
                  <a:lnTo>
                    <a:pt x="9503996" y="524015"/>
                  </a:lnTo>
                  <a:lnTo>
                    <a:pt x="9562221" y="463633"/>
                  </a:lnTo>
                  <a:lnTo>
                    <a:pt x="9624615" y="408703"/>
                  </a:lnTo>
                  <a:lnTo>
                    <a:pt x="9691854" y="358689"/>
                  </a:lnTo>
                  <a:lnTo>
                    <a:pt x="9764570" y="313079"/>
                  </a:lnTo>
                  <a:lnTo>
                    <a:pt x="9843297" y="271413"/>
                  </a:lnTo>
                  <a:lnTo>
                    <a:pt x="9928399" y="233300"/>
                  </a:lnTo>
                  <a:lnTo>
                    <a:pt x="10019987" y="198429"/>
                  </a:lnTo>
                  <a:lnTo>
                    <a:pt x="10117804" y="166572"/>
                  </a:lnTo>
                  <a:lnTo>
                    <a:pt x="10221113" y="137586"/>
                  </a:lnTo>
                  <a:lnTo>
                    <a:pt x="10328581" y="111407"/>
                  </a:lnTo>
                  <a:lnTo>
                    <a:pt x="10438201" y="88036"/>
                  </a:lnTo>
                  <a:lnTo>
                    <a:pt x="10547287" y="67521"/>
                  </a:lnTo>
                  <a:lnTo>
                    <a:pt x="10652588" y="49918"/>
                  </a:lnTo>
                  <a:lnTo>
                    <a:pt x="10750543" y="35263"/>
                  </a:lnTo>
                  <a:lnTo>
                    <a:pt x="10837668" y="23524"/>
                  </a:lnTo>
                  <a:lnTo>
                    <a:pt x="10911037" y="14573"/>
                  </a:lnTo>
                  <a:lnTo>
                    <a:pt x="10968743" y="8170"/>
                  </a:lnTo>
                  <a:lnTo>
                    <a:pt x="11010246" y="3967"/>
                  </a:lnTo>
                  <a:lnTo>
                    <a:pt x="11036523" y="1530"/>
                  </a:lnTo>
                  <a:lnTo>
                    <a:pt x="11050027" y="380"/>
                  </a:lnTo>
                  <a:lnTo>
                    <a:pt x="11054522" y="27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1" name="pl1510"/>
            <p:cNvSpPr/>
            <p:nvPr/>
          </p:nvSpPr>
          <p:spPr>
            <a:xfrm>
              <a:off x="1199187" y="1367640"/>
              <a:ext cx="12049831" cy="4454538"/>
            </a:xfrm>
            <a:custGeom>
              <a:avLst/>
              <a:pathLst>
                <a:path w="12049831" h="4454538">
                  <a:moveTo>
                    <a:pt x="12049831" y="0"/>
                  </a:moveTo>
                  <a:lnTo>
                    <a:pt x="11054891" y="0"/>
                  </a:lnTo>
                  <a:lnTo>
                    <a:pt x="11053891" y="74"/>
                  </a:lnTo>
                  <a:lnTo>
                    <a:pt x="11047274" y="606"/>
                  </a:lnTo>
                  <a:lnTo>
                    <a:pt x="11030449" y="2074"/>
                  </a:lnTo>
                  <a:lnTo>
                    <a:pt x="11000008" y="4968"/>
                  </a:lnTo>
                  <a:lnTo>
                    <a:pt x="10953906" y="9759"/>
                  </a:lnTo>
                  <a:lnTo>
                    <a:pt x="10891603" y="16859"/>
                  </a:lnTo>
                  <a:lnTo>
                    <a:pt x="10814055" y="26587"/>
                  </a:lnTo>
                  <a:lnTo>
                    <a:pt x="10723502" y="39151"/>
                  </a:lnTo>
                  <a:lnTo>
                    <a:pt x="10623080" y="54650"/>
                  </a:lnTo>
                  <a:lnTo>
                    <a:pt x="10516340" y="73090"/>
                  </a:lnTo>
                  <a:lnTo>
                    <a:pt x="10406791" y="94428"/>
                  </a:lnTo>
                  <a:lnTo>
                    <a:pt x="10297541" y="118605"/>
                  </a:lnTo>
                  <a:lnTo>
                    <a:pt x="10191087" y="145584"/>
                  </a:lnTo>
                  <a:lnTo>
                    <a:pt x="10089240" y="175381"/>
                  </a:lnTo>
                  <a:lnTo>
                    <a:pt x="9993151" y="208081"/>
                  </a:lnTo>
                  <a:lnTo>
                    <a:pt x="9903410" y="243852"/>
                  </a:lnTo>
                  <a:lnTo>
                    <a:pt x="9820154" y="282945"/>
                  </a:lnTo>
                  <a:lnTo>
                    <a:pt x="9743192" y="325695"/>
                  </a:lnTo>
                  <a:lnTo>
                    <a:pt x="9672101" y="372514"/>
                  </a:lnTo>
                  <a:lnTo>
                    <a:pt x="9606314" y="423879"/>
                  </a:lnTo>
                  <a:lnTo>
                    <a:pt x="9545182" y="480313"/>
                  </a:lnTo>
                  <a:lnTo>
                    <a:pt x="9488022" y="542351"/>
                  </a:lnTo>
                  <a:lnTo>
                    <a:pt x="9434152" y="610489"/>
                  </a:lnTo>
                  <a:lnTo>
                    <a:pt x="9382930" y="685097"/>
                  </a:lnTo>
                  <a:lnTo>
                    <a:pt x="9347647" y="742423"/>
                  </a:lnTo>
                  <a:lnTo>
                    <a:pt x="9310771" y="807622"/>
                  </a:lnTo>
                  <a:lnTo>
                    <a:pt x="9274692" y="876737"/>
                  </a:lnTo>
                  <a:lnTo>
                    <a:pt x="9239234" y="949847"/>
                  </a:lnTo>
                  <a:lnTo>
                    <a:pt x="9204246" y="1026990"/>
                  </a:lnTo>
                  <a:lnTo>
                    <a:pt x="9169604" y="1108159"/>
                  </a:lnTo>
                  <a:lnTo>
                    <a:pt x="9135203" y="1193298"/>
                  </a:lnTo>
                  <a:lnTo>
                    <a:pt x="9100959" y="1282298"/>
                  </a:lnTo>
                  <a:lnTo>
                    <a:pt x="9066805" y="1374997"/>
                  </a:lnTo>
                  <a:lnTo>
                    <a:pt x="9032690" y="1471177"/>
                  </a:lnTo>
                  <a:lnTo>
                    <a:pt x="8998577" y="1570563"/>
                  </a:lnTo>
                  <a:lnTo>
                    <a:pt x="8964439" y="1672829"/>
                  </a:lnTo>
                  <a:lnTo>
                    <a:pt x="8930264" y="1777594"/>
                  </a:lnTo>
                  <a:lnTo>
                    <a:pt x="8896046" y="1884434"/>
                  </a:lnTo>
                  <a:lnTo>
                    <a:pt x="8861788" y="1992886"/>
                  </a:lnTo>
                  <a:lnTo>
                    <a:pt x="8827500" y="2102455"/>
                  </a:lnTo>
                  <a:lnTo>
                    <a:pt x="8793194" y="2212623"/>
                  </a:lnTo>
                  <a:lnTo>
                    <a:pt x="8758887" y="2322861"/>
                  </a:lnTo>
                  <a:lnTo>
                    <a:pt x="8724592" y="2432640"/>
                  </a:lnTo>
                  <a:lnTo>
                    <a:pt x="8690325" y="2541438"/>
                  </a:lnTo>
                  <a:lnTo>
                    <a:pt x="8656096" y="2648753"/>
                  </a:lnTo>
                  <a:lnTo>
                    <a:pt x="8621910" y="2754113"/>
                  </a:lnTo>
                  <a:lnTo>
                    <a:pt x="8587763" y="2857081"/>
                  </a:lnTo>
                  <a:lnTo>
                    <a:pt x="8553645" y="2957266"/>
                  </a:lnTo>
                  <a:lnTo>
                    <a:pt x="8519534" y="3054326"/>
                  </a:lnTo>
                  <a:lnTo>
                    <a:pt x="8485395" y="3147974"/>
                  </a:lnTo>
                  <a:lnTo>
                    <a:pt x="8451181" y="3237974"/>
                  </a:lnTo>
                  <a:lnTo>
                    <a:pt x="8416829" y="3324151"/>
                  </a:lnTo>
                  <a:lnTo>
                    <a:pt x="8382260" y="3406382"/>
                  </a:lnTo>
                  <a:lnTo>
                    <a:pt x="8347375" y="3484597"/>
                  </a:lnTo>
                  <a:lnTo>
                    <a:pt x="8312055" y="3558776"/>
                  </a:lnTo>
                  <a:lnTo>
                    <a:pt x="8276157" y="3628946"/>
                  </a:lnTo>
                  <a:lnTo>
                    <a:pt x="8239512" y="3695176"/>
                  </a:lnTo>
                  <a:lnTo>
                    <a:pt x="8229629" y="3712115"/>
                  </a:lnTo>
                  <a:lnTo>
                    <a:pt x="8179940" y="3791442"/>
                  </a:lnTo>
                  <a:lnTo>
                    <a:pt x="8128023" y="3864174"/>
                  </a:lnTo>
                  <a:lnTo>
                    <a:pt x="8073281" y="3930523"/>
                  </a:lnTo>
                  <a:lnTo>
                    <a:pt x="8015055" y="3990905"/>
                  </a:lnTo>
                  <a:lnTo>
                    <a:pt x="7952662" y="4045835"/>
                  </a:lnTo>
                  <a:lnTo>
                    <a:pt x="7885423" y="4095849"/>
                  </a:lnTo>
                  <a:lnTo>
                    <a:pt x="7812706" y="4141459"/>
                  </a:lnTo>
                  <a:lnTo>
                    <a:pt x="7733980" y="4183125"/>
                  </a:lnTo>
                  <a:lnTo>
                    <a:pt x="7648877" y="4221238"/>
                  </a:lnTo>
                  <a:lnTo>
                    <a:pt x="7557290" y="4256109"/>
                  </a:lnTo>
                  <a:lnTo>
                    <a:pt x="7459473" y="4287966"/>
                  </a:lnTo>
                  <a:lnTo>
                    <a:pt x="7356163" y="4316952"/>
                  </a:lnTo>
                  <a:lnTo>
                    <a:pt x="7248695" y="4343131"/>
                  </a:lnTo>
                  <a:lnTo>
                    <a:pt x="7139076" y="4366502"/>
                  </a:lnTo>
                  <a:lnTo>
                    <a:pt x="7029990" y="4387017"/>
                  </a:lnTo>
                  <a:lnTo>
                    <a:pt x="6924688" y="4404620"/>
                  </a:lnTo>
                  <a:lnTo>
                    <a:pt x="6826734" y="4419275"/>
                  </a:lnTo>
                  <a:lnTo>
                    <a:pt x="6739609" y="4431014"/>
                  </a:lnTo>
                  <a:lnTo>
                    <a:pt x="6666239" y="4439965"/>
                  </a:lnTo>
                  <a:lnTo>
                    <a:pt x="6608533" y="4446368"/>
                  </a:lnTo>
                  <a:lnTo>
                    <a:pt x="6567031" y="4450571"/>
                  </a:lnTo>
                  <a:lnTo>
                    <a:pt x="6540754" y="4453008"/>
                  </a:lnTo>
                  <a:lnTo>
                    <a:pt x="6527249" y="4454158"/>
                  </a:lnTo>
                  <a:lnTo>
                    <a:pt x="6522755" y="4454511"/>
                  </a:lnTo>
                  <a:lnTo>
                    <a:pt x="6522385" y="4454538"/>
                  </a:lnTo>
                  <a:lnTo>
                    <a:pt x="5527445" y="4454538"/>
                  </a:lnTo>
                  <a:lnTo>
                    <a:pt x="5526311" y="4454529"/>
                  </a:lnTo>
                  <a:lnTo>
                    <a:pt x="5518824" y="4454461"/>
                  </a:lnTo>
                  <a:lnTo>
                    <a:pt x="5499852" y="4454272"/>
                  </a:lnTo>
                  <a:lnTo>
                    <a:pt x="5465681" y="4453900"/>
                  </a:lnTo>
                  <a:lnTo>
                    <a:pt x="5414242" y="4453285"/>
                  </a:lnTo>
                  <a:lnTo>
                    <a:pt x="5345262" y="4452377"/>
                  </a:lnTo>
                  <a:lnTo>
                    <a:pt x="5260205" y="4451137"/>
                  </a:lnTo>
                  <a:lnTo>
                    <a:pt x="5161953" y="4449544"/>
                  </a:lnTo>
                  <a:lnTo>
                    <a:pt x="5054281" y="4447588"/>
                  </a:lnTo>
                  <a:lnTo>
                    <a:pt x="4941256" y="4445272"/>
                  </a:lnTo>
                  <a:lnTo>
                    <a:pt x="4826714" y="4442603"/>
                  </a:lnTo>
                  <a:lnTo>
                    <a:pt x="4713889" y="4439587"/>
                  </a:lnTo>
                  <a:lnTo>
                    <a:pt x="4605230" y="4436227"/>
                  </a:lnTo>
                  <a:lnTo>
                    <a:pt x="4502377" y="4432515"/>
                  </a:lnTo>
                  <a:lnTo>
                    <a:pt x="4406249" y="4428435"/>
                  </a:lnTo>
                  <a:lnTo>
                    <a:pt x="4317176" y="4423957"/>
                  </a:lnTo>
                  <a:lnTo>
                    <a:pt x="4235051" y="4419044"/>
                  </a:lnTo>
                  <a:lnTo>
                    <a:pt x="4159456" y="4413643"/>
                  </a:lnTo>
                  <a:lnTo>
                    <a:pt x="4089779" y="4407697"/>
                  </a:lnTo>
                  <a:lnTo>
                    <a:pt x="4025298" y="4401138"/>
                  </a:lnTo>
                  <a:lnTo>
                    <a:pt x="3965237" y="4393898"/>
                  </a:lnTo>
                  <a:lnTo>
                    <a:pt x="3908822" y="4385913"/>
                  </a:lnTo>
                  <a:lnTo>
                    <a:pt x="3855317" y="4377133"/>
                  </a:lnTo>
                  <a:lnTo>
                    <a:pt x="3820202" y="4370688"/>
                  </a:lnTo>
                  <a:lnTo>
                    <a:pt x="3759839" y="4358311"/>
                  </a:lnTo>
                  <a:lnTo>
                    <a:pt x="3701333" y="4344716"/>
                  </a:lnTo>
                  <a:lnTo>
                    <a:pt x="3644008" y="4329885"/>
                  </a:lnTo>
                  <a:lnTo>
                    <a:pt x="3587361" y="4313835"/>
                  </a:lnTo>
                  <a:lnTo>
                    <a:pt x="3531035" y="4296630"/>
                  </a:lnTo>
                  <a:lnTo>
                    <a:pt x="3474790" y="4278377"/>
                  </a:lnTo>
                  <a:lnTo>
                    <a:pt x="3418491" y="4259231"/>
                  </a:lnTo>
                  <a:lnTo>
                    <a:pt x="3362082" y="4239389"/>
                  </a:lnTo>
                  <a:lnTo>
                    <a:pt x="3305571" y="4219081"/>
                  </a:lnTo>
                  <a:lnTo>
                    <a:pt x="3249008" y="4198564"/>
                  </a:lnTo>
                  <a:lnTo>
                    <a:pt x="3192459" y="4178105"/>
                  </a:lnTo>
                  <a:lnTo>
                    <a:pt x="3135988" y="4157968"/>
                  </a:lnTo>
                  <a:lnTo>
                    <a:pt x="3079629" y="4138399"/>
                  </a:lnTo>
                  <a:lnTo>
                    <a:pt x="3023364" y="4119616"/>
                  </a:lnTo>
                  <a:lnTo>
                    <a:pt x="2967107" y="4101799"/>
                  </a:lnTo>
                  <a:lnTo>
                    <a:pt x="2910678" y="4085081"/>
                  </a:lnTo>
                  <a:lnTo>
                    <a:pt x="2853790" y="4069551"/>
                  </a:lnTo>
                  <a:lnTo>
                    <a:pt x="2796028" y="4055252"/>
                  </a:lnTo>
                  <a:lnTo>
                    <a:pt x="2736817" y="4042186"/>
                  </a:lnTo>
                  <a:lnTo>
                    <a:pt x="2702183" y="4035288"/>
                  </a:lnTo>
                  <a:lnTo>
                    <a:pt x="2650280" y="4025955"/>
                  </a:lnTo>
                  <a:lnTo>
                    <a:pt x="2595923" y="4017432"/>
                  </a:lnTo>
                  <a:lnTo>
                    <a:pt x="2538427" y="4009691"/>
                  </a:lnTo>
                  <a:lnTo>
                    <a:pt x="2477042" y="4002676"/>
                  </a:lnTo>
                  <a:lnTo>
                    <a:pt x="2410986" y="3996320"/>
                  </a:lnTo>
                  <a:lnTo>
                    <a:pt x="2339497" y="3990554"/>
                  </a:lnTo>
                  <a:lnTo>
                    <a:pt x="2261878" y="3985315"/>
                  </a:lnTo>
                  <a:lnTo>
                    <a:pt x="2177570" y="3980546"/>
                  </a:lnTo>
                  <a:lnTo>
                    <a:pt x="2086242" y="3976199"/>
                  </a:lnTo>
                  <a:lnTo>
                    <a:pt x="1987908" y="3972238"/>
                  </a:lnTo>
                  <a:lnTo>
                    <a:pt x="1883072" y="3968640"/>
                  </a:lnTo>
                  <a:lnTo>
                    <a:pt x="1772868" y="3965390"/>
                  </a:lnTo>
                  <a:lnTo>
                    <a:pt x="1659191" y="3962484"/>
                  </a:lnTo>
                  <a:lnTo>
                    <a:pt x="1544747" y="3959927"/>
                  </a:lnTo>
                  <a:lnTo>
                    <a:pt x="1432992" y="3957725"/>
                  </a:lnTo>
                  <a:lnTo>
                    <a:pt x="1327884" y="3955885"/>
                  </a:lnTo>
                  <a:lnTo>
                    <a:pt x="1233461" y="3954406"/>
                  </a:lnTo>
                  <a:lnTo>
                    <a:pt x="1153277" y="3953275"/>
                  </a:lnTo>
                  <a:lnTo>
                    <a:pt x="1089811" y="3952465"/>
                  </a:lnTo>
                  <a:lnTo>
                    <a:pt x="1043995" y="3951934"/>
                  </a:lnTo>
                  <a:lnTo>
                    <a:pt x="1014979" y="3951627"/>
                  </a:lnTo>
                  <a:lnTo>
                    <a:pt x="1000144" y="3951484"/>
                  </a:lnTo>
                  <a:lnTo>
                    <a:pt x="995304" y="3951441"/>
                  </a:lnTo>
                  <a:lnTo>
                    <a:pt x="994940" y="3951438"/>
                  </a:lnTo>
                  <a:lnTo>
                    <a:pt x="0" y="3951438"/>
                  </a:lnTo>
                  <a:lnTo>
                    <a:pt x="0" y="39514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2" name="pg1511"/>
            <p:cNvSpPr/>
            <p:nvPr/>
          </p:nvSpPr>
          <p:spPr>
            <a:xfrm>
              <a:off x="1199187" y="1530100"/>
              <a:ext cx="12049831" cy="4328763"/>
            </a:xfrm>
            <a:custGeom>
              <a:avLst/>
              <a:pathLst>
                <a:path w="12049831" h="4328763">
                  <a:moveTo>
                    <a:pt x="0" y="3799459"/>
                  </a:moveTo>
                  <a:lnTo>
                    <a:pt x="994940" y="3799459"/>
                  </a:lnTo>
                  <a:lnTo>
                    <a:pt x="996074" y="3799469"/>
                  </a:lnTo>
                  <a:lnTo>
                    <a:pt x="1003559" y="3799541"/>
                  </a:lnTo>
                  <a:lnTo>
                    <a:pt x="1022528" y="3799740"/>
                  </a:lnTo>
                  <a:lnTo>
                    <a:pt x="1056693" y="3800131"/>
                  </a:lnTo>
                  <a:lnTo>
                    <a:pt x="1108124" y="3800778"/>
                  </a:lnTo>
                  <a:lnTo>
                    <a:pt x="1177093" y="3801733"/>
                  </a:lnTo>
                  <a:lnTo>
                    <a:pt x="1262138" y="3803037"/>
                  </a:lnTo>
                  <a:lnTo>
                    <a:pt x="1360378" y="3804713"/>
                  </a:lnTo>
                  <a:lnTo>
                    <a:pt x="1468040" y="3806770"/>
                  </a:lnTo>
                  <a:lnTo>
                    <a:pt x="1581056" y="3809207"/>
                  </a:lnTo>
                  <a:lnTo>
                    <a:pt x="1695590" y="3812014"/>
                  </a:lnTo>
                  <a:lnTo>
                    <a:pt x="1808410" y="3815186"/>
                  </a:lnTo>
                  <a:lnTo>
                    <a:pt x="1917067" y="3818721"/>
                  </a:lnTo>
                  <a:lnTo>
                    <a:pt x="2019919" y="3822626"/>
                  </a:lnTo>
                  <a:lnTo>
                    <a:pt x="2116047" y="3826918"/>
                  </a:lnTo>
                  <a:lnTo>
                    <a:pt x="2205121" y="3831628"/>
                  </a:lnTo>
                  <a:lnTo>
                    <a:pt x="2287248" y="3836797"/>
                  </a:lnTo>
                  <a:lnTo>
                    <a:pt x="2362845" y="3842477"/>
                  </a:lnTo>
                  <a:lnTo>
                    <a:pt x="2432524" y="3848733"/>
                  </a:lnTo>
                  <a:lnTo>
                    <a:pt x="2497008" y="3855632"/>
                  </a:lnTo>
                  <a:lnTo>
                    <a:pt x="2557070" y="3863247"/>
                  </a:lnTo>
                  <a:lnTo>
                    <a:pt x="2613486" y="3871646"/>
                  </a:lnTo>
                  <a:lnTo>
                    <a:pt x="2666991" y="3880882"/>
                  </a:lnTo>
                  <a:lnTo>
                    <a:pt x="2702183" y="3887677"/>
                  </a:lnTo>
                  <a:lnTo>
                    <a:pt x="2762416" y="3900668"/>
                  </a:lnTo>
                  <a:lnTo>
                    <a:pt x="2820798" y="3914936"/>
                  </a:lnTo>
                  <a:lnTo>
                    <a:pt x="2878002" y="3930499"/>
                  </a:lnTo>
                  <a:lnTo>
                    <a:pt x="2934528" y="3947337"/>
                  </a:lnTo>
                  <a:lnTo>
                    <a:pt x="2990733" y="3965388"/>
                  </a:lnTo>
                  <a:lnTo>
                    <a:pt x="3046854" y="3984536"/>
                  </a:lnTo>
                  <a:lnTo>
                    <a:pt x="3103029" y="4004623"/>
                  </a:lnTo>
                  <a:lnTo>
                    <a:pt x="3159312" y="4025443"/>
                  </a:lnTo>
                  <a:lnTo>
                    <a:pt x="3215697" y="4046755"/>
                  </a:lnTo>
                  <a:lnTo>
                    <a:pt x="3272136" y="4068291"/>
                  </a:lnTo>
                  <a:lnTo>
                    <a:pt x="3328561" y="4089773"/>
                  </a:lnTo>
                  <a:lnTo>
                    <a:pt x="3384911" y="4110925"/>
                  </a:lnTo>
                  <a:lnTo>
                    <a:pt x="3441150" y="4131487"/>
                  </a:lnTo>
                  <a:lnTo>
                    <a:pt x="3497293" y="4151232"/>
                  </a:lnTo>
                  <a:lnTo>
                    <a:pt x="3553425" y="4169972"/>
                  </a:lnTo>
                  <a:lnTo>
                    <a:pt x="3609721" y="4187563"/>
                  </a:lnTo>
                  <a:lnTo>
                    <a:pt x="3666460" y="4203912"/>
                  </a:lnTo>
                  <a:lnTo>
                    <a:pt x="3724053" y="4218973"/>
                  </a:lnTo>
                  <a:lnTo>
                    <a:pt x="3783061" y="4232741"/>
                  </a:lnTo>
                  <a:lnTo>
                    <a:pt x="3820202" y="4240546"/>
                  </a:lnTo>
                  <a:lnTo>
                    <a:pt x="3872102" y="4250364"/>
                  </a:lnTo>
                  <a:lnTo>
                    <a:pt x="3926455" y="4259330"/>
                  </a:lnTo>
                  <a:lnTo>
                    <a:pt x="3983946" y="4267474"/>
                  </a:lnTo>
                  <a:lnTo>
                    <a:pt x="4045327" y="4274855"/>
                  </a:lnTo>
                  <a:lnTo>
                    <a:pt x="4111377" y="4281542"/>
                  </a:lnTo>
                  <a:lnTo>
                    <a:pt x="4182859" y="4287607"/>
                  </a:lnTo>
                  <a:lnTo>
                    <a:pt x="4260470" y="4293119"/>
                  </a:lnTo>
                  <a:lnTo>
                    <a:pt x="4344769" y="4298137"/>
                  </a:lnTo>
                  <a:lnTo>
                    <a:pt x="4436088" y="4302710"/>
                  </a:lnTo>
                  <a:lnTo>
                    <a:pt x="4534411" y="4306877"/>
                  </a:lnTo>
                  <a:lnTo>
                    <a:pt x="4639237" y="4310663"/>
                  </a:lnTo>
                  <a:lnTo>
                    <a:pt x="4749430" y="4314082"/>
                  </a:lnTo>
                  <a:lnTo>
                    <a:pt x="4863099" y="4317139"/>
                  </a:lnTo>
                  <a:lnTo>
                    <a:pt x="4977535" y="4319830"/>
                  </a:lnTo>
                  <a:lnTo>
                    <a:pt x="5089287" y="4322146"/>
                  </a:lnTo>
                  <a:lnTo>
                    <a:pt x="5194397" y="4324082"/>
                  </a:lnTo>
                  <a:lnTo>
                    <a:pt x="5288828" y="4325639"/>
                  </a:lnTo>
                  <a:lnTo>
                    <a:pt x="5369024" y="4326829"/>
                  </a:lnTo>
                  <a:lnTo>
                    <a:pt x="5432508" y="4327681"/>
                  </a:lnTo>
                  <a:lnTo>
                    <a:pt x="5478342" y="4328240"/>
                  </a:lnTo>
                  <a:lnTo>
                    <a:pt x="5507377" y="4328564"/>
                  </a:lnTo>
                  <a:lnTo>
                    <a:pt x="5522228" y="4328715"/>
                  </a:lnTo>
                  <a:lnTo>
                    <a:pt x="5527078" y="4328760"/>
                  </a:lnTo>
                  <a:lnTo>
                    <a:pt x="5527445" y="4328763"/>
                  </a:lnTo>
                  <a:lnTo>
                    <a:pt x="6522385" y="4328763"/>
                  </a:lnTo>
                  <a:lnTo>
                    <a:pt x="6523393" y="4328690"/>
                  </a:lnTo>
                  <a:lnTo>
                    <a:pt x="6530054" y="4328171"/>
                  </a:lnTo>
                  <a:lnTo>
                    <a:pt x="6546989" y="4326736"/>
                  </a:lnTo>
                  <a:lnTo>
                    <a:pt x="6577622" y="4323907"/>
                  </a:lnTo>
                  <a:lnTo>
                    <a:pt x="6624000" y="4319225"/>
                  </a:lnTo>
                  <a:lnTo>
                    <a:pt x="6686651" y="4312287"/>
                  </a:lnTo>
                  <a:lnTo>
                    <a:pt x="6764595" y="4302782"/>
                  </a:lnTo>
                  <a:lnTo>
                    <a:pt x="6855558" y="4290510"/>
                  </a:lnTo>
                  <a:lnTo>
                    <a:pt x="6956371" y="4275376"/>
                  </a:lnTo>
                  <a:lnTo>
                    <a:pt x="7063457" y="4257374"/>
                  </a:lnTo>
                  <a:lnTo>
                    <a:pt x="7173286" y="4236548"/>
                  </a:lnTo>
                  <a:lnTo>
                    <a:pt x="7282744" y="4212955"/>
                  </a:lnTo>
                  <a:lnTo>
                    <a:pt x="7389333" y="4186630"/>
                  </a:lnTo>
                  <a:lnTo>
                    <a:pt x="7491250" y="4157556"/>
                  </a:lnTo>
                  <a:lnTo>
                    <a:pt x="7587354" y="4125646"/>
                  </a:lnTo>
                  <a:lnTo>
                    <a:pt x="7677069" y="4090735"/>
                  </a:lnTo>
                  <a:lnTo>
                    <a:pt x="7760272" y="4052574"/>
                  </a:lnTo>
                  <a:lnTo>
                    <a:pt x="7837164" y="4010833"/>
                  </a:lnTo>
                  <a:lnTo>
                    <a:pt x="7908180" y="3965106"/>
                  </a:lnTo>
                  <a:lnTo>
                    <a:pt x="7973894" y="3914924"/>
                  </a:lnTo>
                  <a:lnTo>
                    <a:pt x="8034963" y="3859776"/>
                  </a:lnTo>
                  <a:lnTo>
                    <a:pt x="8092075" y="3799138"/>
                  </a:lnTo>
                  <a:lnTo>
                    <a:pt x="8145916" y="3732530"/>
                  </a:lnTo>
                  <a:lnTo>
                    <a:pt x="8197130" y="3659599"/>
                  </a:lnTo>
                  <a:lnTo>
                    <a:pt x="8229629" y="3608176"/>
                  </a:lnTo>
                  <a:lnTo>
                    <a:pt x="8266983" y="3544040"/>
                  </a:lnTo>
                  <a:lnTo>
                    <a:pt x="8303521" y="3476001"/>
                  </a:lnTo>
                  <a:lnTo>
                    <a:pt x="8339426" y="3403981"/>
                  </a:lnTo>
                  <a:lnTo>
                    <a:pt x="8374854" y="3327944"/>
                  </a:lnTo>
                  <a:lnTo>
                    <a:pt x="8409934" y="3247897"/>
                  </a:lnTo>
                  <a:lnTo>
                    <a:pt x="8444772" y="3163902"/>
                  </a:lnTo>
                  <a:lnTo>
                    <a:pt x="8479455" y="3076070"/>
                  </a:lnTo>
                  <a:lnTo>
                    <a:pt x="8514050" y="2984571"/>
                  </a:lnTo>
                  <a:lnTo>
                    <a:pt x="8548611" y="2889631"/>
                  </a:lnTo>
                  <a:lnTo>
                    <a:pt x="8583173" y="2791532"/>
                  </a:lnTo>
                  <a:lnTo>
                    <a:pt x="8617763" y="2690612"/>
                  </a:lnTo>
                  <a:lnTo>
                    <a:pt x="8652393" y="2587261"/>
                  </a:lnTo>
                  <a:lnTo>
                    <a:pt x="8687066" y="2481912"/>
                  </a:lnTo>
                  <a:lnTo>
                    <a:pt x="8721779" y="2375040"/>
                  </a:lnTo>
                  <a:lnTo>
                    <a:pt x="8756522" y="2267148"/>
                  </a:lnTo>
                  <a:lnTo>
                    <a:pt x="8791279" y="2158763"/>
                  </a:lnTo>
                  <a:lnTo>
                    <a:pt x="8826035" y="2050418"/>
                  </a:lnTo>
                  <a:lnTo>
                    <a:pt x="8860773" y="1942648"/>
                  </a:lnTo>
                  <a:lnTo>
                    <a:pt x="8895481" y="1835976"/>
                  </a:lnTo>
                  <a:lnTo>
                    <a:pt x="8930148" y="1730901"/>
                  </a:lnTo>
                  <a:lnTo>
                    <a:pt x="8964771" y="1627892"/>
                  </a:lnTo>
                  <a:lnTo>
                    <a:pt x="8999356" y="1527377"/>
                  </a:lnTo>
                  <a:lnTo>
                    <a:pt x="9033916" y="1429737"/>
                  </a:lnTo>
                  <a:lnTo>
                    <a:pt x="9068479" y="1335303"/>
                  </a:lnTo>
                  <a:lnTo>
                    <a:pt x="9103084" y="1244348"/>
                  </a:lnTo>
                  <a:lnTo>
                    <a:pt x="9137785" y="1157090"/>
                  </a:lnTo>
                  <a:lnTo>
                    <a:pt x="9172654" y="1073688"/>
                  </a:lnTo>
                  <a:lnTo>
                    <a:pt x="9207779" y="994248"/>
                  </a:lnTo>
                  <a:lnTo>
                    <a:pt x="9243271" y="918822"/>
                  </a:lnTo>
                  <a:lnTo>
                    <a:pt x="9279262" y="847410"/>
                  </a:lnTo>
                  <a:lnTo>
                    <a:pt x="9315911" y="779970"/>
                  </a:lnTo>
                  <a:lnTo>
                    <a:pt x="9347647" y="725827"/>
                  </a:lnTo>
                  <a:lnTo>
                    <a:pt x="9397454" y="648663"/>
                  </a:lnTo>
                  <a:lnTo>
                    <a:pt x="9449500" y="577928"/>
                  </a:lnTo>
                  <a:lnTo>
                    <a:pt x="9504388" y="513417"/>
                  </a:lnTo>
                  <a:lnTo>
                    <a:pt x="9562780" y="454719"/>
                  </a:lnTo>
                  <a:lnTo>
                    <a:pt x="9625365" y="401334"/>
                  </a:lnTo>
                  <a:lnTo>
                    <a:pt x="9692826" y="352736"/>
                  </a:lnTo>
                  <a:lnTo>
                    <a:pt x="9765798" y="308426"/>
                  </a:lnTo>
                  <a:lnTo>
                    <a:pt x="9844816" y="267955"/>
                  </a:lnTo>
                  <a:lnTo>
                    <a:pt x="9930244" y="230942"/>
                  </a:lnTo>
                  <a:lnTo>
                    <a:pt x="10022185" y="197084"/>
                  </a:lnTo>
                  <a:lnTo>
                    <a:pt x="10120374" y="166162"/>
                  </a:lnTo>
                  <a:lnTo>
                    <a:pt x="10224054" y="138037"/>
                  </a:lnTo>
                  <a:lnTo>
                    <a:pt x="10331865" y="112647"/>
                  </a:lnTo>
                  <a:lnTo>
                    <a:pt x="10441765" y="89998"/>
                  </a:lnTo>
                  <a:lnTo>
                    <a:pt x="10551031" y="70134"/>
                  </a:lnTo>
                  <a:lnTo>
                    <a:pt x="10656374" y="53112"/>
                  </a:lnTo>
                  <a:lnTo>
                    <a:pt x="10754202" y="38964"/>
                  </a:lnTo>
                  <a:lnTo>
                    <a:pt x="10841021" y="27657"/>
                  </a:lnTo>
                  <a:lnTo>
                    <a:pt x="10913917" y="19061"/>
                  </a:lnTo>
                  <a:lnTo>
                    <a:pt x="10971024" y="12937"/>
                  </a:lnTo>
                  <a:lnTo>
                    <a:pt x="11011863" y="8939"/>
                  </a:lnTo>
                  <a:lnTo>
                    <a:pt x="11037493" y="6642"/>
                  </a:lnTo>
                  <a:lnTo>
                    <a:pt x="11050455" y="5575"/>
                  </a:lnTo>
                  <a:lnTo>
                    <a:pt x="11054600" y="526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84" y="72"/>
                  </a:lnTo>
                  <a:lnTo>
                    <a:pt x="11047222" y="592"/>
                  </a:lnTo>
                  <a:lnTo>
                    <a:pt x="11030287" y="2027"/>
                  </a:lnTo>
                  <a:lnTo>
                    <a:pt x="10999655" y="4856"/>
                  </a:lnTo>
                  <a:lnTo>
                    <a:pt x="10953277" y="9538"/>
                  </a:lnTo>
                  <a:lnTo>
                    <a:pt x="10890625" y="16476"/>
                  </a:lnTo>
                  <a:lnTo>
                    <a:pt x="10812682" y="25980"/>
                  </a:lnTo>
                  <a:lnTo>
                    <a:pt x="10721719" y="38253"/>
                  </a:lnTo>
                  <a:lnTo>
                    <a:pt x="10620905" y="53386"/>
                  </a:lnTo>
                  <a:lnTo>
                    <a:pt x="10513820" y="71389"/>
                  </a:lnTo>
                  <a:lnTo>
                    <a:pt x="10403990" y="92215"/>
                  </a:lnTo>
                  <a:lnTo>
                    <a:pt x="10294533" y="115808"/>
                  </a:lnTo>
                  <a:lnTo>
                    <a:pt x="10187944" y="142133"/>
                  </a:lnTo>
                  <a:lnTo>
                    <a:pt x="10086027" y="171207"/>
                  </a:lnTo>
                  <a:lnTo>
                    <a:pt x="9989923" y="203117"/>
                  </a:lnTo>
                  <a:lnTo>
                    <a:pt x="9900207" y="238028"/>
                  </a:lnTo>
                  <a:lnTo>
                    <a:pt x="9817005" y="276188"/>
                  </a:lnTo>
                  <a:lnTo>
                    <a:pt x="9740112" y="317930"/>
                  </a:lnTo>
                  <a:lnTo>
                    <a:pt x="9669097" y="363657"/>
                  </a:lnTo>
                  <a:lnTo>
                    <a:pt x="9603383" y="413838"/>
                  </a:lnTo>
                  <a:lnTo>
                    <a:pt x="9542314" y="468987"/>
                  </a:lnTo>
                  <a:lnTo>
                    <a:pt x="9485201" y="529625"/>
                  </a:lnTo>
                  <a:lnTo>
                    <a:pt x="9431361" y="596232"/>
                  </a:lnTo>
                  <a:lnTo>
                    <a:pt x="9380146" y="669163"/>
                  </a:lnTo>
                  <a:lnTo>
                    <a:pt x="9347647" y="720587"/>
                  </a:lnTo>
                  <a:lnTo>
                    <a:pt x="9310293" y="784723"/>
                  </a:lnTo>
                  <a:lnTo>
                    <a:pt x="9273756" y="852762"/>
                  </a:lnTo>
                  <a:lnTo>
                    <a:pt x="9237850" y="924781"/>
                  </a:lnTo>
                  <a:lnTo>
                    <a:pt x="9202422" y="1000819"/>
                  </a:lnTo>
                  <a:lnTo>
                    <a:pt x="9167342" y="1080866"/>
                  </a:lnTo>
                  <a:lnTo>
                    <a:pt x="9132504" y="1164861"/>
                  </a:lnTo>
                  <a:lnTo>
                    <a:pt x="9097822" y="1252693"/>
                  </a:lnTo>
                  <a:lnTo>
                    <a:pt x="9063226" y="1344192"/>
                  </a:lnTo>
                  <a:lnTo>
                    <a:pt x="9028666" y="1439132"/>
                  </a:lnTo>
                  <a:lnTo>
                    <a:pt x="8994103" y="1537231"/>
                  </a:lnTo>
                  <a:lnTo>
                    <a:pt x="8959514" y="1638151"/>
                  </a:lnTo>
                  <a:lnTo>
                    <a:pt x="8924884" y="1741502"/>
                  </a:lnTo>
                  <a:lnTo>
                    <a:pt x="8890210" y="1846851"/>
                  </a:lnTo>
                  <a:lnTo>
                    <a:pt x="8855497" y="1953723"/>
                  </a:lnTo>
                  <a:lnTo>
                    <a:pt x="8820755" y="2061614"/>
                  </a:lnTo>
                  <a:lnTo>
                    <a:pt x="8785998" y="2170000"/>
                  </a:lnTo>
                  <a:lnTo>
                    <a:pt x="8751242" y="2278345"/>
                  </a:lnTo>
                  <a:lnTo>
                    <a:pt x="8716503" y="2386114"/>
                  </a:lnTo>
                  <a:lnTo>
                    <a:pt x="8681796" y="2492787"/>
                  </a:lnTo>
                  <a:lnTo>
                    <a:pt x="8647129" y="2597862"/>
                  </a:lnTo>
                  <a:lnTo>
                    <a:pt x="8612505" y="2700871"/>
                  </a:lnTo>
                  <a:lnTo>
                    <a:pt x="8577921" y="2801386"/>
                  </a:lnTo>
                  <a:lnTo>
                    <a:pt x="8543360" y="2899025"/>
                  </a:lnTo>
                  <a:lnTo>
                    <a:pt x="8508797" y="2993460"/>
                  </a:lnTo>
                  <a:lnTo>
                    <a:pt x="8474193" y="3084415"/>
                  </a:lnTo>
                  <a:lnTo>
                    <a:pt x="8439491" y="3171673"/>
                  </a:lnTo>
                  <a:lnTo>
                    <a:pt x="8404623" y="3255074"/>
                  </a:lnTo>
                  <a:lnTo>
                    <a:pt x="8369497" y="3334514"/>
                  </a:lnTo>
                  <a:lnTo>
                    <a:pt x="8334006" y="3409941"/>
                  </a:lnTo>
                  <a:lnTo>
                    <a:pt x="8298015" y="3481353"/>
                  </a:lnTo>
                  <a:lnTo>
                    <a:pt x="8261366" y="3548792"/>
                  </a:lnTo>
                  <a:lnTo>
                    <a:pt x="8229629" y="3602935"/>
                  </a:lnTo>
                  <a:lnTo>
                    <a:pt x="8179822" y="3680100"/>
                  </a:lnTo>
                  <a:lnTo>
                    <a:pt x="8127776" y="3750834"/>
                  </a:lnTo>
                  <a:lnTo>
                    <a:pt x="8072889" y="3815346"/>
                  </a:lnTo>
                  <a:lnTo>
                    <a:pt x="8014497" y="3874043"/>
                  </a:lnTo>
                  <a:lnTo>
                    <a:pt x="7951912" y="3927429"/>
                  </a:lnTo>
                  <a:lnTo>
                    <a:pt x="7884450" y="3976027"/>
                  </a:lnTo>
                  <a:lnTo>
                    <a:pt x="7811478" y="4020337"/>
                  </a:lnTo>
                  <a:lnTo>
                    <a:pt x="7732460" y="4060808"/>
                  </a:lnTo>
                  <a:lnTo>
                    <a:pt x="7647033" y="4097821"/>
                  </a:lnTo>
                  <a:lnTo>
                    <a:pt x="7555092" y="4131678"/>
                  </a:lnTo>
                  <a:lnTo>
                    <a:pt x="7456903" y="4162601"/>
                  </a:lnTo>
                  <a:lnTo>
                    <a:pt x="7353223" y="4190726"/>
                  </a:lnTo>
                  <a:lnTo>
                    <a:pt x="7245412" y="4216115"/>
                  </a:lnTo>
                  <a:lnTo>
                    <a:pt x="7135511" y="4238765"/>
                  </a:lnTo>
                  <a:lnTo>
                    <a:pt x="7026245" y="4258629"/>
                  </a:lnTo>
                  <a:lnTo>
                    <a:pt x="6920902" y="4275651"/>
                  </a:lnTo>
                  <a:lnTo>
                    <a:pt x="6823074" y="4289799"/>
                  </a:lnTo>
                  <a:lnTo>
                    <a:pt x="6736256" y="4301106"/>
                  </a:lnTo>
                  <a:lnTo>
                    <a:pt x="6663359" y="4309701"/>
                  </a:lnTo>
                  <a:lnTo>
                    <a:pt x="6606253" y="4315825"/>
                  </a:lnTo>
                  <a:lnTo>
                    <a:pt x="6565413" y="4319823"/>
                  </a:lnTo>
                  <a:lnTo>
                    <a:pt x="6539783" y="4322121"/>
                  </a:lnTo>
                  <a:lnTo>
                    <a:pt x="6526821" y="4323187"/>
                  </a:lnTo>
                  <a:lnTo>
                    <a:pt x="6522676" y="4323502"/>
                  </a:lnTo>
                  <a:lnTo>
                    <a:pt x="6522385" y="4323523"/>
                  </a:lnTo>
                  <a:lnTo>
                    <a:pt x="5527445" y="4323523"/>
                  </a:lnTo>
                  <a:lnTo>
                    <a:pt x="5526311" y="4323513"/>
                  </a:lnTo>
                  <a:lnTo>
                    <a:pt x="5518826" y="4323441"/>
                  </a:lnTo>
                  <a:lnTo>
                    <a:pt x="5499857" y="4323242"/>
                  </a:lnTo>
                  <a:lnTo>
                    <a:pt x="5465692" y="4322851"/>
                  </a:lnTo>
                  <a:lnTo>
                    <a:pt x="5414261" y="4322204"/>
                  </a:lnTo>
                  <a:lnTo>
                    <a:pt x="5345292" y="4321249"/>
                  </a:lnTo>
                  <a:lnTo>
                    <a:pt x="5260247" y="4319945"/>
                  </a:lnTo>
                  <a:lnTo>
                    <a:pt x="5162007" y="4318269"/>
                  </a:lnTo>
                  <a:lnTo>
                    <a:pt x="5054345" y="4316211"/>
                  </a:lnTo>
                  <a:lnTo>
                    <a:pt x="4941329" y="4313775"/>
                  </a:lnTo>
                  <a:lnTo>
                    <a:pt x="4826795" y="4310968"/>
                  </a:lnTo>
                  <a:lnTo>
                    <a:pt x="4713975" y="4307795"/>
                  </a:lnTo>
                  <a:lnTo>
                    <a:pt x="4605318" y="4304261"/>
                  </a:lnTo>
                  <a:lnTo>
                    <a:pt x="4502466" y="4300356"/>
                  </a:lnTo>
                  <a:lnTo>
                    <a:pt x="4406338" y="4296064"/>
                  </a:lnTo>
                  <a:lnTo>
                    <a:pt x="4317264" y="4291354"/>
                  </a:lnTo>
                  <a:lnTo>
                    <a:pt x="4235137" y="4286185"/>
                  </a:lnTo>
                  <a:lnTo>
                    <a:pt x="4159540" y="4280504"/>
                  </a:lnTo>
                  <a:lnTo>
                    <a:pt x="4089861" y="4274249"/>
                  </a:lnTo>
                  <a:lnTo>
                    <a:pt x="4025377" y="4267350"/>
                  </a:lnTo>
                  <a:lnTo>
                    <a:pt x="3965315" y="4259735"/>
                  </a:lnTo>
                  <a:lnTo>
                    <a:pt x="3908899" y="4251335"/>
                  </a:lnTo>
                  <a:lnTo>
                    <a:pt x="3855394" y="4242100"/>
                  </a:lnTo>
                  <a:lnTo>
                    <a:pt x="3820202" y="4235305"/>
                  </a:lnTo>
                  <a:lnTo>
                    <a:pt x="3759969" y="4222314"/>
                  </a:lnTo>
                  <a:lnTo>
                    <a:pt x="3701587" y="4208046"/>
                  </a:lnTo>
                  <a:lnTo>
                    <a:pt x="3644383" y="4192483"/>
                  </a:lnTo>
                  <a:lnTo>
                    <a:pt x="3587857" y="4175644"/>
                  </a:lnTo>
                  <a:lnTo>
                    <a:pt x="3531652" y="4157594"/>
                  </a:lnTo>
                  <a:lnTo>
                    <a:pt x="3475531" y="4138446"/>
                  </a:lnTo>
                  <a:lnTo>
                    <a:pt x="3419356" y="4118359"/>
                  </a:lnTo>
                  <a:lnTo>
                    <a:pt x="3363073" y="4097539"/>
                  </a:lnTo>
                  <a:lnTo>
                    <a:pt x="3306688" y="4076227"/>
                  </a:lnTo>
                  <a:lnTo>
                    <a:pt x="3250249" y="4054691"/>
                  </a:lnTo>
                  <a:lnTo>
                    <a:pt x="3193824" y="4033208"/>
                  </a:lnTo>
                  <a:lnTo>
                    <a:pt x="3137474" y="4012057"/>
                  </a:lnTo>
                  <a:lnTo>
                    <a:pt x="3081235" y="3991494"/>
                  </a:lnTo>
                  <a:lnTo>
                    <a:pt x="3025092" y="3971749"/>
                  </a:lnTo>
                  <a:lnTo>
                    <a:pt x="2968960" y="3953010"/>
                  </a:lnTo>
                  <a:lnTo>
                    <a:pt x="2912664" y="3935419"/>
                  </a:lnTo>
                  <a:lnTo>
                    <a:pt x="2855925" y="3919070"/>
                  </a:lnTo>
                  <a:lnTo>
                    <a:pt x="2798332" y="3904009"/>
                  </a:lnTo>
                  <a:lnTo>
                    <a:pt x="2739324" y="3890241"/>
                  </a:lnTo>
                  <a:lnTo>
                    <a:pt x="2702183" y="3882436"/>
                  </a:lnTo>
                  <a:lnTo>
                    <a:pt x="2650283" y="3872617"/>
                  </a:lnTo>
                  <a:lnTo>
                    <a:pt x="2595930" y="3863651"/>
                  </a:lnTo>
                  <a:lnTo>
                    <a:pt x="2538439" y="3855507"/>
                  </a:lnTo>
                  <a:lnTo>
                    <a:pt x="2477058" y="3848127"/>
                  </a:lnTo>
                  <a:lnTo>
                    <a:pt x="2411008" y="3841440"/>
                  </a:lnTo>
                  <a:lnTo>
                    <a:pt x="2339526" y="3835375"/>
                  </a:lnTo>
                  <a:lnTo>
                    <a:pt x="2261915" y="3829863"/>
                  </a:lnTo>
                  <a:lnTo>
                    <a:pt x="2177616" y="3824845"/>
                  </a:lnTo>
                  <a:lnTo>
                    <a:pt x="2086297" y="3820272"/>
                  </a:lnTo>
                  <a:lnTo>
                    <a:pt x="1987974" y="3816105"/>
                  </a:lnTo>
                  <a:lnTo>
                    <a:pt x="1883148" y="3812319"/>
                  </a:lnTo>
                  <a:lnTo>
                    <a:pt x="1772955" y="3808900"/>
                  </a:lnTo>
                  <a:lnTo>
                    <a:pt x="1659286" y="3805843"/>
                  </a:lnTo>
                  <a:lnTo>
                    <a:pt x="1544850" y="3803152"/>
                  </a:lnTo>
                  <a:lnTo>
                    <a:pt x="1433098" y="3800836"/>
                  </a:lnTo>
                  <a:lnTo>
                    <a:pt x="1327988" y="3798900"/>
                  </a:lnTo>
                  <a:lnTo>
                    <a:pt x="1233557" y="3797343"/>
                  </a:lnTo>
                  <a:lnTo>
                    <a:pt x="1153361" y="3796153"/>
                  </a:lnTo>
                  <a:lnTo>
                    <a:pt x="1089877" y="3795301"/>
                  </a:lnTo>
                  <a:lnTo>
                    <a:pt x="1044043" y="3794741"/>
                  </a:lnTo>
                  <a:lnTo>
                    <a:pt x="1015008" y="3794418"/>
                  </a:lnTo>
                  <a:lnTo>
                    <a:pt x="1000157" y="3794267"/>
                  </a:lnTo>
                  <a:lnTo>
                    <a:pt x="995307" y="3794222"/>
                  </a:lnTo>
                  <a:lnTo>
                    <a:pt x="994940" y="3794219"/>
                  </a:lnTo>
                  <a:lnTo>
                    <a:pt x="0" y="3794219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13" name="pl1512"/>
            <p:cNvSpPr/>
            <p:nvPr/>
          </p:nvSpPr>
          <p:spPr>
            <a:xfrm>
              <a:off x="1199187" y="1535341"/>
              <a:ext cx="12049831" cy="4323523"/>
            </a:xfrm>
            <a:custGeom>
              <a:avLst/>
              <a:pathLst>
                <a:path w="12049831" h="4323523">
                  <a:moveTo>
                    <a:pt x="0" y="3794219"/>
                  </a:moveTo>
                  <a:lnTo>
                    <a:pt x="994940" y="3794219"/>
                  </a:lnTo>
                  <a:lnTo>
                    <a:pt x="996074" y="3794229"/>
                  </a:lnTo>
                  <a:lnTo>
                    <a:pt x="1003559" y="3794301"/>
                  </a:lnTo>
                  <a:lnTo>
                    <a:pt x="1022528" y="3794499"/>
                  </a:lnTo>
                  <a:lnTo>
                    <a:pt x="1056693" y="3794890"/>
                  </a:lnTo>
                  <a:lnTo>
                    <a:pt x="1108124" y="3795537"/>
                  </a:lnTo>
                  <a:lnTo>
                    <a:pt x="1177093" y="3796493"/>
                  </a:lnTo>
                  <a:lnTo>
                    <a:pt x="1262138" y="3797797"/>
                  </a:lnTo>
                  <a:lnTo>
                    <a:pt x="1360378" y="3799473"/>
                  </a:lnTo>
                  <a:lnTo>
                    <a:pt x="1468040" y="3801530"/>
                  </a:lnTo>
                  <a:lnTo>
                    <a:pt x="1581056" y="3803966"/>
                  </a:lnTo>
                  <a:lnTo>
                    <a:pt x="1695590" y="3806774"/>
                  </a:lnTo>
                  <a:lnTo>
                    <a:pt x="1808410" y="3809946"/>
                  </a:lnTo>
                  <a:lnTo>
                    <a:pt x="1917067" y="3813481"/>
                  </a:lnTo>
                  <a:lnTo>
                    <a:pt x="2019919" y="3817385"/>
                  </a:lnTo>
                  <a:lnTo>
                    <a:pt x="2116047" y="3821678"/>
                  </a:lnTo>
                  <a:lnTo>
                    <a:pt x="2205121" y="3826387"/>
                  </a:lnTo>
                  <a:lnTo>
                    <a:pt x="2287248" y="3831556"/>
                  </a:lnTo>
                  <a:lnTo>
                    <a:pt x="2362845" y="3837237"/>
                  </a:lnTo>
                  <a:lnTo>
                    <a:pt x="2432524" y="3843492"/>
                  </a:lnTo>
                  <a:lnTo>
                    <a:pt x="2497008" y="3850391"/>
                  </a:lnTo>
                  <a:lnTo>
                    <a:pt x="2557070" y="3858006"/>
                  </a:lnTo>
                  <a:lnTo>
                    <a:pt x="2613486" y="3866406"/>
                  </a:lnTo>
                  <a:lnTo>
                    <a:pt x="2666991" y="3875641"/>
                  </a:lnTo>
                  <a:lnTo>
                    <a:pt x="2702183" y="3882436"/>
                  </a:lnTo>
                  <a:lnTo>
                    <a:pt x="2762416" y="3895428"/>
                  </a:lnTo>
                  <a:lnTo>
                    <a:pt x="2820798" y="3909695"/>
                  </a:lnTo>
                  <a:lnTo>
                    <a:pt x="2878002" y="3925258"/>
                  </a:lnTo>
                  <a:lnTo>
                    <a:pt x="2934528" y="3942097"/>
                  </a:lnTo>
                  <a:lnTo>
                    <a:pt x="2990733" y="3960147"/>
                  </a:lnTo>
                  <a:lnTo>
                    <a:pt x="3046854" y="3979296"/>
                  </a:lnTo>
                  <a:lnTo>
                    <a:pt x="3103029" y="3999382"/>
                  </a:lnTo>
                  <a:lnTo>
                    <a:pt x="3159312" y="4020202"/>
                  </a:lnTo>
                  <a:lnTo>
                    <a:pt x="3215697" y="4041514"/>
                  </a:lnTo>
                  <a:lnTo>
                    <a:pt x="3272136" y="4063051"/>
                  </a:lnTo>
                  <a:lnTo>
                    <a:pt x="3328561" y="4084533"/>
                  </a:lnTo>
                  <a:lnTo>
                    <a:pt x="3384911" y="4105684"/>
                  </a:lnTo>
                  <a:lnTo>
                    <a:pt x="3441150" y="4126247"/>
                  </a:lnTo>
                  <a:lnTo>
                    <a:pt x="3497293" y="4145992"/>
                  </a:lnTo>
                  <a:lnTo>
                    <a:pt x="3553425" y="4164731"/>
                  </a:lnTo>
                  <a:lnTo>
                    <a:pt x="3609721" y="4182322"/>
                  </a:lnTo>
                  <a:lnTo>
                    <a:pt x="3666460" y="4198672"/>
                  </a:lnTo>
                  <a:lnTo>
                    <a:pt x="3724053" y="4213732"/>
                  </a:lnTo>
                  <a:lnTo>
                    <a:pt x="3783061" y="4227500"/>
                  </a:lnTo>
                  <a:lnTo>
                    <a:pt x="3820202" y="4235305"/>
                  </a:lnTo>
                  <a:lnTo>
                    <a:pt x="3872102" y="4245124"/>
                  </a:lnTo>
                  <a:lnTo>
                    <a:pt x="3926455" y="4254090"/>
                  </a:lnTo>
                  <a:lnTo>
                    <a:pt x="3983946" y="4262234"/>
                  </a:lnTo>
                  <a:lnTo>
                    <a:pt x="4045327" y="4269614"/>
                  </a:lnTo>
                  <a:lnTo>
                    <a:pt x="4111377" y="4276301"/>
                  </a:lnTo>
                  <a:lnTo>
                    <a:pt x="4182859" y="4282366"/>
                  </a:lnTo>
                  <a:lnTo>
                    <a:pt x="4260470" y="4287878"/>
                  </a:lnTo>
                  <a:lnTo>
                    <a:pt x="4344769" y="4292896"/>
                  </a:lnTo>
                  <a:lnTo>
                    <a:pt x="4436088" y="4297469"/>
                  </a:lnTo>
                  <a:lnTo>
                    <a:pt x="4534411" y="4301636"/>
                  </a:lnTo>
                  <a:lnTo>
                    <a:pt x="4639237" y="4305422"/>
                  </a:lnTo>
                  <a:lnTo>
                    <a:pt x="4749430" y="4308841"/>
                  </a:lnTo>
                  <a:lnTo>
                    <a:pt x="4863099" y="4311898"/>
                  </a:lnTo>
                  <a:lnTo>
                    <a:pt x="4977535" y="4314589"/>
                  </a:lnTo>
                  <a:lnTo>
                    <a:pt x="5089287" y="4316906"/>
                  </a:lnTo>
                  <a:lnTo>
                    <a:pt x="5194397" y="4318842"/>
                  </a:lnTo>
                  <a:lnTo>
                    <a:pt x="5288828" y="4320398"/>
                  </a:lnTo>
                  <a:lnTo>
                    <a:pt x="5369024" y="4321588"/>
                  </a:lnTo>
                  <a:lnTo>
                    <a:pt x="5432508" y="4322441"/>
                  </a:lnTo>
                  <a:lnTo>
                    <a:pt x="5478342" y="4323000"/>
                  </a:lnTo>
                  <a:lnTo>
                    <a:pt x="5507377" y="4323323"/>
                  </a:lnTo>
                  <a:lnTo>
                    <a:pt x="5522228" y="4323474"/>
                  </a:lnTo>
                  <a:lnTo>
                    <a:pt x="5527078" y="4323519"/>
                  </a:lnTo>
                  <a:lnTo>
                    <a:pt x="5527445" y="4323523"/>
                  </a:lnTo>
                  <a:lnTo>
                    <a:pt x="6522385" y="4323523"/>
                  </a:lnTo>
                  <a:lnTo>
                    <a:pt x="6523393" y="4323450"/>
                  </a:lnTo>
                  <a:lnTo>
                    <a:pt x="6530054" y="4322930"/>
                  </a:lnTo>
                  <a:lnTo>
                    <a:pt x="6546989" y="4321495"/>
                  </a:lnTo>
                  <a:lnTo>
                    <a:pt x="6577622" y="4318666"/>
                  </a:lnTo>
                  <a:lnTo>
                    <a:pt x="6624000" y="4313984"/>
                  </a:lnTo>
                  <a:lnTo>
                    <a:pt x="6686651" y="4307046"/>
                  </a:lnTo>
                  <a:lnTo>
                    <a:pt x="6764595" y="4297542"/>
                  </a:lnTo>
                  <a:lnTo>
                    <a:pt x="6855558" y="4285269"/>
                  </a:lnTo>
                  <a:lnTo>
                    <a:pt x="6956371" y="4270136"/>
                  </a:lnTo>
                  <a:lnTo>
                    <a:pt x="7063457" y="4252133"/>
                  </a:lnTo>
                  <a:lnTo>
                    <a:pt x="7173286" y="4231307"/>
                  </a:lnTo>
                  <a:lnTo>
                    <a:pt x="7282744" y="4207714"/>
                  </a:lnTo>
                  <a:lnTo>
                    <a:pt x="7389333" y="4181389"/>
                  </a:lnTo>
                  <a:lnTo>
                    <a:pt x="7491250" y="4152315"/>
                  </a:lnTo>
                  <a:lnTo>
                    <a:pt x="7587354" y="4120405"/>
                  </a:lnTo>
                  <a:lnTo>
                    <a:pt x="7677069" y="4085495"/>
                  </a:lnTo>
                  <a:lnTo>
                    <a:pt x="7760272" y="4047334"/>
                  </a:lnTo>
                  <a:lnTo>
                    <a:pt x="7837164" y="4005593"/>
                  </a:lnTo>
                  <a:lnTo>
                    <a:pt x="7908180" y="3959865"/>
                  </a:lnTo>
                  <a:lnTo>
                    <a:pt x="7973894" y="3909684"/>
                  </a:lnTo>
                  <a:lnTo>
                    <a:pt x="8034963" y="3854535"/>
                  </a:lnTo>
                  <a:lnTo>
                    <a:pt x="8092075" y="3793897"/>
                  </a:lnTo>
                  <a:lnTo>
                    <a:pt x="8145916" y="3727290"/>
                  </a:lnTo>
                  <a:lnTo>
                    <a:pt x="8197130" y="3654359"/>
                  </a:lnTo>
                  <a:lnTo>
                    <a:pt x="8229629" y="3602935"/>
                  </a:lnTo>
                  <a:lnTo>
                    <a:pt x="8266983" y="3538799"/>
                  </a:lnTo>
                  <a:lnTo>
                    <a:pt x="8303521" y="3470761"/>
                  </a:lnTo>
                  <a:lnTo>
                    <a:pt x="8339426" y="3398741"/>
                  </a:lnTo>
                  <a:lnTo>
                    <a:pt x="8374854" y="3322703"/>
                  </a:lnTo>
                  <a:lnTo>
                    <a:pt x="8409934" y="3242657"/>
                  </a:lnTo>
                  <a:lnTo>
                    <a:pt x="8444772" y="3158661"/>
                  </a:lnTo>
                  <a:lnTo>
                    <a:pt x="8479455" y="3070829"/>
                  </a:lnTo>
                  <a:lnTo>
                    <a:pt x="8514050" y="2979330"/>
                  </a:lnTo>
                  <a:lnTo>
                    <a:pt x="8548611" y="2884390"/>
                  </a:lnTo>
                  <a:lnTo>
                    <a:pt x="8583173" y="2786291"/>
                  </a:lnTo>
                  <a:lnTo>
                    <a:pt x="8617763" y="2685372"/>
                  </a:lnTo>
                  <a:lnTo>
                    <a:pt x="8652393" y="2582020"/>
                  </a:lnTo>
                  <a:lnTo>
                    <a:pt x="8687066" y="2476671"/>
                  </a:lnTo>
                  <a:lnTo>
                    <a:pt x="8721779" y="2369799"/>
                  </a:lnTo>
                  <a:lnTo>
                    <a:pt x="8756522" y="2261908"/>
                  </a:lnTo>
                  <a:lnTo>
                    <a:pt x="8791279" y="2153522"/>
                  </a:lnTo>
                  <a:lnTo>
                    <a:pt x="8826035" y="2045177"/>
                  </a:lnTo>
                  <a:lnTo>
                    <a:pt x="8860773" y="1937408"/>
                  </a:lnTo>
                  <a:lnTo>
                    <a:pt x="8895481" y="1830735"/>
                  </a:lnTo>
                  <a:lnTo>
                    <a:pt x="8930148" y="1725660"/>
                  </a:lnTo>
                  <a:lnTo>
                    <a:pt x="8964771" y="1622651"/>
                  </a:lnTo>
                  <a:lnTo>
                    <a:pt x="8999356" y="1522136"/>
                  </a:lnTo>
                  <a:lnTo>
                    <a:pt x="9033916" y="1424497"/>
                  </a:lnTo>
                  <a:lnTo>
                    <a:pt x="9068479" y="1330062"/>
                  </a:lnTo>
                  <a:lnTo>
                    <a:pt x="9103084" y="1239108"/>
                  </a:lnTo>
                  <a:lnTo>
                    <a:pt x="9137785" y="1151849"/>
                  </a:lnTo>
                  <a:lnTo>
                    <a:pt x="9172654" y="1068448"/>
                  </a:lnTo>
                  <a:lnTo>
                    <a:pt x="9207779" y="989008"/>
                  </a:lnTo>
                  <a:lnTo>
                    <a:pt x="9243271" y="913581"/>
                  </a:lnTo>
                  <a:lnTo>
                    <a:pt x="9279262" y="842169"/>
                  </a:lnTo>
                  <a:lnTo>
                    <a:pt x="9315911" y="774730"/>
                  </a:lnTo>
                  <a:lnTo>
                    <a:pt x="9347647" y="720587"/>
                  </a:lnTo>
                  <a:lnTo>
                    <a:pt x="9397454" y="643422"/>
                  </a:lnTo>
                  <a:lnTo>
                    <a:pt x="9449500" y="572688"/>
                  </a:lnTo>
                  <a:lnTo>
                    <a:pt x="9504388" y="508176"/>
                  </a:lnTo>
                  <a:lnTo>
                    <a:pt x="9562780" y="449479"/>
                  </a:lnTo>
                  <a:lnTo>
                    <a:pt x="9625365" y="396093"/>
                  </a:lnTo>
                  <a:lnTo>
                    <a:pt x="9692826" y="347495"/>
                  </a:lnTo>
                  <a:lnTo>
                    <a:pt x="9765798" y="303185"/>
                  </a:lnTo>
                  <a:lnTo>
                    <a:pt x="9844816" y="262714"/>
                  </a:lnTo>
                  <a:lnTo>
                    <a:pt x="9930244" y="225701"/>
                  </a:lnTo>
                  <a:lnTo>
                    <a:pt x="10022185" y="191844"/>
                  </a:lnTo>
                  <a:lnTo>
                    <a:pt x="10120374" y="160921"/>
                  </a:lnTo>
                  <a:lnTo>
                    <a:pt x="10224054" y="132796"/>
                  </a:lnTo>
                  <a:lnTo>
                    <a:pt x="10331865" y="107407"/>
                  </a:lnTo>
                  <a:lnTo>
                    <a:pt x="10441765" y="84757"/>
                  </a:lnTo>
                  <a:lnTo>
                    <a:pt x="10551031" y="64893"/>
                  </a:lnTo>
                  <a:lnTo>
                    <a:pt x="10656374" y="47871"/>
                  </a:lnTo>
                  <a:lnTo>
                    <a:pt x="10754202" y="33724"/>
                  </a:lnTo>
                  <a:lnTo>
                    <a:pt x="10841021" y="22416"/>
                  </a:lnTo>
                  <a:lnTo>
                    <a:pt x="10913917" y="13821"/>
                  </a:lnTo>
                  <a:lnTo>
                    <a:pt x="10971024" y="7697"/>
                  </a:lnTo>
                  <a:lnTo>
                    <a:pt x="11011863" y="3699"/>
                  </a:lnTo>
                  <a:lnTo>
                    <a:pt x="11037493" y="1402"/>
                  </a:lnTo>
                  <a:lnTo>
                    <a:pt x="11050455" y="335"/>
                  </a:lnTo>
                  <a:lnTo>
                    <a:pt x="11054600" y="2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4" name="pl1513"/>
            <p:cNvSpPr/>
            <p:nvPr/>
          </p:nvSpPr>
          <p:spPr>
            <a:xfrm>
              <a:off x="1199187" y="1530100"/>
              <a:ext cx="12049831" cy="4323523"/>
            </a:xfrm>
            <a:custGeom>
              <a:avLst/>
              <a:pathLst>
                <a:path w="12049831" h="4323523">
                  <a:moveTo>
                    <a:pt x="12049831" y="0"/>
                  </a:moveTo>
                  <a:lnTo>
                    <a:pt x="11054891" y="0"/>
                  </a:lnTo>
                  <a:lnTo>
                    <a:pt x="11053884" y="72"/>
                  </a:lnTo>
                  <a:lnTo>
                    <a:pt x="11047222" y="592"/>
                  </a:lnTo>
                  <a:lnTo>
                    <a:pt x="11030287" y="2027"/>
                  </a:lnTo>
                  <a:lnTo>
                    <a:pt x="10999655" y="4856"/>
                  </a:lnTo>
                  <a:lnTo>
                    <a:pt x="10953277" y="9538"/>
                  </a:lnTo>
                  <a:lnTo>
                    <a:pt x="10890625" y="16476"/>
                  </a:lnTo>
                  <a:lnTo>
                    <a:pt x="10812682" y="25980"/>
                  </a:lnTo>
                  <a:lnTo>
                    <a:pt x="10721719" y="38253"/>
                  </a:lnTo>
                  <a:lnTo>
                    <a:pt x="10620905" y="53386"/>
                  </a:lnTo>
                  <a:lnTo>
                    <a:pt x="10513820" y="71389"/>
                  </a:lnTo>
                  <a:lnTo>
                    <a:pt x="10403990" y="92215"/>
                  </a:lnTo>
                  <a:lnTo>
                    <a:pt x="10294533" y="115808"/>
                  </a:lnTo>
                  <a:lnTo>
                    <a:pt x="10187944" y="142133"/>
                  </a:lnTo>
                  <a:lnTo>
                    <a:pt x="10086027" y="171207"/>
                  </a:lnTo>
                  <a:lnTo>
                    <a:pt x="9989923" y="203117"/>
                  </a:lnTo>
                  <a:lnTo>
                    <a:pt x="9900207" y="238028"/>
                  </a:lnTo>
                  <a:lnTo>
                    <a:pt x="9817005" y="276188"/>
                  </a:lnTo>
                  <a:lnTo>
                    <a:pt x="9740112" y="317930"/>
                  </a:lnTo>
                  <a:lnTo>
                    <a:pt x="9669097" y="363657"/>
                  </a:lnTo>
                  <a:lnTo>
                    <a:pt x="9603383" y="413838"/>
                  </a:lnTo>
                  <a:lnTo>
                    <a:pt x="9542314" y="468987"/>
                  </a:lnTo>
                  <a:lnTo>
                    <a:pt x="9485201" y="529625"/>
                  </a:lnTo>
                  <a:lnTo>
                    <a:pt x="9431361" y="596232"/>
                  </a:lnTo>
                  <a:lnTo>
                    <a:pt x="9380146" y="669163"/>
                  </a:lnTo>
                  <a:lnTo>
                    <a:pt x="9347647" y="720587"/>
                  </a:lnTo>
                  <a:lnTo>
                    <a:pt x="9310293" y="784723"/>
                  </a:lnTo>
                  <a:lnTo>
                    <a:pt x="9273756" y="852762"/>
                  </a:lnTo>
                  <a:lnTo>
                    <a:pt x="9237850" y="924781"/>
                  </a:lnTo>
                  <a:lnTo>
                    <a:pt x="9202422" y="1000819"/>
                  </a:lnTo>
                  <a:lnTo>
                    <a:pt x="9167342" y="1080866"/>
                  </a:lnTo>
                  <a:lnTo>
                    <a:pt x="9132504" y="1164861"/>
                  </a:lnTo>
                  <a:lnTo>
                    <a:pt x="9097822" y="1252693"/>
                  </a:lnTo>
                  <a:lnTo>
                    <a:pt x="9063226" y="1344192"/>
                  </a:lnTo>
                  <a:lnTo>
                    <a:pt x="9028666" y="1439132"/>
                  </a:lnTo>
                  <a:lnTo>
                    <a:pt x="8994103" y="1537231"/>
                  </a:lnTo>
                  <a:lnTo>
                    <a:pt x="8959514" y="1638151"/>
                  </a:lnTo>
                  <a:lnTo>
                    <a:pt x="8924884" y="1741502"/>
                  </a:lnTo>
                  <a:lnTo>
                    <a:pt x="8890210" y="1846851"/>
                  </a:lnTo>
                  <a:lnTo>
                    <a:pt x="8855497" y="1953723"/>
                  </a:lnTo>
                  <a:lnTo>
                    <a:pt x="8820755" y="2061614"/>
                  </a:lnTo>
                  <a:lnTo>
                    <a:pt x="8785998" y="2170000"/>
                  </a:lnTo>
                  <a:lnTo>
                    <a:pt x="8751242" y="2278345"/>
                  </a:lnTo>
                  <a:lnTo>
                    <a:pt x="8716503" y="2386114"/>
                  </a:lnTo>
                  <a:lnTo>
                    <a:pt x="8681796" y="2492787"/>
                  </a:lnTo>
                  <a:lnTo>
                    <a:pt x="8647129" y="2597862"/>
                  </a:lnTo>
                  <a:lnTo>
                    <a:pt x="8612505" y="2700871"/>
                  </a:lnTo>
                  <a:lnTo>
                    <a:pt x="8577921" y="2801386"/>
                  </a:lnTo>
                  <a:lnTo>
                    <a:pt x="8543360" y="2899025"/>
                  </a:lnTo>
                  <a:lnTo>
                    <a:pt x="8508797" y="2993460"/>
                  </a:lnTo>
                  <a:lnTo>
                    <a:pt x="8474193" y="3084415"/>
                  </a:lnTo>
                  <a:lnTo>
                    <a:pt x="8439491" y="3171673"/>
                  </a:lnTo>
                  <a:lnTo>
                    <a:pt x="8404623" y="3255074"/>
                  </a:lnTo>
                  <a:lnTo>
                    <a:pt x="8369497" y="3334514"/>
                  </a:lnTo>
                  <a:lnTo>
                    <a:pt x="8334006" y="3409941"/>
                  </a:lnTo>
                  <a:lnTo>
                    <a:pt x="8298015" y="3481353"/>
                  </a:lnTo>
                  <a:lnTo>
                    <a:pt x="8261366" y="3548792"/>
                  </a:lnTo>
                  <a:lnTo>
                    <a:pt x="8229629" y="3602935"/>
                  </a:lnTo>
                  <a:lnTo>
                    <a:pt x="8179822" y="3680100"/>
                  </a:lnTo>
                  <a:lnTo>
                    <a:pt x="8127776" y="3750834"/>
                  </a:lnTo>
                  <a:lnTo>
                    <a:pt x="8072889" y="3815346"/>
                  </a:lnTo>
                  <a:lnTo>
                    <a:pt x="8014497" y="3874043"/>
                  </a:lnTo>
                  <a:lnTo>
                    <a:pt x="7951912" y="3927429"/>
                  </a:lnTo>
                  <a:lnTo>
                    <a:pt x="7884450" y="3976027"/>
                  </a:lnTo>
                  <a:lnTo>
                    <a:pt x="7811478" y="4020337"/>
                  </a:lnTo>
                  <a:lnTo>
                    <a:pt x="7732460" y="4060808"/>
                  </a:lnTo>
                  <a:lnTo>
                    <a:pt x="7647033" y="4097821"/>
                  </a:lnTo>
                  <a:lnTo>
                    <a:pt x="7555092" y="4131678"/>
                  </a:lnTo>
                  <a:lnTo>
                    <a:pt x="7456903" y="4162601"/>
                  </a:lnTo>
                  <a:lnTo>
                    <a:pt x="7353223" y="4190726"/>
                  </a:lnTo>
                  <a:lnTo>
                    <a:pt x="7245412" y="4216115"/>
                  </a:lnTo>
                  <a:lnTo>
                    <a:pt x="7135511" y="4238765"/>
                  </a:lnTo>
                  <a:lnTo>
                    <a:pt x="7026245" y="4258629"/>
                  </a:lnTo>
                  <a:lnTo>
                    <a:pt x="6920902" y="4275651"/>
                  </a:lnTo>
                  <a:lnTo>
                    <a:pt x="6823074" y="4289799"/>
                  </a:lnTo>
                  <a:lnTo>
                    <a:pt x="6736256" y="4301106"/>
                  </a:lnTo>
                  <a:lnTo>
                    <a:pt x="6663359" y="4309701"/>
                  </a:lnTo>
                  <a:lnTo>
                    <a:pt x="6606253" y="4315825"/>
                  </a:lnTo>
                  <a:lnTo>
                    <a:pt x="6565413" y="4319823"/>
                  </a:lnTo>
                  <a:lnTo>
                    <a:pt x="6539783" y="4322121"/>
                  </a:lnTo>
                  <a:lnTo>
                    <a:pt x="6526821" y="4323187"/>
                  </a:lnTo>
                  <a:lnTo>
                    <a:pt x="6522676" y="4323502"/>
                  </a:lnTo>
                  <a:lnTo>
                    <a:pt x="6522385" y="4323523"/>
                  </a:lnTo>
                  <a:lnTo>
                    <a:pt x="5527445" y="4323523"/>
                  </a:lnTo>
                  <a:lnTo>
                    <a:pt x="5526311" y="4323513"/>
                  </a:lnTo>
                  <a:lnTo>
                    <a:pt x="5518826" y="4323441"/>
                  </a:lnTo>
                  <a:lnTo>
                    <a:pt x="5499857" y="4323242"/>
                  </a:lnTo>
                  <a:lnTo>
                    <a:pt x="5465692" y="4322851"/>
                  </a:lnTo>
                  <a:lnTo>
                    <a:pt x="5414261" y="4322204"/>
                  </a:lnTo>
                  <a:lnTo>
                    <a:pt x="5345292" y="4321249"/>
                  </a:lnTo>
                  <a:lnTo>
                    <a:pt x="5260247" y="4319945"/>
                  </a:lnTo>
                  <a:lnTo>
                    <a:pt x="5162007" y="4318269"/>
                  </a:lnTo>
                  <a:lnTo>
                    <a:pt x="5054345" y="4316211"/>
                  </a:lnTo>
                  <a:lnTo>
                    <a:pt x="4941329" y="4313775"/>
                  </a:lnTo>
                  <a:lnTo>
                    <a:pt x="4826795" y="4310968"/>
                  </a:lnTo>
                  <a:lnTo>
                    <a:pt x="4713975" y="4307795"/>
                  </a:lnTo>
                  <a:lnTo>
                    <a:pt x="4605318" y="4304261"/>
                  </a:lnTo>
                  <a:lnTo>
                    <a:pt x="4502466" y="4300356"/>
                  </a:lnTo>
                  <a:lnTo>
                    <a:pt x="4406338" y="4296064"/>
                  </a:lnTo>
                  <a:lnTo>
                    <a:pt x="4317264" y="4291354"/>
                  </a:lnTo>
                  <a:lnTo>
                    <a:pt x="4235137" y="4286185"/>
                  </a:lnTo>
                  <a:lnTo>
                    <a:pt x="4159540" y="4280504"/>
                  </a:lnTo>
                  <a:lnTo>
                    <a:pt x="4089861" y="4274249"/>
                  </a:lnTo>
                  <a:lnTo>
                    <a:pt x="4025377" y="4267350"/>
                  </a:lnTo>
                  <a:lnTo>
                    <a:pt x="3965315" y="4259735"/>
                  </a:lnTo>
                  <a:lnTo>
                    <a:pt x="3908899" y="4251335"/>
                  </a:lnTo>
                  <a:lnTo>
                    <a:pt x="3855394" y="4242100"/>
                  </a:lnTo>
                  <a:lnTo>
                    <a:pt x="3820202" y="4235305"/>
                  </a:lnTo>
                  <a:lnTo>
                    <a:pt x="3759969" y="4222314"/>
                  </a:lnTo>
                  <a:lnTo>
                    <a:pt x="3701587" y="4208046"/>
                  </a:lnTo>
                  <a:lnTo>
                    <a:pt x="3644383" y="4192483"/>
                  </a:lnTo>
                  <a:lnTo>
                    <a:pt x="3587857" y="4175644"/>
                  </a:lnTo>
                  <a:lnTo>
                    <a:pt x="3531652" y="4157594"/>
                  </a:lnTo>
                  <a:lnTo>
                    <a:pt x="3475531" y="4138446"/>
                  </a:lnTo>
                  <a:lnTo>
                    <a:pt x="3419356" y="4118359"/>
                  </a:lnTo>
                  <a:lnTo>
                    <a:pt x="3363073" y="4097539"/>
                  </a:lnTo>
                  <a:lnTo>
                    <a:pt x="3306688" y="4076227"/>
                  </a:lnTo>
                  <a:lnTo>
                    <a:pt x="3250249" y="4054691"/>
                  </a:lnTo>
                  <a:lnTo>
                    <a:pt x="3193824" y="4033208"/>
                  </a:lnTo>
                  <a:lnTo>
                    <a:pt x="3137474" y="4012057"/>
                  </a:lnTo>
                  <a:lnTo>
                    <a:pt x="3081235" y="3991494"/>
                  </a:lnTo>
                  <a:lnTo>
                    <a:pt x="3025092" y="3971749"/>
                  </a:lnTo>
                  <a:lnTo>
                    <a:pt x="2968960" y="3953010"/>
                  </a:lnTo>
                  <a:lnTo>
                    <a:pt x="2912664" y="3935419"/>
                  </a:lnTo>
                  <a:lnTo>
                    <a:pt x="2855925" y="3919070"/>
                  </a:lnTo>
                  <a:lnTo>
                    <a:pt x="2798332" y="3904009"/>
                  </a:lnTo>
                  <a:lnTo>
                    <a:pt x="2739324" y="3890241"/>
                  </a:lnTo>
                  <a:lnTo>
                    <a:pt x="2702183" y="3882436"/>
                  </a:lnTo>
                  <a:lnTo>
                    <a:pt x="2650283" y="3872617"/>
                  </a:lnTo>
                  <a:lnTo>
                    <a:pt x="2595930" y="3863651"/>
                  </a:lnTo>
                  <a:lnTo>
                    <a:pt x="2538439" y="3855507"/>
                  </a:lnTo>
                  <a:lnTo>
                    <a:pt x="2477058" y="3848127"/>
                  </a:lnTo>
                  <a:lnTo>
                    <a:pt x="2411008" y="3841440"/>
                  </a:lnTo>
                  <a:lnTo>
                    <a:pt x="2339526" y="3835375"/>
                  </a:lnTo>
                  <a:lnTo>
                    <a:pt x="2261915" y="3829863"/>
                  </a:lnTo>
                  <a:lnTo>
                    <a:pt x="2177616" y="3824845"/>
                  </a:lnTo>
                  <a:lnTo>
                    <a:pt x="2086297" y="3820272"/>
                  </a:lnTo>
                  <a:lnTo>
                    <a:pt x="1987974" y="3816105"/>
                  </a:lnTo>
                  <a:lnTo>
                    <a:pt x="1883148" y="3812319"/>
                  </a:lnTo>
                  <a:lnTo>
                    <a:pt x="1772955" y="3808900"/>
                  </a:lnTo>
                  <a:lnTo>
                    <a:pt x="1659286" y="3805843"/>
                  </a:lnTo>
                  <a:lnTo>
                    <a:pt x="1544850" y="3803152"/>
                  </a:lnTo>
                  <a:lnTo>
                    <a:pt x="1433098" y="3800836"/>
                  </a:lnTo>
                  <a:lnTo>
                    <a:pt x="1327988" y="3798900"/>
                  </a:lnTo>
                  <a:lnTo>
                    <a:pt x="1233557" y="3797343"/>
                  </a:lnTo>
                  <a:lnTo>
                    <a:pt x="1153361" y="3796153"/>
                  </a:lnTo>
                  <a:lnTo>
                    <a:pt x="1089877" y="3795301"/>
                  </a:lnTo>
                  <a:lnTo>
                    <a:pt x="1044043" y="3794741"/>
                  </a:lnTo>
                  <a:lnTo>
                    <a:pt x="1015008" y="3794418"/>
                  </a:lnTo>
                  <a:lnTo>
                    <a:pt x="1000157" y="3794267"/>
                  </a:lnTo>
                  <a:lnTo>
                    <a:pt x="995307" y="3794222"/>
                  </a:lnTo>
                  <a:lnTo>
                    <a:pt x="994940" y="3794219"/>
                  </a:lnTo>
                  <a:lnTo>
                    <a:pt x="0" y="3794219"/>
                  </a:lnTo>
                  <a:lnTo>
                    <a:pt x="0" y="37942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5" name="pg1514"/>
            <p:cNvSpPr/>
            <p:nvPr/>
          </p:nvSpPr>
          <p:spPr>
            <a:xfrm>
              <a:off x="1199187" y="2924109"/>
              <a:ext cx="12049831" cy="2358285"/>
            </a:xfrm>
            <a:custGeom>
              <a:avLst/>
              <a:pathLst>
                <a:path w="12049831" h="2358285">
                  <a:moveTo>
                    <a:pt x="0" y="2358285"/>
                  </a:moveTo>
                  <a:lnTo>
                    <a:pt x="994940" y="2358285"/>
                  </a:lnTo>
                  <a:lnTo>
                    <a:pt x="996073" y="2358273"/>
                  </a:lnTo>
                  <a:lnTo>
                    <a:pt x="1003553" y="2358189"/>
                  </a:lnTo>
                  <a:lnTo>
                    <a:pt x="1022509" y="2357957"/>
                  </a:lnTo>
                  <a:lnTo>
                    <a:pt x="1056652" y="2357501"/>
                  </a:lnTo>
                  <a:lnTo>
                    <a:pt x="1108050" y="2356746"/>
                  </a:lnTo>
                  <a:lnTo>
                    <a:pt x="1176981" y="2355630"/>
                  </a:lnTo>
                  <a:lnTo>
                    <a:pt x="1261982" y="2354108"/>
                  </a:lnTo>
                  <a:lnTo>
                    <a:pt x="1360177" y="2352151"/>
                  </a:lnTo>
                  <a:lnTo>
                    <a:pt x="1467798" y="2349749"/>
                  </a:lnTo>
                  <a:lnTo>
                    <a:pt x="1580778" y="2346904"/>
                  </a:lnTo>
                  <a:lnTo>
                    <a:pt x="1695285" y="2343626"/>
                  </a:lnTo>
                  <a:lnTo>
                    <a:pt x="1808086" y="2339922"/>
                  </a:lnTo>
                  <a:lnTo>
                    <a:pt x="1916732" y="2335794"/>
                  </a:lnTo>
                  <a:lnTo>
                    <a:pt x="2019580" y="2331235"/>
                  </a:lnTo>
                  <a:lnTo>
                    <a:pt x="2115710" y="2326223"/>
                  </a:lnTo>
                  <a:lnTo>
                    <a:pt x="2204788" y="2320724"/>
                  </a:lnTo>
                  <a:lnTo>
                    <a:pt x="2286923" y="2314689"/>
                  </a:lnTo>
                  <a:lnTo>
                    <a:pt x="2362528" y="2308056"/>
                  </a:lnTo>
                  <a:lnTo>
                    <a:pt x="2432215" y="2300753"/>
                  </a:lnTo>
                  <a:lnTo>
                    <a:pt x="2496706" y="2292699"/>
                  </a:lnTo>
                  <a:lnTo>
                    <a:pt x="2556774" y="2283808"/>
                  </a:lnTo>
                  <a:lnTo>
                    <a:pt x="2613193" y="2274002"/>
                  </a:lnTo>
                  <a:lnTo>
                    <a:pt x="2666699" y="2263221"/>
                  </a:lnTo>
                  <a:lnTo>
                    <a:pt x="2702183" y="2255219"/>
                  </a:lnTo>
                  <a:lnTo>
                    <a:pt x="2761937" y="2240169"/>
                  </a:lnTo>
                  <a:lnTo>
                    <a:pt x="2819863" y="2223654"/>
                  </a:lnTo>
                  <a:lnTo>
                    <a:pt x="2876622" y="2205649"/>
                  </a:lnTo>
                  <a:lnTo>
                    <a:pt x="2932704" y="2186176"/>
                  </a:lnTo>
                  <a:lnTo>
                    <a:pt x="2988460" y="2165308"/>
                  </a:lnTo>
                  <a:lnTo>
                    <a:pt x="3044127" y="2143170"/>
                  </a:lnTo>
                  <a:lnTo>
                    <a:pt x="3099841" y="2119944"/>
                  </a:lnTo>
                  <a:lnTo>
                    <a:pt x="3155662" y="2095861"/>
                  </a:lnTo>
                  <a:lnTo>
                    <a:pt x="3211585" y="2071193"/>
                  </a:lnTo>
                  <a:lnTo>
                    <a:pt x="3267565" y="2046244"/>
                  </a:lnTo>
                  <a:lnTo>
                    <a:pt x="3323537" y="2021331"/>
                  </a:lnTo>
                  <a:lnTo>
                    <a:pt x="3379439" y="1996770"/>
                  </a:lnTo>
                  <a:lnTo>
                    <a:pt x="3435234" y="1972859"/>
                  </a:lnTo>
                  <a:lnTo>
                    <a:pt x="3490930" y="1949862"/>
                  </a:lnTo>
                  <a:lnTo>
                    <a:pt x="3546602" y="1928000"/>
                  </a:lnTo>
                  <a:lnTo>
                    <a:pt x="3602408" y="1907440"/>
                  </a:lnTo>
                  <a:lnTo>
                    <a:pt x="3658608" y="1888297"/>
                  </a:lnTo>
                  <a:lnTo>
                    <a:pt x="3715584" y="1870631"/>
                  </a:lnTo>
                  <a:lnTo>
                    <a:pt x="3773861" y="1854453"/>
                  </a:lnTo>
                  <a:lnTo>
                    <a:pt x="3820202" y="1842956"/>
                  </a:lnTo>
                  <a:lnTo>
                    <a:pt x="3872089" y="1831487"/>
                  </a:lnTo>
                  <a:lnTo>
                    <a:pt x="3926428" y="1821014"/>
                  </a:lnTo>
                  <a:lnTo>
                    <a:pt x="3983903" y="1811501"/>
                  </a:lnTo>
                  <a:lnTo>
                    <a:pt x="4045265" y="1802880"/>
                  </a:lnTo>
                  <a:lnTo>
                    <a:pt x="4111294" y="1795069"/>
                  </a:lnTo>
                  <a:lnTo>
                    <a:pt x="4182751" y="1787983"/>
                  </a:lnTo>
                  <a:lnTo>
                    <a:pt x="4260333" y="1781544"/>
                  </a:lnTo>
                  <a:lnTo>
                    <a:pt x="4344599" y="1775682"/>
                  </a:lnTo>
                  <a:lnTo>
                    <a:pt x="4435881" y="1770340"/>
                  </a:lnTo>
                  <a:lnTo>
                    <a:pt x="4534165" y="1765472"/>
                  </a:lnTo>
                  <a:lnTo>
                    <a:pt x="4638949" y="1761049"/>
                  </a:lnTo>
                  <a:lnTo>
                    <a:pt x="4749103" y="1757053"/>
                  </a:lnTo>
                  <a:lnTo>
                    <a:pt x="4862737" y="1753481"/>
                  </a:lnTo>
                  <a:lnTo>
                    <a:pt x="4977149" y="1750337"/>
                  </a:lnTo>
                  <a:lnTo>
                    <a:pt x="5088890" y="1747630"/>
                  </a:lnTo>
                  <a:lnTo>
                    <a:pt x="5194007" y="1745367"/>
                  </a:lnTo>
                  <a:lnTo>
                    <a:pt x="5288465" y="1743547"/>
                  </a:lnTo>
                  <a:lnTo>
                    <a:pt x="5368709" y="1742155"/>
                  </a:lnTo>
                  <a:lnTo>
                    <a:pt x="5432255" y="1741158"/>
                  </a:lnTo>
                  <a:lnTo>
                    <a:pt x="5478161" y="1740503"/>
                  </a:lnTo>
                  <a:lnTo>
                    <a:pt x="5507268" y="1740125"/>
                  </a:lnTo>
                  <a:lnTo>
                    <a:pt x="5522180" y="1739947"/>
                  </a:lnTo>
                  <a:lnTo>
                    <a:pt x="5527070" y="1739894"/>
                  </a:lnTo>
                  <a:lnTo>
                    <a:pt x="5527445" y="1739890"/>
                  </a:lnTo>
                  <a:lnTo>
                    <a:pt x="6522385" y="1739890"/>
                  </a:lnTo>
                  <a:lnTo>
                    <a:pt x="6523498" y="1739858"/>
                  </a:lnTo>
                  <a:lnTo>
                    <a:pt x="6530846" y="1739627"/>
                  </a:lnTo>
                  <a:lnTo>
                    <a:pt x="6549478" y="1738988"/>
                  </a:lnTo>
                  <a:lnTo>
                    <a:pt x="6583057" y="1737731"/>
                  </a:lnTo>
                  <a:lnTo>
                    <a:pt x="6633654" y="1735651"/>
                  </a:lnTo>
                  <a:lnTo>
                    <a:pt x="6701588" y="1732578"/>
                  </a:lnTo>
                  <a:lnTo>
                    <a:pt x="6785478" y="1728381"/>
                  </a:lnTo>
                  <a:lnTo>
                    <a:pt x="6882546" y="1722982"/>
                  </a:lnTo>
                  <a:lnTo>
                    <a:pt x="6989119" y="1716351"/>
                  </a:lnTo>
                  <a:lnTo>
                    <a:pt x="7101206" y="1708492"/>
                  </a:lnTo>
                  <a:lnTo>
                    <a:pt x="7215019" y="1699429"/>
                  </a:lnTo>
                  <a:lnTo>
                    <a:pt x="7327338" y="1689187"/>
                  </a:lnTo>
                  <a:lnTo>
                    <a:pt x="7435702" y="1677770"/>
                  </a:lnTo>
                  <a:lnTo>
                    <a:pt x="7538440" y="1665161"/>
                  </a:lnTo>
                  <a:lnTo>
                    <a:pt x="7634595" y="1651304"/>
                  </a:lnTo>
                  <a:lnTo>
                    <a:pt x="7723795" y="1636108"/>
                  </a:lnTo>
                  <a:lnTo>
                    <a:pt x="7806110" y="1619442"/>
                  </a:lnTo>
                  <a:lnTo>
                    <a:pt x="7881922" y="1601139"/>
                  </a:lnTo>
                  <a:lnTo>
                    <a:pt x="7951813" y="1581003"/>
                  </a:lnTo>
                  <a:lnTo>
                    <a:pt x="8016486" y="1558812"/>
                  </a:lnTo>
                  <a:lnTo>
                    <a:pt x="8076695" y="1534332"/>
                  </a:lnTo>
                  <a:lnTo>
                    <a:pt x="8133203" y="1507343"/>
                  </a:lnTo>
                  <a:lnTo>
                    <a:pt x="8186740" y="1477668"/>
                  </a:lnTo>
                  <a:lnTo>
                    <a:pt x="8229629" y="1450782"/>
                  </a:lnTo>
                  <a:lnTo>
                    <a:pt x="8281186" y="1414690"/>
                  </a:lnTo>
                  <a:lnTo>
                    <a:pt x="8331313" y="1375564"/>
                  </a:lnTo>
                  <a:lnTo>
                    <a:pt x="8380456" y="1333346"/>
                  </a:lnTo>
                  <a:lnTo>
                    <a:pt x="8428962" y="1288045"/>
                  </a:lnTo>
                  <a:lnTo>
                    <a:pt x="8477094" y="1239744"/>
                  </a:lnTo>
                  <a:lnTo>
                    <a:pt x="8525049" y="1188607"/>
                  </a:lnTo>
                  <a:lnTo>
                    <a:pt x="8572961" y="1134886"/>
                  </a:lnTo>
                  <a:lnTo>
                    <a:pt x="8620911" y="1078910"/>
                  </a:lnTo>
                  <a:lnTo>
                    <a:pt x="8668938" y="1021092"/>
                  </a:lnTo>
                  <a:lnTo>
                    <a:pt x="8717046" y="961906"/>
                  </a:lnTo>
                  <a:lnTo>
                    <a:pt x="8765212" y="901881"/>
                  </a:lnTo>
                  <a:lnTo>
                    <a:pt x="8813399" y="841579"/>
                  </a:lnTo>
                  <a:lnTo>
                    <a:pt x="8861565" y="781570"/>
                  </a:lnTo>
                  <a:lnTo>
                    <a:pt x="8909670" y="722416"/>
                  </a:lnTo>
                  <a:lnTo>
                    <a:pt x="8957695" y="664642"/>
                  </a:lnTo>
                  <a:lnTo>
                    <a:pt x="9005643" y="608724"/>
                  </a:lnTo>
                  <a:lnTo>
                    <a:pt x="9053555" y="555070"/>
                  </a:lnTo>
                  <a:lnTo>
                    <a:pt x="9101513" y="504009"/>
                  </a:lnTo>
                  <a:lnTo>
                    <a:pt x="9149653" y="455789"/>
                  </a:lnTo>
                  <a:lnTo>
                    <a:pt x="9198172" y="410572"/>
                  </a:lnTo>
                  <a:lnTo>
                    <a:pt x="9247337" y="368440"/>
                  </a:lnTo>
                  <a:lnTo>
                    <a:pt x="9297497" y="329400"/>
                  </a:lnTo>
                  <a:lnTo>
                    <a:pt x="9347647" y="294348"/>
                  </a:lnTo>
                  <a:lnTo>
                    <a:pt x="9399209" y="262367"/>
                  </a:lnTo>
                  <a:lnTo>
                    <a:pt x="9453189" y="233145"/>
                  </a:lnTo>
                  <a:lnTo>
                    <a:pt x="9510257" y="206584"/>
                  </a:lnTo>
                  <a:lnTo>
                    <a:pt x="9571151" y="182499"/>
                  </a:lnTo>
                  <a:lnTo>
                    <a:pt x="9636635" y="160663"/>
                  </a:lnTo>
                  <a:lnTo>
                    <a:pt x="9707459" y="140845"/>
                  </a:lnTo>
                  <a:lnTo>
                    <a:pt x="9784310" y="122826"/>
                  </a:lnTo>
                  <a:lnTo>
                    <a:pt x="9867743" y="106413"/>
                  </a:lnTo>
                  <a:lnTo>
                    <a:pt x="9958098" y="91446"/>
                  </a:lnTo>
                  <a:lnTo>
                    <a:pt x="10055380" y="77801"/>
                  </a:lnTo>
                  <a:lnTo>
                    <a:pt x="10159132" y="65391"/>
                  </a:lnTo>
                  <a:lnTo>
                    <a:pt x="10268286" y="54170"/>
                  </a:lnTo>
                  <a:lnTo>
                    <a:pt x="10381043" y="44121"/>
                  </a:lnTo>
                  <a:lnTo>
                    <a:pt x="10494811" y="35256"/>
                  </a:lnTo>
                  <a:lnTo>
                    <a:pt x="10606259" y="27598"/>
                  </a:lnTo>
                  <a:lnTo>
                    <a:pt x="10711535" y="21171"/>
                  </a:lnTo>
                  <a:lnTo>
                    <a:pt x="10806661" y="15974"/>
                  </a:lnTo>
                  <a:lnTo>
                    <a:pt x="10888074" y="11970"/>
                  </a:lnTo>
                  <a:lnTo>
                    <a:pt x="10953194" y="9071"/>
                  </a:lnTo>
                  <a:lnTo>
                    <a:pt x="11000909" y="7140"/>
                  </a:lnTo>
                  <a:lnTo>
                    <a:pt x="11031830" y="5999"/>
                  </a:lnTo>
                  <a:lnTo>
                    <a:pt x="11048304" y="5443"/>
                  </a:lnTo>
                  <a:lnTo>
                    <a:pt x="11054238" y="525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8" y="32"/>
                  </a:lnTo>
                  <a:lnTo>
                    <a:pt x="11046430" y="263"/>
                  </a:lnTo>
                  <a:lnTo>
                    <a:pt x="11027799" y="901"/>
                  </a:lnTo>
                  <a:lnTo>
                    <a:pt x="10994219" y="2159"/>
                  </a:lnTo>
                  <a:lnTo>
                    <a:pt x="10943622" y="4238"/>
                  </a:lnTo>
                  <a:lnTo>
                    <a:pt x="10875688" y="7312"/>
                  </a:lnTo>
                  <a:lnTo>
                    <a:pt x="10791798" y="11509"/>
                  </a:lnTo>
                  <a:lnTo>
                    <a:pt x="10694730" y="16908"/>
                  </a:lnTo>
                  <a:lnTo>
                    <a:pt x="10588157" y="23539"/>
                  </a:lnTo>
                  <a:lnTo>
                    <a:pt x="10476070" y="31398"/>
                  </a:lnTo>
                  <a:lnTo>
                    <a:pt x="10362258" y="40460"/>
                  </a:lnTo>
                  <a:lnTo>
                    <a:pt x="10249939" y="50703"/>
                  </a:lnTo>
                  <a:lnTo>
                    <a:pt x="10141574" y="62119"/>
                  </a:lnTo>
                  <a:lnTo>
                    <a:pt x="10038836" y="74728"/>
                  </a:lnTo>
                  <a:lnTo>
                    <a:pt x="9942681" y="88585"/>
                  </a:lnTo>
                  <a:lnTo>
                    <a:pt x="9853482" y="103782"/>
                  </a:lnTo>
                  <a:lnTo>
                    <a:pt x="9771167" y="120448"/>
                  </a:lnTo>
                  <a:lnTo>
                    <a:pt x="9695355" y="138750"/>
                  </a:lnTo>
                  <a:lnTo>
                    <a:pt x="9625463" y="158886"/>
                  </a:lnTo>
                  <a:lnTo>
                    <a:pt x="9560790" y="181078"/>
                  </a:lnTo>
                  <a:lnTo>
                    <a:pt x="9500581" y="205557"/>
                  </a:lnTo>
                  <a:lnTo>
                    <a:pt x="9444073" y="232547"/>
                  </a:lnTo>
                  <a:lnTo>
                    <a:pt x="9390537" y="262222"/>
                  </a:lnTo>
                  <a:lnTo>
                    <a:pt x="9347647" y="289108"/>
                  </a:lnTo>
                  <a:lnTo>
                    <a:pt x="9296090" y="325199"/>
                  </a:lnTo>
                  <a:lnTo>
                    <a:pt x="9245963" y="364325"/>
                  </a:lnTo>
                  <a:lnTo>
                    <a:pt x="9196820" y="406543"/>
                  </a:lnTo>
                  <a:lnTo>
                    <a:pt x="9148315" y="451845"/>
                  </a:lnTo>
                  <a:lnTo>
                    <a:pt x="9100182" y="500146"/>
                  </a:lnTo>
                  <a:lnTo>
                    <a:pt x="9052227" y="551282"/>
                  </a:lnTo>
                  <a:lnTo>
                    <a:pt x="9004316" y="605004"/>
                  </a:lnTo>
                  <a:lnTo>
                    <a:pt x="8956366" y="660979"/>
                  </a:lnTo>
                  <a:lnTo>
                    <a:pt x="8908339" y="718798"/>
                  </a:lnTo>
                  <a:lnTo>
                    <a:pt x="8860231" y="777984"/>
                  </a:lnTo>
                  <a:lnTo>
                    <a:pt x="8812064" y="838008"/>
                  </a:lnTo>
                  <a:lnTo>
                    <a:pt x="8763877" y="898310"/>
                  </a:lnTo>
                  <a:lnTo>
                    <a:pt x="8715712" y="958319"/>
                  </a:lnTo>
                  <a:lnTo>
                    <a:pt x="8667606" y="1017474"/>
                  </a:lnTo>
                  <a:lnTo>
                    <a:pt x="8619581" y="1075248"/>
                  </a:lnTo>
                  <a:lnTo>
                    <a:pt x="8571633" y="1131166"/>
                  </a:lnTo>
                  <a:lnTo>
                    <a:pt x="8523722" y="1184820"/>
                  </a:lnTo>
                  <a:lnTo>
                    <a:pt x="8475764" y="1235881"/>
                  </a:lnTo>
                  <a:lnTo>
                    <a:pt x="8427624" y="1284101"/>
                  </a:lnTo>
                  <a:lnTo>
                    <a:pt x="8379104" y="1329317"/>
                  </a:lnTo>
                  <a:lnTo>
                    <a:pt x="8329940" y="1371449"/>
                  </a:lnTo>
                  <a:lnTo>
                    <a:pt x="8279779" y="1410490"/>
                  </a:lnTo>
                  <a:lnTo>
                    <a:pt x="8229629" y="1445541"/>
                  </a:lnTo>
                  <a:lnTo>
                    <a:pt x="8178067" y="1477522"/>
                  </a:lnTo>
                  <a:lnTo>
                    <a:pt x="8124088" y="1506744"/>
                  </a:lnTo>
                  <a:lnTo>
                    <a:pt x="8067019" y="1533305"/>
                  </a:lnTo>
                  <a:lnTo>
                    <a:pt x="8006125" y="1557391"/>
                  </a:lnTo>
                  <a:lnTo>
                    <a:pt x="7940641" y="1579227"/>
                  </a:lnTo>
                  <a:lnTo>
                    <a:pt x="7869817" y="1599045"/>
                  </a:lnTo>
                  <a:lnTo>
                    <a:pt x="7792967" y="1617064"/>
                  </a:lnTo>
                  <a:lnTo>
                    <a:pt x="7709533" y="1633476"/>
                  </a:lnTo>
                  <a:lnTo>
                    <a:pt x="7619179" y="1648444"/>
                  </a:lnTo>
                  <a:lnTo>
                    <a:pt x="7521896" y="1662089"/>
                  </a:lnTo>
                  <a:lnTo>
                    <a:pt x="7418144" y="1674498"/>
                  </a:lnTo>
                  <a:lnTo>
                    <a:pt x="7308990" y="1685720"/>
                  </a:lnTo>
                  <a:lnTo>
                    <a:pt x="7196233" y="1695769"/>
                  </a:lnTo>
                  <a:lnTo>
                    <a:pt x="7082465" y="1704634"/>
                  </a:lnTo>
                  <a:lnTo>
                    <a:pt x="6971017" y="1712291"/>
                  </a:lnTo>
                  <a:lnTo>
                    <a:pt x="6865742" y="1718718"/>
                  </a:lnTo>
                  <a:lnTo>
                    <a:pt x="6770615" y="1723915"/>
                  </a:lnTo>
                  <a:lnTo>
                    <a:pt x="6689203" y="1727920"/>
                  </a:lnTo>
                  <a:lnTo>
                    <a:pt x="6624082" y="1730819"/>
                  </a:lnTo>
                  <a:lnTo>
                    <a:pt x="6576368" y="1732749"/>
                  </a:lnTo>
                  <a:lnTo>
                    <a:pt x="6545447" y="1733890"/>
                  </a:lnTo>
                  <a:lnTo>
                    <a:pt x="6528973" y="1734447"/>
                  </a:lnTo>
                  <a:lnTo>
                    <a:pt x="6523038" y="1734631"/>
                  </a:lnTo>
                  <a:lnTo>
                    <a:pt x="6522385" y="1734649"/>
                  </a:lnTo>
                  <a:lnTo>
                    <a:pt x="5527445" y="1734649"/>
                  </a:lnTo>
                  <a:lnTo>
                    <a:pt x="5526312" y="1734661"/>
                  </a:lnTo>
                  <a:lnTo>
                    <a:pt x="5518832" y="1734745"/>
                  </a:lnTo>
                  <a:lnTo>
                    <a:pt x="5499876" y="1734977"/>
                  </a:lnTo>
                  <a:lnTo>
                    <a:pt x="5465733" y="1735434"/>
                  </a:lnTo>
                  <a:lnTo>
                    <a:pt x="5414335" y="1736189"/>
                  </a:lnTo>
                  <a:lnTo>
                    <a:pt x="5345404" y="1737304"/>
                  </a:lnTo>
                  <a:lnTo>
                    <a:pt x="5260403" y="1738827"/>
                  </a:lnTo>
                  <a:lnTo>
                    <a:pt x="5162208" y="1740784"/>
                  </a:lnTo>
                  <a:lnTo>
                    <a:pt x="5054587" y="1743185"/>
                  </a:lnTo>
                  <a:lnTo>
                    <a:pt x="4941607" y="1746030"/>
                  </a:lnTo>
                  <a:lnTo>
                    <a:pt x="4827100" y="1749308"/>
                  </a:lnTo>
                  <a:lnTo>
                    <a:pt x="4714299" y="1753012"/>
                  </a:lnTo>
                  <a:lnTo>
                    <a:pt x="4605653" y="1757140"/>
                  </a:lnTo>
                  <a:lnTo>
                    <a:pt x="4502805" y="1761699"/>
                  </a:lnTo>
                  <a:lnTo>
                    <a:pt x="4406675" y="1766711"/>
                  </a:lnTo>
                  <a:lnTo>
                    <a:pt x="4317597" y="1772210"/>
                  </a:lnTo>
                  <a:lnTo>
                    <a:pt x="4235462" y="1778245"/>
                  </a:lnTo>
                  <a:lnTo>
                    <a:pt x="4159857" y="1784878"/>
                  </a:lnTo>
                  <a:lnTo>
                    <a:pt x="4090170" y="1792181"/>
                  </a:lnTo>
                  <a:lnTo>
                    <a:pt x="4025679" y="1800235"/>
                  </a:lnTo>
                  <a:lnTo>
                    <a:pt x="3965611" y="1809126"/>
                  </a:lnTo>
                  <a:lnTo>
                    <a:pt x="3909192" y="1818932"/>
                  </a:lnTo>
                  <a:lnTo>
                    <a:pt x="3855686" y="1829713"/>
                  </a:lnTo>
                  <a:lnTo>
                    <a:pt x="3820202" y="1837715"/>
                  </a:lnTo>
                  <a:lnTo>
                    <a:pt x="3760448" y="1852765"/>
                  </a:lnTo>
                  <a:lnTo>
                    <a:pt x="3702522" y="1869280"/>
                  </a:lnTo>
                  <a:lnTo>
                    <a:pt x="3645763" y="1887285"/>
                  </a:lnTo>
                  <a:lnTo>
                    <a:pt x="3589681" y="1906758"/>
                  </a:lnTo>
                  <a:lnTo>
                    <a:pt x="3533925" y="1927626"/>
                  </a:lnTo>
                  <a:lnTo>
                    <a:pt x="3478258" y="1949764"/>
                  </a:lnTo>
                  <a:lnTo>
                    <a:pt x="3422544" y="1972990"/>
                  </a:lnTo>
                  <a:lnTo>
                    <a:pt x="3366723" y="1997073"/>
                  </a:lnTo>
                  <a:lnTo>
                    <a:pt x="3310800" y="2021741"/>
                  </a:lnTo>
                  <a:lnTo>
                    <a:pt x="3254820" y="2046690"/>
                  </a:lnTo>
                  <a:lnTo>
                    <a:pt x="3198848" y="2071603"/>
                  </a:lnTo>
                  <a:lnTo>
                    <a:pt x="3142946" y="2096164"/>
                  </a:lnTo>
                  <a:lnTo>
                    <a:pt x="3087151" y="2120075"/>
                  </a:lnTo>
                  <a:lnTo>
                    <a:pt x="3031455" y="2143072"/>
                  </a:lnTo>
                  <a:lnTo>
                    <a:pt x="2975783" y="2164934"/>
                  </a:lnTo>
                  <a:lnTo>
                    <a:pt x="2919977" y="2185494"/>
                  </a:lnTo>
                  <a:lnTo>
                    <a:pt x="2863777" y="2204637"/>
                  </a:lnTo>
                  <a:lnTo>
                    <a:pt x="2806801" y="2222303"/>
                  </a:lnTo>
                  <a:lnTo>
                    <a:pt x="2748524" y="2238482"/>
                  </a:lnTo>
                  <a:lnTo>
                    <a:pt x="2702183" y="2249978"/>
                  </a:lnTo>
                  <a:lnTo>
                    <a:pt x="2650296" y="2261447"/>
                  </a:lnTo>
                  <a:lnTo>
                    <a:pt x="2595957" y="2271920"/>
                  </a:lnTo>
                  <a:lnTo>
                    <a:pt x="2538482" y="2281433"/>
                  </a:lnTo>
                  <a:lnTo>
                    <a:pt x="2477120" y="2290054"/>
                  </a:lnTo>
                  <a:lnTo>
                    <a:pt x="2411091" y="2297865"/>
                  </a:lnTo>
                  <a:lnTo>
                    <a:pt x="2339634" y="2304951"/>
                  </a:lnTo>
                  <a:lnTo>
                    <a:pt x="2262052" y="2311390"/>
                  </a:lnTo>
                  <a:lnTo>
                    <a:pt x="2177786" y="2317252"/>
                  </a:lnTo>
                  <a:lnTo>
                    <a:pt x="2086504" y="2322595"/>
                  </a:lnTo>
                  <a:lnTo>
                    <a:pt x="1988220" y="2327463"/>
                  </a:lnTo>
                  <a:lnTo>
                    <a:pt x="1883436" y="2331886"/>
                  </a:lnTo>
                  <a:lnTo>
                    <a:pt x="1773282" y="2335881"/>
                  </a:lnTo>
                  <a:lnTo>
                    <a:pt x="1659648" y="2339453"/>
                  </a:lnTo>
                  <a:lnTo>
                    <a:pt x="1545236" y="2342597"/>
                  </a:lnTo>
                  <a:lnTo>
                    <a:pt x="1433495" y="2345304"/>
                  </a:lnTo>
                  <a:lnTo>
                    <a:pt x="1328378" y="2347567"/>
                  </a:lnTo>
                  <a:lnTo>
                    <a:pt x="1233920" y="2349387"/>
                  </a:lnTo>
                  <a:lnTo>
                    <a:pt x="1153676" y="2350779"/>
                  </a:lnTo>
                  <a:lnTo>
                    <a:pt x="1090130" y="2351776"/>
                  </a:lnTo>
                  <a:lnTo>
                    <a:pt x="1044224" y="2352431"/>
                  </a:lnTo>
                  <a:lnTo>
                    <a:pt x="1015117" y="2352809"/>
                  </a:lnTo>
                  <a:lnTo>
                    <a:pt x="1000205" y="2352987"/>
                  </a:lnTo>
                  <a:lnTo>
                    <a:pt x="995315" y="2353040"/>
                  </a:lnTo>
                  <a:lnTo>
                    <a:pt x="994940" y="2353044"/>
                  </a:lnTo>
                  <a:lnTo>
                    <a:pt x="0" y="2353044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16" name="pl1515"/>
            <p:cNvSpPr/>
            <p:nvPr/>
          </p:nvSpPr>
          <p:spPr>
            <a:xfrm>
              <a:off x="1199187" y="2929349"/>
              <a:ext cx="12049831" cy="2353044"/>
            </a:xfrm>
            <a:custGeom>
              <a:avLst/>
              <a:pathLst>
                <a:path w="12049831" h="2353044">
                  <a:moveTo>
                    <a:pt x="0" y="2353044"/>
                  </a:moveTo>
                  <a:lnTo>
                    <a:pt x="994940" y="2353044"/>
                  </a:lnTo>
                  <a:lnTo>
                    <a:pt x="996073" y="2353032"/>
                  </a:lnTo>
                  <a:lnTo>
                    <a:pt x="1003553" y="2352949"/>
                  </a:lnTo>
                  <a:lnTo>
                    <a:pt x="1022509" y="2352717"/>
                  </a:lnTo>
                  <a:lnTo>
                    <a:pt x="1056652" y="2352260"/>
                  </a:lnTo>
                  <a:lnTo>
                    <a:pt x="1108050" y="2351505"/>
                  </a:lnTo>
                  <a:lnTo>
                    <a:pt x="1176981" y="2350389"/>
                  </a:lnTo>
                  <a:lnTo>
                    <a:pt x="1261982" y="2348867"/>
                  </a:lnTo>
                  <a:lnTo>
                    <a:pt x="1360177" y="2346910"/>
                  </a:lnTo>
                  <a:lnTo>
                    <a:pt x="1467798" y="2344508"/>
                  </a:lnTo>
                  <a:lnTo>
                    <a:pt x="1580778" y="2341664"/>
                  </a:lnTo>
                  <a:lnTo>
                    <a:pt x="1695285" y="2338385"/>
                  </a:lnTo>
                  <a:lnTo>
                    <a:pt x="1808086" y="2334681"/>
                  </a:lnTo>
                  <a:lnTo>
                    <a:pt x="1916732" y="2330554"/>
                  </a:lnTo>
                  <a:lnTo>
                    <a:pt x="2019580" y="2325994"/>
                  </a:lnTo>
                  <a:lnTo>
                    <a:pt x="2115710" y="2320983"/>
                  </a:lnTo>
                  <a:lnTo>
                    <a:pt x="2204788" y="2315483"/>
                  </a:lnTo>
                  <a:lnTo>
                    <a:pt x="2286923" y="2309448"/>
                  </a:lnTo>
                  <a:lnTo>
                    <a:pt x="2362528" y="2302816"/>
                  </a:lnTo>
                  <a:lnTo>
                    <a:pt x="2432215" y="2295513"/>
                  </a:lnTo>
                  <a:lnTo>
                    <a:pt x="2496706" y="2287458"/>
                  </a:lnTo>
                  <a:lnTo>
                    <a:pt x="2556774" y="2278568"/>
                  </a:lnTo>
                  <a:lnTo>
                    <a:pt x="2613193" y="2268762"/>
                  </a:lnTo>
                  <a:lnTo>
                    <a:pt x="2666699" y="2257980"/>
                  </a:lnTo>
                  <a:lnTo>
                    <a:pt x="2702183" y="2249978"/>
                  </a:lnTo>
                  <a:lnTo>
                    <a:pt x="2761937" y="2234929"/>
                  </a:lnTo>
                  <a:lnTo>
                    <a:pt x="2819863" y="2218413"/>
                  </a:lnTo>
                  <a:lnTo>
                    <a:pt x="2876622" y="2200408"/>
                  </a:lnTo>
                  <a:lnTo>
                    <a:pt x="2932704" y="2180936"/>
                  </a:lnTo>
                  <a:lnTo>
                    <a:pt x="2988460" y="2160067"/>
                  </a:lnTo>
                  <a:lnTo>
                    <a:pt x="3044127" y="2137930"/>
                  </a:lnTo>
                  <a:lnTo>
                    <a:pt x="3099841" y="2114704"/>
                  </a:lnTo>
                  <a:lnTo>
                    <a:pt x="3155662" y="2090620"/>
                  </a:lnTo>
                  <a:lnTo>
                    <a:pt x="3211585" y="2065952"/>
                  </a:lnTo>
                  <a:lnTo>
                    <a:pt x="3267565" y="2041003"/>
                  </a:lnTo>
                  <a:lnTo>
                    <a:pt x="3323537" y="2016090"/>
                  </a:lnTo>
                  <a:lnTo>
                    <a:pt x="3379439" y="1991530"/>
                  </a:lnTo>
                  <a:lnTo>
                    <a:pt x="3435234" y="1967619"/>
                  </a:lnTo>
                  <a:lnTo>
                    <a:pt x="3490930" y="1944622"/>
                  </a:lnTo>
                  <a:lnTo>
                    <a:pt x="3546602" y="1922759"/>
                  </a:lnTo>
                  <a:lnTo>
                    <a:pt x="3602408" y="1902199"/>
                  </a:lnTo>
                  <a:lnTo>
                    <a:pt x="3658608" y="1883056"/>
                  </a:lnTo>
                  <a:lnTo>
                    <a:pt x="3715584" y="1865390"/>
                  </a:lnTo>
                  <a:lnTo>
                    <a:pt x="3773861" y="1849212"/>
                  </a:lnTo>
                  <a:lnTo>
                    <a:pt x="3820202" y="1837715"/>
                  </a:lnTo>
                  <a:lnTo>
                    <a:pt x="3872089" y="1826247"/>
                  </a:lnTo>
                  <a:lnTo>
                    <a:pt x="3926428" y="1815774"/>
                  </a:lnTo>
                  <a:lnTo>
                    <a:pt x="3983903" y="1806261"/>
                  </a:lnTo>
                  <a:lnTo>
                    <a:pt x="4045265" y="1797640"/>
                  </a:lnTo>
                  <a:lnTo>
                    <a:pt x="4111294" y="1789828"/>
                  </a:lnTo>
                  <a:lnTo>
                    <a:pt x="4182751" y="1782743"/>
                  </a:lnTo>
                  <a:lnTo>
                    <a:pt x="4260333" y="1776304"/>
                  </a:lnTo>
                  <a:lnTo>
                    <a:pt x="4344599" y="1770442"/>
                  </a:lnTo>
                  <a:lnTo>
                    <a:pt x="4435881" y="1765099"/>
                  </a:lnTo>
                  <a:lnTo>
                    <a:pt x="4534165" y="1760231"/>
                  </a:lnTo>
                  <a:lnTo>
                    <a:pt x="4638949" y="1755808"/>
                  </a:lnTo>
                  <a:lnTo>
                    <a:pt x="4749103" y="1751813"/>
                  </a:lnTo>
                  <a:lnTo>
                    <a:pt x="4862737" y="1748241"/>
                  </a:lnTo>
                  <a:lnTo>
                    <a:pt x="4977149" y="1745097"/>
                  </a:lnTo>
                  <a:lnTo>
                    <a:pt x="5088890" y="1742389"/>
                  </a:lnTo>
                  <a:lnTo>
                    <a:pt x="5194007" y="1740126"/>
                  </a:lnTo>
                  <a:lnTo>
                    <a:pt x="5288465" y="1738306"/>
                  </a:lnTo>
                  <a:lnTo>
                    <a:pt x="5368709" y="1736915"/>
                  </a:lnTo>
                  <a:lnTo>
                    <a:pt x="5432255" y="1735917"/>
                  </a:lnTo>
                  <a:lnTo>
                    <a:pt x="5478161" y="1735263"/>
                  </a:lnTo>
                  <a:lnTo>
                    <a:pt x="5507268" y="1734884"/>
                  </a:lnTo>
                  <a:lnTo>
                    <a:pt x="5522180" y="1734707"/>
                  </a:lnTo>
                  <a:lnTo>
                    <a:pt x="5527070" y="1734653"/>
                  </a:lnTo>
                  <a:lnTo>
                    <a:pt x="5527445" y="1734649"/>
                  </a:lnTo>
                  <a:lnTo>
                    <a:pt x="6522385" y="1734649"/>
                  </a:lnTo>
                  <a:lnTo>
                    <a:pt x="6523498" y="1734617"/>
                  </a:lnTo>
                  <a:lnTo>
                    <a:pt x="6530846" y="1734386"/>
                  </a:lnTo>
                  <a:lnTo>
                    <a:pt x="6549478" y="1733748"/>
                  </a:lnTo>
                  <a:lnTo>
                    <a:pt x="6583057" y="1732490"/>
                  </a:lnTo>
                  <a:lnTo>
                    <a:pt x="6633654" y="1730411"/>
                  </a:lnTo>
                  <a:lnTo>
                    <a:pt x="6701588" y="1727337"/>
                  </a:lnTo>
                  <a:lnTo>
                    <a:pt x="6785478" y="1723140"/>
                  </a:lnTo>
                  <a:lnTo>
                    <a:pt x="6882546" y="1717741"/>
                  </a:lnTo>
                  <a:lnTo>
                    <a:pt x="6989119" y="1711110"/>
                  </a:lnTo>
                  <a:lnTo>
                    <a:pt x="7101206" y="1703251"/>
                  </a:lnTo>
                  <a:lnTo>
                    <a:pt x="7215019" y="1694189"/>
                  </a:lnTo>
                  <a:lnTo>
                    <a:pt x="7327338" y="1683946"/>
                  </a:lnTo>
                  <a:lnTo>
                    <a:pt x="7435702" y="1672530"/>
                  </a:lnTo>
                  <a:lnTo>
                    <a:pt x="7538440" y="1659921"/>
                  </a:lnTo>
                  <a:lnTo>
                    <a:pt x="7634595" y="1646064"/>
                  </a:lnTo>
                  <a:lnTo>
                    <a:pt x="7723795" y="1630867"/>
                  </a:lnTo>
                  <a:lnTo>
                    <a:pt x="7806110" y="1614201"/>
                  </a:lnTo>
                  <a:lnTo>
                    <a:pt x="7881922" y="1595899"/>
                  </a:lnTo>
                  <a:lnTo>
                    <a:pt x="7951813" y="1575763"/>
                  </a:lnTo>
                  <a:lnTo>
                    <a:pt x="8016486" y="1553571"/>
                  </a:lnTo>
                  <a:lnTo>
                    <a:pt x="8076695" y="1529092"/>
                  </a:lnTo>
                  <a:lnTo>
                    <a:pt x="8133203" y="1502102"/>
                  </a:lnTo>
                  <a:lnTo>
                    <a:pt x="8186740" y="1472427"/>
                  </a:lnTo>
                  <a:lnTo>
                    <a:pt x="8229629" y="1445541"/>
                  </a:lnTo>
                  <a:lnTo>
                    <a:pt x="8281186" y="1409449"/>
                  </a:lnTo>
                  <a:lnTo>
                    <a:pt x="8331313" y="1370324"/>
                  </a:lnTo>
                  <a:lnTo>
                    <a:pt x="8380456" y="1328106"/>
                  </a:lnTo>
                  <a:lnTo>
                    <a:pt x="8428962" y="1282804"/>
                  </a:lnTo>
                  <a:lnTo>
                    <a:pt x="8477094" y="1234503"/>
                  </a:lnTo>
                  <a:lnTo>
                    <a:pt x="8525049" y="1183367"/>
                  </a:lnTo>
                  <a:lnTo>
                    <a:pt x="8572961" y="1129645"/>
                  </a:lnTo>
                  <a:lnTo>
                    <a:pt x="8620911" y="1073670"/>
                  </a:lnTo>
                  <a:lnTo>
                    <a:pt x="8668938" y="1015851"/>
                  </a:lnTo>
                  <a:lnTo>
                    <a:pt x="8717046" y="956665"/>
                  </a:lnTo>
                  <a:lnTo>
                    <a:pt x="8765212" y="896641"/>
                  </a:lnTo>
                  <a:lnTo>
                    <a:pt x="8813399" y="836338"/>
                  </a:lnTo>
                  <a:lnTo>
                    <a:pt x="8861565" y="776330"/>
                  </a:lnTo>
                  <a:lnTo>
                    <a:pt x="8909670" y="717175"/>
                  </a:lnTo>
                  <a:lnTo>
                    <a:pt x="8957695" y="659401"/>
                  </a:lnTo>
                  <a:lnTo>
                    <a:pt x="9005643" y="603483"/>
                  </a:lnTo>
                  <a:lnTo>
                    <a:pt x="9053555" y="549829"/>
                  </a:lnTo>
                  <a:lnTo>
                    <a:pt x="9101513" y="498768"/>
                  </a:lnTo>
                  <a:lnTo>
                    <a:pt x="9149653" y="450548"/>
                  </a:lnTo>
                  <a:lnTo>
                    <a:pt x="9198172" y="405331"/>
                  </a:lnTo>
                  <a:lnTo>
                    <a:pt x="9247337" y="363199"/>
                  </a:lnTo>
                  <a:lnTo>
                    <a:pt x="9297497" y="324159"/>
                  </a:lnTo>
                  <a:lnTo>
                    <a:pt x="9347647" y="289108"/>
                  </a:lnTo>
                  <a:lnTo>
                    <a:pt x="9399209" y="257127"/>
                  </a:lnTo>
                  <a:lnTo>
                    <a:pt x="9453189" y="227904"/>
                  </a:lnTo>
                  <a:lnTo>
                    <a:pt x="9510257" y="201344"/>
                  </a:lnTo>
                  <a:lnTo>
                    <a:pt x="9571151" y="177258"/>
                  </a:lnTo>
                  <a:lnTo>
                    <a:pt x="9636635" y="155422"/>
                  </a:lnTo>
                  <a:lnTo>
                    <a:pt x="9707459" y="135604"/>
                  </a:lnTo>
                  <a:lnTo>
                    <a:pt x="9784310" y="117585"/>
                  </a:lnTo>
                  <a:lnTo>
                    <a:pt x="9867743" y="101172"/>
                  </a:lnTo>
                  <a:lnTo>
                    <a:pt x="9958098" y="86205"/>
                  </a:lnTo>
                  <a:lnTo>
                    <a:pt x="10055380" y="72560"/>
                  </a:lnTo>
                  <a:lnTo>
                    <a:pt x="10159132" y="60151"/>
                  </a:lnTo>
                  <a:lnTo>
                    <a:pt x="10268286" y="48929"/>
                  </a:lnTo>
                  <a:lnTo>
                    <a:pt x="10381043" y="38880"/>
                  </a:lnTo>
                  <a:lnTo>
                    <a:pt x="10494811" y="30015"/>
                  </a:lnTo>
                  <a:lnTo>
                    <a:pt x="10606259" y="22358"/>
                  </a:lnTo>
                  <a:lnTo>
                    <a:pt x="10711535" y="15931"/>
                  </a:lnTo>
                  <a:lnTo>
                    <a:pt x="10806661" y="10733"/>
                  </a:lnTo>
                  <a:lnTo>
                    <a:pt x="10888074" y="6729"/>
                  </a:lnTo>
                  <a:lnTo>
                    <a:pt x="10953194" y="3830"/>
                  </a:lnTo>
                  <a:lnTo>
                    <a:pt x="11000909" y="1900"/>
                  </a:lnTo>
                  <a:lnTo>
                    <a:pt x="11031830" y="759"/>
                  </a:lnTo>
                  <a:lnTo>
                    <a:pt x="11048304" y="202"/>
                  </a:lnTo>
                  <a:lnTo>
                    <a:pt x="11054238" y="1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7" name="pl1516"/>
            <p:cNvSpPr/>
            <p:nvPr/>
          </p:nvSpPr>
          <p:spPr>
            <a:xfrm>
              <a:off x="1199187" y="2924109"/>
              <a:ext cx="12049831" cy="2353044"/>
            </a:xfrm>
            <a:custGeom>
              <a:avLst/>
              <a:pathLst>
                <a:path w="12049831" h="2353044">
                  <a:moveTo>
                    <a:pt x="12049831" y="0"/>
                  </a:moveTo>
                  <a:lnTo>
                    <a:pt x="11054891" y="0"/>
                  </a:lnTo>
                  <a:lnTo>
                    <a:pt x="11053778" y="32"/>
                  </a:lnTo>
                  <a:lnTo>
                    <a:pt x="11046430" y="263"/>
                  </a:lnTo>
                  <a:lnTo>
                    <a:pt x="11027799" y="901"/>
                  </a:lnTo>
                  <a:lnTo>
                    <a:pt x="10994219" y="2159"/>
                  </a:lnTo>
                  <a:lnTo>
                    <a:pt x="10943622" y="4238"/>
                  </a:lnTo>
                  <a:lnTo>
                    <a:pt x="10875688" y="7312"/>
                  </a:lnTo>
                  <a:lnTo>
                    <a:pt x="10791798" y="11509"/>
                  </a:lnTo>
                  <a:lnTo>
                    <a:pt x="10694730" y="16908"/>
                  </a:lnTo>
                  <a:lnTo>
                    <a:pt x="10588157" y="23539"/>
                  </a:lnTo>
                  <a:lnTo>
                    <a:pt x="10476070" y="31398"/>
                  </a:lnTo>
                  <a:lnTo>
                    <a:pt x="10362258" y="40460"/>
                  </a:lnTo>
                  <a:lnTo>
                    <a:pt x="10249939" y="50703"/>
                  </a:lnTo>
                  <a:lnTo>
                    <a:pt x="10141574" y="62119"/>
                  </a:lnTo>
                  <a:lnTo>
                    <a:pt x="10038836" y="74728"/>
                  </a:lnTo>
                  <a:lnTo>
                    <a:pt x="9942681" y="88585"/>
                  </a:lnTo>
                  <a:lnTo>
                    <a:pt x="9853482" y="103782"/>
                  </a:lnTo>
                  <a:lnTo>
                    <a:pt x="9771167" y="120448"/>
                  </a:lnTo>
                  <a:lnTo>
                    <a:pt x="9695355" y="138750"/>
                  </a:lnTo>
                  <a:lnTo>
                    <a:pt x="9625463" y="158886"/>
                  </a:lnTo>
                  <a:lnTo>
                    <a:pt x="9560790" y="181078"/>
                  </a:lnTo>
                  <a:lnTo>
                    <a:pt x="9500581" y="205557"/>
                  </a:lnTo>
                  <a:lnTo>
                    <a:pt x="9444073" y="232547"/>
                  </a:lnTo>
                  <a:lnTo>
                    <a:pt x="9390537" y="262222"/>
                  </a:lnTo>
                  <a:lnTo>
                    <a:pt x="9347647" y="289108"/>
                  </a:lnTo>
                  <a:lnTo>
                    <a:pt x="9296090" y="325199"/>
                  </a:lnTo>
                  <a:lnTo>
                    <a:pt x="9245963" y="364325"/>
                  </a:lnTo>
                  <a:lnTo>
                    <a:pt x="9196820" y="406543"/>
                  </a:lnTo>
                  <a:lnTo>
                    <a:pt x="9148315" y="451845"/>
                  </a:lnTo>
                  <a:lnTo>
                    <a:pt x="9100182" y="500146"/>
                  </a:lnTo>
                  <a:lnTo>
                    <a:pt x="9052227" y="551282"/>
                  </a:lnTo>
                  <a:lnTo>
                    <a:pt x="9004316" y="605004"/>
                  </a:lnTo>
                  <a:lnTo>
                    <a:pt x="8956366" y="660979"/>
                  </a:lnTo>
                  <a:lnTo>
                    <a:pt x="8908339" y="718798"/>
                  </a:lnTo>
                  <a:lnTo>
                    <a:pt x="8860231" y="777984"/>
                  </a:lnTo>
                  <a:lnTo>
                    <a:pt x="8812064" y="838008"/>
                  </a:lnTo>
                  <a:lnTo>
                    <a:pt x="8763877" y="898310"/>
                  </a:lnTo>
                  <a:lnTo>
                    <a:pt x="8715712" y="958319"/>
                  </a:lnTo>
                  <a:lnTo>
                    <a:pt x="8667606" y="1017474"/>
                  </a:lnTo>
                  <a:lnTo>
                    <a:pt x="8619581" y="1075248"/>
                  </a:lnTo>
                  <a:lnTo>
                    <a:pt x="8571633" y="1131166"/>
                  </a:lnTo>
                  <a:lnTo>
                    <a:pt x="8523722" y="1184820"/>
                  </a:lnTo>
                  <a:lnTo>
                    <a:pt x="8475764" y="1235881"/>
                  </a:lnTo>
                  <a:lnTo>
                    <a:pt x="8427624" y="1284101"/>
                  </a:lnTo>
                  <a:lnTo>
                    <a:pt x="8379104" y="1329317"/>
                  </a:lnTo>
                  <a:lnTo>
                    <a:pt x="8329940" y="1371449"/>
                  </a:lnTo>
                  <a:lnTo>
                    <a:pt x="8279779" y="1410490"/>
                  </a:lnTo>
                  <a:lnTo>
                    <a:pt x="8229629" y="1445541"/>
                  </a:lnTo>
                  <a:lnTo>
                    <a:pt x="8178067" y="1477522"/>
                  </a:lnTo>
                  <a:lnTo>
                    <a:pt x="8124088" y="1506744"/>
                  </a:lnTo>
                  <a:lnTo>
                    <a:pt x="8067019" y="1533305"/>
                  </a:lnTo>
                  <a:lnTo>
                    <a:pt x="8006125" y="1557391"/>
                  </a:lnTo>
                  <a:lnTo>
                    <a:pt x="7940641" y="1579227"/>
                  </a:lnTo>
                  <a:lnTo>
                    <a:pt x="7869817" y="1599045"/>
                  </a:lnTo>
                  <a:lnTo>
                    <a:pt x="7792967" y="1617064"/>
                  </a:lnTo>
                  <a:lnTo>
                    <a:pt x="7709533" y="1633476"/>
                  </a:lnTo>
                  <a:lnTo>
                    <a:pt x="7619179" y="1648444"/>
                  </a:lnTo>
                  <a:lnTo>
                    <a:pt x="7521896" y="1662089"/>
                  </a:lnTo>
                  <a:lnTo>
                    <a:pt x="7418144" y="1674498"/>
                  </a:lnTo>
                  <a:lnTo>
                    <a:pt x="7308990" y="1685720"/>
                  </a:lnTo>
                  <a:lnTo>
                    <a:pt x="7196233" y="1695769"/>
                  </a:lnTo>
                  <a:lnTo>
                    <a:pt x="7082465" y="1704634"/>
                  </a:lnTo>
                  <a:lnTo>
                    <a:pt x="6971017" y="1712291"/>
                  </a:lnTo>
                  <a:lnTo>
                    <a:pt x="6865742" y="1718718"/>
                  </a:lnTo>
                  <a:lnTo>
                    <a:pt x="6770615" y="1723915"/>
                  </a:lnTo>
                  <a:lnTo>
                    <a:pt x="6689203" y="1727920"/>
                  </a:lnTo>
                  <a:lnTo>
                    <a:pt x="6624082" y="1730819"/>
                  </a:lnTo>
                  <a:lnTo>
                    <a:pt x="6576368" y="1732749"/>
                  </a:lnTo>
                  <a:lnTo>
                    <a:pt x="6545447" y="1733890"/>
                  </a:lnTo>
                  <a:lnTo>
                    <a:pt x="6528973" y="1734447"/>
                  </a:lnTo>
                  <a:lnTo>
                    <a:pt x="6523038" y="1734631"/>
                  </a:lnTo>
                  <a:lnTo>
                    <a:pt x="6522385" y="1734649"/>
                  </a:lnTo>
                  <a:lnTo>
                    <a:pt x="5527445" y="1734649"/>
                  </a:lnTo>
                  <a:lnTo>
                    <a:pt x="5526312" y="1734661"/>
                  </a:lnTo>
                  <a:lnTo>
                    <a:pt x="5518832" y="1734745"/>
                  </a:lnTo>
                  <a:lnTo>
                    <a:pt x="5499876" y="1734977"/>
                  </a:lnTo>
                  <a:lnTo>
                    <a:pt x="5465733" y="1735434"/>
                  </a:lnTo>
                  <a:lnTo>
                    <a:pt x="5414335" y="1736189"/>
                  </a:lnTo>
                  <a:lnTo>
                    <a:pt x="5345404" y="1737304"/>
                  </a:lnTo>
                  <a:lnTo>
                    <a:pt x="5260403" y="1738827"/>
                  </a:lnTo>
                  <a:lnTo>
                    <a:pt x="5162208" y="1740784"/>
                  </a:lnTo>
                  <a:lnTo>
                    <a:pt x="5054587" y="1743185"/>
                  </a:lnTo>
                  <a:lnTo>
                    <a:pt x="4941607" y="1746030"/>
                  </a:lnTo>
                  <a:lnTo>
                    <a:pt x="4827100" y="1749308"/>
                  </a:lnTo>
                  <a:lnTo>
                    <a:pt x="4714299" y="1753012"/>
                  </a:lnTo>
                  <a:lnTo>
                    <a:pt x="4605653" y="1757140"/>
                  </a:lnTo>
                  <a:lnTo>
                    <a:pt x="4502805" y="1761699"/>
                  </a:lnTo>
                  <a:lnTo>
                    <a:pt x="4406675" y="1766711"/>
                  </a:lnTo>
                  <a:lnTo>
                    <a:pt x="4317597" y="1772210"/>
                  </a:lnTo>
                  <a:lnTo>
                    <a:pt x="4235462" y="1778245"/>
                  </a:lnTo>
                  <a:lnTo>
                    <a:pt x="4159857" y="1784878"/>
                  </a:lnTo>
                  <a:lnTo>
                    <a:pt x="4090170" y="1792181"/>
                  </a:lnTo>
                  <a:lnTo>
                    <a:pt x="4025679" y="1800235"/>
                  </a:lnTo>
                  <a:lnTo>
                    <a:pt x="3965611" y="1809126"/>
                  </a:lnTo>
                  <a:lnTo>
                    <a:pt x="3909192" y="1818932"/>
                  </a:lnTo>
                  <a:lnTo>
                    <a:pt x="3855686" y="1829713"/>
                  </a:lnTo>
                  <a:lnTo>
                    <a:pt x="3820202" y="1837715"/>
                  </a:lnTo>
                  <a:lnTo>
                    <a:pt x="3760448" y="1852765"/>
                  </a:lnTo>
                  <a:lnTo>
                    <a:pt x="3702522" y="1869280"/>
                  </a:lnTo>
                  <a:lnTo>
                    <a:pt x="3645763" y="1887285"/>
                  </a:lnTo>
                  <a:lnTo>
                    <a:pt x="3589681" y="1906758"/>
                  </a:lnTo>
                  <a:lnTo>
                    <a:pt x="3533925" y="1927626"/>
                  </a:lnTo>
                  <a:lnTo>
                    <a:pt x="3478258" y="1949764"/>
                  </a:lnTo>
                  <a:lnTo>
                    <a:pt x="3422544" y="1972990"/>
                  </a:lnTo>
                  <a:lnTo>
                    <a:pt x="3366723" y="1997073"/>
                  </a:lnTo>
                  <a:lnTo>
                    <a:pt x="3310800" y="2021741"/>
                  </a:lnTo>
                  <a:lnTo>
                    <a:pt x="3254820" y="2046690"/>
                  </a:lnTo>
                  <a:lnTo>
                    <a:pt x="3198848" y="2071603"/>
                  </a:lnTo>
                  <a:lnTo>
                    <a:pt x="3142946" y="2096164"/>
                  </a:lnTo>
                  <a:lnTo>
                    <a:pt x="3087151" y="2120075"/>
                  </a:lnTo>
                  <a:lnTo>
                    <a:pt x="3031455" y="2143072"/>
                  </a:lnTo>
                  <a:lnTo>
                    <a:pt x="2975783" y="2164934"/>
                  </a:lnTo>
                  <a:lnTo>
                    <a:pt x="2919977" y="2185494"/>
                  </a:lnTo>
                  <a:lnTo>
                    <a:pt x="2863777" y="2204637"/>
                  </a:lnTo>
                  <a:lnTo>
                    <a:pt x="2806801" y="2222303"/>
                  </a:lnTo>
                  <a:lnTo>
                    <a:pt x="2748524" y="2238482"/>
                  </a:lnTo>
                  <a:lnTo>
                    <a:pt x="2702183" y="2249978"/>
                  </a:lnTo>
                  <a:lnTo>
                    <a:pt x="2650296" y="2261447"/>
                  </a:lnTo>
                  <a:lnTo>
                    <a:pt x="2595957" y="2271920"/>
                  </a:lnTo>
                  <a:lnTo>
                    <a:pt x="2538482" y="2281433"/>
                  </a:lnTo>
                  <a:lnTo>
                    <a:pt x="2477120" y="2290054"/>
                  </a:lnTo>
                  <a:lnTo>
                    <a:pt x="2411091" y="2297865"/>
                  </a:lnTo>
                  <a:lnTo>
                    <a:pt x="2339634" y="2304951"/>
                  </a:lnTo>
                  <a:lnTo>
                    <a:pt x="2262052" y="2311390"/>
                  </a:lnTo>
                  <a:lnTo>
                    <a:pt x="2177786" y="2317252"/>
                  </a:lnTo>
                  <a:lnTo>
                    <a:pt x="2086504" y="2322595"/>
                  </a:lnTo>
                  <a:lnTo>
                    <a:pt x="1988220" y="2327463"/>
                  </a:lnTo>
                  <a:lnTo>
                    <a:pt x="1883436" y="2331886"/>
                  </a:lnTo>
                  <a:lnTo>
                    <a:pt x="1773282" y="2335881"/>
                  </a:lnTo>
                  <a:lnTo>
                    <a:pt x="1659648" y="2339453"/>
                  </a:lnTo>
                  <a:lnTo>
                    <a:pt x="1545236" y="2342597"/>
                  </a:lnTo>
                  <a:lnTo>
                    <a:pt x="1433495" y="2345304"/>
                  </a:lnTo>
                  <a:lnTo>
                    <a:pt x="1328378" y="2347567"/>
                  </a:lnTo>
                  <a:lnTo>
                    <a:pt x="1233920" y="2349387"/>
                  </a:lnTo>
                  <a:lnTo>
                    <a:pt x="1153676" y="2350779"/>
                  </a:lnTo>
                  <a:lnTo>
                    <a:pt x="1090130" y="2351776"/>
                  </a:lnTo>
                  <a:lnTo>
                    <a:pt x="1044224" y="2352431"/>
                  </a:lnTo>
                  <a:lnTo>
                    <a:pt x="1015117" y="2352809"/>
                  </a:lnTo>
                  <a:lnTo>
                    <a:pt x="1000205" y="2352987"/>
                  </a:lnTo>
                  <a:lnTo>
                    <a:pt x="995315" y="2353040"/>
                  </a:lnTo>
                  <a:lnTo>
                    <a:pt x="994940" y="2353044"/>
                  </a:lnTo>
                  <a:lnTo>
                    <a:pt x="0" y="2353044"/>
                  </a:lnTo>
                  <a:lnTo>
                    <a:pt x="0" y="23530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8" name="pg1517"/>
            <p:cNvSpPr/>
            <p:nvPr/>
          </p:nvSpPr>
          <p:spPr>
            <a:xfrm>
              <a:off x="1199187" y="3118012"/>
              <a:ext cx="12049831" cy="2169622"/>
            </a:xfrm>
            <a:custGeom>
              <a:avLst/>
              <a:pathLst>
                <a:path w="12049831" h="2169622">
                  <a:moveTo>
                    <a:pt x="0" y="2169622"/>
                  </a:moveTo>
                  <a:lnTo>
                    <a:pt x="994940" y="2169622"/>
                  </a:lnTo>
                  <a:lnTo>
                    <a:pt x="996073" y="2169611"/>
                  </a:lnTo>
                  <a:lnTo>
                    <a:pt x="1003554" y="2169529"/>
                  </a:lnTo>
                  <a:lnTo>
                    <a:pt x="1022513" y="2169303"/>
                  </a:lnTo>
                  <a:lnTo>
                    <a:pt x="1056660" y="2168858"/>
                  </a:lnTo>
                  <a:lnTo>
                    <a:pt x="1108064" y="2168122"/>
                  </a:lnTo>
                  <a:lnTo>
                    <a:pt x="1177002" y="2167034"/>
                  </a:lnTo>
                  <a:lnTo>
                    <a:pt x="1262011" y="2165550"/>
                  </a:lnTo>
                  <a:lnTo>
                    <a:pt x="1360215" y="2163643"/>
                  </a:lnTo>
                  <a:lnTo>
                    <a:pt x="1467843" y="2161302"/>
                  </a:lnTo>
                  <a:lnTo>
                    <a:pt x="1580830" y="2158529"/>
                  </a:lnTo>
                  <a:lnTo>
                    <a:pt x="1695342" y="2155334"/>
                  </a:lnTo>
                  <a:lnTo>
                    <a:pt x="1808147" y="2151724"/>
                  </a:lnTo>
                  <a:lnTo>
                    <a:pt x="1916795" y="2147701"/>
                  </a:lnTo>
                  <a:lnTo>
                    <a:pt x="2019644" y="2143257"/>
                  </a:lnTo>
                  <a:lnTo>
                    <a:pt x="2115773" y="2138372"/>
                  </a:lnTo>
                  <a:lnTo>
                    <a:pt x="2204851" y="2133012"/>
                  </a:lnTo>
                  <a:lnTo>
                    <a:pt x="2286984" y="2127130"/>
                  </a:lnTo>
                  <a:lnTo>
                    <a:pt x="2362588" y="2120665"/>
                  </a:lnTo>
                  <a:lnTo>
                    <a:pt x="2432273" y="2113547"/>
                  </a:lnTo>
                  <a:lnTo>
                    <a:pt x="2496762" y="2105696"/>
                  </a:lnTo>
                  <a:lnTo>
                    <a:pt x="2556829" y="2097030"/>
                  </a:lnTo>
                  <a:lnTo>
                    <a:pt x="2613248" y="2087472"/>
                  </a:lnTo>
                  <a:lnTo>
                    <a:pt x="2666754" y="2076963"/>
                  </a:lnTo>
                  <a:lnTo>
                    <a:pt x="2702183" y="2069177"/>
                  </a:lnTo>
                  <a:lnTo>
                    <a:pt x="2762026" y="2054486"/>
                  </a:lnTo>
                  <a:lnTo>
                    <a:pt x="2820036" y="2038363"/>
                  </a:lnTo>
                  <a:lnTo>
                    <a:pt x="2876877" y="2020784"/>
                  </a:lnTo>
                  <a:lnTo>
                    <a:pt x="2933041" y="2001770"/>
                  </a:lnTo>
                  <a:lnTo>
                    <a:pt x="2988880" y="1981393"/>
                  </a:lnTo>
                  <a:lnTo>
                    <a:pt x="3044630" y="1959776"/>
                  </a:lnTo>
                  <a:lnTo>
                    <a:pt x="3100430" y="1937097"/>
                  </a:lnTo>
                  <a:lnTo>
                    <a:pt x="3156336" y="1913583"/>
                  </a:lnTo>
                  <a:lnTo>
                    <a:pt x="3212344" y="1889500"/>
                  </a:lnTo>
                  <a:lnTo>
                    <a:pt x="3268409" y="1865147"/>
                  </a:lnTo>
                  <a:lnTo>
                    <a:pt x="3324465" y="1840834"/>
                  </a:lnTo>
                  <a:lnTo>
                    <a:pt x="3380450" y="1816870"/>
                  </a:lnTo>
                  <a:lnTo>
                    <a:pt x="3436327" y="1793547"/>
                  </a:lnTo>
                  <a:lnTo>
                    <a:pt x="3492105" y="1771121"/>
                  </a:lnTo>
                  <a:lnTo>
                    <a:pt x="3547862" y="1749809"/>
                  </a:lnTo>
                  <a:lnTo>
                    <a:pt x="3603758" y="1729773"/>
                  </a:lnTo>
                  <a:lnTo>
                    <a:pt x="3660057" y="1711123"/>
                  </a:lnTo>
                  <a:lnTo>
                    <a:pt x="3717146" y="1693919"/>
                  </a:lnTo>
                  <a:lnTo>
                    <a:pt x="3775556" y="1678169"/>
                  </a:lnTo>
                  <a:lnTo>
                    <a:pt x="3820202" y="1667395"/>
                  </a:lnTo>
                  <a:lnTo>
                    <a:pt x="3872092" y="1656217"/>
                  </a:lnTo>
                  <a:lnTo>
                    <a:pt x="3926433" y="1646010"/>
                  </a:lnTo>
                  <a:lnTo>
                    <a:pt x="3983911" y="1636739"/>
                  </a:lnTo>
                  <a:lnTo>
                    <a:pt x="4045277" y="1628336"/>
                  </a:lnTo>
                  <a:lnTo>
                    <a:pt x="4111309" y="1620724"/>
                  </a:lnTo>
                  <a:lnTo>
                    <a:pt x="4182771" y="1613818"/>
                  </a:lnTo>
                  <a:lnTo>
                    <a:pt x="4260359" y="1607543"/>
                  </a:lnTo>
                  <a:lnTo>
                    <a:pt x="4344631" y="1601829"/>
                  </a:lnTo>
                  <a:lnTo>
                    <a:pt x="4435920" y="1596622"/>
                  </a:lnTo>
                  <a:lnTo>
                    <a:pt x="4534211" y="1591878"/>
                  </a:lnTo>
                  <a:lnTo>
                    <a:pt x="4639003" y="1587568"/>
                  </a:lnTo>
                  <a:lnTo>
                    <a:pt x="4749165" y="1583674"/>
                  </a:lnTo>
                  <a:lnTo>
                    <a:pt x="4862805" y="1580193"/>
                  </a:lnTo>
                  <a:lnTo>
                    <a:pt x="4977221" y="1577129"/>
                  </a:lnTo>
                  <a:lnTo>
                    <a:pt x="5088965" y="1574490"/>
                  </a:lnTo>
                  <a:lnTo>
                    <a:pt x="5194080" y="1572285"/>
                  </a:lnTo>
                  <a:lnTo>
                    <a:pt x="5288533" y="1570512"/>
                  </a:lnTo>
                  <a:lnTo>
                    <a:pt x="5368768" y="1569156"/>
                  </a:lnTo>
                  <a:lnTo>
                    <a:pt x="5432303" y="1568184"/>
                  </a:lnTo>
                  <a:lnTo>
                    <a:pt x="5478195" y="1567546"/>
                  </a:lnTo>
                  <a:lnTo>
                    <a:pt x="5507289" y="1567178"/>
                  </a:lnTo>
                  <a:lnTo>
                    <a:pt x="5522189" y="1567005"/>
                  </a:lnTo>
                  <a:lnTo>
                    <a:pt x="5527071" y="1566953"/>
                  </a:lnTo>
                  <a:lnTo>
                    <a:pt x="5527445" y="1566949"/>
                  </a:lnTo>
                  <a:lnTo>
                    <a:pt x="6522385" y="1566949"/>
                  </a:lnTo>
                  <a:lnTo>
                    <a:pt x="6523503" y="1566920"/>
                  </a:lnTo>
                  <a:lnTo>
                    <a:pt x="6530879" y="1566711"/>
                  </a:lnTo>
                  <a:lnTo>
                    <a:pt x="6549580" y="1566134"/>
                  </a:lnTo>
                  <a:lnTo>
                    <a:pt x="6583279" y="1564997"/>
                  </a:lnTo>
                  <a:lnTo>
                    <a:pt x="6634048" y="1563118"/>
                  </a:lnTo>
                  <a:lnTo>
                    <a:pt x="6702195" y="1560340"/>
                  </a:lnTo>
                  <a:lnTo>
                    <a:pt x="6786323" y="1556547"/>
                  </a:lnTo>
                  <a:lnTo>
                    <a:pt x="6883633" y="1551669"/>
                  </a:lnTo>
                  <a:lnTo>
                    <a:pt x="6990431" y="1545679"/>
                  </a:lnTo>
                  <a:lnTo>
                    <a:pt x="7102711" y="1538580"/>
                  </a:lnTo>
                  <a:lnTo>
                    <a:pt x="7216673" y="1530396"/>
                  </a:lnTo>
                  <a:lnTo>
                    <a:pt x="7329097" y="1521146"/>
                  </a:lnTo>
                  <a:lnTo>
                    <a:pt x="7437523" y="1510836"/>
                  </a:lnTo>
                  <a:lnTo>
                    <a:pt x="7540286" y="1499450"/>
                  </a:lnTo>
                  <a:lnTo>
                    <a:pt x="7636436" y="1486936"/>
                  </a:lnTo>
                  <a:lnTo>
                    <a:pt x="7725610" y="1473210"/>
                  </a:lnTo>
                  <a:lnTo>
                    <a:pt x="7807887" y="1458155"/>
                  </a:lnTo>
                  <a:lnTo>
                    <a:pt x="7883655" y="1441619"/>
                  </a:lnTo>
                  <a:lnTo>
                    <a:pt x="7953502" y="1423424"/>
                  </a:lnTo>
                  <a:lnTo>
                    <a:pt x="8018135" y="1403368"/>
                  </a:lnTo>
                  <a:lnTo>
                    <a:pt x="8078314" y="1381240"/>
                  </a:lnTo>
                  <a:lnTo>
                    <a:pt x="8134802" y="1356843"/>
                  </a:lnTo>
                  <a:lnTo>
                    <a:pt x="8188331" y="1330017"/>
                  </a:lnTo>
                  <a:lnTo>
                    <a:pt x="8229629" y="1306664"/>
                  </a:lnTo>
                  <a:lnTo>
                    <a:pt x="8282511" y="1273287"/>
                  </a:lnTo>
                  <a:lnTo>
                    <a:pt x="8333900" y="1237031"/>
                  </a:lnTo>
                  <a:lnTo>
                    <a:pt x="8384273" y="1197843"/>
                  </a:lnTo>
                  <a:lnTo>
                    <a:pt x="8434000" y="1155736"/>
                  </a:lnTo>
                  <a:lnTo>
                    <a:pt x="8483359" y="1110799"/>
                  </a:lnTo>
                  <a:lnTo>
                    <a:pt x="8532553" y="1063201"/>
                  </a:lnTo>
                  <a:lnTo>
                    <a:pt x="8581717" y="1013197"/>
                  </a:lnTo>
                  <a:lnTo>
                    <a:pt x="8630932" y="961123"/>
                  </a:lnTo>
                  <a:lnTo>
                    <a:pt x="8680232" y="907390"/>
                  </a:lnTo>
                  <a:lnTo>
                    <a:pt x="8729613" y="852477"/>
                  </a:lnTo>
                  <a:lnTo>
                    <a:pt x="8779046" y="796905"/>
                  </a:lnTo>
                  <a:lnTo>
                    <a:pt x="8828489" y="741225"/>
                  </a:lnTo>
                  <a:lnTo>
                    <a:pt x="8877895" y="685991"/>
                  </a:lnTo>
                  <a:lnTo>
                    <a:pt x="8927228" y="631741"/>
                  </a:lnTo>
                  <a:lnTo>
                    <a:pt x="8976475" y="578971"/>
                  </a:lnTo>
                  <a:lnTo>
                    <a:pt x="9025652" y="528119"/>
                  </a:lnTo>
                  <a:lnTo>
                    <a:pt x="9074821" y="479553"/>
                  </a:lnTo>
                  <a:lnTo>
                    <a:pt x="9124096" y="433559"/>
                  </a:lnTo>
                  <a:lnTo>
                    <a:pt x="9173651" y="390339"/>
                  </a:lnTo>
                  <a:lnTo>
                    <a:pt x="9223735" y="350013"/>
                  </a:lnTo>
                  <a:lnTo>
                    <a:pt x="9274680" y="312623"/>
                  </a:lnTo>
                  <a:lnTo>
                    <a:pt x="9326918" y="278139"/>
                  </a:lnTo>
                  <a:lnTo>
                    <a:pt x="9347647" y="265525"/>
                  </a:lnTo>
                  <a:lnTo>
                    <a:pt x="9399279" y="236696"/>
                  </a:lnTo>
                  <a:lnTo>
                    <a:pt x="9453336" y="210357"/>
                  </a:lnTo>
                  <a:lnTo>
                    <a:pt x="9510491" y="186420"/>
                  </a:lnTo>
                  <a:lnTo>
                    <a:pt x="9571485" y="164717"/>
                  </a:lnTo>
                  <a:lnTo>
                    <a:pt x="9637086" y="145044"/>
                  </a:lnTo>
                  <a:lnTo>
                    <a:pt x="9708046" y="127190"/>
                  </a:lnTo>
                  <a:lnTo>
                    <a:pt x="9785053" y="110959"/>
                  </a:lnTo>
                  <a:lnTo>
                    <a:pt x="9868664" y="96177"/>
                  </a:lnTo>
                  <a:lnTo>
                    <a:pt x="9959217" y="82698"/>
                  </a:lnTo>
                  <a:lnTo>
                    <a:pt x="10056714" y="70411"/>
                  </a:lnTo>
                  <a:lnTo>
                    <a:pt x="10160688" y="59240"/>
                  </a:lnTo>
                  <a:lnTo>
                    <a:pt x="10270056" y="49140"/>
                  </a:lnTo>
                  <a:lnTo>
                    <a:pt x="10383003" y="40098"/>
                  </a:lnTo>
                  <a:lnTo>
                    <a:pt x="10496911" y="32125"/>
                  </a:lnTo>
                  <a:lnTo>
                    <a:pt x="10608424" y="25244"/>
                  </a:lnTo>
                  <a:lnTo>
                    <a:pt x="10713670" y="19472"/>
                  </a:lnTo>
                  <a:lnTo>
                    <a:pt x="10808658" y="14811"/>
                  </a:lnTo>
                  <a:lnTo>
                    <a:pt x="10889824" y="11225"/>
                  </a:lnTo>
                  <a:lnTo>
                    <a:pt x="10954610" y="8635"/>
                  </a:lnTo>
                  <a:lnTo>
                    <a:pt x="11001938" y="6915"/>
                  </a:lnTo>
                  <a:lnTo>
                    <a:pt x="11032469" y="5903"/>
                  </a:lnTo>
                  <a:lnTo>
                    <a:pt x="11048603" y="5414"/>
                  </a:lnTo>
                  <a:lnTo>
                    <a:pt x="11054306" y="525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4" y="29"/>
                  </a:lnTo>
                  <a:lnTo>
                    <a:pt x="11046398" y="238"/>
                  </a:lnTo>
                  <a:lnTo>
                    <a:pt x="11027697" y="814"/>
                  </a:lnTo>
                  <a:lnTo>
                    <a:pt x="10993997" y="1951"/>
                  </a:lnTo>
                  <a:lnTo>
                    <a:pt x="10943229" y="3831"/>
                  </a:lnTo>
                  <a:lnTo>
                    <a:pt x="10875082" y="6609"/>
                  </a:lnTo>
                  <a:lnTo>
                    <a:pt x="10790954" y="10401"/>
                  </a:lnTo>
                  <a:lnTo>
                    <a:pt x="10693644" y="15279"/>
                  </a:lnTo>
                  <a:lnTo>
                    <a:pt x="10586845" y="21270"/>
                  </a:lnTo>
                  <a:lnTo>
                    <a:pt x="10474566" y="28368"/>
                  </a:lnTo>
                  <a:lnTo>
                    <a:pt x="10360603" y="36553"/>
                  </a:lnTo>
                  <a:lnTo>
                    <a:pt x="10248180" y="45803"/>
                  </a:lnTo>
                  <a:lnTo>
                    <a:pt x="10139754" y="56112"/>
                  </a:lnTo>
                  <a:lnTo>
                    <a:pt x="10036991" y="67499"/>
                  </a:lnTo>
                  <a:lnTo>
                    <a:pt x="9940841" y="80013"/>
                  </a:lnTo>
                  <a:lnTo>
                    <a:pt x="9851666" y="93739"/>
                  </a:lnTo>
                  <a:lnTo>
                    <a:pt x="9769390" y="108794"/>
                  </a:lnTo>
                  <a:lnTo>
                    <a:pt x="9693622" y="125329"/>
                  </a:lnTo>
                  <a:lnTo>
                    <a:pt x="9623774" y="143525"/>
                  </a:lnTo>
                  <a:lnTo>
                    <a:pt x="9559141" y="163581"/>
                  </a:lnTo>
                  <a:lnTo>
                    <a:pt x="9498963" y="185708"/>
                  </a:lnTo>
                  <a:lnTo>
                    <a:pt x="9442474" y="210106"/>
                  </a:lnTo>
                  <a:lnTo>
                    <a:pt x="9388945" y="236932"/>
                  </a:lnTo>
                  <a:lnTo>
                    <a:pt x="9347647" y="260284"/>
                  </a:lnTo>
                  <a:lnTo>
                    <a:pt x="9294766" y="293662"/>
                  </a:lnTo>
                  <a:lnTo>
                    <a:pt x="9243377" y="329918"/>
                  </a:lnTo>
                  <a:lnTo>
                    <a:pt x="9193003" y="369105"/>
                  </a:lnTo>
                  <a:lnTo>
                    <a:pt x="9143276" y="411212"/>
                  </a:lnTo>
                  <a:lnTo>
                    <a:pt x="9093917" y="456150"/>
                  </a:lnTo>
                  <a:lnTo>
                    <a:pt x="9044724" y="503747"/>
                  </a:lnTo>
                  <a:lnTo>
                    <a:pt x="8995560" y="553752"/>
                  </a:lnTo>
                  <a:lnTo>
                    <a:pt x="8946345" y="605826"/>
                  </a:lnTo>
                  <a:lnTo>
                    <a:pt x="8897045" y="659558"/>
                  </a:lnTo>
                  <a:lnTo>
                    <a:pt x="8847664" y="714472"/>
                  </a:lnTo>
                  <a:lnTo>
                    <a:pt x="8798230" y="770044"/>
                  </a:lnTo>
                  <a:lnTo>
                    <a:pt x="8748787" y="825724"/>
                  </a:lnTo>
                  <a:lnTo>
                    <a:pt x="8699381" y="880957"/>
                  </a:lnTo>
                  <a:lnTo>
                    <a:pt x="8650048" y="935207"/>
                  </a:lnTo>
                  <a:lnTo>
                    <a:pt x="8600802" y="987978"/>
                  </a:lnTo>
                  <a:lnTo>
                    <a:pt x="8551625" y="1038829"/>
                  </a:lnTo>
                  <a:lnTo>
                    <a:pt x="8502456" y="1087396"/>
                  </a:lnTo>
                  <a:lnTo>
                    <a:pt x="8453181" y="1133390"/>
                  </a:lnTo>
                  <a:lnTo>
                    <a:pt x="8403625" y="1176610"/>
                  </a:lnTo>
                  <a:lnTo>
                    <a:pt x="8353541" y="1216936"/>
                  </a:lnTo>
                  <a:lnTo>
                    <a:pt x="8302596" y="1254326"/>
                  </a:lnTo>
                  <a:lnTo>
                    <a:pt x="8250359" y="1288810"/>
                  </a:lnTo>
                  <a:lnTo>
                    <a:pt x="8229629" y="1301424"/>
                  </a:lnTo>
                  <a:lnTo>
                    <a:pt x="8177997" y="1330253"/>
                  </a:lnTo>
                  <a:lnTo>
                    <a:pt x="8123941" y="1356592"/>
                  </a:lnTo>
                  <a:lnTo>
                    <a:pt x="8066785" y="1380528"/>
                  </a:lnTo>
                  <a:lnTo>
                    <a:pt x="8005791" y="1402231"/>
                  </a:lnTo>
                  <a:lnTo>
                    <a:pt x="7940190" y="1421905"/>
                  </a:lnTo>
                  <a:lnTo>
                    <a:pt x="7869231" y="1439758"/>
                  </a:lnTo>
                  <a:lnTo>
                    <a:pt x="7792224" y="1455989"/>
                  </a:lnTo>
                  <a:lnTo>
                    <a:pt x="7708612" y="1470772"/>
                  </a:lnTo>
                  <a:lnTo>
                    <a:pt x="7618059" y="1484250"/>
                  </a:lnTo>
                  <a:lnTo>
                    <a:pt x="7520562" y="1496537"/>
                  </a:lnTo>
                  <a:lnTo>
                    <a:pt x="7416589" y="1507709"/>
                  </a:lnTo>
                  <a:lnTo>
                    <a:pt x="7307220" y="1517809"/>
                  </a:lnTo>
                  <a:lnTo>
                    <a:pt x="7194274" y="1526851"/>
                  </a:lnTo>
                  <a:lnTo>
                    <a:pt x="7080366" y="1534823"/>
                  </a:lnTo>
                  <a:lnTo>
                    <a:pt x="6968852" y="1541705"/>
                  </a:lnTo>
                  <a:lnTo>
                    <a:pt x="6863606" y="1547476"/>
                  </a:lnTo>
                  <a:lnTo>
                    <a:pt x="6768619" y="1552137"/>
                  </a:lnTo>
                  <a:lnTo>
                    <a:pt x="6687453" y="1555723"/>
                  </a:lnTo>
                  <a:lnTo>
                    <a:pt x="6622667" y="1558314"/>
                  </a:lnTo>
                  <a:lnTo>
                    <a:pt x="6575338" y="1560033"/>
                  </a:lnTo>
                  <a:lnTo>
                    <a:pt x="6544808" y="1561045"/>
                  </a:lnTo>
                  <a:lnTo>
                    <a:pt x="6528673" y="1561534"/>
                  </a:lnTo>
                  <a:lnTo>
                    <a:pt x="6522970" y="1561693"/>
                  </a:lnTo>
                  <a:lnTo>
                    <a:pt x="6522385" y="1561708"/>
                  </a:lnTo>
                  <a:lnTo>
                    <a:pt x="5527445" y="1561708"/>
                  </a:lnTo>
                  <a:lnTo>
                    <a:pt x="5526312" y="1561720"/>
                  </a:lnTo>
                  <a:lnTo>
                    <a:pt x="5518831" y="1561802"/>
                  </a:lnTo>
                  <a:lnTo>
                    <a:pt x="5499872" y="1562028"/>
                  </a:lnTo>
                  <a:lnTo>
                    <a:pt x="5465725" y="1562473"/>
                  </a:lnTo>
                  <a:lnTo>
                    <a:pt x="5414321" y="1563209"/>
                  </a:lnTo>
                  <a:lnTo>
                    <a:pt x="5345383" y="1564296"/>
                  </a:lnTo>
                  <a:lnTo>
                    <a:pt x="5260374" y="1565780"/>
                  </a:lnTo>
                  <a:lnTo>
                    <a:pt x="5162170" y="1567687"/>
                  </a:lnTo>
                  <a:lnTo>
                    <a:pt x="5054542" y="1570029"/>
                  </a:lnTo>
                  <a:lnTo>
                    <a:pt x="4941555" y="1572801"/>
                  </a:lnTo>
                  <a:lnTo>
                    <a:pt x="4827043" y="1575996"/>
                  </a:lnTo>
                  <a:lnTo>
                    <a:pt x="4714238" y="1579607"/>
                  </a:lnTo>
                  <a:lnTo>
                    <a:pt x="4605590" y="1583630"/>
                  </a:lnTo>
                  <a:lnTo>
                    <a:pt x="4502741" y="1588073"/>
                  </a:lnTo>
                  <a:lnTo>
                    <a:pt x="4406612" y="1592959"/>
                  </a:lnTo>
                  <a:lnTo>
                    <a:pt x="4317534" y="1598319"/>
                  </a:lnTo>
                  <a:lnTo>
                    <a:pt x="4235401" y="1604201"/>
                  </a:lnTo>
                  <a:lnTo>
                    <a:pt x="4159797" y="1610666"/>
                  </a:lnTo>
                  <a:lnTo>
                    <a:pt x="4090112" y="1617784"/>
                  </a:lnTo>
                  <a:lnTo>
                    <a:pt x="4025623" y="1625635"/>
                  </a:lnTo>
                  <a:lnTo>
                    <a:pt x="3965556" y="1634300"/>
                  </a:lnTo>
                  <a:lnTo>
                    <a:pt x="3909137" y="1643858"/>
                  </a:lnTo>
                  <a:lnTo>
                    <a:pt x="3855631" y="1654367"/>
                  </a:lnTo>
                  <a:lnTo>
                    <a:pt x="3820202" y="1662154"/>
                  </a:lnTo>
                  <a:lnTo>
                    <a:pt x="3760359" y="1676844"/>
                  </a:lnTo>
                  <a:lnTo>
                    <a:pt x="3702349" y="1692967"/>
                  </a:lnTo>
                  <a:lnTo>
                    <a:pt x="3645508" y="1710546"/>
                  </a:lnTo>
                  <a:lnTo>
                    <a:pt x="3589344" y="1729560"/>
                  </a:lnTo>
                  <a:lnTo>
                    <a:pt x="3533505" y="1749937"/>
                  </a:lnTo>
                  <a:lnTo>
                    <a:pt x="3477755" y="1771554"/>
                  </a:lnTo>
                  <a:lnTo>
                    <a:pt x="3421955" y="1794233"/>
                  </a:lnTo>
                  <a:lnTo>
                    <a:pt x="3366049" y="1817748"/>
                  </a:lnTo>
                  <a:lnTo>
                    <a:pt x="3310041" y="1841830"/>
                  </a:lnTo>
                  <a:lnTo>
                    <a:pt x="3253976" y="1866183"/>
                  </a:lnTo>
                  <a:lnTo>
                    <a:pt x="3197920" y="1890496"/>
                  </a:lnTo>
                  <a:lnTo>
                    <a:pt x="3141935" y="1914460"/>
                  </a:lnTo>
                  <a:lnTo>
                    <a:pt x="3086058" y="1937784"/>
                  </a:lnTo>
                  <a:lnTo>
                    <a:pt x="3030280" y="1960209"/>
                  </a:lnTo>
                  <a:lnTo>
                    <a:pt x="2974523" y="1981522"/>
                  </a:lnTo>
                  <a:lnTo>
                    <a:pt x="2918627" y="2001558"/>
                  </a:lnTo>
                  <a:lnTo>
                    <a:pt x="2862328" y="2020207"/>
                  </a:lnTo>
                  <a:lnTo>
                    <a:pt x="2805239" y="2037411"/>
                  </a:lnTo>
                  <a:lnTo>
                    <a:pt x="2746829" y="2053162"/>
                  </a:lnTo>
                  <a:lnTo>
                    <a:pt x="2702183" y="2063936"/>
                  </a:lnTo>
                  <a:lnTo>
                    <a:pt x="2650293" y="2075113"/>
                  </a:lnTo>
                  <a:lnTo>
                    <a:pt x="2595952" y="2085320"/>
                  </a:lnTo>
                  <a:lnTo>
                    <a:pt x="2538474" y="2094592"/>
                  </a:lnTo>
                  <a:lnTo>
                    <a:pt x="2477108" y="2102994"/>
                  </a:lnTo>
                  <a:lnTo>
                    <a:pt x="2411076" y="2110607"/>
                  </a:lnTo>
                  <a:lnTo>
                    <a:pt x="2339614" y="2117513"/>
                  </a:lnTo>
                  <a:lnTo>
                    <a:pt x="2262026" y="2123788"/>
                  </a:lnTo>
                  <a:lnTo>
                    <a:pt x="2177754" y="2129501"/>
                  </a:lnTo>
                  <a:lnTo>
                    <a:pt x="2086465" y="2134708"/>
                  </a:lnTo>
                  <a:lnTo>
                    <a:pt x="1988174" y="2139452"/>
                  </a:lnTo>
                  <a:lnTo>
                    <a:pt x="1883382" y="2143763"/>
                  </a:lnTo>
                  <a:lnTo>
                    <a:pt x="1773220" y="2147656"/>
                  </a:lnTo>
                  <a:lnTo>
                    <a:pt x="1659580" y="2151138"/>
                  </a:lnTo>
                  <a:lnTo>
                    <a:pt x="1545164" y="2154202"/>
                  </a:lnTo>
                  <a:lnTo>
                    <a:pt x="1433420" y="2156840"/>
                  </a:lnTo>
                  <a:lnTo>
                    <a:pt x="1328305" y="2159045"/>
                  </a:lnTo>
                  <a:lnTo>
                    <a:pt x="1233852" y="2160818"/>
                  </a:lnTo>
                  <a:lnTo>
                    <a:pt x="1153617" y="2162175"/>
                  </a:lnTo>
                  <a:lnTo>
                    <a:pt x="1090082" y="2163146"/>
                  </a:lnTo>
                  <a:lnTo>
                    <a:pt x="1044190" y="2163784"/>
                  </a:lnTo>
                  <a:lnTo>
                    <a:pt x="1015096" y="2164153"/>
                  </a:lnTo>
                  <a:lnTo>
                    <a:pt x="1000196" y="2164326"/>
                  </a:lnTo>
                  <a:lnTo>
                    <a:pt x="995314" y="2164378"/>
                  </a:lnTo>
                  <a:lnTo>
                    <a:pt x="994940" y="2164381"/>
                  </a:lnTo>
                  <a:lnTo>
                    <a:pt x="0" y="2164381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19" name="pl1518"/>
            <p:cNvSpPr/>
            <p:nvPr/>
          </p:nvSpPr>
          <p:spPr>
            <a:xfrm>
              <a:off x="1199187" y="3123253"/>
              <a:ext cx="12049831" cy="2164381"/>
            </a:xfrm>
            <a:custGeom>
              <a:avLst/>
              <a:pathLst>
                <a:path w="12049831" h="2164381">
                  <a:moveTo>
                    <a:pt x="0" y="2164381"/>
                  </a:moveTo>
                  <a:lnTo>
                    <a:pt x="994940" y="2164381"/>
                  </a:lnTo>
                  <a:lnTo>
                    <a:pt x="996073" y="2164370"/>
                  </a:lnTo>
                  <a:lnTo>
                    <a:pt x="1003554" y="2164288"/>
                  </a:lnTo>
                  <a:lnTo>
                    <a:pt x="1022513" y="2164062"/>
                  </a:lnTo>
                  <a:lnTo>
                    <a:pt x="1056660" y="2163617"/>
                  </a:lnTo>
                  <a:lnTo>
                    <a:pt x="1108064" y="2162881"/>
                  </a:lnTo>
                  <a:lnTo>
                    <a:pt x="1177002" y="2161794"/>
                  </a:lnTo>
                  <a:lnTo>
                    <a:pt x="1262011" y="2160310"/>
                  </a:lnTo>
                  <a:lnTo>
                    <a:pt x="1360215" y="2158402"/>
                  </a:lnTo>
                  <a:lnTo>
                    <a:pt x="1467843" y="2156061"/>
                  </a:lnTo>
                  <a:lnTo>
                    <a:pt x="1580830" y="2153289"/>
                  </a:lnTo>
                  <a:lnTo>
                    <a:pt x="1695342" y="2150093"/>
                  </a:lnTo>
                  <a:lnTo>
                    <a:pt x="1808147" y="2146483"/>
                  </a:lnTo>
                  <a:lnTo>
                    <a:pt x="1916795" y="2142460"/>
                  </a:lnTo>
                  <a:lnTo>
                    <a:pt x="2019644" y="2138016"/>
                  </a:lnTo>
                  <a:lnTo>
                    <a:pt x="2115773" y="2133131"/>
                  </a:lnTo>
                  <a:lnTo>
                    <a:pt x="2204851" y="2127771"/>
                  </a:lnTo>
                  <a:lnTo>
                    <a:pt x="2286984" y="2121889"/>
                  </a:lnTo>
                  <a:lnTo>
                    <a:pt x="2362588" y="2115424"/>
                  </a:lnTo>
                  <a:lnTo>
                    <a:pt x="2432273" y="2108306"/>
                  </a:lnTo>
                  <a:lnTo>
                    <a:pt x="2496762" y="2100455"/>
                  </a:lnTo>
                  <a:lnTo>
                    <a:pt x="2556829" y="2091790"/>
                  </a:lnTo>
                  <a:lnTo>
                    <a:pt x="2613248" y="2082232"/>
                  </a:lnTo>
                  <a:lnTo>
                    <a:pt x="2666754" y="2071723"/>
                  </a:lnTo>
                  <a:lnTo>
                    <a:pt x="2702183" y="2063936"/>
                  </a:lnTo>
                  <a:lnTo>
                    <a:pt x="2762026" y="2049246"/>
                  </a:lnTo>
                  <a:lnTo>
                    <a:pt x="2820036" y="2033123"/>
                  </a:lnTo>
                  <a:lnTo>
                    <a:pt x="2876877" y="2015544"/>
                  </a:lnTo>
                  <a:lnTo>
                    <a:pt x="2933041" y="1996530"/>
                  </a:lnTo>
                  <a:lnTo>
                    <a:pt x="2988880" y="1976152"/>
                  </a:lnTo>
                  <a:lnTo>
                    <a:pt x="3044630" y="1954536"/>
                  </a:lnTo>
                  <a:lnTo>
                    <a:pt x="3100430" y="1931857"/>
                  </a:lnTo>
                  <a:lnTo>
                    <a:pt x="3156336" y="1908342"/>
                  </a:lnTo>
                  <a:lnTo>
                    <a:pt x="3212344" y="1884260"/>
                  </a:lnTo>
                  <a:lnTo>
                    <a:pt x="3268409" y="1859906"/>
                  </a:lnTo>
                  <a:lnTo>
                    <a:pt x="3324465" y="1835593"/>
                  </a:lnTo>
                  <a:lnTo>
                    <a:pt x="3380450" y="1811630"/>
                  </a:lnTo>
                  <a:lnTo>
                    <a:pt x="3436327" y="1788306"/>
                  </a:lnTo>
                  <a:lnTo>
                    <a:pt x="3492105" y="1765881"/>
                  </a:lnTo>
                  <a:lnTo>
                    <a:pt x="3547862" y="1744568"/>
                  </a:lnTo>
                  <a:lnTo>
                    <a:pt x="3603758" y="1724532"/>
                  </a:lnTo>
                  <a:lnTo>
                    <a:pt x="3660057" y="1705883"/>
                  </a:lnTo>
                  <a:lnTo>
                    <a:pt x="3717146" y="1688678"/>
                  </a:lnTo>
                  <a:lnTo>
                    <a:pt x="3775556" y="1672928"/>
                  </a:lnTo>
                  <a:lnTo>
                    <a:pt x="3820202" y="1662154"/>
                  </a:lnTo>
                  <a:lnTo>
                    <a:pt x="3872092" y="1650977"/>
                  </a:lnTo>
                  <a:lnTo>
                    <a:pt x="3926433" y="1640769"/>
                  </a:lnTo>
                  <a:lnTo>
                    <a:pt x="3983911" y="1631498"/>
                  </a:lnTo>
                  <a:lnTo>
                    <a:pt x="4045277" y="1623096"/>
                  </a:lnTo>
                  <a:lnTo>
                    <a:pt x="4111309" y="1615483"/>
                  </a:lnTo>
                  <a:lnTo>
                    <a:pt x="4182771" y="1608577"/>
                  </a:lnTo>
                  <a:lnTo>
                    <a:pt x="4260359" y="1602302"/>
                  </a:lnTo>
                  <a:lnTo>
                    <a:pt x="4344631" y="1596589"/>
                  </a:lnTo>
                  <a:lnTo>
                    <a:pt x="4435920" y="1591382"/>
                  </a:lnTo>
                  <a:lnTo>
                    <a:pt x="4534211" y="1586638"/>
                  </a:lnTo>
                  <a:lnTo>
                    <a:pt x="4639003" y="1582327"/>
                  </a:lnTo>
                  <a:lnTo>
                    <a:pt x="4749165" y="1578433"/>
                  </a:lnTo>
                  <a:lnTo>
                    <a:pt x="4862805" y="1574952"/>
                  </a:lnTo>
                  <a:lnTo>
                    <a:pt x="4977221" y="1571888"/>
                  </a:lnTo>
                  <a:lnTo>
                    <a:pt x="5088965" y="1569250"/>
                  </a:lnTo>
                  <a:lnTo>
                    <a:pt x="5194080" y="1567045"/>
                  </a:lnTo>
                  <a:lnTo>
                    <a:pt x="5288533" y="1565271"/>
                  </a:lnTo>
                  <a:lnTo>
                    <a:pt x="5368768" y="1563915"/>
                  </a:lnTo>
                  <a:lnTo>
                    <a:pt x="5432303" y="1562944"/>
                  </a:lnTo>
                  <a:lnTo>
                    <a:pt x="5478195" y="1562306"/>
                  </a:lnTo>
                  <a:lnTo>
                    <a:pt x="5507289" y="1561937"/>
                  </a:lnTo>
                  <a:lnTo>
                    <a:pt x="5522189" y="1561764"/>
                  </a:lnTo>
                  <a:lnTo>
                    <a:pt x="5527071" y="1561712"/>
                  </a:lnTo>
                  <a:lnTo>
                    <a:pt x="5527445" y="1561708"/>
                  </a:lnTo>
                  <a:lnTo>
                    <a:pt x="6522385" y="1561708"/>
                  </a:lnTo>
                  <a:lnTo>
                    <a:pt x="6523503" y="1561679"/>
                  </a:lnTo>
                  <a:lnTo>
                    <a:pt x="6530879" y="1561470"/>
                  </a:lnTo>
                  <a:lnTo>
                    <a:pt x="6549580" y="1560893"/>
                  </a:lnTo>
                  <a:lnTo>
                    <a:pt x="6583279" y="1559756"/>
                  </a:lnTo>
                  <a:lnTo>
                    <a:pt x="6634048" y="1557877"/>
                  </a:lnTo>
                  <a:lnTo>
                    <a:pt x="6702195" y="1555099"/>
                  </a:lnTo>
                  <a:lnTo>
                    <a:pt x="6786323" y="1551307"/>
                  </a:lnTo>
                  <a:lnTo>
                    <a:pt x="6883633" y="1546429"/>
                  </a:lnTo>
                  <a:lnTo>
                    <a:pt x="6990431" y="1540438"/>
                  </a:lnTo>
                  <a:lnTo>
                    <a:pt x="7102711" y="1533340"/>
                  </a:lnTo>
                  <a:lnTo>
                    <a:pt x="7216673" y="1525155"/>
                  </a:lnTo>
                  <a:lnTo>
                    <a:pt x="7329097" y="1515905"/>
                  </a:lnTo>
                  <a:lnTo>
                    <a:pt x="7437523" y="1505596"/>
                  </a:lnTo>
                  <a:lnTo>
                    <a:pt x="7540286" y="1494209"/>
                  </a:lnTo>
                  <a:lnTo>
                    <a:pt x="7636436" y="1481695"/>
                  </a:lnTo>
                  <a:lnTo>
                    <a:pt x="7725610" y="1467969"/>
                  </a:lnTo>
                  <a:lnTo>
                    <a:pt x="7807887" y="1452914"/>
                  </a:lnTo>
                  <a:lnTo>
                    <a:pt x="7883655" y="1436379"/>
                  </a:lnTo>
                  <a:lnTo>
                    <a:pt x="7953502" y="1418183"/>
                  </a:lnTo>
                  <a:lnTo>
                    <a:pt x="8018135" y="1398127"/>
                  </a:lnTo>
                  <a:lnTo>
                    <a:pt x="8078314" y="1376000"/>
                  </a:lnTo>
                  <a:lnTo>
                    <a:pt x="8134802" y="1351602"/>
                  </a:lnTo>
                  <a:lnTo>
                    <a:pt x="8188331" y="1324776"/>
                  </a:lnTo>
                  <a:lnTo>
                    <a:pt x="8229629" y="1301424"/>
                  </a:lnTo>
                  <a:lnTo>
                    <a:pt x="8282511" y="1268046"/>
                  </a:lnTo>
                  <a:lnTo>
                    <a:pt x="8333900" y="1231790"/>
                  </a:lnTo>
                  <a:lnTo>
                    <a:pt x="8384273" y="1192603"/>
                  </a:lnTo>
                  <a:lnTo>
                    <a:pt x="8434000" y="1150496"/>
                  </a:lnTo>
                  <a:lnTo>
                    <a:pt x="8483359" y="1105558"/>
                  </a:lnTo>
                  <a:lnTo>
                    <a:pt x="8532553" y="1057961"/>
                  </a:lnTo>
                  <a:lnTo>
                    <a:pt x="8581717" y="1007956"/>
                  </a:lnTo>
                  <a:lnTo>
                    <a:pt x="8630932" y="955882"/>
                  </a:lnTo>
                  <a:lnTo>
                    <a:pt x="8680232" y="902150"/>
                  </a:lnTo>
                  <a:lnTo>
                    <a:pt x="8729613" y="847236"/>
                  </a:lnTo>
                  <a:lnTo>
                    <a:pt x="8779046" y="791664"/>
                  </a:lnTo>
                  <a:lnTo>
                    <a:pt x="8828489" y="735984"/>
                  </a:lnTo>
                  <a:lnTo>
                    <a:pt x="8877895" y="680751"/>
                  </a:lnTo>
                  <a:lnTo>
                    <a:pt x="8927228" y="626501"/>
                  </a:lnTo>
                  <a:lnTo>
                    <a:pt x="8976475" y="573730"/>
                  </a:lnTo>
                  <a:lnTo>
                    <a:pt x="9025652" y="522879"/>
                  </a:lnTo>
                  <a:lnTo>
                    <a:pt x="9074821" y="474312"/>
                  </a:lnTo>
                  <a:lnTo>
                    <a:pt x="9124096" y="428318"/>
                  </a:lnTo>
                  <a:lnTo>
                    <a:pt x="9173651" y="385098"/>
                  </a:lnTo>
                  <a:lnTo>
                    <a:pt x="9223735" y="344772"/>
                  </a:lnTo>
                  <a:lnTo>
                    <a:pt x="9274680" y="307382"/>
                  </a:lnTo>
                  <a:lnTo>
                    <a:pt x="9326918" y="272898"/>
                  </a:lnTo>
                  <a:lnTo>
                    <a:pt x="9347647" y="260284"/>
                  </a:lnTo>
                  <a:lnTo>
                    <a:pt x="9399279" y="231455"/>
                  </a:lnTo>
                  <a:lnTo>
                    <a:pt x="9453336" y="205116"/>
                  </a:lnTo>
                  <a:lnTo>
                    <a:pt x="9510491" y="181180"/>
                  </a:lnTo>
                  <a:lnTo>
                    <a:pt x="9571485" y="159477"/>
                  </a:lnTo>
                  <a:lnTo>
                    <a:pt x="9637086" y="139803"/>
                  </a:lnTo>
                  <a:lnTo>
                    <a:pt x="9708046" y="121950"/>
                  </a:lnTo>
                  <a:lnTo>
                    <a:pt x="9785053" y="105719"/>
                  </a:lnTo>
                  <a:lnTo>
                    <a:pt x="9868664" y="90936"/>
                  </a:lnTo>
                  <a:lnTo>
                    <a:pt x="9959217" y="77457"/>
                  </a:lnTo>
                  <a:lnTo>
                    <a:pt x="10056714" y="65171"/>
                  </a:lnTo>
                  <a:lnTo>
                    <a:pt x="10160688" y="53999"/>
                  </a:lnTo>
                  <a:lnTo>
                    <a:pt x="10270056" y="43899"/>
                  </a:lnTo>
                  <a:lnTo>
                    <a:pt x="10383003" y="34857"/>
                  </a:lnTo>
                  <a:lnTo>
                    <a:pt x="10496911" y="26885"/>
                  </a:lnTo>
                  <a:lnTo>
                    <a:pt x="10608424" y="20003"/>
                  </a:lnTo>
                  <a:lnTo>
                    <a:pt x="10713670" y="14232"/>
                  </a:lnTo>
                  <a:lnTo>
                    <a:pt x="10808658" y="9571"/>
                  </a:lnTo>
                  <a:lnTo>
                    <a:pt x="10889824" y="5985"/>
                  </a:lnTo>
                  <a:lnTo>
                    <a:pt x="10954610" y="3394"/>
                  </a:lnTo>
                  <a:lnTo>
                    <a:pt x="11001938" y="1674"/>
                  </a:lnTo>
                  <a:lnTo>
                    <a:pt x="11032469" y="663"/>
                  </a:lnTo>
                  <a:lnTo>
                    <a:pt x="11048603" y="174"/>
                  </a:lnTo>
                  <a:lnTo>
                    <a:pt x="11054306" y="1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0" name="pl1519"/>
            <p:cNvSpPr/>
            <p:nvPr/>
          </p:nvSpPr>
          <p:spPr>
            <a:xfrm>
              <a:off x="1199187" y="3118012"/>
              <a:ext cx="12049831" cy="2164381"/>
            </a:xfrm>
            <a:custGeom>
              <a:avLst/>
              <a:pathLst>
                <a:path w="12049831" h="2164381">
                  <a:moveTo>
                    <a:pt x="12049831" y="0"/>
                  </a:moveTo>
                  <a:lnTo>
                    <a:pt x="11054891" y="0"/>
                  </a:lnTo>
                  <a:lnTo>
                    <a:pt x="11053774" y="29"/>
                  </a:lnTo>
                  <a:lnTo>
                    <a:pt x="11046398" y="238"/>
                  </a:lnTo>
                  <a:lnTo>
                    <a:pt x="11027697" y="814"/>
                  </a:lnTo>
                  <a:lnTo>
                    <a:pt x="10993997" y="1951"/>
                  </a:lnTo>
                  <a:lnTo>
                    <a:pt x="10943229" y="3831"/>
                  </a:lnTo>
                  <a:lnTo>
                    <a:pt x="10875082" y="6609"/>
                  </a:lnTo>
                  <a:lnTo>
                    <a:pt x="10790954" y="10401"/>
                  </a:lnTo>
                  <a:lnTo>
                    <a:pt x="10693644" y="15279"/>
                  </a:lnTo>
                  <a:lnTo>
                    <a:pt x="10586845" y="21270"/>
                  </a:lnTo>
                  <a:lnTo>
                    <a:pt x="10474566" y="28368"/>
                  </a:lnTo>
                  <a:lnTo>
                    <a:pt x="10360603" y="36553"/>
                  </a:lnTo>
                  <a:lnTo>
                    <a:pt x="10248180" y="45803"/>
                  </a:lnTo>
                  <a:lnTo>
                    <a:pt x="10139754" y="56112"/>
                  </a:lnTo>
                  <a:lnTo>
                    <a:pt x="10036991" y="67499"/>
                  </a:lnTo>
                  <a:lnTo>
                    <a:pt x="9940841" y="80013"/>
                  </a:lnTo>
                  <a:lnTo>
                    <a:pt x="9851666" y="93739"/>
                  </a:lnTo>
                  <a:lnTo>
                    <a:pt x="9769390" y="108794"/>
                  </a:lnTo>
                  <a:lnTo>
                    <a:pt x="9693622" y="125329"/>
                  </a:lnTo>
                  <a:lnTo>
                    <a:pt x="9623774" y="143525"/>
                  </a:lnTo>
                  <a:lnTo>
                    <a:pt x="9559141" y="163581"/>
                  </a:lnTo>
                  <a:lnTo>
                    <a:pt x="9498963" y="185708"/>
                  </a:lnTo>
                  <a:lnTo>
                    <a:pt x="9442474" y="210106"/>
                  </a:lnTo>
                  <a:lnTo>
                    <a:pt x="9388945" y="236932"/>
                  </a:lnTo>
                  <a:lnTo>
                    <a:pt x="9347647" y="260284"/>
                  </a:lnTo>
                  <a:lnTo>
                    <a:pt x="9294766" y="293662"/>
                  </a:lnTo>
                  <a:lnTo>
                    <a:pt x="9243377" y="329918"/>
                  </a:lnTo>
                  <a:lnTo>
                    <a:pt x="9193003" y="369105"/>
                  </a:lnTo>
                  <a:lnTo>
                    <a:pt x="9143276" y="411212"/>
                  </a:lnTo>
                  <a:lnTo>
                    <a:pt x="9093917" y="456150"/>
                  </a:lnTo>
                  <a:lnTo>
                    <a:pt x="9044724" y="503747"/>
                  </a:lnTo>
                  <a:lnTo>
                    <a:pt x="8995560" y="553752"/>
                  </a:lnTo>
                  <a:lnTo>
                    <a:pt x="8946345" y="605826"/>
                  </a:lnTo>
                  <a:lnTo>
                    <a:pt x="8897045" y="659558"/>
                  </a:lnTo>
                  <a:lnTo>
                    <a:pt x="8847664" y="714472"/>
                  </a:lnTo>
                  <a:lnTo>
                    <a:pt x="8798230" y="770044"/>
                  </a:lnTo>
                  <a:lnTo>
                    <a:pt x="8748787" y="825724"/>
                  </a:lnTo>
                  <a:lnTo>
                    <a:pt x="8699381" y="880957"/>
                  </a:lnTo>
                  <a:lnTo>
                    <a:pt x="8650048" y="935207"/>
                  </a:lnTo>
                  <a:lnTo>
                    <a:pt x="8600802" y="987978"/>
                  </a:lnTo>
                  <a:lnTo>
                    <a:pt x="8551625" y="1038829"/>
                  </a:lnTo>
                  <a:lnTo>
                    <a:pt x="8502456" y="1087396"/>
                  </a:lnTo>
                  <a:lnTo>
                    <a:pt x="8453181" y="1133390"/>
                  </a:lnTo>
                  <a:lnTo>
                    <a:pt x="8403625" y="1176610"/>
                  </a:lnTo>
                  <a:lnTo>
                    <a:pt x="8353541" y="1216936"/>
                  </a:lnTo>
                  <a:lnTo>
                    <a:pt x="8302596" y="1254326"/>
                  </a:lnTo>
                  <a:lnTo>
                    <a:pt x="8250359" y="1288810"/>
                  </a:lnTo>
                  <a:lnTo>
                    <a:pt x="8229629" y="1301424"/>
                  </a:lnTo>
                  <a:lnTo>
                    <a:pt x="8177997" y="1330253"/>
                  </a:lnTo>
                  <a:lnTo>
                    <a:pt x="8123941" y="1356592"/>
                  </a:lnTo>
                  <a:lnTo>
                    <a:pt x="8066785" y="1380528"/>
                  </a:lnTo>
                  <a:lnTo>
                    <a:pt x="8005791" y="1402231"/>
                  </a:lnTo>
                  <a:lnTo>
                    <a:pt x="7940190" y="1421905"/>
                  </a:lnTo>
                  <a:lnTo>
                    <a:pt x="7869231" y="1439758"/>
                  </a:lnTo>
                  <a:lnTo>
                    <a:pt x="7792224" y="1455989"/>
                  </a:lnTo>
                  <a:lnTo>
                    <a:pt x="7708612" y="1470772"/>
                  </a:lnTo>
                  <a:lnTo>
                    <a:pt x="7618059" y="1484250"/>
                  </a:lnTo>
                  <a:lnTo>
                    <a:pt x="7520562" y="1496537"/>
                  </a:lnTo>
                  <a:lnTo>
                    <a:pt x="7416589" y="1507709"/>
                  </a:lnTo>
                  <a:lnTo>
                    <a:pt x="7307220" y="1517809"/>
                  </a:lnTo>
                  <a:lnTo>
                    <a:pt x="7194274" y="1526851"/>
                  </a:lnTo>
                  <a:lnTo>
                    <a:pt x="7080366" y="1534823"/>
                  </a:lnTo>
                  <a:lnTo>
                    <a:pt x="6968852" y="1541705"/>
                  </a:lnTo>
                  <a:lnTo>
                    <a:pt x="6863606" y="1547476"/>
                  </a:lnTo>
                  <a:lnTo>
                    <a:pt x="6768619" y="1552137"/>
                  </a:lnTo>
                  <a:lnTo>
                    <a:pt x="6687453" y="1555723"/>
                  </a:lnTo>
                  <a:lnTo>
                    <a:pt x="6622667" y="1558314"/>
                  </a:lnTo>
                  <a:lnTo>
                    <a:pt x="6575338" y="1560033"/>
                  </a:lnTo>
                  <a:lnTo>
                    <a:pt x="6544808" y="1561045"/>
                  </a:lnTo>
                  <a:lnTo>
                    <a:pt x="6528673" y="1561534"/>
                  </a:lnTo>
                  <a:lnTo>
                    <a:pt x="6522970" y="1561693"/>
                  </a:lnTo>
                  <a:lnTo>
                    <a:pt x="6522385" y="1561708"/>
                  </a:lnTo>
                  <a:lnTo>
                    <a:pt x="5527445" y="1561708"/>
                  </a:lnTo>
                  <a:lnTo>
                    <a:pt x="5526312" y="1561720"/>
                  </a:lnTo>
                  <a:lnTo>
                    <a:pt x="5518831" y="1561802"/>
                  </a:lnTo>
                  <a:lnTo>
                    <a:pt x="5499872" y="1562028"/>
                  </a:lnTo>
                  <a:lnTo>
                    <a:pt x="5465725" y="1562473"/>
                  </a:lnTo>
                  <a:lnTo>
                    <a:pt x="5414321" y="1563209"/>
                  </a:lnTo>
                  <a:lnTo>
                    <a:pt x="5345383" y="1564296"/>
                  </a:lnTo>
                  <a:lnTo>
                    <a:pt x="5260374" y="1565780"/>
                  </a:lnTo>
                  <a:lnTo>
                    <a:pt x="5162170" y="1567687"/>
                  </a:lnTo>
                  <a:lnTo>
                    <a:pt x="5054542" y="1570029"/>
                  </a:lnTo>
                  <a:lnTo>
                    <a:pt x="4941555" y="1572801"/>
                  </a:lnTo>
                  <a:lnTo>
                    <a:pt x="4827043" y="1575996"/>
                  </a:lnTo>
                  <a:lnTo>
                    <a:pt x="4714238" y="1579607"/>
                  </a:lnTo>
                  <a:lnTo>
                    <a:pt x="4605590" y="1583630"/>
                  </a:lnTo>
                  <a:lnTo>
                    <a:pt x="4502741" y="1588073"/>
                  </a:lnTo>
                  <a:lnTo>
                    <a:pt x="4406612" y="1592959"/>
                  </a:lnTo>
                  <a:lnTo>
                    <a:pt x="4317534" y="1598319"/>
                  </a:lnTo>
                  <a:lnTo>
                    <a:pt x="4235401" y="1604201"/>
                  </a:lnTo>
                  <a:lnTo>
                    <a:pt x="4159797" y="1610666"/>
                  </a:lnTo>
                  <a:lnTo>
                    <a:pt x="4090112" y="1617784"/>
                  </a:lnTo>
                  <a:lnTo>
                    <a:pt x="4025623" y="1625635"/>
                  </a:lnTo>
                  <a:lnTo>
                    <a:pt x="3965556" y="1634300"/>
                  </a:lnTo>
                  <a:lnTo>
                    <a:pt x="3909137" y="1643858"/>
                  </a:lnTo>
                  <a:lnTo>
                    <a:pt x="3855631" y="1654367"/>
                  </a:lnTo>
                  <a:lnTo>
                    <a:pt x="3820202" y="1662154"/>
                  </a:lnTo>
                  <a:lnTo>
                    <a:pt x="3760359" y="1676844"/>
                  </a:lnTo>
                  <a:lnTo>
                    <a:pt x="3702349" y="1692967"/>
                  </a:lnTo>
                  <a:lnTo>
                    <a:pt x="3645508" y="1710546"/>
                  </a:lnTo>
                  <a:lnTo>
                    <a:pt x="3589344" y="1729560"/>
                  </a:lnTo>
                  <a:lnTo>
                    <a:pt x="3533505" y="1749937"/>
                  </a:lnTo>
                  <a:lnTo>
                    <a:pt x="3477755" y="1771554"/>
                  </a:lnTo>
                  <a:lnTo>
                    <a:pt x="3421955" y="1794233"/>
                  </a:lnTo>
                  <a:lnTo>
                    <a:pt x="3366049" y="1817748"/>
                  </a:lnTo>
                  <a:lnTo>
                    <a:pt x="3310041" y="1841830"/>
                  </a:lnTo>
                  <a:lnTo>
                    <a:pt x="3253976" y="1866183"/>
                  </a:lnTo>
                  <a:lnTo>
                    <a:pt x="3197920" y="1890496"/>
                  </a:lnTo>
                  <a:lnTo>
                    <a:pt x="3141935" y="1914460"/>
                  </a:lnTo>
                  <a:lnTo>
                    <a:pt x="3086058" y="1937784"/>
                  </a:lnTo>
                  <a:lnTo>
                    <a:pt x="3030280" y="1960209"/>
                  </a:lnTo>
                  <a:lnTo>
                    <a:pt x="2974523" y="1981522"/>
                  </a:lnTo>
                  <a:lnTo>
                    <a:pt x="2918627" y="2001558"/>
                  </a:lnTo>
                  <a:lnTo>
                    <a:pt x="2862328" y="2020207"/>
                  </a:lnTo>
                  <a:lnTo>
                    <a:pt x="2805239" y="2037411"/>
                  </a:lnTo>
                  <a:lnTo>
                    <a:pt x="2746829" y="2053162"/>
                  </a:lnTo>
                  <a:lnTo>
                    <a:pt x="2702183" y="2063936"/>
                  </a:lnTo>
                  <a:lnTo>
                    <a:pt x="2650293" y="2075113"/>
                  </a:lnTo>
                  <a:lnTo>
                    <a:pt x="2595952" y="2085320"/>
                  </a:lnTo>
                  <a:lnTo>
                    <a:pt x="2538474" y="2094592"/>
                  </a:lnTo>
                  <a:lnTo>
                    <a:pt x="2477108" y="2102994"/>
                  </a:lnTo>
                  <a:lnTo>
                    <a:pt x="2411076" y="2110607"/>
                  </a:lnTo>
                  <a:lnTo>
                    <a:pt x="2339614" y="2117513"/>
                  </a:lnTo>
                  <a:lnTo>
                    <a:pt x="2262026" y="2123788"/>
                  </a:lnTo>
                  <a:lnTo>
                    <a:pt x="2177754" y="2129501"/>
                  </a:lnTo>
                  <a:lnTo>
                    <a:pt x="2086465" y="2134708"/>
                  </a:lnTo>
                  <a:lnTo>
                    <a:pt x="1988174" y="2139452"/>
                  </a:lnTo>
                  <a:lnTo>
                    <a:pt x="1883382" y="2143763"/>
                  </a:lnTo>
                  <a:lnTo>
                    <a:pt x="1773220" y="2147656"/>
                  </a:lnTo>
                  <a:lnTo>
                    <a:pt x="1659580" y="2151138"/>
                  </a:lnTo>
                  <a:lnTo>
                    <a:pt x="1545164" y="2154202"/>
                  </a:lnTo>
                  <a:lnTo>
                    <a:pt x="1433420" y="2156840"/>
                  </a:lnTo>
                  <a:lnTo>
                    <a:pt x="1328305" y="2159045"/>
                  </a:lnTo>
                  <a:lnTo>
                    <a:pt x="1233852" y="2160818"/>
                  </a:lnTo>
                  <a:lnTo>
                    <a:pt x="1153617" y="2162175"/>
                  </a:lnTo>
                  <a:lnTo>
                    <a:pt x="1090082" y="2163146"/>
                  </a:lnTo>
                  <a:lnTo>
                    <a:pt x="1044190" y="2163784"/>
                  </a:lnTo>
                  <a:lnTo>
                    <a:pt x="1015096" y="2164153"/>
                  </a:lnTo>
                  <a:lnTo>
                    <a:pt x="1000196" y="2164326"/>
                  </a:lnTo>
                  <a:lnTo>
                    <a:pt x="995314" y="2164378"/>
                  </a:lnTo>
                  <a:lnTo>
                    <a:pt x="994940" y="2164381"/>
                  </a:lnTo>
                  <a:lnTo>
                    <a:pt x="0" y="2164381"/>
                  </a:lnTo>
                  <a:lnTo>
                    <a:pt x="0" y="21643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1" name="pg1520"/>
            <p:cNvSpPr/>
            <p:nvPr/>
          </p:nvSpPr>
          <p:spPr>
            <a:xfrm>
              <a:off x="1199187" y="3657798"/>
              <a:ext cx="12049831" cy="1635077"/>
            </a:xfrm>
            <a:custGeom>
              <a:avLst/>
              <a:pathLst>
                <a:path w="12049831" h="1635077">
                  <a:moveTo>
                    <a:pt x="0" y="1635077"/>
                  </a:moveTo>
                  <a:lnTo>
                    <a:pt x="994940" y="1635077"/>
                  </a:lnTo>
                  <a:lnTo>
                    <a:pt x="996073" y="1635066"/>
                  </a:lnTo>
                  <a:lnTo>
                    <a:pt x="1003555" y="1634986"/>
                  </a:lnTo>
                  <a:lnTo>
                    <a:pt x="1022515" y="1634764"/>
                  </a:lnTo>
                  <a:lnTo>
                    <a:pt x="1056665" y="1634326"/>
                  </a:lnTo>
                  <a:lnTo>
                    <a:pt x="1108073" y="1633603"/>
                  </a:lnTo>
                  <a:lnTo>
                    <a:pt x="1177016" y="1632534"/>
                  </a:lnTo>
                  <a:lnTo>
                    <a:pt x="1262030" y="1631076"/>
                  </a:lnTo>
                  <a:lnTo>
                    <a:pt x="1360239" y="1629202"/>
                  </a:lnTo>
                  <a:lnTo>
                    <a:pt x="1467873" y="1626901"/>
                  </a:lnTo>
                  <a:lnTo>
                    <a:pt x="1580864" y="1624177"/>
                  </a:lnTo>
                  <a:lnTo>
                    <a:pt x="1695380" y="1621037"/>
                  </a:lnTo>
                  <a:lnTo>
                    <a:pt x="1808187" y="1617489"/>
                  </a:lnTo>
                  <a:lnTo>
                    <a:pt x="1916836" y="1613536"/>
                  </a:lnTo>
                  <a:lnTo>
                    <a:pt x="2019685" y="1609169"/>
                  </a:lnTo>
                  <a:lnTo>
                    <a:pt x="2115814" y="1604369"/>
                  </a:lnTo>
                  <a:lnTo>
                    <a:pt x="2204891" y="1599101"/>
                  </a:lnTo>
                  <a:lnTo>
                    <a:pt x="2287024" y="1593321"/>
                  </a:lnTo>
                  <a:lnTo>
                    <a:pt x="2362627" y="1586968"/>
                  </a:lnTo>
                  <a:lnTo>
                    <a:pt x="2432311" y="1579973"/>
                  </a:lnTo>
                  <a:lnTo>
                    <a:pt x="2496799" y="1572258"/>
                  </a:lnTo>
                  <a:lnTo>
                    <a:pt x="2556865" y="1563742"/>
                  </a:lnTo>
                  <a:lnTo>
                    <a:pt x="2613284" y="1554350"/>
                  </a:lnTo>
                  <a:lnTo>
                    <a:pt x="2666789" y="1544023"/>
                  </a:lnTo>
                  <a:lnTo>
                    <a:pt x="2702183" y="1536379"/>
                  </a:lnTo>
                  <a:lnTo>
                    <a:pt x="2762084" y="1521929"/>
                  </a:lnTo>
                  <a:lnTo>
                    <a:pt x="2820149" y="1506069"/>
                  </a:lnTo>
                  <a:lnTo>
                    <a:pt x="2877044" y="1488775"/>
                  </a:lnTo>
                  <a:lnTo>
                    <a:pt x="2933262" y="1470068"/>
                  </a:lnTo>
                  <a:lnTo>
                    <a:pt x="2989155" y="1450020"/>
                  </a:lnTo>
                  <a:lnTo>
                    <a:pt x="3044961" y="1428752"/>
                  </a:lnTo>
                  <a:lnTo>
                    <a:pt x="3100816" y="1406439"/>
                  </a:lnTo>
                  <a:lnTo>
                    <a:pt x="3156778" y="1383306"/>
                  </a:lnTo>
                  <a:lnTo>
                    <a:pt x="3212843" y="1359615"/>
                  </a:lnTo>
                  <a:lnTo>
                    <a:pt x="3268963" y="1335661"/>
                  </a:lnTo>
                  <a:lnTo>
                    <a:pt x="3325074" y="1311749"/>
                  </a:lnTo>
                  <a:lnTo>
                    <a:pt x="3381113" y="1288184"/>
                  </a:lnTo>
                  <a:lnTo>
                    <a:pt x="3437044" y="1265253"/>
                  </a:lnTo>
                  <a:lnTo>
                    <a:pt x="3492876" y="1243209"/>
                  </a:lnTo>
                  <a:lnTo>
                    <a:pt x="3548689" y="1222264"/>
                  </a:lnTo>
                  <a:lnTo>
                    <a:pt x="3604644" y="1202577"/>
                  </a:lnTo>
                  <a:lnTo>
                    <a:pt x="3661008" y="1184257"/>
                  </a:lnTo>
                  <a:lnTo>
                    <a:pt x="3718171" y="1167360"/>
                  </a:lnTo>
                  <a:lnTo>
                    <a:pt x="3776670" y="1151894"/>
                  </a:lnTo>
                  <a:lnTo>
                    <a:pt x="3820202" y="1141584"/>
                  </a:lnTo>
                  <a:lnTo>
                    <a:pt x="3872093" y="1130601"/>
                  </a:lnTo>
                  <a:lnTo>
                    <a:pt x="3926436" y="1120571"/>
                  </a:lnTo>
                  <a:lnTo>
                    <a:pt x="3983916" y="1111461"/>
                  </a:lnTo>
                  <a:lnTo>
                    <a:pt x="4045284" y="1103204"/>
                  </a:lnTo>
                  <a:lnTo>
                    <a:pt x="4111319" y="1095724"/>
                  </a:lnTo>
                  <a:lnTo>
                    <a:pt x="4182784" y="1088938"/>
                  </a:lnTo>
                  <a:lnTo>
                    <a:pt x="4260375" y="1082772"/>
                  </a:lnTo>
                  <a:lnTo>
                    <a:pt x="4344652" y="1077158"/>
                  </a:lnTo>
                  <a:lnTo>
                    <a:pt x="4435945" y="1072042"/>
                  </a:lnTo>
                  <a:lnTo>
                    <a:pt x="4534241" y="1067380"/>
                  </a:lnTo>
                  <a:lnTo>
                    <a:pt x="4639039" y="1063144"/>
                  </a:lnTo>
                  <a:lnTo>
                    <a:pt x="4749205" y="1059318"/>
                  </a:lnTo>
                  <a:lnTo>
                    <a:pt x="4862849" y="1055898"/>
                  </a:lnTo>
                  <a:lnTo>
                    <a:pt x="4977268" y="1052887"/>
                  </a:lnTo>
                  <a:lnTo>
                    <a:pt x="5089013" y="1050295"/>
                  </a:lnTo>
                  <a:lnTo>
                    <a:pt x="5194128" y="1048128"/>
                  </a:lnTo>
                  <a:lnTo>
                    <a:pt x="5288577" y="1046386"/>
                  </a:lnTo>
                  <a:lnTo>
                    <a:pt x="5368807" y="1045054"/>
                  </a:lnTo>
                  <a:lnTo>
                    <a:pt x="5432333" y="1044099"/>
                  </a:lnTo>
                  <a:lnTo>
                    <a:pt x="5478217" y="1043472"/>
                  </a:lnTo>
                  <a:lnTo>
                    <a:pt x="5507302" y="1043110"/>
                  </a:lnTo>
                  <a:lnTo>
                    <a:pt x="5522195" y="1042940"/>
                  </a:lnTo>
                  <a:lnTo>
                    <a:pt x="5527072" y="1042889"/>
                  </a:lnTo>
                  <a:lnTo>
                    <a:pt x="5527445" y="1042886"/>
                  </a:lnTo>
                  <a:lnTo>
                    <a:pt x="6522385" y="1042886"/>
                  </a:lnTo>
                  <a:lnTo>
                    <a:pt x="6523513" y="1042866"/>
                  </a:lnTo>
                  <a:lnTo>
                    <a:pt x="6530958" y="1042726"/>
                  </a:lnTo>
                  <a:lnTo>
                    <a:pt x="6549827" y="1042339"/>
                  </a:lnTo>
                  <a:lnTo>
                    <a:pt x="6583818" y="1041576"/>
                  </a:lnTo>
                  <a:lnTo>
                    <a:pt x="6635002" y="1040316"/>
                  </a:lnTo>
                  <a:lnTo>
                    <a:pt x="6703665" y="1038453"/>
                  </a:lnTo>
                  <a:lnTo>
                    <a:pt x="6788369" y="1035910"/>
                  </a:lnTo>
                  <a:lnTo>
                    <a:pt x="6886263" y="1032641"/>
                  </a:lnTo>
                  <a:lnTo>
                    <a:pt x="6993605" y="1028627"/>
                  </a:lnTo>
                  <a:lnTo>
                    <a:pt x="7106347" y="1023874"/>
                  </a:lnTo>
                  <a:lnTo>
                    <a:pt x="7220670" y="1018394"/>
                  </a:lnTo>
                  <a:lnTo>
                    <a:pt x="7333344" y="1012203"/>
                  </a:lnTo>
                  <a:lnTo>
                    <a:pt x="7441916" y="1005303"/>
                  </a:lnTo>
                  <a:lnTo>
                    <a:pt x="7544735" y="997681"/>
                  </a:lnTo>
                  <a:lnTo>
                    <a:pt x="7640873" y="989304"/>
                  </a:lnTo>
                  <a:lnTo>
                    <a:pt x="7729984" y="980113"/>
                  </a:lnTo>
                  <a:lnTo>
                    <a:pt x="7812168" y="970029"/>
                  </a:lnTo>
                  <a:lnTo>
                    <a:pt x="7887829" y="958948"/>
                  </a:lnTo>
                  <a:lnTo>
                    <a:pt x="7957570" y="946750"/>
                  </a:lnTo>
                  <a:lnTo>
                    <a:pt x="8022109" y="933300"/>
                  </a:lnTo>
                  <a:lnTo>
                    <a:pt x="8082214" y="918456"/>
                  </a:lnTo>
                  <a:lnTo>
                    <a:pt x="8138656" y="902085"/>
                  </a:lnTo>
                  <a:lnTo>
                    <a:pt x="8192169" y="884085"/>
                  </a:lnTo>
                  <a:lnTo>
                    <a:pt x="8229629" y="869945"/>
                  </a:lnTo>
                  <a:lnTo>
                    <a:pt x="8286564" y="845959"/>
                  </a:lnTo>
                  <a:lnTo>
                    <a:pt x="8341811" y="819747"/>
                  </a:lnTo>
                  <a:lnTo>
                    <a:pt x="8395950" y="791270"/>
                  </a:lnTo>
                  <a:lnTo>
                    <a:pt x="8449422" y="760550"/>
                  </a:lnTo>
                  <a:lnTo>
                    <a:pt x="8502547" y="727680"/>
                  </a:lnTo>
                  <a:lnTo>
                    <a:pt x="8555549" y="692825"/>
                  </a:lnTo>
                  <a:lnTo>
                    <a:pt x="8608567" y="656227"/>
                  </a:lnTo>
                  <a:lnTo>
                    <a:pt x="8661671" y="618199"/>
                  </a:lnTo>
                  <a:lnTo>
                    <a:pt x="8714875" y="579115"/>
                  </a:lnTo>
                  <a:lnTo>
                    <a:pt x="8768151" y="539401"/>
                  </a:lnTo>
                  <a:lnTo>
                    <a:pt x="8821451" y="499508"/>
                  </a:lnTo>
                  <a:lnTo>
                    <a:pt x="8874714" y="459899"/>
                  </a:lnTo>
                  <a:lnTo>
                    <a:pt x="8927896" y="421024"/>
                  </a:lnTo>
                  <a:lnTo>
                    <a:pt x="8980977" y="383295"/>
                  </a:lnTo>
                  <a:lnTo>
                    <a:pt x="9033983" y="347075"/>
                  </a:lnTo>
                  <a:lnTo>
                    <a:pt x="9086998" y="312660"/>
                  </a:lnTo>
                  <a:lnTo>
                    <a:pt x="9140180" y="280276"/>
                  </a:lnTo>
                  <a:lnTo>
                    <a:pt x="9193774" y="250069"/>
                  </a:lnTo>
                  <a:lnTo>
                    <a:pt x="9248126" y="222116"/>
                  </a:lnTo>
                  <a:lnTo>
                    <a:pt x="9303705" y="196424"/>
                  </a:lnTo>
                  <a:lnTo>
                    <a:pt x="9347647" y="178181"/>
                  </a:lnTo>
                  <a:lnTo>
                    <a:pt x="9399448" y="158968"/>
                  </a:lnTo>
                  <a:lnTo>
                    <a:pt x="9453691" y="141419"/>
                  </a:lnTo>
                  <a:lnTo>
                    <a:pt x="9511057" y="125476"/>
                  </a:lnTo>
                  <a:lnTo>
                    <a:pt x="9572294" y="111026"/>
                  </a:lnTo>
                  <a:lnTo>
                    <a:pt x="9638176" y="97931"/>
                  </a:lnTo>
                  <a:lnTo>
                    <a:pt x="9709464" y="86051"/>
                  </a:lnTo>
                  <a:lnTo>
                    <a:pt x="9786850" y="75253"/>
                  </a:lnTo>
                  <a:lnTo>
                    <a:pt x="9870893" y="65422"/>
                  </a:lnTo>
                  <a:lnTo>
                    <a:pt x="9961927" y="56460"/>
                  </a:lnTo>
                  <a:lnTo>
                    <a:pt x="10059942" y="48293"/>
                  </a:lnTo>
                  <a:lnTo>
                    <a:pt x="10164451" y="40871"/>
                  </a:lnTo>
                  <a:lnTo>
                    <a:pt x="10274338" y="34165"/>
                  </a:lnTo>
                  <a:lnTo>
                    <a:pt x="10387739" y="28166"/>
                  </a:lnTo>
                  <a:lnTo>
                    <a:pt x="10501981" y="22883"/>
                  </a:lnTo>
                  <a:lnTo>
                    <a:pt x="10613647" y="18330"/>
                  </a:lnTo>
                  <a:lnTo>
                    <a:pt x="10718811" y="14520"/>
                  </a:lnTo>
                  <a:lnTo>
                    <a:pt x="10813453" y="11452"/>
                  </a:lnTo>
                  <a:lnTo>
                    <a:pt x="10894014" y="9100"/>
                  </a:lnTo>
                  <a:lnTo>
                    <a:pt x="10957985" y="7411"/>
                  </a:lnTo>
                  <a:lnTo>
                    <a:pt x="11004376" y="6297"/>
                  </a:lnTo>
                  <a:lnTo>
                    <a:pt x="11033967" y="5650"/>
                  </a:lnTo>
                  <a:lnTo>
                    <a:pt x="11049291" y="5343"/>
                  </a:lnTo>
                  <a:lnTo>
                    <a:pt x="11054451" y="524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3" y="19"/>
                  </a:lnTo>
                  <a:lnTo>
                    <a:pt x="11046319" y="159"/>
                  </a:lnTo>
                  <a:lnTo>
                    <a:pt x="11027450" y="546"/>
                  </a:lnTo>
                  <a:lnTo>
                    <a:pt x="10993458" y="1309"/>
                  </a:lnTo>
                  <a:lnTo>
                    <a:pt x="10942274" y="2570"/>
                  </a:lnTo>
                  <a:lnTo>
                    <a:pt x="10873611" y="4433"/>
                  </a:lnTo>
                  <a:lnTo>
                    <a:pt x="10788907" y="6975"/>
                  </a:lnTo>
                  <a:lnTo>
                    <a:pt x="10691013" y="10244"/>
                  </a:lnTo>
                  <a:lnTo>
                    <a:pt x="10583672" y="14258"/>
                  </a:lnTo>
                  <a:lnTo>
                    <a:pt x="10470929" y="19011"/>
                  </a:lnTo>
                  <a:lnTo>
                    <a:pt x="10356607" y="24491"/>
                  </a:lnTo>
                  <a:lnTo>
                    <a:pt x="10243933" y="30683"/>
                  </a:lnTo>
                  <a:lnTo>
                    <a:pt x="10135361" y="37582"/>
                  </a:lnTo>
                  <a:lnTo>
                    <a:pt x="10032541" y="45204"/>
                  </a:lnTo>
                  <a:lnTo>
                    <a:pt x="9936404" y="53581"/>
                  </a:lnTo>
                  <a:lnTo>
                    <a:pt x="9847292" y="62772"/>
                  </a:lnTo>
                  <a:lnTo>
                    <a:pt x="9765109" y="72856"/>
                  </a:lnTo>
                  <a:lnTo>
                    <a:pt x="9689448" y="83937"/>
                  </a:lnTo>
                  <a:lnTo>
                    <a:pt x="9619707" y="96135"/>
                  </a:lnTo>
                  <a:lnTo>
                    <a:pt x="9555168" y="109585"/>
                  </a:lnTo>
                  <a:lnTo>
                    <a:pt x="9495063" y="124430"/>
                  </a:lnTo>
                  <a:lnTo>
                    <a:pt x="9438620" y="140801"/>
                  </a:lnTo>
                  <a:lnTo>
                    <a:pt x="9385107" y="158800"/>
                  </a:lnTo>
                  <a:lnTo>
                    <a:pt x="9347647" y="172940"/>
                  </a:lnTo>
                  <a:lnTo>
                    <a:pt x="9290713" y="196926"/>
                  </a:lnTo>
                  <a:lnTo>
                    <a:pt x="9235466" y="223138"/>
                  </a:lnTo>
                  <a:lnTo>
                    <a:pt x="9181326" y="251616"/>
                  </a:lnTo>
                  <a:lnTo>
                    <a:pt x="9127855" y="282335"/>
                  </a:lnTo>
                  <a:lnTo>
                    <a:pt x="9074730" y="315205"/>
                  </a:lnTo>
                  <a:lnTo>
                    <a:pt x="9021728" y="350060"/>
                  </a:lnTo>
                  <a:lnTo>
                    <a:pt x="8968710" y="386658"/>
                  </a:lnTo>
                  <a:lnTo>
                    <a:pt x="8915606" y="424686"/>
                  </a:lnTo>
                  <a:lnTo>
                    <a:pt x="8862402" y="463770"/>
                  </a:lnTo>
                  <a:lnTo>
                    <a:pt x="8809125" y="503485"/>
                  </a:lnTo>
                  <a:lnTo>
                    <a:pt x="8755826" y="543377"/>
                  </a:lnTo>
                  <a:lnTo>
                    <a:pt x="8702562" y="582986"/>
                  </a:lnTo>
                  <a:lnTo>
                    <a:pt x="8649380" y="621862"/>
                  </a:lnTo>
                  <a:lnTo>
                    <a:pt x="8596299" y="659590"/>
                  </a:lnTo>
                  <a:lnTo>
                    <a:pt x="8543293" y="695810"/>
                  </a:lnTo>
                  <a:lnTo>
                    <a:pt x="8490278" y="730225"/>
                  </a:lnTo>
                  <a:lnTo>
                    <a:pt x="8437096" y="762610"/>
                  </a:lnTo>
                  <a:lnTo>
                    <a:pt x="8383503" y="792816"/>
                  </a:lnTo>
                  <a:lnTo>
                    <a:pt x="8329151" y="820769"/>
                  </a:lnTo>
                  <a:lnTo>
                    <a:pt x="8273571" y="846461"/>
                  </a:lnTo>
                  <a:lnTo>
                    <a:pt x="8229629" y="864704"/>
                  </a:lnTo>
                  <a:lnTo>
                    <a:pt x="8177829" y="883918"/>
                  </a:lnTo>
                  <a:lnTo>
                    <a:pt x="8123586" y="901466"/>
                  </a:lnTo>
                  <a:lnTo>
                    <a:pt x="8066220" y="917409"/>
                  </a:lnTo>
                  <a:lnTo>
                    <a:pt x="8004983" y="931859"/>
                  </a:lnTo>
                  <a:lnTo>
                    <a:pt x="7939100" y="944954"/>
                  </a:lnTo>
                  <a:lnTo>
                    <a:pt x="7867813" y="956834"/>
                  </a:lnTo>
                  <a:lnTo>
                    <a:pt x="7790427" y="967632"/>
                  </a:lnTo>
                  <a:lnTo>
                    <a:pt x="7706383" y="977463"/>
                  </a:lnTo>
                  <a:lnTo>
                    <a:pt x="7615350" y="986425"/>
                  </a:lnTo>
                  <a:lnTo>
                    <a:pt x="7517334" y="994592"/>
                  </a:lnTo>
                  <a:lnTo>
                    <a:pt x="7412825" y="1002014"/>
                  </a:lnTo>
                  <a:lnTo>
                    <a:pt x="7302938" y="1008720"/>
                  </a:lnTo>
                  <a:lnTo>
                    <a:pt x="7189538" y="1014719"/>
                  </a:lnTo>
                  <a:lnTo>
                    <a:pt x="7075296" y="1020002"/>
                  </a:lnTo>
                  <a:lnTo>
                    <a:pt x="6963629" y="1024555"/>
                  </a:lnTo>
                  <a:lnTo>
                    <a:pt x="6858465" y="1028365"/>
                  </a:lnTo>
                  <a:lnTo>
                    <a:pt x="6763823" y="1031433"/>
                  </a:lnTo>
                  <a:lnTo>
                    <a:pt x="6683262" y="1033785"/>
                  </a:lnTo>
                  <a:lnTo>
                    <a:pt x="6619291" y="1035474"/>
                  </a:lnTo>
                  <a:lnTo>
                    <a:pt x="6572900" y="1036588"/>
                  </a:lnTo>
                  <a:lnTo>
                    <a:pt x="6543310" y="1037236"/>
                  </a:lnTo>
                  <a:lnTo>
                    <a:pt x="6527986" y="1037543"/>
                  </a:lnTo>
                  <a:lnTo>
                    <a:pt x="6522826" y="1037638"/>
                  </a:lnTo>
                  <a:lnTo>
                    <a:pt x="6522385" y="1037645"/>
                  </a:lnTo>
                  <a:lnTo>
                    <a:pt x="5527445" y="1037645"/>
                  </a:lnTo>
                  <a:lnTo>
                    <a:pt x="5526312" y="1037656"/>
                  </a:lnTo>
                  <a:lnTo>
                    <a:pt x="5518830" y="1037737"/>
                  </a:lnTo>
                  <a:lnTo>
                    <a:pt x="5499870" y="1037959"/>
                  </a:lnTo>
                  <a:lnTo>
                    <a:pt x="5465720" y="1038396"/>
                  </a:lnTo>
                  <a:lnTo>
                    <a:pt x="5414312" y="1039119"/>
                  </a:lnTo>
                  <a:lnTo>
                    <a:pt x="5345369" y="1040188"/>
                  </a:lnTo>
                  <a:lnTo>
                    <a:pt x="5260355" y="1041646"/>
                  </a:lnTo>
                  <a:lnTo>
                    <a:pt x="5162146" y="1043521"/>
                  </a:lnTo>
                  <a:lnTo>
                    <a:pt x="5054512" y="1045821"/>
                  </a:lnTo>
                  <a:lnTo>
                    <a:pt x="4941521" y="1048546"/>
                  </a:lnTo>
                  <a:lnTo>
                    <a:pt x="4827005" y="1051686"/>
                  </a:lnTo>
                  <a:lnTo>
                    <a:pt x="4714198" y="1055233"/>
                  </a:lnTo>
                  <a:lnTo>
                    <a:pt x="4605549" y="1059187"/>
                  </a:lnTo>
                  <a:lnTo>
                    <a:pt x="4502700" y="1063553"/>
                  </a:lnTo>
                  <a:lnTo>
                    <a:pt x="4406571" y="1068354"/>
                  </a:lnTo>
                  <a:lnTo>
                    <a:pt x="4317494" y="1073621"/>
                  </a:lnTo>
                  <a:lnTo>
                    <a:pt x="4235361" y="1079402"/>
                  </a:lnTo>
                  <a:lnTo>
                    <a:pt x="4159758" y="1085754"/>
                  </a:lnTo>
                  <a:lnTo>
                    <a:pt x="4090074" y="1092749"/>
                  </a:lnTo>
                  <a:lnTo>
                    <a:pt x="4025586" y="1100464"/>
                  </a:lnTo>
                  <a:lnTo>
                    <a:pt x="3965520" y="1108980"/>
                  </a:lnTo>
                  <a:lnTo>
                    <a:pt x="3909101" y="1118373"/>
                  </a:lnTo>
                  <a:lnTo>
                    <a:pt x="3855596" y="1128700"/>
                  </a:lnTo>
                  <a:lnTo>
                    <a:pt x="3820202" y="1136344"/>
                  </a:lnTo>
                  <a:lnTo>
                    <a:pt x="3760301" y="1150793"/>
                  </a:lnTo>
                  <a:lnTo>
                    <a:pt x="3702236" y="1166654"/>
                  </a:lnTo>
                  <a:lnTo>
                    <a:pt x="3645341" y="1183948"/>
                  </a:lnTo>
                  <a:lnTo>
                    <a:pt x="3589123" y="1202654"/>
                  </a:lnTo>
                  <a:lnTo>
                    <a:pt x="3533230" y="1222703"/>
                  </a:lnTo>
                  <a:lnTo>
                    <a:pt x="3477424" y="1243971"/>
                  </a:lnTo>
                  <a:lnTo>
                    <a:pt x="3421569" y="1266283"/>
                  </a:lnTo>
                  <a:lnTo>
                    <a:pt x="3365607" y="1289417"/>
                  </a:lnTo>
                  <a:lnTo>
                    <a:pt x="3309542" y="1313107"/>
                  </a:lnTo>
                  <a:lnTo>
                    <a:pt x="3253422" y="1337062"/>
                  </a:lnTo>
                  <a:lnTo>
                    <a:pt x="3197311" y="1360973"/>
                  </a:lnTo>
                  <a:lnTo>
                    <a:pt x="3141272" y="1384538"/>
                  </a:lnTo>
                  <a:lnTo>
                    <a:pt x="3085341" y="1407469"/>
                  </a:lnTo>
                  <a:lnTo>
                    <a:pt x="3029509" y="1429513"/>
                  </a:lnTo>
                  <a:lnTo>
                    <a:pt x="2973696" y="1450459"/>
                  </a:lnTo>
                  <a:lnTo>
                    <a:pt x="2917741" y="1470145"/>
                  </a:lnTo>
                  <a:lnTo>
                    <a:pt x="2861377" y="1488466"/>
                  </a:lnTo>
                  <a:lnTo>
                    <a:pt x="2804214" y="1505363"/>
                  </a:lnTo>
                  <a:lnTo>
                    <a:pt x="2745715" y="1520829"/>
                  </a:lnTo>
                  <a:lnTo>
                    <a:pt x="2702183" y="1531138"/>
                  </a:lnTo>
                  <a:lnTo>
                    <a:pt x="2650292" y="1542121"/>
                  </a:lnTo>
                  <a:lnTo>
                    <a:pt x="2595949" y="1552151"/>
                  </a:lnTo>
                  <a:lnTo>
                    <a:pt x="2538469" y="1561262"/>
                  </a:lnTo>
                  <a:lnTo>
                    <a:pt x="2477101" y="1569518"/>
                  </a:lnTo>
                  <a:lnTo>
                    <a:pt x="2411066" y="1576999"/>
                  </a:lnTo>
                  <a:lnTo>
                    <a:pt x="2339601" y="1583784"/>
                  </a:lnTo>
                  <a:lnTo>
                    <a:pt x="2262010" y="1589950"/>
                  </a:lnTo>
                  <a:lnTo>
                    <a:pt x="2177733" y="1595564"/>
                  </a:lnTo>
                  <a:lnTo>
                    <a:pt x="2086440" y="1600681"/>
                  </a:lnTo>
                  <a:lnTo>
                    <a:pt x="1988144" y="1605342"/>
                  </a:lnTo>
                  <a:lnTo>
                    <a:pt x="1883346" y="1609578"/>
                  </a:lnTo>
                  <a:lnTo>
                    <a:pt x="1773180" y="1613404"/>
                  </a:lnTo>
                  <a:lnTo>
                    <a:pt x="1659536" y="1616824"/>
                  </a:lnTo>
                  <a:lnTo>
                    <a:pt x="1545117" y="1619835"/>
                  </a:lnTo>
                  <a:lnTo>
                    <a:pt x="1433372" y="1622428"/>
                  </a:lnTo>
                  <a:lnTo>
                    <a:pt x="1328257" y="1624594"/>
                  </a:lnTo>
                  <a:lnTo>
                    <a:pt x="1233808" y="1626337"/>
                  </a:lnTo>
                  <a:lnTo>
                    <a:pt x="1153578" y="1627669"/>
                  </a:lnTo>
                  <a:lnTo>
                    <a:pt x="1090052" y="1628624"/>
                  </a:lnTo>
                  <a:lnTo>
                    <a:pt x="1044167" y="1629250"/>
                  </a:lnTo>
                  <a:lnTo>
                    <a:pt x="1015083" y="1629612"/>
                  </a:lnTo>
                  <a:lnTo>
                    <a:pt x="1000190" y="1629782"/>
                  </a:lnTo>
                  <a:lnTo>
                    <a:pt x="995313" y="1629833"/>
                  </a:lnTo>
                  <a:lnTo>
                    <a:pt x="994940" y="1629837"/>
                  </a:lnTo>
                  <a:lnTo>
                    <a:pt x="0" y="1629837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22" name="pl1521"/>
            <p:cNvSpPr/>
            <p:nvPr/>
          </p:nvSpPr>
          <p:spPr>
            <a:xfrm>
              <a:off x="1199187" y="3663038"/>
              <a:ext cx="12049831" cy="1629837"/>
            </a:xfrm>
            <a:custGeom>
              <a:avLst/>
              <a:pathLst>
                <a:path w="12049831" h="1629837">
                  <a:moveTo>
                    <a:pt x="0" y="1629837"/>
                  </a:moveTo>
                  <a:lnTo>
                    <a:pt x="994940" y="1629837"/>
                  </a:lnTo>
                  <a:lnTo>
                    <a:pt x="996073" y="1629825"/>
                  </a:lnTo>
                  <a:lnTo>
                    <a:pt x="1003555" y="1629745"/>
                  </a:lnTo>
                  <a:lnTo>
                    <a:pt x="1022515" y="1629523"/>
                  </a:lnTo>
                  <a:lnTo>
                    <a:pt x="1056665" y="1629085"/>
                  </a:lnTo>
                  <a:lnTo>
                    <a:pt x="1108073" y="1628362"/>
                  </a:lnTo>
                  <a:lnTo>
                    <a:pt x="1177016" y="1627294"/>
                  </a:lnTo>
                  <a:lnTo>
                    <a:pt x="1262030" y="1625836"/>
                  </a:lnTo>
                  <a:lnTo>
                    <a:pt x="1360239" y="1623961"/>
                  </a:lnTo>
                  <a:lnTo>
                    <a:pt x="1467873" y="1621661"/>
                  </a:lnTo>
                  <a:lnTo>
                    <a:pt x="1580864" y="1618936"/>
                  </a:lnTo>
                  <a:lnTo>
                    <a:pt x="1695380" y="1615796"/>
                  </a:lnTo>
                  <a:lnTo>
                    <a:pt x="1808187" y="1612249"/>
                  </a:lnTo>
                  <a:lnTo>
                    <a:pt x="1916836" y="1608295"/>
                  </a:lnTo>
                  <a:lnTo>
                    <a:pt x="2019685" y="1603928"/>
                  </a:lnTo>
                  <a:lnTo>
                    <a:pt x="2115814" y="1599128"/>
                  </a:lnTo>
                  <a:lnTo>
                    <a:pt x="2204891" y="1593861"/>
                  </a:lnTo>
                  <a:lnTo>
                    <a:pt x="2287024" y="1588080"/>
                  </a:lnTo>
                  <a:lnTo>
                    <a:pt x="2362627" y="1581727"/>
                  </a:lnTo>
                  <a:lnTo>
                    <a:pt x="2432311" y="1574733"/>
                  </a:lnTo>
                  <a:lnTo>
                    <a:pt x="2496799" y="1567018"/>
                  </a:lnTo>
                  <a:lnTo>
                    <a:pt x="2556865" y="1558502"/>
                  </a:lnTo>
                  <a:lnTo>
                    <a:pt x="2613284" y="1549109"/>
                  </a:lnTo>
                  <a:lnTo>
                    <a:pt x="2666789" y="1538782"/>
                  </a:lnTo>
                  <a:lnTo>
                    <a:pt x="2702183" y="1531138"/>
                  </a:lnTo>
                  <a:lnTo>
                    <a:pt x="2762084" y="1516688"/>
                  </a:lnTo>
                  <a:lnTo>
                    <a:pt x="2820149" y="1500828"/>
                  </a:lnTo>
                  <a:lnTo>
                    <a:pt x="2877044" y="1483534"/>
                  </a:lnTo>
                  <a:lnTo>
                    <a:pt x="2933262" y="1464828"/>
                  </a:lnTo>
                  <a:lnTo>
                    <a:pt x="2989155" y="1444779"/>
                  </a:lnTo>
                  <a:lnTo>
                    <a:pt x="3044961" y="1423511"/>
                  </a:lnTo>
                  <a:lnTo>
                    <a:pt x="3100816" y="1401199"/>
                  </a:lnTo>
                  <a:lnTo>
                    <a:pt x="3156778" y="1378065"/>
                  </a:lnTo>
                  <a:lnTo>
                    <a:pt x="3212843" y="1354375"/>
                  </a:lnTo>
                  <a:lnTo>
                    <a:pt x="3268963" y="1330420"/>
                  </a:lnTo>
                  <a:lnTo>
                    <a:pt x="3325074" y="1306508"/>
                  </a:lnTo>
                  <a:lnTo>
                    <a:pt x="3381113" y="1282944"/>
                  </a:lnTo>
                  <a:lnTo>
                    <a:pt x="3437044" y="1260013"/>
                  </a:lnTo>
                  <a:lnTo>
                    <a:pt x="3492876" y="1237969"/>
                  </a:lnTo>
                  <a:lnTo>
                    <a:pt x="3548689" y="1217023"/>
                  </a:lnTo>
                  <a:lnTo>
                    <a:pt x="3604644" y="1197336"/>
                  </a:lnTo>
                  <a:lnTo>
                    <a:pt x="3661008" y="1179016"/>
                  </a:lnTo>
                  <a:lnTo>
                    <a:pt x="3718171" y="1162119"/>
                  </a:lnTo>
                  <a:lnTo>
                    <a:pt x="3776670" y="1146653"/>
                  </a:lnTo>
                  <a:lnTo>
                    <a:pt x="3820202" y="1136344"/>
                  </a:lnTo>
                  <a:lnTo>
                    <a:pt x="3872093" y="1125360"/>
                  </a:lnTo>
                  <a:lnTo>
                    <a:pt x="3926436" y="1115331"/>
                  </a:lnTo>
                  <a:lnTo>
                    <a:pt x="3983916" y="1106220"/>
                  </a:lnTo>
                  <a:lnTo>
                    <a:pt x="4045284" y="1097964"/>
                  </a:lnTo>
                  <a:lnTo>
                    <a:pt x="4111319" y="1090483"/>
                  </a:lnTo>
                  <a:lnTo>
                    <a:pt x="4182784" y="1083698"/>
                  </a:lnTo>
                  <a:lnTo>
                    <a:pt x="4260375" y="1077531"/>
                  </a:lnTo>
                  <a:lnTo>
                    <a:pt x="4344652" y="1071917"/>
                  </a:lnTo>
                  <a:lnTo>
                    <a:pt x="4435945" y="1066801"/>
                  </a:lnTo>
                  <a:lnTo>
                    <a:pt x="4534241" y="1062139"/>
                  </a:lnTo>
                  <a:lnTo>
                    <a:pt x="4639039" y="1057904"/>
                  </a:lnTo>
                  <a:lnTo>
                    <a:pt x="4749205" y="1054078"/>
                  </a:lnTo>
                  <a:lnTo>
                    <a:pt x="4862849" y="1050657"/>
                  </a:lnTo>
                  <a:lnTo>
                    <a:pt x="4977268" y="1047647"/>
                  </a:lnTo>
                  <a:lnTo>
                    <a:pt x="5089013" y="1045054"/>
                  </a:lnTo>
                  <a:lnTo>
                    <a:pt x="5194128" y="1042887"/>
                  </a:lnTo>
                  <a:lnTo>
                    <a:pt x="5288577" y="1041145"/>
                  </a:lnTo>
                  <a:lnTo>
                    <a:pt x="5368807" y="1039813"/>
                  </a:lnTo>
                  <a:lnTo>
                    <a:pt x="5432333" y="1038858"/>
                  </a:lnTo>
                  <a:lnTo>
                    <a:pt x="5478217" y="1038232"/>
                  </a:lnTo>
                  <a:lnTo>
                    <a:pt x="5507302" y="1037869"/>
                  </a:lnTo>
                  <a:lnTo>
                    <a:pt x="5522195" y="1037700"/>
                  </a:lnTo>
                  <a:lnTo>
                    <a:pt x="5527072" y="1037649"/>
                  </a:lnTo>
                  <a:lnTo>
                    <a:pt x="5527445" y="1037645"/>
                  </a:lnTo>
                  <a:lnTo>
                    <a:pt x="6522385" y="1037645"/>
                  </a:lnTo>
                  <a:lnTo>
                    <a:pt x="6523513" y="1037625"/>
                  </a:lnTo>
                  <a:lnTo>
                    <a:pt x="6530958" y="1037485"/>
                  </a:lnTo>
                  <a:lnTo>
                    <a:pt x="6549827" y="1037098"/>
                  </a:lnTo>
                  <a:lnTo>
                    <a:pt x="6583818" y="1036335"/>
                  </a:lnTo>
                  <a:lnTo>
                    <a:pt x="6635002" y="1035075"/>
                  </a:lnTo>
                  <a:lnTo>
                    <a:pt x="6703665" y="1033212"/>
                  </a:lnTo>
                  <a:lnTo>
                    <a:pt x="6788369" y="1030669"/>
                  </a:lnTo>
                  <a:lnTo>
                    <a:pt x="6886263" y="1027400"/>
                  </a:lnTo>
                  <a:lnTo>
                    <a:pt x="6993605" y="1023387"/>
                  </a:lnTo>
                  <a:lnTo>
                    <a:pt x="7106347" y="1018633"/>
                  </a:lnTo>
                  <a:lnTo>
                    <a:pt x="7220670" y="1013154"/>
                  </a:lnTo>
                  <a:lnTo>
                    <a:pt x="7333344" y="1006962"/>
                  </a:lnTo>
                  <a:lnTo>
                    <a:pt x="7441916" y="1000062"/>
                  </a:lnTo>
                  <a:lnTo>
                    <a:pt x="7544735" y="992441"/>
                  </a:lnTo>
                  <a:lnTo>
                    <a:pt x="7640873" y="984063"/>
                  </a:lnTo>
                  <a:lnTo>
                    <a:pt x="7729984" y="974873"/>
                  </a:lnTo>
                  <a:lnTo>
                    <a:pt x="7812168" y="964788"/>
                  </a:lnTo>
                  <a:lnTo>
                    <a:pt x="7887829" y="953708"/>
                  </a:lnTo>
                  <a:lnTo>
                    <a:pt x="7957570" y="941510"/>
                  </a:lnTo>
                  <a:lnTo>
                    <a:pt x="8022109" y="928059"/>
                  </a:lnTo>
                  <a:lnTo>
                    <a:pt x="8082214" y="913215"/>
                  </a:lnTo>
                  <a:lnTo>
                    <a:pt x="8138656" y="896844"/>
                  </a:lnTo>
                  <a:lnTo>
                    <a:pt x="8192169" y="878844"/>
                  </a:lnTo>
                  <a:lnTo>
                    <a:pt x="8229629" y="864704"/>
                  </a:lnTo>
                  <a:lnTo>
                    <a:pt x="8286564" y="840718"/>
                  </a:lnTo>
                  <a:lnTo>
                    <a:pt x="8341811" y="814506"/>
                  </a:lnTo>
                  <a:lnTo>
                    <a:pt x="8395950" y="786029"/>
                  </a:lnTo>
                  <a:lnTo>
                    <a:pt x="8449422" y="755309"/>
                  </a:lnTo>
                  <a:lnTo>
                    <a:pt x="8502547" y="722439"/>
                  </a:lnTo>
                  <a:lnTo>
                    <a:pt x="8555549" y="687585"/>
                  </a:lnTo>
                  <a:lnTo>
                    <a:pt x="8608567" y="650987"/>
                  </a:lnTo>
                  <a:lnTo>
                    <a:pt x="8661671" y="612958"/>
                  </a:lnTo>
                  <a:lnTo>
                    <a:pt x="8714875" y="573875"/>
                  </a:lnTo>
                  <a:lnTo>
                    <a:pt x="8768151" y="534160"/>
                  </a:lnTo>
                  <a:lnTo>
                    <a:pt x="8821451" y="494267"/>
                  </a:lnTo>
                  <a:lnTo>
                    <a:pt x="8874714" y="454659"/>
                  </a:lnTo>
                  <a:lnTo>
                    <a:pt x="8927896" y="415783"/>
                  </a:lnTo>
                  <a:lnTo>
                    <a:pt x="8980977" y="378054"/>
                  </a:lnTo>
                  <a:lnTo>
                    <a:pt x="9033983" y="341834"/>
                  </a:lnTo>
                  <a:lnTo>
                    <a:pt x="9086998" y="307420"/>
                  </a:lnTo>
                  <a:lnTo>
                    <a:pt x="9140180" y="275035"/>
                  </a:lnTo>
                  <a:lnTo>
                    <a:pt x="9193774" y="244828"/>
                  </a:lnTo>
                  <a:lnTo>
                    <a:pt x="9248126" y="216875"/>
                  </a:lnTo>
                  <a:lnTo>
                    <a:pt x="9303705" y="191184"/>
                  </a:lnTo>
                  <a:lnTo>
                    <a:pt x="9347647" y="172940"/>
                  </a:lnTo>
                  <a:lnTo>
                    <a:pt x="9399448" y="153727"/>
                  </a:lnTo>
                  <a:lnTo>
                    <a:pt x="9453691" y="136178"/>
                  </a:lnTo>
                  <a:lnTo>
                    <a:pt x="9511057" y="120236"/>
                  </a:lnTo>
                  <a:lnTo>
                    <a:pt x="9572294" y="105785"/>
                  </a:lnTo>
                  <a:lnTo>
                    <a:pt x="9638176" y="92690"/>
                  </a:lnTo>
                  <a:lnTo>
                    <a:pt x="9709464" y="80810"/>
                  </a:lnTo>
                  <a:lnTo>
                    <a:pt x="9786850" y="70013"/>
                  </a:lnTo>
                  <a:lnTo>
                    <a:pt x="9870893" y="60181"/>
                  </a:lnTo>
                  <a:lnTo>
                    <a:pt x="9961927" y="51219"/>
                  </a:lnTo>
                  <a:lnTo>
                    <a:pt x="10059942" y="43053"/>
                  </a:lnTo>
                  <a:lnTo>
                    <a:pt x="10164451" y="35630"/>
                  </a:lnTo>
                  <a:lnTo>
                    <a:pt x="10274338" y="28924"/>
                  </a:lnTo>
                  <a:lnTo>
                    <a:pt x="10387739" y="22926"/>
                  </a:lnTo>
                  <a:lnTo>
                    <a:pt x="10501981" y="17643"/>
                  </a:lnTo>
                  <a:lnTo>
                    <a:pt x="10613647" y="13090"/>
                  </a:lnTo>
                  <a:lnTo>
                    <a:pt x="10718811" y="9279"/>
                  </a:lnTo>
                  <a:lnTo>
                    <a:pt x="10813453" y="6211"/>
                  </a:lnTo>
                  <a:lnTo>
                    <a:pt x="10894014" y="3860"/>
                  </a:lnTo>
                  <a:lnTo>
                    <a:pt x="10957985" y="2170"/>
                  </a:lnTo>
                  <a:lnTo>
                    <a:pt x="11004376" y="1057"/>
                  </a:lnTo>
                  <a:lnTo>
                    <a:pt x="11033967" y="409"/>
                  </a:lnTo>
                  <a:lnTo>
                    <a:pt x="11049291" y="102"/>
                  </a:lnTo>
                  <a:lnTo>
                    <a:pt x="11054451" y="7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3" name="pl1522"/>
            <p:cNvSpPr/>
            <p:nvPr/>
          </p:nvSpPr>
          <p:spPr>
            <a:xfrm>
              <a:off x="1199187" y="3657798"/>
              <a:ext cx="12049831" cy="1629837"/>
            </a:xfrm>
            <a:custGeom>
              <a:avLst/>
              <a:pathLst>
                <a:path w="12049831" h="1629837">
                  <a:moveTo>
                    <a:pt x="12049831" y="0"/>
                  </a:moveTo>
                  <a:lnTo>
                    <a:pt x="11054891" y="0"/>
                  </a:lnTo>
                  <a:lnTo>
                    <a:pt x="11053763" y="19"/>
                  </a:lnTo>
                  <a:lnTo>
                    <a:pt x="11046319" y="159"/>
                  </a:lnTo>
                  <a:lnTo>
                    <a:pt x="11027450" y="546"/>
                  </a:lnTo>
                  <a:lnTo>
                    <a:pt x="10993458" y="1309"/>
                  </a:lnTo>
                  <a:lnTo>
                    <a:pt x="10942274" y="2570"/>
                  </a:lnTo>
                  <a:lnTo>
                    <a:pt x="10873611" y="4433"/>
                  </a:lnTo>
                  <a:lnTo>
                    <a:pt x="10788907" y="6975"/>
                  </a:lnTo>
                  <a:lnTo>
                    <a:pt x="10691013" y="10244"/>
                  </a:lnTo>
                  <a:lnTo>
                    <a:pt x="10583672" y="14258"/>
                  </a:lnTo>
                  <a:lnTo>
                    <a:pt x="10470929" y="19011"/>
                  </a:lnTo>
                  <a:lnTo>
                    <a:pt x="10356607" y="24491"/>
                  </a:lnTo>
                  <a:lnTo>
                    <a:pt x="10243933" y="30683"/>
                  </a:lnTo>
                  <a:lnTo>
                    <a:pt x="10135361" y="37582"/>
                  </a:lnTo>
                  <a:lnTo>
                    <a:pt x="10032541" y="45204"/>
                  </a:lnTo>
                  <a:lnTo>
                    <a:pt x="9936404" y="53581"/>
                  </a:lnTo>
                  <a:lnTo>
                    <a:pt x="9847292" y="62772"/>
                  </a:lnTo>
                  <a:lnTo>
                    <a:pt x="9765109" y="72856"/>
                  </a:lnTo>
                  <a:lnTo>
                    <a:pt x="9689448" y="83937"/>
                  </a:lnTo>
                  <a:lnTo>
                    <a:pt x="9619707" y="96135"/>
                  </a:lnTo>
                  <a:lnTo>
                    <a:pt x="9555168" y="109585"/>
                  </a:lnTo>
                  <a:lnTo>
                    <a:pt x="9495063" y="124430"/>
                  </a:lnTo>
                  <a:lnTo>
                    <a:pt x="9438620" y="140801"/>
                  </a:lnTo>
                  <a:lnTo>
                    <a:pt x="9385107" y="158800"/>
                  </a:lnTo>
                  <a:lnTo>
                    <a:pt x="9347647" y="172940"/>
                  </a:lnTo>
                  <a:lnTo>
                    <a:pt x="9290713" y="196926"/>
                  </a:lnTo>
                  <a:lnTo>
                    <a:pt x="9235466" y="223138"/>
                  </a:lnTo>
                  <a:lnTo>
                    <a:pt x="9181326" y="251616"/>
                  </a:lnTo>
                  <a:lnTo>
                    <a:pt x="9127855" y="282335"/>
                  </a:lnTo>
                  <a:lnTo>
                    <a:pt x="9074730" y="315205"/>
                  </a:lnTo>
                  <a:lnTo>
                    <a:pt x="9021728" y="350060"/>
                  </a:lnTo>
                  <a:lnTo>
                    <a:pt x="8968710" y="386658"/>
                  </a:lnTo>
                  <a:lnTo>
                    <a:pt x="8915606" y="424686"/>
                  </a:lnTo>
                  <a:lnTo>
                    <a:pt x="8862402" y="463770"/>
                  </a:lnTo>
                  <a:lnTo>
                    <a:pt x="8809125" y="503485"/>
                  </a:lnTo>
                  <a:lnTo>
                    <a:pt x="8755826" y="543377"/>
                  </a:lnTo>
                  <a:lnTo>
                    <a:pt x="8702562" y="582986"/>
                  </a:lnTo>
                  <a:lnTo>
                    <a:pt x="8649380" y="621862"/>
                  </a:lnTo>
                  <a:lnTo>
                    <a:pt x="8596299" y="659590"/>
                  </a:lnTo>
                  <a:lnTo>
                    <a:pt x="8543293" y="695810"/>
                  </a:lnTo>
                  <a:lnTo>
                    <a:pt x="8490278" y="730225"/>
                  </a:lnTo>
                  <a:lnTo>
                    <a:pt x="8437096" y="762610"/>
                  </a:lnTo>
                  <a:lnTo>
                    <a:pt x="8383503" y="792816"/>
                  </a:lnTo>
                  <a:lnTo>
                    <a:pt x="8329151" y="820769"/>
                  </a:lnTo>
                  <a:lnTo>
                    <a:pt x="8273571" y="846461"/>
                  </a:lnTo>
                  <a:lnTo>
                    <a:pt x="8229629" y="864704"/>
                  </a:lnTo>
                  <a:lnTo>
                    <a:pt x="8177829" y="883918"/>
                  </a:lnTo>
                  <a:lnTo>
                    <a:pt x="8123586" y="901466"/>
                  </a:lnTo>
                  <a:lnTo>
                    <a:pt x="8066220" y="917409"/>
                  </a:lnTo>
                  <a:lnTo>
                    <a:pt x="8004983" y="931859"/>
                  </a:lnTo>
                  <a:lnTo>
                    <a:pt x="7939100" y="944954"/>
                  </a:lnTo>
                  <a:lnTo>
                    <a:pt x="7867813" y="956834"/>
                  </a:lnTo>
                  <a:lnTo>
                    <a:pt x="7790427" y="967632"/>
                  </a:lnTo>
                  <a:lnTo>
                    <a:pt x="7706383" y="977463"/>
                  </a:lnTo>
                  <a:lnTo>
                    <a:pt x="7615350" y="986425"/>
                  </a:lnTo>
                  <a:lnTo>
                    <a:pt x="7517334" y="994592"/>
                  </a:lnTo>
                  <a:lnTo>
                    <a:pt x="7412825" y="1002014"/>
                  </a:lnTo>
                  <a:lnTo>
                    <a:pt x="7302938" y="1008720"/>
                  </a:lnTo>
                  <a:lnTo>
                    <a:pt x="7189538" y="1014719"/>
                  </a:lnTo>
                  <a:lnTo>
                    <a:pt x="7075296" y="1020002"/>
                  </a:lnTo>
                  <a:lnTo>
                    <a:pt x="6963629" y="1024555"/>
                  </a:lnTo>
                  <a:lnTo>
                    <a:pt x="6858465" y="1028365"/>
                  </a:lnTo>
                  <a:lnTo>
                    <a:pt x="6763823" y="1031433"/>
                  </a:lnTo>
                  <a:lnTo>
                    <a:pt x="6683262" y="1033785"/>
                  </a:lnTo>
                  <a:lnTo>
                    <a:pt x="6619291" y="1035474"/>
                  </a:lnTo>
                  <a:lnTo>
                    <a:pt x="6572900" y="1036588"/>
                  </a:lnTo>
                  <a:lnTo>
                    <a:pt x="6543310" y="1037236"/>
                  </a:lnTo>
                  <a:lnTo>
                    <a:pt x="6527986" y="1037543"/>
                  </a:lnTo>
                  <a:lnTo>
                    <a:pt x="6522826" y="1037638"/>
                  </a:lnTo>
                  <a:lnTo>
                    <a:pt x="6522385" y="1037645"/>
                  </a:lnTo>
                  <a:lnTo>
                    <a:pt x="5527445" y="1037645"/>
                  </a:lnTo>
                  <a:lnTo>
                    <a:pt x="5526312" y="1037656"/>
                  </a:lnTo>
                  <a:lnTo>
                    <a:pt x="5518830" y="1037737"/>
                  </a:lnTo>
                  <a:lnTo>
                    <a:pt x="5499870" y="1037959"/>
                  </a:lnTo>
                  <a:lnTo>
                    <a:pt x="5465720" y="1038396"/>
                  </a:lnTo>
                  <a:lnTo>
                    <a:pt x="5414312" y="1039119"/>
                  </a:lnTo>
                  <a:lnTo>
                    <a:pt x="5345369" y="1040188"/>
                  </a:lnTo>
                  <a:lnTo>
                    <a:pt x="5260355" y="1041646"/>
                  </a:lnTo>
                  <a:lnTo>
                    <a:pt x="5162146" y="1043521"/>
                  </a:lnTo>
                  <a:lnTo>
                    <a:pt x="5054512" y="1045821"/>
                  </a:lnTo>
                  <a:lnTo>
                    <a:pt x="4941521" y="1048546"/>
                  </a:lnTo>
                  <a:lnTo>
                    <a:pt x="4827005" y="1051686"/>
                  </a:lnTo>
                  <a:lnTo>
                    <a:pt x="4714198" y="1055233"/>
                  </a:lnTo>
                  <a:lnTo>
                    <a:pt x="4605549" y="1059187"/>
                  </a:lnTo>
                  <a:lnTo>
                    <a:pt x="4502700" y="1063553"/>
                  </a:lnTo>
                  <a:lnTo>
                    <a:pt x="4406571" y="1068354"/>
                  </a:lnTo>
                  <a:lnTo>
                    <a:pt x="4317494" y="1073621"/>
                  </a:lnTo>
                  <a:lnTo>
                    <a:pt x="4235361" y="1079402"/>
                  </a:lnTo>
                  <a:lnTo>
                    <a:pt x="4159758" y="1085754"/>
                  </a:lnTo>
                  <a:lnTo>
                    <a:pt x="4090074" y="1092749"/>
                  </a:lnTo>
                  <a:lnTo>
                    <a:pt x="4025586" y="1100464"/>
                  </a:lnTo>
                  <a:lnTo>
                    <a:pt x="3965520" y="1108980"/>
                  </a:lnTo>
                  <a:lnTo>
                    <a:pt x="3909101" y="1118373"/>
                  </a:lnTo>
                  <a:lnTo>
                    <a:pt x="3855596" y="1128700"/>
                  </a:lnTo>
                  <a:lnTo>
                    <a:pt x="3820202" y="1136344"/>
                  </a:lnTo>
                  <a:lnTo>
                    <a:pt x="3760301" y="1150793"/>
                  </a:lnTo>
                  <a:lnTo>
                    <a:pt x="3702236" y="1166654"/>
                  </a:lnTo>
                  <a:lnTo>
                    <a:pt x="3645341" y="1183948"/>
                  </a:lnTo>
                  <a:lnTo>
                    <a:pt x="3589123" y="1202654"/>
                  </a:lnTo>
                  <a:lnTo>
                    <a:pt x="3533230" y="1222703"/>
                  </a:lnTo>
                  <a:lnTo>
                    <a:pt x="3477424" y="1243971"/>
                  </a:lnTo>
                  <a:lnTo>
                    <a:pt x="3421569" y="1266283"/>
                  </a:lnTo>
                  <a:lnTo>
                    <a:pt x="3365607" y="1289417"/>
                  </a:lnTo>
                  <a:lnTo>
                    <a:pt x="3309542" y="1313107"/>
                  </a:lnTo>
                  <a:lnTo>
                    <a:pt x="3253422" y="1337062"/>
                  </a:lnTo>
                  <a:lnTo>
                    <a:pt x="3197311" y="1360973"/>
                  </a:lnTo>
                  <a:lnTo>
                    <a:pt x="3141272" y="1384538"/>
                  </a:lnTo>
                  <a:lnTo>
                    <a:pt x="3085341" y="1407469"/>
                  </a:lnTo>
                  <a:lnTo>
                    <a:pt x="3029509" y="1429513"/>
                  </a:lnTo>
                  <a:lnTo>
                    <a:pt x="2973696" y="1450459"/>
                  </a:lnTo>
                  <a:lnTo>
                    <a:pt x="2917741" y="1470145"/>
                  </a:lnTo>
                  <a:lnTo>
                    <a:pt x="2861377" y="1488466"/>
                  </a:lnTo>
                  <a:lnTo>
                    <a:pt x="2804214" y="1505363"/>
                  </a:lnTo>
                  <a:lnTo>
                    <a:pt x="2745715" y="1520829"/>
                  </a:lnTo>
                  <a:lnTo>
                    <a:pt x="2702183" y="1531138"/>
                  </a:lnTo>
                  <a:lnTo>
                    <a:pt x="2650292" y="1542121"/>
                  </a:lnTo>
                  <a:lnTo>
                    <a:pt x="2595949" y="1552151"/>
                  </a:lnTo>
                  <a:lnTo>
                    <a:pt x="2538469" y="1561262"/>
                  </a:lnTo>
                  <a:lnTo>
                    <a:pt x="2477101" y="1569518"/>
                  </a:lnTo>
                  <a:lnTo>
                    <a:pt x="2411066" y="1576999"/>
                  </a:lnTo>
                  <a:lnTo>
                    <a:pt x="2339601" y="1583784"/>
                  </a:lnTo>
                  <a:lnTo>
                    <a:pt x="2262010" y="1589950"/>
                  </a:lnTo>
                  <a:lnTo>
                    <a:pt x="2177733" y="1595564"/>
                  </a:lnTo>
                  <a:lnTo>
                    <a:pt x="2086440" y="1600681"/>
                  </a:lnTo>
                  <a:lnTo>
                    <a:pt x="1988144" y="1605342"/>
                  </a:lnTo>
                  <a:lnTo>
                    <a:pt x="1883346" y="1609578"/>
                  </a:lnTo>
                  <a:lnTo>
                    <a:pt x="1773180" y="1613404"/>
                  </a:lnTo>
                  <a:lnTo>
                    <a:pt x="1659536" y="1616824"/>
                  </a:lnTo>
                  <a:lnTo>
                    <a:pt x="1545117" y="1619835"/>
                  </a:lnTo>
                  <a:lnTo>
                    <a:pt x="1433372" y="1622428"/>
                  </a:lnTo>
                  <a:lnTo>
                    <a:pt x="1328257" y="1624594"/>
                  </a:lnTo>
                  <a:lnTo>
                    <a:pt x="1233808" y="1626337"/>
                  </a:lnTo>
                  <a:lnTo>
                    <a:pt x="1153578" y="1627669"/>
                  </a:lnTo>
                  <a:lnTo>
                    <a:pt x="1090052" y="1628624"/>
                  </a:lnTo>
                  <a:lnTo>
                    <a:pt x="1044167" y="1629250"/>
                  </a:lnTo>
                  <a:lnTo>
                    <a:pt x="1015083" y="1629612"/>
                  </a:lnTo>
                  <a:lnTo>
                    <a:pt x="1000190" y="1629782"/>
                  </a:lnTo>
                  <a:lnTo>
                    <a:pt x="995313" y="1629833"/>
                  </a:lnTo>
                  <a:lnTo>
                    <a:pt x="994940" y="1629837"/>
                  </a:lnTo>
                  <a:lnTo>
                    <a:pt x="0" y="1629837"/>
                  </a:lnTo>
                  <a:lnTo>
                    <a:pt x="0" y="16298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4" name="pg1523"/>
            <p:cNvSpPr/>
            <p:nvPr/>
          </p:nvSpPr>
          <p:spPr>
            <a:xfrm>
              <a:off x="1199187" y="1283790"/>
              <a:ext cx="12049831" cy="3768015"/>
            </a:xfrm>
            <a:custGeom>
              <a:avLst/>
              <a:pathLst>
                <a:path w="12049831" h="3768015">
                  <a:moveTo>
                    <a:pt x="0" y="3768015"/>
                  </a:moveTo>
                  <a:lnTo>
                    <a:pt x="994940" y="3768015"/>
                  </a:lnTo>
                  <a:lnTo>
                    <a:pt x="995975" y="3767950"/>
                  </a:lnTo>
                  <a:lnTo>
                    <a:pt x="1002819" y="3767485"/>
                  </a:lnTo>
                  <a:lnTo>
                    <a:pt x="1020206" y="3766200"/>
                  </a:lnTo>
                  <a:lnTo>
                    <a:pt x="1051625" y="3763668"/>
                  </a:lnTo>
                  <a:lnTo>
                    <a:pt x="1099132" y="3759477"/>
                  </a:lnTo>
                  <a:lnTo>
                    <a:pt x="1163205" y="3753271"/>
                  </a:lnTo>
                  <a:lnTo>
                    <a:pt x="1242757" y="3744778"/>
                  </a:lnTo>
                  <a:lnTo>
                    <a:pt x="1335383" y="3733822"/>
                  </a:lnTo>
                  <a:lnTo>
                    <a:pt x="1437780" y="3720325"/>
                  </a:lnTo>
                  <a:lnTo>
                    <a:pt x="1546255" y="3704288"/>
                  </a:lnTo>
                  <a:lnTo>
                    <a:pt x="1657207" y="3685751"/>
                  </a:lnTo>
                  <a:lnTo>
                    <a:pt x="1767486" y="3664765"/>
                  </a:lnTo>
                  <a:lnTo>
                    <a:pt x="1874602" y="3641358"/>
                  </a:lnTo>
                  <a:lnTo>
                    <a:pt x="1976782" y="3615507"/>
                  </a:lnTo>
                  <a:lnTo>
                    <a:pt x="2072932" y="3587126"/>
                  </a:lnTo>
                  <a:lnTo>
                    <a:pt x="2162533" y="3556058"/>
                  </a:lnTo>
                  <a:lnTo>
                    <a:pt x="2245509" y="3522068"/>
                  </a:lnTo>
                  <a:lnTo>
                    <a:pt x="2322115" y="3484850"/>
                  </a:lnTo>
                  <a:lnTo>
                    <a:pt x="2392823" y="3444031"/>
                  </a:lnTo>
                  <a:lnTo>
                    <a:pt x="2458245" y="3399184"/>
                  </a:lnTo>
                  <a:lnTo>
                    <a:pt x="2519065" y="3349844"/>
                  </a:lnTo>
                  <a:lnTo>
                    <a:pt x="2575993" y="3295549"/>
                  </a:lnTo>
                  <a:lnTo>
                    <a:pt x="2629727" y="3235883"/>
                  </a:lnTo>
                  <a:lnTo>
                    <a:pt x="2680919" y="3170567"/>
                  </a:lnTo>
                  <a:lnTo>
                    <a:pt x="2702183" y="3140886"/>
                  </a:lnTo>
                  <a:lnTo>
                    <a:pt x="2741787" y="3081555"/>
                  </a:lnTo>
                  <a:lnTo>
                    <a:pt x="2780485" y="3018395"/>
                  </a:lnTo>
                  <a:lnTo>
                    <a:pt x="2818494" y="2951329"/>
                  </a:lnTo>
                  <a:lnTo>
                    <a:pt x="2855994" y="2880325"/>
                  </a:lnTo>
                  <a:lnTo>
                    <a:pt x="2893133" y="2805404"/>
                  </a:lnTo>
                  <a:lnTo>
                    <a:pt x="2930032" y="2726642"/>
                  </a:lnTo>
                  <a:lnTo>
                    <a:pt x="2966785" y="2644177"/>
                  </a:lnTo>
                  <a:lnTo>
                    <a:pt x="3003468" y="2558208"/>
                  </a:lnTo>
                  <a:lnTo>
                    <a:pt x="3040133" y="2468995"/>
                  </a:lnTo>
                  <a:lnTo>
                    <a:pt x="3076818" y="2376864"/>
                  </a:lnTo>
                  <a:lnTo>
                    <a:pt x="3113544" y="2282197"/>
                  </a:lnTo>
                  <a:lnTo>
                    <a:pt x="3150319" y="2185429"/>
                  </a:lnTo>
                  <a:lnTo>
                    <a:pt x="3187139" y="2087041"/>
                  </a:lnTo>
                  <a:lnTo>
                    <a:pt x="3223996" y="1987550"/>
                  </a:lnTo>
                  <a:lnTo>
                    <a:pt x="3260872" y="1887499"/>
                  </a:lnTo>
                  <a:lnTo>
                    <a:pt x="3297748" y="1787443"/>
                  </a:lnTo>
                  <a:lnTo>
                    <a:pt x="3334604" y="1687938"/>
                  </a:lnTo>
                  <a:lnTo>
                    <a:pt x="3371426" y="1589526"/>
                  </a:lnTo>
                  <a:lnTo>
                    <a:pt x="3408201" y="1492726"/>
                  </a:lnTo>
                  <a:lnTo>
                    <a:pt x="3444928" y="1398018"/>
                  </a:lnTo>
                  <a:lnTo>
                    <a:pt x="3481613" y="1305839"/>
                  </a:lnTo>
                  <a:lnTo>
                    <a:pt x="3518279" y="1216573"/>
                  </a:lnTo>
                  <a:lnTo>
                    <a:pt x="3554961" y="1130545"/>
                  </a:lnTo>
                  <a:lnTo>
                    <a:pt x="3591713" y="1048017"/>
                  </a:lnTo>
                  <a:lnTo>
                    <a:pt x="3628608" y="969190"/>
                  </a:lnTo>
                  <a:lnTo>
                    <a:pt x="3665742" y="894201"/>
                  </a:lnTo>
                  <a:lnTo>
                    <a:pt x="3703235" y="823128"/>
                  </a:lnTo>
                  <a:lnTo>
                    <a:pt x="3741233" y="755994"/>
                  </a:lnTo>
                  <a:lnTo>
                    <a:pt x="3779917" y="692767"/>
                  </a:lnTo>
                  <a:lnTo>
                    <a:pt x="3819503" y="633370"/>
                  </a:lnTo>
                  <a:lnTo>
                    <a:pt x="3820202" y="632369"/>
                  </a:lnTo>
                  <a:lnTo>
                    <a:pt x="3870486" y="564609"/>
                  </a:lnTo>
                  <a:lnTo>
                    <a:pt x="3923057" y="502549"/>
                  </a:lnTo>
                  <a:lnTo>
                    <a:pt x="3978535" y="446002"/>
                  </a:lnTo>
                  <a:lnTo>
                    <a:pt x="4037604" y="394598"/>
                  </a:lnTo>
                  <a:lnTo>
                    <a:pt x="4100971" y="347887"/>
                  </a:lnTo>
                  <a:lnTo>
                    <a:pt x="4169338" y="305400"/>
                  </a:lnTo>
                  <a:lnTo>
                    <a:pt x="4243354" y="266691"/>
                  </a:lnTo>
                  <a:lnTo>
                    <a:pt x="4323559" y="231362"/>
                  </a:lnTo>
                  <a:lnTo>
                    <a:pt x="4410314" y="199077"/>
                  </a:lnTo>
                  <a:lnTo>
                    <a:pt x="4503697" y="169571"/>
                  </a:lnTo>
                  <a:lnTo>
                    <a:pt x="4603396" y="142652"/>
                  </a:lnTo>
                  <a:lnTo>
                    <a:pt x="4708576" y="118206"/>
                  </a:lnTo>
                  <a:lnTo>
                    <a:pt x="4817765" y="96184"/>
                  </a:lnTo>
                  <a:lnTo>
                    <a:pt x="4928780" y="76594"/>
                  </a:lnTo>
                  <a:lnTo>
                    <a:pt x="5038735" y="59481"/>
                  </a:lnTo>
                  <a:lnTo>
                    <a:pt x="5144188" y="44894"/>
                  </a:lnTo>
                  <a:lnTo>
                    <a:pt x="5241433" y="32856"/>
                  </a:lnTo>
                  <a:lnTo>
                    <a:pt x="5326935" y="23325"/>
                  </a:lnTo>
                  <a:lnTo>
                    <a:pt x="5397846" y="16168"/>
                  </a:lnTo>
                  <a:lnTo>
                    <a:pt x="5452474" y="11155"/>
                  </a:lnTo>
                  <a:lnTo>
                    <a:pt x="5490613" y="7961"/>
                  </a:lnTo>
                  <a:lnTo>
                    <a:pt x="5513653" y="6195"/>
                  </a:lnTo>
                  <a:lnTo>
                    <a:pt x="5524496" y="543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4" y="5269"/>
                  </a:lnTo>
                  <a:lnTo>
                    <a:pt x="6530885" y="5474"/>
                  </a:lnTo>
                  <a:lnTo>
                    <a:pt x="6549597" y="6039"/>
                  </a:lnTo>
                  <a:lnTo>
                    <a:pt x="6583318" y="7154"/>
                  </a:lnTo>
                  <a:lnTo>
                    <a:pt x="6634115" y="8997"/>
                  </a:lnTo>
                  <a:lnTo>
                    <a:pt x="6702299" y="11720"/>
                  </a:lnTo>
                  <a:lnTo>
                    <a:pt x="6786468" y="15439"/>
                  </a:lnTo>
                  <a:lnTo>
                    <a:pt x="6883819" y="20222"/>
                  </a:lnTo>
                  <a:lnTo>
                    <a:pt x="6990656" y="26095"/>
                  </a:lnTo>
                  <a:lnTo>
                    <a:pt x="7102968" y="33055"/>
                  </a:lnTo>
                  <a:lnTo>
                    <a:pt x="7216956" y="41079"/>
                  </a:lnTo>
                  <a:lnTo>
                    <a:pt x="7329398" y="50148"/>
                  </a:lnTo>
                  <a:lnTo>
                    <a:pt x="7437834" y="60254"/>
                  </a:lnTo>
                  <a:lnTo>
                    <a:pt x="7540601" y="71418"/>
                  </a:lnTo>
                  <a:lnTo>
                    <a:pt x="7636751" y="83686"/>
                  </a:lnTo>
                  <a:lnTo>
                    <a:pt x="7725921" y="97143"/>
                  </a:lnTo>
                  <a:lnTo>
                    <a:pt x="7808191" y="111903"/>
                  </a:lnTo>
                  <a:lnTo>
                    <a:pt x="7883951" y="128116"/>
                  </a:lnTo>
                  <a:lnTo>
                    <a:pt x="7953791" y="145956"/>
                  </a:lnTo>
                  <a:lnTo>
                    <a:pt x="8018418" y="165622"/>
                  </a:lnTo>
                  <a:lnTo>
                    <a:pt x="8078591" y="187318"/>
                  </a:lnTo>
                  <a:lnTo>
                    <a:pt x="8135076" y="211241"/>
                  </a:lnTo>
                  <a:lnTo>
                    <a:pt x="8188604" y="237545"/>
                  </a:lnTo>
                  <a:lnTo>
                    <a:pt x="8229629" y="260284"/>
                  </a:lnTo>
                  <a:lnTo>
                    <a:pt x="8282754" y="293150"/>
                  </a:lnTo>
                  <a:lnTo>
                    <a:pt x="8334375" y="328862"/>
                  </a:lnTo>
                  <a:lnTo>
                    <a:pt x="8384975" y="367474"/>
                  </a:lnTo>
                  <a:lnTo>
                    <a:pt x="8434927" y="408973"/>
                  </a:lnTo>
                  <a:lnTo>
                    <a:pt x="8484512" y="453269"/>
                  </a:lnTo>
                  <a:lnTo>
                    <a:pt x="8533934" y="500191"/>
                  </a:lnTo>
                  <a:lnTo>
                    <a:pt x="8583329" y="549485"/>
                  </a:lnTo>
                  <a:lnTo>
                    <a:pt x="8632777" y="600815"/>
                  </a:lnTo>
                  <a:lnTo>
                    <a:pt x="8682311" y="653767"/>
                  </a:lnTo>
                  <a:lnTo>
                    <a:pt x="8731927" y="707867"/>
                  </a:lnTo>
                  <a:lnTo>
                    <a:pt x="8781593" y="762593"/>
                  </a:lnTo>
                  <a:lnTo>
                    <a:pt x="8831267" y="817397"/>
                  </a:lnTo>
                  <a:lnTo>
                    <a:pt x="8880901" y="871729"/>
                  </a:lnTo>
                  <a:lnTo>
                    <a:pt x="8930460" y="925058"/>
                  </a:lnTo>
                  <a:lnTo>
                    <a:pt x="8979931" y="976892"/>
                  </a:lnTo>
                  <a:lnTo>
                    <a:pt x="9029335" y="1026801"/>
                  </a:lnTo>
                  <a:lnTo>
                    <a:pt x="9078738" y="1074426"/>
                  </a:lnTo>
                  <a:lnTo>
                    <a:pt x="9128259" y="1119487"/>
                  </a:lnTo>
                  <a:lnTo>
                    <a:pt x="9178082" y="1161792"/>
                  </a:lnTo>
                  <a:lnTo>
                    <a:pt x="9228464" y="1201228"/>
                  </a:lnTo>
                  <a:lnTo>
                    <a:pt x="9279752" y="1237760"/>
                  </a:lnTo>
                  <a:lnTo>
                    <a:pt x="9332394" y="1271424"/>
                  </a:lnTo>
                  <a:lnTo>
                    <a:pt x="9347647" y="1280461"/>
                  </a:lnTo>
                  <a:lnTo>
                    <a:pt x="9399291" y="1308716"/>
                  </a:lnTo>
                  <a:lnTo>
                    <a:pt x="9453361" y="1334529"/>
                  </a:lnTo>
                  <a:lnTo>
                    <a:pt x="9510531" y="1357988"/>
                  </a:lnTo>
                  <a:lnTo>
                    <a:pt x="9571543" y="1379257"/>
                  </a:lnTo>
                  <a:lnTo>
                    <a:pt x="9637163" y="1398537"/>
                  </a:lnTo>
                  <a:lnTo>
                    <a:pt x="9708146" y="1416033"/>
                  </a:lnTo>
                  <a:lnTo>
                    <a:pt x="9785180" y="1431939"/>
                  </a:lnTo>
                  <a:lnTo>
                    <a:pt x="9868822" y="1446424"/>
                  </a:lnTo>
                  <a:lnTo>
                    <a:pt x="9959409" y="1459633"/>
                  </a:lnTo>
                  <a:lnTo>
                    <a:pt x="10056943" y="1471672"/>
                  </a:lnTo>
                  <a:lnTo>
                    <a:pt x="10160954" y="1482619"/>
                  </a:lnTo>
                  <a:lnTo>
                    <a:pt x="10270360" y="1492515"/>
                  </a:lnTo>
                  <a:lnTo>
                    <a:pt x="10383338" y="1501374"/>
                  </a:lnTo>
                  <a:lnTo>
                    <a:pt x="10497270" y="1509185"/>
                  </a:lnTo>
                  <a:lnTo>
                    <a:pt x="10608795" y="1515926"/>
                  </a:lnTo>
                  <a:lnTo>
                    <a:pt x="10714035" y="1521578"/>
                  </a:lnTo>
                  <a:lnTo>
                    <a:pt x="10808999" y="1526142"/>
                  </a:lnTo>
                  <a:lnTo>
                    <a:pt x="10890122" y="1529653"/>
                  </a:lnTo>
                  <a:lnTo>
                    <a:pt x="10954851" y="1532188"/>
                  </a:lnTo>
                  <a:lnTo>
                    <a:pt x="11002113" y="1533870"/>
                  </a:lnTo>
                  <a:lnTo>
                    <a:pt x="11032577" y="1534859"/>
                  </a:lnTo>
                  <a:lnTo>
                    <a:pt x="11048654" y="1535336"/>
                  </a:lnTo>
                  <a:lnTo>
                    <a:pt x="11054317" y="1535491"/>
                  </a:lnTo>
                  <a:lnTo>
                    <a:pt x="11054891" y="1535505"/>
                  </a:lnTo>
                  <a:lnTo>
                    <a:pt x="12049831" y="1535505"/>
                  </a:lnTo>
                  <a:lnTo>
                    <a:pt x="12049831" y="1530265"/>
                  </a:lnTo>
                  <a:lnTo>
                    <a:pt x="11054891" y="1530265"/>
                  </a:lnTo>
                  <a:lnTo>
                    <a:pt x="11053773" y="1530236"/>
                  </a:lnTo>
                  <a:lnTo>
                    <a:pt x="11046392" y="1530031"/>
                  </a:lnTo>
                  <a:lnTo>
                    <a:pt x="11027680" y="1529466"/>
                  </a:lnTo>
                  <a:lnTo>
                    <a:pt x="10993959" y="1528351"/>
                  </a:lnTo>
                  <a:lnTo>
                    <a:pt x="10943161" y="1526508"/>
                  </a:lnTo>
                  <a:lnTo>
                    <a:pt x="10874978" y="1523784"/>
                  </a:lnTo>
                  <a:lnTo>
                    <a:pt x="10790809" y="1520066"/>
                  </a:lnTo>
                  <a:lnTo>
                    <a:pt x="10693457" y="1515283"/>
                  </a:lnTo>
                  <a:lnTo>
                    <a:pt x="10586621" y="1509409"/>
                  </a:lnTo>
                  <a:lnTo>
                    <a:pt x="10474308" y="1502450"/>
                  </a:lnTo>
                  <a:lnTo>
                    <a:pt x="10360320" y="1494426"/>
                  </a:lnTo>
                  <a:lnTo>
                    <a:pt x="10247879" y="1485357"/>
                  </a:lnTo>
                  <a:lnTo>
                    <a:pt x="10139442" y="1475250"/>
                  </a:lnTo>
                  <a:lnTo>
                    <a:pt x="10036675" y="1464087"/>
                  </a:lnTo>
                  <a:lnTo>
                    <a:pt x="9940526" y="1451818"/>
                  </a:lnTo>
                  <a:lnTo>
                    <a:pt x="9851356" y="1438362"/>
                  </a:lnTo>
                  <a:lnTo>
                    <a:pt x="9769086" y="1423601"/>
                  </a:lnTo>
                  <a:lnTo>
                    <a:pt x="9693326" y="1407389"/>
                  </a:lnTo>
                  <a:lnTo>
                    <a:pt x="9623486" y="1389549"/>
                  </a:lnTo>
                  <a:lnTo>
                    <a:pt x="9558859" y="1369883"/>
                  </a:lnTo>
                  <a:lnTo>
                    <a:pt x="9498686" y="1348187"/>
                  </a:lnTo>
                  <a:lnTo>
                    <a:pt x="9442201" y="1324263"/>
                  </a:lnTo>
                  <a:lnTo>
                    <a:pt x="9388673" y="1297960"/>
                  </a:lnTo>
                  <a:lnTo>
                    <a:pt x="9347647" y="1275220"/>
                  </a:lnTo>
                  <a:lnTo>
                    <a:pt x="9294522" y="1242355"/>
                  </a:lnTo>
                  <a:lnTo>
                    <a:pt x="9242901" y="1206643"/>
                  </a:lnTo>
                  <a:lnTo>
                    <a:pt x="9192301" y="1168031"/>
                  </a:lnTo>
                  <a:lnTo>
                    <a:pt x="9142349" y="1126532"/>
                  </a:lnTo>
                  <a:lnTo>
                    <a:pt x="9092764" y="1082236"/>
                  </a:lnTo>
                  <a:lnTo>
                    <a:pt x="9043343" y="1035313"/>
                  </a:lnTo>
                  <a:lnTo>
                    <a:pt x="8993948" y="986019"/>
                  </a:lnTo>
                  <a:lnTo>
                    <a:pt x="8944499" y="934690"/>
                  </a:lnTo>
                  <a:lnTo>
                    <a:pt x="8894965" y="881738"/>
                  </a:lnTo>
                  <a:lnTo>
                    <a:pt x="8845350" y="827638"/>
                  </a:lnTo>
                  <a:lnTo>
                    <a:pt x="8795683" y="772912"/>
                  </a:lnTo>
                  <a:lnTo>
                    <a:pt x="8746010" y="718108"/>
                  </a:lnTo>
                  <a:lnTo>
                    <a:pt x="8696376" y="663775"/>
                  </a:lnTo>
                  <a:lnTo>
                    <a:pt x="8646817" y="610447"/>
                  </a:lnTo>
                  <a:lnTo>
                    <a:pt x="8597346" y="558613"/>
                  </a:lnTo>
                  <a:lnTo>
                    <a:pt x="8547942" y="508704"/>
                  </a:lnTo>
                  <a:lnTo>
                    <a:pt x="8498539" y="461079"/>
                  </a:lnTo>
                  <a:lnTo>
                    <a:pt x="8449018" y="416017"/>
                  </a:lnTo>
                  <a:lnTo>
                    <a:pt x="8399195" y="373713"/>
                  </a:lnTo>
                  <a:lnTo>
                    <a:pt x="8348812" y="334277"/>
                  </a:lnTo>
                  <a:lnTo>
                    <a:pt x="8297525" y="297745"/>
                  </a:lnTo>
                  <a:lnTo>
                    <a:pt x="8244883" y="264081"/>
                  </a:lnTo>
                  <a:lnTo>
                    <a:pt x="8229629" y="255044"/>
                  </a:lnTo>
                  <a:lnTo>
                    <a:pt x="8177985" y="226789"/>
                  </a:lnTo>
                  <a:lnTo>
                    <a:pt x="8123916" y="200975"/>
                  </a:lnTo>
                  <a:lnTo>
                    <a:pt x="8066745" y="177517"/>
                  </a:lnTo>
                  <a:lnTo>
                    <a:pt x="8005734" y="156247"/>
                  </a:lnTo>
                  <a:lnTo>
                    <a:pt x="7940113" y="136967"/>
                  </a:lnTo>
                  <a:lnTo>
                    <a:pt x="7869130" y="119472"/>
                  </a:lnTo>
                  <a:lnTo>
                    <a:pt x="7792097" y="103566"/>
                  </a:lnTo>
                  <a:lnTo>
                    <a:pt x="7708454" y="89080"/>
                  </a:lnTo>
                  <a:lnTo>
                    <a:pt x="7617867" y="75872"/>
                  </a:lnTo>
                  <a:lnTo>
                    <a:pt x="7520334" y="63833"/>
                  </a:lnTo>
                  <a:lnTo>
                    <a:pt x="7416322" y="52886"/>
                  </a:lnTo>
                  <a:lnTo>
                    <a:pt x="7306917" y="42990"/>
                  </a:lnTo>
                  <a:lnTo>
                    <a:pt x="7193938" y="34131"/>
                  </a:lnTo>
                  <a:lnTo>
                    <a:pt x="7080007" y="26320"/>
                  </a:lnTo>
                  <a:lnTo>
                    <a:pt x="6968482" y="19579"/>
                  </a:lnTo>
                  <a:lnTo>
                    <a:pt x="6863241" y="13927"/>
                  </a:lnTo>
                  <a:lnTo>
                    <a:pt x="6768278" y="9362"/>
                  </a:lnTo>
                  <a:lnTo>
                    <a:pt x="6687154" y="5852"/>
                  </a:lnTo>
                  <a:lnTo>
                    <a:pt x="6622425" y="3317"/>
                  </a:lnTo>
                  <a:lnTo>
                    <a:pt x="6575163" y="1635"/>
                  </a:lnTo>
                  <a:lnTo>
                    <a:pt x="6544700" y="646"/>
                  </a:lnTo>
                  <a:lnTo>
                    <a:pt x="6528623" y="169"/>
                  </a:lnTo>
                  <a:lnTo>
                    <a:pt x="6522959" y="1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10" y="65"/>
                  </a:lnTo>
                  <a:lnTo>
                    <a:pt x="5519566" y="530"/>
                  </a:lnTo>
                  <a:lnTo>
                    <a:pt x="5502179" y="1815"/>
                  </a:lnTo>
                  <a:lnTo>
                    <a:pt x="5470760" y="4347"/>
                  </a:lnTo>
                  <a:lnTo>
                    <a:pt x="5423253" y="8538"/>
                  </a:lnTo>
                  <a:lnTo>
                    <a:pt x="5359180" y="14744"/>
                  </a:lnTo>
                  <a:lnTo>
                    <a:pt x="5279628" y="23237"/>
                  </a:lnTo>
                  <a:lnTo>
                    <a:pt x="5187002" y="34193"/>
                  </a:lnTo>
                  <a:lnTo>
                    <a:pt x="5084605" y="47690"/>
                  </a:lnTo>
                  <a:lnTo>
                    <a:pt x="4976130" y="63727"/>
                  </a:lnTo>
                  <a:lnTo>
                    <a:pt x="4865178" y="82264"/>
                  </a:lnTo>
                  <a:lnTo>
                    <a:pt x="4754899" y="103250"/>
                  </a:lnTo>
                  <a:lnTo>
                    <a:pt x="4647783" y="126657"/>
                  </a:lnTo>
                  <a:lnTo>
                    <a:pt x="4545603" y="152508"/>
                  </a:lnTo>
                  <a:lnTo>
                    <a:pt x="4449453" y="180889"/>
                  </a:lnTo>
                  <a:lnTo>
                    <a:pt x="4359852" y="211957"/>
                  </a:lnTo>
                  <a:lnTo>
                    <a:pt x="4276876" y="245947"/>
                  </a:lnTo>
                  <a:lnTo>
                    <a:pt x="4200270" y="283165"/>
                  </a:lnTo>
                  <a:lnTo>
                    <a:pt x="4129562" y="323983"/>
                  </a:lnTo>
                  <a:lnTo>
                    <a:pt x="4064140" y="368831"/>
                  </a:lnTo>
                  <a:lnTo>
                    <a:pt x="4003320" y="418171"/>
                  </a:lnTo>
                  <a:lnTo>
                    <a:pt x="3946392" y="472466"/>
                  </a:lnTo>
                  <a:lnTo>
                    <a:pt x="3892657" y="532132"/>
                  </a:lnTo>
                  <a:lnTo>
                    <a:pt x="3841466" y="597448"/>
                  </a:lnTo>
                  <a:lnTo>
                    <a:pt x="3820202" y="627129"/>
                  </a:lnTo>
                  <a:lnTo>
                    <a:pt x="3780598" y="686460"/>
                  </a:lnTo>
                  <a:lnTo>
                    <a:pt x="3741900" y="749620"/>
                  </a:lnTo>
                  <a:lnTo>
                    <a:pt x="3703891" y="816686"/>
                  </a:lnTo>
                  <a:lnTo>
                    <a:pt x="3666391" y="887690"/>
                  </a:lnTo>
                  <a:lnTo>
                    <a:pt x="3629252" y="962611"/>
                  </a:lnTo>
                  <a:lnTo>
                    <a:pt x="3592353" y="1041373"/>
                  </a:lnTo>
                  <a:lnTo>
                    <a:pt x="3555600" y="1123838"/>
                  </a:lnTo>
                  <a:lnTo>
                    <a:pt x="3518917" y="1209807"/>
                  </a:lnTo>
                  <a:lnTo>
                    <a:pt x="3482252" y="1299019"/>
                  </a:lnTo>
                  <a:lnTo>
                    <a:pt x="3445567" y="1391150"/>
                  </a:lnTo>
                  <a:lnTo>
                    <a:pt x="3408841" y="1485818"/>
                  </a:lnTo>
                  <a:lnTo>
                    <a:pt x="3372066" y="1582586"/>
                  </a:lnTo>
                  <a:lnTo>
                    <a:pt x="3335246" y="1680974"/>
                  </a:lnTo>
                  <a:lnTo>
                    <a:pt x="3298389" y="1780465"/>
                  </a:lnTo>
                  <a:lnTo>
                    <a:pt x="3261513" y="1880516"/>
                  </a:lnTo>
                  <a:lnTo>
                    <a:pt x="3224637" y="1980571"/>
                  </a:lnTo>
                  <a:lnTo>
                    <a:pt x="3187781" y="2080077"/>
                  </a:lnTo>
                  <a:lnTo>
                    <a:pt x="3150959" y="2178488"/>
                  </a:lnTo>
                  <a:lnTo>
                    <a:pt x="3114184" y="2275289"/>
                  </a:lnTo>
                  <a:lnTo>
                    <a:pt x="3077457" y="2369997"/>
                  </a:lnTo>
                  <a:lnTo>
                    <a:pt x="3040772" y="2462176"/>
                  </a:lnTo>
                  <a:lnTo>
                    <a:pt x="3004106" y="2551441"/>
                  </a:lnTo>
                  <a:lnTo>
                    <a:pt x="2967424" y="2637470"/>
                  </a:lnTo>
                  <a:lnTo>
                    <a:pt x="2930672" y="2719998"/>
                  </a:lnTo>
                  <a:lnTo>
                    <a:pt x="2893777" y="2798825"/>
                  </a:lnTo>
                  <a:lnTo>
                    <a:pt x="2856643" y="2873814"/>
                  </a:lnTo>
                  <a:lnTo>
                    <a:pt x="2819150" y="2944887"/>
                  </a:lnTo>
                  <a:lnTo>
                    <a:pt x="2781152" y="3012021"/>
                  </a:lnTo>
                  <a:lnTo>
                    <a:pt x="2742468" y="3075248"/>
                  </a:lnTo>
                  <a:lnTo>
                    <a:pt x="2702882" y="3134645"/>
                  </a:lnTo>
                  <a:lnTo>
                    <a:pt x="2702183" y="3135646"/>
                  </a:lnTo>
                  <a:lnTo>
                    <a:pt x="2651899" y="3203406"/>
                  </a:lnTo>
                  <a:lnTo>
                    <a:pt x="2599328" y="3265465"/>
                  </a:lnTo>
                  <a:lnTo>
                    <a:pt x="2543850" y="3322013"/>
                  </a:lnTo>
                  <a:lnTo>
                    <a:pt x="2484781" y="3373417"/>
                  </a:lnTo>
                  <a:lnTo>
                    <a:pt x="2421414" y="3420128"/>
                  </a:lnTo>
                  <a:lnTo>
                    <a:pt x="2353047" y="3462615"/>
                  </a:lnTo>
                  <a:lnTo>
                    <a:pt x="2279031" y="3501324"/>
                  </a:lnTo>
                  <a:lnTo>
                    <a:pt x="2198826" y="3536653"/>
                  </a:lnTo>
                  <a:lnTo>
                    <a:pt x="2112071" y="3568938"/>
                  </a:lnTo>
                  <a:lnTo>
                    <a:pt x="2018688" y="3598444"/>
                  </a:lnTo>
                  <a:lnTo>
                    <a:pt x="1918989" y="3625363"/>
                  </a:lnTo>
                  <a:lnTo>
                    <a:pt x="1813809" y="3649809"/>
                  </a:lnTo>
                  <a:lnTo>
                    <a:pt x="1704620" y="3671831"/>
                  </a:lnTo>
                  <a:lnTo>
                    <a:pt x="1593605" y="3691421"/>
                  </a:lnTo>
                  <a:lnTo>
                    <a:pt x="1483650" y="3708534"/>
                  </a:lnTo>
                  <a:lnTo>
                    <a:pt x="1378197" y="3723121"/>
                  </a:lnTo>
                  <a:lnTo>
                    <a:pt x="1280952" y="3735159"/>
                  </a:lnTo>
                  <a:lnTo>
                    <a:pt x="1195450" y="3744690"/>
                  </a:lnTo>
                  <a:lnTo>
                    <a:pt x="1124539" y="3751847"/>
                  </a:lnTo>
                  <a:lnTo>
                    <a:pt x="1069911" y="3756860"/>
                  </a:lnTo>
                  <a:lnTo>
                    <a:pt x="1031772" y="3760054"/>
                  </a:lnTo>
                  <a:lnTo>
                    <a:pt x="1008732" y="3761820"/>
                  </a:lnTo>
                  <a:lnTo>
                    <a:pt x="997889" y="3762583"/>
                  </a:lnTo>
                  <a:lnTo>
                    <a:pt x="994940" y="3762775"/>
                  </a:lnTo>
                  <a:lnTo>
                    <a:pt x="0" y="3762775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25" name="pl1524"/>
            <p:cNvSpPr/>
            <p:nvPr/>
          </p:nvSpPr>
          <p:spPr>
            <a:xfrm>
              <a:off x="1199187" y="1289031"/>
              <a:ext cx="12049831" cy="3762775"/>
            </a:xfrm>
            <a:custGeom>
              <a:avLst/>
              <a:pathLst>
                <a:path w="12049831" h="3762775">
                  <a:moveTo>
                    <a:pt x="0" y="3762775"/>
                  </a:moveTo>
                  <a:lnTo>
                    <a:pt x="994940" y="3762775"/>
                  </a:lnTo>
                  <a:lnTo>
                    <a:pt x="995975" y="3762709"/>
                  </a:lnTo>
                  <a:lnTo>
                    <a:pt x="1002819" y="3762244"/>
                  </a:lnTo>
                  <a:lnTo>
                    <a:pt x="1020206" y="3760960"/>
                  </a:lnTo>
                  <a:lnTo>
                    <a:pt x="1051625" y="3758427"/>
                  </a:lnTo>
                  <a:lnTo>
                    <a:pt x="1099132" y="3754236"/>
                  </a:lnTo>
                  <a:lnTo>
                    <a:pt x="1163205" y="3748031"/>
                  </a:lnTo>
                  <a:lnTo>
                    <a:pt x="1242757" y="3739537"/>
                  </a:lnTo>
                  <a:lnTo>
                    <a:pt x="1335383" y="3728581"/>
                  </a:lnTo>
                  <a:lnTo>
                    <a:pt x="1437780" y="3715085"/>
                  </a:lnTo>
                  <a:lnTo>
                    <a:pt x="1546255" y="3699047"/>
                  </a:lnTo>
                  <a:lnTo>
                    <a:pt x="1657207" y="3680510"/>
                  </a:lnTo>
                  <a:lnTo>
                    <a:pt x="1767486" y="3659525"/>
                  </a:lnTo>
                  <a:lnTo>
                    <a:pt x="1874602" y="3636117"/>
                  </a:lnTo>
                  <a:lnTo>
                    <a:pt x="1976782" y="3610266"/>
                  </a:lnTo>
                  <a:lnTo>
                    <a:pt x="2072932" y="3581886"/>
                  </a:lnTo>
                  <a:lnTo>
                    <a:pt x="2162533" y="3550817"/>
                  </a:lnTo>
                  <a:lnTo>
                    <a:pt x="2245509" y="3516828"/>
                  </a:lnTo>
                  <a:lnTo>
                    <a:pt x="2322115" y="3479610"/>
                  </a:lnTo>
                  <a:lnTo>
                    <a:pt x="2392823" y="3438791"/>
                  </a:lnTo>
                  <a:lnTo>
                    <a:pt x="2458245" y="3393943"/>
                  </a:lnTo>
                  <a:lnTo>
                    <a:pt x="2519065" y="3344604"/>
                  </a:lnTo>
                  <a:lnTo>
                    <a:pt x="2575993" y="3290308"/>
                  </a:lnTo>
                  <a:lnTo>
                    <a:pt x="2629727" y="3230642"/>
                  </a:lnTo>
                  <a:lnTo>
                    <a:pt x="2680919" y="3165326"/>
                  </a:lnTo>
                  <a:lnTo>
                    <a:pt x="2702183" y="3135646"/>
                  </a:lnTo>
                  <a:lnTo>
                    <a:pt x="2741787" y="3076314"/>
                  </a:lnTo>
                  <a:lnTo>
                    <a:pt x="2780485" y="3013155"/>
                  </a:lnTo>
                  <a:lnTo>
                    <a:pt x="2818494" y="2946088"/>
                  </a:lnTo>
                  <a:lnTo>
                    <a:pt x="2855994" y="2875084"/>
                  </a:lnTo>
                  <a:lnTo>
                    <a:pt x="2893133" y="2800163"/>
                  </a:lnTo>
                  <a:lnTo>
                    <a:pt x="2930032" y="2721402"/>
                  </a:lnTo>
                  <a:lnTo>
                    <a:pt x="2966785" y="2638937"/>
                  </a:lnTo>
                  <a:lnTo>
                    <a:pt x="3003468" y="2552967"/>
                  </a:lnTo>
                  <a:lnTo>
                    <a:pt x="3040133" y="2463755"/>
                  </a:lnTo>
                  <a:lnTo>
                    <a:pt x="3076818" y="2371624"/>
                  </a:lnTo>
                  <a:lnTo>
                    <a:pt x="3113544" y="2276956"/>
                  </a:lnTo>
                  <a:lnTo>
                    <a:pt x="3150319" y="2180188"/>
                  </a:lnTo>
                  <a:lnTo>
                    <a:pt x="3187139" y="2081800"/>
                  </a:lnTo>
                  <a:lnTo>
                    <a:pt x="3223996" y="1982309"/>
                  </a:lnTo>
                  <a:lnTo>
                    <a:pt x="3260872" y="1882258"/>
                  </a:lnTo>
                  <a:lnTo>
                    <a:pt x="3297748" y="1782203"/>
                  </a:lnTo>
                  <a:lnTo>
                    <a:pt x="3334604" y="1682698"/>
                  </a:lnTo>
                  <a:lnTo>
                    <a:pt x="3371426" y="1584286"/>
                  </a:lnTo>
                  <a:lnTo>
                    <a:pt x="3408201" y="1487485"/>
                  </a:lnTo>
                  <a:lnTo>
                    <a:pt x="3444928" y="1392777"/>
                  </a:lnTo>
                  <a:lnTo>
                    <a:pt x="3481613" y="1300599"/>
                  </a:lnTo>
                  <a:lnTo>
                    <a:pt x="3518279" y="1211333"/>
                  </a:lnTo>
                  <a:lnTo>
                    <a:pt x="3554961" y="1125304"/>
                  </a:lnTo>
                  <a:lnTo>
                    <a:pt x="3591713" y="1042776"/>
                  </a:lnTo>
                  <a:lnTo>
                    <a:pt x="3628608" y="963949"/>
                  </a:lnTo>
                  <a:lnTo>
                    <a:pt x="3665742" y="888960"/>
                  </a:lnTo>
                  <a:lnTo>
                    <a:pt x="3703235" y="817888"/>
                  </a:lnTo>
                  <a:lnTo>
                    <a:pt x="3741233" y="750753"/>
                  </a:lnTo>
                  <a:lnTo>
                    <a:pt x="3779917" y="687526"/>
                  </a:lnTo>
                  <a:lnTo>
                    <a:pt x="3819503" y="628129"/>
                  </a:lnTo>
                  <a:lnTo>
                    <a:pt x="3820202" y="627129"/>
                  </a:lnTo>
                  <a:lnTo>
                    <a:pt x="3870486" y="559369"/>
                  </a:lnTo>
                  <a:lnTo>
                    <a:pt x="3923057" y="497309"/>
                  </a:lnTo>
                  <a:lnTo>
                    <a:pt x="3978535" y="440761"/>
                  </a:lnTo>
                  <a:lnTo>
                    <a:pt x="4037604" y="389358"/>
                  </a:lnTo>
                  <a:lnTo>
                    <a:pt x="4100971" y="342646"/>
                  </a:lnTo>
                  <a:lnTo>
                    <a:pt x="4169338" y="300159"/>
                  </a:lnTo>
                  <a:lnTo>
                    <a:pt x="4243354" y="261450"/>
                  </a:lnTo>
                  <a:lnTo>
                    <a:pt x="4323559" y="226121"/>
                  </a:lnTo>
                  <a:lnTo>
                    <a:pt x="4410314" y="193836"/>
                  </a:lnTo>
                  <a:lnTo>
                    <a:pt x="4503697" y="164330"/>
                  </a:lnTo>
                  <a:lnTo>
                    <a:pt x="4603396" y="137412"/>
                  </a:lnTo>
                  <a:lnTo>
                    <a:pt x="4708576" y="112965"/>
                  </a:lnTo>
                  <a:lnTo>
                    <a:pt x="4817765" y="90943"/>
                  </a:lnTo>
                  <a:lnTo>
                    <a:pt x="4928780" y="71353"/>
                  </a:lnTo>
                  <a:lnTo>
                    <a:pt x="5038735" y="54240"/>
                  </a:lnTo>
                  <a:lnTo>
                    <a:pt x="5144188" y="39654"/>
                  </a:lnTo>
                  <a:lnTo>
                    <a:pt x="5241433" y="27615"/>
                  </a:lnTo>
                  <a:lnTo>
                    <a:pt x="5326935" y="18084"/>
                  </a:lnTo>
                  <a:lnTo>
                    <a:pt x="5397846" y="10928"/>
                  </a:lnTo>
                  <a:lnTo>
                    <a:pt x="5452474" y="5915"/>
                  </a:lnTo>
                  <a:lnTo>
                    <a:pt x="5490613" y="2720"/>
                  </a:lnTo>
                  <a:lnTo>
                    <a:pt x="5513653" y="954"/>
                  </a:lnTo>
                  <a:lnTo>
                    <a:pt x="5524496" y="191"/>
                  </a:lnTo>
                  <a:lnTo>
                    <a:pt x="5527362" y="5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4" y="28"/>
                  </a:lnTo>
                  <a:lnTo>
                    <a:pt x="6530885" y="233"/>
                  </a:lnTo>
                  <a:lnTo>
                    <a:pt x="6549597" y="799"/>
                  </a:lnTo>
                  <a:lnTo>
                    <a:pt x="6583318" y="1913"/>
                  </a:lnTo>
                  <a:lnTo>
                    <a:pt x="6634115" y="3756"/>
                  </a:lnTo>
                  <a:lnTo>
                    <a:pt x="6702299" y="6480"/>
                  </a:lnTo>
                  <a:lnTo>
                    <a:pt x="6786468" y="10199"/>
                  </a:lnTo>
                  <a:lnTo>
                    <a:pt x="6883819" y="14981"/>
                  </a:lnTo>
                  <a:lnTo>
                    <a:pt x="6990656" y="20855"/>
                  </a:lnTo>
                  <a:lnTo>
                    <a:pt x="7102968" y="27814"/>
                  </a:lnTo>
                  <a:lnTo>
                    <a:pt x="7216956" y="35838"/>
                  </a:lnTo>
                  <a:lnTo>
                    <a:pt x="7329398" y="44907"/>
                  </a:lnTo>
                  <a:lnTo>
                    <a:pt x="7437834" y="55014"/>
                  </a:lnTo>
                  <a:lnTo>
                    <a:pt x="7540601" y="66177"/>
                  </a:lnTo>
                  <a:lnTo>
                    <a:pt x="7636751" y="78446"/>
                  </a:lnTo>
                  <a:lnTo>
                    <a:pt x="7725921" y="91902"/>
                  </a:lnTo>
                  <a:lnTo>
                    <a:pt x="7808191" y="106663"/>
                  </a:lnTo>
                  <a:lnTo>
                    <a:pt x="7883951" y="122875"/>
                  </a:lnTo>
                  <a:lnTo>
                    <a:pt x="7953791" y="140716"/>
                  </a:lnTo>
                  <a:lnTo>
                    <a:pt x="8018418" y="160381"/>
                  </a:lnTo>
                  <a:lnTo>
                    <a:pt x="8078591" y="182077"/>
                  </a:lnTo>
                  <a:lnTo>
                    <a:pt x="8135076" y="206001"/>
                  </a:lnTo>
                  <a:lnTo>
                    <a:pt x="8188604" y="232305"/>
                  </a:lnTo>
                  <a:lnTo>
                    <a:pt x="8229629" y="255044"/>
                  </a:lnTo>
                  <a:lnTo>
                    <a:pt x="8282754" y="287909"/>
                  </a:lnTo>
                  <a:lnTo>
                    <a:pt x="8334375" y="323621"/>
                  </a:lnTo>
                  <a:lnTo>
                    <a:pt x="8384975" y="362234"/>
                  </a:lnTo>
                  <a:lnTo>
                    <a:pt x="8434927" y="403732"/>
                  </a:lnTo>
                  <a:lnTo>
                    <a:pt x="8484512" y="448028"/>
                  </a:lnTo>
                  <a:lnTo>
                    <a:pt x="8533934" y="494951"/>
                  </a:lnTo>
                  <a:lnTo>
                    <a:pt x="8583329" y="544245"/>
                  </a:lnTo>
                  <a:lnTo>
                    <a:pt x="8632777" y="595574"/>
                  </a:lnTo>
                  <a:lnTo>
                    <a:pt x="8682311" y="648526"/>
                  </a:lnTo>
                  <a:lnTo>
                    <a:pt x="8731927" y="702626"/>
                  </a:lnTo>
                  <a:lnTo>
                    <a:pt x="8781593" y="757352"/>
                  </a:lnTo>
                  <a:lnTo>
                    <a:pt x="8831267" y="812157"/>
                  </a:lnTo>
                  <a:lnTo>
                    <a:pt x="8880901" y="866489"/>
                  </a:lnTo>
                  <a:lnTo>
                    <a:pt x="8930460" y="919817"/>
                  </a:lnTo>
                  <a:lnTo>
                    <a:pt x="8979931" y="971651"/>
                  </a:lnTo>
                  <a:lnTo>
                    <a:pt x="9029335" y="1021560"/>
                  </a:lnTo>
                  <a:lnTo>
                    <a:pt x="9078738" y="1069185"/>
                  </a:lnTo>
                  <a:lnTo>
                    <a:pt x="9128259" y="1114247"/>
                  </a:lnTo>
                  <a:lnTo>
                    <a:pt x="9178082" y="1156551"/>
                  </a:lnTo>
                  <a:lnTo>
                    <a:pt x="9228464" y="1195987"/>
                  </a:lnTo>
                  <a:lnTo>
                    <a:pt x="9279752" y="1232519"/>
                  </a:lnTo>
                  <a:lnTo>
                    <a:pt x="9332394" y="1266183"/>
                  </a:lnTo>
                  <a:lnTo>
                    <a:pt x="9347647" y="1275220"/>
                  </a:lnTo>
                  <a:lnTo>
                    <a:pt x="9399291" y="1303475"/>
                  </a:lnTo>
                  <a:lnTo>
                    <a:pt x="9453361" y="1329289"/>
                  </a:lnTo>
                  <a:lnTo>
                    <a:pt x="9510531" y="1352748"/>
                  </a:lnTo>
                  <a:lnTo>
                    <a:pt x="9571543" y="1374017"/>
                  </a:lnTo>
                  <a:lnTo>
                    <a:pt x="9637163" y="1393297"/>
                  </a:lnTo>
                  <a:lnTo>
                    <a:pt x="9708146" y="1410793"/>
                  </a:lnTo>
                  <a:lnTo>
                    <a:pt x="9785180" y="1426698"/>
                  </a:lnTo>
                  <a:lnTo>
                    <a:pt x="9868822" y="1441184"/>
                  </a:lnTo>
                  <a:lnTo>
                    <a:pt x="9959409" y="1454392"/>
                  </a:lnTo>
                  <a:lnTo>
                    <a:pt x="10056943" y="1466432"/>
                  </a:lnTo>
                  <a:lnTo>
                    <a:pt x="10160954" y="1477378"/>
                  </a:lnTo>
                  <a:lnTo>
                    <a:pt x="10270360" y="1487275"/>
                  </a:lnTo>
                  <a:lnTo>
                    <a:pt x="10383338" y="1496133"/>
                  </a:lnTo>
                  <a:lnTo>
                    <a:pt x="10497270" y="1503944"/>
                  </a:lnTo>
                  <a:lnTo>
                    <a:pt x="10608795" y="1510685"/>
                  </a:lnTo>
                  <a:lnTo>
                    <a:pt x="10714035" y="1516338"/>
                  </a:lnTo>
                  <a:lnTo>
                    <a:pt x="10808999" y="1520902"/>
                  </a:lnTo>
                  <a:lnTo>
                    <a:pt x="10890122" y="1524412"/>
                  </a:lnTo>
                  <a:lnTo>
                    <a:pt x="10954851" y="1526947"/>
                  </a:lnTo>
                  <a:lnTo>
                    <a:pt x="11002113" y="1528629"/>
                  </a:lnTo>
                  <a:lnTo>
                    <a:pt x="11032577" y="1529618"/>
                  </a:lnTo>
                  <a:lnTo>
                    <a:pt x="11048654" y="1530096"/>
                  </a:lnTo>
                  <a:lnTo>
                    <a:pt x="11054317" y="1530250"/>
                  </a:lnTo>
                  <a:lnTo>
                    <a:pt x="11054891" y="1530265"/>
                  </a:lnTo>
                  <a:lnTo>
                    <a:pt x="12049831" y="1530265"/>
                  </a:lnTo>
                  <a:lnTo>
                    <a:pt x="12049831" y="15302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6" name="pl1525"/>
            <p:cNvSpPr/>
            <p:nvPr/>
          </p:nvSpPr>
          <p:spPr>
            <a:xfrm>
              <a:off x="1199187" y="1283790"/>
              <a:ext cx="12049831" cy="3762775"/>
            </a:xfrm>
            <a:custGeom>
              <a:avLst/>
              <a:pathLst>
                <a:path w="12049831" h="3762775">
                  <a:moveTo>
                    <a:pt x="12049831" y="1530265"/>
                  </a:moveTo>
                  <a:lnTo>
                    <a:pt x="11054891" y="1530265"/>
                  </a:lnTo>
                  <a:lnTo>
                    <a:pt x="11053773" y="1530236"/>
                  </a:lnTo>
                  <a:lnTo>
                    <a:pt x="11046392" y="1530031"/>
                  </a:lnTo>
                  <a:lnTo>
                    <a:pt x="11027680" y="1529466"/>
                  </a:lnTo>
                  <a:lnTo>
                    <a:pt x="10993959" y="1528351"/>
                  </a:lnTo>
                  <a:lnTo>
                    <a:pt x="10943161" y="1526508"/>
                  </a:lnTo>
                  <a:lnTo>
                    <a:pt x="10874978" y="1523784"/>
                  </a:lnTo>
                  <a:lnTo>
                    <a:pt x="10790809" y="1520066"/>
                  </a:lnTo>
                  <a:lnTo>
                    <a:pt x="10693457" y="1515283"/>
                  </a:lnTo>
                  <a:lnTo>
                    <a:pt x="10586621" y="1509409"/>
                  </a:lnTo>
                  <a:lnTo>
                    <a:pt x="10474308" y="1502450"/>
                  </a:lnTo>
                  <a:lnTo>
                    <a:pt x="10360320" y="1494426"/>
                  </a:lnTo>
                  <a:lnTo>
                    <a:pt x="10247879" y="1485357"/>
                  </a:lnTo>
                  <a:lnTo>
                    <a:pt x="10139442" y="1475250"/>
                  </a:lnTo>
                  <a:lnTo>
                    <a:pt x="10036675" y="1464087"/>
                  </a:lnTo>
                  <a:lnTo>
                    <a:pt x="9940526" y="1451818"/>
                  </a:lnTo>
                  <a:lnTo>
                    <a:pt x="9851356" y="1438362"/>
                  </a:lnTo>
                  <a:lnTo>
                    <a:pt x="9769086" y="1423601"/>
                  </a:lnTo>
                  <a:lnTo>
                    <a:pt x="9693326" y="1407389"/>
                  </a:lnTo>
                  <a:lnTo>
                    <a:pt x="9623486" y="1389549"/>
                  </a:lnTo>
                  <a:lnTo>
                    <a:pt x="9558859" y="1369883"/>
                  </a:lnTo>
                  <a:lnTo>
                    <a:pt x="9498686" y="1348187"/>
                  </a:lnTo>
                  <a:lnTo>
                    <a:pt x="9442201" y="1324263"/>
                  </a:lnTo>
                  <a:lnTo>
                    <a:pt x="9388673" y="1297960"/>
                  </a:lnTo>
                  <a:lnTo>
                    <a:pt x="9347647" y="1275220"/>
                  </a:lnTo>
                  <a:lnTo>
                    <a:pt x="9294522" y="1242355"/>
                  </a:lnTo>
                  <a:lnTo>
                    <a:pt x="9242901" y="1206643"/>
                  </a:lnTo>
                  <a:lnTo>
                    <a:pt x="9192301" y="1168031"/>
                  </a:lnTo>
                  <a:lnTo>
                    <a:pt x="9142349" y="1126532"/>
                  </a:lnTo>
                  <a:lnTo>
                    <a:pt x="9092764" y="1082236"/>
                  </a:lnTo>
                  <a:lnTo>
                    <a:pt x="9043343" y="1035313"/>
                  </a:lnTo>
                  <a:lnTo>
                    <a:pt x="8993948" y="986019"/>
                  </a:lnTo>
                  <a:lnTo>
                    <a:pt x="8944499" y="934690"/>
                  </a:lnTo>
                  <a:lnTo>
                    <a:pt x="8894965" y="881738"/>
                  </a:lnTo>
                  <a:lnTo>
                    <a:pt x="8845350" y="827638"/>
                  </a:lnTo>
                  <a:lnTo>
                    <a:pt x="8795683" y="772912"/>
                  </a:lnTo>
                  <a:lnTo>
                    <a:pt x="8746010" y="718108"/>
                  </a:lnTo>
                  <a:lnTo>
                    <a:pt x="8696376" y="663775"/>
                  </a:lnTo>
                  <a:lnTo>
                    <a:pt x="8646817" y="610447"/>
                  </a:lnTo>
                  <a:lnTo>
                    <a:pt x="8597346" y="558613"/>
                  </a:lnTo>
                  <a:lnTo>
                    <a:pt x="8547942" y="508704"/>
                  </a:lnTo>
                  <a:lnTo>
                    <a:pt x="8498539" y="461079"/>
                  </a:lnTo>
                  <a:lnTo>
                    <a:pt x="8449018" y="416017"/>
                  </a:lnTo>
                  <a:lnTo>
                    <a:pt x="8399195" y="373713"/>
                  </a:lnTo>
                  <a:lnTo>
                    <a:pt x="8348812" y="334277"/>
                  </a:lnTo>
                  <a:lnTo>
                    <a:pt x="8297525" y="297745"/>
                  </a:lnTo>
                  <a:lnTo>
                    <a:pt x="8244883" y="264081"/>
                  </a:lnTo>
                  <a:lnTo>
                    <a:pt x="8229629" y="255044"/>
                  </a:lnTo>
                  <a:lnTo>
                    <a:pt x="8177985" y="226789"/>
                  </a:lnTo>
                  <a:lnTo>
                    <a:pt x="8123916" y="200975"/>
                  </a:lnTo>
                  <a:lnTo>
                    <a:pt x="8066745" y="177517"/>
                  </a:lnTo>
                  <a:lnTo>
                    <a:pt x="8005734" y="156247"/>
                  </a:lnTo>
                  <a:lnTo>
                    <a:pt x="7940113" y="136967"/>
                  </a:lnTo>
                  <a:lnTo>
                    <a:pt x="7869130" y="119472"/>
                  </a:lnTo>
                  <a:lnTo>
                    <a:pt x="7792097" y="103566"/>
                  </a:lnTo>
                  <a:lnTo>
                    <a:pt x="7708454" y="89080"/>
                  </a:lnTo>
                  <a:lnTo>
                    <a:pt x="7617867" y="75872"/>
                  </a:lnTo>
                  <a:lnTo>
                    <a:pt x="7520334" y="63833"/>
                  </a:lnTo>
                  <a:lnTo>
                    <a:pt x="7416322" y="52886"/>
                  </a:lnTo>
                  <a:lnTo>
                    <a:pt x="7306917" y="42990"/>
                  </a:lnTo>
                  <a:lnTo>
                    <a:pt x="7193938" y="34131"/>
                  </a:lnTo>
                  <a:lnTo>
                    <a:pt x="7080007" y="26320"/>
                  </a:lnTo>
                  <a:lnTo>
                    <a:pt x="6968482" y="19579"/>
                  </a:lnTo>
                  <a:lnTo>
                    <a:pt x="6863241" y="13927"/>
                  </a:lnTo>
                  <a:lnTo>
                    <a:pt x="6768278" y="9362"/>
                  </a:lnTo>
                  <a:lnTo>
                    <a:pt x="6687154" y="5852"/>
                  </a:lnTo>
                  <a:lnTo>
                    <a:pt x="6622425" y="3317"/>
                  </a:lnTo>
                  <a:lnTo>
                    <a:pt x="6575163" y="1635"/>
                  </a:lnTo>
                  <a:lnTo>
                    <a:pt x="6544700" y="646"/>
                  </a:lnTo>
                  <a:lnTo>
                    <a:pt x="6528623" y="169"/>
                  </a:lnTo>
                  <a:lnTo>
                    <a:pt x="6522959" y="1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10" y="65"/>
                  </a:lnTo>
                  <a:lnTo>
                    <a:pt x="5519566" y="530"/>
                  </a:lnTo>
                  <a:lnTo>
                    <a:pt x="5502179" y="1815"/>
                  </a:lnTo>
                  <a:lnTo>
                    <a:pt x="5470760" y="4347"/>
                  </a:lnTo>
                  <a:lnTo>
                    <a:pt x="5423253" y="8538"/>
                  </a:lnTo>
                  <a:lnTo>
                    <a:pt x="5359180" y="14744"/>
                  </a:lnTo>
                  <a:lnTo>
                    <a:pt x="5279628" y="23237"/>
                  </a:lnTo>
                  <a:lnTo>
                    <a:pt x="5187002" y="34193"/>
                  </a:lnTo>
                  <a:lnTo>
                    <a:pt x="5084605" y="47690"/>
                  </a:lnTo>
                  <a:lnTo>
                    <a:pt x="4976130" y="63727"/>
                  </a:lnTo>
                  <a:lnTo>
                    <a:pt x="4865178" y="82264"/>
                  </a:lnTo>
                  <a:lnTo>
                    <a:pt x="4754899" y="103250"/>
                  </a:lnTo>
                  <a:lnTo>
                    <a:pt x="4647783" y="126657"/>
                  </a:lnTo>
                  <a:lnTo>
                    <a:pt x="4545603" y="152508"/>
                  </a:lnTo>
                  <a:lnTo>
                    <a:pt x="4449453" y="180889"/>
                  </a:lnTo>
                  <a:lnTo>
                    <a:pt x="4359852" y="211957"/>
                  </a:lnTo>
                  <a:lnTo>
                    <a:pt x="4276876" y="245947"/>
                  </a:lnTo>
                  <a:lnTo>
                    <a:pt x="4200270" y="283165"/>
                  </a:lnTo>
                  <a:lnTo>
                    <a:pt x="4129562" y="323983"/>
                  </a:lnTo>
                  <a:lnTo>
                    <a:pt x="4064140" y="368831"/>
                  </a:lnTo>
                  <a:lnTo>
                    <a:pt x="4003320" y="418171"/>
                  </a:lnTo>
                  <a:lnTo>
                    <a:pt x="3946392" y="472466"/>
                  </a:lnTo>
                  <a:lnTo>
                    <a:pt x="3892657" y="532132"/>
                  </a:lnTo>
                  <a:lnTo>
                    <a:pt x="3841466" y="597448"/>
                  </a:lnTo>
                  <a:lnTo>
                    <a:pt x="3820202" y="627129"/>
                  </a:lnTo>
                  <a:lnTo>
                    <a:pt x="3780598" y="686460"/>
                  </a:lnTo>
                  <a:lnTo>
                    <a:pt x="3741900" y="749620"/>
                  </a:lnTo>
                  <a:lnTo>
                    <a:pt x="3703891" y="816686"/>
                  </a:lnTo>
                  <a:lnTo>
                    <a:pt x="3666391" y="887690"/>
                  </a:lnTo>
                  <a:lnTo>
                    <a:pt x="3629252" y="962611"/>
                  </a:lnTo>
                  <a:lnTo>
                    <a:pt x="3592353" y="1041373"/>
                  </a:lnTo>
                  <a:lnTo>
                    <a:pt x="3555600" y="1123838"/>
                  </a:lnTo>
                  <a:lnTo>
                    <a:pt x="3518917" y="1209807"/>
                  </a:lnTo>
                  <a:lnTo>
                    <a:pt x="3482252" y="1299019"/>
                  </a:lnTo>
                  <a:lnTo>
                    <a:pt x="3445567" y="1391150"/>
                  </a:lnTo>
                  <a:lnTo>
                    <a:pt x="3408841" y="1485818"/>
                  </a:lnTo>
                  <a:lnTo>
                    <a:pt x="3372066" y="1582586"/>
                  </a:lnTo>
                  <a:lnTo>
                    <a:pt x="3335246" y="1680974"/>
                  </a:lnTo>
                  <a:lnTo>
                    <a:pt x="3298389" y="1780465"/>
                  </a:lnTo>
                  <a:lnTo>
                    <a:pt x="3261513" y="1880516"/>
                  </a:lnTo>
                  <a:lnTo>
                    <a:pt x="3224637" y="1980571"/>
                  </a:lnTo>
                  <a:lnTo>
                    <a:pt x="3187781" y="2080077"/>
                  </a:lnTo>
                  <a:lnTo>
                    <a:pt x="3150959" y="2178488"/>
                  </a:lnTo>
                  <a:lnTo>
                    <a:pt x="3114184" y="2275289"/>
                  </a:lnTo>
                  <a:lnTo>
                    <a:pt x="3077457" y="2369997"/>
                  </a:lnTo>
                  <a:lnTo>
                    <a:pt x="3040772" y="2462176"/>
                  </a:lnTo>
                  <a:lnTo>
                    <a:pt x="3004106" y="2551441"/>
                  </a:lnTo>
                  <a:lnTo>
                    <a:pt x="2967424" y="2637470"/>
                  </a:lnTo>
                  <a:lnTo>
                    <a:pt x="2930672" y="2719998"/>
                  </a:lnTo>
                  <a:lnTo>
                    <a:pt x="2893777" y="2798825"/>
                  </a:lnTo>
                  <a:lnTo>
                    <a:pt x="2856643" y="2873814"/>
                  </a:lnTo>
                  <a:lnTo>
                    <a:pt x="2819150" y="2944887"/>
                  </a:lnTo>
                  <a:lnTo>
                    <a:pt x="2781152" y="3012021"/>
                  </a:lnTo>
                  <a:lnTo>
                    <a:pt x="2742468" y="3075248"/>
                  </a:lnTo>
                  <a:lnTo>
                    <a:pt x="2702882" y="3134645"/>
                  </a:lnTo>
                  <a:lnTo>
                    <a:pt x="2702183" y="3135646"/>
                  </a:lnTo>
                  <a:lnTo>
                    <a:pt x="2651899" y="3203406"/>
                  </a:lnTo>
                  <a:lnTo>
                    <a:pt x="2599328" y="3265465"/>
                  </a:lnTo>
                  <a:lnTo>
                    <a:pt x="2543850" y="3322013"/>
                  </a:lnTo>
                  <a:lnTo>
                    <a:pt x="2484781" y="3373417"/>
                  </a:lnTo>
                  <a:lnTo>
                    <a:pt x="2421414" y="3420128"/>
                  </a:lnTo>
                  <a:lnTo>
                    <a:pt x="2353047" y="3462615"/>
                  </a:lnTo>
                  <a:lnTo>
                    <a:pt x="2279031" y="3501324"/>
                  </a:lnTo>
                  <a:lnTo>
                    <a:pt x="2198826" y="3536653"/>
                  </a:lnTo>
                  <a:lnTo>
                    <a:pt x="2112071" y="3568938"/>
                  </a:lnTo>
                  <a:lnTo>
                    <a:pt x="2018688" y="3598444"/>
                  </a:lnTo>
                  <a:lnTo>
                    <a:pt x="1918989" y="3625363"/>
                  </a:lnTo>
                  <a:lnTo>
                    <a:pt x="1813809" y="3649809"/>
                  </a:lnTo>
                  <a:lnTo>
                    <a:pt x="1704620" y="3671831"/>
                  </a:lnTo>
                  <a:lnTo>
                    <a:pt x="1593605" y="3691421"/>
                  </a:lnTo>
                  <a:lnTo>
                    <a:pt x="1483650" y="3708534"/>
                  </a:lnTo>
                  <a:lnTo>
                    <a:pt x="1378197" y="3723121"/>
                  </a:lnTo>
                  <a:lnTo>
                    <a:pt x="1280952" y="3735159"/>
                  </a:lnTo>
                  <a:lnTo>
                    <a:pt x="1195450" y="3744690"/>
                  </a:lnTo>
                  <a:lnTo>
                    <a:pt x="1124539" y="3751847"/>
                  </a:lnTo>
                  <a:lnTo>
                    <a:pt x="1069911" y="3756860"/>
                  </a:lnTo>
                  <a:lnTo>
                    <a:pt x="1031772" y="3760054"/>
                  </a:lnTo>
                  <a:lnTo>
                    <a:pt x="1008732" y="3761820"/>
                  </a:lnTo>
                  <a:lnTo>
                    <a:pt x="997889" y="3762583"/>
                  </a:lnTo>
                  <a:lnTo>
                    <a:pt x="995023" y="3762770"/>
                  </a:lnTo>
                  <a:lnTo>
                    <a:pt x="994940" y="3762775"/>
                  </a:lnTo>
                  <a:lnTo>
                    <a:pt x="0" y="3762775"/>
                  </a:lnTo>
                  <a:lnTo>
                    <a:pt x="0" y="37627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7" name="pg1526"/>
            <p:cNvSpPr/>
            <p:nvPr/>
          </p:nvSpPr>
          <p:spPr>
            <a:xfrm>
              <a:off x="1199187" y="1477694"/>
              <a:ext cx="12049831" cy="3579353"/>
            </a:xfrm>
            <a:custGeom>
              <a:avLst/>
              <a:pathLst>
                <a:path w="12049831" h="3579353">
                  <a:moveTo>
                    <a:pt x="0" y="3579353"/>
                  </a:moveTo>
                  <a:lnTo>
                    <a:pt x="994940" y="3579353"/>
                  </a:lnTo>
                  <a:lnTo>
                    <a:pt x="995984" y="3579290"/>
                  </a:lnTo>
                  <a:lnTo>
                    <a:pt x="1002886" y="3578844"/>
                  </a:lnTo>
                  <a:lnTo>
                    <a:pt x="1020416" y="3577613"/>
                  </a:lnTo>
                  <a:lnTo>
                    <a:pt x="1052085" y="3575186"/>
                  </a:lnTo>
                  <a:lnTo>
                    <a:pt x="1099952" y="3571170"/>
                  </a:lnTo>
                  <a:lnTo>
                    <a:pt x="1164473" y="3565226"/>
                  </a:lnTo>
                  <a:lnTo>
                    <a:pt x="1244534" y="3557091"/>
                  </a:lnTo>
                  <a:lnTo>
                    <a:pt x="1337683" y="3546601"/>
                  </a:lnTo>
                  <a:lnTo>
                    <a:pt x="1440576" y="3533683"/>
                  </a:lnTo>
                  <a:lnTo>
                    <a:pt x="1549484" y="3518338"/>
                  </a:lnTo>
                  <a:lnTo>
                    <a:pt x="1660784" y="3500607"/>
                  </a:lnTo>
                  <a:lnTo>
                    <a:pt x="1771315" y="3480537"/>
                  </a:lnTo>
                  <a:lnTo>
                    <a:pt x="1878589" y="3458154"/>
                  </a:lnTo>
                  <a:lnTo>
                    <a:pt x="1980846" y="3433434"/>
                  </a:lnTo>
                  <a:lnTo>
                    <a:pt x="2077006" y="3406292"/>
                  </a:lnTo>
                  <a:lnTo>
                    <a:pt x="2166566" y="3376574"/>
                  </a:lnTo>
                  <a:lnTo>
                    <a:pt x="2249469" y="3344053"/>
                  </a:lnTo>
                  <a:lnTo>
                    <a:pt x="2325983" y="3308431"/>
                  </a:lnTo>
                  <a:lnTo>
                    <a:pt x="2396595" y="3269348"/>
                  </a:lnTo>
                  <a:lnTo>
                    <a:pt x="2461926" y="3226392"/>
                  </a:lnTo>
                  <a:lnTo>
                    <a:pt x="2522670" y="3179118"/>
                  </a:lnTo>
                  <a:lnTo>
                    <a:pt x="2579543" y="3127083"/>
                  </a:lnTo>
                  <a:lnTo>
                    <a:pt x="2633247" y="3069894"/>
                  </a:lnTo>
                  <a:lnTo>
                    <a:pt x="2684436" y="3007297"/>
                  </a:lnTo>
                  <a:lnTo>
                    <a:pt x="2702183" y="2983667"/>
                  </a:lnTo>
                  <a:lnTo>
                    <a:pt x="2742628" y="2926060"/>
                  </a:lnTo>
                  <a:lnTo>
                    <a:pt x="2782132" y="2864656"/>
                  </a:lnTo>
                  <a:lnTo>
                    <a:pt x="2820926" y="2799377"/>
                  </a:lnTo>
                  <a:lnTo>
                    <a:pt x="2859200" y="2730196"/>
                  </a:lnTo>
                  <a:lnTo>
                    <a:pt x="2897109" y="2657137"/>
                  </a:lnTo>
                  <a:lnTo>
                    <a:pt x="2934779" y="2580284"/>
                  </a:lnTo>
                  <a:lnTo>
                    <a:pt x="2972309" y="2499781"/>
                  </a:lnTo>
                  <a:lnTo>
                    <a:pt x="3009774" y="2415841"/>
                  </a:lnTo>
                  <a:lnTo>
                    <a:pt x="3047229" y="2328738"/>
                  </a:lnTo>
                  <a:lnTo>
                    <a:pt x="3084710" y="2238811"/>
                  </a:lnTo>
                  <a:lnTo>
                    <a:pt x="3122236" y="2146459"/>
                  </a:lnTo>
                  <a:lnTo>
                    <a:pt x="3159813" y="2052134"/>
                  </a:lnTo>
                  <a:lnTo>
                    <a:pt x="3197437" y="1956333"/>
                  </a:lnTo>
                  <a:lnTo>
                    <a:pt x="3235093" y="1859587"/>
                  </a:lnTo>
                  <a:lnTo>
                    <a:pt x="3272764" y="1762451"/>
                  </a:lnTo>
                  <a:lnTo>
                    <a:pt x="3310428" y="1665489"/>
                  </a:lnTo>
                  <a:lnTo>
                    <a:pt x="3348067" y="1569259"/>
                  </a:lnTo>
                  <a:lnTo>
                    <a:pt x="3385663" y="1474303"/>
                  </a:lnTo>
                  <a:lnTo>
                    <a:pt x="3423209" y="1381134"/>
                  </a:lnTo>
                  <a:lnTo>
                    <a:pt x="3460706" y="1290222"/>
                  </a:lnTo>
                  <a:lnTo>
                    <a:pt x="3498167" y="1201986"/>
                  </a:lnTo>
                  <a:lnTo>
                    <a:pt x="3535623" y="1116790"/>
                  </a:lnTo>
                  <a:lnTo>
                    <a:pt x="3573120" y="1034933"/>
                  </a:lnTo>
                  <a:lnTo>
                    <a:pt x="3610726" y="956652"/>
                  </a:lnTo>
                  <a:lnTo>
                    <a:pt x="3648529" y="882116"/>
                  </a:lnTo>
                  <a:lnTo>
                    <a:pt x="3686646" y="811433"/>
                  </a:lnTo>
                  <a:lnTo>
                    <a:pt x="3725219" y="744651"/>
                  </a:lnTo>
                  <a:lnTo>
                    <a:pt x="3764424" y="681759"/>
                  </a:lnTo>
                  <a:lnTo>
                    <a:pt x="3804476" y="622699"/>
                  </a:lnTo>
                  <a:lnTo>
                    <a:pt x="3820202" y="600926"/>
                  </a:lnTo>
                  <a:lnTo>
                    <a:pt x="3870636" y="536382"/>
                  </a:lnTo>
                  <a:lnTo>
                    <a:pt x="3923373" y="477285"/>
                  </a:lnTo>
                  <a:lnTo>
                    <a:pt x="3979037" y="423453"/>
                  </a:lnTo>
                  <a:lnTo>
                    <a:pt x="4038319" y="374532"/>
                  </a:lnTo>
                  <a:lnTo>
                    <a:pt x="4101934" y="330088"/>
                  </a:lnTo>
                  <a:lnTo>
                    <a:pt x="4170587" y="289674"/>
                  </a:lnTo>
                  <a:lnTo>
                    <a:pt x="4244933" y="252863"/>
                  </a:lnTo>
                  <a:lnTo>
                    <a:pt x="4325515" y="219274"/>
                  </a:lnTo>
                  <a:lnTo>
                    <a:pt x="4412689" y="188587"/>
                  </a:lnTo>
                  <a:lnTo>
                    <a:pt x="4506529" y="160549"/>
                  </a:lnTo>
                  <a:lnTo>
                    <a:pt x="4606704" y="134979"/>
                  </a:lnTo>
                  <a:lnTo>
                    <a:pt x="4712354" y="111768"/>
                  </a:lnTo>
                  <a:lnTo>
                    <a:pt x="4821972" y="90873"/>
                  </a:lnTo>
                  <a:lnTo>
                    <a:pt x="4933328" y="72304"/>
                  </a:lnTo>
                  <a:lnTo>
                    <a:pt x="5043486" y="56102"/>
                  </a:lnTo>
                  <a:lnTo>
                    <a:pt x="5148955" y="42317"/>
                  </a:lnTo>
                  <a:lnTo>
                    <a:pt x="5245992" y="30965"/>
                  </a:lnTo>
                  <a:lnTo>
                    <a:pt x="5331056" y="22005"/>
                  </a:lnTo>
                  <a:lnTo>
                    <a:pt x="5401321" y="15305"/>
                  </a:lnTo>
                  <a:lnTo>
                    <a:pt x="5455155" y="10637"/>
                  </a:lnTo>
                  <a:lnTo>
                    <a:pt x="5492442" y="7686"/>
                  </a:lnTo>
                  <a:lnTo>
                    <a:pt x="5514680" y="6076"/>
                  </a:lnTo>
                  <a:lnTo>
                    <a:pt x="5524885" y="539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6" y="5297"/>
                  </a:lnTo>
                  <a:lnTo>
                    <a:pt x="6530452" y="5705"/>
                  </a:lnTo>
                  <a:lnTo>
                    <a:pt x="6548241" y="6831"/>
                  </a:lnTo>
                  <a:lnTo>
                    <a:pt x="6580359" y="9051"/>
                  </a:lnTo>
                  <a:lnTo>
                    <a:pt x="6628868" y="12723"/>
                  </a:lnTo>
                  <a:lnTo>
                    <a:pt x="6694195" y="18157"/>
                  </a:lnTo>
                  <a:lnTo>
                    <a:pt x="6775163" y="25589"/>
                  </a:lnTo>
                  <a:lnTo>
                    <a:pt x="6869247" y="35167"/>
                  </a:lnTo>
                  <a:lnTo>
                    <a:pt x="6973022" y="46955"/>
                  </a:lnTo>
                  <a:lnTo>
                    <a:pt x="7082697" y="60950"/>
                  </a:lnTo>
                  <a:lnTo>
                    <a:pt x="7194609" y="77113"/>
                  </a:lnTo>
                  <a:lnTo>
                    <a:pt x="7305582" y="95401"/>
                  </a:lnTo>
                  <a:lnTo>
                    <a:pt x="7413132" y="115794"/>
                  </a:lnTo>
                  <a:lnTo>
                    <a:pt x="7515518" y="138316"/>
                  </a:lnTo>
                  <a:lnTo>
                    <a:pt x="7611689" y="163049"/>
                  </a:lnTo>
                  <a:lnTo>
                    <a:pt x="7701172" y="190140"/>
                  </a:lnTo>
                  <a:lnTo>
                    <a:pt x="7783940" y="219801"/>
                  </a:lnTo>
                  <a:lnTo>
                    <a:pt x="7860290" y="252310"/>
                  </a:lnTo>
                  <a:lnTo>
                    <a:pt x="7930729" y="288000"/>
                  </a:lnTo>
                  <a:lnTo>
                    <a:pt x="7995900" y="327253"/>
                  </a:lnTo>
                  <a:lnTo>
                    <a:pt x="8056511" y="370476"/>
                  </a:lnTo>
                  <a:lnTo>
                    <a:pt x="8113289" y="418074"/>
                  </a:lnTo>
                  <a:lnTo>
                    <a:pt x="8166945" y="470393"/>
                  </a:lnTo>
                  <a:lnTo>
                    <a:pt x="8218132" y="527648"/>
                  </a:lnTo>
                  <a:lnTo>
                    <a:pt x="8229629" y="541532"/>
                  </a:lnTo>
                  <a:lnTo>
                    <a:pt x="8271794" y="595706"/>
                  </a:lnTo>
                  <a:lnTo>
                    <a:pt x="8312946" y="653604"/>
                  </a:lnTo>
                  <a:lnTo>
                    <a:pt x="8353345" y="715300"/>
                  </a:lnTo>
                  <a:lnTo>
                    <a:pt x="8393202" y="780820"/>
                  </a:lnTo>
                  <a:lnTo>
                    <a:pt x="8432687" y="850127"/>
                  </a:lnTo>
                  <a:lnTo>
                    <a:pt x="8471938" y="923125"/>
                  </a:lnTo>
                  <a:lnTo>
                    <a:pt x="8511059" y="999650"/>
                  </a:lnTo>
                  <a:lnTo>
                    <a:pt x="8550131" y="1079467"/>
                  </a:lnTo>
                  <a:lnTo>
                    <a:pt x="8589206" y="1162275"/>
                  </a:lnTo>
                  <a:lnTo>
                    <a:pt x="8628320" y="1247703"/>
                  </a:lnTo>
                  <a:lnTo>
                    <a:pt x="8667487" y="1335322"/>
                  </a:lnTo>
                  <a:lnTo>
                    <a:pt x="8706709" y="1424647"/>
                  </a:lnTo>
                  <a:lnTo>
                    <a:pt x="8745975" y="1515153"/>
                  </a:lnTo>
                  <a:lnTo>
                    <a:pt x="8785265" y="1606281"/>
                  </a:lnTo>
                  <a:lnTo>
                    <a:pt x="8824557" y="1697459"/>
                  </a:lnTo>
                  <a:lnTo>
                    <a:pt x="8863828" y="1788111"/>
                  </a:lnTo>
                  <a:lnTo>
                    <a:pt x="8903058" y="1877678"/>
                  </a:lnTo>
                  <a:lnTo>
                    <a:pt x="8942235" y="1965625"/>
                  </a:lnTo>
                  <a:lnTo>
                    <a:pt x="8981358" y="2051462"/>
                  </a:lnTo>
                  <a:lnTo>
                    <a:pt x="9020438" y="2134747"/>
                  </a:lnTo>
                  <a:lnTo>
                    <a:pt x="9059507" y="2215101"/>
                  </a:lnTo>
                  <a:lnTo>
                    <a:pt x="9098615" y="2292210"/>
                  </a:lnTo>
                  <a:lnTo>
                    <a:pt x="9137836" y="2365827"/>
                  </a:lnTo>
                  <a:lnTo>
                    <a:pt x="9177273" y="2435777"/>
                  </a:lnTo>
                  <a:lnTo>
                    <a:pt x="9217054" y="2501951"/>
                  </a:lnTo>
                  <a:lnTo>
                    <a:pt x="9257346" y="2564304"/>
                  </a:lnTo>
                  <a:lnTo>
                    <a:pt x="9298353" y="2622850"/>
                  </a:lnTo>
                  <a:lnTo>
                    <a:pt x="9340323" y="2677656"/>
                  </a:lnTo>
                  <a:lnTo>
                    <a:pt x="9347647" y="2686698"/>
                  </a:lnTo>
                  <a:lnTo>
                    <a:pt x="9398350" y="2745095"/>
                  </a:lnTo>
                  <a:lnTo>
                    <a:pt x="9451382" y="2798539"/>
                  </a:lnTo>
                  <a:lnTo>
                    <a:pt x="9507380" y="2847196"/>
                  </a:lnTo>
                  <a:lnTo>
                    <a:pt x="9567043" y="2891392"/>
                  </a:lnTo>
                  <a:lnTo>
                    <a:pt x="9631100" y="2931522"/>
                  </a:lnTo>
                  <a:lnTo>
                    <a:pt x="9700267" y="2967998"/>
                  </a:lnTo>
                  <a:lnTo>
                    <a:pt x="9775204" y="3001207"/>
                  </a:lnTo>
                  <a:lnTo>
                    <a:pt x="9856460" y="3031497"/>
                  </a:lnTo>
                  <a:lnTo>
                    <a:pt x="9944385" y="3059159"/>
                  </a:lnTo>
                  <a:lnTo>
                    <a:pt x="10039040" y="3084419"/>
                  </a:lnTo>
                  <a:lnTo>
                    <a:pt x="10140065" y="3107440"/>
                  </a:lnTo>
                  <a:lnTo>
                    <a:pt x="10246554" y="3128320"/>
                  </a:lnTo>
                  <a:lnTo>
                    <a:pt x="10356932" y="3147093"/>
                  </a:lnTo>
                  <a:lnTo>
                    <a:pt x="10468886" y="3163749"/>
                  </a:lnTo>
                  <a:lnTo>
                    <a:pt x="10579388" y="3178247"/>
                  </a:lnTo>
                  <a:lnTo>
                    <a:pt x="10684860" y="3190545"/>
                  </a:lnTo>
                  <a:lnTo>
                    <a:pt x="10781500" y="3200629"/>
                  </a:lnTo>
                  <a:lnTo>
                    <a:pt x="10865752" y="3208546"/>
                  </a:lnTo>
                  <a:lnTo>
                    <a:pt x="10934840" y="3214422"/>
                  </a:lnTo>
                  <a:lnTo>
                    <a:pt x="10987244" y="3218474"/>
                  </a:lnTo>
                  <a:lnTo>
                    <a:pt x="11023011" y="3220998"/>
                  </a:lnTo>
                  <a:lnTo>
                    <a:pt x="11043835" y="3222343"/>
                  </a:lnTo>
                  <a:lnTo>
                    <a:pt x="11052940" y="3222882"/>
                  </a:lnTo>
                  <a:lnTo>
                    <a:pt x="11054891" y="3222989"/>
                  </a:lnTo>
                  <a:lnTo>
                    <a:pt x="12049831" y="3222989"/>
                  </a:lnTo>
                  <a:lnTo>
                    <a:pt x="12049831" y="3217749"/>
                  </a:lnTo>
                  <a:lnTo>
                    <a:pt x="11054891" y="3217749"/>
                  </a:lnTo>
                  <a:lnTo>
                    <a:pt x="11053831" y="3217692"/>
                  </a:lnTo>
                  <a:lnTo>
                    <a:pt x="11046824" y="3217284"/>
                  </a:lnTo>
                  <a:lnTo>
                    <a:pt x="11029036" y="3216158"/>
                  </a:lnTo>
                  <a:lnTo>
                    <a:pt x="10996918" y="3213938"/>
                  </a:lnTo>
                  <a:lnTo>
                    <a:pt x="10948409" y="3210266"/>
                  </a:lnTo>
                  <a:lnTo>
                    <a:pt x="10883081" y="3204832"/>
                  </a:lnTo>
                  <a:lnTo>
                    <a:pt x="10802113" y="3197400"/>
                  </a:lnTo>
                  <a:lnTo>
                    <a:pt x="10708030" y="3187822"/>
                  </a:lnTo>
                  <a:lnTo>
                    <a:pt x="10604255" y="3176034"/>
                  </a:lnTo>
                  <a:lnTo>
                    <a:pt x="10494579" y="3162039"/>
                  </a:lnTo>
                  <a:lnTo>
                    <a:pt x="10382667" y="3145876"/>
                  </a:lnTo>
                  <a:lnTo>
                    <a:pt x="10271694" y="3127588"/>
                  </a:lnTo>
                  <a:lnTo>
                    <a:pt x="10164144" y="3107195"/>
                  </a:lnTo>
                  <a:lnTo>
                    <a:pt x="10061758" y="3084673"/>
                  </a:lnTo>
                  <a:lnTo>
                    <a:pt x="9965588" y="3059940"/>
                  </a:lnTo>
                  <a:lnTo>
                    <a:pt x="9876105" y="3032849"/>
                  </a:lnTo>
                  <a:lnTo>
                    <a:pt x="9793336" y="3003188"/>
                  </a:lnTo>
                  <a:lnTo>
                    <a:pt x="9716987" y="2970679"/>
                  </a:lnTo>
                  <a:lnTo>
                    <a:pt x="9646547" y="2934989"/>
                  </a:lnTo>
                  <a:lnTo>
                    <a:pt x="9581376" y="2895736"/>
                  </a:lnTo>
                  <a:lnTo>
                    <a:pt x="9520765" y="2852513"/>
                  </a:lnTo>
                  <a:lnTo>
                    <a:pt x="9463987" y="2804915"/>
                  </a:lnTo>
                  <a:lnTo>
                    <a:pt x="9410332" y="2752596"/>
                  </a:lnTo>
                  <a:lnTo>
                    <a:pt x="9359145" y="2695341"/>
                  </a:lnTo>
                  <a:lnTo>
                    <a:pt x="9347647" y="2681457"/>
                  </a:lnTo>
                  <a:lnTo>
                    <a:pt x="9305483" y="2627283"/>
                  </a:lnTo>
                  <a:lnTo>
                    <a:pt x="9264330" y="2569385"/>
                  </a:lnTo>
                  <a:lnTo>
                    <a:pt x="9223931" y="2507689"/>
                  </a:lnTo>
                  <a:lnTo>
                    <a:pt x="9184074" y="2442169"/>
                  </a:lnTo>
                  <a:lnTo>
                    <a:pt x="9144589" y="2372862"/>
                  </a:lnTo>
                  <a:lnTo>
                    <a:pt x="9105339" y="2299864"/>
                  </a:lnTo>
                  <a:lnTo>
                    <a:pt x="9066217" y="2223339"/>
                  </a:lnTo>
                  <a:lnTo>
                    <a:pt x="9027146" y="2143521"/>
                  </a:lnTo>
                  <a:lnTo>
                    <a:pt x="8988070" y="2060714"/>
                  </a:lnTo>
                  <a:lnTo>
                    <a:pt x="8948956" y="1975286"/>
                  </a:lnTo>
                  <a:lnTo>
                    <a:pt x="8909789" y="1887667"/>
                  </a:lnTo>
                  <a:lnTo>
                    <a:pt x="8870567" y="1798342"/>
                  </a:lnTo>
                  <a:lnTo>
                    <a:pt x="8831302" y="1707836"/>
                  </a:lnTo>
                  <a:lnTo>
                    <a:pt x="8792012" y="1616708"/>
                  </a:lnTo>
                  <a:lnTo>
                    <a:pt x="8752720" y="1525530"/>
                  </a:lnTo>
                  <a:lnTo>
                    <a:pt x="8713448" y="1434878"/>
                  </a:lnTo>
                  <a:lnTo>
                    <a:pt x="8674218" y="1345311"/>
                  </a:lnTo>
                  <a:lnTo>
                    <a:pt x="8635041" y="1257364"/>
                  </a:lnTo>
                  <a:lnTo>
                    <a:pt x="8595919" y="1171527"/>
                  </a:lnTo>
                  <a:lnTo>
                    <a:pt x="8556838" y="1088242"/>
                  </a:lnTo>
                  <a:lnTo>
                    <a:pt x="8517770" y="1007888"/>
                  </a:lnTo>
                  <a:lnTo>
                    <a:pt x="8478662" y="930779"/>
                  </a:lnTo>
                  <a:lnTo>
                    <a:pt x="8439440" y="857162"/>
                  </a:lnTo>
                  <a:lnTo>
                    <a:pt x="8400004" y="787212"/>
                  </a:lnTo>
                  <a:lnTo>
                    <a:pt x="8360222" y="721038"/>
                  </a:lnTo>
                  <a:lnTo>
                    <a:pt x="8319930" y="658685"/>
                  </a:lnTo>
                  <a:lnTo>
                    <a:pt x="8278924" y="600139"/>
                  </a:lnTo>
                  <a:lnTo>
                    <a:pt x="8236954" y="545333"/>
                  </a:lnTo>
                  <a:lnTo>
                    <a:pt x="8229629" y="536291"/>
                  </a:lnTo>
                  <a:lnTo>
                    <a:pt x="8178926" y="477894"/>
                  </a:lnTo>
                  <a:lnTo>
                    <a:pt x="8125895" y="424450"/>
                  </a:lnTo>
                  <a:lnTo>
                    <a:pt x="8069897" y="375793"/>
                  </a:lnTo>
                  <a:lnTo>
                    <a:pt x="8010233" y="331597"/>
                  </a:lnTo>
                  <a:lnTo>
                    <a:pt x="7946176" y="291466"/>
                  </a:lnTo>
                  <a:lnTo>
                    <a:pt x="7877010" y="254991"/>
                  </a:lnTo>
                  <a:lnTo>
                    <a:pt x="7802072" y="221782"/>
                  </a:lnTo>
                  <a:lnTo>
                    <a:pt x="7720817" y="191492"/>
                  </a:lnTo>
                  <a:lnTo>
                    <a:pt x="7632891" y="163830"/>
                  </a:lnTo>
                  <a:lnTo>
                    <a:pt x="7538236" y="138570"/>
                  </a:lnTo>
                  <a:lnTo>
                    <a:pt x="7437211" y="115548"/>
                  </a:lnTo>
                  <a:lnTo>
                    <a:pt x="7330723" y="94669"/>
                  </a:lnTo>
                  <a:lnTo>
                    <a:pt x="7220345" y="75896"/>
                  </a:lnTo>
                  <a:lnTo>
                    <a:pt x="7108391" y="59240"/>
                  </a:lnTo>
                  <a:lnTo>
                    <a:pt x="6997888" y="44742"/>
                  </a:lnTo>
                  <a:lnTo>
                    <a:pt x="6892416" y="32444"/>
                  </a:lnTo>
                  <a:lnTo>
                    <a:pt x="6795776" y="22360"/>
                  </a:lnTo>
                  <a:lnTo>
                    <a:pt x="6711524" y="14443"/>
                  </a:lnTo>
                  <a:lnTo>
                    <a:pt x="6642436" y="8567"/>
                  </a:lnTo>
                  <a:lnTo>
                    <a:pt x="6590033" y="4515"/>
                  </a:lnTo>
                  <a:lnTo>
                    <a:pt x="6554266" y="1991"/>
                  </a:lnTo>
                  <a:lnTo>
                    <a:pt x="6533442" y="646"/>
                  </a:lnTo>
                  <a:lnTo>
                    <a:pt x="6524337" y="10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01" y="62"/>
                  </a:lnTo>
                  <a:lnTo>
                    <a:pt x="5519499" y="508"/>
                  </a:lnTo>
                  <a:lnTo>
                    <a:pt x="5501968" y="1739"/>
                  </a:lnTo>
                  <a:lnTo>
                    <a:pt x="5470300" y="4166"/>
                  </a:lnTo>
                  <a:lnTo>
                    <a:pt x="5422433" y="8182"/>
                  </a:lnTo>
                  <a:lnTo>
                    <a:pt x="5357912" y="14127"/>
                  </a:lnTo>
                  <a:lnTo>
                    <a:pt x="5277851" y="22261"/>
                  </a:lnTo>
                  <a:lnTo>
                    <a:pt x="5184702" y="32751"/>
                  </a:lnTo>
                  <a:lnTo>
                    <a:pt x="5081809" y="45669"/>
                  </a:lnTo>
                  <a:lnTo>
                    <a:pt x="4972901" y="61014"/>
                  </a:lnTo>
                  <a:lnTo>
                    <a:pt x="4861601" y="78745"/>
                  </a:lnTo>
                  <a:lnTo>
                    <a:pt x="4751070" y="98815"/>
                  </a:lnTo>
                  <a:lnTo>
                    <a:pt x="4643796" y="121198"/>
                  </a:lnTo>
                  <a:lnTo>
                    <a:pt x="4541539" y="145918"/>
                  </a:lnTo>
                  <a:lnTo>
                    <a:pt x="4445379" y="173060"/>
                  </a:lnTo>
                  <a:lnTo>
                    <a:pt x="4355819" y="202778"/>
                  </a:lnTo>
                  <a:lnTo>
                    <a:pt x="4272916" y="235299"/>
                  </a:lnTo>
                  <a:lnTo>
                    <a:pt x="4196402" y="270921"/>
                  </a:lnTo>
                  <a:lnTo>
                    <a:pt x="4125790" y="310004"/>
                  </a:lnTo>
                  <a:lnTo>
                    <a:pt x="4060459" y="352960"/>
                  </a:lnTo>
                  <a:lnTo>
                    <a:pt x="3999715" y="400234"/>
                  </a:lnTo>
                  <a:lnTo>
                    <a:pt x="3942842" y="452269"/>
                  </a:lnTo>
                  <a:lnTo>
                    <a:pt x="3889138" y="509458"/>
                  </a:lnTo>
                  <a:lnTo>
                    <a:pt x="3837949" y="572055"/>
                  </a:lnTo>
                  <a:lnTo>
                    <a:pt x="3820202" y="595685"/>
                  </a:lnTo>
                  <a:lnTo>
                    <a:pt x="3779757" y="653292"/>
                  </a:lnTo>
                  <a:lnTo>
                    <a:pt x="3740253" y="714696"/>
                  </a:lnTo>
                  <a:lnTo>
                    <a:pt x="3701459" y="779975"/>
                  </a:lnTo>
                  <a:lnTo>
                    <a:pt x="3663185" y="849156"/>
                  </a:lnTo>
                  <a:lnTo>
                    <a:pt x="3625276" y="922215"/>
                  </a:lnTo>
                  <a:lnTo>
                    <a:pt x="3587606" y="999069"/>
                  </a:lnTo>
                  <a:lnTo>
                    <a:pt x="3550076" y="1079571"/>
                  </a:lnTo>
                  <a:lnTo>
                    <a:pt x="3512611" y="1163511"/>
                  </a:lnTo>
                  <a:lnTo>
                    <a:pt x="3475156" y="1250614"/>
                  </a:lnTo>
                  <a:lnTo>
                    <a:pt x="3437675" y="1340541"/>
                  </a:lnTo>
                  <a:lnTo>
                    <a:pt x="3400149" y="1432893"/>
                  </a:lnTo>
                  <a:lnTo>
                    <a:pt x="3362571" y="1527218"/>
                  </a:lnTo>
                  <a:lnTo>
                    <a:pt x="3324948" y="1623019"/>
                  </a:lnTo>
                  <a:lnTo>
                    <a:pt x="3287292" y="1719765"/>
                  </a:lnTo>
                  <a:lnTo>
                    <a:pt x="3249621" y="1816901"/>
                  </a:lnTo>
                  <a:lnTo>
                    <a:pt x="3211957" y="1913863"/>
                  </a:lnTo>
                  <a:lnTo>
                    <a:pt x="3174318" y="2010093"/>
                  </a:lnTo>
                  <a:lnTo>
                    <a:pt x="3136722" y="2105049"/>
                  </a:lnTo>
                  <a:lnTo>
                    <a:pt x="3099176" y="2198218"/>
                  </a:lnTo>
                  <a:lnTo>
                    <a:pt x="3061679" y="2289130"/>
                  </a:lnTo>
                  <a:lnTo>
                    <a:pt x="3024218" y="2377366"/>
                  </a:lnTo>
                  <a:lnTo>
                    <a:pt x="2986762" y="2462562"/>
                  </a:lnTo>
                  <a:lnTo>
                    <a:pt x="2949265" y="2544419"/>
                  </a:lnTo>
                  <a:lnTo>
                    <a:pt x="2911659" y="2622700"/>
                  </a:lnTo>
                  <a:lnTo>
                    <a:pt x="2873856" y="2697236"/>
                  </a:lnTo>
                  <a:lnTo>
                    <a:pt x="2835739" y="2767919"/>
                  </a:lnTo>
                  <a:lnTo>
                    <a:pt x="2797166" y="2834702"/>
                  </a:lnTo>
                  <a:lnTo>
                    <a:pt x="2757961" y="2897593"/>
                  </a:lnTo>
                  <a:lnTo>
                    <a:pt x="2717909" y="2956653"/>
                  </a:lnTo>
                  <a:lnTo>
                    <a:pt x="2702183" y="2978427"/>
                  </a:lnTo>
                  <a:lnTo>
                    <a:pt x="2651749" y="3042970"/>
                  </a:lnTo>
                  <a:lnTo>
                    <a:pt x="2599012" y="3102067"/>
                  </a:lnTo>
                  <a:lnTo>
                    <a:pt x="2543348" y="3155899"/>
                  </a:lnTo>
                  <a:lnTo>
                    <a:pt x="2484066" y="3204820"/>
                  </a:lnTo>
                  <a:lnTo>
                    <a:pt x="2420451" y="3249264"/>
                  </a:lnTo>
                  <a:lnTo>
                    <a:pt x="2351798" y="3289678"/>
                  </a:lnTo>
                  <a:lnTo>
                    <a:pt x="2277452" y="3326489"/>
                  </a:lnTo>
                  <a:lnTo>
                    <a:pt x="2196870" y="3360078"/>
                  </a:lnTo>
                  <a:lnTo>
                    <a:pt x="2109696" y="3390765"/>
                  </a:lnTo>
                  <a:lnTo>
                    <a:pt x="2015856" y="3418804"/>
                  </a:lnTo>
                  <a:lnTo>
                    <a:pt x="1915681" y="3444373"/>
                  </a:lnTo>
                  <a:lnTo>
                    <a:pt x="1810031" y="3467584"/>
                  </a:lnTo>
                  <a:lnTo>
                    <a:pt x="1700413" y="3488479"/>
                  </a:lnTo>
                  <a:lnTo>
                    <a:pt x="1589057" y="3507049"/>
                  </a:lnTo>
                  <a:lnTo>
                    <a:pt x="1478899" y="3523250"/>
                  </a:lnTo>
                  <a:lnTo>
                    <a:pt x="1373430" y="3537036"/>
                  </a:lnTo>
                  <a:lnTo>
                    <a:pt x="1276393" y="3548387"/>
                  </a:lnTo>
                  <a:lnTo>
                    <a:pt x="1191329" y="3557347"/>
                  </a:lnTo>
                  <a:lnTo>
                    <a:pt x="1121064" y="3564048"/>
                  </a:lnTo>
                  <a:lnTo>
                    <a:pt x="1067230" y="3568715"/>
                  </a:lnTo>
                  <a:lnTo>
                    <a:pt x="1029943" y="3571666"/>
                  </a:lnTo>
                  <a:lnTo>
                    <a:pt x="1007705" y="3573276"/>
                  </a:lnTo>
                  <a:lnTo>
                    <a:pt x="997500" y="3573955"/>
                  </a:lnTo>
                  <a:lnTo>
                    <a:pt x="994940" y="3574112"/>
                  </a:lnTo>
                  <a:lnTo>
                    <a:pt x="0" y="3574112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28" name="pl1527"/>
            <p:cNvSpPr/>
            <p:nvPr/>
          </p:nvSpPr>
          <p:spPr>
            <a:xfrm>
              <a:off x="1199187" y="1482934"/>
              <a:ext cx="12049831" cy="3574112"/>
            </a:xfrm>
            <a:custGeom>
              <a:avLst/>
              <a:pathLst>
                <a:path w="12049831" h="3574112">
                  <a:moveTo>
                    <a:pt x="0" y="3574112"/>
                  </a:moveTo>
                  <a:lnTo>
                    <a:pt x="994940" y="3574112"/>
                  </a:lnTo>
                  <a:lnTo>
                    <a:pt x="995984" y="3574049"/>
                  </a:lnTo>
                  <a:lnTo>
                    <a:pt x="1002886" y="3573604"/>
                  </a:lnTo>
                  <a:lnTo>
                    <a:pt x="1020416" y="3572373"/>
                  </a:lnTo>
                  <a:lnTo>
                    <a:pt x="1052085" y="3569945"/>
                  </a:lnTo>
                  <a:lnTo>
                    <a:pt x="1099952" y="3565930"/>
                  </a:lnTo>
                  <a:lnTo>
                    <a:pt x="1164473" y="3559985"/>
                  </a:lnTo>
                  <a:lnTo>
                    <a:pt x="1244534" y="3551850"/>
                  </a:lnTo>
                  <a:lnTo>
                    <a:pt x="1337683" y="3541360"/>
                  </a:lnTo>
                  <a:lnTo>
                    <a:pt x="1440576" y="3528443"/>
                  </a:lnTo>
                  <a:lnTo>
                    <a:pt x="1549484" y="3513098"/>
                  </a:lnTo>
                  <a:lnTo>
                    <a:pt x="1660784" y="3495366"/>
                  </a:lnTo>
                  <a:lnTo>
                    <a:pt x="1771315" y="3475297"/>
                  </a:lnTo>
                  <a:lnTo>
                    <a:pt x="1878589" y="3452913"/>
                  </a:lnTo>
                  <a:lnTo>
                    <a:pt x="1980846" y="3428193"/>
                  </a:lnTo>
                  <a:lnTo>
                    <a:pt x="2077006" y="3401052"/>
                  </a:lnTo>
                  <a:lnTo>
                    <a:pt x="2166566" y="3371334"/>
                  </a:lnTo>
                  <a:lnTo>
                    <a:pt x="2249469" y="3338812"/>
                  </a:lnTo>
                  <a:lnTo>
                    <a:pt x="2325983" y="3303190"/>
                  </a:lnTo>
                  <a:lnTo>
                    <a:pt x="2396595" y="3264108"/>
                  </a:lnTo>
                  <a:lnTo>
                    <a:pt x="2461926" y="3221151"/>
                  </a:lnTo>
                  <a:lnTo>
                    <a:pt x="2522670" y="3173878"/>
                  </a:lnTo>
                  <a:lnTo>
                    <a:pt x="2579543" y="3121842"/>
                  </a:lnTo>
                  <a:lnTo>
                    <a:pt x="2633247" y="3064654"/>
                  </a:lnTo>
                  <a:lnTo>
                    <a:pt x="2684436" y="3002056"/>
                  </a:lnTo>
                  <a:lnTo>
                    <a:pt x="2702183" y="2978427"/>
                  </a:lnTo>
                  <a:lnTo>
                    <a:pt x="2742628" y="2920819"/>
                  </a:lnTo>
                  <a:lnTo>
                    <a:pt x="2782132" y="2859415"/>
                  </a:lnTo>
                  <a:lnTo>
                    <a:pt x="2820926" y="2794137"/>
                  </a:lnTo>
                  <a:lnTo>
                    <a:pt x="2859200" y="2724956"/>
                  </a:lnTo>
                  <a:lnTo>
                    <a:pt x="2897109" y="2651896"/>
                  </a:lnTo>
                  <a:lnTo>
                    <a:pt x="2934779" y="2575043"/>
                  </a:lnTo>
                  <a:lnTo>
                    <a:pt x="2972309" y="2494541"/>
                  </a:lnTo>
                  <a:lnTo>
                    <a:pt x="3009774" y="2410601"/>
                  </a:lnTo>
                  <a:lnTo>
                    <a:pt x="3047229" y="2323498"/>
                  </a:lnTo>
                  <a:lnTo>
                    <a:pt x="3084710" y="2233571"/>
                  </a:lnTo>
                  <a:lnTo>
                    <a:pt x="3122236" y="2141219"/>
                  </a:lnTo>
                  <a:lnTo>
                    <a:pt x="3159813" y="2046894"/>
                  </a:lnTo>
                  <a:lnTo>
                    <a:pt x="3197437" y="1951092"/>
                  </a:lnTo>
                  <a:lnTo>
                    <a:pt x="3235093" y="1854347"/>
                  </a:lnTo>
                  <a:lnTo>
                    <a:pt x="3272764" y="1757211"/>
                  </a:lnTo>
                  <a:lnTo>
                    <a:pt x="3310428" y="1660248"/>
                  </a:lnTo>
                  <a:lnTo>
                    <a:pt x="3348067" y="1564018"/>
                  </a:lnTo>
                  <a:lnTo>
                    <a:pt x="3385663" y="1469063"/>
                  </a:lnTo>
                  <a:lnTo>
                    <a:pt x="3423209" y="1375893"/>
                  </a:lnTo>
                  <a:lnTo>
                    <a:pt x="3460706" y="1284981"/>
                  </a:lnTo>
                  <a:lnTo>
                    <a:pt x="3498167" y="1196745"/>
                  </a:lnTo>
                  <a:lnTo>
                    <a:pt x="3535623" y="1111549"/>
                  </a:lnTo>
                  <a:lnTo>
                    <a:pt x="3573120" y="1029693"/>
                  </a:lnTo>
                  <a:lnTo>
                    <a:pt x="3610726" y="951411"/>
                  </a:lnTo>
                  <a:lnTo>
                    <a:pt x="3648529" y="876876"/>
                  </a:lnTo>
                  <a:lnTo>
                    <a:pt x="3686646" y="806193"/>
                  </a:lnTo>
                  <a:lnTo>
                    <a:pt x="3725219" y="739410"/>
                  </a:lnTo>
                  <a:lnTo>
                    <a:pt x="3764424" y="676518"/>
                  </a:lnTo>
                  <a:lnTo>
                    <a:pt x="3804476" y="617459"/>
                  </a:lnTo>
                  <a:lnTo>
                    <a:pt x="3820202" y="595685"/>
                  </a:lnTo>
                  <a:lnTo>
                    <a:pt x="3870636" y="531142"/>
                  </a:lnTo>
                  <a:lnTo>
                    <a:pt x="3923373" y="472045"/>
                  </a:lnTo>
                  <a:lnTo>
                    <a:pt x="3979037" y="418213"/>
                  </a:lnTo>
                  <a:lnTo>
                    <a:pt x="4038319" y="369291"/>
                  </a:lnTo>
                  <a:lnTo>
                    <a:pt x="4101934" y="324848"/>
                  </a:lnTo>
                  <a:lnTo>
                    <a:pt x="4170587" y="284434"/>
                  </a:lnTo>
                  <a:lnTo>
                    <a:pt x="4244933" y="247623"/>
                  </a:lnTo>
                  <a:lnTo>
                    <a:pt x="4325515" y="214034"/>
                  </a:lnTo>
                  <a:lnTo>
                    <a:pt x="4412689" y="183346"/>
                  </a:lnTo>
                  <a:lnTo>
                    <a:pt x="4506529" y="155308"/>
                  </a:lnTo>
                  <a:lnTo>
                    <a:pt x="4606704" y="129738"/>
                  </a:lnTo>
                  <a:lnTo>
                    <a:pt x="4712354" y="106528"/>
                  </a:lnTo>
                  <a:lnTo>
                    <a:pt x="4821972" y="85632"/>
                  </a:lnTo>
                  <a:lnTo>
                    <a:pt x="4933328" y="67063"/>
                  </a:lnTo>
                  <a:lnTo>
                    <a:pt x="5043486" y="50862"/>
                  </a:lnTo>
                  <a:lnTo>
                    <a:pt x="5148955" y="37076"/>
                  </a:lnTo>
                  <a:lnTo>
                    <a:pt x="5245992" y="25725"/>
                  </a:lnTo>
                  <a:lnTo>
                    <a:pt x="5331056" y="16764"/>
                  </a:lnTo>
                  <a:lnTo>
                    <a:pt x="5401321" y="10064"/>
                  </a:lnTo>
                  <a:lnTo>
                    <a:pt x="5455155" y="5396"/>
                  </a:lnTo>
                  <a:lnTo>
                    <a:pt x="5492442" y="2446"/>
                  </a:lnTo>
                  <a:lnTo>
                    <a:pt x="5514680" y="835"/>
                  </a:lnTo>
                  <a:lnTo>
                    <a:pt x="5524885" y="157"/>
                  </a:lnTo>
                  <a:lnTo>
                    <a:pt x="5527396" y="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6" y="57"/>
                  </a:lnTo>
                  <a:lnTo>
                    <a:pt x="6530452" y="464"/>
                  </a:lnTo>
                  <a:lnTo>
                    <a:pt x="6548241" y="1590"/>
                  </a:lnTo>
                  <a:lnTo>
                    <a:pt x="6580359" y="3810"/>
                  </a:lnTo>
                  <a:lnTo>
                    <a:pt x="6628868" y="7482"/>
                  </a:lnTo>
                  <a:lnTo>
                    <a:pt x="6694195" y="12916"/>
                  </a:lnTo>
                  <a:lnTo>
                    <a:pt x="6775163" y="20348"/>
                  </a:lnTo>
                  <a:lnTo>
                    <a:pt x="6869247" y="29927"/>
                  </a:lnTo>
                  <a:lnTo>
                    <a:pt x="6973022" y="41714"/>
                  </a:lnTo>
                  <a:lnTo>
                    <a:pt x="7082697" y="55709"/>
                  </a:lnTo>
                  <a:lnTo>
                    <a:pt x="7194609" y="71872"/>
                  </a:lnTo>
                  <a:lnTo>
                    <a:pt x="7305582" y="90161"/>
                  </a:lnTo>
                  <a:lnTo>
                    <a:pt x="7413132" y="110554"/>
                  </a:lnTo>
                  <a:lnTo>
                    <a:pt x="7515518" y="133076"/>
                  </a:lnTo>
                  <a:lnTo>
                    <a:pt x="7611689" y="157809"/>
                  </a:lnTo>
                  <a:lnTo>
                    <a:pt x="7701172" y="184899"/>
                  </a:lnTo>
                  <a:lnTo>
                    <a:pt x="7783940" y="214560"/>
                  </a:lnTo>
                  <a:lnTo>
                    <a:pt x="7860290" y="247069"/>
                  </a:lnTo>
                  <a:lnTo>
                    <a:pt x="7930729" y="282759"/>
                  </a:lnTo>
                  <a:lnTo>
                    <a:pt x="7995900" y="322012"/>
                  </a:lnTo>
                  <a:lnTo>
                    <a:pt x="8056511" y="365236"/>
                  </a:lnTo>
                  <a:lnTo>
                    <a:pt x="8113289" y="412833"/>
                  </a:lnTo>
                  <a:lnTo>
                    <a:pt x="8166945" y="465152"/>
                  </a:lnTo>
                  <a:lnTo>
                    <a:pt x="8218132" y="522407"/>
                  </a:lnTo>
                  <a:lnTo>
                    <a:pt x="8229629" y="536291"/>
                  </a:lnTo>
                  <a:lnTo>
                    <a:pt x="8271794" y="590466"/>
                  </a:lnTo>
                  <a:lnTo>
                    <a:pt x="8312946" y="648363"/>
                  </a:lnTo>
                  <a:lnTo>
                    <a:pt x="8353345" y="710060"/>
                  </a:lnTo>
                  <a:lnTo>
                    <a:pt x="8393202" y="775579"/>
                  </a:lnTo>
                  <a:lnTo>
                    <a:pt x="8432687" y="844886"/>
                  </a:lnTo>
                  <a:lnTo>
                    <a:pt x="8471938" y="917885"/>
                  </a:lnTo>
                  <a:lnTo>
                    <a:pt x="8511059" y="994409"/>
                  </a:lnTo>
                  <a:lnTo>
                    <a:pt x="8550131" y="1074227"/>
                  </a:lnTo>
                  <a:lnTo>
                    <a:pt x="8589206" y="1157034"/>
                  </a:lnTo>
                  <a:lnTo>
                    <a:pt x="8628320" y="1242463"/>
                  </a:lnTo>
                  <a:lnTo>
                    <a:pt x="8667487" y="1330081"/>
                  </a:lnTo>
                  <a:lnTo>
                    <a:pt x="8706709" y="1419407"/>
                  </a:lnTo>
                  <a:lnTo>
                    <a:pt x="8745975" y="1509912"/>
                  </a:lnTo>
                  <a:lnTo>
                    <a:pt x="8785265" y="1601040"/>
                  </a:lnTo>
                  <a:lnTo>
                    <a:pt x="8824557" y="1692218"/>
                  </a:lnTo>
                  <a:lnTo>
                    <a:pt x="8863828" y="1782870"/>
                  </a:lnTo>
                  <a:lnTo>
                    <a:pt x="8903058" y="1872437"/>
                  </a:lnTo>
                  <a:lnTo>
                    <a:pt x="8942235" y="1960384"/>
                  </a:lnTo>
                  <a:lnTo>
                    <a:pt x="8981358" y="2046221"/>
                  </a:lnTo>
                  <a:lnTo>
                    <a:pt x="9020438" y="2129507"/>
                  </a:lnTo>
                  <a:lnTo>
                    <a:pt x="9059507" y="2209861"/>
                  </a:lnTo>
                  <a:lnTo>
                    <a:pt x="9098615" y="2286969"/>
                  </a:lnTo>
                  <a:lnTo>
                    <a:pt x="9137836" y="2360587"/>
                  </a:lnTo>
                  <a:lnTo>
                    <a:pt x="9177273" y="2430537"/>
                  </a:lnTo>
                  <a:lnTo>
                    <a:pt x="9217054" y="2496711"/>
                  </a:lnTo>
                  <a:lnTo>
                    <a:pt x="9257346" y="2559063"/>
                  </a:lnTo>
                  <a:lnTo>
                    <a:pt x="9298353" y="2617609"/>
                  </a:lnTo>
                  <a:lnTo>
                    <a:pt x="9340323" y="2672415"/>
                  </a:lnTo>
                  <a:lnTo>
                    <a:pt x="9347647" y="2681457"/>
                  </a:lnTo>
                  <a:lnTo>
                    <a:pt x="9398350" y="2739855"/>
                  </a:lnTo>
                  <a:lnTo>
                    <a:pt x="9451382" y="2793298"/>
                  </a:lnTo>
                  <a:lnTo>
                    <a:pt x="9507380" y="2841956"/>
                  </a:lnTo>
                  <a:lnTo>
                    <a:pt x="9567043" y="2886151"/>
                  </a:lnTo>
                  <a:lnTo>
                    <a:pt x="9631100" y="2926282"/>
                  </a:lnTo>
                  <a:lnTo>
                    <a:pt x="9700267" y="2962757"/>
                  </a:lnTo>
                  <a:lnTo>
                    <a:pt x="9775204" y="2995967"/>
                  </a:lnTo>
                  <a:lnTo>
                    <a:pt x="9856460" y="3026257"/>
                  </a:lnTo>
                  <a:lnTo>
                    <a:pt x="9944385" y="3053918"/>
                  </a:lnTo>
                  <a:lnTo>
                    <a:pt x="10039040" y="3079178"/>
                  </a:lnTo>
                  <a:lnTo>
                    <a:pt x="10140065" y="3102200"/>
                  </a:lnTo>
                  <a:lnTo>
                    <a:pt x="10246554" y="3123079"/>
                  </a:lnTo>
                  <a:lnTo>
                    <a:pt x="10356932" y="3141852"/>
                  </a:lnTo>
                  <a:lnTo>
                    <a:pt x="10468886" y="3158508"/>
                  </a:lnTo>
                  <a:lnTo>
                    <a:pt x="10579388" y="3173006"/>
                  </a:lnTo>
                  <a:lnTo>
                    <a:pt x="10684860" y="3185304"/>
                  </a:lnTo>
                  <a:lnTo>
                    <a:pt x="10781500" y="3195389"/>
                  </a:lnTo>
                  <a:lnTo>
                    <a:pt x="10865752" y="3203305"/>
                  </a:lnTo>
                  <a:lnTo>
                    <a:pt x="10934840" y="3209181"/>
                  </a:lnTo>
                  <a:lnTo>
                    <a:pt x="10987244" y="3213234"/>
                  </a:lnTo>
                  <a:lnTo>
                    <a:pt x="11023011" y="3215757"/>
                  </a:lnTo>
                  <a:lnTo>
                    <a:pt x="11043835" y="3217102"/>
                  </a:lnTo>
                  <a:lnTo>
                    <a:pt x="11052940" y="3217642"/>
                  </a:lnTo>
                  <a:lnTo>
                    <a:pt x="11054878" y="3217748"/>
                  </a:lnTo>
                  <a:lnTo>
                    <a:pt x="11054891" y="3217749"/>
                  </a:lnTo>
                  <a:lnTo>
                    <a:pt x="12049831" y="3217749"/>
                  </a:lnTo>
                  <a:lnTo>
                    <a:pt x="12049831" y="32177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9" name="pl1528"/>
            <p:cNvSpPr/>
            <p:nvPr/>
          </p:nvSpPr>
          <p:spPr>
            <a:xfrm>
              <a:off x="1199187" y="1477694"/>
              <a:ext cx="12049831" cy="3574112"/>
            </a:xfrm>
            <a:custGeom>
              <a:avLst/>
              <a:pathLst>
                <a:path w="12049831" h="3574112">
                  <a:moveTo>
                    <a:pt x="12049831" y="3217749"/>
                  </a:moveTo>
                  <a:lnTo>
                    <a:pt x="11054891" y="3217749"/>
                  </a:lnTo>
                  <a:lnTo>
                    <a:pt x="11053831" y="3217692"/>
                  </a:lnTo>
                  <a:lnTo>
                    <a:pt x="11046824" y="3217284"/>
                  </a:lnTo>
                  <a:lnTo>
                    <a:pt x="11029036" y="3216158"/>
                  </a:lnTo>
                  <a:lnTo>
                    <a:pt x="10996918" y="3213938"/>
                  </a:lnTo>
                  <a:lnTo>
                    <a:pt x="10948409" y="3210266"/>
                  </a:lnTo>
                  <a:lnTo>
                    <a:pt x="10883081" y="3204832"/>
                  </a:lnTo>
                  <a:lnTo>
                    <a:pt x="10802113" y="3197400"/>
                  </a:lnTo>
                  <a:lnTo>
                    <a:pt x="10708030" y="3187822"/>
                  </a:lnTo>
                  <a:lnTo>
                    <a:pt x="10604255" y="3176034"/>
                  </a:lnTo>
                  <a:lnTo>
                    <a:pt x="10494579" y="3162039"/>
                  </a:lnTo>
                  <a:lnTo>
                    <a:pt x="10382667" y="3145876"/>
                  </a:lnTo>
                  <a:lnTo>
                    <a:pt x="10271694" y="3127588"/>
                  </a:lnTo>
                  <a:lnTo>
                    <a:pt x="10164144" y="3107195"/>
                  </a:lnTo>
                  <a:lnTo>
                    <a:pt x="10061758" y="3084673"/>
                  </a:lnTo>
                  <a:lnTo>
                    <a:pt x="9965588" y="3059940"/>
                  </a:lnTo>
                  <a:lnTo>
                    <a:pt x="9876105" y="3032849"/>
                  </a:lnTo>
                  <a:lnTo>
                    <a:pt x="9793336" y="3003188"/>
                  </a:lnTo>
                  <a:lnTo>
                    <a:pt x="9716987" y="2970679"/>
                  </a:lnTo>
                  <a:lnTo>
                    <a:pt x="9646547" y="2934989"/>
                  </a:lnTo>
                  <a:lnTo>
                    <a:pt x="9581376" y="2895736"/>
                  </a:lnTo>
                  <a:lnTo>
                    <a:pt x="9520765" y="2852513"/>
                  </a:lnTo>
                  <a:lnTo>
                    <a:pt x="9463987" y="2804915"/>
                  </a:lnTo>
                  <a:lnTo>
                    <a:pt x="9410332" y="2752596"/>
                  </a:lnTo>
                  <a:lnTo>
                    <a:pt x="9359145" y="2695341"/>
                  </a:lnTo>
                  <a:lnTo>
                    <a:pt x="9347647" y="2681457"/>
                  </a:lnTo>
                  <a:lnTo>
                    <a:pt x="9305483" y="2627283"/>
                  </a:lnTo>
                  <a:lnTo>
                    <a:pt x="9264330" y="2569385"/>
                  </a:lnTo>
                  <a:lnTo>
                    <a:pt x="9223931" y="2507689"/>
                  </a:lnTo>
                  <a:lnTo>
                    <a:pt x="9184074" y="2442169"/>
                  </a:lnTo>
                  <a:lnTo>
                    <a:pt x="9144589" y="2372862"/>
                  </a:lnTo>
                  <a:lnTo>
                    <a:pt x="9105339" y="2299864"/>
                  </a:lnTo>
                  <a:lnTo>
                    <a:pt x="9066217" y="2223339"/>
                  </a:lnTo>
                  <a:lnTo>
                    <a:pt x="9027146" y="2143521"/>
                  </a:lnTo>
                  <a:lnTo>
                    <a:pt x="8988070" y="2060714"/>
                  </a:lnTo>
                  <a:lnTo>
                    <a:pt x="8948956" y="1975286"/>
                  </a:lnTo>
                  <a:lnTo>
                    <a:pt x="8909789" y="1887667"/>
                  </a:lnTo>
                  <a:lnTo>
                    <a:pt x="8870567" y="1798342"/>
                  </a:lnTo>
                  <a:lnTo>
                    <a:pt x="8831302" y="1707836"/>
                  </a:lnTo>
                  <a:lnTo>
                    <a:pt x="8792012" y="1616708"/>
                  </a:lnTo>
                  <a:lnTo>
                    <a:pt x="8752720" y="1525530"/>
                  </a:lnTo>
                  <a:lnTo>
                    <a:pt x="8713448" y="1434878"/>
                  </a:lnTo>
                  <a:lnTo>
                    <a:pt x="8674218" y="1345311"/>
                  </a:lnTo>
                  <a:lnTo>
                    <a:pt x="8635041" y="1257364"/>
                  </a:lnTo>
                  <a:lnTo>
                    <a:pt x="8595919" y="1171527"/>
                  </a:lnTo>
                  <a:lnTo>
                    <a:pt x="8556838" y="1088242"/>
                  </a:lnTo>
                  <a:lnTo>
                    <a:pt x="8517770" y="1007888"/>
                  </a:lnTo>
                  <a:lnTo>
                    <a:pt x="8478662" y="930779"/>
                  </a:lnTo>
                  <a:lnTo>
                    <a:pt x="8439440" y="857162"/>
                  </a:lnTo>
                  <a:lnTo>
                    <a:pt x="8400004" y="787212"/>
                  </a:lnTo>
                  <a:lnTo>
                    <a:pt x="8360222" y="721038"/>
                  </a:lnTo>
                  <a:lnTo>
                    <a:pt x="8319930" y="658685"/>
                  </a:lnTo>
                  <a:lnTo>
                    <a:pt x="8278924" y="600139"/>
                  </a:lnTo>
                  <a:lnTo>
                    <a:pt x="8236954" y="545333"/>
                  </a:lnTo>
                  <a:lnTo>
                    <a:pt x="8229629" y="536291"/>
                  </a:lnTo>
                  <a:lnTo>
                    <a:pt x="8178926" y="477894"/>
                  </a:lnTo>
                  <a:lnTo>
                    <a:pt x="8125895" y="424450"/>
                  </a:lnTo>
                  <a:lnTo>
                    <a:pt x="8069897" y="375793"/>
                  </a:lnTo>
                  <a:lnTo>
                    <a:pt x="8010233" y="331597"/>
                  </a:lnTo>
                  <a:lnTo>
                    <a:pt x="7946176" y="291466"/>
                  </a:lnTo>
                  <a:lnTo>
                    <a:pt x="7877010" y="254991"/>
                  </a:lnTo>
                  <a:lnTo>
                    <a:pt x="7802072" y="221782"/>
                  </a:lnTo>
                  <a:lnTo>
                    <a:pt x="7720817" y="191492"/>
                  </a:lnTo>
                  <a:lnTo>
                    <a:pt x="7632891" y="163830"/>
                  </a:lnTo>
                  <a:lnTo>
                    <a:pt x="7538236" y="138570"/>
                  </a:lnTo>
                  <a:lnTo>
                    <a:pt x="7437211" y="115548"/>
                  </a:lnTo>
                  <a:lnTo>
                    <a:pt x="7330723" y="94669"/>
                  </a:lnTo>
                  <a:lnTo>
                    <a:pt x="7220345" y="75896"/>
                  </a:lnTo>
                  <a:lnTo>
                    <a:pt x="7108391" y="59240"/>
                  </a:lnTo>
                  <a:lnTo>
                    <a:pt x="6997888" y="44742"/>
                  </a:lnTo>
                  <a:lnTo>
                    <a:pt x="6892416" y="32444"/>
                  </a:lnTo>
                  <a:lnTo>
                    <a:pt x="6795776" y="22360"/>
                  </a:lnTo>
                  <a:lnTo>
                    <a:pt x="6711524" y="14443"/>
                  </a:lnTo>
                  <a:lnTo>
                    <a:pt x="6642436" y="8567"/>
                  </a:lnTo>
                  <a:lnTo>
                    <a:pt x="6590033" y="4515"/>
                  </a:lnTo>
                  <a:lnTo>
                    <a:pt x="6554266" y="1991"/>
                  </a:lnTo>
                  <a:lnTo>
                    <a:pt x="6533442" y="646"/>
                  </a:lnTo>
                  <a:lnTo>
                    <a:pt x="6524337" y="106"/>
                  </a:lnTo>
                  <a:lnTo>
                    <a:pt x="6522399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01" y="62"/>
                  </a:lnTo>
                  <a:lnTo>
                    <a:pt x="5519499" y="508"/>
                  </a:lnTo>
                  <a:lnTo>
                    <a:pt x="5501968" y="1739"/>
                  </a:lnTo>
                  <a:lnTo>
                    <a:pt x="5470300" y="4166"/>
                  </a:lnTo>
                  <a:lnTo>
                    <a:pt x="5422433" y="8182"/>
                  </a:lnTo>
                  <a:lnTo>
                    <a:pt x="5357912" y="14127"/>
                  </a:lnTo>
                  <a:lnTo>
                    <a:pt x="5277851" y="22261"/>
                  </a:lnTo>
                  <a:lnTo>
                    <a:pt x="5184702" y="32751"/>
                  </a:lnTo>
                  <a:lnTo>
                    <a:pt x="5081809" y="45669"/>
                  </a:lnTo>
                  <a:lnTo>
                    <a:pt x="4972901" y="61014"/>
                  </a:lnTo>
                  <a:lnTo>
                    <a:pt x="4861601" y="78745"/>
                  </a:lnTo>
                  <a:lnTo>
                    <a:pt x="4751070" y="98815"/>
                  </a:lnTo>
                  <a:lnTo>
                    <a:pt x="4643796" y="121198"/>
                  </a:lnTo>
                  <a:lnTo>
                    <a:pt x="4541539" y="145918"/>
                  </a:lnTo>
                  <a:lnTo>
                    <a:pt x="4445379" y="173060"/>
                  </a:lnTo>
                  <a:lnTo>
                    <a:pt x="4355819" y="202778"/>
                  </a:lnTo>
                  <a:lnTo>
                    <a:pt x="4272916" y="235299"/>
                  </a:lnTo>
                  <a:lnTo>
                    <a:pt x="4196402" y="270921"/>
                  </a:lnTo>
                  <a:lnTo>
                    <a:pt x="4125790" y="310004"/>
                  </a:lnTo>
                  <a:lnTo>
                    <a:pt x="4060459" y="352960"/>
                  </a:lnTo>
                  <a:lnTo>
                    <a:pt x="3999715" y="400234"/>
                  </a:lnTo>
                  <a:lnTo>
                    <a:pt x="3942842" y="452269"/>
                  </a:lnTo>
                  <a:lnTo>
                    <a:pt x="3889138" y="509458"/>
                  </a:lnTo>
                  <a:lnTo>
                    <a:pt x="3837949" y="572055"/>
                  </a:lnTo>
                  <a:lnTo>
                    <a:pt x="3820202" y="595685"/>
                  </a:lnTo>
                  <a:lnTo>
                    <a:pt x="3779757" y="653292"/>
                  </a:lnTo>
                  <a:lnTo>
                    <a:pt x="3740253" y="714696"/>
                  </a:lnTo>
                  <a:lnTo>
                    <a:pt x="3701459" y="779975"/>
                  </a:lnTo>
                  <a:lnTo>
                    <a:pt x="3663185" y="849156"/>
                  </a:lnTo>
                  <a:lnTo>
                    <a:pt x="3625276" y="922215"/>
                  </a:lnTo>
                  <a:lnTo>
                    <a:pt x="3587606" y="999069"/>
                  </a:lnTo>
                  <a:lnTo>
                    <a:pt x="3550076" y="1079571"/>
                  </a:lnTo>
                  <a:lnTo>
                    <a:pt x="3512611" y="1163511"/>
                  </a:lnTo>
                  <a:lnTo>
                    <a:pt x="3475156" y="1250614"/>
                  </a:lnTo>
                  <a:lnTo>
                    <a:pt x="3437675" y="1340541"/>
                  </a:lnTo>
                  <a:lnTo>
                    <a:pt x="3400149" y="1432893"/>
                  </a:lnTo>
                  <a:lnTo>
                    <a:pt x="3362571" y="1527218"/>
                  </a:lnTo>
                  <a:lnTo>
                    <a:pt x="3324948" y="1623019"/>
                  </a:lnTo>
                  <a:lnTo>
                    <a:pt x="3287292" y="1719765"/>
                  </a:lnTo>
                  <a:lnTo>
                    <a:pt x="3249621" y="1816901"/>
                  </a:lnTo>
                  <a:lnTo>
                    <a:pt x="3211957" y="1913863"/>
                  </a:lnTo>
                  <a:lnTo>
                    <a:pt x="3174318" y="2010093"/>
                  </a:lnTo>
                  <a:lnTo>
                    <a:pt x="3136722" y="2105049"/>
                  </a:lnTo>
                  <a:lnTo>
                    <a:pt x="3099176" y="2198218"/>
                  </a:lnTo>
                  <a:lnTo>
                    <a:pt x="3061679" y="2289130"/>
                  </a:lnTo>
                  <a:lnTo>
                    <a:pt x="3024218" y="2377366"/>
                  </a:lnTo>
                  <a:lnTo>
                    <a:pt x="2986762" y="2462562"/>
                  </a:lnTo>
                  <a:lnTo>
                    <a:pt x="2949265" y="2544419"/>
                  </a:lnTo>
                  <a:lnTo>
                    <a:pt x="2911659" y="2622700"/>
                  </a:lnTo>
                  <a:lnTo>
                    <a:pt x="2873856" y="2697236"/>
                  </a:lnTo>
                  <a:lnTo>
                    <a:pt x="2835739" y="2767919"/>
                  </a:lnTo>
                  <a:lnTo>
                    <a:pt x="2797166" y="2834702"/>
                  </a:lnTo>
                  <a:lnTo>
                    <a:pt x="2757961" y="2897593"/>
                  </a:lnTo>
                  <a:lnTo>
                    <a:pt x="2717909" y="2956653"/>
                  </a:lnTo>
                  <a:lnTo>
                    <a:pt x="2702183" y="2978427"/>
                  </a:lnTo>
                  <a:lnTo>
                    <a:pt x="2651749" y="3042970"/>
                  </a:lnTo>
                  <a:lnTo>
                    <a:pt x="2599012" y="3102067"/>
                  </a:lnTo>
                  <a:lnTo>
                    <a:pt x="2543348" y="3155899"/>
                  </a:lnTo>
                  <a:lnTo>
                    <a:pt x="2484066" y="3204820"/>
                  </a:lnTo>
                  <a:lnTo>
                    <a:pt x="2420451" y="3249264"/>
                  </a:lnTo>
                  <a:lnTo>
                    <a:pt x="2351798" y="3289678"/>
                  </a:lnTo>
                  <a:lnTo>
                    <a:pt x="2277452" y="3326489"/>
                  </a:lnTo>
                  <a:lnTo>
                    <a:pt x="2196870" y="3360078"/>
                  </a:lnTo>
                  <a:lnTo>
                    <a:pt x="2109696" y="3390765"/>
                  </a:lnTo>
                  <a:lnTo>
                    <a:pt x="2015856" y="3418804"/>
                  </a:lnTo>
                  <a:lnTo>
                    <a:pt x="1915681" y="3444373"/>
                  </a:lnTo>
                  <a:lnTo>
                    <a:pt x="1810031" y="3467584"/>
                  </a:lnTo>
                  <a:lnTo>
                    <a:pt x="1700413" y="3488479"/>
                  </a:lnTo>
                  <a:lnTo>
                    <a:pt x="1589057" y="3507049"/>
                  </a:lnTo>
                  <a:lnTo>
                    <a:pt x="1478899" y="3523250"/>
                  </a:lnTo>
                  <a:lnTo>
                    <a:pt x="1373430" y="3537036"/>
                  </a:lnTo>
                  <a:lnTo>
                    <a:pt x="1276393" y="3548387"/>
                  </a:lnTo>
                  <a:lnTo>
                    <a:pt x="1191329" y="3557347"/>
                  </a:lnTo>
                  <a:lnTo>
                    <a:pt x="1121064" y="3564048"/>
                  </a:lnTo>
                  <a:lnTo>
                    <a:pt x="1067230" y="3568715"/>
                  </a:lnTo>
                  <a:lnTo>
                    <a:pt x="1029943" y="3571666"/>
                  </a:lnTo>
                  <a:lnTo>
                    <a:pt x="1007705" y="3573276"/>
                  </a:lnTo>
                  <a:lnTo>
                    <a:pt x="997500" y="3573955"/>
                  </a:lnTo>
                  <a:lnTo>
                    <a:pt x="994989" y="3574109"/>
                  </a:lnTo>
                  <a:lnTo>
                    <a:pt x="994940" y="3574112"/>
                  </a:lnTo>
                  <a:lnTo>
                    <a:pt x="0" y="3574112"/>
                  </a:lnTo>
                  <a:lnTo>
                    <a:pt x="0" y="35741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0" name="pg1529"/>
            <p:cNvSpPr/>
            <p:nvPr/>
          </p:nvSpPr>
          <p:spPr>
            <a:xfrm>
              <a:off x="1199187" y="1980795"/>
              <a:ext cx="12049831" cy="3112936"/>
            </a:xfrm>
            <a:custGeom>
              <a:avLst/>
              <a:pathLst>
                <a:path w="12049831" h="3112936">
                  <a:moveTo>
                    <a:pt x="0" y="3112936"/>
                  </a:moveTo>
                  <a:lnTo>
                    <a:pt x="994940" y="3112936"/>
                  </a:lnTo>
                  <a:lnTo>
                    <a:pt x="996005" y="3112881"/>
                  </a:lnTo>
                  <a:lnTo>
                    <a:pt x="1003042" y="3112485"/>
                  </a:lnTo>
                  <a:lnTo>
                    <a:pt x="1020907" y="3111393"/>
                  </a:lnTo>
                  <a:lnTo>
                    <a:pt x="1053156" y="3109239"/>
                  </a:lnTo>
                  <a:lnTo>
                    <a:pt x="1101854" y="3105677"/>
                  </a:lnTo>
                  <a:lnTo>
                    <a:pt x="1167418" y="3100405"/>
                  </a:lnTo>
                  <a:lnTo>
                    <a:pt x="1248652" y="3093196"/>
                  </a:lnTo>
                  <a:lnTo>
                    <a:pt x="1343008" y="3083907"/>
                  </a:lnTo>
                  <a:lnTo>
                    <a:pt x="1447041" y="3072478"/>
                  </a:lnTo>
                  <a:lnTo>
                    <a:pt x="1556939" y="3058911"/>
                  </a:lnTo>
                  <a:lnTo>
                    <a:pt x="1669029" y="3043244"/>
                  </a:lnTo>
                  <a:lnTo>
                    <a:pt x="1780129" y="3025519"/>
                  </a:lnTo>
                  <a:lnTo>
                    <a:pt x="1887758" y="3005755"/>
                  </a:lnTo>
                  <a:lnTo>
                    <a:pt x="1990180" y="2983927"/>
                  </a:lnTo>
                  <a:lnTo>
                    <a:pt x="2086352" y="2959956"/>
                  </a:lnTo>
                  <a:lnTo>
                    <a:pt x="2175812" y="2933696"/>
                  </a:lnTo>
                  <a:lnTo>
                    <a:pt x="2258540" y="2904941"/>
                  </a:lnTo>
                  <a:lnTo>
                    <a:pt x="2334841" y="2873419"/>
                  </a:lnTo>
                  <a:lnTo>
                    <a:pt x="2405230" y="2838806"/>
                  </a:lnTo>
                  <a:lnTo>
                    <a:pt x="2470355" y="2800730"/>
                  </a:lnTo>
                  <a:lnTo>
                    <a:pt x="2530927" y="2758796"/>
                  </a:lnTo>
                  <a:lnTo>
                    <a:pt x="2587679" y="2712613"/>
                  </a:lnTo>
                  <a:lnTo>
                    <a:pt x="2641321" y="2661846"/>
                  </a:lnTo>
                  <a:lnTo>
                    <a:pt x="2692509" y="2606295"/>
                  </a:lnTo>
                  <a:lnTo>
                    <a:pt x="2702183" y="2594987"/>
                  </a:lnTo>
                  <a:lnTo>
                    <a:pt x="2744917" y="2541925"/>
                  </a:lnTo>
                  <a:lnTo>
                    <a:pt x="2786614" y="2485167"/>
                  </a:lnTo>
                  <a:lnTo>
                    <a:pt x="2827544" y="2424638"/>
                  </a:lnTo>
                  <a:lnTo>
                    <a:pt x="2867924" y="2360316"/>
                  </a:lnTo>
                  <a:lnTo>
                    <a:pt x="2907931" y="2292238"/>
                  </a:lnTo>
                  <a:lnTo>
                    <a:pt x="2947705" y="2220507"/>
                  </a:lnTo>
                  <a:lnTo>
                    <a:pt x="2987354" y="2145292"/>
                  </a:lnTo>
                  <a:lnTo>
                    <a:pt x="3026958" y="2066836"/>
                  </a:lnTo>
                  <a:lnTo>
                    <a:pt x="3066571" y="1985450"/>
                  </a:lnTo>
                  <a:lnTo>
                    <a:pt x="3106226" y="1901512"/>
                  </a:lnTo>
                  <a:lnTo>
                    <a:pt x="3145937" y="1815464"/>
                  </a:lnTo>
                  <a:lnTo>
                    <a:pt x="3185703" y="1727798"/>
                  </a:lnTo>
                  <a:lnTo>
                    <a:pt x="3225511" y="1639050"/>
                  </a:lnTo>
                  <a:lnTo>
                    <a:pt x="3265341" y="1549784"/>
                  </a:lnTo>
                  <a:lnTo>
                    <a:pt x="3305168" y="1460579"/>
                  </a:lnTo>
                  <a:lnTo>
                    <a:pt x="3344969" y="1372011"/>
                  </a:lnTo>
                  <a:lnTo>
                    <a:pt x="3384724" y="1284639"/>
                  </a:lnTo>
                  <a:lnTo>
                    <a:pt x="3424423" y="1198991"/>
                  </a:lnTo>
                  <a:lnTo>
                    <a:pt x="3464068" y="1115550"/>
                  </a:lnTo>
                  <a:lnTo>
                    <a:pt x="3503675" y="1034745"/>
                  </a:lnTo>
                  <a:lnTo>
                    <a:pt x="3543283" y="956941"/>
                  </a:lnTo>
                  <a:lnTo>
                    <a:pt x="3582951" y="882434"/>
                  </a:lnTo>
                  <a:lnTo>
                    <a:pt x="3622764" y="811452"/>
                  </a:lnTo>
                  <a:lnTo>
                    <a:pt x="3662836" y="744150"/>
                  </a:lnTo>
                  <a:lnTo>
                    <a:pt x="3703315" y="680617"/>
                  </a:lnTo>
                  <a:lnTo>
                    <a:pt x="3744385" y="620878"/>
                  </a:lnTo>
                  <a:lnTo>
                    <a:pt x="3786274" y="564898"/>
                  </a:lnTo>
                  <a:lnTo>
                    <a:pt x="3820202" y="523189"/>
                  </a:lnTo>
                  <a:lnTo>
                    <a:pt x="3870983" y="466708"/>
                  </a:lnTo>
                  <a:lnTo>
                    <a:pt x="3924101" y="415024"/>
                  </a:lnTo>
                  <a:lnTo>
                    <a:pt x="3980196" y="367977"/>
                  </a:lnTo>
                  <a:lnTo>
                    <a:pt x="4039972" y="325250"/>
                  </a:lnTo>
                  <a:lnTo>
                    <a:pt x="4104159" y="286459"/>
                  </a:lnTo>
                  <a:lnTo>
                    <a:pt x="4173476" y="251205"/>
                  </a:lnTo>
                  <a:lnTo>
                    <a:pt x="4248587" y="219112"/>
                  </a:lnTo>
                  <a:lnTo>
                    <a:pt x="4330039" y="189844"/>
                  </a:lnTo>
                  <a:lnTo>
                    <a:pt x="4418186" y="163120"/>
                  </a:lnTo>
                  <a:lnTo>
                    <a:pt x="4513079" y="138719"/>
                  </a:lnTo>
                  <a:lnTo>
                    <a:pt x="4614353" y="116484"/>
                  </a:lnTo>
                  <a:lnTo>
                    <a:pt x="4721086" y="96324"/>
                  </a:lnTo>
                  <a:lnTo>
                    <a:pt x="4831685" y="78204"/>
                  </a:lnTo>
                  <a:lnTo>
                    <a:pt x="4943811" y="62136"/>
                  </a:lnTo>
                  <a:lnTo>
                    <a:pt x="5054410" y="48159"/>
                  </a:lnTo>
                  <a:lnTo>
                    <a:pt x="5159877" y="36314"/>
                  </a:lnTo>
                  <a:lnTo>
                    <a:pt x="5256394" y="26613"/>
                  </a:lnTo>
                  <a:lnTo>
                    <a:pt x="5340402" y="19010"/>
                  </a:lnTo>
                  <a:lnTo>
                    <a:pt x="5409140" y="13379"/>
                  </a:lnTo>
                  <a:lnTo>
                    <a:pt x="5461122" y="9507"/>
                  </a:lnTo>
                  <a:lnTo>
                    <a:pt x="5496445" y="7107"/>
                  </a:lnTo>
                  <a:lnTo>
                    <a:pt x="5516860" y="5837"/>
                  </a:lnTo>
                  <a:lnTo>
                    <a:pt x="5525652" y="5335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2" y="5244"/>
                  </a:lnTo>
                  <a:lnTo>
                    <a:pt x="6531019" y="5269"/>
                  </a:lnTo>
                  <a:lnTo>
                    <a:pt x="6550020" y="5338"/>
                  </a:lnTo>
                  <a:lnTo>
                    <a:pt x="6584239" y="5473"/>
                  </a:lnTo>
                  <a:lnTo>
                    <a:pt x="6635746" y="5698"/>
                  </a:lnTo>
                  <a:lnTo>
                    <a:pt x="6704812" y="6030"/>
                  </a:lnTo>
                  <a:lnTo>
                    <a:pt x="6789963" y="6482"/>
                  </a:lnTo>
                  <a:lnTo>
                    <a:pt x="6888310" y="7064"/>
                  </a:lnTo>
                  <a:lnTo>
                    <a:pt x="6996072" y="7778"/>
                  </a:lnTo>
                  <a:lnTo>
                    <a:pt x="7109173" y="8623"/>
                  </a:lnTo>
                  <a:lnTo>
                    <a:pt x="7223773" y="9598"/>
                  </a:lnTo>
                  <a:lnTo>
                    <a:pt x="7336638" y="10698"/>
                  </a:lnTo>
                  <a:lnTo>
                    <a:pt x="7445321" y="11925"/>
                  </a:lnTo>
                  <a:lnTo>
                    <a:pt x="7548182" y="13280"/>
                  </a:lnTo>
                  <a:lnTo>
                    <a:pt x="7644307" y="14769"/>
                  </a:lnTo>
                  <a:lnTo>
                    <a:pt x="7733369" y="16404"/>
                  </a:lnTo>
                  <a:lnTo>
                    <a:pt x="7815479" y="18198"/>
                  </a:lnTo>
                  <a:lnTo>
                    <a:pt x="7891057" y="20169"/>
                  </a:lnTo>
                  <a:lnTo>
                    <a:pt x="7960716" y="22340"/>
                  </a:lnTo>
                  <a:lnTo>
                    <a:pt x="8025182" y="24735"/>
                  </a:lnTo>
                  <a:lnTo>
                    <a:pt x="8085231" y="27379"/>
                  </a:lnTo>
                  <a:lnTo>
                    <a:pt x="8141639" y="30295"/>
                  </a:lnTo>
                  <a:lnTo>
                    <a:pt x="8195142" y="33501"/>
                  </a:lnTo>
                  <a:lnTo>
                    <a:pt x="8229629" y="35810"/>
                  </a:lnTo>
                  <a:lnTo>
                    <a:pt x="8291104" y="40412"/>
                  </a:lnTo>
                  <a:lnTo>
                    <a:pt x="8350664" y="45474"/>
                  </a:lnTo>
                  <a:lnTo>
                    <a:pt x="8409022" y="51004"/>
                  </a:lnTo>
                  <a:lnTo>
                    <a:pt x="8466700" y="56994"/>
                  </a:lnTo>
                  <a:lnTo>
                    <a:pt x="8524068" y="63419"/>
                  </a:lnTo>
                  <a:lnTo>
                    <a:pt x="8581368" y="70236"/>
                  </a:lnTo>
                  <a:lnTo>
                    <a:pt x="8638735" y="77382"/>
                  </a:lnTo>
                  <a:lnTo>
                    <a:pt x="8696217" y="84782"/>
                  </a:lnTo>
                  <a:lnTo>
                    <a:pt x="8753800" y="92343"/>
                  </a:lnTo>
                  <a:lnTo>
                    <a:pt x="8811426" y="99967"/>
                  </a:lnTo>
                  <a:lnTo>
                    <a:pt x="8869023" y="107550"/>
                  </a:lnTo>
                  <a:lnTo>
                    <a:pt x="8926529" y="114991"/>
                  </a:lnTo>
                  <a:lnTo>
                    <a:pt x="8983919" y="122197"/>
                  </a:lnTo>
                  <a:lnTo>
                    <a:pt x="9041225" y="129088"/>
                  </a:lnTo>
                  <a:lnTo>
                    <a:pt x="9098562" y="135599"/>
                  </a:lnTo>
                  <a:lnTo>
                    <a:pt x="9156150" y="141683"/>
                  </a:lnTo>
                  <a:lnTo>
                    <a:pt x="9214328" y="147311"/>
                  </a:lnTo>
                  <a:lnTo>
                    <a:pt x="9273585" y="152471"/>
                  </a:lnTo>
                  <a:lnTo>
                    <a:pt x="9334589" y="157167"/>
                  </a:lnTo>
                  <a:lnTo>
                    <a:pt x="9347647" y="158092"/>
                  </a:lnTo>
                  <a:lnTo>
                    <a:pt x="9399579" y="161496"/>
                  </a:lnTo>
                  <a:lnTo>
                    <a:pt x="9453966" y="164605"/>
                  </a:lnTo>
                  <a:lnTo>
                    <a:pt x="9511496" y="167428"/>
                  </a:lnTo>
                  <a:lnTo>
                    <a:pt x="9572922" y="169987"/>
                  </a:lnTo>
                  <a:lnTo>
                    <a:pt x="9639024" y="172305"/>
                  </a:lnTo>
                  <a:lnTo>
                    <a:pt x="9710567" y="174407"/>
                  </a:lnTo>
                  <a:lnTo>
                    <a:pt x="9788248" y="176318"/>
                  </a:lnTo>
                  <a:lnTo>
                    <a:pt x="9872627" y="178057"/>
                  </a:lnTo>
                  <a:lnTo>
                    <a:pt x="9964035" y="179642"/>
                  </a:lnTo>
                  <a:lnTo>
                    <a:pt x="10062454" y="181086"/>
                  </a:lnTo>
                  <a:lnTo>
                    <a:pt x="10167378" y="182398"/>
                  </a:lnTo>
                  <a:lnTo>
                    <a:pt x="10277667" y="183583"/>
                  </a:lnTo>
                  <a:lnTo>
                    <a:pt x="10391418" y="184642"/>
                  </a:lnTo>
                  <a:lnTo>
                    <a:pt x="10505915" y="185574"/>
                  </a:lnTo>
                  <a:lnTo>
                    <a:pt x="10617693" y="186376"/>
                  </a:lnTo>
                  <a:lnTo>
                    <a:pt x="10722785" y="187046"/>
                  </a:lnTo>
                  <a:lnTo>
                    <a:pt x="10817149" y="187584"/>
                  </a:lnTo>
                  <a:lnTo>
                    <a:pt x="10897231" y="187996"/>
                  </a:lnTo>
                  <a:lnTo>
                    <a:pt x="10960562" y="188290"/>
                  </a:lnTo>
                  <a:lnTo>
                    <a:pt x="11006222" y="188483"/>
                  </a:lnTo>
                  <a:lnTo>
                    <a:pt x="11035085" y="188594"/>
                  </a:lnTo>
                  <a:lnTo>
                    <a:pt x="11049790" y="188646"/>
                  </a:lnTo>
                  <a:lnTo>
                    <a:pt x="11054545" y="188661"/>
                  </a:lnTo>
                  <a:lnTo>
                    <a:pt x="11054891" y="188662"/>
                  </a:lnTo>
                  <a:lnTo>
                    <a:pt x="12049831" y="188662"/>
                  </a:lnTo>
                  <a:lnTo>
                    <a:pt x="12049831" y="183422"/>
                  </a:lnTo>
                  <a:lnTo>
                    <a:pt x="11054891" y="183422"/>
                  </a:lnTo>
                  <a:lnTo>
                    <a:pt x="11053755" y="183418"/>
                  </a:lnTo>
                  <a:lnTo>
                    <a:pt x="11046257" y="183393"/>
                  </a:lnTo>
                  <a:lnTo>
                    <a:pt x="11027257" y="183324"/>
                  </a:lnTo>
                  <a:lnTo>
                    <a:pt x="10993038" y="183188"/>
                  </a:lnTo>
                  <a:lnTo>
                    <a:pt x="10941530" y="182964"/>
                  </a:lnTo>
                  <a:lnTo>
                    <a:pt x="10872465" y="182632"/>
                  </a:lnTo>
                  <a:lnTo>
                    <a:pt x="10787314" y="182180"/>
                  </a:lnTo>
                  <a:lnTo>
                    <a:pt x="10688966" y="181598"/>
                  </a:lnTo>
                  <a:lnTo>
                    <a:pt x="10581204" y="180884"/>
                  </a:lnTo>
                  <a:lnTo>
                    <a:pt x="10468104" y="180039"/>
                  </a:lnTo>
                  <a:lnTo>
                    <a:pt x="10353504" y="179064"/>
                  </a:lnTo>
                  <a:lnTo>
                    <a:pt x="10240639" y="177964"/>
                  </a:lnTo>
                  <a:lnTo>
                    <a:pt x="10131956" y="176737"/>
                  </a:lnTo>
                  <a:lnTo>
                    <a:pt x="10029094" y="175382"/>
                  </a:lnTo>
                  <a:lnTo>
                    <a:pt x="9932969" y="173892"/>
                  </a:lnTo>
                  <a:lnTo>
                    <a:pt x="9843907" y="172258"/>
                  </a:lnTo>
                  <a:lnTo>
                    <a:pt x="9761797" y="170464"/>
                  </a:lnTo>
                  <a:lnTo>
                    <a:pt x="9686220" y="168493"/>
                  </a:lnTo>
                  <a:lnTo>
                    <a:pt x="9616561" y="166321"/>
                  </a:lnTo>
                  <a:lnTo>
                    <a:pt x="9552094" y="163927"/>
                  </a:lnTo>
                  <a:lnTo>
                    <a:pt x="9492045" y="161283"/>
                  </a:lnTo>
                  <a:lnTo>
                    <a:pt x="9435637" y="158367"/>
                  </a:lnTo>
                  <a:lnTo>
                    <a:pt x="9382135" y="155161"/>
                  </a:lnTo>
                  <a:lnTo>
                    <a:pt x="9347647" y="152851"/>
                  </a:lnTo>
                  <a:lnTo>
                    <a:pt x="9286173" y="148250"/>
                  </a:lnTo>
                  <a:lnTo>
                    <a:pt x="9226612" y="143188"/>
                  </a:lnTo>
                  <a:lnTo>
                    <a:pt x="9168255" y="137658"/>
                  </a:lnTo>
                  <a:lnTo>
                    <a:pt x="9110577" y="131667"/>
                  </a:lnTo>
                  <a:lnTo>
                    <a:pt x="9053208" y="125243"/>
                  </a:lnTo>
                  <a:lnTo>
                    <a:pt x="8995908" y="118426"/>
                  </a:lnTo>
                  <a:lnTo>
                    <a:pt x="8938542" y="111280"/>
                  </a:lnTo>
                  <a:lnTo>
                    <a:pt x="8881059" y="103880"/>
                  </a:lnTo>
                  <a:lnTo>
                    <a:pt x="8823477" y="96319"/>
                  </a:lnTo>
                  <a:lnTo>
                    <a:pt x="8765851" y="88695"/>
                  </a:lnTo>
                  <a:lnTo>
                    <a:pt x="8708253" y="81112"/>
                  </a:lnTo>
                  <a:lnTo>
                    <a:pt x="8650747" y="73671"/>
                  </a:lnTo>
                  <a:lnTo>
                    <a:pt x="8593358" y="66465"/>
                  </a:lnTo>
                  <a:lnTo>
                    <a:pt x="8536052" y="59574"/>
                  </a:lnTo>
                  <a:lnTo>
                    <a:pt x="8478714" y="53063"/>
                  </a:lnTo>
                  <a:lnTo>
                    <a:pt x="8421127" y="46979"/>
                  </a:lnTo>
                  <a:lnTo>
                    <a:pt x="8362949" y="41351"/>
                  </a:lnTo>
                  <a:lnTo>
                    <a:pt x="8303692" y="36191"/>
                  </a:lnTo>
                  <a:lnTo>
                    <a:pt x="8242687" y="31495"/>
                  </a:lnTo>
                  <a:lnTo>
                    <a:pt x="8229629" y="30570"/>
                  </a:lnTo>
                  <a:lnTo>
                    <a:pt x="8177698" y="27165"/>
                  </a:lnTo>
                  <a:lnTo>
                    <a:pt x="8123310" y="24057"/>
                  </a:lnTo>
                  <a:lnTo>
                    <a:pt x="8065780" y="21233"/>
                  </a:lnTo>
                  <a:lnTo>
                    <a:pt x="8004355" y="18675"/>
                  </a:lnTo>
                  <a:lnTo>
                    <a:pt x="7938253" y="16357"/>
                  </a:lnTo>
                  <a:lnTo>
                    <a:pt x="7866709" y="14255"/>
                  </a:lnTo>
                  <a:lnTo>
                    <a:pt x="7789028" y="12344"/>
                  </a:lnTo>
                  <a:lnTo>
                    <a:pt x="7704649" y="10605"/>
                  </a:lnTo>
                  <a:lnTo>
                    <a:pt x="7613241" y="9020"/>
                  </a:lnTo>
                  <a:lnTo>
                    <a:pt x="7514823" y="7576"/>
                  </a:lnTo>
                  <a:lnTo>
                    <a:pt x="7409898" y="6264"/>
                  </a:lnTo>
                  <a:lnTo>
                    <a:pt x="7299610" y="5079"/>
                  </a:lnTo>
                  <a:lnTo>
                    <a:pt x="7185858" y="4020"/>
                  </a:lnTo>
                  <a:lnTo>
                    <a:pt x="7071362" y="3088"/>
                  </a:lnTo>
                  <a:lnTo>
                    <a:pt x="6959583" y="2286"/>
                  </a:lnTo>
                  <a:lnTo>
                    <a:pt x="6854491" y="1616"/>
                  </a:lnTo>
                  <a:lnTo>
                    <a:pt x="6760128" y="1078"/>
                  </a:lnTo>
                  <a:lnTo>
                    <a:pt x="6680046" y="666"/>
                  </a:lnTo>
                  <a:lnTo>
                    <a:pt x="6616715" y="372"/>
                  </a:lnTo>
                  <a:lnTo>
                    <a:pt x="6571054" y="179"/>
                  </a:lnTo>
                  <a:lnTo>
                    <a:pt x="6542191" y="68"/>
                  </a:lnTo>
                  <a:lnTo>
                    <a:pt x="6527487" y="16"/>
                  </a:lnTo>
                  <a:lnTo>
                    <a:pt x="6522731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0" y="55"/>
                  </a:lnTo>
                  <a:lnTo>
                    <a:pt x="5519343" y="451"/>
                  </a:lnTo>
                  <a:lnTo>
                    <a:pt x="5501478" y="1543"/>
                  </a:lnTo>
                  <a:lnTo>
                    <a:pt x="5469229" y="3697"/>
                  </a:lnTo>
                  <a:lnTo>
                    <a:pt x="5420531" y="7259"/>
                  </a:lnTo>
                  <a:lnTo>
                    <a:pt x="5354967" y="12531"/>
                  </a:lnTo>
                  <a:lnTo>
                    <a:pt x="5273733" y="19739"/>
                  </a:lnTo>
                  <a:lnTo>
                    <a:pt x="5179377" y="29028"/>
                  </a:lnTo>
                  <a:lnTo>
                    <a:pt x="5075344" y="40458"/>
                  </a:lnTo>
                  <a:lnTo>
                    <a:pt x="4965446" y="54025"/>
                  </a:lnTo>
                  <a:lnTo>
                    <a:pt x="4853356" y="69692"/>
                  </a:lnTo>
                  <a:lnTo>
                    <a:pt x="4742256" y="87417"/>
                  </a:lnTo>
                  <a:lnTo>
                    <a:pt x="4634627" y="107181"/>
                  </a:lnTo>
                  <a:lnTo>
                    <a:pt x="4532205" y="129008"/>
                  </a:lnTo>
                  <a:lnTo>
                    <a:pt x="4436033" y="152980"/>
                  </a:lnTo>
                  <a:lnTo>
                    <a:pt x="4346573" y="179240"/>
                  </a:lnTo>
                  <a:lnTo>
                    <a:pt x="4263845" y="207995"/>
                  </a:lnTo>
                  <a:lnTo>
                    <a:pt x="4187544" y="239517"/>
                  </a:lnTo>
                  <a:lnTo>
                    <a:pt x="4117155" y="274130"/>
                  </a:lnTo>
                  <a:lnTo>
                    <a:pt x="4052030" y="312205"/>
                  </a:lnTo>
                  <a:lnTo>
                    <a:pt x="3991458" y="354140"/>
                  </a:lnTo>
                  <a:lnTo>
                    <a:pt x="3934706" y="400323"/>
                  </a:lnTo>
                  <a:lnTo>
                    <a:pt x="3881064" y="451090"/>
                  </a:lnTo>
                  <a:lnTo>
                    <a:pt x="3829876" y="506641"/>
                  </a:lnTo>
                  <a:lnTo>
                    <a:pt x="3820202" y="517949"/>
                  </a:lnTo>
                  <a:lnTo>
                    <a:pt x="3777468" y="571011"/>
                  </a:lnTo>
                  <a:lnTo>
                    <a:pt x="3735771" y="627768"/>
                  </a:lnTo>
                  <a:lnTo>
                    <a:pt x="3694841" y="688297"/>
                  </a:lnTo>
                  <a:lnTo>
                    <a:pt x="3654461" y="752619"/>
                  </a:lnTo>
                  <a:lnTo>
                    <a:pt x="3614454" y="820697"/>
                  </a:lnTo>
                  <a:lnTo>
                    <a:pt x="3574680" y="892429"/>
                  </a:lnTo>
                  <a:lnTo>
                    <a:pt x="3535031" y="967643"/>
                  </a:lnTo>
                  <a:lnTo>
                    <a:pt x="3495427" y="1046099"/>
                  </a:lnTo>
                  <a:lnTo>
                    <a:pt x="3455814" y="1127486"/>
                  </a:lnTo>
                  <a:lnTo>
                    <a:pt x="3416159" y="1211423"/>
                  </a:lnTo>
                  <a:lnTo>
                    <a:pt x="3376448" y="1297472"/>
                  </a:lnTo>
                  <a:lnTo>
                    <a:pt x="3336682" y="1385138"/>
                  </a:lnTo>
                  <a:lnTo>
                    <a:pt x="3296874" y="1473886"/>
                  </a:lnTo>
                  <a:lnTo>
                    <a:pt x="3257044" y="1563151"/>
                  </a:lnTo>
                  <a:lnTo>
                    <a:pt x="3217217" y="1652357"/>
                  </a:lnTo>
                  <a:lnTo>
                    <a:pt x="3177416" y="1740925"/>
                  </a:lnTo>
                  <a:lnTo>
                    <a:pt x="3137661" y="1828297"/>
                  </a:lnTo>
                  <a:lnTo>
                    <a:pt x="3097962" y="1913945"/>
                  </a:lnTo>
                  <a:lnTo>
                    <a:pt x="3058317" y="1997386"/>
                  </a:lnTo>
                  <a:lnTo>
                    <a:pt x="3018710" y="2078191"/>
                  </a:lnTo>
                  <a:lnTo>
                    <a:pt x="2979102" y="2155995"/>
                  </a:lnTo>
                  <a:lnTo>
                    <a:pt x="2939434" y="2230501"/>
                  </a:lnTo>
                  <a:lnTo>
                    <a:pt x="2899621" y="2301484"/>
                  </a:lnTo>
                  <a:lnTo>
                    <a:pt x="2859549" y="2368785"/>
                  </a:lnTo>
                  <a:lnTo>
                    <a:pt x="2819070" y="2432318"/>
                  </a:lnTo>
                  <a:lnTo>
                    <a:pt x="2778000" y="2492058"/>
                  </a:lnTo>
                  <a:lnTo>
                    <a:pt x="2736111" y="2548038"/>
                  </a:lnTo>
                  <a:lnTo>
                    <a:pt x="2702183" y="2589746"/>
                  </a:lnTo>
                  <a:lnTo>
                    <a:pt x="2651402" y="2646228"/>
                  </a:lnTo>
                  <a:lnTo>
                    <a:pt x="2598284" y="2697911"/>
                  </a:lnTo>
                  <a:lnTo>
                    <a:pt x="2542189" y="2744959"/>
                  </a:lnTo>
                  <a:lnTo>
                    <a:pt x="2482413" y="2787686"/>
                  </a:lnTo>
                  <a:lnTo>
                    <a:pt x="2418226" y="2826477"/>
                  </a:lnTo>
                  <a:lnTo>
                    <a:pt x="2348909" y="2861730"/>
                  </a:lnTo>
                  <a:lnTo>
                    <a:pt x="2273798" y="2893823"/>
                  </a:lnTo>
                  <a:lnTo>
                    <a:pt x="2192346" y="2923091"/>
                  </a:lnTo>
                  <a:lnTo>
                    <a:pt x="2104199" y="2949816"/>
                  </a:lnTo>
                  <a:lnTo>
                    <a:pt x="2009306" y="2974217"/>
                  </a:lnTo>
                  <a:lnTo>
                    <a:pt x="1908032" y="2996451"/>
                  </a:lnTo>
                  <a:lnTo>
                    <a:pt x="1801299" y="3016611"/>
                  </a:lnTo>
                  <a:lnTo>
                    <a:pt x="1690700" y="3034732"/>
                  </a:lnTo>
                  <a:lnTo>
                    <a:pt x="1578574" y="3050800"/>
                  </a:lnTo>
                  <a:lnTo>
                    <a:pt x="1467975" y="3064777"/>
                  </a:lnTo>
                  <a:lnTo>
                    <a:pt x="1362508" y="3076622"/>
                  </a:lnTo>
                  <a:lnTo>
                    <a:pt x="1265991" y="3086323"/>
                  </a:lnTo>
                  <a:lnTo>
                    <a:pt x="1181983" y="3093926"/>
                  </a:lnTo>
                  <a:lnTo>
                    <a:pt x="1113245" y="3099557"/>
                  </a:lnTo>
                  <a:lnTo>
                    <a:pt x="1061263" y="3103429"/>
                  </a:lnTo>
                  <a:lnTo>
                    <a:pt x="1025940" y="3105829"/>
                  </a:lnTo>
                  <a:lnTo>
                    <a:pt x="1005525" y="3107099"/>
                  </a:lnTo>
                  <a:lnTo>
                    <a:pt x="996733" y="3107601"/>
                  </a:lnTo>
                  <a:lnTo>
                    <a:pt x="994940" y="3107696"/>
                  </a:lnTo>
                  <a:lnTo>
                    <a:pt x="0" y="3107696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31" name="pl1530"/>
            <p:cNvSpPr/>
            <p:nvPr/>
          </p:nvSpPr>
          <p:spPr>
            <a:xfrm>
              <a:off x="1199187" y="1986035"/>
              <a:ext cx="12049831" cy="3107696"/>
            </a:xfrm>
            <a:custGeom>
              <a:avLst/>
              <a:pathLst>
                <a:path w="12049831" h="3107696">
                  <a:moveTo>
                    <a:pt x="0" y="3107696"/>
                  </a:moveTo>
                  <a:lnTo>
                    <a:pt x="994940" y="3107696"/>
                  </a:lnTo>
                  <a:lnTo>
                    <a:pt x="996005" y="3107640"/>
                  </a:lnTo>
                  <a:lnTo>
                    <a:pt x="1003042" y="3107244"/>
                  </a:lnTo>
                  <a:lnTo>
                    <a:pt x="1020907" y="3106152"/>
                  </a:lnTo>
                  <a:lnTo>
                    <a:pt x="1053156" y="3103998"/>
                  </a:lnTo>
                  <a:lnTo>
                    <a:pt x="1101854" y="3100436"/>
                  </a:lnTo>
                  <a:lnTo>
                    <a:pt x="1167418" y="3095164"/>
                  </a:lnTo>
                  <a:lnTo>
                    <a:pt x="1248652" y="3087956"/>
                  </a:lnTo>
                  <a:lnTo>
                    <a:pt x="1343008" y="3078667"/>
                  </a:lnTo>
                  <a:lnTo>
                    <a:pt x="1447041" y="3067237"/>
                  </a:lnTo>
                  <a:lnTo>
                    <a:pt x="1556939" y="3053670"/>
                  </a:lnTo>
                  <a:lnTo>
                    <a:pt x="1669029" y="3038003"/>
                  </a:lnTo>
                  <a:lnTo>
                    <a:pt x="1780129" y="3020278"/>
                  </a:lnTo>
                  <a:lnTo>
                    <a:pt x="1887758" y="3000514"/>
                  </a:lnTo>
                  <a:lnTo>
                    <a:pt x="1990180" y="2978687"/>
                  </a:lnTo>
                  <a:lnTo>
                    <a:pt x="2086352" y="2954715"/>
                  </a:lnTo>
                  <a:lnTo>
                    <a:pt x="2175812" y="2928455"/>
                  </a:lnTo>
                  <a:lnTo>
                    <a:pt x="2258540" y="2899700"/>
                  </a:lnTo>
                  <a:lnTo>
                    <a:pt x="2334841" y="2868178"/>
                  </a:lnTo>
                  <a:lnTo>
                    <a:pt x="2405230" y="2833565"/>
                  </a:lnTo>
                  <a:lnTo>
                    <a:pt x="2470355" y="2795490"/>
                  </a:lnTo>
                  <a:lnTo>
                    <a:pt x="2530927" y="2753555"/>
                  </a:lnTo>
                  <a:lnTo>
                    <a:pt x="2587679" y="2707372"/>
                  </a:lnTo>
                  <a:lnTo>
                    <a:pt x="2641321" y="2656605"/>
                  </a:lnTo>
                  <a:lnTo>
                    <a:pt x="2692509" y="2601054"/>
                  </a:lnTo>
                  <a:lnTo>
                    <a:pt x="2702183" y="2589746"/>
                  </a:lnTo>
                  <a:lnTo>
                    <a:pt x="2744917" y="2536684"/>
                  </a:lnTo>
                  <a:lnTo>
                    <a:pt x="2786614" y="2479927"/>
                  </a:lnTo>
                  <a:lnTo>
                    <a:pt x="2827544" y="2419398"/>
                  </a:lnTo>
                  <a:lnTo>
                    <a:pt x="2867924" y="2355076"/>
                  </a:lnTo>
                  <a:lnTo>
                    <a:pt x="2907931" y="2286998"/>
                  </a:lnTo>
                  <a:lnTo>
                    <a:pt x="2947705" y="2215266"/>
                  </a:lnTo>
                  <a:lnTo>
                    <a:pt x="2987354" y="2140052"/>
                  </a:lnTo>
                  <a:lnTo>
                    <a:pt x="3026958" y="2061596"/>
                  </a:lnTo>
                  <a:lnTo>
                    <a:pt x="3066571" y="1980209"/>
                  </a:lnTo>
                  <a:lnTo>
                    <a:pt x="3106226" y="1896272"/>
                  </a:lnTo>
                  <a:lnTo>
                    <a:pt x="3145937" y="1810223"/>
                  </a:lnTo>
                  <a:lnTo>
                    <a:pt x="3185703" y="1722557"/>
                  </a:lnTo>
                  <a:lnTo>
                    <a:pt x="3225511" y="1633809"/>
                  </a:lnTo>
                  <a:lnTo>
                    <a:pt x="3265341" y="1544544"/>
                  </a:lnTo>
                  <a:lnTo>
                    <a:pt x="3305168" y="1455338"/>
                  </a:lnTo>
                  <a:lnTo>
                    <a:pt x="3344969" y="1366770"/>
                  </a:lnTo>
                  <a:lnTo>
                    <a:pt x="3384724" y="1279398"/>
                  </a:lnTo>
                  <a:lnTo>
                    <a:pt x="3424423" y="1193750"/>
                  </a:lnTo>
                  <a:lnTo>
                    <a:pt x="3464068" y="1110309"/>
                  </a:lnTo>
                  <a:lnTo>
                    <a:pt x="3503675" y="1029504"/>
                  </a:lnTo>
                  <a:lnTo>
                    <a:pt x="3543283" y="951700"/>
                  </a:lnTo>
                  <a:lnTo>
                    <a:pt x="3582951" y="877194"/>
                  </a:lnTo>
                  <a:lnTo>
                    <a:pt x="3622764" y="806211"/>
                  </a:lnTo>
                  <a:lnTo>
                    <a:pt x="3662836" y="738910"/>
                  </a:lnTo>
                  <a:lnTo>
                    <a:pt x="3703315" y="675377"/>
                  </a:lnTo>
                  <a:lnTo>
                    <a:pt x="3744385" y="615637"/>
                  </a:lnTo>
                  <a:lnTo>
                    <a:pt x="3786274" y="559657"/>
                  </a:lnTo>
                  <a:lnTo>
                    <a:pt x="3820202" y="517949"/>
                  </a:lnTo>
                  <a:lnTo>
                    <a:pt x="3870983" y="461467"/>
                  </a:lnTo>
                  <a:lnTo>
                    <a:pt x="3924101" y="409784"/>
                  </a:lnTo>
                  <a:lnTo>
                    <a:pt x="3980196" y="362736"/>
                  </a:lnTo>
                  <a:lnTo>
                    <a:pt x="4039972" y="320009"/>
                  </a:lnTo>
                  <a:lnTo>
                    <a:pt x="4104159" y="281218"/>
                  </a:lnTo>
                  <a:lnTo>
                    <a:pt x="4173476" y="245965"/>
                  </a:lnTo>
                  <a:lnTo>
                    <a:pt x="4248587" y="213872"/>
                  </a:lnTo>
                  <a:lnTo>
                    <a:pt x="4330039" y="184604"/>
                  </a:lnTo>
                  <a:lnTo>
                    <a:pt x="4418186" y="157879"/>
                  </a:lnTo>
                  <a:lnTo>
                    <a:pt x="4513079" y="133478"/>
                  </a:lnTo>
                  <a:lnTo>
                    <a:pt x="4614353" y="111244"/>
                  </a:lnTo>
                  <a:lnTo>
                    <a:pt x="4721086" y="91084"/>
                  </a:lnTo>
                  <a:lnTo>
                    <a:pt x="4831685" y="72963"/>
                  </a:lnTo>
                  <a:lnTo>
                    <a:pt x="4943811" y="56895"/>
                  </a:lnTo>
                  <a:lnTo>
                    <a:pt x="5054410" y="42918"/>
                  </a:lnTo>
                  <a:lnTo>
                    <a:pt x="5159877" y="31073"/>
                  </a:lnTo>
                  <a:lnTo>
                    <a:pt x="5256394" y="21372"/>
                  </a:lnTo>
                  <a:lnTo>
                    <a:pt x="5340402" y="13769"/>
                  </a:lnTo>
                  <a:lnTo>
                    <a:pt x="5409140" y="8138"/>
                  </a:lnTo>
                  <a:lnTo>
                    <a:pt x="5461122" y="4266"/>
                  </a:lnTo>
                  <a:lnTo>
                    <a:pt x="5496445" y="1866"/>
                  </a:lnTo>
                  <a:lnTo>
                    <a:pt x="5516860" y="596"/>
                  </a:lnTo>
                  <a:lnTo>
                    <a:pt x="5525652" y="94"/>
                  </a:lnTo>
                  <a:lnTo>
                    <a:pt x="5527437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2" y="3"/>
                  </a:lnTo>
                  <a:lnTo>
                    <a:pt x="6531019" y="28"/>
                  </a:lnTo>
                  <a:lnTo>
                    <a:pt x="6550020" y="97"/>
                  </a:lnTo>
                  <a:lnTo>
                    <a:pt x="6584239" y="233"/>
                  </a:lnTo>
                  <a:lnTo>
                    <a:pt x="6635746" y="457"/>
                  </a:lnTo>
                  <a:lnTo>
                    <a:pt x="6704812" y="789"/>
                  </a:lnTo>
                  <a:lnTo>
                    <a:pt x="6789963" y="1241"/>
                  </a:lnTo>
                  <a:lnTo>
                    <a:pt x="6888310" y="1823"/>
                  </a:lnTo>
                  <a:lnTo>
                    <a:pt x="6996072" y="2537"/>
                  </a:lnTo>
                  <a:lnTo>
                    <a:pt x="7109173" y="3383"/>
                  </a:lnTo>
                  <a:lnTo>
                    <a:pt x="7223773" y="4357"/>
                  </a:lnTo>
                  <a:lnTo>
                    <a:pt x="7336638" y="5458"/>
                  </a:lnTo>
                  <a:lnTo>
                    <a:pt x="7445321" y="6684"/>
                  </a:lnTo>
                  <a:lnTo>
                    <a:pt x="7548182" y="8039"/>
                  </a:lnTo>
                  <a:lnTo>
                    <a:pt x="7644307" y="9529"/>
                  </a:lnTo>
                  <a:lnTo>
                    <a:pt x="7733369" y="11163"/>
                  </a:lnTo>
                  <a:lnTo>
                    <a:pt x="7815479" y="12957"/>
                  </a:lnTo>
                  <a:lnTo>
                    <a:pt x="7891057" y="14929"/>
                  </a:lnTo>
                  <a:lnTo>
                    <a:pt x="7960716" y="17100"/>
                  </a:lnTo>
                  <a:lnTo>
                    <a:pt x="8025182" y="19495"/>
                  </a:lnTo>
                  <a:lnTo>
                    <a:pt x="8085231" y="22138"/>
                  </a:lnTo>
                  <a:lnTo>
                    <a:pt x="8141639" y="25054"/>
                  </a:lnTo>
                  <a:lnTo>
                    <a:pt x="8195142" y="28260"/>
                  </a:lnTo>
                  <a:lnTo>
                    <a:pt x="8229629" y="30570"/>
                  </a:lnTo>
                  <a:lnTo>
                    <a:pt x="8291104" y="35171"/>
                  </a:lnTo>
                  <a:lnTo>
                    <a:pt x="8350664" y="40233"/>
                  </a:lnTo>
                  <a:lnTo>
                    <a:pt x="8409022" y="45764"/>
                  </a:lnTo>
                  <a:lnTo>
                    <a:pt x="8466700" y="51754"/>
                  </a:lnTo>
                  <a:lnTo>
                    <a:pt x="8524068" y="58179"/>
                  </a:lnTo>
                  <a:lnTo>
                    <a:pt x="8581368" y="64995"/>
                  </a:lnTo>
                  <a:lnTo>
                    <a:pt x="8638735" y="72142"/>
                  </a:lnTo>
                  <a:lnTo>
                    <a:pt x="8696217" y="79541"/>
                  </a:lnTo>
                  <a:lnTo>
                    <a:pt x="8753800" y="87102"/>
                  </a:lnTo>
                  <a:lnTo>
                    <a:pt x="8811426" y="94726"/>
                  </a:lnTo>
                  <a:lnTo>
                    <a:pt x="8869023" y="102309"/>
                  </a:lnTo>
                  <a:lnTo>
                    <a:pt x="8926529" y="109750"/>
                  </a:lnTo>
                  <a:lnTo>
                    <a:pt x="8983919" y="116957"/>
                  </a:lnTo>
                  <a:lnTo>
                    <a:pt x="9041225" y="123848"/>
                  </a:lnTo>
                  <a:lnTo>
                    <a:pt x="9098562" y="130358"/>
                  </a:lnTo>
                  <a:lnTo>
                    <a:pt x="9156150" y="136442"/>
                  </a:lnTo>
                  <a:lnTo>
                    <a:pt x="9214328" y="142070"/>
                  </a:lnTo>
                  <a:lnTo>
                    <a:pt x="9273585" y="147230"/>
                  </a:lnTo>
                  <a:lnTo>
                    <a:pt x="9334589" y="151926"/>
                  </a:lnTo>
                  <a:lnTo>
                    <a:pt x="9347647" y="152851"/>
                  </a:lnTo>
                  <a:lnTo>
                    <a:pt x="9399579" y="156256"/>
                  </a:lnTo>
                  <a:lnTo>
                    <a:pt x="9453966" y="159364"/>
                  </a:lnTo>
                  <a:lnTo>
                    <a:pt x="9511496" y="162188"/>
                  </a:lnTo>
                  <a:lnTo>
                    <a:pt x="9572922" y="164746"/>
                  </a:lnTo>
                  <a:lnTo>
                    <a:pt x="9639024" y="167064"/>
                  </a:lnTo>
                  <a:lnTo>
                    <a:pt x="9710567" y="169167"/>
                  </a:lnTo>
                  <a:lnTo>
                    <a:pt x="9788248" y="171077"/>
                  </a:lnTo>
                  <a:lnTo>
                    <a:pt x="9872627" y="172816"/>
                  </a:lnTo>
                  <a:lnTo>
                    <a:pt x="9964035" y="174401"/>
                  </a:lnTo>
                  <a:lnTo>
                    <a:pt x="10062454" y="175845"/>
                  </a:lnTo>
                  <a:lnTo>
                    <a:pt x="10167378" y="177157"/>
                  </a:lnTo>
                  <a:lnTo>
                    <a:pt x="10277667" y="178342"/>
                  </a:lnTo>
                  <a:lnTo>
                    <a:pt x="10391418" y="179401"/>
                  </a:lnTo>
                  <a:lnTo>
                    <a:pt x="10505915" y="180333"/>
                  </a:lnTo>
                  <a:lnTo>
                    <a:pt x="10617693" y="181135"/>
                  </a:lnTo>
                  <a:lnTo>
                    <a:pt x="10722785" y="181805"/>
                  </a:lnTo>
                  <a:lnTo>
                    <a:pt x="10817149" y="182344"/>
                  </a:lnTo>
                  <a:lnTo>
                    <a:pt x="10897231" y="182755"/>
                  </a:lnTo>
                  <a:lnTo>
                    <a:pt x="10960562" y="183049"/>
                  </a:lnTo>
                  <a:lnTo>
                    <a:pt x="11006222" y="183242"/>
                  </a:lnTo>
                  <a:lnTo>
                    <a:pt x="11035085" y="183353"/>
                  </a:lnTo>
                  <a:lnTo>
                    <a:pt x="11049790" y="183405"/>
                  </a:lnTo>
                  <a:lnTo>
                    <a:pt x="11054545" y="183421"/>
                  </a:lnTo>
                  <a:lnTo>
                    <a:pt x="11054891" y="183422"/>
                  </a:lnTo>
                  <a:lnTo>
                    <a:pt x="12049831" y="183422"/>
                  </a:lnTo>
                  <a:lnTo>
                    <a:pt x="12049831" y="1834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2" name="pl1531"/>
            <p:cNvSpPr/>
            <p:nvPr/>
          </p:nvSpPr>
          <p:spPr>
            <a:xfrm>
              <a:off x="1199187" y="1980795"/>
              <a:ext cx="12049831" cy="3107696"/>
            </a:xfrm>
            <a:custGeom>
              <a:avLst/>
              <a:pathLst>
                <a:path w="12049831" h="3107696">
                  <a:moveTo>
                    <a:pt x="12049831" y="183422"/>
                  </a:moveTo>
                  <a:lnTo>
                    <a:pt x="11054891" y="183422"/>
                  </a:lnTo>
                  <a:lnTo>
                    <a:pt x="11053755" y="183418"/>
                  </a:lnTo>
                  <a:lnTo>
                    <a:pt x="11046257" y="183393"/>
                  </a:lnTo>
                  <a:lnTo>
                    <a:pt x="11027257" y="183324"/>
                  </a:lnTo>
                  <a:lnTo>
                    <a:pt x="10993038" y="183188"/>
                  </a:lnTo>
                  <a:lnTo>
                    <a:pt x="10941530" y="182964"/>
                  </a:lnTo>
                  <a:lnTo>
                    <a:pt x="10872465" y="182632"/>
                  </a:lnTo>
                  <a:lnTo>
                    <a:pt x="10787314" y="182180"/>
                  </a:lnTo>
                  <a:lnTo>
                    <a:pt x="10688966" y="181598"/>
                  </a:lnTo>
                  <a:lnTo>
                    <a:pt x="10581204" y="180884"/>
                  </a:lnTo>
                  <a:lnTo>
                    <a:pt x="10468104" y="180039"/>
                  </a:lnTo>
                  <a:lnTo>
                    <a:pt x="10353504" y="179064"/>
                  </a:lnTo>
                  <a:lnTo>
                    <a:pt x="10240639" y="177964"/>
                  </a:lnTo>
                  <a:lnTo>
                    <a:pt x="10131956" y="176737"/>
                  </a:lnTo>
                  <a:lnTo>
                    <a:pt x="10029094" y="175382"/>
                  </a:lnTo>
                  <a:lnTo>
                    <a:pt x="9932969" y="173892"/>
                  </a:lnTo>
                  <a:lnTo>
                    <a:pt x="9843907" y="172258"/>
                  </a:lnTo>
                  <a:lnTo>
                    <a:pt x="9761797" y="170464"/>
                  </a:lnTo>
                  <a:lnTo>
                    <a:pt x="9686220" y="168493"/>
                  </a:lnTo>
                  <a:lnTo>
                    <a:pt x="9616561" y="166321"/>
                  </a:lnTo>
                  <a:lnTo>
                    <a:pt x="9552094" y="163927"/>
                  </a:lnTo>
                  <a:lnTo>
                    <a:pt x="9492045" y="161283"/>
                  </a:lnTo>
                  <a:lnTo>
                    <a:pt x="9435637" y="158367"/>
                  </a:lnTo>
                  <a:lnTo>
                    <a:pt x="9382135" y="155161"/>
                  </a:lnTo>
                  <a:lnTo>
                    <a:pt x="9347647" y="152851"/>
                  </a:lnTo>
                  <a:lnTo>
                    <a:pt x="9286173" y="148250"/>
                  </a:lnTo>
                  <a:lnTo>
                    <a:pt x="9226612" y="143188"/>
                  </a:lnTo>
                  <a:lnTo>
                    <a:pt x="9168255" y="137658"/>
                  </a:lnTo>
                  <a:lnTo>
                    <a:pt x="9110577" y="131667"/>
                  </a:lnTo>
                  <a:lnTo>
                    <a:pt x="9053208" y="125243"/>
                  </a:lnTo>
                  <a:lnTo>
                    <a:pt x="8995908" y="118426"/>
                  </a:lnTo>
                  <a:lnTo>
                    <a:pt x="8938542" y="111280"/>
                  </a:lnTo>
                  <a:lnTo>
                    <a:pt x="8881059" y="103880"/>
                  </a:lnTo>
                  <a:lnTo>
                    <a:pt x="8823477" y="96319"/>
                  </a:lnTo>
                  <a:lnTo>
                    <a:pt x="8765851" y="88695"/>
                  </a:lnTo>
                  <a:lnTo>
                    <a:pt x="8708253" y="81112"/>
                  </a:lnTo>
                  <a:lnTo>
                    <a:pt x="8650747" y="73671"/>
                  </a:lnTo>
                  <a:lnTo>
                    <a:pt x="8593358" y="66465"/>
                  </a:lnTo>
                  <a:lnTo>
                    <a:pt x="8536052" y="59574"/>
                  </a:lnTo>
                  <a:lnTo>
                    <a:pt x="8478714" y="53063"/>
                  </a:lnTo>
                  <a:lnTo>
                    <a:pt x="8421127" y="46979"/>
                  </a:lnTo>
                  <a:lnTo>
                    <a:pt x="8362949" y="41351"/>
                  </a:lnTo>
                  <a:lnTo>
                    <a:pt x="8303692" y="36191"/>
                  </a:lnTo>
                  <a:lnTo>
                    <a:pt x="8242687" y="31495"/>
                  </a:lnTo>
                  <a:lnTo>
                    <a:pt x="8229629" y="30570"/>
                  </a:lnTo>
                  <a:lnTo>
                    <a:pt x="8177698" y="27165"/>
                  </a:lnTo>
                  <a:lnTo>
                    <a:pt x="8123310" y="24057"/>
                  </a:lnTo>
                  <a:lnTo>
                    <a:pt x="8065780" y="21233"/>
                  </a:lnTo>
                  <a:lnTo>
                    <a:pt x="8004355" y="18675"/>
                  </a:lnTo>
                  <a:lnTo>
                    <a:pt x="7938253" y="16357"/>
                  </a:lnTo>
                  <a:lnTo>
                    <a:pt x="7866709" y="14255"/>
                  </a:lnTo>
                  <a:lnTo>
                    <a:pt x="7789028" y="12344"/>
                  </a:lnTo>
                  <a:lnTo>
                    <a:pt x="7704649" y="10605"/>
                  </a:lnTo>
                  <a:lnTo>
                    <a:pt x="7613241" y="9020"/>
                  </a:lnTo>
                  <a:lnTo>
                    <a:pt x="7514823" y="7576"/>
                  </a:lnTo>
                  <a:lnTo>
                    <a:pt x="7409898" y="6264"/>
                  </a:lnTo>
                  <a:lnTo>
                    <a:pt x="7299610" y="5079"/>
                  </a:lnTo>
                  <a:lnTo>
                    <a:pt x="7185858" y="4020"/>
                  </a:lnTo>
                  <a:lnTo>
                    <a:pt x="7071362" y="3088"/>
                  </a:lnTo>
                  <a:lnTo>
                    <a:pt x="6959583" y="2286"/>
                  </a:lnTo>
                  <a:lnTo>
                    <a:pt x="6854491" y="1616"/>
                  </a:lnTo>
                  <a:lnTo>
                    <a:pt x="6760128" y="1078"/>
                  </a:lnTo>
                  <a:lnTo>
                    <a:pt x="6680046" y="666"/>
                  </a:lnTo>
                  <a:lnTo>
                    <a:pt x="6616715" y="372"/>
                  </a:lnTo>
                  <a:lnTo>
                    <a:pt x="6571054" y="179"/>
                  </a:lnTo>
                  <a:lnTo>
                    <a:pt x="6542191" y="68"/>
                  </a:lnTo>
                  <a:lnTo>
                    <a:pt x="6527487" y="16"/>
                  </a:lnTo>
                  <a:lnTo>
                    <a:pt x="6522731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0" y="55"/>
                  </a:lnTo>
                  <a:lnTo>
                    <a:pt x="5519343" y="451"/>
                  </a:lnTo>
                  <a:lnTo>
                    <a:pt x="5501478" y="1543"/>
                  </a:lnTo>
                  <a:lnTo>
                    <a:pt x="5469229" y="3697"/>
                  </a:lnTo>
                  <a:lnTo>
                    <a:pt x="5420531" y="7259"/>
                  </a:lnTo>
                  <a:lnTo>
                    <a:pt x="5354967" y="12531"/>
                  </a:lnTo>
                  <a:lnTo>
                    <a:pt x="5273733" y="19739"/>
                  </a:lnTo>
                  <a:lnTo>
                    <a:pt x="5179377" y="29028"/>
                  </a:lnTo>
                  <a:lnTo>
                    <a:pt x="5075344" y="40458"/>
                  </a:lnTo>
                  <a:lnTo>
                    <a:pt x="4965446" y="54025"/>
                  </a:lnTo>
                  <a:lnTo>
                    <a:pt x="4853356" y="69692"/>
                  </a:lnTo>
                  <a:lnTo>
                    <a:pt x="4742256" y="87417"/>
                  </a:lnTo>
                  <a:lnTo>
                    <a:pt x="4634627" y="107181"/>
                  </a:lnTo>
                  <a:lnTo>
                    <a:pt x="4532205" y="129008"/>
                  </a:lnTo>
                  <a:lnTo>
                    <a:pt x="4436033" y="152980"/>
                  </a:lnTo>
                  <a:lnTo>
                    <a:pt x="4346573" y="179240"/>
                  </a:lnTo>
                  <a:lnTo>
                    <a:pt x="4263845" y="207995"/>
                  </a:lnTo>
                  <a:lnTo>
                    <a:pt x="4187544" y="239517"/>
                  </a:lnTo>
                  <a:lnTo>
                    <a:pt x="4117155" y="274130"/>
                  </a:lnTo>
                  <a:lnTo>
                    <a:pt x="4052030" y="312205"/>
                  </a:lnTo>
                  <a:lnTo>
                    <a:pt x="3991458" y="354140"/>
                  </a:lnTo>
                  <a:lnTo>
                    <a:pt x="3934706" y="400323"/>
                  </a:lnTo>
                  <a:lnTo>
                    <a:pt x="3881064" y="451090"/>
                  </a:lnTo>
                  <a:lnTo>
                    <a:pt x="3829876" y="506641"/>
                  </a:lnTo>
                  <a:lnTo>
                    <a:pt x="3820202" y="517949"/>
                  </a:lnTo>
                  <a:lnTo>
                    <a:pt x="3777468" y="571011"/>
                  </a:lnTo>
                  <a:lnTo>
                    <a:pt x="3735771" y="627768"/>
                  </a:lnTo>
                  <a:lnTo>
                    <a:pt x="3694841" y="688297"/>
                  </a:lnTo>
                  <a:lnTo>
                    <a:pt x="3654461" y="752619"/>
                  </a:lnTo>
                  <a:lnTo>
                    <a:pt x="3614454" y="820697"/>
                  </a:lnTo>
                  <a:lnTo>
                    <a:pt x="3574680" y="892429"/>
                  </a:lnTo>
                  <a:lnTo>
                    <a:pt x="3535031" y="967643"/>
                  </a:lnTo>
                  <a:lnTo>
                    <a:pt x="3495427" y="1046099"/>
                  </a:lnTo>
                  <a:lnTo>
                    <a:pt x="3455814" y="1127486"/>
                  </a:lnTo>
                  <a:lnTo>
                    <a:pt x="3416159" y="1211423"/>
                  </a:lnTo>
                  <a:lnTo>
                    <a:pt x="3376448" y="1297472"/>
                  </a:lnTo>
                  <a:lnTo>
                    <a:pt x="3336682" y="1385138"/>
                  </a:lnTo>
                  <a:lnTo>
                    <a:pt x="3296874" y="1473886"/>
                  </a:lnTo>
                  <a:lnTo>
                    <a:pt x="3257044" y="1563151"/>
                  </a:lnTo>
                  <a:lnTo>
                    <a:pt x="3217217" y="1652357"/>
                  </a:lnTo>
                  <a:lnTo>
                    <a:pt x="3177416" y="1740925"/>
                  </a:lnTo>
                  <a:lnTo>
                    <a:pt x="3137661" y="1828297"/>
                  </a:lnTo>
                  <a:lnTo>
                    <a:pt x="3097962" y="1913945"/>
                  </a:lnTo>
                  <a:lnTo>
                    <a:pt x="3058317" y="1997386"/>
                  </a:lnTo>
                  <a:lnTo>
                    <a:pt x="3018710" y="2078191"/>
                  </a:lnTo>
                  <a:lnTo>
                    <a:pt x="2979102" y="2155995"/>
                  </a:lnTo>
                  <a:lnTo>
                    <a:pt x="2939434" y="2230501"/>
                  </a:lnTo>
                  <a:lnTo>
                    <a:pt x="2899621" y="2301484"/>
                  </a:lnTo>
                  <a:lnTo>
                    <a:pt x="2859549" y="2368785"/>
                  </a:lnTo>
                  <a:lnTo>
                    <a:pt x="2819070" y="2432318"/>
                  </a:lnTo>
                  <a:lnTo>
                    <a:pt x="2778000" y="2492058"/>
                  </a:lnTo>
                  <a:lnTo>
                    <a:pt x="2736111" y="2548038"/>
                  </a:lnTo>
                  <a:lnTo>
                    <a:pt x="2702183" y="2589746"/>
                  </a:lnTo>
                  <a:lnTo>
                    <a:pt x="2651402" y="2646228"/>
                  </a:lnTo>
                  <a:lnTo>
                    <a:pt x="2598284" y="2697911"/>
                  </a:lnTo>
                  <a:lnTo>
                    <a:pt x="2542189" y="2744959"/>
                  </a:lnTo>
                  <a:lnTo>
                    <a:pt x="2482413" y="2787686"/>
                  </a:lnTo>
                  <a:lnTo>
                    <a:pt x="2418226" y="2826477"/>
                  </a:lnTo>
                  <a:lnTo>
                    <a:pt x="2348909" y="2861730"/>
                  </a:lnTo>
                  <a:lnTo>
                    <a:pt x="2273798" y="2893823"/>
                  </a:lnTo>
                  <a:lnTo>
                    <a:pt x="2192346" y="2923091"/>
                  </a:lnTo>
                  <a:lnTo>
                    <a:pt x="2104199" y="2949816"/>
                  </a:lnTo>
                  <a:lnTo>
                    <a:pt x="2009306" y="2974217"/>
                  </a:lnTo>
                  <a:lnTo>
                    <a:pt x="1908032" y="2996451"/>
                  </a:lnTo>
                  <a:lnTo>
                    <a:pt x="1801299" y="3016611"/>
                  </a:lnTo>
                  <a:lnTo>
                    <a:pt x="1690700" y="3034732"/>
                  </a:lnTo>
                  <a:lnTo>
                    <a:pt x="1578574" y="3050800"/>
                  </a:lnTo>
                  <a:lnTo>
                    <a:pt x="1467975" y="3064777"/>
                  </a:lnTo>
                  <a:lnTo>
                    <a:pt x="1362508" y="3076622"/>
                  </a:lnTo>
                  <a:lnTo>
                    <a:pt x="1265991" y="3086323"/>
                  </a:lnTo>
                  <a:lnTo>
                    <a:pt x="1181983" y="3093926"/>
                  </a:lnTo>
                  <a:lnTo>
                    <a:pt x="1113245" y="3099557"/>
                  </a:lnTo>
                  <a:lnTo>
                    <a:pt x="1061263" y="3103429"/>
                  </a:lnTo>
                  <a:lnTo>
                    <a:pt x="1025940" y="3105829"/>
                  </a:lnTo>
                  <a:lnTo>
                    <a:pt x="1005525" y="3107099"/>
                  </a:lnTo>
                  <a:lnTo>
                    <a:pt x="996733" y="3107601"/>
                  </a:lnTo>
                  <a:lnTo>
                    <a:pt x="994948" y="3107695"/>
                  </a:lnTo>
                  <a:lnTo>
                    <a:pt x="994940" y="3107696"/>
                  </a:lnTo>
                  <a:lnTo>
                    <a:pt x="0" y="3107696"/>
                  </a:lnTo>
                  <a:lnTo>
                    <a:pt x="0" y="31076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3" name="pg1532"/>
            <p:cNvSpPr/>
            <p:nvPr/>
          </p:nvSpPr>
          <p:spPr>
            <a:xfrm>
              <a:off x="1199187" y="2158976"/>
              <a:ext cx="12049831" cy="3008123"/>
            </a:xfrm>
            <a:custGeom>
              <a:avLst/>
              <a:pathLst>
                <a:path w="12049831" h="3008123">
                  <a:moveTo>
                    <a:pt x="0" y="2939995"/>
                  </a:moveTo>
                  <a:lnTo>
                    <a:pt x="994940" y="2939995"/>
                  </a:lnTo>
                  <a:lnTo>
                    <a:pt x="996012" y="2939942"/>
                  </a:lnTo>
                  <a:lnTo>
                    <a:pt x="1003096" y="2939566"/>
                  </a:lnTo>
                  <a:lnTo>
                    <a:pt x="1021076" y="2938527"/>
                  </a:lnTo>
                  <a:lnTo>
                    <a:pt x="1053526" y="2936479"/>
                  </a:lnTo>
                  <a:lnTo>
                    <a:pt x="1102511" y="2933092"/>
                  </a:lnTo>
                  <a:lnTo>
                    <a:pt x="1168434" y="2928081"/>
                  </a:lnTo>
                  <a:lnTo>
                    <a:pt x="1250072" y="2921229"/>
                  </a:lnTo>
                  <a:lnTo>
                    <a:pt x="1344841" y="2912402"/>
                  </a:lnTo>
                  <a:lnTo>
                    <a:pt x="1449262" y="2901544"/>
                  </a:lnTo>
                  <a:lnTo>
                    <a:pt x="1559498" y="2888659"/>
                  </a:lnTo>
                  <a:lnTo>
                    <a:pt x="1671855" y="2873783"/>
                  </a:lnTo>
                  <a:lnTo>
                    <a:pt x="1783147" y="2856955"/>
                  </a:lnTo>
                  <a:lnTo>
                    <a:pt x="1890893" y="2838192"/>
                  </a:lnTo>
                  <a:lnTo>
                    <a:pt x="1993368" y="2817471"/>
                  </a:lnTo>
                  <a:lnTo>
                    <a:pt x="2089542" y="2794712"/>
                  </a:lnTo>
                  <a:lnTo>
                    <a:pt x="2178965" y="2769776"/>
                  </a:lnTo>
                  <a:lnTo>
                    <a:pt x="2261632" y="2742465"/>
                  </a:lnTo>
                  <a:lnTo>
                    <a:pt x="2337859" y="2712518"/>
                  </a:lnTo>
                  <a:lnTo>
                    <a:pt x="2408172" y="2679624"/>
                  </a:lnTo>
                  <a:lnTo>
                    <a:pt x="2473227" y="2643430"/>
                  </a:lnTo>
                  <a:lnTo>
                    <a:pt x="2533742" y="2603557"/>
                  </a:lnTo>
                  <a:lnTo>
                    <a:pt x="2590454" y="2559637"/>
                  </a:lnTo>
                  <a:lnTo>
                    <a:pt x="2644076" y="2511355"/>
                  </a:lnTo>
                  <a:lnTo>
                    <a:pt x="2695266" y="2458529"/>
                  </a:lnTo>
                  <a:lnTo>
                    <a:pt x="2702183" y="2450869"/>
                  </a:lnTo>
                  <a:lnTo>
                    <a:pt x="2745849" y="2399613"/>
                  </a:lnTo>
                  <a:lnTo>
                    <a:pt x="2788440" y="2344708"/>
                  </a:lnTo>
                  <a:lnTo>
                    <a:pt x="2830239" y="2286080"/>
                  </a:lnTo>
                  <a:lnTo>
                    <a:pt x="2871477" y="2223711"/>
                  </a:lnTo>
                  <a:lnTo>
                    <a:pt x="2912340" y="2157644"/>
                  </a:lnTo>
                  <a:lnTo>
                    <a:pt x="2952973" y="2087987"/>
                  </a:lnTo>
                  <a:lnTo>
                    <a:pt x="2993488" y="2014921"/>
                  </a:lnTo>
                  <a:lnTo>
                    <a:pt x="3033966" y="1938701"/>
                  </a:lnTo>
                  <a:lnTo>
                    <a:pt x="3074462" y="1859651"/>
                  </a:lnTo>
                  <a:lnTo>
                    <a:pt x="3115006" y="1778167"/>
                  </a:lnTo>
                  <a:lnTo>
                    <a:pt x="3155609" y="1694703"/>
                  </a:lnTo>
                  <a:lnTo>
                    <a:pt x="3196267" y="1609769"/>
                  </a:lnTo>
                  <a:lnTo>
                    <a:pt x="3236964" y="1523914"/>
                  </a:lnTo>
                  <a:lnTo>
                    <a:pt x="3277677" y="1437711"/>
                  </a:lnTo>
                  <a:lnTo>
                    <a:pt x="3318378" y="1351745"/>
                  </a:lnTo>
                  <a:lnTo>
                    <a:pt x="3359045" y="1266592"/>
                  </a:lnTo>
                  <a:lnTo>
                    <a:pt x="3399660" y="1182809"/>
                  </a:lnTo>
                  <a:lnTo>
                    <a:pt x="3440215" y="1100911"/>
                  </a:lnTo>
                  <a:lnTo>
                    <a:pt x="3480718" y="1021365"/>
                  </a:lnTo>
                  <a:lnTo>
                    <a:pt x="3521196" y="944580"/>
                  </a:lnTo>
                  <a:lnTo>
                    <a:pt x="3561699" y="870892"/>
                  </a:lnTo>
                  <a:lnTo>
                    <a:pt x="3602302" y="800571"/>
                  </a:lnTo>
                  <a:lnTo>
                    <a:pt x="3643111" y="733810"/>
                  </a:lnTo>
                  <a:lnTo>
                    <a:pt x="3684265" y="670732"/>
                  </a:lnTo>
                  <a:lnTo>
                    <a:pt x="3725941" y="611392"/>
                  </a:lnTo>
                  <a:lnTo>
                    <a:pt x="3768360" y="555783"/>
                  </a:lnTo>
                  <a:lnTo>
                    <a:pt x="3811797" y="503841"/>
                  </a:lnTo>
                  <a:lnTo>
                    <a:pt x="3820202" y="494366"/>
                  </a:lnTo>
                  <a:lnTo>
                    <a:pt x="3871102" y="440910"/>
                  </a:lnTo>
                  <a:lnTo>
                    <a:pt x="3924351" y="392006"/>
                  </a:lnTo>
                  <a:lnTo>
                    <a:pt x="3980594" y="347500"/>
                  </a:lnTo>
                  <a:lnTo>
                    <a:pt x="4040540" y="307089"/>
                  </a:lnTo>
                  <a:lnTo>
                    <a:pt x="4104923" y="270409"/>
                  </a:lnTo>
                  <a:lnTo>
                    <a:pt x="4174468" y="237081"/>
                  </a:lnTo>
                  <a:lnTo>
                    <a:pt x="4249843" y="206746"/>
                  </a:lnTo>
                  <a:lnTo>
                    <a:pt x="4331595" y="179087"/>
                  </a:lnTo>
                  <a:lnTo>
                    <a:pt x="4420076" y="153837"/>
                  </a:lnTo>
                  <a:lnTo>
                    <a:pt x="4515332" y="130787"/>
                  </a:lnTo>
                  <a:lnTo>
                    <a:pt x="4616983" y="109790"/>
                  </a:lnTo>
                  <a:lnTo>
                    <a:pt x="4724087" y="90759"/>
                  </a:lnTo>
                  <a:lnTo>
                    <a:pt x="4835019" y="73663"/>
                  </a:lnTo>
                  <a:lnTo>
                    <a:pt x="4947404" y="58515"/>
                  </a:lnTo>
                  <a:lnTo>
                    <a:pt x="5058144" y="45352"/>
                  </a:lnTo>
                  <a:lnTo>
                    <a:pt x="5163599" y="34213"/>
                  </a:lnTo>
                  <a:lnTo>
                    <a:pt x="5259924" y="25107"/>
                  </a:lnTo>
                  <a:lnTo>
                    <a:pt x="5343557" y="17988"/>
                  </a:lnTo>
                  <a:lnTo>
                    <a:pt x="5411759" y="12733"/>
                  </a:lnTo>
                  <a:lnTo>
                    <a:pt x="5463099" y="9137"/>
                  </a:lnTo>
                  <a:lnTo>
                    <a:pt x="5497749" y="6923"/>
                  </a:lnTo>
                  <a:lnTo>
                    <a:pt x="5517548" y="5765"/>
                  </a:lnTo>
                  <a:lnTo>
                    <a:pt x="5525875" y="5318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55" y="5294"/>
                  </a:lnTo>
                  <a:lnTo>
                    <a:pt x="6530521" y="5678"/>
                  </a:lnTo>
                  <a:lnTo>
                    <a:pt x="6548456" y="6738"/>
                  </a:lnTo>
                  <a:lnTo>
                    <a:pt x="6580828" y="8828"/>
                  </a:lnTo>
                  <a:lnTo>
                    <a:pt x="6629702" y="12285"/>
                  </a:lnTo>
                  <a:lnTo>
                    <a:pt x="6695485" y="17399"/>
                  </a:lnTo>
                  <a:lnTo>
                    <a:pt x="6776966" y="24392"/>
                  </a:lnTo>
                  <a:lnTo>
                    <a:pt x="6871575" y="33402"/>
                  </a:lnTo>
                  <a:lnTo>
                    <a:pt x="6975845" y="44486"/>
                  </a:lnTo>
                  <a:lnTo>
                    <a:pt x="7085950" y="57642"/>
                  </a:lnTo>
                  <a:lnTo>
                    <a:pt x="7198203" y="72831"/>
                  </a:lnTo>
                  <a:lnTo>
                    <a:pt x="7309420" y="90014"/>
                  </a:lnTo>
                  <a:lnTo>
                    <a:pt x="7417121" y="109173"/>
                  </a:lnTo>
                  <a:lnTo>
                    <a:pt x="7519576" y="130332"/>
                  </a:lnTo>
                  <a:lnTo>
                    <a:pt x="7615750" y="153572"/>
                  </a:lnTo>
                  <a:lnTo>
                    <a:pt x="7705187" y="179031"/>
                  </a:lnTo>
                  <a:lnTo>
                    <a:pt x="7787878" y="206915"/>
                  </a:lnTo>
                  <a:lnTo>
                    <a:pt x="7864134" y="237485"/>
                  </a:lnTo>
                  <a:lnTo>
                    <a:pt x="7934476" y="271060"/>
                  </a:lnTo>
                  <a:lnTo>
                    <a:pt x="7999558" y="308000"/>
                  </a:lnTo>
                  <a:lnTo>
                    <a:pt x="8060095" y="348690"/>
                  </a:lnTo>
                  <a:lnTo>
                    <a:pt x="8116822" y="393507"/>
                  </a:lnTo>
                  <a:lnTo>
                    <a:pt x="8170453" y="442775"/>
                  </a:lnTo>
                  <a:lnTo>
                    <a:pt x="8221642" y="496682"/>
                  </a:lnTo>
                  <a:lnTo>
                    <a:pt x="8229629" y="505721"/>
                  </a:lnTo>
                  <a:lnTo>
                    <a:pt x="8272922" y="557697"/>
                  </a:lnTo>
                  <a:lnTo>
                    <a:pt x="8315155" y="613341"/>
                  </a:lnTo>
                  <a:lnTo>
                    <a:pt x="8356606" y="672728"/>
                  </a:lnTo>
                  <a:lnTo>
                    <a:pt x="8397501" y="735877"/>
                  </a:lnTo>
                  <a:lnTo>
                    <a:pt x="8438022" y="802749"/>
                  </a:lnTo>
                  <a:lnTo>
                    <a:pt x="8478311" y="873236"/>
                  </a:lnTo>
                  <a:lnTo>
                    <a:pt x="8518479" y="947162"/>
                  </a:lnTo>
                  <a:lnTo>
                    <a:pt x="8558608" y="1024278"/>
                  </a:lnTo>
                  <a:lnTo>
                    <a:pt x="8598750" y="1104264"/>
                  </a:lnTo>
                  <a:lnTo>
                    <a:pt x="8638938" y="1186732"/>
                  </a:lnTo>
                  <a:lnTo>
                    <a:pt x="8679184" y="1271231"/>
                  </a:lnTo>
                  <a:lnTo>
                    <a:pt x="8719485" y="1357260"/>
                  </a:lnTo>
                  <a:lnTo>
                    <a:pt x="8759827" y="1444275"/>
                  </a:lnTo>
                  <a:lnTo>
                    <a:pt x="8800186" y="1531705"/>
                  </a:lnTo>
                  <a:lnTo>
                    <a:pt x="8840538" y="1618968"/>
                  </a:lnTo>
                  <a:lnTo>
                    <a:pt x="8880859" y="1705487"/>
                  </a:lnTo>
                  <a:lnTo>
                    <a:pt x="8921130" y="1790706"/>
                  </a:lnTo>
                  <a:lnTo>
                    <a:pt x="8961342" y="1874101"/>
                  </a:lnTo>
                  <a:lnTo>
                    <a:pt x="9001501" y="1955200"/>
                  </a:lnTo>
                  <a:lnTo>
                    <a:pt x="9041630" y="2033587"/>
                  </a:lnTo>
                  <a:lnTo>
                    <a:pt x="9081773" y="2108912"/>
                  </a:lnTo>
                  <a:lnTo>
                    <a:pt x="9121999" y="2180896"/>
                  </a:lnTo>
                  <a:lnTo>
                    <a:pt x="9162405" y="2249331"/>
                  </a:lnTo>
                  <a:lnTo>
                    <a:pt x="9203120" y="2314082"/>
                  </a:lnTo>
                  <a:lnTo>
                    <a:pt x="9244308" y="2375079"/>
                  </a:lnTo>
                  <a:lnTo>
                    <a:pt x="9286176" y="2432318"/>
                  </a:lnTo>
                  <a:lnTo>
                    <a:pt x="9328978" y="2485851"/>
                  </a:lnTo>
                  <a:lnTo>
                    <a:pt x="9347647" y="2507643"/>
                  </a:lnTo>
                  <a:lnTo>
                    <a:pt x="9398501" y="2562293"/>
                  </a:lnTo>
                  <a:lnTo>
                    <a:pt x="9451700" y="2612294"/>
                  </a:lnTo>
                  <a:lnTo>
                    <a:pt x="9507885" y="2657803"/>
                  </a:lnTo>
                  <a:lnTo>
                    <a:pt x="9567765" y="2699127"/>
                  </a:lnTo>
                  <a:lnTo>
                    <a:pt x="9632072" y="2736640"/>
                  </a:lnTo>
                  <a:lnTo>
                    <a:pt x="9701528" y="2770727"/>
                  </a:lnTo>
                  <a:lnTo>
                    <a:pt x="9776800" y="2801755"/>
                  </a:lnTo>
                  <a:lnTo>
                    <a:pt x="9858436" y="2830048"/>
                  </a:lnTo>
                  <a:lnTo>
                    <a:pt x="9946787" y="2855880"/>
                  </a:lnTo>
                  <a:lnTo>
                    <a:pt x="10041902" y="2879462"/>
                  </a:lnTo>
                  <a:lnTo>
                    <a:pt x="10143407" y="2900947"/>
                  </a:lnTo>
                  <a:lnTo>
                    <a:pt x="10250367" y="2920422"/>
                  </a:lnTo>
                  <a:lnTo>
                    <a:pt x="10361169" y="2937921"/>
                  </a:lnTo>
                  <a:lnTo>
                    <a:pt x="10473454" y="2953432"/>
                  </a:lnTo>
                  <a:lnTo>
                    <a:pt x="10584140" y="2966915"/>
                  </a:lnTo>
                  <a:lnTo>
                    <a:pt x="10689601" y="2978331"/>
                  </a:lnTo>
                  <a:lnTo>
                    <a:pt x="10786001" y="2987670"/>
                  </a:lnTo>
                  <a:lnTo>
                    <a:pt x="10869780" y="2994978"/>
                  </a:lnTo>
                  <a:lnTo>
                    <a:pt x="10938191" y="3000380"/>
                  </a:lnTo>
                  <a:lnTo>
                    <a:pt x="10989781" y="3004084"/>
                  </a:lnTo>
                  <a:lnTo>
                    <a:pt x="11024692" y="3006370"/>
                  </a:lnTo>
                  <a:lnTo>
                    <a:pt x="11044730" y="3007571"/>
                  </a:lnTo>
                  <a:lnTo>
                    <a:pt x="11053236" y="3008039"/>
                  </a:lnTo>
                  <a:lnTo>
                    <a:pt x="11054891" y="3008123"/>
                  </a:lnTo>
                  <a:lnTo>
                    <a:pt x="12049831" y="3008123"/>
                  </a:lnTo>
                  <a:lnTo>
                    <a:pt x="12049831" y="3002883"/>
                  </a:lnTo>
                  <a:lnTo>
                    <a:pt x="11054891" y="3002883"/>
                  </a:lnTo>
                  <a:lnTo>
                    <a:pt x="11053822" y="3002829"/>
                  </a:lnTo>
                  <a:lnTo>
                    <a:pt x="11046756" y="3002445"/>
                  </a:lnTo>
                  <a:lnTo>
                    <a:pt x="11028821" y="3001385"/>
                  </a:lnTo>
                  <a:lnTo>
                    <a:pt x="10996448" y="2999295"/>
                  </a:lnTo>
                  <a:lnTo>
                    <a:pt x="10947575" y="2995838"/>
                  </a:lnTo>
                  <a:lnTo>
                    <a:pt x="10881792" y="2990724"/>
                  </a:lnTo>
                  <a:lnTo>
                    <a:pt x="10800311" y="2983731"/>
                  </a:lnTo>
                  <a:lnTo>
                    <a:pt x="10705702" y="2974721"/>
                  </a:lnTo>
                  <a:lnTo>
                    <a:pt x="10601432" y="2963637"/>
                  </a:lnTo>
                  <a:lnTo>
                    <a:pt x="10491327" y="2950481"/>
                  </a:lnTo>
                  <a:lnTo>
                    <a:pt x="10379073" y="2935292"/>
                  </a:lnTo>
                  <a:lnTo>
                    <a:pt x="10267856" y="2918109"/>
                  </a:lnTo>
                  <a:lnTo>
                    <a:pt x="10160155" y="2898950"/>
                  </a:lnTo>
                  <a:lnTo>
                    <a:pt x="10057701" y="2877791"/>
                  </a:lnTo>
                  <a:lnTo>
                    <a:pt x="9961527" y="2854551"/>
                  </a:lnTo>
                  <a:lnTo>
                    <a:pt x="9872090" y="2829092"/>
                  </a:lnTo>
                  <a:lnTo>
                    <a:pt x="9789399" y="2801208"/>
                  </a:lnTo>
                  <a:lnTo>
                    <a:pt x="9713143" y="2770638"/>
                  </a:lnTo>
                  <a:lnTo>
                    <a:pt x="9642800" y="2737063"/>
                  </a:lnTo>
                  <a:lnTo>
                    <a:pt x="9577718" y="2700123"/>
                  </a:lnTo>
                  <a:lnTo>
                    <a:pt x="9517181" y="2659433"/>
                  </a:lnTo>
                  <a:lnTo>
                    <a:pt x="9460454" y="2614616"/>
                  </a:lnTo>
                  <a:lnTo>
                    <a:pt x="9406824" y="2565348"/>
                  </a:lnTo>
                  <a:lnTo>
                    <a:pt x="9355635" y="2511441"/>
                  </a:lnTo>
                  <a:lnTo>
                    <a:pt x="9347647" y="2502402"/>
                  </a:lnTo>
                  <a:lnTo>
                    <a:pt x="9304355" y="2450426"/>
                  </a:lnTo>
                  <a:lnTo>
                    <a:pt x="9262121" y="2394782"/>
                  </a:lnTo>
                  <a:lnTo>
                    <a:pt x="9220670" y="2335395"/>
                  </a:lnTo>
                  <a:lnTo>
                    <a:pt x="9179775" y="2272246"/>
                  </a:lnTo>
                  <a:lnTo>
                    <a:pt x="9139255" y="2205374"/>
                  </a:lnTo>
                  <a:lnTo>
                    <a:pt x="9098966" y="2134887"/>
                  </a:lnTo>
                  <a:lnTo>
                    <a:pt x="9058797" y="2060961"/>
                  </a:lnTo>
                  <a:lnTo>
                    <a:pt x="9018669" y="1983845"/>
                  </a:lnTo>
                  <a:lnTo>
                    <a:pt x="8978527" y="1903859"/>
                  </a:lnTo>
                  <a:lnTo>
                    <a:pt x="8938339" y="1821391"/>
                  </a:lnTo>
                  <a:lnTo>
                    <a:pt x="8898092" y="1736892"/>
                  </a:lnTo>
                  <a:lnTo>
                    <a:pt x="8857791" y="1650863"/>
                  </a:lnTo>
                  <a:lnTo>
                    <a:pt x="8817450" y="1563848"/>
                  </a:lnTo>
                  <a:lnTo>
                    <a:pt x="8777091" y="1476418"/>
                  </a:lnTo>
                  <a:lnTo>
                    <a:pt x="8736738" y="1389155"/>
                  </a:lnTo>
                  <a:lnTo>
                    <a:pt x="8696418" y="1302636"/>
                  </a:lnTo>
                  <a:lnTo>
                    <a:pt x="8656147" y="1217417"/>
                  </a:lnTo>
                  <a:lnTo>
                    <a:pt x="8615935" y="1134022"/>
                  </a:lnTo>
                  <a:lnTo>
                    <a:pt x="8575775" y="1052923"/>
                  </a:lnTo>
                  <a:lnTo>
                    <a:pt x="8535646" y="974536"/>
                  </a:lnTo>
                  <a:lnTo>
                    <a:pt x="8495503" y="899211"/>
                  </a:lnTo>
                  <a:lnTo>
                    <a:pt x="8455277" y="827227"/>
                  </a:lnTo>
                  <a:lnTo>
                    <a:pt x="8414871" y="758792"/>
                  </a:lnTo>
                  <a:lnTo>
                    <a:pt x="8374157" y="694041"/>
                  </a:lnTo>
                  <a:lnTo>
                    <a:pt x="8332968" y="633044"/>
                  </a:lnTo>
                  <a:lnTo>
                    <a:pt x="8291100" y="575805"/>
                  </a:lnTo>
                  <a:lnTo>
                    <a:pt x="8248299" y="522272"/>
                  </a:lnTo>
                  <a:lnTo>
                    <a:pt x="8229629" y="500480"/>
                  </a:lnTo>
                  <a:lnTo>
                    <a:pt x="8178775" y="445830"/>
                  </a:lnTo>
                  <a:lnTo>
                    <a:pt x="8125577" y="395829"/>
                  </a:lnTo>
                  <a:lnTo>
                    <a:pt x="8069391" y="350320"/>
                  </a:lnTo>
                  <a:lnTo>
                    <a:pt x="8009512" y="308996"/>
                  </a:lnTo>
                  <a:lnTo>
                    <a:pt x="7945205" y="271483"/>
                  </a:lnTo>
                  <a:lnTo>
                    <a:pt x="7875748" y="237396"/>
                  </a:lnTo>
                  <a:lnTo>
                    <a:pt x="7800476" y="206368"/>
                  </a:lnTo>
                  <a:lnTo>
                    <a:pt x="7718840" y="178075"/>
                  </a:lnTo>
                  <a:lnTo>
                    <a:pt x="7630489" y="152243"/>
                  </a:lnTo>
                  <a:lnTo>
                    <a:pt x="7535374" y="128661"/>
                  </a:lnTo>
                  <a:lnTo>
                    <a:pt x="7433870" y="107176"/>
                  </a:lnTo>
                  <a:lnTo>
                    <a:pt x="7326910" y="87701"/>
                  </a:lnTo>
                  <a:lnTo>
                    <a:pt x="7216107" y="70202"/>
                  </a:lnTo>
                  <a:lnTo>
                    <a:pt x="7103822" y="54691"/>
                  </a:lnTo>
                  <a:lnTo>
                    <a:pt x="6993136" y="41208"/>
                  </a:lnTo>
                  <a:lnTo>
                    <a:pt x="6887676" y="29792"/>
                  </a:lnTo>
                  <a:lnTo>
                    <a:pt x="6791276" y="20453"/>
                  </a:lnTo>
                  <a:lnTo>
                    <a:pt x="6707496" y="13145"/>
                  </a:lnTo>
                  <a:lnTo>
                    <a:pt x="6639085" y="7743"/>
                  </a:lnTo>
                  <a:lnTo>
                    <a:pt x="6587495" y="4039"/>
                  </a:lnTo>
                  <a:lnTo>
                    <a:pt x="6552585" y="1753"/>
                  </a:lnTo>
                  <a:lnTo>
                    <a:pt x="6532547" y="552"/>
                  </a:lnTo>
                  <a:lnTo>
                    <a:pt x="6524040" y="8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3" y="52"/>
                  </a:lnTo>
                  <a:lnTo>
                    <a:pt x="5519289" y="428"/>
                  </a:lnTo>
                  <a:lnTo>
                    <a:pt x="5501309" y="1467"/>
                  </a:lnTo>
                  <a:lnTo>
                    <a:pt x="5468859" y="3515"/>
                  </a:lnTo>
                  <a:lnTo>
                    <a:pt x="5419874" y="6903"/>
                  </a:lnTo>
                  <a:lnTo>
                    <a:pt x="5353951" y="11914"/>
                  </a:lnTo>
                  <a:lnTo>
                    <a:pt x="5272313" y="18766"/>
                  </a:lnTo>
                  <a:lnTo>
                    <a:pt x="5177544" y="27592"/>
                  </a:lnTo>
                  <a:lnTo>
                    <a:pt x="5073123" y="38450"/>
                  </a:lnTo>
                  <a:lnTo>
                    <a:pt x="4962887" y="51336"/>
                  </a:lnTo>
                  <a:lnTo>
                    <a:pt x="4850530" y="66212"/>
                  </a:lnTo>
                  <a:lnTo>
                    <a:pt x="4739238" y="83040"/>
                  </a:lnTo>
                  <a:lnTo>
                    <a:pt x="4631492" y="101802"/>
                  </a:lnTo>
                  <a:lnTo>
                    <a:pt x="4529017" y="122524"/>
                  </a:lnTo>
                  <a:lnTo>
                    <a:pt x="4432843" y="145283"/>
                  </a:lnTo>
                  <a:lnTo>
                    <a:pt x="4343420" y="170218"/>
                  </a:lnTo>
                  <a:lnTo>
                    <a:pt x="4260753" y="197530"/>
                  </a:lnTo>
                  <a:lnTo>
                    <a:pt x="4184526" y="227477"/>
                  </a:lnTo>
                  <a:lnTo>
                    <a:pt x="4114213" y="260370"/>
                  </a:lnTo>
                  <a:lnTo>
                    <a:pt x="4049158" y="296565"/>
                  </a:lnTo>
                  <a:lnTo>
                    <a:pt x="3988643" y="336437"/>
                  </a:lnTo>
                  <a:lnTo>
                    <a:pt x="3931931" y="380358"/>
                  </a:lnTo>
                  <a:lnTo>
                    <a:pt x="3878309" y="428640"/>
                  </a:lnTo>
                  <a:lnTo>
                    <a:pt x="3827119" y="481466"/>
                  </a:lnTo>
                  <a:lnTo>
                    <a:pt x="3820202" y="489125"/>
                  </a:lnTo>
                  <a:lnTo>
                    <a:pt x="3776536" y="540382"/>
                  </a:lnTo>
                  <a:lnTo>
                    <a:pt x="3733945" y="595287"/>
                  </a:lnTo>
                  <a:lnTo>
                    <a:pt x="3692146" y="653914"/>
                  </a:lnTo>
                  <a:lnTo>
                    <a:pt x="3650908" y="716283"/>
                  </a:lnTo>
                  <a:lnTo>
                    <a:pt x="3610045" y="782351"/>
                  </a:lnTo>
                  <a:lnTo>
                    <a:pt x="3569412" y="852008"/>
                  </a:lnTo>
                  <a:lnTo>
                    <a:pt x="3528897" y="925074"/>
                  </a:lnTo>
                  <a:lnTo>
                    <a:pt x="3488419" y="1001294"/>
                  </a:lnTo>
                  <a:lnTo>
                    <a:pt x="3447923" y="1080343"/>
                  </a:lnTo>
                  <a:lnTo>
                    <a:pt x="3407379" y="1161828"/>
                  </a:lnTo>
                  <a:lnTo>
                    <a:pt x="3366776" y="1245291"/>
                  </a:lnTo>
                  <a:lnTo>
                    <a:pt x="3326118" y="1330225"/>
                  </a:lnTo>
                  <a:lnTo>
                    <a:pt x="3285421" y="1416081"/>
                  </a:lnTo>
                  <a:lnTo>
                    <a:pt x="3244708" y="1502284"/>
                  </a:lnTo>
                  <a:lnTo>
                    <a:pt x="3204007" y="1588250"/>
                  </a:lnTo>
                  <a:lnTo>
                    <a:pt x="3163340" y="1673402"/>
                  </a:lnTo>
                  <a:lnTo>
                    <a:pt x="3122725" y="1757186"/>
                  </a:lnTo>
                  <a:lnTo>
                    <a:pt x="3082170" y="1839084"/>
                  </a:lnTo>
                  <a:lnTo>
                    <a:pt x="3041667" y="1918629"/>
                  </a:lnTo>
                  <a:lnTo>
                    <a:pt x="3001189" y="1995415"/>
                  </a:lnTo>
                  <a:lnTo>
                    <a:pt x="2960686" y="2069102"/>
                  </a:lnTo>
                  <a:lnTo>
                    <a:pt x="2920083" y="2139424"/>
                  </a:lnTo>
                  <a:lnTo>
                    <a:pt x="2879274" y="2206185"/>
                  </a:lnTo>
                  <a:lnTo>
                    <a:pt x="2838120" y="2269263"/>
                  </a:lnTo>
                  <a:lnTo>
                    <a:pt x="2796444" y="2328603"/>
                  </a:lnTo>
                  <a:lnTo>
                    <a:pt x="2754025" y="2384211"/>
                  </a:lnTo>
                  <a:lnTo>
                    <a:pt x="2710588" y="2436154"/>
                  </a:lnTo>
                  <a:lnTo>
                    <a:pt x="2702183" y="2445629"/>
                  </a:lnTo>
                  <a:lnTo>
                    <a:pt x="2651283" y="2499085"/>
                  </a:lnTo>
                  <a:lnTo>
                    <a:pt x="2598034" y="2547988"/>
                  </a:lnTo>
                  <a:lnTo>
                    <a:pt x="2541791" y="2592495"/>
                  </a:lnTo>
                  <a:lnTo>
                    <a:pt x="2481845" y="2632905"/>
                  </a:lnTo>
                  <a:lnTo>
                    <a:pt x="2417462" y="2669586"/>
                  </a:lnTo>
                  <a:lnTo>
                    <a:pt x="2347917" y="2702914"/>
                  </a:lnTo>
                  <a:lnTo>
                    <a:pt x="2272542" y="2733248"/>
                  </a:lnTo>
                  <a:lnTo>
                    <a:pt x="2190790" y="2760907"/>
                  </a:lnTo>
                  <a:lnTo>
                    <a:pt x="2102309" y="2786158"/>
                  </a:lnTo>
                  <a:lnTo>
                    <a:pt x="2007053" y="2809208"/>
                  </a:lnTo>
                  <a:lnTo>
                    <a:pt x="1905402" y="2830205"/>
                  </a:lnTo>
                  <a:lnTo>
                    <a:pt x="1798298" y="2849236"/>
                  </a:lnTo>
                  <a:lnTo>
                    <a:pt x="1687366" y="2866331"/>
                  </a:lnTo>
                  <a:lnTo>
                    <a:pt x="1574981" y="2881480"/>
                  </a:lnTo>
                  <a:lnTo>
                    <a:pt x="1464241" y="2894643"/>
                  </a:lnTo>
                  <a:lnTo>
                    <a:pt x="1358786" y="2905782"/>
                  </a:lnTo>
                  <a:lnTo>
                    <a:pt x="1262461" y="2914888"/>
                  </a:lnTo>
                  <a:lnTo>
                    <a:pt x="1178828" y="2922006"/>
                  </a:lnTo>
                  <a:lnTo>
                    <a:pt x="1110626" y="2927261"/>
                  </a:lnTo>
                  <a:lnTo>
                    <a:pt x="1059286" y="2930857"/>
                  </a:lnTo>
                  <a:lnTo>
                    <a:pt x="1024636" y="2933071"/>
                  </a:lnTo>
                  <a:lnTo>
                    <a:pt x="1004837" y="2934229"/>
                  </a:lnTo>
                  <a:lnTo>
                    <a:pt x="996510" y="2934677"/>
                  </a:lnTo>
                  <a:lnTo>
                    <a:pt x="994940" y="2934755"/>
                  </a:lnTo>
                  <a:lnTo>
                    <a:pt x="0" y="2934755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34" name="pl1533"/>
            <p:cNvSpPr/>
            <p:nvPr/>
          </p:nvSpPr>
          <p:spPr>
            <a:xfrm>
              <a:off x="1199187" y="2164217"/>
              <a:ext cx="12049831" cy="3002883"/>
            </a:xfrm>
            <a:custGeom>
              <a:avLst/>
              <a:pathLst>
                <a:path w="12049831" h="3002883">
                  <a:moveTo>
                    <a:pt x="0" y="2934755"/>
                  </a:moveTo>
                  <a:lnTo>
                    <a:pt x="994940" y="2934755"/>
                  </a:lnTo>
                  <a:lnTo>
                    <a:pt x="996012" y="2934702"/>
                  </a:lnTo>
                  <a:lnTo>
                    <a:pt x="1003096" y="2934326"/>
                  </a:lnTo>
                  <a:lnTo>
                    <a:pt x="1021076" y="2933287"/>
                  </a:lnTo>
                  <a:lnTo>
                    <a:pt x="1053526" y="2931239"/>
                  </a:lnTo>
                  <a:lnTo>
                    <a:pt x="1102511" y="2927852"/>
                  </a:lnTo>
                  <a:lnTo>
                    <a:pt x="1168434" y="2922840"/>
                  </a:lnTo>
                  <a:lnTo>
                    <a:pt x="1250072" y="2915988"/>
                  </a:lnTo>
                  <a:lnTo>
                    <a:pt x="1344841" y="2907162"/>
                  </a:lnTo>
                  <a:lnTo>
                    <a:pt x="1449262" y="2896304"/>
                  </a:lnTo>
                  <a:lnTo>
                    <a:pt x="1559498" y="2883419"/>
                  </a:lnTo>
                  <a:lnTo>
                    <a:pt x="1671855" y="2868542"/>
                  </a:lnTo>
                  <a:lnTo>
                    <a:pt x="1783147" y="2851714"/>
                  </a:lnTo>
                  <a:lnTo>
                    <a:pt x="1890893" y="2832952"/>
                  </a:lnTo>
                  <a:lnTo>
                    <a:pt x="1993368" y="2812230"/>
                  </a:lnTo>
                  <a:lnTo>
                    <a:pt x="2089542" y="2789471"/>
                  </a:lnTo>
                  <a:lnTo>
                    <a:pt x="2178965" y="2764536"/>
                  </a:lnTo>
                  <a:lnTo>
                    <a:pt x="2261632" y="2737224"/>
                  </a:lnTo>
                  <a:lnTo>
                    <a:pt x="2337859" y="2707277"/>
                  </a:lnTo>
                  <a:lnTo>
                    <a:pt x="2408172" y="2674384"/>
                  </a:lnTo>
                  <a:lnTo>
                    <a:pt x="2473227" y="2638189"/>
                  </a:lnTo>
                  <a:lnTo>
                    <a:pt x="2533742" y="2598317"/>
                  </a:lnTo>
                  <a:lnTo>
                    <a:pt x="2590454" y="2554397"/>
                  </a:lnTo>
                  <a:lnTo>
                    <a:pt x="2644076" y="2506114"/>
                  </a:lnTo>
                  <a:lnTo>
                    <a:pt x="2695266" y="2453289"/>
                  </a:lnTo>
                  <a:lnTo>
                    <a:pt x="2702183" y="2445629"/>
                  </a:lnTo>
                  <a:lnTo>
                    <a:pt x="2745849" y="2394372"/>
                  </a:lnTo>
                  <a:lnTo>
                    <a:pt x="2788440" y="2339467"/>
                  </a:lnTo>
                  <a:lnTo>
                    <a:pt x="2830239" y="2280840"/>
                  </a:lnTo>
                  <a:lnTo>
                    <a:pt x="2871477" y="2218471"/>
                  </a:lnTo>
                  <a:lnTo>
                    <a:pt x="2912340" y="2152403"/>
                  </a:lnTo>
                  <a:lnTo>
                    <a:pt x="2952973" y="2082746"/>
                  </a:lnTo>
                  <a:lnTo>
                    <a:pt x="2993488" y="2009680"/>
                  </a:lnTo>
                  <a:lnTo>
                    <a:pt x="3033966" y="1933460"/>
                  </a:lnTo>
                  <a:lnTo>
                    <a:pt x="3074462" y="1854411"/>
                  </a:lnTo>
                  <a:lnTo>
                    <a:pt x="3115006" y="1772926"/>
                  </a:lnTo>
                  <a:lnTo>
                    <a:pt x="3155609" y="1689463"/>
                  </a:lnTo>
                  <a:lnTo>
                    <a:pt x="3196267" y="1604529"/>
                  </a:lnTo>
                  <a:lnTo>
                    <a:pt x="3236964" y="1518673"/>
                  </a:lnTo>
                  <a:lnTo>
                    <a:pt x="3277677" y="1432470"/>
                  </a:lnTo>
                  <a:lnTo>
                    <a:pt x="3318378" y="1346504"/>
                  </a:lnTo>
                  <a:lnTo>
                    <a:pt x="3359045" y="1261352"/>
                  </a:lnTo>
                  <a:lnTo>
                    <a:pt x="3399660" y="1177568"/>
                  </a:lnTo>
                  <a:lnTo>
                    <a:pt x="3440215" y="1095670"/>
                  </a:lnTo>
                  <a:lnTo>
                    <a:pt x="3480718" y="1016125"/>
                  </a:lnTo>
                  <a:lnTo>
                    <a:pt x="3521196" y="939339"/>
                  </a:lnTo>
                  <a:lnTo>
                    <a:pt x="3561699" y="865652"/>
                  </a:lnTo>
                  <a:lnTo>
                    <a:pt x="3602302" y="795330"/>
                  </a:lnTo>
                  <a:lnTo>
                    <a:pt x="3643111" y="728569"/>
                  </a:lnTo>
                  <a:lnTo>
                    <a:pt x="3684265" y="665491"/>
                  </a:lnTo>
                  <a:lnTo>
                    <a:pt x="3725941" y="606151"/>
                  </a:lnTo>
                  <a:lnTo>
                    <a:pt x="3768360" y="550543"/>
                  </a:lnTo>
                  <a:lnTo>
                    <a:pt x="3811797" y="498600"/>
                  </a:lnTo>
                  <a:lnTo>
                    <a:pt x="3820202" y="489125"/>
                  </a:lnTo>
                  <a:lnTo>
                    <a:pt x="3871102" y="435670"/>
                  </a:lnTo>
                  <a:lnTo>
                    <a:pt x="3924351" y="386766"/>
                  </a:lnTo>
                  <a:lnTo>
                    <a:pt x="3980594" y="342259"/>
                  </a:lnTo>
                  <a:lnTo>
                    <a:pt x="4040540" y="301849"/>
                  </a:lnTo>
                  <a:lnTo>
                    <a:pt x="4104923" y="265169"/>
                  </a:lnTo>
                  <a:lnTo>
                    <a:pt x="4174468" y="231840"/>
                  </a:lnTo>
                  <a:lnTo>
                    <a:pt x="4249843" y="201506"/>
                  </a:lnTo>
                  <a:lnTo>
                    <a:pt x="4331595" y="173847"/>
                  </a:lnTo>
                  <a:lnTo>
                    <a:pt x="4420076" y="148596"/>
                  </a:lnTo>
                  <a:lnTo>
                    <a:pt x="4515332" y="125546"/>
                  </a:lnTo>
                  <a:lnTo>
                    <a:pt x="4616983" y="104549"/>
                  </a:lnTo>
                  <a:lnTo>
                    <a:pt x="4724087" y="85518"/>
                  </a:lnTo>
                  <a:lnTo>
                    <a:pt x="4835019" y="68423"/>
                  </a:lnTo>
                  <a:lnTo>
                    <a:pt x="4947404" y="53274"/>
                  </a:lnTo>
                  <a:lnTo>
                    <a:pt x="5058144" y="40111"/>
                  </a:lnTo>
                  <a:lnTo>
                    <a:pt x="5163599" y="28972"/>
                  </a:lnTo>
                  <a:lnTo>
                    <a:pt x="5259924" y="19866"/>
                  </a:lnTo>
                  <a:lnTo>
                    <a:pt x="5343557" y="12748"/>
                  </a:lnTo>
                  <a:lnTo>
                    <a:pt x="5411759" y="7493"/>
                  </a:lnTo>
                  <a:lnTo>
                    <a:pt x="5463099" y="3897"/>
                  </a:lnTo>
                  <a:lnTo>
                    <a:pt x="5497749" y="1683"/>
                  </a:lnTo>
                  <a:lnTo>
                    <a:pt x="5517548" y="525"/>
                  </a:lnTo>
                  <a:lnTo>
                    <a:pt x="5525875" y="78"/>
                  </a:lnTo>
                  <a:lnTo>
                    <a:pt x="5527442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55" y="53"/>
                  </a:lnTo>
                  <a:lnTo>
                    <a:pt x="6530521" y="437"/>
                  </a:lnTo>
                  <a:lnTo>
                    <a:pt x="6548456" y="1497"/>
                  </a:lnTo>
                  <a:lnTo>
                    <a:pt x="6580828" y="3587"/>
                  </a:lnTo>
                  <a:lnTo>
                    <a:pt x="6629702" y="7044"/>
                  </a:lnTo>
                  <a:lnTo>
                    <a:pt x="6695485" y="12158"/>
                  </a:lnTo>
                  <a:lnTo>
                    <a:pt x="6776966" y="19152"/>
                  </a:lnTo>
                  <a:lnTo>
                    <a:pt x="6871575" y="28162"/>
                  </a:lnTo>
                  <a:lnTo>
                    <a:pt x="6975845" y="39246"/>
                  </a:lnTo>
                  <a:lnTo>
                    <a:pt x="7085950" y="52401"/>
                  </a:lnTo>
                  <a:lnTo>
                    <a:pt x="7198203" y="67591"/>
                  </a:lnTo>
                  <a:lnTo>
                    <a:pt x="7309420" y="84774"/>
                  </a:lnTo>
                  <a:lnTo>
                    <a:pt x="7417121" y="103933"/>
                  </a:lnTo>
                  <a:lnTo>
                    <a:pt x="7519576" y="125092"/>
                  </a:lnTo>
                  <a:lnTo>
                    <a:pt x="7615750" y="148331"/>
                  </a:lnTo>
                  <a:lnTo>
                    <a:pt x="7705187" y="173791"/>
                  </a:lnTo>
                  <a:lnTo>
                    <a:pt x="7787878" y="201674"/>
                  </a:lnTo>
                  <a:lnTo>
                    <a:pt x="7864134" y="232244"/>
                  </a:lnTo>
                  <a:lnTo>
                    <a:pt x="7934476" y="265819"/>
                  </a:lnTo>
                  <a:lnTo>
                    <a:pt x="7999558" y="302760"/>
                  </a:lnTo>
                  <a:lnTo>
                    <a:pt x="8060095" y="343449"/>
                  </a:lnTo>
                  <a:lnTo>
                    <a:pt x="8116822" y="388267"/>
                  </a:lnTo>
                  <a:lnTo>
                    <a:pt x="8170453" y="437534"/>
                  </a:lnTo>
                  <a:lnTo>
                    <a:pt x="8221642" y="491441"/>
                  </a:lnTo>
                  <a:lnTo>
                    <a:pt x="8229629" y="500480"/>
                  </a:lnTo>
                  <a:lnTo>
                    <a:pt x="8272922" y="552456"/>
                  </a:lnTo>
                  <a:lnTo>
                    <a:pt x="8315155" y="608101"/>
                  </a:lnTo>
                  <a:lnTo>
                    <a:pt x="8356606" y="667487"/>
                  </a:lnTo>
                  <a:lnTo>
                    <a:pt x="8397501" y="730637"/>
                  </a:lnTo>
                  <a:lnTo>
                    <a:pt x="8438022" y="797508"/>
                  </a:lnTo>
                  <a:lnTo>
                    <a:pt x="8478311" y="867995"/>
                  </a:lnTo>
                  <a:lnTo>
                    <a:pt x="8518479" y="941921"/>
                  </a:lnTo>
                  <a:lnTo>
                    <a:pt x="8558608" y="1019037"/>
                  </a:lnTo>
                  <a:lnTo>
                    <a:pt x="8598750" y="1099023"/>
                  </a:lnTo>
                  <a:lnTo>
                    <a:pt x="8638938" y="1181491"/>
                  </a:lnTo>
                  <a:lnTo>
                    <a:pt x="8679184" y="1265991"/>
                  </a:lnTo>
                  <a:lnTo>
                    <a:pt x="8719485" y="1352020"/>
                  </a:lnTo>
                  <a:lnTo>
                    <a:pt x="8759827" y="1439035"/>
                  </a:lnTo>
                  <a:lnTo>
                    <a:pt x="8800186" y="1526464"/>
                  </a:lnTo>
                  <a:lnTo>
                    <a:pt x="8840538" y="1613728"/>
                  </a:lnTo>
                  <a:lnTo>
                    <a:pt x="8880859" y="1700247"/>
                  </a:lnTo>
                  <a:lnTo>
                    <a:pt x="8921130" y="1785465"/>
                  </a:lnTo>
                  <a:lnTo>
                    <a:pt x="8961342" y="1868860"/>
                  </a:lnTo>
                  <a:lnTo>
                    <a:pt x="9001501" y="1949959"/>
                  </a:lnTo>
                  <a:lnTo>
                    <a:pt x="9041630" y="2028346"/>
                  </a:lnTo>
                  <a:lnTo>
                    <a:pt x="9081773" y="2103671"/>
                  </a:lnTo>
                  <a:lnTo>
                    <a:pt x="9121999" y="2175655"/>
                  </a:lnTo>
                  <a:lnTo>
                    <a:pt x="9162405" y="2244090"/>
                  </a:lnTo>
                  <a:lnTo>
                    <a:pt x="9203120" y="2308841"/>
                  </a:lnTo>
                  <a:lnTo>
                    <a:pt x="9244308" y="2369838"/>
                  </a:lnTo>
                  <a:lnTo>
                    <a:pt x="9286176" y="2427077"/>
                  </a:lnTo>
                  <a:lnTo>
                    <a:pt x="9328978" y="2480610"/>
                  </a:lnTo>
                  <a:lnTo>
                    <a:pt x="9347647" y="2502402"/>
                  </a:lnTo>
                  <a:lnTo>
                    <a:pt x="9398501" y="2557053"/>
                  </a:lnTo>
                  <a:lnTo>
                    <a:pt x="9451700" y="2607053"/>
                  </a:lnTo>
                  <a:lnTo>
                    <a:pt x="9507885" y="2652562"/>
                  </a:lnTo>
                  <a:lnTo>
                    <a:pt x="9567765" y="2693886"/>
                  </a:lnTo>
                  <a:lnTo>
                    <a:pt x="9632072" y="2731399"/>
                  </a:lnTo>
                  <a:lnTo>
                    <a:pt x="9701528" y="2765487"/>
                  </a:lnTo>
                  <a:lnTo>
                    <a:pt x="9776800" y="2796514"/>
                  </a:lnTo>
                  <a:lnTo>
                    <a:pt x="9858436" y="2824808"/>
                  </a:lnTo>
                  <a:lnTo>
                    <a:pt x="9946787" y="2850639"/>
                  </a:lnTo>
                  <a:lnTo>
                    <a:pt x="10041902" y="2874222"/>
                  </a:lnTo>
                  <a:lnTo>
                    <a:pt x="10143407" y="2895706"/>
                  </a:lnTo>
                  <a:lnTo>
                    <a:pt x="10250367" y="2915182"/>
                  </a:lnTo>
                  <a:lnTo>
                    <a:pt x="10361169" y="2932681"/>
                  </a:lnTo>
                  <a:lnTo>
                    <a:pt x="10473454" y="2948191"/>
                  </a:lnTo>
                  <a:lnTo>
                    <a:pt x="10584140" y="2961674"/>
                  </a:lnTo>
                  <a:lnTo>
                    <a:pt x="10689601" y="2973090"/>
                  </a:lnTo>
                  <a:lnTo>
                    <a:pt x="10786001" y="2982429"/>
                  </a:lnTo>
                  <a:lnTo>
                    <a:pt x="10869780" y="2989738"/>
                  </a:lnTo>
                  <a:lnTo>
                    <a:pt x="10938191" y="2995140"/>
                  </a:lnTo>
                  <a:lnTo>
                    <a:pt x="10989781" y="2998843"/>
                  </a:lnTo>
                  <a:lnTo>
                    <a:pt x="11024692" y="3001129"/>
                  </a:lnTo>
                  <a:lnTo>
                    <a:pt x="11044730" y="3002330"/>
                  </a:lnTo>
                  <a:lnTo>
                    <a:pt x="11053236" y="3002799"/>
                  </a:lnTo>
                  <a:lnTo>
                    <a:pt x="11054886" y="3002883"/>
                  </a:lnTo>
                  <a:lnTo>
                    <a:pt x="11054891" y="3002883"/>
                  </a:lnTo>
                  <a:lnTo>
                    <a:pt x="12049831" y="3002883"/>
                  </a:lnTo>
                  <a:lnTo>
                    <a:pt x="12049831" y="30028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5" name="pl1534"/>
            <p:cNvSpPr/>
            <p:nvPr/>
          </p:nvSpPr>
          <p:spPr>
            <a:xfrm>
              <a:off x="1199187" y="2158976"/>
              <a:ext cx="12049831" cy="3002883"/>
            </a:xfrm>
            <a:custGeom>
              <a:avLst/>
              <a:pathLst>
                <a:path w="12049831" h="3002883">
                  <a:moveTo>
                    <a:pt x="12049831" y="3002883"/>
                  </a:moveTo>
                  <a:lnTo>
                    <a:pt x="11054891" y="3002883"/>
                  </a:lnTo>
                  <a:lnTo>
                    <a:pt x="11053822" y="3002829"/>
                  </a:lnTo>
                  <a:lnTo>
                    <a:pt x="11046756" y="3002445"/>
                  </a:lnTo>
                  <a:lnTo>
                    <a:pt x="11028821" y="3001385"/>
                  </a:lnTo>
                  <a:lnTo>
                    <a:pt x="10996448" y="2999295"/>
                  </a:lnTo>
                  <a:lnTo>
                    <a:pt x="10947575" y="2995838"/>
                  </a:lnTo>
                  <a:lnTo>
                    <a:pt x="10881792" y="2990724"/>
                  </a:lnTo>
                  <a:lnTo>
                    <a:pt x="10800311" y="2983731"/>
                  </a:lnTo>
                  <a:lnTo>
                    <a:pt x="10705702" y="2974721"/>
                  </a:lnTo>
                  <a:lnTo>
                    <a:pt x="10601432" y="2963637"/>
                  </a:lnTo>
                  <a:lnTo>
                    <a:pt x="10491327" y="2950481"/>
                  </a:lnTo>
                  <a:lnTo>
                    <a:pt x="10379073" y="2935292"/>
                  </a:lnTo>
                  <a:lnTo>
                    <a:pt x="10267856" y="2918109"/>
                  </a:lnTo>
                  <a:lnTo>
                    <a:pt x="10160155" y="2898950"/>
                  </a:lnTo>
                  <a:lnTo>
                    <a:pt x="10057701" y="2877791"/>
                  </a:lnTo>
                  <a:lnTo>
                    <a:pt x="9961527" y="2854551"/>
                  </a:lnTo>
                  <a:lnTo>
                    <a:pt x="9872090" y="2829092"/>
                  </a:lnTo>
                  <a:lnTo>
                    <a:pt x="9789399" y="2801208"/>
                  </a:lnTo>
                  <a:lnTo>
                    <a:pt x="9713143" y="2770638"/>
                  </a:lnTo>
                  <a:lnTo>
                    <a:pt x="9642800" y="2737063"/>
                  </a:lnTo>
                  <a:lnTo>
                    <a:pt x="9577718" y="2700123"/>
                  </a:lnTo>
                  <a:lnTo>
                    <a:pt x="9517181" y="2659433"/>
                  </a:lnTo>
                  <a:lnTo>
                    <a:pt x="9460454" y="2614616"/>
                  </a:lnTo>
                  <a:lnTo>
                    <a:pt x="9406824" y="2565348"/>
                  </a:lnTo>
                  <a:lnTo>
                    <a:pt x="9355635" y="2511441"/>
                  </a:lnTo>
                  <a:lnTo>
                    <a:pt x="9347647" y="2502402"/>
                  </a:lnTo>
                  <a:lnTo>
                    <a:pt x="9304355" y="2450426"/>
                  </a:lnTo>
                  <a:lnTo>
                    <a:pt x="9262121" y="2394782"/>
                  </a:lnTo>
                  <a:lnTo>
                    <a:pt x="9220670" y="2335395"/>
                  </a:lnTo>
                  <a:lnTo>
                    <a:pt x="9179775" y="2272246"/>
                  </a:lnTo>
                  <a:lnTo>
                    <a:pt x="9139255" y="2205374"/>
                  </a:lnTo>
                  <a:lnTo>
                    <a:pt x="9098966" y="2134887"/>
                  </a:lnTo>
                  <a:lnTo>
                    <a:pt x="9058797" y="2060961"/>
                  </a:lnTo>
                  <a:lnTo>
                    <a:pt x="9018669" y="1983845"/>
                  </a:lnTo>
                  <a:lnTo>
                    <a:pt x="8978527" y="1903859"/>
                  </a:lnTo>
                  <a:lnTo>
                    <a:pt x="8938339" y="1821391"/>
                  </a:lnTo>
                  <a:lnTo>
                    <a:pt x="8898092" y="1736892"/>
                  </a:lnTo>
                  <a:lnTo>
                    <a:pt x="8857791" y="1650863"/>
                  </a:lnTo>
                  <a:lnTo>
                    <a:pt x="8817450" y="1563848"/>
                  </a:lnTo>
                  <a:lnTo>
                    <a:pt x="8777091" y="1476418"/>
                  </a:lnTo>
                  <a:lnTo>
                    <a:pt x="8736738" y="1389155"/>
                  </a:lnTo>
                  <a:lnTo>
                    <a:pt x="8696418" y="1302636"/>
                  </a:lnTo>
                  <a:lnTo>
                    <a:pt x="8656147" y="1217417"/>
                  </a:lnTo>
                  <a:lnTo>
                    <a:pt x="8615935" y="1134022"/>
                  </a:lnTo>
                  <a:lnTo>
                    <a:pt x="8575775" y="1052923"/>
                  </a:lnTo>
                  <a:lnTo>
                    <a:pt x="8535646" y="974536"/>
                  </a:lnTo>
                  <a:lnTo>
                    <a:pt x="8495503" y="899211"/>
                  </a:lnTo>
                  <a:lnTo>
                    <a:pt x="8455277" y="827227"/>
                  </a:lnTo>
                  <a:lnTo>
                    <a:pt x="8414871" y="758792"/>
                  </a:lnTo>
                  <a:lnTo>
                    <a:pt x="8374157" y="694041"/>
                  </a:lnTo>
                  <a:lnTo>
                    <a:pt x="8332968" y="633044"/>
                  </a:lnTo>
                  <a:lnTo>
                    <a:pt x="8291100" y="575805"/>
                  </a:lnTo>
                  <a:lnTo>
                    <a:pt x="8248299" y="522272"/>
                  </a:lnTo>
                  <a:lnTo>
                    <a:pt x="8229629" y="500480"/>
                  </a:lnTo>
                  <a:lnTo>
                    <a:pt x="8178775" y="445830"/>
                  </a:lnTo>
                  <a:lnTo>
                    <a:pt x="8125577" y="395829"/>
                  </a:lnTo>
                  <a:lnTo>
                    <a:pt x="8069391" y="350320"/>
                  </a:lnTo>
                  <a:lnTo>
                    <a:pt x="8009512" y="308996"/>
                  </a:lnTo>
                  <a:lnTo>
                    <a:pt x="7945205" y="271483"/>
                  </a:lnTo>
                  <a:lnTo>
                    <a:pt x="7875748" y="237396"/>
                  </a:lnTo>
                  <a:lnTo>
                    <a:pt x="7800476" y="206368"/>
                  </a:lnTo>
                  <a:lnTo>
                    <a:pt x="7718840" y="178075"/>
                  </a:lnTo>
                  <a:lnTo>
                    <a:pt x="7630489" y="152243"/>
                  </a:lnTo>
                  <a:lnTo>
                    <a:pt x="7535374" y="128661"/>
                  </a:lnTo>
                  <a:lnTo>
                    <a:pt x="7433870" y="107176"/>
                  </a:lnTo>
                  <a:lnTo>
                    <a:pt x="7326910" y="87701"/>
                  </a:lnTo>
                  <a:lnTo>
                    <a:pt x="7216107" y="70202"/>
                  </a:lnTo>
                  <a:lnTo>
                    <a:pt x="7103822" y="54691"/>
                  </a:lnTo>
                  <a:lnTo>
                    <a:pt x="6993136" y="41208"/>
                  </a:lnTo>
                  <a:lnTo>
                    <a:pt x="6887676" y="29792"/>
                  </a:lnTo>
                  <a:lnTo>
                    <a:pt x="6791276" y="20453"/>
                  </a:lnTo>
                  <a:lnTo>
                    <a:pt x="6707496" y="13145"/>
                  </a:lnTo>
                  <a:lnTo>
                    <a:pt x="6639085" y="7743"/>
                  </a:lnTo>
                  <a:lnTo>
                    <a:pt x="6587495" y="4039"/>
                  </a:lnTo>
                  <a:lnTo>
                    <a:pt x="6552585" y="1753"/>
                  </a:lnTo>
                  <a:lnTo>
                    <a:pt x="6532547" y="552"/>
                  </a:lnTo>
                  <a:lnTo>
                    <a:pt x="6524040" y="84"/>
                  </a:lnTo>
                  <a:lnTo>
                    <a:pt x="6522390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3" y="52"/>
                  </a:lnTo>
                  <a:lnTo>
                    <a:pt x="5519289" y="428"/>
                  </a:lnTo>
                  <a:lnTo>
                    <a:pt x="5501309" y="1467"/>
                  </a:lnTo>
                  <a:lnTo>
                    <a:pt x="5468859" y="3515"/>
                  </a:lnTo>
                  <a:lnTo>
                    <a:pt x="5419874" y="6903"/>
                  </a:lnTo>
                  <a:lnTo>
                    <a:pt x="5353951" y="11914"/>
                  </a:lnTo>
                  <a:lnTo>
                    <a:pt x="5272313" y="18766"/>
                  </a:lnTo>
                  <a:lnTo>
                    <a:pt x="5177544" y="27592"/>
                  </a:lnTo>
                  <a:lnTo>
                    <a:pt x="5073123" y="38450"/>
                  </a:lnTo>
                  <a:lnTo>
                    <a:pt x="4962887" y="51336"/>
                  </a:lnTo>
                  <a:lnTo>
                    <a:pt x="4850530" y="66212"/>
                  </a:lnTo>
                  <a:lnTo>
                    <a:pt x="4739238" y="83040"/>
                  </a:lnTo>
                  <a:lnTo>
                    <a:pt x="4631492" y="101802"/>
                  </a:lnTo>
                  <a:lnTo>
                    <a:pt x="4529017" y="122524"/>
                  </a:lnTo>
                  <a:lnTo>
                    <a:pt x="4432843" y="145283"/>
                  </a:lnTo>
                  <a:lnTo>
                    <a:pt x="4343420" y="170218"/>
                  </a:lnTo>
                  <a:lnTo>
                    <a:pt x="4260753" y="197530"/>
                  </a:lnTo>
                  <a:lnTo>
                    <a:pt x="4184526" y="227477"/>
                  </a:lnTo>
                  <a:lnTo>
                    <a:pt x="4114213" y="260370"/>
                  </a:lnTo>
                  <a:lnTo>
                    <a:pt x="4049158" y="296565"/>
                  </a:lnTo>
                  <a:lnTo>
                    <a:pt x="3988643" y="336437"/>
                  </a:lnTo>
                  <a:lnTo>
                    <a:pt x="3931931" y="380358"/>
                  </a:lnTo>
                  <a:lnTo>
                    <a:pt x="3878309" y="428640"/>
                  </a:lnTo>
                  <a:lnTo>
                    <a:pt x="3827119" y="481466"/>
                  </a:lnTo>
                  <a:lnTo>
                    <a:pt x="3820202" y="489125"/>
                  </a:lnTo>
                  <a:lnTo>
                    <a:pt x="3776536" y="540382"/>
                  </a:lnTo>
                  <a:lnTo>
                    <a:pt x="3733945" y="595287"/>
                  </a:lnTo>
                  <a:lnTo>
                    <a:pt x="3692146" y="653914"/>
                  </a:lnTo>
                  <a:lnTo>
                    <a:pt x="3650908" y="716283"/>
                  </a:lnTo>
                  <a:lnTo>
                    <a:pt x="3610045" y="782351"/>
                  </a:lnTo>
                  <a:lnTo>
                    <a:pt x="3569412" y="852008"/>
                  </a:lnTo>
                  <a:lnTo>
                    <a:pt x="3528897" y="925074"/>
                  </a:lnTo>
                  <a:lnTo>
                    <a:pt x="3488419" y="1001294"/>
                  </a:lnTo>
                  <a:lnTo>
                    <a:pt x="3447923" y="1080343"/>
                  </a:lnTo>
                  <a:lnTo>
                    <a:pt x="3407379" y="1161828"/>
                  </a:lnTo>
                  <a:lnTo>
                    <a:pt x="3366776" y="1245291"/>
                  </a:lnTo>
                  <a:lnTo>
                    <a:pt x="3326118" y="1330225"/>
                  </a:lnTo>
                  <a:lnTo>
                    <a:pt x="3285421" y="1416081"/>
                  </a:lnTo>
                  <a:lnTo>
                    <a:pt x="3244708" y="1502284"/>
                  </a:lnTo>
                  <a:lnTo>
                    <a:pt x="3204007" y="1588250"/>
                  </a:lnTo>
                  <a:lnTo>
                    <a:pt x="3163340" y="1673402"/>
                  </a:lnTo>
                  <a:lnTo>
                    <a:pt x="3122725" y="1757186"/>
                  </a:lnTo>
                  <a:lnTo>
                    <a:pt x="3082170" y="1839084"/>
                  </a:lnTo>
                  <a:lnTo>
                    <a:pt x="3041667" y="1918629"/>
                  </a:lnTo>
                  <a:lnTo>
                    <a:pt x="3001189" y="1995415"/>
                  </a:lnTo>
                  <a:lnTo>
                    <a:pt x="2960686" y="2069102"/>
                  </a:lnTo>
                  <a:lnTo>
                    <a:pt x="2920083" y="2139424"/>
                  </a:lnTo>
                  <a:lnTo>
                    <a:pt x="2879274" y="2206185"/>
                  </a:lnTo>
                  <a:lnTo>
                    <a:pt x="2838120" y="2269263"/>
                  </a:lnTo>
                  <a:lnTo>
                    <a:pt x="2796444" y="2328603"/>
                  </a:lnTo>
                  <a:lnTo>
                    <a:pt x="2754025" y="2384211"/>
                  </a:lnTo>
                  <a:lnTo>
                    <a:pt x="2710588" y="2436154"/>
                  </a:lnTo>
                  <a:lnTo>
                    <a:pt x="2702183" y="2445629"/>
                  </a:lnTo>
                  <a:lnTo>
                    <a:pt x="2651283" y="2499085"/>
                  </a:lnTo>
                  <a:lnTo>
                    <a:pt x="2598034" y="2547988"/>
                  </a:lnTo>
                  <a:lnTo>
                    <a:pt x="2541791" y="2592495"/>
                  </a:lnTo>
                  <a:lnTo>
                    <a:pt x="2481845" y="2632905"/>
                  </a:lnTo>
                  <a:lnTo>
                    <a:pt x="2417462" y="2669586"/>
                  </a:lnTo>
                  <a:lnTo>
                    <a:pt x="2347917" y="2702914"/>
                  </a:lnTo>
                  <a:lnTo>
                    <a:pt x="2272542" y="2733248"/>
                  </a:lnTo>
                  <a:lnTo>
                    <a:pt x="2190790" y="2760907"/>
                  </a:lnTo>
                  <a:lnTo>
                    <a:pt x="2102309" y="2786158"/>
                  </a:lnTo>
                  <a:lnTo>
                    <a:pt x="2007053" y="2809208"/>
                  </a:lnTo>
                  <a:lnTo>
                    <a:pt x="1905402" y="2830205"/>
                  </a:lnTo>
                  <a:lnTo>
                    <a:pt x="1798298" y="2849236"/>
                  </a:lnTo>
                  <a:lnTo>
                    <a:pt x="1687366" y="2866331"/>
                  </a:lnTo>
                  <a:lnTo>
                    <a:pt x="1574981" y="2881480"/>
                  </a:lnTo>
                  <a:lnTo>
                    <a:pt x="1464241" y="2894643"/>
                  </a:lnTo>
                  <a:lnTo>
                    <a:pt x="1358786" y="2905782"/>
                  </a:lnTo>
                  <a:lnTo>
                    <a:pt x="1262461" y="2914888"/>
                  </a:lnTo>
                  <a:lnTo>
                    <a:pt x="1178828" y="2922006"/>
                  </a:lnTo>
                  <a:lnTo>
                    <a:pt x="1110626" y="2927261"/>
                  </a:lnTo>
                  <a:lnTo>
                    <a:pt x="1059286" y="2930857"/>
                  </a:lnTo>
                  <a:lnTo>
                    <a:pt x="1024636" y="2933071"/>
                  </a:lnTo>
                  <a:lnTo>
                    <a:pt x="1004837" y="2934229"/>
                  </a:lnTo>
                  <a:lnTo>
                    <a:pt x="996510" y="2934677"/>
                  </a:lnTo>
                  <a:lnTo>
                    <a:pt x="994943" y="2934754"/>
                  </a:lnTo>
                  <a:lnTo>
                    <a:pt x="994940" y="2934755"/>
                  </a:lnTo>
                  <a:lnTo>
                    <a:pt x="0" y="2934755"/>
                  </a:lnTo>
                  <a:lnTo>
                    <a:pt x="0" y="29347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6" name="pg1535"/>
            <p:cNvSpPr/>
            <p:nvPr/>
          </p:nvSpPr>
          <p:spPr>
            <a:xfrm>
              <a:off x="1199187" y="3621113"/>
              <a:ext cx="12049831" cy="1991440"/>
            </a:xfrm>
            <a:custGeom>
              <a:avLst/>
              <a:pathLst>
                <a:path w="12049831" h="1991440">
                  <a:moveTo>
                    <a:pt x="0" y="1608874"/>
                  </a:moveTo>
                  <a:lnTo>
                    <a:pt x="994940" y="1608874"/>
                  </a:lnTo>
                  <a:lnTo>
                    <a:pt x="996056" y="1608844"/>
                  </a:lnTo>
                  <a:lnTo>
                    <a:pt x="1003426" y="1608630"/>
                  </a:lnTo>
                  <a:lnTo>
                    <a:pt x="1022110" y="1608038"/>
                  </a:lnTo>
                  <a:lnTo>
                    <a:pt x="1055782" y="1606872"/>
                  </a:lnTo>
                  <a:lnTo>
                    <a:pt x="1106510" y="1604944"/>
                  </a:lnTo>
                  <a:lnTo>
                    <a:pt x="1174607" y="1602094"/>
                  </a:lnTo>
                  <a:lnTo>
                    <a:pt x="1258680" y="1598203"/>
                  </a:lnTo>
                  <a:lnTo>
                    <a:pt x="1355934" y="1593198"/>
                  </a:lnTo>
                  <a:lnTo>
                    <a:pt x="1462679" y="1587051"/>
                  </a:lnTo>
                  <a:lnTo>
                    <a:pt x="1574914" y="1579768"/>
                  </a:lnTo>
                  <a:lnTo>
                    <a:pt x="1688841" y="1571370"/>
                  </a:lnTo>
                  <a:lnTo>
                    <a:pt x="1801241" y="1561878"/>
                  </a:lnTo>
                  <a:lnTo>
                    <a:pt x="1909652" y="1551300"/>
                  </a:lnTo>
                  <a:lnTo>
                    <a:pt x="2012409" y="1539616"/>
                  </a:lnTo>
                  <a:lnTo>
                    <a:pt x="2108561" y="1526775"/>
                  </a:lnTo>
                  <a:lnTo>
                    <a:pt x="2197741" y="1512691"/>
                  </a:lnTo>
                  <a:lnTo>
                    <a:pt x="2280027" y="1497244"/>
                  </a:lnTo>
                  <a:lnTo>
                    <a:pt x="2355805" y="1480279"/>
                  </a:lnTo>
                  <a:lnTo>
                    <a:pt x="2425663" y="1461611"/>
                  </a:lnTo>
                  <a:lnTo>
                    <a:pt x="2490305" y="1441035"/>
                  </a:lnTo>
                  <a:lnTo>
                    <a:pt x="2550491" y="1418335"/>
                  </a:lnTo>
                  <a:lnTo>
                    <a:pt x="2606984" y="1393306"/>
                  </a:lnTo>
                  <a:lnTo>
                    <a:pt x="2660514" y="1365786"/>
                  </a:lnTo>
                  <a:lnTo>
                    <a:pt x="2702183" y="1341602"/>
                  </a:lnTo>
                  <a:lnTo>
                    <a:pt x="2754741" y="1307550"/>
                  </a:lnTo>
                  <a:lnTo>
                    <a:pt x="2805822" y="1270581"/>
                  </a:lnTo>
                  <a:lnTo>
                    <a:pt x="2855894" y="1230638"/>
                  </a:lnTo>
                  <a:lnTo>
                    <a:pt x="2905323" y="1187734"/>
                  </a:lnTo>
                  <a:lnTo>
                    <a:pt x="2954382" y="1141956"/>
                  </a:lnTo>
                  <a:lnTo>
                    <a:pt x="3003272" y="1093473"/>
                  </a:lnTo>
                  <a:lnTo>
                    <a:pt x="3052130" y="1042539"/>
                  </a:lnTo>
                  <a:lnTo>
                    <a:pt x="3101035" y="989489"/>
                  </a:lnTo>
                  <a:lnTo>
                    <a:pt x="3150024" y="934735"/>
                  </a:lnTo>
                  <a:lnTo>
                    <a:pt x="3199094" y="878754"/>
                  </a:lnTo>
                  <a:lnTo>
                    <a:pt x="3248218" y="822072"/>
                  </a:lnTo>
                  <a:lnTo>
                    <a:pt x="3297354" y="765241"/>
                  </a:lnTo>
                  <a:lnTo>
                    <a:pt x="3346457" y="708822"/>
                  </a:lnTo>
                  <a:lnTo>
                    <a:pt x="3395490" y="653357"/>
                  </a:lnTo>
                  <a:lnTo>
                    <a:pt x="3444438" y="599352"/>
                  </a:lnTo>
                  <a:lnTo>
                    <a:pt x="3493314" y="547253"/>
                  </a:lnTo>
                  <a:lnTo>
                    <a:pt x="3542174" y="497439"/>
                  </a:lnTo>
                  <a:lnTo>
                    <a:pt x="3591123" y="450206"/>
                  </a:lnTo>
                  <a:lnTo>
                    <a:pt x="3640327" y="405768"/>
                  </a:lnTo>
                  <a:lnTo>
                    <a:pt x="3690020" y="364256"/>
                  </a:lnTo>
                  <a:lnTo>
                    <a:pt x="3740517" y="325719"/>
                  </a:lnTo>
                  <a:lnTo>
                    <a:pt x="3792229" y="290137"/>
                  </a:lnTo>
                  <a:lnTo>
                    <a:pt x="3820202" y="272512"/>
                  </a:lnTo>
                  <a:lnTo>
                    <a:pt x="3871817" y="242918"/>
                  </a:lnTo>
                  <a:lnTo>
                    <a:pt x="3925856" y="215879"/>
                  </a:lnTo>
                  <a:lnTo>
                    <a:pt x="3982991" y="191306"/>
                  </a:lnTo>
                  <a:lnTo>
                    <a:pt x="4043962" y="169025"/>
                  </a:lnTo>
                  <a:lnTo>
                    <a:pt x="4109535" y="148827"/>
                  </a:lnTo>
                  <a:lnTo>
                    <a:pt x="4180463" y="130496"/>
                  </a:lnTo>
                  <a:lnTo>
                    <a:pt x="4257434" y="113832"/>
                  </a:lnTo>
                  <a:lnTo>
                    <a:pt x="4341004" y="98654"/>
                  </a:lnTo>
                  <a:lnTo>
                    <a:pt x="4431510" y="84814"/>
                  </a:lnTo>
                  <a:lnTo>
                    <a:pt x="4528957" y="72198"/>
                  </a:lnTo>
                  <a:lnTo>
                    <a:pt x="4632879" y="60726"/>
                  </a:lnTo>
                  <a:lnTo>
                    <a:pt x="4742198" y="50354"/>
                  </a:lnTo>
                  <a:lnTo>
                    <a:pt x="4855100" y="41069"/>
                  </a:lnTo>
                  <a:lnTo>
                    <a:pt x="4968975" y="32880"/>
                  </a:lnTo>
                  <a:lnTo>
                    <a:pt x="5080474" y="25811"/>
                  </a:lnTo>
                  <a:lnTo>
                    <a:pt x="5185726" y="19881"/>
                  </a:lnTo>
                  <a:lnTo>
                    <a:pt x="5280747" y="15090"/>
                  </a:lnTo>
                  <a:lnTo>
                    <a:pt x="5361970" y="11403"/>
                  </a:lnTo>
                  <a:lnTo>
                    <a:pt x="5426835" y="8739"/>
                  </a:lnTo>
                  <a:lnTo>
                    <a:pt x="5474253" y="6969"/>
                  </a:lnTo>
                  <a:lnTo>
                    <a:pt x="5504875" y="5926"/>
                  </a:lnTo>
                  <a:lnTo>
                    <a:pt x="5521088" y="5421"/>
                  </a:lnTo>
                  <a:lnTo>
                    <a:pt x="5526845" y="5256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91" y="5277"/>
                  </a:lnTo>
                  <a:lnTo>
                    <a:pt x="6530794" y="5540"/>
                  </a:lnTo>
                  <a:lnTo>
                    <a:pt x="6549312" y="6266"/>
                  </a:lnTo>
                  <a:lnTo>
                    <a:pt x="6582697" y="7697"/>
                  </a:lnTo>
                  <a:lnTo>
                    <a:pt x="6633015" y="10062"/>
                  </a:lnTo>
                  <a:lnTo>
                    <a:pt x="6700603" y="13559"/>
                  </a:lnTo>
                  <a:lnTo>
                    <a:pt x="6784106" y="18336"/>
                  </a:lnTo>
                  <a:lnTo>
                    <a:pt x="6880780" y="24482"/>
                  </a:lnTo>
                  <a:lnTo>
                    <a:pt x="6986986" y="32032"/>
                  </a:lnTo>
                  <a:lnTo>
                    <a:pt x="7098759" y="40983"/>
                  </a:lnTo>
                  <a:lnTo>
                    <a:pt x="7212325" y="51306"/>
                  </a:lnTo>
                  <a:lnTo>
                    <a:pt x="7324472" y="62976"/>
                  </a:lnTo>
                  <a:lnTo>
                    <a:pt x="7432735" y="75983"/>
                  </a:lnTo>
                  <a:lnTo>
                    <a:pt x="7535432" y="90349"/>
                  </a:lnTo>
                  <a:lnTo>
                    <a:pt x="7631594" y="106135"/>
                  </a:lnTo>
                  <a:lnTo>
                    <a:pt x="7720834" y="123445"/>
                  </a:lnTo>
                  <a:lnTo>
                    <a:pt x="7803211" y="142424"/>
                  </a:lnTo>
                  <a:lnTo>
                    <a:pt x="7879094" y="163261"/>
                  </a:lnTo>
                  <a:lnTo>
                    <a:pt x="7949058" y="186179"/>
                  </a:lnTo>
                  <a:lnTo>
                    <a:pt x="8013795" y="211429"/>
                  </a:lnTo>
                  <a:lnTo>
                    <a:pt x="8074055" y="239277"/>
                  </a:lnTo>
                  <a:lnTo>
                    <a:pt x="8130596" y="269976"/>
                  </a:lnTo>
                  <a:lnTo>
                    <a:pt x="8184144" y="303729"/>
                  </a:lnTo>
                  <a:lnTo>
                    <a:pt x="8229629" y="336274"/>
                  </a:lnTo>
                  <a:lnTo>
                    <a:pt x="8279328" y="376026"/>
                  </a:lnTo>
                  <a:lnTo>
                    <a:pt x="8327684" y="419001"/>
                  </a:lnTo>
                  <a:lnTo>
                    <a:pt x="8375099" y="465259"/>
                  </a:lnTo>
                  <a:lnTo>
                    <a:pt x="8421892" y="514800"/>
                  </a:lnTo>
                  <a:lnTo>
                    <a:pt x="8468307" y="567548"/>
                  </a:lnTo>
                  <a:lnTo>
                    <a:pt x="8514530" y="623348"/>
                  </a:lnTo>
                  <a:lnTo>
                    <a:pt x="8560689" y="681963"/>
                  </a:lnTo>
                  <a:lnTo>
                    <a:pt x="8606869" y="743071"/>
                  </a:lnTo>
                  <a:lnTo>
                    <a:pt x="8653114" y="806274"/>
                  </a:lnTo>
                  <a:lnTo>
                    <a:pt x="8699436" y="871105"/>
                  </a:lnTo>
                  <a:lnTo>
                    <a:pt x="8745822" y="937037"/>
                  </a:lnTo>
                  <a:lnTo>
                    <a:pt x="8792243" y="1003507"/>
                  </a:lnTo>
                  <a:lnTo>
                    <a:pt x="8838661" y="1069932"/>
                  </a:lnTo>
                  <a:lnTo>
                    <a:pt x="8885039" y="1135730"/>
                  </a:lnTo>
                  <a:lnTo>
                    <a:pt x="8931349" y="1200341"/>
                  </a:lnTo>
                  <a:lnTo>
                    <a:pt x="8977583" y="1263248"/>
                  </a:lnTo>
                  <a:lnTo>
                    <a:pt x="9023755" y="1323993"/>
                  </a:lnTo>
                  <a:lnTo>
                    <a:pt x="9069918" y="1382189"/>
                  </a:lnTo>
                  <a:lnTo>
                    <a:pt x="9116161" y="1437529"/>
                  </a:lnTo>
                  <a:lnTo>
                    <a:pt x="9162621" y="1489787"/>
                  </a:lnTo>
                  <a:lnTo>
                    <a:pt x="9209493" y="1538821"/>
                  </a:lnTo>
                  <a:lnTo>
                    <a:pt x="9257031" y="1584568"/>
                  </a:lnTo>
                  <a:lnTo>
                    <a:pt x="9305567" y="1627036"/>
                  </a:lnTo>
                  <a:lnTo>
                    <a:pt x="9347647" y="1660407"/>
                  </a:lnTo>
                  <a:lnTo>
                    <a:pt x="9399096" y="1696950"/>
                  </a:lnTo>
                  <a:lnTo>
                    <a:pt x="9452950" y="1730348"/>
                  </a:lnTo>
                  <a:lnTo>
                    <a:pt x="9509877" y="1760711"/>
                  </a:lnTo>
                  <a:lnTo>
                    <a:pt x="9570608" y="1788250"/>
                  </a:lnTo>
                  <a:lnTo>
                    <a:pt x="9635902" y="1813222"/>
                  </a:lnTo>
                  <a:lnTo>
                    <a:pt x="9706506" y="1835891"/>
                  </a:lnTo>
                  <a:lnTo>
                    <a:pt x="9783102" y="1856506"/>
                  </a:lnTo>
                  <a:lnTo>
                    <a:pt x="9866246" y="1875286"/>
                  </a:lnTo>
                  <a:lnTo>
                    <a:pt x="9956278" y="1892416"/>
                  </a:lnTo>
                  <a:lnTo>
                    <a:pt x="10053212" y="1908036"/>
                  </a:lnTo>
                  <a:lnTo>
                    <a:pt x="10156603" y="1922245"/>
                  </a:lnTo>
                  <a:lnTo>
                    <a:pt x="10265407" y="1935100"/>
                  </a:lnTo>
                  <a:lnTo>
                    <a:pt x="10377855" y="1946617"/>
                  </a:lnTo>
                  <a:lnTo>
                    <a:pt x="10491392" y="1956786"/>
                  </a:lnTo>
                  <a:lnTo>
                    <a:pt x="10602730" y="1965578"/>
                  </a:lnTo>
                  <a:lnTo>
                    <a:pt x="10708050" y="1972969"/>
                  </a:lnTo>
                  <a:lnTo>
                    <a:pt x="10803397" y="1978956"/>
                  </a:lnTo>
                  <a:lnTo>
                    <a:pt x="10885205" y="1983582"/>
                  </a:lnTo>
                  <a:lnTo>
                    <a:pt x="10950866" y="1986941"/>
                  </a:lnTo>
                  <a:lnTo>
                    <a:pt x="10999208" y="1989190"/>
                  </a:lnTo>
                  <a:lnTo>
                    <a:pt x="11030766" y="1990528"/>
                  </a:lnTo>
                  <a:lnTo>
                    <a:pt x="11047797" y="1991189"/>
                  </a:lnTo>
                  <a:lnTo>
                    <a:pt x="11054117" y="1991415"/>
                  </a:lnTo>
                  <a:lnTo>
                    <a:pt x="11054891" y="1991440"/>
                  </a:lnTo>
                  <a:lnTo>
                    <a:pt x="12049831" y="1991440"/>
                  </a:lnTo>
                  <a:lnTo>
                    <a:pt x="12049831" y="1986200"/>
                  </a:lnTo>
                  <a:lnTo>
                    <a:pt x="11054891" y="1986200"/>
                  </a:lnTo>
                  <a:lnTo>
                    <a:pt x="11053785" y="1986163"/>
                  </a:lnTo>
                  <a:lnTo>
                    <a:pt x="11046483" y="1985900"/>
                  </a:lnTo>
                  <a:lnTo>
                    <a:pt x="11027964" y="1985174"/>
                  </a:lnTo>
                  <a:lnTo>
                    <a:pt x="10994580" y="1983743"/>
                  </a:lnTo>
                  <a:lnTo>
                    <a:pt x="10944261" y="1981378"/>
                  </a:lnTo>
                  <a:lnTo>
                    <a:pt x="10876674" y="1977881"/>
                  </a:lnTo>
                  <a:lnTo>
                    <a:pt x="10793171" y="1973104"/>
                  </a:lnTo>
                  <a:lnTo>
                    <a:pt x="10696496" y="1966958"/>
                  </a:lnTo>
                  <a:lnTo>
                    <a:pt x="10590291" y="1959408"/>
                  </a:lnTo>
                  <a:lnTo>
                    <a:pt x="10478518" y="1950457"/>
                  </a:lnTo>
                  <a:lnTo>
                    <a:pt x="10364951" y="1940134"/>
                  </a:lnTo>
                  <a:lnTo>
                    <a:pt x="10252804" y="1928464"/>
                  </a:lnTo>
                  <a:lnTo>
                    <a:pt x="10144541" y="1915457"/>
                  </a:lnTo>
                  <a:lnTo>
                    <a:pt x="10041844" y="1901091"/>
                  </a:lnTo>
                  <a:lnTo>
                    <a:pt x="9945683" y="1885304"/>
                  </a:lnTo>
                  <a:lnTo>
                    <a:pt x="9856443" y="1867995"/>
                  </a:lnTo>
                  <a:lnTo>
                    <a:pt x="9774066" y="1849016"/>
                  </a:lnTo>
                  <a:lnTo>
                    <a:pt x="9698183" y="1828179"/>
                  </a:lnTo>
                  <a:lnTo>
                    <a:pt x="9628219" y="1805261"/>
                  </a:lnTo>
                  <a:lnTo>
                    <a:pt x="9563482" y="1780010"/>
                  </a:lnTo>
                  <a:lnTo>
                    <a:pt x="9503222" y="1752162"/>
                  </a:lnTo>
                  <a:lnTo>
                    <a:pt x="9446681" y="1721464"/>
                  </a:lnTo>
                  <a:lnTo>
                    <a:pt x="9393132" y="1687711"/>
                  </a:lnTo>
                  <a:lnTo>
                    <a:pt x="9347647" y="1655166"/>
                  </a:lnTo>
                  <a:lnTo>
                    <a:pt x="9297948" y="1615414"/>
                  </a:lnTo>
                  <a:lnTo>
                    <a:pt x="9249593" y="1572439"/>
                  </a:lnTo>
                  <a:lnTo>
                    <a:pt x="9202178" y="1526181"/>
                  </a:lnTo>
                  <a:lnTo>
                    <a:pt x="9155385" y="1476640"/>
                  </a:lnTo>
                  <a:lnTo>
                    <a:pt x="9108969" y="1423892"/>
                  </a:lnTo>
                  <a:lnTo>
                    <a:pt x="9062747" y="1368092"/>
                  </a:lnTo>
                  <a:lnTo>
                    <a:pt x="9016588" y="1309477"/>
                  </a:lnTo>
                  <a:lnTo>
                    <a:pt x="8970408" y="1248369"/>
                  </a:lnTo>
                  <a:lnTo>
                    <a:pt x="8924163" y="1185166"/>
                  </a:lnTo>
                  <a:lnTo>
                    <a:pt x="8877841" y="1120335"/>
                  </a:lnTo>
                  <a:lnTo>
                    <a:pt x="8831454" y="1054403"/>
                  </a:lnTo>
                  <a:lnTo>
                    <a:pt x="8785033" y="987933"/>
                  </a:lnTo>
                  <a:lnTo>
                    <a:pt x="8738616" y="921508"/>
                  </a:lnTo>
                  <a:lnTo>
                    <a:pt x="8692238" y="855710"/>
                  </a:lnTo>
                  <a:lnTo>
                    <a:pt x="8645927" y="791099"/>
                  </a:lnTo>
                  <a:lnTo>
                    <a:pt x="8599694" y="728192"/>
                  </a:lnTo>
                  <a:lnTo>
                    <a:pt x="8553521" y="667447"/>
                  </a:lnTo>
                  <a:lnTo>
                    <a:pt x="8507359" y="609251"/>
                  </a:lnTo>
                  <a:lnTo>
                    <a:pt x="8461116" y="553911"/>
                  </a:lnTo>
                  <a:lnTo>
                    <a:pt x="8414655" y="501653"/>
                  </a:lnTo>
                  <a:lnTo>
                    <a:pt x="8367783" y="452619"/>
                  </a:lnTo>
                  <a:lnTo>
                    <a:pt x="8320245" y="406872"/>
                  </a:lnTo>
                  <a:lnTo>
                    <a:pt x="8271710" y="364404"/>
                  </a:lnTo>
                  <a:lnTo>
                    <a:pt x="8229629" y="331033"/>
                  </a:lnTo>
                  <a:lnTo>
                    <a:pt x="8178181" y="294490"/>
                  </a:lnTo>
                  <a:lnTo>
                    <a:pt x="8124326" y="261092"/>
                  </a:lnTo>
                  <a:lnTo>
                    <a:pt x="8067400" y="230729"/>
                  </a:lnTo>
                  <a:lnTo>
                    <a:pt x="8006669" y="203190"/>
                  </a:lnTo>
                  <a:lnTo>
                    <a:pt x="7941374" y="178218"/>
                  </a:lnTo>
                  <a:lnTo>
                    <a:pt x="7870771" y="155549"/>
                  </a:lnTo>
                  <a:lnTo>
                    <a:pt x="7794174" y="134934"/>
                  </a:lnTo>
                  <a:lnTo>
                    <a:pt x="7711030" y="116154"/>
                  </a:lnTo>
                  <a:lnTo>
                    <a:pt x="7620999" y="99024"/>
                  </a:lnTo>
                  <a:lnTo>
                    <a:pt x="7524065" y="83404"/>
                  </a:lnTo>
                  <a:lnTo>
                    <a:pt x="7420673" y="69195"/>
                  </a:lnTo>
                  <a:lnTo>
                    <a:pt x="7311869" y="56340"/>
                  </a:lnTo>
                  <a:lnTo>
                    <a:pt x="7199422" y="44823"/>
                  </a:lnTo>
                  <a:lnTo>
                    <a:pt x="7085884" y="34654"/>
                  </a:lnTo>
                  <a:lnTo>
                    <a:pt x="6974547" y="25862"/>
                  </a:lnTo>
                  <a:lnTo>
                    <a:pt x="6869227" y="18471"/>
                  </a:lnTo>
                  <a:lnTo>
                    <a:pt x="6773879" y="12484"/>
                  </a:lnTo>
                  <a:lnTo>
                    <a:pt x="6692071" y="7858"/>
                  </a:lnTo>
                  <a:lnTo>
                    <a:pt x="6626410" y="4498"/>
                  </a:lnTo>
                  <a:lnTo>
                    <a:pt x="6578068" y="2250"/>
                  </a:lnTo>
                  <a:lnTo>
                    <a:pt x="6546511" y="911"/>
                  </a:lnTo>
                  <a:lnTo>
                    <a:pt x="6529480" y="250"/>
                  </a:lnTo>
                  <a:lnTo>
                    <a:pt x="6523160" y="2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9" y="30"/>
                  </a:lnTo>
                  <a:lnTo>
                    <a:pt x="5518959" y="244"/>
                  </a:lnTo>
                  <a:lnTo>
                    <a:pt x="5500275" y="836"/>
                  </a:lnTo>
                  <a:lnTo>
                    <a:pt x="5466603" y="2002"/>
                  </a:lnTo>
                  <a:lnTo>
                    <a:pt x="5415875" y="3930"/>
                  </a:lnTo>
                  <a:lnTo>
                    <a:pt x="5347777" y="6780"/>
                  </a:lnTo>
                  <a:lnTo>
                    <a:pt x="5263705" y="10671"/>
                  </a:lnTo>
                  <a:lnTo>
                    <a:pt x="5166451" y="15676"/>
                  </a:lnTo>
                  <a:lnTo>
                    <a:pt x="5059706" y="21822"/>
                  </a:lnTo>
                  <a:lnTo>
                    <a:pt x="4947471" y="29106"/>
                  </a:lnTo>
                  <a:lnTo>
                    <a:pt x="4833544" y="37504"/>
                  </a:lnTo>
                  <a:lnTo>
                    <a:pt x="4721144" y="46995"/>
                  </a:lnTo>
                  <a:lnTo>
                    <a:pt x="4612733" y="57574"/>
                  </a:lnTo>
                  <a:lnTo>
                    <a:pt x="4509976" y="69258"/>
                  </a:lnTo>
                  <a:lnTo>
                    <a:pt x="4413824" y="82099"/>
                  </a:lnTo>
                  <a:lnTo>
                    <a:pt x="4324644" y="96182"/>
                  </a:lnTo>
                  <a:lnTo>
                    <a:pt x="4242358" y="111629"/>
                  </a:lnTo>
                  <a:lnTo>
                    <a:pt x="4166580" y="128595"/>
                  </a:lnTo>
                  <a:lnTo>
                    <a:pt x="4096722" y="147263"/>
                  </a:lnTo>
                  <a:lnTo>
                    <a:pt x="4032080" y="167839"/>
                  </a:lnTo>
                  <a:lnTo>
                    <a:pt x="3971894" y="190539"/>
                  </a:lnTo>
                  <a:lnTo>
                    <a:pt x="3915401" y="215568"/>
                  </a:lnTo>
                  <a:lnTo>
                    <a:pt x="3861871" y="243088"/>
                  </a:lnTo>
                  <a:lnTo>
                    <a:pt x="3820202" y="267272"/>
                  </a:lnTo>
                  <a:lnTo>
                    <a:pt x="3767644" y="301323"/>
                  </a:lnTo>
                  <a:lnTo>
                    <a:pt x="3716563" y="338293"/>
                  </a:lnTo>
                  <a:lnTo>
                    <a:pt x="3666491" y="378236"/>
                  </a:lnTo>
                  <a:lnTo>
                    <a:pt x="3617062" y="421140"/>
                  </a:lnTo>
                  <a:lnTo>
                    <a:pt x="3568003" y="466918"/>
                  </a:lnTo>
                  <a:lnTo>
                    <a:pt x="3519113" y="515401"/>
                  </a:lnTo>
                  <a:lnTo>
                    <a:pt x="3470255" y="566335"/>
                  </a:lnTo>
                  <a:lnTo>
                    <a:pt x="3421350" y="619385"/>
                  </a:lnTo>
                  <a:lnTo>
                    <a:pt x="3372361" y="674139"/>
                  </a:lnTo>
                  <a:lnTo>
                    <a:pt x="3323291" y="730120"/>
                  </a:lnTo>
                  <a:lnTo>
                    <a:pt x="3274167" y="786802"/>
                  </a:lnTo>
                  <a:lnTo>
                    <a:pt x="3225031" y="843633"/>
                  </a:lnTo>
                  <a:lnTo>
                    <a:pt x="3175928" y="900052"/>
                  </a:lnTo>
                  <a:lnTo>
                    <a:pt x="3126895" y="955516"/>
                  </a:lnTo>
                  <a:lnTo>
                    <a:pt x="3077947" y="1009522"/>
                  </a:lnTo>
                  <a:lnTo>
                    <a:pt x="3029071" y="1061621"/>
                  </a:lnTo>
                  <a:lnTo>
                    <a:pt x="2980211" y="1111435"/>
                  </a:lnTo>
                  <a:lnTo>
                    <a:pt x="2931262" y="1158668"/>
                  </a:lnTo>
                  <a:lnTo>
                    <a:pt x="2882058" y="1203105"/>
                  </a:lnTo>
                  <a:lnTo>
                    <a:pt x="2832365" y="1244618"/>
                  </a:lnTo>
                  <a:lnTo>
                    <a:pt x="2781868" y="1283155"/>
                  </a:lnTo>
                  <a:lnTo>
                    <a:pt x="2730156" y="1318737"/>
                  </a:lnTo>
                  <a:lnTo>
                    <a:pt x="2702183" y="1336361"/>
                  </a:lnTo>
                  <a:lnTo>
                    <a:pt x="2650568" y="1365956"/>
                  </a:lnTo>
                  <a:lnTo>
                    <a:pt x="2596529" y="1392994"/>
                  </a:lnTo>
                  <a:lnTo>
                    <a:pt x="2539394" y="1417568"/>
                  </a:lnTo>
                  <a:lnTo>
                    <a:pt x="2478423" y="1439849"/>
                  </a:lnTo>
                  <a:lnTo>
                    <a:pt x="2412850" y="1460047"/>
                  </a:lnTo>
                  <a:lnTo>
                    <a:pt x="2341922" y="1478377"/>
                  </a:lnTo>
                  <a:lnTo>
                    <a:pt x="2264951" y="1495042"/>
                  </a:lnTo>
                  <a:lnTo>
                    <a:pt x="2181381" y="1510220"/>
                  </a:lnTo>
                  <a:lnTo>
                    <a:pt x="2090875" y="1524059"/>
                  </a:lnTo>
                  <a:lnTo>
                    <a:pt x="1993428" y="1536676"/>
                  </a:lnTo>
                  <a:lnTo>
                    <a:pt x="1889506" y="1548147"/>
                  </a:lnTo>
                  <a:lnTo>
                    <a:pt x="1780187" y="1558519"/>
                  </a:lnTo>
                  <a:lnTo>
                    <a:pt x="1667285" y="1567805"/>
                  </a:lnTo>
                  <a:lnTo>
                    <a:pt x="1553410" y="1575994"/>
                  </a:lnTo>
                  <a:lnTo>
                    <a:pt x="1441911" y="1583063"/>
                  </a:lnTo>
                  <a:lnTo>
                    <a:pt x="1336659" y="1588993"/>
                  </a:lnTo>
                  <a:lnTo>
                    <a:pt x="1241638" y="1593783"/>
                  </a:lnTo>
                  <a:lnTo>
                    <a:pt x="1160415" y="1597470"/>
                  </a:lnTo>
                  <a:lnTo>
                    <a:pt x="1095550" y="1600135"/>
                  </a:lnTo>
                  <a:lnTo>
                    <a:pt x="1048132" y="1601905"/>
                  </a:lnTo>
                  <a:lnTo>
                    <a:pt x="1017510" y="1602948"/>
                  </a:lnTo>
                  <a:lnTo>
                    <a:pt x="1001297" y="1603453"/>
                  </a:lnTo>
                  <a:lnTo>
                    <a:pt x="995540" y="1603618"/>
                  </a:lnTo>
                  <a:lnTo>
                    <a:pt x="994940" y="1603634"/>
                  </a:lnTo>
                  <a:lnTo>
                    <a:pt x="0" y="1603634"/>
                  </a:lnTo>
                  <a:close/>
                </a:path>
              </a:pathLst>
            </a:custGeom>
            <a:solidFill>
              <a:srgbClr val="E78AC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37" name="pl1536"/>
            <p:cNvSpPr/>
            <p:nvPr/>
          </p:nvSpPr>
          <p:spPr>
            <a:xfrm>
              <a:off x="1199187" y="3626354"/>
              <a:ext cx="12049831" cy="1986200"/>
            </a:xfrm>
            <a:custGeom>
              <a:avLst/>
              <a:pathLst>
                <a:path w="12049831" h="1986200">
                  <a:moveTo>
                    <a:pt x="0" y="1603634"/>
                  </a:moveTo>
                  <a:lnTo>
                    <a:pt x="994940" y="1603634"/>
                  </a:lnTo>
                  <a:lnTo>
                    <a:pt x="996056" y="1603603"/>
                  </a:lnTo>
                  <a:lnTo>
                    <a:pt x="1003426" y="1603389"/>
                  </a:lnTo>
                  <a:lnTo>
                    <a:pt x="1022110" y="1602797"/>
                  </a:lnTo>
                  <a:lnTo>
                    <a:pt x="1055782" y="1601631"/>
                  </a:lnTo>
                  <a:lnTo>
                    <a:pt x="1106510" y="1599703"/>
                  </a:lnTo>
                  <a:lnTo>
                    <a:pt x="1174607" y="1596853"/>
                  </a:lnTo>
                  <a:lnTo>
                    <a:pt x="1258680" y="1592962"/>
                  </a:lnTo>
                  <a:lnTo>
                    <a:pt x="1355934" y="1587957"/>
                  </a:lnTo>
                  <a:lnTo>
                    <a:pt x="1462679" y="1581811"/>
                  </a:lnTo>
                  <a:lnTo>
                    <a:pt x="1574914" y="1574527"/>
                  </a:lnTo>
                  <a:lnTo>
                    <a:pt x="1688841" y="1566129"/>
                  </a:lnTo>
                  <a:lnTo>
                    <a:pt x="1801241" y="1556638"/>
                  </a:lnTo>
                  <a:lnTo>
                    <a:pt x="1909652" y="1546059"/>
                  </a:lnTo>
                  <a:lnTo>
                    <a:pt x="2012409" y="1534375"/>
                  </a:lnTo>
                  <a:lnTo>
                    <a:pt x="2108561" y="1521534"/>
                  </a:lnTo>
                  <a:lnTo>
                    <a:pt x="2197741" y="1507451"/>
                  </a:lnTo>
                  <a:lnTo>
                    <a:pt x="2280027" y="1492004"/>
                  </a:lnTo>
                  <a:lnTo>
                    <a:pt x="2355805" y="1475038"/>
                  </a:lnTo>
                  <a:lnTo>
                    <a:pt x="2425663" y="1456370"/>
                  </a:lnTo>
                  <a:lnTo>
                    <a:pt x="2490305" y="1435794"/>
                  </a:lnTo>
                  <a:lnTo>
                    <a:pt x="2550491" y="1413094"/>
                  </a:lnTo>
                  <a:lnTo>
                    <a:pt x="2606984" y="1388065"/>
                  </a:lnTo>
                  <a:lnTo>
                    <a:pt x="2660514" y="1360545"/>
                  </a:lnTo>
                  <a:lnTo>
                    <a:pt x="2702183" y="1336361"/>
                  </a:lnTo>
                  <a:lnTo>
                    <a:pt x="2754741" y="1302310"/>
                  </a:lnTo>
                  <a:lnTo>
                    <a:pt x="2805822" y="1265340"/>
                  </a:lnTo>
                  <a:lnTo>
                    <a:pt x="2855894" y="1225397"/>
                  </a:lnTo>
                  <a:lnTo>
                    <a:pt x="2905323" y="1182493"/>
                  </a:lnTo>
                  <a:lnTo>
                    <a:pt x="2954382" y="1136715"/>
                  </a:lnTo>
                  <a:lnTo>
                    <a:pt x="3003272" y="1088232"/>
                  </a:lnTo>
                  <a:lnTo>
                    <a:pt x="3052130" y="1037298"/>
                  </a:lnTo>
                  <a:lnTo>
                    <a:pt x="3101035" y="984248"/>
                  </a:lnTo>
                  <a:lnTo>
                    <a:pt x="3150024" y="929494"/>
                  </a:lnTo>
                  <a:lnTo>
                    <a:pt x="3199094" y="873513"/>
                  </a:lnTo>
                  <a:lnTo>
                    <a:pt x="3248218" y="816831"/>
                  </a:lnTo>
                  <a:lnTo>
                    <a:pt x="3297354" y="760000"/>
                  </a:lnTo>
                  <a:lnTo>
                    <a:pt x="3346457" y="703581"/>
                  </a:lnTo>
                  <a:lnTo>
                    <a:pt x="3395490" y="648117"/>
                  </a:lnTo>
                  <a:lnTo>
                    <a:pt x="3444438" y="594111"/>
                  </a:lnTo>
                  <a:lnTo>
                    <a:pt x="3493314" y="542013"/>
                  </a:lnTo>
                  <a:lnTo>
                    <a:pt x="3542174" y="492198"/>
                  </a:lnTo>
                  <a:lnTo>
                    <a:pt x="3591123" y="444966"/>
                  </a:lnTo>
                  <a:lnTo>
                    <a:pt x="3640327" y="400528"/>
                  </a:lnTo>
                  <a:lnTo>
                    <a:pt x="3690020" y="359015"/>
                  </a:lnTo>
                  <a:lnTo>
                    <a:pt x="3740517" y="320478"/>
                  </a:lnTo>
                  <a:lnTo>
                    <a:pt x="3792229" y="284896"/>
                  </a:lnTo>
                  <a:lnTo>
                    <a:pt x="3820202" y="267272"/>
                  </a:lnTo>
                  <a:lnTo>
                    <a:pt x="3871817" y="237677"/>
                  </a:lnTo>
                  <a:lnTo>
                    <a:pt x="3925856" y="210639"/>
                  </a:lnTo>
                  <a:lnTo>
                    <a:pt x="3982991" y="186065"/>
                  </a:lnTo>
                  <a:lnTo>
                    <a:pt x="4043962" y="163784"/>
                  </a:lnTo>
                  <a:lnTo>
                    <a:pt x="4109535" y="143586"/>
                  </a:lnTo>
                  <a:lnTo>
                    <a:pt x="4180463" y="125256"/>
                  </a:lnTo>
                  <a:lnTo>
                    <a:pt x="4257434" y="108591"/>
                  </a:lnTo>
                  <a:lnTo>
                    <a:pt x="4341004" y="93413"/>
                  </a:lnTo>
                  <a:lnTo>
                    <a:pt x="4431510" y="79574"/>
                  </a:lnTo>
                  <a:lnTo>
                    <a:pt x="4528957" y="66957"/>
                  </a:lnTo>
                  <a:lnTo>
                    <a:pt x="4632879" y="55486"/>
                  </a:lnTo>
                  <a:lnTo>
                    <a:pt x="4742198" y="45114"/>
                  </a:lnTo>
                  <a:lnTo>
                    <a:pt x="4855100" y="35828"/>
                  </a:lnTo>
                  <a:lnTo>
                    <a:pt x="4968975" y="27639"/>
                  </a:lnTo>
                  <a:lnTo>
                    <a:pt x="5080474" y="20570"/>
                  </a:lnTo>
                  <a:lnTo>
                    <a:pt x="5185726" y="14640"/>
                  </a:lnTo>
                  <a:lnTo>
                    <a:pt x="5280747" y="9850"/>
                  </a:lnTo>
                  <a:lnTo>
                    <a:pt x="5361970" y="6163"/>
                  </a:lnTo>
                  <a:lnTo>
                    <a:pt x="5426835" y="3498"/>
                  </a:lnTo>
                  <a:lnTo>
                    <a:pt x="5474253" y="1728"/>
                  </a:lnTo>
                  <a:lnTo>
                    <a:pt x="5504875" y="685"/>
                  </a:lnTo>
                  <a:lnTo>
                    <a:pt x="5521088" y="180"/>
                  </a:lnTo>
                  <a:lnTo>
                    <a:pt x="5526845" y="15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91" y="36"/>
                  </a:lnTo>
                  <a:lnTo>
                    <a:pt x="6530794" y="299"/>
                  </a:lnTo>
                  <a:lnTo>
                    <a:pt x="6549312" y="1025"/>
                  </a:lnTo>
                  <a:lnTo>
                    <a:pt x="6582697" y="2456"/>
                  </a:lnTo>
                  <a:lnTo>
                    <a:pt x="6633015" y="4821"/>
                  </a:lnTo>
                  <a:lnTo>
                    <a:pt x="6700603" y="8318"/>
                  </a:lnTo>
                  <a:lnTo>
                    <a:pt x="6784106" y="13095"/>
                  </a:lnTo>
                  <a:lnTo>
                    <a:pt x="6880780" y="19241"/>
                  </a:lnTo>
                  <a:lnTo>
                    <a:pt x="6986986" y="26792"/>
                  </a:lnTo>
                  <a:lnTo>
                    <a:pt x="7098759" y="35742"/>
                  </a:lnTo>
                  <a:lnTo>
                    <a:pt x="7212325" y="46066"/>
                  </a:lnTo>
                  <a:lnTo>
                    <a:pt x="7324472" y="57735"/>
                  </a:lnTo>
                  <a:lnTo>
                    <a:pt x="7432735" y="70742"/>
                  </a:lnTo>
                  <a:lnTo>
                    <a:pt x="7535432" y="85109"/>
                  </a:lnTo>
                  <a:lnTo>
                    <a:pt x="7631594" y="100895"/>
                  </a:lnTo>
                  <a:lnTo>
                    <a:pt x="7720834" y="118204"/>
                  </a:lnTo>
                  <a:lnTo>
                    <a:pt x="7803211" y="137183"/>
                  </a:lnTo>
                  <a:lnTo>
                    <a:pt x="7879094" y="158020"/>
                  </a:lnTo>
                  <a:lnTo>
                    <a:pt x="7949058" y="180938"/>
                  </a:lnTo>
                  <a:lnTo>
                    <a:pt x="8013795" y="206189"/>
                  </a:lnTo>
                  <a:lnTo>
                    <a:pt x="8074055" y="234037"/>
                  </a:lnTo>
                  <a:lnTo>
                    <a:pt x="8130596" y="264735"/>
                  </a:lnTo>
                  <a:lnTo>
                    <a:pt x="8184144" y="298488"/>
                  </a:lnTo>
                  <a:lnTo>
                    <a:pt x="8229629" y="331033"/>
                  </a:lnTo>
                  <a:lnTo>
                    <a:pt x="8279328" y="370786"/>
                  </a:lnTo>
                  <a:lnTo>
                    <a:pt x="8327684" y="413760"/>
                  </a:lnTo>
                  <a:lnTo>
                    <a:pt x="8375099" y="460019"/>
                  </a:lnTo>
                  <a:lnTo>
                    <a:pt x="8421892" y="509560"/>
                  </a:lnTo>
                  <a:lnTo>
                    <a:pt x="8468307" y="562308"/>
                  </a:lnTo>
                  <a:lnTo>
                    <a:pt x="8514530" y="618108"/>
                  </a:lnTo>
                  <a:lnTo>
                    <a:pt x="8560689" y="676722"/>
                  </a:lnTo>
                  <a:lnTo>
                    <a:pt x="8606869" y="737830"/>
                  </a:lnTo>
                  <a:lnTo>
                    <a:pt x="8653114" y="801034"/>
                  </a:lnTo>
                  <a:lnTo>
                    <a:pt x="8699436" y="865864"/>
                  </a:lnTo>
                  <a:lnTo>
                    <a:pt x="8745822" y="931796"/>
                  </a:lnTo>
                  <a:lnTo>
                    <a:pt x="8792243" y="998267"/>
                  </a:lnTo>
                  <a:lnTo>
                    <a:pt x="8838661" y="1064692"/>
                  </a:lnTo>
                  <a:lnTo>
                    <a:pt x="8885039" y="1130489"/>
                  </a:lnTo>
                  <a:lnTo>
                    <a:pt x="8931349" y="1195100"/>
                  </a:lnTo>
                  <a:lnTo>
                    <a:pt x="8977583" y="1258007"/>
                  </a:lnTo>
                  <a:lnTo>
                    <a:pt x="9023755" y="1318752"/>
                  </a:lnTo>
                  <a:lnTo>
                    <a:pt x="9069918" y="1376948"/>
                  </a:lnTo>
                  <a:lnTo>
                    <a:pt x="9116161" y="1432288"/>
                  </a:lnTo>
                  <a:lnTo>
                    <a:pt x="9162621" y="1484546"/>
                  </a:lnTo>
                  <a:lnTo>
                    <a:pt x="9209493" y="1533580"/>
                  </a:lnTo>
                  <a:lnTo>
                    <a:pt x="9257031" y="1579328"/>
                  </a:lnTo>
                  <a:lnTo>
                    <a:pt x="9305567" y="1621796"/>
                  </a:lnTo>
                  <a:lnTo>
                    <a:pt x="9347647" y="1655166"/>
                  </a:lnTo>
                  <a:lnTo>
                    <a:pt x="9399096" y="1691710"/>
                  </a:lnTo>
                  <a:lnTo>
                    <a:pt x="9452950" y="1725108"/>
                  </a:lnTo>
                  <a:lnTo>
                    <a:pt x="9509877" y="1755470"/>
                  </a:lnTo>
                  <a:lnTo>
                    <a:pt x="9570608" y="1783009"/>
                  </a:lnTo>
                  <a:lnTo>
                    <a:pt x="9635902" y="1807982"/>
                  </a:lnTo>
                  <a:lnTo>
                    <a:pt x="9706506" y="1830650"/>
                  </a:lnTo>
                  <a:lnTo>
                    <a:pt x="9783102" y="1851265"/>
                  </a:lnTo>
                  <a:lnTo>
                    <a:pt x="9866246" y="1870046"/>
                  </a:lnTo>
                  <a:lnTo>
                    <a:pt x="9956278" y="1887175"/>
                  </a:lnTo>
                  <a:lnTo>
                    <a:pt x="10053212" y="1902795"/>
                  </a:lnTo>
                  <a:lnTo>
                    <a:pt x="10156603" y="1917005"/>
                  </a:lnTo>
                  <a:lnTo>
                    <a:pt x="10265407" y="1929859"/>
                  </a:lnTo>
                  <a:lnTo>
                    <a:pt x="10377855" y="1941377"/>
                  </a:lnTo>
                  <a:lnTo>
                    <a:pt x="10491392" y="1951545"/>
                  </a:lnTo>
                  <a:lnTo>
                    <a:pt x="10602730" y="1960338"/>
                  </a:lnTo>
                  <a:lnTo>
                    <a:pt x="10708050" y="1967728"/>
                  </a:lnTo>
                  <a:lnTo>
                    <a:pt x="10803397" y="1973716"/>
                  </a:lnTo>
                  <a:lnTo>
                    <a:pt x="10885205" y="1978341"/>
                  </a:lnTo>
                  <a:lnTo>
                    <a:pt x="10950866" y="1981701"/>
                  </a:lnTo>
                  <a:lnTo>
                    <a:pt x="10999208" y="1983949"/>
                  </a:lnTo>
                  <a:lnTo>
                    <a:pt x="11030766" y="1985288"/>
                  </a:lnTo>
                  <a:lnTo>
                    <a:pt x="11047797" y="1985949"/>
                  </a:lnTo>
                  <a:lnTo>
                    <a:pt x="11054117" y="1986174"/>
                  </a:lnTo>
                  <a:lnTo>
                    <a:pt x="11054891" y="1986200"/>
                  </a:lnTo>
                  <a:lnTo>
                    <a:pt x="12049831" y="1986200"/>
                  </a:lnTo>
                  <a:lnTo>
                    <a:pt x="12049831" y="19862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8" name="pl1537"/>
            <p:cNvSpPr/>
            <p:nvPr/>
          </p:nvSpPr>
          <p:spPr>
            <a:xfrm>
              <a:off x="1199187" y="3621113"/>
              <a:ext cx="12049831" cy="1986200"/>
            </a:xfrm>
            <a:custGeom>
              <a:avLst/>
              <a:pathLst>
                <a:path w="12049831" h="1986200">
                  <a:moveTo>
                    <a:pt x="12049831" y="1986200"/>
                  </a:moveTo>
                  <a:lnTo>
                    <a:pt x="11054891" y="1986200"/>
                  </a:lnTo>
                  <a:lnTo>
                    <a:pt x="11053785" y="1986163"/>
                  </a:lnTo>
                  <a:lnTo>
                    <a:pt x="11046483" y="1985900"/>
                  </a:lnTo>
                  <a:lnTo>
                    <a:pt x="11027964" y="1985174"/>
                  </a:lnTo>
                  <a:lnTo>
                    <a:pt x="10994580" y="1983743"/>
                  </a:lnTo>
                  <a:lnTo>
                    <a:pt x="10944261" y="1981378"/>
                  </a:lnTo>
                  <a:lnTo>
                    <a:pt x="10876674" y="1977881"/>
                  </a:lnTo>
                  <a:lnTo>
                    <a:pt x="10793171" y="1973104"/>
                  </a:lnTo>
                  <a:lnTo>
                    <a:pt x="10696496" y="1966958"/>
                  </a:lnTo>
                  <a:lnTo>
                    <a:pt x="10590291" y="1959408"/>
                  </a:lnTo>
                  <a:lnTo>
                    <a:pt x="10478518" y="1950457"/>
                  </a:lnTo>
                  <a:lnTo>
                    <a:pt x="10364951" y="1940134"/>
                  </a:lnTo>
                  <a:lnTo>
                    <a:pt x="10252804" y="1928464"/>
                  </a:lnTo>
                  <a:lnTo>
                    <a:pt x="10144541" y="1915457"/>
                  </a:lnTo>
                  <a:lnTo>
                    <a:pt x="10041844" y="1901091"/>
                  </a:lnTo>
                  <a:lnTo>
                    <a:pt x="9945683" y="1885304"/>
                  </a:lnTo>
                  <a:lnTo>
                    <a:pt x="9856443" y="1867995"/>
                  </a:lnTo>
                  <a:lnTo>
                    <a:pt x="9774066" y="1849016"/>
                  </a:lnTo>
                  <a:lnTo>
                    <a:pt x="9698183" y="1828179"/>
                  </a:lnTo>
                  <a:lnTo>
                    <a:pt x="9628219" y="1805261"/>
                  </a:lnTo>
                  <a:lnTo>
                    <a:pt x="9563482" y="1780010"/>
                  </a:lnTo>
                  <a:lnTo>
                    <a:pt x="9503222" y="1752162"/>
                  </a:lnTo>
                  <a:lnTo>
                    <a:pt x="9446681" y="1721464"/>
                  </a:lnTo>
                  <a:lnTo>
                    <a:pt x="9393132" y="1687711"/>
                  </a:lnTo>
                  <a:lnTo>
                    <a:pt x="9347647" y="1655166"/>
                  </a:lnTo>
                  <a:lnTo>
                    <a:pt x="9297948" y="1615414"/>
                  </a:lnTo>
                  <a:lnTo>
                    <a:pt x="9249593" y="1572439"/>
                  </a:lnTo>
                  <a:lnTo>
                    <a:pt x="9202178" y="1526181"/>
                  </a:lnTo>
                  <a:lnTo>
                    <a:pt x="9155385" y="1476640"/>
                  </a:lnTo>
                  <a:lnTo>
                    <a:pt x="9108969" y="1423892"/>
                  </a:lnTo>
                  <a:lnTo>
                    <a:pt x="9062747" y="1368092"/>
                  </a:lnTo>
                  <a:lnTo>
                    <a:pt x="9016588" y="1309477"/>
                  </a:lnTo>
                  <a:lnTo>
                    <a:pt x="8970408" y="1248369"/>
                  </a:lnTo>
                  <a:lnTo>
                    <a:pt x="8924163" y="1185166"/>
                  </a:lnTo>
                  <a:lnTo>
                    <a:pt x="8877841" y="1120335"/>
                  </a:lnTo>
                  <a:lnTo>
                    <a:pt x="8831454" y="1054403"/>
                  </a:lnTo>
                  <a:lnTo>
                    <a:pt x="8785033" y="987933"/>
                  </a:lnTo>
                  <a:lnTo>
                    <a:pt x="8738616" y="921508"/>
                  </a:lnTo>
                  <a:lnTo>
                    <a:pt x="8692238" y="855710"/>
                  </a:lnTo>
                  <a:lnTo>
                    <a:pt x="8645927" y="791099"/>
                  </a:lnTo>
                  <a:lnTo>
                    <a:pt x="8599694" y="728192"/>
                  </a:lnTo>
                  <a:lnTo>
                    <a:pt x="8553521" y="667447"/>
                  </a:lnTo>
                  <a:lnTo>
                    <a:pt x="8507359" y="609251"/>
                  </a:lnTo>
                  <a:lnTo>
                    <a:pt x="8461116" y="553911"/>
                  </a:lnTo>
                  <a:lnTo>
                    <a:pt x="8414655" y="501653"/>
                  </a:lnTo>
                  <a:lnTo>
                    <a:pt x="8367783" y="452619"/>
                  </a:lnTo>
                  <a:lnTo>
                    <a:pt x="8320245" y="406872"/>
                  </a:lnTo>
                  <a:lnTo>
                    <a:pt x="8271710" y="364404"/>
                  </a:lnTo>
                  <a:lnTo>
                    <a:pt x="8229629" y="331033"/>
                  </a:lnTo>
                  <a:lnTo>
                    <a:pt x="8178181" y="294490"/>
                  </a:lnTo>
                  <a:lnTo>
                    <a:pt x="8124326" y="261092"/>
                  </a:lnTo>
                  <a:lnTo>
                    <a:pt x="8067400" y="230729"/>
                  </a:lnTo>
                  <a:lnTo>
                    <a:pt x="8006669" y="203190"/>
                  </a:lnTo>
                  <a:lnTo>
                    <a:pt x="7941374" y="178218"/>
                  </a:lnTo>
                  <a:lnTo>
                    <a:pt x="7870771" y="155549"/>
                  </a:lnTo>
                  <a:lnTo>
                    <a:pt x="7794174" y="134934"/>
                  </a:lnTo>
                  <a:lnTo>
                    <a:pt x="7711030" y="116154"/>
                  </a:lnTo>
                  <a:lnTo>
                    <a:pt x="7620999" y="99024"/>
                  </a:lnTo>
                  <a:lnTo>
                    <a:pt x="7524065" y="83404"/>
                  </a:lnTo>
                  <a:lnTo>
                    <a:pt x="7420673" y="69195"/>
                  </a:lnTo>
                  <a:lnTo>
                    <a:pt x="7311869" y="56340"/>
                  </a:lnTo>
                  <a:lnTo>
                    <a:pt x="7199422" y="44823"/>
                  </a:lnTo>
                  <a:lnTo>
                    <a:pt x="7085884" y="34654"/>
                  </a:lnTo>
                  <a:lnTo>
                    <a:pt x="6974547" y="25862"/>
                  </a:lnTo>
                  <a:lnTo>
                    <a:pt x="6869227" y="18471"/>
                  </a:lnTo>
                  <a:lnTo>
                    <a:pt x="6773879" y="12484"/>
                  </a:lnTo>
                  <a:lnTo>
                    <a:pt x="6692071" y="7858"/>
                  </a:lnTo>
                  <a:lnTo>
                    <a:pt x="6626410" y="4498"/>
                  </a:lnTo>
                  <a:lnTo>
                    <a:pt x="6578068" y="2250"/>
                  </a:lnTo>
                  <a:lnTo>
                    <a:pt x="6546511" y="911"/>
                  </a:lnTo>
                  <a:lnTo>
                    <a:pt x="6529480" y="250"/>
                  </a:lnTo>
                  <a:lnTo>
                    <a:pt x="6523160" y="2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9" y="30"/>
                  </a:lnTo>
                  <a:lnTo>
                    <a:pt x="5518959" y="244"/>
                  </a:lnTo>
                  <a:lnTo>
                    <a:pt x="5500275" y="836"/>
                  </a:lnTo>
                  <a:lnTo>
                    <a:pt x="5466603" y="2002"/>
                  </a:lnTo>
                  <a:lnTo>
                    <a:pt x="5415875" y="3930"/>
                  </a:lnTo>
                  <a:lnTo>
                    <a:pt x="5347777" y="6780"/>
                  </a:lnTo>
                  <a:lnTo>
                    <a:pt x="5263705" y="10671"/>
                  </a:lnTo>
                  <a:lnTo>
                    <a:pt x="5166451" y="15676"/>
                  </a:lnTo>
                  <a:lnTo>
                    <a:pt x="5059706" y="21822"/>
                  </a:lnTo>
                  <a:lnTo>
                    <a:pt x="4947471" y="29106"/>
                  </a:lnTo>
                  <a:lnTo>
                    <a:pt x="4833544" y="37504"/>
                  </a:lnTo>
                  <a:lnTo>
                    <a:pt x="4721144" y="46995"/>
                  </a:lnTo>
                  <a:lnTo>
                    <a:pt x="4612733" y="57574"/>
                  </a:lnTo>
                  <a:lnTo>
                    <a:pt x="4509976" y="69258"/>
                  </a:lnTo>
                  <a:lnTo>
                    <a:pt x="4413824" y="82099"/>
                  </a:lnTo>
                  <a:lnTo>
                    <a:pt x="4324644" y="96182"/>
                  </a:lnTo>
                  <a:lnTo>
                    <a:pt x="4242358" y="111629"/>
                  </a:lnTo>
                  <a:lnTo>
                    <a:pt x="4166580" y="128595"/>
                  </a:lnTo>
                  <a:lnTo>
                    <a:pt x="4096722" y="147263"/>
                  </a:lnTo>
                  <a:lnTo>
                    <a:pt x="4032080" y="167839"/>
                  </a:lnTo>
                  <a:lnTo>
                    <a:pt x="3971894" y="190539"/>
                  </a:lnTo>
                  <a:lnTo>
                    <a:pt x="3915401" y="215568"/>
                  </a:lnTo>
                  <a:lnTo>
                    <a:pt x="3861871" y="243088"/>
                  </a:lnTo>
                  <a:lnTo>
                    <a:pt x="3820202" y="267272"/>
                  </a:lnTo>
                  <a:lnTo>
                    <a:pt x="3767644" y="301323"/>
                  </a:lnTo>
                  <a:lnTo>
                    <a:pt x="3716563" y="338293"/>
                  </a:lnTo>
                  <a:lnTo>
                    <a:pt x="3666491" y="378236"/>
                  </a:lnTo>
                  <a:lnTo>
                    <a:pt x="3617062" y="421140"/>
                  </a:lnTo>
                  <a:lnTo>
                    <a:pt x="3568003" y="466918"/>
                  </a:lnTo>
                  <a:lnTo>
                    <a:pt x="3519113" y="515401"/>
                  </a:lnTo>
                  <a:lnTo>
                    <a:pt x="3470255" y="566335"/>
                  </a:lnTo>
                  <a:lnTo>
                    <a:pt x="3421350" y="619385"/>
                  </a:lnTo>
                  <a:lnTo>
                    <a:pt x="3372361" y="674139"/>
                  </a:lnTo>
                  <a:lnTo>
                    <a:pt x="3323291" y="730120"/>
                  </a:lnTo>
                  <a:lnTo>
                    <a:pt x="3274167" y="786802"/>
                  </a:lnTo>
                  <a:lnTo>
                    <a:pt x="3225031" y="843633"/>
                  </a:lnTo>
                  <a:lnTo>
                    <a:pt x="3175928" y="900052"/>
                  </a:lnTo>
                  <a:lnTo>
                    <a:pt x="3126895" y="955516"/>
                  </a:lnTo>
                  <a:lnTo>
                    <a:pt x="3077947" y="1009522"/>
                  </a:lnTo>
                  <a:lnTo>
                    <a:pt x="3029071" y="1061621"/>
                  </a:lnTo>
                  <a:lnTo>
                    <a:pt x="2980211" y="1111435"/>
                  </a:lnTo>
                  <a:lnTo>
                    <a:pt x="2931262" y="1158668"/>
                  </a:lnTo>
                  <a:lnTo>
                    <a:pt x="2882058" y="1203105"/>
                  </a:lnTo>
                  <a:lnTo>
                    <a:pt x="2832365" y="1244618"/>
                  </a:lnTo>
                  <a:lnTo>
                    <a:pt x="2781868" y="1283155"/>
                  </a:lnTo>
                  <a:lnTo>
                    <a:pt x="2730156" y="1318737"/>
                  </a:lnTo>
                  <a:lnTo>
                    <a:pt x="2702183" y="1336361"/>
                  </a:lnTo>
                  <a:lnTo>
                    <a:pt x="2650568" y="1365956"/>
                  </a:lnTo>
                  <a:lnTo>
                    <a:pt x="2596529" y="1392994"/>
                  </a:lnTo>
                  <a:lnTo>
                    <a:pt x="2539394" y="1417568"/>
                  </a:lnTo>
                  <a:lnTo>
                    <a:pt x="2478423" y="1439849"/>
                  </a:lnTo>
                  <a:lnTo>
                    <a:pt x="2412850" y="1460047"/>
                  </a:lnTo>
                  <a:lnTo>
                    <a:pt x="2341922" y="1478377"/>
                  </a:lnTo>
                  <a:lnTo>
                    <a:pt x="2264951" y="1495042"/>
                  </a:lnTo>
                  <a:lnTo>
                    <a:pt x="2181381" y="1510220"/>
                  </a:lnTo>
                  <a:lnTo>
                    <a:pt x="2090875" y="1524059"/>
                  </a:lnTo>
                  <a:lnTo>
                    <a:pt x="1993428" y="1536676"/>
                  </a:lnTo>
                  <a:lnTo>
                    <a:pt x="1889506" y="1548147"/>
                  </a:lnTo>
                  <a:lnTo>
                    <a:pt x="1780187" y="1558519"/>
                  </a:lnTo>
                  <a:lnTo>
                    <a:pt x="1667285" y="1567805"/>
                  </a:lnTo>
                  <a:lnTo>
                    <a:pt x="1553410" y="1575994"/>
                  </a:lnTo>
                  <a:lnTo>
                    <a:pt x="1441911" y="1583063"/>
                  </a:lnTo>
                  <a:lnTo>
                    <a:pt x="1336659" y="1588993"/>
                  </a:lnTo>
                  <a:lnTo>
                    <a:pt x="1241638" y="1593783"/>
                  </a:lnTo>
                  <a:lnTo>
                    <a:pt x="1160415" y="1597470"/>
                  </a:lnTo>
                  <a:lnTo>
                    <a:pt x="1095550" y="1600135"/>
                  </a:lnTo>
                  <a:lnTo>
                    <a:pt x="1048132" y="1601905"/>
                  </a:lnTo>
                  <a:lnTo>
                    <a:pt x="1017510" y="1602948"/>
                  </a:lnTo>
                  <a:lnTo>
                    <a:pt x="1001297" y="1603453"/>
                  </a:lnTo>
                  <a:lnTo>
                    <a:pt x="995540" y="1603618"/>
                  </a:lnTo>
                  <a:lnTo>
                    <a:pt x="994940" y="1603634"/>
                  </a:lnTo>
                  <a:lnTo>
                    <a:pt x="0" y="1603634"/>
                  </a:lnTo>
                  <a:lnTo>
                    <a:pt x="0" y="16036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9" name="pg1538"/>
            <p:cNvSpPr/>
            <p:nvPr/>
          </p:nvSpPr>
          <p:spPr>
            <a:xfrm>
              <a:off x="1199187" y="1587747"/>
              <a:ext cx="12049831" cy="3878069"/>
            </a:xfrm>
            <a:custGeom>
              <a:avLst/>
              <a:pathLst>
                <a:path w="12049831" h="3878069">
                  <a:moveTo>
                    <a:pt x="0" y="3878069"/>
                  </a:moveTo>
                  <a:lnTo>
                    <a:pt x="994940" y="3878069"/>
                  </a:lnTo>
                  <a:lnTo>
                    <a:pt x="996032" y="3878024"/>
                  </a:lnTo>
                  <a:lnTo>
                    <a:pt x="1003244" y="3877709"/>
                  </a:lnTo>
                  <a:lnTo>
                    <a:pt x="1021539" y="3876837"/>
                  </a:lnTo>
                  <a:lnTo>
                    <a:pt x="1054537" y="3875120"/>
                  </a:lnTo>
                  <a:lnTo>
                    <a:pt x="1104305" y="3872279"/>
                  </a:lnTo>
                  <a:lnTo>
                    <a:pt x="1171205" y="3868078"/>
                  </a:lnTo>
                  <a:lnTo>
                    <a:pt x="1253939" y="3862339"/>
                  </a:lnTo>
                  <a:lnTo>
                    <a:pt x="1349830" y="3854950"/>
                  </a:lnTo>
                  <a:lnTo>
                    <a:pt x="1455303" y="3845867"/>
                  </a:lnTo>
                  <a:lnTo>
                    <a:pt x="1566447" y="3835095"/>
                  </a:lnTo>
                  <a:lnTo>
                    <a:pt x="1679521" y="3822666"/>
                  </a:lnTo>
                  <a:lnTo>
                    <a:pt x="1791321" y="3808613"/>
                  </a:lnTo>
                  <a:lnTo>
                    <a:pt x="1899376" y="3792947"/>
                  </a:lnTo>
                  <a:lnTo>
                    <a:pt x="2001986" y="3775645"/>
                  </a:lnTo>
                  <a:lnTo>
                    <a:pt x="2098156" y="3756636"/>
                  </a:lnTo>
                  <a:lnTo>
                    <a:pt x="2187474" y="3735800"/>
                  </a:lnTo>
                  <a:lnTo>
                    <a:pt x="2269973" y="3712964"/>
                  </a:lnTo>
                  <a:lnTo>
                    <a:pt x="2345998" y="3687906"/>
                  </a:lnTo>
                  <a:lnTo>
                    <a:pt x="2416105" y="3660361"/>
                  </a:lnTo>
                  <a:lnTo>
                    <a:pt x="2480972" y="3630028"/>
                  </a:lnTo>
                  <a:lnTo>
                    <a:pt x="2541335" y="3596590"/>
                  </a:lnTo>
                  <a:lnTo>
                    <a:pt x="2597943" y="3559741"/>
                  </a:lnTo>
                  <a:lnTo>
                    <a:pt x="2651520" y="3519227"/>
                  </a:lnTo>
                  <a:lnTo>
                    <a:pt x="2702183" y="3475413"/>
                  </a:lnTo>
                  <a:lnTo>
                    <a:pt x="2748951" y="3430062"/>
                  </a:lnTo>
                  <a:lnTo>
                    <a:pt x="2794507" y="3381253"/>
                  </a:lnTo>
                  <a:lnTo>
                    <a:pt x="2839195" y="3328917"/>
                  </a:lnTo>
                  <a:lnTo>
                    <a:pt x="2883288" y="3273044"/>
                  </a:lnTo>
                  <a:lnTo>
                    <a:pt x="2927001" y="3213697"/>
                  </a:lnTo>
                  <a:lnTo>
                    <a:pt x="2970501" y="3151007"/>
                  </a:lnTo>
                  <a:lnTo>
                    <a:pt x="3013909" y="3085190"/>
                  </a:lnTo>
                  <a:lnTo>
                    <a:pt x="3057310" y="3016535"/>
                  </a:lnTo>
                  <a:lnTo>
                    <a:pt x="3100753" y="2945411"/>
                  </a:lnTo>
                  <a:lnTo>
                    <a:pt x="3144262" y="2872258"/>
                  </a:lnTo>
                  <a:lnTo>
                    <a:pt x="3187837" y="2797576"/>
                  </a:lnTo>
                  <a:lnTo>
                    <a:pt x="3231461" y="2721911"/>
                  </a:lnTo>
                  <a:lnTo>
                    <a:pt x="3275107" y="2645844"/>
                  </a:lnTo>
                  <a:lnTo>
                    <a:pt x="3318743" y="2569966"/>
                  </a:lnTo>
                  <a:lnTo>
                    <a:pt x="3362339" y="2494863"/>
                  </a:lnTo>
                  <a:lnTo>
                    <a:pt x="3405873" y="2421095"/>
                  </a:lnTo>
                  <a:lnTo>
                    <a:pt x="3449338" y="2349181"/>
                  </a:lnTo>
                  <a:lnTo>
                    <a:pt x="3492750" y="2279586"/>
                  </a:lnTo>
                  <a:lnTo>
                    <a:pt x="3536148" y="2212702"/>
                  </a:lnTo>
                  <a:lnTo>
                    <a:pt x="3579602" y="2148850"/>
                  </a:lnTo>
                  <a:lnTo>
                    <a:pt x="3623221" y="2088272"/>
                  </a:lnTo>
                  <a:lnTo>
                    <a:pt x="3667155" y="2031129"/>
                  </a:lnTo>
                  <a:lnTo>
                    <a:pt x="3711599" y="1977509"/>
                  </a:lnTo>
                  <a:lnTo>
                    <a:pt x="3756805" y="1927427"/>
                  </a:lnTo>
                  <a:lnTo>
                    <a:pt x="3803089" y="1880834"/>
                  </a:lnTo>
                  <a:lnTo>
                    <a:pt x="3820202" y="1864792"/>
                  </a:lnTo>
                  <a:lnTo>
                    <a:pt x="3871424" y="1820525"/>
                  </a:lnTo>
                  <a:lnTo>
                    <a:pt x="3925029" y="1780051"/>
                  </a:lnTo>
                  <a:lnTo>
                    <a:pt x="3981674" y="1743240"/>
                  </a:lnTo>
                  <a:lnTo>
                    <a:pt x="4042081" y="1709837"/>
                  </a:lnTo>
                  <a:lnTo>
                    <a:pt x="4107000" y="1679536"/>
                  </a:lnTo>
                  <a:lnTo>
                    <a:pt x="4177167" y="1652019"/>
                  </a:lnTo>
                  <a:lnTo>
                    <a:pt x="4253259" y="1626986"/>
                  </a:lnTo>
                  <a:lnTo>
                    <a:pt x="4335829" y="1604172"/>
                  </a:lnTo>
                  <a:lnTo>
                    <a:pt x="4425221" y="1583357"/>
                  </a:lnTo>
                  <a:lnTo>
                    <a:pt x="4521463" y="1564367"/>
                  </a:lnTo>
                  <a:lnTo>
                    <a:pt x="4624138" y="1547082"/>
                  </a:lnTo>
                  <a:lnTo>
                    <a:pt x="4732243" y="1531434"/>
                  </a:lnTo>
                  <a:lnTo>
                    <a:pt x="4844071" y="1517397"/>
                  </a:lnTo>
                  <a:lnTo>
                    <a:pt x="4957142" y="1504986"/>
                  </a:lnTo>
                  <a:lnTo>
                    <a:pt x="5068246" y="1494232"/>
                  </a:lnTo>
                  <a:lnTo>
                    <a:pt x="5173637" y="1485168"/>
                  </a:lnTo>
                  <a:lnTo>
                    <a:pt x="5269405" y="1477797"/>
                  </a:lnTo>
                  <a:lnTo>
                    <a:pt x="5351982" y="1472074"/>
                  </a:lnTo>
                  <a:lnTo>
                    <a:pt x="5418703" y="1467889"/>
                  </a:lnTo>
                  <a:lnTo>
                    <a:pt x="5468287" y="1465062"/>
                  </a:lnTo>
                  <a:lnTo>
                    <a:pt x="5501114" y="1463354"/>
                  </a:lnTo>
                  <a:lnTo>
                    <a:pt x="5519269" y="1462490"/>
                  </a:lnTo>
                  <a:lnTo>
                    <a:pt x="5526387" y="1462179"/>
                  </a:lnTo>
                  <a:lnTo>
                    <a:pt x="5527445" y="1462136"/>
                  </a:lnTo>
                  <a:lnTo>
                    <a:pt x="6522385" y="1462136"/>
                  </a:lnTo>
                  <a:lnTo>
                    <a:pt x="6523505" y="1462109"/>
                  </a:lnTo>
                  <a:lnTo>
                    <a:pt x="6530897" y="1461914"/>
                  </a:lnTo>
                  <a:lnTo>
                    <a:pt x="6549636" y="1461374"/>
                  </a:lnTo>
                  <a:lnTo>
                    <a:pt x="6583404" y="1460311"/>
                  </a:lnTo>
                  <a:lnTo>
                    <a:pt x="6634268" y="1458554"/>
                  </a:lnTo>
                  <a:lnTo>
                    <a:pt x="6702534" y="1455957"/>
                  </a:lnTo>
                  <a:lnTo>
                    <a:pt x="6786795" y="1452412"/>
                  </a:lnTo>
                  <a:lnTo>
                    <a:pt x="6884240" y="1447852"/>
                  </a:lnTo>
                  <a:lnTo>
                    <a:pt x="6991163" y="1442253"/>
                  </a:lnTo>
                  <a:lnTo>
                    <a:pt x="7103550" y="1435619"/>
                  </a:lnTo>
                  <a:lnTo>
                    <a:pt x="7217596" y="1427970"/>
                  </a:lnTo>
                  <a:lnTo>
                    <a:pt x="7330078" y="1419326"/>
                  </a:lnTo>
                  <a:lnTo>
                    <a:pt x="7438538" y="1409693"/>
                  </a:lnTo>
                  <a:lnTo>
                    <a:pt x="7541314" y="1399052"/>
                  </a:lnTo>
                  <a:lnTo>
                    <a:pt x="7637462" y="1387357"/>
                  </a:lnTo>
                  <a:lnTo>
                    <a:pt x="7726622" y="1374530"/>
                  </a:lnTo>
                  <a:lnTo>
                    <a:pt x="7808877" y="1360459"/>
                  </a:lnTo>
                  <a:lnTo>
                    <a:pt x="7884620" y="1345003"/>
                  </a:lnTo>
                  <a:lnTo>
                    <a:pt x="7954443" y="1327994"/>
                  </a:lnTo>
                  <a:lnTo>
                    <a:pt x="8019054" y="1309243"/>
                  </a:lnTo>
                  <a:lnTo>
                    <a:pt x="8079216" y="1288555"/>
                  </a:lnTo>
                  <a:lnTo>
                    <a:pt x="8135693" y="1265743"/>
                  </a:lnTo>
                  <a:lnTo>
                    <a:pt x="8189218" y="1240661"/>
                  </a:lnTo>
                  <a:lnTo>
                    <a:pt x="8229629" y="1219320"/>
                  </a:lnTo>
                  <a:lnTo>
                    <a:pt x="8283325" y="1187674"/>
                  </a:lnTo>
                  <a:lnTo>
                    <a:pt x="8335490" y="1153257"/>
                  </a:lnTo>
                  <a:lnTo>
                    <a:pt x="8386621" y="1116018"/>
                  </a:lnTo>
                  <a:lnTo>
                    <a:pt x="8437100" y="1075973"/>
                  </a:lnTo>
                  <a:lnTo>
                    <a:pt x="8487214" y="1033211"/>
                  </a:lnTo>
                  <a:lnTo>
                    <a:pt x="8537171" y="987906"/>
                  </a:lnTo>
                  <a:lnTo>
                    <a:pt x="8587107" y="940313"/>
                  </a:lnTo>
                  <a:lnTo>
                    <a:pt x="8637102" y="890767"/>
                  </a:lnTo>
                  <a:lnTo>
                    <a:pt x="8687185" y="839681"/>
                  </a:lnTo>
                  <a:lnTo>
                    <a:pt x="8737350" y="787526"/>
                  </a:lnTo>
                  <a:lnTo>
                    <a:pt x="8787562" y="734820"/>
                  </a:lnTo>
                  <a:lnTo>
                    <a:pt x="8837775" y="682102"/>
                  </a:lnTo>
                  <a:lnTo>
                    <a:pt x="8887943" y="629913"/>
                  </a:lnTo>
                  <a:lnTo>
                    <a:pt x="8938030" y="578770"/>
                  </a:lnTo>
                  <a:lnTo>
                    <a:pt x="8988028" y="529150"/>
                  </a:lnTo>
                  <a:lnTo>
                    <a:pt x="9037966" y="481465"/>
                  </a:lnTo>
                  <a:lnTo>
                    <a:pt x="9087919" y="436056"/>
                  </a:lnTo>
                  <a:lnTo>
                    <a:pt x="9138023" y="393182"/>
                  </a:lnTo>
                  <a:lnTo>
                    <a:pt x="9188481" y="353017"/>
                  </a:lnTo>
                  <a:lnTo>
                    <a:pt x="9239577" y="315657"/>
                  </a:lnTo>
                  <a:lnTo>
                    <a:pt x="9291688" y="281120"/>
                  </a:lnTo>
                  <a:lnTo>
                    <a:pt x="9345306" y="249357"/>
                  </a:lnTo>
                  <a:lnTo>
                    <a:pt x="9347647" y="248056"/>
                  </a:lnTo>
                  <a:lnTo>
                    <a:pt x="9399318" y="221143"/>
                  </a:lnTo>
                  <a:lnTo>
                    <a:pt x="9453418" y="196556"/>
                  </a:lnTo>
                  <a:lnTo>
                    <a:pt x="9510622" y="174214"/>
                  </a:lnTo>
                  <a:lnTo>
                    <a:pt x="9571672" y="153957"/>
                  </a:lnTo>
                  <a:lnTo>
                    <a:pt x="9637338" y="135596"/>
                  </a:lnTo>
                  <a:lnTo>
                    <a:pt x="9708373" y="118935"/>
                  </a:lnTo>
                  <a:lnTo>
                    <a:pt x="9785467" y="103790"/>
                  </a:lnTo>
                  <a:lnTo>
                    <a:pt x="9869178" y="89996"/>
                  </a:lnTo>
                  <a:lnTo>
                    <a:pt x="9959842" y="77420"/>
                  </a:lnTo>
                  <a:lnTo>
                    <a:pt x="10057459" y="65957"/>
                  </a:lnTo>
                  <a:lnTo>
                    <a:pt x="10161556" y="55535"/>
                  </a:lnTo>
                  <a:lnTo>
                    <a:pt x="10271044" y="46114"/>
                  </a:lnTo>
                  <a:lnTo>
                    <a:pt x="10384096" y="37682"/>
                  </a:lnTo>
                  <a:lnTo>
                    <a:pt x="10498081" y="30249"/>
                  </a:lnTo>
                  <a:lnTo>
                    <a:pt x="10609631" y="23836"/>
                  </a:lnTo>
                  <a:lnTo>
                    <a:pt x="10714859" y="18460"/>
                  </a:lnTo>
                  <a:lnTo>
                    <a:pt x="10809768" y="14121"/>
                  </a:lnTo>
                  <a:lnTo>
                    <a:pt x="10890796" y="10786"/>
                  </a:lnTo>
                  <a:lnTo>
                    <a:pt x="10955395" y="8379"/>
                  </a:lnTo>
                  <a:lnTo>
                    <a:pt x="11002507" y="6784"/>
                  </a:lnTo>
                  <a:lnTo>
                    <a:pt x="11032820" y="5848"/>
                  </a:lnTo>
                  <a:lnTo>
                    <a:pt x="11048766" y="5398"/>
                  </a:lnTo>
                  <a:lnTo>
                    <a:pt x="11054342" y="525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1" y="27"/>
                  </a:lnTo>
                  <a:lnTo>
                    <a:pt x="11046379" y="222"/>
                  </a:lnTo>
                  <a:lnTo>
                    <a:pt x="11027640" y="761"/>
                  </a:lnTo>
                  <a:lnTo>
                    <a:pt x="10993873" y="1825"/>
                  </a:lnTo>
                  <a:lnTo>
                    <a:pt x="10943009" y="3582"/>
                  </a:lnTo>
                  <a:lnTo>
                    <a:pt x="10874743" y="6178"/>
                  </a:lnTo>
                  <a:lnTo>
                    <a:pt x="10790482" y="9724"/>
                  </a:lnTo>
                  <a:lnTo>
                    <a:pt x="10693037" y="14284"/>
                  </a:lnTo>
                  <a:lnTo>
                    <a:pt x="10586113" y="19883"/>
                  </a:lnTo>
                  <a:lnTo>
                    <a:pt x="10473726" y="26517"/>
                  </a:lnTo>
                  <a:lnTo>
                    <a:pt x="10359680" y="34166"/>
                  </a:lnTo>
                  <a:lnTo>
                    <a:pt x="10247199" y="42810"/>
                  </a:lnTo>
                  <a:lnTo>
                    <a:pt x="10138739" y="52443"/>
                  </a:lnTo>
                  <a:lnTo>
                    <a:pt x="10035963" y="63084"/>
                  </a:lnTo>
                  <a:lnTo>
                    <a:pt x="9939815" y="74778"/>
                  </a:lnTo>
                  <a:lnTo>
                    <a:pt x="9850655" y="87606"/>
                  </a:lnTo>
                  <a:lnTo>
                    <a:pt x="9768400" y="101677"/>
                  </a:lnTo>
                  <a:lnTo>
                    <a:pt x="9692657" y="117133"/>
                  </a:lnTo>
                  <a:lnTo>
                    <a:pt x="9622834" y="134142"/>
                  </a:lnTo>
                  <a:lnTo>
                    <a:pt x="9558222" y="152893"/>
                  </a:lnTo>
                  <a:lnTo>
                    <a:pt x="9498061" y="173581"/>
                  </a:lnTo>
                  <a:lnTo>
                    <a:pt x="9441583" y="196393"/>
                  </a:lnTo>
                  <a:lnTo>
                    <a:pt x="9388058" y="221475"/>
                  </a:lnTo>
                  <a:lnTo>
                    <a:pt x="9347647" y="242816"/>
                  </a:lnTo>
                  <a:lnTo>
                    <a:pt x="9293951" y="274462"/>
                  </a:lnTo>
                  <a:lnTo>
                    <a:pt x="9241786" y="308879"/>
                  </a:lnTo>
                  <a:lnTo>
                    <a:pt x="9190656" y="346118"/>
                  </a:lnTo>
                  <a:lnTo>
                    <a:pt x="9140177" y="386163"/>
                  </a:lnTo>
                  <a:lnTo>
                    <a:pt x="9090063" y="428924"/>
                  </a:lnTo>
                  <a:lnTo>
                    <a:pt x="9040106" y="474230"/>
                  </a:lnTo>
                  <a:lnTo>
                    <a:pt x="8990170" y="521823"/>
                  </a:lnTo>
                  <a:lnTo>
                    <a:pt x="8940175" y="571369"/>
                  </a:lnTo>
                  <a:lnTo>
                    <a:pt x="8890091" y="622455"/>
                  </a:lnTo>
                  <a:lnTo>
                    <a:pt x="8839927" y="674610"/>
                  </a:lnTo>
                  <a:lnTo>
                    <a:pt x="8789714" y="727316"/>
                  </a:lnTo>
                  <a:lnTo>
                    <a:pt x="8739501" y="780034"/>
                  </a:lnTo>
                  <a:lnTo>
                    <a:pt x="8689334" y="832223"/>
                  </a:lnTo>
                  <a:lnTo>
                    <a:pt x="8639247" y="883365"/>
                  </a:lnTo>
                  <a:lnTo>
                    <a:pt x="8589248" y="932986"/>
                  </a:lnTo>
                  <a:lnTo>
                    <a:pt x="8539310" y="980671"/>
                  </a:lnTo>
                  <a:lnTo>
                    <a:pt x="8489357" y="1026080"/>
                  </a:lnTo>
                  <a:lnTo>
                    <a:pt x="8439253" y="1068954"/>
                  </a:lnTo>
                  <a:lnTo>
                    <a:pt x="8388795" y="1109119"/>
                  </a:lnTo>
                  <a:lnTo>
                    <a:pt x="8337700" y="1146479"/>
                  </a:lnTo>
                  <a:lnTo>
                    <a:pt x="8285589" y="1181016"/>
                  </a:lnTo>
                  <a:lnTo>
                    <a:pt x="8231970" y="1212779"/>
                  </a:lnTo>
                  <a:lnTo>
                    <a:pt x="8229629" y="1214080"/>
                  </a:lnTo>
                  <a:lnTo>
                    <a:pt x="8177958" y="1240993"/>
                  </a:lnTo>
                  <a:lnTo>
                    <a:pt x="8123859" y="1265580"/>
                  </a:lnTo>
                  <a:lnTo>
                    <a:pt x="8066655" y="1287922"/>
                  </a:lnTo>
                  <a:lnTo>
                    <a:pt x="8005605" y="1308179"/>
                  </a:lnTo>
                  <a:lnTo>
                    <a:pt x="7939939" y="1326539"/>
                  </a:lnTo>
                  <a:lnTo>
                    <a:pt x="7868904" y="1343200"/>
                  </a:lnTo>
                  <a:lnTo>
                    <a:pt x="7791809" y="1358346"/>
                  </a:lnTo>
                  <a:lnTo>
                    <a:pt x="7708098" y="1372140"/>
                  </a:lnTo>
                  <a:lnTo>
                    <a:pt x="7617434" y="1384716"/>
                  </a:lnTo>
                  <a:lnTo>
                    <a:pt x="7519818" y="1396179"/>
                  </a:lnTo>
                  <a:lnTo>
                    <a:pt x="7415721" y="1406601"/>
                  </a:lnTo>
                  <a:lnTo>
                    <a:pt x="7306232" y="1416022"/>
                  </a:lnTo>
                  <a:lnTo>
                    <a:pt x="7193181" y="1424453"/>
                  </a:lnTo>
                  <a:lnTo>
                    <a:pt x="7079195" y="1431887"/>
                  </a:lnTo>
                  <a:lnTo>
                    <a:pt x="6967645" y="1438300"/>
                  </a:lnTo>
                  <a:lnTo>
                    <a:pt x="6862417" y="1443676"/>
                  </a:lnTo>
                  <a:lnTo>
                    <a:pt x="6767508" y="1448015"/>
                  </a:lnTo>
                  <a:lnTo>
                    <a:pt x="6686481" y="1451350"/>
                  </a:lnTo>
                  <a:lnTo>
                    <a:pt x="6621882" y="1453757"/>
                  </a:lnTo>
                  <a:lnTo>
                    <a:pt x="6574769" y="1455352"/>
                  </a:lnTo>
                  <a:lnTo>
                    <a:pt x="6544456" y="1456287"/>
                  </a:lnTo>
                  <a:lnTo>
                    <a:pt x="6528510" y="1456738"/>
                  </a:lnTo>
                  <a:lnTo>
                    <a:pt x="6522935" y="1456883"/>
                  </a:lnTo>
                  <a:lnTo>
                    <a:pt x="6522385" y="1456896"/>
                  </a:lnTo>
                  <a:lnTo>
                    <a:pt x="5527445" y="1456896"/>
                  </a:lnTo>
                  <a:lnTo>
                    <a:pt x="5526353" y="1456940"/>
                  </a:lnTo>
                  <a:lnTo>
                    <a:pt x="5519141" y="1457256"/>
                  </a:lnTo>
                  <a:lnTo>
                    <a:pt x="5500846" y="1458127"/>
                  </a:lnTo>
                  <a:lnTo>
                    <a:pt x="5467848" y="1459845"/>
                  </a:lnTo>
                  <a:lnTo>
                    <a:pt x="5418080" y="1462685"/>
                  </a:lnTo>
                  <a:lnTo>
                    <a:pt x="5351180" y="1466886"/>
                  </a:lnTo>
                  <a:lnTo>
                    <a:pt x="5268446" y="1472626"/>
                  </a:lnTo>
                  <a:lnTo>
                    <a:pt x="5172555" y="1480015"/>
                  </a:lnTo>
                  <a:lnTo>
                    <a:pt x="5067082" y="1489098"/>
                  </a:lnTo>
                  <a:lnTo>
                    <a:pt x="4955938" y="1499869"/>
                  </a:lnTo>
                  <a:lnTo>
                    <a:pt x="4842864" y="1512298"/>
                  </a:lnTo>
                  <a:lnTo>
                    <a:pt x="4731064" y="1526352"/>
                  </a:lnTo>
                  <a:lnTo>
                    <a:pt x="4623009" y="1542018"/>
                  </a:lnTo>
                  <a:lnTo>
                    <a:pt x="4520399" y="1559320"/>
                  </a:lnTo>
                  <a:lnTo>
                    <a:pt x="4424229" y="1578329"/>
                  </a:lnTo>
                  <a:lnTo>
                    <a:pt x="4334911" y="1599165"/>
                  </a:lnTo>
                  <a:lnTo>
                    <a:pt x="4252412" y="1622001"/>
                  </a:lnTo>
                  <a:lnTo>
                    <a:pt x="4176387" y="1647058"/>
                  </a:lnTo>
                  <a:lnTo>
                    <a:pt x="4106280" y="1674604"/>
                  </a:lnTo>
                  <a:lnTo>
                    <a:pt x="4041413" y="1704937"/>
                  </a:lnTo>
                  <a:lnTo>
                    <a:pt x="3981050" y="1738374"/>
                  </a:lnTo>
                  <a:lnTo>
                    <a:pt x="3924442" y="1775224"/>
                  </a:lnTo>
                  <a:lnTo>
                    <a:pt x="3870865" y="1815737"/>
                  </a:lnTo>
                  <a:lnTo>
                    <a:pt x="3820202" y="1859551"/>
                  </a:lnTo>
                  <a:lnTo>
                    <a:pt x="3773434" y="1904902"/>
                  </a:lnTo>
                  <a:lnTo>
                    <a:pt x="3727878" y="1953711"/>
                  </a:lnTo>
                  <a:lnTo>
                    <a:pt x="3683190" y="2006048"/>
                  </a:lnTo>
                  <a:lnTo>
                    <a:pt x="3639097" y="2061920"/>
                  </a:lnTo>
                  <a:lnTo>
                    <a:pt x="3595384" y="2121268"/>
                  </a:lnTo>
                  <a:lnTo>
                    <a:pt x="3551884" y="2183957"/>
                  </a:lnTo>
                  <a:lnTo>
                    <a:pt x="3508476" y="2249775"/>
                  </a:lnTo>
                  <a:lnTo>
                    <a:pt x="3465075" y="2318430"/>
                  </a:lnTo>
                  <a:lnTo>
                    <a:pt x="3421632" y="2389553"/>
                  </a:lnTo>
                  <a:lnTo>
                    <a:pt x="3378123" y="2462706"/>
                  </a:lnTo>
                  <a:lnTo>
                    <a:pt x="3334548" y="2537389"/>
                  </a:lnTo>
                  <a:lnTo>
                    <a:pt x="3290924" y="2613053"/>
                  </a:lnTo>
                  <a:lnTo>
                    <a:pt x="3247278" y="2689120"/>
                  </a:lnTo>
                  <a:lnTo>
                    <a:pt x="3203642" y="2764998"/>
                  </a:lnTo>
                  <a:lnTo>
                    <a:pt x="3160046" y="2840102"/>
                  </a:lnTo>
                  <a:lnTo>
                    <a:pt x="3116512" y="2913870"/>
                  </a:lnTo>
                  <a:lnTo>
                    <a:pt x="3073047" y="2985783"/>
                  </a:lnTo>
                  <a:lnTo>
                    <a:pt x="3029635" y="3055379"/>
                  </a:lnTo>
                  <a:lnTo>
                    <a:pt x="2986237" y="3122263"/>
                  </a:lnTo>
                  <a:lnTo>
                    <a:pt x="2942783" y="3186114"/>
                  </a:lnTo>
                  <a:lnTo>
                    <a:pt x="2899164" y="3246693"/>
                  </a:lnTo>
                  <a:lnTo>
                    <a:pt x="2855230" y="3303835"/>
                  </a:lnTo>
                  <a:lnTo>
                    <a:pt x="2810786" y="3357455"/>
                  </a:lnTo>
                  <a:lnTo>
                    <a:pt x="2765580" y="3407538"/>
                  </a:lnTo>
                  <a:lnTo>
                    <a:pt x="2719296" y="3454131"/>
                  </a:lnTo>
                  <a:lnTo>
                    <a:pt x="2702183" y="3470173"/>
                  </a:lnTo>
                  <a:lnTo>
                    <a:pt x="2650961" y="3514440"/>
                  </a:lnTo>
                  <a:lnTo>
                    <a:pt x="2597356" y="3554913"/>
                  </a:lnTo>
                  <a:lnTo>
                    <a:pt x="2540711" y="3591724"/>
                  </a:lnTo>
                  <a:lnTo>
                    <a:pt x="2480304" y="3625127"/>
                  </a:lnTo>
                  <a:lnTo>
                    <a:pt x="2415385" y="3655429"/>
                  </a:lnTo>
                  <a:lnTo>
                    <a:pt x="2345218" y="3682946"/>
                  </a:lnTo>
                  <a:lnTo>
                    <a:pt x="2269126" y="3707979"/>
                  </a:lnTo>
                  <a:lnTo>
                    <a:pt x="2186556" y="3730792"/>
                  </a:lnTo>
                  <a:lnTo>
                    <a:pt x="2097164" y="3751608"/>
                  </a:lnTo>
                  <a:lnTo>
                    <a:pt x="2000922" y="3770598"/>
                  </a:lnTo>
                  <a:lnTo>
                    <a:pt x="1898247" y="3787882"/>
                  </a:lnTo>
                  <a:lnTo>
                    <a:pt x="1790142" y="3803531"/>
                  </a:lnTo>
                  <a:lnTo>
                    <a:pt x="1678314" y="3817567"/>
                  </a:lnTo>
                  <a:lnTo>
                    <a:pt x="1565243" y="3829979"/>
                  </a:lnTo>
                  <a:lnTo>
                    <a:pt x="1454139" y="3840732"/>
                  </a:lnTo>
                  <a:lnTo>
                    <a:pt x="1348748" y="3849797"/>
                  </a:lnTo>
                  <a:lnTo>
                    <a:pt x="1252980" y="3857168"/>
                  </a:lnTo>
                  <a:lnTo>
                    <a:pt x="1170403" y="3862891"/>
                  </a:lnTo>
                  <a:lnTo>
                    <a:pt x="1103682" y="3867076"/>
                  </a:lnTo>
                  <a:lnTo>
                    <a:pt x="1054098" y="3869903"/>
                  </a:lnTo>
                  <a:lnTo>
                    <a:pt x="1021271" y="3871610"/>
                  </a:lnTo>
                  <a:lnTo>
                    <a:pt x="1003116" y="3872474"/>
                  </a:lnTo>
                  <a:lnTo>
                    <a:pt x="995998" y="3872785"/>
                  </a:lnTo>
                  <a:lnTo>
                    <a:pt x="994940" y="3872828"/>
                  </a:lnTo>
                  <a:lnTo>
                    <a:pt x="0" y="3872828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40" name="pl1539"/>
            <p:cNvSpPr/>
            <p:nvPr/>
          </p:nvSpPr>
          <p:spPr>
            <a:xfrm>
              <a:off x="1199187" y="1592988"/>
              <a:ext cx="12049831" cy="3872828"/>
            </a:xfrm>
            <a:custGeom>
              <a:avLst/>
              <a:pathLst>
                <a:path w="12049831" h="3872828">
                  <a:moveTo>
                    <a:pt x="0" y="3872828"/>
                  </a:moveTo>
                  <a:lnTo>
                    <a:pt x="994940" y="3872828"/>
                  </a:lnTo>
                  <a:lnTo>
                    <a:pt x="996032" y="3872784"/>
                  </a:lnTo>
                  <a:lnTo>
                    <a:pt x="1003244" y="3872468"/>
                  </a:lnTo>
                  <a:lnTo>
                    <a:pt x="1021539" y="3871597"/>
                  </a:lnTo>
                  <a:lnTo>
                    <a:pt x="1054537" y="3869879"/>
                  </a:lnTo>
                  <a:lnTo>
                    <a:pt x="1104305" y="3867039"/>
                  </a:lnTo>
                  <a:lnTo>
                    <a:pt x="1171205" y="3862838"/>
                  </a:lnTo>
                  <a:lnTo>
                    <a:pt x="1253939" y="3857098"/>
                  </a:lnTo>
                  <a:lnTo>
                    <a:pt x="1349830" y="3849709"/>
                  </a:lnTo>
                  <a:lnTo>
                    <a:pt x="1455303" y="3840626"/>
                  </a:lnTo>
                  <a:lnTo>
                    <a:pt x="1566447" y="3829855"/>
                  </a:lnTo>
                  <a:lnTo>
                    <a:pt x="1679521" y="3817426"/>
                  </a:lnTo>
                  <a:lnTo>
                    <a:pt x="1791321" y="3803372"/>
                  </a:lnTo>
                  <a:lnTo>
                    <a:pt x="1899376" y="3787706"/>
                  </a:lnTo>
                  <a:lnTo>
                    <a:pt x="2001986" y="3770404"/>
                  </a:lnTo>
                  <a:lnTo>
                    <a:pt x="2098156" y="3751395"/>
                  </a:lnTo>
                  <a:lnTo>
                    <a:pt x="2187474" y="3730559"/>
                  </a:lnTo>
                  <a:lnTo>
                    <a:pt x="2269973" y="3707723"/>
                  </a:lnTo>
                  <a:lnTo>
                    <a:pt x="2345998" y="3682665"/>
                  </a:lnTo>
                  <a:lnTo>
                    <a:pt x="2416105" y="3655120"/>
                  </a:lnTo>
                  <a:lnTo>
                    <a:pt x="2480972" y="3624787"/>
                  </a:lnTo>
                  <a:lnTo>
                    <a:pt x="2541335" y="3591350"/>
                  </a:lnTo>
                  <a:lnTo>
                    <a:pt x="2597943" y="3554500"/>
                  </a:lnTo>
                  <a:lnTo>
                    <a:pt x="2651520" y="3513987"/>
                  </a:lnTo>
                  <a:lnTo>
                    <a:pt x="2702183" y="3470173"/>
                  </a:lnTo>
                  <a:lnTo>
                    <a:pt x="2748951" y="3424822"/>
                  </a:lnTo>
                  <a:lnTo>
                    <a:pt x="2794507" y="3376012"/>
                  </a:lnTo>
                  <a:lnTo>
                    <a:pt x="2839195" y="3323676"/>
                  </a:lnTo>
                  <a:lnTo>
                    <a:pt x="2883288" y="3267804"/>
                  </a:lnTo>
                  <a:lnTo>
                    <a:pt x="2927001" y="3208456"/>
                  </a:lnTo>
                  <a:lnTo>
                    <a:pt x="2970501" y="3145767"/>
                  </a:lnTo>
                  <a:lnTo>
                    <a:pt x="3013909" y="3079949"/>
                  </a:lnTo>
                  <a:lnTo>
                    <a:pt x="3057310" y="3011294"/>
                  </a:lnTo>
                  <a:lnTo>
                    <a:pt x="3100753" y="2940171"/>
                  </a:lnTo>
                  <a:lnTo>
                    <a:pt x="3144262" y="2867017"/>
                  </a:lnTo>
                  <a:lnTo>
                    <a:pt x="3187837" y="2792335"/>
                  </a:lnTo>
                  <a:lnTo>
                    <a:pt x="3231461" y="2716671"/>
                  </a:lnTo>
                  <a:lnTo>
                    <a:pt x="3275107" y="2640604"/>
                  </a:lnTo>
                  <a:lnTo>
                    <a:pt x="3318743" y="2564725"/>
                  </a:lnTo>
                  <a:lnTo>
                    <a:pt x="3362339" y="2489622"/>
                  </a:lnTo>
                  <a:lnTo>
                    <a:pt x="3405873" y="2415854"/>
                  </a:lnTo>
                  <a:lnTo>
                    <a:pt x="3449338" y="2343941"/>
                  </a:lnTo>
                  <a:lnTo>
                    <a:pt x="3492750" y="2274345"/>
                  </a:lnTo>
                  <a:lnTo>
                    <a:pt x="3536148" y="2207461"/>
                  </a:lnTo>
                  <a:lnTo>
                    <a:pt x="3579602" y="2143609"/>
                  </a:lnTo>
                  <a:lnTo>
                    <a:pt x="3623221" y="2083031"/>
                  </a:lnTo>
                  <a:lnTo>
                    <a:pt x="3667155" y="2025889"/>
                  </a:lnTo>
                  <a:lnTo>
                    <a:pt x="3711599" y="1972268"/>
                  </a:lnTo>
                  <a:lnTo>
                    <a:pt x="3756805" y="1922186"/>
                  </a:lnTo>
                  <a:lnTo>
                    <a:pt x="3803089" y="1875593"/>
                  </a:lnTo>
                  <a:lnTo>
                    <a:pt x="3820202" y="1859551"/>
                  </a:lnTo>
                  <a:lnTo>
                    <a:pt x="3871424" y="1815284"/>
                  </a:lnTo>
                  <a:lnTo>
                    <a:pt x="3925029" y="1774811"/>
                  </a:lnTo>
                  <a:lnTo>
                    <a:pt x="3981674" y="1737999"/>
                  </a:lnTo>
                  <a:lnTo>
                    <a:pt x="4042081" y="1704597"/>
                  </a:lnTo>
                  <a:lnTo>
                    <a:pt x="4107000" y="1674295"/>
                  </a:lnTo>
                  <a:lnTo>
                    <a:pt x="4177167" y="1646778"/>
                  </a:lnTo>
                  <a:lnTo>
                    <a:pt x="4253259" y="1621745"/>
                  </a:lnTo>
                  <a:lnTo>
                    <a:pt x="4335829" y="1598932"/>
                  </a:lnTo>
                  <a:lnTo>
                    <a:pt x="4425221" y="1578116"/>
                  </a:lnTo>
                  <a:lnTo>
                    <a:pt x="4521463" y="1559126"/>
                  </a:lnTo>
                  <a:lnTo>
                    <a:pt x="4624138" y="1541842"/>
                  </a:lnTo>
                  <a:lnTo>
                    <a:pt x="4732243" y="1526193"/>
                  </a:lnTo>
                  <a:lnTo>
                    <a:pt x="4844071" y="1512157"/>
                  </a:lnTo>
                  <a:lnTo>
                    <a:pt x="4957142" y="1499745"/>
                  </a:lnTo>
                  <a:lnTo>
                    <a:pt x="5068246" y="1488992"/>
                  </a:lnTo>
                  <a:lnTo>
                    <a:pt x="5173637" y="1479927"/>
                  </a:lnTo>
                  <a:lnTo>
                    <a:pt x="5269405" y="1472556"/>
                  </a:lnTo>
                  <a:lnTo>
                    <a:pt x="5351982" y="1466833"/>
                  </a:lnTo>
                  <a:lnTo>
                    <a:pt x="5418703" y="1462648"/>
                  </a:lnTo>
                  <a:lnTo>
                    <a:pt x="5468287" y="1459821"/>
                  </a:lnTo>
                  <a:lnTo>
                    <a:pt x="5501114" y="1458114"/>
                  </a:lnTo>
                  <a:lnTo>
                    <a:pt x="5519269" y="1457250"/>
                  </a:lnTo>
                  <a:lnTo>
                    <a:pt x="5526387" y="1456939"/>
                  </a:lnTo>
                  <a:lnTo>
                    <a:pt x="5527445" y="1456896"/>
                  </a:lnTo>
                  <a:lnTo>
                    <a:pt x="6522385" y="1456896"/>
                  </a:lnTo>
                  <a:lnTo>
                    <a:pt x="6523505" y="1456868"/>
                  </a:lnTo>
                  <a:lnTo>
                    <a:pt x="6530897" y="1456673"/>
                  </a:lnTo>
                  <a:lnTo>
                    <a:pt x="6549636" y="1456134"/>
                  </a:lnTo>
                  <a:lnTo>
                    <a:pt x="6583404" y="1455071"/>
                  </a:lnTo>
                  <a:lnTo>
                    <a:pt x="6634268" y="1453314"/>
                  </a:lnTo>
                  <a:lnTo>
                    <a:pt x="6702534" y="1450717"/>
                  </a:lnTo>
                  <a:lnTo>
                    <a:pt x="6786795" y="1447171"/>
                  </a:lnTo>
                  <a:lnTo>
                    <a:pt x="6884240" y="1442612"/>
                  </a:lnTo>
                  <a:lnTo>
                    <a:pt x="6991163" y="1437012"/>
                  </a:lnTo>
                  <a:lnTo>
                    <a:pt x="7103550" y="1430378"/>
                  </a:lnTo>
                  <a:lnTo>
                    <a:pt x="7217596" y="1422729"/>
                  </a:lnTo>
                  <a:lnTo>
                    <a:pt x="7330078" y="1414085"/>
                  </a:lnTo>
                  <a:lnTo>
                    <a:pt x="7438538" y="1404452"/>
                  </a:lnTo>
                  <a:lnTo>
                    <a:pt x="7541314" y="1393811"/>
                  </a:lnTo>
                  <a:lnTo>
                    <a:pt x="7637462" y="1382117"/>
                  </a:lnTo>
                  <a:lnTo>
                    <a:pt x="7726622" y="1369290"/>
                  </a:lnTo>
                  <a:lnTo>
                    <a:pt x="7808877" y="1355219"/>
                  </a:lnTo>
                  <a:lnTo>
                    <a:pt x="7884620" y="1339762"/>
                  </a:lnTo>
                  <a:lnTo>
                    <a:pt x="7954443" y="1322753"/>
                  </a:lnTo>
                  <a:lnTo>
                    <a:pt x="8019054" y="1304003"/>
                  </a:lnTo>
                  <a:lnTo>
                    <a:pt x="8079216" y="1283315"/>
                  </a:lnTo>
                  <a:lnTo>
                    <a:pt x="8135693" y="1260502"/>
                  </a:lnTo>
                  <a:lnTo>
                    <a:pt x="8189218" y="1235420"/>
                  </a:lnTo>
                  <a:lnTo>
                    <a:pt x="8229629" y="1214080"/>
                  </a:lnTo>
                  <a:lnTo>
                    <a:pt x="8283325" y="1182434"/>
                  </a:lnTo>
                  <a:lnTo>
                    <a:pt x="8335490" y="1148017"/>
                  </a:lnTo>
                  <a:lnTo>
                    <a:pt x="8386621" y="1110778"/>
                  </a:lnTo>
                  <a:lnTo>
                    <a:pt x="8437100" y="1070732"/>
                  </a:lnTo>
                  <a:lnTo>
                    <a:pt x="8487214" y="1027971"/>
                  </a:lnTo>
                  <a:lnTo>
                    <a:pt x="8537171" y="982666"/>
                  </a:lnTo>
                  <a:lnTo>
                    <a:pt x="8587107" y="935072"/>
                  </a:lnTo>
                  <a:lnTo>
                    <a:pt x="8637102" y="885527"/>
                  </a:lnTo>
                  <a:lnTo>
                    <a:pt x="8687185" y="834440"/>
                  </a:lnTo>
                  <a:lnTo>
                    <a:pt x="8737350" y="782286"/>
                  </a:lnTo>
                  <a:lnTo>
                    <a:pt x="8787562" y="729579"/>
                  </a:lnTo>
                  <a:lnTo>
                    <a:pt x="8837775" y="676861"/>
                  </a:lnTo>
                  <a:lnTo>
                    <a:pt x="8887943" y="624672"/>
                  </a:lnTo>
                  <a:lnTo>
                    <a:pt x="8938030" y="573530"/>
                  </a:lnTo>
                  <a:lnTo>
                    <a:pt x="8988028" y="523909"/>
                  </a:lnTo>
                  <a:lnTo>
                    <a:pt x="9037966" y="476225"/>
                  </a:lnTo>
                  <a:lnTo>
                    <a:pt x="9087919" y="430816"/>
                  </a:lnTo>
                  <a:lnTo>
                    <a:pt x="9138023" y="387941"/>
                  </a:lnTo>
                  <a:lnTo>
                    <a:pt x="9188481" y="347777"/>
                  </a:lnTo>
                  <a:lnTo>
                    <a:pt x="9239577" y="310417"/>
                  </a:lnTo>
                  <a:lnTo>
                    <a:pt x="9291688" y="275879"/>
                  </a:lnTo>
                  <a:lnTo>
                    <a:pt x="9345306" y="244116"/>
                  </a:lnTo>
                  <a:lnTo>
                    <a:pt x="9347647" y="242816"/>
                  </a:lnTo>
                  <a:lnTo>
                    <a:pt x="9399318" y="215902"/>
                  </a:lnTo>
                  <a:lnTo>
                    <a:pt x="9453418" y="191316"/>
                  </a:lnTo>
                  <a:lnTo>
                    <a:pt x="9510622" y="168973"/>
                  </a:lnTo>
                  <a:lnTo>
                    <a:pt x="9571672" y="148717"/>
                  </a:lnTo>
                  <a:lnTo>
                    <a:pt x="9637338" y="130356"/>
                  </a:lnTo>
                  <a:lnTo>
                    <a:pt x="9708373" y="113695"/>
                  </a:lnTo>
                  <a:lnTo>
                    <a:pt x="9785467" y="98549"/>
                  </a:lnTo>
                  <a:lnTo>
                    <a:pt x="9869178" y="84755"/>
                  </a:lnTo>
                  <a:lnTo>
                    <a:pt x="9959842" y="72179"/>
                  </a:lnTo>
                  <a:lnTo>
                    <a:pt x="10057459" y="60716"/>
                  </a:lnTo>
                  <a:lnTo>
                    <a:pt x="10161556" y="50294"/>
                  </a:lnTo>
                  <a:lnTo>
                    <a:pt x="10271044" y="40874"/>
                  </a:lnTo>
                  <a:lnTo>
                    <a:pt x="10384096" y="32442"/>
                  </a:lnTo>
                  <a:lnTo>
                    <a:pt x="10498081" y="25009"/>
                  </a:lnTo>
                  <a:lnTo>
                    <a:pt x="10609631" y="18595"/>
                  </a:lnTo>
                  <a:lnTo>
                    <a:pt x="10714859" y="13219"/>
                  </a:lnTo>
                  <a:lnTo>
                    <a:pt x="10809768" y="8880"/>
                  </a:lnTo>
                  <a:lnTo>
                    <a:pt x="10890796" y="5545"/>
                  </a:lnTo>
                  <a:lnTo>
                    <a:pt x="10955395" y="3139"/>
                  </a:lnTo>
                  <a:lnTo>
                    <a:pt x="11002507" y="1544"/>
                  </a:lnTo>
                  <a:lnTo>
                    <a:pt x="11032820" y="608"/>
                  </a:lnTo>
                  <a:lnTo>
                    <a:pt x="11048766" y="157"/>
                  </a:lnTo>
                  <a:lnTo>
                    <a:pt x="11054342" y="1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1" name="pl1540"/>
            <p:cNvSpPr/>
            <p:nvPr/>
          </p:nvSpPr>
          <p:spPr>
            <a:xfrm>
              <a:off x="1199187" y="1587747"/>
              <a:ext cx="12049831" cy="3872828"/>
            </a:xfrm>
            <a:custGeom>
              <a:avLst/>
              <a:pathLst>
                <a:path w="12049831" h="3872828">
                  <a:moveTo>
                    <a:pt x="12049831" y="0"/>
                  </a:moveTo>
                  <a:lnTo>
                    <a:pt x="11054891" y="0"/>
                  </a:lnTo>
                  <a:lnTo>
                    <a:pt x="11053771" y="27"/>
                  </a:lnTo>
                  <a:lnTo>
                    <a:pt x="11046379" y="222"/>
                  </a:lnTo>
                  <a:lnTo>
                    <a:pt x="11027640" y="761"/>
                  </a:lnTo>
                  <a:lnTo>
                    <a:pt x="10993873" y="1825"/>
                  </a:lnTo>
                  <a:lnTo>
                    <a:pt x="10943009" y="3582"/>
                  </a:lnTo>
                  <a:lnTo>
                    <a:pt x="10874743" y="6178"/>
                  </a:lnTo>
                  <a:lnTo>
                    <a:pt x="10790482" y="9724"/>
                  </a:lnTo>
                  <a:lnTo>
                    <a:pt x="10693037" y="14284"/>
                  </a:lnTo>
                  <a:lnTo>
                    <a:pt x="10586113" y="19883"/>
                  </a:lnTo>
                  <a:lnTo>
                    <a:pt x="10473726" y="26517"/>
                  </a:lnTo>
                  <a:lnTo>
                    <a:pt x="10359680" y="34166"/>
                  </a:lnTo>
                  <a:lnTo>
                    <a:pt x="10247199" y="42810"/>
                  </a:lnTo>
                  <a:lnTo>
                    <a:pt x="10138739" y="52443"/>
                  </a:lnTo>
                  <a:lnTo>
                    <a:pt x="10035963" y="63084"/>
                  </a:lnTo>
                  <a:lnTo>
                    <a:pt x="9939815" y="74778"/>
                  </a:lnTo>
                  <a:lnTo>
                    <a:pt x="9850655" y="87606"/>
                  </a:lnTo>
                  <a:lnTo>
                    <a:pt x="9768400" y="101677"/>
                  </a:lnTo>
                  <a:lnTo>
                    <a:pt x="9692657" y="117133"/>
                  </a:lnTo>
                  <a:lnTo>
                    <a:pt x="9622834" y="134142"/>
                  </a:lnTo>
                  <a:lnTo>
                    <a:pt x="9558222" y="152893"/>
                  </a:lnTo>
                  <a:lnTo>
                    <a:pt x="9498061" y="173581"/>
                  </a:lnTo>
                  <a:lnTo>
                    <a:pt x="9441583" y="196393"/>
                  </a:lnTo>
                  <a:lnTo>
                    <a:pt x="9388058" y="221475"/>
                  </a:lnTo>
                  <a:lnTo>
                    <a:pt x="9347647" y="242816"/>
                  </a:lnTo>
                  <a:lnTo>
                    <a:pt x="9293951" y="274462"/>
                  </a:lnTo>
                  <a:lnTo>
                    <a:pt x="9241786" y="308879"/>
                  </a:lnTo>
                  <a:lnTo>
                    <a:pt x="9190656" y="346118"/>
                  </a:lnTo>
                  <a:lnTo>
                    <a:pt x="9140177" y="386163"/>
                  </a:lnTo>
                  <a:lnTo>
                    <a:pt x="9090063" y="428924"/>
                  </a:lnTo>
                  <a:lnTo>
                    <a:pt x="9040106" y="474230"/>
                  </a:lnTo>
                  <a:lnTo>
                    <a:pt x="8990170" y="521823"/>
                  </a:lnTo>
                  <a:lnTo>
                    <a:pt x="8940175" y="571369"/>
                  </a:lnTo>
                  <a:lnTo>
                    <a:pt x="8890091" y="622455"/>
                  </a:lnTo>
                  <a:lnTo>
                    <a:pt x="8839927" y="674610"/>
                  </a:lnTo>
                  <a:lnTo>
                    <a:pt x="8789714" y="727316"/>
                  </a:lnTo>
                  <a:lnTo>
                    <a:pt x="8739501" y="780034"/>
                  </a:lnTo>
                  <a:lnTo>
                    <a:pt x="8689334" y="832223"/>
                  </a:lnTo>
                  <a:lnTo>
                    <a:pt x="8639247" y="883365"/>
                  </a:lnTo>
                  <a:lnTo>
                    <a:pt x="8589248" y="932986"/>
                  </a:lnTo>
                  <a:lnTo>
                    <a:pt x="8539310" y="980671"/>
                  </a:lnTo>
                  <a:lnTo>
                    <a:pt x="8489357" y="1026080"/>
                  </a:lnTo>
                  <a:lnTo>
                    <a:pt x="8439253" y="1068954"/>
                  </a:lnTo>
                  <a:lnTo>
                    <a:pt x="8388795" y="1109119"/>
                  </a:lnTo>
                  <a:lnTo>
                    <a:pt x="8337700" y="1146479"/>
                  </a:lnTo>
                  <a:lnTo>
                    <a:pt x="8285589" y="1181016"/>
                  </a:lnTo>
                  <a:lnTo>
                    <a:pt x="8231970" y="1212779"/>
                  </a:lnTo>
                  <a:lnTo>
                    <a:pt x="8229629" y="1214080"/>
                  </a:lnTo>
                  <a:lnTo>
                    <a:pt x="8177958" y="1240993"/>
                  </a:lnTo>
                  <a:lnTo>
                    <a:pt x="8123859" y="1265580"/>
                  </a:lnTo>
                  <a:lnTo>
                    <a:pt x="8066655" y="1287922"/>
                  </a:lnTo>
                  <a:lnTo>
                    <a:pt x="8005605" y="1308179"/>
                  </a:lnTo>
                  <a:lnTo>
                    <a:pt x="7939939" y="1326539"/>
                  </a:lnTo>
                  <a:lnTo>
                    <a:pt x="7868904" y="1343200"/>
                  </a:lnTo>
                  <a:lnTo>
                    <a:pt x="7791809" y="1358346"/>
                  </a:lnTo>
                  <a:lnTo>
                    <a:pt x="7708098" y="1372140"/>
                  </a:lnTo>
                  <a:lnTo>
                    <a:pt x="7617434" y="1384716"/>
                  </a:lnTo>
                  <a:lnTo>
                    <a:pt x="7519818" y="1396179"/>
                  </a:lnTo>
                  <a:lnTo>
                    <a:pt x="7415721" y="1406601"/>
                  </a:lnTo>
                  <a:lnTo>
                    <a:pt x="7306232" y="1416022"/>
                  </a:lnTo>
                  <a:lnTo>
                    <a:pt x="7193181" y="1424453"/>
                  </a:lnTo>
                  <a:lnTo>
                    <a:pt x="7079195" y="1431887"/>
                  </a:lnTo>
                  <a:lnTo>
                    <a:pt x="6967645" y="1438300"/>
                  </a:lnTo>
                  <a:lnTo>
                    <a:pt x="6862417" y="1443676"/>
                  </a:lnTo>
                  <a:lnTo>
                    <a:pt x="6767508" y="1448015"/>
                  </a:lnTo>
                  <a:lnTo>
                    <a:pt x="6686481" y="1451350"/>
                  </a:lnTo>
                  <a:lnTo>
                    <a:pt x="6621882" y="1453757"/>
                  </a:lnTo>
                  <a:lnTo>
                    <a:pt x="6574769" y="1455352"/>
                  </a:lnTo>
                  <a:lnTo>
                    <a:pt x="6544456" y="1456287"/>
                  </a:lnTo>
                  <a:lnTo>
                    <a:pt x="6528510" y="1456738"/>
                  </a:lnTo>
                  <a:lnTo>
                    <a:pt x="6522935" y="1456883"/>
                  </a:lnTo>
                  <a:lnTo>
                    <a:pt x="6522385" y="1456896"/>
                  </a:lnTo>
                  <a:lnTo>
                    <a:pt x="5527445" y="1456896"/>
                  </a:lnTo>
                  <a:lnTo>
                    <a:pt x="5526353" y="1456940"/>
                  </a:lnTo>
                  <a:lnTo>
                    <a:pt x="5519141" y="1457256"/>
                  </a:lnTo>
                  <a:lnTo>
                    <a:pt x="5500846" y="1458127"/>
                  </a:lnTo>
                  <a:lnTo>
                    <a:pt x="5467848" y="1459845"/>
                  </a:lnTo>
                  <a:lnTo>
                    <a:pt x="5418080" y="1462685"/>
                  </a:lnTo>
                  <a:lnTo>
                    <a:pt x="5351180" y="1466886"/>
                  </a:lnTo>
                  <a:lnTo>
                    <a:pt x="5268446" y="1472626"/>
                  </a:lnTo>
                  <a:lnTo>
                    <a:pt x="5172555" y="1480015"/>
                  </a:lnTo>
                  <a:lnTo>
                    <a:pt x="5067082" y="1489098"/>
                  </a:lnTo>
                  <a:lnTo>
                    <a:pt x="4955938" y="1499869"/>
                  </a:lnTo>
                  <a:lnTo>
                    <a:pt x="4842864" y="1512298"/>
                  </a:lnTo>
                  <a:lnTo>
                    <a:pt x="4731064" y="1526352"/>
                  </a:lnTo>
                  <a:lnTo>
                    <a:pt x="4623009" y="1542018"/>
                  </a:lnTo>
                  <a:lnTo>
                    <a:pt x="4520399" y="1559320"/>
                  </a:lnTo>
                  <a:lnTo>
                    <a:pt x="4424229" y="1578329"/>
                  </a:lnTo>
                  <a:lnTo>
                    <a:pt x="4334911" y="1599165"/>
                  </a:lnTo>
                  <a:lnTo>
                    <a:pt x="4252412" y="1622001"/>
                  </a:lnTo>
                  <a:lnTo>
                    <a:pt x="4176387" y="1647058"/>
                  </a:lnTo>
                  <a:lnTo>
                    <a:pt x="4106280" y="1674604"/>
                  </a:lnTo>
                  <a:lnTo>
                    <a:pt x="4041413" y="1704937"/>
                  </a:lnTo>
                  <a:lnTo>
                    <a:pt x="3981050" y="1738374"/>
                  </a:lnTo>
                  <a:lnTo>
                    <a:pt x="3924442" y="1775224"/>
                  </a:lnTo>
                  <a:lnTo>
                    <a:pt x="3870865" y="1815737"/>
                  </a:lnTo>
                  <a:lnTo>
                    <a:pt x="3820202" y="1859551"/>
                  </a:lnTo>
                  <a:lnTo>
                    <a:pt x="3773434" y="1904902"/>
                  </a:lnTo>
                  <a:lnTo>
                    <a:pt x="3727878" y="1953711"/>
                  </a:lnTo>
                  <a:lnTo>
                    <a:pt x="3683190" y="2006048"/>
                  </a:lnTo>
                  <a:lnTo>
                    <a:pt x="3639097" y="2061920"/>
                  </a:lnTo>
                  <a:lnTo>
                    <a:pt x="3595384" y="2121268"/>
                  </a:lnTo>
                  <a:lnTo>
                    <a:pt x="3551884" y="2183957"/>
                  </a:lnTo>
                  <a:lnTo>
                    <a:pt x="3508476" y="2249775"/>
                  </a:lnTo>
                  <a:lnTo>
                    <a:pt x="3465075" y="2318430"/>
                  </a:lnTo>
                  <a:lnTo>
                    <a:pt x="3421632" y="2389553"/>
                  </a:lnTo>
                  <a:lnTo>
                    <a:pt x="3378123" y="2462706"/>
                  </a:lnTo>
                  <a:lnTo>
                    <a:pt x="3334548" y="2537389"/>
                  </a:lnTo>
                  <a:lnTo>
                    <a:pt x="3290924" y="2613053"/>
                  </a:lnTo>
                  <a:lnTo>
                    <a:pt x="3247278" y="2689120"/>
                  </a:lnTo>
                  <a:lnTo>
                    <a:pt x="3203642" y="2764998"/>
                  </a:lnTo>
                  <a:lnTo>
                    <a:pt x="3160046" y="2840102"/>
                  </a:lnTo>
                  <a:lnTo>
                    <a:pt x="3116512" y="2913870"/>
                  </a:lnTo>
                  <a:lnTo>
                    <a:pt x="3073047" y="2985783"/>
                  </a:lnTo>
                  <a:lnTo>
                    <a:pt x="3029635" y="3055379"/>
                  </a:lnTo>
                  <a:lnTo>
                    <a:pt x="2986237" y="3122263"/>
                  </a:lnTo>
                  <a:lnTo>
                    <a:pt x="2942783" y="3186114"/>
                  </a:lnTo>
                  <a:lnTo>
                    <a:pt x="2899164" y="3246693"/>
                  </a:lnTo>
                  <a:lnTo>
                    <a:pt x="2855230" y="3303835"/>
                  </a:lnTo>
                  <a:lnTo>
                    <a:pt x="2810786" y="3357455"/>
                  </a:lnTo>
                  <a:lnTo>
                    <a:pt x="2765580" y="3407538"/>
                  </a:lnTo>
                  <a:lnTo>
                    <a:pt x="2719296" y="3454131"/>
                  </a:lnTo>
                  <a:lnTo>
                    <a:pt x="2702183" y="3470173"/>
                  </a:lnTo>
                  <a:lnTo>
                    <a:pt x="2650961" y="3514440"/>
                  </a:lnTo>
                  <a:lnTo>
                    <a:pt x="2597356" y="3554913"/>
                  </a:lnTo>
                  <a:lnTo>
                    <a:pt x="2540711" y="3591724"/>
                  </a:lnTo>
                  <a:lnTo>
                    <a:pt x="2480304" y="3625127"/>
                  </a:lnTo>
                  <a:lnTo>
                    <a:pt x="2415385" y="3655429"/>
                  </a:lnTo>
                  <a:lnTo>
                    <a:pt x="2345218" y="3682946"/>
                  </a:lnTo>
                  <a:lnTo>
                    <a:pt x="2269126" y="3707979"/>
                  </a:lnTo>
                  <a:lnTo>
                    <a:pt x="2186556" y="3730792"/>
                  </a:lnTo>
                  <a:lnTo>
                    <a:pt x="2097164" y="3751608"/>
                  </a:lnTo>
                  <a:lnTo>
                    <a:pt x="2000922" y="3770598"/>
                  </a:lnTo>
                  <a:lnTo>
                    <a:pt x="1898247" y="3787882"/>
                  </a:lnTo>
                  <a:lnTo>
                    <a:pt x="1790142" y="3803531"/>
                  </a:lnTo>
                  <a:lnTo>
                    <a:pt x="1678314" y="3817567"/>
                  </a:lnTo>
                  <a:lnTo>
                    <a:pt x="1565243" y="3829979"/>
                  </a:lnTo>
                  <a:lnTo>
                    <a:pt x="1454139" y="3840732"/>
                  </a:lnTo>
                  <a:lnTo>
                    <a:pt x="1348748" y="3849797"/>
                  </a:lnTo>
                  <a:lnTo>
                    <a:pt x="1252980" y="3857168"/>
                  </a:lnTo>
                  <a:lnTo>
                    <a:pt x="1170403" y="3862891"/>
                  </a:lnTo>
                  <a:lnTo>
                    <a:pt x="1103682" y="3867076"/>
                  </a:lnTo>
                  <a:lnTo>
                    <a:pt x="1054098" y="3869903"/>
                  </a:lnTo>
                  <a:lnTo>
                    <a:pt x="1021271" y="3871610"/>
                  </a:lnTo>
                  <a:lnTo>
                    <a:pt x="1003116" y="3872474"/>
                  </a:lnTo>
                  <a:lnTo>
                    <a:pt x="995998" y="3872785"/>
                  </a:lnTo>
                  <a:lnTo>
                    <a:pt x="994940" y="3872828"/>
                  </a:lnTo>
                  <a:lnTo>
                    <a:pt x="0" y="3872828"/>
                  </a:lnTo>
                  <a:lnTo>
                    <a:pt x="0" y="38728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2" name="pg1541"/>
            <p:cNvSpPr/>
            <p:nvPr/>
          </p:nvSpPr>
          <p:spPr>
            <a:xfrm>
              <a:off x="1199187" y="3154697"/>
              <a:ext cx="12049831" cy="2316360"/>
            </a:xfrm>
            <a:custGeom>
              <a:avLst/>
              <a:pathLst>
                <a:path w="12049831" h="2316360">
                  <a:moveTo>
                    <a:pt x="0" y="2316360"/>
                  </a:moveTo>
                  <a:lnTo>
                    <a:pt x="994940" y="2316360"/>
                  </a:lnTo>
                  <a:lnTo>
                    <a:pt x="996035" y="2316317"/>
                  </a:lnTo>
                  <a:lnTo>
                    <a:pt x="1003271" y="2316014"/>
                  </a:lnTo>
                  <a:lnTo>
                    <a:pt x="1021624" y="2315178"/>
                  </a:lnTo>
                  <a:lnTo>
                    <a:pt x="1054722" y="2313529"/>
                  </a:lnTo>
                  <a:lnTo>
                    <a:pt x="1104633" y="2310803"/>
                  </a:lnTo>
                  <a:lnTo>
                    <a:pt x="1171711" y="2306771"/>
                  </a:lnTo>
                  <a:lnTo>
                    <a:pt x="1254645" y="2301263"/>
                  </a:lnTo>
                  <a:lnTo>
                    <a:pt x="1350740" y="2294173"/>
                  </a:lnTo>
                  <a:lnTo>
                    <a:pt x="1456403" y="2285459"/>
                  </a:lnTo>
                  <a:lnTo>
                    <a:pt x="1567711" y="2275126"/>
                  </a:lnTo>
                  <a:lnTo>
                    <a:pt x="1680913" y="2263205"/>
                  </a:lnTo>
                  <a:lnTo>
                    <a:pt x="1792804" y="2249726"/>
                  </a:lnTo>
                  <a:lnTo>
                    <a:pt x="1900914" y="2234701"/>
                  </a:lnTo>
                  <a:lnTo>
                    <a:pt x="2003547" y="2218106"/>
                  </a:lnTo>
                  <a:lnTo>
                    <a:pt x="2099716" y="2199875"/>
                  </a:lnTo>
                  <a:lnTo>
                    <a:pt x="2189014" y="2179888"/>
                  </a:lnTo>
                  <a:lnTo>
                    <a:pt x="2271481" y="2157981"/>
                  </a:lnTo>
                  <a:lnTo>
                    <a:pt x="2347469" y="2133940"/>
                  </a:lnTo>
                  <a:lnTo>
                    <a:pt x="2417539" y="2107507"/>
                  </a:lnTo>
                  <a:lnTo>
                    <a:pt x="2482372" y="2078396"/>
                  </a:lnTo>
                  <a:lnTo>
                    <a:pt x="2542708" y="2046301"/>
                  </a:lnTo>
                  <a:lnTo>
                    <a:pt x="2599299" y="2010929"/>
                  </a:lnTo>
                  <a:lnTo>
                    <a:pt x="2652867" y="1972039"/>
                  </a:lnTo>
                  <a:lnTo>
                    <a:pt x="2702183" y="1931173"/>
                  </a:lnTo>
                  <a:lnTo>
                    <a:pt x="2749636" y="1887120"/>
                  </a:lnTo>
                  <a:lnTo>
                    <a:pt x="2795846" y="1839659"/>
                  </a:lnTo>
                  <a:lnTo>
                    <a:pt x="2841171" y="1788722"/>
                  </a:lnTo>
                  <a:lnTo>
                    <a:pt x="2885894" y="1734302"/>
                  </a:lnTo>
                  <a:lnTo>
                    <a:pt x="2930238" y="1676464"/>
                  </a:lnTo>
                  <a:lnTo>
                    <a:pt x="2974373" y="1615347"/>
                  </a:lnTo>
                  <a:lnTo>
                    <a:pt x="3018422" y="1551170"/>
                  </a:lnTo>
                  <a:lnTo>
                    <a:pt x="3062470" y="1484232"/>
                  </a:lnTo>
                  <a:lnTo>
                    <a:pt x="3106567" y="1414910"/>
                  </a:lnTo>
                  <a:lnTo>
                    <a:pt x="3150732" y="1343651"/>
                  </a:lnTo>
                  <a:lnTo>
                    <a:pt x="3194964" y="1270964"/>
                  </a:lnTo>
                  <a:lnTo>
                    <a:pt x="3239242" y="1197400"/>
                  </a:lnTo>
                  <a:lnTo>
                    <a:pt x="3283537" y="1123543"/>
                  </a:lnTo>
                  <a:lnTo>
                    <a:pt x="3327815" y="1049985"/>
                  </a:lnTo>
                  <a:lnTo>
                    <a:pt x="3372046" y="977308"/>
                  </a:lnTo>
                  <a:lnTo>
                    <a:pt x="3416211" y="906064"/>
                  </a:lnTo>
                  <a:lnTo>
                    <a:pt x="3460307" y="836761"/>
                  </a:lnTo>
                  <a:lnTo>
                    <a:pt x="3504355" y="769847"/>
                  </a:lnTo>
                  <a:lnTo>
                    <a:pt x="3548404" y="705696"/>
                  </a:lnTo>
                  <a:lnTo>
                    <a:pt x="3592540" y="644607"/>
                  </a:lnTo>
                  <a:lnTo>
                    <a:pt x="3636886" y="586799"/>
                  </a:lnTo>
                  <a:lnTo>
                    <a:pt x="3681614" y="532410"/>
                  </a:lnTo>
                  <a:lnTo>
                    <a:pt x="3726946" y="481503"/>
                  </a:lnTo>
                  <a:lnTo>
                    <a:pt x="3773165" y="434073"/>
                  </a:lnTo>
                  <a:lnTo>
                    <a:pt x="3820202" y="390427"/>
                  </a:lnTo>
                  <a:lnTo>
                    <a:pt x="3871483" y="348035"/>
                  </a:lnTo>
                  <a:lnTo>
                    <a:pt x="3925153" y="309280"/>
                  </a:lnTo>
                  <a:lnTo>
                    <a:pt x="3981871" y="274036"/>
                  </a:lnTo>
                  <a:lnTo>
                    <a:pt x="4042362" y="242058"/>
                  </a:lnTo>
                  <a:lnTo>
                    <a:pt x="4107378" y="213053"/>
                  </a:lnTo>
                  <a:lnTo>
                    <a:pt x="4177659" y="186716"/>
                  </a:lnTo>
                  <a:lnTo>
                    <a:pt x="4253882" y="162759"/>
                  </a:lnTo>
                  <a:lnTo>
                    <a:pt x="4336600" y="140927"/>
                  </a:lnTo>
                  <a:lnTo>
                    <a:pt x="4426158" y="121010"/>
                  </a:lnTo>
                  <a:lnTo>
                    <a:pt x="4522580" y="102841"/>
                  </a:lnTo>
                  <a:lnTo>
                    <a:pt x="4625441" y="86307"/>
                  </a:lnTo>
                  <a:lnTo>
                    <a:pt x="4733728" y="71340"/>
                  </a:lnTo>
                  <a:lnTo>
                    <a:pt x="4845718" y="57919"/>
                  </a:lnTo>
                  <a:lnTo>
                    <a:pt x="4958911" y="46057"/>
                  </a:lnTo>
                  <a:lnTo>
                    <a:pt x="5070077" y="35784"/>
                  </a:lnTo>
                  <a:lnTo>
                    <a:pt x="5175452" y="27132"/>
                  </a:lnTo>
                  <a:lnTo>
                    <a:pt x="5271113" y="20102"/>
                  </a:lnTo>
                  <a:lnTo>
                    <a:pt x="5353493" y="14652"/>
                  </a:lnTo>
                  <a:lnTo>
                    <a:pt x="5419940" y="10673"/>
                  </a:lnTo>
                  <a:lnTo>
                    <a:pt x="5469202" y="7991"/>
                  </a:lnTo>
                  <a:lnTo>
                    <a:pt x="5501699" y="6378"/>
                  </a:lnTo>
                  <a:lnTo>
                    <a:pt x="5519560" y="5566"/>
                  </a:lnTo>
                  <a:lnTo>
                    <a:pt x="5526467" y="5278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8" y="5254"/>
                  </a:lnTo>
                  <a:lnTo>
                    <a:pt x="6530989" y="5355"/>
                  </a:lnTo>
                  <a:lnTo>
                    <a:pt x="6549923" y="5634"/>
                  </a:lnTo>
                  <a:lnTo>
                    <a:pt x="6584028" y="6183"/>
                  </a:lnTo>
                  <a:lnTo>
                    <a:pt x="6635374" y="7090"/>
                  </a:lnTo>
                  <a:lnTo>
                    <a:pt x="6704238" y="8431"/>
                  </a:lnTo>
                  <a:lnTo>
                    <a:pt x="6789165" y="10261"/>
                  </a:lnTo>
                  <a:lnTo>
                    <a:pt x="6887286" y="12613"/>
                  </a:lnTo>
                  <a:lnTo>
                    <a:pt x="6994838" y="15501"/>
                  </a:lnTo>
                  <a:lnTo>
                    <a:pt x="7107759" y="18920"/>
                  </a:lnTo>
                  <a:lnTo>
                    <a:pt x="7222221" y="22862"/>
                  </a:lnTo>
                  <a:lnTo>
                    <a:pt x="7334990" y="27315"/>
                  </a:lnTo>
                  <a:lnTo>
                    <a:pt x="7443618" y="32277"/>
                  </a:lnTo>
                  <a:lnTo>
                    <a:pt x="7546459" y="37759"/>
                  </a:lnTo>
                  <a:lnTo>
                    <a:pt x="7642591" y="43784"/>
                  </a:lnTo>
                  <a:lnTo>
                    <a:pt x="7731677" y="50396"/>
                  </a:lnTo>
                  <a:lnTo>
                    <a:pt x="7813824" y="57651"/>
                  </a:lnTo>
                  <a:lnTo>
                    <a:pt x="7889443" y="65623"/>
                  </a:lnTo>
                  <a:lnTo>
                    <a:pt x="7959143" y="74402"/>
                  </a:lnTo>
                  <a:lnTo>
                    <a:pt x="8023646" y="84083"/>
                  </a:lnTo>
                  <a:lnTo>
                    <a:pt x="8083723" y="94769"/>
                  </a:lnTo>
                  <a:lnTo>
                    <a:pt x="8140148" y="106554"/>
                  </a:lnTo>
                  <a:lnTo>
                    <a:pt x="8193656" y="119512"/>
                  </a:lnTo>
                  <a:lnTo>
                    <a:pt x="8229629" y="129268"/>
                  </a:lnTo>
                  <a:lnTo>
                    <a:pt x="8288621" y="147133"/>
                  </a:lnTo>
                  <a:lnTo>
                    <a:pt x="8345823" y="166715"/>
                  </a:lnTo>
                  <a:lnTo>
                    <a:pt x="8401873" y="188043"/>
                  </a:lnTo>
                  <a:lnTo>
                    <a:pt x="8457248" y="211095"/>
                  </a:lnTo>
                  <a:lnTo>
                    <a:pt x="8512292" y="235789"/>
                  </a:lnTo>
                  <a:lnTo>
                    <a:pt x="8567237" y="261982"/>
                  </a:lnTo>
                  <a:lnTo>
                    <a:pt x="8622222" y="289470"/>
                  </a:lnTo>
                  <a:lnTo>
                    <a:pt x="8677307" y="317991"/>
                  </a:lnTo>
                  <a:lnTo>
                    <a:pt x="8732494" y="347231"/>
                  </a:lnTo>
                  <a:lnTo>
                    <a:pt x="8787744" y="376845"/>
                  </a:lnTo>
                  <a:lnTo>
                    <a:pt x="8842995" y="406464"/>
                  </a:lnTo>
                  <a:lnTo>
                    <a:pt x="8898185" y="435723"/>
                  </a:lnTo>
                  <a:lnTo>
                    <a:pt x="8953274" y="464272"/>
                  </a:lnTo>
                  <a:lnTo>
                    <a:pt x="9008261" y="491798"/>
                  </a:lnTo>
                  <a:lnTo>
                    <a:pt x="9063205" y="518036"/>
                  </a:lnTo>
                  <a:lnTo>
                    <a:pt x="9118243" y="542781"/>
                  </a:lnTo>
                  <a:lnTo>
                    <a:pt x="9173603" y="565888"/>
                  </a:lnTo>
                  <a:lnTo>
                    <a:pt x="9229625" y="587272"/>
                  </a:lnTo>
                  <a:lnTo>
                    <a:pt x="9286781" y="606911"/>
                  </a:lnTo>
                  <a:lnTo>
                    <a:pt x="9345702" y="624830"/>
                  </a:lnTo>
                  <a:lnTo>
                    <a:pt x="9347647" y="625382"/>
                  </a:lnTo>
                  <a:lnTo>
                    <a:pt x="9399513" y="639178"/>
                  </a:lnTo>
                  <a:lnTo>
                    <a:pt x="9453828" y="651776"/>
                  </a:lnTo>
                  <a:lnTo>
                    <a:pt x="9511276" y="663220"/>
                  </a:lnTo>
                  <a:lnTo>
                    <a:pt x="9572608" y="673592"/>
                  </a:lnTo>
                  <a:lnTo>
                    <a:pt x="9638600" y="682990"/>
                  </a:lnTo>
                  <a:lnTo>
                    <a:pt x="9710015" y="691515"/>
                  </a:lnTo>
                  <a:lnTo>
                    <a:pt x="9787548" y="699263"/>
                  </a:lnTo>
                  <a:lnTo>
                    <a:pt x="9871759" y="706316"/>
                  </a:lnTo>
                  <a:lnTo>
                    <a:pt x="9962980" y="712745"/>
                  </a:lnTo>
                  <a:lnTo>
                    <a:pt x="10061197" y="718603"/>
                  </a:lnTo>
                  <a:lnTo>
                    <a:pt x="10165914" y="723926"/>
                  </a:lnTo>
                  <a:lnTo>
                    <a:pt x="10276001" y="728734"/>
                  </a:lnTo>
                  <a:lnTo>
                    <a:pt x="10389578" y="733033"/>
                  </a:lnTo>
                  <a:lnTo>
                    <a:pt x="10503947" y="736818"/>
                  </a:lnTo>
                  <a:lnTo>
                    <a:pt x="10615670" y="740078"/>
                  </a:lnTo>
                  <a:lnTo>
                    <a:pt x="10720800" y="742804"/>
                  </a:lnTo>
                  <a:lnTo>
                    <a:pt x="10815303" y="744996"/>
                  </a:lnTo>
                  <a:lnTo>
                    <a:pt x="10895626" y="746674"/>
                  </a:lnTo>
                  <a:lnTo>
                    <a:pt x="10959278" y="747877"/>
                  </a:lnTo>
                  <a:lnTo>
                    <a:pt x="11005304" y="748667"/>
                  </a:lnTo>
                  <a:lnTo>
                    <a:pt x="11034530" y="749125"/>
                  </a:lnTo>
                  <a:lnTo>
                    <a:pt x="11049544" y="749340"/>
                  </a:lnTo>
                  <a:lnTo>
                    <a:pt x="11054500" y="749405"/>
                  </a:lnTo>
                  <a:lnTo>
                    <a:pt x="11054891" y="749410"/>
                  </a:lnTo>
                  <a:lnTo>
                    <a:pt x="12049831" y="749410"/>
                  </a:lnTo>
                  <a:lnTo>
                    <a:pt x="12049831" y="744170"/>
                  </a:lnTo>
                  <a:lnTo>
                    <a:pt x="11054891" y="744170"/>
                  </a:lnTo>
                  <a:lnTo>
                    <a:pt x="11053759" y="744155"/>
                  </a:lnTo>
                  <a:lnTo>
                    <a:pt x="11046288" y="744055"/>
                  </a:lnTo>
                  <a:lnTo>
                    <a:pt x="11027353" y="743776"/>
                  </a:lnTo>
                  <a:lnTo>
                    <a:pt x="10993248" y="743227"/>
                  </a:lnTo>
                  <a:lnTo>
                    <a:pt x="10941903" y="742319"/>
                  </a:lnTo>
                  <a:lnTo>
                    <a:pt x="10873039" y="740979"/>
                  </a:lnTo>
                  <a:lnTo>
                    <a:pt x="10788111" y="739149"/>
                  </a:lnTo>
                  <a:lnTo>
                    <a:pt x="10689991" y="736796"/>
                  </a:lnTo>
                  <a:lnTo>
                    <a:pt x="10582439" y="733909"/>
                  </a:lnTo>
                  <a:lnTo>
                    <a:pt x="10469517" y="730489"/>
                  </a:lnTo>
                  <a:lnTo>
                    <a:pt x="10355056" y="726548"/>
                  </a:lnTo>
                  <a:lnTo>
                    <a:pt x="10242286" y="722095"/>
                  </a:lnTo>
                  <a:lnTo>
                    <a:pt x="10133658" y="717132"/>
                  </a:lnTo>
                  <a:lnTo>
                    <a:pt x="10030817" y="711651"/>
                  </a:lnTo>
                  <a:lnTo>
                    <a:pt x="9934686" y="705625"/>
                  </a:lnTo>
                  <a:lnTo>
                    <a:pt x="9845599" y="699014"/>
                  </a:lnTo>
                  <a:lnTo>
                    <a:pt x="9763452" y="691759"/>
                  </a:lnTo>
                  <a:lnTo>
                    <a:pt x="9687833" y="683786"/>
                  </a:lnTo>
                  <a:lnTo>
                    <a:pt x="9618133" y="675008"/>
                  </a:lnTo>
                  <a:lnTo>
                    <a:pt x="9553630" y="665327"/>
                  </a:lnTo>
                  <a:lnTo>
                    <a:pt x="9493553" y="654641"/>
                  </a:lnTo>
                  <a:lnTo>
                    <a:pt x="9437128" y="642855"/>
                  </a:lnTo>
                  <a:lnTo>
                    <a:pt x="9383621" y="629897"/>
                  </a:lnTo>
                  <a:lnTo>
                    <a:pt x="9347647" y="620141"/>
                  </a:lnTo>
                  <a:lnTo>
                    <a:pt x="9288656" y="602277"/>
                  </a:lnTo>
                  <a:lnTo>
                    <a:pt x="9231454" y="582695"/>
                  </a:lnTo>
                  <a:lnTo>
                    <a:pt x="9175403" y="561366"/>
                  </a:lnTo>
                  <a:lnTo>
                    <a:pt x="9120028" y="538315"/>
                  </a:lnTo>
                  <a:lnTo>
                    <a:pt x="9064984" y="513621"/>
                  </a:lnTo>
                  <a:lnTo>
                    <a:pt x="9010039" y="487428"/>
                  </a:lnTo>
                  <a:lnTo>
                    <a:pt x="8955055" y="459939"/>
                  </a:lnTo>
                  <a:lnTo>
                    <a:pt x="8899970" y="431419"/>
                  </a:lnTo>
                  <a:lnTo>
                    <a:pt x="8844782" y="402178"/>
                  </a:lnTo>
                  <a:lnTo>
                    <a:pt x="8789532" y="372565"/>
                  </a:lnTo>
                  <a:lnTo>
                    <a:pt x="8734282" y="342945"/>
                  </a:lnTo>
                  <a:lnTo>
                    <a:pt x="8679091" y="313687"/>
                  </a:lnTo>
                  <a:lnTo>
                    <a:pt x="8624002" y="285138"/>
                  </a:lnTo>
                  <a:lnTo>
                    <a:pt x="8569015" y="257612"/>
                  </a:lnTo>
                  <a:lnTo>
                    <a:pt x="8514071" y="231373"/>
                  </a:lnTo>
                  <a:lnTo>
                    <a:pt x="8459033" y="206628"/>
                  </a:lnTo>
                  <a:lnTo>
                    <a:pt x="8403673" y="183522"/>
                  </a:lnTo>
                  <a:lnTo>
                    <a:pt x="8347651" y="162137"/>
                  </a:lnTo>
                  <a:lnTo>
                    <a:pt x="8290496" y="142499"/>
                  </a:lnTo>
                  <a:lnTo>
                    <a:pt x="8231574" y="124580"/>
                  </a:lnTo>
                  <a:lnTo>
                    <a:pt x="8229629" y="124028"/>
                  </a:lnTo>
                  <a:lnTo>
                    <a:pt x="8177763" y="110232"/>
                  </a:lnTo>
                  <a:lnTo>
                    <a:pt x="8123448" y="97634"/>
                  </a:lnTo>
                  <a:lnTo>
                    <a:pt x="8066000" y="86189"/>
                  </a:lnTo>
                  <a:lnTo>
                    <a:pt x="8004669" y="75817"/>
                  </a:lnTo>
                  <a:lnTo>
                    <a:pt x="7938677" y="66419"/>
                  </a:lnTo>
                  <a:lnTo>
                    <a:pt x="7867261" y="57894"/>
                  </a:lnTo>
                  <a:lnTo>
                    <a:pt x="7789728" y="50147"/>
                  </a:lnTo>
                  <a:lnTo>
                    <a:pt x="7705517" y="43093"/>
                  </a:lnTo>
                  <a:lnTo>
                    <a:pt x="7614296" y="36665"/>
                  </a:lnTo>
                  <a:lnTo>
                    <a:pt x="7516079" y="30807"/>
                  </a:lnTo>
                  <a:lnTo>
                    <a:pt x="7411363" y="25484"/>
                  </a:lnTo>
                  <a:lnTo>
                    <a:pt x="7301275" y="20676"/>
                  </a:lnTo>
                  <a:lnTo>
                    <a:pt x="7187699" y="16377"/>
                  </a:lnTo>
                  <a:lnTo>
                    <a:pt x="7073329" y="12592"/>
                  </a:lnTo>
                  <a:lnTo>
                    <a:pt x="6961606" y="9332"/>
                  </a:lnTo>
                  <a:lnTo>
                    <a:pt x="6856477" y="6606"/>
                  </a:lnTo>
                  <a:lnTo>
                    <a:pt x="6761973" y="4414"/>
                  </a:lnTo>
                  <a:lnTo>
                    <a:pt x="6681650" y="2736"/>
                  </a:lnTo>
                  <a:lnTo>
                    <a:pt x="6617999" y="1533"/>
                  </a:lnTo>
                  <a:lnTo>
                    <a:pt x="6571972" y="742"/>
                  </a:lnTo>
                  <a:lnTo>
                    <a:pt x="6542746" y="285"/>
                  </a:lnTo>
                  <a:lnTo>
                    <a:pt x="6527733" y="70"/>
                  </a:lnTo>
                  <a:lnTo>
                    <a:pt x="6522777" y="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0" y="42"/>
                  </a:lnTo>
                  <a:lnTo>
                    <a:pt x="5519114" y="345"/>
                  </a:lnTo>
                  <a:lnTo>
                    <a:pt x="5500761" y="1181"/>
                  </a:lnTo>
                  <a:lnTo>
                    <a:pt x="5467663" y="2830"/>
                  </a:lnTo>
                  <a:lnTo>
                    <a:pt x="5417752" y="5557"/>
                  </a:lnTo>
                  <a:lnTo>
                    <a:pt x="5350674" y="9588"/>
                  </a:lnTo>
                  <a:lnTo>
                    <a:pt x="5267740" y="15096"/>
                  </a:lnTo>
                  <a:lnTo>
                    <a:pt x="5171645" y="22186"/>
                  </a:lnTo>
                  <a:lnTo>
                    <a:pt x="5065982" y="30900"/>
                  </a:lnTo>
                  <a:lnTo>
                    <a:pt x="4954674" y="41233"/>
                  </a:lnTo>
                  <a:lnTo>
                    <a:pt x="4841472" y="53155"/>
                  </a:lnTo>
                  <a:lnTo>
                    <a:pt x="4729581" y="66633"/>
                  </a:lnTo>
                  <a:lnTo>
                    <a:pt x="4621471" y="81658"/>
                  </a:lnTo>
                  <a:lnTo>
                    <a:pt x="4518838" y="98253"/>
                  </a:lnTo>
                  <a:lnTo>
                    <a:pt x="4422669" y="116485"/>
                  </a:lnTo>
                  <a:lnTo>
                    <a:pt x="4333371" y="136471"/>
                  </a:lnTo>
                  <a:lnTo>
                    <a:pt x="4250904" y="158378"/>
                  </a:lnTo>
                  <a:lnTo>
                    <a:pt x="4174916" y="182420"/>
                  </a:lnTo>
                  <a:lnTo>
                    <a:pt x="4104846" y="208852"/>
                  </a:lnTo>
                  <a:lnTo>
                    <a:pt x="4040013" y="237963"/>
                  </a:lnTo>
                  <a:lnTo>
                    <a:pt x="3979677" y="270058"/>
                  </a:lnTo>
                  <a:lnTo>
                    <a:pt x="3923086" y="305430"/>
                  </a:lnTo>
                  <a:lnTo>
                    <a:pt x="3869518" y="344320"/>
                  </a:lnTo>
                  <a:lnTo>
                    <a:pt x="3820202" y="385186"/>
                  </a:lnTo>
                  <a:lnTo>
                    <a:pt x="3772749" y="429239"/>
                  </a:lnTo>
                  <a:lnTo>
                    <a:pt x="3726539" y="476700"/>
                  </a:lnTo>
                  <a:lnTo>
                    <a:pt x="3681214" y="527638"/>
                  </a:lnTo>
                  <a:lnTo>
                    <a:pt x="3636491" y="582057"/>
                  </a:lnTo>
                  <a:lnTo>
                    <a:pt x="3592147" y="639895"/>
                  </a:lnTo>
                  <a:lnTo>
                    <a:pt x="3548012" y="701013"/>
                  </a:lnTo>
                  <a:lnTo>
                    <a:pt x="3503963" y="765190"/>
                  </a:lnTo>
                  <a:lnTo>
                    <a:pt x="3459915" y="832127"/>
                  </a:lnTo>
                  <a:lnTo>
                    <a:pt x="3415818" y="901449"/>
                  </a:lnTo>
                  <a:lnTo>
                    <a:pt x="3371653" y="972708"/>
                  </a:lnTo>
                  <a:lnTo>
                    <a:pt x="3327421" y="1045396"/>
                  </a:lnTo>
                  <a:lnTo>
                    <a:pt x="3283143" y="1118959"/>
                  </a:lnTo>
                  <a:lnTo>
                    <a:pt x="3238848" y="1192816"/>
                  </a:lnTo>
                  <a:lnTo>
                    <a:pt x="3194570" y="1266374"/>
                  </a:lnTo>
                  <a:lnTo>
                    <a:pt x="3150339" y="1339052"/>
                  </a:lnTo>
                  <a:lnTo>
                    <a:pt x="3106174" y="1410295"/>
                  </a:lnTo>
                  <a:lnTo>
                    <a:pt x="3062078" y="1479598"/>
                  </a:lnTo>
                  <a:lnTo>
                    <a:pt x="3018030" y="1546513"/>
                  </a:lnTo>
                  <a:lnTo>
                    <a:pt x="2973981" y="1610664"/>
                  </a:lnTo>
                  <a:lnTo>
                    <a:pt x="2929845" y="1671752"/>
                  </a:lnTo>
                  <a:lnTo>
                    <a:pt x="2885499" y="1729561"/>
                  </a:lnTo>
                  <a:lnTo>
                    <a:pt x="2840771" y="1783949"/>
                  </a:lnTo>
                  <a:lnTo>
                    <a:pt x="2795439" y="1834856"/>
                  </a:lnTo>
                  <a:lnTo>
                    <a:pt x="2749220" y="1882286"/>
                  </a:lnTo>
                  <a:lnTo>
                    <a:pt x="2702183" y="1925933"/>
                  </a:lnTo>
                  <a:lnTo>
                    <a:pt x="2650902" y="1968325"/>
                  </a:lnTo>
                  <a:lnTo>
                    <a:pt x="2597232" y="2007079"/>
                  </a:lnTo>
                  <a:lnTo>
                    <a:pt x="2540514" y="2042324"/>
                  </a:lnTo>
                  <a:lnTo>
                    <a:pt x="2480023" y="2074301"/>
                  </a:lnTo>
                  <a:lnTo>
                    <a:pt x="2415007" y="2103306"/>
                  </a:lnTo>
                  <a:lnTo>
                    <a:pt x="2344726" y="2129644"/>
                  </a:lnTo>
                  <a:lnTo>
                    <a:pt x="2268503" y="2153601"/>
                  </a:lnTo>
                  <a:lnTo>
                    <a:pt x="2185785" y="2175432"/>
                  </a:lnTo>
                  <a:lnTo>
                    <a:pt x="2096227" y="2195350"/>
                  </a:lnTo>
                  <a:lnTo>
                    <a:pt x="1999805" y="2213518"/>
                  </a:lnTo>
                  <a:lnTo>
                    <a:pt x="1896944" y="2230053"/>
                  </a:lnTo>
                  <a:lnTo>
                    <a:pt x="1788657" y="2245019"/>
                  </a:lnTo>
                  <a:lnTo>
                    <a:pt x="1676667" y="2258440"/>
                  </a:lnTo>
                  <a:lnTo>
                    <a:pt x="1563474" y="2270302"/>
                  </a:lnTo>
                  <a:lnTo>
                    <a:pt x="1452308" y="2280575"/>
                  </a:lnTo>
                  <a:lnTo>
                    <a:pt x="1346933" y="2289228"/>
                  </a:lnTo>
                  <a:lnTo>
                    <a:pt x="1251272" y="2296257"/>
                  </a:lnTo>
                  <a:lnTo>
                    <a:pt x="1168892" y="2301708"/>
                  </a:lnTo>
                  <a:lnTo>
                    <a:pt x="1102445" y="2305687"/>
                  </a:lnTo>
                  <a:lnTo>
                    <a:pt x="1053183" y="2308368"/>
                  </a:lnTo>
                  <a:lnTo>
                    <a:pt x="1020686" y="2309982"/>
                  </a:lnTo>
                  <a:lnTo>
                    <a:pt x="1002825" y="2310793"/>
                  </a:lnTo>
                  <a:lnTo>
                    <a:pt x="995918" y="2311081"/>
                  </a:lnTo>
                  <a:lnTo>
                    <a:pt x="994940" y="2311119"/>
                  </a:lnTo>
                  <a:lnTo>
                    <a:pt x="0" y="2311119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43" name="pl1542"/>
            <p:cNvSpPr/>
            <p:nvPr/>
          </p:nvSpPr>
          <p:spPr>
            <a:xfrm>
              <a:off x="1199187" y="3159937"/>
              <a:ext cx="12049831" cy="2311119"/>
            </a:xfrm>
            <a:custGeom>
              <a:avLst/>
              <a:pathLst>
                <a:path w="12049831" h="2311119">
                  <a:moveTo>
                    <a:pt x="0" y="2311119"/>
                  </a:moveTo>
                  <a:lnTo>
                    <a:pt x="994940" y="2311119"/>
                  </a:lnTo>
                  <a:lnTo>
                    <a:pt x="996035" y="2311077"/>
                  </a:lnTo>
                  <a:lnTo>
                    <a:pt x="1003271" y="2310774"/>
                  </a:lnTo>
                  <a:lnTo>
                    <a:pt x="1021624" y="2309937"/>
                  </a:lnTo>
                  <a:lnTo>
                    <a:pt x="1054722" y="2308288"/>
                  </a:lnTo>
                  <a:lnTo>
                    <a:pt x="1104633" y="2305562"/>
                  </a:lnTo>
                  <a:lnTo>
                    <a:pt x="1171711" y="2301530"/>
                  </a:lnTo>
                  <a:lnTo>
                    <a:pt x="1254645" y="2296022"/>
                  </a:lnTo>
                  <a:lnTo>
                    <a:pt x="1350740" y="2288932"/>
                  </a:lnTo>
                  <a:lnTo>
                    <a:pt x="1456403" y="2280218"/>
                  </a:lnTo>
                  <a:lnTo>
                    <a:pt x="1567711" y="2269885"/>
                  </a:lnTo>
                  <a:lnTo>
                    <a:pt x="1680913" y="2257964"/>
                  </a:lnTo>
                  <a:lnTo>
                    <a:pt x="1792804" y="2244485"/>
                  </a:lnTo>
                  <a:lnTo>
                    <a:pt x="1900914" y="2229460"/>
                  </a:lnTo>
                  <a:lnTo>
                    <a:pt x="2003547" y="2212866"/>
                  </a:lnTo>
                  <a:lnTo>
                    <a:pt x="2099716" y="2194634"/>
                  </a:lnTo>
                  <a:lnTo>
                    <a:pt x="2189014" y="2174648"/>
                  </a:lnTo>
                  <a:lnTo>
                    <a:pt x="2271481" y="2152741"/>
                  </a:lnTo>
                  <a:lnTo>
                    <a:pt x="2347469" y="2128699"/>
                  </a:lnTo>
                  <a:lnTo>
                    <a:pt x="2417539" y="2102267"/>
                  </a:lnTo>
                  <a:lnTo>
                    <a:pt x="2482372" y="2073155"/>
                  </a:lnTo>
                  <a:lnTo>
                    <a:pt x="2542708" y="2041061"/>
                  </a:lnTo>
                  <a:lnTo>
                    <a:pt x="2599299" y="2005689"/>
                  </a:lnTo>
                  <a:lnTo>
                    <a:pt x="2652867" y="1966798"/>
                  </a:lnTo>
                  <a:lnTo>
                    <a:pt x="2702183" y="1925933"/>
                  </a:lnTo>
                  <a:lnTo>
                    <a:pt x="2749636" y="1881880"/>
                  </a:lnTo>
                  <a:lnTo>
                    <a:pt x="2795846" y="1834419"/>
                  </a:lnTo>
                  <a:lnTo>
                    <a:pt x="2841171" y="1783481"/>
                  </a:lnTo>
                  <a:lnTo>
                    <a:pt x="2885894" y="1729061"/>
                  </a:lnTo>
                  <a:lnTo>
                    <a:pt x="2930238" y="1671223"/>
                  </a:lnTo>
                  <a:lnTo>
                    <a:pt x="2974373" y="1610106"/>
                  </a:lnTo>
                  <a:lnTo>
                    <a:pt x="3018422" y="1545929"/>
                  </a:lnTo>
                  <a:lnTo>
                    <a:pt x="3062470" y="1478991"/>
                  </a:lnTo>
                  <a:lnTo>
                    <a:pt x="3106567" y="1409669"/>
                  </a:lnTo>
                  <a:lnTo>
                    <a:pt x="3150732" y="1338411"/>
                  </a:lnTo>
                  <a:lnTo>
                    <a:pt x="3194964" y="1265723"/>
                  </a:lnTo>
                  <a:lnTo>
                    <a:pt x="3239242" y="1192160"/>
                  </a:lnTo>
                  <a:lnTo>
                    <a:pt x="3283537" y="1118303"/>
                  </a:lnTo>
                  <a:lnTo>
                    <a:pt x="3327815" y="1044744"/>
                  </a:lnTo>
                  <a:lnTo>
                    <a:pt x="3372046" y="972067"/>
                  </a:lnTo>
                  <a:lnTo>
                    <a:pt x="3416211" y="900823"/>
                  </a:lnTo>
                  <a:lnTo>
                    <a:pt x="3460307" y="831521"/>
                  </a:lnTo>
                  <a:lnTo>
                    <a:pt x="3504355" y="764606"/>
                  </a:lnTo>
                  <a:lnTo>
                    <a:pt x="3548404" y="700455"/>
                  </a:lnTo>
                  <a:lnTo>
                    <a:pt x="3592540" y="639366"/>
                  </a:lnTo>
                  <a:lnTo>
                    <a:pt x="3636886" y="581558"/>
                  </a:lnTo>
                  <a:lnTo>
                    <a:pt x="3681614" y="527169"/>
                  </a:lnTo>
                  <a:lnTo>
                    <a:pt x="3726946" y="476263"/>
                  </a:lnTo>
                  <a:lnTo>
                    <a:pt x="3773165" y="428832"/>
                  </a:lnTo>
                  <a:lnTo>
                    <a:pt x="3820202" y="385186"/>
                  </a:lnTo>
                  <a:lnTo>
                    <a:pt x="3871483" y="342794"/>
                  </a:lnTo>
                  <a:lnTo>
                    <a:pt x="3925153" y="304039"/>
                  </a:lnTo>
                  <a:lnTo>
                    <a:pt x="3981871" y="268795"/>
                  </a:lnTo>
                  <a:lnTo>
                    <a:pt x="4042362" y="236818"/>
                  </a:lnTo>
                  <a:lnTo>
                    <a:pt x="4107378" y="207813"/>
                  </a:lnTo>
                  <a:lnTo>
                    <a:pt x="4177659" y="181475"/>
                  </a:lnTo>
                  <a:lnTo>
                    <a:pt x="4253882" y="157518"/>
                  </a:lnTo>
                  <a:lnTo>
                    <a:pt x="4336600" y="135687"/>
                  </a:lnTo>
                  <a:lnTo>
                    <a:pt x="4426158" y="115769"/>
                  </a:lnTo>
                  <a:lnTo>
                    <a:pt x="4522580" y="97600"/>
                  </a:lnTo>
                  <a:lnTo>
                    <a:pt x="4625441" y="81066"/>
                  </a:lnTo>
                  <a:lnTo>
                    <a:pt x="4733728" y="66099"/>
                  </a:lnTo>
                  <a:lnTo>
                    <a:pt x="4845718" y="52679"/>
                  </a:lnTo>
                  <a:lnTo>
                    <a:pt x="4958911" y="40816"/>
                  </a:lnTo>
                  <a:lnTo>
                    <a:pt x="5070077" y="30544"/>
                  </a:lnTo>
                  <a:lnTo>
                    <a:pt x="5175452" y="21891"/>
                  </a:lnTo>
                  <a:lnTo>
                    <a:pt x="5271113" y="14861"/>
                  </a:lnTo>
                  <a:lnTo>
                    <a:pt x="5353493" y="9411"/>
                  </a:lnTo>
                  <a:lnTo>
                    <a:pt x="5419940" y="5432"/>
                  </a:lnTo>
                  <a:lnTo>
                    <a:pt x="5469202" y="2750"/>
                  </a:lnTo>
                  <a:lnTo>
                    <a:pt x="5501699" y="1137"/>
                  </a:lnTo>
                  <a:lnTo>
                    <a:pt x="5519560" y="326"/>
                  </a:lnTo>
                  <a:lnTo>
                    <a:pt x="5526467" y="37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8" y="14"/>
                  </a:lnTo>
                  <a:lnTo>
                    <a:pt x="6530989" y="115"/>
                  </a:lnTo>
                  <a:lnTo>
                    <a:pt x="6549923" y="393"/>
                  </a:lnTo>
                  <a:lnTo>
                    <a:pt x="6584028" y="942"/>
                  </a:lnTo>
                  <a:lnTo>
                    <a:pt x="6635374" y="1850"/>
                  </a:lnTo>
                  <a:lnTo>
                    <a:pt x="6704238" y="3190"/>
                  </a:lnTo>
                  <a:lnTo>
                    <a:pt x="6789165" y="5020"/>
                  </a:lnTo>
                  <a:lnTo>
                    <a:pt x="6887286" y="7373"/>
                  </a:lnTo>
                  <a:lnTo>
                    <a:pt x="6994838" y="10260"/>
                  </a:lnTo>
                  <a:lnTo>
                    <a:pt x="7107759" y="13680"/>
                  </a:lnTo>
                  <a:lnTo>
                    <a:pt x="7222221" y="17621"/>
                  </a:lnTo>
                  <a:lnTo>
                    <a:pt x="7334990" y="22074"/>
                  </a:lnTo>
                  <a:lnTo>
                    <a:pt x="7443618" y="27037"/>
                  </a:lnTo>
                  <a:lnTo>
                    <a:pt x="7546459" y="32518"/>
                  </a:lnTo>
                  <a:lnTo>
                    <a:pt x="7642591" y="38544"/>
                  </a:lnTo>
                  <a:lnTo>
                    <a:pt x="7731677" y="45155"/>
                  </a:lnTo>
                  <a:lnTo>
                    <a:pt x="7813824" y="52410"/>
                  </a:lnTo>
                  <a:lnTo>
                    <a:pt x="7889443" y="60383"/>
                  </a:lnTo>
                  <a:lnTo>
                    <a:pt x="7959143" y="69161"/>
                  </a:lnTo>
                  <a:lnTo>
                    <a:pt x="8023646" y="78842"/>
                  </a:lnTo>
                  <a:lnTo>
                    <a:pt x="8083723" y="89528"/>
                  </a:lnTo>
                  <a:lnTo>
                    <a:pt x="8140148" y="101314"/>
                  </a:lnTo>
                  <a:lnTo>
                    <a:pt x="8193656" y="114272"/>
                  </a:lnTo>
                  <a:lnTo>
                    <a:pt x="8229629" y="124028"/>
                  </a:lnTo>
                  <a:lnTo>
                    <a:pt x="8288621" y="141892"/>
                  </a:lnTo>
                  <a:lnTo>
                    <a:pt x="8345823" y="161474"/>
                  </a:lnTo>
                  <a:lnTo>
                    <a:pt x="8401873" y="182803"/>
                  </a:lnTo>
                  <a:lnTo>
                    <a:pt x="8457248" y="205854"/>
                  </a:lnTo>
                  <a:lnTo>
                    <a:pt x="8512292" y="230548"/>
                  </a:lnTo>
                  <a:lnTo>
                    <a:pt x="8567237" y="256741"/>
                  </a:lnTo>
                  <a:lnTo>
                    <a:pt x="8622222" y="284230"/>
                  </a:lnTo>
                  <a:lnTo>
                    <a:pt x="8677307" y="312750"/>
                  </a:lnTo>
                  <a:lnTo>
                    <a:pt x="8732494" y="341991"/>
                  </a:lnTo>
                  <a:lnTo>
                    <a:pt x="8787744" y="371604"/>
                  </a:lnTo>
                  <a:lnTo>
                    <a:pt x="8842995" y="401224"/>
                  </a:lnTo>
                  <a:lnTo>
                    <a:pt x="8898185" y="430482"/>
                  </a:lnTo>
                  <a:lnTo>
                    <a:pt x="8953274" y="459031"/>
                  </a:lnTo>
                  <a:lnTo>
                    <a:pt x="9008261" y="486557"/>
                  </a:lnTo>
                  <a:lnTo>
                    <a:pt x="9063205" y="512796"/>
                  </a:lnTo>
                  <a:lnTo>
                    <a:pt x="9118243" y="537541"/>
                  </a:lnTo>
                  <a:lnTo>
                    <a:pt x="9173603" y="560647"/>
                  </a:lnTo>
                  <a:lnTo>
                    <a:pt x="9229625" y="582032"/>
                  </a:lnTo>
                  <a:lnTo>
                    <a:pt x="9286781" y="601670"/>
                  </a:lnTo>
                  <a:lnTo>
                    <a:pt x="9345702" y="619589"/>
                  </a:lnTo>
                  <a:lnTo>
                    <a:pt x="9347647" y="620141"/>
                  </a:lnTo>
                  <a:lnTo>
                    <a:pt x="9399513" y="633937"/>
                  </a:lnTo>
                  <a:lnTo>
                    <a:pt x="9453828" y="646535"/>
                  </a:lnTo>
                  <a:lnTo>
                    <a:pt x="9511276" y="657980"/>
                  </a:lnTo>
                  <a:lnTo>
                    <a:pt x="9572608" y="668352"/>
                  </a:lnTo>
                  <a:lnTo>
                    <a:pt x="9638600" y="677750"/>
                  </a:lnTo>
                  <a:lnTo>
                    <a:pt x="9710015" y="686275"/>
                  </a:lnTo>
                  <a:lnTo>
                    <a:pt x="9787548" y="694022"/>
                  </a:lnTo>
                  <a:lnTo>
                    <a:pt x="9871759" y="701076"/>
                  </a:lnTo>
                  <a:lnTo>
                    <a:pt x="9962980" y="707504"/>
                  </a:lnTo>
                  <a:lnTo>
                    <a:pt x="10061197" y="713362"/>
                  </a:lnTo>
                  <a:lnTo>
                    <a:pt x="10165914" y="718685"/>
                  </a:lnTo>
                  <a:lnTo>
                    <a:pt x="10276001" y="723493"/>
                  </a:lnTo>
                  <a:lnTo>
                    <a:pt x="10389578" y="727793"/>
                  </a:lnTo>
                  <a:lnTo>
                    <a:pt x="10503947" y="731578"/>
                  </a:lnTo>
                  <a:lnTo>
                    <a:pt x="10615670" y="734837"/>
                  </a:lnTo>
                  <a:lnTo>
                    <a:pt x="10720800" y="737563"/>
                  </a:lnTo>
                  <a:lnTo>
                    <a:pt x="10815303" y="739755"/>
                  </a:lnTo>
                  <a:lnTo>
                    <a:pt x="10895626" y="741433"/>
                  </a:lnTo>
                  <a:lnTo>
                    <a:pt x="10959278" y="742636"/>
                  </a:lnTo>
                  <a:lnTo>
                    <a:pt x="11005304" y="743427"/>
                  </a:lnTo>
                  <a:lnTo>
                    <a:pt x="11034530" y="743884"/>
                  </a:lnTo>
                  <a:lnTo>
                    <a:pt x="11049544" y="744099"/>
                  </a:lnTo>
                  <a:lnTo>
                    <a:pt x="11054500" y="744165"/>
                  </a:lnTo>
                  <a:lnTo>
                    <a:pt x="11054891" y="744170"/>
                  </a:lnTo>
                  <a:lnTo>
                    <a:pt x="12049831" y="744170"/>
                  </a:lnTo>
                  <a:lnTo>
                    <a:pt x="12049831" y="7441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4" name="pl1543"/>
            <p:cNvSpPr/>
            <p:nvPr/>
          </p:nvSpPr>
          <p:spPr>
            <a:xfrm>
              <a:off x="1199187" y="3154697"/>
              <a:ext cx="12049831" cy="2311119"/>
            </a:xfrm>
            <a:custGeom>
              <a:avLst/>
              <a:pathLst>
                <a:path w="12049831" h="2311119">
                  <a:moveTo>
                    <a:pt x="12049831" y="744170"/>
                  </a:moveTo>
                  <a:lnTo>
                    <a:pt x="11054891" y="744170"/>
                  </a:lnTo>
                  <a:lnTo>
                    <a:pt x="11053759" y="744155"/>
                  </a:lnTo>
                  <a:lnTo>
                    <a:pt x="11046288" y="744055"/>
                  </a:lnTo>
                  <a:lnTo>
                    <a:pt x="11027353" y="743776"/>
                  </a:lnTo>
                  <a:lnTo>
                    <a:pt x="10993248" y="743227"/>
                  </a:lnTo>
                  <a:lnTo>
                    <a:pt x="10941903" y="742319"/>
                  </a:lnTo>
                  <a:lnTo>
                    <a:pt x="10873039" y="740979"/>
                  </a:lnTo>
                  <a:lnTo>
                    <a:pt x="10788111" y="739149"/>
                  </a:lnTo>
                  <a:lnTo>
                    <a:pt x="10689991" y="736796"/>
                  </a:lnTo>
                  <a:lnTo>
                    <a:pt x="10582439" y="733909"/>
                  </a:lnTo>
                  <a:lnTo>
                    <a:pt x="10469517" y="730489"/>
                  </a:lnTo>
                  <a:lnTo>
                    <a:pt x="10355056" y="726548"/>
                  </a:lnTo>
                  <a:lnTo>
                    <a:pt x="10242286" y="722095"/>
                  </a:lnTo>
                  <a:lnTo>
                    <a:pt x="10133658" y="717132"/>
                  </a:lnTo>
                  <a:lnTo>
                    <a:pt x="10030817" y="711651"/>
                  </a:lnTo>
                  <a:lnTo>
                    <a:pt x="9934686" y="705625"/>
                  </a:lnTo>
                  <a:lnTo>
                    <a:pt x="9845599" y="699014"/>
                  </a:lnTo>
                  <a:lnTo>
                    <a:pt x="9763452" y="691759"/>
                  </a:lnTo>
                  <a:lnTo>
                    <a:pt x="9687833" y="683786"/>
                  </a:lnTo>
                  <a:lnTo>
                    <a:pt x="9618133" y="675008"/>
                  </a:lnTo>
                  <a:lnTo>
                    <a:pt x="9553630" y="665327"/>
                  </a:lnTo>
                  <a:lnTo>
                    <a:pt x="9493553" y="654641"/>
                  </a:lnTo>
                  <a:lnTo>
                    <a:pt x="9437128" y="642855"/>
                  </a:lnTo>
                  <a:lnTo>
                    <a:pt x="9383621" y="629897"/>
                  </a:lnTo>
                  <a:lnTo>
                    <a:pt x="9347647" y="620141"/>
                  </a:lnTo>
                  <a:lnTo>
                    <a:pt x="9288656" y="602277"/>
                  </a:lnTo>
                  <a:lnTo>
                    <a:pt x="9231454" y="582695"/>
                  </a:lnTo>
                  <a:lnTo>
                    <a:pt x="9175403" y="561366"/>
                  </a:lnTo>
                  <a:lnTo>
                    <a:pt x="9120028" y="538315"/>
                  </a:lnTo>
                  <a:lnTo>
                    <a:pt x="9064984" y="513621"/>
                  </a:lnTo>
                  <a:lnTo>
                    <a:pt x="9010039" y="487428"/>
                  </a:lnTo>
                  <a:lnTo>
                    <a:pt x="8955055" y="459939"/>
                  </a:lnTo>
                  <a:lnTo>
                    <a:pt x="8899970" y="431419"/>
                  </a:lnTo>
                  <a:lnTo>
                    <a:pt x="8844782" y="402178"/>
                  </a:lnTo>
                  <a:lnTo>
                    <a:pt x="8789532" y="372565"/>
                  </a:lnTo>
                  <a:lnTo>
                    <a:pt x="8734282" y="342945"/>
                  </a:lnTo>
                  <a:lnTo>
                    <a:pt x="8679091" y="313687"/>
                  </a:lnTo>
                  <a:lnTo>
                    <a:pt x="8624002" y="285138"/>
                  </a:lnTo>
                  <a:lnTo>
                    <a:pt x="8569015" y="257612"/>
                  </a:lnTo>
                  <a:lnTo>
                    <a:pt x="8514071" y="231373"/>
                  </a:lnTo>
                  <a:lnTo>
                    <a:pt x="8459033" y="206628"/>
                  </a:lnTo>
                  <a:lnTo>
                    <a:pt x="8403673" y="183522"/>
                  </a:lnTo>
                  <a:lnTo>
                    <a:pt x="8347651" y="162137"/>
                  </a:lnTo>
                  <a:lnTo>
                    <a:pt x="8290496" y="142499"/>
                  </a:lnTo>
                  <a:lnTo>
                    <a:pt x="8231574" y="124580"/>
                  </a:lnTo>
                  <a:lnTo>
                    <a:pt x="8229629" y="124028"/>
                  </a:lnTo>
                  <a:lnTo>
                    <a:pt x="8177763" y="110232"/>
                  </a:lnTo>
                  <a:lnTo>
                    <a:pt x="8123448" y="97634"/>
                  </a:lnTo>
                  <a:lnTo>
                    <a:pt x="8066000" y="86189"/>
                  </a:lnTo>
                  <a:lnTo>
                    <a:pt x="8004669" y="75817"/>
                  </a:lnTo>
                  <a:lnTo>
                    <a:pt x="7938677" y="66419"/>
                  </a:lnTo>
                  <a:lnTo>
                    <a:pt x="7867261" y="57894"/>
                  </a:lnTo>
                  <a:lnTo>
                    <a:pt x="7789728" y="50147"/>
                  </a:lnTo>
                  <a:lnTo>
                    <a:pt x="7705517" y="43093"/>
                  </a:lnTo>
                  <a:lnTo>
                    <a:pt x="7614296" y="36665"/>
                  </a:lnTo>
                  <a:lnTo>
                    <a:pt x="7516079" y="30807"/>
                  </a:lnTo>
                  <a:lnTo>
                    <a:pt x="7411363" y="25484"/>
                  </a:lnTo>
                  <a:lnTo>
                    <a:pt x="7301275" y="20676"/>
                  </a:lnTo>
                  <a:lnTo>
                    <a:pt x="7187699" y="16377"/>
                  </a:lnTo>
                  <a:lnTo>
                    <a:pt x="7073329" y="12592"/>
                  </a:lnTo>
                  <a:lnTo>
                    <a:pt x="6961606" y="9332"/>
                  </a:lnTo>
                  <a:lnTo>
                    <a:pt x="6856477" y="6606"/>
                  </a:lnTo>
                  <a:lnTo>
                    <a:pt x="6761973" y="4414"/>
                  </a:lnTo>
                  <a:lnTo>
                    <a:pt x="6681650" y="2736"/>
                  </a:lnTo>
                  <a:lnTo>
                    <a:pt x="6617999" y="1533"/>
                  </a:lnTo>
                  <a:lnTo>
                    <a:pt x="6571972" y="742"/>
                  </a:lnTo>
                  <a:lnTo>
                    <a:pt x="6542746" y="285"/>
                  </a:lnTo>
                  <a:lnTo>
                    <a:pt x="6527733" y="70"/>
                  </a:lnTo>
                  <a:lnTo>
                    <a:pt x="6522777" y="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0" y="42"/>
                  </a:lnTo>
                  <a:lnTo>
                    <a:pt x="5519114" y="345"/>
                  </a:lnTo>
                  <a:lnTo>
                    <a:pt x="5500761" y="1181"/>
                  </a:lnTo>
                  <a:lnTo>
                    <a:pt x="5467663" y="2830"/>
                  </a:lnTo>
                  <a:lnTo>
                    <a:pt x="5417752" y="5557"/>
                  </a:lnTo>
                  <a:lnTo>
                    <a:pt x="5350674" y="9588"/>
                  </a:lnTo>
                  <a:lnTo>
                    <a:pt x="5267740" y="15096"/>
                  </a:lnTo>
                  <a:lnTo>
                    <a:pt x="5171645" y="22186"/>
                  </a:lnTo>
                  <a:lnTo>
                    <a:pt x="5065982" y="30900"/>
                  </a:lnTo>
                  <a:lnTo>
                    <a:pt x="4954674" y="41233"/>
                  </a:lnTo>
                  <a:lnTo>
                    <a:pt x="4841472" y="53155"/>
                  </a:lnTo>
                  <a:lnTo>
                    <a:pt x="4729581" y="66633"/>
                  </a:lnTo>
                  <a:lnTo>
                    <a:pt x="4621471" y="81658"/>
                  </a:lnTo>
                  <a:lnTo>
                    <a:pt x="4518838" y="98253"/>
                  </a:lnTo>
                  <a:lnTo>
                    <a:pt x="4422669" y="116485"/>
                  </a:lnTo>
                  <a:lnTo>
                    <a:pt x="4333371" y="136471"/>
                  </a:lnTo>
                  <a:lnTo>
                    <a:pt x="4250904" y="158378"/>
                  </a:lnTo>
                  <a:lnTo>
                    <a:pt x="4174916" y="182420"/>
                  </a:lnTo>
                  <a:lnTo>
                    <a:pt x="4104846" y="208852"/>
                  </a:lnTo>
                  <a:lnTo>
                    <a:pt x="4040013" y="237963"/>
                  </a:lnTo>
                  <a:lnTo>
                    <a:pt x="3979677" y="270058"/>
                  </a:lnTo>
                  <a:lnTo>
                    <a:pt x="3923086" y="305430"/>
                  </a:lnTo>
                  <a:lnTo>
                    <a:pt x="3869518" y="344320"/>
                  </a:lnTo>
                  <a:lnTo>
                    <a:pt x="3820202" y="385186"/>
                  </a:lnTo>
                  <a:lnTo>
                    <a:pt x="3772749" y="429239"/>
                  </a:lnTo>
                  <a:lnTo>
                    <a:pt x="3726539" y="476700"/>
                  </a:lnTo>
                  <a:lnTo>
                    <a:pt x="3681214" y="527638"/>
                  </a:lnTo>
                  <a:lnTo>
                    <a:pt x="3636491" y="582057"/>
                  </a:lnTo>
                  <a:lnTo>
                    <a:pt x="3592147" y="639895"/>
                  </a:lnTo>
                  <a:lnTo>
                    <a:pt x="3548012" y="701013"/>
                  </a:lnTo>
                  <a:lnTo>
                    <a:pt x="3503963" y="765190"/>
                  </a:lnTo>
                  <a:lnTo>
                    <a:pt x="3459915" y="832127"/>
                  </a:lnTo>
                  <a:lnTo>
                    <a:pt x="3415818" y="901449"/>
                  </a:lnTo>
                  <a:lnTo>
                    <a:pt x="3371653" y="972708"/>
                  </a:lnTo>
                  <a:lnTo>
                    <a:pt x="3327421" y="1045396"/>
                  </a:lnTo>
                  <a:lnTo>
                    <a:pt x="3283143" y="1118959"/>
                  </a:lnTo>
                  <a:lnTo>
                    <a:pt x="3238848" y="1192816"/>
                  </a:lnTo>
                  <a:lnTo>
                    <a:pt x="3194570" y="1266374"/>
                  </a:lnTo>
                  <a:lnTo>
                    <a:pt x="3150339" y="1339052"/>
                  </a:lnTo>
                  <a:lnTo>
                    <a:pt x="3106174" y="1410295"/>
                  </a:lnTo>
                  <a:lnTo>
                    <a:pt x="3062078" y="1479598"/>
                  </a:lnTo>
                  <a:lnTo>
                    <a:pt x="3018030" y="1546513"/>
                  </a:lnTo>
                  <a:lnTo>
                    <a:pt x="2973981" y="1610664"/>
                  </a:lnTo>
                  <a:lnTo>
                    <a:pt x="2929845" y="1671752"/>
                  </a:lnTo>
                  <a:lnTo>
                    <a:pt x="2885499" y="1729561"/>
                  </a:lnTo>
                  <a:lnTo>
                    <a:pt x="2840771" y="1783949"/>
                  </a:lnTo>
                  <a:lnTo>
                    <a:pt x="2795439" y="1834856"/>
                  </a:lnTo>
                  <a:lnTo>
                    <a:pt x="2749220" y="1882286"/>
                  </a:lnTo>
                  <a:lnTo>
                    <a:pt x="2702183" y="1925933"/>
                  </a:lnTo>
                  <a:lnTo>
                    <a:pt x="2650902" y="1968325"/>
                  </a:lnTo>
                  <a:lnTo>
                    <a:pt x="2597232" y="2007079"/>
                  </a:lnTo>
                  <a:lnTo>
                    <a:pt x="2540514" y="2042324"/>
                  </a:lnTo>
                  <a:lnTo>
                    <a:pt x="2480023" y="2074301"/>
                  </a:lnTo>
                  <a:lnTo>
                    <a:pt x="2415007" y="2103306"/>
                  </a:lnTo>
                  <a:lnTo>
                    <a:pt x="2344726" y="2129644"/>
                  </a:lnTo>
                  <a:lnTo>
                    <a:pt x="2268503" y="2153601"/>
                  </a:lnTo>
                  <a:lnTo>
                    <a:pt x="2185785" y="2175432"/>
                  </a:lnTo>
                  <a:lnTo>
                    <a:pt x="2096227" y="2195350"/>
                  </a:lnTo>
                  <a:lnTo>
                    <a:pt x="1999805" y="2213518"/>
                  </a:lnTo>
                  <a:lnTo>
                    <a:pt x="1896944" y="2230053"/>
                  </a:lnTo>
                  <a:lnTo>
                    <a:pt x="1788657" y="2245019"/>
                  </a:lnTo>
                  <a:lnTo>
                    <a:pt x="1676667" y="2258440"/>
                  </a:lnTo>
                  <a:lnTo>
                    <a:pt x="1563474" y="2270302"/>
                  </a:lnTo>
                  <a:lnTo>
                    <a:pt x="1452308" y="2280575"/>
                  </a:lnTo>
                  <a:lnTo>
                    <a:pt x="1346933" y="2289228"/>
                  </a:lnTo>
                  <a:lnTo>
                    <a:pt x="1251272" y="2296257"/>
                  </a:lnTo>
                  <a:lnTo>
                    <a:pt x="1168892" y="2301708"/>
                  </a:lnTo>
                  <a:lnTo>
                    <a:pt x="1102445" y="2305687"/>
                  </a:lnTo>
                  <a:lnTo>
                    <a:pt x="1053183" y="2308368"/>
                  </a:lnTo>
                  <a:lnTo>
                    <a:pt x="1020686" y="2309982"/>
                  </a:lnTo>
                  <a:lnTo>
                    <a:pt x="1002825" y="2310793"/>
                  </a:lnTo>
                  <a:lnTo>
                    <a:pt x="995918" y="2311081"/>
                  </a:lnTo>
                  <a:lnTo>
                    <a:pt x="994940" y="2311119"/>
                  </a:lnTo>
                  <a:lnTo>
                    <a:pt x="0" y="2311119"/>
                  </a:lnTo>
                  <a:lnTo>
                    <a:pt x="0" y="23111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5" name="pg1544"/>
            <p:cNvSpPr/>
            <p:nvPr/>
          </p:nvSpPr>
          <p:spPr>
            <a:xfrm>
              <a:off x="1199187" y="2918868"/>
              <a:ext cx="12049831" cy="2536466"/>
            </a:xfrm>
            <a:custGeom>
              <a:avLst/>
              <a:pathLst>
                <a:path w="12049831" h="2536466">
                  <a:moveTo>
                    <a:pt x="0" y="2536466"/>
                  </a:moveTo>
                  <a:lnTo>
                    <a:pt x="994940" y="2536466"/>
                  </a:lnTo>
                  <a:lnTo>
                    <a:pt x="996028" y="2536420"/>
                  </a:lnTo>
                  <a:lnTo>
                    <a:pt x="1003213" y="2536091"/>
                  </a:lnTo>
                  <a:lnTo>
                    <a:pt x="1021443" y="2535181"/>
                  </a:lnTo>
                  <a:lnTo>
                    <a:pt x="1054326" y="2533388"/>
                  </a:lnTo>
                  <a:lnTo>
                    <a:pt x="1103931" y="2530424"/>
                  </a:lnTo>
                  <a:lnTo>
                    <a:pt x="1170627" y="2526039"/>
                  </a:lnTo>
                  <a:lnTo>
                    <a:pt x="1253133" y="2520047"/>
                  </a:lnTo>
                  <a:lnTo>
                    <a:pt x="1348790" y="2512332"/>
                  </a:lnTo>
                  <a:lnTo>
                    <a:pt x="1454045" y="2502848"/>
                  </a:lnTo>
                  <a:lnTo>
                    <a:pt x="1565001" y="2491598"/>
                  </a:lnTo>
                  <a:lnTo>
                    <a:pt x="1677927" y="2478616"/>
                  </a:lnTo>
                  <a:lnTo>
                    <a:pt x="1789622" y="2463936"/>
                  </a:lnTo>
                  <a:lnTo>
                    <a:pt x="1897614" y="2447570"/>
                  </a:lnTo>
                  <a:lnTo>
                    <a:pt x="2000197" y="2429495"/>
                  </a:lnTo>
                  <a:lnTo>
                    <a:pt x="2096369" y="2409639"/>
                  </a:lnTo>
                  <a:lnTo>
                    <a:pt x="2185710" y="2387877"/>
                  </a:lnTo>
                  <a:lnTo>
                    <a:pt x="2268244" y="2364028"/>
                  </a:lnTo>
                  <a:lnTo>
                    <a:pt x="2344311" y="2337863"/>
                  </a:lnTo>
                  <a:lnTo>
                    <a:pt x="2414461" y="2309106"/>
                  </a:lnTo>
                  <a:lnTo>
                    <a:pt x="2479366" y="2277443"/>
                  </a:lnTo>
                  <a:lnTo>
                    <a:pt x="2539761" y="2242545"/>
                  </a:lnTo>
                  <a:lnTo>
                    <a:pt x="2596390" y="2204089"/>
                  </a:lnTo>
                  <a:lnTo>
                    <a:pt x="2649975" y="2161810"/>
                  </a:lnTo>
                  <a:lnTo>
                    <a:pt x="2701173" y="2115567"/>
                  </a:lnTo>
                  <a:lnTo>
                    <a:pt x="2702183" y="2114595"/>
                  </a:lnTo>
                  <a:lnTo>
                    <a:pt x="2748221" y="2067860"/>
                  </a:lnTo>
                  <a:lnTo>
                    <a:pt x="2793079" y="2017618"/>
                  </a:lnTo>
                  <a:lnTo>
                    <a:pt x="2837087" y="1963797"/>
                  </a:lnTo>
                  <a:lnTo>
                    <a:pt x="2880508" y="1906387"/>
                  </a:lnTo>
                  <a:lnTo>
                    <a:pt x="2923549" y="1845443"/>
                  </a:lnTo>
                  <a:lnTo>
                    <a:pt x="2966373" y="1781095"/>
                  </a:lnTo>
                  <a:lnTo>
                    <a:pt x="3009098" y="1713548"/>
                  </a:lnTo>
                  <a:lnTo>
                    <a:pt x="3051809" y="1643084"/>
                  </a:lnTo>
                  <a:lnTo>
                    <a:pt x="3094556" y="1570064"/>
                  </a:lnTo>
                  <a:lnTo>
                    <a:pt x="3137366" y="1494917"/>
                  </a:lnTo>
                  <a:lnTo>
                    <a:pt x="3180241" y="1418133"/>
                  </a:lnTo>
                  <a:lnTo>
                    <a:pt x="3223167" y="1340253"/>
                  </a:lnTo>
                  <a:lnTo>
                    <a:pt x="3266120" y="1261852"/>
                  </a:lnTo>
                  <a:lnTo>
                    <a:pt x="3309070" y="1183518"/>
                  </a:lnTo>
                  <a:lnTo>
                    <a:pt x="3351986" y="1105840"/>
                  </a:lnTo>
                  <a:lnTo>
                    <a:pt x="3394847" y="1029386"/>
                  </a:lnTo>
                  <a:lnTo>
                    <a:pt x="3437641" y="954685"/>
                  </a:lnTo>
                  <a:lnTo>
                    <a:pt x="3480377" y="882216"/>
                  </a:lnTo>
                  <a:lnTo>
                    <a:pt x="3523085" y="812392"/>
                  </a:lnTo>
                  <a:lnTo>
                    <a:pt x="3565825" y="745557"/>
                  </a:lnTo>
                  <a:lnTo>
                    <a:pt x="3608686" y="681974"/>
                  </a:lnTo>
                  <a:lnTo>
                    <a:pt x="3651799" y="621833"/>
                  </a:lnTo>
                  <a:lnTo>
                    <a:pt x="3695334" y="565243"/>
                  </a:lnTo>
                  <a:lnTo>
                    <a:pt x="3739512" y="512247"/>
                  </a:lnTo>
                  <a:lnTo>
                    <a:pt x="3784609" y="462817"/>
                  </a:lnTo>
                  <a:lnTo>
                    <a:pt x="3820202" y="427111"/>
                  </a:lnTo>
                  <a:lnTo>
                    <a:pt x="3871357" y="380789"/>
                  </a:lnTo>
                  <a:lnTo>
                    <a:pt x="3924888" y="338431"/>
                  </a:lnTo>
                  <a:lnTo>
                    <a:pt x="3981450" y="299900"/>
                  </a:lnTo>
                  <a:lnTo>
                    <a:pt x="4041761" y="264933"/>
                  </a:lnTo>
                  <a:lnTo>
                    <a:pt x="4106568" y="233208"/>
                  </a:lnTo>
                  <a:lnTo>
                    <a:pt x="4176605" y="204396"/>
                  </a:lnTo>
                  <a:lnTo>
                    <a:pt x="4252548" y="178181"/>
                  </a:lnTo>
                  <a:lnTo>
                    <a:pt x="4334947" y="154289"/>
                  </a:lnTo>
                  <a:lnTo>
                    <a:pt x="4424149" y="132486"/>
                  </a:lnTo>
                  <a:lnTo>
                    <a:pt x="4520186" y="112593"/>
                  </a:lnTo>
                  <a:lnTo>
                    <a:pt x="4622647" y="94483"/>
                  </a:lnTo>
                  <a:lnTo>
                    <a:pt x="4730545" y="78084"/>
                  </a:lnTo>
                  <a:lnTo>
                    <a:pt x="4842188" y="63369"/>
                  </a:lnTo>
                  <a:lnTo>
                    <a:pt x="4955118" y="50353"/>
                  </a:lnTo>
                  <a:lnTo>
                    <a:pt x="5066149" y="39068"/>
                  </a:lnTo>
                  <a:lnTo>
                    <a:pt x="5171557" y="29548"/>
                  </a:lnTo>
                  <a:lnTo>
                    <a:pt x="5267445" y="21797"/>
                  </a:lnTo>
                  <a:lnTo>
                    <a:pt x="5350246" y="15772"/>
                  </a:lnTo>
                  <a:lnTo>
                    <a:pt x="5417279" y="11356"/>
                  </a:lnTo>
                  <a:lnTo>
                    <a:pt x="5467229" y="8365"/>
                  </a:lnTo>
                  <a:lnTo>
                    <a:pt x="5500435" y="6552"/>
                  </a:lnTo>
                  <a:lnTo>
                    <a:pt x="5518929" y="5627"/>
                  </a:lnTo>
                  <a:lnTo>
                    <a:pt x="5526292" y="528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94" y="5275"/>
                  </a:lnTo>
                  <a:lnTo>
                    <a:pt x="6530816" y="5525"/>
                  </a:lnTo>
                  <a:lnTo>
                    <a:pt x="6549384" y="6214"/>
                  </a:lnTo>
                  <a:lnTo>
                    <a:pt x="6582852" y="7574"/>
                  </a:lnTo>
                  <a:lnTo>
                    <a:pt x="6633291" y="9820"/>
                  </a:lnTo>
                  <a:lnTo>
                    <a:pt x="6701028" y="13142"/>
                  </a:lnTo>
                  <a:lnTo>
                    <a:pt x="6784698" y="17678"/>
                  </a:lnTo>
                  <a:lnTo>
                    <a:pt x="6881542" y="23515"/>
                  </a:lnTo>
                  <a:lnTo>
                    <a:pt x="6987907" y="30684"/>
                  </a:lnTo>
                  <a:lnTo>
                    <a:pt x="7099815" y="39182"/>
                  </a:lnTo>
                  <a:lnTo>
                    <a:pt x="7213488" y="48982"/>
                  </a:lnTo>
                  <a:lnTo>
                    <a:pt x="7325710" y="60060"/>
                  </a:lnTo>
                  <a:lnTo>
                    <a:pt x="7434017" y="72407"/>
                  </a:lnTo>
                  <a:lnTo>
                    <a:pt x="7536732" y="86045"/>
                  </a:lnTo>
                  <a:lnTo>
                    <a:pt x="7632891" y="101030"/>
                  </a:lnTo>
                  <a:lnTo>
                    <a:pt x="7722113" y="117463"/>
                  </a:lnTo>
                  <a:lnTo>
                    <a:pt x="7804463" y="135484"/>
                  </a:lnTo>
                  <a:lnTo>
                    <a:pt x="7880316" y="155270"/>
                  </a:lnTo>
                  <a:lnTo>
                    <a:pt x="7950249" y="177035"/>
                  </a:lnTo>
                  <a:lnTo>
                    <a:pt x="8014958" y="201018"/>
                  </a:lnTo>
                  <a:lnTo>
                    <a:pt x="8075196" y="227470"/>
                  </a:lnTo>
                  <a:lnTo>
                    <a:pt x="8131722" y="256632"/>
                  </a:lnTo>
                  <a:lnTo>
                    <a:pt x="8185265" y="288696"/>
                  </a:lnTo>
                  <a:lnTo>
                    <a:pt x="8229629" y="318805"/>
                  </a:lnTo>
                  <a:lnTo>
                    <a:pt x="8280091" y="357071"/>
                  </a:lnTo>
                  <a:lnTo>
                    <a:pt x="8329174" y="398485"/>
                  </a:lnTo>
                  <a:lnTo>
                    <a:pt x="8377298" y="443109"/>
                  </a:lnTo>
                  <a:lnTo>
                    <a:pt x="8424794" y="490938"/>
                  </a:lnTo>
                  <a:lnTo>
                    <a:pt x="8471914" y="541893"/>
                  </a:lnTo>
                  <a:lnTo>
                    <a:pt x="8518847" y="595814"/>
                  </a:lnTo>
                  <a:lnTo>
                    <a:pt x="8565725" y="652458"/>
                  </a:lnTo>
                  <a:lnTo>
                    <a:pt x="8612631" y="711500"/>
                  </a:lnTo>
                  <a:lnTo>
                    <a:pt x="8659607" y="772536"/>
                  </a:lnTo>
                  <a:lnTo>
                    <a:pt x="8706662" y="835091"/>
                  </a:lnTo>
                  <a:lnTo>
                    <a:pt x="8753779" y="898640"/>
                  </a:lnTo>
                  <a:lnTo>
                    <a:pt x="8800926" y="962617"/>
                  </a:lnTo>
                  <a:lnTo>
                    <a:pt x="8848062" y="1026442"/>
                  </a:lnTo>
                  <a:lnTo>
                    <a:pt x="8895151" y="1089541"/>
                  </a:lnTo>
                  <a:lnTo>
                    <a:pt x="8942165" y="1151367"/>
                  </a:lnTo>
                  <a:lnTo>
                    <a:pt x="8989101" y="1211419"/>
                  </a:lnTo>
                  <a:lnTo>
                    <a:pt x="9035985" y="1269257"/>
                  </a:lnTo>
                  <a:lnTo>
                    <a:pt x="9082878" y="1324517"/>
                  </a:lnTo>
                  <a:lnTo>
                    <a:pt x="9129889" y="1376917"/>
                  </a:lnTo>
                  <a:lnTo>
                    <a:pt x="9177178" y="1426257"/>
                  </a:lnTo>
                  <a:lnTo>
                    <a:pt x="9224965" y="1472420"/>
                  </a:lnTo>
                  <a:lnTo>
                    <a:pt x="9273543" y="1515368"/>
                  </a:lnTo>
                  <a:lnTo>
                    <a:pt x="9323285" y="1555130"/>
                  </a:lnTo>
                  <a:lnTo>
                    <a:pt x="9347647" y="1573063"/>
                  </a:lnTo>
                  <a:lnTo>
                    <a:pt x="9399145" y="1607709"/>
                  </a:lnTo>
                  <a:lnTo>
                    <a:pt x="9453053" y="1639370"/>
                  </a:lnTo>
                  <a:lnTo>
                    <a:pt x="9510041" y="1668151"/>
                  </a:lnTo>
                  <a:lnTo>
                    <a:pt x="9570842" y="1694252"/>
                  </a:lnTo>
                  <a:lnTo>
                    <a:pt x="9636219" y="1717919"/>
                  </a:lnTo>
                  <a:lnTo>
                    <a:pt x="9706918" y="1739401"/>
                  </a:lnTo>
                  <a:lnTo>
                    <a:pt x="9783624" y="1758935"/>
                  </a:lnTo>
                  <a:lnTo>
                    <a:pt x="9866892" y="1776730"/>
                  </a:lnTo>
                  <a:lnTo>
                    <a:pt x="9957063" y="1792959"/>
                  </a:lnTo>
                  <a:lnTo>
                    <a:pt x="10054148" y="1807756"/>
                  </a:lnTo>
                  <a:lnTo>
                    <a:pt x="10157695" y="1821215"/>
                  </a:lnTo>
                  <a:lnTo>
                    <a:pt x="10266650" y="1833389"/>
                  </a:lnTo>
                  <a:lnTo>
                    <a:pt x="10379231" y="1844294"/>
                  </a:lnTo>
                  <a:lnTo>
                    <a:pt x="10492869" y="1853919"/>
                  </a:lnTo>
                  <a:lnTo>
                    <a:pt x="10604254" y="1862237"/>
                  </a:lnTo>
                  <a:lnTo>
                    <a:pt x="10709556" y="1869225"/>
                  </a:lnTo>
                  <a:lnTo>
                    <a:pt x="10804809" y="1874882"/>
                  </a:lnTo>
                  <a:lnTo>
                    <a:pt x="10886447" y="1879247"/>
                  </a:lnTo>
                  <a:lnTo>
                    <a:pt x="10951875" y="1882413"/>
                  </a:lnTo>
                  <a:lnTo>
                    <a:pt x="10999947" y="1884527"/>
                  </a:lnTo>
                  <a:lnTo>
                    <a:pt x="11031229" y="1885782"/>
                  </a:lnTo>
                  <a:lnTo>
                    <a:pt x="11048018" y="1886398"/>
                  </a:lnTo>
                  <a:lnTo>
                    <a:pt x="11054171" y="1886605"/>
                  </a:lnTo>
                  <a:lnTo>
                    <a:pt x="11054891" y="1886628"/>
                  </a:lnTo>
                  <a:lnTo>
                    <a:pt x="12049831" y="1886628"/>
                  </a:lnTo>
                  <a:lnTo>
                    <a:pt x="12049831" y="1881387"/>
                  </a:lnTo>
                  <a:lnTo>
                    <a:pt x="11054891" y="1881387"/>
                  </a:lnTo>
                  <a:lnTo>
                    <a:pt x="11053782" y="1881352"/>
                  </a:lnTo>
                  <a:lnTo>
                    <a:pt x="11046460" y="1881102"/>
                  </a:lnTo>
                  <a:lnTo>
                    <a:pt x="11027893" y="1880413"/>
                  </a:lnTo>
                  <a:lnTo>
                    <a:pt x="10994424" y="1879054"/>
                  </a:lnTo>
                  <a:lnTo>
                    <a:pt x="10943986" y="1876807"/>
                  </a:lnTo>
                  <a:lnTo>
                    <a:pt x="10876249" y="1873485"/>
                  </a:lnTo>
                  <a:lnTo>
                    <a:pt x="10792579" y="1868949"/>
                  </a:lnTo>
                  <a:lnTo>
                    <a:pt x="10695734" y="1863113"/>
                  </a:lnTo>
                  <a:lnTo>
                    <a:pt x="10589370" y="1855943"/>
                  </a:lnTo>
                  <a:lnTo>
                    <a:pt x="10477461" y="1847445"/>
                  </a:lnTo>
                  <a:lnTo>
                    <a:pt x="10363788" y="1837645"/>
                  </a:lnTo>
                  <a:lnTo>
                    <a:pt x="10251567" y="1826567"/>
                  </a:lnTo>
                  <a:lnTo>
                    <a:pt x="10143260" y="1814220"/>
                  </a:lnTo>
                  <a:lnTo>
                    <a:pt x="10040545" y="1800583"/>
                  </a:lnTo>
                  <a:lnTo>
                    <a:pt x="9944386" y="1785597"/>
                  </a:lnTo>
                  <a:lnTo>
                    <a:pt x="9855163" y="1769164"/>
                  </a:lnTo>
                  <a:lnTo>
                    <a:pt x="9772813" y="1751144"/>
                  </a:lnTo>
                  <a:lnTo>
                    <a:pt x="9696961" y="1731358"/>
                  </a:lnTo>
                  <a:lnTo>
                    <a:pt x="9627028" y="1709593"/>
                  </a:lnTo>
                  <a:lnTo>
                    <a:pt x="9562319" y="1685610"/>
                  </a:lnTo>
                  <a:lnTo>
                    <a:pt x="9502081" y="1659157"/>
                  </a:lnTo>
                  <a:lnTo>
                    <a:pt x="9445554" y="1629995"/>
                  </a:lnTo>
                  <a:lnTo>
                    <a:pt x="9392011" y="1597931"/>
                  </a:lnTo>
                  <a:lnTo>
                    <a:pt x="9347647" y="1567823"/>
                  </a:lnTo>
                  <a:lnTo>
                    <a:pt x="9297185" y="1529557"/>
                  </a:lnTo>
                  <a:lnTo>
                    <a:pt x="9248103" y="1488142"/>
                  </a:lnTo>
                  <a:lnTo>
                    <a:pt x="9199978" y="1443518"/>
                  </a:lnTo>
                  <a:lnTo>
                    <a:pt x="9152482" y="1395689"/>
                  </a:lnTo>
                  <a:lnTo>
                    <a:pt x="9105362" y="1344734"/>
                  </a:lnTo>
                  <a:lnTo>
                    <a:pt x="9058429" y="1290813"/>
                  </a:lnTo>
                  <a:lnTo>
                    <a:pt x="9011551" y="1234169"/>
                  </a:lnTo>
                  <a:lnTo>
                    <a:pt x="8964645" y="1175127"/>
                  </a:lnTo>
                  <a:lnTo>
                    <a:pt x="8917669" y="1114092"/>
                  </a:lnTo>
                  <a:lnTo>
                    <a:pt x="8870614" y="1051536"/>
                  </a:lnTo>
                  <a:lnTo>
                    <a:pt x="8823497" y="987988"/>
                  </a:lnTo>
                  <a:lnTo>
                    <a:pt x="8776350" y="924011"/>
                  </a:lnTo>
                  <a:lnTo>
                    <a:pt x="8729214" y="860185"/>
                  </a:lnTo>
                  <a:lnTo>
                    <a:pt x="8682126" y="797086"/>
                  </a:lnTo>
                  <a:lnTo>
                    <a:pt x="8635111" y="735260"/>
                  </a:lnTo>
                  <a:lnTo>
                    <a:pt x="8588175" y="675209"/>
                  </a:lnTo>
                  <a:lnTo>
                    <a:pt x="8541291" y="617371"/>
                  </a:lnTo>
                  <a:lnTo>
                    <a:pt x="8494398" y="562110"/>
                  </a:lnTo>
                  <a:lnTo>
                    <a:pt x="8447387" y="509710"/>
                  </a:lnTo>
                  <a:lnTo>
                    <a:pt x="8400099" y="460370"/>
                  </a:lnTo>
                  <a:lnTo>
                    <a:pt x="8352311" y="414207"/>
                  </a:lnTo>
                  <a:lnTo>
                    <a:pt x="8303734" y="371260"/>
                  </a:lnTo>
                  <a:lnTo>
                    <a:pt x="8253991" y="331498"/>
                  </a:lnTo>
                  <a:lnTo>
                    <a:pt x="8229629" y="313564"/>
                  </a:lnTo>
                  <a:lnTo>
                    <a:pt x="8178132" y="278918"/>
                  </a:lnTo>
                  <a:lnTo>
                    <a:pt x="8124223" y="247257"/>
                  </a:lnTo>
                  <a:lnTo>
                    <a:pt x="8067236" y="218477"/>
                  </a:lnTo>
                  <a:lnTo>
                    <a:pt x="8006434" y="192375"/>
                  </a:lnTo>
                  <a:lnTo>
                    <a:pt x="7941058" y="168708"/>
                  </a:lnTo>
                  <a:lnTo>
                    <a:pt x="7870359" y="147226"/>
                  </a:lnTo>
                  <a:lnTo>
                    <a:pt x="7793653" y="127692"/>
                  </a:lnTo>
                  <a:lnTo>
                    <a:pt x="7710384" y="109897"/>
                  </a:lnTo>
                  <a:lnTo>
                    <a:pt x="7620213" y="93669"/>
                  </a:lnTo>
                  <a:lnTo>
                    <a:pt x="7523129" y="78871"/>
                  </a:lnTo>
                  <a:lnTo>
                    <a:pt x="7419582" y="65412"/>
                  </a:lnTo>
                  <a:lnTo>
                    <a:pt x="7310626" y="53238"/>
                  </a:lnTo>
                  <a:lnTo>
                    <a:pt x="7198045" y="42333"/>
                  </a:lnTo>
                  <a:lnTo>
                    <a:pt x="7084408" y="32708"/>
                  </a:lnTo>
                  <a:lnTo>
                    <a:pt x="6973022" y="24390"/>
                  </a:lnTo>
                  <a:lnTo>
                    <a:pt x="6867721" y="17402"/>
                  </a:lnTo>
                  <a:lnTo>
                    <a:pt x="6772468" y="11745"/>
                  </a:lnTo>
                  <a:lnTo>
                    <a:pt x="6690830" y="7381"/>
                  </a:lnTo>
                  <a:lnTo>
                    <a:pt x="6625402" y="4215"/>
                  </a:lnTo>
                  <a:lnTo>
                    <a:pt x="6577330" y="2100"/>
                  </a:lnTo>
                  <a:lnTo>
                    <a:pt x="6546048" y="846"/>
                  </a:lnTo>
                  <a:lnTo>
                    <a:pt x="6529258" y="229"/>
                  </a:lnTo>
                  <a:lnTo>
                    <a:pt x="6523106" y="2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7" y="46"/>
                  </a:lnTo>
                  <a:lnTo>
                    <a:pt x="5519172" y="375"/>
                  </a:lnTo>
                  <a:lnTo>
                    <a:pt x="5500942" y="1285"/>
                  </a:lnTo>
                  <a:lnTo>
                    <a:pt x="5468059" y="3077"/>
                  </a:lnTo>
                  <a:lnTo>
                    <a:pt x="5418454" y="6042"/>
                  </a:lnTo>
                  <a:lnTo>
                    <a:pt x="5351758" y="10427"/>
                  </a:lnTo>
                  <a:lnTo>
                    <a:pt x="5269252" y="16419"/>
                  </a:lnTo>
                  <a:lnTo>
                    <a:pt x="5173595" y="24134"/>
                  </a:lnTo>
                  <a:lnTo>
                    <a:pt x="5068340" y="33618"/>
                  </a:lnTo>
                  <a:lnTo>
                    <a:pt x="4957384" y="44868"/>
                  </a:lnTo>
                  <a:lnTo>
                    <a:pt x="4844458" y="57850"/>
                  </a:lnTo>
                  <a:lnTo>
                    <a:pt x="4732763" y="72530"/>
                  </a:lnTo>
                  <a:lnTo>
                    <a:pt x="4624771" y="88896"/>
                  </a:lnTo>
                  <a:lnTo>
                    <a:pt x="4522187" y="106971"/>
                  </a:lnTo>
                  <a:lnTo>
                    <a:pt x="4426016" y="126827"/>
                  </a:lnTo>
                  <a:lnTo>
                    <a:pt x="4336675" y="148589"/>
                  </a:lnTo>
                  <a:lnTo>
                    <a:pt x="4254141" y="172438"/>
                  </a:lnTo>
                  <a:lnTo>
                    <a:pt x="4178074" y="198602"/>
                  </a:lnTo>
                  <a:lnTo>
                    <a:pt x="4107924" y="227360"/>
                  </a:lnTo>
                  <a:lnTo>
                    <a:pt x="4043019" y="259023"/>
                  </a:lnTo>
                  <a:lnTo>
                    <a:pt x="3982624" y="293921"/>
                  </a:lnTo>
                  <a:lnTo>
                    <a:pt x="3925995" y="332377"/>
                  </a:lnTo>
                  <a:lnTo>
                    <a:pt x="3872410" y="374656"/>
                  </a:lnTo>
                  <a:lnTo>
                    <a:pt x="3821212" y="420899"/>
                  </a:lnTo>
                  <a:lnTo>
                    <a:pt x="3820202" y="421871"/>
                  </a:lnTo>
                  <a:lnTo>
                    <a:pt x="3774164" y="468605"/>
                  </a:lnTo>
                  <a:lnTo>
                    <a:pt x="3729306" y="518848"/>
                  </a:lnTo>
                  <a:lnTo>
                    <a:pt x="3685298" y="572669"/>
                  </a:lnTo>
                  <a:lnTo>
                    <a:pt x="3641877" y="630079"/>
                  </a:lnTo>
                  <a:lnTo>
                    <a:pt x="3598836" y="691023"/>
                  </a:lnTo>
                  <a:lnTo>
                    <a:pt x="3556012" y="755371"/>
                  </a:lnTo>
                  <a:lnTo>
                    <a:pt x="3513287" y="822918"/>
                  </a:lnTo>
                  <a:lnTo>
                    <a:pt x="3470576" y="893382"/>
                  </a:lnTo>
                  <a:lnTo>
                    <a:pt x="3427829" y="966402"/>
                  </a:lnTo>
                  <a:lnTo>
                    <a:pt x="3385019" y="1041549"/>
                  </a:lnTo>
                  <a:lnTo>
                    <a:pt x="3342144" y="1118333"/>
                  </a:lnTo>
                  <a:lnTo>
                    <a:pt x="3299218" y="1196212"/>
                  </a:lnTo>
                  <a:lnTo>
                    <a:pt x="3256265" y="1274614"/>
                  </a:lnTo>
                  <a:lnTo>
                    <a:pt x="3213315" y="1352948"/>
                  </a:lnTo>
                  <a:lnTo>
                    <a:pt x="3170399" y="1430626"/>
                  </a:lnTo>
                  <a:lnTo>
                    <a:pt x="3127538" y="1507080"/>
                  </a:lnTo>
                  <a:lnTo>
                    <a:pt x="3084744" y="1581781"/>
                  </a:lnTo>
                  <a:lnTo>
                    <a:pt x="3042008" y="1654250"/>
                  </a:lnTo>
                  <a:lnTo>
                    <a:pt x="2999300" y="1724074"/>
                  </a:lnTo>
                  <a:lnTo>
                    <a:pt x="2956560" y="1790909"/>
                  </a:lnTo>
                  <a:lnTo>
                    <a:pt x="2913699" y="1854492"/>
                  </a:lnTo>
                  <a:lnTo>
                    <a:pt x="2870586" y="1914633"/>
                  </a:lnTo>
                  <a:lnTo>
                    <a:pt x="2827051" y="1971222"/>
                  </a:lnTo>
                  <a:lnTo>
                    <a:pt x="2782873" y="2024219"/>
                  </a:lnTo>
                  <a:lnTo>
                    <a:pt x="2737776" y="2073649"/>
                  </a:lnTo>
                  <a:lnTo>
                    <a:pt x="2702183" y="2109355"/>
                  </a:lnTo>
                  <a:lnTo>
                    <a:pt x="2651028" y="2155677"/>
                  </a:lnTo>
                  <a:lnTo>
                    <a:pt x="2597497" y="2198035"/>
                  </a:lnTo>
                  <a:lnTo>
                    <a:pt x="2540935" y="2236566"/>
                  </a:lnTo>
                  <a:lnTo>
                    <a:pt x="2480624" y="2271533"/>
                  </a:lnTo>
                  <a:lnTo>
                    <a:pt x="2415817" y="2303257"/>
                  </a:lnTo>
                  <a:lnTo>
                    <a:pt x="2345780" y="2332070"/>
                  </a:lnTo>
                  <a:lnTo>
                    <a:pt x="2269837" y="2358284"/>
                  </a:lnTo>
                  <a:lnTo>
                    <a:pt x="2187438" y="2382177"/>
                  </a:lnTo>
                  <a:lnTo>
                    <a:pt x="2098236" y="2403980"/>
                  </a:lnTo>
                  <a:lnTo>
                    <a:pt x="2002199" y="2423873"/>
                  </a:lnTo>
                  <a:lnTo>
                    <a:pt x="1899738" y="2441983"/>
                  </a:lnTo>
                  <a:lnTo>
                    <a:pt x="1791840" y="2458382"/>
                  </a:lnTo>
                  <a:lnTo>
                    <a:pt x="1680197" y="2473096"/>
                  </a:lnTo>
                  <a:lnTo>
                    <a:pt x="1567267" y="2486113"/>
                  </a:lnTo>
                  <a:lnTo>
                    <a:pt x="1456236" y="2497398"/>
                  </a:lnTo>
                  <a:lnTo>
                    <a:pt x="1350828" y="2506918"/>
                  </a:lnTo>
                  <a:lnTo>
                    <a:pt x="1254940" y="2514668"/>
                  </a:lnTo>
                  <a:lnTo>
                    <a:pt x="1172139" y="2520694"/>
                  </a:lnTo>
                  <a:lnTo>
                    <a:pt x="1105106" y="2525110"/>
                  </a:lnTo>
                  <a:lnTo>
                    <a:pt x="1055156" y="2528101"/>
                  </a:lnTo>
                  <a:lnTo>
                    <a:pt x="1021950" y="2529914"/>
                  </a:lnTo>
                  <a:lnTo>
                    <a:pt x="1003456" y="2530839"/>
                  </a:lnTo>
                  <a:lnTo>
                    <a:pt x="996093" y="2531177"/>
                  </a:lnTo>
                  <a:lnTo>
                    <a:pt x="994940" y="2531226"/>
                  </a:lnTo>
                  <a:lnTo>
                    <a:pt x="0" y="2531226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46" name="pl1545"/>
            <p:cNvSpPr/>
            <p:nvPr/>
          </p:nvSpPr>
          <p:spPr>
            <a:xfrm>
              <a:off x="1199187" y="2924109"/>
              <a:ext cx="12049831" cy="2531226"/>
            </a:xfrm>
            <a:custGeom>
              <a:avLst/>
              <a:pathLst>
                <a:path w="12049831" h="2531226">
                  <a:moveTo>
                    <a:pt x="0" y="2531226"/>
                  </a:moveTo>
                  <a:lnTo>
                    <a:pt x="994940" y="2531226"/>
                  </a:lnTo>
                  <a:lnTo>
                    <a:pt x="996028" y="2531180"/>
                  </a:lnTo>
                  <a:lnTo>
                    <a:pt x="1003213" y="2530850"/>
                  </a:lnTo>
                  <a:lnTo>
                    <a:pt x="1021443" y="2529941"/>
                  </a:lnTo>
                  <a:lnTo>
                    <a:pt x="1054326" y="2528148"/>
                  </a:lnTo>
                  <a:lnTo>
                    <a:pt x="1103931" y="2525183"/>
                  </a:lnTo>
                  <a:lnTo>
                    <a:pt x="1170627" y="2520799"/>
                  </a:lnTo>
                  <a:lnTo>
                    <a:pt x="1253133" y="2514807"/>
                  </a:lnTo>
                  <a:lnTo>
                    <a:pt x="1348790" y="2507092"/>
                  </a:lnTo>
                  <a:lnTo>
                    <a:pt x="1454045" y="2497607"/>
                  </a:lnTo>
                  <a:lnTo>
                    <a:pt x="1565001" y="2486357"/>
                  </a:lnTo>
                  <a:lnTo>
                    <a:pt x="1677927" y="2473375"/>
                  </a:lnTo>
                  <a:lnTo>
                    <a:pt x="1789622" y="2458695"/>
                  </a:lnTo>
                  <a:lnTo>
                    <a:pt x="1897614" y="2442329"/>
                  </a:lnTo>
                  <a:lnTo>
                    <a:pt x="2000197" y="2424255"/>
                  </a:lnTo>
                  <a:lnTo>
                    <a:pt x="2096369" y="2404399"/>
                  </a:lnTo>
                  <a:lnTo>
                    <a:pt x="2185710" y="2382636"/>
                  </a:lnTo>
                  <a:lnTo>
                    <a:pt x="2268244" y="2358788"/>
                  </a:lnTo>
                  <a:lnTo>
                    <a:pt x="2344311" y="2332623"/>
                  </a:lnTo>
                  <a:lnTo>
                    <a:pt x="2414461" y="2303865"/>
                  </a:lnTo>
                  <a:lnTo>
                    <a:pt x="2479366" y="2272203"/>
                  </a:lnTo>
                  <a:lnTo>
                    <a:pt x="2539761" y="2237304"/>
                  </a:lnTo>
                  <a:lnTo>
                    <a:pt x="2596390" y="2198848"/>
                  </a:lnTo>
                  <a:lnTo>
                    <a:pt x="2649975" y="2156569"/>
                  </a:lnTo>
                  <a:lnTo>
                    <a:pt x="2701173" y="2110326"/>
                  </a:lnTo>
                  <a:lnTo>
                    <a:pt x="2702183" y="2109355"/>
                  </a:lnTo>
                  <a:lnTo>
                    <a:pt x="2748221" y="2062620"/>
                  </a:lnTo>
                  <a:lnTo>
                    <a:pt x="2793079" y="2012377"/>
                  </a:lnTo>
                  <a:lnTo>
                    <a:pt x="2837087" y="1958556"/>
                  </a:lnTo>
                  <a:lnTo>
                    <a:pt x="2880508" y="1901146"/>
                  </a:lnTo>
                  <a:lnTo>
                    <a:pt x="2923549" y="1840203"/>
                  </a:lnTo>
                  <a:lnTo>
                    <a:pt x="2966373" y="1775854"/>
                  </a:lnTo>
                  <a:lnTo>
                    <a:pt x="3009098" y="1708307"/>
                  </a:lnTo>
                  <a:lnTo>
                    <a:pt x="3051809" y="1637844"/>
                  </a:lnTo>
                  <a:lnTo>
                    <a:pt x="3094556" y="1564824"/>
                  </a:lnTo>
                  <a:lnTo>
                    <a:pt x="3137366" y="1489676"/>
                  </a:lnTo>
                  <a:lnTo>
                    <a:pt x="3180241" y="1412892"/>
                  </a:lnTo>
                  <a:lnTo>
                    <a:pt x="3223167" y="1335013"/>
                  </a:lnTo>
                  <a:lnTo>
                    <a:pt x="3266120" y="1256611"/>
                  </a:lnTo>
                  <a:lnTo>
                    <a:pt x="3309070" y="1178277"/>
                  </a:lnTo>
                  <a:lnTo>
                    <a:pt x="3351986" y="1100599"/>
                  </a:lnTo>
                  <a:lnTo>
                    <a:pt x="3394847" y="1024145"/>
                  </a:lnTo>
                  <a:lnTo>
                    <a:pt x="3437641" y="949444"/>
                  </a:lnTo>
                  <a:lnTo>
                    <a:pt x="3480377" y="876975"/>
                  </a:lnTo>
                  <a:lnTo>
                    <a:pt x="3523085" y="807152"/>
                  </a:lnTo>
                  <a:lnTo>
                    <a:pt x="3565825" y="740316"/>
                  </a:lnTo>
                  <a:lnTo>
                    <a:pt x="3608686" y="676734"/>
                  </a:lnTo>
                  <a:lnTo>
                    <a:pt x="3651799" y="616592"/>
                  </a:lnTo>
                  <a:lnTo>
                    <a:pt x="3695334" y="560003"/>
                  </a:lnTo>
                  <a:lnTo>
                    <a:pt x="3739512" y="507006"/>
                  </a:lnTo>
                  <a:lnTo>
                    <a:pt x="3784609" y="457577"/>
                  </a:lnTo>
                  <a:lnTo>
                    <a:pt x="3820202" y="421871"/>
                  </a:lnTo>
                  <a:lnTo>
                    <a:pt x="3871357" y="375548"/>
                  </a:lnTo>
                  <a:lnTo>
                    <a:pt x="3924888" y="333190"/>
                  </a:lnTo>
                  <a:lnTo>
                    <a:pt x="3981450" y="294659"/>
                  </a:lnTo>
                  <a:lnTo>
                    <a:pt x="4041761" y="259692"/>
                  </a:lnTo>
                  <a:lnTo>
                    <a:pt x="4106568" y="227968"/>
                  </a:lnTo>
                  <a:lnTo>
                    <a:pt x="4176605" y="199155"/>
                  </a:lnTo>
                  <a:lnTo>
                    <a:pt x="4252548" y="172941"/>
                  </a:lnTo>
                  <a:lnTo>
                    <a:pt x="4334947" y="149048"/>
                  </a:lnTo>
                  <a:lnTo>
                    <a:pt x="4424149" y="127245"/>
                  </a:lnTo>
                  <a:lnTo>
                    <a:pt x="4520186" y="107352"/>
                  </a:lnTo>
                  <a:lnTo>
                    <a:pt x="4622647" y="89243"/>
                  </a:lnTo>
                  <a:lnTo>
                    <a:pt x="4730545" y="72843"/>
                  </a:lnTo>
                  <a:lnTo>
                    <a:pt x="4842188" y="58129"/>
                  </a:lnTo>
                  <a:lnTo>
                    <a:pt x="4955118" y="45112"/>
                  </a:lnTo>
                  <a:lnTo>
                    <a:pt x="5066149" y="33827"/>
                  </a:lnTo>
                  <a:lnTo>
                    <a:pt x="5171557" y="24307"/>
                  </a:lnTo>
                  <a:lnTo>
                    <a:pt x="5267445" y="16557"/>
                  </a:lnTo>
                  <a:lnTo>
                    <a:pt x="5350246" y="10531"/>
                  </a:lnTo>
                  <a:lnTo>
                    <a:pt x="5417279" y="6116"/>
                  </a:lnTo>
                  <a:lnTo>
                    <a:pt x="5467229" y="3125"/>
                  </a:lnTo>
                  <a:lnTo>
                    <a:pt x="5500435" y="1311"/>
                  </a:lnTo>
                  <a:lnTo>
                    <a:pt x="5518929" y="387"/>
                  </a:lnTo>
                  <a:lnTo>
                    <a:pt x="5526292" y="49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94" y="35"/>
                  </a:lnTo>
                  <a:lnTo>
                    <a:pt x="6530816" y="284"/>
                  </a:lnTo>
                  <a:lnTo>
                    <a:pt x="6549384" y="974"/>
                  </a:lnTo>
                  <a:lnTo>
                    <a:pt x="6582852" y="2333"/>
                  </a:lnTo>
                  <a:lnTo>
                    <a:pt x="6633291" y="4580"/>
                  </a:lnTo>
                  <a:lnTo>
                    <a:pt x="6701028" y="7901"/>
                  </a:lnTo>
                  <a:lnTo>
                    <a:pt x="6784698" y="12438"/>
                  </a:lnTo>
                  <a:lnTo>
                    <a:pt x="6881542" y="18274"/>
                  </a:lnTo>
                  <a:lnTo>
                    <a:pt x="6987907" y="25444"/>
                  </a:lnTo>
                  <a:lnTo>
                    <a:pt x="7099815" y="33941"/>
                  </a:lnTo>
                  <a:lnTo>
                    <a:pt x="7213488" y="43742"/>
                  </a:lnTo>
                  <a:lnTo>
                    <a:pt x="7325710" y="54820"/>
                  </a:lnTo>
                  <a:lnTo>
                    <a:pt x="7434017" y="67167"/>
                  </a:lnTo>
                  <a:lnTo>
                    <a:pt x="7536732" y="80804"/>
                  </a:lnTo>
                  <a:lnTo>
                    <a:pt x="7632891" y="95790"/>
                  </a:lnTo>
                  <a:lnTo>
                    <a:pt x="7722113" y="112223"/>
                  </a:lnTo>
                  <a:lnTo>
                    <a:pt x="7804463" y="130243"/>
                  </a:lnTo>
                  <a:lnTo>
                    <a:pt x="7880316" y="150029"/>
                  </a:lnTo>
                  <a:lnTo>
                    <a:pt x="7950249" y="171794"/>
                  </a:lnTo>
                  <a:lnTo>
                    <a:pt x="8014958" y="195777"/>
                  </a:lnTo>
                  <a:lnTo>
                    <a:pt x="8075196" y="222230"/>
                  </a:lnTo>
                  <a:lnTo>
                    <a:pt x="8131722" y="251392"/>
                  </a:lnTo>
                  <a:lnTo>
                    <a:pt x="8185265" y="283456"/>
                  </a:lnTo>
                  <a:lnTo>
                    <a:pt x="8229629" y="313564"/>
                  </a:lnTo>
                  <a:lnTo>
                    <a:pt x="8280091" y="351830"/>
                  </a:lnTo>
                  <a:lnTo>
                    <a:pt x="8329174" y="393244"/>
                  </a:lnTo>
                  <a:lnTo>
                    <a:pt x="8377298" y="437869"/>
                  </a:lnTo>
                  <a:lnTo>
                    <a:pt x="8424794" y="485697"/>
                  </a:lnTo>
                  <a:lnTo>
                    <a:pt x="8471914" y="536652"/>
                  </a:lnTo>
                  <a:lnTo>
                    <a:pt x="8518847" y="590573"/>
                  </a:lnTo>
                  <a:lnTo>
                    <a:pt x="8565725" y="647218"/>
                  </a:lnTo>
                  <a:lnTo>
                    <a:pt x="8612631" y="706260"/>
                  </a:lnTo>
                  <a:lnTo>
                    <a:pt x="8659607" y="767295"/>
                  </a:lnTo>
                  <a:lnTo>
                    <a:pt x="8706662" y="829850"/>
                  </a:lnTo>
                  <a:lnTo>
                    <a:pt x="8753779" y="893399"/>
                  </a:lnTo>
                  <a:lnTo>
                    <a:pt x="8800926" y="957376"/>
                  </a:lnTo>
                  <a:lnTo>
                    <a:pt x="8848062" y="1021201"/>
                  </a:lnTo>
                  <a:lnTo>
                    <a:pt x="8895151" y="1084301"/>
                  </a:lnTo>
                  <a:lnTo>
                    <a:pt x="8942165" y="1146127"/>
                  </a:lnTo>
                  <a:lnTo>
                    <a:pt x="8989101" y="1206178"/>
                  </a:lnTo>
                  <a:lnTo>
                    <a:pt x="9035985" y="1264016"/>
                  </a:lnTo>
                  <a:lnTo>
                    <a:pt x="9082878" y="1319276"/>
                  </a:lnTo>
                  <a:lnTo>
                    <a:pt x="9129889" y="1371676"/>
                  </a:lnTo>
                  <a:lnTo>
                    <a:pt x="9177178" y="1421016"/>
                  </a:lnTo>
                  <a:lnTo>
                    <a:pt x="9224965" y="1467180"/>
                  </a:lnTo>
                  <a:lnTo>
                    <a:pt x="9273543" y="1510127"/>
                  </a:lnTo>
                  <a:lnTo>
                    <a:pt x="9323285" y="1549889"/>
                  </a:lnTo>
                  <a:lnTo>
                    <a:pt x="9347647" y="1567823"/>
                  </a:lnTo>
                  <a:lnTo>
                    <a:pt x="9399145" y="1602468"/>
                  </a:lnTo>
                  <a:lnTo>
                    <a:pt x="9453053" y="1634129"/>
                  </a:lnTo>
                  <a:lnTo>
                    <a:pt x="9510041" y="1662910"/>
                  </a:lnTo>
                  <a:lnTo>
                    <a:pt x="9570842" y="1689012"/>
                  </a:lnTo>
                  <a:lnTo>
                    <a:pt x="9636219" y="1712679"/>
                  </a:lnTo>
                  <a:lnTo>
                    <a:pt x="9706918" y="1734161"/>
                  </a:lnTo>
                  <a:lnTo>
                    <a:pt x="9783624" y="1753695"/>
                  </a:lnTo>
                  <a:lnTo>
                    <a:pt x="9866892" y="1771489"/>
                  </a:lnTo>
                  <a:lnTo>
                    <a:pt x="9957063" y="1787718"/>
                  </a:lnTo>
                  <a:lnTo>
                    <a:pt x="10054148" y="1802515"/>
                  </a:lnTo>
                  <a:lnTo>
                    <a:pt x="10157695" y="1815975"/>
                  </a:lnTo>
                  <a:lnTo>
                    <a:pt x="10266650" y="1828149"/>
                  </a:lnTo>
                  <a:lnTo>
                    <a:pt x="10379231" y="1839054"/>
                  </a:lnTo>
                  <a:lnTo>
                    <a:pt x="10492869" y="1848679"/>
                  </a:lnTo>
                  <a:lnTo>
                    <a:pt x="10604254" y="1856997"/>
                  </a:lnTo>
                  <a:lnTo>
                    <a:pt x="10709556" y="1863985"/>
                  </a:lnTo>
                  <a:lnTo>
                    <a:pt x="10804809" y="1869641"/>
                  </a:lnTo>
                  <a:lnTo>
                    <a:pt x="10886447" y="1874006"/>
                  </a:lnTo>
                  <a:lnTo>
                    <a:pt x="10951875" y="1877172"/>
                  </a:lnTo>
                  <a:lnTo>
                    <a:pt x="10999947" y="1879286"/>
                  </a:lnTo>
                  <a:lnTo>
                    <a:pt x="11031229" y="1880541"/>
                  </a:lnTo>
                  <a:lnTo>
                    <a:pt x="11048018" y="1881157"/>
                  </a:lnTo>
                  <a:lnTo>
                    <a:pt x="11054171" y="1881365"/>
                  </a:lnTo>
                  <a:lnTo>
                    <a:pt x="11054891" y="1881387"/>
                  </a:lnTo>
                  <a:lnTo>
                    <a:pt x="12049831" y="1881387"/>
                  </a:lnTo>
                  <a:lnTo>
                    <a:pt x="12049831" y="18813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7" name="pl1546"/>
            <p:cNvSpPr/>
            <p:nvPr/>
          </p:nvSpPr>
          <p:spPr>
            <a:xfrm>
              <a:off x="1199187" y="2918868"/>
              <a:ext cx="12049831" cy="2531226"/>
            </a:xfrm>
            <a:custGeom>
              <a:avLst/>
              <a:pathLst>
                <a:path w="12049831" h="2531226">
                  <a:moveTo>
                    <a:pt x="12049831" y="1881387"/>
                  </a:moveTo>
                  <a:lnTo>
                    <a:pt x="11054891" y="1881387"/>
                  </a:lnTo>
                  <a:lnTo>
                    <a:pt x="11053782" y="1881352"/>
                  </a:lnTo>
                  <a:lnTo>
                    <a:pt x="11046460" y="1881102"/>
                  </a:lnTo>
                  <a:lnTo>
                    <a:pt x="11027893" y="1880413"/>
                  </a:lnTo>
                  <a:lnTo>
                    <a:pt x="10994424" y="1879054"/>
                  </a:lnTo>
                  <a:lnTo>
                    <a:pt x="10943986" y="1876807"/>
                  </a:lnTo>
                  <a:lnTo>
                    <a:pt x="10876249" y="1873485"/>
                  </a:lnTo>
                  <a:lnTo>
                    <a:pt x="10792579" y="1868949"/>
                  </a:lnTo>
                  <a:lnTo>
                    <a:pt x="10695734" y="1863113"/>
                  </a:lnTo>
                  <a:lnTo>
                    <a:pt x="10589370" y="1855943"/>
                  </a:lnTo>
                  <a:lnTo>
                    <a:pt x="10477461" y="1847445"/>
                  </a:lnTo>
                  <a:lnTo>
                    <a:pt x="10363788" y="1837645"/>
                  </a:lnTo>
                  <a:lnTo>
                    <a:pt x="10251567" y="1826567"/>
                  </a:lnTo>
                  <a:lnTo>
                    <a:pt x="10143260" y="1814220"/>
                  </a:lnTo>
                  <a:lnTo>
                    <a:pt x="10040545" y="1800583"/>
                  </a:lnTo>
                  <a:lnTo>
                    <a:pt x="9944386" y="1785597"/>
                  </a:lnTo>
                  <a:lnTo>
                    <a:pt x="9855163" y="1769164"/>
                  </a:lnTo>
                  <a:lnTo>
                    <a:pt x="9772813" y="1751144"/>
                  </a:lnTo>
                  <a:lnTo>
                    <a:pt x="9696961" y="1731358"/>
                  </a:lnTo>
                  <a:lnTo>
                    <a:pt x="9627028" y="1709593"/>
                  </a:lnTo>
                  <a:lnTo>
                    <a:pt x="9562319" y="1685610"/>
                  </a:lnTo>
                  <a:lnTo>
                    <a:pt x="9502081" y="1659157"/>
                  </a:lnTo>
                  <a:lnTo>
                    <a:pt x="9445554" y="1629995"/>
                  </a:lnTo>
                  <a:lnTo>
                    <a:pt x="9392011" y="1597931"/>
                  </a:lnTo>
                  <a:lnTo>
                    <a:pt x="9347647" y="1567823"/>
                  </a:lnTo>
                  <a:lnTo>
                    <a:pt x="9297185" y="1529557"/>
                  </a:lnTo>
                  <a:lnTo>
                    <a:pt x="9248103" y="1488142"/>
                  </a:lnTo>
                  <a:lnTo>
                    <a:pt x="9199978" y="1443518"/>
                  </a:lnTo>
                  <a:lnTo>
                    <a:pt x="9152482" y="1395689"/>
                  </a:lnTo>
                  <a:lnTo>
                    <a:pt x="9105362" y="1344734"/>
                  </a:lnTo>
                  <a:lnTo>
                    <a:pt x="9058429" y="1290813"/>
                  </a:lnTo>
                  <a:lnTo>
                    <a:pt x="9011551" y="1234169"/>
                  </a:lnTo>
                  <a:lnTo>
                    <a:pt x="8964645" y="1175127"/>
                  </a:lnTo>
                  <a:lnTo>
                    <a:pt x="8917669" y="1114092"/>
                  </a:lnTo>
                  <a:lnTo>
                    <a:pt x="8870614" y="1051536"/>
                  </a:lnTo>
                  <a:lnTo>
                    <a:pt x="8823497" y="987988"/>
                  </a:lnTo>
                  <a:lnTo>
                    <a:pt x="8776350" y="924011"/>
                  </a:lnTo>
                  <a:lnTo>
                    <a:pt x="8729214" y="860185"/>
                  </a:lnTo>
                  <a:lnTo>
                    <a:pt x="8682126" y="797086"/>
                  </a:lnTo>
                  <a:lnTo>
                    <a:pt x="8635111" y="735260"/>
                  </a:lnTo>
                  <a:lnTo>
                    <a:pt x="8588175" y="675209"/>
                  </a:lnTo>
                  <a:lnTo>
                    <a:pt x="8541291" y="617371"/>
                  </a:lnTo>
                  <a:lnTo>
                    <a:pt x="8494398" y="562110"/>
                  </a:lnTo>
                  <a:lnTo>
                    <a:pt x="8447387" y="509710"/>
                  </a:lnTo>
                  <a:lnTo>
                    <a:pt x="8400099" y="460370"/>
                  </a:lnTo>
                  <a:lnTo>
                    <a:pt x="8352311" y="414207"/>
                  </a:lnTo>
                  <a:lnTo>
                    <a:pt x="8303734" y="371260"/>
                  </a:lnTo>
                  <a:lnTo>
                    <a:pt x="8253991" y="331498"/>
                  </a:lnTo>
                  <a:lnTo>
                    <a:pt x="8229629" y="313564"/>
                  </a:lnTo>
                  <a:lnTo>
                    <a:pt x="8178132" y="278918"/>
                  </a:lnTo>
                  <a:lnTo>
                    <a:pt x="8124223" y="247257"/>
                  </a:lnTo>
                  <a:lnTo>
                    <a:pt x="8067236" y="218477"/>
                  </a:lnTo>
                  <a:lnTo>
                    <a:pt x="8006434" y="192375"/>
                  </a:lnTo>
                  <a:lnTo>
                    <a:pt x="7941058" y="168708"/>
                  </a:lnTo>
                  <a:lnTo>
                    <a:pt x="7870359" y="147226"/>
                  </a:lnTo>
                  <a:lnTo>
                    <a:pt x="7793653" y="127692"/>
                  </a:lnTo>
                  <a:lnTo>
                    <a:pt x="7710384" y="109897"/>
                  </a:lnTo>
                  <a:lnTo>
                    <a:pt x="7620213" y="93669"/>
                  </a:lnTo>
                  <a:lnTo>
                    <a:pt x="7523129" y="78871"/>
                  </a:lnTo>
                  <a:lnTo>
                    <a:pt x="7419582" y="65412"/>
                  </a:lnTo>
                  <a:lnTo>
                    <a:pt x="7310626" y="53238"/>
                  </a:lnTo>
                  <a:lnTo>
                    <a:pt x="7198045" y="42333"/>
                  </a:lnTo>
                  <a:lnTo>
                    <a:pt x="7084408" y="32708"/>
                  </a:lnTo>
                  <a:lnTo>
                    <a:pt x="6973022" y="24390"/>
                  </a:lnTo>
                  <a:lnTo>
                    <a:pt x="6867721" y="17402"/>
                  </a:lnTo>
                  <a:lnTo>
                    <a:pt x="6772468" y="11745"/>
                  </a:lnTo>
                  <a:lnTo>
                    <a:pt x="6690830" y="7381"/>
                  </a:lnTo>
                  <a:lnTo>
                    <a:pt x="6625402" y="4215"/>
                  </a:lnTo>
                  <a:lnTo>
                    <a:pt x="6577330" y="2100"/>
                  </a:lnTo>
                  <a:lnTo>
                    <a:pt x="6546048" y="846"/>
                  </a:lnTo>
                  <a:lnTo>
                    <a:pt x="6529258" y="229"/>
                  </a:lnTo>
                  <a:lnTo>
                    <a:pt x="6523106" y="2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7" y="46"/>
                  </a:lnTo>
                  <a:lnTo>
                    <a:pt x="5519172" y="375"/>
                  </a:lnTo>
                  <a:lnTo>
                    <a:pt x="5500942" y="1285"/>
                  </a:lnTo>
                  <a:lnTo>
                    <a:pt x="5468059" y="3077"/>
                  </a:lnTo>
                  <a:lnTo>
                    <a:pt x="5418454" y="6042"/>
                  </a:lnTo>
                  <a:lnTo>
                    <a:pt x="5351758" y="10427"/>
                  </a:lnTo>
                  <a:lnTo>
                    <a:pt x="5269252" y="16419"/>
                  </a:lnTo>
                  <a:lnTo>
                    <a:pt x="5173595" y="24134"/>
                  </a:lnTo>
                  <a:lnTo>
                    <a:pt x="5068340" y="33618"/>
                  </a:lnTo>
                  <a:lnTo>
                    <a:pt x="4957384" y="44868"/>
                  </a:lnTo>
                  <a:lnTo>
                    <a:pt x="4844458" y="57850"/>
                  </a:lnTo>
                  <a:lnTo>
                    <a:pt x="4732763" y="72530"/>
                  </a:lnTo>
                  <a:lnTo>
                    <a:pt x="4624771" y="88896"/>
                  </a:lnTo>
                  <a:lnTo>
                    <a:pt x="4522187" y="106971"/>
                  </a:lnTo>
                  <a:lnTo>
                    <a:pt x="4426016" y="126827"/>
                  </a:lnTo>
                  <a:lnTo>
                    <a:pt x="4336675" y="148589"/>
                  </a:lnTo>
                  <a:lnTo>
                    <a:pt x="4254141" y="172438"/>
                  </a:lnTo>
                  <a:lnTo>
                    <a:pt x="4178074" y="198602"/>
                  </a:lnTo>
                  <a:lnTo>
                    <a:pt x="4107924" y="227360"/>
                  </a:lnTo>
                  <a:lnTo>
                    <a:pt x="4043019" y="259023"/>
                  </a:lnTo>
                  <a:lnTo>
                    <a:pt x="3982624" y="293921"/>
                  </a:lnTo>
                  <a:lnTo>
                    <a:pt x="3925995" y="332377"/>
                  </a:lnTo>
                  <a:lnTo>
                    <a:pt x="3872410" y="374656"/>
                  </a:lnTo>
                  <a:lnTo>
                    <a:pt x="3821212" y="420899"/>
                  </a:lnTo>
                  <a:lnTo>
                    <a:pt x="3820202" y="421871"/>
                  </a:lnTo>
                  <a:lnTo>
                    <a:pt x="3774164" y="468605"/>
                  </a:lnTo>
                  <a:lnTo>
                    <a:pt x="3729306" y="518848"/>
                  </a:lnTo>
                  <a:lnTo>
                    <a:pt x="3685298" y="572669"/>
                  </a:lnTo>
                  <a:lnTo>
                    <a:pt x="3641877" y="630079"/>
                  </a:lnTo>
                  <a:lnTo>
                    <a:pt x="3598836" y="691023"/>
                  </a:lnTo>
                  <a:lnTo>
                    <a:pt x="3556012" y="755371"/>
                  </a:lnTo>
                  <a:lnTo>
                    <a:pt x="3513287" y="822918"/>
                  </a:lnTo>
                  <a:lnTo>
                    <a:pt x="3470576" y="893382"/>
                  </a:lnTo>
                  <a:lnTo>
                    <a:pt x="3427829" y="966402"/>
                  </a:lnTo>
                  <a:lnTo>
                    <a:pt x="3385019" y="1041549"/>
                  </a:lnTo>
                  <a:lnTo>
                    <a:pt x="3342144" y="1118333"/>
                  </a:lnTo>
                  <a:lnTo>
                    <a:pt x="3299218" y="1196212"/>
                  </a:lnTo>
                  <a:lnTo>
                    <a:pt x="3256265" y="1274614"/>
                  </a:lnTo>
                  <a:lnTo>
                    <a:pt x="3213315" y="1352948"/>
                  </a:lnTo>
                  <a:lnTo>
                    <a:pt x="3170399" y="1430626"/>
                  </a:lnTo>
                  <a:lnTo>
                    <a:pt x="3127538" y="1507080"/>
                  </a:lnTo>
                  <a:lnTo>
                    <a:pt x="3084744" y="1581781"/>
                  </a:lnTo>
                  <a:lnTo>
                    <a:pt x="3042008" y="1654250"/>
                  </a:lnTo>
                  <a:lnTo>
                    <a:pt x="2999300" y="1724074"/>
                  </a:lnTo>
                  <a:lnTo>
                    <a:pt x="2956560" y="1790909"/>
                  </a:lnTo>
                  <a:lnTo>
                    <a:pt x="2913699" y="1854492"/>
                  </a:lnTo>
                  <a:lnTo>
                    <a:pt x="2870586" y="1914633"/>
                  </a:lnTo>
                  <a:lnTo>
                    <a:pt x="2827051" y="1971222"/>
                  </a:lnTo>
                  <a:lnTo>
                    <a:pt x="2782873" y="2024219"/>
                  </a:lnTo>
                  <a:lnTo>
                    <a:pt x="2737776" y="2073649"/>
                  </a:lnTo>
                  <a:lnTo>
                    <a:pt x="2702183" y="2109355"/>
                  </a:lnTo>
                  <a:lnTo>
                    <a:pt x="2651028" y="2155677"/>
                  </a:lnTo>
                  <a:lnTo>
                    <a:pt x="2597497" y="2198035"/>
                  </a:lnTo>
                  <a:lnTo>
                    <a:pt x="2540935" y="2236566"/>
                  </a:lnTo>
                  <a:lnTo>
                    <a:pt x="2480624" y="2271533"/>
                  </a:lnTo>
                  <a:lnTo>
                    <a:pt x="2415817" y="2303257"/>
                  </a:lnTo>
                  <a:lnTo>
                    <a:pt x="2345780" y="2332070"/>
                  </a:lnTo>
                  <a:lnTo>
                    <a:pt x="2269837" y="2358284"/>
                  </a:lnTo>
                  <a:lnTo>
                    <a:pt x="2187438" y="2382177"/>
                  </a:lnTo>
                  <a:lnTo>
                    <a:pt x="2098236" y="2403980"/>
                  </a:lnTo>
                  <a:lnTo>
                    <a:pt x="2002199" y="2423873"/>
                  </a:lnTo>
                  <a:lnTo>
                    <a:pt x="1899738" y="2441983"/>
                  </a:lnTo>
                  <a:lnTo>
                    <a:pt x="1791840" y="2458382"/>
                  </a:lnTo>
                  <a:lnTo>
                    <a:pt x="1680197" y="2473096"/>
                  </a:lnTo>
                  <a:lnTo>
                    <a:pt x="1567267" y="2486113"/>
                  </a:lnTo>
                  <a:lnTo>
                    <a:pt x="1456236" y="2497398"/>
                  </a:lnTo>
                  <a:lnTo>
                    <a:pt x="1350828" y="2506918"/>
                  </a:lnTo>
                  <a:lnTo>
                    <a:pt x="1254940" y="2514668"/>
                  </a:lnTo>
                  <a:lnTo>
                    <a:pt x="1172139" y="2520694"/>
                  </a:lnTo>
                  <a:lnTo>
                    <a:pt x="1105106" y="2525110"/>
                  </a:lnTo>
                  <a:lnTo>
                    <a:pt x="1055156" y="2528101"/>
                  </a:lnTo>
                  <a:lnTo>
                    <a:pt x="1021950" y="2529914"/>
                  </a:lnTo>
                  <a:lnTo>
                    <a:pt x="1003456" y="2530839"/>
                  </a:lnTo>
                  <a:lnTo>
                    <a:pt x="996093" y="2531177"/>
                  </a:lnTo>
                  <a:lnTo>
                    <a:pt x="994940" y="2531226"/>
                  </a:lnTo>
                  <a:lnTo>
                    <a:pt x="994940" y="2531226"/>
                  </a:lnTo>
                  <a:lnTo>
                    <a:pt x="0" y="2531226"/>
                  </a:lnTo>
                  <a:lnTo>
                    <a:pt x="0" y="25312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8" name="pg1547"/>
            <p:cNvSpPr/>
            <p:nvPr/>
          </p:nvSpPr>
          <p:spPr>
            <a:xfrm>
              <a:off x="1199187" y="2971275"/>
              <a:ext cx="12049831" cy="2573151"/>
            </a:xfrm>
            <a:custGeom>
              <a:avLst/>
              <a:pathLst>
                <a:path w="12049831" h="2573151">
                  <a:moveTo>
                    <a:pt x="0" y="2489301"/>
                  </a:moveTo>
                  <a:lnTo>
                    <a:pt x="994940" y="2489301"/>
                  </a:lnTo>
                  <a:lnTo>
                    <a:pt x="996029" y="2489255"/>
                  </a:lnTo>
                  <a:lnTo>
                    <a:pt x="1003226" y="2488932"/>
                  </a:lnTo>
                  <a:lnTo>
                    <a:pt x="1021483" y="2488038"/>
                  </a:lnTo>
                  <a:lnTo>
                    <a:pt x="1054414" y="2486275"/>
                  </a:lnTo>
                  <a:lnTo>
                    <a:pt x="1104085" y="2483361"/>
                  </a:lnTo>
                  <a:lnTo>
                    <a:pt x="1170866" y="2479052"/>
                  </a:lnTo>
                  <a:lnTo>
                    <a:pt x="1253467" y="2473162"/>
                  </a:lnTo>
                  <a:lnTo>
                    <a:pt x="1349221" y="2465580"/>
                  </a:lnTo>
                  <a:lnTo>
                    <a:pt x="1454566" y="2456260"/>
                  </a:lnTo>
                  <a:lnTo>
                    <a:pt x="1565600" y="2445205"/>
                  </a:lnTo>
                  <a:lnTo>
                    <a:pt x="1678587" y="2432449"/>
                  </a:lnTo>
                  <a:lnTo>
                    <a:pt x="1790325" y="2418024"/>
                  </a:lnTo>
                  <a:lnTo>
                    <a:pt x="1898344" y="2401944"/>
                  </a:lnTo>
                  <a:lnTo>
                    <a:pt x="2000938" y="2384184"/>
                  </a:lnTo>
                  <a:lnTo>
                    <a:pt x="2097109" y="2364674"/>
                  </a:lnTo>
                  <a:lnTo>
                    <a:pt x="2186441" y="2343289"/>
                  </a:lnTo>
                  <a:lnTo>
                    <a:pt x="2268960" y="2319854"/>
                  </a:lnTo>
                  <a:lnTo>
                    <a:pt x="2345010" y="2294141"/>
                  </a:lnTo>
                  <a:lnTo>
                    <a:pt x="2415142" y="2265877"/>
                  </a:lnTo>
                  <a:lnTo>
                    <a:pt x="2480031" y="2234757"/>
                  </a:lnTo>
                  <a:lnTo>
                    <a:pt x="2540413" y="2200454"/>
                  </a:lnTo>
                  <a:lnTo>
                    <a:pt x="2597033" y="2162653"/>
                  </a:lnTo>
                  <a:lnTo>
                    <a:pt x="2650615" y="2121094"/>
                  </a:lnTo>
                  <a:lnTo>
                    <a:pt x="2701814" y="2075640"/>
                  </a:lnTo>
                  <a:lnTo>
                    <a:pt x="2702183" y="2075291"/>
                  </a:lnTo>
                  <a:lnTo>
                    <a:pt x="2748516" y="2029116"/>
                  </a:lnTo>
                  <a:lnTo>
                    <a:pt x="2793658" y="1979454"/>
                  </a:lnTo>
                  <a:lnTo>
                    <a:pt x="2837941" y="1926234"/>
                  </a:lnTo>
                  <a:lnTo>
                    <a:pt x="2881634" y="1869446"/>
                  </a:lnTo>
                  <a:lnTo>
                    <a:pt x="2924948" y="1809147"/>
                  </a:lnTo>
                  <a:lnTo>
                    <a:pt x="2968045" y="1745469"/>
                  </a:lnTo>
                  <a:lnTo>
                    <a:pt x="3011047" y="1678620"/>
                  </a:lnTo>
                  <a:lnTo>
                    <a:pt x="3054037" y="1608887"/>
                  </a:lnTo>
                  <a:lnTo>
                    <a:pt x="3097066" y="1536632"/>
                  </a:lnTo>
                  <a:lnTo>
                    <a:pt x="3140159" y="1462290"/>
                  </a:lnTo>
                  <a:lnTo>
                    <a:pt x="3183318" y="1386354"/>
                  </a:lnTo>
                  <a:lnTo>
                    <a:pt x="3226527" y="1309369"/>
                  </a:lnTo>
                  <a:lnTo>
                    <a:pt x="3269761" y="1231911"/>
                  </a:lnTo>
                  <a:lnTo>
                    <a:pt x="3312988" y="1154570"/>
                  </a:lnTo>
                  <a:lnTo>
                    <a:pt x="3356180" y="1077933"/>
                  </a:lnTo>
                  <a:lnTo>
                    <a:pt x="3399314" y="1002566"/>
                  </a:lnTo>
                  <a:lnTo>
                    <a:pt x="3442380" y="928995"/>
                  </a:lnTo>
                  <a:lnTo>
                    <a:pt x="3485389" y="857692"/>
                  </a:lnTo>
                  <a:lnTo>
                    <a:pt x="3528376" y="789063"/>
                  </a:lnTo>
                  <a:lnTo>
                    <a:pt x="3571404" y="723441"/>
                  </a:lnTo>
                  <a:lnTo>
                    <a:pt x="3614570" y="661081"/>
                  </a:lnTo>
                  <a:lnTo>
                    <a:pt x="3658012" y="602163"/>
                  </a:lnTo>
                  <a:lnTo>
                    <a:pt x="3701911" y="546785"/>
                  </a:lnTo>
                  <a:lnTo>
                    <a:pt x="3746499" y="494980"/>
                  </a:lnTo>
                  <a:lnTo>
                    <a:pt x="3792069" y="446712"/>
                  </a:lnTo>
                  <a:lnTo>
                    <a:pt x="3820202" y="419250"/>
                  </a:lnTo>
                  <a:lnTo>
                    <a:pt x="3871385" y="373768"/>
                  </a:lnTo>
                  <a:lnTo>
                    <a:pt x="3924947" y="332180"/>
                  </a:lnTo>
                  <a:lnTo>
                    <a:pt x="3981543" y="294352"/>
                  </a:lnTo>
                  <a:lnTo>
                    <a:pt x="4041893" y="260024"/>
                  </a:lnTo>
                  <a:lnTo>
                    <a:pt x="4106747" y="228882"/>
                  </a:lnTo>
                  <a:lnTo>
                    <a:pt x="4176838" y="200599"/>
                  </a:lnTo>
                  <a:lnTo>
                    <a:pt x="4252842" y="174868"/>
                  </a:lnTo>
                  <a:lnTo>
                    <a:pt x="4335312" y="151416"/>
                  </a:lnTo>
                  <a:lnTo>
                    <a:pt x="4424592" y="130017"/>
                  </a:lnTo>
                  <a:lnTo>
                    <a:pt x="4520714" y="110494"/>
                  </a:lnTo>
                  <a:lnTo>
                    <a:pt x="4623264" y="92721"/>
                  </a:lnTo>
                  <a:lnTo>
                    <a:pt x="4731248" y="76629"/>
                  </a:lnTo>
                  <a:lnTo>
                    <a:pt x="4842967" y="62192"/>
                  </a:lnTo>
                  <a:lnTo>
                    <a:pt x="4955956" y="49423"/>
                  </a:lnTo>
                  <a:lnTo>
                    <a:pt x="5067017" y="38356"/>
                  </a:lnTo>
                  <a:lnTo>
                    <a:pt x="5172419" y="29023"/>
                  </a:lnTo>
                  <a:lnTo>
                    <a:pt x="5268257" y="21428"/>
                  </a:lnTo>
                  <a:lnTo>
                    <a:pt x="5350966" y="15527"/>
                  </a:lnTo>
                  <a:lnTo>
                    <a:pt x="5417870" y="11206"/>
                  </a:lnTo>
                  <a:lnTo>
                    <a:pt x="5467668" y="8282"/>
                  </a:lnTo>
                  <a:lnTo>
                    <a:pt x="5500717" y="6513"/>
                  </a:lnTo>
                  <a:lnTo>
                    <a:pt x="5519071" y="5613"/>
                  </a:lnTo>
                  <a:lnTo>
                    <a:pt x="5526332" y="528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72" y="5287"/>
                  </a:lnTo>
                  <a:lnTo>
                    <a:pt x="6530649" y="5621"/>
                  </a:lnTo>
                  <a:lnTo>
                    <a:pt x="6548857" y="6542"/>
                  </a:lnTo>
                  <a:lnTo>
                    <a:pt x="6581703" y="8359"/>
                  </a:lnTo>
                  <a:lnTo>
                    <a:pt x="6631254" y="11362"/>
                  </a:lnTo>
                  <a:lnTo>
                    <a:pt x="6697884" y="15805"/>
                  </a:lnTo>
                  <a:lnTo>
                    <a:pt x="6780315" y="21877"/>
                  </a:lnTo>
                  <a:lnTo>
                    <a:pt x="6875897" y="29695"/>
                  </a:lnTo>
                  <a:lnTo>
                    <a:pt x="6981081" y="39306"/>
                  </a:lnTo>
                  <a:lnTo>
                    <a:pt x="7091975" y="50707"/>
                  </a:lnTo>
                  <a:lnTo>
                    <a:pt x="7204852" y="63864"/>
                  </a:lnTo>
                  <a:lnTo>
                    <a:pt x="7316513" y="78743"/>
                  </a:lnTo>
                  <a:lnTo>
                    <a:pt x="7424484" y="95330"/>
                  </a:lnTo>
                  <a:lnTo>
                    <a:pt x="7527059" y="113649"/>
                  </a:lnTo>
                  <a:lnTo>
                    <a:pt x="7623231" y="133773"/>
                  </a:lnTo>
                  <a:lnTo>
                    <a:pt x="7712579" y="155828"/>
                  </a:lnTo>
                  <a:lnTo>
                    <a:pt x="7795124" y="179997"/>
                  </a:lnTo>
                  <a:lnTo>
                    <a:pt x="7871205" y="206511"/>
                  </a:lnTo>
                  <a:lnTo>
                    <a:pt x="7941369" y="235652"/>
                  </a:lnTo>
                  <a:lnTo>
                    <a:pt x="8006287" y="267735"/>
                  </a:lnTo>
                  <a:lnTo>
                    <a:pt x="8066692" y="303094"/>
                  </a:lnTo>
                  <a:lnTo>
                    <a:pt x="8123328" y="342057"/>
                  </a:lnTo>
                  <a:lnTo>
                    <a:pt x="8176916" y="384894"/>
                  </a:lnTo>
                  <a:lnTo>
                    <a:pt x="8228113" y="431747"/>
                  </a:lnTo>
                  <a:lnTo>
                    <a:pt x="8229629" y="433225"/>
                  </a:lnTo>
                  <a:lnTo>
                    <a:pt x="8275439" y="480391"/>
                  </a:lnTo>
                  <a:lnTo>
                    <a:pt x="8320080" y="531080"/>
                  </a:lnTo>
                  <a:lnTo>
                    <a:pt x="8363876" y="585362"/>
                  </a:lnTo>
                  <a:lnTo>
                    <a:pt x="8407088" y="643249"/>
                  </a:lnTo>
                  <a:lnTo>
                    <a:pt x="8449920" y="704687"/>
                  </a:lnTo>
                  <a:lnTo>
                    <a:pt x="8492534" y="769548"/>
                  </a:lnTo>
                  <a:lnTo>
                    <a:pt x="8535047" y="837631"/>
                  </a:lnTo>
                  <a:lnTo>
                    <a:pt x="8577543" y="908653"/>
                  </a:lnTo>
                  <a:lnTo>
                    <a:pt x="8620074" y="982259"/>
                  </a:lnTo>
                  <a:lnTo>
                    <a:pt x="8662666" y="1058022"/>
                  </a:lnTo>
                  <a:lnTo>
                    <a:pt x="8705323" y="1135455"/>
                  </a:lnTo>
                  <a:lnTo>
                    <a:pt x="8748032" y="1214020"/>
                  </a:lnTo>
                  <a:lnTo>
                    <a:pt x="8790769" y="1293144"/>
                  </a:lnTo>
                  <a:lnTo>
                    <a:pt x="8833504" y="1372239"/>
                  </a:lnTo>
                  <a:lnTo>
                    <a:pt x="8876209" y="1450716"/>
                  </a:lnTo>
                  <a:lnTo>
                    <a:pt x="8918860" y="1528005"/>
                  </a:lnTo>
                  <a:lnTo>
                    <a:pt x="8961445" y="1603575"/>
                  </a:lnTo>
                  <a:lnTo>
                    <a:pt x="9003972" y="1676941"/>
                  </a:lnTo>
                  <a:lnTo>
                    <a:pt x="9046466" y="1747685"/>
                  </a:lnTo>
                  <a:lnTo>
                    <a:pt x="9088985" y="1815457"/>
                  </a:lnTo>
                  <a:lnTo>
                    <a:pt x="9131614" y="1879985"/>
                  </a:lnTo>
                  <a:lnTo>
                    <a:pt x="9174477" y="1941074"/>
                  </a:lnTo>
                  <a:lnTo>
                    <a:pt x="9217736" y="1998603"/>
                  </a:lnTo>
                  <a:lnTo>
                    <a:pt x="9261604" y="2052525"/>
                  </a:lnTo>
                  <a:lnTo>
                    <a:pt x="9306346" y="2102858"/>
                  </a:lnTo>
                  <a:lnTo>
                    <a:pt x="9347647" y="2145166"/>
                  </a:lnTo>
                  <a:lnTo>
                    <a:pt x="9398781" y="2192141"/>
                  </a:lnTo>
                  <a:lnTo>
                    <a:pt x="9452288" y="2235097"/>
                  </a:lnTo>
                  <a:lnTo>
                    <a:pt x="9508822" y="2274174"/>
                  </a:lnTo>
                  <a:lnTo>
                    <a:pt x="9569102" y="2309638"/>
                  </a:lnTo>
                  <a:lnTo>
                    <a:pt x="9633872" y="2341814"/>
                  </a:lnTo>
                  <a:lnTo>
                    <a:pt x="9703867" y="2371039"/>
                  </a:lnTo>
                  <a:lnTo>
                    <a:pt x="9779761" y="2397629"/>
                  </a:lnTo>
                  <a:lnTo>
                    <a:pt x="9862105" y="2421864"/>
                  </a:lnTo>
                  <a:lnTo>
                    <a:pt x="9951245" y="2443981"/>
                  </a:lnTo>
                  <a:lnTo>
                    <a:pt x="10047214" y="2464161"/>
                  </a:lnTo>
                  <a:lnTo>
                    <a:pt x="10149607" y="2482533"/>
                  </a:lnTo>
                  <a:lnTo>
                    <a:pt x="10257436" y="2499172"/>
                  </a:lnTo>
                  <a:lnTo>
                    <a:pt x="10369018" y="2514102"/>
                  </a:lnTo>
                  <a:lnTo>
                    <a:pt x="10481902" y="2527312"/>
                  </a:lnTo>
                  <a:lnTo>
                    <a:pt x="10592909" y="2538766"/>
                  </a:lnTo>
                  <a:lnTo>
                    <a:pt x="10698323" y="2548432"/>
                  </a:lnTo>
                  <a:lnTo>
                    <a:pt x="10794249" y="2556304"/>
                  </a:lnTo>
                  <a:lnTo>
                    <a:pt x="10877123" y="2562427"/>
                  </a:lnTo>
                  <a:lnTo>
                    <a:pt x="10944257" y="2566917"/>
                  </a:lnTo>
                  <a:lnTo>
                    <a:pt x="10994327" y="2569960"/>
                  </a:lnTo>
                  <a:lnTo>
                    <a:pt x="11027656" y="2571809"/>
                  </a:lnTo>
                  <a:lnTo>
                    <a:pt x="11046261" y="2572753"/>
                  </a:lnTo>
                  <a:lnTo>
                    <a:pt x="11053705" y="2573100"/>
                  </a:lnTo>
                  <a:lnTo>
                    <a:pt x="11054891" y="2573151"/>
                  </a:lnTo>
                  <a:lnTo>
                    <a:pt x="12049831" y="2573151"/>
                  </a:lnTo>
                  <a:lnTo>
                    <a:pt x="12049831" y="2567910"/>
                  </a:lnTo>
                  <a:lnTo>
                    <a:pt x="11054891" y="2567910"/>
                  </a:lnTo>
                  <a:lnTo>
                    <a:pt x="11053805" y="2567863"/>
                  </a:lnTo>
                  <a:lnTo>
                    <a:pt x="11046628" y="2567530"/>
                  </a:lnTo>
                  <a:lnTo>
                    <a:pt x="11028420" y="2566608"/>
                  </a:lnTo>
                  <a:lnTo>
                    <a:pt x="10995573" y="2564792"/>
                  </a:lnTo>
                  <a:lnTo>
                    <a:pt x="10946022" y="2561788"/>
                  </a:lnTo>
                  <a:lnTo>
                    <a:pt x="10879392" y="2557345"/>
                  </a:lnTo>
                  <a:lnTo>
                    <a:pt x="10796961" y="2551273"/>
                  </a:lnTo>
                  <a:lnTo>
                    <a:pt x="10701380" y="2543456"/>
                  </a:lnTo>
                  <a:lnTo>
                    <a:pt x="10596196" y="2533844"/>
                  </a:lnTo>
                  <a:lnTo>
                    <a:pt x="10485302" y="2522443"/>
                  </a:lnTo>
                  <a:lnTo>
                    <a:pt x="10372425" y="2509286"/>
                  </a:lnTo>
                  <a:lnTo>
                    <a:pt x="10260763" y="2494407"/>
                  </a:lnTo>
                  <a:lnTo>
                    <a:pt x="10152792" y="2477821"/>
                  </a:lnTo>
                  <a:lnTo>
                    <a:pt x="10050218" y="2459502"/>
                  </a:lnTo>
                  <a:lnTo>
                    <a:pt x="9954045" y="2439378"/>
                  </a:lnTo>
                  <a:lnTo>
                    <a:pt x="9864698" y="2417322"/>
                  </a:lnTo>
                  <a:lnTo>
                    <a:pt x="9782152" y="2393153"/>
                  </a:lnTo>
                  <a:lnTo>
                    <a:pt x="9706071" y="2366639"/>
                  </a:lnTo>
                  <a:lnTo>
                    <a:pt x="9635907" y="2337498"/>
                  </a:lnTo>
                  <a:lnTo>
                    <a:pt x="9570989" y="2305416"/>
                  </a:lnTo>
                  <a:lnTo>
                    <a:pt x="9510585" y="2270056"/>
                  </a:lnTo>
                  <a:lnTo>
                    <a:pt x="9453948" y="2231093"/>
                  </a:lnTo>
                  <a:lnTo>
                    <a:pt x="9400360" y="2188257"/>
                  </a:lnTo>
                  <a:lnTo>
                    <a:pt x="9349163" y="2141403"/>
                  </a:lnTo>
                  <a:lnTo>
                    <a:pt x="9347647" y="2139925"/>
                  </a:lnTo>
                  <a:lnTo>
                    <a:pt x="9301838" y="2092759"/>
                  </a:lnTo>
                  <a:lnTo>
                    <a:pt x="9257196" y="2042071"/>
                  </a:lnTo>
                  <a:lnTo>
                    <a:pt x="9213400" y="1987789"/>
                  </a:lnTo>
                  <a:lnTo>
                    <a:pt x="9170189" y="1929901"/>
                  </a:lnTo>
                  <a:lnTo>
                    <a:pt x="9127356" y="1868463"/>
                  </a:lnTo>
                  <a:lnTo>
                    <a:pt x="9084743" y="1803602"/>
                  </a:lnTo>
                  <a:lnTo>
                    <a:pt x="9042230" y="1735520"/>
                  </a:lnTo>
                  <a:lnTo>
                    <a:pt x="8999734" y="1664498"/>
                  </a:lnTo>
                  <a:lnTo>
                    <a:pt x="8957203" y="1590892"/>
                  </a:lnTo>
                  <a:lnTo>
                    <a:pt x="8914611" y="1515128"/>
                  </a:lnTo>
                  <a:lnTo>
                    <a:pt x="8871954" y="1437695"/>
                  </a:lnTo>
                  <a:lnTo>
                    <a:pt x="8829245" y="1359131"/>
                  </a:lnTo>
                  <a:lnTo>
                    <a:pt x="8786508" y="1280007"/>
                  </a:lnTo>
                  <a:lnTo>
                    <a:pt x="8743772" y="1200912"/>
                  </a:lnTo>
                  <a:lnTo>
                    <a:pt x="8701067" y="1122435"/>
                  </a:lnTo>
                  <a:lnTo>
                    <a:pt x="8658417" y="1045145"/>
                  </a:lnTo>
                  <a:lnTo>
                    <a:pt x="8615831" y="969576"/>
                  </a:lnTo>
                  <a:lnTo>
                    <a:pt x="8573305" y="896209"/>
                  </a:lnTo>
                  <a:lnTo>
                    <a:pt x="8530810" y="825465"/>
                  </a:lnTo>
                  <a:lnTo>
                    <a:pt x="8488291" y="757693"/>
                  </a:lnTo>
                  <a:lnTo>
                    <a:pt x="8445662" y="693165"/>
                  </a:lnTo>
                  <a:lnTo>
                    <a:pt x="8402800" y="632076"/>
                  </a:lnTo>
                  <a:lnTo>
                    <a:pt x="8359540" y="574547"/>
                  </a:lnTo>
                  <a:lnTo>
                    <a:pt x="8315672" y="520625"/>
                  </a:lnTo>
                  <a:lnTo>
                    <a:pt x="8270930" y="470292"/>
                  </a:lnTo>
                  <a:lnTo>
                    <a:pt x="8229629" y="427985"/>
                  </a:lnTo>
                  <a:lnTo>
                    <a:pt x="8178495" y="381010"/>
                  </a:lnTo>
                  <a:lnTo>
                    <a:pt x="8124989" y="338053"/>
                  </a:lnTo>
                  <a:lnTo>
                    <a:pt x="8068455" y="298977"/>
                  </a:lnTo>
                  <a:lnTo>
                    <a:pt x="8008175" y="263513"/>
                  </a:lnTo>
                  <a:lnTo>
                    <a:pt x="7943404" y="231336"/>
                  </a:lnTo>
                  <a:lnTo>
                    <a:pt x="7873409" y="202111"/>
                  </a:lnTo>
                  <a:lnTo>
                    <a:pt x="7797515" y="175522"/>
                  </a:lnTo>
                  <a:lnTo>
                    <a:pt x="7715172" y="151286"/>
                  </a:lnTo>
                  <a:lnTo>
                    <a:pt x="7626032" y="129169"/>
                  </a:lnTo>
                  <a:lnTo>
                    <a:pt x="7530062" y="108989"/>
                  </a:lnTo>
                  <a:lnTo>
                    <a:pt x="7427670" y="90617"/>
                  </a:lnTo>
                  <a:lnTo>
                    <a:pt x="7319840" y="73978"/>
                  </a:lnTo>
                  <a:lnTo>
                    <a:pt x="7208258" y="59048"/>
                  </a:lnTo>
                  <a:lnTo>
                    <a:pt x="7095374" y="45839"/>
                  </a:lnTo>
                  <a:lnTo>
                    <a:pt x="6984367" y="34384"/>
                  </a:lnTo>
                  <a:lnTo>
                    <a:pt x="6878954" y="24718"/>
                  </a:lnTo>
                  <a:lnTo>
                    <a:pt x="6783027" y="16847"/>
                  </a:lnTo>
                  <a:lnTo>
                    <a:pt x="6700154" y="10723"/>
                  </a:lnTo>
                  <a:lnTo>
                    <a:pt x="6633020" y="6234"/>
                  </a:lnTo>
                  <a:lnTo>
                    <a:pt x="6582950" y="3190"/>
                  </a:lnTo>
                  <a:lnTo>
                    <a:pt x="6549620" y="1342"/>
                  </a:lnTo>
                  <a:lnTo>
                    <a:pt x="6531015" y="398"/>
                  </a:lnTo>
                  <a:lnTo>
                    <a:pt x="6523572" y="5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6" y="45"/>
                  </a:lnTo>
                  <a:lnTo>
                    <a:pt x="5519159" y="369"/>
                  </a:lnTo>
                  <a:lnTo>
                    <a:pt x="5500902" y="1263"/>
                  </a:lnTo>
                  <a:lnTo>
                    <a:pt x="5467971" y="3025"/>
                  </a:lnTo>
                  <a:lnTo>
                    <a:pt x="5418300" y="5939"/>
                  </a:lnTo>
                  <a:lnTo>
                    <a:pt x="5351519" y="10249"/>
                  </a:lnTo>
                  <a:lnTo>
                    <a:pt x="5268918" y="16138"/>
                  </a:lnTo>
                  <a:lnTo>
                    <a:pt x="5173164" y="23720"/>
                  </a:lnTo>
                  <a:lnTo>
                    <a:pt x="5067819" y="33041"/>
                  </a:lnTo>
                  <a:lnTo>
                    <a:pt x="4956785" y="44095"/>
                  </a:lnTo>
                  <a:lnTo>
                    <a:pt x="4843798" y="56851"/>
                  </a:lnTo>
                  <a:lnTo>
                    <a:pt x="4732060" y="71276"/>
                  </a:lnTo>
                  <a:lnTo>
                    <a:pt x="4624041" y="87356"/>
                  </a:lnTo>
                  <a:lnTo>
                    <a:pt x="4521447" y="105116"/>
                  </a:lnTo>
                  <a:lnTo>
                    <a:pt x="4425276" y="124626"/>
                  </a:lnTo>
                  <a:lnTo>
                    <a:pt x="4335944" y="146011"/>
                  </a:lnTo>
                  <a:lnTo>
                    <a:pt x="4253425" y="169446"/>
                  </a:lnTo>
                  <a:lnTo>
                    <a:pt x="4177375" y="195159"/>
                  </a:lnTo>
                  <a:lnTo>
                    <a:pt x="4107243" y="223423"/>
                  </a:lnTo>
                  <a:lnTo>
                    <a:pt x="4042354" y="254543"/>
                  </a:lnTo>
                  <a:lnTo>
                    <a:pt x="3981972" y="288846"/>
                  </a:lnTo>
                  <a:lnTo>
                    <a:pt x="3925352" y="326647"/>
                  </a:lnTo>
                  <a:lnTo>
                    <a:pt x="3871770" y="368206"/>
                  </a:lnTo>
                  <a:lnTo>
                    <a:pt x="3820571" y="413660"/>
                  </a:lnTo>
                  <a:lnTo>
                    <a:pt x="3820202" y="414010"/>
                  </a:lnTo>
                  <a:lnTo>
                    <a:pt x="3773869" y="460184"/>
                  </a:lnTo>
                  <a:lnTo>
                    <a:pt x="3728727" y="509846"/>
                  </a:lnTo>
                  <a:lnTo>
                    <a:pt x="3684444" y="563066"/>
                  </a:lnTo>
                  <a:lnTo>
                    <a:pt x="3640751" y="619854"/>
                  </a:lnTo>
                  <a:lnTo>
                    <a:pt x="3597437" y="680153"/>
                  </a:lnTo>
                  <a:lnTo>
                    <a:pt x="3554340" y="743831"/>
                  </a:lnTo>
                  <a:lnTo>
                    <a:pt x="3511338" y="810680"/>
                  </a:lnTo>
                  <a:lnTo>
                    <a:pt x="3468348" y="880413"/>
                  </a:lnTo>
                  <a:lnTo>
                    <a:pt x="3425319" y="952668"/>
                  </a:lnTo>
                  <a:lnTo>
                    <a:pt x="3382226" y="1027010"/>
                  </a:lnTo>
                  <a:lnTo>
                    <a:pt x="3339067" y="1102946"/>
                  </a:lnTo>
                  <a:lnTo>
                    <a:pt x="3295858" y="1179931"/>
                  </a:lnTo>
                  <a:lnTo>
                    <a:pt x="3252624" y="1257389"/>
                  </a:lnTo>
                  <a:lnTo>
                    <a:pt x="3209397" y="1334731"/>
                  </a:lnTo>
                  <a:lnTo>
                    <a:pt x="3166205" y="1411367"/>
                  </a:lnTo>
                  <a:lnTo>
                    <a:pt x="3123071" y="1486734"/>
                  </a:lnTo>
                  <a:lnTo>
                    <a:pt x="3080005" y="1560305"/>
                  </a:lnTo>
                  <a:lnTo>
                    <a:pt x="3036996" y="1631608"/>
                  </a:lnTo>
                  <a:lnTo>
                    <a:pt x="2994009" y="1700238"/>
                  </a:lnTo>
                  <a:lnTo>
                    <a:pt x="2950981" y="1765860"/>
                  </a:lnTo>
                  <a:lnTo>
                    <a:pt x="2907815" y="1828219"/>
                  </a:lnTo>
                  <a:lnTo>
                    <a:pt x="2864373" y="1887138"/>
                  </a:lnTo>
                  <a:lnTo>
                    <a:pt x="2820474" y="1942515"/>
                  </a:lnTo>
                  <a:lnTo>
                    <a:pt x="2775886" y="1994320"/>
                  </a:lnTo>
                  <a:lnTo>
                    <a:pt x="2730316" y="2042588"/>
                  </a:lnTo>
                  <a:lnTo>
                    <a:pt x="2702183" y="2070050"/>
                  </a:lnTo>
                  <a:lnTo>
                    <a:pt x="2651000" y="2115533"/>
                  </a:lnTo>
                  <a:lnTo>
                    <a:pt x="2597438" y="2157120"/>
                  </a:lnTo>
                  <a:lnTo>
                    <a:pt x="2540842" y="2194948"/>
                  </a:lnTo>
                  <a:lnTo>
                    <a:pt x="2480492" y="2229276"/>
                  </a:lnTo>
                  <a:lnTo>
                    <a:pt x="2415638" y="2260418"/>
                  </a:lnTo>
                  <a:lnTo>
                    <a:pt x="2345547" y="2288702"/>
                  </a:lnTo>
                  <a:lnTo>
                    <a:pt x="2269543" y="2314433"/>
                  </a:lnTo>
                  <a:lnTo>
                    <a:pt x="2187073" y="2337884"/>
                  </a:lnTo>
                  <a:lnTo>
                    <a:pt x="2097793" y="2359283"/>
                  </a:lnTo>
                  <a:lnTo>
                    <a:pt x="2001671" y="2378807"/>
                  </a:lnTo>
                  <a:lnTo>
                    <a:pt x="1899121" y="2396579"/>
                  </a:lnTo>
                  <a:lnTo>
                    <a:pt x="1791137" y="2412671"/>
                  </a:lnTo>
                  <a:lnTo>
                    <a:pt x="1679418" y="2427108"/>
                  </a:lnTo>
                  <a:lnTo>
                    <a:pt x="1566429" y="2439877"/>
                  </a:lnTo>
                  <a:lnTo>
                    <a:pt x="1455368" y="2450944"/>
                  </a:lnTo>
                  <a:lnTo>
                    <a:pt x="1349966" y="2460278"/>
                  </a:lnTo>
                  <a:lnTo>
                    <a:pt x="1254128" y="2467872"/>
                  </a:lnTo>
                  <a:lnTo>
                    <a:pt x="1171419" y="2473774"/>
                  </a:lnTo>
                  <a:lnTo>
                    <a:pt x="1104515" y="2478094"/>
                  </a:lnTo>
                  <a:lnTo>
                    <a:pt x="1054717" y="2481018"/>
                  </a:lnTo>
                  <a:lnTo>
                    <a:pt x="1021668" y="2482787"/>
                  </a:lnTo>
                  <a:lnTo>
                    <a:pt x="1003314" y="2483687"/>
                  </a:lnTo>
                  <a:lnTo>
                    <a:pt x="996053" y="2484014"/>
                  </a:lnTo>
                  <a:lnTo>
                    <a:pt x="994940" y="2484060"/>
                  </a:lnTo>
                  <a:lnTo>
                    <a:pt x="0" y="2484060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49" name="pl1548"/>
            <p:cNvSpPr/>
            <p:nvPr/>
          </p:nvSpPr>
          <p:spPr>
            <a:xfrm>
              <a:off x="1199187" y="2976515"/>
              <a:ext cx="12049831" cy="2567910"/>
            </a:xfrm>
            <a:custGeom>
              <a:avLst/>
              <a:pathLst>
                <a:path w="12049831" h="2567910">
                  <a:moveTo>
                    <a:pt x="0" y="2484060"/>
                  </a:moveTo>
                  <a:lnTo>
                    <a:pt x="994940" y="2484060"/>
                  </a:lnTo>
                  <a:lnTo>
                    <a:pt x="996029" y="2484015"/>
                  </a:lnTo>
                  <a:lnTo>
                    <a:pt x="1003226" y="2483691"/>
                  </a:lnTo>
                  <a:lnTo>
                    <a:pt x="1021483" y="2482797"/>
                  </a:lnTo>
                  <a:lnTo>
                    <a:pt x="1054414" y="2481035"/>
                  </a:lnTo>
                  <a:lnTo>
                    <a:pt x="1104085" y="2478121"/>
                  </a:lnTo>
                  <a:lnTo>
                    <a:pt x="1170866" y="2473811"/>
                  </a:lnTo>
                  <a:lnTo>
                    <a:pt x="1253467" y="2467922"/>
                  </a:lnTo>
                  <a:lnTo>
                    <a:pt x="1349221" y="2460340"/>
                  </a:lnTo>
                  <a:lnTo>
                    <a:pt x="1454566" y="2451019"/>
                  </a:lnTo>
                  <a:lnTo>
                    <a:pt x="1565600" y="2439965"/>
                  </a:lnTo>
                  <a:lnTo>
                    <a:pt x="1678587" y="2427208"/>
                  </a:lnTo>
                  <a:lnTo>
                    <a:pt x="1790325" y="2412783"/>
                  </a:lnTo>
                  <a:lnTo>
                    <a:pt x="1898344" y="2396703"/>
                  </a:lnTo>
                  <a:lnTo>
                    <a:pt x="2000938" y="2378944"/>
                  </a:lnTo>
                  <a:lnTo>
                    <a:pt x="2097109" y="2359433"/>
                  </a:lnTo>
                  <a:lnTo>
                    <a:pt x="2186441" y="2338049"/>
                  </a:lnTo>
                  <a:lnTo>
                    <a:pt x="2268960" y="2314613"/>
                  </a:lnTo>
                  <a:lnTo>
                    <a:pt x="2345010" y="2288900"/>
                  </a:lnTo>
                  <a:lnTo>
                    <a:pt x="2415142" y="2260637"/>
                  </a:lnTo>
                  <a:lnTo>
                    <a:pt x="2480031" y="2229516"/>
                  </a:lnTo>
                  <a:lnTo>
                    <a:pt x="2540413" y="2195213"/>
                  </a:lnTo>
                  <a:lnTo>
                    <a:pt x="2597033" y="2157412"/>
                  </a:lnTo>
                  <a:lnTo>
                    <a:pt x="2650615" y="2115853"/>
                  </a:lnTo>
                  <a:lnTo>
                    <a:pt x="2701814" y="2070399"/>
                  </a:lnTo>
                  <a:lnTo>
                    <a:pt x="2702183" y="2070050"/>
                  </a:lnTo>
                  <a:lnTo>
                    <a:pt x="2748516" y="2023876"/>
                  </a:lnTo>
                  <a:lnTo>
                    <a:pt x="2793658" y="1974214"/>
                  </a:lnTo>
                  <a:lnTo>
                    <a:pt x="2837941" y="1920993"/>
                  </a:lnTo>
                  <a:lnTo>
                    <a:pt x="2881634" y="1864205"/>
                  </a:lnTo>
                  <a:lnTo>
                    <a:pt x="2924948" y="1803906"/>
                  </a:lnTo>
                  <a:lnTo>
                    <a:pt x="2968045" y="1740228"/>
                  </a:lnTo>
                  <a:lnTo>
                    <a:pt x="3011047" y="1673380"/>
                  </a:lnTo>
                  <a:lnTo>
                    <a:pt x="3054037" y="1603646"/>
                  </a:lnTo>
                  <a:lnTo>
                    <a:pt x="3097066" y="1531392"/>
                  </a:lnTo>
                  <a:lnTo>
                    <a:pt x="3140159" y="1457049"/>
                  </a:lnTo>
                  <a:lnTo>
                    <a:pt x="3183318" y="1381114"/>
                  </a:lnTo>
                  <a:lnTo>
                    <a:pt x="3226527" y="1304129"/>
                  </a:lnTo>
                  <a:lnTo>
                    <a:pt x="3269761" y="1226670"/>
                  </a:lnTo>
                  <a:lnTo>
                    <a:pt x="3312988" y="1149329"/>
                  </a:lnTo>
                  <a:lnTo>
                    <a:pt x="3356180" y="1072692"/>
                  </a:lnTo>
                  <a:lnTo>
                    <a:pt x="3399314" y="997326"/>
                  </a:lnTo>
                  <a:lnTo>
                    <a:pt x="3442380" y="923755"/>
                  </a:lnTo>
                  <a:lnTo>
                    <a:pt x="3485389" y="852451"/>
                  </a:lnTo>
                  <a:lnTo>
                    <a:pt x="3528376" y="783822"/>
                  </a:lnTo>
                  <a:lnTo>
                    <a:pt x="3571404" y="718200"/>
                  </a:lnTo>
                  <a:lnTo>
                    <a:pt x="3614570" y="655841"/>
                  </a:lnTo>
                  <a:lnTo>
                    <a:pt x="3658012" y="596922"/>
                  </a:lnTo>
                  <a:lnTo>
                    <a:pt x="3701911" y="541545"/>
                  </a:lnTo>
                  <a:lnTo>
                    <a:pt x="3746499" y="489740"/>
                  </a:lnTo>
                  <a:lnTo>
                    <a:pt x="3792069" y="441471"/>
                  </a:lnTo>
                  <a:lnTo>
                    <a:pt x="3820202" y="414010"/>
                  </a:lnTo>
                  <a:lnTo>
                    <a:pt x="3871385" y="368527"/>
                  </a:lnTo>
                  <a:lnTo>
                    <a:pt x="3924947" y="326939"/>
                  </a:lnTo>
                  <a:lnTo>
                    <a:pt x="3981543" y="289111"/>
                  </a:lnTo>
                  <a:lnTo>
                    <a:pt x="4041893" y="254784"/>
                  </a:lnTo>
                  <a:lnTo>
                    <a:pt x="4106747" y="223641"/>
                  </a:lnTo>
                  <a:lnTo>
                    <a:pt x="4176838" y="195358"/>
                  </a:lnTo>
                  <a:lnTo>
                    <a:pt x="4252842" y="169627"/>
                  </a:lnTo>
                  <a:lnTo>
                    <a:pt x="4335312" y="146176"/>
                  </a:lnTo>
                  <a:lnTo>
                    <a:pt x="4424592" y="124777"/>
                  </a:lnTo>
                  <a:lnTo>
                    <a:pt x="4520714" y="105253"/>
                  </a:lnTo>
                  <a:lnTo>
                    <a:pt x="4623264" y="87481"/>
                  </a:lnTo>
                  <a:lnTo>
                    <a:pt x="4731248" y="71389"/>
                  </a:lnTo>
                  <a:lnTo>
                    <a:pt x="4842967" y="56952"/>
                  </a:lnTo>
                  <a:lnTo>
                    <a:pt x="4955956" y="44183"/>
                  </a:lnTo>
                  <a:lnTo>
                    <a:pt x="5067017" y="33116"/>
                  </a:lnTo>
                  <a:lnTo>
                    <a:pt x="5172419" y="23782"/>
                  </a:lnTo>
                  <a:lnTo>
                    <a:pt x="5268257" y="16187"/>
                  </a:lnTo>
                  <a:lnTo>
                    <a:pt x="5350966" y="10286"/>
                  </a:lnTo>
                  <a:lnTo>
                    <a:pt x="5417870" y="5965"/>
                  </a:lnTo>
                  <a:lnTo>
                    <a:pt x="5467668" y="3042"/>
                  </a:lnTo>
                  <a:lnTo>
                    <a:pt x="5500717" y="1272"/>
                  </a:lnTo>
                  <a:lnTo>
                    <a:pt x="5519071" y="373"/>
                  </a:lnTo>
                  <a:lnTo>
                    <a:pt x="5526332" y="46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72" y="46"/>
                  </a:lnTo>
                  <a:lnTo>
                    <a:pt x="6530649" y="380"/>
                  </a:lnTo>
                  <a:lnTo>
                    <a:pt x="6548857" y="1301"/>
                  </a:lnTo>
                  <a:lnTo>
                    <a:pt x="6581703" y="3118"/>
                  </a:lnTo>
                  <a:lnTo>
                    <a:pt x="6631254" y="6122"/>
                  </a:lnTo>
                  <a:lnTo>
                    <a:pt x="6697884" y="10565"/>
                  </a:lnTo>
                  <a:lnTo>
                    <a:pt x="6780315" y="16636"/>
                  </a:lnTo>
                  <a:lnTo>
                    <a:pt x="6875897" y="24454"/>
                  </a:lnTo>
                  <a:lnTo>
                    <a:pt x="6981081" y="34066"/>
                  </a:lnTo>
                  <a:lnTo>
                    <a:pt x="7091975" y="45466"/>
                  </a:lnTo>
                  <a:lnTo>
                    <a:pt x="7204852" y="58624"/>
                  </a:lnTo>
                  <a:lnTo>
                    <a:pt x="7316513" y="73502"/>
                  </a:lnTo>
                  <a:lnTo>
                    <a:pt x="7424484" y="90089"/>
                  </a:lnTo>
                  <a:lnTo>
                    <a:pt x="7527059" y="108408"/>
                  </a:lnTo>
                  <a:lnTo>
                    <a:pt x="7623231" y="128532"/>
                  </a:lnTo>
                  <a:lnTo>
                    <a:pt x="7712579" y="150588"/>
                  </a:lnTo>
                  <a:lnTo>
                    <a:pt x="7795124" y="174756"/>
                  </a:lnTo>
                  <a:lnTo>
                    <a:pt x="7871205" y="201271"/>
                  </a:lnTo>
                  <a:lnTo>
                    <a:pt x="7941369" y="230411"/>
                  </a:lnTo>
                  <a:lnTo>
                    <a:pt x="8006287" y="262494"/>
                  </a:lnTo>
                  <a:lnTo>
                    <a:pt x="8066692" y="297854"/>
                  </a:lnTo>
                  <a:lnTo>
                    <a:pt x="8123328" y="336817"/>
                  </a:lnTo>
                  <a:lnTo>
                    <a:pt x="8176916" y="379653"/>
                  </a:lnTo>
                  <a:lnTo>
                    <a:pt x="8228113" y="426506"/>
                  </a:lnTo>
                  <a:lnTo>
                    <a:pt x="8229629" y="427985"/>
                  </a:lnTo>
                  <a:lnTo>
                    <a:pt x="8275439" y="475151"/>
                  </a:lnTo>
                  <a:lnTo>
                    <a:pt x="8320080" y="525839"/>
                  </a:lnTo>
                  <a:lnTo>
                    <a:pt x="8363876" y="580121"/>
                  </a:lnTo>
                  <a:lnTo>
                    <a:pt x="8407088" y="638008"/>
                  </a:lnTo>
                  <a:lnTo>
                    <a:pt x="8449920" y="699446"/>
                  </a:lnTo>
                  <a:lnTo>
                    <a:pt x="8492534" y="764308"/>
                  </a:lnTo>
                  <a:lnTo>
                    <a:pt x="8535047" y="832390"/>
                  </a:lnTo>
                  <a:lnTo>
                    <a:pt x="8577543" y="903412"/>
                  </a:lnTo>
                  <a:lnTo>
                    <a:pt x="8620074" y="977018"/>
                  </a:lnTo>
                  <a:lnTo>
                    <a:pt x="8662666" y="1052782"/>
                  </a:lnTo>
                  <a:lnTo>
                    <a:pt x="8705323" y="1130214"/>
                  </a:lnTo>
                  <a:lnTo>
                    <a:pt x="8748032" y="1208779"/>
                  </a:lnTo>
                  <a:lnTo>
                    <a:pt x="8790769" y="1287903"/>
                  </a:lnTo>
                  <a:lnTo>
                    <a:pt x="8833504" y="1366998"/>
                  </a:lnTo>
                  <a:lnTo>
                    <a:pt x="8876209" y="1445475"/>
                  </a:lnTo>
                  <a:lnTo>
                    <a:pt x="8918860" y="1522765"/>
                  </a:lnTo>
                  <a:lnTo>
                    <a:pt x="8961445" y="1598334"/>
                  </a:lnTo>
                  <a:lnTo>
                    <a:pt x="9003972" y="1671701"/>
                  </a:lnTo>
                  <a:lnTo>
                    <a:pt x="9046466" y="1742444"/>
                  </a:lnTo>
                  <a:lnTo>
                    <a:pt x="9088985" y="1810217"/>
                  </a:lnTo>
                  <a:lnTo>
                    <a:pt x="9131614" y="1874745"/>
                  </a:lnTo>
                  <a:lnTo>
                    <a:pt x="9174477" y="1935833"/>
                  </a:lnTo>
                  <a:lnTo>
                    <a:pt x="9217736" y="1993363"/>
                  </a:lnTo>
                  <a:lnTo>
                    <a:pt x="9261604" y="2047285"/>
                  </a:lnTo>
                  <a:lnTo>
                    <a:pt x="9306346" y="2097618"/>
                  </a:lnTo>
                  <a:lnTo>
                    <a:pt x="9347647" y="2139925"/>
                  </a:lnTo>
                  <a:lnTo>
                    <a:pt x="9398781" y="2186900"/>
                  </a:lnTo>
                  <a:lnTo>
                    <a:pt x="9452288" y="2229857"/>
                  </a:lnTo>
                  <a:lnTo>
                    <a:pt x="9508822" y="2268933"/>
                  </a:lnTo>
                  <a:lnTo>
                    <a:pt x="9569102" y="2304397"/>
                  </a:lnTo>
                  <a:lnTo>
                    <a:pt x="9633872" y="2336574"/>
                  </a:lnTo>
                  <a:lnTo>
                    <a:pt x="9703867" y="2365798"/>
                  </a:lnTo>
                  <a:lnTo>
                    <a:pt x="9779761" y="2392388"/>
                  </a:lnTo>
                  <a:lnTo>
                    <a:pt x="9862105" y="2416624"/>
                  </a:lnTo>
                  <a:lnTo>
                    <a:pt x="9951245" y="2438740"/>
                  </a:lnTo>
                  <a:lnTo>
                    <a:pt x="10047214" y="2458921"/>
                  </a:lnTo>
                  <a:lnTo>
                    <a:pt x="10149607" y="2477293"/>
                  </a:lnTo>
                  <a:lnTo>
                    <a:pt x="10257436" y="2493931"/>
                  </a:lnTo>
                  <a:lnTo>
                    <a:pt x="10369018" y="2508862"/>
                  </a:lnTo>
                  <a:lnTo>
                    <a:pt x="10481902" y="2522071"/>
                  </a:lnTo>
                  <a:lnTo>
                    <a:pt x="10592909" y="2533526"/>
                  </a:lnTo>
                  <a:lnTo>
                    <a:pt x="10698323" y="2543192"/>
                  </a:lnTo>
                  <a:lnTo>
                    <a:pt x="10794249" y="2551063"/>
                  </a:lnTo>
                  <a:lnTo>
                    <a:pt x="10877123" y="2557186"/>
                  </a:lnTo>
                  <a:lnTo>
                    <a:pt x="10944257" y="2561676"/>
                  </a:lnTo>
                  <a:lnTo>
                    <a:pt x="10994327" y="2564720"/>
                  </a:lnTo>
                  <a:lnTo>
                    <a:pt x="11027656" y="2566568"/>
                  </a:lnTo>
                  <a:lnTo>
                    <a:pt x="11046261" y="2567512"/>
                  </a:lnTo>
                  <a:lnTo>
                    <a:pt x="11053705" y="2567859"/>
                  </a:lnTo>
                  <a:lnTo>
                    <a:pt x="11054891" y="2567910"/>
                  </a:lnTo>
                  <a:lnTo>
                    <a:pt x="11054891" y="2567910"/>
                  </a:lnTo>
                  <a:lnTo>
                    <a:pt x="12049831" y="2567910"/>
                  </a:lnTo>
                  <a:lnTo>
                    <a:pt x="12049831" y="25679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0" name="pl1549"/>
            <p:cNvSpPr/>
            <p:nvPr/>
          </p:nvSpPr>
          <p:spPr>
            <a:xfrm>
              <a:off x="1199187" y="2971275"/>
              <a:ext cx="12049831" cy="2567910"/>
            </a:xfrm>
            <a:custGeom>
              <a:avLst/>
              <a:pathLst>
                <a:path w="12049831" h="2567910">
                  <a:moveTo>
                    <a:pt x="12049831" y="2567910"/>
                  </a:moveTo>
                  <a:lnTo>
                    <a:pt x="11054891" y="2567910"/>
                  </a:lnTo>
                  <a:lnTo>
                    <a:pt x="11053805" y="2567863"/>
                  </a:lnTo>
                  <a:lnTo>
                    <a:pt x="11046628" y="2567530"/>
                  </a:lnTo>
                  <a:lnTo>
                    <a:pt x="11028420" y="2566608"/>
                  </a:lnTo>
                  <a:lnTo>
                    <a:pt x="10995573" y="2564792"/>
                  </a:lnTo>
                  <a:lnTo>
                    <a:pt x="10946022" y="2561788"/>
                  </a:lnTo>
                  <a:lnTo>
                    <a:pt x="10879392" y="2557345"/>
                  </a:lnTo>
                  <a:lnTo>
                    <a:pt x="10796961" y="2551273"/>
                  </a:lnTo>
                  <a:lnTo>
                    <a:pt x="10701380" y="2543456"/>
                  </a:lnTo>
                  <a:lnTo>
                    <a:pt x="10596196" y="2533844"/>
                  </a:lnTo>
                  <a:lnTo>
                    <a:pt x="10485302" y="2522443"/>
                  </a:lnTo>
                  <a:lnTo>
                    <a:pt x="10372425" y="2509286"/>
                  </a:lnTo>
                  <a:lnTo>
                    <a:pt x="10260763" y="2494407"/>
                  </a:lnTo>
                  <a:lnTo>
                    <a:pt x="10152792" y="2477821"/>
                  </a:lnTo>
                  <a:lnTo>
                    <a:pt x="10050218" y="2459502"/>
                  </a:lnTo>
                  <a:lnTo>
                    <a:pt x="9954045" y="2439378"/>
                  </a:lnTo>
                  <a:lnTo>
                    <a:pt x="9864698" y="2417322"/>
                  </a:lnTo>
                  <a:lnTo>
                    <a:pt x="9782152" y="2393153"/>
                  </a:lnTo>
                  <a:lnTo>
                    <a:pt x="9706071" y="2366639"/>
                  </a:lnTo>
                  <a:lnTo>
                    <a:pt x="9635907" y="2337498"/>
                  </a:lnTo>
                  <a:lnTo>
                    <a:pt x="9570989" y="2305416"/>
                  </a:lnTo>
                  <a:lnTo>
                    <a:pt x="9510585" y="2270056"/>
                  </a:lnTo>
                  <a:lnTo>
                    <a:pt x="9453948" y="2231093"/>
                  </a:lnTo>
                  <a:lnTo>
                    <a:pt x="9400360" y="2188257"/>
                  </a:lnTo>
                  <a:lnTo>
                    <a:pt x="9349163" y="2141403"/>
                  </a:lnTo>
                  <a:lnTo>
                    <a:pt x="9347647" y="2139925"/>
                  </a:lnTo>
                  <a:lnTo>
                    <a:pt x="9301838" y="2092759"/>
                  </a:lnTo>
                  <a:lnTo>
                    <a:pt x="9257196" y="2042071"/>
                  </a:lnTo>
                  <a:lnTo>
                    <a:pt x="9213400" y="1987789"/>
                  </a:lnTo>
                  <a:lnTo>
                    <a:pt x="9170189" y="1929901"/>
                  </a:lnTo>
                  <a:lnTo>
                    <a:pt x="9127356" y="1868463"/>
                  </a:lnTo>
                  <a:lnTo>
                    <a:pt x="9084743" y="1803602"/>
                  </a:lnTo>
                  <a:lnTo>
                    <a:pt x="9042230" y="1735520"/>
                  </a:lnTo>
                  <a:lnTo>
                    <a:pt x="8999734" y="1664498"/>
                  </a:lnTo>
                  <a:lnTo>
                    <a:pt x="8957203" y="1590892"/>
                  </a:lnTo>
                  <a:lnTo>
                    <a:pt x="8914611" y="1515128"/>
                  </a:lnTo>
                  <a:lnTo>
                    <a:pt x="8871954" y="1437695"/>
                  </a:lnTo>
                  <a:lnTo>
                    <a:pt x="8829245" y="1359131"/>
                  </a:lnTo>
                  <a:lnTo>
                    <a:pt x="8786508" y="1280007"/>
                  </a:lnTo>
                  <a:lnTo>
                    <a:pt x="8743772" y="1200912"/>
                  </a:lnTo>
                  <a:lnTo>
                    <a:pt x="8701067" y="1122435"/>
                  </a:lnTo>
                  <a:lnTo>
                    <a:pt x="8658417" y="1045145"/>
                  </a:lnTo>
                  <a:lnTo>
                    <a:pt x="8615831" y="969576"/>
                  </a:lnTo>
                  <a:lnTo>
                    <a:pt x="8573305" y="896209"/>
                  </a:lnTo>
                  <a:lnTo>
                    <a:pt x="8530810" y="825465"/>
                  </a:lnTo>
                  <a:lnTo>
                    <a:pt x="8488291" y="757693"/>
                  </a:lnTo>
                  <a:lnTo>
                    <a:pt x="8445662" y="693165"/>
                  </a:lnTo>
                  <a:lnTo>
                    <a:pt x="8402800" y="632076"/>
                  </a:lnTo>
                  <a:lnTo>
                    <a:pt x="8359540" y="574547"/>
                  </a:lnTo>
                  <a:lnTo>
                    <a:pt x="8315672" y="520625"/>
                  </a:lnTo>
                  <a:lnTo>
                    <a:pt x="8270930" y="470292"/>
                  </a:lnTo>
                  <a:lnTo>
                    <a:pt x="8229629" y="427985"/>
                  </a:lnTo>
                  <a:lnTo>
                    <a:pt x="8178495" y="381010"/>
                  </a:lnTo>
                  <a:lnTo>
                    <a:pt x="8124989" y="338053"/>
                  </a:lnTo>
                  <a:lnTo>
                    <a:pt x="8068455" y="298977"/>
                  </a:lnTo>
                  <a:lnTo>
                    <a:pt x="8008175" y="263513"/>
                  </a:lnTo>
                  <a:lnTo>
                    <a:pt x="7943404" y="231336"/>
                  </a:lnTo>
                  <a:lnTo>
                    <a:pt x="7873409" y="202111"/>
                  </a:lnTo>
                  <a:lnTo>
                    <a:pt x="7797515" y="175522"/>
                  </a:lnTo>
                  <a:lnTo>
                    <a:pt x="7715172" y="151286"/>
                  </a:lnTo>
                  <a:lnTo>
                    <a:pt x="7626032" y="129169"/>
                  </a:lnTo>
                  <a:lnTo>
                    <a:pt x="7530062" y="108989"/>
                  </a:lnTo>
                  <a:lnTo>
                    <a:pt x="7427670" y="90617"/>
                  </a:lnTo>
                  <a:lnTo>
                    <a:pt x="7319840" y="73978"/>
                  </a:lnTo>
                  <a:lnTo>
                    <a:pt x="7208258" y="59048"/>
                  </a:lnTo>
                  <a:lnTo>
                    <a:pt x="7095374" y="45839"/>
                  </a:lnTo>
                  <a:lnTo>
                    <a:pt x="6984367" y="34384"/>
                  </a:lnTo>
                  <a:lnTo>
                    <a:pt x="6878954" y="24718"/>
                  </a:lnTo>
                  <a:lnTo>
                    <a:pt x="6783027" y="16847"/>
                  </a:lnTo>
                  <a:lnTo>
                    <a:pt x="6700154" y="10723"/>
                  </a:lnTo>
                  <a:lnTo>
                    <a:pt x="6633020" y="6234"/>
                  </a:lnTo>
                  <a:lnTo>
                    <a:pt x="6582950" y="3190"/>
                  </a:lnTo>
                  <a:lnTo>
                    <a:pt x="6549620" y="1342"/>
                  </a:lnTo>
                  <a:lnTo>
                    <a:pt x="6531015" y="398"/>
                  </a:lnTo>
                  <a:lnTo>
                    <a:pt x="6523572" y="51"/>
                  </a:lnTo>
                  <a:lnTo>
                    <a:pt x="652238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6" y="45"/>
                  </a:lnTo>
                  <a:lnTo>
                    <a:pt x="5519159" y="369"/>
                  </a:lnTo>
                  <a:lnTo>
                    <a:pt x="5500902" y="1263"/>
                  </a:lnTo>
                  <a:lnTo>
                    <a:pt x="5467971" y="3025"/>
                  </a:lnTo>
                  <a:lnTo>
                    <a:pt x="5418300" y="5939"/>
                  </a:lnTo>
                  <a:lnTo>
                    <a:pt x="5351519" y="10249"/>
                  </a:lnTo>
                  <a:lnTo>
                    <a:pt x="5268918" y="16138"/>
                  </a:lnTo>
                  <a:lnTo>
                    <a:pt x="5173164" y="23720"/>
                  </a:lnTo>
                  <a:lnTo>
                    <a:pt x="5067819" y="33041"/>
                  </a:lnTo>
                  <a:lnTo>
                    <a:pt x="4956785" y="44095"/>
                  </a:lnTo>
                  <a:lnTo>
                    <a:pt x="4843798" y="56851"/>
                  </a:lnTo>
                  <a:lnTo>
                    <a:pt x="4732060" y="71276"/>
                  </a:lnTo>
                  <a:lnTo>
                    <a:pt x="4624041" y="87356"/>
                  </a:lnTo>
                  <a:lnTo>
                    <a:pt x="4521447" y="105116"/>
                  </a:lnTo>
                  <a:lnTo>
                    <a:pt x="4425276" y="124626"/>
                  </a:lnTo>
                  <a:lnTo>
                    <a:pt x="4335944" y="146011"/>
                  </a:lnTo>
                  <a:lnTo>
                    <a:pt x="4253425" y="169446"/>
                  </a:lnTo>
                  <a:lnTo>
                    <a:pt x="4177375" y="195159"/>
                  </a:lnTo>
                  <a:lnTo>
                    <a:pt x="4107243" y="223423"/>
                  </a:lnTo>
                  <a:lnTo>
                    <a:pt x="4042354" y="254543"/>
                  </a:lnTo>
                  <a:lnTo>
                    <a:pt x="3981972" y="288846"/>
                  </a:lnTo>
                  <a:lnTo>
                    <a:pt x="3925352" y="326647"/>
                  </a:lnTo>
                  <a:lnTo>
                    <a:pt x="3871770" y="368206"/>
                  </a:lnTo>
                  <a:lnTo>
                    <a:pt x="3820571" y="413660"/>
                  </a:lnTo>
                  <a:lnTo>
                    <a:pt x="3820202" y="414010"/>
                  </a:lnTo>
                  <a:lnTo>
                    <a:pt x="3773869" y="460184"/>
                  </a:lnTo>
                  <a:lnTo>
                    <a:pt x="3728727" y="509846"/>
                  </a:lnTo>
                  <a:lnTo>
                    <a:pt x="3684444" y="563066"/>
                  </a:lnTo>
                  <a:lnTo>
                    <a:pt x="3640751" y="619854"/>
                  </a:lnTo>
                  <a:lnTo>
                    <a:pt x="3597437" y="680153"/>
                  </a:lnTo>
                  <a:lnTo>
                    <a:pt x="3554340" y="743831"/>
                  </a:lnTo>
                  <a:lnTo>
                    <a:pt x="3511338" y="810680"/>
                  </a:lnTo>
                  <a:lnTo>
                    <a:pt x="3468348" y="880413"/>
                  </a:lnTo>
                  <a:lnTo>
                    <a:pt x="3425319" y="952668"/>
                  </a:lnTo>
                  <a:lnTo>
                    <a:pt x="3382226" y="1027010"/>
                  </a:lnTo>
                  <a:lnTo>
                    <a:pt x="3339067" y="1102946"/>
                  </a:lnTo>
                  <a:lnTo>
                    <a:pt x="3295858" y="1179931"/>
                  </a:lnTo>
                  <a:lnTo>
                    <a:pt x="3252624" y="1257389"/>
                  </a:lnTo>
                  <a:lnTo>
                    <a:pt x="3209397" y="1334731"/>
                  </a:lnTo>
                  <a:lnTo>
                    <a:pt x="3166205" y="1411367"/>
                  </a:lnTo>
                  <a:lnTo>
                    <a:pt x="3123071" y="1486734"/>
                  </a:lnTo>
                  <a:lnTo>
                    <a:pt x="3080005" y="1560305"/>
                  </a:lnTo>
                  <a:lnTo>
                    <a:pt x="3036996" y="1631608"/>
                  </a:lnTo>
                  <a:lnTo>
                    <a:pt x="2994009" y="1700238"/>
                  </a:lnTo>
                  <a:lnTo>
                    <a:pt x="2950981" y="1765860"/>
                  </a:lnTo>
                  <a:lnTo>
                    <a:pt x="2907815" y="1828219"/>
                  </a:lnTo>
                  <a:lnTo>
                    <a:pt x="2864373" y="1887138"/>
                  </a:lnTo>
                  <a:lnTo>
                    <a:pt x="2820474" y="1942515"/>
                  </a:lnTo>
                  <a:lnTo>
                    <a:pt x="2775886" y="1994320"/>
                  </a:lnTo>
                  <a:lnTo>
                    <a:pt x="2730316" y="2042588"/>
                  </a:lnTo>
                  <a:lnTo>
                    <a:pt x="2702183" y="2070050"/>
                  </a:lnTo>
                  <a:lnTo>
                    <a:pt x="2651000" y="2115533"/>
                  </a:lnTo>
                  <a:lnTo>
                    <a:pt x="2597438" y="2157120"/>
                  </a:lnTo>
                  <a:lnTo>
                    <a:pt x="2540842" y="2194948"/>
                  </a:lnTo>
                  <a:lnTo>
                    <a:pt x="2480492" y="2229276"/>
                  </a:lnTo>
                  <a:lnTo>
                    <a:pt x="2415638" y="2260418"/>
                  </a:lnTo>
                  <a:lnTo>
                    <a:pt x="2345547" y="2288702"/>
                  </a:lnTo>
                  <a:lnTo>
                    <a:pt x="2269543" y="2314433"/>
                  </a:lnTo>
                  <a:lnTo>
                    <a:pt x="2187073" y="2337884"/>
                  </a:lnTo>
                  <a:lnTo>
                    <a:pt x="2097793" y="2359283"/>
                  </a:lnTo>
                  <a:lnTo>
                    <a:pt x="2001671" y="2378807"/>
                  </a:lnTo>
                  <a:lnTo>
                    <a:pt x="1899121" y="2396579"/>
                  </a:lnTo>
                  <a:lnTo>
                    <a:pt x="1791137" y="2412671"/>
                  </a:lnTo>
                  <a:lnTo>
                    <a:pt x="1679418" y="2427108"/>
                  </a:lnTo>
                  <a:lnTo>
                    <a:pt x="1566429" y="2439877"/>
                  </a:lnTo>
                  <a:lnTo>
                    <a:pt x="1455368" y="2450944"/>
                  </a:lnTo>
                  <a:lnTo>
                    <a:pt x="1349966" y="2460278"/>
                  </a:lnTo>
                  <a:lnTo>
                    <a:pt x="1254128" y="2467872"/>
                  </a:lnTo>
                  <a:lnTo>
                    <a:pt x="1171419" y="2473774"/>
                  </a:lnTo>
                  <a:lnTo>
                    <a:pt x="1104515" y="2478094"/>
                  </a:lnTo>
                  <a:lnTo>
                    <a:pt x="1054717" y="2481018"/>
                  </a:lnTo>
                  <a:lnTo>
                    <a:pt x="1021668" y="2482787"/>
                  </a:lnTo>
                  <a:lnTo>
                    <a:pt x="1003314" y="2483687"/>
                  </a:lnTo>
                  <a:lnTo>
                    <a:pt x="996053" y="2484014"/>
                  </a:lnTo>
                  <a:lnTo>
                    <a:pt x="994940" y="2484060"/>
                  </a:lnTo>
                  <a:lnTo>
                    <a:pt x="994940" y="2484060"/>
                  </a:lnTo>
                  <a:lnTo>
                    <a:pt x="0" y="2484060"/>
                  </a:lnTo>
                  <a:lnTo>
                    <a:pt x="0" y="24840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1" name="pg1550"/>
            <p:cNvSpPr/>
            <p:nvPr/>
          </p:nvSpPr>
          <p:spPr>
            <a:xfrm>
              <a:off x="1199187" y="1278550"/>
              <a:ext cx="12049831" cy="5057211"/>
            </a:xfrm>
            <a:custGeom>
              <a:avLst/>
              <a:pathLst>
                <a:path w="12049831" h="5057211">
                  <a:moveTo>
                    <a:pt x="0" y="4313041"/>
                  </a:moveTo>
                  <a:lnTo>
                    <a:pt x="994940" y="4313041"/>
                  </a:lnTo>
                  <a:lnTo>
                    <a:pt x="996072" y="4313056"/>
                  </a:lnTo>
                  <a:lnTo>
                    <a:pt x="1003543" y="4313156"/>
                  </a:lnTo>
                  <a:lnTo>
                    <a:pt x="1022477" y="4313435"/>
                  </a:lnTo>
                  <a:lnTo>
                    <a:pt x="1056583" y="4313984"/>
                  </a:lnTo>
                  <a:lnTo>
                    <a:pt x="1107928" y="4314891"/>
                  </a:lnTo>
                  <a:lnTo>
                    <a:pt x="1176792" y="4316232"/>
                  </a:lnTo>
                  <a:lnTo>
                    <a:pt x="1261719" y="4318062"/>
                  </a:lnTo>
                  <a:lnTo>
                    <a:pt x="1359840" y="4320415"/>
                  </a:lnTo>
                  <a:lnTo>
                    <a:pt x="1467392" y="4323302"/>
                  </a:lnTo>
                  <a:lnTo>
                    <a:pt x="1580314" y="4326722"/>
                  </a:lnTo>
                  <a:lnTo>
                    <a:pt x="1694775" y="4330663"/>
                  </a:lnTo>
                  <a:lnTo>
                    <a:pt x="1807545" y="4335116"/>
                  </a:lnTo>
                  <a:lnTo>
                    <a:pt x="1916172" y="4340079"/>
                  </a:lnTo>
                  <a:lnTo>
                    <a:pt x="2019013" y="4345560"/>
                  </a:lnTo>
                  <a:lnTo>
                    <a:pt x="2115145" y="4351586"/>
                  </a:lnTo>
                  <a:lnTo>
                    <a:pt x="2204232" y="4358197"/>
                  </a:lnTo>
                  <a:lnTo>
                    <a:pt x="2286379" y="4365452"/>
                  </a:lnTo>
                  <a:lnTo>
                    <a:pt x="2361998" y="4373425"/>
                  </a:lnTo>
                  <a:lnTo>
                    <a:pt x="2431698" y="4382203"/>
                  </a:lnTo>
                  <a:lnTo>
                    <a:pt x="2496200" y="4391884"/>
                  </a:lnTo>
                  <a:lnTo>
                    <a:pt x="2556277" y="4402570"/>
                  </a:lnTo>
                  <a:lnTo>
                    <a:pt x="2612702" y="4414355"/>
                  </a:lnTo>
                  <a:lnTo>
                    <a:pt x="2666210" y="4427314"/>
                  </a:lnTo>
                  <a:lnTo>
                    <a:pt x="2702183" y="4437070"/>
                  </a:lnTo>
                  <a:lnTo>
                    <a:pt x="2761175" y="4454934"/>
                  </a:lnTo>
                  <a:lnTo>
                    <a:pt x="2818377" y="4474516"/>
                  </a:lnTo>
                  <a:lnTo>
                    <a:pt x="2874427" y="4495845"/>
                  </a:lnTo>
                  <a:lnTo>
                    <a:pt x="2929803" y="4518896"/>
                  </a:lnTo>
                  <a:lnTo>
                    <a:pt x="2984847" y="4543590"/>
                  </a:lnTo>
                  <a:lnTo>
                    <a:pt x="3039791" y="4569783"/>
                  </a:lnTo>
                  <a:lnTo>
                    <a:pt x="3094776" y="4597271"/>
                  </a:lnTo>
                  <a:lnTo>
                    <a:pt x="3149861" y="4625792"/>
                  </a:lnTo>
                  <a:lnTo>
                    <a:pt x="3205048" y="4655033"/>
                  </a:lnTo>
                  <a:lnTo>
                    <a:pt x="3260298" y="4684646"/>
                  </a:lnTo>
                  <a:lnTo>
                    <a:pt x="3315549" y="4714266"/>
                  </a:lnTo>
                  <a:lnTo>
                    <a:pt x="3370740" y="4743524"/>
                  </a:lnTo>
                  <a:lnTo>
                    <a:pt x="3425828" y="4772073"/>
                  </a:lnTo>
                  <a:lnTo>
                    <a:pt x="3480815" y="4799599"/>
                  </a:lnTo>
                  <a:lnTo>
                    <a:pt x="3535760" y="4825838"/>
                  </a:lnTo>
                  <a:lnTo>
                    <a:pt x="3590797" y="4850583"/>
                  </a:lnTo>
                  <a:lnTo>
                    <a:pt x="3646157" y="4873689"/>
                  </a:lnTo>
                  <a:lnTo>
                    <a:pt x="3702179" y="4895074"/>
                  </a:lnTo>
                  <a:lnTo>
                    <a:pt x="3759335" y="4914712"/>
                  </a:lnTo>
                  <a:lnTo>
                    <a:pt x="3818256" y="4932631"/>
                  </a:lnTo>
                  <a:lnTo>
                    <a:pt x="3820202" y="4933183"/>
                  </a:lnTo>
                  <a:lnTo>
                    <a:pt x="3872068" y="4946979"/>
                  </a:lnTo>
                  <a:lnTo>
                    <a:pt x="3926383" y="4959577"/>
                  </a:lnTo>
                  <a:lnTo>
                    <a:pt x="3983831" y="4971022"/>
                  </a:lnTo>
                  <a:lnTo>
                    <a:pt x="4045162" y="4981394"/>
                  </a:lnTo>
                  <a:lnTo>
                    <a:pt x="4111154" y="4990791"/>
                  </a:lnTo>
                  <a:lnTo>
                    <a:pt x="4182569" y="4999317"/>
                  </a:lnTo>
                  <a:lnTo>
                    <a:pt x="4260103" y="5007064"/>
                  </a:lnTo>
                  <a:lnTo>
                    <a:pt x="4344314" y="5014117"/>
                  </a:lnTo>
                  <a:lnTo>
                    <a:pt x="4435534" y="5020546"/>
                  </a:lnTo>
                  <a:lnTo>
                    <a:pt x="4533751" y="5026404"/>
                  </a:lnTo>
                  <a:lnTo>
                    <a:pt x="4638468" y="5031727"/>
                  </a:lnTo>
                  <a:lnTo>
                    <a:pt x="4748556" y="5036535"/>
                  </a:lnTo>
                  <a:lnTo>
                    <a:pt x="4862132" y="5040834"/>
                  </a:lnTo>
                  <a:lnTo>
                    <a:pt x="4976502" y="5044619"/>
                  </a:lnTo>
                  <a:lnTo>
                    <a:pt x="5088225" y="5047879"/>
                  </a:lnTo>
                  <a:lnTo>
                    <a:pt x="5193354" y="5050605"/>
                  </a:lnTo>
                  <a:lnTo>
                    <a:pt x="5287857" y="5052797"/>
                  </a:lnTo>
                  <a:lnTo>
                    <a:pt x="5368180" y="5054475"/>
                  </a:lnTo>
                  <a:lnTo>
                    <a:pt x="5431832" y="5055678"/>
                  </a:lnTo>
                  <a:lnTo>
                    <a:pt x="5477858" y="5056468"/>
                  </a:lnTo>
                  <a:lnTo>
                    <a:pt x="5507085" y="5056926"/>
                  </a:lnTo>
                  <a:lnTo>
                    <a:pt x="5522098" y="5057141"/>
                  </a:lnTo>
                  <a:lnTo>
                    <a:pt x="5527054" y="5057207"/>
                  </a:lnTo>
                  <a:lnTo>
                    <a:pt x="5527445" y="5057211"/>
                  </a:lnTo>
                  <a:lnTo>
                    <a:pt x="6522385" y="5057211"/>
                  </a:lnTo>
                  <a:lnTo>
                    <a:pt x="6523248" y="5057139"/>
                  </a:lnTo>
                  <a:lnTo>
                    <a:pt x="6528966" y="5056621"/>
                  </a:lnTo>
                  <a:lnTo>
                    <a:pt x="6543561" y="5055193"/>
                  </a:lnTo>
                  <a:lnTo>
                    <a:pt x="6570095" y="5052375"/>
                  </a:lnTo>
                  <a:lnTo>
                    <a:pt x="6610542" y="5047704"/>
                  </a:lnTo>
                  <a:lnTo>
                    <a:pt x="6665658" y="5040760"/>
                  </a:lnTo>
                  <a:lnTo>
                    <a:pt x="6734956" y="5031205"/>
                  </a:lnTo>
                  <a:lnTo>
                    <a:pt x="6816829" y="5018801"/>
                  </a:lnTo>
                  <a:lnTo>
                    <a:pt x="6908812" y="5003414"/>
                  </a:lnTo>
                  <a:lnTo>
                    <a:pt x="7007947" y="4985005"/>
                  </a:lnTo>
                  <a:lnTo>
                    <a:pt x="7111150" y="4963597"/>
                  </a:lnTo>
                  <a:lnTo>
                    <a:pt x="7215538" y="4939246"/>
                  </a:lnTo>
                  <a:lnTo>
                    <a:pt x="7318650" y="4912005"/>
                  </a:lnTo>
                  <a:lnTo>
                    <a:pt x="7418565" y="4881892"/>
                  </a:lnTo>
                  <a:lnTo>
                    <a:pt x="7513924" y="4848871"/>
                  </a:lnTo>
                  <a:lnTo>
                    <a:pt x="7603887" y="4812836"/>
                  </a:lnTo>
                  <a:lnTo>
                    <a:pt x="7688051" y="4773606"/>
                  </a:lnTo>
                  <a:lnTo>
                    <a:pt x="7766359" y="4730919"/>
                  </a:lnTo>
                  <a:lnTo>
                    <a:pt x="7839010" y="4684437"/>
                  </a:lnTo>
                  <a:lnTo>
                    <a:pt x="7906383" y="4633753"/>
                  </a:lnTo>
                  <a:lnTo>
                    <a:pt x="7968968" y="4578398"/>
                  </a:lnTo>
                  <a:lnTo>
                    <a:pt x="8027326" y="4517862"/>
                  </a:lnTo>
                  <a:lnTo>
                    <a:pt x="8082042" y="4451624"/>
                  </a:lnTo>
                  <a:lnTo>
                    <a:pt x="8133705" y="4379190"/>
                  </a:lnTo>
                  <a:lnTo>
                    <a:pt x="8182874" y="4300173"/>
                  </a:lnTo>
                  <a:lnTo>
                    <a:pt x="8229629" y="4215216"/>
                  </a:lnTo>
                  <a:lnTo>
                    <a:pt x="8264522" y="4145408"/>
                  </a:lnTo>
                  <a:lnTo>
                    <a:pt x="8298693" y="4071633"/>
                  </a:lnTo>
                  <a:lnTo>
                    <a:pt x="8332292" y="3993813"/>
                  </a:lnTo>
                  <a:lnTo>
                    <a:pt x="8365452" y="3911906"/>
                  </a:lnTo>
                  <a:lnTo>
                    <a:pt x="8398280" y="3825911"/>
                  </a:lnTo>
                  <a:lnTo>
                    <a:pt x="8430869" y="3735869"/>
                  </a:lnTo>
                  <a:lnTo>
                    <a:pt x="8463294" y="3641869"/>
                  </a:lnTo>
                  <a:lnTo>
                    <a:pt x="8495618" y="3544048"/>
                  </a:lnTo>
                  <a:lnTo>
                    <a:pt x="8527889" y="3442593"/>
                  </a:lnTo>
                  <a:lnTo>
                    <a:pt x="8560144" y="3337742"/>
                  </a:lnTo>
                  <a:lnTo>
                    <a:pt x="8592410" y="3229785"/>
                  </a:lnTo>
                  <a:lnTo>
                    <a:pt x="8624703" y="3119056"/>
                  </a:lnTo>
                  <a:lnTo>
                    <a:pt x="8657032" y="3005936"/>
                  </a:lnTo>
                  <a:lnTo>
                    <a:pt x="8689400" y="2890845"/>
                  </a:lnTo>
                  <a:lnTo>
                    <a:pt x="8721801" y="2774237"/>
                  </a:lnTo>
                  <a:lnTo>
                    <a:pt x="8754228" y="2656591"/>
                  </a:lnTo>
                  <a:lnTo>
                    <a:pt x="8786669" y="2538407"/>
                  </a:lnTo>
                  <a:lnTo>
                    <a:pt x="8819110" y="2420191"/>
                  </a:lnTo>
                  <a:lnTo>
                    <a:pt x="8851539" y="2302453"/>
                  </a:lnTo>
                  <a:lnTo>
                    <a:pt x="8883944" y="2185693"/>
                  </a:lnTo>
                  <a:lnTo>
                    <a:pt x="8916316" y="2070393"/>
                  </a:lnTo>
                  <a:lnTo>
                    <a:pt x="8948650" y="1957011"/>
                  </a:lnTo>
                  <a:lnTo>
                    <a:pt x="8980948" y="1845970"/>
                  </a:lnTo>
                  <a:lnTo>
                    <a:pt x="9013216" y="1737657"/>
                  </a:lnTo>
                  <a:lnTo>
                    <a:pt x="9045471" y="1632413"/>
                  </a:lnTo>
                  <a:lnTo>
                    <a:pt x="9077738" y="1530533"/>
                  </a:lnTo>
                  <a:lnTo>
                    <a:pt x="9110053" y="1432259"/>
                  </a:lnTo>
                  <a:lnTo>
                    <a:pt x="9142463" y="1337786"/>
                  </a:lnTo>
                  <a:lnTo>
                    <a:pt x="9175029" y="1247258"/>
                  </a:lnTo>
                  <a:lnTo>
                    <a:pt x="9207823" y="1160769"/>
                  </a:lnTo>
                  <a:lnTo>
                    <a:pt x="9240937" y="1078365"/>
                  </a:lnTo>
                  <a:lnTo>
                    <a:pt x="9274477" y="1000051"/>
                  </a:lnTo>
                  <a:lnTo>
                    <a:pt x="9308570" y="925788"/>
                  </a:lnTo>
                  <a:lnTo>
                    <a:pt x="9343366" y="855503"/>
                  </a:lnTo>
                  <a:lnTo>
                    <a:pt x="9347647" y="847235"/>
                  </a:lnTo>
                  <a:lnTo>
                    <a:pt x="9394849" y="761513"/>
                  </a:lnTo>
                  <a:lnTo>
                    <a:pt x="9444039" y="682559"/>
                  </a:lnTo>
                  <a:lnTo>
                    <a:pt x="9495727" y="610185"/>
                  </a:lnTo>
                  <a:lnTo>
                    <a:pt x="9550475" y="544002"/>
                  </a:lnTo>
                  <a:lnTo>
                    <a:pt x="9608869" y="483517"/>
                  </a:lnTo>
                  <a:lnTo>
                    <a:pt x="9671496" y="428207"/>
                  </a:lnTo>
                  <a:lnTo>
                    <a:pt x="9738916" y="377564"/>
                  </a:lnTo>
                  <a:lnTo>
                    <a:pt x="9811618" y="331119"/>
                  </a:lnTo>
                  <a:lnTo>
                    <a:pt x="9889980" y="288466"/>
                  </a:lnTo>
                  <a:lnTo>
                    <a:pt x="9974198" y="249266"/>
                  </a:lnTo>
                  <a:lnTo>
                    <a:pt x="10064213" y="213260"/>
                  </a:lnTo>
                  <a:lnTo>
                    <a:pt x="10159620" y="180267"/>
                  </a:lnTo>
                  <a:lnTo>
                    <a:pt x="10259572" y="150181"/>
                  </a:lnTo>
                  <a:lnTo>
                    <a:pt x="10362706" y="122966"/>
                  </a:lnTo>
                  <a:lnTo>
                    <a:pt x="10467094" y="98642"/>
                  </a:lnTo>
                  <a:lnTo>
                    <a:pt x="10570273" y="77262"/>
                  </a:lnTo>
                  <a:lnTo>
                    <a:pt x="10669356" y="58880"/>
                  </a:lnTo>
                  <a:lnTo>
                    <a:pt x="10761259" y="43522"/>
                  </a:lnTo>
                  <a:lnTo>
                    <a:pt x="10843025" y="31145"/>
                  </a:lnTo>
                  <a:lnTo>
                    <a:pt x="10912197" y="21616"/>
                  </a:lnTo>
                  <a:lnTo>
                    <a:pt x="10967177" y="14695"/>
                  </a:lnTo>
                  <a:lnTo>
                    <a:pt x="11007489" y="10042"/>
                  </a:lnTo>
                  <a:lnTo>
                    <a:pt x="11033902" y="7240"/>
                  </a:lnTo>
                  <a:lnTo>
                    <a:pt x="11048399" y="5822"/>
                  </a:lnTo>
                  <a:lnTo>
                    <a:pt x="11054052" y="531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4029" y="72"/>
                  </a:lnTo>
                  <a:lnTo>
                    <a:pt x="11048310" y="590"/>
                  </a:lnTo>
                  <a:lnTo>
                    <a:pt x="11033715" y="2018"/>
                  </a:lnTo>
                  <a:lnTo>
                    <a:pt x="11007181" y="4836"/>
                  </a:lnTo>
                  <a:lnTo>
                    <a:pt x="10966734" y="9507"/>
                  </a:lnTo>
                  <a:lnTo>
                    <a:pt x="10911618" y="16451"/>
                  </a:lnTo>
                  <a:lnTo>
                    <a:pt x="10842320" y="26006"/>
                  </a:lnTo>
                  <a:lnTo>
                    <a:pt x="10760448" y="38410"/>
                  </a:lnTo>
                  <a:lnTo>
                    <a:pt x="10668464" y="53796"/>
                  </a:lnTo>
                  <a:lnTo>
                    <a:pt x="10569330" y="72206"/>
                  </a:lnTo>
                  <a:lnTo>
                    <a:pt x="10466127" y="93614"/>
                  </a:lnTo>
                  <a:lnTo>
                    <a:pt x="10361739" y="117965"/>
                  </a:lnTo>
                  <a:lnTo>
                    <a:pt x="10258627" y="145206"/>
                  </a:lnTo>
                  <a:lnTo>
                    <a:pt x="10158711" y="175319"/>
                  </a:lnTo>
                  <a:lnTo>
                    <a:pt x="10063352" y="208340"/>
                  </a:lnTo>
                  <a:lnTo>
                    <a:pt x="9973389" y="244375"/>
                  </a:lnTo>
                  <a:lnTo>
                    <a:pt x="9889226" y="283605"/>
                  </a:lnTo>
                  <a:lnTo>
                    <a:pt x="9810918" y="326292"/>
                  </a:lnTo>
                  <a:lnTo>
                    <a:pt x="9738266" y="372774"/>
                  </a:lnTo>
                  <a:lnTo>
                    <a:pt x="9670894" y="423458"/>
                  </a:lnTo>
                  <a:lnTo>
                    <a:pt x="9608308" y="478813"/>
                  </a:lnTo>
                  <a:lnTo>
                    <a:pt x="9549951" y="539349"/>
                  </a:lnTo>
                  <a:lnTo>
                    <a:pt x="9495234" y="605587"/>
                  </a:lnTo>
                  <a:lnTo>
                    <a:pt x="9443572" y="678021"/>
                  </a:lnTo>
                  <a:lnTo>
                    <a:pt x="9394402" y="757037"/>
                  </a:lnTo>
                  <a:lnTo>
                    <a:pt x="9347647" y="841995"/>
                  </a:lnTo>
                  <a:lnTo>
                    <a:pt x="9312754" y="911803"/>
                  </a:lnTo>
                  <a:lnTo>
                    <a:pt x="9278584" y="985578"/>
                  </a:lnTo>
                  <a:lnTo>
                    <a:pt x="9244984" y="1063398"/>
                  </a:lnTo>
                  <a:lnTo>
                    <a:pt x="9211825" y="1145304"/>
                  </a:lnTo>
                  <a:lnTo>
                    <a:pt x="9178997" y="1231300"/>
                  </a:lnTo>
                  <a:lnTo>
                    <a:pt x="9146408" y="1321341"/>
                  </a:lnTo>
                  <a:lnTo>
                    <a:pt x="9113982" y="1415342"/>
                  </a:lnTo>
                  <a:lnTo>
                    <a:pt x="9081658" y="1513163"/>
                  </a:lnTo>
                  <a:lnTo>
                    <a:pt x="9049387" y="1614618"/>
                  </a:lnTo>
                  <a:lnTo>
                    <a:pt x="9017132" y="1719468"/>
                  </a:lnTo>
                  <a:lnTo>
                    <a:pt x="8984867" y="1827426"/>
                  </a:lnTo>
                  <a:lnTo>
                    <a:pt x="8952574" y="1938155"/>
                  </a:lnTo>
                  <a:lnTo>
                    <a:pt x="8920244" y="2051275"/>
                  </a:lnTo>
                  <a:lnTo>
                    <a:pt x="8887877" y="2166366"/>
                  </a:lnTo>
                  <a:lnTo>
                    <a:pt x="8855475" y="2282974"/>
                  </a:lnTo>
                  <a:lnTo>
                    <a:pt x="8823049" y="2400620"/>
                  </a:lnTo>
                  <a:lnTo>
                    <a:pt x="8790608" y="2518804"/>
                  </a:lnTo>
                  <a:lnTo>
                    <a:pt x="8758166" y="2637020"/>
                  </a:lnTo>
                  <a:lnTo>
                    <a:pt x="8725737" y="2754758"/>
                  </a:lnTo>
                  <a:lnTo>
                    <a:pt x="8693332" y="2871518"/>
                  </a:lnTo>
                  <a:lnTo>
                    <a:pt x="8660960" y="2986818"/>
                  </a:lnTo>
                  <a:lnTo>
                    <a:pt x="8628626" y="3100200"/>
                  </a:lnTo>
                  <a:lnTo>
                    <a:pt x="8596329" y="3211240"/>
                  </a:lnTo>
                  <a:lnTo>
                    <a:pt x="8564061" y="3319553"/>
                  </a:lnTo>
                  <a:lnTo>
                    <a:pt x="8531806" y="3424797"/>
                  </a:lnTo>
                  <a:lnTo>
                    <a:pt x="8499538" y="3526678"/>
                  </a:lnTo>
                  <a:lnTo>
                    <a:pt x="8467223" y="3624952"/>
                  </a:lnTo>
                  <a:lnTo>
                    <a:pt x="8434813" y="3719424"/>
                  </a:lnTo>
                  <a:lnTo>
                    <a:pt x="8402248" y="3809953"/>
                  </a:lnTo>
                  <a:lnTo>
                    <a:pt x="8369453" y="3896442"/>
                  </a:lnTo>
                  <a:lnTo>
                    <a:pt x="8336340" y="3978846"/>
                  </a:lnTo>
                  <a:lnTo>
                    <a:pt x="8302800" y="4057160"/>
                  </a:lnTo>
                  <a:lnTo>
                    <a:pt x="8268706" y="4131423"/>
                  </a:lnTo>
                  <a:lnTo>
                    <a:pt x="8233910" y="4201708"/>
                  </a:lnTo>
                  <a:lnTo>
                    <a:pt x="8229629" y="4209976"/>
                  </a:lnTo>
                  <a:lnTo>
                    <a:pt x="8182428" y="4295698"/>
                  </a:lnTo>
                  <a:lnTo>
                    <a:pt x="8133238" y="4374652"/>
                  </a:lnTo>
                  <a:lnTo>
                    <a:pt x="8081549" y="4447026"/>
                  </a:lnTo>
                  <a:lnTo>
                    <a:pt x="8026802" y="4513209"/>
                  </a:lnTo>
                  <a:lnTo>
                    <a:pt x="7968408" y="4573694"/>
                  </a:lnTo>
                  <a:lnTo>
                    <a:pt x="7905780" y="4629003"/>
                  </a:lnTo>
                  <a:lnTo>
                    <a:pt x="7838361" y="4679647"/>
                  </a:lnTo>
                  <a:lnTo>
                    <a:pt x="7765658" y="4726091"/>
                  </a:lnTo>
                  <a:lnTo>
                    <a:pt x="7687297" y="4768745"/>
                  </a:lnTo>
                  <a:lnTo>
                    <a:pt x="7603078" y="4807945"/>
                  </a:lnTo>
                  <a:lnTo>
                    <a:pt x="7513063" y="4843950"/>
                  </a:lnTo>
                  <a:lnTo>
                    <a:pt x="7417657" y="4876944"/>
                  </a:lnTo>
                  <a:lnTo>
                    <a:pt x="7317704" y="4907030"/>
                  </a:lnTo>
                  <a:lnTo>
                    <a:pt x="7214571" y="4934245"/>
                  </a:lnTo>
                  <a:lnTo>
                    <a:pt x="7110182" y="4958569"/>
                  </a:lnTo>
                  <a:lnTo>
                    <a:pt x="7007003" y="4979949"/>
                  </a:lnTo>
                  <a:lnTo>
                    <a:pt x="6907921" y="4998331"/>
                  </a:lnTo>
                  <a:lnTo>
                    <a:pt x="6816018" y="5013689"/>
                  </a:lnTo>
                  <a:lnTo>
                    <a:pt x="6734252" y="5026066"/>
                  </a:lnTo>
                  <a:lnTo>
                    <a:pt x="6665080" y="5035595"/>
                  </a:lnTo>
                  <a:lnTo>
                    <a:pt x="6610100" y="5042516"/>
                  </a:lnTo>
                  <a:lnTo>
                    <a:pt x="6569787" y="5047169"/>
                  </a:lnTo>
                  <a:lnTo>
                    <a:pt x="6543375" y="5049971"/>
                  </a:lnTo>
                  <a:lnTo>
                    <a:pt x="6528878" y="5051389"/>
                  </a:lnTo>
                  <a:lnTo>
                    <a:pt x="6523224" y="5051900"/>
                  </a:lnTo>
                  <a:lnTo>
                    <a:pt x="6522385" y="5051971"/>
                  </a:lnTo>
                  <a:lnTo>
                    <a:pt x="5527445" y="5051971"/>
                  </a:lnTo>
                  <a:lnTo>
                    <a:pt x="5526313" y="5051957"/>
                  </a:lnTo>
                  <a:lnTo>
                    <a:pt x="5518842" y="5051856"/>
                  </a:lnTo>
                  <a:lnTo>
                    <a:pt x="5499908" y="5051577"/>
                  </a:lnTo>
                  <a:lnTo>
                    <a:pt x="5465802" y="5051028"/>
                  </a:lnTo>
                  <a:lnTo>
                    <a:pt x="5414457" y="5050121"/>
                  </a:lnTo>
                  <a:lnTo>
                    <a:pt x="5345593" y="5048780"/>
                  </a:lnTo>
                  <a:lnTo>
                    <a:pt x="5260666" y="5046950"/>
                  </a:lnTo>
                  <a:lnTo>
                    <a:pt x="5162545" y="5044598"/>
                  </a:lnTo>
                  <a:lnTo>
                    <a:pt x="5054993" y="5041710"/>
                  </a:lnTo>
                  <a:lnTo>
                    <a:pt x="4942071" y="5038291"/>
                  </a:lnTo>
                  <a:lnTo>
                    <a:pt x="4827610" y="5034349"/>
                  </a:lnTo>
                  <a:lnTo>
                    <a:pt x="4714840" y="5029896"/>
                  </a:lnTo>
                  <a:lnTo>
                    <a:pt x="4606213" y="5024934"/>
                  </a:lnTo>
                  <a:lnTo>
                    <a:pt x="4503372" y="5019452"/>
                  </a:lnTo>
                  <a:lnTo>
                    <a:pt x="4407240" y="5013427"/>
                  </a:lnTo>
                  <a:lnTo>
                    <a:pt x="4318153" y="5006815"/>
                  </a:lnTo>
                  <a:lnTo>
                    <a:pt x="4236006" y="4999560"/>
                  </a:lnTo>
                  <a:lnTo>
                    <a:pt x="4160387" y="4991587"/>
                  </a:lnTo>
                  <a:lnTo>
                    <a:pt x="4090687" y="4982809"/>
                  </a:lnTo>
                  <a:lnTo>
                    <a:pt x="4026185" y="4973128"/>
                  </a:lnTo>
                  <a:lnTo>
                    <a:pt x="3966108" y="4962442"/>
                  </a:lnTo>
                  <a:lnTo>
                    <a:pt x="3909683" y="4950657"/>
                  </a:lnTo>
                  <a:lnTo>
                    <a:pt x="3856175" y="4937699"/>
                  </a:lnTo>
                  <a:lnTo>
                    <a:pt x="3820202" y="4927942"/>
                  </a:lnTo>
                  <a:lnTo>
                    <a:pt x="3761210" y="4910078"/>
                  </a:lnTo>
                  <a:lnTo>
                    <a:pt x="3704008" y="4890496"/>
                  </a:lnTo>
                  <a:lnTo>
                    <a:pt x="3647958" y="4869167"/>
                  </a:lnTo>
                  <a:lnTo>
                    <a:pt x="3592582" y="4846116"/>
                  </a:lnTo>
                  <a:lnTo>
                    <a:pt x="3537538" y="4821422"/>
                  </a:lnTo>
                  <a:lnTo>
                    <a:pt x="3482594" y="4795229"/>
                  </a:lnTo>
                  <a:lnTo>
                    <a:pt x="3427609" y="4767741"/>
                  </a:lnTo>
                  <a:lnTo>
                    <a:pt x="3372524" y="4739220"/>
                  </a:lnTo>
                  <a:lnTo>
                    <a:pt x="3317337" y="4709979"/>
                  </a:lnTo>
                  <a:lnTo>
                    <a:pt x="3262087" y="4680366"/>
                  </a:lnTo>
                  <a:lnTo>
                    <a:pt x="3206836" y="4650746"/>
                  </a:lnTo>
                  <a:lnTo>
                    <a:pt x="3151645" y="4621488"/>
                  </a:lnTo>
                  <a:lnTo>
                    <a:pt x="3096557" y="4592939"/>
                  </a:lnTo>
                  <a:lnTo>
                    <a:pt x="3041570" y="4565413"/>
                  </a:lnTo>
                  <a:lnTo>
                    <a:pt x="2986625" y="4539174"/>
                  </a:lnTo>
                  <a:lnTo>
                    <a:pt x="2931588" y="4514430"/>
                  </a:lnTo>
                  <a:lnTo>
                    <a:pt x="2876228" y="4491323"/>
                  </a:lnTo>
                  <a:lnTo>
                    <a:pt x="2820206" y="4469938"/>
                  </a:lnTo>
                  <a:lnTo>
                    <a:pt x="2763050" y="4450300"/>
                  </a:lnTo>
                  <a:lnTo>
                    <a:pt x="2704129" y="4432381"/>
                  </a:lnTo>
                  <a:lnTo>
                    <a:pt x="2702183" y="4431829"/>
                  </a:lnTo>
                  <a:lnTo>
                    <a:pt x="2650317" y="4418033"/>
                  </a:lnTo>
                  <a:lnTo>
                    <a:pt x="2596002" y="4405435"/>
                  </a:lnTo>
                  <a:lnTo>
                    <a:pt x="2538554" y="4393990"/>
                  </a:lnTo>
                  <a:lnTo>
                    <a:pt x="2477223" y="4383619"/>
                  </a:lnTo>
                  <a:lnTo>
                    <a:pt x="2411231" y="4374221"/>
                  </a:lnTo>
                  <a:lnTo>
                    <a:pt x="2339816" y="4365696"/>
                  </a:lnTo>
                  <a:lnTo>
                    <a:pt x="2262282" y="4357948"/>
                  </a:lnTo>
                  <a:lnTo>
                    <a:pt x="2178071" y="4350895"/>
                  </a:lnTo>
                  <a:lnTo>
                    <a:pt x="2086851" y="4344466"/>
                  </a:lnTo>
                  <a:lnTo>
                    <a:pt x="1988634" y="4338608"/>
                  </a:lnTo>
                  <a:lnTo>
                    <a:pt x="1883917" y="4333285"/>
                  </a:lnTo>
                  <a:lnTo>
                    <a:pt x="1773829" y="4328477"/>
                  </a:lnTo>
                  <a:lnTo>
                    <a:pt x="1660253" y="4324178"/>
                  </a:lnTo>
                  <a:lnTo>
                    <a:pt x="1545883" y="4320393"/>
                  </a:lnTo>
                  <a:lnTo>
                    <a:pt x="1434160" y="4317133"/>
                  </a:lnTo>
                  <a:lnTo>
                    <a:pt x="1329031" y="4314407"/>
                  </a:lnTo>
                  <a:lnTo>
                    <a:pt x="1234528" y="4312215"/>
                  </a:lnTo>
                  <a:lnTo>
                    <a:pt x="1154205" y="4310537"/>
                  </a:lnTo>
                  <a:lnTo>
                    <a:pt x="1090553" y="4309334"/>
                  </a:lnTo>
                  <a:lnTo>
                    <a:pt x="1044527" y="4308544"/>
                  </a:lnTo>
                  <a:lnTo>
                    <a:pt x="1015300" y="4308086"/>
                  </a:lnTo>
                  <a:lnTo>
                    <a:pt x="1000287" y="4307871"/>
                  </a:lnTo>
                  <a:lnTo>
                    <a:pt x="995331" y="4307806"/>
                  </a:lnTo>
                  <a:lnTo>
                    <a:pt x="994940" y="4307801"/>
                  </a:lnTo>
                  <a:lnTo>
                    <a:pt x="0" y="4307801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52" name="pl1551"/>
            <p:cNvSpPr/>
            <p:nvPr/>
          </p:nvSpPr>
          <p:spPr>
            <a:xfrm>
              <a:off x="1199187" y="1283790"/>
              <a:ext cx="12049831" cy="5051971"/>
            </a:xfrm>
            <a:custGeom>
              <a:avLst/>
              <a:pathLst>
                <a:path w="12049831" h="5051971">
                  <a:moveTo>
                    <a:pt x="0" y="4307801"/>
                  </a:moveTo>
                  <a:lnTo>
                    <a:pt x="994940" y="4307801"/>
                  </a:lnTo>
                  <a:lnTo>
                    <a:pt x="996072" y="4307815"/>
                  </a:lnTo>
                  <a:lnTo>
                    <a:pt x="1003543" y="4307916"/>
                  </a:lnTo>
                  <a:lnTo>
                    <a:pt x="1022477" y="4308194"/>
                  </a:lnTo>
                  <a:lnTo>
                    <a:pt x="1056583" y="4308743"/>
                  </a:lnTo>
                  <a:lnTo>
                    <a:pt x="1107928" y="4309651"/>
                  </a:lnTo>
                  <a:lnTo>
                    <a:pt x="1176792" y="4310992"/>
                  </a:lnTo>
                  <a:lnTo>
                    <a:pt x="1261719" y="4312822"/>
                  </a:lnTo>
                  <a:lnTo>
                    <a:pt x="1359840" y="4315174"/>
                  </a:lnTo>
                  <a:lnTo>
                    <a:pt x="1467392" y="4318061"/>
                  </a:lnTo>
                  <a:lnTo>
                    <a:pt x="1580314" y="4321481"/>
                  </a:lnTo>
                  <a:lnTo>
                    <a:pt x="1694775" y="4325422"/>
                  </a:lnTo>
                  <a:lnTo>
                    <a:pt x="1807545" y="4329875"/>
                  </a:lnTo>
                  <a:lnTo>
                    <a:pt x="1916172" y="4334838"/>
                  </a:lnTo>
                  <a:lnTo>
                    <a:pt x="2019013" y="4340319"/>
                  </a:lnTo>
                  <a:lnTo>
                    <a:pt x="2115145" y="4346345"/>
                  </a:lnTo>
                  <a:lnTo>
                    <a:pt x="2204232" y="4352956"/>
                  </a:lnTo>
                  <a:lnTo>
                    <a:pt x="2286379" y="4360211"/>
                  </a:lnTo>
                  <a:lnTo>
                    <a:pt x="2361998" y="4368184"/>
                  </a:lnTo>
                  <a:lnTo>
                    <a:pt x="2431698" y="4376962"/>
                  </a:lnTo>
                  <a:lnTo>
                    <a:pt x="2496200" y="4386644"/>
                  </a:lnTo>
                  <a:lnTo>
                    <a:pt x="2556277" y="4397329"/>
                  </a:lnTo>
                  <a:lnTo>
                    <a:pt x="2612702" y="4409115"/>
                  </a:lnTo>
                  <a:lnTo>
                    <a:pt x="2666210" y="4422073"/>
                  </a:lnTo>
                  <a:lnTo>
                    <a:pt x="2702183" y="4431829"/>
                  </a:lnTo>
                  <a:lnTo>
                    <a:pt x="2761175" y="4449693"/>
                  </a:lnTo>
                  <a:lnTo>
                    <a:pt x="2818377" y="4469276"/>
                  </a:lnTo>
                  <a:lnTo>
                    <a:pt x="2874427" y="4490604"/>
                  </a:lnTo>
                  <a:lnTo>
                    <a:pt x="2929803" y="4513656"/>
                  </a:lnTo>
                  <a:lnTo>
                    <a:pt x="2984847" y="4538349"/>
                  </a:lnTo>
                  <a:lnTo>
                    <a:pt x="3039791" y="4564543"/>
                  </a:lnTo>
                  <a:lnTo>
                    <a:pt x="3094776" y="4592031"/>
                  </a:lnTo>
                  <a:lnTo>
                    <a:pt x="3149861" y="4620551"/>
                  </a:lnTo>
                  <a:lnTo>
                    <a:pt x="3205048" y="4649792"/>
                  </a:lnTo>
                  <a:lnTo>
                    <a:pt x="3260298" y="4679406"/>
                  </a:lnTo>
                  <a:lnTo>
                    <a:pt x="3315549" y="4709025"/>
                  </a:lnTo>
                  <a:lnTo>
                    <a:pt x="3370740" y="4738283"/>
                  </a:lnTo>
                  <a:lnTo>
                    <a:pt x="3425828" y="4766832"/>
                  </a:lnTo>
                  <a:lnTo>
                    <a:pt x="3480815" y="4794358"/>
                  </a:lnTo>
                  <a:lnTo>
                    <a:pt x="3535760" y="4820597"/>
                  </a:lnTo>
                  <a:lnTo>
                    <a:pt x="3590797" y="4845342"/>
                  </a:lnTo>
                  <a:lnTo>
                    <a:pt x="3646157" y="4868448"/>
                  </a:lnTo>
                  <a:lnTo>
                    <a:pt x="3702179" y="4889833"/>
                  </a:lnTo>
                  <a:lnTo>
                    <a:pt x="3759335" y="4909472"/>
                  </a:lnTo>
                  <a:lnTo>
                    <a:pt x="3818256" y="4927391"/>
                  </a:lnTo>
                  <a:lnTo>
                    <a:pt x="3820202" y="4927942"/>
                  </a:lnTo>
                  <a:lnTo>
                    <a:pt x="3872068" y="4941738"/>
                  </a:lnTo>
                  <a:lnTo>
                    <a:pt x="3926383" y="4954337"/>
                  </a:lnTo>
                  <a:lnTo>
                    <a:pt x="3983831" y="4965781"/>
                  </a:lnTo>
                  <a:lnTo>
                    <a:pt x="4045162" y="4976153"/>
                  </a:lnTo>
                  <a:lnTo>
                    <a:pt x="4111154" y="4985551"/>
                  </a:lnTo>
                  <a:lnTo>
                    <a:pt x="4182569" y="4994076"/>
                  </a:lnTo>
                  <a:lnTo>
                    <a:pt x="4260103" y="5001823"/>
                  </a:lnTo>
                  <a:lnTo>
                    <a:pt x="4344314" y="5008877"/>
                  </a:lnTo>
                  <a:lnTo>
                    <a:pt x="4435534" y="5015306"/>
                  </a:lnTo>
                  <a:lnTo>
                    <a:pt x="4533751" y="5021163"/>
                  </a:lnTo>
                  <a:lnTo>
                    <a:pt x="4638468" y="5026486"/>
                  </a:lnTo>
                  <a:lnTo>
                    <a:pt x="4748556" y="5031294"/>
                  </a:lnTo>
                  <a:lnTo>
                    <a:pt x="4862132" y="5035594"/>
                  </a:lnTo>
                  <a:lnTo>
                    <a:pt x="4976502" y="5039379"/>
                  </a:lnTo>
                  <a:lnTo>
                    <a:pt x="5088225" y="5042639"/>
                  </a:lnTo>
                  <a:lnTo>
                    <a:pt x="5193354" y="5045364"/>
                  </a:lnTo>
                  <a:lnTo>
                    <a:pt x="5287857" y="5047557"/>
                  </a:lnTo>
                  <a:lnTo>
                    <a:pt x="5368180" y="5049234"/>
                  </a:lnTo>
                  <a:lnTo>
                    <a:pt x="5431832" y="5050437"/>
                  </a:lnTo>
                  <a:lnTo>
                    <a:pt x="5477858" y="5051228"/>
                  </a:lnTo>
                  <a:lnTo>
                    <a:pt x="5507085" y="5051686"/>
                  </a:lnTo>
                  <a:lnTo>
                    <a:pt x="5522098" y="5051901"/>
                  </a:lnTo>
                  <a:lnTo>
                    <a:pt x="5527054" y="5051966"/>
                  </a:lnTo>
                  <a:lnTo>
                    <a:pt x="5527445" y="5051971"/>
                  </a:lnTo>
                  <a:lnTo>
                    <a:pt x="6522385" y="5051971"/>
                  </a:lnTo>
                  <a:lnTo>
                    <a:pt x="6523248" y="5051898"/>
                  </a:lnTo>
                  <a:lnTo>
                    <a:pt x="6528966" y="5051381"/>
                  </a:lnTo>
                  <a:lnTo>
                    <a:pt x="6543561" y="5049952"/>
                  </a:lnTo>
                  <a:lnTo>
                    <a:pt x="6570095" y="5047135"/>
                  </a:lnTo>
                  <a:lnTo>
                    <a:pt x="6610542" y="5042463"/>
                  </a:lnTo>
                  <a:lnTo>
                    <a:pt x="6665658" y="5035519"/>
                  </a:lnTo>
                  <a:lnTo>
                    <a:pt x="6734956" y="5025964"/>
                  </a:lnTo>
                  <a:lnTo>
                    <a:pt x="6816829" y="5013560"/>
                  </a:lnTo>
                  <a:lnTo>
                    <a:pt x="6908812" y="4998174"/>
                  </a:lnTo>
                  <a:lnTo>
                    <a:pt x="7007947" y="4979764"/>
                  </a:lnTo>
                  <a:lnTo>
                    <a:pt x="7111150" y="4958356"/>
                  </a:lnTo>
                  <a:lnTo>
                    <a:pt x="7215538" y="4934005"/>
                  </a:lnTo>
                  <a:lnTo>
                    <a:pt x="7318650" y="4906764"/>
                  </a:lnTo>
                  <a:lnTo>
                    <a:pt x="7418565" y="4876651"/>
                  </a:lnTo>
                  <a:lnTo>
                    <a:pt x="7513924" y="4843630"/>
                  </a:lnTo>
                  <a:lnTo>
                    <a:pt x="7603887" y="4807596"/>
                  </a:lnTo>
                  <a:lnTo>
                    <a:pt x="7688051" y="4768365"/>
                  </a:lnTo>
                  <a:lnTo>
                    <a:pt x="7766359" y="4725678"/>
                  </a:lnTo>
                  <a:lnTo>
                    <a:pt x="7839010" y="4679197"/>
                  </a:lnTo>
                  <a:lnTo>
                    <a:pt x="7906383" y="4628512"/>
                  </a:lnTo>
                  <a:lnTo>
                    <a:pt x="7968968" y="4573157"/>
                  </a:lnTo>
                  <a:lnTo>
                    <a:pt x="8027326" y="4512622"/>
                  </a:lnTo>
                  <a:lnTo>
                    <a:pt x="8082042" y="4446383"/>
                  </a:lnTo>
                  <a:lnTo>
                    <a:pt x="8133705" y="4373950"/>
                  </a:lnTo>
                  <a:lnTo>
                    <a:pt x="8182874" y="4294933"/>
                  </a:lnTo>
                  <a:lnTo>
                    <a:pt x="8229629" y="4209976"/>
                  </a:lnTo>
                  <a:lnTo>
                    <a:pt x="8264522" y="4140167"/>
                  </a:lnTo>
                  <a:lnTo>
                    <a:pt x="8298693" y="4066392"/>
                  </a:lnTo>
                  <a:lnTo>
                    <a:pt x="8332292" y="3988572"/>
                  </a:lnTo>
                  <a:lnTo>
                    <a:pt x="8365452" y="3906666"/>
                  </a:lnTo>
                  <a:lnTo>
                    <a:pt x="8398280" y="3820671"/>
                  </a:lnTo>
                  <a:lnTo>
                    <a:pt x="8430869" y="3730629"/>
                  </a:lnTo>
                  <a:lnTo>
                    <a:pt x="8463294" y="3636629"/>
                  </a:lnTo>
                  <a:lnTo>
                    <a:pt x="8495618" y="3538807"/>
                  </a:lnTo>
                  <a:lnTo>
                    <a:pt x="8527889" y="3437352"/>
                  </a:lnTo>
                  <a:lnTo>
                    <a:pt x="8560144" y="3332502"/>
                  </a:lnTo>
                  <a:lnTo>
                    <a:pt x="8592410" y="3224544"/>
                  </a:lnTo>
                  <a:lnTo>
                    <a:pt x="8624703" y="3113815"/>
                  </a:lnTo>
                  <a:lnTo>
                    <a:pt x="8657032" y="3000695"/>
                  </a:lnTo>
                  <a:lnTo>
                    <a:pt x="8689400" y="2885604"/>
                  </a:lnTo>
                  <a:lnTo>
                    <a:pt x="8721801" y="2768996"/>
                  </a:lnTo>
                  <a:lnTo>
                    <a:pt x="8754228" y="2651351"/>
                  </a:lnTo>
                  <a:lnTo>
                    <a:pt x="8786669" y="2533166"/>
                  </a:lnTo>
                  <a:lnTo>
                    <a:pt x="8819110" y="2414951"/>
                  </a:lnTo>
                  <a:lnTo>
                    <a:pt x="8851539" y="2297213"/>
                  </a:lnTo>
                  <a:lnTo>
                    <a:pt x="8883944" y="2180452"/>
                  </a:lnTo>
                  <a:lnTo>
                    <a:pt x="8916316" y="2065153"/>
                  </a:lnTo>
                  <a:lnTo>
                    <a:pt x="8948650" y="1951770"/>
                  </a:lnTo>
                  <a:lnTo>
                    <a:pt x="8980948" y="1840730"/>
                  </a:lnTo>
                  <a:lnTo>
                    <a:pt x="9013216" y="1732417"/>
                  </a:lnTo>
                  <a:lnTo>
                    <a:pt x="9045471" y="1627173"/>
                  </a:lnTo>
                  <a:lnTo>
                    <a:pt x="9077738" y="1525292"/>
                  </a:lnTo>
                  <a:lnTo>
                    <a:pt x="9110053" y="1427018"/>
                  </a:lnTo>
                  <a:lnTo>
                    <a:pt x="9142463" y="1332546"/>
                  </a:lnTo>
                  <a:lnTo>
                    <a:pt x="9175029" y="1242018"/>
                  </a:lnTo>
                  <a:lnTo>
                    <a:pt x="9207823" y="1155528"/>
                  </a:lnTo>
                  <a:lnTo>
                    <a:pt x="9240937" y="1073124"/>
                  </a:lnTo>
                  <a:lnTo>
                    <a:pt x="9274477" y="994810"/>
                  </a:lnTo>
                  <a:lnTo>
                    <a:pt x="9308570" y="920547"/>
                  </a:lnTo>
                  <a:lnTo>
                    <a:pt x="9343366" y="850263"/>
                  </a:lnTo>
                  <a:lnTo>
                    <a:pt x="9347647" y="841995"/>
                  </a:lnTo>
                  <a:lnTo>
                    <a:pt x="9394849" y="756273"/>
                  </a:lnTo>
                  <a:lnTo>
                    <a:pt x="9444039" y="677318"/>
                  </a:lnTo>
                  <a:lnTo>
                    <a:pt x="9495727" y="604945"/>
                  </a:lnTo>
                  <a:lnTo>
                    <a:pt x="9550475" y="538761"/>
                  </a:lnTo>
                  <a:lnTo>
                    <a:pt x="9608869" y="478276"/>
                  </a:lnTo>
                  <a:lnTo>
                    <a:pt x="9671496" y="422967"/>
                  </a:lnTo>
                  <a:lnTo>
                    <a:pt x="9738916" y="372323"/>
                  </a:lnTo>
                  <a:lnTo>
                    <a:pt x="9811618" y="325879"/>
                  </a:lnTo>
                  <a:lnTo>
                    <a:pt x="9889980" y="283225"/>
                  </a:lnTo>
                  <a:lnTo>
                    <a:pt x="9974198" y="244026"/>
                  </a:lnTo>
                  <a:lnTo>
                    <a:pt x="10064213" y="208020"/>
                  </a:lnTo>
                  <a:lnTo>
                    <a:pt x="10159620" y="175026"/>
                  </a:lnTo>
                  <a:lnTo>
                    <a:pt x="10259572" y="144940"/>
                  </a:lnTo>
                  <a:lnTo>
                    <a:pt x="10362706" y="117725"/>
                  </a:lnTo>
                  <a:lnTo>
                    <a:pt x="10467094" y="93402"/>
                  </a:lnTo>
                  <a:lnTo>
                    <a:pt x="10570273" y="72021"/>
                  </a:lnTo>
                  <a:lnTo>
                    <a:pt x="10669356" y="53640"/>
                  </a:lnTo>
                  <a:lnTo>
                    <a:pt x="10761259" y="38281"/>
                  </a:lnTo>
                  <a:lnTo>
                    <a:pt x="10843025" y="25904"/>
                  </a:lnTo>
                  <a:lnTo>
                    <a:pt x="10912197" y="16375"/>
                  </a:lnTo>
                  <a:lnTo>
                    <a:pt x="10967177" y="9454"/>
                  </a:lnTo>
                  <a:lnTo>
                    <a:pt x="11007489" y="4802"/>
                  </a:lnTo>
                  <a:lnTo>
                    <a:pt x="11033902" y="1999"/>
                  </a:lnTo>
                  <a:lnTo>
                    <a:pt x="11048399" y="581"/>
                  </a:lnTo>
                  <a:lnTo>
                    <a:pt x="11054052" y="7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3" name="pl1552"/>
            <p:cNvSpPr/>
            <p:nvPr/>
          </p:nvSpPr>
          <p:spPr>
            <a:xfrm>
              <a:off x="1199187" y="1278550"/>
              <a:ext cx="12049831" cy="5051971"/>
            </a:xfrm>
            <a:custGeom>
              <a:avLst/>
              <a:pathLst>
                <a:path w="12049831" h="5051971">
                  <a:moveTo>
                    <a:pt x="12049831" y="0"/>
                  </a:moveTo>
                  <a:lnTo>
                    <a:pt x="11054891" y="0"/>
                  </a:lnTo>
                  <a:lnTo>
                    <a:pt x="11054029" y="72"/>
                  </a:lnTo>
                  <a:lnTo>
                    <a:pt x="11048310" y="590"/>
                  </a:lnTo>
                  <a:lnTo>
                    <a:pt x="11033715" y="2018"/>
                  </a:lnTo>
                  <a:lnTo>
                    <a:pt x="11007181" y="4836"/>
                  </a:lnTo>
                  <a:lnTo>
                    <a:pt x="10966734" y="9507"/>
                  </a:lnTo>
                  <a:lnTo>
                    <a:pt x="10911618" y="16451"/>
                  </a:lnTo>
                  <a:lnTo>
                    <a:pt x="10842320" y="26006"/>
                  </a:lnTo>
                  <a:lnTo>
                    <a:pt x="10760448" y="38410"/>
                  </a:lnTo>
                  <a:lnTo>
                    <a:pt x="10668464" y="53796"/>
                  </a:lnTo>
                  <a:lnTo>
                    <a:pt x="10569330" y="72206"/>
                  </a:lnTo>
                  <a:lnTo>
                    <a:pt x="10466127" y="93614"/>
                  </a:lnTo>
                  <a:lnTo>
                    <a:pt x="10361739" y="117965"/>
                  </a:lnTo>
                  <a:lnTo>
                    <a:pt x="10258627" y="145206"/>
                  </a:lnTo>
                  <a:lnTo>
                    <a:pt x="10158711" y="175319"/>
                  </a:lnTo>
                  <a:lnTo>
                    <a:pt x="10063352" y="208340"/>
                  </a:lnTo>
                  <a:lnTo>
                    <a:pt x="9973389" y="244375"/>
                  </a:lnTo>
                  <a:lnTo>
                    <a:pt x="9889226" y="283605"/>
                  </a:lnTo>
                  <a:lnTo>
                    <a:pt x="9810918" y="326292"/>
                  </a:lnTo>
                  <a:lnTo>
                    <a:pt x="9738266" y="372774"/>
                  </a:lnTo>
                  <a:lnTo>
                    <a:pt x="9670894" y="423458"/>
                  </a:lnTo>
                  <a:lnTo>
                    <a:pt x="9608308" y="478813"/>
                  </a:lnTo>
                  <a:lnTo>
                    <a:pt x="9549951" y="539349"/>
                  </a:lnTo>
                  <a:lnTo>
                    <a:pt x="9495234" y="605587"/>
                  </a:lnTo>
                  <a:lnTo>
                    <a:pt x="9443572" y="678021"/>
                  </a:lnTo>
                  <a:lnTo>
                    <a:pt x="9394402" y="757037"/>
                  </a:lnTo>
                  <a:lnTo>
                    <a:pt x="9347647" y="841995"/>
                  </a:lnTo>
                  <a:lnTo>
                    <a:pt x="9312754" y="911803"/>
                  </a:lnTo>
                  <a:lnTo>
                    <a:pt x="9278584" y="985578"/>
                  </a:lnTo>
                  <a:lnTo>
                    <a:pt x="9244984" y="1063398"/>
                  </a:lnTo>
                  <a:lnTo>
                    <a:pt x="9211825" y="1145304"/>
                  </a:lnTo>
                  <a:lnTo>
                    <a:pt x="9178997" y="1231300"/>
                  </a:lnTo>
                  <a:lnTo>
                    <a:pt x="9146408" y="1321341"/>
                  </a:lnTo>
                  <a:lnTo>
                    <a:pt x="9113982" y="1415342"/>
                  </a:lnTo>
                  <a:lnTo>
                    <a:pt x="9081658" y="1513163"/>
                  </a:lnTo>
                  <a:lnTo>
                    <a:pt x="9049387" y="1614618"/>
                  </a:lnTo>
                  <a:lnTo>
                    <a:pt x="9017132" y="1719468"/>
                  </a:lnTo>
                  <a:lnTo>
                    <a:pt x="8984867" y="1827426"/>
                  </a:lnTo>
                  <a:lnTo>
                    <a:pt x="8952574" y="1938155"/>
                  </a:lnTo>
                  <a:lnTo>
                    <a:pt x="8920244" y="2051275"/>
                  </a:lnTo>
                  <a:lnTo>
                    <a:pt x="8887877" y="2166366"/>
                  </a:lnTo>
                  <a:lnTo>
                    <a:pt x="8855475" y="2282974"/>
                  </a:lnTo>
                  <a:lnTo>
                    <a:pt x="8823049" y="2400620"/>
                  </a:lnTo>
                  <a:lnTo>
                    <a:pt x="8790608" y="2518804"/>
                  </a:lnTo>
                  <a:lnTo>
                    <a:pt x="8758166" y="2637020"/>
                  </a:lnTo>
                  <a:lnTo>
                    <a:pt x="8725737" y="2754758"/>
                  </a:lnTo>
                  <a:lnTo>
                    <a:pt x="8693332" y="2871518"/>
                  </a:lnTo>
                  <a:lnTo>
                    <a:pt x="8660960" y="2986818"/>
                  </a:lnTo>
                  <a:lnTo>
                    <a:pt x="8628626" y="3100200"/>
                  </a:lnTo>
                  <a:lnTo>
                    <a:pt x="8596329" y="3211240"/>
                  </a:lnTo>
                  <a:lnTo>
                    <a:pt x="8564061" y="3319553"/>
                  </a:lnTo>
                  <a:lnTo>
                    <a:pt x="8531806" y="3424797"/>
                  </a:lnTo>
                  <a:lnTo>
                    <a:pt x="8499538" y="3526678"/>
                  </a:lnTo>
                  <a:lnTo>
                    <a:pt x="8467223" y="3624952"/>
                  </a:lnTo>
                  <a:lnTo>
                    <a:pt x="8434813" y="3719424"/>
                  </a:lnTo>
                  <a:lnTo>
                    <a:pt x="8402248" y="3809953"/>
                  </a:lnTo>
                  <a:lnTo>
                    <a:pt x="8369453" y="3896442"/>
                  </a:lnTo>
                  <a:lnTo>
                    <a:pt x="8336340" y="3978846"/>
                  </a:lnTo>
                  <a:lnTo>
                    <a:pt x="8302800" y="4057160"/>
                  </a:lnTo>
                  <a:lnTo>
                    <a:pt x="8268706" y="4131423"/>
                  </a:lnTo>
                  <a:lnTo>
                    <a:pt x="8233910" y="4201708"/>
                  </a:lnTo>
                  <a:lnTo>
                    <a:pt x="8229629" y="4209976"/>
                  </a:lnTo>
                  <a:lnTo>
                    <a:pt x="8182428" y="4295698"/>
                  </a:lnTo>
                  <a:lnTo>
                    <a:pt x="8133238" y="4374652"/>
                  </a:lnTo>
                  <a:lnTo>
                    <a:pt x="8081549" y="4447026"/>
                  </a:lnTo>
                  <a:lnTo>
                    <a:pt x="8026802" y="4513209"/>
                  </a:lnTo>
                  <a:lnTo>
                    <a:pt x="7968408" y="4573694"/>
                  </a:lnTo>
                  <a:lnTo>
                    <a:pt x="7905780" y="4629003"/>
                  </a:lnTo>
                  <a:lnTo>
                    <a:pt x="7838361" y="4679647"/>
                  </a:lnTo>
                  <a:lnTo>
                    <a:pt x="7765658" y="4726091"/>
                  </a:lnTo>
                  <a:lnTo>
                    <a:pt x="7687297" y="4768745"/>
                  </a:lnTo>
                  <a:lnTo>
                    <a:pt x="7603078" y="4807945"/>
                  </a:lnTo>
                  <a:lnTo>
                    <a:pt x="7513063" y="4843950"/>
                  </a:lnTo>
                  <a:lnTo>
                    <a:pt x="7417657" y="4876944"/>
                  </a:lnTo>
                  <a:lnTo>
                    <a:pt x="7317704" y="4907030"/>
                  </a:lnTo>
                  <a:lnTo>
                    <a:pt x="7214571" y="4934245"/>
                  </a:lnTo>
                  <a:lnTo>
                    <a:pt x="7110182" y="4958569"/>
                  </a:lnTo>
                  <a:lnTo>
                    <a:pt x="7007003" y="4979949"/>
                  </a:lnTo>
                  <a:lnTo>
                    <a:pt x="6907921" y="4998331"/>
                  </a:lnTo>
                  <a:lnTo>
                    <a:pt x="6816018" y="5013689"/>
                  </a:lnTo>
                  <a:lnTo>
                    <a:pt x="6734252" y="5026066"/>
                  </a:lnTo>
                  <a:lnTo>
                    <a:pt x="6665080" y="5035595"/>
                  </a:lnTo>
                  <a:lnTo>
                    <a:pt x="6610100" y="5042516"/>
                  </a:lnTo>
                  <a:lnTo>
                    <a:pt x="6569787" y="5047169"/>
                  </a:lnTo>
                  <a:lnTo>
                    <a:pt x="6543375" y="5049971"/>
                  </a:lnTo>
                  <a:lnTo>
                    <a:pt x="6528878" y="5051389"/>
                  </a:lnTo>
                  <a:lnTo>
                    <a:pt x="6523224" y="5051900"/>
                  </a:lnTo>
                  <a:lnTo>
                    <a:pt x="6522385" y="5051971"/>
                  </a:lnTo>
                  <a:lnTo>
                    <a:pt x="5527445" y="5051971"/>
                  </a:lnTo>
                  <a:lnTo>
                    <a:pt x="5526313" y="5051957"/>
                  </a:lnTo>
                  <a:lnTo>
                    <a:pt x="5518842" y="5051856"/>
                  </a:lnTo>
                  <a:lnTo>
                    <a:pt x="5499908" y="5051577"/>
                  </a:lnTo>
                  <a:lnTo>
                    <a:pt x="5465802" y="5051028"/>
                  </a:lnTo>
                  <a:lnTo>
                    <a:pt x="5414457" y="5050121"/>
                  </a:lnTo>
                  <a:lnTo>
                    <a:pt x="5345593" y="5048780"/>
                  </a:lnTo>
                  <a:lnTo>
                    <a:pt x="5260666" y="5046950"/>
                  </a:lnTo>
                  <a:lnTo>
                    <a:pt x="5162545" y="5044598"/>
                  </a:lnTo>
                  <a:lnTo>
                    <a:pt x="5054993" y="5041710"/>
                  </a:lnTo>
                  <a:lnTo>
                    <a:pt x="4942071" y="5038291"/>
                  </a:lnTo>
                  <a:lnTo>
                    <a:pt x="4827610" y="5034349"/>
                  </a:lnTo>
                  <a:lnTo>
                    <a:pt x="4714840" y="5029896"/>
                  </a:lnTo>
                  <a:lnTo>
                    <a:pt x="4606213" y="5024934"/>
                  </a:lnTo>
                  <a:lnTo>
                    <a:pt x="4503372" y="5019452"/>
                  </a:lnTo>
                  <a:lnTo>
                    <a:pt x="4407240" y="5013427"/>
                  </a:lnTo>
                  <a:lnTo>
                    <a:pt x="4318153" y="5006815"/>
                  </a:lnTo>
                  <a:lnTo>
                    <a:pt x="4236006" y="4999560"/>
                  </a:lnTo>
                  <a:lnTo>
                    <a:pt x="4160387" y="4991587"/>
                  </a:lnTo>
                  <a:lnTo>
                    <a:pt x="4090687" y="4982809"/>
                  </a:lnTo>
                  <a:lnTo>
                    <a:pt x="4026185" y="4973128"/>
                  </a:lnTo>
                  <a:lnTo>
                    <a:pt x="3966108" y="4962442"/>
                  </a:lnTo>
                  <a:lnTo>
                    <a:pt x="3909683" y="4950657"/>
                  </a:lnTo>
                  <a:lnTo>
                    <a:pt x="3856175" y="4937699"/>
                  </a:lnTo>
                  <a:lnTo>
                    <a:pt x="3820202" y="4927942"/>
                  </a:lnTo>
                  <a:lnTo>
                    <a:pt x="3761210" y="4910078"/>
                  </a:lnTo>
                  <a:lnTo>
                    <a:pt x="3704008" y="4890496"/>
                  </a:lnTo>
                  <a:lnTo>
                    <a:pt x="3647958" y="4869167"/>
                  </a:lnTo>
                  <a:lnTo>
                    <a:pt x="3592582" y="4846116"/>
                  </a:lnTo>
                  <a:lnTo>
                    <a:pt x="3537538" y="4821422"/>
                  </a:lnTo>
                  <a:lnTo>
                    <a:pt x="3482594" y="4795229"/>
                  </a:lnTo>
                  <a:lnTo>
                    <a:pt x="3427609" y="4767741"/>
                  </a:lnTo>
                  <a:lnTo>
                    <a:pt x="3372524" y="4739220"/>
                  </a:lnTo>
                  <a:lnTo>
                    <a:pt x="3317337" y="4709979"/>
                  </a:lnTo>
                  <a:lnTo>
                    <a:pt x="3262087" y="4680366"/>
                  </a:lnTo>
                  <a:lnTo>
                    <a:pt x="3206836" y="4650746"/>
                  </a:lnTo>
                  <a:lnTo>
                    <a:pt x="3151645" y="4621488"/>
                  </a:lnTo>
                  <a:lnTo>
                    <a:pt x="3096557" y="4592939"/>
                  </a:lnTo>
                  <a:lnTo>
                    <a:pt x="3041570" y="4565413"/>
                  </a:lnTo>
                  <a:lnTo>
                    <a:pt x="2986625" y="4539174"/>
                  </a:lnTo>
                  <a:lnTo>
                    <a:pt x="2931588" y="4514430"/>
                  </a:lnTo>
                  <a:lnTo>
                    <a:pt x="2876228" y="4491323"/>
                  </a:lnTo>
                  <a:lnTo>
                    <a:pt x="2820206" y="4469938"/>
                  </a:lnTo>
                  <a:lnTo>
                    <a:pt x="2763050" y="4450300"/>
                  </a:lnTo>
                  <a:lnTo>
                    <a:pt x="2704129" y="4432381"/>
                  </a:lnTo>
                  <a:lnTo>
                    <a:pt x="2702183" y="4431829"/>
                  </a:lnTo>
                  <a:lnTo>
                    <a:pt x="2650317" y="4418033"/>
                  </a:lnTo>
                  <a:lnTo>
                    <a:pt x="2596002" y="4405435"/>
                  </a:lnTo>
                  <a:lnTo>
                    <a:pt x="2538554" y="4393990"/>
                  </a:lnTo>
                  <a:lnTo>
                    <a:pt x="2477223" y="4383619"/>
                  </a:lnTo>
                  <a:lnTo>
                    <a:pt x="2411231" y="4374221"/>
                  </a:lnTo>
                  <a:lnTo>
                    <a:pt x="2339816" y="4365696"/>
                  </a:lnTo>
                  <a:lnTo>
                    <a:pt x="2262282" y="4357948"/>
                  </a:lnTo>
                  <a:lnTo>
                    <a:pt x="2178071" y="4350895"/>
                  </a:lnTo>
                  <a:lnTo>
                    <a:pt x="2086851" y="4344466"/>
                  </a:lnTo>
                  <a:lnTo>
                    <a:pt x="1988634" y="4338608"/>
                  </a:lnTo>
                  <a:lnTo>
                    <a:pt x="1883917" y="4333285"/>
                  </a:lnTo>
                  <a:lnTo>
                    <a:pt x="1773829" y="4328477"/>
                  </a:lnTo>
                  <a:lnTo>
                    <a:pt x="1660253" y="4324178"/>
                  </a:lnTo>
                  <a:lnTo>
                    <a:pt x="1545883" y="4320393"/>
                  </a:lnTo>
                  <a:lnTo>
                    <a:pt x="1434160" y="4317133"/>
                  </a:lnTo>
                  <a:lnTo>
                    <a:pt x="1329031" y="4314407"/>
                  </a:lnTo>
                  <a:lnTo>
                    <a:pt x="1234528" y="4312215"/>
                  </a:lnTo>
                  <a:lnTo>
                    <a:pt x="1154205" y="4310537"/>
                  </a:lnTo>
                  <a:lnTo>
                    <a:pt x="1090553" y="4309334"/>
                  </a:lnTo>
                  <a:lnTo>
                    <a:pt x="1044527" y="4308544"/>
                  </a:lnTo>
                  <a:lnTo>
                    <a:pt x="1015300" y="4308086"/>
                  </a:lnTo>
                  <a:lnTo>
                    <a:pt x="1000287" y="4307871"/>
                  </a:lnTo>
                  <a:lnTo>
                    <a:pt x="995331" y="4307806"/>
                  </a:lnTo>
                  <a:lnTo>
                    <a:pt x="994940" y="4307801"/>
                  </a:lnTo>
                  <a:lnTo>
                    <a:pt x="0" y="4307801"/>
                  </a:lnTo>
                  <a:lnTo>
                    <a:pt x="0" y="43078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4" name="pg1553"/>
            <p:cNvSpPr/>
            <p:nvPr/>
          </p:nvSpPr>
          <p:spPr>
            <a:xfrm>
              <a:off x="1199187" y="5591592"/>
              <a:ext cx="12049831" cy="775613"/>
            </a:xfrm>
            <a:custGeom>
              <a:avLst/>
              <a:pathLst>
                <a:path w="12049831" h="775613">
                  <a:moveTo>
                    <a:pt x="0" y="5240"/>
                  </a:moveTo>
                  <a:lnTo>
                    <a:pt x="994940" y="5240"/>
                  </a:lnTo>
                  <a:lnTo>
                    <a:pt x="996071" y="5255"/>
                  </a:lnTo>
                  <a:lnTo>
                    <a:pt x="1003541" y="5359"/>
                  </a:lnTo>
                  <a:lnTo>
                    <a:pt x="1022470" y="5647"/>
                  </a:lnTo>
                  <a:lnTo>
                    <a:pt x="1056567" y="6216"/>
                  </a:lnTo>
                  <a:lnTo>
                    <a:pt x="1107900" y="7155"/>
                  </a:lnTo>
                  <a:lnTo>
                    <a:pt x="1176749" y="8542"/>
                  </a:lnTo>
                  <a:lnTo>
                    <a:pt x="1261659" y="10436"/>
                  </a:lnTo>
                  <a:lnTo>
                    <a:pt x="1359762" y="12871"/>
                  </a:lnTo>
                  <a:lnTo>
                    <a:pt x="1467298" y="15859"/>
                  </a:lnTo>
                  <a:lnTo>
                    <a:pt x="1580206" y="19398"/>
                  </a:lnTo>
                  <a:lnTo>
                    <a:pt x="1694657" y="23478"/>
                  </a:lnTo>
                  <a:lnTo>
                    <a:pt x="1807419" y="28087"/>
                  </a:lnTo>
                  <a:lnTo>
                    <a:pt x="1916043" y="33223"/>
                  </a:lnTo>
                  <a:lnTo>
                    <a:pt x="2018882" y="38896"/>
                  </a:lnTo>
                  <a:lnTo>
                    <a:pt x="2115014" y="45132"/>
                  </a:lnTo>
                  <a:lnTo>
                    <a:pt x="2204103" y="51975"/>
                  </a:lnTo>
                  <a:lnTo>
                    <a:pt x="2286253" y="59483"/>
                  </a:lnTo>
                  <a:lnTo>
                    <a:pt x="2361875" y="67735"/>
                  </a:lnTo>
                  <a:lnTo>
                    <a:pt x="2431578" y="76820"/>
                  </a:lnTo>
                  <a:lnTo>
                    <a:pt x="2496083" y="86839"/>
                  </a:lnTo>
                  <a:lnTo>
                    <a:pt x="2556163" y="97898"/>
                  </a:lnTo>
                  <a:lnTo>
                    <a:pt x="2612589" y="110095"/>
                  </a:lnTo>
                  <a:lnTo>
                    <a:pt x="2666097" y="123506"/>
                  </a:lnTo>
                  <a:lnTo>
                    <a:pt x="2702183" y="133636"/>
                  </a:lnTo>
                  <a:lnTo>
                    <a:pt x="2761005" y="152072"/>
                  </a:lnTo>
                  <a:lnTo>
                    <a:pt x="2818046" y="172277"/>
                  </a:lnTo>
                  <a:lnTo>
                    <a:pt x="2873939" y="194279"/>
                  </a:lnTo>
                  <a:lnTo>
                    <a:pt x="2929157" y="218054"/>
                  </a:lnTo>
                  <a:lnTo>
                    <a:pt x="2984043" y="243521"/>
                  </a:lnTo>
                  <a:lnTo>
                    <a:pt x="3038827" y="270534"/>
                  </a:lnTo>
                  <a:lnTo>
                    <a:pt x="3093649" y="298884"/>
                  </a:lnTo>
                  <a:lnTo>
                    <a:pt x="3148570" y="328302"/>
                  </a:lnTo>
                  <a:lnTo>
                    <a:pt x="3203594" y="358470"/>
                  </a:lnTo>
                  <a:lnTo>
                    <a:pt x="3258681" y="389031"/>
                  </a:lnTo>
                  <a:lnTo>
                    <a:pt x="3313772" y="419609"/>
                  </a:lnTo>
                  <a:lnTo>
                    <a:pt x="3368803" y="449828"/>
                  </a:lnTo>
                  <a:lnTo>
                    <a:pt x="3423735" y="479328"/>
                  </a:lnTo>
                  <a:lnTo>
                    <a:pt x="3478564" y="507787"/>
                  </a:lnTo>
                  <a:lnTo>
                    <a:pt x="3533348" y="534932"/>
                  </a:lnTo>
                  <a:lnTo>
                    <a:pt x="3588216" y="560547"/>
                  </a:lnTo>
                  <a:lnTo>
                    <a:pt x="3643391" y="584481"/>
                  </a:lnTo>
                  <a:lnTo>
                    <a:pt x="3699205" y="606646"/>
                  </a:lnTo>
                  <a:lnTo>
                    <a:pt x="3756118" y="627014"/>
                  </a:lnTo>
                  <a:lnTo>
                    <a:pt x="3814746" y="645609"/>
                  </a:lnTo>
                  <a:lnTo>
                    <a:pt x="3820202" y="647218"/>
                  </a:lnTo>
                  <a:lnTo>
                    <a:pt x="3872063" y="661498"/>
                  </a:lnTo>
                  <a:lnTo>
                    <a:pt x="3926372" y="674539"/>
                  </a:lnTo>
                  <a:lnTo>
                    <a:pt x="3983814" y="686386"/>
                  </a:lnTo>
                  <a:lnTo>
                    <a:pt x="4045138" y="697122"/>
                  </a:lnTo>
                  <a:lnTo>
                    <a:pt x="4111122" y="706850"/>
                  </a:lnTo>
                  <a:lnTo>
                    <a:pt x="4182527" y="715675"/>
                  </a:lnTo>
                  <a:lnTo>
                    <a:pt x="4260050" y="723695"/>
                  </a:lnTo>
                  <a:lnTo>
                    <a:pt x="4344248" y="730997"/>
                  </a:lnTo>
                  <a:lnTo>
                    <a:pt x="4435454" y="737652"/>
                  </a:lnTo>
                  <a:lnTo>
                    <a:pt x="4533656" y="743716"/>
                  </a:lnTo>
                  <a:lnTo>
                    <a:pt x="4638356" y="749226"/>
                  </a:lnTo>
                  <a:lnTo>
                    <a:pt x="4748429" y="754204"/>
                  </a:lnTo>
                  <a:lnTo>
                    <a:pt x="4861992" y="758655"/>
                  </a:lnTo>
                  <a:lnTo>
                    <a:pt x="4976352" y="762573"/>
                  </a:lnTo>
                  <a:lnTo>
                    <a:pt x="5088071" y="765948"/>
                  </a:lnTo>
                  <a:lnTo>
                    <a:pt x="5193203" y="768770"/>
                  </a:lnTo>
                  <a:lnTo>
                    <a:pt x="5287717" y="771040"/>
                  </a:lnTo>
                  <a:lnTo>
                    <a:pt x="5368058" y="772778"/>
                  </a:lnTo>
                  <a:lnTo>
                    <a:pt x="5431734" y="774024"/>
                  </a:lnTo>
                  <a:lnTo>
                    <a:pt x="5477788" y="774843"/>
                  </a:lnTo>
                  <a:lnTo>
                    <a:pt x="5507042" y="775317"/>
                  </a:lnTo>
                  <a:lnTo>
                    <a:pt x="5522079" y="775541"/>
                  </a:lnTo>
                  <a:lnTo>
                    <a:pt x="5527051" y="775608"/>
                  </a:lnTo>
                  <a:lnTo>
                    <a:pt x="5527445" y="775613"/>
                  </a:lnTo>
                  <a:lnTo>
                    <a:pt x="6522385" y="775613"/>
                  </a:lnTo>
                  <a:lnTo>
                    <a:pt x="6523521" y="775607"/>
                  </a:lnTo>
                  <a:lnTo>
                    <a:pt x="6531015" y="775564"/>
                  </a:lnTo>
                  <a:lnTo>
                    <a:pt x="6550007" y="775444"/>
                  </a:lnTo>
                  <a:lnTo>
                    <a:pt x="6584211" y="775207"/>
                  </a:lnTo>
                  <a:lnTo>
                    <a:pt x="6635697" y="774816"/>
                  </a:lnTo>
                  <a:lnTo>
                    <a:pt x="6704736" y="774238"/>
                  </a:lnTo>
                  <a:lnTo>
                    <a:pt x="6789857" y="773450"/>
                  </a:lnTo>
                  <a:lnTo>
                    <a:pt x="6888175" y="772436"/>
                  </a:lnTo>
                  <a:lnTo>
                    <a:pt x="6995909" y="771192"/>
                  </a:lnTo>
                  <a:lnTo>
                    <a:pt x="7108986" y="769720"/>
                  </a:lnTo>
                  <a:lnTo>
                    <a:pt x="7223567" y="768022"/>
                  </a:lnTo>
                  <a:lnTo>
                    <a:pt x="7336420" y="766104"/>
                  </a:lnTo>
                  <a:lnTo>
                    <a:pt x="7445096" y="763967"/>
                  </a:lnTo>
                  <a:lnTo>
                    <a:pt x="7547955" y="761607"/>
                  </a:lnTo>
                  <a:lnTo>
                    <a:pt x="7644081" y="759012"/>
                  </a:lnTo>
                  <a:lnTo>
                    <a:pt x="7733146" y="756165"/>
                  </a:lnTo>
                  <a:lnTo>
                    <a:pt x="7815261" y="753039"/>
                  </a:lnTo>
                  <a:lnTo>
                    <a:pt x="7890844" y="749605"/>
                  </a:lnTo>
                  <a:lnTo>
                    <a:pt x="7960508" y="745822"/>
                  </a:lnTo>
                  <a:lnTo>
                    <a:pt x="8024979" y="741650"/>
                  </a:lnTo>
                  <a:lnTo>
                    <a:pt x="8085032" y="737045"/>
                  </a:lnTo>
                  <a:lnTo>
                    <a:pt x="8141442" y="731966"/>
                  </a:lnTo>
                  <a:lnTo>
                    <a:pt x="8194945" y="726381"/>
                  </a:lnTo>
                  <a:lnTo>
                    <a:pt x="8229629" y="722334"/>
                  </a:lnTo>
                  <a:lnTo>
                    <a:pt x="8290745" y="714364"/>
                  </a:lnTo>
                  <a:lnTo>
                    <a:pt x="8349966" y="705601"/>
                  </a:lnTo>
                  <a:lnTo>
                    <a:pt x="8407990" y="696032"/>
                  </a:lnTo>
                  <a:lnTo>
                    <a:pt x="8465336" y="685670"/>
                  </a:lnTo>
                  <a:lnTo>
                    <a:pt x="8522368" y="674558"/>
                  </a:lnTo>
                  <a:lnTo>
                    <a:pt x="8579328" y="662769"/>
                  </a:lnTo>
                  <a:lnTo>
                    <a:pt x="8636350" y="650407"/>
                  </a:lnTo>
                  <a:lnTo>
                    <a:pt x="8693487" y="637604"/>
                  </a:lnTo>
                  <a:lnTo>
                    <a:pt x="8750724" y="624513"/>
                  </a:lnTo>
                  <a:lnTo>
                    <a:pt x="8808007" y="611306"/>
                  </a:lnTo>
                  <a:lnTo>
                    <a:pt x="8865267" y="598159"/>
                  </a:lnTo>
                  <a:lnTo>
                    <a:pt x="8922439" y="585245"/>
                  </a:lnTo>
                  <a:lnTo>
                    <a:pt x="8979497" y="572725"/>
                  </a:lnTo>
                  <a:lnTo>
                    <a:pt x="9036466" y="560737"/>
                  </a:lnTo>
                  <a:lnTo>
                    <a:pt x="9093454" y="549397"/>
                  </a:lnTo>
                  <a:lnTo>
                    <a:pt x="9150665" y="538786"/>
                  </a:lnTo>
                  <a:lnTo>
                    <a:pt x="9208421" y="528957"/>
                  </a:lnTo>
                  <a:lnTo>
                    <a:pt x="9267187" y="519933"/>
                  </a:lnTo>
                  <a:lnTo>
                    <a:pt x="9327600" y="511710"/>
                  </a:lnTo>
                  <a:lnTo>
                    <a:pt x="9347647" y="509214"/>
                  </a:lnTo>
                  <a:lnTo>
                    <a:pt x="9399570" y="503282"/>
                  </a:lnTo>
                  <a:lnTo>
                    <a:pt x="9453948" y="497865"/>
                  </a:lnTo>
                  <a:lnTo>
                    <a:pt x="9511467" y="492945"/>
                  </a:lnTo>
                  <a:lnTo>
                    <a:pt x="9572880" y="488486"/>
                  </a:lnTo>
                  <a:lnTo>
                    <a:pt x="9638968" y="484447"/>
                  </a:lnTo>
                  <a:lnTo>
                    <a:pt x="9710494" y="480783"/>
                  </a:lnTo>
                  <a:lnTo>
                    <a:pt x="9788156" y="477453"/>
                  </a:lnTo>
                  <a:lnTo>
                    <a:pt x="9872513" y="474422"/>
                  </a:lnTo>
                  <a:lnTo>
                    <a:pt x="9963896" y="471660"/>
                  </a:lnTo>
                  <a:lnTo>
                    <a:pt x="10062288" y="469143"/>
                  </a:lnTo>
                  <a:lnTo>
                    <a:pt x="10167185" y="466857"/>
                  </a:lnTo>
                  <a:lnTo>
                    <a:pt x="10277447" y="464792"/>
                  </a:lnTo>
                  <a:lnTo>
                    <a:pt x="10391175" y="462946"/>
                  </a:lnTo>
                  <a:lnTo>
                    <a:pt x="10505655" y="461321"/>
                  </a:lnTo>
                  <a:lnTo>
                    <a:pt x="10617426" y="459923"/>
                  </a:lnTo>
                  <a:lnTo>
                    <a:pt x="10722523" y="458755"/>
                  </a:lnTo>
                  <a:lnTo>
                    <a:pt x="10816905" y="457816"/>
                  </a:lnTo>
                  <a:lnTo>
                    <a:pt x="10897019" y="457098"/>
                  </a:lnTo>
                  <a:lnTo>
                    <a:pt x="10960392" y="456585"/>
                  </a:lnTo>
                  <a:lnTo>
                    <a:pt x="11006102" y="456248"/>
                  </a:lnTo>
                  <a:lnTo>
                    <a:pt x="11035013" y="456054"/>
                  </a:lnTo>
                  <a:lnTo>
                    <a:pt x="11049758" y="455964"/>
                  </a:lnTo>
                  <a:lnTo>
                    <a:pt x="11054540" y="455937"/>
                  </a:lnTo>
                  <a:lnTo>
                    <a:pt x="11054891" y="455935"/>
                  </a:lnTo>
                  <a:lnTo>
                    <a:pt x="12049831" y="455935"/>
                  </a:lnTo>
                  <a:lnTo>
                    <a:pt x="12049831" y="450694"/>
                  </a:lnTo>
                  <a:lnTo>
                    <a:pt x="11054891" y="450694"/>
                  </a:lnTo>
                  <a:lnTo>
                    <a:pt x="11053755" y="450700"/>
                  </a:lnTo>
                  <a:lnTo>
                    <a:pt x="11046261" y="450744"/>
                  </a:lnTo>
                  <a:lnTo>
                    <a:pt x="11027269" y="450864"/>
                  </a:lnTo>
                  <a:lnTo>
                    <a:pt x="10993065" y="451100"/>
                  </a:lnTo>
                  <a:lnTo>
                    <a:pt x="10941579" y="451491"/>
                  </a:lnTo>
                  <a:lnTo>
                    <a:pt x="10872541" y="452069"/>
                  </a:lnTo>
                  <a:lnTo>
                    <a:pt x="10787419" y="452858"/>
                  </a:lnTo>
                  <a:lnTo>
                    <a:pt x="10689102" y="453871"/>
                  </a:lnTo>
                  <a:lnTo>
                    <a:pt x="10581368" y="455115"/>
                  </a:lnTo>
                  <a:lnTo>
                    <a:pt x="10468291" y="456588"/>
                  </a:lnTo>
                  <a:lnTo>
                    <a:pt x="10353709" y="458285"/>
                  </a:lnTo>
                  <a:lnTo>
                    <a:pt x="10240856" y="460203"/>
                  </a:lnTo>
                  <a:lnTo>
                    <a:pt x="10132181" y="462340"/>
                  </a:lnTo>
                  <a:lnTo>
                    <a:pt x="10029322" y="464700"/>
                  </a:lnTo>
                  <a:lnTo>
                    <a:pt x="9933196" y="467295"/>
                  </a:lnTo>
                  <a:lnTo>
                    <a:pt x="9844131" y="470143"/>
                  </a:lnTo>
                  <a:lnTo>
                    <a:pt x="9762016" y="473268"/>
                  </a:lnTo>
                  <a:lnTo>
                    <a:pt x="9686433" y="476703"/>
                  </a:lnTo>
                  <a:lnTo>
                    <a:pt x="9616769" y="480485"/>
                  </a:lnTo>
                  <a:lnTo>
                    <a:pt x="9552297" y="484657"/>
                  </a:lnTo>
                  <a:lnTo>
                    <a:pt x="9492244" y="489262"/>
                  </a:lnTo>
                  <a:lnTo>
                    <a:pt x="9435834" y="494342"/>
                  </a:lnTo>
                  <a:lnTo>
                    <a:pt x="9382331" y="499927"/>
                  </a:lnTo>
                  <a:lnTo>
                    <a:pt x="9347647" y="503974"/>
                  </a:lnTo>
                  <a:lnTo>
                    <a:pt x="9286531" y="511943"/>
                  </a:lnTo>
                  <a:lnTo>
                    <a:pt x="9227311" y="520706"/>
                  </a:lnTo>
                  <a:lnTo>
                    <a:pt x="9169286" y="530276"/>
                  </a:lnTo>
                  <a:lnTo>
                    <a:pt x="9111940" y="540638"/>
                  </a:lnTo>
                  <a:lnTo>
                    <a:pt x="9054908" y="551750"/>
                  </a:lnTo>
                  <a:lnTo>
                    <a:pt x="8997949" y="563538"/>
                  </a:lnTo>
                  <a:lnTo>
                    <a:pt x="8940926" y="575900"/>
                  </a:lnTo>
                  <a:lnTo>
                    <a:pt x="8883790" y="588704"/>
                  </a:lnTo>
                  <a:lnTo>
                    <a:pt x="8826553" y="601794"/>
                  </a:lnTo>
                  <a:lnTo>
                    <a:pt x="8769269" y="615001"/>
                  </a:lnTo>
                  <a:lnTo>
                    <a:pt x="8712010" y="628148"/>
                  </a:lnTo>
                  <a:lnTo>
                    <a:pt x="8654837" y="641062"/>
                  </a:lnTo>
                  <a:lnTo>
                    <a:pt x="8597780" y="653583"/>
                  </a:lnTo>
                  <a:lnTo>
                    <a:pt x="8540810" y="665570"/>
                  </a:lnTo>
                  <a:lnTo>
                    <a:pt x="8483823" y="676911"/>
                  </a:lnTo>
                  <a:lnTo>
                    <a:pt x="8426612" y="687521"/>
                  </a:lnTo>
                  <a:lnTo>
                    <a:pt x="8368856" y="697350"/>
                  </a:lnTo>
                  <a:lnTo>
                    <a:pt x="8310089" y="706374"/>
                  </a:lnTo>
                  <a:lnTo>
                    <a:pt x="8249677" y="714598"/>
                  </a:lnTo>
                  <a:lnTo>
                    <a:pt x="8229629" y="717093"/>
                  </a:lnTo>
                  <a:lnTo>
                    <a:pt x="8177706" y="723025"/>
                  </a:lnTo>
                  <a:lnTo>
                    <a:pt x="8123328" y="728442"/>
                  </a:lnTo>
                  <a:lnTo>
                    <a:pt x="8065809" y="733363"/>
                  </a:lnTo>
                  <a:lnTo>
                    <a:pt x="8004396" y="737821"/>
                  </a:lnTo>
                  <a:lnTo>
                    <a:pt x="7938309" y="741861"/>
                  </a:lnTo>
                  <a:lnTo>
                    <a:pt x="7866782" y="745525"/>
                  </a:lnTo>
                  <a:lnTo>
                    <a:pt x="7789121" y="748854"/>
                  </a:lnTo>
                  <a:lnTo>
                    <a:pt x="7704764" y="751885"/>
                  </a:lnTo>
                  <a:lnTo>
                    <a:pt x="7613381" y="754648"/>
                  </a:lnTo>
                  <a:lnTo>
                    <a:pt x="7514989" y="757164"/>
                  </a:lnTo>
                  <a:lnTo>
                    <a:pt x="7410092" y="759451"/>
                  </a:lnTo>
                  <a:lnTo>
                    <a:pt x="7299830" y="761516"/>
                  </a:lnTo>
                  <a:lnTo>
                    <a:pt x="7186101" y="763362"/>
                  </a:lnTo>
                  <a:lnTo>
                    <a:pt x="7071622" y="764986"/>
                  </a:lnTo>
                  <a:lnTo>
                    <a:pt x="6959851" y="766384"/>
                  </a:lnTo>
                  <a:lnTo>
                    <a:pt x="6854753" y="767553"/>
                  </a:lnTo>
                  <a:lnTo>
                    <a:pt x="6760371" y="768492"/>
                  </a:lnTo>
                  <a:lnTo>
                    <a:pt x="6680257" y="769209"/>
                  </a:lnTo>
                  <a:lnTo>
                    <a:pt x="6616884" y="769723"/>
                  </a:lnTo>
                  <a:lnTo>
                    <a:pt x="6571175" y="770059"/>
                  </a:lnTo>
                  <a:lnTo>
                    <a:pt x="6542264" y="770253"/>
                  </a:lnTo>
                  <a:lnTo>
                    <a:pt x="6527519" y="770344"/>
                  </a:lnTo>
                  <a:lnTo>
                    <a:pt x="6522737" y="770371"/>
                  </a:lnTo>
                  <a:lnTo>
                    <a:pt x="6522385" y="770373"/>
                  </a:lnTo>
                  <a:lnTo>
                    <a:pt x="5527445" y="770373"/>
                  </a:lnTo>
                  <a:lnTo>
                    <a:pt x="5526314" y="770358"/>
                  </a:lnTo>
                  <a:lnTo>
                    <a:pt x="5518844" y="770254"/>
                  </a:lnTo>
                  <a:lnTo>
                    <a:pt x="5499915" y="769965"/>
                  </a:lnTo>
                  <a:lnTo>
                    <a:pt x="5465818" y="769397"/>
                  </a:lnTo>
                  <a:lnTo>
                    <a:pt x="5414485" y="768458"/>
                  </a:lnTo>
                  <a:lnTo>
                    <a:pt x="5345636" y="767070"/>
                  </a:lnTo>
                  <a:lnTo>
                    <a:pt x="5260726" y="765177"/>
                  </a:lnTo>
                  <a:lnTo>
                    <a:pt x="5162623" y="762742"/>
                  </a:lnTo>
                  <a:lnTo>
                    <a:pt x="5055087" y="759754"/>
                  </a:lnTo>
                  <a:lnTo>
                    <a:pt x="4942179" y="756214"/>
                  </a:lnTo>
                  <a:lnTo>
                    <a:pt x="4827728" y="752135"/>
                  </a:lnTo>
                  <a:lnTo>
                    <a:pt x="4714966" y="747526"/>
                  </a:lnTo>
                  <a:lnTo>
                    <a:pt x="4606342" y="742390"/>
                  </a:lnTo>
                  <a:lnTo>
                    <a:pt x="4503503" y="736717"/>
                  </a:lnTo>
                  <a:lnTo>
                    <a:pt x="4407371" y="730481"/>
                  </a:lnTo>
                  <a:lnTo>
                    <a:pt x="4318282" y="723638"/>
                  </a:lnTo>
                  <a:lnTo>
                    <a:pt x="4236132" y="716129"/>
                  </a:lnTo>
                  <a:lnTo>
                    <a:pt x="4160510" y="707878"/>
                  </a:lnTo>
                  <a:lnTo>
                    <a:pt x="4090807" y="698793"/>
                  </a:lnTo>
                  <a:lnTo>
                    <a:pt x="4026302" y="688774"/>
                  </a:lnTo>
                  <a:lnTo>
                    <a:pt x="3966222" y="677715"/>
                  </a:lnTo>
                  <a:lnTo>
                    <a:pt x="3909796" y="665518"/>
                  </a:lnTo>
                  <a:lnTo>
                    <a:pt x="3856288" y="652107"/>
                  </a:lnTo>
                  <a:lnTo>
                    <a:pt x="3820202" y="641977"/>
                  </a:lnTo>
                  <a:lnTo>
                    <a:pt x="3761380" y="623540"/>
                  </a:lnTo>
                  <a:lnTo>
                    <a:pt x="3704339" y="603336"/>
                  </a:lnTo>
                  <a:lnTo>
                    <a:pt x="3648446" y="581334"/>
                  </a:lnTo>
                  <a:lnTo>
                    <a:pt x="3593228" y="557559"/>
                  </a:lnTo>
                  <a:lnTo>
                    <a:pt x="3538342" y="532092"/>
                  </a:lnTo>
                  <a:lnTo>
                    <a:pt x="3483558" y="505079"/>
                  </a:lnTo>
                  <a:lnTo>
                    <a:pt x="3428736" y="476729"/>
                  </a:lnTo>
                  <a:lnTo>
                    <a:pt x="3373815" y="447311"/>
                  </a:lnTo>
                  <a:lnTo>
                    <a:pt x="3318791" y="417143"/>
                  </a:lnTo>
                  <a:lnTo>
                    <a:pt x="3263704" y="386582"/>
                  </a:lnTo>
                  <a:lnTo>
                    <a:pt x="3208613" y="356004"/>
                  </a:lnTo>
                  <a:lnTo>
                    <a:pt x="3153582" y="325785"/>
                  </a:lnTo>
                  <a:lnTo>
                    <a:pt x="3098650" y="296285"/>
                  </a:lnTo>
                  <a:lnTo>
                    <a:pt x="3043821" y="267826"/>
                  </a:lnTo>
                  <a:lnTo>
                    <a:pt x="2989037" y="240681"/>
                  </a:lnTo>
                  <a:lnTo>
                    <a:pt x="2934169" y="215066"/>
                  </a:lnTo>
                  <a:lnTo>
                    <a:pt x="2878994" y="191132"/>
                  </a:lnTo>
                  <a:lnTo>
                    <a:pt x="2823180" y="168967"/>
                  </a:lnTo>
                  <a:lnTo>
                    <a:pt x="2766267" y="148599"/>
                  </a:lnTo>
                  <a:lnTo>
                    <a:pt x="2707639" y="130004"/>
                  </a:lnTo>
                  <a:lnTo>
                    <a:pt x="2702183" y="128395"/>
                  </a:lnTo>
                  <a:lnTo>
                    <a:pt x="2650322" y="114115"/>
                  </a:lnTo>
                  <a:lnTo>
                    <a:pt x="2596013" y="101074"/>
                  </a:lnTo>
                  <a:lnTo>
                    <a:pt x="2538571" y="89227"/>
                  </a:lnTo>
                  <a:lnTo>
                    <a:pt x="2477247" y="78491"/>
                  </a:lnTo>
                  <a:lnTo>
                    <a:pt x="2411263" y="68763"/>
                  </a:lnTo>
                  <a:lnTo>
                    <a:pt x="2339858" y="59938"/>
                  </a:lnTo>
                  <a:lnTo>
                    <a:pt x="2262335" y="51918"/>
                  </a:lnTo>
                  <a:lnTo>
                    <a:pt x="2178137" y="44616"/>
                  </a:lnTo>
                  <a:lnTo>
                    <a:pt x="2086931" y="37961"/>
                  </a:lnTo>
                  <a:lnTo>
                    <a:pt x="1988729" y="31897"/>
                  </a:lnTo>
                  <a:lnTo>
                    <a:pt x="1884029" y="26387"/>
                  </a:lnTo>
                  <a:lnTo>
                    <a:pt x="1773956" y="21409"/>
                  </a:lnTo>
                  <a:lnTo>
                    <a:pt x="1660393" y="16958"/>
                  </a:lnTo>
                  <a:lnTo>
                    <a:pt x="1546033" y="13040"/>
                  </a:lnTo>
                  <a:lnTo>
                    <a:pt x="1434314" y="9665"/>
                  </a:lnTo>
                  <a:lnTo>
                    <a:pt x="1329182" y="6843"/>
                  </a:lnTo>
                  <a:lnTo>
                    <a:pt x="1234668" y="4572"/>
                  </a:lnTo>
                  <a:lnTo>
                    <a:pt x="1154327" y="2835"/>
                  </a:lnTo>
                  <a:lnTo>
                    <a:pt x="1090651" y="1589"/>
                  </a:lnTo>
                  <a:lnTo>
                    <a:pt x="1044597" y="770"/>
                  </a:lnTo>
                  <a:lnTo>
                    <a:pt x="1015343" y="295"/>
                  </a:lnTo>
                  <a:lnTo>
                    <a:pt x="1000306" y="72"/>
                  </a:lnTo>
                  <a:lnTo>
                    <a:pt x="995334" y="5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55" name="pl1554"/>
            <p:cNvSpPr/>
            <p:nvPr/>
          </p:nvSpPr>
          <p:spPr>
            <a:xfrm>
              <a:off x="1199187" y="5596832"/>
              <a:ext cx="12049831" cy="770373"/>
            </a:xfrm>
            <a:custGeom>
              <a:avLst/>
              <a:pathLst>
                <a:path w="12049831" h="770373">
                  <a:moveTo>
                    <a:pt x="0" y="0"/>
                  </a:moveTo>
                  <a:lnTo>
                    <a:pt x="994940" y="0"/>
                  </a:lnTo>
                  <a:lnTo>
                    <a:pt x="996071" y="14"/>
                  </a:lnTo>
                  <a:lnTo>
                    <a:pt x="1003541" y="119"/>
                  </a:lnTo>
                  <a:lnTo>
                    <a:pt x="1022470" y="407"/>
                  </a:lnTo>
                  <a:lnTo>
                    <a:pt x="1056567" y="975"/>
                  </a:lnTo>
                  <a:lnTo>
                    <a:pt x="1107900" y="1914"/>
                  </a:lnTo>
                  <a:lnTo>
                    <a:pt x="1176749" y="3302"/>
                  </a:lnTo>
                  <a:lnTo>
                    <a:pt x="1261659" y="5196"/>
                  </a:lnTo>
                  <a:lnTo>
                    <a:pt x="1359762" y="7630"/>
                  </a:lnTo>
                  <a:lnTo>
                    <a:pt x="1467298" y="10619"/>
                  </a:lnTo>
                  <a:lnTo>
                    <a:pt x="1580206" y="14158"/>
                  </a:lnTo>
                  <a:lnTo>
                    <a:pt x="1694657" y="18237"/>
                  </a:lnTo>
                  <a:lnTo>
                    <a:pt x="1807419" y="22846"/>
                  </a:lnTo>
                  <a:lnTo>
                    <a:pt x="1916043" y="27982"/>
                  </a:lnTo>
                  <a:lnTo>
                    <a:pt x="2018882" y="33655"/>
                  </a:lnTo>
                  <a:lnTo>
                    <a:pt x="2115014" y="39892"/>
                  </a:lnTo>
                  <a:lnTo>
                    <a:pt x="2204103" y="46734"/>
                  </a:lnTo>
                  <a:lnTo>
                    <a:pt x="2286253" y="54243"/>
                  </a:lnTo>
                  <a:lnTo>
                    <a:pt x="2361875" y="62494"/>
                  </a:lnTo>
                  <a:lnTo>
                    <a:pt x="2431578" y="71579"/>
                  </a:lnTo>
                  <a:lnTo>
                    <a:pt x="2496083" y="81599"/>
                  </a:lnTo>
                  <a:lnTo>
                    <a:pt x="2556163" y="92658"/>
                  </a:lnTo>
                  <a:lnTo>
                    <a:pt x="2612589" y="104855"/>
                  </a:lnTo>
                  <a:lnTo>
                    <a:pt x="2666097" y="118265"/>
                  </a:lnTo>
                  <a:lnTo>
                    <a:pt x="2702183" y="128395"/>
                  </a:lnTo>
                  <a:lnTo>
                    <a:pt x="2761005" y="146832"/>
                  </a:lnTo>
                  <a:lnTo>
                    <a:pt x="2818046" y="167036"/>
                  </a:lnTo>
                  <a:lnTo>
                    <a:pt x="2873939" y="189038"/>
                  </a:lnTo>
                  <a:lnTo>
                    <a:pt x="2929157" y="212813"/>
                  </a:lnTo>
                  <a:lnTo>
                    <a:pt x="2984043" y="238280"/>
                  </a:lnTo>
                  <a:lnTo>
                    <a:pt x="3038827" y="265293"/>
                  </a:lnTo>
                  <a:lnTo>
                    <a:pt x="3093649" y="293643"/>
                  </a:lnTo>
                  <a:lnTo>
                    <a:pt x="3148570" y="323061"/>
                  </a:lnTo>
                  <a:lnTo>
                    <a:pt x="3203594" y="353229"/>
                  </a:lnTo>
                  <a:lnTo>
                    <a:pt x="3258681" y="383790"/>
                  </a:lnTo>
                  <a:lnTo>
                    <a:pt x="3313772" y="414368"/>
                  </a:lnTo>
                  <a:lnTo>
                    <a:pt x="3368803" y="444587"/>
                  </a:lnTo>
                  <a:lnTo>
                    <a:pt x="3423735" y="474088"/>
                  </a:lnTo>
                  <a:lnTo>
                    <a:pt x="3478564" y="502547"/>
                  </a:lnTo>
                  <a:lnTo>
                    <a:pt x="3533348" y="529691"/>
                  </a:lnTo>
                  <a:lnTo>
                    <a:pt x="3588216" y="555306"/>
                  </a:lnTo>
                  <a:lnTo>
                    <a:pt x="3643391" y="579240"/>
                  </a:lnTo>
                  <a:lnTo>
                    <a:pt x="3699205" y="601405"/>
                  </a:lnTo>
                  <a:lnTo>
                    <a:pt x="3756118" y="621773"/>
                  </a:lnTo>
                  <a:lnTo>
                    <a:pt x="3814746" y="640368"/>
                  </a:lnTo>
                  <a:lnTo>
                    <a:pt x="3820202" y="641977"/>
                  </a:lnTo>
                  <a:lnTo>
                    <a:pt x="3872063" y="656257"/>
                  </a:lnTo>
                  <a:lnTo>
                    <a:pt x="3926372" y="669299"/>
                  </a:lnTo>
                  <a:lnTo>
                    <a:pt x="3983814" y="681145"/>
                  </a:lnTo>
                  <a:lnTo>
                    <a:pt x="4045138" y="691881"/>
                  </a:lnTo>
                  <a:lnTo>
                    <a:pt x="4111122" y="701610"/>
                  </a:lnTo>
                  <a:lnTo>
                    <a:pt x="4182527" y="710435"/>
                  </a:lnTo>
                  <a:lnTo>
                    <a:pt x="4260050" y="718454"/>
                  </a:lnTo>
                  <a:lnTo>
                    <a:pt x="4344248" y="725756"/>
                  </a:lnTo>
                  <a:lnTo>
                    <a:pt x="4435454" y="732411"/>
                  </a:lnTo>
                  <a:lnTo>
                    <a:pt x="4533656" y="738475"/>
                  </a:lnTo>
                  <a:lnTo>
                    <a:pt x="4638356" y="743985"/>
                  </a:lnTo>
                  <a:lnTo>
                    <a:pt x="4748429" y="748963"/>
                  </a:lnTo>
                  <a:lnTo>
                    <a:pt x="4861992" y="753414"/>
                  </a:lnTo>
                  <a:lnTo>
                    <a:pt x="4976352" y="757333"/>
                  </a:lnTo>
                  <a:lnTo>
                    <a:pt x="5088071" y="760708"/>
                  </a:lnTo>
                  <a:lnTo>
                    <a:pt x="5193203" y="763530"/>
                  </a:lnTo>
                  <a:lnTo>
                    <a:pt x="5287717" y="765800"/>
                  </a:lnTo>
                  <a:lnTo>
                    <a:pt x="5368058" y="767537"/>
                  </a:lnTo>
                  <a:lnTo>
                    <a:pt x="5431734" y="768783"/>
                  </a:lnTo>
                  <a:lnTo>
                    <a:pt x="5477788" y="769602"/>
                  </a:lnTo>
                  <a:lnTo>
                    <a:pt x="5507042" y="770077"/>
                  </a:lnTo>
                  <a:lnTo>
                    <a:pt x="5522079" y="770300"/>
                  </a:lnTo>
                  <a:lnTo>
                    <a:pt x="5527051" y="770368"/>
                  </a:lnTo>
                  <a:lnTo>
                    <a:pt x="5527445" y="770373"/>
                  </a:lnTo>
                  <a:lnTo>
                    <a:pt x="6522385" y="770373"/>
                  </a:lnTo>
                  <a:lnTo>
                    <a:pt x="6523521" y="770367"/>
                  </a:lnTo>
                  <a:lnTo>
                    <a:pt x="6531015" y="770323"/>
                  </a:lnTo>
                  <a:lnTo>
                    <a:pt x="6550007" y="770203"/>
                  </a:lnTo>
                  <a:lnTo>
                    <a:pt x="6584211" y="769966"/>
                  </a:lnTo>
                  <a:lnTo>
                    <a:pt x="6635697" y="769575"/>
                  </a:lnTo>
                  <a:lnTo>
                    <a:pt x="6704736" y="768998"/>
                  </a:lnTo>
                  <a:lnTo>
                    <a:pt x="6789857" y="768209"/>
                  </a:lnTo>
                  <a:lnTo>
                    <a:pt x="6888175" y="767196"/>
                  </a:lnTo>
                  <a:lnTo>
                    <a:pt x="6995909" y="765952"/>
                  </a:lnTo>
                  <a:lnTo>
                    <a:pt x="7108986" y="764479"/>
                  </a:lnTo>
                  <a:lnTo>
                    <a:pt x="7223567" y="762782"/>
                  </a:lnTo>
                  <a:lnTo>
                    <a:pt x="7336420" y="760864"/>
                  </a:lnTo>
                  <a:lnTo>
                    <a:pt x="7445096" y="758727"/>
                  </a:lnTo>
                  <a:lnTo>
                    <a:pt x="7547955" y="756366"/>
                  </a:lnTo>
                  <a:lnTo>
                    <a:pt x="7644081" y="753771"/>
                  </a:lnTo>
                  <a:lnTo>
                    <a:pt x="7733146" y="750924"/>
                  </a:lnTo>
                  <a:lnTo>
                    <a:pt x="7815261" y="747799"/>
                  </a:lnTo>
                  <a:lnTo>
                    <a:pt x="7890844" y="744364"/>
                  </a:lnTo>
                  <a:lnTo>
                    <a:pt x="7960508" y="740582"/>
                  </a:lnTo>
                  <a:lnTo>
                    <a:pt x="8024979" y="736410"/>
                  </a:lnTo>
                  <a:lnTo>
                    <a:pt x="8085032" y="731805"/>
                  </a:lnTo>
                  <a:lnTo>
                    <a:pt x="8141442" y="726725"/>
                  </a:lnTo>
                  <a:lnTo>
                    <a:pt x="8194945" y="721140"/>
                  </a:lnTo>
                  <a:lnTo>
                    <a:pt x="8229629" y="717093"/>
                  </a:lnTo>
                  <a:lnTo>
                    <a:pt x="8290745" y="709124"/>
                  </a:lnTo>
                  <a:lnTo>
                    <a:pt x="8349966" y="700360"/>
                  </a:lnTo>
                  <a:lnTo>
                    <a:pt x="8407990" y="690791"/>
                  </a:lnTo>
                  <a:lnTo>
                    <a:pt x="8465336" y="680429"/>
                  </a:lnTo>
                  <a:lnTo>
                    <a:pt x="8522368" y="669317"/>
                  </a:lnTo>
                  <a:lnTo>
                    <a:pt x="8579328" y="657528"/>
                  </a:lnTo>
                  <a:lnTo>
                    <a:pt x="8636350" y="645166"/>
                  </a:lnTo>
                  <a:lnTo>
                    <a:pt x="8693487" y="632363"/>
                  </a:lnTo>
                  <a:lnTo>
                    <a:pt x="8750724" y="619273"/>
                  </a:lnTo>
                  <a:lnTo>
                    <a:pt x="8808007" y="606066"/>
                  </a:lnTo>
                  <a:lnTo>
                    <a:pt x="8865267" y="592919"/>
                  </a:lnTo>
                  <a:lnTo>
                    <a:pt x="8922439" y="580005"/>
                  </a:lnTo>
                  <a:lnTo>
                    <a:pt x="8979497" y="567484"/>
                  </a:lnTo>
                  <a:lnTo>
                    <a:pt x="9036466" y="555497"/>
                  </a:lnTo>
                  <a:lnTo>
                    <a:pt x="9093454" y="544156"/>
                  </a:lnTo>
                  <a:lnTo>
                    <a:pt x="9150665" y="533545"/>
                  </a:lnTo>
                  <a:lnTo>
                    <a:pt x="9208421" y="523717"/>
                  </a:lnTo>
                  <a:lnTo>
                    <a:pt x="9267187" y="514693"/>
                  </a:lnTo>
                  <a:lnTo>
                    <a:pt x="9327600" y="506469"/>
                  </a:lnTo>
                  <a:lnTo>
                    <a:pt x="9347647" y="503974"/>
                  </a:lnTo>
                  <a:lnTo>
                    <a:pt x="9399570" y="498041"/>
                  </a:lnTo>
                  <a:lnTo>
                    <a:pt x="9453948" y="492624"/>
                  </a:lnTo>
                  <a:lnTo>
                    <a:pt x="9511467" y="487704"/>
                  </a:lnTo>
                  <a:lnTo>
                    <a:pt x="9572880" y="483245"/>
                  </a:lnTo>
                  <a:lnTo>
                    <a:pt x="9638968" y="479206"/>
                  </a:lnTo>
                  <a:lnTo>
                    <a:pt x="9710494" y="475542"/>
                  </a:lnTo>
                  <a:lnTo>
                    <a:pt x="9788156" y="472212"/>
                  </a:lnTo>
                  <a:lnTo>
                    <a:pt x="9872513" y="469181"/>
                  </a:lnTo>
                  <a:lnTo>
                    <a:pt x="9963896" y="466419"/>
                  </a:lnTo>
                  <a:lnTo>
                    <a:pt x="10062288" y="463902"/>
                  </a:lnTo>
                  <a:lnTo>
                    <a:pt x="10167185" y="461616"/>
                  </a:lnTo>
                  <a:lnTo>
                    <a:pt x="10277447" y="459551"/>
                  </a:lnTo>
                  <a:lnTo>
                    <a:pt x="10391175" y="457705"/>
                  </a:lnTo>
                  <a:lnTo>
                    <a:pt x="10505655" y="456081"/>
                  </a:lnTo>
                  <a:lnTo>
                    <a:pt x="10617426" y="454682"/>
                  </a:lnTo>
                  <a:lnTo>
                    <a:pt x="10722523" y="453514"/>
                  </a:lnTo>
                  <a:lnTo>
                    <a:pt x="10816905" y="452575"/>
                  </a:lnTo>
                  <a:lnTo>
                    <a:pt x="10897019" y="451858"/>
                  </a:lnTo>
                  <a:lnTo>
                    <a:pt x="10960392" y="451344"/>
                  </a:lnTo>
                  <a:lnTo>
                    <a:pt x="11006102" y="451008"/>
                  </a:lnTo>
                  <a:lnTo>
                    <a:pt x="11035013" y="450813"/>
                  </a:lnTo>
                  <a:lnTo>
                    <a:pt x="11049758" y="450723"/>
                  </a:lnTo>
                  <a:lnTo>
                    <a:pt x="11054540" y="450696"/>
                  </a:lnTo>
                  <a:lnTo>
                    <a:pt x="11054891" y="450694"/>
                  </a:lnTo>
                  <a:lnTo>
                    <a:pt x="12049831" y="450694"/>
                  </a:lnTo>
                  <a:lnTo>
                    <a:pt x="12049831" y="4506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6" name="pl1555"/>
            <p:cNvSpPr/>
            <p:nvPr/>
          </p:nvSpPr>
          <p:spPr>
            <a:xfrm>
              <a:off x="1199187" y="5591592"/>
              <a:ext cx="12049831" cy="770373"/>
            </a:xfrm>
            <a:custGeom>
              <a:avLst/>
              <a:pathLst>
                <a:path w="12049831" h="770373">
                  <a:moveTo>
                    <a:pt x="12049831" y="450694"/>
                  </a:moveTo>
                  <a:lnTo>
                    <a:pt x="11054891" y="450694"/>
                  </a:lnTo>
                  <a:lnTo>
                    <a:pt x="11053755" y="450700"/>
                  </a:lnTo>
                  <a:lnTo>
                    <a:pt x="11046261" y="450744"/>
                  </a:lnTo>
                  <a:lnTo>
                    <a:pt x="11027269" y="450864"/>
                  </a:lnTo>
                  <a:lnTo>
                    <a:pt x="10993065" y="451100"/>
                  </a:lnTo>
                  <a:lnTo>
                    <a:pt x="10941579" y="451491"/>
                  </a:lnTo>
                  <a:lnTo>
                    <a:pt x="10872541" y="452069"/>
                  </a:lnTo>
                  <a:lnTo>
                    <a:pt x="10787419" y="452858"/>
                  </a:lnTo>
                  <a:lnTo>
                    <a:pt x="10689102" y="453871"/>
                  </a:lnTo>
                  <a:lnTo>
                    <a:pt x="10581368" y="455115"/>
                  </a:lnTo>
                  <a:lnTo>
                    <a:pt x="10468291" y="456588"/>
                  </a:lnTo>
                  <a:lnTo>
                    <a:pt x="10353709" y="458285"/>
                  </a:lnTo>
                  <a:lnTo>
                    <a:pt x="10240856" y="460203"/>
                  </a:lnTo>
                  <a:lnTo>
                    <a:pt x="10132181" y="462340"/>
                  </a:lnTo>
                  <a:lnTo>
                    <a:pt x="10029322" y="464700"/>
                  </a:lnTo>
                  <a:lnTo>
                    <a:pt x="9933196" y="467295"/>
                  </a:lnTo>
                  <a:lnTo>
                    <a:pt x="9844131" y="470143"/>
                  </a:lnTo>
                  <a:lnTo>
                    <a:pt x="9762016" y="473268"/>
                  </a:lnTo>
                  <a:lnTo>
                    <a:pt x="9686433" y="476703"/>
                  </a:lnTo>
                  <a:lnTo>
                    <a:pt x="9616769" y="480485"/>
                  </a:lnTo>
                  <a:lnTo>
                    <a:pt x="9552297" y="484657"/>
                  </a:lnTo>
                  <a:lnTo>
                    <a:pt x="9492244" y="489262"/>
                  </a:lnTo>
                  <a:lnTo>
                    <a:pt x="9435834" y="494342"/>
                  </a:lnTo>
                  <a:lnTo>
                    <a:pt x="9382331" y="499927"/>
                  </a:lnTo>
                  <a:lnTo>
                    <a:pt x="9347647" y="503974"/>
                  </a:lnTo>
                  <a:lnTo>
                    <a:pt x="9286531" y="511943"/>
                  </a:lnTo>
                  <a:lnTo>
                    <a:pt x="9227311" y="520706"/>
                  </a:lnTo>
                  <a:lnTo>
                    <a:pt x="9169286" y="530276"/>
                  </a:lnTo>
                  <a:lnTo>
                    <a:pt x="9111940" y="540638"/>
                  </a:lnTo>
                  <a:lnTo>
                    <a:pt x="9054908" y="551750"/>
                  </a:lnTo>
                  <a:lnTo>
                    <a:pt x="8997949" y="563538"/>
                  </a:lnTo>
                  <a:lnTo>
                    <a:pt x="8940926" y="575900"/>
                  </a:lnTo>
                  <a:lnTo>
                    <a:pt x="8883790" y="588704"/>
                  </a:lnTo>
                  <a:lnTo>
                    <a:pt x="8826553" y="601794"/>
                  </a:lnTo>
                  <a:lnTo>
                    <a:pt x="8769269" y="615001"/>
                  </a:lnTo>
                  <a:lnTo>
                    <a:pt x="8712010" y="628148"/>
                  </a:lnTo>
                  <a:lnTo>
                    <a:pt x="8654837" y="641062"/>
                  </a:lnTo>
                  <a:lnTo>
                    <a:pt x="8597780" y="653583"/>
                  </a:lnTo>
                  <a:lnTo>
                    <a:pt x="8540810" y="665570"/>
                  </a:lnTo>
                  <a:lnTo>
                    <a:pt x="8483823" y="676911"/>
                  </a:lnTo>
                  <a:lnTo>
                    <a:pt x="8426612" y="687521"/>
                  </a:lnTo>
                  <a:lnTo>
                    <a:pt x="8368856" y="697350"/>
                  </a:lnTo>
                  <a:lnTo>
                    <a:pt x="8310089" y="706374"/>
                  </a:lnTo>
                  <a:lnTo>
                    <a:pt x="8249677" y="714598"/>
                  </a:lnTo>
                  <a:lnTo>
                    <a:pt x="8229629" y="717093"/>
                  </a:lnTo>
                  <a:lnTo>
                    <a:pt x="8177706" y="723025"/>
                  </a:lnTo>
                  <a:lnTo>
                    <a:pt x="8123328" y="728442"/>
                  </a:lnTo>
                  <a:lnTo>
                    <a:pt x="8065809" y="733363"/>
                  </a:lnTo>
                  <a:lnTo>
                    <a:pt x="8004396" y="737821"/>
                  </a:lnTo>
                  <a:lnTo>
                    <a:pt x="7938309" y="741861"/>
                  </a:lnTo>
                  <a:lnTo>
                    <a:pt x="7866782" y="745525"/>
                  </a:lnTo>
                  <a:lnTo>
                    <a:pt x="7789121" y="748854"/>
                  </a:lnTo>
                  <a:lnTo>
                    <a:pt x="7704764" y="751885"/>
                  </a:lnTo>
                  <a:lnTo>
                    <a:pt x="7613381" y="754648"/>
                  </a:lnTo>
                  <a:lnTo>
                    <a:pt x="7514989" y="757164"/>
                  </a:lnTo>
                  <a:lnTo>
                    <a:pt x="7410092" y="759451"/>
                  </a:lnTo>
                  <a:lnTo>
                    <a:pt x="7299830" y="761516"/>
                  </a:lnTo>
                  <a:lnTo>
                    <a:pt x="7186101" y="763362"/>
                  </a:lnTo>
                  <a:lnTo>
                    <a:pt x="7071622" y="764986"/>
                  </a:lnTo>
                  <a:lnTo>
                    <a:pt x="6959851" y="766384"/>
                  </a:lnTo>
                  <a:lnTo>
                    <a:pt x="6854753" y="767553"/>
                  </a:lnTo>
                  <a:lnTo>
                    <a:pt x="6760371" y="768492"/>
                  </a:lnTo>
                  <a:lnTo>
                    <a:pt x="6680257" y="769209"/>
                  </a:lnTo>
                  <a:lnTo>
                    <a:pt x="6616884" y="769723"/>
                  </a:lnTo>
                  <a:lnTo>
                    <a:pt x="6571175" y="770059"/>
                  </a:lnTo>
                  <a:lnTo>
                    <a:pt x="6542264" y="770253"/>
                  </a:lnTo>
                  <a:lnTo>
                    <a:pt x="6527519" y="770344"/>
                  </a:lnTo>
                  <a:lnTo>
                    <a:pt x="6522737" y="770371"/>
                  </a:lnTo>
                  <a:lnTo>
                    <a:pt x="6522385" y="770373"/>
                  </a:lnTo>
                  <a:lnTo>
                    <a:pt x="5527445" y="770373"/>
                  </a:lnTo>
                  <a:lnTo>
                    <a:pt x="5526314" y="770358"/>
                  </a:lnTo>
                  <a:lnTo>
                    <a:pt x="5518844" y="770254"/>
                  </a:lnTo>
                  <a:lnTo>
                    <a:pt x="5499915" y="769965"/>
                  </a:lnTo>
                  <a:lnTo>
                    <a:pt x="5465818" y="769397"/>
                  </a:lnTo>
                  <a:lnTo>
                    <a:pt x="5414485" y="768458"/>
                  </a:lnTo>
                  <a:lnTo>
                    <a:pt x="5345636" y="767070"/>
                  </a:lnTo>
                  <a:lnTo>
                    <a:pt x="5260726" y="765177"/>
                  </a:lnTo>
                  <a:lnTo>
                    <a:pt x="5162623" y="762742"/>
                  </a:lnTo>
                  <a:lnTo>
                    <a:pt x="5055087" y="759754"/>
                  </a:lnTo>
                  <a:lnTo>
                    <a:pt x="4942179" y="756214"/>
                  </a:lnTo>
                  <a:lnTo>
                    <a:pt x="4827728" y="752135"/>
                  </a:lnTo>
                  <a:lnTo>
                    <a:pt x="4714966" y="747526"/>
                  </a:lnTo>
                  <a:lnTo>
                    <a:pt x="4606342" y="742390"/>
                  </a:lnTo>
                  <a:lnTo>
                    <a:pt x="4503503" y="736717"/>
                  </a:lnTo>
                  <a:lnTo>
                    <a:pt x="4407371" y="730481"/>
                  </a:lnTo>
                  <a:lnTo>
                    <a:pt x="4318282" y="723638"/>
                  </a:lnTo>
                  <a:lnTo>
                    <a:pt x="4236132" y="716129"/>
                  </a:lnTo>
                  <a:lnTo>
                    <a:pt x="4160510" y="707878"/>
                  </a:lnTo>
                  <a:lnTo>
                    <a:pt x="4090807" y="698793"/>
                  </a:lnTo>
                  <a:lnTo>
                    <a:pt x="4026302" y="688774"/>
                  </a:lnTo>
                  <a:lnTo>
                    <a:pt x="3966222" y="677715"/>
                  </a:lnTo>
                  <a:lnTo>
                    <a:pt x="3909796" y="665518"/>
                  </a:lnTo>
                  <a:lnTo>
                    <a:pt x="3856288" y="652107"/>
                  </a:lnTo>
                  <a:lnTo>
                    <a:pt x="3820202" y="641977"/>
                  </a:lnTo>
                  <a:lnTo>
                    <a:pt x="3761380" y="623540"/>
                  </a:lnTo>
                  <a:lnTo>
                    <a:pt x="3704339" y="603336"/>
                  </a:lnTo>
                  <a:lnTo>
                    <a:pt x="3648446" y="581334"/>
                  </a:lnTo>
                  <a:lnTo>
                    <a:pt x="3593228" y="557559"/>
                  </a:lnTo>
                  <a:lnTo>
                    <a:pt x="3538342" y="532092"/>
                  </a:lnTo>
                  <a:lnTo>
                    <a:pt x="3483558" y="505079"/>
                  </a:lnTo>
                  <a:lnTo>
                    <a:pt x="3428736" y="476729"/>
                  </a:lnTo>
                  <a:lnTo>
                    <a:pt x="3373815" y="447311"/>
                  </a:lnTo>
                  <a:lnTo>
                    <a:pt x="3318791" y="417143"/>
                  </a:lnTo>
                  <a:lnTo>
                    <a:pt x="3263704" y="386582"/>
                  </a:lnTo>
                  <a:lnTo>
                    <a:pt x="3208613" y="356004"/>
                  </a:lnTo>
                  <a:lnTo>
                    <a:pt x="3153582" y="325785"/>
                  </a:lnTo>
                  <a:lnTo>
                    <a:pt x="3098650" y="296285"/>
                  </a:lnTo>
                  <a:lnTo>
                    <a:pt x="3043821" y="267826"/>
                  </a:lnTo>
                  <a:lnTo>
                    <a:pt x="2989037" y="240681"/>
                  </a:lnTo>
                  <a:lnTo>
                    <a:pt x="2934169" y="215066"/>
                  </a:lnTo>
                  <a:lnTo>
                    <a:pt x="2878994" y="191132"/>
                  </a:lnTo>
                  <a:lnTo>
                    <a:pt x="2823180" y="168967"/>
                  </a:lnTo>
                  <a:lnTo>
                    <a:pt x="2766267" y="148599"/>
                  </a:lnTo>
                  <a:lnTo>
                    <a:pt x="2707639" y="130004"/>
                  </a:lnTo>
                  <a:lnTo>
                    <a:pt x="2702183" y="128395"/>
                  </a:lnTo>
                  <a:lnTo>
                    <a:pt x="2650322" y="114115"/>
                  </a:lnTo>
                  <a:lnTo>
                    <a:pt x="2596013" y="101074"/>
                  </a:lnTo>
                  <a:lnTo>
                    <a:pt x="2538571" y="89227"/>
                  </a:lnTo>
                  <a:lnTo>
                    <a:pt x="2477247" y="78491"/>
                  </a:lnTo>
                  <a:lnTo>
                    <a:pt x="2411263" y="68763"/>
                  </a:lnTo>
                  <a:lnTo>
                    <a:pt x="2339858" y="59938"/>
                  </a:lnTo>
                  <a:lnTo>
                    <a:pt x="2262335" y="51918"/>
                  </a:lnTo>
                  <a:lnTo>
                    <a:pt x="2178137" y="44616"/>
                  </a:lnTo>
                  <a:lnTo>
                    <a:pt x="2086931" y="37961"/>
                  </a:lnTo>
                  <a:lnTo>
                    <a:pt x="1988729" y="31897"/>
                  </a:lnTo>
                  <a:lnTo>
                    <a:pt x="1884029" y="26387"/>
                  </a:lnTo>
                  <a:lnTo>
                    <a:pt x="1773956" y="21409"/>
                  </a:lnTo>
                  <a:lnTo>
                    <a:pt x="1660393" y="16958"/>
                  </a:lnTo>
                  <a:lnTo>
                    <a:pt x="1546033" y="13040"/>
                  </a:lnTo>
                  <a:lnTo>
                    <a:pt x="1434314" y="9665"/>
                  </a:lnTo>
                  <a:lnTo>
                    <a:pt x="1329182" y="6843"/>
                  </a:lnTo>
                  <a:lnTo>
                    <a:pt x="1234668" y="4572"/>
                  </a:lnTo>
                  <a:lnTo>
                    <a:pt x="1154327" y="2835"/>
                  </a:lnTo>
                  <a:lnTo>
                    <a:pt x="1090651" y="1589"/>
                  </a:lnTo>
                  <a:lnTo>
                    <a:pt x="1044597" y="770"/>
                  </a:lnTo>
                  <a:lnTo>
                    <a:pt x="1015343" y="295"/>
                  </a:lnTo>
                  <a:lnTo>
                    <a:pt x="1000306" y="72"/>
                  </a:lnTo>
                  <a:lnTo>
                    <a:pt x="995334" y="5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7" name="pg1556"/>
            <p:cNvSpPr/>
            <p:nvPr/>
          </p:nvSpPr>
          <p:spPr>
            <a:xfrm>
              <a:off x="1199187" y="4197583"/>
              <a:ext cx="12049831" cy="2384488"/>
            </a:xfrm>
            <a:custGeom>
              <a:avLst/>
              <a:pathLst>
                <a:path w="12049831" h="2384488">
                  <a:moveTo>
                    <a:pt x="0" y="1294436"/>
                  </a:moveTo>
                  <a:lnTo>
                    <a:pt x="994940" y="1294436"/>
                  </a:lnTo>
                  <a:lnTo>
                    <a:pt x="996063" y="1294412"/>
                  </a:lnTo>
                  <a:lnTo>
                    <a:pt x="1003478" y="1294238"/>
                  </a:lnTo>
                  <a:lnTo>
                    <a:pt x="1022274" y="1293760"/>
                  </a:lnTo>
                  <a:lnTo>
                    <a:pt x="1056140" y="1292816"/>
                  </a:lnTo>
                  <a:lnTo>
                    <a:pt x="1107144" y="1291256"/>
                  </a:lnTo>
                  <a:lnTo>
                    <a:pt x="1175584" y="1288951"/>
                  </a:lnTo>
                  <a:lnTo>
                    <a:pt x="1260039" y="1285804"/>
                  </a:lnTo>
                  <a:lnTo>
                    <a:pt x="1357681" y="1281757"/>
                  </a:lnTo>
                  <a:lnTo>
                    <a:pt x="1464788" y="1276789"/>
                  </a:lnTo>
                  <a:lnTo>
                    <a:pt x="1577332" y="1270903"/>
                  </a:lnTo>
                  <a:lnTo>
                    <a:pt x="1691499" y="1264117"/>
                  </a:lnTo>
                  <a:lnTo>
                    <a:pt x="1804066" y="1256449"/>
                  </a:lnTo>
                  <a:lnTo>
                    <a:pt x="1912575" y="1247903"/>
                  </a:lnTo>
                  <a:lnTo>
                    <a:pt x="2015371" y="1238464"/>
                  </a:lnTo>
                  <a:lnTo>
                    <a:pt x="2111514" y="1228089"/>
                  </a:lnTo>
                  <a:lnTo>
                    <a:pt x="2200653" y="1216709"/>
                  </a:lnTo>
                  <a:lnTo>
                    <a:pt x="2282877" y="1204223"/>
                  </a:lnTo>
                  <a:lnTo>
                    <a:pt x="2358584" y="1190507"/>
                  </a:lnTo>
                  <a:lnTo>
                    <a:pt x="2428371" y="1175410"/>
                  </a:lnTo>
                  <a:lnTo>
                    <a:pt x="2492950" y="1158766"/>
                  </a:lnTo>
                  <a:lnTo>
                    <a:pt x="2553087" y="1140400"/>
                  </a:lnTo>
                  <a:lnTo>
                    <a:pt x="2609549" y="1120146"/>
                  </a:lnTo>
                  <a:lnTo>
                    <a:pt x="2663068" y="1097877"/>
                  </a:lnTo>
                  <a:lnTo>
                    <a:pt x="2702183" y="1079570"/>
                  </a:lnTo>
                  <a:lnTo>
                    <a:pt x="2757189" y="1050842"/>
                  </a:lnTo>
                  <a:lnTo>
                    <a:pt x="2810601" y="1019536"/>
                  </a:lnTo>
                  <a:lnTo>
                    <a:pt x="2862948" y="985608"/>
                  </a:lnTo>
                  <a:lnTo>
                    <a:pt x="2914636" y="949076"/>
                  </a:lnTo>
                  <a:lnTo>
                    <a:pt x="2965966" y="910032"/>
                  </a:lnTo>
                  <a:lnTo>
                    <a:pt x="3017152" y="868650"/>
                  </a:lnTo>
                  <a:lnTo>
                    <a:pt x="3068332" y="825184"/>
                  </a:lnTo>
                  <a:lnTo>
                    <a:pt x="3119583" y="779965"/>
                  </a:lnTo>
                  <a:lnTo>
                    <a:pt x="3170927" y="733398"/>
                  </a:lnTo>
                  <a:lnTo>
                    <a:pt x="3222350" y="685943"/>
                  </a:lnTo>
                  <a:lnTo>
                    <a:pt x="3273813" y="638098"/>
                  </a:lnTo>
                  <a:lnTo>
                    <a:pt x="3325262" y="590380"/>
                  </a:lnTo>
                  <a:lnTo>
                    <a:pt x="3376650" y="543299"/>
                  </a:lnTo>
                  <a:lnTo>
                    <a:pt x="3427948" y="497339"/>
                  </a:lnTo>
                  <a:lnTo>
                    <a:pt x="3479158" y="452934"/>
                  </a:lnTo>
                  <a:lnTo>
                    <a:pt x="3530328" y="410453"/>
                  </a:lnTo>
                  <a:lnTo>
                    <a:pt x="3581563" y="370191"/>
                  </a:lnTo>
                  <a:lnTo>
                    <a:pt x="3633037" y="332362"/>
                  </a:lnTo>
                  <a:lnTo>
                    <a:pt x="3685005" y="297100"/>
                  </a:lnTo>
                  <a:lnTo>
                    <a:pt x="3737816" y="264460"/>
                  </a:lnTo>
                  <a:lnTo>
                    <a:pt x="3791935" y="234429"/>
                  </a:lnTo>
                  <a:lnTo>
                    <a:pt x="3820202" y="220106"/>
                  </a:lnTo>
                  <a:lnTo>
                    <a:pt x="3871929" y="196266"/>
                  </a:lnTo>
                  <a:lnTo>
                    <a:pt x="3926092" y="174489"/>
                  </a:lnTo>
                  <a:lnTo>
                    <a:pt x="3983367" y="154702"/>
                  </a:lnTo>
                  <a:lnTo>
                    <a:pt x="4044499" y="136765"/>
                  </a:lnTo>
                  <a:lnTo>
                    <a:pt x="4110260" y="120508"/>
                  </a:lnTo>
                  <a:lnTo>
                    <a:pt x="4181406" y="105757"/>
                  </a:lnTo>
                  <a:lnTo>
                    <a:pt x="4258628" y="92349"/>
                  </a:lnTo>
                  <a:lnTo>
                    <a:pt x="4342485" y="80140"/>
                  </a:lnTo>
                  <a:lnTo>
                    <a:pt x="4433311" y="69008"/>
                  </a:lnTo>
                  <a:lnTo>
                    <a:pt x="4531102" y="58864"/>
                  </a:lnTo>
                  <a:lnTo>
                    <a:pt x="4635380" y="49642"/>
                  </a:lnTo>
                  <a:lnTo>
                    <a:pt x="4745044" y="41307"/>
                  </a:lnTo>
                  <a:lnTo>
                    <a:pt x="4858249" y="33850"/>
                  </a:lnTo>
                  <a:lnTo>
                    <a:pt x="4972347" y="27278"/>
                  </a:lnTo>
                  <a:lnTo>
                    <a:pt x="5083949" y="21611"/>
                  </a:lnTo>
                  <a:lnTo>
                    <a:pt x="5189150" y="16864"/>
                  </a:lnTo>
                  <a:lnTo>
                    <a:pt x="5283943" y="13037"/>
                  </a:lnTo>
                  <a:lnTo>
                    <a:pt x="5364766" y="10098"/>
                  </a:lnTo>
                  <a:lnTo>
                    <a:pt x="5429090" y="7982"/>
                  </a:lnTo>
                  <a:lnTo>
                    <a:pt x="5475887" y="6583"/>
                  </a:lnTo>
                  <a:lnTo>
                    <a:pt x="5505882" y="5765"/>
                  </a:lnTo>
                  <a:lnTo>
                    <a:pt x="5521554" y="5374"/>
                  </a:lnTo>
                  <a:lnTo>
                    <a:pt x="5526946" y="525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79" y="5284"/>
                  </a:lnTo>
                  <a:lnTo>
                    <a:pt x="6530699" y="5595"/>
                  </a:lnTo>
                  <a:lnTo>
                    <a:pt x="6549015" y="6454"/>
                  </a:lnTo>
                  <a:lnTo>
                    <a:pt x="6582049" y="8148"/>
                  </a:lnTo>
                  <a:lnTo>
                    <a:pt x="6631867" y="10949"/>
                  </a:lnTo>
                  <a:lnTo>
                    <a:pt x="6698830" y="15090"/>
                  </a:lnTo>
                  <a:lnTo>
                    <a:pt x="6781635" y="20749"/>
                  </a:lnTo>
                  <a:lnTo>
                    <a:pt x="6877598" y="28034"/>
                  </a:lnTo>
                  <a:lnTo>
                    <a:pt x="6983139" y="36988"/>
                  </a:lnTo>
                  <a:lnTo>
                    <a:pt x="7094341" y="47606"/>
                  </a:lnTo>
                  <a:lnTo>
                    <a:pt x="7207460" y="59858"/>
                  </a:lnTo>
                  <a:lnTo>
                    <a:pt x="7319292" y="73711"/>
                  </a:lnTo>
                  <a:lnTo>
                    <a:pt x="7427367" y="89153"/>
                  </a:lnTo>
                  <a:lnTo>
                    <a:pt x="7529985" y="106209"/>
                  </a:lnTo>
                  <a:lnTo>
                    <a:pt x="7626155" y="124946"/>
                  </a:lnTo>
                  <a:lnTo>
                    <a:pt x="7715466" y="145485"/>
                  </a:lnTo>
                  <a:lnTo>
                    <a:pt x="7797953" y="167997"/>
                  </a:lnTo>
                  <a:lnTo>
                    <a:pt x="7873965" y="192700"/>
                  </a:lnTo>
                  <a:lnTo>
                    <a:pt x="7944059" y="219857"/>
                  </a:lnTo>
                  <a:lnTo>
                    <a:pt x="8008914" y="249764"/>
                  </a:lnTo>
                  <a:lnTo>
                    <a:pt x="8069267" y="282733"/>
                  </a:lnTo>
                  <a:lnTo>
                    <a:pt x="8125870" y="319067"/>
                  </a:lnTo>
                  <a:lnTo>
                    <a:pt x="8179443" y="359015"/>
                  </a:lnTo>
                  <a:lnTo>
                    <a:pt x="8229629" y="401781"/>
                  </a:lnTo>
                  <a:lnTo>
                    <a:pt x="8276634" y="446683"/>
                  </a:lnTo>
                  <a:lnTo>
                    <a:pt x="8322417" y="495025"/>
                  </a:lnTo>
                  <a:lnTo>
                    <a:pt x="8367326" y="546877"/>
                  </a:lnTo>
                  <a:lnTo>
                    <a:pt x="8411637" y="602247"/>
                  </a:lnTo>
                  <a:lnTo>
                    <a:pt x="8455569" y="661073"/>
                  </a:lnTo>
                  <a:lnTo>
                    <a:pt x="8499289" y="723220"/>
                  </a:lnTo>
                  <a:lnTo>
                    <a:pt x="8542920" y="788471"/>
                  </a:lnTo>
                  <a:lnTo>
                    <a:pt x="8586544" y="856533"/>
                  </a:lnTo>
                  <a:lnTo>
                    <a:pt x="8630214" y="927035"/>
                  </a:lnTo>
                  <a:lnTo>
                    <a:pt x="8673950" y="999534"/>
                  </a:lnTo>
                  <a:lnTo>
                    <a:pt x="8717753" y="1073527"/>
                  </a:lnTo>
                  <a:lnTo>
                    <a:pt x="8761604" y="1148466"/>
                  </a:lnTo>
                  <a:lnTo>
                    <a:pt x="8805475" y="1223769"/>
                  </a:lnTo>
                  <a:lnTo>
                    <a:pt x="8849334" y="1298845"/>
                  </a:lnTo>
                  <a:lnTo>
                    <a:pt x="8893150" y="1373109"/>
                  </a:lnTo>
                  <a:lnTo>
                    <a:pt x="8936903" y="1446002"/>
                  </a:lnTo>
                  <a:lnTo>
                    <a:pt x="8980587" y="1517010"/>
                  </a:lnTo>
                  <a:lnTo>
                    <a:pt x="9024219" y="1585675"/>
                  </a:lnTo>
                  <a:lnTo>
                    <a:pt x="9067841" y="1651609"/>
                  </a:lnTo>
                  <a:lnTo>
                    <a:pt x="9111531" y="1714499"/>
                  </a:lnTo>
                  <a:lnTo>
                    <a:pt x="9155401" y="1774112"/>
                  </a:lnTo>
                  <a:lnTo>
                    <a:pt x="9199606" y="1830293"/>
                  </a:lnTo>
                  <a:lnTo>
                    <a:pt x="9244354" y="1882965"/>
                  </a:lnTo>
                  <a:lnTo>
                    <a:pt x="9289906" y="1932119"/>
                  </a:lnTo>
                  <a:lnTo>
                    <a:pt x="9336591" y="1977811"/>
                  </a:lnTo>
                  <a:lnTo>
                    <a:pt x="9347647" y="1987947"/>
                  </a:lnTo>
                  <a:lnTo>
                    <a:pt x="9398891" y="2031558"/>
                  </a:lnTo>
                  <a:lnTo>
                    <a:pt x="9452519" y="2071431"/>
                  </a:lnTo>
                  <a:lnTo>
                    <a:pt x="9509190" y="2107694"/>
                  </a:lnTo>
                  <a:lnTo>
                    <a:pt x="9569627" y="2140598"/>
                  </a:lnTo>
                  <a:lnTo>
                    <a:pt x="9634580" y="2170446"/>
                  </a:lnTo>
                  <a:lnTo>
                    <a:pt x="9704787" y="2197551"/>
                  </a:lnTo>
                  <a:lnTo>
                    <a:pt x="9780925" y="2222207"/>
                  </a:lnTo>
                  <a:lnTo>
                    <a:pt x="9863548" y="2244677"/>
                  </a:lnTo>
                  <a:lnTo>
                    <a:pt x="9952998" y="2265178"/>
                  </a:lnTo>
                  <a:lnTo>
                    <a:pt x="10049304" y="2283881"/>
                  </a:lnTo>
                  <a:lnTo>
                    <a:pt x="10152045" y="2300903"/>
                  </a:lnTo>
                  <a:lnTo>
                    <a:pt x="10260215" y="2316313"/>
                  </a:lnTo>
                  <a:lnTo>
                    <a:pt x="10372101" y="2330134"/>
                  </a:lnTo>
                  <a:lnTo>
                    <a:pt x="10485215" y="2342353"/>
                  </a:lnTo>
                  <a:lnTo>
                    <a:pt x="10596341" y="2352938"/>
                  </a:lnTo>
                  <a:lnTo>
                    <a:pt x="10701727" y="2361858"/>
                  </a:lnTo>
                  <a:lnTo>
                    <a:pt x="10797457" y="2369109"/>
                  </a:lnTo>
                  <a:lnTo>
                    <a:pt x="10879964" y="2374736"/>
                  </a:lnTo>
                  <a:lnTo>
                    <a:pt x="10946588" y="2378849"/>
                  </a:lnTo>
                  <a:lnTo>
                    <a:pt x="10996058" y="2381624"/>
                  </a:lnTo>
                  <a:lnTo>
                    <a:pt x="11028768" y="2383299"/>
                  </a:lnTo>
                  <a:lnTo>
                    <a:pt x="11046819" y="2384144"/>
                  </a:lnTo>
                  <a:lnTo>
                    <a:pt x="11053862" y="2384447"/>
                  </a:lnTo>
                  <a:lnTo>
                    <a:pt x="11054891" y="2384488"/>
                  </a:lnTo>
                  <a:lnTo>
                    <a:pt x="12049831" y="2384488"/>
                  </a:lnTo>
                  <a:lnTo>
                    <a:pt x="12049831" y="2379247"/>
                  </a:lnTo>
                  <a:lnTo>
                    <a:pt x="11054891" y="2379247"/>
                  </a:lnTo>
                  <a:lnTo>
                    <a:pt x="11053798" y="2379204"/>
                  </a:lnTo>
                  <a:lnTo>
                    <a:pt x="11046578" y="2378893"/>
                  </a:lnTo>
                  <a:lnTo>
                    <a:pt x="11028261" y="2378033"/>
                  </a:lnTo>
                  <a:lnTo>
                    <a:pt x="10995228" y="2376339"/>
                  </a:lnTo>
                  <a:lnTo>
                    <a:pt x="10945410" y="2373539"/>
                  </a:lnTo>
                  <a:lnTo>
                    <a:pt x="10878446" y="2369397"/>
                  </a:lnTo>
                  <a:lnTo>
                    <a:pt x="10795641" y="2363738"/>
                  </a:lnTo>
                  <a:lnTo>
                    <a:pt x="10699678" y="2356453"/>
                  </a:lnTo>
                  <a:lnTo>
                    <a:pt x="10594138" y="2347499"/>
                  </a:lnTo>
                  <a:lnTo>
                    <a:pt x="10482936" y="2336881"/>
                  </a:lnTo>
                  <a:lnTo>
                    <a:pt x="10369816" y="2324629"/>
                  </a:lnTo>
                  <a:lnTo>
                    <a:pt x="10257984" y="2310776"/>
                  </a:lnTo>
                  <a:lnTo>
                    <a:pt x="10149910" y="2295334"/>
                  </a:lnTo>
                  <a:lnTo>
                    <a:pt x="10047291" y="2278279"/>
                  </a:lnTo>
                  <a:lnTo>
                    <a:pt x="9951121" y="2259541"/>
                  </a:lnTo>
                  <a:lnTo>
                    <a:pt x="9861810" y="2239002"/>
                  </a:lnTo>
                  <a:lnTo>
                    <a:pt x="9779323" y="2216490"/>
                  </a:lnTo>
                  <a:lnTo>
                    <a:pt x="9703311" y="2191787"/>
                  </a:lnTo>
                  <a:lnTo>
                    <a:pt x="9633217" y="2164630"/>
                  </a:lnTo>
                  <a:lnTo>
                    <a:pt x="9568362" y="2134723"/>
                  </a:lnTo>
                  <a:lnTo>
                    <a:pt x="9508009" y="2101754"/>
                  </a:lnTo>
                  <a:lnTo>
                    <a:pt x="9451407" y="2065420"/>
                  </a:lnTo>
                  <a:lnTo>
                    <a:pt x="9397833" y="2025473"/>
                  </a:lnTo>
                  <a:lnTo>
                    <a:pt x="9347647" y="1982706"/>
                  </a:lnTo>
                  <a:lnTo>
                    <a:pt x="9300643" y="1937805"/>
                  </a:lnTo>
                  <a:lnTo>
                    <a:pt x="9254859" y="1889462"/>
                  </a:lnTo>
                  <a:lnTo>
                    <a:pt x="9209951" y="1837610"/>
                  </a:lnTo>
                  <a:lnTo>
                    <a:pt x="9165639" y="1782240"/>
                  </a:lnTo>
                  <a:lnTo>
                    <a:pt x="9121707" y="1723414"/>
                  </a:lnTo>
                  <a:lnTo>
                    <a:pt x="9077987" y="1661268"/>
                  </a:lnTo>
                  <a:lnTo>
                    <a:pt x="9034357" y="1596017"/>
                  </a:lnTo>
                  <a:lnTo>
                    <a:pt x="8990732" y="1527955"/>
                  </a:lnTo>
                  <a:lnTo>
                    <a:pt x="8947063" y="1457453"/>
                  </a:lnTo>
                  <a:lnTo>
                    <a:pt x="8903326" y="1384954"/>
                  </a:lnTo>
                  <a:lnTo>
                    <a:pt x="8859523" y="1310960"/>
                  </a:lnTo>
                  <a:lnTo>
                    <a:pt x="8815672" y="1236021"/>
                  </a:lnTo>
                  <a:lnTo>
                    <a:pt x="8771801" y="1160718"/>
                  </a:lnTo>
                  <a:lnTo>
                    <a:pt x="8727943" y="1085642"/>
                  </a:lnTo>
                  <a:lnTo>
                    <a:pt x="8684127" y="1011378"/>
                  </a:lnTo>
                  <a:lnTo>
                    <a:pt x="8640374" y="938485"/>
                  </a:lnTo>
                  <a:lnTo>
                    <a:pt x="8596690" y="867477"/>
                  </a:lnTo>
                  <a:lnTo>
                    <a:pt x="8553058" y="798812"/>
                  </a:lnTo>
                  <a:lnTo>
                    <a:pt x="8509435" y="732878"/>
                  </a:lnTo>
                  <a:lnTo>
                    <a:pt x="8465745" y="669989"/>
                  </a:lnTo>
                  <a:lnTo>
                    <a:pt x="8421876" y="610376"/>
                  </a:lnTo>
                  <a:lnTo>
                    <a:pt x="8377670" y="554194"/>
                  </a:lnTo>
                  <a:lnTo>
                    <a:pt x="8332923" y="501523"/>
                  </a:lnTo>
                  <a:lnTo>
                    <a:pt x="8287371" y="452368"/>
                  </a:lnTo>
                  <a:lnTo>
                    <a:pt x="8240685" y="406676"/>
                  </a:lnTo>
                  <a:lnTo>
                    <a:pt x="8229629" y="396541"/>
                  </a:lnTo>
                  <a:lnTo>
                    <a:pt x="8178386" y="352929"/>
                  </a:lnTo>
                  <a:lnTo>
                    <a:pt x="8124758" y="313057"/>
                  </a:lnTo>
                  <a:lnTo>
                    <a:pt x="8068087" y="276794"/>
                  </a:lnTo>
                  <a:lnTo>
                    <a:pt x="8007650" y="243889"/>
                  </a:lnTo>
                  <a:lnTo>
                    <a:pt x="7942697" y="214041"/>
                  </a:lnTo>
                  <a:lnTo>
                    <a:pt x="7872489" y="186937"/>
                  </a:lnTo>
                  <a:lnTo>
                    <a:pt x="7796351" y="162280"/>
                  </a:lnTo>
                  <a:lnTo>
                    <a:pt x="7713729" y="139811"/>
                  </a:lnTo>
                  <a:lnTo>
                    <a:pt x="7624278" y="119309"/>
                  </a:lnTo>
                  <a:lnTo>
                    <a:pt x="7527972" y="100607"/>
                  </a:lnTo>
                  <a:lnTo>
                    <a:pt x="7425231" y="83585"/>
                  </a:lnTo>
                  <a:lnTo>
                    <a:pt x="7317061" y="68175"/>
                  </a:lnTo>
                  <a:lnTo>
                    <a:pt x="7205176" y="54354"/>
                  </a:lnTo>
                  <a:lnTo>
                    <a:pt x="7092062" y="42135"/>
                  </a:lnTo>
                  <a:lnTo>
                    <a:pt x="6980936" y="31550"/>
                  </a:lnTo>
                  <a:lnTo>
                    <a:pt x="6875550" y="22630"/>
                  </a:lnTo>
                  <a:lnTo>
                    <a:pt x="6779820" y="15378"/>
                  </a:lnTo>
                  <a:lnTo>
                    <a:pt x="6697313" y="9751"/>
                  </a:lnTo>
                  <a:lnTo>
                    <a:pt x="6630688" y="5639"/>
                  </a:lnTo>
                  <a:lnTo>
                    <a:pt x="6581219" y="2863"/>
                  </a:lnTo>
                  <a:lnTo>
                    <a:pt x="6548509" y="1189"/>
                  </a:lnTo>
                  <a:lnTo>
                    <a:pt x="6530458" y="344"/>
                  </a:lnTo>
                  <a:lnTo>
                    <a:pt x="6523415" y="4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2" y="24"/>
                  </a:lnTo>
                  <a:lnTo>
                    <a:pt x="5518907" y="197"/>
                  </a:lnTo>
                  <a:lnTo>
                    <a:pt x="5500111" y="676"/>
                  </a:lnTo>
                  <a:lnTo>
                    <a:pt x="5466245" y="1620"/>
                  </a:lnTo>
                  <a:lnTo>
                    <a:pt x="5415241" y="3180"/>
                  </a:lnTo>
                  <a:lnTo>
                    <a:pt x="5346801" y="5485"/>
                  </a:lnTo>
                  <a:lnTo>
                    <a:pt x="5262346" y="8632"/>
                  </a:lnTo>
                  <a:lnTo>
                    <a:pt x="5164704" y="12678"/>
                  </a:lnTo>
                  <a:lnTo>
                    <a:pt x="5057597" y="17647"/>
                  </a:lnTo>
                  <a:lnTo>
                    <a:pt x="4945053" y="23533"/>
                  </a:lnTo>
                  <a:lnTo>
                    <a:pt x="4830886" y="30319"/>
                  </a:lnTo>
                  <a:lnTo>
                    <a:pt x="4718319" y="37987"/>
                  </a:lnTo>
                  <a:lnTo>
                    <a:pt x="4609810" y="46532"/>
                  </a:lnTo>
                  <a:lnTo>
                    <a:pt x="4507014" y="55972"/>
                  </a:lnTo>
                  <a:lnTo>
                    <a:pt x="4410871" y="66346"/>
                  </a:lnTo>
                  <a:lnTo>
                    <a:pt x="4321732" y="77727"/>
                  </a:lnTo>
                  <a:lnTo>
                    <a:pt x="4239508" y="90212"/>
                  </a:lnTo>
                  <a:lnTo>
                    <a:pt x="4163801" y="103928"/>
                  </a:lnTo>
                  <a:lnTo>
                    <a:pt x="4094014" y="119025"/>
                  </a:lnTo>
                  <a:lnTo>
                    <a:pt x="4029435" y="135669"/>
                  </a:lnTo>
                  <a:lnTo>
                    <a:pt x="3969298" y="154036"/>
                  </a:lnTo>
                  <a:lnTo>
                    <a:pt x="3912836" y="174289"/>
                  </a:lnTo>
                  <a:lnTo>
                    <a:pt x="3859317" y="196558"/>
                  </a:lnTo>
                  <a:lnTo>
                    <a:pt x="3820202" y="214865"/>
                  </a:lnTo>
                  <a:lnTo>
                    <a:pt x="3765196" y="243594"/>
                  </a:lnTo>
                  <a:lnTo>
                    <a:pt x="3711784" y="274899"/>
                  </a:lnTo>
                  <a:lnTo>
                    <a:pt x="3659437" y="308827"/>
                  </a:lnTo>
                  <a:lnTo>
                    <a:pt x="3607749" y="345360"/>
                  </a:lnTo>
                  <a:lnTo>
                    <a:pt x="3556419" y="384403"/>
                  </a:lnTo>
                  <a:lnTo>
                    <a:pt x="3505233" y="425785"/>
                  </a:lnTo>
                  <a:lnTo>
                    <a:pt x="3454053" y="469252"/>
                  </a:lnTo>
                  <a:lnTo>
                    <a:pt x="3402802" y="514470"/>
                  </a:lnTo>
                  <a:lnTo>
                    <a:pt x="3351458" y="561037"/>
                  </a:lnTo>
                  <a:lnTo>
                    <a:pt x="3300035" y="608493"/>
                  </a:lnTo>
                  <a:lnTo>
                    <a:pt x="3248572" y="656338"/>
                  </a:lnTo>
                  <a:lnTo>
                    <a:pt x="3197123" y="704056"/>
                  </a:lnTo>
                  <a:lnTo>
                    <a:pt x="3145735" y="751136"/>
                  </a:lnTo>
                  <a:lnTo>
                    <a:pt x="3094437" y="797096"/>
                  </a:lnTo>
                  <a:lnTo>
                    <a:pt x="3043227" y="841502"/>
                  </a:lnTo>
                  <a:lnTo>
                    <a:pt x="2992057" y="883983"/>
                  </a:lnTo>
                  <a:lnTo>
                    <a:pt x="2940822" y="924245"/>
                  </a:lnTo>
                  <a:lnTo>
                    <a:pt x="2889348" y="962073"/>
                  </a:lnTo>
                  <a:lnTo>
                    <a:pt x="2837380" y="997335"/>
                  </a:lnTo>
                  <a:lnTo>
                    <a:pt x="2784569" y="1029975"/>
                  </a:lnTo>
                  <a:lnTo>
                    <a:pt x="2730450" y="1060007"/>
                  </a:lnTo>
                  <a:lnTo>
                    <a:pt x="2702183" y="1074329"/>
                  </a:lnTo>
                  <a:lnTo>
                    <a:pt x="2650456" y="1098169"/>
                  </a:lnTo>
                  <a:lnTo>
                    <a:pt x="2596293" y="1119946"/>
                  </a:lnTo>
                  <a:lnTo>
                    <a:pt x="2539018" y="1139733"/>
                  </a:lnTo>
                  <a:lnTo>
                    <a:pt x="2477886" y="1157671"/>
                  </a:lnTo>
                  <a:lnTo>
                    <a:pt x="2412125" y="1173928"/>
                  </a:lnTo>
                  <a:lnTo>
                    <a:pt x="2340979" y="1188678"/>
                  </a:lnTo>
                  <a:lnTo>
                    <a:pt x="2263757" y="1202086"/>
                  </a:lnTo>
                  <a:lnTo>
                    <a:pt x="2179900" y="1214296"/>
                  </a:lnTo>
                  <a:lnTo>
                    <a:pt x="2089074" y="1225427"/>
                  </a:lnTo>
                  <a:lnTo>
                    <a:pt x="1991283" y="1235572"/>
                  </a:lnTo>
                  <a:lnTo>
                    <a:pt x="1887005" y="1244794"/>
                  </a:lnTo>
                  <a:lnTo>
                    <a:pt x="1777341" y="1253128"/>
                  </a:lnTo>
                  <a:lnTo>
                    <a:pt x="1664136" y="1260586"/>
                  </a:lnTo>
                  <a:lnTo>
                    <a:pt x="1550038" y="1267157"/>
                  </a:lnTo>
                  <a:lnTo>
                    <a:pt x="1438436" y="1272825"/>
                  </a:lnTo>
                  <a:lnTo>
                    <a:pt x="1333235" y="1277572"/>
                  </a:lnTo>
                  <a:lnTo>
                    <a:pt x="1238442" y="1281399"/>
                  </a:lnTo>
                  <a:lnTo>
                    <a:pt x="1157619" y="1284337"/>
                  </a:lnTo>
                  <a:lnTo>
                    <a:pt x="1093295" y="1286453"/>
                  </a:lnTo>
                  <a:lnTo>
                    <a:pt x="1046498" y="1287852"/>
                  </a:lnTo>
                  <a:lnTo>
                    <a:pt x="1016503" y="1288670"/>
                  </a:lnTo>
                  <a:lnTo>
                    <a:pt x="1000831" y="1289061"/>
                  </a:lnTo>
                  <a:lnTo>
                    <a:pt x="995439" y="1289185"/>
                  </a:lnTo>
                  <a:lnTo>
                    <a:pt x="994940" y="1289195"/>
                  </a:lnTo>
                  <a:lnTo>
                    <a:pt x="0" y="1289195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58" name="pl1557"/>
            <p:cNvSpPr/>
            <p:nvPr/>
          </p:nvSpPr>
          <p:spPr>
            <a:xfrm>
              <a:off x="1199187" y="4202824"/>
              <a:ext cx="12049831" cy="2379247"/>
            </a:xfrm>
            <a:custGeom>
              <a:avLst/>
              <a:pathLst>
                <a:path w="12049831" h="2379247">
                  <a:moveTo>
                    <a:pt x="0" y="1289195"/>
                  </a:moveTo>
                  <a:lnTo>
                    <a:pt x="994940" y="1289195"/>
                  </a:lnTo>
                  <a:lnTo>
                    <a:pt x="996063" y="1289171"/>
                  </a:lnTo>
                  <a:lnTo>
                    <a:pt x="1003478" y="1288998"/>
                  </a:lnTo>
                  <a:lnTo>
                    <a:pt x="1022274" y="1288519"/>
                  </a:lnTo>
                  <a:lnTo>
                    <a:pt x="1056140" y="1287575"/>
                  </a:lnTo>
                  <a:lnTo>
                    <a:pt x="1107144" y="1286015"/>
                  </a:lnTo>
                  <a:lnTo>
                    <a:pt x="1175584" y="1283710"/>
                  </a:lnTo>
                  <a:lnTo>
                    <a:pt x="1260039" y="1280563"/>
                  </a:lnTo>
                  <a:lnTo>
                    <a:pt x="1357681" y="1276517"/>
                  </a:lnTo>
                  <a:lnTo>
                    <a:pt x="1464788" y="1271548"/>
                  </a:lnTo>
                  <a:lnTo>
                    <a:pt x="1577332" y="1265662"/>
                  </a:lnTo>
                  <a:lnTo>
                    <a:pt x="1691499" y="1258876"/>
                  </a:lnTo>
                  <a:lnTo>
                    <a:pt x="1804066" y="1251208"/>
                  </a:lnTo>
                  <a:lnTo>
                    <a:pt x="1912575" y="1242663"/>
                  </a:lnTo>
                  <a:lnTo>
                    <a:pt x="2015371" y="1233223"/>
                  </a:lnTo>
                  <a:lnTo>
                    <a:pt x="2111514" y="1222849"/>
                  </a:lnTo>
                  <a:lnTo>
                    <a:pt x="2200653" y="1211468"/>
                  </a:lnTo>
                  <a:lnTo>
                    <a:pt x="2282877" y="1198983"/>
                  </a:lnTo>
                  <a:lnTo>
                    <a:pt x="2358584" y="1185267"/>
                  </a:lnTo>
                  <a:lnTo>
                    <a:pt x="2428371" y="1170170"/>
                  </a:lnTo>
                  <a:lnTo>
                    <a:pt x="2492950" y="1153526"/>
                  </a:lnTo>
                  <a:lnTo>
                    <a:pt x="2553087" y="1135159"/>
                  </a:lnTo>
                  <a:lnTo>
                    <a:pt x="2609549" y="1114906"/>
                  </a:lnTo>
                  <a:lnTo>
                    <a:pt x="2663068" y="1092637"/>
                  </a:lnTo>
                  <a:lnTo>
                    <a:pt x="2702183" y="1074329"/>
                  </a:lnTo>
                  <a:lnTo>
                    <a:pt x="2757189" y="1045601"/>
                  </a:lnTo>
                  <a:lnTo>
                    <a:pt x="2810601" y="1014296"/>
                  </a:lnTo>
                  <a:lnTo>
                    <a:pt x="2862948" y="980368"/>
                  </a:lnTo>
                  <a:lnTo>
                    <a:pt x="2914636" y="943835"/>
                  </a:lnTo>
                  <a:lnTo>
                    <a:pt x="2965966" y="904792"/>
                  </a:lnTo>
                  <a:lnTo>
                    <a:pt x="3017152" y="863410"/>
                  </a:lnTo>
                  <a:lnTo>
                    <a:pt x="3068332" y="819943"/>
                  </a:lnTo>
                  <a:lnTo>
                    <a:pt x="3119583" y="774725"/>
                  </a:lnTo>
                  <a:lnTo>
                    <a:pt x="3170927" y="728158"/>
                  </a:lnTo>
                  <a:lnTo>
                    <a:pt x="3222350" y="680702"/>
                  </a:lnTo>
                  <a:lnTo>
                    <a:pt x="3273813" y="632857"/>
                  </a:lnTo>
                  <a:lnTo>
                    <a:pt x="3325262" y="585139"/>
                  </a:lnTo>
                  <a:lnTo>
                    <a:pt x="3376650" y="538059"/>
                  </a:lnTo>
                  <a:lnTo>
                    <a:pt x="3427948" y="492099"/>
                  </a:lnTo>
                  <a:lnTo>
                    <a:pt x="3479158" y="447693"/>
                  </a:lnTo>
                  <a:lnTo>
                    <a:pt x="3530328" y="405212"/>
                  </a:lnTo>
                  <a:lnTo>
                    <a:pt x="3581563" y="364950"/>
                  </a:lnTo>
                  <a:lnTo>
                    <a:pt x="3633037" y="327122"/>
                  </a:lnTo>
                  <a:lnTo>
                    <a:pt x="3685005" y="291860"/>
                  </a:lnTo>
                  <a:lnTo>
                    <a:pt x="3737816" y="259220"/>
                  </a:lnTo>
                  <a:lnTo>
                    <a:pt x="3791935" y="229188"/>
                  </a:lnTo>
                  <a:lnTo>
                    <a:pt x="3820202" y="214865"/>
                  </a:lnTo>
                  <a:lnTo>
                    <a:pt x="3871929" y="191026"/>
                  </a:lnTo>
                  <a:lnTo>
                    <a:pt x="3926092" y="169249"/>
                  </a:lnTo>
                  <a:lnTo>
                    <a:pt x="3983367" y="149462"/>
                  </a:lnTo>
                  <a:lnTo>
                    <a:pt x="4044499" y="131524"/>
                  </a:lnTo>
                  <a:lnTo>
                    <a:pt x="4110260" y="115267"/>
                  </a:lnTo>
                  <a:lnTo>
                    <a:pt x="4181406" y="100517"/>
                  </a:lnTo>
                  <a:lnTo>
                    <a:pt x="4258628" y="87109"/>
                  </a:lnTo>
                  <a:lnTo>
                    <a:pt x="4342485" y="74899"/>
                  </a:lnTo>
                  <a:lnTo>
                    <a:pt x="4433311" y="63768"/>
                  </a:lnTo>
                  <a:lnTo>
                    <a:pt x="4531102" y="53623"/>
                  </a:lnTo>
                  <a:lnTo>
                    <a:pt x="4635380" y="44401"/>
                  </a:lnTo>
                  <a:lnTo>
                    <a:pt x="4745044" y="36067"/>
                  </a:lnTo>
                  <a:lnTo>
                    <a:pt x="4858249" y="28609"/>
                  </a:lnTo>
                  <a:lnTo>
                    <a:pt x="4972347" y="22038"/>
                  </a:lnTo>
                  <a:lnTo>
                    <a:pt x="5083949" y="16370"/>
                  </a:lnTo>
                  <a:lnTo>
                    <a:pt x="5189150" y="11623"/>
                  </a:lnTo>
                  <a:lnTo>
                    <a:pt x="5283943" y="7796"/>
                  </a:lnTo>
                  <a:lnTo>
                    <a:pt x="5364766" y="4858"/>
                  </a:lnTo>
                  <a:lnTo>
                    <a:pt x="5429090" y="2742"/>
                  </a:lnTo>
                  <a:lnTo>
                    <a:pt x="5475887" y="1343"/>
                  </a:lnTo>
                  <a:lnTo>
                    <a:pt x="5505882" y="525"/>
                  </a:lnTo>
                  <a:lnTo>
                    <a:pt x="5521554" y="134"/>
                  </a:lnTo>
                  <a:lnTo>
                    <a:pt x="5526946" y="1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79" y="43"/>
                  </a:lnTo>
                  <a:lnTo>
                    <a:pt x="6530699" y="354"/>
                  </a:lnTo>
                  <a:lnTo>
                    <a:pt x="6549015" y="1214"/>
                  </a:lnTo>
                  <a:lnTo>
                    <a:pt x="6582049" y="2907"/>
                  </a:lnTo>
                  <a:lnTo>
                    <a:pt x="6631867" y="5708"/>
                  </a:lnTo>
                  <a:lnTo>
                    <a:pt x="6698830" y="9850"/>
                  </a:lnTo>
                  <a:lnTo>
                    <a:pt x="6781635" y="15509"/>
                  </a:lnTo>
                  <a:lnTo>
                    <a:pt x="6877598" y="22793"/>
                  </a:lnTo>
                  <a:lnTo>
                    <a:pt x="6983139" y="31748"/>
                  </a:lnTo>
                  <a:lnTo>
                    <a:pt x="7094341" y="42366"/>
                  </a:lnTo>
                  <a:lnTo>
                    <a:pt x="7207460" y="54618"/>
                  </a:lnTo>
                  <a:lnTo>
                    <a:pt x="7319292" y="68470"/>
                  </a:lnTo>
                  <a:lnTo>
                    <a:pt x="7427367" y="83913"/>
                  </a:lnTo>
                  <a:lnTo>
                    <a:pt x="7529985" y="100968"/>
                  </a:lnTo>
                  <a:lnTo>
                    <a:pt x="7626155" y="119705"/>
                  </a:lnTo>
                  <a:lnTo>
                    <a:pt x="7715466" y="140245"/>
                  </a:lnTo>
                  <a:lnTo>
                    <a:pt x="7797953" y="162756"/>
                  </a:lnTo>
                  <a:lnTo>
                    <a:pt x="7873965" y="187460"/>
                  </a:lnTo>
                  <a:lnTo>
                    <a:pt x="7944059" y="214617"/>
                  </a:lnTo>
                  <a:lnTo>
                    <a:pt x="8008914" y="244523"/>
                  </a:lnTo>
                  <a:lnTo>
                    <a:pt x="8069267" y="277493"/>
                  </a:lnTo>
                  <a:lnTo>
                    <a:pt x="8125870" y="313827"/>
                  </a:lnTo>
                  <a:lnTo>
                    <a:pt x="8179443" y="353774"/>
                  </a:lnTo>
                  <a:lnTo>
                    <a:pt x="8229629" y="396541"/>
                  </a:lnTo>
                  <a:lnTo>
                    <a:pt x="8276634" y="441442"/>
                  </a:lnTo>
                  <a:lnTo>
                    <a:pt x="8322417" y="489784"/>
                  </a:lnTo>
                  <a:lnTo>
                    <a:pt x="8367326" y="541637"/>
                  </a:lnTo>
                  <a:lnTo>
                    <a:pt x="8411637" y="597007"/>
                  </a:lnTo>
                  <a:lnTo>
                    <a:pt x="8455569" y="655833"/>
                  </a:lnTo>
                  <a:lnTo>
                    <a:pt x="8499289" y="717979"/>
                  </a:lnTo>
                  <a:lnTo>
                    <a:pt x="8542920" y="783230"/>
                  </a:lnTo>
                  <a:lnTo>
                    <a:pt x="8586544" y="851292"/>
                  </a:lnTo>
                  <a:lnTo>
                    <a:pt x="8630214" y="921794"/>
                  </a:lnTo>
                  <a:lnTo>
                    <a:pt x="8673950" y="994293"/>
                  </a:lnTo>
                  <a:lnTo>
                    <a:pt x="8717753" y="1068287"/>
                  </a:lnTo>
                  <a:lnTo>
                    <a:pt x="8761604" y="1143225"/>
                  </a:lnTo>
                  <a:lnTo>
                    <a:pt x="8805475" y="1218529"/>
                  </a:lnTo>
                  <a:lnTo>
                    <a:pt x="8849334" y="1293605"/>
                  </a:lnTo>
                  <a:lnTo>
                    <a:pt x="8893150" y="1367868"/>
                  </a:lnTo>
                  <a:lnTo>
                    <a:pt x="8936903" y="1440762"/>
                  </a:lnTo>
                  <a:lnTo>
                    <a:pt x="8980587" y="1511770"/>
                  </a:lnTo>
                  <a:lnTo>
                    <a:pt x="9024219" y="1580435"/>
                  </a:lnTo>
                  <a:lnTo>
                    <a:pt x="9067841" y="1646368"/>
                  </a:lnTo>
                  <a:lnTo>
                    <a:pt x="9111531" y="1709258"/>
                  </a:lnTo>
                  <a:lnTo>
                    <a:pt x="9155401" y="1768871"/>
                  </a:lnTo>
                  <a:lnTo>
                    <a:pt x="9199606" y="1825053"/>
                  </a:lnTo>
                  <a:lnTo>
                    <a:pt x="9244354" y="1877724"/>
                  </a:lnTo>
                  <a:lnTo>
                    <a:pt x="9289906" y="1926878"/>
                  </a:lnTo>
                  <a:lnTo>
                    <a:pt x="9336591" y="1972570"/>
                  </a:lnTo>
                  <a:lnTo>
                    <a:pt x="9347647" y="1982706"/>
                  </a:lnTo>
                  <a:lnTo>
                    <a:pt x="9398891" y="2026318"/>
                  </a:lnTo>
                  <a:lnTo>
                    <a:pt x="9452519" y="2066190"/>
                  </a:lnTo>
                  <a:lnTo>
                    <a:pt x="9509190" y="2102453"/>
                  </a:lnTo>
                  <a:lnTo>
                    <a:pt x="9569627" y="2135357"/>
                  </a:lnTo>
                  <a:lnTo>
                    <a:pt x="9634580" y="2165205"/>
                  </a:lnTo>
                  <a:lnTo>
                    <a:pt x="9704787" y="2192310"/>
                  </a:lnTo>
                  <a:lnTo>
                    <a:pt x="9780925" y="2216966"/>
                  </a:lnTo>
                  <a:lnTo>
                    <a:pt x="9863548" y="2239436"/>
                  </a:lnTo>
                  <a:lnTo>
                    <a:pt x="9952998" y="2259938"/>
                  </a:lnTo>
                  <a:lnTo>
                    <a:pt x="10049304" y="2278640"/>
                  </a:lnTo>
                  <a:lnTo>
                    <a:pt x="10152045" y="2295662"/>
                  </a:lnTo>
                  <a:lnTo>
                    <a:pt x="10260215" y="2311072"/>
                  </a:lnTo>
                  <a:lnTo>
                    <a:pt x="10372101" y="2324893"/>
                  </a:lnTo>
                  <a:lnTo>
                    <a:pt x="10485215" y="2337112"/>
                  </a:lnTo>
                  <a:lnTo>
                    <a:pt x="10596341" y="2347697"/>
                  </a:lnTo>
                  <a:lnTo>
                    <a:pt x="10701727" y="2356617"/>
                  </a:lnTo>
                  <a:lnTo>
                    <a:pt x="10797457" y="2363868"/>
                  </a:lnTo>
                  <a:lnTo>
                    <a:pt x="10879964" y="2369495"/>
                  </a:lnTo>
                  <a:lnTo>
                    <a:pt x="10946588" y="2373608"/>
                  </a:lnTo>
                  <a:lnTo>
                    <a:pt x="10996058" y="2376384"/>
                  </a:lnTo>
                  <a:lnTo>
                    <a:pt x="11028768" y="2378058"/>
                  </a:lnTo>
                  <a:lnTo>
                    <a:pt x="11046819" y="2378903"/>
                  </a:lnTo>
                  <a:lnTo>
                    <a:pt x="11053862" y="2379206"/>
                  </a:lnTo>
                  <a:lnTo>
                    <a:pt x="11054891" y="2379247"/>
                  </a:lnTo>
                  <a:lnTo>
                    <a:pt x="12049831" y="2379247"/>
                  </a:lnTo>
                  <a:lnTo>
                    <a:pt x="12049831" y="23792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9" name="pl1558"/>
            <p:cNvSpPr/>
            <p:nvPr/>
          </p:nvSpPr>
          <p:spPr>
            <a:xfrm>
              <a:off x="1199187" y="4197583"/>
              <a:ext cx="12049831" cy="2379247"/>
            </a:xfrm>
            <a:custGeom>
              <a:avLst/>
              <a:pathLst>
                <a:path w="12049831" h="2379247">
                  <a:moveTo>
                    <a:pt x="12049831" y="2379247"/>
                  </a:moveTo>
                  <a:lnTo>
                    <a:pt x="11054891" y="2379247"/>
                  </a:lnTo>
                  <a:lnTo>
                    <a:pt x="11053798" y="2379204"/>
                  </a:lnTo>
                  <a:lnTo>
                    <a:pt x="11046578" y="2378893"/>
                  </a:lnTo>
                  <a:lnTo>
                    <a:pt x="11028261" y="2378033"/>
                  </a:lnTo>
                  <a:lnTo>
                    <a:pt x="10995228" y="2376339"/>
                  </a:lnTo>
                  <a:lnTo>
                    <a:pt x="10945410" y="2373539"/>
                  </a:lnTo>
                  <a:lnTo>
                    <a:pt x="10878446" y="2369397"/>
                  </a:lnTo>
                  <a:lnTo>
                    <a:pt x="10795641" y="2363738"/>
                  </a:lnTo>
                  <a:lnTo>
                    <a:pt x="10699678" y="2356453"/>
                  </a:lnTo>
                  <a:lnTo>
                    <a:pt x="10594138" y="2347499"/>
                  </a:lnTo>
                  <a:lnTo>
                    <a:pt x="10482936" y="2336881"/>
                  </a:lnTo>
                  <a:lnTo>
                    <a:pt x="10369816" y="2324629"/>
                  </a:lnTo>
                  <a:lnTo>
                    <a:pt x="10257984" y="2310776"/>
                  </a:lnTo>
                  <a:lnTo>
                    <a:pt x="10149910" y="2295334"/>
                  </a:lnTo>
                  <a:lnTo>
                    <a:pt x="10047291" y="2278279"/>
                  </a:lnTo>
                  <a:lnTo>
                    <a:pt x="9951121" y="2259541"/>
                  </a:lnTo>
                  <a:lnTo>
                    <a:pt x="9861810" y="2239002"/>
                  </a:lnTo>
                  <a:lnTo>
                    <a:pt x="9779323" y="2216490"/>
                  </a:lnTo>
                  <a:lnTo>
                    <a:pt x="9703311" y="2191787"/>
                  </a:lnTo>
                  <a:lnTo>
                    <a:pt x="9633217" y="2164630"/>
                  </a:lnTo>
                  <a:lnTo>
                    <a:pt x="9568362" y="2134723"/>
                  </a:lnTo>
                  <a:lnTo>
                    <a:pt x="9508009" y="2101754"/>
                  </a:lnTo>
                  <a:lnTo>
                    <a:pt x="9451407" y="2065420"/>
                  </a:lnTo>
                  <a:lnTo>
                    <a:pt x="9397833" y="2025473"/>
                  </a:lnTo>
                  <a:lnTo>
                    <a:pt x="9347647" y="1982706"/>
                  </a:lnTo>
                  <a:lnTo>
                    <a:pt x="9300643" y="1937805"/>
                  </a:lnTo>
                  <a:lnTo>
                    <a:pt x="9254859" y="1889462"/>
                  </a:lnTo>
                  <a:lnTo>
                    <a:pt x="9209951" y="1837610"/>
                  </a:lnTo>
                  <a:lnTo>
                    <a:pt x="9165639" y="1782240"/>
                  </a:lnTo>
                  <a:lnTo>
                    <a:pt x="9121707" y="1723414"/>
                  </a:lnTo>
                  <a:lnTo>
                    <a:pt x="9077987" y="1661268"/>
                  </a:lnTo>
                  <a:lnTo>
                    <a:pt x="9034357" y="1596017"/>
                  </a:lnTo>
                  <a:lnTo>
                    <a:pt x="8990732" y="1527955"/>
                  </a:lnTo>
                  <a:lnTo>
                    <a:pt x="8947063" y="1457453"/>
                  </a:lnTo>
                  <a:lnTo>
                    <a:pt x="8903326" y="1384954"/>
                  </a:lnTo>
                  <a:lnTo>
                    <a:pt x="8859523" y="1310960"/>
                  </a:lnTo>
                  <a:lnTo>
                    <a:pt x="8815672" y="1236021"/>
                  </a:lnTo>
                  <a:lnTo>
                    <a:pt x="8771801" y="1160718"/>
                  </a:lnTo>
                  <a:lnTo>
                    <a:pt x="8727943" y="1085642"/>
                  </a:lnTo>
                  <a:lnTo>
                    <a:pt x="8684127" y="1011378"/>
                  </a:lnTo>
                  <a:lnTo>
                    <a:pt x="8640374" y="938485"/>
                  </a:lnTo>
                  <a:lnTo>
                    <a:pt x="8596690" y="867477"/>
                  </a:lnTo>
                  <a:lnTo>
                    <a:pt x="8553058" y="798812"/>
                  </a:lnTo>
                  <a:lnTo>
                    <a:pt x="8509435" y="732878"/>
                  </a:lnTo>
                  <a:lnTo>
                    <a:pt x="8465745" y="669989"/>
                  </a:lnTo>
                  <a:lnTo>
                    <a:pt x="8421876" y="610376"/>
                  </a:lnTo>
                  <a:lnTo>
                    <a:pt x="8377670" y="554194"/>
                  </a:lnTo>
                  <a:lnTo>
                    <a:pt x="8332923" y="501523"/>
                  </a:lnTo>
                  <a:lnTo>
                    <a:pt x="8287371" y="452368"/>
                  </a:lnTo>
                  <a:lnTo>
                    <a:pt x="8240685" y="406676"/>
                  </a:lnTo>
                  <a:lnTo>
                    <a:pt x="8229629" y="396541"/>
                  </a:lnTo>
                  <a:lnTo>
                    <a:pt x="8178386" y="352929"/>
                  </a:lnTo>
                  <a:lnTo>
                    <a:pt x="8124758" y="313057"/>
                  </a:lnTo>
                  <a:lnTo>
                    <a:pt x="8068087" y="276794"/>
                  </a:lnTo>
                  <a:lnTo>
                    <a:pt x="8007650" y="243889"/>
                  </a:lnTo>
                  <a:lnTo>
                    <a:pt x="7942697" y="214041"/>
                  </a:lnTo>
                  <a:lnTo>
                    <a:pt x="7872489" y="186937"/>
                  </a:lnTo>
                  <a:lnTo>
                    <a:pt x="7796351" y="162280"/>
                  </a:lnTo>
                  <a:lnTo>
                    <a:pt x="7713729" y="139811"/>
                  </a:lnTo>
                  <a:lnTo>
                    <a:pt x="7624278" y="119309"/>
                  </a:lnTo>
                  <a:lnTo>
                    <a:pt x="7527972" y="100607"/>
                  </a:lnTo>
                  <a:lnTo>
                    <a:pt x="7425231" y="83585"/>
                  </a:lnTo>
                  <a:lnTo>
                    <a:pt x="7317061" y="68175"/>
                  </a:lnTo>
                  <a:lnTo>
                    <a:pt x="7205176" y="54354"/>
                  </a:lnTo>
                  <a:lnTo>
                    <a:pt x="7092062" y="42135"/>
                  </a:lnTo>
                  <a:lnTo>
                    <a:pt x="6980936" y="31550"/>
                  </a:lnTo>
                  <a:lnTo>
                    <a:pt x="6875550" y="22630"/>
                  </a:lnTo>
                  <a:lnTo>
                    <a:pt x="6779820" y="15378"/>
                  </a:lnTo>
                  <a:lnTo>
                    <a:pt x="6697313" y="9751"/>
                  </a:lnTo>
                  <a:lnTo>
                    <a:pt x="6630688" y="5639"/>
                  </a:lnTo>
                  <a:lnTo>
                    <a:pt x="6581219" y="2863"/>
                  </a:lnTo>
                  <a:lnTo>
                    <a:pt x="6548509" y="1189"/>
                  </a:lnTo>
                  <a:lnTo>
                    <a:pt x="6530458" y="344"/>
                  </a:lnTo>
                  <a:lnTo>
                    <a:pt x="6523415" y="4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2" y="24"/>
                  </a:lnTo>
                  <a:lnTo>
                    <a:pt x="5518907" y="197"/>
                  </a:lnTo>
                  <a:lnTo>
                    <a:pt x="5500111" y="676"/>
                  </a:lnTo>
                  <a:lnTo>
                    <a:pt x="5466245" y="1620"/>
                  </a:lnTo>
                  <a:lnTo>
                    <a:pt x="5415241" y="3180"/>
                  </a:lnTo>
                  <a:lnTo>
                    <a:pt x="5346801" y="5485"/>
                  </a:lnTo>
                  <a:lnTo>
                    <a:pt x="5262346" y="8632"/>
                  </a:lnTo>
                  <a:lnTo>
                    <a:pt x="5164704" y="12678"/>
                  </a:lnTo>
                  <a:lnTo>
                    <a:pt x="5057597" y="17647"/>
                  </a:lnTo>
                  <a:lnTo>
                    <a:pt x="4945053" y="23533"/>
                  </a:lnTo>
                  <a:lnTo>
                    <a:pt x="4830886" y="30319"/>
                  </a:lnTo>
                  <a:lnTo>
                    <a:pt x="4718319" y="37987"/>
                  </a:lnTo>
                  <a:lnTo>
                    <a:pt x="4609810" y="46532"/>
                  </a:lnTo>
                  <a:lnTo>
                    <a:pt x="4507014" y="55972"/>
                  </a:lnTo>
                  <a:lnTo>
                    <a:pt x="4410871" y="66346"/>
                  </a:lnTo>
                  <a:lnTo>
                    <a:pt x="4321732" y="77727"/>
                  </a:lnTo>
                  <a:lnTo>
                    <a:pt x="4239508" y="90212"/>
                  </a:lnTo>
                  <a:lnTo>
                    <a:pt x="4163801" y="103928"/>
                  </a:lnTo>
                  <a:lnTo>
                    <a:pt x="4094014" y="119025"/>
                  </a:lnTo>
                  <a:lnTo>
                    <a:pt x="4029435" y="135669"/>
                  </a:lnTo>
                  <a:lnTo>
                    <a:pt x="3969298" y="154036"/>
                  </a:lnTo>
                  <a:lnTo>
                    <a:pt x="3912836" y="174289"/>
                  </a:lnTo>
                  <a:lnTo>
                    <a:pt x="3859317" y="196558"/>
                  </a:lnTo>
                  <a:lnTo>
                    <a:pt x="3820202" y="214865"/>
                  </a:lnTo>
                  <a:lnTo>
                    <a:pt x="3765196" y="243594"/>
                  </a:lnTo>
                  <a:lnTo>
                    <a:pt x="3711784" y="274899"/>
                  </a:lnTo>
                  <a:lnTo>
                    <a:pt x="3659437" y="308827"/>
                  </a:lnTo>
                  <a:lnTo>
                    <a:pt x="3607749" y="345360"/>
                  </a:lnTo>
                  <a:lnTo>
                    <a:pt x="3556419" y="384403"/>
                  </a:lnTo>
                  <a:lnTo>
                    <a:pt x="3505233" y="425785"/>
                  </a:lnTo>
                  <a:lnTo>
                    <a:pt x="3454053" y="469252"/>
                  </a:lnTo>
                  <a:lnTo>
                    <a:pt x="3402802" y="514470"/>
                  </a:lnTo>
                  <a:lnTo>
                    <a:pt x="3351458" y="561037"/>
                  </a:lnTo>
                  <a:lnTo>
                    <a:pt x="3300035" y="608493"/>
                  </a:lnTo>
                  <a:lnTo>
                    <a:pt x="3248572" y="656338"/>
                  </a:lnTo>
                  <a:lnTo>
                    <a:pt x="3197123" y="704056"/>
                  </a:lnTo>
                  <a:lnTo>
                    <a:pt x="3145735" y="751136"/>
                  </a:lnTo>
                  <a:lnTo>
                    <a:pt x="3094437" y="797096"/>
                  </a:lnTo>
                  <a:lnTo>
                    <a:pt x="3043227" y="841502"/>
                  </a:lnTo>
                  <a:lnTo>
                    <a:pt x="2992057" y="883983"/>
                  </a:lnTo>
                  <a:lnTo>
                    <a:pt x="2940822" y="924245"/>
                  </a:lnTo>
                  <a:lnTo>
                    <a:pt x="2889348" y="962073"/>
                  </a:lnTo>
                  <a:lnTo>
                    <a:pt x="2837380" y="997335"/>
                  </a:lnTo>
                  <a:lnTo>
                    <a:pt x="2784569" y="1029975"/>
                  </a:lnTo>
                  <a:lnTo>
                    <a:pt x="2730450" y="1060007"/>
                  </a:lnTo>
                  <a:lnTo>
                    <a:pt x="2702183" y="1074329"/>
                  </a:lnTo>
                  <a:lnTo>
                    <a:pt x="2650456" y="1098169"/>
                  </a:lnTo>
                  <a:lnTo>
                    <a:pt x="2596293" y="1119946"/>
                  </a:lnTo>
                  <a:lnTo>
                    <a:pt x="2539018" y="1139733"/>
                  </a:lnTo>
                  <a:lnTo>
                    <a:pt x="2477886" y="1157671"/>
                  </a:lnTo>
                  <a:lnTo>
                    <a:pt x="2412125" y="1173928"/>
                  </a:lnTo>
                  <a:lnTo>
                    <a:pt x="2340979" y="1188678"/>
                  </a:lnTo>
                  <a:lnTo>
                    <a:pt x="2263757" y="1202086"/>
                  </a:lnTo>
                  <a:lnTo>
                    <a:pt x="2179900" y="1214296"/>
                  </a:lnTo>
                  <a:lnTo>
                    <a:pt x="2089074" y="1225427"/>
                  </a:lnTo>
                  <a:lnTo>
                    <a:pt x="1991283" y="1235572"/>
                  </a:lnTo>
                  <a:lnTo>
                    <a:pt x="1887005" y="1244794"/>
                  </a:lnTo>
                  <a:lnTo>
                    <a:pt x="1777341" y="1253128"/>
                  </a:lnTo>
                  <a:lnTo>
                    <a:pt x="1664136" y="1260586"/>
                  </a:lnTo>
                  <a:lnTo>
                    <a:pt x="1550038" y="1267157"/>
                  </a:lnTo>
                  <a:lnTo>
                    <a:pt x="1438436" y="1272825"/>
                  </a:lnTo>
                  <a:lnTo>
                    <a:pt x="1333235" y="1277572"/>
                  </a:lnTo>
                  <a:lnTo>
                    <a:pt x="1238442" y="1281399"/>
                  </a:lnTo>
                  <a:lnTo>
                    <a:pt x="1157619" y="1284337"/>
                  </a:lnTo>
                  <a:lnTo>
                    <a:pt x="1093295" y="1286453"/>
                  </a:lnTo>
                  <a:lnTo>
                    <a:pt x="1046498" y="1287852"/>
                  </a:lnTo>
                  <a:lnTo>
                    <a:pt x="1016503" y="1288670"/>
                  </a:lnTo>
                  <a:lnTo>
                    <a:pt x="1000831" y="1289061"/>
                  </a:lnTo>
                  <a:lnTo>
                    <a:pt x="995439" y="1289185"/>
                  </a:lnTo>
                  <a:lnTo>
                    <a:pt x="994940" y="1289195"/>
                  </a:lnTo>
                  <a:lnTo>
                    <a:pt x="0" y="1289195"/>
                  </a:lnTo>
                  <a:lnTo>
                    <a:pt x="0" y="12891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0" name="pg1559"/>
            <p:cNvSpPr/>
            <p:nvPr/>
          </p:nvSpPr>
          <p:spPr>
            <a:xfrm>
              <a:off x="1199187" y="2017479"/>
              <a:ext cx="12049831" cy="3500743"/>
            </a:xfrm>
            <a:custGeom>
              <a:avLst/>
              <a:pathLst>
                <a:path w="12049831" h="3500743">
                  <a:moveTo>
                    <a:pt x="0" y="3500743"/>
                  </a:moveTo>
                  <a:lnTo>
                    <a:pt x="994940" y="3500743"/>
                  </a:lnTo>
                  <a:lnTo>
                    <a:pt x="996071" y="3500728"/>
                  </a:lnTo>
                  <a:lnTo>
                    <a:pt x="1003540" y="3500622"/>
                  </a:lnTo>
                  <a:lnTo>
                    <a:pt x="1022467" y="3500330"/>
                  </a:lnTo>
                  <a:lnTo>
                    <a:pt x="1056560" y="3499754"/>
                  </a:lnTo>
                  <a:lnTo>
                    <a:pt x="1107888" y="3498803"/>
                  </a:lnTo>
                  <a:lnTo>
                    <a:pt x="1176731" y="3497396"/>
                  </a:lnTo>
                  <a:lnTo>
                    <a:pt x="1261634" y="3495477"/>
                  </a:lnTo>
                  <a:lnTo>
                    <a:pt x="1359730" y="3493009"/>
                  </a:lnTo>
                  <a:lnTo>
                    <a:pt x="1467259" y="3489981"/>
                  </a:lnTo>
                  <a:lnTo>
                    <a:pt x="1580162" y="3486394"/>
                  </a:lnTo>
                  <a:lnTo>
                    <a:pt x="1694609" y="3482259"/>
                  </a:lnTo>
                  <a:lnTo>
                    <a:pt x="1807368" y="3477588"/>
                  </a:lnTo>
                  <a:lnTo>
                    <a:pt x="1915990" y="3472382"/>
                  </a:lnTo>
                  <a:lnTo>
                    <a:pt x="2018829" y="3466633"/>
                  </a:lnTo>
                  <a:lnTo>
                    <a:pt x="2114961" y="3460312"/>
                  </a:lnTo>
                  <a:lnTo>
                    <a:pt x="2204050" y="3453377"/>
                  </a:lnTo>
                  <a:lnTo>
                    <a:pt x="2286201" y="3445767"/>
                  </a:lnTo>
                  <a:lnTo>
                    <a:pt x="2361824" y="3437404"/>
                  </a:lnTo>
                  <a:lnTo>
                    <a:pt x="2431529" y="3428197"/>
                  </a:lnTo>
                  <a:lnTo>
                    <a:pt x="2496036" y="3418042"/>
                  </a:lnTo>
                  <a:lnTo>
                    <a:pt x="2556116" y="3406834"/>
                  </a:lnTo>
                  <a:lnTo>
                    <a:pt x="2612542" y="3394472"/>
                  </a:lnTo>
                  <a:lnTo>
                    <a:pt x="2666051" y="3380881"/>
                  </a:lnTo>
                  <a:lnTo>
                    <a:pt x="2702183" y="3370601"/>
                  </a:lnTo>
                  <a:lnTo>
                    <a:pt x="2760936" y="3351936"/>
                  </a:lnTo>
                  <a:lnTo>
                    <a:pt x="2817912" y="3331485"/>
                  </a:lnTo>
                  <a:lnTo>
                    <a:pt x="2873741" y="3309216"/>
                  </a:lnTo>
                  <a:lnTo>
                    <a:pt x="2928895" y="3285153"/>
                  </a:lnTo>
                  <a:lnTo>
                    <a:pt x="2983717" y="3259379"/>
                  </a:lnTo>
                  <a:lnTo>
                    <a:pt x="3038436" y="3232040"/>
                  </a:lnTo>
                  <a:lnTo>
                    <a:pt x="3093192" y="3203349"/>
                  </a:lnTo>
                  <a:lnTo>
                    <a:pt x="3148047" y="3173574"/>
                  </a:lnTo>
                  <a:lnTo>
                    <a:pt x="3203005" y="3143038"/>
                  </a:lnTo>
                  <a:lnTo>
                    <a:pt x="3258026" y="3112100"/>
                  </a:lnTo>
                  <a:lnTo>
                    <a:pt x="3313051" y="3081141"/>
                  </a:lnTo>
                  <a:lnTo>
                    <a:pt x="3368018" y="3050540"/>
                  </a:lnTo>
                  <a:lnTo>
                    <a:pt x="3422886" y="3020660"/>
                  </a:lnTo>
                  <a:lnTo>
                    <a:pt x="3477652" y="2991829"/>
                  </a:lnTo>
                  <a:lnTo>
                    <a:pt x="3532370" y="2964323"/>
                  </a:lnTo>
                  <a:lnTo>
                    <a:pt x="3587169" y="2938360"/>
                  </a:lnTo>
                  <a:lnTo>
                    <a:pt x="3642270" y="2914095"/>
                  </a:lnTo>
                  <a:lnTo>
                    <a:pt x="3698000" y="2891617"/>
                  </a:lnTo>
                  <a:lnTo>
                    <a:pt x="3754815" y="2870957"/>
                  </a:lnTo>
                  <a:lnTo>
                    <a:pt x="3813325" y="2852090"/>
                  </a:lnTo>
                  <a:lnTo>
                    <a:pt x="3820202" y="2850031"/>
                  </a:lnTo>
                  <a:lnTo>
                    <a:pt x="3872061" y="2835557"/>
                  </a:lnTo>
                  <a:lnTo>
                    <a:pt x="3926368" y="2822339"/>
                  </a:lnTo>
                  <a:lnTo>
                    <a:pt x="3983807" y="2810332"/>
                  </a:lnTo>
                  <a:lnTo>
                    <a:pt x="4045128" y="2799449"/>
                  </a:lnTo>
                  <a:lnTo>
                    <a:pt x="4111109" y="2789589"/>
                  </a:lnTo>
                  <a:lnTo>
                    <a:pt x="4182510" y="2780644"/>
                  </a:lnTo>
                  <a:lnTo>
                    <a:pt x="4260028" y="2772515"/>
                  </a:lnTo>
                  <a:lnTo>
                    <a:pt x="4344221" y="2765114"/>
                  </a:lnTo>
                  <a:lnTo>
                    <a:pt x="4435421" y="2758369"/>
                  </a:lnTo>
                  <a:lnTo>
                    <a:pt x="4533617" y="2752222"/>
                  </a:lnTo>
                  <a:lnTo>
                    <a:pt x="4638311" y="2746637"/>
                  </a:lnTo>
                  <a:lnTo>
                    <a:pt x="4748377" y="2741592"/>
                  </a:lnTo>
                  <a:lnTo>
                    <a:pt x="4861935" y="2737080"/>
                  </a:lnTo>
                  <a:lnTo>
                    <a:pt x="4976291" y="2733108"/>
                  </a:lnTo>
                  <a:lnTo>
                    <a:pt x="5088008" y="2729687"/>
                  </a:lnTo>
                  <a:lnTo>
                    <a:pt x="5193141" y="2726826"/>
                  </a:lnTo>
                  <a:lnTo>
                    <a:pt x="5287659" y="2724525"/>
                  </a:lnTo>
                  <a:lnTo>
                    <a:pt x="5368008" y="2722764"/>
                  </a:lnTo>
                  <a:lnTo>
                    <a:pt x="5431694" y="2721500"/>
                  </a:lnTo>
                  <a:lnTo>
                    <a:pt x="5477759" y="2720670"/>
                  </a:lnTo>
                  <a:lnTo>
                    <a:pt x="5507025" y="2720189"/>
                  </a:lnTo>
                  <a:lnTo>
                    <a:pt x="5522071" y="2719962"/>
                  </a:lnTo>
                  <a:lnTo>
                    <a:pt x="5527049" y="2719894"/>
                  </a:lnTo>
                  <a:lnTo>
                    <a:pt x="5527445" y="2719889"/>
                  </a:lnTo>
                  <a:lnTo>
                    <a:pt x="6522385" y="2719889"/>
                  </a:lnTo>
                  <a:lnTo>
                    <a:pt x="6523466" y="2719839"/>
                  </a:lnTo>
                  <a:lnTo>
                    <a:pt x="6530607" y="2719489"/>
                  </a:lnTo>
                  <a:lnTo>
                    <a:pt x="6548727" y="2718519"/>
                  </a:lnTo>
                  <a:lnTo>
                    <a:pt x="6581420" y="2716609"/>
                  </a:lnTo>
                  <a:lnTo>
                    <a:pt x="6630752" y="2713450"/>
                  </a:lnTo>
                  <a:lnTo>
                    <a:pt x="6697108" y="2708777"/>
                  </a:lnTo>
                  <a:lnTo>
                    <a:pt x="6779232" y="2702390"/>
                  </a:lnTo>
                  <a:lnTo>
                    <a:pt x="6874500" y="2694164"/>
                  </a:lnTo>
                  <a:lnTo>
                    <a:pt x="6979389" y="2684049"/>
                  </a:lnTo>
                  <a:lnTo>
                    <a:pt x="7090029" y="2672048"/>
                  </a:lnTo>
                  <a:lnTo>
                    <a:pt x="7202706" y="2658196"/>
                  </a:lnTo>
                  <a:lnTo>
                    <a:pt x="7314225" y="2642531"/>
                  </a:lnTo>
                  <a:lnTo>
                    <a:pt x="7422110" y="2625065"/>
                  </a:lnTo>
                  <a:lnTo>
                    <a:pt x="7524647" y="2605777"/>
                  </a:lnTo>
                  <a:lnTo>
                    <a:pt x="7620821" y="2584589"/>
                  </a:lnTo>
                  <a:lnTo>
                    <a:pt x="7710198" y="2561370"/>
                  </a:lnTo>
                  <a:lnTo>
                    <a:pt x="7792791" y="2535931"/>
                  </a:lnTo>
                  <a:lnTo>
                    <a:pt x="7868928" y="2508029"/>
                  </a:lnTo>
                  <a:lnTo>
                    <a:pt x="7939150" y="2477371"/>
                  </a:lnTo>
                  <a:lnTo>
                    <a:pt x="8004121" y="2443624"/>
                  </a:lnTo>
                  <a:lnTo>
                    <a:pt x="8064568" y="2406437"/>
                  </a:lnTo>
                  <a:lnTo>
                    <a:pt x="8121233" y="2365466"/>
                  </a:lnTo>
                  <a:lnTo>
                    <a:pt x="8174834" y="2320423"/>
                  </a:lnTo>
                  <a:lnTo>
                    <a:pt x="8226027" y="2271151"/>
                  </a:lnTo>
                  <a:lnTo>
                    <a:pt x="8229629" y="2267447"/>
                  </a:lnTo>
                  <a:lnTo>
                    <a:pt x="8274553" y="2218599"/>
                  </a:lnTo>
                  <a:lnTo>
                    <a:pt x="8318348" y="2166173"/>
                  </a:lnTo>
                  <a:lnTo>
                    <a:pt x="8361319" y="2110098"/>
                  </a:lnTo>
                  <a:lnTo>
                    <a:pt x="8403716" y="2050357"/>
                  </a:lnTo>
                  <a:lnTo>
                    <a:pt x="8445734" y="1987002"/>
                  </a:lnTo>
                  <a:lnTo>
                    <a:pt x="8487529" y="1920151"/>
                  </a:lnTo>
                  <a:lnTo>
                    <a:pt x="8529216" y="1850000"/>
                  </a:lnTo>
                  <a:lnTo>
                    <a:pt x="8570877" y="1776817"/>
                  </a:lnTo>
                  <a:lnTo>
                    <a:pt x="8612567" y="1700947"/>
                  </a:lnTo>
                  <a:lnTo>
                    <a:pt x="8654312" y="1622803"/>
                  </a:lnTo>
                  <a:lnTo>
                    <a:pt x="8696120" y="1542861"/>
                  </a:lnTo>
                  <a:lnTo>
                    <a:pt x="8737982" y="1461648"/>
                  </a:lnTo>
                  <a:lnTo>
                    <a:pt x="8779877" y="1379727"/>
                  </a:lnTo>
                  <a:lnTo>
                    <a:pt x="8821779" y="1297683"/>
                  </a:lnTo>
                  <a:lnTo>
                    <a:pt x="8863657" y="1216104"/>
                  </a:lnTo>
                  <a:lnTo>
                    <a:pt x="8905490" y="1135563"/>
                  </a:lnTo>
                  <a:lnTo>
                    <a:pt x="8947262" y="1056607"/>
                  </a:lnTo>
                  <a:lnTo>
                    <a:pt x="8988973" y="979732"/>
                  </a:lnTo>
                  <a:lnTo>
                    <a:pt x="9030641" y="905379"/>
                  </a:lnTo>
                  <a:lnTo>
                    <a:pt x="9072309" y="833923"/>
                  </a:lnTo>
                  <a:lnTo>
                    <a:pt x="9114046" y="765665"/>
                  </a:lnTo>
                  <a:lnTo>
                    <a:pt x="9155955" y="700829"/>
                  </a:lnTo>
                  <a:lnTo>
                    <a:pt x="9198172" y="639567"/>
                  </a:lnTo>
                  <a:lnTo>
                    <a:pt x="9240876" y="581957"/>
                  </a:lnTo>
                  <a:lnTo>
                    <a:pt x="9284292" y="528011"/>
                  </a:lnTo>
                  <a:lnTo>
                    <a:pt x="9328702" y="477679"/>
                  </a:lnTo>
                  <a:lnTo>
                    <a:pt x="9347647" y="457682"/>
                  </a:lnTo>
                  <a:lnTo>
                    <a:pt x="9398691" y="408104"/>
                  </a:lnTo>
                  <a:lnTo>
                    <a:pt x="9452098" y="362761"/>
                  </a:lnTo>
                  <a:lnTo>
                    <a:pt x="9508519" y="321506"/>
                  </a:lnTo>
                  <a:lnTo>
                    <a:pt x="9568670" y="284058"/>
                  </a:lnTo>
                  <a:lnTo>
                    <a:pt x="9633291" y="250076"/>
                  </a:lnTo>
                  <a:lnTo>
                    <a:pt x="9703112" y="219207"/>
                  </a:lnTo>
                  <a:lnTo>
                    <a:pt x="9778804" y="191117"/>
                  </a:lnTo>
                  <a:lnTo>
                    <a:pt x="9860919" y="165510"/>
                  </a:lnTo>
                  <a:lnTo>
                    <a:pt x="9949804" y="142139"/>
                  </a:lnTo>
                  <a:lnTo>
                    <a:pt x="10045498" y="120810"/>
                  </a:lnTo>
                  <a:lnTo>
                    <a:pt x="10147603" y="101388"/>
                  </a:lnTo>
                  <a:lnTo>
                    <a:pt x="10255152" y="83793"/>
                  </a:lnTo>
                  <a:lnTo>
                    <a:pt x="10366484" y="67998"/>
                  </a:lnTo>
                  <a:lnTo>
                    <a:pt x="10479176" y="54015"/>
                  </a:lnTo>
                  <a:lnTo>
                    <a:pt x="10590082" y="41880"/>
                  </a:lnTo>
                  <a:lnTo>
                    <a:pt x="10695514" y="31629"/>
                  </a:lnTo>
                  <a:lnTo>
                    <a:pt x="10791598" y="23268"/>
                  </a:lnTo>
                  <a:lnTo>
                    <a:pt x="10874768" y="16752"/>
                  </a:lnTo>
                  <a:lnTo>
                    <a:pt x="10942318" y="11961"/>
                  </a:lnTo>
                  <a:lnTo>
                    <a:pt x="10992881" y="8702"/>
                  </a:lnTo>
                  <a:lnTo>
                    <a:pt x="11026720" y="6711"/>
                  </a:lnTo>
                  <a:lnTo>
                    <a:pt x="11045784" y="5685"/>
                  </a:lnTo>
                  <a:lnTo>
                    <a:pt x="11053565" y="530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0" y="49"/>
                  </a:lnTo>
                  <a:lnTo>
                    <a:pt x="11046669" y="400"/>
                  </a:lnTo>
                  <a:lnTo>
                    <a:pt x="11028550" y="1369"/>
                  </a:lnTo>
                  <a:lnTo>
                    <a:pt x="10995857" y="3279"/>
                  </a:lnTo>
                  <a:lnTo>
                    <a:pt x="10946525" y="6438"/>
                  </a:lnTo>
                  <a:lnTo>
                    <a:pt x="10880169" y="11111"/>
                  </a:lnTo>
                  <a:lnTo>
                    <a:pt x="10798045" y="17498"/>
                  </a:lnTo>
                  <a:lnTo>
                    <a:pt x="10702777" y="25724"/>
                  </a:lnTo>
                  <a:lnTo>
                    <a:pt x="10597888" y="35840"/>
                  </a:lnTo>
                  <a:lnTo>
                    <a:pt x="10487247" y="47840"/>
                  </a:lnTo>
                  <a:lnTo>
                    <a:pt x="10374571" y="61692"/>
                  </a:lnTo>
                  <a:lnTo>
                    <a:pt x="10263051" y="77358"/>
                  </a:lnTo>
                  <a:lnTo>
                    <a:pt x="10155166" y="94823"/>
                  </a:lnTo>
                  <a:lnTo>
                    <a:pt x="10052629" y="114111"/>
                  </a:lnTo>
                  <a:lnTo>
                    <a:pt x="9956456" y="135300"/>
                  </a:lnTo>
                  <a:lnTo>
                    <a:pt x="9867079" y="158518"/>
                  </a:lnTo>
                  <a:lnTo>
                    <a:pt x="9784486" y="183957"/>
                  </a:lnTo>
                  <a:lnTo>
                    <a:pt x="9708348" y="211859"/>
                  </a:lnTo>
                  <a:lnTo>
                    <a:pt x="9638126" y="242518"/>
                  </a:lnTo>
                  <a:lnTo>
                    <a:pt x="9573156" y="276264"/>
                  </a:lnTo>
                  <a:lnTo>
                    <a:pt x="9512709" y="313451"/>
                  </a:lnTo>
                  <a:lnTo>
                    <a:pt x="9456044" y="354422"/>
                  </a:lnTo>
                  <a:lnTo>
                    <a:pt x="9402443" y="399465"/>
                  </a:lnTo>
                  <a:lnTo>
                    <a:pt x="9351249" y="448737"/>
                  </a:lnTo>
                  <a:lnTo>
                    <a:pt x="9347647" y="452441"/>
                  </a:lnTo>
                  <a:lnTo>
                    <a:pt x="9302723" y="501289"/>
                  </a:lnTo>
                  <a:lnTo>
                    <a:pt x="9258929" y="553715"/>
                  </a:lnTo>
                  <a:lnTo>
                    <a:pt x="9215957" y="609791"/>
                  </a:lnTo>
                  <a:lnTo>
                    <a:pt x="9173561" y="669531"/>
                  </a:lnTo>
                  <a:lnTo>
                    <a:pt x="9131542" y="732886"/>
                  </a:lnTo>
                  <a:lnTo>
                    <a:pt x="9089748" y="799737"/>
                  </a:lnTo>
                  <a:lnTo>
                    <a:pt x="9048061" y="869888"/>
                  </a:lnTo>
                  <a:lnTo>
                    <a:pt x="9006399" y="943071"/>
                  </a:lnTo>
                  <a:lnTo>
                    <a:pt x="8964710" y="1018941"/>
                  </a:lnTo>
                  <a:lnTo>
                    <a:pt x="8922965" y="1097085"/>
                  </a:lnTo>
                  <a:lnTo>
                    <a:pt x="8881156" y="1177027"/>
                  </a:lnTo>
                  <a:lnTo>
                    <a:pt x="8839294" y="1258240"/>
                  </a:lnTo>
                  <a:lnTo>
                    <a:pt x="8797399" y="1340161"/>
                  </a:lnTo>
                  <a:lnTo>
                    <a:pt x="8755498" y="1422205"/>
                  </a:lnTo>
                  <a:lnTo>
                    <a:pt x="8713619" y="1503785"/>
                  </a:lnTo>
                  <a:lnTo>
                    <a:pt x="8671786" y="1584325"/>
                  </a:lnTo>
                  <a:lnTo>
                    <a:pt x="8630015" y="1663281"/>
                  </a:lnTo>
                  <a:lnTo>
                    <a:pt x="8588304" y="1740156"/>
                  </a:lnTo>
                  <a:lnTo>
                    <a:pt x="8546636" y="1814509"/>
                  </a:lnTo>
                  <a:lnTo>
                    <a:pt x="8504968" y="1885965"/>
                  </a:lnTo>
                  <a:lnTo>
                    <a:pt x="8463230" y="1954224"/>
                  </a:lnTo>
                  <a:lnTo>
                    <a:pt x="8421322" y="2019059"/>
                  </a:lnTo>
                  <a:lnTo>
                    <a:pt x="8379105" y="2080321"/>
                  </a:lnTo>
                  <a:lnTo>
                    <a:pt x="8336401" y="2137931"/>
                  </a:lnTo>
                  <a:lnTo>
                    <a:pt x="8292984" y="2191877"/>
                  </a:lnTo>
                  <a:lnTo>
                    <a:pt x="8248574" y="2242209"/>
                  </a:lnTo>
                  <a:lnTo>
                    <a:pt x="8229629" y="2262207"/>
                  </a:lnTo>
                  <a:lnTo>
                    <a:pt x="8178586" y="2311784"/>
                  </a:lnTo>
                  <a:lnTo>
                    <a:pt x="8125179" y="2357127"/>
                  </a:lnTo>
                  <a:lnTo>
                    <a:pt x="8068757" y="2398382"/>
                  </a:lnTo>
                  <a:lnTo>
                    <a:pt x="8008607" y="2435830"/>
                  </a:lnTo>
                  <a:lnTo>
                    <a:pt x="7943986" y="2469812"/>
                  </a:lnTo>
                  <a:lnTo>
                    <a:pt x="7874165" y="2500681"/>
                  </a:lnTo>
                  <a:lnTo>
                    <a:pt x="7798472" y="2528771"/>
                  </a:lnTo>
                  <a:lnTo>
                    <a:pt x="7716357" y="2554378"/>
                  </a:lnTo>
                  <a:lnTo>
                    <a:pt x="7627473" y="2577749"/>
                  </a:lnTo>
                  <a:lnTo>
                    <a:pt x="7531779" y="2599078"/>
                  </a:lnTo>
                  <a:lnTo>
                    <a:pt x="7429673" y="2618500"/>
                  </a:lnTo>
                  <a:lnTo>
                    <a:pt x="7322124" y="2636095"/>
                  </a:lnTo>
                  <a:lnTo>
                    <a:pt x="7210793" y="2651890"/>
                  </a:lnTo>
                  <a:lnTo>
                    <a:pt x="7098101" y="2665873"/>
                  </a:lnTo>
                  <a:lnTo>
                    <a:pt x="6987194" y="2678008"/>
                  </a:lnTo>
                  <a:lnTo>
                    <a:pt x="6881762" y="2688260"/>
                  </a:lnTo>
                  <a:lnTo>
                    <a:pt x="6785678" y="2696620"/>
                  </a:lnTo>
                  <a:lnTo>
                    <a:pt x="6702508" y="2703137"/>
                  </a:lnTo>
                  <a:lnTo>
                    <a:pt x="6634958" y="2707927"/>
                  </a:lnTo>
                  <a:lnTo>
                    <a:pt x="6584396" y="2711187"/>
                  </a:lnTo>
                  <a:lnTo>
                    <a:pt x="6550557" y="2713177"/>
                  </a:lnTo>
                  <a:lnTo>
                    <a:pt x="6531492" y="2714203"/>
                  </a:lnTo>
                  <a:lnTo>
                    <a:pt x="6523712" y="2714587"/>
                  </a:lnTo>
                  <a:lnTo>
                    <a:pt x="6522385" y="2714648"/>
                  </a:lnTo>
                  <a:lnTo>
                    <a:pt x="5527445" y="2714648"/>
                  </a:lnTo>
                  <a:lnTo>
                    <a:pt x="5526314" y="2714663"/>
                  </a:lnTo>
                  <a:lnTo>
                    <a:pt x="5518845" y="2714769"/>
                  </a:lnTo>
                  <a:lnTo>
                    <a:pt x="5499918" y="2715061"/>
                  </a:lnTo>
                  <a:lnTo>
                    <a:pt x="5465825" y="2715637"/>
                  </a:lnTo>
                  <a:lnTo>
                    <a:pt x="5414497" y="2716589"/>
                  </a:lnTo>
                  <a:lnTo>
                    <a:pt x="5345654" y="2717995"/>
                  </a:lnTo>
                  <a:lnTo>
                    <a:pt x="5260751" y="2719914"/>
                  </a:lnTo>
                  <a:lnTo>
                    <a:pt x="5162655" y="2722382"/>
                  </a:lnTo>
                  <a:lnTo>
                    <a:pt x="5055126" y="2725410"/>
                  </a:lnTo>
                  <a:lnTo>
                    <a:pt x="4942223" y="2728997"/>
                  </a:lnTo>
                  <a:lnTo>
                    <a:pt x="4827776" y="2733132"/>
                  </a:lnTo>
                  <a:lnTo>
                    <a:pt x="4715017" y="2737803"/>
                  </a:lnTo>
                  <a:lnTo>
                    <a:pt x="4606395" y="2743009"/>
                  </a:lnTo>
                  <a:lnTo>
                    <a:pt x="4503556" y="2748758"/>
                  </a:lnTo>
                  <a:lnTo>
                    <a:pt x="4407424" y="2755079"/>
                  </a:lnTo>
                  <a:lnTo>
                    <a:pt x="4318335" y="2762014"/>
                  </a:lnTo>
                  <a:lnTo>
                    <a:pt x="4236184" y="2769624"/>
                  </a:lnTo>
                  <a:lnTo>
                    <a:pt x="4160560" y="2777987"/>
                  </a:lnTo>
                  <a:lnTo>
                    <a:pt x="4090856" y="2787195"/>
                  </a:lnTo>
                  <a:lnTo>
                    <a:pt x="4026349" y="2797349"/>
                  </a:lnTo>
                  <a:lnTo>
                    <a:pt x="3966269" y="2808557"/>
                  </a:lnTo>
                  <a:lnTo>
                    <a:pt x="3909843" y="2820919"/>
                  </a:lnTo>
                  <a:lnTo>
                    <a:pt x="3856334" y="2834510"/>
                  </a:lnTo>
                  <a:lnTo>
                    <a:pt x="3820202" y="2844790"/>
                  </a:lnTo>
                  <a:lnTo>
                    <a:pt x="3761449" y="2863455"/>
                  </a:lnTo>
                  <a:lnTo>
                    <a:pt x="3704473" y="2883906"/>
                  </a:lnTo>
                  <a:lnTo>
                    <a:pt x="3648644" y="2906175"/>
                  </a:lnTo>
                  <a:lnTo>
                    <a:pt x="3593490" y="2930238"/>
                  </a:lnTo>
                  <a:lnTo>
                    <a:pt x="3538668" y="2956012"/>
                  </a:lnTo>
                  <a:lnTo>
                    <a:pt x="3483949" y="2983351"/>
                  </a:lnTo>
                  <a:lnTo>
                    <a:pt x="3429193" y="3012043"/>
                  </a:lnTo>
                  <a:lnTo>
                    <a:pt x="3374338" y="3041817"/>
                  </a:lnTo>
                  <a:lnTo>
                    <a:pt x="3319380" y="3072353"/>
                  </a:lnTo>
                  <a:lnTo>
                    <a:pt x="3264359" y="3103291"/>
                  </a:lnTo>
                  <a:lnTo>
                    <a:pt x="3209334" y="3134250"/>
                  </a:lnTo>
                  <a:lnTo>
                    <a:pt x="3154367" y="3164851"/>
                  </a:lnTo>
                  <a:lnTo>
                    <a:pt x="3099499" y="3194731"/>
                  </a:lnTo>
                  <a:lnTo>
                    <a:pt x="3044733" y="3223562"/>
                  </a:lnTo>
                  <a:lnTo>
                    <a:pt x="2990015" y="3251068"/>
                  </a:lnTo>
                  <a:lnTo>
                    <a:pt x="2935216" y="3277031"/>
                  </a:lnTo>
                  <a:lnTo>
                    <a:pt x="2880115" y="3301296"/>
                  </a:lnTo>
                  <a:lnTo>
                    <a:pt x="2824385" y="3323774"/>
                  </a:lnTo>
                  <a:lnTo>
                    <a:pt x="2767570" y="3344434"/>
                  </a:lnTo>
                  <a:lnTo>
                    <a:pt x="2709060" y="3363301"/>
                  </a:lnTo>
                  <a:lnTo>
                    <a:pt x="2702183" y="3365360"/>
                  </a:lnTo>
                  <a:lnTo>
                    <a:pt x="2650324" y="3379834"/>
                  </a:lnTo>
                  <a:lnTo>
                    <a:pt x="2596017" y="3393052"/>
                  </a:lnTo>
                  <a:lnTo>
                    <a:pt x="2538578" y="3405059"/>
                  </a:lnTo>
                  <a:lnTo>
                    <a:pt x="2477257" y="3415942"/>
                  </a:lnTo>
                  <a:lnTo>
                    <a:pt x="2411276" y="3425802"/>
                  </a:lnTo>
                  <a:lnTo>
                    <a:pt x="2339875" y="3434747"/>
                  </a:lnTo>
                  <a:lnTo>
                    <a:pt x="2262357" y="3442876"/>
                  </a:lnTo>
                  <a:lnTo>
                    <a:pt x="2178164" y="3450277"/>
                  </a:lnTo>
                  <a:lnTo>
                    <a:pt x="2086964" y="3457022"/>
                  </a:lnTo>
                  <a:lnTo>
                    <a:pt x="1988768" y="3463169"/>
                  </a:lnTo>
                  <a:lnTo>
                    <a:pt x="1884074" y="3468754"/>
                  </a:lnTo>
                  <a:lnTo>
                    <a:pt x="1774008" y="3473799"/>
                  </a:lnTo>
                  <a:lnTo>
                    <a:pt x="1660450" y="3478311"/>
                  </a:lnTo>
                  <a:lnTo>
                    <a:pt x="1546094" y="3482283"/>
                  </a:lnTo>
                  <a:lnTo>
                    <a:pt x="1434377" y="3485704"/>
                  </a:lnTo>
                  <a:lnTo>
                    <a:pt x="1329244" y="3488565"/>
                  </a:lnTo>
                  <a:lnTo>
                    <a:pt x="1234726" y="3490866"/>
                  </a:lnTo>
                  <a:lnTo>
                    <a:pt x="1154377" y="3492627"/>
                  </a:lnTo>
                  <a:lnTo>
                    <a:pt x="1090691" y="3493891"/>
                  </a:lnTo>
                  <a:lnTo>
                    <a:pt x="1044626" y="3494721"/>
                  </a:lnTo>
                  <a:lnTo>
                    <a:pt x="1015360" y="3495202"/>
                  </a:lnTo>
                  <a:lnTo>
                    <a:pt x="1000314" y="3495429"/>
                  </a:lnTo>
                  <a:lnTo>
                    <a:pt x="995336" y="3495497"/>
                  </a:lnTo>
                  <a:lnTo>
                    <a:pt x="994940" y="3495502"/>
                  </a:lnTo>
                  <a:lnTo>
                    <a:pt x="0" y="3495502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61" name="pl1560"/>
            <p:cNvSpPr/>
            <p:nvPr/>
          </p:nvSpPr>
          <p:spPr>
            <a:xfrm>
              <a:off x="1199187" y="2022720"/>
              <a:ext cx="12049831" cy="3495502"/>
            </a:xfrm>
            <a:custGeom>
              <a:avLst/>
              <a:pathLst>
                <a:path w="12049831" h="3495502">
                  <a:moveTo>
                    <a:pt x="0" y="3495502"/>
                  </a:moveTo>
                  <a:lnTo>
                    <a:pt x="994940" y="3495502"/>
                  </a:lnTo>
                  <a:lnTo>
                    <a:pt x="996071" y="3495488"/>
                  </a:lnTo>
                  <a:lnTo>
                    <a:pt x="1003540" y="3495382"/>
                  </a:lnTo>
                  <a:lnTo>
                    <a:pt x="1022467" y="3495090"/>
                  </a:lnTo>
                  <a:lnTo>
                    <a:pt x="1056560" y="3494514"/>
                  </a:lnTo>
                  <a:lnTo>
                    <a:pt x="1107888" y="3493562"/>
                  </a:lnTo>
                  <a:lnTo>
                    <a:pt x="1176731" y="3492156"/>
                  </a:lnTo>
                  <a:lnTo>
                    <a:pt x="1261634" y="3490236"/>
                  </a:lnTo>
                  <a:lnTo>
                    <a:pt x="1359730" y="3487769"/>
                  </a:lnTo>
                  <a:lnTo>
                    <a:pt x="1467259" y="3484740"/>
                  </a:lnTo>
                  <a:lnTo>
                    <a:pt x="1580162" y="3481153"/>
                  </a:lnTo>
                  <a:lnTo>
                    <a:pt x="1694609" y="3477019"/>
                  </a:lnTo>
                  <a:lnTo>
                    <a:pt x="1807368" y="3472347"/>
                  </a:lnTo>
                  <a:lnTo>
                    <a:pt x="1915990" y="3467142"/>
                  </a:lnTo>
                  <a:lnTo>
                    <a:pt x="2018829" y="3461392"/>
                  </a:lnTo>
                  <a:lnTo>
                    <a:pt x="2114961" y="3455071"/>
                  </a:lnTo>
                  <a:lnTo>
                    <a:pt x="2204050" y="3448136"/>
                  </a:lnTo>
                  <a:lnTo>
                    <a:pt x="2286201" y="3440526"/>
                  </a:lnTo>
                  <a:lnTo>
                    <a:pt x="2361824" y="3432163"/>
                  </a:lnTo>
                  <a:lnTo>
                    <a:pt x="2431529" y="3422956"/>
                  </a:lnTo>
                  <a:lnTo>
                    <a:pt x="2496036" y="3412801"/>
                  </a:lnTo>
                  <a:lnTo>
                    <a:pt x="2556116" y="3401593"/>
                  </a:lnTo>
                  <a:lnTo>
                    <a:pt x="2612542" y="3389232"/>
                  </a:lnTo>
                  <a:lnTo>
                    <a:pt x="2666051" y="3375640"/>
                  </a:lnTo>
                  <a:lnTo>
                    <a:pt x="2702183" y="3365360"/>
                  </a:lnTo>
                  <a:lnTo>
                    <a:pt x="2760936" y="3346696"/>
                  </a:lnTo>
                  <a:lnTo>
                    <a:pt x="2817912" y="3326244"/>
                  </a:lnTo>
                  <a:lnTo>
                    <a:pt x="2873741" y="3303975"/>
                  </a:lnTo>
                  <a:lnTo>
                    <a:pt x="2928895" y="3279912"/>
                  </a:lnTo>
                  <a:lnTo>
                    <a:pt x="2983717" y="3254138"/>
                  </a:lnTo>
                  <a:lnTo>
                    <a:pt x="3038436" y="3226800"/>
                  </a:lnTo>
                  <a:lnTo>
                    <a:pt x="3093192" y="3198108"/>
                  </a:lnTo>
                  <a:lnTo>
                    <a:pt x="3148047" y="3168333"/>
                  </a:lnTo>
                  <a:lnTo>
                    <a:pt x="3203005" y="3137797"/>
                  </a:lnTo>
                  <a:lnTo>
                    <a:pt x="3258026" y="3106860"/>
                  </a:lnTo>
                  <a:lnTo>
                    <a:pt x="3313051" y="3075900"/>
                  </a:lnTo>
                  <a:lnTo>
                    <a:pt x="3368018" y="3045299"/>
                  </a:lnTo>
                  <a:lnTo>
                    <a:pt x="3422886" y="3015420"/>
                  </a:lnTo>
                  <a:lnTo>
                    <a:pt x="3477652" y="2986588"/>
                  </a:lnTo>
                  <a:lnTo>
                    <a:pt x="3532370" y="2959082"/>
                  </a:lnTo>
                  <a:lnTo>
                    <a:pt x="3587169" y="2933120"/>
                  </a:lnTo>
                  <a:lnTo>
                    <a:pt x="3642270" y="2908854"/>
                  </a:lnTo>
                  <a:lnTo>
                    <a:pt x="3698000" y="2886377"/>
                  </a:lnTo>
                  <a:lnTo>
                    <a:pt x="3754815" y="2865716"/>
                  </a:lnTo>
                  <a:lnTo>
                    <a:pt x="3813325" y="2846849"/>
                  </a:lnTo>
                  <a:lnTo>
                    <a:pt x="3820202" y="2844790"/>
                  </a:lnTo>
                  <a:lnTo>
                    <a:pt x="3872061" y="2830316"/>
                  </a:lnTo>
                  <a:lnTo>
                    <a:pt x="3926368" y="2817098"/>
                  </a:lnTo>
                  <a:lnTo>
                    <a:pt x="3983807" y="2805091"/>
                  </a:lnTo>
                  <a:lnTo>
                    <a:pt x="4045128" y="2794209"/>
                  </a:lnTo>
                  <a:lnTo>
                    <a:pt x="4111109" y="2784348"/>
                  </a:lnTo>
                  <a:lnTo>
                    <a:pt x="4182510" y="2775404"/>
                  </a:lnTo>
                  <a:lnTo>
                    <a:pt x="4260028" y="2767275"/>
                  </a:lnTo>
                  <a:lnTo>
                    <a:pt x="4344221" y="2759874"/>
                  </a:lnTo>
                  <a:lnTo>
                    <a:pt x="4435421" y="2753128"/>
                  </a:lnTo>
                  <a:lnTo>
                    <a:pt x="4533617" y="2746982"/>
                  </a:lnTo>
                  <a:lnTo>
                    <a:pt x="4638311" y="2741397"/>
                  </a:lnTo>
                  <a:lnTo>
                    <a:pt x="4748377" y="2736351"/>
                  </a:lnTo>
                  <a:lnTo>
                    <a:pt x="4861935" y="2731840"/>
                  </a:lnTo>
                  <a:lnTo>
                    <a:pt x="4976291" y="2727868"/>
                  </a:lnTo>
                  <a:lnTo>
                    <a:pt x="5088008" y="2724446"/>
                  </a:lnTo>
                  <a:lnTo>
                    <a:pt x="5193141" y="2721586"/>
                  </a:lnTo>
                  <a:lnTo>
                    <a:pt x="5287659" y="2719284"/>
                  </a:lnTo>
                  <a:lnTo>
                    <a:pt x="5368008" y="2717523"/>
                  </a:lnTo>
                  <a:lnTo>
                    <a:pt x="5431694" y="2716260"/>
                  </a:lnTo>
                  <a:lnTo>
                    <a:pt x="5477759" y="2715429"/>
                  </a:lnTo>
                  <a:lnTo>
                    <a:pt x="5507025" y="2714948"/>
                  </a:lnTo>
                  <a:lnTo>
                    <a:pt x="5522071" y="2714722"/>
                  </a:lnTo>
                  <a:lnTo>
                    <a:pt x="5527049" y="2714653"/>
                  </a:lnTo>
                  <a:lnTo>
                    <a:pt x="5527445" y="2714648"/>
                  </a:lnTo>
                  <a:lnTo>
                    <a:pt x="6522385" y="2714648"/>
                  </a:lnTo>
                  <a:lnTo>
                    <a:pt x="6523466" y="2714599"/>
                  </a:lnTo>
                  <a:lnTo>
                    <a:pt x="6530607" y="2714248"/>
                  </a:lnTo>
                  <a:lnTo>
                    <a:pt x="6548727" y="2713279"/>
                  </a:lnTo>
                  <a:lnTo>
                    <a:pt x="6581420" y="2711368"/>
                  </a:lnTo>
                  <a:lnTo>
                    <a:pt x="6630752" y="2708209"/>
                  </a:lnTo>
                  <a:lnTo>
                    <a:pt x="6697108" y="2703536"/>
                  </a:lnTo>
                  <a:lnTo>
                    <a:pt x="6779232" y="2697149"/>
                  </a:lnTo>
                  <a:lnTo>
                    <a:pt x="6874500" y="2688923"/>
                  </a:lnTo>
                  <a:lnTo>
                    <a:pt x="6979389" y="2678808"/>
                  </a:lnTo>
                  <a:lnTo>
                    <a:pt x="7090029" y="2666807"/>
                  </a:lnTo>
                  <a:lnTo>
                    <a:pt x="7202706" y="2652956"/>
                  </a:lnTo>
                  <a:lnTo>
                    <a:pt x="7314225" y="2637290"/>
                  </a:lnTo>
                  <a:lnTo>
                    <a:pt x="7422110" y="2619825"/>
                  </a:lnTo>
                  <a:lnTo>
                    <a:pt x="7524647" y="2600536"/>
                  </a:lnTo>
                  <a:lnTo>
                    <a:pt x="7620821" y="2579348"/>
                  </a:lnTo>
                  <a:lnTo>
                    <a:pt x="7710198" y="2556129"/>
                  </a:lnTo>
                  <a:lnTo>
                    <a:pt x="7792791" y="2530691"/>
                  </a:lnTo>
                  <a:lnTo>
                    <a:pt x="7868928" y="2502789"/>
                  </a:lnTo>
                  <a:lnTo>
                    <a:pt x="7939150" y="2472130"/>
                  </a:lnTo>
                  <a:lnTo>
                    <a:pt x="8004121" y="2438383"/>
                  </a:lnTo>
                  <a:lnTo>
                    <a:pt x="8064568" y="2401196"/>
                  </a:lnTo>
                  <a:lnTo>
                    <a:pt x="8121233" y="2360225"/>
                  </a:lnTo>
                  <a:lnTo>
                    <a:pt x="8174834" y="2315183"/>
                  </a:lnTo>
                  <a:lnTo>
                    <a:pt x="8226027" y="2265910"/>
                  </a:lnTo>
                  <a:lnTo>
                    <a:pt x="8229629" y="2262207"/>
                  </a:lnTo>
                  <a:lnTo>
                    <a:pt x="8274553" y="2213358"/>
                  </a:lnTo>
                  <a:lnTo>
                    <a:pt x="8318348" y="2160933"/>
                  </a:lnTo>
                  <a:lnTo>
                    <a:pt x="8361319" y="2104857"/>
                  </a:lnTo>
                  <a:lnTo>
                    <a:pt x="8403716" y="2045116"/>
                  </a:lnTo>
                  <a:lnTo>
                    <a:pt x="8445734" y="1981761"/>
                  </a:lnTo>
                  <a:lnTo>
                    <a:pt x="8487529" y="1914911"/>
                  </a:lnTo>
                  <a:lnTo>
                    <a:pt x="8529216" y="1844759"/>
                  </a:lnTo>
                  <a:lnTo>
                    <a:pt x="8570877" y="1771577"/>
                  </a:lnTo>
                  <a:lnTo>
                    <a:pt x="8612567" y="1695706"/>
                  </a:lnTo>
                  <a:lnTo>
                    <a:pt x="8654312" y="1617563"/>
                  </a:lnTo>
                  <a:lnTo>
                    <a:pt x="8696120" y="1537621"/>
                  </a:lnTo>
                  <a:lnTo>
                    <a:pt x="8737982" y="1456407"/>
                  </a:lnTo>
                  <a:lnTo>
                    <a:pt x="8779877" y="1374486"/>
                  </a:lnTo>
                  <a:lnTo>
                    <a:pt x="8821779" y="1292442"/>
                  </a:lnTo>
                  <a:lnTo>
                    <a:pt x="8863657" y="1210863"/>
                  </a:lnTo>
                  <a:lnTo>
                    <a:pt x="8905490" y="1130323"/>
                  </a:lnTo>
                  <a:lnTo>
                    <a:pt x="8947262" y="1051366"/>
                  </a:lnTo>
                  <a:lnTo>
                    <a:pt x="8988973" y="974491"/>
                  </a:lnTo>
                  <a:lnTo>
                    <a:pt x="9030641" y="900139"/>
                  </a:lnTo>
                  <a:lnTo>
                    <a:pt x="9072309" y="828682"/>
                  </a:lnTo>
                  <a:lnTo>
                    <a:pt x="9114046" y="760424"/>
                  </a:lnTo>
                  <a:lnTo>
                    <a:pt x="9155955" y="695588"/>
                  </a:lnTo>
                  <a:lnTo>
                    <a:pt x="9198172" y="634326"/>
                  </a:lnTo>
                  <a:lnTo>
                    <a:pt x="9240876" y="576716"/>
                  </a:lnTo>
                  <a:lnTo>
                    <a:pt x="9284292" y="522770"/>
                  </a:lnTo>
                  <a:lnTo>
                    <a:pt x="9328702" y="472438"/>
                  </a:lnTo>
                  <a:lnTo>
                    <a:pt x="9347647" y="452441"/>
                  </a:lnTo>
                  <a:lnTo>
                    <a:pt x="9398691" y="402864"/>
                  </a:lnTo>
                  <a:lnTo>
                    <a:pt x="9452098" y="357520"/>
                  </a:lnTo>
                  <a:lnTo>
                    <a:pt x="9508519" y="316265"/>
                  </a:lnTo>
                  <a:lnTo>
                    <a:pt x="9568670" y="278818"/>
                  </a:lnTo>
                  <a:lnTo>
                    <a:pt x="9633291" y="244836"/>
                  </a:lnTo>
                  <a:lnTo>
                    <a:pt x="9703112" y="213967"/>
                  </a:lnTo>
                  <a:lnTo>
                    <a:pt x="9778804" y="185877"/>
                  </a:lnTo>
                  <a:lnTo>
                    <a:pt x="9860919" y="160270"/>
                  </a:lnTo>
                  <a:lnTo>
                    <a:pt x="9949804" y="136898"/>
                  </a:lnTo>
                  <a:lnTo>
                    <a:pt x="10045498" y="115570"/>
                  </a:lnTo>
                  <a:lnTo>
                    <a:pt x="10147603" y="96147"/>
                  </a:lnTo>
                  <a:lnTo>
                    <a:pt x="10255152" y="78553"/>
                  </a:lnTo>
                  <a:lnTo>
                    <a:pt x="10366484" y="62757"/>
                  </a:lnTo>
                  <a:lnTo>
                    <a:pt x="10479176" y="48774"/>
                  </a:lnTo>
                  <a:lnTo>
                    <a:pt x="10590082" y="36639"/>
                  </a:lnTo>
                  <a:lnTo>
                    <a:pt x="10695514" y="26388"/>
                  </a:lnTo>
                  <a:lnTo>
                    <a:pt x="10791598" y="18027"/>
                  </a:lnTo>
                  <a:lnTo>
                    <a:pt x="10874768" y="11511"/>
                  </a:lnTo>
                  <a:lnTo>
                    <a:pt x="10942318" y="6721"/>
                  </a:lnTo>
                  <a:lnTo>
                    <a:pt x="10992881" y="3461"/>
                  </a:lnTo>
                  <a:lnTo>
                    <a:pt x="11026720" y="1471"/>
                  </a:lnTo>
                  <a:lnTo>
                    <a:pt x="11045784" y="445"/>
                  </a:lnTo>
                  <a:lnTo>
                    <a:pt x="11053565" y="60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2" name="pl1561"/>
            <p:cNvSpPr/>
            <p:nvPr/>
          </p:nvSpPr>
          <p:spPr>
            <a:xfrm>
              <a:off x="1199187" y="2017479"/>
              <a:ext cx="12049831" cy="3495502"/>
            </a:xfrm>
            <a:custGeom>
              <a:avLst/>
              <a:pathLst>
                <a:path w="12049831" h="3495502">
                  <a:moveTo>
                    <a:pt x="12049831" y="0"/>
                  </a:moveTo>
                  <a:lnTo>
                    <a:pt x="11054891" y="0"/>
                  </a:lnTo>
                  <a:lnTo>
                    <a:pt x="11053810" y="49"/>
                  </a:lnTo>
                  <a:lnTo>
                    <a:pt x="11046669" y="400"/>
                  </a:lnTo>
                  <a:lnTo>
                    <a:pt x="11028550" y="1369"/>
                  </a:lnTo>
                  <a:lnTo>
                    <a:pt x="10995857" y="3279"/>
                  </a:lnTo>
                  <a:lnTo>
                    <a:pt x="10946525" y="6438"/>
                  </a:lnTo>
                  <a:lnTo>
                    <a:pt x="10880169" y="11111"/>
                  </a:lnTo>
                  <a:lnTo>
                    <a:pt x="10798045" y="17498"/>
                  </a:lnTo>
                  <a:lnTo>
                    <a:pt x="10702777" y="25724"/>
                  </a:lnTo>
                  <a:lnTo>
                    <a:pt x="10597888" y="35840"/>
                  </a:lnTo>
                  <a:lnTo>
                    <a:pt x="10487247" y="47840"/>
                  </a:lnTo>
                  <a:lnTo>
                    <a:pt x="10374571" y="61692"/>
                  </a:lnTo>
                  <a:lnTo>
                    <a:pt x="10263051" y="77358"/>
                  </a:lnTo>
                  <a:lnTo>
                    <a:pt x="10155166" y="94823"/>
                  </a:lnTo>
                  <a:lnTo>
                    <a:pt x="10052629" y="114111"/>
                  </a:lnTo>
                  <a:lnTo>
                    <a:pt x="9956456" y="135300"/>
                  </a:lnTo>
                  <a:lnTo>
                    <a:pt x="9867079" y="158518"/>
                  </a:lnTo>
                  <a:lnTo>
                    <a:pt x="9784486" y="183957"/>
                  </a:lnTo>
                  <a:lnTo>
                    <a:pt x="9708348" y="211859"/>
                  </a:lnTo>
                  <a:lnTo>
                    <a:pt x="9638126" y="242518"/>
                  </a:lnTo>
                  <a:lnTo>
                    <a:pt x="9573156" y="276264"/>
                  </a:lnTo>
                  <a:lnTo>
                    <a:pt x="9512709" y="313451"/>
                  </a:lnTo>
                  <a:lnTo>
                    <a:pt x="9456044" y="354422"/>
                  </a:lnTo>
                  <a:lnTo>
                    <a:pt x="9402443" y="399465"/>
                  </a:lnTo>
                  <a:lnTo>
                    <a:pt x="9351249" y="448737"/>
                  </a:lnTo>
                  <a:lnTo>
                    <a:pt x="9347647" y="452441"/>
                  </a:lnTo>
                  <a:lnTo>
                    <a:pt x="9302723" y="501289"/>
                  </a:lnTo>
                  <a:lnTo>
                    <a:pt x="9258929" y="553715"/>
                  </a:lnTo>
                  <a:lnTo>
                    <a:pt x="9215957" y="609791"/>
                  </a:lnTo>
                  <a:lnTo>
                    <a:pt x="9173561" y="669531"/>
                  </a:lnTo>
                  <a:lnTo>
                    <a:pt x="9131542" y="732886"/>
                  </a:lnTo>
                  <a:lnTo>
                    <a:pt x="9089748" y="799737"/>
                  </a:lnTo>
                  <a:lnTo>
                    <a:pt x="9048061" y="869888"/>
                  </a:lnTo>
                  <a:lnTo>
                    <a:pt x="9006399" y="943071"/>
                  </a:lnTo>
                  <a:lnTo>
                    <a:pt x="8964710" y="1018941"/>
                  </a:lnTo>
                  <a:lnTo>
                    <a:pt x="8922965" y="1097085"/>
                  </a:lnTo>
                  <a:lnTo>
                    <a:pt x="8881156" y="1177027"/>
                  </a:lnTo>
                  <a:lnTo>
                    <a:pt x="8839294" y="1258240"/>
                  </a:lnTo>
                  <a:lnTo>
                    <a:pt x="8797399" y="1340161"/>
                  </a:lnTo>
                  <a:lnTo>
                    <a:pt x="8755498" y="1422205"/>
                  </a:lnTo>
                  <a:lnTo>
                    <a:pt x="8713619" y="1503785"/>
                  </a:lnTo>
                  <a:lnTo>
                    <a:pt x="8671786" y="1584325"/>
                  </a:lnTo>
                  <a:lnTo>
                    <a:pt x="8630015" y="1663281"/>
                  </a:lnTo>
                  <a:lnTo>
                    <a:pt x="8588304" y="1740156"/>
                  </a:lnTo>
                  <a:lnTo>
                    <a:pt x="8546636" y="1814509"/>
                  </a:lnTo>
                  <a:lnTo>
                    <a:pt x="8504968" y="1885965"/>
                  </a:lnTo>
                  <a:lnTo>
                    <a:pt x="8463230" y="1954224"/>
                  </a:lnTo>
                  <a:lnTo>
                    <a:pt x="8421322" y="2019059"/>
                  </a:lnTo>
                  <a:lnTo>
                    <a:pt x="8379105" y="2080321"/>
                  </a:lnTo>
                  <a:lnTo>
                    <a:pt x="8336401" y="2137931"/>
                  </a:lnTo>
                  <a:lnTo>
                    <a:pt x="8292984" y="2191877"/>
                  </a:lnTo>
                  <a:lnTo>
                    <a:pt x="8248574" y="2242209"/>
                  </a:lnTo>
                  <a:lnTo>
                    <a:pt x="8229629" y="2262207"/>
                  </a:lnTo>
                  <a:lnTo>
                    <a:pt x="8178586" y="2311784"/>
                  </a:lnTo>
                  <a:lnTo>
                    <a:pt x="8125179" y="2357127"/>
                  </a:lnTo>
                  <a:lnTo>
                    <a:pt x="8068757" y="2398382"/>
                  </a:lnTo>
                  <a:lnTo>
                    <a:pt x="8008607" y="2435830"/>
                  </a:lnTo>
                  <a:lnTo>
                    <a:pt x="7943986" y="2469812"/>
                  </a:lnTo>
                  <a:lnTo>
                    <a:pt x="7874165" y="2500681"/>
                  </a:lnTo>
                  <a:lnTo>
                    <a:pt x="7798472" y="2528771"/>
                  </a:lnTo>
                  <a:lnTo>
                    <a:pt x="7716357" y="2554378"/>
                  </a:lnTo>
                  <a:lnTo>
                    <a:pt x="7627473" y="2577749"/>
                  </a:lnTo>
                  <a:lnTo>
                    <a:pt x="7531779" y="2599078"/>
                  </a:lnTo>
                  <a:lnTo>
                    <a:pt x="7429673" y="2618500"/>
                  </a:lnTo>
                  <a:lnTo>
                    <a:pt x="7322124" y="2636095"/>
                  </a:lnTo>
                  <a:lnTo>
                    <a:pt x="7210793" y="2651890"/>
                  </a:lnTo>
                  <a:lnTo>
                    <a:pt x="7098101" y="2665873"/>
                  </a:lnTo>
                  <a:lnTo>
                    <a:pt x="6987194" y="2678008"/>
                  </a:lnTo>
                  <a:lnTo>
                    <a:pt x="6881762" y="2688260"/>
                  </a:lnTo>
                  <a:lnTo>
                    <a:pt x="6785678" y="2696620"/>
                  </a:lnTo>
                  <a:lnTo>
                    <a:pt x="6702508" y="2703137"/>
                  </a:lnTo>
                  <a:lnTo>
                    <a:pt x="6634958" y="2707927"/>
                  </a:lnTo>
                  <a:lnTo>
                    <a:pt x="6584396" y="2711187"/>
                  </a:lnTo>
                  <a:lnTo>
                    <a:pt x="6550557" y="2713177"/>
                  </a:lnTo>
                  <a:lnTo>
                    <a:pt x="6531492" y="2714203"/>
                  </a:lnTo>
                  <a:lnTo>
                    <a:pt x="6523712" y="2714587"/>
                  </a:lnTo>
                  <a:lnTo>
                    <a:pt x="6522386" y="2714648"/>
                  </a:lnTo>
                  <a:lnTo>
                    <a:pt x="6522385" y="2714648"/>
                  </a:lnTo>
                  <a:lnTo>
                    <a:pt x="5527445" y="2714648"/>
                  </a:lnTo>
                  <a:lnTo>
                    <a:pt x="5526314" y="2714663"/>
                  </a:lnTo>
                  <a:lnTo>
                    <a:pt x="5518845" y="2714769"/>
                  </a:lnTo>
                  <a:lnTo>
                    <a:pt x="5499918" y="2715061"/>
                  </a:lnTo>
                  <a:lnTo>
                    <a:pt x="5465825" y="2715637"/>
                  </a:lnTo>
                  <a:lnTo>
                    <a:pt x="5414497" y="2716589"/>
                  </a:lnTo>
                  <a:lnTo>
                    <a:pt x="5345654" y="2717995"/>
                  </a:lnTo>
                  <a:lnTo>
                    <a:pt x="5260751" y="2719914"/>
                  </a:lnTo>
                  <a:lnTo>
                    <a:pt x="5162655" y="2722382"/>
                  </a:lnTo>
                  <a:lnTo>
                    <a:pt x="5055126" y="2725410"/>
                  </a:lnTo>
                  <a:lnTo>
                    <a:pt x="4942223" y="2728997"/>
                  </a:lnTo>
                  <a:lnTo>
                    <a:pt x="4827776" y="2733132"/>
                  </a:lnTo>
                  <a:lnTo>
                    <a:pt x="4715017" y="2737803"/>
                  </a:lnTo>
                  <a:lnTo>
                    <a:pt x="4606395" y="2743009"/>
                  </a:lnTo>
                  <a:lnTo>
                    <a:pt x="4503556" y="2748758"/>
                  </a:lnTo>
                  <a:lnTo>
                    <a:pt x="4407424" y="2755079"/>
                  </a:lnTo>
                  <a:lnTo>
                    <a:pt x="4318335" y="2762014"/>
                  </a:lnTo>
                  <a:lnTo>
                    <a:pt x="4236184" y="2769624"/>
                  </a:lnTo>
                  <a:lnTo>
                    <a:pt x="4160560" y="2777987"/>
                  </a:lnTo>
                  <a:lnTo>
                    <a:pt x="4090856" y="2787195"/>
                  </a:lnTo>
                  <a:lnTo>
                    <a:pt x="4026349" y="2797349"/>
                  </a:lnTo>
                  <a:lnTo>
                    <a:pt x="3966269" y="2808557"/>
                  </a:lnTo>
                  <a:lnTo>
                    <a:pt x="3909843" y="2820919"/>
                  </a:lnTo>
                  <a:lnTo>
                    <a:pt x="3856334" y="2834510"/>
                  </a:lnTo>
                  <a:lnTo>
                    <a:pt x="3820202" y="2844790"/>
                  </a:lnTo>
                  <a:lnTo>
                    <a:pt x="3761449" y="2863455"/>
                  </a:lnTo>
                  <a:lnTo>
                    <a:pt x="3704473" y="2883906"/>
                  </a:lnTo>
                  <a:lnTo>
                    <a:pt x="3648644" y="2906175"/>
                  </a:lnTo>
                  <a:lnTo>
                    <a:pt x="3593490" y="2930238"/>
                  </a:lnTo>
                  <a:lnTo>
                    <a:pt x="3538668" y="2956012"/>
                  </a:lnTo>
                  <a:lnTo>
                    <a:pt x="3483949" y="2983351"/>
                  </a:lnTo>
                  <a:lnTo>
                    <a:pt x="3429193" y="3012043"/>
                  </a:lnTo>
                  <a:lnTo>
                    <a:pt x="3374338" y="3041817"/>
                  </a:lnTo>
                  <a:lnTo>
                    <a:pt x="3319380" y="3072353"/>
                  </a:lnTo>
                  <a:lnTo>
                    <a:pt x="3264359" y="3103291"/>
                  </a:lnTo>
                  <a:lnTo>
                    <a:pt x="3209334" y="3134250"/>
                  </a:lnTo>
                  <a:lnTo>
                    <a:pt x="3154367" y="3164851"/>
                  </a:lnTo>
                  <a:lnTo>
                    <a:pt x="3099499" y="3194731"/>
                  </a:lnTo>
                  <a:lnTo>
                    <a:pt x="3044733" y="3223562"/>
                  </a:lnTo>
                  <a:lnTo>
                    <a:pt x="2990015" y="3251068"/>
                  </a:lnTo>
                  <a:lnTo>
                    <a:pt x="2935216" y="3277031"/>
                  </a:lnTo>
                  <a:lnTo>
                    <a:pt x="2880115" y="3301296"/>
                  </a:lnTo>
                  <a:lnTo>
                    <a:pt x="2824385" y="3323774"/>
                  </a:lnTo>
                  <a:lnTo>
                    <a:pt x="2767570" y="3344434"/>
                  </a:lnTo>
                  <a:lnTo>
                    <a:pt x="2709060" y="3363301"/>
                  </a:lnTo>
                  <a:lnTo>
                    <a:pt x="2702183" y="3365360"/>
                  </a:lnTo>
                  <a:lnTo>
                    <a:pt x="2650324" y="3379834"/>
                  </a:lnTo>
                  <a:lnTo>
                    <a:pt x="2596017" y="3393052"/>
                  </a:lnTo>
                  <a:lnTo>
                    <a:pt x="2538578" y="3405059"/>
                  </a:lnTo>
                  <a:lnTo>
                    <a:pt x="2477257" y="3415942"/>
                  </a:lnTo>
                  <a:lnTo>
                    <a:pt x="2411276" y="3425802"/>
                  </a:lnTo>
                  <a:lnTo>
                    <a:pt x="2339875" y="3434747"/>
                  </a:lnTo>
                  <a:lnTo>
                    <a:pt x="2262357" y="3442876"/>
                  </a:lnTo>
                  <a:lnTo>
                    <a:pt x="2178164" y="3450277"/>
                  </a:lnTo>
                  <a:lnTo>
                    <a:pt x="2086964" y="3457022"/>
                  </a:lnTo>
                  <a:lnTo>
                    <a:pt x="1988768" y="3463169"/>
                  </a:lnTo>
                  <a:lnTo>
                    <a:pt x="1884074" y="3468754"/>
                  </a:lnTo>
                  <a:lnTo>
                    <a:pt x="1774008" y="3473799"/>
                  </a:lnTo>
                  <a:lnTo>
                    <a:pt x="1660450" y="3478311"/>
                  </a:lnTo>
                  <a:lnTo>
                    <a:pt x="1546094" y="3482283"/>
                  </a:lnTo>
                  <a:lnTo>
                    <a:pt x="1434377" y="3485704"/>
                  </a:lnTo>
                  <a:lnTo>
                    <a:pt x="1329244" y="3488565"/>
                  </a:lnTo>
                  <a:lnTo>
                    <a:pt x="1234726" y="3490866"/>
                  </a:lnTo>
                  <a:lnTo>
                    <a:pt x="1154377" y="3492627"/>
                  </a:lnTo>
                  <a:lnTo>
                    <a:pt x="1090691" y="3493891"/>
                  </a:lnTo>
                  <a:lnTo>
                    <a:pt x="1044626" y="3494721"/>
                  </a:lnTo>
                  <a:lnTo>
                    <a:pt x="1015360" y="3495202"/>
                  </a:lnTo>
                  <a:lnTo>
                    <a:pt x="1000314" y="3495429"/>
                  </a:lnTo>
                  <a:lnTo>
                    <a:pt x="995336" y="3495497"/>
                  </a:lnTo>
                  <a:lnTo>
                    <a:pt x="994940" y="3495502"/>
                  </a:lnTo>
                  <a:lnTo>
                    <a:pt x="0" y="3495502"/>
                  </a:lnTo>
                  <a:lnTo>
                    <a:pt x="0" y="34955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3" name="pg1562"/>
            <p:cNvSpPr/>
            <p:nvPr/>
          </p:nvSpPr>
          <p:spPr>
            <a:xfrm>
              <a:off x="1199187" y="2117051"/>
              <a:ext cx="12049831" cy="3406412"/>
            </a:xfrm>
            <a:custGeom>
              <a:avLst/>
              <a:pathLst>
                <a:path w="12049831" h="3406412">
                  <a:moveTo>
                    <a:pt x="0" y="3406412"/>
                  </a:moveTo>
                  <a:lnTo>
                    <a:pt x="994940" y="3406412"/>
                  </a:lnTo>
                  <a:lnTo>
                    <a:pt x="996071" y="3406397"/>
                  </a:lnTo>
                  <a:lnTo>
                    <a:pt x="1003540" y="3406291"/>
                  </a:lnTo>
                  <a:lnTo>
                    <a:pt x="1022467" y="3405999"/>
                  </a:lnTo>
                  <a:lnTo>
                    <a:pt x="1056560" y="3405423"/>
                  </a:lnTo>
                  <a:lnTo>
                    <a:pt x="1107888" y="3404471"/>
                  </a:lnTo>
                  <a:lnTo>
                    <a:pt x="1176731" y="3403065"/>
                  </a:lnTo>
                  <a:lnTo>
                    <a:pt x="1261634" y="3401145"/>
                  </a:lnTo>
                  <a:lnTo>
                    <a:pt x="1359730" y="3398678"/>
                  </a:lnTo>
                  <a:lnTo>
                    <a:pt x="1467259" y="3395649"/>
                  </a:lnTo>
                  <a:lnTo>
                    <a:pt x="1580162" y="3392062"/>
                  </a:lnTo>
                  <a:lnTo>
                    <a:pt x="1694609" y="3387928"/>
                  </a:lnTo>
                  <a:lnTo>
                    <a:pt x="1807368" y="3383257"/>
                  </a:lnTo>
                  <a:lnTo>
                    <a:pt x="1915990" y="3378051"/>
                  </a:lnTo>
                  <a:lnTo>
                    <a:pt x="2018829" y="3372301"/>
                  </a:lnTo>
                  <a:lnTo>
                    <a:pt x="2114961" y="3365981"/>
                  </a:lnTo>
                  <a:lnTo>
                    <a:pt x="2204050" y="3359046"/>
                  </a:lnTo>
                  <a:lnTo>
                    <a:pt x="2286201" y="3351436"/>
                  </a:lnTo>
                  <a:lnTo>
                    <a:pt x="2361824" y="3343073"/>
                  </a:lnTo>
                  <a:lnTo>
                    <a:pt x="2431529" y="3333865"/>
                  </a:lnTo>
                  <a:lnTo>
                    <a:pt x="2496036" y="3323711"/>
                  </a:lnTo>
                  <a:lnTo>
                    <a:pt x="2556116" y="3312502"/>
                  </a:lnTo>
                  <a:lnTo>
                    <a:pt x="2612542" y="3300141"/>
                  </a:lnTo>
                  <a:lnTo>
                    <a:pt x="2666051" y="3286550"/>
                  </a:lnTo>
                  <a:lnTo>
                    <a:pt x="2702183" y="3276269"/>
                  </a:lnTo>
                  <a:lnTo>
                    <a:pt x="2760936" y="3257605"/>
                  </a:lnTo>
                  <a:lnTo>
                    <a:pt x="2817912" y="3237153"/>
                  </a:lnTo>
                  <a:lnTo>
                    <a:pt x="2873741" y="3214884"/>
                  </a:lnTo>
                  <a:lnTo>
                    <a:pt x="2928895" y="3190821"/>
                  </a:lnTo>
                  <a:lnTo>
                    <a:pt x="2983717" y="3165047"/>
                  </a:lnTo>
                  <a:lnTo>
                    <a:pt x="3038436" y="3137709"/>
                  </a:lnTo>
                  <a:lnTo>
                    <a:pt x="3093192" y="3109017"/>
                  </a:lnTo>
                  <a:lnTo>
                    <a:pt x="3148047" y="3079242"/>
                  </a:lnTo>
                  <a:lnTo>
                    <a:pt x="3203005" y="3048706"/>
                  </a:lnTo>
                  <a:lnTo>
                    <a:pt x="3258026" y="3017769"/>
                  </a:lnTo>
                  <a:lnTo>
                    <a:pt x="3313051" y="2986809"/>
                  </a:lnTo>
                  <a:lnTo>
                    <a:pt x="3368018" y="2956208"/>
                  </a:lnTo>
                  <a:lnTo>
                    <a:pt x="3422886" y="2926329"/>
                  </a:lnTo>
                  <a:lnTo>
                    <a:pt x="3477652" y="2897497"/>
                  </a:lnTo>
                  <a:lnTo>
                    <a:pt x="3532370" y="2869991"/>
                  </a:lnTo>
                  <a:lnTo>
                    <a:pt x="3587169" y="2844029"/>
                  </a:lnTo>
                  <a:lnTo>
                    <a:pt x="3642270" y="2819764"/>
                  </a:lnTo>
                  <a:lnTo>
                    <a:pt x="3698000" y="2797286"/>
                  </a:lnTo>
                  <a:lnTo>
                    <a:pt x="3754815" y="2776625"/>
                  </a:lnTo>
                  <a:lnTo>
                    <a:pt x="3813325" y="2757758"/>
                  </a:lnTo>
                  <a:lnTo>
                    <a:pt x="3820202" y="2755700"/>
                  </a:lnTo>
                  <a:lnTo>
                    <a:pt x="3872061" y="2741226"/>
                  </a:lnTo>
                  <a:lnTo>
                    <a:pt x="3926368" y="2728008"/>
                  </a:lnTo>
                  <a:lnTo>
                    <a:pt x="3983807" y="2716000"/>
                  </a:lnTo>
                  <a:lnTo>
                    <a:pt x="4045128" y="2705118"/>
                  </a:lnTo>
                  <a:lnTo>
                    <a:pt x="4111109" y="2695258"/>
                  </a:lnTo>
                  <a:lnTo>
                    <a:pt x="4182510" y="2686313"/>
                  </a:lnTo>
                  <a:lnTo>
                    <a:pt x="4260028" y="2678184"/>
                  </a:lnTo>
                  <a:lnTo>
                    <a:pt x="4344221" y="2670783"/>
                  </a:lnTo>
                  <a:lnTo>
                    <a:pt x="4435421" y="2664037"/>
                  </a:lnTo>
                  <a:lnTo>
                    <a:pt x="4533617" y="2657891"/>
                  </a:lnTo>
                  <a:lnTo>
                    <a:pt x="4638311" y="2652306"/>
                  </a:lnTo>
                  <a:lnTo>
                    <a:pt x="4748377" y="2647260"/>
                  </a:lnTo>
                  <a:lnTo>
                    <a:pt x="4861935" y="2642749"/>
                  </a:lnTo>
                  <a:lnTo>
                    <a:pt x="4976291" y="2638777"/>
                  </a:lnTo>
                  <a:lnTo>
                    <a:pt x="5088008" y="2635356"/>
                  </a:lnTo>
                  <a:lnTo>
                    <a:pt x="5193141" y="2632495"/>
                  </a:lnTo>
                  <a:lnTo>
                    <a:pt x="5287659" y="2630194"/>
                  </a:lnTo>
                  <a:lnTo>
                    <a:pt x="5368008" y="2628432"/>
                  </a:lnTo>
                  <a:lnTo>
                    <a:pt x="5431694" y="2627169"/>
                  </a:lnTo>
                  <a:lnTo>
                    <a:pt x="5477759" y="2626338"/>
                  </a:lnTo>
                  <a:lnTo>
                    <a:pt x="5507025" y="2625857"/>
                  </a:lnTo>
                  <a:lnTo>
                    <a:pt x="5522071" y="2625631"/>
                  </a:lnTo>
                  <a:lnTo>
                    <a:pt x="5527049" y="2625562"/>
                  </a:lnTo>
                  <a:lnTo>
                    <a:pt x="5527445" y="2625557"/>
                  </a:lnTo>
                  <a:lnTo>
                    <a:pt x="6522385" y="2625557"/>
                  </a:lnTo>
                  <a:lnTo>
                    <a:pt x="6523470" y="2625509"/>
                  </a:lnTo>
                  <a:lnTo>
                    <a:pt x="6530634" y="2625170"/>
                  </a:lnTo>
                  <a:lnTo>
                    <a:pt x="6548811" y="2624231"/>
                  </a:lnTo>
                  <a:lnTo>
                    <a:pt x="6581603" y="2622381"/>
                  </a:lnTo>
                  <a:lnTo>
                    <a:pt x="6631077" y="2619321"/>
                  </a:lnTo>
                  <a:lnTo>
                    <a:pt x="6697611" y="2614796"/>
                  </a:lnTo>
                  <a:lnTo>
                    <a:pt x="6779934" y="2608611"/>
                  </a:lnTo>
                  <a:lnTo>
                    <a:pt x="6875405" y="2600647"/>
                  </a:lnTo>
                  <a:lnTo>
                    <a:pt x="6980485" y="2590854"/>
                  </a:lnTo>
                  <a:lnTo>
                    <a:pt x="7091290" y="2579239"/>
                  </a:lnTo>
                  <a:lnTo>
                    <a:pt x="7204097" y="2565832"/>
                  </a:lnTo>
                  <a:lnTo>
                    <a:pt x="7315708" y="2550672"/>
                  </a:lnTo>
                  <a:lnTo>
                    <a:pt x="7423650" y="2533770"/>
                  </a:lnTo>
                  <a:lnTo>
                    <a:pt x="7526211" y="2515103"/>
                  </a:lnTo>
                  <a:lnTo>
                    <a:pt x="7622384" y="2494598"/>
                  </a:lnTo>
                  <a:lnTo>
                    <a:pt x="7711742" y="2472125"/>
                  </a:lnTo>
                  <a:lnTo>
                    <a:pt x="7794304" y="2447501"/>
                  </a:lnTo>
                  <a:lnTo>
                    <a:pt x="7870405" y="2420489"/>
                  </a:lnTo>
                  <a:lnTo>
                    <a:pt x="7940589" y="2390803"/>
                  </a:lnTo>
                  <a:lnTo>
                    <a:pt x="8005526" y="2358124"/>
                  </a:lnTo>
                  <a:lnTo>
                    <a:pt x="8065945" y="2322108"/>
                  </a:lnTo>
                  <a:lnTo>
                    <a:pt x="8122592" y="2282424"/>
                  </a:lnTo>
                  <a:lnTo>
                    <a:pt x="8176184" y="2238796"/>
                  </a:lnTo>
                  <a:lnTo>
                    <a:pt x="8227380" y="2191074"/>
                  </a:lnTo>
                  <a:lnTo>
                    <a:pt x="8229629" y="2188838"/>
                  </a:lnTo>
                  <a:lnTo>
                    <a:pt x="8275118" y="2141063"/>
                  </a:lnTo>
                  <a:lnTo>
                    <a:pt x="8319453" y="2089746"/>
                  </a:lnTo>
                  <a:lnTo>
                    <a:pt x="8362951" y="2034815"/>
                  </a:lnTo>
                  <a:lnTo>
                    <a:pt x="8405867" y="1976255"/>
                  </a:lnTo>
                  <a:lnTo>
                    <a:pt x="8448405" y="1914122"/>
                  </a:lnTo>
                  <a:lnTo>
                    <a:pt x="8490721" y="1848538"/>
                  </a:lnTo>
                  <a:lnTo>
                    <a:pt x="8532935" y="1779705"/>
                  </a:lnTo>
                  <a:lnTo>
                    <a:pt x="8575129" y="1707898"/>
                  </a:lnTo>
                  <a:lnTo>
                    <a:pt x="8617355" y="1633469"/>
                  </a:lnTo>
                  <a:lnTo>
                    <a:pt x="8659640" y="1556840"/>
                  </a:lnTo>
                  <a:lnTo>
                    <a:pt x="8701990" y="1478495"/>
                  </a:lnTo>
                  <a:lnTo>
                    <a:pt x="8744392" y="1398968"/>
                  </a:lnTo>
                  <a:lnTo>
                    <a:pt x="8786825" y="1318828"/>
                  </a:lnTo>
                  <a:lnTo>
                    <a:pt x="8829258" y="1238663"/>
                  </a:lnTo>
                  <a:lnTo>
                    <a:pt x="8871664" y="1159061"/>
                  </a:lnTo>
                  <a:lnTo>
                    <a:pt x="8914019" y="1080594"/>
                  </a:lnTo>
                  <a:lnTo>
                    <a:pt x="8956310" y="1003799"/>
                  </a:lnTo>
                  <a:lnTo>
                    <a:pt x="8998540" y="929164"/>
                  </a:lnTo>
                  <a:lnTo>
                    <a:pt x="9040735" y="857118"/>
                  </a:lnTo>
                  <a:lnTo>
                    <a:pt x="9082944" y="788019"/>
                  </a:lnTo>
                  <a:lnTo>
                    <a:pt x="9125248" y="722148"/>
                  </a:lnTo>
                  <a:lnTo>
                    <a:pt x="9167762" y="659714"/>
                  </a:lnTo>
                  <a:lnTo>
                    <a:pt x="9210638" y="600846"/>
                  </a:lnTo>
                  <a:lnTo>
                    <a:pt x="9254077" y="545604"/>
                  </a:lnTo>
                  <a:lnTo>
                    <a:pt x="9298329" y="493980"/>
                  </a:lnTo>
                  <a:lnTo>
                    <a:pt x="9343705" y="445907"/>
                  </a:lnTo>
                  <a:lnTo>
                    <a:pt x="9347647" y="441960"/>
                  </a:lnTo>
                  <a:lnTo>
                    <a:pt x="9398749" y="394054"/>
                  </a:lnTo>
                  <a:lnTo>
                    <a:pt x="9452221" y="350244"/>
                  </a:lnTo>
                  <a:lnTo>
                    <a:pt x="9508715" y="310388"/>
                  </a:lnTo>
                  <a:lnTo>
                    <a:pt x="9568950" y="274215"/>
                  </a:lnTo>
                  <a:lnTo>
                    <a:pt x="9633668" y="241393"/>
                  </a:lnTo>
                  <a:lnTo>
                    <a:pt x="9703602" y="211581"/>
                  </a:lnTo>
                  <a:lnTo>
                    <a:pt x="9779424" y="184455"/>
                  </a:lnTo>
                  <a:lnTo>
                    <a:pt x="9861688" y="159729"/>
                  </a:lnTo>
                  <a:lnTo>
                    <a:pt x="9950738" y="137164"/>
                  </a:lnTo>
                  <a:lnTo>
                    <a:pt x="10046610" y="116574"/>
                  </a:lnTo>
                  <a:lnTo>
                    <a:pt x="10148902" y="97826"/>
                  </a:lnTo>
                  <a:lnTo>
                    <a:pt x="10256633" y="80847"/>
                  </a:lnTo>
                  <a:lnTo>
                    <a:pt x="10368127" y="65607"/>
                  </a:lnTo>
                  <a:lnTo>
                    <a:pt x="10480943" y="52122"/>
                  </a:lnTo>
                  <a:lnTo>
                    <a:pt x="10591915" y="40425"/>
                  </a:lnTo>
                  <a:lnTo>
                    <a:pt x="10697336" y="30550"/>
                  </a:lnTo>
                  <a:lnTo>
                    <a:pt x="10793318" y="22505"/>
                  </a:lnTo>
                  <a:lnTo>
                    <a:pt x="10876296" y="16242"/>
                  </a:lnTo>
                  <a:lnTo>
                    <a:pt x="10943577" y="11646"/>
                  </a:lnTo>
                  <a:lnTo>
                    <a:pt x="10993821" y="8526"/>
                  </a:lnTo>
                  <a:lnTo>
                    <a:pt x="11027329" y="6627"/>
                  </a:lnTo>
                  <a:lnTo>
                    <a:pt x="11046095" y="5655"/>
                  </a:lnTo>
                  <a:lnTo>
                    <a:pt x="11053657" y="529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6" y="47"/>
                  </a:lnTo>
                  <a:lnTo>
                    <a:pt x="11046643" y="387"/>
                  </a:lnTo>
                  <a:lnTo>
                    <a:pt x="11028465" y="1326"/>
                  </a:lnTo>
                  <a:lnTo>
                    <a:pt x="10995673" y="3176"/>
                  </a:lnTo>
                  <a:lnTo>
                    <a:pt x="10946199" y="6235"/>
                  </a:lnTo>
                  <a:lnTo>
                    <a:pt x="10879666" y="10761"/>
                  </a:lnTo>
                  <a:lnTo>
                    <a:pt x="10797342" y="16946"/>
                  </a:lnTo>
                  <a:lnTo>
                    <a:pt x="10701871" y="24910"/>
                  </a:lnTo>
                  <a:lnTo>
                    <a:pt x="10596791" y="34702"/>
                  </a:lnTo>
                  <a:lnTo>
                    <a:pt x="10485986" y="46318"/>
                  </a:lnTo>
                  <a:lnTo>
                    <a:pt x="10373179" y="59724"/>
                  </a:lnTo>
                  <a:lnTo>
                    <a:pt x="10261568" y="74885"/>
                  </a:lnTo>
                  <a:lnTo>
                    <a:pt x="10153627" y="91787"/>
                  </a:lnTo>
                  <a:lnTo>
                    <a:pt x="10051066" y="110453"/>
                  </a:lnTo>
                  <a:lnTo>
                    <a:pt x="9954893" y="130959"/>
                  </a:lnTo>
                  <a:lnTo>
                    <a:pt x="9865535" y="153432"/>
                  </a:lnTo>
                  <a:lnTo>
                    <a:pt x="9782973" y="178056"/>
                  </a:lnTo>
                  <a:lnTo>
                    <a:pt x="9706871" y="205068"/>
                  </a:lnTo>
                  <a:lnTo>
                    <a:pt x="9636687" y="234753"/>
                  </a:lnTo>
                  <a:lnTo>
                    <a:pt x="9571751" y="267433"/>
                  </a:lnTo>
                  <a:lnTo>
                    <a:pt x="9511331" y="303449"/>
                  </a:lnTo>
                  <a:lnTo>
                    <a:pt x="9454685" y="343133"/>
                  </a:lnTo>
                  <a:lnTo>
                    <a:pt x="9401092" y="386761"/>
                  </a:lnTo>
                  <a:lnTo>
                    <a:pt x="9349897" y="434483"/>
                  </a:lnTo>
                  <a:lnTo>
                    <a:pt x="9347647" y="436719"/>
                  </a:lnTo>
                  <a:lnTo>
                    <a:pt x="9302158" y="484493"/>
                  </a:lnTo>
                  <a:lnTo>
                    <a:pt x="9257824" y="535810"/>
                  </a:lnTo>
                  <a:lnTo>
                    <a:pt x="9214326" y="590742"/>
                  </a:lnTo>
                  <a:lnTo>
                    <a:pt x="9171410" y="649301"/>
                  </a:lnTo>
                  <a:lnTo>
                    <a:pt x="9128872" y="711435"/>
                  </a:lnTo>
                  <a:lnTo>
                    <a:pt x="9086555" y="777018"/>
                  </a:lnTo>
                  <a:lnTo>
                    <a:pt x="9044341" y="845852"/>
                  </a:lnTo>
                  <a:lnTo>
                    <a:pt x="9002148" y="917659"/>
                  </a:lnTo>
                  <a:lnTo>
                    <a:pt x="8959922" y="992088"/>
                  </a:lnTo>
                  <a:lnTo>
                    <a:pt x="8917636" y="1068717"/>
                  </a:lnTo>
                  <a:lnTo>
                    <a:pt x="8875287" y="1147062"/>
                  </a:lnTo>
                  <a:lnTo>
                    <a:pt x="8832884" y="1226588"/>
                  </a:lnTo>
                  <a:lnTo>
                    <a:pt x="8790452" y="1306728"/>
                  </a:lnTo>
                  <a:lnTo>
                    <a:pt x="8748018" y="1386894"/>
                  </a:lnTo>
                  <a:lnTo>
                    <a:pt x="8705612" y="1466496"/>
                  </a:lnTo>
                  <a:lnTo>
                    <a:pt x="8663258" y="1544963"/>
                  </a:lnTo>
                  <a:lnTo>
                    <a:pt x="8620967" y="1621758"/>
                  </a:lnTo>
                  <a:lnTo>
                    <a:pt x="8578736" y="1696392"/>
                  </a:lnTo>
                  <a:lnTo>
                    <a:pt x="8536541" y="1768438"/>
                  </a:lnTo>
                  <a:lnTo>
                    <a:pt x="8494332" y="1837538"/>
                  </a:lnTo>
                  <a:lnTo>
                    <a:pt x="8452028" y="1903408"/>
                  </a:lnTo>
                  <a:lnTo>
                    <a:pt x="8409515" y="1965843"/>
                  </a:lnTo>
                  <a:lnTo>
                    <a:pt x="8366638" y="2024710"/>
                  </a:lnTo>
                  <a:lnTo>
                    <a:pt x="8323199" y="2079952"/>
                  </a:lnTo>
                  <a:lnTo>
                    <a:pt x="8278948" y="2131576"/>
                  </a:lnTo>
                  <a:lnTo>
                    <a:pt x="8233572" y="2179649"/>
                  </a:lnTo>
                  <a:lnTo>
                    <a:pt x="8229629" y="2183597"/>
                  </a:lnTo>
                  <a:lnTo>
                    <a:pt x="8178527" y="2231503"/>
                  </a:lnTo>
                  <a:lnTo>
                    <a:pt x="8125055" y="2275313"/>
                  </a:lnTo>
                  <a:lnTo>
                    <a:pt x="8068561" y="2315168"/>
                  </a:lnTo>
                  <a:lnTo>
                    <a:pt x="8008327" y="2351342"/>
                  </a:lnTo>
                  <a:lnTo>
                    <a:pt x="7943609" y="2384164"/>
                  </a:lnTo>
                  <a:lnTo>
                    <a:pt x="7873675" y="2413976"/>
                  </a:lnTo>
                  <a:lnTo>
                    <a:pt x="7797852" y="2441102"/>
                  </a:lnTo>
                  <a:lnTo>
                    <a:pt x="7715589" y="2465828"/>
                  </a:lnTo>
                  <a:lnTo>
                    <a:pt x="7626539" y="2488392"/>
                  </a:lnTo>
                  <a:lnTo>
                    <a:pt x="7530666" y="2508983"/>
                  </a:lnTo>
                  <a:lnTo>
                    <a:pt x="7428375" y="2527730"/>
                  </a:lnTo>
                  <a:lnTo>
                    <a:pt x="7320644" y="2544710"/>
                  </a:lnTo>
                  <a:lnTo>
                    <a:pt x="7209150" y="2559949"/>
                  </a:lnTo>
                  <a:lnTo>
                    <a:pt x="7096333" y="2573435"/>
                  </a:lnTo>
                  <a:lnTo>
                    <a:pt x="6985361" y="2585132"/>
                  </a:lnTo>
                  <a:lnTo>
                    <a:pt x="6879941" y="2595006"/>
                  </a:lnTo>
                  <a:lnTo>
                    <a:pt x="6783958" y="2603052"/>
                  </a:lnTo>
                  <a:lnTo>
                    <a:pt x="6700980" y="2609315"/>
                  </a:lnTo>
                  <a:lnTo>
                    <a:pt x="6633700" y="2613911"/>
                  </a:lnTo>
                  <a:lnTo>
                    <a:pt x="6583456" y="2617031"/>
                  </a:lnTo>
                  <a:lnTo>
                    <a:pt x="6549947" y="2618929"/>
                  </a:lnTo>
                  <a:lnTo>
                    <a:pt x="6531181" y="2619902"/>
                  </a:lnTo>
                  <a:lnTo>
                    <a:pt x="6523620" y="2620262"/>
                  </a:lnTo>
                  <a:lnTo>
                    <a:pt x="6522385" y="2620317"/>
                  </a:lnTo>
                  <a:lnTo>
                    <a:pt x="5527445" y="2620317"/>
                  </a:lnTo>
                  <a:lnTo>
                    <a:pt x="5526314" y="2620331"/>
                  </a:lnTo>
                  <a:lnTo>
                    <a:pt x="5518845" y="2620437"/>
                  </a:lnTo>
                  <a:lnTo>
                    <a:pt x="5499918" y="2620729"/>
                  </a:lnTo>
                  <a:lnTo>
                    <a:pt x="5465825" y="2621305"/>
                  </a:lnTo>
                  <a:lnTo>
                    <a:pt x="5414497" y="2622257"/>
                  </a:lnTo>
                  <a:lnTo>
                    <a:pt x="5345654" y="2623663"/>
                  </a:lnTo>
                  <a:lnTo>
                    <a:pt x="5260751" y="2625583"/>
                  </a:lnTo>
                  <a:lnTo>
                    <a:pt x="5162655" y="2628050"/>
                  </a:lnTo>
                  <a:lnTo>
                    <a:pt x="5055126" y="2631079"/>
                  </a:lnTo>
                  <a:lnTo>
                    <a:pt x="4942223" y="2634666"/>
                  </a:lnTo>
                  <a:lnTo>
                    <a:pt x="4827776" y="2638800"/>
                  </a:lnTo>
                  <a:lnTo>
                    <a:pt x="4715017" y="2643472"/>
                  </a:lnTo>
                  <a:lnTo>
                    <a:pt x="4606395" y="2648677"/>
                  </a:lnTo>
                  <a:lnTo>
                    <a:pt x="4503556" y="2654427"/>
                  </a:lnTo>
                  <a:lnTo>
                    <a:pt x="4407424" y="2660748"/>
                  </a:lnTo>
                  <a:lnTo>
                    <a:pt x="4318335" y="2667682"/>
                  </a:lnTo>
                  <a:lnTo>
                    <a:pt x="4236184" y="2675293"/>
                  </a:lnTo>
                  <a:lnTo>
                    <a:pt x="4160560" y="2683656"/>
                  </a:lnTo>
                  <a:lnTo>
                    <a:pt x="4090856" y="2692863"/>
                  </a:lnTo>
                  <a:lnTo>
                    <a:pt x="4026349" y="2703018"/>
                  </a:lnTo>
                  <a:lnTo>
                    <a:pt x="3966269" y="2714226"/>
                  </a:lnTo>
                  <a:lnTo>
                    <a:pt x="3909843" y="2726587"/>
                  </a:lnTo>
                  <a:lnTo>
                    <a:pt x="3856334" y="2740179"/>
                  </a:lnTo>
                  <a:lnTo>
                    <a:pt x="3820202" y="2750459"/>
                  </a:lnTo>
                  <a:lnTo>
                    <a:pt x="3761449" y="2769123"/>
                  </a:lnTo>
                  <a:lnTo>
                    <a:pt x="3704473" y="2789575"/>
                  </a:lnTo>
                  <a:lnTo>
                    <a:pt x="3648644" y="2811844"/>
                  </a:lnTo>
                  <a:lnTo>
                    <a:pt x="3593490" y="2835907"/>
                  </a:lnTo>
                  <a:lnTo>
                    <a:pt x="3538668" y="2861681"/>
                  </a:lnTo>
                  <a:lnTo>
                    <a:pt x="3483949" y="2889019"/>
                  </a:lnTo>
                  <a:lnTo>
                    <a:pt x="3429193" y="2917711"/>
                  </a:lnTo>
                  <a:lnTo>
                    <a:pt x="3374338" y="2947486"/>
                  </a:lnTo>
                  <a:lnTo>
                    <a:pt x="3319380" y="2978022"/>
                  </a:lnTo>
                  <a:lnTo>
                    <a:pt x="3264359" y="3008959"/>
                  </a:lnTo>
                  <a:lnTo>
                    <a:pt x="3209334" y="3039919"/>
                  </a:lnTo>
                  <a:lnTo>
                    <a:pt x="3154367" y="3070520"/>
                  </a:lnTo>
                  <a:lnTo>
                    <a:pt x="3099499" y="3100399"/>
                  </a:lnTo>
                  <a:lnTo>
                    <a:pt x="3044733" y="3129231"/>
                  </a:lnTo>
                  <a:lnTo>
                    <a:pt x="2990015" y="3156737"/>
                  </a:lnTo>
                  <a:lnTo>
                    <a:pt x="2935216" y="3182699"/>
                  </a:lnTo>
                  <a:lnTo>
                    <a:pt x="2880115" y="3206965"/>
                  </a:lnTo>
                  <a:lnTo>
                    <a:pt x="2824385" y="3229442"/>
                  </a:lnTo>
                  <a:lnTo>
                    <a:pt x="2767570" y="3250103"/>
                  </a:lnTo>
                  <a:lnTo>
                    <a:pt x="2709060" y="3268970"/>
                  </a:lnTo>
                  <a:lnTo>
                    <a:pt x="2702183" y="3271029"/>
                  </a:lnTo>
                  <a:lnTo>
                    <a:pt x="2650324" y="3285503"/>
                  </a:lnTo>
                  <a:lnTo>
                    <a:pt x="2596017" y="3298721"/>
                  </a:lnTo>
                  <a:lnTo>
                    <a:pt x="2538578" y="3310728"/>
                  </a:lnTo>
                  <a:lnTo>
                    <a:pt x="2477257" y="3321610"/>
                  </a:lnTo>
                  <a:lnTo>
                    <a:pt x="2411276" y="3331471"/>
                  </a:lnTo>
                  <a:lnTo>
                    <a:pt x="2339875" y="3340415"/>
                  </a:lnTo>
                  <a:lnTo>
                    <a:pt x="2262357" y="3348544"/>
                  </a:lnTo>
                  <a:lnTo>
                    <a:pt x="2178164" y="3355945"/>
                  </a:lnTo>
                  <a:lnTo>
                    <a:pt x="2086964" y="3362691"/>
                  </a:lnTo>
                  <a:lnTo>
                    <a:pt x="1988768" y="3368837"/>
                  </a:lnTo>
                  <a:lnTo>
                    <a:pt x="1884074" y="3374422"/>
                  </a:lnTo>
                  <a:lnTo>
                    <a:pt x="1774008" y="3379468"/>
                  </a:lnTo>
                  <a:lnTo>
                    <a:pt x="1660450" y="3383979"/>
                  </a:lnTo>
                  <a:lnTo>
                    <a:pt x="1546094" y="3387951"/>
                  </a:lnTo>
                  <a:lnTo>
                    <a:pt x="1434377" y="3391373"/>
                  </a:lnTo>
                  <a:lnTo>
                    <a:pt x="1329244" y="3394233"/>
                  </a:lnTo>
                  <a:lnTo>
                    <a:pt x="1234726" y="3396535"/>
                  </a:lnTo>
                  <a:lnTo>
                    <a:pt x="1154377" y="3398296"/>
                  </a:lnTo>
                  <a:lnTo>
                    <a:pt x="1090691" y="3399559"/>
                  </a:lnTo>
                  <a:lnTo>
                    <a:pt x="1044626" y="3400390"/>
                  </a:lnTo>
                  <a:lnTo>
                    <a:pt x="1015360" y="3400871"/>
                  </a:lnTo>
                  <a:lnTo>
                    <a:pt x="1000314" y="3401097"/>
                  </a:lnTo>
                  <a:lnTo>
                    <a:pt x="995336" y="3401166"/>
                  </a:lnTo>
                  <a:lnTo>
                    <a:pt x="994940" y="3401171"/>
                  </a:lnTo>
                  <a:lnTo>
                    <a:pt x="0" y="3401171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64" name="pl1563"/>
            <p:cNvSpPr/>
            <p:nvPr/>
          </p:nvSpPr>
          <p:spPr>
            <a:xfrm>
              <a:off x="1199187" y="2122292"/>
              <a:ext cx="12049831" cy="3401171"/>
            </a:xfrm>
            <a:custGeom>
              <a:avLst/>
              <a:pathLst>
                <a:path w="12049831" h="3401171">
                  <a:moveTo>
                    <a:pt x="0" y="3401171"/>
                  </a:moveTo>
                  <a:lnTo>
                    <a:pt x="994940" y="3401171"/>
                  </a:lnTo>
                  <a:lnTo>
                    <a:pt x="996071" y="3401156"/>
                  </a:lnTo>
                  <a:lnTo>
                    <a:pt x="1003540" y="3401050"/>
                  </a:lnTo>
                  <a:lnTo>
                    <a:pt x="1022467" y="3400758"/>
                  </a:lnTo>
                  <a:lnTo>
                    <a:pt x="1056560" y="3400182"/>
                  </a:lnTo>
                  <a:lnTo>
                    <a:pt x="1107888" y="3399230"/>
                  </a:lnTo>
                  <a:lnTo>
                    <a:pt x="1176731" y="3397824"/>
                  </a:lnTo>
                  <a:lnTo>
                    <a:pt x="1261634" y="3395905"/>
                  </a:lnTo>
                  <a:lnTo>
                    <a:pt x="1359730" y="3393437"/>
                  </a:lnTo>
                  <a:lnTo>
                    <a:pt x="1467259" y="3390409"/>
                  </a:lnTo>
                  <a:lnTo>
                    <a:pt x="1580162" y="3386822"/>
                  </a:lnTo>
                  <a:lnTo>
                    <a:pt x="1694609" y="3382687"/>
                  </a:lnTo>
                  <a:lnTo>
                    <a:pt x="1807368" y="3378016"/>
                  </a:lnTo>
                  <a:lnTo>
                    <a:pt x="1915990" y="3372810"/>
                  </a:lnTo>
                  <a:lnTo>
                    <a:pt x="2018829" y="3367060"/>
                  </a:lnTo>
                  <a:lnTo>
                    <a:pt x="2114961" y="3360740"/>
                  </a:lnTo>
                  <a:lnTo>
                    <a:pt x="2204050" y="3353805"/>
                  </a:lnTo>
                  <a:lnTo>
                    <a:pt x="2286201" y="3346195"/>
                  </a:lnTo>
                  <a:lnTo>
                    <a:pt x="2361824" y="3337832"/>
                  </a:lnTo>
                  <a:lnTo>
                    <a:pt x="2431529" y="3328624"/>
                  </a:lnTo>
                  <a:lnTo>
                    <a:pt x="2496036" y="3318470"/>
                  </a:lnTo>
                  <a:lnTo>
                    <a:pt x="2556116" y="3307262"/>
                  </a:lnTo>
                  <a:lnTo>
                    <a:pt x="2612542" y="3294900"/>
                  </a:lnTo>
                  <a:lnTo>
                    <a:pt x="2666051" y="3281309"/>
                  </a:lnTo>
                  <a:lnTo>
                    <a:pt x="2702183" y="3271029"/>
                  </a:lnTo>
                  <a:lnTo>
                    <a:pt x="2760936" y="3252364"/>
                  </a:lnTo>
                  <a:lnTo>
                    <a:pt x="2817912" y="3231913"/>
                  </a:lnTo>
                  <a:lnTo>
                    <a:pt x="2873741" y="3209643"/>
                  </a:lnTo>
                  <a:lnTo>
                    <a:pt x="2928895" y="3185581"/>
                  </a:lnTo>
                  <a:lnTo>
                    <a:pt x="2983717" y="3159807"/>
                  </a:lnTo>
                  <a:lnTo>
                    <a:pt x="3038436" y="3132468"/>
                  </a:lnTo>
                  <a:lnTo>
                    <a:pt x="3093192" y="3103776"/>
                  </a:lnTo>
                  <a:lnTo>
                    <a:pt x="3148047" y="3074002"/>
                  </a:lnTo>
                  <a:lnTo>
                    <a:pt x="3203005" y="3043466"/>
                  </a:lnTo>
                  <a:lnTo>
                    <a:pt x="3258026" y="3012528"/>
                  </a:lnTo>
                  <a:lnTo>
                    <a:pt x="3313051" y="2981569"/>
                  </a:lnTo>
                  <a:lnTo>
                    <a:pt x="3368018" y="2950968"/>
                  </a:lnTo>
                  <a:lnTo>
                    <a:pt x="3422886" y="2921088"/>
                  </a:lnTo>
                  <a:lnTo>
                    <a:pt x="3477652" y="2892257"/>
                  </a:lnTo>
                  <a:lnTo>
                    <a:pt x="3532370" y="2864751"/>
                  </a:lnTo>
                  <a:lnTo>
                    <a:pt x="3587169" y="2838788"/>
                  </a:lnTo>
                  <a:lnTo>
                    <a:pt x="3642270" y="2814523"/>
                  </a:lnTo>
                  <a:lnTo>
                    <a:pt x="3698000" y="2792045"/>
                  </a:lnTo>
                  <a:lnTo>
                    <a:pt x="3754815" y="2771385"/>
                  </a:lnTo>
                  <a:lnTo>
                    <a:pt x="3813325" y="2752518"/>
                  </a:lnTo>
                  <a:lnTo>
                    <a:pt x="3820202" y="2750459"/>
                  </a:lnTo>
                  <a:lnTo>
                    <a:pt x="3872061" y="2735985"/>
                  </a:lnTo>
                  <a:lnTo>
                    <a:pt x="3926368" y="2722767"/>
                  </a:lnTo>
                  <a:lnTo>
                    <a:pt x="3983807" y="2710760"/>
                  </a:lnTo>
                  <a:lnTo>
                    <a:pt x="4045128" y="2699877"/>
                  </a:lnTo>
                  <a:lnTo>
                    <a:pt x="4111109" y="2690017"/>
                  </a:lnTo>
                  <a:lnTo>
                    <a:pt x="4182510" y="2681072"/>
                  </a:lnTo>
                  <a:lnTo>
                    <a:pt x="4260028" y="2672943"/>
                  </a:lnTo>
                  <a:lnTo>
                    <a:pt x="4344221" y="2665542"/>
                  </a:lnTo>
                  <a:lnTo>
                    <a:pt x="4435421" y="2658797"/>
                  </a:lnTo>
                  <a:lnTo>
                    <a:pt x="4533617" y="2652650"/>
                  </a:lnTo>
                  <a:lnTo>
                    <a:pt x="4638311" y="2647065"/>
                  </a:lnTo>
                  <a:lnTo>
                    <a:pt x="4748377" y="2642020"/>
                  </a:lnTo>
                  <a:lnTo>
                    <a:pt x="4861935" y="2637508"/>
                  </a:lnTo>
                  <a:lnTo>
                    <a:pt x="4976291" y="2633536"/>
                  </a:lnTo>
                  <a:lnTo>
                    <a:pt x="5088008" y="2630115"/>
                  </a:lnTo>
                  <a:lnTo>
                    <a:pt x="5193141" y="2627254"/>
                  </a:lnTo>
                  <a:lnTo>
                    <a:pt x="5287659" y="2624953"/>
                  </a:lnTo>
                  <a:lnTo>
                    <a:pt x="5368008" y="2623192"/>
                  </a:lnTo>
                  <a:lnTo>
                    <a:pt x="5431694" y="2621928"/>
                  </a:lnTo>
                  <a:lnTo>
                    <a:pt x="5477759" y="2621098"/>
                  </a:lnTo>
                  <a:lnTo>
                    <a:pt x="5507025" y="2620617"/>
                  </a:lnTo>
                  <a:lnTo>
                    <a:pt x="5522071" y="2620390"/>
                  </a:lnTo>
                  <a:lnTo>
                    <a:pt x="5527049" y="2620322"/>
                  </a:lnTo>
                  <a:lnTo>
                    <a:pt x="5527445" y="2620317"/>
                  </a:lnTo>
                  <a:lnTo>
                    <a:pt x="6522385" y="2620317"/>
                  </a:lnTo>
                  <a:lnTo>
                    <a:pt x="6523470" y="2620269"/>
                  </a:lnTo>
                  <a:lnTo>
                    <a:pt x="6530634" y="2619929"/>
                  </a:lnTo>
                  <a:lnTo>
                    <a:pt x="6548811" y="2618990"/>
                  </a:lnTo>
                  <a:lnTo>
                    <a:pt x="6581603" y="2617140"/>
                  </a:lnTo>
                  <a:lnTo>
                    <a:pt x="6631077" y="2614081"/>
                  </a:lnTo>
                  <a:lnTo>
                    <a:pt x="6697611" y="2609555"/>
                  </a:lnTo>
                  <a:lnTo>
                    <a:pt x="6779934" y="2603370"/>
                  </a:lnTo>
                  <a:lnTo>
                    <a:pt x="6875405" y="2595406"/>
                  </a:lnTo>
                  <a:lnTo>
                    <a:pt x="6980485" y="2585614"/>
                  </a:lnTo>
                  <a:lnTo>
                    <a:pt x="7091290" y="2573998"/>
                  </a:lnTo>
                  <a:lnTo>
                    <a:pt x="7204097" y="2560592"/>
                  </a:lnTo>
                  <a:lnTo>
                    <a:pt x="7315708" y="2545431"/>
                  </a:lnTo>
                  <a:lnTo>
                    <a:pt x="7423650" y="2528529"/>
                  </a:lnTo>
                  <a:lnTo>
                    <a:pt x="7526211" y="2509863"/>
                  </a:lnTo>
                  <a:lnTo>
                    <a:pt x="7622384" y="2489357"/>
                  </a:lnTo>
                  <a:lnTo>
                    <a:pt x="7711742" y="2466884"/>
                  </a:lnTo>
                  <a:lnTo>
                    <a:pt x="7794304" y="2442260"/>
                  </a:lnTo>
                  <a:lnTo>
                    <a:pt x="7870405" y="2415248"/>
                  </a:lnTo>
                  <a:lnTo>
                    <a:pt x="7940589" y="2385563"/>
                  </a:lnTo>
                  <a:lnTo>
                    <a:pt x="8005526" y="2352883"/>
                  </a:lnTo>
                  <a:lnTo>
                    <a:pt x="8065945" y="2316867"/>
                  </a:lnTo>
                  <a:lnTo>
                    <a:pt x="8122592" y="2277184"/>
                  </a:lnTo>
                  <a:lnTo>
                    <a:pt x="8176184" y="2233555"/>
                  </a:lnTo>
                  <a:lnTo>
                    <a:pt x="8227380" y="2185833"/>
                  </a:lnTo>
                  <a:lnTo>
                    <a:pt x="8229629" y="2183597"/>
                  </a:lnTo>
                  <a:lnTo>
                    <a:pt x="8275118" y="2135823"/>
                  </a:lnTo>
                  <a:lnTo>
                    <a:pt x="8319453" y="2084506"/>
                  </a:lnTo>
                  <a:lnTo>
                    <a:pt x="8362951" y="2029574"/>
                  </a:lnTo>
                  <a:lnTo>
                    <a:pt x="8405867" y="1971015"/>
                  </a:lnTo>
                  <a:lnTo>
                    <a:pt x="8448405" y="1908881"/>
                  </a:lnTo>
                  <a:lnTo>
                    <a:pt x="8490721" y="1843298"/>
                  </a:lnTo>
                  <a:lnTo>
                    <a:pt x="8532935" y="1774464"/>
                  </a:lnTo>
                  <a:lnTo>
                    <a:pt x="8575129" y="1702657"/>
                  </a:lnTo>
                  <a:lnTo>
                    <a:pt x="8617355" y="1628228"/>
                  </a:lnTo>
                  <a:lnTo>
                    <a:pt x="8659640" y="1551599"/>
                  </a:lnTo>
                  <a:lnTo>
                    <a:pt x="8701990" y="1473255"/>
                  </a:lnTo>
                  <a:lnTo>
                    <a:pt x="8744392" y="1393728"/>
                  </a:lnTo>
                  <a:lnTo>
                    <a:pt x="8786825" y="1313588"/>
                  </a:lnTo>
                  <a:lnTo>
                    <a:pt x="8829258" y="1233422"/>
                  </a:lnTo>
                  <a:lnTo>
                    <a:pt x="8871664" y="1153820"/>
                  </a:lnTo>
                  <a:lnTo>
                    <a:pt x="8914019" y="1075353"/>
                  </a:lnTo>
                  <a:lnTo>
                    <a:pt x="8956310" y="998558"/>
                  </a:lnTo>
                  <a:lnTo>
                    <a:pt x="8998540" y="923924"/>
                  </a:lnTo>
                  <a:lnTo>
                    <a:pt x="9040735" y="851878"/>
                  </a:lnTo>
                  <a:lnTo>
                    <a:pt x="9082944" y="782778"/>
                  </a:lnTo>
                  <a:lnTo>
                    <a:pt x="9125248" y="716908"/>
                  </a:lnTo>
                  <a:lnTo>
                    <a:pt x="9167762" y="654473"/>
                  </a:lnTo>
                  <a:lnTo>
                    <a:pt x="9210638" y="595606"/>
                  </a:lnTo>
                  <a:lnTo>
                    <a:pt x="9254077" y="540364"/>
                  </a:lnTo>
                  <a:lnTo>
                    <a:pt x="9298329" y="488740"/>
                  </a:lnTo>
                  <a:lnTo>
                    <a:pt x="9343705" y="440667"/>
                  </a:lnTo>
                  <a:lnTo>
                    <a:pt x="9347647" y="436719"/>
                  </a:lnTo>
                  <a:lnTo>
                    <a:pt x="9398749" y="388813"/>
                  </a:lnTo>
                  <a:lnTo>
                    <a:pt x="9452221" y="345003"/>
                  </a:lnTo>
                  <a:lnTo>
                    <a:pt x="9508715" y="305148"/>
                  </a:lnTo>
                  <a:lnTo>
                    <a:pt x="9568950" y="268974"/>
                  </a:lnTo>
                  <a:lnTo>
                    <a:pt x="9633668" y="236152"/>
                  </a:lnTo>
                  <a:lnTo>
                    <a:pt x="9703602" y="206340"/>
                  </a:lnTo>
                  <a:lnTo>
                    <a:pt x="9779424" y="179214"/>
                  </a:lnTo>
                  <a:lnTo>
                    <a:pt x="9861688" y="154489"/>
                  </a:lnTo>
                  <a:lnTo>
                    <a:pt x="9950738" y="131924"/>
                  </a:lnTo>
                  <a:lnTo>
                    <a:pt x="10046610" y="111333"/>
                  </a:lnTo>
                  <a:lnTo>
                    <a:pt x="10148902" y="92586"/>
                  </a:lnTo>
                  <a:lnTo>
                    <a:pt x="10256633" y="75606"/>
                  </a:lnTo>
                  <a:lnTo>
                    <a:pt x="10368127" y="60367"/>
                  </a:lnTo>
                  <a:lnTo>
                    <a:pt x="10480943" y="46881"/>
                  </a:lnTo>
                  <a:lnTo>
                    <a:pt x="10591915" y="35184"/>
                  </a:lnTo>
                  <a:lnTo>
                    <a:pt x="10697336" y="25310"/>
                  </a:lnTo>
                  <a:lnTo>
                    <a:pt x="10793318" y="17264"/>
                  </a:lnTo>
                  <a:lnTo>
                    <a:pt x="10876296" y="11001"/>
                  </a:lnTo>
                  <a:lnTo>
                    <a:pt x="10943577" y="6405"/>
                  </a:lnTo>
                  <a:lnTo>
                    <a:pt x="10993821" y="3285"/>
                  </a:lnTo>
                  <a:lnTo>
                    <a:pt x="11027329" y="1387"/>
                  </a:lnTo>
                  <a:lnTo>
                    <a:pt x="11046095" y="414"/>
                  </a:lnTo>
                  <a:lnTo>
                    <a:pt x="11053657" y="54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5" name="pl1564"/>
            <p:cNvSpPr/>
            <p:nvPr/>
          </p:nvSpPr>
          <p:spPr>
            <a:xfrm>
              <a:off x="1199187" y="2117051"/>
              <a:ext cx="12049831" cy="3401171"/>
            </a:xfrm>
            <a:custGeom>
              <a:avLst/>
              <a:pathLst>
                <a:path w="12049831" h="3401171">
                  <a:moveTo>
                    <a:pt x="12049831" y="0"/>
                  </a:moveTo>
                  <a:lnTo>
                    <a:pt x="11054891" y="0"/>
                  </a:lnTo>
                  <a:lnTo>
                    <a:pt x="11053806" y="47"/>
                  </a:lnTo>
                  <a:lnTo>
                    <a:pt x="11046643" y="387"/>
                  </a:lnTo>
                  <a:lnTo>
                    <a:pt x="11028465" y="1326"/>
                  </a:lnTo>
                  <a:lnTo>
                    <a:pt x="10995673" y="3176"/>
                  </a:lnTo>
                  <a:lnTo>
                    <a:pt x="10946199" y="6235"/>
                  </a:lnTo>
                  <a:lnTo>
                    <a:pt x="10879666" y="10761"/>
                  </a:lnTo>
                  <a:lnTo>
                    <a:pt x="10797342" y="16946"/>
                  </a:lnTo>
                  <a:lnTo>
                    <a:pt x="10701871" y="24910"/>
                  </a:lnTo>
                  <a:lnTo>
                    <a:pt x="10596791" y="34702"/>
                  </a:lnTo>
                  <a:lnTo>
                    <a:pt x="10485986" y="46318"/>
                  </a:lnTo>
                  <a:lnTo>
                    <a:pt x="10373179" y="59724"/>
                  </a:lnTo>
                  <a:lnTo>
                    <a:pt x="10261568" y="74885"/>
                  </a:lnTo>
                  <a:lnTo>
                    <a:pt x="10153627" y="91787"/>
                  </a:lnTo>
                  <a:lnTo>
                    <a:pt x="10051066" y="110453"/>
                  </a:lnTo>
                  <a:lnTo>
                    <a:pt x="9954893" y="130959"/>
                  </a:lnTo>
                  <a:lnTo>
                    <a:pt x="9865535" y="153432"/>
                  </a:lnTo>
                  <a:lnTo>
                    <a:pt x="9782973" y="178056"/>
                  </a:lnTo>
                  <a:lnTo>
                    <a:pt x="9706871" y="205068"/>
                  </a:lnTo>
                  <a:lnTo>
                    <a:pt x="9636687" y="234753"/>
                  </a:lnTo>
                  <a:lnTo>
                    <a:pt x="9571751" y="267433"/>
                  </a:lnTo>
                  <a:lnTo>
                    <a:pt x="9511331" y="303449"/>
                  </a:lnTo>
                  <a:lnTo>
                    <a:pt x="9454685" y="343133"/>
                  </a:lnTo>
                  <a:lnTo>
                    <a:pt x="9401092" y="386761"/>
                  </a:lnTo>
                  <a:lnTo>
                    <a:pt x="9349897" y="434483"/>
                  </a:lnTo>
                  <a:lnTo>
                    <a:pt x="9347647" y="436719"/>
                  </a:lnTo>
                  <a:lnTo>
                    <a:pt x="9302158" y="484493"/>
                  </a:lnTo>
                  <a:lnTo>
                    <a:pt x="9257824" y="535810"/>
                  </a:lnTo>
                  <a:lnTo>
                    <a:pt x="9214326" y="590742"/>
                  </a:lnTo>
                  <a:lnTo>
                    <a:pt x="9171410" y="649301"/>
                  </a:lnTo>
                  <a:lnTo>
                    <a:pt x="9128872" y="711435"/>
                  </a:lnTo>
                  <a:lnTo>
                    <a:pt x="9086555" y="777018"/>
                  </a:lnTo>
                  <a:lnTo>
                    <a:pt x="9044341" y="845852"/>
                  </a:lnTo>
                  <a:lnTo>
                    <a:pt x="9002148" y="917659"/>
                  </a:lnTo>
                  <a:lnTo>
                    <a:pt x="8959922" y="992088"/>
                  </a:lnTo>
                  <a:lnTo>
                    <a:pt x="8917636" y="1068717"/>
                  </a:lnTo>
                  <a:lnTo>
                    <a:pt x="8875287" y="1147062"/>
                  </a:lnTo>
                  <a:lnTo>
                    <a:pt x="8832884" y="1226588"/>
                  </a:lnTo>
                  <a:lnTo>
                    <a:pt x="8790452" y="1306728"/>
                  </a:lnTo>
                  <a:lnTo>
                    <a:pt x="8748018" y="1386894"/>
                  </a:lnTo>
                  <a:lnTo>
                    <a:pt x="8705612" y="1466496"/>
                  </a:lnTo>
                  <a:lnTo>
                    <a:pt x="8663258" y="1544963"/>
                  </a:lnTo>
                  <a:lnTo>
                    <a:pt x="8620967" y="1621758"/>
                  </a:lnTo>
                  <a:lnTo>
                    <a:pt x="8578736" y="1696392"/>
                  </a:lnTo>
                  <a:lnTo>
                    <a:pt x="8536541" y="1768438"/>
                  </a:lnTo>
                  <a:lnTo>
                    <a:pt x="8494332" y="1837538"/>
                  </a:lnTo>
                  <a:lnTo>
                    <a:pt x="8452028" y="1903408"/>
                  </a:lnTo>
                  <a:lnTo>
                    <a:pt x="8409515" y="1965843"/>
                  </a:lnTo>
                  <a:lnTo>
                    <a:pt x="8366638" y="2024710"/>
                  </a:lnTo>
                  <a:lnTo>
                    <a:pt x="8323199" y="2079952"/>
                  </a:lnTo>
                  <a:lnTo>
                    <a:pt x="8278948" y="2131576"/>
                  </a:lnTo>
                  <a:lnTo>
                    <a:pt x="8233572" y="2179649"/>
                  </a:lnTo>
                  <a:lnTo>
                    <a:pt x="8229629" y="2183597"/>
                  </a:lnTo>
                  <a:lnTo>
                    <a:pt x="8178527" y="2231503"/>
                  </a:lnTo>
                  <a:lnTo>
                    <a:pt x="8125055" y="2275313"/>
                  </a:lnTo>
                  <a:lnTo>
                    <a:pt x="8068561" y="2315168"/>
                  </a:lnTo>
                  <a:lnTo>
                    <a:pt x="8008327" y="2351342"/>
                  </a:lnTo>
                  <a:lnTo>
                    <a:pt x="7943609" y="2384164"/>
                  </a:lnTo>
                  <a:lnTo>
                    <a:pt x="7873675" y="2413976"/>
                  </a:lnTo>
                  <a:lnTo>
                    <a:pt x="7797852" y="2441102"/>
                  </a:lnTo>
                  <a:lnTo>
                    <a:pt x="7715589" y="2465828"/>
                  </a:lnTo>
                  <a:lnTo>
                    <a:pt x="7626539" y="2488392"/>
                  </a:lnTo>
                  <a:lnTo>
                    <a:pt x="7530666" y="2508983"/>
                  </a:lnTo>
                  <a:lnTo>
                    <a:pt x="7428375" y="2527730"/>
                  </a:lnTo>
                  <a:lnTo>
                    <a:pt x="7320644" y="2544710"/>
                  </a:lnTo>
                  <a:lnTo>
                    <a:pt x="7209150" y="2559949"/>
                  </a:lnTo>
                  <a:lnTo>
                    <a:pt x="7096333" y="2573435"/>
                  </a:lnTo>
                  <a:lnTo>
                    <a:pt x="6985361" y="2585132"/>
                  </a:lnTo>
                  <a:lnTo>
                    <a:pt x="6879941" y="2595006"/>
                  </a:lnTo>
                  <a:lnTo>
                    <a:pt x="6783958" y="2603052"/>
                  </a:lnTo>
                  <a:lnTo>
                    <a:pt x="6700980" y="2609315"/>
                  </a:lnTo>
                  <a:lnTo>
                    <a:pt x="6633700" y="2613911"/>
                  </a:lnTo>
                  <a:lnTo>
                    <a:pt x="6583456" y="2617031"/>
                  </a:lnTo>
                  <a:lnTo>
                    <a:pt x="6549947" y="2618929"/>
                  </a:lnTo>
                  <a:lnTo>
                    <a:pt x="6531181" y="2619902"/>
                  </a:lnTo>
                  <a:lnTo>
                    <a:pt x="6523620" y="2620262"/>
                  </a:lnTo>
                  <a:lnTo>
                    <a:pt x="6522386" y="2620317"/>
                  </a:lnTo>
                  <a:lnTo>
                    <a:pt x="6522385" y="2620317"/>
                  </a:lnTo>
                  <a:lnTo>
                    <a:pt x="5527445" y="2620317"/>
                  </a:lnTo>
                  <a:lnTo>
                    <a:pt x="5526314" y="2620331"/>
                  </a:lnTo>
                  <a:lnTo>
                    <a:pt x="5518845" y="2620437"/>
                  </a:lnTo>
                  <a:lnTo>
                    <a:pt x="5499918" y="2620729"/>
                  </a:lnTo>
                  <a:lnTo>
                    <a:pt x="5465825" y="2621305"/>
                  </a:lnTo>
                  <a:lnTo>
                    <a:pt x="5414497" y="2622257"/>
                  </a:lnTo>
                  <a:lnTo>
                    <a:pt x="5345654" y="2623663"/>
                  </a:lnTo>
                  <a:lnTo>
                    <a:pt x="5260751" y="2625583"/>
                  </a:lnTo>
                  <a:lnTo>
                    <a:pt x="5162655" y="2628050"/>
                  </a:lnTo>
                  <a:lnTo>
                    <a:pt x="5055126" y="2631079"/>
                  </a:lnTo>
                  <a:lnTo>
                    <a:pt x="4942223" y="2634666"/>
                  </a:lnTo>
                  <a:lnTo>
                    <a:pt x="4827776" y="2638800"/>
                  </a:lnTo>
                  <a:lnTo>
                    <a:pt x="4715017" y="2643472"/>
                  </a:lnTo>
                  <a:lnTo>
                    <a:pt x="4606395" y="2648677"/>
                  </a:lnTo>
                  <a:lnTo>
                    <a:pt x="4503556" y="2654427"/>
                  </a:lnTo>
                  <a:lnTo>
                    <a:pt x="4407424" y="2660748"/>
                  </a:lnTo>
                  <a:lnTo>
                    <a:pt x="4318335" y="2667682"/>
                  </a:lnTo>
                  <a:lnTo>
                    <a:pt x="4236184" y="2675293"/>
                  </a:lnTo>
                  <a:lnTo>
                    <a:pt x="4160560" y="2683656"/>
                  </a:lnTo>
                  <a:lnTo>
                    <a:pt x="4090856" y="2692863"/>
                  </a:lnTo>
                  <a:lnTo>
                    <a:pt x="4026349" y="2703018"/>
                  </a:lnTo>
                  <a:lnTo>
                    <a:pt x="3966269" y="2714226"/>
                  </a:lnTo>
                  <a:lnTo>
                    <a:pt x="3909843" y="2726587"/>
                  </a:lnTo>
                  <a:lnTo>
                    <a:pt x="3856334" y="2740179"/>
                  </a:lnTo>
                  <a:lnTo>
                    <a:pt x="3820202" y="2750459"/>
                  </a:lnTo>
                  <a:lnTo>
                    <a:pt x="3761449" y="2769123"/>
                  </a:lnTo>
                  <a:lnTo>
                    <a:pt x="3704473" y="2789575"/>
                  </a:lnTo>
                  <a:lnTo>
                    <a:pt x="3648644" y="2811844"/>
                  </a:lnTo>
                  <a:lnTo>
                    <a:pt x="3593490" y="2835907"/>
                  </a:lnTo>
                  <a:lnTo>
                    <a:pt x="3538668" y="2861681"/>
                  </a:lnTo>
                  <a:lnTo>
                    <a:pt x="3483949" y="2889019"/>
                  </a:lnTo>
                  <a:lnTo>
                    <a:pt x="3429193" y="2917711"/>
                  </a:lnTo>
                  <a:lnTo>
                    <a:pt x="3374338" y="2947486"/>
                  </a:lnTo>
                  <a:lnTo>
                    <a:pt x="3319380" y="2978022"/>
                  </a:lnTo>
                  <a:lnTo>
                    <a:pt x="3264359" y="3008959"/>
                  </a:lnTo>
                  <a:lnTo>
                    <a:pt x="3209334" y="3039919"/>
                  </a:lnTo>
                  <a:lnTo>
                    <a:pt x="3154367" y="3070520"/>
                  </a:lnTo>
                  <a:lnTo>
                    <a:pt x="3099499" y="3100399"/>
                  </a:lnTo>
                  <a:lnTo>
                    <a:pt x="3044733" y="3129231"/>
                  </a:lnTo>
                  <a:lnTo>
                    <a:pt x="2990015" y="3156737"/>
                  </a:lnTo>
                  <a:lnTo>
                    <a:pt x="2935216" y="3182699"/>
                  </a:lnTo>
                  <a:lnTo>
                    <a:pt x="2880115" y="3206965"/>
                  </a:lnTo>
                  <a:lnTo>
                    <a:pt x="2824385" y="3229442"/>
                  </a:lnTo>
                  <a:lnTo>
                    <a:pt x="2767570" y="3250103"/>
                  </a:lnTo>
                  <a:lnTo>
                    <a:pt x="2709060" y="3268970"/>
                  </a:lnTo>
                  <a:lnTo>
                    <a:pt x="2702183" y="3271029"/>
                  </a:lnTo>
                  <a:lnTo>
                    <a:pt x="2650324" y="3285503"/>
                  </a:lnTo>
                  <a:lnTo>
                    <a:pt x="2596017" y="3298721"/>
                  </a:lnTo>
                  <a:lnTo>
                    <a:pt x="2538578" y="3310728"/>
                  </a:lnTo>
                  <a:lnTo>
                    <a:pt x="2477257" y="3321610"/>
                  </a:lnTo>
                  <a:lnTo>
                    <a:pt x="2411276" y="3331471"/>
                  </a:lnTo>
                  <a:lnTo>
                    <a:pt x="2339875" y="3340415"/>
                  </a:lnTo>
                  <a:lnTo>
                    <a:pt x="2262357" y="3348544"/>
                  </a:lnTo>
                  <a:lnTo>
                    <a:pt x="2178164" y="3355945"/>
                  </a:lnTo>
                  <a:lnTo>
                    <a:pt x="2086964" y="3362691"/>
                  </a:lnTo>
                  <a:lnTo>
                    <a:pt x="1988768" y="3368837"/>
                  </a:lnTo>
                  <a:lnTo>
                    <a:pt x="1884074" y="3374422"/>
                  </a:lnTo>
                  <a:lnTo>
                    <a:pt x="1774008" y="3379468"/>
                  </a:lnTo>
                  <a:lnTo>
                    <a:pt x="1660450" y="3383979"/>
                  </a:lnTo>
                  <a:lnTo>
                    <a:pt x="1546094" y="3387951"/>
                  </a:lnTo>
                  <a:lnTo>
                    <a:pt x="1434377" y="3391373"/>
                  </a:lnTo>
                  <a:lnTo>
                    <a:pt x="1329244" y="3394233"/>
                  </a:lnTo>
                  <a:lnTo>
                    <a:pt x="1234726" y="3396535"/>
                  </a:lnTo>
                  <a:lnTo>
                    <a:pt x="1154377" y="3398296"/>
                  </a:lnTo>
                  <a:lnTo>
                    <a:pt x="1090691" y="3399559"/>
                  </a:lnTo>
                  <a:lnTo>
                    <a:pt x="1044626" y="3400390"/>
                  </a:lnTo>
                  <a:lnTo>
                    <a:pt x="1015360" y="3400871"/>
                  </a:lnTo>
                  <a:lnTo>
                    <a:pt x="1000314" y="3401097"/>
                  </a:lnTo>
                  <a:lnTo>
                    <a:pt x="995336" y="3401166"/>
                  </a:lnTo>
                  <a:lnTo>
                    <a:pt x="994940" y="3401171"/>
                  </a:lnTo>
                  <a:lnTo>
                    <a:pt x="0" y="3401171"/>
                  </a:lnTo>
                  <a:lnTo>
                    <a:pt x="0" y="34011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6" name="pg1565"/>
            <p:cNvSpPr/>
            <p:nvPr/>
          </p:nvSpPr>
          <p:spPr>
            <a:xfrm>
              <a:off x="1199187" y="4884106"/>
              <a:ext cx="12049831" cy="1425452"/>
            </a:xfrm>
            <a:custGeom>
              <a:avLst/>
              <a:pathLst>
                <a:path w="12049831" h="1425452">
                  <a:moveTo>
                    <a:pt x="0" y="644597"/>
                  </a:moveTo>
                  <a:lnTo>
                    <a:pt x="994940" y="644597"/>
                  </a:lnTo>
                  <a:lnTo>
                    <a:pt x="996073" y="644585"/>
                  </a:lnTo>
                  <a:lnTo>
                    <a:pt x="1003551" y="644499"/>
                  </a:lnTo>
                  <a:lnTo>
                    <a:pt x="1022504" y="644259"/>
                  </a:lnTo>
                  <a:lnTo>
                    <a:pt x="1056641" y="643787"/>
                  </a:lnTo>
                  <a:lnTo>
                    <a:pt x="1108032" y="643006"/>
                  </a:lnTo>
                  <a:lnTo>
                    <a:pt x="1176952" y="641853"/>
                  </a:lnTo>
                  <a:lnTo>
                    <a:pt x="1261941" y="640279"/>
                  </a:lnTo>
                  <a:lnTo>
                    <a:pt x="1360125" y="638257"/>
                  </a:lnTo>
                  <a:lnTo>
                    <a:pt x="1467735" y="635774"/>
                  </a:lnTo>
                  <a:lnTo>
                    <a:pt x="1580707" y="632833"/>
                  </a:lnTo>
                  <a:lnTo>
                    <a:pt x="1695207" y="629444"/>
                  </a:lnTo>
                  <a:lnTo>
                    <a:pt x="1808003" y="625615"/>
                  </a:lnTo>
                  <a:lnTo>
                    <a:pt x="1916646" y="621348"/>
                  </a:lnTo>
                  <a:lnTo>
                    <a:pt x="2019493" y="616635"/>
                  </a:lnTo>
                  <a:lnTo>
                    <a:pt x="2115623" y="611454"/>
                  </a:lnTo>
                  <a:lnTo>
                    <a:pt x="2204702" y="605769"/>
                  </a:lnTo>
                  <a:lnTo>
                    <a:pt x="2286839" y="599531"/>
                  </a:lnTo>
                  <a:lnTo>
                    <a:pt x="2362447" y="592674"/>
                  </a:lnTo>
                  <a:lnTo>
                    <a:pt x="2432135" y="585125"/>
                  </a:lnTo>
                  <a:lnTo>
                    <a:pt x="2496628" y="576799"/>
                  </a:lnTo>
                  <a:lnTo>
                    <a:pt x="2556697" y="567609"/>
                  </a:lnTo>
                  <a:lnTo>
                    <a:pt x="2613117" y="557473"/>
                  </a:lnTo>
                  <a:lnTo>
                    <a:pt x="2666624" y="546328"/>
                  </a:lnTo>
                  <a:lnTo>
                    <a:pt x="2702183" y="538038"/>
                  </a:lnTo>
                  <a:lnTo>
                    <a:pt x="2761816" y="522512"/>
                  </a:lnTo>
                  <a:lnTo>
                    <a:pt x="2819628" y="505476"/>
                  </a:lnTo>
                  <a:lnTo>
                    <a:pt x="2876275" y="486907"/>
                  </a:lnTo>
                  <a:lnTo>
                    <a:pt x="2932245" y="466826"/>
                  </a:lnTo>
                  <a:lnTo>
                    <a:pt x="2987889" y="445307"/>
                  </a:lnTo>
                  <a:lnTo>
                    <a:pt x="3043441" y="422480"/>
                  </a:lnTo>
                  <a:lnTo>
                    <a:pt x="3099040" y="398530"/>
                  </a:lnTo>
                  <a:lnTo>
                    <a:pt x="3154744" y="373692"/>
                  </a:lnTo>
                  <a:lnTo>
                    <a:pt x="3210551" y="348249"/>
                  </a:lnTo>
                  <a:lnTo>
                    <a:pt x="3266415" y="322509"/>
                  </a:lnTo>
                  <a:lnTo>
                    <a:pt x="3322274" y="296800"/>
                  </a:lnTo>
                  <a:lnTo>
                    <a:pt x="3378063" y="271447"/>
                  </a:lnTo>
                  <a:lnTo>
                    <a:pt x="3433747" y="246755"/>
                  </a:lnTo>
                  <a:lnTo>
                    <a:pt x="3489330" y="222998"/>
                  </a:lnTo>
                  <a:lnTo>
                    <a:pt x="3544887" y="200403"/>
                  </a:lnTo>
                  <a:lnTo>
                    <a:pt x="3600570" y="179145"/>
                  </a:lnTo>
                  <a:lnTo>
                    <a:pt x="3656636" y="159343"/>
                  </a:lnTo>
                  <a:lnTo>
                    <a:pt x="3713459" y="141060"/>
                  </a:lnTo>
                  <a:lnTo>
                    <a:pt x="3771556" y="124310"/>
                  </a:lnTo>
                  <a:lnTo>
                    <a:pt x="3820202" y="111800"/>
                  </a:lnTo>
                  <a:lnTo>
                    <a:pt x="3872086" y="99943"/>
                  </a:lnTo>
                  <a:lnTo>
                    <a:pt x="3926421" y="89116"/>
                  </a:lnTo>
                  <a:lnTo>
                    <a:pt x="3983892" y="79281"/>
                  </a:lnTo>
                  <a:lnTo>
                    <a:pt x="4045249" y="70368"/>
                  </a:lnTo>
                  <a:lnTo>
                    <a:pt x="4111272" y="62292"/>
                  </a:lnTo>
                  <a:lnTo>
                    <a:pt x="4182723" y="54966"/>
                  </a:lnTo>
                  <a:lnTo>
                    <a:pt x="4260297" y="48309"/>
                  </a:lnTo>
                  <a:lnTo>
                    <a:pt x="4344555" y="42249"/>
                  </a:lnTo>
                  <a:lnTo>
                    <a:pt x="4435828" y="36725"/>
                  </a:lnTo>
                  <a:lnTo>
                    <a:pt x="4534101" y="31692"/>
                  </a:lnTo>
                  <a:lnTo>
                    <a:pt x="4638875" y="27119"/>
                  </a:lnTo>
                  <a:lnTo>
                    <a:pt x="4749019" y="22988"/>
                  </a:lnTo>
                  <a:lnTo>
                    <a:pt x="4862644" y="19295"/>
                  </a:lnTo>
                  <a:lnTo>
                    <a:pt x="4977049" y="16044"/>
                  </a:lnTo>
                  <a:lnTo>
                    <a:pt x="5088788" y="13245"/>
                  </a:lnTo>
                  <a:lnTo>
                    <a:pt x="5193907" y="10905"/>
                  </a:lnTo>
                  <a:lnTo>
                    <a:pt x="5288371" y="9023"/>
                  </a:lnTo>
                  <a:lnTo>
                    <a:pt x="5368628" y="7584"/>
                  </a:lnTo>
                  <a:lnTo>
                    <a:pt x="5432190" y="6552"/>
                  </a:lnTo>
                  <a:lnTo>
                    <a:pt x="5478115" y="5875"/>
                  </a:lnTo>
                  <a:lnTo>
                    <a:pt x="5507240" y="5483"/>
                  </a:lnTo>
                  <a:lnTo>
                    <a:pt x="5522167" y="5300"/>
                  </a:lnTo>
                  <a:lnTo>
                    <a:pt x="5527067" y="524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6" y="5267"/>
                  </a:lnTo>
                  <a:lnTo>
                    <a:pt x="6530903" y="5457"/>
                  </a:lnTo>
                  <a:lnTo>
                    <a:pt x="6549656" y="5983"/>
                  </a:lnTo>
                  <a:lnTo>
                    <a:pt x="6583445" y="7021"/>
                  </a:lnTo>
                  <a:lnTo>
                    <a:pt x="6634341" y="8735"/>
                  </a:lnTo>
                  <a:lnTo>
                    <a:pt x="6702647" y="11268"/>
                  </a:lnTo>
                  <a:lnTo>
                    <a:pt x="6786953" y="14727"/>
                  </a:lnTo>
                  <a:lnTo>
                    <a:pt x="6884443" y="19175"/>
                  </a:lnTo>
                  <a:lnTo>
                    <a:pt x="6991408" y="24636"/>
                  </a:lnTo>
                  <a:lnTo>
                    <a:pt x="7103831" y="31107"/>
                  </a:lnTo>
                  <a:lnTo>
                    <a:pt x="7217905" y="38568"/>
                  </a:lnTo>
                  <a:lnTo>
                    <a:pt x="7330406" y="46999"/>
                  </a:lnTo>
                  <a:lnTo>
                    <a:pt x="7438877" y="56395"/>
                  </a:lnTo>
                  <a:lnTo>
                    <a:pt x="7541658" y="66774"/>
                  </a:lnTo>
                  <a:lnTo>
                    <a:pt x="7637804" y="78180"/>
                  </a:lnTo>
                  <a:lnTo>
                    <a:pt x="7726960" y="90692"/>
                  </a:lnTo>
                  <a:lnTo>
                    <a:pt x="7809208" y="104417"/>
                  </a:lnTo>
                  <a:lnTo>
                    <a:pt x="7884942" y="119494"/>
                  </a:lnTo>
                  <a:lnTo>
                    <a:pt x="7954757" y="136087"/>
                  </a:lnTo>
                  <a:lnTo>
                    <a:pt x="8019361" y="154378"/>
                  </a:lnTo>
                  <a:lnTo>
                    <a:pt x="8079517" y="174560"/>
                  </a:lnTo>
                  <a:lnTo>
                    <a:pt x="8135991" y="196815"/>
                  </a:lnTo>
                  <a:lnTo>
                    <a:pt x="8189515" y="221284"/>
                  </a:lnTo>
                  <a:lnTo>
                    <a:pt x="8229629" y="241942"/>
                  </a:lnTo>
                  <a:lnTo>
                    <a:pt x="8283612" y="272966"/>
                  </a:lnTo>
                  <a:lnTo>
                    <a:pt x="8336049" y="306720"/>
                  </a:lnTo>
                  <a:lnTo>
                    <a:pt x="8387446" y="343256"/>
                  </a:lnTo>
                  <a:lnTo>
                    <a:pt x="8438189" y="382556"/>
                  </a:lnTo>
                  <a:lnTo>
                    <a:pt x="8488569" y="424530"/>
                  </a:lnTo>
                  <a:lnTo>
                    <a:pt x="8538794" y="469004"/>
                  </a:lnTo>
                  <a:lnTo>
                    <a:pt x="8589002" y="515724"/>
                  </a:lnTo>
                  <a:lnTo>
                    <a:pt x="8639271" y="564353"/>
                  </a:lnTo>
                  <a:lnTo>
                    <a:pt x="8689630" y="614482"/>
                  </a:lnTo>
                  <a:lnTo>
                    <a:pt x="8740070" y="665639"/>
                  </a:lnTo>
                  <a:lnTo>
                    <a:pt x="8790556" y="717312"/>
                  </a:lnTo>
                  <a:lnTo>
                    <a:pt x="8841040" y="768963"/>
                  </a:lnTo>
                  <a:lnTo>
                    <a:pt x="8891474" y="820060"/>
                  </a:lnTo>
                  <a:lnTo>
                    <a:pt x="8941827" y="870091"/>
                  </a:lnTo>
                  <a:lnTo>
                    <a:pt x="8992089" y="918588"/>
                  </a:lnTo>
                  <a:lnTo>
                    <a:pt x="9042295" y="965148"/>
                  </a:lnTo>
                  <a:lnTo>
                    <a:pt x="9092527" y="1009441"/>
                  </a:lnTo>
                  <a:lnTo>
                    <a:pt x="9142926" y="1051216"/>
                  </a:lnTo>
                  <a:lnTo>
                    <a:pt x="9193707" y="1090309"/>
                  </a:lnTo>
                  <a:lnTo>
                    <a:pt x="9245168" y="1126633"/>
                  </a:lnTo>
                  <a:lnTo>
                    <a:pt x="9297704" y="1160177"/>
                  </a:lnTo>
                  <a:lnTo>
                    <a:pt x="9347647" y="1188750"/>
                  </a:lnTo>
                  <a:lnTo>
                    <a:pt x="9399331" y="1214992"/>
                  </a:lnTo>
                  <a:lnTo>
                    <a:pt x="9453445" y="1238965"/>
                  </a:lnTo>
                  <a:lnTo>
                    <a:pt x="9510665" y="1260749"/>
                  </a:lnTo>
                  <a:lnTo>
                    <a:pt x="9571734" y="1280498"/>
                  </a:lnTo>
                  <a:lnTo>
                    <a:pt x="9637422" y="1298399"/>
                  </a:lnTo>
                  <a:lnTo>
                    <a:pt x="9708482" y="1314642"/>
                  </a:lnTo>
                  <a:lnTo>
                    <a:pt x="9785606" y="1329408"/>
                  </a:lnTo>
                  <a:lnTo>
                    <a:pt x="9869350" y="1342855"/>
                  </a:lnTo>
                  <a:lnTo>
                    <a:pt x="9960051" y="1355116"/>
                  </a:lnTo>
                  <a:lnTo>
                    <a:pt x="10057708" y="1366290"/>
                  </a:lnTo>
                  <a:lnTo>
                    <a:pt x="10161846" y="1376450"/>
                  </a:lnTo>
                  <a:lnTo>
                    <a:pt x="10271375" y="1385633"/>
                  </a:lnTo>
                  <a:lnTo>
                    <a:pt x="10384461" y="1393851"/>
                  </a:lnTo>
                  <a:lnTo>
                    <a:pt x="10498473" y="1401096"/>
                  </a:lnTo>
                  <a:lnTo>
                    <a:pt x="10610035" y="1407346"/>
                  </a:lnTo>
                  <a:lnTo>
                    <a:pt x="10715257" y="1412584"/>
                  </a:lnTo>
                  <a:lnTo>
                    <a:pt x="10810139" y="1416811"/>
                  </a:lnTo>
                  <a:lnTo>
                    <a:pt x="10891120" y="1420058"/>
                  </a:lnTo>
                  <a:lnTo>
                    <a:pt x="10955656" y="1422401"/>
                  </a:lnTo>
                  <a:lnTo>
                    <a:pt x="11002697" y="1423953"/>
                  </a:lnTo>
                  <a:lnTo>
                    <a:pt x="11032937" y="1424862"/>
                  </a:lnTo>
                  <a:lnTo>
                    <a:pt x="11048820" y="1425299"/>
                  </a:lnTo>
                  <a:lnTo>
                    <a:pt x="11054354" y="1425439"/>
                  </a:lnTo>
                  <a:lnTo>
                    <a:pt x="11054891" y="1425452"/>
                  </a:lnTo>
                  <a:lnTo>
                    <a:pt x="12049831" y="1425452"/>
                  </a:lnTo>
                  <a:lnTo>
                    <a:pt x="12049831" y="1420211"/>
                  </a:lnTo>
                  <a:lnTo>
                    <a:pt x="11054891" y="1420211"/>
                  </a:lnTo>
                  <a:lnTo>
                    <a:pt x="11053770" y="1420185"/>
                  </a:lnTo>
                  <a:lnTo>
                    <a:pt x="11046373" y="1419994"/>
                  </a:lnTo>
                  <a:lnTo>
                    <a:pt x="11027621" y="1419468"/>
                  </a:lnTo>
                  <a:lnTo>
                    <a:pt x="10993831" y="1418431"/>
                  </a:lnTo>
                  <a:lnTo>
                    <a:pt x="10942935" y="1416717"/>
                  </a:lnTo>
                  <a:lnTo>
                    <a:pt x="10874629" y="1414184"/>
                  </a:lnTo>
                  <a:lnTo>
                    <a:pt x="10790324" y="1410725"/>
                  </a:lnTo>
                  <a:lnTo>
                    <a:pt x="10692834" y="1406277"/>
                  </a:lnTo>
                  <a:lnTo>
                    <a:pt x="10585868" y="1400815"/>
                  </a:lnTo>
                  <a:lnTo>
                    <a:pt x="10473446" y="1394344"/>
                  </a:lnTo>
                  <a:lnTo>
                    <a:pt x="10359372" y="1386884"/>
                  </a:lnTo>
                  <a:lnTo>
                    <a:pt x="10246871" y="1378453"/>
                  </a:lnTo>
                  <a:lnTo>
                    <a:pt x="10138399" y="1369056"/>
                  </a:lnTo>
                  <a:lnTo>
                    <a:pt x="10035619" y="1358678"/>
                  </a:lnTo>
                  <a:lnTo>
                    <a:pt x="9939472" y="1347271"/>
                  </a:lnTo>
                  <a:lnTo>
                    <a:pt x="9850317" y="1334759"/>
                  </a:lnTo>
                  <a:lnTo>
                    <a:pt x="9768069" y="1321034"/>
                  </a:lnTo>
                  <a:lnTo>
                    <a:pt x="9692334" y="1305957"/>
                  </a:lnTo>
                  <a:lnTo>
                    <a:pt x="9622519" y="1289365"/>
                  </a:lnTo>
                  <a:lnTo>
                    <a:pt x="9557915" y="1271073"/>
                  </a:lnTo>
                  <a:lnTo>
                    <a:pt x="9497760" y="1250891"/>
                  </a:lnTo>
                  <a:lnTo>
                    <a:pt x="9441286" y="1228637"/>
                  </a:lnTo>
                  <a:lnTo>
                    <a:pt x="9387762" y="1204167"/>
                  </a:lnTo>
                  <a:lnTo>
                    <a:pt x="9347647" y="1183509"/>
                  </a:lnTo>
                  <a:lnTo>
                    <a:pt x="9293665" y="1152486"/>
                  </a:lnTo>
                  <a:lnTo>
                    <a:pt x="9241227" y="1118731"/>
                  </a:lnTo>
                  <a:lnTo>
                    <a:pt x="9189831" y="1082196"/>
                  </a:lnTo>
                  <a:lnTo>
                    <a:pt x="9139088" y="1042895"/>
                  </a:lnTo>
                  <a:lnTo>
                    <a:pt x="9088708" y="1000922"/>
                  </a:lnTo>
                  <a:lnTo>
                    <a:pt x="9038482" y="956447"/>
                  </a:lnTo>
                  <a:lnTo>
                    <a:pt x="8988274" y="909727"/>
                  </a:lnTo>
                  <a:lnTo>
                    <a:pt x="8938005" y="861098"/>
                  </a:lnTo>
                  <a:lnTo>
                    <a:pt x="8887646" y="810970"/>
                  </a:lnTo>
                  <a:lnTo>
                    <a:pt x="8837206" y="759812"/>
                  </a:lnTo>
                  <a:lnTo>
                    <a:pt x="8786721" y="708140"/>
                  </a:lnTo>
                  <a:lnTo>
                    <a:pt x="8736237" y="656488"/>
                  </a:lnTo>
                  <a:lnTo>
                    <a:pt x="8685802" y="605391"/>
                  </a:lnTo>
                  <a:lnTo>
                    <a:pt x="8635450" y="555361"/>
                  </a:lnTo>
                  <a:lnTo>
                    <a:pt x="8585187" y="506863"/>
                  </a:lnTo>
                  <a:lnTo>
                    <a:pt x="8534981" y="460303"/>
                  </a:lnTo>
                  <a:lnTo>
                    <a:pt x="8484750" y="416011"/>
                  </a:lnTo>
                  <a:lnTo>
                    <a:pt x="8434351" y="374235"/>
                  </a:lnTo>
                  <a:lnTo>
                    <a:pt x="8383569" y="335142"/>
                  </a:lnTo>
                  <a:lnTo>
                    <a:pt x="8332108" y="298819"/>
                  </a:lnTo>
                  <a:lnTo>
                    <a:pt x="8279573" y="265274"/>
                  </a:lnTo>
                  <a:lnTo>
                    <a:pt x="8229629" y="236701"/>
                  </a:lnTo>
                  <a:lnTo>
                    <a:pt x="8177945" y="210460"/>
                  </a:lnTo>
                  <a:lnTo>
                    <a:pt x="8123831" y="186487"/>
                  </a:lnTo>
                  <a:lnTo>
                    <a:pt x="8066611" y="164703"/>
                  </a:lnTo>
                  <a:lnTo>
                    <a:pt x="8005542" y="144953"/>
                  </a:lnTo>
                  <a:lnTo>
                    <a:pt x="7939855" y="127052"/>
                  </a:lnTo>
                  <a:lnTo>
                    <a:pt x="7868794" y="110809"/>
                  </a:lnTo>
                  <a:lnTo>
                    <a:pt x="7791671" y="96043"/>
                  </a:lnTo>
                  <a:lnTo>
                    <a:pt x="7707926" y="82596"/>
                  </a:lnTo>
                  <a:lnTo>
                    <a:pt x="7617225" y="70336"/>
                  </a:lnTo>
                  <a:lnTo>
                    <a:pt x="7519569" y="59161"/>
                  </a:lnTo>
                  <a:lnTo>
                    <a:pt x="7415430" y="49002"/>
                  </a:lnTo>
                  <a:lnTo>
                    <a:pt x="7305902" y="39819"/>
                  </a:lnTo>
                  <a:lnTo>
                    <a:pt x="7192815" y="31600"/>
                  </a:lnTo>
                  <a:lnTo>
                    <a:pt x="7078804" y="24356"/>
                  </a:lnTo>
                  <a:lnTo>
                    <a:pt x="6967242" y="18106"/>
                  </a:lnTo>
                  <a:lnTo>
                    <a:pt x="6862020" y="12868"/>
                  </a:lnTo>
                  <a:lnTo>
                    <a:pt x="6767137" y="8641"/>
                  </a:lnTo>
                  <a:lnTo>
                    <a:pt x="6686156" y="5393"/>
                  </a:lnTo>
                  <a:lnTo>
                    <a:pt x="6621620" y="3051"/>
                  </a:lnTo>
                  <a:lnTo>
                    <a:pt x="6574580" y="1499"/>
                  </a:lnTo>
                  <a:lnTo>
                    <a:pt x="6544340" y="589"/>
                  </a:lnTo>
                  <a:lnTo>
                    <a:pt x="6528456" y="152"/>
                  </a:lnTo>
                  <a:lnTo>
                    <a:pt x="6522923" y="1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2" y="12"/>
                  </a:lnTo>
                  <a:lnTo>
                    <a:pt x="5518834" y="98"/>
                  </a:lnTo>
                  <a:lnTo>
                    <a:pt x="5499881" y="338"/>
                  </a:lnTo>
                  <a:lnTo>
                    <a:pt x="5465744" y="810"/>
                  </a:lnTo>
                  <a:lnTo>
                    <a:pt x="5414353" y="1591"/>
                  </a:lnTo>
                  <a:lnTo>
                    <a:pt x="5345433" y="2744"/>
                  </a:lnTo>
                  <a:lnTo>
                    <a:pt x="5260444" y="4317"/>
                  </a:lnTo>
                  <a:lnTo>
                    <a:pt x="5162260" y="6340"/>
                  </a:lnTo>
                  <a:lnTo>
                    <a:pt x="5054650" y="8823"/>
                  </a:lnTo>
                  <a:lnTo>
                    <a:pt x="4941678" y="11764"/>
                  </a:lnTo>
                  <a:lnTo>
                    <a:pt x="4827178" y="15153"/>
                  </a:lnTo>
                  <a:lnTo>
                    <a:pt x="4714382" y="18982"/>
                  </a:lnTo>
                  <a:lnTo>
                    <a:pt x="4605739" y="23249"/>
                  </a:lnTo>
                  <a:lnTo>
                    <a:pt x="4502892" y="27962"/>
                  </a:lnTo>
                  <a:lnTo>
                    <a:pt x="4406762" y="33143"/>
                  </a:lnTo>
                  <a:lnTo>
                    <a:pt x="4317683" y="38828"/>
                  </a:lnTo>
                  <a:lnTo>
                    <a:pt x="4235546" y="45066"/>
                  </a:lnTo>
                  <a:lnTo>
                    <a:pt x="4159938" y="51923"/>
                  </a:lnTo>
                  <a:lnTo>
                    <a:pt x="4090250" y="59472"/>
                  </a:lnTo>
                  <a:lnTo>
                    <a:pt x="4025757" y="67798"/>
                  </a:lnTo>
                  <a:lnTo>
                    <a:pt x="3965688" y="76988"/>
                  </a:lnTo>
                  <a:lnTo>
                    <a:pt x="3909268" y="87124"/>
                  </a:lnTo>
                  <a:lnTo>
                    <a:pt x="3855761" y="98269"/>
                  </a:lnTo>
                  <a:lnTo>
                    <a:pt x="3820202" y="106559"/>
                  </a:lnTo>
                  <a:lnTo>
                    <a:pt x="3760569" y="122085"/>
                  </a:lnTo>
                  <a:lnTo>
                    <a:pt x="3702757" y="139121"/>
                  </a:lnTo>
                  <a:lnTo>
                    <a:pt x="3646110" y="157690"/>
                  </a:lnTo>
                  <a:lnTo>
                    <a:pt x="3590140" y="177771"/>
                  </a:lnTo>
                  <a:lnTo>
                    <a:pt x="3534496" y="199290"/>
                  </a:lnTo>
                  <a:lnTo>
                    <a:pt x="3478944" y="222117"/>
                  </a:lnTo>
                  <a:lnTo>
                    <a:pt x="3423345" y="246067"/>
                  </a:lnTo>
                  <a:lnTo>
                    <a:pt x="3367641" y="270905"/>
                  </a:lnTo>
                  <a:lnTo>
                    <a:pt x="3311834" y="296348"/>
                  </a:lnTo>
                  <a:lnTo>
                    <a:pt x="3255970" y="322088"/>
                  </a:lnTo>
                  <a:lnTo>
                    <a:pt x="3200111" y="347797"/>
                  </a:lnTo>
                  <a:lnTo>
                    <a:pt x="3144322" y="373150"/>
                  </a:lnTo>
                  <a:lnTo>
                    <a:pt x="3088638" y="397842"/>
                  </a:lnTo>
                  <a:lnTo>
                    <a:pt x="3033055" y="421599"/>
                  </a:lnTo>
                  <a:lnTo>
                    <a:pt x="2977498" y="444194"/>
                  </a:lnTo>
                  <a:lnTo>
                    <a:pt x="2921815" y="465452"/>
                  </a:lnTo>
                  <a:lnTo>
                    <a:pt x="2865749" y="485254"/>
                  </a:lnTo>
                  <a:lnTo>
                    <a:pt x="2808926" y="503537"/>
                  </a:lnTo>
                  <a:lnTo>
                    <a:pt x="2750829" y="520287"/>
                  </a:lnTo>
                  <a:lnTo>
                    <a:pt x="2702183" y="532797"/>
                  </a:lnTo>
                  <a:lnTo>
                    <a:pt x="2650299" y="544654"/>
                  </a:lnTo>
                  <a:lnTo>
                    <a:pt x="2595964" y="555481"/>
                  </a:lnTo>
                  <a:lnTo>
                    <a:pt x="2538493" y="565316"/>
                  </a:lnTo>
                  <a:lnTo>
                    <a:pt x="2477136" y="574229"/>
                  </a:lnTo>
                  <a:lnTo>
                    <a:pt x="2411113" y="582305"/>
                  </a:lnTo>
                  <a:lnTo>
                    <a:pt x="2339662" y="589631"/>
                  </a:lnTo>
                  <a:lnTo>
                    <a:pt x="2262088" y="596288"/>
                  </a:lnTo>
                  <a:lnTo>
                    <a:pt x="2177830" y="602348"/>
                  </a:lnTo>
                  <a:lnTo>
                    <a:pt x="2086557" y="607872"/>
                  </a:lnTo>
                  <a:lnTo>
                    <a:pt x="1988284" y="612905"/>
                  </a:lnTo>
                  <a:lnTo>
                    <a:pt x="1883510" y="617478"/>
                  </a:lnTo>
                  <a:lnTo>
                    <a:pt x="1773366" y="621609"/>
                  </a:lnTo>
                  <a:lnTo>
                    <a:pt x="1659741" y="625302"/>
                  </a:lnTo>
                  <a:lnTo>
                    <a:pt x="1545336" y="628553"/>
                  </a:lnTo>
                  <a:lnTo>
                    <a:pt x="1433597" y="631352"/>
                  </a:lnTo>
                  <a:lnTo>
                    <a:pt x="1328478" y="633692"/>
                  </a:lnTo>
                  <a:lnTo>
                    <a:pt x="1234014" y="635574"/>
                  </a:lnTo>
                  <a:lnTo>
                    <a:pt x="1153757" y="637013"/>
                  </a:lnTo>
                  <a:lnTo>
                    <a:pt x="1090195" y="638045"/>
                  </a:lnTo>
                  <a:lnTo>
                    <a:pt x="1044270" y="638722"/>
                  </a:lnTo>
                  <a:lnTo>
                    <a:pt x="1015145" y="639114"/>
                  </a:lnTo>
                  <a:lnTo>
                    <a:pt x="1000218" y="639297"/>
                  </a:lnTo>
                  <a:lnTo>
                    <a:pt x="995318" y="639353"/>
                  </a:lnTo>
                  <a:lnTo>
                    <a:pt x="994940" y="639357"/>
                  </a:lnTo>
                  <a:lnTo>
                    <a:pt x="0" y="639357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67" name="pl1566"/>
            <p:cNvSpPr/>
            <p:nvPr/>
          </p:nvSpPr>
          <p:spPr>
            <a:xfrm>
              <a:off x="1199187" y="4889347"/>
              <a:ext cx="12049831" cy="1420211"/>
            </a:xfrm>
            <a:custGeom>
              <a:avLst/>
              <a:pathLst>
                <a:path w="12049831" h="1420211">
                  <a:moveTo>
                    <a:pt x="0" y="639357"/>
                  </a:moveTo>
                  <a:lnTo>
                    <a:pt x="994940" y="639357"/>
                  </a:lnTo>
                  <a:lnTo>
                    <a:pt x="996073" y="639345"/>
                  </a:lnTo>
                  <a:lnTo>
                    <a:pt x="1003551" y="639258"/>
                  </a:lnTo>
                  <a:lnTo>
                    <a:pt x="1022504" y="639018"/>
                  </a:lnTo>
                  <a:lnTo>
                    <a:pt x="1056641" y="638546"/>
                  </a:lnTo>
                  <a:lnTo>
                    <a:pt x="1108032" y="637766"/>
                  </a:lnTo>
                  <a:lnTo>
                    <a:pt x="1176952" y="636613"/>
                  </a:lnTo>
                  <a:lnTo>
                    <a:pt x="1261941" y="635039"/>
                  </a:lnTo>
                  <a:lnTo>
                    <a:pt x="1360125" y="633016"/>
                  </a:lnTo>
                  <a:lnTo>
                    <a:pt x="1467735" y="630533"/>
                  </a:lnTo>
                  <a:lnTo>
                    <a:pt x="1580707" y="627593"/>
                  </a:lnTo>
                  <a:lnTo>
                    <a:pt x="1695207" y="624204"/>
                  </a:lnTo>
                  <a:lnTo>
                    <a:pt x="1808003" y="620375"/>
                  </a:lnTo>
                  <a:lnTo>
                    <a:pt x="1916646" y="616108"/>
                  </a:lnTo>
                  <a:lnTo>
                    <a:pt x="2019493" y="611394"/>
                  </a:lnTo>
                  <a:lnTo>
                    <a:pt x="2115623" y="606213"/>
                  </a:lnTo>
                  <a:lnTo>
                    <a:pt x="2204702" y="600529"/>
                  </a:lnTo>
                  <a:lnTo>
                    <a:pt x="2286839" y="594290"/>
                  </a:lnTo>
                  <a:lnTo>
                    <a:pt x="2362447" y="587434"/>
                  </a:lnTo>
                  <a:lnTo>
                    <a:pt x="2432135" y="579885"/>
                  </a:lnTo>
                  <a:lnTo>
                    <a:pt x="2496628" y="571559"/>
                  </a:lnTo>
                  <a:lnTo>
                    <a:pt x="2556697" y="562368"/>
                  </a:lnTo>
                  <a:lnTo>
                    <a:pt x="2613117" y="552232"/>
                  </a:lnTo>
                  <a:lnTo>
                    <a:pt x="2666624" y="541087"/>
                  </a:lnTo>
                  <a:lnTo>
                    <a:pt x="2702183" y="532797"/>
                  </a:lnTo>
                  <a:lnTo>
                    <a:pt x="2761816" y="517271"/>
                  </a:lnTo>
                  <a:lnTo>
                    <a:pt x="2819628" y="500235"/>
                  </a:lnTo>
                  <a:lnTo>
                    <a:pt x="2876275" y="481666"/>
                  </a:lnTo>
                  <a:lnTo>
                    <a:pt x="2932245" y="461585"/>
                  </a:lnTo>
                  <a:lnTo>
                    <a:pt x="2987889" y="440067"/>
                  </a:lnTo>
                  <a:lnTo>
                    <a:pt x="3043441" y="417240"/>
                  </a:lnTo>
                  <a:lnTo>
                    <a:pt x="3099040" y="393289"/>
                  </a:lnTo>
                  <a:lnTo>
                    <a:pt x="3154744" y="368452"/>
                  </a:lnTo>
                  <a:lnTo>
                    <a:pt x="3210551" y="343008"/>
                  </a:lnTo>
                  <a:lnTo>
                    <a:pt x="3266415" y="317268"/>
                  </a:lnTo>
                  <a:lnTo>
                    <a:pt x="3322274" y="291559"/>
                  </a:lnTo>
                  <a:lnTo>
                    <a:pt x="3378063" y="266206"/>
                  </a:lnTo>
                  <a:lnTo>
                    <a:pt x="3433747" y="241515"/>
                  </a:lnTo>
                  <a:lnTo>
                    <a:pt x="3489330" y="217758"/>
                  </a:lnTo>
                  <a:lnTo>
                    <a:pt x="3544887" y="195163"/>
                  </a:lnTo>
                  <a:lnTo>
                    <a:pt x="3600570" y="173904"/>
                  </a:lnTo>
                  <a:lnTo>
                    <a:pt x="3656636" y="154102"/>
                  </a:lnTo>
                  <a:lnTo>
                    <a:pt x="3713459" y="135820"/>
                  </a:lnTo>
                  <a:lnTo>
                    <a:pt x="3771556" y="119069"/>
                  </a:lnTo>
                  <a:lnTo>
                    <a:pt x="3820202" y="106559"/>
                  </a:lnTo>
                  <a:lnTo>
                    <a:pt x="3872086" y="94703"/>
                  </a:lnTo>
                  <a:lnTo>
                    <a:pt x="3926421" y="83875"/>
                  </a:lnTo>
                  <a:lnTo>
                    <a:pt x="3983892" y="74040"/>
                  </a:lnTo>
                  <a:lnTo>
                    <a:pt x="4045249" y="65127"/>
                  </a:lnTo>
                  <a:lnTo>
                    <a:pt x="4111272" y="57051"/>
                  </a:lnTo>
                  <a:lnTo>
                    <a:pt x="4182723" y="49726"/>
                  </a:lnTo>
                  <a:lnTo>
                    <a:pt x="4260297" y="43069"/>
                  </a:lnTo>
                  <a:lnTo>
                    <a:pt x="4344555" y="37008"/>
                  </a:lnTo>
                  <a:lnTo>
                    <a:pt x="4435828" y="31484"/>
                  </a:lnTo>
                  <a:lnTo>
                    <a:pt x="4534101" y="26451"/>
                  </a:lnTo>
                  <a:lnTo>
                    <a:pt x="4638875" y="21878"/>
                  </a:lnTo>
                  <a:lnTo>
                    <a:pt x="4749019" y="17748"/>
                  </a:lnTo>
                  <a:lnTo>
                    <a:pt x="4862644" y="14054"/>
                  </a:lnTo>
                  <a:lnTo>
                    <a:pt x="4977049" y="10803"/>
                  </a:lnTo>
                  <a:lnTo>
                    <a:pt x="5088788" y="8004"/>
                  </a:lnTo>
                  <a:lnTo>
                    <a:pt x="5193907" y="5664"/>
                  </a:lnTo>
                  <a:lnTo>
                    <a:pt x="5288371" y="3782"/>
                  </a:lnTo>
                  <a:lnTo>
                    <a:pt x="5368628" y="2343"/>
                  </a:lnTo>
                  <a:lnTo>
                    <a:pt x="5432190" y="1312"/>
                  </a:lnTo>
                  <a:lnTo>
                    <a:pt x="5478115" y="634"/>
                  </a:lnTo>
                  <a:lnTo>
                    <a:pt x="5507240" y="243"/>
                  </a:lnTo>
                  <a:lnTo>
                    <a:pt x="5522167" y="59"/>
                  </a:lnTo>
                  <a:lnTo>
                    <a:pt x="5527067" y="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6" y="26"/>
                  </a:lnTo>
                  <a:lnTo>
                    <a:pt x="6530903" y="217"/>
                  </a:lnTo>
                  <a:lnTo>
                    <a:pt x="6549656" y="743"/>
                  </a:lnTo>
                  <a:lnTo>
                    <a:pt x="6583445" y="1780"/>
                  </a:lnTo>
                  <a:lnTo>
                    <a:pt x="6634341" y="3494"/>
                  </a:lnTo>
                  <a:lnTo>
                    <a:pt x="6702647" y="6027"/>
                  </a:lnTo>
                  <a:lnTo>
                    <a:pt x="6786953" y="9486"/>
                  </a:lnTo>
                  <a:lnTo>
                    <a:pt x="6884443" y="13934"/>
                  </a:lnTo>
                  <a:lnTo>
                    <a:pt x="6991408" y="19396"/>
                  </a:lnTo>
                  <a:lnTo>
                    <a:pt x="7103831" y="25867"/>
                  </a:lnTo>
                  <a:lnTo>
                    <a:pt x="7217905" y="33327"/>
                  </a:lnTo>
                  <a:lnTo>
                    <a:pt x="7330406" y="41758"/>
                  </a:lnTo>
                  <a:lnTo>
                    <a:pt x="7438877" y="51154"/>
                  </a:lnTo>
                  <a:lnTo>
                    <a:pt x="7541658" y="61533"/>
                  </a:lnTo>
                  <a:lnTo>
                    <a:pt x="7637804" y="72940"/>
                  </a:lnTo>
                  <a:lnTo>
                    <a:pt x="7726960" y="85451"/>
                  </a:lnTo>
                  <a:lnTo>
                    <a:pt x="7809208" y="99177"/>
                  </a:lnTo>
                  <a:lnTo>
                    <a:pt x="7884942" y="114254"/>
                  </a:lnTo>
                  <a:lnTo>
                    <a:pt x="7954757" y="130846"/>
                  </a:lnTo>
                  <a:lnTo>
                    <a:pt x="8019361" y="149137"/>
                  </a:lnTo>
                  <a:lnTo>
                    <a:pt x="8079517" y="169320"/>
                  </a:lnTo>
                  <a:lnTo>
                    <a:pt x="8135991" y="191574"/>
                  </a:lnTo>
                  <a:lnTo>
                    <a:pt x="8189515" y="216043"/>
                  </a:lnTo>
                  <a:lnTo>
                    <a:pt x="8229629" y="236701"/>
                  </a:lnTo>
                  <a:lnTo>
                    <a:pt x="8283612" y="267725"/>
                  </a:lnTo>
                  <a:lnTo>
                    <a:pt x="8336049" y="301480"/>
                  </a:lnTo>
                  <a:lnTo>
                    <a:pt x="8387446" y="338015"/>
                  </a:lnTo>
                  <a:lnTo>
                    <a:pt x="8438189" y="377316"/>
                  </a:lnTo>
                  <a:lnTo>
                    <a:pt x="8488569" y="419289"/>
                  </a:lnTo>
                  <a:lnTo>
                    <a:pt x="8538794" y="463764"/>
                  </a:lnTo>
                  <a:lnTo>
                    <a:pt x="8589002" y="510484"/>
                  </a:lnTo>
                  <a:lnTo>
                    <a:pt x="8639271" y="559113"/>
                  </a:lnTo>
                  <a:lnTo>
                    <a:pt x="8689630" y="609241"/>
                  </a:lnTo>
                  <a:lnTo>
                    <a:pt x="8740070" y="660398"/>
                  </a:lnTo>
                  <a:lnTo>
                    <a:pt x="8790556" y="712071"/>
                  </a:lnTo>
                  <a:lnTo>
                    <a:pt x="8841040" y="763723"/>
                  </a:lnTo>
                  <a:lnTo>
                    <a:pt x="8891474" y="814820"/>
                  </a:lnTo>
                  <a:lnTo>
                    <a:pt x="8941827" y="864850"/>
                  </a:lnTo>
                  <a:lnTo>
                    <a:pt x="8992089" y="913347"/>
                  </a:lnTo>
                  <a:lnTo>
                    <a:pt x="9042295" y="959908"/>
                  </a:lnTo>
                  <a:lnTo>
                    <a:pt x="9092527" y="1004200"/>
                  </a:lnTo>
                  <a:lnTo>
                    <a:pt x="9142926" y="1045976"/>
                  </a:lnTo>
                  <a:lnTo>
                    <a:pt x="9193707" y="1085068"/>
                  </a:lnTo>
                  <a:lnTo>
                    <a:pt x="9245168" y="1121392"/>
                  </a:lnTo>
                  <a:lnTo>
                    <a:pt x="9297704" y="1154937"/>
                  </a:lnTo>
                  <a:lnTo>
                    <a:pt x="9347647" y="1183509"/>
                  </a:lnTo>
                  <a:lnTo>
                    <a:pt x="9399331" y="1209751"/>
                  </a:lnTo>
                  <a:lnTo>
                    <a:pt x="9453445" y="1233724"/>
                  </a:lnTo>
                  <a:lnTo>
                    <a:pt x="9510665" y="1255508"/>
                  </a:lnTo>
                  <a:lnTo>
                    <a:pt x="9571734" y="1275257"/>
                  </a:lnTo>
                  <a:lnTo>
                    <a:pt x="9637422" y="1293158"/>
                  </a:lnTo>
                  <a:lnTo>
                    <a:pt x="9708482" y="1309402"/>
                  </a:lnTo>
                  <a:lnTo>
                    <a:pt x="9785606" y="1324168"/>
                  </a:lnTo>
                  <a:lnTo>
                    <a:pt x="9869350" y="1337615"/>
                  </a:lnTo>
                  <a:lnTo>
                    <a:pt x="9960051" y="1349875"/>
                  </a:lnTo>
                  <a:lnTo>
                    <a:pt x="10057708" y="1361050"/>
                  </a:lnTo>
                  <a:lnTo>
                    <a:pt x="10161846" y="1371209"/>
                  </a:lnTo>
                  <a:lnTo>
                    <a:pt x="10271375" y="1380392"/>
                  </a:lnTo>
                  <a:lnTo>
                    <a:pt x="10384461" y="1388611"/>
                  </a:lnTo>
                  <a:lnTo>
                    <a:pt x="10498473" y="1395855"/>
                  </a:lnTo>
                  <a:lnTo>
                    <a:pt x="10610035" y="1402105"/>
                  </a:lnTo>
                  <a:lnTo>
                    <a:pt x="10715257" y="1407343"/>
                  </a:lnTo>
                  <a:lnTo>
                    <a:pt x="10810139" y="1411570"/>
                  </a:lnTo>
                  <a:lnTo>
                    <a:pt x="10891120" y="1414818"/>
                  </a:lnTo>
                  <a:lnTo>
                    <a:pt x="10955656" y="1417160"/>
                  </a:lnTo>
                  <a:lnTo>
                    <a:pt x="11002697" y="1418712"/>
                  </a:lnTo>
                  <a:lnTo>
                    <a:pt x="11032937" y="1419622"/>
                  </a:lnTo>
                  <a:lnTo>
                    <a:pt x="11048820" y="1420059"/>
                  </a:lnTo>
                  <a:lnTo>
                    <a:pt x="11054354" y="1420199"/>
                  </a:lnTo>
                  <a:lnTo>
                    <a:pt x="11054891" y="1420211"/>
                  </a:lnTo>
                  <a:lnTo>
                    <a:pt x="12049831" y="1420211"/>
                  </a:lnTo>
                  <a:lnTo>
                    <a:pt x="12049831" y="14202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8" name="pl1567"/>
            <p:cNvSpPr/>
            <p:nvPr/>
          </p:nvSpPr>
          <p:spPr>
            <a:xfrm>
              <a:off x="1199187" y="4884106"/>
              <a:ext cx="12049831" cy="1420211"/>
            </a:xfrm>
            <a:custGeom>
              <a:avLst/>
              <a:pathLst>
                <a:path w="12049831" h="1420211">
                  <a:moveTo>
                    <a:pt x="12049831" y="1420211"/>
                  </a:moveTo>
                  <a:lnTo>
                    <a:pt x="11054891" y="1420211"/>
                  </a:lnTo>
                  <a:lnTo>
                    <a:pt x="11053770" y="1420185"/>
                  </a:lnTo>
                  <a:lnTo>
                    <a:pt x="11046373" y="1419994"/>
                  </a:lnTo>
                  <a:lnTo>
                    <a:pt x="11027621" y="1419468"/>
                  </a:lnTo>
                  <a:lnTo>
                    <a:pt x="10993831" y="1418431"/>
                  </a:lnTo>
                  <a:lnTo>
                    <a:pt x="10942935" y="1416717"/>
                  </a:lnTo>
                  <a:lnTo>
                    <a:pt x="10874629" y="1414184"/>
                  </a:lnTo>
                  <a:lnTo>
                    <a:pt x="10790324" y="1410725"/>
                  </a:lnTo>
                  <a:lnTo>
                    <a:pt x="10692834" y="1406277"/>
                  </a:lnTo>
                  <a:lnTo>
                    <a:pt x="10585868" y="1400815"/>
                  </a:lnTo>
                  <a:lnTo>
                    <a:pt x="10473446" y="1394344"/>
                  </a:lnTo>
                  <a:lnTo>
                    <a:pt x="10359372" y="1386884"/>
                  </a:lnTo>
                  <a:lnTo>
                    <a:pt x="10246871" y="1378453"/>
                  </a:lnTo>
                  <a:lnTo>
                    <a:pt x="10138399" y="1369056"/>
                  </a:lnTo>
                  <a:lnTo>
                    <a:pt x="10035619" y="1358678"/>
                  </a:lnTo>
                  <a:lnTo>
                    <a:pt x="9939472" y="1347271"/>
                  </a:lnTo>
                  <a:lnTo>
                    <a:pt x="9850317" y="1334759"/>
                  </a:lnTo>
                  <a:lnTo>
                    <a:pt x="9768069" y="1321034"/>
                  </a:lnTo>
                  <a:lnTo>
                    <a:pt x="9692334" y="1305957"/>
                  </a:lnTo>
                  <a:lnTo>
                    <a:pt x="9622519" y="1289365"/>
                  </a:lnTo>
                  <a:lnTo>
                    <a:pt x="9557915" y="1271073"/>
                  </a:lnTo>
                  <a:lnTo>
                    <a:pt x="9497760" y="1250891"/>
                  </a:lnTo>
                  <a:lnTo>
                    <a:pt x="9441286" y="1228637"/>
                  </a:lnTo>
                  <a:lnTo>
                    <a:pt x="9387762" y="1204167"/>
                  </a:lnTo>
                  <a:lnTo>
                    <a:pt x="9347647" y="1183509"/>
                  </a:lnTo>
                  <a:lnTo>
                    <a:pt x="9293665" y="1152486"/>
                  </a:lnTo>
                  <a:lnTo>
                    <a:pt x="9241227" y="1118731"/>
                  </a:lnTo>
                  <a:lnTo>
                    <a:pt x="9189831" y="1082196"/>
                  </a:lnTo>
                  <a:lnTo>
                    <a:pt x="9139088" y="1042895"/>
                  </a:lnTo>
                  <a:lnTo>
                    <a:pt x="9088708" y="1000922"/>
                  </a:lnTo>
                  <a:lnTo>
                    <a:pt x="9038482" y="956447"/>
                  </a:lnTo>
                  <a:lnTo>
                    <a:pt x="8988274" y="909727"/>
                  </a:lnTo>
                  <a:lnTo>
                    <a:pt x="8938005" y="861098"/>
                  </a:lnTo>
                  <a:lnTo>
                    <a:pt x="8887646" y="810970"/>
                  </a:lnTo>
                  <a:lnTo>
                    <a:pt x="8837206" y="759812"/>
                  </a:lnTo>
                  <a:lnTo>
                    <a:pt x="8786721" y="708140"/>
                  </a:lnTo>
                  <a:lnTo>
                    <a:pt x="8736237" y="656488"/>
                  </a:lnTo>
                  <a:lnTo>
                    <a:pt x="8685802" y="605391"/>
                  </a:lnTo>
                  <a:lnTo>
                    <a:pt x="8635450" y="555361"/>
                  </a:lnTo>
                  <a:lnTo>
                    <a:pt x="8585187" y="506863"/>
                  </a:lnTo>
                  <a:lnTo>
                    <a:pt x="8534981" y="460303"/>
                  </a:lnTo>
                  <a:lnTo>
                    <a:pt x="8484750" y="416011"/>
                  </a:lnTo>
                  <a:lnTo>
                    <a:pt x="8434351" y="374235"/>
                  </a:lnTo>
                  <a:lnTo>
                    <a:pt x="8383569" y="335142"/>
                  </a:lnTo>
                  <a:lnTo>
                    <a:pt x="8332108" y="298819"/>
                  </a:lnTo>
                  <a:lnTo>
                    <a:pt x="8279573" y="265274"/>
                  </a:lnTo>
                  <a:lnTo>
                    <a:pt x="8229629" y="236701"/>
                  </a:lnTo>
                  <a:lnTo>
                    <a:pt x="8177945" y="210460"/>
                  </a:lnTo>
                  <a:lnTo>
                    <a:pt x="8123831" y="186487"/>
                  </a:lnTo>
                  <a:lnTo>
                    <a:pt x="8066611" y="164703"/>
                  </a:lnTo>
                  <a:lnTo>
                    <a:pt x="8005542" y="144953"/>
                  </a:lnTo>
                  <a:lnTo>
                    <a:pt x="7939855" y="127052"/>
                  </a:lnTo>
                  <a:lnTo>
                    <a:pt x="7868794" y="110809"/>
                  </a:lnTo>
                  <a:lnTo>
                    <a:pt x="7791671" y="96043"/>
                  </a:lnTo>
                  <a:lnTo>
                    <a:pt x="7707926" y="82596"/>
                  </a:lnTo>
                  <a:lnTo>
                    <a:pt x="7617225" y="70336"/>
                  </a:lnTo>
                  <a:lnTo>
                    <a:pt x="7519569" y="59161"/>
                  </a:lnTo>
                  <a:lnTo>
                    <a:pt x="7415430" y="49002"/>
                  </a:lnTo>
                  <a:lnTo>
                    <a:pt x="7305902" y="39819"/>
                  </a:lnTo>
                  <a:lnTo>
                    <a:pt x="7192815" y="31600"/>
                  </a:lnTo>
                  <a:lnTo>
                    <a:pt x="7078804" y="24356"/>
                  </a:lnTo>
                  <a:lnTo>
                    <a:pt x="6967242" y="18106"/>
                  </a:lnTo>
                  <a:lnTo>
                    <a:pt x="6862020" y="12868"/>
                  </a:lnTo>
                  <a:lnTo>
                    <a:pt x="6767137" y="8641"/>
                  </a:lnTo>
                  <a:lnTo>
                    <a:pt x="6686156" y="5393"/>
                  </a:lnTo>
                  <a:lnTo>
                    <a:pt x="6621620" y="3051"/>
                  </a:lnTo>
                  <a:lnTo>
                    <a:pt x="6574580" y="1499"/>
                  </a:lnTo>
                  <a:lnTo>
                    <a:pt x="6544340" y="589"/>
                  </a:lnTo>
                  <a:lnTo>
                    <a:pt x="6528456" y="152"/>
                  </a:lnTo>
                  <a:lnTo>
                    <a:pt x="6522923" y="1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2" y="12"/>
                  </a:lnTo>
                  <a:lnTo>
                    <a:pt x="5518834" y="98"/>
                  </a:lnTo>
                  <a:lnTo>
                    <a:pt x="5499881" y="338"/>
                  </a:lnTo>
                  <a:lnTo>
                    <a:pt x="5465744" y="810"/>
                  </a:lnTo>
                  <a:lnTo>
                    <a:pt x="5414353" y="1591"/>
                  </a:lnTo>
                  <a:lnTo>
                    <a:pt x="5345433" y="2744"/>
                  </a:lnTo>
                  <a:lnTo>
                    <a:pt x="5260444" y="4317"/>
                  </a:lnTo>
                  <a:lnTo>
                    <a:pt x="5162260" y="6340"/>
                  </a:lnTo>
                  <a:lnTo>
                    <a:pt x="5054650" y="8823"/>
                  </a:lnTo>
                  <a:lnTo>
                    <a:pt x="4941678" y="11764"/>
                  </a:lnTo>
                  <a:lnTo>
                    <a:pt x="4827178" y="15153"/>
                  </a:lnTo>
                  <a:lnTo>
                    <a:pt x="4714382" y="18982"/>
                  </a:lnTo>
                  <a:lnTo>
                    <a:pt x="4605739" y="23249"/>
                  </a:lnTo>
                  <a:lnTo>
                    <a:pt x="4502892" y="27962"/>
                  </a:lnTo>
                  <a:lnTo>
                    <a:pt x="4406762" y="33143"/>
                  </a:lnTo>
                  <a:lnTo>
                    <a:pt x="4317683" y="38828"/>
                  </a:lnTo>
                  <a:lnTo>
                    <a:pt x="4235546" y="45066"/>
                  </a:lnTo>
                  <a:lnTo>
                    <a:pt x="4159938" y="51923"/>
                  </a:lnTo>
                  <a:lnTo>
                    <a:pt x="4090250" y="59472"/>
                  </a:lnTo>
                  <a:lnTo>
                    <a:pt x="4025757" y="67798"/>
                  </a:lnTo>
                  <a:lnTo>
                    <a:pt x="3965688" y="76988"/>
                  </a:lnTo>
                  <a:lnTo>
                    <a:pt x="3909268" y="87124"/>
                  </a:lnTo>
                  <a:lnTo>
                    <a:pt x="3855761" y="98269"/>
                  </a:lnTo>
                  <a:lnTo>
                    <a:pt x="3820202" y="106559"/>
                  </a:lnTo>
                  <a:lnTo>
                    <a:pt x="3760569" y="122085"/>
                  </a:lnTo>
                  <a:lnTo>
                    <a:pt x="3702757" y="139121"/>
                  </a:lnTo>
                  <a:lnTo>
                    <a:pt x="3646110" y="157690"/>
                  </a:lnTo>
                  <a:lnTo>
                    <a:pt x="3590140" y="177771"/>
                  </a:lnTo>
                  <a:lnTo>
                    <a:pt x="3534496" y="199290"/>
                  </a:lnTo>
                  <a:lnTo>
                    <a:pt x="3478944" y="222117"/>
                  </a:lnTo>
                  <a:lnTo>
                    <a:pt x="3423345" y="246067"/>
                  </a:lnTo>
                  <a:lnTo>
                    <a:pt x="3367641" y="270905"/>
                  </a:lnTo>
                  <a:lnTo>
                    <a:pt x="3311834" y="296348"/>
                  </a:lnTo>
                  <a:lnTo>
                    <a:pt x="3255970" y="322088"/>
                  </a:lnTo>
                  <a:lnTo>
                    <a:pt x="3200111" y="347797"/>
                  </a:lnTo>
                  <a:lnTo>
                    <a:pt x="3144322" y="373150"/>
                  </a:lnTo>
                  <a:lnTo>
                    <a:pt x="3088638" y="397842"/>
                  </a:lnTo>
                  <a:lnTo>
                    <a:pt x="3033055" y="421599"/>
                  </a:lnTo>
                  <a:lnTo>
                    <a:pt x="2977498" y="444194"/>
                  </a:lnTo>
                  <a:lnTo>
                    <a:pt x="2921815" y="465452"/>
                  </a:lnTo>
                  <a:lnTo>
                    <a:pt x="2865749" y="485254"/>
                  </a:lnTo>
                  <a:lnTo>
                    <a:pt x="2808926" y="503537"/>
                  </a:lnTo>
                  <a:lnTo>
                    <a:pt x="2750829" y="520287"/>
                  </a:lnTo>
                  <a:lnTo>
                    <a:pt x="2702183" y="532797"/>
                  </a:lnTo>
                  <a:lnTo>
                    <a:pt x="2650299" y="544654"/>
                  </a:lnTo>
                  <a:lnTo>
                    <a:pt x="2595964" y="555481"/>
                  </a:lnTo>
                  <a:lnTo>
                    <a:pt x="2538493" y="565316"/>
                  </a:lnTo>
                  <a:lnTo>
                    <a:pt x="2477136" y="574229"/>
                  </a:lnTo>
                  <a:lnTo>
                    <a:pt x="2411113" y="582305"/>
                  </a:lnTo>
                  <a:lnTo>
                    <a:pt x="2339662" y="589631"/>
                  </a:lnTo>
                  <a:lnTo>
                    <a:pt x="2262088" y="596288"/>
                  </a:lnTo>
                  <a:lnTo>
                    <a:pt x="2177830" y="602348"/>
                  </a:lnTo>
                  <a:lnTo>
                    <a:pt x="2086557" y="607872"/>
                  </a:lnTo>
                  <a:lnTo>
                    <a:pt x="1988284" y="612905"/>
                  </a:lnTo>
                  <a:lnTo>
                    <a:pt x="1883510" y="617478"/>
                  </a:lnTo>
                  <a:lnTo>
                    <a:pt x="1773366" y="621609"/>
                  </a:lnTo>
                  <a:lnTo>
                    <a:pt x="1659741" y="625302"/>
                  </a:lnTo>
                  <a:lnTo>
                    <a:pt x="1545336" y="628553"/>
                  </a:lnTo>
                  <a:lnTo>
                    <a:pt x="1433597" y="631352"/>
                  </a:lnTo>
                  <a:lnTo>
                    <a:pt x="1328478" y="633692"/>
                  </a:lnTo>
                  <a:lnTo>
                    <a:pt x="1234014" y="635574"/>
                  </a:lnTo>
                  <a:lnTo>
                    <a:pt x="1153757" y="637013"/>
                  </a:lnTo>
                  <a:lnTo>
                    <a:pt x="1090195" y="638045"/>
                  </a:lnTo>
                  <a:lnTo>
                    <a:pt x="1044270" y="638722"/>
                  </a:lnTo>
                  <a:lnTo>
                    <a:pt x="1015145" y="639114"/>
                  </a:lnTo>
                  <a:lnTo>
                    <a:pt x="1000218" y="639297"/>
                  </a:lnTo>
                  <a:lnTo>
                    <a:pt x="995318" y="639353"/>
                  </a:lnTo>
                  <a:lnTo>
                    <a:pt x="994940" y="639357"/>
                  </a:lnTo>
                  <a:lnTo>
                    <a:pt x="0" y="639357"/>
                  </a:lnTo>
                  <a:lnTo>
                    <a:pt x="0" y="6393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9" name="pg1568"/>
            <p:cNvSpPr/>
            <p:nvPr/>
          </p:nvSpPr>
          <p:spPr>
            <a:xfrm>
              <a:off x="1199187" y="5041325"/>
              <a:ext cx="12049831" cy="649838"/>
            </a:xfrm>
            <a:custGeom>
              <a:avLst/>
              <a:pathLst>
                <a:path w="12049831" h="649838">
                  <a:moveTo>
                    <a:pt x="0" y="492619"/>
                  </a:moveTo>
                  <a:lnTo>
                    <a:pt x="994940" y="492619"/>
                  </a:lnTo>
                  <a:lnTo>
                    <a:pt x="996074" y="492610"/>
                  </a:lnTo>
                  <a:lnTo>
                    <a:pt x="1003562" y="492544"/>
                  </a:lnTo>
                  <a:lnTo>
                    <a:pt x="1022536" y="492361"/>
                  </a:lnTo>
                  <a:lnTo>
                    <a:pt x="1056710" y="492000"/>
                  </a:lnTo>
                  <a:lnTo>
                    <a:pt x="1108154" y="491405"/>
                  </a:lnTo>
                  <a:lnTo>
                    <a:pt x="1177140" y="490525"/>
                  </a:lnTo>
                  <a:lnTo>
                    <a:pt x="1262204" y="489324"/>
                  </a:lnTo>
                  <a:lnTo>
                    <a:pt x="1360462" y="487780"/>
                  </a:lnTo>
                  <a:lnTo>
                    <a:pt x="1468141" y="485885"/>
                  </a:lnTo>
                  <a:lnTo>
                    <a:pt x="1581172" y="483641"/>
                  </a:lnTo>
                  <a:lnTo>
                    <a:pt x="1695717" y="481055"/>
                  </a:lnTo>
                  <a:lnTo>
                    <a:pt x="1808545" y="478134"/>
                  </a:lnTo>
                  <a:lnTo>
                    <a:pt x="1917206" y="474878"/>
                  </a:lnTo>
                  <a:lnTo>
                    <a:pt x="2020060" y="471282"/>
                  </a:lnTo>
                  <a:lnTo>
                    <a:pt x="2116188" y="467329"/>
                  </a:lnTo>
                  <a:lnTo>
                    <a:pt x="2205259" y="462991"/>
                  </a:lnTo>
                  <a:lnTo>
                    <a:pt x="2287384" y="458230"/>
                  </a:lnTo>
                  <a:lnTo>
                    <a:pt x="2362978" y="452998"/>
                  </a:lnTo>
                  <a:lnTo>
                    <a:pt x="2432653" y="447237"/>
                  </a:lnTo>
                  <a:lnTo>
                    <a:pt x="2497133" y="440883"/>
                  </a:lnTo>
                  <a:lnTo>
                    <a:pt x="2557194" y="433868"/>
                  </a:lnTo>
                  <a:lnTo>
                    <a:pt x="2613608" y="426132"/>
                  </a:lnTo>
                  <a:lnTo>
                    <a:pt x="2667113" y="417625"/>
                  </a:lnTo>
                  <a:lnTo>
                    <a:pt x="2702183" y="411389"/>
                  </a:lnTo>
                  <a:lnTo>
                    <a:pt x="2762622" y="399383"/>
                  </a:lnTo>
                  <a:lnTo>
                    <a:pt x="2821199" y="386194"/>
                  </a:lnTo>
                  <a:lnTo>
                    <a:pt x="2878594" y="371803"/>
                  </a:lnTo>
                  <a:lnTo>
                    <a:pt x="2935311" y="356230"/>
                  </a:lnTo>
                  <a:lnTo>
                    <a:pt x="2991709" y="339535"/>
                  </a:lnTo>
                  <a:lnTo>
                    <a:pt x="3048025" y="321824"/>
                  </a:lnTo>
                  <a:lnTo>
                    <a:pt x="3104397" y="303247"/>
                  </a:lnTo>
                  <a:lnTo>
                    <a:pt x="3160879" y="283994"/>
                  </a:lnTo>
                  <a:lnTo>
                    <a:pt x="3217462" y="264293"/>
                  </a:lnTo>
                  <a:lnTo>
                    <a:pt x="3274098" y="244391"/>
                  </a:lnTo>
                  <a:lnTo>
                    <a:pt x="3330718" y="224548"/>
                  </a:lnTo>
                  <a:lnTo>
                    <a:pt x="3387259" y="205022"/>
                  </a:lnTo>
                  <a:lnTo>
                    <a:pt x="3443688" y="186051"/>
                  </a:lnTo>
                  <a:lnTo>
                    <a:pt x="3500024" y="167847"/>
                  </a:lnTo>
                  <a:lnTo>
                    <a:pt x="3556354" y="150583"/>
                  </a:lnTo>
                  <a:lnTo>
                    <a:pt x="3612861" y="134389"/>
                  </a:lnTo>
                  <a:lnTo>
                    <a:pt x="3669835" y="119349"/>
                  </a:lnTo>
                  <a:lnTo>
                    <a:pt x="3727696" y="105507"/>
                  </a:lnTo>
                  <a:lnTo>
                    <a:pt x="3787025" y="92861"/>
                  </a:lnTo>
                  <a:lnTo>
                    <a:pt x="3820202" y="86470"/>
                  </a:lnTo>
                  <a:lnTo>
                    <a:pt x="3872107" y="77428"/>
                  </a:lnTo>
                  <a:lnTo>
                    <a:pt x="3926466" y="69172"/>
                  </a:lnTo>
                  <a:lnTo>
                    <a:pt x="3983964" y="61672"/>
                  </a:lnTo>
                  <a:lnTo>
                    <a:pt x="4045353" y="54876"/>
                  </a:lnTo>
                  <a:lnTo>
                    <a:pt x="4111412" y="48719"/>
                  </a:lnTo>
                  <a:lnTo>
                    <a:pt x="4182904" y="43133"/>
                  </a:lnTo>
                  <a:lnTo>
                    <a:pt x="4260528" y="38058"/>
                  </a:lnTo>
                  <a:lnTo>
                    <a:pt x="4344841" y="33437"/>
                  </a:lnTo>
                  <a:lnTo>
                    <a:pt x="4436175" y="29226"/>
                  </a:lnTo>
                  <a:lnTo>
                    <a:pt x="4534514" y="25389"/>
                  </a:lnTo>
                  <a:lnTo>
                    <a:pt x="4639357" y="21903"/>
                  </a:lnTo>
                  <a:lnTo>
                    <a:pt x="4749567" y="18755"/>
                  </a:lnTo>
                  <a:lnTo>
                    <a:pt x="4863250" y="15940"/>
                  </a:lnTo>
                  <a:lnTo>
                    <a:pt x="4977697" y="13463"/>
                  </a:lnTo>
                  <a:lnTo>
                    <a:pt x="5089453" y="11330"/>
                  </a:lnTo>
                  <a:lnTo>
                    <a:pt x="5194560" y="9548"/>
                  </a:lnTo>
                  <a:lnTo>
                    <a:pt x="5288979" y="8115"/>
                  </a:lnTo>
                  <a:lnTo>
                    <a:pt x="5369156" y="7020"/>
                  </a:lnTo>
                  <a:lnTo>
                    <a:pt x="5432613" y="6235"/>
                  </a:lnTo>
                  <a:lnTo>
                    <a:pt x="5478417" y="5721"/>
                  </a:lnTo>
                  <a:lnTo>
                    <a:pt x="5507423" y="5424"/>
                  </a:lnTo>
                  <a:lnTo>
                    <a:pt x="5522248" y="5285"/>
                  </a:lnTo>
                  <a:lnTo>
                    <a:pt x="5527082" y="524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9" y="5252"/>
                  </a:lnTo>
                  <a:lnTo>
                    <a:pt x="6530997" y="5340"/>
                  </a:lnTo>
                  <a:lnTo>
                    <a:pt x="6549949" y="5581"/>
                  </a:lnTo>
                  <a:lnTo>
                    <a:pt x="6584084" y="6058"/>
                  </a:lnTo>
                  <a:lnTo>
                    <a:pt x="6635473" y="6844"/>
                  </a:lnTo>
                  <a:lnTo>
                    <a:pt x="6704390" y="8007"/>
                  </a:lnTo>
                  <a:lnTo>
                    <a:pt x="6789377" y="9593"/>
                  </a:lnTo>
                  <a:lnTo>
                    <a:pt x="6887558" y="11633"/>
                  </a:lnTo>
                  <a:lnTo>
                    <a:pt x="6995165" y="14136"/>
                  </a:lnTo>
                  <a:lnTo>
                    <a:pt x="7108134" y="17100"/>
                  </a:lnTo>
                  <a:lnTo>
                    <a:pt x="7222632" y="20517"/>
                  </a:lnTo>
                  <a:lnTo>
                    <a:pt x="7335427" y="24377"/>
                  </a:lnTo>
                  <a:lnTo>
                    <a:pt x="7444070" y="28679"/>
                  </a:lnTo>
                  <a:lnTo>
                    <a:pt x="7546916" y="33431"/>
                  </a:lnTo>
                  <a:lnTo>
                    <a:pt x="7643046" y="38654"/>
                  </a:lnTo>
                  <a:lnTo>
                    <a:pt x="7732126" y="44385"/>
                  </a:lnTo>
                  <a:lnTo>
                    <a:pt x="7814264" y="50675"/>
                  </a:lnTo>
                  <a:lnTo>
                    <a:pt x="7889872" y="57587"/>
                  </a:lnTo>
                  <a:lnTo>
                    <a:pt x="7959561" y="65197"/>
                  </a:lnTo>
                  <a:lnTo>
                    <a:pt x="8024054" y="73591"/>
                  </a:lnTo>
                  <a:lnTo>
                    <a:pt x="8084123" y="82856"/>
                  </a:lnTo>
                  <a:lnTo>
                    <a:pt x="8140544" y="93075"/>
                  </a:lnTo>
                  <a:lnTo>
                    <a:pt x="8194050" y="104311"/>
                  </a:lnTo>
                  <a:lnTo>
                    <a:pt x="8229629" y="112673"/>
                  </a:lnTo>
                  <a:lnTo>
                    <a:pt x="8289232" y="128318"/>
                  </a:lnTo>
                  <a:lnTo>
                    <a:pt x="8347014" y="145483"/>
                  </a:lnTo>
                  <a:lnTo>
                    <a:pt x="8403633" y="164193"/>
                  </a:lnTo>
                  <a:lnTo>
                    <a:pt x="8459574" y="184425"/>
                  </a:lnTo>
                  <a:lnTo>
                    <a:pt x="8515189" y="206105"/>
                  </a:lnTo>
                  <a:lnTo>
                    <a:pt x="8570713" y="229104"/>
                  </a:lnTo>
                  <a:lnTo>
                    <a:pt x="8626283" y="253235"/>
                  </a:lnTo>
                  <a:lnTo>
                    <a:pt x="8681957" y="278260"/>
                  </a:lnTo>
                  <a:lnTo>
                    <a:pt x="8737734" y="303897"/>
                  </a:lnTo>
                  <a:lnTo>
                    <a:pt x="8793570" y="329833"/>
                  </a:lnTo>
                  <a:lnTo>
                    <a:pt x="8849399" y="355740"/>
                  </a:lnTo>
                  <a:lnTo>
                    <a:pt x="8905160" y="381291"/>
                  </a:lnTo>
                  <a:lnTo>
                    <a:pt x="8960815" y="406178"/>
                  </a:lnTo>
                  <a:lnTo>
                    <a:pt x="9016371" y="430124"/>
                  </a:lnTo>
                  <a:lnTo>
                    <a:pt x="9071898" y="452902"/>
                  </a:lnTo>
                  <a:lnTo>
                    <a:pt x="9127550" y="474335"/>
                  </a:lnTo>
                  <a:lnTo>
                    <a:pt x="9183582" y="494302"/>
                  </a:lnTo>
                  <a:lnTo>
                    <a:pt x="9240367" y="512739"/>
                  </a:lnTo>
                  <a:lnTo>
                    <a:pt x="9298418" y="529632"/>
                  </a:lnTo>
                  <a:lnTo>
                    <a:pt x="9347647" y="542405"/>
                  </a:lnTo>
                  <a:lnTo>
                    <a:pt x="9399531" y="554359"/>
                  </a:lnTo>
                  <a:lnTo>
                    <a:pt x="9453865" y="565275"/>
                  </a:lnTo>
                  <a:lnTo>
                    <a:pt x="9511335" y="575190"/>
                  </a:lnTo>
                  <a:lnTo>
                    <a:pt x="9572691" y="584176"/>
                  </a:lnTo>
                  <a:lnTo>
                    <a:pt x="9638712" y="592318"/>
                  </a:lnTo>
                  <a:lnTo>
                    <a:pt x="9710161" y="599704"/>
                  </a:lnTo>
                  <a:lnTo>
                    <a:pt x="9787734" y="606415"/>
                  </a:lnTo>
                  <a:lnTo>
                    <a:pt x="9871990" y="612526"/>
                  </a:lnTo>
                  <a:lnTo>
                    <a:pt x="9963260" y="618095"/>
                  </a:lnTo>
                  <a:lnTo>
                    <a:pt x="10061530" y="623169"/>
                  </a:lnTo>
                  <a:lnTo>
                    <a:pt x="10166302" y="627779"/>
                  </a:lnTo>
                  <a:lnTo>
                    <a:pt x="10276443" y="631944"/>
                  </a:lnTo>
                  <a:lnTo>
                    <a:pt x="10390066" y="635667"/>
                  </a:lnTo>
                  <a:lnTo>
                    <a:pt x="10504469" y="638945"/>
                  </a:lnTo>
                  <a:lnTo>
                    <a:pt x="10616207" y="641767"/>
                  </a:lnTo>
                  <a:lnTo>
                    <a:pt x="10721327" y="644127"/>
                  </a:lnTo>
                  <a:lnTo>
                    <a:pt x="10815793" y="646024"/>
                  </a:lnTo>
                  <a:lnTo>
                    <a:pt x="10896053" y="647475"/>
                  </a:lnTo>
                  <a:lnTo>
                    <a:pt x="10959619" y="648515"/>
                  </a:lnTo>
                  <a:lnTo>
                    <a:pt x="11005549" y="649198"/>
                  </a:lnTo>
                  <a:lnTo>
                    <a:pt x="11034679" y="649593"/>
                  </a:lnTo>
                  <a:lnTo>
                    <a:pt x="11049610" y="649778"/>
                  </a:lnTo>
                  <a:lnTo>
                    <a:pt x="11054512" y="649834"/>
                  </a:lnTo>
                  <a:lnTo>
                    <a:pt x="11054891" y="649838"/>
                  </a:lnTo>
                  <a:lnTo>
                    <a:pt x="12049831" y="649838"/>
                  </a:lnTo>
                  <a:lnTo>
                    <a:pt x="12049831" y="644597"/>
                  </a:lnTo>
                  <a:lnTo>
                    <a:pt x="11054891" y="644597"/>
                  </a:lnTo>
                  <a:lnTo>
                    <a:pt x="11053758" y="644585"/>
                  </a:lnTo>
                  <a:lnTo>
                    <a:pt x="11046280" y="644498"/>
                  </a:lnTo>
                  <a:lnTo>
                    <a:pt x="11027328" y="644256"/>
                  </a:lnTo>
                  <a:lnTo>
                    <a:pt x="10993192" y="643780"/>
                  </a:lnTo>
                  <a:lnTo>
                    <a:pt x="10941804" y="642993"/>
                  </a:lnTo>
                  <a:lnTo>
                    <a:pt x="10872887" y="641831"/>
                  </a:lnTo>
                  <a:lnTo>
                    <a:pt x="10787900" y="640244"/>
                  </a:lnTo>
                  <a:lnTo>
                    <a:pt x="10689719" y="638205"/>
                  </a:lnTo>
                  <a:lnTo>
                    <a:pt x="10582112" y="635702"/>
                  </a:lnTo>
                  <a:lnTo>
                    <a:pt x="10469142" y="632737"/>
                  </a:lnTo>
                  <a:lnTo>
                    <a:pt x="10354644" y="629321"/>
                  </a:lnTo>
                  <a:lnTo>
                    <a:pt x="10241849" y="625460"/>
                  </a:lnTo>
                  <a:lnTo>
                    <a:pt x="10133207" y="621159"/>
                  </a:lnTo>
                  <a:lnTo>
                    <a:pt x="10030360" y="616407"/>
                  </a:lnTo>
                  <a:lnTo>
                    <a:pt x="9934230" y="611184"/>
                  </a:lnTo>
                  <a:lnTo>
                    <a:pt x="9845150" y="605453"/>
                  </a:lnTo>
                  <a:lnTo>
                    <a:pt x="9763013" y="599163"/>
                  </a:lnTo>
                  <a:lnTo>
                    <a:pt x="9687405" y="592251"/>
                  </a:lnTo>
                  <a:lnTo>
                    <a:pt x="9617716" y="584640"/>
                  </a:lnTo>
                  <a:lnTo>
                    <a:pt x="9553223" y="576246"/>
                  </a:lnTo>
                  <a:lnTo>
                    <a:pt x="9493153" y="566981"/>
                  </a:lnTo>
                  <a:lnTo>
                    <a:pt x="9436733" y="556762"/>
                  </a:lnTo>
                  <a:lnTo>
                    <a:pt x="9383226" y="545527"/>
                  </a:lnTo>
                  <a:lnTo>
                    <a:pt x="9347647" y="537164"/>
                  </a:lnTo>
                  <a:lnTo>
                    <a:pt x="9288045" y="521519"/>
                  </a:lnTo>
                  <a:lnTo>
                    <a:pt x="9230262" y="504354"/>
                  </a:lnTo>
                  <a:lnTo>
                    <a:pt x="9173644" y="485645"/>
                  </a:lnTo>
                  <a:lnTo>
                    <a:pt x="9117702" y="465413"/>
                  </a:lnTo>
                  <a:lnTo>
                    <a:pt x="9062087" y="443732"/>
                  </a:lnTo>
                  <a:lnTo>
                    <a:pt x="9006564" y="420733"/>
                  </a:lnTo>
                  <a:lnTo>
                    <a:pt x="8950994" y="396603"/>
                  </a:lnTo>
                  <a:lnTo>
                    <a:pt x="8895319" y="371578"/>
                  </a:lnTo>
                  <a:lnTo>
                    <a:pt x="8839542" y="345941"/>
                  </a:lnTo>
                  <a:lnTo>
                    <a:pt x="8783707" y="320004"/>
                  </a:lnTo>
                  <a:lnTo>
                    <a:pt x="8727877" y="294097"/>
                  </a:lnTo>
                  <a:lnTo>
                    <a:pt x="8672116" y="268546"/>
                  </a:lnTo>
                  <a:lnTo>
                    <a:pt x="8616461" y="243660"/>
                  </a:lnTo>
                  <a:lnTo>
                    <a:pt x="8560906" y="219713"/>
                  </a:lnTo>
                  <a:lnTo>
                    <a:pt x="8505379" y="196935"/>
                  </a:lnTo>
                  <a:lnTo>
                    <a:pt x="8449726" y="175503"/>
                  </a:lnTo>
                  <a:lnTo>
                    <a:pt x="8393694" y="155536"/>
                  </a:lnTo>
                  <a:lnTo>
                    <a:pt x="8336910" y="137099"/>
                  </a:lnTo>
                  <a:lnTo>
                    <a:pt x="8278859" y="120205"/>
                  </a:lnTo>
                  <a:lnTo>
                    <a:pt x="8229629" y="107432"/>
                  </a:lnTo>
                  <a:lnTo>
                    <a:pt x="8177746" y="95479"/>
                  </a:lnTo>
                  <a:lnTo>
                    <a:pt x="8123411" y="84563"/>
                  </a:lnTo>
                  <a:lnTo>
                    <a:pt x="8065942" y="74648"/>
                  </a:lnTo>
                  <a:lnTo>
                    <a:pt x="8004585" y="65662"/>
                  </a:lnTo>
                  <a:lnTo>
                    <a:pt x="7938564" y="57520"/>
                  </a:lnTo>
                  <a:lnTo>
                    <a:pt x="7867115" y="50134"/>
                  </a:lnTo>
                  <a:lnTo>
                    <a:pt x="7789542" y="43422"/>
                  </a:lnTo>
                  <a:lnTo>
                    <a:pt x="7705287" y="37312"/>
                  </a:lnTo>
                  <a:lnTo>
                    <a:pt x="7614017" y="31743"/>
                  </a:lnTo>
                  <a:lnTo>
                    <a:pt x="7515746" y="26669"/>
                  </a:lnTo>
                  <a:lnTo>
                    <a:pt x="7410974" y="22058"/>
                  </a:lnTo>
                  <a:lnTo>
                    <a:pt x="7300833" y="17894"/>
                  </a:lnTo>
                  <a:lnTo>
                    <a:pt x="7187211" y="14170"/>
                  </a:lnTo>
                  <a:lnTo>
                    <a:pt x="7072807" y="10893"/>
                  </a:lnTo>
                  <a:lnTo>
                    <a:pt x="6961069" y="8070"/>
                  </a:lnTo>
                  <a:lnTo>
                    <a:pt x="6855950" y="5711"/>
                  </a:lnTo>
                  <a:lnTo>
                    <a:pt x="6761483" y="3814"/>
                  </a:lnTo>
                  <a:lnTo>
                    <a:pt x="6681224" y="2363"/>
                  </a:lnTo>
                  <a:lnTo>
                    <a:pt x="6617657" y="1323"/>
                  </a:lnTo>
                  <a:lnTo>
                    <a:pt x="6571728" y="640"/>
                  </a:lnTo>
                  <a:lnTo>
                    <a:pt x="6542598" y="245"/>
                  </a:lnTo>
                  <a:lnTo>
                    <a:pt x="6527667" y="59"/>
                  </a:lnTo>
                  <a:lnTo>
                    <a:pt x="6522764" y="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1" y="9"/>
                  </a:lnTo>
                  <a:lnTo>
                    <a:pt x="5518823" y="75"/>
                  </a:lnTo>
                  <a:lnTo>
                    <a:pt x="5499849" y="258"/>
                  </a:lnTo>
                  <a:lnTo>
                    <a:pt x="5465675" y="618"/>
                  </a:lnTo>
                  <a:lnTo>
                    <a:pt x="5414231" y="1214"/>
                  </a:lnTo>
                  <a:lnTo>
                    <a:pt x="5345245" y="2094"/>
                  </a:lnTo>
                  <a:lnTo>
                    <a:pt x="5260181" y="3295"/>
                  </a:lnTo>
                  <a:lnTo>
                    <a:pt x="5161923" y="4839"/>
                  </a:lnTo>
                  <a:lnTo>
                    <a:pt x="5054244" y="6733"/>
                  </a:lnTo>
                  <a:lnTo>
                    <a:pt x="4941213" y="8977"/>
                  </a:lnTo>
                  <a:lnTo>
                    <a:pt x="4826668" y="11563"/>
                  </a:lnTo>
                  <a:lnTo>
                    <a:pt x="4713840" y="14485"/>
                  </a:lnTo>
                  <a:lnTo>
                    <a:pt x="4605179" y="17740"/>
                  </a:lnTo>
                  <a:lnTo>
                    <a:pt x="4502325" y="21337"/>
                  </a:lnTo>
                  <a:lnTo>
                    <a:pt x="4406197" y="25290"/>
                  </a:lnTo>
                  <a:lnTo>
                    <a:pt x="4317126" y="29628"/>
                  </a:lnTo>
                  <a:lnTo>
                    <a:pt x="4235001" y="34388"/>
                  </a:lnTo>
                  <a:lnTo>
                    <a:pt x="4159407" y="39620"/>
                  </a:lnTo>
                  <a:lnTo>
                    <a:pt x="4089732" y="45382"/>
                  </a:lnTo>
                  <a:lnTo>
                    <a:pt x="4025252" y="51736"/>
                  </a:lnTo>
                  <a:lnTo>
                    <a:pt x="3965191" y="58750"/>
                  </a:lnTo>
                  <a:lnTo>
                    <a:pt x="3908777" y="66487"/>
                  </a:lnTo>
                  <a:lnTo>
                    <a:pt x="3855272" y="74993"/>
                  </a:lnTo>
                  <a:lnTo>
                    <a:pt x="3820202" y="81229"/>
                  </a:lnTo>
                  <a:lnTo>
                    <a:pt x="3759763" y="93236"/>
                  </a:lnTo>
                  <a:lnTo>
                    <a:pt x="3701186" y="106425"/>
                  </a:lnTo>
                  <a:lnTo>
                    <a:pt x="3643791" y="120815"/>
                  </a:lnTo>
                  <a:lnTo>
                    <a:pt x="3587074" y="136388"/>
                  </a:lnTo>
                  <a:lnTo>
                    <a:pt x="3530676" y="153083"/>
                  </a:lnTo>
                  <a:lnTo>
                    <a:pt x="3474360" y="170794"/>
                  </a:lnTo>
                  <a:lnTo>
                    <a:pt x="3417988" y="189372"/>
                  </a:lnTo>
                  <a:lnTo>
                    <a:pt x="3361506" y="208624"/>
                  </a:lnTo>
                  <a:lnTo>
                    <a:pt x="3304923" y="228326"/>
                  </a:lnTo>
                  <a:lnTo>
                    <a:pt x="3248287" y="248228"/>
                  </a:lnTo>
                  <a:lnTo>
                    <a:pt x="3191667" y="268070"/>
                  </a:lnTo>
                  <a:lnTo>
                    <a:pt x="3135126" y="287597"/>
                  </a:lnTo>
                  <a:lnTo>
                    <a:pt x="3078697" y="306568"/>
                  </a:lnTo>
                  <a:lnTo>
                    <a:pt x="3022361" y="324772"/>
                  </a:lnTo>
                  <a:lnTo>
                    <a:pt x="2966031" y="342036"/>
                  </a:lnTo>
                  <a:lnTo>
                    <a:pt x="2909524" y="358230"/>
                  </a:lnTo>
                  <a:lnTo>
                    <a:pt x="2852550" y="373269"/>
                  </a:lnTo>
                  <a:lnTo>
                    <a:pt x="2794689" y="387112"/>
                  </a:lnTo>
                  <a:lnTo>
                    <a:pt x="2735360" y="399758"/>
                  </a:lnTo>
                  <a:lnTo>
                    <a:pt x="2702183" y="406149"/>
                  </a:lnTo>
                  <a:lnTo>
                    <a:pt x="2650278" y="415190"/>
                  </a:lnTo>
                  <a:lnTo>
                    <a:pt x="2595919" y="423447"/>
                  </a:lnTo>
                  <a:lnTo>
                    <a:pt x="2538421" y="430946"/>
                  </a:lnTo>
                  <a:lnTo>
                    <a:pt x="2477032" y="437743"/>
                  </a:lnTo>
                  <a:lnTo>
                    <a:pt x="2410973" y="443900"/>
                  </a:lnTo>
                  <a:lnTo>
                    <a:pt x="2339481" y="449485"/>
                  </a:lnTo>
                  <a:lnTo>
                    <a:pt x="2261857" y="454561"/>
                  </a:lnTo>
                  <a:lnTo>
                    <a:pt x="2177544" y="459181"/>
                  </a:lnTo>
                  <a:lnTo>
                    <a:pt x="2086210" y="463393"/>
                  </a:lnTo>
                  <a:lnTo>
                    <a:pt x="1987871" y="467229"/>
                  </a:lnTo>
                  <a:lnTo>
                    <a:pt x="1883028" y="470715"/>
                  </a:lnTo>
                  <a:lnTo>
                    <a:pt x="1772818" y="473864"/>
                  </a:lnTo>
                  <a:lnTo>
                    <a:pt x="1659135" y="476679"/>
                  </a:lnTo>
                  <a:lnTo>
                    <a:pt x="1544688" y="479156"/>
                  </a:lnTo>
                  <a:lnTo>
                    <a:pt x="1432932" y="481289"/>
                  </a:lnTo>
                  <a:lnTo>
                    <a:pt x="1327825" y="483071"/>
                  </a:lnTo>
                  <a:lnTo>
                    <a:pt x="1233406" y="484504"/>
                  </a:lnTo>
                  <a:lnTo>
                    <a:pt x="1153229" y="485599"/>
                  </a:lnTo>
                  <a:lnTo>
                    <a:pt x="1089772" y="486383"/>
                  </a:lnTo>
                  <a:lnTo>
                    <a:pt x="1043968" y="486898"/>
                  </a:lnTo>
                  <a:lnTo>
                    <a:pt x="1014962" y="487195"/>
                  </a:lnTo>
                  <a:lnTo>
                    <a:pt x="1000137" y="487334"/>
                  </a:lnTo>
                  <a:lnTo>
                    <a:pt x="995303" y="487376"/>
                  </a:lnTo>
                  <a:lnTo>
                    <a:pt x="994940" y="487378"/>
                  </a:lnTo>
                  <a:lnTo>
                    <a:pt x="0" y="487378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70" name="pl1569"/>
            <p:cNvSpPr/>
            <p:nvPr/>
          </p:nvSpPr>
          <p:spPr>
            <a:xfrm>
              <a:off x="1199187" y="5046566"/>
              <a:ext cx="12049831" cy="644597"/>
            </a:xfrm>
            <a:custGeom>
              <a:avLst/>
              <a:pathLst>
                <a:path w="12049831" h="644597">
                  <a:moveTo>
                    <a:pt x="0" y="487378"/>
                  </a:moveTo>
                  <a:lnTo>
                    <a:pt x="994940" y="487378"/>
                  </a:lnTo>
                  <a:lnTo>
                    <a:pt x="996074" y="487369"/>
                  </a:lnTo>
                  <a:lnTo>
                    <a:pt x="1003562" y="487303"/>
                  </a:lnTo>
                  <a:lnTo>
                    <a:pt x="1022536" y="487120"/>
                  </a:lnTo>
                  <a:lnTo>
                    <a:pt x="1056710" y="486760"/>
                  </a:lnTo>
                  <a:lnTo>
                    <a:pt x="1108154" y="486164"/>
                  </a:lnTo>
                  <a:lnTo>
                    <a:pt x="1177140" y="485284"/>
                  </a:lnTo>
                  <a:lnTo>
                    <a:pt x="1262204" y="484083"/>
                  </a:lnTo>
                  <a:lnTo>
                    <a:pt x="1360462" y="482539"/>
                  </a:lnTo>
                  <a:lnTo>
                    <a:pt x="1468141" y="480644"/>
                  </a:lnTo>
                  <a:lnTo>
                    <a:pt x="1581172" y="478401"/>
                  </a:lnTo>
                  <a:lnTo>
                    <a:pt x="1695717" y="475815"/>
                  </a:lnTo>
                  <a:lnTo>
                    <a:pt x="1808545" y="472893"/>
                  </a:lnTo>
                  <a:lnTo>
                    <a:pt x="1917206" y="469638"/>
                  </a:lnTo>
                  <a:lnTo>
                    <a:pt x="2020060" y="466041"/>
                  </a:lnTo>
                  <a:lnTo>
                    <a:pt x="2116188" y="462088"/>
                  </a:lnTo>
                  <a:lnTo>
                    <a:pt x="2205259" y="457750"/>
                  </a:lnTo>
                  <a:lnTo>
                    <a:pt x="2287384" y="452990"/>
                  </a:lnTo>
                  <a:lnTo>
                    <a:pt x="2362978" y="447758"/>
                  </a:lnTo>
                  <a:lnTo>
                    <a:pt x="2432653" y="441996"/>
                  </a:lnTo>
                  <a:lnTo>
                    <a:pt x="2497133" y="435642"/>
                  </a:lnTo>
                  <a:lnTo>
                    <a:pt x="2557194" y="428628"/>
                  </a:lnTo>
                  <a:lnTo>
                    <a:pt x="2613608" y="420891"/>
                  </a:lnTo>
                  <a:lnTo>
                    <a:pt x="2667113" y="412385"/>
                  </a:lnTo>
                  <a:lnTo>
                    <a:pt x="2702183" y="406149"/>
                  </a:lnTo>
                  <a:lnTo>
                    <a:pt x="2762622" y="394142"/>
                  </a:lnTo>
                  <a:lnTo>
                    <a:pt x="2821199" y="380953"/>
                  </a:lnTo>
                  <a:lnTo>
                    <a:pt x="2878594" y="366563"/>
                  </a:lnTo>
                  <a:lnTo>
                    <a:pt x="2935311" y="350990"/>
                  </a:lnTo>
                  <a:lnTo>
                    <a:pt x="2991709" y="334295"/>
                  </a:lnTo>
                  <a:lnTo>
                    <a:pt x="3048025" y="316583"/>
                  </a:lnTo>
                  <a:lnTo>
                    <a:pt x="3104397" y="298006"/>
                  </a:lnTo>
                  <a:lnTo>
                    <a:pt x="3160879" y="278754"/>
                  </a:lnTo>
                  <a:lnTo>
                    <a:pt x="3217462" y="259052"/>
                  </a:lnTo>
                  <a:lnTo>
                    <a:pt x="3274098" y="239150"/>
                  </a:lnTo>
                  <a:lnTo>
                    <a:pt x="3330718" y="219308"/>
                  </a:lnTo>
                  <a:lnTo>
                    <a:pt x="3387259" y="199781"/>
                  </a:lnTo>
                  <a:lnTo>
                    <a:pt x="3443688" y="180810"/>
                  </a:lnTo>
                  <a:lnTo>
                    <a:pt x="3500024" y="162606"/>
                  </a:lnTo>
                  <a:lnTo>
                    <a:pt x="3556354" y="145342"/>
                  </a:lnTo>
                  <a:lnTo>
                    <a:pt x="3612861" y="129148"/>
                  </a:lnTo>
                  <a:lnTo>
                    <a:pt x="3669835" y="114109"/>
                  </a:lnTo>
                  <a:lnTo>
                    <a:pt x="3727696" y="100266"/>
                  </a:lnTo>
                  <a:lnTo>
                    <a:pt x="3787025" y="87620"/>
                  </a:lnTo>
                  <a:lnTo>
                    <a:pt x="3820202" y="81229"/>
                  </a:lnTo>
                  <a:lnTo>
                    <a:pt x="3872107" y="72188"/>
                  </a:lnTo>
                  <a:lnTo>
                    <a:pt x="3926466" y="63931"/>
                  </a:lnTo>
                  <a:lnTo>
                    <a:pt x="3983964" y="56432"/>
                  </a:lnTo>
                  <a:lnTo>
                    <a:pt x="4045353" y="49635"/>
                  </a:lnTo>
                  <a:lnTo>
                    <a:pt x="4111412" y="43478"/>
                  </a:lnTo>
                  <a:lnTo>
                    <a:pt x="4182904" y="37893"/>
                  </a:lnTo>
                  <a:lnTo>
                    <a:pt x="4260528" y="32817"/>
                  </a:lnTo>
                  <a:lnTo>
                    <a:pt x="4344841" y="28197"/>
                  </a:lnTo>
                  <a:lnTo>
                    <a:pt x="4436175" y="23985"/>
                  </a:lnTo>
                  <a:lnTo>
                    <a:pt x="4534514" y="20149"/>
                  </a:lnTo>
                  <a:lnTo>
                    <a:pt x="4639357" y="16663"/>
                  </a:lnTo>
                  <a:lnTo>
                    <a:pt x="4749567" y="13514"/>
                  </a:lnTo>
                  <a:lnTo>
                    <a:pt x="4863250" y="10699"/>
                  </a:lnTo>
                  <a:lnTo>
                    <a:pt x="4977697" y="8222"/>
                  </a:lnTo>
                  <a:lnTo>
                    <a:pt x="5089453" y="6089"/>
                  </a:lnTo>
                  <a:lnTo>
                    <a:pt x="5194560" y="4307"/>
                  </a:lnTo>
                  <a:lnTo>
                    <a:pt x="5288979" y="2874"/>
                  </a:lnTo>
                  <a:lnTo>
                    <a:pt x="5369156" y="1779"/>
                  </a:lnTo>
                  <a:lnTo>
                    <a:pt x="5432613" y="995"/>
                  </a:lnTo>
                  <a:lnTo>
                    <a:pt x="5478417" y="480"/>
                  </a:lnTo>
                  <a:lnTo>
                    <a:pt x="5507423" y="183"/>
                  </a:lnTo>
                  <a:lnTo>
                    <a:pt x="5522248" y="44"/>
                  </a:lnTo>
                  <a:lnTo>
                    <a:pt x="5527082" y="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9" y="12"/>
                  </a:lnTo>
                  <a:lnTo>
                    <a:pt x="6530997" y="99"/>
                  </a:lnTo>
                  <a:lnTo>
                    <a:pt x="6549949" y="341"/>
                  </a:lnTo>
                  <a:lnTo>
                    <a:pt x="6584084" y="817"/>
                  </a:lnTo>
                  <a:lnTo>
                    <a:pt x="6635473" y="1604"/>
                  </a:lnTo>
                  <a:lnTo>
                    <a:pt x="6704390" y="2766"/>
                  </a:lnTo>
                  <a:lnTo>
                    <a:pt x="6789377" y="4353"/>
                  </a:lnTo>
                  <a:lnTo>
                    <a:pt x="6887558" y="6392"/>
                  </a:lnTo>
                  <a:lnTo>
                    <a:pt x="6995165" y="8895"/>
                  </a:lnTo>
                  <a:lnTo>
                    <a:pt x="7108134" y="11860"/>
                  </a:lnTo>
                  <a:lnTo>
                    <a:pt x="7222632" y="15276"/>
                  </a:lnTo>
                  <a:lnTo>
                    <a:pt x="7335427" y="19137"/>
                  </a:lnTo>
                  <a:lnTo>
                    <a:pt x="7444070" y="23438"/>
                  </a:lnTo>
                  <a:lnTo>
                    <a:pt x="7546916" y="28190"/>
                  </a:lnTo>
                  <a:lnTo>
                    <a:pt x="7643046" y="33413"/>
                  </a:lnTo>
                  <a:lnTo>
                    <a:pt x="7732126" y="39144"/>
                  </a:lnTo>
                  <a:lnTo>
                    <a:pt x="7814264" y="45434"/>
                  </a:lnTo>
                  <a:lnTo>
                    <a:pt x="7889872" y="52346"/>
                  </a:lnTo>
                  <a:lnTo>
                    <a:pt x="7959561" y="59957"/>
                  </a:lnTo>
                  <a:lnTo>
                    <a:pt x="8024054" y="68351"/>
                  </a:lnTo>
                  <a:lnTo>
                    <a:pt x="8084123" y="77616"/>
                  </a:lnTo>
                  <a:lnTo>
                    <a:pt x="8140544" y="87835"/>
                  </a:lnTo>
                  <a:lnTo>
                    <a:pt x="8194050" y="99070"/>
                  </a:lnTo>
                  <a:lnTo>
                    <a:pt x="8229629" y="107432"/>
                  </a:lnTo>
                  <a:lnTo>
                    <a:pt x="8289232" y="123078"/>
                  </a:lnTo>
                  <a:lnTo>
                    <a:pt x="8347014" y="140243"/>
                  </a:lnTo>
                  <a:lnTo>
                    <a:pt x="8403633" y="158952"/>
                  </a:lnTo>
                  <a:lnTo>
                    <a:pt x="8459574" y="179184"/>
                  </a:lnTo>
                  <a:lnTo>
                    <a:pt x="8515189" y="200865"/>
                  </a:lnTo>
                  <a:lnTo>
                    <a:pt x="8570713" y="223864"/>
                  </a:lnTo>
                  <a:lnTo>
                    <a:pt x="8626283" y="247994"/>
                  </a:lnTo>
                  <a:lnTo>
                    <a:pt x="8681957" y="273019"/>
                  </a:lnTo>
                  <a:lnTo>
                    <a:pt x="8737734" y="298656"/>
                  </a:lnTo>
                  <a:lnTo>
                    <a:pt x="8793570" y="324593"/>
                  </a:lnTo>
                  <a:lnTo>
                    <a:pt x="8849399" y="350500"/>
                  </a:lnTo>
                  <a:lnTo>
                    <a:pt x="8905160" y="376051"/>
                  </a:lnTo>
                  <a:lnTo>
                    <a:pt x="8960815" y="400937"/>
                  </a:lnTo>
                  <a:lnTo>
                    <a:pt x="9016371" y="424884"/>
                  </a:lnTo>
                  <a:lnTo>
                    <a:pt x="9071898" y="447662"/>
                  </a:lnTo>
                  <a:lnTo>
                    <a:pt x="9127550" y="469094"/>
                  </a:lnTo>
                  <a:lnTo>
                    <a:pt x="9183582" y="489061"/>
                  </a:lnTo>
                  <a:lnTo>
                    <a:pt x="9240367" y="507498"/>
                  </a:lnTo>
                  <a:lnTo>
                    <a:pt x="9298418" y="524392"/>
                  </a:lnTo>
                  <a:lnTo>
                    <a:pt x="9347647" y="537164"/>
                  </a:lnTo>
                  <a:lnTo>
                    <a:pt x="9399531" y="549118"/>
                  </a:lnTo>
                  <a:lnTo>
                    <a:pt x="9453865" y="560034"/>
                  </a:lnTo>
                  <a:lnTo>
                    <a:pt x="9511335" y="569949"/>
                  </a:lnTo>
                  <a:lnTo>
                    <a:pt x="9572691" y="578935"/>
                  </a:lnTo>
                  <a:lnTo>
                    <a:pt x="9638712" y="587077"/>
                  </a:lnTo>
                  <a:lnTo>
                    <a:pt x="9710161" y="594463"/>
                  </a:lnTo>
                  <a:lnTo>
                    <a:pt x="9787734" y="601175"/>
                  </a:lnTo>
                  <a:lnTo>
                    <a:pt x="9871990" y="607285"/>
                  </a:lnTo>
                  <a:lnTo>
                    <a:pt x="9963260" y="612854"/>
                  </a:lnTo>
                  <a:lnTo>
                    <a:pt x="10061530" y="617928"/>
                  </a:lnTo>
                  <a:lnTo>
                    <a:pt x="10166302" y="622539"/>
                  </a:lnTo>
                  <a:lnTo>
                    <a:pt x="10276443" y="626703"/>
                  </a:lnTo>
                  <a:lnTo>
                    <a:pt x="10390066" y="630427"/>
                  </a:lnTo>
                  <a:lnTo>
                    <a:pt x="10504469" y="633704"/>
                  </a:lnTo>
                  <a:lnTo>
                    <a:pt x="10616207" y="636527"/>
                  </a:lnTo>
                  <a:lnTo>
                    <a:pt x="10721327" y="638886"/>
                  </a:lnTo>
                  <a:lnTo>
                    <a:pt x="10815793" y="640783"/>
                  </a:lnTo>
                  <a:lnTo>
                    <a:pt x="10896053" y="642234"/>
                  </a:lnTo>
                  <a:lnTo>
                    <a:pt x="10959619" y="643274"/>
                  </a:lnTo>
                  <a:lnTo>
                    <a:pt x="11005549" y="643957"/>
                  </a:lnTo>
                  <a:lnTo>
                    <a:pt x="11034679" y="644352"/>
                  </a:lnTo>
                  <a:lnTo>
                    <a:pt x="11049610" y="644538"/>
                  </a:lnTo>
                  <a:lnTo>
                    <a:pt x="11054512" y="644593"/>
                  </a:lnTo>
                  <a:lnTo>
                    <a:pt x="11054891" y="644597"/>
                  </a:lnTo>
                  <a:lnTo>
                    <a:pt x="12049831" y="644597"/>
                  </a:lnTo>
                  <a:lnTo>
                    <a:pt x="12049831" y="6445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1" name="pl1570"/>
            <p:cNvSpPr/>
            <p:nvPr/>
          </p:nvSpPr>
          <p:spPr>
            <a:xfrm>
              <a:off x="1199187" y="5041325"/>
              <a:ext cx="12049831" cy="644597"/>
            </a:xfrm>
            <a:custGeom>
              <a:avLst/>
              <a:pathLst>
                <a:path w="12049831" h="644597">
                  <a:moveTo>
                    <a:pt x="12049831" y="644597"/>
                  </a:moveTo>
                  <a:lnTo>
                    <a:pt x="11054891" y="644597"/>
                  </a:lnTo>
                  <a:lnTo>
                    <a:pt x="11053758" y="644585"/>
                  </a:lnTo>
                  <a:lnTo>
                    <a:pt x="11046280" y="644498"/>
                  </a:lnTo>
                  <a:lnTo>
                    <a:pt x="11027328" y="644256"/>
                  </a:lnTo>
                  <a:lnTo>
                    <a:pt x="10993192" y="643780"/>
                  </a:lnTo>
                  <a:lnTo>
                    <a:pt x="10941804" y="642993"/>
                  </a:lnTo>
                  <a:lnTo>
                    <a:pt x="10872887" y="641831"/>
                  </a:lnTo>
                  <a:lnTo>
                    <a:pt x="10787900" y="640244"/>
                  </a:lnTo>
                  <a:lnTo>
                    <a:pt x="10689719" y="638205"/>
                  </a:lnTo>
                  <a:lnTo>
                    <a:pt x="10582112" y="635702"/>
                  </a:lnTo>
                  <a:lnTo>
                    <a:pt x="10469142" y="632737"/>
                  </a:lnTo>
                  <a:lnTo>
                    <a:pt x="10354644" y="629321"/>
                  </a:lnTo>
                  <a:lnTo>
                    <a:pt x="10241849" y="625460"/>
                  </a:lnTo>
                  <a:lnTo>
                    <a:pt x="10133207" y="621159"/>
                  </a:lnTo>
                  <a:lnTo>
                    <a:pt x="10030360" y="616407"/>
                  </a:lnTo>
                  <a:lnTo>
                    <a:pt x="9934230" y="611184"/>
                  </a:lnTo>
                  <a:lnTo>
                    <a:pt x="9845150" y="605453"/>
                  </a:lnTo>
                  <a:lnTo>
                    <a:pt x="9763013" y="599163"/>
                  </a:lnTo>
                  <a:lnTo>
                    <a:pt x="9687405" y="592251"/>
                  </a:lnTo>
                  <a:lnTo>
                    <a:pt x="9617716" y="584640"/>
                  </a:lnTo>
                  <a:lnTo>
                    <a:pt x="9553223" y="576246"/>
                  </a:lnTo>
                  <a:lnTo>
                    <a:pt x="9493153" y="566981"/>
                  </a:lnTo>
                  <a:lnTo>
                    <a:pt x="9436733" y="556762"/>
                  </a:lnTo>
                  <a:lnTo>
                    <a:pt x="9383226" y="545527"/>
                  </a:lnTo>
                  <a:lnTo>
                    <a:pt x="9347647" y="537164"/>
                  </a:lnTo>
                  <a:lnTo>
                    <a:pt x="9288045" y="521519"/>
                  </a:lnTo>
                  <a:lnTo>
                    <a:pt x="9230262" y="504354"/>
                  </a:lnTo>
                  <a:lnTo>
                    <a:pt x="9173644" y="485645"/>
                  </a:lnTo>
                  <a:lnTo>
                    <a:pt x="9117702" y="465413"/>
                  </a:lnTo>
                  <a:lnTo>
                    <a:pt x="9062087" y="443732"/>
                  </a:lnTo>
                  <a:lnTo>
                    <a:pt x="9006564" y="420733"/>
                  </a:lnTo>
                  <a:lnTo>
                    <a:pt x="8950994" y="396603"/>
                  </a:lnTo>
                  <a:lnTo>
                    <a:pt x="8895319" y="371578"/>
                  </a:lnTo>
                  <a:lnTo>
                    <a:pt x="8839542" y="345941"/>
                  </a:lnTo>
                  <a:lnTo>
                    <a:pt x="8783707" y="320004"/>
                  </a:lnTo>
                  <a:lnTo>
                    <a:pt x="8727877" y="294097"/>
                  </a:lnTo>
                  <a:lnTo>
                    <a:pt x="8672116" y="268546"/>
                  </a:lnTo>
                  <a:lnTo>
                    <a:pt x="8616461" y="243660"/>
                  </a:lnTo>
                  <a:lnTo>
                    <a:pt x="8560906" y="219713"/>
                  </a:lnTo>
                  <a:lnTo>
                    <a:pt x="8505379" y="196935"/>
                  </a:lnTo>
                  <a:lnTo>
                    <a:pt x="8449726" y="175503"/>
                  </a:lnTo>
                  <a:lnTo>
                    <a:pt x="8393694" y="155536"/>
                  </a:lnTo>
                  <a:lnTo>
                    <a:pt x="8336910" y="137099"/>
                  </a:lnTo>
                  <a:lnTo>
                    <a:pt x="8278859" y="120205"/>
                  </a:lnTo>
                  <a:lnTo>
                    <a:pt x="8229629" y="107432"/>
                  </a:lnTo>
                  <a:lnTo>
                    <a:pt x="8177746" y="95479"/>
                  </a:lnTo>
                  <a:lnTo>
                    <a:pt x="8123411" y="84563"/>
                  </a:lnTo>
                  <a:lnTo>
                    <a:pt x="8065942" y="74648"/>
                  </a:lnTo>
                  <a:lnTo>
                    <a:pt x="8004585" y="65662"/>
                  </a:lnTo>
                  <a:lnTo>
                    <a:pt x="7938564" y="57520"/>
                  </a:lnTo>
                  <a:lnTo>
                    <a:pt x="7867115" y="50134"/>
                  </a:lnTo>
                  <a:lnTo>
                    <a:pt x="7789542" y="43422"/>
                  </a:lnTo>
                  <a:lnTo>
                    <a:pt x="7705287" y="37312"/>
                  </a:lnTo>
                  <a:lnTo>
                    <a:pt x="7614017" y="31743"/>
                  </a:lnTo>
                  <a:lnTo>
                    <a:pt x="7515746" y="26669"/>
                  </a:lnTo>
                  <a:lnTo>
                    <a:pt x="7410974" y="22058"/>
                  </a:lnTo>
                  <a:lnTo>
                    <a:pt x="7300833" y="17894"/>
                  </a:lnTo>
                  <a:lnTo>
                    <a:pt x="7187211" y="14170"/>
                  </a:lnTo>
                  <a:lnTo>
                    <a:pt x="7072807" y="10893"/>
                  </a:lnTo>
                  <a:lnTo>
                    <a:pt x="6961069" y="8070"/>
                  </a:lnTo>
                  <a:lnTo>
                    <a:pt x="6855950" y="5711"/>
                  </a:lnTo>
                  <a:lnTo>
                    <a:pt x="6761483" y="3814"/>
                  </a:lnTo>
                  <a:lnTo>
                    <a:pt x="6681224" y="2363"/>
                  </a:lnTo>
                  <a:lnTo>
                    <a:pt x="6617657" y="1323"/>
                  </a:lnTo>
                  <a:lnTo>
                    <a:pt x="6571728" y="640"/>
                  </a:lnTo>
                  <a:lnTo>
                    <a:pt x="6542598" y="245"/>
                  </a:lnTo>
                  <a:lnTo>
                    <a:pt x="6527667" y="59"/>
                  </a:lnTo>
                  <a:lnTo>
                    <a:pt x="6522764" y="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1" y="9"/>
                  </a:lnTo>
                  <a:lnTo>
                    <a:pt x="5518823" y="75"/>
                  </a:lnTo>
                  <a:lnTo>
                    <a:pt x="5499849" y="258"/>
                  </a:lnTo>
                  <a:lnTo>
                    <a:pt x="5465675" y="618"/>
                  </a:lnTo>
                  <a:lnTo>
                    <a:pt x="5414231" y="1214"/>
                  </a:lnTo>
                  <a:lnTo>
                    <a:pt x="5345245" y="2094"/>
                  </a:lnTo>
                  <a:lnTo>
                    <a:pt x="5260181" y="3295"/>
                  </a:lnTo>
                  <a:lnTo>
                    <a:pt x="5161923" y="4839"/>
                  </a:lnTo>
                  <a:lnTo>
                    <a:pt x="5054244" y="6733"/>
                  </a:lnTo>
                  <a:lnTo>
                    <a:pt x="4941213" y="8977"/>
                  </a:lnTo>
                  <a:lnTo>
                    <a:pt x="4826668" y="11563"/>
                  </a:lnTo>
                  <a:lnTo>
                    <a:pt x="4713840" y="14485"/>
                  </a:lnTo>
                  <a:lnTo>
                    <a:pt x="4605179" y="17740"/>
                  </a:lnTo>
                  <a:lnTo>
                    <a:pt x="4502325" y="21337"/>
                  </a:lnTo>
                  <a:lnTo>
                    <a:pt x="4406197" y="25290"/>
                  </a:lnTo>
                  <a:lnTo>
                    <a:pt x="4317126" y="29628"/>
                  </a:lnTo>
                  <a:lnTo>
                    <a:pt x="4235001" y="34388"/>
                  </a:lnTo>
                  <a:lnTo>
                    <a:pt x="4159407" y="39620"/>
                  </a:lnTo>
                  <a:lnTo>
                    <a:pt x="4089732" y="45382"/>
                  </a:lnTo>
                  <a:lnTo>
                    <a:pt x="4025252" y="51736"/>
                  </a:lnTo>
                  <a:lnTo>
                    <a:pt x="3965191" y="58750"/>
                  </a:lnTo>
                  <a:lnTo>
                    <a:pt x="3908777" y="66487"/>
                  </a:lnTo>
                  <a:lnTo>
                    <a:pt x="3855272" y="74993"/>
                  </a:lnTo>
                  <a:lnTo>
                    <a:pt x="3820202" y="81229"/>
                  </a:lnTo>
                  <a:lnTo>
                    <a:pt x="3759763" y="93236"/>
                  </a:lnTo>
                  <a:lnTo>
                    <a:pt x="3701186" y="106425"/>
                  </a:lnTo>
                  <a:lnTo>
                    <a:pt x="3643791" y="120815"/>
                  </a:lnTo>
                  <a:lnTo>
                    <a:pt x="3587074" y="136388"/>
                  </a:lnTo>
                  <a:lnTo>
                    <a:pt x="3530676" y="153083"/>
                  </a:lnTo>
                  <a:lnTo>
                    <a:pt x="3474360" y="170794"/>
                  </a:lnTo>
                  <a:lnTo>
                    <a:pt x="3417988" y="189372"/>
                  </a:lnTo>
                  <a:lnTo>
                    <a:pt x="3361506" y="208624"/>
                  </a:lnTo>
                  <a:lnTo>
                    <a:pt x="3304923" y="228326"/>
                  </a:lnTo>
                  <a:lnTo>
                    <a:pt x="3248287" y="248228"/>
                  </a:lnTo>
                  <a:lnTo>
                    <a:pt x="3191667" y="268070"/>
                  </a:lnTo>
                  <a:lnTo>
                    <a:pt x="3135126" y="287597"/>
                  </a:lnTo>
                  <a:lnTo>
                    <a:pt x="3078697" y="306568"/>
                  </a:lnTo>
                  <a:lnTo>
                    <a:pt x="3022361" y="324772"/>
                  </a:lnTo>
                  <a:lnTo>
                    <a:pt x="2966031" y="342036"/>
                  </a:lnTo>
                  <a:lnTo>
                    <a:pt x="2909524" y="358230"/>
                  </a:lnTo>
                  <a:lnTo>
                    <a:pt x="2852550" y="373269"/>
                  </a:lnTo>
                  <a:lnTo>
                    <a:pt x="2794689" y="387112"/>
                  </a:lnTo>
                  <a:lnTo>
                    <a:pt x="2735360" y="399758"/>
                  </a:lnTo>
                  <a:lnTo>
                    <a:pt x="2702183" y="406149"/>
                  </a:lnTo>
                  <a:lnTo>
                    <a:pt x="2650278" y="415190"/>
                  </a:lnTo>
                  <a:lnTo>
                    <a:pt x="2595919" y="423447"/>
                  </a:lnTo>
                  <a:lnTo>
                    <a:pt x="2538421" y="430946"/>
                  </a:lnTo>
                  <a:lnTo>
                    <a:pt x="2477032" y="437743"/>
                  </a:lnTo>
                  <a:lnTo>
                    <a:pt x="2410973" y="443900"/>
                  </a:lnTo>
                  <a:lnTo>
                    <a:pt x="2339481" y="449485"/>
                  </a:lnTo>
                  <a:lnTo>
                    <a:pt x="2261857" y="454561"/>
                  </a:lnTo>
                  <a:lnTo>
                    <a:pt x="2177544" y="459181"/>
                  </a:lnTo>
                  <a:lnTo>
                    <a:pt x="2086210" y="463393"/>
                  </a:lnTo>
                  <a:lnTo>
                    <a:pt x="1987871" y="467229"/>
                  </a:lnTo>
                  <a:lnTo>
                    <a:pt x="1883028" y="470715"/>
                  </a:lnTo>
                  <a:lnTo>
                    <a:pt x="1772818" y="473864"/>
                  </a:lnTo>
                  <a:lnTo>
                    <a:pt x="1659135" y="476679"/>
                  </a:lnTo>
                  <a:lnTo>
                    <a:pt x="1544688" y="479156"/>
                  </a:lnTo>
                  <a:lnTo>
                    <a:pt x="1432932" y="481289"/>
                  </a:lnTo>
                  <a:lnTo>
                    <a:pt x="1327825" y="483071"/>
                  </a:lnTo>
                  <a:lnTo>
                    <a:pt x="1233406" y="484504"/>
                  </a:lnTo>
                  <a:lnTo>
                    <a:pt x="1153229" y="485599"/>
                  </a:lnTo>
                  <a:lnTo>
                    <a:pt x="1089772" y="486383"/>
                  </a:lnTo>
                  <a:lnTo>
                    <a:pt x="1043968" y="486898"/>
                  </a:lnTo>
                  <a:lnTo>
                    <a:pt x="1014962" y="487195"/>
                  </a:lnTo>
                  <a:lnTo>
                    <a:pt x="1000137" y="487334"/>
                  </a:lnTo>
                  <a:lnTo>
                    <a:pt x="995303" y="487376"/>
                  </a:lnTo>
                  <a:lnTo>
                    <a:pt x="994940" y="487378"/>
                  </a:lnTo>
                  <a:lnTo>
                    <a:pt x="0" y="487378"/>
                  </a:lnTo>
                  <a:lnTo>
                    <a:pt x="0" y="4873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2" name="pg1571"/>
            <p:cNvSpPr/>
            <p:nvPr/>
          </p:nvSpPr>
          <p:spPr>
            <a:xfrm>
              <a:off x="1199187" y="5057047"/>
              <a:ext cx="12049831" cy="1435933"/>
            </a:xfrm>
            <a:custGeom>
              <a:avLst/>
              <a:pathLst>
                <a:path w="12049831" h="1435933">
                  <a:moveTo>
                    <a:pt x="0" y="482138"/>
                  </a:moveTo>
                  <a:lnTo>
                    <a:pt x="994940" y="482138"/>
                  </a:lnTo>
                  <a:lnTo>
                    <a:pt x="996074" y="482129"/>
                  </a:lnTo>
                  <a:lnTo>
                    <a:pt x="1003562" y="482064"/>
                  </a:lnTo>
                  <a:lnTo>
                    <a:pt x="1022538" y="481885"/>
                  </a:lnTo>
                  <a:lnTo>
                    <a:pt x="1056715" y="481532"/>
                  </a:lnTo>
                  <a:lnTo>
                    <a:pt x="1108161" y="480949"/>
                  </a:lnTo>
                  <a:lnTo>
                    <a:pt x="1177152" y="480088"/>
                  </a:lnTo>
                  <a:lnTo>
                    <a:pt x="1262219" y="478913"/>
                  </a:lnTo>
                  <a:lnTo>
                    <a:pt x="1360482" y="477402"/>
                  </a:lnTo>
                  <a:lnTo>
                    <a:pt x="1468165" y="475548"/>
                  </a:lnTo>
                  <a:lnTo>
                    <a:pt x="1581199" y="473353"/>
                  </a:lnTo>
                  <a:lnTo>
                    <a:pt x="1695748" y="470822"/>
                  </a:lnTo>
                  <a:lnTo>
                    <a:pt x="1808577" y="467963"/>
                  </a:lnTo>
                  <a:lnTo>
                    <a:pt x="1917239" y="464777"/>
                  </a:lnTo>
                  <a:lnTo>
                    <a:pt x="2020093" y="461258"/>
                  </a:lnTo>
                  <a:lnTo>
                    <a:pt x="2116221" y="457390"/>
                  </a:lnTo>
                  <a:lnTo>
                    <a:pt x="2205292" y="453145"/>
                  </a:lnTo>
                  <a:lnTo>
                    <a:pt x="2287416" y="448487"/>
                  </a:lnTo>
                  <a:lnTo>
                    <a:pt x="2363009" y="443367"/>
                  </a:lnTo>
                  <a:lnTo>
                    <a:pt x="2432683" y="437729"/>
                  </a:lnTo>
                  <a:lnTo>
                    <a:pt x="2497163" y="431511"/>
                  </a:lnTo>
                  <a:lnTo>
                    <a:pt x="2557223" y="424647"/>
                  </a:lnTo>
                  <a:lnTo>
                    <a:pt x="2613637" y="417076"/>
                  </a:lnTo>
                  <a:lnTo>
                    <a:pt x="2667142" y="408752"/>
                  </a:lnTo>
                  <a:lnTo>
                    <a:pt x="2702183" y="402655"/>
                  </a:lnTo>
                  <a:lnTo>
                    <a:pt x="2762671" y="390897"/>
                  </a:lnTo>
                  <a:lnTo>
                    <a:pt x="2821295" y="377979"/>
                  </a:lnTo>
                  <a:lnTo>
                    <a:pt x="2878736" y="363884"/>
                  </a:lnTo>
                  <a:lnTo>
                    <a:pt x="2935499" y="348630"/>
                  </a:lnTo>
                  <a:lnTo>
                    <a:pt x="2991942" y="332276"/>
                  </a:lnTo>
                  <a:lnTo>
                    <a:pt x="3048305" y="314927"/>
                  </a:lnTo>
                  <a:lnTo>
                    <a:pt x="3104725" y="296730"/>
                  </a:lnTo>
                  <a:lnTo>
                    <a:pt x="3161254" y="277873"/>
                  </a:lnTo>
                  <a:lnTo>
                    <a:pt x="3217885" y="258577"/>
                  </a:lnTo>
                  <a:lnTo>
                    <a:pt x="3274568" y="239086"/>
                  </a:lnTo>
                  <a:lnTo>
                    <a:pt x="3331234" y="219656"/>
                  </a:lnTo>
                  <a:lnTo>
                    <a:pt x="3387822" y="200537"/>
                  </a:lnTo>
                  <a:lnTo>
                    <a:pt x="3444297" y="181966"/>
                  </a:lnTo>
                  <a:lnTo>
                    <a:pt x="3500678" y="164148"/>
                  </a:lnTo>
                  <a:lnTo>
                    <a:pt x="3557056" y="147253"/>
                  </a:lnTo>
                  <a:lnTo>
                    <a:pt x="3613614" y="131408"/>
                  </a:lnTo>
                  <a:lnTo>
                    <a:pt x="3670644" y="116696"/>
                  </a:lnTo>
                  <a:lnTo>
                    <a:pt x="3728570" y="103157"/>
                  </a:lnTo>
                  <a:lnTo>
                    <a:pt x="3787976" y="90791"/>
                  </a:lnTo>
                  <a:lnTo>
                    <a:pt x="3820202" y="84723"/>
                  </a:lnTo>
                  <a:lnTo>
                    <a:pt x="3872109" y="75876"/>
                  </a:lnTo>
                  <a:lnTo>
                    <a:pt x="3926469" y="67796"/>
                  </a:lnTo>
                  <a:lnTo>
                    <a:pt x="3983968" y="60458"/>
                  </a:lnTo>
                  <a:lnTo>
                    <a:pt x="4045359" y="53808"/>
                  </a:lnTo>
                  <a:lnTo>
                    <a:pt x="4111420" y="47783"/>
                  </a:lnTo>
                  <a:lnTo>
                    <a:pt x="4182915" y="42318"/>
                  </a:lnTo>
                  <a:lnTo>
                    <a:pt x="4260541" y="37351"/>
                  </a:lnTo>
                  <a:lnTo>
                    <a:pt x="4344858" y="32830"/>
                  </a:lnTo>
                  <a:lnTo>
                    <a:pt x="4436195" y="28709"/>
                  </a:lnTo>
                  <a:lnTo>
                    <a:pt x="4534539" y="24955"/>
                  </a:lnTo>
                  <a:lnTo>
                    <a:pt x="4639386" y="21544"/>
                  </a:lnTo>
                  <a:lnTo>
                    <a:pt x="4749599" y="18463"/>
                  </a:lnTo>
                  <a:lnTo>
                    <a:pt x="4863285" y="15709"/>
                  </a:lnTo>
                  <a:lnTo>
                    <a:pt x="4977735" y="13285"/>
                  </a:lnTo>
                  <a:lnTo>
                    <a:pt x="5089493" y="11198"/>
                  </a:lnTo>
                  <a:lnTo>
                    <a:pt x="5194599" y="9454"/>
                  </a:lnTo>
                  <a:lnTo>
                    <a:pt x="5289015" y="8053"/>
                  </a:lnTo>
                  <a:lnTo>
                    <a:pt x="5369187" y="6981"/>
                  </a:lnTo>
                  <a:lnTo>
                    <a:pt x="5432638" y="6214"/>
                  </a:lnTo>
                  <a:lnTo>
                    <a:pt x="5478435" y="5710"/>
                  </a:lnTo>
                  <a:lnTo>
                    <a:pt x="5507434" y="5420"/>
                  </a:lnTo>
                  <a:lnTo>
                    <a:pt x="5522253" y="5284"/>
                  </a:lnTo>
                  <a:lnTo>
                    <a:pt x="5527083" y="524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6" y="5267"/>
                  </a:lnTo>
                  <a:lnTo>
                    <a:pt x="6530901" y="5459"/>
                  </a:lnTo>
                  <a:lnTo>
                    <a:pt x="6549650" y="5989"/>
                  </a:lnTo>
                  <a:lnTo>
                    <a:pt x="6583433" y="7033"/>
                  </a:lnTo>
                  <a:lnTo>
                    <a:pt x="6634321" y="8760"/>
                  </a:lnTo>
                  <a:lnTo>
                    <a:pt x="6702615" y="11311"/>
                  </a:lnTo>
                  <a:lnTo>
                    <a:pt x="6786908" y="14795"/>
                  </a:lnTo>
                  <a:lnTo>
                    <a:pt x="6884385" y="19275"/>
                  </a:lnTo>
                  <a:lnTo>
                    <a:pt x="6991339" y="24776"/>
                  </a:lnTo>
                  <a:lnTo>
                    <a:pt x="7103751" y="31293"/>
                  </a:lnTo>
                  <a:lnTo>
                    <a:pt x="7217817" y="38808"/>
                  </a:lnTo>
                  <a:lnTo>
                    <a:pt x="7330313" y="47300"/>
                  </a:lnTo>
                  <a:lnTo>
                    <a:pt x="7438781" y="56764"/>
                  </a:lnTo>
                  <a:lnTo>
                    <a:pt x="7541560" y="67217"/>
                  </a:lnTo>
                  <a:lnTo>
                    <a:pt x="7637707" y="78706"/>
                  </a:lnTo>
                  <a:lnTo>
                    <a:pt x="7726864" y="91308"/>
                  </a:lnTo>
                  <a:lnTo>
                    <a:pt x="7809114" y="105132"/>
                  </a:lnTo>
                  <a:lnTo>
                    <a:pt x="7884851" y="120317"/>
                  </a:lnTo>
                  <a:lnTo>
                    <a:pt x="7954668" y="137029"/>
                  </a:lnTo>
                  <a:lnTo>
                    <a:pt x="8019274" y="155452"/>
                  </a:lnTo>
                  <a:lnTo>
                    <a:pt x="8079432" y="175779"/>
                  </a:lnTo>
                  <a:lnTo>
                    <a:pt x="8135907" y="198193"/>
                  </a:lnTo>
                  <a:lnTo>
                    <a:pt x="8189431" y="222837"/>
                  </a:lnTo>
                  <a:lnTo>
                    <a:pt x="8229629" y="243689"/>
                  </a:lnTo>
                  <a:lnTo>
                    <a:pt x="8283530" y="274892"/>
                  </a:lnTo>
                  <a:lnTo>
                    <a:pt x="8335889" y="308836"/>
                  </a:lnTo>
                  <a:lnTo>
                    <a:pt x="8387210" y="345574"/>
                  </a:lnTo>
                  <a:lnTo>
                    <a:pt x="8437878" y="385088"/>
                  </a:lnTo>
                  <a:lnTo>
                    <a:pt x="8488182" y="427288"/>
                  </a:lnTo>
                  <a:lnTo>
                    <a:pt x="8538330" y="472002"/>
                  </a:lnTo>
                  <a:lnTo>
                    <a:pt x="8588460" y="518973"/>
                  </a:lnTo>
                  <a:lnTo>
                    <a:pt x="8638651" y="567866"/>
                  </a:lnTo>
                  <a:lnTo>
                    <a:pt x="8688931" y="618270"/>
                  </a:lnTo>
                  <a:lnTo>
                    <a:pt x="8739292" y="669713"/>
                  </a:lnTo>
                  <a:lnTo>
                    <a:pt x="8789700" y="721683"/>
                  </a:lnTo>
                  <a:lnTo>
                    <a:pt x="8840107" y="773641"/>
                  </a:lnTo>
                  <a:lnTo>
                    <a:pt x="8890465" y="825051"/>
                  </a:lnTo>
                  <a:lnTo>
                    <a:pt x="8940741" y="875401"/>
                  </a:lnTo>
                  <a:lnTo>
                    <a:pt x="8990929" y="924220"/>
                  </a:lnTo>
                  <a:lnTo>
                    <a:pt x="9041058" y="971102"/>
                  </a:lnTo>
                  <a:lnTo>
                    <a:pt x="9091209" y="1015715"/>
                  </a:lnTo>
                  <a:lnTo>
                    <a:pt x="9141524" y="1057804"/>
                  </a:lnTo>
                  <a:lnTo>
                    <a:pt x="9192213" y="1097203"/>
                  </a:lnTo>
                  <a:lnTo>
                    <a:pt x="9243569" y="1133823"/>
                  </a:lnTo>
                  <a:lnTo>
                    <a:pt x="9295982" y="1167651"/>
                  </a:lnTo>
                  <a:lnTo>
                    <a:pt x="9347647" y="1197484"/>
                  </a:lnTo>
                  <a:lnTo>
                    <a:pt x="9399327" y="1223918"/>
                  </a:lnTo>
                  <a:lnTo>
                    <a:pt x="9453437" y="1248066"/>
                  </a:lnTo>
                  <a:lnTo>
                    <a:pt x="9510653" y="1270010"/>
                  </a:lnTo>
                  <a:lnTo>
                    <a:pt x="9571717" y="1289904"/>
                  </a:lnTo>
                  <a:lnTo>
                    <a:pt x="9637398" y="1307937"/>
                  </a:lnTo>
                  <a:lnTo>
                    <a:pt x="9708451" y="1324299"/>
                  </a:lnTo>
                  <a:lnTo>
                    <a:pt x="9785567" y="1339174"/>
                  </a:lnTo>
                  <a:lnTo>
                    <a:pt x="9869302" y="1352720"/>
                  </a:lnTo>
                  <a:lnTo>
                    <a:pt x="9959992" y="1365070"/>
                  </a:lnTo>
                  <a:lnTo>
                    <a:pt x="10057637" y="1376328"/>
                  </a:lnTo>
                  <a:lnTo>
                    <a:pt x="10161764" y="1386562"/>
                  </a:lnTo>
                  <a:lnTo>
                    <a:pt x="10271281" y="1395813"/>
                  </a:lnTo>
                  <a:lnTo>
                    <a:pt x="10384358" y="1404092"/>
                  </a:lnTo>
                  <a:lnTo>
                    <a:pt x="10498362" y="1411391"/>
                  </a:lnTo>
                  <a:lnTo>
                    <a:pt x="10609921" y="1417687"/>
                  </a:lnTo>
                  <a:lnTo>
                    <a:pt x="10715144" y="1422965"/>
                  </a:lnTo>
                  <a:lnTo>
                    <a:pt x="10810034" y="1427224"/>
                  </a:lnTo>
                  <a:lnTo>
                    <a:pt x="10891029" y="1430496"/>
                  </a:lnTo>
                  <a:lnTo>
                    <a:pt x="10955582" y="1432857"/>
                  </a:lnTo>
                  <a:lnTo>
                    <a:pt x="11002643" y="1434421"/>
                  </a:lnTo>
                  <a:lnTo>
                    <a:pt x="11032904" y="1435338"/>
                  </a:lnTo>
                  <a:lnTo>
                    <a:pt x="11048805" y="1435779"/>
                  </a:lnTo>
                  <a:lnTo>
                    <a:pt x="11054350" y="1435920"/>
                  </a:lnTo>
                  <a:lnTo>
                    <a:pt x="11054891" y="1435933"/>
                  </a:lnTo>
                  <a:lnTo>
                    <a:pt x="12049831" y="1435933"/>
                  </a:lnTo>
                  <a:lnTo>
                    <a:pt x="12049831" y="1430693"/>
                  </a:lnTo>
                  <a:lnTo>
                    <a:pt x="11054891" y="1430693"/>
                  </a:lnTo>
                  <a:lnTo>
                    <a:pt x="11053771" y="1430666"/>
                  </a:lnTo>
                  <a:lnTo>
                    <a:pt x="11046375" y="1430474"/>
                  </a:lnTo>
                  <a:lnTo>
                    <a:pt x="11027626" y="1429944"/>
                  </a:lnTo>
                  <a:lnTo>
                    <a:pt x="10993843" y="1428899"/>
                  </a:lnTo>
                  <a:lnTo>
                    <a:pt x="10942956" y="1427173"/>
                  </a:lnTo>
                  <a:lnTo>
                    <a:pt x="10874661" y="1424622"/>
                  </a:lnTo>
                  <a:lnTo>
                    <a:pt x="10790369" y="1421138"/>
                  </a:lnTo>
                  <a:lnTo>
                    <a:pt x="10692891" y="1416658"/>
                  </a:lnTo>
                  <a:lnTo>
                    <a:pt x="10585938" y="1411157"/>
                  </a:lnTo>
                  <a:lnTo>
                    <a:pt x="10473525" y="1404640"/>
                  </a:lnTo>
                  <a:lnTo>
                    <a:pt x="10359459" y="1397125"/>
                  </a:lnTo>
                  <a:lnTo>
                    <a:pt x="10246964" y="1388633"/>
                  </a:lnTo>
                  <a:lnTo>
                    <a:pt x="10138496" y="1379169"/>
                  </a:lnTo>
                  <a:lnTo>
                    <a:pt x="10035716" y="1368716"/>
                  </a:lnTo>
                  <a:lnTo>
                    <a:pt x="9939569" y="1357227"/>
                  </a:lnTo>
                  <a:lnTo>
                    <a:pt x="9850413" y="1344625"/>
                  </a:lnTo>
                  <a:lnTo>
                    <a:pt x="9768162" y="1330801"/>
                  </a:lnTo>
                  <a:lnTo>
                    <a:pt x="9692426" y="1315615"/>
                  </a:lnTo>
                  <a:lnTo>
                    <a:pt x="9622608" y="1298904"/>
                  </a:lnTo>
                  <a:lnTo>
                    <a:pt x="9558002" y="1280481"/>
                  </a:lnTo>
                  <a:lnTo>
                    <a:pt x="9497845" y="1260154"/>
                  </a:lnTo>
                  <a:lnTo>
                    <a:pt x="9441370" y="1237740"/>
                  </a:lnTo>
                  <a:lnTo>
                    <a:pt x="9387846" y="1213096"/>
                  </a:lnTo>
                  <a:lnTo>
                    <a:pt x="9347647" y="1192244"/>
                  </a:lnTo>
                  <a:lnTo>
                    <a:pt x="9293747" y="1161041"/>
                  </a:lnTo>
                  <a:lnTo>
                    <a:pt x="9241387" y="1127097"/>
                  </a:lnTo>
                  <a:lnTo>
                    <a:pt x="9190067" y="1090359"/>
                  </a:lnTo>
                  <a:lnTo>
                    <a:pt x="9139399" y="1050844"/>
                  </a:lnTo>
                  <a:lnTo>
                    <a:pt x="9089095" y="1008644"/>
                  </a:lnTo>
                  <a:lnTo>
                    <a:pt x="9038947" y="963931"/>
                  </a:lnTo>
                  <a:lnTo>
                    <a:pt x="8988816" y="916960"/>
                  </a:lnTo>
                  <a:lnTo>
                    <a:pt x="8938625" y="868067"/>
                  </a:lnTo>
                  <a:lnTo>
                    <a:pt x="8888345" y="817663"/>
                  </a:lnTo>
                  <a:lnTo>
                    <a:pt x="8837984" y="766219"/>
                  </a:lnTo>
                  <a:lnTo>
                    <a:pt x="8787576" y="714250"/>
                  </a:lnTo>
                  <a:lnTo>
                    <a:pt x="8737170" y="662292"/>
                  </a:lnTo>
                  <a:lnTo>
                    <a:pt x="8686812" y="610881"/>
                  </a:lnTo>
                  <a:lnTo>
                    <a:pt x="8636535" y="560532"/>
                  </a:lnTo>
                  <a:lnTo>
                    <a:pt x="8586348" y="511713"/>
                  </a:lnTo>
                  <a:lnTo>
                    <a:pt x="8536219" y="464830"/>
                  </a:lnTo>
                  <a:lnTo>
                    <a:pt x="8486067" y="420218"/>
                  </a:lnTo>
                  <a:lnTo>
                    <a:pt x="8435752" y="378128"/>
                  </a:lnTo>
                  <a:lnTo>
                    <a:pt x="8385064" y="338729"/>
                  </a:lnTo>
                  <a:lnTo>
                    <a:pt x="8333708" y="302110"/>
                  </a:lnTo>
                  <a:lnTo>
                    <a:pt x="8281295" y="268282"/>
                  </a:lnTo>
                  <a:lnTo>
                    <a:pt x="8229629" y="238448"/>
                  </a:lnTo>
                  <a:lnTo>
                    <a:pt x="8177949" y="212015"/>
                  </a:lnTo>
                  <a:lnTo>
                    <a:pt x="8123839" y="187866"/>
                  </a:lnTo>
                  <a:lnTo>
                    <a:pt x="8066624" y="165923"/>
                  </a:lnTo>
                  <a:lnTo>
                    <a:pt x="8005560" y="146028"/>
                  </a:lnTo>
                  <a:lnTo>
                    <a:pt x="7939879" y="127996"/>
                  </a:lnTo>
                  <a:lnTo>
                    <a:pt x="7868825" y="111633"/>
                  </a:lnTo>
                  <a:lnTo>
                    <a:pt x="7791710" y="96759"/>
                  </a:lnTo>
                  <a:lnTo>
                    <a:pt x="7707975" y="83213"/>
                  </a:lnTo>
                  <a:lnTo>
                    <a:pt x="7617284" y="70862"/>
                  </a:lnTo>
                  <a:lnTo>
                    <a:pt x="7519639" y="59605"/>
                  </a:lnTo>
                  <a:lnTo>
                    <a:pt x="7415513" y="49371"/>
                  </a:lnTo>
                  <a:lnTo>
                    <a:pt x="7305995" y="40120"/>
                  </a:lnTo>
                  <a:lnTo>
                    <a:pt x="7192919" y="31840"/>
                  </a:lnTo>
                  <a:lnTo>
                    <a:pt x="7078915" y="24542"/>
                  </a:lnTo>
                  <a:lnTo>
                    <a:pt x="6967356" y="18245"/>
                  </a:lnTo>
                  <a:lnTo>
                    <a:pt x="6862132" y="12968"/>
                  </a:lnTo>
                  <a:lnTo>
                    <a:pt x="6767242" y="8709"/>
                  </a:lnTo>
                  <a:lnTo>
                    <a:pt x="6686248" y="5436"/>
                  </a:lnTo>
                  <a:lnTo>
                    <a:pt x="6621694" y="3076"/>
                  </a:lnTo>
                  <a:lnTo>
                    <a:pt x="6574634" y="1512"/>
                  </a:lnTo>
                  <a:lnTo>
                    <a:pt x="6544373" y="594"/>
                  </a:lnTo>
                  <a:lnTo>
                    <a:pt x="6528471" y="154"/>
                  </a:lnTo>
                  <a:lnTo>
                    <a:pt x="6522926" y="1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1" y="9"/>
                  </a:lnTo>
                  <a:lnTo>
                    <a:pt x="5518823" y="73"/>
                  </a:lnTo>
                  <a:lnTo>
                    <a:pt x="5499847" y="252"/>
                  </a:lnTo>
                  <a:lnTo>
                    <a:pt x="5465670" y="605"/>
                  </a:lnTo>
                  <a:lnTo>
                    <a:pt x="5414224" y="1188"/>
                  </a:lnTo>
                  <a:lnTo>
                    <a:pt x="5345233" y="2049"/>
                  </a:lnTo>
                  <a:lnTo>
                    <a:pt x="5260166" y="3224"/>
                  </a:lnTo>
                  <a:lnTo>
                    <a:pt x="5161903" y="4735"/>
                  </a:lnTo>
                  <a:lnTo>
                    <a:pt x="5054220" y="6589"/>
                  </a:lnTo>
                  <a:lnTo>
                    <a:pt x="4941186" y="8785"/>
                  </a:lnTo>
                  <a:lnTo>
                    <a:pt x="4826637" y="11315"/>
                  </a:lnTo>
                  <a:lnTo>
                    <a:pt x="4713808" y="14174"/>
                  </a:lnTo>
                  <a:lnTo>
                    <a:pt x="4605146" y="17360"/>
                  </a:lnTo>
                  <a:lnTo>
                    <a:pt x="4502292" y="20879"/>
                  </a:lnTo>
                  <a:lnTo>
                    <a:pt x="4406164" y="24747"/>
                  </a:lnTo>
                  <a:lnTo>
                    <a:pt x="4317093" y="28992"/>
                  </a:lnTo>
                  <a:lnTo>
                    <a:pt x="4234969" y="33651"/>
                  </a:lnTo>
                  <a:lnTo>
                    <a:pt x="4159376" y="38771"/>
                  </a:lnTo>
                  <a:lnTo>
                    <a:pt x="4089702" y="44408"/>
                  </a:lnTo>
                  <a:lnTo>
                    <a:pt x="4025222" y="50627"/>
                  </a:lnTo>
                  <a:lnTo>
                    <a:pt x="3965162" y="57491"/>
                  </a:lnTo>
                  <a:lnTo>
                    <a:pt x="3908748" y="65061"/>
                  </a:lnTo>
                  <a:lnTo>
                    <a:pt x="3855243" y="73385"/>
                  </a:lnTo>
                  <a:lnTo>
                    <a:pt x="3820202" y="79482"/>
                  </a:lnTo>
                  <a:lnTo>
                    <a:pt x="3759714" y="91241"/>
                  </a:lnTo>
                  <a:lnTo>
                    <a:pt x="3701090" y="104158"/>
                  </a:lnTo>
                  <a:lnTo>
                    <a:pt x="3643649" y="118253"/>
                  </a:lnTo>
                  <a:lnTo>
                    <a:pt x="3586886" y="133508"/>
                  </a:lnTo>
                  <a:lnTo>
                    <a:pt x="3530443" y="149861"/>
                  </a:lnTo>
                  <a:lnTo>
                    <a:pt x="3474080" y="167210"/>
                  </a:lnTo>
                  <a:lnTo>
                    <a:pt x="3417660" y="185407"/>
                  </a:lnTo>
                  <a:lnTo>
                    <a:pt x="3361131" y="204264"/>
                  </a:lnTo>
                  <a:lnTo>
                    <a:pt x="3304500" y="223561"/>
                  </a:lnTo>
                  <a:lnTo>
                    <a:pt x="3247817" y="243051"/>
                  </a:lnTo>
                  <a:lnTo>
                    <a:pt x="3191151" y="262482"/>
                  </a:lnTo>
                  <a:lnTo>
                    <a:pt x="3134563" y="281600"/>
                  </a:lnTo>
                  <a:lnTo>
                    <a:pt x="3078088" y="300171"/>
                  </a:lnTo>
                  <a:lnTo>
                    <a:pt x="3021707" y="317989"/>
                  </a:lnTo>
                  <a:lnTo>
                    <a:pt x="2965329" y="334884"/>
                  </a:lnTo>
                  <a:lnTo>
                    <a:pt x="2908771" y="350729"/>
                  </a:lnTo>
                  <a:lnTo>
                    <a:pt x="2851741" y="365441"/>
                  </a:lnTo>
                  <a:lnTo>
                    <a:pt x="2793815" y="378981"/>
                  </a:lnTo>
                  <a:lnTo>
                    <a:pt x="2734409" y="391347"/>
                  </a:lnTo>
                  <a:lnTo>
                    <a:pt x="2702183" y="397414"/>
                  </a:lnTo>
                  <a:lnTo>
                    <a:pt x="2650276" y="406262"/>
                  </a:lnTo>
                  <a:lnTo>
                    <a:pt x="2595916" y="414341"/>
                  </a:lnTo>
                  <a:lnTo>
                    <a:pt x="2538417" y="421679"/>
                  </a:lnTo>
                  <a:lnTo>
                    <a:pt x="2477026" y="428329"/>
                  </a:lnTo>
                  <a:lnTo>
                    <a:pt x="2410965" y="434354"/>
                  </a:lnTo>
                  <a:lnTo>
                    <a:pt x="2339470" y="439820"/>
                  </a:lnTo>
                  <a:lnTo>
                    <a:pt x="2261844" y="444786"/>
                  </a:lnTo>
                  <a:lnTo>
                    <a:pt x="2177527" y="449307"/>
                  </a:lnTo>
                  <a:lnTo>
                    <a:pt x="2086190" y="453428"/>
                  </a:lnTo>
                  <a:lnTo>
                    <a:pt x="1987846" y="457182"/>
                  </a:lnTo>
                  <a:lnTo>
                    <a:pt x="1882999" y="460593"/>
                  </a:lnTo>
                  <a:lnTo>
                    <a:pt x="1772786" y="463674"/>
                  </a:lnTo>
                  <a:lnTo>
                    <a:pt x="1659100" y="466428"/>
                  </a:lnTo>
                  <a:lnTo>
                    <a:pt x="1544650" y="468852"/>
                  </a:lnTo>
                  <a:lnTo>
                    <a:pt x="1432892" y="470939"/>
                  </a:lnTo>
                  <a:lnTo>
                    <a:pt x="1327786" y="472683"/>
                  </a:lnTo>
                  <a:lnTo>
                    <a:pt x="1233370" y="474085"/>
                  </a:lnTo>
                  <a:lnTo>
                    <a:pt x="1153198" y="475156"/>
                  </a:lnTo>
                  <a:lnTo>
                    <a:pt x="1089747" y="475924"/>
                  </a:lnTo>
                  <a:lnTo>
                    <a:pt x="1043950" y="476427"/>
                  </a:lnTo>
                  <a:lnTo>
                    <a:pt x="1014951" y="476718"/>
                  </a:lnTo>
                  <a:lnTo>
                    <a:pt x="1000132" y="476854"/>
                  </a:lnTo>
                  <a:lnTo>
                    <a:pt x="995302" y="476894"/>
                  </a:lnTo>
                  <a:lnTo>
                    <a:pt x="994940" y="476897"/>
                  </a:lnTo>
                  <a:lnTo>
                    <a:pt x="0" y="476897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73" name="pl1572"/>
            <p:cNvSpPr/>
            <p:nvPr/>
          </p:nvSpPr>
          <p:spPr>
            <a:xfrm>
              <a:off x="1199187" y="5062288"/>
              <a:ext cx="12049831" cy="1430693"/>
            </a:xfrm>
            <a:custGeom>
              <a:avLst/>
              <a:pathLst>
                <a:path w="12049831" h="1430693">
                  <a:moveTo>
                    <a:pt x="0" y="476897"/>
                  </a:moveTo>
                  <a:lnTo>
                    <a:pt x="994940" y="476897"/>
                  </a:lnTo>
                  <a:lnTo>
                    <a:pt x="996074" y="476888"/>
                  </a:lnTo>
                  <a:lnTo>
                    <a:pt x="1003562" y="476823"/>
                  </a:lnTo>
                  <a:lnTo>
                    <a:pt x="1022538" y="476644"/>
                  </a:lnTo>
                  <a:lnTo>
                    <a:pt x="1056715" y="476292"/>
                  </a:lnTo>
                  <a:lnTo>
                    <a:pt x="1108161" y="475709"/>
                  </a:lnTo>
                  <a:lnTo>
                    <a:pt x="1177152" y="474848"/>
                  </a:lnTo>
                  <a:lnTo>
                    <a:pt x="1262219" y="473672"/>
                  </a:lnTo>
                  <a:lnTo>
                    <a:pt x="1360482" y="472162"/>
                  </a:lnTo>
                  <a:lnTo>
                    <a:pt x="1468165" y="470308"/>
                  </a:lnTo>
                  <a:lnTo>
                    <a:pt x="1581199" y="468112"/>
                  </a:lnTo>
                  <a:lnTo>
                    <a:pt x="1695748" y="465582"/>
                  </a:lnTo>
                  <a:lnTo>
                    <a:pt x="1808577" y="462723"/>
                  </a:lnTo>
                  <a:lnTo>
                    <a:pt x="1917239" y="459537"/>
                  </a:lnTo>
                  <a:lnTo>
                    <a:pt x="2020093" y="456018"/>
                  </a:lnTo>
                  <a:lnTo>
                    <a:pt x="2116221" y="452149"/>
                  </a:lnTo>
                  <a:lnTo>
                    <a:pt x="2205292" y="447905"/>
                  </a:lnTo>
                  <a:lnTo>
                    <a:pt x="2287416" y="443246"/>
                  </a:lnTo>
                  <a:lnTo>
                    <a:pt x="2363009" y="438126"/>
                  </a:lnTo>
                  <a:lnTo>
                    <a:pt x="2432683" y="432488"/>
                  </a:lnTo>
                  <a:lnTo>
                    <a:pt x="2497163" y="426270"/>
                  </a:lnTo>
                  <a:lnTo>
                    <a:pt x="2557223" y="419406"/>
                  </a:lnTo>
                  <a:lnTo>
                    <a:pt x="2613637" y="411835"/>
                  </a:lnTo>
                  <a:lnTo>
                    <a:pt x="2667142" y="403511"/>
                  </a:lnTo>
                  <a:lnTo>
                    <a:pt x="2702183" y="397414"/>
                  </a:lnTo>
                  <a:lnTo>
                    <a:pt x="2762671" y="385656"/>
                  </a:lnTo>
                  <a:lnTo>
                    <a:pt x="2821295" y="372738"/>
                  </a:lnTo>
                  <a:lnTo>
                    <a:pt x="2878736" y="358643"/>
                  </a:lnTo>
                  <a:lnTo>
                    <a:pt x="2935499" y="343389"/>
                  </a:lnTo>
                  <a:lnTo>
                    <a:pt x="2991942" y="327036"/>
                  </a:lnTo>
                  <a:lnTo>
                    <a:pt x="3048305" y="309687"/>
                  </a:lnTo>
                  <a:lnTo>
                    <a:pt x="3104725" y="291490"/>
                  </a:lnTo>
                  <a:lnTo>
                    <a:pt x="3161254" y="272632"/>
                  </a:lnTo>
                  <a:lnTo>
                    <a:pt x="3217885" y="253336"/>
                  </a:lnTo>
                  <a:lnTo>
                    <a:pt x="3274568" y="233845"/>
                  </a:lnTo>
                  <a:lnTo>
                    <a:pt x="3331234" y="214415"/>
                  </a:lnTo>
                  <a:lnTo>
                    <a:pt x="3387822" y="195297"/>
                  </a:lnTo>
                  <a:lnTo>
                    <a:pt x="3444297" y="176725"/>
                  </a:lnTo>
                  <a:lnTo>
                    <a:pt x="3500678" y="158907"/>
                  </a:lnTo>
                  <a:lnTo>
                    <a:pt x="3557056" y="142012"/>
                  </a:lnTo>
                  <a:lnTo>
                    <a:pt x="3613614" y="126168"/>
                  </a:lnTo>
                  <a:lnTo>
                    <a:pt x="3670644" y="111455"/>
                  </a:lnTo>
                  <a:lnTo>
                    <a:pt x="3728570" y="97916"/>
                  </a:lnTo>
                  <a:lnTo>
                    <a:pt x="3787976" y="85550"/>
                  </a:lnTo>
                  <a:lnTo>
                    <a:pt x="3820202" y="79482"/>
                  </a:lnTo>
                  <a:lnTo>
                    <a:pt x="3872109" y="70635"/>
                  </a:lnTo>
                  <a:lnTo>
                    <a:pt x="3926469" y="62556"/>
                  </a:lnTo>
                  <a:lnTo>
                    <a:pt x="3983968" y="55218"/>
                  </a:lnTo>
                  <a:lnTo>
                    <a:pt x="4045359" y="48567"/>
                  </a:lnTo>
                  <a:lnTo>
                    <a:pt x="4111420" y="42542"/>
                  </a:lnTo>
                  <a:lnTo>
                    <a:pt x="4182915" y="37077"/>
                  </a:lnTo>
                  <a:lnTo>
                    <a:pt x="4260541" y="32111"/>
                  </a:lnTo>
                  <a:lnTo>
                    <a:pt x="4344858" y="27589"/>
                  </a:lnTo>
                  <a:lnTo>
                    <a:pt x="4436195" y="23469"/>
                  </a:lnTo>
                  <a:lnTo>
                    <a:pt x="4534539" y="19715"/>
                  </a:lnTo>
                  <a:lnTo>
                    <a:pt x="4639386" y="16304"/>
                  </a:lnTo>
                  <a:lnTo>
                    <a:pt x="4749599" y="13223"/>
                  </a:lnTo>
                  <a:lnTo>
                    <a:pt x="4863285" y="10469"/>
                  </a:lnTo>
                  <a:lnTo>
                    <a:pt x="4977735" y="8045"/>
                  </a:lnTo>
                  <a:lnTo>
                    <a:pt x="5089493" y="5958"/>
                  </a:lnTo>
                  <a:lnTo>
                    <a:pt x="5194599" y="4214"/>
                  </a:lnTo>
                  <a:lnTo>
                    <a:pt x="5289015" y="2812"/>
                  </a:lnTo>
                  <a:lnTo>
                    <a:pt x="5369187" y="1740"/>
                  </a:lnTo>
                  <a:lnTo>
                    <a:pt x="5432638" y="973"/>
                  </a:lnTo>
                  <a:lnTo>
                    <a:pt x="5478435" y="470"/>
                  </a:lnTo>
                  <a:lnTo>
                    <a:pt x="5507434" y="179"/>
                  </a:lnTo>
                  <a:lnTo>
                    <a:pt x="5522253" y="43"/>
                  </a:lnTo>
                  <a:lnTo>
                    <a:pt x="5527083" y="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6" y="26"/>
                  </a:lnTo>
                  <a:lnTo>
                    <a:pt x="6530901" y="218"/>
                  </a:lnTo>
                  <a:lnTo>
                    <a:pt x="6549650" y="748"/>
                  </a:lnTo>
                  <a:lnTo>
                    <a:pt x="6583433" y="1793"/>
                  </a:lnTo>
                  <a:lnTo>
                    <a:pt x="6634321" y="3519"/>
                  </a:lnTo>
                  <a:lnTo>
                    <a:pt x="6702615" y="6071"/>
                  </a:lnTo>
                  <a:lnTo>
                    <a:pt x="6786908" y="9554"/>
                  </a:lnTo>
                  <a:lnTo>
                    <a:pt x="6884385" y="14034"/>
                  </a:lnTo>
                  <a:lnTo>
                    <a:pt x="6991339" y="19535"/>
                  </a:lnTo>
                  <a:lnTo>
                    <a:pt x="7103751" y="26053"/>
                  </a:lnTo>
                  <a:lnTo>
                    <a:pt x="7217817" y="33567"/>
                  </a:lnTo>
                  <a:lnTo>
                    <a:pt x="7330313" y="42059"/>
                  </a:lnTo>
                  <a:lnTo>
                    <a:pt x="7438781" y="51523"/>
                  </a:lnTo>
                  <a:lnTo>
                    <a:pt x="7541560" y="61976"/>
                  </a:lnTo>
                  <a:lnTo>
                    <a:pt x="7637707" y="73465"/>
                  </a:lnTo>
                  <a:lnTo>
                    <a:pt x="7726864" y="86067"/>
                  </a:lnTo>
                  <a:lnTo>
                    <a:pt x="7809114" y="99891"/>
                  </a:lnTo>
                  <a:lnTo>
                    <a:pt x="7884851" y="115077"/>
                  </a:lnTo>
                  <a:lnTo>
                    <a:pt x="7954668" y="131788"/>
                  </a:lnTo>
                  <a:lnTo>
                    <a:pt x="8019274" y="150211"/>
                  </a:lnTo>
                  <a:lnTo>
                    <a:pt x="8079432" y="170538"/>
                  </a:lnTo>
                  <a:lnTo>
                    <a:pt x="8135907" y="192952"/>
                  </a:lnTo>
                  <a:lnTo>
                    <a:pt x="8189431" y="217596"/>
                  </a:lnTo>
                  <a:lnTo>
                    <a:pt x="8229629" y="238448"/>
                  </a:lnTo>
                  <a:lnTo>
                    <a:pt x="8283530" y="269651"/>
                  </a:lnTo>
                  <a:lnTo>
                    <a:pt x="8335889" y="303596"/>
                  </a:lnTo>
                  <a:lnTo>
                    <a:pt x="8387210" y="340333"/>
                  </a:lnTo>
                  <a:lnTo>
                    <a:pt x="8437878" y="379848"/>
                  </a:lnTo>
                  <a:lnTo>
                    <a:pt x="8488182" y="422048"/>
                  </a:lnTo>
                  <a:lnTo>
                    <a:pt x="8538330" y="466761"/>
                  </a:lnTo>
                  <a:lnTo>
                    <a:pt x="8588460" y="513733"/>
                  </a:lnTo>
                  <a:lnTo>
                    <a:pt x="8638651" y="562625"/>
                  </a:lnTo>
                  <a:lnTo>
                    <a:pt x="8688931" y="613029"/>
                  </a:lnTo>
                  <a:lnTo>
                    <a:pt x="8739292" y="664473"/>
                  </a:lnTo>
                  <a:lnTo>
                    <a:pt x="8789700" y="716442"/>
                  </a:lnTo>
                  <a:lnTo>
                    <a:pt x="8840107" y="768400"/>
                  </a:lnTo>
                  <a:lnTo>
                    <a:pt x="8890465" y="819811"/>
                  </a:lnTo>
                  <a:lnTo>
                    <a:pt x="8940741" y="870160"/>
                  </a:lnTo>
                  <a:lnTo>
                    <a:pt x="8990929" y="918979"/>
                  </a:lnTo>
                  <a:lnTo>
                    <a:pt x="9041058" y="965862"/>
                  </a:lnTo>
                  <a:lnTo>
                    <a:pt x="9091209" y="1010474"/>
                  </a:lnTo>
                  <a:lnTo>
                    <a:pt x="9141524" y="1052564"/>
                  </a:lnTo>
                  <a:lnTo>
                    <a:pt x="9192213" y="1091963"/>
                  </a:lnTo>
                  <a:lnTo>
                    <a:pt x="9243569" y="1128583"/>
                  </a:lnTo>
                  <a:lnTo>
                    <a:pt x="9295982" y="1162410"/>
                  </a:lnTo>
                  <a:lnTo>
                    <a:pt x="9347647" y="1192244"/>
                  </a:lnTo>
                  <a:lnTo>
                    <a:pt x="9399327" y="1218678"/>
                  </a:lnTo>
                  <a:lnTo>
                    <a:pt x="9453437" y="1242826"/>
                  </a:lnTo>
                  <a:lnTo>
                    <a:pt x="9510653" y="1264769"/>
                  </a:lnTo>
                  <a:lnTo>
                    <a:pt x="9571717" y="1284664"/>
                  </a:lnTo>
                  <a:lnTo>
                    <a:pt x="9637398" y="1302696"/>
                  </a:lnTo>
                  <a:lnTo>
                    <a:pt x="9708451" y="1319059"/>
                  </a:lnTo>
                  <a:lnTo>
                    <a:pt x="9785567" y="1333933"/>
                  </a:lnTo>
                  <a:lnTo>
                    <a:pt x="9869302" y="1347479"/>
                  </a:lnTo>
                  <a:lnTo>
                    <a:pt x="9959992" y="1359830"/>
                  </a:lnTo>
                  <a:lnTo>
                    <a:pt x="10057637" y="1371087"/>
                  </a:lnTo>
                  <a:lnTo>
                    <a:pt x="10161764" y="1381321"/>
                  </a:lnTo>
                  <a:lnTo>
                    <a:pt x="10271281" y="1390572"/>
                  </a:lnTo>
                  <a:lnTo>
                    <a:pt x="10384358" y="1398852"/>
                  </a:lnTo>
                  <a:lnTo>
                    <a:pt x="10498362" y="1406150"/>
                  </a:lnTo>
                  <a:lnTo>
                    <a:pt x="10609921" y="1412447"/>
                  </a:lnTo>
                  <a:lnTo>
                    <a:pt x="10715144" y="1417724"/>
                  </a:lnTo>
                  <a:lnTo>
                    <a:pt x="10810034" y="1421983"/>
                  </a:lnTo>
                  <a:lnTo>
                    <a:pt x="10891029" y="1425256"/>
                  </a:lnTo>
                  <a:lnTo>
                    <a:pt x="10955582" y="1427616"/>
                  </a:lnTo>
                  <a:lnTo>
                    <a:pt x="11002643" y="1429180"/>
                  </a:lnTo>
                  <a:lnTo>
                    <a:pt x="11032904" y="1430098"/>
                  </a:lnTo>
                  <a:lnTo>
                    <a:pt x="11048805" y="1430539"/>
                  </a:lnTo>
                  <a:lnTo>
                    <a:pt x="11054350" y="1430680"/>
                  </a:lnTo>
                  <a:lnTo>
                    <a:pt x="11054891" y="1430693"/>
                  </a:lnTo>
                  <a:lnTo>
                    <a:pt x="12049831" y="1430693"/>
                  </a:lnTo>
                  <a:lnTo>
                    <a:pt x="12049831" y="14306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4" name="pl1573"/>
            <p:cNvSpPr/>
            <p:nvPr/>
          </p:nvSpPr>
          <p:spPr>
            <a:xfrm>
              <a:off x="1199187" y="5057047"/>
              <a:ext cx="12049831" cy="1430693"/>
            </a:xfrm>
            <a:custGeom>
              <a:avLst/>
              <a:pathLst>
                <a:path w="12049831" h="1430693">
                  <a:moveTo>
                    <a:pt x="12049831" y="1430693"/>
                  </a:moveTo>
                  <a:lnTo>
                    <a:pt x="11054891" y="1430693"/>
                  </a:lnTo>
                  <a:lnTo>
                    <a:pt x="11053771" y="1430666"/>
                  </a:lnTo>
                  <a:lnTo>
                    <a:pt x="11046375" y="1430474"/>
                  </a:lnTo>
                  <a:lnTo>
                    <a:pt x="11027626" y="1429944"/>
                  </a:lnTo>
                  <a:lnTo>
                    <a:pt x="10993843" y="1428899"/>
                  </a:lnTo>
                  <a:lnTo>
                    <a:pt x="10942956" y="1427173"/>
                  </a:lnTo>
                  <a:lnTo>
                    <a:pt x="10874661" y="1424622"/>
                  </a:lnTo>
                  <a:lnTo>
                    <a:pt x="10790369" y="1421138"/>
                  </a:lnTo>
                  <a:lnTo>
                    <a:pt x="10692891" y="1416658"/>
                  </a:lnTo>
                  <a:lnTo>
                    <a:pt x="10585938" y="1411157"/>
                  </a:lnTo>
                  <a:lnTo>
                    <a:pt x="10473525" y="1404640"/>
                  </a:lnTo>
                  <a:lnTo>
                    <a:pt x="10359459" y="1397125"/>
                  </a:lnTo>
                  <a:lnTo>
                    <a:pt x="10246964" y="1388633"/>
                  </a:lnTo>
                  <a:lnTo>
                    <a:pt x="10138496" y="1379169"/>
                  </a:lnTo>
                  <a:lnTo>
                    <a:pt x="10035716" y="1368716"/>
                  </a:lnTo>
                  <a:lnTo>
                    <a:pt x="9939569" y="1357227"/>
                  </a:lnTo>
                  <a:lnTo>
                    <a:pt x="9850413" y="1344625"/>
                  </a:lnTo>
                  <a:lnTo>
                    <a:pt x="9768162" y="1330801"/>
                  </a:lnTo>
                  <a:lnTo>
                    <a:pt x="9692426" y="1315615"/>
                  </a:lnTo>
                  <a:lnTo>
                    <a:pt x="9622608" y="1298904"/>
                  </a:lnTo>
                  <a:lnTo>
                    <a:pt x="9558002" y="1280481"/>
                  </a:lnTo>
                  <a:lnTo>
                    <a:pt x="9497845" y="1260154"/>
                  </a:lnTo>
                  <a:lnTo>
                    <a:pt x="9441370" y="1237740"/>
                  </a:lnTo>
                  <a:lnTo>
                    <a:pt x="9387846" y="1213096"/>
                  </a:lnTo>
                  <a:lnTo>
                    <a:pt x="9347647" y="1192244"/>
                  </a:lnTo>
                  <a:lnTo>
                    <a:pt x="9293747" y="1161041"/>
                  </a:lnTo>
                  <a:lnTo>
                    <a:pt x="9241387" y="1127097"/>
                  </a:lnTo>
                  <a:lnTo>
                    <a:pt x="9190067" y="1090359"/>
                  </a:lnTo>
                  <a:lnTo>
                    <a:pt x="9139399" y="1050844"/>
                  </a:lnTo>
                  <a:lnTo>
                    <a:pt x="9089095" y="1008644"/>
                  </a:lnTo>
                  <a:lnTo>
                    <a:pt x="9038947" y="963931"/>
                  </a:lnTo>
                  <a:lnTo>
                    <a:pt x="8988816" y="916960"/>
                  </a:lnTo>
                  <a:lnTo>
                    <a:pt x="8938625" y="868067"/>
                  </a:lnTo>
                  <a:lnTo>
                    <a:pt x="8888345" y="817663"/>
                  </a:lnTo>
                  <a:lnTo>
                    <a:pt x="8837984" y="766219"/>
                  </a:lnTo>
                  <a:lnTo>
                    <a:pt x="8787576" y="714250"/>
                  </a:lnTo>
                  <a:lnTo>
                    <a:pt x="8737170" y="662292"/>
                  </a:lnTo>
                  <a:lnTo>
                    <a:pt x="8686812" y="610881"/>
                  </a:lnTo>
                  <a:lnTo>
                    <a:pt x="8636535" y="560532"/>
                  </a:lnTo>
                  <a:lnTo>
                    <a:pt x="8586348" y="511713"/>
                  </a:lnTo>
                  <a:lnTo>
                    <a:pt x="8536219" y="464830"/>
                  </a:lnTo>
                  <a:lnTo>
                    <a:pt x="8486067" y="420218"/>
                  </a:lnTo>
                  <a:lnTo>
                    <a:pt x="8435752" y="378128"/>
                  </a:lnTo>
                  <a:lnTo>
                    <a:pt x="8385064" y="338729"/>
                  </a:lnTo>
                  <a:lnTo>
                    <a:pt x="8333708" y="302110"/>
                  </a:lnTo>
                  <a:lnTo>
                    <a:pt x="8281295" y="268282"/>
                  </a:lnTo>
                  <a:lnTo>
                    <a:pt x="8229629" y="238448"/>
                  </a:lnTo>
                  <a:lnTo>
                    <a:pt x="8177949" y="212015"/>
                  </a:lnTo>
                  <a:lnTo>
                    <a:pt x="8123839" y="187866"/>
                  </a:lnTo>
                  <a:lnTo>
                    <a:pt x="8066624" y="165923"/>
                  </a:lnTo>
                  <a:lnTo>
                    <a:pt x="8005560" y="146028"/>
                  </a:lnTo>
                  <a:lnTo>
                    <a:pt x="7939879" y="127996"/>
                  </a:lnTo>
                  <a:lnTo>
                    <a:pt x="7868825" y="111633"/>
                  </a:lnTo>
                  <a:lnTo>
                    <a:pt x="7791710" y="96759"/>
                  </a:lnTo>
                  <a:lnTo>
                    <a:pt x="7707975" y="83213"/>
                  </a:lnTo>
                  <a:lnTo>
                    <a:pt x="7617284" y="70862"/>
                  </a:lnTo>
                  <a:lnTo>
                    <a:pt x="7519639" y="59605"/>
                  </a:lnTo>
                  <a:lnTo>
                    <a:pt x="7415513" y="49371"/>
                  </a:lnTo>
                  <a:lnTo>
                    <a:pt x="7305995" y="40120"/>
                  </a:lnTo>
                  <a:lnTo>
                    <a:pt x="7192919" y="31840"/>
                  </a:lnTo>
                  <a:lnTo>
                    <a:pt x="7078915" y="24542"/>
                  </a:lnTo>
                  <a:lnTo>
                    <a:pt x="6967356" y="18245"/>
                  </a:lnTo>
                  <a:lnTo>
                    <a:pt x="6862132" y="12968"/>
                  </a:lnTo>
                  <a:lnTo>
                    <a:pt x="6767242" y="8709"/>
                  </a:lnTo>
                  <a:lnTo>
                    <a:pt x="6686248" y="5436"/>
                  </a:lnTo>
                  <a:lnTo>
                    <a:pt x="6621694" y="3076"/>
                  </a:lnTo>
                  <a:lnTo>
                    <a:pt x="6574634" y="1512"/>
                  </a:lnTo>
                  <a:lnTo>
                    <a:pt x="6544373" y="594"/>
                  </a:lnTo>
                  <a:lnTo>
                    <a:pt x="6528471" y="154"/>
                  </a:lnTo>
                  <a:lnTo>
                    <a:pt x="6522926" y="1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1" y="9"/>
                  </a:lnTo>
                  <a:lnTo>
                    <a:pt x="5518823" y="73"/>
                  </a:lnTo>
                  <a:lnTo>
                    <a:pt x="5499847" y="252"/>
                  </a:lnTo>
                  <a:lnTo>
                    <a:pt x="5465670" y="605"/>
                  </a:lnTo>
                  <a:lnTo>
                    <a:pt x="5414224" y="1188"/>
                  </a:lnTo>
                  <a:lnTo>
                    <a:pt x="5345233" y="2049"/>
                  </a:lnTo>
                  <a:lnTo>
                    <a:pt x="5260166" y="3224"/>
                  </a:lnTo>
                  <a:lnTo>
                    <a:pt x="5161903" y="4735"/>
                  </a:lnTo>
                  <a:lnTo>
                    <a:pt x="5054220" y="6589"/>
                  </a:lnTo>
                  <a:lnTo>
                    <a:pt x="4941186" y="8785"/>
                  </a:lnTo>
                  <a:lnTo>
                    <a:pt x="4826637" y="11315"/>
                  </a:lnTo>
                  <a:lnTo>
                    <a:pt x="4713808" y="14174"/>
                  </a:lnTo>
                  <a:lnTo>
                    <a:pt x="4605146" y="17360"/>
                  </a:lnTo>
                  <a:lnTo>
                    <a:pt x="4502292" y="20879"/>
                  </a:lnTo>
                  <a:lnTo>
                    <a:pt x="4406164" y="24747"/>
                  </a:lnTo>
                  <a:lnTo>
                    <a:pt x="4317093" y="28992"/>
                  </a:lnTo>
                  <a:lnTo>
                    <a:pt x="4234969" y="33651"/>
                  </a:lnTo>
                  <a:lnTo>
                    <a:pt x="4159376" y="38771"/>
                  </a:lnTo>
                  <a:lnTo>
                    <a:pt x="4089702" y="44408"/>
                  </a:lnTo>
                  <a:lnTo>
                    <a:pt x="4025222" y="50627"/>
                  </a:lnTo>
                  <a:lnTo>
                    <a:pt x="3965162" y="57491"/>
                  </a:lnTo>
                  <a:lnTo>
                    <a:pt x="3908748" y="65061"/>
                  </a:lnTo>
                  <a:lnTo>
                    <a:pt x="3855243" y="73385"/>
                  </a:lnTo>
                  <a:lnTo>
                    <a:pt x="3820202" y="79482"/>
                  </a:lnTo>
                  <a:lnTo>
                    <a:pt x="3759714" y="91241"/>
                  </a:lnTo>
                  <a:lnTo>
                    <a:pt x="3701090" y="104158"/>
                  </a:lnTo>
                  <a:lnTo>
                    <a:pt x="3643649" y="118253"/>
                  </a:lnTo>
                  <a:lnTo>
                    <a:pt x="3586886" y="133508"/>
                  </a:lnTo>
                  <a:lnTo>
                    <a:pt x="3530443" y="149861"/>
                  </a:lnTo>
                  <a:lnTo>
                    <a:pt x="3474080" y="167210"/>
                  </a:lnTo>
                  <a:lnTo>
                    <a:pt x="3417660" y="185407"/>
                  </a:lnTo>
                  <a:lnTo>
                    <a:pt x="3361131" y="204264"/>
                  </a:lnTo>
                  <a:lnTo>
                    <a:pt x="3304500" y="223561"/>
                  </a:lnTo>
                  <a:lnTo>
                    <a:pt x="3247817" y="243051"/>
                  </a:lnTo>
                  <a:lnTo>
                    <a:pt x="3191151" y="262482"/>
                  </a:lnTo>
                  <a:lnTo>
                    <a:pt x="3134563" y="281600"/>
                  </a:lnTo>
                  <a:lnTo>
                    <a:pt x="3078088" y="300171"/>
                  </a:lnTo>
                  <a:lnTo>
                    <a:pt x="3021707" y="317989"/>
                  </a:lnTo>
                  <a:lnTo>
                    <a:pt x="2965329" y="334884"/>
                  </a:lnTo>
                  <a:lnTo>
                    <a:pt x="2908771" y="350729"/>
                  </a:lnTo>
                  <a:lnTo>
                    <a:pt x="2851741" y="365441"/>
                  </a:lnTo>
                  <a:lnTo>
                    <a:pt x="2793815" y="378981"/>
                  </a:lnTo>
                  <a:lnTo>
                    <a:pt x="2734409" y="391347"/>
                  </a:lnTo>
                  <a:lnTo>
                    <a:pt x="2702183" y="397414"/>
                  </a:lnTo>
                  <a:lnTo>
                    <a:pt x="2650276" y="406262"/>
                  </a:lnTo>
                  <a:lnTo>
                    <a:pt x="2595916" y="414341"/>
                  </a:lnTo>
                  <a:lnTo>
                    <a:pt x="2538417" y="421679"/>
                  </a:lnTo>
                  <a:lnTo>
                    <a:pt x="2477026" y="428329"/>
                  </a:lnTo>
                  <a:lnTo>
                    <a:pt x="2410965" y="434354"/>
                  </a:lnTo>
                  <a:lnTo>
                    <a:pt x="2339470" y="439820"/>
                  </a:lnTo>
                  <a:lnTo>
                    <a:pt x="2261844" y="444786"/>
                  </a:lnTo>
                  <a:lnTo>
                    <a:pt x="2177527" y="449307"/>
                  </a:lnTo>
                  <a:lnTo>
                    <a:pt x="2086190" y="453428"/>
                  </a:lnTo>
                  <a:lnTo>
                    <a:pt x="1987846" y="457182"/>
                  </a:lnTo>
                  <a:lnTo>
                    <a:pt x="1882999" y="460593"/>
                  </a:lnTo>
                  <a:lnTo>
                    <a:pt x="1772786" y="463674"/>
                  </a:lnTo>
                  <a:lnTo>
                    <a:pt x="1659100" y="466428"/>
                  </a:lnTo>
                  <a:lnTo>
                    <a:pt x="1544650" y="468852"/>
                  </a:lnTo>
                  <a:lnTo>
                    <a:pt x="1432892" y="470939"/>
                  </a:lnTo>
                  <a:lnTo>
                    <a:pt x="1327786" y="472683"/>
                  </a:lnTo>
                  <a:lnTo>
                    <a:pt x="1233370" y="474085"/>
                  </a:lnTo>
                  <a:lnTo>
                    <a:pt x="1153198" y="475156"/>
                  </a:lnTo>
                  <a:lnTo>
                    <a:pt x="1089747" y="475924"/>
                  </a:lnTo>
                  <a:lnTo>
                    <a:pt x="1043950" y="476427"/>
                  </a:lnTo>
                  <a:lnTo>
                    <a:pt x="1014951" y="476718"/>
                  </a:lnTo>
                  <a:lnTo>
                    <a:pt x="1000132" y="476854"/>
                  </a:lnTo>
                  <a:lnTo>
                    <a:pt x="995302" y="476894"/>
                  </a:lnTo>
                  <a:lnTo>
                    <a:pt x="994940" y="476897"/>
                  </a:lnTo>
                  <a:lnTo>
                    <a:pt x="0" y="476897"/>
                  </a:lnTo>
                  <a:lnTo>
                    <a:pt x="0" y="4768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5" name="pg1574"/>
            <p:cNvSpPr/>
            <p:nvPr/>
          </p:nvSpPr>
          <p:spPr>
            <a:xfrm>
              <a:off x="1199187" y="2043682"/>
              <a:ext cx="12049831" cy="4051010"/>
            </a:xfrm>
            <a:custGeom>
              <a:avLst/>
              <a:pathLst>
                <a:path w="12049831" h="4051010">
                  <a:moveTo>
                    <a:pt x="0" y="3542668"/>
                  </a:moveTo>
                  <a:lnTo>
                    <a:pt x="994940" y="3542668"/>
                  </a:lnTo>
                  <a:lnTo>
                    <a:pt x="996074" y="3542678"/>
                  </a:lnTo>
                  <a:lnTo>
                    <a:pt x="1003560" y="3542747"/>
                  </a:lnTo>
                  <a:lnTo>
                    <a:pt x="1022532" y="3542938"/>
                  </a:lnTo>
                  <a:lnTo>
                    <a:pt x="1056702" y="3543313"/>
                  </a:lnTo>
                  <a:lnTo>
                    <a:pt x="1108139" y="3543935"/>
                  </a:lnTo>
                  <a:lnTo>
                    <a:pt x="1177117" y="3544852"/>
                  </a:lnTo>
                  <a:lnTo>
                    <a:pt x="1262172" y="3546105"/>
                  </a:lnTo>
                  <a:lnTo>
                    <a:pt x="1360421" y="3547715"/>
                  </a:lnTo>
                  <a:lnTo>
                    <a:pt x="1468092" y="3549691"/>
                  </a:lnTo>
                  <a:lnTo>
                    <a:pt x="1581115" y="3552031"/>
                  </a:lnTo>
                  <a:lnTo>
                    <a:pt x="1695655" y="3554728"/>
                  </a:lnTo>
                  <a:lnTo>
                    <a:pt x="1808479" y="3557774"/>
                  </a:lnTo>
                  <a:lnTo>
                    <a:pt x="1917138" y="3561170"/>
                  </a:lnTo>
                  <a:lnTo>
                    <a:pt x="2019991" y="3564920"/>
                  </a:lnTo>
                  <a:lnTo>
                    <a:pt x="2116119" y="3569043"/>
                  </a:lnTo>
                  <a:lnTo>
                    <a:pt x="2205191" y="3573567"/>
                  </a:lnTo>
                  <a:lnTo>
                    <a:pt x="2287318" y="3578532"/>
                  </a:lnTo>
                  <a:lnTo>
                    <a:pt x="2362913" y="3583988"/>
                  </a:lnTo>
                  <a:lnTo>
                    <a:pt x="2432590" y="3589996"/>
                  </a:lnTo>
                  <a:lnTo>
                    <a:pt x="2497072" y="3596623"/>
                  </a:lnTo>
                  <a:lnTo>
                    <a:pt x="2557133" y="3603938"/>
                  </a:lnTo>
                  <a:lnTo>
                    <a:pt x="2613548" y="3612006"/>
                  </a:lnTo>
                  <a:lnTo>
                    <a:pt x="2667053" y="3620877"/>
                  </a:lnTo>
                  <a:lnTo>
                    <a:pt x="2702183" y="3627392"/>
                  </a:lnTo>
                  <a:lnTo>
                    <a:pt x="2762521" y="3639892"/>
                  </a:lnTo>
                  <a:lnTo>
                    <a:pt x="2821002" y="3653622"/>
                  </a:lnTo>
                  <a:lnTo>
                    <a:pt x="2878303" y="3668600"/>
                  </a:lnTo>
                  <a:lnTo>
                    <a:pt x="2934926" y="3684808"/>
                  </a:lnTo>
                  <a:lnTo>
                    <a:pt x="2991229" y="3702183"/>
                  </a:lnTo>
                  <a:lnTo>
                    <a:pt x="3047449" y="3720615"/>
                  </a:lnTo>
                  <a:lnTo>
                    <a:pt x="3103724" y="3739950"/>
                  </a:lnTo>
                  <a:lnTo>
                    <a:pt x="3160108" y="3759988"/>
                  </a:lnTo>
                  <a:lnTo>
                    <a:pt x="3216594" y="3780498"/>
                  </a:lnTo>
                  <a:lnTo>
                    <a:pt x="3273133" y="3801219"/>
                  </a:lnTo>
                  <a:lnTo>
                    <a:pt x="3329657" y="3821883"/>
                  </a:lnTo>
                  <a:lnTo>
                    <a:pt x="3386104" y="3842224"/>
                  </a:lnTo>
                  <a:lnTo>
                    <a:pt x="3442440" y="3861992"/>
                  </a:lnTo>
                  <a:lnTo>
                    <a:pt x="3498681" y="3880967"/>
                  </a:lnTo>
                  <a:lnTo>
                    <a:pt x="3554914" y="3898969"/>
                  </a:lnTo>
                  <a:lnTo>
                    <a:pt x="3611316" y="3915862"/>
                  </a:lnTo>
                  <a:lnTo>
                    <a:pt x="3668174" y="3931556"/>
                  </a:lnTo>
                  <a:lnTo>
                    <a:pt x="3725903" y="3946007"/>
                  </a:lnTo>
                  <a:lnTo>
                    <a:pt x="3785074" y="3959213"/>
                  </a:lnTo>
                  <a:lnTo>
                    <a:pt x="3820202" y="3966286"/>
                  </a:lnTo>
                  <a:lnTo>
                    <a:pt x="3872105" y="3975716"/>
                  </a:lnTo>
                  <a:lnTo>
                    <a:pt x="3926461" y="3984327"/>
                  </a:lnTo>
                  <a:lnTo>
                    <a:pt x="3983955" y="3992149"/>
                  </a:lnTo>
                  <a:lnTo>
                    <a:pt x="4045340" y="3999237"/>
                  </a:lnTo>
                  <a:lnTo>
                    <a:pt x="4111395" y="4005660"/>
                  </a:lnTo>
                  <a:lnTo>
                    <a:pt x="4182882" y="4011485"/>
                  </a:lnTo>
                  <a:lnTo>
                    <a:pt x="4260499" y="4016779"/>
                  </a:lnTo>
                  <a:lnTo>
                    <a:pt x="4344806" y="4021598"/>
                  </a:lnTo>
                  <a:lnTo>
                    <a:pt x="4436132" y="4025990"/>
                  </a:lnTo>
                  <a:lnTo>
                    <a:pt x="4534464" y="4029992"/>
                  </a:lnTo>
                  <a:lnTo>
                    <a:pt x="4639298" y="4033628"/>
                  </a:lnTo>
                  <a:lnTo>
                    <a:pt x="4749500" y="4036912"/>
                  </a:lnTo>
                  <a:lnTo>
                    <a:pt x="4863176" y="4039848"/>
                  </a:lnTo>
                  <a:lnTo>
                    <a:pt x="4977618" y="4042432"/>
                  </a:lnTo>
                  <a:lnTo>
                    <a:pt x="5089372" y="4044656"/>
                  </a:lnTo>
                  <a:lnTo>
                    <a:pt x="5194480" y="4046515"/>
                  </a:lnTo>
                  <a:lnTo>
                    <a:pt x="5288905" y="4048010"/>
                  </a:lnTo>
                  <a:lnTo>
                    <a:pt x="5369091" y="4049153"/>
                  </a:lnTo>
                  <a:lnTo>
                    <a:pt x="5432561" y="4049971"/>
                  </a:lnTo>
                  <a:lnTo>
                    <a:pt x="5478380" y="4050508"/>
                  </a:lnTo>
                  <a:lnTo>
                    <a:pt x="5507401" y="4050818"/>
                  </a:lnTo>
                  <a:lnTo>
                    <a:pt x="5522238" y="4050963"/>
                  </a:lnTo>
                  <a:lnTo>
                    <a:pt x="5527080" y="4051007"/>
                  </a:lnTo>
                  <a:lnTo>
                    <a:pt x="5527445" y="4051010"/>
                  </a:lnTo>
                  <a:lnTo>
                    <a:pt x="6522385" y="4051010"/>
                  </a:lnTo>
                  <a:lnTo>
                    <a:pt x="6523407" y="4050940"/>
                  </a:lnTo>
                  <a:lnTo>
                    <a:pt x="6530160" y="4050447"/>
                  </a:lnTo>
                  <a:lnTo>
                    <a:pt x="6547324" y="4049085"/>
                  </a:lnTo>
                  <a:lnTo>
                    <a:pt x="6578353" y="4046400"/>
                  </a:lnTo>
                  <a:lnTo>
                    <a:pt x="6625302" y="4041955"/>
                  </a:lnTo>
                  <a:lnTo>
                    <a:pt x="6688672" y="4035372"/>
                  </a:lnTo>
                  <a:lnTo>
                    <a:pt x="6767430" y="4026358"/>
                  </a:lnTo>
                  <a:lnTo>
                    <a:pt x="6859236" y="4014724"/>
                  </a:lnTo>
                  <a:lnTo>
                    <a:pt x="6960854" y="4000386"/>
                  </a:lnTo>
                  <a:lnTo>
                    <a:pt x="7068646" y="3983339"/>
                  </a:lnTo>
                  <a:lnTo>
                    <a:pt x="7179048" y="3963627"/>
                  </a:lnTo>
                  <a:lnTo>
                    <a:pt x="7288926" y="3941304"/>
                  </a:lnTo>
                  <a:lnTo>
                    <a:pt x="7395786" y="3916400"/>
                  </a:lnTo>
                  <a:lnTo>
                    <a:pt x="7497840" y="3888896"/>
                  </a:lnTo>
                  <a:lnTo>
                    <a:pt x="7593971" y="3858705"/>
                  </a:lnTo>
                  <a:lnTo>
                    <a:pt x="7683630" y="3825666"/>
                  </a:lnTo>
                  <a:lnTo>
                    <a:pt x="7766720" y="3789534"/>
                  </a:lnTo>
                  <a:lnTo>
                    <a:pt x="7843468" y="3749992"/>
                  </a:lnTo>
                  <a:lnTo>
                    <a:pt x="7914328" y="3706649"/>
                  </a:lnTo>
                  <a:lnTo>
                    <a:pt x="7979893" y="3659055"/>
                  </a:lnTo>
                  <a:lnTo>
                    <a:pt x="8040835" y="3606721"/>
                  </a:lnTo>
                  <a:lnTo>
                    <a:pt x="8097852" y="3549154"/>
                  </a:lnTo>
                  <a:lnTo>
                    <a:pt x="8151636" y="3485906"/>
                  </a:lnTo>
                  <a:lnTo>
                    <a:pt x="8202837" y="3416659"/>
                  </a:lnTo>
                  <a:lnTo>
                    <a:pt x="8229629" y="3376715"/>
                  </a:lnTo>
                  <a:lnTo>
                    <a:pt x="8268054" y="3314904"/>
                  </a:lnTo>
                  <a:lnTo>
                    <a:pt x="8305620" y="3249223"/>
                  </a:lnTo>
                  <a:lnTo>
                    <a:pt x="8342527" y="3179595"/>
                  </a:lnTo>
                  <a:lnTo>
                    <a:pt x="8378941" y="3105985"/>
                  </a:lnTo>
                  <a:lnTo>
                    <a:pt x="8415001" y="3028407"/>
                  </a:lnTo>
                  <a:lnTo>
                    <a:pt x="8450818" y="2946929"/>
                  </a:lnTo>
                  <a:lnTo>
                    <a:pt x="8486486" y="2861676"/>
                  </a:lnTo>
                  <a:lnTo>
                    <a:pt x="8522073" y="2772830"/>
                  </a:lnTo>
                  <a:lnTo>
                    <a:pt x="8557634" y="2680635"/>
                  </a:lnTo>
                  <a:lnTo>
                    <a:pt x="8593205" y="2585393"/>
                  </a:lnTo>
                  <a:lnTo>
                    <a:pt x="8628810" y="2487462"/>
                  </a:lnTo>
                  <a:lnTo>
                    <a:pt x="8664459" y="2387256"/>
                  </a:lnTo>
                  <a:lnTo>
                    <a:pt x="8700154" y="2285229"/>
                  </a:lnTo>
                  <a:lnTo>
                    <a:pt x="8735888" y="2181879"/>
                  </a:lnTo>
                  <a:lnTo>
                    <a:pt x="8771646" y="2077729"/>
                  </a:lnTo>
                  <a:lnTo>
                    <a:pt x="8807413" y="1973319"/>
                  </a:lnTo>
                  <a:lnTo>
                    <a:pt x="8843171" y="1869196"/>
                  </a:lnTo>
                  <a:lnTo>
                    <a:pt x="8878902" y="1765899"/>
                  </a:lnTo>
                  <a:lnTo>
                    <a:pt x="8914595" y="1663952"/>
                  </a:lnTo>
                  <a:lnTo>
                    <a:pt x="8950243" y="1563849"/>
                  </a:lnTo>
                  <a:lnTo>
                    <a:pt x="8985845" y="1466043"/>
                  </a:lnTo>
                  <a:lnTo>
                    <a:pt x="9021415" y="1370944"/>
                  </a:lnTo>
                  <a:lnTo>
                    <a:pt x="9056976" y="1278909"/>
                  </a:lnTo>
                  <a:lnTo>
                    <a:pt x="9092566" y="1190238"/>
                  </a:lnTo>
                  <a:lnTo>
                    <a:pt x="9128239" y="1105169"/>
                  </a:lnTo>
                  <a:lnTo>
                    <a:pt x="9164067" y="1023883"/>
                  </a:lnTo>
                  <a:lnTo>
                    <a:pt x="9200141" y="946502"/>
                  </a:lnTo>
                  <a:lnTo>
                    <a:pt x="9236576" y="873090"/>
                  </a:lnTo>
                  <a:lnTo>
                    <a:pt x="9273512" y="803660"/>
                  </a:lnTo>
                  <a:lnTo>
                    <a:pt x="9311116" y="738175"/>
                  </a:lnTo>
                  <a:lnTo>
                    <a:pt x="9347647" y="679535"/>
                  </a:lnTo>
                  <a:lnTo>
                    <a:pt x="9397696" y="606999"/>
                  </a:lnTo>
                  <a:lnTo>
                    <a:pt x="9450008" y="540536"/>
                  </a:lnTo>
                  <a:lnTo>
                    <a:pt x="9505195" y="479949"/>
                  </a:lnTo>
                  <a:lnTo>
                    <a:pt x="9563929" y="424848"/>
                  </a:lnTo>
                  <a:lnTo>
                    <a:pt x="9626910" y="374756"/>
                  </a:lnTo>
                  <a:lnTo>
                    <a:pt x="9694830" y="329175"/>
                  </a:lnTo>
                  <a:lnTo>
                    <a:pt x="9768330" y="287632"/>
                  </a:lnTo>
                  <a:lnTo>
                    <a:pt x="9847948" y="249702"/>
                  </a:lnTo>
                  <a:lnTo>
                    <a:pt x="9934047" y="215027"/>
                  </a:lnTo>
                  <a:lnTo>
                    <a:pt x="10026718" y="183323"/>
                  </a:lnTo>
                  <a:lnTo>
                    <a:pt x="10125672" y="154383"/>
                  </a:lnTo>
                  <a:lnTo>
                    <a:pt x="10230113" y="128080"/>
                  </a:lnTo>
                  <a:lnTo>
                    <a:pt x="10338625" y="104362"/>
                  </a:lnTo>
                  <a:lnTo>
                    <a:pt x="10449096" y="83233"/>
                  </a:lnTo>
                  <a:lnTo>
                    <a:pt x="10558720" y="64739"/>
                  </a:lnTo>
                  <a:lnTo>
                    <a:pt x="10664130" y="48934"/>
                  </a:lnTo>
                  <a:lnTo>
                    <a:pt x="10761676" y="35844"/>
                  </a:lnTo>
                  <a:lnTo>
                    <a:pt x="10847843" y="25431"/>
                  </a:lnTo>
                  <a:lnTo>
                    <a:pt x="10919746" y="17565"/>
                  </a:lnTo>
                  <a:lnTo>
                    <a:pt x="10975604" y="12007"/>
                  </a:lnTo>
                  <a:lnTo>
                    <a:pt x="11015077" y="8423"/>
                  </a:lnTo>
                  <a:lnTo>
                    <a:pt x="11039387" y="6402"/>
                  </a:lnTo>
                  <a:lnTo>
                    <a:pt x="11051258" y="5495"/>
                  </a:lnTo>
                  <a:lnTo>
                    <a:pt x="11054726" y="525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70" y="69"/>
                  </a:lnTo>
                  <a:lnTo>
                    <a:pt x="11047116" y="562"/>
                  </a:lnTo>
                  <a:lnTo>
                    <a:pt x="11029953" y="1924"/>
                  </a:lnTo>
                  <a:lnTo>
                    <a:pt x="10998923" y="4610"/>
                  </a:lnTo>
                  <a:lnTo>
                    <a:pt x="10951974" y="9054"/>
                  </a:lnTo>
                  <a:lnTo>
                    <a:pt x="10888605" y="15637"/>
                  </a:lnTo>
                  <a:lnTo>
                    <a:pt x="10809847" y="24651"/>
                  </a:lnTo>
                  <a:lnTo>
                    <a:pt x="10718040" y="36285"/>
                  </a:lnTo>
                  <a:lnTo>
                    <a:pt x="10616423" y="50623"/>
                  </a:lnTo>
                  <a:lnTo>
                    <a:pt x="10508631" y="67670"/>
                  </a:lnTo>
                  <a:lnTo>
                    <a:pt x="10398229" y="87382"/>
                  </a:lnTo>
                  <a:lnTo>
                    <a:pt x="10288350" y="109706"/>
                  </a:lnTo>
                  <a:lnTo>
                    <a:pt x="10181491" y="134609"/>
                  </a:lnTo>
                  <a:lnTo>
                    <a:pt x="10079436" y="162113"/>
                  </a:lnTo>
                  <a:lnTo>
                    <a:pt x="9983306" y="192304"/>
                  </a:lnTo>
                  <a:lnTo>
                    <a:pt x="9893646" y="225344"/>
                  </a:lnTo>
                  <a:lnTo>
                    <a:pt x="9810557" y="261475"/>
                  </a:lnTo>
                  <a:lnTo>
                    <a:pt x="9733809" y="301017"/>
                  </a:lnTo>
                  <a:lnTo>
                    <a:pt x="9662949" y="344360"/>
                  </a:lnTo>
                  <a:lnTo>
                    <a:pt x="9597383" y="391954"/>
                  </a:lnTo>
                  <a:lnTo>
                    <a:pt x="9536442" y="444288"/>
                  </a:lnTo>
                  <a:lnTo>
                    <a:pt x="9479425" y="501855"/>
                  </a:lnTo>
                  <a:lnTo>
                    <a:pt x="9425640" y="565103"/>
                  </a:lnTo>
                  <a:lnTo>
                    <a:pt x="9374440" y="634350"/>
                  </a:lnTo>
                  <a:lnTo>
                    <a:pt x="9347647" y="674294"/>
                  </a:lnTo>
                  <a:lnTo>
                    <a:pt x="9309223" y="736106"/>
                  </a:lnTo>
                  <a:lnTo>
                    <a:pt x="9271657" y="801786"/>
                  </a:lnTo>
                  <a:lnTo>
                    <a:pt x="9234750" y="871414"/>
                  </a:lnTo>
                  <a:lnTo>
                    <a:pt x="9198336" y="945025"/>
                  </a:lnTo>
                  <a:lnTo>
                    <a:pt x="9162276" y="1022602"/>
                  </a:lnTo>
                  <a:lnTo>
                    <a:pt x="9126458" y="1104080"/>
                  </a:lnTo>
                  <a:lnTo>
                    <a:pt x="9090791" y="1189333"/>
                  </a:lnTo>
                  <a:lnTo>
                    <a:pt x="9055204" y="1278179"/>
                  </a:lnTo>
                  <a:lnTo>
                    <a:pt x="9019643" y="1370374"/>
                  </a:lnTo>
                  <a:lnTo>
                    <a:pt x="8984072" y="1465616"/>
                  </a:lnTo>
                  <a:lnTo>
                    <a:pt x="8948467" y="1563547"/>
                  </a:lnTo>
                  <a:lnTo>
                    <a:pt x="8912817" y="1663754"/>
                  </a:lnTo>
                  <a:lnTo>
                    <a:pt x="8877122" y="1765780"/>
                  </a:lnTo>
                  <a:lnTo>
                    <a:pt x="8841389" y="1869130"/>
                  </a:lnTo>
                  <a:lnTo>
                    <a:pt x="8805630" y="1973280"/>
                  </a:lnTo>
                  <a:lnTo>
                    <a:pt x="8769863" y="2077690"/>
                  </a:lnTo>
                  <a:lnTo>
                    <a:pt x="8734106" y="2181813"/>
                  </a:lnTo>
                  <a:lnTo>
                    <a:pt x="8698374" y="2285110"/>
                  </a:lnTo>
                  <a:lnTo>
                    <a:pt x="8662681" y="2387057"/>
                  </a:lnTo>
                  <a:lnTo>
                    <a:pt x="8627034" y="2487161"/>
                  </a:lnTo>
                  <a:lnTo>
                    <a:pt x="8591431" y="2584966"/>
                  </a:lnTo>
                  <a:lnTo>
                    <a:pt x="8555861" y="2680065"/>
                  </a:lnTo>
                  <a:lnTo>
                    <a:pt x="8520300" y="2772100"/>
                  </a:lnTo>
                  <a:lnTo>
                    <a:pt x="8484710" y="2860772"/>
                  </a:lnTo>
                  <a:lnTo>
                    <a:pt x="8449037" y="2945840"/>
                  </a:lnTo>
                  <a:lnTo>
                    <a:pt x="8413210" y="3027126"/>
                  </a:lnTo>
                  <a:lnTo>
                    <a:pt x="8377135" y="3104507"/>
                  </a:lnTo>
                  <a:lnTo>
                    <a:pt x="8340700" y="3177919"/>
                  </a:lnTo>
                  <a:lnTo>
                    <a:pt x="8303765" y="3247349"/>
                  </a:lnTo>
                  <a:lnTo>
                    <a:pt x="8266161" y="3312835"/>
                  </a:lnTo>
                  <a:lnTo>
                    <a:pt x="8229629" y="3371474"/>
                  </a:lnTo>
                  <a:lnTo>
                    <a:pt x="8179580" y="3444010"/>
                  </a:lnTo>
                  <a:lnTo>
                    <a:pt x="8127268" y="3510473"/>
                  </a:lnTo>
                  <a:lnTo>
                    <a:pt x="8072081" y="3571060"/>
                  </a:lnTo>
                  <a:lnTo>
                    <a:pt x="8013347" y="3626161"/>
                  </a:lnTo>
                  <a:lnTo>
                    <a:pt x="7950366" y="3676253"/>
                  </a:lnTo>
                  <a:lnTo>
                    <a:pt x="7882447" y="3721834"/>
                  </a:lnTo>
                  <a:lnTo>
                    <a:pt x="7808947" y="3763377"/>
                  </a:lnTo>
                  <a:lnTo>
                    <a:pt x="7729328" y="3801307"/>
                  </a:lnTo>
                  <a:lnTo>
                    <a:pt x="7643229" y="3835982"/>
                  </a:lnTo>
                  <a:lnTo>
                    <a:pt x="7550558" y="3867687"/>
                  </a:lnTo>
                  <a:lnTo>
                    <a:pt x="7451605" y="3896627"/>
                  </a:lnTo>
                  <a:lnTo>
                    <a:pt x="7347164" y="3922929"/>
                  </a:lnTo>
                  <a:lnTo>
                    <a:pt x="7238651" y="3946647"/>
                  </a:lnTo>
                  <a:lnTo>
                    <a:pt x="7128181" y="3967776"/>
                  </a:lnTo>
                  <a:lnTo>
                    <a:pt x="7018557" y="3986270"/>
                  </a:lnTo>
                  <a:lnTo>
                    <a:pt x="6913146" y="4002075"/>
                  </a:lnTo>
                  <a:lnTo>
                    <a:pt x="6815600" y="4015165"/>
                  </a:lnTo>
                  <a:lnTo>
                    <a:pt x="6729434" y="4025578"/>
                  </a:lnTo>
                  <a:lnTo>
                    <a:pt x="6657531" y="4033445"/>
                  </a:lnTo>
                  <a:lnTo>
                    <a:pt x="6601672" y="4039002"/>
                  </a:lnTo>
                  <a:lnTo>
                    <a:pt x="6562200" y="4042587"/>
                  </a:lnTo>
                  <a:lnTo>
                    <a:pt x="6537889" y="4044608"/>
                  </a:lnTo>
                  <a:lnTo>
                    <a:pt x="6526019" y="4045514"/>
                  </a:lnTo>
                  <a:lnTo>
                    <a:pt x="6522550" y="4045758"/>
                  </a:lnTo>
                  <a:lnTo>
                    <a:pt x="6522385" y="4045769"/>
                  </a:lnTo>
                  <a:lnTo>
                    <a:pt x="5527445" y="4045769"/>
                  </a:lnTo>
                  <a:lnTo>
                    <a:pt x="5526311" y="4045759"/>
                  </a:lnTo>
                  <a:lnTo>
                    <a:pt x="5518825" y="4045690"/>
                  </a:lnTo>
                  <a:lnTo>
                    <a:pt x="5499853" y="4045500"/>
                  </a:lnTo>
                  <a:lnTo>
                    <a:pt x="5465683" y="4045124"/>
                  </a:lnTo>
                  <a:lnTo>
                    <a:pt x="5414246" y="4044503"/>
                  </a:lnTo>
                  <a:lnTo>
                    <a:pt x="5345268" y="4043585"/>
                  </a:lnTo>
                  <a:lnTo>
                    <a:pt x="5260213" y="4042332"/>
                  </a:lnTo>
                  <a:lnTo>
                    <a:pt x="5161964" y="4040722"/>
                  </a:lnTo>
                  <a:lnTo>
                    <a:pt x="5054293" y="4038746"/>
                  </a:lnTo>
                  <a:lnTo>
                    <a:pt x="4941270" y="4036406"/>
                  </a:lnTo>
                  <a:lnTo>
                    <a:pt x="4826730" y="4033710"/>
                  </a:lnTo>
                  <a:lnTo>
                    <a:pt x="4713906" y="4030663"/>
                  </a:lnTo>
                  <a:lnTo>
                    <a:pt x="4605247" y="4027267"/>
                  </a:lnTo>
                  <a:lnTo>
                    <a:pt x="4502394" y="4023517"/>
                  </a:lnTo>
                  <a:lnTo>
                    <a:pt x="4406266" y="4019394"/>
                  </a:lnTo>
                  <a:lnTo>
                    <a:pt x="4317194" y="4014870"/>
                  </a:lnTo>
                  <a:lnTo>
                    <a:pt x="4235067" y="4009906"/>
                  </a:lnTo>
                  <a:lnTo>
                    <a:pt x="4159472" y="4004449"/>
                  </a:lnTo>
                  <a:lnTo>
                    <a:pt x="4089795" y="3998441"/>
                  </a:lnTo>
                  <a:lnTo>
                    <a:pt x="4025313" y="3991814"/>
                  </a:lnTo>
                  <a:lnTo>
                    <a:pt x="3965252" y="3984499"/>
                  </a:lnTo>
                  <a:lnTo>
                    <a:pt x="3908837" y="3976431"/>
                  </a:lnTo>
                  <a:lnTo>
                    <a:pt x="3855332" y="3967560"/>
                  </a:lnTo>
                  <a:lnTo>
                    <a:pt x="3820202" y="3961045"/>
                  </a:lnTo>
                  <a:lnTo>
                    <a:pt x="3759864" y="3948545"/>
                  </a:lnTo>
                  <a:lnTo>
                    <a:pt x="3701383" y="3934815"/>
                  </a:lnTo>
                  <a:lnTo>
                    <a:pt x="3644082" y="3919837"/>
                  </a:lnTo>
                  <a:lnTo>
                    <a:pt x="3587459" y="3903629"/>
                  </a:lnTo>
                  <a:lnTo>
                    <a:pt x="3531156" y="3886254"/>
                  </a:lnTo>
                  <a:lnTo>
                    <a:pt x="3474936" y="3867822"/>
                  </a:lnTo>
                  <a:lnTo>
                    <a:pt x="3418661" y="3848487"/>
                  </a:lnTo>
                  <a:lnTo>
                    <a:pt x="3362277" y="3828449"/>
                  </a:lnTo>
                  <a:lnTo>
                    <a:pt x="3305791" y="3807940"/>
                  </a:lnTo>
                  <a:lnTo>
                    <a:pt x="3249252" y="3787218"/>
                  </a:lnTo>
                  <a:lnTo>
                    <a:pt x="3192728" y="3766554"/>
                  </a:lnTo>
                  <a:lnTo>
                    <a:pt x="3136281" y="3746213"/>
                  </a:lnTo>
                  <a:lnTo>
                    <a:pt x="3079945" y="3726445"/>
                  </a:lnTo>
                  <a:lnTo>
                    <a:pt x="3023704" y="3707470"/>
                  </a:lnTo>
                  <a:lnTo>
                    <a:pt x="2967471" y="3689468"/>
                  </a:lnTo>
                  <a:lnTo>
                    <a:pt x="2911069" y="3672575"/>
                  </a:lnTo>
                  <a:lnTo>
                    <a:pt x="2854211" y="3656882"/>
                  </a:lnTo>
                  <a:lnTo>
                    <a:pt x="2796482" y="3642431"/>
                  </a:lnTo>
                  <a:lnTo>
                    <a:pt x="2737311" y="3629225"/>
                  </a:lnTo>
                  <a:lnTo>
                    <a:pt x="2702183" y="3622151"/>
                  </a:lnTo>
                  <a:lnTo>
                    <a:pt x="2650280" y="3612721"/>
                  </a:lnTo>
                  <a:lnTo>
                    <a:pt x="2595924" y="3604110"/>
                  </a:lnTo>
                  <a:lnTo>
                    <a:pt x="2538430" y="3596288"/>
                  </a:lnTo>
                  <a:lnTo>
                    <a:pt x="2477045" y="3589200"/>
                  </a:lnTo>
                  <a:lnTo>
                    <a:pt x="2410990" y="3582777"/>
                  </a:lnTo>
                  <a:lnTo>
                    <a:pt x="2339503" y="3576952"/>
                  </a:lnTo>
                  <a:lnTo>
                    <a:pt x="2261886" y="3571658"/>
                  </a:lnTo>
                  <a:lnTo>
                    <a:pt x="2177579" y="3566839"/>
                  </a:lnTo>
                  <a:lnTo>
                    <a:pt x="2086253" y="3562447"/>
                  </a:lnTo>
                  <a:lnTo>
                    <a:pt x="1987921" y="3558445"/>
                  </a:lnTo>
                  <a:lnTo>
                    <a:pt x="1883087" y="3554809"/>
                  </a:lnTo>
                  <a:lnTo>
                    <a:pt x="1772885" y="3551525"/>
                  </a:lnTo>
                  <a:lnTo>
                    <a:pt x="1659209" y="3548589"/>
                  </a:lnTo>
                  <a:lnTo>
                    <a:pt x="1544767" y="3546005"/>
                  </a:lnTo>
                  <a:lnTo>
                    <a:pt x="1433013" y="3543781"/>
                  </a:lnTo>
                  <a:lnTo>
                    <a:pt x="1327904" y="3541922"/>
                  </a:lnTo>
                  <a:lnTo>
                    <a:pt x="1233480" y="3540427"/>
                  </a:lnTo>
                  <a:lnTo>
                    <a:pt x="1153293" y="3539285"/>
                  </a:lnTo>
                  <a:lnTo>
                    <a:pt x="1089824" y="3538466"/>
                  </a:lnTo>
                  <a:lnTo>
                    <a:pt x="1044005" y="3537929"/>
                  </a:lnTo>
                  <a:lnTo>
                    <a:pt x="1014984" y="3537619"/>
                  </a:lnTo>
                  <a:lnTo>
                    <a:pt x="1000147" y="3537474"/>
                  </a:lnTo>
                  <a:lnTo>
                    <a:pt x="995305" y="3537431"/>
                  </a:lnTo>
                  <a:lnTo>
                    <a:pt x="994940" y="3537428"/>
                  </a:lnTo>
                  <a:lnTo>
                    <a:pt x="0" y="3537428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76" name="pl1575"/>
            <p:cNvSpPr/>
            <p:nvPr/>
          </p:nvSpPr>
          <p:spPr>
            <a:xfrm>
              <a:off x="1199187" y="2048923"/>
              <a:ext cx="12049831" cy="4045769"/>
            </a:xfrm>
            <a:custGeom>
              <a:avLst/>
              <a:pathLst>
                <a:path w="12049831" h="4045769">
                  <a:moveTo>
                    <a:pt x="0" y="3537428"/>
                  </a:moveTo>
                  <a:lnTo>
                    <a:pt x="994940" y="3537428"/>
                  </a:lnTo>
                  <a:lnTo>
                    <a:pt x="996074" y="3537437"/>
                  </a:lnTo>
                  <a:lnTo>
                    <a:pt x="1003560" y="3537506"/>
                  </a:lnTo>
                  <a:lnTo>
                    <a:pt x="1022532" y="3537697"/>
                  </a:lnTo>
                  <a:lnTo>
                    <a:pt x="1056702" y="3538073"/>
                  </a:lnTo>
                  <a:lnTo>
                    <a:pt x="1108139" y="3538694"/>
                  </a:lnTo>
                  <a:lnTo>
                    <a:pt x="1177117" y="3539612"/>
                  </a:lnTo>
                  <a:lnTo>
                    <a:pt x="1262172" y="3540864"/>
                  </a:lnTo>
                  <a:lnTo>
                    <a:pt x="1360421" y="3542474"/>
                  </a:lnTo>
                  <a:lnTo>
                    <a:pt x="1468092" y="3544450"/>
                  </a:lnTo>
                  <a:lnTo>
                    <a:pt x="1581115" y="3546790"/>
                  </a:lnTo>
                  <a:lnTo>
                    <a:pt x="1695655" y="3549487"/>
                  </a:lnTo>
                  <a:lnTo>
                    <a:pt x="1808479" y="3552534"/>
                  </a:lnTo>
                  <a:lnTo>
                    <a:pt x="1917138" y="3555929"/>
                  </a:lnTo>
                  <a:lnTo>
                    <a:pt x="2019991" y="3559680"/>
                  </a:lnTo>
                  <a:lnTo>
                    <a:pt x="2116119" y="3563802"/>
                  </a:lnTo>
                  <a:lnTo>
                    <a:pt x="2205191" y="3568326"/>
                  </a:lnTo>
                  <a:lnTo>
                    <a:pt x="2287318" y="3573291"/>
                  </a:lnTo>
                  <a:lnTo>
                    <a:pt x="2362913" y="3578747"/>
                  </a:lnTo>
                  <a:lnTo>
                    <a:pt x="2432590" y="3584756"/>
                  </a:lnTo>
                  <a:lnTo>
                    <a:pt x="2497072" y="3591382"/>
                  </a:lnTo>
                  <a:lnTo>
                    <a:pt x="2557133" y="3598697"/>
                  </a:lnTo>
                  <a:lnTo>
                    <a:pt x="2613548" y="3606765"/>
                  </a:lnTo>
                  <a:lnTo>
                    <a:pt x="2667053" y="3615636"/>
                  </a:lnTo>
                  <a:lnTo>
                    <a:pt x="2702183" y="3622151"/>
                  </a:lnTo>
                  <a:lnTo>
                    <a:pt x="2762521" y="3634651"/>
                  </a:lnTo>
                  <a:lnTo>
                    <a:pt x="2821002" y="3648381"/>
                  </a:lnTo>
                  <a:lnTo>
                    <a:pt x="2878303" y="3663360"/>
                  </a:lnTo>
                  <a:lnTo>
                    <a:pt x="2934926" y="3679568"/>
                  </a:lnTo>
                  <a:lnTo>
                    <a:pt x="2991229" y="3696942"/>
                  </a:lnTo>
                  <a:lnTo>
                    <a:pt x="3047449" y="3715375"/>
                  </a:lnTo>
                  <a:lnTo>
                    <a:pt x="3103724" y="3734709"/>
                  </a:lnTo>
                  <a:lnTo>
                    <a:pt x="3160108" y="3754748"/>
                  </a:lnTo>
                  <a:lnTo>
                    <a:pt x="3216594" y="3775257"/>
                  </a:lnTo>
                  <a:lnTo>
                    <a:pt x="3273133" y="3795978"/>
                  </a:lnTo>
                  <a:lnTo>
                    <a:pt x="3329657" y="3816643"/>
                  </a:lnTo>
                  <a:lnTo>
                    <a:pt x="3386104" y="3836983"/>
                  </a:lnTo>
                  <a:lnTo>
                    <a:pt x="3442440" y="3856751"/>
                  </a:lnTo>
                  <a:lnTo>
                    <a:pt x="3498681" y="3875726"/>
                  </a:lnTo>
                  <a:lnTo>
                    <a:pt x="3554914" y="3893728"/>
                  </a:lnTo>
                  <a:lnTo>
                    <a:pt x="3611316" y="3910621"/>
                  </a:lnTo>
                  <a:lnTo>
                    <a:pt x="3668174" y="3926315"/>
                  </a:lnTo>
                  <a:lnTo>
                    <a:pt x="3725903" y="3940766"/>
                  </a:lnTo>
                  <a:lnTo>
                    <a:pt x="3785074" y="3953972"/>
                  </a:lnTo>
                  <a:lnTo>
                    <a:pt x="3820202" y="3961045"/>
                  </a:lnTo>
                  <a:lnTo>
                    <a:pt x="3872105" y="3970476"/>
                  </a:lnTo>
                  <a:lnTo>
                    <a:pt x="3926461" y="3979087"/>
                  </a:lnTo>
                  <a:lnTo>
                    <a:pt x="3983955" y="3986909"/>
                  </a:lnTo>
                  <a:lnTo>
                    <a:pt x="4045340" y="3993997"/>
                  </a:lnTo>
                  <a:lnTo>
                    <a:pt x="4111395" y="4000419"/>
                  </a:lnTo>
                  <a:lnTo>
                    <a:pt x="4182882" y="4006244"/>
                  </a:lnTo>
                  <a:lnTo>
                    <a:pt x="4260499" y="4011538"/>
                  </a:lnTo>
                  <a:lnTo>
                    <a:pt x="4344806" y="4016357"/>
                  </a:lnTo>
                  <a:lnTo>
                    <a:pt x="4436132" y="4020750"/>
                  </a:lnTo>
                  <a:lnTo>
                    <a:pt x="4534464" y="4024751"/>
                  </a:lnTo>
                  <a:lnTo>
                    <a:pt x="4639298" y="4028387"/>
                  </a:lnTo>
                  <a:lnTo>
                    <a:pt x="4749500" y="4031671"/>
                  </a:lnTo>
                  <a:lnTo>
                    <a:pt x="4863176" y="4034607"/>
                  </a:lnTo>
                  <a:lnTo>
                    <a:pt x="4977618" y="4037191"/>
                  </a:lnTo>
                  <a:lnTo>
                    <a:pt x="5089372" y="4039416"/>
                  </a:lnTo>
                  <a:lnTo>
                    <a:pt x="5194480" y="4041275"/>
                  </a:lnTo>
                  <a:lnTo>
                    <a:pt x="5288905" y="4042769"/>
                  </a:lnTo>
                  <a:lnTo>
                    <a:pt x="5369091" y="4043912"/>
                  </a:lnTo>
                  <a:lnTo>
                    <a:pt x="5432561" y="4044730"/>
                  </a:lnTo>
                  <a:lnTo>
                    <a:pt x="5478380" y="4045267"/>
                  </a:lnTo>
                  <a:lnTo>
                    <a:pt x="5507401" y="4045577"/>
                  </a:lnTo>
                  <a:lnTo>
                    <a:pt x="5522238" y="4045722"/>
                  </a:lnTo>
                  <a:lnTo>
                    <a:pt x="5527080" y="4045766"/>
                  </a:lnTo>
                  <a:lnTo>
                    <a:pt x="5527445" y="4045769"/>
                  </a:lnTo>
                  <a:lnTo>
                    <a:pt x="6522385" y="4045769"/>
                  </a:lnTo>
                  <a:lnTo>
                    <a:pt x="6523407" y="4045700"/>
                  </a:lnTo>
                  <a:lnTo>
                    <a:pt x="6530160" y="4045207"/>
                  </a:lnTo>
                  <a:lnTo>
                    <a:pt x="6547324" y="4043845"/>
                  </a:lnTo>
                  <a:lnTo>
                    <a:pt x="6578353" y="4041159"/>
                  </a:lnTo>
                  <a:lnTo>
                    <a:pt x="6625302" y="4036715"/>
                  </a:lnTo>
                  <a:lnTo>
                    <a:pt x="6688672" y="4030132"/>
                  </a:lnTo>
                  <a:lnTo>
                    <a:pt x="6767430" y="4021117"/>
                  </a:lnTo>
                  <a:lnTo>
                    <a:pt x="6859236" y="4009484"/>
                  </a:lnTo>
                  <a:lnTo>
                    <a:pt x="6960854" y="3995145"/>
                  </a:lnTo>
                  <a:lnTo>
                    <a:pt x="7068646" y="3978098"/>
                  </a:lnTo>
                  <a:lnTo>
                    <a:pt x="7179048" y="3958386"/>
                  </a:lnTo>
                  <a:lnTo>
                    <a:pt x="7288926" y="3936063"/>
                  </a:lnTo>
                  <a:lnTo>
                    <a:pt x="7395786" y="3911159"/>
                  </a:lnTo>
                  <a:lnTo>
                    <a:pt x="7497840" y="3883655"/>
                  </a:lnTo>
                  <a:lnTo>
                    <a:pt x="7593971" y="3853465"/>
                  </a:lnTo>
                  <a:lnTo>
                    <a:pt x="7683630" y="3820425"/>
                  </a:lnTo>
                  <a:lnTo>
                    <a:pt x="7766720" y="3784294"/>
                  </a:lnTo>
                  <a:lnTo>
                    <a:pt x="7843468" y="3744751"/>
                  </a:lnTo>
                  <a:lnTo>
                    <a:pt x="7914328" y="3701408"/>
                  </a:lnTo>
                  <a:lnTo>
                    <a:pt x="7979893" y="3653814"/>
                  </a:lnTo>
                  <a:lnTo>
                    <a:pt x="8040835" y="3601481"/>
                  </a:lnTo>
                  <a:lnTo>
                    <a:pt x="8097852" y="3543914"/>
                  </a:lnTo>
                  <a:lnTo>
                    <a:pt x="8151636" y="3480665"/>
                  </a:lnTo>
                  <a:lnTo>
                    <a:pt x="8202837" y="3411418"/>
                  </a:lnTo>
                  <a:lnTo>
                    <a:pt x="8229629" y="3371474"/>
                  </a:lnTo>
                  <a:lnTo>
                    <a:pt x="8268054" y="3309663"/>
                  </a:lnTo>
                  <a:lnTo>
                    <a:pt x="8305620" y="3243982"/>
                  </a:lnTo>
                  <a:lnTo>
                    <a:pt x="8342527" y="3174354"/>
                  </a:lnTo>
                  <a:lnTo>
                    <a:pt x="8378941" y="3100744"/>
                  </a:lnTo>
                  <a:lnTo>
                    <a:pt x="8415001" y="3023166"/>
                  </a:lnTo>
                  <a:lnTo>
                    <a:pt x="8450818" y="2941689"/>
                  </a:lnTo>
                  <a:lnTo>
                    <a:pt x="8486486" y="2856435"/>
                  </a:lnTo>
                  <a:lnTo>
                    <a:pt x="8522073" y="2767590"/>
                  </a:lnTo>
                  <a:lnTo>
                    <a:pt x="8557634" y="2675394"/>
                  </a:lnTo>
                  <a:lnTo>
                    <a:pt x="8593205" y="2580152"/>
                  </a:lnTo>
                  <a:lnTo>
                    <a:pt x="8628810" y="2482222"/>
                  </a:lnTo>
                  <a:lnTo>
                    <a:pt x="8664459" y="2382015"/>
                  </a:lnTo>
                  <a:lnTo>
                    <a:pt x="8700154" y="2279989"/>
                  </a:lnTo>
                  <a:lnTo>
                    <a:pt x="8735888" y="2176639"/>
                  </a:lnTo>
                  <a:lnTo>
                    <a:pt x="8771646" y="2072488"/>
                  </a:lnTo>
                  <a:lnTo>
                    <a:pt x="8807413" y="1968078"/>
                  </a:lnTo>
                  <a:lnTo>
                    <a:pt x="8843171" y="1863955"/>
                  </a:lnTo>
                  <a:lnTo>
                    <a:pt x="8878902" y="1760659"/>
                  </a:lnTo>
                  <a:lnTo>
                    <a:pt x="8914595" y="1658712"/>
                  </a:lnTo>
                  <a:lnTo>
                    <a:pt x="8950243" y="1558608"/>
                  </a:lnTo>
                  <a:lnTo>
                    <a:pt x="8985845" y="1460802"/>
                  </a:lnTo>
                  <a:lnTo>
                    <a:pt x="9021415" y="1365704"/>
                  </a:lnTo>
                  <a:lnTo>
                    <a:pt x="9056976" y="1273669"/>
                  </a:lnTo>
                  <a:lnTo>
                    <a:pt x="9092566" y="1184997"/>
                  </a:lnTo>
                  <a:lnTo>
                    <a:pt x="9128239" y="1099928"/>
                  </a:lnTo>
                  <a:lnTo>
                    <a:pt x="9164067" y="1018642"/>
                  </a:lnTo>
                  <a:lnTo>
                    <a:pt x="9200141" y="941261"/>
                  </a:lnTo>
                  <a:lnTo>
                    <a:pt x="9236576" y="867850"/>
                  </a:lnTo>
                  <a:lnTo>
                    <a:pt x="9273512" y="798419"/>
                  </a:lnTo>
                  <a:lnTo>
                    <a:pt x="9311116" y="732934"/>
                  </a:lnTo>
                  <a:lnTo>
                    <a:pt x="9347647" y="674294"/>
                  </a:lnTo>
                  <a:lnTo>
                    <a:pt x="9397696" y="601758"/>
                  </a:lnTo>
                  <a:lnTo>
                    <a:pt x="9450008" y="535296"/>
                  </a:lnTo>
                  <a:lnTo>
                    <a:pt x="9505195" y="474709"/>
                  </a:lnTo>
                  <a:lnTo>
                    <a:pt x="9563929" y="419608"/>
                  </a:lnTo>
                  <a:lnTo>
                    <a:pt x="9626910" y="369515"/>
                  </a:lnTo>
                  <a:lnTo>
                    <a:pt x="9694830" y="323934"/>
                  </a:lnTo>
                  <a:lnTo>
                    <a:pt x="9768330" y="282391"/>
                  </a:lnTo>
                  <a:lnTo>
                    <a:pt x="9847948" y="244461"/>
                  </a:lnTo>
                  <a:lnTo>
                    <a:pt x="9934047" y="209787"/>
                  </a:lnTo>
                  <a:lnTo>
                    <a:pt x="10026718" y="178082"/>
                  </a:lnTo>
                  <a:lnTo>
                    <a:pt x="10125672" y="149142"/>
                  </a:lnTo>
                  <a:lnTo>
                    <a:pt x="10230113" y="122840"/>
                  </a:lnTo>
                  <a:lnTo>
                    <a:pt x="10338625" y="99121"/>
                  </a:lnTo>
                  <a:lnTo>
                    <a:pt x="10449096" y="77993"/>
                  </a:lnTo>
                  <a:lnTo>
                    <a:pt x="10558720" y="59499"/>
                  </a:lnTo>
                  <a:lnTo>
                    <a:pt x="10664130" y="43694"/>
                  </a:lnTo>
                  <a:lnTo>
                    <a:pt x="10761676" y="30604"/>
                  </a:lnTo>
                  <a:lnTo>
                    <a:pt x="10847843" y="20191"/>
                  </a:lnTo>
                  <a:lnTo>
                    <a:pt x="10919746" y="12324"/>
                  </a:lnTo>
                  <a:lnTo>
                    <a:pt x="10975604" y="6766"/>
                  </a:lnTo>
                  <a:lnTo>
                    <a:pt x="11015077" y="3182"/>
                  </a:lnTo>
                  <a:lnTo>
                    <a:pt x="11039387" y="1161"/>
                  </a:lnTo>
                  <a:lnTo>
                    <a:pt x="11051258" y="255"/>
                  </a:lnTo>
                  <a:lnTo>
                    <a:pt x="11054726" y="1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7" name="pl1576"/>
            <p:cNvSpPr/>
            <p:nvPr/>
          </p:nvSpPr>
          <p:spPr>
            <a:xfrm>
              <a:off x="1199187" y="2043682"/>
              <a:ext cx="12049831" cy="4045769"/>
            </a:xfrm>
            <a:custGeom>
              <a:avLst/>
              <a:pathLst>
                <a:path w="12049831" h="4045769">
                  <a:moveTo>
                    <a:pt x="12049831" y="0"/>
                  </a:moveTo>
                  <a:lnTo>
                    <a:pt x="11054891" y="0"/>
                  </a:lnTo>
                  <a:lnTo>
                    <a:pt x="11053870" y="69"/>
                  </a:lnTo>
                  <a:lnTo>
                    <a:pt x="11047116" y="562"/>
                  </a:lnTo>
                  <a:lnTo>
                    <a:pt x="11029953" y="1924"/>
                  </a:lnTo>
                  <a:lnTo>
                    <a:pt x="10998923" y="4610"/>
                  </a:lnTo>
                  <a:lnTo>
                    <a:pt x="10951974" y="9054"/>
                  </a:lnTo>
                  <a:lnTo>
                    <a:pt x="10888605" y="15637"/>
                  </a:lnTo>
                  <a:lnTo>
                    <a:pt x="10809847" y="24651"/>
                  </a:lnTo>
                  <a:lnTo>
                    <a:pt x="10718040" y="36285"/>
                  </a:lnTo>
                  <a:lnTo>
                    <a:pt x="10616423" y="50623"/>
                  </a:lnTo>
                  <a:lnTo>
                    <a:pt x="10508631" y="67670"/>
                  </a:lnTo>
                  <a:lnTo>
                    <a:pt x="10398229" y="87382"/>
                  </a:lnTo>
                  <a:lnTo>
                    <a:pt x="10288350" y="109706"/>
                  </a:lnTo>
                  <a:lnTo>
                    <a:pt x="10181491" y="134609"/>
                  </a:lnTo>
                  <a:lnTo>
                    <a:pt x="10079436" y="162113"/>
                  </a:lnTo>
                  <a:lnTo>
                    <a:pt x="9983306" y="192304"/>
                  </a:lnTo>
                  <a:lnTo>
                    <a:pt x="9893646" y="225344"/>
                  </a:lnTo>
                  <a:lnTo>
                    <a:pt x="9810557" y="261475"/>
                  </a:lnTo>
                  <a:lnTo>
                    <a:pt x="9733809" y="301017"/>
                  </a:lnTo>
                  <a:lnTo>
                    <a:pt x="9662949" y="344360"/>
                  </a:lnTo>
                  <a:lnTo>
                    <a:pt x="9597383" y="391954"/>
                  </a:lnTo>
                  <a:lnTo>
                    <a:pt x="9536442" y="444288"/>
                  </a:lnTo>
                  <a:lnTo>
                    <a:pt x="9479425" y="501855"/>
                  </a:lnTo>
                  <a:lnTo>
                    <a:pt x="9425640" y="565103"/>
                  </a:lnTo>
                  <a:lnTo>
                    <a:pt x="9374440" y="634350"/>
                  </a:lnTo>
                  <a:lnTo>
                    <a:pt x="9347647" y="674294"/>
                  </a:lnTo>
                  <a:lnTo>
                    <a:pt x="9309223" y="736106"/>
                  </a:lnTo>
                  <a:lnTo>
                    <a:pt x="9271657" y="801786"/>
                  </a:lnTo>
                  <a:lnTo>
                    <a:pt x="9234750" y="871414"/>
                  </a:lnTo>
                  <a:lnTo>
                    <a:pt x="9198336" y="945025"/>
                  </a:lnTo>
                  <a:lnTo>
                    <a:pt x="9162276" y="1022602"/>
                  </a:lnTo>
                  <a:lnTo>
                    <a:pt x="9126458" y="1104080"/>
                  </a:lnTo>
                  <a:lnTo>
                    <a:pt x="9090791" y="1189333"/>
                  </a:lnTo>
                  <a:lnTo>
                    <a:pt x="9055204" y="1278179"/>
                  </a:lnTo>
                  <a:lnTo>
                    <a:pt x="9019643" y="1370374"/>
                  </a:lnTo>
                  <a:lnTo>
                    <a:pt x="8984072" y="1465616"/>
                  </a:lnTo>
                  <a:lnTo>
                    <a:pt x="8948467" y="1563547"/>
                  </a:lnTo>
                  <a:lnTo>
                    <a:pt x="8912817" y="1663754"/>
                  </a:lnTo>
                  <a:lnTo>
                    <a:pt x="8877122" y="1765780"/>
                  </a:lnTo>
                  <a:lnTo>
                    <a:pt x="8841389" y="1869130"/>
                  </a:lnTo>
                  <a:lnTo>
                    <a:pt x="8805630" y="1973280"/>
                  </a:lnTo>
                  <a:lnTo>
                    <a:pt x="8769863" y="2077690"/>
                  </a:lnTo>
                  <a:lnTo>
                    <a:pt x="8734106" y="2181813"/>
                  </a:lnTo>
                  <a:lnTo>
                    <a:pt x="8698374" y="2285110"/>
                  </a:lnTo>
                  <a:lnTo>
                    <a:pt x="8662681" y="2387057"/>
                  </a:lnTo>
                  <a:lnTo>
                    <a:pt x="8627034" y="2487161"/>
                  </a:lnTo>
                  <a:lnTo>
                    <a:pt x="8591431" y="2584966"/>
                  </a:lnTo>
                  <a:lnTo>
                    <a:pt x="8555861" y="2680065"/>
                  </a:lnTo>
                  <a:lnTo>
                    <a:pt x="8520300" y="2772100"/>
                  </a:lnTo>
                  <a:lnTo>
                    <a:pt x="8484710" y="2860772"/>
                  </a:lnTo>
                  <a:lnTo>
                    <a:pt x="8449037" y="2945840"/>
                  </a:lnTo>
                  <a:lnTo>
                    <a:pt x="8413210" y="3027126"/>
                  </a:lnTo>
                  <a:lnTo>
                    <a:pt x="8377135" y="3104507"/>
                  </a:lnTo>
                  <a:lnTo>
                    <a:pt x="8340700" y="3177919"/>
                  </a:lnTo>
                  <a:lnTo>
                    <a:pt x="8303765" y="3247349"/>
                  </a:lnTo>
                  <a:lnTo>
                    <a:pt x="8266161" y="3312835"/>
                  </a:lnTo>
                  <a:lnTo>
                    <a:pt x="8229629" y="3371474"/>
                  </a:lnTo>
                  <a:lnTo>
                    <a:pt x="8179580" y="3444010"/>
                  </a:lnTo>
                  <a:lnTo>
                    <a:pt x="8127268" y="3510473"/>
                  </a:lnTo>
                  <a:lnTo>
                    <a:pt x="8072081" y="3571060"/>
                  </a:lnTo>
                  <a:lnTo>
                    <a:pt x="8013347" y="3626161"/>
                  </a:lnTo>
                  <a:lnTo>
                    <a:pt x="7950366" y="3676253"/>
                  </a:lnTo>
                  <a:lnTo>
                    <a:pt x="7882447" y="3721834"/>
                  </a:lnTo>
                  <a:lnTo>
                    <a:pt x="7808947" y="3763377"/>
                  </a:lnTo>
                  <a:lnTo>
                    <a:pt x="7729328" y="3801307"/>
                  </a:lnTo>
                  <a:lnTo>
                    <a:pt x="7643229" y="3835982"/>
                  </a:lnTo>
                  <a:lnTo>
                    <a:pt x="7550558" y="3867687"/>
                  </a:lnTo>
                  <a:lnTo>
                    <a:pt x="7451605" y="3896627"/>
                  </a:lnTo>
                  <a:lnTo>
                    <a:pt x="7347164" y="3922929"/>
                  </a:lnTo>
                  <a:lnTo>
                    <a:pt x="7238651" y="3946647"/>
                  </a:lnTo>
                  <a:lnTo>
                    <a:pt x="7128181" y="3967776"/>
                  </a:lnTo>
                  <a:lnTo>
                    <a:pt x="7018557" y="3986270"/>
                  </a:lnTo>
                  <a:lnTo>
                    <a:pt x="6913146" y="4002075"/>
                  </a:lnTo>
                  <a:lnTo>
                    <a:pt x="6815600" y="4015165"/>
                  </a:lnTo>
                  <a:lnTo>
                    <a:pt x="6729434" y="4025578"/>
                  </a:lnTo>
                  <a:lnTo>
                    <a:pt x="6657531" y="4033445"/>
                  </a:lnTo>
                  <a:lnTo>
                    <a:pt x="6601672" y="4039002"/>
                  </a:lnTo>
                  <a:lnTo>
                    <a:pt x="6562200" y="4042587"/>
                  </a:lnTo>
                  <a:lnTo>
                    <a:pt x="6537889" y="4044608"/>
                  </a:lnTo>
                  <a:lnTo>
                    <a:pt x="6526019" y="4045514"/>
                  </a:lnTo>
                  <a:lnTo>
                    <a:pt x="6522550" y="4045758"/>
                  </a:lnTo>
                  <a:lnTo>
                    <a:pt x="6522385" y="4045769"/>
                  </a:lnTo>
                  <a:lnTo>
                    <a:pt x="5527445" y="4045769"/>
                  </a:lnTo>
                  <a:lnTo>
                    <a:pt x="5526311" y="4045759"/>
                  </a:lnTo>
                  <a:lnTo>
                    <a:pt x="5518825" y="4045690"/>
                  </a:lnTo>
                  <a:lnTo>
                    <a:pt x="5499853" y="4045500"/>
                  </a:lnTo>
                  <a:lnTo>
                    <a:pt x="5465683" y="4045124"/>
                  </a:lnTo>
                  <a:lnTo>
                    <a:pt x="5414246" y="4044503"/>
                  </a:lnTo>
                  <a:lnTo>
                    <a:pt x="5345268" y="4043585"/>
                  </a:lnTo>
                  <a:lnTo>
                    <a:pt x="5260213" y="4042332"/>
                  </a:lnTo>
                  <a:lnTo>
                    <a:pt x="5161964" y="4040722"/>
                  </a:lnTo>
                  <a:lnTo>
                    <a:pt x="5054293" y="4038746"/>
                  </a:lnTo>
                  <a:lnTo>
                    <a:pt x="4941270" y="4036406"/>
                  </a:lnTo>
                  <a:lnTo>
                    <a:pt x="4826730" y="4033710"/>
                  </a:lnTo>
                  <a:lnTo>
                    <a:pt x="4713906" y="4030663"/>
                  </a:lnTo>
                  <a:lnTo>
                    <a:pt x="4605247" y="4027267"/>
                  </a:lnTo>
                  <a:lnTo>
                    <a:pt x="4502394" y="4023517"/>
                  </a:lnTo>
                  <a:lnTo>
                    <a:pt x="4406266" y="4019394"/>
                  </a:lnTo>
                  <a:lnTo>
                    <a:pt x="4317194" y="4014870"/>
                  </a:lnTo>
                  <a:lnTo>
                    <a:pt x="4235067" y="4009906"/>
                  </a:lnTo>
                  <a:lnTo>
                    <a:pt x="4159472" y="4004449"/>
                  </a:lnTo>
                  <a:lnTo>
                    <a:pt x="4089795" y="3998441"/>
                  </a:lnTo>
                  <a:lnTo>
                    <a:pt x="4025313" y="3991814"/>
                  </a:lnTo>
                  <a:lnTo>
                    <a:pt x="3965252" y="3984499"/>
                  </a:lnTo>
                  <a:lnTo>
                    <a:pt x="3908837" y="3976431"/>
                  </a:lnTo>
                  <a:lnTo>
                    <a:pt x="3855332" y="3967560"/>
                  </a:lnTo>
                  <a:lnTo>
                    <a:pt x="3820202" y="3961045"/>
                  </a:lnTo>
                  <a:lnTo>
                    <a:pt x="3759864" y="3948545"/>
                  </a:lnTo>
                  <a:lnTo>
                    <a:pt x="3701383" y="3934815"/>
                  </a:lnTo>
                  <a:lnTo>
                    <a:pt x="3644082" y="3919837"/>
                  </a:lnTo>
                  <a:lnTo>
                    <a:pt x="3587459" y="3903629"/>
                  </a:lnTo>
                  <a:lnTo>
                    <a:pt x="3531156" y="3886254"/>
                  </a:lnTo>
                  <a:lnTo>
                    <a:pt x="3474936" y="3867822"/>
                  </a:lnTo>
                  <a:lnTo>
                    <a:pt x="3418661" y="3848487"/>
                  </a:lnTo>
                  <a:lnTo>
                    <a:pt x="3362277" y="3828449"/>
                  </a:lnTo>
                  <a:lnTo>
                    <a:pt x="3305791" y="3807940"/>
                  </a:lnTo>
                  <a:lnTo>
                    <a:pt x="3249252" y="3787218"/>
                  </a:lnTo>
                  <a:lnTo>
                    <a:pt x="3192728" y="3766554"/>
                  </a:lnTo>
                  <a:lnTo>
                    <a:pt x="3136281" y="3746213"/>
                  </a:lnTo>
                  <a:lnTo>
                    <a:pt x="3079945" y="3726445"/>
                  </a:lnTo>
                  <a:lnTo>
                    <a:pt x="3023704" y="3707470"/>
                  </a:lnTo>
                  <a:lnTo>
                    <a:pt x="2967471" y="3689468"/>
                  </a:lnTo>
                  <a:lnTo>
                    <a:pt x="2911069" y="3672575"/>
                  </a:lnTo>
                  <a:lnTo>
                    <a:pt x="2854211" y="3656882"/>
                  </a:lnTo>
                  <a:lnTo>
                    <a:pt x="2796482" y="3642431"/>
                  </a:lnTo>
                  <a:lnTo>
                    <a:pt x="2737311" y="3629225"/>
                  </a:lnTo>
                  <a:lnTo>
                    <a:pt x="2702183" y="3622151"/>
                  </a:lnTo>
                  <a:lnTo>
                    <a:pt x="2650280" y="3612721"/>
                  </a:lnTo>
                  <a:lnTo>
                    <a:pt x="2595924" y="3604110"/>
                  </a:lnTo>
                  <a:lnTo>
                    <a:pt x="2538430" y="3596288"/>
                  </a:lnTo>
                  <a:lnTo>
                    <a:pt x="2477045" y="3589200"/>
                  </a:lnTo>
                  <a:lnTo>
                    <a:pt x="2410990" y="3582777"/>
                  </a:lnTo>
                  <a:lnTo>
                    <a:pt x="2339503" y="3576952"/>
                  </a:lnTo>
                  <a:lnTo>
                    <a:pt x="2261886" y="3571658"/>
                  </a:lnTo>
                  <a:lnTo>
                    <a:pt x="2177579" y="3566839"/>
                  </a:lnTo>
                  <a:lnTo>
                    <a:pt x="2086253" y="3562447"/>
                  </a:lnTo>
                  <a:lnTo>
                    <a:pt x="1987921" y="3558445"/>
                  </a:lnTo>
                  <a:lnTo>
                    <a:pt x="1883087" y="3554809"/>
                  </a:lnTo>
                  <a:lnTo>
                    <a:pt x="1772885" y="3551525"/>
                  </a:lnTo>
                  <a:lnTo>
                    <a:pt x="1659209" y="3548589"/>
                  </a:lnTo>
                  <a:lnTo>
                    <a:pt x="1544767" y="3546005"/>
                  </a:lnTo>
                  <a:lnTo>
                    <a:pt x="1433013" y="3543781"/>
                  </a:lnTo>
                  <a:lnTo>
                    <a:pt x="1327904" y="3541922"/>
                  </a:lnTo>
                  <a:lnTo>
                    <a:pt x="1233480" y="3540427"/>
                  </a:lnTo>
                  <a:lnTo>
                    <a:pt x="1153293" y="3539285"/>
                  </a:lnTo>
                  <a:lnTo>
                    <a:pt x="1089824" y="3538466"/>
                  </a:lnTo>
                  <a:lnTo>
                    <a:pt x="1044005" y="3537929"/>
                  </a:lnTo>
                  <a:lnTo>
                    <a:pt x="1014984" y="3537619"/>
                  </a:lnTo>
                  <a:lnTo>
                    <a:pt x="1000147" y="3537474"/>
                  </a:lnTo>
                  <a:lnTo>
                    <a:pt x="995305" y="3537431"/>
                  </a:lnTo>
                  <a:lnTo>
                    <a:pt x="994940" y="3537428"/>
                  </a:lnTo>
                  <a:lnTo>
                    <a:pt x="0" y="3537428"/>
                  </a:lnTo>
                  <a:lnTo>
                    <a:pt x="0" y="35374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8" name="pg1577"/>
            <p:cNvSpPr/>
            <p:nvPr/>
          </p:nvSpPr>
          <p:spPr>
            <a:xfrm>
              <a:off x="1199187" y="3322397"/>
              <a:ext cx="12049831" cy="2153900"/>
            </a:xfrm>
            <a:custGeom>
              <a:avLst/>
              <a:pathLst>
                <a:path w="12049831" h="2153900">
                  <a:moveTo>
                    <a:pt x="0" y="2153900"/>
                  </a:moveTo>
                  <a:lnTo>
                    <a:pt x="994940" y="2153900"/>
                  </a:lnTo>
                  <a:lnTo>
                    <a:pt x="996041" y="2153860"/>
                  </a:lnTo>
                  <a:lnTo>
                    <a:pt x="1003312" y="2153578"/>
                  </a:lnTo>
                  <a:lnTo>
                    <a:pt x="1021753" y="2152798"/>
                  </a:lnTo>
                  <a:lnTo>
                    <a:pt x="1055004" y="2151261"/>
                  </a:lnTo>
                  <a:lnTo>
                    <a:pt x="1105132" y="2148720"/>
                  </a:lnTo>
                  <a:lnTo>
                    <a:pt x="1172481" y="2144962"/>
                  </a:lnTo>
                  <a:lnTo>
                    <a:pt x="1255718" y="2139829"/>
                  </a:lnTo>
                  <a:lnTo>
                    <a:pt x="1352122" y="2133223"/>
                  </a:lnTo>
                  <a:lnTo>
                    <a:pt x="1458075" y="2125106"/>
                  </a:lnTo>
                  <a:lnTo>
                    <a:pt x="1569631" y="2115483"/>
                  </a:lnTo>
                  <a:lnTo>
                    <a:pt x="1683028" y="2104381"/>
                  </a:lnTo>
                  <a:lnTo>
                    <a:pt x="1795056" y="2091831"/>
                  </a:lnTo>
                  <a:lnTo>
                    <a:pt x="1903247" y="2077842"/>
                  </a:lnTo>
                  <a:lnTo>
                    <a:pt x="2005915" y="2062392"/>
                  </a:lnTo>
                  <a:lnTo>
                    <a:pt x="2102080" y="2045415"/>
                  </a:lnTo>
                  <a:lnTo>
                    <a:pt x="2191348" y="2026803"/>
                  </a:lnTo>
                  <a:lnTo>
                    <a:pt x="2273767" y="2006398"/>
                  </a:lnTo>
                  <a:lnTo>
                    <a:pt x="2349699" y="1984001"/>
                  </a:lnTo>
                  <a:lnTo>
                    <a:pt x="2419712" y="1959370"/>
                  </a:lnTo>
                  <a:lnTo>
                    <a:pt x="2484494" y="1932238"/>
                  </a:lnTo>
                  <a:lnTo>
                    <a:pt x="2544789" y="1902320"/>
                  </a:lnTo>
                  <a:lnTo>
                    <a:pt x="2601353" y="1869343"/>
                  </a:lnTo>
                  <a:lnTo>
                    <a:pt x="2654911" y="1833085"/>
                  </a:lnTo>
                  <a:lnTo>
                    <a:pt x="2702183" y="1796664"/>
                  </a:lnTo>
                  <a:lnTo>
                    <a:pt x="2750772" y="1754775"/>
                  </a:lnTo>
                  <a:lnTo>
                    <a:pt x="2798068" y="1709568"/>
                  </a:lnTo>
                  <a:lnTo>
                    <a:pt x="2844451" y="1660976"/>
                  </a:lnTo>
                  <a:lnTo>
                    <a:pt x="2890221" y="1608999"/>
                  </a:lnTo>
                  <a:lnTo>
                    <a:pt x="2935612" y="1553705"/>
                  </a:lnTo>
                  <a:lnTo>
                    <a:pt x="2980802" y="1495242"/>
                  </a:lnTo>
                  <a:lnTo>
                    <a:pt x="3025917" y="1433840"/>
                  </a:lnTo>
                  <a:lnTo>
                    <a:pt x="3071042" y="1369809"/>
                  </a:lnTo>
                  <a:lnTo>
                    <a:pt x="3116225" y="1303538"/>
                  </a:lnTo>
                  <a:lnTo>
                    <a:pt x="3161481" y="1235486"/>
                  </a:lnTo>
                  <a:lnTo>
                    <a:pt x="3206802" y="1166171"/>
                  </a:lnTo>
                  <a:lnTo>
                    <a:pt x="3252165" y="1096154"/>
                  </a:lnTo>
                  <a:lnTo>
                    <a:pt x="3297536" y="1026018"/>
                  </a:lnTo>
                  <a:lnTo>
                    <a:pt x="3342877" y="956355"/>
                  </a:lnTo>
                  <a:lnTo>
                    <a:pt x="3388161" y="887735"/>
                  </a:lnTo>
                  <a:lnTo>
                    <a:pt x="3433373" y="820697"/>
                  </a:lnTo>
                  <a:lnTo>
                    <a:pt x="3478517" y="755724"/>
                  </a:lnTo>
                  <a:lnTo>
                    <a:pt x="3523628" y="693234"/>
                  </a:lnTo>
                  <a:lnTo>
                    <a:pt x="3568776" y="633570"/>
                  </a:lnTo>
                  <a:lnTo>
                    <a:pt x="3614069" y="576993"/>
                  </a:lnTo>
                  <a:lnTo>
                    <a:pt x="3659663" y="523684"/>
                  </a:lnTo>
                  <a:lnTo>
                    <a:pt x="3705770" y="473741"/>
                  </a:lnTo>
                  <a:lnTo>
                    <a:pt x="3752662" y="427192"/>
                  </a:lnTo>
                  <a:lnTo>
                    <a:pt x="3800685" y="383994"/>
                  </a:lnTo>
                  <a:lnTo>
                    <a:pt x="3820202" y="367717"/>
                  </a:lnTo>
                  <a:lnTo>
                    <a:pt x="3871572" y="328337"/>
                  </a:lnTo>
                  <a:lnTo>
                    <a:pt x="3925340" y="292342"/>
                  </a:lnTo>
                  <a:lnTo>
                    <a:pt x="3982169" y="259613"/>
                  </a:lnTo>
                  <a:lnTo>
                    <a:pt x="4042788" y="229923"/>
                  </a:lnTo>
                  <a:lnTo>
                    <a:pt x="4107953" y="202997"/>
                  </a:lnTo>
                  <a:lnTo>
                    <a:pt x="4178406" y="178551"/>
                  </a:lnTo>
                  <a:lnTo>
                    <a:pt x="4254827" y="156317"/>
                  </a:lnTo>
                  <a:lnTo>
                    <a:pt x="4337772" y="136059"/>
                  </a:lnTo>
                  <a:lnTo>
                    <a:pt x="4427583" y="117580"/>
                  </a:lnTo>
                  <a:lnTo>
                    <a:pt x="4524277" y="100726"/>
                  </a:lnTo>
                  <a:lnTo>
                    <a:pt x="4627421" y="85392"/>
                  </a:lnTo>
                  <a:lnTo>
                    <a:pt x="4735984" y="71516"/>
                  </a:lnTo>
                  <a:lnTo>
                    <a:pt x="4848218" y="59078"/>
                  </a:lnTo>
                  <a:lnTo>
                    <a:pt x="4961596" y="48092"/>
                  </a:lnTo>
                  <a:lnTo>
                    <a:pt x="5072854" y="38585"/>
                  </a:lnTo>
                  <a:lnTo>
                    <a:pt x="5178201" y="30586"/>
                  </a:lnTo>
                  <a:lnTo>
                    <a:pt x="5273697" y="24098"/>
                  </a:lnTo>
                  <a:lnTo>
                    <a:pt x="5355774" y="19077"/>
                  </a:lnTo>
                  <a:lnTo>
                    <a:pt x="5421803" y="15421"/>
                  </a:lnTo>
                  <a:lnTo>
                    <a:pt x="5470575" y="12966"/>
                  </a:lnTo>
                  <a:lnTo>
                    <a:pt x="5502571" y="11498"/>
                  </a:lnTo>
                  <a:lnTo>
                    <a:pt x="5519988" y="10766"/>
                  </a:lnTo>
                  <a:lnTo>
                    <a:pt x="5526579" y="10512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522" y="10481"/>
                  </a:lnTo>
                  <a:lnTo>
                    <a:pt x="6531021" y="10480"/>
                  </a:lnTo>
                  <a:lnTo>
                    <a:pt x="6550026" y="10478"/>
                  </a:lnTo>
                  <a:lnTo>
                    <a:pt x="6584253" y="10474"/>
                  </a:lnTo>
                  <a:lnTo>
                    <a:pt x="6635771" y="10468"/>
                  </a:lnTo>
                  <a:lnTo>
                    <a:pt x="6704849" y="10458"/>
                  </a:lnTo>
                  <a:lnTo>
                    <a:pt x="6790015" y="10445"/>
                  </a:lnTo>
                  <a:lnTo>
                    <a:pt x="6888377" y="10429"/>
                  </a:lnTo>
                  <a:lnTo>
                    <a:pt x="6996152" y="10408"/>
                  </a:lnTo>
                  <a:lnTo>
                    <a:pt x="7109264" y="10384"/>
                  </a:lnTo>
                  <a:lnTo>
                    <a:pt x="7223873" y="10356"/>
                  </a:lnTo>
                  <a:lnTo>
                    <a:pt x="7336744" y="10325"/>
                  </a:lnTo>
                  <a:lnTo>
                    <a:pt x="7445431" y="10290"/>
                  </a:lnTo>
                  <a:lnTo>
                    <a:pt x="7548294" y="10251"/>
                  </a:lnTo>
                  <a:lnTo>
                    <a:pt x="7644419" y="10208"/>
                  </a:lnTo>
                  <a:lnTo>
                    <a:pt x="7733479" y="10162"/>
                  </a:lnTo>
                  <a:lnTo>
                    <a:pt x="7815587" y="10110"/>
                  </a:lnTo>
                  <a:lnTo>
                    <a:pt x="7891161" y="10054"/>
                  </a:lnTo>
                  <a:lnTo>
                    <a:pt x="7960817" y="9992"/>
                  </a:lnTo>
                  <a:lnTo>
                    <a:pt x="8025282" y="9924"/>
                  </a:lnTo>
                  <a:lnTo>
                    <a:pt x="8085329" y="9848"/>
                  </a:lnTo>
                  <a:lnTo>
                    <a:pt x="8141736" y="9765"/>
                  </a:lnTo>
                  <a:lnTo>
                    <a:pt x="8195238" y="9673"/>
                  </a:lnTo>
                  <a:lnTo>
                    <a:pt x="8229629" y="9607"/>
                  </a:lnTo>
                  <a:lnTo>
                    <a:pt x="8291283" y="9475"/>
                  </a:lnTo>
                  <a:lnTo>
                    <a:pt x="8351014" y="9330"/>
                  </a:lnTo>
                  <a:lnTo>
                    <a:pt x="8409539" y="9172"/>
                  </a:lnTo>
                  <a:lnTo>
                    <a:pt x="8467384" y="9000"/>
                  </a:lnTo>
                  <a:lnTo>
                    <a:pt x="8524920" y="8816"/>
                  </a:lnTo>
                  <a:lnTo>
                    <a:pt x="8582391" y="8620"/>
                  </a:lnTo>
                  <a:lnTo>
                    <a:pt x="8639931" y="8415"/>
                  </a:lnTo>
                  <a:lnTo>
                    <a:pt x="8697587" y="8203"/>
                  </a:lnTo>
                  <a:lnTo>
                    <a:pt x="8755342" y="7986"/>
                  </a:lnTo>
                  <a:lnTo>
                    <a:pt x="8813140" y="7768"/>
                  </a:lnTo>
                  <a:lnTo>
                    <a:pt x="8870907" y="7551"/>
                  </a:lnTo>
                  <a:lnTo>
                    <a:pt x="8928580" y="7338"/>
                  </a:lnTo>
                  <a:lnTo>
                    <a:pt x="8986136" y="7131"/>
                  </a:lnTo>
                  <a:lnTo>
                    <a:pt x="9043611" y="6934"/>
                  </a:lnTo>
                  <a:lnTo>
                    <a:pt x="9101125" y="6748"/>
                  </a:lnTo>
                  <a:lnTo>
                    <a:pt x="9158902" y="6574"/>
                  </a:lnTo>
                  <a:lnTo>
                    <a:pt x="9217294" y="6414"/>
                  </a:lnTo>
                  <a:lnTo>
                    <a:pt x="9276800" y="6267"/>
                  </a:lnTo>
                  <a:lnTo>
                    <a:pt x="9338106" y="6133"/>
                  </a:lnTo>
                  <a:lnTo>
                    <a:pt x="9347647" y="6114"/>
                  </a:lnTo>
                  <a:lnTo>
                    <a:pt x="9399583" y="6016"/>
                  </a:lnTo>
                  <a:lnTo>
                    <a:pt x="9453975" y="5927"/>
                  </a:lnTo>
                  <a:lnTo>
                    <a:pt x="9511510" y="5847"/>
                  </a:lnTo>
                  <a:lnTo>
                    <a:pt x="9572942" y="5774"/>
                  </a:lnTo>
                  <a:lnTo>
                    <a:pt x="9639052" y="5707"/>
                  </a:lnTo>
                  <a:lnTo>
                    <a:pt x="9710603" y="5647"/>
                  </a:lnTo>
                  <a:lnTo>
                    <a:pt x="9788293" y="5593"/>
                  </a:lnTo>
                  <a:lnTo>
                    <a:pt x="9872684" y="5543"/>
                  </a:lnTo>
                  <a:lnTo>
                    <a:pt x="9964103" y="5498"/>
                  </a:lnTo>
                  <a:lnTo>
                    <a:pt x="10062536" y="5457"/>
                  </a:lnTo>
                  <a:lnTo>
                    <a:pt x="10167473" y="5419"/>
                  </a:lnTo>
                  <a:lnTo>
                    <a:pt x="10277775" y="5385"/>
                  </a:lnTo>
                  <a:lnTo>
                    <a:pt x="10391538" y="5355"/>
                  </a:lnTo>
                  <a:lnTo>
                    <a:pt x="10506042" y="5328"/>
                  </a:lnTo>
                  <a:lnTo>
                    <a:pt x="10617824" y="5305"/>
                  </a:lnTo>
                  <a:lnTo>
                    <a:pt x="10722914" y="5286"/>
                  </a:lnTo>
                  <a:lnTo>
                    <a:pt x="10817268" y="5271"/>
                  </a:lnTo>
                  <a:lnTo>
                    <a:pt x="10897335" y="5259"/>
                  </a:lnTo>
                  <a:lnTo>
                    <a:pt x="10960644" y="5251"/>
                  </a:lnTo>
                  <a:lnTo>
                    <a:pt x="11006282" y="5245"/>
                  </a:lnTo>
                  <a:lnTo>
                    <a:pt x="11035121" y="5242"/>
                  </a:lnTo>
                  <a:lnTo>
                    <a:pt x="11049805" y="5241"/>
                  </a:lnTo>
                  <a:lnTo>
                    <a:pt x="11054548" y="5240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0"/>
                  </a:lnTo>
                  <a:lnTo>
                    <a:pt x="11046255" y="0"/>
                  </a:lnTo>
                  <a:lnTo>
                    <a:pt x="11027250" y="2"/>
                  </a:lnTo>
                  <a:lnTo>
                    <a:pt x="10993024" y="6"/>
                  </a:lnTo>
                  <a:lnTo>
                    <a:pt x="10941506" y="13"/>
                  </a:lnTo>
                  <a:lnTo>
                    <a:pt x="10872428" y="22"/>
                  </a:lnTo>
                  <a:lnTo>
                    <a:pt x="10787262" y="35"/>
                  </a:lnTo>
                  <a:lnTo>
                    <a:pt x="10688900" y="52"/>
                  </a:lnTo>
                  <a:lnTo>
                    <a:pt x="10581124" y="72"/>
                  </a:lnTo>
                  <a:lnTo>
                    <a:pt x="10468012" y="96"/>
                  </a:lnTo>
                  <a:lnTo>
                    <a:pt x="10353403" y="124"/>
                  </a:lnTo>
                  <a:lnTo>
                    <a:pt x="10240532" y="155"/>
                  </a:lnTo>
                  <a:lnTo>
                    <a:pt x="10131846" y="191"/>
                  </a:lnTo>
                  <a:lnTo>
                    <a:pt x="10028983" y="229"/>
                  </a:lnTo>
                  <a:lnTo>
                    <a:pt x="9932858" y="272"/>
                  </a:lnTo>
                  <a:lnTo>
                    <a:pt x="9843798" y="319"/>
                  </a:lnTo>
                  <a:lnTo>
                    <a:pt x="9761690" y="370"/>
                  </a:lnTo>
                  <a:lnTo>
                    <a:pt x="9686115" y="426"/>
                  </a:lnTo>
                  <a:lnTo>
                    <a:pt x="9616459" y="488"/>
                  </a:lnTo>
                  <a:lnTo>
                    <a:pt x="9551995" y="557"/>
                  </a:lnTo>
                  <a:lnTo>
                    <a:pt x="9491947" y="632"/>
                  </a:lnTo>
                  <a:lnTo>
                    <a:pt x="9435541" y="716"/>
                  </a:lnTo>
                  <a:lnTo>
                    <a:pt x="9382038" y="807"/>
                  </a:lnTo>
                  <a:lnTo>
                    <a:pt x="9347647" y="873"/>
                  </a:lnTo>
                  <a:lnTo>
                    <a:pt x="9285993" y="1005"/>
                  </a:lnTo>
                  <a:lnTo>
                    <a:pt x="9226262" y="1150"/>
                  </a:lnTo>
                  <a:lnTo>
                    <a:pt x="9167738" y="1309"/>
                  </a:lnTo>
                  <a:lnTo>
                    <a:pt x="9109893" y="1480"/>
                  </a:lnTo>
                  <a:lnTo>
                    <a:pt x="9052356" y="1665"/>
                  </a:lnTo>
                  <a:lnTo>
                    <a:pt x="8994885" y="1860"/>
                  </a:lnTo>
                  <a:lnTo>
                    <a:pt x="8937346" y="2065"/>
                  </a:lnTo>
                  <a:lnTo>
                    <a:pt x="8879690" y="2277"/>
                  </a:lnTo>
                  <a:lnTo>
                    <a:pt x="8821934" y="2494"/>
                  </a:lnTo>
                  <a:lnTo>
                    <a:pt x="8764136" y="2712"/>
                  </a:lnTo>
                  <a:lnTo>
                    <a:pt x="8706370" y="2930"/>
                  </a:lnTo>
                  <a:lnTo>
                    <a:pt x="8648696" y="3143"/>
                  </a:lnTo>
                  <a:lnTo>
                    <a:pt x="8591140" y="3349"/>
                  </a:lnTo>
                  <a:lnTo>
                    <a:pt x="8533666" y="3546"/>
                  </a:lnTo>
                  <a:lnTo>
                    <a:pt x="8476152" y="3732"/>
                  </a:lnTo>
                  <a:lnTo>
                    <a:pt x="8418374" y="3906"/>
                  </a:lnTo>
                  <a:lnTo>
                    <a:pt x="8359983" y="4066"/>
                  </a:lnTo>
                  <a:lnTo>
                    <a:pt x="8300476" y="4214"/>
                  </a:lnTo>
                  <a:lnTo>
                    <a:pt x="8239170" y="4347"/>
                  </a:lnTo>
                  <a:lnTo>
                    <a:pt x="8229629" y="4367"/>
                  </a:lnTo>
                  <a:lnTo>
                    <a:pt x="8177693" y="4464"/>
                  </a:lnTo>
                  <a:lnTo>
                    <a:pt x="8123301" y="4553"/>
                  </a:lnTo>
                  <a:lnTo>
                    <a:pt x="8065766" y="4633"/>
                  </a:lnTo>
                  <a:lnTo>
                    <a:pt x="8004334" y="4707"/>
                  </a:lnTo>
                  <a:lnTo>
                    <a:pt x="7938225" y="4773"/>
                  </a:lnTo>
                  <a:lnTo>
                    <a:pt x="7866674" y="4833"/>
                  </a:lnTo>
                  <a:lnTo>
                    <a:pt x="7788983" y="4887"/>
                  </a:lnTo>
                  <a:lnTo>
                    <a:pt x="7704593" y="4937"/>
                  </a:lnTo>
                  <a:lnTo>
                    <a:pt x="7613173" y="4982"/>
                  </a:lnTo>
                  <a:lnTo>
                    <a:pt x="7514741" y="5024"/>
                  </a:lnTo>
                  <a:lnTo>
                    <a:pt x="7409803" y="5061"/>
                  </a:lnTo>
                  <a:lnTo>
                    <a:pt x="7299502" y="5095"/>
                  </a:lnTo>
                  <a:lnTo>
                    <a:pt x="7185739" y="5125"/>
                  </a:lnTo>
                  <a:lnTo>
                    <a:pt x="7071234" y="5152"/>
                  </a:lnTo>
                  <a:lnTo>
                    <a:pt x="6959452" y="5175"/>
                  </a:lnTo>
                  <a:lnTo>
                    <a:pt x="6854363" y="5194"/>
                  </a:lnTo>
                  <a:lnTo>
                    <a:pt x="6760008" y="5209"/>
                  </a:lnTo>
                  <a:lnTo>
                    <a:pt x="6679942" y="5221"/>
                  </a:lnTo>
                  <a:lnTo>
                    <a:pt x="6616632" y="5230"/>
                  </a:lnTo>
                  <a:lnTo>
                    <a:pt x="6570995" y="5235"/>
                  </a:lnTo>
                  <a:lnTo>
                    <a:pt x="6542156" y="5238"/>
                  </a:lnTo>
                  <a:lnTo>
                    <a:pt x="6527471" y="5240"/>
                  </a:lnTo>
                  <a:lnTo>
                    <a:pt x="6522728" y="5240"/>
                  </a:lnTo>
                  <a:lnTo>
                    <a:pt x="6522385" y="5240"/>
                  </a:lnTo>
                  <a:lnTo>
                    <a:pt x="5527445" y="5240"/>
                  </a:lnTo>
                  <a:lnTo>
                    <a:pt x="5526344" y="5280"/>
                  </a:lnTo>
                  <a:lnTo>
                    <a:pt x="5519073" y="5562"/>
                  </a:lnTo>
                  <a:lnTo>
                    <a:pt x="5500632" y="6342"/>
                  </a:lnTo>
                  <a:lnTo>
                    <a:pt x="5467381" y="7879"/>
                  </a:lnTo>
                  <a:lnTo>
                    <a:pt x="5417253" y="10420"/>
                  </a:lnTo>
                  <a:lnTo>
                    <a:pt x="5349904" y="14178"/>
                  </a:lnTo>
                  <a:lnTo>
                    <a:pt x="5266667" y="19311"/>
                  </a:lnTo>
                  <a:lnTo>
                    <a:pt x="5170263" y="25917"/>
                  </a:lnTo>
                  <a:lnTo>
                    <a:pt x="5064310" y="34034"/>
                  </a:lnTo>
                  <a:lnTo>
                    <a:pt x="4952754" y="43658"/>
                  </a:lnTo>
                  <a:lnTo>
                    <a:pt x="4839357" y="54759"/>
                  </a:lnTo>
                  <a:lnTo>
                    <a:pt x="4727329" y="67309"/>
                  </a:lnTo>
                  <a:lnTo>
                    <a:pt x="4619138" y="81298"/>
                  </a:lnTo>
                  <a:lnTo>
                    <a:pt x="4516470" y="96749"/>
                  </a:lnTo>
                  <a:lnTo>
                    <a:pt x="4420305" y="113725"/>
                  </a:lnTo>
                  <a:lnTo>
                    <a:pt x="4331037" y="132337"/>
                  </a:lnTo>
                  <a:lnTo>
                    <a:pt x="4248618" y="152742"/>
                  </a:lnTo>
                  <a:lnTo>
                    <a:pt x="4172686" y="175140"/>
                  </a:lnTo>
                  <a:lnTo>
                    <a:pt x="4102673" y="199770"/>
                  </a:lnTo>
                  <a:lnTo>
                    <a:pt x="4037891" y="226902"/>
                  </a:lnTo>
                  <a:lnTo>
                    <a:pt x="3977596" y="256820"/>
                  </a:lnTo>
                  <a:lnTo>
                    <a:pt x="3921032" y="289798"/>
                  </a:lnTo>
                  <a:lnTo>
                    <a:pt x="3867474" y="326056"/>
                  </a:lnTo>
                  <a:lnTo>
                    <a:pt x="3820202" y="362477"/>
                  </a:lnTo>
                  <a:lnTo>
                    <a:pt x="3771613" y="404365"/>
                  </a:lnTo>
                  <a:lnTo>
                    <a:pt x="3724317" y="449573"/>
                  </a:lnTo>
                  <a:lnTo>
                    <a:pt x="3677934" y="498164"/>
                  </a:lnTo>
                  <a:lnTo>
                    <a:pt x="3632164" y="550142"/>
                  </a:lnTo>
                  <a:lnTo>
                    <a:pt x="3586773" y="605435"/>
                  </a:lnTo>
                  <a:lnTo>
                    <a:pt x="3541583" y="663898"/>
                  </a:lnTo>
                  <a:lnTo>
                    <a:pt x="3496468" y="725300"/>
                  </a:lnTo>
                  <a:lnTo>
                    <a:pt x="3451343" y="789331"/>
                  </a:lnTo>
                  <a:lnTo>
                    <a:pt x="3406160" y="855602"/>
                  </a:lnTo>
                  <a:lnTo>
                    <a:pt x="3360904" y="923654"/>
                  </a:lnTo>
                  <a:lnTo>
                    <a:pt x="3315583" y="992969"/>
                  </a:lnTo>
                  <a:lnTo>
                    <a:pt x="3270220" y="1062987"/>
                  </a:lnTo>
                  <a:lnTo>
                    <a:pt x="3224849" y="1133122"/>
                  </a:lnTo>
                  <a:lnTo>
                    <a:pt x="3179508" y="1202785"/>
                  </a:lnTo>
                  <a:lnTo>
                    <a:pt x="3134224" y="1271405"/>
                  </a:lnTo>
                  <a:lnTo>
                    <a:pt x="3089012" y="1338443"/>
                  </a:lnTo>
                  <a:lnTo>
                    <a:pt x="3043868" y="1403416"/>
                  </a:lnTo>
                  <a:lnTo>
                    <a:pt x="2998757" y="1465906"/>
                  </a:lnTo>
                  <a:lnTo>
                    <a:pt x="2953609" y="1525570"/>
                  </a:lnTo>
                  <a:lnTo>
                    <a:pt x="2908316" y="1582147"/>
                  </a:lnTo>
                  <a:lnTo>
                    <a:pt x="2862722" y="1635457"/>
                  </a:lnTo>
                  <a:lnTo>
                    <a:pt x="2816615" y="1685399"/>
                  </a:lnTo>
                  <a:lnTo>
                    <a:pt x="2769723" y="1731948"/>
                  </a:lnTo>
                  <a:lnTo>
                    <a:pt x="2721700" y="1775146"/>
                  </a:lnTo>
                  <a:lnTo>
                    <a:pt x="2702183" y="1791423"/>
                  </a:lnTo>
                  <a:lnTo>
                    <a:pt x="2650813" y="1830803"/>
                  </a:lnTo>
                  <a:lnTo>
                    <a:pt x="2597045" y="1866798"/>
                  </a:lnTo>
                  <a:lnTo>
                    <a:pt x="2540216" y="1899527"/>
                  </a:lnTo>
                  <a:lnTo>
                    <a:pt x="2479597" y="1929217"/>
                  </a:lnTo>
                  <a:lnTo>
                    <a:pt x="2414432" y="1956144"/>
                  </a:lnTo>
                  <a:lnTo>
                    <a:pt x="2343979" y="1980590"/>
                  </a:lnTo>
                  <a:lnTo>
                    <a:pt x="2267558" y="2002823"/>
                  </a:lnTo>
                  <a:lnTo>
                    <a:pt x="2184613" y="2023081"/>
                  </a:lnTo>
                  <a:lnTo>
                    <a:pt x="2094802" y="2041560"/>
                  </a:lnTo>
                  <a:lnTo>
                    <a:pt x="1998108" y="2058414"/>
                  </a:lnTo>
                  <a:lnTo>
                    <a:pt x="1894964" y="2073748"/>
                  </a:lnTo>
                  <a:lnTo>
                    <a:pt x="1786401" y="2087624"/>
                  </a:lnTo>
                  <a:lnTo>
                    <a:pt x="1674167" y="2100062"/>
                  </a:lnTo>
                  <a:lnTo>
                    <a:pt x="1560789" y="2111049"/>
                  </a:lnTo>
                  <a:lnTo>
                    <a:pt x="1449531" y="2120555"/>
                  </a:lnTo>
                  <a:lnTo>
                    <a:pt x="1344184" y="2128554"/>
                  </a:lnTo>
                  <a:lnTo>
                    <a:pt x="1248688" y="2135042"/>
                  </a:lnTo>
                  <a:lnTo>
                    <a:pt x="1166611" y="2140063"/>
                  </a:lnTo>
                  <a:lnTo>
                    <a:pt x="1100582" y="2143719"/>
                  </a:lnTo>
                  <a:lnTo>
                    <a:pt x="1051810" y="2146174"/>
                  </a:lnTo>
                  <a:lnTo>
                    <a:pt x="1019814" y="2147643"/>
                  </a:lnTo>
                  <a:lnTo>
                    <a:pt x="1002397" y="2148374"/>
                  </a:lnTo>
                  <a:lnTo>
                    <a:pt x="995806" y="2148628"/>
                  </a:lnTo>
                  <a:lnTo>
                    <a:pt x="994940" y="2148659"/>
                  </a:lnTo>
                  <a:lnTo>
                    <a:pt x="0" y="2148659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79" name="pl1578"/>
            <p:cNvSpPr/>
            <p:nvPr/>
          </p:nvSpPr>
          <p:spPr>
            <a:xfrm>
              <a:off x="1199187" y="3327638"/>
              <a:ext cx="12049831" cy="2148659"/>
            </a:xfrm>
            <a:custGeom>
              <a:avLst/>
              <a:pathLst>
                <a:path w="12049831" h="2148659">
                  <a:moveTo>
                    <a:pt x="0" y="2148659"/>
                  </a:moveTo>
                  <a:lnTo>
                    <a:pt x="994940" y="2148659"/>
                  </a:lnTo>
                  <a:lnTo>
                    <a:pt x="996041" y="2148620"/>
                  </a:lnTo>
                  <a:lnTo>
                    <a:pt x="1003312" y="2148338"/>
                  </a:lnTo>
                  <a:lnTo>
                    <a:pt x="1021753" y="2147558"/>
                  </a:lnTo>
                  <a:lnTo>
                    <a:pt x="1055004" y="2146020"/>
                  </a:lnTo>
                  <a:lnTo>
                    <a:pt x="1105132" y="2143479"/>
                  </a:lnTo>
                  <a:lnTo>
                    <a:pt x="1172481" y="2139722"/>
                  </a:lnTo>
                  <a:lnTo>
                    <a:pt x="1255718" y="2134588"/>
                  </a:lnTo>
                  <a:lnTo>
                    <a:pt x="1352122" y="2127983"/>
                  </a:lnTo>
                  <a:lnTo>
                    <a:pt x="1458075" y="2119865"/>
                  </a:lnTo>
                  <a:lnTo>
                    <a:pt x="1569631" y="2110242"/>
                  </a:lnTo>
                  <a:lnTo>
                    <a:pt x="1683028" y="2099141"/>
                  </a:lnTo>
                  <a:lnTo>
                    <a:pt x="1795056" y="2086591"/>
                  </a:lnTo>
                  <a:lnTo>
                    <a:pt x="1903247" y="2072602"/>
                  </a:lnTo>
                  <a:lnTo>
                    <a:pt x="2005915" y="2057151"/>
                  </a:lnTo>
                  <a:lnTo>
                    <a:pt x="2102080" y="2040175"/>
                  </a:lnTo>
                  <a:lnTo>
                    <a:pt x="2191348" y="2021562"/>
                  </a:lnTo>
                  <a:lnTo>
                    <a:pt x="2273767" y="2001158"/>
                  </a:lnTo>
                  <a:lnTo>
                    <a:pt x="2349699" y="1978760"/>
                  </a:lnTo>
                  <a:lnTo>
                    <a:pt x="2419712" y="1954130"/>
                  </a:lnTo>
                  <a:lnTo>
                    <a:pt x="2484494" y="1926998"/>
                  </a:lnTo>
                  <a:lnTo>
                    <a:pt x="2544789" y="1897079"/>
                  </a:lnTo>
                  <a:lnTo>
                    <a:pt x="2601353" y="1864102"/>
                  </a:lnTo>
                  <a:lnTo>
                    <a:pt x="2654911" y="1827844"/>
                  </a:lnTo>
                  <a:lnTo>
                    <a:pt x="2702183" y="1791423"/>
                  </a:lnTo>
                  <a:lnTo>
                    <a:pt x="2750772" y="1749534"/>
                  </a:lnTo>
                  <a:lnTo>
                    <a:pt x="2798068" y="1704327"/>
                  </a:lnTo>
                  <a:lnTo>
                    <a:pt x="2844451" y="1655736"/>
                  </a:lnTo>
                  <a:lnTo>
                    <a:pt x="2890221" y="1603758"/>
                  </a:lnTo>
                  <a:lnTo>
                    <a:pt x="2935612" y="1548464"/>
                  </a:lnTo>
                  <a:lnTo>
                    <a:pt x="2980802" y="1490002"/>
                  </a:lnTo>
                  <a:lnTo>
                    <a:pt x="3025917" y="1428600"/>
                  </a:lnTo>
                  <a:lnTo>
                    <a:pt x="3071042" y="1364569"/>
                  </a:lnTo>
                  <a:lnTo>
                    <a:pt x="3116225" y="1298298"/>
                  </a:lnTo>
                  <a:lnTo>
                    <a:pt x="3161481" y="1230246"/>
                  </a:lnTo>
                  <a:lnTo>
                    <a:pt x="3206802" y="1160930"/>
                  </a:lnTo>
                  <a:lnTo>
                    <a:pt x="3252165" y="1090913"/>
                  </a:lnTo>
                  <a:lnTo>
                    <a:pt x="3297536" y="1020778"/>
                  </a:lnTo>
                  <a:lnTo>
                    <a:pt x="3342877" y="951114"/>
                  </a:lnTo>
                  <a:lnTo>
                    <a:pt x="3388161" y="882495"/>
                  </a:lnTo>
                  <a:lnTo>
                    <a:pt x="3433373" y="815456"/>
                  </a:lnTo>
                  <a:lnTo>
                    <a:pt x="3478517" y="750483"/>
                  </a:lnTo>
                  <a:lnTo>
                    <a:pt x="3523628" y="687994"/>
                  </a:lnTo>
                  <a:lnTo>
                    <a:pt x="3568776" y="628329"/>
                  </a:lnTo>
                  <a:lnTo>
                    <a:pt x="3614069" y="571753"/>
                  </a:lnTo>
                  <a:lnTo>
                    <a:pt x="3659663" y="518443"/>
                  </a:lnTo>
                  <a:lnTo>
                    <a:pt x="3705770" y="468500"/>
                  </a:lnTo>
                  <a:lnTo>
                    <a:pt x="3752662" y="421951"/>
                  </a:lnTo>
                  <a:lnTo>
                    <a:pt x="3800685" y="378754"/>
                  </a:lnTo>
                  <a:lnTo>
                    <a:pt x="3820202" y="362477"/>
                  </a:lnTo>
                  <a:lnTo>
                    <a:pt x="3871572" y="323097"/>
                  </a:lnTo>
                  <a:lnTo>
                    <a:pt x="3925340" y="287101"/>
                  </a:lnTo>
                  <a:lnTo>
                    <a:pt x="3982169" y="254372"/>
                  </a:lnTo>
                  <a:lnTo>
                    <a:pt x="4042788" y="224682"/>
                  </a:lnTo>
                  <a:lnTo>
                    <a:pt x="4107953" y="197756"/>
                  </a:lnTo>
                  <a:lnTo>
                    <a:pt x="4178406" y="173310"/>
                  </a:lnTo>
                  <a:lnTo>
                    <a:pt x="4254827" y="151076"/>
                  </a:lnTo>
                  <a:lnTo>
                    <a:pt x="4337772" y="130819"/>
                  </a:lnTo>
                  <a:lnTo>
                    <a:pt x="4427583" y="112339"/>
                  </a:lnTo>
                  <a:lnTo>
                    <a:pt x="4524277" y="95486"/>
                  </a:lnTo>
                  <a:lnTo>
                    <a:pt x="4627421" y="80151"/>
                  </a:lnTo>
                  <a:lnTo>
                    <a:pt x="4735984" y="66275"/>
                  </a:lnTo>
                  <a:lnTo>
                    <a:pt x="4848218" y="53838"/>
                  </a:lnTo>
                  <a:lnTo>
                    <a:pt x="4961596" y="42851"/>
                  </a:lnTo>
                  <a:lnTo>
                    <a:pt x="5072854" y="33344"/>
                  </a:lnTo>
                  <a:lnTo>
                    <a:pt x="5178201" y="25346"/>
                  </a:lnTo>
                  <a:lnTo>
                    <a:pt x="5273697" y="18857"/>
                  </a:lnTo>
                  <a:lnTo>
                    <a:pt x="5355774" y="13836"/>
                  </a:lnTo>
                  <a:lnTo>
                    <a:pt x="5421803" y="10180"/>
                  </a:lnTo>
                  <a:lnTo>
                    <a:pt x="5470575" y="7726"/>
                  </a:lnTo>
                  <a:lnTo>
                    <a:pt x="5502571" y="6257"/>
                  </a:lnTo>
                  <a:lnTo>
                    <a:pt x="5519988" y="5525"/>
                  </a:lnTo>
                  <a:lnTo>
                    <a:pt x="5526579" y="527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2" y="5240"/>
                  </a:lnTo>
                  <a:lnTo>
                    <a:pt x="6531021" y="5239"/>
                  </a:lnTo>
                  <a:lnTo>
                    <a:pt x="6550026" y="5237"/>
                  </a:lnTo>
                  <a:lnTo>
                    <a:pt x="6584253" y="5233"/>
                  </a:lnTo>
                  <a:lnTo>
                    <a:pt x="6635771" y="5227"/>
                  </a:lnTo>
                  <a:lnTo>
                    <a:pt x="6704849" y="5218"/>
                  </a:lnTo>
                  <a:lnTo>
                    <a:pt x="6790015" y="5205"/>
                  </a:lnTo>
                  <a:lnTo>
                    <a:pt x="6888377" y="5188"/>
                  </a:lnTo>
                  <a:lnTo>
                    <a:pt x="6996152" y="5168"/>
                  </a:lnTo>
                  <a:lnTo>
                    <a:pt x="7109264" y="5143"/>
                  </a:lnTo>
                  <a:lnTo>
                    <a:pt x="7223873" y="5116"/>
                  </a:lnTo>
                  <a:lnTo>
                    <a:pt x="7336744" y="5084"/>
                  </a:lnTo>
                  <a:lnTo>
                    <a:pt x="7445431" y="5049"/>
                  </a:lnTo>
                  <a:lnTo>
                    <a:pt x="7548294" y="5010"/>
                  </a:lnTo>
                  <a:lnTo>
                    <a:pt x="7644419" y="4968"/>
                  </a:lnTo>
                  <a:lnTo>
                    <a:pt x="7733479" y="4921"/>
                  </a:lnTo>
                  <a:lnTo>
                    <a:pt x="7815587" y="4870"/>
                  </a:lnTo>
                  <a:lnTo>
                    <a:pt x="7891161" y="4814"/>
                  </a:lnTo>
                  <a:lnTo>
                    <a:pt x="7960817" y="4751"/>
                  </a:lnTo>
                  <a:lnTo>
                    <a:pt x="8025282" y="4683"/>
                  </a:lnTo>
                  <a:lnTo>
                    <a:pt x="8085329" y="4607"/>
                  </a:lnTo>
                  <a:lnTo>
                    <a:pt x="8141736" y="4524"/>
                  </a:lnTo>
                  <a:lnTo>
                    <a:pt x="8195238" y="4433"/>
                  </a:lnTo>
                  <a:lnTo>
                    <a:pt x="8229629" y="4367"/>
                  </a:lnTo>
                  <a:lnTo>
                    <a:pt x="8291283" y="4235"/>
                  </a:lnTo>
                  <a:lnTo>
                    <a:pt x="8351014" y="4090"/>
                  </a:lnTo>
                  <a:lnTo>
                    <a:pt x="8409539" y="3931"/>
                  </a:lnTo>
                  <a:lnTo>
                    <a:pt x="8467384" y="3759"/>
                  </a:lnTo>
                  <a:lnTo>
                    <a:pt x="8524920" y="3575"/>
                  </a:lnTo>
                  <a:lnTo>
                    <a:pt x="8582391" y="3380"/>
                  </a:lnTo>
                  <a:lnTo>
                    <a:pt x="8639931" y="3175"/>
                  </a:lnTo>
                  <a:lnTo>
                    <a:pt x="8697587" y="2962"/>
                  </a:lnTo>
                  <a:lnTo>
                    <a:pt x="8755342" y="2746"/>
                  </a:lnTo>
                  <a:lnTo>
                    <a:pt x="8813140" y="2527"/>
                  </a:lnTo>
                  <a:lnTo>
                    <a:pt x="8870907" y="2310"/>
                  </a:lnTo>
                  <a:lnTo>
                    <a:pt x="8928580" y="2097"/>
                  </a:lnTo>
                  <a:lnTo>
                    <a:pt x="8986136" y="1891"/>
                  </a:lnTo>
                  <a:lnTo>
                    <a:pt x="9043611" y="1694"/>
                  </a:lnTo>
                  <a:lnTo>
                    <a:pt x="9101125" y="1508"/>
                  </a:lnTo>
                  <a:lnTo>
                    <a:pt x="9158902" y="1334"/>
                  </a:lnTo>
                  <a:lnTo>
                    <a:pt x="9217294" y="1173"/>
                  </a:lnTo>
                  <a:lnTo>
                    <a:pt x="9276800" y="1026"/>
                  </a:lnTo>
                  <a:lnTo>
                    <a:pt x="9338106" y="892"/>
                  </a:lnTo>
                  <a:lnTo>
                    <a:pt x="9347647" y="873"/>
                  </a:lnTo>
                  <a:lnTo>
                    <a:pt x="9399583" y="776"/>
                  </a:lnTo>
                  <a:lnTo>
                    <a:pt x="9453975" y="687"/>
                  </a:lnTo>
                  <a:lnTo>
                    <a:pt x="9511510" y="606"/>
                  </a:lnTo>
                  <a:lnTo>
                    <a:pt x="9572942" y="533"/>
                  </a:lnTo>
                  <a:lnTo>
                    <a:pt x="9639052" y="467"/>
                  </a:lnTo>
                  <a:lnTo>
                    <a:pt x="9710603" y="407"/>
                  </a:lnTo>
                  <a:lnTo>
                    <a:pt x="9788293" y="352"/>
                  </a:lnTo>
                  <a:lnTo>
                    <a:pt x="9872684" y="302"/>
                  </a:lnTo>
                  <a:lnTo>
                    <a:pt x="9964103" y="257"/>
                  </a:lnTo>
                  <a:lnTo>
                    <a:pt x="10062536" y="216"/>
                  </a:lnTo>
                  <a:lnTo>
                    <a:pt x="10167473" y="178"/>
                  </a:lnTo>
                  <a:lnTo>
                    <a:pt x="10277775" y="145"/>
                  </a:lnTo>
                  <a:lnTo>
                    <a:pt x="10391538" y="114"/>
                  </a:lnTo>
                  <a:lnTo>
                    <a:pt x="10506042" y="88"/>
                  </a:lnTo>
                  <a:lnTo>
                    <a:pt x="10617824" y="65"/>
                  </a:lnTo>
                  <a:lnTo>
                    <a:pt x="10722914" y="46"/>
                  </a:lnTo>
                  <a:lnTo>
                    <a:pt x="10817268" y="30"/>
                  </a:lnTo>
                  <a:lnTo>
                    <a:pt x="10897335" y="19"/>
                  </a:lnTo>
                  <a:lnTo>
                    <a:pt x="10960644" y="10"/>
                  </a:lnTo>
                  <a:lnTo>
                    <a:pt x="11006282" y="5"/>
                  </a:lnTo>
                  <a:lnTo>
                    <a:pt x="11035121" y="1"/>
                  </a:lnTo>
                  <a:lnTo>
                    <a:pt x="11049805" y="0"/>
                  </a:lnTo>
                  <a:lnTo>
                    <a:pt x="11054548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0" name="pl1579"/>
            <p:cNvSpPr/>
            <p:nvPr/>
          </p:nvSpPr>
          <p:spPr>
            <a:xfrm>
              <a:off x="1199187" y="3322397"/>
              <a:ext cx="12049831" cy="2148659"/>
            </a:xfrm>
            <a:custGeom>
              <a:avLst/>
              <a:pathLst>
                <a:path w="12049831" h="2148659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0"/>
                  </a:lnTo>
                  <a:lnTo>
                    <a:pt x="11046255" y="0"/>
                  </a:lnTo>
                  <a:lnTo>
                    <a:pt x="11027250" y="2"/>
                  </a:lnTo>
                  <a:lnTo>
                    <a:pt x="10993024" y="6"/>
                  </a:lnTo>
                  <a:lnTo>
                    <a:pt x="10941506" y="13"/>
                  </a:lnTo>
                  <a:lnTo>
                    <a:pt x="10872428" y="22"/>
                  </a:lnTo>
                  <a:lnTo>
                    <a:pt x="10787262" y="35"/>
                  </a:lnTo>
                  <a:lnTo>
                    <a:pt x="10688900" y="52"/>
                  </a:lnTo>
                  <a:lnTo>
                    <a:pt x="10581124" y="72"/>
                  </a:lnTo>
                  <a:lnTo>
                    <a:pt x="10468012" y="96"/>
                  </a:lnTo>
                  <a:lnTo>
                    <a:pt x="10353403" y="124"/>
                  </a:lnTo>
                  <a:lnTo>
                    <a:pt x="10240532" y="155"/>
                  </a:lnTo>
                  <a:lnTo>
                    <a:pt x="10131846" y="191"/>
                  </a:lnTo>
                  <a:lnTo>
                    <a:pt x="10028983" y="229"/>
                  </a:lnTo>
                  <a:lnTo>
                    <a:pt x="9932858" y="272"/>
                  </a:lnTo>
                  <a:lnTo>
                    <a:pt x="9843798" y="319"/>
                  </a:lnTo>
                  <a:lnTo>
                    <a:pt x="9761690" y="370"/>
                  </a:lnTo>
                  <a:lnTo>
                    <a:pt x="9686115" y="426"/>
                  </a:lnTo>
                  <a:lnTo>
                    <a:pt x="9616459" y="488"/>
                  </a:lnTo>
                  <a:lnTo>
                    <a:pt x="9551995" y="557"/>
                  </a:lnTo>
                  <a:lnTo>
                    <a:pt x="9491947" y="632"/>
                  </a:lnTo>
                  <a:lnTo>
                    <a:pt x="9435541" y="716"/>
                  </a:lnTo>
                  <a:lnTo>
                    <a:pt x="9382038" y="807"/>
                  </a:lnTo>
                  <a:lnTo>
                    <a:pt x="9347647" y="873"/>
                  </a:lnTo>
                  <a:lnTo>
                    <a:pt x="9285993" y="1005"/>
                  </a:lnTo>
                  <a:lnTo>
                    <a:pt x="9226262" y="1150"/>
                  </a:lnTo>
                  <a:lnTo>
                    <a:pt x="9167738" y="1309"/>
                  </a:lnTo>
                  <a:lnTo>
                    <a:pt x="9109893" y="1480"/>
                  </a:lnTo>
                  <a:lnTo>
                    <a:pt x="9052356" y="1665"/>
                  </a:lnTo>
                  <a:lnTo>
                    <a:pt x="8994885" y="1860"/>
                  </a:lnTo>
                  <a:lnTo>
                    <a:pt x="8937346" y="2065"/>
                  </a:lnTo>
                  <a:lnTo>
                    <a:pt x="8879690" y="2277"/>
                  </a:lnTo>
                  <a:lnTo>
                    <a:pt x="8821934" y="2494"/>
                  </a:lnTo>
                  <a:lnTo>
                    <a:pt x="8764136" y="2712"/>
                  </a:lnTo>
                  <a:lnTo>
                    <a:pt x="8706370" y="2930"/>
                  </a:lnTo>
                  <a:lnTo>
                    <a:pt x="8648696" y="3143"/>
                  </a:lnTo>
                  <a:lnTo>
                    <a:pt x="8591140" y="3349"/>
                  </a:lnTo>
                  <a:lnTo>
                    <a:pt x="8533666" y="3546"/>
                  </a:lnTo>
                  <a:lnTo>
                    <a:pt x="8476152" y="3732"/>
                  </a:lnTo>
                  <a:lnTo>
                    <a:pt x="8418374" y="3906"/>
                  </a:lnTo>
                  <a:lnTo>
                    <a:pt x="8359983" y="4066"/>
                  </a:lnTo>
                  <a:lnTo>
                    <a:pt x="8300476" y="4214"/>
                  </a:lnTo>
                  <a:lnTo>
                    <a:pt x="8239170" y="4347"/>
                  </a:lnTo>
                  <a:lnTo>
                    <a:pt x="8229629" y="4367"/>
                  </a:lnTo>
                  <a:lnTo>
                    <a:pt x="8177693" y="4464"/>
                  </a:lnTo>
                  <a:lnTo>
                    <a:pt x="8123301" y="4553"/>
                  </a:lnTo>
                  <a:lnTo>
                    <a:pt x="8065766" y="4633"/>
                  </a:lnTo>
                  <a:lnTo>
                    <a:pt x="8004334" y="4707"/>
                  </a:lnTo>
                  <a:lnTo>
                    <a:pt x="7938225" y="4773"/>
                  </a:lnTo>
                  <a:lnTo>
                    <a:pt x="7866674" y="4833"/>
                  </a:lnTo>
                  <a:lnTo>
                    <a:pt x="7788983" y="4887"/>
                  </a:lnTo>
                  <a:lnTo>
                    <a:pt x="7704593" y="4937"/>
                  </a:lnTo>
                  <a:lnTo>
                    <a:pt x="7613173" y="4982"/>
                  </a:lnTo>
                  <a:lnTo>
                    <a:pt x="7514741" y="5024"/>
                  </a:lnTo>
                  <a:lnTo>
                    <a:pt x="7409803" y="5061"/>
                  </a:lnTo>
                  <a:lnTo>
                    <a:pt x="7299502" y="5095"/>
                  </a:lnTo>
                  <a:lnTo>
                    <a:pt x="7185739" y="5125"/>
                  </a:lnTo>
                  <a:lnTo>
                    <a:pt x="7071234" y="5152"/>
                  </a:lnTo>
                  <a:lnTo>
                    <a:pt x="6959452" y="5175"/>
                  </a:lnTo>
                  <a:lnTo>
                    <a:pt x="6854363" y="5194"/>
                  </a:lnTo>
                  <a:lnTo>
                    <a:pt x="6760008" y="5209"/>
                  </a:lnTo>
                  <a:lnTo>
                    <a:pt x="6679942" y="5221"/>
                  </a:lnTo>
                  <a:lnTo>
                    <a:pt x="6616632" y="5230"/>
                  </a:lnTo>
                  <a:lnTo>
                    <a:pt x="6570995" y="5235"/>
                  </a:lnTo>
                  <a:lnTo>
                    <a:pt x="6542156" y="5238"/>
                  </a:lnTo>
                  <a:lnTo>
                    <a:pt x="6527471" y="5240"/>
                  </a:lnTo>
                  <a:lnTo>
                    <a:pt x="6522728" y="5240"/>
                  </a:lnTo>
                  <a:lnTo>
                    <a:pt x="6522385" y="5240"/>
                  </a:lnTo>
                  <a:lnTo>
                    <a:pt x="5527445" y="5240"/>
                  </a:lnTo>
                  <a:lnTo>
                    <a:pt x="5526344" y="5280"/>
                  </a:lnTo>
                  <a:lnTo>
                    <a:pt x="5519073" y="5562"/>
                  </a:lnTo>
                  <a:lnTo>
                    <a:pt x="5500632" y="6342"/>
                  </a:lnTo>
                  <a:lnTo>
                    <a:pt x="5467381" y="7879"/>
                  </a:lnTo>
                  <a:lnTo>
                    <a:pt x="5417253" y="10420"/>
                  </a:lnTo>
                  <a:lnTo>
                    <a:pt x="5349904" y="14178"/>
                  </a:lnTo>
                  <a:lnTo>
                    <a:pt x="5266667" y="19311"/>
                  </a:lnTo>
                  <a:lnTo>
                    <a:pt x="5170263" y="25917"/>
                  </a:lnTo>
                  <a:lnTo>
                    <a:pt x="5064310" y="34034"/>
                  </a:lnTo>
                  <a:lnTo>
                    <a:pt x="4952754" y="43658"/>
                  </a:lnTo>
                  <a:lnTo>
                    <a:pt x="4839357" y="54759"/>
                  </a:lnTo>
                  <a:lnTo>
                    <a:pt x="4727329" y="67309"/>
                  </a:lnTo>
                  <a:lnTo>
                    <a:pt x="4619138" y="81298"/>
                  </a:lnTo>
                  <a:lnTo>
                    <a:pt x="4516470" y="96749"/>
                  </a:lnTo>
                  <a:lnTo>
                    <a:pt x="4420305" y="113725"/>
                  </a:lnTo>
                  <a:lnTo>
                    <a:pt x="4331037" y="132337"/>
                  </a:lnTo>
                  <a:lnTo>
                    <a:pt x="4248618" y="152742"/>
                  </a:lnTo>
                  <a:lnTo>
                    <a:pt x="4172686" y="175140"/>
                  </a:lnTo>
                  <a:lnTo>
                    <a:pt x="4102673" y="199770"/>
                  </a:lnTo>
                  <a:lnTo>
                    <a:pt x="4037891" y="226902"/>
                  </a:lnTo>
                  <a:lnTo>
                    <a:pt x="3977596" y="256820"/>
                  </a:lnTo>
                  <a:lnTo>
                    <a:pt x="3921032" y="289798"/>
                  </a:lnTo>
                  <a:lnTo>
                    <a:pt x="3867474" y="326056"/>
                  </a:lnTo>
                  <a:lnTo>
                    <a:pt x="3820202" y="362477"/>
                  </a:lnTo>
                  <a:lnTo>
                    <a:pt x="3771613" y="404365"/>
                  </a:lnTo>
                  <a:lnTo>
                    <a:pt x="3724317" y="449573"/>
                  </a:lnTo>
                  <a:lnTo>
                    <a:pt x="3677934" y="498164"/>
                  </a:lnTo>
                  <a:lnTo>
                    <a:pt x="3632164" y="550142"/>
                  </a:lnTo>
                  <a:lnTo>
                    <a:pt x="3586773" y="605435"/>
                  </a:lnTo>
                  <a:lnTo>
                    <a:pt x="3541583" y="663898"/>
                  </a:lnTo>
                  <a:lnTo>
                    <a:pt x="3496468" y="725300"/>
                  </a:lnTo>
                  <a:lnTo>
                    <a:pt x="3451343" y="789331"/>
                  </a:lnTo>
                  <a:lnTo>
                    <a:pt x="3406160" y="855602"/>
                  </a:lnTo>
                  <a:lnTo>
                    <a:pt x="3360904" y="923654"/>
                  </a:lnTo>
                  <a:lnTo>
                    <a:pt x="3315583" y="992969"/>
                  </a:lnTo>
                  <a:lnTo>
                    <a:pt x="3270220" y="1062987"/>
                  </a:lnTo>
                  <a:lnTo>
                    <a:pt x="3224849" y="1133122"/>
                  </a:lnTo>
                  <a:lnTo>
                    <a:pt x="3179508" y="1202785"/>
                  </a:lnTo>
                  <a:lnTo>
                    <a:pt x="3134224" y="1271405"/>
                  </a:lnTo>
                  <a:lnTo>
                    <a:pt x="3089012" y="1338443"/>
                  </a:lnTo>
                  <a:lnTo>
                    <a:pt x="3043868" y="1403416"/>
                  </a:lnTo>
                  <a:lnTo>
                    <a:pt x="2998757" y="1465906"/>
                  </a:lnTo>
                  <a:lnTo>
                    <a:pt x="2953609" y="1525570"/>
                  </a:lnTo>
                  <a:lnTo>
                    <a:pt x="2908316" y="1582147"/>
                  </a:lnTo>
                  <a:lnTo>
                    <a:pt x="2862722" y="1635457"/>
                  </a:lnTo>
                  <a:lnTo>
                    <a:pt x="2816615" y="1685399"/>
                  </a:lnTo>
                  <a:lnTo>
                    <a:pt x="2769723" y="1731948"/>
                  </a:lnTo>
                  <a:lnTo>
                    <a:pt x="2721700" y="1775146"/>
                  </a:lnTo>
                  <a:lnTo>
                    <a:pt x="2702183" y="1791423"/>
                  </a:lnTo>
                  <a:lnTo>
                    <a:pt x="2650813" y="1830803"/>
                  </a:lnTo>
                  <a:lnTo>
                    <a:pt x="2597045" y="1866798"/>
                  </a:lnTo>
                  <a:lnTo>
                    <a:pt x="2540216" y="1899527"/>
                  </a:lnTo>
                  <a:lnTo>
                    <a:pt x="2479597" y="1929217"/>
                  </a:lnTo>
                  <a:lnTo>
                    <a:pt x="2414432" y="1956144"/>
                  </a:lnTo>
                  <a:lnTo>
                    <a:pt x="2343979" y="1980590"/>
                  </a:lnTo>
                  <a:lnTo>
                    <a:pt x="2267558" y="2002823"/>
                  </a:lnTo>
                  <a:lnTo>
                    <a:pt x="2184613" y="2023081"/>
                  </a:lnTo>
                  <a:lnTo>
                    <a:pt x="2094802" y="2041560"/>
                  </a:lnTo>
                  <a:lnTo>
                    <a:pt x="1998108" y="2058414"/>
                  </a:lnTo>
                  <a:lnTo>
                    <a:pt x="1894964" y="2073748"/>
                  </a:lnTo>
                  <a:lnTo>
                    <a:pt x="1786401" y="2087624"/>
                  </a:lnTo>
                  <a:lnTo>
                    <a:pt x="1674167" y="2100062"/>
                  </a:lnTo>
                  <a:lnTo>
                    <a:pt x="1560789" y="2111049"/>
                  </a:lnTo>
                  <a:lnTo>
                    <a:pt x="1449531" y="2120555"/>
                  </a:lnTo>
                  <a:lnTo>
                    <a:pt x="1344184" y="2128554"/>
                  </a:lnTo>
                  <a:lnTo>
                    <a:pt x="1248688" y="2135042"/>
                  </a:lnTo>
                  <a:lnTo>
                    <a:pt x="1166611" y="2140063"/>
                  </a:lnTo>
                  <a:lnTo>
                    <a:pt x="1100582" y="2143719"/>
                  </a:lnTo>
                  <a:lnTo>
                    <a:pt x="1051810" y="2146174"/>
                  </a:lnTo>
                  <a:lnTo>
                    <a:pt x="1019814" y="2147643"/>
                  </a:lnTo>
                  <a:lnTo>
                    <a:pt x="1002397" y="2148374"/>
                  </a:lnTo>
                  <a:lnTo>
                    <a:pt x="995806" y="2148628"/>
                  </a:lnTo>
                  <a:lnTo>
                    <a:pt x="994940" y="2148659"/>
                  </a:lnTo>
                  <a:lnTo>
                    <a:pt x="0" y="2148659"/>
                  </a:lnTo>
                  <a:lnTo>
                    <a:pt x="0" y="21486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1" name="pg1580"/>
            <p:cNvSpPr/>
            <p:nvPr/>
          </p:nvSpPr>
          <p:spPr>
            <a:xfrm>
              <a:off x="1199187" y="4218545"/>
              <a:ext cx="12049831" cy="1278714"/>
            </a:xfrm>
            <a:custGeom>
              <a:avLst/>
              <a:pathLst>
                <a:path w="12049831" h="1278714">
                  <a:moveTo>
                    <a:pt x="0" y="1278714"/>
                  </a:moveTo>
                  <a:lnTo>
                    <a:pt x="994940" y="1278714"/>
                  </a:lnTo>
                  <a:lnTo>
                    <a:pt x="996065" y="1278691"/>
                  </a:lnTo>
                  <a:lnTo>
                    <a:pt x="1003490" y="1278529"/>
                  </a:lnTo>
                  <a:lnTo>
                    <a:pt x="1022312" y="1278081"/>
                  </a:lnTo>
                  <a:lnTo>
                    <a:pt x="1056223" y="1277197"/>
                  </a:lnTo>
                  <a:lnTo>
                    <a:pt x="1107291" y="1275737"/>
                  </a:lnTo>
                  <a:lnTo>
                    <a:pt x="1175811" y="1273578"/>
                  </a:lnTo>
                  <a:lnTo>
                    <a:pt x="1260354" y="1270632"/>
                  </a:lnTo>
                  <a:lnTo>
                    <a:pt x="1358086" y="1266843"/>
                  </a:lnTo>
                  <a:lnTo>
                    <a:pt x="1465277" y="1262192"/>
                  </a:lnTo>
                  <a:lnTo>
                    <a:pt x="1577891" y="1256682"/>
                  </a:lnTo>
                  <a:lnTo>
                    <a:pt x="1692114" y="1250331"/>
                  </a:lnTo>
                  <a:lnTo>
                    <a:pt x="1804719" y="1243153"/>
                  </a:lnTo>
                  <a:lnTo>
                    <a:pt x="1913251" y="1235154"/>
                  </a:lnTo>
                  <a:lnTo>
                    <a:pt x="2016055" y="1226319"/>
                  </a:lnTo>
                  <a:lnTo>
                    <a:pt x="2112196" y="1216608"/>
                  </a:lnTo>
                  <a:lnTo>
                    <a:pt x="2201326" y="1205955"/>
                  </a:lnTo>
                  <a:lnTo>
                    <a:pt x="2283535" y="1194267"/>
                  </a:lnTo>
                  <a:lnTo>
                    <a:pt x="2359225" y="1181426"/>
                  </a:lnTo>
                  <a:lnTo>
                    <a:pt x="2428996" y="1167292"/>
                  </a:lnTo>
                  <a:lnTo>
                    <a:pt x="2493561" y="1151708"/>
                  </a:lnTo>
                  <a:lnTo>
                    <a:pt x="2553687" y="1134510"/>
                  </a:lnTo>
                  <a:lnTo>
                    <a:pt x="2610142" y="1115546"/>
                  </a:lnTo>
                  <a:lnTo>
                    <a:pt x="2663659" y="1094694"/>
                  </a:lnTo>
                  <a:lnTo>
                    <a:pt x="2702183" y="1077823"/>
                  </a:lnTo>
                  <a:lnTo>
                    <a:pt x="2757840" y="1050625"/>
                  </a:lnTo>
                  <a:lnTo>
                    <a:pt x="2811872" y="1020959"/>
                  </a:lnTo>
                  <a:lnTo>
                    <a:pt x="2864824" y="988781"/>
                  </a:lnTo>
                  <a:lnTo>
                    <a:pt x="2917114" y="954111"/>
                  </a:lnTo>
                  <a:lnTo>
                    <a:pt x="2969050" y="917043"/>
                  </a:lnTo>
                  <a:lnTo>
                    <a:pt x="3020848" y="877748"/>
                  </a:lnTo>
                  <a:lnTo>
                    <a:pt x="3072649" y="836477"/>
                  </a:lnTo>
                  <a:lnTo>
                    <a:pt x="3124524" y="793560"/>
                  </a:lnTo>
                  <a:lnTo>
                    <a:pt x="3176496" y="749391"/>
                  </a:lnTo>
                  <a:lnTo>
                    <a:pt x="3228546" y="704421"/>
                  </a:lnTo>
                  <a:lnTo>
                    <a:pt x="3280629" y="659138"/>
                  </a:lnTo>
                  <a:lnTo>
                    <a:pt x="3332692" y="614042"/>
                  </a:lnTo>
                  <a:lnTo>
                    <a:pt x="3384686" y="569625"/>
                  </a:lnTo>
                  <a:lnTo>
                    <a:pt x="3436586" y="526350"/>
                  </a:lnTo>
                  <a:lnTo>
                    <a:pt x="3488401" y="484628"/>
                  </a:lnTo>
                  <a:lnTo>
                    <a:pt x="3540189" y="444805"/>
                  </a:lnTo>
                  <a:lnTo>
                    <a:pt x="3592073" y="407153"/>
                  </a:lnTo>
                  <a:lnTo>
                    <a:pt x="3644248" y="371863"/>
                  </a:lnTo>
                  <a:lnTo>
                    <a:pt x="3696998" y="339048"/>
                  </a:lnTo>
                  <a:lnTo>
                    <a:pt x="3750709" y="308746"/>
                  </a:lnTo>
                  <a:lnTo>
                    <a:pt x="3805894" y="280929"/>
                  </a:lnTo>
                  <a:lnTo>
                    <a:pt x="3820202" y="274259"/>
                  </a:lnTo>
                  <a:lnTo>
                    <a:pt x="3871955" y="251959"/>
                  </a:lnTo>
                  <a:lnTo>
                    <a:pt x="3926146" y="231591"/>
                  </a:lnTo>
                  <a:lnTo>
                    <a:pt x="3983454" y="213084"/>
                  </a:lnTo>
                  <a:lnTo>
                    <a:pt x="4044623" y="196308"/>
                  </a:lnTo>
                  <a:lnTo>
                    <a:pt x="4110428" y="181104"/>
                  </a:lnTo>
                  <a:lnTo>
                    <a:pt x="4181624" y="167309"/>
                  </a:lnTo>
                  <a:lnTo>
                    <a:pt x="4258905" y="154771"/>
                  </a:lnTo>
                  <a:lnTo>
                    <a:pt x="4342828" y="143353"/>
                  </a:lnTo>
                  <a:lnTo>
                    <a:pt x="4433728" y="132945"/>
                  </a:lnTo>
                  <a:lnTo>
                    <a:pt x="4531599" y="123460"/>
                  </a:lnTo>
                  <a:lnTo>
                    <a:pt x="4635959" y="114838"/>
                  </a:lnTo>
                  <a:lnTo>
                    <a:pt x="4745703" y="107046"/>
                  </a:lnTo>
                  <a:lnTo>
                    <a:pt x="4858978" y="100075"/>
                  </a:lnTo>
                  <a:lnTo>
                    <a:pt x="4973127" y="93934"/>
                  </a:lnTo>
                  <a:lnTo>
                    <a:pt x="5084752" y="88639"/>
                  </a:lnTo>
                  <a:lnTo>
                    <a:pt x="5189941" y="84205"/>
                  </a:lnTo>
                  <a:lnTo>
                    <a:pt x="5284680" y="80631"/>
                  </a:lnTo>
                  <a:lnTo>
                    <a:pt x="5365410" y="77890"/>
                  </a:lnTo>
                  <a:lnTo>
                    <a:pt x="5429608" y="75917"/>
                  </a:lnTo>
                  <a:lnTo>
                    <a:pt x="5476260" y="74614"/>
                  </a:lnTo>
                  <a:lnTo>
                    <a:pt x="5506111" y="73854"/>
                  </a:lnTo>
                  <a:lnTo>
                    <a:pt x="5521659" y="73492"/>
                  </a:lnTo>
                  <a:lnTo>
                    <a:pt x="5526968" y="73378"/>
                  </a:lnTo>
                  <a:lnTo>
                    <a:pt x="5527445" y="73368"/>
                  </a:lnTo>
                  <a:lnTo>
                    <a:pt x="6522385" y="73368"/>
                  </a:lnTo>
                  <a:lnTo>
                    <a:pt x="6523522" y="73367"/>
                  </a:lnTo>
                  <a:lnTo>
                    <a:pt x="6531021" y="73358"/>
                  </a:lnTo>
                  <a:lnTo>
                    <a:pt x="6550025" y="73332"/>
                  </a:lnTo>
                  <a:lnTo>
                    <a:pt x="6584251" y="73282"/>
                  </a:lnTo>
                  <a:lnTo>
                    <a:pt x="6635767" y="73198"/>
                  </a:lnTo>
                  <a:lnTo>
                    <a:pt x="6704844" y="73075"/>
                  </a:lnTo>
                  <a:lnTo>
                    <a:pt x="6790008" y="72907"/>
                  </a:lnTo>
                  <a:lnTo>
                    <a:pt x="6888368" y="72691"/>
                  </a:lnTo>
                  <a:lnTo>
                    <a:pt x="6996141" y="72426"/>
                  </a:lnTo>
                  <a:lnTo>
                    <a:pt x="7109252" y="72112"/>
                  </a:lnTo>
                  <a:lnTo>
                    <a:pt x="7223859" y="71750"/>
                  </a:lnTo>
                  <a:lnTo>
                    <a:pt x="7336730" y="71341"/>
                  </a:lnTo>
                  <a:lnTo>
                    <a:pt x="7445416" y="70885"/>
                  </a:lnTo>
                  <a:lnTo>
                    <a:pt x="7548278" y="70382"/>
                  </a:lnTo>
                  <a:lnTo>
                    <a:pt x="7644403" y="69828"/>
                  </a:lnTo>
                  <a:lnTo>
                    <a:pt x="7733464" y="69221"/>
                  </a:lnTo>
                  <a:lnTo>
                    <a:pt x="7815572" y="68555"/>
                  </a:lnTo>
                  <a:lnTo>
                    <a:pt x="7891147" y="67822"/>
                  </a:lnTo>
                  <a:lnTo>
                    <a:pt x="7960803" y="67016"/>
                  </a:lnTo>
                  <a:lnTo>
                    <a:pt x="8025268" y="66126"/>
                  </a:lnTo>
                  <a:lnTo>
                    <a:pt x="8085316" y="65144"/>
                  </a:lnTo>
                  <a:lnTo>
                    <a:pt x="8141723" y="64061"/>
                  </a:lnTo>
                  <a:lnTo>
                    <a:pt x="8195225" y="62870"/>
                  </a:lnTo>
                  <a:lnTo>
                    <a:pt x="8229629" y="62014"/>
                  </a:lnTo>
                  <a:lnTo>
                    <a:pt x="8291258" y="60300"/>
                  </a:lnTo>
                  <a:lnTo>
                    <a:pt x="8350966" y="58414"/>
                  </a:lnTo>
                  <a:lnTo>
                    <a:pt x="8409468" y="56354"/>
                  </a:lnTo>
                  <a:lnTo>
                    <a:pt x="8467289" y="54122"/>
                  </a:lnTo>
                  <a:lnTo>
                    <a:pt x="8524803" y="51727"/>
                  </a:lnTo>
                  <a:lnTo>
                    <a:pt x="8582250" y="49187"/>
                  </a:lnTo>
                  <a:lnTo>
                    <a:pt x="8639765" y="46524"/>
                  </a:lnTo>
                  <a:lnTo>
                    <a:pt x="8697397" y="43767"/>
                  </a:lnTo>
                  <a:lnTo>
                    <a:pt x="8755129" y="40951"/>
                  </a:lnTo>
                  <a:lnTo>
                    <a:pt x="8812903" y="38112"/>
                  </a:lnTo>
                  <a:lnTo>
                    <a:pt x="8870646" y="35289"/>
                  </a:lnTo>
                  <a:lnTo>
                    <a:pt x="8928297" y="32520"/>
                  </a:lnTo>
                  <a:lnTo>
                    <a:pt x="8985830" y="29840"/>
                  </a:lnTo>
                  <a:lnTo>
                    <a:pt x="9043281" y="27278"/>
                  </a:lnTo>
                  <a:lnTo>
                    <a:pt x="9100771" y="24859"/>
                  </a:lnTo>
                  <a:lnTo>
                    <a:pt x="9158522" y="22601"/>
                  </a:lnTo>
                  <a:lnTo>
                    <a:pt x="9216884" y="20512"/>
                  </a:lnTo>
                  <a:lnTo>
                    <a:pt x="9276356" y="18599"/>
                  </a:lnTo>
                  <a:lnTo>
                    <a:pt x="9337620" y="16858"/>
                  </a:lnTo>
                  <a:lnTo>
                    <a:pt x="9347647" y="16595"/>
                  </a:lnTo>
                  <a:lnTo>
                    <a:pt x="9399582" y="15330"/>
                  </a:lnTo>
                  <a:lnTo>
                    <a:pt x="9453974" y="14176"/>
                  </a:lnTo>
                  <a:lnTo>
                    <a:pt x="9511509" y="13127"/>
                  </a:lnTo>
                  <a:lnTo>
                    <a:pt x="9572940" y="12176"/>
                  </a:lnTo>
                  <a:lnTo>
                    <a:pt x="9639048" y="11315"/>
                  </a:lnTo>
                  <a:lnTo>
                    <a:pt x="9710598" y="10535"/>
                  </a:lnTo>
                  <a:lnTo>
                    <a:pt x="9788287" y="9825"/>
                  </a:lnTo>
                  <a:lnTo>
                    <a:pt x="9872676" y="9179"/>
                  </a:lnTo>
                  <a:lnTo>
                    <a:pt x="9964094" y="8590"/>
                  </a:lnTo>
                  <a:lnTo>
                    <a:pt x="10062524" y="8054"/>
                  </a:lnTo>
                  <a:lnTo>
                    <a:pt x="10167460" y="7567"/>
                  </a:lnTo>
                  <a:lnTo>
                    <a:pt x="10277760" y="7127"/>
                  </a:lnTo>
                  <a:lnTo>
                    <a:pt x="10391521" y="6733"/>
                  </a:lnTo>
                  <a:lnTo>
                    <a:pt x="10506025" y="6387"/>
                  </a:lnTo>
                  <a:lnTo>
                    <a:pt x="10617806" y="6089"/>
                  </a:lnTo>
                  <a:lnTo>
                    <a:pt x="10722896" y="5840"/>
                  </a:lnTo>
                  <a:lnTo>
                    <a:pt x="10817252" y="5640"/>
                  </a:lnTo>
                  <a:lnTo>
                    <a:pt x="10897320" y="5488"/>
                  </a:lnTo>
                  <a:lnTo>
                    <a:pt x="10960633" y="5378"/>
                  </a:lnTo>
                  <a:lnTo>
                    <a:pt x="11006273" y="5307"/>
                  </a:lnTo>
                  <a:lnTo>
                    <a:pt x="11035116" y="5265"/>
                  </a:lnTo>
                  <a:lnTo>
                    <a:pt x="11049803" y="5246"/>
                  </a:lnTo>
                  <a:lnTo>
                    <a:pt x="11054548" y="524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1"/>
                  </a:lnTo>
                  <a:lnTo>
                    <a:pt x="11046255" y="10"/>
                  </a:lnTo>
                  <a:lnTo>
                    <a:pt x="11027251" y="36"/>
                  </a:lnTo>
                  <a:lnTo>
                    <a:pt x="10993026" y="86"/>
                  </a:lnTo>
                  <a:lnTo>
                    <a:pt x="10941509" y="170"/>
                  </a:lnTo>
                  <a:lnTo>
                    <a:pt x="10872433" y="293"/>
                  </a:lnTo>
                  <a:lnTo>
                    <a:pt x="10787269" y="461"/>
                  </a:lnTo>
                  <a:lnTo>
                    <a:pt x="10688909" y="677"/>
                  </a:lnTo>
                  <a:lnTo>
                    <a:pt x="10581135" y="942"/>
                  </a:lnTo>
                  <a:lnTo>
                    <a:pt x="10468025" y="1256"/>
                  </a:lnTo>
                  <a:lnTo>
                    <a:pt x="10353417" y="1618"/>
                  </a:lnTo>
                  <a:lnTo>
                    <a:pt x="10240547" y="2027"/>
                  </a:lnTo>
                  <a:lnTo>
                    <a:pt x="10131861" y="2483"/>
                  </a:lnTo>
                  <a:lnTo>
                    <a:pt x="10028998" y="2986"/>
                  </a:lnTo>
                  <a:lnTo>
                    <a:pt x="9932873" y="3540"/>
                  </a:lnTo>
                  <a:lnTo>
                    <a:pt x="9843813" y="4147"/>
                  </a:lnTo>
                  <a:lnTo>
                    <a:pt x="9761705" y="4813"/>
                  </a:lnTo>
                  <a:lnTo>
                    <a:pt x="9686130" y="5546"/>
                  </a:lnTo>
                  <a:lnTo>
                    <a:pt x="9616473" y="6352"/>
                  </a:lnTo>
                  <a:lnTo>
                    <a:pt x="9552009" y="7242"/>
                  </a:lnTo>
                  <a:lnTo>
                    <a:pt x="9491961" y="8224"/>
                  </a:lnTo>
                  <a:lnTo>
                    <a:pt x="9435554" y="9307"/>
                  </a:lnTo>
                  <a:lnTo>
                    <a:pt x="9382052" y="10498"/>
                  </a:lnTo>
                  <a:lnTo>
                    <a:pt x="9347647" y="11354"/>
                  </a:lnTo>
                  <a:lnTo>
                    <a:pt x="9286018" y="13068"/>
                  </a:lnTo>
                  <a:lnTo>
                    <a:pt x="9226311" y="14954"/>
                  </a:lnTo>
                  <a:lnTo>
                    <a:pt x="9167809" y="17014"/>
                  </a:lnTo>
                  <a:lnTo>
                    <a:pt x="9109987" y="19246"/>
                  </a:lnTo>
                  <a:lnTo>
                    <a:pt x="9052474" y="21640"/>
                  </a:lnTo>
                  <a:lnTo>
                    <a:pt x="8995027" y="24181"/>
                  </a:lnTo>
                  <a:lnTo>
                    <a:pt x="8937511" y="26844"/>
                  </a:lnTo>
                  <a:lnTo>
                    <a:pt x="8879879" y="29601"/>
                  </a:lnTo>
                  <a:lnTo>
                    <a:pt x="8822147" y="32417"/>
                  </a:lnTo>
                  <a:lnTo>
                    <a:pt x="8764373" y="35256"/>
                  </a:lnTo>
                  <a:lnTo>
                    <a:pt x="8706630" y="38079"/>
                  </a:lnTo>
                  <a:lnTo>
                    <a:pt x="8648980" y="40848"/>
                  </a:lnTo>
                  <a:lnTo>
                    <a:pt x="8591447" y="43528"/>
                  </a:lnTo>
                  <a:lnTo>
                    <a:pt x="8533995" y="46090"/>
                  </a:lnTo>
                  <a:lnTo>
                    <a:pt x="8476506" y="48508"/>
                  </a:lnTo>
                  <a:lnTo>
                    <a:pt x="8418755" y="50767"/>
                  </a:lnTo>
                  <a:lnTo>
                    <a:pt x="8360393" y="52856"/>
                  </a:lnTo>
                  <a:lnTo>
                    <a:pt x="8300921" y="54769"/>
                  </a:lnTo>
                  <a:lnTo>
                    <a:pt x="8239656" y="56510"/>
                  </a:lnTo>
                  <a:lnTo>
                    <a:pt x="8229629" y="56773"/>
                  </a:lnTo>
                  <a:lnTo>
                    <a:pt x="8177694" y="58038"/>
                  </a:lnTo>
                  <a:lnTo>
                    <a:pt x="8123302" y="59192"/>
                  </a:lnTo>
                  <a:lnTo>
                    <a:pt x="8065768" y="60241"/>
                  </a:lnTo>
                  <a:lnTo>
                    <a:pt x="8004337" y="61191"/>
                  </a:lnTo>
                  <a:lnTo>
                    <a:pt x="7938229" y="62052"/>
                  </a:lnTo>
                  <a:lnTo>
                    <a:pt x="7866679" y="62833"/>
                  </a:lnTo>
                  <a:lnTo>
                    <a:pt x="7788989" y="63543"/>
                  </a:lnTo>
                  <a:lnTo>
                    <a:pt x="7704601" y="64189"/>
                  </a:lnTo>
                  <a:lnTo>
                    <a:pt x="7613182" y="64778"/>
                  </a:lnTo>
                  <a:lnTo>
                    <a:pt x="7514752" y="65314"/>
                  </a:lnTo>
                  <a:lnTo>
                    <a:pt x="7409816" y="65801"/>
                  </a:lnTo>
                  <a:lnTo>
                    <a:pt x="7299516" y="66241"/>
                  </a:lnTo>
                  <a:lnTo>
                    <a:pt x="7185755" y="66635"/>
                  </a:lnTo>
                  <a:lnTo>
                    <a:pt x="7071252" y="66981"/>
                  </a:lnTo>
                  <a:lnTo>
                    <a:pt x="6959470" y="67279"/>
                  </a:lnTo>
                  <a:lnTo>
                    <a:pt x="6854380" y="67528"/>
                  </a:lnTo>
                  <a:lnTo>
                    <a:pt x="6760025" y="67728"/>
                  </a:lnTo>
                  <a:lnTo>
                    <a:pt x="6679956" y="67880"/>
                  </a:lnTo>
                  <a:lnTo>
                    <a:pt x="6616643" y="67990"/>
                  </a:lnTo>
                  <a:lnTo>
                    <a:pt x="6571003" y="68061"/>
                  </a:lnTo>
                  <a:lnTo>
                    <a:pt x="6542160" y="68102"/>
                  </a:lnTo>
                  <a:lnTo>
                    <a:pt x="6527473" y="68122"/>
                  </a:lnTo>
                  <a:lnTo>
                    <a:pt x="6522729" y="68127"/>
                  </a:lnTo>
                  <a:lnTo>
                    <a:pt x="6522385" y="68128"/>
                  </a:lnTo>
                  <a:lnTo>
                    <a:pt x="5527445" y="68128"/>
                  </a:lnTo>
                  <a:lnTo>
                    <a:pt x="5526320" y="68151"/>
                  </a:lnTo>
                  <a:lnTo>
                    <a:pt x="5518895" y="68313"/>
                  </a:lnTo>
                  <a:lnTo>
                    <a:pt x="5500073" y="68761"/>
                  </a:lnTo>
                  <a:lnTo>
                    <a:pt x="5466162" y="69645"/>
                  </a:lnTo>
                  <a:lnTo>
                    <a:pt x="5415094" y="71105"/>
                  </a:lnTo>
                  <a:lnTo>
                    <a:pt x="5346574" y="73264"/>
                  </a:lnTo>
                  <a:lnTo>
                    <a:pt x="5262031" y="76210"/>
                  </a:lnTo>
                  <a:lnTo>
                    <a:pt x="5164299" y="79999"/>
                  </a:lnTo>
                  <a:lnTo>
                    <a:pt x="5057108" y="84650"/>
                  </a:lnTo>
                  <a:lnTo>
                    <a:pt x="4944494" y="90160"/>
                  </a:lnTo>
                  <a:lnTo>
                    <a:pt x="4830271" y="96511"/>
                  </a:lnTo>
                  <a:lnTo>
                    <a:pt x="4717666" y="103689"/>
                  </a:lnTo>
                  <a:lnTo>
                    <a:pt x="4609134" y="111688"/>
                  </a:lnTo>
                  <a:lnTo>
                    <a:pt x="4506330" y="120523"/>
                  </a:lnTo>
                  <a:lnTo>
                    <a:pt x="4410189" y="130234"/>
                  </a:lnTo>
                  <a:lnTo>
                    <a:pt x="4321059" y="140887"/>
                  </a:lnTo>
                  <a:lnTo>
                    <a:pt x="4238850" y="152575"/>
                  </a:lnTo>
                  <a:lnTo>
                    <a:pt x="4163160" y="165416"/>
                  </a:lnTo>
                  <a:lnTo>
                    <a:pt x="4093389" y="179550"/>
                  </a:lnTo>
                  <a:lnTo>
                    <a:pt x="4028824" y="195134"/>
                  </a:lnTo>
                  <a:lnTo>
                    <a:pt x="3968698" y="212332"/>
                  </a:lnTo>
                  <a:lnTo>
                    <a:pt x="3912243" y="231296"/>
                  </a:lnTo>
                  <a:lnTo>
                    <a:pt x="3858726" y="252148"/>
                  </a:lnTo>
                  <a:lnTo>
                    <a:pt x="3820202" y="269019"/>
                  </a:lnTo>
                  <a:lnTo>
                    <a:pt x="3764545" y="296217"/>
                  </a:lnTo>
                  <a:lnTo>
                    <a:pt x="3710513" y="325883"/>
                  </a:lnTo>
                  <a:lnTo>
                    <a:pt x="3657561" y="358061"/>
                  </a:lnTo>
                  <a:lnTo>
                    <a:pt x="3605271" y="392731"/>
                  </a:lnTo>
                  <a:lnTo>
                    <a:pt x="3553335" y="429799"/>
                  </a:lnTo>
                  <a:lnTo>
                    <a:pt x="3501537" y="469094"/>
                  </a:lnTo>
                  <a:lnTo>
                    <a:pt x="3449736" y="510365"/>
                  </a:lnTo>
                  <a:lnTo>
                    <a:pt x="3397861" y="553282"/>
                  </a:lnTo>
                  <a:lnTo>
                    <a:pt x="3345889" y="597451"/>
                  </a:lnTo>
                  <a:lnTo>
                    <a:pt x="3293839" y="642421"/>
                  </a:lnTo>
                  <a:lnTo>
                    <a:pt x="3241756" y="687704"/>
                  </a:lnTo>
                  <a:lnTo>
                    <a:pt x="3189693" y="732800"/>
                  </a:lnTo>
                  <a:lnTo>
                    <a:pt x="3137699" y="777216"/>
                  </a:lnTo>
                  <a:lnTo>
                    <a:pt x="3085799" y="820492"/>
                  </a:lnTo>
                  <a:lnTo>
                    <a:pt x="3033984" y="862214"/>
                  </a:lnTo>
                  <a:lnTo>
                    <a:pt x="2982196" y="902037"/>
                  </a:lnTo>
                  <a:lnTo>
                    <a:pt x="2930312" y="939689"/>
                  </a:lnTo>
                  <a:lnTo>
                    <a:pt x="2878137" y="974979"/>
                  </a:lnTo>
                  <a:lnTo>
                    <a:pt x="2825387" y="1007794"/>
                  </a:lnTo>
                  <a:lnTo>
                    <a:pt x="2771676" y="1038096"/>
                  </a:lnTo>
                  <a:lnTo>
                    <a:pt x="2716491" y="1065913"/>
                  </a:lnTo>
                  <a:lnTo>
                    <a:pt x="2702183" y="1072583"/>
                  </a:lnTo>
                  <a:lnTo>
                    <a:pt x="2650430" y="1094882"/>
                  </a:lnTo>
                  <a:lnTo>
                    <a:pt x="2596239" y="1115251"/>
                  </a:lnTo>
                  <a:lnTo>
                    <a:pt x="2538931" y="1133758"/>
                  </a:lnTo>
                  <a:lnTo>
                    <a:pt x="2477762" y="1150534"/>
                  </a:lnTo>
                  <a:lnTo>
                    <a:pt x="2411957" y="1165738"/>
                  </a:lnTo>
                  <a:lnTo>
                    <a:pt x="2340761" y="1179533"/>
                  </a:lnTo>
                  <a:lnTo>
                    <a:pt x="2263480" y="1192071"/>
                  </a:lnTo>
                  <a:lnTo>
                    <a:pt x="2179557" y="1203488"/>
                  </a:lnTo>
                  <a:lnTo>
                    <a:pt x="2088657" y="1213897"/>
                  </a:lnTo>
                  <a:lnTo>
                    <a:pt x="1990786" y="1223382"/>
                  </a:lnTo>
                  <a:lnTo>
                    <a:pt x="1886426" y="1232004"/>
                  </a:lnTo>
                  <a:lnTo>
                    <a:pt x="1776682" y="1239796"/>
                  </a:lnTo>
                  <a:lnTo>
                    <a:pt x="1663407" y="1246767"/>
                  </a:lnTo>
                  <a:lnTo>
                    <a:pt x="1549258" y="1252908"/>
                  </a:lnTo>
                  <a:lnTo>
                    <a:pt x="1437633" y="1258203"/>
                  </a:lnTo>
                  <a:lnTo>
                    <a:pt x="1332444" y="1262637"/>
                  </a:lnTo>
                  <a:lnTo>
                    <a:pt x="1237705" y="1266211"/>
                  </a:lnTo>
                  <a:lnTo>
                    <a:pt x="1156975" y="1268952"/>
                  </a:lnTo>
                  <a:lnTo>
                    <a:pt x="1092777" y="1270925"/>
                  </a:lnTo>
                  <a:lnTo>
                    <a:pt x="1046125" y="1272228"/>
                  </a:lnTo>
                  <a:lnTo>
                    <a:pt x="1016274" y="1272988"/>
                  </a:lnTo>
                  <a:lnTo>
                    <a:pt x="1000726" y="1273350"/>
                  </a:lnTo>
                  <a:lnTo>
                    <a:pt x="995417" y="1273464"/>
                  </a:lnTo>
                  <a:lnTo>
                    <a:pt x="994940" y="1273474"/>
                  </a:lnTo>
                  <a:lnTo>
                    <a:pt x="0" y="1273474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82" name="pl1581"/>
            <p:cNvSpPr/>
            <p:nvPr/>
          </p:nvSpPr>
          <p:spPr>
            <a:xfrm>
              <a:off x="1199187" y="4223786"/>
              <a:ext cx="12049831" cy="1273474"/>
            </a:xfrm>
            <a:custGeom>
              <a:avLst/>
              <a:pathLst>
                <a:path w="12049831" h="1273474">
                  <a:moveTo>
                    <a:pt x="0" y="1273474"/>
                  </a:moveTo>
                  <a:lnTo>
                    <a:pt x="994940" y="1273474"/>
                  </a:lnTo>
                  <a:lnTo>
                    <a:pt x="996065" y="1273451"/>
                  </a:lnTo>
                  <a:lnTo>
                    <a:pt x="1003490" y="1273289"/>
                  </a:lnTo>
                  <a:lnTo>
                    <a:pt x="1022312" y="1272840"/>
                  </a:lnTo>
                  <a:lnTo>
                    <a:pt x="1056223" y="1271956"/>
                  </a:lnTo>
                  <a:lnTo>
                    <a:pt x="1107291" y="1270496"/>
                  </a:lnTo>
                  <a:lnTo>
                    <a:pt x="1175811" y="1268338"/>
                  </a:lnTo>
                  <a:lnTo>
                    <a:pt x="1260354" y="1265391"/>
                  </a:lnTo>
                  <a:lnTo>
                    <a:pt x="1358086" y="1261603"/>
                  </a:lnTo>
                  <a:lnTo>
                    <a:pt x="1465277" y="1256952"/>
                  </a:lnTo>
                  <a:lnTo>
                    <a:pt x="1577891" y="1251442"/>
                  </a:lnTo>
                  <a:lnTo>
                    <a:pt x="1692114" y="1245090"/>
                  </a:lnTo>
                  <a:lnTo>
                    <a:pt x="1804719" y="1237912"/>
                  </a:lnTo>
                  <a:lnTo>
                    <a:pt x="1913251" y="1229914"/>
                  </a:lnTo>
                  <a:lnTo>
                    <a:pt x="2016055" y="1221078"/>
                  </a:lnTo>
                  <a:lnTo>
                    <a:pt x="2112196" y="1211367"/>
                  </a:lnTo>
                  <a:lnTo>
                    <a:pt x="2201326" y="1200714"/>
                  </a:lnTo>
                  <a:lnTo>
                    <a:pt x="2283535" y="1189026"/>
                  </a:lnTo>
                  <a:lnTo>
                    <a:pt x="2359225" y="1176185"/>
                  </a:lnTo>
                  <a:lnTo>
                    <a:pt x="2428996" y="1162051"/>
                  </a:lnTo>
                  <a:lnTo>
                    <a:pt x="2493561" y="1146467"/>
                  </a:lnTo>
                  <a:lnTo>
                    <a:pt x="2553687" y="1129270"/>
                  </a:lnTo>
                  <a:lnTo>
                    <a:pt x="2610142" y="1110305"/>
                  </a:lnTo>
                  <a:lnTo>
                    <a:pt x="2663659" y="1089453"/>
                  </a:lnTo>
                  <a:lnTo>
                    <a:pt x="2702183" y="1072583"/>
                  </a:lnTo>
                  <a:lnTo>
                    <a:pt x="2757840" y="1045385"/>
                  </a:lnTo>
                  <a:lnTo>
                    <a:pt x="2811872" y="1015719"/>
                  </a:lnTo>
                  <a:lnTo>
                    <a:pt x="2864824" y="983540"/>
                  </a:lnTo>
                  <a:lnTo>
                    <a:pt x="2917114" y="948870"/>
                  </a:lnTo>
                  <a:lnTo>
                    <a:pt x="2969050" y="911802"/>
                  </a:lnTo>
                  <a:lnTo>
                    <a:pt x="3020848" y="872507"/>
                  </a:lnTo>
                  <a:lnTo>
                    <a:pt x="3072649" y="831237"/>
                  </a:lnTo>
                  <a:lnTo>
                    <a:pt x="3124524" y="788319"/>
                  </a:lnTo>
                  <a:lnTo>
                    <a:pt x="3176496" y="744150"/>
                  </a:lnTo>
                  <a:lnTo>
                    <a:pt x="3228546" y="699181"/>
                  </a:lnTo>
                  <a:lnTo>
                    <a:pt x="3280629" y="653897"/>
                  </a:lnTo>
                  <a:lnTo>
                    <a:pt x="3332692" y="608801"/>
                  </a:lnTo>
                  <a:lnTo>
                    <a:pt x="3384686" y="564385"/>
                  </a:lnTo>
                  <a:lnTo>
                    <a:pt x="3436586" y="521110"/>
                  </a:lnTo>
                  <a:lnTo>
                    <a:pt x="3488401" y="479387"/>
                  </a:lnTo>
                  <a:lnTo>
                    <a:pt x="3540189" y="439564"/>
                  </a:lnTo>
                  <a:lnTo>
                    <a:pt x="3592073" y="401912"/>
                  </a:lnTo>
                  <a:lnTo>
                    <a:pt x="3644248" y="366622"/>
                  </a:lnTo>
                  <a:lnTo>
                    <a:pt x="3696998" y="333807"/>
                  </a:lnTo>
                  <a:lnTo>
                    <a:pt x="3750709" y="303505"/>
                  </a:lnTo>
                  <a:lnTo>
                    <a:pt x="3805894" y="275689"/>
                  </a:lnTo>
                  <a:lnTo>
                    <a:pt x="3820202" y="269019"/>
                  </a:lnTo>
                  <a:lnTo>
                    <a:pt x="3871955" y="246719"/>
                  </a:lnTo>
                  <a:lnTo>
                    <a:pt x="3926146" y="226350"/>
                  </a:lnTo>
                  <a:lnTo>
                    <a:pt x="3983454" y="207843"/>
                  </a:lnTo>
                  <a:lnTo>
                    <a:pt x="4044623" y="191067"/>
                  </a:lnTo>
                  <a:lnTo>
                    <a:pt x="4110428" y="175863"/>
                  </a:lnTo>
                  <a:lnTo>
                    <a:pt x="4181624" y="162069"/>
                  </a:lnTo>
                  <a:lnTo>
                    <a:pt x="4258905" y="149530"/>
                  </a:lnTo>
                  <a:lnTo>
                    <a:pt x="4342828" y="138113"/>
                  </a:lnTo>
                  <a:lnTo>
                    <a:pt x="4433728" y="127705"/>
                  </a:lnTo>
                  <a:lnTo>
                    <a:pt x="4531599" y="118219"/>
                  </a:lnTo>
                  <a:lnTo>
                    <a:pt x="4635959" y="109597"/>
                  </a:lnTo>
                  <a:lnTo>
                    <a:pt x="4745703" y="101805"/>
                  </a:lnTo>
                  <a:lnTo>
                    <a:pt x="4858978" y="94835"/>
                  </a:lnTo>
                  <a:lnTo>
                    <a:pt x="4973127" y="88693"/>
                  </a:lnTo>
                  <a:lnTo>
                    <a:pt x="5084752" y="83398"/>
                  </a:lnTo>
                  <a:lnTo>
                    <a:pt x="5189941" y="78964"/>
                  </a:lnTo>
                  <a:lnTo>
                    <a:pt x="5284680" y="75391"/>
                  </a:lnTo>
                  <a:lnTo>
                    <a:pt x="5365410" y="72649"/>
                  </a:lnTo>
                  <a:lnTo>
                    <a:pt x="5429608" y="70676"/>
                  </a:lnTo>
                  <a:lnTo>
                    <a:pt x="5476260" y="69373"/>
                  </a:lnTo>
                  <a:lnTo>
                    <a:pt x="5506111" y="68613"/>
                  </a:lnTo>
                  <a:lnTo>
                    <a:pt x="5521659" y="68251"/>
                  </a:lnTo>
                  <a:lnTo>
                    <a:pt x="5526968" y="68137"/>
                  </a:lnTo>
                  <a:lnTo>
                    <a:pt x="5527445" y="68128"/>
                  </a:lnTo>
                  <a:lnTo>
                    <a:pt x="6522385" y="68128"/>
                  </a:lnTo>
                  <a:lnTo>
                    <a:pt x="6523522" y="68126"/>
                  </a:lnTo>
                  <a:lnTo>
                    <a:pt x="6531021" y="68117"/>
                  </a:lnTo>
                  <a:lnTo>
                    <a:pt x="6550025" y="68092"/>
                  </a:lnTo>
                  <a:lnTo>
                    <a:pt x="6584251" y="68041"/>
                  </a:lnTo>
                  <a:lnTo>
                    <a:pt x="6635767" y="67958"/>
                  </a:lnTo>
                  <a:lnTo>
                    <a:pt x="6704844" y="67834"/>
                  </a:lnTo>
                  <a:lnTo>
                    <a:pt x="6790008" y="67666"/>
                  </a:lnTo>
                  <a:lnTo>
                    <a:pt x="6888368" y="67450"/>
                  </a:lnTo>
                  <a:lnTo>
                    <a:pt x="6996141" y="67185"/>
                  </a:lnTo>
                  <a:lnTo>
                    <a:pt x="7109252" y="66871"/>
                  </a:lnTo>
                  <a:lnTo>
                    <a:pt x="7223859" y="66509"/>
                  </a:lnTo>
                  <a:lnTo>
                    <a:pt x="7336730" y="66100"/>
                  </a:lnTo>
                  <a:lnTo>
                    <a:pt x="7445416" y="65644"/>
                  </a:lnTo>
                  <a:lnTo>
                    <a:pt x="7548278" y="65141"/>
                  </a:lnTo>
                  <a:lnTo>
                    <a:pt x="7644403" y="64588"/>
                  </a:lnTo>
                  <a:lnTo>
                    <a:pt x="7733464" y="63981"/>
                  </a:lnTo>
                  <a:lnTo>
                    <a:pt x="7815572" y="63314"/>
                  </a:lnTo>
                  <a:lnTo>
                    <a:pt x="7891147" y="62582"/>
                  </a:lnTo>
                  <a:lnTo>
                    <a:pt x="7960803" y="61775"/>
                  </a:lnTo>
                  <a:lnTo>
                    <a:pt x="8025268" y="60885"/>
                  </a:lnTo>
                  <a:lnTo>
                    <a:pt x="8085316" y="59903"/>
                  </a:lnTo>
                  <a:lnTo>
                    <a:pt x="8141723" y="58820"/>
                  </a:lnTo>
                  <a:lnTo>
                    <a:pt x="8195225" y="57629"/>
                  </a:lnTo>
                  <a:lnTo>
                    <a:pt x="8229629" y="56773"/>
                  </a:lnTo>
                  <a:lnTo>
                    <a:pt x="8291258" y="55059"/>
                  </a:lnTo>
                  <a:lnTo>
                    <a:pt x="8350966" y="53174"/>
                  </a:lnTo>
                  <a:lnTo>
                    <a:pt x="8409468" y="51113"/>
                  </a:lnTo>
                  <a:lnTo>
                    <a:pt x="8467289" y="48881"/>
                  </a:lnTo>
                  <a:lnTo>
                    <a:pt x="8524803" y="46487"/>
                  </a:lnTo>
                  <a:lnTo>
                    <a:pt x="8582250" y="43947"/>
                  </a:lnTo>
                  <a:lnTo>
                    <a:pt x="8639765" y="41284"/>
                  </a:lnTo>
                  <a:lnTo>
                    <a:pt x="8697397" y="38527"/>
                  </a:lnTo>
                  <a:lnTo>
                    <a:pt x="8755129" y="35710"/>
                  </a:lnTo>
                  <a:lnTo>
                    <a:pt x="8812903" y="32871"/>
                  </a:lnTo>
                  <a:lnTo>
                    <a:pt x="8870646" y="30048"/>
                  </a:lnTo>
                  <a:lnTo>
                    <a:pt x="8928297" y="27279"/>
                  </a:lnTo>
                  <a:lnTo>
                    <a:pt x="8985830" y="24599"/>
                  </a:lnTo>
                  <a:lnTo>
                    <a:pt x="9043281" y="22038"/>
                  </a:lnTo>
                  <a:lnTo>
                    <a:pt x="9100771" y="19619"/>
                  </a:lnTo>
                  <a:lnTo>
                    <a:pt x="9158522" y="17360"/>
                  </a:lnTo>
                  <a:lnTo>
                    <a:pt x="9216884" y="15272"/>
                  </a:lnTo>
                  <a:lnTo>
                    <a:pt x="9276356" y="13358"/>
                  </a:lnTo>
                  <a:lnTo>
                    <a:pt x="9337620" y="11617"/>
                  </a:lnTo>
                  <a:lnTo>
                    <a:pt x="9347647" y="11354"/>
                  </a:lnTo>
                  <a:lnTo>
                    <a:pt x="9399582" y="10090"/>
                  </a:lnTo>
                  <a:lnTo>
                    <a:pt x="9453974" y="8935"/>
                  </a:lnTo>
                  <a:lnTo>
                    <a:pt x="9511509" y="7886"/>
                  </a:lnTo>
                  <a:lnTo>
                    <a:pt x="9572940" y="6936"/>
                  </a:lnTo>
                  <a:lnTo>
                    <a:pt x="9639048" y="6075"/>
                  </a:lnTo>
                  <a:lnTo>
                    <a:pt x="9710598" y="5294"/>
                  </a:lnTo>
                  <a:lnTo>
                    <a:pt x="9788287" y="4584"/>
                  </a:lnTo>
                  <a:lnTo>
                    <a:pt x="9872676" y="3938"/>
                  </a:lnTo>
                  <a:lnTo>
                    <a:pt x="9964094" y="3350"/>
                  </a:lnTo>
                  <a:lnTo>
                    <a:pt x="10062524" y="2813"/>
                  </a:lnTo>
                  <a:lnTo>
                    <a:pt x="10167460" y="2326"/>
                  </a:lnTo>
                  <a:lnTo>
                    <a:pt x="10277760" y="1886"/>
                  </a:lnTo>
                  <a:lnTo>
                    <a:pt x="10391521" y="1493"/>
                  </a:lnTo>
                  <a:lnTo>
                    <a:pt x="10506025" y="1146"/>
                  </a:lnTo>
                  <a:lnTo>
                    <a:pt x="10617806" y="849"/>
                  </a:lnTo>
                  <a:lnTo>
                    <a:pt x="10722896" y="600"/>
                  </a:lnTo>
                  <a:lnTo>
                    <a:pt x="10817252" y="400"/>
                  </a:lnTo>
                  <a:lnTo>
                    <a:pt x="10897320" y="247"/>
                  </a:lnTo>
                  <a:lnTo>
                    <a:pt x="10960633" y="138"/>
                  </a:lnTo>
                  <a:lnTo>
                    <a:pt x="11006273" y="66"/>
                  </a:lnTo>
                  <a:lnTo>
                    <a:pt x="11035116" y="25"/>
                  </a:lnTo>
                  <a:lnTo>
                    <a:pt x="11049803" y="6"/>
                  </a:lnTo>
                  <a:lnTo>
                    <a:pt x="11054548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3" name="pl1582"/>
            <p:cNvSpPr/>
            <p:nvPr/>
          </p:nvSpPr>
          <p:spPr>
            <a:xfrm>
              <a:off x="1199187" y="4218545"/>
              <a:ext cx="12049831" cy="1273474"/>
            </a:xfrm>
            <a:custGeom>
              <a:avLst/>
              <a:pathLst>
                <a:path w="12049831" h="1273474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1"/>
                  </a:lnTo>
                  <a:lnTo>
                    <a:pt x="11046255" y="10"/>
                  </a:lnTo>
                  <a:lnTo>
                    <a:pt x="11027251" y="36"/>
                  </a:lnTo>
                  <a:lnTo>
                    <a:pt x="10993026" y="86"/>
                  </a:lnTo>
                  <a:lnTo>
                    <a:pt x="10941509" y="170"/>
                  </a:lnTo>
                  <a:lnTo>
                    <a:pt x="10872433" y="293"/>
                  </a:lnTo>
                  <a:lnTo>
                    <a:pt x="10787269" y="461"/>
                  </a:lnTo>
                  <a:lnTo>
                    <a:pt x="10688909" y="677"/>
                  </a:lnTo>
                  <a:lnTo>
                    <a:pt x="10581135" y="942"/>
                  </a:lnTo>
                  <a:lnTo>
                    <a:pt x="10468025" y="1256"/>
                  </a:lnTo>
                  <a:lnTo>
                    <a:pt x="10353417" y="1618"/>
                  </a:lnTo>
                  <a:lnTo>
                    <a:pt x="10240547" y="2027"/>
                  </a:lnTo>
                  <a:lnTo>
                    <a:pt x="10131861" y="2483"/>
                  </a:lnTo>
                  <a:lnTo>
                    <a:pt x="10028998" y="2986"/>
                  </a:lnTo>
                  <a:lnTo>
                    <a:pt x="9932873" y="3540"/>
                  </a:lnTo>
                  <a:lnTo>
                    <a:pt x="9843813" y="4147"/>
                  </a:lnTo>
                  <a:lnTo>
                    <a:pt x="9761705" y="4813"/>
                  </a:lnTo>
                  <a:lnTo>
                    <a:pt x="9686130" y="5546"/>
                  </a:lnTo>
                  <a:lnTo>
                    <a:pt x="9616473" y="6352"/>
                  </a:lnTo>
                  <a:lnTo>
                    <a:pt x="9552009" y="7242"/>
                  </a:lnTo>
                  <a:lnTo>
                    <a:pt x="9491961" y="8224"/>
                  </a:lnTo>
                  <a:lnTo>
                    <a:pt x="9435554" y="9307"/>
                  </a:lnTo>
                  <a:lnTo>
                    <a:pt x="9382052" y="10498"/>
                  </a:lnTo>
                  <a:lnTo>
                    <a:pt x="9347647" y="11354"/>
                  </a:lnTo>
                  <a:lnTo>
                    <a:pt x="9286018" y="13068"/>
                  </a:lnTo>
                  <a:lnTo>
                    <a:pt x="9226311" y="14954"/>
                  </a:lnTo>
                  <a:lnTo>
                    <a:pt x="9167809" y="17014"/>
                  </a:lnTo>
                  <a:lnTo>
                    <a:pt x="9109987" y="19246"/>
                  </a:lnTo>
                  <a:lnTo>
                    <a:pt x="9052474" y="21640"/>
                  </a:lnTo>
                  <a:lnTo>
                    <a:pt x="8995027" y="24181"/>
                  </a:lnTo>
                  <a:lnTo>
                    <a:pt x="8937511" y="26844"/>
                  </a:lnTo>
                  <a:lnTo>
                    <a:pt x="8879879" y="29601"/>
                  </a:lnTo>
                  <a:lnTo>
                    <a:pt x="8822147" y="32417"/>
                  </a:lnTo>
                  <a:lnTo>
                    <a:pt x="8764373" y="35256"/>
                  </a:lnTo>
                  <a:lnTo>
                    <a:pt x="8706630" y="38079"/>
                  </a:lnTo>
                  <a:lnTo>
                    <a:pt x="8648980" y="40848"/>
                  </a:lnTo>
                  <a:lnTo>
                    <a:pt x="8591447" y="43528"/>
                  </a:lnTo>
                  <a:lnTo>
                    <a:pt x="8533995" y="46090"/>
                  </a:lnTo>
                  <a:lnTo>
                    <a:pt x="8476506" y="48508"/>
                  </a:lnTo>
                  <a:lnTo>
                    <a:pt x="8418755" y="50767"/>
                  </a:lnTo>
                  <a:lnTo>
                    <a:pt x="8360393" y="52856"/>
                  </a:lnTo>
                  <a:lnTo>
                    <a:pt x="8300921" y="54769"/>
                  </a:lnTo>
                  <a:lnTo>
                    <a:pt x="8239656" y="56510"/>
                  </a:lnTo>
                  <a:lnTo>
                    <a:pt x="8229629" y="56773"/>
                  </a:lnTo>
                  <a:lnTo>
                    <a:pt x="8177694" y="58038"/>
                  </a:lnTo>
                  <a:lnTo>
                    <a:pt x="8123302" y="59192"/>
                  </a:lnTo>
                  <a:lnTo>
                    <a:pt x="8065768" y="60241"/>
                  </a:lnTo>
                  <a:lnTo>
                    <a:pt x="8004337" y="61191"/>
                  </a:lnTo>
                  <a:lnTo>
                    <a:pt x="7938229" y="62052"/>
                  </a:lnTo>
                  <a:lnTo>
                    <a:pt x="7866679" y="62833"/>
                  </a:lnTo>
                  <a:lnTo>
                    <a:pt x="7788989" y="63543"/>
                  </a:lnTo>
                  <a:lnTo>
                    <a:pt x="7704601" y="64189"/>
                  </a:lnTo>
                  <a:lnTo>
                    <a:pt x="7613182" y="64778"/>
                  </a:lnTo>
                  <a:lnTo>
                    <a:pt x="7514752" y="65314"/>
                  </a:lnTo>
                  <a:lnTo>
                    <a:pt x="7409816" y="65801"/>
                  </a:lnTo>
                  <a:lnTo>
                    <a:pt x="7299516" y="66241"/>
                  </a:lnTo>
                  <a:lnTo>
                    <a:pt x="7185755" y="66635"/>
                  </a:lnTo>
                  <a:lnTo>
                    <a:pt x="7071252" y="66981"/>
                  </a:lnTo>
                  <a:lnTo>
                    <a:pt x="6959470" y="67279"/>
                  </a:lnTo>
                  <a:lnTo>
                    <a:pt x="6854380" y="67528"/>
                  </a:lnTo>
                  <a:lnTo>
                    <a:pt x="6760025" y="67728"/>
                  </a:lnTo>
                  <a:lnTo>
                    <a:pt x="6679956" y="67880"/>
                  </a:lnTo>
                  <a:lnTo>
                    <a:pt x="6616643" y="67990"/>
                  </a:lnTo>
                  <a:lnTo>
                    <a:pt x="6571003" y="68061"/>
                  </a:lnTo>
                  <a:lnTo>
                    <a:pt x="6542160" y="68102"/>
                  </a:lnTo>
                  <a:lnTo>
                    <a:pt x="6527473" y="68122"/>
                  </a:lnTo>
                  <a:lnTo>
                    <a:pt x="6522729" y="68127"/>
                  </a:lnTo>
                  <a:lnTo>
                    <a:pt x="6522385" y="68128"/>
                  </a:lnTo>
                  <a:lnTo>
                    <a:pt x="5527445" y="68128"/>
                  </a:lnTo>
                  <a:lnTo>
                    <a:pt x="5526320" y="68151"/>
                  </a:lnTo>
                  <a:lnTo>
                    <a:pt x="5518895" y="68313"/>
                  </a:lnTo>
                  <a:lnTo>
                    <a:pt x="5500073" y="68761"/>
                  </a:lnTo>
                  <a:lnTo>
                    <a:pt x="5466162" y="69645"/>
                  </a:lnTo>
                  <a:lnTo>
                    <a:pt x="5415094" y="71105"/>
                  </a:lnTo>
                  <a:lnTo>
                    <a:pt x="5346574" y="73264"/>
                  </a:lnTo>
                  <a:lnTo>
                    <a:pt x="5262031" y="76210"/>
                  </a:lnTo>
                  <a:lnTo>
                    <a:pt x="5164299" y="79999"/>
                  </a:lnTo>
                  <a:lnTo>
                    <a:pt x="5057108" y="84650"/>
                  </a:lnTo>
                  <a:lnTo>
                    <a:pt x="4944494" y="90160"/>
                  </a:lnTo>
                  <a:lnTo>
                    <a:pt x="4830271" y="96511"/>
                  </a:lnTo>
                  <a:lnTo>
                    <a:pt x="4717666" y="103689"/>
                  </a:lnTo>
                  <a:lnTo>
                    <a:pt x="4609134" y="111688"/>
                  </a:lnTo>
                  <a:lnTo>
                    <a:pt x="4506330" y="120523"/>
                  </a:lnTo>
                  <a:lnTo>
                    <a:pt x="4410189" y="130234"/>
                  </a:lnTo>
                  <a:lnTo>
                    <a:pt x="4321059" y="140887"/>
                  </a:lnTo>
                  <a:lnTo>
                    <a:pt x="4238850" y="152575"/>
                  </a:lnTo>
                  <a:lnTo>
                    <a:pt x="4163160" y="165416"/>
                  </a:lnTo>
                  <a:lnTo>
                    <a:pt x="4093389" y="179550"/>
                  </a:lnTo>
                  <a:lnTo>
                    <a:pt x="4028824" y="195134"/>
                  </a:lnTo>
                  <a:lnTo>
                    <a:pt x="3968698" y="212332"/>
                  </a:lnTo>
                  <a:lnTo>
                    <a:pt x="3912243" y="231296"/>
                  </a:lnTo>
                  <a:lnTo>
                    <a:pt x="3858726" y="252148"/>
                  </a:lnTo>
                  <a:lnTo>
                    <a:pt x="3820202" y="269019"/>
                  </a:lnTo>
                  <a:lnTo>
                    <a:pt x="3764545" y="296217"/>
                  </a:lnTo>
                  <a:lnTo>
                    <a:pt x="3710513" y="325883"/>
                  </a:lnTo>
                  <a:lnTo>
                    <a:pt x="3657561" y="358061"/>
                  </a:lnTo>
                  <a:lnTo>
                    <a:pt x="3605271" y="392731"/>
                  </a:lnTo>
                  <a:lnTo>
                    <a:pt x="3553335" y="429799"/>
                  </a:lnTo>
                  <a:lnTo>
                    <a:pt x="3501537" y="469094"/>
                  </a:lnTo>
                  <a:lnTo>
                    <a:pt x="3449736" y="510365"/>
                  </a:lnTo>
                  <a:lnTo>
                    <a:pt x="3397861" y="553282"/>
                  </a:lnTo>
                  <a:lnTo>
                    <a:pt x="3345889" y="597451"/>
                  </a:lnTo>
                  <a:lnTo>
                    <a:pt x="3293839" y="642421"/>
                  </a:lnTo>
                  <a:lnTo>
                    <a:pt x="3241756" y="687704"/>
                  </a:lnTo>
                  <a:lnTo>
                    <a:pt x="3189693" y="732800"/>
                  </a:lnTo>
                  <a:lnTo>
                    <a:pt x="3137699" y="777216"/>
                  </a:lnTo>
                  <a:lnTo>
                    <a:pt x="3085799" y="820492"/>
                  </a:lnTo>
                  <a:lnTo>
                    <a:pt x="3033984" y="862214"/>
                  </a:lnTo>
                  <a:lnTo>
                    <a:pt x="2982196" y="902037"/>
                  </a:lnTo>
                  <a:lnTo>
                    <a:pt x="2930312" y="939689"/>
                  </a:lnTo>
                  <a:lnTo>
                    <a:pt x="2878137" y="974979"/>
                  </a:lnTo>
                  <a:lnTo>
                    <a:pt x="2825387" y="1007794"/>
                  </a:lnTo>
                  <a:lnTo>
                    <a:pt x="2771676" y="1038096"/>
                  </a:lnTo>
                  <a:lnTo>
                    <a:pt x="2716491" y="1065913"/>
                  </a:lnTo>
                  <a:lnTo>
                    <a:pt x="2702183" y="1072583"/>
                  </a:lnTo>
                  <a:lnTo>
                    <a:pt x="2650430" y="1094882"/>
                  </a:lnTo>
                  <a:lnTo>
                    <a:pt x="2596239" y="1115251"/>
                  </a:lnTo>
                  <a:lnTo>
                    <a:pt x="2538931" y="1133758"/>
                  </a:lnTo>
                  <a:lnTo>
                    <a:pt x="2477762" y="1150534"/>
                  </a:lnTo>
                  <a:lnTo>
                    <a:pt x="2411957" y="1165738"/>
                  </a:lnTo>
                  <a:lnTo>
                    <a:pt x="2340761" y="1179533"/>
                  </a:lnTo>
                  <a:lnTo>
                    <a:pt x="2263480" y="1192071"/>
                  </a:lnTo>
                  <a:lnTo>
                    <a:pt x="2179557" y="1203488"/>
                  </a:lnTo>
                  <a:lnTo>
                    <a:pt x="2088657" y="1213897"/>
                  </a:lnTo>
                  <a:lnTo>
                    <a:pt x="1990786" y="1223382"/>
                  </a:lnTo>
                  <a:lnTo>
                    <a:pt x="1886426" y="1232004"/>
                  </a:lnTo>
                  <a:lnTo>
                    <a:pt x="1776682" y="1239796"/>
                  </a:lnTo>
                  <a:lnTo>
                    <a:pt x="1663407" y="1246767"/>
                  </a:lnTo>
                  <a:lnTo>
                    <a:pt x="1549258" y="1252908"/>
                  </a:lnTo>
                  <a:lnTo>
                    <a:pt x="1437633" y="1258203"/>
                  </a:lnTo>
                  <a:lnTo>
                    <a:pt x="1332444" y="1262637"/>
                  </a:lnTo>
                  <a:lnTo>
                    <a:pt x="1237705" y="1266211"/>
                  </a:lnTo>
                  <a:lnTo>
                    <a:pt x="1156975" y="1268952"/>
                  </a:lnTo>
                  <a:lnTo>
                    <a:pt x="1092777" y="1270925"/>
                  </a:lnTo>
                  <a:lnTo>
                    <a:pt x="1046125" y="1272228"/>
                  </a:lnTo>
                  <a:lnTo>
                    <a:pt x="1016274" y="1272988"/>
                  </a:lnTo>
                  <a:lnTo>
                    <a:pt x="1000726" y="1273350"/>
                  </a:lnTo>
                  <a:lnTo>
                    <a:pt x="995417" y="1273464"/>
                  </a:lnTo>
                  <a:lnTo>
                    <a:pt x="994940" y="1273474"/>
                  </a:lnTo>
                  <a:lnTo>
                    <a:pt x="0" y="1273474"/>
                  </a:lnTo>
                  <a:lnTo>
                    <a:pt x="0" y="12734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4" name="pg1583"/>
            <p:cNvSpPr/>
            <p:nvPr/>
          </p:nvSpPr>
          <p:spPr>
            <a:xfrm>
              <a:off x="1199187" y="1598228"/>
              <a:ext cx="12049831" cy="3804700"/>
            </a:xfrm>
            <a:custGeom>
              <a:avLst/>
              <a:pathLst>
                <a:path w="12049831" h="3804700">
                  <a:moveTo>
                    <a:pt x="0" y="3804700"/>
                  </a:moveTo>
                  <a:lnTo>
                    <a:pt x="994940" y="3804700"/>
                  </a:lnTo>
                  <a:lnTo>
                    <a:pt x="995973" y="3804634"/>
                  </a:lnTo>
                  <a:lnTo>
                    <a:pt x="1002806" y="3804165"/>
                  </a:lnTo>
                  <a:lnTo>
                    <a:pt x="1020164" y="3802870"/>
                  </a:lnTo>
                  <a:lnTo>
                    <a:pt x="1051534" y="3800317"/>
                  </a:lnTo>
                  <a:lnTo>
                    <a:pt x="1098970" y="3796093"/>
                  </a:lnTo>
                  <a:lnTo>
                    <a:pt x="1162953" y="3789838"/>
                  </a:lnTo>
                  <a:lnTo>
                    <a:pt x="1242404" y="3781275"/>
                  </a:lnTo>
                  <a:lnTo>
                    <a:pt x="1334927" y="3770230"/>
                  </a:lnTo>
                  <a:lnTo>
                    <a:pt x="1437225" y="3756623"/>
                  </a:lnTo>
                  <a:lnTo>
                    <a:pt x="1545614" y="3740452"/>
                  </a:lnTo>
                  <a:lnTo>
                    <a:pt x="1656496" y="3721761"/>
                  </a:lnTo>
                  <a:lnTo>
                    <a:pt x="1766725" y="3700599"/>
                  </a:lnTo>
                  <a:lnTo>
                    <a:pt x="1873809" y="3676995"/>
                  </a:lnTo>
                  <a:lnTo>
                    <a:pt x="1975973" y="3650927"/>
                  </a:lnTo>
                  <a:lnTo>
                    <a:pt x="2072122" y="3622309"/>
                  </a:lnTo>
                  <a:lnTo>
                    <a:pt x="2161730" y="3590981"/>
                  </a:lnTo>
                  <a:lnTo>
                    <a:pt x="2244721" y="3556710"/>
                  </a:lnTo>
                  <a:lnTo>
                    <a:pt x="2321344" y="3519186"/>
                  </a:lnTo>
                  <a:lnTo>
                    <a:pt x="2392072" y="3478034"/>
                  </a:lnTo>
                  <a:lnTo>
                    <a:pt x="2457512" y="3432824"/>
                  </a:lnTo>
                  <a:lnTo>
                    <a:pt x="2518347" y="3383090"/>
                  </a:lnTo>
                  <a:lnTo>
                    <a:pt x="2575287" y="3328362"/>
                  </a:lnTo>
                  <a:lnTo>
                    <a:pt x="2629027" y="3268223"/>
                  </a:lnTo>
                  <a:lnTo>
                    <a:pt x="2680220" y="3202387"/>
                  </a:lnTo>
                  <a:lnTo>
                    <a:pt x="2702183" y="3171457"/>
                  </a:lnTo>
                  <a:lnTo>
                    <a:pt x="2741629" y="3111797"/>
                  </a:lnTo>
                  <a:lnTo>
                    <a:pt x="2780175" y="3048303"/>
                  </a:lnTo>
                  <a:lnTo>
                    <a:pt x="2818036" y="2980897"/>
                  </a:lnTo>
                  <a:lnTo>
                    <a:pt x="2855390" y="2909547"/>
                  </a:lnTo>
                  <a:lnTo>
                    <a:pt x="2892385" y="2834272"/>
                  </a:lnTo>
                  <a:lnTo>
                    <a:pt x="2929138" y="2755149"/>
                  </a:lnTo>
                  <a:lnTo>
                    <a:pt x="2965746" y="2672313"/>
                  </a:lnTo>
                  <a:lnTo>
                    <a:pt x="3002281" y="2585960"/>
                  </a:lnTo>
                  <a:lnTo>
                    <a:pt x="3038798" y="2496349"/>
                  </a:lnTo>
                  <a:lnTo>
                    <a:pt x="3075334" y="2403802"/>
                  </a:lnTo>
                  <a:lnTo>
                    <a:pt x="3111909" y="2308698"/>
                  </a:lnTo>
                  <a:lnTo>
                    <a:pt x="3148532" y="2211469"/>
                  </a:lnTo>
                  <a:lnTo>
                    <a:pt x="3185202" y="2112594"/>
                  </a:lnTo>
                  <a:lnTo>
                    <a:pt x="3221908" y="2012586"/>
                  </a:lnTo>
                  <a:lnTo>
                    <a:pt x="3258634" y="1911986"/>
                  </a:lnTo>
                  <a:lnTo>
                    <a:pt x="3295361" y="1811347"/>
                  </a:lnTo>
                  <a:lnTo>
                    <a:pt x="3332071" y="1711224"/>
                  </a:lnTo>
                  <a:lnTo>
                    <a:pt x="3368746" y="1612159"/>
                  </a:lnTo>
                  <a:lnTo>
                    <a:pt x="3405377" y="1514672"/>
                  </a:lnTo>
                  <a:lnTo>
                    <a:pt x="3441958" y="1419244"/>
                  </a:lnTo>
                  <a:lnTo>
                    <a:pt x="3478498" y="1326317"/>
                  </a:lnTo>
                  <a:lnTo>
                    <a:pt x="3515016" y="1236277"/>
                  </a:lnTo>
                  <a:lnTo>
                    <a:pt x="3551546" y="1149453"/>
                  </a:lnTo>
                  <a:lnTo>
                    <a:pt x="3588140" y="1066113"/>
                  </a:lnTo>
                  <a:lnTo>
                    <a:pt x="3624868" y="986463"/>
                  </a:lnTo>
                  <a:lnTo>
                    <a:pt x="3661822" y="910647"/>
                  </a:lnTo>
                  <a:lnTo>
                    <a:pt x="3699118" y="838747"/>
                  </a:lnTo>
                  <a:lnTo>
                    <a:pt x="3736898" y="770792"/>
                  </a:lnTo>
                  <a:lnTo>
                    <a:pt x="3775337" y="706757"/>
                  </a:lnTo>
                  <a:lnTo>
                    <a:pt x="3814643" y="646570"/>
                  </a:lnTo>
                  <a:lnTo>
                    <a:pt x="3820202" y="638483"/>
                  </a:lnTo>
                  <a:lnTo>
                    <a:pt x="3870456" y="570101"/>
                  </a:lnTo>
                  <a:lnTo>
                    <a:pt x="3922994" y="507467"/>
                  </a:lnTo>
                  <a:lnTo>
                    <a:pt x="3978436" y="450394"/>
                  </a:lnTo>
                  <a:lnTo>
                    <a:pt x="4037461" y="398509"/>
                  </a:lnTo>
                  <a:lnTo>
                    <a:pt x="4100780" y="351358"/>
                  </a:lnTo>
                  <a:lnTo>
                    <a:pt x="4169090" y="308469"/>
                  </a:lnTo>
                  <a:lnTo>
                    <a:pt x="4243040" y="269392"/>
                  </a:lnTo>
                  <a:lnTo>
                    <a:pt x="4323171" y="233725"/>
                  </a:lnTo>
                  <a:lnTo>
                    <a:pt x="4409842" y="201130"/>
                  </a:lnTo>
                  <a:lnTo>
                    <a:pt x="4503135" y="171338"/>
                  </a:lnTo>
                  <a:lnTo>
                    <a:pt x="4602740" y="144158"/>
                  </a:lnTo>
                  <a:lnTo>
                    <a:pt x="4707826" y="119471"/>
                  </a:lnTo>
                  <a:lnTo>
                    <a:pt x="4816930" y="97229"/>
                  </a:lnTo>
                  <a:lnTo>
                    <a:pt x="4927876" y="77441"/>
                  </a:lnTo>
                  <a:lnTo>
                    <a:pt x="5037790" y="60149"/>
                  </a:lnTo>
                  <a:lnTo>
                    <a:pt x="5143239" y="45406"/>
                  </a:lnTo>
                  <a:lnTo>
                    <a:pt x="5240523" y="33233"/>
                  </a:lnTo>
                  <a:lnTo>
                    <a:pt x="5326111" y="23589"/>
                  </a:lnTo>
                  <a:lnTo>
                    <a:pt x="5397149" y="16342"/>
                  </a:lnTo>
                  <a:lnTo>
                    <a:pt x="5451934" y="11260"/>
                  </a:lnTo>
                  <a:lnTo>
                    <a:pt x="5490242" y="8017"/>
                  </a:lnTo>
                  <a:lnTo>
                    <a:pt x="5513443" y="6220"/>
                  </a:lnTo>
                  <a:lnTo>
                    <a:pt x="5524414" y="543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2" y="5241"/>
                  </a:lnTo>
                  <a:lnTo>
                    <a:pt x="6531021" y="5251"/>
                  </a:lnTo>
                  <a:lnTo>
                    <a:pt x="6550025" y="5276"/>
                  </a:lnTo>
                  <a:lnTo>
                    <a:pt x="6584251" y="5327"/>
                  </a:lnTo>
                  <a:lnTo>
                    <a:pt x="6635767" y="5410"/>
                  </a:lnTo>
                  <a:lnTo>
                    <a:pt x="6704844" y="5533"/>
                  </a:lnTo>
                  <a:lnTo>
                    <a:pt x="6790008" y="5702"/>
                  </a:lnTo>
                  <a:lnTo>
                    <a:pt x="6888368" y="5918"/>
                  </a:lnTo>
                  <a:lnTo>
                    <a:pt x="6996141" y="6183"/>
                  </a:lnTo>
                  <a:lnTo>
                    <a:pt x="7109252" y="6497"/>
                  </a:lnTo>
                  <a:lnTo>
                    <a:pt x="7223859" y="6859"/>
                  </a:lnTo>
                  <a:lnTo>
                    <a:pt x="7336730" y="7268"/>
                  </a:lnTo>
                  <a:lnTo>
                    <a:pt x="7445416" y="7723"/>
                  </a:lnTo>
                  <a:lnTo>
                    <a:pt x="7548278" y="8227"/>
                  </a:lnTo>
                  <a:lnTo>
                    <a:pt x="7644403" y="8780"/>
                  </a:lnTo>
                  <a:lnTo>
                    <a:pt x="7733464" y="9387"/>
                  </a:lnTo>
                  <a:lnTo>
                    <a:pt x="7815572" y="10054"/>
                  </a:lnTo>
                  <a:lnTo>
                    <a:pt x="7891147" y="10786"/>
                  </a:lnTo>
                  <a:lnTo>
                    <a:pt x="7960803" y="11593"/>
                  </a:lnTo>
                  <a:lnTo>
                    <a:pt x="8025268" y="12482"/>
                  </a:lnTo>
                  <a:lnTo>
                    <a:pt x="8085316" y="13465"/>
                  </a:lnTo>
                  <a:lnTo>
                    <a:pt x="8141723" y="14548"/>
                  </a:lnTo>
                  <a:lnTo>
                    <a:pt x="8195225" y="15739"/>
                  </a:lnTo>
                  <a:lnTo>
                    <a:pt x="8229629" y="16595"/>
                  </a:lnTo>
                  <a:lnTo>
                    <a:pt x="8291258" y="18308"/>
                  </a:lnTo>
                  <a:lnTo>
                    <a:pt x="8350966" y="20194"/>
                  </a:lnTo>
                  <a:lnTo>
                    <a:pt x="8409468" y="22255"/>
                  </a:lnTo>
                  <a:lnTo>
                    <a:pt x="8467289" y="24487"/>
                  </a:lnTo>
                  <a:lnTo>
                    <a:pt x="8524803" y="26881"/>
                  </a:lnTo>
                  <a:lnTo>
                    <a:pt x="8582250" y="29421"/>
                  </a:lnTo>
                  <a:lnTo>
                    <a:pt x="8639765" y="32084"/>
                  </a:lnTo>
                  <a:lnTo>
                    <a:pt x="8697397" y="34841"/>
                  </a:lnTo>
                  <a:lnTo>
                    <a:pt x="8755129" y="37658"/>
                  </a:lnTo>
                  <a:lnTo>
                    <a:pt x="8812903" y="40497"/>
                  </a:lnTo>
                  <a:lnTo>
                    <a:pt x="8870646" y="43320"/>
                  </a:lnTo>
                  <a:lnTo>
                    <a:pt x="8928297" y="46088"/>
                  </a:lnTo>
                  <a:lnTo>
                    <a:pt x="8985830" y="48769"/>
                  </a:lnTo>
                  <a:lnTo>
                    <a:pt x="9043281" y="51330"/>
                  </a:lnTo>
                  <a:lnTo>
                    <a:pt x="9100771" y="53749"/>
                  </a:lnTo>
                  <a:lnTo>
                    <a:pt x="9158522" y="56008"/>
                  </a:lnTo>
                  <a:lnTo>
                    <a:pt x="9216884" y="58096"/>
                  </a:lnTo>
                  <a:lnTo>
                    <a:pt x="9276356" y="60010"/>
                  </a:lnTo>
                  <a:lnTo>
                    <a:pt x="9337620" y="61751"/>
                  </a:lnTo>
                  <a:lnTo>
                    <a:pt x="9347647" y="62014"/>
                  </a:lnTo>
                  <a:lnTo>
                    <a:pt x="9399582" y="63278"/>
                  </a:lnTo>
                  <a:lnTo>
                    <a:pt x="9453974" y="64433"/>
                  </a:lnTo>
                  <a:lnTo>
                    <a:pt x="9511509" y="65482"/>
                  </a:lnTo>
                  <a:lnTo>
                    <a:pt x="9572940" y="66432"/>
                  </a:lnTo>
                  <a:lnTo>
                    <a:pt x="9639048" y="67293"/>
                  </a:lnTo>
                  <a:lnTo>
                    <a:pt x="9710598" y="68074"/>
                  </a:lnTo>
                  <a:lnTo>
                    <a:pt x="9788287" y="68784"/>
                  </a:lnTo>
                  <a:lnTo>
                    <a:pt x="9872676" y="69430"/>
                  </a:lnTo>
                  <a:lnTo>
                    <a:pt x="9964094" y="70018"/>
                  </a:lnTo>
                  <a:lnTo>
                    <a:pt x="10062524" y="70555"/>
                  </a:lnTo>
                  <a:lnTo>
                    <a:pt x="10167460" y="71042"/>
                  </a:lnTo>
                  <a:lnTo>
                    <a:pt x="10277760" y="71482"/>
                  </a:lnTo>
                  <a:lnTo>
                    <a:pt x="10391521" y="71875"/>
                  </a:lnTo>
                  <a:lnTo>
                    <a:pt x="10506025" y="72221"/>
                  </a:lnTo>
                  <a:lnTo>
                    <a:pt x="10617806" y="72519"/>
                  </a:lnTo>
                  <a:lnTo>
                    <a:pt x="10722896" y="72768"/>
                  </a:lnTo>
                  <a:lnTo>
                    <a:pt x="10817252" y="72968"/>
                  </a:lnTo>
                  <a:lnTo>
                    <a:pt x="10897320" y="73121"/>
                  </a:lnTo>
                  <a:lnTo>
                    <a:pt x="10960633" y="73230"/>
                  </a:lnTo>
                  <a:lnTo>
                    <a:pt x="11006273" y="73302"/>
                  </a:lnTo>
                  <a:lnTo>
                    <a:pt x="11035116" y="73343"/>
                  </a:lnTo>
                  <a:lnTo>
                    <a:pt x="11049803" y="73362"/>
                  </a:lnTo>
                  <a:lnTo>
                    <a:pt x="11054548" y="73368"/>
                  </a:lnTo>
                  <a:lnTo>
                    <a:pt x="11054891" y="73368"/>
                  </a:lnTo>
                  <a:lnTo>
                    <a:pt x="12049831" y="73368"/>
                  </a:lnTo>
                  <a:lnTo>
                    <a:pt x="12049831" y="68128"/>
                  </a:lnTo>
                  <a:lnTo>
                    <a:pt x="11054891" y="68128"/>
                  </a:lnTo>
                  <a:lnTo>
                    <a:pt x="11053755" y="68126"/>
                  </a:lnTo>
                  <a:lnTo>
                    <a:pt x="11046255" y="68117"/>
                  </a:lnTo>
                  <a:lnTo>
                    <a:pt x="11027251" y="68092"/>
                  </a:lnTo>
                  <a:lnTo>
                    <a:pt x="10993026" y="68041"/>
                  </a:lnTo>
                  <a:lnTo>
                    <a:pt x="10941509" y="67958"/>
                  </a:lnTo>
                  <a:lnTo>
                    <a:pt x="10872433" y="67834"/>
                  </a:lnTo>
                  <a:lnTo>
                    <a:pt x="10787269" y="67666"/>
                  </a:lnTo>
                  <a:lnTo>
                    <a:pt x="10688909" y="67450"/>
                  </a:lnTo>
                  <a:lnTo>
                    <a:pt x="10581135" y="67185"/>
                  </a:lnTo>
                  <a:lnTo>
                    <a:pt x="10468025" y="66871"/>
                  </a:lnTo>
                  <a:lnTo>
                    <a:pt x="10353417" y="66509"/>
                  </a:lnTo>
                  <a:lnTo>
                    <a:pt x="10240547" y="66100"/>
                  </a:lnTo>
                  <a:lnTo>
                    <a:pt x="10131861" y="65644"/>
                  </a:lnTo>
                  <a:lnTo>
                    <a:pt x="10028998" y="65141"/>
                  </a:lnTo>
                  <a:lnTo>
                    <a:pt x="9932873" y="64588"/>
                  </a:lnTo>
                  <a:lnTo>
                    <a:pt x="9843813" y="63981"/>
                  </a:lnTo>
                  <a:lnTo>
                    <a:pt x="9761705" y="63314"/>
                  </a:lnTo>
                  <a:lnTo>
                    <a:pt x="9686130" y="62582"/>
                  </a:lnTo>
                  <a:lnTo>
                    <a:pt x="9616473" y="61775"/>
                  </a:lnTo>
                  <a:lnTo>
                    <a:pt x="9552009" y="60885"/>
                  </a:lnTo>
                  <a:lnTo>
                    <a:pt x="9491961" y="59903"/>
                  </a:lnTo>
                  <a:lnTo>
                    <a:pt x="9435554" y="58820"/>
                  </a:lnTo>
                  <a:lnTo>
                    <a:pt x="9382052" y="57629"/>
                  </a:lnTo>
                  <a:lnTo>
                    <a:pt x="9347647" y="56773"/>
                  </a:lnTo>
                  <a:lnTo>
                    <a:pt x="9286018" y="55059"/>
                  </a:lnTo>
                  <a:lnTo>
                    <a:pt x="9226311" y="53174"/>
                  </a:lnTo>
                  <a:lnTo>
                    <a:pt x="9167809" y="51113"/>
                  </a:lnTo>
                  <a:lnTo>
                    <a:pt x="9109987" y="48881"/>
                  </a:lnTo>
                  <a:lnTo>
                    <a:pt x="9052474" y="46487"/>
                  </a:lnTo>
                  <a:lnTo>
                    <a:pt x="8995027" y="43947"/>
                  </a:lnTo>
                  <a:lnTo>
                    <a:pt x="8937511" y="41284"/>
                  </a:lnTo>
                  <a:lnTo>
                    <a:pt x="8879879" y="38527"/>
                  </a:lnTo>
                  <a:lnTo>
                    <a:pt x="8822147" y="35710"/>
                  </a:lnTo>
                  <a:lnTo>
                    <a:pt x="8764373" y="32871"/>
                  </a:lnTo>
                  <a:lnTo>
                    <a:pt x="8706630" y="30048"/>
                  </a:lnTo>
                  <a:lnTo>
                    <a:pt x="8648980" y="27279"/>
                  </a:lnTo>
                  <a:lnTo>
                    <a:pt x="8591447" y="24599"/>
                  </a:lnTo>
                  <a:lnTo>
                    <a:pt x="8533995" y="22038"/>
                  </a:lnTo>
                  <a:lnTo>
                    <a:pt x="8476506" y="19619"/>
                  </a:lnTo>
                  <a:lnTo>
                    <a:pt x="8418755" y="17360"/>
                  </a:lnTo>
                  <a:lnTo>
                    <a:pt x="8360393" y="15272"/>
                  </a:lnTo>
                  <a:lnTo>
                    <a:pt x="8300921" y="13358"/>
                  </a:lnTo>
                  <a:lnTo>
                    <a:pt x="8239656" y="11617"/>
                  </a:lnTo>
                  <a:lnTo>
                    <a:pt x="8229629" y="11354"/>
                  </a:lnTo>
                  <a:lnTo>
                    <a:pt x="8177694" y="10090"/>
                  </a:lnTo>
                  <a:lnTo>
                    <a:pt x="8123302" y="8935"/>
                  </a:lnTo>
                  <a:lnTo>
                    <a:pt x="8065768" y="7886"/>
                  </a:lnTo>
                  <a:lnTo>
                    <a:pt x="8004337" y="6936"/>
                  </a:lnTo>
                  <a:lnTo>
                    <a:pt x="7938229" y="6075"/>
                  </a:lnTo>
                  <a:lnTo>
                    <a:pt x="7866679" y="5294"/>
                  </a:lnTo>
                  <a:lnTo>
                    <a:pt x="7788989" y="4584"/>
                  </a:lnTo>
                  <a:lnTo>
                    <a:pt x="7704601" y="3938"/>
                  </a:lnTo>
                  <a:lnTo>
                    <a:pt x="7613182" y="3350"/>
                  </a:lnTo>
                  <a:lnTo>
                    <a:pt x="7514752" y="2813"/>
                  </a:lnTo>
                  <a:lnTo>
                    <a:pt x="7409816" y="2326"/>
                  </a:lnTo>
                  <a:lnTo>
                    <a:pt x="7299516" y="1886"/>
                  </a:lnTo>
                  <a:lnTo>
                    <a:pt x="7185755" y="1493"/>
                  </a:lnTo>
                  <a:lnTo>
                    <a:pt x="7071252" y="1146"/>
                  </a:lnTo>
                  <a:lnTo>
                    <a:pt x="6959470" y="849"/>
                  </a:lnTo>
                  <a:lnTo>
                    <a:pt x="6854380" y="600"/>
                  </a:lnTo>
                  <a:lnTo>
                    <a:pt x="6760025" y="400"/>
                  </a:lnTo>
                  <a:lnTo>
                    <a:pt x="6679956" y="247"/>
                  </a:lnTo>
                  <a:lnTo>
                    <a:pt x="6616643" y="138"/>
                  </a:lnTo>
                  <a:lnTo>
                    <a:pt x="6571003" y="66"/>
                  </a:lnTo>
                  <a:lnTo>
                    <a:pt x="6542160" y="25"/>
                  </a:lnTo>
                  <a:lnTo>
                    <a:pt x="6527473" y="6"/>
                  </a:lnTo>
                  <a:lnTo>
                    <a:pt x="6522729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12" y="65"/>
                  </a:lnTo>
                  <a:lnTo>
                    <a:pt x="5519579" y="534"/>
                  </a:lnTo>
                  <a:lnTo>
                    <a:pt x="5502221" y="1829"/>
                  </a:lnTo>
                  <a:lnTo>
                    <a:pt x="5470851" y="4382"/>
                  </a:lnTo>
                  <a:lnTo>
                    <a:pt x="5423415" y="8606"/>
                  </a:lnTo>
                  <a:lnTo>
                    <a:pt x="5359432" y="14862"/>
                  </a:lnTo>
                  <a:lnTo>
                    <a:pt x="5279981" y="23424"/>
                  </a:lnTo>
                  <a:lnTo>
                    <a:pt x="5187458" y="34469"/>
                  </a:lnTo>
                  <a:lnTo>
                    <a:pt x="5085160" y="48077"/>
                  </a:lnTo>
                  <a:lnTo>
                    <a:pt x="4976771" y="64247"/>
                  </a:lnTo>
                  <a:lnTo>
                    <a:pt x="4865889" y="82939"/>
                  </a:lnTo>
                  <a:lnTo>
                    <a:pt x="4755660" y="104100"/>
                  </a:lnTo>
                  <a:lnTo>
                    <a:pt x="4648576" y="127704"/>
                  </a:lnTo>
                  <a:lnTo>
                    <a:pt x="4546412" y="153772"/>
                  </a:lnTo>
                  <a:lnTo>
                    <a:pt x="4450263" y="182391"/>
                  </a:lnTo>
                  <a:lnTo>
                    <a:pt x="4360655" y="213718"/>
                  </a:lnTo>
                  <a:lnTo>
                    <a:pt x="4277664" y="247990"/>
                  </a:lnTo>
                  <a:lnTo>
                    <a:pt x="4201041" y="285514"/>
                  </a:lnTo>
                  <a:lnTo>
                    <a:pt x="4130313" y="326665"/>
                  </a:lnTo>
                  <a:lnTo>
                    <a:pt x="4064873" y="371875"/>
                  </a:lnTo>
                  <a:lnTo>
                    <a:pt x="4004038" y="421610"/>
                  </a:lnTo>
                  <a:lnTo>
                    <a:pt x="3947098" y="476338"/>
                  </a:lnTo>
                  <a:lnTo>
                    <a:pt x="3893358" y="536477"/>
                  </a:lnTo>
                  <a:lnTo>
                    <a:pt x="3842165" y="602312"/>
                  </a:lnTo>
                  <a:lnTo>
                    <a:pt x="3820202" y="633243"/>
                  </a:lnTo>
                  <a:lnTo>
                    <a:pt x="3780756" y="692902"/>
                  </a:lnTo>
                  <a:lnTo>
                    <a:pt x="3742210" y="756396"/>
                  </a:lnTo>
                  <a:lnTo>
                    <a:pt x="3704349" y="823802"/>
                  </a:lnTo>
                  <a:lnTo>
                    <a:pt x="3666995" y="895152"/>
                  </a:lnTo>
                  <a:lnTo>
                    <a:pt x="3630000" y="970427"/>
                  </a:lnTo>
                  <a:lnTo>
                    <a:pt x="3593247" y="1049550"/>
                  </a:lnTo>
                  <a:lnTo>
                    <a:pt x="3556639" y="1132387"/>
                  </a:lnTo>
                  <a:lnTo>
                    <a:pt x="3520104" y="1218740"/>
                  </a:lnTo>
                  <a:lnTo>
                    <a:pt x="3483587" y="1308350"/>
                  </a:lnTo>
                  <a:lnTo>
                    <a:pt x="3447051" y="1400897"/>
                  </a:lnTo>
                  <a:lnTo>
                    <a:pt x="3410476" y="1496001"/>
                  </a:lnTo>
                  <a:lnTo>
                    <a:pt x="3373853" y="1593230"/>
                  </a:lnTo>
                  <a:lnTo>
                    <a:pt x="3337183" y="1692106"/>
                  </a:lnTo>
                  <a:lnTo>
                    <a:pt x="3300477" y="1792113"/>
                  </a:lnTo>
                  <a:lnTo>
                    <a:pt x="3263751" y="1892713"/>
                  </a:lnTo>
                  <a:lnTo>
                    <a:pt x="3227024" y="1993352"/>
                  </a:lnTo>
                  <a:lnTo>
                    <a:pt x="3190314" y="2093475"/>
                  </a:lnTo>
                  <a:lnTo>
                    <a:pt x="3153639" y="2192540"/>
                  </a:lnTo>
                  <a:lnTo>
                    <a:pt x="3117008" y="2290028"/>
                  </a:lnTo>
                  <a:lnTo>
                    <a:pt x="3080427" y="2385455"/>
                  </a:lnTo>
                  <a:lnTo>
                    <a:pt x="3043887" y="2478382"/>
                  </a:lnTo>
                  <a:lnTo>
                    <a:pt x="3007369" y="2568422"/>
                  </a:lnTo>
                  <a:lnTo>
                    <a:pt x="2970839" y="2655246"/>
                  </a:lnTo>
                  <a:lnTo>
                    <a:pt x="2934245" y="2738586"/>
                  </a:lnTo>
                  <a:lnTo>
                    <a:pt x="2897517" y="2818236"/>
                  </a:lnTo>
                  <a:lnTo>
                    <a:pt x="2860563" y="2894053"/>
                  </a:lnTo>
                  <a:lnTo>
                    <a:pt x="2823267" y="2965952"/>
                  </a:lnTo>
                  <a:lnTo>
                    <a:pt x="2785487" y="3033907"/>
                  </a:lnTo>
                  <a:lnTo>
                    <a:pt x="2747048" y="3097942"/>
                  </a:lnTo>
                  <a:lnTo>
                    <a:pt x="2707742" y="3158130"/>
                  </a:lnTo>
                  <a:lnTo>
                    <a:pt x="2702183" y="3166216"/>
                  </a:lnTo>
                  <a:lnTo>
                    <a:pt x="2651929" y="3234599"/>
                  </a:lnTo>
                  <a:lnTo>
                    <a:pt x="2599391" y="3297232"/>
                  </a:lnTo>
                  <a:lnTo>
                    <a:pt x="2543949" y="3354305"/>
                  </a:lnTo>
                  <a:lnTo>
                    <a:pt x="2484924" y="3406190"/>
                  </a:lnTo>
                  <a:lnTo>
                    <a:pt x="2421605" y="3453341"/>
                  </a:lnTo>
                  <a:lnTo>
                    <a:pt x="2353295" y="3496230"/>
                  </a:lnTo>
                  <a:lnTo>
                    <a:pt x="2279345" y="3535308"/>
                  </a:lnTo>
                  <a:lnTo>
                    <a:pt x="2199214" y="3570974"/>
                  </a:lnTo>
                  <a:lnTo>
                    <a:pt x="2112543" y="3603569"/>
                  </a:lnTo>
                  <a:lnTo>
                    <a:pt x="2019250" y="3633361"/>
                  </a:lnTo>
                  <a:lnTo>
                    <a:pt x="1919645" y="3660541"/>
                  </a:lnTo>
                  <a:lnTo>
                    <a:pt x="1814559" y="3685228"/>
                  </a:lnTo>
                  <a:lnTo>
                    <a:pt x="1705455" y="3707470"/>
                  </a:lnTo>
                  <a:lnTo>
                    <a:pt x="1594509" y="3727259"/>
                  </a:lnTo>
                  <a:lnTo>
                    <a:pt x="1484595" y="3744550"/>
                  </a:lnTo>
                  <a:lnTo>
                    <a:pt x="1379146" y="3759293"/>
                  </a:lnTo>
                  <a:lnTo>
                    <a:pt x="1281862" y="3771466"/>
                  </a:lnTo>
                  <a:lnTo>
                    <a:pt x="1196274" y="3781110"/>
                  </a:lnTo>
                  <a:lnTo>
                    <a:pt x="1125236" y="3788357"/>
                  </a:lnTo>
                  <a:lnTo>
                    <a:pt x="1070451" y="3793439"/>
                  </a:lnTo>
                  <a:lnTo>
                    <a:pt x="1032143" y="3796682"/>
                  </a:lnTo>
                  <a:lnTo>
                    <a:pt x="1008942" y="3798480"/>
                  </a:lnTo>
                  <a:lnTo>
                    <a:pt x="997971" y="3799260"/>
                  </a:lnTo>
                  <a:lnTo>
                    <a:pt x="994940" y="3799459"/>
                  </a:lnTo>
                  <a:lnTo>
                    <a:pt x="0" y="3799459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85" name="pl1584"/>
            <p:cNvSpPr/>
            <p:nvPr/>
          </p:nvSpPr>
          <p:spPr>
            <a:xfrm>
              <a:off x="1199187" y="1603469"/>
              <a:ext cx="12049831" cy="3799459"/>
            </a:xfrm>
            <a:custGeom>
              <a:avLst/>
              <a:pathLst>
                <a:path w="12049831" h="3799459">
                  <a:moveTo>
                    <a:pt x="0" y="3799459"/>
                  </a:moveTo>
                  <a:lnTo>
                    <a:pt x="994940" y="3799459"/>
                  </a:lnTo>
                  <a:lnTo>
                    <a:pt x="995973" y="3799393"/>
                  </a:lnTo>
                  <a:lnTo>
                    <a:pt x="1002806" y="3798925"/>
                  </a:lnTo>
                  <a:lnTo>
                    <a:pt x="1020164" y="3797630"/>
                  </a:lnTo>
                  <a:lnTo>
                    <a:pt x="1051534" y="3795077"/>
                  </a:lnTo>
                  <a:lnTo>
                    <a:pt x="1098970" y="3790852"/>
                  </a:lnTo>
                  <a:lnTo>
                    <a:pt x="1162953" y="3784597"/>
                  </a:lnTo>
                  <a:lnTo>
                    <a:pt x="1242404" y="3776035"/>
                  </a:lnTo>
                  <a:lnTo>
                    <a:pt x="1334927" y="3764989"/>
                  </a:lnTo>
                  <a:lnTo>
                    <a:pt x="1437225" y="3751382"/>
                  </a:lnTo>
                  <a:lnTo>
                    <a:pt x="1545614" y="3735212"/>
                  </a:lnTo>
                  <a:lnTo>
                    <a:pt x="1656496" y="3716520"/>
                  </a:lnTo>
                  <a:lnTo>
                    <a:pt x="1766725" y="3695359"/>
                  </a:lnTo>
                  <a:lnTo>
                    <a:pt x="1873809" y="3671755"/>
                  </a:lnTo>
                  <a:lnTo>
                    <a:pt x="1975973" y="3645686"/>
                  </a:lnTo>
                  <a:lnTo>
                    <a:pt x="2072122" y="3617068"/>
                  </a:lnTo>
                  <a:lnTo>
                    <a:pt x="2161730" y="3585740"/>
                  </a:lnTo>
                  <a:lnTo>
                    <a:pt x="2244721" y="3551469"/>
                  </a:lnTo>
                  <a:lnTo>
                    <a:pt x="2321344" y="3513945"/>
                  </a:lnTo>
                  <a:lnTo>
                    <a:pt x="2392072" y="3472793"/>
                  </a:lnTo>
                  <a:lnTo>
                    <a:pt x="2457512" y="3427583"/>
                  </a:lnTo>
                  <a:lnTo>
                    <a:pt x="2518347" y="3377849"/>
                  </a:lnTo>
                  <a:lnTo>
                    <a:pt x="2575287" y="3323121"/>
                  </a:lnTo>
                  <a:lnTo>
                    <a:pt x="2629027" y="3262982"/>
                  </a:lnTo>
                  <a:lnTo>
                    <a:pt x="2680220" y="3197146"/>
                  </a:lnTo>
                  <a:lnTo>
                    <a:pt x="2702183" y="3166216"/>
                  </a:lnTo>
                  <a:lnTo>
                    <a:pt x="2741629" y="3106556"/>
                  </a:lnTo>
                  <a:lnTo>
                    <a:pt x="2780175" y="3043063"/>
                  </a:lnTo>
                  <a:lnTo>
                    <a:pt x="2818036" y="2975656"/>
                  </a:lnTo>
                  <a:lnTo>
                    <a:pt x="2855390" y="2904306"/>
                  </a:lnTo>
                  <a:lnTo>
                    <a:pt x="2892385" y="2829032"/>
                  </a:lnTo>
                  <a:lnTo>
                    <a:pt x="2929138" y="2749909"/>
                  </a:lnTo>
                  <a:lnTo>
                    <a:pt x="2965746" y="2667072"/>
                  </a:lnTo>
                  <a:lnTo>
                    <a:pt x="3002281" y="2580719"/>
                  </a:lnTo>
                  <a:lnTo>
                    <a:pt x="3038798" y="2491108"/>
                  </a:lnTo>
                  <a:lnTo>
                    <a:pt x="3075334" y="2398561"/>
                  </a:lnTo>
                  <a:lnTo>
                    <a:pt x="3111909" y="2303457"/>
                  </a:lnTo>
                  <a:lnTo>
                    <a:pt x="3148532" y="2206229"/>
                  </a:lnTo>
                  <a:lnTo>
                    <a:pt x="3185202" y="2107353"/>
                  </a:lnTo>
                  <a:lnTo>
                    <a:pt x="3221908" y="2007345"/>
                  </a:lnTo>
                  <a:lnTo>
                    <a:pt x="3258634" y="1906745"/>
                  </a:lnTo>
                  <a:lnTo>
                    <a:pt x="3295361" y="1806107"/>
                  </a:lnTo>
                  <a:lnTo>
                    <a:pt x="3332071" y="1705983"/>
                  </a:lnTo>
                  <a:lnTo>
                    <a:pt x="3368746" y="1606919"/>
                  </a:lnTo>
                  <a:lnTo>
                    <a:pt x="3405377" y="1509431"/>
                  </a:lnTo>
                  <a:lnTo>
                    <a:pt x="3441958" y="1414004"/>
                  </a:lnTo>
                  <a:lnTo>
                    <a:pt x="3478498" y="1321077"/>
                  </a:lnTo>
                  <a:lnTo>
                    <a:pt x="3515016" y="1231036"/>
                  </a:lnTo>
                  <a:lnTo>
                    <a:pt x="3551546" y="1144212"/>
                  </a:lnTo>
                  <a:lnTo>
                    <a:pt x="3588140" y="1060872"/>
                  </a:lnTo>
                  <a:lnTo>
                    <a:pt x="3624868" y="981223"/>
                  </a:lnTo>
                  <a:lnTo>
                    <a:pt x="3661822" y="905406"/>
                  </a:lnTo>
                  <a:lnTo>
                    <a:pt x="3699118" y="833507"/>
                  </a:lnTo>
                  <a:lnTo>
                    <a:pt x="3736898" y="765552"/>
                  </a:lnTo>
                  <a:lnTo>
                    <a:pt x="3775337" y="701517"/>
                  </a:lnTo>
                  <a:lnTo>
                    <a:pt x="3814643" y="641329"/>
                  </a:lnTo>
                  <a:lnTo>
                    <a:pt x="3820202" y="633243"/>
                  </a:lnTo>
                  <a:lnTo>
                    <a:pt x="3870456" y="564860"/>
                  </a:lnTo>
                  <a:lnTo>
                    <a:pt x="3922994" y="502227"/>
                  </a:lnTo>
                  <a:lnTo>
                    <a:pt x="3978436" y="445154"/>
                  </a:lnTo>
                  <a:lnTo>
                    <a:pt x="4037461" y="393269"/>
                  </a:lnTo>
                  <a:lnTo>
                    <a:pt x="4100780" y="346118"/>
                  </a:lnTo>
                  <a:lnTo>
                    <a:pt x="4169090" y="303228"/>
                  </a:lnTo>
                  <a:lnTo>
                    <a:pt x="4243040" y="264151"/>
                  </a:lnTo>
                  <a:lnTo>
                    <a:pt x="4323171" y="228484"/>
                  </a:lnTo>
                  <a:lnTo>
                    <a:pt x="4409842" y="195889"/>
                  </a:lnTo>
                  <a:lnTo>
                    <a:pt x="4503135" y="166098"/>
                  </a:lnTo>
                  <a:lnTo>
                    <a:pt x="4602740" y="138917"/>
                  </a:lnTo>
                  <a:lnTo>
                    <a:pt x="4707826" y="114230"/>
                  </a:lnTo>
                  <a:lnTo>
                    <a:pt x="4816930" y="91988"/>
                  </a:lnTo>
                  <a:lnTo>
                    <a:pt x="4927876" y="72200"/>
                  </a:lnTo>
                  <a:lnTo>
                    <a:pt x="5037790" y="54909"/>
                  </a:lnTo>
                  <a:lnTo>
                    <a:pt x="5143239" y="40165"/>
                  </a:lnTo>
                  <a:lnTo>
                    <a:pt x="5240523" y="27992"/>
                  </a:lnTo>
                  <a:lnTo>
                    <a:pt x="5326111" y="18348"/>
                  </a:lnTo>
                  <a:lnTo>
                    <a:pt x="5397149" y="11102"/>
                  </a:lnTo>
                  <a:lnTo>
                    <a:pt x="5451934" y="6020"/>
                  </a:lnTo>
                  <a:lnTo>
                    <a:pt x="5490242" y="2777"/>
                  </a:lnTo>
                  <a:lnTo>
                    <a:pt x="5513443" y="979"/>
                  </a:lnTo>
                  <a:lnTo>
                    <a:pt x="5524414" y="198"/>
                  </a:lnTo>
                  <a:lnTo>
                    <a:pt x="5527354" y="5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2" y="1"/>
                  </a:lnTo>
                  <a:lnTo>
                    <a:pt x="6531021" y="10"/>
                  </a:lnTo>
                  <a:lnTo>
                    <a:pt x="6550025" y="36"/>
                  </a:lnTo>
                  <a:lnTo>
                    <a:pt x="6584251" y="86"/>
                  </a:lnTo>
                  <a:lnTo>
                    <a:pt x="6635767" y="170"/>
                  </a:lnTo>
                  <a:lnTo>
                    <a:pt x="6704844" y="293"/>
                  </a:lnTo>
                  <a:lnTo>
                    <a:pt x="6790008" y="461"/>
                  </a:lnTo>
                  <a:lnTo>
                    <a:pt x="6888368" y="677"/>
                  </a:lnTo>
                  <a:lnTo>
                    <a:pt x="6996141" y="942"/>
                  </a:lnTo>
                  <a:lnTo>
                    <a:pt x="7109252" y="1256"/>
                  </a:lnTo>
                  <a:lnTo>
                    <a:pt x="7223859" y="1618"/>
                  </a:lnTo>
                  <a:lnTo>
                    <a:pt x="7336730" y="2027"/>
                  </a:lnTo>
                  <a:lnTo>
                    <a:pt x="7445416" y="2483"/>
                  </a:lnTo>
                  <a:lnTo>
                    <a:pt x="7548278" y="2986"/>
                  </a:lnTo>
                  <a:lnTo>
                    <a:pt x="7644403" y="3540"/>
                  </a:lnTo>
                  <a:lnTo>
                    <a:pt x="7733464" y="4147"/>
                  </a:lnTo>
                  <a:lnTo>
                    <a:pt x="7815572" y="4813"/>
                  </a:lnTo>
                  <a:lnTo>
                    <a:pt x="7891147" y="5546"/>
                  </a:lnTo>
                  <a:lnTo>
                    <a:pt x="7960803" y="6352"/>
                  </a:lnTo>
                  <a:lnTo>
                    <a:pt x="8025268" y="7242"/>
                  </a:lnTo>
                  <a:lnTo>
                    <a:pt x="8085316" y="8224"/>
                  </a:lnTo>
                  <a:lnTo>
                    <a:pt x="8141723" y="9307"/>
                  </a:lnTo>
                  <a:lnTo>
                    <a:pt x="8195225" y="10498"/>
                  </a:lnTo>
                  <a:lnTo>
                    <a:pt x="8229629" y="11354"/>
                  </a:lnTo>
                  <a:lnTo>
                    <a:pt x="8291258" y="13068"/>
                  </a:lnTo>
                  <a:lnTo>
                    <a:pt x="8350966" y="14954"/>
                  </a:lnTo>
                  <a:lnTo>
                    <a:pt x="8409468" y="17014"/>
                  </a:lnTo>
                  <a:lnTo>
                    <a:pt x="8467289" y="19246"/>
                  </a:lnTo>
                  <a:lnTo>
                    <a:pt x="8524803" y="21640"/>
                  </a:lnTo>
                  <a:lnTo>
                    <a:pt x="8582250" y="24181"/>
                  </a:lnTo>
                  <a:lnTo>
                    <a:pt x="8639765" y="26844"/>
                  </a:lnTo>
                  <a:lnTo>
                    <a:pt x="8697397" y="29601"/>
                  </a:lnTo>
                  <a:lnTo>
                    <a:pt x="8755129" y="32417"/>
                  </a:lnTo>
                  <a:lnTo>
                    <a:pt x="8812903" y="35256"/>
                  </a:lnTo>
                  <a:lnTo>
                    <a:pt x="8870646" y="38079"/>
                  </a:lnTo>
                  <a:lnTo>
                    <a:pt x="8928297" y="40848"/>
                  </a:lnTo>
                  <a:lnTo>
                    <a:pt x="8985830" y="43528"/>
                  </a:lnTo>
                  <a:lnTo>
                    <a:pt x="9043281" y="46090"/>
                  </a:lnTo>
                  <a:lnTo>
                    <a:pt x="9100771" y="48508"/>
                  </a:lnTo>
                  <a:lnTo>
                    <a:pt x="9158522" y="50767"/>
                  </a:lnTo>
                  <a:lnTo>
                    <a:pt x="9216884" y="52856"/>
                  </a:lnTo>
                  <a:lnTo>
                    <a:pt x="9276356" y="54769"/>
                  </a:lnTo>
                  <a:lnTo>
                    <a:pt x="9337620" y="56510"/>
                  </a:lnTo>
                  <a:lnTo>
                    <a:pt x="9347647" y="56773"/>
                  </a:lnTo>
                  <a:lnTo>
                    <a:pt x="9399582" y="58038"/>
                  </a:lnTo>
                  <a:lnTo>
                    <a:pt x="9453974" y="59192"/>
                  </a:lnTo>
                  <a:lnTo>
                    <a:pt x="9511509" y="60241"/>
                  </a:lnTo>
                  <a:lnTo>
                    <a:pt x="9572940" y="61191"/>
                  </a:lnTo>
                  <a:lnTo>
                    <a:pt x="9639048" y="62052"/>
                  </a:lnTo>
                  <a:lnTo>
                    <a:pt x="9710598" y="62833"/>
                  </a:lnTo>
                  <a:lnTo>
                    <a:pt x="9788287" y="63543"/>
                  </a:lnTo>
                  <a:lnTo>
                    <a:pt x="9872676" y="64189"/>
                  </a:lnTo>
                  <a:lnTo>
                    <a:pt x="9964094" y="64778"/>
                  </a:lnTo>
                  <a:lnTo>
                    <a:pt x="10062524" y="65314"/>
                  </a:lnTo>
                  <a:lnTo>
                    <a:pt x="10167460" y="65801"/>
                  </a:lnTo>
                  <a:lnTo>
                    <a:pt x="10277760" y="66241"/>
                  </a:lnTo>
                  <a:lnTo>
                    <a:pt x="10391521" y="66635"/>
                  </a:lnTo>
                  <a:lnTo>
                    <a:pt x="10506025" y="66981"/>
                  </a:lnTo>
                  <a:lnTo>
                    <a:pt x="10617806" y="67279"/>
                  </a:lnTo>
                  <a:lnTo>
                    <a:pt x="10722896" y="67528"/>
                  </a:lnTo>
                  <a:lnTo>
                    <a:pt x="10817252" y="67728"/>
                  </a:lnTo>
                  <a:lnTo>
                    <a:pt x="10897320" y="67880"/>
                  </a:lnTo>
                  <a:lnTo>
                    <a:pt x="10960633" y="67990"/>
                  </a:lnTo>
                  <a:lnTo>
                    <a:pt x="11006273" y="68061"/>
                  </a:lnTo>
                  <a:lnTo>
                    <a:pt x="11035116" y="68102"/>
                  </a:lnTo>
                  <a:lnTo>
                    <a:pt x="11049803" y="68122"/>
                  </a:lnTo>
                  <a:lnTo>
                    <a:pt x="11054548" y="68127"/>
                  </a:lnTo>
                  <a:lnTo>
                    <a:pt x="11054891" y="68128"/>
                  </a:lnTo>
                  <a:lnTo>
                    <a:pt x="12049831" y="68128"/>
                  </a:lnTo>
                  <a:lnTo>
                    <a:pt x="12049831" y="681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6" name="pl1585"/>
            <p:cNvSpPr/>
            <p:nvPr/>
          </p:nvSpPr>
          <p:spPr>
            <a:xfrm>
              <a:off x="1199187" y="1598228"/>
              <a:ext cx="12049831" cy="3799459"/>
            </a:xfrm>
            <a:custGeom>
              <a:avLst/>
              <a:pathLst>
                <a:path w="12049831" h="3799459">
                  <a:moveTo>
                    <a:pt x="12049831" y="68128"/>
                  </a:moveTo>
                  <a:lnTo>
                    <a:pt x="11054891" y="68128"/>
                  </a:lnTo>
                  <a:lnTo>
                    <a:pt x="11053755" y="68126"/>
                  </a:lnTo>
                  <a:lnTo>
                    <a:pt x="11046255" y="68117"/>
                  </a:lnTo>
                  <a:lnTo>
                    <a:pt x="11027251" y="68092"/>
                  </a:lnTo>
                  <a:lnTo>
                    <a:pt x="10993026" y="68041"/>
                  </a:lnTo>
                  <a:lnTo>
                    <a:pt x="10941509" y="67958"/>
                  </a:lnTo>
                  <a:lnTo>
                    <a:pt x="10872433" y="67834"/>
                  </a:lnTo>
                  <a:lnTo>
                    <a:pt x="10787269" y="67666"/>
                  </a:lnTo>
                  <a:lnTo>
                    <a:pt x="10688909" y="67450"/>
                  </a:lnTo>
                  <a:lnTo>
                    <a:pt x="10581135" y="67185"/>
                  </a:lnTo>
                  <a:lnTo>
                    <a:pt x="10468025" y="66871"/>
                  </a:lnTo>
                  <a:lnTo>
                    <a:pt x="10353417" y="66509"/>
                  </a:lnTo>
                  <a:lnTo>
                    <a:pt x="10240547" y="66100"/>
                  </a:lnTo>
                  <a:lnTo>
                    <a:pt x="10131861" y="65644"/>
                  </a:lnTo>
                  <a:lnTo>
                    <a:pt x="10028998" y="65141"/>
                  </a:lnTo>
                  <a:lnTo>
                    <a:pt x="9932873" y="64588"/>
                  </a:lnTo>
                  <a:lnTo>
                    <a:pt x="9843813" y="63981"/>
                  </a:lnTo>
                  <a:lnTo>
                    <a:pt x="9761705" y="63314"/>
                  </a:lnTo>
                  <a:lnTo>
                    <a:pt x="9686130" y="62582"/>
                  </a:lnTo>
                  <a:lnTo>
                    <a:pt x="9616473" y="61775"/>
                  </a:lnTo>
                  <a:lnTo>
                    <a:pt x="9552009" y="60885"/>
                  </a:lnTo>
                  <a:lnTo>
                    <a:pt x="9491961" y="59903"/>
                  </a:lnTo>
                  <a:lnTo>
                    <a:pt x="9435554" y="58820"/>
                  </a:lnTo>
                  <a:lnTo>
                    <a:pt x="9382052" y="57629"/>
                  </a:lnTo>
                  <a:lnTo>
                    <a:pt x="9347647" y="56773"/>
                  </a:lnTo>
                  <a:lnTo>
                    <a:pt x="9286018" y="55059"/>
                  </a:lnTo>
                  <a:lnTo>
                    <a:pt x="9226311" y="53174"/>
                  </a:lnTo>
                  <a:lnTo>
                    <a:pt x="9167809" y="51113"/>
                  </a:lnTo>
                  <a:lnTo>
                    <a:pt x="9109987" y="48881"/>
                  </a:lnTo>
                  <a:lnTo>
                    <a:pt x="9052474" y="46487"/>
                  </a:lnTo>
                  <a:lnTo>
                    <a:pt x="8995027" y="43947"/>
                  </a:lnTo>
                  <a:lnTo>
                    <a:pt x="8937511" y="41284"/>
                  </a:lnTo>
                  <a:lnTo>
                    <a:pt x="8879879" y="38527"/>
                  </a:lnTo>
                  <a:lnTo>
                    <a:pt x="8822147" y="35710"/>
                  </a:lnTo>
                  <a:lnTo>
                    <a:pt x="8764373" y="32871"/>
                  </a:lnTo>
                  <a:lnTo>
                    <a:pt x="8706630" y="30048"/>
                  </a:lnTo>
                  <a:lnTo>
                    <a:pt x="8648980" y="27279"/>
                  </a:lnTo>
                  <a:lnTo>
                    <a:pt x="8591447" y="24599"/>
                  </a:lnTo>
                  <a:lnTo>
                    <a:pt x="8533995" y="22038"/>
                  </a:lnTo>
                  <a:lnTo>
                    <a:pt x="8476506" y="19619"/>
                  </a:lnTo>
                  <a:lnTo>
                    <a:pt x="8418755" y="17360"/>
                  </a:lnTo>
                  <a:lnTo>
                    <a:pt x="8360393" y="15272"/>
                  </a:lnTo>
                  <a:lnTo>
                    <a:pt x="8300921" y="13358"/>
                  </a:lnTo>
                  <a:lnTo>
                    <a:pt x="8239656" y="11617"/>
                  </a:lnTo>
                  <a:lnTo>
                    <a:pt x="8229629" y="11354"/>
                  </a:lnTo>
                  <a:lnTo>
                    <a:pt x="8177694" y="10090"/>
                  </a:lnTo>
                  <a:lnTo>
                    <a:pt x="8123302" y="8935"/>
                  </a:lnTo>
                  <a:lnTo>
                    <a:pt x="8065768" y="7886"/>
                  </a:lnTo>
                  <a:lnTo>
                    <a:pt x="8004337" y="6936"/>
                  </a:lnTo>
                  <a:lnTo>
                    <a:pt x="7938229" y="6075"/>
                  </a:lnTo>
                  <a:lnTo>
                    <a:pt x="7866679" y="5294"/>
                  </a:lnTo>
                  <a:lnTo>
                    <a:pt x="7788989" y="4584"/>
                  </a:lnTo>
                  <a:lnTo>
                    <a:pt x="7704601" y="3938"/>
                  </a:lnTo>
                  <a:lnTo>
                    <a:pt x="7613182" y="3350"/>
                  </a:lnTo>
                  <a:lnTo>
                    <a:pt x="7514752" y="2813"/>
                  </a:lnTo>
                  <a:lnTo>
                    <a:pt x="7409816" y="2326"/>
                  </a:lnTo>
                  <a:lnTo>
                    <a:pt x="7299516" y="1886"/>
                  </a:lnTo>
                  <a:lnTo>
                    <a:pt x="7185755" y="1493"/>
                  </a:lnTo>
                  <a:lnTo>
                    <a:pt x="7071252" y="1146"/>
                  </a:lnTo>
                  <a:lnTo>
                    <a:pt x="6959470" y="849"/>
                  </a:lnTo>
                  <a:lnTo>
                    <a:pt x="6854380" y="600"/>
                  </a:lnTo>
                  <a:lnTo>
                    <a:pt x="6760025" y="400"/>
                  </a:lnTo>
                  <a:lnTo>
                    <a:pt x="6679956" y="247"/>
                  </a:lnTo>
                  <a:lnTo>
                    <a:pt x="6616643" y="138"/>
                  </a:lnTo>
                  <a:lnTo>
                    <a:pt x="6571003" y="66"/>
                  </a:lnTo>
                  <a:lnTo>
                    <a:pt x="6542160" y="25"/>
                  </a:lnTo>
                  <a:lnTo>
                    <a:pt x="6527473" y="6"/>
                  </a:lnTo>
                  <a:lnTo>
                    <a:pt x="6522729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12" y="65"/>
                  </a:lnTo>
                  <a:lnTo>
                    <a:pt x="5519579" y="534"/>
                  </a:lnTo>
                  <a:lnTo>
                    <a:pt x="5502221" y="1829"/>
                  </a:lnTo>
                  <a:lnTo>
                    <a:pt x="5470851" y="4382"/>
                  </a:lnTo>
                  <a:lnTo>
                    <a:pt x="5423415" y="8606"/>
                  </a:lnTo>
                  <a:lnTo>
                    <a:pt x="5359432" y="14862"/>
                  </a:lnTo>
                  <a:lnTo>
                    <a:pt x="5279981" y="23424"/>
                  </a:lnTo>
                  <a:lnTo>
                    <a:pt x="5187458" y="34469"/>
                  </a:lnTo>
                  <a:lnTo>
                    <a:pt x="5085160" y="48077"/>
                  </a:lnTo>
                  <a:lnTo>
                    <a:pt x="4976771" y="64247"/>
                  </a:lnTo>
                  <a:lnTo>
                    <a:pt x="4865889" y="82939"/>
                  </a:lnTo>
                  <a:lnTo>
                    <a:pt x="4755660" y="104100"/>
                  </a:lnTo>
                  <a:lnTo>
                    <a:pt x="4648576" y="127704"/>
                  </a:lnTo>
                  <a:lnTo>
                    <a:pt x="4546412" y="153772"/>
                  </a:lnTo>
                  <a:lnTo>
                    <a:pt x="4450263" y="182391"/>
                  </a:lnTo>
                  <a:lnTo>
                    <a:pt x="4360655" y="213718"/>
                  </a:lnTo>
                  <a:lnTo>
                    <a:pt x="4277664" y="247990"/>
                  </a:lnTo>
                  <a:lnTo>
                    <a:pt x="4201041" y="285514"/>
                  </a:lnTo>
                  <a:lnTo>
                    <a:pt x="4130313" y="326665"/>
                  </a:lnTo>
                  <a:lnTo>
                    <a:pt x="4064873" y="371875"/>
                  </a:lnTo>
                  <a:lnTo>
                    <a:pt x="4004038" y="421610"/>
                  </a:lnTo>
                  <a:lnTo>
                    <a:pt x="3947098" y="476338"/>
                  </a:lnTo>
                  <a:lnTo>
                    <a:pt x="3893358" y="536477"/>
                  </a:lnTo>
                  <a:lnTo>
                    <a:pt x="3842165" y="602312"/>
                  </a:lnTo>
                  <a:lnTo>
                    <a:pt x="3820202" y="633243"/>
                  </a:lnTo>
                  <a:lnTo>
                    <a:pt x="3780756" y="692902"/>
                  </a:lnTo>
                  <a:lnTo>
                    <a:pt x="3742210" y="756396"/>
                  </a:lnTo>
                  <a:lnTo>
                    <a:pt x="3704349" y="823802"/>
                  </a:lnTo>
                  <a:lnTo>
                    <a:pt x="3666995" y="895152"/>
                  </a:lnTo>
                  <a:lnTo>
                    <a:pt x="3630000" y="970427"/>
                  </a:lnTo>
                  <a:lnTo>
                    <a:pt x="3593247" y="1049550"/>
                  </a:lnTo>
                  <a:lnTo>
                    <a:pt x="3556639" y="1132387"/>
                  </a:lnTo>
                  <a:lnTo>
                    <a:pt x="3520104" y="1218740"/>
                  </a:lnTo>
                  <a:lnTo>
                    <a:pt x="3483587" y="1308350"/>
                  </a:lnTo>
                  <a:lnTo>
                    <a:pt x="3447051" y="1400897"/>
                  </a:lnTo>
                  <a:lnTo>
                    <a:pt x="3410476" y="1496001"/>
                  </a:lnTo>
                  <a:lnTo>
                    <a:pt x="3373853" y="1593230"/>
                  </a:lnTo>
                  <a:lnTo>
                    <a:pt x="3337183" y="1692106"/>
                  </a:lnTo>
                  <a:lnTo>
                    <a:pt x="3300477" y="1792113"/>
                  </a:lnTo>
                  <a:lnTo>
                    <a:pt x="3263751" y="1892713"/>
                  </a:lnTo>
                  <a:lnTo>
                    <a:pt x="3227024" y="1993352"/>
                  </a:lnTo>
                  <a:lnTo>
                    <a:pt x="3190314" y="2093475"/>
                  </a:lnTo>
                  <a:lnTo>
                    <a:pt x="3153639" y="2192540"/>
                  </a:lnTo>
                  <a:lnTo>
                    <a:pt x="3117008" y="2290028"/>
                  </a:lnTo>
                  <a:lnTo>
                    <a:pt x="3080427" y="2385455"/>
                  </a:lnTo>
                  <a:lnTo>
                    <a:pt x="3043887" y="2478382"/>
                  </a:lnTo>
                  <a:lnTo>
                    <a:pt x="3007369" y="2568422"/>
                  </a:lnTo>
                  <a:lnTo>
                    <a:pt x="2970839" y="2655246"/>
                  </a:lnTo>
                  <a:lnTo>
                    <a:pt x="2934245" y="2738586"/>
                  </a:lnTo>
                  <a:lnTo>
                    <a:pt x="2897517" y="2818236"/>
                  </a:lnTo>
                  <a:lnTo>
                    <a:pt x="2860563" y="2894053"/>
                  </a:lnTo>
                  <a:lnTo>
                    <a:pt x="2823267" y="2965952"/>
                  </a:lnTo>
                  <a:lnTo>
                    <a:pt x="2785487" y="3033907"/>
                  </a:lnTo>
                  <a:lnTo>
                    <a:pt x="2747048" y="3097942"/>
                  </a:lnTo>
                  <a:lnTo>
                    <a:pt x="2707742" y="3158130"/>
                  </a:lnTo>
                  <a:lnTo>
                    <a:pt x="2702183" y="3166216"/>
                  </a:lnTo>
                  <a:lnTo>
                    <a:pt x="2651929" y="3234599"/>
                  </a:lnTo>
                  <a:lnTo>
                    <a:pt x="2599391" y="3297232"/>
                  </a:lnTo>
                  <a:lnTo>
                    <a:pt x="2543949" y="3354305"/>
                  </a:lnTo>
                  <a:lnTo>
                    <a:pt x="2484924" y="3406190"/>
                  </a:lnTo>
                  <a:lnTo>
                    <a:pt x="2421605" y="3453341"/>
                  </a:lnTo>
                  <a:lnTo>
                    <a:pt x="2353295" y="3496230"/>
                  </a:lnTo>
                  <a:lnTo>
                    <a:pt x="2279345" y="3535308"/>
                  </a:lnTo>
                  <a:lnTo>
                    <a:pt x="2199214" y="3570974"/>
                  </a:lnTo>
                  <a:lnTo>
                    <a:pt x="2112543" y="3603569"/>
                  </a:lnTo>
                  <a:lnTo>
                    <a:pt x="2019250" y="3633361"/>
                  </a:lnTo>
                  <a:lnTo>
                    <a:pt x="1919645" y="3660541"/>
                  </a:lnTo>
                  <a:lnTo>
                    <a:pt x="1814559" y="3685228"/>
                  </a:lnTo>
                  <a:lnTo>
                    <a:pt x="1705455" y="3707470"/>
                  </a:lnTo>
                  <a:lnTo>
                    <a:pt x="1594509" y="3727259"/>
                  </a:lnTo>
                  <a:lnTo>
                    <a:pt x="1484595" y="3744550"/>
                  </a:lnTo>
                  <a:lnTo>
                    <a:pt x="1379146" y="3759293"/>
                  </a:lnTo>
                  <a:lnTo>
                    <a:pt x="1281862" y="3771466"/>
                  </a:lnTo>
                  <a:lnTo>
                    <a:pt x="1196274" y="3781110"/>
                  </a:lnTo>
                  <a:lnTo>
                    <a:pt x="1125236" y="3788357"/>
                  </a:lnTo>
                  <a:lnTo>
                    <a:pt x="1070451" y="3793439"/>
                  </a:lnTo>
                  <a:lnTo>
                    <a:pt x="1032143" y="3796682"/>
                  </a:lnTo>
                  <a:lnTo>
                    <a:pt x="1008942" y="3798480"/>
                  </a:lnTo>
                  <a:lnTo>
                    <a:pt x="997971" y="3799260"/>
                  </a:lnTo>
                  <a:lnTo>
                    <a:pt x="995031" y="3799454"/>
                  </a:lnTo>
                  <a:lnTo>
                    <a:pt x="994940" y="3799459"/>
                  </a:lnTo>
                  <a:lnTo>
                    <a:pt x="0" y="3799459"/>
                  </a:lnTo>
                  <a:lnTo>
                    <a:pt x="0" y="37994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7" name="pg1586"/>
            <p:cNvSpPr/>
            <p:nvPr/>
          </p:nvSpPr>
          <p:spPr>
            <a:xfrm>
              <a:off x="1199187" y="2625393"/>
              <a:ext cx="12049831" cy="2808979"/>
            </a:xfrm>
            <a:custGeom>
              <a:avLst/>
              <a:pathLst>
                <a:path w="12049831" h="2808979">
                  <a:moveTo>
                    <a:pt x="0" y="2808979"/>
                  </a:moveTo>
                  <a:lnTo>
                    <a:pt x="994940" y="2808979"/>
                  </a:lnTo>
                  <a:lnTo>
                    <a:pt x="996017" y="2808929"/>
                  </a:lnTo>
                  <a:lnTo>
                    <a:pt x="1003135" y="2808568"/>
                  </a:lnTo>
                  <a:lnTo>
                    <a:pt x="1021200" y="2807570"/>
                  </a:lnTo>
                  <a:lnTo>
                    <a:pt x="1053796" y="2805603"/>
                  </a:lnTo>
                  <a:lnTo>
                    <a:pt x="1102990" y="2802351"/>
                  </a:lnTo>
                  <a:lnTo>
                    <a:pt x="1169174" y="2797540"/>
                  </a:lnTo>
                  <a:lnTo>
                    <a:pt x="1251105" y="2790964"/>
                  </a:lnTo>
                  <a:lnTo>
                    <a:pt x="1346175" y="2782493"/>
                  </a:lnTo>
                  <a:lnTo>
                    <a:pt x="1450878" y="2772075"/>
                  </a:lnTo>
                  <a:lnTo>
                    <a:pt x="1561358" y="2759714"/>
                  </a:lnTo>
                  <a:lnTo>
                    <a:pt x="1673908" y="2745445"/>
                  </a:lnTo>
                  <a:lnTo>
                    <a:pt x="1785338" y="2729306"/>
                  </a:lnTo>
                  <a:lnTo>
                    <a:pt x="1893168" y="2711313"/>
                  </a:lnTo>
                  <a:lnTo>
                    <a:pt x="1995680" y="2691441"/>
                  </a:lnTo>
                  <a:lnTo>
                    <a:pt x="2091855" y="2669614"/>
                  </a:lnTo>
                  <a:lnTo>
                    <a:pt x="2181250" y="2645696"/>
                  </a:lnTo>
                  <a:lnTo>
                    <a:pt x="2263873" y="2619495"/>
                  </a:lnTo>
                  <a:lnTo>
                    <a:pt x="2340046" y="2590760"/>
                  </a:lnTo>
                  <a:lnTo>
                    <a:pt x="2410304" y="2559190"/>
                  </a:lnTo>
                  <a:lnTo>
                    <a:pt x="2475308" y="2524446"/>
                  </a:lnTo>
                  <a:lnTo>
                    <a:pt x="2535781" y="2486164"/>
                  </a:lnTo>
                  <a:lnTo>
                    <a:pt x="2592465" y="2443990"/>
                  </a:lnTo>
                  <a:lnTo>
                    <a:pt x="2646074" y="2397625"/>
                  </a:lnTo>
                  <a:lnTo>
                    <a:pt x="2697266" y="2346904"/>
                  </a:lnTo>
                  <a:lnTo>
                    <a:pt x="2702183" y="2341690"/>
                  </a:lnTo>
                  <a:lnTo>
                    <a:pt x="2746588" y="2291851"/>
                  </a:lnTo>
                  <a:lnTo>
                    <a:pt x="2789886" y="2238404"/>
                  </a:lnTo>
                  <a:lnTo>
                    <a:pt x="2832374" y="2181276"/>
                  </a:lnTo>
                  <a:lnTo>
                    <a:pt x="2874292" y="2120451"/>
                  </a:lnTo>
                  <a:lnTo>
                    <a:pt x="2915834" y="2055976"/>
                  </a:lnTo>
                  <a:lnTo>
                    <a:pt x="2957149" y="1987965"/>
                  </a:lnTo>
                  <a:lnTo>
                    <a:pt x="2998352" y="1916609"/>
                  </a:lnTo>
                  <a:lnTo>
                    <a:pt x="3039525" y="1842169"/>
                  </a:lnTo>
                  <a:lnTo>
                    <a:pt x="3080721" y="1764982"/>
                  </a:lnTo>
                  <a:lnTo>
                    <a:pt x="3121970" y="1685454"/>
                  </a:lnTo>
                  <a:lnTo>
                    <a:pt x="3163281" y="1604054"/>
                  </a:lnTo>
                  <a:lnTo>
                    <a:pt x="3204646" y="1521300"/>
                  </a:lnTo>
                  <a:lnTo>
                    <a:pt x="3246047" y="1437750"/>
                  </a:lnTo>
                  <a:lnTo>
                    <a:pt x="3287458" y="1353986"/>
                  </a:lnTo>
                  <a:lnTo>
                    <a:pt x="3328852" y="1270593"/>
                  </a:lnTo>
                  <a:lnTo>
                    <a:pt x="3370204" y="1188149"/>
                  </a:lnTo>
                  <a:lnTo>
                    <a:pt x="3411499" y="1107203"/>
                  </a:lnTo>
                  <a:lnTo>
                    <a:pt x="3452732" y="1028260"/>
                  </a:lnTo>
                  <a:lnTo>
                    <a:pt x="3493918" y="951774"/>
                  </a:lnTo>
                  <a:lnTo>
                    <a:pt x="3535093" y="878132"/>
                  </a:lnTo>
                  <a:lnTo>
                    <a:pt x="3576317" y="807651"/>
                  </a:lnTo>
                  <a:lnTo>
                    <a:pt x="3617680" y="740575"/>
                  </a:lnTo>
                  <a:lnTo>
                    <a:pt x="3659306" y="677071"/>
                  </a:lnTo>
                  <a:lnTo>
                    <a:pt x="3701357" y="617237"/>
                  </a:lnTo>
                  <a:lnTo>
                    <a:pt x="3744036" y="561102"/>
                  </a:lnTo>
                  <a:lnTo>
                    <a:pt x="3787600" y="508634"/>
                  </a:lnTo>
                  <a:lnTo>
                    <a:pt x="3820202" y="472530"/>
                  </a:lnTo>
                  <a:lnTo>
                    <a:pt x="3871188" y="421379"/>
                  </a:lnTo>
                  <a:lnTo>
                    <a:pt x="3924533" y="374592"/>
                  </a:lnTo>
                  <a:lnTo>
                    <a:pt x="3980883" y="332018"/>
                  </a:lnTo>
                  <a:lnTo>
                    <a:pt x="4040952" y="293370"/>
                  </a:lnTo>
                  <a:lnTo>
                    <a:pt x="4105479" y="258294"/>
                  </a:lnTo>
                  <a:lnTo>
                    <a:pt x="4175190" y="226428"/>
                  </a:lnTo>
                  <a:lnTo>
                    <a:pt x="4250756" y="197429"/>
                  </a:lnTo>
                  <a:lnTo>
                    <a:pt x="4332727" y="170991"/>
                  </a:lnTo>
                  <a:lnTo>
                    <a:pt x="4421452" y="146859"/>
                  </a:lnTo>
                  <a:lnTo>
                    <a:pt x="4516971" y="124833"/>
                  </a:lnTo>
                  <a:lnTo>
                    <a:pt x="4618897" y="104773"/>
                  </a:lnTo>
                  <a:lnTo>
                    <a:pt x="4726269" y="86597"/>
                  </a:lnTo>
                  <a:lnTo>
                    <a:pt x="4837442" y="70276"/>
                  </a:lnTo>
                  <a:lnTo>
                    <a:pt x="4950013" y="55822"/>
                  </a:lnTo>
                  <a:lnTo>
                    <a:pt x="5060854" y="43272"/>
                  </a:lnTo>
                  <a:lnTo>
                    <a:pt x="5166296" y="32663"/>
                  </a:lnTo>
                  <a:lnTo>
                    <a:pt x="5262477" y="24002"/>
                  </a:lnTo>
                  <a:lnTo>
                    <a:pt x="5345832" y="17244"/>
                  </a:lnTo>
                  <a:lnTo>
                    <a:pt x="5413642" y="12267"/>
                  </a:lnTo>
                  <a:lnTo>
                    <a:pt x="5464514" y="8874"/>
                  </a:lnTo>
                  <a:lnTo>
                    <a:pt x="5498675" y="6794"/>
                  </a:lnTo>
                  <a:lnTo>
                    <a:pt x="5518030" y="5716"/>
                  </a:lnTo>
                  <a:lnTo>
                    <a:pt x="5526025" y="530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0" y="5263"/>
                  </a:lnTo>
                  <a:lnTo>
                    <a:pt x="6530932" y="5429"/>
                  </a:lnTo>
                  <a:lnTo>
                    <a:pt x="6549746" y="5887"/>
                  </a:lnTo>
                  <a:lnTo>
                    <a:pt x="6583643" y="6790"/>
                  </a:lnTo>
                  <a:lnTo>
                    <a:pt x="6634692" y="8281"/>
                  </a:lnTo>
                  <a:lnTo>
                    <a:pt x="6703187" y="10485"/>
                  </a:lnTo>
                  <a:lnTo>
                    <a:pt x="6787704" y="13495"/>
                  </a:lnTo>
                  <a:lnTo>
                    <a:pt x="6885408" y="17364"/>
                  </a:lnTo>
                  <a:lnTo>
                    <a:pt x="6992573" y="22114"/>
                  </a:lnTo>
                  <a:lnTo>
                    <a:pt x="7105166" y="27742"/>
                  </a:lnTo>
                  <a:lnTo>
                    <a:pt x="7219372" y="34229"/>
                  </a:lnTo>
                  <a:lnTo>
                    <a:pt x="7331965" y="41560"/>
                  </a:lnTo>
                  <a:lnTo>
                    <a:pt x="7440490" y="49730"/>
                  </a:lnTo>
                  <a:lnTo>
                    <a:pt x="7543292" y="58755"/>
                  </a:lnTo>
                  <a:lnTo>
                    <a:pt x="7639434" y="68673"/>
                  </a:lnTo>
                  <a:lnTo>
                    <a:pt x="7728566" y="79554"/>
                  </a:lnTo>
                  <a:lnTo>
                    <a:pt x="7810780" y="91491"/>
                  </a:lnTo>
                  <a:lnTo>
                    <a:pt x="7886475" y="104606"/>
                  </a:lnTo>
                  <a:lnTo>
                    <a:pt x="7956251" y="119042"/>
                  </a:lnTo>
                  <a:lnTo>
                    <a:pt x="8020820" y="134958"/>
                  </a:lnTo>
                  <a:lnTo>
                    <a:pt x="8080949" y="152521"/>
                  </a:lnTo>
                  <a:lnTo>
                    <a:pt x="8137406" y="171889"/>
                  </a:lnTo>
                  <a:lnTo>
                    <a:pt x="8190924" y="193184"/>
                  </a:lnTo>
                  <a:lnTo>
                    <a:pt x="8229629" y="210498"/>
                  </a:lnTo>
                  <a:lnTo>
                    <a:pt x="8285083" y="238180"/>
                  </a:lnTo>
                  <a:lnTo>
                    <a:pt x="8338921" y="268364"/>
                  </a:lnTo>
                  <a:lnTo>
                    <a:pt x="8391685" y="301096"/>
                  </a:lnTo>
                  <a:lnTo>
                    <a:pt x="8443788" y="336356"/>
                  </a:lnTo>
                  <a:lnTo>
                    <a:pt x="8495535" y="374050"/>
                  </a:lnTo>
                  <a:lnTo>
                    <a:pt x="8547142" y="414007"/>
                  </a:lnTo>
                  <a:lnTo>
                    <a:pt x="8598749" y="455973"/>
                  </a:lnTo>
                  <a:lnTo>
                    <a:pt x="8650430" y="499620"/>
                  </a:lnTo>
                  <a:lnTo>
                    <a:pt x="8702206" y="544549"/>
                  </a:lnTo>
                  <a:lnTo>
                    <a:pt x="8754061" y="590305"/>
                  </a:lnTo>
                  <a:lnTo>
                    <a:pt x="8805950" y="636398"/>
                  </a:lnTo>
                  <a:lnTo>
                    <a:pt x="8857822" y="682323"/>
                  </a:lnTo>
                  <a:lnTo>
                    <a:pt x="8909628" y="727579"/>
                  </a:lnTo>
                  <a:lnTo>
                    <a:pt x="8961340" y="771700"/>
                  </a:lnTo>
                  <a:lnTo>
                    <a:pt x="9012966" y="814266"/>
                  </a:lnTo>
                  <a:lnTo>
                    <a:pt x="9064561" y="854923"/>
                  </a:lnTo>
                  <a:lnTo>
                    <a:pt x="9116242" y="893393"/>
                  </a:lnTo>
                  <a:lnTo>
                    <a:pt x="9168197" y="929477"/>
                  </a:lnTo>
                  <a:lnTo>
                    <a:pt x="9220701" y="963056"/>
                  </a:lnTo>
                  <a:lnTo>
                    <a:pt x="9274128" y="994086"/>
                  </a:lnTo>
                  <a:lnTo>
                    <a:pt x="9328975" y="1022592"/>
                  </a:lnTo>
                  <a:lnTo>
                    <a:pt x="9347647" y="1031531"/>
                  </a:lnTo>
                  <a:lnTo>
                    <a:pt x="9399393" y="1054312"/>
                  </a:lnTo>
                  <a:lnTo>
                    <a:pt x="9453575" y="1075121"/>
                  </a:lnTo>
                  <a:lnTo>
                    <a:pt x="9510873" y="1094028"/>
                  </a:lnTo>
                  <a:lnTo>
                    <a:pt x="9572031" y="1111168"/>
                  </a:lnTo>
                  <a:lnTo>
                    <a:pt x="9637822" y="1126701"/>
                  </a:lnTo>
                  <a:lnTo>
                    <a:pt x="9709003" y="1140794"/>
                  </a:lnTo>
                  <a:lnTo>
                    <a:pt x="9786266" y="1153604"/>
                  </a:lnTo>
                  <a:lnTo>
                    <a:pt x="9870169" y="1165269"/>
                  </a:lnTo>
                  <a:lnTo>
                    <a:pt x="9961046" y="1175903"/>
                  </a:lnTo>
                  <a:lnTo>
                    <a:pt x="10058893" y="1185595"/>
                  </a:lnTo>
                  <a:lnTo>
                    <a:pt x="10163228" y="1194405"/>
                  </a:lnTo>
                  <a:lnTo>
                    <a:pt x="10272947" y="1202366"/>
                  </a:lnTo>
                  <a:lnTo>
                    <a:pt x="10386201" y="1209489"/>
                  </a:lnTo>
                  <a:lnTo>
                    <a:pt x="10500335" y="1215765"/>
                  </a:lnTo>
                  <a:lnTo>
                    <a:pt x="10611953" y="1221176"/>
                  </a:lnTo>
                  <a:lnTo>
                    <a:pt x="10717145" y="1225707"/>
                  </a:lnTo>
                  <a:lnTo>
                    <a:pt x="10811900" y="1229360"/>
                  </a:lnTo>
                  <a:lnTo>
                    <a:pt x="10892659" y="1232163"/>
                  </a:lnTo>
                  <a:lnTo>
                    <a:pt x="10956896" y="1234180"/>
                  </a:lnTo>
                  <a:lnTo>
                    <a:pt x="11003592" y="1235513"/>
                  </a:lnTo>
                  <a:lnTo>
                    <a:pt x="11033487" y="1236291"/>
                  </a:lnTo>
                  <a:lnTo>
                    <a:pt x="11049073" y="1236663"/>
                  </a:lnTo>
                  <a:lnTo>
                    <a:pt x="11054407" y="1236779"/>
                  </a:lnTo>
                  <a:lnTo>
                    <a:pt x="11054891" y="1236789"/>
                  </a:lnTo>
                  <a:lnTo>
                    <a:pt x="12049831" y="1236789"/>
                  </a:lnTo>
                  <a:lnTo>
                    <a:pt x="12049831" y="1231549"/>
                  </a:lnTo>
                  <a:lnTo>
                    <a:pt x="11054891" y="1231549"/>
                  </a:lnTo>
                  <a:lnTo>
                    <a:pt x="11053767" y="1231525"/>
                  </a:lnTo>
                  <a:lnTo>
                    <a:pt x="11046344" y="1231359"/>
                  </a:lnTo>
                  <a:lnTo>
                    <a:pt x="11027530" y="1230902"/>
                  </a:lnTo>
                  <a:lnTo>
                    <a:pt x="10993633" y="1229999"/>
                  </a:lnTo>
                  <a:lnTo>
                    <a:pt x="10942585" y="1228508"/>
                  </a:lnTo>
                  <a:lnTo>
                    <a:pt x="10874089" y="1226303"/>
                  </a:lnTo>
                  <a:lnTo>
                    <a:pt x="10789573" y="1223294"/>
                  </a:lnTo>
                  <a:lnTo>
                    <a:pt x="10691868" y="1219425"/>
                  </a:lnTo>
                  <a:lnTo>
                    <a:pt x="10584703" y="1214674"/>
                  </a:lnTo>
                  <a:lnTo>
                    <a:pt x="10472110" y="1209047"/>
                  </a:lnTo>
                  <a:lnTo>
                    <a:pt x="10357904" y="1202559"/>
                  </a:lnTo>
                  <a:lnTo>
                    <a:pt x="10245311" y="1195228"/>
                  </a:lnTo>
                  <a:lnTo>
                    <a:pt x="10136786" y="1187058"/>
                  </a:lnTo>
                  <a:lnTo>
                    <a:pt x="10033985" y="1178034"/>
                  </a:lnTo>
                  <a:lnTo>
                    <a:pt x="9937843" y="1168115"/>
                  </a:lnTo>
                  <a:lnTo>
                    <a:pt x="9848711" y="1157235"/>
                  </a:lnTo>
                  <a:lnTo>
                    <a:pt x="9766497" y="1145297"/>
                  </a:lnTo>
                  <a:lnTo>
                    <a:pt x="9690801" y="1132182"/>
                  </a:lnTo>
                  <a:lnTo>
                    <a:pt x="9621026" y="1117747"/>
                  </a:lnTo>
                  <a:lnTo>
                    <a:pt x="9556456" y="1101831"/>
                  </a:lnTo>
                  <a:lnTo>
                    <a:pt x="9496327" y="1084268"/>
                  </a:lnTo>
                  <a:lnTo>
                    <a:pt x="9439870" y="1064900"/>
                  </a:lnTo>
                  <a:lnTo>
                    <a:pt x="9386352" y="1043604"/>
                  </a:lnTo>
                  <a:lnTo>
                    <a:pt x="9347647" y="1026290"/>
                  </a:lnTo>
                  <a:lnTo>
                    <a:pt x="9292193" y="998609"/>
                  </a:lnTo>
                  <a:lnTo>
                    <a:pt x="9238355" y="968424"/>
                  </a:lnTo>
                  <a:lnTo>
                    <a:pt x="9185591" y="935692"/>
                  </a:lnTo>
                  <a:lnTo>
                    <a:pt x="9133489" y="900432"/>
                  </a:lnTo>
                  <a:lnTo>
                    <a:pt x="9081742" y="862738"/>
                  </a:lnTo>
                  <a:lnTo>
                    <a:pt x="9030134" y="822782"/>
                  </a:lnTo>
                  <a:lnTo>
                    <a:pt x="8978527" y="780815"/>
                  </a:lnTo>
                  <a:lnTo>
                    <a:pt x="8926847" y="737168"/>
                  </a:lnTo>
                  <a:lnTo>
                    <a:pt x="8875070" y="692240"/>
                  </a:lnTo>
                  <a:lnTo>
                    <a:pt x="8823216" y="646483"/>
                  </a:lnTo>
                  <a:lnTo>
                    <a:pt x="8771326" y="600390"/>
                  </a:lnTo>
                  <a:lnTo>
                    <a:pt x="8719454" y="554466"/>
                  </a:lnTo>
                  <a:lnTo>
                    <a:pt x="8667649" y="509209"/>
                  </a:lnTo>
                  <a:lnTo>
                    <a:pt x="8615936" y="465089"/>
                  </a:lnTo>
                  <a:lnTo>
                    <a:pt x="8564310" y="422523"/>
                  </a:lnTo>
                  <a:lnTo>
                    <a:pt x="8512715" y="381865"/>
                  </a:lnTo>
                  <a:lnTo>
                    <a:pt x="8461034" y="343395"/>
                  </a:lnTo>
                  <a:lnTo>
                    <a:pt x="8409080" y="307311"/>
                  </a:lnTo>
                  <a:lnTo>
                    <a:pt x="8356576" y="273732"/>
                  </a:lnTo>
                  <a:lnTo>
                    <a:pt x="8303148" y="242702"/>
                  </a:lnTo>
                  <a:lnTo>
                    <a:pt x="8248301" y="214196"/>
                  </a:lnTo>
                  <a:lnTo>
                    <a:pt x="8229629" y="205258"/>
                  </a:lnTo>
                  <a:lnTo>
                    <a:pt x="8177883" y="182476"/>
                  </a:lnTo>
                  <a:lnTo>
                    <a:pt x="8123701" y="161667"/>
                  </a:lnTo>
                  <a:lnTo>
                    <a:pt x="8066404" y="142760"/>
                  </a:lnTo>
                  <a:lnTo>
                    <a:pt x="8005245" y="125621"/>
                  </a:lnTo>
                  <a:lnTo>
                    <a:pt x="7939454" y="110088"/>
                  </a:lnTo>
                  <a:lnTo>
                    <a:pt x="7868273" y="95995"/>
                  </a:lnTo>
                  <a:lnTo>
                    <a:pt x="7791011" y="83184"/>
                  </a:lnTo>
                  <a:lnTo>
                    <a:pt x="7707108" y="71519"/>
                  </a:lnTo>
                  <a:lnTo>
                    <a:pt x="7616230" y="60885"/>
                  </a:lnTo>
                  <a:lnTo>
                    <a:pt x="7518383" y="51194"/>
                  </a:lnTo>
                  <a:lnTo>
                    <a:pt x="7414048" y="42384"/>
                  </a:lnTo>
                  <a:lnTo>
                    <a:pt x="7304329" y="34423"/>
                  </a:lnTo>
                  <a:lnTo>
                    <a:pt x="7191076" y="27300"/>
                  </a:lnTo>
                  <a:lnTo>
                    <a:pt x="7076942" y="21024"/>
                  </a:lnTo>
                  <a:lnTo>
                    <a:pt x="6965324" y="15613"/>
                  </a:lnTo>
                  <a:lnTo>
                    <a:pt x="6860132" y="11081"/>
                  </a:lnTo>
                  <a:lnTo>
                    <a:pt x="6765376" y="7429"/>
                  </a:lnTo>
                  <a:lnTo>
                    <a:pt x="6684617" y="4626"/>
                  </a:lnTo>
                  <a:lnTo>
                    <a:pt x="6620380" y="2608"/>
                  </a:lnTo>
                  <a:lnTo>
                    <a:pt x="6573684" y="1275"/>
                  </a:lnTo>
                  <a:lnTo>
                    <a:pt x="6543789" y="497"/>
                  </a:lnTo>
                  <a:lnTo>
                    <a:pt x="6528203" y="126"/>
                  </a:lnTo>
                  <a:lnTo>
                    <a:pt x="6522870" y="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8" y="50"/>
                  </a:lnTo>
                  <a:lnTo>
                    <a:pt x="5519250" y="411"/>
                  </a:lnTo>
                  <a:lnTo>
                    <a:pt x="5501185" y="1409"/>
                  </a:lnTo>
                  <a:lnTo>
                    <a:pt x="5468589" y="3375"/>
                  </a:lnTo>
                  <a:lnTo>
                    <a:pt x="5419395" y="6627"/>
                  </a:lnTo>
                  <a:lnTo>
                    <a:pt x="5353211" y="11438"/>
                  </a:lnTo>
                  <a:lnTo>
                    <a:pt x="5271280" y="18015"/>
                  </a:lnTo>
                  <a:lnTo>
                    <a:pt x="5176210" y="26486"/>
                  </a:lnTo>
                  <a:lnTo>
                    <a:pt x="5071507" y="36904"/>
                  </a:lnTo>
                  <a:lnTo>
                    <a:pt x="4961027" y="49265"/>
                  </a:lnTo>
                  <a:lnTo>
                    <a:pt x="4848477" y="63533"/>
                  </a:lnTo>
                  <a:lnTo>
                    <a:pt x="4737047" y="79672"/>
                  </a:lnTo>
                  <a:lnTo>
                    <a:pt x="4629217" y="97666"/>
                  </a:lnTo>
                  <a:lnTo>
                    <a:pt x="4526705" y="117538"/>
                  </a:lnTo>
                  <a:lnTo>
                    <a:pt x="4430530" y="139365"/>
                  </a:lnTo>
                  <a:lnTo>
                    <a:pt x="4341135" y="163283"/>
                  </a:lnTo>
                  <a:lnTo>
                    <a:pt x="4258512" y="189484"/>
                  </a:lnTo>
                  <a:lnTo>
                    <a:pt x="4182339" y="218219"/>
                  </a:lnTo>
                  <a:lnTo>
                    <a:pt x="4112081" y="249789"/>
                  </a:lnTo>
                  <a:lnTo>
                    <a:pt x="4047077" y="284533"/>
                  </a:lnTo>
                  <a:lnTo>
                    <a:pt x="3986604" y="322815"/>
                  </a:lnTo>
                  <a:lnTo>
                    <a:pt x="3929920" y="364989"/>
                  </a:lnTo>
                  <a:lnTo>
                    <a:pt x="3876311" y="411353"/>
                  </a:lnTo>
                  <a:lnTo>
                    <a:pt x="3825119" y="462075"/>
                  </a:lnTo>
                  <a:lnTo>
                    <a:pt x="3820202" y="467289"/>
                  </a:lnTo>
                  <a:lnTo>
                    <a:pt x="3775797" y="517128"/>
                  </a:lnTo>
                  <a:lnTo>
                    <a:pt x="3732499" y="570575"/>
                  </a:lnTo>
                  <a:lnTo>
                    <a:pt x="3690011" y="627702"/>
                  </a:lnTo>
                  <a:lnTo>
                    <a:pt x="3648093" y="688527"/>
                  </a:lnTo>
                  <a:lnTo>
                    <a:pt x="3606551" y="753003"/>
                  </a:lnTo>
                  <a:lnTo>
                    <a:pt x="3565236" y="821014"/>
                  </a:lnTo>
                  <a:lnTo>
                    <a:pt x="3524033" y="892370"/>
                  </a:lnTo>
                  <a:lnTo>
                    <a:pt x="3482860" y="966810"/>
                  </a:lnTo>
                  <a:lnTo>
                    <a:pt x="3441664" y="1043997"/>
                  </a:lnTo>
                  <a:lnTo>
                    <a:pt x="3400415" y="1123525"/>
                  </a:lnTo>
                  <a:lnTo>
                    <a:pt x="3359104" y="1204925"/>
                  </a:lnTo>
                  <a:lnTo>
                    <a:pt x="3317739" y="1287679"/>
                  </a:lnTo>
                  <a:lnTo>
                    <a:pt x="3276338" y="1371229"/>
                  </a:lnTo>
                  <a:lnTo>
                    <a:pt x="3234927" y="1454993"/>
                  </a:lnTo>
                  <a:lnTo>
                    <a:pt x="3193533" y="1538386"/>
                  </a:lnTo>
                  <a:lnTo>
                    <a:pt x="3152181" y="1620830"/>
                  </a:lnTo>
                  <a:lnTo>
                    <a:pt x="3110886" y="1701776"/>
                  </a:lnTo>
                  <a:lnTo>
                    <a:pt x="3069653" y="1780719"/>
                  </a:lnTo>
                  <a:lnTo>
                    <a:pt x="3028467" y="1857205"/>
                  </a:lnTo>
                  <a:lnTo>
                    <a:pt x="2987292" y="1930847"/>
                  </a:lnTo>
                  <a:lnTo>
                    <a:pt x="2946068" y="2001328"/>
                  </a:lnTo>
                  <a:lnTo>
                    <a:pt x="2904705" y="2068404"/>
                  </a:lnTo>
                  <a:lnTo>
                    <a:pt x="2863079" y="2131908"/>
                  </a:lnTo>
                  <a:lnTo>
                    <a:pt x="2821028" y="2191742"/>
                  </a:lnTo>
                  <a:lnTo>
                    <a:pt x="2778349" y="2247877"/>
                  </a:lnTo>
                  <a:lnTo>
                    <a:pt x="2734785" y="2300345"/>
                  </a:lnTo>
                  <a:lnTo>
                    <a:pt x="2702183" y="2336449"/>
                  </a:lnTo>
                  <a:lnTo>
                    <a:pt x="2651197" y="2387600"/>
                  </a:lnTo>
                  <a:lnTo>
                    <a:pt x="2597852" y="2434387"/>
                  </a:lnTo>
                  <a:lnTo>
                    <a:pt x="2541502" y="2476960"/>
                  </a:lnTo>
                  <a:lnTo>
                    <a:pt x="2481433" y="2515609"/>
                  </a:lnTo>
                  <a:lnTo>
                    <a:pt x="2416906" y="2550685"/>
                  </a:lnTo>
                  <a:lnTo>
                    <a:pt x="2347195" y="2582551"/>
                  </a:lnTo>
                  <a:lnTo>
                    <a:pt x="2271629" y="2611550"/>
                  </a:lnTo>
                  <a:lnTo>
                    <a:pt x="2189658" y="2637988"/>
                  </a:lnTo>
                  <a:lnTo>
                    <a:pt x="2100933" y="2662120"/>
                  </a:lnTo>
                  <a:lnTo>
                    <a:pt x="2005414" y="2684146"/>
                  </a:lnTo>
                  <a:lnTo>
                    <a:pt x="1903488" y="2704206"/>
                  </a:lnTo>
                  <a:lnTo>
                    <a:pt x="1796116" y="2722382"/>
                  </a:lnTo>
                  <a:lnTo>
                    <a:pt x="1684943" y="2738703"/>
                  </a:lnTo>
                  <a:lnTo>
                    <a:pt x="1572372" y="2753157"/>
                  </a:lnTo>
                  <a:lnTo>
                    <a:pt x="1461531" y="2765707"/>
                  </a:lnTo>
                  <a:lnTo>
                    <a:pt x="1356089" y="2776316"/>
                  </a:lnTo>
                  <a:lnTo>
                    <a:pt x="1259908" y="2784977"/>
                  </a:lnTo>
                  <a:lnTo>
                    <a:pt x="1176553" y="2791735"/>
                  </a:lnTo>
                  <a:lnTo>
                    <a:pt x="1108743" y="2796711"/>
                  </a:lnTo>
                  <a:lnTo>
                    <a:pt x="1057871" y="2800105"/>
                  </a:lnTo>
                  <a:lnTo>
                    <a:pt x="1023710" y="2802185"/>
                  </a:lnTo>
                  <a:lnTo>
                    <a:pt x="1004355" y="2803263"/>
                  </a:lnTo>
                  <a:lnTo>
                    <a:pt x="996360" y="2803671"/>
                  </a:lnTo>
                  <a:lnTo>
                    <a:pt x="994940" y="2803739"/>
                  </a:lnTo>
                  <a:lnTo>
                    <a:pt x="0" y="2803739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88" name="pl1587"/>
            <p:cNvSpPr/>
            <p:nvPr/>
          </p:nvSpPr>
          <p:spPr>
            <a:xfrm>
              <a:off x="1199187" y="2630633"/>
              <a:ext cx="12049831" cy="2803739"/>
            </a:xfrm>
            <a:custGeom>
              <a:avLst/>
              <a:pathLst>
                <a:path w="12049831" h="2803739">
                  <a:moveTo>
                    <a:pt x="0" y="2803739"/>
                  </a:moveTo>
                  <a:lnTo>
                    <a:pt x="994940" y="2803739"/>
                  </a:lnTo>
                  <a:lnTo>
                    <a:pt x="996017" y="2803688"/>
                  </a:lnTo>
                  <a:lnTo>
                    <a:pt x="1003135" y="2803327"/>
                  </a:lnTo>
                  <a:lnTo>
                    <a:pt x="1021200" y="2802329"/>
                  </a:lnTo>
                  <a:lnTo>
                    <a:pt x="1053796" y="2800363"/>
                  </a:lnTo>
                  <a:lnTo>
                    <a:pt x="1102990" y="2797111"/>
                  </a:lnTo>
                  <a:lnTo>
                    <a:pt x="1169174" y="2792300"/>
                  </a:lnTo>
                  <a:lnTo>
                    <a:pt x="1251105" y="2785723"/>
                  </a:lnTo>
                  <a:lnTo>
                    <a:pt x="1346175" y="2777252"/>
                  </a:lnTo>
                  <a:lnTo>
                    <a:pt x="1450878" y="2766835"/>
                  </a:lnTo>
                  <a:lnTo>
                    <a:pt x="1561358" y="2754474"/>
                  </a:lnTo>
                  <a:lnTo>
                    <a:pt x="1673908" y="2740205"/>
                  </a:lnTo>
                  <a:lnTo>
                    <a:pt x="1785338" y="2724066"/>
                  </a:lnTo>
                  <a:lnTo>
                    <a:pt x="1893168" y="2706073"/>
                  </a:lnTo>
                  <a:lnTo>
                    <a:pt x="1995680" y="2686201"/>
                  </a:lnTo>
                  <a:lnTo>
                    <a:pt x="2091855" y="2664373"/>
                  </a:lnTo>
                  <a:lnTo>
                    <a:pt x="2181250" y="2640455"/>
                  </a:lnTo>
                  <a:lnTo>
                    <a:pt x="2263873" y="2614254"/>
                  </a:lnTo>
                  <a:lnTo>
                    <a:pt x="2340046" y="2585519"/>
                  </a:lnTo>
                  <a:lnTo>
                    <a:pt x="2410304" y="2553949"/>
                  </a:lnTo>
                  <a:lnTo>
                    <a:pt x="2475308" y="2519205"/>
                  </a:lnTo>
                  <a:lnTo>
                    <a:pt x="2535781" y="2480923"/>
                  </a:lnTo>
                  <a:lnTo>
                    <a:pt x="2592465" y="2438749"/>
                  </a:lnTo>
                  <a:lnTo>
                    <a:pt x="2646074" y="2392385"/>
                  </a:lnTo>
                  <a:lnTo>
                    <a:pt x="2697266" y="2341663"/>
                  </a:lnTo>
                  <a:lnTo>
                    <a:pt x="2702183" y="2336449"/>
                  </a:lnTo>
                  <a:lnTo>
                    <a:pt x="2746588" y="2286610"/>
                  </a:lnTo>
                  <a:lnTo>
                    <a:pt x="2789886" y="2233163"/>
                  </a:lnTo>
                  <a:lnTo>
                    <a:pt x="2832374" y="2176036"/>
                  </a:lnTo>
                  <a:lnTo>
                    <a:pt x="2874292" y="2115211"/>
                  </a:lnTo>
                  <a:lnTo>
                    <a:pt x="2915834" y="2050735"/>
                  </a:lnTo>
                  <a:lnTo>
                    <a:pt x="2957149" y="1982725"/>
                  </a:lnTo>
                  <a:lnTo>
                    <a:pt x="2998352" y="1911368"/>
                  </a:lnTo>
                  <a:lnTo>
                    <a:pt x="3039525" y="1836928"/>
                  </a:lnTo>
                  <a:lnTo>
                    <a:pt x="3080721" y="1759741"/>
                  </a:lnTo>
                  <a:lnTo>
                    <a:pt x="3121970" y="1680214"/>
                  </a:lnTo>
                  <a:lnTo>
                    <a:pt x="3163281" y="1598813"/>
                  </a:lnTo>
                  <a:lnTo>
                    <a:pt x="3204646" y="1516059"/>
                  </a:lnTo>
                  <a:lnTo>
                    <a:pt x="3246047" y="1432509"/>
                  </a:lnTo>
                  <a:lnTo>
                    <a:pt x="3287458" y="1348745"/>
                  </a:lnTo>
                  <a:lnTo>
                    <a:pt x="3328852" y="1265353"/>
                  </a:lnTo>
                  <a:lnTo>
                    <a:pt x="3370204" y="1182909"/>
                  </a:lnTo>
                  <a:lnTo>
                    <a:pt x="3411499" y="1101962"/>
                  </a:lnTo>
                  <a:lnTo>
                    <a:pt x="3452732" y="1023020"/>
                  </a:lnTo>
                  <a:lnTo>
                    <a:pt x="3493918" y="946533"/>
                  </a:lnTo>
                  <a:lnTo>
                    <a:pt x="3535093" y="872891"/>
                  </a:lnTo>
                  <a:lnTo>
                    <a:pt x="3576317" y="802411"/>
                  </a:lnTo>
                  <a:lnTo>
                    <a:pt x="3617680" y="735334"/>
                  </a:lnTo>
                  <a:lnTo>
                    <a:pt x="3659306" y="671830"/>
                  </a:lnTo>
                  <a:lnTo>
                    <a:pt x="3701357" y="611997"/>
                  </a:lnTo>
                  <a:lnTo>
                    <a:pt x="3744036" y="555862"/>
                  </a:lnTo>
                  <a:lnTo>
                    <a:pt x="3787600" y="503393"/>
                  </a:lnTo>
                  <a:lnTo>
                    <a:pt x="3820202" y="467289"/>
                  </a:lnTo>
                  <a:lnTo>
                    <a:pt x="3871188" y="416139"/>
                  </a:lnTo>
                  <a:lnTo>
                    <a:pt x="3924533" y="369351"/>
                  </a:lnTo>
                  <a:lnTo>
                    <a:pt x="3980883" y="326778"/>
                  </a:lnTo>
                  <a:lnTo>
                    <a:pt x="4040952" y="288129"/>
                  </a:lnTo>
                  <a:lnTo>
                    <a:pt x="4105479" y="253053"/>
                  </a:lnTo>
                  <a:lnTo>
                    <a:pt x="4175190" y="221188"/>
                  </a:lnTo>
                  <a:lnTo>
                    <a:pt x="4250756" y="192188"/>
                  </a:lnTo>
                  <a:lnTo>
                    <a:pt x="4332727" y="165750"/>
                  </a:lnTo>
                  <a:lnTo>
                    <a:pt x="4421452" y="141618"/>
                  </a:lnTo>
                  <a:lnTo>
                    <a:pt x="4516971" y="119592"/>
                  </a:lnTo>
                  <a:lnTo>
                    <a:pt x="4618897" y="99532"/>
                  </a:lnTo>
                  <a:lnTo>
                    <a:pt x="4726269" y="81357"/>
                  </a:lnTo>
                  <a:lnTo>
                    <a:pt x="4837442" y="65036"/>
                  </a:lnTo>
                  <a:lnTo>
                    <a:pt x="4950013" y="50582"/>
                  </a:lnTo>
                  <a:lnTo>
                    <a:pt x="5060854" y="38032"/>
                  </a:lnTo>
                  <a:lnTo>
                    <a:pt x="5166296" y="27422"/>
                  </a:lnTo>
                  <a:lnTo>
                    <a:pt x="5262477" y="18761"/>
                  </a:lnTo>
                  <a:lnTo>
                    <a:pt x="5345832" y="12003"/>
                  </a:lnTo>
                  <a:lnTo>
                    <a:pt x="5413642" y="7027"/>
                  </a:lnTo>
                  <a:lnTo>
                    <a:pt x="5464514" y="3633"/>
                  </a:lnTo>
                  <a:lnTo>
                    <a:pt x="5498675" y="1554"/>
                  </a:lnTo>
                  <a:lnTo>
                    <a:pt x="5518030" y="476"/>
                  </a:lnTo>
                  <a:lnTo>
                    <a:pt x="5526025" y="67"/>
                  </a:lnTo>
                  <a:lnTo>
                    <a:pt x="5527444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0" y="23"/>
                  </a:lnTo>
                  <a:lnTo>
                    <a:pt x="6530932" y="189"/>
                  </a:lnTo>
                  <a:lnTo>
                    <a:pt x="6549746" y="646"/>
                  </a:lnTo>
                  <a:lnTo>
                    <a:pt x="6583643" y="1549"/>
                  </a:lnTo>
                  <a:lnTo>
                    <a:pt x="6634692" y="3040"/>
                  </a:lnTo>
                  <a:lnTo>
                    <a:pt x="6703187" y="5245"/>
                  </a:lnTo>
                  <a:lnTo>
                    <a:pt x="6787704" y="8254"/>
                  </a:lnTo>
                  <a:lnTo>
                    <a:pt x="6885408" y="12123"/>
                  </a:lnTo>
                  <a:lnTo>
                    <a:pt x="6992573" y="16874"/>
                  </a:lnTo>
                  <a:lnTo>
                    <a:pt x="7105166" y="22501"/>
                  </a:lnTo>
                  <a:lnTo>
                    <a:pt x="7219372" y="28989"/>
                  </a:lnTo>
                  <a:lnTo>
                    <a:pt x="7331965" y="36320"/>
                  </a:lnTo>
                  <a:lnTo>
                    <a:pt x="7440490" y="44490"/>
                  </a:lnTo>
                  <a:lnTo>
                    <a:pt x="7543292" y="53514"/>
                  </a:lnTo>
                  <a:lnTo>
                    <a:pt x="7639434" y="63433"/>
                  </a:lnTo>
                  <a:lnTo>
                    <a:pt x="7728566" y="74313"/>
                  </a:lnTo>
                  <a:lnTo>
                    <a:pt x="7810780" y="86251"/>
                  </a:lnTo>
                  <a:lnTo>
                    <a:pt x="7886475" y="99366"/>
                  </a:lnTo>
                  <a:lnTo>
                    <a:pt x="7956251" y="113801"/>
                  </a:lnTo>
                  <a:lnTo>
                    <a:pt x="8020820" y="129717"/>
                  </a:lnTo>
                  <a:lnTo>
                    <a:pt x="8080949" y="147280"/>
                  </a:lnTo>
                  <a:lnTo>
                    <a:pt x="8137406" y="166648"/>
                  </a:lnTo>
                  <a:lnTo>
                    <a:pt x="8190924" y="187944"/>
                  </a:lnTo>
                  <a:lnTo>
                    <a:pt x="8229629" y="205258"/>
                  </a:lnTo>
                  <a:lnTo>
                    <a:pt x="8285083" y="232939"/>
                  </a:lnTo>
                  <a:lnTo>
                    <a:pt x="8338921" y="263124"/>
                  </a:lnTo>
                  <a:lnTo>
                    <a:pt x="8391685" y="295856"/>
                  </a:lnTo>
                  <a:lnTo>
                    <a:pt x="8443788" y="331116"/>
                  </a:lnTo>
                  <a:lnTo>
                    <a:pt x="8495535" y="368810"/>
                  </a:lnTo>
                  <a:lnTo>
                    <a:pt x="8547142" y="408766"/>
                  </a:lnTo>
                  <a:lnTo>
                    <a:pt x="8598749" y="450733"/>
                  </a:lnTo>
                  <a:lnTo>
                    <a:pt x="8650430" y="494380"/>
                  </a:lnTo>
                  <a:lnTo>
                    <a:pt x="8702206" y="539308"/>
                  </a:lnTo>
                  <a:lnTo>
                    <a:pt x="8754061" y="585065"/>
                  </a:lnTo>
                  <a:lnTo>
                    <a:pt x="8805950" y="631158"/>
                  </a:lnTo>
                  <a:lnTo>
                    <a:pt x="8857822" y="677082"/>
                  </a:lnTo>
                  <a:lnTo>
                    <a:pt x="8909628" y="722339"/>
                  </a:lnTo>
                  <a:lnTo>
                    <a:pt x="8961340" y="766459"/>
                  </a:lnTo>
                  <a:lnTo>
                    <a:pt x="9012966" y="809025"/>
                  </a:lnTo>
                  <a:lnTo>
                    <a:pt x="9064561" y="849683"/>
                  </a:lnTo>
                  <a:lnTo>
                    <a:pt x="9116242" y="888153"/>
                  </a:lnTo>
                  <a:lnTo>
                    <a:pt x="9168197" y="924237"/>
                  </a:lnTo>
                  <a:lnTo>
                    <a:pt x="9220701" y="957816"/>
                  </a:lnTo>
                  <a:lnTo>
                    <a:pt x="9274128" y="988846"/>
                  </a:lnTo>
                  <a:lnTo>
                    <a:pt x="9328975" y="1017352"/>
                  </a:lnTo>
                  <a:lnTo>
                    <a:pt x="9347647" y="1026290"/>
                  </a:lnTo>
                  <a:lnTo>
                    <a:pt x="9399393" y="1049072"/>
                  </a:lnTo>
                  <a:lnTo>
                    <a:pt x="9453575" y="1069881"/>
                  </a:lnTo>
                  <a:lnTo>
                    <a:pt x="9510873" y="1088788"/>
                  </a:lnTo>
                  <a:lnTo>
                    <a:pt x="9572031" y="1105927"/>
                  </a:lnTo>
                  <a:lnTo>
                    <a:pt x="9637822" y="1121460"/>
                  </a:lnTo>
                  <a:lnTo>
                    <a:pt x="9709003" y="1135553"/>
                  </a:lnTo>
                  <a:lnTo>
                    <a:pt x="9786266" y="1148364"/>
                  </a:lnTo>
                  <a:lnTo>
                    <a:pt x="9870169" y="1160029"/>
                  </a:lnTo>
                  <a:lnTo>
                    <a:pt x="9961046" y="1170663"/>
                  </a:lnTo>
                  <a:lnTo>
                    <a:pt x="10058893" y="1180354"/>
                  </a:lnTo>
                  <a:lnTo>
                    <a:pt x="10163228" y="1189164"/>
                  </a:lnTo>
                  <a:lnTo>
                    <a:pt x="10272947" y="1197125"/>
                  </a:lnTo>
                  <a:lnTo>
                    <a:pt x="10386201" y="1204248"/>
                  </a:lnTo>
                  <a:lnTo>
                    <a:pt x="10500335" y="1210524"/>
                  </a:lnTo>
                  <a:lnTo>
                    <a:pt x="10611953" y="1215935"/>
                  </a:lnTo>
                  <a:lnTo>
                    <a:pt x="10717145" y="1220467"/>
                  </a:lnTo>
                  <a:lnTo>
                    <a:pt x="10811900" y="1224119"/>
                  </a:lnTo>
                  <a:lnTo>
                    <a:pt x="10892659" y="1226922"/>
                  </a:lnTo>
                  <a:lnTo>
                    <a:pt x="10956896" y="1228940"/>
                  </a:lnTo>
                  <a:lnTo>
                    <a:pt x="11003592" y="1230273"/>
                  </a:lnTo>
                  <a:lnTo>
                    <a:pt x="11033487" y="1231051"/>
                  </a:lnTo>
                  <a:lnTo>
                    <a:pt x="11049073" y="1231422"/>
                  </a:lnTo>
                  <a:lnTo>
                    <a:pt x="11054407" y="1231539"/>
                  </a:lnTo>
                  <a:lnTo>
                    <a:pt x="11054891" y="1231549"/>
                  </a:lnTo>
                  <a:lnTo>
                    <a:pt x="12049831" y="1231549"/>
                  </a:lnTo>
                  <a:lnTo>
                    <a:pt x="12049831" y="12315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9" name="pl1588"/>
            <p:cNvSpPr/>
            <p:nvPr/>
          </p:nvSpPr>
          <p:spPr>
            <a:xfrm>
              <a:off x="1199187" y="2625393"/>
              <a:ext cx="12049831" cy="2803739"/>
            </a:xfrm>
            <a:custGeom>
              <a:avLst/>
              <a:pathLst>
                <a:path w="12049831" h="2803739">
                  <a:moveTo>
                    <a:pt x="12049831" y="1231549"/>
                  </a:moveTo>
                  <a:lnTo>
                    <a:pt x="11054891" y="1231549"/>
                  </a:lnTo>
                  <a:lnTo>
                    <a:pt x="11053767" y="1231525"/>
                  </a:lnTo>
                  <a:lnTo>
                    <a:pt x="11046344" y="1231359"/>
                  </a:lnTo>
                  <a:lnTo>
                    <a:pt x="11027530" y="1230902"/>
                  </a:lnTo>
                  <a:lnTo>
                    <a:pt x="10993633" y="1229999"/>
                  </a:lnTo>
                  <a:lnTo>
                    <a:pt x="10942585" y="1228508"/>
                  </a:lnTo>
                  <a:lnTo>
                    <a:pt x="10874089" y="1226303"/>
                  </a:lnTo>
                  <a:lnTo>
                    <a:pt x="10789573" y="1223294"/>
                  </a:lnTo>
                  <a:lnTo>
                    <a:pt x="10691868" y="1219425"/>
                  </a:lnTo>
                  <a:lnTo>
                    <a:pt x="10584703" y="1214674"/>
                  </a:lnTo>
                  <a:lnTo>
                    <a:pt x="10472110" y="1209047"/>
                  </a:lnTo>
                  <a:lnTo>
                    <a:pt x="10357904" y="1202559"/>
                  </a:lnTo>
                  <a:lnTo>
                    <a:pt x="10245311" y="1195228"/>
                  </a:lnTo>
                  <a:lnTo>
                    <a:pt x="10136786" y="1187058"/>
                  </a:lnTo>
                  <a:lnTo>
                    <a:pt x="10033985" y="1178034"/>
                  </a:lnTo>
                  <a:lnTo>
                    <a:pt x="9937843" y="1168115"/>
                  </a:lnTo>
                  <a:lnTo>
                    <a:pt x="9848711" y="1157235"/>
                  </a:lnTo>
                  <a:lnTo>
                    <a:pt x="9766497" y="1145297"/>
                  </a:lnTo>
                  <a:lnTo>
                    <a:pt x="9690801" y="1132182"/>
                  </a:lnTo>
                  <a:lnTo>
                    <a:pt x="9621026" y="1117747"/>
                  </a:lnTo>
                  <a:lnTo>
                    <a:pt x="9556456" y="1101831"/>
                  </a:lnTo>
                  <a:lnTo>
                    <a:pt x="9496327" y="1084268"/>
                  </a:lnTo>
                  <a:lnTo>
                    <a:pt x="9439870" y="1064900"/>
                  </a:lnTo>
                  <a:lnTo>
                    <a:pt x="9386352" y="1043604"/>
                  </a:lnTo>
                  <a:lnTo>
                    <a:pt x="9347647" y="1026290"/>
                  </a:lnTo>
                  <a:lnTo>
                    <a:pt x="9292193" y="998609"/>
                  </a:lnTo>
                  <a:lnTo>
                    <a:pt x="9238355" y="968424"/>
                  </a:lnTo>
                  <a:lnTo>
                    <a:pt x="9185591" y="935692"/>
                  </a:lnTo>
                  <a:lnTo>
                    <a:pt x="9133489" y="900432"/>
                  </a:lnTo>
                  <a:lnTo>
                    <a:pt x="9081742" y="862738"/>
                  </a:lnTo>
                  <a:lnTo>
                    <a:pt x="9030134" y="822782"/>
                  </a:lnTo>
                  <a:lnTo>
                    <a:pt x="8978527" y="780815"/>
                  </a:lnTo>
                  <a:lnTo>
                    <a:pt x="8926847" y="737168"/>
                  </a:lnTo>
                  <a:lnTo>
                    <a:pt x="8875070" y="692240"/>
                  </a:lnTo>
                  <a:lnTo>
                    <a:pt x="8823216" y="646483"/>
                  </a:lnTo>
                  <a:lnTo>
                    <a:pt x="8771326" y="600390"/>
                  </a:lnTo>
                  <a:lnTo>
                    <a:pt x="8719454" y="554466"/>
                  </a:lnTo>
                  <a:lnTo>
                    <a:pt x="8667649" y="509209"/>
                  </a:lnTo>
                  <a:lnTo>
                    <a:pt x="8615936" y="465089"/>
                  </a:lnTo>
                  <a:lnTo>
                    <a:pt x="8564310" y="422523"/>
                  </a:lnTo>
                  <a:lnTo>
                    <a:pt x="8512715" y="381865"/>
                  </a:lnTo>
                  <a:lnTo>
                    <a:pt x="8461034" y="343395"/>
                  </a:lnTo>
                  <a:lnTo>
                    <a:pt x="8409080" y="307311"/>
                  </a:lnTo>
                  <a:lnTo>
                    <a:pt x="8356576" y="273732"/>
                  </a:lnTo>
                  <a:lnTo>
                    <a:pt x="8303148" y="242702"/>
                  </a:lnTo>
                  <a:lnTo>
                    <a:pt x="8248301" y="214196"/>
                  </a:lnTo>
                  <a:lnTo>
                    <a:pt x="8229629" y="205258"/>
                  </a:lnTo>
                  <a:lnTo>
                    <a:pt x="8177883" y="182476"/>
                  </a:lnTo>
                  <a:lnTo>
                    <a:pt x="8123701" y="161667"/>
                  </a:lnTo>
                  <a:lnTo>
                    <a:pt x="8066404" y="142760"/>
                  </a:lnTo>
                  <a:lnTo>
                    <a:pt x="8005245" y="125621"/>
                  </a:lnTo>
                  <a:lnTo>
                    <a:pt x="7939454" y="110088"/>
                  </a:lnTo>
                  <a:lnTo>
                    <a:pt x="7868273" y="95995"/>
                  </a:lnTo>
                  <a:lnTo>
                    <a:pt x="7791011" y="83184"/>
                  </a:lnTo>
                  <a:lnTo>
                    <a:pt x="7707108" y="71519"/>
                  </a:lnTo>
                  <a:lnTo>
                    <a:pt x="7616230" y="60885"/>
                  </a:lnTo>
                  <a:lnTo>
                    <a:pt x="7518383" y="51194"/>
                  </a:lnTo>
                  <a:lnTo>
                    <a:pt x="7414048" y="42384"/>
                  </a:lnTo>
                  <a:lnTo>
                    <a:pt x="7304329" y="34423"/>
                  </a:lnTo>
                  <a:lnTo>
                    <a:pt x="7191076" y="27300"/>
                  </a:lnTo>
                  <a:lnTo>
                    <a:pt x="7076942" y="21024"/>
                  </a:lnTo>
                  <a:lnTo>
                    <a:pt x="6965324" y="15613"/>
                  </a:lnTo>
                  <a:lnTo>
                    <a:pt x="6860132" y="11081"/>
                  </a:lnTo>
                  <a:lnTo>
                    <a:pt x="6765376" y="7429"/>
                  </a:lnTo>
                  <a:lnTo>
                    <a:pt x="6684617" y="4626"/>
                  </a:lnTo>
                  <a:lnTo>
                    <a:pt x="6620380" y="2608"/>
                  </a:lnTo>
                  <a:lnTo>
                    <a:pt x="6573684" y="1275"/>
                  </a:lnTo>
                  <a:lnTo>
                    <a:pt x="6543789" y="497"/>
                  </a:lnTo>
                  <a:lnTo>
                    <a:pt x="6528203" y="126"/>
                  </a:lnTo>
                  <a:lnTo>
                    <a:pt x="6522870" y="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8" y="50"/>
                  </a:lnTo>
                  <a:lnTo>
                    <a:pt x="5519250" y="411"/>
                  </a:lnTo>
                  <a:lnTo>
                    <a:pt x="5501185" y="1409"/>
                  </a:lnTo>
                  <a:lnTo>
                    <a:pt x="5468589" y="3375"/>
                  </a:lnTo>
                  <a:lnTo>
                    <a:pt x="5419395" y="6627"/>
                  </a:lnTo>
                  <a:lnTo>
                    <a:pt x="5353211" y="11438"/>
                  </a:lnTo>
                  <a:lnTo>
                    <a:pt x="5271280" y="18015"/>
                  </a:lnTo>
                  <a:lnTo>
                    <a:pt x="5176210" y="26486"/>
                  </a:lnTo>
                  <a:lnTo>
                    <a:pt x="5071507" y="36904"/>
                  </a:lnTo>
                  <a:lnTo>
                    <a:pt x="4961027" y="49265"/>
                  </a:lnTo>
                  <a:lnTo>
                    <a:pt x="4848477" y="63533"/>
                  </a:lnTo>
                  <a:lnTo>
                    <a:pt x="4737047" y="79672"/>
                  </a:lnTo>
                  <a:lnTo>
                    <a:pt x="4629217" y="97666"/>
                  </a:lnTo>
                  <a:lnTo>
                    <a:pt x="4526705" y="117538"/>
                  </a:lnTo>
                  <a:lnTo>
                    <a:pt x="4430530" y="139365"/>
                  </a:lnTo>
                  <a:lnTo>
                    <a:pt x="4341135" y="163283"/>
                  </a:lnTo>
                  <a:lnTo>
                    <a:pt x="4258512" y="189484"/>
                  </a:lnTo>
                  <a:lnTo>
                    <a:pt x="4182339" y="218219"/>
                  </a:lnTo>
                  <a:lnTo>
                    <a:pt x="4112081" y="249789"/>
                  </a:lnTo>
                  <a:lnTo>
                    <a:pt x="4047077" y="284533"/>
                  </a:lnTo>
                  <a:lnTo>
                    <a:pt x="3986604" y="322815"/>
                  </a:lnTo>
                  <a:lnTo>
                    <a:pt x="3929920" y="364989"/>
                  </a:lnTo>
                  <a:lnTo>
                    <a:pt x="3876311" y="411353"/>
                  </a:lnTo>
                  <a:lnTo>
                    <a:pt x="3825119" y="462075"/>
                  </a:lnTo>
                  <a:lnTo>
                    <a:pt x="3820202" y="467289"/>
                  </a:lnTo>
                  <a:lnTo>
                    <a:pt x="3775797" y="517128"/>
                  </a:lnTo>
                  <a:lnTo>
                    <a:pt x="3732499" y="570575"/>
                  </a:lnTo>
                  <a:lnTo>
                    <a:pt x="3690011" y="627702"/>
                  </a:lnTo>
                  <a:lnTo>
                    <a:pt x="3648093" y="688527"/>
                  </a:lnTo>
                  <a:lnTo>
                    <a:pt x="3606551" y="753003"/>
                  </a:lnTo>
                  <a:lnTo>
                    <a:pt x="3565236" y="821014"/>
                  </a:lnTo>
                  <a:lnTo>
                    <a:pt x="3524033" y="892370"/>
                  </a:lnTo>
                  <a:lnTo>
                    <a:pt x="3482860" y="966810"/>
                  </a:lnTo>
                  <a:lnTo>
                    <a:pt x="3441664" y="1043997"/>
                  </a:lnTo>
                  <a:lnTo>
                    <a:pt x="3400415" y="1123525"/>
                  </a:lnTo>
                  <a:lnTo>
                    <a:pt x="3359104" y="1204925"/>
                  </a:lnTo>
                  <a:lnTo>
                    <a:pt x="3317739" y="1287679"/>
                  </a:lnTo>
                  <a:lnTo>
                    <a:pt x="3276338" y="1371229"/>
                  </a:lnTo>
                  <a:lnTo>
                    <a:pt x="3234927" y="1454993"/>
                  </a:lnTo>
                  <a:lnTo>
                    <a:pt x="3193533" y="1538386"/>
                  </a:lnTo>
                  <a:lnTo>
                    <a:pt x="3152181" y="1620830"/>
                  </a:lnTo>
                  <a:lnTo>
                    <a:pt x="3110886" y="1701776"/>
                  </a:lnTo>
                  <a:lnTo>
                    <a:pt x="3069653" y="1780719"/>
                  </a:lnTo>
                  <a:lnTo>
                    <a:pt x="3028467" y="1857205"/>
                  </a:lnTo>
                  <a:lnTo>
                    <a:pt x="2987292" y="1930847"/>
                  </a:lnTo>
                  <a:lnTo>
                    <a:pt x="2946068" y="2001328"/>
                  </a:lnTo>
                  <a:lnTo>
                    <a:pt x="2904705" y="2068404"/>
                  </a:lnTo>
                  <a:lnTo>
                    <a:pt x="2863079" y="2131908"/>
                  </a:lnTo>
                  <a:lnTo>
                    <a:pt x="2821028" y="2191742"/>
                  </a:lnTo>
                  <a:lnTo>
                    <a:pt x="2778349" y="2247877"/>
                  </a:lnTo>
                  <a:lnTo>
                    <a:pt x="2734785" y="2300345"/>
                  </a:lnTo>
                  <a:lnTo>
                    <a:pt x="2702183" y="2336449"/>
                  </a:lnTo>
                  <a:lnTo>
                    <a:pt x="2651197" y="2387600"/>
                  </a:lnTo>
                  <a:lnTo>
                    <a:pt x="2597852" y="2434387"/>
                  </a:lnTo>
                  <a:lnTo>
                    <a:pt x="2541502" y="2476960"/>
                  </a:lnTo>
                  <a:lnTo>
                    <a:pt x="2481433" y="2515609"/>
                  </a:lnTo>
                  <a:lnTo>
                    <a:pt x="2416906" y="2550685"/>
                  </a:lnTo>
                  <a:lnTo>
                    <a:pt x="2347195" y="2582551"/>
                  </a:lnTo>
                  <a:lnTo>
                    <a:pt x="2271629" y="2611550"/>
                  </a:lnTo>
                  <a:lnTo>
                    <a:pt x="2189658" y="2637988"/>
                  </a:lnTo>
                  <a:lnTo>
                    <a:pt x="2100933" y="2662120"/>
                  </a:lnTo>
                  <a:lnTo>
                    <a:pt x="2005414" y="2684146"/>
                  </a:lnTo>
                  <a:lnTo>
                    <a:pt x="1903488" y="2704206"/>
                  </a:lnTo>
                  <a:lnTo>
                    <a:pt x="1796116" y="2722382"/>
                  </a:lnTo>
                  <a:lnTo>
                    <a:pt x="1684943" y="2738703"/>
                  </a:lnTo>
                  <a:lnTo>
                    <a:pt x="1572372" y="2753157"/>
                  </a:lnTo>
                  <a:lnTo>
                    <a:pt x="1461531" y="2765707"/>
                  </a:lnTo>
                  <a:lnTo>
                    <a:pt x="1356089" y="2776316"/>
                  </a:lnTo>
                  <a:lnTo>
                    <a:pt x="1259908" y="2784977"/>
                  </a:lnTo>
                  <a:lnTo>
                    <a:pt x="1176553" y="2791735"/>
                  </a:lnTo>
                  <a:lnTo>
                    <a:pt x="1108743" y="2796711"/>
                  </a:lnTo>
                  <a:lnTo>
                    <a:pt x="1057871" y="2800105"/>
                  </a:lnTo>
                  <a:lnTo>
                    <a:pt x="1023710" y="2802185"/>
                  </a:lnTo>
                  <a:lnTo>
                    <a:pt x="1004355" y="2803263"/>
                  </a:lnTo>
                  <a:lnTo>
                    <a:pt x="996360" y="2803671"/>
                  </a:lnTo>
                  <a:lnTo>
                    <a:pt x="994941" y="2803739"/>
                  </a:lnTo>
                  <a:lnTo>
                    <a:pt x="994940" y="2803739"/>
                  </a:lnTo>
                  <a:lnTo>
                    <a:pt x="0" y="2803739"/>
                  </a:lnTo>
                  <a:lnTo>
                    <a:pt x="0" y="28037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0" name="pg1589"/>
            <p:cNvSpPr/>
            <p:nvPr/>
          </p:nvSpPr>
          <p:spPr>
            <a:xfrm>
              <a:off x="1199187" y="2662077"/>
              <a:ext cx="12049831" cy="2777536"/>
            </a:xfrm>
            <a:custGeom>
              <a:avLst/>
              <a:pathLst>
                <a:path w="12049831" h="2777536">
                  <a:moveTo>
                    <a:pt x="0" y="2777536"/>
                  </a:moveTo>
                  <a:lnTo>
                    <a:pt x="994940" y="2777536"/>
                  </a:lnTo>
                  <a:lnTo>
                    <a:pt x="996018" y="2777485"/>
                  </a:lnTo>
                  <a:lnTo>
                    <a:pt x="1003145" y="2777128"/>
                  </a:lnTo>
                  <a:lnTo>
                    <a:pt x="1021229" y="2776140"/>
                  </a:lnTo>
                  <a:lnTo>
                    <a:pt x="1053859" y="2774194"/>
                  </a:lnTo>
                  <a:lnTo>
                    <a:pt x="1103102" y="2770974"/>
                  </a:lnTo>
                  <a:lnTo>
                    <a:pt x="1169348" y="2766212"/>
                  </a:lnTo>
                  <a:lnTo>
                    <a:pt x="1251347" y="2759702"/>
                  </a:lnTo>
                  <a:lnTo>
                    <a:pt x="1346488" y="2751317"/>
                  </a:lnTo>
                  <a:lnTo>
                    <a:pt x="1451257" y="2741006"/>
                  </a:lnTo>
                  <a:lnTo>
                    <a:pt x="1561795" y="2728772"/>
                  </a:lnTo>
                  <a:lnTo>
                    <a:pt x="1674390" y="2714650"/>
                  </a:lnTo>
                  <a:lnTo>
                    <a:pt x="1785851" y="2698677"/>
                  </a:lnTo>
                  <a:lnTo>
                    <a:pt x="1893701" y="2680870"/>
                  </a:lnTo>
                  <a:lnTo>
                    <a:pt x="1996222" y="2661204"/>
                  </a:lnTo>
                  <a:lnTo>
                    <a:pt x="2092396" y="2639601"/>
                  </a:lnTo>
                  <a:lnTo>
                    <a:pt x="2181785" y="2615929"/>
                  </a:lnTo>
                  <a:lnTo>
                    <a:pt x="2264397" y="2589997"/>
                  </a:lnTo>
                  <a:lnTo>
                    <a:pt x="2340558" y="2561555"/>
                  </a:lnTo>
                  <a:lnTo>
                    <a:pt x="2410803" y="2530306"/>
                  </a:lnTo>
                  <a:lnTo>
                    <a:pt x="2475795" y="2495912"/>
                  </a:lnTo>
                  <a:lnTo>
                    <a:pt x="2536259" y="2458015"/>
                  </a:lnTo>
                  <a:lnTo>
                    <a:pt x="2592936" y="2416265"/>
                  </a:lnTo>
                  <a:lnTo>
                    <a:pt x="2646542" y="2370365"/>
                  </a:lnTo>
                  <a:lnTo>
                    <a:pt x="2697735" y="2320153"/>
                  </a:lnTo>
                  <a:lnTo>
                    <a:pt x="2702183" y="2315486"/>
                  </a:lnTo>
                  <a:lnTo>
                    <a:pt x="2746770" y="2265994"/>
                  </a:lnTo>
                  <a:lnTo>
                    <a:pt x="2790242" y="2212905"/>
                  </a:lnTo>
                  <a:lnTo>
                    <a:pt x="2832899" y="2156146"/>
                  </a:lnTo>
                  <a:lnTo>
                    <a:pt x="2874984" y="2095701"/>
                  </a:lnTo>
                  <a:lnTo>
                    <a:pt x="2916693" y="2031617"/>
                  </a:lnTo>
                  <a:lnTo>
                    <a:pt x="2958176" y="1964012"/>
                  </a:lnTo>
                  <a:lnTo>
                    <a:pt x="2999548" y="1893076"/>
                  </a:lnTo>
                  <a:lnTo>
                    <a:pt x="3040892" y="1819076"/>
                  </a:lnTo>
                  <a:lnTo>
                    <a:pt x="3082261" y="1742349"/>
                  </a:lnTo>
                  <a:lnTo>
                    <a:pt x="3123683" y="1663304"/>
                  </a:lnTo>
                  <a:lnTo>
                    <a:pt x="3165168" y="1582413"/>
                  </a:lnTo>
                  <a:lnTo>
                    <a:pt x="3206707" y="1500198"/>
                  </a:lnTo>
                  <a:lnTo>
                    <a:pt x="3248281" y="1417217"/>
                  </a:lnTo>
                  <a:lnTo>
                    <a:pt x="3289864" y="1334054"/>
                  </a:lnTo>
                  <a:lnTo>
                    <a:pt x="3331427" y="1251295"/>
                  </a:lnTo>
                  <a:lnTo>
                    <a:pt x="3372948" y="1169518"/>
                  </a:lnTo>
                  <a:lnTo>
                    <a:pt x="3414409" y="1089268"/>
                  </a:lnTo>
                  <a:lnTo>
                    <a:pt x="3455810" y="1011049"/>
                  </a:lnTo>
                  <a:lnTo>
                    <a:pt x="3497164" y="935311"/>
                  </a:lnTo>
                  <a:lnTo>
                    <a:pt x="3538511" y="862436"/>
                  </a:lnTo>
                  <a:lnTo>
                    <a:pt x="3579914" y="792736"/>
                  </a:lnTo>
                  <a:lnTo>
                    <a:pt x="3621467" y="726447"/>
                  </a:lnTo>
                  <a:lnTo>
                    <a:pt x="3663298" y="663733"/>
                  </a:lnTo>
                  <a:lnTo>
                    <a:pt x="3705575" y="604682"/>
                  </a:lnTo>
                  <a:lnTo>
                    <a:pt x="3748509" y="549319"/>
                  </a:lnTo>
                  <a:lnTo>
                    <a:pt x="3792365" y="497605"/>
                  </a:lnTo>
                  <a:lnTo>
                    <a:pt x="3820202" y="467289"/>
                  </a:lnTo>
                  <a:lnTo>
                    <a:pt x="3871208" y="416694"/>
                  </a:lnTo>
                  <a:lnTo>
                    <a:pt x="3924575" y="370415"/>
                  </a:lnTo>
                  <a:lnTo>
                    <a:pt x="3980951" y="328307"/>
                  </a:lnTo>
                  <a:lnTo>
                    <a:pt x="4041049" y="290082"/>
                  </a:lnTo>
                  <a:lnTo>
                    <a:pt x="4105609" y="255392"/>
                  </a:lnTo>
                  <a:lnTo>
                    <a:pt x="4175360" y="223878"/>
                  </a:lnTo>
                  <a:lnTo>
                    <a:pt x="4250971" y="195199"/>
                  </a:lnTo>
                  <a:lnTo>
                    <a:pt x="4332993" y="169054"/>
                  </a:lnTo>
                  <a:lnTo>
                    <a:pt x="4421774" y="145190"/>
                  </a:lnTo>
                  <a:lnTo>
                    <a:pt x="4517356" y="123411"/>
                  </a:lnTo>
                  <a:lnTo>
                    <a:pt x="4619345" y="103576"/>
                  </a:lnTo>
                  <a:lnTo>
                    <a:pt x="4726781" y="85605"/>
                  </a:lnTo>
                  <a:lnTo>
                    <a:pt x="4838010" y="69470"/>
                  </a:lnTo>
                  <a:lnTo>
                    <a:pt x="4950624" y="55182"/>
                  </a:lnTo>
                  <a:lnTo>
                    <a:pt x="5061489" y="42779"/>
                  </a:lnTo>
                  <a:lnTo>
                    <a:pt x="5166928" y="32296"/>
                  </a:lnTo>
                  <a:lnTo>
                    <a:pt x="5263074" y="23741"/>
                  </a:lnTo>
                  <a:lnTo>
                    <a:pt x="5346363" y="17069"/>
                  </a:lnTo>
                  <a:lnTo>
                    <a:pt x="5414081" y="12158"/>
                  </a:lnTo>
                  <a:lnTo>
                    <a:pt x="5464843" y="8812"/>
                  </a:lnTo>
                  <a:lnTo>
                    <a:pt x="5498889" y="6765"/>
                  </a:lnTo>
                  <a:lnTo>
                    <a:pt x="5518140" y="5705"/>
                  </a:lnTo>
                  <a:lnTo>
                    <a:pt x="5526059" y="5305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8" y="5279"/>
                  </a:lnTo>
                  <a:lnTo>
                    <a:pt x="6530765" y="5558"/>
                  </a:lnTo>
                  <a:lnTo>
                    <a:pt x="6549222" y="6327"/>
                  </a:lnTo>
                  <a:lnTo>
                    <a:pt x="6582500" y="7843"/>
                  </a:lnTo>
                  <a:lnTo>
                    <a:pt x="6632667" y="10349"/>
                  </a:lnTo>
                  <a:lnTo>
                    <a:pt x="6700066" y="14055"/>
                  </a:lnTo>
                  <a:lnTo>
                    <a:pt x="6783357" y="19117"/>
                  </a:lnTo>
                  <a:lnTo>
                    <a:pt x="6879817" y="25631"/>
                  </a:lnTo>
                  <a:lnTo>
                    <a:pt x="6985822" y="33636"/>
                  </a:lnTo>
                  <a:lnTo>
                    <a:pt x="7097422" y="43125"/>
                  </a:lnTo>
                  <a:lnTo>
                    <a:pt x="7210854" y="54072"/>
                  </a:lnTo>
                  <a:lnTo>
                    <a:pt x="7322907" y="66446"/>
                  </a:lnTo>
                  <a:lnTo>
                    <a:pt x="7431113" y="80240"/>
                  </a:lnTo>
                  <a:lnTo>
                    <a:pt x="7533787" y="95474"/>
                  </a:lnTo>
                  <a:lnTo>
                    <a:pt x="7629951" y="112214"/>
                  </a:lnTo>
                  <a:lnTo>
                    <a:pt x="7719213" y="130567"/>
                  </a:lnTo>
                  <a:lnTo>
                    <a:pt x="7801623" y="150688"/>
                  </a:lnTo>
                  <a:lnTo>
                    <a:pt x="7877546" y="172775"/>
                  </a:lnTo>
                  <a:lnTo>
                    <a:pt x="7947549" y="197064"/>
                  </a:lnTo>
                  <a:lnTo>
                    <a:pt x="8012321" y="223822"/>
                  </a:lnTo>
                  <a:lnTo>
                    <a:pt x="8072609" y="253328"/>
                  </a:lnTo>
                  <a:lnTo>
                    <a:pt x="8129168" y="285853"/>
                  </a:lnTo>
                  <a:lnTo>
                    <a:pt x="8182724" y="321612"/>
                  </a:lnTo>
                  <a:lnTo>
                    <a:pt x="8229629" y="357236"/>
                  </a:lnTo>
                  <a:lnTo>
                    <a:pt x="8278437" y="398706"/>
                  </a:lnTo>
                  <a:lnTo>
                    <a:pt x="8325941" y="443476"/>
                  </a:lnTo>
                  <a:lnTo>
                    <a:pt x="8372527" y="491612"/>
                  </a:lnTo>
                  <a:lnTo>
                    <a:pt x="8418499" y="543115"/>
                  </a:lnTo>
                  <a:lnTo>
                    <a:pt x="8464092" y="597912"/>
                  </a:lnTo>
                  <a:lnTo>
                    <a:pt x="8509485" y="655856"/>
                  </a:lnTo>
                  <a:lnTo>
                    <a:pt x="8554805" y="716716"/>
                  </a:lnTo>
                  <a:lnTo>
                    <a:pt x="8600138" y="780178"/>
                  </a:lnTo>
                  <a:lnTo>
                    <a:pt x="8645530" y="845853"/>
                  </a:lnTo>
                  <a:lnTo>
                    <a:pt x="8690995" y="913278"/>
                  </a:lnTo>
                  <a:lnTo>
                    <a:pt x="8736527" y="981934"/>
                  </a:lnTo>
                  <a:lnTo>
                    <a:pt x="8782098" y="1051260"/>
                  </a:lnTo>
                  <a:lnTo>
                    <a:pt x="8827675" y="1120671"/>
                  </a:lnTo>
                  <a:lnTo>
                    <a:pt x="8873221" y="1189578"/>
                  </a:lnTo>
                  <a:lnTo>
                    <a:pt x="8918707" y="1257412"/>
                  </a:lnTo>
                  <a:lnTo>
                    <a:pt x="8964120" y="1323639"/>
                  </a:lnTo>
                  <a:lnTo>
                    <a:pt x="9009466" y="1387779"/>
                  </a:lnTo>
                  <a:lnTo>
                    <a:pt x="9054784" y="1449421"/>
                  </a:lnTo>
                  <a:lnTo>
                    <a:pt x="9100145" y="1508229"/>
                  </a:lnTo>
                  <a:lnTo>
                    <a:pt x="9145665" y="1563949"/>
                  </a:lnTo>
                  <a:lnTo>
                    <a:pt x="9191506" y="1616407"/>
                  </a:lnTo>
                  <a:lnTo>
                    <a:pt x="9237888" y="1665512"/>
                  </a:lnTo>
                  <a:lnTo>
                    <a:pt x="9285093" y="1711244"/>
                  </a:lnTo>
                  <a:lnTo>
                    <a:pt x="9333482" y="1753651"/>
                  </a:lnTo>
                  <a:lnTo>
                    <a:pt x="9347647" y="1765220"/>
                  </a:lnTo>
                  <a:lnTo>
                    <a:pt x="9399034" y="1804033"/>
                  </a:lnTo>
                  <a:lnTo>
                    <a:pt x="9452820" y="1839510"/>
                  </a:lnTo>
                  <a:lnTo>
                    <a:pt x="9509669" y="1871766"/>
                  </a:lnTo>
                  <a:lnTo>
                    <a:pt x="9570311" y="1901027"/>
                  </a:lnTo>
                  <a:lnTo>
                    <a:pt x="9635502" y="1927563"/>
                  </a:lnTo>
                  <a:lnTo>
                    <a:pt x="9705986" y="1951654"/>
                  </a:lnTo>
                  <a:lnTo>
                    <a:pt x="9782443" y="1973564"/>
                  </a:lnTo>
                  <a:lnTo>
                    <a:pt x="9865429" y="1993526"/>
                  </a:lnTo>
                  <a:lnTo>
                    <a:pt x="9955285" y="2011735"/>
                  </a:lnTo>
                  <a:lnTo>
                    <a:pt x="10052029" y="2028342"/>
                  </a:lnTo>
                  <a:lnTo>
                    <a:pt x="10155224" y="2043452"/>
                  </a:lnTo>
                  <a:lnTo>
                    <a:pt x="10263836" y="2057124"/>
                  </a:lnTo>
                  <a:lnTo>
                    <a:pt x="10376114" y="2069377"/>
                  </a:lnTo>
                  <a:lnTo>
                    <a:pt x="10489525" y="2080200"/>
                  </a:lnTo>
                  <a:lnTo>
                    <a:pt x="10600799" y="2089563"/>
                  </a:lnTo>
                  <a:lnTo>
                    <a:pt x="10706141" y="2097440"/>
                  </a:lnTo>
                  <a:lnTo>
                    <a:pt x="10801607" y="2103828"/>
                  </a:lnTo>
                  <a:lnTo>
                    <a:pt x="10883628" y="2108769"/>
                  </a:lnTo>
                  <a:lnTo>
                    <a:pt x="10949582" y="2112365"/>
                  </a:lnTo>
                  <a:lnTo>
                    <a:pt x="10998266" y="2114778"/>
                  </a:lnTo>
                  <a:lnTo>
                    <a:pt x="11030172" y="2116220"/>
                  </a:lnTo>
                  <a:lnTo>
                    <a:pt x="11047509" y="2116938"/>
                  </a:lnTo>
                  <a:lnTo>
                    <a:pt x="11054045" y="2117186"/>
                  </a:lnTo>
                  <a:lnTo>
                    <a:pt x="11054891" y="2117216"/>
                  </a:lnTo>
                  <a:lnTo>
                    <a:pt x="12049831" y="2117216"/>
                  </a:lnTo>
                  <a:lnTo>
                    <a:pt x="12049831" y="2111975"/>
                  </a:lnTo>
                  <a:lnTo>
                    <a:pt x="11054891" y="2111975"/>
                  </a:lnTo>
                  <a:lnTo>
                    <a:pt x="11053789" y="2111936"/>
                  </a:lnTo>
                  <a:lnTo>
                    <a:pt x="11046512" y="2111658"/>
                  </a:lnTo>
                  <a:lnTo>
                    <a:pt x="11028054" y="2110888"/>
                  </a:lnTo>
                  <a:lnTo>
                    <a:pt x="10994776" y="2109372"/>
                  </a:lnTo>
                  <a:lnTo>
                    <a:pt x="10944609" y="2106866"/>
                  </a:lnTo>
                  <a:lnTo>
                    <a:pt x="10877211" y="2103160"/>
                  </a:lnTo>
                  <a:lnTo>
                    <a:pt x="10793919" y="2098098"/>
                  </a:lnTo>
                  <a:lnTo>
                    <a:pt x="10697460" y="2091584"/>
                  </a:lnTo>
                  <a:lnTo>
                    <a:pt x="10591455" y="2083579"/>
                  </a:lnTo>
                  <a:lnTo>
                    <a:pt x="10479854" y="2074090"/>
                  </a:lnTo>
                  <a:lnTo>
                    <a:pt x="10366422" y="2063144"/>
                  </a:lnTo>
                  <a:lnTo>
                    <a:pt x="10254370" y="2050769"/>
                  </a:lnTo>
                  <a:lnTo>
                    <a:pt x="10146164" y="2036975"/>
                  </a:lnTo>
                  <a:lnTo>
                    <a:pt x="10043490" y="2021741"/>
                  </a:lnTo>
                  <a:lnTo>
                    <a:pt x="9947325" y="2005001"/>
                  </a:lnTo>
                  <a:lnTo>
                    <a:pt x="9858063" y="1986648"/>
                  </a:lnTo>
                  <a:lnTo>
                    <a:pt x="9775653" y="1966528"/>
                  </a:lnTo>
                  <a:lnTo>
                    <a:pt x="9699731" y="1944441"/>
                  </a:lnTo>
                  <a:lnTo>
                    <a:pt x="9629728" y="1920151"/>
                  </a:lnTo>
                  <a:lnTo>
                    <a:pt x="9564955" y="1893393"/>
                  </a:lnTo>
                  <a:lnTo>
                    <a:pt x="9504667" y="1863887"/>
                  </a:lnTo>
                  <a:lnTo>
                    <a:pt x="9448108" y="1831363"/>
                  </a:lnTo>
                  <a:lnTo>
                    <a:pt x="9394552" y="1795603"/>
                  </a:lnTo>
                  <a:lnTo>
                    <a:pt x="9347647" y="1759979"/>
                  </a:lnTo>
                  <a:lnTo>
                    <a:pt x="9298840" y="1718509"/>
                  </a:lnTo>
                  <a:lnTo>
                    <a:pt x="9251335" y="1673739"/>
                  </a:lnTo>
                  <a:lnTo>
                    <a:pt x="9204749" y="1625603"/>
                  </a:lnTo>
                  <a:lnTo>
                    <a:pt x="9158778" y="1574101"/>
                  </a:lnTo>
                  <a:lnTo>
                    <a:pt x="9113185" y="1519303"/>
                  </a:lnTo>
                  <a:lnTo>
                    <a:pt x="9067792" y="1461359"/>
                  </a:lnTo>
                  <a:lnTo>
                    <a:pt x="9022471" y="1400499"/>
                  </a:lnTo>
                  <a:lnTo>
                    <a:pt x="8977138" y="1337037"/>
                  </a:lnTo>
                  <a:lnTo>
                    <a:pt x="8931747" y="1271362"/>
                  </a:lnTo>
                  <a:lnTo>
                    <a:pt x="8886281" y="1203937"/>
                  </a:lnTo>
                  <a:lnTo>
                    <a:pt x="8840750" y="1135281"/>
                  </a:lnTo>
                  <a:lnTo>
                    <a:pt x="8795178" y="1065955"/>
                  </a:lnTo>
                  <a:lnTo>
                    <a:pt x="8749601" y="996544"/>
                  </a:lnTo>
                  <a:lnTo>
                    <a:pt x="8704055" y="927637"/>
                  </a:lnTo>
                  <a:lnTo>
                    <a:pt x="8658569" y="859803"/>
                  </a:lnTo>
                  <a:lnTo>
                    <a:pt x="8613157" y="793577"/>
                  </a:lnTo>
                  <a:lnTo>
                    <a:pt x="8567810" y="729436"/>
                  </a:lnTo>
                  <a:lnTo>
                    <a:pt x="8522493" y="667794"/>
                  </a:lnTo>
                  <a:lnTo>
                    <a:pt x="8477132" y="608986"/>
                  </a:lnTo>
                  <a:lnTo>
                    <a:pt x="8431612" y="553267"/>
                  </a:lnTo>
                  <a:lnTo>
                    <a:pt x="8385771" y="500808"/>
                  </a:lnTo>
                  <a:lnTo>
                    <a:pt x="8339389" y="451703"/>
                  </a:lnTo>
                  <a:lnTo>
                    <a:pt x="8292183" y="405971"/>
                  </a:lnTo>
                  <a:lnTo>
                    <a:pt x="8243795" y="363564"/>
                  </a:lnTo>
                  <a:lnTo>
                    <a:pt x="8229629" y="351995"/>
                  </a:lnTo>
                  <a:lnTo>
                    <a:pt x="8178243" y="313182"/>
                  </a:lnTo>
                  <a:lnTo>
                    <a:pt x="8124457" y="277705"/>
                  </a:lnTo>
                  <a:lnTo>
                    <a:pt x="8067608" y="245449"/>
                  </a:lnTo>
                  <a:lnTo>
                    <a:pt x="8006966" y="216188"/>
                  </a:lnTo>
                  <a:lnTo>
                    <a:pt x="7941775" y="189653"/>
                  </a:lnTo>
                  <a:lnTo>
                    <a:pt x="7871291" y="165562"/>
                  </a:lnTo>
                  <a:lnTo>
                    <a:pt x="7794833" y="143652"/>
                  </a:lnTo>
                  <a:lnTo>
                    <a:pt x="7711847" y="123689"/>
                  </a:lnTo>
                  <a:lnTo>
                    <a:pt x="7621991" y="105480"/>
                  </a:lnTo>
                  <a:lnTo>
                    <a:pt x="7525248" y="88873"/>
                  </a:lnTo>
                  <a:lnTo>
                    <a:pt x="7422053" y="73763"/>
                  </a:lnTo>
                  <a:lnTo>
                    <a:pt x="7313441" y="60092"/>
                  </a:lnTo>
                  <a:lnTo>
                    <a:pt x="7201162" y="47838"/>
                  </a:lnTo>
                  <a:lnTo>
                    <a:pt x="7087752" y="37015"/>
                  </a:lnTo>
                  <a:lnTo>
                    <a:pt x="6976477" y="27652"/>
                  </a:lnTo>
                  <a:lnTo>
                    <a:pt x="6871135" y="19775"/>
                  </a:lnTo>
                  <a:lnTo>
                    <a:pt x="6775670" y="13387"/>
                  </a:lnTo>
                  <a:lnTo>
                    <a:pt x="6693648" y="8446"/>
                  </a:lnTo>
                  <a:lnTo>
                    <a:pt x="6627694" y="4850"/>
                  </a:lnTo>
                  <a:lnTo>
                    <a:pt x="6579010" y="2437"/>
                  </a:lnTo>
                  <a:lnTo>
                    <a:pt x="6547105" y="995"/>
                  </a:lnTo>
                  <a:lnTo>
                    <a:pt x="6529767" y="278"/>
                  </a:lnTo>
                  <a:lnTo>
                    <a:pt x="6523232" y="2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7" y="50"/>
                  </a:lnTo>
                  <a:lnTo>
                    <a:pt x="5519240" y="407"/>
                  </a:lnTo>
                  <a:lnTo>
                    <a:pt x="5501156" y="1395"/>
                  </a:lnTo>
                  <a:lnTo>
                    <a:pt x="5468526" y="3341"/>
                  </a:lnTo>
                  <a:lnTo>
                    <a:pt x="5419283" y="6561"/>
                  </a:lnTo>
                  <a:lnTo>
                    <a:pt x="5353037" y="11323"/>
                  </a:lnTo>
                  <a:lnTo>
                    <a:pt x="5271038" y="17833"/>
                  </a:lnTo>
                  <a:lnTo>
                    <a:pt x="5175897" y="26218"/>
                  </a:lnTo>
                  <a:lnTo>
                    <a:pt x="5071128" y="36529"/>
                  </a:lnTo>
                  <a:lnTo>
                    <a:pt x="4960590" y="48763"/>
                  </a:lnTo>
                  <a:lnTo>
                    <a:pt x="4847995" y="62885"/>
                  </a:lnTo>
                  <a:lnTo>
                    <a:pt x="4736534" y="78858"/>
                  </a:lnTo>
                  <a:lnTo>
                    <a:pt x="4628684" y="96665"/>
                  </a:lnTo>
                  <a:lnTo>
                    <a:pt x="4526163" y="116332"/>
                  </a:lnTo>
                  <a:lnTo>
                    <a:pt x="4429989" y="137934"/>
                  </a:lnTo>
                  <a:lnTo>
                    <a:pt x="4340600" y="161606"/>
                  </a:lnTo>
                  <a:lnTo>
                    <a:pt x="4257988" y="187538"/>
                  </a:lnTo>
                  <a:lnTo>
                    <a:pt x="4181827" y="215980"/>
                  </a:lnTo>
                  <a:lnTo>
                    <a:pt x="4111582" y="247229"/>
                  </a:lnTo>
                  <a:lnTo>
                    <a:pt x="4046590" y="281623"/>
                  </a:lnTo>
                  <a:lnTo>
                    <a:pt x="3986126" y="319520"/>
                  </a:lnTo>
                  <a:lnTo>
                    <a:pt x="3929449" y="361270"/>
                  </a:lnTo>
                  <a:lnTo>
                    <a:pt x="3875843" y="407170"/>
                  </a:lnTo>
                  <a:lnTo>
                    <a:pt x="3824650" y="457382"/>
                  </a:lnTo>
                  <a:lnTo>
                    <a:pt x="3820202" y="462049"/>
                  </a:lnTo>
                  <a:lnTo>
                    <a:pt x="3775615" y="511541"/>
                  </a:lnTo>
                  <a:lnTo>
                    <a:pt x="3732143" y="564630"/>
                  </a:lnTo>
                  <a:lnTo>
                    <a:pt x="3689486" y="621389"/>
                  </a:lnTo>
                  <a:lnTo>
                    <a:pt x="3647401" y="681835"/>
                  </a:lnTo>
                  <a:lnTo>
                    <a:pt x="3605692" y="745918"/>
                  </a:lnTo>
                  <a:lnTo>
                    <a:pt x="3564209" y="813523"/>
                  </a:lnTo>
                  <a:lnTo>
                    <a:pt x="3522837" y="884459"/>
                  </a:lnTo>
                  <a:lnTo>
                    <a:pt x="3481493" y="958460"/>
                  </a:lnTo>
                  <a:lnTo>
                    <a:pt x="3440124" y="1035186"/>
                  </a:lnTo>
                  <a:lnTo>
                    <a:pt x="3398702" y="1114231"/>
                  </a:lnTo>
                  <a:lnTo>
                    <a:pt x="3357217" y="1195122"/>
                  </a:lnTo>
                  <a:lnTo>
                    <a:pt x="3315678" y="1277337"/>
                  </a:lnTo>
                  <a:lnTo>
                    <a:pt x="3274104" y="1360318"/>
                  </a:lnTo>
                  <a:lnTo>
                    <a:pt x="3232521" y="1443481"/>
                  </a:lnTo>
                  <a:lnTo>
                    <a:pt x="3190958" y="1526240"/>
                  </a:lnTo>
                  <a:lnTo>
                    <a:pt x="3149437" y="1608018"/>
                  </a:lnTo>
                  <a:lnTo>
                    <a:pt x="3107976" y="1688268"/>
                  </a:lnTo>
                  <a:lnTo>
                    <a:pt x="3066575" y="1766486"/>
                  </a:lnTo>
                  <a:lnTo>
                    <a:pt x="3025221" y="1842224"/>
                  </a:lnTo>
                  <a:lnTo>
                    <a:pt x="2983874" y="1915099"/>
                  </a:lnTo>
                  <a:lnTo>
                    <a:pt x="2942471" y="1984799"/>
                  </a:lnTo>
                  <a:lnTo>
                    <a:pt x="2900918" y="2051088"/>
                  </a:lnTo>
                  <a:lnTo>
                    <a:pt x="2859087" y="2113803"/>
                  </a:lnTo>
                  <a:lnTo>
                    <a:pt x="2816810" y="2172853"/>
                  </a:lnTo>
                  <a:lnTo>
                    <a:pt x="2773876" y="2228216"/>
                  </a:lnTo>
                  <a:lnTo>
                    <a:pt x="2730020" y="2279930"/>
                  </a:lnTo>
                  <a:lnTo>
                    <a:pt x="2702183" y="2310246"/>
                  </a:lnTo>
                  <a:lnTo>
                    <a:pt x="2651177" y="2360842"/>
                  </a:lnTo>
                  <a:lnTo>
                    <a:pt x="2597810" y="2407120"/>
                  </a:lnTo>
                  <a:lnTo>
                    <a:pt x="2541434" y="2449228"/>
                  </a:lnTo>
                  <a:lnTo>
                    <a:pt x="2481336" y="2487453"/>
                  </a:lnTo>
                  <a:lnTo>
                    <a:pt x="2416776" y="2522143"/>
                  </a:lnTo>
                  <a:lnTo>
                    <a:pt x="2347025" y="2553657"/>
                  </a:lnTo>
                  <a:lnTo>
                    <a:pt x="2271414" y="2582336"/>
                  </a:lnTo>
                  <a:lnTo>
                    <a:pt x="2189392" y="2608481"/>
                  </a:lnTo>
                  <a:lnTo>
                    <a:pt x="2100611" y="2632345"/>
                  </a:lnTo>
                  <a:lnTo>
                    <a:pt x="2005029" y="2654124"/>
                  </a:lnTo>
                  <a:lnTo>
                    <a:pt x="1903040" y="2673959"/>
                  </a:lnTo>
                  <a:lnTo>
                    <a:pt x="1795604" y="2691930"/>
                  </a:lnTo>
                  <a:lnTo>
                    <a:pt x="1684375" y="2708065"/>
                  </a:lnTo>
                  <a:lnTo>
                    <a:pt x="1571761" y="2722353"/>
                  </a:lnTo>
                  <a:lnTo>
                    <a:pt x="1460896" y="2734756"/>
                  </a:lnTo>
                  <a:lnTo>
                    <a:pt x="1355457" y="2745239"/>
                  </a:lnTo>
                  <a:lnTo>
                    <a:pt x="1259311" y="2753794"/>
                  </a:lnTo>
                  <a:lnTo>
                    <a:pt x="1176022" y="2760466"/>
                  </a:lnTo>
                  <a:lnTo>
                    <a:pt x="1108304" y="2765377"/>
                  </a:lnTo>
                  <a:lnTo>
                    <a:pt x="1057542" y="2768723"/>
                  </a:lnTo>
                  <a:lnTo>
                    <a:pt x="1023496" y="2770770"/>
                  </a:lnTo>
                  <a:lnTo>
                    <a:pt x="1004245" y="2771830"/>
                  </a:lnTo>
                  <a:lnTo>
                    <a:pt x="996326" y="2772230"/>
                  </a:lnTo>
                  <a:lnTo>
                    <a:pt x="994940" y="2772295"/>
                  </a:lnTo>
                  <a:lnTo>
                    <a:pt x="0" y="2772295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91" name="pl1590"/>
            <p:cNvSpPr/>
            <p:nvPr/>
          </p:nvSpPr>
          <p:spPr>
            <a:xfrm>
              <a:off x="1199187" y="2667318"/>
              <a:ext cx="12049831" cy="2772295"/>
            </a:xfrm>
            <a:custGeom>
              <a:avLst/>
              <a:pathLst>
                <a:path w="12049831" h="2772295">
                  <a:moveTo>
                    <a:pt x="0" y="2772295"/>
                  </a:moveTo>
                  <a:lnTo>
                    <a:pt x="994940" y="2772295"/>
                  </a:lnTo>
                  <a:lnTo>
                    <a:pt x="996018" y="2772245"/>
                  </a:lnTo>
                  <a:lnTo>
                    <a:pt x="1003145" y="2771887"/>
                  </a:lnTo>
                  <a:lnTo>
                    <a:pt x="1021229" y="2770900"/>
                  </a:lnTo>
                  <a:lnTo>
                    <a:pt x="1053859" y="2768953"/>
                  </a:lnTo>
                  <a:lnTo>
                    <a:pt x="1103102" y="2765734"/>
                  </a:lnTo>
                  <a:lnTo>
                    <a:pt x="1169348" y="2760971"/>
                  </a:lnTo>
                  <a:lnTo>
                    <a:pt x="1251347" y="2754461"/>
                  </a:lnTo>
                  <a:lnTo>
                    <a:pt x="1346488" y="2746077"/>
                  </a:lnTo>
                  <a:lnTo>
                    <a:pt x="1451257" y="2735765"/>
                  </a:lnTo>
                  <a:lnTo>
                    <a:pt x="1561795" y="2723531"/>
                  </a:lnTo>
                  <a:lnTo>
                    <a:pt x="1674390" y="2709409"/>
                  </a:lnTo>
                  <a:lnTo>
                    <a:pt x="1785851" y="2693437"/>
                  </a:lnTo>
                  <a:lnTo>
                    <a:pt x="1893701" y="2675630"/>
                  </a:lnTo>
                  <a:lnTo>
                    <a:pt x="1996222" y="2655963"/>
                  </a:lnTo>
                  <a:lnTo>
                    <a:pt x="2092396" y="2634360"/>
                  </a:lnTo>
                  <a:lnTo>
                    <a:pt x="2181785" y="2610689"/>
                  </a:lnTo>
                  <a:lnTo>
                    <a:pt x="2264397" y="2584756"/>
                  </a:lnTo>
                  <a:lnTo>
                    <a:pt x="2340558" y="2556314"/>
                  </a:lnTo>
                  <a:lnTo>
                    <a:pt x="2410803" y="2525065"/>
                  </a:lnTo>
                  <a:lnTo>
                    <a:pt x="2475795" y="2490672"/>
                  </a:lnTo>
                  <a:lnTo>
                    <a:pt x="2536259" y="2452775"/>
                  </a:lnTo>
                  <a:lnTo>
                    <a:pt x="2592936" y="2411024"/>
                  </a:lnTo>
                  <a:lnTo>
                    <a:pt x="2646542" y="2365125"/>
                  </a:lnTo>
                  <a:lnTo>
                    <a:pt x="2697735" y="2314913"/>
                  </a:lnTo>
                  <a:lnTo>
                    <a:pt x="2702183" y="2310246"/>
                  </a:lnTo>
                  <a:lnTo>
                    <a:pt x="2746770" y="2260754"/>
                  </a:lnTo>
                  <a:lnTo>
                    <a:pt x="2790242" y="2207665"/>
                  </a:lnTo>
                  <a:lnTo>
                    <a:pt x="2832899" y="2150905"/>
                  </a:lnTo>
                  <a:lnTo>
                    <a:pt x="2874984" y="2090460"/>
                  </a:lnTo>
                  <a:lnTo>
                    <a:pt x="2916693" y="2026376"/>
                  </a:lnTo>
                  <a:lnTo>
                    <a:pt x="2958176" y="1958771"/>
                  </a:lnTo>
                  <a:lnTo>
                    <a:pt x="2999548" y="1887836"/>
                  </a:lnTo>
                  <a:lnTo>
                    <a:pt x="3040892" y="1813835"/>
                  </a:lnTo>
                  <a:lnTo>
                    <a:pt x="3082261" y="1737108"/>
                  </a:lnTo>
                  <a:lnTo>
                    <a:pt x="3123683" y="1658064"/>
                  </a:lnTo>
                  <a:lnTo>
                    <a:pt x="3165168" y="1577173"/>
                  </a:lnTo>
                  <a:lnTo>
                    <a:pt x="3206707" y="1494957"/>
                  </a:lnTo>
                  <a:lnTo>
                    <a:pt x="3248281" y="1411976"/>
                  </a:lnTo>
                  <a:lnTo>
                    <a:pt x="3289864" y="1328813"/>
                  </a:lnTo>
                  <a:lnTo>
                    <a:pt x="3331427" y="1246055"/>
                  </a:lnTo>
                  <a:lnTo>
                    <a:pt x="3372948" y="1164277"/>
                  </a:lnTo>
                  <a:lnTo>
                    <a:pt x="3414409" y="1084027"/>
                  </a:lnTo>
                  <a:lnTo>
                    <a:pt x="3455810" y="1005809"/>
                  </a:lnTo>
                  <a:lnTo>
                    <a:pt x="3497164" y="930071"/>
                  </a:lnTo>
                  <a:lnTo>
                    <a:pt x="3538511" y="857196"/>
                  </a:lnTo>
                  <a:lnTo>
                    <a:pt x="3579914" y="787495"/>
                  </a:lnTo>
                  <a:lnTo>
                    <a:pt x="3621467" y="721207"/>
                  </a:lnTo>
                  <a:lnTo>
                    <a:pt x="3663298" y="658492"/>
                  </a:lnTo>
                  <a:lnTo>
                    <a:pt x="3705575" y="599442"/>
                  </a:lnTo>
                  <a:lnTo>
                    <a:pt x="3748509" y="544078"/>
                  </a:lnTo>
                  <a:lnTo>
                    <a:pt x="3792365" y="492364"/>
                  </a:lnTo>
                  <a:lnTo>
                    <a:pt x="3820202" y="462049"/>
                  </a:lnTo>
                  <a:lnTo>
                    <a:pt x="3871208" y="411453"/>
                  </a:lnTo>
                  <a:lnTo>
                    <a:pt x="3924575" y="365175"/>
                  </a:lnTo>
                  <a:lnTo>
                    <a:pt x="3980951" y="323066"/>
                  </a:lnTo>
                  <a:lnTo>
                    <a:pt x="4041049" y="284841"/>
                  </a:lnTo>
                  <a:lnTo>
                    <a:pt x="4105609" y="250151"/>
                  </a:lnTo>
                  <a:lnTo>
                    <a:pt x="4175360" y="218637"/>
                  </a:lnTo>
                  <a:lnTo>
                    <a:pt x="4250971" y="189959"/>
                  </a:lnTo>
                  <a:lnTo>
                    <a:pt x="4332993" y="163814"/>
                  </a:lnTo>
                  <a:lnTo>
                    <a:pt x="4421774" y="139950"/>
                  </a:lnTo>
                  <a:lnTo>
                    <a:pt x="4517356" y="118170"/>
                  </a:lnTo>
                  <a:lnTo>
                    <a:pt x="4619345" y="98335"/>
                  </a:lnTo>
                  <a:lnTo>
                    <a:pt x="4726781" y="80365"/>
                  </a:lnTo>
                  <a:lnTo>
                    <a:pt x="4838010" y="64229"/>
                  </a:lnTo>
                  <a:lnTo>
                    <a:pt x="4950624" y="49942"/>
                  </a:lnTo>
                  <a:lnTo>
                    <a:pt x="5061489" y="37538"/>
                  </a:lnTo>
                  <a:lnTo>
                    <a:pt x="5166928" y="27055"/>
                  </a:lnTo>
                  <a:lnTo>
                    <a:pt x="5263074" y="18501"/>
                  </a:lnTo>
                  <a:lnTo>
                    <a:pt x="5346363" y="11828"/>
                  </a:lnTo>
                  <a:lnTo>
                    <a:pt x="5414081" y="6918"/>
                  </a:lnTo>
                  <a:lnTo>
                    <a:pt x="5464843" y="3572"/>
                  </a:lnTo>
                  <a:lnTo>
                    <a:pt x="5498889" y="1524"/>
                  </a:lnTo>
                  <a:lnTo>
                    <a:pt x="5518140" y="465"/>
                  </a:lnTo>
                  <a:lnTo>
                    <a:pt x="5526059" y="64"/>
                  </a:lnTo>
                  <a:lnTo>
                    <a:pt x="5527444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8" y="39"/>
                  </a:lnTo>
                  <a:lnTo>
                    <a:pt x="6530765" y="317"/>
                  </a:lnTo>
                  <a:lnTo>
                    <a:pt x="6549222" y="1086"/>
                  </a:lnTo>
                  <a:lnTo>
                    <a:pt x="6582500" y="2602"/>
                  </a:lnTo>
                  <a:lnTo>
                    <a:pt x="6632667" y="5109"/>
                  </a:lnTo>
                  <a:lnTo>
                    <a:pt x="6700066" y="8814"/>
                  </a:lnTo>
                  <a:lnTo>
                    <a:pt x="6783357" y="13876"/>
                  </a:lnTo>
                  <a:lnTo>
                    <a:pt x="6879817" y="20391"/>
                  </a:lnTo>
                  <a:lnTo>
                    <a:pt x="6985822" y="28395"/>
                  </a:lnTo>
                  <a:lnTo>
                    <a:pt x="7097422" y="37885"/>
                  </a:lnTo>
                  <a:lnTo>
                    <a:pt x="7210854" y="48831"/>
                  </a:lnTo>
                  <a:lnTo>
                    <a:pt x="7322907" y="61206"/>
                  </a:lnTo>
                  <a:lnTo>
                    <a:pt x="7431113" y="74999"/>
                  </a:lnTo>
                  <a:lnTo>
                    <a:pt x="7533787" y="90234"/>
                  </a:lnTo>
                  <a:lnTo>
                    <a:pt x="7629951" y="106973"/>
                  </a:lnTo>
                  <a:lnTo>
                    <a:pt x="7719213" y="125326"/>
                  </a:lnTo>
                  <a:lnTo>
                    <a:pt x="7801623" y="145447"/>
                  </a:lnTo>
                  <a:lnTo>
                    <a:pt x="7877546" y="167534"/>
                  </a:lnTo>
                  <a:lnTo>
                    <a:pt x="7947549" y="191823"/>
                  </a:lnTo>
                  <a:lnTo>
                    <a:pt x="8012321" y="218581"/>
                  </a:lnTo>
                  <a:lnTo>
                    <a:pt x="8072609" y="248088"/>
                  </a:lnTo>
                  <a:lnTo>
                    <a:pt x="8129168" y="280612"/>
                  </a:lnTo>
                  <a:lnTo>
                    <a:pt x="8182724" y="316372"/>
                  </a:lnTo>
                  <a:lnTo>
                    <a:pt x="8229629" y="351995"/>
                  </a:lnTo>
                  <a:lnTo>
                    <a:pt x="8278437" y="393466"/>
                  </a:lnTo>
                  <a:lnTo>
                    <a:pt x="8325941" y="438236"/>
                  </a:lnTo>
                  <a:lnTo>
                    <a:pt x="8372527" y="486372"/>
                  </a:lnTo>
                  <a:lnTo>
                    <a:pt x="8418499" y="537874"/>
                  </a:lnTo>
                  <a:lnTo>
                    <a:pt x="8464092" y="592672"/>
                  </a:lnTo>
                  <a:lnTo>
                    <a:pt x="8509485" y="650616"/>
                  </a:lnTo>
                  <a:lnTo>
                    <a:pt x="8554805" y="711475"/>
                  </a:lnTo>
                  <a:lnTo>
                    <a:pt x="8600138" y="774938"/>
                  </a:lnTo>
                  <a:lnTo>
                    <a:pt x="8645530" y="840612"/>
                  </a:lnTo>
                  <a:lnTo>
                    <a:pt x="8690995" y="908037"/>
                  </a:lnTo>
                  <a:lnTo>
                    <a:pt x="8736527" y="976694"/>
                  </a:lnTo>
                  <a:lnTo>
                    <a:pt x="8782098" y="1046020"/>
                  </a:lnTo>
                  <a:lnTo>
                    <a:pt x="8827675" y="1115430"/>
                  </a:lnTo>
                  <a:lnTo>
                    <a:pt x="8873221" y="1184338"/>
                  </a:lnTo>
                  <a:lnTo>
                    <a:pt x="8918707" y="1252171"/>
                  </a:lnTo>
                  <a:lnTo>
                    <a:pt x="8964120" y="1318398"/>
                  </a:lnTo>
                  <a:lnTo>
                    <a:pt x="9009466" y="1382538"/>
                  </a:lnTo>
                  <a:lnTo>
                    <a:pt x="9054784" y="1444181"/>
                  </a:lnTo>
                  <a:lnTo>
                    <a:pt x="9100145" y="1502988"/>
                  </a:lnTo>
                  <a:lnTo>
                    <a:pt x="9145665" y="1558708"/>
                  </a:lnTo>
                  <a:lnTo>
                    <a:pt x="9191506" y="1611166"/>
                  </a:lnTo>
                  <a:lnTo>
                    <a:pt x="9237888" y="1660271"/>
                  </a:lnTo>
                  <a:lnTo>
                    <a:pt x="9285093" y="1706003"/>
                  </a:lnTo>
                  <a:lnTo>
                    <a:pt x="9333482" y="1748410"/>
                  </a:lnTo>
                  <a:lnTo>
                    <a:pt x="9347647" y="1759979"/>
                  </a:lnTo>
                  <a:lnTo>
                    <a:pt x="9399034" y="1798793"/>
                  </a:lnTo>
                  <a:lnTo>
                    <a:pt x="9452820" y="1834269"/>
                  </a:lnTo>
                  <a:lnTo>
                    <a:pt x="9509669" y="1866526"/>
                  </a:lnTo>
                  <a:lnTo>
                    <a:pt x="9570311" y="1895786"/>
                  </a:lnTo>
                  <a:lnTo>
                    <a:pt x="9635502" y="1922322"/>
                  </a:lnTo>
                  <a:lnTo>
                    <a:pt x="9705986" y="1946413"/>
                  </a:lnTo>
                  <a:lnTo>
                    <a:pt x="9782443" y="1968323"/>
                  </a:lnTo>
                  <a:lnTo>
                    <a:pt x="9865429" y="1988285"/>
                  </a:lnTo>
                  <a:lnTo>
                    <a:pt x="9955285" y="2006495"/>
                  </a:lnTo>
                  <a:lnTo>
                    <a:pt x="10052029" y="2023102"/>
                  </a:lnTo>
                  <a:lnTo>
                    <a:pt x="10155224" y="2038211"/>
                  </a:lnTo>
                  <a:lnTo>
                    <a:pt x="10263836" y="2051883"/>
                  </a:lnTo>
                  <a:lnTo>
                    <a:pt x="10376114" y="2064136"/>
                  </a:lnTo>
                  <a:lnTo>
                    <a:pt x="10489525" y="2074959"/>
                  </a:lnTo>
                  <a:lnTo>
                    <a:pt x="10600799" y="2084323"/>
                  </a:lnTo>
                  <a:lnTo>
                    <a:pt x="10706141" y="2092199"/>
                  </a:lnTo>
                  <a:lnTo>
                    <a:pt x="10801607" y="2098587"/>
                  </a:lnTo>
                  <a:lnTo>
                    <a:pt x="10883628" y="2103529"/>
                  </a:lnTo>
                  <a:lnTo>
                    <a:pt x="10949582" y="2107125"/>
                  </a:lnTo>
                  <a:lnTo>
                    <a:pt x="10998266" y="2109538"/>
                  </a:lnTo>
                  <a:lnTo>
                    <a:pt x="11030172" y="2110980"/>
                  </a:lnTo>
                  <a:lnTo>
                    <a:pt x="11047509" y="2111697"/>
                  </a:lnTo>
                  <a:lnTo>
                    <a:pt x="11054045" y="2111945"/>
                  </a:lnTo>
                  <a:lnTo>
                    <a:pt x="11054891" y="2111975"/>
                  </a:lnTo>
                  <a:lnTo>
                    <a:pt x="12049831" y="2111975"/>
                  </a:lnTo>
                  <a:lnTo>
                    <a:pt x="12049831" y="21119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2" name="pl1591"/>
            <p:cNvSpPr/>
            <p:nvPr/>
          </p:nvSpPr>
          <p:spPr>
            <a:xfrm>
              <a:off x="1199187" y="2662077"/>
              <a:ext cx="12049831" cy="2772295"/>
            </a:xfrm>
            <a:custGeom>
              <a:avLst/>
              <a:pathLst>
                <a:path w="12049831" h="2772295">
                  <a:moveTo>
                    <a:pt x="12049831" y="2111975"/>
                  </a:moveTo>
                  <a:lnTo>
                    <a:pt x="11054891" y="2111975"/>
                  </a:lnTo>
                  <a:lnTo>
                    <a:pt x="11053789" y="2111936"/>
                  </a:lnTo>
                  <a:lnTo>
                    <a:pt x="11046512" y="2111658"/>
                  </a:lnTo>
                  <a:lnTo>
                    <a:pt x="11028054" y="2110888"/>
                  </a:lnTo>
                  <a:lnTo>
                    <a:pt x="10994776" y="2109372"/>
                  </a:lnTo>
                  <a:lnTo>
                    <a:pt x="10944609" y="2106866"/>
                  </a:lnTo>
                  <a:lnTo>
                    <a:pt x="10877211" y="2103160"/>
                  </a:lnTo>
                  <a:lnTo>
                    <a:pt x="10793919" y="2098098"/>
                  </a:lnTo>
                  <a:lnTo>
                    <a:pt x="10697460" y="2091584"/>
                  </a:lnTo>
                  <a:lnTo>
                    <a:pt x="10591455" y="2083579"/>
                  </a:lnTo>
                  <a:lnTo>
                    <a:pt x="10479854" y="2074090"/>
                  </a:lnTo>
                  <a:lnTo>
                    <a:pt x="10366422" y="2063144"/>
                  </a:lnTo>
                  <a:lnTo>
                    <a:pt x="10254370" y="2050769"/>
                  </a:lnTo>
                  <a:lnTo>
                    <a:pt x="10146164" y="2036975"/>
                  </a:lnTo>
                  <a:lnTo>
                    <a:pt x="10043490" y="2021741"/>
                  </a:lnTo>
                  <a:lnTo>
                    <a:pt x="9947325" y="2005001"/>
                  </a:lnTo>
                  <a:lnTo>
                    <a:pt x="9858063" y="1986648"/>
                  </a:lnTo>
                  <a:lnTo>
                    <a:pt x="9775653" y="1966528"/>
                  </a:lnTo>
                  <a:lnTo>
                    <a:pt x="9699731" y="1944441"/>
                  </a:lnTo>
                  <a:lnTo>
                    <a:pt x="9629728" y="1920151"/>
                  </a:lnTo>
                  <a:lnTo>
                    <a:pt x="9564955" y="1893393"/>
                  </a:lnTo>
                  <a:lnTo>
                    <a:pt x="9504667" y="1863887"/>
                  </a:lnTo>
                  <a:lnTo>
                    <a:pt x="9448108" y="1831363"/>
                  </a:lnTo>
                  <a:lnTo>
                    <a:pt x="9394552" y="1795603"/>
                  </a:lnTo>
                  <a:lnTo>
                    <a:pt x="9347647" y="1759979"/>
                  </a:lnTo>
                  <a:lnTo>
                    <a:pt x="9298840" y="1718509"/>
                  </a:lnTo>
                  <a:lnTo>
                    <a:pt x="9251335" y="1673739"/>
                  </a:lnTo>
                  <a:lnTo>
                    <a:pt x="9204749" y="1625603"/>
                  </a:lnTo>
                  <a:lnTo>
                    <a:pt x="9158778" y="1574101"/>
                  </a:lnTo>
                  <a:lnTo>
                    <a:pt x="9113185" y="1519303"/>
                  </a:lnTo>
                  <a:lnTo>
                    <a:pt x="9067792" y="1461359"/>
                  </a:lnTo>
                  <a:lnTo>
                    <a:pt x="9022471" y="1400499"/>
                  </a:lnTo>
                  <a:lnTo>
                    <a:pt x="8977138" y="1337037"/>
                  </a:lnTo>
                  <a:lnTo>
                    <a:pt x="8931747" y="1271362"/>
                  </a:lnTo>
                  <a:lnTo>
                    <a:pt x="8886281" y="1203937"/>
                  </a:lnTo>
                  <a:lnTo>
                    <a:pt x="8840750" y="1135281"/>
                  </a:lnTo>
                  <a:lnTo>
                    <a:pt x="8795178" y="1065955"/>
                  </a:lnTo>
                  <a:lnTo>
                    <a:pt x="8749601" y="996544"/>
                  </a:lnTo>
                  <a:lnTo>
                    <a:pt x="8704055" y="927637"/>
                  </a:lnTo>
                  <a:lnTo>
                    <a:pt x="8658569" y="859803"/>
                  </a:lnTo>
                  <a:lnTo>
                    <a:pt x="8613157" y="793577"/>
                  </a:lnTo>
                  <a:lnTo>
                    <a:pt x="8567810" y="729436"/>
                  </a:lnTo>
                  <a:lnTo>
                    <a:pt x="8522493" y="667794"/>
                  </a:lnTo>
                  <a:lnTo>
                    <a:pt x="8477132" y="608986"/>
                  </a:lnTo>
                  <a:lnTo>
                    <a:pt x="8431612" y="553267"/>
                  </a:lnTo>
                  <a:lnTo>
                    <a:pt x="8385771" y="500808"/>
                  </a:lnTo>
                  <a:lnTo>
                    <a:pt x="8339389" y="451703"/>
                  </a:lnTo>
                  <a:lnTo>
                    <a:pt x="8292183" y="405971"/>
                  </a:lnTo>
                  <a:lnTo>
                    <a:pt x="8243795" y="363564"/>
                  </a:lnTo>
                  <a:lnTo>
                    <a:pt x="8229629" y="351995"/>
                  </a:lnTo>
                  <a:lnTo>
                    <a:pt x="8178243" y="313182"/>
                  </a:lnTo>
                  <a:lnTo>
                    <a:pt x="8124457" y="277705"/>
                  </a:lnTo>
                  <a:lnTo>
                    <a:pt x="8067608" y="245449"/>
                  </a:lnTo>
                  <a:lnTo>
                    <a:pt x="8006966" y="216188"/>
                  </a:lnTo>
                  <a:lnTo>
                    <a:pt x="7941775" y="189653"/>
                  </a:lnTo>
                  <a:lnTo>
                    <a:pt x="7871291" y="165562"/>
                  </a:lnTo>
                  <a:lnTo>
                    <a:pt x="7794833" y="143652"/>
                  </a:lnTo>
                  <a:lnTo>
                    <a:pt x="7711847" y="123689"/>
                  </a:lnTo>
                  <a:lnTo>
                    <a:pt x="7621991" y="105480"/>
                  </a:lnTo>
                  <a:lnTo>
                    <a:pt x="7525248" y="88873"/>
                  </a:lnTo>
                  <a:lnTo>
                    <a:pt x="7422053" y="73763"/>
                  </a:lnTo>
                  <a:lnTo>
                    <a:pt x="7313441" y="60092"/>
                  </a:lnTo>
                  <a:lnTo>
                    <a:pt x="7201162" y="47838"/>
                  </a:lnTo>
                  <a:lnTo>
                    <a:pt x="7087752" y="37015"/>
                  </a:lnTo>
                  <a:lnTo>
                    <a:pt x="6976477" y="27652"/>
                  </a:lnTo>
                  <a:lnTo>
                    <a:pt x="6871135" y="19775"/>
                  </a:lnTo>
                  <a:lnTo>
                    <a:pt x="6775670" y="13387"/>
                  </a:lnTo>
                  <a:lnTo>
                    <a:pt x="6693648" y="8446"/>
                  </a:lnTo>
                  <a:lnTo>
                    <a:pt x="6627694" y="4850"/>
                  </a:lnTo>
                  <a:lnTo>
                    <a:pt x="6579010" y="2437"/>
                  </a:lnTo>
                  <a:lnTo>
                    <a:pt x="6547105" y="995"/>
                  </a:lnTo>
                  <a:lnTo>
                    <a:pt x="6529767" y="278"/>
                  </a:lnTo>
                  <a:lnTo>
                    <a:pt x="6523232" y="2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7" y="50"/>
                  </a:lnTo>
                  <a:lnTo>
                    <a:pt x="5519240" y="407"/>
                  </a:lnTo>
                  <a:lnTo>
                    <a:pt x="5501156" y="1395"/>
                  </a:lnTo>
                  <a:lnTo>
                    <a:pt x="5468526" y="3341"/>
                  </a:lnTo>
                  <a:lnTo>
                    <a:pt x="5419283" y="6561"/>
                  </a:lnTo>
                  <a:lnTo>
                    <a:pt x="5353037" y="11323"/>
                  </a:lnTo>
                  <a:lnTo>
                    <a:pt x="5271038" y="17833"/>
                  </a:lnTo>
                  <a:lnTo>
                    <a:pt x="5175897" y="26218"/>
                  </a:lnTo>
                  <a:lnTo>
                    <a:pt x="5071128" y="36529"/>
                  </a:lnTo>
                  <a:lnTo>
                    <a:pt x="4960590" y="48763"/>
                  </a:lnTo>
                  <a:lnTo>
                    <a:pt x="4847995" y="62885"/>
                  </a:lnTo>
                  <a:lnTo>
                    <a:pt x="4736534" y="78858"/>
                  </a:lnTo>
                  <a:lnTo>
                    <a:pt x="4628684" y="96665"/>
                  </a:lnTo>
                  <a:lnTo>
                    <a:pt x="4526163" y="116332"/>
                  </a:lnTo>
                  <a:lnTo>
                    <a:pt x="4429989" y="137934"/>
                  </a:lnTo>
                  <a:lnTo>
                    <a:pt x="4340600" y="161606"/>
                  </a:lnTo>
                  <a:lnTo>
                    <a:pt x="4257988" y="187538"/>
                  </a:lnTo>
                  <a:lnTo>
                    <a:pt x="4181827" y="215980"/>
                  </a:lnTo>
                  <a:lnTo>
                    <a:pt x="4111582" y="247229"/>
                  </a:lnTo>
                  <a:lnTo>
                    <a:pt x="4046590" y="281623"/>
                  </a:lnTo>
                  <a:lnTo>
                    <a:pt x="3986126" y="319520"/>
                  </a:lnTo>
                  <a:lnTo>
                    <a:pt x="3929449" y="361270"/>
                  </a:lnTo>
                  <a:lnTo>
                    <a:pt x="3875843" y="407170"/>
                  </a:lnTo>
                  <a:lnTo>
                    <a:pt x="3824650" y="457382"/>
                  </a:lnTo>
                  <a:lnTo>
                    <a:pt x="3820202" y="462049"/>
                  </a:lnTo>
                  <a:lnTo>
                    <a:pt x="3775615" y="511541"/>
                  </a:lnTo>
                  <a:lnTo>
                    <a:pt x="3732143" y="564630"/>
                  </a:lnTo>
                  <a:lnTo>
                    <a:pt x="3689486" y="621389"/>
                  </a:lnTo>
                  <a:lnTo>
                    <a:pt x="3647401" y="681835"/>
                  </a:lnTo>
                  <a:lnTo>
                    <a:pt x="3605692" y="745918"/>
                  </a:lnTo>
                  <a:lnTo>
                    <a:pt x="3564209" y="813523"/>
                  </a:lnTo>
                  <a:lnTo>
                    <a:pt x="3522837" y="884459"/>
                  </a:lnTo>
                  <a:lnTo>
                    <a:pt x="3481493" y="958460"/>
                  </a:lnTo>
                  <a:lnTo>
                    <a:pt x="3440124" y="1035186"/>
                  </a:lnTo>
                  <a:lnTo>
                    <a:pt x="3398702" y="1114231"/>
                  </a:lnTo>
                  <a:lnTo>
                    <a:pt x="3357217" y="1195122"/>
                  </a:lnTo>
                  <a:lnTo>
                    <a:pt x="3315678" y="1277337"/>
                  </a:lnTo>
                  <a:lnTo>
                    <a:pt x="3274104" y="1360318"/>
                  </a:lnTo>
                  <a:lnTo>
                    <a:pt x="3232521" y="1443481"/>
                  </a:lnTo>
                  <a:lnTo>
                    <a:pt x="3190958" y="1526240"/>
                  </a:lnTo>
                  <a:lnTo>
                    <a:pt x="3149437" y="1608018"/>
                  </a:lnTo>
                  <a:lnTo>
                    <a:pt x="3107976" y="1688268"/>
                  </a:lnTo>
                  <a:lnTo>
                    <a:pt x="3066575" y="1766486"/>
                  </a:lnTo>
                  <a:lnTo>
                    <a:pt x="3025221" y="1842224"/>
                  </a:lnTo>
                  <a:lnTo>
                    <a:pt x="2983874" y="1915099"/>
                  </a:lnTo>
                  <a:lnTo>
                    <a:pt x="2942471" y="1984799"/>
                  </a:lnTo>
                  <a:lnTo>
                    <a:pt x="2900918" y="2051088"/>
                  </a:lnTo>
                  <a:lnTo>
                    <a:pt x="2859087" y="2113803"/>
                  </a:lnTo>
                  <a:lnTo>
                    <a:pt x="2816810" y="2172853"/>
                  </a:lnTo>
                  <a:lnTo>
                    <a:pt x="2773876" y="2228216"/>
                  </a:lnTo>
                  <a:lnTo>
                    <a:pt x="2730020" y="2279930"/>
                  </a:lnTo>
                  <a:lnTo>
                    <a:pt x="2702183" y="2310246"/>
                  </a:lnTo>
                  <a:lnTo>
                    <a:pt x="2651177" y="2360842"/>
                  </a:lnTo>
                  <a:lnTo>
                    <a:pt x="2597810" y="2407120"/>
                  </a:lnTo>
                  <a:lnTo>
                    <a:pt x="2541434" y="2449228"/>
                  </a:lnTo>
                  <a:lnTo>
                    <a:pt x="2481336" y="2487453"/>
                  </a:lnTo>
                  <a:lnTo>
                    <a:pt x="2416776" y="2522143"/>
                  </a:lnTo>
                  <a:lnTo>
                    <a:pt x="2347025" y="2553657"/>
                  </a:lnTo>
                  <a:lnTo>
                    <a:pt x="2271414" y="2582336"/>
                  </a:lnTo>
                  <a:lnTo>
                    <a:pt x="2189392" y="2608481"/>
                  </a:lnTo>
                  <a:lnTo>
                    <a:pt x="2100611" y="2632345"/>
                  </a:lnTo>
                  <a:lnTo>
                    <a:pt x="2005029" y="2654124"/>
                  </a:lnTo>
                  <a:lnTo>
                    <a:pt x="1903040" y="2673959"/>
                  </a:lnTo>
                  <a:lnTo>
                    <a:pt x="1795604" y="2691930"/>
                  </a:lnTo>
                  <a:lnTo>
                    <a:pt x="1684375" y="2708065"/>
                  </a:lnTo>
                  <a:lnTo>
                    <a:pt x="1571761" y="2722353"/>
                  </a:lnTo>
                  <a:lnTo>
                    <a:pt x="1460896" y="2734756"/>
                  </a:lnTo>
                  <a:lnTo>
                    <a:pt x="1355457" y="2745239"/>
                  </a:lnTo>
                  <a:lnTo>
                    <a:pt x="1259311" y="2753794"/>
                  </a:lnTo>
                  <a:lnTo>
                    <a:pt x="1176022" y="2760466"/>
                  </a:lnTo>
                  <a:lnTo>
                    <a:pt x="1108304" y="2765377"/>
                  </a:lnTo>
                  <a:lnTo>
                    <a:pt x="1057542" y="2768723"/>
                  </a:lnTo>
                  <a:lnTo>
                    <a:pt x="1023496" y="2770770"/>
                  </a:lnTo>
                  <a:lnTo>
                    <a:pt x="1004245" y="2771830"/>
                  </a:lnTo>
                  <a:lnTo>
                    <a:pt x="996326" y="2772230"/>
                  </a:lnTo>
                  <a:lnTo>
                    <a:pt x="994941" y="2772295"/>
                  </a:lnTo>
                  <a:lnTo>
                    <a:pt x="994940" y="2772295"/>
                  </a:lnTo>
                  <a:lnTo>
                    <a:pt x="0" y="2772295"/>
                  </a:lnTo>
                  <a:lnTo>
                    <a:pt x="0" y="27722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3" name="pg1592"/>
            <p:cNvSpPr/>
            <p:nvPr/>
          </p:nvSpPr>
          <p:spPr>
            <a:xfrm>
              <a:off x="1199187" y="2667318"/>
              <a:ext cx="12049831" cy="2777536"/>
            </a:xfrm>
            <a:custGeom>
              <a:avLst/>
              <a:pathLst>
                <a:path w="12049831" h="2777536">
                  <a:moveTo>
                    <a:pt x="0" y="2777536"/>
                  </a:moveTo>
                  <a:lnTo>
                    <a:pt x="994940" y="2777536"/>
                  </a:lnTo>
                  <a:lnTo>
                    <a:pt x="996018" y="2777485"/>
                  </a:lnTo>
                  <a:lnTo>
                    <a:pt x="1003145" y="2777128"/>
                  </a:lnTo>
                  <a:lnTo>
                    <a:pt x="1021229" y="2776140"/>
                  </a:lnTo>
                  <a:lnTo>
                    <a:pt x="1053859" y="2774194"/>
                  </a:lnTo>
                  <a:lnTo>
                    <a:pt x="1103102" y="2770974"/>
                  </a:lnTo>
                  <a:lnTo>
                    <a:pt x="1169348" y="2766212"/>
                  </a:lnTo>
                  <a:lnTo>
                    <a:pt x="1251347" y="2759702"/>
                  </a:lnTo>
                  <a:lnTo>
                    <a:pt x="1346488" y="2751317"/>
                  </a:lnTo>
                  <a:lnTo>
                    <a:pt x="1451257" y="2741006"/>
                  </a:lnTo>
                  <a:lnTo>
                    <a:pt x="1561795" y="2728772"/>
                  </a:lnTo>
                  <a:lnTo>
                    <a:pt x="1674390" y="2714650"/>
                  </a:lnTo>
                  <a:lnTo>
                    <a:pt x="1785851" y="2698677"/>
                  </a:lnTo>
                  <a:lnTo>
                    <a:pt x="1893701" y="2680870"/>
                  </a:lnTo>
                  <a:lnTo>
                    <a:pt x="1996222" y="2661204"/>
                  </a:lnTo>
                  <a:lnTo>
                    <a:pt x="2092396" y="2639601"/>
                  </a:lnTo>
                  <a:lnTo>
                    <a:pt x="2181785" y="2615929"/>
                  </a:lnTo>
                  <a:lnTo>
                    <a:pt x="2264397" y="2589997"/>
                  </a:lnTo>
                  <a:lnTo>
                    <a:pt x="2340558" y="2561555"/>
                  </a:lnTo>
                  <a:lnTo>
                    <a:pt x="2410803" y="2530306"/>
                  </a:lnTo>
                  <a:lnTo>
                    <a:pt x="2475795" y="2495912"/>
                  </a:lnTo>
                  <a:lnTo>
                    <a:pt x="2536259" y="2458015"/>
                  </a:lnTo>
                  <a:lnTo>
                    <a:pt x="2592936" y="2416265"/>
                  </a:lnTo>
                  <a:lnTo>
                    <a:pt x="2646542" y="2370365"/>
                  </a:lnTo>
                  <a:lnTo>
                    <a:pt x="2697735" y="2320153"/>
                  </a:lnTo>
                  <a:lnTo>
                    <a:pt x="2702183" y="2315486"/>
                  </a:lnTo>
                  <a:lnTo>
                    <a:pt x="2746770" y="2265994"/>
                  </a:lnTo>
                  <a:lnTo>
                    <a:pt x="2790242" y="2212905"/>
                  </a:lnTo>
                  <a:lnTo>
                    <a:pt x="2832899" y="2156146"/>
                  </a:lnTo>
                  <a:lnTo>
                    <a:pt x="2874984" y="2095701"/>
                  </a:lnTo>
                  <a:lnTo>
                    <a:pt x="2916693" y="2031617"/>
                  </a:lnTo>
                  <a:lnTo>
                    <a:pt x="2958176" y="1964012"/>
                  </a:lnTo>
                  <a:lnTo>
                    <a:pt x="2999548" y="1893076"/>
                  </a:lnTo>
                  <a:lnTo>
                    <a:pt x="3040892" y="1819076"/>
                  </a:lnTo>
                  <a:lnTo>
                    <a:pt x="3082261" y="1742349"/>
                  </a:lnTo>
                  <a:lnTo>
                    <a:pt x="3123683" y="1663304"/>
                  </a:lnTo>
                  <a:lnTo>
                    <a:pt x="3165168" y="1582413"/>
                  </a:lnTo>
                  <a:lnTo>
                    <a:pt x="3206707" y="1500198"/>
                  </a:lnTo>
                  <a:lnTo>
                    <a:pt x="3248281" y="1417217"/>
                  </a:lnTo>
                  <a:lnTo>
                    <a:pt x="3289864" y="1334054"/>
                  </a:lnTo>
                  <a:lnTo>
                    <a:pt x="3331427" y="1251295"/>
                  </a:lnTo>
                  <a:lnTo>
                    <a:pt x="3372948" y="1169518"/>
                  </a:lnTo>
                  <a:lnTo>
                    <a:pt x="3414409" y="1089268"/>
                  </a:lnTo>
                  <a:lnTo>
                    <a:pt x="3455810" y="1011049"/>
                  </a:lnTo>
                  <a:lnTo>
                    <a:pt x="3497164" y="935311"/>
                  </a:lnTo>
                  <a:lnTo>
                    <a:pt x="3538511" y="862436"/>
                  </a:lnTo>
                  <a:lnTo>
                    <a:pt x="3579914" y="792736"/>
                  </a:lnTo>
                  <a:lnTo>
                    <a:pt x="3621467" y="726447"/>
                  </a:lnTo>
                  <a:lnTo>
                    <a:pt x="3663298" y="663733"/>
                  </a:lnTo>
                  <a:lnTo>
                    <a:pt x="3705575" y="604682"/>
                  </a:lnTo>
                  <a:lnTo>
                    <a:pt x="3748509" y="549319"/>
                  </a:lnTo>
                  <a:lnTo>
                    <a:pt x="3792365" y="497605"/>
                  </a:lnTo>
                  <a:lnTo>
                    <a:pt x="3820202" y="467289"/>
                  </a:lnTo>
                  <a:lnTo>
                    <a:pt x="3871208" y="416694"/>
                  </a:lnTo>
                  <a:lnTo>
                    <a:pt x="3924575" y="370415"/>
                  </a:lnTo>
                  <a:lnTo>
                    <a:pt x="3980951" y="328307"/>
                  </a:lnTo>
                  <a:lnTo>
                    <a:pt x="4041049" y="290082"/>
                  </a:lnTo>
                  <a:lnTo>
                    <a:pt x="4105609" y="255392"/>
                  </a:lnTo>
                  <a:lnTo>
                    <a:pt x="4175360" y="223878"/>
                  </a:lnTo>
                  <a:lnTo>
                    <a:pt x="4250971" y="195199"/>
                  </a:lnTo>
                  <a:lnTo>
                    <a:pt x="4332993" y="169054"/>
                  </a:lnTo>
                  <a:lnTo>
                    <a:pt x="4421774" y="145190"/>
                  </a:lnTo>
                  <a:lnTo>
                    <a:pt x="4517356" y="123411"/>
                  </a:lnTo>
                  <a:lnTo>
                    <a:pt x="4619345" y="103576"/>
                  </a:lnTo>
                  <a:lnTo>
                    <a:pt x="4726781" y="85605"/>
                  </a:lnTo>
                  <a:lnTo>
                    <a:pt x="4838010" y="69470"/>
                  </a:lnTo>
                  <a:lnTo>
                    <a:pt x="4950624" y="55182"/>
                  </a:lnTo>
                  <a:lnTo>
                    <a:pt x="5061489" y="42779"/>
                  </a:lnTo>
                  <a:lnTo>
                    <a:pt x="5166928" y="32296"/>
                  </a:lnTo>
                  <a:lnTo>
                    <a:pt x="5263074" y="23741"/>
                  </a:lnTo>
                  <a:lnTo>
                    <a:pt x="5346363" y="17069"/>
                  </a:lnTo>
                  <a:lnTo>
                    <a:pt x="5414081" y="12158"/>
                  </a:lnTo>
                  <a:lnTo>
                    <a:pt x="5464843" y="8812"/>
                  </a:lnTo>
                  <a:lnTo>
                    <a:pt x="5498889" y="6765"/>
                  </a:lnTo>
                  <a:lnTo>
                    <a:pt x="5518140" y="5705"/>
                  </a:lnTo>
                  <a:lnTo>
                    <a:pt x="5526059" y="5305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73" y="5286"/>
                  </a:lnTo>
                  <a:lnTo>
                    <a:pt x="6530659" y="5616"/>
                  </a:lnTo>
                  <a:lnTo>
                    <a:pt x="6548888" y="6525"/>
                  </a:lnTo>
                  <a:lnTo>
                    <a:pt x="6581772" y="8318"/>
                  </a:lnTo>
                  <a:lnTo>
                    <a:pt x="6631376" y="11283"/>
                  </a:lnTo>
                  <a:lnTo>
                    <a:pt x="6698073" y="15667"/>
                  </a:lnTo>
                  <a:lnTo>
                    <a:pt x="6780579" y="21659"/>
                  </a:lnTo>
                  <a:lnTo>
                    <a:pt x="6876236" y="29374"/>
                  </a:lnTo>
                  <a:lnTo>
                    <a:pt x="6981491" y="38859"/>
                  </a:lnTo>
                  <a:lnTo>
                    <a:pt x="7092447" y="50108"/>
                  </a:lnTo>
                  <a:lnTo>
                    <a:pt x="7205372" y="63091"/>
                  </a:lnTo>
                  <a:lnTo>
                    <a:pt x="7317068" y="77771"/>
                  </a:lnTo>
                  <a:lnTo>
                    <a:pt x="7425060" y="94136"/>
                  </a:lnTo>
                  <a:lnTo>
                    <a:pt x="7527643" y="112211"/>
                  </a:lnTo>
                  <a:lnTo>
                    <a:pt x="7623815" y="132067"/>
                  </a:lnTo>
                  <a:lnTo>
                    <a:pt x="7713156" y="153830"/>
                  </a:lnTo>
                  <a:lnTo>
                    <a:pt x="7795689" y="177678"/>
                  </a:lnTo>
                  <a:lnTo>
                    <a:pt x="7871757" y="203843"/>
                  </a:lnTo>
                  <a:lnTo>
                    <a:pt x="7941907" y="232601"/>
                  </a:lnTo>
                  <a:lnTo>
                    <a:pt x="8006812" y="264263"/>
                  </a:lnTo>
                  <a:lnTo>
                    <a:pt x="8067206" y="299162"/>
                  </a:lnTo>
                  <a:lnTo>
                    <a:pt x="8123836" y="337618"/>
                  </a:lnTo>
                  <a:lnTo>
                    <a:pt x="8177421" y="379897"/>
                  </a:lnTo>
                  <a:lnTo>
                    <a:pt x="8228619" y="426139"/>
                  </a:lnTo>
                  <a:lnTo>
                    <a:pt x="8229629" y="427111"/>
                  </a:lnTo>
                  <a:lnTo>
                    <a:pt x="8275666" y="473846"/>
                  </a:lnTo>
                  <a:lnTo>
                    <a:pt x="8320525" y="524089"/>
                  </a:lnTo>
                  <a:lnTo>
                    <a:pt x="8364533" y="577909"/>
                  </a:lnTo>
                  <a:lnTo>
                    <a:pt x="8407953" y="635320"/>
                  </a:lnTo>
                  <a:lnTo>
                    <a:pt x="8450995" y="696263"/>
                  </a:lnTo>
                  <a:lnTo>
                    <a:pt x="8493819" y="760612"/>
                  </a:lnTo>
                  <a:lnTo>
                    <a:pt x="8536544" y="828159"/>
                  </a:lnTo>
                  <a:lnTo>
                    <a:pt x="8579255" y="898622"/>
                  </a:lnTo>
                  <a:lnTo>
                    <a:pt x="8622002" y="971642"/>
                  </a:lnTo>
                  <a:lnTo>
                    <a:pt x="8664812" y="1046790"/>
                  </a:lnTo>
                  <a:lnTo>
                    <a:pt x="8707687" y="1123573"/>
                  </a:lnTo>
                  <a:lnTo>
                    <a:pt x="8750613" y="1201453"/>
                  </a:lnTo>
                  <a:lnTo>
                    <a:pt x="8793566" y="1279855"/>
                  </a:lnTo>
                  <a:lnTo>
                    <a:pt x="8836515" y="1358189"/>
                  </a:lnTo>
                  <a:lnTo>
                    <a:pt x="8879432" y="1435867"/>
                  </a:lnTo>
                  <a:lnTo>
                    <a:pt x="8922292" y="1512321"/>
                  </a:lnTo>
                  <a:lnTo>
                    <a:pt x="8965087" y="1587022"/>
                  </a:lnTo>
                  <a:lnTo>
                    <a:pt x="9007823" y="1659491"/>
                  </a:lnTo>
                  <a:lnTo>
                    <a:pt x="9050531" y="1729314"/>
                  </a:lnTo>
                  <a:lnTo>
                    <a:pt x="9093270" y="1796150"/>
                  </a:lnTo>
                  <a:lnTo>
                    <a:pt x="9136132" y="1859732"/>
                  </a:lnTo>
                  <a:lnTo>
                    <a:pt x="9179245" y="1919874"/>
                  </a:lnTo>
                  <a:lnTo>
                    <a:pt x="9222780" y="1976463"/>
                  </a:lnTo>
                  <a:lnTo>
                    <a:pt x="9266958" y="2029460"/>
                  </a:lnTo>
                  <a:lnTo>
                    <a:pt x="9312055" y="2078889"/>
                  </a:lnTo>
                  <a:lnTo>
                    <a:pt x="9347647" y="2114595"/>
                  </a:lnTo>
                  <a:lnTo>
                    <a:pt x="9398803" y="2160918"/>
                  </a:lnTo>
                  <a:lnTo>
                    <a:pt x="9452334" y="2203276"/>
                  </a:lnTo>
                  <a:lnTo>
                    <a:pt x="9508895" y="2241806"/>
                  </a:lnTo>
                  <a:lnTo>
                    <a:pt x="9569206" y="2276774"/>
                  </a:lnTo>
                  <a:lnTo>
                    <a:pt x="9634013" y="2308498"/>
                  </a:lnTo>
                  <a:lnTo>
                    <a:pt x="9704051" y="2337311"/>
                  </a:lnTo>
                  <a:lnTo>
                    <a:pt x="9779993" y="2363525"/>
                  </a:lnTo>
                  <a:lnTo>
                    <a:pt x="9862393" y="2387418"/>
                  </a:lnTo>
                  <a:lnTo>
                    <a:pt x="9951595" y="2409220"/>
                  </a:lnTo>
                  <a:lnTo>
                    <a:pt x="10047631" y="2429114"/>
                  </a:lnTo>
                  <a:lnTo>
                    <a:pt x="10150093" y="2447223"/>
                  </a:lnTo>
                  <a:lnTo>
                    <a:pt x="10257991" y="2463623"/>
                  </a:lnTo>
                  <a:lnTo>
                    <a:pt x="10369633" y="2478337"/>
                  </a:lnTo>
                  <a:lnTo>
                    <a:pt x="10482563" y="2491354"/>
                  </a:lnTo>
                  <a:lnTo>
                    <a:pt x="10593594" y="2502639"/>
                  </a:lnTo>
                  <a:lnTo>
                    <a:pt x="10699003" y="2512159"/>
                  </a:lnTo>
                  <a:lnTo>
                    <a:pt x="10794891" y="2519909"/>
                  </a:lnTo>
                  <a:lnTo>
                    <a:pt x="10877691" y="2525935"/>
                  </a:lnTo>
                  <a:lnTo>
                    <a:pt x="10944724" y="2530350"/>
                  </a:lnTo>
                  <a:lnTo>
                    <a:pt x="10994675" y="2533341"/>
                  </a:lnTo>
                  <a:lnTo>
                    <a:pt x="11027880" y="2535155"/>
                  </a:lnTo>
                  <a:lnTo>
                    <a:pt x="11046374" y="2536079"/>
                  </a:lnTo>
                  <a:lnTo>
                    <a:pt x="11053737" y="2536417"/>
                  </a:lnTo>
                  <a:lnTo>
                    <a:pt x="11054891" y="2536466"/>
                  </a:lnTo>
                  <a:lnTo>
                    <a:pt x="12049831" y="2536466"/>
                  </a:lnTo>
                  <a:lnTo>
                    <a:pt x="12049831" y="2531226"/>
                  </a:lnTo>
                  <a:lnTo>
                    <a:pt x="11054891" y="2531226"/>
                  </a:lnTo>
                  <a:lnTo>
                    <a:pt x="11053803" y="2531180"/>
                  </a:lnTo>
                  <a:lnTo>
                    <a:pt x="11046618" y="2530850"/>
                  </a:lnTo>
                  <a:lnTo>
                    <a:pt x="11028388" y="2529941"/>
                  </a:lnTo>
                  <a:lnTo>
                    <a:pt x="10995504" y="2528148"/>
                  </a:lnTo>
                  <a:lnTo>
                    <a:pt x="10945900" y="2525183"/>
                  </a:lnTo>
                  <a:lnTo>
                    <a:pt x="10879204" y="2520799"/>
                  </a:lnTo>
                  <a:lnTo>
                    <a:pt x="10796698" y="2514807"/>
                  </a:lnTo>
                  <a:lnTo>
                    <a:pt x="10701040" y="2507092"/>
                  </a:lnTo>
                  <a:lnTo>
                    <a:pt x="10595785" y="2497607"/>
                  </a:lnTo>
                  <a:lnTo>
                    <a:pt x="10484829" y="2486357"/>
                  </a:lnTo>
                  <a:lnTo>
                    <a:pt x="10371904" y="2473375"/>
                  </a:lnTo>
                  <a:lnTo>
                    <a:pt x="10260209" y="2458695"/>
                  </a:lnTo>
                  <a:lnTo>
                    <a:pt x="10152216" y="2442329"/>
                  </a:lnTo>
                  <a:lnTo>
                    <a:pt x="10049633" y="2424255"/>
                  </a:lnTo>
                  <a:lnTo>
                    <a:pt x="9953461" y="2404399"/>
                  </a:lnTo>
                  <a:lnTo>
                    <a:pt x="9864121" y="2382636"/>
                  </a:lnTo>
                  <a:lnTo>
                    <a:pt x="9781587" y="2358788"/>
                  </a:lnTo>
                  <a:lnTo>
                    <a:pt x="9705520" y="2332623"/>
                  </a:lnTo>
                  <a:lnTo>
                    <a:pt x="9635370" y="2303865"/>
                  </a:lnTo>
                  <a:lnTo>
                    <a:pt x="9570464" y="2272203"/>
                  </a:lnTo>
                  <a:lnTo>
                    <a:pt x="9510070" y="2237304"/>
                  </a:lnTo>
                  <a:lnTo>
                    <a:pt x="9453441" y="2198848"/>
                  </a:lnTo>
                  <a:lnTo>
                    <a:pt x="9399855" y="2156569"/>
                  </a:lnTo>
                  <a:lnTo>
                    <a:pt x="9348658" y="2110326"/>
                  </a:lnTo>
                  <a:lnTo>
                    <a:pt x="9347647" y="2109355"/>
                  </a:lnTo>
                  <a:lnTo>
                    <a:pt x="9301610" y="2062620"/>
                  </a:lnTo>
                  <a:lnTo>
                    <a:pt x="9256752" y="2012377"/>
                  </a:lnTo>
                  <a:lnTo>
                    <a:pt x="9212744" y="1958556"/>
                  </a:lnTo>
                  <a:lnTo>
                    <a:pt x="9169323" y="1901146"/>
                  </a:lnTo>
                  <a:lnTo>
                    <a:pt x="9126281" y="1840203"/>
                  </a:lnTo>
                  <a:lnTo>
                    <a:pt x="9083458" y="1775854"/>
                  </a:lnTo>
                  <a:lnTo>
                    <a:pt x="9040733" y="1708307"/>
                  </a:lnTo>
                  <a:lnTo>
                    <a:pt x="8998022" y="1637844"/>
                  </a:lnTo>
                  <a:lnTo>
                    <a:pt x="8955274" y="1564824"/>
                  </a:lnTo>
                  <a:lnTo>
                    <a:pt x="8912465" y="1489676"/>
                  </a:lnTo>
                  <a:lnTo>
                    <a:pt x="8869590" y="1412892"/>
                  </a:lnTo>
                  <a:lnTo>
                    <a:pt x="8826663" y="1335013"/>
                  </a:lnTo>
                  <a:lnTo>
                    <a:pt x="8783711" y="1256611"/>
                  </a:lnTo>
                  <a:lnTo>
                    <a:pt x="8740761" y="1178277"/>
                  </a:lnTo>
                  <a:lnTo>
                    <a:pt x="8697845" y="1100599"/>
                  </a:lnTo>
                  <a:lnTo>
                    <a:pt x="8654984" y="1024145"/>
                  </a:lnTo>
                  <a:lnTo>
                    <a:pt x="8612190" y="949444"/>
                  </a:lnTo>
                  <a:lnTo>
                    <a:pt x="8569454" y="876975"/>
                  </a:lnTo>
                  <a:lnTo>
                    <a:pt x="8526745" y="807152"/>
                  </a:lnTo>
                  <a:lnTo>
                    <a:pt x="8484006" y="740316"/>
                  </a:lnTo>
                  <a:lnTo>
                    <a:pt x="8441144" y="676734"/>
                  </a:lnTo>
                  <a:lnTo>
                    <a:pt x="8398032" y="616592"/>
                  </a:lnTo>
                  <a:lnTo>
                    <a:pt x="8354497" y="560003"/>
                  </a:lnTo>
                  <a:lnTo>
                    <a:pt x="8310319" y="507006"/>
                  </a:lnTo>
                  <a:lnTo>
                    <a:pt x="8265222" y="457577"/>
                  </a:lnTo>
                  <a:lnTo>
                    <a:pt x="8229629" y="421871"/>
                  </a:lnTo>
                  <a:lnTo>
                    <a:pt x="8178474" y="375548"/>
                  </a:lnTo>
                  <a:lnTo>
                    <a:pt x="8124943" y="333190"/>
                  </a:lnTo>
                  <a:lnTo>
                    <a:pt x="8068381" y="294659"/>
                  </a:lnTo>
                  <a:lnTo>
                    <a:pt x="8008070" y="259692"/>
                  </a:lnTo>
                  <a:lnTo>
                    <a:pt x="7943263" y="227968"/>
                  </a:lnTo>
                  <a:lnTo>
                    <a:pt x="7873226" y="199155"/>
                  </a:lnTo>
                  <a:lnTo>
                    <a:pt x="7797283" y="172941"/>
                  </a:lnTo>
                  <a:lnTo>
                    <a:pt x="7714884" y="149048"/>
                  </a:lnTo>
                  <a:lnTo>
                    <a:pt x="7625682" y="127245"/>
                  </a:lnTo>
                  <a:lnTo>
                    <a:pt x="7529645" y="107352"/>
                  </a:lnTo>
                  <a:lnTo>
                    <a:pt x="7427183" y="89243"/>
                  </a:lnTo>
                  <a:lnTo>
                    <a:pt x="7319286" y="72843"/>
                  </a:lnTo>
                  <a:lnTo>
                    <a:pt x="7207643" y="58129"/>
                  </a:lnTo>
                  <a:lnTo>
                    <a:pt x="7094713" y="45112"/>
                  </a:lnTo>
                  <a:lnTo>
                    <a:pt x="6983682" y="33827"/>
                  </a:lnTo>
                  <a:lnTo>
                    <a:pt x="6878274" y="24307"/>
                  </a:lnTo>
                  <a:lnTo>
                    <a:pt x="6782386" y="16557"/>
                  </a:lnTo>
                  <a:lnTo>
                    <a:pt x="6699585" y="10531"/>
                  </a:lnTo>
                  <a:lnTo>
                    <a:pt x="6632552" y="6116"/>
                  </a:lnTo>
                  <a:lnTo>
                    <a:pt x="6582602" y="3125"/>
                  </a:lnTo>
                  <a:lnTo>
                    <a:pt x="6549396" y="1311"/>
                  </a:lnTo>
                  <a:lnTo>
                    <a:pt x="6530902" y="387"/>
                  </a:lnTo>
                  <a:lnTo>
                    <a:pt x="6523539" y="4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7" y="50"/>
                  </a:lnTo>
                  <a:lnTo>
                    <a:pt x="5519240" y="407"/>
                  </a:lnTo>
                  <a:lnTo>
                    <a:pt x="5501156" y="1395"/>
                  </a:lnTo>
                  <a:lnTo>
                    <a:pt x="5468526" y="3341"/>
                  </a:lnTo>
                  <a:lnTo>
                    <a:pt x="5419283" y="6561"/>
                  </a:lnTo>
                  <a:lnTo>
                    <a:pt x="5353037" y="11323"/>
                  </a:lnTo>
                  <a:lnTo>
                    <a:pt x="5271038" y="17833"/>
                  </a:lnTo>
                  <a:lnTo>
                    <a:pt x="5175897" y="26218"/>
                  </a:lnTo>
                  <a:lnTo>
                    <a:pt x="5071128" y="36529"/>
                  </a:lnTo>
                  <a:lnTo>
                    <a:pt x="4960590" y="48763"/>
                  </a:lnTo>
                  <a:lnTo>
                    <a:pt x="4847995" y="62885"/>
                  </a:lnTo>
                  <a:lnTo>
                    <a:pt x="4736534" y="78858"/>
                  </a:lnTo>
                  <a:lnTo>
                    <a:pt x="4628684" y="96665"/>
                  </a:lnTo>
                  <a:lnTo>
                    <a:pt x="4526163" y="116332"/>
                  </a:lnTo>
                  <a:lnTo>
                    <a:pt x="4429989" y="137934"/>
                  </a:lnTo>
                  <a:lnTo>
                    <a:pt x="4340600" y="161606"/>
                  </a:lnTo>
                  <a:lnTo>
                    <a:pt x="4257988" y="187538"/>
                  </a:lnTo>
                  <a:lnTo>
                    <a:pt x="4181827" y="215980"/>
                  </a:lnTo>
                  <a:lnTo>
                    <a:pt x="4111582" y="247229"/>
                  </a:lnTo>
                  <a:lnTo>
                    <a:pt x="4046590" y="281623"/>
                  </a:lnTo>
                  <a:lnTo>
                    <a:pt x="3986126" y="319520"/>
                  </a:lnTo>
                  <a:lnTo>
                    <a:pt x="3929449" y="361270"/>
                  </a:lnTo>
                  <a:lnTo>
                    <a:pt x="3875843" y="407170"/>
                  </a:lnTo>
                  <a:lnTo>
                    <a:pt x="3824650" y="457382"/>
                  </a:lnTo>
                  <a:lnTo>
                    <a:pt x="3820202" y="462049"/>
                  </a:lnTo>
                  <a:lnTo>
                    <a:pt x="3775615" y="511541"/>
                  </a:lnTo>
                  <a:lnTo>
                    <a:pt x="3732143" y="564630"/>
                  </a:lnTo>
                  <a:lnTo>
                    <a:pt x="3689486" y="621389"/>
                  </a:lnTo>
                  <a:lnTo>
                    <a:pt x="3647401" y="681835"/>
                  </a:lnTo>
                  <a:lnTo>
                    <a:pt x="3605692" y="745918"/>
                  </a:lnTo>
                  <a:lnTo>
                    <a:pt x="3564209" y="813523"/>
                  </a:lnTo>
                  <a:lnTo>
                    <a:pt x="3522837" y="884459"/>
                  </a:lnTo>
                  <a:lnTo>
                    <a:pt x="3481493" y="958460"/>
                  </a:lnTo>
                  <a:lnTo>
                    <a:pt x="3440124" y="1035186"/>
                  </a:lnTo>
                  <a:lnTo>
                    <a:pt x="3398702" y="1114231"/>
                  </a:lnTo>
                  <a:lnTo>
                    <a:pt x="3357217" y="1195122"/>
                  </a:lnTo>
                  <a:lnTo>
                    <a:pt x="3315678" y="1277337"/>
                  </a:lnTo>
                  <a:lnTo>
                    <a:pt x="3274104" y="1360318"/>
                  </a:lnTo>
                  <a:lnTo>
                    <a:pt x="3232521" y="1443481"/>
                  </a:lnTo>
                  <a:lnTo>
                    <a:pt x="3190958" y="1526240"/>
                  </a:lnTo>
                  <a:lnTo>
                    <a:pt x="3149437" y="1608018"/>
                  </a:lnTo>
                  <a:lnTo>
                    <a:pt x="3107976" y="1688268"/>
                  </a:lnTo>
                  <a:lnTo>
                    <a:pt x="3066575" y="1766486"/>
                  </a:lnTo>
                  <a:lnTo>
                    <a:pt x="3025221" y="1842224"/>
                  </a:lnTo>
                  <a:lnTo>
                    <a:pt x="2983874" y="1915099"/>
                  </a:lnTo>
                  <a:lnTo>
                    <a:pt x="2942471" y="1984799"/>
                  </a:lnTo>
                  <a:lnTo>
                    <a:pt x="2900918" y="2051088"/>
                  </a:lnTo>
                  <a:lnTo>
                    <a:pt x="2859087" y="2113803"/>
                  </a:lnTo>
                  <a:lnTo>
                    <a:pt x="2816810" y="2172853"/>
                  </a:lnTo>
                  <a:lnTo>
                    <a:pt x="2773876" y="2228216"/>
                  </a:lnTo>
                  <a:lnTo>
                    <a:pt x="2730020" y="2279930"/>
                  </a:lnTo>
                  <a:lnTo>
                    <a:pt x="2702183" y="2310246"/>
                  </a:lnTo>
                  <a:lnTo>
                    <a:pt x="2651177" y="2360842"/>
                  </a:lnTo>
                  <a:lnTo>
                    <a:pt x="2597810" y="2407120"/>
                  </a:lnTo>
                  <a:lnTo>
                    <a:pt x="2541434" y="2449228"/>
                  </a:lnTo>
                  <a:lnTo>
                    <a:pt x="2481336" y="2487453"/>
                  </a:lnTo>
                  <a:lnTo>
                    <a:pt x="2416776" y="2522143"/>
                  </a:lnTo>
                  <a:lnTo>
                    <a:pt x="2347025" y="2553657"/>
                  </a:lnTo>
                  <a:lnTo>
                    <a:pt x="2271414" y="2582336"/>
                  </a:lnTo>
                  <a:lnTo>
                    <a:pt x="2189392" y="2608481"/>
                  </a:lnTo>
                  <a:lnTo>
                    <a:pt x="2100611" y="2632345"/>
                  </a:lnTo>
                  <a:lnTo>
                    <a:pt x="2005029" y="2654124"/>
                  </a:lnTo>
                  <a:lnTo>
                    <a:pt x="1903040" y="2673959"/>
                  </a:lnTo>
                  <a:lnTo>
                    <a:pt x="1795604" y="2691930"/>
                  </a:lnTo>
                  <a:lnTo>
                    <a:pt x="1684375" y="2708065"/>
                  </a:lnTo>
                  <a:lnTo>
                    <a:pt x="1571761" y="2722353"/>
                  </a:lnTo>
                  <a:lnTo>
                    <a:pt x="1460896" y="2734756"/>
                  </a:lnTo>
                  <a:lnTo>
                    <a:pt x="1355457" y="2745239"/>
                  </a:lnTo>
                  <a:lnTo>
                    <a:pt x="1259311" y="2753794"/>
                  </a:lnTo>
                  <a:lnTo>
                    <a:pt x="1176022" y="2760466"/>
                  </a:lnTo>
                  <a:lnTo>
                    <a:pt x="1108304" y="2765377"/>
                  </a:lnTo>
                  <a:lnTo>
                    <a:pt x="1057542" y="2768723"/>
                  </a:lnTo>
                  <a:lnTo>
                    <a:pt x="1023496" y="2770770"/>
                  </a:lnTo>
                  <a:lnTo>
                    <a:pt x="1004245" y="2771830"/>
                  </a:lnTo>
                  <a:lnTo>
                    <a:pt x="996326" y="2772230"/>
                  </a:lnTo>
                  <a:lnTo>
                    <a:pt x="994940" y="2772295"/>
                  </a:lnTo>
                  <a:lnTo>
                    <a:pt x="0" y="2772295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94" name="pl1593"/>
            <p:cNvSpPr/>
            <p:nvPr/>
          </p:nvSpPr>
          <p:spPr>
            <a:xfrm>
              <a:off x="1199187" y="2672558"/>
              <a:ext cx="12049831" cy="2772295"/>
            </a:xfrm>
            <a:custGeom>
              <a:avLst/>
              <a:pathLst>
                <a:path w="12049831" h="2772295">
                  <a:moveTo>
                    <a:pt x="0" y="2772295"/>
                  </a:moveTo>
                  <a:lnTo>
                    <a:pt x="994940" y="2772295"/>
                  </a:lnTo>
                  <a:lnTo>
                    <a:pt x="996018" y="2772245"/>
                  </a:lnTo>
                  <a:lnTo>
                    <a:pt x="1003145" y="2771887"/>
                  </a:lnTo>
                  <a:lnTo>
                    <a:pt x="1021229" y="2770900"/>
                  </a:lnTo>
                  <a:lnTo>
                    <a:pt x="1053859" y="2768953"/>
                  </a:lnTo>
                  <a:lnTo>
                    <a:pt x="1103102" y="2765734"/>
                  </a:lnTo>
                  <a:lnTo>
                    <a:pt x="1169348" y="2760971"/>
                  </a:lnTo>
                  <a:lnTo>
                    <a:pt x="1251347" y="2754461"/>
                  </a:lnTo>
                  <a:lnTo>
                    <a:pt x="1346488" y="2746077"/>
                  </a:lnTo>
                  <a:lnTo>
                    <a:pt x="1451257" y="2735765"/>
                  </a:lnTo>
                  <a:lnTo>
                    <a:pt x="1561795" y="2723531"/>
                  </a:lnTo>
                  <a:lnTo>
                    <a:pt x="1674390" y="2709409"/>
                  </a:lnTo>
                  <a:lnTo>
                    <a:pt x="1785851" y="2693437"/>
                  </a:lnTo>
                  <a:lnTo>
                    <a:pt x="1893701" y="2675630"/>
                  </a:lnTo>
                  <a:lnTo>
                    <a:pt x="1996222" y="2655963"/>
                  </a:lnTo>
                  <a:lnTo>
                    <a:pt x="2092396" y="2634360"/>
                  </a:lnTo>
                  <a:lnTo>
                    <a:pt x="2181785" y="2610689"/>
                  </a:lnTo>
                  <a:lnTo>
                    <a:pt x="2264397" y="2584756"/>
                  </a:lnTo>
                  <a:lnTo>
                    <a:pt x="2340558" y="2556314"/>
                  </a:lnTo>
                  <a:lnTo>
                    <a:pt x="2410803" y="2525065"/>
                  </a:lnTo>
                  <a:lnTo>
                    <a:pt x="2475795" y="2490672"/>
                  </a:lnTo>
                  <a:lnTo>
                    <a:pt x="2536259" y="2452775"/>
                  </a:lnTo>
                  <a:lnTo>
                    <a:pt x="2592936" y="2411024"/>
                  </a:lnTo>
                  <a:lnTo>
                    <a:pt x="2646542" y="2365125"/>
                  </a:lnTo>
                  <a:lnTo>
                    <a:pt x="2697735" y="2314913"/>
                  </a:lnTo>
                  <a:lnTo>
                    <a:pt x="2702183" y="2310246"/>
                  </a:lnTo>
                  <a:lnTo>
                    <a:pt x="2746770" y="2260754"/>
                  </a:lnTo>
                  <a:lnTo>
                    <a:pt x="2790242" y="2207665"/>
                  </a:lnTo>
                  <a:lnTo>
                    <a:pt x="2832899" y="2150905"/>
                  </a:lnTo>
                  <a:lnTo>
                    <a:pt x="2874984" y="2090460"/>
                  </a:lnTo>
                  <a:lnTo>
                    <a:pt x="2916693" y="2026376"/>
                  </a:lnTo>
                  <a:lnTo>
                    <a:pt x="2958176" y="1958771"/>
                  </a:lnTo>
                  <a:lnTo>
                    <a:pt x="2999548" y="1887836"/>
                  </a:lnTo>
                  <a:lnTo>
                    <a:pt x="3040892" y="1813835"/>
                  </a:lnTo>
                  <a:lnTo>
                    <a:pt x="3082261" y="1737108"/>
                  </a:lnTo>
                  <a:lnTo>
                    <a:pt x="3123683" y="1658064"/>
                  </a:lnTo>
                  <a:lnTo>
                    <a:pt x="3165168" y="1577173"/>
                  </a:lnTo>
                  <a:lnTo>
                    <a:pt x="3206707" y="1494957"/>
                  </a:lnTo>
                  <a:lnTo>
                    <a:pt x="3248281" y="1411976"/>
                  </a:lnTo>
                  <a:lnTo>
                    <a:pt x="3289864" y="1328813"/>
                  </a:lnTo>
                  <a:lnTo>
                    <a:pt x="3331427" y="1246055"/>
                  </a:lnTo>
                  <a:lnTo>
                    <a:pt x="3372948" y="1164277"/>
                  </a:lnTo>
                  <a:lnTo>
                    <a:pt x="3414409" y="1084027"/>
                  </a:lnTo>
                  <a:lnTo>
                    <a:pt x="3455810" y="1005809"/>
                  </a:lnTo>
                  <a:lnTo>
                    <a:pt x="3497164" y="930071"/>
                  </a:lnTo>
                  <a:lnTo>
                    <a:pt x="3538511" y="857196"/>
                  </a:lnTo>
                  <a:lnTo>
                    <a:pt x="3579914" y="787495"/>
                  </a:lnTo>
                  <a:lnTo>
                    <a:pt x="3621467" y="721207"/>
                  </a:lnTo>
                  <a:lnTo>
                    <a:pt x="3663298" y="658492"/>
                  </a:lnTo>
                  <a:lnTo>
                    <a:pt x="3705575" y="599442"/>
                  </a:lnTo>
                  <a:lnTo>
                    <a:pt x="3748509" y="544078"/>
                  </a:lnTo>
                  <a:lnTo>
                    <a:pt x="3792365" y="492364"/>
                  </a:lnTo>
                  <a:lnTo>
                    <a:pt x="3820202" y="462049"/>
                  </a:lnTo>
                  <a:lnTo>
                    <a:pt x="3871208" y="411453"/>
                  </a:lnTo>
                  <a:lnTo>
                    <a:pt x="3924575" y="365175"/>
                  </a:lnTo>
                  <a:lnTo>
                    <a:pt x="3980951" y="323066"/>
                  </a:lnTo>
                  <a:lnTo>
                    <a:pt x="4041049" y="284841"/>
                  </a:lnTo>
                  <a:lnTo>
                    <a:pt x="4105609" y="250151"/>
                  </a:lnTo>
                  <a:lnTo>
                    <a:pt x="4175360" y="218637"/>
                  </a:lnTo>
                  <a:lnTo>
                    <a:pt x="4250971" y="189959"/>
                  </a:lnTo>
                  <a:lnTo>
                    <a:pt x="4332993" y="163814"/>
                  </a:lnTo>
                  <a:lnTo>
                    <a:pt x="4421774" y="139950"/>
                  </a:lnTo>
                  <a:lnTo>
                    <a:pt x="4517356" y="118170"/>
                  </a:lnTo>
                  <a:lnTo>
                    <a:pt x="4619345" y="98335"/>
                  </a:lnTo>
                  <a:lnTo>
                    <a:pt x="4726781" y="80365"/>
                  </a:lnTo>
                  <a:lnTo>
                    <a:pt x="4838010" y="64229"/>
                  </a:lnTo>
                  <a:lnTo>
                    <a:pt x="4950624" y="49942"/>
                  </a:lnTo>
                  <a:lnTo>
                    <a:pt x="5061489" y="37538"/>
                  </a:lnTo>
                  <a:lnTo>
                    <a:pt x="5166928" y="27055"/>
                  </a:lnTo>
                  <a:lnTo>
                    <a:pt x="5263074" y="18501"/>
                  </a:lnTo>
                  <a:lnTo>
                    <a:pt x="5346363" y="11828"/>
                  </a:lnTo>
                  <a:lnTo>
                    <a:pt x="5414081" y="6918"/>
                  </a:lnTo>
                  <a:lnTo>
                    <a:pt x="5464843" y="3572"/>
                  </a:lnTo>
                  <a:lnTo>
                    <a:pt x="5498889" y="1524"/>
                  </a:lnTo>
                  <a:lnTo>
                    <a:pt x="5518140" y="465"/>
                  </a:lnTo>
                  <a:lnTo>
                    <a:pt x="5526059" y="64"/>
                  </a:lnTo>
                  <a:lnTo>
                    <a:pt x="5527444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73" y="46"/>
                  </a:lnTo>
                  <a:lnTo>
                    <a:pt x="6530659" y="375"/>
                  </a:lnTo>
                  <a:lnTo>
                    <a:pt x="6548888" y="1285"/>
                  </a:lnTo>
                  <a:lnTo>
                    <a:pt x="6581772" y="3077"/>
                  </a:lnTo>
                  <a:lnTo>
                    <a:pt x="6631376" y="6042"/>
                  </a:lnTo>
                  <a:lnTo>
                    <a:pt x="6698073" y="10427"/>
                  </a:lnTo>
                  <a:lnTo>
                    <a:pt x="6780579" y="16419"/>
                  </a:lnTo>
                  <a:lnTo>
                    <a:pt x="6876236" y="24134"/>
                  </a:lnTo>
                  <a:lnTo>
                    <a:pt x="6981491" y="33618"/>
                  </a:lnTo>
                  <a:lnTo>
                    <a:pt x="7092447" y="44868"/>
                  </a:lnTo>
                  <a:lnTo>
                    <a:pt x="7205372" y="57850"/>
                  </a:lnTo>
                  <a:lnTo>
                    <a:pt x="7317068" y="72530"/>
                  </a:lnTo>
                  <a:lnTo>
                    <a:pt x="7425060" y="88896"/>
                  </a:lnTo>
                  <a:lnTo>
                    <a:pt x="7527643" y="106971"/>
                  </a:lnTo>
                  <a:lnTo>
                    <a:pt x="7623815" y="126827"/>
                  </a:lnTo>
                  <a:lnTo>
                    <a:pt x="7713156" y="148589"/>
                  </a:lnTo>
                  <a:lnTo>
                    <a:pt x="7795689" y="172438"/>
                  </a:lnTo>
                  <a:lnTo>
                    <a:pt x="7871757" y="198602"/>
                  </a:lnTo>
                  <a:lnTo>
                    <a:pt x="7941907" y="227360"/>
                  </a:lnTo>
                  <a:lnTo>
                    <a:pt x="8006812" y="259023"/>
                  </a:lnTo>
                  <a:lnTo>
                    <a:pt x="8067206" y="293921"/>
                  </a:lnTo>
                  <a:lnTo>
                    <a:pt x="8123836" y="332377"/>
                  </a:lnTo>
                  <a:lnTo>
                    <a:pt x="8177421" y="374656"/>
                  </a:lnTo>
                  <a:lnTo>
                    <a:pt x="8228619" y="420899"/>
                  </a:lnTo>
                  <a:lnTo>
                    <a:pt x="8229629" y="421871"/>
                  </a:lnTo>
                  <a:lnTo>
                    <a:pt x="8275666" y="468605"/>
                  </a:lnTo>
                  <a:lnTo>
                    <a:pt x="8320525" y="518848"/>
                  </a:lnTo>
                  <a:lnTo>
                    <a:pt x="8364533" y="572669"/>
                  </a:lnTo>
                  <a:lnTo>
                    <a:pt x="8407953" y="630079"/>
                  </a:lnTo>
                  <a:lnTo>
                    <a:pt x="8450995" y="691023"/>
                  </a:lnTo>
                  <a:lnTo>
                    <a:pt x="8493819" y="755371"/>
                  </a:lnTo>
                  <a:lnTo>
                    <a:pt x="8536544" y="822918"/>
                  </a:lnTo>
                  <a:lnTo>
                    <a:pt x="8579255" y="893382"/>
                  </a:lnTo>
                  <a:lnTo>
                    <a:pt x="8622002" y="966402"/>
                  </a:lnTo>
                  <a:lnTo>
                    <a:pt x="8664812" y="1041549"/>
                  </a:lnTo>
                  <a:lnTo>
                    <a:pt x="8707687" y="1118333"/>
                  </a:lnTo>
                  <a:lnTo>
                    <a:pt x="8750613" y="1196212"/>
                  </a:lnTo>
                  <a:lnTo>
                    <a:pt x="8793566" y="1274614"/>
                  </a:lnTo>
                  <a:lnTo>
                    <a:pt x="8836515" y="1352948"/>
                  </a:lnTo>
                  <a:lnTo>
                    <a:pt x="8879432" y="1430626"/>
                  </a:lnTo>
                  <a:lnTo>
                    <a:pt x="8922292" y="1507080"/>
                  </a:lnTo>
                  <a:lnTo>
                    <a:pt x="8965087" y="1581781"/>
                  </a:lnTo>
                  <a:lnTo>
                    <a:pt x="9007823" y="1654250"/>
                  </a:lnTo>
                  <a:lnTo>
                    <a:pt x="9050531" y="1724074"/>
                  </a:lnTo>
                  <a:lnTo>
                    <a:pt x="9093270" y="1790909"/>
                  </a:lnTo>
                  <a:lnTo>
                    <a:pt x="9136132" y="1854492"/>
                  </a:lnTo>
                  <a:lnTo>
                    <a:pt x="9179245" y="1914633"/>
                  </a:lnTo>
                  <a:lnTo>
                    <a:pt x="9222780" y="1971222"/>
                  </a:lnTo>
                  <a:lnTo>
                    <a:pt x="9266958" y="2024219"/>
                  </a:lnTo>
                  <a:lnTo>
                    <a:pt x="9312055" y="2073649"/>
                  </a:lnTo>
                  <a:lnTo>
                    <a:pt x="9347647" y="2109355"/>
                  </a:lnTo>
                  <a:lnTo>
                    <a:pt x="9398803" y="2155677"/>
                  </a:lnTo>
                  <a:lnTo>
                    <a:pt x="9452334" y="2198035"/>
                  </a:lnTo>
                  <a:lnTo>
                    <a:pt x="9508895" y="2236566"/>
                  </a:lnTo>
                  <a:lnTo>
                    <a:pt x="9569206" y="2271533"/>
                  </a:lnTo>
                  <a:lnTo>
                    <a:pt x="9634013" y="2303257"/>
                  </a:lnTo>
                  <a:lnTo>
                    <a:pt x="9704051" y="2332070"/>
                  </a:lnTo>
                  <a:lnTo>
                    <a:pt x="9779993" y="2358284"/>
                  </a:lnTo>
                  <a:lnTo>
                    <a:pt x="9862393" y="2382177"/>
                  </a:lnTo>
                  <a:lnTo>
                    <a:pt x="9951595" y="2403980"/>
                  </a:lnTo>
                  <a:lnTo>
                    <a:pt x="10047631" y="2423873"/>
                  </a:lnTo>
                  <a:lnTo>
                    <a:pt x="10150093" y="2441983"/>
                  </a:lnTo>
                  <a:lnTo>
                    <a:pt x="10257991" y="2458382"/>
                  </a:lnTo>
                  <a:lnTo>
                    <a:pt x="10369633" y="2473096"/>
                  </a:lnTo>
                  <a:lnTo>
                    <a:pt x="10482563" y="2486113"/>
                  </a:lnTo>
                  <a:lnTo>
                    <a:pt x="10593594" y="2497398"/>
                  </a:lnTo>
                  <a:lnTo>
                    <a:pt x="10699003" y="2506918"/>
                  </a:lnTo>
                  <a:lnTo>
                    <a:pt x="10794891" y="2514668"/>
                  </a:lnTo>
                  <a:lnTo>
                    <a:pt x="10877691" y="2520694"/>
                  </a:lnTo>
                  <a:lnTo>
                    <a:pt x="10944724" y="2525110"/>
                  </a:lnTo>
                  <a:lnTo>
                    <a:pt x="10994675" y="2528101"/>
                  </a:lnTo>
                  <a:lnTo>
                    <a:pt x="11027880" y="2529914"/>
                  </a:lnTo>
                  <a:lnTo>
                    <a:pt x="11046374" y="2530839"/>
                  </a:lnTo>
                  <a:lnTo>
                    <a:pt x="11053737" y="2531177"/>
                  </a:lnTo>
                  <a:lnTo>
                    <a:pt x="11054891" y="2531226"/>
                  </a:lnTo>
                  <a:lnTo>
                    <a:pt x="11054891" y="2531226"/>
                  </a:lnTo>
                  <a:lnTo>
                    <a:pt x="12049831" y="2531226"/>
                  </a:lnTo>
                  <a:lnTo>
                    <a:pt x="12049831" y="25312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5" name="pl1594"/>
            <p:cNvSpPr/>
            <p:nvPr/>
          </p:nvSpPr>
          <p:spPr>
            <a:xfrm>
              <a:off x="1199187" y="2667318"/>
              <a:ext cx="12049831" cy="2772295"/>
            </a:xfrm>
            <a:custGeom>
              <a:avLst/>
              <a:pathLst>
                <a:path w="12049831" h="2772295">
                  <a:moveTo>
                    <a:pt x="12049831" y="2531226"/>
                  </a:moveTo>
                  <a:lnTo>
                    <a:pt x="11054891" y="2531226"/>
                  </a:lnTo>
                  <a:lnTo>
                    <a:pt x="11053803" y="2531180"/>
                  </a:lnTo>
                  <a:lnTo>
                    <a:pt x="11046618" y="2530850"/>
                  </a:lnTo>
                  <a:lnTo>
                    <a:pt x="11028388" y="2529941"/>
                  </a:lnTo>
                  <a:lnTo>
                    <a:pt x="10995504" y="2528148"/>
                  </a:lnTo>
                  <a:lnTo>
                    <a:pt x="10945900" y="2525183"/>
                  </a:lnTo>
                  <a:lnTo>
                    <a:pt x="10879204" y="2520799"/>
                  </a:lnTo>
                  <a:lnTo>
                    <a:pt x="10796698" y="2514807"/>
                  </a:lnTo>
                  <a:lnTo>
                    <a:pt x="10701040" y="2507092"/>
                  </a:lnTo>
                  <a:lnTo>
                    <a:pt x="10595785" y="2497607"/>
                  </a:lnTo>
                  <a:lnTo>
                    <a:pt x="10484829" y="2486357"/>
                  </a:lnTo>
                  <a:lnTo>
                    <a:pt x="10371904" y="2473375"/>
                  </a:lnTo>
                  <a:lnTo>
                    <a:pt x="10260209" y="2458695"/>
                  </a:lnTo>
                  <a:lnTo>
                    <a:pt x="10152216" y="2442329"/>
                  </a:lnTo>
                  <a:lnTo>
                    <a:pt x="10049633" y="2424255"/>
                  </a:lnTo>
                  <a:lnTo>
                    <a:pt x="9953461" y="2404399"/>
                  </a:lnTo>
                  <a:lnTo>
                    <a:pt x="9864121" y="2382636"/>
                  </a:lnTo>
                  <a:lnTo>
                    <a:pt x="9781587" y="2358788"/>
                  </a:lnTo>
                  <a:lnTo>
                    <a:pt x="9705520" y="2332623"/>
                  </a:lnTo>
                  <a:lnTo>
                    <a:pt x="9635370" y="2303865"/>
                  </a:lnTo>
                  <a:lnTo>
                    <a:pt x="9570464" y="2272203"/>
                  </a:lnTo>
                  <a:lnTo>
                    <a:pt x="9510070" y="2237304"/>
                  </a:lnTo>
                  <a:lnTo>
                    <a:pt x="9453441" y="2198848"/>
                  </a:lnTo>
                  <a:lnTo>
                    <a:pt x="9399855" y="2156569"/>
                  </a:lnTo>
                  <a:lnTo>
                    <a:pt x="9348658" y="2110326"/>
                  </a:lnTo>
                  <a:lnTo>
                    <a:pt x="9347647" y="2109355"/>
                  </a:lnTo>
                  <a:lnTo>
                    <a:pt x="9301610" y="2062620"/>
                  </a:lnTo>
                  <a:lnTo>
                    <a:pt x="9256752" y="2012377"/>
                  </a:lnTo>
                  <a:lnTo>
                    <a:pt x="9212744" y="1958556"/>
                  </a:lnTo>
                  <a:lnTo>
                    <a:pt x="9169323" y="1901146"/>
                  </a:lnTo>
                  <a:lnTo>
                    <a:pt x="9126281" y="1840203"/>
                  </a:lnTo>
                  <a:lnTo>
                    <a:pt x="9083458" y="1775854"/>
                  </a:lnTo>
                  <a:lnTo>
                    <a:pt x="9040733" y="1708307"/>
                  </a:lnTo>
                  <a:lnTo>
                    <a:pt x="8998022" y="1637844"/>
                  </a:lnTo>
                  <a:lnTo>
                    <a:pt x="8955274" y="1564824"/>
                  </a:lnTo>
                  <a:lnTo>
                    <a:pt x="8912465" y="1489676"/>
                  </a:lnTo>
                  <a:lnTo>
                    <a:pt x="8869590" y="1412892"/>
                  </a:lnTo>
                  <a:lnTo>
                    <a:pt x="8826663" y="1335013"/>
                  </a:lnTo>
                  <a:lnTo>
                    <a:pt x="8783711" y="1256611"/>
                  </a:lnTo>
                  <a:lnTo>
                    <a:pt x="8740761" y="1178277"/>
                  </a:lnTo>
                  <a:lnTo>
                    <a:pt x="8697845" y="1100599"/>
                  </a:lnTo>
                  <a:lnTo>
                    <a:pt x="8654984" y="1024145"/>
                  </a:lnTo>
                  <a:lnTo>
                    <a:pt x="8612190" y="949444"/>
                  </a:lnTo>
                  <a:lnTo>
                    <a:pt x="8569454" y="876975"/>
                  </a:lnTo>
                  <a:lnTo>
                    <a:pt x="8526745" y="807152"/>
                  </a:lnTo>
                  <a:lnTo>
                    <a:pt x="8484006" y="740316"/>
                  </a:lnTo>
                  <a:lnTo>
                    <a:pt x="8441144" y="676734"/>
                  </a:lnTo>
                  <a:lnTo>
                    <a:pt x="8398032" y="616592"/>
                  </a:lnTo>
                  <a:lnTo>
                    <a:pt x="8354497" y="560003"/>
                  </a:lnTo>
                  <a:lnTo>
                    <a:pt x="8310319" y="507006"/>
                  </a:lnTo>
                  <a:lnTo>
                    <a:pt x="8265222" y="457577"/>
                  </a:lnTo>
                  <a:lnTo>
                    <a:pt x="8229629" y="421871"/>
                  </a:lnTo>
                  <a:lnTo>
                    <a:pt x="8178474" y="375548"/>
                  </a:lnTo>
                  <a:lnTo>
                    <a:pt x="8124943" y="333190"/>
                  </a:lnTo>
                  <a:lnTo>
                    <a:pt x="8068381" y="294659"/>
                  </a:lnTo>
                  <a:lnTo>
                    <a:pt x="8008070" y="259692"/>
                  </a:lnTo>
                  <a:lnTo>
                    <a:pt x="7943263" y="227968"/>
                  </a:lnTo>
                  <a:lnTo>
                    <a:pt x="7873226" y="199155"/>
                  </a:lnTo>
                  <a:lnTo>
                    <a:pt x="7797283" y="172941"/>
                  </a:lnTo>
                  <a:lnTo>
                    <a:pt x="7714884" y="149048"/>
                  </a:lnTo>
                  <a:lnTo>
                    <a:pt x="7625682" y="127245"/>
                  </a:lnTo>
                  <a:lnTo>
                    <a:pt x="7529645" y="107352"/>
                  </a:lnTo>
                  <a:lnTo>
                    <a:pt x="7427183" y="89243"/>
                  </a:lnTo>
                  <a:lnTo>
                    <a:pt x="7319286" y="72843"/>
                  </a:lnTo>
                  <a:lnTo>
                    <a:pt x="7207643" y="58129"/>
                  </a:lnTo>
                  <a:lnTo>
                    <a:pt x="7094713" y="45112"/>
                  </a:lnTo>
                  <a:lnTo>
                    <a:pt x="6983682" y="33827"/>
                  </a:lnTo>
                  <a:lnTo>
                    <a:pt x="6878274" y="24307"/>
                  </a:lnTo>
                  <a:lnTo>
                    <a:pt x="6782386" y="16557"/>
                  </a:lnTo>
                  <a:lnTo>
                    <a:pt x="6699585" y="10531"/>
                  </a:lnTo>
                  <a:lnTo>
                    <a:pt x="6632552" y="6116"/>
                  </a:lnTo>
                  <a:lnTo>
                    <a:pt x="6582602" y="3125"/>
                  </a:lnTo>
                  <a:lnTo>
                    <a:pt x="6549396" y="1311"/>
                  </a:lnTo>
                  <a:lnTo>
                    <a:pt x="6530902" y="387"/>
                  </a:lnTo>
                  <a:lnTo>
                    <a:pt x="6523539" y="49"/>
                  </a:lnTo>
                  <a:lnTo>
                    <a:pt x="652238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7" y="50"/>
                  </a:lnTo>
                  <a:lnTo>
                    <a:pt x="5519240" y="407"/>
                  </a:lnTo>
                  <a:lnTo>
                    <a:pt x="5501156" y="1395"/>
                  </a:lnTo>
                  <a:lnTo>
                    <a:pt x="5468526" y="3341"/>
                  </a:lnTo>
                  <a:lnTo>
                    <a:pt x="5419283" y="6561"/>
                  </a:lnTo>
                  <a:lnTo>
                    <a:pt x="5353037" y="11323"/>
                  </a:lnTo>
                  <a:lnTo>
                    <a:pt x="5271038" y="17833"/>
                  </a:lnTo>
                  <a:lnTo>
                    <a:pt x="5175897" y="26218"/>
                  </a:lnTo>
                  <a:lnTo>
                    <a:pt x="5071128" y="36529"/>
                  </a:lnTo>
                  <a:lnTo>
                    <a:pt x="4960590" y="48763"/>
                  </a:lnTo>
                  <a:lnTo>
                    <a:pt x="4847995" y="62885"/>
                  </a:lnTo>
                  <a:lnTo>
                    <a:pt x="4736534" y="78858"/>
                  </a:lnTo>
                  <a:lnTo>
                    <a:pt x="4628684" y="96665"/>
                  </a:lnTo>
                  <a:lnTo>
                    <a:pt x="4526163" y="116332"/>
                  </a:lnTo>
                  <a:lnTo>
                    <a:pt x="4429989" y="137934"/>
                  </a:lnTo>
                  <a:lnTo>
                    <a:pt x="4340600" y="161606"/>
                  </a:lnTo>
                  <a:lnTo>
                    <a:pt x="4257988" y="187538"/>
                  </a:lnTo>
                  <a:lnTo>
                    <a:pt x="4181827" y="215980"/>
                  </a:lnTo>
                  <a:lnTo>
                    <a:pt x="4111582" y="247229"/>
                  </a:lnTo>
                  <a:lnTo>
                    <a:pt x="4046590" y="281623"/>
                  </a:lnTo>
                  <a:lnTo>
                    <a:pt x="3986126" y="319520"/>
                  </a:lnTo>
                  <a:lnTo>
                    <a:pt x="3929449" y="361270"/>
                  </a:lnTo>
                  <a:lnTo>
                    <a:pt x="3875843" y="407170"/>
                  </a:lnTo>
                  <a:lnTo>
                    <a:pt x="3824650" y="457382"/>
                  </a:lnTo>
                  <a:lnTo>
                    <a:pt x="3820202" y="462049"/>
                  </a:lnTo>
                  <a:lnTo>
                    <a:pt x="3775615" y="511541"/>
                  </a:lnTo>
                  <a:lnTo>
                    <a:pt x="3732143" y="564630"/>
                  </a:lnTo>
                  <a:lnTo>
                    <a:pt x="3689486" y="621389"/>
                  </a:lnTo>
                  <a:lnTo>
                    <a:pt x="3647401" y="681835"/>
                  </a:lnTo>
                  <a:lnTo>
                    <a:pt x="3605692" y="745918"/>
                  </a:lnTo>
                  <a:lnTo>
                    <a:pt x="3564209" y="813523"/>
                  </a:lnTo>
                  <a:lnTo>
                    <a:pt x="3522837" y="884459"/>
                  </a:lnTo>
                  <a:lnTo>
                    <a:pt x="3481493" y="958460"/>
                  </a:lnTo>
                  <a:lnTo>
                    <a:pt x="3440124" y="1035186"/>
                  </a:lnTo>
                  <a:lnTo>
                    <a:pt x="3398702" y="1114231"/>
                  </a:lnTo>
                  <a:lnTo>
                    <a:pt x="3357217" y="1195122"/>
                  </a:lnTo>
                  <a:lnTo>
                    <a:pt x="3315678" y="1277337"/>
                  </a:lnTo>
                  <a:lnTo>
                    <a:pt x="3274104" y="1360318"/>
                  </a:lnTo>
                  <a:lnTo>
                    <a:pt x="3232521" y="1443481"/>
                  </a:lnTo>
                  <a:lnTo>
                    <a:pt x="3190958" y="1526240"/>
                  </a:lnTo>
                  <a:lnTo>
                    <a:pt x="3149437" y="1608018"/>
                  </a:lnTo>
                  <a:lnTo>
                    <a:pt x="3107976" y="1688268"/>
                  </a:lnTo>
                  <a:lnTo>
                    <a:pt x="3066575" y="1766486"/>
                  </a:lnTo>
                  <a:lnTo>
                    <a:pt x="3025221" y="1842224"/>
                  </a:lnTo>
                  <a:lnTo>
                    <a:pt x="2983874" y="1915099"/>
                  </a:lnTo>
                  <a:lnTo>
                    <a:pt x="2942471" y="1984799"/>
                  </a:lnTo>
                  <a:lnTo>
                    <a:pt x="2900918" y="2051088"/>
                  </a:lnTo>
                  <a:lnTo>
                    <a:pt x="2859087" y="2113803"/>
                  </a:lnTo>
                  <a:lnTo>
                    <a:pt x="2816810" y="2172853"/>
                  </a:lnTo>
                  <a:lnTo>
                    <a:pt x="2773876" y="2228216"/>
                  </a:lnTo>
                  <a:lnTo>
                    <a:pt x="2730020" y="2279930"/>
                  </a:lnTo>
                  <a:lnTo>
                    <a:pt x="2702183" y="2310246"/>
                  </a:lnTo>
                  <a:lnTo>
                    <a:pt x="2651177" y="2360842"/>
                  </a:lnTo>
                  <a:lnTo>
                    <a:pt x="2597810" y="2407120"/>
                  </a:lnTo>
                  <a:lnTo>
                    <a:pt x="2541434" y="2449228"/>
                  </a:lnTo>
                  <a:lnTo>
                    <a:pt x="2481336" y="2487453"/>
                  </a:lnTo>
                  <a:lnTo>
                    <a:pt x="2416776" y="2522143"/>
                  </a:lnTo>
                  <a:lnTo>
                    <a:pt x="2347025" y="2553657"/>
                  </a:lnTo>
                  <a:lnTo>
                    <a:pt x="2271414" y="2582336"/>
                  </a:lnTo>
                  <a:lnTo>
                    <a:pt x="2189392" y="2608481"/>
                  </a:lnTo>
                  <a:lnTo>
                    <a:pt x="2100611" y="2632345"/>
                  </a:lnTo>
                  <a:lnTo>
                    <a:pt x="2005029" y="2654124"/>
                  </a:lnTo>
                  <a:lnTo>
                    <a:pt x="1903040" y="2673959"/>
                  </a:lnTo>
                  <a:lnTo>
                    <a:pt x="1795604" y="2691930"/>
                  </a:lnTo>
                  <a:lnTo>
                    <a:pt x="1684375" y="2708065"/>
                  </a:lnTo>
                  <a:lnTo>
                    <a:pt x="1571761" y="2722353"/>
                  </a:lnTo>
                  <a:lnTo>
                    <a:pt x="1460896" y="2734756"/>
                  </a:lnTo>
                  <a:lnTo>
                    <a:pt x="1355457" y="2745239"/>
                  </a:lnTo>
                  <a:lnTo>
                    <a:pt x="1259311" y="2753794"/>
                  </a:lnTo>
                  <a:lnTo>
                    <a:pt x="1176022" y="2760466"/>
                  </a:lnTo>
                  <a:lnTo>
                    <a:pt x="1108304" y="2765377"/>
                  </a:lnTo>
                  <a:lnTo>
                    <a:pt x="1057542" y="2768723"/>
                  </a:lnTo>
                  <a:lnTo>
                    <a:pt x="1023496" y="2770770"/>
                  </a:lnTo>
                  <a:lnTo>
                    <a:pt x="1004245" y="2771830"/>
                  </a:lnTo>
                  <a:lnTo>
                    <a:pt x="996326" y="2772230"/>
                  </a:lnTo>
                  <a:lnTo>
                    <a:pt x="994941" y="2772295"/>
                  </a:lnTo>
                  <a:lnTo>
                    <a:pt x="994940" y="2772295"/>
                  </a:lnTo>
                  <a:lnTo>
                    <a:pt x="0" y="2772295"/>
                  </a:lnTo>
                  <a:lnTo>
                    <a:pt x="0" y="27722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6" name="pg1595"/>
            <p:cNvSpPr/>
            <p:nvPr/>
          </p:nvSpPr>
          <p:spPr>
            <a:xfrm>
              <a:off x="1199187" y="2698762"/>
              <a:ext cx="12049831" cy="2819461"/>
            </a:xfrm>
            <a:custGeom>
              <a:avLst/>
              <a:pathLst>
                <a:path w="12049831" h="2819461">
                  <a:moveTo>
                    <a:pt x="0" y="2751332"/>
                  </a:moveTo>
                  <a:lnTo>
                    <a:pt x="994940" y="2751332"/>
                  </a:lnTo>
                  <a:lnTo>
                    <a:pt x="996019" y="2751283"/>
                  </a:lnTo>
                  <a:lnTo>
                    <a:pt x="1003152" y="2750928"/>
                  </a:lnTo>
                  <a:lnTo>
                    <a:pt x="1021253" y="2749949"/>
                  </a:lnTo>
                  <a:lnTo>
                    <a:pt x="1053912" y="2748019"/>
                  </a:lnTo>
                  <a:lnTo>
                    <a:pt x="1103195" y="2744827"/>
                  </a:lnTo>
                  <a:lnTo>
                    <a:pt x="1169491" y="2740105"/>
                  </a:lnTo>
                  <a:lnTo>
                    <a:pt x="1251548" y="2733651"/>
                  </a:lnTo>
                  <a:lnTo>
                    <a:pt x="1346746" y="2725338"/>
                  </a:lnTo>
                  <a:lnTo>
                    <a:pt x="1451570" y="2715116"/>
                  </a:lnTo>
                  <a:lnTo>
                    <a:pt x="1562155" y="2702988"/>
                  </a:lnTo>
                  <a:lnTo>
                    <a:pt x="1674787" y="2688988"/>
                  </a:lnTo>
                  <a:lnTo>
                    <a:pt x="1786275" y="2673155"/>
                  </a:lnTo>
                  <a:lnTo>
                    <a:pt x="1894141" y="2655503"/>
                  </a:lnTo>
                  <a:lnTo>
                    <a:pt x="1996669" y="2636008"/>
                  </a:lnTo>
                  <a:lnTo>
                    <a:pt x="2092843" y="2614594"/>
                  </a:lnTo>
                  <a:lnTo>
                    <a:pt x="2182227" y="2591128"/>
                  </a:lnTo>
                  <a:lnTo>
                    <a:pt x="2264830" y="2565419"/>
                  </a:lnTo>
                  <a:lnTo>
                    <a:pt x="2340980" y="2537222"/>
                  </a:lnTo>
                  <a:lnTo>
                    <a:pt x="2411215" y="2506241"/>
                  </a:lnTo>
                  <a:lnTo>
                    <a:pt x="2476197" y="2472141"/>
                  </a:lnTo>
                  <a:lnTo>
                    <a:pt x="2536653" y="2434566"/>
                  </a:lnTo>
                  <a:lnTo>
                    <a:pt x="2593324" y="2393170"/>
                  </a:lnTo>
                  <a:lnTo>
                    <a:pt x="2646929" y="2347659"/>
                  </a:lnTo>
                  <a:lnTo>
                    <a:pt x="2698122" y="2297873"/>
                  </a:lnTo>
                  <a:lnTo>
                    <a:pt x="2702183" y="2293650"/>
                  </a:lnTo>
                  <a:lnTo>
                    <a:pt x="2746923" y="2244450"/>
                  </a:lnTo>
                  <a:lnTo>
                    <a:pt x="2790540" y="2191661"/>
                  </a:lnTo>
                  <a:lnTo>
                    <a:pt x="2833340" y="2135211"/>
                  </a:lnTo>
                  <a:lnTo>
                    <a:pt x="2875566" y="2075085"/>
                  </a:lnTo>
                  <a:lnTo>
                    <a:pt x="2917415" y="2011330"/>
                  </a:lnTo>
                  <a:lnTo>
                    <a:pt x="2959039" y="1944066"/>
                  </a:lnTo>
                  <a:lnTo>
                    <a:pt x="3000553" y="1873485"/>
                  </a:lnTo>
                  <a:lnTo>
                    <a:pt x="3042041" y="1799854"/>
                  </a:lnTo>
                  <a:lnTo>
                    <a:pt x="3083555" y="1723515"/>
                  </a:lnTo>
                  <a:lnTo>
                    <a:pt x="3125123" y="1644877"/>
                  </a:lnTo>
                  <a:lnTo>
                    <a:pt x="3166754" y="1564415"/>
                  </a:lnTo>
                  <a:lnTo>
                    <a:pt x="3208440" y="1482653"/>
                  </a:lnTo>
                  <a:lnTo>
                    <a:pt x="3250159" y="1400151"/>
                  </a:lnTo>
                  <a:lnTo>
                    <a:pt x="3291886" y="1317494"/>
                  </a:lnTo>
                  <a:lnTo>
                    <a:pt x="3333592" y="1235269"/>
                  </a:lnTo>
                  <a:lnTo>
                    <a:pt x="3375254" y="1154051"/>
                  </a:lnTo>
                  <a:lnTo>
                    <a:pt x="3416856" y="1074386"/>
                  </a:lnTo>
                  <a:lnTo>
                    <a:pt x="3458396" y="996776"/>
                  </a:lnTo>
                  <a:lnTo>
                    <a:pt x="3499893" y="921665"/>
                  </a:lnTo>
                  <a:lnTo>
                    <a:pt x="3541385" y="849433"/>
                  </a:lnTo>
                  <a:lnTo>
                    <a:pt x="3582938" y="780387"/>
                  </a:lnTo>
                  <a:lnTo>
                    <a:pt x="3624652" y="714757"/>
                  </a:lnTo>
                  <a:lnTo>
                    <a:pt x="3666657" y="652702"/>
                  </a:lnTo>
                  <a:lnTo>
                    <a:pt x="3709126" y="594305"/>
                  </a:lnTo>
                  <a:lnTo>
                    <a:pt x="3752277" y="539586"/>
                  </a:lnTo>
                  <a:lnTo>
                    <a:pt x="3796381" y="488500"/>
                  </a:lnTo>
                  <a:lnTo>
                    <a:pt x="3820202" y="462922"/>
                  </a:lnTo>
                  <a:lnTo>
                    <a:pt x="3871225" y="412789"/>
                  </a:lnTo>
                  <a:lnTo>
                    <a:pt x="3924610" y="366936"/>
                  </a:lnTo>
                  <a:lnTo>
                    <a:pt x="3981007" y="325215"/>
                  </a:lnTo>
                  <a:lnTo>
                    <a:pt x="4041129" y="287343"/>
                  </a:lnTo>
                  <a:lnTo>
                    <a:pt x="4105717" y="252975"/>
                  </a:lnTo>
                  <a:lnTo>
                    <a:pt x="4175499" y="221754"/>
                  </a:lnTo>
                  <a:lnTo>
                    <a:pt x="4251148" y="193343"/>
                  </a:lnTo>
                  <a:lnTo>
                    <a:pt x="4333212" y="167442"/>
                  </a:lnTo>
                  <a:lnTo>
                    <a:pt x="4422041" y="143802"/>
                  </a:lnTo>
                  <a:lnTo>
                    <a:pt x="4517674" y="122228"/>
                  </a:lnTo>
                  <a:lnTo>
                    <a:pt x="4619716" y="102580"/>
                  </a:lnTo>
                  <a:lnTo>
                    <a:pt x="4727203" y="84781"/>
                  </a:lnTo>
                  <a:lnTo>
                    <a:pt x="4838480" y="68800"/>
                  </a:lnTo>
                  <a:lnTo>
                    <a:pt x="4951129" y="54651"/>
                  </a:lnTo>
                  <a:lnTo>
                    <a:pt x="5062013" y="42369"/>
                  </a:lnTo>
                  <a:lnTo>
                    <a:pt x="5167449" y="31992"/>
                  </a:lnTo>
                  <a:lnTo>
                    <a:pt x="5263567" y="23525"/>
                  </a:lnTo>
                  <a:lnTo>
                    <a:pt x="5346802" y="16924"/>
                  </a:lnTo>
                  <a:lnTo>
                    <a:pt x="5414443" y="12068"/>
                  </a:lnTo>
                  <a:lnTo>
                    <a:pt x="5465114" y="8762"/>
                  </a:lnTo>
                  <a:lnTo>
                    <a:pt x="5499065" y="6740"/>
                  </a:lnTo>
                  <a:lnTo>
                    <a:pt x="5518231" y="5696"/>
                  </a:lnTo>
                  <a:lnTo>
                    <a:pt x="5526087" y="530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63" y="5291"/>
                  </a:lnTo>
                  <a:lnTo>
                    <a:pt x="6530578" y="5653"/>
                  </a:lnTo>
                  <a:lnTo>
                    <a:pt x="6548636" y="6654"/>
                  </a:lnTo>
                  <a:lnTo>
                    <a:pt x="6581221" y="8627"/>
                  </a:lnTo>
                  <a:lnTo>
                    <a:pt x="6630398" y="11890"/>
                  </a:lnTo>
                  <a:lnTo>
                    <a:pt x="6696562" y="16717"/>
                  </a:lnTo>
                  <a:lnTo>
                    <a:pt x="6778469" y="23316"/>
                  </a:lnTo>
                  <a:lnTo>
                    <a:pt x="6873516" y="31816"/>
                  </a:lnTo>
                  <a:lnTo>
                    <a:pt x="6978197" y="42269"/>
                  </a:lnTo>
                  <a:lnTo>
                    <a:pt x="7088658" y="54672"/>
                  </a:lnTo>
                  <a:lnTo>
                    <a:pt x="7201193" y="68990"/>
                  </a:lnTo>
                  <a:lnTo>
                    <a:pt x="7312611" y="85184"/>
                  </a:lnTo>
                  <a:lnTo>
                    <a:pt x="7420435" y="103239"/>
                  </a:lnTo>
                  <a:lnTo>
                    <a:pt x="7522945" y="123179"/>
                  </a:lnTo>
                  <a:lnTo>
                    <a:pt x="7619119" y="145082"/>
                  </a:lnTo>
                  <a:lnTo>
                    <a:pt x="7708516" y="169081"/>
                  </a:lnTo>
                  <a:lnTo>
                    <a:pt x="7791142" y="195372"/>
                  </a:lnTo>
                  <a:lnTo>
                    <a:pt x="7867320" y="224205"/>
                  </a:lnTo>
                  <a:lnTo>
                    <a:pt x="7937582" y="255881"/>
                  </a:lnTo>
                  <a:lnTo>
                    <a:pt x="8002590" y="290742"/>
                  </a:lnTo>
                  <a:lnTo>
                    <a:pt x="8063067" y="329152"/>
                  </a:lnTo>
                  <a:lnTo>
                    <a:pt x="8119753" y="371467"/>
                  </a:lnTo>
                  <a:lnTo>
                    <a:pt x="8173363" y="417986"/>
                  </a:lnTo>
                  <a:lnTo>
                    <a:pt x="8224555" y="468877"/>
                  </a:lnTo>
                  <a:lnTo>
                    <a:pt x="8229629" y="474277"/>
                  </a:lnTo>
                  <a:lnTo>
                    <a:pt x="8273974" y="524231"/>
                  </a:lnTo>
                  <a:lnTo>
                    <a:pt x="8317214" y="577796"/>
                  </a:lnTo>
                  <a:lnTo>
                    <a:pt x="8359646" y="635046"/>
                  </a:lnTo>
                  <a:lnTo>
                    <a:pt x="8401509" y="695996"/>
                  </a:lnTo>
                  <a:lnTo>
                    <a:pt x="8442995" y="760602"/>
                  </a:lnTo>
                  <a:lnTo>
                    <a:pt x="8484255" y="828746"/>
                  </a:lnTo>
                  <a:lnTo>
                    <a:pt x="8525402" y="900243"/>
                  </a:lnTo>
                  <a:lnTo>
                    <a:pt x="8566518" y="974828"/>
                  </a:lnTo>
                  <a:lnTo>
                    <a:pt x="8607657" y="1052167"/>
                  </a:lnTo>
                  <a:lnTo>
                    <a:pt x="8648849" y="1131854"/>
                  </a:lnTo>
                  <a:lnTo>
                    <a:pt x="8690102" y="1213423"/>
                  </a:lnTo>
                  <a:lnTo>
                    <a:pt x="8731410" y="1296355"/>
                  </a:lnTo>
                  <a:lnTo>
                    <a:pt x="8772753" y="1380093"/>
                  </a:lnTo>
                  <a:lnTo>
                    <a:pt x="8814107" y="1464057"/>
                  </a:lnTo>
                  <a:lnTo>
                    <a:pt x="8855445" y="1547659"/>
                  </a:lnTo>
                  <a:lnTo>
                    <a:pt x="8896741" y="1630324"/>
                  </a:lnTo>
                  <a:lnTo>
                    <a:pt x="8937980" y="1711501"/>
                  </a:lnTo>
                  <a:lnTo>
                    <a:pt x="8979158" y="1790684"/>
                  </a:lnTo>
                  <a:lnTo>
                    <a:pt x="9020289" y="1867418"/>
                  </a:lnTo>
                  <a:lnTo>
                    <a:pt x="9061406" y="1941315"/>
                  </a:lnTo>
                  <a:lnTo>
                    <a:pt x="9102571" y="2012055"/>
                  </a:lnTo>
                  <a:lnTo>
                    <a:pt x="9143872" y="2079393"/>
                  </a:lnTo>
                  <a:lnTo>
                    <a:pt x="9185431" y="2143159"/>
                  </a:lnTo>
                  <a:lnTo>
                    <a:pt x="9227407" y="2203254"/>
                  </a:lnTo>
                  <a:lnTo>
                    <a:pt x="9270002" y="2259646"/>
                  </a:lnTo>
                  <a:lnTo>
                    <a:pt x="9313470" y="2312365"/>
                  </a:lnTo>
                  <a:lnTo>
                    <a:pt x="9347647" y="2350424"/>
                  </a:lnTo>
                  <a:lnTo>
                    <a:pt x="9398627" y="2401759"/>
                  </a:lnTo>
                  <a:lnTo>
                    <a:pt x="9451964" y="2448716"/>
                  </a:lnTo>
                  <a:lnTo>
                    <a:pt x="9508306" y="2491445"/>
                  </a:lnTo>
                  <a:lnTo>
                    <a:pt x="9568366" y="2530235"/>
                  </a:lnTo>
                  <a:lnTo>
                    <a:pt x="9632881" y="2565439"/>
                  </a:lnTo>
                  <a:lnTo>
                    <a:pt x="9702579" y="2597422"/>
                  </a:lnTo>
                  <a:lnTo>
                    <a:pt x="9778130" y="2626528"/>
                  </a:lnTo>
                  <a:lnTo>
                    <a:pt x="9860084" y="2653064"/>
                  </a:lnTo>
                  <a:lnTo>
                    <a:pt x="9948789" y="2677286"/>
                  </a:lnTo>
                  <a:lnTo>
                    <a:pt x="10044288" y="2699393"/>
                  </a:lnTo>
                  <a:lnTo>
                    <a:pt x="10146192" y="2719528"/>
                  </a:lnTo>
                  <a:lnTo>
                    <a:pt x="10253543" y="2737772"/>
                  </a:lnTo>
                  <a:lnTo>
                    <a:pt x="10364697" y="2754155"/>
                  </a:lnTo>
                  <a:lnTo>
                    <a:pt x="10477253" y="2768665"/>
                  </a:lnTo>
                  <a:lnTo>
                    <a:pt x="10588087" y="2781264"/>
                  </a:lnTo>
                  <a:lnTo>
                    <a:pt x="10693530" y="2791915"/>
                  </a:lnTo>
                  <a:lnTo>
                    <a:pt x="10789723" y="2800611"/>
                  </a:lnTo>
                  <a:lnTo>
                    <a:pt x="10873099" y="2807398"/>
                  </a:lnTo>
                  <a:lnTo>
                    <a:pt x="10940940" y="2812397"/>
                  </a:lnTo>
                  <a:lnTo>
                    <a:pt x="10991849" y="2815807"/>
                  </a:lnTo>
                  <a:lnTo>
                    <a:pt x="11026048" y="2817896"/>
                  </a:lnTo>
                  <a:lnTo>
                    <a:pt x="11045438" y="2818981"/>
                  </a:lnTo>
                  <a:lnTo>
                    <a:pt x="11053460" y="2819393"/>
                  </a:lnTo>
                  <a:lnTo>
                    <a:pt x="11054891" y="2819461"/>
                  </a:lnTo>
                  <a:lnTo>
                    <a:pt x="12049831" y="2819461"/>
                  </a:lnTo>
                  <a:lnTo>
                    <a:pt x="12049831" y="2814220"/>
                  </a:lnTo>
                  <a:lnTo>
                    <a:pt x="11054891" y="2814220"/>
                  </a:lnTo>
                  <a:lnTo>
                    <a:pt x="11053814" y="2814169"/>
                  </a:lnTo>
                  <a:lnTo>
                    <a:pt x="11046698" y="2813807"/>
                  </a:lnTo>
                  <a:lnTo>
                    <a:pt x="11028641" y="2812806"/>
                  </a:lnTo>
                  <a:lnTo>
                    <a:pt x="10996056" y="2810833"/>
                  </a:lnTo>
                  <a:lnTo>
                    <a:pt x="10946878" y="2807570"/>
                  </a:lnTo>
                  <a:lnTo>
                    <a:pt x="10880715" y="2802743"/>
                  </a:lnTo>
                  <a:lnTo>
                    <a:pt x="10798807" y="2796144"/>
                  </a:lnTo>
                  <a:lnTo>
                    <a:pt x="10703761" y="2787645"/>
                  </a:lnTo>
                  <a:lnTo>
                    <a:pt x="10599080" y="2777191"/>
                  </a:lnTo>
                  <a:lnTo>
                    <a:pt x="10488619" y="2764788"/>
                  </a:lnTo>
                  <a:lnTo>
                    <a:pt x="10376084" y="2750470"/>
                  </a:lnTo>
                  <a:lnTo>
                    <a:pt x="10264665" y="2734276"/>
                  </a:lnTo>
                  <a:lnTo>
                    <a:pt x="10156842" y="2716221"/>
                  </a:lnTo>
                  <a:lnTo>
                    <a:pt x="10054332" y="2696281"/>
                  </a:lnTo>
                  <a:lnTo>
                    <a:pt x="9958158" y="2674378"/>
                  </a:lnTo>
                  <a:lnTo>
                    <a:pt x="9868760" y="2650379"/>
                  </a:lnTo>
                  <a:lnTo>
                    <a:pt x="9786134" y="2624088"/>
                  </a:lnTo>
                  <a:lnTo>
                    <a:pt x="9709957" y="2595255"/>
                  </a:lnTo>
                  <a:lnTo>
                    <a:pt x="9639694" y="2563579"/>
                  </a:lnTo>
                  <a:lnTo>
                    <a:pt x="9574687" y="2528718"/>
                  </a:lnTo>
                  <a:lnTo>
                    <a:pt x="9514210" y="2490308"/>
                  </a:lnTo>
                  <a:lnTo>
                    <a:pt x="9457524" y="2447993"/>
                  </a:lnTo>
                  <a:lnTo>
                    <a:pt x="9403913" y="2401475"/>
                  </a:lnTo>
                  <a:lnTo>
                    <a:pt x="9352722" y="2350583"/>
                  </a:lnTo>
                  <a:lnTo>
                    <a:pt x="9347647" y="2345183"/>
                  </a:lnTo>
                  <a:lnTo>
                    <a:pt x="9303303" y="2295229"/>
                  </a:lnTo>
                  <a:lnTo>
                    <a:pt x="9260063" y="2241664"/>
                  </a:lnTo>
                  <a:lnTo>
                    <a:pt x="9217631" y="2184415"/>
                  </a:lnTo>
                  <a:lnTo>
                    <a:pt x="9175768" y="2123464"/>
                  </a:lnTo>
                  <a:lnTo>
                    <a:pt x="9134282" y="2058859"/>
                  </a:lnTo>
                  <a:lnTo>
                    <a:pt x="9093022" y="1990714"/>
                  </a:lnTo>
                  <a:lnTo>
                    <a:pt x="9051875" y="1919218"/>
                  </a:lnTo>
                  <a:lnTo>
                    <a:pt x="9010759" y="1844632"/>
                  </a:lnTo>
                  <a:lnTo>
                    <a:pt x="8969620" y="1767293"/>
                  </a:lnTo>
                  <a:lnTo>
                    <a:pt x="8928428" y="1687606"/>
                  </a:lnTo>
                  <a:lnTo>
                    <a:pt x="8887175" y="1606037"/>
                  </a:lnTo>
                  <a:lnTo>
                    <a:pt x="8845867" y="1523105"/>
                  </a:lnTo>
                  <a:lnTo>
                    <a:pt x="8804523" y="1439367"/>
                  </a:lnTo>
                  <a:lnTo>
                    <a:pt x="8763169" y="1355403"/>
                  </a:lnTo>
                  <a:lnTo>
                    <a:pt x="8721832" y="1271801"/>
                  </a:lnTo>
                  <a:lnTo>
                    <a:pt x="8680535" y="1189136"/>
                  </a:lnTo>
                  <a:lnTo>
                    <a:pt x="8639296" y="1107959"/>
                  </a:lnTo>
                  <a:lnTo>
                    <a:pt x="8598118" y="1028776"/>
                  </a:lnTo>
                  <a:lnTo>
                    <a:pt x="8556988" y="952042"/>
                  </a:lnTo>
                  <a:lnTo>
                    <a:pt x="8515870" y="878145"/>
                  </a:lnTo>
                  <a:lnTo>
                    <a:pt x="8474705" y="807405"/>
                  </a:lnTo>
                  <a:lnTo>
                    <a:pt x="8433405" y="740067"/>
                  </a:lnTo>
                  <a:lnTo>
                    <a:pt x="8391846" y="676301"/>
                  </a:lnTo>
                  <a:lnTo>
                    <a:pt x="8349870" y="616206"/>
                  </a:lnTo>
                  <a:lnTo>
                    <a:pt x="8307274" y="559814"/>
                  </a:lnTo>
                  <a:lnTo>
                    <a:pt x="8263807" y="507095"/>
                  </a:lnTo>
                  <a:lnTo>
                    <a:pt x="8229629" y="469036"/>
                  </a:lnTo>
                  <a:lnTo>
                    <a:pt x="8178650" y="417701"/>
                  </a:lnTo>
                  <a:lnTo>
                    <a:pt x="8125312" y="370744"/>
                  </a:lnTo>
                  <a:lnTo>
                    <a:pt x="8068970" y="328015"/>
                  </a:lnTo>
                  <a:lnTo>
                    <a:pt x="8008911" y="289225"/>
                  </a:lnTo>
                  <a:lnTo>
                    <a:pt x="7944396" y="254021"/>
                  </a:lnTo>
                  <a:lnTo>
                    <a:pt x="7874697" y="222038"/>
                  </a:lnTo>
                  <a:lnTo>
                    <a:pt x="7799146" y="192932"/>
                  </a:lnTo>
                  <a:lnTo>
                    <a:pt x="7717192" y="166396"/>
                  </a:lnTo>
                  <a:lnTo>
                    <a:pt x="7628487" y="142174"/>
                  </a:lnTo>
                  <a:lnTo>
                    <a:pt x="7532988" y="120067"/>
                  </a:lnTo>
                  <a:lnTo>
                    <a:pt x="7431085" y="99932"/>
                  </a:lnTo>
                  <a:lnTo>
                    <a:pt x="7323733" y="81688"/>
                  </a:lnTo>
                  <a:lnTo>
                    <a:pt x="7212579" y="65305"/>
                  </a:lnTo>
                  <a:lnTo>
                    <a:pt x="7100023" y="50795"/>
                  </a:lnTo>
                  <a:lnTo>
                    <a:pt x="6989190" y="38196"/>
                  </a:lnTo>
                  <a:lnTo>
                    <a:pt x="6883746" y="27545"/>
                  </a:lnTo>
                  <a:lnTo>
                    <a:pt x="6787554" y="18849"/>
                  </a:lnTo>
                  <a:lnTo>
                    <a:pt x="6704177" y="12062"/>
                  </a:lnTo>
                  <a:lnTo>
                    <a:pt x="6636336" y="7063"/>
                  </a:lnTo>
                  <a:lnTo>
                    <a:pt x="6585428" y="3654"/>
                  </a:lnTo>
                  <a:lnTo>
                    <a:pt x="6551228" y="1564"/>
                  </a:lnTo>
                  <a:lnTo>
                    <a:pt x="6531838" y="479"/>
                  </a:lnTo>
                  <a:lnTo>
                    <a:pt x="6523817" y="6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6" y="49"/>
                  </a:lnTo>
                  <a:lnTo>
                    <a:pt x="5519233" y="404"/>
                  </a:lnTo>
                  <a:lnTo>
                    <a:pt x="5501132" y="1383"/>
                  </a:lnTo>
                  <a:lnTo>
                    <a:pt x="5468473" y="3313"/>
                  </a:lnTo>
                  <a:lnTo>
                    <a:pt x="5419190" y="6505"/>
                  </a:lnTo>
                  <a:lnTo>
                    <a:pt x="5352894" y="11227"/>
                  </a:lnTo>
                  <a:lnTo>
                    <a:pt x="5270837" y="17681"/>
                  </a:lnTo>
                  <a:lnTo>
                    <a:pt x="5175639" y="25994"/>
                  </a:lnTo>
                  <a:lnTo>
                    <a:pt x="5070815" y="36216"/>
                  </a:lnTo>
                  <a:lnTo>
                    <a:pt x="4960230" y="48344"/>
                  </a:lnTo>
                  <a:lnTo>
                    <a:pt x="4847598" y="62344"/>
                  </a:lnTo>
                  <a:lnTo>
                    <a:pt x="4736110" y="78177"/>
                  </a:lnTo>
                  <a:lnTo>
                    <a:pt x="4628244" y="95829"/>
                  </a:lnTo>
                  <a:lnTo>
                    <a:pt x="4525716" y="115324"/>
                  </a:lnTo>
                  <a:lnTo>
                    <a:pt x="4429542" y="136738"/>
                  </a:lnTo>
                  <a:lnTo>
                    <a:pt x="4340158" y="160204"/>
                  </a:lnTo>
                  <a:lnTo>
                    <a:pt x="4257555" y="185913"/>
                  </a:lnTo>
                  <a:lnTo>
                    <a:pt x="4181405" y="214110"/>
                  </a:lnTo>
                  <a:lnTo>
                    <a:pt x="4111170" y="245091"/>
                  </a:lnTo>
                  <a:lnTo>
                    <a:pt x="4046188" y="279191"/>
                  </a:lnTo>
                  <a:lnTo>
                    <a:pt x="3985732" y="316765"/>
                  </a:lnTo>
                  <a:lnTo>
                    <a:pt x="3929060" y="358162"/>
                  </a:lnTo>
                  <a:lnTo>
                    <a:pt x="3875456" y="403673"/>
                  </a:lnTo>
                  <a:lnTo>
                    <a:pt x="3824263" y="453459"/>
                  </a:lnTo>
                  <a:lnTo>
                    <a:pt x="3820202" y="457682"/>
                  </a:lnTo>
                  <a:lnTo>
                    <a:pt x="3775462" y="506882"/>
                  </a:lnTo>
                  <a:lnTo>
                    <a:pt x="3731845" y="559671"/>
                  </a:lnTo>
                  <a:lnTo>
                    <a:pt x="3689045" y="616121"/>
                  </a:lnTo>
                  <a:lnTo>
                    <a:pt x="3646819" y="676247"/>
                  </a:lnTo>
                  <a:lnTo>
                    <a:pt x="3604970" y="740002"/>
                  </a:lnTo>
                  <a:lnTo>
                    <a:pt x="3563346" y="807266"/>
                  </a:lnTo>
                  <a:lnTo>
                    <a:pt x="3521832" y="877847"/>
                  </a:lnTo>
                  <a:lnTo>
                    <a:pt x="3480344" y="951478"/>
                  </a:lnTo>
                  <a:lnTo>
                    <a:pt x="3438830" y="1027817"/>
                  </a:lnTo>
                  <a:lnTo>
                    <a:pt x="3397262" y="1106455"/>
                  </a:lnTo>
                  <a:lnTo>
                    <a:pt x="3355631" y="1186917"/>
                  </a:lnTo>
                  <a:lnTo>
                    <a:pt x="3313945" y="1268679"/>
                  </a:lnTo>
                  <a:lnTo>
                    <a:pt x="3272226" y="1351181"/>
                  </a:lnTo>
                  <a:lnTo>
                    <a:pt x="3230499" y="1433838"/>
                  </a:lnTo>
                  <a:lnTo>
                    <a:pt x="3188793" y="1516063"/>
                  </a:lnTo>
                  <a:lnTo>
                    <a:pt x="3147131" y="1597281"/>
                  </a:lnTo>
                  <a:lnTo>
                    <a:pt x="3105529" y="1676946"/>
                  </a:lnTo>
                  <a:lnTo>
                    <a:pt x="3063989" y="1754556"/>
                  </a:lnTo>
                  <a:lnTo>
                    <a:pt x="3022492" y="1829667"/>
                  </a:lnTo>
                  <a:lnTo>
                    <a:pt x="2981000" y="1901899"/>
                  </a:lnTo>
                  <a:lnTo>
                    <a:pt x="2939447" y="1970945"/>
                  </a:lnTo>
                  <a:lnTo>
                    <a:pt x="2897733" y="2036575"/>
                  </a:lnTo>
                  <a:lnTo>
                    <a:pt x="2855728" y="2098630"/>
                  </a:lnTo>
                  <a:lnTo>
                    <a:pt x="2813259" y="2157027"/>
                  </a:lnTo>
                  <a:lnTo>
                    <a:pt x="2770108" y="2211746"/>
                  </a:lnTo>
                  <a:lnTo>
                    <a:pt x="2726004" y="2262832"/>
                  </a:lnTo>
                  <a:lnTo>
                    <a:pt x="2702183" y="2288410"/>
                  </a:lnTo>
                  <a:lnTo>
                    <a:pt x="2651160" y="2338543"/>
                  </a:lnTo>
                  <a:lnTo>
                    <a:pt x="2597775" y="2384396"/>
                  </a:lnTo>
                  <a:lnTo>
                    <a:pt x="2541378" y="2426117"/>
                  </a:lnTo>
                  <a:lnTo>
                    <a:pt x="2481256" y="2463989"/>
                  </a:lnTo>
                  <a:lnTo>
                    <a:pt x="2416668" y="2498357"/>
                  </a:lnTo>
                  <a:lnTo>
                    <a:pt x="2346886" y="2529578"/>
                  </a:lnTo>
                  <a:lnTo>
                    <a:pt x="2271237" y="2557989"/>
                  </a:lnTo>
                  <a:lnTo>
                    <a:pt x="2189173" y="2583889"/>
                  </a:lnTo>
                  <a:lnTo>
                    <a:pt x="2100344" y="2607529"/>
                  </a:lnTo>
                  <a:lnTo>
                    <a:pt x="2004711" y="2629104"/>
                  </a:lnTo>
                  <a:lnTo>
                    <a:pt x="1902669" y="2648752"/>
                  </a:lnTo>
                  <a:lnTo>
                    <a:pt x="1795182" y="2666551"/>
                  </a:lnTo>
                  <a:lnTo>
                    <a:pt x="1683905" y="2682532"/>
                  </a:lnTo>
                  <a:lnTo>
                    <a:pt x="1571256" y="2696681"/>
                  </a:lnTo>
                  <a:lnTo>
                    <a:pt x="1460372" y="2708963"/>
                  </a:lnTo>
                  <a:lnTo>
                    <a:pt x="1354936" y="2719340"/>
                  </a:lnTo>
                  <a:lnTo>
                    <a:pt x="1258818" y="2727806"/>
                  </a:lnTo>
                  <a:lnTo>
                    <a:pt x="1175583" y="2734408"/>
                  </a:lnTo>
                  <a:lnTo>
                    <a:pt x="1107942" y="2739264"/>
                  </a:lnTo>
                  <a:lnTo>
                    <a:pt x="1057271" y="2742570"/>
                  </a:lnTo>
                  <a:lnTo>
                    <a:pt x="1023320" y="2744592"/>
                  </a:lnTo>
                  <a:lnTo>
                    <a:pt x="1004154" y="2745636"/>
                  </a:lnTo>
                  <a:lnTo>
                    <a:pt x="996298" y="2746029"/>
                  </a:lnTo>
                  <a:lnTo>
                    <a:pt x="994940" y="2746092"/>
                  </a:lnTo>
                  <a:lnTo>
                    <a:pt x="0" y="2746092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597" name="pl1596"/>
            <p:cNvSpPr/>
            <p:nvPr/>
          </p:nvSpPr>
          <p:spPr>
            <a:xfrm>
              <a:off x="1199187" y="2704002"/>
              <a:ext cx="12049831" cy="2814220"/>
            </a:xfrm>
            <a:custGeom>
              <a:avLst/>
              <a:pathLst>
                <a:path w="12049831" h="2814220">
                  <a:moveTo>
                    <a:pt x="0" y="2746092"/>
                  </a:moveTo>
                  <a:lnTo>
                    <a:pt x="994940" y="2746092"/>
                  </a:lnTo>
                  <a:lnTo>
                    <a:pt x="996019" y="2746042"/>
                  </a:lnTo>
                  <a:lnTo>
                    <a:pt x="1003152" y="2745688"/>
                  </a:lnTo>
                  <a:lnTo>
                    <a:pt x="1021253" y="2744708"/>
                  </a:lnTo>
                  <a:lnTo>
                    <a:pt x="1053912" y="2742778"/>
                  </a:lnTo>
                  <a:lnTo>
                    <a:pt x="1103195" y="2739586"/>
                  </a:lnTo>
                  <a:lnTo>
                    <a:pt x="1169491" y="2734864"/>
                  </a:lnTo>
                  <a:lnTo>
                    <a:pt x="1251548" y="2728410"/>
                  </a:lnTo>
                  <a:lnTo>
                    <a:pt x="1346746" y="2720097"/>
                  </a:lnTo>
                  <a:lnTo>
                    <a:pt x="1451570" y="2709875"/>
                  </a:lnTo>
                  <a:lnTo>
                    <a:pt x="1562155" y="2697747"/>
                  </a:lnTo>
                  <a:lnTo>
                    <a:pt x="1674787" y="2683748"/>
                  </a:lnTo>
                  <a:lnTo>
                    <a:pt x="1786275" y="2667914"/>
                  </a:lnTo>
                  <a:lnTo>
                    <a:pt x="1894141" y="2650263"/>
                  </a:lnTo>
                  <a:lnTo>
                    <a:pt x="1996669" y="2630767"/>
                  </a:lnTo>
                  <a:lnTo>
                    <a:pt x="2092843" y="2609353"/>
                  </a:lnTo>
                  <a:lnTo>
                    <a:pt x="2182227" y="2585887"/>
                  </a:lnTo>
                  <a:lnTo>
                    <a:pt x="2264830" y="2560178"/>
                  </a:lnTo>
                  <a:lnTo>
                    <a:pt x="2340980" y="2531982"/>
                  </a:lnTo>
                  <a:lnTo>
                    <a:pt x="2411215" y="2501000"/>
                  </a:lnTo>
                  <a:lnTo>
                    <a:pt x="2476197" y="2466901"/>
                  </a:lnTo>
                  <a:lnTo>
                    <a:pt x="2536653" y="2429326"/>
                  </a:lnTo>
                  <a:lnTo>
                    <a:pt x="2593324" y="2387929"/>
                  </a:lnTo>
                  <a:lnTo>
                    <a:pt x="2646929" y="2342418"/>
                  </a:lnTo>
                  <a:lnTo>
                    <a:pt x="2698122" y="2292633"/>
                  </a:lnTo>
                  <a:lnTo>
                    <a:pt x="2702183" y="2288410"/>
                  </a:lnTo>
                  <a:lnTo>
                    <a:pt x="2746923" y="2239209"/>
                  </a:lnTo>
                  <a:lnTo>
                    <a:pt x="2790540" y="2186420"/>
                  </a:lnTo>
                  <a:lnTo>
                    <a:pt x="2833340" y="2129970"/>
                  </a:lnTo>
                  <a:lnTo>
                    <a:pt x="2875566" y="2069844"/>
                  </a:lnTo>
                  <a:lnTo>
                    <a:pt x="2917415" y="2006089"/>
                  </a:lnTo>
                  <a:lnTo>
                    <a:pt x="2959039" y="1938826"/>
                  </a:lnTo>
                  <a:lnTo>
                    <a:pt x="3000553" y="1868245"/>
                  </a:lnTo>
                  <a:lnTo>
                    <a:pt x="3042041" y="1794614"/>
                  </a:lnTo>
                  <a:lnTo>
                    <a:pt x="3083555" y="1718274"/>
                  </a:lnTo>
                  <a:lnTo>
                    <a:pt x="3125123" y="1639637"/>
                  </a:lnTo>
                  <a:lnTo>
                    <a:pt x="3166754" y="1559175"/>
                  </a:lnTo>
                  <a:lnTo>
                    <a:pt x="3208440" y="1477412"/>
                  </a:lnTo>
                  <a:lnTo>
                    <a:pt x="3250159" y="1394910"/>
                  </a:lnTo>
                  <a:lnTo>
                    <a:pt x="3291886" y="1312253"/>
                  </a:lnTo>
                  <a:lnTo>
                    <a:pt x="3333592" y="1230028"/>
                  </a:lnTo>
                  <a:lnTo>
                    <a:pt x="3375254" y="1148810"/>
                  </a:lnTo>
                  <a:lnTo>
                    <a:pt x="3416856" y="1069145"/>
                  </a:lnTo>
                  <a:lnTo>
                    <a:pt x="3458396" y="991535"/>
                  </a:lnTo>
                  <a:lnTo>
                    <a:pt x="3499893" y="916425"/>
                  </a:lnTo>
                  <a:lnTo>
                    <a:pt x="3541385" y="844193"/>
                  </a:lnTo>
                  <a:lnTo>
                    <a:pt x="3582938" y="775146"/>
                  </a:lnTo>
                  <a:lnTo>
                    <a:pt x="3624652" y="709516"/>
                  </a:lnTo>
                  <a:lnTo>
                    <a:pt x="3666657" y="647461"/>
                  </a:lnTo>
                  <a:lnTo>
                    <a:pt x="3709126" y="589065"/>
                  </a:lnTo>
                  <a:lnTo>
                    <a:pt x="3752277" y="534345"/>
                  </a:lnTo>
                  <a:lnTo>
                    <a:pt x="3796381" y="483260"/>
                  </a:lnTo>
                  <a:lnTo>
                    <a:pt x="3820202" y="457682"/>
                  </a:lnTo>
                  <a:lnTo>
                    <a:pt x="3871225" y="407548"/>
                  </a:lnTo>
                  <a:lnTo>
                    <a:pt x="3924610" y="361695"/>
                  </a:lnTo>
                  <a:lnTo>
                    <a:pt x="3981007" y="319974"/>
                  </a:lnTo>
                  <a:lnTo>
                    <a:pt x="4041129" y="282102"/>
                  </a:lnTo>
                  <a:lnTo>
                    <a:pt x="4105717" y="247734"/>
                  </a:lnTo>
                  <a:lnTo>
                    <a:pt x="4175499" y="216513"/>
                  </a:lnTo>
                  <a:lnTo>
                    <a:pt x="4251148" y="188102"/>
                  </a:lnTo>
                  <a:lnTo>
                    <a:pt x="4333212" y="162202"/>
                  </a:lnTo>
                  <a:lnTo>
                    <a:pt x="4422041" y="138562"/>
                  </a:lnTo>
                  <a:lnTo>
                    <a:pt x="4517674" y="116987"/>
                  </a:lnTo>
                  <a:lnTo>
                    <a:pt x="4619716" y="97340"/>
                  </a:lnTo>
                  <a:lnTo>
                    <a:pt x="4727203" y="79540"/>
                  </a:lnTo>
                  <a:lnTo>
                    <a:pt x="4838480" y="63559"/>
                  </a:lnTo>
                  <a:lnTo>
                    <a:pt x="4951129" y="49410"/>
                  </a:lnTo>
                  <a:lnTo>
                    <a:pt x="5062013" y="37129"/>
                  </a:lnTo>
                  <a:lnTo>
                    <a:pt x="5167449" y="26751"/>
                  </a:lnTo>
                  <a:lnTo>
                    <a:pt x="5263567" y="18285"/>
                  </a:lnTo>
                  <a:lnTo>
                    <a:pt x="5346802" y="11683"/>
                  </a:lnTo>
                  <a:lnTo>
                    <a:pt x="5414443" y="6828"/>
                  </a:lnTo>
                  <a:lnTo>
                    <a:pt x="5465114" y="3521"/>
                  </a:lnTo>
                  <a:lnTo>
                    <a:pt x="5499065" y="1500"/>
                  </a:lnTo>
                  <a:lnTo>
                    <a:pt x="5518231" y="455"/>
                  </a:lnTo>
                  <a:lnTo>
                    <a:pt x="5526087" y="62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63" y="50"/>
                  </a:lnTo>
                  <a:lnTo>
                    <a:pt x="6530578" y="413"/>
                  </a:lnTo>
                  <a:lnTo>
                    <a:pt x="6548636" y="1414"/>
                  </a:lnTo>
                  <a:lnTo>
                    <a:pt x="6581221" y="3387"/>
                  </a:lnTo>
                  <a:lnTo>
                    <a:pt x="6630398" y="6650"/>
                  </a:lnTo>
                  <a:lnTo>
                    <a:pt x="6696562" y="11477"/>
                  </a:lnTo>
                  <a:lnTo>
                    <a:pt x="6778469" y="18076"/>
                  </a:lnTo>
                  <a:lnTo>
                    <a:pt x="6873516" y="26575"/>
                  </a:lnTo>
                  <a:lnTo>
                    <a:pt x="6978197" y="37028"/>
                  </a:lnTo>
                  <a:lnTo>
                    <a:pt x="7088658" y="49431"/>
                  </a:lnTo>
                  <a:lnTo>
                    <a:pt x="7201193" y="63749"/>
                  </a:lnTo>
                  <a:lnTo>
                    <a:pt x="7312611" y="79943"/>
                  </a:lnTo>
                  <a:lnTo>
                    <a:pt x="7420435" y="97998"/>
                  </a:lnTo>
                  <a:lnTo>
                    <a:pt x="7522945" y="117939"/>
                  </a:lnTo>
                  <a:lnTo>
                    <a:pt x="7619119" y="139841"/>
                  </a:lnTo>
                  <a:lnTo>
                    <a:pt x="7708516" y="163841"/>
                  </a:lnTo>
                  <a:lnTo>
                    <a:pt x="7791142" y="190131"/>
                  </a:lnTo>
                  <a:lnTo>
                    <a:pt x="7867320" y="218964"/>
                  </a:lnTo>
                  <a:lnTo>
                    <a:pt x="7937582" y="250640"/>
                  </a:lnTo>
                  <a:lnTo>
                    <a:pt x="8002590" y="285502"/>
                  </a:lnTo>
                  <a:lnTo>
                    <a:pt x="8063067" y="323912"/>
                  </a:lnTo>
                  <a:lnTo>
                    <a:pt x="8119753" y="366226"/>
                  </a:lnTo>
                  <a:lnTo>
                    <a:pt x="8173363" y="412745"/>
                  </a:lnTo>
                  <a:lnTo>
                    <a:pt x="8224555" y="463636"/>
                  </a:lnTo>
                  <a:lnTo>
                    <a:pt x="8229629" y="469036"/>
                  </a:lnTo>
                  <a:lnTo>
                    <a:pt x="8273974" y="518990"/>
                  </a:lnTo>
                  <a:lnTo>
                    <a:pt x="8317214" y="572555"/>
                  </a:lnTo>
                  <a:lnTo>
                    <a:pt x="8359646" y="629805"/>
                  </a:lnTo>
                  <a:lnTo>
                    <a:pt x="8401509" y="690756"/>
                  </a:lnTo>
                  <a:lnTo>
                    <a:pt x="8442995" y="755361"/>
                  </a:lnTo>
                  <a:lnTo>
                    <a:pt x="8484255" y="823506"/>
                  </a:lnTo>
                  <a:lnTo>
                    <a:pt x="8525402" y="895002"/>
                  </a:lnTo>
                  <a:lnTo>
                    <a:pt x="8566518" y="969587"/>
                  </a:lnTo>
                  <a:lnTo>
                    <a:pt x="8607657" y="1046926"/>
                  </a:lnTo>
                  <a:lnTo>
                    <a:pt x="8648849" y="1126614"/>
                  </a:lnTo>
                  <a:lnTo>
                    <a:pt x="8690102" y="1208183"/>
                  </a:lnTo>
                  <a:lnTo>
                    <a:pt x="8731410" y="1291115"/>
                  </a:lnTo>
                  <a:lnTo>
                    <a:pt x="8772753" y="1374853"/>
                  </a:lnTo>
                  <a:lnTo>
                    <a:pt x="8814107" y="1458816"/>
                  </a:lnTo>
                  <a:lnTo>
                    <a:pt x="8855445" y="1542419"/>
                  </a:lnTo>
                  <a:lnTo>
                    <a:pt x="8896741" y="1625083"/>
                  </a:lnTo>
                  <a:lnTo>
                    <a:pt x="8937980" y="1706261"/>
                  </a:lnTo>
                  <a:lnTo>
                    <a:pt x="8979158" y="1785443"/>
                  </a:lnTo>
                  <a:lnTo>
                    <a:pt x="9020289" y="1862177"/>
                  </a:lnTo>
                  <a:lnTo>
                    <a:pt x="9061406" y="1936074"/>
                  </a:lnTo>
                  <a:lnTo>
                    <a:pt x="9102571" y="2006814"/>
                  </a:lnTo>
                  <a:lnTo>
                    <a:pt x="9143872" y="2074153"/>
                  </a:lnTo>
                  <a:lnTo>
                    <a:pt x="9185431" y="2137919"/>
                  </a:lnTo>
                  <a:lnTo>
                    <a:pt x="9227407" y="2198013"/>
                  </a:lnTo>
                  <a:lnTo>
                    <a:pt x="9270002" y="2254405"/>
                  </a:lnTo>
                  <a:lnTo>
                    <a:pt x="9313470" y="2307125"/>
                  </a:lnTo>
                  <a:lnTo>
                    <a:pt x="9347647" y="2345183"/>
                  </a:lnTo>
                  <a:lnTo>
                    <a:pt x="9398627" y="2396519"/>
                  </a:lnTo>
                  <a:lnTo>
                    <a:pt x="9451964" y="2443476"/>
                  </a:lnTo>
                  <a:lnTo>
                    <a:pt x="9508306" y="2486204"/>
                  </a:lnTo>
                  <a:lnTo>
                    <a:pt x="9568366" y="2524994"/>
                  </a:lnTo>
                  <a:lnTo>
                    <a:pt x="9632881" y="2560198"/>
                  </a:lnTo>
                  <a:lnTo>
                    <a:pt x="9702579" y="2592181"/>
                  </a:lnTo>
                  <a:lnTo>
                    <a:pt x="9778130" y="2621287"/>
                  </a:lnTo>
                  <a:lnTo>
                    <a:pt x="9860084" y="2647823"/>
                  </a:lnTo>
                  <a:lnTo>
                    <a:pt x="9948789" y="2672045"/>
                  </a:lnTo>
                  <a:lnTo>
                    <a:pt x="10044288" y="2694153"/>
                  </a:lnTo>
                  <a:lnTo>
                    <a:pt x="10146192" y="2714288"/>
                  </a:lnTo>
                  <a:lnTo>
                    <a:pt x="10253543" y="2732532"/>
                  </a:lnTo>
                  <a:lnTo>
                    <a:pt x="10364697" y="2748915"/>
                  </a:lnTo>
                  <a:lnTo>
                    <a:pt x="10477253" y="2763424"/>
                  </a:lnTo>
                  <a:lnTo>
                    <a:pt x="10588087" y="2776023"/>
                  </a:lnTo>
                  <a:lnTo>
                    <a:pt x="10693530" y="2786675"/>
                  </a:lnTo>
                  <a:lnTo>
                    <a:pt x="10789723" y="2795371"/>
                  </a:lnTo>
                  <a:lnTo>
                    <a:pt x="10873099" y="2802158"/>
                  </a:lnTo>
                  <a:lnTo>
                    <a:pt x="10940940" y="2807156"/>
                  </a:lnTo>
                  <a:lnTo>
                    <a:pt x="10991849" y="2810566"/>
                  </a:lnTo>
                  <a:lnTo>
                    <a:pt x="11026048" y="2812656"/>
                  </a:lnTo>
                  <a:lnTo>
                    <a:pt x="11045438" y="2813740"/>
                  </a:lnTo>
                  <a:lnTo>
                    <a:pt x="11053460" y="2814152"/>
                  </a:lnTo>
                  <a:lnTo>
                    <a:pt x="11054890" y="2814220"/>
                  </a:lnTo>
                  <a:lnTo>
                    <a:pt x="11054891" y="2814220"/>
                  </a:lnTo>
                  <a:lnTo>
                    <a:pt x="12049831" y="2814220"/>
                  </a:lnTo>
                  <a:lnTo>
                    <a:pt x="12049831" y="28142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8" name="pl1597"/>
            <p:cNvSpPr/>
            <p:nvPr/>
          </p:nvSpPr>
          <p:spPr>
            <a:xfrm>
              <a:off x="1199187" y="2698762"/>
              <a:ext cx="12049831" cy="2814220"/>
            </a:xfrm>
            <a:custGeom>
              <a:avLst/>
              <a:pathLst>
                <a:path w="12049831" h="2814220">
                  <a:moveTo>
                    <a:pt x="12049831" y="2814220"/>
                  </a:moveTo>
                  <a:lnTo>
                    <a:pt x="11054891" y="2814220"/>
                  </a:lnTo>
                  <a:lnTo>
                    <a:pt x="11053814" y="2814169"/>
                  </a:lnTo>
                  <a:lnTo>
                    <a:pt x="11046698" y="2813807"/>
                  </a:lnTo>
                  <a:lnTo>
                    <a:pt x="11028641" y="2812806"/>
                  </a:lnTo>
                  <a:lnTo>
                    <a:pt x="10996056" y="2810833"/>
                  </a:lnTo>
                  <a:lnTo>
                    <a:pt x="10946878" y="2807570"/>
                  </a:lnTo>
                  <a:lnTo>
                    <a:pt x="10880715" y="2802743"/>
                  </a:lnTo>
                  <a:lnTo>
                    <a:pt x="10798807" y="2796144"/>
                  </a:lnTo>
                  <a:lnTo>
                    <a:pt x="10703761" y="2787645"/>
                  </a:lnTo>
                  <a:lnTo>
                    <a:pt x="10599080" y="2777191"/>
                  </a:lnTo>
                  <a:lnTo>
                    <a:pt x="10488619" y="2764788"/>
                  </a:lnTo>
                  <a:lnTo>
                    <a:pt x="10376084" y="2750470"/>
                  </a:lnTo>
                  <a:lnTo>
                    <a:pt x="10264665" y="2734276"/>
                  </a:lnTo>
                  <a:lnTo>
                    <a:pt x="10156842" y="2716221"/>
                  </a:lnTo>
                  <a:lnTo>
                    <a:pt x="10054332" y="2696281"/>
                  </a:lnTo>
                  <a:lnTo>
                    <a:pt x="9958158" y="2674378"/>
                  </a:lnTo>
                  <a:lnTo>
                    <a:pt x="9868760" y="2650379"/>
                  </a:lnTo>
                  <a:lnTo>
                    <a:pt x="9786134" y="2624088"/>
                  </a:lnTo>
                  <a:lnTo>
                    <a:pt x="9709957" y="2595255"/>
                  </a:lnTo>
                  <a:lnTo>
                    <a:pt x="9639694" y="2563579"/>
                  </a:lnTo>
                  <a:lnTo>
                    <a:pt x="9574687" y="2528718"/>
                  </a:lnTo>
                  <a:lnTo>
                    <a:pt x="9514210" y="2490308"/>
                  </a:lnTo>
                  <a:lnTo>
                    <a:pt x="9457524" y="2447993"/>
                  </a:lnTo>
                  <a:lnTo>
                    <a:pt x="9403913" y="2401475"/>
                  </a:lnTo>
                  <a:lnTo>
                    <a:pt x="9352722" y="2350583"/>
                  </a:lnTo>
                  <a:lnTo>
                    <a:pt x="9347647" y="2345183"/>
                  </a:lnTo>
                  <a:lnTo>
                    <a:pt x="9303303" y="2295229"/>
                  </a:lnTo>
                  <a:lnTo>
                    <a:pt x="9260063" y="2241664"/>
                  </a:lnTo>
                  <a:lnTo>
                    <a:pt x="9217631" y="2184415"/>
                  </a:lnTo>
                  <a:lnTo>
                    <a:pt x="9175768" y="2123464"/>
                  </a:lnTo>
                  <a:lnTo>
                    <a:pt x="9134282" y="2058859"/>
                  </a:lnTo>
                  <a:lnTo>
                    <a:pt x="9093022" y="1990714"/>
                  </a:lnTo>
                  <a:lnTo>
                    <a:pt x="9051875" y="1919218"/>
                  </a:lnTo>
                  <a:lnTo>
                    <a:pt x="9010759" y="1844632"/>
                  </a:lnTo>
                  <a:lnTo>
                    <a:pt x="8969620" y="1767293"/>
                  </a:lnTo>
                  <a:lnTo>
                    <a:pt x="8928428" y="1687606"/>
                  </a:lnTo>
                  <a:lnTo>
                    <a:pt x="8887175" y="1606037"/>
                  </a:lnTo>
                  <a:lnTo>
                    <a:pt x="8845867" y="1523105"/>
                  </a:lnTo>
                  <a:lnTo>
                    <a:pt x="8804523" y="1439367"/>
                  </a:lnTo>
                  <a:lnTo>
                    <a:pt x="8763169" y="1355403"/>
                  </a:lnTo>
                  <a:lnTo>
                    <a:pt x="8721832" y="1271801"/>
                  </a:lnTo>
                  <a:lnTo>
                    <a:pt x="8680535" y="1189136"/>
                  </a:lnTo>
                  <a:lnTo>
                    <a:pt x="8639296" y="1107959"/>
                  </a:lnTo>
                  <a:lnTo>
                    <a:pt x="8598118" y="1028776"/>
                  </a:lnTo>
                  <a:lnTo>
                    <a:pt x="8556988" y="952042"/>
                  </a:lnTo>
                  <a:lnTo>
                    <a:pt x="8515870" y="878145"/>
                  </a:lnTo>
                  <a:lnTo>
                    <a:pt x="8474705" y="807405"/>
                  </a:lnTo>
                  <a:lnTo>
                    <a:pt x="8433405" y="740067"/>
                  </a:lnTo>
                  <a:lnTo>
                    <a:pt x="8391846" y="676301"/>
                  </a:lnTo>
                  <a:lnTo>
                    <a:pt x="8349870" y="616206"/>
                  </a:lnTo>
                  <a:lnTo>
                    <a:pt x="8307274" y="559814"/>
                  </a:lnTo>
                  <a:lnTo>
                    <a:pt x="8263807" y="507095"/>
                  </a:lnTo>
                  <a:lnTo>
                    <a:pt x="8229629" y="469036"/>
                  </a:lnTo>
                  <a:lnTo>
                    <a:pt x="8178650" y="417701"/>
                  </a:lnTo>
                  <a:lnTo>
                    <a:pt x="8125312" y="370744"/>
                  </a:lnTo>
                  <a:lnTo>
                    <a:pt x="8068970" y="328015"/>
                  </a:lnTo>
                  <a:lnTo>
                    <a:pt x="8008911" y="289225"/>
                  </a:lnTo>
                  <a:lnTo>
                    <a:pt x="7944396" y="254021"/>
                  </a:lnTo>
                  <a:lnTo>
                    <a:pt x="7874697" y="222038"/>
                  </a:lnTo>
                  <a:lnTo>
                    <a:pt x="7799146" y="192932"/>
                  </a:lnTo>
                  <a:lnTo>
                    <a:pt x="7717192" y="166396"/>
                  </a:lnTo>
                  <a:lnTo>
                    <a:pt x="7628487" y="142174"/>
                  </a:lnTo>
                  <a:lnTo>
                    <a:pt x="7532988" y="120067"/>
                  </a:lnTo>
                  <a:lnTo>
                    <a:pt x="7431085" y="99932"/>
                  </a:lnTo>
                  <a:lnTo>
                    <a:pt x="7323733" y="81688"/>
                  </a:lnTo>
                  <a:lnTo>
                    <a:pt x="7212579" y="65305"/>
                  </a:lnTo>
                  <a:lnTo>
                    <a:pt x="7100023" y="50795"/>
                  </a:lnTo>
                  <a:lnTo>
                    <a:pt x="6989190" y="38196"/>
                  </a:lnTo>
                  <a:lnTo>
                    <a:pt x="6883746" y="27545"/>
                  </a:lnTo>
                  <a:lnTo>
                    <a:pt x="6787554" y="18849"/>
                  </a:lnTo>
                  <a:lnTo>
                    <a:pt x="6704177" y="12062"/>
                  </a:lnTo>
                  <a:lnTo>
                    <a:pt x="6636336" y="7063"/>
                  </a:lnTo>
                  <a:lnTo>
                    <a:pt x="6585428" y="3654"/>
                  </a:lnTo>
                  <a:lnTo>
                    <a:pt x="6551228" y="1564"/>
                  </a:lnTo>
                  <a:lnTo>
                    <a:pt x="6531838" y="479"/>
                  </a:lnTo>
                  <a:lnTo>
                    <a:pt x="6523817" y="68"/>
                  </a:lnTo>
                  <a:lnTo>
                    <a:pt x="6522387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6" y="49"/>
                  </a:lnTo>
                  <a:lnTo>
                    <a:pt x="5519233" y="404"/>
                  </a:lnTo>
                  <a:lnTo>
                    <a:pt x="5501132" y="1383"/>
                  </a:lnTo>
                  <a:lnTo>
                    <a:pt x="5468473" y="3313"/>
                  </a:lnTo>
                  <a:lnTo>
                    <a:pt x="5419190" y="6505"/>
                  </a:lnTo>
                  <a:lnTo>
                    <a:pt x="5352894" y="11227"/>
                  </a:lnTo>
                  <a:lnTo>
                    <a:pt x="5270837" y="17681"/>
                  </a:lnTo>
                  <a:lnTo>
                    <a:pt x="5175639" y="25994"/>
                  </a:lnTo>
                  <a:lnTo>
                    <a:pt x="5070815" y="36216"/>
                  </a:lnTo>
                  <a:lnTo>
                    <a:pt x="4960230" y="48344"/>
                  </a:lnTo>
                  <a:lnTo>
                    <a:pt x="4847598" y="62344"/>
                  </a:lnTo>
                  <a:lnTo>
                    <a:pt x="4736110" y="78177"/>
                  </a:lnTo>
                  <a:lnTo>
                    <a:pt x="4628244" y="95829"/>
                  </a:lnTo>
                  <a:lnTo>
                    <a:pt x="4525716" y="115324"/>
                  </a:lnTo>
                  <a:lnTo>
                    <a:pt x="4429542" y="136738"/>
                  </a:lnTo>
                  <a:lnTo>
                    <a:pt x="4340158" y="160204"/>
                  </a:lnTo>
                  <a:lnTo>
                    <a:pt x="4257555" y="185913"/>
                  </a:lnTo>
                  <a:lnTo>
                    <a:pt x="4181405" y="214110"/>
                  </a:lnTo>
                  <a:lnTo>
                    <a:pt x="4111170" y="245091"/>
                  </a:lnTo>
                  <a:lnTo>
                    <a:pt x="4046188" y="279191"/>
                  </a:lnTo>
                  <a:lnTo>
                    <a:pt x="3985732" y="316765"/>
                  </a:lnTo>
                  <a:lnTo>
                    <a:pt x="3929060" y="358162"/>
                  </a:lnTo>
                  <a:lnTo>
                    <a:pt x="3875456" y="403673"/>
                  </a:lnTo>
                  <a:lnTo>
                    <a:pt x="3824263" y="453459"/>
                  </a:lnTo>
                  <a:lnTo>
                    <a:pt x="3820202" y="457682"/>
                  </a:lnTo>
                  <a:lnTo>
                    <a:pt x="3775462" y="506882"/>
                  </a:lnTo>
                  <a:lnTo>
                    <a:pt x="3731845" y="559671"/>
                  </a:lnTo>
                  <a:lnTo>
                    <a:pt x="3689045" y="616121"/>
                  </a:lnTo>
                  <a:lnTo>
                    <a:pt x="3646819" y="676247"/>
                  </a:lnTo>
                  <a:lnTo>
                    <a:pt x="3604970" y="740002"/>
                  </a:lnTo>
                  <a:lnTo>
                    <a:pt x="3563346" y="807266"/>
                  </a:lnTo>
                  <a:lnTo>
                    <a:pt x="3521832" y="877847"/>
                  </a:lnTo>
                  <a:lnTo>
                    <a:pt x="3480344" y="951478"/>
                  </a:lnTo>
                  <a:lnTo>
                    <a:pt x="3438830" y="1027817"/>
                  </a:lnTo>
                  <a:lnTo>
                    <a:pt x="3397262" y="1106455"/>
                  </a:lnTo>
                  <a:lnTo>
                    <a:pt x="3355631" y="1186917"/>
                  </a:lnTo>
                  <a:lnTo>
                    <a:pt x="3313945" y="1268679"/>
                  </a:lnTo>
                  <a:lnTo>
                    <a:pt x="3272226" y="1351181"/>
                  </a:lnTo>
                  <a:lnTo>
                    <a:pt x="3230499" y="1433838"/>
                  </a:lnTo>
                  <a:lnTo>
                    <a:pt x="3188793" y="1516063"/>
                  </a:lnTo>
                  <a:lnTo>
                    <a:pt x="3147131" y="1597281"/>
                  </a:lnTo>
                  <a:lnTo>
                    <a:pt x="3105529" y="1676946"/>
                  </a:lnTo>
                  <a:lnTo>
                    <a:pt x="3063989" y="1754556"/>
                  </a:lnTo>
                  <a:lnTo>
                    <a:pt x="3022492" y="1829667"/>
                  </a:lnTo>
                  <a:lnTo>
                    <a:pt x="2981000" y="1901899"/>
                  </a:lnTo>
                  <a:lnTo>
                    <a:pt x="2939447" y="1970945"/>
                  </a:lnTo>
                  <a:lnTo>
                    <a:pt x="2897733" y="2036575"/>
                  </a:lnTo>
                  <a:lnTo>
                    <a:pt x="2855728" y="2098630"/>
                  </a:lnTo>
                  <a:lnTo>
                    <a:pt x="2813259" y="2157027"/>
                  </a:lnTo>
                  <a:lnTo>
                    <a:pt x="2770108" y="2211746"/>
                  </a:lnTo>
                  <a:lnTo>
                    <a:pt x="2726004" y="2262832"/>
                  </a:lnTo>
                  <a:lnTo>
                    <a:pt x="2702183" y="2288410"/>
                  </a:lnTo>
                  <a:lnTo>
                    <a:pt x="2651160" y="2338543"/>
                  </a:lnTo>
                  <a:lnTo>
                    <a:pt x="2597775" y="2384396"/>
                  </a:lnTo>
                  <a:lnTo>
                    <a:pt x="2541378" y="2426117"/>
                  </a:lnTo>
                  <a:lnTo>
                    <a:pt x="2481256" y="2463989"/>
                  </a:lnTo>
                  <a:lnTo>
                    <a:pt x="2416668" y="2498357"/>
                  </a:lnTo>
                  <a:lnTo>
                    <a:pt x="2346886" y="2529578"/>
                  </a:lnTo>
                  <a:lnTo>
                    <a:pt x="2271237" y="2557989"/>
                  </a:lnTo>
                  <a:lnTo>
                    <a:pt x="2189173" y="2583889"/>
                  </a:lnTo>
                  <a:lnTo>
                    <a:pt x="2100344" y="2607529"/>
                  </a:lnTo>
                  <a:lnTo>
                    <a:pt x="2004711" y="2629104"/>
                  </a:lnTo>
                  <a:lnTo>
                    <a:pt x="1902669" y="2648752"/>
                  </a:lnTo>
                  <a:lnTo>
                    <a:pt x="1795182" y="2666551"/>
                  </a:lnTo>
                  <a:lnTo>
                    <a:pt x="1683905" y="2682532"/>
                  </a:lnTo>
                  <a:lnTo>
                    <a:pt x="1571256" y="2696681"/>
                  </a:lnTo>
                  <a:lnTo>
                    <a:pt x="1460372" y="2708963"/>
                  </a:lnTo>
                  <a:lnTo>
                    <a:pt x="1354936" y="2719340"/>
                  </a:lnTo>
                  <a:lnTo>
                    <a:pt x="1258818" y="2727806"/>
                  </a:lnTo>
                  <a:lnTo>
                    <a:pt x="1175583" y="2734408"/>
                  </a:lnTo>
                  <a:lnTo>
                    <a:pt x="1107942" y="2739264"/>
                  </a:lnTo>
                  <a:lnTo>
                    <a:pt x="1057271" y="2742570"/>
                  </a:lnTo>
                  <a:lnTo>
                    <a:pt x="1023320" y="2744592"/>
                  </a:lnTo>
                  <a:lnTo>
                    <a:pt x="1004154" y="2745636"/>
                  </a:lnTo>
                  <a:lnTo>
                    <a:pt x="996298" y="2746029"/>
                  </a:lnTo>
                  <a:lnTo>
                    <a:pt x="994940" y="2746092"/>
                  </a:lnTo>
                  <a:lnTo>
                    <a:pt x="994940" y="2746092"/>
                  </a:lnTo>
                  <a:lnTo>
                    <a:pt x="0" y="2746092"/>
                  </a:lnTo>
                  <a:lnTo>
                    <a:pt x="0" y="27460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9" name="pg1598"/>
            <p:cNvSpPr/>
            <p:nvPr/>
          </p:nvSpPr>
          <p:spPr>
            <a:xfrm>
              <a:off x="1199187" y="4323358"/>
              <a:ext cx="12049831" cy="1226308"/>
            </a:xfrm>
            <a:custGeom>
              <a:avLst/>
              <a:pathLst>
                <a:path w="12049831" h="1226308">
                  <a:moveTo>
                    <a:pt x="0" y="1226308"/>
                  </a:moveTo>
                  <a:lnTo>
                    <a:pt x="994940" y="1226308"/>
                  </a:lnTo>
                  <a:lnTo>
                    <a:pt x="996076" y="1226304"/>
                  </a:lnTo>
                  <a:lnTo>
                    <a:pt x="1003573" y="1226275"/>
                  </a:lnTo>
                  <a:lnTo>
                    <a:pt x="1022572" y="1226197"/>
                  </a:lnTo>
                  <a:lnTo>
                    <a:pt x="1056789" y="1226041"/>
                  </a:lnTo>
                  <a:lnTo>
                    <a:pt x="1108293" y="1225785"/>
                  </a:lnTo>
                  <a:lnTo>
                    <a:pt x="1177354" y="1225406"/>
                  </a:lnTo>
                  <a:lnTo>
                    <a:pt x="1262501" y="1224889"/>
                  </a:lnTo>
                  <a:lnTo>
                    <a:pt x="1360844" y="1224224"/>
                  </a:lnTo>
                  <a:lnTo>
                    <a:pt x="1468602" y="1223408"/>
                  </a:lnTo>
                  <a:lnTo>
                    <a:pt x="1581699" y="1222442"/>
                  </a:lnTo>
                  <a:lnTo>
                    <a:pt x="1696296" y="1221328"/>
                  </a:lnTo>
                  <a:lnTo>
                    <a:pt x="1809159" y="1220070"/>
                  </a:lnTo>
                  <a:lnTo>
                    <a:pt x="1917841" y="1218669"/>
                  </a:lnTo>
                  <a:lnTo>
                    <a:pt x="2020702" y="1217120"/>
                  </a:lnTo>
                  <a:lnTo>
                    <a:pt x="2116828" y="1215418"/>
                  </a:lnTo>
                  <a:lnTo>
                    <a:pt x="2205890" y="1213550"/>
                  </a:lnTo>
                  <a:lnTo>
                    <a:pt x="2288001" y="1211500"/>
                  </a:lnTo>
                  <a:lnTo>
                    <a:pt x="2363579" y="1209247"/>
                  </a:lnTo>
                  <a:lnTo>
                    <a:pt x="2433239" y="1206766"/>
                  </a:lnTo>
                  <a:lnTo>
                    <a:pt x="2497706" y="1204029"/>
                  </a:lnTo>
                  <a:lnTo>
                    <a:pt x="2557756" y="1201008"/>
                  </a:lnTo>
                  <a:lnTo>
                    <a:pt x="2614164" y="1197676"/>
                  </a:lnTo>
                  <a:lnTo>
                    <a:pt x="2667666" y="1194012"/>
                  </a:lnTo>
                  <a:lnTo>
                    <a:pt x="2702183" y="1191370"/>
                  </a:lnTo>
                  <a:lnTo>
                    <a:pt x="2763603" y="1186117"/>
                  </a:lnTo>
                  <a:lnTo>
                    <a:pt x="2823112" y="1180337"/>
                  </a:lnTo>
                  <a:lnTo>
                    <a:pt x="2881419" y="1174024"/>
                  </a:lnTo>
                  <a:lnTo>
                    <a:pt x="2939047" y="1167186"/>
                  </a:lnTo>
                  <a:lnTo>
                    <a:pt x="2996364" y="1159852"/>
                  </a:lnTo>
                  <a:lnTo>
                    <a:pt x="3053612" y="1152071"/>
                  </a:lnTo>
                  <a:lnTo>
                    <a:pt x="3110926" y="1143912"/>
                  </a:lnTo>
                  <a:lnTo>
                    <a:pt x="3168356" y="1135465"/>
                  </a:lnTo>
                  <a:lnTo>
                    <a:pt x="3225886" y="1126832"/>
                  </a:lnTo>
                  <a:lnTo>
                    <a:pt x="3283460" y="1118128"/>
                  </a:lnTo>
                  <a:lnTo>
                    <a:pt x="3341006" y="1109468"/>
                  </a:lnTo>
                  <a:lnTo>
                    <a:pt x="3398461" y="1100969"/>
                  </a:lnTo>
                  <a:lnTo>
                    <a:pt x="3455800" y="1092737"/>
                  </a:lnTo>
                  <a:lnTo>
                    <a:pt x="3513055" y="1084864"/>
                  </a:lnTo>
                  <a:lnTo>
                    <a:pt x="3570339" y="1077424"/>
                  </a:lnTo>
                  <a:lnTo>
                    <a:pt x="3627869" y="1070470"/>
                  </a:lnTo>
                  <a:lnTo>
                    <a:pt x="3685983" y="1064036"/>
                  </a:lnTo>
                  <a:lnTo>
                    <a:pt x="3745164" y="1058136"/>
                  </a:lnTo>
                  <a:lnTo>
                    <a:pt x="3806078" y="1052765"/>
                  </a:lnTo>
                  <a:lnTo>
                    <a:pt x="3820202" y="1051620"/>
                  </a:lnTo>
                  <a:lnTo>
                    <a:pt x="3872132" y="1047729"/>
                  </a:lnTo>
                  <a:lnTo>
                    <a:pt x="3926518" y="1044177"/>
                  </a:lnTo>
                  <a:lnTo>
                    <a:pt x="3984046" y="1040950"/>
                  </a:lnTo>
                  <a:lnTo>
                    <a:pt x="4045470" y="1038026"/>
                  </a:lnTo>
                  <a:lnTo>
                    <a:pt x="4111570" y="1035377"/>
                  </a:lnTo>
                  <a:lnTo>
                    <a:pt x="4183110" y="1032974"/>
                  </a:lnTo>
                  <a:lnTo>
                    <a:pt x="4260788" y="1030791"/>
                  </a:lnTo>
                  <a:lnTo>
                    <a:pt x="4345164" y="1028803"/>
                  </a:lnTo>
                  <a:lnTo>
                    <a:pt x="4436568" y="1026992"/>
                  </a:lnTo>
                  <a:lnTo>
                    <a:pt x="4534983" y="1025342"/>
                  </a:lnTo>
                  <a:lnTo>
                    <a:pt x="4639904" y="1023842"/>
                  </a:lnTo>
                  <a:lnTo>
                    <a:pt x="4750188" y="1022488"/>
                  </a:lnTo>
                  <a:lnTo>
                    <a:pt x="4863936" y="1021278"/>
                  </a:lnTo>
                  <a:lnTo>
                    <a:pt x="4978430" y="1020213"/>
                  </a:lnTo>
                  <a:lnTo>
                    <a:pt x="5090207" y="1019296"/>
                  </a:lnTo>
                  <a:lnTo>
                    <a:pt x="5195300" y="1018530"/>
                  </a:lnTo>
                  <a:lnTo>
                    <a:pt x="5289666" y="1017915"/>
                  </a:lnTo>
                  <a:lnTo>
                    <a:pt x="5369753" y="1017445"/>
                  </a:lnTo>
                  <a:lnTo>
                    <a:pt x="5433090" y="1017108"/>
                  </a:lnTo>
                  <a:lnTo>
                    <a:pt x="5478759" y="1016888"/>
                  </a:lnTo>
                  <a:lnTo>
                    <a:pt x="5507629" y="1016761"/>
                  </a:lnTo>
                  <a:lnTo>
                    <a:pt x="5522339" y="1016701"/>
                  </a:lnTo>
                  <a:lnTo>
                    <a:pt x="5527099" y="1016684"/>
                  </a:lnTo>
                  <a:lnTo>
                    <a:pt x="5527445" y="1016683"/>
                  </a:lnTo>
                  <a:lnTo>
                    <a:pt x="6522385" y="1016683"/>
                  </a:lnTo>
                  <a:lnTo>
                    <a:pt x="6523514" y="1016663"/>
                  </a:lnTo>
                  <a:lnTo>
                    <a:pt x="6530961" y="1016527"/>
                  </a:lnTo>
                  <a:lnTo>
                    <a:pt x="6549837" y="1016149"/>
                  </a:lnTo>
                  <a:lnTo>
                    <a:pt x="6583840" y="1015406"/>
                  </a:lnTo>
                  <a:lnTo>
                    <a:pt x="6635040" y="1014176"/>
                  </a:lnTo>
                  <a:lnTo>
                    <a:pt x="6703724" y="1012360"/>
                  </a:lnTo>
                  <a:lnTo>
                    <a:pt x="6788451" y="1009880"/>
                  </a:lnTo>
                  <a:lnTo>
                    <a:pt x="6886368" y="1006693"/>
                  </a:lnTo>
                  <a:lnTo>
                    <a:pt x="6993731" y="1002779"/>
                  </a:lnTo>
                  <a:lnTo>
                    <a:pt x="7106492" y="998144"/>
                  </a:lnTo>
                  <a:lnTo>
                    <a:pt x="7220829" y="992802"/>
                  </a:lnTo>
                  <a:lnTo>
                    <a:pt x="7333512" y="986765"/>
                  </a:lnTo>
                  <a:lnTo>
                    <a:pt x="7442090" y="980037"/>
                  </a:lnTo>
                  <a:lnTo>
                    <a:pt x="7544912" y="972606"/>
                  </a:lnTo>
                  <a:lnTo>
                    <a:pt x="7641049" y="964438"/>
                  </a:lnTo>
                  <a:lnTo>
                    <a:pt x="7730158" y="955476"/>
                  </a:lnTo>
                  <a:lnTo>
                    <a:pt x="7812338" y="945643"/>
                  </a:lnTo>
                  <a:lnTo>
                    <a:pt x="7887994" y="934839"/>
                  </a:lnTo>
                  <a:lnTo>
                    <a:pt x="7957731" y="922945"/>
                  </a:lnTo>
                  <a:lnTo>
                    <a:pt x="8022266" y="909829"/>
                  </a:lnTo>
                  <a:lnTo>
                    <a:pt x="8082369" y="895354"/>
                  </a:lnTo>
                  <a:lnTo>
                    <a:pt x="8138809" y="879390"/>
                  </a:lnTo>
                  <a:lnTo>
                    <a:pt x="8192322" y="861838"/>
                  </a:lnTo>
                  <a:lnTo>
                    <a:pt x="8229629" y="848109"/>
                  </a:lnTo>
                  <a:lnTo>
                    <a:pt x="8286759" y="824644"/>
                  </a:lnTo>
                  <a:lnTo>
                    <a:pt x="8342191" y="798993"/>
                  </a:lnTo>
                  <a:lnTo>
                    <a:pt x="8396512" y="771119"/>
                  </a:lnTo>
                  <a:lnTo>
                    <a:pt x="8450163" y="741044"/>
                  </a:lnTo>
                  <a:lnTo>
                    <a:pt x="8503470" y="708861"/>
                  </a:lnTo>
                  <a:lnTo>
                    <a:pt x="8556656" y="674733"/>
                  </a:lnTo>
                  <a:lnTo>
                    <a:pt x="8609860" y="638900"/>
                  </a:lnTo>
                  <a:lnTo>
                    <a:pt x="8663151" y="601671"/>
                  </a:lnTo>
                  <a:lnTo>
                    <a:pt x="8716543" y="563418"/>
                  </a:lnTo>
                  <a:lnTo>
                    <a:pt x="8770007" y="524558"/>
                  </a:lnTo>
                  <a:lnTo>
                    <a:pt x="8823491" y="485540"/>
                  </a:lnTo>
                  <a:lnTo>
                    <a:pt x="8876938" y="446818"/>
                  </a:lnTo>
                  <a:lnTo>
                    <a:pt x="8930301" y="408833"/>
                  </a:lnTo>
                  <a:lnTo>
                    <a:pt x="8983562" y="371990"/>
                  </a:lnTo>
                  <a:lnTo>
                    <a:pt x="9036750" y="336645"/>
                  </a:lnTo>
                  <a:lnTo>
                    <a:pt x="9089954" y="303085"/>
                  </a:lnTo>
                  <a:lnTo>
                    <a:pt x="9143338" y="271527"/>
                  </a:lnTo>
                  <a:lnTo>
                    <a:pt x="9197153" y="242114"/>
                  </a:lnTo>
                  <a:lnTo>
                    <a:pt x="9251758" y="214915"/>
                  </a:lnTo>
                  <a:lnTo>
                    <a:pt x="9307636" y="189934"/>
                  </a:lnTo>
                  <a:lnTo>
                    <a:pt x="9347647" y="173814"/>
                  </a:lnTo>
                  <a:lnTo>
                    <a:pt x="9399455" y="155083"/>
                  </a:lnTo>
                  <a:lnTo>
                    <a:pt x="9453705" y="137976"/>
                  </a:lnTo>
                  <a:lnTo>
                    <a:pt x="9511079" y="122435"/>
                  </a:lnTo>
                  <a:lnTo>
                    <a:pt x="9572326" y="108348"/>
                  </a:lnTo>
                  <a:lnTo>
                    <a:pt x="9638220" y="95583"/>
                  </a:lnTo>
                  <a:lnTo>
                    <a:pt x="9709520" y="84002"/>
                  </a:lnTo>
                  <a:lnTo>
                    <a:pt x="9786921" y="73476"/>
                  </a:lnTo>
                  <a:lnTo>
                    <a:pt x="9870982" y="63893"/>
                  </a:lnTo>
                  <a:lnTo>
                    <a:pt x="9962035" y="55157"/>
                  </a:lnTo>
                  <a:lnTo>
                    <a:pt x="10060071" y="47196"/>
                  </a:lnTo>
                  <a:lnTo>
                    <a:pt x="10164601" y="39962"/>
                  </a:lnTo>
                  <a:lnTo>
                    <a:pt x="10274508" y="33425"/>
                  </a:lnTo>
                  <a:lnTo>
                    <a:pt x="10387927" y="27578"/>
                  </a:lnTo>
                  <a:lnTo>
                    <a:pt x="10502182" y="22429"/>
                  </a:lnTo>
                  <a:lnTo>
                    <a:pt x="10613854" y="17992"/>
                  </a:lnTo>
                  <a:lnTo>
                    <a:pt x="10719015" y="14279"/>
                  </a:lnTo>
                  <a:lnTo>
                    <a:pt x="10813643" y="11289"/>
                  </a:lnTo>
                  <a:lnTo>
                    <a:pt x="10894180" y="8999"/>
                  </a:lnTo>
                  <a:lnTo>
                    <a:pt x="10958118" y="7353"/>
                  </a:lnTo>
                  <a:lnTo>
                    <a:pt x="11004472" y="6268"/>
                  </a:lnTo>
                  <a:lnTo>
                    <a:pt x="11034025" y="5638"/>
                  </a:lnTo>
                  <a:lnTo>
                    <a:pt x="11049317" y="5340"/>
                  </a:lnTo>
                  <a:lnTo>
                    <a:pt x="11054456" y="524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3" y="19"/>
                  </a:lnTo>
                  <a:lnTo>
                    <a:pt x="11046315" y="155"/>
                  </a:lnTo>
                  <a:lnTo>
                    <a:pt x="11027440" y="533"/>
                  </a:lnTo>
                  <a:lnTo>
                    <a:pt x="10993437" y="1276"/>
                  </a:lnTo>
                  <a:lnTo>
                    <a:pt x="10942236" y="2506"/>
                  </a:lnTo>
                  <a:lnTo>
                    <a:pt x="10873552" y="4322"/>
                  </a:lnTo>
                  <a:lnTo>
                    <a:pt x="10788826" y="6802"/>
                  </a:lnTo>
                  <a:lnTo>
                    <a:pt x="10690909" y="9989"/>
                  </a:lnTo>
                  <a:lnTo>
                    <a:pt x="10583546" y="13903"/>
                  </a:lnTo>
                  <a:lnTo>
                    <a:pt x="10470785" y="18538"/>
                  </a:lnTo>
                  <a:lnTo>
                    <a:pt x="10356448" y="23880"/>
                  </a:lnTo>
                  <a:lnTo>
                    <a:pt x="10243764" y="29917"/>
                  </a:lnTo>
                  <a:lnTo>
                    <a:pt x="10135186" y="36645"/>
                  </a:lnTo>
                  <a:lnTo>
                    <a:pt x="10032364" y="44076"/>
                  </a:lnTo>
                  <a:lnTo>
                    <a:pt x="9936228" y="52245"/>
                  </a:lnTo>
                  <a:lnTo>
                    <a:pt x="9847119" y="61206"/>
                  </a:lnTo>
                  <a:lnTo>
                    <a:pt x="9764939" y="71039"/>
                  </a:lnTo>
                  <a:lnTo>
                    <a:pt x="9689283" y="81843"/>
                  </a:lnTo>
                  <a:lnTo>
                    <a:pt x="9619546" y="93737"/>
                  </a:lnTo>
                  <a:lnTo>
                    <a:pt x="9555010" y="106853"/>
                  </a:lnTo>
                  <a:lnTo>
                    <a:pt x="9494908" y="121328"/>
                  </a:lnTo>
                  <a:lnTo>
                    <a:pt x="9438467" y="137292"/>
                  </a:lnTo>
                  <a:lnTo>
                    <a:pt x="9384955" y="154844"/>
                  </a:lnTo>
                  <a:lnTo>
                    <a:pt x="9347647" y="168573"/>
                  </a:lnTo>
                  <a:lnTo>
                    <a:pt x="9290518" y="192038"/>
                  </a:lnTo>
                  <a:lnTo>
                    <a:pt x="9235086" y="217689"/>
                  </a:lnTo>
                  <a:lnTo>
                    <a:pt x="9180765" y="245563"/>
                  </a:lnTo>
                  <a:lnTo>
                    <a:pt x="9127113" y="275638"/>
                  </a:lnTo>
                  <a:lnTo>
                    <a:pt x="9073806" y="307821"/>
                  </a:lnTo>
                  <a:lnTo>
                    <a:pt x="9020621" y="341949"/>
                  </a:lnTo>
                  <a:lnTo>
                    <a:pt x="8967417" y="377782"/>
                  </a:lnTo>
                  <a:lnTo>
                    <a:pt x="8914125" y="415011"/>
                  </a:lnTo>
                  <a:lnTo>
                    <a:pt x="8860733" y="453264"/>
                  </a:lnTo>
                  <a:lnTo>
                    <a:pt x="8807270" y="492124"/>
                  </a:lnTo>
                  <a:lnTo>
                    <a:pt x="8753785" y="531142"/>
                  </a:lnTo>
                  <a:lnTo>
                    <a:pt x="8700338" y="569864"/>
                  </a:lnTo>
                  <a:lnTo>
                    <a:pt x="8646976" y="607849"/>
                  </a:lnTo>
                  <a:lnTo>
                    <a:pt x="8593714" y="644692"/>
                  </a:lnTo>
                  <a:lnTo>
                    <a:pt x="8540526" y="680037"/>
                  </a:lnTo>
                  <a:lnTo>
                    <a:pt x="8487322" y="713597"/>
                  </a:lnTo>
                  <a:lnTo>
                    <a:pt x="8433939" y="745155"/>
                  </a:lnTo>
                  <a:lnTo>
                    <a:pt x="8380123" y="774568"/>
                  </a:lnTo>
                  <a:lnTo>
                    <a:pt x="8325518" y="801767"/>
                  </a:lnTo>
                  <a:lnTo>
                    <a:pt x="8269641" y="826748"/>
                  </a:lnTo>
                  <a:lnTo>
                    <a:pt x="8229629" y="842868"/>
                  </a:lnTo>
                  <a:lnTo>
                    <a:pt x="8177822" y="861599"/>
                  </a:lnTo>
                  <a:lnTo>
                    <a:pt x="8123572" y="878706"/>
                  </a:lnTo>
                  <a:lnTo>
                    <a:pt x="8066197" y="894247"/>
                  </a:lnTo>
                  <a:lnTo>
                    <a:pt x="8004951" y="908334"/>
                  </a:lnTo>
                  <a:lnTo>
                    <a:pt x="7939057" y="921099"/>
                  </a:lnTo>
                  <a:lnTo>
                    <a:pt x="7867756" y="932680"/>
                  </a:lnTo>
                  <a:lnTo>
                    <a:pt x="7790355" y="943206"/>
                  </a:lnTo>
                  <a:lnTo>
                    <a:pt x="7706295" y="952789"/>
                  </a:lnTo>
                  <a:lnTo>
                    <a:pt x="7615242" y="961525"/>
                  </a:lnTo>
                  <a:lnTo>
                    <a:pt x="7517206" y="969486"/>
                  </a:lnTo>
                  <a:lnTo>
                    <a:pt x="7412676" y="976720"/>
                  </a:lnTo>
                  <a:lnTo>
                    <a:pt x="7302768" y="983257"/>
                  </a:lnTo>
                  <a:lnTo>
                    <a:pt x="7189349" y="989104"/>
                  </a:lnTo>
                  <a:lnTo>
                    <a:pt x="7075094" y="994253"/>
                  </a:lnTo>
                  <a:lnTo>
                    <a:pt x="6963422" y="998690"/>
                  </a:lnTo>
                  <a:lnTo>
                    <a:pt x="6858261" y="1002403"/>
                  </a:lnTo>
                  <a:lnTo>
                    <a:pt x="6763634" y="1005393"/>
                  </a:lnTo>
                  <a:lnTo>
                    <a:pt x="6683097" y="1007683"/>
                  </a:lnTo>
                  <a:lnTo>
                    <a:pt x="6619159" y="1009329"/>
                  </a:lnTo>
                  <a:lnTo>
                    <a:pt x="6572805" y="1010414"/>
                  </a:lnTo>
                  <a:lnTo>
                    <a:pt x="6543252" y="1011044"/>
                  </a:lnTo>
                  <a:lnTo>
                    <a:pt x="6527960" y="1011342"/>
                  </a:lnTo>
                  <a:lnTo>
                    <a:pt x="6522820" y="1011435"/>
                  </a:lnTo>
                  <a:lnTo>
                    <a:pt x="6522385" y="1011442"/>
                  </a:lnTo>
                  <a:lnTo>
                    <a:pt x="5527445" y="1011442"/>
                  </a:lnTo>
                  <a:lnTo>
                    <a:pt x="5526309" y="1011446"/>
                  </a:lnTo>
                  <a:lnTo>
                    <a:pt x="5518812" y="1011474"/>
                  </a:lnTo>
                  <a:lnTo>
                    <a:pt x="5499813" y="1011553"/>
                  </a:lnTo>
                  <a:lnTo>
                    <a:pt x="5465596" y="1011708"/>
                  </a:lnTo>
                  <a:lnTo>
                    <a:pt x="5414092" y="1011965"/>
                  </a:lnTo>
                  <a:lnTo>
                    <a:pt x="5345031" y="1012344"/>
                  </a:lnTo>
                  <a:lnTo>
                    <a:pt x="5259884" y="1012861"/>
                  </a:lnTo>
                  <a:lnTo>
                    <a:pt x="5161541" y="1013526"/>
                  </a:lnTo>
                  <a:lnTo>
                    <a:pt x="5053783" y="1014342"/>
                  </a:lnTo>
                  <a:lnTo>
                    <a:pt x="4940686" y="1015308"/>
                  </a:lnTo>
                  <a:lnTo>
                    <a:pt x="4826089" y="1016421"/>
                  </a:lnTo>
                  <a:lnTo>
                    <a:pt x="4713226" y="1017679"/>
                  </a:lnTo>
                  <a:lnTo>
                    <a:pt x="4604544" y="1019081"/>
                  </a:lnTo>
                  <a:lnTo>
                    <a:pt x="4501683" y="1020630"/>
                  </a:lnTo>
                  <a:lnTo>
                    <a:pt x="4405557" y="1022332"/>
                  </a:lnTo>
                  <a:lnTo>
                    <a:pt x="4316495" y="1024200"/>
                  </a:lnTo>
                  <a:lnTo>
                    <a:pt x="4234384" y="1026250"/>
                  </a:lnTo>
                  <a:lnTo>
                    <a:pt x="4158806" y="1028503"/>
                  </a:lnTo>
                  <a:lnTo>
                    <a:pt x="4089146" y="1030984"/>
                  </a:lnTo>
                  <a:lnTo>
                    <a:pt x="4024679" y="1033721"/>
                  </a:lnTo>
                  <a:lnTo>
                    <a:pt x="3964629" y="1036742"/>
                  </a:lnTo>
                  <a:lnTo>
                    <a:pt x="3908221" y="1040074"/>
                  </a:lnTo>
                  <a:lnTo>
                    <a:pt x="3854719" y="1043738"/>
                  </a:lnTo>
                  <a:lnTo>
                    <a:pt x="3820202" y="1046379"/>
                  </a:lnTo>
                  <a:lnTo>
                    <a:pt x="3758782" y="1051633"/>
                  </a:lnTo>
                  <a:lnTo>
                    <a:pt x="3699273" y="1057413"/>
                  </a:lnTo>
                  <a:lnTo>
                    <a:pt x="3640966" y="1063726"/>
                  </a:lnTo>
                  <a:lnTo>
                    <a:pt x="3583338" y="1070564"/>
                  </a:lnTo>
                  <a:lnTo>
                    <a:pt x="3526021" y="1077898"/>
                  </a:lnTo>
                  <a:lnTo>
                    <a:pt x="3468773" y="1085679"/>
                  </a:lnTo>
                  <a:lnTo>
                    <a:pt x="3411459" y="1093837"/>
                  </a:lnTo>
                  <a:lnTo>
                    <a:pt x="3354029" y="1102285"/>
                  </a:lnTo>
                  <a:lnTo>
                    <a:pt x="3296499" y="1110917"/>
                  </a:lnTo>
                  <a:lnTo>
                    <a:pt x="3238925" y="1119622"/>
                  </a:lnTo>
                  <a:lnTo>
                    <a:pt x="3181379" y="1128282"/>
                  </a:lnTo>
                  <a:lnTo>
                    <a:pt x="3123924" y="1136780"/>
                  </a:lnTo>
                  <a:lnTo>
                    <a:pt x="3066585" y="1145012"/>
                  </a:lnTo>
                  <a:lnTo>
                    <a:pt x="3009330" y="1152886"/>
                  </a:lnTo>
                  <a:lnTo>
                    <a:pt x="2952046" y="1160326"/>
                  </a:lnTo>
                  <a:lnTo>
                    <a:pt x="2894516" y="1167280"/>
                  </a:lnTo>
                  <a:lnTo>
                    <a:pt x="2836402" y="1173713"/>
                  </a:lnTo>
                  <a:lnTo>
                    <a:pt x="2777221" y="1179614"/>
                  </a:lnTo>
                  <a:lnTo>
                    <a:pt x="2716307" y="1184985"/>
                  </a:lnTo>
                  <a:lnTo>
                    <a:pt x="2702183" y="1186130"/>
                  </a:lnTo>
                  <a:lnTo>
                    <a:pt x="2650253" y="1190020"/>
                  </a:lnTo>
                  <a:lnTo>
                    <a:pt x="2595867" y="1193573"/>
                  </a:lnTo>
                  <a:lnTo>
                    <a:pt x="2538339" y="1196800"/>
                  </a:lnTo>
                  <a:lnTo>
                    <a:pt x="2476915" y="1199724"/>
                  </a:lnTo>
                  <a:lnTo>
                    <a:pt x="2410815" y="1202373"/>
                  </a:lnTo>
                  <a:lnTo>
                    <a:pt x="2339275" y="1204775"/>
                  </a:lnTo>
                  <a:lnTo>
                    <a:pt x="2261597" y="1206959"/>
                  </a:lnTo>
                  <a:lnTo>
                    <a:pt x="2177221" y="1208946"/>
                  </a:lnTo>
                  <a:lnTo>
                    <a:pt x="2085817" y="1210758"/>
                  </a:lnTo>
                  <a:lnTo>
                    <a:pt x="1987402" y="1212408"/>
                  </a:lnTo>
                  <a:lnTo>
                    <a:pt x="1882481" y="1213907"/>
                  </a:lnTo>
                  <a:lnTo>
                    <a:pt x="1772197" y="1215262"/>
                  </a:lnTo>
                  <a:lnTo>
                    <a:pt x="1658449" y="1216472"/>
                  </a:lnTo>
                  <a:lnTo>
                    <a:pt x="1543955" y="1217537"/>
                  </a:lnTo>
                  <a:lnTo>
                    <a:pt x="1432178" y="1218454"/>
                  </a:lnTo>
                  <a:lnTo>
                    <a:pt x="1327085" y="1219220"/>
                  </a:lnTo>
                  <a:lnTo>
                    <a:pt x="1232719" y="1219835"/>
                  </a:lnTo>
                  <a:lnTo>
                    <a:pt x="1152632" y="1220305"/>
                  </a:lnTo>
                  <a:lnTo>
                    <a:pt x="1089295" y="1220642"/>
                  </a:lnTo>
                  <a:lnTo>
                    <a:pt x="1043626" y="1220862"/>
                  </a:lnTo>
                  <a:lnTo>
                    <a:pt x="1014756" y="1220989"/>
                  </a:lnTo>
                  <a:lnTo>
                    <a:pt x="1000046" y="1221048"/>
                  </a:lnTo>
                  <a:lnTo>
                    <a:pt x="995286" y="1221066"/>
                  </a:lnTo>
                  <a:lnTo>
                    <a:pt x="994940" y="1221067"/>
                  </a:lnTo>
                  <a:lnTo>
                    <a:pt x="0" y="1221067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00" name="pl1599"/>
            <p:cNvSpPr/>
            <p:nvPr/>
          </p:nvSpPr>
          <p:spPr>
            <a:xfrm>
              <a:off x="1199187" y="4328599"/>
              <a:ext cx="12049831" cy="1221067"/>
            </a:xfrm>
            <a:custGeom>
              <a:avLst/>
              <a:pathLst>
                <a:path w="12049831" h="1221067">
                  <a:moveTo>
                    <a:pt x="0" y="1221067"/>
                  </a:moveTo>
                  <a:lnTo>
                    <a:pt x="994940" y="1221067"/>
                  </a:lnTo>
                  <a:lnTo>
                    <a:pt x="996076" y="1221063"/>
                  </a:lnTo>
                  <a:lnTo>
                    <a:pt x="1003573" y="1221035"/>
                  </a:lnTo>
                  <a:lnTo>
                    <a:pt x="1022572" y="1220956"/>
                  </a:lnTo>
                  <a:lnTo>
                    <a:pt x="1056789" y="1220801"/>
                  </a:lnTo>
                  <a:lnTo>
                    <a:pt x="1108293" y="1220544"/>
                  </a:lnTo>
                  <a:lnTo>
                    <a:pt x="1177354" y="1220165"/>
                  </a:lnTo>
                  <a:lnTo>
                    <a:pt x="1262501" y="1219648"/>
                  </a:lnTo>
                  <a:lnTo>
                    <a:pt x="1360844" y="1218983"/>
                  </a:lnTo>
                  <a:lnTo>
                    <a:pt x="1468602" y="1218167"/>
                  </a:lnTo>
                  <a:lnTo>
                    <a:pt x="1581699" y="1217201"/>
                  </a:lnTo>
                  <a:lnTo>
                    <a:pt x="1696296" y="1216088"/>
                  </a:lnTo>
                  <a:lnTo>
                    <a:pt x="1809159" y="1214830"/>
                  </a:lnTo>
                  <a:lnTo>
                    <a:pt x="1917841" y="1213428"/>
                  </a:lnTo>
                  <a:lnTo>
                    <a:pt x="2020702" y="1211880"/>
                  </a:lnTo>
                  <a:lnTo>
                    <a:pt x="2116828" y="1210177"/>
                  </a:lnTo>
                  <a:lnTo>
                    <a:pt x="2205890" y="1208310"/>
                  </a:lnTo>
                  <a:lnTo>
                    <a:pt x="2288001" y="1206260"/>
                  </a:lnTo>
                  <a:lnTo>
                    <a:pt x="2363579" y="1204006"/>
                  </a:lnTo>
                  <a:lnTo>
                    <a:pt x="2433239" y="1201525"/>
                  </a:lnTo>
                  <a:lnTo>
                    <a:pt x="2497706" y="1198789"/>
                  </a:lnTo>
                  <a:lnTo>
                    <a:pt x="2557756" y="1195767"/>
                  </a:lnTo>
                  <a:lnTo>
                    <a:pt x="2614164" y="1192435"/>
                  </a:lnTo>
                  <a:lnTo>
                    <a:pt x="2667666" y="1188771"/>
                  </a:lnTo>
                  <a:lnTo>
                    <a:pt x="2702183" y="1186130"/>
                  </a:lnTo>
                  <a:lnTo>
                    <a:pt x="2763603" y="1180876"/>
                  </a:lnTo>
                  <a:lnTo>
                    <a:pt x="2823112" y="1175097"/>
                  </a:lnTo>
                  <a:lnTo>
                    <a:pt x="2881419" y="1168783"/>
                  </a:lnTo>
                  <a:lnTo>
                    <a:pt x="2939047" y="1161945"/>
                  </a:lnTo>
                  <a:lnTo>
                    <a:pt x="2996364" y="1154611"/>
                  </a:lnTo>
                  <a:lnTo>
                    <a:pt x="3053612" y="1146830"/>
                  </a:lnTo>
                  <a:lnTo>
                    <a:pt x="3110926" y="1138672"/>
                  </a:lnTo>
                  <a:lnTo>
                    <a:pt x="3168356" y="1130225"/>
                  </a:lnTo>
                  <a:lnTo>
                    <a:pt x="3225886" y="1121592"/>
                  </a:lnTo>
                  <a:lnTo>
                    <a:pt x="3283460" y="1112887"/>
                  </a:lnTo>
                  <a:lnTo>
                    <a:pt x="3341006" y="1104228"/>
                  </a:lnTo>
                  <a:lnTo>
                    <a:pt x="3398461" y="1095729"/>
                  </a:lnTo>
                  <a:lnTo>
                    <a:pt x="3455800" y="1087497"/>
                  </a:lnTo>
                  <a:lnTo>
                    <a:pt x="3513055" y="1079624"/>
                  </a:lnTo>
                  <a:lnTo>
                    <a:pt x="3570339" y="1072183"/>
                  </a:lnTo>
                  <a:lnTo>
                    <a:pt x="3627869" y="1065229"/>
                  </a:lnTo>
                  <a:lnTo>
                    <a:pt x="3685983" y="1058796"/>
                  </a:lnTo>
                  <a:lnTo>
                    <a:pt x="3745164" y="1052895"/>
                  </a:lnTo>
                  <a:lnTo>
                    <a:pt x="3806078" y="1047524"/>
                  </a:lnTo>
                  <a:lnTo>
                    <a:pt x="3820202" y="1046379"/>
                  </a:lnTo>
                  <a:lnTo>
                    <a:pt x="3872132" y="1042489"/>
                  </a:lnTo>
                  <a:lnTo>
                    <a:pt x="3926518" y="1038936"/>
                  </a:lnTo>
                  <a:lnTo>
                    <a:pt x="3984046" y="1035710"/>
                  </a:lnTo>
                  <a:lnTo>
                    <a:pt x="4045470" y="1032786"/>
                  </a:lnTo>
                  <a:lnTo>
                    <a:pt x="4111570" y="1030136"/>
                  </a:lnTo>
                  <a:lnTo>
                    <a:pt x="4183110" y="1027734"/>
                  </a:lnTo>
                  <a:lnTo>
                    <a:pt x="4260788" y="1025550"/>
                  </a:lnTo>
                  <a:lnTo>
                    <a:pt x="4345164" y="1023563"/>
                  </a:lnTo>
                  <a:lnTo>
                    <a:pt x="4436568" y="1021751"/>
                  </a:lnTo>
                  <a:lnTo>
                    <a:pt x="4534983" y="1020101"/>
                  </a:lnTo>
                  <a:lnTo>
                    <a:pt x="4639904" y="1018602"/>
                  </a:lnTo>
                  <a:lnTo>
                    <a:pt x="4750188" y="1017248"/>
                  </a:lnTo>
                  <a:lnTo>
                    <a:pt x="4863936" y="1016037"/>
                  </a:lnTo>
                  <a:lnTo>
                    <a:pt x="4978430" y="1014972"/>
                  </a:lnTo>
                  <a:lnTo>
                    <a:pt x="5090207" y="1014055"/>
                  </a:lnTo>
                  <a:lnTo>
                    <a:pt x="5195300" y="1013290"/>
                  </a:lnTo>
                  <a:lnTo>
                    <a:pt x="5289666" y="1012674"/>
                  </a:lnTo>
                  <a:lnTo>
                    <a:pt x="5369753" y="1012204"/>
                  </a:lnTo>
                  <a:lnTo>
                    <a:pt x="5433090" y="1011867"/>
                  </a:lnTo>
                  <a:lnTo>
                    <a:pt x="5478759" y="1011647"/>
                  </a:lnTo>
                  <a:lnTo>
                    <a:pt x="5507629" y="1011520"/>
                  </a:lnTo>
                  <a:lnTo>
                    <a:pt x="5522339" y="1011461"/>
                  </a:lnTo>
                  <a:lnTo>
                    <a:pt x="5527099" y="1011443"/>
                  </a:lnTo>
                  <a:lnTo>
                    <a:pt x="5527445" y="1011442"/>
                  </a:lnTo>
                  <a:lnTo>
                    <a:pt x="6522385" y="1011442"/>
                  </a:lnTo>
                  <a:lnTo>
                    <a:pt x="6523514" y="1011423"/>
                  </a:lnTo>
                  <a:lnTo>
                    <a:pt x="6530961" y="1011286"/>
                  </a:lnTo>
                  <a:lnTo>
                    <a:pt x="6549837" y="1010909"/>
                  </a:lnTo>
                  <a:lnTo>
                    <a:pt x="6583840" y="1010165"/>
                  </a:lnTo>
                  <a:lnTo>
                    <a:pt x="6635040" y="1008936"/>
                  </a:lnTo>
                  <a:lnTo>
                    <a:pt x="6703724" y="1007119"/>
                  </a:lnTo>
                  <a:lnTo>
                    <a:pt x="6788451" y="1004640"/>
                  </a:lnTo>
                  <a:lnTo>
                    <a:pt x="6886368" y="1001452"/>
                  </a:lnTo>
                  <a:lnTo>
                    <a:pt x="6993731" y="997539"/>
                  </a:lnTo>
                  <a:lnTo>
                    <a:pt x="7106492" y="992904"/>
                  </a:lnTo>
                  <a:lnTo>
                    <a:pt x="7220829" y="987561"/>
                  </a:lnTo>
                  <a:lnTo>
                    <a:pt x="7333512" y="981524"/>
                  </a:lnTo>
                  <a:lnTo>
                    <a:pt x="7442090" y="974796"/>
                  </a:lnTo>
                  <a:lnTo>
                    <a:pt x="7544912" y="967365"/>
                  </a:lnTo>
                  <a:lnTo>
                    <a:pt x="7641049" y="959197"/>
                  </a:lnTo>
                  <a:lnTo>
                    <a:pt x="7730158" y="950236"/>
                  </a:lnTo>
                  <a:lnTo>
                    <a:pt x="7812338" y="940403"/>
                  </a:lnTo>
                  <a:lnTo>
                    <a:pt x="7887994" y="929598"/>
                  </a:lnTo>
                  <a:lnTo>
                    <a:pt x="7957731" y="917704"/>
                  </a:lnTo>
                  <a:lnTo>
                    <a:pt x="8022266" y="904588"/>
                  </a:lnTo>
                  <a:lnTo>
                    <a:pt x="8082369" y="890113"/>
                  </a:lnTo>
                  <a:lnTo>
                    <a:pt x="8138809" y="874150"/>
                  </a:lnTo>
                  <a:lnTo>
                    <a:pt x="8192322" y="856598"/>
                  </a:lnTo>
                  <a:lnTo>
                    <a:pt x="8229629" y="842868"/>
                  </a:lnTo>
                  <a:lnTo>
                    <a:pt x="8286759" y="819403"/>
                  </a:lnTo>
                  <a:lnTo>
                    <a:pt x="8342191" y="793752"/>
                  </a:lnTo>
                  <a:lnTo>
                    <a:pt x="8396512" y="765878"/>
                  </a:lnTo>
                  <a:lnTo>
                    <a:pt x="8450163" y="735804"/>
                  </a:lnTo>
                  <a:lnTo>
                    <a:pt x="8503470" y="703620"/>
                  </a:lnTo>
                  <a:lnTo>
                    <a:pt x="8556656" y="669493"/>
                  </a:lnTo>
                  <a:lnTo>
                    <a:pt x="8609860" y="633660"/>
                  </a:lnTo>
                  <a:lnTo>
                    <a:pt x="8663151" y="596431"/>
                  </a:lnTo>
                  <a:lnTo>
                    <a:pt x="8716543" y="558177"/>
                  </a:lnTo>
                  <a:lnTo>
                    <a:pt x="8770007" y="519317"/>
                  </a:lnTo>
                  <a:lnTo>
                    <a:pt x="8823491" y="480299"/>
                  </a:lnTo>
                  <a:lnTo>
                    <a:pt x="8876938" y="441577"/>
                  </a:lnTo>
                  <a:lnTo>
                    <a:pt x="8930301" y="403592"/>
                  </a:lnTo>
                  <a:lnTo>
                    <a:pt x="8983562" y="366750"/>
                  </a:lnTo>
                  <a:lnTo>
                    <a:pt x="9036750" y="331404"/>
                  </a:lnTo>
                  <a:lnTo>
                    <a:pt x="9089954" y="297844"/>
                  </a:lnTo>
                  <a:lnTo>
                    <a:pt x="9143338" y="266287"/>
                  </a:lnTo>
                  <a:lnTo>
                    <a:pt x="9197153" y="236873"/>
                  </a:lnTo>
                  <a:lnTo>
                    <a:pt x="9251758" y="209674"/>
                  </a:lnTo>
                  <a:lnTo>
                    <a:pt x="9307636" y="184693"/>
                  </a:lnTo>
                  <a:lnTo>
                    <a:pt x="9347647" y="168573"/>
                  </a:lnTo>
                  <a:lnTo>
                    <a:pt x="9399455" y="149843"/>
                  </a:lnTo>
                  <a:lnTo>
                    <a:pt x="9453705" y="132735"/>
                  </a:lnTo>
                  <a:lnTo>
                    <a:pt x="9511079" y="117194"/>
                  </a:lnTo>
                  <a:lnTo>
                    <a:pt x="9572326" y="103107"/>
                  </a:lnTo>
                  <a:lnTo>
                    <a:pt x="9638220" y="90342"/>
                  </a:lnTo>
                  <a:lnTo>
                    <a:pt x="9709520" y="78761"/>
                  </a:lnTo>
                  <a:lnTo>
                    <a:pt x="9786921" y="68236"/>
                  </a:lnTo>
                  <a:lnTo>
                    <a:pt x="9870982" y="58652"/>
                  </a:lnTo>
                  <a:lnTo>
                    <a:pt x="9962035" y="49916"/>
                  </a:lnTo>
                  <a:lnTo>
                    <a:pt x="10060071" y="41956"/>
                  </a:lnTo>
                  <a:lnTo>
                    <a:pt x="10164601" y="34721"/>
                  </a:lnTo>
                  <a:lnTo>
                    <a:pt x="10274508" y="28184"/>
                  </a:lnTo>
                  <a:lnTo>
                    <a:pt x="10387927" y="22338"/>
                  </a:lnTo>
                  <a:lnTo>
                    <a:pt x="10502182" y="17188"/>
                  </a:lnTo>
                  <a:lnTo>
                    <a:pt x="10613854" y="12751"/>
                  </a:lnTo>
                  <a:lnTo>
                    <a:pt x="10719015" y="9038"/>
                  </a:lnTo>
                  <a:lnTo>
                    <a:pt x="10813643" y="6049"/>
                  </a:lnTo>
                  <a:lnTo>
                    <a:pt x="10894180" y="3758"/>
                  </a:lnTo>
                  <a:lnTo>
                    <a:pt x="10958118" y="2112"/>
                  </a:lnTo>
                  <a:lnTo>
                    <a:pt x="11004472" y="1028"/>
                  </a:lnTo>
                  <a:lnTo>
                    <a:pt x="11034025" y="397"/>
                  </a:lnTo>
                  <a:lnTo>
                    <a:pt x="11049317" y="99"/>
                  </a:lnTo>
                  <a:lnTo>
                    <a:pt x="11054456" y="7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1" name="pl1600"/>
            <p:cNvSpPr/>
            <p:nvPr/>
          </p:nvSpPr>
          <p:spPr>
            <a:xfrm>
              <a:off x="1199187" y="4323358"/>
              <a:ext cx="12049831" cy="1221067"/>
            </a:xfrm>
            <a:custGeom>
              <a:avLst/>
              <a:pathLst>
                <a:path w="12049831" h="1221067">
                  <a:moveTo>
                    <a:pt x="12049831" y="0"/>
                  </a:moveTo>
                  <a:lnTo>
                    <a:pt x="11054891" y="0"/>
                  </a:lnTo>
                  <a:lnTo>
                    <a:pt x="11053763" y="19"/>
                  </a:lnTo>
                  <a:lnTo>
                    <a:pt x="11046315" y="155"/>
                  </a:lnTo>
                  <a:lnTo>
                    <a:pt x="11027440" y="533"/>
                  </a:lnTo>
                  <a:lnTo>
                    <a:pt x="10993437" y="1276"/>
                  </a:lnTo>
                  <a:lnTo>
                    <a:pt x="10942236" y="2506"/>
                  </a:lnTo>
                  <a:lnTo>
                    <a:pt x="10873552" y="4322"/>
                  </a:lnTo>
                  <a:lnTo>
                    <a:pt x="10788826" y="6802"/>
                  </a:lnTo>
                  <a:lnTo>
                    <a:pt x="10690909" y="9989"/>
                  </a:lnTo>
                  <a:lnTo>
                    <a:pt x="10583546" y="13903"/>
                  </a:lnTo>
                  <a:lnTo>
                    <a:pt x="10470785" y="18538"/>
                  </a:lnTo>
                  <a:lnTo>
                    <a:pt x="10356448" y="23880"/>
                  </a:lnTo>
                  <a:lnTo>
                    <a:pt x="10243764" y="29917"/>
                  </a:lnTo>
                  <a:lnTo>
                    <a:pt x="10135186" y="36645"/>
                  </a:lnTo>
                  <a:lnTo>
                    <a:pt x="10032364" y="44076"/>
                  </a:lnTo>
                  <a:lnTo>
                    <a:pt x="9936228" y="52245"/>
                  </a:lnTo>
                  <a:lnTo>
                    <a:pt x="9847119" y="61206"/>
                  </a:lnTo>
                  <a:lnTo>
                    <a:pt x="9764939" y="71039"/>
                  </a:lnTo>
                  <a:lnTo>
                    <a:pt x="9689283" y="81843"/>
                  </a:lnTo>
                  <a:lnTo>
                    <a:pt x="9619546" y="93737"/>
                  </a:lnTo>
                  <a:lnTo>
                    <a:pt x="9555010" y="106853"/>
                  </a:lnTo>
                  <a:lnTo>
                    <a:pt x="9494908" y="121328"/>
                  </a:lnTo>
                  <a:lnTo>
                    <a:pt x="9438467" y="137292"/>
                  </a:lnTo>
                  <a:lnTo>
                    <a:pt x="9384955" y="154844"/>
                  </a:lnTo>
                  <a:lnTo>
                    <a:pt x="9347647" y="168573"/>
                  </a:lnTo>
                  <a:lnTo>
                    <a:pt x="9290518" y="192038"/>
                  </a:lnTo>
                  <a:lnTo>
                    <a:pt x="9235086" y="217689"/>
                  </a:lnTo>
                  <a:lnTo>
                    <a:pt x="9180765" y="245563"/>
                  </a:lnTo>
                  <a:lnTo>
                    <a:pt x="9127113" y="275638"/>
                  </a:lnTo>
                  <a:lnTo>
                    <a:pt x="9073806" y="307821"/>
                  </a:lnTo>
                  <a:lnTo>
                    <a:pt x="9020621" y="341949"/>
                  </a:lnTo>
                  <a:lnTo>
                    <a:pt x="8967417" y="377782"/>
                  </a:lnTo>
                  <a:lnTo>
                    <a:pt x="8914125" y="415011"/>
                  </a:lnTo>
                  <a:lnTo>
                    <a:pt x="8860733" y="453264"/>
                  </a:lnTo>
                  <a:lnTo>
                    <a:pt x="8807270" y="492124"/>
                  </a:lnTo>
                  <a:lnTo>
                    <a:pt x="8753785" y="531142"/>
                  </a:lnTo>
                  <a:lnTo>
                    <a:pt x="8700338" y="569864"/>
                  </a:lnTo>
                  <a:lnTo>
                    <a:pt x="8646976" y="607849"/>
                  </a:lnTo>
                  <a:lnTo>
                    <a:pt x="8593714" y="644692"/>
                  </a:lnTo>
                  <a:lnTo>
                    <a:pt x="8540526" y="680037"/>
                  </a:lnTo>
                  <a:lnTo>
                    <a:pt x="8487322" y="713597"/>
                  </a:lnTo>
                  <a:lnTo>
                    <a:pt x="8433939" y="745155"/>
                  </a:lnTo>
                  <a:lnTo>
                    <a:pt x="8380123" y="774568"/>
                  </a:lnTo>
                  <a:lnTo>
                    <a:pt x="8325518" y="801767"/>
                  </a:lnTo>
                  <a:lnTo>
                    <a:pt x="8269641" y="826748"/>
                  </a:lnTo>
                  <a:lnTo>
                    <a:pt x="8229629" y="842868"/>
                  </a:lnTo>
                  <a:lnTo>
                    <a:pt x="8177822" y="861599"/>
                  </a:lnTo>
                  <a:lnTo>
                    <a:pt x="8123572" y="878706"/>
                  </a:lnTo>
                  <a:lnTo>
                    <a:pt x="8066197" y="894247"/>
                  </a:lnTo>
                  <a:lnTo>
                    <a:pt x="8004951" y="908334"/>
                  </a:lnTo>
                  <a:lnTo>
                    <a:pt x="7939057" y="921099"/>
                  </a:lnTo>
                  <a:lnTo>
                    <a:pt x="7867756" y="932680"/>
                  </a:lnTo>
                  <a:lnTo>
                    <a:pt x="7790355" y="943206"/>
                  </a:lnTo>
                  <a:lnTo>
                    <a:pt x="7706295" y="952789"/>
                  </a:lnTo>
                  <a:lnTo>
                    <a:pt x="7615242" y="961525"/>
                  </a:lnTo>
                  <a:lnTo>
                    <a:pt x="7517206" y="969486"/>
                  </a:lnTo>
                  <a:lnTo>
                    <a:pt x="7412676" y="976720"/>
                  </a:lnTo>
                  <a:lnTo>
                    <a:pt x="7302768" y="983257"/>
                  </a:lnTo>
                  <a:lnTo>
                    <a:pt x="7189349" y="989104"/>
                  </a:lnTo>
                  <a:lnTo>
                    <a:pt x="7075094" y="994253"/>
                  </a:lnTo>
                  <a:lnTo>
                    <a:pt x="6963422" y="998690"/>
                  </a:lnTo>
                  <a:lnTo>
                    <a:pt x="6858261" y="1002403"/>
                  </a:lnTo>
                  <a:lnTo>
                    <a:pt x="6763634" y="1005393"/>
                  </a:lnTo>
                  <a:lnTo>
                    <a:pt x="6683097" y="1007683"/>
                  </a:lnTo>
                  <a:lnTo>
                    <a:pt x="6619159" y="1009329"/>
                  </a:lnTo>
                  <a:lnTo>
                    <a:pt x="6572805" y="1010414"/>
                  </a:lnTo>
                  <a:lnTo>
                    <a:pt x="6543252" y="1011044"/>
                  </a:lnTo>
                  <a:lnTo>
                    <a:pt x="6527960" y="1011342"/>
                  </a:lnTo>
                  <a:lnTo>
                    <a:pt x="6522820" y="1011435"/>
                  </a:lnTo>
                  <a:lnTo>
                    <a:pt x="6522385" y="1011442"/>
                  </a:lnTo>
                  <a:lnTo>
                    <a:pt x="5527445" y="1011442"/>
                  </a:lnTo>
                  <a:lnTo>
                    <a:pt x="5526309" y="1011446"/>
                  </a:lnTo>
                  <a:lnTo>
                    <a:pt x="5518812" y="1011474"/>
                  </a:lnTo>
                  <a:lnTo>
                    <a:pt x="5499813" y="1011553"/>
                  </a:lnTo>
                  <a:lnTo>
                    <a:pt x="5465596" y="1011708"/>
                  </a:lnTo>
                  <a:lnTo>
                    <a:pt x="5414092" y="1011965"/>
                  </a:lnTo>
                  <a:lnTo>
                    <a:pt x="5345031" y="1012344"/>
                  </a:lnTo>
                  <a:lnTo>
                    <a:pt x="5259884" y="1012861"/>
                  </a:lnTo>
                  <a:lnTo>
                    <a:pt x="5161541" y="1013526"/>
                  </a:lnTo>
                  <a:lnTo>
                    <a:pt x="5053783" y="1014342"/>
                  </a:lnTo>
                  <a:lnTo>
                    <a:pt x="4940686" y="1015308"/>
                  </a:lnTo>
                  <a:lnTo>
                    <a:pt x="4826089" y="1016421"/>
                  </a:lnTo>
                  <a:lnTo>
                    <a:pt x="4713226" y="1017679"/>
                  </a:lnTo>
                  <a:lnTo>
                    <a:pt x="4604544" y="1019081"/>
                  </a:lnTo>
                  <a:lnTo>
                    <a:pt x="4501683" y="1020630"/>
                  </a:lnTo>
                  <a:lnTo>
                    <a:pt x="4405557" y="1022332"/>
                  </a:lnTo>
                  <a:lnTo>
                    <a:pt x="4316495" y="1024200"/>
                  </a:lnTo>
                  <a:lnTo>
                    <a:pt x="4234384" y="1026250"/>
                  </a:lnTo>
                  <a:lnTo>
                    <a:pt x="4158806" y="1028503"/>
                  </a:lnTo>
                  <a:lnTo>
                    <a:pt x="4089146" y="1030984"/>
                  </a:lnTo>
                  <a:lnTo>
                    <a:pt x="4024679" y="1033721"/>
                  </a:lnTo>
                  <a:lnTo>
                    <a:pt x="3964629" y="1036742"/>
                  </a:lnTo>
                  <a:lnTo>
                    <a:pt x="3908221" y="1040074"/>
                  </a:lnTo>
                  <a:lnTo>
                    <a:pt x="3854719" y="1043738"/>
                  </a:lnTo>
                  <a:lnTo>
                    <a:pt x="3820202" y="1046379"/>
                  </a:lnTo>
                  <a:lnTo>
                    <a:pt x="3758782" y="1051633"/>
                  </a:lnTo>
                  <a:lnTo>
                    <a:pt x="3699273" y="1057413"/>
                  </a:lnTo>
                  <a:lnTo>
                    <a:pt x="3640966" y="1063726"/>
                  </a:lnTo>
                  <a:lnTo>
                    <a:pt x="3583338" y="1070564"/>
                  </a:lnTo>
                  <a:lnTo>
                    <a:pt x="3526021" y="1077898"/>
                  </a:lnTo>
                  <a:lnTo>
                    <a:pt x="3468773" y="1085679"/>
                  </a:lnTo>
                  <a:lnTo>
                    <a:pt x="3411459" y="1093837"/>
                  </a:lnTo>
                  <a:lnTo>
                    <a:pt x="3354029" y="1102285"/>
                  </a:lnTo>
                  <a:lnTo>
                    <a:pt x="3296499" y="1110917"/>
                  </a:lnTo>
                  <a:lnTo>
                    <a:pt x="3238925" y="1119622"/>
                  </a:lnTo>
                  <a:lnTo>
                    <a:pt x="3181379" y="1128282"/>
                  </a:lnTo>
                  <a:lnTo>
                    <a:pt x="3123924" y="1136780"/>
                  </a:lnTo>
                  <a:lnTo>
                    <a:pt x="3066585" y="1145012"/>
                  </a:lnTo>
                  <a:lnTo>
                    <a:pt x="3009330" y="1152886"/>
                  </a:lnTo>
                  <a:lnTo>
                    <a:pt x="2952046" y="1160326"/>
                  </a:lnTo>
                  <a:lnTo>
                    <a:pt x="2894516" y="1167280"/>
                  </a:lnTo>
                  <a:lnTo>
                    <a:pt x="2836402" y="1173713"/>
                  </a:lnTo>
                  <a:lnTo>
                    <a:pt x="2777221" y="1179614"/>
                  </a:lnTo>
                  <a:lnTo>
                    <a:pt x="2716307" y="1184985"/>
                  </a:lnTo>
                  <a:lnTo>
                    <a:pt x="2702183" y="1186130"/>
                  </a:lnTo>
                  <a:lnTo>
                    <a:pt x="2650253" y="1190020"/>
                  </a:lnTo>
                  <a:lnTo>
                    <a:pt x="2595867" y="1193573"/>
                  </a:lnTo>
                  <a:lnTo>
                    <a:pt x="2538339" y="1196800"/>
                  </a:lnTo>
                  <a:lnTo>
                    <a:pt x="2476915" y="1199724"/>
                  </a:lnTo>
                  <a:lnTo>
                    <a:pt x="2410815" y="1202373"/>
                  </a:lnTo>
                  <a:lnTo>
                    <a:pt x="2339275" y="1204775"/>
                  </a:lnTo>
                  <a:lnTo>
                    <a:pt x="2261597" y="1206959"/>
                  </a:lnTo>
                  <a:lnTo>
                    <a:pt x="2177221" y="1208946"/>
                  </a:lnTo>
                  <a:lnTo>
                    <a:pt x="2085817" y="1210758"/>
                  </a:lnTo>
                  <a:lnTo>
                    <a:pt x="1987402" y="1212408"/>
                  </a:lnTo>
                  <a:lnTo>
                    <a:pt x="1882481" y="1213907"/>
                  </a:lnTo>
                  <a:lnTo>
                    <a:pt x="1772197" y="1215262"/>
                  </a:lnTo>
                  <a:lnTo>
                    <a:pt x="1658449" y="1216472"/>
                  </a:lnTo>
                  <a:lnTo>
                    <a:pt x="1543955" y="1217537"/>
                  </a:lnTo>
                  <a:lnTo>
                    <a:pt x="1432178" y="1218454"/>
                  </a:lnTo>
                  <a:lnTo>
                    <a:pt x="1327085" y="1219220"/>
                  </a:lnTo>
                  <a:lnTo>
                    <a:pt x="1232719" y="1219835"/>
                  </a:lnTo>
                  <a:lnTo>
                    <a:pt x="1152632" y="1220305"/>
                  </a:lnTo>
                  <a:lnTo>
                    <a:pt x="1089295" y="1220642"/>
                  </a:lnTo>
                  <a:lnTo>
                    <a:pt x="1043626" y="1220862"/>
                  </a:lnTo>
                  <a:lnTo>
                    <a:pt x="1014756" y="1220989"/>
                  </a:lnTo>
                  <a:lnTo>
                    <a:pt x="1000046" y="1221048"/>
                  </a:lnTo>
                  <a:lnTo>
                    <a:pt x="995286" y="1221066"/>
                  </a:lnTo>
                  <a:lnTo>
                    <a:pt x="994940" y="1221067"/>
                  </a:lnTo>
                  <a:lnTo>
                    <a:pt x="0" y="1221067"/>
                  </a:lnTo>
                  <a:lnTo>
                    <a:pt x="0" y="12210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2" name="pg1601"/>
            <p:cNvSpPr/>
            <p:nvPr/>
          </p:nvSpPr>
          <p:spPr>
            <a:xfrm>
              <a:off x="1199187" y="5392447"/>
              <a:ext cx="12049831" cy="277753"/>
            </a:xfrm>
            <a:custGeom>
              <a:avLst/>
              <a:pathLst>
                <a:path w="12049831" h="277753">
                  <a:moveTo>
                    <a:pt x="0" y="172940"/>
                  </a:moveTo>
                  <a:lnTo>
                    <a:pt x="994940" y="172940"/>
                  </a:lnTo>
                  <a:lnTo>
                    <a:pt x="996076" y="172942"/>
                  </a:lnTo>
                  <a:lnTo>
                    <a:pt x="1003575" y="172957"/>
                  </a:lnTo>
                  <a:lnTo>
                    <a:pt x="1022578" y="172996"/>
                  </a:lnTo>
                  <a:lnTo>
                    <a:pt x="1056802" y="173074"/>
                  </a:lnTo>
                  <a:lnTo>
                    <a:pt x="1108317" y="173202"/>
                  </a:lnTo>
                  <a:lnTo>
                    <a:pt x="1177391" y="173392"/>
                  </a:lnTo>
                  <a:lnTo>
                    <a:pt x="1262552" y="173650"/>
                  </a:lnTo>
                  <a:lnTo>
                    <a:pt x="1360909" y="173983"/>
                  </a:lnTo>
                  <a:lnTo>
                    <a:pt x="1468680" y="174391"/>
                  </a:lnTo>
                  <a:lnTo>
                    <a:pt x="1581789" y="174874"/>
                  </a:lnTo>
                  <a:lnTo>
                    <a:pt x="1696395" y="175431"/>
                  </a:lnTo>
                  <a:lnTo>
                    <a:pt x="1809264" y="176060"/>
                  </a:lnTo>
                  <a:lnTo>
                    <a:pt x="1917949" y="176761"/>
                  </a:lnTo>
                  <a:lnTo>
                    <a:pt x="2020812" y="177535"/>
                  </a:lnTo>
                  <a:lnTo>
                    <a:pt x="2116937" y="178386"/>
                  </a:lnTo>
                  <a:lnTo>
                    <a:pt x="2205997" y="179320"/>
                  </a:lnTo>
                  <a:lnTo>
                    <a:pt x="2288106" y="180346"/>
                  </a:lnTo>
                  <a:lnTo>
                    <a:pt x="2363681" y="181472"/>
                  </a:lnTo>
                  <a:lnTo>
                    <a:pt x="2433338" y="182713"/>
                  </a:lnTo>
                  <a:lnTo>
                    <a:pt x="2497803" y="184082"/>
                  </a:lnTo>
                  <a:lnTo>
                    <a:pt x="2557851" y="185593"/>
                  </a:lnTo>
                  <a:lnTo>
                    <a:pt x="2614259" y="187260"/>
                  </a:lnTo>
                  <a:lnTo>
                    <a:pt x="2667761" y="189092"/>
                  </a:lnTo>
                  <a:lnTo>
                    <a:pt x="2702183" y="190409"/>
                  </a:lnTo>
                  <a:lnTo>
                    <a:pt x="2763779" y="193044"/>
                  </a:lnTo>
                  <a:lnTo>
                    <a:pt x="2823454" y="195943"/>
                  </a:lnTo>
                  <a:lnTo>
                    <a:pt x="2881924" y="199111"/>
                  </a:lnTo>
                  <a:lnTo>
                    <a:pt x="2939714" y="202543"/>
                  </a:lnTo>
                  <a:lnTo>
                    <a:pt x="2997195" y="206224"/>
                  </a:lnTo>
                  <a:lnTo>
                    <a:pt x="3054610" y="210129"/>
                  </a:lnTo>
                  <a:lnTo>
                    <a:pt x="3112093" y="214223"/>
                  </a:lnTo>
                  <a:lnTo>
                    <a:pt x="3169692" y="218461"/>
                  </a:lnTo>
                  <a:lnTo>
                    <a:pt x="3227391" y="222792"/>
                  </a:lnTo>
                  <a:lnTo>
                    <a:pt x="3285133" y="227157"/>
                  </a:lnTo>
                  <a:lnTo>
                    <a:pt x="3342844" y="231498"/>
                  </a:lnTo>
                  <a:lnTo>
                    <a:pt x="3400463" y="235756"/>
                  </a:lnTo>
                  <a:lnTo>
                    <a:pt x="3457964" y="239878"/>
                  </a:lnTo>
                  <a:lnTo>
                    <a:pt x="3515383" y="243818"/>
                  </a:lnTo>
                  <a:lnTo>
                    <a:pt x="3572840" y="247539"/>
                  </a:lnTo>
                  <a:lnTo>
                    <a:pt x="3630555" y="251015"/>
                  </a:lnTo>
                  <a:lnTo>
                    <a:pt x="3688876" y="254228"/>
                  </a:lnTo>
                  <a:lnTo>
                    <a:pt x="3748301" y="257173"/>
                  </a:lnTo>
                  <a:lnTo>
                    <a:pt x="3809507" y="259853"/>
                  </a:lnTo>
                  <a:lnTo>
                    <a:pt x="3820202" y="260284"/>
                  </a:lnTo>
                  <a:lnTo>
                    <a:pt x="3872136" y="262230"/>
                  </a:lnTo>
                  <a:lnTo>
                    <a:pt x="3926527" y="264006"/>
                  </a:lnTo>
                  <a:lnTo>
                    <a:pt x="3984060" y="265620"/>
                  </a:lnTo>
                  <a:lnTo>
                    <a:pt x="4045490" y="267082"/>
                  </a:lnTo>
                  <a:lnTo>
                    <a:pt x="4111597" y="268406"/>
                  </a:lnTo>
                  <a:lnTo>
                    <a:pt x="4183145" y="269608"/>
                  </a:lnTo>
                  <a:lnTo>
                    <a:pt x="4260833" y="270699"/>
                  </a:lnTo>
                  <a:lnTo>
                    <a:pt x="4345219" y="271693"/>
                  </a:lnTo>
                  <a:lnTo>
                    <a:pt x="4436635" y="272599"/>
                  </a:lnTo>
                  <a:lnTo>
                    <a:pt x="4535063" y="273424"/>
                  </a:lnTo>
                  <a:lnTo>
                    <a:pt x="4639997" y="274174"/>
                  </a:lnTo>
                  <a:lnTo>
                    <a:pt x="4750294" y="274851"/>
                  </a:lnTo>
                  <a:lnTo>
                    <a:pt x="4864053" y="275456"/>
                  </a:lnTo>
                  <a:lnTo>
                    <a:pt x="4978555" y="275989"/>
                  </a:lnTo>
                  <a:lnTo>
                    <a:pt x="5090336" y="276447"/>
                  </a:lnTo>
                  <a:lnTo>
                    <a:pt x="5195426" y="276830"/>
                  </a:lnTo>
                  <a:lnTo>
                    <a:pt x="5289783" y="277137"/>
                  </a:lnTo>
                  <a:lnTo>
                    <a:pt x="5369855" y="277372"/>
                  </a:lnTo>
                  <a:lnTo>
                    <a:pt x="5433172" y="277541"/>
                  </a:lnTo>
                  <a:lnTo>
                    <a:pt x="5478817" y="277651"/>
                  </a:lnTo>
                  <a:lnTo>
                    <a:pt x="5507664" y="277714"/>
                  </a:lnTo>
                  <a:lnTo>
                    <a:pt x="5522354" y="277744"/>
                  </a:lnTo>
                  <a:lnTo>
                    <a:pt x="5527101" y="277753"/>
                  </a:lnTo>
                  <a:lnTo>
                    <a:pt x="5527445" y="277753"/>
                  </a:lnTo>
                  <a:lnTo>
                    <a:pt x="6522385" y="277753"/>
                  </a:lnTo>
                  <a:lnTo>
                    <a:pt x="6523521" y="277748"/>
                  </a:lnTo>
                  <a:lnTo>
                    <a:pt x="6531017" y="277711"/>
                  </a:lnTo>
                  <a:lnTo>
                    <a:pt x="6550012" y="277608"/>
                  </a:lnTo>
                  <a:lnTo>
                    <a:pt x="6584222" y="277407"/>
                  </a:lnTo>
                  <a:lnTo>
                    <a:pt x="6635717" y="277073"/>
                  </a:lnTo>
                  <a:lnTo>
                    <a:pt x="6704767" y="276581"/>
                  </a:lnTo>
                  <a:lnTo>
                    <a:pt x="6789900" y="275908"/>
                  </a:lnTo>
                  <a:lnTo>
                    <a:pt x="6888230" y="275044"/>
                  </a:lnTo>
                  <a:lnTo>
                    <a:pt x="6995975" y="273984"/>
                  </a:lnTo>
                  <a:lnTo>
                    <a:pt x="7109062" y="272728"/>
                  </a:lnTo>
                  <a:lnTo>
                    <a:pt x="7223651" y="271281"/>
                  </a:lnTo>
                  <a:lnTo>
                    <a:pt x="7336509" y="269646"/>
                  </a:lnTo>
                  <a:lnTo>
                    <a:pt x="7445187" y="267824"/>
                  </a:lnTo>
                  <a:lnTo>
                    <a:pt x="7548047" y="265811"/>
                  </a:lnTo>
                  <a:lnTo>
                    <a:pt x="7644173" y="263599"/>
                  </a:lnTo>
                  <a:lnTo>
                    <a:pt x="7733237" y="261171"/>
                  </a:lnTo>
                  <a:lnTo>
                    <a:pt x="7815350" y="258507"/>
                  </a:lnTo>
                  <a:lnTo>
                    <a:pt x="7890930" y="255578"/>
                  </a:lnTo>
                  <a:lnTo>
                    <a:pt x="7960593" y="252353"/>
                  </a:lnTo>
                  <a:lnTo>
                    <a:pt x="8025062" y="248796"/>
                  </a:lnTo>
                  <a:lnTo>
                    <a:pt x="8085113" y="244870"/>
                  </a:lnTo>
                  <a:lnTo>
                    <a:pt x="8141523" y="240539"/>
                  </a:lnTo>
                  <a:lnTo>
                    <a:pt x="8195025" y="235777"/>
                  </a:lnTo>
                  <a:lnTo>
                    <a:pt x="8229629" y="232334"/>
                  </a:lnTo>
                  <a:lnTo>
                    <a:pt x="8290890" y="225523"/>
                  </a:lnTo>
                  <a:lnTo>
                    <a:pt x="8350248" y="218033"/>
                  </a:lnTo>
                  <a:lnTo>
                    <a:pt x="8408407" y="209852"/>
                  </a:lnTo>
                  <a:lnTo>
                    <a:pt x="8465887" y="200992"/>
                  </a:lnTo>
                  <a:lnTo>
                    <a:pt x="8523055" y="191490"/>
                  </a:lnTo>
                  <a:lnTo>
                    <a:pt x="8580152" y="181409"/>
                  </a:lnTo>
                  <a:lnTo>
                    <a:pt x="8637313" y="170838"/>
                  </a:lnTo>
                  <a:lnTo>
                    <a:pt x="8694589" y="159892"/>
                  </a:lnTo>
                  <a:lnTo>
                    <a:pt x="8751966" y="148703"/>
                  </a:lnTo>
                  <a:lnTo>
                    <a:pt x="8809388" y="137417"/>
                  </a:lnTo>
                  <a:lnTo>
                    <a:pt x="8866784" y="126186"/>
                  </a:lnTo>
                  <a:lnTo>
                    <a:pt x="8924091" y="115158"/>
                  </a:lnTo>
                  <a:lnTo>
                    <a:pt x="8981283" y="104471"/>
                  </a:lnTo>
                  <a:lnTo>
                    <a:pt x="9038388" y="94245"/>
                  </a:lnTo>
                  <a:lnTo>
                    <a:pt x="9095517" y="84575"/>
                  </a:lnTo>
                  <a:lnTo>
                    <a:pt x="9152879" y="75532"/>
                  </a:lnTo>
                  <a:lnTo>
                    <a:pt x="9210805" y="67160"/>
                  </a:lnTo>
                  <a:lnTo>
                    <a:pt x="9269769" y="59478"/>
                  </a:lnTo>
                  <a:lnTo>
                    <a:pt x="9330419" y="52481"/>
                  </a:lnTo>
                  <a:lnTo>
                    <a:pt x="9347647" y="50659"/>
                  </a:lnTo>
                  <a:lnTo>
                    <a:pt x="9399574" y="45602"/>
                  </a:lnTo>
                  <a:lnTo>
                    <a:pt x="9453956" y="40983"/>
                  </a:lnTo>
                  <a:lnTo>
                    <a:pt x="9511479" y="36789"/>
                  </a:lnTo>
                  <a:lnTo>
                    <a:pt x="9572897" y="32988"/>
                  </a:lnTo>
                  <a:lnTo>
                    <a:pt x="9638991" y="29544"/>
                  </a:lnTo>
                  <a:lnTo>
                    <a:pt x="9710524" y="26421"/>
                  </a:lnTo>
                  <a:lnTo>
                    <a:pt x="9788193" y="23582"/>
                  </a:lnTo>
                  <a:lnTo>
                    <a:pt x="9872559" y="20999"/>
                  </a:lnTo>
                  <a:lnTo>
                    <a:pt x="9963952" y="18644"/>
                  </a:lnTo>
                  <a:lnTo>
                    <a:pt x="10062356" y="16498"/>
                  </a:lnTo>
                  <a:lnTo>
                    <a:pt x="10167264" y="14549"/>
                  </a:lnTo>
                  <a:lnTo>
                    <a:pt x="10277537" y="12789"/>
                  </a:lnTo>
                  <a:lnTo>
                    <a:pt x="10391274" y="11215"/>
                  </a:lnTo>
                  <a:lnTo>
                    <a:pt x="10505761" y="9831"/>
                  </a:lnTo>
                  <a:lnTo>
                    <a:pt x="10617535" y="8639"/>
                  </a:lnTo>
                  <a:lnTo>
                    <a:pt x="10722630" y="7643"/>
                  </a:lnTo>
                  <a:lnTo>
                    <a:pt x="10817004" y="6843"/>
                  </a:lnTo>
                  <a:lnTo>
                    <a:pt x="10897106" y="6232"/>
                  </a:lnTo>
                  <a:lnTo>
                    <a:pt x="10960461" y="5794"/>
                  </a:lnTo>
                  <a:lnTo>
                    <a:pt x="11006151" y="5507"/>
                  </a:lnTo>
                  <a:lnTo>
                    <a:pt x="11035042" y="5342"/>
                  </a:lnTo>
                  <a:lnTo>
                    <a:pt x="11049771" y="5265"/>
                  </a:lnTo>
                  <a:lnTo>
                    <a:pt x="11054542" y="524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5"/>
                  </a:lnTo>
                  <a:lnTo>
                    <a:pt x="11046259" y="42"/>
                  </a:lnTo>
                  <a:lnTo>
                    <a:pt x="11027264" y="144"/>
                  </a:lnTo>
                  <a:lnTo>
                    <a:pt x="10993054" y="346"/>
                  </a:lnTo>
                  <a:lnTo>
                    <a:pt x="10941559" y="679"/>
                  </a:lnTo>
                  <a:lnTo>
                    <a:pt x="10872510" y="1172"/>
                  </a:lnTo>
                  <a:lnTo>
                    <a:pt x="10787376" y="1844"/>
                  </a:lnTo>
                  <a:lnTo>
                    <a:pt x="10689046" y="2708"/>
                  </a:lnTo>
                  <a:lnTo>
                    <a:pt x="10581301" y="3769"/>
                  </a:lnTo>
                  <a:lnTo>
                    <a:pt x="10468215" y="5025"/>
                  </a:lnTo>
                  <a:lnTo>
                    <a:pt x="10353625" y="6472"/>
                  </a:lnTo>
                  <a:lnTo>
                    <a:pt x="10240768" y="8107"/>
                  </a:lnTo>
                  <a:lnTo>
                    <a:pt x="10132089" y="9929"/>
                  </a:lnTo>
                  <a:lnTo>
                    <a:pt x="10029229" y="11941"/>
                  </a:lnTo>
                  <a:lnTo>
                    <a:pt x="9933103" y="14154"/>
                  </a:lnTo>
                  <a:lnTo>
                    <a:pt x="9844040" y="16582"/>
                  </a:lnTo>
                  <a:lnTo>
                    <a:pt x="9761927" y="19246"/>
                  </a:lnTo>
                  <a:lnTo>
                    <a:pt x="9686346" y="22175"/>
                  </a:lnTo>
                  <a:lnTo>
                    <a:pt x="9616684" y="25399"/>
                  </a:lnTo>
                  <a:lnTo>
                    <a:pt x="9552215" y="28956"/>
                  </a:lnTo>
                  <a:lnTo>
                    <a:pt x="9492163" y="32883"/>
                  </a:lnTo>
                  <a:lnTo>
                    <a:pt x="9435754" y="37214"/>
                  </a:lnTo>
                  <a:lnTo>
                    <a:pt x="9382251" y="41976"/>
                  </a:lnTo>
                  <a:lnTo>
                    <a:pt x="9347647" y="45418"/>
                  </a:lnTo>
                  <a:lnTo>
                    <a:pt x="9286387" y="52229"/>
                  </a:lnTo>
                  <a:lnTo>
                    <a:pt x="9227029" y="59720"/>
                  </a:lnTo>
                  <a:lnTo>
                    <a:pt x="9168869" y="67901"/>
                  </a:lnTo>
                  <a:lnTo>
                    <a:pt x="9111390" y="76761"/>
                  </a:lnTo>
                  <a:lnTo>
                    <a:pt x="9054222" y="86263"/>
                  </a:lnTo>
                  <a:lnTo>
                    <a:pt x="8997125" y="96344"/>
                  </a:lnTo>
                  <a:lnTo>
                    <a:pt x="8939963" y="106914"/>
                  </a:lnTo>
                  <a:lnTo>
                    <a:pt x="8882687" y="117860"/>
                  </a:lnTo>
                  <a:lnTo>
                    <a:pt x="8825311" y="129050"/>
                  </a:lnTo>
                  <a:lnTo>
                    <a:pt x="8767889" y="140336"/>
                  </a:lnTo>
                  <a:lnTo>
                    <a:pt x="8710493" y="151567"/>
                  </a:lnTo>
                  <a:lnTo>
                    <a:pt x="8653185" y="162595"/>
                  </a:lnTo>
                  <a:lnTo>
                    <a:pt x="8595994" y="173281"/>
                  </a:lnTo>
                  <a:lnTo>
                    <a:pt x="8538889" y="183508"/>
                  </a:lnTo>
                  <a:lnTo>
                    <a:pt x="8481760" y="193178"/>
                  </a:lnTo>
                  <a:lnTo>
                    <a:pt x="8424397" y="202221"/>
                  </a:lnTo>
                  <a:lnTo>
                    <a:pt x="8366471" y="210592"/>
                  </a:lnTo>
                  <a:lnTo>
                    <a:pt x="8307508" y="218274"/>
                  </a:lnTo>
                  <a:lnTo>
                    <a:pt x="8246858" y="225272"/>
                  </a:lnTo>
                  <a:lnTo>
                    <a:pt x="8229629" y="227094"/>
                  </a:lnTo>
                  <a:lnTo>
                    <a:pt x="8177703" y="232151"/>
                  </a:lnTo>
                  <a:lnTo>
                    <a:pt x="8123321" y="236769"/>
                  </a:lnTo>
                  <a:lnTo>
                    <a:pt x="8065798" y="240964"/>
                  </a:lnTo>
                  <a:lnTo>
                    <a:pt x="8004379" y="244765"/>
                  </a:lnTo>
                  <a:lnTo>
                    <a:pt x="7938286" y="248208"/>
                  </a:lnTo>
                  <a:lnTo>
                    <a:pt x="7866753" y="251332"/>
                  </a:lnTo>
                  <a:lnTo>
                    <a:pt x="7789083" y="254170"/>
                  </a:lnTo>
                  <a:lnTo>
                    <a:pt x="7704717" y="256754"/>
                  </a:lnTo>
                  <a:lnTo>
                    <a:pt x="7613324" y="259109"/>
                  </a:lnTo>
                  <a:lnTo>
                    <a:pt x="7514921" y="261254"/>
                  </a:lnTo>
                  <a:lnTo>
                    <a:pt x="7410013" y="263203"/>
                  </a:lnTo>
                  <a:lnTo>
                    <a:pt x="7299740" y="264964"/>
                  </a:lnTo>
                  <a:lnTo>
                    <a:pt x="7186002" y="266537"/>
                  </a:lnTo>
                  <a:lnTo>
                    <a:pt x="7071516" y="267922"/>
                  </a:lnTo>
                  <a:lnTo>
                    <a:pt x="6959742" y="269114"/>
                  </a:lnTo>
                  <a:lnTo>
                    <a:pt x="6854647" y="270110"/>
                  </a:lnTo>
                  <a:lnTo>
                    <a:pt x="6760272" y="270910"/>
                  </a:lnTo>
                  <a:lnTo>
                    <a:pt x="6680171" y="271521"/>
                  </a:lnTo>
                  <a:lnTo>
                    <a:pt x="6616815" y="271959"/>
                  </a:lnTo>
                  <a:lnTo>
                    <a:pt x="6571126" y="272245"/>
                  </a:lnTo>
                  <a:lnTo>
                    <a:pt x="6542234" y="272411"/>
                  </a:lnTo>
                  <a:lnTo>
                    <a:pt x="6527506" y="272488"/>
                  </a:lnTo>
                  <a:lnTo>
                    <a:pt x="6522735" y="272511"/>
                  </a:lnTo>
                  <a:lnTo>
                    <a:pt x="6522385" y="272512"/>
                  </a:lnTo>
                  <a:lnTo>
                    <a:pt x="5527445" y="272512"/>
                  </a:lnTo>
                  <a:lnTo>
                    <a:pt x="5526309" y="272510"/>
                  </a:lnTo>
                  <a:lnTo>
                    <a:pt x="5518810" y="272496"/>
                  </a:lnTo>
                  <a:lnTo>
                    <a:pt x="5499807" y="272457"/>
                  </a:lnTo>
                  <a:lnTo>
                    <a:pt x="5465583" y="272379"/>
                  </a:lnTo>
                  <a:lnTo>
                    <a:pt x="5414068" y="272251"/>
                  </a:lnTo>
                  <a:lnTo>
                    <a:pt x="5344994" y="272061"/>
                  </a:lnTo>
                  <a:lnTo>
                    <a:pt x="5259833" y="271803"/>
                  </a:lnTo>
                  <a:lnTo>
                    <a:pt x="5161476" y="271470"/>
                  </a:lnTo>
                  <a:lnTo>
                    <a:pt x="5053705" y="271062"/>
                  </a:lnTo>
                  <a:lnTo>
                    <a:pt x="4940596" y="270579"/>
                  </a:lnTo>
                  <a:lnTo>
                    <a:pt x="4825990" y="270022"/>
                  </a:lnTo>
                  <a:lnTo>
                    <a:pt x="4713121" y="269393"/>
                  </a:lnTo>
                  <a:lnTo>
                    <a:pt x="4604436" y="268692"/>
                  </a:lnTo>
                  <a:lnTo>
                    <a:pt x="4501573" y="267918"/>
                  </a:lnTo>
                  <a:lnTo>
                    <a:pt x="4405448" y="267066"/>
                  </a:lnTo>
                  <a:lnTo>
                    <a:pt x="4316388" y="266132"/>
                  </a:lnTo>
                  <a:lnTo>
                    <a:pt x="4234279" y="265107"/>
                  </a:lnTo>
                  <a:lnTo>
                    <a:pt x="4158704" y="263980"/>
                  </a:lnTo>
                  <a:lnTo>
                    <a:pt x="4089047" y="262740"/>
                  </a:lnTo>
                  <a:lnTo>
                    <a:pt x="4024582" y="261371"/>
                  </a:lnTo>
                  <a:lnTo>
                    <a:pt x="3964534" y="259860"/>
                  </a:lnTo>
                  <a:lnTo>
                    <a:pt x="3908126" y="258193"/>
                  </a:lnTo>
                  <a:lnTo>
                    <a:pt x="3854624" y="256361"/>
                  </a:lnTo>
                  <a:lnTo>
                    <a:pt x="3820202" y="255044"/>
                  </a:lnTo>
                  <a:lnTo>
                    <a:pt x="3758606" y="252409"/>
                  </a:lnTo>
                  <a:lnTo>
                    <a:pt x="3698931" y="249510"/>
                  </a:lnTo>
                  <a:lnTo>
                    <a:pt x="3640461" y="246342"/>
                  </a:lnTo>
                  <a:lnTo>
                    <a:pt x="3582671" y="242910"/>
                  </a:lnTo>
                  <a:lnTo>
                    <a:pt x="3525190" y="239229"/>
                  </a:lnTo>
                  <a:lnTo>
                    <a:pt x="3467775" y="235324"/>
                  </a:lnTo>
                  <a:lnTo>
                    <a:pt x="3410292" y="231230"/>
                  </a:lnTo>
                  <a:lnTo>
                    <a:pt x="3352693" y="226992"/>
                  </a:lnTo>
                  <a:lnTo>
                    <a:pt x="3294994" y="222661"/>
                  </a:lnTo>
                  <a:lnTo>
                    <a:pt x="3237252" y="218296"/>
                  </a:lnTo>
                  <a:lnTo>
                    <a:pt x="3179541" y="213955"/>
                  </a:lnTo>
                  <a:lnTo>
                    <a:pt x="3121922" y="209697"/>
                  </a:lnTo>
                  <a:lnTo>
                    <a:pt x="3064421" y="205575"/>
                  </a:lnTo>
                  <a:lnTo>
                    <a:pt x="3007002" y="201635"/>
                  </a:lnTo>
                  <a:lnTo>
                    <a:pt x="2949545" y="197914"/>
                  </a:lnTo>
                  <a:lnTo>
                    <a:pt x="2891830" y="194438"/>
                  </a:lnTo>
                  <a:lnTo>
                    <a:pt x="2833509" y="191225"/>
                  </a:lnTo>
                  <a:lnTo>
                    <a:pt x="2774084" y="188280"/>
                  </a:lnTo>
                  <a:lnTo>
                    <a:pt x="2712878" y="185600"/>
                  </a:lnTo>
                  <a:lnTo>
                    <a:pt x="2702183" y="185169"/>
                  </a:lnTo>
                  <a:lnTo>
                    <a:pt x="2650249" y="183223"/>
                  </a:lnTo>
                  <a:lnTo>
                    <a:pt x="2595858" y="181447"/>
                  </a:lnTo>
                  <a:lnTo>
                    <a:pt x="2538325" y="179833"/>
                  </a:lnTo>
                  <a:lnTo>
                    <a:pt x="2476895" y="178371"/>
                  </a:lnTo>
                  <a:lnTo>
                    <a:pt x="2410788" y="177047"/>
                  </a:lnTo>
                  <a:lnTo>
                    <a:pt x="2339240" y="175845"/>
                  </a:lnTo>
                  <a:lnTo>
                    <a:pt x="2261552" y="174753"/>
                  </a:lnTo>
                  <a:lnTo>
                    <a:pt x="2177166" y="173760"/>
                  </a:lnTo>
                  <a:lnTo>
                    <a:pt x="2085750" y="172854"/>
                  </a:lnTo>
                  <a:lnTo>
                    <a:pt x="1987322" y="172029"/>
                  </a:lnTo>
                  <a:lnTo>
                    <a:pt x="1882388" y="171279"/>
                  </a:lnTo>
                  <a:lnTo>
                    <a:pt x="1772091" y="170602"/>
                  </a:lnTo>
                  <a:lnTo>
                    <a:pt x="1658332" y="169997"/>
                  </a:lnTo>
                  <a:lnTo>
                    <a:pt x="1543830" y="169464"/>
                  </a:lnTo>
                  <a:lnTo>
                    <a:pt x="1432049" y="169006"/>
                  </a:lnTo>
                  <a:lnTo>
                    <a:pt x="1326959" y="168623"/>
                  </a:lnTo>
                  <a:lnTo>
                    <a:pt x="1232602" y="168316"/>
                  </a:lnTo>
                  <a:lnTo>
                    <a:pt x="1152530" y="168081"/>
                  </a:lnTo>
                  <a:lnTo>
                    <a:pt x="1089213" y="167912"/>
                  </a:lnTo>
                  <a:lnTo>
                    <a:pt x="1043568" y="167802"/>
                  </a:lnTo>
                  <a:lnTo>
                    <a:pt x="1014721" y="167739"/>
                  </a:lnTo>
                  <a:lnTo>
                    <a:pt x="1000031" y="167709"/>
                  </a:lnTo>
                  <a:lnTo>
                    <a:pt x="995284" y="167700"/>
                  </a:lnTo>
                  <a:lnTo>
                    <a:pt x="994940" y="167700"/>
                  </a:lnTo>
                  <a:lnTo>
                    <a:pt x="0" y="167700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03" name="pl1602"/>
            <p:cNvSpPr/>
            <p:nvPr/>
          </p:nvSpPr>
          <p:spPr>
            <a:xfrm>
              <a:off x="1199187" y="5397688"/>
              <a:ext cx="12049831" cy="272512"/>
            </a:xfrm>
            <a:custGeom>
              <a:avLst/>
              <a:pathLst>
                <a:path w="12049831" h="272512">
                  <a:moveTo>
                    <a:pt x="0" y="167700"/>
                  </a:moveTo>
                  <a:lnTo>
                    <a:pt x="994940" y="167700"/>
                  </a:lnTo>
                  <a:lnTo>
                    <a:pt x="996076" y="167702"/>
                  </a:lnTo>
                  <a:lnTo>
                    <a:pt x="1003575" y="167716"/>
                  </a:lnTo>
                  <a:lnTo>
                    <a:pt x="1022578" y="167755"/>
                  </a:lnTo>
                  <a:lnTo>
                    <a:pt x="1056802" y="167833"/>
                  </a:lnTo>
                  <a:lnTo>
                    <a:pt x="1108317" y="167961"/>
                  </a:lnTo>
                  <a:lnTo>
                    <a:pt x="1177391" y="168151"/>
                  </a:lnTo>
                  <a:lnTo>
                    <a:pt x="1262552" y="168410"/>
                  </a:lnTo>
                  <a:lnTo>
                    <a:pt x="1360909" y="168742"/>
                  </a:lnTo>
                  <a:lnTo>
                    <a:pt x="1468680" y="169150"/>
                  </a:lnTo>
                  <a:lnTo>
                    <a:pt x="1581789" y="169633"/>
                  </a:lnTo>
                  <a:lnTo>
                    <a:pt x="1696395" y="170190"/>
                  </a:lnTo>
                  <a:lnTo>
                    <a:pt x="1809264" y="170819"/>
                  </a:lnTo>
                  <a:lnTo>
                    <a:pt x="1917949" y="171520"/>
                  </a:lnTo>
                  <a:lnTo>
                    <a:pt x="2020812" y="172295"/>
                  </a:lnTo>
                  <a:lnTo>
                    <a:pt x="2116937" y="173146"/>
                  </a:lnTo>
                  <a:lnTo>
                    <a:pt x="2205997" y="174080"/>
                  </a:lnTo>
                  <a:lnTo>
                    <a:pt x="2288106" y="175105"/>
                  </a:lnTo>
                  <a:lnTo>
                    <a:pt x="2363681" y="176232"/>
                  </a:lnTo>
                  <a:lnTo>
                    <a:pt x="2433338" y="177473"/>
                  </a:lnTo>
                  <a:lnTo>
                    <a:pt x="2497803" y="178841"/>
                  </a:lnTo>
                  <a:lnTo>
                    <a:pt x="2557851" y="180352"/>
                  </a:lnTo>
                  <a:lnTo>
                    <a:pt x="2614259" y="182019"/>
                  </a:lnTo>
                  <a:lnTo>
                    <a:pt x="2667761" y="183851"/>
                  </a:lnTo>
                  <a:lnTo>
                    <a:pt x="2702183" y="185169"/>
                  </a:lnTo>
                  <a:lnTo>
                    <a:pt x="2763779" y="187803"/>
                  </a:lnTo>
                  <a:lnTo>
                    <a:pt x="2823454" y="190703"/>
                  </a:lnTo>
                  <a:lnTo>
                    <a:pt x="2881924" y="193870"/>
                  </a:lnTo>
                  <a:lnTo>
                    <a:pt x="2939714" y="197302"/>
                  </a:lnTo>
                  <a:lnTo>
                    <a:pt x="2997195" y="200983"/>
                  </a:lnTo>
                  <a:lnTo>
                    <a:pt x="3054610" y="204888"/>
                  </a:lnTo>
                  <a:lnTo>
                    <a:pt x="3112093" y="208982"/>
                  </a:lnTo>
                  <a:lnTo>
                    <a:pt x="3169692" y="213221"/>
                  </a:lnTo>
                  <a:lnTo>
                    <a:pt x="3227391" y="217551"/>
                  </a:lnTo>
                  <a:lnTo>
                    <a:pt x="3285133" y="221916"/>
                  </a:lnTo>
                  <a:lnTo>
                    <a:pt x="3342844" y="226257"/>
                  </a:lnTo>
                  <a:lnTo>
                    <a:pt x="3400463" y="230515"/>
                  </a:lnTo>
                  <a:lnTo>
                    <a:pt x="3457964" y="234637"/>
                  </a:lnTo>
                  <a:lnTo>
                    <a:pt x="3515383" y="238577"/>
                  </a:lnTo>
                  <a:lnTo>
                    <a:pt x="3572840" y="242299"/>
                  </a:lnTo>
                  <a:lnTo>
                    <a:pt x="3630555" y="245774"/>
                  </a:lnTo>
                  <a:lnTo>
                    <a:pt x="3688876" y="248988"/>
                  </a:lnTo>
                  <a:lnTo>
                    <a:pt x="3748301" y="251933"/>
                  </a:lnTo>
                  <a:lnTo>
                    <a:pt x="3809507" y="254612"/>
                  </a:lnTo>
                  <a:lnTo>
                    <a:pt x="3820202" y="255044"/>
                  </a:lnTo>
                  <a:lnTo>
                    <a:pt x="3872136" y="256989"/>
                  </a:lnTo>
                  <a:lnTo>
                    <a:pt x="3926527" y="258766"/>
                  </a:lnTo>
                  <a:lnTo>
                    <a:pt x="3984060" y="260379"/>
                  </a:lnTo>
                  <a:lnTo>
                    <a:pt x="4045490" y="261841"/>
                  </a:lnTo>
                  <a:lnTo>
                    <a:pt x="4111597" y="263166"/>
                  </a:lnTo>
                  <a:lnTo>
                    <a:pt x="4183145" y="264367"/>
                  </a:lnTo>
                  <a:lnTo>
                    <a:pt x="4260833" y="265459"/>
                  </a:lnTo>
                  <a:lnTo>
                    <a:pt x="4345219" y="266453"/>
                  </a:lnTo>
                  <a:lnTo>
                    <a:pt x="4436635" y="267358"/>
                  </a:lnTo>
                  <a:lnTo>
                    <a:pt x="4535063" y="268184"/>
                  </a:lnTo>
                  <a:lnTo>
                    <a:pt x="4639997" y="268933"/>
                  </a:lnTo>
                  <a:lnTo>
                    <a:pt x="4750294" y="269610"/>
                  </a:lnTo>
                  <a:lnTo>
                    <a:pt x="4864053" y="270215"/>
                  </a:lnTo>
                  <a:lnTo>
                    <a:pt x="4978555" y="270748"/>
                  </a:lnTo>
                  <a:lnTo>
                    <a:pt x="5090336" y="271206"/>
                  </a:lnTo>
                  <a:lnTo>
                    <a:pt x="5195426" y="271589"/>
                  </a:lnTo>
                  <a:lnTo>
                    <a:pt x="5289783" y="271897"/>
                  </a:lnTo>
                  <a:lnTo>
                    <a:pt x="5369855" y="272132"/>
                  </a:lnTo>
                  <a:lnTo>
                    <a:pt x="5433172" y="272300"/>
                  </a:lnTo>
                  <a:lnTo>
                    <a:pt x="5478817" y="272410"/>
                  </a:lnTo>
                  <a:lnTo>
                    <a:pt x="5507664" y="272474"/>
                  </a:lnTo>
                  <a:lnTo>
                    <a:pt x="5522354" y="272503"/>
                  </a:lnTo>
                  <a:lnTo>
                    <a:pt x="5527101" y="272512"/>
                  </a:lnTo>
                  <a:lnTo>
                    <a:pt x="5527445" y="272512"/>
                  </a:lnTo>
                  <a:lnTo>
                    <a:pt x="6522385" y="272512"/>
                  </a:lnTo>
                  <a:lnTo>
                    <a:pt x="6523521" y="272507"/>
                  </a:lnTo>
                  <a:lnTo>
                    <a:pt x="6531017" y="272470"/>
                  </a:lnTo>
                  <a:lnTo>
                    <a:pt x="6550012" y="272368"/>
                  </a:lnTo>
                  <a:lnTo>
                    <a:pt x="6584222" y="272166"/>
                  </a:lnTo>
                  <a:lnTo>
                    <a:pt x="6635717" y="271833"/>
                  </a:lnTo>
                  <a:lnTo>
                    <a:pt x="6704767" y="271340"/>
                  </a:lnTo>
                  <a:lnTo>
                    <a:pt x="6789900" y="270668"/>
                  </a:lnTo>
                  <a:lnTo>
                    <a:pt x="6888230" y="269804"/>
                  </a:lnTo>
                  <a:lnTo>
                    <a:pt x="6995975" y="268743"/>
                  </a:lnTo>
                  <a:lnTo>
                    <a:pt x="7109062" y="267487"/>
                  </a:lnTo>
                  <a:lnTo>
                    <a:pt x="7223651" y="266040"/>
                  </a:lnTo>
                  <a:lnTo>
                    <a:pt x="7336509" y="264405"/>
                  </a:lnTo>
                  <a:lnTo>
                    <a:pt x="7445187" y="262583"/>
                  </a:lnTo>
                  <a:lnTo>
                    <a:pt x="7548047" y="260571"/>
                  </a:lnTo>
                  <a:lnTo>
                    <a:pt x="7644173" y="258358"/>
                  </a:lnTo>
                  <a:lnTo>
                    <a:pt x="7733237" y="255930"/>
                  </a:lnTo>
                  <a:lnTo>
                    <a:pt x="7815350" y="253266"/>
                  </a:lnTo>
                  <a:lnTo>
                    <a:pt x="7890930" y="250337"/>
                  </a:lnTo>
                  <a:lnTo>
                    <a:pt x="7960593" y="247113"/>
                  </a:lnTo>
                  <a:lnTo>
                    <a:pt x="8025062" y="243556"/>
                  </a:lnTo>
                  <a:lnTo>
                    <a:pt x="8085113" y="239629"/>
                  </a:lnTo>
                  <a:lnTo>
                    <a:pt x="8141523" y="235298"/>
                  </a:lnTo>
                  <a:lnTo>
                    <a:pt x="8195025" y="230536"/>
                  </a:lnTo>
                  <a:lnTo>
                    <a:pt x="8229629" y="227094"/>
                  </a:lnTo>
                  <a:lnTo>
                    <a:pt x="8290890" y="220283"/>
                  </a:lnTo>
                  <a:lnTo>
                    <a:pt x="8350248" y="212792"/>
                  </a:lnTo>
                  <a:lnTo>
                    <a:pt x="8408407" y="204611"/>
                  </a:lnTo>
                  <a:lnTo>
                    <a:pt x="8465887" y="195751"/>
                  </a:lnTo>
                  <a:lnTo>
                    <a:pt x="8523055" y="186249"/>
                  </a:lnTo>
                  <a:lnTo>
                    <a:pt x="8580152" y="176168"/>
                  </a:lnTo>
                  <a:lnTo>
                    <a:pt x="8637313" y="165598"/>
                  </a:lnTo>
                  <a:lnTo>
                    <a:pt x="8694589" y="154652"/>
                  </a:lnTo>
                  <a:lnTo>
                    <a:pt x="8751966" y="143462"/>
                  </a:lnTo>
                  <a:lnTo>
                    <a:pt x="8809388" y="132176"/>
                  </a:lnTo>
                  <a:lnTo>
                    <a:pt x="8866784" y="120945"/>
                  </a:lnTo>
                  <a:lnTo>
                    <a:pt x="8924091" y="109917"/>
                  </a:lnTo>
                  <a:lnTo>
                    <a:pt x="8981283" y="99231"/>
                  </a:lnTo>
                  <a:lnTo>
                    <a:pt x="9038388" y="89004"/>
                  </a:lnTo>
                  <a:lnTo>
                    <a:pt x="9095517" y="79334"/>
                  </a:lnTo>
                  <a:lnTo>
                    <a:pt x="9152879" y="70291"/>
                  </a:lnTo>
                  <a:lnTo>
                    <a:pt x="9210805" y="61920"/>
                  </a:lnTo>
                  <a:lnTo>
                    <a:pt x="9269769" y="54238"/>
                  </a:lnTo>
                  <a:lnTo>
                    <a:pt x="9330419" y="47240"/>
                  </a:lnTo>
                  <a:lnTo>
                    <a:pt x="9347647" y="45418"/>
                  </a:lnTo>
                  <a:lnTo>
                    <a:pt x="9399574" y="40361"/>
                  </a:lnTo>
                  <a:lnTo>
                    <a:pt x="9453956" y="35743"/>
                  </a:lnTo>
                  <a:lnTo>
                    <a:pt x="9511479" y="31548"/>
                  </a:lnTo>
                  <a:lnTo>
                    <a:pt x="9572897" y="27747"/>
                  </a:lnTo>
                  <a:lnTo>
                    <a:pt x="9638991" y="24304"/>
                  </a:lnTo>
                  <a:lnTo>
                    <a:pt x="9710524" y="21180"/>
                  </a:lnTo>
                  <a:lnTo>
                    <a:pt x="9788193" y="18342"/>
                  </a:lnTo>
                  <a:lnTo>
                    <a:pt x="9872559" y="15758"/>
                  </a:lnTo>
                  <a:lnTo>
                    <a:pt x="9963952" y="13403"/>
                  </a:lnTo>
                  <a:lnTo>
                    <a:pt x="10062356" y="11258"/>
                  </a:lnTo>
                  <a:lnTo>
                    <a:pt x="10167264" y="9309"/>
                  </a:lnTo>
                  <a:lnTo>
                    <a:pt x="10277537" y="7548"/>
                  </a:lnTo>
                  <a:lnTo>
                    <a:pt x="10391274" y="5975"/>
                  </a:lnTo>
                  <a:lnTo>
                    <a:pt x="10505761" y="4590"/>
                  </a:lnTo>
                  <a:lnTo>
                    <a:pt x="10617535" y="3398"/>
                  </a:lnTo>
                  <a:lnTo>
                    <a:pt x="10722630" y="2402"/>
                  </a:lnTo>
                  <a:lnTo>
                    <a:pt x="10817004" y="1602"/>
                  </a:lnTo>
                  <a:lnTo>
                    <a:pt x="10897106" y="991"/>
                  </a:lnTo>
                  <a:lnTo>
                    <a:pt x="10960461" y="553"/>
                  </a:lnTo>
                  <a:lnTo>
                    <a:pt x="11006151" y="267"/>
                  </a:lnTo>
                  <a:lnTo>
                    <a:pt x="11035042" y="101"/>
                  </a:lnTo>
                  <a:lnTo>
                    <a:pt x="11049771" y="24"/>
                  </a:lnTo>
                  <a:lnTo>
                    <a:pt x="11054542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4" name="pl1603"/>
            <p:cNvSpPr/>
            <p:nvPr/>
          </p:nvSpPr>
          <p:spPr>
            <a:xfrm>
              <a:off x="1199187" y="5392447"/>
              <a:ext cx="12049831" cy="272512"/>
            </a:xfrm>
            <a:custGeom>
              <a:avLst/>
              <a:pathLst>
                <a:path w="12049831" h="272512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5"/>
                  </a:lnTo>
                  <a:lnTo>
                    <a:pt x="11046259" y="42"/>
                  </a:lnTo>
                  <a:lnTo>
                    <a:pt x="11027264" y="144"/>
                  </a:lnTo>
                  <a:lnTo>
                    <a:pt x="10993054" y="346"/>
                  </a:lnTo>
                  <a:lnTo>
                    <a:pt x="10941559" y="679"/>
                  </a:lnTo>
                  <a:lnTo>
                    <a:pt x="10872510" y="1172"/>
                  </a:lnTo>
                  <a:lnTo>
                    <a:pt x="10787376" y="1844"/>
                  </a:lnTo>
                  <a:lnTo>
                    <a:pt x="10689046" y="2708"/>
                  </a:lnTo>
                  <a:lnTo>
                    <a:pt x="10581301" y="3769"/>
                  </a:lnTo>
                  <a:lnTo>
                    <a:pt x="10468215" y="5025"/>
                  </a:lnTo>
                  <a:lnTo>
                    <a:pt x="10353625" y="6472"/>
                  </a:lnTo>
                  <a:lnTo>
                    <a:pt x="10240768" y="8107"/>
                  </a:lnTo>
                  <a:lnTo>
                    <a:pt x="10132089" y="9929"/>
                  </a:lnTo>
                  <a:lnTo>
                    <a:pt x="10029229" y="11941"/>
                  </a:lnTo>
                  <a:lnTo>
                    <a:pt x="9933103" y="14154"/>
                  </a:lnTo>
                  <a:lnTo>
                    <a:pt x="9844040" y="16582"/>
                  </a:lnTo>
                  <a:lnTo>
                    <a:pt x="9761927" y="19246"/>
                  </a:lnTo>
                  <a:lnTo>
                    <a:pt x="9686346" y="22175"/>
                  </a:lnTo>
                  <a:lnTo>
                    <a:pt x="9616684" y="25399"/>
                  </a:lnTo>
                  <a:lnTo>
                    <a:pt x="9552215" y="28956"/>
                  </a:lnTo>
                  <a:lnTo>
                    <a:pt x="9492163" y="32883"/>
                  </a:lnTo>
                  <a:lnTo>
                    <a:pt x="9435754" y="37214"/>
                  </a:lnTo>
                  <a:lnTo>
                    <a:pt x="9382251" y="41976"/>
                  </a:lnTo>
                  <a:lnTo>
                    <a:pt x="9347647" y="45418"/>
                  </a:lnTo>
                  <a:lnTo>
                    <a:pt x="9286387" y="52229"/>
                  </a:lnTo>
                  <a:lnTo>
                    <a:pt x="9227029" y="59720"/>
                  </a:lnTo>
                  <a:lnTo>
                    <a:pt x="9168869" y="67901"/>
                  </a:lnTo>
                  <a:lnTo>
                    <a:pt x="9111390" y="76761"/>
                  </a:lnTo>
                  <a:lnTo>
                    <a:pt x="9054222" y="86263"/>
                  </a:lnTo>
                  <a:lnTo>
                    <a:pt x="8997125" y="96344"/>
                  </a:lnTo>
                  <a:lnTo>
                    <a:pt x="8939963" y="106914"/>
                  </a:lnTo>
                  <a:lnTo>
                    <a:pt x="8882687" y="117860"/>
                  </a:lnTo>
                  <a:lnTo>
                    <a:pt x="8825311" y="129050"/>
                  </a:lnTo>
                  <a:lnTo>
                    <a:pt x="8767889" y="140336"/>
                  </a:lnTo>
                  <a:lnTo>
                    <a:pt x="8710493" y="151567"/>
                  </a:lnTo>
                  <a:lnTo>
                    <a:pt x="8653185" y="162595"/>
                  </a:lnTo>
                  <a:lnTo>
                    <a:pt x="8595994" y="173281"/>
                  </a:lnTo>
                  <a:lnTo>
                    <a:pt x="8538889" y="183508"/>
                  </a:lnTo>
                  <a:lnTo>
                    <a:pt x="8481760" y="193178"/>
                  </a:lnTo>
                  <a:lnTo>
                    <a:pt x="8424397" y="202221"/>
                  </a:lnTo>
                  <a:lnTo>
                    <a:pt x="8366471" y="210592"/>
                  </a:lnTo>
                  <a:lnTo>
                    <a:pt x="8307508" y="218274"/>
                  </a:lnTo>
                  <a:lnTo>
                    <a:pt x="8246858" y="225272"/>
                  </a:lnTo>
                  <a:lnTo>
                    <a:pt x="8229629" y="227094"/>
                  </a:lnTo>
                  <a:lnTo>
                    <a:pt x="8177703" y="232151"/>
                  </a:lnTo>
                  <a:lnTo>
                    <a:pt x="8123321" y="236769"/>
                  </a:lnTo>
                  <a:lnTo>
                    <a:pt x="8065798" y="240964"/>
                  </a:lnTo>
                  <a:lnTo>
                    <a:pt x="8004379" y="244765"/>
                  </a:lnTo>
                  <a:lnTo>
                    <a:pt x="7938286" y="248208"/>
                  </a:lnTo>
                  <a:lnTo>
                    <a:pt x="7866753" y="251332"/>
                  </a:lnTo>
                  <a:lnTo>
                    <a:pt x="7789083" y="254170"/>
                  </a:lnTo>
                  <a:lnTo>
                    <a:pt x="7704717" y="256754"/>
                  </a:lnTo>
                  <a:lnTo>
                    <a:pt x="7613324" y="259109"/>
                  </a:lnTo>
                  <a:lnTo>
                    <a:pt x="7514921" y="261254"/>
                  </a:lnTo>
                  <a:lnTo>
                    <a:pt x="7410013" y="263203"/>
                  </a:lnTo>
                  <a:lnTo>
                    <a:pt x="7299740" y="264964"/>
                  </a:lnTo>
                  <a:lnTo>
                    <a:pt x="7186002" y="266537"/>
                  </a:lnTo>
                  <a:lnTo>
                    <a:pt x="7071516" y="267922"/>
                  </a:lnTo>
                  <a:lnTo>
                    <a:pt x="6959742" y="269114"/>
                  </a:lnTo>
                  <a:lnTo>
                    <a:pt x="6854647" y="270110"/>
                  </a:lnTo>
                  <a:lnTo>
                    <a:pt x="6760272" y="270910"/>
                  </a:lnTo>
                  <a:lnTo>
                    <a:pt x="6680171" y="271521"/>
                  </a:lnTo>
                  <a:lnTo>
                    <a:pt x="6616815" y="271959"/>
                  </a:lnTo>
                  <a:lnTo>
                    <a:pt x="6571126" y="272245"/>
                  </a:lnTo>
                  <a:lnTo>
                    <a:pt x="6542234" y="272411"/>
                  </a:lnTo>
                  <a:lnTo>
                    <a:pt x="6527506" y="272488"/>
                  </a:lnTo>
                  <a:lnTo>
                    <a:pt x="6522735" y="272511"/>
                  </a:lnTo>
                  <a:lnTo>
                    <a:pt x="6522385" y="272512"/>
                  </a:lnTo>
                  <a:lnTo>
                    <a:pt x="5527445" y="272512"/>
                  </a:lnTo>
                  <a:lnTo>
                    <a:pt x="5526309" y="272510"/>
                  </a:lnTo>
                  <a:lnTo>
                    <a:pt x="5518810" y="272496"/>
                  </a:lnTo>
                  <a:lnTo>
                    <a:pt x="5499807" y="272457"/>
                  </a:lnTo>
                  <a:lnTo>
                    <a:pt x="5465583" y="272379"/>
                  </a:lnTo>
                  <a:lnTo>
                    <a:pt x="5414068" y="272251"/>
                  </a:lnTo>
                  <a:lnTo>
                    <a:pt x="5344994" y="272061"/>
                  </a:lnTo>
                  <a:lnTo>
                    <a:pt x="5259833" y="271803"/>
                  </a:lnTo>
                  <a:lnTo>
                    <a:pt x="5161476" y="271470"/>
                  </a:lnTo>
                  <a:lnTo>
                    <a:pt x="5053705" y="271062"/>
                  </a:lnTo>
                  <a:lnTo>
                    <a:pt x="4940596" y="270579"/>
                  </a:lnTo>
                  <a:lnTo>
                    <a:pt x="4825990" y="270022"/>
                  </a:lnTo>
                  <a:lnTo>
                    <a:pt x="4713121" y="269393"/>
                  </a:lnTo>
                  <a:lnTo>
                    <a:pt x="4604436" y="268692"/>
                  </a:lnTo>
                  <a:lnTo>
                    <a:pt x="4501573" y="267918"/>
                  </a:lnTo>
                  <a:lnTo>
                    <a:pt x="4405448" y="267066"/>
                  </a:lnTo>
                  <a:lnTo>
                    <a:pt x="4316388" y="266132"/>
                  </a:lnTo>
                  <a:lnTo>
                    <a:pt x="4234279" y="265107"/>
                  </a:lnTo>
                  <a:lnTo>
                    <a:pt x="4158704" y="263980"/>
                  </a:lnTo>
                  <a:lnTo>
                    <a:pt x="4089047" y="262740"/>
                  </a:lnTo>
                  <a:lnTo>
                    <a:pt x="4024582" y="261371"/>
                  </a:lnTo>
                  <a:lnTo>
                    <a:pt x="3964534" y="259860"/>
                  </a:lnTo>
                  <a:lnTo>
                    <a:pt x="3908126" y="258193"/>
                  </a:lnTo>
                  <a:lnTo>
                    <a:pt x="3854624" y="256361"/>
                  </a:lnTo>
                  <a:lnTo>
                    <a:pt x="3820202" y="255044"/>
                  </a:lnTo>
                  <a:lnTo>
                    <a:pt x="3758606" y="252409"/>
                  </a:lnTo>
                  <a:lnTo>
                    <a:pt x="3698931" y="249510"/>
                  </a:lnTo>
                  <a:lnTo>
                    <a:pt x="3640461" y="246342"/>
                  </a:lnTo>
                  <a:lnTo>
                    <a:pt x="3582671" y="242910"/>
                  </a:lnTo>
                  <a:lnTo>
                    <a:pt x="3525190" y="239229"/>
                  </a:lnTo>
                  <a:lnTo>
                    <a:pt x="3467775" y="235324"/>
                  </a:lnTo>
                  <a:lnTo>
                    <a:pt x="3410292" y="231230"/>
                  </a:lnTo>
                  <a:lnTo>
                    <a:pt x="3352693" y="226992"/>
                  </a:lnTo>
                  <a:lnTo>
                    <a:pt x="3294994" y="222661"/>
                  </a:lnTo>
                  <a:lnTo>
                    <a:pt x="3237252" y="218296"/>
                  </a:lnTo>
                  <a:lnTo>
                    <a:pt x="3179541" y="213955"/>
                  </a:lnTo>
                  <a:lnTo>
                    <a:pt x="3121922" y="209697"/>
                  </a:lnTo>
                  <a:lnTo>
                    <a:pt x="3064421" y="205575"/>
                  </a:lnTo>
                  <a:lnTo>
                    <a:pt x="3007002" y="201635"/>
                  </a:lnTo>
                  <a:lnTo>
                    <a:pt x="2949545" y="197914"/>
                  </a:lnTo>
                  <a:lnTo>
                    <a:pt x="2891830" y="194438"/>
                  </a:lnTo>
                  <a:lnTo>
                    <a:pt x="2833509" y="191225"/>
                  </a:lnTo>
                  <a:lnTo>
                    <a:pt x="2774084" y="188280"/>
                  </a:lnTo>
                  <a:lnTo>
                    <a:pt x="2712878" y="185600"/>
                  </a:lnTo>
                  <a:lnTo>
                    <a:pt x="2702183" y="185169"/>
                  </a:lnTo>
                  <a:lnTo>
                    <a:pt x="2650249" y="183223"/>
                  </a:lnTo>
                  <a:lnTo>
                    <a:pt x="2595858" y="181447"/>
                  </a:lnTo>
                  <a:lnTo>
                    <a:pt x="2538325" y="179833"/>
                  </a:lnTo>
                  <a:lnTo>
                    <a:pt x="2476895" y="178371"/>
                  </a:lnTo>
                  <a:lnTo>
                    <a:pt x="2410788" y="177047"/>
                  </a:lnTo>
                  <a:lnTo>
                    <a:pt x="2339240" y="175845"/>
                  </a:lnTo>
                  <a:lnTo>
                    <a:pt x="2261552" y="174753"/>
                  </a:lnTo>
                  <a:lnTo>
                    <a:pt x="2177166" y="173760"/>
                  </a:lnTo>
                  <a:lnTo>
                    <a:pt x="2085750" y="172854"/>
                  </a:lnTo>
                  <a:lnTo>
                    <a:pt x="1987322" y="172029"/>
                  </a:lnTo>
                  <a:lnTo>
                    <a:pt x="1882388" y="171279"/>
                  </a:lnTo>
                  <a:lnTo>
                    <a:pt x="1772091" y="170602"/>
                  </a:lnTo>
                  <a:lnTo>
                    <a:pt x="1658332" y="169997"/>
                  </a:lnTo>
                  <a:lnTo>
                    <a:pt x="1543830" y="169464"/>
                  </a:lnTo>
                  <a:lnTo>
                    <a:pt x="1432049" y="169006"/>
                  </a:lnTo>
                  <a:lnTo>
                    <a:pt x="1326959" y="168623"/>
                  </a:lnTo>
                  <a:lnTo>
                    <a:pt x="1232602" y="168316"/>
                  </a:lnTo>
                  <a:lnTo>
                    <a:pt x="1152530" y="168081"/>
                  </a:lnTo>
                  <a:lnTo>
                    <a:pt x="1089213" y="167912"/>
                  </a:lnTo>
                  <a:lnTo>
                    <a:pt x="1043568" y="167802"/>
                  </a:lnTo>
                  <a:lnTo>
                    <a:pt x="1014721" y="167739"/>
                  </a:lnTo>
                  <a:lnTo>
                    <a:pt x="1000031" y="167709"/>
                  </a:lnTo>
                  <a:lnTo>
                    <a:pt x="995284" y="167700"/>
                  </a:lnTo>
                  <a:lnTo>
                    <a:pt x="994940" y="167700"/>
                  </a:lnTo>
                  <a:lnTo>
                    <a:pt x="0" y="167700"/>
                  </a:lnTo>
                  <a:lnTo>
                    <a:pt x="0" y="1677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5" name="pg1604"/>
            <p:cNvSpPr/>
            <p:nvPr/>
          </p:nvSpPr>
          <p:spPr>
            <a:xfrm>
              <a:off x="1199187" y="1755447"/>
              <a:ext cx="12049831" cy="3726090"/>
            </a:xfrm>
            <a:custGeom>
              <a:avLst/>
              <a:pathLst>
                <a:path w="12049831" h="3726090">
                  <a:moveTo>
                    <a:pt x="0" y="3726090"/>
                  </a:moveTo>
                  <a:lnTo>
                    <a:pt x="994940" y="3726090"/>
                  </a:lnTo>
                  <a:lnTo>
                    <a:pt x="996056" y="3726060"/>
                  </a:lnTo>
                  <a:lnTo>
                    <a:pt x="1003426" y="3725846"/>
                  </a:lnTo>
                  <a:lnTo>
                    <a:pt x="1022110" y="3725254"/>
                  </a:lnTo>
                  <a:lnTo>
                    <a:pt x="1055782" y="3724088"/>
                  </a:lnTo>
                  <a:lnTo>
                    <a:pt x="1106510" y="3722160"/>
                  </a:lnTo>
                  <a:lnTo>
                    <a:pt x="1174607" y="3719310"/>
                  </a:lnTo>
                  <a:lnTo>
                    <a:pt x="1258680" y="3715419"/>
                  </a:lnTo>
                  <a:lnTo>
                    <a:pt x="1355934" y="3710414"/>
                  </a:lnTo>
                  <a:lnTo>
                    <a:pt x="1462679" y="3704267"/>
                  </a:lnTo>
                  <a:lnTo>
                    <a:pt x="1574914" y="3696984"/>
                  </a:lnTo>
                  <a:lnTo>
                    <a:pt x="1688841" y="3688586"/>
                  </a:lnTo>
                  <a:lnTo>
                    <a:pt x="1801241" y="3679094"/>
                  </a:lnTo>
                  <a:lnTo>
                    <a:pt x="1909652" y="3668516"/>
                  </a:lnTo>
                  <a:lnTo>
                    <a:pt x="2012409" y="3656832"/>
                  </a:lnTo>
                  <a:lnTo>
                    <a:pt x="2108561" y="3643991"/>
                  </a:lnTo>
                  <a:lnTo>
                    <a:pt x="2197741" y="3629908"/>
                  </a:lnTo>
                  <a:lnTo>
                    <a:pt x="2280027" y="3614460"/>
                  </a:lnTo>
                  <a:lnTo>
                    <a:pt x="2355805" y="3597495"/>
                  </a:lnTo>
                  <a:lnTo>
                    <a:pt x="2425663" y="3578827"/>
                  </a:lnTo>
                  <a:lnTo>
                    <a:pt x="2490305" y="3558251"/>
                  </a:lnTo>
                  <a:lnTo>
                    <a:pt x="2550491" y="3535551"/>
                  </a:lnTo>
                  <a:lnTo>
                    <a:pt x="2606984" y="3510522"/>
                  </a:lnTo>
                  <a:lnTo>
                    <a:pt x="2660514" y="3483002"/>
                  </a:lnTo>
                  <a:lnTo>
                    <a:pt x="2702183" y="3458818"/>
                  </a:lnTo>
                  <a:lnTo>
                    <a:pt x="2754741" y="3424767"/>
                  </a:lnTo>
                  <a:lnTo>
                    <a:pt x="2805822" y="3387797"/>
                  </a:lnTo>
                  <a:lnTo>
                    <a:pt x="2855894" y="3347854"/>
                  </a:lnTo>
                  <a:lnTo>
                    <a:pt x="2905323" y="3304950"/>
                  </a:lnTo>
                  <a:lnTo>
                    <a:pt x="2954382" y="3259172"/>
                  </a:lnTo>
                  <a:lnTo>
                    <a:pt x="3003272" y="3210689"/>
                  </a:lnTo>
                  <a:lnTo>
                    <a:pt x="3052130" y="3159755"/>
                  </a:lnTo>
                  <a:lnTo>
                    <a:pt x="3101035" y="3106705"/>
                  </a:lnTo>
                  <a:lnTo>
                    <a:pt x="3150024" y="3051951"/>
                  </a:lnTo>
                  <a:lnTo>
                    <a:pt x="3199094" y="2995970"/>
                  </a:lnTo>
                  <a:lnTo>
                    <a:pt x="3248218" y="2939288"/>
                  </a:lnTo>
                  <a:lnTo>
                    <a:pt x="3297354" y="2882457"/>
                  </a:lnTo>
                  <a:lnTo>
                    <a:pt x="3346457" y="2826038"/>
                  </a:lnTo>
                  <a:lnTo>
                    <a:pt x="3395490" y="2770574"/>
                  </a:lnTo>
                  <a:lnTo>
                    <a:pt x="3444438" y="2716568"/>
                  </a:lnTo>
                  <a:lnTo>
                    <a:pt x="3493314" y="2664469"/>
                  </a:lnTo>
                  <a:lnTo>
                    <a:pt x="3542174" y="2614655"/>
                  </a:lnTo>
                  <a:lnTo>
                    <a:pt x="3591123" y="2567422"/>
                  </a:lnTo>
                  <a:lnTo>
                    <a:pt x="3640327" y="2522985"/>
                  </a:lnTo>
                  <a:lnTo>
                    <a:pt x="3690020" y="2481472"/>
                  </a:lnTo>
                  <a:lnTo>
                    <a:pt x="3740517" y="2442935"/>
                  </a:lnTo>
                  <a:lnTo>
                    <a:pt x="3792229" y="2407353"/>
                  </a:lnTo>
                  <a:lnTo>
                    <a:pt x="3820202" y="2389729"/>
                  </a:lnTo>
                  <a:lnTo>
                    <a:pt x="3871817" y="2360134"/>
                  </a:lnTo>
                  <a:lnTo>
                    <a:pt x="3925856" y="2333096"/>
                  </a:lnTo>
                  <a:lnTo>
                    <a:pt x="3982991" y="2308522"/>
                  </a:lnTo>
                  <a:lnTo>
                    <a:pt x="4043962" y="2286241"/>
                  </a:lnTo>
                  <a:lnTo>
                    <a:pt x="4109535" y="2266043"/>
                  </a:lnTo>
                  <a:lnTo>
                    <a:pt x="4180463" y="2247713"/>
                  </a:lnTo>
                  <a:lnTo>
                    <a:pt x="4257434" y="2231048"/>
                  </a:lnTo>
                  <a:lnTo>
                    <a:pt x="4341004" y="2215870"/>
                  </a:lnTo>
                  <a:lnTo>
                    <a:pt x="4431510" y="2202030"/>
                  </a:lnTo>
                  <a:lnTo>
                    <a:pt x="4528957" y="2189414"/>
                  </a:lnTo>
                  <a:lnTo>
                    <a:pt x="4632879" y="2177943"/>
                  </a:lnTo>
                  <a:lnTo>
                    <a:pt x="4742198" y="2167571"/>
                  </a:lnTo>
                  <a:lnTo>
                    <a:pt x="4855100" y="2158285"/>
                  </a:lnTo>
                  <a:lnTo>
                    <a:pt x="4968975" y="2150096"/>
                  </a:lnTo>
                  <a:lnTo>
                    <a:pt x="5080474" y="2143027"/>
                  </a:lnTo>
                  <a:lnTo>
                    <a:pt x="5185726" y="2137097"/>
                  </a:lnTo>
                  <a:lnTo>
                    <a:pt x="5280747" y="2132306"/>
                  </a:lnTo>
                  <a:lnTo>
                    <a:pt x="5361970" y="2128620"/>
                  </a:lnTo>
                  <a:lnTo>
                    <a:pt x="5426835" y="2125955"/>
                  </a:lnTo>
                  <a:lnTo>
                    <a:pt x="5474253" y="2124185"/>
                  </a:lnTo>
                  <a:lnTo>
                    <a:pt x="5504875" y="2123142"/>
                  </a:lnTo>
                  <a:lnTo>
                    <a:pt x="5521088" y="2122637"/>
                  </a:lnTo>
                  <a:lnTo>
                    <a:pt x="5526845" y="2122472"/>
                  </a:lnTo>
                  <a:lnTo>
                    <a:pt x="5527445" y="2122456"/>
                  </a:lnTo>
                  <a:lnTo>
                    <a:pt x="6522385" y="2122456"/>
                  </a:lnTo>
                  <a:lnTo>
                    <a:pt x="6523487" y="2122417"/>
                  </a:lnTo>
                  <a:lnTo>
                    <a:pt x="6530764" y="2122138"/>
                  </a:lnTo>
                  <a:lnTo>
                    <a:pt x="6549218" y="2121367"/>
                  </a:lnTo>
                  <a:lnTo>
                    <a:pt x="6582492" y="2119848"/>
                  </a:lnTo>
                  <a:lnTo>
                    <a:pt x="6632652" y="2117335"/>
                  </a:lnTo>
                  <a:lnTo>
                    <a:pt x="6700043" y="2113621"/>
                  </a:lnTo>
                  <a:lnTo>
                    <a:pt x="6783325" y="2108547"/>
                  </a:lnTo>
                  <a:lnTo>
                    <a:pt x="6879775" y="2102017"/>
                  </a:lnTo>
                  <a:lnTo>
                    <a:pt x="6985772" y="2093994"/>
                  </a:lnTo>
                  <a:lnTo>
                    <a:pt x="7097365" y="2084482"/>
                  </a:lnTo>
                  <a:lnTo>
                    <a:pt x="7210791" y="2073510"/>
                  </a:lnTo>
                  <a:lnTo>
                    <a:pt x="7322839" y="2061106"/>
                  </a:lnTo>
                  <a:lnTo>
                    <a:pt x="7431043" y="2047280"/>
                  </a:lnTo>
                  <a:lnTo>
                    <a:pt x="7533716" y="2032009"/>
                  </a:lnTo>
                  <a:lnTo>
                    <a:pt x="7629881" y="2015231"/>
                  </a:lnTo>
                  <a:lnTo>
                    <a:pt x="7719144" y="1996834"/>
                  </a:lnTo>
                  <a:lnTo>
                    <a:pt x="7801555" y="1976666"/>
                  </a:lnTo>
                  <a:lnTo>
                    <a:pt x="7877479" y="1954527"/>
                  </a:lnTo>
                  <a:lnTo>
                    <a:pt x="7947484" y="1930181"/>
                  </a:lnTo>
                  <a:lnTo>
                    <a:pt x="8012258" y="1903361"/>
                  </a:lnTo>
                  <a:lnTo>
                    <a:pt x="8072547" y="1873786"/>
                  </a:lnTo>
                  <a:lnTo>
                    <a:pt x="8129107" y="1841186"/>
                  </a:lnTo>
                  <a:lnTo>
                    <a:pt x="8182663" y="1805343"/>
                  </a:lnTo>
                  <a:lnTo>
                    <a:pt x="8229629" y="1769587"/>
                  </a:lnTo>
                  <a:lnTo>
                    <a:pt x="8278400" y="1728047"/>
                  </a:lnTo>
                  <a:lnTo>
                    <a:pt x="8325870" y="1683203"/>
                  </a:lnTo>
                  <a:lnTo>
                    <a:pt x="8372422" y="1634991"/>
                  </a:lnTo>
                  <a:lnTo>
                    <a:pt x="8418359" y="1583409"/>
                  </a:lnTo>
                  <a:lnTo>
                    <a:pt x="8463919" y="1528529"/>
                  </a:lnTo>
                  <a:lnTo>
                    <a:pt x="8509278" y="1470498"/>
                  </a:lnTo>
                  <a:lnTo>
                    <a:pt x="8554564" y="1409547"/>
                  </a:lnTo>
                  <a:lnTo>
                    <a:pt x="8599862" y="1345989"/>
                  </a:lnTo>
                  <a:lnTo>
                    <a:pt x="8645219" y="1280215"/>
                  </a:lnTo>
                  <a:lnTo>
                    <a:pt x="8690649" y="1212685"/>
                  </a:lnTo>
                  <a:lnTo>
                    <a:pt x="8736146" y="1143918"/>
                  </a:lnTo>
                  <a:lnTo>
                    <a:pt x="8781682" y="1074476"/>
                  </a:lnTo>
                  <a:lnTo>
                    <a:pt x="8827225" y="1004944"/>
                  </a:lnTo>
                  <a:lnTo>
                    <a:pt x="8872736" y="935910"/>
                  </a:lnTo>
                  <a:lnTo>
                    <a:pt x="8918189" y="867945"/>
                  </a:lnTo>
                  <a:lnTo>
                    <a:pt x="8963568" y="801582"/>
                  </a:lnTo>
                  <a:lnTo>
                    <a:pt x="9008880" y="737303"/>
                  </a:lnTo>
                  <a:lnTo>
                    <a:pt x="9054163" y="675519"/>
                  </a:lnTo>
                  <a:lnTo>
                    <a:pt x="9099489" y="616568"/>
                  </a:lnTo>
                  <a:lnTo>
                    <a:pt x="9144970" y="560706"/>
                  </a:lnTo>
                  <a:lnTo>
                    <a:pt x="9190770" y="508105"/>
                  </a:lnTo>
                  <a:lnTo>
                    <a:pt x="9237106" y="458861"/>
                  </a:lnTo>
                  <a:lnTo>
                    <a:pt x="9284258" y="412992"/>
                  </a:lnTo>
                  <a:lnTo>
                    <a:pt x="9332586" y="370454"/>
                  </a:lnTo>
                  <a:lnTo>
                    <a:pt x="9347647" y="358109"/>
                  </a:lnTo>
                  <a:lnTo>
                    <a:pt x="9399031" y="319202"/>
                  </a:lnTo>
                  <a:lnTo>
                    <a:pt x="9452814" y="283638"/>
                  </a:lnTo>
                  <a:lnTo>
                    <a:pt x="9509660" y="251303"/>
                  </a:lnTo>
                  <a:lnTo>
                    <a:pt x="9570298" y="221971"/>
                  </a:lnTo>
                  <a:lnTo>
                    <a:pt x="9635485" y="195370"/>
                  </a:lnTo>
                  <a:lnTo>
                    <a:pt x="9705963" y="171220"/>
                  </a:lnTo>
                  <a:lnTo>
                    <a:pt x="9782415" y="149256"/>
                  </a:lnTo>
                  <a:lnTo>
                    <a:pt x="9865394" y="129244"/>
                  </a:lnTo>
                  <a:lnTo>
                    <a:pt x="9955243" y="110990"/>
                  </a:lnTo>
                  <a:lnTo>
                    <a:pt x="10051978" y="94342"/>
                  </a:lnTo>
                  <a:lnTo>
                    <a:pt x="10155165" y="79195"/>
                  </a:lnTo>
                  <a:lnTo>
                    <a:pt x="10263769" y="65489"/>
                  </a:lnTo>
                  <a:lnTo>
                    <a:pt x="10376039" y="53205"/>
                  </a:lnTo>
                  <a:lnTo>
                    <a:pt x="10489445" y="42355"/>
                  </a:lnTo>
                  <a:lnTo>
                    <a:pt x="10600716" y="32968"/>
                  </a:lnTo>
                  <a:lnTo>
                    <a:pt x="10706059" y="25071"/>
                  </a:lnTo>
                  <a:lnTo>
                    <a:pt x="10801530" y="18666"/>
                  </a:lnTo>
                  <a:lnTo>
                    <a:pt x="10883561" y="13711"/>
                  </a:lnTo>
                  <a:lnTo>
                    <a:pt x="10949527" y="10105"/>
                  </a:lnTo>
                  <a:lnTo>
                    <a:pt x="10998226" y="7686"/>
                  </a:lnTo>
                  <a:lnTo>
                    <a:pt x="11030146" y="6239"/>
                  </a:lnTo>
                  <a:lnTo>
                    <a:pt x="11047497" y="5519"/>
                  </a:lnTo>
                  <a:lnTo>
                    <a:pt x="11054041" y="5270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9" y="39"/>
                  </a:lnTo>
                  <a:lnTo>
                    <a:pt x="11046513" y="318"/>
                  </a:lnTo>
                  <a:lnTo>
                    <a:pt x="11028058" y="1089"/>
                  </a:lnTo>
                  <a:lnTo>
                    <a:pt x="10994785" y="2608"/>
                  </a:lnTo>
                  <a:lnTo>
                    <a:pt x="10944624" y="5120"/>
                  </a:lnTo>
                  <a:lnTo>
                    <a:pt x="10877234" y="8835"/>
                  </a:lnTo>
                  <a:lnTo>
                    <a:pt x="10793951" y="13909"/>
                  </a:lnTo>
                  <a:lnTo>
                    <a:pt x="10697501" y="20438"/>
                  </a:lnTo>
                  <a:lnTo>
                    <a:pt x="10591505" y="28462"/>
                  </a:lnTo>
                  <a:lnTo>
                    <a:pt x="10479912" y="37973"/>
                  </a:lnTo>
                  <a:lnTo>
                    <a:pt x="10366486" y="48946"/>
                  </a:lnTo>
                  <a:lnTo>
                    <a:pt x="10254437" y="61350"/>
                  </a:lnTo>
                  <a:lnTo>
                    <a:pt x="10146233" y="75176"/>
                  </a:lnTo>
                  <a:lnTo>
                    <a:pt x="10043560" y="90446"/>
                  </a:lnTo>
                  <a:lnTo>
                    <a:pt x="9947396" y="107225"/>
                  </a:lnTo>
                  <a:lnTo>
                    <a:pt x="9858133" y="125621"/>
                  </a:lnTo>
                  <a:lnTo>
                    <a:pt x="9775721" y="145790"/>
                  </a:lnTo>
                  <a:lnTo>
                    <a:pt x="9699797" y="167928"/>
                  </a:lnTo>
                  <a:lnTo>
                    <a:pt x="9629792" y="192275"/>
                  </a:lnTo>
                  <a:lnTo>
                    <a:pt x="9565018" y="219095"/>
                  </a:lnTo>
                  <a:lnTo>
                    <a:pt x="9504729" y="248670"/>
                  </a:lnTo>
                  <a:lnTo>
                    <a:pt x="9448169" y="281270"/>
                  </a:lnTo>
                  <a:lnTo>
                    <a:pt x="9394613" y="317113"/>
                  </a:lnTo>
                  <a:lnTo>
                    <a:pt x="9347647" y="352869"/>
                  </a:lnTo>
                  <a:lnTo>
                    <a:pt x="9298876" y="394409"/>
                  </a:lnTo>
                  <a:lnTo>
                    <a:pt x="9251407" y="439252"/>
                  </a:lnTo>
                  <a:lnTo>
                    <a:pt x="9204855" y="487465"/>
                  </a:lnTo>
                  <a:lnTo>
                    <a:pt x="9158917" y="539046"/>
                  </a:lnTo>
                  <a:lnTo>
                    <a:pt x="9113358" y="593927"/>
                  </a:lnTo>
                  <a:lnTo>
                    <a:pt x="9067999" y="651958"/>
                  </a:lnTo>
                  <a:lnTo>
                    <a:pt x="9022712" y="712909"/>
                  </a:lnTo>
                  <a:lnTo>
                    <a:pt x="8977414" y="776466"/>
                  </a:lnTo>
                  <a:lnTo>
                    <a:pt x="8932058" y="842241"/>
                  </a:lnTo>
                  <a:lnTo>
                    <a:pt x="8886627" y="909771"/>
                  </a:lnTo>
                  <a:lnTo>
                    <a:pt x="8841131" y="978538"/>
                  </a:lnTo>
                  <a:lnTo>
                    <a:pt x="8795594" y="1047980"/>
                  </a:lnTo>
                  <a:lnTo>
                    <a:pt x="8750052" y="1117512"/>
                  </a:lnTo>
                  <a:lnTo>
                    <a:pt x="8704540" y="1186546"/>
                  </a:lnTo>
                  <a:lnTo>
                    <a:pt x="8659087" y="1254511"/>
                  </a:lnTo>
                  <a:lnTo>
                    <a:pt x="8613709" y="1320873"/>
                  </a:lnTo>
                  <a:lnTo>
                    <a:pt x="8568396" y="1385153"/>
                  </a:lnTo>
                  <a:lnTo>
                    <a:pt x="8523113" y="1446937"/>
                  </a:lnTo>
                  <a:lnTo>
                    <a:pt x="8477788" y="1505888"/>
                  </a:lnTo>
                  <a:lnTo>
                    <a:pt x="8432306" y="1561750"/>
                  </a:lnTo>
                  <a:lnTo>
                    <a:pt x="8386506" y="1614351"/>
                  </a:lnTo>
                  <a:lnTo>
                    <a:pt x="8340171" y="1663595"/>
                  </a:lnTo>
                  <a:lnTo>
                    <a:pt x="8293018" y="1709464"/>
                  </a:lnTo>
                  <a:lnTo>
                    <a:pt x="8244691" y="1752002"/>
                  </a:lnTo>
                  <a:lnTo>
                    <a:pt x="8229629" y="1764346"/>
                  </a:lnTo>
                  <a:lnTo>
                    <a:pt x="8178245" y="1803254"/>
                  </a:lnTo>
                  <a:lnTo>
                    <a:pt x="8124462" y="1838817"/>
                  </a:lnTo>
                  <a:lnTo>
                    <a:pt x="8067617" y="1871153"/>
                  </a:lnTo>
                  <a:lnTo>
                    <a:pt x="8006978" y="1900485"/>
                  </a:lnTo>
                  <a:lnTo>
                    <a:pt x="7941792" y="1927086"/>
                  </a:lnTo>
                  <a:lnTo>
                    <a:pt x="7871313" y="1951236"/>
                  </a:lnTo>
                  <a:lnTo>
                    <a:pt x="7794861" y="1973200"/>
                  </a:lnTo>
                  <a:lnTo>
                    <a:pt x="7711882" y="1993211"/>
                  </a:lnTo>
                  <a:lnTo>
                    <a:pt x="7622034" y="2011466"/>
                  </a:lnTo>
                  <a:lnTo>
                    <a:pt x="7525298" y="2028114"/>
                  </a:lnTo>
                  <a:lnTo>
                    <a:pt x="7422112" y="2043261"/>
                  </a:lnTo>
                  <a:lnTo>
                    <a:pt x="7313508" y="2056967"/>
                  </a:lnTo>
                  <a:lnTo>
                    <a:pt x="7201237" y="2069251"/>
                  </a:lnTo>
                  <a:lnTo>
                    <a:pt x="7087832" y="2080101"/>
                  </a:lnTo>
                  <a:lnTo>
                    <a:pt x="6976560" y="2089488"/>
                  </a:lnTo>
                  <a:lnTo>
                    <a:pt x="6871217" y="2097385"/>
                  </a:lnTo>
                  <a:lnTo>
                    <a:pt x="6775747" y="2103790"/>
                  </a:lnTo>
                  <a:lnTo>
                    <a:pt x="6693716" y="2108744"/>
                  </a:lnTo>
                  <a:lnTo>
                    <a:pt x="6627749" y="2112350"/>
                  </a:lnTo>
                  <a:lnTo>
                    <a:pt x="6579051" y="2114770"/>
                  </a:lnTo>
                  <a:lnTo>
                    <a:pt x="6547130" y="2116217"/>
                  </a:lnTo>
                  <a:lnTo>
                    <a:pt x="6529780" y="2116936"/>
                  </a:lnTo>
                  <a:lnTo>
                    <a:pt x="6523235" y="2117186"/>
                  </a:lnTo>
                  <a:lnTo>
                    <a:pt x="6522385" y="2117216"/>
                  </a:lnTo>
                  <a:lnTo>
                    <a:pt x="5527445" y="2117216"/>
                  </a:lnTo>
                  <a:lnTo>
                    <a:pt x="5526329" y="2117246"/>
                  </a:lnTo>
                  <a:lnTo>
                    <a:pt x="5518959" y="2117460"/>
                  </a:lnTo>
                  <a:lnTo>
                    <a:pt x="5500275" y="2118052"/>
                  </a:lnTo>
                  <a:lnTo>
                    <a:pt x="5466603" y="2119218"/>
                  </a:lnTo>
                  <a:lnTo>
                    <a:pt x="5415875" y="2121146"/>
                  </a:lnTo>
                  <a:lnTo>
                    <a:pt x="5347777" y="2123996"/>
                  </a:lnTo>
                  <a:lnTo>
                    <a:pt x="5263705" y="2127887"/>
                  </a:lnTo>
                  <a:lnTo>
                    <a:pt x="5166451" y="2132892"/>
                  </a:lnTo>
                  <a:lnTo>
                    <a:pt x="5059706" y="2139039"/>
                  </a:lnTo>
                  <a:lnTo>
                    <a:pt x="4947471" y="2146322"/>
                  </a:lnTo>
                  <a:lnTo>
                    <a:pt x="4833544" y="2154720"/>
                  </a:lnTo>
                  <a:lnTo>
                    <a:pt x="4721144" y="2164212"/>
                  </a:lnTo>
                  <a:lnTo>
                    <a:pt x="4612733" y="2174790"/>
                  </a:lnTo>
                  <a:lnTo>
                    <a:pt x="4509976" y="2186474"/>
                  </a:lnTo>
                  <a:lnTo>
                    <a:pt x="4413824" y="2199315"/>
                  </a:lnTo>
                  <a:lnTo>
                    <a:pt x="4324644" y="2213398"/>
                  </a:lnTo>
                  <a:lnTo>
                    <a:pt x="4242358" y="2228846"/>
                  </a:lnTo>
                  <a:lnTo>
                    <a:pt x="4166580" y="2245811"/>
                  </a:lnTo>
                  <a:lnTo>
                    <a:pt x="4096722" y="2264479"/>
                  </a:lnTo>
                  <a:lnTo>
                    <a:pt x="4032080" y="2285055"/>
                  </a:lnTo>
                  <a:lnTo>
                    <a:pt x="3971894" y="2307755"/>
                  </a:lnTo>
                  <a:lnTo>
                    <a:pt x="3915401" y="2332784"/>
                  </a:lnTo>
                  <a:lnTo>
                    <a:pt x="3861871" y="2360304"/>
                  </a:lnTo>
                  <a:lnTo>
                    <a:pt x="3820202" y="2384488"/>
                  </a:lnTo>
                  <a:lnTo>
                    <a:pt x="3767644" y="2418540"/>
                  </a:lnTo>
                  <a:lnTo>
                    <a:pt x="3716563" y="2455509"/>
                  </a:lnTo>
                  <a:lnTo>
                    <a:pt x="3666491" y="2495452"/>
                  </a:lnTo>
                  <a:lnTo>
                    <a:pt x="3617062" y="2538356"/>
                  </a:lnTo>
                  <a:lnTo>
                    <a:pt x="3568003" y="2584134"/>
                  </a:lnTo>
                  <a:lnTo>
                    <a:pt x="3519113" y="2632617"/>
                  </a:lnTo>
                  <a:lnTo>
                    <a:pt x="3470255" y="2683551"/>
                  </a:lnTo>
                  <a:lnTo>
                    <a:pt x="3421350" y="2736601"/>
                  </a:lnTo>
                  <a:lnTo>
                    <a:pt x="3372361" y="2791355"/>
                  </a:lnTo>
                  <a:lnTo>
                    <a:pt x="3323291" y="2847336"/>
                  </a:lnTo>
                  <a:lnTo>
                    <a:pt x="3274167" y="2904018"/>
                  </a:lnTo>
                  <a:lnTo>
                    <a:pt x="3225031" y="2960849"/>
                  </a:lnTo>
                  <a:lnTo>
                    <a:pt x="3175928" y="3017268"/>
                  </a:lnTo>
                  <a:lnTo>
                    <a:pt x="3126895" y="3072732"/>
                  </a:lnTo>
                  <a:lnTo>
                    <a:pt x="3077947" y="3126738"/>
                  </a:lnTo>
                  <a:lnTo>
                    <a:pt x="3029071" y="3178837"/>
                  </a:lnTo>
                  <a:lnTo>
                    <a:pt x="2980211" y="3228651"/>
                  </a:lnTo>
                  <a:lnTo>
                    <a:pt x="2931262" y="3275884"/>
                  </a:lnTo>
                  <a:lnTo>
                    <a:pt x="2882058" y="3320321"/>
                  </a:lnTo>
                  <a:lnTo>
                    <a:pt x="2832365" y="3361834"/>
                  </a:lnTo>
                  <a:lnTo>
                    <a:pt x="2781868" y="3400371"/>
                  </a:lnTo>
                  <a:lnTo>
                    <a:pt x="2730156" y="3435953"/>
                  </a:lnTo>
                  <a:lnTo>
                    <a:pt x="2702183" y="3453577"/>
                  </a:lnTo>
                  <a:lnTo>
                    <a:pt x="2650568" y="3483172"/>
                  </a:lnTo>
                  <a:lnTo>
                    <a:pt x="2596529" y="3510210"/>
                  </a:lnTo>
                  <a:lnTo>
                    <a:pt x="2539394" y="3534784"/>
                  </a:lnTo>
                  <a:lnTo>
                    <a:pt x="2478423" y="3557065"/>
                  </a:lnTo>
                  <a:lnTo>
                    <a:pt x="2412850" y="3577263"/>
                  </a:lnTo>
                  <a:lnTo>
                    <a:pt x="2341922" y="3595593"/>
                  </a:lnTo>
                  <a:lnTo>
                    <a:pt x="2264951" y="3612258"/>
                  </a:lnTo>
                  <a:lnTo>
                    <a:pt x="2181381" y="3627436"/>
                  </a:lnTo>
                  <a:lnTo>
                    <a:pt x="2090875" y="3641276"/>
                  </a:lnTo>
                  <a:lnTo>
                    <a:pt x="1993428" y="3653892"/>
                  </a:lnTo>
                  <a:lnTo>
                    <a:pt x="1889506" y="3665363"/>
                  </a:lnTo>
                  <a:lnTo>
                    <a:pt x="1780187" y="3675735"/>
                  </a:lnTo>
                  <a:lnTo>
                    <a:pt x="1667285" y="3685021"/>
                  </a:lnTo>
                  <a:lnTo>
                    <a:pt x="1553410" y="3693210"/>
                  </a:lnTo>
                  <a:lnTo>
                    <a:pt x="1441911" y="3700279"/>
                  </a:lnTo>
                  <a:lnTo>
                    <a:pt x="1336659" y="3706209"/>
                  </a:lnTo>
                  <a:lnTo>
                    <a:pt x="1241638" y="3711000"/>
                  </a:lnTo>
                  <a:lnTo>
                    <a:pt x="1160415" y="3714686"/>
                  </a:lnTo>
                  <a:lnTo>
                    <a:pt x="1095550" y="3717351"/>
                  </a:lnTo>
                  <a:lnTo>
                    <a:pt x="1048132" y="3719121"/>
                  </a:lnTo>
                  <a:lnTo>
                    <a:pt x="1017510" y="3720164"/>
                  </a:lnTo>
                  <a:lnTo>
                    <a:pt x="1001297" y="3720669"/>
                  </a:lnTo>
                  <a:lnTo>
                    <a:pt x="995540" y="3720834"/>
                  </a:lnTo>
                  <a:lnTo>
                    <a:pt x="994940" y="3720850"/>
                  </a:lnTo>
                  <a:lnTo>
                    <a:pt x="0" y="3720850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06" name="pl1605"/>
            <p:cNvSpPr/>
            <p:nvPr/>
          </p:nvSpPr>
          <p:spPr>
            <a:xfrm>
              <a:off x="1199187" y="1760688"/>
              <a:ext cx="12049831" cy="3720850"/>
            </a:xfrm>
            <a:custGeom>
              <a:avLst/>
              <a:pathLst>
                <a:path w="12049831" h="3720850">
                  <a:moveTo>
                    <a:pt x="0" y="3720850"/>
                  </a:moveTo>
                  <a:lnTo>
                    <a:pt x="994940" y="3720850"/>
                  </a:lnTo>
                  <a:lnTo>
                    <a:pt x="996056" y="3720820"/>
                  </a:lnTo>
                  <a:lnTo>
                    <a:pt x="1003426" y="3720605"/>
                  </a:lnTo>
                  <a:lnTo>
                    <a:pt x="1022110" y="3720014"/>
                  </a:lnTo>
                  <a:lnTo>
                    <a:pt x="1055782" y="3718847"/>
                  </a:lnTo>
                  <a:lnTo>
                    <a:pt x="1106510" y="3716919"/>
                  </a:lnTo>
                  <a:lnTo>
                    <a:pt x="1174607" y="3714069"/>
                  </a:lnTo>
                  <a:lnTo>
                    <a:pt x="1258680" y="3710178"/>
                  </a:lnTo>
                  <a:lnTo>
                    <a:pt x="1355934" y="3705173"/>
                  </a:lnTo>
                  <a:lnTo>
                    <a:pt x="1462679" y="3699027"/>
                  </a:lnTo>
                  <a:lnTo>
                    <a:pt x="1574914" y="3691744"/>
                  </a:lnTo>
                  <a:lnTo>
                    <a:pt x="1688841" y="3683345"/>
                  </a:lnTo>
                  <a:lnTo>
                    <a:pt x="1801241" y="3673854"/>
                  </a:lnTo>
                  <a:lnTo>
                    <a:pt x="1909652" y="3663275"/>
                  </a:lnTo>
                  <a:lnTo>
                    <a:pt x="2012409" y="3651591"/>
                  </a:lnTo>
                  <a:lnTo>
                    <a:pt x="2108561" y="3638750"/>
                  </a:lnTo>
                  <a:lnTo>
                    <a:pt x="2197741" y="3624667"/>
                  </a:lnTo>
                  <a:lnTo>
                    <a:pt x="2280027" y="3609220"/>
                  </a:lnTo>
                  <a:lnTo>
                    <a:pt x="2355805" y="3592254"/>
                  </a:lnTo>
                  <a:lnTo>
                    <a:pt x="2425663" y="3573586"/>
                  </a:lnTo>
                  <a:lnTo>
                    <a:pt x="2490305" y="3553010"/>
                  </a:lnTo>
                  <a:lnTo>
                    <a:pt x="2550491" y="3530310"/>
                  </a:lnTo>
                  <a:lnTo>
                    <a:pt x="2606984" y="3505281"/>
                  </a:lnTo>
                  <a:lnTo>
                    <a:pt x="2660514" y="3477762"/>
                  </a:lnTo>
                  <a:lnTo>
                    <a:pt x="2702183" y="3453577"/>
                  </a:lnTo>
                  <a:lnTo>
                    <a:pt x="2754741" y="3419526"/>
                  </a:lnTo>
                  <a:lnTo>
                    <a:pt x="2805822" y="3382556"/>
                  </a:lnTo>
                  <a:lnTo>
                    <a:pt x="2855894" y="3342613"/>
                  </a:lnTo>
                  <a:lnTo>
                    <a:pt x="2905323" y="3299709"/>
                  </a:lnTo>
                  <a:lnTo>
                    <a:pt x="2954382" y="3253931"/>
                  </a:lnTo>
                  <a:lnTo>
                    <a:pt x="3003272" y="3205449"/>
                  </a:lnTo>
                  <a:lnTo>
                    <a:pt x="3052130" y="3154514"/>
                  </a:lnTo>
                  <a:lnTo>
                    <a:pt x="3101035" y="3101464"/>
                  </a:lnTo>
                  <a:lnTo>
                    <a:pt x="3150024" y="3046710"/>
                  </a:lnTo>
                  <a:lnTo>
                    <a:pt x="3199094" y="2990730"/>
                  </a:lnTo>
                  <a:lnTo>
                    <a:pt x="3248218" y="2934047"/>
                  </a:lnTo>
                  <a:lnTo>
                    <a:pt x="3297354" y="2877217"/>
                  </a:lnTo>
                  <a:lnTo>
                    <a:pt x="3346457" y="2820798"/>
                  </a:lnTo>
                  <a:lnTo>
                    <a:pt x="3395490" y="2765333"/>
                  </a:lnTo>
                  <a:lnTo>
                    <a:pt x="3444438" y="2711327"/>
                  </a:lnTo>
                  <a:lnTo>
                    <a:pt x="3493314" y="2659229"/>
                  </a:lnTo>
                  <a:lnTo>
                    <a:pt x="3542174" y="2609414"/>
                  </a:lnTo>
                  <a:lnTo>
                    <a:pt x="3591123" y="2562182"/>
                  </a:lnTo>
                  <a:lnTo>
                    <a:pt x="3640327" y="2517744"/>
                  </a:lnTo>
                  <a:lnTo>
                    <a:pt x="3690020" y="2476231"/>
                  </a:lnTo>
                  <a:lnTo>
                    <a:pt x="3740517" y="2437694"/>
                  </a:lnTo>
                  <a:lnTo>
                    <a:pt x="3792229" y="2402112"/>
                  </a:lnTo>
                  <a:lnTo>
                    <a:pt x="3820202" y="2384488"/>
                  </a:lnTo>
                  <a:lnTo>
                    <a:pt x="3871817" y="2354894"/>
                  </a:lnTo>
                  <a:lnTo>
                    <a:pt x="3925856" y="2327855"/>
                  </a:lnTo>
                  <a:lnTo>
                    <a:pt x="3982991" y="2303281"/>
                  </a:lnTo>
                  <a:lnTo>
                    <a:pt x="4043962" y="2281000"/>
                  </a:lnTo>
                  <a:lnTo>
                    <a:pt x="4109535" y="2260802"/>
                  </a:lnTo>
                  <a:lnTo>
                    <a:pt x="4180463" y="2242472"/>
                  </a:lnTo>
                  <a:lnTo>
                    <a:pt x="4257434" y="2225807"/>
                  </a:lnTo>
                  <a:lnTo>
                    <a:pt x="4341004" y="2210630"/>
                  </a:lnTo>
                  <a:lnTo>
                    <a:pt x="4431510" y="2196790"/>
                  </a:lnTo>
                  <a:lnTo>
                    <a:pt x="4528957" y="2184174"/>
                  </a:lnTo>
                  <a:lnTo>
                    <a:pt x="4632879" y="2172702"/>
                  </a:lnTo>
                  <a:lnTo>
                    <a:pt x="4742198" y="2162330"/>
                  </a:lnTo>
                  <a:lnTo>
                    <a:pt x="4855100" y="2153044"/>
                  </a:lnTo>
                  <a:lnTo>
                    <a:pt x="4968975" y="2144856"/>
                  </a:lnTo>
                  <a:lnTo>
                    <a:pt x="5080474" y="2137786"/>
                  </a:lnTo>
                  <a:lnTo>
                    <a:pt x="5185726" y="2131856"/>
                  </a:lnTo>
                  <a:lnTo>
                    <a:pt x="5280747" y="2127066"/>
                  </a:lnTo>
                  <a:lnTo>
                    <a:pt x="5361970" y="2123379"/>
                  </a:lnTo>
                  <a:lnTo>
                    <a:pt x="5426835" y="2120714"/>
                  </a:lnTo>
                  <a:lnTo>
                    <a:pt x="5474253" y="2118944"/>
                  </a:lnTo>
                  <a:lnTo>
                    <a:pt x="5504875" y="2117901"/>
                  </a:lnTo>
                  <a:lnTo>
                    <a:pt x="5521088" y="2117396"/>
                  </a:lnTo>
                  <a:lnTo>
                    <a:pt x="5526845" y="2117232"/>
                  </a:lnTo>
                  <a:lnTo>
                    <a:pt x="5527445" y="2117216"/>
                  </a:lnTo>
                  <a:lnTo>
                    <a:pt x="6522385" y="2117216"/>
                  </a:lnTo>
                  <a:lnTo>
                    <a:pt x="6523487" y="2117176"/>
                  </a:lnTo>
                  <a:lnTo>
                    <a:pt x="6530764" y="2116897"/>
                  </a:lnTo>
                  <a:lnTo>
                    <a:pt x="6549218" y="2116127"/>
                  </a:lnTo>
                  <a:lnTo>
                    <a:pt x="6582492" y="2114607"/>
                  </a:lnTo>
                  <a:lnTo>
                    <a:pt x="6632652" y="2112095"/>
                  </a:lnTo>
                  <a:lnTo>
                    <a:pt x="6700043" y="2108380"/>
                  </a:lnTo>
                  <a:lnTo>
                    <a:pt x="6783325" y="2103306"/>
                  </a:lnTo>
                  <a:lnTo>
                    <a:pt x="6879775" y="2096777"/>
                  </a:lnTo>
                  <a:lnTo>
                    <a:pt x="6985772" y="2088753"/>
                  </a:lnTo>
                  <a:lnTo>
                    <a:pt x="7097365" y="2079242"/>
                  </a:lnTo>
                  <a:lnTo>
                    <a:pt x="7210791" y="2068270"/>
                  </a:lnTo>
                  <a:lnTo>
                    <a:pt x="7322839" y="2055865"/>
                  </a:lnTo>
                  <a:lnTo>
                    <a:pt x="7431043" y="2042039"/>
                  </a:lnTo>
                  <a:lnTo>
                    <a:pt x="7533716" y="2026769"/>
                  </a:lnTo>
                  <a:lnTo>
                    <a:pt x="7629881" y="2009990"/>
                  </a:lnTo>
                  <a:lnTo>
                    <a:pt x="7719144" y="1991594"/>
                  </a:lnTo>
                  <a:lnTo>
                    <a:pt x="7801555" y="1971425"/>
                  </a:lnTo>
                  <a:lnTo>
                    <a:pt x="7877479" y="1949287"/>
                  </a:lnTo>
                  <a:lnTo>
                    <a:pt x="7947484" y="1924940"/>
                  </a:lnTo>
                  <a:lnTo>
                    <a:pt x="8012258" y="1898120"/>
                  </a:lnTo>
                  <a:lnTo>
                    <a:pt x="8072547" y="1868545"/>
                  </a:lnTo>
                  <a:lnTo>
                    <a:pt x="8129107" y="1835945"/>
                  </a:lnTo>
                  <a:lnTo>
                    <a:pt x="8182663" y="1800102"/>
                  </a:lnTo>
                  <a:lnTo>
                    <a:pt x="8229629" y="1764346"/>
                  </a:lnTo>
                  <a:lnTo>
                    <a:pt x="8278400" y="1722806"/>
                  </a:lnTo>
                  <a:lnTo>
                    <a:pt x="8325870" y="1677963"/>
                  </a:lnTo>
                  <a:lnTo>
                    <a:pt x="8372422" y="1629751"/>
                  </a:lnTo>
                  <a:lnTo>
                    <a:pt x="8418359" y="1578169"/>
                  </a:lnTo>
                  <a:lnTo>
                    <a:pt x="8463919" y="1523288"/>
                  </a:lnTo>
                  <a:lnTo>
                    <a:pt x="8509278" y="1465257"/>
                  </a:lnTo>
                  <a:lnTo>
                    <a:pt x="8554564" y="1404306"/>
                  </a:lnTo>
                  <a:lnTo>
                    <a:pt x="8599862" y="1340749"/>
                  </a:lnTo>
                  <a:lnTo>
                    <a:pt x="8645219" y="1274974"/>
                  </a:lnTo>
                  <a:lnTo>
                    <a:pt x="8690649" y="1207444"/>
                  </a:lnTo>
                  <a:lnTo>
                    <a:pt x="8736146" y="1138677"/>
                  </a:lnTo>
                  <a:lnTo>
                    <a:pt x="8781682" y="1069236"/>
                  </a:lnTo>
                  <a:lnTo>
                    <a:pt x="8827225" y="999704"/>
                  </a:lnTo>
                  <a:lnTo>
                    <a:pt x="8872736" y="930670"/>
                  </a:lnTo>
                  <a:lnTo>
                    <a:pt x="8918189" y="862704"/>
                  </a:lnTo>
                  <a:lnTo>
                    <a:pt x="8963568" y="796342"/>
                  </a:lnTo>
                  <a:lnTo>
                    <a:pt x="9008880" y="732062"/>
                  </a:lnTo>
                  <a:lnTo>
                    <a:pt x="9054163" y="670278"/>
                  </a:lnTo>
                  <a:lnTo>
                    <a:pt x="9099489" y="611327"/>
                  </a:lnTo>
                  <a:lnTo>
                    <a:pt x="9144970" y="555465"/>
                  </a:lnTo>
                  <a:lnTo>
                    <a:pt x="9190770" y="502864"/>
                  </a:lnTo>
                  <a:lnTo>
                    <a:pt x="9237106" y="453620"/>
                  </a:lnTo>
                  <a:lnTo>
                    <a:pt x="9284258" y="407752"/>
                  </a:lnTo>
                  <a:lnTo>
                    <a:pt x="9332586" y="365213"/>
                  </a:lnTo>
                  <a:lnTo>
                    <a:pt x="9347647" y="352869"/>
                  </a:lnTo>
                  <a:lnTo>
                    <a:pt x="9399031" y="313961"/>
                  </a:lnTo>
                  <a:lnTo>
                    <a:pt x="9452814" y="278398"/>
                  </a:lnTo>
                  <a:lnTo>
                    <a:pt x="9509660" y="246063"/>
                  </a:lnTo>
                  <a:lnTo>
                    <a:pt x="9570298" y="216731"/>
                  </a:lnTo>
                  <a:lnTo>
                    <a:pt x="9635485" y="190130"/>
                  </a:lnTo>
                  <a:lnTo>
                    <a:pt x="9705963" y="165979"/>
                  </a:lnTo>
                  <a:lnTo>
                    <a:pt x="9782415" y="144016"/>
                  </a:lnTo>
                  <a:lnTo>
                    <a:pt x="9865394" y="124004"/>
                  </a:lnTo>
                  <a:lnTo>
                    <a:pt x="9955243" y="105749"/>
                  </a:lnTo>
                  <a:lnTo>
                    <a:pt x="10051978" y="89101"/>
                  </a:lnTo>
                  <a:lnTo>
                    <a:pt x="10155165" y="73954"/>
                  </a:lnTo>
                  <a:lnTo>
                    <a:pt x="10263769" y="60249"/>
                  </a:lnTo>
                  <a:lnTo>
                    <a:pt x="10376039" y="47965"/>
                  </a:lnTo>
                  <a:lnTo>
                    <a:pt x="10489445" y="37114"/>
                  </a:lnTo>
                  <a:lnTo>
                    <a:pt x="10600716" y="27727"/>
                  </a:lnTo>
                  <a:lnTo>
                    <a:pt x="10706059" y="19830"/>
                  </a:lnTo>
                  <a:lnTo>
                    <a:pt x="10801530" y="13426"/>
                  </a:lnTo>
                  <a:lnTo>
                    <a:pt x="10883561" y="8471"/>
                  </a:lnTo>
                  <a:lnTo>
                    <a:pt x="10949527" y="4865"/>
                  </a:lnTo>
                  <a:lnTo>
                    <a:pt x="10998226" y="2445"/>
                  </a:lnTo>
                  <a:lnTo>
                    <a:pt x="11030146" y="998"/>
                  </a:lnTo>
                  <a:lnTo>
                    <a:pt x="11047497" y="279"/>
                  </a:lnTo>
                  <a:lnTo>
                    <a:pt x="11054041" y="3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7" name="pl1606"/>
            <p:cNvSpPr/>
            <p:nvPr/>
          </p:nvSpPr>
          <p:spPr>
            <a:xfrm>
              <a:off x="1199187" y="1755447"/>
              <a:ext cx="12049831" cy="3720850"/>
            </a:xfrm>
            <a:custGeom>
              <a:avLst/>
              <a:pathLst>
                <a:path w="12049831" h="3720850">
                  <a:moveTo>
                    <a:pt x="12049831" y="0"/>
                  </a:moveTo>
                  <a:lnTo>
                    <a:pt x="11054891" y="0"/>
                  </a:lnTo>
                  <a:lnTo>
                    <a:pt x="11053789" y="39"/>
                  </a:lnTo>
                  <a:lnTo>
                    <a:pt x="11046513" y="318"/>
                  </a:lnTo>
                  <a:lnTo>
                    <a:pt x="11028058" y="1089"/>
                  </a:lnTo>
                  <a:lnTo>
                    <a:pt x="10994785" y="2608"/>
                  </a:lnTo>
                  <a:lnTo>
                    <a:pt x="10944624" y="5120"/>
                  </a:lnTo>
                  <a:lnTo>
                    <a:pt x="10877234" y="8835"/>
                  </a:lnTo>
                  <a:lnTo>
                    <a:pt x="10793951" y="13909"/>
                  </a:lnTo>
                  <a:lnTo>
                    <a:pt x="10697501" y="20438"/>
                  </a:lnTo>
                  <a:lnTo>
                    <a:pt x="10591505" y="28462"/>
                  </a:lnTo>
                  <a:lnTo>
                    <a:pt x="10479912" y="37973"/>
                  </a:lnTo>
                  <a:lnTo>
                    <a:pt x="10366486" y="48946"/>
                  </a:lnTo>
                  <a:lnTo>
                    <a:pt x="10254437" y="61350"/>
                  </a:lnTo>
                  <a:lnTo>
                    <a:pt x="10146233" y="75176"/>
                  </a:lnTo>
                  <a:lnTo>
                    <a:pt x="10043560" y="90446"/>
                  </a:lnTo>
                  <a:lnTo>
                    <a:pt x="9947396" y="107225"/>
                  </a:lnTo>
                  <a:lnTo>
                    <a:pt x="9858133" y="125621"/>
                  </a:lnTo>
                  <a:lnTo>
                    <a:pt x="9775721" y="145790"/>
                  </a:lnTo>
                  <a:lnTo>
                    <a:pt x="9699797" y="167928"/>
                  </a:lnTo>
                  <a:lnTo>
                    <a:pt x="9629792" y="192275"/>
                  </a:lnTo>
                  <a:lnTo>
                    <a:pt x="9565018" y="219095"/>
                  </a:lnTo>
                  <a:lnTo>
                    <a:pt x="9504729" y="248670"/>
                  </a:lnTo>
                  <a:lnTo>
                    <a:pt x="9448169" y="281270"/>
                  </a:lnTo>
                  <a:lnTo>
                    <a:pt x="9394613" y="317113"/>
                  </a:lnTo>
                  <a:lnTo>
                    <a:pt x="9347647" y="352869"/>
                  </a:lnTo>
                  <a:lnTo>
                    <a:pt x="9298876" y="394409"/>
                  </a:lnTo>
                  <a:lnTo>
                    <a:pt x="9251407" y="439252"/>
                  </a:lnTo>
                  <a:lnTo>
                    <a:pt x="9204855" y="487465"/>
                  </a:lnTo>
                  <a:lnTo>
                    <a:pt x="9158917" y="539046"/>
                  </a:lnTo>
                  <a:lnTo>
                    <a:pt x="9113358" y="593927"/>
                  </a:lnTo>
                  <a:lnTo>
                    <a:pt x="9067999" y="651958"/>
                  </a:lnTo>
                  <a:lnTo>
                    <a:pt x="9022712" y="712909"/>
                  </a:lnTo>
                  <a:lnTo>
                    <a:pt x="8977414" y="776466"/>
                  </a:lnTo>
                  <a:lnTo>
                    <a:pt x="8932058" y="842241"/>
                  </a:lnTo>
                  <a:lnTo>
                    <a:pt x="8886627" y="909771"/>
                  </a:lnTo>
                  <a:lnTo>
                    <a:pt x="8841131" y="978538"/>
                  </a:lnTo>
                  <a:lnTo>
                    <a:pt x="8795594" y="1047980"/>
                  </a:lnTo>
                  <a:lnTo>
                    <a:pt x="8750052" y="1117512"/>
                  </a:lnTo>
                  <a:lnTo>
                    <a:pt x="8704540" y="1186546"/>
                  </a:lnTo>
                  <a:lnTo>
                    <a:pt x="8659087" y="1254511"/>
                  </a:lnTo>
                  <a:lnTo>
                    <a:pt x="8613709" y="1320873"/>
                  </a:lnTo>
                  <a:lnTo>
                    <a:pt x="8568396" y="1385153"/>
                  </a:lnTo>
                  <a:lnTo>
                    <a:pt x="8523113" y="1446937"/>
                  </a:lnTo>
                  <a:lnTo>
                    <a:pt x="8477788" y="1505888"/>
                  </a:lnTo>
                  <a:lnTo>
                    <a:pt x="8432306" y="1561750"/>
                  </a:lnTo>
                  <a:lnTo>
                    <a:pt x="8386506" y="1614351"/>
                  </a:lnTo>
                  <a:lnTo>
                    <a:pt x="8340171" y="1663595"/>
                  </a:lnTo>
                  <a:lnTo>
                    <a:pt x="8293018" y="1709464"/>
                  </a:lnTo>
                  <a:lnTo>
                    <a:pt x="8244691" y="1752002"/>
                  </a:lnTo>
                  <a:lnTo>
                    <a:pt x="8229629" y="1764346"/>
                  </a:lnTo>
                  <a:lnTo>
                    <a:pt x="8178245" y="1803254"/>
                  </a:lnTo>
                  <a:lnTo>
                    <a:pt x="8124462" y="1838817"/>
                  </a:lnTo>
                  <a:lnTo>
                    <a:pt x="8067617" y="1871153"/>
                  </a:lnTo>
                  <a:lnTo>
                    <a:pt x="8006978" y="1900485"/>
                  </a:lnTo>
                  <a:lnTo>
                    <a:pt x="7941792" y="1927086"/>
                  </a:lnTo>
                  <a:lnTo>
                    <a:pt x="7871313" y="1951236"/>
                  </a:lnTo>
                  <a:lnTo>
                    <a:pt x="7794861" y="1973200"/>
                  </a:lnTo>
                  <a:lnTo>
                    <a:pt x="7711882" y="1993211"/>
                  </a:lnTo>
                  <a:lnTo>
                    <a:pt x="7622034" y="2011466"/>
                  </a:lnTo>
                  <a:lnTo>
                    <a:pt x="7525298" y="2028114"/>
                  </a:lnTo>
                  <a:lnTo>
                    <a:pt x="7422112" y="2043261"/>
                  </a:lnTo>
                  <a:lnTo>
                    <a:pt x="7313508" y="2056967"/>
                  </a:lnTo>
                  <a:lnTo>
                    <a:pt x="7201237" y="2069251"/>
                  </a:lnTo>
                  <a:lnTo>
                    <a:pt x="7087832" y="2080101"/>
                  </a:lnTo>
                  <a:lnTo>
                    <a:pt x="6976560" y="2089488"/>
                  </a:lnTo>
                  <a:lnTo>
                    <a:pt x="6871217" y="2097385"/>
                  </a:lnTo>
                  <a:lnTo>
                    <a:pt x="6775747" y="2103790"/>
                  </a:lnTo>
                  <a:lnTo>
                    <a:pt x="6693716" y="2108744"/>
                  </a:lnTo>
                  <a:lnTo>
                    <a:pt x="6627749" y="2112350"/>
                  </a:lnTo>
                  <a:lnTo>
                    <a:pt x="6579051" y="2114770"/>
                  </a:lnTo>
                  <a:lnTo>
                    <a:pt x="6547130" y="2116217"/>
                  </a:lnTo>
                  <a:lnTo>
                    <a:pt x="6529780" y="2116936"/>
                  </a:lnTo>
                  <a:lnTo>
                    <a:pt x="6523235" y="2117186"/>
                  </a:lnTo>
                  <a:lnTo>
                    <a:pt x="6522385" y="2117216"/>
                  </a:lnTo>
                  <a:lnTo>
                    <a:pt x="5527445" y="2117216"/>
                  </a:lnTo>
                  <a:lnTo>
                    <a:pt x="5526329" y="2117246"/>
                  </a:lnTo>
                  <a:lnTo>
                    <a:pt x="5518959" y="2117460"/>
                  </a:lnTo>
                  <a:lnTo>
                    <a:pt x="5500275" y="2118052"/>
                  </a:lnTo>
                  <a:lnTo>
                    <a:pt x="5466603" y="2119218"/>
                  </a:lnTo>
                  <a:lnTo>
                    <a:pt x="5415875" y="2121146"/>
                  </a:lnTo>
                  <a:lnTo>
                    <a:pt x="5347777" y="2123996"/>
                  </a:lnTo>
                  <a:lnTo>
                    <a:pt x="5263705" y="2127887"/>
                  </a:lnTo>
                  <a:lnTo>
                    <a:pt x="5166451" y="2132892"/>
                  </a:lnTo>
                  <a:lnTo>
                    <a:pt x="5059706" y="2139039"/>
                  </a:lnTo>
                  <a:lnTo>
                    <a:pt x="4947471" y="2146322"/>
                  </a:lnTo>
                  <a:lnTo>
                    <a:pt x="4833544" y="2154720"/>
                  </a:lnTo>
                  <a:lnTo>
                    <a:pt x="4721144" y="2164212"/>
                  </a:lnTo>
                  <a:lnTo>
                    <a:pt x="4612733" y="2174790"/>
                  </a:lnTo>
                  <a:lnTo>
                    <a:pt x="4509976" y="2186474"/>
                  </a:lnTo>
                  <a:lnTo>
                    <a:pt x="4413824" y="2199315"/>
                  </a:lnTo>
                  <a:lnTo>
                    <a:pt x="4324644" y="2213398"/>
                  </a:lnTo>
                  <a:lnTo>
                    <a:pt x="4242358" y="2228846"/>
                  </a:lnTo>
                  <a:lnTo>
                    <a:pt x="4166580" y="2245811"/>
                  </a:lnTo>
                  <a:lnTo>
                    <a:pt x="4096722" y="2264479"/>
                  </a:lnTo>
                  <a:lnTo>
                    <a:pt x="4032080" y="2285055"/>
                  </a:lnTo>
                  <a:lnTo>
                    <a:pt x="3971894" y="2307755"/>
                  </a:lnTo>
                  <a:lnTo>
                    <a:pt x="3915401" y="2332784"/>
                  </a:lnTo>
                  <a:lnTo>
                    <a:pt x="3861871" y="2360304"/>
                  </a:lnTo>
                  <a:lnTo>
                    <a:pt x="3820202" y="2384488"/>
                  </a:lnTo>
                  <a:lnTo>
                    <a:pt x="3767644" y="2418540"/>
                  </a:lnTo>
                  <a:lnTo>
                    <a:pt x="3716563" y="2455509"/>
                  </a:lnTo>
                  <a:lnTo>
                    <a:pt x="3666491" y="2495452"/>
                  </a:lnTo>
                  <a:lnTo>
                    <a:pt x="3617062" y="2538356"/>
                  </a:lnTo>
                  <a:lnTo>
                    <a:pt x="3568003" y="2584134"/>
                  </a:lnTo>
                  <a:lnTo>
                    <a:pt x="3519113" y="2632617"/>
                  </a:lnTo>
                  <a:lnTo>
                    <a:pt x="3470255" y="2683551"/>
                  </a:lnTo>
                  <a:lnTo>
                    <a:pt x="3421350" y="2736601"/>
                  </a:lnTo>
                  <a:lnTo>
                    <a:pt x="3372361" y="2791355"/>
                  </a:lnTo>
                  <a:lnTo>
                    <a:pt x="3323291" y="2847336"/>
                  </a:lnTo>
                  <a:lnTo>
                    <a:pt x="3274167" y="2904018"/>
                  </a:lnTo>
                  <a:lnTo>
                    <a:pt x="3225031" y="2960849"/>
                  </a:lnTo>
                  <a:lnTo>
                    <a:pt x="3175928" y="3017268"/>
                  </a:lnTo>
                  <a:lnTo>
                    <a:pt x="3126895" y="3072732"/>
                  </a:lnTo>
                  <a:lnTo>
                    <a:pt x="3077947" y="3126738"/>
                  </a:lnTo>
                  <a:lnTo>
                    <a:pt x="3029071" y="3178837"/>
                  </a:lnTo>
                  <a:lnTo>
                    <a:pt x="2980211" y="3228651"/>
                  </a:lnTo>
                  <a:lnTo>
                    <a:pt x="2931262" y="3275884"/>
                  </a:lnTo>
                  <a:lnTo>
                    <a:pt x="2882058" y="3320321"/>
                  </a:lnTo>
                  <a:lnTo>
                    <a:pt x="2832365" y="3361834"/>
                  </a:lnTo>
                  <a:lnTo>
                    <a:pt x="2781868" y="3400371"/>
                  </a:lnTo>
                  <a:lnTo>
                    <a:pt x="2730156" y="3435953"/>
                  </a:lnTo>
                  <a:lnTo>
                    <a:pt x="2702183" y="3453577"/>
                  </a:lnTo>
                  <a:lnTo>
                    <a:pt x="2650568" y="3483172"/>
                  </a:lnTo>
                  <a:lnTo>
                    <a:pt x="2596529" y="3510210"/>
                  </a:lnTo>
                  <a:lnTo>
                    <a:pt x="2539394" y="3534784"/>
                  </a:lnTo>
                  <a:lnTo>
                    <a:pt x="2478423" y="3557065"/>
                  </a:lnTo>
                  <a:lnTo>
                    <a:pt x="2412850" y="3577263"/>
                  </a:lnTo>
                  <a:lnTo>
                    <a:pt x="2341922" y="3595593"/>
                  </a:lnTo>
                  <a:lnTo>
                    <a:pt x="2264951" y="3612258"/>
                  </a:lnTo>
                  <a:lnTo>
                    <a:pt x="2181381" y="3627436"/>
                  </a:lnTo>
                  <a:lnTo>
                    <a:pt x="2090875" y="3641276"/>
                  </a:lnTo>
                  <a:lnTo>
                    <a:pt x="1993428" y="3653892"/>
                  </a:lnTo>
                  <a:lnTo>
                    <a:pt x="1889506" y="3665363"/>
                  </a:lnTo>
                  <a:lnTo>
                    <a:pt x="1780187" y="3675735"/>
                  </a:lnTo>
                  <a:lnTo>
                    <a:pt x="1667285" y="3685021"/>
                  </a:lnTo>
                  <a:lnTo>
                    <a:pt x="1553410" y="3693210"/>
                  </a:lnTo>
                  <a:lnTo>
                    <a:pt x="1441911" y="3700279"/>
                  </a:lnTo>
                  <a:lnTo>
                    <a:pt x="1336659" y="3706209"/>
                  </a:lnTo>
                  <a:lnTo>
                    <a:pt x="1241638" y="3711000"/>
                  </a:lnTo>
                  <a:lnTo>
                    <a:pt x="1160415" y="3714686"/>
                  </a:lnTo>
                  <a:lnTo>
                    <a:pt x="1095550" y="3717351"/>
                  </a:lnTo>
                  <a:lnTo>
                    <a:pt x="1048132" y="3719121"/>
                  </a:lnTo>
                  <a:lnTo>
                    <a:pt x="1017510" y="3720164"/>
                  </a:lnTo>
                  <a:lnTo>
                    <a:pt x="1001297" y="3720669"/>
                  </a:lnTo>
                  <a:lnTo>
                    <a:pt x="995540" y="3720834"/>
                  </a:lnTo>
                  <a:lnTo>
                    <a:pt x="994940" y="3720850"/>
                  </a:lnTo>
                  <a:lnTo>
                    <a:pt x="0" y="3720850"/>
                  </a:lnTo>
                  <a:lnTo>
                    <a:pt x="0" y="37208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8" name="pg1607"/>
            <p:cNvSpPr/>
            <p:nvPr/>
          </p:nvSpPr>
          <p:spPr>
            <a:xfrm>
              <a:off x="1199187" y="4003679"/>
              <a:ext cx="12049831" cy="1949515"/>
            </a:xfrm>
            <a:custGeom>
              <a:avLst/>
              <a:pathLst>
                <a:path w="12049831" h="1949515">
                  <a:moveTo>
                    <a:pt x="0" y="1483099"/>
                  </a:moveTo>
                  <a:lnTo>
                    <a:pt x="994940" y="1483099"/>
                  </a:lnTo>
                  <a:lnTo>
                    <a:pt x="996059" y="1483071"/>
                  </a:lnTo>
                  <a:lnTo>
                    <a:pt x="1003448" y="1482873"/>
                  </a:lnTo>
                  <a:lnTo>
                    <a:pt x="1022180" y="1482326"/>
                  </a:lnTo>
                  <a:lnTo>
                    <a:pt x="1055934" y="1481248"/>
                  </a:lnTo>
                  <a:lnTo>
                    <a:pt x="1106779" y="1479467"/>
                  </a:lnTo>
                  <a:lnTo>
                    <a:pt x="1175022" y="1476834"/>
                  </a:lnTo>
                  <a:lnTo>
                    <a:pt x="1259257" y="1473239"/>
                  </a:lnTo>
                  <a:lnTo>
                    <a:pt x="1356676" y="1468615"/>
                  </a:lnTo>
                  <a:lnTo>
                    <a:pt x="1463575" y="1462937"/>
                  </a:lnTo>
                  <a:lnTo>
                    <a:pt x="1575941" y="1456210"/>
                  </a:lnTo>
                  <a:lnTo>
                    <a:pt x="1689971" y="1448454"/>
                  </a:lnTo>
                  <a:lnTo>
                    <a:pt x="1802441" y="1439689"/>
                  </a:lnTo>
                  <a:lnTo>
                    <a:pt x="1910894" y="1429920"/>
                  </a:lnTo>
                  <a:lnTo>
                    <a:pt x="2013668" y="1419130"/>
                  </a:lnTo>
                  <a:lnTo>
                    <a:pt x="2109816" y="1407271"/>
                  </a:lnTo>
                  <a:lnTo>
                    <a:pt x="2198979" y="1394264"/>
                  </a:lnTo>
                  <a:lnTo>
                    <a:pt x="2281238" y="1379995"/>
                  </a:lnTo>
                  <a:lnTo>
                    <a:pt x="2356986" y="1364323"/>
                  </a:lnTo>
                  <a:lnTo>
                    <a:pt x="2426814" y="1347076"/>
                  </a:lnTo>
                  <a:lnTo>
                    <a:pt x="2491430" y="1328063"/>
                  </a:lnTo>
                  <a:lnTo>
                    <a:pt x="2551594" y="1307087"/>
                  </a:lnTo>
                  <a:lnTo>
                    <a:pt x="2608074" y="1283956"/>
                  </a:lnTo>
                  <a:lnTo>
                    <a:pt x="2661600" y="1258525"/>
                  </a:lnTo>
                  <a:lnTo>
                    <a:pt x="2702183" y="1236789"/>
                  </a:lnTo>
                  <a:lnTo>
                    <a:pt x="2755716" y="1204791"/>
                  </a:lnTo>
                  <a:lnTo>
                    <a:pt x="2807725" y="1170000"/>
                  </a:lnTo>
                  <a:lnTo>
                    <a:pt x="2858704" y="1132364"/>
                  </a:lnTo>
                  <a:lnTo>
                    <a:pt x="2909032" y="1091899"/>
                  </a:lnTo>
                  <a:lnTo>
                    <a:pt x="2958995" y="1048693"/>
                  </a:lnTo>
                  <a:lnTo>
                    <a:pt x="3008798" y="1002920"/>
                  </a:lnTo>
                  <a:lnTo>
                    <a:pt x="3058580" y="954834"/>
                  </a:lnTo>
                  <a:lnTo>
                    <a:pt x="3108418" y="904773"/>
                  </a:lnTo>
                  <a:lnTo>
                    <a:pt x="3158344" y="853147"/>
                  </a:lnTo>
                  <a:lnTo>
                    <a:pt x="3208352" y="800429"/>
                  </a:lnTo>
                  <a:lnTo>
                    <a:pt x="3258408" y="747139"/>
                  </a:lnTo>
                  <a:lnTo>
                    <a:pt x="3308467" y="693819"/>
                  </a:lnTo>
                  <a:lnTo>
                    <a:pt x="3358482" y="641012"/>
                  </a:lnTo>
                  <a:lnTo>
                    <a:pt x="3408418" y="589240"/>
                  </a:lnTo>
                  <a:lnTo>
                    <a:pt x="3458265" y="538983"/>
                  </a:lnTo>
                  <a:lnTo>
                    <a:pt x="3508050" y="490659"/>
                  </a:lnTo>
                  <a:lnTo>
                    <a:pt x="3557845" y="444614"/>
                  </a:lnTo>
                  <a:lnTo>
                    <a:pt x="3607781" y="401114"/>
                  </a:lnTo>
                  <a:lnTo>
                    <a:pt x="3658056" y="360337"/>
                  </a:lnTo>
                  <a:lnTo>
                    <a:pt x="3708946" y="322384"/>
                  </a:lnTo>
                  <a:lnTo>
                    <a:pt x="3760818" y="287278"/>
                  </a:lnTo>
                  <a:lnTo>
                    <a:pt x="3814153" y="254974"/>
                  </a:lnTo>
                  <a:lnTo>
                    <a:pt x="3820202" y="251550"/>
                  </a:lnTo>
                  <a:lnTo>
                    <a:pt x="3871865" y="224253"/>
                  </a:lnTo>
                  <a:lnTo>
                    <a:pt x="3925956" y="199316"/>
                  </a:lnTo>
                  <a:lnTo>
                    <a:pt x="3983150" y="176654"/>
                  </a:lnTo>
                  <a:lnTo>
                    <a:pt x="4044190" y="156108"/>
                  </a:lnTo>
                  <a:lnTo>
                    <a:pt x="4109843" y="137485"/>
                  </a:lnTo>
                  <a:lnTo>
                    <a:pt x="4180863" y="120585"/>
                  </a:lnTo>
                  <a:lnTo>
                    <a:pt x="4257941" y="105222"/>
                  </a:lnTo>
                  <a:lnTo>
                    <a:pt x="4341633" y="91231"/>
                  </a:lnTo>
                  <a:lnTo>
                    <a:pt x="4432275" y="78474"/>
                  </a:lnTo>
                  <a:lnTo>
                    <a:pt x="4529868" y="66846"/>
                  </a:lnTo>
                  <a:lnTo>
                    <a:pt x="4633941" y="56275"/>
                  </a:lnTo>
                  <a:lnTo>
                    <a:pt x="4743406" y="46718"/>
                  </a:lnTo>
                  <a:lnTo>
                    <a:pt x="4856437" y="38164"/>
                  </a:lnTo>
                  <a:lnTo>
                    <a:pt x="4970408" y="30623"/>
                  </a:lnTo>
                  <a:lnTo>
                    <a:pt x="5081951" y="24116"/>
                  </a:lnTo>
                  <a:lnTo>
                    <a:pt x="5187182" y="18661"/>
                  </a:lnTo>
                  <a:lnTo>
                    <a:pt x="5282106" y="14258"/>
                  </a:lnTo>
                  <a:lnTo>
                    <a:pt x="5363161" y="10873"/>
                  </a:lnTo>
                  <a:lnTo>
                    <a:pt x="5427796" y="8430"/>
                  </a:lnTo>
                  <a:lnTo>
                    <a:pt x="5474951" y="6810"/>
                  </a:lnTo>
                  <a:lnTo>
                    <a:pt x="5505306" y="5859"/>
                  </a:lnTo>
                  <a:lnTo>
                    <a:pt x="5521289" y="5401"/>
                  </a:lnTo>
                  <a:lnTo>
                    <a:pt x="5526889" y="525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93" y="5276"/>
                  </a:lnTo>
                  <a:lnTo>
                    <a:pt x="6530803" y="5534"/>
                  </a:lnTo>
                  <a:lnTo>
                    <a:pt x="6549341" y="6245"/>
                  </a:lnTo>
                  <a:lnTo>
                    <a:pt x="6582760" y="7648"/>
                  </a:lnTo>
                  <a:lnTo>
                    <a:pt x="6633127" y="9966"/>
                  </a:lnTo>
                  <a:lnTo>
                    <a:pt x="6700775" y="13393"/>
                  </a:lnTo>
                  <a:lnTo>
                    <a:pt x="6784346" y="18073"/>
                  </a:lnTo>
                  <a:lnTo>
                    <a:pt x="6881089" y="24096"/>
                  </a:lnTo>
                  <a:lnTo>
                    <a:pt x="6987360" y="31494"/>
                  </a:lnTo>
                  <a:lnTo>
                    <a:pt x="7099188" y="40264"/>
                  </a:lnTo>
                  <a:lnTo>
                    <a:pt x="7212798" y="50379"/>
                  </a:lnTo>
                  <a:lnTo>
                    <a:pt x="7324975" y="61812"/>
                  </a:lnTo>
                  <a:lnTo>
                    <a:pt x="7433256" y="74556"/>
                  </a:lnTo>
                  <a:lnTo>
                    <a:pt x="7535960" y="88631"/>
                  </a:lnTo>
                  <a:lnTo>
                    <a:pt x="7632120" y="104098"/>
                  </a:lnTo>
                  <a:lnTo>
                    <a:pt x="7721353" y="121057"/>
                  </a:lnTo>
                  <a:lnTo>
                    <a:pt x="7803719" y="139654"/>
                  </a:lnTo>
                  <a:lnTo>
                    <a:pt x="7879590" y="160071"/>
                  </a:lnTo>
                  <a:lnTo>
                    <a:pt x="7949541" y="182529"/>
                  </a:lnTo>
                  <a:lnTo>
                    <a:pt x="8014267" y="207274"/>
                  </a:lnTo>
                  <a:lnTo>
                    <a:pt x="8074518" y="234565"/>
                  </a:lnTo>
                  <a:lnTo>
                    <a:pt x="8131053" y="264651"/>
                  </a:lnTo>
                  <a:lnTo>
                    <a:pt x="8184599" y="297730"/>
                  </a:lnTo>
                  <a:lnTo>
                    <a:pt x="8229629" y="329286"/>
                  </a:lnTo>
                  <a:lnTo>
                    <a:pt x="8279631" y="368450"/>
                  </a:lnTo>
                  <a:lnTo>
                    <a:pt x="8328276" y="410808"/>
                  </a:lnTo>
                  <a:lnTo>
                    <a:pt x="8375973" y="456421"/>
                  </a:lnTo>
                  <a:lnTo>
                    <a:pt x="8423045" y="505286"/>
                  </a:lnTo>
                  <a:lnTo>
                    <a:pt x="8469740" y="557326"/>
                  </a:lnTo>
                  <a:lnTo>
                    <a:pt x="8516245" y="612385"/>
                  </a:lnTo>
                  <a:lnTo>
                    <a:pt x="8562689" y="670223"/>
                  </a:lnTo>
                  <a:lnTo>
                    <a:pt x="8609158" y="730516"/>
                  </a:lnTo>
                  <a:lnTo>
                    <a:pt x="8655693" y="792865"/>
                  </a:lnTo>
                  <a:lnTo>
                    <a:pt x="8702306" y="856798"/>
                  </a:lnTo>
                  <a:lnTo>
                    <a:pt x="8748983" y="921789"/>
                  </a:lnTo>
                  <a:lnTo>
                    <a:pt x="8795692" y="987275"/>
                  </a:lnTo>
                  <a:lnTo>
                    <a:pt x="8842396" y="1052673"/>
                  </a:lnTo>
                  <a:lnTo>
                    <a:pt x="8889056" y="1117403"/>
                  </a:lnTo>
                  <a:lnTo>
                    <a:pt x="8935646" y="1180910"/>
                  </a:lnTo>
                  <a:lnTo>
                    <a:pt x="8982159" y="1242685"/>
                  </a:lnTo>
                  <a:lnTo>
                    <a:pt x="9028613" y="1302276"/>
                  </a:lnTo>
                  <a:lnTo>
                    <a:pt x="9075065" y="1359304"/>
                  </a:lnTo>
                  <a:lnTo>
                    <a:pt x="9121611" y="1413473"/>
                  </a:lnTo>
                  <a:lnTo>
                    <a:pt x="9168398" y="1464567"/>
                  </a:lnTo>
                  <a:lnTo>
                    <a:pt x="9215630" y="1512455"/>
                  </a:lnTo>
                  <a:lnTo>
                    <a:pt x="9263575" y="1557082"/>
                  </a:lnTo>
                  <a:lnTo>
                    <a:pt x="9312582" y="1598465"/>
                  </a:lnTo>
                  <a:lnTo>
                    <a:pt x="9347647" y="1625470"/>
                  </a:lnTo>
                  <a:lnTo>
                    <a:pt x="9399116" y="1661254"/>
                  </a:lnTo>
                  <a:lnTo>
                    <a:pt x="9452992" y="1693958"/>
                  </a:lnTo>
                  <a:lnTo>
                    <a:pt x="9509943" y="1723688"/>
                  </a:lnTo>
                  <a:lnTo>
                    <a:pt x="9570703" y="1750653"/>
                  </a:lnTo>
                  <a:lnTo>
                    <a:pt x="9636031" y="1775103"/>
                  </a:lnTo>
                  <a:lnTo>
                    <a:pt x="9706673" y="1797297"/>
                  </a:lnTo>
                  <a:lnTo>
                    <a:pt x="9783314" y="1817480"/>
                  </a:lnTo>
                  <a:lnTo>
                    <a:pt x="9866508" y="1835866"/>
                  </a:lnTo>
                  <a:lnTo>
                    <a:pt x="9956597" y="1852635"/>
                  </a:lnTo>
                  <a:lnTo>
                    <a:pt x="10053592" y="1867927"/>
                  </a:lnTo>
                  <a:lnTo>
                    <a:pt x="10157046" y="1881836"/>
                  </a:lnTo>
                  <a:lnTo>
                    <a:pt x="10265912" y="1894418"/>
                  </a:lnTo>
                  <a:lnTo>
                    <a:pt x="10378414" y="1905691"/>
                  </a:lnTo>
                  <a:lnTo>
                    <a:pt x="10491992" y="1915642"/>
                  </a:lnTo>
                  <a:lnTo>
                    <a:pt x="10603349" y="1924244"/>
                  </a:lnTo>
                  <a:lnTo>
                    <a:pt x="10708661" y="1931473"/>
                  </a:lnTo>
                  <a:lnTo>
                    <a:pt x="10803971" y="1937328"/>
                  </a:lnTo>
                  <a:lnTo>
                    <a:pt x="10885710" y="1941849"/>
                  </a:lnTo>
                  <a:lnTo>
                    <a:pt x="10951276" y="1945131"/>
                  </a:lnTo>
                  <a:lnTo>
                    <a:pt x="10999509" y="1947325"/>
                  </a:lnTo>
                  <a:lnTo>
                    <a:pt x="11030954" y="1948630"/>
                  </a:lnTo>
                  <a:lnTo>
                    <a:pt x="11047887" y="1949273"/>
                  </a:lnTo>
                  <a:lnTo>
                    <a:pt x="11054139" y="1949491"/>
                  </a:lnTo>
                  <a:lnTo>
                    <a:pt x="11054891" y="1949515"/>
                  </a:lnTo>
                  <a:lnTo>
                    <a:pt x="12049831" y="1949515"/>
                  </a:lnTo>
                  <a:lnTo>
                    <a:pt x="12049831" y="1944275"/>
                  </a:lnTo>
                  <a:lnTo>
                    <a:pt x="11054891" y="1944275"/>
                  </a:lnTo>
                  <a:lnTo>
                    <a:pt x="11053784" y="1944239"/>
                  </a:lnTo>
                  <a:lnTo>
                    <a:pt x="11046474" y="1943981"/>
                  </a:lnTo>
                  <a:lnTo>
                    <a:pt x="11027935" y="1943270"/>
                  </a:lnTo>
                  <a:lnTo>
                    <a:pt x="10994517" y="1941867"/>
                  </a:lnTo>
                  <a:lnTo>
                    <a:pt x="10944149" y="1939549"/>
                  </a:lnTo>
                  <a:lnTo>
                    <a:pt x="10876501" y="1936122"/>
                  </a:lnTo>
                  <a:lnTo>
                    <a:pt x="10792930" y="1931442"/>
                  </a:lnTo>
                  <a:lnTo>
                    <a:pt x="10696187" y="1925419"/>
                  </a:lnTo>
                  <a:lnTo>
                    <a:pt x="10589917" y="1918020"/>
                  </a:lnTo>
                  <a:lnTo>
                    <a:pt x="10478089" y="1909251"/>
                  </a:lnTo>
                  <a:lnTo>
                    <a:pt x="10364479" y="1899136"/>
                  </a:lnTo>
                  <a:lnTo>
                    <a:pt x="10252302" y="1887703"/>
                  </a:lnTo>
                  <a:lnTo>
                    <a:pt x="10144021" y="1874959"/>
                  </a:lnTo>
                  <a:lnTo>
                    <a:pt x="10041317" y="1860884"/>
                  </a:lnTo>
                  <a:lnTo>
                    <a:pt x="9945156" y="1845417"/>
                  </a:lnTo>
                  <a:lnTo>
                    <a:pt x="9855923" y="1828458"/>
                  </a:lnTo>
                  <a:lnTo>
                    <a:pt x="9773557" y="1809861"/>
                  </a:lnTo>
                  <a:lnTo>
                    <a:pt x="9697686" y="1789444"/>
                  </a:lnTo>
                  <a:lnTo>
                    <a:pt x="9627735" y="1766986"/>
                  </a:lnTo>
                  <a:lnTo>
                    <a:pt x="9563009" y="1742241"/>
                  </a:lnTo>
                  <a:lnTo>
                    <a:pt x="9502758" y="1714950"/>
                  </a:lnTo>
                  <a:lnTo>
                    <a:pt x="9446223" y="1684864"/>
                  </a:lnTo>
                  <a:lnTo>
                    <a:pt x="9392677" y="1651785"/>
                  </a:lnTo>
                  <a:lnTo>
                    <a:pt x="9347647" y="1620229"/>
                  </a:lnTo>
                  <a:lnTo>
                    <a:pt x="9297645" y="1581064"/>
                  </a:lnTo>
                  <a:lnTo>
                    <a:pt x="9249001" y="1538707"/>
                  </a:lnTo>
                  <a:lnTo>
                    <a:pt x="9201304" y="1493094"/>
                  </a:lnTo>
                  <a:lnTo>
                    <a:pt x="9154232" y="1444229"/>
                  </a:lnTo>
                  <a:lnTo>
                    <a:pt x="9107536" y="1392189"/>
                  </a:lnTo>
                  <a:lnTo>
                    <a:pt x="9061032" y="1337130"/>
                  </a:lnTo>
                  <a:lnTo>
                    <a:pt x="9014587" y="1279292"/>
                  </a:lnTo>
                  <a:lnTo>
                    <a:pt x="8968119" y="1218999"/>
                  </a:lnTo>
                  <a:lnTo>
                    <a:pt x="8921584" y="1156650"/>
                  </a:lnTo>
                  <a:lnTo>
                    <a:pt x="8874970" y="1092717"/>
                  </a:lnTo>
                  <a:lnTo>
                    <a:pt x="8828294" y="1027726"/>
                  </a:lnTo>
                  <a:lnTo>
                    <a:pt x="8781584" y="962240"/>
                  </a:lnTo>
                  <a:lnTo>
                    <a:pt x="8734881" y="896842"/>
                  </a:lnTo>
                  <a:lnTo>
                    <a:pt x="8688221" y="832112"/>
                  </a:lnTo>
                  <a:lnTo>
                    <a:pt x="8641631" y="768604"/>
                  </a:lnTo>
                  <a:lnTo>
                    <a:pt x="8595118" y="706830"/>
                  </a:lnTo>
                  <a:lnTo>
                    <a:pt x="8548663" y="647239"/>
                  </a:lnTo>
                  <a:lnTo>
                    <a:pt x="8502211" y="590211"/>
                  </a:lnTo>
                  <a:lnTo>
                    <a:pt x="8455665" y="536042"/>
                  </a:lnTo>
                  <a:lnTo>
                    <a:pt x="8408878" y="484948"/>
                  </a:lnTo>
                  <a:lnTo>
                    <a:pt x="8361647" y="437060"/>
                  </a:lnTo>
                  <a:lnTo>
                    <a:pt x="8313701" y="392433"/>
                  </a:lnTo>
                  <a:lnTo>
                    <a:pt x="8264695" y="351050"/>
                  </a:lnTo>
                  <a:lnTo>
                    <a:pt x="8229629" y="324045"/>
                  </a:lnTo>
                  <a:lnTo>
                    <a:pt x="8178161" y="288260"/>
                  </a:lnTo>
                  <a:lnTo>
                    <a:pt x="8124285" y="255557"/>
                  </a:lnTo>
                  <a:lnTo>
                    <a:pt x="8067333" y="225827"/>
                  </a:lnTo>
                  <a:lnTo>
                    <a:pt x="8006574" y="198862"/>
                  </a:lnTo>
                  <a:lnTo>
                    <a:pt x="7941246" y="174412"/>
                  </a:lnTo>
                  <a:lnTo>
                    <a:pt x="7870603" y="152217"/>
                  </a:lnTo>
                  <a:lnTo>
                    <a:pt x="7793963" y="132035"/>
                  </a:lnTo>
                  <a:lnTo>
                    <a:pt x="7710768" y="113649"/>
                  </a:lnTo>
                  <a:lnTo>
                    <a:pt x="7620680" y="96879"/>
                  </a:lnTo>
                  <a:lnTo>
                    <a:pt x="7523685" y="81588"/>
                  </a:lnTo>
                  <a:lnTo>
                    <a:pt x="7420230" y="67679"/>
                  </a:lnTo>
                  <a:lnTo>
                    <a:pt x="7311365" y="55097"/>
                  </a:lnTo>
                  <a:lnTo>
                    <a:pt x="7198863" y="43824"/>
                  </a:lnTo>
                  <a:lnTo>
                    <a:pt x="7085285" y="33873"/>
                  </a:lnTo>
                  <a:lnTo>
                    <a:pt x="6973928" y="25271"/>
                  </a:lnTo>
                  <a:lnTo>
                    <a:pt x="6868615" y="18042"/>
                  </a:lnTo>
                  <a:lnTo>
                    <a:pt x="6773306" y="12187"/>
                  </a:lnTo>
                  <a:lnTo>
                    <a:pt x="6691567" y="7666"/>
                  </a:lnTo>
                  <a:lnTo>
                    <a:pt x="6626000" y="4384"/>
                  </a:lnTo>
                  <a:lnTo>
                    <a:pt x="6577768" y="2190"/>
                  </a:lnTo>
                  <a:lnTo>
                    <a:pt x="6546322" y="885"/>
                  </a:lnTo>
                  <a:lnTo>
                    <a:pt x="6529389" y="242"/>
                  </a:lnTo>
                  <a:lnTo>
                    <a:pt x="6523137" y="2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6" y="27"/>
                  </a:lnTo>
                  <a:lnTo>
                    <a:pt x="5518937" y="225"/>
                  </a:lnTo>
                  <a:lnTo>
                    <a:pt x="5500205" y="772"/>
                  </a:lnTo>
                  <a:lnTo>
                    <a:pt x="5466451" y="1850"/>
                  </a:lnTo>
                  <a:lnTo>
                    <a:pt x="5415606" y="3632"/>
                  </a:lnTo>
                  <a:lnTo>
                    <a:pt x="5347363" y="6265"/>
                  </a:lnTo>
                  <a:lnTo>
                    <a:pt x="5263128" y="9860"/>
                  </a:lnTo>
                  <a:lnTo>
                    <a:pt x="5165709" y="14483"/>
                  </a:lnTo>
                  <a:lnTo>
                    <a:pt x="5058810" y="20161"/>
                  </a:lnTo>
                  <a:lnTo>
                    <a:pt x="4946444" y="26888"/>
                  </a:lnTo>
                  <a:lnTo>
                    <a:pt x="4832414" y="34644"/>
                  </a:lnTo>
                  <a:lnTo>
                    <a:pt x="4719944" y="43410"/>
                  </a:lnTo>
                  <a:lnTo>
                    <a:pt x="4611491" y="53179"/>
                  </a:lnTo>
                  <a:lnTo>
                    <a:pt x="4508717" y="63969"/>
                  </a:lnTo>
                  <a:lnTo>
                    <a:pt x="4412569" y="75828"/>
                  </a:lnTo>
                  <a:lnTo>
                    <a:pt x="4323406" y="88835"/>
                  </a:lnTo>
                  <a:lnTo>
                    <a:pt x="4241147" y="103103"/>
                  </a:lnTo>
                  <a:lnTo>
                    <a:pt x="4165399" y="118776"/>
                  </a:lnTo>
                  <a:lnTo>
                    <a:pt x="4095571" y="136023"/>
                  </a:lnTo>
                  <a:lnTo>
                    <a:pt x="4030955" y="155035"/>
                  </a:lnTo>
                  <a:lnTo>
                    <a:pt x="3970791" y="176012"/>
                  </a:lnTo>
                  <a:lnTo>
                    <a:pt x="3914311" y="199142"/>
                  </a:lnTo>
                  <a:lnTo>
                    <a:pt x="3860785" y="224574"/>
                  </a:lnTo>
                  <a:lnTo>
                    <a:pt x="3820202" y="246309"/>
                  </a:lnTo>
                  <a:lnTo>
                    <a:pt x="3766669" y="278307"/>
                  </a:lnTo>
                  <a:lnTo>
                    <a:pt x="3714660" y="313098"/>
                  </a:lnTo>
                  <a:lnTo>
                    <a:pt x="3663681" y="350734"/>
                  </a:lnTo>
                  <a:lnTo>
                    <a:pt x="3613353" y="391200"/>
                  </a:lnTo>
                  <a:lnTo>
                    <a:pt x="3563390" y="434405"/>
                  </a:lnTo>
                  <a:lnTo>
                    <a:pt x="3513587" y="480178"/>
                  </a:lnTo>
                  <a:lnTo>
                    <a:pt x="3463805" y="528264"/>
                  </a:lnTo>
                  <a:lnTo>
                    <a:pt x="3413967" y="578326"/>
                  </a:lnTo>
                  <a:lnTo>
                    <a:pt x="3364041" y="629952"/>
                  </a:lnTo>
                  <a:lnTo>
                    <a:pt x="3314033" y="682669"/>
                  </a:lnTo>
                  <a:lnTo>
                    <a:pt x="3263977" y="735959"/>
                  </a:lnTo>
                  <a:lnTo>
                    <a:pt x="3213918" y="789279"/>
                  </a:lnTo>
                  <a:lnTo>
                    <a:pt x="3163903" y="842087"/>
                  </a:lnTo>
                  <a:lnTo>
                    <a:pt x="3113967" y="893858"/>
                  </a:lnTo>
                  <a:lnTo>
                    <a:pt x="3064120" y="944116"/>
                  </a:lnTo>
                  <a:lnTo>
                    <a:pt x="3014335" y="992439"/>
                  </a:lnTo>
                  <a:lnTo>
                    <a:pt x="2964540" y="1038484"/>
                  </a:lnTo>
                  <a:lnTo>
                    <a:pt x="2914604" y="1081985"/>
                  </a:lnTo>
                  <a:lnTo>
                    <a:pt x="2864329" y="1122761"/>
                  </a:lnTo>
                  <a:lnTo>
                    <a:pt x="2813439" y="1160714"/>
                  </a:lnTo>
                  <a:lnTo>
                    <a:pt x="2761567" y="1195820"/>
                  </a:lnTo>
                  <a:lnTo>
                    <a:pt x="2708232" y="1228124"/>
                  </a:lnTo>
                  <a:lnTo>
                    <a:pt x="2702183" y="1231549"/>
                  </a:lnTo>
                  <a:lnTo>
                    <a:pt x="2650520" y="1258845"/>
                  </a:lnTo>
                  <a:lnTo>
                    <a:pt x="2596429" y="1283783"/>
                  </a:lnTo>
                  <a:lnTo>
                    <a:pt x="2539235" y="1306444"/>
                  </a:lnTo>
                  <a:lnTo>
                    <a:pt x="2478195" y="1326990"/>
                  </a:lnTo>
                  <a:lnTo>
                    <a:pt x="2412542" y="1345614"/>
                  </a:lnTo>
                  <a:lnTo>
                    <a:pt x="2341522" y="1362513"/>
                  </a:lnTo>
                  <a:lnTo>
                    <a:pt x="2264444" y="1377876"/>
                  </a:lnTo>
                  <a:lnTo>
                    <a:pt x="2180752" y="1391868"/>
                  </a:lnTo>
                  <a:lnTo>
                    <a:pt x="2090110" y="1404624"/>
                  </a:lnTo>
                  <a:lnTo>
                    <a:pt x="1992517" y="1416252"/>
                  </a:lnTo>
                  <a:lnTo>
                    <a:pt x="1888444" y="1426824"/>
                  </a:lnTo>
                  <a:lnTo>
                    <a:pt x="1778979" y="1436380"/>
                  </a:lnTo>
                  <a:lnTo>
                    <a:pt x="1665948" y="1444934"/>
                  </a:lnTo>
                  <a:lnTo>
                    <a:pt x="1551977" y="1452475"/>
                  </a:lnTo>
                  <a:lnTo>
                    <a:pt x="1440434" y="1458982"/>
                  </a:lnTo>
                  <a:lnTo>
                    <a:pt x="1335203" y="1464437"/>
                  </a:lnTo>
                  <a:lnTo>
                    <a:pt x="1240279" y="1468840"/>
                  </a:lnTo>
                  <a:lnTo>
                    <a:pt x="1159224" y="1472226"/>
                  </a:lnTo>
                  <a:lnTo>
                    <a:pt x="1094589" y="1474668"/>
                  </a:lnTo>
                  <a:lnTo>
                    <a:pt x="1047434" y="1476288"/>
                  </a:lnTo>
                  <a:lnTo>
                    <a:pt x="1017079" y="1477239"/>
                  </a:lnTo>
                  <a:lnTo>
                    <a:pt x="1001096" y="1477697"/>
                  </a:lnTo>
                  <a:lnTo>
                    <a:pt x="995496" y="1477845"/>
                  </a:lnTo>
                  <a:lnTo>
                    <a:pt x="994940" y="1477858"/>
                  </a:lnTo>
                  <a:lnTo>
                    <a:pt x="0" y="1477858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09" name="pl1608"/>
            <p:cNvSpPr/>
            <p:nvPr/>
          </p:nvSpPr>
          <p:spPr>
            <a:xfrm>
              <a:off x="1199187" y="4008920"/>
              <a:ext cx="12049831" cy="1944275"/>
            </a:xfrm>
            <a:custGeom>
              <a:avLst/>
              <a:pathLst>
                <a:path w="12049831" h="1944275">
                  <a:moveTo>
                    <a:pt x="0" y="1477858"/>
                  </a:moveTo>
                  <a:lnTo>
                    <a:pt x="994940" y="1477858"/>
                  </a:lnTo>
                  <a:lnTo>
                    <a:pt x="996059" y="1477831"/>
                  </a:lnTo>
                  <a:lnTo>
                    <a:pt x="1003448" y="1477633"/>
                  </a:lnTo>
                  <a:lnTo>
                    <a:pt x="1022180" y="1477086"/>
                  </a:lnTo>
                  <a:lnTo>
                    <a:pt x="1055934" y="1476008"/>
                  </a:lnTo>
                  <a:lnTo>
                    <a:pt x="1106779" y="1474226"/>
                  </a:lnTo>
                  <a:lnTo>
                    <a:pt x="1175022" y="1471593"/>
                  </a:lnTo>
                  <a:lnTo>
                    <a:pt x="1259257" y="1467998"/>
                  </a:lnTo>
                  <a:lnTo>
                    <a:pt x="1356676" y="1463374"/>
                  </a:lnTo>
                  <a:lnTo>
                    <a:pt x="1463575" y="1457697"/>
                  </a:lnTo>
                  <a:lnTo>
                    <a:pt x="1575941" y="1450970"/>
                  </a:lnTo>
                  <a:lnTo>
                    <a:pt x="1689971" y="1443213"/>
                  </a:lnTo>
                  <a:lnTo>
                    <a:pt x="1802441" y="1434448"/>
                  </a:lnTo>
                  <a:lnTo>
                    <a:pt x="1910894" y="1424679"/>
                  </a:lnTo>
                  <a:lnTo>
                    <a:pt x="2013668" y="1413889"/>
                  </a:lnTo>
                  <a:lnTo>
                    <a:pt x="2109816" y="1402030"/>
                  </a:lnTo>
                  <a:lnTo>
                    <a:pt x="2198979" y="1389023"/>
                  </a:lnTo>
                  <a:lnTo>
                    <a:pt x="2281238" y="1374755"/>
                  </a:lnTo>
                  <a:lnTo>
                    <a:pt x="2356986" y="1359082"/>
                  </a:lnTo>
                  <a:lnTo>
                    <a:pt x="2426814" y="1341835"/>
                  </a:lnTo>
                  <a:lnTo>
                    <a:pt x="2491430" y="1322823"/>
                  </a:lnTo>
                  <a:lnTo>
                    <a:pt x="2551594" y="1301846"/>
                  </a:lnTo>
                  <a:lnTo>
                    <a:pt x="2608074" y="1278716"/>
                  </a:lnTo>
                  <a:lnTo>
                    <a:pt x="2661600" y="1253284"/>
                  </a:lnTo>
                  <a:lnTo>
                    <a:pt x="2702183" y="1231549"/>
                  </a:lnTo>
                  <a:lnTo>
                    <a:pt x="2755716" y="1199551"/>
                  </a:lnTo>
                  <a:lnTo>
                    <a:pt x="2807725" y="1164760"/>
                  </a:lnTo>
                  <a:lnTo>
                    <a:pt x="2858704" y="1127124"/>
                  </a:lnTo>
                  <a:lnTo>
                    <a:pt x="2909032" y="1086658"/>
                  </a:lnTo>
                  <a:lnTo>
                    <a:pt x="2958995" y="1043453"/>
                  </a:lnTo>
                  <a:lnTo>
                    <a:pt x="3008798" y="997680"/>
                  </a:lnTo>
                  <a:lnTo>
                    <a:pt x="3058580" y="949594"/>
                  </a:lnTo>
                  <a:lnTo>
                    <a:pt x="3108418" y="899532"/>
                  </a:lnTo>
                  <a:lnTo>
                    <a:pt x="3158344" y="847906"/>
                  </a:lnTo>
                  <a:lnTo>
                    <a:pt x="3208352" y="795189"/>
                  </a:lnTo>
                  <a:lnTo>
                    <a:pt x="3258408" y="741899"/>
                  </a:lnTo>
                  <a:lnTo>
                    <a:pt x="3308467" y="688578"/>
                  </a:lnTo>
                  <a:lnTo>
                    <a:pt x="3358482" y="635771"/>
                  </a:lnTo>
                  <a:lnTo>
                    <a:pt x="3408418" y="583999"/>
                  </a:lnTo>
                  <a:lnTo>
                    <a:pt x="3458265" y="533742"/>
                  </a:lnTo>
                  <a:lnTo>
                    <a:pt x="3508050" y="485418"/>
                  </a:lnTo>
                  <a:lnTo>
                    <a:pt x="3557845" y="439374"/>
                  </a:lnTo>
                  <a:lnTo>
                    <a:pt x="3607781" y="395873"/>
                  </a:lnTo>
                  <a:lnTo>
                    <a:pt x="3658056" y="355096"/>
                  </a:lnTo>
                  <a:lnTo>
                    <a:pt x="3708946" y="317144"/>
                  </a:lnTo>
                  <a:lnTo>
                    <a:pt x="3760818" y="282038"/>
                  </a:lnTo>
                  <a:lnTo>
                    <a:pt x="3814153" y="249734"/>
                  </a:lnTo>
                  <a:lnTo>
                    <a:pt x="3820202" y="246309"/>
                  </a:lnTo>
                  <a:lnTo>
                    <a:pt x="3871865" y="219012"/>
                  </a:lnTo>
                  <a:lnTo>
                    <a:pt x="3925956" y="194075"/>
                  </a:lnTo>
                  <a:lnTo>
                    <a:pt x="3983150" y="171413"/>
                  </a:lnTo>
                  <a:lnTo>
                    <a:pt x="4044190" y="150868"/>
                  </a:lnTo>
                  <a:lnTo>
                    <a:pt x="4109843" y="132244"/>
                  </a:lnTo>
                  <a:lnTo>
                    <a:pt x="4180863" y="115345"/>
                  </a:lnTo>
                  <a:lnTo>
                    <a:pt x="4257941" y="99982"/>
                  </a:lnTo>
                  <a:lnTo>
                    <a:pt x="4341633" y="85990"/>
                  </a:lnTo>
                  <a:lnTo>
                    <a:pt x="4432275" y="73234"/>
                  </a:lnTo>
                  <a:lnTo>
                    <a:pt x="4529868" y="61606"/>
                  </a:lnTo>
                  <a:lnTo>
                    <a:pt x="4633941" y="51034"/>
                  </a:lnTo>
                  <a:lnTo>
                    <a:pt x="4743406" y="41477"/>
                  </a:lnTo>
                  <a:lnTo>
                    <a:pt x="4856437" y="32924"/>
                  </a:lnTo>
                  <a:lnTo>
                    <a:pt x="4970408" y="25383"/>
                  </a:lnTo>
                  <a:lnTo>
                    <a:pt x="5081951" y="18876"/>
                  </a:lnTo>
                  <a:lnTo>
                    <a:pt x="5187182" y="13421"/>
                  </a:lnTo>
                  <a:lnTo>
                    <a:pt x="5282106" y="9017"/>
                  </a:lnTo>
                  <a:lnTo>
                    <a:pt x="5363161" y="5632"/>
                  </a:lnTo>
                  <a:lnTo>
                    <a:pt x="5427796" y="3189"/>
                  </a:lnTo>
                  <a:lnTo>
                    <a:pt x="5474951" y="1570"/>
                  </a:lnTo>
                  <a:lnTo>
                    <a:pt x="5505306" y="619"/>
                  </a:lnTo>
                  <a:lnTo>
                    <a:pt x="5521289" y="161"/>
                  </a:lnTo>
                  <a:lnTo>
                    <a:pt x="5526889" y="1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93" y="36"/>
                  </a:lnTo>
                  <a:lnTo>
                    <a:pt x="6530803" y="293"/>
                  </a:lnTo>
                  <a:lnTo>
                    <a:pt x="6549341" y="1005"/>
                  </a:lnTo>
                  <a:lnTo>
                    <a:pt x="6582760" y="2407"/>
                  </a:lnTo>
                  <a:lnTo>
                    <a:pt x="6633127" y="4725"/>
                  </a:lnTo>
                  <a:lnTo>
                    <a:pt x="6700775" y="8152"/>
                  </a:lnTo>
                  <a:lnTo>
                    <a:pt x="6784346" y="12833"/>
                  </a:lnTo>
                  <a:lnTo>
                    <a:pt x="6881089" y="18855"/>
                  </a:lnTo>
                  <a:lnTo>
                    <a:pt x="6987360" y="26254"/>
                  </a:lnTo>
                  <a:lnTo>
                    <a:pt x="7099188" y="35023"/>
                  </a:lnTo>
                  <a:lnTo>
                    <a:pt x="7212798" y="45138"/>
                  </a:lnTo>
                  <a:lnTo>
                    <a:pt x="7324975" y="56572"/>
                  </a:lnTo>
                  <a:lnTo>
                    <a:pt x="7433256" y="69315"/>
                  </a:lnTo>
                  <a:lnTo>
                    <a:pt x="7535960" y="83390"/>
                  </a:lnTo>
                  <a:lnTo>
                    <a:pt x="7632120" y="98857"/>
                  </a:lnTo>
                  <a:lnTo>
                    <a:pt x="7721353" y="115817"/>
                  </a:lnTo>
                  <a:lnTo>
                    <a:pt x="7803719" y="134413"/>
                  </a:lnTo>
                  <a:lnTo>
                    <a:pt x="7879590" y="154830"/>
                  </a:lnTo>
                  <a:lnTo>
                    <a:pt x="7949541" y="177288"/>
                  </a:lnTo>
                  <a:lnTo>
                    <a:pt x="8014267" y="202033"/>
                  </a:lnTo>
                  <a:lnTo>
                    <a:pt x="8074518" y="229324"/>
                  </a:lnTo>
                  <a:lnTo>
                    <a:pt x="8131053" y="259410"/>
                  </a:lnTo>
                  <a:lnTo>
                    <a:pt x="8184599" y="292489"/>
                  </a:lnTo>
                  <a:lnTo>
                    <a:pt x="8229629" y="324045"/>
                  </a:lnTo>
                  <a:lnTo>
                    <a:pt x="8279631" y="363210"/>
                  </a:lnTo>
                  <a:lnTo>
                    <a:pt x="8328276" y="405567"/>
                  </a:lnTo>
                  <a:lnTo>
                    <a:pt x="8375973" y="451180"/>
                  </a:lnTo>
                  <a:lnTo>
                    <a:pt x="8423045" y="500045"/>
                  </a:lnTo>
                  <a:lnTo>
                    <a:pt x="8469740" y="552086"/>
                  </a:lnTo>
                  <a:lnTo>
                    <a:pt x="8516245" y="607144"/>
                  </a:lnTo>
                  <a:lnTo>
                    <a:pt x="8562689" y="664982"/>
                  </a:lnTo>
                  <a:lnTo>
                    <a:pt x="8609158" y="725276"/>
                  </a:lnTo>
                  <a:lnTo>
                    <a:pt x="8655693" y="787624"/>
                  </a:lnTo>
                  <a:lnTo>
                    <a:pt x="8702306" y="851557"/>
                  </a:lnTo>
                  <a:lnTo>
                    <a:pt x="8748983" y="916549"/>
                  </a:lnTo>
                  <a:lnTo>
                    <a:pt x="8795692" y="982035"/>
                  </a:lnTo>
                  <a:lnTo>
                    <a:pt x="8842396" y="1047432"/>
                  </a:lnTo>
                  <a:lnTo>
                    <a:pt x="8889056" y="1112162"/>
                  </a:lnTo>
                  <a:lnTo>
                    <a:pt x="8935646" y="1175670"/>
                  </a:lnTo>
                  <a:lnTo>
                    <a:pt x="8982159" y="1237444"/>
                  </a:lnTo>
                  <a:lnTo>
                    <a:pt x="9028613" y="1297035"/>
                  </a:lnTo>
                  <a:lnTo>
                    <a:pt x="9075065" y="1354064"/>
                  </a:lnTo>
                  <a:lnTo>
                    <a:pt x="9121611" y="1408232"/>
                  </a:lnTo>
                  <a:lnTo>
                    <a:pt x="9168398" y="1459327"/>
                  </a:lnTo>
                  <a:lnTo>
                    <a:pt x="9215630" y="1507214"/>
                  </a:lnTo>
                  <a:lnTo>
                    <a:pt x="9263575" y="1551841"/>
                  </a:lnTo>
                  <a:lnTo>
                    <a:pt x="9312582" y="1593225"/>
                  </a:lnTo>
                  <a:lnTo>
                    <a:pt x="9347647" y="1620229"/>
                  </a:lnTo>
                  <a:lnTo>
                    <a:pt x="9399116" y="1656014"/>
                  </a:lnTo>
                  <a:lnTo>
                    <a:pt x="9452992" y="1688717"/>
                  </a:lnTo>
                  <a:lnTo>
                    <a:pt x="9509943" y="1718448"/>
                  </a:lnTo>
                  <a:lnTo>
                    <a:pt x="9570703" y="1745412"/>
                  </a:lnTo>
                  <a:lnTo>
                    <a:pt x="9636031" y="1769862"/>
                  </a:lnTo>
                  <a:lnTo>
                    <a:pt x="9706673" y="1792057"/>
                  </a:lnTo>
                  <a:lnTo>
                    <a:pt x="9783314" y="1812239"/>
                  </a:lnTo>
                  <a:lnTo>
                    <a:pt x="9866508" y="1830626"/>
                  </a:lnTo>
                  <a:lnTo>
                    <a:pt x="9956597" y="1847395"/>
                  </a:lnTo>
                  <a:lnTo>
                    <a:pt x="10053592" y="1862686"/>
                  </a:lnTo>
                  <a:lnTo>
                    <a:pt x="10157046" y="1876595"/>
                  </a:lnTo>
                  <a:lnTo>
                    <a:pt x="10265912" y="1889177"/>
                  </a:lnTo>
                  <a:lnTo>
                    <a:pt x="10378414" y="1900450"/>
                  </a:lnTo>
                  <a:lnTo>
                    <a:pt x="10491992" y="1910401"/>
                  </a:lnTo>
                  <a:lnTo>
                    <a:pt x="10603349" y="1919003"/>
                  </a:lnTo>
                  <a:lnTo>
                    <a:pt x="10708661" y="1926233"/>
                  </a:lnTo>
                  <a:lnTo>
                    <a:pt x="10803971" y="1932087"/>
                  </a:lnTo>
                  <a:lnTo>
                    <a:pt x="10885710" y="1936608"/>
                  </a:lnTo>
                  <a:lnTo>
                    <a:pt x="10951276" y="1939890"/>
                  </a:lnTo>
                  <a:lnTo>
                    <a:pt x="10999509" y="1942085"/>
                  </a:lnTo>
                  <a:lnTo>
                    <a:pt x="11030954" y="1943389"/>
                  </a:lnTo>
                  <a:lnTo>
                    <a:pt x="11047887" y="1944032"/>
                  </a:lnTo>
                  <a:lnTo>
                    <a:pt x="11054139" y="1944250"/>
                  </a:lnTo>
                  <a:lnTo>
                    <a:pt x="11054891" y="1944275"/>
                  </a:lnTo>
                  <a:lnTo>
                    <a:pt x="12049831" y="1944275"/>
                  </a:lnTo>
                  <a:lnTo>
                    <a:pt x="12049831" y="19442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0" name="pl1609"/>
            <p:cNvSpPr/>
            <p:nvPr/>
          </p:nvSpPr>
          <p:spPr>
            <a:xfrm>
              <a:off x="1199187" y="4003679"/>
              <a:ext cx="12049831" cy="1944275"/>
            </a:xfrm>
            <a:custGeom>
              <a:avLst/>
              <a:pathLst>
                <a:path w="12049831" h="1944275">
                  <a:moveTo>
                    <a:pt x="12049831" y="1944275"/>
                  </a:moveTo>
                  <a:lnTo>
                    <a:pt x="11054891" y="1944275"/>
                  </a:lnTo>
                  <a:lnTo>
                    <a:pt x="11053784" y="1944239"/>
                  </a:lnTo>
                  <a:lnTo>
                    <a:pt x="11046474" y="1943981"/>
                  </a:lnTo>
                  <a:lnTo>
                    <a:pt x="11027935" y="1943270"/>
                  </a:lnTo>
                  <a:lnTo>
                    <a:pt x="10994517" y="1941867"/>
                  </a:lnTo>
                  <a:lnTo>
                    <a:pt x="10944149" y="1939549"/>
                  </a:lnTo>
                  <a:lnTo>
                    <a:pt x="10876501" y="1936122"/>
                  </a:lnTo>
                  <a:lnTo>
                    <a:pt x="10792930" y="1931442"/>
                  </a:lnTo>
                  <a:lnTo>
                    <a:pt x="10696187" y="1925419"/>
                  </a:lnTo>
                  <a:lnTo>
                    <a:pt x="10589917" y="1918020"/>
                  </a:lnTo>
                  <a:lnTo>
                    <a:pt x="10478089" y="1909251"/>
                  </a:lnTo>
                  <a:lnTo>
                    <a:pt x="10364479" y="1899136"/>
                  </a:lnTo>
                  <a:lnTo>
                    <a:pt x="10252302" y="1887703"/>
                  </a:lnTo>
                  <a:lnTo>
                    <a:pt x="10144021" y="1874959"/>
                  </a:lnTo>
                  <a:lnTo>
                    <a:pt x="10041317" y="1860884"/>
                  </a:lnTo>
                  <a:lnTo>
                    <a:pt x="9945156" y="1845417"/>
                  </a:lnTo>
                  <a:lnTo>
                    <a:pt x="9855923" y="1828458"/>
                  </a:lnTo>
                  <a:lnTo>
                    <a:pt x="9773557" y="1809861"/>
                  </a:lnTo>
                  <a:lnTo>
                    <a:pt x="9697686" y="1789444"/>
                  </a:lnTo>
                  <a:lnTo>
                    <a:pt x="9627735" y="1766986"/>
                  </a:lnTo>
                  <a:lnTo>
                    <a:pt x="9563009" y="1742241"/>
                  </a:lnTo>
                  <a:lnTo>
                    <a:pt x="9502758" y="1714950"/>
                  </a:lnTo>
                  <a:lnTo>
                    <a:pt x="9446223" y="1684864"/>
                  </a:lnTo>
                  <a:lnTo>
                    <a:pt x="9392677" y="1651785"/>
                  </a:lnTo>
                  <a:lnTo>
                    <a:pt x="9347647" y="1620229"/>
                  </a:lnTo>
                  <a:lnTo>
                    <a:pt x="9297645" y="1581064"/>
                  </a:lnTo>
                  <a:lnTo>
                    <a:pt x="9249001" y="1538707"/>
                  </a:lnTo>
                  <a:lnTo>
                    <a:pt x="9201304" y="1493094"/>
                  </a:lnTo>
                  <a:lnTo>
                    <a:pt x="9154232" y="1444229"/>
                  </a:lnTo>
                  <a:lnTo>
                    <a:pt x="9107536" y="1392189"/>
                  </a:lnTo>
                  <a:lnTo>
                    <a:pt x="9061032" y="1337130"/>
                  </a:lnTo>
                  <a:lnTo>
                    <a:pt x="9014587" y="1279292"/>
                  </a:lnTo>
                  <a:lnTo>
                    <a:pt x="8968119" y="1218999"/>
                  </a:lnTo>
                  <a:lnTo>
                    <a:pt x="8921584" y="1156650"/>
                  </a:lnTo>
                  <a:lnTo>
                    <a:pt x="8874970" y="1092717"/>
                  </a:lnTo>
                  <a:lnTo>
                    <a:pt x="8828294" y="1027726"/>
                  </a:lnTo>
                  <a:lnTo>
                    <a:pt x="8781584" y="962240"/>
                  </a:lnTo>
                  <a:lnTo>
                    <a:pt x="8734881" y="896842"/>
                  </a:lnTo>
                  <a:lnTo>
                    <a:pt x="8688221" y="832112"/>
                  </a:lnTo>
                  <a:lnTo>
                    <a:pt x="8641631" y="768604"/>
                  </a:lnTo>
                  <a:lnTo>
                    <a:pt x="8595118" y="706830"/>
                  </a:lnTo>
                  <a:lnTo>
                    <a:pt x="8548663" y="647239"/>
                  </a:lnTo>
                  <a:lnTo>
                    <a:pt x="8502211" y="590211"/>
                  </a:lnTo>
                  <a:lnTo>
                    <a:pt x="8455665" y="536042"/>
                  </a:lnTo>
                  <a:lnTo>
                    <a:pt x="8408878" y="484948"/>
                  </a:lnTo>
                  <a:lnTo>
                    <a:pt x="8361647" y="437060"/>
                  </a:lnTo>
                  <a:lnTo>
                    <a:pt x="8313701" y="392433"/>
                  </a:lnTo>
                  <a:lnTo>
                    <a:pt x="8264695" y="351050"/>
                  </a:lnTo>
                  <a:lnTo>
                    <a:pt x="8229629" y="324045"/>
                  </a:lnTo>
                  <a:lnTo>
                    <a:pt x="8178161" y="288260"/>
                  </a:lnTo>
                  <a:lnTo>
                    <a:pt x="8124285" y="255557"/>
                  </a:lnTo>
                  <a:lnTo>
                    <a:pt x="8067333" y="225827"/>
                  </a:lnTo>
                  <a:lnTo>
                    <a:pt x="8006574" y="198862"/>
                  </a:lnTo>
                  <a:lnTo>
                    <a:pt x="7941246" y="174412"/>
                  </a:lnTo>
                  <a:lnTo>
                    <a:pt x="7870603" y="152217"/>
                  </a:lnTo>
                  <a:lnTo>
                    <a:pt x="7793963" y="132035"/>
                  </a:lnTo>
                  <a:lnTo>
                    <a:pt x="7710768" y="113649"/>
                  </a:lnTo>
                  <a:lnTo>
                    <a:pt x="7620680" y="96879"/>
                  </a:lnTo>
                  <a:lnTo>
                    <a:pt x="7523685" y="81588"/>
                  </a:lnTo>
                  <a:lnTo>
                    <a:pt x="7420230" y="67679"/>
                  </a:lnTo>
                  <a:lnTo>
                    <a:pt x="7311365" y="55097"/>
                  </a:lnTo>
                  <a:lnTo>
                    <a:pt x="7198863" y="43824"/>
                  </a:lnTo>
                  <a:lnTo>
                    <a:pt x="7085285" y="33873"/>
                  </a:lnTo>
                  <a:lnTo>
                    <a:pt x="6973928" y="25271"/>
                  </a:lnTo>
                  <a:lnTo>
                    <a:pt x="6868615" y="18042"/>
                  </a:lnTo>
                  <a:lnTo>
                    <a:pt x="6773306" y="12187"/>
                  </a:lnTo>
                  <a:lnTo>
                    <a:pt x="6691567" y="7666"/>
                  </a:lnTo>
                  <a:lnTo>
                    <a:pt x="6626000" y="4384"/>
                  </a:lnTo>
                  <a:lnTo>
                    <a:pt x="6577768" y="2190"/>
                  </a:lnTo>
                  <a:lnTo>
                    <a:pt x="6546322" y="885"/>
                  </a:lnTo>
                  <a:lnTo>
                    <a:pt x="6529389" y="242"/>
                  </a:lnTo>
                  <a:lnTo>
                    <a:pt x="6523137" y="2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26" y="27"/>
                  </a:lnTo>
                  <a:lnTo>
                    <a:pt x="5518937" y="225"/>
                  </a:lnTo>
                  <a:lnTo>
                    <a:pt x="5500205" y="772"/>
                  </a:lnTo>
                  <a:lnTo>
                    <a:pt x="5466451" y="1850"/>
                  </a:lnTo>
                  <a:lnTo>
                    <a:pt x="5415606" y="3632"/>
                  </a:lnTo>
                  <a:lnTo>
                    <a:pt x="5347363" y="6265"/>
                  </a:lnTo>
                  <a:lnTo>
                    <a:pt x="5263128" y="9860"/>
                  </a:lnTo>
                  <a:lnTo>
                    <a:pt x="5165709" y="14483"/>
                  </a:lnTo>
                  <a:lnTo>
                    <a:pt x="5058810" y="20161"/>
                  </a:lnTo>
                  <a:lnTo>
                    <a:pt x="4946444" y="26888"/>
                  </a:lnTo>
                  <a:lnTo>
                    <a:pt x="4832414" y="34644"/>
                  </a:lnTo>
                  <a:lnTo>
                    <a:pt x="4719944" y="43410"/>
                  </a:lnTo>
                  <a:lnTo>
                    <a:pt x="4611491" y="53179"/>
                  </a:lnTo>
                  <a:lnTo>
                    <a:pt x="4508717" y="63969"/>
                  </a:lnTo>
                  <a:lnTo>
                    <a:pt x="4412569" y="75828"/>
                  </a:lnTo>
                  <a:lnTo>
                    <a:pt x="4323406" y="88835"/>
                  </a:lnTo>
                  <a:lnTo>
                    <a:pt x="4241147" y="103103"/>
                  </a:lnTo>
                  <a:lnTo>
                    <a:pt x="4165399" y="118776"/>
                  </a:lnTo>
                  <a:lnTo>
                    <a:pt x="4095571" y="136023"/>
                  </a:lnTo>
                  <a:lnTo>
                    <a:pt x="4030955" y="155035"/>
                  </a:lnTo>
                  <a:lnTo>
                    <a:pt x="3970791" y="176012"/>
                  </a:lnTo>
                  <a:lnTo>
                    <a:pt x="3914311" y="199142"/>
                  </a:lnTo>
                  <a:lnTo>
                    <a:pt x="3860785" y="224574"/>
                  </a:lnTo>
                  <a:lnTo>
                    <a:pt x="3820202" y="246309"/>
                  </a:lnTo>
                  <a:lnTo>
                    <a:pt x="3766669" y="278307"/>
                  </a:lnTo>
                  <a:lnTo>
                    <a:pt x="3714660" y="313098"/>
                  </a:lnTo>
                  <a:lnTo>
                    <a:pt x="3663681" y="350734"/>
                  </a:lnTo>
                  <a:lnTo>
                    <a:pt x="3613353" y="391200"/>
                  </a:lnTo>
                  <a:lnTo>
                    <a:pt x="3563390" y="434405"/>
                  </a:lnTo>
                  <a:lnTo>
                    <a:pt x="3513587" y="480178"/>
                  </a:lnTo>
                  <a:lnTo>
                    <a:pt x="3463805" y="528264"/>
                  </a:lnTo>
                  <a:lnTo>
                    <a:pt x="3413967" y="578326"/>
                  </a:lnTo>
                  <a:lnTo>
                    <a:pt x="3364041" y="629952"/>
                  </a:lnTo>
                  <a:lnTo>
                    <a:pt x="3314033" y="682669"/>
                  </a:lnTo>
                  <a:lnTo>
                    <a:pt x="3263977" y="735959"/>
                  </a:lnTo>
                  <a:lnTo>
                    <a:pt x="3213918" y="789279"/>
                  </a:lnTo>
                  <a:lnTo>
                    <a:pt x="3163903" y="842087"/>
                  </a:lnTo>
                  <a:lnTo>
                    <a:pt x="3113967" y="893858"/>
                  </a:lnTo>
                  <a:lnTo>
                    <a:pt x="3064120" y="944116"/>
                  </a:lnTo>
                  <a:lnTo>
                    <a:pt x="3014335" y="992439"/>
                  </a:lnTo>
                  <a:lnTo>
                    <a:pt x="2964540" y="1038484"/>
                  </a:lnTo>
                  <a:lnTo>
                    <a:pt x="2914604" y="1081985"/>
                  </a:lnTo>
                  <a:lnTo>
                    <a:pt x="2864329" y="1122761"/>
                  </a:lnTo>
                  <a:lnTo>
                    <a:pt x="2813439" y="1160714"/>
                  </a:lnTo>
                  <a:lnTo>
                    <a:pt x="2761567" y="1195820"/>
                  </a:lnTo>
                  <a:lnTo>
                    <a:pt x="2708232" y="1228124"/>
                  </a:lnTo>
                  <a:lnTo>
                    <a:pt x="2702183" y="1231549"/>
                  </a:lnTo>
                  <a:lnTo>
                    <a:pt x="2650520" y="1258845"/>
                  </a:lnTo>
                  <a:lnTo>
                    <a:pt x="2596429" y="1283783"/>
                  </a:lnTo>
                  <a:lnTo>
                    <a:pt x="2539235" y="1306444"/>
                  </a:lnTo>
                  <a:lnTo>
                    <a:pt x="2478195" y="1326990"/>
                  </a:lnTo>
                  <a:lnTo>
                    <a:pt x="2412542" y="1345614"/>
                  </a:lnTo>
                  <a:lnTo>
                    <a:pt x="2341522" y="1362513"/>
                  </a:lnTo>
                  <a:lnTo>
                    <a:pt x="2264444" y="1377876"/>
                  </a:lnTo>
                  <a:lnTo>
                    <a:pt x="2180752" y="1391868"/>
                  </a:lnTo>
                  <a:lnTo>
                    <a:pt x="2090110" y="1404624"/>
                  </a:lnTo>
                  <a:lnTo>
                    <a:pt x="1992517" y="1416252"/>
                  </a:lnTo>
                  <a:lnTo>
                    <a:pt x="1888444" y="1426824"/>
                  </a:lnTo>
                  <a:lnTo>
                    <a:pt x="1778979" y="1436380"/>
                  </a:lnTo>
                  <a:lnTo>
                    <a:pt x="1665948" y="1444934"/>
                  </a:lnTo>
                  <a:lnTo>
                    <a:pt x="1551977" y="1452475"/>
                  </a:lnTo>
                  <a:lnTo>
                    <a:pt x="1440434" y="1458982"/>
                  </a:lnTo>
                  <a:lnTo>
                    <a:pt x="1335203" y="1464437"/>
                  </a:lnTo>
                  <a:lnTo>
                    <a:pt x="1240279" y="1468840"/>
                  </a:lnTo>
                  <a:lnTo>
                    <a:pt x="1159224" y="1472226"/>
                  </a:lnTo>
                  <a:lnTo>
                    <a:pt x="1094589" y="1474668"/>
                  </a:lnTo>
                  <a:lnTo>
                    <a:pt x="1047434" y="1476288"/>
                  </a:lnTo>
                  <a:lnTo>
                    <a:pt x="1017079" y="1477239"/>
                  </a:lnTo>
                  <a:lnTo>
                    <a:pt x="1001096" y="1477697"/>
                  </a:lnTo>
                  <a:lnTo>
                    <a:pt x="995496" y="1477845"/>
                  </a:lnTo>
                  <a:lnTo>
                    <a:pt x="994940" y="1477858"/>
                  </a:lnTo>
                  <a:lnTo>
                    <a:pt x="0" y="1477858"/>
                  </a:lnTo>
                  <a:lnTo>
                    <a:pt x="0" y="14778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1" name="pg1610"/>
            <p:cNvSpPr/>
            <p:nvPr/>
          </p:nvSpPr>
          <p:spPr>
            <a:xfrm>
              <a:off x="1199187" y="4574909"/>
              <a:ext cx="12049831" cy="969517"/>
            </a:xfrm>
            <a:custGeom>
              <a:avLst/>
              <a:pathLst>
                <a:path w="12049831" h="969517">
                  <a:moveTo>
                    <a:pt x="0" y="969517"/>
                  </a:moveTo>
                  <a:lnTo>
                    <a:pt x="994940" y="969517"/>
                  </a:lnTo>
                  <a:lnTo>
                    <a:pt x="996075" y="969510"/>
                  </a:lnTo>
                  <a:lnTo>
                    <a:pt x="1003568" y="969462"/>
                  </a:lnTo>
                  <a:lnTo>
                    <a:pt x="1022557" y="969331"/>
                  </a:lnTo>
                  <a:lnTo>
                    <a:pt x="1056757" y="969071"/>
                  </a:lnTo>
                  <a:lnTo>
                    <a:pt x="1108236" y="968641"/>
                  </a:lnTo>
                  <a:lnTo>
                    <a:pt x="1177267" y="968007"/>
                  </a:lnTo>
                  <a:lnTo>
                    <a:pt x="1262379" y="967141"/>
                  </a:lnTo>
                  <a:lnTo>
                    <a:pt x="1360688" y="966028"/>
                  </a:lnTo>
                  <a:lnTo>
                    <a:pt x="1468413" y="964662"/>
                  </a:lnTo>
                  <a:lnTo>
                    <a:pt x="1581483" y="963044"/>
                  </a:lnTo>
                  <a:lnTo>
                    <a:pt x="1696059" y="961180"/>
                  </a:lnTo>
                  <a:lnTo>
                    <a:pt x="1808907" y="959074"/>
                  </a:lnTo>
                  <a:lnTo>
                    <a:pt x="1917581" y="956727"/>
                  </a:lnTo>
                  <a:lnTo>
                    <a:pt x="2020439" y="954135"/>
                  </a:lnTo>
                  <a:lnTo>
                    <a:pt x="2116565" y="951285"/>
                  </a:lnTo>
                  <a:lnTo>
                    <a:pt x="2205631" y="948158"/>
                  </a:lnTo>
                  <a:lnTo>
                    <a:pt x="2287748" y="944726"/>
                  </a:lnTo>
                  <a:lnTo>
                    <a:pt x="2363332" y="940953"/>
                  </a:lnTo>
                  <a:lnTo>
                    <a:pt x="2432998" y="936800"/>
                  </a:lnTo>
                  <a:lnTo>
                    <a:pt x="2497471" y="932218"/>
                  </a:lnTo>
                  <a:lnTo>
                    <a:pt x="2557525" y="927161"/>
                  </a:lnTo>
                  <a:lnTo>
                    <a:pt x="2613936" y="921582"/>
                  </a:lnTo>
                  <a:lnTo>
                    <a:pt x="2667439" y="915449"/>
                  </a:lnTo>
                  <a:lnTo>
                    <a:pt x="2702183" y="910996"/>
                  </a:lnTo>
                  <a:lnTo>
                    <a:pt x="2763191" y="902260"/>
                  </a:lnTo>
                  <a:lnTo>
                    <a:pt x="2822309" y="892654"/>
                  </a:lnTo>
                  <a:lnTo>
                    <a:pt x="2880233" y="882167"/>
                  </a:lnTo>
                  <a:lnTo>
                    <a:pt x="2937479" y="870811"/>
                  </a:lnTo>
                  <a:lnTo>
                    <a:pt x="2994410" y="858635"/>
                  </a:lnTo>
                  <a:lnTo>
                    <a:pt x="3051266" y="845717"/>
                  </a:lnTo>
                  <a:lnTo>
                    <a:pt x="3108185" y="832170"/>
                  </a:lnTo>
                  <a:lnTo>
                    <a:pt x="3165217" y="818138"/>
                  </a:lnTo>
                  <a:lnTo>
                    <a:pt x="3222349" y="803789"/>
                  </a:lnTo>
                  <a:lnTo>
                    <a:pt x="3279530" y="789310"/>
                  </a:lnTo>
                  <a:lnTo>
                    <a:pt x="3336687" y="774893"/>
                  </a:lnTo>
                  <a:lnTo>
                    <a:pt x="3393759" y="760727"/>
                  </a:lnTo>
                  <a:lnTo>
                    <a:pt x="3450716" y="746988"/>
                  </a:lnTo>
                  <a:lnTo>
                    <a:pt x="3507584" y="733829"/>
                  </a:lnTo>
                  <a:lnTo>
                    <a:pt x="3564467" y="721376"/>
                  </a:lnTo>
                  <a:lnTo>
                    <a:pt x="3621564" y="709719"/>
                  </a:lnTo>
                  <a:lnTo>
                    <a:pt x="3679194" y="698917"/>
                  </a:lnTo>
                  <a:lnTo>
                    <a:pt x="3737814" y="688995"/>
                  </a:lnTo>
                  <a:lnTo>
                    <a:pt x="3798051" y="679950"/>
                  </a:lnTo>
                  <a:lnTo>
                    <a:pt x="3820202" y="676915"/>
                  </a:lnTo>
                  <a:lnTo>
                    <a:pt x="3872122" y="670399"/>
                  </a:lnTo>
                  <a:lnTo>
                    <a:pt x="3926497" y="664449"/>
                  </a:lnTo>
                  <a:lnTo>
                    <a:pt x="3984012" y="659046"/>
                  </a:lnTo>
                  <a:lnTo>
                    <a:pt x="4045422" y="654148"/>
                  </a:lnTo>
                  <a:lnTo>
                    <a:pt x="4111505" y="649712"/>
                  </a:lnTo>
                  <a:lnTo>
                    <a:pt x="4183026" y="645687"/>
                  </a:lnTo>
                  <a:lnTo>
                    <a:pt x="4260681" y="642030"/>
                  </a:lnTo>
                  <a:lnTo>
                    <a:pt x="4345032" y="638701"/>
                  </a:lnTo>
                  <a:lnTo>
                    <a:pt x="4436407" y="635667"/>
                  </a:lnTo>
                  <a:lnTo>
                    <a:pt x="4534791" y="632903"/>
                  </a:lnTo>
                  <a:lnTo>
                    <a:pt x="4639679" y="630392"/>
                  </a:lnTo>
                  <a:lnTo>
                    <a:pt x="4749933" y="628124"/>
                  </a:lnTo>
                  <a:lnTo>
                    <a:pt x="4863654" y="626096"/>
                  </a:lnTo>
                  <a:lnTo>
                    <a:pt x="4978129" y="624312"/>
                  </a:lnTo>
                  <a:lnTo>
                    <a:pt x="5089898" y="622776"/>
                  </a:lnTo>
                  <a:lnTo>
                    <a:pt x="5194997" y="621493"/>
                  </a:lnTo>
                  <a:lnTo>
                    <a:pt x="5289384" y="620461"/>
                  </a:lnTo>
                  <a:lnTo>
                    <a:pt x="5369508" y="619673"/>
                  </a:lnTo>
                  <a:lnTo>
                    <a:pt x="5432895" y="619109"/>
                  </a:lnTo>
                  <a:lnTo>
                    <a:pt x="5478619" y="618739"/>
                  </a:lnTo>
                  <a:lnTo>
                    <a:pt x="5507544" y="618526"/>
                  </a:lnTo>
                  <a:lnTo>
                    <a:pt x="5522302" y="618426"/>
                  </a:lnTo>
                  <a:lnTo>
                    <a:pt x="5527092" y="618396"/>
                  </a:lnTo>
                  <a:lnTo>
                    <a:pt x="5527445" y="618394"/>
                  </a:lnTo>
                  <a:lnTo>
                    <a:pt x="6522385" y="618394"/>
                  </a:lnTo>
                  <a:lnTo>
                    <a:pt x="6523519" y="618383"/>
                  </a:lnTo>
                  <a:lnTo>
                    <a:pt x="6530999" y="618299"/>
                  </a:lnTo>
                  <a:lnTo>
                    <a:pt x="6549956" y="618070"/>
                  </a:lnTo>
                  <a:lnTo>
                    <a:pt x="6584100" y="617617"/>
                  </a:lnTo>
                  <a:lnTo>
                    <a:pt x="6635501" y="616868"/>
                  </a:lnTo>
                  <a:lnTo>
                    <a:pt x="6704434" y="615762"/>
                  </a:lnTo>
                  <a:lnTo>
                    <a:pt x="6789437" y="614252"/>
                  </a:lnTo>
                  <a:lnTo>
                    <a:pt x="6887635" y="612312"/>
                  </a:lnTo>
                  <a:lnTo>
                    <a:pt x="6995259" y="609930"/>
                  </a:lnTo>
                  <a:lnTo>
                    <a:pt x="7108241" y="607110"/>
                  </a:lnTo>
                  <a:lnTo>
                    <a:pt x="7222750" y="603859"/>
                  </a:lnTo>
                  <a:lnTo>
                    <a:pt x="7335553" y="600186"/>
                  </a:lnTo>
                  <a:lnTo>
                    <a:pt x="7444199" y="596094"/>
                  </a:lnTo>
                  <a:lnTo>
                    <a:pt x="7547047" y="591573"/>
                  </a:lnTo>
                  <a:lnTo>
                    <a:pt x="7643177" y="586603"/>
                  </a:lnTo>
                  <a:lnTo>
                    <a:pt x="7732255" y="581150"/>
                  </a:lnTo>
                  <a:lnTo>
                    <a:pt x="7814389" y="575166"/>
                  </a:lnTo>
                  <a:lnTo>
                    <a:pt x="7889994" y="568590"/>
                  </a:lnTo>
                  <a:lnTo>
                    <a:pt x="7959680" y="561348"/>
                  </a:lnTo>
                  <a:lnTo>
                    <a:pt x="8024170" y="553362"/>
                  </a:lnTo>
                  <a:lnTo>
                    <a:pt x="8084238" y="544546"/>
                  </a:lnTo>
                  <a:lnTo>
                    <a:pt x="8140657" y="534823"/>
                  </a:lnTo>
                  <a:lnTo>
                    <a:pt x="8194163" y="524132"/>
                  </a:lnTo>
                  <a:lnTo>
                    <a:pt x="8229629" y="516202"/>
                  </a:lnTo>
                  <a:lnTo>
                    <a:pt x="8289412" y="501272"/>
                  </a:lnTo>
                  <a:lnTo>
                    <a:pt x="8347367" y="484887"/>
                  </a:lnTo>
                  <a:lnTo>
                    <a:pt x="8404153" y="467024"/>
                  </a:lnTo>
                  <a:lnTo>
                    <a:pt x="8460262" y="447704"/>
                  </a:lnTo>
                  <a:lnTo>
                    <a:pt x="8516047" y="426999"/>
                  </a:lnTo>
                  <a:lnTo>
                    <a:pt x="8571741" y="405035"/>
                  </a:lnTo>
                  <a:lnTo>
                    <a:pt x="8627484" y="381991"/>
                  </a:lnTo>
                  <a:lnTo>
                    <a:pt x="8683334" y="358096"/>
                  </a:lnTo>
                  <a:lnTo>
                    <a:pt x="8739285" y="333623"/>
                  </a:lnTo>
                  <a:lnTo>
                    <a:pt x="8795293" y="308872"/>
                  </a:lnTo>
                  <a:lnTo>
                    <a:pt x="8851294" y="284159"/>
                  </a:lnTo>
                  <a:lnTo>
                    <a:pt x="8907224" y="259797"/>
                  </a:lnTo>
                  <a:lnTo>
                    <a:pt x="8963046" y="236082"/>
                  </a:lnTo>
                  <a:lnTo>
                    <a:pt x="9018770" y="213276"/>
                  </a:lnTo>
                  <a:lnTo>
                    <a:pt x="9074470" y="191596"/>
                  </a:lnTo>
                  <a:lnTo>
                    <a:pt x="9130306" y="171211"/>
                  </a:lnTo>
                  <a:lnTo>
                    <a:pt x="9186540" y="152232"/>
                  </a:lnTo>
                  <a:lnTo>
                    <a:pt x="9243553" y="134720"/>
                  </a:lnTo>
                  <a:lnTo>
                    <a:pt x="9301875" y="118685"/>
                  </a:lnTo>
                  <a:lnTo>
                    <a:pt x="9347647" y="107432"/>
                  </a:lnTo>
                  <a:lnTo>
                    <a:pt x="9399536" y="96061"/>
                  </a:lnTo>
                  <a:lnTo>
                    <a:pt x="9453876" y="85677"/>
                  </a:lnTo>
                  <a:lnTo>
                    <a:pt x="9511351" y="76244"/>
                  </a:lnTo>
                  <a:lnTo>
                    <a:pt x="9572715" y="67696"/>
                  </a:lnTo>
                  <a:lnTo>
                    <a:pt x="9638745" y="59951"/>
                  </a:lnTo>
                  <a:lnTo>
                    <a:pt x="9710203" y="52925"/>
                  </a:lnTo>
                  <a:lnTo>
                    <a:pt x="9787787" y="46541"/>
                  </a:lnTo>
                  <a:lnTo>
                    <a:pt x="9872056" y="40728"/>
                  </a:lnTo>
                  <a:lnTo>
                    <a:pt x="9963340" y="35431"/>
                  </a:lnTo>
                  <a:lnTo>
                    <a:pt x="10061626" y="30604"/>
                  </a:lnTo>
                  <a:lnTo>
                    <a:pt x="10166413" y="26219"/>
                  </a:lnTo>
                  <a:lnTo>
                    <a:pt x="10276570" y="22257"/>
                  </a:lnTo>
                  <a:lnTo>
                    <a:pt x="10390206" y="18716"/>
                  </a:lnTo>
                  <a:lnTo>
                    <a:pt x="10504619" y="15598"/>
                  </a:lnTo>
                  <a:lnTo>
                    <a:pt x="10616361" y="12914"/>
                  </a:lnTo>
                  <a:lnTo>
                    <a:pt x="10721478" y="10670"/>
                  </a:lnTo>
                  <a:lnTo>
                    <a:pt x="10815934" y="8866"/>
                  </a:lnTo>
                  <a:lnTo>
                    <a:pt x="10896175" y="7486"/>
                  </a:lnTo>
                  <a:lnTo>
                    <a:pt x="10959717" y="6497"/>
                  </a:lnTo>
                  <a:lnTo>
                    <a:pt x="11005619" y="5848"/>
                  </a:lnTo>
                  <a:lnTo>
                    <a:pt x="11034721" y="5473"/>
                  </a:lnTo>
                  <a:lnTo>
                    <a:pt x="11049628" y="5297"/>
                  </a:lnTo>
                  <a:lnTo>
                    <a:pt x="11054516" y="524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8" y="11"/>
                  </a:lnTo>
                  <a:lnTo>
                    <a:pt x="11046277" y="94"/>
                  </a:lnTo>
                  <a:lnTo>
                    <a:pt x="11027320" y="324"/>
                  </a:lnTo>
                  <a:lnTo>
                    <a:pt x="10993176" y="777"/>
                  </a:lnTo>
                  <a:lnTo>
                    <a:pt x="10941776" y="1526"/>
                  </a:lnTo>
                  <a:lnTo>
                    <a:pt x="10872843" y="2632"/>
                  </a:lnTo>
                  <a:lnTo>
                    <a:pt x="10787839" y="4141"/>
                  </a:lnTo>
                  <a:lnTo>
                    <a:pt x="10689641" y="6082"/>
                  </a:lnTo>
                  <a:lnTo>
                    <a:pt x="10582018" y="8464"/>
                  </a:lnTo>
                  <a:lnTo>
                    <a:pt x="10469035" y="11284"/>
                  </a:lnTo>
                  <a:lnTo>
                    <a:pt x="10354526" y="14535"/>
                  </a:lnTo>
                  <a:lnTo>
                    <a:pt x="10241724" y="18207"/>
                  </a:lnTo>
                  <a:lnTo>
                    <a:pt x="10133077" y="22300"/>
                  </a:lnTo>
                  <a:lnTo>
                    <a:pt x="10030229" y="26821"/>
                  </a:lnTo>
                  <a:lnTo>
                    <a:pt x="9934100" y="31791"/>
                  </a:lnTo>
                  <a:lnTo>
                    <a:pt x="9845022" y="37244"/>
                  </a:lnTo>
                  <a:lnTo>
                    <a:pt x="9762887" y="43228"/>
                  </a:lnTo>
                  <a:lnTo>
                    <a:pt x="9687282" y="49804"/>
                  </a:lnTo>
                  <a:lnTo>
                    <a:pt x="9617596" y="57046"/>
                  </a:lnTo>
                  <a:lnTo>
                    <a:pt x="9553106" y="65032"/>
                  </a:lnTo>
                  <a:lnTo>
                    <a:pt x="9493038" y="73848"/>
                  </a:lnTo>
                  <a:lnTo>
                    <a:pt x="9436619" y="83571"/>
                  </a:lnTo>
                  <a:lnTo>
                    <a:pt x="9383113" y="94262"/>
                  </a:lnTo>
                  <a:lnTo>
                    <a:pt x="9347647" y="102192"/>
                  </a:lnTo>
                  <a:lnTo>
                    <a:pt x="9287864" y="117122"/>
                  </a:lnTo>
                  <a:lnTo>
                    <a:pt x="9229910" y="133507"/>
                  </a:lnTo>
                  <a:lnTo>
                    <a:pt x="9173123" y="151370"/>
                  </a:lnTo>
                  <a:lnTo>
                    <a:pt x="9117014" y="170690"/>
                  </a:lnTo>
                  <a:lnTo>
                    <a:pt x="9061230" y="191395"/>
                  </a:lnTo>
                  <a:lnTo>
                    <a:pt x="9005535" y="213359"/>
                  </a:lnTo>
                  <a:lnTo>
                    <a:pt x="8949792" y="236403"/>
                  </a:lnTo>
                  <a:lnTo>
                    <a:pt x="8893943" y="260297"/>
                  </a:lnTo>
                  <a:lnTo>
                    <a:pt x="8837992" y="284770"/>
                  </a:lnTo>
                  <a:lnTo>
                    <a:pt x="8781983" y="309521"/>
                  </a:lnTo>
                  <a:lnTo>
                    <a:pt x="8725983" y="334235"/>
                  </a:lnTo>
                  <a:lnTo>
                    <a:pt x="8670053" y="358597"/>
                  </a:lnTo>
                  <a:lnTo>
                    <a:pt x="8614230" y="382312"/>
                  </a:lnTo>
                  <a:lnTo>
                    <a:pt x="8558507" y="405118"/>
                  </a:lnTo>
                  <a:lnTo>
                    <a:pt x="8502807" y="426798"/>
                  </a:lnTo>
                  <a:lnTo>
                    <a:pt x="8446970" y="447183"/>
                  </a:lnTo>
                  <a:lnTo>
                    <a:pt x="8390737" y="466161"/>
                  </a:lnTo>
                  <a:lnTo>
                    <a:pt x="8333723" y="483673"/>
                  </a:lnTo>
                  <a:lnTo>
                    <a:pt x="8275401" y="499709"/>
                  </a:lnTo>
                  <a:lnTo>
                    <a:pt x="8229629" y="510961"/>
                  </a:lnTo>
                  <a:lnTo>
                    <a:pt x="8177741" y="522333"/>
                  </a:lnTo>
                  <a:lnTo>
                    <a:pt x="8123401" y="532717"/>
                  </a:lnTo>
                  <a:lnTo>
                    <a:pt x="8065925" y="542150"/>
                  </a:lnTo>
                  <a:lnTo>
                    <a:pt x="8004562" y="550698"/>
                  </a:lnTo>
                  <a:lnTo>
                    <a:pt x="7938532" y="558443"/>
                  </a:lnTo>
                  <a:lnTo>
                    <a:pt x="7867073" y="565469"/>
                  </a:lnTo>
                  <a:lnTo>
                    <a:pt x="7789489" y="571853"/>
                  </a:lnTo>
                  <a:lnTo>
                    <a:pt x="7705221" y="577665"/>
                  </a:lnTo>
                  <a:lnTo>
                    <a:pt x="7613937" y="582963"/>
                  </a:lnTo>
                  <a:lnTo>
                    <a:pt x="7515651" y="587790"/>
                  </a:lnTo>
                  <a:lnTo>
                    <a:pt x="7410863" y="592175"/>
                  </a:lnTo>
                  <a:lnTo>
                    <a:pt x="7300707" y="596137"/>
                  </a:lnTo>
                  <a:lnTo>
                    <a:pt x="7187071" y="599678"/>
                  </a:lnTo>
                  <a:lnTo>
                    <a:pt x="7072658" y="602796"/>
                  </a:lnTo>
                  <a:lnTo>
                    <a:pt x="6960916" y="605480"/>
                  </a:lnTo>
                  <a:lnTo>
                    <a:pt x="6855799" y="607724"/>
                  </a:lnTo>
                  <a:lnTo>
                    <a:pt x="6761343" y="609528"/>
                  </a:lnTo>
                  <a:lnTo>
                    <a:pt x="6681102" y="610908"/>
                  </a:lnTo>
                  <a:lnTo>
                    <a:pt x="6617560" y="611897"/>
                  </a:lnTo>
                  <a:lnTo>
                    <a:pt x="6571658" y="612546"/>
                  </a:lnTo>
                  <a:lnTo>
                    <a:pt x="6542556" y="612921"/>
                  </a:lnTo>
                  <a:lnTo>
                    <a:pt x="6527648" y="613097"/>
                  </a:lnTo>
                  <a:lnTo>
                    <a:pt x="6522761" y="613150"/>
                  </a:lnTo>
                  <a:lnTo>
                    <a:pt x="6522385" y="613154"/>
                  </a:lnTo>
                  <a:lnTo>
                    <a:pt x="5527445" y="613154"/>
                  </a:lnTo>
                  <a:lnTo>
                    <a:pt x="5526310" y="613160"/>
                  </a:lnTo>
                  <a:lnTo>
                    <a:pt x="5518817" y="613208"/>
                  </a:lnTo>
                  <a:lnTo>
                    <a:pt x="5499828" y="613340"/>
                  </a:lnTo>
                  <a:lnTo>
                    <a:pt x="5465628" y="613600"/>
                  </a:lnTo>
                  <a:lnTo>
                    <a:pt x="5414149" y="614029"/>
                  </a:lnTo>
                  <a:lnTo>
                    <a:pt x="5345118" y="614664"/>
                  </a:lnTo>
                  <a:lnTo>
                    <a:pt x="5260006" y="615530"/>
                  </a:lnTo>
                  <a:lnTo>
                    <a:pt x="5161697" y="616643"/>
                  </a:lnTo>
                  <a:lnTo>
                    <a:pt x="5053972" y="618009"/>
                  </a:lnTo>
                  <a:lnTo>
                    <a:pt x="4940902" y="619626"/>
                  </a:lnTo>
                  <a:lnTo>
                    <a:pt x="4826326" y="621490"/>
                  </a:lnTo>
                  <a:lnTo>
                    <a:pt x="4713478" y="623597"/>
                  </a:lnTo>
                  <a:lnTo>
                    <a:pt x="4604804" y="625943"/>
                  </a:lnTo>
                  <a:lnTo>
                    <a:pt x="4501946" y="628536"/>
                  </a:lnTo>
                  <a:lnTo>
                    <a:pt x="4405820" y="631386"/>
                  </a:lnTo>
                  <a:lnTo>
                    <a:pt x="4316754" y="634513"/>
                  </a:lnTo>
                  <a:lnTo>
                    <a:pt x="4234637" y="637945"/>
                  </a:lnTo>
                  <a:lnTo>
                    <a:pt x="4159053" y="641717"/>
                  </a:lnTo>
                  <a:lnTo>
                    <a:pt x="4089387" y="645871"/>
                  </a:lnTo>
                  <a:lnTo>
                    <a:pt x="4024914" y="650452"/>
                  </a:lnTo>
                  <a:lnTo>
                    <a:pt x="3964860" y="655510"/>
                  </a:lnTo>
                  <a:lnTo>
                    <a:pt x="3908449" y="661088"/>
                  </a:lnTo>
                  <a:lnTo>
                    <a:pt x="3854946" y="667222"/>
                  </a:lnTo>
                  <a:lnTo>
                    <a:pt x="3820202" y="671674"/>
                  </a:lnTo>
                  <a:lnTo>
                    <a:pt x="3759194" y="680411"/>
                  </a:lnTo>
                  <a:lnTo>
                    <a:pt x="3700076" y="690016"/>
                  </a:lnTo>
                  <a:lnTo>
                    <a:pt x="3642152" y="700504"/>
                  </a:lnTo>
                  <a:lnTo>
                    <a:pt x="3584906" y="711859"/>
                  </a:lnTo>
                  <a:lnTo>
                    <a:pt x="3527975" y="724036"/>
                  </a:lnTo>
                  <a:lnTo>
                    <a:pt x="3471119" y="736954"/>
                  </a:lnTo>
                  <a:lnTo>
                    <a:pt x="3414200" y="750501"/>
                  </a:lnTo>
                  <a:lnTo>
                    <a:pt x="3357168" y="764533"/>
                  </a:lnTo>
                  <a:lnTo>
                    <a:pt x="3300036" y="778881"/>
                  </a:lnTo>
                  <a:lnTo>
                    <a:pt x="3242855" y="793361"/>
                  </a:lnTo>
                  <a:lnTo>
                    <a:pt x="3185698" y="807778"/>
                  </a:lnTo>
                  <a:lnTo>
                    <a:pt x="3128626" y="821944"/>
                  </a:lnTo>
                  <a:lnTo>
                    <a:pt x="3071669" y="835683"/>
                  </a:lnTo>
                  <a:lnTo>
                    <a:pt x="3014801" y="848841"/>
                  </a:lnTo>
                  <a:lnTo>
                    <a:pt x="2957918" y="861295"/>
                  </a:lnTo>
                  <a:lnTo>
                    <a:pt x="2900821" y="872951"/>
                  </a:lnTo>
                  <a:lnTo>
                    <a:pt x="2843191" y="883754"/>
                  </a:lnTo>
                  <a:lnTo>
                    <a:pt x="2784571" y="893675"/>
                  </a:lnTo>
                  <a:lnTo>
                    <a:pt x="2724334" y="902720"/>
                  </a:lnTo>
                  <a:lnTo>
                    <a:pt x="2702183" y="905756"/>
                  </a:lnTo>
                  <a:lnTo>
                    <a:pt x="2650263" y="912271"/>
                  </a:lnTo>
                  <a:lnTo>
                    <a:pt x="2595888" y="918221"/>
                  </a:lnTo>
                  <a:lnTo>
                    <a:pt x="2538373" y="923625"/>
                  </a:lnTo>
                  <a:lnTo>
                    <a:pt x="2476963" y="928522"/>
                  </a:lnTo>
                  <a:lnTo>
                    <a:pt x="2410880" y="932959"/>
                  </a:lnTo>
                  <a:lnTo>
                    <a:pt x="2339359" y="936983"/>
                  </a:lnTo>
                  <a:lnTo>
                    <a:pt x="2261704" y="940640"/>
                  </a:lnTo>
                  <a:lnTo>
                    <a:pt x="2177353" y="943969"/>
                  </a:lnTo>
                  <a:lnTo>
                    <a:pt x="2085978" y="947003"/>
                  </a:lnTo>
                  <a:lnTo>
                    <a:pt x="1987594" y="949767"/>
                  </a:lnTo>
                  <a:lnTo>
                    <a:pt x="1882706" y="952279"/>
                  </a:lnTo>
                  <a:lnTo>
                    <a:pt x="1772452" y="954547"/>
                  </a:lnTo>
                  <a:lnTo>
                    <a:pt x="1658731" y="956574"/>
                  </a:lnTo>
                  <a:lnTo>
                    <a:pt x="1544256" y="958359"/>
                  </a:lnTo>
                  <a:lnTo>
                    <a:pt x="1432487" y="959895"/>
                  </a:lnTo>
                  <a:lnTo>
                    <a:pt x="1327388" y="961178"/>
                  </a:lnTo>
                  <a:lnTo>
                    <a:pt x="1233000" y="962209"/>
                  </a:lnTo>
                  <a:lnTo>
                    <a:pt x="1152877" y="962997"/>
                  </a:lnTo>
                  <a:lnTo>
                    <a:pt x="1089490" y="963562"/>
                  </a:lnTo>
                  <a:lnTo>
                    <a:pt x="1043766" y="963931"/>
                  </a:lnTo>
                  <a:lnTo>
                    <a:pt x="1014841" y="964145"/>
                  </a:lnTo>
                  <a:lnTo>
                    <a:pt x="1000083" y="964244"/>
                  </a:lnTo>
                  <a:lnTo>
                    <a:pt x="995293" y="964274"/>
                  </a:lnTo>
                  <a:lnTo>
                    <a:pt x="994940" y="964276"/>
                  </a:lnTo>
                  <a:lnTo>
                    <a:pt x="0" y="964276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12" name="pl1611"/>
            <p:cNvSpPr/>
            <p:nvPr/>
          </p:nvSpPr>
          <p:spPr>
            <a:xfrm>
              <a:off x="1199187" y="4580149"/>
              <a:ext cx="12049831" cy="964276"/>
            </a:xfrm>
            <a:custGeom>
              <a:avLst/>
              <a:pathLst>
                <a:path w="12049831" h="964276">
                  <a:moveTo>
                    <a:pt x="0" y="964276"/>
                  </a:moveTo>
                  <a:lnTo>
                    <a:pt x="994940" y="964276"/>
                  </a:lnTo>
                  <a:lnTo>
                    <a:pt x="996075" y="964269"/>
                  </a:lnTo>
                  <a:lnTo>
                    <a:pt x="1003568" y="964222"/>
                  </a:lnTo>
                  <a:lnTo>
                    <a:pt x="1022557" y="964090"/>
                  </a:lnTo>
                  <a:lnTo>
                    <a:pt x="1056757" y="963830"/>
                  </a:lnTo>
                  <a:lnTo>
                    <a:pt x="1108236" y="963401"/>
                  </a:lnTo>
                  <a:lnTo>
                    <a:pt x="1177267" y="962766"/>
                  </a:lnTo>
                  <a:lnTo>
                    <a:pt x="1262379" y="961900"/>
                  </a:lnTo>
                  <a:lnTo>
                    <a:pt x="1360688" y="960787"/>
                  </a:lnTo>
                  <a:lnTo>
                    <a:pt x="1468413" y="959421"/>
                  </a:lnTo>
                  <a:lnTo>
                    <a:pt x="1581483" y="957804"/>
                  </a:lnTo>
                  <a:lnTo>
                    <a:pt x="1696059" y="955939"/>
                  </a:lnTo>
                  <a:lnTo>
                    <a:pt x="1808907" y="953833"/>
                  </a:lnTo>
                  <a:lnTo>
                    <a:pt x="1917581" y="951486"/>
                  </a:lnTo>
                  <a:lnTo>
                    <a:pt x="2020439" y="948894"/>
                  </a:lnTo>
                  <a:lnTo>
                    <a:pt x="2116565" y="946044"/>
                  </a:lnTo>
                  <a:lnTo>
                    <a:pt x="2205631" y="942917"/>
                  </a:lnTo>
                  <a:lnTo>
                    <a:pt x="2287748" y="939485"/>
                  </a:lnTo>
                  <a:lnTo>
                    <a:pt x="2363332" y="935713"/>
                  </a:lnTo>
                  <a:lnTo>
                    <a:pt x="2432998" y="931559"/>
                  </a:lnTo>
                  <a:lnTo>
                    <a:pt x="2497471" y="926977"/>
                  </a:lnTo>
                  <a:lnTo>
                    <a:pt x="2557525" y="921920"/>
                  </a:lnTo>
                  <a:lnTo>
                    <a:pt x="2613936" y="916342"/>
                  </a:lnTo>
                  <a:lnTo>
                    <a:pt x="2667439" y="910208"/>
                  </a:lnTo>
                  <a:lnTo>
                    <a:pt x="2702183" y="905756"/>
                  </a:lnTo>
                  <a:lnTo>
                    <a:pt x="2763191" y="897019"/>
                  </a:lnTo>
                  <a:lnTo>
                    <a:pt x="2822309" y="887414"/>
                  </a:lnTo>
                  <a:lnTo>
                    <a:pt x="2880233" y="876926"/>
                  </a:lnTo>
                  <a:lnTo>
                    <a:pt x="2937479" y="865571"/>
                  </a:lnTo>
                  <a:lnTo>
                    <a:pt x="2994410" y="853394"/>
                  </a:lnTo>
                  <a:lnTo>
                    <a:pt x="3051266" y="840476"/>
                  </a:lnTo>
                  <a:lnTo>
                    <a:pt x="3108185" y="826929"/>
                  </a:lnTo>
                  <a:lnTo>
                    <a:pt x="3165217" y="812897"/>
                  </a:lnTo>
                  <a:lnTo>
                    <a:pt x="3222349" y="798549"/>
                  </a:lnTo>
                  <a:lnTo>
                    <a:pt x="3279530" y="784069"/>
                  </a:lnTo>
                  <a:lnTo>
                    <a:pt x="3336687" y="769652"/>
                  </a:lnTo>
                  <a:lnTo>
                    <a:pt x="3393759" y="755486"/>
                  </a:lnTo>
                  <a:lnTo>
                    <a:pt x="3450716" y="741747"/>
                  </a:lnTo>
                  <a:lnTo>
                    <a:pt x="3507584" y="728589"/>
                  </a:lnTo>
                  <a:lnTo>
                    <a:pt x="3564467" y="716135"/>
                  </a:lnTo>
                  <a:lnTo>
                    <a:pt x="3621564" y="704478"/>
                  </a:lnTo>
                  <a:lnTo>
                    <a:pt x="3679194" y="693676"/>
                  </a:lnTo>
                  <a:lnTo>
                    <a:pt x="3737814" y="683755"/>
                  </a:lnTo>
                  <a:lnTo>
                    <a:pt x="3798051" y="674710"/>
                  </a:lnTo>
                  <a:lnTo>
                    <a:pt x="3820202" y="671674"/>
                  </a:lnTo>
                  <a:lnTo>
                    <a:pt x="3872122" y="665158"/>
                  </a:lnTo>
                  <a:lnTo>
                    <a:pt x="3926497" y="659209"/>
                  </a:lnTo>
                  <a:lnTo>
                    <a:pt x="3984012" y="653805"/>
                  </a:lnTo>
                  <a:lnTo>
                    <a:pt x="4045422" y="648908"/>
                  </a:lnTo>
                  <a:lnTo>
                    <a:pt x="4111505" y="644471"/>
                  </a:lnTo>
                  <a:lnTo>
                    <a:pt x="4183026" y="640447"/>
                  </a:lnTo>
                  <a:lnTo>
                    <a:pt x="4260681" y="636790"/>
                  </a:lnTo>
                  <a:lnTo>
                    <a:pt x="4345032" y="633461"/>
                  </a:lnTo>
                  <a:lnTo>
                    <a:pt x="4436407" y="630427"/>
                  </a:lnTo>
                  <a:lnTo>
                    <a:pt x="4534791" y="627663"/>
                  </a:lnTo>
                  <a:lnTo>
                    <a:pt x="4639679" y="625151"/>
                  </a:lnTo>
                  <a:lnTo>
                    <a:pt x="4749933" y="622883"/>
                  </a:lnTo>
                  <a:lnTo>
                    <a:pt x="4863654" y="620856"/>
                  </a:lnTo>
                  <a:lnTo>
                    <a:pt x="4978129" y="619071"/>
                  </a:lnTo>
                  <a:lnTo>
                    <a:pt x="5089898" y="617535"/>
                  </a:lnTo>
                  <a:lnTo>
                    <a:pt x="5194997" y="616252"/>
                  </a:lnTo>
                  <a:lnTo>
                    <a:pt x="5289384" y="615221"/>
                  </a:lnTo>
                  <a:lnTo>
                    <a:pt x="5369508" y="614432"/>
                  </a:lnTo>
                  <a:lnTo>
                    <a:pt x="5432895" y="613868"/>
                  </a:lnTo>
                  <a:lnTo>
                    <a:pt x="5478619" y="613498"/>
                  </a:lnTo>
                  <a:lnTo>
                    <a:pt x="5507544" y="613285"/>
                  </a:lnTo>
                  <a:lnTo>
                    <a:pt x="5522302" y="613185"/>
                  </a:lnTo>
                  <a:lnTo>
                    <a:pt x="5527092" y="613156"/>
                  </a:lnTo>
                  <a:lnTo>
                    <a:pt x="5527445" y="613154"/>
                  </a:lnTo>
                  <a:lnTo>
                    <a:pt x="6522385" y="613154"/>
                  </a:lnTo>
                  <a:lnTo>
                    <a:pt x="6523519" y="613142"/>
                  </a:lnTo>
                  <a:lnTo>
                    <a:pt x="6530999" y="613059"/>
                  </a:lnTo>
                  <a:lnTo>
                    <a:pt x="6549956" y="612829"/>
                  </a:lnTo>
                  <a:lnTo>
                    <a:pt x="6584100" y="612376"/>
                  </a:lnTo>
                  <a:lnTo>
                    <a:pt x="6635501" y="611627"/>
                  </a:lnTo>
                  <a:lnTo>
                    <a:pt x="6704434" y="610521"/>
                  </a:lnTo>
                  <a:lnTo>
                    <a:pt x="6789437" y="609012"/>
                  </a:lnTo>
                  <a:lnTo>
                    <a:pt x="6887635" y="607071"/>
                  </a:lnTo>
                  <a:lnTo>
                    <a:pt x="6995259" y="604690"/>
                  </a:lnTo>
                  <a:lnTo>
                    <a:pt x="7108241" y="601869"/>
                  </a:lnTo>
                  <a:lnTo>
                    <a:pt x="7222750" y="598618"/>
                  </a:lnTo>
                  <a:lnTo>
                    <a:pt x="7335553" y="594946"/>
                  </a:lnTo>
                  <a:lnTo>
                    <a:pt x="7444199" y="590853"/>
                  </a:lnTo>
                  <a:lnTo>
                    <a:pt x="7547047" y="586332"/>
                  </a:lnTo>
                  <a:lnTo>
                    <a:pt x="7643177" y="581363"/>
                  </a:lnTo>
                  <a:lnTo>
                    <a:pt x="7732255" y="575910"/>
                  </a:lnTo>
                  <a:lnTo>
                    <a:pt x="7814389" y="569926"/>
                  </a:lnTo>
                  <a:lnTo>
                    <a:pt x="7889994" y="563349"/>
                  </a:lnTo>
                  <a:lnTo>
                    <a:pt x="7959680" y="556108"/>
                  </a:lnTo>
                  <a:lnTo>
                    <a:pt x="8024170" y="548121"/>
                  </a:lnTo>
                  <a:lnTo>
                    <a:pt x="8084238" y="539305"/>
                  </a:lnTo>
                  <a:lnTo>
                    <a:pt x="8140657" y="529582"/>
                  </a:lnTo>
                  <a:lnTo>
                    <a:pt x="8194163" y="518891"/>
                  </a:lnTo>
                  <a:lnTo>
                    <a:pt x="8229629" y="510961"/>
                  </a:lnTo>
                  <a:lnTo>
                    <a:pt x="8289412" y="496031"/>
                  </a:lnTo>
                  <a:lnTo>
                    <a:pt x="8347367" y="479646"/>
                  </a:lnTo>
                  <a:lnTo>
                    <a:pt x="8404153" y="461783"/>
                  </a:lnTo>
                  <a:lnTo>
                    <a:pt x="8460262" y="442463"/>
                  </a:lnTo>
                  <a:lnTo>
                    <a:pt x="8516047" y="421758"/>
                  </a:lnTo>
                  <a:lnTo>
                    <a:pt x="8571741" y="399794"/>
                  </a:lnTo>
                  <a:lnTo>
                    <a:pt x="8627484" y="376750"/>
                  </a:lnTo>
                  <a:lnTo>
                    <a:pt x="8683334" y="352856"/>
                  </a:lnTo>
                  <a:lnTo>
                    <a:pt x="8739285" y="328383"/>
                  </a:lnTo>
                  <a:lnTo>
                    <a:pt x="8795293" y="303632"/>
                  </a:lnTo>
                  <a:lnTo>
                    <a:pt x="8851294" y="278919"/>
                  </a:lnTo>
                  <a:lnTo>
                    <a:pt x="8907224" y="254557"/>
                  </a:lnTo>
                  <a:lnTo>
                    <a:pt x="8963046" y="230841"/>
                  </a:lnTo>
                  <a:lnTo>
                    <a:pt x="9018770" y="208035"/>
                  </a:lnTo>
                  <a:lnTo>
                    <a:pt x="9074470" y="186356"/>
                  </a:lnTo>
                  <a:lnTo>
                    <a:pt x="9130306" y="165970"/>
                  </a:lnTo>
                  <a:lnTo>
                    <a:pt x="9186540" y="146992"/>
                  </a:lnTo>
                  <a:lnTo>
                    <a:pt x="9243553" y="129480"/>
                  </a:lnTo>
                  <a:lnTo>
                    <a:pt x="9301875" y="113444"/>
                  </a:lnTo>
                  <a:lnTo>
                    <a:pt x="9347647" y="102192"/>
                  </a:lnTo>
                  <a:lnTo>
                    <a:pt x="9399536" y="90820"/>
                  </a:lnTo>
                  <a:lnTo>
                    <a:pt x="9453876" y="80436"/>
                  </a:lnTo>
                  <a:lnTo>
                    <a:pt x="9511351" y="71004"/>
                  </a:lnTo>
                  <a:lnTo>
                    <a:pt x="9572715" y="62455"/>
                  </a:lnTo>
                  <a:lnTo>
                    <a:pt x="9638745" y="54710"/>
                  </a:lnTo>
                  <a:lnTo>
                    <a:pt x="9710203" y="47685"/>
                  </a:lnTo>
                  <a:lnTo>
                    <a:pt x="9787787" y="41300"/>
                  </a:lnTo>
                  <a:lnTo>
                    <a:pt x="9872056" y="35488"/>
                  </a:lnTo>
                  <a:lnTo>
                    <a:pt x="9963340" y="30190"/>
                  </a:lnTo>
                  <a:lnTo>
                    <a:pt x="10061626" y="25364"/>
                  </a:lnTo>
                  <a:lnTo>
                    <a:pt x="10166413" y="20978"/>
                  </a:lnTo>
                  <a:lnTo>
                    <a:pt x="10276570" y="17017"/>
                  </a:lnTo>
                  <a:lnTo>
                    <a:pt x="10390206" y="13475"/>
                  </a:lnTo>
                  <a:lnTo>
                    <a:pt x="10504619" y="10357"/>
                  </a:lnTo>
                  <a:lnTo>
                    <a:pt x="10616361" y="7673"/>
                  </a:lnTo>
                  <a:lnTo>
                    <a:pt x="10721478" y="5429"/>
                  </a:lnTo>
                  <a:lnTo>
                    <a:pt x="10815934" y="3625"/>
                  </a:lnTo>
                  <a:lnTo>
                    <a:pt x="10896175" y="2245"/>
                  </a:lnTo>
                  <a:lnTo>
                    <a:pt x="10959717" y="1257"/>
                  </a:lnTo>
                  <a:lnTo>
                    <a:pt x="11005619" y="607"/>
                  </a:lnTo>
                  <a:lnTo>
                    <a:pt x="11034721" y="232"/>
                  </a:lnTo>
                  <a:lnTo>
                    <a:pt x="11049628" y="56"/>
                  </a:lnTo>
                  <a:lnTo>
                    <a:pt x="11054516" y="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3" name="pl1612"/>
            <p:cNvSpPr/>
            <p:nvPr/>
          </p:nvSpPr>
          <p:spPr>
            <a:xfrm>
              <a:off x="1199187" y="4574909"/>
              <a:ext cx="12049831" cy="964276"/>
            </a:xfrm>
            <a:custGeom>
              <a:avLst/>
              <a:pathLst>
                <a:path w="12049831" h="964276">
                  <a:moveTo>
                    <a:pt x="12049831" y="0"/>
                  </a:moveTo>
                  <a:lnTo>
                    <a:pt x="11054891" y="0"/>
                  </a:lnTo>
                  <a:lnTo>
                    <a:pt x="11053758" y="11"/>
                  </a:lnTo>
                  <a:lnTo>
                    <a:pt x="11046277" y="94"/>
                  </a:lnTo>
                  <a:lnTo>
                    <a:pt x="11027320" y="324"/>
                  </a:lnTo>
                  <a:lnTo>
                    <a:pt x="10993176" y="777"/>
                  </a:lnTo>
                  <a:lnTo>
                    <a:pt x="10941776" y="1526"/>
                  </a:lnTo>
                  <a:lnTo>
                    <a:pt x="10872843" y="2632"/>
                  </a:lnTo>
                  <a:lnTo>
                    <a:pt x="10787839" y="4141"/>
                  </a:lnTo>
                  <a:lnTo>
                    <a:pt x="10689641" y="6082"/>
                  </a:lnTo>
                  <a:lnTo>
                    <a:pt x="10582018" y="8464"/>
                  </a:lnTo>
                  <a:lnTo>
                    <a:pt x="10469035" y="11284"/>
                  </a:lnTo>
                  <a:lnTo>
                    <a:pt x="10354526" y="14535"/>
                  </a:lnTo>
                  <a:lnTo>
                    <a:pt x="10241724" y="18207"/>
                  </a:lnTo>
                  <a:lnTo>
                    <a:pt x="10133077" y="22300"/>
                  </a:lnTo>
                  <a:lnTo>
                    <a:pt x="10030229" y="26821"/>
                  </a:lnTo>
                  <a:lnTo>
                    <a:pt x="9934100" y="31791"/>
                  </a:lnTo>
                  <a:lnTo>
                    <a:pt x="9845022" y="37244"/>
                  </a:lnTo>
                  <a:lnTo>
                    <a:pt x="9762887" y="43228"/>
                  </a:lnTo>
                  <a:lnTo>
                    <a:pt x="9687282" y="49804"/>
                  </a:lnTo>
                  <a:lnTo>
                    <a:pt x="9617596" y="57046"/>
                  </a:lnTo>
                  <a:lnTo>
                    <a:pt x="9553106" y="65032"/>
                  </a:lnTo>
                  <a:lnTo>
                    <a:pt x="9493038" y="73848"/>
                  </a:lnTo>
                  <a:lnTo>
                    <a:pt x="9436619" y="83571"/>
                  </a:lnTo>
                  <a:lnTo>
                    <a:pt x="9383113" y="94262"/>
                  </a:lnTo>
                  <a:lnTo>
                    <a:pt x="9347647" y="102192"/>
                  </a:lnTo>
                  <a:lnTo>
                    <a:pt x="9287864" y="117122"/>
                  </a:lnTo>
                  <a:lnTo>
                    <a:pt x="9229910" y="133507"/>
                  </a:lnTo>
                  <a:lnTo>
                    <a:pt x="9173123" y="151370"/>
                  </a:lnTo>
                  <a:lnTo>
                    <a:pt x="9117014" y="170690"/>
                  </a:lnTo>
                  <a:lnTo>
                    <a:pt x="9061230" y="191395"/>
                  </a:lnTo>
                  <a:lnTo>
                    <a:pt x="9005535" y="213359"/>
                  </a:lnTo>
                  <a:lnTo>
                    <a:pt x="8949792" y="236403"/>
                  </a:lnTo>
                  <a:lnTo>
                    <a:pt x="8893943" y="260297"/>
                  </a:lnTo>
                  <a:lnTo>
                    <a:pt x="8837992" y="284770"/>
                  </a:lnTo>
                  <a:lnTo>
                    <a:pt x="8781983" y="309521"/>
                  </a:lnTo>
                  <a:lnTo>
                    <a:pt x="8725983" y="334235"/>
                  </a:lnTo>
                  <a:lnTo>
                    <a:pt x="8670053" y="358597"/>
                  </a:lnTo>
                  <a:lnTo>
                    <a:pt x="8614230" y="382312"/>
                  </a:lnTo>
                  <a:lnTo>
                    <a:pt x="8558507" y="405118"/>
                  </a:lnTo>
                  <a:lnTo>
                    <a:pt x="8502807" y="426798"/>
                  </a:lnTo>
                  <a:lnTo>
                    <a:pt x="8446970" y="447183"/>
                  </a:lnTo>
                  <a:lnTo>
                    <a:pt x="8390737" y="466161"/>
                  </a:lnTo>
                  <a:lnTo>
                    <a:pt x="8333723" y="483673"/>
                  </a:lnTo>
                  <a:lnTo>
                    <a:pt x="8275401" y="499709"/>
                  </a:lnTo>
                  <a:lnTo>
                    <a:pt x="8229629" y="510961"/>
                  </a:lnTo>
                  <a:lnTo>
                    <a:pt x="8177741" y="522333"/>
                  </a:lnTo>
                  <a:lnTo>
                    <a:pt x="8123401" y="532717"/>
                  </a:lnTo>
                  <a:lnTo>
                    <a:pt x="8065925" y="542150"/>
                  </a:lnTo>
                  <a:lnTo>
                    <a:pt x="8004562" y="550698"/>
                  </a:lnTo>
                  <a:lnTo>
                    <a:pt x="7938532" y="558443"/>
                  </a:lnTo>
                  <a:lnTo>
                    <a:pt x="7867073" y="565469"/>
                  </a:lnTo>
                  <a:lnTo>
                    <a:pt x="7789489" y="571853"/>
                  </a:lnTo>
                  <a:lnTo>
                    <a:pt x="7705221" y="577665"/>
                  </a:lnTo>
                  <a:lnTo>
                    <a:pt x="7613937" y="582963"/>
                  </a:lnTo>
                  <a:lnTo>
                    <a:pt x="7515651" y="587790"/>
                  </a:lnTo>
                  <a:lnTo>
                    <a:pt x="7410863" y="592175"/>
                  </a:lnTo>
                  <a:lnTo>
                    <a:pt x="7300707" y="596137"/>
                  </a:lnTo>
                  <a:lnTo>
                    <a:pt x="7187071" y="599678"/>
                  </a:lnTo>
                  <a:lnTo>
                    <a:pt x="7072658" y="602796"/>
                  </a:lnTo>
                  <a:lnTo>
                    <a:pt x="6960916" y="605480"/>
                  </a:lnTo>
                  <a:lnTo>
                    <a:pt x="6855799" y="607724"/>
                  </a:lnTo>
                  <a:lnTo>
                    <a:pt x="6761343" y="609528"/>
                  </a:lnTo>
                  <a:lnTo>
                    <a:pt x="6681102" y="610908"/>
                  </a:lnTo>
                  <a:lnTo>
                    <a:pt x="6617560" y="611897"/>
                  </a:lnTo>
                  <a:lnTo>
                    <a:pt x="6571658" y="612546"/>
                  </a:lnTo>
                  <a:lnTo>
                    <a:pt x="6542556" y="612921"/>
                  </a:lnTo>
                  <a:lnTo>
                    <a:pt x="6527648" y="613097"/>
                  </a:lnTo>
                  <a:lnTo>
                    <a:pt x="6522761" y="613150"/>
                  </a:lnTo>
                  <a:lnTo>
                    <a:pt x="6522385" y="613154"/>
                  </a:lnTo>
                  <a:lnTo>
                    <a:pt x="5527445" y="613154"/>
                  </a:lnTo>
                  <a:lnTo>
                    <a:pt x="5526310" y="613160"/>
                  </a:lnTo>
                  <a:lnTo>
                    <a:pt x="5518817" y="613208"/>
                  </a:lnTo>
                  <a:lnTo>
                    <a:pt x="5499828" y="613340"/>
                  </a:lnTo>
                  <a:lnTo>
                    <a:pt x="5465628" y="613600"/>
                  </a:lnTo>
                  <a:lnTo>
                    <a:pt x="5414149" y="614029"/>
                  </a:lnTo>
                  <a:lnTo>
                    <a:pt x="5345118" y="614664"/>
                  </a:lnTo>
                  <a:lnTo>
                    <a:pt x="5260006" y="615530"/>
                  </a:lnTo>
                  <a:lnTo>
                    <a:pt x="5161697" y="616643"/>
                  </a:lnTo>
                  <a:lnTo>
                    <a:pt x="5053972" y="618009"/>
                  </a:lnTo>
                  <a:lnTo>
                    <a:pt x="4940902" y="619626"/>
                  </a:lnTo>
                  <a:lnTo>
                    <a:pt x="4826326" y="621490"/>
                  </a:lnTo>
                  <a:lnTo>
                    <a:pt x="4713478" y="623597"/>
                  </a:lnTo>
                  <a:lnTo>
                    <a:pt x="4604804" y="625943"/>
                  </a:lnTo>
                  <a:lnTo>
                    <a:pt x="4501946" y="628536"/>
                  </a:lnTo>
                  <a:lnTo>
                    <a:pt x="4405820" y="631386"/>
                  </a:lnTo>
                  <a:lnTo>
                    <a:pt x="4316754" y="634513"/>
                  </a:lnTo>
                  <a:lnTo>
                    <a:pt x="4234637" y="637945"/>
                  </a:lnTo>
                  <a:lnTo>
                    <a:pt x="4159053" y="641717"/>
                  </a:lnTo>
                  <a:lnTo>
                    <a:pt x="4089387" y="645871"/>
                  </a:lnTo>
                  <a:lnTo>
                    <a:pt x="4024914" y="650452"/>
                  </a:lnTo>
                  <a:lnTo>
                    <a:pt x="3964860" y="655510"/>
                  </a:lnTo>
                  <a:lnTo>
                    <a:pt x="3908449" y="661088"/>
                  </a:lnTo>
                  <a:lnTo>
                    <a:pt x="3854946" y="667222"/>
                  </a:lnTo>
                  <a:lnTo>
                    <a:pt x="3820202" y="671674"/>
                  </a:lnTo>
                  <a:lnTo>
                    <a:pt x="3759194" y="680411"/>
                  </a:lnTo>
                  <a:lnTo>
                    <a:pt x="3700076" y="690016"/>
                  </a:lnTo>
                  <a:lnTo>
                    <a:pt x="3642152" y="700504"/>
                  </a:lnTo>
                  <a:lnTo>
                    <a:pt x="3584906" y="711859"/>
                  </a:lnTo>
                  <a:lnTo>
                    <a:pt x="3527975" y="724036"/>
                  </a:lnTo>
                  <a:lnTo>
                    <a:pt x="3471119" y="736954"/>
                  </a:lnTo>
                  <a:lnTo>
                    <a:pt x="3414200" y="750501"/>
                  </a:lnTo>
                  <a:lnTo>
                    <a:pt x="3357168" y="764533"/>
                  </a:lnTo>
                  <a:lnTo>
                    <a:pt x="3300036" y="778881"/>
                  </a:lnTo>
                  <a:lnTo>
                    <a:pt x="3242855" y="793361"/>
                  </a:lnTo>
                  <a:lnTo>
                    <a:pt x="3185698" y="807778"/>
                  </a:lnTo>
                  <a:lnTo>
                    <a:pt x="3128626" y="821944"/>
                  </a:lnTo>
                  <a:lnTo>
                    <a:pt x="3071669" y="835683"/>
                  </a:lnTo>
                  <a:lnTo>
                    <a:pt x="3014801" y="848841"/>
                  </a:lnTo>
                  <a:lnTo>
                    <a:pt x="2957918" y="861295"/>
                  </a:lnTo>
                  <a:lnTo>
                    <a:pt x="2900821" y="872951"/>
                  </a:lnTo>
                  <a:lnTo>
                    <a:pt x="2843191" y="883754"/>
                  </a:lnTo>
                  <a:lnTo>
                    <a:pt x="2784571" y="893675"/>
                  </a:lnTo>
                  <a:lnTo>
                    <a:pt x="2724334" y="902720"/>
                  </a:lnTo>
                  <a:lnTo>
                    <a:pt x="2702183" y="905756"/>
                  </a:lnTo>
                  <a:lnTo>
                    <a:pt x="2650263" y="912271"/>
                  </a:lnTo>
                  <a:lnTo>
                    <a:pt x="2595888" y="918221"/>
                  </a:lnTo>
                  <a:lnTo>
                    <a:pt x="2538373" y="923625"/>
                  </a:lnTo>
                  <a:lnTo>
                    <a:pt x="2476963" y="928522"/>
                  </a:lnTo>
                  <a:lnTo>
                    <a:pt x="2410880" y="932959"/>
                  </a:lnTo>
                  <a:lnTo>
                    <a:pt x="2339359" y="936983"/>
                  </a:lnTo>
                  <a:lnTo>
                    <a:pt x="2261704" y="940640"/>
                  </a:lnTo>
                  <a:lnTo>
                    <a:pt x="2177353" y="943969"/>
                  </a:lnTo>
                  <a:lnTo>
                    <a:pt x="2085978" y="947003"/>
                  </a:lnTo>
                  <a:lnTo>
                    <a:pt x="1987594" y="949767"/>
                  </a:lnTo>
                  <a:lnTo>
                    <a:pt x="1882706" y="952279"/>
                  </a:lnTo>
                  <a:lnTo>
                    <a:pt x="1772452" y="954547"/>
                  </a:lnTo>
                  <a:lnTo>
                    <a:pt x="1658731" y="956574"/>
                  </a:lnTo>
                  <a:lnTo>
                    <a:pt x="1544256" y="958359"/>
                  </a:lnTo>
                  <a:lnTo>
                    <a:pt x="1432487" y="959895"/>
                  </a:lnTo>
                  <a:lnTo>
                    <a:pt x="1327388" y="961178"/>
                  </a:lnTo>
                  <a:lnTo>
                    <a:pt x="1233000" y="962209"/>
                  </a:lnTo>
                  <a:lnTo>
                    <a:pt x="1152877" y="962997"/>
                  </a:lnTo>
                  <a:lnTo>
                    <a:pt x="1089490" y="963562"/>
                  </a:lnTo>
                  <a:lnTo>
                    <a:pt x="1043766" y="963931"/>
                  </a:lnTo>
                  <a:lnTo>
                    <a:pt x="1014841" y="964145"/>
                  </a:lnTo>
                  <a:lnTo>
                    <a:pt x="1000083" y="964244"/>
                  </a:lnTo>
                  <a:lnTo>
                    <a:pt x="995293" y="964274"/>
                  </a:lnTo>
                  <a:lnTo>
                    <a:pt x="994940" y="964276"/>
                  </a:lnTo>
                  <a:lnTo>
                    <a:pt x="0" y="964276"/>
                  </a:lnTo>
                  <a:lnTo>
                    <a:pt x="0" y="9642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4" name="pg1613"/>
            <p:cNvSpPr/>
            <p:nvPr/>
          </p:nvSpPr>
          <p:spPr>
            <a:xfrm>
              <a:off x="1199187" y="2358120"/>
              <a:ext cx="12049831" cy="3065770"/>
            </a:xfrm>
            <a:custGeom>
              <a:avLst/>
              <a:pathLst>
                <a:path w="12049831" h="3065770">
                  <a:moveTo>
                    <a:pt x="0" y="3065770"/>
                  </a:moveTo>
                  <a:lnTo>
                    <a:pt x="994940" y="3065770"/>
                  </a:lnTo>
                  <a:lnTo>
                    <a:pt x="996007" y="3065716"/>
                  </a:lnTo>
                  <a:lnTo>
                    <a:pt x="1003057" y="3065325"/>
                  </a:lnTo>
                  <a:lnTo>
                    <a:pt x="1020954" y="3064247"/>
                  </a:lnTo>
                  <a:lnTo>
                    <a:pt x="1053259" y="3062122"/>
                  </a:lnTo>
                  <a:lnTo>
                    <a:pt x="1102036" y="3058607"/>
                  </a:lnTo>
                  <a:lnTo>
                    <a:pt x="1167700" y="3053406"/>
                  </a:lnTo>
                  <a:lnTo>
                    <a:pt x="1249045" y="3046294"/>
                  </a:lnTo>
                  <a:lnTo>
                    <a:pt x="1343516" y="3037130"/>
                  </a:lnTo>
                  <a:lnTo>
                    <a:pt x="1447656" y="3025856"/>
                  </a:lnTo>
                  <a:lnTo>
                    <a:pt x="1557649" y="3012473"/>
                  </a:lnTo>
                  <a:lnTo>
                    <a:pt x="1669812" y="2997021"/>
                  </a:lnTo>
                  <a:lnTo>
                    <a:pt x="1780966" y="2979539"/>
                  </a:lnTo>
                  <a:lnTo>
                    <a:pt x="1888627" y="2960046"/>
                  </a:lnTo>
                  <a:lnTo>
                    <a:pt x="1991064" y="2938519"/>
                  </a:lnTo>
                  <a:lnTo>
                    <a:pt x="2087237" y="2914876"/>
                  </a:lnTo>
                  <a:lnTo>
                    <a:pt x="2176687" y="2888975"/>
                  </a:lnTo>
                  <a:lnTo>
                    <a:pt x="2259398" y="2860611"/>
                  </a:lnTo>
                  <a:lnTo>
                    <a:pt x="2335679" y="2829516"/>
                  </a:lnTo>
                  <a:lnTo>
                    <a:pt x="2406047" y="2795369"/>
                  </a:lnTo>
                  <a:lnTo>
                    <a:pt x="2471152" y="2757802"/>
                  </a:lnTo>
                  <a:lnTo>
                    <a:pt x="2531709" y="2716426"/>
                  </a:lnTo>
                  <a:lnTo>
                    <a:pt x="2588449" y="2670855"/>
                  </a:lnTo>
                  <a:lnTo>
                    <a:pt x="2642086" y="2620761"/>
                  </a:lnTo>
                  <a:lnTo>
                    <a:pt x="2693274" y="2565947"/>
                  </a:lnTo>
                  <a:lnTo>
                    <a:pt x="2702183" y="2555682"/>
                  </a:lnTo>
                  <a:lnTo>
                    <a:pt x="2745166" y="2503105"/>
                  </a:lnTo>
                  <a:lnTo>
                    <a:pt x="2787103" y="2446845"/>
                  </a:lnTo>
                  <a:lnTo>
                    <a:pt x="2828265" y="2386827"/>
                  </a:lnTo>
                  <a:lnTo>
                    <a:pt x="2868875" y="2323028"/>
                  </a:lnTo>
                  <a:lnTo>
                    <a:pt x="2909111" y="2255489"/>
                  </a:lnTo>
                  <a:lnTo>
                    <a:pt x="2949115" y="2184312"/>
                  </a:lnTo>
                  <a:lnTo>
                    <a:pt x="2988996" y="2109673"/>
                  </a:lnTo>
                  <a:lnTo>
                    <a:pt x="3028833" y="2031814"/>
                  </a:lnTo>
                  <a:lnTo>
                    <a:pt x="3068682" y="1951052"/>
                  </a:lnTo>
                  <a:lnTo>
                    <a:pt x="3108575" y="1867770"/>
                  </a:lnTo>
                  <a:lnTo>
                    <a:pt x="3148525" y="1782411"/>
                  </a:lnTo>
                  <a:lnTo>
                    <a:pt x="3188530" y="1695475"/>
                  </a:lnTo>
                  <a:lnTo>
                    <a:pt x="3228576" y="1607500"/>
                  </a:lnTo>
                  <a:lnTo>
                    <a:pt x="3268642" y="1519053"/>
                  </a:lnTo>
                  <a:lnTo>
                    <a:pt x="3308703" y="1430713"/>
                  </a:lnTo>
                  <a:lnTo>
                    <a:pt x="3348736" y="1343059"/>
                  </a:lnTo>
                  <a:lnTo>
                    <a:pt x="3388721" y="1256649"/>
                  </a:lnTo>
                  <a:lnTo>
                    <a:pt x="3428649" y="1172007"/>
                  </a:lnTo>
                  <a:lnTo>
                    <a:pt x="3468523" y="1089613"/>
                  </a:lnTo>
                  <a:lnTo>
                    <a:pt x="3508363" y="1009889"/>
                  </a:lnTo>
                  <a:lnTo>
                    <a:pt x="3548209" y="933194"/>
                  </a:lnTo>
                  <a:lnTo>
                    <a:pt x="3588125" y="859818"/>
                  </a:lnTo>
                  <a:lnTo>
                    <a:pt x="3628201" y="789977"/>
                  </a:lnTo>
                  <a:lnTo>
                    <a:pt x="3668557" y="723820"/>
                  </a:lnTo>
                  <a:lnTo>
                    <a:pt x="3709350" y="661426"/>
                  </a:lnTo>
                  <a:lnTo>
                    <a:pt x="3750772" y="602810"/>
                  </a:lnTo>
                  <a:lnTo>
                    <a:pt x="3793062" y="547931"/>
                  </a:lnTo>
                  <a:lnTo>
                    <a:pt x="3820202" y="515329"/>
                  </a:lnTo>
                  <a:lnTo>
                    <a:pt x="3871016" y="459670"/>
                  </a:lnTo>
                  <a:lnTo>
                    <a:pt x="3924170" y="408743"/>
                  </a:lnTo>
                  <a:lnTo>
                    <a:pt x="3980307" y="362387"/>
                  </a:lnTo>
                  <a:lnTo>
                    <a:pt x="4040129" y="320291"/>
                  </a:lnTo>
                  <a:lnTo>
                    <a:pt x="4104370" y="282075"/>
                  </a:lnTo>
                  <a:lnTo>
                    <a:pt x="4173751" y="247346"/>
                  </a:lnTo>
                  <a:lnTo>
                    <a:pt x="4248935" y="215732"/>
                  </a:lnTo>
                  <a:lnTo>
                    <a:pt x="4330470" y="186903"/>
                  </a:lnTo>
                  <a:lnTo>
                    <a:pt x="4418709" y="160580"/>
                  </a:lnTo>
                  <a:lnTo>
                    <a:pt x="4513703" y="136547"/>
                  </a:lnTo>
                  <a:lnTo>
                    <a:pt x="4615082" y="114650"/>
                  </a:lnTo>
                  <a:lnTo>
                    <a:pt x="4721918" y="94798"/>
                  </a:lnTo>
                  <a:lnTo>
                    <a:pt x="4832609" y="76958"/>
                  </a:lnTo>
                  <a:lnTo>
                    <a:pt x="4944807" y="61141"/>
                  </a:lnTo>
                  <a:lnTo>
                    <a:pt x="5055446" y="47386"/>
                  </a:lnTo>
                  <a:lnTo>
                    <a:pt x="5160910" y="35734"/>
                  </a:lnTo>
                  <a:lnTo>
                    <a:pt x="5257375" y="26197"/>
                  </a:lnTo>
                  <a:lnTo>
                    <a:pt x="5341279" y="18727"/>
                  </a:lnTo>
                  <a:lnTo>
                    <a:pt x="5409869" y="13199"/>
                  </a:lnTo>
                  <a:lnTo>
                    <a:pt x="5461674" y="9404"/>
                  </a:lnTo>
                  <a:lnTo>
                    <a:pt x="5496810" y="7055"/>
                  </a:lnTo>
                  <a:lnTo>
                    <a:pt x="5517053" y="5817"/>
                  </a:lnTo>
                  <a:lnTo>
                    <a:pt x="5525716" y="533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5" y="5258"/>
                  </a:lnTo>
                  <a:lnTo>
                    <a:pt x="6530971" y="5383"/>
                  </a:lnTo>
                  <a:lnTo>
                    <a:pt x="6549867" y="5730"/>
                  </a:lnTo>
                  <a:lnTo>
                    <a:pt x="6583905" y="6413"/>
                  </a:lnTo>
                  <a:lnTo>
                    <a:pt x="6635156" y="7541"/>
                  </a:lnTo>
                  <a:lnTo>
                    <a:pt x="6703902" y="9209"/>
                  </a:lnTo>
                  <a:lnTo>
                    <a:pt x="6788698" y="11485"/>
                  </a:lnTo>
                  <a:lnTo>
                    <a:pt x="6886685" y="14412"/>
                  </a:lnTo>
                  <a:lnTo>
                    <a:pt x="6994114" y="18004"/>
                  </a:lnTo>
                  <a:lnTo>
                    <a:pt x="7106930" y="22259"/>
                  </a:lnTo>
                  <a:lnTo>
                    <a:pt x="7221310" y="27163"/>
                  </a:lnTo>
                  <a:lnTo>
                    <a:pt x="7334024" y="32705"/>
                  </a:lnTo>
                  <a:lnTo>
                    <a:pt x="7442619" y="38880"/>
                  </a:lnTo>
                  <a:lnTo>
                    <a:pt x="7545447" y="45701"/>
                  </a:lnTo>
                  <a:lnTo>
                    <a:pt x="7641582" y="53199"/>
                  </a:lnTo>
                  <a:lnTo>
                    <a:pt x="7730684" y="61425"/>
                  </a:lnTo>
                  <a:lnTo>
                    <a:pt x="7812852" y="70452"/>
                  </a:lnTo>
                  <a:lnTo>
                    <a:pt x="7888496" y="80371"/>
                  </a:lnTo>
                  <a:lnTo>
                    <a:pt x="7958220" y="91290"/>
                  </a:lnTo>
                  <a:lnTo>
                    <a:pt x="8022744" y="103332"/>
                  </a:lnTo>
                  <a:lnTo>
                    <a:pt x="8082837" y="116623"/>
                  </a:lnTo>
                  <a:lnTo>
                    <a:pt x="8139272" y="131280"/>
                  </a:lnTo>
                  <a:lnTo>
                    <a:pt x="8192783" y="147396"/>
                  </a:lnTo>
                  <a:lnTo>
                    <a:pt x="8229629" y="159839"/>
                  </a:lnTo>
                  <a:lnTo>
                    <a:pt x="8287370" y="181604"/>
                  </a:lnTo>
                  <a:lnTo>
                    <a:pt x="8343384" y="205418"/>
                  </a:lnTo>
                  <a:lnTo>
                    <a:pt x="8398273" y="231315"/>
                  </a:lnTo>
                  <a:lnTo>
                    <a:pt x="8452490" y="259273"/>
                  </a:lnTo>
                  <a:lnTo>
                    <a:pt x="8506367" y="289202"/>
                  </a:lnTo>
                  <a:lnTo>
                    <a:pt x="8560130" y="320943"/>
                  </a:lnTo>
                  <a:lnTo>
                    <a:pt x="8613918" y="354265"/>
                  </a:lnTo>
                  <a:lnTo>
                    <a:pt x="8667798" y="388870"/>
                  </a:lnTo>
                  <a:lnTo>
                    <a:pt x="8721779" y="424403"/>
                  </a:lnTo>
                  <a:lnTo>
                    <a:pt x="8775830" y="460463"/>
                  </a:lnTo>
                  <a:lnTo>
                    <a:pt x="8829896" y="496626"/>
                  </a:lnTo>
                  <a:lnTo>
                    <a:pt x="8883916" y="532461"/>
                  </a:lnTo>
                  <a:lnTo>
                    <a:pt x="8937846" y="567553"/>
                  </a:lnTo>
                  <a:lnTo>
                    <a:pt x="8991673" y="601523"/>
                  </a:lnTo>
                  <a:lnTo>
                    <a:pt x="9045435" y="634046"/>
                  </a:lnTo>
                  <a:lnTo>
                    <a:pt x="9099235" y="664858"/>
                  </a:lnTo>
                  <a:lnTo>
                    <a:pt x="9153257" y="693765"/>
                  </a:lnTo>
                  <a:lnTo>
                    <a:pt x="9207779" y="720645"/>
                  </a:lnTo>
                  <a:lnTo>
                    <a:pt x="9263195" y="745445"/>
                  </a:lnTo>
                  <a:lnTo>
                    <a:pt x="9320031" y="768173"/>
                  </a:lnTo>
                  <a:lnTo>
                    <a:pt x="9347647" y="778234"/>
                  </a:lnTo>
                  <a:lnTo>
                    <a:pt x="9399475" y="795418"/>
                  </a:lnTo>
                  <a:lnTo>
                    <a:pt x="9453748" y="811112"/>
                  </a:lnTo>
                  <a:lnTo>
                    <a:pt x="9511147" y="825369"/>
                  </a:lnTo>
                  <a:lnTo>
                    <a:pt x="9572423" y="838291"/>
                  </a:lnTo>
                  <a:lnTo>
                    <a:pt x="9638351" y="850001"/>
                  </a:lnTo>
                  <a:lnTo>
                    <a:pt x="9709691" y="860624"/>
                  </a:lnTo>
                  <a:lnTo>
                    <a:pt x="9787138" y="870278"/>
                  </a:lnTo>
                  <a:lnTo>
                    <a:pt x="9871251" y="879068"/>
                  </a:lnTo>
                  <a:lnTo>
                    <a:pt x="9962362" y="887080"/>
                  </a:lnTo>
                  <a:lnTo>
                    <a:pt x="10060460" y="894381"/>
                  </a:lnTo>
                  <a:lnTo>
                    <a:pt x="10165055" y="901016"/>
                  </a:lnTo>
                  <a:lnTo>
                    <a:pt x="10275025" y="907010"/>
                  </a:lnTo>
                  <a:lnTo>
                    <a:pt x="10388498" y="912371"/>
                  </a:lnTo>
                  <a:lnTo>
                    <a:pt x="10502793" y="917092"/>
                  </a:lnTo>
                  <a:lnTo>
                    <a:pt x="10614483" y="921159"/>
                  </a:lnTo>
                  <a:lnTo>
                    <a:pt x="10719633" y="924562"/>
                  </a:lnTo>
                  <a:lnTo>
                    <a:pt x="10814218" y="927300"/>
                  </a:lnTo>
                  <a:lnTo>
                    <a:pt x="10894681" y="929398"/>
                  </a:lnTo>
                  <a:lnTo>
                    <a:pt x="10958520" y="930904"/>
                  </a:lnTo>
                  <a:lnTo>
                    <a:pt x="11004761" y="931895"/>
                  </a:lnTo>
                  <a:lnTo>
                    <a:pt x="11034201" y="932471"/>
                  </a:lnTo>
                  <a:lnTo>
                    <a:pt x="11049396" y="932743"/>
                  </a:lnTo>
                  <a:lnTo>
                    <a:pt x="11054472" y="932826"/>
                  </a:lnTo>
                  <a:lnTo>
                    <a:pt x="11054891" y="932832"/>
                  </a:lnTo>
                  <a:lnTo>
                    <a:pt x="12049831" y="932832"/>
                  </a:lnTo>
                  <a:lnTo>
                    <a:pt x="12049831" y="927592"/>
                  </a:lnTo>
                  <a:lnTo>
                    <a:pt x="11054891" y="927592"/>
                  </a:lnTo>
                  <a:lnTo>
                    <a:pt x="11053761" y="927574"/>
                  </a:lnTo>
                  <a:lnTo>
                    <a:pt x="11046306" y="927449"/>
                  </a:lnTo>
                  <a:lnTo>
                    <a:pt x="11027410" y="927102"/>
                  </a:lnTo>
                  <a:lnTo>
                    <a:pt x="10993371" y="926419"/>
                  </a:lnTo>
                  <a:lnTo>
                    <a:pt x="10942121" y="925291"/>
                  </a:lnTo>
                  <a:lnTo>
                    <a:pt x="10873375" y="923623"/>
                  </a:lnTo>
                  <a:lnTo>
                    <a:pt x="10788579" y="921347"/>
                  </a:lnTo>
                  <a:lnTo>
                    <a:pt x="10690591" y="918420"/>
                  </a:lnTo>
                  <a:lnTo>
                    <a:pt x="10583163" y="914828"/>
                  </a:lnTo>
                  <a:lnTo>
                    <a:pt x="10470346" y="910573"/>
                  </a:lnTo>
                  <a:lnTo>
                    <a:pt x="10355966" y="905669"/>
                  </a:lnTo>
                  <a:lnTo>
                    <a:pt x="10243253" y="900127"/>
                  </a:lnTo>
                  <a:lnTo>
                    <a:pt x="10134658" y="893952"/>
                  </a:lnTo>
                  <a:lnTo>
                    <a:pt x="10031829" y="887131"/>
                  </a:lnTo>
                  <a:lnTo>
                    <a:pt x="9935694" y="879633"/>
                  </a:lnTo>
                  <a:lnTo>
                    <a:pt x="9846593" y="871407"/>
                  </a:lnTo>
                  <a:lnTo>
                    <a:pt x="9764424" y="862380"/>
                  </a:lnTo>
                  <a:lnTo>
                    <a:pt x="9688781" y="852461"/>
                  </a:lnTo>
                  <a:lnTo>
                    <a:pt x="9619057" y="841542"/>
                  </a:lnTo>
                  <a:lnTo>
                    <a:pt x="9554533" y="829500"/>
                  </a:lnTo>
                  <a:lnTo>
                    <a:pt x="9494439" y="816209"/>
                  </a:lnTo>
                  <a:lnTo>
                    <a:pt x="9438004" y="801552"/>
                  </a:lnTo>
                  <a:lnTo>
                    <a:pt x="9384493" y="785436"/>
                  </a:lnTo>
                  <a:lnTo>
                    <a:pt x="9347647" y="772993"/>
                  </a:lnTo>
                  <a:lnTo>
                    <a:pt x="9289906" y="751228"/>
                  </a:lnTo>
                  <a:lnTo>
                    <a:pt x="9233893" y="727414"/>
                  </a:lnTo>
                  <a:lnTo>
                    <a:pt x="9179004" y="701516"/>
                  </a:lnTo>
                  <a:lnTo>
                    <a:pt x="9124786" y="673558"/>
                  </a:lnTo>
                  <a:lnTo>
                    <a:pt x="9070910" y="643629"/>
                  </a:lnTo>
                  <a:lnTo>
                    <a:pt x="9017147" y="611889"/>
                  </a:lnTo>
                  <a:lnTo>
                    <a:pt x="8963359" y="578567"/>
                  </a:lnTo>
                  <a:lnTo>
                    <a:pt x="8909478" y="543962"/>
                  </a:lnTo>
                  <a:lnTo>
                    <a:pt x="8855497" y="508429"/>
                  </a:lnTo>
                  <a:lnTo>
                    <a:pt x="8801446" y="472369"/>
                  </a:lnTo>
                  <a:lnTo>
                    <a:pt x="8747381" y="436206"/>
                  </a:lnTo>
                  <a:lnTo>
                    <a:pt x="8693361" y="400371"/>
                  </a:lnTo>
                  <a:lnTo>
                    <a:pt x="8639431" y="365279"/>
                  </a:lnTo>
                  <a:lnTo>
                    <a:pt x="8585604" y="331309"/>
                  </a:lnTo>
                  <a:lnTo>
                    <a:pt x="8531841" y="298786"/>
                  </a:lnTo>
                  <a:lnTo>
                    <a:pt x="8478041" y="267974"/>
                  </a:lnTo>
                  <a:lnTo>
                    <a:pt x="8424020" y="239067"/>
                  </a:lnTo>
                  <a:lnTo>
                    <a:pt x="8369497" y="212187"/>
                  </a:lnTo>
                  <a:lnTo>
                    <a:pt x="8314082" y="187387"/>
                  </a:lnTo>
                  <a:lnTo>
                    <a:pt x="8257245" y="164659"/>
                  </a:lnTo>
                  <a:lnTo>
                    <a:pt x="8229629" y="154598"/>
                  </a:lnTo>
                  <a:lnTo>
                    <a:pt x="8177802" y="137414"/>
                  </a:lnTo>
                  <a:lnTo>
                    <a:pt x="8123529" y="121720"/>
                  </a:lnTo>
                  <a:lnTo>
                    <a:pt x="8066129" y="107463"/>
                  </a:lnTo>
                  <a:lnTo>
                    <a:pt x="8004853" y="94541"/>
                  </a:lnTo>
                  <a:lnTo>
                    <a:pt x="7938925" y="82831"/>
                  </a:lnTo>
                  <a:lnTo>
                    <a:pt x="7867585" y="72208"/>
                  </a:lnTo>
                  <a:lnTo>
                    <a:pt x="7790138" y="62554"/>
                  </a:lnTo>
                  <a:lnTo>
                    <a:pt x="7706026" y="53764"/>
                  </a:lnTo>
                  <a:lnTo>
                    <a:pt x="7614915" y="45752"/>
                  </a:lnTo>
                  <a:lnTo>
                    <a:pt x="7516816" y="38451"/>
                  </a:lnTo>
                  <a:lnTo>
                    <a:pt x="7412222" y="31816"/>
                  </a:lnTo>
                  <a:lnTo>
                    <a:pt x="7302252" y="25822"/>
                  </a:lnTo>
                  <a:lnTo>
                    <a:pt x="7188779" y="20461"/>
                  </a:lnTo>
                  <a:lnTo>
                    <a:pt x="7074484" y="15740"/>
                  </a:lnTo>
                  <a:lnTo>
                    <a:pt x="6962794" y="11673"/>
                  </a:lnTo>
                  <a:lnTo>
                    <a:pt x="6857644" y="8270"/>
                  </a:lnTo>
                  <a:lnTo>
                    <a:pt x="6763059" y="5531"/>
                  </a:lnTo>
                  <a:lnTo>
                    <a:pt x="6682596" y="3434"/>
                  </a:lnTo>
                  <a:lnTo>
                    <a:pt x="6618757" y="1928"/>
                  </a:lnTo>
                  <a:lnTo>
                    <a:pt x="6572516" y="937"/>
                  </a:lnTo>
                  <a:lnTo>
                    <a:pt x="6543076" y="361"/>
                  </a:lnTo>
                  <a:lnTo>
                    <a:pt x="6527880" y="89"/>
                  </a:lnTo>
                  <a:lnTo>
                    <a:pt x="6522805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8" y="54"/>
                  </a:lnTo>
                  <a:lnTo>
                    <a:pt x="5519328" y="445"/>
                  </a:lnTo>
                  <a:lnTo>
                    <a:pt x="5501431" y="1523"/>
                  </a:lnTo>
                  <a:lnTo>
                    <a:pt x="5469126" y="3648"/>
                  </a:lnTo>
                  <a:lnTo>
                    <a:pt x="5420349" y="7163"/>
                  </a:lnTo>
                  <a:lnTo>
                    <a:pt x="5354685" y="12364"/>
                  </a:lnTo>
                  <a:lnTo>
                    <a:pt x="5273340" y="19476"/>
                  </a:lnTo>
                  <a:lnTo>
                    <a:pt x="5178869" y="28640"/>
                  </a:lnTo>
                  <a:lnTo>
                    <a:pt x="5074729" y="39914"/>
                  </a:lnTo>
                  <a:lnTo>
                    <a:pt x="4964736" y="53296"/>
                  </a:lnTo>
                  <a:lnTo>
                    <a:pt x="4852572" y="68749"/>
                  </a:lnTo>
                  <a:lnTo>
                    <a:pt x="4741419" y="86231"/>
                  </a:lnTo>
                  <a:lnTo>
                    <a:pt x="4633758" y="105724"/>
                  </a:lnTo>
                  <a:lnTo>
                    <a:pt x="4531321" y="127251"/>
                  </a:lnTo>
                  <a:lnTo>
                    <a:pt x="4435148" y="150894"/>
                  </a:lnTo>
                  <a:lnTo>
                    <a:pt x="4345698" y="176795"/>
                  </a:lnTo>
                  <a:lnTo>
                    <a:pt x="4262986" y="205159"/>
                  </a:lnTo>
                  <a:lnTo>
                    <a:pt x="4186706" y="236254"/>
                  </a:lnTo>
                  <a:lnTo>
                    <a:pt x="4116338" y="270401"/>
                  </a:lnTo>
                  <a:lnTo>
                    <a:pt x="4051233" y="307968"/>
                  </a:lnTo>
                  <a:lnTo>
                    <a:pt x="3990676" y="349344"/>
                  </a:lnTo>
                  <a:lnTo>
                    <a:pt x="3933936" y="394914"/>
                  </a:lnTo>
                  <a:lnTo>
                    <a:pt x="3880299" y="445009"/>
                  </a:lnTo>
                  <a:lnTo>
                    <a:pt x="3829111" y="499823"/>
                  </a:lnTo>
                  <a:lnTo>
                    <a:pt x="3820202" y="510088"/>
                  </a:lnTo>
                  <a:lnTo>
                    <a:pt x="3777219" y="562665"/>
                  </a:lnTo>
                  <a:lnTo>
                    <a:pt x="3735282" y="618925"/>
                  </a:lnTo>
                  <a:lnTo>
                    <a:pt x="3694120" y="678943"/>
                  </a:lnTo>
                  <a:lnTo>
                    <a:pt x="3653510" y="742742"/>
                  </a:lnTo>
                  <a:lnTo>
                    <a:pt x="3613274" y="810281"/>
                  </a:lnTo>
                  <a:lnTo>
                    <a:pt x="3573270" y="881458"/>
                  </a:lnTo>
                  <a:lnTo>
                    <a:pt x="3533389" y="956097"/>
                  </a:lnTo>
                  <a:lnTo>
                    <a:pt x="3493552" y="1033956"/>
                  </a:lnTo>
                  <a:lnTo>
                    <a:pt x="3453703" y="1114718"/>
                  </a:lnTo>
                  <a:lnTo>
                    <a:pt x="3413810" y="1198000"/>
                  </a:lnTo>
                  <a:lnTo>
                    <a:pt x="3373860" y="1283358"/>
                  </a:lnTo>
                  <a:lnTo>
                    <a:pt x="3333855" y="1370295"/>
                  </a:lnTo>
                  <a:lnTo>
                    <a:pt x="3293809" y="1458270"/>
                  </a:lnTo>
                  <a:lnTo>
                    <a:pt x="3253743" y="1546717"/>
                  </a:lnTo>
                  <a:lnTo>
                    <a:pt x="3213682" y="1635057"/>
                  </a:lnTo>
                  <a:lnTo>
                    <a:pt x="3173649" y="1722711"/>
                  </a:lnTo>
                  <a:lnTo>
                    <a:pt x="3133664" y="1809121"/>
                  </a:lnTo>
                  <a:lnTo>
                    <a:pt x="3093736" y="1893763"/>
                  </a:lnTo>
                  <a:lnTo>
                    <a:pt x="3053862" y="1976157"/>
                  </a:lnTo>
                  <a:lnTo>
                    <a:pt x="3014022" y="2055881"/>
                  </a:lnTo>
                  <a:lnTo>
                    <a:pt x="2974176" y="2132576"/>
                  </a:lnTo>
                  <a:lnTo>
                    <a:pt x="2934260" y="2205952"/>
                  </a:lnTo>
                  <a:lnTo>
                    <a:pt x="2894184" y="2275793"/>
                  </a:lnTo>
                  <a:lnTo>
                    <a:pt x="2853828" y="2341950"/>
                  </a:lnTo>
                  <a:lnTo>
                    <a:pt x="2813035" y="2404344"/>
                  </a:lnTo>
                  <a:lnTo>
                    <a:pt x="2771613" y="2462960"/>
                  </a:lnTo>
                  <a:lnTo>
                    <a:pt x="2729323" y="2517839"/>
                  </a:lnTo>
                  <a:lnTo>
                    <a:pt x="2702183" y="2550441"/>
                  </a:lnTo>
                  <a:lnTo>
                    <a:pt x="2651369" y="2606100"/>
                  </a:lnTo>
                  <a:lnTo>
                    <a:pt x="2598215" y="2657027"/>
                  </a:lnTo>
                  <a:lnTo>
                    <a:pt x="2542078" y="2703382"/>
                  </a:lnTo>
                  <a:lnTo>
                    <a:pt x="2482256" y="2745479"/>
                  </a:lnTo>
                  <a:lnTo>
                    <a:pt x="2418015" y="2783695"/>
                  </a:lnTo>
                  <a:lnTo>
                    <a:pt x="2348634" y="2818424"/>
                  </a:lnTo>
                  <a:lnTo>
                    <a:pt x="2273450" y="2850038"/>
                  </a:lnTo>
                  <a:lnTo>
                    <a:pt x="2191914" y="2878867"/>
                  </a:lnTo>
                  <a:lnTo>
                    <a:pt x="2103676" y="2905190"/>
                  </a:lnTo>
                  <a:lnTo>
                    <a:pt x="2008682" y="2929223"/>
                  </a:lnTo>
                  <a:lnTo>
                    <a:pt x="1907303" y="2951120"/>
                  </a:lnTo>
                  <a:lnTo>
                    <a:pt x="1800467" y="2970972"/>
                  </a:lnTo>
                  <a:lnTo>
                    <a:pt x="1689776" y="2988812"/>
                  </a:lnTo>
                  <a:lnTo>
                    <a:pt x="1577578" y="3004629"/>
                  </a:lnTo>
                  <a:lnTo>
                    <a:pt x="1466939" y="3018384"/>
                  </a:lnTo>
                  <a:lnTo>
                    <a:pt x="1361475" y="3030036"/>
                  </a:lnTo>
                  <a:lnTo>
                    <a:pt x="1265010" y="3039573"/>
                  </a:lnTo>
                  <a:lnTo>
                    <a:pt x="1181106" y="3047043"/>
                  </a:lnTo>
                  <a:lnTo>
                    <a:pt x="1112516" y="3052571"/>
                  </a:lnTo>
                  <a:lnTo>
                    <a:pt x="1060711" y="3056366"/>
                  </a:lnTo>
                  <a:lnTo>
                    <a:pt x="1025575" y="3058715"/>
                  </a:lnTo>
                  <a:lnTo>
                    <a:pt x="1005332" y="3059953"/>
                  </a:lnTo>
                  <a:lnTo>
                    <a:pt x="996669" y="3060440"/>
                  </a:lnTo>
                  <a:lnTo>
                    <a:pt x="994940" y="3060530"/>
                  </a:lnTo>
                  <a:lnTo>
                    <a:pt x="0" y="3060530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15" name="pl1614"/>
            <p:cNvSpPr/>
            <p:nvPr/>
          </p:nvSpPr>
          <p:spPr>
            <a:xfrm>
              <a:off x="1199187" y="2363361"/>
              <a:ext cx="12049831" cy="3060530"/>
            </a:xfrm>
            <a:custGeom>
              <a:avLst/>
              <a:pathLst>
                <a:path w="12049831" h="3060530">
                  <a:moveTo>
                    <a:pt x="0" y="3060530"/>
                  </a:moveTo>
                  <a:lnTo>
                    <a:pt x="994940" y="3060530"/>
                  </a:lnTo>
                  <a:lnTo>
                    <a:pt x="996007" y="3060475"/>
                  </a:lnTo>
                  <a:lnTo>
                    <a:pt x="1003057" y="3060085"/>
                  </a:lnTo>
                  <a:lnTo>
                    <a:pt x="1020954" y="3059007"/>
                  </a:lnTo>
                  <a:lnTo>
                    <a:pt x="1053259" y="3056882"/>
                  </a:lnTo>
                  <a:lnTo>
                    <a:pt x="1102036" y="3053367"/>
                  </a:lnTo>
                  <a:lnTo>
                    <a:pt x="1167700" y="3048166"/>
                  </a:lnTo>
                  <a:lnTo>
                    <a:pt x="1249045" y="3041053"/>
                  </a:lnTo>
                  <a:lnTo>
                    <a:pt x="1343516" y="3031890"/>
                  </a:lnTo>
                  <a:lnTo>
                    <a:pt x="1447656" y="3020615"/>
                  </a:lnTo>
                  <a:lnTo>
                    <a:pt x="1557649" y="3007233"/>
                  </a:lnTo>
                  <a:lnTo>
                    <a:pt x="1669812" y="2991780"/>
                  </a:lnTo>
                  <a:lnTo>
                    <a:pt x="1780966" y="2974298"/>
                  </a:lnTo>
                  <a:lnTo>
                    <a:pt x="1888627" y="2954806"/>
                  </a:lnTo>
                  <a:lnTo>
                    <a:pt x="1991064" y="2933278"/>
                  </a:lnTo>
                  <a:lnTo>
                    <a:pt x="2087237" y="2909635"/>
                  </a:lnTo>
                  <a:lnTo>
                    <a:pt x="2176687" y="2883735"/>
                  </a:lnTo>
                  <a:lnTo>
                    <a:pt x="2259398" y="2855371"/>
                  </a:lnTo>
                  <a:lnTo>
                    <a:pt x="2335679" y="2824276"/>
                  </a:lnTo>
                  <a:lnTo>
                    <a:pt x="2406047" y="2790128"/>
                  </a:lnTo>
                  <a:lnTo>
                    <a:pt x="2471152" y="2752562"/>
                  </a:lnTo>
                  <a:lnTo>
                    <a:pt x="2531709" y="2711186"/>
                  </a:lnTo>
                  <a:lnTo>
                    <a:pt x="2588449" y="2665615"/>
                  </a:lnTo>
                  <a:lnTo>
                    <a:pt x="2642086" y="2615520"/>
                  </a:lnTo>
                  <a:lnTo>
                    <a:pt x="2693274" y="2560706"/>
                  </a:lnTo>
                  <a:lnTo>
                    <a:pt x="2702183" y="2550441"/>
                  </a:lnTo>
                  <a:lnTo>
                    <a:pt x="2745166" y="2497865"/>
                  </a:lnTo>
                  <a:lnTo>
                    <a:pt x="2787103" y="2441605"/>
                  </a:lnTo>
                  <a:lnTo>
                    <a:pt x="2828265" y="2381586"/>
                  </a:lnTo>
                  <a:lnTo>
                    <a:pt x="2868875" y="2317788"/>
                  </a:lnTo>
                  <a:lnTo>
                    <a:pt x="2909111" y="2250248"/>
                  </a:lnTo>
                  <a:lnTo>
                    <a:pt x="2949115" y="2179072"/>
                  </a:lnTo>
                  <a:lnTo>
                    <a:pt x="2988996" y="2104432"/>
                  </a:lnTo>
                  <a:lnTo>
                    <a:pt x="3028833" y="2026574"/>
                  </a:lnTo>
                  <a:lnTo>
                    <a:pt x="3068682" y="1945812"/>
                  </a:lnTo>
                  <a:lnTo>
                    <a:pt x="3108575" y="1862529"/>
                  </a:lnTo>
                  <a:lnTo>
                    <a:pt x="3148525" y="1777171"/>
                  </a:lnTo>
                  <a:lnTo>
                    <a:pt x="3188530" y="1690234"/>
                  </a:lnTo>
                  <a:lnTo>
                    <a:pt x="3228576" y="1602259"/>
                  </a:lnTo>
                  <a:lnTo>
                    <a:pt x="3268642" y="1513812"/>
                  </a:lnTo>
                  <a:lnTo>
                    <a:pt x="3308703" y="1425473"/>
                  </a:lnTo>
                  <a:lnTo>
                    <a:pt x="3348736" y="1337819"/>
                  </a:lnTo>
                  <a:lnTo>
                    <a:pt x="3388721" y="1251408"/>
                  </a:lnTo>
                  <a:lnTo>
                    <a:pt x="3428649" y="1166766"/>
                  </a:lnTo>
                  <a:lnTo>
                    <a:pt x="3468523" y="1084372"/>
                  </a:lnTo>
                  <a:lnTo>
                    <a:pt x="3508363" y="1004648"/>
                  </a:lnTo>
                  <a:lnTo>
                    <a:pt x="3548209" y="927954"/>
                  </a:lnTo>
                  <a:lnTo>
                    <a:pt x="3588125" y="854577"/>
                  </a:lnTo>
                  <a:lnTo>
                    <a:pt x="3628201" y="784737"/>
                  </a:lnTo>
                  <a:lnTo>
                    <a:pt x="3668557" y="718579"/>
                  </a:lnTo>
                  <a:lnTo>
                    <a:pt x="3709350" y="656185"/>
                  </a:lnTo>
                  <a:lnTo>
                    <a:pt x="3750772" y="597569"/>
                  </a:lnTo>
                  <a:lnTo>
                    <a:pt x="3793062" y="542691"/>
                  </a:lnTo>
                  <a:lnTo>
                    <a:pt x="3820202" y="510088"/>
                  </a:lnTo>
                  <a:lnTo>
                    <a:pt x="3871016" y="454429"/>
                  </a:lnTo>
                  <a:lnTo>
                    <a:pt x="3924170" y="403502"/>
                  </a:lnTo>
                  <a:lnTo>
                    <a:pt x="3980307" y="357147"/>
                  </a:lnTo>
                  <a:lnTo>
                    <a:pt x="4040129" y="315051"/>
                  </a:lnTo>
                  <a:lnTo>
                    <a:pt x="4104370" y="276834"/>
                  </a:lnTo>
                  <a:lnTo>
                    <a:pt x="4173751" y="242105"/>
                  </a:lnTo>
                  <a:lnTo>
                    <a:pt x="4248935" y="210491"/>
                  </a:lnTo>
                  <a:lnTo>
                    <a:pt x="4330470" y="181662"/>
                  </a:lnTo>
                  <a:lnTo>
                    <a:pt x="4418709" y="155339"/>
                  </a:lnTo>
                  <a:lnTo>
                    <a:pt x="4513703" y="131306"/>
                  </a:lnTo>
                  <a:lnTo>
                    <a:pt x="4615082" y="109409"/>
                  </a:lnTo>
                  <a:lnTo>
                    <a:pt x="4721918" y="89558"/>
                  </a:lnTo>
                  <a:lnTo>
                    <a:pt x="4832609" y="71717"/>
                  </a:lnTo>
                  <a:lnTo>
                    <a:pt x="4944807" y="55900"/>
                  </a:lnTo>
                  <a:lnTo>
                    <a:pt x="5055446" y="42145"/>
                  </a:lnTo>
                  <a:lnTo>
                    <a:pt x="5160910" y="30494"/>
                  </a:lnTo>
                  <a:lnTo>
                    <a:pt x="5257375" y="20956"/>
                  </a:lnTo>
                  <a:lnTo>
                    <a:pt x="5341279" y="13486"/>
                  </a:lnTo>
                  <a:lnTo>
                    <a:pt x="5409869" y="7959"/>
                  </a:lnTo>
                  <a:lnTo>
                    <a:pt x="5461674" y="4163"/>
                  </a:lnTo>
                  <a:lnTo>
                    <a:pt x="5496810" y="1814"/>
                  </a:lnTo>
                  <a:lnTo>
                    <a:pt x="5517053" y="576"/>
                  </a:lnTo>
                  <a:lnTo>
                    <a:pt x="5525716" y="89"/>
                  </a:lnTo>
                  <a:lnTo>
                    <a:pt x="5527439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5" y="17"/>
                  </a:lnTo>
                  <a:lnTo>
                    <a:pt x="6530971" y="143"/>
                  </a:lnTo>
                  <a:lnTo>
                    <a:pt x="6549867" y="489"/>
                  </a:lnTo>
                  <a:lnTo>
                    <a:pt x="6583905" y="1172"/>
                  </a:lnTo>
                  <a:lnTo>
                    <a:pt x="6635156" y="2301"/>
                  </a:lnTo>
                  <a:lnTo>
                    <a:pt x="6703902" y="3968"/>
                  </a:lnTo>
                  <a:lnTo>
                    <a:pt x="6788698" y="6245"/>
                  </a:lnTo>
                  <a:lnTo>
                    <a:pt x="6886685" y="9171"/>
                  </a:lnTo>
                  <a:lnTo>
                    <a:pt x="6994114" y="12764"/>
                  </a:lnTo>
                  <a:lnTo>
                    <a:pt x="7106930" y="17018"/>
                  </a:lnTo>
                  <a:lnTo>
                    <a:pt x="7221310" y="21923"/>
                  </a:lnTo>
                  <a:lnTo>
                    <a:pt x="7334024" y="27464"/>
                  </a:lnTo>
                  <a:lnTo>
                    <a:pt x="7442619" y="33639"/>
                  </a:lnTo>
                  <a:lnTo>
                    <a:pt x="7545447" y="40461"/>
                  </a:lnTo>
                  <a:lnTo>
                    <a:pt x="7641582" y="47959"/>
                  </a:lnTo>
                  <a:lnTo>
                    <a:pt x="7730684" y="56185"/>
                  </a:lnTo>
                  <a:lnTo>
                    <a:pt x="7812852" y="65211"/>
                  </a:lnTo>
                  <a:lnTo>
                    <a:pt x="7888496" y="75130"/>
                  </a:lnTo>
                  <a:lnTo>
                    <a:pt x="7958220" y="86050"/>
                  </a:lnTo>
                  <a:lnTo>
                    <a:pt x="8022744" y="98092"/>
                  </a:lnTo>
                  <a:lnTo>
                    <a:pt x="8082837" y="111382"/>
                  </a:lnTo>
                  <a:lnTo>
                    <a:pt x="8139272" y="126040"/>
                  </a:lnTo>
                  <a:lnTo>
                    <a:pt x="8192783" y="142156"/>
                  </a:lnTo>
                  <a:lnTo>
                    <a:pt x="8229629" y="154598"/>
                  </a:lnTo>
                  <a:lnTo>
                    <a:pt x="8287370" y="176363"/>
                  </a:lnTo>
                  <a:lnTo>
                    <a:pt x="8343384" y="200177"/>
                  </a:lnTo>
                  <a:lnTo>
                    <a:pt x="8398273" y="226075"/>
                  </a:lnTo>
                  <a:lnTo>
                    <a:pt x="8452490" y="254033"/>
                  </a:lnTo>
                  <a:lnTo>
                    <a:pt x="8506367" y="283962"/>
                  </a:lnTo>
                  <a:lnTo>
                    <a:pt x="8560130" y="315702"/>
                  </a:lnTo>
                  <a:lnTo>
                    <a:pt x="8613918" y="349024"/>
                  </a:lnTo>
                  <a:lnTo>
                    <a:pt x="8667798" y="383629"/>
                  </a:lnTo>
                  <a:lnTo>
                    <a:pt x="8721779" y="419162"/>
                  </a:lnTo>
                  <a:lnTo>
                    <a:pt x="8775830" y="455223"/>
                  </a:lnTo>
                  <a:lnTo>
                    <a:pt x="8829896" y="491385"/>
                  </a:lnTo>
                  <a:lnTo>
                    <a:pt x="8883916" y="527220"/>
                  </a:lnTo>
                  <a:lnTo>
                    <a:pt x="8937846" y="562312"/>
                  </a:lnTo>
                  <a:lnTo>
                    <a:pt x="8991673" y="596283"/>
                  </a:lnTo>
                  <a:lnTo>
                    <a:pt x="9045435" y="628805"/>
                  </a:lnTo>
                  <a:lnTo>
                    <a:pt x="9099235" y="659617"/>
                  </a:lnTo>
                  <a:lnTo>
                    <a:pt x="9153257" y="688524"/>
                  </a:lnTo>
                  <a:lnTo>
                    <a:pt x="9207779" y="715405"/>
                  </a:lnTo>
                  <a:lnTo>
                    <a:pt x="9263195" y="740205"/>
                  </a:lnTo>
                  <a:lnTo>
                    <a:pt x="9320031" y="762933"/>
                  </a:lnTo>
                  <a:lnTo>
                    <a:pt x="9347647" y="772993"/>
                  </a:lnTo>
                  <a:lnTo>
                    <a:pt x="9399475" y="790177"/>
                  </a:lnTo>
                  <a:lnTo>
                    <a:pt x="9453748" y="805871"/>
                  </a:lnTo>
                  <a:lnTo>
                    <a:pt x="9511147" y="820129"/>
                  </a:lnTo>
                  <a:lnTo>
                    <a:pt x="9572423" y="833051"/>
                  </a:lnTo>
                  <a:lnTo>
                    <a:pt x="9638351" y="844760"/>
                  </a:lnTo>
                  <a:lnTo>
                    <a:pt x="9709691" y="855383"/>
                  </a:lnTo>
                  <a:lnTo>
                    <a:pt x="9787138" y="865037"/>
                  </a:lnTo>
                  <a:lnTo>
                    <a:pt x="9871251" y="873827"/>
                  </a:lnTo>
                  <a:lnTo>
                    <a:pt x="9962362" y="881840"/>
                  </a:lnTo>
                  <a:lnTo>
                    <a:pt x="10060460" y="889140"/>
                  </a:lnTo>
                  <a:lnTo>
                    <a:pt x="10165055" y="895775"/>
                  </a:lnTo>
                  <a:lnTo>
                    <a:pt x="10275025" y="901770"/>
                  </a:lnTo>
                  <a:lnTo>
                    <a:pt x="10388498" y="907131"/>
                  </a:lnTo>
                  <a:lnTo>
                    <a:pt x="10502793" y="911851"/>
                  </a:lnTo>
                  <a:lnTo>
                    <a:pt x="10614483" y="915919"/>
                  </a:lnTo>
                  <a:lnTo>
                    <a:pt x="10719633" y="919321"/>
                  </a:lnTo>
                  <a:lnTo>
                    <a:pt x="10814218" y="922060"/>
                  </a:lnTo>
                  <a:lnTo>
                    <a:pt x="10894681" y="924157"/>
                  </a:lnTo>
                  <a:lnTo>
                    <a:pt x="10958520" y="925663"/>
                  </a:lnTo>
                  <a:lnTo>
                    <a:pt x="11004761" y="926655"/>
                  </a:lnTo>
                  <a:lnTo>
                    <a:pt x="11034201" y="927230"/>
                  </a:lnTo>
                  <a:lnTo>
                    <a:pt x="11049396" y="927502"/>
                  </a:lnTo>
                  <a:lnTo>
                    <a:pt x="11054472" y="927585"/>
                  </a:lnTo>
                  <a:lnTo>
                    <a:pt x="11054891" y="927592"/>
                  </a:lnTo>
                  <a:lnTo>
                    <a:pt x="12049831" y="927592"/>
                  </a:lnTo>
                  <a:lnTo>
                    <a:pt x="12049831" y="9275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6" name="pl1615"/>
            <p:cNvSpPr/>
            <p:nvPr/>
          </p:nvSpPr>
          <p:spPr>
            <a:xfrm>
              <a:off x="1199187" y="2358120"/>
              <a:ext cx="12049831" cy="3060530"/>
            </a:xfrm>
            <a:custGeom>
              <a:avLst/>
              <a:pathLst>
                <a:path w="12049831" h="3060530">
                  <a:moveTo>
                    <a:pt x="12049831" y="927592"/>
                  </a:moveTo>
                  <a:lnTo>
                    <a:pt x="11054891" y="927592"/>
                  </a:lnTo>
                  <a:lnTo>
                    <a:pt x="11053761" y="927574"/>
                  </a:lnTo>
                  <a:lnTo>
                    <a:pt x="11046306" y="927449"/>
                  </a:lnTo>
                  <a:lnTo>
                    <a:pt x="11027410" y="927102"/>
                  </a:lnTo>
                  <a:lnTo>
                    <a:pt x="10993371" y="926419"/>
                  </a:lnTo>
                  <a:lnTo>
                    <a:pt x="10942121" y="925291"/>
                  </a:lnTo>
                  <a:lnTo>
                    <a:pt x="10873375" y="923623"/>
                  </a:lnTo>
                  <a:lnTo>
                    <a:pt x="10788579" y="921347"/>
                  </a:lnTo>
                  <a:lnTo>
                    <a:pt x="10690591" y="918420"/>
                  </a:lnTo>
                  <a:lnTo>
                    <a:pt x="10583163" y="914828"/>
                  </a:lnTo>
                  <a:lnTo>
                    <a:pt x="10470346" y="910573"/>
                  </a:lnTo>
                  <a:lnTo>
                    <a:pt x="10355966" y="905669"/>
                  </a:lnTo>
                  <a:lnTo>
                    <a:pt x="10243253" y="900127"/>
                  </a:lnTo>
                  <a:lnTo>
                    <a:pt x="10134658" y="893952"/>
                  </a:lnTo>
                  <a:lnTo>
                    <a:pt x="10031829" y="887131"/>
                  </a:lnTo>
                  <a:lnTo>
                    <a:pt x="9935694" y="879633"/>
                  </a:lnTo>
                  <a:lnTo>
                    <a:pt x="9846593" y="871407"/>
                  </a:lnTo>
                  <a:lnTo>
                    <a:pt x="9764424" y="862380"/>
                  </a:lnTo>
                  <a:lnTo>
                    <a:pt x="9688781" y="852461"/>
                  </a:lnTo>
                  <a:lnTo>
                    <a:pt x="9619057" y="841542"/>
                  </a:lnTo>
                  <a:lnTo>
                    <a:pt x="9554533" y="829500"/>
                  </a:lnTo>
                  <a:lnTo>
                    <a:pt x="9494439" y="816209"/>
                  </a:lnTo>
                  <a:lnTo>
                    <a:pt x="9438004" y="801552"/>
                  </a:lnTo>
                  <a:lnTo>
                    <a:pt x="9384493" y="785436"/>
                  </a:lnTo>
                  <a:lnTo>
                    <a:pt x="9347647" y="772993"/>
                  </a:lnTo>
                  <a:lnTo>
                    <a:pt x="9289906" y="751228"/>
                  </a:lnTo>
                  <a:lnTo>
                    <a:pt x="9233893" y="727414"/>
                  </a:lnTo>
                  <a:lnTo>
                    <a:pt x="9179004" y="701516"/>
                  </a:lnTo>
                  <a:lnTo>
                    <a:pt x="9124786" y="673558"/>
                  </a:lnTo>
                  <a:lnTo>
                    <a:pt x="9070910" y="643629"/>
                  </a:lnTo>
                  <a:lnTo>
                    <a:pt x="9017147" y="611889"/>
                  </a:lnTo>
                  <a:lnTo>
                    <a:pt x="8963359" y="578567"/>
                  </a:lnTo>
                  <a:lnTo>
                    <a:pt x="8909478" y="543962"/>
                  </a:lnTo>
                  <a:lnTo>
                    <a:pt x="8855497" y="508429"/>
                  </a:lnTo>
                  <a:lnTo>
                    <a:pt x="8801446" y="472369"/>
                  </a:lnTo>
                  <a:lnTo>
                    <a:pt x="8747381" y="436206"/>
                  </a:lnTo>
                  <a:lnTo>
                    <a:pt x="8693361" y="400371"/>
                  </a:lnTo>
                  <a:lnTo>
                    <a:pt x="8639431" y="365279"/>
                  </a:lnTo>
                  <a:lnTo>
                    <a:pt x="8585604" y="331309"/>
                  </a:lnTo>
                  <a:lnTo>
                    <a:pt x="8531841" y="298786"/>
                  </a:lnTo>
                  <a:lnTo>
                    <a:pt x="8478041" y="267974"/>
                  </a:lnTo>
                  <a:lnTo>
                    <a:pt x="8424020" y="239067"/>
                  </a:lnTo>
                  <a:lnTo>
                    <a:pt x="8369497" y="212187"/>
                  </a:lnTo>
                  <a:lnTo>
                    <a:pt x="8314082" y="187387"/>
                  </a:lnTo>
                  <a:lnTo>
                    <a:pt x="8257245" y="164659"/>
                  </a:lnTo>
                  <a:lnTo>
                    <a:pt x="8229629" y="154598"/>
                  </a:lnTo>
                  <a:lnTo>
                    <a:pt x="8177802" y="137414"/>
                  </a:lnTo>
                  <a:lnTo>
                    <a:pt x="8123529" y="121720"/>
                  </a:lnTo>
                  <a:lnTo>
                    <a:pt x="8066129" y="107463"/>
                  </a:lnTo>
                  <a:lnTo>
                    <a:pt x="8004853" y="94541"/>
                  </a:lnTo>
                  <a:lnTo>
                    <a:pt x="7938925" y="82831"/>
                  </a:lnTo>
                  <a:lnTo>
                    <a:pt x="7867585" y="72208"/>
                  </a:lnTo>
                  <a:lnTo>
                    <a:pt x="7790138" y="62554"/>
                  </a:lnTo>
                  <a:lnTo>
                    <a:pt x="7706026" y="53764"/>
                  </a:lnTo>
                  <a:lnTo>
                    <a:pt x="7614915" y="45752"/>
                  </a:lnTo>
                  <a:lnTo>
                    <a:pt x="7516816" y="38451"/>
                  </a:lnTo>
                  <a:lnTo>
                    <a:pt x="7412222" y="31816"/>
                  </a:lnTo>
                  <a:lnTo>
                    <a:pt x="7302252" y="25822"/>
                  </a:lnTo>
                  <a:lnTo>
                    <a:pt x="7188779" y="20461"/>
                  </a:lnTo>
                  <a:lnTo>
                    <a:pt x="7074484" y="15740"/>
                  </a:lnTo>
                  <a:lnTo>
                    <a:pt x="6962794" y="11673"/>
                  </a:lnTo>
                  <a:lnTo>
                    <a:pt x="6857644" y="8270"/>
                  </a:lnTo>
                  <a:lnTo>
                    <a:pt x="6763059" y="5531"/>
                  </a:lnTo>
                  <a:lnTo>
                    <a:pt x="6682596" y="3434"/>
                  </a:lnTo>
                  <a:lnTo>
                    <a:pt x="6618757" y="1928"/>
                  </a:lnTo>
                  <a:lnTo>
                    <a:pt x="6572516" y="937"/>
                  </a:lnTo>
                  <a:lnTo>
                    <a:pt x="6543076" y="361"/>
                  </a:lnTo>
                  <a:lnTo>
                    <a:pt x="6527880" y="89"/>
                  </a:lnTo>
                  <a:lnTo>
                    <a:pt x="6522805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8" y="54"/>
                  </a:lnTo>
                  <a:lnTo>
                    <a:pt x="5519328" y="445"/>
                  </a:lnTo>
                  <a:lnTo>
                    <a:pt x="5501431" y="1523"/>
                  </a:lnTo>
                  <a:lnTo>
                    <a:pt x="5469126" y="3648"/>
                  </a:lnTo>
                  <a:lnTo>
                    <a:pt x="5420349" y="7163"/>
                  </a:lnTo>
                  <a:lnTo>
                    <a:pt x="5354685" y="12364"/>
                  </a:lnTo>
                  <a:lnTo>
                    <a:pt x="5273340" y="19476"/>
                  </a:lnTo>
                  <a:lnTo>
                    <a:pt x="5178869" y="28640"/>
                  </a:lnTo>
                  <a:lnTo>
                    <a:pt x="5074729" y="39914"/>
                  </a:lnTo>
                  <a:lnTo>
                    <a:pt x="4964736" y="53296"/>
                  </a:lnTo>
                  <a:lnTo>
                    <a:pt x="4852572" y="68749"/>
                  </a:lnTo>
                  <a:lnTo>
                    <a:pt x="4741419" y="86231"/>
                  </a:lnTo>
                  <a:lnTo>
                    <a:pt x="4633758" y="105724"/>
                  </a:lnTo>
                  <a:lnTo>
                    <a:pt x="4531321" y="127251"/>
                  </a:lnTo>
                  <a:lnTo>
                    <a:pt x="4435148" y="150894"/>
                  </a:lnTo>
                  <a:lnTo>
                    <a:pt x="4345698" y="176795"/>
                  </a:lnTo>
                  <a:lnTo>
                    <a:pt x="4262986" y="205159"/>
                  </a:lnTo>
                  <a:lnTo>
                    <a:pt x="4186706" y="236254"/>
                  </a:lnTo>
                  <a:lnTo>
                    <a:pt x="4116338" y="270401"/>
                  </a:lnTo>
                  <a:lnTo>
                    <a:pt x="4051233" y="307968"/>
                  </a:lnTo>
                  <a:lnTo>
                    <a:pt x="3990676" y="349344"/>
                  </a:lnTo>
                  <a:lnTo>
                    <a:pt x="3933936" y="394914"/>
                  </a:lnTo>
                  <a:lnTo>
                    <a:pt x="3880299" y="445009"/>
                  </a:lnTo>
                  <a:lnTo>
                    <a:pt x="3829111" y="499823"/>
                  </a:lnTo>
                  <a:lnTo>
                    <a:pt x="3820202" y="510088"/>
                  </a:lnTo>
                  <a:lnTo>
                    <a:pt x="3777219" y="562665"/>
                  </a:lnTo>
                  <a:lnTo>
                    <a:pt x="3735282" y="618925"/>
                  </a:lnTo>
                  <a:lnTo>
                    <a:pt x="3694120" y="678943"/>
                  </a:lnTo>
                  <a:lnTo>
                    <a:pt x="3653510" y="742742"/>
                  </a:lnTo>
                  <a:lnTo>
                    <a:pt x="3613274" y="810281"/>
                  </a:lnTo>
                  <a:lnTo>
                    <a:pt x="3573270" y="881458"/>
                  </a:lnTo>
                  <a:lnTo>
                    <a:pt x="3533389" y="956097"/>
                  </a:lnTo>
                  <a:lnTo>
                    <a:pt x="3493552" y="1033956"/>
                  </a:lnTo>
                  <a:lnTo>
                    <a:pt x="3453703" y="1114718"/>
                  </a:lnTo>
                  <a:lnTo>
                    <a:pt x="3413810" y="1198000"/>
                  </a:lnTo>
                  <a:lnTo>
                    <a:pt x="3373860" y="1283358"/>
                  </a:lnTo>
                  <a:lnTo>
                    <a:pt x="3333855" y="1370295"/>
                  </a:lnTo>
                  <a:lnTo>
                    <a:pt x="3293809" y="1458270"/>
                  </a:lnTo>
                  <a:lnTo>
                    <a:pt x="3253743" y="1546717"/>
                  </a:lnTo>
                  <a:lnTo>
                    <a:pt x="3213682" y="1635057"/>
                  </a:lnTo>
                  <a:lnTo>
                    <a:pt x="3173649" y="1722711"/>
                  </a:lnTo>
                  <a:lnTo>
                    <a:pt x="3133664" y="1809121"/>
                  </a:lnTo>
                  <a:lnTo>
                    <a:pt x="3093736" y="1893763"/>
                  </a:lnTo>
                  <a:lnTo>
                    <a:pt x="3053862" y="1976157"/>
                  </a:lnTo>
                  <a:lnTo>
                    <a:pt x="3014022" y="2055881"/>
                  </a:lnTo>
                  <a:lnTo>
                    <a:pt x="2974176" y="2132576"/>
                  </a:lnTo>
                  <a:lnTo>
                    <a:pt x="2934260" y="2205952"/>
                  </a:lnTo>
                  <a:lnTo>
                    <a:pt x="2894184" y="2275793"/>
                  </a:lnTo>
                  <a:lnTo>
                    <a:pt x="2853828" y="2341950"/>
                  </a:lnTo>
                  <a:lnTo>
                    <a:pt x="2813035" y="2404344"/>
                  </a:lnTo>
                  <a:lnTo>
                    <a:pt x="2771613" y="2462960"/>
                  </a:lnTo>
                  <a:lnTo>
                    <a:pt x="2729323" y="2517839"/>
                  </a:lnTo>
                  <a:lnTo>
                    <a:pt x="2702183" y="2550441"/>
                  </a:lnTo>
                  <a:lnTo>
                    <a:pt x="2651369" y="2606100"/>
                  </a:lnTo>
                  <a:lnTo>
                    <a:pt x="2598215" y="2657027"/>
                  </a:lnTo>
                  <a:lnTo>
                    <a:pt x="2542078" y="2703382"/>
                  </a:lnTo>
                  <a:lnTo>
                    <a:pt x="2482256" y="2745479"/>
                  </a:lnTo>
                  <a:lnTo>
                    <a:pt x="2418015" y="2783695"/>
                  </a:lnTo>
                  <a:lnTo>
                    <a:pt x="2348634" y="2818424"/>
                  </a:lnTo>
                  <a:lnTo>
                    <a:pt x="2273450" y="2850038"/>
                  </a:lnTo>
                  <a:lnTo>
                    <a:pt x="2191914" y="2878867"/>
                  </a:lnTo>
                  <a:lnTo>
                    <a:pt x="2103676" y="2905190"/>
                  </a:lnTo>
                  <a:lnTo>
                    <a:pt x="2008682" y="2929223"/>
                  </a:lnTo>
                  <a:lnTo>
                    <a:pt x="1907303" y="2951120"/>
                  </a:lnTo>
                  <a:lnTo>
                    <a:pt x="1800467" y="2970972"/>
                  </a:lnTo>
                  <a:lnTo>
                    <a:pt x="1689776" y="2988812"/>
                  </a:lnTo>
                  <a:lnTo>
                    <a:pt x="1577578" y="3004629"/>
                  </a:lnTo>
                  <a:lnTo>
                    <a:pt x="1466939" y="3018384"/>
                  </a:lnTo>
                  <a:lnTo>
                    <a:pt x="1361475" y="3030036"/>
                  </a:lnTo>
                  <a:lnTo>
                    <a:pt x="1265010" y="3039573"/>
                  </a:lnTo>
                  <a:lnTo>
                    <a:pt x="1181106" y="3047043"/>
                  </a:lnTo>
                  <a:lnTo>
                    <a:pt x="1112516" y="3052571"/>
                  </a:lnTo>
                  <a:lnTo>
                    <a:pt x="1060711" y="3056366"/>
                  </a:lnTo>
                  <a:lnTo>
                    <a:pt x="1025575" y="3058715"/>
                  </a:lnTo>
                  <a:lnTo>
                    <a:pt x="1005332" y="3059953"/>
                  </a:lnTo>
                  <a:lnTo>
                    <a:pt x="996669" y="3060440"/>
                  </a:lnTo>
                  <a:lnTo>
                    <a:pt x="994946" y="3060530"/>
                  </a:lnTo>
                  <a:lnTo>
                    <a:pt x="994940" y="3060530"/>
                  </a:lnTo>
                  <a:lnTo>
                    <a:pt x="0" y="3060530"/>
                  </a:lnTo>
                  <a:lnTo>
                    <a:pt x="0" y="30605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7" name="pg1616"/>
            <p:cNvSpPr/>
            <p:nvPr/>
          </p:nvSpPr>
          <p:spPr>
            <a:xfrm>
              <a:off x="1199187" y="2510099"/>
              <a:ext cx="12049831" cy="3333043"/>
            </a:xfrm>
            <a:custGeom>
              <a:avLst/>
              <a:pathLst>
                <a:path w="12049831" h="3333043">
                  <a:moveTo>
                    <a:pt x="0" y="2919033"/>
                  </a:moveTo>
                  <a:lnTo>
                    <a:pt x="994940" y="2919033"/>
                  </a:lnTo>
                  <a:lnTo>
                    <a:pt x="996013" y="2918980"/>
                  </a:lnTo>
                  <a:lnTo>
                    <a:pt x="1003102" y="2918606"/>
                  </a:lnTo>
                  <a:lnTo>
                    <a:pt x="1021096" y="2917574"/>
                  </a:lnTo>
                  <a:lnTo>
                    <a:pt x="1053570" y="2915539"/>
                  </a:lnTo>
                  <a:lnTo>
                    <a:pt x="1102589" y="2912173"/>
                  </a:lnTo>
                  <a:lnTo>
                    <a:pt x="1168554" y="2907194"/>
                  </a:lnTo>
                  <a:lnTo>
                    <a:pt x="1250239" y="2900386"/>
                  </a:lnTo>
                  <a:lnTo>
                    <a:pt x="1345058" y="2891616"/>
                  </a:lnTo>
                  <a:lnTo>
                    <a:pt x="1449525" y="2880828"/>
                  </a:lnTo>
                  <a:lnTo>
                    <a:pt x="1559801" y="2868026"/>
                  </a:lnTo>
                  <a:lnTo>
                    <a:pt x="1672189" y="2853246"/>
                  </a:lnTo>
                  <a:lnTo>
                    <a:pt x="1783503" y="2836528"/>
                  </a:lnTo>
                  <a:lnTo>
                    <a:pt x="1891263" y="2817888"/>
                  </a:lnTo>
                  <a:lnTo>
                    <a:pt x="1993744" y="2797302"/>
                  </a:lnTo>
                  <a:lnTo>
                    <a:pt x="2089918" y="2774691"/>
                  </a:lnTo>
                  <a:lnTo>
                    <a:pt x="2179336" y="2749918"/>
                  </a:lnTo>
                  <a:lnTo>
                    <a:pt x="2261997" y="2722783"/>
                  </a:lnTo>
                  <a:lnTo>
                    <a:pt x="2338215" y="2693029"/>
                  </a:lnTo>
                  <a:lnTo>
                    <a:pt x="2408519" y="2660346"/>
                  </a:lnTo>
                  <a:lnTo>
                    <a:pt x="2473565" y="2624382"/>
                  </a:lnTo>
                  <a:lnTo>
                    <a:pt x="2534074" y="2584762"/>
                  </a:lnTo>
                  <a:lnTo>
                    <a:pt x="2590781" y="2541120"/>
                  </a:lnTo>
                  <a:lnTo>
                    <a:pt x="2644401" y="2493142"/>
                  </a:lnTo>
                  <a:lnTo>
                    <a:pt x="2695592" y="2440651"/>
                  </a:lnTo>
                  <a:lnTo>
                    <a:pt x="2702183" y="2433401"/>
                  </a:lnTo>
                  <a:lnTo>
                    <a:pt x="2745966" y="2382368"/>
                  </a:lnTo>
                  <a:lnTo>
                    <a:pt x="2788667" y="2327693"/>
                  </a:lnTo>
                  <a:lnTo>
                    <a:pt x="2830575" y="2269302"/>
                  </a:lnTo>
                  <a:lnTo>
                    <a:pt x="2871920" y="2207176"/>
                  </a:lnTo>
                  <a:lnTo>
                    <a:pt x="2912890" y="2141359"/>
                  </a:lnTo>
                  <a:lnTo>
                    <a:pt x="2953630" y="2071961"/>
                  </a:lnTo>
                  <a:lnTo>
                    <a:pt x="2994254" y="1999164"/>
                  </a:lnTo>
                  <a:lnTo>
                    <a:pt x="3034841" y="1923223"/>
                  </a:lnTo>
                  <a:lnTo>
                    <a:pt x="3075447" y="1844466"/>
                  </a:lnTo>
                  <a:lnTo>
                    <a:pt x="3116102" y="1763289"/>
                  </a:lnTo>
                  <a:lnTo>
                    <a:pt x="3156816" y="1680149"/>
                  </a:lnTo>
                  <a:lnTo>
                    <a:pt x="3197586" y="1595557"/>
                  </a:lnTo>
                  <a:lnTo>
                    <a:pt x="3238393" y="1510064"/>
                  </a:lnTo>
                  <a:lnTo>
                    <a:pt x="3279216" y="1424244"/>
                  </a:lnTo>
                  <a:lnTo>
                    <a:pt x="3320027" y="1338682"/>
                  </a:lnTo>
                  <a:lnTo>
                    <a:pt x="3360802" y="1253956"/>
                  </a:lnTo>
                  <a:lnTo>
                    <a:pt x="3401523" y="1170619"/>
                  </a:lnTo>
                  <a:lnTo>
                    <a:pt x="3442185" y="1089187"/>
                  </a:lnTo>
                  <a:lnTo>
                    <a:pt x="3482795" y="1010125"/>
                  </a:lnTo>
                  <a:lnTo>
                    <a:pt x="3523382" y="933837"/>
                  </a:lnTo>
                  <a:lnTo>
                    <a:pt x="3563998" y="860658"/>
                  </a:lnTo>
                  <a:lnTo>
                    <a:pt x="3604720" y="790851"/>
                  </a:lnTo>
                  <a:lnTo>
                    <a:pt x="3645656" y="724608"/>
                  </a:lnTo>
                  <a:lnTo>
                    <a:pt x="3686948" y="662047"/>
                  </a:lnTo>
                  <a:lnTo>
                    <a:pt x="3728779" y="603218"/>
                  </a:lnTo>
                  <a:lnTo>
                    <a:pt x="3771374" y="548112"/>
                  </a:lnTo>
                  <a:lnTo>
                    <a:pt x="3815013" y="496658"/>
                  </a:lnTo>
                  <a:lnTo>
                    <a:pt x="3820202" y="490872"/>
                  </a:lnTo>
                  <a:lnTo>
                    <a:pt x="3871116" y="437784"/>
                  </a:lnTo>
                  <a:lnTo>
                    <a:pt x="3924380" y="389219"/>
                  </a:lnTo>
                  <a:lnTo>
                    <a:pt x="3980641" y="345021"/>
                  </a:lnTo>
                  <a:lnTo>
                    <a:pt x="4040607" y="304892"/>
                  </a:lnTo>
                  <a:lnTo>
                    <a:pt x="4105013" y="268468"/>
                  </a:lnTo>
                  <a:lnTo>
                    <a:pt x="4174586" y="235374"/>
                  </a:lnTo>
                  <a:lnTo>
                    <a:pt x="4249991" y="205253"/>
                  </a:lnTo>
                  <a:lnTo>
                    <a:pt x="4331779" y="177789"/>
                  </a:lnTo>
                  <a:lnTo>
                    <a:pt x="4420300" y="152717"/>
                  </a:lnTo>
                  <a:lnTo>
                    <a:pt x="4515599" y="129831"/>
                  </a:lnTo>
                  <a:lnTo>
                    <a:pt x="4617294" y="108984"/>
                  </a:lnTo>
                  <a:lnTo>
                    <a:pt x="4724441" y="90090"/>
                  </a:lnTo>
                  <a:lnTo>
                    <a:pt x="4835413" y="73118"/>
                  </a:lnTo>
                  <a:lnTo>
                    <a:pt x="4947828" y="58081"/>
                  </a:lnTo>
                  <a:lnTo>
                    <a:pt x="5058585" y="45016"/>
                  </a:lnTo>
                  <a:lnTo>
                    <a:pt x="5164038" y="33962"/>
                  </a:lnTo>
                  <a:lnTo>
                    <a:pt x="5260340" y="24928"/>
                  </a:lnTo>
                  <a:lnTo>
                    <a:pt x="5343927" y="17867"/>
                  </a:lnTo>
                  <a:lnTo>
                    <a:pt x="5412066" y="12658"/>
                  </a:lnTo>
                  <a:lnTo>
                    <a:pt x="5463330" y="9094"/>
                  </a:lnTo>
                  <a:lnTo>
                    <a:pt x="5497900" y="6902"/>
                  </a:lnTo>
                  <a:lnTo>
                    <a:pt x="5517627" y="5757"/>
                  </a:lnTo>
                  <a:lnTo>
                    <a:pt x="5525900" y="5316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1" y="5299"/>
                  </a:lnTo>
                  <a:lnTo>
                    <a:pt x="6530416" y="5719"/>
                  </a:lnTo>
                  <a:lnTo>
                    <a:pt x="6548127" y="6878"/>
                  </a:lnTo>
                  <a:lnTo>
                    <a:pt x="6580109" y="9163"/>
                  </a:lnTo>
                  <a:lnTo>
                    <a:pt x="6628425" y="12942"/>
                  </a:lnTo>
                  <a:lnTo>
                    <a:pt x="6693510" y="18537"/>
                  </a:lnTo>
                  <a:lnTo>
                    <a:pt x="6774205" y="26189"/>
                  </a:lnTo>
                  <a:lnTo>
                    <a:pt x="6868008" y="36053"/>
                  </a:lnTo>
                  <a:lnTo>
                    <a:pt x="6971519" y="48195"/>
                  </a:lnTo>
                  <a:lnTo>
                    <a:pt x="7080964" y="62613"/>
                  </a:lnTo>
                  <a:lnTo>
                    <a:pt x="7192693" y="79267"/>
                  </a:lnTo>
                  <a:lnTo>
                    <a:pt x="7303535" y="98112"/>
                  </a:lnTo>
                  <a:lnTo>
                    <a:pt x="7411003" y="119127"/>
                  </a:lnTo>
                  <a:lnTo>
                    <a:pt x="7513351" y="142336"/>
                  </a:lnTo>
                  <a:lnTo>
                    <a:pt x="7609520" y="167823"/>
                  </a:lnTo>
                  <a:lnTo>
                    <a:pt x="7699026" y="195735"/>
                  </a:lnTo>
                  <a:lnTo>
                    <a:pt x="7781835" y="226291"/>
                  </a:lnTo>
                  <a:lnTo>
                    <a:pt x="7858234" y="259775"/>
                  </a:lnTo>
                  <a:lnTo>
                    <a:pt x="7928726" y="296529"/>
                  </a:lnTo>
                  <a:lnTo>
                    <a:pt x="7993945" y="336943"/>
                  </a:lnTo>
                  <a:lnTo>
                    <a:pt x="8054595" y="381438"/>
                  </a:lnTo>
                  <a:lnTo>
                    <a:pt x="8111401" y="430429"/>
                  </a:lnTo>
                  <a:lnTo>
                    <a:pt x="8165071" y="484278"/>
                  </a:lnTo>
                  <a:lnTo>
                    <a:pt x="8216258" y="543211"/>
                  </a:lnTo>
                  <a:lnTo>
                    <a:pt x="8229629" y="559874"/>
                  </a:lnTo>
                  <a:lnTo>
                    <a:pt x="8271243" y="615135"/>
                  </a:lnTo>
                  <a:lnTo>
                    <a:pt x="8311868" y="674145"/>
                  </a:lnTo>
                  <a:lnTo>
                    <a:pt x="8351754" y="736978"/>
                  </a:lnTo>
                  <a:lnTo>
                    <a:pt x="8391104" y="803662"/>
                  </a:lnTo>
                  <a:lnTo>
                    <a:pt x="8430084" y="874163"/>
                  </a:lnTo>
                  <a:lnTo>
                    <a:pt x="8468828" y="948391"/>
                  </a:lnTo>
                  <a:lnTo>
                    <a:pt x="8507440" y="1026185"/>
                  </a:lnTo>
                  <a:lnTo>
                    <a:pt x="8545996" y="1107320"/>
                  </a:lnTo>
                  <a:lnTo>
                    <a:pt x="8584552" y="1191501"/>
                  </a:lnTo>
                  <a:lnTo>
                    <a:pt x="8623143" y="1278370"/>
                  </a:lnTo>
                  <a:lnTo>
                    <a:pt x="8661784" y="1367505"/>
                  </a:lnTo>
                  <a:lnTo>
                    <a:pt x="8700480" y="1458433"/>
                  </a:lnTo>
                  <a:lnTo>
                    <a:pt x="8739220" y="1550636"/>
                  </a:lnTo>
                  <a:lnTo>
                    <a:pt x="8777987" y="1643564"/>
                  </a:lnTo>
                  <a:lnTo>
                    <a:pt x="8816761" y="1736649"/>
                  </a:lnTo>
                  <a:lnTo>
                    <a:pt x="8855519" y="1829320"/>
                  </a:lnTo>
                  <a:lnTo>
                    <a:pt x="8894240" y="1921014"/>
                  </a:lnTo>
                  <a:lnTo>
                    <a:pt x="8932912" y="2011196"/>
                  </a:lnTo>
                  <a:lnTo>
                    <a:pt x="8971529" y="2099365"/>
                  </a:lnTo>
                  <a:lnTo>
                    <a:pt x="9010101" y="2185072"/>
                  </a:lnTo>
                  <a:lnTo>
                    <a:pt x="9048652" y="2267921"/>
                  </a:lnTo>
                  <a:lnTo>
                    <a:pt x="9087225" y="2347583"/>
                  </a:lnTo>
                  <a:lnTo>
                    <a:pt x="9125885" y="2423794"/>
                  </a:lnTo>
                  <a:lnTo>
                    <a:pt x="9164721" y="2496358"/>
                  </a:lnTo>
                  <a:lnTo>
                    <a:pt x="9203850" y="2565147"/>
                  </a:lnTo>
                  <a:lnTo>
                    <a:pt x="9243419" y="2630095"/>
                  </a:lnTo>
                  <a:lnTo>
                    <a:pt x="9283610" y="2691199"/>
                  </a:lnTo>
                  <a:lnTo>
                    <a:pt x="9324647" y="2748507"/>
                  </a:lnTo>
                  <a:lnTo>
                    <a:pt x="9347647" y="2778409"/>
                  </a:lnTo>
                  <a:lnTo>
                    <a:pt x="9398269" y="2838714"/>
                  </a:lnTo>
                  <a:lnTo>
                    <a:pt x="9451213" y="2893911"/>
                  </a:lnTo>
                  <a:lnTo>
                    <a:pt x="9507110" y="2944173"/>
                  </a:lnTo>
                  <a:lnTo>
                    <a:pt x="9566659" y="2989833"/>
                  </a:lnTo>
                  <a:lnTo>
                    <a:pt x="9630583" y="3031299"/>
                  </a:lnTo>
                  <a:lnTo>
                    <a:pt x="9699595" y="3068994"/>
                  </a:lnTo>
                  <a:lnTo>
                    <a:pt x="9774355" y="3103318"/>
                  </a:lnTo>
                  <a:lnTo>
                    <a:pt x="9855408" y="3134629"/>
                  </a:lnTo>
                  <a:lnTo>
                    <a:pt x="9943107" y="3163226"/>
                  </a:lnTo>
                  <a:lnTo>
                    <a:pt x="10037517" y="3189344"/>
                  </a:lnTo>
                  <a:lnTo>
                    <a:pt x="10138286" y="3213153"/>
                  </a:lnTo>
                  <a:lnTo>
                    <a:pt x="10244524" y="3234752"/>
                  </a:lnTo>
                  <a:lnTo>
                    <a:pt x="10354674" y="3254179"/>
                  </a:lnTo>
                  <a:lnTo>
                    <a:pt x="10466450" y="3271424"/>
                  </a:lnTo>
                  <a:lnTo>
                    <a:pt x="10576851" y="3286446"/>
                  </a:lnTo>
                  <a:lnTo>
                    <a:pt x="10682326" y="3299200"/>
                  </a:lnTo>
                  <a:lnTo>
                    <a:pt x="10779089" y="3309671"/>
                  </a:lnTo>
                  <a:lnTo>
                    <a:pt x="10863588" y="3317905"/>
                  </a:lnTo>
                  <a:lnTo>
                    <a:pt x="10933033" y="3324031"/>
                  </a:lnTo>
                  <a:lnTo>
                    <a:pt x="10985868" y="3328268"/>
                  </a:lnTo>
                  <a:lnTo>
                    <a:pt x="11022092" y="3330919"/>
                  </a:lnTo>
                  <a:lnTo>
                    <a:pt x="11043338" y="3332342"/>
                  </a:lnTo>
                  <a:lnTo>
                    <a:pt x="11052768" y="3332922"/>
                  </a:lnTo>
                  <a:lnTo>
                    <a:pt x="11054891" y="3333043"/>
                  </a:lnTo>
                  <a:lnTo>
                    <a:pt x="12049831" y="3333043"/>
                  </a:lnTo>
                  <a:lnTo>
                    <a:pt x="12049831" y="3327802"/>
                  </a:lnTo>
                  <a:lnTo>
                    <a:pt x="11054891" y="3327802"/>
                  </a:lnTo>
                  <a:lnTo>
                    <a:pt x="11053836" y="3327743"/>
                  </a:lnTo>
                  <a:lnTo>
                    <a:pt x="11046861" y="3327324"/>
                  </a:lnTo>
                  <a:lnTo>
                    <a:pt x="11029150" y="3326165"/>
                  </a:lnTo>
                  <a:lnTo>
                    <a:pt x="10997167" y="3323880"/>
                  </a:lnTo>
                  <a:lnTo>
                    <a:pt x="10948852" y="3320100"/>
                  </a:lnTo>
                  <a:lnTo>
                    <a:pt x="10883766" y="3314506"/>
                  </a:lnTo>
                  <a:lnTo>
                    <a:pt x="10803071" y="3306853"/>
                  </a:lnTo>
                  <a:lnTo>
                    <a:pt x="10709268" y="3296989"/>
                  </a:lnTo>
                  <a:lnTo>
                    <a:pt x="10605758" y="3284847"/>
                  </a:lnTo>
                  <a:lnTo>
                    <a:pt x="10496312" y="3270430"/>
                  </a:lnTo>
                  <a:lnTo>
                    <a:pt x="10384583" y="3253776"/>
                  </a:lnTo>
                  <a:lnTo>
                    <a:pt x="10273742" y="3234930"/>
                  </a:lnTo>
                  <a:lnTo>
                    <a:pt x="10166274" y="3213915"/>
                  </a:lnTo>
                  <a:lnTo>
                    <a:pt x="10063925" y="3190706"/>
                  </a:lnTo>
                  <a:lnTo>
                    <a:pt x="9967757" y="3165220"/>
                  </a:lnTo>
                  <a:lnTo>
                    <a:pt x="9878250" y="3137307"/>
                  </a:lnTo>
                  <a:lnTo>
                    <a:pt x="9795441" y="3106751"/>
                  </a:lnTo>
                  <a:lnTo>
                    <a:pt x="9719042" y="3073267"/>
                  </a:lnTo>
                  <a:lnTo>
                    <a:pt x="9648551" y="3036514"/>
                  </a:lnTo>
                  <a:lnTo>
                    <a:pt x="9583332" y="2996099"/>
                  </a:lnTo>
                  <a:lnTo>
                    <a:pt x="9522682" y="2951604"/>
                  </a:lnTo>
                  <a:lnTo>
                    <a:pt x="9465875" y="2902613"/>
                  </a:lnTo>
                  <a:lnTo>
                    <a:pt x="9412206" y="2848764"/>
                  </a:lnTo>
                  <a:lnTo>
                    <a:pt x="9361019" y="2789831"/>
                  </a:lnTo>
                  <a:lnTo>
                    <a:pt x="9347647" y="2773168"/>
                  </a:lnTo>
                  <a:lnTo>
                    <a:pt x="9306033" y="2717907"/>
                  </a:lnTo>
                  <a:lnTo>
                    <a:pt x="9265408" y="2658898"/>
                  </a:lnTo>
                  <a:lnTo>
                    <a:pt x="9225523" y="2596064"/>
                  </a:lnTo>
                  <a:lnTo>
                    <a:pt x="9186173" y="2529381"/>
                  </a:lnTo>
                  <a:lnTo>
                    <a:pt x="9147192" y="2458879"/>
                  </a:lnTo>
                  <a:lnTo>
                    <a:pt x="9108448" y="2384652"/>
                  </a:lnTo>
                  <a:lnTo>
                    <a:pt x="9069837" y="2306857"/>
                  </a:lnTo>
                  <a:lnTo>
                    <a:pt x="9031280" y="2225722"/>
                  </a:lnTo>
                  <a:lnTo>
                    <a:pt x="8992724" y="2141541"/>
                  </a:lnTo>
                  <a:lnTo>
                    <a:pt x="8954134" y="2054672"/>
                  </a:lnTo>
                  <a:lnTo>
                    <a:pt x="8915492" y="1965537"/>
                  </a:lnTo>
                  <a:lnTo>
                    <a:pt x="8876797" y="1874609"/>
                  </a:lnTo>
                  <a:lnTo>
                    <a:pt x="8838057" y="1782407"/>
                  </a:lnTo>
                  <a:lnTo>
                    <a:pt x="8799289" y="1689479"/>
                  </a:lnTo>
                  <a:lnTo>
                    <a:pt x="8760515" y="1596393"/>
                  </a:lnTo>
                  <a:lnTo>
                    <a:pt x="8721758" y="1503723"/>
                  </a:lnTo>
                  <a:lnTo>
                    <a:pt x="8683036" y="1412028"/>
                  </a:lnTo>
                  <a:lnTo>
                    <a:pt x="8644365" y="1321847"/>
                  </a:lnTo>
                  <a:lnTo>
                    <a:pt x="8605747" y="1233677"/>
                  </a:lnTo>
                  <a:lnTo>
                    <a:pt x="8567175" y="1147971"/>
                  </a:lnTo>
                  <a:lnTo>
                    <a:pt x="8528625" y="1065121"/>
                  </a:lnTo>
                  <a:lnTo>
                    <a:pt x="8490051" y="985460"/>
                  </a:lnTo>
                  <a:lnTo>
                    <a:pt x="8451391" y="909249"/>
                  </a:lnTo>
                  <a:lnTo>
                    <a:pt x="8412555" y="836685"/>
                  </a:lnTo>
                  <a:lnTo>
                    <a:pt x="8373426" y="767896"/>
                  </a:lnTo>
                  <a:lnTo>
                    <a:pt x="8333858" y="702947"/>
                  </a:lnTo>
                  <a:lnTo>
                    <a:pt x="8293667" y="641843"/>
                  </a:lnTo>
                  <a:lnTo>
                    <a:pt x="8252630" y="584535"/>
                  </a:lnTo>
                  <a:lnTo>
                    <a:pt x="8229629" y="554633"/>
                  </a:lnTo>
                  <a:lnTo>
                    <a:pt x="8179007" y="494329"/>
                  </a:lnTo>
                  <a:lnTo>
                    <a:pt x="8126064" y="439131"/>
                  </a:lnTo>
                  <a:lnTo>
                    <a:pt x="8070166" y="388869"/>
                  </a:lnTo>
                  <a:lnTo>
                    <a:pt x="8010617" y="343209"/>
                  </a:lnTo>
                  <a:lnTo>
                    <a:pt x="7946693" y="301743"/>
                  </a:lnTo>
                  <a:lnTo>
                    <a:pt x="7877681" y="264048"/>
                  </a:lnTo>
                  <a:lnTo>
                    <a:pt x="7802921" y="229724"/>
                  </a:lnTo>
                  <a:lnTo>
                    <a:pt x="7721869" y="198414"/>
                  </a:lnTo>
                  <a:lnTo>
                    <a:pt x="7634169" y="169817"/>
                  </a:lnTo>
                  <a:lnTo>
                    <a:pt x="7539760" y="143698"/>
                  </a:lnTo>
                  <a:lnTo>
                    <a:pt x="7438990" y="119889"/>
                  </a:lnTo>
                  <a:lnTo>
                    <a:pt x="7332753" y="98290"/>
                  </a:lnTo>
                  <a:lnTo>
                    <a:pt x="7222602" y="78863"/>
                  </a:lnTo>
                  <a:lnTo>
                    <a:pt x="7110826" y="61618"/>
                  </a:lnTo>
                  <a:lnTo>
                    <a:pt x="7000425" y="46596"/>
                  </a:lnTo>
                  <a:lnTo>
                    <a:pt x="6894951" y="33842"/>
                  </a:lnTo>
                  <a:lnTo>
                    <a:pt x="6798188" y="23371"/>
                  </a:lnTo>
                  <a:lnTo>
                    <a:pt x="6713688" y="15137"/>
                  </a:lnTo>
                  <a:lnTo>
                    <a:pt x="6644244" y="9011"/>
                  </a:lnTo>
                  <a:lnTo>
                    <a:pt x="6591408" y="4774"/>
                  </a:lnTo>
                  <a:lnTo>
                    <a:pt x="6555185" y="2123"/>
                  </a:lnTo>
                  <a:lnTo>
                    <a:pt x="6533938" y="700"/>
                  </a:lnTo>
                  <a:lnTo>
                    <a:pt x="6524508" y="12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2" y="52"/>
                  </a:lnTo>
                  <a:lnTo>
                    <a:pt x="5519283" y="426"/>
                  </a:lnTo>
                  <a:lnTo>
                    <a:pt x="5501289" y="1458"/>
                  </a:lnTo>
                  <a:lnTo>
                    <a:pt x="5468815" y="3493"/>
                  </a:lnTo>
                  <a:lnTo>
                    <a:pt x="5419796" y="6859"/>
                  </a:lnTo>
                  <a:lnTo>
                    <a:pt x="5353831" y="11838"/>
                  </a:lnTo>
                  <a:lnTo>
                    <a:pt x="5272146" y="18647"/>
                  </a:lnTo>
                  <a:lnTo>
                    <a:pt x="5177327" y="27417"/>
                  </a:lnTo>
                  <a:lnTo>
                    <a:pt x="5072860" y="38204"/>
                  </a:lnTo>
                  <a:lnTo>
                    <a:pt x="4962584" y="51006"/>
                  </a:lnTo>
                  <a:lnTo>
                    <a:pt x="4850196" y="65786"/>
                  </a:lnTo>
                  <a:lnTo>
                    <a:pt x="4738882" y="82504"/>
                  </a:lnTo>
                  <a:lnTo>
                    <a:pt x="4631122" y="101144"/>
                  </a:lnTo>
                  <a:lnTo>
                    <a:pt x="4528641" y="121730"/>
                  </a:lnTo>
                  <a:lnTo>
                    <a:pt x="4432467" y="144341"/>
                  </a:lnTo>
                  <a:lnTo>
                    <a:pt x="4343049" y="169114"/>
                  </a:lnTo>
                  <a:lnTo>
                    <a:pt x="4260388" y="196249"/>
                  </a:lnTo>
                  <a:lnTo>
                    <a:pt x="4184170" y="226003"/>
                  </a:lnTo>
                  <a:lnTo>
                    <a:pt x="4113866" y="258686"/>
                  </a:lnTo>
                  <a:lnTo>
                    <a:pt x="4048820" y="294650"/>
                  </a:lnTo>
                  <a:lnTo>
                    <a:pt x="3988311" y="334270"/>
                  </a:lnTo>
                  <a:lnTo>
                    <a:pt x="3931604" y="377913"/>
                  </a:lnTo>
                  <a:lnTo>
                    <a:pt x="3877984" y="425890"/>
                  </a:lnTo>
                  <a:lnTo>
                    <a:pt x="3826793" y="478381"/>
                  </a:lnTo>
                  <a:lnTo>
                    <a:pt x="3820202" y="485632"/>
                  </a:lnTo>
                  <a:lnTo>
                    <a:pt x="3776419" y="536664"/>
                  </a:lnTo>
                  <a:lnTo>
                    <a:pt x="3733718" y="591339"/>
                  </a:lnTo>
                  <a:lnTo>
                    <a:pt x="3691810" y="649730"/>
                  </a:lnTo>
                  <a:lnTo>
                    <a:pt x="3650465" y="711856"/>
                  </a:lnTo>
                  <a:lnTo>
                    <a:pt x="3609495" y="777673"/>
                  </a:lnTo>
                  <a:lnTo>
                    <a:pt x="3568755" y="847072"/>
                  </a:lnTo>
                  <a:lnTo>
                    <a:pt x="3528131" y="919868"/>
                  </a:lnTo>
                  <a:lnTo>
                    <a:pt x="3487544" y="995809"/>
                  </a:lnTo>
                  <a:lnTo>
                    <a:pt x="3446938" y="1074566"/>
                  </a:lnTo>
                  <a:lnTo>
                    <a:pt x="3406283" y="1155744"/>
                  </a:lnTo>
                  <a:lnTo>
                    <a:pt x="3365569" y="1238883"/>
                  </a:lnTo>
                  <a:lnTo>
                    <a:pt x="3324799" y="1323475"/>
                  </a:lnTo>
                  <a:lnTo>
                    <a:pt x="3283992" y="1408968"/>
                  </a:lnTo>
                  <a:lnTo>
                    <a:pt x="3243169" y="1494788"/>
                  </a:lnTo>
                  <a:lnTo>
                    <a:pt x="3202358" y="1580350"/>
                  </a:lnTo>
                  <a:lnTo>
                    <a:pt x="3161583" y="1665076"/>
                  </a:lnTo>
                  <a:lnTo>
                    <a:pt x="3120862" y="1748413"/>
                  </a:lnTo>
                  <a:lnTo>
                    <a:pt x="3080200" y="1829845"/>
                  </a:lnTo>
                  <a:lnTo>
                    <a:pt x="3039590" y="1908907"/>
                  </a:lnTo>
                  <a:lnTo>
                    <a:pt x="2999003" y="1985195"/>
                  </a:lnTo>
                  <a:lnTo>
                    <a:pt x="2958387" y="2058374"/>
                  </a:lnTo>
                  <a:lnTo>
                    <a:pt x="2917665" y="2128181"/>
                  </a:lnTo>
                  <a:lnTo>
                    <a:pt x="2876729" y="2194424"/>
                  </a:lnTo>
                  <a:lnTo>
                    <a:pt x="2835437" y="2256986"/>
                  </a:lnTo>
                  <a:lnTo>
                    <a:pt x="2793606" y="2315814"/>
                  </a:lnTo>
                  <a:lnTo>
                    <a:pt x="2751011" y="2370921"/>
                  </a:lnTo>
                  <a:lnTo>
                    <a:pt x="2707372" y="2422374"/>
                  </a:lnTo>
                  <a:lnTo>
                    <a:pt x="2702183" y="2428160"/>
                  </a:lnTo>
                  <a:lnTo>
                    <a:pt x="2651269" y="2481248"/>
                  </a:lnTo>
                  <a:lnTo>
                    <a:pt x="2598005" y="2529813"/>
                  </a:lnTo>
                  <a:lnTo>
                    <a:pt x="2541744" y="2574011"/>
                  </a:lnTo>
                  <a:lnTo>
                    <a:pt x="2481778" y="2614140"/>
                  </a:lnTo>
                  <a:lnTo>
                    <a:pt x="2417372" y="2650564"/>
                  </a:lnTo>
                  <a:lnTo>
                    <a:pt x="2347799" y="2683658"/>
                  </a:lnTo>
                  <a:lnTo>
                    <a:pt x="2272394" y="2713779"/>
                  </a:lnTo>
                  <a:lnTo>
                    <a:pt x="2190606" y="2741243"/>
                  </a:lnTo>
                  <a:lnTo>
                    <a:pt x="2102085" y="2766315"/>
                  </a:lnTo>
                  <a:lnTo>
                    <a:pt x="2006786" y="2789201"/>
                  </a:lnTo>
                  <a:lnTo>
                    <a:pt x="1905091" y="2810048"/>
                  </a:lnTo>
                  <a:lnTo>
                    <a:pt x="1797944" y="2828942"/>
                  </a:lnTo>
                  <a:lnTo>
                    <a:pt x="1686972" y="2845914"/>
                  </a:lnTo>
                  <a:lnTo>
                    <a:pt x="1574557" y="2860951"/>
                  </a:lnTo>
                  <a:lnTo>
                    <a:pt x="1463800" y="2874016"/>
                  </a:lnTo>
                  <a:lnTo>
                    <a:pt x="1358347" y="2885070"/>
                  </a:lnTo>
                  <a:lnTo>
                    <a:pt x="1262045" y="2894104"/>
                  </a:lnTo>
                  <a:lnTo>
                    <a:pt x="1178458" y="2901165"/>
                  </a:lnTo>
                  <a:lnTo>
                    <a:pt x="1110319" y="2906375"/>
                  </a:lnTo>
                  <a:lnTo>
                    <a:pt x="1059055" y="2909938"/>
                  </a:lnTo>
                  <a:lnTo>
                    <a:pt x="1024485" y="2912130"/>
                  </a:lnTo>
                  <a:lnTo>
                    <a:pt x="1004758" y="2913275"/>
                  </a:lnTo>
                  <a:lnTo>
                    <a:pt x="996485" y="2913716"/>
                  </a:lnTo>
                  <a:lnTo>
                    <a:pt x="994940" y="2913792"/>
                  </a:lnTo>
                  <a:lnTo>
                    <a:pt x="0" y="2913792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18" name="pl1617"/>
            <p:cNvSpPr/>
            <p:nvPr/>
          </p:nvSpPr>
          <p:spPr>
            <a:xfrm>
              <a:off x="1199187" y="2515339"/>
              <a:ext cx="12049831" cy="3327802"/>
            </a:xfrm>
            <a:custGeom>
              <a:avLst/>
              <a:pathLst>
                <a:path w="12049831" h="3327802">
                  <a:moveTo>
                    <a:pt x="0" y="2913792"/>
                  </a:moveTo>
                  <a:lnTo>
                    <a:pt x="994940" y="2913792"/>
                  </a:lnTo>
                  <a:lnTo>
                    <a:pt x="996013" y="2913740"/>
                  </a:lnTo>
                  <a:lnTo>
                    <a:pt x="1003102" y="2913366"/>
                  </a:lnTo>
                  <a:lnTo>
                    <a:pt x="1021096" y="2912333"/>
                  </a:lnTo>
                  <a:lnTo>
                    <a:pt x="1053570" y="2910298"/>
                  </a:lnTo>
                  <a:lnTo>
                    <a:pt x="1102589" y="2906933"/>
                  </a:lnTo>
                  <a:lnTo>
                    <a:pt x="1168554" y="2901953"/>
                  </a:lnTo>
                  <a:lnTo>
                    <a:pt x="1250239" y="2895145"/>
                  </a:lnTo>
                  <a:lnTo>
                    <a:pt x="1345058" y="2886375"/>
                  </a:lnTo>
                  <a:lnTo>
                    <a:pt x="1449525" y="2875587"/>
                  </a:lnTo>
                  <a:lnTo>
                    <a:pt x="1559801" y="2862785"/>
                  </a:lnTo>
                  <a:lnTo>
                    <a:pt x="1672189" y="2848006"/>
                  </a:lnTo>
                  <a:lnTo>
                    <a:pt x="1783503" y="2831287"/>
                  </a:lnTo>
                  <a:lnTo>
                    <a:pt x="1891263" y="2812647"/>
                  </a:lnTo>
                  <a:lnTo>
                    <a:pt x="1993744" y="2792061"/>
                  </a:lnTo>
                  <a:lnTo>
                    <a:pt x="2089918" y="2769451"/>
                  </a:lnTo>
                  <a:lnTo>
                    <a:pt x="2179336" y="2744677"/>
                  </a:lnTo>
                  <a:lnTo>
                    <a:pt x="2261997" y="2717542"/>
                  </a:lnTo>
                  <a:lnTo>
                    <a:pt x="2338215" y="2687788"/>
                  </a:lnTo>
                  <a:lnTo>
                    <a:pt x="2408519" y="2655105"/>
                  </a:lnTo>
                  <a:lnTo>
                    <a:pt x="2473565" y="2619141"/>
                  </a:lnTo>
                  <a:lnTo>
                    <a:pt x="2534074" y="2579522"/>
                  </a:lnTo>
                  <a:lnTo>
                    <a:pt x="2590781" y="2535879"/>
                  </a:lnTo>
                  <a:lnTo>
                    <a:pt x="2644401" y="2487902"/>
                  </a:lnTo>
                  <a:lnTo>
                    <a:pt x="2695592" y="2435410"/>
                  </a:lnTo>
                  <a:lnTo>
                    <a:pt x="2702183" y="2428160"/>
                  </a:lnTo>
                  <a:lnTo>
                    <a:pt x="2745966" y="2377127"/>
                  </a:lnTo>
                  <a:lnTo>
                    <a:pt x="2788667" y="2322452"/>
                  </a:lnTo>
                  <a:lnTo>
                    <a:pt x="2830575" y="2264061"/>
                  </a:lnTo>
                  <a:lnTo>
                    <a:pt x="2871920" y="2201935"/>
                  </a:lnTo>
                  <a:lnTo>
                    <a:pt x="2912890" y="2136118"/>
                  </a:lnTo>
                  <a:lnTo>
                    <a:pt x="2953630" y="2066720"/>
                  </a:lnTo>
                  <a:lnTo>
                    <a:pt x="2994254" y="1993923"/>
                  </a:lnTo>
                  <a:lnTo>
                    <a:pt x="3034841" y="1917982"/>
                  </a:lnTo>
                  <a:lnTo>
                    <a:pt x="3075447" y="1839225"/>
                  </a:lnTo>
                  <a:lnTo>
                    <a:pt x="3116102" y="1758048"/>
                  </a:lnTo>
                  <a:lnTo>
                    <a:pt x="3156816" y="1674908"/>
                  </a:lnTo>
                  <a:lnTo>
                    <a:pt x="3197586" y="1590317"/>
                  </a:lnTo>
                  <a:lnTo>
                    <a:pt x="3238393" y="1504823"/>
                  </a:lnTo>
                  <a:lnTo>
                    <a:pt x="3279216" y="1419003"/>
                  </a:lnTo>
                  <a:lnTo>
                    <a:pt x="3320027" y="1333442"/>
                  </a:lnTo>
                  <a:lnTo>
                    <a:pt x="3360802" y="1248715"/>
                  </a:lnTo>
                  <a:lnTo>
                    <a:pt x="3401523" y="1165379"/>
                  </a:lnTo>
                  <a:lnTo>
                    <a:pt x="3442185" y="1083947"/>
                  </a:lnTo>
                  <a:lnTo>
                    <a:pt x="3482795" y="1004885"/>
                  </a:lnTo>
                  <a:lnTo>
                    <a:pt x="3523382" y="928596"/>
                  </a:lnTo>
                  <a:lnTo>
                    <a:pt x="3563998" y="855417"/>
                  </a:lnTo>
                  <a:lnTo>
                    <a:pt x="3604720" y="785611"/>
                  </a:lnTo>
                  <a:lnTo>
                    <a:pt x="3645656" y="719367"/>
                  </a:lnTo>
                  <a:lnTo>
                    <a:pt x="3686948" y="656806"/>
                  </a:lnTo>
                  <a:lnTo>
                    <a:pt x="3728779" y="597978"/>
                  </a:lnTo>
                  <a:lnTo>
                    <a:pt x="3771374" y="542871"/>
                  </a:lnTo>
                  <a:lnTo>
                    <a:pt x="3815013" y="491418"/>
                  </a:lnTo>
                  <a:lnTo>
                    <a:pt x="3820202" y="485632"/>
                  </a:lnTo>
                  <a:lnTo>
                    <a:pt x="3871116" y="432544"/>
                  </a:lnTo>
                  <a:lnTo>
                    <a:pt x="3924380" y="383978"/>
                  </a:lnTo>
                  <a:lnTo>
                    <a:pt x="3980641" y="339780"/>
                  </a:lnTo>
                  <a:lnTo>
                    <a:pt x="4040607" y="299651"/>
                  </a:lnTo>
                  <a:lnTo>
                    <a:pt x="4105013" y="263228"/>
                  </a:lnTo>
                  <a:lnTo>
                    <a:pt x="4174586" y="230133"/>
                  </a:lnTo>
                  <a:lnTo>
                    <a:pt x="4249991" y="200012"/>
                  </a:lnTo>
                  <a:lnTo>
                    <a:pt x="4331779" y="172548"/>
                  </a:lnTo>
                  <a:lnTo>
                    <a:pt x="4420300" y="147477"/>
                  </a:lnTo>
                  <a:lnTo>
                    <a:pt x="4515599" y="124590"/>
                  </a:lnTo>
                  <a:lnTo>
                    <a:pt x="4617294" y="103743"/>
                  </a:lnTo>
                  <a:lnTo>
                    <a:pt x="4724441" y="84849"/>
                  </a:lnTo>
                  <a:lnTo>
                    <a:pt x="4835413" y="67878"/>
                  </a:lnTo>
                  <a:lnTo>
                    <a:pt x="4947828" y="52841"/>
                  </a:lnTo>
                  <a:lnTo>
                    <a:pt x="5058585" y="39776"/>
                  </a:lnTo>
                  <a:lnTo>
                    <a:pt x="5164038" y="28722"/>
                  </a:lnTo>
                  <a:lnTo>
                    <a:pt x="5260340" y="19687"/>
                  </a:lnTo>
                  <a:lnTo>
                    <a:pt x="5343927" y="12627"/>
                  </a:lnTo>
                  <a:lnTo>
                    <a:pt x="5412066" y="7417"/>
                  </a:lnTo>
                  <a:lnTo>
                    <a:pt x="5463330" y="3854"/>
                  </a:lnTo>
                  <a:lnTo>
                    <a:pt x="5497900" y="1661"/>
                  </a:lnTo>
                  <a:lnTo>
                    <a:pt x="5517627" y="517"/>
                  </a:lnTo>
                  <a:lnTo>
                    <a:pt x="5525900" y="76"/>
                  </a:lnTo>
                  <a:lnTo>
                    <a:pt x="5527443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1" y="58"/>
                  </a:lnTo>
                  <a:lnTo>
                    <a:pt x="6530416" y="478"/>
                  </a:lnTo>
                  <a:lnTo>
                    <a:pt x="6548127" y="1637"/>
                  </a:lnTo>
                  <a:lnTo>
                    <a:pt x="6580109" y="3922"/>
                  </a:lnTo>
                  <a:lnTo>
                    <a:pt x="6628425" y="7702"/>
                  </a:lnTo>
                  <a:lnTo>
                    <a:pt x="6693510" y="13296"/>
                  </a:lnTo>
                  <a:lnTo>
                    <a:pt x="6774205" y="20949"/>
                  </a:lnTo>
                  <a:lnTo>
                    <a:pt x="6868008" y="30813"/>
                  </a:lnTo>
                  <a:lnTo>
                    <a:pt x="6971519" y="42954"/>
                  </a:lnTo>
                  <a:lnTo>
                    <a:pt x="7080964" y="57372"/>
                  </a:lnTo>
                  <a:lnTo>
                    <a:pt x="7192693" y="74026"/>
                  </a:lnTo>
                  <a:lnTo>
                    <a:pt x="7303535" y="92871"/>
                  </a:lnTo>
                  <a:lnTo>
                    <a:pt x="7411003" y="113887"/>
                  </a:lnTo>
                  <a:lnTo>
                    <a:pt x="7513351" y="137096"/>
                  </a:lnTo>
                  <a:lnTo>
                    <a:pt x="7609520" y="162582"/>
                  </a:lnTo>
                  <a:lnTo>
                    <a:pt x="7699026" y="190494"/>
                  </a:lnTo>
                  <a:lnTo>
                    <a:pt x="7781835" y="221051"/>
                  </a:lnTo>
                  <a:lnTo>
                    <a:pt x="7858234" y="254534"/>
                  </a:lnTo>
                  <a:lnTo>
                    <a:pt x="7928726" y="291288"/>
                  </a:lnTo>
                  <a:lnTo>
                    <a:pt x="7993945" y="331703"/>
                  </a:lnTo>
                  <a:lnTo>
                    <a:pt x="8054595" y="376197"/>
                  </a:lnTo>
                  <a:lnTo>
                    <a:pt x="8111401" y="425189"/>
                  </a:lnTo>
                  <a:lnTo>
                    <a:pt x="8165071" y="479038"/>
                  </a:lnTo>
                  <a:lnTo>
                    <a:pt x="8216258" y="537971"/>
                  </a:lnTo>
                  <a:lnTo>
                    <a:pt x="8229629" y="554633"/>
                  </a:lnTo>
                  <a:lnTo>
                    <a:pt x="8271243" y="609895"/>
                  </a:lnTo>
                  <a:lnTo>
                    <a:pt x="8311868" y="668904"/>
                  </a:lnTo>
                  <a:lnTo>
                    <a:pt x="8351754" y="731738"/>
                  </a:lnTo>
                  <a:lnTo>
                    <a:pt x="8391104" y="798421"/>
                  </a:lnTo>
                  <a:lnTo>
                    <a:pt x="8430084" y="868923"/>
                  </a:lnTo>
                  <a:lnTo>
                    <a:pt x="8468828" y="943150"/>
                  </a:lnTo>
                  <a:lnTo>
                    <a:pt x="8507440" y="1020944"/>
                  </a:lnTo>
                  <a:lnTo>
                    <a:pt x="8545996" y="1102079"/>
                  </a:lnTo>
                  <a:lnTo>
                    <a:pt x="8584552" y="1186261"/>
                  </a:lnTo>
                  <a:lnTo>
                    <a:pt x="8623143" y="1273129"/>
                  </a:lnTo>
                  <a:lnTo>
                    <a:pt x="8661784" y="1362265"/>
                  </a:lnTo>
                  <a:lnTo>
                    <a:pt x="8700480" y="1453192"/>
                  </a:lnTo>
                  <a:lnTo>
                    <a:pt x="8739220" y="1545395"/>
                  </a:lnTo>
                  <a:lnTo>
                    <a:pt x="8777987" y="1638323"/>
                  </a:lnTo>
                  <a:lnTo>
                    <a:pt x="8816761" y="1731408"/>
                  </a:lnTo>
                  <a:lnTo>
                    <a:pt x="8855519" y="1824079"/>
                  </a:lnTo>
                  <a:lnTo>
                    <a:pt x="8894240" y="1915773"/>
                  </a:lnTo>
                  <a:lnTo>
                    <a:pt x="8932912" y="2005955"/>
                  </a:lnTo>
                  <a:lnTo>
                    <a:pt x="8971529" y="2094125"/>
                  </a:lnTo>
                  <a:lnTo>
                    <a:pt x="9010101" y="2179831"/>
                  </a:lnTo>
                  <a:lnTo>
                    <a:pt x="9048652" y="2262680"/>
                  </a:lnTo>
                  <a:lnTo>
                    <a:pt x="9087225" y="2342342"/>
                  </a:lnTo>
                  <a:lnTo>
                    <a:pt x="9125885" y="2418553"/>
                  </a:lnTo>
                  <a:lnTo>
                    <a:pt x="9164721" y="2491117"/>
                  </a:lnTo>
                  <a:lnTo>
                    <a:pt x="9203850" y="2559906"/>
                  </a:lnTo>
                  <a:lnTo>
                    <a:pt x="9243419" y="2624855"/>
                  </a:lnTo>
                  <a:lnTo>
                    <a:pt x="9283610" y="2685959"/>
                  </a:lnTo>
                  <a:lnTo>
                    <a:pt x="9324647" y="2743267"/>
                  </a:lnTo>
                  <a:lnTo>
                    <a:pt x="9347647" y="2773168"/>
                  </a:lnTo>
                  <a:lnTo>
                    <a:pt x="9398269" y="2833473"/>
                  </a:lnTo>
                  <a:lnTo>
                    <a:pt x="9451213" y="2888671"/>
                  </a:lnTo>
                  <a:lnTo>
                    <a:pt x="9507110" y="2938932"/>
                  </a:lnTo>
                  <a:lnTo>
                    <a:pt x="9566659" y="2984592"/>
                  </a:lnTo>
                  <a:lnTo>
                    <a:pt x="9630583" y="3026059"/>
                  </a:lnTo>
                  <a:lnTo>
                    <a:pt x="9699595" y="3063753"/>
                  </a:lnTo>
                  <a:lnTo>
                    <a:pt x="9774355" y="3098077"/>
                  </a:lnTo>
                  <a:lnTo>
                    <a:pt x="9855408" y="3129388"/>
                  </a:lnTo>
                  <a:lnTo>
                    <a:pt x="9943107" y="3157985"/>
                  </a:lnTo>
                  <a:lnTo>
                    <a:pt x="10037517" y="3184104"/>
                  </a:lnTo>
                  <a:lnTo>
                    <a:pt x="10138286" y="3207912"/>
                  </a:lnTo>
                  <a:lnTo>
                    <a:pt x="10244524" y="3229511"/>
                  </a:lnTo>
                  <a:lnTo>
                    <a:pt x="10354674" y="3248939"/>
                  </a:lnTo>
                  <a:lnTo>
                    <a:pt x="10466450" y="3266184"/>
                  </a:lnTo>
                  <a:lnTo>
                    <a:pt x="10576851" y="3281205"/>
                  </a:lnTo>
                  <a:lnTo>
                    <a:pt x="10682326" y="3293959"/>
                  </a:lnTo>
                  <a:lnTo>
                    <a:pt x="10779089" y="3304430"/>
                  </a:lnTo>
                  <a:lnTo>
                    <a:pt x="10863588" y="3312665"/>
                  </a:lnTo>
                  <a:lnTo>
                    <a:pt x="10933033" y="3318790"/>
                  </a:lnTo>
                  <a:lnTo>
                    <a:pt x="10985868" y="3323028"/>
                  </a:lnTo>
                  <a:lnTo>
                    <a:pt x="11022092" y="3325679"/>
                  </a:lnTo>
                  <a:lnTo>
                    <a:pt x="11043338" y="3327102"/>
                  </a:lnTo>
                  <a:lnTo>
                    <a:pt x="11052768" y="3327682"/>
                  </a:lnTo>
                  <a:lnTo>
                    <a:pt x="11054870" y="3327801"/>
                  </a:lnTo>
                  <a:lnTo>
                    <a:pt x="11054891" y="3327802"/>
                  </a:lnTo>
                  <a:lnTo>
                    <a:pt x="12049831" y="3327802"/>
                  </a:lnTo>
                  <a:lnTo>
                    <a:pt x="12049831" y="33278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9" name="pl1618"/>
            <p:cNvSpPr/>
            <p:nvPr/>
          </p:nvSpPr>
          <p:spPr>
            <a:xfrm>
              <a:off x="1199187" y="2510099"/>
              <a:ext cx="12049831" cy="3327802"/>
            </a:xfrm>
            <a:custGeom>
              <a:avLst/>
              <a:pathLst>
                <a:path w="12049831" h="3327802">
                  <a:moveTo>
                    <a:pt x="12049831" y="3327802"/>
                  </a:moveTo>
                  <a:lnTo>
                    <a:pt x="11054891" y="3327802"/>
                  </a:lnTo>
                  <a:lnTo>
                    <a:pt x="11053836" y="3327743"/>
                  </a:lnTo>
                  <a:lnTo>
                    <a:pt x="11046861" y="3327324"/>
                  </a:lnTo>
                  <a:lnTo>
                    <a:pt x="11029150" y="3326165"/>
                  </a:lnTo>
                  <a:lnTo>
                    <a:pt x="10997167" y="3323880"/>
                  </a:lnTo>
                  <a:lnTo>
                    <a:pt x="10948852" y="3320100"/>
                  </a:lnTo>
                  <a:lnTo>
                    <a:pt x="10883766" y="3314506"/>
                  </a:lnTo>
                  <a:lnTo>
                    <a:pt x="10803071" y="3306853"/>
                  </a:lnTo>
                  <a:lnTo>
                    <a:pt x="10709268" y="3296989"/>
                  </a:lnTo>
                  <a:lnTo>
                    <a:pt x="10605758" y="3284847"/>
                  </a:lnTo>
                  <a:lnTo>
                    <a:pt x="10496312" y="3270430"/>
                  </a:lnTo>
                  <a:lnTo>
                    <a:pt x="10384583" y="3253776"/>
                  </a:lnTo>
                  <a:lnTo>
                    <a:pt x="10273742" y="3234930"/>
                  </a:lnTo>
                  <a:lnTo>
                    <a:pt x="10166274" y="3213915"/>
                  </a:lnTo>
                  <a:lnTo>
                    <a:pt x="10063925" y="3190706"/>
                  </a:lnTo>
                  <a:lnTo>
                    <a:pt x="9967757" y="3165220"/>
                  </a:lnTo>
                  <a:lnTo>
                    <a:pt x="9878250" y="3137307"/>
                  </a:lnTo>
                  <a:lnTo>
                    <a:pt x="9795441" y="3106751"/>
                  </a:lnTo>
                  <a:lnTo>
                    <a:pt x="9719042" y="3073267"/>
                  </a:lnTo>
                  <a:lnTo>
                    <a:pt x="9648551" y="3036514"/>
                  </a:lnTo>
                  <a:lnTo>
                    <a:pt x="9583332" y="2996099"/>
                  </a:lnTo>
                  <a:lnTo>
                    <a:pt x="9522682" y="2951604"/>
                  </a:lnTo>
                  <a:lnTo>
                    <a:pt x="9465875" y="2902613"/>
                  </a:lnTo>
                  <a:lnTo>
                    <a:pt x="9412206" y="2848764"/>
                  </a:lnTo>
                  <a:lnTo>
                    <a:pt x="9361019" y="2789831"/>
                  </a:lnTo>
                  <a:lnTo>
                    <a:pt x="9347647" y="2773168"/>
                  </a:lnTo>
                  <a:lnTo>
                    <a:pt x="9306033" y="2717907"/>
                  </a:lnTo>
                  <a:lnTo>
                    <a:pt x="9265408" y="2658898"/>
                  </a:lnTo>
                  <a:lnTo>
                    <a:pt x="9225523" y="2596064"/>
                  </a:lnTo>
                  <a:lnTo>
                    <a:pt x="9186173" y="2529381"/>
                  </a:lnTo>
                  <a:lnTo>
                    <a:pt x="9147192" y="2458879"/>
                  </a:lnTo>
                  <a:lnTo>
                    <a:pt x="9108448" y="2384652"/>
                  </a:lnTo>
                  <a:lnTo>
                    <a:pt x="9069837" y="2306857"/>
                  </a:lnTo>
                  <a:lnTo>
                    <a:pt x="9031280" y="2225722"/>
                  </a:lnTo>
                  <a:lnTo>
                    <a:pt x="8992724" y="2141541"/>
                  </a:lnTo>
                  <a:lnTo>
                    <a:pt x="8954134" y="2054672"/>
                  </a:lnTo>
                  <a:lnTo>
                    <a:pt x="8915492" y="1965537"/>
                  </a:lnTo>
                  <a:lnTo>
                    <a:pt x="8876797" y="1874609"/>
                  </a:lnTo>
                  <a:lnTo>
                    <a:pt x="8838057" y="1782407"/>
                  </a:lnTo>
                  <a:lnTo>
                    <a:pt x="8799289" y="1689479"/>
                  </a:lnTo>
                  <a:lnTo>
                    <a:pt x="8760515" y="1596393"/>
                  </a:lnTo>
                  <a:lnTo>
                    <a:pt x="8721758" y="1503723"/>
                  </a:lnTo>
                  <a:lnTo>
                    <a:pt x="8683036" y="1412028"/>
                  </a:lnTo>
                  <a:lnTo>
                    <a:pt x="8644365" y="1321847"/>
                  </a:lnTo>
                  <a:lnTo>
                    <a:pt x="8605747" y="1233677"/>
                  </a:lnTo>
                  <a:lnTo>
                    <a:pt x="8567175" y="1147971"/>
                  </a:lnTo>
                  <a:lnTo>
                    <a:pt x="8528625" y="1065121"/>
                  </a:lnTo>
                  <a:lnTo>
                    <a:pt x="8490051" y="985460"/>
                  </a:lnTo>
                  <a:lnTo>
                    <a:pt x="8451391" y="909249"/>
                  </a:lnTo>
                  <a:lnTo>
                    <a:pt x="8412555" y="836685"/>
                  </a:lnTo>
                  <a:lnTo>
                    <a:pt x="8373426" y="767896"/>
                  </a:lnTo>
                  <a:lnTo>
                    <a:pt x="8333858" y="702947"/>
                  </a:lnTo>
                  <a:lnTo>
                    <a:pt x="8293667" y="641843"/>
                  </a:lnTo>
                  <a:lnTo>
                    <a:pt x="8252630" y="584535"/>
                  </a:lnTo>
                  <a:lnTo>
                    <a:pt x="8229629" y="554633"/>
                  </a:lnTo>
                  <a:lnTo>
                    <a:pt x="8179007" y="494329"/>
                  </a:lnTo>
                  <a:lnTo>
                    <a:pt x="8126064" y="439131"/>
                  </a:lnTo>
                  <a:lnTo>
                    <a:pt x="8070166" y="388869"/>
                  </a:lnTo>
                  <a:lnTo>
                    <a:pt x="8010617" y="343209"/>
                  </a:lnTo>
                  <a:lnTo>
                    <a:pt x="7946693" y="301743"/>
                  </a:lnTo>
                  <a:lnTo>
                    <a:pt x="7877681" y="264048"/>
                  </a:lnTo>
                  <a:lnTo>
                    <a:pt x="7802921" y="229724"/>
                  </a:lnTo>
                  <a:lnTo>
                    <a:pt x="7721869" y="198414"/>
                  </a:lnTo>
                  <a:lnTo>
                    <a:pt x="7634169" y="169817"/>
                  </a:lnTo>
                  <a:lnTo>
                    <a:pt x="7539760" y="143698"/>
                  </a:lnTo>
                  <a:lnTo>
                    <a:pt x="7438990" y="119889"/>
                  </a:lnTo>
                  <a:lnTo>
                    <a:pt x="7332753" y="98290"/>
                  </a:lnTo>
                  <a:lnTo>
                    <a:pt x="7222602" y="78863"/>
                  </a:lnTo>
                  <a:lnTo>
                    <a:pt x="7110826" y="61618"/>
                  </a:lnTo>
                  <a:lnTo>
                    <a:pt x="7000425" y="46596"/>
                  </a:lnTo>
                  <a:lnTo>
                    <a:pt x="6894951" y="33842"/>
                  </a:lnTo>
                  <a:lnTo>
                    <a:pt x="6798188" y="23371"/>
                  </a:lnTo>
                  <a:lnTo>
                    <a:pt x="6713688" y="15137"/>
                  </a:lnTo>
                  <a:lnTo>
                    <a:pt x="6644244" y="9011"/>
                  </a:lnTo>
                  <a:lnTo>
                    <a:pt x="6591408" y="4774"/>
                  </a:lnTo>
                  <a:lnTo>
                    <a:pt x="6555185" y="2123"/>
                  </a:lnTo>
                  <a:lnTo>
                    <a:pt x="6533938" y="700"/>
                  </a:lnTo>
                  <a:lnTo>
                    <a:pt x="6524508" y="120"/>
                  </a:lnTo>
                  <a:lnTo>
                    <a:pt x="6522407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2" y="52"/>
                  </a:lnTo>
                  <a:lnTo>
                    <a:pt x="5519283" y="426"/>
                  </a:lnTo>
                  <a:lnTo>
                    <a:pt x="5501289" y="1458"/>
                  </a:lnTo>
                  <a:lnTo>
                    <a:pt x="5468815" y="3493"/>
                  </a:lnTo>
                  <a:lnTo>
                    <a:pt x="5419796" y="6859"/>
                  </a:lnTo>
                  <a:lnTo>
                    <a:pt x="5353831" y="11838"/>
                  </a:lnTo>
                  <a:lnTo>
                    <a:pt x="5272146" y="18647"/>
                  </a:lnTo>
                  <a:lnTo>
                    <a:pt x="5177327" y="27417"/>
                  </a:lnTo>
                  <a:lnTo>
                    <a:pt x="5072860" y="38204"/>
                  </a:lnTo>
                  <a:lnTo>
                    <a:pt x="4962584" y="51006"/>
                  </a:lnTo>
                  <a:lnTo>
                    <a:pt x="4850196" y="65786"/>
                  </a:lnTo>
                  <a:lnTo>
                    <a:pt x="4738882" y="82504"/>
                  </a:lnTo>
                  <a:lnTo>
                    <a:pt x="4631122" y="101144"/>
                  </a:lnTo>
                  <a:lnTo>
                    <a:pt x="4528641" y="121730"/>
                  </a:lnTo>
                  <a:lnTo>
                    <a:pt x="4432467" y="144341"/>
                  </a:lnTo>
                  <a:lnTo>
                    <a:pt x="4343049" y="169114"/>
                  </a:lnTo>
                  <a:lnTo>
                    <a:pt x="4260388" y="196249"/>
                  </a:lnTo>
                  <a:lnTo>
                    <a:pt x="4184170" y="226003"/>
                  </a:lnTo>
                  <a:lnTo>
                    <a:pt x="4113866" y="258686"/>
                  </a:lnTo>
                  <a:lnTo>
                    <a:pt x="4048820" y="294650"/>
                  </a:lnTo>
                  <a:lnTo>
                    <a:pt x="3988311" y="334270"/>
                  </a:lnTo>
                  <a:lnTo>
                    <a:pt x="3931604" y="377913"/>
                  </a:lnTo>
                  <a:lnTo>
                    <a:pt x="3877984" y="425890"/>
                  </a:lnTo>
                  <a:lnTo>
                    <a:pt x="3826793" y="478381"/>
                  </a:lnTo>
                  <a:lnTo>
                    <a:pt x="3820202" y="485632"/>
                  </a:lnTo>
                  <a:lnTo>
                    <a:pt x="3776419" y="536664"/>
                  </a:lnTo>
                  <a:lnTo>
                    <a:pt x="3733718" y="591339"/>
                  </a:lnTo>
                  <a:lnTo>
                    <a:pt x="3691810" y="649730"/>
                  </a:lnTo>
                  <a:lnTo>
                    <a:pt x="3650465" y="711856"/>
                  </a:lnTo>
                  <a:lnTo>
                    <a:pt x="3609495" y="777673"/>
                  </a:lnTo>
                  <a:lnTo>
                    <a:pt x="3568755" y="847072"/>
                  </a:lnTo>
                  <a:lnTo>
                    <a:pt x="3528131" y="919868"/>
                  </a:lnTo>
                  <a:lnTo>
                    <a:pt x="3487544" y="995809"/>
                  </a:lnTo>
                  <a:lnTo>
                    <a:pt x="3446938" y="1074566"/>
                  </a:lnTo>
                  <a:lnTo>
                    <a:pt x="3406283" y="1155744"/>
                  </a:lnTo>
                  <a:lnTo>
                    <a:pt x="3365569" y="1238883"/>
                  </a:lnTo>
                  <a:lnTo>
                    <a:pt x="3324799" y="1323475"/>
                  </a:lnTo>
                  <a:lnTo>
                    <a:pt x="3283992" y="1408968"/>
                  </a:lnTo>
                  <a:lnTo>
                    <a:pt x="3243169" y="1494788"/>
                  </a:lnTo>
                  <a:lnTo>
                    <a:pt x="3202358" y="1580350"/>
                  </a:lnTo>
                  <a:lnTo>
                    <a:pt x="3161583" y="1665076"/>
                  </a:lnTo>
                  <a:lnTo>
                    <a:pt x="3120862" y="1748413"/>
                  </a:lnTo>
                  <a:lnTo>
                    <a:pt x="3080200" y="1829845"/>
                  </a:lnTo>
                  <a:lnTo>
                    <a:pt x="3039590" y="1908907"/>
                  </a:lnTo>
                  <a:lnTo>
                    <a:pt x="2999003" y="1985195"/>
                  </a:lnTo>
                  <a:lnTo>
                    <a:pt x="2958387" y="2058374"/>
                  </a:lnTo>
                  <a:lnTo>
                    <a:pt x="2917665" y="2128181"/>
                  </a:lnTo>
                  <a:lnTo>
                    <a:pt x="2876729" y="2194424"/>
                  </a:lnTo>
                  <a:lnTo>
                    <a:pt x="2835437" y="2256986"/>
                  </a:lnTo>
                  <a:lnTo>
                    <a:pt x="2793606" y="2315814"/>
                  </a:lnTo>
                  <a:lnTo>
                    <a:pt x="2751011" y="2370921"/>
                  </a:lnTo>
                  <a:lnTo>
                    <a:pt x="2707372" y="2422374"/>
                  </a:lnTo>
                  <a:lnTo>
                    <a:pt x="2702183" y="2428160"/>
                  </a:lnTo>
                  <a:lnTo>
                    <a:pt x="2651269" y="2481248"/>
                  </a:lnTo>
                  <a:lnTo>
                    <a:pt x="2598005" y="2529813"/>
                  </a:lnTo>
                  <a:lnTo>
                    <a:pt x="2541744" y="2574011"/>
                  </a:lnTo>
                  <a:lnTo>
                    <a:pt x="2481778" y="2614140"/>
                  </a:lnTo>
                  <a:lnTo>
                    <a:pt x="2417372" y="2650564"/>
                  </a:lnTo>
                  <a:lnTo>
                    <a:pt x="2347799" y="2683658"/>
                  </a:lnTo>
                  <a:lnTo>
                    <a:pt x="2272394" y="2713779"/>
                  </a:lnTo>
                  <a:lnTo>
                    <a:pt x="2190606" y="2741243"/>
                  </a:lnTo>
                  <a:lnTo>
                    <a:pt x="2102085" y="2766315"/>
                  </a:lnTo>
                  <a:lnTo>
                    <a:pt x="2006786" y="2789201"/>
                  </a:lnTo>
                  <a:lnTo>
                    <a:pt x="1905091" y="2810048"/>
                  </a:lnTo>
                  <a:lnTo>
                    <a:pt x="1797944" y="2828942"/>
                  </a:lnTo>
                  <a:lnTo>
                    <a:pt x="1686972" y="2845914"/>
                  </a:lnTo>
                  <a:lnTo>
                    <a:pt x="1574557" y="2860951"/>
                  </a:lnTo>
                  <a:lnTo>
                    <a:pt x="1463800" y="2874016"/>
                  </a:lnTo>
                  <a:lnTo>
                    <a:pt x="1358347" y="2885070"/>
                  </a:lnTo>
                  <a:lnTo>
                    <a:pt x="1262045" y="2894104"/>
                  </a:lnTo>
                  <a:lnTo>
                    <a:pt x="1178458" y="2901165"/>
                  </a:lnTo>
                  <a:lnTo>
                    <a:pt x="1110319" y="2906375"/>
                  </a:lnTo>
                  <a:lnTo>
                    <a:pt x="1059055" y="2909938"/>
                  </a:lnTo>
                  <a:lnTo>
                    <a:pt x="1024485" y="2912130"/>
                  </a:lnTo>
                  <a:lnTo>
                    <a:pt x="1004758" y="2913275"/>
                  </a:lnTo>
                  <a:lnTo>
                    <a:pt x="996485" y="2913716"/>
                  </a:lnTo>
                  <a:lnTo>
                    <a:pt x="994942" y="2913792"/>
                  </a:lnTo>
                  <a:lnTo>
                    <a:pt x="994940" y="2913792"/>
                  </a:lnTo>
                  <a:lnTo>
                    <a:pt x="0" y="2913792"/>
                  </a:lnTo>
                  <a:lnTo>
                    <a:pt x="0" y="29137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0" name="pg1619"/>
            <p:cNvSpPr/>
            <p:nvPr/>
          </p:nvSpPr>
          <p:spPr>
            <a:xfrm>
              <a:off x="1199187" y="4595871"/>
              <a:ext cx="12049831" cy="959036"/>
            </a:xfrm>
            <a:custGeom>
              <a:avLst/>
              <a:pathLst>
                <a:path w="12049831" h="959036">
                  <a:moveTo>
                    <a:pt x="0" y="959036"/>
                  </a:moveTo>
                  <a:lnTo>
                    <a:pt x="994940" y="959036"/>
                  </a:lnTo>
                  <a:lnTo>
                    <a:pt x="996076" y="959034"/>
                  </a:lnTo>
                  <a:lnTo>
                    <a:pt x="1003575" y="959020"/>
                  </a:lnTo>
                  <a:lnTo>
                    <a:pt x="1022579" y="958983"/>
                  </a:lnTo>
                  <a:lnTo>
                    <a:pt x="1056803" y="958909"/>
                  </a:lnTo>
                  <a:lnTo>
                    <a:pt x="1108318" y="958787"/>
                  </a:lnTo>
                  <a:lnTo>
                    <a:pt x="1177392" y="958607"/>
                  </a:lnTo>
                  <a:lnTo>
                    <a:pt x="1262554" y="958361"/>
                  </a:lnTo>
                  <a:lnTo>
                    <a:pt x="1360912" y="958045"/>
                  </a:lnTo>
                  <a:lnTo>
                    <a:pt x="1468683" y="957658"/>
                  </a:lnTo>
                  <a:lnTo>
                    <a:pt x="1581792" y="957199"/>
                  </a:lnTo>
                  <a:lnTo>
                    <a:pt x="1696398" y="956670"/>
                  </a:lnTo>
                  <a:lnTo>
                    <a:pt x="1809267" y="956072"/>
                  </a:lnTo>
                  <a:lnTo>
                    <a:pt x="1917953" y="955406"/>
                  </a:lnTo>
                  <a:lnTo>
                    <a:pt x="2020815" y="954671"/>
                  </a:lnTo>
                  <a:lnTo>
                    <a:pt x="2116940" y="953862"/>
                  </a:lnTo>
                  <a:lnTo>
                    <a:pt x="2206001" y="952974"/>
                  </a:lnTo>
                  <a:lnTo>
                    <a:pt x="2288109" y="952000"/>
                  </a:lnTo>
                  <a:lnTo>
                    <a:pt x="2363685" y="950930"/>
                  </a:lnTo>
                  <a:lnTo>
                    <a:pt x="2433342" y="949751"/>
                  </a:lnTo>
                  <a:lnTo>
                    <a:pt x="2497807" y="948451"/>
                  </a:lnTo>
                  <a:lnTo>
                    <a:pt x="2557855" y="947016"/>
                  </a:lnTo>
                  <a:lnTo>
                    <a:pt x="2614262" y="945432"/>
                  </a:lnTo>
                  <a:lnTo>
                    <a:pt x="2667764" y="943692"/>
                  </a:lnTo>
                  <a:lnTo>
                    <a:pt x="2702183" y="942440"/>
                  </a:lnTo>
                  <a:lnTo>
                    <a:pt x="2763784" y="939937"/>
                  </a:lnTo>
                  <a:lnTo>
                    <a:pt x="2823465" y="937182"/>
                  </a:lnTo>
                  <a:lnTo>
                    <a:pt x="2881940" y="934172"/>
                  </a:lnTo>
                  <a:lnTo>
                    <a:pt x="2939736" y="930912"/>
                  </a:lnTo>
                  <a:lnTo>
                    <a:pt x="2997223" y="927415"/>
                  </a:lnTo>
                  <a:lnTo>
                    <a:pt x="3054643" y="923705"/>
                  </a:lnTo>
                  <a:lnTo>
                    <a:pt x="3112131" y="919815"/>
                  </a:lnTo>
                  <a:lnTo>
                    <a:pt x="3169736" y="915788"/>
                  </a:lnTo>
                  <a:lnTo>
                    <a:pt x="3227441" y="911673"/>
                  </a:lnTo>
                  <a:lnTo>
                    <a:pt x="3285187" y="907526"/>
                  </a:lnTo>
                  <a:lnTo>
                    <a:pt x="3342904" y="903402"/>
                  </a:lnTo>
                  <a:lnTo>
                    <a:pt x="3400528" y="899357"/>
                  </a:lnTo>
                  <a:lnTo>
                    <a:pt x="3458035" y="895440"/>
                  </a:lnTo>
                  <a:lnTo>
                    <a:pt x="3515460" y="891697"/>
                  </a:lnTo>
                  <a:lnTo>
                    <a:pt x="3572921" y="888162"/>
                  </a:lnTo>
                  <a:lnTo>
                    <a:pt x="3630643" y="884860"/>
                  </a:lnTo>
                  <a:lnTo>
                    <a:pt x="3688971" y="881807"/>
                  </a:lnTo>
                  <a:lnTo>
                    <a:pt x="3748403" y="879010"/>
                  </a:lnTo>
                  <a:lnTo>
                    <a:pt x="3809620" y="876465"/>
                  </a:lnTo>
                  <a:lnTo>
                    <a:pt x="3820202" y="876059"/>
                  </a:lnTo>
                  <a:lnTo>
                    <a:pt x="3872136" y="874211"/>
                  </a:lnTo>
                  <a:lnTo>
                    <a:pt x="3926527" y="872523"/>
                  </a:lnTo>
                  <a:lnTo>
                    <a:pt x="3984061" y="870990"/>
                  </a:lnTo>
                  <a:lnTo>
                    <a:pt x="4045491" y="869601"/>
                  </a:lnTo>
                  <a:lnTo>
                    <a:pt x="4111598" y="868343"/>
                  </a:lnTo>
                  <a:lnTo>
                    <a:pt x="4183147" y="867202"/>
                  </a:lnTo>
                  <a:lnTo>
                    <a:pt x="4260834" y="866164"/>
                  </a:lnTo>
                  <a:lnTo>
                    <a:pt x="4345221" y="865220"/>
                  </a:lnTo>
                  <a:lnTo>
                    <a:pt x="4436638" y="864360"/>
                  </a:lnTo>
                  <a:lnTo>
                    <a:pt x="4535066" y="863576"/>
                  </a:lnTo>
                  <a:lnTo>
                    <a:pt x="4640000" y="862864"/>
                  </a:lnTo>
                  <a:lnTo>
                    <a:pt x="4750297" y="862221"/>
                  </a:lnTo>
                  <a:lnTo>
                    <a:pt x="4864057" y="861646"/>
                  </a:lnTo>
                  <a:lnTo>
                    <a:pt x="4978559" y="861140"/>
                  </a:lnTo>
                  <a:lnTo>
                    <a:pt x="5090340" y="860704"/>
                  </a:lnTo>
                  <a:lnTo>
                    <a:pt x="5195430" y="860341"/>
                  </a:lnTo>
                  <a:lnTo>
                    <a:pt x="5289787" y="860048"/>
                  </a:lnTo>
                  <a:lnTo>
                    <a:pt x="5369858" y="859825"/>
                  </a:lnTo>
                  <a:lnTo>
                    <a:pt x="5433174" y="859665"/>
                  </a:lnTo>
                  <a:lnTo>
                    <a:pt x="5478818" y="859561"/>
                  </a:lnTo>
                  <a:lnTo>
                    <a:pt x="5507665" y="859500"/>
                  </a:lnTo>
                  <a:lnTo>
                    <a:pt x="5522355" y="859472"/>
                  </a:lnTo>
                  <a:lnTo>
                    <a:pt x="5527102" y="859464"/>
                  </a:lnTo>
                  <a:lnTo>
                    <a:pt x="5527445" y="859463"/>
                  </a:lnTo>
                  <a:lnTo>
                    <a:pt x="6522385" y="859463"/>
                  </a:lnTo>
                  <a:lnTo>
                    <a:pt x="6523516" y="859447"/>
                  </a:lnTo>
                  <a:lnTo>
                    <a:pt x="6530978" y="859332"/>
                  </a:lnTo>
                  <a:lnTo>
                    <a:pt x="6549891" y="859012"/>
                  </a:lnTo>
                  <a:lnTo>
                    <a:pt x="6583958" y="858383"/>
                  </a:lnTo>
                  <a:lnTo>
                    <a:pt x="6635248" y="857342"/>
                  </a:lnTo>
                  <a:lnTo>
                    <a:pt x="6704045" y="855805"/>
                  </a:lnTo>
                  <a:lnTo>
                    <a:pt x="6788897" y="853707"/>
                  </a:lnTo>
                  <a:lnTo>
                    <a:pt x="6886941" y="851010"/>
                  </a:lnTo>
                  <a:lnTo>
                    <a:pt x="6994422" y="847699"/>
                  </a:lnTo>
                  <a:lnTo>
                    <a:pt x="7107283" y="843778"/>
                  </a:lnTo>
                  <a:lnTo>
                    <a:pt x="7221698" y="839258"/>
                  </a:lnTo>
                  <a:lnTo>
                    <a:pt x="7334435" y="834151"/>
                  </a:lnTo>
                  <a:lnTo>
                    <a:pt x="7443044" y="828460"/>
                  </a:lnTo>
                  <a:lnTo>
                    <a:pt x="7545878" y="822174"/>
                  </a:lnTo>
                  <a:lnTo>
                    <a:pt x="7642012" y="815264"/>
                  </a:lnTo>
                  <a:lnTo>
                    <a:pt x="7731107" y="807683"/>
                  </a:lnTo>
                  <a:lnTo>
                    <a:pt x="7813266" y="799364"/>
                  </a:lnTo>
                  <a:lnTo>
                    <a:pt x="7888899" y="790222"/>
                  </a:lnTo>
                  <a:lnTo>
                    <a:pt x="7958613" y="780157"/>
                  </a:lnTo>
                  <a:lnTo>
                    <a:pt x="8023128" y="769058"/>
                  </a:lnTo>
                  <a:lnTo>
                    <a:pt x="8083215" y="756807"/>
                  </a:lnTo>
                  <a:lnTo>
                    <a:pt x="8139645" y="743296"/>
                  </a:lnTo>
                  <a:lnTo>
                    <a:pt x="8193155" y="728441"/>
                  </a:lnTo>
                  <a:lnTo>
                    <a:pt x="8229629" y="717093"/>
                  </a:lnTo>
                  <a:lnTo>
                    <a:pt x="8287887" y="696858"/>
                  </a:lnTo>
                  <a:lnTo>
                    <a:pt x="8344391" y="674702"/>
                  </a:lnTo>
                  <a:lnTo>
                    <a:pt x="8399760" y="650592"/>
                  </a:lnTo>
                  <a:lnTo>
                    <a:pt x="8454456" y="624551"/>
                  </a:lnTo>
                  <a:lnTo>
                    <a:pt x="8508815" y="596666"/>
                  </a:lnTo>
                  <a:lnTo>
                    <a:pt x="8563066" y="567091"/>
                  </a:lnTo>
                  <a:lnTo>
                    <a:pt x="8617348" y="536047"/>
                  </a:lnTo>
                  <a:lnTo>
                    <a:pt x="8671725" y="503819"/>
                  </a:lnTo>
                  <a:lnTo>
                    <a:pt x="8726205" y="470748"/>
                  </a:lnTo>
                  <a:lnTo>
                    <a:pt x="8780752" y="437214"/>
                  </a:lnTo>
                  <a:lnTo>
                    <a:pt x="8835307" y="403620"/>
                  </a:lnTo>
                  <a:lnTo>
                    <a:pt x="8889811" y="370375"/>
                  </a:lnTo>
                  <a:lnTo>
                    <a:pt x="8944220" y="337866"/>
                  </a:lnTo>
                  <a:lnTo>
                    <a:pt x="8998526" y="306448"/>
                  </a:lnTo>
                  <a:lnTo>
                    <a:pt x="9052775" y="276422"/>
                  </a:lnTo>
                  <a:lnTo>
                    <a:pt x="9107083" y="248030"/>
                  </a:lnTo>
                  <a:lnTo>
                    <a:pt x="9161652" y="221444"/>
                  </a:lnTo>
                  <a:lnTo>
                    <a:pt x="9216785" y="196771"/>
                  </a:lnTo>
                  <a:lnTo>
                    <a:pt x="9272905" y="174051"/>
                  </a:lnTo>
                  <a:lnTo>
                    <a:pt x="9330582" y="153267"/>
                  </a:lnTo>
                  <a:lnTo>
                    <a:pt x="9347647" y="147611"/>
                  </a:lnTo>
                  <a:lnTo>
                    <a:pt x="9399491" y="131781"/>
                  </a:lnTo>
                  <a:lnTo>
                    <a:pt x="9453782" y="117324"/>
                  </a:lnTo>
                  <a:lnTo>
                    <a:pt x="9511202" y="104192"/>
                  </a:lnTo>
                  <a:lnTo>
                    <a:pt x="9572502" y="92289"/>
                  </a:lnTo>
                  <a:lnTo>
                    <a:pt x="9638457" y="81504"/>
                  </a:lnTo>
                  <a:lnTo>
                    <a:pt x="9709829" y="71720"/>
                  </a:lnTo>
                  <a:lnTo>
                    <a:pt x="9787313" y="62828"/>
                  </a:lnTo>
                  <a:lnTo>
                    <a:pt x="9871467" y="54733"/>
                  </a:lnTo>
                  <a:lnTo>
                    <a:pt x="9962625" y="47354"/>
                  </a:lnTo>
                  <a:lnTo>
                    <a:pt x="10060774" y="40630"/>
                  </a:lnTo>
                  <a:lnTo>
                    <a:pt x="10165420" y="34520"/>
                  </a:lnTo>
                  <a:lnTo>
                    <a:pt x="10275441" y="29000"/>
                  </a:lnTo>
                  <a:lnTo>
                    <a:pt x="10388958" y="24064"/>
                  </a:lnTo>
                  <a:lnTo>
                    <a:pt x="10503285" y="19718"/>
                  </a:lnTo>
                  <a:lnTo>
                    <a:pt x="10614989" y="15974"/>
                  </a:lnTo>
                  <a:lnTo>
                    <a:pt x="10720130" y="12843"/>
                  </a:lnTo>
                  <a:lnTo>
                    <a:pt x="10814680" y="10323"/>
                  </a:lnTo>
                  <a:lnTo>
                    <a:pt x="10895084" y="8394"/>
                  </a:lnTo>
                  <a:lnTo>
                    <a:pt x="10958843" y="7009"/>
                  </a:lnTo>
                  <a:lnTo>
                    <a:pt x="11004993" y="6099"/>
                  </a:lnTo>
                  <a:lnTo>
                    <a:pt x="11034341" y="5571"/>
                  </a:lnTo>
                  <a:lnTo>
                    <a:pt x="11049459" y="5322"/>
                  </a:lnTo>
                  <a:lnTo>
                    <a:pt x="11054484" y="524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0" y="16"/>
                  </a:lnTo>
                  <a:lnTo>
                    <a:pt x="11046298" y="131"/>
                  </a:lnTo>
                  <a:lnTo>
                    <a:pt x="11027386" y="451"/>
                  </a:lnTo>
                  <a:lnTo>
                    <a:pt x="10993319" y="1080"/>
                  </a:lnTo>
                  <a:lnTo>
                    <a:pt x="10942028" y="2121"/>
                  </a:lnTo>
                  <a:lnTo>
                    <a:pt x="10873232" y="3658"/>
                  </a:lnTo>
                  <a:lnTo>
                    <a:pt x="10788380" y="5756"/>
                  </a:lnTo>
                  <a:lnTo>
                    <a:pt x="10690335" y="8453"/>
                  </a:lnTo>
                  <a:lnTo>
                    <a:pt x="10582855" y="11764"/>
                  </a:lnTo>
                  <a:lnTo>
                    <a:pt x="10469993" y="15685"/>
                  </a:lnTo>
                  <a:lnTo>
                    <a:pt x="10355578" y="20205"/>
                  </a:lnTo>
                  <a:lnTo>
                    <a:pt x="10242841" y="25312"/>
                  </a:lnTo>
                  <a:lnTo>
                    <a:pt x="10134232" y="31003"/>
                  </a:lnTo>
                  <a:lnTo>
                    <a:pt x="10031398" y="37289"/>
                  </a:lnTo>
                  <a:lnTo>
                    <a:pt x="9935265" y="44199"/>
                  </a:lnTo>
                  <a:lnTo>
                    <a:pt x="9846169" y="51780"/>
                  </a:lnTo>
                  <a:lnTo>
                    <a:pt x="9764010" y="60099"/>
                  </a:lnTo>
                  <a:lnTo>
                    <a:pt x="9688377" y="69241"/>
                  </a:lnTo>
                  <a:lnTo>
                    <a:pt x="9618663" y="79305"/>
                  </a:lnTo>
                  <a:lnTo>
                    <a:pt x="9554148" y="90405"/>
                  </a:lnTo>
                  <a:lnTo>
                    <a:pt x="9494062" y="102656"/>
                  </a:lnTo>
                  <a:lnTo>
                    <a:pt x="9437631" y="116167"/>
                  </a:lnTo>
                  <a:lnTo>
                    <a:pt x="9384122" y="131022"/>
                  </a:lnTo>
                  <a:lnTo>
                    <a:pt x="9347647" y="142370"/>
                  </a:lnTo>
                  <a:lnTo>
                    <a:pt x="9289390" y="162605"/>
                  </a:lnTo>
                  <a:lnTo>
                    <a:pt x="9232885" y="184761"/>
                  </a:lnTo>
                  <a:lnTo>
                    <a:pt x="9177516" y="208871"/>
                  </a:lnTo>
                  <a:lnTo>
                    <a:pt x="9122820" y="234912"/>
                  </a:lnTo>
                  <a:lnTo>
                    <a:pt x="9068462" y="262797"/>
                  </a:lnTo>
                  <a:lnTo>
                    <a:pt x="9014211" y="292372"/>
                  </a:lnTo>
                  <a:lnTo>
                    <a:pt x="8959929" y="323416"/>
                  </a:lnTo>
                  <a:lnTo>
                    <a:pt x="8905551" y="355644"/>
                  </a:lnTo>
                  <a:lnTo>
                    <a:pt x="8851071" y="388715"/>
                  </a:lnTo>
                  <a:lnTo>
                    <a:pt x="8796525" y="422249"/>
                  </a:lnTo>
                  <a:lnTo>
                    <a:pt x="8741970" y="455843"/>
                  </a:lnTo>
                  <a:lnTo>
                    <a:pt x="8687466" y="489088"/>
                  </a:lnTo>
                  <a:lnTo>
                    <a:pt x="8633057" y="521597"/>
                  </a:lnTo>
                  <a:lnTo>
                    <a:pt x="8578751" y="553015"/>
                  </a:lnTo>
                  <a:lnTo>
                    <a:pt x="8524502" y="583041"/>
                  </a:lnTo>
                  <a:lnTo>
                    <a:pt x="8470193" y="611433"/>
                  </a:lnTo>
                  <a:lnTo>
                    <a:pt x="8415624" y="638019"/>
                  </a:lnTo>
                  <a:lnTo>
                    <a:pt x="8360492" y="662692"/>
                  </a:lnTo>
                  <a:lnTo>
                    <a:pt x="8304372" y="685412"/>
                  </a:lnTo>
                  <a:lnTo>
                    <a:pt x="8246695" y="706196"/>
                  </a:lnTo>
                  <a:lnTo>
                    <a:pt x="8229629" y="711852"/>
                  </a:lnTo>
                  <a:lnTo>
                    <a:pt x="8177785" y="727682"/>
                  </a:lnTo>
                  <a:lnTo>
                    <a:pt x="8123494" y="742138"/>
                  </a:lnTo>
                  <a:lnTo>
                    <a:pt x="8066074" y="755271"/>
                  </a:lnTo>
                  <a:lnTo>
                    <a:pt x="8004775" y="767174"/>
                  </a:lnTo>
                  <a:lnTo>
                    <a:pt x="7938819" y="777959"/>
                  </a:lnTo>
                  <a:lnTo>
                    <a:pt x="7867447" y="787743"/>
                  </a:lnTo>
                  <a:lnTo>
                    <a:pt x="7789964" y="796634"/>
                  </a:lnTo>
                  <a:lnTo>
                    <a:pt x="7705809" y="804730"/>
                  </a:lnTo>
                  <a:lnTo>
                    <a:pt x="7614652" y="812109"/>
                  </a:lnTo>
                  <a:lnTo>
                    <a:pt x="7516502" y="818833"/>
                  </a:lnTo>
                  <a:lnTo>
                    <a:pt x="7411856" y="824943"/>
                  </a:lnTo>
                  <a:lnTo>
                    <a:pt x="7301836" y="830463"/>
                  </a:lnTo>
                  <a:lnTo>
                    <a:pt x="7188319" y="835399"/>
                  </a:lnTo>
                  <a:lnTo>
                    <a:pt x="7073992" y="839745"/>
                  </a:lnTo>
                  <a:lnTo>
                    <a:pt x="6962288" y="843489"/>
                  </a:lnTo>
                  <a:lnTo>
                    <a:pt x="6857147" y="846620"/>
                  </a:lnTo>
                  <a:lnTo>
                    <a:pt x="6762596" y="849140"/>
                  </a:lnTo>
                  <a:lnTo>
                    <a:pt x="6682193" y="851069"/>
                  </a:lnTo>
                  <a:lnTo>
                    <a:pt x="6618433" y="852454"/>
                  </a:lnTo>
                  <a:lnTo>
                    <a:pt x="6572284" y="853364"/>
                  </a:lnTo>
                  <a:lnTo>
                    <a:pt x="6542935" y="853892"/>
                  </a:lnTo>
                  <a:lnTo>
                    <a:pt x="6527817" y="854141"/>
                  </a:lnTo>
                  <a:lnTo>
                    <a:pt x="6522793" y="854217"/>
                  </a:lnTo>
                  <a:lnTo>
                    <a:pt x="6522385" y="854223"/>
                  </a:lnTo>
                  <a:lnTo>
                    <a:pt x="5527445" y="854223"/>
                  </a:lnTo>
                  <a:lnTo>
                    <a:pt x="5526309" y="854225"/>
                  </a:lnTo>
                  <a:lnTo>
                    <a:pt x="5518810" y="854238"/>
                  </a:lnTo>
                  <a:lnTo>
                    <a:pt x="5499806" y="854276"/>
                  </a:lnTo>
                  <a:lnTo>
                    <a:pt x="5465582" y="854349"/>
                  </a:lnTo>
                  <a:lnTo>
                    <a:pt x="5414067" y="854471"/>
                  </a:lnTo>
                  <a:lnTo>
                    <a:pt x="5344993" y="854651"/>
                  </a:lnTo>
                  <a:lnTo>
                    <a:pt x="5259831" y="854897"/>
                  </a:lnTo>
                  <a:lnTo>
                    <a:pt x="5161473" y="855213"/>
                  </a:lnTo>
                  <a:lnTo>
                    <a:pt x="5053702" y="855601"/>
                  </a:lnTo>
                  <a:lnTo>
                    <a:pt x="4940593" y="856060"/>
                  </a:lnTo>
                  <a:lnTo>
                    <a:pt x="4825987" y="856589"/>
                  </a:lnTo>
                  <a:lnTo>
                    <a:pt x="4713118" y="857186"/>
                  </a:lnTo>
                  <a:lnTo>
                    <a:pt x="4604432" y="857852"/>
                  </a:lnTo>
                  <a:lnTo>
                    <a:pt x="4501570" y="858588"/>
                  </a:lnTo>
                  <a:lnTo>
                    <a:pt x="4405445" y="859397"/>
                  </a:lnTo>
                  <a:lnTo>
                    <a:pt x="4316384" y="860284"/>
                  </a:lnTo>
                  <a:lnTo>
                    <a:pt x="4234276" y="861258"/>
                  </a:lnTo>
                  <a:lnTo>
                    <a:pt x="4158700" y="862328"/>
                  </a:lnTo>
                  <a:lnTo>
                    <a:pt x="4089043" y="863507"/>
                  </a:lnTo>
                  <a:lnTo>
                    <a:pt x="4024578" y="864807"/>
                  </a:lnTo>
                  <a:lnTo>
                    <a:pt x="3964530" y="866243"/>
                  </a:lnTo>
                  <a:lnTo>
                    <a:pt x="3908123" y="867826"/>
                  </a:lnTo>
                  <a:lnTo>
                    <a:pt x="3854621" y="869567"/>
                  </a:lnTo>
                  <a:lnTo>
                    <a:pt x="3820202" y="870818"/>
                  </a:lnTo>
                  <a:lnTo>
                    <a:pt x="3758601" y="873322"/>
                  </a:lnTo>
                  <a:lnTo>
                    <a:pt x="3698920" y="876076"/>
                  </a:lnTo>
                  <a:lnTo>
                    <a:pt x="3640445" y="879086"/>
                  </a:lnTo>
                  <a:lnTo>
                    <a:pt x="3582649" y="882346"/>
                  </a:lnTo>
                  <a:lnTo>
                    <a:pt x="3525162" y="885844"/>
                  </a:lnTo>
                  <a:lnTo>
                    <a:pt x="3467742" y="889554"/>
                  </a:lnTo>
                  <a:lnTo>
                    <a:pt x="3410254" y="893444"/>
                  </a:lnTo>
                  <a:lnTo>
                    <a:pt x="3352649" y="897471"/>
                  </a:lnTo>
                  <a:lnTo>
                    <a:pt x="3294944" y="901585"/>
                  </a:lnTo>
                  <a:lnTo>
                    <a:pt x="3237198" y="905733"/>
                  </a:lnTo>
                  <a:lnTo>
                    <a:pt x="3179481" y="909856"/>
                  </a:lnTo>
                  <a:lnTo>
                    <a:pt x="3121857" y="913902"/>
                  </a:lnTo>
                  <a:lnTo>
                    <a:pt x="3064350" y="917818"/>
                  </a:lnTo>
                  <a:lnTo>
                    <a:pt x="3006925" y="921561"/>
                  </a:lnTo>
                  <a:lnTo>
                    <a:pt x="2949464" y="925097"/>
                  </a:lnTo>
                  <a:lnTo>
                    <a:pt x="2891742" y="928398"/>
                  </a:lnTo>
                  <a:lnTo>
                    <a:pt x="2833414" y="931451"/>
                  </a:lnTo>
                  <a:lnTo>
                    <a:pt x="2773982" y="934249"/>
                  </a:lnTo>
                  <a:lnTo>
                    <a:pt x="2712765" y="936794"/>
                  </a:lnTo>
                  <a:lnTo>
                    <a:pt x="2702183" y="937200"/>
                  </a:lnTo>
                  <a:lnTo>
                    <a:pt x="2650249" y="939048"/>
                  </a:lnTo>
                  <a:lnTo>
                    <a:pt x="2595858" y="940735"/>
                  </a:lnTo>
                  <a:lnTo>
                    <a:pt x="2538324" y="942268"/>
                  </a:lnTo>
                  <a:lnTo>
                    <a:pt x="2476894" y="943657"/>
                  </a:lnTo>
                  <a:lnTo>
                    <a:pt x="2410787" y="944915"/>
                  </a:lnTo>
                  <a:lnTo>
                    <a:pt x="2339238" y="946057"/>
                  </a:lnTo>
                  <a:lnTo>
                    <a:pt x="2261551" y="947094"/>
                  </a:lnTo>
                  <a:lnTo>
                    <a:pt x="2177164" y="948038"/>
                  </a:lnTo>
                  <a:lnTo>
                    <a:pt x="2085747" y="948899"/>
                  </a:lnTo>
                  <a:lnTo>
                    <a:pt x="1987319" y="949682"/>
                  </a:lnTo>
                  <a:lnTo>
                    <a:pt x="1882385" y="950395"/>
                  </a:lnTo>
                  <a:lnTo>
                    <a:pt x="1772088" y="951038"/>
                  </a:lnTo>
                  <a:lnTo>
                    <a:pt x="1658328" y="951613"/>
                  </a:lnTo>
                  <a:lnTo>
                    <a:pt x="1543826" y="952119"/>
                  </a:lnTo>
                  <a:lnTo>
                    <a:pt x="1432045" y="952554"/>
                  </a:lnTo>
                  <a:lnTo>
                    <a:pt x="1326955" y="952918"/>
                  </a:lnTo>
                  <a:lnTo>
                    <a:pt x="1232598" y="953210"/>
                  </a:lnTo>
                  <a:lnTo>
                    <a:pt x="1152527" y="953433"/>
                  </a:lnTo>
                  <a:lnTo>
                    <a:pt x="1089211" y="953593"/>
                  </a:lnTo>
                  <a:lnTo>
                    <a:pt x="1043567" y="953698"/>
                  </a:lnTo>
                  <a:lnTo>
                    <a:pt x="1014720" y="953758"/>
                  </a:lnTo>
                  <a:lnTo>
                    <a:pt x="1000030" y="953786"/>
                  </a:lnTo>
                  <a:lnTo>
                    <a:pt x="995283" y="953794"/>
                  </a:lnTo>
                  <a:lnTo>
                    <a:pt x="994940" y="953795"/>
                  </a:lnTo>
                  <a:lnTo>
                    <a:pt x="0" y="953795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21" name="pl1620"/>
            <p:cNvSpPr/>
            <p:nvPr/>
          </p:nvSpPr>
          <p:spPr>
            <a:xfrm>
              <a:off x="1199187" y="4601112"/>
              <a:ext cx="12049831" cy="953795"/>
            </a:xfrm>
            <a:custGeom>
              <a:avLst/>
              <a:pathLst>
                <a:path w="12049831" h="953795">
                  <a:moveTo>
                    <a:pt x="0" y="953795"/>
                  </a:moveTo>
                  <a:lnTo>
                    <a:pt x="994940" y="953795"/>
                  </a:lnTo>
                  <a:lnTo>
                    <a:pt x="996076" y="953793"/>
                  </a:lnTo>
                  <a:lnTo>
                    <a:pt x="1003575" y="953779"/>
                  </a:lnTo>
                  <a:lnTo>
                    <a:pt x="1022579" y="953742"/>
                  </a:lnTo>
                  <a:lnTo>
                    <a:pt x="1056803" y="953668"/>
                  </a:lnTo>
                  <a:lnTo>
                    <a:pt x="1108318" y="953546"/>
                  </a:lnTo>
                  <a:lnTo>
                    <a:pt x="1177392" y="953366"/>
                  </a:lnTo>
                  <a:lnTo>
                    <a:pt x="1262554" y="953121"/>
                  </a:lnTo>
                  <a:lnTo>
                    <a:pt x="1360912" y="952805"/>
                  </a:lnTo>
                  <a:lnTo>
                    <a:pt x="1468683" y="952417"/>
                  </a:lnTo>
                  <a:lnTo>
                    <a:pt x="1581792" y="951958"/>
                  </a:lnTo>
                  <a:lnTo>
                    <a:pt x="1696398" y="951429"/>
                  </a:lnTo>
                  <a:lnTo>
                    <a:pt x="1809267" y="950831"/>
                  </a:lnTo>
                  <a:lnTo>
                    <a:pt x="1917953" y="950166"/>
                  </a:lnTo>
                  <a:lnTo>
                    <a:pt x="2020815" y="949430"/>
                  </a:lnTo>
                  <a:lnTo>
                    <a:pt x="2116940" y="948621"/>
                  </a:lnTo>
                  <a:lnTo>
                    <a:pt x="2206001" y="947734"/>
                  </a:lnTo>
                  <a:lnTo>
                    <a:pt x="2288109" y="946760"/>
                  </a:lnTo>
                  <a:lnTo>
                    <a:pt x="2363685" y="945689"/>
                  </a:lnTo>
                  <a:lnTo>
                    <a:pt x="2433342" y="944511"/>
                  </a:lnTo>
                  <a:lnTo>
                    <a:pt x="2497807" y="943210"/>
                  </a:lnTo>
                  <a:lnTo>
                    <a:pt x="2557855" y="941775"/>
                  </a:lnTo>
                  <a:lnTo>
                    <a:pt x="2614262" y="940192"/>
                  </a:lnTo>
                  <a:lnTo>
                    <a:pt x="2667764" y="938451"/>
                  </a:lnTo>
                  <a:lnTo>
                    <a:pt x="2702183" y="937200"/>
                  </a:lnTo>
                  <a:lnTo>
                    <a:pt x="2763784" y="934696"/>
                  </a:lnTo>
                  <a:lnTo>
                    <a:pt x="2823465" y="931942"/>
                  </a:lnTo>
                  <a:lnTo>
                    <a:pt x="2881940" y="928932"/>
                  </a:lnTo>
                  <a:lnTo>
                    <a:pt x="2939736" y="925671"/>
                  </a:lnTo>
                  <a:lnTo>
                    <a:pt x="2997223" y="922174"/>
                  </a:lnTo>
                  <a:lnTo>
                    <a:pt x="3054643" y="918464"/>
                  </a:lnTo>
                  <a:lnTo>
                    <a:pt x="3112131" y="914574"/>
                  </a:lnTo>
                  <a:lnTo>
                    <a:pt x="3169736" y="910547"/>
                  </a:lnTo>
                  <a:lnTo>
                    <a:pt x="3227441" y="906433"/>
                  </a:lnTo>
                  <a:lnTo>
                    <a:pt x="3285187" y="902285"/>
                  </a:lnTo>
                  <a:lnTo>
                    <a:pt x="3342904" y="898161"/>
                  </a:lnTo>
                  <a:lnTo>
                    <a:pt x="3400528" y="894116"/>
                  </a:lnTo>
                  <a:lnTo>
                    <a:pt x="3458035" y="890200"/>
                  </a:lnTo>
                  <a:lnTo>
                    <a:pt x="3515460" y="886456"/>
                  </a:lnTo>
                  <a:lnTo>
                    <a:pt x="3572921" y="882921"/>
                  </a:lnTo>
                  <a:lnTo>
                    <a:pt x="3630643" y="879620"/>
                  </a:lnTo>
                  <a:lnTo>
                    <a:pt x="3688971" y="876567"/>
                  </a:lnTo>
                  <a:lnTo>
                    <a:pt x="3748403" y="873769"/>
                  </a:lnTo>
                  <a:lnTo>
                    <a:pt x="3809620" y="871224"/>
                  </a:lnTo>
                  <a:lnTo>
                    <a:pt x="3820202" y="870818"/>
                  </a:lnTo>
                  <a:lnTo>
                    <a:pt x="3872136" y="868970"/>
                  </a:lnTo>
                  <a:lnTo>
                    <a:pt x="3926527" y="867282"/>
                  </a:lnTo>
                  <a:lnTo>
                    <a:pt x="3984061" y="865750"/>
                  </a:lnTo>
                  <a:lnTo>
                    <a:pt x="4045491" y="864361"/>
                  </a:lnTo>
                  <a:lnTo>
                    <a:pt x="4111598" y="863102"/>
                  </a:lnTo>
                  <a:lnTo>
                    <a:pt x="4183147" y="861961"/>
                  </a:lnTo>
                  <a:lnTo>
                    <a:pt x="4260834" y="860924"/>
                  </a:lnTo>
                  <a:lnTo>
                    <a:pt x="4345221" y="859980"/>
                  </a:lnTo>
                  <a:lnTo>
                    <a:pt x="4436638" y="859119"/>
                  </a:lnTo>
                  <a:lnTo>
                    <a:pt x="4535066" y="858335"/>
                  </a:lnTo>
                  <a:lnTo>
                    <a:pt x="4640000" y="857623"/>
                  </a:lnTo>
                  <a:lnTo>
                    <a:pt x="4750297" y="856980"/>
                  </a:lnTo>
                  <a:lnTo>
                    <a:pt x="4864057" y="856405"/>
                  </a:lnTo>
                  <a:lnTo>
                    <a:pt x="4978559" y="855899"/>
                  </a:lnTo>
                  <a:lnTo>
                    <a:pt x="5090340" y="855464"/>
                  </a:lnTo>
                  <a:lnTo>
                    <a:pt x="5195430" y="855100"/>
                  </a:lnTo>
                  <a:lnTo>
                    <a:pt x="5289787" y="854808"/>
                  </a:lnTo>
                  <a:lnTo>
                    <a:pt x="5369858" y="854585"/>
                  </a:lnTo>
                  <a:lnTo>
                    <a:pt x="5433174" y="854425"/>
                  </a:lnTo>
                  <a:lnTo>
                    <a:pt x="5478818" y="854320"/>
                  </a:lnTo>
                  <a:lnTo>
                    <a:pt x="5507665" y="854260"/>
                  </a:lnTo>
                  <a:lnTo>
                    <a:pt x="5522355" y="854232"/>
                  </a:lnTo>
                  <a:lnTo>
                    <a:pt x="5527102" y="854223"/>
                  </a:lnTo>
                  <a:lnTo>
                    <a:pt x="5527445" y="854223"/>
                  </a:lnTo>
                  <a:lnTo>
                    <a:pt x="6522385" y="854223"/>
                  </a:lnTo>
                  <a:lnTo>
                    <a:pt x="6523516" y="854207"/>
                  </a:lnTo>
                  <a:lnTo>
                    <a:pt x="6530978" y="854091"/>
                  </a:lnTo>
                  <a:lnTo>
                    <a:pt x="6549891" y="853772"/>
                  </a:lnTo>
                  <a:lnTo>
                    <a:pt x="6583958" y="853142"/>
                  </a:lnTo>
                  <a:lnTo>
                    <a:pt x="6635248" y="852102"/>
                  </a:lnTo>
                  <a:lnTo>
                    <a:pt x="6704045" y="850565"/>
                  </a:lnTo>
                  <a:lnTo>
                    <a:pt x="6788897" y="848466"/>
                  </a:lnTo>
                  <a:lnTo>
                    <a:pt x="6886941" y="845769"/>
                  </a:lnTo>
                  <a:lnTo>
                    <a:pt x="6994422" y="842458"/>
                  </a:lnTo>
                  <a:lnTo>
                    <a:pt x="7107283" y="838537"/>
                  </a:lnTo>
                  <a:lnTo>
                    <a:pt x="7221698" y="834017"/>
                  </a:lnTo>
                  <a:lnTo>
                    <a:pt x="7334435" y="828911"/>
                  </a:lnTo>
                  <a:lnTo>
                    <a:pt x="7443044" y="823220"/>
                  </a:lnTo>
                  <a:lnTo>
                    <a:pt x="7545878" y="816934"/>
                  </a:lnTo>
                  <a:lnTo>
                    <a:pt x="7642012" y="810024"/>
                  </a:lnTo>
                  <a:lnTo>
                    <a:pt x="7731107" y="802442"/>
                  </a:lnTo>
                  <a:lnTo>
                    <a:pt x="7813266" y="794123"/>
                  </a:lnTo>
                  <a:lnTo>
                    <a:pt x="7888899" y="784982"/>
                  </a:lnTo>
                  <a:lnTo>
                    <a:pt x="7958613" y="774917"/>
                  </a:lnTo>
                  <a:lnTo>
                    <a:pt x="8023128" y="763817"/>
                  </a:lnTo>
                  <a:lnTo>
                    <a:pt x="8083215" y="751567"/>
                  </a:lnTo>
                  <a:lnTo>
                    <a:pt x="8139645" y="738056"/>
                  </a:lnTo>
                  <a:lnTo>
                    <a:pt x="8193155" y="723200"/>
                  </a:lnTo>
                  <a:lnTo>
                    <a:pt x="8229629" y="711852"/>
                  </a:lnTo>
                  <a:lnTo>
                    <a:pt x="8287887" y="691618"/>
                  </a:lnTo>
                  <a:lnTo>
                    <a:pt x="8344391" y="669461"/>
                  </a:lnTo>
                  <a:lnTo>
                    <a:pt x="8399760" y="645351"/>
                  </a:lnTo>
                  <a:lnTo>
                    <a:pt x="8454456" y="619310"/>
                  </a:lnTo>
                  <a:lnTo>
                    <a:pt x="8508815" y="591426"/>
                  </a:lnTo>
                  <a:lnTo>
                    <a:pt x="8563066" y="561850"/>
                  </a:lnTo>
                  <a:lnTo>
                    <a:pt x="8617348" y="530806"/>
                  </a:lnTo>
                  <a:lnTo>
                    <a:pt x="8671725" y="498579"/>
                  </a:lnTo>
                  <a:lnTo>
                    <a:pt x="8726205" y="465507"/>
                  </a:lnTo>
                  <a:lnTo>
                    <a:pt x="8780752" y="431973"/>
                  </a:lnTo>
                  <a:lnTo>
                    <a:pt x="8835307" y="398380"/>
                  </a:lnTo>
                  <a:lnTo>
                    <a:pt x="8889811" y="365134"/>
                  </a:lnTo>
                  <a:lnTo>
                    <a:pt x="8944220" y="332625"/>
                  </a:lnTo>
                  <a:lnTo>
                    <a:pt x="8998526" y="301207"/>
                  </a:lnTo>
                  <a:lnTo>
                    <a:pt x="9052775" y="271182"/>
                  </a:lnTo>
                  <a:lnTo>
                    <a:pt x="9107083" y="242789"/>
                  </a:lnTo>
                  <a:lnTo>
                    <a:pt x="9161652" y="216204"/>
                  </a:lnTo>
                  <a:lnTo>
                    <a:pt x="9216785" y="191530"/>
                  </a:lnTo>
                  <a:lnTo>
                    <a:pt x="9272905" y="168810"/>
                  </a:lnTo>
                  <a:lnTo>
                    <a:pt x="9330582" y="148026"/>
                  </a:lnTo>
                  <a:lnTo>
                    <a:pt x="9347647" y="142370"/>
                  </a:lnTo>
                  <a:lnTo>
                    <a:pt x="9399491" y="126540"/>
                  </a:lnTo>
                  <a:lnTo>
                    <a:pt x="9453782" y="112084"/>
                  </a:lnTo>
                  <a:lnTo>
                    <a:pt x="9511202" y="98951"/>
                  </a:lnTo>
                  <a:lnTo>
                    <a:pt x="9572502" y="87049"/>
                  </a:lnTo>
                  <a:lnTo>
                    <a:pt x="9638457" y="76264"/>
                  </a:lnTo>
                  <a:lnTo>
                    <a:pt x="9709829" y="66480"/>
                  </a:lnTo>
                  <a:lnTo>
                    <a:pt x="9787313" y="57588"/>
                  </a:lnTo>
                  <a:lnTo>
                    <a:pt x="9871467" y="49492"/>
                  </a:lnTo>
                  <a:lnTo>
                    <a:pt x="9962625" y="42113"/>
                  </a:lnTo>
                  <a:lnTo>
                    <a:pt x="10060774" y="35390"/>
                  </a:lnTo>
                  <a:lnTo>
                    <a:pt x="10165420" y="29280"/>
                  </a:lnTo>
                  <a:lnTo>
                    <a:pt x="10275441" y="23760"/>
                  </a:lnTo>
                  <a:lnTo>
                    <a:pt x="10388958" y="18824"/>
                  </a:lnTo>
                  <a:lnTo>
                    <a:pt x="10503285" y="14477"/>
                  </a:lnTo>
                  <a:lnTo>
                    <a:pt x="10614989" y="10733"/>
                  </a:lnTo>
                  <a:lnTo>
                    <a:pt x="10720130" y="7602"/>
                  </a:lnTo>
                  <a:lnTo>
                    <a:pt x="10814680" y="5082"/>
                  </a:lnTo>
                  <a:lnTo>
                    <a:pt x="10895084" y="3153"/>
                  </a:lnTo>
                  <a:lnTo>
                    <a:pt x="10958843" y="1769"/>
                  </a:lnTo>
                  <a:lnTo>
                    <a:pt x="11004993" y="858"/>
                  </a:lnTo>
                  <a:lnTo>
                    <a:pt x="11034341" y="330"/>
                  </a:lnTo>
                  <a:lnTo>
                    <a:pt x="11049459" y="81"/>
                  </a:lnTo>
                  <a:lnTo>
                    <a:pt x="11054484" y="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2" name="pl1621"/>
            <p:cNvSpPr/>
            <p:nvPr/>
          </p:nvSpPr>
          <p:spPr>
            <a:xfrm>
              <a:off x="1199187" y="4595871"/>
              <a:ext cx="12049831" cy="953795"/>
            </a:xfrm>
            <a:custGeom>
              <a:avLst/>
              <a:pathLst>
                <a:path w="12049831" h="953795">
                  <a:moveTo>
                    <a:pt x="12049831" y="0"/>
                  </a:moveTo>
                  <a:lnTo>
                    <a:pt x="11054891" y="0"/>
                  </a:lnTo>
                  <a:lnTo>
                    <a:pt x="11053760" y="16"/>
                  </a:lnTo>
                  <a:lnTo>
                    <a:pt x="11046298" y="131"/>
                  </a:lnTo>
                  <a:lnTo>
                    <a:pt x="11027386" y="451"/>
                  </a:lnTo>
                  <a:lnTo>
                    <a:pt x="10993319" y="1080"/>
                  </a:lnTo>
                  <a:lnTo>
                    <a:pt x="10942028" y="2121"/>
                  </a:lnTo>
                  <a:lnTo>
                    <a:pt x="10873232" y="3658"/>
                  </a:lnTo>
                  <a:lnTo>
                    <a:pt x="10788380" y="5756"/>
                  </a:lnTo>
                  <a:lnTo>
                    <a:pt x="10690335" y="8453"/>
                  </a:lnTo>
                  <a:lnTo>
                    <a:pt x="10582855" y="11764"/>
                  </a:lnTo>
                  <a:lnTo>
                    <a:pt x="10469993" y="15685"/>
                  </a:lnTo>
                  <a:lnTo>
                    <a:pt x="10355578" y="20205"/>
                  </a:lnTo>
                  <a:lnTo>
                    <a:pt x="10242841" y="25312"/>
                  </a:lnTo>
                  <a:lnTo>
                    <a:pt x="10134232" y="31003"/>
                  </a:lnTo>
                  <a:lnTo>
                    <a:pt x="10031398" y="37289"/>
                  </a:lnTo>
                  <a:lnTo>
                    <a:pt x="9935265" y="44199"/>
                  </a:lnTo>
                  <a:lnTo>
                    <a:pt x="9846169" y="51780"/>
                  </a:lnTo>
                  <a:lnTo>
                    <a:pt x="9764010" y="60099"/>
                  </a:lnTo>
                  <a:lnTo>
                    <a:pt x="9688377" y="69241"/>
                  </a:lnTo>
                  <a:lnTo>
                    <a:pt x="9618663" y="79305"/>
                  </a:lnTo>
                  <a:lnTo>
                    <a:pt x="9554148" y="90405"/>
                  </a:lnTo>
                  <a:lnTo>
                    <a:pt x="9494062" y="102656"/>
                  </a:lnTo>
                  <a:lnTo>
                    <a:pt x="9437631" y="116167"/>
                  </a:lnTo>
                  <a:lnTo>
                    <a:pt x="9384122" y="131022"/>
                  </a:lnTo>
                  <a:lnTo>
                    <a:pt x="9347647" y="142370"/>
                  </a:lnTo>
                  <a:lnTo>
                    <a:pt x="9289390" y="162605"/>
                  </a:lnTo>
                  <a:lnTo>
                    <a:pt x="9232885" y="184761"/>
                  </a:lnTo>
                  <a:lnTo>
                    <a:pt x="9177516" y="208871"/>
                  </a:lnTo>
                  <a:lnTo>
                    <a:pt x="9122820" y="234912"/>
                  </a:lnTo>
                  <a:lnTo>
                    <a:pt x="9068462" y="262797"/>
                  </a:lnTo>
                  <a:lnTo>
                    <a:pt x="9014211" y="292372"/>
                  </a:lnTo>
                  <a:lnTo>
                    <a:pt x="8959929" y="323416"/>
                  </a:lnTo>
                  <a:lnTo>
                    <a:pt x="8905551" y="355644"/>
                  </a:lnTo>
                  <a:lnTo>
                    <a:pt x="8851071" y="388715"/>
                  </a:lnTo>
                  <a:lnTo>
                    <a:pt x="8796525" y="422249"/>
                  </a:lnTo>
                  <a:lnTo>
                    <a:pt x="8741970" y="455843"/>
                  </a:lnTo>
                  <a:lnTo>
                    <a:pt x="8687466" y="489088"/>
                  </a:lnTo>
                  <a:lnTo>
                    <a:pt x="8633057" y="521597"/>
                  </a:lnTo>
                  <a:lnTo>
                    <a:pt x="8578751" y="553015"/>
                  </a:lnTo>
                  <a:lnTo>
                    <a:pt x="8524502" y="583041"/>
                  </a:lnTo>
                  <a:lnTo>
                    <a:pt x="8470193" y="611433"/>
                  </a:lnTo>
                  <a:lnTo>
                    <a:pt x="8415624" y="638019"/>
                  </a:lnTo>
                  <a:lnTo>
                    <a:pt x="8360492" y="662692"/>
                  </a:lnTo>
                  <a:lnTo>
                    <a:pt x="8304372" y="685412"/>
                  </a:lnTo>
                  <a:lnTo>
                    <a:pt x="8246695" y="706196"/>
                  </a:lnTo>
                  <a:lnTo>
                    <a:pt x="8229629" y="711852"/>
                  </a:lnTo>
                  <a:lnTo>
                    <a:pt x="8177785" y="727682"/>
                  </a:lnTo>
                  <a:lnTo>
                    <a:pt x="8123494" y="742138"/>
                  </a:lnTo>
                  <a:lnTo>
                    <a:pt x="8066074" y="755271"/>
                  </a:lnTo>
                  <a:lnTo>
                    <a:pt x="8004775" y="767174"/>
                  </a:lnTo>
                  <a:lnTo>
                    <a:pt x="7938819" y="777959"/>
                  </a:lnTo>
                  <a:lnTo>
                    <a:pt x="7867447" y="787743"/>
                  </a:lnTo>
                  <a:lnTo>
                    <a:pt x="7789964" y="796634"/>
                  </a:lnTo>
                  <a:lnTo>
                    <a:pt x="7705809" y="804730"/>
                  </a:lnTo>
                  <a:lnTo>
                    <a:pt x="7614652" y="812109"/>
                  </a:lnTo>
                  <a:lnTo>
                    <a:pt x="7516502" y="818833"/>
                  </a:lnTo>
                  <a:lnTo>
                    <a:pt x="7411856" y="824943"/>
                  </a:lnTo>
                  <a:lnTo>
                    <a:pt x="7301836" y="830463"/>
                  </a:lnTo>
                  <a:lnTo>
                    <a:pt x="7188319" y="835399"/>
                  </a:lnTo>
                  <a:lnTo>
                    <a:pt x="7073992" y="839745"/>
                  </a:lnTo>
                  <a:lnTo>
                    <a:pt x="6962288" y="843489"/>
                  </a:lnTo>
                  <a:lnTo>
                    <a:pt x="6857147" y="846620"/>
                  </a:lnTo>
                  <a:lnTo>
                    <a:pt x="6762596" y="849140"/>
                  </a:lnTo>
                  <a:lnTo>
                    <a:pt x="6682193" y="851069"/>
                  </a:lnTo>
                  <a:lnTo>
                    <a:pt x="6618433" y="852454"/>
                  </a:lnTo>
                  <a:lnTo>
                    <a:pt x="6572284" y="853364"/>
                  </a:lnTo>
                  <a:lnTo>
                    <a:pt x="6542935" y="853892"/>
                  </a:lnTo>
                  <a:lnTo>
                    <a:pt x="6527817" y="854141"/>
                  </a:lnTo>
                  <a:lnTo>
                    <a:pt x="6522793" y="854217"/>
                  </a:lnTo>
                  <a:lnTo>
                    <a:pt x="6522385" y="854223"/>
                  </a:lnTo>
                  <a:lnTo>
                    <a:pt x="5527445" y="854223"/>
                  </a:lnTo>
                  <a:lnTo>
                    <a:pt x="5526309" y="854225"/>
                  </a:lnTo>
                  <a:lnTo>
                    <a:pt x="5518810" y="854238"/>
                  </a:lnTo>
                  <a:lnTo>
                    <a:pt x="5499806" y="854276"/>
                  </a:lnTo>
                  <a:lnTo>
                    <a:pt x="5465582" y="854349"/>
                  </a:lnTo>
                  <a:lnTo>
                    <a:pt x="5414067" y="854471"/>
                  </a:lnTo>
                  <a:lnTo>
                    <a:pt x="5344993" y="854651"/>
                  </a:lnTo>
                  <a:lnTo>
                    <a:pt x="5259831" y="854897"/>
                  </a:lnTo>
                  <a:lnTo>
                    <a:pt x="5161473" y="855213"/>
                  </a:lnTo>
                  <a:lnTo>
                    <a:pt x="5053702" y="855601"/>
                  </a:lnTo>
                  <a:lnTo>
                    <a:pt x="4940593" y="856060"/>
                  </a:lnTo>
                  <a:lnTo>
                    <a:pt x="4825987" y="856589"/>
                  </a:lnTo>
                  <a:lnTo>
                    <a:pt x="4713118" y="857186"/>
                  </a:lnTo>
                  <a:lnTo>
                    <a:pt x="4604432" y="857852"/>
                  </a:lnTo>
                  <a:lnTo>
                    <a:pt x="4501570" y="858588"/>
                  </a:lnTo>
                  <a:lnTo>
                    <a:pt x="4405445" y="859397"/>
                  </a:lnTo>
                  <a:lnTo>
                    <a:pt x="4316384" y="860284"/>
                  </a:lnTo>
                  <a:lnTo>
                    <a:pt x="4234276" y="861258"/>
                  </a:lnTo>
                  <a:lnTo>
                    <a:pt x="4158700" y="862328"/>
                  </a:lnTo>
                  <a:lnTo>
                    <a:pt x="4089043" y="863507"/>
                  </a:lnTo>
                  <a:lnTo>
                    <a:pt x="4024578" y="864807"/>
                  </a:lnTo>
                  <a:lnTo>
                    <a:pt x="3964530" y="866243"/>
                  </a:lnTo>
                  <a:lnTo>
                    <a:pt x="3908123" y="867826"/>
                  </a:lnTo>
                  <a:lnTo>
                    <a:pt x="3854621" y="869567"/>
                  </a:lnTo>
                  <a:lnTo>
                    <a:pt x="3820202" y="870818"/>
                  </a:lnTo>
                  <a:lnTo>
                    <a:pt x="3758601" y="873322"/>
                  </a:lnTo>
                  <a:lnTo>
                    <a:pt x="3698920" y="876076"/>
                  </a:lnTo>
                  <a:lnTo>
                    <a:pt x="3640445" y="879086"/>
                  </a:lnTo>
                  <a:lnTo>
                    <a:pt x="3582649" y="882346"/>
                  </a:lnTo>
                  <a:lnTo>
                    <a:pt x="3525162" y="885844"/>
                  </a:lnTo>
                  <a:lnTo>
                    <a:pt x="3467742" y="889554"/>
                  </a:lnTo>
                  <a:lnTo>
                    <a:pt x="3410254" y="893444"/>
                  </a:lnTo>
                  <a:lnTo>
                    <a:pt x="3352649" y="897471"/>
                  </a:lnTo>
                  <a:lnTo>
                    <a:pt x="3294944" y="901585"/>
                  </a:lnTo>
                  <a:lnTo>
                    <a:pt x="3237198" y="905733"/>
                  </a:lnTo>
                  <a:lnTo>
                    <a:pt x="3179481" y="909856"/>
                  </a:lnTo>
                  <a:lnTo>
                    <a:pt x="3121857" y="913902"/>
                  </a:lnTo>
                  <a:lnTo>
                    <a:pt x="3064350" y="917818"/>
                  </a:lnTo>
                  <a:lnTo>
                    <a:pt x="3006925" y="921561"/>
                  </a:lnTo>
                  <a:lnTo>
                    <a:pt x="2949464" y="925097"/>
                  </a:lnTo>
                  <a:lnTo>
                    <a:pt x="2891742" y="928398"/>
                  </a:lnTo>
                  <a:lnTo>
                    <a:pt x="2833414" y="931451"/>
                  </a:lnTo>
                  <a:lnTo>
                    <a:pt x="2773982" y="934249"/>
                  </a:lnTo>
                  <a:lnTo>
                    <a:pt x="2712765" y="936794"/>
                  </a:lnTo>
                  <a:lnTo>
                    <a:pt x="2702183" y="937200"/>
                  </a:lnTo>
                  <a:lnTo>
                    <a:pt x="2650249" y="939048"/>
                  </a:lnTo>
                  <a:lnTo>
                    <a:pt x="2595858" y="940735"/>
                  </a:lnTo>
                  <a:lnTo>
                    <a:pt x="2538324" y="942268"/>
                  </a:lnTo>
                  <a:lnTo>
                    <a:pt x="2476894" y="943657"/>
                  </a:lnTo>
                  <a:lnTo>
                    <a:pt x="2410787" y="944915"/>
                  </a:lnTo>
                  <a:lnTo>
                    <a:pt x="2339238" y="946057"/>
                  </a:lnTo>
                  <a:lnTo>
                    <a:pt x="2261551" y="947094"/>
                  </a:lnTo>
                  <a:lnTo>
                    <a:pt x="2177164" y="948038"/>
                  </a:lnTo>
                  <a:lnTo>
                    <a:pt x="2085747" y="948899"/>
                  </a:lnTo>
                  <a:lnTo>
                    <a:pt x="1987319" y="949682"/>
                  </a:lnTo>
                  <a:lnTo>
                    <a:pt x="1882385" y="950395"/>
                  </a:lnTo>
                  <a:lnTo>
                    <a:pt x="1772088" y="951038"/>
                  </a:lnTo>
                  <a:lnTo>
                    <a:pt x="1658328" y="951613"/>
                  </a:lnTo>
                  <a:lnTo>
                    <a:pt x="1543826" y="952119"/>
                  </a:lnTo>
                  <a:lnTo>
                    <a:pt x="1432045" y="952554"/>
                  </a:lnTo>
                  <a:lnTo>
                    <a:pt x="1326955" y="952918"/>
                  </a:lnTo>
                  <a:lnTo>
                    <a:pt x="1232598" y="953210"/>
                  </a:lnTo>
                  <a:lnTo>
                    <a:pt x="1152527" y="953433"/>
                  </a:lnTo>
                  <a:lnTo>
                    <a:pt x="1089211" y="953593"/>
                  </a:lnTo>
                  <a:lnTo>
                    <a:pt x="1043567" y="953698"/>
                  </a:lnTo>
                  <a:lnTo>
                    <a:pt x="1014720" y="953758"/>
                  </a:lnTo>
                  <a:lnTo>
                    <a:pt x="1000030" y="953786"/>
                  </a:lnTo>
                  <a:lnTo>
                    <a:pt x="995283" y="953794"/>
                  </a:lnTo>
                  <a:lnTo>
                    <a:pt x="994940" y="953795"/>
                  </a:lnTo>
                  <a:lnTo>
                    <a:pt x="0" y="953795"/>
                  </a:lnTo>
                  <a:lnTo>
                    <a:pt x="0" y="9537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3" name="pg1622"/>
            <p:cNvSpPr/>
            <p:nvPr/>
          </p:nvSpPr>
          <p:spPr>
            <a:xfrm>
              <a:off x="1199187" y="5376726"/>
              <a:ext cx="12049831" cy="183422"/>
            </a:xfrm>
            <a:custGeom>
              <a:avLst/>
              <a:pathLst>
                <a:path w="12049831" h="183422">
                  <a:moveTo>
                    <a:pt x="0" y="183422"/>
                  </a:moveTo>
                  <a:lnTo>
                    <a:pt x="994940" y="183422"/>
                  </a:lnTo>
                  <a:lnTo>
                    <a:pt x="996076" y="183420"/>
                  </a:lnTo>
                  <a:lnTo>
                    <a:pt x="1003575" y="183409"/>
                  </a:lnTo>
                  <a:lnTo>
                    <a:pt x="1022579" y="183380"/>
                  </a:lnTo>
                  <a:lnTo>
                    <a:pt x="1056804" y="183322"/>
                  </a:lnTo>
                  <a:lnTo>
                    <a:pt x="1108320" y="183225"/>
                  </a:lnTo>
                  <a:lnTo>
                    <a:pt x="1177396" y="183083"/>
                  </a:lnTo>
                  <a:lnTo>
                    <a:pt x="1262559" y="182889"/>
                  </a:lnTo>
                  <a:lnTo>
                    <a:pt x="1360919" y="182640"/>
                  </a:lnTo>
                  <a:lnTo>
                    <a:pt x="1468692" y="182334"/>
                  </a:lnTo>
                  <a:lnTo>
                    <a:pt x="1581802" y="181972"/>
                  </a:lnTo>
                  <a:lnTo>
                    <a:pt x="1696409" y="181554"/>
                  </a:lnTo>
                  <a:lnTo>
                    <a:pt x="1809279" y="181082"/>
                  </a:lnTo>
                  <a:lnTo>
                    <a:pt x="1917965" y="180556"/>
                  </a:lnTo>
                  <a:lnTo>
                    <a:pt x="2020828" y="179976"/>
                  </a:lnTo>
                  <a:lnTo>
                    <a:pt x="2116953" y="179337"/>
                  </a:lnTo>
                  <a:lnTo>
                    <a:pt x="2206013" y="178637"/>
                  </a:lnTo>
                  <a:lnTo>
                    <a:pt x="2288121" y="177868"/>
                  </a:lnTo>
                  <a:lnTo>
                    <a:pt x="2363696" y="177022"/>
                  </a:lnTo>
                  <a:lnTo>
                    <a:pt x="2433353" y="176092"/>
                  </a:lnTo>
                  <a:lnTo>
                    <a:pt x="2497818" y="175065"/>
                  </a:lnTo>
                  <a:lnTo>
                    <a:pt x="2557865" y="173932"/>
                  </a:lnTo>
                  <a:lnTo>
                    <a:pt x="2614272" y="172682"/>
                  </a:lnTo>
                  <a:lnTo>
                    <a:pt x="2667775" y="171308"/>
                  </a:lnTo>
                  <a:lnTo>
                    <a:pt x="2702183" y="170320"/>
                  </a:lnTo>
                  <a:lnTo>
                    <a:pt x="2763804" y="168343"/>
                  </a:lnTo>
                  <a:lnTo>
                    <a:pt x="2823504" y="166168"/>
                  </a:lnTo>
                  <a:lnTo>
                    <a:pt x="2881998" y="163791"/>
                  </a:lnTo>
                  <a:lnTo>
                    <a:pt x="2939812" y="161215"/>
                  </a:lnTo>
                  <a:lnTo>
                    <a:pt x="2997318" y="158453"/>
                  </a:lnTo>
                  <a:lnTo>
                    <a:pt x="3054757" y="155523"/>
                  </a:lnTo>
                  <a:lnTo>
                    <a:pt x="3112265" y="152451"/>
                  </a:lnTo>
                  <a:lnTo>
                    <a:pt x="3169889" y="149270"/>
                  </a:lnTo>
                  <a:lnTo>
                    <a:pt x="3227613" y="146021"/>
                  </a:lnTo>
                  <a:lnTo>
                    <a:pt x="3285379" y="142745"/>
                  </a:lnTo>
                  <a:lnTo>
                    <a:pt x="3343114" y="139489"/>
                  </a:lnTo>
                  <a:lnTo>
                    <a:pt x="3400757" y="136294"/>
                  </a:lnTo>
                  <a:lnTo>
                    <a:pt x="3458282" y="133202"/>
                  </a:lnTo>
                  <a:lnTo>
                    <a:pt x="3515726" y="130246"/>
                  </a:lnTo>
                  <a:lnTo>
                    <a:pt x="3573207" y="127455"/>
                  </a:lnTo>
                  <a:lnTo>
                    <a:pt x="3630950" y="124849"/>
                  </a:lnTo>
                  <a:lnTo>
                    <a:pt x="3689302" y="122439"/>
                  </a:lnTo>
                  <a:lnTo>
                    <a:pt x="3748762" y="120231"/>
                  </a:lnTo>
                  <a:lnTo>
                    <a:pt x="3810012" y="118222"/>
                  </a:lnTo>
                  <a:lnTo>
                    <a:pt x="3820202" y="117914"/>
                  </a:lnTo>
                  <a:lnTo>
                    <a:pt x="3872137" y="116455"/>
                  </a:lnTo>
                  <a:lnTo>
                    <a:pt x="3926528" y="115122"/>
                  </a:lnTo>
                  <a:lnTo>
                    <a:pt x="3984062" y="113912"/>
                  </a:lnTo>
                  <a:lnTo>
                    <a:pt x="4045493" y="112816"/>
                  </a:lnTo>
                  <a:lnTo>
                    <a:pt x="4111601" y="111822"/>
                  </a:lnTo>
                  <a:lnTo>
                    <a:pt x="4183151" y="110921"/>
                  </a:lnTo>
                  <a:lnTo>
                    <a:pt x="4260839" y="110102"/>
                  </a:lnTo>
                  <a:lnTo>
                    <a:pt x="4345228" y="109357"/>
                  </a:lnTo>
                  <a:lnTo>
                    <a:pt x="4436645" y="108678"/>
                  </a:lnTo>
                  <a:lnTo>
                    <a:pt x="4535075" y="108059"/>
                  </a:lnTo>
                  <a:lnTo>
                    <a:pt x="4640010" y="107497"/>
                  </a:lnTo>
                  <a:lnTo>
                    <a:pt x="4750309" y="106989"/>
                  </a:lnTo>
                  <a:lnTo>
                    <a:pt x="4864070" y="106535"/>
                  </a:lnTo>
                  <a:lnTo>
                    <a:pt x="4978573" y="106136"/>
                  </a:lnTo>
                  <a:lnTo>
                    <a:pt x="5090354" y="105792"/>
                  </a:lnTo>
                  <a:lnTo>
                    <a:pt x="5195445" y="105505"/>
                  </a:lnTo>
                  <a:lnTo>
                    <a:pt x="5289800" y="105274"/>
                  </a:lnTo>
                  <a:lnTo>
                    <a:pt x="5369870" y="105098"/>
                  </a:lnTo>
                  <a:lnTo>
                    <a:pt x="5433184" y="104972"/>
                  </a:lnTo>
                  <a:lnTo>
                    <a:pt x="5478825" y="104889"/>
                  </a:lnTo>
                  <a:lnTo>
                    <a:pt x="5507669" y="104841"/>
                  </a:lnTo>
                  <a:lnTo>
                    <a:pt x="5522357" y="104819"/>
                  </a:lnTo>
                  <a:lnTo>
                    <a:pt x="5527102" y="104813"/>
                  </a:lnTo>
                  <a:lnTo>
                    <a:pt x="5527445" y="104812"/>
                  </a:lnTo>
                  <a:lnTo>
                    <a:pt x="6522385" y="104812"/>
                  </a:lnTo>
                  <a:lnTo>
                    <a:pt x="6523522" y="104810"/>
                  </a:lnTo>
                  <a:lnTo>
                    <a:pt x="6531021" y="104797"/>
                  </a:lnTo>
                  <a:lnTo>
                    <a:pt x="6550024" y="104759"/>
                  </a:lnTo>
                  <a:lnTo>
                    <a:pt x="6584249" y="104686"/>
                  </a:lnTo>
                  <a:lnTo>
                    <a:pt x="6635763" y="104564"/>
                  </a:lnTo>
                  <a:lnTo>
                    <a:pt x="6704838" y="104384"/>
                  </a:lnTo>
                  <a:lnTo>
                    <a:pt x="6789999" y="104138"/>
                  </a:lnTo>
                  <a:lnTo>
                    <a:pt x="6888357" y="103822"/>
                  </a:lnTo>
                  <a:lnTo>
                    <a:pt x="6996129" y="103434"/>
                  </a:lnTo>
                  <a:lnTo>
                    <a:pt x="7109237" y="102975"/>
                  </a:lnTo>
                  <a:lnTo>
                    <a:pt x="7223844" y="102446"/>
                  </a:lnTo>
                  <a:lnTo>
                    <a:pt x="7336713" y="101849"/>
                  </a:lnTo>
                  <a:lnTo>
                    <a:pt x="7445398" y="101183"/>
                  </a:lnTo>
                  <a:lnTo>
                    <a:pt x="7548261" y="100447"/>
                  </a:lnTo>
                  <a:lnTo>
                    <a:pt x="7644386" y="99638"/>
                  </a:lnTo>
                  <a:lnTo>
                    <a:pt x="7733446" y="98751"/>
                  </a:lnTo>
                  <a:lnTo>
                    <a:pt x="7815555" y="97777"/>
                  </a:lnTo>
                  <a:lnTo>
                    <a:pt x="7891130" y="96707"/>
                  </a:lnTo>
                  <a:lnTo>
                    <a:pt x="7960787" y="95528"/>
                  </a:lnTo>
                  <a:lnTo>
                    <a:pt x="8025252" y="94228"/>
                  </a:lnTo>
                  <a:lnTo>
                    <a:pt x="8085300" y="92792"/>
                  </a:lnTo>
                  <a:lnTo>
                    <a:pt x="8141707" y="91209"/>
                  </a:lnTo>
                  <a:lnTo>
                    <a:pt x="8195210" y="89468"/>
                  </a:lnTo>
                  <a:lnTo>
                    <a:pt x="8229629" y="88217"/>
                  </a:lnTo>
                  <a:lnTo>
                    <a:pt x="8291230" y="85714"/>
                  </a:lnTo>
                  <a:lnTo>
                    <a:pt x="8350911" y="82959"/>
                  </a:lnTo>
                  <a:lnTo>
                    <a:pt x="8409386" y="79949"/>
                  </a:lnTo>
                  <a:lnTo>
                    <a:pt x="8467182" y="76689"/>
                  </a:lnTo>
                  <a:lnTo>
                    <a:pt x="8524668" y="73192"/>
                  </a:lnTo>
                  <a:lnTo>
                    <a:pt x="8582089" y="69481"/>
                  </a:lnTo>
                  <a:lnTo>
                    <a:pt x="8639577" y="65591"/>
                  </a:lnTo>
                  <a:lnTo>
                    <a:pt x="8697182" y="61564"/>
                  </a:lnTo>
                  <a:lnTo>
                    <a:pt x="8754886" y="57450"/>
                  </a:lnTo>
                  <a:lnTo>
                    <a:pt x="8812633" y="53303"/>
                  </a:lnTo>
                  <a:lnTo>
                    <a:pt x="8870350" y="49179"/>
                  </a:lnTo>
                  <a:lnTo>
                    <a:pt x="8927974" y="45133"/>
                  </a:lnTo>
                  <a:lnTo>
                    <a:pt x="8985481" y="41217"/>
                  </a:lnTo>
                  <a:lnTo>
                    <a:pt x="9042905" y="37474"/>
                  </a:lnTo>
                  <a:lnTo>
                    <a:pt x="9100367" y="33938"/>
                  </a:lnTo>
                  <a:lnTo>
                    <a:pt x="9158088" y="30637"/>
                  </a:lnTo>
                  <a:lnTo>
                    <a:pt x="9216417" y="27584"/>
                  </a:lnTo>
                  <a:lnTo>
                    <a:pt x="9275849" y="24786"/>
                  </a:lnTo>
                  <a:lnTo>
                    <a:pt x="9337066" y="22241"/>
                  </a:lnTo>
                  <a:lnTo>
                    <a:pt x="9347647" y="21835"/>
                  </a:lnTo>
                  <a:lnTo>
                    <a:pt x="9399582" y="19987"/>
                  </a:lnTo>
                  <a:lnTo>
                    <a:pt x="9453973" y="18300"/>
                  </a:lnTo>
                  <a:lnTo>
                    <a:pt x="9511506" y="16767"/>
                  </a:lnTo>
                  <a:lnTo>
                    <a:pt x="9572936" y="15378"/>
                  </a:lnTo>
                  <a:lnTo>
                    <a:pt x="9639043" y="14120"/>
                  </a:lnTo>
                  <a:lnTo>
                    <a:pt x="9710592" y="12978"/>
                  </a:lnTo>
                  <a:lnTo>
                    <a:pt x="9788280" y="11941"/>
                  </a:lnTo>
                  <a:lnTo>
                    <a:pt x="9872667" y="10997"/>
                  </a:lnTo>
                  <a:lnTo>
                    <a:pt x="9964083" y="10136"/>
                  </a:lnTo>
                  <a:lnTo>
                    <a:pt x="10062512" y="9353"/>
                  </a:lnTo>
                  <a:lnTo>
                    <a:pt x="10167445" y="8640"/>
                  </a:lnTo>
                  <a:lnTo>
                    <a:pt x="10277743" y="7997"/>
                  </a:lnTo>
                  <a:lnTo>
                    <a:pt x="10391503" y="7422"/>
                  </a:lnTo>
                  <a:lnTo>
                    <a:pt x="10506005" y="6916"/>
                  </a:lnTo>
                  <a:lnTo>
                    <a:pt x="10617786" y="6481"/>
                  </a:lnTo>
                  <a:lnTo>
                    <a:pt x="10722876" y="6117"/>
                  </a:lnTo>
                  <a:lnTo>
                    <a:pt x="10817233" y="5825"/>
                  </a:lnTo>
                  <a:lnTo>
                    <a:pt x="10897304" y="5602"/>
                  </a:lnTo>
                  <a:lnTo>
                    <a:pt x="10960620" y="5442"/>
                  </a:lnTo>
                  <a:lnTo>
                    <a:pt x="11006264" y="5337"/>
                  </a:lnTo>
                  <a:lnTo>
                    <a:pt x="11035110" y="5277"/>
                  </a:lnTo>
                  <a:lnTo>
                    <a:pt x="11049801" y="5249"/>
                  </a:lnTo>
                  <a:lnTo>
                    <a:pt x="11054547" y="524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1"/>
                  </a:lnTo>
                  <a:lnTo>
                    <a:pt x="11046256" y="15"/>
                  </a:lnTo>
                  <a:lnTo>
                    <a:pt x="11027252" y="52"/>
                  </a:lnTo>
                  <a:lnTo>
                    <a:pt x="10993028" y="126"/>
                  </a:lnTo>
                  <a:lnTo>
                    <a:pt x="10941513" y="248"/>
                  </a:lnTo>
                  <a:lnTo>
                    <a:pt x="10872439" y="428"/>
                  </a:lnTo>
                  <a:lnTo>
                    <a:pt x="10787277" y="674"/>
                  </a:lnTo>
                  <a:lnTo>
                    <a:pt x="10688919" y="990"/>
                  </a:lnTo>
                  <a:lnTo>
                    <a:pt x="10581148" y="1377"/>
                  </a:lnTo>
                  <a:lnTo>
                    <a:pt x="10468039" y="1836"/>
                  </a:lnTo>
                  <a:lnTo>
                    <a:pt x="10353433" y="2365"/>
                  </a:lnTo>
                  <a:lnTo>
                    <a:pt x="10240564" y="2963"/>
                  </a:lnTo>
                  <a:lnTo>
                    <a:pt x="10131878" y="3629"/>
                  </a:lnTo>
                  <a:lnTo>
                    <a:pt x="10029016" y="4365"/>
                  </a:lnTo>
                  <a:lnTo>
                    <a:pt x="9932891" y="5173"/>
                  </a:lnTo>
                  <a:lnTo>
                    <a:pt x="9843830" y="6061"/>
                  </a:lnTo>
                  <a:lnTo>
                    <a:pt x="9761722" y="7035"/>
                  </a:lnTo>
                  <a:lnTo>
                    <a:pt x="9686146" y="8105"/>
                  </a:lnTo>
                  <a:lnTo>
                    <a:pt x="9616489" y="9284"/>
                  </a:lnTo>
                  <a:lnTo>
                    <a:pt x="9552024" y="10584"/>
                  </a:lnTo>
                  <a:lnTo>
                    <a:pt x="9491976" y="12020"/>
                  </a:lnTo>
                  <a:lnTo>
                    <a:pt x="9435569" y="13603"/>
                  </a:lnTo>
                  <a:lnTo>
                    <a:pt x="9382067" y="15343"/>
                  </a:lnTo>
                  <a:lnTo>
                    <a:pt x="9347647" y="16595"/>
                  </a:lnTo>
                  <a:lnTo>
                    <a:pt x="9286046" y="19098"/>
                  </a:lnTo>
                  <a:lnTo>
                    <a:pt x="9226366" y="21853"/>
                  </a:lnTo>
                  <a:lnTo>
                    <a:pt x="9167890" y="24863"/>
                  </a:lnTo>
                  <a:lnTo>
                    <a:pt x="9110095" y="28123"/>
                  </a:lnTo>
                  <a:lnTo>
                    <a:pt x="9052608" y="31620"/>
                  </a:lnTo>
                  <a:lnTo>
                    <a:pt x="8995188" y="35330"/>
                  </a:lnTo>
                  <a:lnTo>
                    <a:pt x="8937700" y="39220"/>
                  </a:lnTo>
                  <a:lnTo>
                    <a:pt x="8880095" y="43247"/>
                  </a:lnTo>
                  <a:lnTo>
                    <a:pt x="8822390" y="47362"/>
                  </a:lnTo>
                  <a:lnTo>
                    <a:pt x="8764643" y="51509"/>
                  </a:lnTo>
                  <a:lnTo>
                    <a:pt x="8706927" y="55633"/>
                  </a:lnTo>
                  <a:lnTo>
                    <a:pt x="8649303" y="59679"/>
                  </a:lnTo>
                  <a:lnTo>
                    <a:pt x="8591796" y="63595"/>
                  </a:lnTo>
                  <a:lnTo>
                    <a:pt x="8534371" y="67338"/>
                  </a:lnTo>
                  <a:lnTo>
                    <a:pt x="8476909" y="70873"/>
                  </a:lnTo>
                  <a:lnTo>
                    <a:pt x="8419188" y="74175"/>
                  </a:lnTo>
                  <a:lnTo>
                    <a:pt x="8360860" y="77228"/>
                  </a:lnTo>
                  <a:lnTo>
                    <a:pt x="8301427" y="80025"/>
                  </a:lnTo>
                  <a:lnTo>
                    <a:pt x="8240211" y="82570"/>
                  </a:lnTo>
                  <a:lnTo>
                    <a:pt x="8229629" y="82976"/>
                  </a:lnTo>
                  <a:lnTo>
                    <a:pt x="8177695" y="84824"/>
                  </a:lnTo>
                  <a:lnTo>
                    <a:pt x="8123304" y="86512"/>
                  </a:lnTo>
                  <a:lnTo>
                    <a:pt x="8065770" y="88045"/>
                  </a:lnTo>
                  <a:lnTo>
                    <a:pt x="8004340" y="89434"/>
                  </a:lnTo>
                  <a:lnTo>
                    <a:pt x="7938233" y="90692"/>
                  </a:lnTo>
                  <a:lnTo>
                    <a:pt x="7866684" y="91833"/>
                  </a:lnTo>
                  <a:lnTo>
                    <a:pt x="7788996" y="92871"/>
                  </a:lnTo>
                  <a:lnTo>
                    <a:pt x="7704609" y="93815"/>
                  </a:lnTo>
                  <a:lnTo>
                    <a:pt x="7613193" y="94675"/>
                  </a:lnTo>
                  <a:lnTo>
                    <a:pt x="7514765" y="95459"/>
                  </a:lnTo>
                  <a:lnTo>
                    <a:pt x="7409831" y="96171"/>
                  </a:lnTo>
                  <a:lnTo>
                    <a:pt x="7299533" y="96814"/>
                  </a:lnTo>
                  <a:lnTo>
                    <a:pt x="7185774" y="97389"/>
                  </a:lnTo>
                  <a:lnTo>
                    <a:pt x="7071272" y="97895"/>
                  </a:lnTo>
                  <a:lnTo>
                    <a:pt x="6959491" y="98331"/>
                  </a:lnTo>
                  <a:lnTo>
                    <a:pt x="6854400" y="98694"/>
                  </a:lnTo>
                  <a:lnTo>
                    <a:pt x="6760044" y="98987"/>
                  </a:lnTo>
                  <a:lnTo>
                    <a:pt x="6679972" y="99210"/>
                  </a:lnTo>
                  <a:lnTo>
                    <a:pt x="6616656" y="99370"/>
                  </a:lnTo>
                  <a:lnTo>
                    <a:pt x="6571012" y="99474"/>
                  </a:lnTo>
                  <a:lnTo>
                    <a:pt x="6542166" y="99535"/>
                  </a:lnTo>
                  <a:lnTo>
                    <a:pt x="6527476" y="99563"/>
                  </a:lnTo>
                  <a:lnTo>
                    <a:pt x="6522729" y="99571"/>
                  </a:lnTo>
                  <a:lnTo>
                    <a:pt x="6522385" y="99572"/>
                  </a:lnTo>
                  <a:lnTo>
                    <a:pt x="5527445" y="99572"/>
                  </a:lnTo>
                  <a:lnTo>
                    <a:pt x="5526309" y="99573"/>
                  </a:lnTo>
                  <a:lnTo>
                    <a:pt x="5518810" y="99584"/>
                  </a:lnTo>
                  <a:lnTo>
                    <a:pt x="5499806" y="99613"/>
                  </a:lnTo>
                  <a:lnTo>
                    <a:pt x="5465581" y="99672"/>
                  </a:lnTo>
                  <a:lnTo>
                    <a:pt x="5414065" y="99768"/>
                  </a:lnTo>
                  <a:lnTo>
                    <a:pt x="5344989" y="99910"/>
                  </a:lnTo>
                  <a:lnTo>
                    <a:pt x="5259826" y="100104"/>
                  </a:lnTo>
                  <a:lnTo>
                    <a:pt x="5161466" y="100353"/>
                  </a:lnTo>
                  <a:lnTo>
                    <a:pt x="5053693" y="100659"/>
                  </a:lnTo>
                  <a:lnTo>
                    <a:pt x="4940583" y="101022"/>
                  </a:lnTo>
                  <a:lnTo>
                    <a:pt x="4825976" y="101439"/>
                  </a:lnTo>
                  <a:lnTo>
                    <a:pt x="4713106" y="101911"/>
                  </a:lnTo>
                  <a:lnTo>
                    <a:pt x="4604420" y="102437"/>
                  </a:lnTo>
                  <a:lnTo>
                    <a:pt x="4501557" y="103018"/>
                  </a:lnTo>
                  <a:lnTo>
                    <a:pt x="4405432" y="103656"/>
                  </a:lnTo>
                  <a:lnTo>
                    <a:pt x="4316372" y="104357"/>
                  </a:lnTo>
                  <a:lnTo>
                    <a:pt x="4234264" y="105126"/>
                  </a:lnTo>
                  <a:lnTo>
                    <a:pt x="4158689" y="105971"/>
                  </a:lnTo>
                  <a:lnTo>
                    <a:pt x="4089032" y="106901"/>
                  </a:lnTo>
                  <a:lnTo>
                    <a:pt x="4024567" y="107928"/>
                  </a:lnTo>
                  <a:lnTo>
                    <a:pt x="3964520" y="109061"/>
                  </a:lnTo>
                  <a:lnTo>
                    <a:pt x="3908113" y="110311"/>
                  </a:lnTo>
                  <a:lnTo>
                    <a:pt x="3854610" y="111686"/>
                  </a:lnTo>
                  <a:lnTo>
                    <a:pt x="3820202" y="112673"/>
                  </a:lnTo>
                  <a:lnTo>
                    <a:pt x="3758581" y="114650"/>
                  </a:lnTo>
                  <a:lnTo>
                    <a:pt x="3698881" y="116826"/>
                  </a:lnTo>
                  <a:lnTo>
                    <a:pt x="3640387" y="119203"/>
                  </a:lnTo>
                  <a:lnTo>
                    <a:pt x="3582573" y="121778"/>
                  </a:lnTo>
                  <a:lnTo>
                    <a:pt x="3525067" y="124540"/>
                  </a:lnTo>
                  <a:lnTo>
                    <a:pt x="3467628" y="127470"/>
                  </a:lnTo>
                  <a:lnTo>
                    <a:pt x="3410120" y="130543"/>
                  </a:lnTo>
                  <a:lnTo>
                    <a:pt x="3352496" y="133723"/>
                  </a:lnTo>
                  <a:lnTo>
                    <a:pt x="3294772" y="136973"/>
                  </a:lnTo>
                  <a:lnTo>
                    <a:pt x="3237006" y="140248"/>
                  </a:lnTo>
                  <a:lnTo>
                    <a:pt x="3179271" y="143505"/>
                  </a:lnTo>
                  <a:lnTo>
                    <a:pt x="3121628" y="146699"/>
                  </a:lnTo>
                  <a:lnTo>
                    <a:pt x="3064103" y="149791"/>
                  </a:lnTo>
                  <a:lnTo>
                    <a:pt x="3006659" y="152747"/>
                  </a:lnTo>
                  <a:lnTo>
                    <a:pt x="2949178" y="155538"/>
                  </a:lnTo>
                  <a:lnTo>
                    <a:pt x="2891435" y="158144"/>
                  </a:lnTo>
                  <a:lnTo>
                    <a:pt x="2833083" y="160554"/>
                  </a:lnTo>
                  <a:lnTo>
                    <a:pt x="2773623" y="162762"/>
                  </a:lnTo>
                  <a:lnTo>
                    <a:pt x="2712373" y="164771"/>
                  </a:lnTo>
                  <a:lnTo>
                    <a:pt x="2702183" y="165079"/>
                  </a:lnTo>
                  <a:lnTo>
                    <a:pt x="2650248" y="166539"/>
                  </a:lnTo>
                  <a:lnTo>
                    <a:pt x="2595857" y="167871"/>
                  </a:lnTo>
                  <a:lnTo>
                    <a:pt x="2538323" y="169081"/>
                  </a:lnTo>
                  <a:lnTo>
                    <a:pt x="2476892" y="170178"/>
                  </a:lnTo>
                  <a:lnTo>
                    <a:pt x="2410784" y="171171"/>
                  </a:lnTo>
                  <a:lnTo>
                    <a:pt x="2339234" y="172072"/>
                  </a:lnTo>
                  <a:lnTo>
                    <a:pt x="2261546" y="172891"/>
                  </a:lnTo>
                  <a:lnTo>
                    <a:pt x="2177157" y="173636"/>
                  </a:lnTo>
                  <a:lnTo>
                    <a:pt x="2085740" y="174316"/>
                  </a:lnTo>
                  <a:lnTo>
                    <a:pt x="1987310" y="174934"/>
                  </a:lnTo>
                  <a:lnTo>
                    <a:pt x="1882375" y="175497"/>
                  </a:lnTo>
                  <a:lnTo>
                    <a:pt x="1772076" y="176004"/>
                  </a:lnTo>
                  <a:lnTo>
                    <a:pt x="1658315" y="176458"/>
                  </a:lnTo>
                  <a:lnTo>
                    <a:pt x="1543812" y="176858"/>
                  </a:lnTo>
                  <a:lnTo>
                    <a:pt x="1432031" y="177201"/>
                  </a:lnTo>
                  <a:lnTo>
                    <a:pt x="1326940" y="177489"/>
                  </a:lnTo>
                  <a:lnTo>
                    <a:pt x="1232585" y="177719"/>
                  </a:lnTo>
                  <a:lnTo>
                    <a:pt x="1152515" y="177896"/>
                  </a:lnTo>
                  <a:lnTo>
                    <a:pt x="1089201" y="178022"/>
                  </a:lnTo>
                  <a:lnTo>
                    <a:pt x="1043560" y="178104"/>
                  </a:lnTo>
                  <a:lnTo>
                    <a:pt x="1014716" y="178152"/>
                  </a:lnTo>
                  <a:lnTo>
                    <a:pt x="1000028" y="178174"/>
                  </a:lnTo>
                  <a:lnTo>
                    <a:pt x="995283" y="178181"/>
                  </a:lnTo>
                  <a:lnTo>
                    <a:pt x="994940" y="178181"/>
                  </a:lnTo>
                  <a:lnTo>
                    <a:pt x="0" y="178181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24" name="pl1623"/>
            <p:cNvSpPr/>
            <p:nvPr/>
          </p:nvSpPr>
          <p:spPr>
            <a:xfrm>
              <a:off x="1199187" y="5381966"/>
              <a:ext cx="12049831" cy="178181"/>
            </a:xfrm>
            <a:custGeom>
              <a:avLst/>
              <a:pathLst>
                <a:path w="12049831" h="178181">
                  <a:moveTo>
                    <a:pt x="0" y="178181"/>
                  </a:moveTo>
                  <a:lnTo>
                    <a:pt x="994940" y="178181"/>
                  </a:lnTo>
                  <a:lnTo>
                    <a:pt x="996076" y="178180"/>
                  </a:lnTo>
                  <a:lnTo>
                    <a:pt x="1003575" y="178169"/>
                  </a:lnTo>
                  <a:lnTo>
                    <a:pt x="1022579" y="178139"/>
                  </a:lnTo>
                  <a:lnTo>
                    <a:pt x="1056804" y="178081"/>
                  </a:lnTo>
                  <a:lnTo>
                    <a:pt x="1108320" y="177985"/>
                  </a:lnTo>
                  <a:lnTo>
                    <a:pt x="1177396" y="177843"/>
                  </a:lnTo>
                  <a:lnTo>
                    <a:pt x="1262559" y="177649"/>
                  </a:lnTo>
                  <a:lnTo>
                    <a:pt x="1360919" y="177399"/>
                  </a:lnTo>
                  <a:lnTo>
                    <a:pt x="1468692" y="177093"/>
                  </a:lnTo>
                  <a:lnTo>
                    <a:pt x="1581802" y="176731"/>
                  </a:lnTo>
                  <a:lnTo>
                    <a:pt x="1696409" y="176313"/>
                  </a:lnTo>
                  <a:lnTo>
                    <a:pt x="1809279" y="175841"/>
                  </a:lnTo>
                  <a:lnTo>
                    <a:pt x="1917965" y="175316"/>
                  </a:lnTo>
                  <a:lnTo>
                    <a:pt x="2020828" y="174735"/>
                  </a:lnTo>
                  <a:lnTo>
                    <a:pt x="2116953" y="174096"/>
                  </a:lnTo>
                  <a:lnTo>
                    <a:pt x="2206013" y="173396"/>
                  </a:lnTo>
                  <a:lnTo>
                    <a:pt x="2288121" y="172627"/>
                  </a:lnTo>
                  <a:lnTo>
                    <a:pt x="2363696" y="171782"/>
                  </a:lnTo>
                  <a:lnTo>
                    <a:pt x="2433353" y="170851"/>
                  </a:lnTo>
                  <a:lnTo>
                    <a:pt x="2497818" y="169825"/>
                  </a:lnTo>
                  <a:lnTo>
                    <a:pt x="2557865" y="168691"/>
                  </a:lnTo>
                  <a:lnTo>
                    <a:pt x="2614272" y="167441"/>
                  </a:lnTo>
                  <a:lnTo>
                    <a:pt x="2667775" y="166067"/>
                  </a:lnTo>
                  <a:lnTo>
                    <a:pt x="2702183" y="165079"/>
                  </a:lnTo>
                  <a:lnTo>
                    <a:pt x="2763804" y="163102"/>
                  </a:lnTo>
                  <a:lnTo>
                    <a:pt x="2823504" y="160927"/>
                  </a:lnTo>
                  <a:lnTo>
                    <a:pt x="2881998" y="158550"/>
                  </a:lnTo>
                  <a:lnTo>
                    <a:pt x="2939812" y="155975"/>
                  </a:lnTo>
                  <a:lnTo>
                    <a:pt x="2997318" y="153213"/>
                  </a:lnTo>
                  <a:lnTo>
                    <a:pt x="3054757" y="150282"/>
                  </a:lnTo>
                  <a:lnTo>
                    <a:pt x="3112265" y="147210"/>
                  </a:lnTo>
                  <a:lnTo>
                    <a:pt x="3169889" y="144029"/>
                  </a:lnTo>
                  <a:lnTo>
                    <a:pt x="3227613" y="140780"/>
                  </a:lnTo>
                  <a:lnTo>
                    <a:pt x="3285379" y="137505"/>
                  </a:lnTo>
                  <a:lnTo>
                    <a:pt x="3343114" y="134248"/>
                  </a:lnTo>
                  <a:lnTo>
                    <a:pt x="3400757" y="131054"/>
                  </a:lnTo>
                  <a:lnTo>
                    <a:pt x="3458282" y="127961"/>
                  </a:lnTo>
                  <a:lnTo>
                    <a:pt x="3515726" y="125006"/>
                  </a:lnTo>
                  <a:lnTo>
                    <a:pt x="3573207" y="122215"/>
                  </a:lnTo>
                  <a:lnTo>
                    <a:pt x="3630950" y="119608"/>
                  </a:lnTo>
                  <a:lnTo>
                    <a:pt x="3689302" y="117199"/>
                  </a:lnTo>
                  <a:lnTo>
                    <a:pt x="3748762" y="114990"/>
                  </a:lnTo>
                  <a:lnTo>
                    <a:pt x="3810012" y="112981"/>
                  </a:lnTo>
                  <a:lnTo>
                    <a:pt x="3820202" y="112673"/>
                  </a:lnTo>
                  <a:lnTo>
                    <a:pt x="3872137" y="111214"/>
                  </a:lnTo>
                  <a:lnTo>
                    <a:pt x="3926528" y="109882"/>
                  </a:lnTo>
                  <a:lnTo>
                    <a:pt x="3984062" y="108672"/>
                  </a:lnTo>
                  <a:lnTo>
                    <a:pt x="4045493" y="107575"/>
                  </a:lnTo>
                  <a:lnTo>
                    <a:pt x="4111601" y="106582"/>
                  </a:lnTo>
                  <a:lnTo>
                    <a:pt x="4183151" y="105681"/>
                  </a:lnTo>
                  <a:lnTo>
                    <a:pt x="4260839" y="104862"/>
                  </a:lnTo>
                  <a:lnTo>
                    <a:pt x="4345228" y="104116"/>
                  </a:lnTo>
                  <a:lnTo>
                    <a:pt x="4436645" y="103437"/>
                  </a:lnTo>
                  <a:lnTo>
                    <a:pt x="4535075" y="102818"/>
                  </a:lnTo>
                  <a:lnTo>
                    <a:pt x="4640010" y="102256"/>
                  </a:lnTo>
                  <a:lnTo>
                    <a:pt x="4750309" y="101748"/>
                  </a:lnTo>
                  <a:lnTo>
                    <a:pt x="4864070" y="101294"/>
                  </a:lnTo>
                  <a:lnTo>
                    <a:pt x="4978573" y="100895"/>
                  </a:lnTo>
                  <a:lnTo>
                    <a:pt x="5090354" y="100551"/>
                  </a:lnTo>
                  <a:lnTo>
                    <a:pt x="5195445" y="100264"/>
                  </a:lnTo>
                  <a:lnTo>
                    <a:pt x="5289800" y="100033"/>
                  </a:lnTo>
                  <a:lnTo>
                    <a:pt x="5369870" y="99857"/>
                  </a:lnTo>
                  <a:lnTo>
                    <a:pt x="5433184" y="99731"/>
                  </a:lnTo>
                  <a:lnTo>
                    <a:pt x="5478825" y="99648"/>
                  </a:lnTo>
                  <a:lnTo>
                    <a:pt x="5507669" y="99601"/>
                  </a:lnTo>
                  <a:lnTo>
                    <a:pt x="5522357" y="99579"/>
                  </a:lnTo>
                  <a:lnTo>
                    <a:pt x="5527102" y="99572"/>
                  </a:lnTo>
                  <a:lnTo>
                    <a:pt x="5527445" y="99572"/>
                  </a:lnTo>
                  <a:lnTo>
                    <a:pt x="6522385" y="99572"/>
                  </a:lnTo>
                  <a:lnTo>
                    <a:pt x="6523522" y="99570"/>
                  </a:lnTo>
                  <a:lnTo>
                    <a:pt x="6531021" y="99556"/>
                  </a:lnTo>
                  <a:lnTo>
                    <a:pt x="6550024" y="99519"/>
                  </a:lnTo>
                  <a:lnTo>
                    <a:pt x="6584249" y="99445"/>
                  </a:lnTo>
                  <a:lnTo>
                    <a:pt x="6635763" y="99323"/>
                  </a:lnTo>
                  <a:lnTo>
                    <a:pt x="6704838" y="99143"/>
                  </a:lnTo>
                  <a:lnTo>
                    <a:pt x="6789999" y="98897"/>
                  </a:lnTo>
                  <a:lnTo>
                    <a:pt x="6888357" y="98581"/>
                  </a:lnTo>
                  <a:lnTo>
                    <a:pt x="6996129" y="98194"/>
                  </a:lnTo>
                  <a:lnTo>
                    <a:pt x="7109237" y="97735"/>
                  </a:lnTo>
                  <a:lnTo>
                    <a:pt x="7223844" y="97206"/>
                  </a:lnTo>
                  <a:lnTo>
                    <a:pt x="7336713" y="96608"/>
                  </a:lnTo>
                  <a:lnTo>
                    <a:pt x="7445398" y="95942"/>
                  </a:lnTo>
                  <a:lnTo>
                    <a:pt x="7548261" y="95207"/>
                  </a:lnTo>
                  <a:lnTo>
                    <a:pt x="7644386" y="94398"/>
                  </a:lnTo>
                  <a:lnTo>
                    <a:pt x="7733446" y="93510"/>
                  </a:lnTo>
                  <a:lnTo>
                    <a:pt x="7815555" y="92537"/>
                  </a:lnTo>
                  <a:lnTo>
                    <a:pt x="7891130" y="91466"/>
                  </a:lnTo>
                  <a:lnTo>
                    <a:pt x="7960787" y="90287"/>
                  </a:lnTo>
                  <a:lnTo>
                    <a:pt x="8025252" y="88987"/>
                  </a:lnTo>
                  <a:lnTo>
                    <a:pt x="8085300" y="87552"/>
                  </a:lnTo>
                  <a:lnTo>
                    <a:pt x="8141707" y="85968"/>
                  </a:lnTo>
                  <a:lnTo>
                    <a:pt x="8195210" y="84228"/>
                  </a:lnTo>
                  <a:lnTo>
                    <a:pt x="8229629" y="82976"/>
                  </a:lnTo>
                  <a:lnTo>
                    <a:pt x="8291230" y="80473"/>
                  </a:lnTo>
                  <a:lnTo>
                    <a:pt x="8350911" y="77718"/>
                  </a:lnTo>
                  <a:lnTo>
                    <a:pt x="8409386" y="74708"/>
                  </a:lnTo>
                  <a:lnTo>
                    <a:pt x="8467182" y="71448"/>
                  </a:lnTo>
                  <a:lnTo>
                    <a:pt x="8524668" y="67951"/>
                  </a:lnTo>
                  <a:lnTo>
                    <a:pt x="8582089" y="64241"/>
                  </a:lnTo>
                  <a:lnTo>
                    <a:pt x="8639577" y="60351"/>
                  </a:lnTo>
                  <a:lnTo>
                    <a:pt x="8697182" y="56324"/>
                  </a:lnTo>
                  <a:lnTo>
                    <a:pt x="8754886" y="52209"/>
                  </a:lnTo>
                  <a:lnTo>
                    <a:pt x="8812633" y="48062"/>
                  </a:lnTo>
                  <a:lnTo>
                    <a:pt x="8870350" y="43938"/>
                  </a:lnTo>
                  <a:lnTo>
                    <a:pt x="8927974" y="39893"/>
                  </a:lnTo>
                  <a:lnTo>
                    <a:pt x="8985481" y="35976"/>
                  </a:lnTo>
                  <a:lnTo>
                    <a:pt x="9042905" y="32233"/>
                  </a:lnTo>
                  <a:lnTo>
                    <a:pt x="9100367" y="28698"/>
                  </a:lnTo>
                  <a:lnTo>
                    <a:pt x="9158088" y="25396"/>
                  </a:lnTo>
                  <a:lnTo>
                    <a:pt x="9216417" y="22343"/>
                  </a:lnTo>
                  <a:lnTo>
                    <a:pt x="9275849" y="19546"/>
                  </a:lnTo>
                  <a:lnTo>
                    <a:pt x="9337066" y="17001"/>
                  </a:lnTo>
                  <a:lnTo>
                    <a:pt x="9347647" y="16595"/>
                  </a:lnTo>
                  <a:lnTo>
                    <a:pt x="9399582" y="14747"/>
                  </a:lnTo>
                  <a:lnTo>
                    <a:pt x="9453973" y="13059"/>
                  </a:lnTo>
                  <a:lnTo>
                    <a:pt x="9511506" y="11526"/>
                  </a:lnTo>
                  <a:lnTo>
                    <a:pt x="9572936" y="10137"/>
                  </a:lnTo>
                  <a:lnTo>
                    <a:pt x="9639043" y="8879"/>
                  </a:lnTo>
                  <a:lnTo>
                    <a:pt x="9710592" y="7738"/>
                  </a:lnTo>
                  <a:lnTo>
                    <a:pt x="9788280" y="6700"/>
                  </a:lnTo>
                  <a:lnTo>
                    <a:pt x="9872667" y="5756"/>
                  </a:lnTo>
                  <a:lnTo>
                    <a:pt x="9964083" y="4896"/>
                  </a:lnTo>
                  <a:lnTo>
                    <a:pt x="10062512" y="4112"/>
                  </a:lnTo>
                  <a:lnTo>
                    <a:pt x="10167445" y="3400"/>
                  </a:lnTo>
                  <a:lnTo>
                    <a:pt x="10277743" y="2757"/>
                  </a:lnTo>
                  <a:lnTo>
                    <a:pt x="10391503" y="2182"/>
                  </a:lnTo>
                  <a:lnTo>
                    <a:pt x="10506005" y="1676"/>
                  </a:lnTo>
                  <a:lnTo>
                    <a:pt x="10617786" y="1240"/>
                  </a:lnTo>
                  <a:lnTo>
                    <a:pt x="10722876" y="877"/>
                  </a:lnTo>
                  <a:lnTo>
                    <a:pt x="10817233" y="584"/>
                  </a:lnTo>
                  <a:lnTo>
                    <a:pt x="10897304" y="361"/>
                  </a:lnTo>
                  <a:lnTo>
                    <a:pt x="10960620" y="201"/>
                  </a:lnTo>
                  <a:lnTo>
                    <a:pt x="11006264" y="97"/>
                  </a:lnTo>
                  <a:lnTo>
                    <a:pt x="11035110" y="37"/>
                  </a:lnTo>
                  <a:lnTo>
                    <a:pt x="11049801" y="8"/>
                  </a:lnTo>
                  <a:lnTo>
                    <a:pt x="11054547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5" name="pl1624"/>
            <p:cNvSpPr/>
            <p:nvPr/>
          </p:nvSpPr>
          <p:spPr>
            <a:xfrm>
              <a:off x="1199187" y="5376726"/>
              <a:ext cx="12049831" cy="178181"/>
            </a:xfrm>
            <a:custGeom>
              <a:avLst/>
              <a:pathLst>
                <a:path w="12049831" h="178181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1"/>
                  </a:lnTo>
                  <a:lnTo>
                    <a:pt x="11046256" y="15"/>
                  </a:lnTo>
                  <a:lnTo>
                    <a:pt x="11027252" y="52"/>
                  </a:lnTo>
                  <a:lnTo>
                    <a:pt x="10993028" y="126"/>
                  </a:lnTo>
                  <a:lnTo>
                    <a:pt x="10941513" y="248"/>
                  </a:lnTo>
                  <a:lnTo>
                    <a:pt x="10872439" y="428"/>
                  </a:lnTo>
                  <a:lnTo>
                    <a:pt x="10787277" y="674"/>
                  </a:lnTo>
                  <a:lnTo>
                    <a:pt x="10688919" y="990"/>
                  </a:lnTo>
                  <a:lnTo>
                    <a:pt x="10581148" y="1377"/>
                  </a:lnTo>
                  <a:lnTo>
                    <a:pt x="10468039" y="1836"/>
                  </a:lnTo>
                  <a:lnTo>
                    <a:pt x="10353433" y="2365"/>
                  </a:lnTo>
                  <a:lnTo>
                    <a:pt x="10240564" y="2963"/>
                  </a:lnTo>
                  <a:lnTo>
                    <a:pt x="10131878" y="3629"/>
                  </a:lnTo>
                  <a:lnTo>
                    <a:pt x="10029016" y="4365"/>
                  </a:lnTo>
                  <a:lnTo>
                    <a:pt x="9932891" y="5173"/>
                  </a:lnTo>
                  <a:lnTo>
                    <a:pt x="9843830" y="6061"/>
                  </a:lnTo>
                  <a:lnTo>
                    <a:pt x="9761722" y="7035"/>
                  </a:lnTo>
                  <a:lnTo>
                    <a:pt x="9686146" y="8105"/>
                  </a:lnTo>
                  <a:lnTo>
                    <a:pt x="9616489" y="9284"/>
                  </a:lnTo>
                  <a:lnTo>
                    <a:pt x="9552024" y="10584"/>
                  </a:lnTo>
                  <a:lnTo>
                    <a:pt x="9491976" y="12020"/>
                  </a:lnTo>
                  <a:lnTo>
                    <a:pt x="9435569" y="13603"/>
                  </a:lnTo>
                  <a:lnTo>
                    <a:pt x="9382067" y="15343"/>
                  </a:lnTo>
                  <a:lnTo>
                    <a:pt x="9347647" y="16595"/>
                  </a:lnTo>
                  <a:lnTo>
                    <a:pt x="9286046" y="19098"/>
                  </a:lnTo>
                  <a:lnTo>
                    <a:pt x="9226366" y="21853"/>
                  </a:lnTo>
                  <a:lnTo>
                    <a:pt x="9167890" y="24863"/>
                  </a:lnTo>
                  <a:lnTo>
                    <a:pt x="9110095" y="28123"/>
                  </a:lnTo>
                  <a:lnTo>
                    <a:pt x="9052608" y="31620"/>
                  </a:lnTo>
                  <a:lnTo>
                    <a:pt x="8995188" y="35330"/>
                  </a:lnTo>
                  <a:lnTo>
                    <a:pt x="8937700" y="39220"/>
                  </a:lnTo>
                  <a:lnTo>
                    <a:pt x="8880095" y="43247"/>
                  </a:lnTo>
                  <a:lnTo>
                    <a:pt x="8822390" y="47362"/>
                  </a:lnTo>
                  <a:lnTo>
                    <a:pt x="8764643" y="51509"/>
                  </a:lnTo>
                  <a:lnTo>
                    <a:pt x="8706927" y="55633"/>
                  </a:lnTo>
                  <a:lnTo>
                    <a:pt x="8649303" y="59679"/>
                  </a:lnTo>
                  <a:lnTo>
                    <a:pt x="8591796" y="63595"/>
                  </a:lnTo>
                  <a:lnTo>
                    <a:pt x="8534371" y="67338"/>
                  </a:lnTo>
                  <a:lnTo>
                    <a:pt x="8476909" y="70873"/>
                  </a:lnTo>
                  <a:lnTo>
                    <a:pt x="8419188" y="74175"/>
                  </a:lnTo>
                  <a:lnTo>
                    <a:pt x="8360860" y="77228"/>
                  </a:lnTo>
                  <a:lnTo>
                    <a:pt x="8301427" y="80025"/>
                  </a:lnTo>
                  <a:lnTo>
                    <a:pt x="8240211" y="82570"/>
                  </a:lnTo>
                  <a:lnTo>
                    <a:pt x="8229629" y="82976"/>
                  </a:lnTo>
                  <a:lnTo>
                    <a:pt x="8177695" y="84824"/>
                  </a:lnTo>
                  <a:lnTo>
                    <a:pt x="8123304" y="86512"/>
                  </a:lnTo>
                  <a:lnTo>
                    <a:pt x="8065770" y="88045"/>
                  </a:lnTo>
                  <a:lnTo>
                    <a:pt x="8004340" y="89434"/>
                  </a:lnTo>
                  <a:lnTo>
                    <a:pt x="7938233" y="90692"/>
                  </a:lnTo>
                  <a:lnTo>
                    <a:pt x="7866684" y="91833"/>
                  </a:lnTo>
                  <a:lnTo>
                    <a:pt x="7788996" y="92871"/>
                  </a:lnTo>
                  <a:lnTo>
                    <a:pt x="7704609" y="93815"/>
                  </a:lnTo>
                  <a:lnTo>
                    <a:pt x="7613193" y="94675"/>
                  </a:lnTo>
                  <a:lnTo>
                    <a:pt x="7514765" y="95459"/>
                  </a:lnTo>
                  <a:lnTo>
                    <a:pt x="7409831" y="96171"/>
                  </a:lnTo>
                  <a:lnTo>
                    <a:pt x="7299533" y="96814"/>
                  </a:lnTo>
                  <a:lnTo>
                    <a:pt x="7185774" y="97389"/>
                  </a:lnTo>
                  <a:lnTo>
                    <a:pt x="7071272" y="97895"/>
                  </a:lnTo>
                  <a:lnTo>
                    <a:pt x="6959491" y="98331"/>
                  </a:lnTo>
                  <a:lnTo>
                    <a:pt x="6854400" y="98694"/>
                  </a:lnTo>
                  <a:lnTo>
                    <a:pt x="6760044" y="98987"/>
                  </a:lnTo>
                  <a:lnTo>
                    <a:pt x="6679972" y="99210"/>
                  </a:lnTo>
                  <a:lnTo>
                    <a:pt x="6616656" y="99370"/>
                  </a:lnTo>
                  <a:lnTo>
                    <a:pt x="6571012" y="99474"/>
                  </a:lnTo>
                  <a:lnTo>
                    <a:pt x="6542166" y="99535"/>
                  </a:lnTo>
                  <a:lnTo>
                    <a:pt x="6527476" y="99563"/>
                  </a:lnTo>
                  <a:lnTo>
                    <a:pt x="6522729" y="99571"/>
                  </a:lnTo>
                  <a:lnTo>
                    <a:pt x="6522385" y="99572"/>
                  </a:lnTo>
                  <a:lnTo>
                    <a:pt x="5527445" y="99572"/>
                  </a:lnTo>
                  <a:lnTo>
                    <a:pt x="5526309" y="99573"/>
                  </a:lnTo>
                  <a:lnTo>
                    <a:pt x="5518810" y="99584"/>
                  </a:lnTo>
                  <a:lnTo>
                    <a:pt x="5499806" y="99613"/>
                  </a:lnTo>
                  <a:lnTo>
                    <a:pt x="5465581" y="99672"/>
                  </a:lnTo>
                  <a:lnTo>
                    <a:pt x="5414065" y="99768"/>
                  </a:lnTo>
                  <a:lnTo>
                    <a:pt x="5344989" y="99910"/>
                  </a:lnTo>
                  <a:lnTo>
                    <a:pt x="5259826" y="100104"/>
                  </a:lnTo>
                  <a:lnTo>
                    <a:pt x="5161466" y="100353"/>
                  </a:lnTo>
                  <a:lnTo>
                    <a:pt x="5053693" y="100659"/>
                  </a:lnTo>
                  <a:lnTo>
                    <a:pt x="4940583" y="101022"/>
                  </a:lnTo>
                  <a:lnTo>
                    <a:pt x="4825976" y="101439"/>
                  </a:lnTo>
                  <a:lnTo>
                    <a:pt x="4713106" y="101911"/>
                  </a:lnTo>
                  <a:lnTo>
                    <a:pt x="4604420" y="102437"/>
                  </a:lnTo>
                  <a:lnTo>
                    <a:pt x="4501557" y="103018"/>
                  </a:lnTo>
                  <a:lnTo>
                    <a:pt x="4405432" y="103656"/>
                  </a:lnTo>
                  <a:lnTo>
                    <a:pt x="4316372" y="104357"/>
                  </a:lnTo>
                  <a:lnTo>
                    <a:pt x="4234264" y="105126"/>
                  </a:lnTo>
                  <a:lnTo>
                    <a:pt x="4158689" y="105971"/>
                  </a:lnTo>
                  <a:lnTo>
                    <a:pt x="4089032" y="106901"/>
                  </a:lnTo>
                  <a:lnTo>
                    <a:pt x="4024567" y="107928"/>
                  </a:lnTo>
                  <a:lnTo>
                    <a:pt x="3964520" y="109061"/>
                  </a:lnTo>
                  <a:lnTo>
                    <a:pt x="3908113" y="110311"/>
                  </a:lnTo>
                  <a:lnTo>
                    <a:pt x="3854610" y="111686"/>
                  </a:lnTo>
                  <a:lnTo>
                    <a:pt x="3820202" y="112673"/>
                  </a:lnTo>
                  <a:lnTo>
                    <a:pt x="3758581" y="114650"/>
                  </a:lnTo>
                  <a:lnTo>
                    <a:pt x="3698881" y="116826"/>
                  </a:lnTo>
                  <a:lnTo>
                    <a:pt x="3640387" y="119203"/>
                  </a:lnTo>
                  <a:lnTo>
                    <a:pt x="3582573" y="121778"/>
                  </a:lnTo>
                  <a:lnTo>
                    <a:pt x="3525067" y="124540"/>
                  </a:lnTo>
                  <a:lnTo>
                    <a:pt x="3467628" y="127470"/>
                  </a:lnTo>
                  <a:lnTo>
                    <a:pt x="3410120" y="130543"/>
                  </a:lnTo>
                  <a:lnTo>
                    <a:pt x="3352496" y="133723"/>
                  </a:lnTo>
                  <a:lnTo>
                    <a:pt x="3294772" y="136973"/>
                  </a:lnTo>
                  <a:lnTo>
                    <a:pt x="3237006" y="140248"/>
                  </a:lnTo>
                  <a:lnTo>
                    <a:pt x="3179271" y="143505"/>
                  </a:lnTo>
                  <a:lnTo>
                    <a:pt x="3121628" y="146699"/>
                  </a:lnTo>
                  <a:lnTo>
                    <a:pt x="3064103" y="149791"/>
                  </a:lnTo>
                  <a:lnTo>
                    <a:pt x="3006659" y="152747"/>
                  </a:lnTo>
                  <a:lnTo>
                    <a:pt x="2949178" y="155538"/>
                  </a:lnTo>
                  <a:lnTo>
                    <a:pt x="2891435" y="158144"/>
                  </a:lnTo>
                  <a:lnTo>
                    <a:pt x="2833083" y="160554"/>
                  </a:lnTo>
                  <a:lnTo>
                    <a:pt x="2773623" y="162762"/>
                  </a:lnTo>
                  <a:lnTo>
                    <a:pt x="2712373" y="164771"/>
                  </a:lnTo>
                  <a:lnTo>
                    <a:pt x="2702183" y="165079"/>
                  </a:lnTo>
                  <a:lnTo>
                    <a:pt x="2650248" y="166539"/>
                  </a:lnTo>
                  <a:lnTo>
                    <a:pt x="2595857" y="167871"/>
                  </a:lnTo>
                  <a:lnTo>
                    <a:pt x="2538323" y="169081"/>
                  </a:lnTo>
                  <a:lnTo>
                    <a:pt x="2476892" y="170178"/>
                  </a:lnTo>
                  <a:lnTo>
                    <a:pt x="2410784" y="171171"/>
                  </a:lnTo>
                  <a:lnTo>
                    <a:pt x="2339234" y="172072"/>
                  </a:lnTo>
                  <a:lnTo>
                    <a:pt x="2261546" y="172891"/>
                  </a:lnTo>
                  <a:lnTo>
                    <a:pt x="2177157" y="173636"/>
                  </a:lnTo>
                  <a:lnTo>
                    <a:pt x="2085740" y="174316"/>
                  </a:lnTo>
                  <a:lnTo>
                    <a:pt x="1987310" y="174934"/>
                  </a:lnTo>
                  <a:lnTo>
                    <a:pt x="1882375" y="175497"/>
                  </a:lnTo>
                  <a:lnTo>
                    <a:pt x="1772076" y="176004"/>
                  </a:lnTo>
                  <a:lnTo>
                    <a:pt x="1658315" y="176458"/>
                  </a:lnTo>
                  <a:lnTo>
                    <a:pt x="1543812" y="176858"/>
                  </a:lnTo>
                  <a:lnTo>
                    <a:pt x="1432031" y="177201"/>
                  </a:lnTo>
                  <a:lnTo>
                    <a:pt x="1326940" y="177489"/>
                  </a:lnTo>
                  <a:lnTo>
                    <a:pt x="1232585" y="177719"/>
                  </a:lnTo>
                  <a:lnTo>
                    <a:pt x="1152515" y="177896"/>
                  </a:lnTo>
                  <a:lnTo>
                    <a:pt x="1089201" y="178022"/>
                  </a:lnTo>
                  <a:lnTo>
                    <a:pt x="1043560" y="178104"/>
                  </a:lnTo>
                  <a:lnTo>
                    <a:pt x="1014716" y="178152"/>
                  </a:lnTo>
                  <a:lnTo>
                    <a:pt x="1000028" y="178174"/>
                  </a:lnTo>
                  <a:lnTo>
                    <a:pt x="995283" y="178181"/>
                  </a:lnTo>
                  <a:lnTo>
                    <a:pt x="994940" y="178181"/>
                  </a:lnTo>
                  <a:lnTo>
                    <a:pt x="0" y="178181"/>
                  </a:lnTo>
                  <a:lnTo>
                    <a:pt x="0" y="1781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6" name="pg1625"/>
            <p:cNvSpPr/>
            <p:nvPr/>
          </p:nvSpPr>
          <p:spPr>
            <a:xfrm>
              <a:off x="1199187" y="3725926"/>
              <a:ext cx="12049831" cy="2819461"/>
            </a:xfrm>
            <a:custGeom>
              <a:avLst/>
              <a:pathLst>
                <a:path w="12049831" h="2819461">
                  <a:moveTo>
                    <a:pt x="0" y="1876147"/>
                  </a:moveTo>
                  <a:lnTo>
                    <a:pt x="994940" y="1876147"/>
                  </a:lnTo>
                  <a:lnTo>
                    <a:pt x="996069" y="1876164"/>
                  </a:lnTo>
                  <a:lnTo>
                    <a:pt x="1003523" y="1876292"/>
                  </a:lnTo>
                  <a:lnTo>
                    <a:pt x="1022415" y="1876644"/>
                  </a:lnTo>
                  <a:lnTo>
                    <a:pt x="1056447" y="1877339"/>
                  </a:lnTo>
                  <a:lnTo>
                    <a:pt x="1107689" y="1878486"/>
                  </a:lnTo>
                  <a:lnTo>
                    <a:pt x="1176424" y="1880182"/>
                  </a:lnTo>
                  <a:lnTo>
                    <a:pt x="1261207" y="1882496"/>
                  </a:lnTo>
                  <a:lnTo>
                    <a:pt x="1359182" y="1885472"/>
                  </a:lnTo>
                  <a:lnTo>
                    <a:pt x="1466598" y="1889124"/>
                  </a:lnTo>
                  <a:lnTo>
                    <a:pt x="1579405" y="1893451"/>
                  </a:lnTo>
                  <a:lnTo>
                    <a:pt x="1693777" y="1898437"/>
                  </a:lnTo>
                  <a:lnTo>
                    <a:pt x="1806485" y="1904072"/>
                  </a:lnTo>
                  <a:lnTo>
                    <a:pt x="1915077" y="1910351"/>
                  </a:lnTo>
                  <a:lnTo>
                    <a:pt x="2017905" y="1917286"/>
                  </a:lnTo>
                  <a:lnTo>
                    <a:pt x="2114040" y="1924910"/>
                  </a:lnTo>
                  <a:lnTo>
                    <a:pt x="2203143" y="1933274"/>
                  </a:lnTo>
                  <a:lnTo>
                    <a:pt x="2285313" y="1942452"/>
                  </a:lnTo>
                  <a:lnTo>
                    <a:pt x="2360959" y="1952537"/>
                  </a:lnTo>
                  <a:lnTo>
                    <a:pt x="2430686" y="1963640"/>
                  </a:lnTo>
                  <a:lnTo>
                    <a:pt x="2495212" y="1975883"/>
                  </a:lnTo>
                  <a:lnTo>
                    <a:pt x="2555307" y="1989396"/>
                  </a:lnTo>
                  <a:lnTo>
                    <a:pt x="2611743" y="2004299"/>
                  </a:lnTo>
                  <a:lnTo>
                    <a:pt x="2665254" y="2020685"/>
                  </a:lnTo>
                  <a:lnTo>
                    <a:pt x="2702183" y="2033366"/>
                  </a:lnTo>
                  <a:lnTo>
                    <a:pt x="2759811" y="2055453"/>
                  </a:lnTo>
                  <a:lnTo>
                    <a:pt x="2815717" y="2079616"/>
                  </a:lnTo>
                  <a:lnTo>
                    <a:pt x="2870501" y="2105890"/>
                  </a:lnTo>
                  <a:lnTo>
                    <a:pt x="2924614" y="2134251"/>
                  </a:lnTo>
                  <a:lnTo>
                    <a:pt x="2978385" y="2164609"/>
                  </a:lnTo>
                  <a:lnTo>
                    <a:pt x="3032041" y="2196804"/>
                  </a:lnTo>
                  <a:lnTo>
                    <a:pt x="3085721" y="2230605"/>
                  </a:lnTo>
                  <a:lnTo>
                    <a:pt x="3139493" y="2265709"/>
                  </a:lnTo>
                  <a:lnTo>
                    <a:pt x="3193365" y="2301760"/>
                  </a:lnTo>
                  <a:lnTo>
                    <a:pt x="3247307" y="2338352"/>
                  </a:lnTo>
                  <a:lnTo>
                    <a:pt x="3301265" y="2375057"/>
                  </a:lnTo>
                  <a:lnTo>
                    <a:pt x="3355179" y="2411439"/>
                  </a:lnTo>
                  <a:lnTo>
                    <a:pt x="3409004" y="2447078"/>
                  </a:lnTo>
                  <a:lnTo>
                    <a:pt x="3462727" y="2481591"/>
                  </a:lnTo>
                  <a:lnTo>
                    <a:pt x="3516383" y="2514646"/>
                  </a:lnTo>
                  <a:lnTo>
                    <a:pt x="3570072" y="2545974"/>
                  </a:lnTo>
                  <a:lnTo>
                    <a:pt x="3623975" y="2575379"/>
                  </a:lnTo>
                  <a:lnTo>
                    <a:pt x="3678366" y="2602733"/>
                  </a:lnTo>
                  <a:lnTo>
                    <a:pt x="3733629" y="2627981"/>
                  </a:lnTo>
                  <a:lnTo>
                    <a:pt x="3790286" y="2651129"/>
                  </a:lnTo>
                  <a:lnTo>
                    <a:pt x="3820202" y="2662242"/>
                  </a:lnTo>
                  <a:lnTo>
                    <a:pt x="3872025" y="2679716"/>
                  </a:lnTo>
                  <a:lnTo>
                    <a:pt x="3926294" y="2695675"/>
                  </a:lnTo>
                  <a:lnTo>
                    <a:pt x="3983689" y="2710173"/>
                  </a:lnTo>
                  <a:lnTo>
                    <a:pt x="4044960" y="2723314"/>
                  </a:lnTo>
                  <a:lnTo>
                    <a:pt x="4110882" y="2735221"/>
                  </a:lnTo>
                  <a:lnTo>
                    <a:pt x="4182215" y="2746024"/>
                  </a:lnTo>
                  <a:lnTo>
                    <a:pt x="4259653" y="2755841"/>
                  </a:lnTo>
                  <a:lnTo>
                    <a:pt x="4343756" y="2764780"/>
                  </a:lnTo>
                  <a:lnTo>
                    <a:pt x="4434857" y="2772928"/>
                  </a:lnTo>
                  <a:lnTo>
                    <a:pt x="4532944" y="2780353"/>
                  </a:lnTo>
                  <a:lnTo>
                    <a:pt x="4637527" y="2787100"/>
                  </a:lnTo>
                  <a:lnTo>
                    <a:pt x="4747485" y="2793196"/>
                  </a:lnTo>
                  <a:lnTo>
                    <a:pt x="4860949" y="2798648"/>
                  </a:lnTo>
                  <a:lnTo>
                    <a:pt x="4975236" y="2803449"/>
                  </a:lnTo>
                  <a:lnTo>
                    <a:pt x="5086923" y="2807586"/>
                  </a:lnTo>
                  <a:lnTo>
                    <a:pt x="5192075" y="2811046"/>
                  </a:lnTo>
                  <a:lnTo>
                    <a:pt x="5286668" y="2813832"/>
                  </a:lnTo>
                  <a:lnTo>
                    <a:pt x="5367144" y="2815966"/>
                  </a:lnTo>
                  <a:lnTo>
                    <a:pt x="5431001" y="2817498"/>
                  </a:lnTo>
                  <a:lnTo>
                    <a:pt x="5477263" y="2818507"/>
                  </a:lnTo>
                  <a:lnTo>
                    <a:pt x="5506723" y="2819092"/>
                  </a:lnTo>
                  <a:lnTo>
                    <a:pt x="5521936" y="2819369"/>
                  </a:lnTo>
                  <a:lnTo>
                    <a:pt x="5527023" y="2819454"/>
                  </a:lnTo>
                  <a:lnTo>
                    <a:pt x="5527445" y="2819461"/>
                  </a:lnTo>
                  <a:lnTo>
                    <a:pt x="6522385" y="2819461"/>
                  </a:lnTo>
                  <a:lnTo>
                    <a:pt x="6523463" y="2819410"/>
                  </a:lnTo>
                  <a:lnTo>
                    <a:pt x="6530578" y="2819047"/>
                  </a:lnTo>
                  <a:lnTo>
                    <a:pt x="6548636" y="2818047"/>
                  </a:lnTo>
                  <a:lnTo>
                    <a:pt x="6581221" y="2816073"/>
                  </a:lnTo>
                  <a:lnTo>
                    <a:pt x="6630398" y="2812811"/>
                  </a:lnTo>
                  <a:lnTo>
                    <a:pt x="6696562" y="2807983"/>
                  </a:lnTo>
                  <a:lnTo>
                    <a:pt x="6778469" y="2801384"/>
                  </a:lnTo>
                  <a:lnTo>
                    <a:pt x="6873516" y="2792885"/>
                  </a:lnTo>
                  <a:lnTo>
                    <a:pt x="6978197" y="2782432"/>
                  </a:lnTo>
                  <a:lnTo>
                    <a:pt x="7088658" y="2770029"/>
                  </a:lnTo>
                  <a:lnTo>
                    <a:pt x="7201193" y="2755711"/>
                  </a:lnTo>
                  <a:lnTo>
                    <a:pt x="7312611" y="2739517"/>
                  </a:lnTo>
                  <a:lnTo>
                    <a:pt x="7420435" y="2721462"/>
                  </a:lnTo>
                  <a:lnTo>
                    <a:pt x="7522945" y="2701521"/>
                  </a:lnTo>
                  <a:lnTo>
                    <a:pt x="7619119" y="2679619"/>
                  </a:lnTo>
                  <a:lnTo>
                    <a:pt x="7708516" y="2655619"/>
                  </a:lnTo>
                  <a:lnTo>
                    <a:pt x="7791142" y="2629329"/>
                  </a:lnTo>
                  <a:lnTo>
                    <a:pt x="7867320" y="2600496"/>
                  </a:lnTo>
                  <a:lnTo>
                    <a:pt x="7937582" y="2568820"/>
                  </a:lnTo>
                  <a:lnTo>
                    <a:pt x="8002590" y="2533959"/>
                  </a:lnTo>
                  <a:lnTo>
                    <a:pt x="8063067" y="2495548"/>
                  </a:lnTo>
                  <a:lnTo>
                    <a:pt x="8119753" y="2453234"/>
                  </a:lnTo>
                  <a:lnTo>
                    <a:pt x="8173363" y="2406715"/>
                  </a:lnTo>
                  <a:lnTo>
                    <a:pt x="8224555" y="2355824"/>
                  </a:lnTo>
                  <a:lnTo>
                    <a:pt x="8229629" y="2350424"/>
                  </a:lnTo>
                  <a:lnTo>
                    <a:pt x="8273974" y="2300470"/>
                  </a:lnTo>
                  <a:lnTo>
                    <a:pt x="8317214" y="2246905"/>
                  </a:lnTo>
                  <a:lnTo>
                    <a:pt x="8359646" y="2189655"/>
                  </a:lnTo>
                  <a:lnTo>
                    <a:pt x="8401509" y="2128705"/>
                  </a:lnTo>
                  <a:lnTo>
                    <a:pt x="8442995" y="2064099"/>
                  </a:lnTo>
                  <a:lnTo>
                    <a:pt x="8484255" y="1995954"/>
                  </a:lnTo>
                  <a:lnTo>
                    <a:pt x="8525402" y="1924458"/>
                  </a:lnTo>
                  <a:lnTo>
                    <a:pt x="8566518" y="1849873"/>
                  </a:lnTo>
                  <a:lnTo>
                    <a:pt x="8607657" y="1772534"/>
                  </a:lnTo>
                  <a:lnTo>
                    <a:pt x="8648849" y="1692847"/>
                  </a:lnTo>
                  <a:lnTo>
                    <a:pt x="8690102" y="1611277"/>
                  </a:lnTo>
                  <a:lnTo>
                    <a:pt x="8731410" y="1528345"/>
                  </a:lnTo>
                  <a:lnTo>
                    <a:pt x="8772753" y="1444607"/>
                  </a:lnTo>
                  <a:lnTo>
                    <a:pt x="8814107" y="1360644"/>
                  </a:lnTo>
                  <a:lnTo>
                    <a:pt x="8855445" y="1277042"/>
                  </a:lnTo>
                  <a:lnTo>
                    <a:pt x="8896741" y="1194377"/>
                  </a:lnTo>
                  <a:lnTo>
                    <a:pt x="8937980" y="1113200"/>
                  </a:lnTo>
                  <a:lnTo>
                    <a:pt x="8979158" y="1034017"/>
                  </a:lnTo>
                  <a:lnTo>
                    <a:pt x="9020289" y="957283"/>
                  </a:lnTo>
                  <a:lnTo>
                    <a:pt x="9061406" y="883386"/>
                  </a:lnTo>
                  <a:lnTo>
                    <a:pt x="9102571" y="812646"/>
                  </a:lnTo>
                  <a:lnTo>
                    <a:pt x="9143872" y="745308"/>
                  </a:lnTo>
                  <a:lnTo>
                    <a:pt x="9185431" y="681542"/>
                  </a:lnTo>
                  <a:lnTo>
                    <a:pt x="9227407" y="621447"/>
                  </a:lnTo>
                  <a:lnTo>
                    <a:pt x="9270002" y="565055"/>
                  </a:lnTo>
                  <a:lnTo>
                    <a:pt x="9313470" y="512335"/>
                  </a:lnTo>
                  <a:lnTo>
                    <a:pt x="9347647" y="474277"/>
                  </a:lnTo>
                  <a:lnTo>
                    <a:pt x="9398627" y="422941"/>
                  </a:lnTo>
                  <a:lnTo>
                    <a:pt x="9451964" y="375984"/>
                  </a:lnTo>
                  <a:lnTo>
                    <a:pt x="9508306" y="333256"/>
                  </a:lnTo>
                  <a:lnTo>
                    <a:pt x="9568366" y="294466"/>
                  </a:lnTo>
                  <a:lnTo>
                    <a:pt x="9632881" y="259262"/>
                  </a:lnTo>
                  <a:lnTo>
                    <a:pt x="9702579" y="227279"/>
                  </a:lnTo>
                  <a:lnTo>
                    <a:pt x="9778130" y="198173"/>
                  </a:lnTo>
                  <a:lnTo>
                    <a:pt x="9860084" y="171637"/>
                  </a:lnTo>
                  <a:lnTo>
                    <a:pt x="9948789" y="147415"/>
                  </a:lnTo>
                  <a:lnTo>
                    <a:pt x="10044288" y="125307"/>
                  </a:lnTo>
                  <a:lnTo>
                    <a:pt x="10146192" y="105173"/>
                  </a:lnTo>
                  <a:lnTo>
                    <a:pt x="10253543" y="86929"/>
                  </a:lnTo>
                  <a:lnTo>
                    <a:pt x="10364697" y="70545"/>
                  </a:lnTo>
                  <a:lnTo>
                    <a:pt x="10477253" y="56036"/>
                  </a:lnTo>
                  <a:lnTo>
                    <a:pt x="10588087" y="43437"/>
                  </a:lnTo>
                  <a:lnTo>
                    <a:pt x="10693530" y="32785"/>
                  </a:lnTo>
                  <a:lnTo>
                    <a:pt x="10789723" y="24089"/>
                  </a:lnTo>
                  <a:lnTo>
                    <a:pt x="10873099" y="17303"/>
                  </a:lnTo>
                  <a:lnTo>
                    <a:pt x="10940940" y="12304"/>
                  </a:lnTo>
                  <a:lnTo>
                    <a:pt x="10991849" y="8894"/>
                  </a:lnTo>
                  <a:lnTo>
                    <a:pt x="11026048" y="6804"/>
                  </a:lnTo>
                  <a:lnTo>
                    <a:pt x="11045438" y="5720"/>
                  </a:lnTo>
                  <a:lnTo>
                    <a:pt x="11053460" y="530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4" y="50"/>
                  </a:lnTo>
                  <a:lnTo>
                    <a:pt x="11046698" y="413"/>
                  </a:lnTo>
                  <a:lnTo>
                    <a:pt x="11028641" y="1414"/>
                  </a:lnTo>
                  <a:lnTo>
                    <a:pt x="10996056" y="3387"/>
                  </a:lnTo>
                  <a:lnTo>
                    <a:pt x="10946878" y="6650"/>
                  </a:lnTo>
                  <a:lnTo>
                    <a:pt x="10880715" y="11477"/>
                  </a:lnTo>
                  <a:lnTo>
                    <a:pt x="10798807" y="18076"/>
                  </a:lnTo>
                  <a:lnTo>
                    <a:pt x="10703761" y="26575"/>
                  </a:lnTo>
                  <a:lnTo>
                    <a:pt x="10599080" y="37028"/>
                  </a:lnTo>
                  <a:lnTo>
                    <a:pt x="10488619" y="49431"/>
                  </a:lnTo>
                  <a:lnTo>
                    <a:pt x="10376084" y="63749"/>
                  </a:lnTo>
                  <a:lnTo>
                    <a:pt x="10264665" y="79943"/>
                  </a:lnTo>
                  <a:lnTo>
                    <a:pt x="10156842" y="97998"/>
                  </a:lnTo>
                  <a:lnTo>
                    <a:pt x="10054332" y="117939"/>
                  </a:lnTo>
                  <a:lnTo>
                    <a:pt x="9958158" y="139841"/>
                  </a:lnTo>
                  <a:lnTo>
                    <a:pt x="9868760" y="163841"/>
                  </a:lnTo>
                  <a:lnTo>
                    <a:pt x="9786134" y="190131"/>
                  </a:lnTo>
                  <a:lnTo>
                    <a:pt x="9709957" y="218964"/>
                  </a:lnTo>
                  <a:lnTo>
                    <a:pt x="9639694" y="250640"/>
                  </a:lnTo>
                  <a:lnTo>
                    <a:pt x="9574687" y="285502"/>
                  </a:lnTo>
                  <a:lnTo>
                    <a:pt x="9514210" y="323912"/>
                  </a:lnTo>
                  <a:lnTo>
                    <a:pt x="9457524" y="366226"/>
                  </a:lnTo>
                  <a:lnTo>
                    <a:pt x="9403913" y="412745"/>
                  </a:lnTo>
                  <a:lnTo>
                    <a:pt x="9352722" y="463636"/>
                  </a:lnTo>
                  <a:lnTo>
                    <a:pt x="9347647" y="469036"/>
                  </a:lnTo>
                  <a:lnTo>
                    <a:pt x="9303303" y="518990"/>
                  </a:lnTo>
                  <a:lnTo>
                    <a:pt x="9260063" y="572555"/>
                  </a:lnTo>
                  <a:lnTo>
                    <a:pt x="9217631" y="629805"/>
                  </a:lnTo>
                  <a:lnTo>
                    <a:pt x="9175768" y="690756"/>
                  </a:lnTo>
                  <a:lnTo>
                    <a:pt x="9134282" y="755361"/>
                  </a:lnTo>
                  <a:lnTo>
                    <a:pt x="9093022" y="823506"/>
                  </a:lnTo>
                  <a:lnTo>
                    <a:pt x="9051875" y="895002"/>
                  </a:lnTo>
                  <a:lnTo>
                    <a:pt x="9010759" y="969587"/>
                  </a:lnTo>
                  <a:lnTo>
                    <a:pt x="8969620" y="1046926"/>
                  </a:lnTo>
                  <a:lnTo>
                    <a:pt x="8928428" y="1126614"/>
                  </a:lnTo>
                  <a:lnTo>
                    <a:pt x="8887175" y="1208183"/>
                  </a:lnTo>
                  <a:lnTo>
                    <a:pt x="8845867" y="1291115"/>
                  </a:lnTo>
                  <a:lnTo>
                    <a:pt x="8804523" y="1374853"/>
                  </a:lnTo>
                  <a:lnTo>
                    <a:pt x="8763169" y="1458816"/>
                  </a:lnTo>
                  <a:lnTo>
                    <a:pt x="8721832" y="1542419"/>
                  </a:lnTo>
                  <a:lnTo>
                    <a:pt x="8680535" y="1625083"/>
                  </a:lnTo>
                  <a:lnTo>
                    <a:pt x="8639296" y="1706261"/>
                  </a:lnTo>
                  <a:lnTo>
                    <a:pt x="8598118" y="1785443"/>
                  </a:lnTo>
                  <a:lnTo>
                    <a:pt x="8556988" y="1862177"/>
                  </a:lnTo>
                  <a:lnTo>
                    <a:pt x="8515870" y="1936074"/>
                  </a:lnTo>
                  <a:lnTo>
                    <a:pt x="8474705" y="2006814"/>
                  </a:lnTo>
                  <a:lnTo>
                    <a:pt x="8433405" y="2074153"/>
                  </a:lnTo>
                  <a:lnTo>
                    <a:pt x="8391846" y="2137919"/>
                  </a:lnTo>
                  <a:lnTo>
                    <a:pt x="8349870" y="2198013"/>
                  </a:lnTo>
                  <a:lnTo>
                    <a:pt x="8307274" y="2254405"/>
                  </a:lnTo>
                  <a:lnTo>
                    <a:pt x="8263807" y="2307125"/>
                  </a:lnTo>
                  <a:lnTo>
                    <a:pt x="8229629" y="2345183"/>
                  </a:lnTo>
                  <a:lnTo>
                    <a:pt x="8178650" y="2396519"/>
                  </a:lnTo>
                  <a:lnTo>
                    <a:pt x="8125312" y="2443476"/>
                  </a:lnTo>
                  <a:lnTo>
                    <a:pt x="8068970" y="2486204"/>
                  </a:lnTo>
                  <a:lnTo>
                    <a:pt x="8008911" y="2524994"/>
                  </a:lnTo>
                  <a:lnTo>
                    <a:pt x="7944396" y="2560198"/>
                  </a:lnTo>
                  <a:lnTo>
                    <a:pt x="7874697" y="2592181"/>
                  </a:lnTo>
                  <a:lnTo>
                    <a:pt x="7799146" y="2621287"/>
                  </a:lnTo>
                  <a:lnTo>
                    <a:pt x="7717192" y="2647823"/>
                  </a:lnTo>
                  <a:lnTo>
                    <a:pt x="7628487" y="2672045"/>
                  </a:lnTo>
                  <a:lnTo>
                    <a:pt x="7532988" y="2694153"/>
                  </a:lnTo>
                  <a:lnTo>
                    <a:pt x="7431085" y="2714288"/>
                  </a:lnTo>
                  <a:lnTo>
                    <a:pt x="7323733" y="2732532"/>
                  </a:lnTo>
                  <a:lnTo>
                    <a:pt x="7212579" y="2748915"/>
                  </a:lnTo>
                  <a:lnTo>
                    <a:pt x="7100023" y="2763424"/>
                  </a:lnTo>
                  <a:lnTo>
                    <a:pt x="6989190" y="2776023"/>
                  </a:lnTo>
                  <a:lnTo>
                    <a:pt x="6883746" y="2786675"/>
                  </a:lnTo>
                  <a:lnTo>
                    <a:pt x="6787554" y="2795371"/>
                  </a:lnTo>
                  <a:lnTo>
                    <a:pt x="6704177" y="2802158"/>
                  </a:lnTo>
                  <a:lnTo>
                    <a:pt x="6636336" y="2807156"/>
                  </a:lnTo>
                  <a:lnTo>
                    <a:pt x="6585428" y="2810566"/>
                  </a:lnTo>
                  <a:lnTo>
                    <a:pt x="6551228" y="2812656"/>
                  </a:lnTo>
                  <a:lnTo>
                    <a:pt x="6531838" y="2813740"/>
                  </a:lnTo>
                  <a:lnTo>
                    <a:pt x="6523817" y="2814152"/>
                  </a:lnTo>
                  <a:lnTo>
                    <a:pt x="6522385" y="2814220"/>
                  </a:lnTo>
                  <a:lnTo>
                    <a:pt x="5527445" y="2814220"/>
                  </a:lnTo>
                  <a:lnTo>
                    <a:pt x="5526316" y="2814202"/>
                  </a:lnTo>
                  <a:lnTo>
                    <a:pt x="5518862" y="2814075"/>
                  </a:lnTo>
                  <a:lnTo>
                    <a:pt x="5499970" y="2813722"/>
                  </a:lnTo>
                  <a:lnTo>
                    <a:pt x="5465938" y="2813028"/>
                  </a:lnTo>
                  <a:lnTo>
                    <a:pt x="5414696" y="2811880"/>
                  </a:lnTo>
                  <a:lnTo>
                    <a:pt x="5345961" y="2810185"/>
                  </a:lnTo>
                  <a:lnTo>
                    <a:pt x="5261178" y="2807870"/>
                  </a:lnTo>
                  <a:lnTo>
                    <a:pt x="5163203" y="2804895"/>
                  </a:lnTo>
                  <a:lnTo>
                    <a:pt x="5055787" y="2801242"/>
                  </a:lnTo>
                  <a:lnTo>
                    <a:pt x="4942980" y="2796916"/>
                  </a:lnTo>
                  <a:lnTo>
                    <a:pt x="4828608" y="2791929"/>
                  </a:lnTo>
                  <a:lnTo>
                    <a:pt x="4715900" y="2786295"/>
                  </a:lnTo>
                  <a:lnTo>
                    <a:pt x="4607308" y="2780016"/>
                  </a:lnTo>
                  <a:lnTo>
                    <a:pt x="4504480" y="2773080"/>
                  </a:lnTo>
                  <a:lnTo>
                    <a:pt x="4408345" y="2765456"/>
                  </a:lnTo>
                  <a:lnTo>
                    <a:pt x="4319242" y="2757092"/>
                  </a:lnTo>
                  <a:lnTo>
                    <a:pt x="4237072" y="2747914"/>
                  </a:lnTo>
                  <a:lnTo>
                    <a:pt x="4161426" y="2737829"/>
                  </a:lnTo>
                  <a:lnTo>
                    <a:pt x="4091699" y="2726727"/>
                  </a:lnTo>
                  <a:lnTo>
                    <a:pt x="4027173" y="2714483"/>
                  </a:lnTo>
                  <a:lnTo>
                    <a:pt x="3967078" y="2700970"/>
                  </a:lnTo>
                  <a:lnTo>
                    <a:pt x="3910642" y="2686067"/>
                  </a:lnTo>
                  <a:lnTo>
                    <a:pt x="3857131" y="2669682"/>
                  </a:lnTo>
                  <a:lnTo>
                    <a:pt x="3820202" y="2657001"/>
                  </a:lnTo>
                  <a:lnTo>
                    <a:pt x="3762574" y="2634913"/>
                  </a:lnTo>
                  <a:lnTo>
                    <a:pt x="3706668" y="2610750"/>
                  </a:lnTo>
                  <a:lnTo>
                    <a:pt x="3651884" y="2584477"/>
                  </a:lnTo>
                  <a:lnTo>
                    <a:pt x="3597771" y="2556116"/>
                  </a:lnTo>
                  <a:lnTo>
                    <a:pt x="3544000" y="2525757"/>
                  </a:lnTo>
                  <a:lnTo>
                    <a:pt x="3490344" y="2493562"/>
                  </a:lnTo>
                  <a:lnTo>
                    <a:pt x="3436664" y="2459762"/>
                  </a:lnTo>
                  <a:lnTo>
                    <a:pt x="3382892" y="2424657"/>
                  </a:lnTo>
                  <a:lnTo>
                    <a:pt x="3329020" y="2388607"/>
                  </a:lnTo>
                  <a:lnTo>
                    <a:pt x="3275078" y="2352014"/>
                  </a:lnTo>
                  <a:lnTo>
                    <a:pt x="3221120" y="2315310"/>
                  </a:lnTo>
                  <a:lnTo>
                    <a:pt x="3167206" y="2278928"/>
                  </a:lnTo>
                  <a:lnTo>
                    <a:pt x="3113381" y="2243288"/>
                  </a:lnTo>
                  <a:lnTo>
                    <a:pt x="3059658" y="2208775"/>
                  </a:lnTo>
                  <a:lnTo>
                    <a:pt x="3006002" y="2175721"/>
                  </a:lnTo>
                  <a:lnTo>
                    <a:pt x="2952313" y="2144392"/>
                  </a:lnTo>
                  <a:lnTo>
                    <a:pt x="2898410" y="2114988"/>
                  </a:lnTo>
                  <a:lnTo>
                    <a:pt x="2844019" y="2087633"/>
                  </a:lnTo>
                  <a:lnTo>
                    <a:pt x="2788756" y="2062385"/>
                  </a:lnTo>
                  <a:lnTo>
                    <a:pt x="2732099" y="2039237"/>
                  </a:lnTo>
                  <a:lnTo>
                    <a:pt x="2702183" y="2028125"/>
                  </a:lnTo>
                  <a:lnTo>
                    <a:pt x="2650360" y="2010651"/>
                  </a:lnTo>
                  <a:lnTo>
                    <a:pt x="2596091" y="1994692"/>
                  </a:lnTo>
                  <a:lnTo>
                    <a:pt x="2538696" y="1980193"/>
                  </a:lnTo>
                  <a:lnTo>
                    <a:pt x="2477425" y="1967053"/>
                  </a:lnTo>
                  <a:lnTo>
                    <a:pt x="2411503" y="1955145"/>
                  </a:lnTo>
                  <a:lnTo>
                    <a:pt x="2340170" y="1944343"/>
                  </a:lnTo>
                  <a:lnTo>
                    <a:pt x="2262732" y="1934525"/>
                  </a:lnTo>
                  <a:lnTo>
                    <a:pt x="2178629" y="1925586"/>
                  </a:lnTo>
                  <a:lnTo>
                    <a:pt x="2087528" y="1917438"/>
                  </a:lnTo>
                  <a:lnTo>
                    <a:pt x="1989441" y="1910014"/>
                  </a:lnTo>
                  <a:lnTo>
                    <a:pt x="1884858" y="1903266"/>
                  </a:lnTo>
                  <a:lnTo>
                    <a:pt x="1774900" y="1897170"/>
                  </a:lnTo>
                  <a:lnTo>
                    <a:pt x="1661436" y="1891718"/>
                  </a:lnTo>
                  <a:lnTo>
                    <a:pt x="1547149" y="1886917"/>
                  </a:lnTo>
                  <a:lnTo>
                    <a:pt x="1435462" y="1882781"/>
                  </a:lnTo>
                  <a:lnTo>
                    <a:pt x="1330310" y="1879320"/>
                  </a:lnTo>
                  <a:lnTo>
                    <a:pt x="1235717" y="1876535"/>
                  </a:lnTo>
                  <a:lnTo>
                    <a:pt x="1155241" y="1874401"/>
                  </a:lnTo>
                  <a:lnTo>
                    <a:pt x="1091384" y="1872869"/>
                  </a:lnTo>
                  <a:lnTo>
                    <a:pt x="1045122" y="1871860"/>
                  </a:lnTo>
                  <a:lnTo>
                    <a:pt x="1015662" y="1871274"/>
                  </a:lnTo>
                  <a:lnTo>
                    <a:pt x="1000449" y="1870997"/>
                  </a:lnTo>
                  <a:lnTo>
                    <a:pt x="995362" y="1870912"/>
                  </a:lnTo>
                  <a:lnTo>
                    <a:pt x="994940" y="1870906"/>
                  </a:lnTo>
                  <a:lnTo>
                    <a:pt x="0" y="1870906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27" name="pl1626"/>
            <p:cNvSpPr/>
            <p:nvPr/>
          </p:nvSpPr>
          <p:spPr>
            <a:xfrm>
              <a:off x="1199187" y="3731166"/>
              <a:ext cx="12049831" cy="2814220"/>
            </a:xfrm>
            <a:custGeom>
              <a:avLst/>
              <a:pathLst>
                <a:path w="12049831" h="2814220">
                  <a:moveTo>
                    <a:pt x="0" y="1870906"/>
                  </a:moveTo>
                  <a:lnTo>
                    <a:pt x="994940" y="1870906"/>
                  </a:lnTo>
                  <a:lnTo>
                    <a:pt x="996069" y="1870924"/>
                  </a:lnTo>
                  <a:lnTo>
                    <a:pt x="1003523" y="1871051"/>
                  </a:lnTo>
                  <a:lnTo>
                    <a:pt x="1022415" y="1871404"/>
                  </a:lnTo>
                  <a:lnTo>
                    <a:pt x="1056447" y="1872098"/>
                  </a:lnTo>
                  <a:lnTo>
                    <a:pt x="1107689" y="1873245"/>
                  </a:lnTo>
                  <a:lnTo>
                    <a:pt x="1176424" y="1874941"/>
                  </a:lnTo>
                  <a:lnTo>
                    <a:pt x="1261207" y="1877256"/>
                  </a:lnTo>
                  <a:lnTo>
                    <a:pt x="1359182" y="1880231"/>
                  </a:lnTo>
                  <a:lnTo>
                    <a:pt x="1466598" y="1883884"/>
                  </a:lnTo>
                  <a:lnTo>
                    <a:pt x="1579405" y="1888210"/>
                  </a:lnTo>
                  <a:lnTo>
                    <a:pt x="1693777" y="1893197"/>
                  </a:lnTo>
                  <a:lnTo>
                    <a:pt x="1806485" y="1898831"/>
                  </a:lnTo>
                  <a:lnTo>
                    <a:pt x="1915077" y="1905110"/>
                  </a:lnTo>
                  <a:lnTo>
                    <a:pt x="2017905" y="1912046"/>
                  </a:lnTo>
                  <a:lnTo>
                    <a:pt x="2114040" y="1919669"/>
                  </a:lnTo>
                  <a:lnTo>
                    <a:pt x="2203143" y="1928034"/>
                  </a:lnTo>
                  <a:lnTo>
                    <a:pt x="2285313" y="1937212"/>
                  </a:lnTo>
                  <a:lnTo>
                    <a:pt x="2360959" y="1947297"/>
                  </a:lnTo>
                  <a:lnTo>
                    <a:pt x="2430686" y="1958399"/>
                  </a:lnTo>
                  <a:lnTo>
                    <a:pt x="2495212" y="1970643"/>
                  </a:lnTo>
                  <a:lnTo>
                    <a:pt x="2555307" y="1984156"/>
                  </a:lnTo>
                  <a:lnTo>
                    <a:pt x="2611743" y="1999058"/>
                  </a:lnTo>
                  <a:lnTo>
                    <a:pt x="2665254" y="2015444"/>
                  </a:lnTo>
                  <a:lnTo>
                    <a:pt x="2702183" y="2028125"/>
                  </a:lnTo>
                  <a:lnTo>
                    <a:pt x="2759811" y="2050213"/>
                  </a:lnTo>
                  <a:lnTo>
                    <a:pt x="2815717" y="2074376"/>
                  </a:lnTo>
                  <a:lnTo>
                    <a:pt x="2870501" y="2100649"/>
                  </a:lnTo>
                  <a:lnTo>
                    <a:pt x="2924614" y="2129010"/>
                  </a:lnTo>
                  <a:lnTo>
                    <a:pt x="2978385" y="2159368"/>
                  </a:lnTo>
                  <a:lnTo>
                    <a:pt x="3032041" y="2191564"/>
                  </a:lnTo>
                  <a:lnTo>
                    <a:pt x="3085721" y="2225364"/>
                  </a:lnTo>
                  <a:lnTo>
                    <a:pt x="3139493" y="2260469"/>
                  </a:lnTo>
                  <a:lnTo>
                    <a:pt x="3193365" y="2296519"/>
                  </a:lnTo>
                  <a:lnTo>
                    <a:pt x="3247307" y="2333111"/>
                  </a:lnTo>
                  <a:lnTo>
                    <a:pt x="3301265" y="2369816"/>
                  </a:lnTo>
                  <a:lnTo>
                    <a:pt x="3355179" y="2406198"/>
                  </a:lnTo>
                  <a:lnTo>
                    <a:pt x="3409004" y="2441838"/>
                  </a:lnTo>
                  <a:lnTo>
                    <a:pt x="3462727" y="2476351"/>
                  </a:lnTo>
                  <a:lnTo>
                    <a:pt x="3516383" y="2509405"/>
                  </a:lnTo>
                  <a:lnTo>
                    <a:pt x="3570072" y="2540734"/>
                  </a:lnTo>
                  <a:lnTo>
                    <a:pt x="3623975" y="2570138"/>
                  </a:lnTo>
                  <a:lnTo>
                    <a:pt x="3678366" y="2597493"/>
                  </a:lnTo>
                  <a:lnTo>
                    <a:pt x="3733629" y="2622741"/>
                  </a:lnTo>
                  <a:lnTo>
                    <a:pt x="3790286" y="2645889"/>
                  </a:lnTo>
                  <a:lnTo>
                    <a:pt x="3820202" y="2657001"/>
                  </a:lnTo>
                  <a:lnTo>
                    <a:pt x="3872025" y="2674475"/>
                  </a:lnTo>
                  <a:lnTo>
                    <a:pt x="3926294" y="2690434"/>
                  </a:lnTo>
                  <a:lnTo>
                    <a:pt x="3983689" y="2704933"/>
                  </a:lnTo>
                  <a:lnTo>
                    <a:pt x="4044960" y="2718073"/>
                  </a:lnTo>
                  <a:lnTo>
                    <a:pt x="4110882" y="2729981"/>
                  </a:lnTo>
                  <a:lnTo>
                    <a:pt x="4182215" y="2740783"/>
                  </a:lnTo>
                  <a:lnTo>
                    <a:pt x="4259653" y="2750601"/>
                  </a:lnTo>
                  <a:lnTo>
                    <a:pt x="4343756" y="2759540"/>
                  </a:lnTo>
                  <a:lnTo>
                    <a:pt x="4434857" y="2767688"/>
                  </a:lnTo>
                  <a:lnTo>
                    <a:pt x="4532944" y="2775112"/>
                  </a:lnTo>
                  <a:lnTo>
                    <a:pt x="4637527" y="2781859"/>
                  </a:lnTo>
                  <a:lnTo>
                    <a:pt x="4747485" y="2787955"/>
                  </a:lnTo>
                  <a:lnTo>
                    <a:pt x="4860949" y="2793407"/>
                  </a:lnTo>
                  <a:lnTo>
                    <a:pt x="4975236" y="2798209"/>
                  </a:lnTo>
                  <a:lnTo>
                    <a:pt x="5086923" y="2802345"/>
                  </a:lnTo>
                  <a:lnTo>
                    <a:pt x="5192075" y="2805806"/>
                  </a:lnTo>
                  <a:lnTo>
                    <a:pt x="5286668" y="2808591"/>
                  </a:lnTo>
                  <a:lnTo>
                    <a:pt x="5367144" y="2810725"/>
                  </a:lnTo>
                  <a:lnTo>
                    <a:pt x="5431001" y="2812257"/>
                  </a:lnTo>
                  <a:lnTo>
                    <a:pt x="5477263" y="2813266"/>
                  </a:lnTo>
                  <a:lnTo>
                    <a:pt x="5506723" y="2813852"/>
                  </a:lnTo>
                  <a:lnTo>
                    <a:pt x="5521936" y="2814128"/>
                  </a:lnTo>
                  <a:lnTo>
                    <a:pt x="5527023" y="2814213"/>
                  </a:lnTo>
                  <a:lnTo>
                    <a:pt x="5527445" y="2814220"/>
                  </a:lnTo>
                  <a:lnTo>
                    <a:pt x="6522385" y="2814220"/>
                  </a:lnTo>
                  <a:lnTo>
                    <a:pt x="6523463" y="2814169"/>
                  </a:lnTo>
                  <a:lnTo>
                    <a:pt x="6530578" y="2813807"/>
                  </a:lnTo>
                  <a:lnTo>
                    <a:pt x="6548636" y="2812806"/>
                  </a:lnTo>
                  <a:lnTo>
                    <a:pt x="6581221" y="2810833"/>
                  </a:lnTo>
                  <a:lnTo>
                    <a:pt x="6630398" y="2807570"/>
                  </a:lnTo>
                  <a:lnTo>
                    <a:pt x="6696562" y="2802743"/>
                  </a:lnTo>
                  <a:lnTo>
                    <a:pt x="6778469" y="2796144"/>
                  </a:lnTo>
                  <a:lnTo>
                    <a:pt x="6873516" y="2787645"/>
                  </a:lnTo>
                  <a:lnTo>
                    <a:pt x="6978197" y="2777191"/>
                  </a:lnTo>
                  <a:lnTo>
                    <a:pt x="7088658" y="2764788"/>
                  </a:lnTo>
                  <a:lnTo>
                    <a:pt x="7201193" y="2750470"/>
                  </a:lnTo>
                  <a:lnTo>
                    <a:pt x="7312611" y="2734276"/>
                  </a:lnTo>
                  <a:lnTo>
                    <a:pt x="7420435" y="2716221"/>
                  </a:lnTo>
                  <a:lnTo>
                    <a:pt x="7522945" y="2696281"/>
                  </a:lnTo>
                  <a:lnTo>
                    <a:pt x="7619119" y="2674378"/>
                  </a:lnTo>
                  <a:lnTo>
                    <a:pt x="7708516" y="2650379"/>
                  </a:lnTo>
                  <a:lnTo>
                    <a:pt x="7791142" y="2624088"/>
                  </a:lnTo>
                  <a:lnTo>
                    <a:pt x="7867320" y="2595255"/>
                  </a:lnTo>
                  <a:lnTo>
                    <a:pt x="7937582" y="2563579"/>
                  </a:lnTo>
                  <a:lnTo>
                    <a:pt x="8002590" y="2528718"/>
                  </a:lnTo>
                  <a:lnTo>
                    <a:pt x="8063067" y="2490308"/>
                  </a:lnTo>
                  <a:lnTo>
                    <a:pt x="8119753" y="2447993"/>
                  </a:lnTo>
                  <a:lnTo>
                    <a:pt x="8173363" y="2401475"/>
                  </a:lnTo>
                  <a:lnTo>
                    <a:pt x="8224555" y="2350583"/>
                  </a:lnTo>
                  <a:lnTo>
                    <a:pt x="8229629" y="2345183"/>
                  </a:lnTo>
                  <a:lnTo>
                    <a:pt x="8273974" y="2295229"/>
                  </a:lnTo>
                  <a:lnTo>
                    <a:pt x="8317214" y="2241664"/>
                  </a:lnTo>
                  <a:lnTo>
                    <a:pt x="8359646" y="2184415"/>
                  </a:lnTo>
                  <a:lnTo>
                    <a:pt x="8401509" y="2123464"/>
                  </a:lnTo>
                  <a:lnTo>
                    <a:pt x="8442995" y="2058859"/>
                  </a:lnTo>
                  <a:lnTo>
                    <a:pt x="8484255" y="1990714"/>
                  </a:lnTo>
                  <a:lnTo>
                    <a:pt x="8525402" y="1919218"/>
                  </a:lnTo>
                  <a:lnTo>
                    <a:pt x="8566518" y="1844632"/>
                  </a:lnTo>
                  <a:lnTo>
                    <a:pt x="8607657" y="1767293"/>
                  </a:lnTo>
                  <a:lnTo>
                    <a:pt x="8648849" y="1687606"/>
                  </a:lnTo>
                  <a:lnTo>
                    <a:pt x="8690102" y="1606037"/>
                  </a:lnTo>
                  <a:lnTo>
                    <a:pt x="8731410" y="1523105"/>
                  </a:lnTo>
                  <a:lnTo>
                    <a:pt x="8772753" y="1439367"/>
                  </a:lnTo>
                  <a:lnTo>
                    <a:pt x="8814107" y="1355403"/>
                  </a:lnTo>
                  <a:lnTo>
                    <a:pt x="8855445" y="1271801"/>
                  </a:lnTo>
                  <a:lnTo>
                    <a:pt x="8896741" y="1189136"/>
                  </a:lnTo>
                  <a:lnTo>
                    <a:pt x="8937980" y="1107959"/>
                  </a:lnTo>
                  <a:lnTo>
                    <a:pt x="8979158" y="1028776"/>
                  </a:lnTo>
                  <a:lnTo>
                    <a:pt x="9020289" y="952042"/>
                  </a:lnTo>
                  <a:lnTo>
                    <a:pt x="9061406" y="878145"/>
                  </a:lnTo>
                  <a:lnTo>
                    <a:pt x="9102571" y="807405"/>
                  </a:lnTo>
                  <a:lnTo>
                    <a:pt x="9143872" y="740067"/>
                  </a:lnTo>
                  <a:lnTo>
                    <a:pt x="9185431" y="676301"/>
                  </a:lnTo>
                  <a:lnTo>
                    <a:pt x="9227407" y="616206"/>
                  </a:lnTo>
                  <a:lnTo>
                    <a:pt x="9270002" y="559814"/>
                  </a:lnTo>
                  <a:lnTo>
                    <a:pt x="9313470" y="507095"/>
                  </a:lnTo>
                  <a:lnTo>
                    <a:pt x="9347647" y="469036"/>
                  </a:lnTo>
                  <a:lnTo>
                    <a:pt x="9398627" y="417701"/>
                  </a:lnTo>
                  <a:lnTo>
                    <a:pt x="9451964" y="370744"/>
                  </a:lnTo>
                  <a:lnTo>
                    <a:pt x="9508306" y="328015"/>
                  </a:lnTo>
                  <a:lnTo>
                    <a:pt x="9568366" y="289225"/>
                  </a:lnTo>
                  <a:lnTo>
                    <a:pt x="9632881" y="254021"/>
                  </a:lnTo>
                  <a:lnTo>
                    <a:pt x="9702579" y="222038"/>
                  </a:lnTo>
                  <a:lnTo>
                    <a:pt x="9778130" y="192932"/>
                  </a:lnTo>
                  <a:lnTo>
                    <a:pt x="9860084" y="166396"/>
                  </a:lnTo>
                  <a:lnTo>
                    <a:pt x="9948789" y="142174"/>
                  </a:lnTo>
                  <a:lnTo>
                    <a:pt x="10044288" y="120067"/>
                  </a:lnTo>
                  <a:lnTo>
                    <a:pt x="10146192" y="99932"/>
                  </a:lnTo>
                  <a:lnTo>
                    <a:pt x="10253543" y="81688"/>
                  </a:lnTo>
                  <a:lnTo>
                    <a:pt x="10364697" y="65305"/>
                  </a:lnTo>
                  <a:lnTo>
                    <a:pt x="10477253" y="50795"/>
                  </a:lnTo>
                  <a:lnTo>
                    <a:pt x="10588087" y="38196"/>
                  </a:lnTo>
                  <a:lnTo>
                    <a:pt x="10693530" y="27545"/>
                  </a:lnTo>
                  <a:lnTo>
                    <a:pt x="10789723" y="18849"/>
                  </a:lnTo>
                  <a:lnTo>
                    <a:pt x="10873099" y="12062"/>
                  </a:lnTo>
                  <a:lnTo>
                    <a:pt x="10940940" y="7063"/>
                  </a:lnTo>
                  <a:lnTo>
                    <a:pt x="10991849" y="3654"/>
                  </a:lnTo>
                  <a:lnTo>
                    <a:pt x="11026048" y="1564"/>
                  </a:lnTo>
                  <a:lnTo>
                    <a:pt x="11045438" y="479"/>
                  </a:lnTo>
                  <a:lnTo>
                    <a:pt x="11053460" y="68"/>
                  </a:lnTo>
                  <a:lnTo>
                    <a:pt x="11054890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8" name="pl1627"/>
            <p:cNvSpPr/>
            <p:nvPr/>
          </p:nvSpPr>
          <p:spPr>
            <a:xfrm>
              <a:off x="1199187" y="3725926"/>
              <a:ext cx="12049831" cy="2814220"/>
            </a:xfrm>
            <a:custGeom>
              <a:avLst/>
              <a:pathLst>
                <a:path w="12049831" h="2814220">
                  <a:moveTo>
                    <a:pt x="12049831" y="0"/>
                  </a:moveTo>
                  <a:lnTo>
                    <a:pt x="11054891" y="0"/>
                  </a:lnTo>
                  <a:lnTo>
                    <a:pt x="11053814" y="50"/>
                  </a:lnTo>
                  <a:lnTo>
                    <a:pt x="11046698" y="413"/>
                  </a:lnTo>
                  <a:lnTo>
                    <a:pt x="11028641" y="1414"/>
                  </a:lnTo>
                  <a:lnTo>
                    <a:pt x="10996056" y="3387"/>
                  </a:lnTo>
                  <a:lnTo>
                    <a:pt x="10946878" y="6650"/>
                  </a:lnTo>
                  <a:lnTo>
                    <a:pt x="10880715" y="11477"/>
                  </a:lnTo>
                  <a:lnTo>
                    <a:pt x="10798807" y="18076"/>
                  </a:lnTo>
                  <a:lnTo>
                    <a:pt x="10703761" y="26575"/>
                  </a:lnTo>
                  <a:lnTo>
                    <a:pt x="10599080" y="37028"/>
                  </a:lnTo>
                  <a:lnTo>
                    <a:pt x="10488619" y="49431"/>
                  </a:lnTo>
                  <a:lnTo>
                    <a:pt x="10376084" y="63749"/>
                  </a:lnTo>
                  <a:lnTo>
                    <a:pt x="10264665" y="79943"/>
                  </a:lnTo>
                  <a:lnTo>
                    <a:pt x="10156842" y="97998"/>
                  </a:lnTo>
                  <a:lnTo>
                    <a:pt x="10054332" y="117939"/>
                  </a:lnTo>
                  <a:lnTo>
                    <a:pt x="9958158" y="139841"/>
                  </a:lnTo>
                  <a:lnTo>
                    <a:pt x="9868760" y="163841"/>
                  </a:lnTo>
                  <a:lnTo>
                    <a:pt x="9786134" y="190131"/>
                  </a:lnTo>
                  <a:lnTo>
                    <a:pt x="9709957" y="218964"/>
                  </a:lnTo>
                  <a:lnTo>
                    <a:pt x="9639694" y="250640"/>
                  </a:lnTo>
                  <a:lnTo>
                    <a:pt x="9574687" y="285502"/>
                  </a:lnTo>
                  <a:lnTo>
                    <a:pt x="9514210" y="323912"/>
                  </a:lnTo>
                  <a:lnTo>
                    <a:pt x="9457524" y="366226"/>
                  </a:lnTo>
                  <a:lnTo>
                    <a:pt x="9403913" y="412745"/>
                  </a:lnTo>
                  <a:lnTo>
                    <a:pt x="9352722" y="463636"/>
                  </a:lnTo>
                  <a:lnTo>
                    <a:pt x="9347647" y="469036"/>
                  </a:lnTo>
                  <a:lnTo>
                    <a:pt x="9303303" y="518990"/>
                  </a:lnTo>
                  <a:lnTo>
                    <a:pt x="9260063" y="572555"/>
                  </a:lnTo>
                  <a:lnTo>
                    <a:pt x="9217631" y="629805"/>
                  </a:lnTo>
                  <a:lnTo>
                    <a:pt x="9175768" y="690756"/>
                  </a:lnTo>
                  <a:lnTo>
                    <a:pt x="9134282" y="755361"/>
                  </a:lnTo>
                  <a:lnTo>
                    <a:pt x="9093022" y="823506"/>
                  </a:lnTo>
                  <a:lnTo>
                    <a:pt x="9051875" y="895002"/>
                  </a:lnTo>
                  <a:lnTo>
                    <a:pt x="9010759" y="969587"/>
                  </a:lnTo>
                  <a:lnTo>
                    <a:pt x="8969620" y="1046926"/>
                  </a:lnTo>
                  <a:lnTo>
                    <a:pt x="8928428" y="1126614"/>
                  </a:lnTo>
                  <a:lnTo>
                    <a:pt x="8887175" y="1208183"/>
                  </a:lnTo>
                  <a:lnTo>
                    <a:pt x="8845867" y="1291115"/>
                  </a:lnTo>
                  <a:lnTo>
                    <a:pt x="8804523" y="1374853"/>
                  </a:lnTo>
                  <a:lnTo>
                    <a:pt x="8763169" y="1458816"/>
                  </a:lnTo>
                  <a:lnTo>
                    <a:pt x="8721832" y="1542419"/>
                  </a:lnTo>
                  <a:lnTo>
                    <a:pt x="8680535" y="1625083"/>
                  </a:lnTo>
                  <a:lnTo>
                    <a:pt x="8639296" y="1706261"/>
                  </a:lnTo>
                  <a:lnTo>
                    <a:pt x="8598118" y="1785443"/>
                  </a:lnTo>
                  <a:lnTo>
                    <a:pt x="8556988" y="1862177"/>
                  </a:lnTo>
                  <a:lnTo>
                    <a:pt x="8515870" y="1936074"/>
                  </a:lnTo>
                  <a:lnTo>
                    <a:pt x="8474705" y="2006814"/>
                  </a:lnTo>
                  <a:lnTo>
                    <a:pt x="8433405" y="2074153"/>
                  </a:lnTo>
                  <a:lnTo>
                    <a:pt x="8391846" y="2137919"/>
                  </a:lnTo>
                  <a:lnTo>
                    <a:pt x="8349870" y="2198013"/>
                  </a:lnTo>
                  <a:lnTo>
                    <a:pt x="8307274" y="2254405"/>
                  </a:lnTo>
                  <a:lnTo>
                    <a:pt x="8263807" y="2307125"/>
                  </a:lnTo>
                  <a:lnTo>
                    <a:pt x="8229629" y="2345183"/>
                  </a:lnTo>
                  <a:lnTo>
                    <a:pt x="8178650" y="2396519"/>
                  </a:lnTo>
                  <a:lnTo>
                    <a:pt x="8125312" y="2443476"/>
                  </a:lnTo>
                  <a:lnTo>
                    <a:pt x="8068970" y="2486204"/>
                  </a:lnTo>
                  <a:lnTo>
                    <a:pt x="8008911" y="2524994"/>
                  </a:lnTo>
                  <a:lnTo>
                    <a:pt x="7944396" y="2560198"/>
                  </a:lnTo>
                  <a:lnTo>
                    <a:pt x="7874697" y="2592181"/>
                  </a:lnTo>
                  <a:lnTo>
                    <a:pt x="7799146" y="2621287"/>
                  </a:lnTo>
                  <a:lnTo>
                    <a:pt x="7717192" y="2647823"/>
                  </a:lnTo>
                  <a:lnTo>
                    <a:pt x="7628487" y="2672045"/>
                  </a:lnTo>
                  <a:lnTo>
                    <a:pt x="7532988" y="2694153"/>
                  </a:lnTo>
                  <a:lnTo>
                    <a:pt x="7431085" y="2714288"/>
                  </a:lnTo>
                  <a:lnTo>
                    <a:pt x="7323733" y="2732532"/>
                  </a:lnTo>
                  <a:lnTo>
                    <a:pt x="7212579" y="2748915"/>
                  </a:lnTo>
                  <a:lnTo>
                    <a:pt x="7100023" y="2763424"/>
                  </a:lnTo>
                  <a:lnTo>
                    <a:pt x="6989190" y="2776023"/>
                  </a:lnTo>
                  <a:lnTo>
                    <a:pt x="6883746" y="2786675"/>
                  </a:lnTo>
                  <a:lnTo>
                    <a:pt x="6787554" y="2795371"/>
                  </a:lnTo>
                  <a:lnTo>
                    <a:pt x="6704177" y="2802158"/>
                  </a:lnTo>
                  <a:lnTo>
                    <a:pt x="6636336" y="2807156"/>
                  </a:lnTo>
                  <a:lnTo>
                    <a:pt x="6585428" y="2810566"/>
                  </a:lnTo>
                  <a:lnTo>
                    <a:pt x="6551228" y="2812656"/>
                  </a:lnTo>
                  <a:lnTo>
                    <a:pt x="6531838" y="2813740"/>
                  </a:lnTo>
                  <a:lnTo>
                    <a:pt x="6523817" y="2814152"/>
                  </a:lnTo>
                  <a:lnTo>
                    <a:pt x="6522387" y="2814220"/>
                  </a:lnTo>
                  <a:lnTo>
                    <a:pt x="6522385" y="2814220"/>
                  </a:lnTo>
                  <a:lnTo>
                    <a:pt x="5527445" y="2814220"/>
                  </a:lnTo>
                  <a:lnTo>
                    <a:pt x="5526316" y="2814202"/>
                  </a:lnTo>
                  <a:lnTo>
                    <a:pt x="5518862" y="2814075"/>
                  </a:lnTo>
                  <a:lnTo>
                    <a:pt x="5499970" y="2813722"/>
                  </a:lnTo>
                  <a:lnTo>
                    <a:pt x="5465938" y="2813028"/>
                  </a:lnTo>
                  <a:lnTo>
                    <a:pt x="5414696" y="2811880"/>
                  </a:lnTo>
                  <a:lnTo>
                    <a:pt x="5345961" y="2810185"/>
                  </a:lnTo>
                  <a:lnTo>
                    <a:pt x="5261178" y="2807870"/>
                  </a:lnTo>
                  <a:lnTo>
                    <a:pt x="5163203" y="2804895"/>
                  </a:lnTo>
                  <a:lnTo>
                    <a:pt x="5055787" y="2801242"/>
                  </a:lnTo>
                  <a:lnTo>
                    <a:pt x="4942980" y="2796916"/>
                  </a:lnTo>
                  <a:lnTo>
                    <a:pt x="4828608" y="2791929"/>
                  </a:lnTo>
                  <a:lnTo>
                    <a:pt x="4715900" y="2786295"/>
                  </a:lnTo>
                  <a:lnTo>
                    <a:pt x="4607308" y="2780016"/>
                  </a:lnTo>
                  <a:lnTo>
                    <a:pt x="4504480" y="2773080"/>
                  </a:lnTo>
                  <a:lnTo>
                    <a:pt x="4408345" y="2765456"/>
                  </a:lnTo>
                  <a:lnTo>
                    <a:pt x="4319242" y="2757092"/>
                  </a:lnTo>
                  <a:lnTo>
                    <a:pt x="4237072" y="2747914"/>
                  </a:lnTo>
                  <a:lnTo>
                    <a:pt x="4161426" y="2737829"/>
                  </a:lnTo>
                  <a:lnTo>
                    <a:pt x="4091699" y="2726727"/>
                  </a:lnTo>
                  <a:lnTo>
                    <a:pt x="4027173" y="2714483"/>
                  </a:lnTo>
                  <a:lnTo>
                    <a:pt x="3967078" y="2700970"/>
                  </a:lnTo>
                  <a:lnTo>
                    <a:pt x="3910642" y="2686067"/>
                  </a:lnTo>
                  <a:lnTo>
                    <a:pt x="3857131" y="2669682"/>
                  </a:lnTo>
                  <a:lnTo>
                    <a:pt x="3820202" y="2657001"/>
                  </a:lnTo>
                  <a:lnTo>
                    <a:pt x="3762574" y="2634913"/>
                  </a:lnTo>
                  <a:lnTo>
                    <a:pt x="3706668" y="2610750"/>
                  </a:lnTo>
                  <a:lnTo>
                    <a:pt x="3651884" y="2584477"/>
                  </a:lnTo>
                  <a:lnTo>
                    <a:pt x="3597771" y="2556116"/>
                  </a:lnTo>
                  <a:lnTo>
                    <a:pt x="3544000" y="2525757"/>
                  </a:lnTo>
                  <a:lnTo>
                    <a:pt x="3490344" y="2493562"/>
                  </a:lnTo>
                  <a:lnTo>
                    <a:pt x="3436664" y="2459762"/>
                  </a:lnTo>
                  <a:lnTo>
                    <a:pt x="3382892" y="2424657"/>
                  </a:lnTo>
                  <a:lnTo>
                    <a:pt x="3329020" y="2388607"/>
                  </a:lnTo>
                  <a:lnTo>
                    <a:pt x="3275078" y="2352014"/>
                  </a:lnTo>
                  <a:lnTo>
                    <a:pt x="3221120" y="2315310"/>
                  </a:lnTo>
                  <a:lnTo>
                    <a:pt x="3167206" y="2278928"/>
                  </a:lnTo>
                  <a:lnTo>
                    <a:pt x="3113381" y="2243288"/>
                  </a:lnTo>
                  <a:lnTo>
                    <a:pt x="3059658" y="2208775"/>
                  </a:lnTo>
                  <a:lnTo>
                    <a:pt x="3006002" y="2175721"/>
                  </a:lnTo>
                  <a:lnTo>
                    <a:pt x="2952313" y="2144392"/>
                  </a:lnTo>
                  <a:lnTo>
                    <a:pt x="2898410" y="2114988"/>
                  </a:lnTo>
                  <a:lnTo>
                    <a:pt x="2844019" y="2087633"/>
                  </a:lnTo>
                  <a:lnTo>
                    <a:pt x="2788756" y="2062385"/>
                  </a:lnTo>
                  <a:lnTo>
                    <a:pt x="2732099" y="2039237"/>
                  </a:lnTo>
                  <a:lnTo>
                    <a:pt x="2702183" y="2028125"/>
                  </a:lnTo>
                  <a:lnTo>
                    <a:pt x="2650360" y="2010651"/>
                  </a:lnTo>
                  <a:lnTo>
                    <a:pt x="2596091" y="1994692"/>
                  </a:lnTo>
                  <a:lnTo>
                    <a:pt x="2538696" y="1980193"/>
                  </a:lnTo>
                  <a:lnTo>
                    <a:pt x="2477425" y="1967053"/>
                  </a:lnTo>
                  <a:lnTo>
                    <a:pt x="2411503" y="1955145"/>
                  </a:lnTo>
                  <a:lnTo>
                    <a:pt x="2340170" y="1944343"/>
                  </a:lnTo>
                  <a:lnTo>
                    <a:pt x="2262732" y="1934525"/>
                  </a:lnTo>
                  <a:lnTo>
                    <a:pt x="2178629" y="1925586"/>
                  </a:lnTo>
                  <a:lnTo>
                    <a:pt x="2087528" y="1917438"/>
                  </a:lnTo>
                  <a:lnTo>
                    <a:pt x="1989441" y="1910014"/>
                  </a:lnTo>
                  <a:lnTo>
                    <a:pt x="1884858" y="1903266"/>
                  </a:lnTo>
                  <a:lnTo>
                    <a:pt x="1774900" y="1897170"/>
                  </a:lnTo>
                  <a:lnTo>
                    <a:pt x="1661436" y="1891718"/>
                  </a:lnTo>
                  <a:lnTo>
                    <a:pt x="1547149" y="1886917"/>
                  </a:lnTo>
                  <a:lnTo>
                    <a:pt x="1435462" y="1882781"/>
                  </a:lnTo>
                  <a:lnTo>
                    <a:pt x="1330310" y="1879320"/>
                  </a:lnTo>
                  <a:lnTo>
                    <a:pt x="1235717" y="1876535"/>
                  </a:lnTo>
                  <a:lnTo>
                    <a:pt x="1155241" y="1874401"/>
                  </a:lnTo>
                  <a:lnTo>
                    <a:pt x="1091384" y="1872869"/>
                  </a:lnTo>
                  <a:lnTo>
                    <a:pt x="1045122" y="1871860"/>
                  </a:lnTo>
                  <a:lnTo>
                    <a:pt x="1015662" y="1871274"/>
                  </a:lnTo>
                  <a:lnTo>
                    <a:pt x="1000449" y="1870997"/>
                  </a:lnTo>
                  <a:lnTo>
                    <a:pt x="995362" y="1870912"/>
                  </a:lnTo>
                  <a:lnTo>
                    <a:pt x="994940" y="1870906"/>
                  </a:lnTo>
                  <a:lnTo>
                    <a:pt x="0" y="1870906"/>
                  </a:lnTo>
                  <a:lnTo>
                    <a:pt x="0" y="18709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9" name="pg1628"/>
            <p:cNvSpPr/>
            <p:nvPr/>
          </p:nvSpPr>
          <p:spPr>
            <a:xfrm>
              <a:off x="1199187" y="1467213"/>
              <a:ext cx="12049831" cy="4035288"/>
            </a:xfrm>
            <a:custGeom>
              <a:avLst/>
              <a:pathLst>
                <a:path w="12049831" h="4035288">
                  <a:moveTo>
                    <a:pt x="0" y="4035288"/>
                  </a:moveTo>
                  <a:lnTo>
                    <a:pt x="994940" y="4035288"/>
                  </a:lnTo>
                  <a:lnTo>
                    <a:pt x="996066" y="4035267"/>
                  </a:lnTo>
                  <a:lnTo>
                    <a:pt x="1003502" y="4035116"/>
                  </a:lnTo>
                  <a:lnTo>
                    <a:pt x="1022350" y="4034700"/>
                  </a:lnTo>
                  <a:lnTo>
                    <a:pt x="1056305" y="4033881"/>
                  </a:lnTo>
                  <a:lnTo>
                    <a:pt x="1107437" y="4032526"/>
                  </a:lnTo>
                  <a:lnTo>
                    <a:pt x="1176035" y="4030525"/>
                  </a:lnTo>
                  <a:lnTo>
                    <a:pt x="1260667" y="4027792"/>
                  </a:lnTo>
                  <a:lnTo>
                    <a:pt x="1358488" y="4024279"/>
                  </a:lnTo>
                  <a:lnTo>
                    <a:pt x="1465761" y="4019966"/>
                  </a:lnTo>
                  <a:lnTo>
                    <a:pt x="1578446" y="4014858"/>
                  </a:lnTo>
                  <a:lnTo>
                    <a:pt x="1692724" y="4008968"/>
                  </a:lnTo>
                  <a:lnTo>
                    <a:pt x="1805367" y="4002314"/>
                  </a:lnTo>
                  <a:lnTo>
                    <a:pt x="1913921" y="3994898"/>
                  </a:lnTo>
                  <a:lnTo>
                    <a:pt x="2016733" y="3986707"/>
                  </a:lnTo>
                  <a:lnTo>
                    <a:pt x="2112873" y="3977703"/>
                  </a:lnTo>
                  <a:lnTo>
                    <a:pt x="2201992" y="3967826"/>
                  </a:lnTo>
                  <a:lnTo>
                    <a:pt x="2284187" y="3956988"/>
                  </a:lnTo>
                  <a:lnTo>
                    <a:pt x="2359861" y="3945081"/>
                  </a:lnTo>
                  <a:lnTo>
                    <a:pt x="2429616" y="3931974"/>
                  </a:lnTo>
                  <a:lnTo>
                    <a:pt x="2494167" y="3917521"/>
                  </a:lnTo>
                  <a:lnTo>
                    <a:pt x="2554281" y="3901571"/>
                  </a:lnTo>
                  <a:lnTo>
                    <a:pt x="2610729" y="3883982"/>
                  </a:lnTo>
                  <a:lnTo>
                    <a:pt x="2664244" y="3864642"/>
                  </a:lnTo>
                  <a:lnTo>
                    <a:pt x="2702183" y="3849245"/>
                  </a:lnTo>
                  <a:lnTo>
                    <a:pt x="2758525" y="3823728"/>
                  </a:lnTo>
                  <a:lnTo>
                    <a:pt x="2813207" y="3795867"/>
                  </a:lnTo>
                  <a:lnTo>
                    <a:pt x="2866796" y="3765621"/>
                  </a:lnTo>
                  <a:lnTo>
                    <a:pt x="2919718" y="3733012"/>
                  </a:lnTo>
                  <a:lnTo>
                    <a:pt x="2972291" y="3698132"/>
                  </a:lnTo>
                  <a:lnTo>
                    <a:pt x="3024734" y="3661151"/>
                  </a:lnTo>
                  <a:lnTo>
                    <a:pt x="3077186" y="3622315"/>
                  </a:lnTo>
                  <a:lnTo>
                    <a:pt x="3129719" y="3581946"/>
                  </a:lnTo>
                  <a:lnTo>
                    <a:pt x="3182351" y="3540430"/>
                  </a:lnTo>
                  <a:lnTo>
                    <a:pt x="3235058" y="3498205"/>
                  </a:lnTo>
                  <a:lnTo>
                    <a:pt x="3287792" y="3455741"/>
                  </a:lnTo>
                  <a:lnTo>
                    <a:pt x="3340499" y="3413520"/>
                  </a:lnTo>
                  <a:lnTo>
                    <a:pt x="3393130" y="3372013"/>
                  </a:lnTo>
                  <a:lnTo>
                    <a:pt x="3445662" y="3331656"/>
                  </a:lnTo>
                  <a:lnTo>
                    <a:pt x="3498114" y="3292835"/>
                  </a:lnTo>
                  <a:lnTo>
                    <a:pt x="3550557" y="3255871"/>
                  </a:lnTo>
                  <a:lnTo>
                    <a:pt x="3603132" y="3221011"/>
                  </a:lnTo>
                  <a:lnTo>
                    <a:pt x="3656059" y="3188422"/>
                  </a:lnTo>
                  <a:lnTo>
                    <a:pt x="3709655" y="3158197"/>
                  </a:lnTo>
                  <a:lnTo>
                    <a:pt x="3764349" y="3130357"/>
                  </a:lnTo>
                  <a:lnTo>
                    <a:pt x="3820202" y="3105075"/>
                  </a:lnTo>
                  <a:lnTo>
                    <a:pt x="3871981" y="3084414"/>
                  </a:lnTo>
                  <a:lnTo>
                    <a:pt x="3926200" y="3065543"/>
                  </a:lnTo>
                  <a:lnTo>
                    <a:pt x="3983540" y="3048397"/>
                  </a:lnTo>
                  <a:lnTo>
                    <a:pt x="4044747" y="3032856"/>
                  </a:lnTo>
                  <a:lnTo>
                    <a:pt x="4110594" y="3018772"/>
                  </a:lnTo>
                  <a:lnTo>
                    <a:pt x="4181841" y="3005994"/>
                  </a:lnTo>
                  <a:lnTo>
                    <a:pt x="4259179" y="2994381"/>
                  </a:lnTo>
                  <a:lnTo>
                    <a:pt x="4343168" y="2983806"/>
                  </a:lnTo>
                  <a:lnTo>
                    <a:pt x="4434142" y="2974166"/>
                  </a:lnTo>
                  <a:lnTo>
                    <a:pt x="4532092" y="2965381"/>
                  </a:lnTo>
                  <a:lnTo>
                    <a:pt x="4636534" y="2957396"/>
                  </a:lnTo>
                  <a:lnTo>
                    <a:pt x="4746356" y="2950181"/>
                  </a:lnTo>
                  <a:lnTo>
                    <a:pt x="4859700" y="2943727"/>
                  </a:lnTo>
                  <a:lnTo>
                    <a:pt x="4973901" y="2938042"/>
                  </a:lnTo>
                  <a:lnTo>
                    <a:pt x="5085549" y="2933141"/>
                  </a:lnTo>
                  <a:lnTo>
                    <a:pt x="5190724" y="2929039"/>
                  </a:lnTo>
                  <a:lnTo>
                    <a:pt x="5285409" y="2925735"/>
                  </a:lnTo>
                  <a:lnTo>
                    <a:pt x="5366047" y="2923201"/>
                  </a:lnTo>
                  <a:lnTo>
                    <a:pt x="5430120" y="2921379"/>
                  </a:lnTo>
                  <a:lnTo>
                    <a:pt x="5476629" y="2920177"/>
                  </a:lnTo>
                  <a:lnTo>
                    <a:pt x="5506337" y="2919477"/>
                  </a:lnTo>
                  <a:lnTo>
                    <a:pt x="5521762" y="2919145"/>
                  </a:lnTo>
                  <a:lnTo>
                    <a:pt x="5526988" y="2919041"/>
                  </a:lnTo>
                  <a:lnTo>
                    <a:pt x="5527445" y="2919033"/>
                  </a:lnTo>
                  <a:lnTo>
                    <a:pt x="6522385" y="2919033"/>
                  </a:lnTo>
                  <a:lnTo>
                    <a:pt x="6523459" y="2918980"/>
                  </a:lnTo>
                  <a:lnTo>
                    <a:pt x="6530548" y="2918606"/>
                  </a:lnTo>
                  <a:lnTo>
                    <a:pt x="6548542" y="2917574"/>
                  </a:lnTo>
                  <a:lnTo>
                    <a:pt x="6581016" y="2915539"/>
                  </a:lnTo>
                  <a:lnTo>
                    <a:pt x="6630035" y="2912173"/>
                  </a:lnTo>
                  <a:lnTo>
                    <a:pt x="6696000" y="2907194"/>
                  </a:lnTo>
                  <a:lnTo>
                    <a:pt x="6777685" y="2900386"/>
                  </a:lnTo>
                  <a:lnTo>
                    <a:pt x="6872504" y="2891616"/>
                  </a:lnTo>
                  <a:lnTo>
                    <a:pt x="6976971" y="2880828"/>
                  </a:lnTo>
                  <a:lnTo>
                    <a:pt x="7087246" y="2868026"/>
                  </a:lnTo>
                  <a:lnTo>
                    <a:pt x="7199635" y="2853246"/>
                  </a:lnTo>
                  <a:lnTo>
                    <a:pt x="7310949" y="2836528"/>
                  </a:lnTo>
                  <a:lnTo>
                    <a:pt x="7418708" y="2817888"/>
                  </a:lnTo>
                  <a:lnTo>
                    <a:pt x="7521190" y="2797302"/>
                  </a:lnTo>
                  <a:lnTo>
                    <a:pt x="7617364" y="2774691"/>
                  </a:lnTo>
                  <a:lnTo>
                    <a:pt x="7706782" y="2749918"/>
                  </a:lnTo>
                  <a:lnTo>
                    <a:pt x="7789442" y="2722783"/>
                  </a:lnTo>
                  <a:lnTo>
                    <a:pt x="7865661" y="2693029"/>
                  </a:lnTo>
                  <a:lnTo>
                    <a:pt x="7935965" y="2660346"/>
                  </a:lnTo>
                  <a:lnTo>
                    <a:pt x="8001011" y="2624382"/>
                  </a:lnTo>
                  <a:lnTo>
                    <a:pt x="8061519" y="2584762"/>
                  </a:lnTo>
                  <a:lnTo>
                    <a:pt x="8118226" y="2541120"/>
                  </a:lnTo>
                  <a:lnTo>
                    <a:pt x="8171847" y="2493142"/>
                  </a:lnTo>
                  <a:lnTo>
                    <a:pt x="8223037" y="2440651"/>
                  </a:lnTo>
                  <a:lnTo>
                    <a:pt x="8229629" y="2433401"/>
                  </a:lnTo>
                  <a:lnTo>
                    <a:pt x="8273411" y="2382368"/>
                  </a:lnTo>
                  <a:lnTo>
                    <a:pt x="8316113" y="2327693"/>
                  </a:lnTo>
                  <a:lnTo>
                    <a:pt x="8358020" y="2269302"/>
                  </a:lnTo>
                  <a:lnTo>
                    <a:pt x="8399366" y="2207176"/>
                  </a:lnTo>
                  <a:lnTo>
                    <a:pt x="8440335" y="2141359"/>
                  </a:lnTo>
                  <a:lnTo>
                    <a:pt x="8481076" y="2071961"/>
                  </a:lnTo>
                  <a:lnTo>
                    <a:pt x="8521699" y="1999164"/>
                  </a:lnTo>
                  <a:lnTo>
                    <a:pt x="8562287" y="1923223"/>
                  </a:lnTo>
                  <a:lnTo>
                    <a:pt x="8602893" y="1844466"/>
                  </a:lnTo>
                  <a:lnTo>
                    <a:pt x="8643547" y="1763289"/>
                  </a:lnTo>
                  <a:lnTo>
                    <a:pt x="8684262" y="1680149"/>
                  </a:lnTo>
                  <a:lnTo>
                    <a:pt x="8725031" y="1595557"/>
                  </a:lnTo>
                  <a:lnTo>
                    <a:pt x="8765839" y="1510064"/>
                  </a:lnTo>
                  <a:lnTo>
                    <a:pt x="8806662" y="1424244"/>
                  </a:lnTo>
                  <a:lnTo>
                    <a:pt x="8847473" y="1338682"/>
                  </a:lnTo>
                  <a:lnTo>
                    <a:pt x="8888247" y="1253956"/>
                  </a:lnTo>
                  <a:lnTo>
                    <a:pt x="8928969" y="1170619"/>
                  </a:lnTo>
                  <a:lnTo>
                    <a:pt x="8969630" y="1089187"/>
                  </a:lnTo>
                  <a:lnTo>
                    <a:pt x="9010241" y="1010125"/>
                  </a:lnTo>
                  <a:lnTo>
                    <a:pt x="9050828" y="933837"/>
                  </a:lnTo>
                  <a:lnTo>
                    <a:pt x="9091444" y="860658"/>
                  </a:lnTo>
                  <a:lnTo>
                    <a:pt x="9132165" y="790851"/>
                  </a:lnTo>
                  <a:lnTo>
                    <a:pt x="9173101" y="724608"/>
                  </a:lnTo>
                  <a:lnTo>
                    <a:pt x="9214394" y="662047"/>
                  </a:lnTo>
                  <a:lnTo>
                    <a:pt x="9256224" y="603218"/>
                  </a:lnTo>
                  <a:lnTo>
                    <a:pt x="9298820" y="548112"/>
                  </a:lnTo>
                  <a:lnTo>
                    <a:pt x="9342459" y="496658"/>
                  </a:lnTo>
                  <a:lnTo>
                    <a:pt x="9347647" y="490872"/>
                  </a:lnTo>
                  <a:lnTo>
                    <a:pt x="9398561" y="437784"/>
                  </a:lnTo>
                  <a:lnTo>
                    <a:pt x="9451826" y="389219"/>
                  </a:lnTo>
                  <a:lnTo>
                    <a:pt x="9508087" y="345021"/>
                  </a:lnTo>
                  <a:lnTo>
                    <a:pt x="9568052" y="304892"/>
                  </a:lnTo>
                  <a:lnTo>
                    <a:pt x="9632459" y="268468"/>
                  </a:lnTo>
                  <a:lnTo>
                    <a:pt x="9702031" y="235374"/>
                  </a:lnTo>
                  <a:lnTo>
                    <a:pt x="9777437" y="205253"/>
                  </a:lnTo>
                  <a:lnTo>
                    <a:pt x="9859225" y="177789"/>
                  </a:lnTo>
                  <a:lnTo>
                    <a:pt x="9947745" y="152717"/>
                  </a:lnTo>
                  <a:lnTo>
                    <a:pt x="10043044" y="129831"/>
                  </a:lnTo>
                  <a:lnTo>
                    <a:pt x="10144740" y="108984"/>
                  </a:lnTo>
                  <a:lnTo>
                    <a:pt x="10251887" y="90090"/>
                  </a:lnTo>
                  <a:lnTo>
                    <a:pt x="10362858" y="73118"/>
                  </a:lnTo>
                  <a:lnTo>
                    <a:pt x="10475273" y="58081"/>
                  </a:lnTo>
                  <a:lnTo>
                    <a:pt x="10586031" y="45016"/>
                  </a:lnTo>
                  <a:lnTo>
                    <a:pt x="10691484" y="33962"/>
                  </a:lnTo>
                  <a:lnTo>
                    <a:pt x="10787786" y="24928"/>
                  </a:lnTo>
                  <a:lnTo>
                    <a:pt x="10871373" y="17867"/>
                  </a:lnTo>
                  <a:lnTo>
                    <a:pt x="10939512" y="12658"/>
                  </a:lnTo>
                  <a:lnTo>
                    <a:pt x="10990776" y="9094"/>
                  </a:lnTo>
                  <a:lnTo>
                    <a:pt x="11025346" y="6902"/>
                  </a:lnTo>
                  <a:lnTo>
                    <a:pt x="11045073" y="5757"/>
                  </a:lnTo>
                  <a:lnTo>
                    <a:pt x="11053346" y="531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8" y="52"/>
                  </a:lnTo>
                  <a:lnTo>
                    <a:pt x="11046728" y="426"/>
                  </a:lnTo>
                  <a:lnTo>
                    <a:pt x="11028735" y="1458"/>
                  </a:lnTo>
                  <a:lnTo>
                    <a:pt x="10996261" y="3493"/>
                  </a:lnTo>
                  <a:lnTo>
                    <a:pt x="10947242" y="6859"/>
                  </a:lnTo>
                  <a:lnTo>
                    <a:pt x="10881277" y="11838"/>
                  </a:lnTo>
                  <a:lnTo>
                    <a:pt x="10799591" y="18647"/>
                  </a:lnTo>
                  <a:lnTo>
                    <a:pt x="10704773" y="27417"/>
                  </a:lnTo>
                  <a:lnTo>
                    <a:pt x="10600306" y="38204"/>
                  </a:lnTo>
                  <a:lnTo>
                    <a:pt x="10490030" y="51006"/>
                  </a:lnTo>
                  <a:lnTo>
                    <a:pt x="10377642" y="65786"/>
                  </a:lnTo>
                  <a:lnTo>
                    <a:pt x="10266328" y="82504"/>
                  </a:lnTo>
                  <a:lnTo>
                    <a:pt x="10158568" y="101144"/>
                  </a:lnTo>
                  <a:lnTo>
                    <a:pt x="10056087" y="121730"/>
                  </a:lnTo>
                  <a:lnTo>
                    <a:pt x="9959913" y="144341"/>
                  </a:lnTo>
                  <a:lnTo>
                    <a:pt x="9870494" y="169114"/>
                  </a:lnTo>
                  <a:lnTo>
                    <a:pt x="9787834" y="196249"/>
                  </a:lnTo>
                  <a:lnTo>
                    <a:pt x="9711616" y="226003"/>
                  </a:lnTo>
                  <a:lnTo>
                    <a:pt x="9641312" y="258686"/>
                  </a:lnTo>
                  <a:lnTo>
                    <a:pt x="9576265" y="294650"/>
                  </a:lnTo>
                  <a:lnTo>
                    <a:pt x="9515757" y="334270"/>
                  </a:lnTo>
                  <a:lnTo>
                    <a:pt x="9459050" y="377913"/>
                  </a:lnTo>
                  <a:lnTo>
                    <a:pt x="9405429" y="425890"/>
                  </a:lnTo>
                  <a:lnTo>
                    <a:pt x="9354239" y="478381"/>
                  </a:lnTo>
                  <a:lnTo>
                    <a:pt x="9347647" y="485632"/>
                  </a:lnTo>
                  <a:lnTo>
                    <a:pt x="9303865" y="536664"/>
                  </a:lnTo>
                  <a:lnTo>
                    <a:pt x="9261164" y="591339"/>
                  </a:lnTo>
                  <a:lnTo>
                    <a:pt x="9219256" y="649730"/>
                  </a:lnTo>
                  <a:lnTo>
                    <a:pt x="9177911" y="711856"/>
                  </a:lnTo>
                  <a:lnTo>
                    <a:pt x="9136941" y="777673"/>
                  </a:lnTo>
                  <a:lnTo>
                    <a:pt x="9096201" y="847072"/>
                  </a:lnTo>
                  <a:lnTo>
                    <a:pt x="9055577" y="919868"/>
                  </a:lnTo>
                  <a:lnTo>
                    <a:pt x="9014990" y="995809"/>
                  </a:lnTo>
                  <a:lnTo>
                    <a:pt x="8974384" y="1074566"/>
                  </a:lnTo>
                  <a:lnTo>
                    <a:pt x="8933729" y="1155744"/>
                  </a:lnTo>
                  <a:lnTo>
                    <a:pt x="8893015" y="1238883"/>
                  </a:lnTo>
                  <a:lnTo>
                    <a:pt x="8852245" y="1323475"/>
                  </a:lnTo>
                  <a:lnTo>
                    <a:pt x="8811437" y="1408968"/>
                  </a:lnTo>
                  <a:lnTo>
                    <a:pt x="8770615" y="1494788"/>
                  </a:lnTo>
                  <a:lnTo>
                    <a:pt x="8729804" y="1580350"/>
                  </a:lnTo>
                  <a:lnTo>
                    <a:pt x="8689029" y="1665076"/>
                  </a:lnTo>
                  <a:lnTo>
                    <a:pt x="8648308" y="1748413"/>
                  </a:lnTo>
                  <a:lnTo>
                    <a:pt x="8607646" y="1829845"/>
                  </a:lnTo>
                  <a:lnTo>
                    <a:pt x="8567036" y="1908907"/>
                  </a:lnTo>
                  <a:lnTo>
                    <a:pt x="8526448" y="1985195"/>
                  </a:lnTo>
                  <a:lnTo>
                    <a:pt x="8485833" y="2058374"/>
                  </a:lnTo>
                  <a:lnTo>
                    <a:pt x="8445111" y="2128181"/>
                  </a:lnTo>
                  <a:lnTo>
                    <a:pt x="8404175" y="2194424"/>
                  </a:lnTo>
                  <a:lnTo>
                    <a:pt x="8362883" y="2256986"/>
                  </a:lnTo>
                  <a:lnTo>
                    <a:pt x="8321052" y="2315814"/>
                  </a:lnTo>
                  <a:lnTo>
                    <a:pt x="8278457" y="2370921"/>
                  </a:lnTo>
                  <a:lnTo>
                    <a:pt x="8234818" y="2422374"/>
                  </a:lnTo>
                  <a:lnTo>
                    <a:pt x="8229629" y="2428160"/>
                  </a:lnTo>
                  <a:lnTo>
                    <a:pt x="8178715" y="2481248"/>
                  </a:lnTo>
                  <a:lnTo>
                    <a:pt x="8125450" y="2529813"/>
                  </a:lnTo>
                  <a:lnTo>
                    <a:pt x="8069190" y="2574011"/>
                  </a:lnTo>
                  <a:lnTo>
                    <a:pt x="8009224" y="2614140"/>
                  </a:lnTo>
                  <a:lnTo>
                    <a:pt x="7944818" y="2650564"/>
                  </a:lnTo>
                  <a:lnTo>
                    <a:pt x="7875245" y="2683658"/>
                  </a:lnTo>
                  <a:lnTo>
                    <a:pt x="7799840" y="2713779"/>
                  </a:lnTo>
                  <a:lnTo>
                    <a:pt x="7718052" y="2741243"/>
                  </a:lnTo>
                  <a:lnTo>
                    <a:pt x="7629531" y="2766315"/>
                  </a:lnTo>
                  <a:lnTo>
                    <a:pt x="7534232" y="2789201"/>
                  </a:lnTo>
                  <a:lnTo>
                    <a:pt x="7432537" y="2810048"/>
                  </a:lnTo>
                  <a:lnTo>
                    <a:pt x="7325389" y="2828942"/>
                  </a:lnTo>
                  <a:lnTo>
                    <a:pt x="7214418" y="2845914"/>
                  </a:lnTo>
                  <a:lnTo>
                    <a:pt x="7102003" y="2860951"/>
                  </a:lnTo>
                  <a:lnTo>
                    <a:pt x="6991246" y="2874016"/>
                  </a:lnTo>
                  <a:lnTo>
                    <a:pt x="6885793" y="2885070"/>
                  </a:lnTo>
                  <a:lnTo>
                    <a:pt x="6789491" y="2894104"/>
                  </a:lnTo>
                  <a:lnTo>
                    <a:pt x="6705904" y="2901165"/>
                  </a:lnTo>
                  <a:lnTo>
                    <a:pt x="6637765" y="2906375"/>
                  </a:lnTo>
                  <a:lnTo>
                    <a:pt x="6586500" y="2909938"/>
                  </a:lnTo>
                  <a:lnTo>
                    <a:pt x="6551930" y="2912130"/>
                  </a:lnTo>
                  <a:lnTo>
                    <a:pt x="6532203" y="2913275"/>
                  </a:lnTo>
                  <a:lnTo>
                    <a:pt x="6523931" y="2913716"/>
                  </a:lnTo>
                  <a:lnTo>
                    <a:pt x="6522385" y="2913792"/>
                  </a:lnTo>
                  <a:lnTo>
                    <a:pt x="5527445" y="2913792"/>
                  </a:lnTo>
                  <a:lnTo>
                    <a:pt x="5526319" y="2913813"/>
                  </a:lnTo>
                  <a:lnTo>
                    <a:pt x="5518883" y="2913964"/>
                  </a:lnTo>
                  <a:lnTo>
                    <a:pt x="5500035" y="2914380"/>
                  </a:lnTo>
                  <a:lnTo>
                    <a:pt x="5466080" y="2915199"/>
                  </a:lnTo>
                  <a:lnTo>
                    <a:pt x="5414948" y="2916554"/>
                  </a:lnTo>
                  <a:lnTo>
                    <a:pt x="5346350" y="2918555"/>
                  </a:lnTo>
                  <a:lnTo>
                    <a:pt x="5261718" y="2921288"/>
                  </a:lnTo>
                  <a:lnTo>
                    <a:pt x="5163897" y="2924801"/>
                  </a:lnTo>
                  <a:lnTo>
                    <a:pt x="5056624" y="2929114"/>
                  </a:lnTo>
                  <a:lnTo>
                    <a:pt x="4943939" y="2934222"/>
                  </a:lnTo>
                  <a:lnTo>
                    <a:pt x="4829661" y="2940111"/>
                  </a:lnTo>
                  <a:lnTo>
                    <a:pt x="4717018" y="2946766"/>
                  </a:lnTo>
                  <a:lnTo>
                    <a:pt x="4608464" y="2954182"/>
                  </a:lnTo>
                  <a:lnTo>
                    <a:pt x="4505652" y="2962373"/>
                  </a:lnTo>
                  <a:lnTo>
                    <a:pt x="4409512" y="2971377"/>
                  </a:lnTo>
                  <a:lnTo>
                    <a:pt x="4320393" y="2981254"/>
                  </a:lnTo>
                  <a:lnTo>
                    <a:pt x="4238198" y="2992091"/>
                  </a:lnTo>
                  <a:lnTo>
                    <a:pt x="4162524" y="3003999"/>
                  </a:lnTo>
                  <a:lnTo>
                    <a:pt x="4092769" y="3017106"/>
                  </a:lnTo>
                  <a:lnTo>
                    <a:pt x="4028218" y="3031559"/>
                  </a:lnTo>
                  <a:lnTo>
                    <a:pt x="3968104" y="3047508"/>
                  </a:lnTo>
                  <a:lnTo>
                    <a:pt x="3911656" y="3065098"/>
                  </a:lnTo>
                  <a:lnTo>
                    <a:pt x="3858141" y="3084437"/>
                  </a:lnTo>
                  <a:lnTo>
                    <a:pt x="3820202" y="3099835"/>
                  </a:lnTo>
                  <a:lnTo>
                    <a:pt x="3763860" y="3125352"/>
                  </a:lnTo>
                  <a:lnTo>
                    <a:pt x="3709178" y="3153212"/>
                  </a:lnTo>
                  <a:lnTo>
                    <a:pt x="3655589" y="3183459"/>
                  </a:lnTo>
                  <a:lnTo>
                    <a:pt x="3602667" y="3216068"/>
                  </a:lnTo>
                  <a:lnTo>
                    <a:pt x="3550094" y="3250948"/>
                  </a:lnTo>
                  <a:lnTo>
                    <a:pt x="3497651" y="3287929"/>
                  </a:lnTo>
                  <a:lnTo>
                    <a:pt x="3445199" y="3326765"/>
                  </a:lnTo>
                  <a:lnTo>
                    <a:pt x="3392666" y="3367134"/>
                  </a:lnTo>
                  <a:lnTo>
                    <a:pt x="3340034" y="3408650"/>
                  </a:lnTo>
                  <a:lnTo>
                    <a:pt x="3287327" y="3450875"/>
                  </a:lnTo>
                  <a:lnTo>
                    <a:pt x="3234593" y="3493339"/>
                  </a:lnTo>
                  <a:lnTo>
                    <a:pt x="3181886" y="3535560"/>
                  </a:lnTo>
                  <a:lnTo>
                    <a:pt x="3129255" y="3577067"/>
                  </a:lnTo>
                  <a:lnTo>
                    <a:pt x="3076723" y="3617424"/>
                  </a:lnTo>
                  <a:lnTo>
                    <a:pt x="3024271" y="3656245"/>
                  </a:lnTo>
                  <a:lnTo>
                    <a:pt x="2971828" y="3693208"/>
                  </a:lnTo>
                  <a:lnTo>
                    <a:pt x="2919253" y="3728069"/>
                  </a:lnTo>
                  <a:lnTo>
                    <a:pt x="2866326" y="3760658"/>
                  </a:lnTo>
                  <a:lnTo>
                    <a:pt x="2812730" y="3790883"/>
                  </a:lnTo>
                  <a:lnTo>
                    <a:pt x="2758036" y="3818723"/>
                  </a:lnTo>
                  <a:lnTo>
                    <a:pt x="2702183" y="3844005"/>
                  </a:lnTo>
                  <a:lnTo>
                    <a:pt x="2650404" y="3864666"/>
                  </a:lnTo>
                  <a:lnTo>
                    <a:pt x="2596184" y="3883537"/>
                  </a:lnTo>
                  <a:lnTo>
                    <a:pt x="2538845" y="3900682"/>
                  </a:lnTo>
                  <a:lnTo>
                    <a:pt x="2477638" y="3916224"/>
                  </a:lnTo>
                  <a:lnTo>
                    <a:pt x="2411791" y="3930307"/>
                  </a:lnTo>
                  <a:lnTo>
                    <a:pt x="2340544" y="3943085"/>
                  </a:lnTo>
                  <a:lnTo>
                    <a:pt x="2263206" y="3954699"/>
                  </a:lnTo>
                  <a:lnTo>
                    <a:pt x="2179217" y="3965274"/>
                  </a:lnTo>
                  <a:lnTo>
                    <a:pt x="2088243" y="3974914"/>
                  </a:lnTo>
                  <a:lnTo>
                    <a:pt x="1990293" y="3983699"/>
                  </a:lnTo>
                  <a:lnTo>
                    <a:pt x="1885851" y="3991684"/>
                  </a:lnTo>
                  <a:lnTo>
                    <a:pt x="1776029" y="3998899"/>
                  </a:lnTo>
                  <a:lnTo>
                    <a:pt x="1662685" y="4005353"/>
                  </a:lnTo>
                  <a:lnTo>
                    <a:pt x="1548484" y="4011038"/>
                  </a:lnTo>
                  <a:lnTo>
                    <a:pt x="1436836" y="4015938"/>
                  </a:lnTo>
                  <a:lnTo>
                    <a:pt x="1331661" y="4020040"/>
                  </a:lnTo>
                  <a:lnTo>
                    <a:pt x="1236976" y="4023345"/>
                  </a:lnTo>
                  <a:lnTo>
                    <a:pt x="1156338" y="4025879"/>
                  </a:lnTo>
                  <a:lnTo>
                    <a:pt x="1092265" y="4027701"/>
                  </a:lnTo>
                  <a:lnTo>
                    <a:pt x="1045756" y="4028903"/>
                  </a:lnTo>
                  <a:lnTo>
                    <a:pt x="1016048" y="4029603"/>
                  </a:lnTo>
                  <a:lnTo>
                    <a:pt x="1000623" y="4029935"/>
                  </a:lnTo>
                  <a:lnTo>
                    <a:pt x="995397" y="4030039"/>
                  </a:lnTo>
                  <a:lnTo>
                    <a:pt x="994940" y="4030047"/>
                  </a:lnTo>
                  <a:lnTo>
                    <a:pt x="0" y="4030047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30" name="pl1629"/>
            <p:cNvSpPr/>
            <p:nvPr/>
          </p:nvSpPr>
          <p:spPr>
            <a:xfrm>
              <a:off x="1199187" y="1472453"/>
              <a:ext cx="12049831" cy="4030047"/>
            </a:xfrm>
            <a:custGeom>
              <a:avLst/>
              <a:pathLst>
                <a:path w="12049831" h="4030047">
                  <a:moveTo>
                    <a:pt x="0" y="4030047"/>
                  </a:moveTo>
                  <a:lnTo>
                    <a:pt x="994940" y="4030047"/>
                  </a:lnTo>
                  <a:lnTo>
                    <a:pt x="996066" y="4030026"/>
                  </a:lnTo>
                  <a:lnTo>
                    <a:pt x="1003502" y="4029875"/>
                  </a:lnTo>
                  <a:lnTo>
                    <a:pt x="1022350" y="4029460"/>
                  </a:lnTo>
                  <a:lnTo>
                    <a:pt x="1056305" y="4028640"/>
                  </a:lnTo>
                  <a:lnTo>
                    <a:pt x="1107437" y="4027286"/>
                  </a:lnTo>
                  <a:lnTo>
                    <a:pt x="1176035" y="4025284"/>
                  </a:lnTo>
                  <a:lnTo>
                    <a:pt x="1260667" y="4022552"/>
                  </a:lnTo>
                  <a:lnTo>
                    <a:pt x="1358488" y="4019039"/>
                  </a:lnTo>
                  <a:lnTo>
                    <a:pt x="1465761" y="4014726"/>
                  </a:lnTo>
                  <a:lnTo>
                    <a:pt x="1578446" y="4009617"/>
                  </a:lnTo>
                  <a:lnTo>
                    <a:pt x="1692724" y="4003728"/>
                  </a:lnTo>
                  <a:lnTo>
                    <a:pt x="1805367" y="3997073"/>
                  </a:lnTo>
                  <a:lnTo>
                    <a:pt x="1913921" y="3989657"/>
                  </a:lnTo>
                  <a:lnTo>
                    <a:pt x="2016733" y="3981466"/>
                  </a:lnTo>
                  <a:lnTo>
                    <a:pt x="2112873" y="3972463"/>
                  </a:lnTo>
                  <a:lnTo>
                    <a:pt x="2201992" y="3962585"/>
                  </a:lnTo>
                  <a:lnTo>
                    <a:pt x="2284187" y="3951748"/>
                  </a:lnTo>
                  <a:lnTo>
                    <a:pt x="2359861" y="3939840"/>
                  </a:lnTo>
                  <a:lnTo>
                    <a:pt x="2429616" y="3926733"/>
                  </a:lnTo>
                  <a:lnTo>
                    <a:pt x="2494167" y="3912280"/>
                  </a:lnTo>
                  <a:lnTo>
                    <a:pt x="2554281" y="3896331"/>
                  </a:lnTo>
                  <a:lnTo>
                    <a:pt x="2610729" y="3878741"/>
                  </a:lnTo>
                  <a:lnTo>
                    <a:pt x="2664244" y="3859402"/>
                  </a:lnTo>
                  <a:lnTo>
                    <a:pt x="2702183" y="3844005"/>
                  </a:lnTo>
                  <a:lnTo>
                    <a:pt x="2758525" y="3818488"/>
                  </a:lnTo>
                  <a:lnTo>
                    <a:pt x="2813207" y="3790627"/>
                  </a:lnTo>
                  <a:lnTo>
                    <a:pt x="2866796" y="3760381"/>
                  </a:lnTo>
                  <a:lnTo>
                    <a:pt x="2919718" y="3727771"/>
                  </a:lnTo>
                  <a:lnTo>
                    <a:pt x="2972291" y="3692891"/>
                  </a:lnTo>
                  <a:lnTo>
                    <a:pt x="3024734" y="3655910"/>
                  </a:lnTo>
                  <a:lnTo>
                    <a:pt x="3077186" y="3617074"/>
                  </a:lnTo>
                  <a:lnTo>
                    <a:pt x="3129719" y="3576705"/>
                  </a:lnTo>
                  <a:lnTo>
                    <a:pt x="3182351" y="3535190"/>
                  </a:lnTo>
                  <a:lnTo>
                    <a:pt x="3235058" y="3492964"/>
                  </a:lnTo>
                  <a:lnTo>
                    <a:pt x="3287792" y="3450501"/>
                  </a:lnTo>
                  <a:lnTo>
                    <a:pt x="3340499" y="3408280"/>
                  </a:lnTo>
                  <a:lnTo>
                    <a:pt x="3393130" y="3366772"/>
                  </a:lnTo>
                  <a:lnTo>
                    <a:pt x="3445662" y="3326415"/>
                  </a:lnTo>
                  <a:lnTo>
                    <a:pt x="3498114" y="3287594"/>
                  </a:lnTo>
                  <a:lnTo>
                    <a:pt x="3550557" y="3250631"/>
                  </a:lnTo>
                  <a:lnTo>
                    <a:pt x="3603132" y="3215770"/>
                  </a:lnTo>
                  <a:lnTo>
                    <a:pt x="3656059" y="3183181"/>
                  </a:lnTo>
                  <a:lnTo>
                    <a:pt x="3709655" y="3152956"/>
                  </a:lnTo>
                  <a:lnTo>
                    <a:pt x="3764349" y="3125116"/>
                  </a:lnTo>
                  <a:lnTo>
                    <a:pt x="3820202" y="3099835"/>
                  </a:lnTo>
                  <a:lnTo>
                    <a:pt x="3871981" y="3079173"/>
                  </a:lnTo>
                  <a:lnTo>
                    <a:pt x="3926200" y="3060302"/>
                  </a:lnTo>
                  <a:lnTo>
                    <a:pt x="3983540" y="3043157"/>
                  </a:lnTo>
                  <a:lnTo>
                    <a:pt x="4044747" y="3027616"/>
                  </a:lnTo>
                  <a:lnTo>
                    <a:pt x="4110594" y="3013532"/>
                  </a:lnTo>
                  <a:lnTo>
                    <a:pt x="4181841" y="3000754"/>
                  </a:lnTo>
                  <a:lnTo>
                    <a:pt x="4259179" y="2989140"/>
                  </a:lnTo>
                  <a:lnTo>
                    <a:pt x="4343168" y="2978565"/>
                  </a:lnTo>
                  <a:lnTo>
                    <a:pt x="4434142" y="2968925"/>
                  </a:lnTo>
                  <a:lnTo>
                    <a:pt x="4532092" y="2960140"/>
                  </a:lnTo>
                  <a:lnTo>
                    <a:pt x="4636534" y="2952156"/>
                  </a:lnTo>
                  <a:lnTo>
                    <a:pt x="4746356" y="2944941"/>
                  </a:lnTo>
                  <a:lnTo>
                    <a:pt x="4859700" y="2938487"/>
                  </a:lnTo>
                  <a:lnTo>
                    <a:pt x="4973901" y="2932801"/>
                  </a:lnTo>
                  <a:lnTo>
                    <a:pt x="5085549" y="2927901"/>
                  </a:lnTo>
                  <a:lnTo>
                    <a:pt x="5190724" y="2923799"/>
                  </a:lnTo>
                  <a:lnTo>
                    <a:pt x="5285409" y="2920494"/>
                  </a:lnTo>
                  <a:lnTo>
                    <a:pt x="5366047" y="2917960"/>
                  </a:lnTo>
                  <a:lnTo>
                    <a:pt x="5430120" y="2916138"/>
                  </a:lnTo>
                  <a:lnTo>
                    <a:pt x="5476629" y="2914937"/>
                  </a:lnTo>
                  <a:lnTo>
                    <a:pt x="5506337" y="2914237"/>
                  </a:lnTo>
                  <a:lnTo>
                    <a:pt x="5521762" y="2913904"/>
                  </a:lnTo>
                  <a:lnTo>
                    <a:pt x="5526988" y="2913800"/>
                  </a:lnTo>
                  <a:lnTo>
                    <a:pt x="5527445" y="2913792"/>
                  </a:lnTo>
                  <a:lnTo>
                    <a:pt x="6522385" y="2913792"/>
                  </a:lnTo>
                  <a:lnTo>
                    <a:pt x="6523459" y="2913740"/>
                  </a:lnTo>
                  <a:lnTo>
                    <a:pt x="6530548" y="2913366"/>
                  </a:lnTo>
                  <a:lnTo>
                    <a:pt x="6548542" y="2912333"/>
                  </a:lnTo>
                  <a:lnTo>
                    <a:pt x="6581016" y="2910298"/>
                  </a:lnTo>
                  <a:lnTo>
                    <a:pt x="6630035" y="2906933"/>
                  </a:lnTo>
                  <a:lnTo>
                    <a:pt x="6696000" y="2901953"/>
                  </a:lnTo>
                  <a:lnTo>
                    <a:pt x="6777685" y="2895145"/>
                  </a:lnTo>
                  <a:lnTo>
                    <a:pt x="6872504" y="2886375"/>
                  </a:lnTo>
                  <a:lnTo>
                    <a:pt x="6976971" y="2875587"/>
                  </a:lnTo>
                  <a:lnTo>
                    <a:pt x="7087246" y="2862785"/>
                  </a:lnTo>
                  <a:lnTo>
                    <a:pt x="7199635" y="2848006"/>
                  </a:lnTo>
                  <a:lnTo>
                    <a:pt x="7310949" y="2831287"/>
                  </a:lnTo>
                  <a:lnTo>
                    <a:pt x="7418708" y="2812647"/>
                  </a:lnTo>
                  <a:lnTo>
                    <a:pt x="7521190" y="2792061"/>
                  </a:lnTo>
                  <a:lnTo>
                    <a:pt x="7617364" y="2769451"/>
                  </a:lnTo>
                  <a:lnTo>
                    <a:pt x="7706782" y="2744677"/>
                  </a:lnTo>
                  <a:lnTo>
                    <a:pt x="7789442" y="2717542"/>
                  </a:lnTo>
                  <a:lnTo>
                    <a:pt x="7865661" y="2687788"/>
                  </a:lnTo>
                  <a:lnTo>
                    <a:pt x="7935965" y="2655105"/>
                  </a:lnTo>
                  <a:lnTo>
                    <a:pt x="8001011" y="2619141"/>
                  </a:lnTo>
                  <a:lnTo>
                    <a:pt x="8061519" y="2579522"/>
                  </a:lnTo>
                  <a:lnTo>
                    <a:pt x="8118226" y="2535879"/>
                  </a:lnTo>
                  <a:lnTo>
                    <a:pt x="8171847" y="2487902"/>
                  </a:lnTo>
                  <a:lnTo>
                    <a:pt x="8223037" y="2435410"/>
                  </a:lnTo>
                  <a:lnTo>
                    <a:pt x="8229629" y="2428160"/>
                  </a:lnTo>
                  <a:lnTo>
                    <a:pt x="8273411" y="2377127"/>
                  </a:lnTo>
                  <a:lnTo>
                    <a:pt x="8316113" y="2322452"/>
                  </a:lnTo>
                  <a:lnTo>
                    <a:pt x="8358020" y="2264061"/>
                  </a:lnTo>
                  <a:lnTo>
                    <a:pt x="8399366" y="2201935"/>
                  </a:lnTo>
                  <a:lnTo>
                    <a:pt x="8440335" y="2136118"/>
                  </a:lnTo>
                  <a:lnTo>
                    <a:pt x="8481076" y="2066720"/>
                  </a:lnTo>
                  <a:lnTo>
                    <a:pt x="8521699" y="1993923"/>
                  </a:lnTo>
                  <a:lnTo>
                    <a:pt x="8562287" y="1917982"/>
                  </a:lnTo>
                  <a:lnTo>
                    <a:pt x="8602893" y="1839225"/>
                  </a:lnTo>
                  <a:lnTo>
                    <a:pt x="8643547" y="1758048"/>
                  </a:lnTo>
                  <a:lnTo>
                    <a:pt x="8684262" y="1674908"/>
                  </a:lnTo>
                  <a:lnTo>
                    <a:pt x="8725031" y="1590317"/>
                  </a:lnTo>
                  <a:lnTo>
                    <a:pt x="8765839" y="1504823"/>
                  </a:lnTo>
                  <a:lnTo>
                    <a:pt x="8806662" y="1419003"/>
                  </a:lnTo>
                  <a:lnTo>
                    <a:pt x="8847473" y="1333442"/>
                  </a:lnTo>
                  <a:lnTo>
                    <a:pt x="8888247" y="1248715"/>
                  </a:lnTo>
                  <a:lnTo>
                    <a:pt x="8928969" y="1165379"/>
                  </a:lnTo>
                  <a:lnTo>
                    <a:pt x="8969630" y="1083947"/>
                  </a:lnTo>
                  <a:lnTo>
                    <a:pt x="9010241" y="1004885"/>
                  </a:lnTo>
                  <a:lnTo>
                    <a:pt x="9050828" y="928596"/>
                  </a:lnTo>
                  <a:lnTo>
                    <a:pt x="9091444" y="855417"/>
                  </a:lnTo>
                  <a:lnTo>
                    <a:pt x="9132165" y="785611"/>
                  </a:lnTo>
                  <a:lnTo>
                    <a:pt x="9173101" y="719367"/>
                  </a:lnTo>
                  <a:lnTo>
                    <a:pt x="9214394" y="656806"/>
                  </a:lnTo>
                  <a:lnTo>
                    <a:pt x="9256224" y="597978"/>
                  </a:lnTo>
                  <a:lnTo>
                    <a:pt x="9298820" y="542871"/>
                  </a:lnTo>
                  <a:lnTo>
                    <a:pt x="9342459" y="491418"/>
                  </a:lnTo>
                  <a:lnTo>
                    <a:pt x="9347647" y="485632"/>
                  </a:lnTo>
                  <a:lnTo>
                    <a:pt x="9398561" y="432544"/>
                  </a:lnTo>
                  <a:lnTo>
                    <a:pt x="9451826" y="383978"/>
                  </a:lnTo>
                  <a:lnTo>
                    <a:pt x="9508087" y="339780"/>
                  </a:lnTo>
                  <a:lnTo>
                    <a:pt x="9568052" y="299651"/>
                  </a:lnTo>
                  <a:lnTo>
                    <a:pt x="9632459" y="263228"/>
                  </a:lnTo>
                  <a:lnTo>
                    <a:pt x="9702031" y="230133"/>
                  </a:lnTo>
                  <a:lnTo>
                    <a:pt x="9777437" y="200012"/>
                  </a:lnTo>
                  <a:lnTo>
                    <a:pt x="9859225" y="172548"/>
                  </a:lnTo>
                  <a:lnTo>
                    <a:pt x="9947745" y="147477"/>
                  </a:lnTo>
                  <a:lnTo>
                    <a:pt x="10043044" y="124590"/>
                  </a:lnTo>
                  <a:lnTo>
                    <a:pt x="10144740" y="103743"/>
                  </a:lnTo>
                  <a:lnTo>
                    <a:pt x="10251887" y="84849"/>
                  </a:lnTo>
                  <a:lnTo>
                    <a:pt x="10362858" y="67878"/>
                  </a:lnTo>
                  <a:lnTo>
                    <a:pt x="10475273" y="52841"/>
                  </a:lnTo>
                  <a:lnTo>
                    <a:pt x="10586031" y="39776"/>
                  </a:lnTo>
                  <a:lnTo>
                    <a:pt x="10691484" y="28722"/>
                  </a:lnTo>
                  <a:lnTo>
                    <a:pt x="10787786" y="19687"/>
                  </a:lnTo>
                  <a:lnTo>
                    <a:pt x="10871373" y="12627"/>
                  </a:lnTo>
                  <a:lnTo>
                    <a:pt x="10939512" y="7417"/>
                  </a:lnTo>
                  <a:lnTo>
                    <a:pt x="10990776" y="3854"/>
                  </a:lnTo>
                  <a:lnTo>
                    <a:pt x="11025346" y="1661"/>
                  </a:lnTo>
                  <a:lnTo>
                    <a:pt x="11045073" y="517"/>
                  </a:lnTo>
                  <a:lnTo>
                    <a:pt x="11053346" y="76"/>
                  </a:lnTo>
                  <a:lnTo>
                    <a:pt x="11054888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1" name="pl1630"/>
            <p:cNvSpPr/>
            <p:nvPr/>
          </p:nvSpPr>
          <p:spPr>
            <a:xfrm>
              <a:off x="1199187" y="1467213"/>
              <a:ext cx="12049831" cy="4030047"/>
            </a:xfrm>
            <a:custGeom>
              <a:avLst/>
              <a:pathLst>
                <a:path w="12049831" h="4030047">
                  <a:moveTo>
                    <a:pt x="12049831" y="0"/>
                  </a:moveTo>
                  <a:lnTo>
                    <a:pt x="11054891" y="0"/>
                  </a:lnTo>
                  <a:lnTo>
                    <a:pt x="11053818" y="52"/>
                  </a:lnTo>
                  <a:lnTo>
                    <a:pt x="11046728" y="426"/>
                  </a:lnTo>
                  <a:lnTo>
                    <a:pt x="11028735" y="1458"/>
                  </a:lnTo>
                  <a:lnTo>
                    <a:pt x="10996261" y="3493"/>
                  </a:lnTo>
                  <a:lnTo>
                    <a:pt x="10947242" y="6859"/>
                  </a:lnTo>
                  <a:lnTo>
                    <a:pt x="10881277" y="11838"/>
                  </a:lnTo>
                  <a:lnTo>
                    <a:pt x="10799591" y="18647"/>
                  </a:lnTo>
                  <a:lnTo>
                    <a:pt x="10704773" y="27417"/>
                  </a:lnTo>
                  <a:lnTo>
                    <a:pt x="10600306" y="38204"/>
                  </a:lnTo>
                  <a:lnTo>
                    <a:pt x="10490030" y="51006"/>
                  </a:lnTo>
                  <a:lnTo>
                    <a:pt x="10377642" y="65786"/>
                  </a:lnTo>
                  <a:lnTo>
                    <a:pt x="10266328" y="82504"/>
                  </a:lnTo>
                  <a:lnTo>
                    <a:pt x="10158568" y="101144"/>
                  </a:lnTo>
                  <a:lnTo>
                    <a:pt x="10056087" y="121730"/>
                  </a:lnTo>
                  <a:lnTo>
                    <a:pt x="9959913" y="144341"/>
                  </a:lnTo>
                  <a:lnTo>
                    <a:pt x="9870494" y="169114"/>
                  </a:lnTo>
                  <a:lnTo>
                    <a:pt x="9787834" y="196249"/>
                  </a:lnTo>
                  <a:lnTo>
                    <a:pt x="9711616" y="226003"/>
                  </a:lnTo>
                  <a:lnTo>
                    <a:pt x="9641312" y="258686"/>
                  </a:lnTo>
                  <a:lnTo>
                    <a:pt x="9576265" y="294650"/>
                  </a:lnTo>
                  <a:lnTo>
                    <a:pt x="9515757" y="334270"/>
                  </a:lnTo>
                  <a:lnTo>
                    <a:pt x="9459050" y="377913"/>
                  </a:lnTo>
                  <a:lnTo>
                    <a:pt x="9405429" y="425890"/>
                  </a:lnTo>
                  <a:lnTo>
                    <a:pt x="9354239" y="478381"/>
                  </a:lnTo>
                  <a:lnTo>
                    <a:pt x="9347647" y="485632"/>
                  </a:lnTo>
                  <a:lnTo>
                    <a:pt x="9303865" y="536664"/>
                  </a:lnTo>
                  <a:lnTo>
                    <a:pt x="9261164" y="591339"/>
                  </a:lnTo>
                  <a:lnTo>
                    <a:pt x="9219256" y="649730"/>
                  </a:lnTo>
                  <a:lnTo>
                    <a:pt x="9177911" y="711856"/>
                  </a:lnTo>
                  <a:lnTo>
                    <a:pt x="9136941" y="777673"/>
                  </a:lnTo>
                  <a:lnTo>
                    <a:pt x="9096201" y="847072"/>
                  </a:lnTo>
                  <a:lnTo>
                    <a:pt x="9055577" y="919868"/>
                  </a:lnTo>
                  <a:lnTo>
                    <a:pt x="9014990" y="995809"/>
                  </a:lnTo>
                  <a:lnTo>
                    <a:pt x="8974384" y="1074566"/>
                  </a:lnTo>
                  <a:lnTo>
                    <a:pt x="8933729" y="1155744"/>
                  </a:lnTo>
                  <a:lnTo>
                    <a:pt x="8893015" y="1238883"/>
                  </a:lnTo>
                  <a:lnTo>
                    <a:pt x="8852245" y="1323475"/>
                  </a:lnTo>
                  <a:lnTo>
                    <a:pt x="8811437" y="1408968"/>
                  </a:lnTo>
                  <a:lnTo>
                    <a:pt x="8770615" y="1494788"/>
                  </a:lnTo>
                  <a:lnTo>
                    <a:pt x="8729804" y="1580350"/>
                  </a:lnTo>
                  <a:lnTo>
                    <a:pt x="8689029" y="1665076"/>
                  </a:lnTo>
                  <a:lnTo>
                    <a:pt x="8648308" y="1748413"/>
                  </a:lnTo>
                  <a:lnTo>
                    <a:pt x="8607646" y="1829845"/>
                  </a:lnTo>
                  <a:lnTo>
                    <a:pt x="8567036" y="1908907"/>
                  </a:lnTo>
                  <a:lnTo>
                    <a:pt x="8526448" y="1985195"/>
                  </a:lnTo>
                  <a:lnTo>
                    <a:pt x="8485833" y="2058374"/>
                  </a:lnTo>
                  <a:lnTo>
                    <a:pt x="8445111" y="2128181"/>
                  </a:lnTo>
                  <a:lnTo>
                    <a:pt x="8404175" y="2194424"/>
                  </a:lnTo>
                  <a:lnTo>
                    <a:pt x="8362883" y="2256986"/>
                  </a:lnTo>
                  <a:lnTo>
                    <a:pt x="8321052" y="2315814"/>
                  </a:lnTo>
                  <a:lnTo>
                    <a:pt x="8278457" y="2370921"/>
                  </a:lnTo>
                  <a:lnTo>
                    <a:pt x="8234818" y="2422374"/>
                  </a:lnTo>
                  <a:lnTo>
                    <a:pt x="8229629" y="2428160"/>
                  </a:lnTo>
                  <a:lnTo>
                    <a:pt x="8178715" y="2481248"/>
                  </a:lnTo>
                  <a:lnTo>
                    <a:pt x="8125450" y="2529813"/>
                  </a:lnTo>
                  <a:lnTo>
                    <a:pt x="8069190" y="2574011"/>
                  </a:lnTo>
                  <a:lnTo>
                    <a:pt x="8009224" y="2614140"/>
                  </a:lnTo>
                  <a:lnTo>
                    <a:pt x="7944818" y="2650564"/>
                  </a:lnTo>
                  <a:lnTo>
                    <a:pt x="7875245" y="2683658"/>
                  </a:lnTo>
                  <a:lnTo>
                    <a:pt x="7799840" y="2713779"/>
                  </a:lnTo>
                  <a:lnTo>
                    <a:pt x="7718052" y="2741243"/>
                  </a:lnTo>
                  <a:lnTo>
                    <a:pt x="7629531" y="2766315"/>
                  </a:lnTo>
                  <a:lnTo>
                    <a:pt x="7534232" y="2789201"/>
                  </a:lnTo>
                  <a:lnTo>
                    <a:pt x="7432537" y="2810048"/>
                  </a:lnTo>
                  <a:lnTo>
                    <a:pt x="7325389" y="2828942"/>
                  </a:lnTo>
                  <a:lnTo>
                    <a:pt x="7214418" y="2845914"/>
                  </a:lnTo>
                  <a:lnTo>
                    <a:pt x="7102003" y="2860951"/>
                  </a:lnTo>
                  <a:lnTo>
                    <a:pt x="6991246" y="2874016"/>
                  </a:lnTo>
                  <a:lnTo>
                    <a:pt x="6885793" y="2885070"/>
                  </a:lnTo>
                  <a:lnTo>
                    <a:pt x="6789491" y="2894104"/>
                  </a:lnTo>
                  <a:lnTo>
                    <a:pt x="6705904" y="2901165"/>
                  </a:lnTo>
                  <a:lnTo>
                    <a:pt x="6637765" y="2906375"/>
                  </a:lnTo>
                  <a:lnTo>
                    <a:pt x="6586500" y="2909938"/>
                  </a:lnTo>
                  <a:lnTo>
                    <a:pt x="6551930" y="2912130"/>
                  </a:lnTo>
                  <a:lnTo>
                    <a:pt x="6532203" y="2913275"/>
                  </a:lnTo>
                  <a:lnTo>
                    <a:pt x="6523931" y="2913716"/>
                  </a:lnTo>
                  <a:lnTo>
                    <a:pt x="6522388" y="2913792"/>
                  </a:lnTo>
                  <a:lnTo>
                    <a:pt x="6522385" y="2913792"/>
                  </a:lnTo>
                  <a:lnTo>
                    <a:pt x="5527445" y="2913792"/>
                  </a:lnTo>
                  <a:lnTo>
                    <a:pt x="5526319" y="2913813"/>
                  </a:lnTo>
                  <a:lnTo>
                    <a:pt x="5518883" y="2913964"/>
                  </a:lnTo>
                  <a:lnTo>
                    <a:pt x="5500035" y="2914380"/>
                  </a:lnTo>
                  <a:lnTo>
                    <a:pt x="5466080" y="2915199"/>
                  </a:lnTo>
                  <a:lnTo>
                    <a:pt x="5414948" y="2916554"/>
                  </a:lnTo>
                  <a:lnTo>
                    <a:pt x="5346350" y="2918555"/>
                  </a:lnTo>
                  <a:lnTo>
                    <a:pt x="5261718" y="2921288"/>
                  </a:lnTo>
                  <a:lnTo>
                    <a:pt x="5163897" y="2924801"/>
                  </a:lnTo>
                  <a:lnTo>
                    <a:pt x="5056624" y="2929114"/>
                  </a:lnTo>
                  <a:lnTo>
                    <a:pt x="4943939" y="2934222"/>
                  </a:lnTo>
                  <a:lnTo>
                    <a:pt x="4829661" y="2940111"/>
                  </a:lnTo>
                  <a:lnTo>
                    <a:pt x="4717018" y="2946766"/>
                  </a:lnTo>
                  <a:lnTo>
                    <a:pt x="4608464" y="2954182"/>
                  </a:lnTo>
                  <a:lnTo>
                    <a:pt x="4505652" y="2962373"/>
                  </a:lnTo>
                  <a:lnTo>
                    <a:pt x="4409512" y="2971377"/>
                  </a:lnTo>
                  <a:lnTo>
                    <a:pt x="4320393" y="2981254"/>
                  </a:lnTo>
                  <a:lnTo>
                    <a:pt x="4238198" y="2992091"/>
                  </a:lnTo>
                  <a:lnTo>
                    <a:pt x="4162524" y="3003999"/>
                  </a:lnTo>
                  <a:lnTo>
                    <a:pt x="4092769" y="3017106"/>
                  </a:lnTo>
                  <a:lnTo>
                    <a:pt x="4028218" y="3031559"/>
                  </a:lnTo>
                  <a:lnTo>
                    <a:pt x="3968104" y="3047508"/>
                  </a:lnTo>
                  <a:lnTo>
                    <a:pt x="3911656" y="3065098"/>
                  </a:lnTo>
                  <a:lnTo>
                    <a:pt x="3858141" y="3084437"/>
                  </a:lnTo>
                  <a:lnTo>
                    <a:pt x="3820202" y="3099835"/>
                  </a:lnTo>
                  <a:lnTo>
                    <a:pt x="3763860" y="3125352"/>
                  </a:lnTo>
                  <a:lnTo>
                    <a:pt x="3709178" y="3153212"/>
                  </a:lnTo>
                  <a:lnTo>
                    <a:pt x="3655589" y="3183459"/>
                  </a:lnTo>
                  <a:lnTo>
                    <a:pt x="3602667" y="3216068"/>
                  </a:lnTo>
                  <a:lnTo>
                    <a:pt x="3550094" y="3250948"/>
                  </a:lnTo>
                  <a:lnTo>
                    <a:pt x="3497651" y="3287929"/>
                  </a:lnTo>
                  <a:lnTo>
                    <a:pt x="3445199" y="3326765"/>
                  </a:lnTo>
                  <a:lnTo>
                    <a:pt x="3392666" y="3367134"/>
                  </a:lnTo>
                  <a:lnTo>
                    <a:pt x="3340034" y="3408650"/>
                  </a:lnTo>
                  <a:lnTo>
                    <a:pt x="3287327" y="3450875"/>
                  </a:lnTo>
                  <a:lnTo>
                    <a:pt x="3234593" y="3493339"/>
                  </a:lnTo>
                  <a:lnTo>
                    <a:pt x="3181886" y="3535560"/>
                  </a:lnTo>
                  <a:lnTo>
                    <a:pt x="3129255" y="3577067"/>
                  </a:lnTo>
                  <a:lnTo>
                    <a:pt x="3076723" y="3617424"/>
                  </a:lnTo>
                  <a:lnTo>
                    <a:pt x="3024271" y="3656245"/>
                  </a:lnTo>
                  <a:lnTo>
                    <a:pt x="2971828" y="3693208"/>
                  </a:lnTo>
                  <a:lnTo>
                    <a:pt x="2919253" y="3728069"/>
                  </a:lnTo>
                  <a:lnTo>
                    <a:pt x="2866326" y="3760658"/>
                  </a:lnTo>
                  <a:lnTo>
                    <a:pt x="2812730" y="3790883"/>
                  </a:lnTo>
                  <a:lnTo>
                    <a:pt x="2758036" y="3818723"/>
                  </a:lnTo>
                  <a:lnTo>
                    <a:pt x="2702183" y="3844005"/>
                  </a:lnTo>
                  <a:lnTo>
                    <a:pt x="2650404" y="3864666"/>
                  </a:lnTo>
                  <a:lnTo>
                    <a:pt x="2596184" y="3883537"/>
                  </a:lnTo>
                  <a:lnTo>
                    <a:pt x="2538845" y="3900682"/>
                  </a:lnTo>
                  <a:lnTo>
                    <a:pt x="2477638" y="3916224"/>
                  </a:lnTo>
                  <a:lnTo>
                    <a:pt x="2411791" y="3930307"/>
                  </a:lnTo>
                  <a:lnTo>
                    <a:pt x="2340544" y="3943085"/>
                  </a:lnTo>
                  <a:lnTo>
                    <a:pt x="2263206" y="3954699"/>
                  </a:lnTo>
                  <a:lnTo>
                    <a:pt x="2179217" y="3965274"/>
                  </a:lnTo>
                  <a:lnTo>
                    <a:pt x="2088243" y="3974914"/>
                  </a:lnTo>
                  <a:lnTo>
                    <a:pt x="1990293" y="3983699"/>
                  </a:lnTo>
                  <a:lnTo>
                    <a:pt x="1885851" y="3991684"/>
                  </a:lnTo>
                  <a:lnTo>
                    <a:pt x="1776029" y="3998899"/>
                  </a:lnTo>
                  <a:lnTo>
                    <a:pt x="1662685" y="4005353"/>
                  </a:lnTo>
                  <a:lnTo>
                    <a:pt x="1548484" y="4011038"/>
                  </a:lnTo>
                  <a:lnTo>
                    <a:pt x="1436836" y="4015938"/>
                  </a:lnTo>
                  <a:lnTo>
                    <a:pt x="1331661" y="4020040"/>
                  </a:lnTo>
                  <a:lnTo>
                    <a:pt x="1236976" y="4023345"/>
                  </a:lnTo>
                  <a:lnTo>
                    <a:pt x="1156338" y="4025879"/>
                  </a:lnTo>
                  <a:lnTo>
                    <a:pt x="1092265" y="4027701"/>
                  </a:lnTo>
                  <a:lnTo>
                    <a:pt x="1045756" y="4028903"/>
                  </a:lnTo>
                  <a:lnTo>
                    <a:pt x="1016048" y="4029603"/>
                  </a:lnTo>
                  <a:lnTo>
                    <a:pt x="1000623" y="4029935"/>
                  </a:lnTo>
                  <a:lnTo>
                    <a:pt x="995397" y="4030039"/>
                  </a:lnTo>
                  <a:lnTo>
                    <a:pt x="994940" y="4030047"/>
                  </a:lnTo>
                  <a:lnTo>
                    <a:pt x="0" y="4030047"/>
                  </a:lnTo>
                  <a:lnTo>
                    <a:pt x="0" y="40300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2" name="pg1631"/>
            <p:cNvSpPr/>
            <p:nvPr/>
          </p:nvSpPr>
          <p:spPr>
            <a:xfrm>
              <a:off x="1199187" y="3987958"/>
              <a:ext cx="12049831" cy="1519783"/>
            </a:xfrm>
            <a:custGeom>
              <a:avLst/>
              <a:pathLst>
                <a:path w="12049831" h="1519783">
                  <a:moveTo>
                    <a:pt x="0" y="1519783"/>
                  </a:moveTo>
                  <a:lnTo>
                    <a:pt x="994940" y="1519783"/>
                  </a:lnTo>
                  <a:lnTo>
                    <a:pt x="996068" y="1519764"/>
                  </a:lnTo>
                  <a:lnTo>
                    <a:pt x="1003514" y="1519626"/>
                  </a:lnTo>
                  <a:lnTo>
                    <a:pt x="1022387" y="1519245"/>
                  </a:lnTo>
                  <a:lnTo>
                    <a:pt x="1056386" y="1518493"/>
                  </a:lnTo>
                  <a:lnTo>
                    <a:pt x="1107579" y="1517252"/>
                  </a:lnTo>
                  <a:lnTo>
                    <a:pt x="1176255" y="1515417"/>
                  </a:lnTo>
                  <a:lnTo>
                    <a:pt x="1260973" y="1512912"/>
                  </a:lnTo>
                  <a:lnTo>
                    <a:pt x="1358881" y="1509691"/>
                  </a:lnTo>
                  <a:lnTo>
                    <a:pt x="1466235" y="1505738"/>
                  </a:lnTo>
                  <a:lnTo>
                    <a:pt x="1578989" y="1501056"/>
                  </a:lnTo>
                  <a:lnTo>
                    <a:pt x="1693320" y="1495658"/>
                  </a:lnTo>
                  <a:lnTo>
                    <a:pt x="1806000" y="1489559"/>
                  </a:lnTo>
                  <a:lnTo>
                    <a:pt x="1914575" y="1482763"/>
                  </a:lnTo>
                  <a:lnTo>
                    <a:pt x="2017396" y="1475255"/>
                  </a:lnTo>
                  <a:lnTo>
                    <a:pt x="2113533" y="1467003"/>
                  </a:lnTo>
                  <a:lnTo>
                    <a:pt x="2202643" y="1457950"/>
                  </a:lnTo>
                  <a:lnTo>
                    <a:pt x="2284824" y="1448017"/>
                  </a:lnTo>
                  <a:lnTo>
                    <a:pt x="2360483" y="1437102"/>
                  </a:lnTo>
                  <a:lnTo>
                    <a:pt x="2430221" y="1425086"/>
                  </a:lnTo>
                  <a:lnTo>
                    <a:pt x="2494758" y="1411837"/>
                  </a:lnTo>
                  <a:lnTo>
                    <a:pt x="2554861" y="1397214"/>
                  </a:lnTo>
                  <a:lnTo>
                    <a:pt x="2611303" y="1381087"/>
                  </a:lnTo>
                  <a:lnTo>
                    <a:pt x="2664815" y="1363356"/>
                  </a:lnTo>
                  <a:lnTo>
                    <a:pt x="2702183" y="1349463"/>
                  </a:lnTo>
                  <a:lnTo>
                    <a:pt x="2759235" y="1325789"/>
                  </a:lnTo>
                  <a:lnTo>
                    <a:pt x="2814593" y="1299913"/>
                  </a:lnTo>
                  <a:lnTo>
                    <a:pt x="2868842" y="1271797"/>
                  </a:lnTo>
                  <a:lnTo>
                    <a:pt x="2922422" y="1241463"/>
                  </a:lnTo>
                  <a:lnTo>
                    <a:pt x="2975656" y="1209004"/>
                  </a:lnTo>
                  <a:lnTo>
                    <a:pt x="3028768" y="1174585"/>
                  </a:lnTo>
                  <a:lnTo>
                    <a:pt x="3081898" y="1138444"/>
                  </a:lnTo>
                  <a:lnTo>
                    <a:pt x="3135115" y="1100894"/>
                  </a:lnTo>
                  <a:lnTo>
                    <a:pt x="3188432" y="1062308"/>
                  </a:lnTo>
                  <a:lnTo>
                    <a:pt x="3241821" y="1023105"/>
                  </a:lnTo>
                  <a:lnTo>
                    <a:pt x="3295231" y="983736"/>
                  </a:lnTo>
                  <a:lnTo>
                    <a:pt x="3348605" y="944658"/>
                  </a:lnTo>
                  <a:lnTo>
                    <a:pt x="3401896" y="906316"/>
                  </a:lnTo>
                  <a:lnTo>
                    <a:pt x="3455085" y="869119"/>
                  </a:lnTo>
                  <a:lnTo>
                    <a:pt x="3508200" y="833423"/>
                  </a:lnTo>
                  <a:lnTo>
                    <a:pt x="3561329" y="799521"/>
                  </a:lnTo>
                  <a:lnTo>
                    <a:pt x="3614632" y="767632"/>
                  </a:lnTo>
                  <a:lnTo>
                    <a:pt x="3668359" y="737902"/>
                  </a:lnTo>
                  <a:lnTo>
                    <a:pt x="3722862" y="710401"/>
                  </a:lnTo>
                  <a:lnTo>
                    <a:pt x="3778621" y="685136"/>
                  </a:lnTo>
                  <a:lnTo>
                    <a:pt x="3820202" y="668180"/>
                  </a:lnTo>
                  <a:lnTo>
                    <a:pt x="3872006" y="649257"/>
                  </a:lnTo>
                  <a:lnTo>
                    <a:pt x="3926253" y="631973"/>
                  </a:lnTo>
                  <a:lnTo>
                    <a:pt x="3983625" y="616271"/>
                  </a:lnTo>
                  <a:lnTo>
                    <a:pt x="4044867" y="602039"/>
                  </a:lnTo>
                  <a:lnTo>
                    <a:pt x="4110757" y="589142"/>
                  </a:lnTo>
                  <a:lnTo>
                    <a:pt x="4182052" y="577441"/>
                  </a:lnTo>
                  <a:lnTo>
                    <a:pt x="4259447" y="566807"/>
                  </a:lnTo>
                  <a:lnTo>
                    <a:pt x="4343501" y="557124"/>
                  </a:lnTo>
                  <a:lnTo>
                    <a:pt x="4434546" y="548298"/>
                  </a:lnTo>
                  <a:lnTo>
                    <a:pt x="4532574" y="540255"/>
                  </a:lnTo>
                  <a:lnTo>
                    <a:pt x="4637096" y="532945"/>
                  </a:lnTo>
                  <a:lnTo>
                    <a:pt x="4746995" y="526340"/>
                  </a:lnTo>
                  <a:lnTo>
                    <a:pt x="4860407" y="520433"/>
                  </a:lnTo>
                  <a:lnTo>
                    <a:pt x="4974656" y="515230"/>
                  </a:lnTo>
                  <a:lnTo>
                    <a:pt x="5086326" y="510747"/>
                  </a:lnTo>
                  <a:lnTo>
                    <a:pt x="5191489" y="506995"/>
                  </a:lnTo>
                  <a:lnTo>
                    <a:pt x="5286122" y="503974"/>
                  </a:lnTo>
                  <a:lnTo>
                    <a:pt x="5366668" y="501659"/>
                  </a:lnTo>
                  <a:lnTo>
                    <a:pt x="5430619" y="499996"/>
                  </a:lnTo>
                  <a:lnTo>
                    <a:pt x="5476988" y="498900"/>
                  </a:lnTo>
                  <a:lnTo>
                    <a:pt x="5506556" y="498262"/>
                  </a:lnTo>
                  <a:lnTo>
                    <a:pt x="5521861" y="497960"/>
                  </a:lnTo>
                  <a:lnTo>
                    <a:pt x="5527008" y="497867"/>
                  </a:lnTo>
                  <a:lnTo>
                    <a:pt x="5527445" y="497860"/>
                  </a:lnTo>
                  <a:lnTo>
                    <a:pt x="6522385" y="497860"/>
                  </a:lnTo>
                  <a:lnTo>
                    <a:pt x="6523520" y="497850"/>
                  </a:lnTo>
                  <a:lnTo>
                    <a:pt x="6531007" y="497783"/>
                  </a:lnTo>
                  <a:lnTo>
                    <a:pt x="6549981" y="497599"/>
                  </a:lnTo>
                  <a:lnTo>
                    <a:pt x="6584154" y="497234"/>
                  </a:lnTo>
                  <a:lnTo>
                    <a:pt x="6635596" y="496632"/>
                  </a:lnTo>
                  <a:lnTo>
                    <a:pt x="6704581" y="495743"/>
                  </a:lnTo>
                  <a:lnTo>
                    <a:pt x="6789642" y="494529"/>
                  </a:lnTo>
                  <a:lnTo>
                    <a:pt x="6887898" y="492969"/>
                  </a:lnTo>
                  <a:lnTo>
                    <a:pt x="6995575" y="491054"/>
                  </a:lnTo>
                  <a:lnTo>
                    <a:pt x="7108604" y="488786"/>
                  </a:lnTo>
                  <a:lnTo>
                    <a:pt x="7223148" y="486172"/>
                  </a:lnTo>
                  <a:lnTo>
                    <a:pt x="7335975" y="483219"/>
                  </a:lnTo>
                  <a:lnTo>
                    <a:pt x="7444635" y="479929"/>
                  </a:lnTo>
                  <a:lnTo>
                    <a:pt x="7547489" y="476294"/>
                  </a:lnTo>
                  <a:lnTo>
                    <a:pt x="7643617" y="472298"/>
                  </a:lnTo>
                  <a:lnTo>
                    <a:pt x="7732688" y="467914"/>
                  </a:lnTo>
                  <a:lnTo>
                    <a:pt x="7814813" y="463102"/>
                  </a:lnTo>
                  <a:lnTo>
                    <a:pt x="7890407" y="457814"/>
                  </a:lnTo>
                  <a:lnTo>
                    <a:pt x="7960083" y="451991"/>
                  </a:lnTo>
                  <a:lnTo>
                    <a:pt x="8024564" y="445569"/>
                  </a:lnTo>
                  <a:lnTo>
                    <a:pt x="8084624" y="438479"/>
                  </a:lnTo>
                  <a:lnTo>
                    <a:pt x="8141039" y="430660"/>
                  </a:lnTo>
                  <a:lnTo>
                    <a:pt x="8194544" y="422062"/>
                  </a:lnTo>
                  <a:lnTo>
                    <a:pt x="8229629" y="415756"/>
                  </a:lnTo>
                  <a:lnTo>
                    <a:pt x="8290043" y="403626"/>
                  </a:lnTo>
                  <a:lnTo>
                    <a:pt x="8348596" y="390302"/>
                  </a:lnTo>
                  <a:lnTo>
                    <a:pt x="8405968" y="375764"/>
                  </a:lnTo>
                  <a:lnTo>
                    <a:pt x="8462662" y="360032"/>
                  </a:lnTo>
                  <a:lnTo>
                    <a:pt x="8519036" y="343167"/>
                  </a:lnTo>
                  <a:lnTo>
                    <a:pt x="8575329" y="325275"/>
                  </a:lnTo>
                  <a:lnTo>
                    <a:pt x="8631676" y="306507"/>
                  </a:lnTo>
                  <a:lnTo>
                    <a:pt x="8688134" y="287058"/>
                  </a:lnTo>
                  <a:lnTo>
                    <a:pt x="8744694" y="267154"/>
                  </a:lnTo>
                  <a:lnTo>
                    <a:pt x="8801305" y="247047"/>
                  </a:lnTo>
                  <a:lnTo>
                    <a:pt x="8857902" y="226999"/>
                  </a:lnTo>
                  <a:lnTo>
                    <a:pt x="8914420" y="207268"/>
                  </a:lnTo>
                  <a:lnTo>
                    <a:pt x="8970826" y="188098"/>
                  </a:lnTo>
                  <a:lnTo>
                    <a:pt x="9027138" y="169701"/>
                  </a:lnTo>
                  <a:lnTo>
                    <a:pt x="9083444" y="152252"/>
                  </a:lnTo>
                  <a:lnTo>
                    <a:pt x="9139925" y="135884"/>
                  </a:lnTo>
                  <a:lnTo>
                    <a:pt x="9196870" y="120681"/>
                  </a:lnTo>
                  <a:lnTo>
                    <a:pt x="9254699" y="106686"/>
                  </a:lnTo>
                  <a:lnTo>
                    <a:pt x="9313989" y="93900"/>
                  </a:lnTo>
                  <a:lnTo>
                    <a:pt x="9347647" y="87343"/>
                  </a:lnTo>
                  <a:lnTo>
                    <a:pt x="9399552" y="78205"/>
                  </a:lnTo>
                  <a:lnTo>
                    <a:pt x="9453911" y="69859"/>
                  </a:lnTo>
                  <a:lnTo>
                    <a:pt x="9511408" y="62279"/>
                  </a:lnTo>
                  <a:lnTo>
                    <a:pt x="9572795" y="55410"/>
                  </a:lnTo>
                  <a:lnTo>
                    <a:pt x="9638853" y="49186"/>
                  </a:lnTo>
                  <a:lnTo>
                    <a:pt x="9710345" y="43541"/>
                  </a:lnTo>
                  <a:lnTo>
                    <a:pt x="9787966" y="38411"/>
                  </a:lnTo>
                  <a:lnTo>
                    <a:pt x="9872278" y="33741"/>
                  </a:lnTo>
                  <a:lnTo>
                    <a:pt x="9963610" y="29484"/>
                  </a:lnTo>
                  <a:lnTo>
                    <a:pt x="10061948" y="25606"/>
                  </a:lnTo>
                  <a:lnTo>
                    <a:pt x="10166789" y="22083"/>
                  </a:lnTo>
                  <a:lnTo>
                    <a:pt x="10276996" y="18901"/>
                  </a:lnTo>
                  <a:lnTo>
                    <a:pt x="10390677" y="16056"/>
                  </a:lnTo>
                  <a:lnTo>
                    <a:pt x="10505123" y="13552"/>
                  </a:lnTo>
                  <a:lnTo>
                    <a:pt x="10616879" y="11396"/>
                  </a:lnTo>
                  <a:lnTo>
                    <a:pt x="10721986" y="9594"/>
                  </a:lnTo>
                  <a:lnTo>
                    <a:pt x="10816406" y="8146"/>
                  </a:lnTo>
                  <a:lnTo>
                    <a:pt x="10896586" y="7039"/>
                  </a:lnTo>
                  <a:lnTo>
                    <a:pt x="10960046" y="6246"/>
                  </a:lnTo>
                  <a:lnTo>
                    <a:pt x="11005854" y="5726"/>
                  </a:lnTo>
                  <a:lnTo>
                    <a:pt x="11034863" y="5426"/>
                  </a:lnTo>
                  <a:lnTo>
                    <a:pt x="11049692" y="5285"/>
                  </a:lnTo>
                  <a:lnTo>
                    <a:pt x="11054528" y="524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7" y="9"/>
                  </a:lnTo>
                  <a:lnTo>
                    <a:pt x="11046269" y="76"/>
                  </a:lnTo>
                  <a:lnTo>
                    <a:pt x="11027296" y="261"/>
                  </a:lnTo>
                  <a:lnTo>
                    <a:pt x="10993122" y="625"/>
                  </a:lnTo>
                  <a:lnTo>
                    <a:pt x="10941680" y="1227"/>
                  </a:lnTo>
                  <a:lnTo>
                    <a:pt x="10872696" y="2116"/>
                  </a:lnTo>
                  <a:lnTo>
                    <a:pt x="10787635" y="3330"/>
                  </a:lnTo>
                  <a:lnTo>
                    <a:pt x="10689379" y="4891"/>
                  </a:lnTo>
                  <a:lnTo>
                    <a:pt x="10581701" y="6806"/>
                  </a:lnTo>
                  <a:lnTo>
                    <a:pt x="10468673" y="9073"/>
                  </a:lnTo>
                  <a:lnTo>
                    <a:pt x="10354129" y="11687"/>
                  </a:lnTo>
                  <a:lnTo>
                    <a:pt x="10241302" y="14640"/>
                  </a:lnTo>
                  <a:lnTo>
                    <a:pt x="10132641" y="17931"/>
                  </a:lnTo>
                  <a:lnTo>
                    <a:pt x="10029788" y="21565"/>
                  </a:lnTo>
                  <a:lnTo>
                    <a:pt x="9933660" y="25561"/>
                  </a:lnTo>
                  <a:lnTo>
                    <a:pt x="9844588" y="29945"/>
                  </a:lnTo>
                  <a:lnTo>
                    <a:pt x="9762463" y="34757"/>
                  </a:lnTo>
                  <a:lnTo>
                    <a:pt x="9686869" y="40045"/>
                  </a:lnTo>
                  <a:lnTo>
                    <a:pt x="9617194" y="45868"/>
                  </a:lnTo>
                  <a:lnTo>
                    <a:pt x="9552712" y="52291"/>
                  </a:lnTo>
                  <a:lnTo>
                    <a:pt x="9492652" y="59380"/>
                  </a:lnTo>
                  <a:lnTo>
                    <a:pt x="9436237" y="67200"/>
                  </a:lnTo>
                  <a:lnTo>
                    <a:pt x="9382733" y="75797"/>
                  </a:lnTo>
                  <a:lnTo>
                    <a:pt x="9347647" y="82103"/>
                  </a:lnTo>
                  <a:lnTo>
                    <a:pt x="9287234" y="94233"/>
                  </a:lnTo>
                  <a:lnTo>
                    <a:pt x="9228681" y="107557"/>
                  </a:lnTo>
                  <a:lnTo>
                    <a:pt x="9171309" y="122095"/>
                  </a:lnTo>
                  <a:lnTo>
                    <a:pt x="9114615" y="137827"/>
                  </a:lnTo>
                  <a:lnTo>
                    <a:pt x="9058241" y="154693"/>
                  </a:lnTo>
                  <a:lnTo>
                    <a:pt x="9001948" y="172585"/>
                  </a:lnTo>
                  <a:lnTo>
                    <a:pt x="8945600" y="191352"/>
                  </a:lnTo>
                  <a:lnTo>
                    <a:pt x="8889142" y="210801"/>
                  </a:lnTo>
                  <a:lnTo>
                    <a:pt x="8832583" y="230705"/>
                  </a:lnTo>
                  <a:lnTo>
                    <a:pt x="8775971" y="250812"/>
                  </a:lnTo>
                  <a:lnTo>
                    <a:pt x="8719375" y="270861"/>
                  </a:lnTo>
                  <a:lnTo>
                    <a:pt x="8662857" y="290591"/>
                  </a:lnTo>
                  <a:lnTo>
                    <a:pt x="8606451" y="309761"/>
                  </a:lnTo>
                  <a:lnTo>
                    <a:pt x="8550139" y="328158"/>
                  </a:lnTo>
                  <a:lnTo>
                    <a:pt x="8493832" y="345607"/>
                  </a:lnTo>
                  <a:lnTo>
                    <a:pt x="8437351" y="361976"/>
                  </a:lnTo>
                  <a:lnTo>
                    <a:pt x="8380406" y="377178"/>
                  </a:lnTo>
                  <a:lnTo>
                    <a:pt x="8322577" y="391173"/>
                  </a:lnTo>
                  <a:lnTo>
                    <a:pt x="8263288" y="403959"/>
                  </a:lnTo>
                  <a:lnTo>
                    <a:pt x="8229629" y="410516"/>
                  </a:lnTo>
                  <a:lnTo>
                    <a:pt x="8177724" y="419655"/>
                  </a:lnTo>
                  <a:lnTo>
                    <a:pt x="8123366" y="428000"/>
                  </a:lnTo>
                  <a:lnTo>
                    <a:pt x="8065869" y="435580"/>
                  </a:lnTo>
                  <a:lnTo>
                    <a:pt x="8004481" y="442449"/>
                  </a:lnTo>
                  <a:lnTo>
                    <a:pt x="7938423" y="448673"/>
                  </a:lnTo>
                  <a:lnTo>
                    <a:pt x="7866932" y="454318"/>
                  </a:lnTo>
                  <a:lnTo>
                    <a:pt x="7789310" y="459448"/>
                  </a:lnTo>
                  <a:lnTo>
                    <a:pt x="7704999" y="464118"/>
                  </a:lnTo>
                  <a:lnTo>
                    <a:pt x="7613666" y="468375"/>
                  </a:lnTo>
                  <a:lnTo>
                    <a:pt x="7515329" y="472253"/>
                  </a:lnTo>
                  <a:lnTo>
                    <a:pt x="7410488" y="475776"/>
                  </a:lnTo>
                  <a:lnTo>
                    <a:pt x="7300280" y="478959"/>
                  </a:lnTo>
                  <a:lnTo>
                    <a:pt x="7186599" y="481804"/>
                  </a:lnTo>
                  <a:lnTo>
                    <a:pt x="7072154" y="484308"/>
                  </a:lnTo>
                  <a:lnTo>
                    <a:pt x="6960397" y="486463"/>
                  </a:lnTo>
                  <a:lnTo>
                    <a:pt x="6855290" y="488265"/>
                  </a:lnTo>
                  <a:lnTo>
                    <a:pt x="6760870" y="489713"/>
                  </a:lnTo>
                  <a:lnTo>
                    <a:pt x="6680691" y="490820"/>
                  </a:lnTo>
                  <a:lnTo>
                    <a:pt x="6617231" y="491613"/>
                  </a:lnTo>
                  <a:lnTo>
                    <a:pt x="6571423" y="492133"/>
                  </a:lnTo>
                  <a:lnTo>
                    <a:pt x="6542413" y="492434"/>
                  </a:lnTo>
                  <a:lnTo>
                    <a:pt x="6527585" y="492574"/>
                  </a:lnTo>
                  <a:lnTo>
                    <a:pt x="6522749" y="492616"/>
                  </a:lnTo>
                  <a:lnTo>
                    <a:pt x="6522385" y="492619"/>
                  </a:lnTo>
                  <a:lnTo>
                    <a:pt x="5527445" y="492619"/>
                  </a:lnTo>
                  <a:lnTo>
                    <a:pt x="5526317" y="492638"/>
                  </a:lnTo>
                  <a:lnTo>
                    <a:pt x="5518871" y="492776"/>
                  </a:lnTo>
                  <a:lnTo>
                    <a:pt x="5499998" y="493158"/>
                  </a:lnTo>
                  <a:lnTo>
                    <a:pt x="5465999" y="493909"/>
                  </a:lnTo>
                  <a:lnTo>
                    <a:pt x="5414806" y="495151"/>
                  </a:lnTo>
                  <a:lnTo>
                    <a:pt x="5346130" y="496986"/>
                  </a:lnTo>
                  <a:lnTo>
                    <a:pt x="5261412" y="499491"/>
                  </a:lnTo>
                  <a:lnTo>
                    <a:pt x="5163504" y="502711"/>
                  </a:lnTo>
                  <a:lnTo>
                    <a:pt x="5056150" y="506664"/>
                  </a:lnTo>
                  <a:lnTo>
                    <a:pt x="4943396" y="511347"/>
                  </a:lnTo>
                  <a:lnTo>
                    <a:pt x="4829065" y="516744"/>
                  </a:lnTo>
                  <a:lnTo>
                    <a:pt x="4716385" y="522843"/>
                  </a:lnTo>
                  <a:lnTo>
                    <a:pt x="4607810" y="529640"/>
                  </a:lnTo>
                  <a:lnTo>
                    <a:pt x="4504989" y="537147"/>
                  </a:lnTo>
                  <a:lnTo>
                    <a:pt x="4408852" y="545399"/>
                  </a:lnTo>
                  <a:lnTo>
                    <a:pt x="4319742" y="554452"/>
                  </a:lnTo>
                  <a:lnTo>
                    <a:pt x="4237560" y="564386"/>
                  </a:lnTo>
                  <a:lnTo>
                    <a:pt x="4161902" y="575300"/>
                  </a:lnTo>
                  <a:lnTo>
                    <a:pt x="4092164" y="587316"/>
                  </a:lnTo>
                  <a:lnTo>
                    <a:pt x="4027627" y="600566"/>
                  </a:lnTo>
                  <a:lnTo>
                    <a:pt x="3967524" y="615189"/>
                  </a:lnTo>
                  <a:lnTo>
                    <a:pt x="3911082" y="631315"/>
                  </a:lnTo>
                  <a:lnTo>
                    <a:pt x="3857570" y="649046"/>
                  </a:lnTo>
                  <a:lnTo>
                    <a:pt x="3820202" y="662940"/>
                  </a:lnTo>
                  <a:lnTo>
                    <a:pt x="3763150" y="686614"/>
                  </a:lnTo>
                  <a:lnTo>
                    <a:pt x="3707792" y="712490"/>
                  </a:lnTo>
                  <a:lnTo>
                    <a:pt x="3653543" y="740606"/>
                  </a:lnTo>
                  <a:lnTo>
                    <a:pt x="3599963" y="770939"/>
                  </a:lnTo>
                  <a:lnTo>
                    <a:pt x="3546729" y="803398"/>
                  </a:lnTo>
                  <a:lnTo>
                    <a:pt x="3493617" y="837818"/>
                  </a:lnTo>
                  <a:lnTo>
                    <a:pt x="3440487" y="873958"/>
                  </a:lnTo>
                  <a:lnTo>
                    <a:pt x="3387270" y="911508"/>
                  </a:lnTo>
                  <a:lnTo>
                    <a:pt x="3333953" y="950095"/>
                  </a:lnTo>
                  <a:lnTo>
                    <a:pt x="3280564" y="989298"/>
                  </a:lnTo>
                  <a:lnTo>
                    <a:pt x="3227154" y="1028667"/>
                  </a:lnTo>
                  <a:lnTo>
                    <a:pt x="3173780" y="1067744"/>
                  </a:lnTo>
                  <a:lnTo>
                    <a:pt x="3120489" y="1106086"/>
                  </a:lnTo>
                  <a:lnTo>
                    <a:pt x="3067300" y="1143284"/>
                  </a:lnTo>
                  <a:lnTo>
                    <a:pt x="3014185" y="1178980"/>
                  </a:lnTo>
                  <a:lnTo>
                    <a:pt x="2961056" y="1212881"/>
                  </a:lnTo>
                  <a:lnTo>
                    <a:pt x="2907753" y="1244770"/>
                  </a:lnTo>
                  <a:lnTo>
                    <a:pt x="2854026" y="1274501"/>
                  </a:lnTo>
                  <a:lnTo>
                    <a:pt x="2799523" y="1302001"/>
                  </a:lnTo>
                  <a:lnTo>
                    <a:pt x="2743764" y="1327266"/>
                  </a:lnTo>
                  <a:lnTo>
                    <a:pt x="2702183" y="1344222"/>
                  </a:lnTo>
                  <a:lnTo>
                    <a:pt x="2650379" y="1363146"/>
                  </a:lnTo>
                  <a:lnTo>
                    <a:pt x="2596132" y="1380430"/>
                  </a:lnTo>
                  <a:lnTo>
                    <a:pt x="2538760" y="1396132"/>
                  </a:lnTo>
                  <a:lnTo>
                    <a:pt x="2477518" y="1410364"/>
                  </a:lnTo>
                  <a:lnTo>
                    <a:pt x="2411628" y="1423261"/>
                  </a:lnTo>
                  <a:lnTo>
                    <a:pt x="2340333" y="1434962"/>
                  </a:lnTo>
                  <a:lnTo>
                    <a:pt x="2262938" y="1445596"/>
                  </a:lnTo>
                  <a:lnTo>
                    <a:pt x="2178884" y="1455279"/>
                  </a:lnTo>
                  <a:lnTo>
                    <a:pt x="2087839" y="1464105"/>
                  </a:lnTo>
                  <a:lnTo>
                    <a:pt x="1989811" y="1472148"/>
                  </a:lnTo>
                  <a:lnTo>
                    <a:pt x="1885289" y="1479458"/>
                  </a:lnTo>
                  <a:lnTo>
                    <a:pt x="1775390" y="1486062"/>
                  </a:lnTo>
                  <a:lnTo>
                    <a:pt x="1661978" y="1491969"/>
                  </a:lnTo>
                  <a:lnTo>
                    <a:pt x="1547729" y="1497172"/>
                  </a:lnTo>
                  <a:lnTo>
                    <a:pt x="1436059" y="1501656"/>
                  </a:lnTo>
                  <a:lnTo>
                    <a:pt x="1330896" y="1505408"/>
                  </a:lnTo>
                  <a:lnTo>
                    <a:pt x="1236263" y="1508429"/>
                  </a:lnTo>
                  <a:lnTo>
                    <a:pt x="1155717" y="1510744"/>
                  </a:lnTo>
                  <a:lnTo>
                    <a:pt x="1091766" y="1512407"/>
                  </a:lnTo>
                  <a:lnTo>
                    <a:pt x="1045397" y="1513503"/>
                  </a:lnTo>
                  <a:lnTo>
                    <a:pt x="1015829" y="1514140"/>
                  </a:lnTo>
                  <a:lnTo>
                    <a:pt x="1000524" y="1514442"/>
                  </a:lnTo>
                  <a:lnTo>
                    <a:pt x="995377" y="1514535"/>
                  </a:lnTo>
                  <a:lnTo>
                    <a:pt x="994940" y="1514543"/>
                  </a:lnTo>
                  <a:lnTo>
                    <a:pt x="0" y="1514543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33" name="pl1632"/>
            <p:cNvSpPr/>
            <p:nvPr/>
          </p:nvSpPr>
          <p:spPr>
            <a:xfrm>
              <a:off x="1199187" y="3993198"/>
              <a:ext cx="12049831" cy="1514543"/>
            </a:xfrm>
            <a:custGeom>
              <a:avLst/>
              <a:pathLst>
                <a:path w="12049831" h="1514543">
                  <a:moveTo>
                    <a:pt x="0" y="1514543"/>
                  </a:moveTo>
                  <a:lnTo>
                    <a:pt x="994940" y="1514543"/>
                  </a:lnTo>
                  <a:lnTo>
                    <a:pt x="996068" y="1514523"/>
                  </a:lnTo>
                  <a:lnTo>
                    <a:pt x="1003514" y="1514385"/>
                  </a:lnTo>
                  <a:lnTo>
                    <a:pt x="1022387" y="1514004"/>
                  </a:lnTo>
                  <a:lnTo>
                    <a:pt x="1056386" y="1513253"/>
                  </a:lnTo>
                  <a:lnTo>
                    <a:pt x="1107579" y="1512011"/>
                  </a:lnTo>
                  <a:lnTo>
                    <a:pt x="1176255" y="1510176"/>
                  </a:lnTo>
                  <a:lnTo>
                    <a:pt x="1260973" y="1507671"/>
                  </a:lnTo>
                  <a:lnTo>
                    <a:pt x="1358881" y="1504451"/>
                  </a:lnTo>
                  <a:lnTo>
                    <a:pt x="1466235" y="1500498"/>
                  </a:lnTo>
                  <a:lnTo>
                    <a:pt x="1578989" y="1495815"/>
                  </a:lnTo>
                  <a:lnTo>
                    <a:pt x="1693320" y="1490418"/>
                  </a:lnTo>
                  <a:lnTo>
                    <a:pt x="1806000" y="1484319"/>
                  </a:lnTo>
                  <a:lnTo>
                    <a:pt x="1914575" y="1477522"/>
                  </a:lnTo>
                  <a:lnTo>
                    <a:pt x="2017396" y="1470015"/>
                  </a:lnTo>
                  <a:lnTo>
                    <a:pt x="2113533" y="1461763"/>
                  </a:lnTo>
                  <a:lnTo>
                    <a:pt x="2202643" y="1452710"/>
                  </a:lnTo>
                  <a:lnTo>
                    <a:pt x="2284824" y="1442776"/>
                  </a:lnTo>
                  <a:lnTo>
                    <a:pt x="2360483" y="1431861"/>
                  </a:lnTo>
                  <a:lnTo>
                    <a:pt x="2430221" y="1419846"/>
                  </a:lnTo>
                  <a:lnTo>
                    <a:pt x="2494758" y="1406596"/>
                  </a:lnTo>
                  <a:lnTo>
                    <a:pt x="2554861" y="1391973"/>
                  </a:lnTo>
                  <a:lnTo>
                    <a:pt x="2611303" y="1375847"/>
                  </a:lnTo>
                  <a:lnTo>
                    <a:pt x="2664815" y="1358115"/>
                  </a:lnTo>
                  <a:lnTo>
                    <a:pt x="2702183" y="1344222"/>
                  </a:lnTo>
                  <a:lnTo>
                    <a:pt x="2759235" y="1320548"/>
                  </a:lnTo>
                  <a:lnTo>
                    <a:pt x="2814593" y="1294672"/>
                  </a:lnTo>
                  <a:lnTo>
                    <a:pt x="2868842" y="1266556"/>
                  </a:lnTo>
                  <a:lnTo>
                    <a:pt x="2922422" y="1236223"/>
                  </a:lnTo>
                  <a:lnTo>
                    <a:pt x="2975656" y="1203763"/>
                  </a:lnTo>
                  <a:lnTo>
                    <a:pt x="3028768" y="1169344"/>
                  </a:lnTo>
                  <a:lnTo>
                    <a:pt x="3081898" y="1133204"/>
                  </a:lnTo>
                  <a:lnTo>
                    <a:pt x="3135115" y="1095654"/>
                  </a:lnTo>
                  <a:lnTo>
                    <a:pt x="3188432" y="1057067"/>
                  </a:lnTo>
                  <a:lnTo>
                    <a:pt x="3241821" y="1017864"/>
                  </a:lnTo>
                  <a:lnTo>
                    <a:pt x="3295231" y="978495"/>
                  </a:lnTo>
                  <a:lnTo>
                    <a:pt x="3348605" y="939418"/>
                  </a:lnTo>
                  <a:lnTo>
                    <a:pt x="3401896" y="901075"/>
                  </a:lnTo>
                  <a:lnTo>
                    <a:pt x="3455085" y="863878"/>
                  </a:lnTo>
                  <a:lnTo>
                    <a:pt x="3508200" y="828182"/>
                  </a:lnTo>
                  <a:lnTo>
                    <a:pt x="3561329" y="794280"/>
                  </a:lnTo>
                  <a:lnTo>
                    <a:pt x="3614632" y="762392"/>
                  </a:lnTo>
                  <a:lnTo>
                    <a:pt x="3668359" y="732661"/>
                  </a:lnTo>
                  <a:lnTo>
                    <a:pt x="3722862" y="705161"/>
                  </a:lnTo>
                  <a:lnTo>
                    <a:pt x="3778621" y="679896"/>
                  </a:lnTo>
                  <a:lnTo>
                    <a:pt x="3820202" y="662940"/>
                  </a:lnTo>
                  <a:lnTo>
                    <a:pt x="3872006" y="644016"/>
                  </a:lnTo>
                  <a:lnTo>
                    <a:pt x="3926253" y="626732"/>
                  </a:lnTo>
                  <a:lnTo>
                    <a:pt x="3983625" y="611030"/>
                  </a:lnTo>
                  <a:lnTo>
                    <a:pt x="4044867" y="596798"/>
                  </a:lnTo>
                  <a:lnTo>
                    <a:pt x="4110757" y="583901"/>
                  </a:lnTo>
                  <a:lnTo>
                    <a:pt x="4182052" y="572200"/>
                  </a:lnTo>
                  <a:lnTo>
                    <a:pt x="4259447" y="561566"/>
                  </a:lnTo>
                  <a:lnTo>
                    <a:pt x="4343501" y="551883"/>
                  </a:lnTo>
                  <a:lnTo>
                    <a:pt x="4434546" y="543057"/>
                  </a:lnTo>
                  <a:lnTo>
                    <a:pt x="4532574" y="535014"/>
                  </a:lnTo>
                  <a:lnTo>
                    <a:pt x="4637096" y="527704"/>
                  </a:lnTo>
                  <a:lnTo>
                    <a:pt x="4746995" y="521100"/>
                  </a:lnTo>
                  <a:lnTo>
                    <a:pt x="4860407" y="515192"/>
                  </a:lnTo>
                  <a:lnTo>
                    <a:pt x="4974656" y="509990"/>
                  </a:lnTo>
                  <a:lnTo>
                    <a:pt x="5086326" y="505506"/>
                  </a:lnTo>
                  <a:lnTo>
                    <a:pt x="5191489" y="501754"/>
                  </a:lnTo>
                  <a:lnTo>
                    <a:pt x="5286122" y="498733"/>
                  </a:lnTo>
                  <a:lnTo>
                    <a:pt x="5366668" y="496418"/>
                  </a:lnTo>
                  <a:lnTo>
                    <a:pt x="5430619" y="494755"/>
                  </a:lnTo>
                  <a:lnTo>
                    <a:pt x="5476988" y="493659"/>
                  </a:lnTo>
                  <a:lnTo>
                    <a:pt x="5506556" y="493022"/>
                  </a:lnTo>
                  <a:lnTo>
                    <a:pt x="5521861" y="492720"/>
                  </a:lnTo>
                  <a:lnTo>
                    <a:pt x="5527008" y="492626"/>
                  </a:lnTo>
                  <a:lnTo>
                    <a:pt x="5527445" y="492619"/>
                  </a:lnTo>
                  <a:lnTo>
                    <a:pt x="6522385" y="492619"/>
                  </a:lnTo>
                  <a:lnTo>
                    <a:pt x="6523520" y="492610"/>
                  </a:lnTo>
                  <a:lnTo>
                    <a:pt x="6531007" y="492543"/>
                  </a:lnTo>
                  <a:lnTo>
                    <a:pt x="6549981" y="492358"/>
                  </a:lnTo>
                  <a:lnTo>
                    <a:pt x="6584154" y="491994"/>
                  </a:lnTo>
                  <a:lnTo>
                    <a:pt x="6635596" y="491392"/>
                  </a:lnTo>
                  <a:lnTo>
                    <a:pt x="6704581" y="490502"/>
                  </a:lnTo>
                  <a:lnTo>
                    <a:pt x="6789642" y="489288"/>
                  </a:lnTo>
                  <a:lnTo>
                    <a:pt x="6887898" y="487728"/>
                  </a:lnTo>
                  <a:lnTo>
                    <a:pt x="6995575" y="485813"/>
                  </a:lnTo>
                  <a:lnTo>
                    <a:pt x="7108604" y="483545"/>
                  </a:lnTo>
                  <a:lnTo>
                    <a:pt x="7223148" y="480932"/>
                  </a:lnTo>
                  <a:lnTo>
                    <a:pt x="7335975" y="477979"/>
                  </a:lnTo>
                  <a:lnTo>
                    <a:pt x="7444635" y="474688"/>
                  </a:lnTo>
                  <a:lnTo>
                    <a:pt x="7547489" y="471053"/>
                  </a:lnTo>
                  <a:lnTo>
                    <a:pt x="7643617" y="467058"/>
                  </a:lnTo>
                  <a:lnTo>
                    <a:pt x="7732688" y="462673"/>
                  </a:lnTo>
                  <a:lnTo>
                    <a:pt x="7814813" y="457862"/>
                  </a:lnTo>
                  <a:lnTo>
                    <a:pt x="7890407" y="452573"/>
                  </a:lnTo>
                  <a:lnTo>
                    <a:pt x="7960083" y="446750"/>
                  </a:lnTo>
                  <a:lnTo>
                    <a:pt x="8024564" y="440328"/>
                  </a:lnTo>
                  <a:lnTo>
                    <a:pt x="8084624" y="433238"/>
                  </a:lnTo>
                  <a:lnTo>
                    <a:pt x="8141039" y="425419"/>
                  </a:lnTo>
                  <a:lnTo>
                    <a:pt x="8194544" y="416821"/>
                  </a:lnTo>
                  <a:lnTo>
                    <a:pt x="8229629" y="410516"/>
                  </a:lnTo>
                  <a:lnTo>
                    <a:pt x="8290043" y="398386"/>
                  </a:lnTo>
                  <a:lnTo>
                    <a:pt x="8348596" y="385061"/>
                  </a:lnTo>
                  <a:lnTo>
                    <a:pt x="8405968" y="370524"/>
                  </a:lnTo>
                  <a:lnTo>
                    <a:pt x="8462662" y="354791"/>
                  </a:lnTo>
                  <a:lnTo>
                    <a:pt x="8519036" y="337926"/>
                  </a:lnTo>
                  <a:lnTo>
                    <a:pt x="8575329" y="320034"/>
                  </a:lnTo>
                  <a:lnTo>
                    <a:pt x="8631676" y="301267"/>
                  </a:lnTo>
                  <a:lnTo>
                    <a:pt x="8688134" y="281818"/>
                  </a:lnTo>
                  <a:lnTo>
                    <a:pt x="8744694" y="261914"/>
                  </a:lnTo>
                  <a:lnTo>
                    <a:pt x="8801305" y="241806"/>
                  </a:lnTo>
                  <a:lnTo>
                    <a:pt x="8857902" y="221758"/>
                  </a:lnTo>
                  <a:lnTo>
                    <a:pt x="8914420" y="202028"/>
                  </a:lnTo>
                  <a:lnTo>
                    <a:pt x="8970826" y="182857"/>
                  </a:lnTo>
                  <a:lnTo>
                    <a:pt x="9027138" y="164460"/>
                  </a:lnTo>
                  <a:lnTo>
                    <a:pt x="9083444" y="147012"/>
                  </a:lnTo>
                  <a:lnTo>
                    <a:pt x="9139925" y="130643"/>
                  </a:lnTo>
                  <a:lnTo>
                    <a:pt x="9196870" y="115440"/>
                  </a:lnTo>
                  <a:lnTo>
                    <a:pt x="9254699" y="101445"/>
                  </a:lnTo>
                  <a:lnTo>
                    <a:pt x="9313989" y="88660"/>
                  </a:lnTo>
                  <a:lnTo>
                    <a:pt x="9347647" y="82103"/>
                  </a:lnTo>
                  <a:lnTo>
                    <a:pt x="9399552" y="72964"/>
                  </a:lnTo>
                  <a:lnTo>
                    <a:pt x="9453911" y="64619"/>
                  </a:lnTo>
                  <a:lnTo>
                    <a:pt x="9511408" y="57039"/>
                  </a:lnTo>
                  <a:lnTo>
                    <a:pt x="9572795" y="50169"/>
                  </a:lnTo>
                  <a:lnTo>
                    <a:pt x="9638853" y="43946"/>
                  </a:lnTo>
                  <a:lnTo>
                    <a:pt x="9710345" y="38300"/>
                  </a:lnTo>
                  <a:lnTo>
                    <a:pt x="9787966" y="33170"/>
                  </a:lnTo>
                  <a:lnTo>
                    <a:pt x="9872278" y="28500"/>
                  </a:lnTo>
                  <a:lnTo>
                    <a:pt x="9963610" y="24244"/>
                  </a:lnTo>
                  <a:lnTo>
                    <a:pt x="10061948" y="20366"/>
                  </a:lnTo>
                  <a:lnTo>
                    <a:pt x="10166789" y="16842"/>
                  </a:lnTo>
                  <a:lnTo>
                    <a:pt x="10276996" y="13660"/>
                  </a:lnTo>
                  <a:lnTo>
                    <a:pt x="10390677" y="10815"/>
                  </a:lnTo>
                  <a:lnTo>
                    <a:pt x="10505123" y="8311"/>
                  </a:lnTo>
                  <a:lnTo>
                    <a:pt x="10616879" y="6155"/>
                  </a:lnTo>
                  <a:lnTo>
                    <a:pt x="10721986" y="4354"/>
                  </a:lnTo>
                  <a:lnTo>
                    <a:pt x="10816406" y="2906"/>
                  </a:lnTo>
                  <a:lnTo>
                    <a:pt x="10896586" y="1798"/>
                  </a:lnTo>
                  <a:lnTo>
                    <a:pt x="10960046" y="1006"/>
                  </a:lnTo>
                  <a:lnTo>
                    <a:pt x="11005854" y="485"/>
                  </a:lnTo>
                  <a:lnTo>
                    <a:pt x="11034863" y="185"/>
                  </a:lnTo>
                  <a:lnTo>
                    <a:pt x="11049692" y="45"/>
                  </a:lnTo>
                  <a:lnTo>
                    <a:pt x="11054528" y="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4" name="pl1633"/>
            <p:cNvSpPr/>
            <p:nvPr/>
          </p:nvSpPr>
          <p:spPr>
            <a:xfrm>
              <a:off x="1199187" y="3987958"/>
              <a:ext cx="12049831" cy="1514543"/>
            </a:xfrm>
            <a:custGeom>
              <a:avLst/>
              <a:pathLst>
                <a:path w="12049831" h="1514543">
                  <a:moveTo>
                    <a:pt x="12049831" y="0"/>
                  </a:moveTo>
                  <a:lnTo>
                    <a:pt x="11054891" y="0"/>
                  </a:lnTo>
                  <a:lnTo>
                    <a:pt x="11053757" y="9"/>
                  </a:lnTo>
                  <a:lnTo>
                    <a:pt x="11046269" y="76"/>
                  </a:lnTo>
                  <a:lnTo>
                    <a:pt x="11027296" y="261"/>
                  </a:lnTo>
                  <a:lnTo>
                    <a:pt x="10993122" y="625"/>
                  </a:lnTo>
                  <a:lnTo>
                    <a:pt x="10941680" y="1227"/>
                  </a:lnTo>
                  <a:lnTo>
                    <a:pt x="10872696" y="2116"/>
                  </a:lnTo>
                  <a:lnTo>
                    <a:pt x="10787635" y="3330"/>
                  </a:lnTo>
                  <a:lnTo>
                    <a:pt x="10689379" y="4891"/>
                  </a:lnTo>
                  <a:lnTo>
                    <a:pt x="10581701" y="6806"/>
                  </a:lnTo>
                  <a:lnTo>
                    <a:pt x="10468673" y="9073"/>
                  </a:lnTo>
                  <a:lnTo>
                    <a:pt x="10354129" y="11687"/>
                  </a:lnTo>
                  <a:lnTo>
                    <a:pt x="10241302" y="14640"/>
                  </a:lnTo>
                  <a:lnTo>
                    <a:pt x="10132641" y="17931"/>
                  </a:lnTo>
                  <a:lnTo>
                    <a:pt x="10029788" y="21565"/>
                  </a:lnTo>
                  <a:lnTo>
                    <a:pt x="9933660" y="25561"/>
                  </a:lnTo>
                  <a:lnTo>
                    <a:pt x="9844588" y="29945"/>
                  </a:lnTo>
                  <a:lnTo>
                    <a:pt x="9762463" y="34757"/>
                  </a:lnTo>
                  <a:lnTo>
                    <a:pt x="9686869" y="40045"/>
                  </a:lnTo>
                  <a:lnTo>
                    <a:pt x="9617194" y="45868"/>
                  </a:lnTo>
                  <a:lnTo>
                    <a:pt x="9552712" y="52291"/>
                  </a:lnTo>
                  <a:lnTo>
                    <a:pt x="9492652" y="59380"/>
                  </a:lnTo>
                  <a:lnTo>
                    <a:pt x="9436237" y="67200"/>
                  </a:lnTo>
                  <a:lnTo>
                    <a:pt x="9382733" y="75797"/>
                  </a:lnTo>
                  <a:lnTo>
                    <a:pt x="9347647" y="82103"/>
                  </a:lnTo>
                  <a:lnTo>
                    <a:pt x="9287234" y="94233"/>
                  </a:lnTo>
                  <a:lnTo>
                    <a:pt x="9228681" y="107557"/>
                  </a:lnTo>
                  <a:lnTo>
                    <a:pt x="9171309" y="122095"/>
                  </a:lnTo>
                  <a:lnTo>
                    <a:pt x="9114615" y="137827"/>
                  </a:lnTo>
                  <a:lnTo>
                    <a:pt x="9058241" y="154693"/>
                  </a:lnTo>
                  <a:lnTo>
                    <a:pt x="9001948" y="172585"/>
                  </a:lnTo>
                  <a:lnTo>
                    <a:pt x="8945600" y="191352"/>
                  </a:lnTo>
                  <a:lnTo>
                    <a:pt x="8889142" y="210801"/>
                  </a:lnTo>
                  <a:lnTo>
                    <a:pt x="8832583" y="230705"/>
                  </a:lnTo>
                  <a:lnTo>
                    <a:pt x="8775971" y="250812"/>
                  </a:lnTo>
                  <a:lnTo>
                    <a:pt x="8719375" y="270861"/>
                  </a:lnTo>
                  <a:lnTo>
                    <a:pt x="8662857" y="290591"/>
                  </a:lnTo>
                  <a:lnTo>
                    <a:pt x="8606451" y="309761"/>
                  </a:lnTo>
                  <a:lnTo>
                    <a:pt x="8550139" y="328158"/>
                  </a:lnTo>
                  <a:lnTo>
                    <a:pt x="8493832" y="345607"/>
                  </a:lnTo>
                  <a:lnTo>
                    <a:pt x="8437351" y="361976"/>
                  </a:lnTo>
                  <a:lnTo>
                    <a:pt x="8380406" y="377178"/>
                  </a:lnTo>
                  <a:lnTo>
                    <a:pt x="8322577" y="391173"/>
                  </a:lnTo>
                  <a:lnTo>
                    <a:pt x="8263288" y="403959"/>
                  </a:lnTo>
                  <a:lnTo>
                    <a:pt x="8229629" y="410516"/>
                  </a:lnTo>
                  <a:lnTo>
                    <a:pt x="8177724" y="419655"/>
                  </a:lnTo>
                  <a:lnTo>
                    <a:pt x="8123366" y="428000"/>
                  </a:lnTo>
                  <a:lnTo>
                    <a:pt x="8065869" y="435580"/>
                  </a:lnTo>
                  <a:lnTo>
                    <a:pt x="8004481" y="442449"/>
                  </a:lnTo>
                  <a:lnTo>
                    <a:pt x="7938423" y="448673"/>
                  </a:lnTo>
                  <a:lnTo>
                    <a:pt x="7866932" y="454318"/>
                  </a:lnTo>
                  <a:lnTo>
                    <a:pt x="7789310" y="459448"/>
                  </a:lnTo>
                  <a:lnTo>
                    <a:pt x="7704999" y="464118"/>
                  </a:lnTo>
                  <a:lnTo>
                    <a:pt x="7613666" y="468375"/>
                  </a:lnTo>
                  <a:lnTo>
                    <a:pt x="7515329" y="472253"/>
                  </a:lnTo>
                  <a:lnTo>
                    <a:pt x="7410488" y="475776"/>
                  </a:lnTo>
                  <a:lnTo>
                    <a:pt x="7300280" y="478959"/>
                  </a:lnTo>
                  <a:lnTo>
                    <a:pt x="7186599" y="481804"/>
                  </a:lnTo>
                  <a:lnTo>
                    <a:pt x="7072154" y="484308"/>
                  </a:lnTo>
                  <a:lnTo>
                    <a:pt x="6960397" y="486463"/>
                  </a:lnTo>
                  <a:lnTo>
                    <a:pt x="6855290" y="488265"/>
                  </a:lnTo>
                  <a:lnTo>
                    <a:pt x="6760870" y="489713"/>
                  </a:lnTo>
                  <a:lnTo>
                    <a:pt x="6680691" y="490820"/>
                  </a:lnTo>
                  <a:lnTo>
                    <a:pt x="6617231" y="491613"/>
                  </a:lnTo>
                  <a:lnTo>
                    <a:pt x="6571423" y="492133"/>
                  </a:lnTo>
                  <a:lnTo>
                    <a:pt x="6542413" y="492434"/>
                  </a:lnTo>
                  <a:lnTo>
                    <a:pt x="6527585" y="492574"/>
                  </a:lnTo>
                  <a:lnTo>
                    <a:pt x="6522749" y="492616"/>
                  </a:lnTo>
                  <a:lnTo>
                    <a:pt x="6522385" y="492619"/>
                  </a:lnTo>
                  <a:lnTo>
                    <a:pt x="5527445" y="492619"/>
                  </a:lnTo>
                  <a:lnTo>
                    <a:pt x="5526317" y="492638"/>
                  </a:lnTo>
                  <a:lnTo>
                    <a:pt x="5518871" y="492776"/>
                  </a:lnTo>
                  <a:lnTo>
                    <a:pt x="5499998" y="493158"/>
                  </a:lnTo>
                  <a:lnTo>
                    <a:pt x="5465999" y="493909"/>
                  </a:lnTo>
                  <a:lnTo>
                    <a:pt x="5414806" y="495151"/>
                  </a:lnTo>
                  <a:lnTo>
                    <a:pt x="5346130" y="496986"/>
                  </a:lnTo>
                  <a:lnTo>
                    <a:pt x="5261412" y="499491"/>
                  </a:lnTo>
                  <a:lnTo>
                    <a:pt x="5163504" y="502711"/>
                  </a:lnTo>
                  <a:lnTo>
                    <a:pt x="5056150" y="506664"/>
                  </a:lnTo>
                  <a:lnTo>
                    <a:pt x="4943396" y="511347"/>
                  </a:lnTo>
                  <a:lnTo>
                    <a:pt x="4829065" y="516744"/>
                  </a:lnTo>
                  <a:lnTo>
                    <a:pt x="4716385" y="522843"/>
                  </a:lnTo>
                  <a:lnTo>
                    <a:pt x="4607810" y="529640"/>
                  </a:lnTo>
                  <a:lnTo>
                    <a:pt x="4504989" y="537147"/>
                  </a:lnTo>
                  <a:lnTo>
                    <a:pt x="4408852" y="545399"/>
                  </a:lnTo>
                  <a:lnTo>
                    <a:pt x="4319742" y="554452"/>
                  </a:lnTo>
                  <a:lnTo>
                    <a:pt x="4237560" y="564386"/>
                  </a:lnTo>
                  <a:lnTo>
                    <a:pt x="4161902" y="575300"/>
                  </a:lnTo>
                  <a:lnTo>
                    <a:pt x="4092164" y="587316"/>
                  </a:lnTo>
                  <a:lnTo>
                    <a:pt x="4027627" y="600566"/>
                  </a:lnTo>
                  <a:lnTo>
                    <a:pt x="3967524" y="615189"/>
                  </a:lnTo>
                  <a:lnTo>
                    <a:pt x="3911082" y="631315"/>
                  </a:lnTo>
                  <a:lnTo>
                    <a:pt x="3857570" y="649046"/>
                  </a:lnTo>
                  <a:lnTo>
                    <a:pt x="3820202" y="662940"/>
                  </a:lnTo>
                  <a:lnTo>
                    <a:pt x="3763150" y="686614"/>
                  </a:lnTo>
                  <a:lnTo>
                    <a:pt x="3707792" y="712490"/>
                  </a:lnTo>
                  <a:lnTo>
                    <a:pt x="3653543" y="740606"/>
                  </a:lnTo>
                  <a:lnTo>
                    <a:pt x="3599963" y="770939"/>
                  </a:lnTo>
                  <a:lnTo>
                    <a:pt x="3546729" y="803398"/>
                  </a:lnTo>
                  <a:lnTo>
                    <a:pt x="3493617" y="837818"/>
                  </a:lnTo>
                  <a:lnTo>
                    <a:pt x="3440487" y="873958"/>
                  </a:lnTo>
                  <a:lnTo>
                    <a:pt x="3387270" y="911508"/>
                  </a:lnTo>
                  <a:lnTo>
                    <a:pt x="3333953" y="950095"/>
                  </a:lnTo>
                  <a:lnTo>
                    <a:pt x="3280564" y="989298"/>
                  </a:lnTo>
                  <a:lnTo>
                    <a:pt x="3227154" y="1028667"/>
                  </a:lnTo>
                  <a:lnTo>
                    <a:pt x="3173780" y="1067744"/>
                  </a:lnTo>
                  <a:lnTo>
                    <a:pt x="3120489" y="1106086"/>
                  </a:lnTo>
                  <a:lnTo>
                    <a:pt x="3067300" y="1143284"/>
                  </a:lnTo>
                  <a:lnTo>
                    <a:pt x="3014185" y="1178980"/>
                  </a:lnTo>
                  <a:lnTo>
                    <a:pt x="2961056" y="1212881"/>
                  </a:lnTo>
                  <a:lnTo>
                    <a:pt x="2907753" y="1244770"/>
                  </a:lnTo>
                  <a:lnTo>
                    <a:pt x="2854026" y="1274501"/>
                  </a:lnTo>
                  <a:lnTo>
                    <a:pt x="2799523" y="1302001"/>
                  </a:lnTo>
                  <a:lnTo>
                    <a:pt x="2743764" y="1327266"/>
                  </a:lnTo>
                  <a:lnTo>
                    <a:pt x="2702183" y="1344222"/>
                  </a:lnTo>
                  <a:lnTo>
                    <a:pt x="2650379" y="1363146"/>
                  </a:lnTo>
                  <a:lnTo>
                    <a:pt x="2596132" y="1380430"/>
                  </a:lnTo>
                  <a:lnTo>
                    <a:pt x="2538760" y="1396132"/>
                  </a:lnTo>
                  <a:lnTo>
                    <a:pt x="2477518" y="1410364"/>
                  </a:lnTo>
                  <a:lnTo>
                    <a:pt x="2411628" y="1423261"/>
                  </a:lnTo>
                  <a:lnTo>
                    <a:pt x="2340333" y="1434962"/>
                  </a:lnTo>
                  <a:lnTo>
                    <a:pt x="2262938" y="1445596"/>
                  </a:lnTo>
                  <a:lnTo>
                    <a:pt x="2178884" y="1455279"/>
                  </a:lnTo>
                  <a:lnTo>
                    <a:pt x="2087839" y="1464105"/>
                  </a:lnTo>
                  <a:lnTo>
                    <a:pt x="1989811" y="1472148"/>
                  </a:lnTo>
                  <a:lnTo>
                    <a:pt x="1885289" y="1479458"/>
                  </a:lnTo>
                  <a:lnTo>
                    <a:pt x="1775390" y="1486062"/>
                  </a:lnTo>
                  <a:lnTo>
                    <a:pt x="1661978" y="1491969"/>
                  </a:lnTo>
                  <a:lnTo>
                    <a:pt x="1547729" y="1497172"/>
                  </a:lnTo>
                  <a:lnTo>
                    <a:pt x="1436059" y="1501656"/>
                  </a:lnTo>
                  <a:lnTo>
                    <a:pt x="1330896" y="1505408"/>
                  </a:lnTo>
                  <a:lnTo>
                    <a:pt x="1236263" y="1508429"/>
                  </a:lnTo>
                  <a:lnTo>
                    <a:pt x="1155717" y="1510744"/>
                  </a:lnTo>
                  <a:lnTo>
                    <a:pt x="1091766" y="1512407"/>
                  </a:lnTo>
                  <a:lnTo>
                    <a:pt x="1045397" y="1513503"/>
                  </a:lnTo>
                  <a:lnTo>
                    <a:pt x="1015829" y="1514140"/>
                  </a:lnTo>
                  <a:lnTo>
                    <a:pt x="1000524" y="1514442"/>
                  </a:lnTo>
                  <a:lnTo>
                    <a:pt x="995377" y="1514535"/>
                  </a:lnTo>
                  <a:lnTo>
                    <a:pt x="994940" y="1514543"/>
                  </a:lnTo>
                  <a:lnTo>
                    <a:pt x="0" y="1514543"/>
                  </a:lnTo>
                  <a:lnTo>
                    <a:pt x="0" y="15145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5" name="pg1634"/>
            <p:cNvSpPr/>
            <p:nvPr/>
          </p:nvSpPr>
          <p:spPr>
            <a:xfrm>
              <a:off x="1199187" y="1414806"/>
              <a:ext cx="12049831" cy="4433576"/>
            </a:xfrm>
            <a:custGeom>
              <a:avLst/>
              <a:pathLst>
                <a:path w="12049831" h="4433576">
                  <a:moveTo>
                    <a:pt x="0" y="4155822"/>
                  </a:moveTo>
                  <a:lnTo>
                    <a:pt x="994940" y="4155822"/>
                  </a:lnTo>
                  <a:lnTo>
                    <a:pt x="996076" y="4155828"/>
                  </a:lnTo>
                  <a:lnTo>
                    <a:pt x="1003571" y="4155865"/>
                  </a:lnTo>
                  <a:lnTo>
                    <a:pt x="1022566" y="4155970"/>
                  </a:lnTo>
                  <a:lnTo>
                    <a:pt x="1056775" y="4156175"/>
                  </a:lnTo>
                  <a:lnTo>
                    <a:pt x="1108269" y="4156515"/>
                  </a:lnTo>
                  <a:lnTo>
                    <a:pt x="1177318" y="4157017"/>
                  </a:lnTo>
                  <a:lnTo>
                    <a:pt x="1262450" y="4157702"/>
                  </a:lnTo>
                  <a:lnTo>
                    <a:pt x="1360779" y="4158583"/>
                  </a:lnTo>
                  <a:lnTo>
                    <a:pt x="1468523" y="4159664"/>
                  </a:lnTo>
                  <a:lnTo>
                    <a:pt x="1581608" y="4160944"/>
                  </a:lnTo>
                  <a:lnTo>
                    <a:pt x="1696197" y="4162419"/>
                  </a:lnTo>
                  <a:lnTo>
                    <a:pt x="1809054" y="4164085"/>
                  </a:lnTo>
                  <a:lnTo>
                    <a:pt x="1917732" y="4165942"/>
                  </a:lnTo>
                  <a:lnTo>
                    <a:pt x="2020592" y="4167994"/>
                  </a:lnTo>
                  <a:lnTo>
                    <a:pt x="2116718" y="4170249"/>
                  </a:lnTo>
                  <a:lnTo>
                    <a:pt x="2205782" y="4172723"/>
                  </a:lnTo>
                  <a:lnTo>
                    <a:pt x="2287895" y="4175439"/>
                  </a:lnTo>
                  <a:lnTo>
                    <a:pt x="2363476" y="4178423"/>
                  </a:lnTo>
                  <a:lnTo>
                    <a:pt x="2433138" y="4181710"/>
                  </a:lnTo>
                  <a:lnTo>
                    <a:pt x="2497608" y="4185336"/>
                  </a:lnTo>
                  <a:lnTo>
                    <a:pt x="2557659" y="4189338"/>
                  </a:lnTo>
                  <a:lnTo>
                    <a:pt x="2614068" y="4193752"/>
                  </a:lnTo>
                  <a:lnTo>
                    <a:pt x="2667571" y="4198605"/>
                  </a:lnTo>
                  <a:lnTo>
                    <a:pt x="2702183" y="4202115"/>
                  </a:lnTo>
                  <a:lnTo>
                    <a:pt x="2763429" y="4209055"/>
                  </a:lnTo>
                  <a:lnTo>
                    <a:pt x="2822773" y="4216687"/>
                  </a:lnTo>
                  <a:lnTo>
                    <a:pt x="2880918" y="4225023"/>
                  </a:lnTo>
                  <a:lnTo>
                    <a:pt x="2938384" y="4234051"/>
                  </a:lnTo>
                  <a:lnTo>
                    <a:pt x="2995538" y="4243732"/>
                  </a:lnTo>
                  <a:lnTo>
                    <a:pt x="3052620" y="4254004"/>
                  </a:lnTo>
                  <a:lnTo>
                    <a:pt x="3109768" y="4264774"/>
                  </a:lnTo>
                  <a:lnTo>
                    <a:pt x="3167029" y="4275927"/>
                  </a:lnTo>
                  <a:lnTo>
                    <a:pt x="3224391" y="4287328"/>
                  </a:lnTo>
                  <a:lnTo>
                    <a:pt x="3281799" y="4298829"/>
                  </a:lnTo>
                  <a:lnTo>
                    <a:pt x="3339181" y="4310273"/>
                  </a:lnTo>
                  <a:lnTo>
                    <a:pt x="3396474" y="4321511"/>
                  </a:lnTo>
                  <a:lnTo>
                    <a:pt x="3453652" y="4332402"/>
                  </a:lnTo>
                  <a:lnTo>
                    <a:pt x="3510743" y="4342824"/>
                  </a:lnTo>
                  <a:lnTo>
                    <a:pt x="3567857" y="4352680"/>
                  </a:lnTo>
                  <a:lnTo>
                    <a:pt x="3625204" y="4361897"/>
                  </a:lnTo>
                  <a:lnTo>
                    <a:pt x="3683112" y="4370430"/>
                  </a:lnTo>
                  <a:lnTo>
                    <a:pt x="3742055" y="4378261"/>
                  </a:lnTo>
                  <a:lnTo>
                    <a:pt x="3802680" y="4385394"/>
                  </a:lnTo>
                  <a:lnTo>
                    <a:pt x="3820202" y="4387284"/>
                  </a:lnTo>
                  <a:lnTo>
                    <a:pt x="3872128" y="4392438"/>
                  </a:lnTo>
                  <a:lnTo>
                    <a:pt x="3926509" y="4397145"/>
                  </a:lnTo>
                  <a:lnTo>
                    <a:pt x="3984032" y="4401420"/>
                  </a:lnTo>
                  <a:lnTo>
                    <a:pt x="4045450" y="4405294"/>
                  </a:lnTo>
                  <a:lnTo>
                    <a:pt x="4111543" y="4408804"/>
                  </a:lnTo>
                  <a:lnTo>
                    <a:pt x="4183075" y="4411988"/>
                  </a:lnTo>
                  <a:lnTo>
                    <a:pt x="4260744" y="4414881"/>
                  </a:lnTo>
                  <a:lnTo>
                    <a:pt x="4345109" y="4417514"/>
                  </a:lnTo>
                  <a:lnTo>
                    <a:pt x="4436501" y="4419914"/>
                  </a:lnTo>
                  <a:lnTo>
                    <a:pt x="4534903" y="4422101"/>
                  </a:lnTo>
                  <a:lnTo>
                    <a:pt x="4639810" y="4424088"/>
                  </a:lnTo>
                  <a:lnTo>
                    <a:pt x="4750082" y="4425882"/>
                  </a:lnTo>
                  <a:lnTo>
                    <a:pt x="4863818" y="4427486"/>
                  </a:lnTo>
                  <a:lnTo>
                    <a:pt x="4978304" y="4428897"/>
                  </a:lnTo>
                  <a:lnTo>
                    <a:pt x="5090078" y="4430112"/>
                  </a:lnTo>
                  <a:lnTo>
                    <a:pt x="5195173" y="4431127"/>
                  </a:lnTo>
                  <a:lnTo>
                    <a:pt x="5289548" y="4431942"/>
                  </a:lnTo>
                  <a:lnTo>
                    <a:pt x="5369651" y="4432565"/>
                  </a:lnTo>
                  <a:lnTo>
                    <a:pt x="5433008" y="4433011"/>
                  </a:lnTo>
                  <a:lnTo>
                    <a:pt x="5478700" y="4433304"/>
                  </a:lnTo>
                  <a:lnTo>
                    <a:pt x="5507593" y="4433472"/>
                  </a:lnTo>
                  <a:lnTo>
                    <a:pt x="5522323" y="4433551"/>
                  </a:lnTo>
                  <a:lnTo>
                    <a:pt x="5527096" y="4433574"/>
                  </a:lnTo>
                  <a:lnTo>
                    <a:pt x="5527445" y="4433576"/>
                  </a:lnTo>
                  <a:lnTo>
                    <a:pt x="6522385" y="4433576"/>
                  </a:lnTo>
                  <a:lnTo>
                    <a:pt x="6523387" y="4433502"/>
                  </a:lnTo>
                  <a:lnTo>
                    <a:pt x="6530013" y="4432972"/>
                  </a:lnTo>
                  <a:lnTo>
                    <a:pt x="6546860" y="4431511"/>
                  </a:lnTo>
                  <a:lnTo>
                    <a:pt x="6577340" y="4428630"/>
                  </a:lnTo>
                  <a:lnTo>
                    <a:pt x="6623497" y="4423860"/>
                  </a:lnTo>
                  <a:lnTo>
                    <a:pt x="6685870" y="4416793"/>
                  </a:lnTo>
                  <a:lnTo>
                    <a:pt x="6763498" y="4407109"/>
                  </a:lnTo>
                  <a:lnTo>
                    <a:pt x="6854134" y="4394602"/>
                  </a:lnTo>
                  <a:lnTo>
                    <a:pt x="6954635" y="4379176"/>
                  </a:lnTo>
                  <a:lnTo>
                    <a:pt x="7061444" y="4360823"/>
                  </a:lnTo>
                  <a:lnTo>
                    <a:pt x="7171050" y="4339587"/>
                  </a:lnTo>
                  <a:lnTo>
                    <a:pt x="7280342" y="4315526"/>
                  </a:lnTo>
                  <a:lnTo>
                    <a:pt x="7386823" y="4288677"/>
                  </a:lnTo>
                  <a:lnTo>
                    <a:pt x="7488685" y="4259024"/>
                  </a:lnTo>
                  <a:lnTo>
                    <a:pt x="7584776" y="4226480"/>
                  </a:lnTo>
                  <a:lnTo>
                    <a:pt x="7674513" y="4190880"/>
                  </a:lnTo>
                  <a:lnTo>
                    <a:pt x="7757757" y="4151972"/>
                  </a:lnTo>
                  <a:lnTo>
                    <a:pt x="7834706" y="4109423"/>
                  </a:lnTo>
                  <a:lnTo>
                    <a:pt x="7905782" y="4062820"/>
                  </a:lnTo>
                  <a:lnTo>
                    <a:pt x="7971554" y="4011690"/>
                  </a:lnTo>
                  <a:lnTo>
                    <a:pt x="8032673" y="3955511"/>
                  </a:lnTo>
                  <a:lnTo>
                    <a:pt x="8089824" y="3893750"/>
                  </a:lnTo>
                  <a:lnTo>
                    <a:pt x="8143687" y="3825916"/>
                  </a:lnTo>
                  <a:lnTo>
                    <a:pt x="8194908" y="3751640"/>
                  </a:lnTo>
                  <a:lnTo>
                    <a:pt x="8229629" y="3695520"/>
                  </a:lnTo>
                  <a:lnTo>
                    <a:pt x="8266600" y="3630532"/>
                  </a:lnTo>
                  <a:lnTo>
                    <a:pt x="8302769" y="3561630"/>
                  </a:lnTo>
                  <a:lnTo>
                    <a:pt x="8338315" y="3488736"/>
                  </a:lnTo>
                  <a:lnTo>
                    <a:pt x="8373390" y="3411812"/>
                  </a:lnTo>
                  <a:lnTo>
                    <a:pt x="8408119" y="3330866"/>
                  </a:lnTo>
                  <a:lnTo>
                    <a:pt x="8442606" y="3245954"/>
                  </a:lnTo>
                  <a:lnTo>
                    <a:pt x="8476936" y="3157185"/>
                  </a:lnTo>
                  <a:lnTo>
                    <a:pt x="8511177" y="3064723"/>
                  </a:lnTo>
                  <a:lnTo>
                    <a:pt x="8545380" y="2968789"/>
                  </a:lnTo>
                  <a:lnTo>
                    <a:pt x="8579582" y="2869657"/>
                  </a:lnTo>
                  <a:lnTo>
                    <a:pt x="8613809" y="2767658"/>
                  </a:lnTo>
                  <a:lnTo>
                    <a:pt x="8648074" y="2663172"/>
                  </a:lnTo>
                  <a:lnTo>
                    <a:pt x="8682381" y="2556626"/>
                  </a:lnTo>
                  <a:lnTo>
                    <a:pt x="8716729" y="2448487"/>
                  </a:lnTo>
                  <a:lnTo>
                    <a:pt x="8751107" y="2339249"/>
                  </a:lnTo>
                  <a:lnTo>
                    <a:pt x="8785501" y="2229433"/>
                  </a:lnTo>
                  <a:lnTo>
                    <a:pt x="8819898" y="2119568"/>
                  </a:lnTo>
                  <a:lnTo>
                    <a:pt x="8854279" y="2010186"/>
                  </a:lnTo>
                  <a:lnTo>
                    <a:pt x="8888633" y="1901808"/>
                  </a:lnTo>
                  <a:lnTo>
                    <a:pt x="8922949" y="1794936"/>
                  </a:lnTo>
                  <a:lnTo>
                    <a:pt x="8957222" y="1690042"/>
                  </a:lnTo>
                  <a:lnTo>
                    <a:pt x="8991454" y="1587559"/>
                  </a:lnTo>
                  <a:lnTo>
                    <a:pt x="9025660" y="1487878"/>
                  </a:lnTo>
                  <a:lnTo>
                    <a:pt x="9059860" y="1391338"/>
                  </a:lnTo>
                  <a:lnTo>
                    <a:pt x="9094090" y="1298225"/>
                  </a:lnTo>
                  <a:lnTo>
                    <a:pt x="9128399" y="1208769"/>
                  </a:lnTo>
                  <a:lnTo>
                    <a:pt x="9162852" y="1123144"/>
                  </a:lnTo>
                  <a:lnTo>
                    <a:pt x="9197530" y="1041469"/>
                  </a:lnTo>
                  <a:lnTo>
                    <a:pt x="9232533" y="963809"/>
                  </a:lnTo>
                  <a:lnTo>
                    <a:pt x="9267983" y="890182"/>
                  </a:lnTo>
                  <a:lnTo>
                    <a:pt x="9304026" y="820557"/>
                  </a:lnTo>
                  <a:lnTo>
                    <a:pt x="9340835" y="754862"/>
                  </a:lnTo>
                  <a:lnTo>
                    <a:pt x="9347647" y="743296"/>
                  </a:lnTo>
                  <a:lnTo>
                    <a:pt x="9397361" y="664401"/>
                  </a:lnTo>
                  <a:lnTo>
                    <a:pt x="9449303" y="592067"/>
                  </a:lnTo>
                  <a:lnTo>
                    <a:pt x="9504075" y="526085"/>
                  </a:lnTo>
                  <a:lnTo>
                    <a:pt x="9562334" y="466039"/>
                  </a:lnTo>
                  <a:lnTo>
                    <a:pt x="9624766" y="411418"/>
                  </a:lnTo>
                  <a:lnTo>
                    <a:pt x="9692050" y="361687"/>
                  </a:lnTo>
                  <a:lnTo>
                    <a:pt x="9764818" y="316337"/>
                  </a:lnTo>
                  <a:lnTo>
                    <a:pt x="9843603" y="274909"/>
                  </a:lnTo>
                  <a:lnTo>
                    <a:pt x="9928771" y="237016"/>
                  </a:lnTo>
                  <a:lnTo>
                    <a:pt x="10020429" y="202348"/>
                  </a:lnTo>
                  <a:lnTo>
                    <a:pt x="10118321" y="170678"/>
                  </a:lnTo>
                  <a:lnTo>
                    <a:pt x="10221705" y="141864"/>
                  </a:lnTo>
                  <a:lnTo>
                    <a:pt x="10329243" y="115843"/>
                  </a:lnTo>
                  <a:lnTo>
                    <a:pt x="10438919" y="92617"/>
                  </a:lnTo>
                  <a:lnTo>
                    <a:pt x="10548042" y="72231"/>
                  </a:lnTo>
                  <a:lnTo>
                    <a:pt x="10653352" y="54745"/>
                  </a:lnTo>
                  <a:lnTo>
                    <a:pt x="10751281" y="40192"/>
                  </a:lnTo>
                  <a:lnTo>
                    <a:pt x="10838345" y="28540"/>
                  </a:lnTo>
                  <a:lnTo>
                    <a:pt x="10911620" y="19661"/>
                  </a:lnTo>
                  <a:lnTo>
                    <a:pt x="10969206" y="13314"/>
                  </a:lnTo>
                  <a:lnTo>
                    <a:pt x="11010575" y="9152"/>
                  </a:lnTo>
                  <a:lnTo>
                    <a:pt x="11036721" y="6744"/>
                  </a:lnTo>
                  <a:lnTo>
                    <a:pt x="11050116" y="5611"/>
                  </a:lnTo>
                  <a:lnTo>
                    <a:pt x="11054538" y="526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89" y="74"/>
                  </a:lnTo>
                  <a:lnTo>
                    <a:pt x="11047263" y="603"/>
                  </a:lnTo>
                  <a:lnTo>
                    <a:pt x="11030416" y="2064"/>
                  </a:lnTo>
                  <a:lnTo>
                    <a:pt x="10999937" y="4946"/>
                  </a:lnTo>
                  <a:lnTo>
                    <a:pt x="10953780" y="9715"/>
                  </a:lnTo>
                  <a:lnTo>
                    <a:pt x="10891406" y="16783"/>
                  </a:lnTo>
                  <a:lnTo>
                    <a:pt x="10813778" y="26467"/>
                  </a:lnTo>
                  <a:lnTo>
                    <a:pt x="10723143" y="38973"/>
                  </a:lnTo>
                  <a:lnTo>
                    <a:pt x="10622642" y="54399"/>
                  </a:lnTo>
                  <a:lnTo>
                    <a:pt x="10515833" y="72753"/>
                  </a:lnTo>
                  <a:lnTo>
                    <a:pt x="10406227" y="93989"/>
                  </a:lnTo>
                  <a:lnTo>
                    <a:pt x="10296935" y="118049"/>
                  </a:lnTo>
                  <a:lnTo>
                    <a:pt x="10190454" y="144899"/>
                  </a:lnTo>
                  <a:lnTo>
                    <a:pt x="10088592" y="174552"/>
                  </a:lnTo>
                  <a:lnTo>
                    <a:pt x="9992500" y="207095"/>
                  </a:lnTo>
                  <a:lnTo>
                    <a:pt x="9902764" y="242695"/>
                  </a:lnTo>
                  <a:lnTo>
                    <a:pt x="9819519" y="281603"/>
                  </a:lnTo>
                  <a:lnTo>
                    <a:pt x="9742571" y="324153"/>
                  </a:lnTo>
                  <a:lnTo>
                    <a:pt x="9671495" y="370755"/>
                  </a:lnTo>
                  <a:lnTo>
                    <a:pt x="9605723" y="421886"/>
                  </a:lnTo>
                  <a:lnTo>
                    <a:pt x="9544604" y="478065"/>
                  </a:lnTo>
                  <a:lnTo>
                    <a:pt x="9487453" y="539825"/>
                  </a:lnTo>
                  <a:lnTo>
                    <a:pt x="9433589" y="607659"/>
                  </a:lnTo>
                  <a:lnTo>
                    <a:pt x="9382369" y="681935"/>
                  </a:lnTo>
                  <a:lnTo>
                    <a:pt x="9347647" y="738055"/>
                  </a:lnTo>
                  <a:lnTo>
                    <a:pt x="9310677" y="803044"/>
                  </a:lnTo>
                  <a:lnTo>
                    <a:pt x="9274508" y="871945"/>
                  </a:lnTo>
                  <a:lnTo>
                    <a:pt x="9238961" y="944839"/>
                  </a:lnTo>
                  <a:lnTo>
                    <a:pt x="9203887" y="1021763"/>
                  </a:lnTo>
                  <a:lnTo>
                    <a:pt x="9169158" y="1102710"/>
                  </a:lnTo>
                  <a:lnTo>
                    <a:pt x="9134670" y="1187622"/>
                  </a:lnTo>
                  <a:lnTo>
                    <a:pt x="9100340" y="1276390"/>
                  </a:lnTo>
                  <a:lnTo>
                    <a:pt x="9066099" y="1368852"/>
                  </a:lnTo>
                  <a:lnTo>
                    <a:pt x="9031897" y="1464787"/>
                  </a:lnTo>
                  <a:lnTo>
                    <a:pt x="8997695" y="1563918"/>
                  </a:lnTo>
                  <a:lnTo>
                    <a:pt x="8963468" y="1665918"/>
                  </a:lnTo>
                  <a:lnTo>
                    <a:pt x="8929203" y="1770403"/>
                  </a:lnTo>
                  <a:lnTo>
                    <a:pt x="8894895" y="1876949"/>
                  </a:lnTo>
                  <a:lnTo>
                    <a:pt x="8860548" y="1985089"/>
                  </a:lnTo>
                  <a:lnTo>
                    <a:pt x="8826170" y="2094326"/>
                  </a:lnTo>
                  <a:lnTo>
                    <a:pt x="8791775" y="2204142"/>
                  </a:lnTo>
                  <a:lnTo>
                    <a:pt x="8757379" y="2314007"/>
                  </a:lnTo>
                  <a:lnTo>
                    <a:pt x="8722997" y="2423389"/>
                  </a:lnTo>
                  <a:lnTo>
                    <a:pt x="8688643" y="2531767"/>
                  </a:lnTo>
                  <a:lnTo>
                    <a:pt x="8654328" y="2638639"/>
                  </a:lnTo>
                  <a:lnTo>
                    <a:pt x="8620055" y="2743534"/>
                  </a:lnTo>
                  <a:lnTo>
                    <a:pt x="8585822" y="2846016"/>
                  </a:lnTo>
                  <a:lnTo>
                    <a:pt x="8551617" y="2945697"/>
                  </a:lnTo>
                  <a:lnTo>
                    <a:pt x="8517417" y="3042237"/>
                  </a:lnTo>
                  <a:lnTo>
                    <a:pt x="8483186" y="3135350"/>
                  </a:lnTo>
                  <a:lnTo>
                    <a:pt x="8448877" y="3224806"/>
                  </a:lnTo>
                  <a:lnTo>
                    <a:pt x="8414424" y="3310431"/>
                  </a:lnTo>
                  <a:lnTo>
                    <a:pt x="8379747" y="3392107"/>
                  </a:lnTo>
                  <a:lnTo>
                    <a:pt x="8344744" y="3469766"/>
                  </a:lnTo>
                  <a:lnTo>
                    <a:pt x="8309294" y="3543394"/>
                  </a:lnTo>
                  <a:lnTo>
                    <a:pt x="8273251" y="3613019"/>
                  </a:lnTo>
                  <a:lnTo>
                    <a:pt x="8236441" y="3678713"/>
                  </a:lnTo>
                  <a:lnTo>
                    <a:pt x="8229629" y="3690279"/>
                  </a:lnTo>
                  <a:lnTo>
                    <a:pt x="8179916" y="3769174"/>
                  </a:lnTo>
                  <a:lnTo>
                    <a:pt x="8127973" y="3841508"/>
                  </a:lnTo>
                  <a:lnTo>
                    <a:pt x="8073202" y="3907490"/>
                  </a:lnTo>
                  <a:lnTo>
                    <a:pt x="8014943" y="3967536"/>
                  </a:lnTo>
                  <a:lnTo>
                    <a:pt x="7952511" y="4022158"/>
                  </a:lnTo>
                  <a:lnTo>
                    <a:pt x="7885227" y="4071889"/>
                  </a:lnTo>
                  <a:lnTo>
                    <a:pt x="7812459" y="4117239"/>
                  </a:lnTo>
                  <a:lnTo>
                    <a:pt x="7733674" y="4158666"/>
                  </a:lnTo>
                  <a:lnTo>
                    <a:pt x="7648506" y="4196559"/>
                  </a:lnTo>
                  <a:lnTo>
                    <a:pt x="7556847" y="4231228"/>
                  </a:lnTo>
                  <a:lnTo>
                    <a:pt x="7458955" y="4262898"/>
                  </a:lnTo>
                  <a:lnTo>
                    <a:pt x="7355571" y="4291712"/>
                  </a:lnTo>
                  <a:lnTo>
                    <a:pt x="7248034" y="4317733"/>
                  </a:lnTo>
                  <a:lnTo>
                    <a:pt x="7138358" y="4340959"/>
                  </a:lnTo>
                  <a:lnTo>
                    <a:pt x="7029235" y="4361344"/>
                  </a:lnTo>
                  <a:lnTo>
                    <a:pt x="6923925" y="4378830"/>
                  </a:lnTo>
                  <a:lnTo>
                    <a:pt x="6825995" y="4393383"/>
                  </a:lnTo>
                  <a:lnTo>
                    <a:pt x="6738931" y="4405036"/>
                  </a:lnTo>
                  <a:lnTo>
                    <a:pt x="6665657" y="4413915"/>
                  </a:lnTo>
                  <a:lnTo>
                    <a:pt x="6608071" y="4420261"/>
                  </a:lnTo>
                  <a:lnTo>
                    <a:pt x="6566702" y="4424423"/>
                  </a:lnTo>
                  <a:lnTo>
                    <a:pt x="6540556" y="4426832"/>
                  </a:lnTo>
                  <a:lnTo>
                    <a:pt x="6527161" y="4427965"/>
                  </a:lnTo>
                  <a:lnTo>
                    <a:pt x="6522738" y="4428310"/>
                  </a:lnTo>
                  <a:lnTo>
                    <a:pt x="6522385" y="4428335"/>
                  </a:lnTo>
                  <a:lnTo>
                    <a:pt x="5527445" y="4428335"/>
                  </a:lnTo>
                  <a:lnTo>
                    <a:pt x="5526309" y="4428330"/>
                  </a:lnTo>
                  <a:lnTo>
                    <a:pt x="5518814" y="4428292"/>
                  </a:lnTo>
                  <a:lnTo>
                    <a:pt x="5499819" y="4428188"/>
                  </a:lnTo>
                  <a:lnTo>
                    <a:pt x="5465610" y="4427982"/>
                  </a:lnTo>
                  <a:lnTo>
                    <a:pt x="5414116" y="4427642"/>
                  </a:lnTo>
                  <a:lnTo>
                    <a:pt x="5345067" y="4427140"/>
                  </a:lnTo>
                  <a:lnTo>
                    <a:pt x="5259935" y="4426455"/>
                  </a:lnTo>
                  <a:lnTo>
                    <a:pt x="5161606" y="4425574"/>
                  </a:lnTo>
                  <a:lnTo>
                    <a:pt x="5053862" y="4424494"/>
                  </a:lnTo>
                  <a:lnTo>
                    <a:pt x="4940777" y="4423214"/>
                  </a:lnTo>
                  <a:lnTo>
                    <a:pt x="4826188" y="4421739"/>
                  </a:lnTo>
                  <a:lnTo>
                    <a:pt x="4713331" y="4420072"/>
                  </a:lnTo>
                  <a:lnTo>
                    <a:pt x="4604653" y="4418215"/>
                  </a:lnTo>
                  <a:lnTo>
                    <a:pt x="4501793" y="4416164"/>
                  </a:lnTo>
                  <a:lnTo>
                    <a:pt x="4405667" y="4413909"/>
                  </a:lnTo>
                  <a:lnTo>
                    <a:pt x="4316603" y="4411435"/>
                  </a:lnTo>
                  <a:lnTo>
                    <a:pt x="4234490" y="4408719"/>
                  </a:lnTo>
                  <a:lnTo>
                    <a:pt x="4158909" y="4405734"/>
                  </a:lnTo>
                  <a:lnTo>
                    <a:pt x="4089247" y="4402447"/>
                  </a:lnTo>
                  <a:lnTo>
                    <a:pt x="4024777" y="4398822"/>
                  </a:lnTo>
                  <a:lnTo>
                    <a:pt x="3964726" y="4394820"/>
                  </a:lnTo>
                  <a:lnTo>
                    <a:pt x="3908317" y="4390406"/>
                  </a:lnTo>
                  <a:lnTo>
                    <a:pt x="3854814" y="4385552"/>
                  </a:lnTo>
                  <a:lnTo>
                    <a:pt x="3820202" y="4382043"/>
                  </a:lnTo>
                  <a:lnTo>
                    <a:pt x="3758956" y="4375103"/>
                  </a:lnTo>
                  <a:lnTo>
                    <a:pt x="3699612" y="4367470"/>
                  </a:lnTo>
                  <a:lnTo>
                    <a:pt x="3641467" y="4359134"/>
                  </a:lnTo>
                  <a:lnTo>
                    <a:pt x="3584001" y="4350107"/>
                  </a:lnTo>
                  <a:lnTo>
                    <a:pt x="3526847" y="4340425"/>
                  </a:lnTo>
                  <a:lnTo>
                    <a:pt x="3469764" y="4330154"/>
                  </a:lnTo>
                  <a:lnTo>
                    <a:pt x="3412617" y="4319384"/>
                  </a:lnTo>
                  <a:lnTo>
                    <a:pt x="3355356" y="4308230"/>
                  </a:lnTo>
                  <a:lnTo>
                    <a:pt x="3297994" y="4296829"/>
                  </a:lnTo>
                  <a:lnTo>
                    <a:pt x="3240586" y="4285329"/>
                  </a:lnTo>
                  <a:lnTo>
                    <a:pt x="3183204" y="4273884"/>
                  </a:lnTo>
                  <a:lnTo>
                    <a:pt x="3125911" y="4262647"/>
                  </a:lnTo>
                  <a:lnTo>
                    <a:pt x="3068733" y="4251756"/>
                  </a:lnTo>
                  <a:lnTo>
                    <a:pt x="3011642" y="4241333"/>
                  </a:lnTo>
                  <a:lnTo>
                    <a:pt x="2954528" y="4231478"/>
                  </a:lnTo>
                  <a:lnTo>
                    <a:pt x="2897181" y="4222261"/>
                  </a:lnTo>
                  <a:lnTo>
                    <a:pt x="2839273" y="4213727"/>
                  </a:lnTo>
                  <a:lnTo>
                    <a:pt x="2780330" y="4205896"/>
                  </a:lnTo>
                  <a:lnTo>
                    <a:pt x="2719705" y="4198763"/>
                  </a:lnTo>
                  <a:lnTo>
                    <a:pt x="2702183" y="4196874"/>
                  </a:lnTo>
                  <a:lnTo>
                    <a:pt x="2650257" y="4191719"/>
                  </a:lnTo>
                  <a:lnTo>
                    <a:pt x="2595876" y="4187012"/>
                  </a:lnTo>
                  <a:lnTo>
                    <a:pt x="2538353" y="4182737"/>
                  </a:lnTo>
                  <a:lnTo>
                    <a:pt x="2476935" y="4178863"/>
                  </a:lnTo>
                  <a:lnTo>
                    <a:pt x="2410842" y="4175353"/>
                  </a:lnTo>
                  <a:lnTo>
                    <a:pt x="2339310" y="4172170"/>
                  </a:lnTo>
                  <a:lnTo>
                    <a:pt x="2261641" y="4169277"/>
                  </a:lnTo>
                  <a:lnTo>
                    <a:pt x="2177276" y="4166643"/>
                  </a:lnTo>
                  <a:lnTo>
                    <a:pt x="2085884" y="4164243"/>
                  </a:lnTo>
                  <a:lnTo>
                    <a:pt x="1987482" y="4162057"/>
                  </a:lnTo>
                  <a:lnTo>
                    <a:pt x="1882575" y="4160070"/>
                  </a:lnTo>
                  <a:lnTo>
                    <a:pt x="1772303" y="4158276"/>
                  </a:lnTo>
                  <a:lnTo>
                    <a:pt x="1658567" y="4156672"/>
                  </a:lnTo>
                  <a:lnTo>
                    <a:pt x="1544081" y="4155261"/>
                  </a:lnTo>
                  <a:lnTo>
                    <a:pt x="1432307" y="4154046"/>
                  </a:lnTo>
                  <a:lnTo>
                    <a:pt x="1327212" y="4153031"/>
                  </a:lnTo>
                  <a:lnTo>
                    <a:pt x="1232837" y="4152215"/>
                  </a:lnTo>
                  <a:lnTo>
                    <a:pt x="1152734" y="4151592"/>
                  </a:lnTo>
                  <a:lnTo>
                    <a:pt x="1089377" y="4151146"/>
                  </a:lnTo>
                  <a:lnTo>
                    <a:pt x="1043685" y="4150854"/>
                  </a:lnTo>
                  <a:lnTo>
                    <a:pt x="1014792" y="4150685"/>
                  </a:lnTo>
                  <a:lnTo>
                    <a:pt x="1000062" y="4150607"/>
                  </a:lnTo>
                  <a:lnTo>
                    <a:pt x="995289" y="4150583"/>
                  </a:lnTo>
                  <a:lnTo>
                    <a:pt x="994940" y="4150582"/>
                  </a:lnTo>
                  <a:lnTo>
                    <a:pt x="0" y="4150582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36" name="pl1635"/>
            <p:cNvSpPr/>
            <p:nvPr/>
          </p:nvSpPr>
          <p:spPr>
            <a:xfrm>
              <a:off x="1199187" y="1420047"/>
              <a:ext cx="12049831" cy="4428335"/>
            </a:xfrm>
            <a:custGeom>
              <a:avLst/>
              <a:pathLst>
                <a:path w="12049831" h="4428335">
                  <a:moveTo>
                    <a:pt x="0" y="4150582"/>
                  </a:moveTo>
                  <a:lnTo>
                    <a:pt x="994940" y="4150582"/>
                  </a:lnTo>
                  <a:lnTo>
                    <a:pt x="996076" y="4150587"/>
                  </a:lnTo>
                  <a:lnTo>
                    <a:pt x="1003571" y="4150625"/>
                  </a:lnTo>
                  <a:lnTo>
                    <a:pt x="1022566" y="4150729"/>
                  </a:lnTo>
                  <a:lnTo>
                    <a:pt x="1056775" y="4150935"/>
                  </a:lnTo>
                  <a:lnTo>
                    <a:pt x="1108269" y="4151275"/>
                  </a:lnTo>
                  <a:lnTo>
                    <a:pt x="1177318" y="4151777"/>
                  </a:lnTo>
                  <a:lnTo>
                    <a:pt x="1262450" y="4152462"/>
                  </a:lnTo>
                  <a:lnTo>
                    <a:pt x="1360779" y="4153343"/>
                  </a:lnTo>
                  <a:lnTo>
                    <a:pt x="1468523" y="4154423"/>
                  </a:lnTo>
                  <a:lnTo>
                    <a:pt x="1581608" y="4155703"/>
                  </a:lnTo>
                  <a:lnTo>
                    <a:pt x="1696197" y="4157178"/>
                  </a:lnTo>
                  <a:lnTo>
                    <a:pt x="1809054" y="4158845"/>
                  </a:lnTo>
                  <a:lnTo>
                    <a:pt x="1917732" y="4160702"/>
                  </a:lnTo>
                  <a:lnTo>
                    <a:pt x="2020592" y="4162753"/>
                  </a:lnTo>
                  <a:lnTo>
                    <a:pt x="2116718" y="4165008"/>
                  </a:lnTo>
                  <a:lnTo>
                    <a:pt x="2205782" y="4167482"/>
                  </a:lnTo>
                  <a:lnTo>
                    <a:pt x="2287895" y="4170198"/>
                  </a:lnTo>
                  <a:lnTo>
                    <a:pt x="2363476" y="4173183"/>
                  </a:lnTo>
                  <a:lnTo>
                    <a:pt x="2433138" y="4176470"/>
                  </a:lnTo>
                  <a:lnTo>
                    <a:pt x="2497608" y="4180095"/>
                  </a:lnTo>
                  <a:lnTo>
                    <a:pt x="2557659" y="4184097"/>
                  </a:lnTo>
                  <a:lnTo>
                    <a:pt x="2614068" y="4188511"/>
                  </a:lnTo>
                  <a:lnTo>
                    <a:pt x="2667571" y="4193365"/>
                  </a:lnTo>
                  <a:lnTo>
                    <a:pt x="2702183" y="4196874"/>
                  </a:lnTo>
                  <a:lnTo>
                    <a:pt x="2763429" y="4203814"/>
                  </a:lnTo>
                  <a:lnTo>
                    <a:pt x="2822773" y="4211447"/>
                  </a:lnTo>
                  <a:lnTo>
                    <a:pt x="2880918" y="4219783"/>
                  </a:lnTo>
                  <a:lnTo>
                    <a:pt x="2938384" y="4228810"/>
                  </a:lnTo>
                  <a:lnTo>
                    <a:pt x="2995538" y="4238492"/>
                  </a:lnTo>
                  <a:lnTo>
                    <a:pt x="3052620" y="4248763"/>
                  </a:lnTo>
                  <a:lnTo>
                    <a:pt x="3109768" y="4259533"/>
                  </a:lnTo>
                  <a:lnTo>
                    <a:pt x="3167029" y="4270687"/>
                  </a:lnTo>
                  <a:lnTo>
                    <a:pt x="3224391" y="4282088"/>
                  </a:lnTo>
                  <a:lnTo>
                    <a:pt x="3281799" y="4293588"/>
                  </a:lnTo>
                  <a:lnTo>
                    <a:pt x="3339181" y="4305033"/>
                  </a:lnTo>
                  <a:lnTo>
                    <a:pt x="3396474" y="4316270"/>
                  </a:lnTo>
                  <a:lnTo>
                    <a:pt x="3453652" y="4327161"/>
                  </a:lnTo>
                  <a:lnTo>
                    <a:pt x="3510743" y="4337584"/>
                  </a:lnTo>
                  <a:lnTo>
                    <a:pt x="3567857" y="4347439"/>
                  </a:lnTo>
                  <a:lnTo>
                    <a:pt x="3625204" y="4356656"/>
                  </a:lnTo>
                  <a:lnTo>
                    <a:pt x="3683112" y="4365190"/>
                  </a:lnTo>
                  <a:lnTo>
                    <a:pt x="3742055" y="4373021"/>
                  </a:lnTo>
                  <a:lnTo>
                    <a:pt x="3802680" y="4380154"/>
                  </a:lnTo>
                  <a:lnTo>
                    <a:pt x="3820202" y="4382043"/>
                  </a:lnTo>
                  <a:lnTo>
                    <a:pt x="3872128" y="4387198"/>
                  </a:lnTo>
                  <a:lnTo>
                    <a:pt x="3926509" y="4391905"/>
                  </a:lnTo>
                  <a:lnTo>
                    <a:pt x="3984032" y="4396180"/>
                  </a:lnTo>
                  <a:lnTo>
                    <a:pt x="4045450" y="4400054"/>
                  </a:lnTo>
                  <a:lnTo>
                    <a:pt x="4111543" y="4403564"/>
                  </a:lnTo>
                  <a:lnTo>
                    <a:pt x="4183075" y="4406747"/>
                  </a:lnTo>
                  <a:lnTo>
                    <a:pt x="4260744" y="4409640"/>
                  </a:lnTo>
                  <a:lnTo>
                    <a:pt x="4345109" y="4412274"/>
                  </a:lnTo>
                  <a:lnTo>
                    <a:pt x="4436501" y="4414674"/>
                  </a:lnTo>
                  <a:lnTo>
                    <a:pt x="4534903" y="4416860"/>
                  </a:lnTo>
                  <a:lnTo>
                    <a:pt x="4639810" y="4418847"/>
                  </a:lnTo>
                  <a:lnTo>
                    <a:pt x="4750082" y="4420641"/>
                  </a:lnTo>
                  <a:lnTo>
                    <a:pt x="4863818" y="4422245"/>
                  </a:lnTo>
                  <a:lnTo>
                    <a:pt x="4978304" y="4423656"/>
                  </a:lnTo>
                  <a:lnTo>
                    <a:pt x="5090078" y="4424871"/>
                  </a:lnTo>
                  <a:lnTo>
                    <a:pt x="5195173" y="4425886"/>
                  </a:lnTo>
                  <a:lnTo>
                    <a:pt x="5289548" y="4426702"/>
                  </a:lnTo>
                  <a:lnTo>
                    <a:pt x="5369651" y="4427325"/>
                  </a:lnTo>
                  <a:lnTo>
                    <a:pt x="5433008" y="4427771"/>
                  </a:lnTo>
                  <a:lnTo>
                    <a:pt x="5478700" y="4428063"/>
                  </a:lnTo>
                  <a:lnTo>
                    <a:pt x="5507593" y="4428232"/>
                  </a:lnTo>
                  <a:lnTo>
                    <a:pt x="5522323" y="4428310"/>
                  </a:lnTo>
                  <a:lnTo>
                    <a:pt x="5527096" y="4428334"/>
                  </a:lnTo>
                  <a:lnTo>
                    <a:pt x="5527445" y="4428335"/>
                  </a:lnTo>
                  <a:lnTo>
                    <a:pt x="6522385" y="4428335"/>
                  </a:lnTo>
                  <a:lnTo>
                    <a:pt x="6523387" y="4428261"/>
                  </a:lnTo>
                  <a:lnTo>
                    <a:pt x="6530013" y="4427732"/>
                  </a:lnTo>
                  <a:lnTo>
                    <a:pt x="6546860" y="4426271"/>
                  </a:lnTo>
                  <a:lnTo>
                    <a:pt x="6577340" y="4423389"/>
                  </a:lnTo>
                  <a:lnTo>
                    <a:pt x="6623497" y="4418620"/>
                  </a:lnTo>
                  <a:lnTo>
                    <a:pt x="6685870" y="4411552"/>
                  </a:lnTo>
                  <a:lnTo>
                    <a:pt x="6763498" y="4401868"/>
                  </a:lnTo>
                  <a:lnTo>
                    <a:pt x="6854134" y="4389362"/>
                  </a:lnTo>
                  <a:lnTo>
                    <a:pt x="6954635" y="4373936"/>
                  </a:lnTo>
                  <a:lnTo>
                    <a:pt x="7061444" y="4355582"/>
                  </a:lnTo>
                  <a:lnTo>
                    <a:pt x="7171050" y="4334346"/>
                  </a:lnTo>
                  <a:lnTo>
                    <a:pt x="7280342" y="4310285"/>
                  </a:lnTo>
                  <a:lnTo>
                    <a:pt x="7386823" y="4283436"/>
                  </a:lnTo>
                  <a:lnTo>
                    <a:pt x="7488685" y="4253783"/>
                  </a:lnTo>
                  <a:lnTo>
                    <a:pt x="7584776" y="4221240"/>
                  </a:lnTo>
                  <a:lnTo>
                    <a:pt x="7674513" y="4185640"/>
                  </a:lnTo>
                  <a:lnTo>
                    <a:pt x="7757757" y="4146732"/>
                  </a:lnTo>
                  <a:lnTo>
                    <a:pt x="7834706" y="4104182"/>
                  </a:lnTo>
                  <a:lnTo>
                    <a:pt x="7905782" y="4057580"/>
                  </a:lnTo>
                  <a:lnTo>
                    <a:pt x="7971554" y="4006449"/>
                  </a:lnTo>
                  <a:lnTo>
                    <a:pt x="8032673" y="3950270"/>
                  </a:lnTo>
                  <a:lnTo>
                    <a:pt x="8089824" y="3888510"/>
                  </a:lnTo>
                  <a:lnTo>
                    <a:pt x="8143687" y="3820676"/>
                  </a:lnTo>
                  <a:lnTo>
                    <a:pt x="8194908" y="3746399"/>
                  </a:lnTo>
                  <a:lnTo>
                    <a:pt x="8229629" y="3690279"/>
                  </a:lnTo>
                  <a:lnTo>
                    <a:pt x="8266600" y="3625291"/>
                  </a:lnTo>
                  <a:lnTo>
                    <a:pt x="8302769" y="3556389"/>
                  </a:lnTo>
                  <a:lnTo>
                    <a:pt x="8338315" y="3483495"/>
                  </a:lnTo>
                  <a:lnTo>
                    <a:pt x="8373390" y="3406572"/>
                  </a:lnTo>
                  <a:lnTo>
                    <a:pt x="8408119" y="3325625"/>
                  </a:lnTo>
                  <a:lnTo>
                    <a:pt x="8442606" y="3240713"/>
                  </a:lnTo>
                  <a:lnTo>
                    <a:pt x="8476936" y="3151944"/>
                  </a:lnTo>
                  <a:lnTo>
                    <a:pt x="8511177" y="3059483"/>
                  </a:lnTo>
                  <a:lnTo>
                    <a:pt x="8545380" y="2963548"/>
                  </a:lnTo>
                  <a:lnTo>
                    <a:pt x="8579582" y="2864416"/>
                  </a:lnTo>
                  <a:lnTo>
                    <a:pt x="8613809" y="2762417"/>
                  </a:lnTo>
                  <a:lnTo>
                    <a:pt x="8648074" y="2657932"/>
                  </a:lnTo>
                  <a:lnTo>
                    <a:pt x="8682381" y="2551386"/>
                  </a:lnTo>
                  <a:lnTo>
                    <a:pt x="8716729" y="2443246"/>
                  </a:lnTo>
                  <a:lnTo>
                    <a:pt x="8751107" y="2334009"/>
                  </a:lnTo>
                  <a:lnTo>
                    <a:pt x="8785501" y="2224192"/>
                  </a:lnTo>
                  <a:lnTo>
                    <a:pt x="8819898" y="2114328"/>
                  </a:lnTo>
                  <a:lnTo>
                    <a:pt x="8854279" y="2004946"/>
                  </a:lnTo>
                  <a:lnTo>
                    <a:pt x="8888633" y="1896568"/>
                  </a:lnTo>
                  <a:lnTo>
                    <a:pt x="8922949" y="1789696"/>
                  </a:lnTo>
                  <a:lnTo>
                    <a:pt x="8957222" y="1684801"/>
                  </a:lnTo>
                  <a:lnTo>
                    <a:pt x="8991454" y="1582319"/>
                  </a:lnTo>
                  <a:lnTo>
                    <a:pt x="9025660" y="1482638"/>
                  </a:lnTo>
                  <a:lnTo>
                    <a:pt x="9059860" y="1386098"/>
                  </a:lnTo>
                  <a:lnTo>
                    <a:pt x="9094090" y="1292985"/>
                  </a:lnTo>
                  <a:lnTo>
                    <a:pt x="9128399" y="1203529"/>
                  </a:lnTo>
                  <a:lnTo>
                    <a:pt x="9162852" y="1117903"/>
                  </a:lnTo>
                  <a:lnTo>
                    <a:pt x="9197530" y="1036228"/>
                  </a:lnTo>
                  <a:lnTo>
                    <a:pt x="9232533" y="958569"/>
                  </a:lnTo>
                  <a:lnTo>
                    <a:pt x="9267983" y="884941"/>
                  </a:lnTo>
                  <a:lnTo>
                    <a:pt x="9304026" y="815316"/>
                  </a:lnTo>
                  <a:lnTo>
                    <a:pt x="9340835" y="749622"/>
                  </a:lnTo>
                  <a:lnTo>
                    <a:pt x="9347647" y="738055"/>
                  </a:lnTo>
                  <a:lnTo>
                    <a:pt x="9397361" y="659160"/>
                  </a:lnTo>
                  <a:lnTo>
                    <a:pt x="9449303" y="586827"/>
                  </a:lnTo>
                  <a:lnTo>
                    <a:pt x="9504075" y="520845"/>
                  </a:lnTo>
                  <a:lnTo>
                    <a:pt x="9562334" y="460799"/>
                  </a:lnTo>
                  <a:lnTo>
                    <a:pt x="9624766" y="406177"/>
                  </a:lnTo>
                  <a:lnTo>
                    <a:pt x="9692050" y="356446"/>
                  </a:lnTo>
                  <a:lnTo>
                    <a:pt x="9764818" y="311096"/>
                  </a:lnTo>
                  <a:lnTo>
                    <a:pt x="9843603" y="269669"/>
                  </a:lnTo>
                  <a:lnTo>
                    <a:pt x="9928771" y="231776"/>
                  </a:lnTo>
                  <a:lnTo>
                    <a:pt x="10020429" y="197107"/>
                  </a:lnTo>
                  <a:lnTo>
                    <a:pt x="10118321" y="165437"/>
                  </a:lnTo>
                  <a:lnTo>
                    <a:pt x="10221705" y="136623"/>
                  </a:lnTo>
                  <a:lnTo>
                    <a:pt x="10329243" y="110602"/>
                  </a:lnTo>
                  <a:lnTo>
                    <a:pt x="10438919" y="87376"/>
                  </a:lnTo>
                  <a:lnTo>
                    <a:pt x="10548042" y="66991"/>
                  </a:lnTo>
                  <a:lnTo>
                    <a:pt x="10653352" y="49505"/>
                  </a:lnTo>
                  <a:lnTo>
                    <a:pt x="10751281" y="34951"/>
                  </a:lnTo>
                  <a:lnTo>
                    <a:pt x="10838345" y="23299"/>
                  </a:lnTo>
                  <a:lnTo>
                    <a:pt x="10911620" y="14420"/>
                  </a:lnTo>
                  <a:lnTo>
                    <a:pt x="10969206" y="8074"/>
                  </a:lnTo>
                  <a:lnTo>
                    <a:pt x="11010575" y="3912"/>
                  </a:lnTo>
                  <a:lnTo>
                    <a:pt x="11036721" y="1503"/>
                  </a:lnTo>
                  <a:lnTo>
                    <a:pt x="11050116" y="370"/>
                  </a:lnTo>
                  <a:lnTo>
                    <a:pt x="11054538" y="2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7" name="pl1636"/>
            <p:cNvSpPr/>
            <p:nvPr/>
          </p:nvSpPr>
          <p:spPr>
            <a:xfrm>
              <a:off x="1199187" y="1414806"/>
              <a:ext cx="12049831" cy="4428335"/>
            </a:xfrm>
            <a:custGeom>
              <a:avLst/>
              <a:pathLst>
                <a:path w="12049831" h="4428335">
                  <a:moveTo>
                    <a:pt x="12049831" y="0"/>
                  </a:moveTo>
                  <a:lnTo>
                    <a:pt x="11054891" y="0"/>
                  </a:lnTo>
                  <a:lnTo>
                    <a:pt x="11053889" y="74"/>
                  </a:lnTo>
                  <a:lnTo>
                    <a:pt x="11047263" y="603"/>
                  </a:lnTo>
                  <a:lnTo>
                    <a:pt x="11030416" y="2064"/>
                  </a:lnTo>
                  <a:lnTo>
                    <a:pt x="10999937" y="4946"/>
                  </a:lnTo>
                  <a:lnTo>
                    <a:pt x="10953780" y="9715"/>
                  </a:lnTo>
                  <a:lnTo>
                    <a:pt x="10891406" y="16783"/>
                  </a:lnTo>
                  <a:lnTo>
                    <a:pt x="10813778" y="26467"/>
                  </a:lnTo>
                  <a:lnTo>
                    <a:pt x="10723143" y="38973"/>
                  </a:lnTo>
                  <a:lnTo>
                    <a:pt x="10622642" y="54399"/>
                  </a:lnTo>
                  <a:lnTo>
                    <a:pt x="10515833" y="72753"/>
                  </a:lnTo>
                  <a:lnTo>
                    <a:pt x="10406227" y="93989"/>
                  </a:lnTo>
                  <a:lnTo>
                    <a:pt x="10296935" y="118049"/>
                  </a:lnTo>
                  <a:lnTo>
                    <a:pt x="10190454" y="144899"/>
                  </a:lnTo>
                  <a:lnTo>
                    <a:pt x="10088592" y="174552"/>
                  </a:lnTo>
                  <a:lnTo>
                    <a:pt x="9992500" y="207095"/>
                  </a:lnTo>
                  <a:lnTo>
                    <a:pt x="9902764" y="242695"/>
                  </a:lnTo>
                  <a:lnTo>
                    <a:pt x="9819519" y="281603"/>
                  </a:lnTo>
                  <a:lnTo>
                    <a:pt x="9742571" y="324153"/>
                  </a:lnTo>
                  <a:lnTo>
                    <a:pt x="9671495" y="370755"/>
                  </a:lnTo>
                  <a:lnTo>
                    <a:pt x="9605723" y="421886"/>
                  </a:lnTo>
                  <a:lnTo>
                    <a:pt x="9544604" y="478065"/>
                  </a:lnTo>
                  <a:lnTo>
                    <a:pt x="9487453" y="539825"/>
                  </a:lnTo>
                  <a:lnTo>
                    <a:pt x="9433589" y="607659"/>
                  </a:lnTo>
                  <a:lnTo>
                    <a:pt x="9382369" y="681935"/>
                  </a:lnTo>
                  <a:lnTo>
                    <a:pt x="9347647" y="738055"/>
                  </a:lnTo>
                  <a:lnTo>
                    <a:pt x="9310677" y="803044"/>
                  </a:lnTo>
                  <a:lnTo>
                    <a:pt x="9274508" y="871945"/>
                  </a:lnTo>
                  <a:lnTo>
                    <a:pt x="9238961" y="944839"/>
                  </a:lnTo>
                  <a:lnTo>
                    <a:pt x="9203887" y="1021763"/>
                  </a:lnTo>
                  <a:lnTo>
                    <a:pt x="9169158" y="1102710"/>
                  </a:lnTo>
                  <a:lnTo>
                    <a:pt x="9134670" y="1187622"/>
                  </a:lnTo>
                  <a:lnTo>
                    <a:pt x="9100340" y="1276390"/>
                  </a:lnTo>
                  <a:lnTo>
                    <a:pt x="9066099" y="1368852"/>
                  </a:lnTo>
                  <a:lnTo>
                    <a:pt x="9031897" y="1464787"/>
                  </a:lnTo>
                  <a:lnTo>
                    <a:pt x="8997695" y="1563918"/>
                  </a:lnTo>
                  <a:lnTo>
                    <a:pt x="8963468" y="1665918"/>
                  </a:lnTo>
                  <a:lnTo>
                    <a:pt x="8929203" y="1770403"/>
                  </a:lnTo>
                  <a:lnTo>
                    <a:pt x="8894895" y="1876949"/>
                  </a:lnTo>
                  <a:lnTo>
                    <a:pt x="8860548" y="1985089"/>
                  </a:lnTo>
                  <a:lnTo>
                    <a:pt x="8826170" y="2094326"/>
                  </a:lnTo>
                  <a:lnTo>
                    <a:pt x="8791775" y="2204142"/>
                  </a:lnTo>
                  <a:lnTo>
                    <a:pt x="8757379" y="2314007"/>
                  </a:lnTo>
                  <a:lnTo>
                    <a:pt x="8722997" y="2423389"/>
                  </a:lnTo>
                  <a:lnTo>
                    <a:pt x="8688643" y="2531767"/>
                  </a:lnTo>
                  <a:lnTo>
                    <a:pt x="8654328" y="2638639"/>
                  </a:lnTo>
                  <a:lnTo>
                    <a:pt x="8620055" y="2743534"/>
                  </a:lnTo>
                  <a:lnTo>
                    <a:pt x="8585822" y="2846016"/>
                  </a:lnTo>
                  <a:lnTo>
                    <a:pt x="8551617" y="2945697"/>
                  </a:lnTo>
                  <a:lnTo>
                    <a:pt x="8517417" y="3042237"/>
                  </a:lnTo>
                  <a:lnTo>
                    <a:pt x="8483186" y="3135350"/>
                  </a:lnTo>
                  <a:lnTo>
                    <a:pt x="8448877" y="3224806"/>
                  </a:lnTo>
                  <a:lnTo>
                    <a:pt x="8414424" y="3310431"/>
                  </a:lnTo>
                  <a:lnTo>
                    <a:pt x="8379747" y="3392107"/>
                  </a:lnTo>
                  <a:lnTo>
                    <a:pt x="8344744" y="3469766"/>
                  </a:lnTo>
                  <a:lnTo>
                    <a:pt x="8309294" y="3543394"/>
                  </a:lnTo>
                  <a:lnTo>
                    <a:pt x="8273251" y="3613019"/>
                  </a:lnTo>
                  <a:lnTo>
                    <a:pt x="8236441" y="3678713"/>
                  </a:lnTo>
                  <a:lnTo>
                    <a:pt x="8229629" y="3690279"/>
                  </a:lnTo>
                  <a:lnTo>
                    <a:pt x="8179916" y="3769174"/>
                  </a:lnTo>
                  <a:lnTo>
                    <a:pt x="8127973" y="3841508"/>
                  </a:lnTo>
                  <a:lnTo>
                    <a:pt x="8073202" y="3907490"/>
                  </a:lnTo>
                  <a:lnTo>
                    <a:pt x="8014943" y="3967536"/>
                  </a:lnTo>
                  <a:lnTo>
                    <a:pt x="7952511" y="4022158"/>
                  </a:lnTo>
                  <a:lnTo>
                    <a:pt x="7885227" y="4071889"/>
                  </a:lnTo>
                  <a:lnTo>
                    <a:pt x="7812459" y="4117239"/>
                  </a:lnTo>
                  <a:lnTo>
                    <a:pt x="7733674" y="4158666"/>
                  </a:lnTo>
                  <a:lnTo>
                    <a:pt x="7648506" y="4196559"/>
                  </a:lnTo>
                  <a:lnTo>
                    <a:pt x="7556847" y="4231228"/>
                  </a:lnTo>
                  <a:lnTo>
                    <a:pt x="7458955" y="4262898"/>
                  </a:lnTo>
                  <a:lnTo>
                    <a:pt x="7355571" y="4291712"/>
                  </a:lnTo>
                  <a:lnTo>
                    <a:pt x="7248034" y="4317733"/>
                  </a:lnTo>
                  <a:lnTo>
                    <a:pt x="7138358" y="4340959"/>
                  </a:lnTo>
                  <a:lnTo>
                    <a:pt x="7029235" y="4361344"/>
                  </a:lnTo>
                  <a:lnTo>
                    <a:pt x="6923925" y="4378830"/>
                  </a:lnTo>
                  <a:lnTo>
                    <a:pt x="6825995" y="4393383"/>
                  </a:lnTo>
                  <a:lnTo>
                    <a:pt x="6738931" y="4405036"/>
                  </a:lnTo>
                  <a:lnTo>
                    <a:pt x="6665657" y="4413915"/>
                  </a:lnTo>
                  <a:lnTo>
                    <a:pt x="6608071" y="4420261"/>
                  </a:lnTo>
                  <a:lnTo>
                    <a:pt x="6566702" y="4424423"/>
                  </a:lnTo>
                  <a:lnTo>
                    <a:pt x="6540556" y="4426832"/>
                  </a:lnTo>
                  <a:lnTo>
                    <a:pt x="6527161" y="4427965"/>
                  </a:lnTo>
                  <a:lnTo>
                    <a:pt x="6522738" y="4428310"/>
                  </a:lnTo>
                  <a:lnTo>
                    <a:pt x="6522385" y="4428335"/>
                  </a:lnTo>
                  <a:lnTo>
                    <a:pt x="5527445" y="4428335"/>
                  </a:lnTo>
                  <a:lnTo>
                    <a:pt x="5526309" y="4428330"/>
                  </a:lnTo>
                  <a:lnTo>
                    <a:pt x="5518814" y="4428292"/>
                  </a:lnTo>
                  <a:lnTo>
                    <a:pt x="5499819" y="4428188"/>
                  </a:lnTo>
                  <a:lnTo>
                    <a:pt x="5465610" y="4427982"/>
                  </a:lnTo>
                  <a:lnTo>
                    <a:pt x="5414116" y="4427642"/>
                  </a:lnTo>
                  <a:lnTo>
                    <a:pt x="5345067" y="4427140"/>
                  </a:lnTo>
                  <a:lnTo>
                    <a:pt x="5259935" y="4426455"/>
                  </a:lnTo>
                  <a:lnTo>
                    <a:pt x="5161606" y="4425574"/>
                  </a:lnTo>
                  <a:lnTo>
                    <a:pt x="5053862" y="4424494"/>
                  </a:lnTo>
                  <a:lnTo>
                    <a:pt x="4940777" y="4423214"/>
                  </a:lnTo>
                  <a:lnTo>
                    <a:pt x="4826188" y="4421739"/>
                  </a:lnTo>
                  <a:lnTo>
                    <a:pt x="4713331" y="4420072"/>
                  </a:lnTo>
                  <a:lnTo>
                    <a:pt x="4604653" y="4418215"/>
                  </a:lnTo>
                  <a:lnTo>
                    <a:pt x="4501793" y="4416164"/>
                  </a:lnTo>
                  <a:lnTo>
                    <a:pt x="4405667" y="4413909"/>
                  </a:lnTo>
                  <a:lnTo>
                    <a:pt x="4316603" y="4411435"/>
                  </a:lnTo>
                  <a:lnTo>
                    <a:pt x="4234490" y="4408719"/>
                  </a:lnTo>
                  <a:lnTo>
                    <a:pt x="4158909" y="4405734"/>
                  </a:lnTo>
                  <a:lnTo>
                    <a:pt x="4089247" y="4402447"/>
                  </a:lnTo>
                  <a:lnTo>
                    <a:pt x="4024777" y="4398822"/>
                  </a:lnTo>
                  <a:lnTo>
                    <a:pt x="3964726" y="4394820"/>
                  </a:lnTo>
                  <a:lnTo>
                    <a:pt x="3908317" y="4390406"/>
                  </a:lnTo>
                  <a:lnTo>
                    <a:pt x="3854814" y="4385552"/>
                  </a:lnTo>
                  <a:lnTo>
                    <a:pt x="3820202" y="4382043"/>
                  </a:lnTo>
                  <a:lnTo>
                    <a:pt x="3758956" y="4375103"/>
                  </a:lnTo>
                  <a:lnTo>
                    <a:pt x="3699612" y="4367470"/>
                  </a:lnTo>
                  <a:lnTo>
                    <a:pt x="3641467" y="4359134"/>
                  </a:lnTo>
                  <a:lnTo>
                    <a:pt x="3584001" y="4350107"/>
                  </a:lnTo>
                  <a:lnTo>
                    <a:pt x="3526847" y="4340425"/>
                  </a:lnTo>
                  <a:lnTo>
                    <a:pt x="3469764" y="4330154"/>
                  </a:lnTo>
                  <a:lnTo>
                    <a:pt x="3412617" y="4319384"/>
                  </a:lnTo>
                  <a:lnTo>
                    <a:pt x="3355356" y="4308230"/>
                  </a:lnTo>
                  <a:lnTo>
                    <a:pt x="3297994" y="4296829"/>
                  </a:lnTo>
                  <a:lnTo>
                    <a:pt x="3240586" y="4285329"/>
                  </a:lnTo>
                  <a:lnTo>
                    <a:pt x="3183204" y="4273884"/>
                  </a:lnTo>
                  <a:lnTo>
                    <a:pt x="3125911" y="4262647"/>
                  </a:lnTo>
                  <a:lnTo>
                    <a:pt x="3068733" y="4251756"/>
                  </a:lnTo>
                  <a:lnTo>
                    <a:pt x="3011642" y="4241333"/>
                  </a:lnTo>
                  <a:lnTo>
                    <a:pt x="2954528" y="4231478"/>
                  </a:lnTo>
                  <a:lnTo>
                    <a:pt x="2897181" y="4222261"/>
                  </a:lnTo>
                  <a:lnTo>
                    <a:pt x="2839273" y="4213727"/>
                  </a:lnTo>
                  <a:lnTo>
                    <a:pt x="2780330" y="4205896"/>
                  </a:lnTo>
                  <a:lnTo>
                    <a:pt x="2719705" y="4198763"/>
                  </a:lnTo>
                  <a:lnTo>
                    <a:pt x="2702183" y="4196874"/>
                  </a:lnTo>
                  <a:lnTo>
                    <a:pt x="2650257" y="4191719"/>
                  </a:lnTo>
                  <a:lnTo>
                    <a:pt x="2595876" y="4187012"/>
                  </a:lnTo>
                  <a:lnTo>
                    <a:pt x="2538353" y="4182737"/>
                  </a:lnTo>
                  <a:lnTo>
                    <a:pt x="2476935" y="4178863"/>
                  </a:lnTo>
                  <a:lnTo>
                    <a:pt x="2410842" y="4175353"/>
                  </a:lnTo>
                  <a:lnTo>
                    <a:pt x="2339310" y="4172170"/>
                  </a:lnTo>
                  <a:lnTo>
                    <a:pt x="2261641" y="4169277"/>
                  </a:lnTo>
                  <a:lnTo>
                    <a:pt x="2177276" y="4166643"/>
                  </a:lnTo>
                  <a:lnTo>
                    <a:pt x="2085884" y="4164243"/>
                  </a:lnTo>
                  <a:lnTo>
                    <a:pt x="1987482" y="4162057"/>
                  </a:lnTo>
                  <a:lnTo>
                    <a:pt x="1882575" y="4160070"/>
                  </a:lnTo>
                  <a:lnTo>
                    <a:pt x="1772303" y="4158276"/>
                  </a:lnTo>
                  <a:lnTo>
                    <a:pt x="1658567" y="4156672"/>
                  </a:lnTo>
                  <a:lnTo>
                    <a:pt x="1544081" y="4155261"/>
                  </a:lnTo>
                  <a:lnTo>
                    <a:pt x="1432307" y="4154046"/>
                  </a:lnTo>
                  <a:lnTo>
                    <a:pt x="1327212" y="4153031"/>
                  </a:lnTo>
                  <a:lnTo>
                    <a:pt x="1232837" y="4152215"/>
                  </a:lnTo>
                  <a:lnTo>
                    <a:pt x="1152734" y="4151592"/>
                  </a:lnTo>
                  <a:lnTo>
                    <a:pt x="1089377" y="4151146"/>
                  </a:lnTo>
                  <a:lnTo>
                    <a:pt x="1043685" y="4150854"/>
                  </a:lnTo>
                  <a:lnTo>
                    <a:pt x="1014792" y="4150685"/>
                  </a:lnTo>
                  <a:lnTo>
                    <a:pt x="1000062" y="4150607"/>
                  </a:lnTo>
                  <a:lnTo>
                    <a:pt x="995289" y="4150583"/>
                  </a:lnTo>
                  <a:lnTo>
                    <a:pt x="994940" y="4150582"/>
                  </a:lnTo>
                  <a:lnTo>
                    <a:pt x="0" y="4150582"/>
                  </a:lnTo>
                  <a:lnTo>
                    <a:pt x="0" y="41505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8" name="pg1637"/>
            <p:cNvSpPr/>
            <p:nvPr/>
          </p:nvSpPr>
          <p:spPr>
            <a:xfrm>
              <a:off x="1199187" y="1535341"/>
              <a:ext cx="12049831" cy="4328763"/>
            </a:xfrm>
            <a:custGeom>
              <a:avLst/>
              <a:pathLst>
                <a:path w="12049831" h="4328763">
                  <a:moveTo>
                    <a:pt x="0" y="4040528"/>
                  </a:moveTo>
                  <a:lnTo>
                    <a:pt x="994940" y="4040528"/>
                  </a:lnTo>
                  <a:lnTo>
                    <a:pt x="996076" y="4040534"/>
                  </a:lnTo>
                  <a:lnTo>
                    <a:pt x="1003571" y="4040573"/>
                  </a:lnTo>
                  <a:lnTo>
                    <a:pt x="1022565" y="4040681"/>
                  </a:lnTo>
                  <a:lnTo>
                    <a:pt x="1056773" y="4040895"/>
                  </a:lnTo>
                  <a:lnTo>
                    <a:pt x="1108265" y="4041247"/>
                  </a:lnTo>
                  <a:lnTo>
                    <a:pt x="1177311" y="4041768"/>
                  </a:lnTo>
                  <a:lnTo>
                    <a:pt x="1262441" y="4042479"/>
                  </a:lnTo>
                  <a:lnTo>
                    <a:pt x="1360767" y="4043393"/>
                  </a:lnTo>
                  <a:lnTo>
                    <a:pt x="1468509" y="4044515"/>
                  </a:lnTo>
                  <a:lnTo>
                    <a:pt x="1581592" y="4045843"/>
                  </a:lnTo>
                  <a:lnTo>
                    <a:pt x="1696179" y="4047374"/>
                  </a:lnTo>
                  <a:lnTo>
                    <a:pt x="1809035" y="4049103"/>
                  </a:lnTo>
                  <a:lnTo>
                    <a:pt x="1917713" y="4051030"/>
                  </a:lnTo>
                  <a:lnTo>
                    <a:pt x="2020572" y="4053159"/>
                  </a:lnTo>
                  <a:lnTo>
                    <a:pt x="2116698" y="4055499"/>
                  </a:lnTo>
                  <a:lnTo>
                    <a:pt x="2205762" y="4058066"/>
                  </a:lnTo>
                  <a:lnTo>
                    <a:pt x="2287876" y="4060884"/>
                  </a:lnTo>
                  <a:lnTo>
                    <a:pt x="2363457" y="4063982"/>
                  </a:lnTo>
                  <a:lnTo>
                    <a:pt x="2433120" y="4067392"/>
                  </a:lnTo>
                  <a:lnTo>
                    <a:pt x="2497590" y="4071154"/>
                  </a:lnTo>
                  <a:lnTo>
                    <a:pt x="2557642" y="4075307"/>
                  </a:lnTo>
                  <a:lnTo>
                    <a:pt x="2614051" y="4079888"/>
                  </a:lnTo>
                  <a:lnTo>
                    <a:pt x="2667554" y="4084924"/>
                  </a:lnTo>
                  <a:lnTo>
                    <a:pt x="2702183" y="4088568"/>
                  </a:lnTo>
                  <a:lnTo>
                    <a:pt x="2763398" y="4095765"/>
                  </a:lnTo>
                  <a:lnTo>
                    <a:pt x="2822713" y="4103682"/>
                  </a:lnTo>
                  <a:lnTo>
                    <a:pt x="2880829" y="4112327"/>
                  </a:lnTo>
                  <a:lnTo>
                    <a:pt x="2938267" y="4121689"/>
                  </a:lnTo>
                  <a:lnTo>
                    <a:pt x="2995392" y="4131729"/>
                  </a:lnTo>
                  <a:lnTo>
                    <a:pt x="3052445" y="4142381"/>
                  </a:lnTo>
                  <a:lnTo>
                    <a:pt x="3109562" y="4153550"/>
                  </a:lnTo>
                  <a:lnTo>
                    <a:pt x="3166794" y="4165118"/>
                  </a:lnTo>
                  <a:lnTo>
                    <a:pt x="3224126" y="4176942"/>
                  </a:lnTo>
                  <a:lnTo>
                    <a:pt x="3281505" y="4188870"/>
                  </a:lnTo>
                  <a:lnTo>
                    <a:pt x="3338857" y="4200741"/>
                  </a:lnTo>
                  <a:lnTo>
                    <a:pt x="3396122" y="4212399"/>
                  </a:lnTo>
                  <a:lnTo>
                    <a:pt x="3453271" y="4223698"/>
                  </a:lnTo>
                  <a:lnTo>
                    <a:pt x="3510333" y="4234511"/>
                  </a:lnTo>
                  <a:lnTo>
                    <a:pt x="3567417" y="4244739"/>
                  </a:lnTo>
                  <a:lnTo>
                    <a:pt x="3624732" y="4254304"/>
                  </a:lnTo>
                  <a:lnTo>
                    <a:pt x="3682604" y="4263161"/>
                  </a:lnTo>
                  <a:lnTo>
                    <a:pt x="3741504" y="4271290"/>
                  </a:lnTo>
                  <a:lnTo>
                    <a:pt x="3802079" y="4278695"/>
                  </a:lnTo>
                  <a:lnTo>
                    <a:pt x="3820202" y="4280724"/>
                  </a:lnTo>
                  <a:lnTo>
                    <a:pt x="3872127" y="4286073"/>
                  </a:lnTo>
                  <a:lnTo>
                    <a:pt x="3926507" y="4290958"/>
                  </a:lnTo>
                  <a:lnTo>
                    <a:pt x="3984029" y="4295394"/>
                  </a:lnTo>
                  <a:lnTo>
                    <a:pt x="4045446" y="4299414"/>
                  </a:lnTo>
                  <a:lnTo>
                    <a:pt x="4111538" y="4303057"/>
                  </a:lnTo>
                  <a:lnTo>
                    <a:pt x="4183069" y="4306360"/>
                  </a:lnTo>
                  <a:lnTo>
                    <a:pt x="4260736" y="4309362"/>
                  </a:lnTo>
                  <a:lnTo>
                    <a:pt x="4345099" y="4312095"/>
                  </a:lnTo>
                  <a:lnTo>
                    <a:pt x="4436489" y="4314586"/>
                  </a:lnTo>
                  <a:lnTo>
                    <a:pt x="4534888" y="4316855"/>
                  </a:lnTo>
                  <a:lnTo>
                    <a:pt x="4639793" y="4318917"/>
                  </a:lnTo>
                  <a:lnTo>
                    <a:pt x="4750062" y="4320778"/>
                  </a:lnTo>
                  <a:lnTo>
                    <a:pt x="4863797" y="4322443"/>
                  </a:lnTo>
                  <a:lnTo>
                    <a:pt x="4978282" y="4323907"/>
                  </a:lnTo>
                  <a:lnTo>
                    <a:pt x="5090055" y="4325168"/>
                  </a:lnTo>
                  <a:lnTo>
                    <a:pt x="5195150" y="4326221"/>
                  </a:lnTo>
                  <a:lnTo>
                    <a:pt x="5289527" y="4327068"/>
                  </a:lnTo>
                  <a:lnTo>
                    <a:pt x="5369633" y="4327714"/>
                  </a:lnTo>
                  <a:lnTo>
                    <a:pt x="5432994" y="4328177"/>
                  </a:lnTo>
                  <a:lnTo>
                    <a:pt x="5478690" y="4328481"/>
                  </a:lnTo>
                  <a:lnTo>
                    <a:pt x="5507587" y="4328656"/>
                  </a:lnTo>
                  <a:lnTo>
                    <a:pt x="5522321" y="4328737"/>
                  </a:lnTo>
                  <a:lnTo>
                    <a:pt x="5527095" y="4328762"/>
                  </a:lnTo>
                  <a:lnTo>
                    <a:pt x="5527445" y="4328763"/>
                  </a:lnTo>
                  <a:lnTo>
                    <a:pt x="6522385" y="4328763"/>
                  </a:lnTo>
                  <a:lnTo>
                    <a:pt x="6523393" y="4328690"/>
                  </a:lnTo>
                  <a:lnTo>
                    <a:pt x="6530054" y="4328171"/>
                  </a:lnTo>
                  <a:lnTo>
                    <a:pt x="6546989" y="4326736"/>
                  </a:lnTo>
                  <a:lnTo>
                    <a:pt x="6577622" y="4323907"/>
                  </a:lnTo>
                  <a:lnTo>
                    <a:pt x="6624000" y="4319225"/>
                  </a:lnTo>
                  <a:lnTo>
                    <a:pt x="6686651" y="4312287"/>
                  </a:lnTo>
                  <a:lnTo>
                    <a:pt x="6764595" y="4302782"/>
                  </a:lnTo>
                  <a:lnTo>
                    <a:pt x="6855558" y="4290510"/>
                  </a:lnTo>
                  <a:lnTo>
                    <a:pt x="6956371" y="4275376"/>
                  </a:lnTo>
                  <a:lnTo>
                    <a:pt x="7063457" y="4257374"/>
                  </a:lnTo>
                  <a:lnTo>
                    <a:pt x="7173286" y="4236548"/>
                  </a:lnTo>
                  <a:lnTo>
                    <a:pt x="7282744" y="4212955"/>
                  </a:lnTo>
                  <a:lnTo>
                    <a:pt x="7389333" y="4186630"/>
                  </a:lnTo>
                  <a:lnTo>
                    <a:pt x="7491250" y="4157556"/>
                  </a:lnTo>
                  <a:lnTo>
                    <a:pt x="7587354" y="4125646"/>
                  </a:lnTo>
                  <a:lnTo>
                    <a:pt x="7677069" y="4090735"/>
                  </a:lnTo>
                  <a:lnTo>
                    <a:pt x="7760272" y="4052574"/>
                  </a:lnTo>
                  <a:lnTo>
                    <a:pt x="7837164" y="4010833"/>
                  </a:lnTo>
                  <a:lnTo>
                    <a:pt x="7908180" y="3965106"/>
                  </a:lnTo>
                  <a:lnTo>
                    <a:pt x="7973894" y="3914924"/>
                  </a:lnTo>
                  <a:lnTo>
                    <a:pt x="8034963" y="3859776"/>
                  </a:lnTo>
                  <a:lnTo>
                    <a:pt x="8092075" y="3799138"/>
                  </a:lnTo>
                  <a:lnTo>
                    <a:pt x="8145916" y="3732530"/>
                  </a:lnTo>
                  <a:lnTo>
                    <a:pt x="8197130" y="3659599"/>
                  </a:lnTo>
                  <a:lnTo>
                    <a:pt x="8229629" y="3608176"/>
                  </a:lnTo>
                  <a:lnTo>
                    <a:pt x="8266983" y="3544040"/>
                  </a:lnTo>
                  <a:lnTo>
                    <a:pt x="8303521" y="3476001"/>
                  </a:lnTo>
                  <a:lnTo>
                    <a:pt x="8339426" y="3403981"/>
                  </a:lnTo>
                  <a:lnTo>
                    <a:pt x="8374854" y="3327944"/>
                  </a:lnTo>
                  <a:lnTo>
                    <a:pt x="8409934" y="3247897"/>
                  </a:lnTo>
                  <a:lnTo>
                    <a:pt x="8444772" y="3163902"/>
                  </a:lnTo>
                  <a:lnTo>
                    <a:pt x="8479455" y="3076070"/>
                  </a:lnTo>
                  <a:lnTo>
                    <a:pt x="8514050" y="2984571"/>
                  </a:lnTo>
                  <a:lnTo>
                    <a:pt x="8548611" y="2889631"/>
                  </a:lnTo>
                  <a:lnTo>
                    <a:pt x="8583173" y="2791532"/>
                  </a:lnTo>
                  <a:lnTo>
                    <a:pt x="8617763" y="2690612"/>
                  </a:lnTo>
                  <a:lnTo>
                    <a:pt x="8652393" y="2587261"/>
                  </a:lnTo>
                  <a:lnTo>
                    <a:pt x="8687066" y="2481912"/>
                  </a:lnTo>
                  <a:lnTo>
                    <a:pt x="8721779" y="2375040"/>
                  </a:lnTo>
                  <a:lnTo>
                    <a:pt x="8756522" y="2267148"/>
                  </a:lnTo>
                  <a:lnTo>
                    <a:pt x="8791279" y="2158763"/>
                  </a:lnTo>
                  <a:lnTo>
                    <a:pt x="8826035" y="2050418"/>
                  </a:lnTo>
                  <a:lnTo>
                    <a:pt x="8860773" y="1942648"/>
                  </a:lnTo>
                  <a:lnTo>
                    <a:pt x="8895481" y="1835976"/>
                  </a:lnTo>
                  <a:lnTo>
                    <a:pt x="8930148" y="1730901"/>
                  </a:lnTo>
                  <a:lnTo>
                    <a:pt x="8964771" y="1627892"/>
                  </a:lnTo>
                  <a:lnTo>
                    <a:pt x="8999356" y="1527377"/>
                  </a:lnTo>
                  <a:lnTo>
                    <a:pt x="9033916" y="1429737"/>
                  </a:lnTo>
                  <a:lnTo>
                    <a:pt x="9068479" y="1335303"/>
                  </a:lnTo>
                  <a:lnTo>
                    <a:pt x="9103084" y="1244348"/>
                  </a:lnTo>
                  <a:lnTo>
                    <a:pt x="9137785" y="1157090"/>
                  </a:lnTo>
                  <a:lnTo>
                    <a:pt x="9172654" y="1073688"/>
                  </a:lnTo>
                  <a:lnTo>
                    <a:pt x="9207779" y="994248"/>
                  </a:lnTo>
                  <a:lnTo>
                    <a:pt x="9243271" y="918822"/>
                  </a:lnTo>
                  <a:lnTo>
                    <a:pt x="9279262" y="847410"/>
                  </a:lnTo>
                  <a:lnTo>
                    <a:pt x="9315911" y="779970"/>
                  </a:lnTo>
                  <a:lnTo>
                    <a:pt x="9347647" y="725827"/>
                  </a:lnTo>
                  <a:lnTo>
                    <a:pt x="9397454" y="648663"/>
                  </a:lnTo>
                  <a:lnTo>
                    <a:pt x="9449500" y="577928"/>
                  </a:lnTo>
                  <a:lnTo>
                    <a:pt x="9504388" y="513417"/>
                  </a:lnTo>
                  <a:lnTo>
                    <a:pt x="9562780" y="454719"/>
                  </a:lnTo>
                  <a:lnTo>
                    <a:pt x="9625365" y="401334"/>
                  </a:lnTo>
                  <a:lnTo>
                    <a:pt x="9692826" y="352736"/>
                  </a:lnTo>
                  <a:lnTo>
                    <a:pt x="9765798" y="308426"/>
                  </a:lnTo>
                  <a:lnTo>
                    <a:pt x="9844816" y="267955"/>
                  </a:lnTo>
                  <a:lnTo>
                    <a:pt x="9930244" y="230942"/>
                  </a:lnTo>
                  <a:lnTo>
                    <a:pt x="10022185" y="197084"/>
                  </a:lnTo>
                  <a:lnTo>
                    <a:pt x="10120374" y="166162"/>
                  </a:lnTo>
                  <a:lnTo>
                    <a:pt x="10224054" y="138037"/>
                  </a:lnTo>
                  <a:lnTo>
                    <a:pt x="10331865" y="112647"/>
                  </a:lnTo>
                  <a:lnTo>
                    <a:pt x="10441765" y="89998"/>
                  </a:lnTo>
                  <a:lnTo>
                    <a:pt x="10551031" y="70134"/>
                  </a:lnTo>
                  <a:lnTo>
                    <a:pt x="10656374" y="53112"/>
                  </a:lnTo>
                  <a:lnTo>
                    <a:pt x="10754202" y="38964"/>
                  </a:lnTo>
                  <a:lnTo>
                    <a:pt x="10841021" y="27657"/>
                  </a:lnTo>
                  <a:lnTo>
                    <a:pt x="10913917" y="19061"/>
                  </a:lnTo>
                  <a:lnTo>
                    <a:pt x="10971024" y="12937"/>
                  </a:lnTo>
                  <a:lnTo>
                    <a:pt x="11011863" y="8939"/>
                  </a:lnTo>
                  <a:lnTo>
                    <a:pt x="11037493" y="6642"/>
                  </a:lnTo>
                  <a:lnTo>
                    <a:pt x="11050455" y="5575"/>
                  </a:lnTo>
                  <a:lnTo>
                    <a:pt x="11054600" y="526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84" y="72"/>
                  </a:lnTo>
                  <a:lnTo>
                    <a:pt x="11047222" y="592"/>
                  </a:lnTo>
                  <a:lnTo>
                    <a:pt x="11030287" y="2027"/>
                  </a:lnTo>
                  <a:lnTo>
                    <a:pt x="10999655" y="4856"/>
                  </a:lnTo>
                  <a:lnTo>
                    <a:pt x="10953277" y="9538"/>
                  </a:lnTo>
                  <a:lnTo>
                    <a:pt x="10890625" y="16476"/>
                  </a:lnTo>
                  <a:lnTo>
                    <a:pt x="10812682" y="25980"/>
                  </a:lnTo>
                  <a:lnTo>
                    <a:pt x="10721719" y="38253"/>
                  </a:lnTo>
                  <a:lnTo>
                    <a:pt x="10620905" y="53386"/>
                  </a:lnTo>
                  <a:lnTo>
                    <a:pt x="10513820" y="71389"/>
                  </a:lnTo>
                  <a:lnTo>
                    <a:pt x="10403990" y="92215"/>
                  </a:lnTo>
                  <a:lnTo>
                    <a:pt x="10294533" y="115808"/>
                  </a:lnTo>
                  <a:lnTo>
                    <a:pt x="10187944" y="142133"/>
                  </a:lnTo>
                  <a:lnTo>
                    <a:pt x="10086027" y="171207"/>
                  </a:lnTo>
                  <a:lnTo>
                    <a:pt x="9989923" y="203117"/>
                  </a:lnTo>
                  <a:lnTo>
                    <a:pt x="9900207" y="238028"/>
                  </a:lnTo>
                  <a:lnTo>
                    <a:pt x="9817005" y="276188"/>
                  </a:lnTo>
                  <a:lnTo>
                    <a:pt x="9740112" y="317930"/>
                  </a:lnTo>
                  <a:lnTo>
                    <a:pt x="9669097" y="363657"/>
                  </a:lnTo>
                  <a:lnTo>
                    <a:pt x="9603383" y="413838"/>
                  </a:lnTo>
                  <a:lnTo>
                    <a:pt x="9542314" y="468987"/>
                  </a:lnTo>
                  <a:lnTo>
                    <a:pt x="9485201" y="529625"/>
                  </a:lnTo>
                  <a:lnTo>
                    <a:pt x="9431361" y="596232"/>
                  </a:lnTo>
                  <a:lnTo>
                    <a:pt x="9380146" y="669163"/>
                  </a:lnTo>
                  <a:lnTo>
                    <a:pt x="9347647" y="720587"/>
                  </a:lnTo>
                  <a:lnTo>
                    <a:pt x="9310293" y="784723"/>
                  </a:lnTo>
                  <a:lnTo>
                    <a:pt x="9273756" y="852762"/>
                  </a:lnTo>
                  <a:lnTo>
                    <a:pt x="9237850" y="924781"/>
                  </a:lnTo>
                  <a:lnTo>
                    <a:pt x="9202422" y="1000819"/>
                  </a:lnTo>
                  <a:lnTo>
                    <a:pt x="9167342" y="1080866"/>
                  </a:lnTo>
                  <a:lnTo>
                    <a:pt x="9132504" y="1164861"/>
                  </a:lnTo>
                  <a:lnTo>
                    <a:pt x="9097822" y="1252693"/>
                  </a:lnTo>
                  <a:lnTo>
                    <a:pt x="9063226" y="1344192"/>
                  </a:lnTo>
                  <a:lnTo>
                    <a:pt x="9028666" y="1439132"/>
                  </a:lnTo>
                  <a:lnTo>
                    <a:pt x="8994103" y="1537231"/>
                  </a:lnTo>
                  <a:lnTo>
                    <a:pt x="8959514" y="1638151"/>
                  </a:lnTo>
                  <a:lnTo>
                    <a:pt x="8924884" y="1741502"/>
                  </a:lnTo>
                  <a:lnTo>
                    <a:pt x="8890210" y="1846851"/>
                  </a:lnTo>
                  <a:lnTo>
                    <a:pt x="8855497" y="1953723"/>
                  </a:lnTo>
                  <a:lnTo>
                    <a:pt x="8820755" y="2061614"/>
                  </a:lnTo>
                  <a:lnTo>
                    <a:pt x="8785998" y="2170000"/>
                  </a:lnTo>
                  <a:lnTo>
                    <a:pt x="8751242" y="2278345"/>
                  </a:lnTo>
                  <a:lnTo>
                    <a:pt x="8716503" y="2386114"/>
                  </a:lnTo>
                  <a:lnTo>
                    <a:pt x="8681796" y="2492787"/>
                  </a:lnTo>
                  <a:lnTo>
                    <a:pt x="8647129" y="2597862"/>
                  </a:lnTo>
                  <a:lnTo>
                    <a:pt x="8612505" y="2700871"/>
                  </a:lnTo>
                  <a:lnTo>
                    <a:pt x="8577921" y="2801386"/>
                  </a:lnTo>
                  <a:lnTo>
                    <a:pt x="8543360" y="2899025"/>
                  </a:lnTo>
                  <a:lnTo>
                    <a:pt x="8508797" y="2993460"/>
                  </a:lnTo>
                  <a:lnTo>
                    <a:pt x="8474193" y="3084415"/>
                  </a:lnTo>
                  <a:lnTo>
                    <a:pt x="8439491" y="3171673"/>
                  </a:lnTo>
                  <a:lnTo>
                    <a:pt x="8404623" y="3255074"/>
                  </a:lnTo>
                  <a:lnTo>
                    <a:pt x="8369497" y="3334514"/>
                  </a:lnTo>
                  <a:lnTo>
                    <a:pt x="8334006" y="3409941"/>
                  </a:lnTo>
                  <a:lnTo>
                    <a:pt x="8298015" y="3481353"/>
                  </a:lnTo>
                  <a:lnTo>
                    <a:pt x="8261366" y="3548792"/>
                  </a:lnTo>
                  <a:lnTo>
                    <a:pt x="8229629" y="3602935"/>
                  </a:lnTo>
                  <a:lnTo>
                    <a:pt x="8179822" y="3680100"/>
                  </a:lnTo>
                  <a:lnTo>
                    <a:pt x="8127776" y="3750834"/>
                  </a:lnTo>
                  <a:lnTo>
                    <a:pt x="8072889" y="3815346"/>
                  </a:lnTo>
                  <a:lnTo>
                    <a:pt x="8014497" y="3874043"/>
                  </a:lnTo>
                  <a:lnTo>
                    <a:pt x="7951912" y="3927429"/>
                  </a:lnTo>
                  <a:lnTo>
                    <a:pt x="7884450" y="3976027"/>
                  </a:lnTo>
                  <a:lnTo>
                    <a:pt x="7811478" y="4020337"/>
                  </a:lnTo>
                  <a:lnTo>
                    <a:pt x="7732460" y="4060808"/>
                  </a:lnTo>
                  <a:lnTo>
                    <a:pt x="7647033" y="4097821"/>
                  </a:lnTo>
                  <a:lnTo>
                    <a:pt x="7555092" y="4131678"/>
                  </a:lnTo>
                  <a:lnTo>
                    <a:pt x="7456903" y="4162601"/>
                  </a:lnTo>
                  <a:lnTo>
                    <a:pt x="7353223" y="4190726"/>
                  </a:lnTo>
                  <a:lnTo>
                    <a:pt x="7245412" y="4216115"/>
                  </a:lnTo>
                  <a:lnTo>
                    <a:pt x="7135511" y="4238765"/>
                  </a:lnTo>
                  <a:lnTo>
                    <a:pt x="7026245" y="4258629"/>
                  </a:lnTo>
                  <a:lnTo>
                    <a:pt x="6920902" y="4275651"/>
                  </a:lnTo>
                  <a:lnTo>
                    <a:pt x="6823074" y="4289799"/>
                  </a:lnTo>
                  <a:lnTo>
                    <a:pt x="6736256" y="4301106"/>
                  </a:lnTo>
                  <a:lnTo>
                    <a:pt x="6663359" y="4309701"/>
                  </a:lnTo>
                  <a:lnTo>
                    <a:pt x="6606253" y="4315825"/>
                  </a:lnTo>
                  <a:lnTo>
                    <a:pt x="6565413" y="4319823"/>
                  </a:lnTo>
                  <a:lnTo>
                    <a:pt x="6539783" y="4322121"/>
                  </a:lnTo>
                  <a:lnTo>
                    <a:pt x="6526821" y="4323187"/>
                  </a:lnTo>
                  <a:lnTo>
                    <a:pt x="6522676" y="4323502"/>
                  </a:lnTo>
                  <a:lnTo>
                    <a:pt x="6522385" y="4323523"/>
                  </a:lnTo>
                  <a:lnTo>
                    <a:pt x="5527445" y="4323523"/>
                  </a:lnTo>
                  <a:lnTo>
                    <a:pt x="5526309" y="4323517"/>
                  </a:lnTo>
                  <a:lnTo>
                    <a:pt x="5518814" y="4323478"/>
                  </a:lnTo>
                  <a:lnTo>
                    <a:pt x="5499820" y="4323370"/>
                  </a:lnTo>
                  <a:lnTo>
                    <a:pt x="5465612" y="4323156"/>
                  </a:lnTo>
                  <a:lnTo>
                    <a:pt x="5414120" y="4322804"/>
                  </a:lnTo>
                  <a:lnTo>
                    <a:pt x="5345074" y="4322283"/>
                  </a:lnTo>
                  <a:lnTo>
                    <a:pt x="5259944" y="4321572"/>
                  </a:lnTo>
                  <a:lnTo>
                    <a:pt x="5161618" y="4320658"/>
                  </a:lnTo>
                  <a:lnTo>
                    <a:pt x="5053876" y="4319536"/>
                  </a:lnTo>
                  <a:lnTo>
                    <a:pt x="4940793" y="4318208"/>
                  </a:lnTo>
                  <a:lnTo>
                    <a:pt x="4826206" y="4316677"/>
                  </a:lnTo>
                  <a:lnTo>
                    <a:pt x="4713350" y="4314948"/>
                  </a:lnTo>
                  <a:lnTo>
                    <a:pt x="4604672" y="4313021"/>
                  </a:lnTo>
                  <a:lnTo>
                    <a:pt x="4501813" y="4310892"/>
                  </a:lnTo>
                  <a:lnTo>
                    <a:pt x="4405687" y="4308552"/>
                  </a:lnTo>
                  <a:lnTo>
                    <a:pt x="4316623" y="4305985"/>
                  </a:lnTo>
                  <a:lnTo>
                    <a:pt x="4234509" y="4303167"/>
                  </a:lnTo>
                  <a:lnTo>
                    <a:pt x="4158928" y="4300069"/>
                  </a:lnTo>
                  <a:lnTo>
                    <a:pt x="4089265" y="4296659"/>
                  </a:lnTo>
                  <a:lnTo>
                    <a:pt x="4024795" y="4292897"/>
                  </a:lnTo>
                  <a:lnTo>
                    <a:pt x="3964743" y="4288744"/>
                  </a:lnTo>
                  <a:lnTo>
                    <a:pt x="3908334" y="4284163"/>
                  </a:lnTo>
                  <a:lnTo>
                    <a:pt x="3854831" y="4279127"/>
                  </a:lnTo>
                  <a:lnTo>
                    <a:pt x="3820202" y="4275483"/>
                  </a:lnTo>
                  <a:lnTo>
                    <a:pt x="3758987" y="4268286"/>
                  </a:lnTo>
                  <a:lnTo>
                    <a:pt x="3699672" y="4260369"/>
                  </a:lnTo>
                  <a:lnTo>
                    <a:pt x="3641556" y="4251724"/>
                  </a:lnTo>
                  <a:lnTo>
                    <a:pt x="3584118" y="4242362"/>
                  </a:lnTo>
                  <a:lnTo>
                    <a:pt x="3526993" y="4232322"/>
                  </a:lnTo>
                  <a:lnTo>
                    <a:pt x="3469940" y="4221670"/>
                  </a:lnTo>
                  <a:lnTo>
                    <a:pt x="3412823" y="4210501"/>
                  </a:lnTo>
                  <a:lnTo>
                    <a:pt x="3355591" y="4198934"/>
                  </a:lnTo>
                  <a:lnTo>
                    <a:pt x="3298259" y="4187109"/>
                  </a:lnTo>
                  <a:lnTo>
                    <a:pt x="3240880" y="4175181"/>
                  </a:lnTo>
                  <a:lnTo>
                    <a:pt x="3183528" y="4163310"/>
                  </a:lnTo>
                  <a:lnTo>
                    <a:pt x="3126263" y="4151652"/>
                  </a:lnTo>
                  <a:lnTo>
                    <a:pt x="3069114" y="4140353"/>
                  </a:lnTo>
                  <a:lnTo>
                    <a:pt x="3012052" y="4129540"/>
                  </a:lnTo>
                  <a:lnTo>
                    <a:pt x="2954968" y="4119313"/>
                  </a:lnTo>
                  <a:lnTo>
                    <a:pt x="2897653" y="4109747"/>
                  </a:lnTo>
                  <a:lnTo>
                    <a:pt x="2839781" y="4100890"/>
                  </a:lnTo>
                  <a:lnTo>
                    <a:pt x="2780881" y="4092761"/>
                  </a:lnTo>
                  <a:lnTo>
                    <a:pt x="2720306" y="4085356"/>
                  </a:lnTo>
                  <a:lnTo>
                    <a:pt x="2702183" y="4083327"/>
                  </a:lnTo>
                  <a:lnTo>
                    <a:pt x="2650258" y="4077978"/>
                  </a:lnTo>
                  <a:lnTo>
                    <a:pt x="2595878" y="4073093"/>
                  </a:lnTo>
                  <a:lnTo>
                    <a:pt x="2538356" y="4068657"/>
                  </a:lnTo>
                  <a:lnTo>
                    <a:pt x="2476939" y="4064637"/>
                  </a:lnTo>
                  <a:lnTo>
                    <a:pt x="2410847" y="4060994"/>
                  </a:lnTo>
                  <a:lnTo>
                    <a:pt x="2339316" y="4057691"/>
                  </a:lnTo>
                  <a:lnTo>
                    <a:pt x="2261649" y="4054689"/>
                  </a:lnTo>
                  <a:lnTo>
                    <a:pt x="2177286" y="4051956"/>
                  </a:lnTo>
                  <a:lnTo>
                    <a:pt x="2085896" y="4049465"/>
                  </a:lnTo>
                  <a:lnTo>
                    <a:pt x="1987497" y="4047196"/>
                  </a:lnTo>
                  <a:lnTo>
                    <a:pt x="1882592" y="4045134"/>
                  </a:lnTo>
                  <a:lnTo>
                    <a:pt x="1772323" y="4043273"/>
                  </a:lnTo>
                  <a:lnTo>
                    <a:pt x="1658588" y="4041608"/>
                  </a:lnTo>
                  <a:lnTo>
                    <a:pt x="1544103" y="4040144"/>
                  </a:lnTo>
                  <a:lnTo>
                    <a:pt x="1432330" y="4038883"/>
                  </a:lnTo>
                  <a:lnTo>
                    <a:pt x="1327234" y="4037830"/>
                  </a:lnTo>
                  <a:lnTo>
                    <a:pt x="1232858" y="4036983"/>
                  </a:lnTo>
                  <a:lnTo>
                    <a:pt x="1152752" y="4036337"/>
                  </a:lnTo>
                  <a:lnTo>
                    <a:pt x="1089391" y="4035874"/>
                  </a:lnTo>
                  <a:lnTo>
                    <a:pt x="1043695" y="4035570"/>
                  </a:lnTo>
                  <a:lnTo>
                    <a:pt x="1014798" y="4035395"/>
                  </a:lnTo>
                  <a:lnTo>
                    <a:pt x="1000064" y="4035314"/>
                  </a:lnTo>
                  <a:lnTo>
                    <a:pt x="995290" y="4035289"/>
                  </a:lnTo>
                  <a:lnTo>
                    <a:pt x="994940" y="4035288"/>
                  </a:lnTo>
                  <a:lnTo>
                    <a:pt x="0" y="4035288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39" name="pl1638"/>
            <p:cNvSpPr/>
            <p:nvPr/>
          </p:nvSpPr>
          <p:spPr>
            <a:xfrm>
              <a:off x="1199187" y="1540581"/>
              <a:ext cx="12049831" cy="4323523"/>
            </a:xfrm>
            <a:custGeom>
              <a:avLst/>
              <a:pathLst>
                <a:path w="12049831" h="4323523">
                  <a:moveTo>
                    <a:pt x="0" y="4035288"/>
                  </a:moveTo>
                  <a:lnTo>
                    <a:pt x="994940" y="4035288"/>
                  </a:lnTo>
                  <a:lnTo>
                    <a:pt x="996076" y="4035293"/>
                  </a:lnTo>
                  <a:lnTo>
                    <a:pt x="1003571" y="4035332"/>
                  </a:lnTo>
                  <a:lnTo>
                    <a:pt x="1022565" y="4035441"/>
                  </a:lnTo>
                  <a:lnTo>
                    <a:pt x="1056773" y="4035654"/>
                  </a:lnTo>
                  <a:lnTo>
                    <a:pt x="1108265" y="4036007"/>
                  </a:lnTo>
                  <a:lnTo>
                    <a:pt x="1177311" y="4036528"/>
                  </a:lnTo>
                  <a:lnTo>
                    <a:pt x="1262441" y="4037239"/>
                  </a:lnTo>
                  <a:lnTo>
                    <a:pt x="1360767" y="4038153"/>
                  </a:lnTo>
                  <a:lnTo>
                    <a:pt x="1468509" y="4039274"/>
                  </a:lnTo>
                  <a:lnTo>
                    <a:pt x="1581592" y="4040602"/>
                  </a:lnTo>
                  <a:lnTo>
                    <a:pt x="1696179" y="4042133"/>
                  </a:lnTo>
                  <a:lnTo>
                    <a:pt x="1809035" y="4043862"/>
                  </a:lnTo>
                  <a:lnTo>
                    <a:pt x="1917713" y="4045789"/>
                  </a:lnTo>
                  <a:lnTo>
                    <a:pt x="2020572" y="4047918"/>
                  </a:lnTo>
                  <a:lnTo>
                    <a:pt x="2116698" y="4050258"/>
                  </a:lnTo>
                  <a:lnTo>
                    <a:pt x="2205762" y="4052826"/>
                  </a:lnTo>
                  <a:lnTo>
                    <a:pt x="2287876" y="4055644"/>
                  </a:lnTo>
                  <a:lnTo>
                    <a:pt x="2363457" y="4058741"/>
                  </a:lnTo>
                  <a:lnTo>
                    <a:pt x="2433120" y="4062152"/>
                  </a:lnTo>
                  <a:lnTo>
                    <a:pt x="2497590" y="4065914"/>
                  </a:lnTo>
                  <a:lnTo>
                    <a:pt x="2557642" y="4070067"/>
                  </a:lnTo>
                  <a:lnTo>
                    <a:pt x="2614051" y="4074647"/>
                  </a:lnTo>
                  <a:lnTo>
                    <a:pt x="2667554" y="4079683"/>
                  </a:lnTo>
                  <a:lnTo>
                    <a:pt x="2702183" y="4083327"/>
                  </a:lnTo>
                  <a:lnTo>
                    <a:pt x="2763398" y="4090525"/>
                  </a:lnTo>
                  <a:lnTo>
                    <a:pt x="2822713" y="4098441"/>
                  </a:lnTo>
                  <a:lnTo>
                    <a:pt x="2880829" y="4107086"/>
                  </a:lnTo>
                  <a:lnTo>
                    <a:pt x="2938267" y="4116448"/>
                  </a:lnTo>
                  <a:lnTo>
                    <a:pt x="2995392" y="4126488"/>
                  </a:lnTo>
                  <a:lnTo>
                    <a:pt x="3052445" y="4137140"/>
                  </a:lnTo>
                  <a:lnTo>
                    <a:pt x="3109562" y="4148310"/>
                  </a:lnTo>
                  <a:lnTo>
                    <a:pt x="3166794" y="4159877"/>
                  </a:lnTo>
                  <a:lnTo>
                    <a:pt x="3224126" y="4171701"/>
                  </a:lnTo>
                  <a:lnTo>
                    <a:pt x="3281505" y="4183629"/>
                  </a:lnTo>
                  <a:lnTo>
                    <a:pt x="3338857" y="4195500"/>
                  </a:lnTo>
                  <a:lnTo>
                    <a:pt x="3396122" y="4207158"/>
                  </a:lnTo>
                  <a:lnTo>
                    <a:pt x="3453271" y="4218457"/>
                  </a:lnTo>
                  <a:lnTo>
                    <a:pt x="3510333" y="4229271"/>
                  </a:lnTo>
                  <a:lnTo>
                    <a:pt x="3567417" y="4239498"/>
                  </a:lnTo>
                  <a:lnTo>
                    <a:pt x="3624732" y="4249063"/>
                  </a:lnTo>
                  <a:lnTo>
                    <a:pt x="3682604" y="4257920"/>
                  </a:lnTo>
                  <a:lnTo>
                    <a:pt x="3741504" y="4266049"/>
                  </a:lnTo>
                  <a:lnTo>
                    <a:pt x="3802079" y="4273454"/>
                  </a:lnTo>
                  <a:lnTo>
                    <a:pt x="3820202" y="4275483"/>
                  </a:lnTo>
                  <a:lnTo>
                    <a:pt x="3872127" y="4280833"/>
                  </a:lnTo>
                  <a:lnTo>
                    <a:pt x="3926507" y="4285717"/>
                  </a:lnTo>
                  <a:lnTo>
                    <a:pt x="3984029" y="4290153"/>
                  </a:lnTo>
                  <a:lnTo>
                    <a:pt x="4045446" y="4294174"/>
                  </a:lnTo>
                  <a:lnTo>
                    <a:pt x="4111538" y="4297816"/>
                  </a:lnTo>
                  <a:lnTo>
                    <a:pt x="4183069" y="4301120"/>
                  </a:lnTo>
                  <a:lnTo>
                    <a:pt x="4260736" y="4304122"/>
                  </a:lnTo>
                  <a:lnTo>
                    <a:pt x="4345099" y="4306855"/>
                  </a:lnTo>
                  <a:lnTo>
                    <a:pt x="4436489" y="4309345"/>
                  </a:lnTo>
                  <a:lnTo>
                    <a:pt x="4534888" y="4311614"/>
                  </a:lnTo>
                  <a:lnTo>
                    <a:pt x="4639793" y="4313676"/>
                  </a:lnTo>
                  <a:lnTo>
                    <a:pt x="4750062" y="4315538"/>
                  </a:lnTo>
                  <a:lnTo>
                    <a:pt x="4863797" y="4317202"/>
                  </a:lnTo>
                  <a:lnTo>
                    <a:pt x="4978282" y="4318667"/>
                  </a:lnTo>
                  <a:lnTo>
                    <a:pt x="5090055" y="4319927"/>
                  </a:lnTo>
                  <a:lnTo>
                    <a:pt x="5195150" y="4320981"/>
                  </a:lnTo>
                  <a:lnTo>
                    <a:pt x="5289527" y="4321827"/>
                  </a:lnTo>
                  <a:lnTo>
                    <a:pt x="5369633" y="4322474"/>
                  </a:lnTo>
                  <a:lnTo>
                    <a:pt x="5432994" y="4322937"/>
                  </a:lnTo>
                  <a:lnTo>
                    <a:pt x="5478690" y="4323240"/>
                  </a:lnTo>
                  <a:lnTo>
                    <a:pt x="5507587" y="4323415"/>
                  </a:lnTo>
                  <a:lnTo>
                    <a:pt x="5522321" y="4323497"/>
                  </a:lnTo>
                  <a:lnTo>
                    <a:pt x="5527095" y="4323521"/>
                  </a:lnTo>
                  <a:lnTo>
                    <a:pt x="5527445" y="4323523"/>
                  </a:lnTo>
                  <a:lnTo>
                    <a:pt x="6522385" y="4323523"/>
                  </a:lnTo>
                  <a:lnTo>
                    <a:pt x="6523393" y="4323450"/>
                  </a:lnTo>
                  <a:lnTo>
                    <a:pt x="6530054" y="4322930"/>
                  </a:lnTo>
                  <a:lnTo>
                    <a:pt x="6546989" y="4321495"/>
                  </a:lnTo>
                  <a:lnTo>
                    <a:pt x="6577622" y="4318666"/>
                  </a:lnTo>
                  <a:lnTo>
                    <a:pt x="6624000" y="4313984"/>
                  </a:lnTo>
                  <a:lnTo>
                    <a:pt x="6686651" y="4307046"/>
                  </a:lnTo>
                  <a:lnTo>
                    <a:pt x="6764595" y="4297542"/>
                  </a:lnTo>
                  <a:lnTo>
                    <a:pt x="6855558" y="4285269"/>
                  </a:lnTo>
                  <a:lnTo>
                    <a:pt x="6956371" y="4270136"/>
                  </a:lnTo>
                  <a:lnTo>
                    <a:pt x="7063457" y="4252133"/>
                  </a:lnTo>
                  <a:lnTo>
                    <a:pt x="7173286" y="4231307"/>
                  </a:lnTo>
                  <a:lnTo>
                    <a:pt x="7282744" y="4207714"/>
                  </a:lnTo>
                  <a:lnTo>
                    <a:pt x="7389333" y="4181389"/>
                  </a:lnTo>
                  <a:lnTo>
                    <a:pt x="7491250" y="4152315"/>
                  </a:lnTo>
                  <a:lnTo>
                    <a:pt x="7587354" y="4120405"/>
                  </a:lnTo>
                  <a:lnTo>
                    <a:pt x="7677069" y="4085495"/>
                  </a:lnTo>
                  <a:lnTo>
                    <a:pt x="7760272" y="4047334"/>
                  </a:lnTo>
                  <a:lnTo>
                    <a:pt x="7837164" y="4005593"/>
                  </a:lnTo>
                  <a:lnTo>
                    <a:pt x="7908180" y="3959865"/>
                  </a:lnTo>
                  <a:lnTo>
                    <a:pt x="7973894" y="3909684"/>
                  </a:lnTo>
                  <a:lnTo>
                    <a:pt x="8034963" y="3854535"/>
                  </a:lnTo>
                  <a:lnTo>
                    <a:pt x="8092075" y="3793897"/>
                  </a:lnTo>
                  <a:lnTo>
                    <a:pt x="8145916" y="3727290"/>
                  </a:lnTo>
                  <a:lnTo>
                    <a:pt x="8197130" y="3654359"/>
                  </a:lnTo>
                  <a:lnTo>
                    <a:pt x="8229629" y="3602935"/>
                  </a:lnTo>
                  <a:lnTo>
                    <a:pt x="8266983" y="3538799"/>
                  </a:lnTo>
                  <a:lnTo>
                    <a:pt x="8303521" y="3470761"/>
                  </a:lnTo>
                  <a:lnTo>
                    <a:pt x="8339426" y="3398741"/>
                  </a:lnTo>
                  <a:lnTo>
                    <a:pt x="8374854" y="3322703"/>
                  </a:lnTo>
                  <a:lnTo>
                    <a:pt x="8409934" y="3242657"/>
                  </a:lnTo>
                  <a:lnTo>
                    <a:pt x="8444772" y="3158661"/>
                  </a:lnTo>
                  <a:lnTo>
                    <a:pt x="8479455" y="3070829"/>
                  </a:lnTo>
                  <a:lnTo>
                    <a:pt x="8514050" y="2979330"/>
                  </a:lnTo>
                  <a:lnTo>
                    <a:pt x="8548611" y="2884390"/>
                  </a:lnTo>
                  <a:lnTo>
                    <a:pt x="8583173" y="2786291"/>
                  </a:lnTo>
                  <a:lnTo>
                    <a:pt x="8617763" y="2685372"/>
                  </a:lnTo>
                  <a:lnTo>
                    <a:pt x="8652393" y="2582020"/>
                  </a:lnTo>
                  <a:lnTo>
                    <a:pt x="8687066" y="2476671"/>
                  </a:lnTo>
                  <a:lnTo>
                    <a:pt x="8721779" y="2369799"/>
                  </a:lnTo>
                  <a:lnTo>
                    <a:pt x="8756522" y="2261908"/>
                  </a:lnTo>
                  <a:lnTo>
                    <a:pt x="8791279" y="2153522"/>
                  </a:lnTo>
                  <a:lnTo>
                    <a:pt x="8826035" y="2045177"/>
                  </a:lnTo>
                  <a:lnTo>
                    <a:pt x="8860773" y="1937408"/>
                  </a:lnTo>
                  <a:lnTo>
                    <a:pt x="8895481" y="1830735"/>
                  </a:lnTo>
                  <a:lnTo>
                    <a:pt x="8930148" y="1725660"/>
                  </a:lnTo>
                  <a:lnTo>
                    <a:pt x="8964771" y="1622651"/>
                  </a:lnTo>
                  <a:lnTo>
                    <a:pt x="8999356" y="1522136"/>
                  </a:lnTo>
                  <a:lnTo>
                    <a:pt x="9033916" y="1424497"/>
                  </a:lnTo>
                  <a:lnTo>
                    <a:pt x="9068479" y="1330062"/>
                  </a:lnTo>
                  <a:lnTo>
                    <a:pt x="9103084" y="1239108"/>
                  </a:lnTo>
                  <a:lnTo>
                    <a:pt x="9137785" y="1151849"/>
                  </a:lnTo>
                  <a:lnTo>
                    <a:pt x="9172654" y="1068448"/>
                  </a:lnTo>
                  <a:lnTo>
                    <a:pt x="9207779" y="989008"/>
                  </a:lnTo>
                  <a:lnTo>
                    <a:pt x="9243271" y="913581"/>
                  </a:lnTo>
                  <a:lnTo>
                    <a:pt x="9279262" y="842169"/>
                  </a:lnTo>
                  <a:lnTo>
                    <a:pt x="9315911" y="774730"/>
                  </a:lnTo>
                  <a:lnTo>
                    <a:pt x="9347647" y="720587"/>
                  </a:lnTo>
                  <a:lnTo>
                    <a:pt x="9397454" y="643422"/>
                  </a:lnTo>
                  <a:lnTo>
                    <a:pt x="9449500" y="572688"/>
                  </a:lnTo>
                  <a:lnTo>
                    <a:pt x="9504388" y="508176"/>
                  </a:lnTo>
                  <a:lnTo>
                    <a:pt x="9562780" y="449479"/>
                  </a:lnTo>
                  <a:lnTo>
                    <a:pt x="9625365" y="396093"/>
                  </a:lnTo>
                  <a:lnTo>
                    <a:pt x="9692826" y="347495"/>
                  </a:lnTo>
                  <a:lnTo>
                    <a:pt x="9765798" y="303185"/>
                  </a:lnTo>
                  <a:lnTo>
                    <a:pt x="9844816" y="262714"/>
                  </a:lnTo>
                  <a:lnTo>
                    <a:pt x="9930244" y="225701"/>
                  </a:lnTo>
                  <a:lnTo>
                    <a:pt x="10022185" y="191844"/>
                  </a:lnTo>
                  <a:lnTo>
                    <a:pt x="10120374" y="160921"/>
                  </a:lnTo>
                  <a:lnTo>
                    <a:pt x="10224054" y="132796"/>
                  </a:lnTo>
                  <a:lnTo>
                    <a:pt x="10331865" y="107407"/>
                  </a:lnTo>
                  <a:lnTo>
                    <a:pt x="10441765" y="84757"/>
                  </a:lnTo>
                  <a:lnTo>
                    <a:pt x="10551031" y="64893"/>
                  </a:lnTo>
                  <a:lnTo>
                    <a:pt x="10656374" y="47871"/>
                  </a:lnTo>
                  <a:lnTo>
                    <a:pt x="10754202" y="33724"/>
                  </a:lnTo>
                  <a:lnTo>
                    <a:pt x="10841021" y="22416"/>
                  </a:lnTo>
                  <a:lnTo>
                    <a:pt x="10913917" y="13821"/>
                  </a:lnTo>
                  <a:lnTo>
                    <a:pt x="10971024" y="7697"/>
                  </a:lnTo>
                  <a:lnTo>
                    <a:pt x="11011863" y="3699"/>
                  </a:lnTo>
                  <a:lnTo>
                    <a:pt x="11037493" y="1402"/>
                  </a:lnTo>
                  <a:lnTo>
                    <a:pt x="11050455" y="335"/>
                  </a:lnTo>
                  <a:lnTo>
                    <a:pt x="11054600" y="2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0" name="pl1639"/>
            <p:cNvSpPr/>
            <p:nvPr/>
          </p:nvSpPr>
          <p:spPr>
            <a:xfrm>
              <a:off x="1199187" y="1535341"/>
              <a:ext cx="12049831" cy="4323523"/>
            </a:xfrm>
            <a:custGeom>
              <a:avLst/>
              <a:pathLst>
                <a:path w="12049831" h="4323523">
                  <a:moveTo>
                    <a:pt x="12049831" y="0"/>
                  </a:moveTo>
                  <a:lnTo>
                    <a:pt x="11054891" y="0"/>
                  </a:lnTo>
                  <a:lnTo>
                    <a:pt x="11053884" y="72"/>
                  </a:lnTo>
                  <a:lnTo>
                    <a:pt x="11047222" y="592"/>
                  </a:lnTo>
                  <a:lnTo>
                    <a:pt x="11030287" y="2027"/>
                  </a:lnTo>
                  <a:lnTo>
                    <a:pt x="10999655" y="4856"/>
                  </a:lnTo>
                  <a:lnTo>
                    <a:pt x="10953277" y="9538"/>
                  </a:lnTo>
                  <a:lnTo>
                    <a:pt x="10890625" y="16476"/>
                  </a:lnTo>
                  <a:lnTo>
                    <a:pt x="10812682" y="25980"/>
                  </a:lnTo>
                  <a:lnTo>
                    <a:pt x="10721719" y="38253"/>
                  </a:lnTo>
                  <a:lnTo>
                    <a:pt x="10620905" y="53386"/>
                  </a:lnTo>
                  <a:lnTo>
                    <a:pt x="10513820" y="71389"/>
                  </a:lnTo>
                  <a:lnTo>
                    <a:pt x="10403990" y="92215"/>
                  </a:lnTo>
                  <a:lnTo>
                    <a:pt x="10294533" y="115808"/>
                  </a:lnTo>
                  <a:lnTo>
                    <a:pt x="10187944" y="142133"/>
                  </a:lnTo>
                  <a:lnTo>
                    <a:pt x="10086027" y="171207"/>
                  </a:lnTo>
                  <a:lnTo>
                    <a:pt x="9989923" y="203117"/>
                  </a:lnTo>
                  <a:lnTo>
                    <a:pt x="9900207" y="238028"/>
                  </a:lnTo>
                  <a:lnTo>
                    <a:pt x="9817005" y="276188"/>
                  </a:lnTo>
                  <a:lnTo>
                    <a:pt x="9740112" y="317930"/>
                  </a:lnTo>
                  <a:lnTo>
                    <a:pt x="9669097" y="363657"/>
                  </a:lnTo>
                  <a:lnTo>
                    <a:pt x="9603383" y="413838"/>
                  </a:lnTo>
                  <a:lnTo>
                    <a:pt x="9542314" y="468987"/>
                  </a:lnTo>
                  <a:lnTo>
                    <a:pt x="9485201" y="529625"/>
                  </a:lnTo>
                  <a:lnTo>
                    <a:pt x="9431361" y="596232"/>
                  </a:lnTo>
                  <a:lnTo>
                    <a:pt x="9380146" y="669163"/>
                  </a:lnTo>
                  <a:lnTo>
                    <a:pt x="9347647" y="720587"/>
                  </a:lnTo>
                  <a:lnTo>
                    <a:pt x="9310293" y="784723"/>
                  </a:lnTo>
                  <a:lnTo>
                    <a:pt x="9273756" y="852762"/>
                  </a:lnTo>
                  <a:lnTo>
                    <a:pt x="9237850" y="924781"/>
                  </a:lnTo>
                  <a:lnTo>
                    <a:pt x="9202422" y="1000819"/>
                  </a:lnTo>
                  <a:lnTo>
                    <a:pt x="9167342" y="1080866"/>
                  </a:lnTo>
                  <a:lnTo>
                    <a:pt x="9132504" y="1164861"/>
                  </a:lnTo>
                  <a:lnTo>
                    <a:pt x="9097822" y="1252693"/>
                  </a:lnTo>
                  <a:lnTo>
                    <a:pt x="9063226" y="1344192"/>
                  </a:lnTo>
                  <a:lnTo>
                    <a:pt x="9028666" y="1439132"/>
                  </a:lnTo>
                  <a:lnTo>
                    <a:pt x="8994103" y="1537231"/>
                  </a:lnTo>
                  <a:lnTo>
                    <a:pt x="8959514" y="1638151"/>
                  </a:lnTo>
                  <a:lnTo>
                    <a:pt x="8924884" y="1741502"/>
                  </a:lnTo>
                  <a:lnTo>
                    <a:pt x="8890210" y="1846851"/>
                  </a:lnTo>
                  <a:lnTo>
                    <a:pt x="8855497" y="1953723"/>
                  </a:lnTo>
                  <a:lnTo>
                    <a:pt x="8820755" y="2061614"/>
                  </a:lnTo>
                  <a:lnTo>
                    <a:pt x="8785998" y="2170000"/>
                  </a:lnTo>
                  <a:lnTo>
                    <a:pt x="8751242" y="2278345"/>
                  </a:lnTo>
                  <a:lnTo>
                    <a:pt x="8716503" y="2386114"/>
                  </a:lnTo>
                  <a:lnTo>
                    <a:pt x="8681796" y="2492787"/>
                  </a:lnTo>
                  <a:lnTo>
                    <a:pt x="8647129" y="2597862"/>
                  </a:lnTo>
                  <a:lnTo>
                    <a:pt x="8612505" y="2700871"/>
                  </a:lnTo>
                  <a:lnTo>
                    <a:pt x="8577921" y="2801386"/>
                  </a:lnTo>
                  <a:lnTo>
                    <a:pt x="8543360" y="2899025"/>
                  </a:lnTo>
                  <a:lnTo>
                    <a:pt x="8508797" y="2993460"/>
                  </a:lnTo>
                  <a:lnTo>
                    <a:pt x="8474193" y="3084415"/>
                  </a:lnTo>
                  <a:lnTo>
                    <a:pt x="8439491" y="3171673"/>
                  </a:lnTo>
                  <a:lnTo>
                    <a:pt x="8404623" y="3255074"/>
                  </a:lnTo>
                  <a:lnTo>
                    <a:pt x="8369497" y="3334514"/>
                  </a:lnTo>
                  <a:lnTo>
                    <a:pt x="8334006" y="3409941"/>
                  </a:lnTo>
                  <a:lnTo>
                    <a:pt x="8298015" y="3481353"/>
                  </a:lnTo>
                  <a:lnTo>
                    <a:pt x="8261366" y="3548792"/>
                  </a:lnTo>
                  <a:lnTo>
                    <a:pt x="8229629" y="3602935"/>
                  </a:lnTo>
                  <a:lnTo>
                    <a:pt x="8179822" y="3680100"/>
                  </a:lnTo>
                  <a:lnTo>
                    <a:pt x="8127776" y="3750834"/>
                  </a:lnTo>
                  <a:lnTo>
                    <a:pt x="8072889" y="3815346"/>
                  </a:lnTo>
                  <a:lnTo>
                    <a:pt x="8014497" y="3874043"/>
                  </a:lnTo>
                  <a:lnTo>
                    <a:pt x="7951912" y="3927429"/>
                  </a:lnTo>
                  <a:lnTo>
                    <a:pt x="7884450" y="3976027"/>
                  </a:lnTo>
                  <a:lnTo>
                    <a:pt x="7811478" y="4020337"/>
                  </a:lnTo>
                  <a:lnTo>
                    <a:pt x="7732460" y="4060808"/>
                  </a:lnTo>
                  <a:lnTo>
                    <a:pt x="7647033" y="4097821"/>
                  </a:lnTo>
                  <a:lnTo>
                    <a:pt x="7555092" y="4131678"/>
                  </a:lnTo>
                  <a:lnTo>
                    <a:pt x="7456903" y="4162601"/>
                  </a:lnTo>
                  <a:lnTo>
                    <a:pt x="7353223" y="4190726"/>
                  </a:lnTo>
                  <a:lnTo>
                    <a:pt x="7245412" y="4216115"/>
                  </a:lnTo>
                  <a:lnTo>
                    <a:pt x="7135511" y="4238765"/>
                  </a:lnTo>
                  <a:lnTo>
                    <a:pt x="7026245" y="4258629"/>
                  </a:lnTo>
                  <a:lnTo>
                    <a:pt x="6920902" y="4275651"/>
                  </a:lnTo>
                  <a:lnTo>
                    <a:pt x="6823074" y="4289799"/>
                  </a:lnTo>
                  <a:lnTo>
                    <a:pt x="6736256" y="4301106"/>
                  </a:lnTo>
                  <a:lnTo>
                    <a:pt x="6663359" y="4309701"/>
                  </a:lnTo>
                  <a:lnTo>
                    <a:pt x="6606253" y="4315825"/>
                  </a:lnTo>
                  <a:lnTo>
                    <a:pt x="6565413" y="4319823"/>
                  </a:lnTo>
                  <a:lnTo>
                    <a:pt x="6539783" y="4322121"/>
                  </a:lnTo>
                  <a:lnTo>
                    <a:pt x="6526821" y="4323187"/>
                  </a:lnTo>
                  <a:lnTo>
                    <a:pt x="6522676" y="4323502"/>
                  </a:lnTo>
                  <a:lnTo>
                    <a:pt x="6522385" y="4323523"/>
                  </a:lnTo>
                  <a:lnTo>
                    <a:pt x="5527445" y="4323523"/>
                  </a:lnTo>
                  <a:lnTo>
                    <a:pt x="5526309" y="4323517"/>
                  </a:lnTo>
                  <a:lnTo>
                    <a:pt x="5518814" y="4323478"/>
                  </a:lnTo>
                  <a:lnTo>
                    <a:pt x="5499820" y="4323370"/>
                  </a:lnTo>
                  <a:lnTo>
                    <a:pt x="5465612" y="4323156"/>
                  </a:lnTo>
                  <a:lnTo>
                    <a:pt x="5414120" y="4322804"/>
                  </a:lnTo>
                  <a:lnTo>
                    <a:pt x="5345074" y="4322283"/>
                  </a:lnTo>
                  <a:lnTo>
                    <a:pt x="5259944" y="4321572"/>
                  </a:lnTo>
                  <a:lnTo>
                    <a:pt x="5161618" y="4320658"/>
                  </a:lnTo>
                  <a:lnTo>
                    <a:pt x="5053876" y="4319536"/>
                  </a:lnTo>
                  <a:lnTo>
                    <a:pt x="4940793" y="4318208"/>
                  </a:lnTo>
                  <a:lnTo>
                    <a:pt x="4826206" y="4316677"/>
                  </a:lnTo>
                  <a:lnTo>
                    <a:pt x="4713350" y="4314948"/>
                  </a:lnTo>
                  <a:lnTo>
                    <a:pt x="4604672" y="4313021"/>
                  </a:lnTo>
                  <a:lnTo>
                    <a:pt x="4501813" y="4310892"/>
                  </a:lnTo>
                  <a:lnTo>
                    <a:pt x="4405687" y="4308552"/>
                  </a:lnTo>
                  <a:lnTo>
                    <a:pt x="4316623" y="4305985"/>
                  </a:lnTo>
                  <a:lnTo>
                    <a:pt x="4234509" y="4303167"/>
                  </a:lnTo>
                  <a:lnTo>
                    <a:pt x="4158928" y="4300069"/>
                  </a:lnTo>
                  <a:lnTo>
                    <a:pt x="4089265" y="4296659"/>
                  </a:lnTo>
                  <a:lnTo>
                    <a:pt x="4024795" y="4292897"/>
                  </a:lnTo>
                  <a:lnTo>
                    <a:pt x="3964743" y="4288744"/>
                  </a:lnTo>
                  <a:lnTo>
                    <a:pt x="3908334" y="4284163"/>
                  </a:lnTo>
                  <a:lnTo>
                    <a:pt x="3854831" y="4279127"/>
                  </a:lnTo>
                  <a:lnTo>
                    <a:pt x="3820202" y="4275483"/>
                  </a:lnTo>
                  <a:lnTo>
                    <a:pt x="3758987" y="4268286"/>
                  </a:lnTo>
                  <a:lnTo>
                    <a:pt x="3699672" y="4260369"/>
                  </a:lnTo>
                  <a:lnTo>
                    <a:pt x="3641556" y="4251724"/>
                  </a:lnTo>
                  <a:lnTo>
                    <a:pt x="3584118" y="4242362"/>
                  </a:lnTo>
                  <a:lnTo>
                    <a:pt x="3526993" y="4232322"/>
                  </a:lnTo>
                  <a:lnTo>
                    <a:pt x="3469940" y="4221670"/>
                  </a:lnTo>
                  <a:lnTo>
                    <a:pt x="3412823" y="4210501"/>
                  </a:lnTo>
                  <a:lnTo>
                    <a:pt x="3355591" y="4198934"/>
                  </a:lnTo>
                  <a:lnTo>
                    <a:pt x="3298259" y="4187109"/>
                  </a:lnTo>
                  <a:lnTo>
                    <a:pt x="3240880" y="4175181"/>
                  </a:lnTo>
                  <a:lnTo>
                    <a:pt x="3183528" y="4163310"/>
                  </a:lnTo>
                  <a:lnTo>
                    <a:pt x="3126263" y="4151652"/>
                  </a:lnTo>
                  <a:lnTo>
                    <a:pt x="3069114" y="4140353"/>
                  </a:lnTo>
                  <a:lnTo>
                    <a:pt x="3012052" y="4129540"/>
                  </a:lnTo>
                  <a:lnTo>
                    <a:pt x="2954968" y="4119313"/>
                  </a:lnTo>
                  <a:lnTo>
                    <a:pt x="2897653" y="4109747"/>
                  </a:lnTo>
                  <a:lnTo>
                    <a:pt x="2839781" y="4100890"/>
                  </a:lnTo>
                  <a:lnTo>
                    <a:pt x="2780881" y="4092761"/>
                  </a:lnTo>
                  <a:lnTo>
                    <a:pt x="2720306" y="4085356"/>
                  </a:lnTo>
                  <a:lnTo>
                    <a:pt x="2702183" y="4083327"/>
                  </a:lnTo>
                  <a:lnTo>
                    <a:pt x="2650258" y="4077978"/>
                  </a:lnTo>
                  <a:lnTo>
                    <a:pt x="2595878" y="4073093"/>
                  </a:lnTo>
                  <a:lnTo>
                    <a:pt x="2538356" y="4068657"/>
                  </a:lnTo>
                  <a:lnTo>
                    <a:pt x="2476939" y="4064637"/>
                  </a:lnTo>
                  <a:lnTo>
                    <a:pt x="2410847" y="4060994"/>
                  </a:lnTo>
                  <a:lnTo>
                    <a:pt x="2339316" y="4057691"/>
                  </a:lnTo>
                  <a:lnTo>
                    <a:pt x="2261649" y="4054689"/>
                  </a:lnTo>
                  <a:lnTo>
                    <a:pt x="2177286" y="4051956"/>
                  </a:lnTo>
                  <a:lnTo>
                    <a:pt x="2085896" y="4049465"/>
                  </a:lnTo>
                  <a:lnTo>
                    <a:pt x="1987497" y="4047196"/>
                  </a:lnTo>
                  <a:lnTo>
                    <a:pt x="1882592" y="4045134"/>
                  </a:lnTo>
                  <a:lnTo>
                    <a:pt x="1772323" y="4043273"/>
                  </a:lnTo>
                  <a:lnTo>
                    <a:pt x="1658588" y="4041608"/>
                  </a:lnTo>
                  <a:lnTo>
                    <a:pt x="1544103" y="4040144"/>
                  </a:lnTo>
                  <a:lnTo>
                    <a:pt x="1432330" y="4038883"/>
                  </a:lnTo>
                  <a:lnTo>
                    <a:pt x="1327234" y="4037830"/>
                  </a:lnTo>
                  <a:lnTo>
                    <a:pt x="1232858" y="4036983"/>
                  </a:lnTo>
                  <a:lnTo>
                    <a:pt x="1152752" y="4036337"/>
                  </a:lnTo>
                  <a:lnTo>
                    <a:pt x="1089391" y="4035874"/>
                  </a:lnTo>
                  <a:lnTo>
                    <a:pt x="1043695" y="4035570"/>
                  </a:lnTo>
                  <a:lnTo>
                    <a:pt x="1014798" y="4035395"/>
                  </a:lnTo>
                  <a:lnTo>
                    <a:pt x="1000064" y="4035314"/>
                  </a:lnTo>
                  <a:lnTo>
                    <a:pt x="995290" y="4035289"/>
                  </a:lnTo>
                  <a:lnTo>
                    <a:pt x="994940" y="4035288"/>
                  </a:lnTo>
                  <a:lnTo>
                    <a:pt x="0" y="4035288"/>
                  </a:lnTo>
                  <a:lnTo>
                    <a:pt x="0" y="40352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1" name="pg1640"/>
            <p:cNvSpPr/>
            <p:nvPr/>
          </p:nvSpPr>
          <p:spPr>
            <a:xfrm>
              <a:off x="1199187" y="3442932"/>
              <a:ext cx="12049831" cy="2452616"/>
            </a:xfrm>
            <a:custGeom>
              <a:avLst/>
              <a:pathLst>
                <a:path w="12049831" h="2452616">
                  <a:moveTo>
                    <a:pt x="0" y="2138178"/>
                  </a:moveTo>
                  <a:lnTo>
                    <a:pt x="994940" y="2138178"/>
                  </a:lnTo>
                  <a:lnTo>
                    <a:pt x="996075" y="2138184"/>
                  </a:lnTo>
                  <a:lnTo>
                    <a:pt x="1003570" y="2138227"/>
                  </a:lnTo>
                  <a:lnTo>
                    <a:pt x="1022562" y="2138345"/>
                  </a:lnTo>
                  <a:lnTo>
                    <a:pt x="1056767" y="2138578"/>
                  </a:lnTo>
                  <a:lnTo>
                    <a:pt x="1108254" y="2138962"/>
                  </a:lnTo>
                  <a:lnTo>
                    <a:pt x="1177294" y="2139531"/>
                  </a:lnTo>
                  <a:lnTo>
                    <a:pt x="1262417" y="2140306"/>
                  </a:lnTo>
                  <a:lnTo>
                    <a:pt x="1360736" y="2141303"/>
                  </a:lnTo>
                  <a:lnTo>
                    <a:pt x="1468471" y="2142527"/>
                  </a:lnTo>
                  <a:lnTo>
                    <a:pt x="1581549" y="2143975"/>
                  </a:lnTo>
                  <a:lnTo>
                    <a:pt x="1696132" y="2145645"/>
                  </a:lnTo>
                  <a:lnTo>
                    <a:pt x="1808985" y="2147531"/>
                  </a:lnTo>
                  <a:lnTo>
                    <a:pt x="1917661" y="2149633"/>
                  </a:lnTo>
                  <a:lnTo>
                    <a:pt x="2020520" y="2151955"/>
                  </a:lnTo>
                  <a:lnTo>
                    <a:pt x="2116646" y="2154508"/>
                  </a:lnTo>
                  <a:lnTo>
                    <a:pt x="2205711" y="2157309"/>
                  </a:lnTo>
                  <a:lnTo>
                    <a:pt x="2287826" y="2160383"/>
                  </a:lnTo>
                  <a:lnTo>
                    <a:pt x="2363408" y="2163761"/>
                  </a:lnTo>
                  <a:lnTo>
                    <a:pt x="2433072" y="2167481"/>
                  </a:lnTo>
                  <a:lnTo>
                    <a:pt x="2497543" y="2171585"/>
                  </a:lnTo>
                  <a:lnTo>
                    <a:pt x="2557596" y="2176115"/>
                  </a:lnTo>
                  <a:lnTo>
                    <a:pt x="2614006" y="2181111"/>
                  </a:lnTo>
                  <a:lnTo>
                    <a:pt x="2667509" y="2186605"/>
                  </a:lnTo>
                  <a:lnTo>
                    <a:pt x="2702183" y="2190585"/>
                  </a:lnTo>
                  <a:lnTo>
                    <a:pt x="2763317" y="2198426"/>
                  </a:lnTo>
                  <a:lnTo>
                    <a:pt x="2822553" y="2207048"/>
                  </a:lnTo>
                  <a:lnTo>
                    <a:pt x="2880594" y="2216464"/>
                  </a:lnTo>
                  <a:lnTo>
                    <a:pt x="2937956" y="2226659"/>
                  </a:lnTo>
                  <a:lnTo>
                    <a:pt x="2995004" y="2237593"/>
                  </a:lnTo>
                  <a:lnTo>
                    <a:pt x="3051980" y="2249193"/>
                  </a:lnTo>
                  <a:lnTo>
                    <a:pt x="3109018" y="2261357"/>
                  </a:lnTo>
                  <a:lnTo>
                    <a:pt x="3166171" y="2273955"/>
                  </a:lnTo>
                  <a:lnTo>
                    <a:pt x="3223425" y="2286834"/>
                  </a:lnTo>
                  <a:lnTo>
                    <a:pt x="3280725" y="2299829"/>
                  </a:lnTo>
                  <a:lnTo>
                    <a:pt x="3338000" y="2312763"/>
                  </a:lnTo>
                  <a:lnTo>
                    <a:pt x="3395189" y="2325468"/>
                  </a:lnTo>
                  <a:lnTo>
                    <a:pt x="3452262" y="2337786"/>
                  </a:lnTo>
                  <a:lnTo>
                    <a:pt x="3509248" y="2349577"/>
                  </a:lnTo>
                  <a:lnTo>
                    <a:pt x="3566252" y="2360732"/>
                  </a:lnTo>
                  <a:lnTo>
                    <a:pt x="3623481" y="2371169"/>
                  </a:lnTo>
                  <a:lnTo>
                    <a:pt x="3681257" y="2380836"/>
                  </a:lnTo>
                  <a:lnTo>
                    <a:pt x="3740047" y="2389710"/>
                  </a:lnTo>
                  <a:lnTo>
                    <a:pt x="3800487" y="2397797"/>
                  </a:lnTo>
                  <a:lnTo>
                    <a:pt x="3820202" y="2400210"/>
                  </a:lnTo>
                  <a:lnTo>
                    <a:pt x="3872125" y="2406045"/>
                  </a:lnTo>
                  <a:lnTo>
                    <a:pt x="3926503" y="2411373"/>
                  </a:lnTo>
                  <a:lnTo>
                    <a:pt x="3984023" y="2416213"/>
                  </a:lnTo>
                  <a:lnTo>
                    <a:pt x="4045437" y="2420599"/>
                  </a:lnTo>
                  <a:lnTo>
                    <a:pt x="4111525" y="2424572"/>
                  </a:lnTo>
                  <a:lnTo>
                    <a:pt x="4183052" y="2428176"/>
                  </a:lnTo>
                  <a:lnTo>
                    <a:pt x="4260714" y="2431451"/>
                  </a:lnTo>
                  <a:lnTo>
                    <a:pt x="4345072" y="2434432"/>
                  </a:lnTo>
                  <a:lnTo>
                    <a:pt x="4436457" y="2437149"/>
                  </a:lnTo>
                  <a:lnTo>
                    <a:pt x="4534850" y="2439625"/>
                  </a:lnTo>
                  <a:lnTo>
                    <a:pt x="4639748" y="2441874"/>
                  </a:lnTo>
                  <a:lnTo>
                    <a:pt x="4750012" y="2443905"/>
                  </a:lnTo>
                  <a:lnTo>
                    <a:pt x="4863741" y="2445720"/>
                  </a:lnTo>
                  <a:lnTo>
                    <a:pt x="4978222" y="2447318"/>
                  </a:lnTo>
                  <a:lnTo>
                    <a:pt x="5089993" y="2448694"/>
                  </a:lnTo>
                  <a:lnTo>
                    <a:pt x="5195090" y="2449843"/>
                  </a:lnTo>
                  <a:lnTo>
                    <a:pt x="5289471" y="2450766"/>
                  </a:lnTo>
                  <a:lnTo>
                    <a:pt x="5369584" y="2451472"/>
                  </a:lnTo>
                  <a:lnTo>
                    <a:pt x="5432955" y="2451977"/>
                  </a:lnTo>
                  <a:lnTo>
                    <a:pt x="5478662" y="2452308"/>
                  </a:lnTo>
                  <a:lnTo>
                    <a:pt x="5507570" y="2452499"/>
                  </a:lnTo>
                  <a:lnTo>
                    <a:pt x="5522313" y="2452588"/>
                  </a:lnTo>
                  <a:lnTo>
                    <a:pt x="5527094" y="2452614"/>
                  </a:lnTo>
                  <a:lnTo>
                    <a:pt x="5527445" y="2452616"/>
                  </a:lnTo>
                  <a:lnTo>
                    <a:pt x="6522385" y="2452616"/>
                  </a:lnTo>
                  <a:lnTo>
                    <a:pt x="6523476" y="2452571"/>
                  </a:lnTo>
                  <a:lnTo>
                    <a:pt x="6530681" y="2452252"/>
                  </a:lnTo>
                  <a:lnTo>
                    <a:pt x="6548959" y="2451370"/>
                  </a:lnTo>
                  <a:lnTo>
                    <a:pt x="6581926" y="2449632"/>
                  </a:lnTo>
                  <a:lnTo>
                    <a:pt x="6631650" y="2446757"/>
                  </a:lnTo>
                  <a:lnTo>
                    <a:pt x="6698496" y="2442506"/>
                  </a:lnTo>
                  <a:lnTo>
                    <a:pt x="6781168" y="2436697"/>
                  </a:lnTo>
                  <a:lnTo>
                    <a:pt x="6876996" y="2429219"/>
                  </a:lnTo>
                  <a:lnTo>
                    <a:pt x="6982411" y="2420026"/>
                  </a:lnTo>
                  <a:lnTo>
                    <a:pt x="7093504" y="2409124"/>
                  </a:lnTo>
                  <a:lnTo>
                    <a:pt x="7206538" y="2396544"/>
                  </a:lnTo>
                  <a:lnTo>
                    <a:pt x="7318310" y="2382319"/>
                  </a:lnTo>
                  <a:lnTo>
                    <a:pt x="7426348" y="2366461"/>
                  </a:lnTo>
                  <a:lnTo>
                    <a:pt x="7528951" y="2348948"/>
                  </a:lnTo>
                  <a:lnTo>
                    <a:pt x="7625122" y="2329707"/>
                  </a:lnTo>
                  <a:lnTo>
                    <a:pt x="7714446" y="2308617"/>
                  </a:lnTo>
                  <a:lnTo>
                    <a:pt x="7796954" y="2285504"/>
                  </a:lnTo>
                  <a:lnTo>
                    <a:pt x="7872991" y="2260144"/>
                  </a:lnTo>
                  <a:lnTo>
                    <a:pt x="7943109" y="2232266"/>
                  </a:lnTo>
                  <a:lnTo>
                    <a:pt x="8007986" y="2201569"/>
                  </a:lnTo>
                  <a:lnTo>
                    <a:pt x="8068358" y="2167732"/>
                  </a:lnTo>
                  <a:lnTo>
                    <a:pt x="8124972" y="2130442"/>
                  </a:lnTo>
                  <a:lnTo>
                    <a:pt x="8178551" y="2089445"/>
                  </a:lnTo>
                  <a:lnTo>
                    <a:pt x="8229629" y="2044720"/>
                  </a:lnTo>
                  <a:lnTo>
                    <a:pt x="8276195" y="1998987"/>
                  </a:lnTo>
                  <a:lnTo>
                    <a:pt x="8321559" y="1949782"/>
                  </a:lnTo>
                  <a:lnTo>
                    <a:pt x="8366059" y="1897035"/>
                  </a:lnTo>
                  <a:lnTo>
                    <a:pt x="8409966" y="1840738"/>
                  </a:lnTo>
                  <a:lnTo>
                    <a:pt x="8453494" y="1780948"/>
                  </a:lnTo>
                  <a:lnTo>
                    <a:pt x="8496808" y="1717800"/>
                  </a:lnTo>
                  <a:lnTo>
                    <a:pt x="8540027" y="1651503"/>
                  </a:lnTo>
                  <a:lnTo>
                    <a:pt x="8583237" y="1582346"/>
                  </a:lnTo>
                  <a:lnTo>
                    <a:pt x="8626488" y="1510697"/>
                  </a:lnTo>
                  <a:lnTo>
                    <a:pt x="8669804" y="1436991"/>
                  </a:lnTo>
                  <a:lnTo>
                    <a:pt x="8713186" y="1361726"/>
                  </a:lnTo>
                  <a:lnTo>
                    <a:pt x="8756618" y="1285448"/>
                  </a:lnTo>
                  <a:lnTo>
                    <a:pt x="8800073" y="1208734"/>
                  </a:lnTo>
                  <a:lnTo>
                    <a:pt x="8843519" y="1132177"/>
                  </a:lnTo>
                  <a:lnTo>
                    <a:pt x="8886927" y="1056361"/>
                  </a:lnTo>
                  <a:lnTo>
                    <a:pt x="8930275" y="981851"/>
                  </a:lnTo>
                  <a:lnTo>
                    <a:pt x="8973556" y="909169"/>
                  </a:lnTo>
                  <a:lnTo>
                    <a:pt x="9016781" y="838782"/>
                  </a:lnTo>
                  <a:lnTo>
                    <a:pt x="9059987" y="771089"/>
                  </a:lnTo>
                  <a:lnTo>
                    <a:pt x="9103244" y="706418"/>
                  </a:lnTo>
                  <a:lnTo>
                    <a:pt x="9146652" y="645016"/>
                  </a:lnTo>
                  <a:lnTo>
                    <a:pt x="9190356" y="587052"/>
                  </a:lnTo>
                  <a:lnTo>
                    <a:pt x="9234546" y="532620"/>
                  </a:lnTo>
                  <a:lnTo>
                    <a:pt x="9279462" y="481742"/>
                  </a:lnTo>
                  <a:lnTo>
                    <a:pt x="9325412" y="434377"/>
                  </a:lnTo>
                  <a:lnTo>
                    <a:pt x="9347647" y="413136"/>
                  </a:lnTo>
                  <a:lnTo>
                    <a:pt x="9398852" y="368308"/>
                  </a:lnTo>
                  <a:lnTo>
                    <a:pt x="9452437" y="327320"/>
                  </a:lnTo>
                  <a:lnTo>
                    <a:pt x="9509060" y="290039"/>
                  </a:lnTo>
                  <a:lnTo>
                    <a:pt x="9569441" y="256209"/>
                  </a:lnTo>
                  <a:lnTo>
                    <a:pt x="9634330" y="225520"/>
                  </a:lnTo>
                  <a:lnTo>
                    <a:pt x="9704462" y="197649"/>
                  </a:lnTo>
                  <a:lnTo>
                    <a:pt x="9780514" y="172294"/>
                  </a:lnTo>
                  <a:lnTo>
                    <a:pt x="9863037" y="149186"/>
                  </a:lnTo>
                  <a:lnTo>
                    <a:pt x="9952378" y="128101"/>
                  </a:lnTo>
                  <a:lnTo>
                    <a:pt x="10048565" y="108864"/>
                  </a:lnTo>
                  <a:lnTo>
                    <a:pt x="10151183" y="91355"/>
                  </a:lnTo>
                  <a:lnTo>
                    <a:pt x="10259232" y="75501"/>
                  </a:lnTo>
                  <a:lnTo>
                    <a:pt x="10371011" y="61280"/>
                  </a:lnTo>
                  <a:lnTo>
                    <a:pt x="10484044" y="48704"/>
                  </a:lnTo>
                  <a:lnTo>
                    <a:pt x="10595128" y="37806"/>
                  </a:lnTo>
                  <a:lnTo>
                    <a:pt x="10700524" y="28617"/>
                  </a:lnTo>
                  <a:lnTo>
                    <a:pt x="10796325" y="21143"/>
                  </a:lnTo>
                  <a:lnTo>
                    <a:pt x="10878962" y="15338"/>
                  </a:lnTo>
                  <a:lnTo>
                    <a:pt x="10945767" y="11090"/>
                  </a:lnTo>
                  <a:lnTo>
                    <a:pt x="10995449" y="8219"/>
                  </a:lnTo>
                  <a:lnTo>
                    <a:pt x="11028378" y="6483"/>
                  </a:lnTo>
                  <a:lnTo>
                    <a:pt x="11046624" y="5603"/>
                  </a:lnTo>
                  <a:lnTo>
                    <a:pt x="11053808" y="528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0" y="44"/>
                  </a:lnTo>
                  <a:lnTo>
                    <a:pt x="11046595" y="364"/>
                  </a:lnTo>
                  <a:lnTo>
                    <a:pt x="11028317" y="1246"/>
                  </a:lnTo>
                  <a:lnTo>
                    <a:pt x="10995350" y="2984"/>
                  </a:lnTo>
                  <a:lnTo>
                    <a:pt x="10945626" y="5858"/>
                  </a:lnTo>
                  <a:lnTo>
                    <a:pt x="10878781" y="10109"/>
                  </a:lnTo>
                  <a:lnTo>
                    <a:pt x="10796108" y="15918"/>
                  </a:lnTo>
                  <a:lnTo>
                    <a:pt x="10700280" y="23397"/>
                  </a:lnTo>
                  <a:lnTo>
                    <a:pt x="10594865" y="32589"/>
                  </a:lnTo>
                  <a:lnTo>
                    <a:pt x="10483772" y="43492"/>
                  </a:lnTo>
                  <a:lnTo>
                    <a:pt x="10370738" y="56072"/>
                  </a:lnTo>
                  <a:lnTo>
                    <a:pt x="10258966" y="70297"/>
                  </a:lnTo>
                  <a:lnTo>
                    <a:pt x="10150928" y="86154"/>
                  </a:lnTo>
                  <a:lnTo>
                    <a:pt x="10048325" y="103668"/>
                  </a:lnTo>
                  <a:lnTo>
                    <a:pt x="9952154" y="122909"/>
                  </a:lnTo>
                  <a:lnTo>
                    <a:pt x="9862830" y="143998"/>
                  </a:lnTo>
                  <a:lnTo>
                    <a:pt x="9780323" y="167111"/>
                  </a:lnTo>
                  <a:lnTo>
                    <a:pt x="9704286" y="192472"/>
                  </a:lnTo>
                  <a:lnTo>
                    <a:pt x="9634167" y="220349"/>
                  </a:lnTo>
                  <a:lnTo>
                    <a:pt x="9569290" y="251046"/>
                  </a:lnTo>
                  <a:lnTo>
                    <a:pt x="9508919" y="284884"/>
                  </a:lnTo>
                  <a:lnTo>
                    <a:pt x="9452305" y="322173"/>
                  </a:lnTo>
                  <a:lnTo>
                    <a:pt x="9398726" y="363171"/>
                  </a:lnTo>
                  <a:lnTo>
                    <a:pt x="9347647" y="407896"/>
                  </a:lnTo>
                  <a:lnTo>
                    <a:pt x="9301081" y="453629"/>
                  </a:lnTo>
                  <a:lnTo>
                    <a:pt x="9255718" y="502833"/>
                  </a:lnTo>
                  <a:lnTo>
                    <a:pt x="9211217" y="555580"/>
                  </a:lnTo>
                  <a:lnTo>
                    <a:pt x="9167310" y="611878"/>
                  </a:lnTo>
                  <a:lnTo>
                    <a:pt x="9123782" y="671668"/>
                  </a:lnTo>
                  <a:lnTo>
                    <a:pt x="9080469" y="734816"/>
                  </a:lnTo>
                  <a:lnTo>
                    <a:pt x="9037249" y="801113"/>
                  </a:lnTo>
                  <a:lnTo>
                    <a:pt x="8994040" y="870269"/>
                  </a:lnTo>
                  <a:lnTo>
                    <a:pt x="8950788" y="941919"/>
                  </a:lnTo>
                  <a:lnTo>
                    <a:pt x="8907472" y="1015625"/>
                  </a:lnTo>
                  <a:lnTo>
                    <a:pt x="8864091" y="1090890"/>
                  </a:lnTo>
                  <a:lnTo>
                    <a:pt x="8820659" y="1167168"/>
                  </a:lnTo>
                  <a:lnTo>
                    <a:pt x="8777204" y="1243881"/>
                  </a:lnTo>
                  <a:lnTo>
                    <a:pt x="8733758" y="1320439"/>
                  </a:lnTo>
                  <a:lnTo>
                    <a:pt x="8690349" y="1396254"/>
                  </a:lnTo>
                  <a:lnTo>
                    <a:pt x="8647001" y="1470764"/>
                  </a:lnTo>
                  <a:lnTo>
                    <a:pt x="8603721" y="1543447"/>
                  </a:lnTo>
                  <a:lnTo>
                    <a:pt x="8560496" y="1613834"/>
                  </a:lnTo>
                  <a:lnTo>
                    <a:pt x="8517289" y="1681526"/>
                  </a:lnTo>
                  <a:lnTo>
                    <a:pt x="8474033" y="1746198"/>
                  </a:lnTo>
                  <a:lnTo>
                    <a:pt x="8430624" y="1807600"/>
                  </a:lnTo>
                  <a:lnTo>
                    <a:pt x="8386920" y="1865564"/>
                  </a:lnTo>
                  <a:lnTo>
                    <a:pt x="8342731" y="1919996"/>
                  </a:lnTo>
                  <a:lnTo>
                    <a:pt x="8297814" y="1970874"/>
                  </a:lnTo>
                  <a:lnTo>
                    <a:pt x="8251865" y="2018239"/>
                  </a:lnTo>
                  <a:lnTo>
                    <a:pt x="8229629" y="2039480"/>
                  </a:lnTo>
                  <a:lnTo>
                    <a:pt x="8178424" y="2084308"/>
                  </a:lnTo>
                  <a:lnTo>
                    <a:pt x="8124839" y="2125296"/>
                  </a:lnTo>
                  <a:lnTo>
                    <a:pt x="8068217" y="2162577"/>
                  </a:lnTo>
                  <a:lnTo>
                    <a:pt x="8007836" y="2196406"/>
                  </a:lnTo>
                  <a:lnTo>
                    <a:pt x="7942947" y="2227096"/>
                  </a:lnTo>
                  <a:lnTo>
                    <a:pt x="7872815" y="2254967"/>
                  </a:lnTo>
                  <a:lnTo>
                    <a:pt x="7796763" y="2280322"/>
                  </a:lnTo>
                  <a:lnTo>
                    <a:pt x="7714239" y="2303430"/>
                  </a:lnTo>
                  <a:lnTo>
                    <a:pt x="7624898" y="2324515"/>
                  </a:lnTo>
                  <a:lnTo>
                    <a:pt x="7528711" y="2343751"/>
                  </a:lnTo>
                  <a:lnTo>
                    <a:pt x="7426094" y="2361261"/>
                  </a:lnTo>
                  <a:lnTo>
                    <a:pt x="7318044" y="2377114"/>
                  </a:lnTo>
                  <a:lnTo>
                    <a:pt x="7206266" y="2391336"/>
                  </a:lnTo>
                  <a:lnTo>
                    <a:pt x="7093233" y="2403912"/>
                  </a:lnTo>
                  <a:lnTo>
                    <a:pt x="6982148" y="2414810"/>
                  </a:lnTo>
                  <a:lnTo>
                    <a:pt x="6876752" y="2423999"/>
                  </a:lnTo>
                  <a:lnTo>
                    <a:pt x="6780952" y="2431473"/>
                  </a:lnTo>
                  <a:lnTo>
                    <a:pt x="6698314" y="2437278"/>
                  </a:lnTo>
                  <a:lnTo>
                    <a:pt x="6631509" y="2441525"/>
                  </a:lnTo>
                  <a:lnTo>
                    <a:pt x="6581827" y="2444397"/>
                  </a:lnTo>
                  <a:lnTo>
                    <a:pt x="6548898" y="2446133"/>
                  </a:lnTo>
                  <a:lnTo>
                    <a:pt x="6530652" y="2447013"/>
                  </a:lnTo>
                  <a:lnTo>
                    <a:pt x="6523469" y="2447331"/>
                  </a:lnTo>
                  <a:lnTo>
                    <a:pt x="6522385" y="2447376"/>
                  </a:lnTo>
                  <a:lnTo>
                    <a:pt x="5527445" y="2447376"/>
                  </a:lnTo>
                  <a:lnTo>
                    <a:pt x="5526310" y="2447370"/>
                  </a:lnTo>
                  <a:lnTo>
                    <a:pt x="5518815" y="2447327"/>
                  </a:lnTo>
                  <a:lnTo>
                    <a:pt x="5499823" y="2447209"/>
                  </a:lnTo>
                  <a:lnTo>
                    <a:pt x="5465618" y="2446976"/>
                  </a:lnTo>
                  <a:lnTo>
                    <a:pt x="5414131" y="2446591"/>
                  </a:lnTo>
                  <a:lnTo>
                    <a:pt x="5345091" y="2446023"/>
                  </a:lnTo>
                  <a:lnTo>
                    <a:pt x="5259968" y="2445247"/>
                  </a:lnTo>
                  <a:lnTo>
                    <a:pt x="5161649" y="2444251"/>
                  </a:lnTo>
                  <a:lnTo>
                    <a:pt x="5053914" y="2443027"/>
                  </a:lnTo>
                  <a:lnTo>
                    <a:pt x="4940836" y="2441578"/>
                  </a:lnTo>
                  <a:lnTo>
                    <a:pt x="4826253" y="2439909"/>
                  </a:lnTo>
                  <a:lnTo>
                    <a:pt x="4713400" y="2438022"/>
                  </a:lnTo>
                  <a:lnTo>
                    <a:pt x="4604724" y="2435920"/>
                  </a:lnTo>
                  <a:lnTo>
                    <a:pt x="4501865" y="2433599"/>
                  </a:lnTo>
                  <a:lnTo>
                    <a:pt x="4405739" y="2431046"/>
                  </a:lnTo>
                  <a:lnTo>
                    <a:pt x="4316674" y="2428245"/>
                  </a:lnTo>
                  <a:lnTo>
                    <a:pt x="4234559" y="2425171"/>
                  </a:lnTo>
                  <a:lnTo>
                    <a:pt x="4158977" y="2421793"/>
                  </a:lnTo>
                  <a:lnTo>
                    <a:pt x="4089313" y="2418072"/>
                  </a:lnTo>
                  <a:lnTo>
                    <a:pt x="4024842" y="2413969"/>
                  </a:lnTo>
                  <a:lnTo>
                    <a:pt x="3964789" y="2409439"/>
                  </a:lnTo>
                  <a:lnTo>
                    <a:pt x="3908379" y="2404442"/>
                  </a:lnTo>
                  <a:lnTo>
                    <a:pt x="3854876" y="2398949"/>
                  </a:lnTo>
                  <a:lnTo>
                    <a:pt x="3820202" y="2394969"/>
                  </a:lnTo>
                  <a:lnTo>
                    <a:pt x="3759068" y="2387128"/>
                  </a:lnTo>
                  <a:lnTo>
                    <a:pt x="3699832" y="2378506"/>
                  </a:lnTo>
                  <a:lnTo>
                    <a:pt x="3641791" y="2369090"/>
                  </a:lnTo>
                  <a:lnTo>
                    <a:pt x="3584429" y="2358895"/>
                  </a:lnTo>
                  <a:lnTo>
                    <a:pt x="3527381" y="2347961"/>
                  </a:lnTo>
                  <a:lnTo>
                    <a:pt x="3470405" y="2336361"/>
                  </a:lnTo>
                  <a:lnTo>
                    <a:pt x="3413367" y="2324197"/>
                  </a:lnTo>
                  <a:lnTo>
                    <a:pt x="3356214" y="2311599"/>
                  </a:lnTo>
                  <a:lnTo>
                    <a:pt x="3298960" y="2298719"/>
                  </a:lnTo>
                  <a:lnTo>
                    <a:pt x="3241660" y="2285725"/>
                  </a:lnTo>
                  <a:lnTo>
                    <a:pt x="3184385" y="2272790"/>
                  </a:lnTo>
                  <a:lnTo>
                    <a:pt x="3127196" y="2260085"/>
                  </a:lnTo>
                  <a:lnTo>
                    <a:pt x="3070123" y="2247768"/>
                  </a:lnTo>
                  <a:lnTo>
                    <a:pt x="3013137" y="2235976"/>
                  </a:lnTo>
                  <a:lnTo>
                    <a:pt x="2956133" y="2224821"/>
                  </a:lnTo>
                  <a:lnTo>
                    <a:pt x="2898904" y="2214385"/>
                  </a:lnTo>
                  <a:lnTo>
                    <a:pt x="2841128" y="2204718"/>
                  </a:lnTo>
                  <a:lnTo>
                    <a:pt x="2782338" y="2195844"/>
                  </a:lnTo>
                  <a:lnTo>
                    <a:pt x="2721898" y="2187756"/>
                  </a:lnTo>
                  <a:lnTo>
                    <a:pt x="2702183" y="2185344"/>
                  </a:lnTo>
                  <a:lnTo>
                    <a:pt x="2650260" y="2179509"/>
                  </a:lnTo>
                  <a:lnTo>
                    <a:pt x="2595882" y="2174180"/>
                  </a:lnTo>
                  <a:lnTo>
                    <a:pt x="2538362" y="2169341"/>
                  </a:lnTo>
                  <a:lnTo>
                    <a:pt x="2476948" y="2164955"/>
                  </a:lnTo>
                  <a:lnTo>
                    <a:pt x="2410860" y="2160982"/>
                  </a:lnTo>
                  <a:lnTo>
                    <a:pt x="2339333" y="2157378"/>
                  </a:lnTo>
                  <a:lnTo>
                    <a:pt x="2261671" y="2154103"/>
                  </a:lnTo>
                  <a:lnTo>
                    <a:pt x="2177313" y="2151122"/>
                  </a:lnTo>
                  <a:lnTo>
                    <a:pt x="2085928" y="2148405"/>
                  </a:lnTo>
                  <a:lnTo>
                    <a:pt x="1987535" y="2145929"/>
                  </a:lnTo>
                  <a:lnTo>
                    <a:pt x="1882637" y="2143680"/>
                  </a:lnTo>
                  <a:lnTo>
                    <a:pt x="1772373" y="2141649"/>
                  </a:lnTo>
                  <a:lnTo>
                    <a:pt x="1658644" y="2139833"/>
                  </a:lnTo>
                  <a:lnTo>
                    <a:pt x="1544163" y="2138236"/>
                  </a:lnTo>
                  <a:lnTo>
                    <a:pt x="1432392" y="2136860"/>
                  </a:lnTo>
                  <a:lnTo>
                    <a:pt x="1327295" y="2135711"/>
                  </a:lnTo>
                  <a:lnTo>
                    <a:pt x="1232914" y="2134788"/>
                  </a:lnTo>
                  <a:lnTo>
                    <a:pt x="1152801" y="2134082"/>
                  </a:lnTo>
                  <a:lnTo>
                    <a:pt x="1089430" y="2133577"/>
                  </a:lnTo>
                  <a:lnTo>
                    <a:pt x="1043723" y="2133246"/>
                  </a:lnTo>
                  <a:lnTo>
                    <a:pt x="1014815" y="2133055"/>
                  </a:lnTo>
                  <a:lnTo>
                    <a:pt x="1000072" y="2132966"/>
                  </a:lnTo>
                  <a:lnTo>
                    <a:pt x="995291" y="2132939"/>
                  </a:lnTo>
                  <a:lnTo>
                    <a:pt x="994940" y="2132938"/>
                  </a:lnTo>
                  <a:lnTo>
                    <a:pt x="0" y="2132938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42" name="pl1641"/>
            <p:cNvSpPr/>
            <p:nvPr/>
          </p:nvSpPr>
          <p:spPr>
            <a:xfrm>
              <a:off x="1199187" y="3448172"/>
              <a:ext cx="12049831" cy="2447376"/>
            </a:xfrm>
            <a:custGeom>
              <a:avLst/>
              <a:pathLst>
                <a:path w="12049831" h="2447376">
                  <a:moveTo>
                    <a:pt x="0" y="2132938"/>
                  </a:moveTo>
                  <a:lnTo>
                    <a:pt x="994940" y="2132938"/>
                  </a:lnTo>
                  <a:lnTo>
                    <a:pt x="996075" y="2132944"/>
                  </a:lnTo>
                  <a:lnTo>
                    <a:pt x="1003570" y="2132986"/>
                  </a:lnTo>
                  <a:lnTo>
                    <a:pt x="1022562" y="2133104"/>
                  </a:lnTo>
                  <a:lnTo>
                    <a:pt x="1056767" y="2133337"/>
                  </a:lnTo>
                  <a:lnTo>
                    <a:pt x="1108254" y="2133722"/>
                  </a:lnTo>
                  <a:lnTo>
                    <a:pt x="1177294" y="2134290"/>
                  </a:lnTo>
                  <a:lnTo>
                    <a:pt x="1262417" y="2135066"/>
                  </a:lnTo>
                  <a:lnTo>
                    <a:pt x="1360736" y="2136063"/>
                  </a:lnTo>
                  <a:lnTo>
                    <a:pt x="1468471" y="2137286"/>
                  </a:lnTo>
                  <a:lnTo>
                    <a:pt x="1581549" y="2138735"/>
                  </a:lnTo>
                  <a:lnTo>
                    <a:pt x="1696132" y="2140404"/>
                  </a:lnTo>
                  <a:lnTo>
                    <a:pt x="1808985" y="2142291"/>
                  </a:lnTo>
                  <a:lnTo>
                    <a:pt x="1917661" y="2144393"/>
                  </a:lnTo>
                  <a:lnTo>
                    <a:pt x="2020520" y="2146715"/>
                  </a:lnTo>
                  <a:lnTo>
                    <a:pt x="2116646" y="2149267"/>
                  </a:lnTo>
                  <a:lnTo>
                    <a:pt x="2205711" y="2152068"/>
                  </a:lnTo>
                  <a:lnTo>
                    <a:pt x="2287826" y="2155142"/>
                  </a:lnTo>
                  <a:lnTo>
                    <a:pt x="2363408" y="2158520"/>
                  </a:lnTo>
                  <a:lnTo>
                    <a:pt x="2433072" y="2162241"/>
                  </a:lnTo>
                  <a:lnTo>
                    <a:pt x="2497543" y="2166344"/>
                  </a:lnTo>
                  <a:lnTo>
                    <a:pt x="2557596" y="2170874"/>
                  </a:lnTo>
                  <a:lnTo>
                    <a:pt x="2614006" y="2175871"/>
                  </a:lnTo>
                  <a:lnTo>
                    <a:pt x="2667509" y="2181364"/>
                  </a:lnTo>
                  <a:lnTo>
                    <a:pt x="2702183" y="2185344"/>
                  </a:lnTo>
                  <a:lnTo>
                    <a:pt x="2763317" y="2193185"/>
                  </a:lnTo>
                  <a:lnTo>
                    <a:pt x="2822553" y="2201807"/>
                  </a:lnTo>
                  <a:lnTo>
                    <a:pt x="2880594" y="2211223"/>
                  </a:lnTo>
                  <a:lnTo>
                    <a:pt x="2937956" y="2221419"/>
                  </a:lnTo>
                  <a:lnTo>
                    <a:pt x="2995004" y="2232353"/>
                  </a:lnTo>
                  <a:lnTo>
                    <a:pt x="3051980" y="2243952"/>
                  </a:lnTo>
                  <a:lnTo>
                    <a:pt x="3109018" y="2256116"/>
                  </a:lnTo>
                  <a:lnTo>
                    <a:pt x="3166171" y="2268714"/>
                  </a:lnTo>
                  <a:lnTo>
                    <a:pt x="3223425" y="2281594"/>
                  </a:lnTo>
                  <a:lnTo>
                    <a:pt x="3280725" y="2294588"/>
                  </a:lnTo>
                  <a:lnTo>
                    <a:pt x="3338000" y="2307523"/>
                  </a:lnTo>
                  <a:lnTo>
                    <a:pt x="3395189" y="2320228"/>
                  </a:lnTo>
                  <a:lnTo>
                    <a:pt x="3452262" y="2332545"/>
                  </a:lnTo>
                  <a:lnTo>
                    <a:pt x="3509248" y="2344337"/>
                  </a:lnTo>
                  <a:lnTo>
                    <a:pt x="3566252" y="2355492"/>
                  </a:lnTo>
                  <a:lnTo>
                    <a:pt x="3623481" y="2365928"/>
                  </a:lnTo>
                  <a:lnTo>
                    <a:pt x="3681257" y="2375595"/>
                  </a:lnTo>
                  <a:lnTo>
                    <a:pt x="3740047" y="2384470"/>
                  </a:lnTo>
                  <a:lnTo>
                    <a:pt x="3800487" y="2392557"/>
                  </a:lnTo>
                  <a:lnTo>
                    <a:pt x="3820202" y="2394969"/>
                  </a:lnTo>
                  <a:lnTo>
                    <a:pt x="3872125" y="2400804"/>
                  </a:lnTo>
                  <a:lnTo>
                    <a:pt x="3926503" y="2406133"/>
                  </a:lnTo>
                  <a:lnTo>
                    <a:pt x="3984023" y="2410972"/>
                  </a:lnTo>
                  <a:lnTo>
                    <a:pt x="4045437" y="2415358"/>
                  </a:lnTo>
                  <a:lnTo>
                    <a:pt x="4111525" y="2419331"/>
                  </a:lnTo>
                  <a:lnTo>
                    <a:pt x="4183052" y="2422935"/>
                  </a:lnTo>
                  <a:lnTo>
                    <a:pt x="4260714" y="2426210"/>
                  </a:lnTo>
                  <a:lnTo>
                    <a:pt x="4345072" y="2429191"/>
                  </a:lnTo>
                  <a:lnTo>
                    <a:pt x="4436457" y="2431909"/>
                  </a:lnTo>
                  <a:lnTo>
                    <a:pt x="4534850" y="2434384"/>
                  </a:lnTo>
                  <a:lnTo>
                    <a:pt x="4639748" y="2436633"/>
                  </a:lnTo>
                  <a:lnTo>
                    <a:pt x="4750012" y="2438664"/>
                  </a:lnTo>
                  <a:lnTo>
                    <a:pt x="4863741" y="2440480"/>
                  </a:lnTo>
                  <a:lnTo>
                    <a:pt x="4978222" y="2442078"/>
                  </a:lnTo>
                  <a:lnTo>
                    <a:pt x="5089993" y="2443453"/>
                  </a:lnTo>
                  <a:lnTo>
                    <a:pt x="5195090" y="2444602"/>
                  </a:lnTo>
                  <a:lnTo>
                    <a:pt x="5289471" y="2445525"/>
                  </a:lnTo>
                  <a:lnTo>
                    <a:pt x="5369584" y="2446231"/>
                  </a:lnTo>
                  <a:lnTo>
                    <a:pt x="5432955" y="2446736"/>
                  </a:lnTo>
                  <a:lnTo>
                    <a:pt x="5478662" y="2447067"/>
                  </a:lnTo>
                  <a:lnTo>
                    <a:pt x="5507570" y="2447258"/>
                  </a:lnTo>
                  <a:lnTo>
                    <a:pt x="5522313" y="2447347"/>
                  </a:lnTo>
                  <a:lnTo>
                    <a:pt x="5527094" y="2447374"/>
                  </a:lnTo>
                  <a:lnTo>
                    <a:pt x="5527445" y="2447376"/>
                  </a:lnTo>
                  <a:lnTo>
                    <a:pt x="6522385" y="2447376"/>
                  </a:lnTo>
                  <a:lnTo>
                    <a:pt x="6523476" y="2447331"/>
                  </a:lnTo>
                  <a:lnTo>
                    <a:pt x="6530681" y="2447012"/>
                  </a:lnTo>
                  <a:lnTo>
                    <a:pt x="6548959" y="2446130"/>
                  </a:lnTo>
                  <a:lnTo>
                    <a:pt x="6581926" y="2444391"/>
                  </a:lnTo>
                  <a:lnTo>
                    <a:pt x="6631650" y="2441517"/>
                  </a:lnTo>
                  <a:lnTo>
                    <a:pt x="6698496" y="2437266"/>
                  </a:lnTo>
                  <a:lnTo>
                    <a:pt x="6781168" y="2431457"/>
                  </a:lnTo>
                  <a:lnTo>
                    <a:pt x="6876996" y="2423979"/>
                  </a:lnTo>
                  <a:lnTo>
                    <a:pt x="6982411" y="2414786"/>
                  </a:lnTo>
                  <a:lnTo>
                    <a:pt x="7093504" y="2403883"/>
                  </a:lnTo>
                  <a:lnTo>
                    <a:pt x="7206538" y="2391303"/>
                  </a:lnTo>
                  <a:lnTo>
                    <a:pt x="7318310" y="2377078"/>
                  </a:lnTo>
                  <a:lnTo>
                    <a:pt x="7426348" y="2361221"/>
                  </a:lnTo>
                  <a:lnTo>
                    <a:pt x="7528951" y="2343707"/>
                  </a:lnTo>
                  <a:lnTo>
                    <a:pt x="7625122" y="2324466"/>
                  </a:lnTo>
                  <a:lnTo>
                    <a:pt x="7714446" y="2303377"/>
                  </a:lnTo>
                  <a:lnTo>
                    <a:pt x="7796954" y="2280264"/>
                  </a:lnTo>
                  <a:lnTo>
                    <a:pt x="7872991" y="2254903"/>
                  </a:lnTo>
                  <a:lnTo>
                    <a:pt x="7943109" y="2227026"/>
                  </a:lnTo>
                  <a:lnTo>
                    <a:pt x="8007986" y="2196329"/>
                  </a:lnTo>
                  <a:lnTo>
                    <a:pt x="8068358" y="2162491"/>
                  </a:lnTo>
                  <a:lnTo>
                    <a:pt x="8124972" y="2125202"/>
                  </a:lnTo>
                  <a:lnTo>
                    <a:pt x="8178551" y="2084204"/>
                  </a:lnTo>
                  <a:lnTo>
                    <a:pt x="8229629" y="2039480"/>
                  </a:lnTo>
                  <a:lnTo>
                    <a:pt x="8276195" y="1993747"/>
                  </a:lnTo>
                  <a:lnTo>
                    <a:pt x="8321559" y="1944542"/>
                  </a:lnTo>
                  <a:lnTo>
                    <a:pt x="8366059" y="1891795"/>
                  </a:lnTo>
                  <a:lnTo>
                    <a:pt x="8409966" y="1835497"/>
                  </a:lnTo>
                  <a:lnTo>
                    <a:pt x="8453494" y="1775708"/>
                  </a:lnTo>
                  <a:lnTo>
                    <a:pt x="8496808" y="1712559"/>
                  </a:lnTo>
                  <a:lnTo>
                    <a:pt x="8540027" y="1646262"/>
                  </a:lnTo>
                  <a:lnTo>
                    <a:pt x="8583237" y="1577106"/>
                  </a:lnTo>
                  <a:lnTo>
                    <a:pt x="8626488" y="1505456"/>
                  </a:lnTo>
                  <a:lnTo>
                    <a:pt x="8669804" y="1431750"/>
                  </a:lnTo>
                  <a:lnTo>
                    <a:pt x="8713186" y="1356485"/>
                  </a:lnTo>
                  <a:lnTo>
                    <a:pt x="8756618" y="1280207"/>
                  </a:lnTo>
                  <a:lnTo>
                    <a:pt x="8800073" y="1203494"/>
                  </a:lnTo>
                  <a:lnTo>
                    <a:pt x="8843519" y="1126936"/>
                  </a:lnTo>
                  <a:lnTo>
                    <a:pt x="8886927" y="1051121"/>
                  </a:lnTo>
                  <a:lnTo>
                    <a:pt x="8930275" y="976611"/>
                  </a:lnTo>
                  <a:lnTo>
                    <a:pt x="8973556" y="903929"/>
                  </a:lnTo>
                  <a:lnTo>
                    <a:pt x="9016781" y="833541"/>
                  </a:lnTo>
                  <a:lnTo>
                    <a:pt x="9059987" y="765849"/>
                  </a:lnTo>
                  <a:lnTo>
                    <a:pt x="9103244" y="701177"/>
                  </a:lnTo>
                  <a:lnTo>
                    <a:pt x="9146652" y="639775"/>
                  </a:lnTo>
                  <a:lnTo>
                    <a:pt x="9190356" y="581811"/>
                  </a:lnTo>
                  <a:lnTo>
                    <a:pt x="9234546" y="527379"/>
                  </a:lnTo>
                  <a:lnTo>
                    <a:pt x="9279462" y="476502"/>
                  </a:lnTo>
                  <a:lnTo>
                    <a:pt x="9325412" y="429136"/>
                  </a:lnTo>
                  <a:lnTo>
                    <a:pt x="9347647" y="407896"/>
                  </a:lnTo>
                  <a:lnTo>
                    <a:pt x="9398852" y="363067"/>
                  </a:lnTo>
                  <a:lnTo>
                    <a:pt x="9452437" y="322079"/>
                  </a:lnTo>
                  <a:lnTo>
                    <a:pt x="9509060" y="284798"/>
                  </a:lnTo>
                  <a:lnTo>
                    <a:pt x="9569441" y="250969"/>
                  </a:lnTo>
                  <a:lnTo>
                    <a:pt x="9634330" y="220279"/>
                  </a:lnTo>
                  <a:lnTo>
                    <a:pt x="9704462" y="192408"/>
                  </a:lnTo>
                  <a:lnTo>
                    <a:pt x="9780514" y="167053"/>
                  </a:lnTo>
                  <a:lnTo>
                    <a:pt x="9863037" y="143945"/>
                  </a:lnTo>
                  <a:lnTo>
                    <a:pt x="9952378" y="122860"/>
                  </a:lnTo>
                  <a:lnTo>
                    <a:pt x="10048565" y="103624"/>
                  </a:lnTo>
                  <a:lnTo>
                    <a:pt x="10151183" y="86114"/>
                  </a:lnTo>
                  <a:lnTo>
                    <a:pt x="10259232" y="70261"/>
                  </a:lnTo>
                  <a:lnTo>
                    <a:pt x="10371011" y="56040"/>
                  </a:lnTo>
                  <a:lnTo>
                    <a:pt x="10484044" y="43463"/>
                  </a:lnTo>
                  <a:lnTo>
                    <a:pt x="10595128" y="32565"/>
                  </a:lnTo>
                  <a:lnTo>
                    <a:pt x="10700524" y="23377"/>
                  </a:lnTo>
                  <a:lnTo>
                    <a:pt x="10796325" y="15902"/>
                  </a:lnTo>
                  <a:lnTo>
                    <a:pt x="10878962" y="10097"/>
                  </a:lnTo>
                  <a:lnTo>
                    <a:pt x="10945767" y="5850"/>
                  </a:lnTo>
                  <a:lnTo>
                    <a:pt x="10995449" y="2978"/>
                  </a:lnTo>
                  <a:lnTo>
                    <a:pt x="11028378" y="1242"/>
                  </a:lnTo>
                  <a:lnTo>
                    <a:pt x="11046624" y="362"/>
                  </a:lnTo>
                  <a:lnTo>
                    <a:pt x="11053808" y="4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3" name="pl1642"/>
            <p:cNvSpPr/>
            <p:nvPr/>
          </p:nvSpPr>
          <p:spPr>
            <a:xfrm>
              <a:off x="1199187" y="3442932"/>
              <a:ext cx="12049831" cy="2447376"/>
            </a:xfrm>
            <a:custGeom>
              <a:avLst/>
              <a:pathLst>
                <a:path w="12049831" h="2447376">
                  <a:moveTo>
                    <a:pt x="12049831" y="0"/>
                  </a:moveTo>
                  <a:lnTo>
                    <a:pt x="11054891" y="0"/>
                  </a:lnTo>
                  <a:lnTo>
                    <a:pt x="11053800" y="44"/>
                  </a:lnTo>
                  <a:lnTo>
                    <a:pt x="11046595" y="364"/>
                  </a:lnTo>
                  <a:lnTo>
                    <a:pt x="11028317" y="1246"/>
                  </a:lnTo>
                  <a:lnTo>
                    <a:pt x="10995350" y="2984"/>
                  </a:lnTo>
                  <a:lnTo>
                    <a:pt x="10945626" y="5858"/>
                  </a:lnTo>
                  <a:lnTo>
                    <a:pt x="10878781" y="10109"/>
                  </a:lnTo>
                  <a:lnTo>
                    <a:pt x="10796108" y="15918"/>
                  </a:lnTo>
                  <a:lnTo>
                    <a:pt x="10700280" y="23397"/>
                  </a:lnTo>
                  <a:lnTo>
                    <a:pt x="10594865" y="32589"/>
                  </a:lnTo>
                  <a:lnTo>
                    <a:pt x="10483772" y="43492"/>
                  </a:lnTo>
                  <a:lnTo>
                    <a:pt x="10370738" y="56072"/>
                  </a:lnTo>
                  <a:lnTo>
                    <a:pt x="10258966" y="70297"/>
                  </a:lnTo>
                  <a:lnTo>
                    <a:pt x="10150928" y="86154"/>
                  </a:lnTo>
                  <a:lnTo>
                    <a:pt x="10048325" y="103668"/>
                  </a:lnTo>
                  <a:lnTo>
                    <a:pt x="9952154" y="122909"/>
                  </a:lnTo>
                  <a:lnTo>
                    <a:pt x="9862830" y="143998"/>
                  </a:lnTo>
                  <a:lnTo>
                    <a:pt x="9780323" y="167111"/>
                  </a:lnTo>
                  <a:lnTo>
                    <a:pt x="9704286" y="192472"/>
                  </a:lnTo>
                  <a:lnTo>
                    <a:pt x="9634167" y="220349"/>
                  </a:lnTo>
                  <a:lnTo>
                    <a:pt x="9569290" y="251046"/>
                  </a:lnTo>
                  <a:lnTo>
                    <a:pt x="9508919" y="284884"/>
                  </a:lnTo>
                  <a:lnTo>
                    <a:pt x="9452305" y="322173"/>
                  </a:lnTo>
                  <a:lnTo>
                    <a:pt x="9398726" y="363171"/>
                  </a:lnTo>
                  <a:lnTo>
                    <a:pt x="9347647" y="407896"/>
                  </a:lnTo>
                  <a:lnTo>
                    <a:pt x="9301081" y="453629"/>
                  </a:lnTo>
                  <a:lnTo>
                    <a:pt x="9255718" y="502833"/>
                  </a:lnTo>
                  <a:lnTo>
                    <a:pt x="9211217" y="555580"/>
                  </a:lnTo>
                  <a:lnTo>
                    <a:pt x="9167310" y="611878"/>
                  </a:lnTo>
                  <a:lnTo>
                    <a:pt x="9123782" y="671668"/>
                  </a:lnTo>
                  <a:lnTo>
                    <a:pt x="9080469" y="734816"/>
                  </a:lnTo>
                  <a:lnTo>
                    <a:pt x="9037249" y="801113"/>
                  </a:lnTo>
                  <a:lnTo>
                    <a:pt x="8994040" y="870269"/>
                  </a:lnTo>
                  <a:lnTo>
                    <a:pt x="8950788" y="941919"/>
                  </a:lnTo>
                  <a:lnTo>
                    <a:pt x="8907472" y="1015625"/>
                  </a:lnTo>
                  <a:lnTo>
                    <a:pt x="8864091" y="1090890"/>
                  </a:lnTo>
                  <a:lnTo>
                    <a:pt x="8820659" y="1167168"/>
                  </a:lnTo>
                  <a:lnTo>
                    <a:pt x="8777204" y="1243881"/>
                  </a:lnTo>
                  <a:lnTo>
                    <a:pt x="8733758" y="1320439"/>
                  </a:lnTo>
                  <a:lnTo>
                    <a:pt x="8690349" y="1396254"/>
                  </a:lnTo>
                  <a:lnTo>
                    <a:pt x="8647001" y="1470764"/>
                  </a:lnTo>
                  <a:lnTo>
                    <a:pt x="8603721" y="1543447"/>
                  </a:lnTo>
                  <a:lnTo>
                    <a:pt x="8560496" y="1613834"/>
                  </a:lnTo>
                  <a:lnTo>
                    <a:pt x="8517289" y="1681526"/>
                  </a:lnTo>
                  <a:lnTo>
                    <a:pt x="8474033" y="1746198"/>
                  </a:lnTo>
                  <a:lnTo>
                    <a:pt x="8430624" y="1807600"/>
                  </a:lnTo>
                  <a:lnTo>
                    <a:pt x="8386920" y="1865564"/>
                  </a:lnTo>
                  <a:lnTo>
                    <a:pt x="8342731" y="1919996"/>
                  </a:lnTo>
                  <a:lnTo>
                    <a:pt x="8297814" y="1970874"/>
                  </a:lnTo>
                  <a:lnTo>
                    <a:pt x="8251865" y="2018239"/>
                  </a:lnTo>
                  <a:lnTo>
                    <a:pt x="8229629" y="2039480"/>
                  </a:lnTo>
                  <a:lnTo>
                    <a:pt x="8178424" y="2084308"/>
                  </a:lnTo>
                  <a:lnTo>
                    <a:pt x="8124839" y="2125296"/>
                  </a:lnTo>
                  <a:lnTo>
                    <a:pt x="8068217" y="2162577"/>
                  </a:lnTo>
                  <a:lnTo>
                    <a:pt x="8007836" y="2196406"/>
                  </a:lnTo>
                  <a:lnTo>
                    <a:pt x="7942947" y="2227096"/>
                  </a:lnTo>
                  <a:lnTo>
                    <a:pt x="7872815" y="2254967"/>
                  </a:lnTo>
                  <a:lnTo>
                    <a:pt x="7796763" y="2280322"/>
                  </a:lnTo>
                  <a:lnTo>
                    <a:pt x="7714239" y="2303430"/>
                  </a:lnTo>
                  <a:lnTo>
                    <a:pt x="7624898" y="2324515"/>
                  </a:lnTo>
                  <a:lnTo>
                    <a:pt x="7528711" y="2343751"/>
                  </a:lnTo>
                  <a:lnTo>
                    <a:pt x="7426094" y="2361261"/>
                  </a:lnTo>
                  <a:lnTo>
                    <a:pt x="7318044" y="2377114"/>
                  </a:lnTo>
                  <a:lnTo>
                    <a:pt x="7206266" y="2391336"/>
                  </a:lnTo>
                  <a:lnTo>
                    <a:pt x="7093233" y="2403912"/>
                  </a:lnTo>
                  <a:lnTo>
                    <a:pt x="6982148" y="2414810"/>
                  </a:lnTo>
                  <a:lnTo>
                    <a:pt x="6876752" y="2423999"/>
                  </a:lnTo>
                  <a:lnTo>
                    <a:pt x="6780952" y="2431473"/>
                  </a:lnTo>
                  <a:lnTo>
                    <a:pt x="6698314" y="2437278"/>
                  </a:lnTo>
                  <a:lnTo>
                    <a:pt x="6631509" y="2441525"/>
                  </a:lnTo>
                  <a:lnTo>
                    <a:pt x="6581827" y="2444397"/>
                  </a:lnTo>
                  <a:lnTo>
                    <a:pt x="6548898" y="2446133"/>
                  </a:lnTo>
                  <a:lnTo>
                    <a:pt x="6530652" y="2447013"/>
                  </a:lnTo>
                  <a:lnTo>
                    <a:pt x="6523469" y="2447331"/>
                  </a:lnTo>
                  <a:lnTo>
                    <a:pt x="6522385" y="2447376"/>
                  </a:lnTo>
                  <a:lnTo>
                    <a:pt x="5527445" y="2447376"/>
                  </a:lnTo>
                  <a:lnTo>
                    <a:pt x="5526310" y="2447370"/>
                  </a:lnTo>
                  <a:lnTo>
                    <a:pt x="5518815" y="2447327"/>
                  </a:lnTo>
                  <a:lnTo>
                    <a:pt x="5499823" y="2447209"/>
                  </a:lnTo>
                  <a:lnTo>
                    <a:pt x="5465618" y="2446976"/>
                  </a:lnTo>
                  <a:lnTo>
                    <a:pt x="5414131" y="2446591"/>
                  </a:lnTo>
                  <a:lnTo>
                    <a:pt x="5345091" y="2446023"/>
                  </a:lnTo>
                  <a:lnTo>
                    <a:pt x="5259968" y="2445247"/>
                  </a:lnTo>
                  <a:lnTo>
                    <a:pt x="5161649" y="2444251"/>
                  </a:lnTo>
                  <a:lnTo>
                    <a:pt x="5053914" y="2443027"/>
                  </a:lnTo>
                  <a:lnTo>
                    <a:pt x="4940836" y="2441578"/>
                  </a:lnTo>
                  <a:lnTo>
                    <a:pt x="4826253" y="2439909"/>
                  </a:lnTo>
                  <a:lnTo>
                    <a:pt x="4713400" y="2438022"/>
                  </a:lnTo>
                  <a:lnTo>
                    <a:pt x="4604724" y="2435920"/>
                  </a:lnTo>
                  <a:lnTo>
                    <a:pt x="4501865" y="2433599"/>
                  </a:lnTo>
                  <a:lnTo>
                    <a:pt x="4405739" y="2431046"/>
                  </a:lnTo>
                  <a:lnTo>
                    <a:pt x="4316674" y="2428245"/>
                  </a:lnTo>
                  <a:lnTo>
                    <a:pt x="4234559" y="2425171"/>
                  </a:lnTo>
                  <a:lnTo>
                    <a:pt x="4158977" y="2421793"/>
                  </a:lnTo>
                  <a:lnTo>
                    <a:pt x="4089313" y="2418072"/>
                  </a:lnTo>
                  <a:lnTo>
                    <a:pt x="4024842" y="2413969"/>
                  </a:lnTo>
                  <a:lnTo>
                    <a:pt x="3964789" y="2409439"/>
                  </a:lnTo>
                  <a:lnTo>
                    <a:pt x="3908379" y="2404442"/>
                  </a:lnTo>
                  <a:lnTo>
                    <a:pt x="3854876" y="2398949"/>
                  </a:lnTo>
                  <a:lnTo>
                    <a:pt x="3820202" y="2394969"/>
                  </a:lnTo>
                  <a:lnTo>
                    <a:pt x="3759068" y="2387128"/>
                  </a:lnTo>
                  <a:lnTo>
                    <a:pt x="3699832" y="2378506"/>
                  </a:lnTo>
                  <a:lnTo>
                    <a:pt x="3641791" y="2369090"/>
                  </a:lnTo>
                  <a:lnTo>
                    <a:pt x="3584429" y="2358895"/>
                  </a:lnTo>
                  <a:lnTo>
                    <a:pt x="3527381" y="2347961"/>
                  </a:lnTo>
                  <a:lnTo>
                    <a:pt x="3470405" y="2336361"/>
                  </a:lnTo>
                  <a:lnTo>
                    <a:pt x="3413367" y="2324197"/>
                  </a:lnTo>
                  <a:lnTo>
                    <a:pt x="3356214" y="2311599"/>
                  </a:lnTo>
                  <a:lnTo>
                    <a:pt x="3298960" y="2298719"/>
                  </a:lnTo>
                  <a:lnTo>
                    <a:pt x="3241660" y="2285725"/>
                  </a:lnTo>
                  <a:lnTo>
                    <a:pt x="3184385" y="2272790"/>
                  </a:lnTo>
                  <a:lnTo>
                    <a:pt x="3127196" y="2260085"/>
                  </a:lnTo>
                  <a:lnTo>
                    <a:pt x="3070123" y="2247768"/>
                  </a:lnTo>
                  <a:lnTo>
                    <a:pt x="3013137" y="2235976"/>
                  </a:lnTo>
                  <a:lnTo>
                    <a:pt x="2956133" y="2224821"/>
                  </a:lnTo>
                  <a:lnTo>
                    <a:pt x="2898904" y="2214385"/>
                  </a:lnTo>
                  <a:lnTo>
                    <a:pt x="2841128" y="2204718"/>
                  </a:lnTo>
                  <a:lnTo>
                    <a:pt x="2782338" y="2195844"/>
                  </a:lnTo>
                  <a:lnTo>
                    <a:pt x="2721898" y="2187756"/>
                  </a:lnTo>
                  <a:lnTo>
                    <a:pt x="2702183" y="2185344"/>
                  </a:lnTo>
                  <a:lnTo>
                    <a:pt x="2650260" y="2179509"/>
                  </a:lnTo>
                  <a:lnTo>
                    <a:pt x="2595882" y="2174180"/>
                  </a:lnTo>
                  <a:lnTo>
                    <a:pt x="2538362" y="2169341"/>
                  </a:lnTo>
                  <a:lnTo>
                    <a:pt x="2476948" y="2164955"/>
                  </a:lnTo>
                  <a:lnTo>
                    <a:pt x="2410860" y="2160982"/>
                  </a:lnTo>
                  <a:lnTo>
                    <a:pt x="2339333" y="2157378"/>
                  </a:lnTo>
                  <a:lnTo>
                    <a:pt x="2261671" y="2154103"/>
                  </a:lnTo>
                  <a:lnTo>
                    <a:pt x="2177313" y="2151122"/>
                  </a:lnTo>
                  <a:lnTo>
                    <a:pt x="2085928" y="2148405"/>
                  </a:lnTo>
                  <a:lnTo>
                    <a:pt x="1987535" y="2145929"/>
                  </a:lnTo>
                  <a:lnTo>
                    <a:pt x="1882637" y="2143680"/>
                  </a:lnTo>
                  <a:lnTo>
                    <a:pt x="1772373" y="2141649"/>
                  </a:lnTo>
                  <a:lnTo>
                    <a:pt x="1658644" y="2139833"/>
                  </a:lnTo>
                  <a:lnTo>
                    <a:pt x="1544163" y="2138236"/>
                  </a:lnTo>
                  <a:lnTo>
                    <a:pt x="1432392" y="2136860"/>
                  </a:lnTo>
                  <a:lnTo>
                    <a:pt x="1327295" y="2135711"/>
                  </a:lnTo>
                  <a:lnTo>
                    <a:pt x="1232914" y="2134788"/>
                  </a:lnTo>
                  <a:lnTo>
                    <a:pt x="1152801" y="2134082"/>
                  </a:lnTo>
                  <a:lnTo>
                    <a:pt x="1089430" y="2133577"/>
                  </a:lnTo>
                  <a:lnTo>
                    <a:pt x="1043723" y="2133246"/>
                  </a:lnTo>
                  <a:lnTo>
                    <a:pt x="1014815" y="2133055"/>
                  </a:lnTo>
                  <a:lnTo>
                    <a:pt x="1000072" y="2132966"/>
                  </a:lnTo>
                  <a:lnTo>
                    <a:pt x="995291" y="2132939"/>
                  </a:lnTo>
                  <a:lnTo>
                    <a:pt x="994940" y="2132938"/>
                  </a:lnTo>
                  <a:lnTo>
                    <a:pt x="0" y="2132938"/>
                  </a:lnTo>
                  <a:lnTo>
                    <a:pt x="0" y="21329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4" name="pg1643"/>
            <p:cNvSpPr/>
            <p:nvPr/>
          </p:nvSpPr>
          <p:spPr>
            <a:xfrm>
              <a:off x="1199187" y="1346678"/>
              <a:ext cx="12049831" cy="4166304"/>
            </a:xfrm>
            <a:custGeom>
              <a:avLst/>
              <a:pathLst>
                <a:path w="12049831" h="4166304">
                  <a:moveTo>
                    <a:pt x="0" y="4166304"/>
                  </a:moveTo>
                  <a:lnTo>
                    <a:pt x="994940" y="4166304"/>
                  </a:lnTo>
                  <a:lnTo>
                    <a:pt x="996069" y="4166286"/>
                  </a:lnTo>
                  <a:lnTo>
                    <a:pt x="1003524" y="4166160"/>
                  </a:lnTo>
                  <a:lnTo>
                    <a:pt x="1022419" y="4165811"/>
                  </a:lnTo>
                  <a:lnTo>
                    <a:pt x="1056455" y="4165125"/>
                  </a:lnTo>
                  <a:lnTo>
                    <a:pt x="1107703" y="4163990"/>
                  </a:lnTo>
                  <a:lnTo>
                    <a:pt x="1176445" y="4162313"/>
                  </a:lnTo>
                  <a:lnTo>
                    <a:pt x="1261237" y="4160024"/>
                  </a:lnTo>
                  <a:lnTo>
                    <a:pt x="1359221" y="4157081"/>
                  </a:lnTo>
                  <a:lnTo>
                    <a:pt x="1466645" y="4153468"/>
                  </a:lnTo>
                  <a:lnTo>
                    <a:pt x="1579458" y="4149190"/>
                  </a:lnTo>
                  <a:lnTo>
                    <a:pt x="1693836" y="4144258"/>
                  </a:lnTo>
                  <a:lnTo>
                    <a:pt x="1806547" y="4138685"/>
                  </a:lnTo>
                  <a:lnTo>
                    <a:pt x="1915141" y="4132476"/>
                  </a:lnTo>
                  <a:lnTo>
                    <a:pt x="2017969" y="4125616"/>
                  </a:lnTo>
                  <a:lnTo>
                    <a:pt x="2114105" y="4118076"/>
                  </a:lnTo>
                  <a:lnTo>
                    <a:pt x="2203206" y="4109804"/>
                  </a:lnTo>
                  <a:lnTo>
                    <a:pt x="2285375" y="4100727"/>
                  </a:lnTo>
                  <a:lnTo>
                    <a:pt x="2361020" y="4090753"/>
                  </a:lnTo>
                  <a:lnTo>
                    <a:pt x="2430745" y="4079772"/>
                  </a:lnTo>
                  <a:lnTo>
                    <a:pt x="2495269" y="4067663"/>
                  </a:lnTo>
                  <a:lnTo>
                    <a:pt x="2555363" y="4054299"/>
                  </a:lnTo>
                  <a:lnTo>
                    <a:pt x="2611799" y="4039559"/>
                  </a:lnTo>
                  <a:lnTo>
                    <a:pt x="2665310" y="4023353"/>
                  </a:lnTo>
                  <a:lnTo>
                    <a:pt x="2702183" y="4010831"/>
                  </a:lnTo>
                  <a:lnTo>
                    <a:pt x="2759887" y="3988959"/>
                  </a:lnTo>
                  <a:lnTo>
                    <a:pt x="2815865" y="3965028"/>
                  </a:lnTo>
                  <a:lnTo>
                    <a:pt x="2870719" y="3939005"/>
                  </a:lnTo>
                  <a:lnTo>
                    <a:pt x="2924901" y="3910912"/>
                  </a:lnTo>
                  <a:lnTo>
                    <a:pt x="2978743" y="3880840"/>
                  </a:lnTo>
                  <a:lnTo>
                    <a:pt x="3032470" y="3848947"/>
                  </a:lnTo>
                  <a:lnTo>
                    <a:pt x="3086222" y="3815466"/>
                  </a:lnTo>
                  <a:lnTo>
                    <a:pt x="3140066" y="3780694"/>
                  </a:lnTo>
                  <a:lnTo>
                    <a:pt x="3194012" y="3744988"/>
                  </a:lnTo>
                  <a:lnTo>
                    <a:pt x="3248026" y="3708750"/>
                  </a:lnTo>
                  <a:lnTo>
                    <a:pt x="3302056" y="3672406"/>
                  </a:lnTo>
                  <a:lnTo>
                    <a:pt x="3356041" y="3636389"/>
                  </a:lnTo>
                  <a:lnTo>
                    <a:pt x="3409936" y="3601114"/>
                  </a:lnTo>
                  <a:lnTo>
                    <a:pt x="3463728" y="3566962"/>
                  </a:lnTo>
                  <a:lnTo>
                    <a:pt x="3517455" y="3534262"/>
                  </a:lnTo>
                  <a:lnTo>
                    <a:pt x="3571218" y="3503278"/>
                  </a:lnTo>
                  <a:lnTo>
                    <a:pt x="3625201" y="3474205"/>
                  </a:lnTo>
                  <a:lnTo>
                    <a:pt x="3679679" y="3447167"/>
                  </a:lnTo>
                  <a:lnTo>
                    <a:pt x="3735044" y="3422217"/>
                  </a:lnTo>
                  <a:lnTo>
                    <a:pt x="3791820" y="3399350"/>
                  </a:lnTo>
                  <a:lnTo>
                    <a:pt x="3820202" y="3388943"/>
                  </a:lnTo>
                  <a:lnTo>
                    <a:pt x="3872028" y="3371662"/>
                  </a:lnTo>
                  <a:lnTo>
                    <a:pt x="3926299" y="3355880"/>
                  </a:lnTo>
                  <a:lnTo>
                    <a:pt x="3983698" y="3341542"/>
                  </a:lnTo>
                  <a:lnTo>
                    <a:pt x="4044972" y="3328547"/>
                  </a:lnTo>
                  <a:lnTo>
                    <a:pt x="4110898" y="3316772"/>
                  </a:lnTo>
                  <a:lnTo>
                    <a:pt x="4182235" y="3306089"/>
                  </a:lnTo>
                  <a:lnTo>
                    <a:pt x="4259680" y="3296380"/>
                  </a:lnTo>
                  <a:lnTo>
                    <a:pt x="4343789" y="3287540"/>
                  </a:lnTo>
                  <a:lnTo>
                    <a:pt x="4434896" y="3279483"/>
                  </a:lnTo>
                  <a:lnTo>
                    <a:pt x="4532991" y="3272141"/>
                  </a:lnTo>
                  <a:lnTo>
                    <a:pt x="4637582" y="3265468"/>
                  </a:lnTo>
                  <a:lnTo>
                    <a:pt x="4747548" y="3259440"/>
                  </a:lnTo>
                  <a:lnTo>
                    <a:pt x="4861018" y="3254049"/>
                  </a:lnTo>
                  <a:lnTo>
                    <a:pt x="4975310" y="3249301"/>
                  </a:lnTo>
                  <a:lnTo>
                    <a:pt x="5086999" y="3245211"/>
                  </a:lnTo>
                  <a:lnTo>
                    <a:pt x="5192150" y="3241789"/>
                  </a:lnTo>
                  <a:lnTo>
                    <a:pt x="5286737" y="3239035"/>
                  </a:lnTo>
                  <a:lnTo>
                    <a:pt x="5367205" y="3236925"/>
                  </a:lnTo>
                  <a:lnTo>
                    <a:pt x="5431050" y="3235411"/>
                  </a:lnTo>
                  <a:lnTo>
                    <a:pt x="5477298" y="3234414"/>
                  </a:lnTo>
                  <a:lnTo>
                    <a:pt x="5506744" y="3233835"/>
                  </a:lnTo>
                  <a:lnTo>
                    <a:pt x="5521946" y="3233561"/>
                  </a:lnTo>
                  <a:lnTo>
                    <a:pt x="5527025" y="3233477"/>
                  </a:lnTo>
                  <a:lnTo>
                    <a:pt x="5527445" y="3233471"/>
                  </a:lnTo>
                  <a:lnTo>
                    <a:pt x="6522385" y="3233471"/>
                  </a:lnTo>
                  <a:lnTo>
                    <a:pt x="6523445" y="3233413"/>
                  </a:lnTo>
                  <a:lnTo>
                    <a:pt x="6530449" y="3233005"/>
                  </a:lnTo>
                  <a:lnTo>
                    <a:pt x="6548230" y="3231875"/>
                  </a:lnTo>
                  <a:lnTo>
                    <a:pt x="6580335" y="3229649"/>
                  </a:lnTo>
                  <a:lnTo>
                    <a:pt x="6628826" y="3225967"/>
                  </a:lnTo>
                  <a:lnTo>
                    <a:pt x="6694131" y="3220518"/>
                  </a:lnTo>
                  <a:lnTo>
                    <a:pt x="6775073" y="3213064"/>
                  </a:lnTo>
                  <a:lnTo>
                    <a:pt x="6869130" y="3203459"/>
                  </a:lnTo>
                  <a:lnTo>
                    <a:pt x="6972880" y="3191637"/>
                  </a:lnTo>
                  <a:lnTo>
                    <a:pt x="7082534" y="3177602"/>
                  </a:lnTo>
                  <a:lnTo>
                    <a:pt x="7194429" y="3161392"/>
                  </a:lnTo>
                  <a:lnTo>
                    <a:pt x="7305390" y="3143050"/>
                  </a:lnTo>
                  <a:lnTo>
                    <a:pt x="7412932" y="3122597"/>
                  </a:lnTo>
                  <a:lnTo>
                    <a:pt x="7515314" y="3100010"/>
                  </a:lnTo>
                  <a:lnTo>
                    <a:pt x="7611485" y="3075205"/>
                  </a:lnTo>
                  <a:lnTo>
                    <a:pt x="7700970" y="3048035"/>
                  </a:lnTo>
                  <a:lnTo>
                    <a:pt x="7783743" y="3018288"/>
                  </a:lnTo>
                  <a:lnTo>
                    <a:pt x="7860096" y="2985687"/>
                  </a:lnTo>
                  <a:lnTo>
                    <a:pt x="7930541" y="2949894"/>
                  </a:lnTo>
                  <a:lnTo>
                    <a:pt x="7995717" y="2910530"/>
                  </a:lnTo>
                  <a:lnTo>
                    <a:pt x="8056331" y="2867185"/>
                  </a:lnTo>
                  <a:lnTo>
                    <a:pt x="8113112" y="2819454"/>
                  </a:lnTo>
                  <a:lnTo>
                    <a:pt x="8166768" y="2766988"/>
                  </a:lnTo>
                  <a:lnTo>
                    <a:pt x="8217956" y="2709572"/>
                  </a:lnTo>
                  <a:lnTo>
                    <a:pt x="8229629" y="2695432"/>
                  </a:lnTo>
                  <a:lnTo>
                    <a:pt x="8271740" y="2641153"/>
                  </a:lnTo>
                  <a:lnTo>
                    <a:pt x="8312842" y="2583148"/>
                  </a:lnTo>
                  <a:lnTo>
                    <a:pt x="8353192" y="2521342"/>
                  </a:lnTo>
                  <a:lnTo>
                    <a:pt x="8392999" y="2455711"/>
                  </a:lnTo>
                  <a:lnTo>
                    <a:pt x="8432436" y="2386288"/>
                  </a:lnTo>
                  <a:lnTo>
                    <a:pt x="8471637" y="2313171"/>
                  </a:lnTo>
                  <a:lnTo>
                    <a:pt x="8510710" y="2236524"/>
                  </a:lnTo>
                  <a:lnTo>
                    <a:pt x="8549731" y="2156579"/>
                  </a:lnTo>
                  <a:lnTo>
                    <a:pt x="8588756" y="2073639"/>
                  </a:lnTo>
                  <a:lnTo>
                    <a:pt x="8627820" y="1988071"/>
                  </a:lnTo>
                  <a:lnTo>
                    <a:pt x="8666936" y="1900306"/>
                  </a:lnTo>
                  <a:lnTo>
                    <a:pt x="8706107" y="1810826"/>
                  </a:lnTo>
                  <a:lnTo>
                    <a:pt x="8745322" y="1720156"/>
                  </a:lnTo>
                  <a:lnTo>
                    <a:pt x="8784561" y="1628854"/>
                  </a:lnTo>
                  <a:lnTo>
                    <a:pt x="8823803" y="1537492"/>
                  </a:lnTo>
                  <a:lnTo>
                    <a:pt x="8863025" y="1446644"/>
                  </a:lnTo>
                  <a:lnTo>
                    <a:pt x="8902206" y="1356872"/>
                  </a:lnTo>
                  <a:lnTo>
                    <a:pt x="8941334" y="1268709"/>
                  </a:lnTo>
                  <a:lnTo>
                    <a:pt x="8980408" y="1182648"/>
                  </a:lnTo>
                  <a:lnTo>
                    <a:pt x="9019439" y="1099129"/>
                  </a:lnTo>
                  <a:lnTo>
                    <a:pt x="9058457" y="1018535"/>
                  </a:lnTo>
                  <a:lnTo>
                    <a:pt x="9097513" y="941181"/>
                  </a:lnTo>
                  <a:lnTo>
                    <a:pt x="9136680" y="867315"/>
                  </a:lnTo>
                  <a:lnTo>
                    <a:pt x="9176058" y="797114"/>
                  </a:lnTo>
                  <a:lnTo>
                    <a:pt x="9215776" y="730690"/>
                  </a:lnTo>
                  <a:lnTo>
                    <a:pt x="9255997" y="668090"/>
                  </a:lnTo>
                  <a:lnTo>
                    <a:pt x="9296923" y="609300"/>
                  </a:lnTo>
                  <a:lnTo>
                    <a:pt x="9338800" y="554255"/>
                  </a:lnTo>
                  <a:lnTo>
                    <a:pt x="9347647" y="543279"/>
                  </a:lnTo>
                  <a:lnTo>
                    <a:pt x="9398342" y="484699"/>
                  </a:lnTo>
                  <a:lnTo>
                    <a:pt x="9451366" y="431088"/>
                  </a:lnTo>
                  <a:lnTo>
                    <a:pt x="9507354" y="382278"/>
                  </a:lnTo>
                  <a:lnTo>
                    <a:pt x="9567007" y="337942"/>
                  </a:lnTo>
                  <a:lnTo>
                    <a:pt x="9631052" y="297685"/>
                  </a:lnTo>
                  <a:lnTo>
                    <a:pt x="9700204" y="261093"/>
                  </a:lnTo>
                  <a:lnTo>
                    <a:pt x="9775124" y="227777"/>
                  </a:lnTo>
                  <a:lnTo>
                    <a:pt x="9856361" y="197390"/>
                  </a:lnTo>
                  <a:lnTo>
                    <a:pt x="9944265" y="169640"/>
                  </a:lnTo>
                  <a:lnTo>
                    <a:pt x="10038897" y="144297"/>
                  </a:lnTo>
                  <a:lnTo>
                    <a:pt x="10139898" y="121201"/>
                  </a:lnTo>
                  <a:lnTo>
                    <a:pt x="10246363" y="100253"/>
                  </a:lnTo>
                  <a:lnTo>
                    <a:pt x="10356719" y="81418"/>
                  </a:lnTo>
                  <a:lnTo>
                    <a:pt x="10468657" y="64706"/>
                  </a:lnTo>
                  <a:lnTo>
                    <a:pt x="10579149" y="50158"/>
                  </a:lnTo>
                  <a:lnTo>
                    <a:pt x="10684622" y="37817"/>
                  </a:lnTo>
                  <a:lnTo>
                    <a:pt x="10781273" y="27696"/>
                  </a:lnTo>
                  <a:lnTo>
                    <a:pt x="10865549" y="19749"/>
                  </a:lnTo>
                  <a:lnTo>
                    <a:pt x="10934671" y="13849"/>
                  </a:lnTo>
                  <a:lnTo>
                    <a:pt x="10987115" y="9780"/>
                  </a:lnTo>
                  <a:lnTo>
                    <a:pt x="11022925" y="7244"/>
                  </a:lnTo>
                  <a:lnTo>
                    <a:pt x="11043789" y="5892"/>
                  </a:lnTo>
                  <a:lnTo>
                    <a:pt x="11052924" y="534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31" y="57"/>
                  </a:lnTo>
                  <a:lnTo>
                    <a:pt x="11046828" y="466"/>
                  </a:lnTo>
                  <a:lnTo>
                    <a:pt x="11029046" y="1595"/>
                  </a:lnTo>
                  <a:lnTo>
                    <a:pt x="10996941" y="3821"/>
                  </a:lnTo>
                  <a:lnTo>
                    <a:pt x="10948450" y="7503"/>
                  </a:lnTo>
                  <a:lnTo>
                    <a:pt x="10883146" y="12952"/>
                  </a:lnTo>
                  <a:lnTo>
                    <a:pt x="10802203" y="20406"/>
                  </a:lnTo>
                  <a:lnTo>
                    <a:pt x="10708146" y="30011"/>
                  </a:lnTo>
                  <a:lnTo>
                    <a:pt x="10604397" y="41833"/>
                  </a:lnTo>
                  <a:lnTo>
                    <a:pt x="10494742" y="55868"/>
                  </a:lnTo>
                  <a:lnTo>
                    <a:pt x="10382848" y="72079"/>
                  </a:lnTo>
                  <a:lnTo>
                    <a:pt x="10271887" y="90420"/>
                  </a:lnTo>
                  <a:lnTo>
                    <a:pt x="10164345" y="110873"/>
                  </a:lnTo>
                  <a:lnTo>
                    <a:pt x="10061962" y="133461"/>
                  </a:lnTo>
                  <a:lnTo>
                    <a:pt x="9965792" y="158266"/>
                  </a:lnTo>
                  <a:lnTo>
                    <a:pt x="9876306" y="185435"/>
                  </a:lnTo>
                  <a:lnTo>
                    <a:pt x="9793534" y="215182"/>
                  </a:lnTo>
                  <a:lnTo>
                    <a:pt x="9717180" y="247784"/>
                  </a:lnTo>
                  <a:lnTo>
                    <a:pt x="9646735" y="283576"/>
                  </a:lnTo>
                  <a:lnTo>
                    <a:pt x="9581560" y="322940"/>
                  </a:lnTo>
                  <a:lnTo>
                    <a:pt x="9520946" y="366285"/>
                  </a:lnTo>
                  <a:lnTo>
                    <a:pt x="9464165" y="414016"/>
                  </a:lnTo>
                  <a:lnTo>
                    <a:pt x="9410508" y="466483"/>
                  </a:lnTo>
                  <a:lnTo>
                    <a:pt x="9359321" y="523898"/>
                  </a:lnTo>
                  <a:lnTo>
                    <a:pt x="9347647" y="538038"/>
                  </a:lnTo>
                  <a:lnTo>
                    <a:pt x="9305536" y="592317"/>
                  </a:lnTo>
                  <a:lnTo>
                    <a:pt x="9264434" y="650322"/>
                  </a:lnTo>
                  <a:lnTo>
                    <a:pt x="9224085" y="712128"/>
                  </a:lnTo>
                  <a:lnTo>
                    <a:pt x="9184277" y="777759"/>
                  </a:lnTo>
                  <a:lnTo>
                    <a:pt x="9144841" y="847182"/>
                  </a:lnTo>
                  <a:lnTo>
                    <a:pt x="9105639" y="920299"/>
                  </a:lnTo>
                  <a:lnTo>
                    <a:pt x="9066567" y="996946"/>
                  </a:lnTo>
                  <a:lnTo>
                    <a:pt x="9027546" y="1076891"/>
                  </a:lnTo>
                  <a:lnTo>
                    <a:pt x="8988520" y="1159831"/>
                  </a:lnTo>
                  <a:lnTo>
                    <a:pt x="8949457" y="1245399"/>
                  </a:lnTo>
                  <a:lnTo>
                    <a:pt x="8910340" y="1333164"/>
                  </a:lnTo>
                  <a:lnTo>
                    <a:pt x="8871170" y="1422645"/>
                  </a:lnTo>
                  <a:lnTo>
                    <a:pt x="8831955" y="1513314"/>
                  </a:lnTo>
                  <a:lnTo>
                    <a:pt x="8792715" y="1604616"/>
                  </a:lnTo>
                  <a:lnTo>
                    <a:pt x="8753473" y="1695979"/>
                  </a:lnTo>
                  <a:lnTo>
                    <a:pt x="8714252" y="1786826"/>
                  </a:lnTo>
                  <a:lnTo>
                    <a:pt x="8675070" y="1876598"/>
                  </a:lnTo>
                  <a:lnTo>
                    <a:pt x="8635942" y="1964761"/>
                  </a:lnTo>
                  <a:lnTo>
                    <a:pt x="8596869" y="2050823"/>
                  </a:lnTo>
                  <a:lnTo>
                    <a:pt x="8557838" y="2134341"/>
                  </a:lnTo>
                  <a:lnTo>
                    <a:pt x="8518819" y="2214935"/>
                  </a:lnTo>
                  <a:lnTo>
                    <a:pt x="8479763" y="2292289"/>
                  </a:lnTo>
                  <a:lnTo>
                    <a:pt x="8440596" y="2366156"/>
                  </a:lnTo>
                  <a:lnTo>
                    <a:pt x="8401219" y="2436356"/>
                  </a:lnTo>
                  <a:lnTo>
                    <a:pt x="8361501" y="2502780"/>
                  </a:lnTo>
                  <a:lnTo>
                    <a:pt x="8321280" y="2565381"/>
                  </a:lnTo>
                  <a:lnTo>
                    <a:pt x="8280354" y="2624170"/>
                  </a:lnTo>
                  <a:lnTo>
                    <a:pt x="8238476" y="2679215"/>
                  </a:lnTo>
                  <a:lnTo>
                    <a:pt x="8229629" y="2690192"/>
                  </a:lnTo>
                  <a:lnTo>
                    <a:pt x="8178934" y="2748771"/>
                  </a:lnTo>
                  <a:lnTo>
                    <a:pt x="8125911" y="2802382"/>
                  </a:lnTo>
                  <a:lnTo>
                    <a:pt x="8069922" y="2851192"/>
                  </a:lnTo>
                  <a:lnTo>
                    <a:pt x="8010269" y="2895528"/>
                  </a:lnTo>
                  <a:lnTo>
                    <a:pt x="7946225" y="2935786"/>
                  </a:lnTo>
                  <a:lnTo>
                    <a:pt x="7877073" y="2972377"/>
                  </a:lnTo>
                  <a:lnTo>
                    <a:pt x="7802152" y="3005693"/>
                  </a:lnTo>
                  <a:lnTo>
                    <a:pt x="7720916" y="3036080"/>
                  </a:lnTo>
                  <a:lnTo>
                    <a:pt x="7633012" y="3063831"/>
                  </a:lnTo>
                  <a:lnTo>
                    <a:pt x="7538380" y="3089173"/>
                  </a:lnTo>
                  <a:lnTo>
                    <a:pt x="7437379" y="3112269"/>
                  </a:lnTo>
                  <a:lnTo>
                    <a:pt x="7330914" y="3133217"/>
                  </a:lnTo>
                  <a:lnTo>
                    <a:pt x="7220557" y="3152052"/>
                  </a:lnTo>
                  <a:lnTo>
                    <a:pt x="7108620" y="3168764"/>
                  </a:lnTo>
                  <a:lnTo>
                    <a:pt x="6998127" y="3183312"/>
                  </a:lnTo>
                  <a:lnTo>
                    <a:pt x="6892655" y="3195654"/>
                  </a:lnTo>
                  <a:lnTo>
                    <a:pt x="6796003" y="3205775"/>
                  </a:lnTo>
                  <a:lnTo>
                    <a:pt x="6711727" y="3213721"/>
                  </a:lnTo>
                  <a:lnTo>
                    <a:pt x="6642606" y="3219621"/>
                  </a:lnTo>
                  <a:lnTo>
                    <a:pt x="6590161" y="3223691"/>
                  </a:lnTo>
                  <a:lnTo>
                    <a:pt x="6554351" y="3226226"/>
                  </a:lnTo>
                  <a:lnTo>
                    <a:pt x="6533488" y="3227578"/>
                  </a:lnTo>
                  <a:lnTo>
                    <a:pt x="6524353" y="3228122"/>
                  </a:lnTo>
                  <a:lnTo>
                    <a:pt x="6522385" y="3228230"/>
                  </a:lnTo>
                  <a:lnTo>
                    <a:pt x="5527445" y="3228230"/>
                  </a:lnTo>
                  <a:lnTo>
                    <a:pt x="5526316" y="3228248"/>
                  </a:lnTo>
                  <a:lnTo>
                    <a:pt x="5518861" y="3228374"/>
                  </a:lnTo>
                  <a:lnTo>
                    <a:pt x="5499966" y="3228722"/>
                  </a:lnTo>
                  <a:lnTo>
                    <a:pt x="5465930" y="3229409"/>
                  </a:lnTo>
                  <a:lnTo>
                    <a:pt x="5414682" y="3230544"/>
                  </a:lnTo>
                  <a:lnTo>
                    <a:pt x="5345940" y="3232221"/>
                  </a:lnTo>
                  <a:lnTo>
                    <a:pt x="5261148" y="3234510"/>
                  </a:lnTo>
                  <a:lnTo>
                    <a:pt x="5163164" y="3237453"/>
                  </a:lnTo>
                  <a:lnTo>
                    <a:pt x="5055740" y="3241065"/>
                  </a:lnTo>
                  <a:lnTo>
                    <a:pt x="4942927" y="3245344"/>
                  </a:lnTo>
                  <a:lnTo>
                    <a:pt x="4828549" y="3250276"/>
                  </a:lnTo>
                  <a:lnTo>
                    <a:pt x="4715838" y="3255848"/>
                  </a:lnTo>
                  <a:lnTo>
                    <a:pt x="4607244" y="3262058"/>
                  </a:lnTo>
                  <a:lnTo>
                    <a:pt x="4504416" y="3268918"/>
                  </a:lnTo>
                  <a:lnTo>
                    <a:pt x="4408280" y="3276457"/>
                  </a:lnTo>
                  <a:lnTo>
                    <a:pt x="4319179" y="3284729"/>
                  </a:lnTo>
                  <a:lnTo>
                    <a:pt x="4237010" y="3293807"/>
                  </a:lnTo>
                  <a:lnTo>
                    <a:pt x="4161365" y="3303781"/>
                  </a:lnTo>
                  <a:lnTo>
                    <a:pt x="4091640" y="3314761"/>
                  </a:lnTo>
                  <a:lnTo>
                    <a:pt x="4027116" y="3326871"/>
                  </a:lnTo>
                  <a:lnTo>
                    <a:pt x="3967022" y="3340235"/>
                  </a:lnTo>
                  <a:lnTo>
                    <a:pt x="3910586" y="3354975"/>
                  </a:lnTo>
                  <a:lnTo>
                    <a:pt x="3857075" y="3371180"/>
                  </a:lnTo>
                  <a:lnTo>
                    <a:pt x="3820202" y="3383702"/>
                  </a:lnTo>
                  <a:lnTo>
                    <a:pt x="3762498" y="3405575"/>
                  </a:lnTo>
                  <a:lnTo>
                    <a:pt x="3706520" y="3429506"/>
                  </a:lnTo>
                  <a:lnTo>
                    <a:pt x="3651666" y="3455529"/>
                  </a:lnTo>
                  <a:lnTo>
                    <a:pt x="3597484" y="3483621"/>
                  </a:lnTo>
                  <a:lnTo>
                    <a:pt x="3543642" y="3513694"/>
                  </a:lnTo>
                  <a:lnTo>
                    <a:pt x="3489915" y="3545586"/>
                  </a:lnTo>
                  <a:lnTo>
                    <a:pt x="3436163" y="3579068"/>
                  </a:lnTo>
                  <a:lnTo>
                    <a:pt x="3382319" y="3613840"/>
                  </a:lnTo>
                  <a:lnTo>
                    <a:pt x="3328373" y="3649546"/>
                  </a:lnTo>
                  <a:lnTo>
                    <a:pt x="3274359" y="3685784"/>
                  </a:lnTo>
                  <a:lnTo>
                    <a:pt x="3220329" y="3722128"/>
                  </a:lnTo>
                  <a:lnTo>
                    <a:pt x="3166344" y="3758145"/>
                  </a:lnTo>
                  <a:lnTo>
                    <a:pt x="3112449" y="3793420"/>
                  </a:lnTo>
                  <a:lnTo>
                    <a:pt x="3058657" y="3827571"/>
                  </a:lnTo>
                  <a:lnTo>
                    <a:pt x="3004930" y="3860272"/>
                  </a:lnTo>
                  <a:lnTo>
                    <a:pt x="2951167" y="3891255"/>
                  </a:lnTo>
                  <a:lnTo>
                    <a:pt x="2897184" y="3920328"/>
                  </a:lnTo>
                  <a:lnTo>
                    <a:pt x="2842706" y="3947367"/>
                  </a:lnTo>
                  <a:lnTo>
                    <a:pt x="2787341" y="3972316"/>
                  </a:lnTo>
                  <a:lnTo>
                    <a:pt x="2730565" y="3995184"/>
                  </a:lnTo>
                  <a:lnTo>
                    <a:pt x="2702183" y="4005591"/>
                  </a:lnTo>
                  <a:lnTo>
                    <a:pt x="2650357" y="4022872"/>
                  </a:lnTo>
                  <a:lnTo>
                    <a:pt x="2596086" y="4038654"/>
                  </a:lnTo>
                  <a:lnTo>
                    <a:pt x="2538687" y="4052992"/>
                  </a:lnTo>
                  <a:lnTo>
                    <a:pt x="2477413" y="4065987"/>
                  </a:lnTo>
                  <a:lnTo>
                    <a:pt x="2411487" y="4077762"/>
                  </a:lnTo>
                  <a:lnTo>
                    <a:pt x="2340150" y="4088445"/>
                  </a:lnTo>
                  <a:lnTo>
                    <a:pt x="2262705" y="4098154"/>
                  </a:lnTo>
                  <a:lnTo>
                    <a:pt x="2178596" y="4106993"/>
                  </a:lnTo>
                  <a:lnTo>
                    <a:pt x="2087489" y="4115051"/>
                  </a:lnTo>
                  <a:lnTo>
                    <a:pt x="1989394" y="4122393"/>
                  </a:lnTo>
                  <a:lnTo>
                    <a:pt x="1884803" y="4129065"/>
                  </a:lnTo>
                  <a:lnTo>
                    <a:pt x="1774837" y="4135093"/>
                  </a:lnTo>
                  <a:lnTo>
                    <a:pt x="1661367" y="4140485"/>
                  </a:lnTo>
                  <a:lnTo>
                    <a:pt x="1547075" y="4145232"/>
                  </a:lnTo>
                  <a:lnTo>
                    <a:pt x="1435386" y="4149323"/>
                  </a:lnTo>
                  <a:lnTo>
                    <a:pt x="1330235" y="4152744"/>
                  </a:lnTo>
                  <a:lnTo>
                    <a:pt x="1235648" y="4155499"/>
                  </a:lnTo>
                  <a:lnTo>
                    <a:pt x="1155180" y="4157608"/>
                  </a:lnTo>
                  <a:lnTo>
                    <a:pt x="1091335" y="4159123"/>
                  </a:lnTo>
                  <a:lnTo>
                    <a:pt x="1045087" y="4160120"/>
                  </a:lnTo>
                  <a:lnTo>
                    <a:pt x="1015641" y="4160699"/>
                  </a:lnTo>
                  <a:lnTo>
                    <a:pt x="1000439" y="4160973"/>
                  </a:lnTo>
                  <a:lnTo>
                    <a:pt x="995360" y="4161057"/>
                  </a:lnTo>
                  <a:lnTo>
                    <a:pt x="994940" y="4161063"/>
                  </a:lnTo>
                  <a:lnTo>
                    <a:pt x="0" y="4161063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45" name="pl1644"/>
            <p:cNvSpPr/>
            <p:nvPr/>
          </p:nvSpPr>
          <p:spPr>
            <a:xfrm>
              <a:off x="1199187" y="1351919"/>
              <a:ext cx="12049831" cy="4161063"/>
            </a:xfrm>
            <a:custGeom>
              <a:avLst/>
              <a:pathLst>
                <a:path w="12049831" h="4161063">
                  <a:moveTo>
                    <a:pt x="0" y="4161063"/>
                  </a:moveTo>
                  <a:lnTo>
                    <a:pt x="994940" y="4161063"/>
                  </a:lnTo>
                  <a:lnTo>
                    <a:pt x="996069" y="4161045"/>
                  </a:lnTo>
                  <a:lnTo>
                    <a:pt x="1003524" y="4160919"/>
                  </a:lnTo>
                  <a:lnTo>
                    <a:pt x="1022419" y="4160571"/>
                  </a:lnTo>
                  <a:lnTo>
                    <a:pt x="1056455" y="4159884"/>
                  </a:lnTo>
                  <a:lnTo>
                    <a:pt x="1107703" y="4158749"/>
                  </a:lnTo>
                  <a:lnTo>
                    <a:pt x="1176445" y="4157072"/>
                  </a:lnTo>
                  <a:lnTo>
                    <a:pt x="1261237" y="4154783"/>
                  </a:lnTo>
                  <a:lnTo>
                    <a:pt x="1359221" y="4151840"/>
                  </a:lnTo>
                  <a:lnTo>
                    <a:pt x="1466645" y="4148228"/>
                  </a:lnTo>
                  <a:lnTo>
                    <a:pt x="1579458" y="4143949"/>
                  </a:lnTo>
                  <a:lnTo>
                    <a:pt x="1693836" y="4139017"/>
                  </a:lnTo>
                  <a:lnTo>
                    <a:pt x="1806547" y="4133445"/>
                  </a:lnTo>
                  <a:lnTo>
                    <a:pt x="1915141" y="4127235"/>
                  </a:lnTo>
                  <a:lnTo>
                    <a:pt x="2017969" y="4120376"/>
                  </a:lnTo>
                  <a:lnTo>
                    <a:pt x="2114105" y="4112836"/>
                  </a:lnTo>
                  <a:lnTo>
                    <a:pt x="2203206" y="4104564"/>
                  </a:lnTo>
                  <a:lnTo>
                    <a:pt x="2285375" y="4095487"/>
                  </a:lnTo>
                  <a:lnTo>
                    <a:pt x="2361020" y="4085512"/>
                  </a:lnTo>
                  <a:lnTo>
                    <a:pt x="2430745" y="4074532"/>
                  </a:lnTo>
                  <a:lnTo>
                    <a:pt x="2495269" y="4062422"/>
                  </a:lnTo>
                  <a:lnTo>
                    <a:pt x="2555363" y="4049058"/>
                  </a:lnTo>
                  <a:lnTo>
                    <a:pt x="2611799" y="4034319"/>
                  </a:lnTo>
                  <a:lnTo>
                    <a:pt x="2665310" y="4018113"/>
                  </a:lnTo>
                  <a:lnTo>
                    <a:pt x="2702183" y="4005591"/>
                  </a:lnTo>
                  <a:lnTo>
                    <a:pt x="2759887" y="3983718"/>
                  </a:lnTo>
                  <a:lnTo>
                    <a:pt x="2815865" y="3959787"/>
                  </a:lnTo>
                  <a:lnTo>
                    <a:pt x="2870719" y="3933764"/>
                  </a:lnTo>
                  <a:lnTo>
                    <a:pt x="2924901" y="3905672"/>
                  </a:lnTo>
                  <a:lnTo>
                    <a:pt x="2978743" y="3875599"/>
                  </a:lnTo>
                  <a:lnTo>
                    <a:pt x="3032470" y="3843707"/>
                  </a:lnTo>
                  <a:lnTo>
                    <a:pt x="3086222" y="3810225"/>
                  </a:lnTo>
                  <a:lnTo>
                    <a:pt x="3140066" y="3775453"/>
                  </a:lnTo>
                  <a:lnTo>
                    <a:pt x="3194012" y="3739747"/>
                  </a:lnTo>
                  <a:lnTo>
                    <a:pt x="3248026" y="3703509"/>
                  </a:lnTo>
                  <a:lnTo>
                    <a:pt x="3302056" y="3667165"/>
                  </a:lnTo>
                  <a:lnTo>
                    <a:pt x="3356041" y="3631148"/>
                  </a:lnTo>
                  <a:lnTo>
                    <a:pt x="3409936" y="3595873"/>
                  </a:lnTo>
                  <a:lnTo>
                    <a:pt x="3463728" y="3561722"/>
                  </a:lnTo>
                  <a:lnTo>
                    <a:pt x="3517455" y="3529021"/>
                  </a:lnTo>
                  <a:lnTo>
                    <a:pt x="3571218" y="3498038"/>
                  </a:lnTo>
                  <a:lnTo>
                    <a:pt x="3625201" y="3468965"/>
                  </a:lnTo>
                  <a:lnTo>
                    <a:pt x="3679679" y="3441926"/>
                  </a:lnTo>
                  <a:lnTo>
                    <a:pt x="3735044" y="3416977"/>
                  </a:lnTo>
                  <a:lnTo>
                    <a:pt x="3791820" y="3394109"/>
                  </a:lnTo>
                  <a:lnTo>
                    <a:pt x="3820202" y="3383702"/>
                  </a:lnTo>
                  <a:lnTo>
                    <a:pt x="3872028" y="3366421"/>
                  </a:lnTo>
                  <a:lnTo>
                    <a:pt x="3926299" y="3350639"/>
                  </a:lnTo>
                  <a:lnTo>
                    <a:pt x="3983698" y="3336301"/>
                  </a:lnTo>
                  <a:lnTo>
                    <a:pt x="4044972" y="3323306"/>
                  </a:lnTo>
                  <a:lnTo>
                    <a:pt x="4110898" y="3311531"/>
                  </a:lnTo>
                  <a:lnTo>
                    <a:pt x="4182235" y="3300848"/>
                  </a:lnTo>
                  <a:lnTo>
                    <a:pt x="4259680" y="3291140"/>
                  </a:lnTo>
                  <a:lnTo>
                    <a:pt x="4343789" y="3282300"/>
                  </a:lnTo>
                  <a:lnTo>
                    <a:pt x="4434896" y="3274242"/>
                  </a:lnTo>
                  <a:lnTo>
                    <a:pt x="4532991" y="3266900"/>
                  </a:lnTo>
                  <a:lnTo>
                    <a:pt x="4637582" y="3260228"/>
                  </a:lnTo>
                  <a:lnTo>
                    <a:pt x="4747548" y="3254200"/>
                  </a:lnTo>
                  <a:lnTo>
                    <a:pt x="4861018" y="3248808"/>
                  </a:lnTo>
                  <a:lnTo>
                    <a:pt x="4975310" y="3244061"/>
                  </a:lnTo>
                  <a:lnTo>
                    <a:pt x="5086999" y="3239970"/>
                  </a:lnTo>
                  <a:lnTo>
                    <a:pt x="5192150" y="3236549"/>
                  </a:lnTo>
                  <a:lnTo>
                    <a:pt x="5286737" y="3233794"/>
                  </a:lnTo>
                  <a:lnTo>
                    <a:pt x="5367205" y="3231685"/>
                  </a:lnTo>
                  <a:lnTo>
                    <a:pt x="5431050" y="3230170"/>
                  </a:lnTo>
                  <a:lnTo>
                    <a:pt x="5477298" y="3229173"/>
                  </a:lnTo>
                  <a:lnTo>
                    <a:pt x="5506744" y="3228594"/>
                  </a:lnTo>
                  <a:lnTo>
                    <a:pt x="5521946" y="3228321"/>
                  </a:lnTo>
                  <a:lnTo>
                    <a:pt x="5527025" y="3228237"/>
                  </a:lnTo>
                  <a:lnTo>
                    <a:pt x="5527445" y="3228230"/>
                  </a:lnTo>
                  <a:lnTo>
                    <a:pt x="6522385" y="3228230"/>
                  </a:lnTo>
                  <a:lnTo>
                    <a:pt x="6523445" y="3228173"/>
                  </a:lnTo>
                  <a:lnTo>
                    <a:pt x="6530449" y="3227764"/>
                  </a:lnTo>
                  <a:lnTo>
                    <a:pt x="6548230" y="3226635"/>
                  </a:lnTo>
                  <a:lnTo>
                    <a:pt x="6580335" y="3224409"/>
                  </a:lnTo>
                  <a:lnTo>
                    <a:pt x="6628826" y="3220727"/>
                  </a:lnTo>
                  <a:lnTo>
                    <a:pt x="6694131" y="3215277"/>
                  </a:lnTo>
                  <a:lnTo>
                    <a:pt x="6775073" y="3207824"/>
                  </a:lnTo>
                  <a:lnTo>
                    <a:pt x="6869130" y="3198218"/>
                  </a:lnTo>
                  <a:lnTo>
                    <a:pt x="6972880" y="3186396"/>
                  </a:lnTo>
                  <a:lnTo>
                    <a:pt x="7082534" y="3172361"/>
                  </a:lnTo>
                  <a:lnTo>
                    <a:pt x="7194429" y="3156151"/>
                  </a:lnTo>
                  <a:lnTo>
                    <a:pt x="7305390" y="3137809"/>
                  </a:lnTo>
                  <a:lnTo>
                    <a:pt x="7412932" y="3117357"/>
                  </a:lnTo>
                  <a:lnTo>
                    <a:pt x="7515314" y="3094769"/>
                  </a:lnTo>
                  <a:lnTo>
                    <a:pt x="7611485" y="3069964"/>
                  </a:lnTo>
                  <a:lnTo>
                    <a:pt x="7700970" y="3042795"/>
                  </a:lnTo>
                  <a:lnTo>
                    <a:pt x="7783743" y="3013048"/>
                  </a:lnTo>
                  <a:lnTo>
                    <a:pt x="7860096" y="2980446"/>
                  </a:lnTo>
                  <a:lnTo>
                    <a:pt x="7930541" y="2944654"/>
                  </a:lnTo>
                  <a:lnTo>
                    <a:pt x="7995717" y="2905290"/>
                  </a:lnTo>
                  <a:lnTo>
                    <a:pt x="8056331" y="2861944"/>
                  </a:lnTo>
                  <a:lnTo>
                    <a:pt x="8113112" y="2814213"/>
                  </a:lnTo>
                  <a:lnTo>
                    <a:pt x="8166768" y="2761747"/>
                  </a:lnTo>
                  <a:lnTo>
                    <a:pt x="8217956" y="2704332"/>
                  </a:lnTo>
                  <a:lnTo>
                    <a:pt x="8229629" y="2690192"/>
                  </a:lnTo>
                  <a:lnTo>
                    <a:pt x="8271740" y="2635912"/>
                  </a:lnTo>
                  <a:lnTo>
                    <a:pt x="8312842" y="2577908"/>
                  </a:lnTo>
                  <a:lnTo>
                    <a:pt x="8353192" y="2516102"/>
                  </a:lnTo>
                  <a:lnTo>
                    <a:pt x="8392999" y="2450470"/>
                  </a:lnTo>
                  <a:lnTo>
                    <a:pt x="8432436" y="2381048"/>
                  </a:lnTo>
                  <a:lnTo>
                    <a:pt x="8471637" y="2307931"/>
                  </a:lnTo>
                  <a:lnTo>
                    <a:pt x="8510710" y="2231283"/>
                  </a:lnTo>
                  <a:lnTo>
                    <a:pt x="8549731" y="2151339"/>
                  </a:lnTo>
                  <a:lnTo>
                    <a:pt x="8588756" y="2068398"/>
                  </a:lnTo>
                  <a:lnTo>
                    <a:pt x="8627820" y="1982831"/>
                  </a:lnTo>
                  <a:lnTo>
                    <a:pt x="8666936" y="1895065"/>
                  </a:lnTo>
                  <a:lnTo>
                    <a:pt x="8706107" y="1805585"/>
                  </a:lnTo>
                  <a:lnTo>
                    <a:pt x="8745322" y="1714915"/>
                  </a:lnTo>
                  <a:lnTo>
                    <a:pt x="8784561" y="1623613"/>
                  </a:lnTo>
                  <a:lnTo>
                    <a:pt x="8823803" y="1532251"/>
                  </a:lnTo>
                  <a:lnTo>
                    <a:pt x="8863025" y="1441404"/>
                  </a:lnTo>
                  <a:lnTo>
                    <a:pt x="8902206" y="1351632"/>
                  </a:lnTo>
                  <a:lnTo>
                    <a:pt x="8941334" y="1263469"/>
                  </a:lnTo>
                  <a:lnTo>
                    <a:pt x="8980408" y="1177407"/>
                  </a:lnTo>
                  <a:lnTo>
                    <a:pt x="9019439" y="1093888"/>
                  </a:lnTo>
                  <a:lnTo>
                    <a:pt x="9058457" y="1013294"/>
                  </a:lnTo>
                  <a:lnTo>
                    <a:pt x="9097513" y="935940"/>
                  </a:lnTo>
                  <a:lnTo>
                    <a:pt x="9136680" y="862074"/>
                  </a:lnTo>
                  <a:lnTo>
                    <a:pt x="9176058" y="791874"/>
                  </a:lnTo>
                  <a:lnTo>
                    <a:pt x="9215776" y="725450"/>
                  </a:lnTo>
                  <a:lnTo>
                    <a:pt x="9255997" y="662849"/>
                  </a:lnTo>
                  <a:lnTo>
                    <a:pt x="9296923" y="604059"/>
                  </a:lnTo>
                  <a:lnTo>
                    <a:pt x="9338800" y="549014"/>
                  </a:lnTo>
                  <a:lnTo>
                    <a:pt x="9347647" y="538038"/>
                  </a:lnTo>
                  <a:lnTo>
                    <a:pt x="9398342" y="479459"/>
                  </a:lnTo>
                  <a:lnTo>
                    <a:pt x="9451366" y="425847"/>
                  </a:lnTo>
                  <a:lnTo>
                    <a:pt x="9507354" y="377037"/>
                  </a:lnTo>
                  <a:lnTo>
                    <a:pt x="9567007" y="332702"/>
                  </a:lnTo>
                  <a:lnTo>
                    <a:pt x="9631052" y="292444"/>
                  </a:lnTo>
                  <a:lnTo>
                    <a:pt x="9700204" y="255852"/>
                  </a:lnTo>
                  <a:lnTo>
                    <a:pt x="9775124" y="222537"/>
                  </a:lnTo>
                  <a:lnTo>
                    <a:pt x="9856361" y="192149"/>
                  </a:lnTo>
                  <a:lnTo>
                    <a:pt x="9944265" y="164399"/>
                  </a:lnTo>
                  <a:lnTo>
                    <a:pt x="10038897" y="139057"/>
                  </a:lnTo>
                  <a:lnTo>
                    <a:pt x="10139898" y="115960"/>
                  </a:lnTo>
                  <a:lnTo>
                    <a:pt x="10246363" y="95013"/>
                  </a:lnTo>
                  <a:lnTo>
                    <a:pt x="10356719" y="76177"/>
                  </a:lnTo>
                  <a:lnTo>
                    <a:pt x="10468657" y="59465"/>
                  </a:lnTo>
                  <a:lnTo>
                    <a:pt x="10579149" y="44917"/>
                  </a:lnTo>
                  <a:lnTo>
                    <a:pt x="10684622" y="32576"/>
                  </a:lnTo>
                  <a:lnTo>
                    <a:pt x="10781273" y="22455"/>
                  </a:lnTo>
                  <a:lnTo>
                    <a:pt x="10865549" y="14509"/>
                  </a:lnTo>
                  <a:lnTo>
                    <a:pt x="10934671" y="8609"/>
                  </a:lnTo>
                  <a:lnTo>
                    <a:pt x="10987115" y="4539"/>
                  </a:lnTo>
                  <a:lnTo>
                    <a:pt x="11022925" y="2003"/>
                  </a:lnTo>
                  <a:lnTo>
                    <a:pt x="11043789" y="651"/>
                  </a:lnTo>
                  <a:lnTo>
                    <a:pt x="11052924" y="108"/>
                  </a:lnTo>
                  <a:lnTo>
                    <a:pt x="11054877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6" name="pl1645"/>
            <p:cNvSpPr/>
            <p:nvPr/>
          </p:nvSpPr>
          <p:spPr>
            <a:xfrm>
              <a:off x="1199187" y="1346678"/>
              <a:ext cx="12049831" cy="4161063"/>
            </a:xfrm>
            <a:custGeom>
              <a:avLst/>
              <a:pathLst>
                <a:path w="12049831" h="4161063">
                  <a:moveTo>
                    <a:pt x="12049831" y="0"/>
                  </a:moveTo>
                  <a:lnTo>
                    <a:pt x="11054891" y="0"/>
                  </a:lnTo>
                  <a:lnTo>
                    <a:pt x="11053831" y="57"/>
                  </a:lnTo>
                  <a:lnTo>
                    <a:pt x="11046828" y="466"/>
                  </a:lnTo>
                  <a:lnTo>
                    <a:pt x="11029046" y="1595"/>
                  </a:lnTo>
                  <a:lnTo>
                    <a:pt x="10996941" y="3821"/>
                  </a:lnTo>
                  <a:lnTo>
                    <a:pt x="10948450" y="7503"/>
                  </a:lnTo>
                  <a:lnTo>
                    <a:pt x="10883146" y="12952"/>
                  </a:lnTo>
                  <a:lnTo>
                    <a:pt x="10802203" y="20406"/>
                  </a:lnTo>
                  <a:lnTo>
                    <a:pt x="10708146" y="30011"/>
                  </a:lnTo>
                  <a:lnTo>
                    <a:pt x="10604397" y="41833"/>
                  </a:lnTo>
                  <a:lnTo>
                    <a:pt x="10494742" y="55868"/>
                  </a:lnTo>
                  <a:lnTo>
                    <a:pt x="10382848" y="72079"/>
                  </a:lnTo>
                  <a:lnTo>
                    <a:pt x="10271887" y="90420"/>
                  </a:lnTo>
                  <a:lnTo>
                    <a:pt x="10164345" y="110873"/>
                  </a:lnTo>
                  <a:lnTo>
                    <a:pt x="10061962" y="133461"/>
                  </a:lnTo>
                  <a:lnTo>
                    <a:pt x="9965792" y="158266"/>
                  </a:lnTo>
                  <a:lnTo>
                    <a:pt x="9876306" y="185435"/>
                  </a:lnTo>
                  <a:lnTo>
                    <a:pt x="9793534" y="215182"/>
                  </a:lnTo>
                  <a:lnTo>
                    <a:pt x="9717180" y="247784"/>
                  </a:lnTo>
                  <a:lnTo>
                    <a:pt x="9646735" y="283576"/>
                  </a:lnTo>
                  <a:lnTo>
                    <a:pt x="9581560" y="322940"/>
                  </a:lnTo>
                  <a:lnTo>
                    <a:pt x="9520946" y="366285"/>
                  </a:lnTo>
                  <a:lnTo>
                    <a:pt x="9464165" y="414016"/>
                  </a:lnTo>
                  <a:lnTo>
                    <a:pt x="9410508" y="466483"/>
                  </a:lnTo>
                  <a:lnTo>
                    <a:pt x="9359321" y="523898"/>
                  </a:lnTo>
                  <a:lnTo>
                    <a:pt x="9347647" y="538038"/>
                  </a:lnTo>
                  <a:lnTo>
                    <a:pt x="9305536" y="592317"/>
                  </a:lnTo>
                  <a:lnTo>
                    <a:pt x="9264434" y="650322"/>
                  </a:lnTo>
                  <a:lnTo>
                    <a:pt x="9224085" y="712128"/>
                  </a:lnTo>
                  <a:lnTo>
                    <a:pt x="9184277" y="777759"/>
                  </a:lnTo>
                  <a:lnTo>
                    <a:pt x="9144841" y="847182"/>
                  </a:lnTo>
                  <a:lnTo>
                    <a:pt x="9105639" y="920299"/>
                  </a:lnTo>
                  <a:lnTo>
                    <a:pt x="9066567" y="996946"/>
                  </a:lnTo>
                  <a:lnTo>
                    <a:pt x="9027546" y="1076891"/>
                  </a:lnTo>
                  <a:lnTo>
                    <a:pt x="8988520" y="1159831"/>
                  </a:lnTo>
                  <a:lnTo>
                    <a:pt x="8949457" y="1245399"/>
                  </a:lnTo>
                  <a:lnTo>
                    <a:pt x="8910340" y="1333164"/>
                  </a:lnTo>
                  <a:lnTo>
                    <a:pt x="8871170" y="1422645"/>
                  </a:lnTo>
                  <a:lnTo>
                    <a:pt x="8831955" y="1513314"/>
                  </a:lnTo>
                  <a:lnTo>
                    <a:pt x="8792715" y="1604616"/>
                  </a:lnTo>
                  <a:lnTo>
                    <a:pt x="8753473" y="1695979"/>
                  </a:lnTo>
                  <a:lnTo>
                    <a:pt x="8714252" y="1786826"/>
                  </a:lnTo>
                  <a:lnTo>
                    <a:pt x="8675070" y="1876598"/>
                  </a:lnTo>
                  <a:lnTo>
                    <a:pt x="8635942" y="1964761"/>
                  </a:lnTo>
                  <a:lnTo>
                    <a:pt x="8596869" y="2050823"/>
                  </a:lnTo>
                  <a:lnTo>
                    <a:pt x="8557838" y="2134341"/>
                  </a:lnTo>
                  <a:lnTo>
                    <a:pt x="8518819" y="2214935"/>
                  </a:lnTo>
                  <a:lnTo>
                    <a:pt x="8479763" y="2292289"/>
                  </a:lnTo>
                  <a:lnTo>
                    <a:pt x="8440596" y="2366156"/>
                  </a:lnTo>
                  <a:lnTo>
                    <a:pt x="8401219" y="2436356"/>
                  </a:lnTo>
                  <a:lnTo>
                    <a:pt x="8361501" y="2502780"/>
                  </a:lnTo>
                  <a:lnTo>
                    <a:pt x="8321280" y="2565381"/>
                  </a:lnTo>
                  <a:lnTo>
                    <a:pt x="8280354" y="2624170"/>
                  </a:lnTo>
                  <a:lnTo>
                    <a:pt x="8238476" y="2679215"/>
                  </a:lnTo>
                  <a:lnTo>
                    <a:pt x="8229629" y="2690192"/>
                  </a:lnTo>
                  <a:lnTo>
                    <a:pt x="8178934" y="2748771"/>
                  </a:lnTo>
                  <a:lnTo>
                    <a:pt x="8125911" y="2802382"/>
                  </a:lnTo>
                  <a:lnTo>
                    <a:pt x="8069922" y="2851192"/>
                  </a:lnTo>
                  <a:lnTo>
                    <a:pt x="8010269" y="2895528"/>
                  </a:lnTo>
                  <a:lnTo>
                    <a:pt x="7946225" y="2935786"/>
                  </a:lnTo>
                  <a:lnTo>
                    <a:pt x="7877073" y="2972377"/>
                  </a:lnTo>
                  <a:lnTo>
                    <a:pt x="7802152" y="3005693"/>
                  </a:lnTo>
                  <a:lnTo>
                    <a:pt x="7720916" y="3036080"/>
                  </a:lnTo>
                  <a:lnTo>
                    <a:pt x="7633012" y="3063831"/>
                  </a:lnTo>
                  <a:lnTo>
                    <a:pt x="7538380" y="3089173"/>
                  </a:lnTo>
                  <a:lnTo>
                    <a:pt x="7437379" y="3112269"/>
                  </a:lnTo>
                  <a:lnTo>
                    <a:pt x="7330914" y="3133217"/>
                  </a:lnTo>
                  <a:lnTo>
                    <a:pt x="7220557" y="3152052"/>
                  </a:lnTo>
                  <a:lnTo>
                    <a:pt x="7108620" y="3168764"/>
                  </a:lnTo>
                  <a:lnTo>
                    <a:pt x="6998127" y="3183312"/>
                  </a:lnTo>
                  <a:lnTo>
                    <a:pt x="6892655" y="3195654"/>
                  </a:lnTo>
                  <a:lnTo>
                    <a:pt x="6796003" y="3205775"/>
                  </a:lnTo>
                  <a:lnTo>
                    <a:pt x="6711727" y="3213721"/>
                  </a:lnTo>
                  <a:lnTo>
                    <a:pt x="6642606" y="3219621"/>
                  </a:lnTo>
                  <a:lnTo>
                    <a:pt x="6590161" y="3223691"/>
                  </a:lnTo>
                  <a:lnTo>
                    <a:pt x="6554351" y="3226226"/>
                  </a:lnTo>
                  <a:lnTo>
                    <a:pt x="6533488" y="3227578"/>
                  </a:lnTo>
                  <a:lnTo>
                    <a:pt x="6524353" y="3228122"/>
                  </a:lnTo>
                  <a:lnTo>
                    <a:pt x="6522400" y="3228229"/>
                  </a:lnTo>
                  <a:lnTo>
                    <a:pt x="6522385" y="3228230"/>
                  </a:lnTo>
                  <a:lnTo>
                    <a:pt x="5527445" y="3228230"/>
                  </a:lnTo>
                  <a:lnTo>
                    <a:pt x="5526316" y="3228248"/>
                  </a:lnTo>
                  <a:lnTo>
                    <a:pt x="5518861" y="3228374"/>
                  </a:lnTo>
                  <a:lnTo>
                    <a:pt x="5499966" y="3228722"/>
                  </a:lnTo>
                  <a:lnTo>
                    <a:pt x="5465930" y="3229409"/>
                  </a:lnTo>
                  <a:lnTo>
                    <a:pt x="5414682" y="3230544"/>
                  </a:lnTo>
                  <a:lnTo>
                    <a:pt x="5345940" y="3232221"/>
                  </a:lnTo>
                  <a:lnTo>
                    <a:pt x="5261148" y="3234510"/>
                  </a:lnTo>
                  <a:lnTo>
                    <a:pt x="5163164" y="3237453"/>
                  </a:lnTo>
                  <a:lnTo>
                    <a:pt x="5055740" y="3241065"/>
                  </a:lnTo>
                  <a:lnTo>
                    <a:pt x="4942927" y="3245344"/>
                  </a:lnTo>
                  <a:lnTo>
                    <a:pt x="4828549" y="3250276"/>
                  </a:lnTo>
                  <a:lnTo>
                    <a:pt x="4715838" y="3255848"/>
                  </a:lnTo>
                  <a:lnTo>
                    <a:pt x="4607244" y="3262058"/>
                  </a:lnTo>
                  <a:lnTo>
                    <a:pt x="4504416" y="3268918"/>
                  </a:lnTo>
                  <a:lnTo>
                    <a:pt x="4408280" y="3276457"/>
                  </a:lnTo>
                  <a:lnTo>
                    <a:pt x="4319179" y="3284729"/>
                  </a:lnTo>
                  <a:lnTo>
                    <a:pt x="4237010" y="3293807"/>
                  </a:lnTo>
                  <a:lnTo>
                    <a:pt x="4161365" y="3303781"/>
                  </a:lnTo>
                  <a:lnTo>
                    <a:pt x="4091640" y="3314761"/>
                  </a:lnTo>
                  <a:lnTo>
                    <a:pt x="4027116" y="3326871"/>
                  </a:lnTo>
                  <a:lnTo>
                    <a:pt x="3967022" y="3340235"/>
                  </a:lnTo>
                  <a:lnTo>
                    <a:pt x="3910586" y="3354975"/>
                  </a:lnTo>
                  <a:lnTo>
                    <a:pt x="3857075" y="3371180"/>
                  </a:lnTo>
                  <a:lnTo>
                    <a:pt x="3820202" y="3383702"/>
                  </a:lnTo>
                  <a:lnTo>
                    <a:pt x="3762498" y="3405575"/>
                  </a:lnTo>
                  <a:lnTo>
                    <a:pt x="3706520" y="3429506"/>
                  </a:lnTo>
                  <a:lnTo>
                    <a:pt x="3651666" y="3455529"/>
                  </a:lnTo>
                  <a:lnTo>
                    <a:pt x="3597484" y="3483621"/>
                  </a:lnTo>
                  <a:lnTo>
                    <a:pt x="3543642" y="3513694"/>
                  </a:lnTo>
                  <a:lnTo>
                    <a:pt x="3489915" y="3545586"/>
                  </a:lnTo>
                  <a:lnTo>
                    <a:pt x="3436163" y="3579068"/>
                  </a:lnTo>
                  <a:lnTo>
                    <a:pt x="3382319" y="3613840"/>
                  </a:lnTo>
                  <a:lnTo>
                    <a:pt x="3328373" y="3649546"/>
                  </a:lnTo>
                  <a:lnTo>
                    <a:pt x="3274359" y="3685784"/>
                  </a:lnTo>
                  <a:lnTo>
                    <a:pt x="3220329" y="3722128"/>
                  </a:lnTo>
                  <a:lnTo>
                    <a:pt x="3166344" y="3758145"/>
                  </a:lnTo>
                  <a:lnTo>
                    <a:pt x="3112449" y="3793420"/>
                  </a:lnTo>
                  <a:lnTo>
                    <a:pt x="3058657" y="3827571"/>
                  </a:lnTo>
                  <a:lnTo>
                    <a:pt x="3004930" y="3860272"/>
                  </a:lnTo>
                  <a:lnTo>
                    <a:pt x="2951167" y="3891255"/>
                  </a:lnTo>
                  <a:lnTo>
                    <a:pt x="2897184" y="3920328"/>
                  </a:lnTo>
                  <a:lnTo>
                    <a:pt x="2842706" y="3947367"/>
                  </a:lnTo>
                  <a:lnTo>
                    <a:pt x="2787341" y="3972316"/>
                  </a:lnTo>
                  <a:lnTo>
                    <a:pt x="2730565" y="3995184"/>
                  </a:lnTo>
                  <a:lnTo>
                    <a:pt x="2702183" y="4005591"/>
                  </a:lnTo>
                  <a:lnTo>
                    <a:pt x="2650357" y="4022872"/>
                  </a:lnTo>
                  <a:lnTo>
                    <a:pt x="2596086" y="4038654"/>
                  </a:lnTo>
                  <a:lnTo>
                    <a:pt x="2538687" y="4052992"/>
                  </a:lnTo>
                  <a:lnTo>
                    <a:pt x="2477413" y="4065987"/>
                  </a:lnTo>
                  <a:lnTo>
                    <a:pt x="2411487" y="4077762"/>
                  </a:lnTo>
                  <a:lnTo>
                    <a:pt x="2340150" y="4088445"/>
                  </a:lnTo>
                  <a:lnTo>
                    <a:pt x="2262705" y="4098154"/>
                  </a:lnTo>
                  <a:lnTo>
                    <a:pt x="2178596" y="4106993"/>
                  </a:lnTo>
                  <a:lnTo>
                    <a:pt x="2087489" y="4115051"/>
                  </a:lnTo>
                  <a:lnTo>
                    <a:pt x="1989394" y="4122393"/>
                  </a:lnTo>
                  <a:lnTo>
                    <a:pt x="1884803" y="4129065"/>
                  </a:lnTo>
                  <a:lnTo>
                    <a:pt x="1774837" y="4135093"/>
                  </a:lnTo>
                  <a:lnTo>
                    <a:pt x="1661367" y="4140485"/>
                  </a:lnTo>
                  <a:lnTo>
                    <a:pt x="1547075" y="4145232"/>
                  </a:lnTo>
                  <a:lnTo>
                    <a:pt x="1435386" y="4149323"/>
                  </a:lnTo>
                  <a:lnTo>
                    <a:pt x="1330235" y="4152744"/>
                  </a:lnTo>
                  <a:lnTo>
                    <a:pt x="1235648" y="4155499"/>
                  </a:lnTo>
                  <a:lnTo>
                    <a:pt x="1155180" y="4157608"/>
                  </a:lnTo>
                  <a:lnTo>
                    <a:pt x="1091335" y="4159123"/>
                  </a:lnTo>
                  <a:lnTo>
                    <a:pt x="1045087" y="4160120"/>
                  </a:lnTo>
                  <a:lnTo>
                    <a:pt x="1015641" y="4160699"/>
                  </a:lnTo>
                  <a:lnTo>
                    <a:pt x="1000439" y="4160973"/>
                  </a:lnTo>
                  <a:lnTo>
                    <a:pt x="995360" y="4161057"/>
                  </a:lnTo>
                  <a:lnTo>
                    <a:pt x="994940" y="4161063"/>
                  </a:lnTo>
                  <a:lnTo>
                    <a:pt x="0" y="4161063"/>
                  </a:lnTo>
                  <a:lnTo>
                    <a:pt x="0" y="41610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7" name="pg1646"/>
            <p:cNvSpPr/>
            <p:nvPr/>
          </p:nvSpPr>
          <p:spPr>
            <a:xfrm>
              <a:off x="1199187" y="1299512"/>
              <a:ext cx="12049831" cy="4087694"/>
            </a:xfrm>
            <a:custGeom>
              <a:avLst/>
              <a:pathLst>
                <a:path w="12049831" h="4087694">
                  <a:moveTo>
                    <a:pt x="0" y="4087694"/>
                  </a:moveTo>
                  <a:lnTo>
                    <a:pt x="994940" y="4087694"/>
                  </a:lnTo>
                  <a:lnTo>
                    <a:pt x="995959" y="4087624"/>
                  </a:lnTo>
                  <a:lnTo>
                    <a:pt x="1002701" y="4087128"/>
                  </a:lnTo>
                  <a:lnTo>
                    <a:pt x="1019834" y="4085756"/>
                  </a:lnTo>
                  <a:lnTo>
                    <a:pt x="1050812" y="4083051"/>
                  </a:lnTo>
                  <a:lnTo>
                    <a:pt x="1097687" y="4078574"/>
                  </a:lnTo>
                  <a:lnTo>
                    <a:pt x="1160964" y="4071944"/>
                  </a:lnTo>
                  <a:lnTo>
                    <a:pt x="1239616" y="4062863"/>
                  </a:lnTo>
                  <a:lnTo>
                    <a:pt x="1331313" y="4051144"/>
                  </a:lnTo>
                  <a:lnTo>
                    <a:pt x="1432826" y="4036699"/>
                  </a:lnTo>
                  <a:lnTo>
                    <a:pt x="1540527" y="4019524"/>
                  </a:lnTo>
                  <a:lnTo>
                    <a:pt x="1650856" y="3999662"/>
                  </a:lnTo>
                  <a:lnTo>
                    <a:pt x="1760680" y="3977169"/>
                  </a:lnTo>
                  <a:lnTo>
                    <a:pt x="1867505" y="3952074"/>
                  </a:lnTo>
                  <a:lnTo>
                    <a:pt x="1969542" y="3924360"/>
                  </a:lnTo>
                  <a:lnTo>
                    <a:pt x="2065669" y="3893939"/>
                  </a:lnTo>
                  <a:lnTo>
                    <a:pt x="2155336" y="3860649"/>
                  </a:lnTo>
                  <a:lnTo>
                    <a:pt x="2238441" y="3824245"/>
                  </a:lnTo>
                  <a:lnTo>
                    <a:pt x="2315208" y="3784408"/>
                  </a:lnTo>
                  <a:lnTo>
                    <a:pt x="2386088" y="3740744"/>
                  </a:lnTo>
                  <a:lnTo>
                    <a:pt x="2451672" y="3692802"/>
                  </a:lnTo>
                  <a:lnTo>
                    <a:pt x="2512630" y="3640090"/>
                  </a:lnTo>
                  <a:lnTo>
                    <a:pt x="2569659" y="3582110"/>
                  </a:lnTo>
                  <a:lnTo>
                    <a:pt x="2623451" y="3518409"/>
                  </a:lnTo>
                  <a:lnTo>
                    <a:pt x="2674653" y="3448665"/>
                  </a:lnTo>
                  <a:lnTo>
                    <a:pt x="2702183" y="3407285"/>
                  </a:lnTo>
                  <a:lnTo>
                    <a:pt x="2740462" y="3345161"/>
                  </a:lnTo>
                  <a:lnTo>
                    <a:pt x="2777888" y="3279163"/>
                  </a:lnTo>
                  <a:lnTo>
                    <a:pt x="2814658" y="3209212"/>
                  </a:lnTo>
                  <a:lnTo>
                    <a:pt x="2850938" y="3135274"/>
                  </a:lnTo>
                  <a:lnTo>
                    <a:pt x="2886863" y="3057363"/>
                  </a:lnTo>
                  <a:lnTo>
                    <a:pt x="2922547" y="2975545"/>
                  </a:lnTo>
                  <a:lnTo>
                    <a:pt x="2958080" y="2889943"/>
                  </a:lnTo>
                  <a:lnTo>
                    <a:pt x="2993532" y="2800737"/>
                  </a:lnTo>
                  <a:lnTo>
                    <a:pt x="3028956" y="2708170"/>
                  </a:lnTo>
                  <a:lnTo>
                    <a:pt x="3064389" y="2612540"/>
                  </a:lnTo>
                  <a:lnTo>
                    <a:pt x="3099856" y="2514203"/>
                  </a:lnTo>
                  <a:lnTo>
                    <a:pt x="3135366" y="2413569"/>
                  </a:lnTo>
                  <a:lnTo>
                    <a:pt x="3170921" y="2311090"/>
                  </a:lnTo>
                  <a:lnTo>
                    <a:pt x="3206516" y="2207261"/>
                  </a:lnTo>
                  <a:lnTo>
                    <a:pt x="3242135" y="2102601"/>
                  </a:lnTo>
                  <a:lnTo>
                    <a:pt x="3277765" y="1997650"/>
                  </a:lnTo>
                  <a:lnTo>
                    <a:pt x="3313386" y="1892952"/>
                  </a:lnTo>
                  <a:lnTo>
                    <a:pt x="3348982" y="1789048"/>
                  </a:lnTo>
                  <a:lnTo>
                    <a:pt x="3384541" y="1686459"/>
                  </a:lnTo>
                  <a:lnTo>
                    <a:pt x="3420054" y="1585680"/>
                  </a:lnTo>
                  <a:lnTo>
                    <a:pt x="3455523" y="1487170"/>
                  </a:lnTo>
                  <a:lnTo>
                    <a:pt x="3490958" y="1391339"/>
                  </a:lnTo>
                  <a:lnTo>
                    <a:pt x="3526382" y="1298547"/>
                  </a:lnTo>
                  <a:lnTo>
                    <a:pt x="3561830" y="1209099"/>
                  </a:lnTo>
                  <a:lnTo>
                    <a:pt x="3597355" y="1123239"/>
                  </a:lnTo>
                  <a:lnTo>
                    <a:pt x="3633026" y="1041152"/>
                  </a:lnTo>
                  <a:lnTo>
                    <a:pt x="3668932" y="962966"/>
                  </a:lnTo>
                  <a:lnTo>
                    <a:pt x="3705182" y="888750"/>
                  </a:lnTo>
                  <a:lnTo>
                    <a:pt x="3741913" y="818521"/>
                  </a:lnTo>
                  <a:lnTo>
                    <a:pt x="3779287" y="752250"/>
                  </a:lnTo>
                  <a:lnTo>
                    <a:pt x="3817499" y="689859"/>
                  </a:lnTo>
                  <a:lnTo>
                    <a:pt x="3820202" y="685649"/>
                  </a:lnTo>
                  <a:lnTo>
                    <a:pt x="3870219" y="612498"/>
                  </a:lnTo>
                  <a:lnTo>
                    <a:pt x="3922497" y="545468"/>
                  </a:lnTo>
                  <a:lnTo>
                    <a:pt x="3977645" y="484361"/>
                  </a:lnTo>
                  <a:lnTo>
                    <a:pt x="4036334" y="428783"/>
                  </a:lnTo>
                  <a:lnTo>
                    <a:pt x="4099264" y="378254"/>
                  </a:lnTo>
                  <a:lnTo>
                    <a:pt x="4167124" y="332274"/>
                  </a:lnTo>
                  <a:lnTo>
                    <a:pt x="4240556" y="290364"/>
                  </a:lnTo>
                  <a:lnTo>
                    <a:pt x="4320096" y="252098"/>
                  </a:lnTo>
                  <a:lnTo>
                    <a:pt x="4406108" y="217114"/>
                  </a:lnTo>
                  <a:lnTo>
                    <a:pt x="4498684" y="185125"/>
                  </a:lnTo>
                  <a:lnTo>
                    <a:pt x="4597539" y="155923"/>
                  </a:lnTo>
                  <a:lnTo>
                    <a:pt x="4701881" y="129380"/>
                  </a:lnTo>
                  <a:lnTo>
                    <a:pt x="4810303" y="105441"/>
                  </a:lnTo>
                  <a:lnTo>
                    <a:pt x="4920700" y="84112"/>
                  </a:lnTo>
                  <a:lnTo>
                    <a:pt x="5030279" y="65438"/>
                  </a:lnTo>
                  <a:lnTo>
                    <a:pt x="5135682" y="49474"/>
                  </a:lnTo>
                  <a:lnTo>
                    <a:pt x="5233266" y="36245"/>
                  </a:lnTo>
                  <a:lnTo>
                    <a:pt x="5319519" y="25716"/>
                  </a:lnTo>
                  <a:lnTo>
                    <a:pt x="5391552" y="17755"/>
                  </a:lnTo>
                  <a:lnTo>
                    <a:pt x="5447573" y="12124"/>
                  </a:lnTo>
                  <a:lnTo>
                    <a:pt x="5487223" y="8487"/>
                  </a:lnTo>
                  <a:lnTo>
                    <a:pt x="5511704" y="6431"/>
                  </a:lnTo>
                  <a:lnTo>
                    <a:pt x="5523714" y="5505"/>
                  </a:lnTo>
                  <a:lnTo>
                    <a:pt x="5527267" y="5252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0" y="5272"/>
                  </a:lnTo>
                  <a:lnTo>
                    <a:pt x="6530858" y="5495"/>
                  </a:lnTo>
                  <a:lnTo>
                    <a:pt x="6549513" y="6113"/>
                  </a:lnTo>
                  <a:lnTo>
                    <a:pt x="6583134" y="7331"/>
                  </a:lnTo>
                  <a:lnTo>
                    <a:pt x="6633790" y="9344"/>
                  </a:lnTo>
                  <a:lnTo>
                    <a:pt x="6701797" y="12319"/>
                  </a:lnTo>
                  <a:lnTo>
                    <a:pt x="6785769" y="16382"/>
                  </a:lnTo>
                  <a:lnTo>
                    <a:pt x="6882920" y="21608"/>
                  </a:lnTo>
                  <a:lnTo>
                    <a:pt x="6989571" y="28026"/>
                  </a:lnTo>
                  <a:lnTo>
                    <a:pt x="7101724" y="35632"/>
                  </a:lnTo>
                  <a:lnTo>
                    <a:pt x="7215588" y="44403"/>
                  </a:lnTo>
                  <a:lnTo>
                    <a:pt x="7327943" y="54316"/>
                  </a:lnTo>
                  <a:lnTo>
                    <a:pt x="7436329" y="65364"/>
                  </a:lnTo>
                  <a:lnTo>
                    <a:pt x="7539076" y="77567"/>
                  </a:lnTo>
                  <a:lnTo>
                    <a:pt x="7635229" y="90978"/>
                  </a:lnTo>
                  <a:lnTo>
                    <a:pt x="7724420" y="105686"/>
                  </a:lnTo>
                  <a:lnTo>
                    <a:pt x="7806722" y="121817"/>
                  </a:lnTo>
                  <a:lnTo>
                    <a:pt x="7882519" y="139532"/>
                  </a:lnTo>
                  <a:lnTo>
                    <a:pt x="7952395" y="159024"/>
                  </a:lnTo>
                  <a:lnTo>
                    <a:pt x="8017054" y="180506"/>
                  </a:lnTo>
                  <a:lnTo>
                    <a:pt x="8077253" y="204205"/>
                  </a:lnTo>
                  <a:lnTo>
                    <a:pt x="8133754" y="230334"/>
                  </a:lnTo>
                  <a:lnTo>
                    <a:pt x="8187288" y="259063"/>
                  </a:lnTo>
                  <a:lnTo>
                    <a:pt x="8229629" y="284741"/>
                  </a:lnTo>
                  <a:lnTo>
                    <a:pt x="8281624" y="319947"/>
                  </a:lnTo>
                  <a:lnTo>
                    <a:pt x="8332169" y="358137"/>
                  </a:lnTo>
                  <a:lnTo>
                    <a:pt x="8381719" y="399370"/>
                  </a:lnTo>
                  <a:lnTo>
                    <a:pt x="8430628" y="443633"/>
                  </a:lnTo>
                  <a:lnTo>
                    <a:pt x="8479166" y="490843"/>
                  </a:lnTo>
                  <a:lnTo>
                    <a:pt x="8527530" y="540832"/>
                  </a:lnTo>
                  <a:lnTo>
                    <a:pt x="8575856" y="593349"/>
                  </a:lnTo>
                  <a:lnTo>
                    <a:pt x="8624224" y="648060"/>
                  </a:lnTo>
                  <a:lnTo>
                    <a:pt x="8672671" y="704554"/>
                  </a:lnTo>
                  <a:lnTo>
                    <a:pt x="8721200" y="762353"/>
                  </a:lnTo>
                  <a:lnTo>
                    <a:pt x="8769786" y="820930"/>
                  </a:lnTo>
                  <a:lnTo>
                    <a:pt x="8818389" y="879728"/>
                  </a:lnTo>
                  <a:lnTo>
                    <a:pt x="8866965" y="938178"/>
                  </a:lnTo>
                  <a:lnTo>
                    <a:pt x="8915477" y="995729"/>
                  </a:lnTo>
                  <a:lnTo>
                    <a:pt x="8963905" y="1051862"/>
                  </a:lnTo>
                  <a:lnTo>
                    <a:pt x="9012259" y="1106114"/>
                  </a:lnTo>
                  <a:lnTo>
                    <a:pt x="9060584" y="1158091"/>
                  </a:lnTo>
                  <a:lnTo>
                    <a:pt x="9108974" y="1207475"/>
                  </a:lnTo>
                  <a:lnTo>
                    <a:pt x="9157576" y="1254036"/>
                  </a:lnTo>
                  <a:lnTo>
                    <a:pt x="9206602" y="1297625"/>
                  </a:lnTo>
                  <a:lnTo>
                    <a:pt x="9256341" y="1338173"/>
                  </a:lnTo>
                  <a:lnTo>
                    <a:pt x="9307167" y="1375688"/>
                  </a:lnTo>
                  <a:lnTo>
                    <a:pt x="9347647" y="1402743"/>
                  </a:lnTo>
                  <a:lnTo>
                    <a:pt x="9399233" y="1433674"/>
                  </a:lnTo>
                  <a:lnTo>
                    <a:pt x="9453240" y="1461937"/>
                  </a:lnTo>
                  <a:lnTo>
                    <a:pt x="9510338" y="1487623"/>
                  </a:lnTo>
                  <a:lnTo>
                    <a:pt x="9571266" y="1510916"/>
                  </a:lnTo>
                  <a:lnTo>
                    <a:pt x="9636790" y="1532031"/>
                  </a:lnTo>
                  <a:lnTo>
                    <a:pt x="9707661" y="1551195"/>
                  </a:lnTo>
                  <a:lnTo>
                    <a:pt x="9784566" y="1568618"/>
                  </a:lnTo>
                  <a:lnTo>
                    <a:pt x="9868060" y="1584488"/>
                  </a:lnTo>
                  <a:lnTo>
                    <a:pt x="9958483" y="1598959"/>
                  </a:lnTo>
                  <a:lnTo>
                    <a:pt x="10055839" y="1612151"/>
                  </a:lnTo>
                  <a:lnTo>
                    <a:pt x="10159668" y="1624148"/>
                  </a:lnTo>
                  <a:lnTo>
                    <a:pt x="10268896" y="1634996"/>
                  </a:lnTo>
                  <a:lnTo>
                    <a:pt x="10381718" y="1644709"/>
                  </a:lnTo>
                  <a:lnTo>
                    <a:pt x="10495534" y="1653276"/>
                  </a:lnTo>
                  <a:lnTo>
                    <a:pt x="10607005" y="1660674"/>
                  </a:lnTo>
                  <a:lnTo>
                    <a:pt x="10712270" y="1666882"/>
                  </a:lnTo>
                  <a:lnTo>
                    <a:pt x="10807349" y="1671900"/>
                  </a:lnTo>
                  <a:lnTo>
                    <a:pt x="10888677" y="1675764"/>
                  </a:lnTo>
                  <a:lnTo>
                    <a:pt x="10953683" y="1678560"/>
                  </a:lnTo>
                  <a:lnTo>
                    <a:pt x="11001265" y="1680419"/>
                  </a:lnTo>
                  <a:lnTo>
                    <a:pt x="11032051" y="1681517"/>
                  </a:lnTo>
                  <a:lnTo>
                    <a:pt x="11048408" y="1682050"/>
                  </a:lnTo>
                  <a:lnTo>
                    <a:pt x="11054262" y="1682226"/>
                  </a:lnTo>
                  <a:lnTo>
                    <a:pt x="11054891" y="1682243"/>
                  </a:lnTo>
                  <a:lnTo>
                    <a:pt x="12049831" y="1682243"/>
                  </a:lnTo>
                  <a:lnTo>
                    <a:pt x="12049831" y="1677002"/>
                  </a:lnTo>
                  <a:lnTo>
                    <a:pt x="11054891" y="1677002"/>
                  </a:lnTo>
                  <a:lnTo>
                    <a:pt x="11053777" y="1676971"/>
                  </a:lnTo>
                  <a:lnTo>
                    <a:pt x="11046419" y="1676747"/>
                  </a:lnTo>
                  <a:lnTo>
                    <a:pt x="11027764" y="1676130"/>
                  </a:lnTo>
                  <a:lnTo>
                    <a:pt x="10994143" y="1674912"/>
                  </a:lnTo>
                  <a:lnTo>
                    <a:pt x="10943487" y="1672899"/>
                  </a:lnTo>
                  <a:lnTo>
                    <a:pt x="10875480" y="1669924"/>
                  </a:lnTo>
                  <a:lnTo>
                    <a:pt x="10791508" y="1665861"/>
                  </a:lnTo>
                  <a:lnTo>
                    <a:pt x="10694356" y="1660635"/>
                  </a:lnTo>
                  <a:lnTo>
                    <a:pt x="10587706" y="1654216"/>
                  </a:lnTo>
                  <a:lnTo>
                    <a:pt x="10475552" y="1646610"/>
                  </a:lnTo>
                  <a:lnTo>
                    <a:pt x="10361688" y="1637840"/>
                  </a:lnTo>
                  <a:lnTo>
                    <a:pt x="10249333" y="1627927"/>
                  </a:lnTo>
                  <a:lnTo>
                    <a:pt x="10140947" y="1616878"/>
                  </a:lnTo>
                  <a:lnTo>
                    <a:pt x="10038201" y="1604675"/>
                  </a:lnTo>
                  <a:lnTo>
                    <a:pt x="9942047" y="1591265"/>
                  </a:lnTo>
                  <a:lnTo>
                    <a:pt x="9852856" y="1576557"/>
                  </a:lnTo>
                  <a:lnTo>
                    <a:pt x="9770554" y="1560426"/>
                  </a:lnTo>
                  <a:lnTo>
                    <a:pt x="9694758" y="1542711"/>
                  </a:lnTo>
                  <a:lnTo>
                    <a:pt x="9624881" y="1523219"/>
                  </a:lnTo>
                  <a:lnTo>
                    <a:pt x="9560222" y="1501736"/>
                  </a:lnTo>
                  <a:lnTo>
                    <a:pt x="9500024" y="1478038"/>
                  </a:lnTo>
                  <a:lnTo>
                    <a:pt x="9443522" y="1451909"/>
                  </a:lnTo>
                  <a:lnTo>
                    <a:pt x="9389989" y="1423180"/>
                  </a:lnTo>
                  <a:lnTo>
                    <a:pt x="9347647" y="1397502"/>
                  </a:lnTo>
                  <a:lnTo>
                    <a:pt x="9295652" y="1362296"/>
                  </a:lnTo>
                  <a:lnTo>
                    <a:pt x="9245108" y="1324105"/>
                  </a:lnTo>
                  <a:lnTo>
                    <a:pt x="9195558" y="1282873"/>
                  </a:lnTo>
                  <a:lnTo>
                    <a:pt x="9146649" y="1238609"/>
                  </a:lnTo>
                  <a:lnTo>
                    <a:pt x="9098111" y="1191399"/>
                  </a:lnTo>
                  <a:lnTo>
                    <a:pt x="9049746" y="1141410"/>
                  </a:lnTo>
                  <a:lnTo>
                    <a:pt x="9001421" y="1088893"/>
                  </a:lnTo>
                  <a:lnTo>
                    <a:pt x="8953053" y="1034183"/>
                  </a:lnTo>
                  <a:lnTo>
                    <a:pt x="8904605" y="977689"/>
                  </a:lnTo>
                  <a:lnTo>
                    <a:pt x="8856076" y="919890"/>
                  </a:lnTo>
                  <a:lnTo>
                    <a:pt x="8807491" y="861312"/>
                  </a:lnTo>
                  <a:lnTo>
                    <a:pt x="8758888" y="802515"/>
                  </a:lnTo>
                  <a:lnTo>
                    <a:pt x="8710312" y="744064"/>
                  </a:lnTo>
                  <a:lnTo>
                    <a:pt x="8661800" y="686513"/>
                  </a:lnTo>
                  <a:lnTo>
                    <a:pt x="8613371" y="630380"/>
                  </a:lnTo>
                  <a:lnTo>
                    <a:pt x="8565017" y="576128"/>
                  </a:lnTo>
                  <a:lnTo>
                    <a:pt x="8516692" y="524152"/>
                  </a:lnTo>
                  <a:lnTo>
                    <a:pt x="8468303" y="474767"/>
                  </a:lnTo>
                  <a:lnTo>
                    <a:pt x="8419701" y="428206"/>
                  </a:lnTo>
                  <a:lnTo>
                    <a:pt x="8370674" y="384618"/>
                  </a:lnTo>
                  <a:lnTo>
                    <a:pt x="8320936" y="344069"/>
                  </a:lnTo>
                  <a:lnTo>
                    <a:pt x="8270110" y="306555"/>
                  </a:lnTo>
                  <a:lnTo>
                    <a:pt x="8229629" y="279500"/>
                  </a:lnTo>
                  <a:lnTo>
                    <a:pt x="8178043" y="248568"/>
                  </a:lnTo>
                  <a:lnTo>
                    <a:pt x="8124037" y="220306"/>
                  </a:lnTo>
                  <a:lnTo>
                    <a:pt x="8066939" y="194619"/>
                  </a:lnTo>
                  <a:lnTo>
                    <a:pt x="8006010" y="171327"/>
                  </a:lnTo>
                  <a:lnTo>
                    <a:pt x="7940486" y="150211"/>
                  </a:lnTo>
                  <a:lnTo>
                    <a:pt x="7869615" y="131048"/>
                  </a:lnTo>
                  <a:lnTo>
                    <a:pt x="7792711" y="113625"/>
                  </a:lnTo>
                  <a:lnTo>
                    <a:pt x="7709216" y="97755"/>
                  </a:lnTo>
                  <a:lnTo>
                    <a:pt x="7618793" y="83284"/>
                  </a:lnTo>
                  <a:lnTo>
                    <a:pt x="7521437" y="70091"/>
                  </a:lnTo>
                  <a:lnTo>
                    <a:pt x="7417609" y="58095"/>
                  </a:lnTo>
                  <a:lnTo>
                    <a:pt x="7308381" y="47247"/>
                  </a:lnTo>
                  <a:lnTo>
                    <a:pt x="7195559" y="37534"/>
                  </a:lnTo>
                  <a:lnTo>
                    <a:pt x="7081743" y="28966"/>
                  </a:lnTo>
                  <a:lnTo>
                    <a:pt x="6970272" y="21568"/>
                  </a:lnTo>
                  <a:lnTo>
                    <a:pt x="6865006" y="15360"/>
                  </a:lnTo>
                  <a:lnTo>
                    <a:pt x="6769927" y="10342"/>
                  </a:lnTo>
                  <a:lnTo>
                    <a:pt x="6688599" y="6478"/>
                  </a:lnTo>
                  <a:lnTo>
                    <a:pt x="6623594" y="3683"/>
                  </a:lnTo>
                  <a:lnTo>
                    <a:pt x="6576012" y="1823"/>
                  </a:lnTo>
                  <a:lnTo>
                    <a:pt x="6545226" y="726"/>
                  </a:lnTo>
                  <a:lnTo>
                    <a:pt x="6528869" y="192"/>
                  </a:lnTo>
                  <a:lnTo>
                    <a:pt x="6523014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6" y="69"/>
                  </a:lnTo>
                  <a:lnTo>
                    <a:pt x="5519684" y="566"/>
                  </a:lnTo>
                  <a:lnTo>
                    <a:pt x="5502551" y="1938"/>
                  </a:lnTo>
                  <a:lnTo>
                    <a:pt x="5471573" y="4643"/>
                  </a:lnTo>
                  <a:lnTo>
                    <a:pt x="5424698" y="9119"/>
                  </a:lnTo>
                  <a:lnTo>
                    <a:pt x="5361421" y="15750"/>
                  </a:lnTo>
                  <a:lnTo>
                    <a:pt x="5282769" y="24830"/>
                  </a:lnTo>
                  <a:lnTo>
                    <a:pt x="5191072" y="36550"/>
                  </a:lnTo>
                  <a:lnTo>
                    <a:pt x="5089559" y="50995"/>
                  </a:lnTo>
                  <a:lnTo>
                    <a:pt x="4981858" y="68170"/>
                  </a:lnTo>
                  <a:lnTo>
                    <a:pt x="4871529" y="88032"/>
                  </a:lnTo>
                  <a:lnTo>
                    <a:pt x="4761705" y="110525"/>
                  </a:lnTo>
                  <a:lnTo>
                    <a:pt x="4654880" y="135619"/>
                  </a:lnTo>
                  <a:lnTo>
                    <a:pt x="4552843" y="163333"/>
                  </a:lnTo>
                  <a:lnTo>
                    <a:pt x="4456716" y="193754"/>
                  </a:lnTo>
                  <a:lnTo>
                    <a:pt x="4367049" y="227045"/>
                  </a:lnTo>
                  <a:lnTo>
                    <a:pt x="4283944" y="263448"/>
                  </a:lnTo>
                  <a:lnTo>
                    <a:pt x="4207177" y="303286"/>
                  </a:lnTo>
                  <a:lnTo>
                    <a:pt x="4136297" y="346949"/>
                  </a:lnTo>
                  <a:lnTo>
                    <a:pt x="4070713" y="394891"/>
                  </a:lnTo>
                  <a:lnTo>
                    <a:pt x="4009755" y="447603"/>
                  </a:lnTo>
                  <a:lnTo>
                    <a:pt x="3952726" y="505584"/>
                  </a:lnTo>
                  <a:lnTo>
                    <a:pt x="3898934" y="569285"/>
                  </a:lnTo>
                  <a:lnTo>
                    <a:pt x="3847732" y="639029"/>
                  </a:lnTo>
                  <a:lnTo>
                    <a:pt x="3820202" y="680408"/>
                  </a:lnTo>
                  <a:lnTo>
                    <a:pt x="3781923" y="742533"/>
                  </a:lnTo>
                  <a:lnTo>
                    <a:pt x="3744497" y="808531"/>
                  </a:lnTo>
                  <a:lnTo>
                    <a:pt x="3707727" y="878482"/>
                  </a:lnTo>
                  <a:lnTo>
                    <a:pt x="3671447" y="952419"/>
                  </a:lnTo>
                  <a:lnTo>
                    <a:pt x="3635522" y="1030331"/>
                  </a:lnTo>
                  <a:lnTo>
                    <a:pt x="3599837" y="1112149"/>
                  </a:lnTo>
                  <a:lnTo>
                    <a:pt x="3564305" y="1197751"/>
                  </a:lnTo>
                  <a:lnTo>
                    <a:pt x="3528853" y="1286956"/>
                  </a:lnTo>
                  <a:lnTo>
                    <a:pt x="3493429" y="1379524"/>
                  </a:lnTo>
                  <a:lnTo>
                    <a:pt x="3457996" y="1475154"/>
                  </a:lnTo>
                  <a:lnTo>
                    <a:pt x="3422529" y="1573490"/>
                  </a:lnTo>
                  <a:lnTo>
                    <a:pt x="3387019" y="1674125"/>
                  </a:lnTo>
                  <a:lnTo>
                    <a:pt x="3351464" y="1776603"/>
                  </a:lnTo>
                  <a:lnTo>
                    <a:pt x="3315869" y="1880433"/>
                  </a:lnTo>
                  <a:lnTo>
                    <a:pt x="3280250" y="1985092"/>
                  </a:lnTo>
                  <a:lnTo>
                    <a:pt x="3244620" y="2090044"/>
                  </a:lnTo>
                  <a:lnTo>
                    <a:pt x="3208999" y="2194741"/>
                  </a:lnTo>
                  <a:lnTo>
                    <a:pt x="3173403" y="2298646"/>
                  </a:lnTo>
                  <a:lnTo>
                    <a:pt x="3137844" y="2401235"/>
                  </a:lnTo>
                  <a:lnTo>
                    <a:pt x="3102331" y="2502013"/>
                  </a:lnTo>
                  <a:lnTo>
                    <a:pt x="3066862" y="2600524"/>
                  </a:lnTo>
                  <a:lnTo>
                    <a:pt x="3031427" y="2696355"/>
                  </a:lnTo>
                  <a:lnTo>
                    <a:pt x="2996003" y="2789146"/>
                  </a:lnTo>
                  <a:lnTo>
                    <a:pt x="2960555" y="2878595"/>
                  </a:lnTo>
                  <a:lnTo>
                    <a:pt x="2925030" y="2964455"/>
                  </a:lnTo>
                  <a:lnTo>
                    <a:pt x="2889359" y="3046541"/>
                  </a:lnTo>
                  <a:lnTo>
                    <a:pt x="2853453" y="3124728"/>
                  </a:lnTo>
                  <a:lnTo>
                    <a:pt x="2817202" y="3198944"/>
                  </a:lnTo>
                  <a:lnTo>
                    <a:pt x="2780472" y="3269172"/>
                  </a:lnTo>
                  <a:lnTo>
                    <a:pt x="2743098" y="3335444"/>
                  </a:lnTo>
                  <a:lnTo>
                    <a:pt x="2704886" y="3397835"/>
                  </a:lnTo>
                  <a:lnTo>
                    <a:pt x="2702183" y="3402044"/>
                  </a:lnTo>
                  <a:lnTo>
                    <a:pt x="2652166" y="3475195"/>
                  </a:lnTo>
                  <a:lnTo>
                    <a:pt x="2599888" y="3542225"/>
                  </a:lnTo>
                  <a:lnTo>
                    <a:pt x="2544740" y="3603333"/>
                  </a:lnTo>
                  <a:lnTo>
                    <a:pt x="2486051" y="3658910"/>
                  </a:lnTo>
                  <a:lnTo>
                    <a:pt x="2423121" y="3709439"/>
                  </a:lnTo>
                  <a:lnTo>
                    <a:pt x="2355261" y="3755420"/>
                  </a:lnTo>
                  <a:lnTo>
                    <a:pt x="2281829" y="3797329"/>
                  </a:lnTo>
                  <a:lnTo>
                    <a:pt x="2202289" y="3835595"/>
                  </a:lnTo>
                  <a:lnTo>
                    <a:pt x="2116277" y="3870579"/>
                  </a:lnTo>
                  <a:lnTo>
                    <a:pt x="2023701" y="3902569"/>
                  </a:lnTo>
                  <a:lnTo>
                    <a:pt x="1924846" y="3931771"/>
                  </a:lnTo>
                  <a:lnTo>
                    <a:pt x="1820504" y="3958313"/>
                  </a:lnTo>
                  <a:lnTo>
                    <a:pt x="1712082" y="3982252"/>
                  </a:lnTo>
                  <a:lnTo>
                    <a:pt x="1601685" y="4003581"/>
                  </a:lnTo>
                  <a:lnTo>
                    <a:pt x="1492106" y="4022255"/>
                  </a:lnTo>
                  <a:lnTo>
                    <a:pt x="1386703" y="4038220"/>
                  </a:lnTo>
                  <a:lnTo>
                    <a:pt x="1289119" y="4051448"/>
                  </a:lnTo>
                  <a:lnTo>
                    <a:pt x="1202866" y="4061978"/>
                  </a:lnTo>
                  <a:lnTo>
                    <a:pt x="1130833" y="4069939"/>
                  </a:lnTo>
                  <a:lnTo>
                    <a:pt x="1074812" y="4075569"/>
                  </a:lnTo>
                  <a:lnTo>
                    <a:pt x="1035162" y="4079207"/>
                  </a:lnTo>
                  <a:lnTo>
                    <a:pt x="1010681" y="4081263"/>
                  </a:lnTo>
                  <a:lnTo>
                    <a:pt x="998671" y="4082189"/>
                  </a:lnTo>
                  <a:lnTo>
                    <a:pt x="995118" y="4082442"/>
                  </a:lnTo>
                  <a:lnTo>
                    <a:pt x="994940" y="4082453"/>
                  </a:lnTo>
                  <a:lnTo>
                    <a:pt x="0" y="4082453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48" name="pl1647"/>
            <p:cNvSpPr/>
            <p:nvPr/>
          </p:nvSpPr>
          <p:spPr>
            <a:xfrm>
              <a:off x="1199187" y="1304753"/>
              <a:ext cx="12049831" cy="4082453"/>
            </a:xfrm>
            <a:custGeom>
              <a:avLst/>
              <a:pathLst>
                <a:path w="12049831" h="4082453">
                  <a:moveTo>
                    <a:pt x="0" y="4082453"/>
                  </a:moveTo>
                  <a:lnTo>
                    <a:pt x="994940" y="4082453"/>
                  </a:lnTo>
                  <a:lnTo>
                    <a:pt x="995959" y="4082384"/>
                  </a:lnTo>
                  <a:lnTo>
                    <a:pt x="1002701" y="4081887"/>
                  </a:lnTo>
                  <a:lnTo>
                    <a:pt x="1019834" y="4080515"/>
                  </a:lnTo>
                  <a:lnTo>
                    <a:pt x="1050812" y="4077810"/>
                  </a:lnTo>
                  <a:lnTo>
                    <a:pt x="1097687" y="4073334"/>
                  </a:lnTo>
                  <a:lnTo>
                    <a:pt x="1160964" y="4066703"/>
                  </a:lnTo>
                  <a:lnTo>
                    <a:pt x="1239616" y="4057623"/>
                  </a:lnTo>
                  <a:lnTo>
                    <a:pt x="1331313" y="4045903"/>
                  </a:lnTo>
                  <a:lnTo>
                    <a:pt x="1432826" y="4031458"/>
                  </a:lnTo>
                  <a:lnTo>
                    <a:pt x="1540527" y="4014283"/>
                  </a:lnTo>
                  <a:lnTo>
                    <a:pt x="1650856" y="3994421"/>
                  </a:lnTo>
                  <a:lnTo>
                    <a:pt x="1760680" y="3971928"/>
                  </a:lnTo>
                  <a:lnTo>
                    <a:pt x="1867505" y="3946834"/>
                  </a:lnTo>
                  <a:lnTo>
                    <a:pt x="1969542" y="3919120"/>
                  </a:lnTo>
                  <a:lnTo>
                    <a:pt x="2065669" y="3888699"/>
                  </a:lnTo>
                  <a:lnTo>
                    <a:pt x="2155336" y="3855408"/>
                  </a:lnTo>
                  <a:lnTo>
                    <a:pt x="2238441" y="3819005"/>
                  </a:lnTo>
                  <a:lnTo>
                    <a:pt x="2315208" y="3779167"/>
                  </a:lnTo>
                  <a:lnTo>
                    <a:pt x="2386088" y="3735504"/>
                  </a:lnTo>
                  <a:lnTo>
                    <a:pt x="2451672" y="3687562"/>
                  </a:lnTo>
                  <a:lnTo>
                    <a:pt x="2512630" y="3634850"/>
                  </a:lnTo>
                  <a:lnTo>
                    <a:pt x="2569659" y="3576869"/>
                  </a:lnTo>
                  <a:lnTo>
                    <a:pt x="2623451" y="3513168"/>
                  </a:lnTo>
                  <a:lnTo>
                    <a:pt x="2674653" y="3443424"/>
                  </a:lnTo>
                  <a:lnTo>
                    <a:pt x="2702183" y="3402044"/>
                  </a:lnTo>
                  <a:lnTo>
                    <a:pt x="2740462" y="3339920"/>
                  </a:lnTo>
                  <a:lnTo>
                    <a:pt x="2777888" y="3273922"/>
                  </a:lnTo>
                  <a:lnTo>
                    <a:pt x="2814658" y="3203971"/>
                  </a:lnTo>
                  <a:lnTo>
                    <a:pt x="2850938" y="3130034"/>
                  </a:lnTo>
                  <a:lnTo>
                    <a:pt x="2886863" y="3052122"/>
                  </a:lnTo>
                  <a:lnTo>
                    <a:pt x="2922547" y="2970304"/>
                  </a:lnTo>
                  <a:lnTo>
                    <a:pt x="2958080" y="2884702"/>
                  </a:lnTo>
                  <a:lnTo>
                    <a:pt x="2993532" y="2795497"/>
                  </a:lnTo>
                  <a:lnTo>
                    <a:pt x="3028956" y="2702929"/>
                  </a:lnTo>
                  <a:lnTo>
                    <a:pt x="3064389" y="2607299"/>
                  </a:lnTo>
                  <a:lnTo>
                    <a:pt x="3099856" y="2508963"/>
                  </a:lnTo>
                  <a:lnTo>
                    <a:pt x="3135366" y="2408328"/>
                  </a:lnTo>
                  <a:lnTo>
                    <a:pt x="3170921" y="2305850"/>
                  </a:lnTo>
                  <a:lnTo>
                    <a:pt x="3206516" y="2202020"/>
                  </a:lnTo>
                  <a:lnTo>
                    <a:pt x="3242135" y="2097361"/>
                  </a:lnTo>
                  <a:lnTo>
                    <a:pt x="3277765" y="1992409"/>
                  </a:lnTo>
                  <a:lnTo>
                    <a:pt x="3313386" y="1887712"/>
                  </a:lnTo>
                  <a:lnTo>
                    <a:pt x="3348982" y="1783807"/>
                  </a:lnTo>
                  <a:lnTo>
                    <a:pt x="3384541" y="1681218"/>
                  </a:lnTo>
                  <a:lnTo>
                    <a:pt x="3420054" y="1580440"/>
                  </a:lnTo>
                  <a:lnTo>
                    <a:pt x="3455523" y="1481929"/>
                  </a:lnTo>
                  <a:lnTo>
                    <a:pt x="3490958" y="1386098"/>
                  </a:lnTo>
                  <a:lnTo>
                    <a:pt x="3526382" y="1293306"/>
                  </a:lnTo>
                  <a:lnTo>
                    <a:pt x="3561830" y="1203858"/>
                  </a:lnTo>
                  <a:lnTo>
                    <a:pt x="3597355" y="1117998"/>
                  </a:lnTo>
                  <a:lnTo>
                    <a:pt x="3633026" y="1035912"/>
                  </a:lnTo>
                  <a:lnTo>
                    <a:pt x="3668932" y="957725"/>
                  </a:lnTo>
                  <a:lnTo>
                    <a:pt x="3705182" y="883509"/>
                  </a:lnTo>
                  <a:lnTo>
                    <a:pt x="3741913" y="813281"/>
                  </a:lnTo>
                  <a:lnTo>
                    <a:pt x="3779287" y="747009"/>
                  </a:lnTo>
                  <a:lnTo>
                    <a:pt x="3817499" y="684618"/>
                  </a:lnTo>
                  <a:lnTo>
                    <a:pt x="3820202" y="680408"/>
                  </a:lnTo>
                  <a:lnTo>
                    <a:pt x="3870219" y="607258"/>
                  </a:lnTo>
                  <a:lnTo>
                    <a:pt x="3922497" y="540228"/>
                  </a:lnTo>
                  <a:lnTo>
                    <a:pt x="3977645" y="479120"/>
                  </a:lnTo>
                  <a:lnTo>
                    <a:pt x="4036334" y="423542"/>
                  </a:lnTo>
                  <a:lnTo>
                    <a:pt x="4099264" y="373014"/>
                  </a:lnTo>
                  <a:lnTo>
                    <a:pt x="4167124" y="327033"/>
                  </a:lnTo>
                  <a:lnTo>
                    <a:pt x="4240556" y="285124"/>
                  </a:lnTo>
                  <a:lnTo>
                    <a:pt x="4320096" y="246858"/>
                  </a:lnTo>
                  <a:lnTo>
                    <a:pt x="4406108" y="211873"/>
                  </a:lnTo>
                  <a:lnTo>
                    <a:pt x="4498684" y="179884"/>
                  </a:lnTo>
                  <a:lnTo>
                    <a:pt x="4597539" y="150682"/>
                  </a:lnTo>
                  <a:lnTo>
                    <a:pt x="4701881" y="124140"/>
                  </a:lnTo>
                  <a:lnTo>
                    <a:pt x="4810303" y="100201"/>
                  </a:lnTo>
                  <a:lnTo>
                    <a:pt x="4920700" y="78872"/>
                  </a:lnTo>
                  <a:lnTo>
                    <a:pt x="5030279" y="60198"/>
                  </a:lnTo>
                  <a:lnTo>
                    <a:pt x="5135682" y="44233"/>
                  </a:lnTo>
                  <a:lnTo>
                    <a:pt x="5233266" y="31005"/>
                  </a:lnTo>
                  <a:lnTo>
                    <a:pt x="5319519" y="20475"/>
                  </a:lnTo>
                  <a:lnTo>
                    <a:pt x="5391552" y="12514"/>
                  </a:lnTo>
                  <a:lnTo>
                    <a:pt x="5447573" y="6884"/>
                  </a:lnTo>
                  <a:lnTo>
                    <a:pt x="5487223" y="3246"/>
                  </a:lnTo>
                  <a:lnTo>
                    <a:pt x="5511704" y="1190"/>
                  </a:lnTo>
                  <a:lnTo>
                    <a:pt x="5523714" y="264"/>
                  </a:lnTo>
                  <a:lnTo>
                    <a:pt x="5527267" y="1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0" y="31"/>
                  </a:lnTo>
                  <a:lnTo>
                    <a:pt x="6530858" y="255"/>
                  </a:lnTo>
                  <a:lnTo>
                    <a:pt x="6549513" y="872"/>
                  </a:lnTo>
                  <a:lnTo>
                    <a:pt x="6583134" y="2090"/>
                  </a:lnTo>
                  <a:lnTo>
                    <a:pt x="6633790" y="4103"/>
                  </a:lnTo>
                  <a:lnTo>
                    <a:pt x="6701797" y="7078"/>
                  </a:lnTo>
                  <a:lnTo>
                    <a:pt x="6785769" y="11141"/>
                  </a:lnTo>
                  <a:lnTo>
                    <a:pt x="6882920" y="16367"/>
                  </a:lnTo>
                  <a:lnTo>
                    <a:pt x="6989571" y="22785"/>
                  </a:lnTo>
                  <a:lnTo>
                    <a:pt x="7101724" y="30392"/>
                  </a:lnTo>
                  <a:lnTo>
                    <a:pt x="7215588" y="39162"/>
                  </a:lnTo>
                  <a:lnTo>
                    <a:pt x="7327943" y="49075"/>
                  </a:lnTo>
                  <a:lnTo>
                    <a:pt x="7436329" y="60123"/>
                  </a:lnTo>
                  <a:lnTo>
                    <a:pt x="7539076" y="72326"/>
                  </a:lnTo>
                  <a:lnTo>
                    <a:pt x="7635229" y="85737"/>
                  </a:lnTo>
                  <a:lnTo>
                    <a:pt x="7724420" y="100445"/>
                  </a:lnTo>
                  <a:lnTo>
                    <a:pt x="7806722" y="116576"/>
                  </a:lnTo>
                  <a:lnTo>
                    <a:pt x="7882519" y="134291"/>
                  </a:lnTo>
                  <a:lnTo>
                    <a:pt x="7952395" y="153783"/>
                  </a:lnTo>
                  <a:lnTo>
                    <a:pt x="8017054" y="175266"/>
                  </a:lnTo>
                  <a:lnTo>
                    <a:pt x="8077253" y="198964"/>
                  </a:lnTo>
                  <a:lnTo>
                    <a:pt x="8133754" y="225093"/>
                  </a:lnTo>
                  <a:lnTo>
                    <a:pt x="8187288" y="253822"/>
                  </a:lnTo>
                  <a:lnTo>
                    <a:pt x="8229629" y="279500"/>
                  </a:lnTo>
                  <a:lnTo>
                    <a:pt x="8281624" y="314706"/>
                  </a:lnTo>
                  <a:lnTo>
                    <a:pt x="8332169" y="352897"/>
                  </a:lnTo>
                  <a:lnTo>
                    <a:pt x="8381719" y="394129"/>
                  </a:lnTo>
                  <a:lnTo>
                    <a:pt x="8430628" y="438393"/>
                  </a:lnTo>
                  <a:lnTo>
                    <a:pt x="8479166" y="485603"/>
                  </a:lnTo>
                  <a:lnTo>
                    <a:pt x="8527530" y="535592"/>
                  </a:lnTo>
                  <a:lnTo>
                    <a:pt x="8575856" y="588109"/>
                  </a:lnTo>
                  <a:lnTo>
                    <a:pt x="8624224" y="642819"/>
                  </a:lnTo>
                  <a:lnTo>
                    <a:pt x="8672671" y="699313"/>
                  </a:lnTo>
                  <a:lnTo>
                    <a:pt x="8721200" y="757112"/>
                  </a:lnTo>
                  <a:lnTo>
                    <a:pt x="8769786" y="815690"/>
                  </a:lnTo>
                  <a:lnTo>
                    <a:pt x="8818389" y="874487"/>
                  </a:lnTo>
                  <a:lnTo>
                    <a:pt x="8866965" y="932938"/>
                  </a:lnTo>
                  <a:lnTo>
                    <a:pt x="8915477" y="990489"/>
                  </a:lnTo>
                  <a:lnTo>
                    <a:pt x="8963905" y="1046622"/>
                  </a:lnTo>
                  <a:lnTo>
                    <a:pt x="9012259" y="1100874"/>
                  </a:lnTo>
                  <a:lnTo>
                    <a:pt x="9060584" y="1152850"/>
                  </a:lnTo>
                  <a:lnTo>
                    <a:pt x="9108974" y="1202235"/>
                  </a:lnTo>
                  <a:lnTo>
                    <a:pt x="9157576" y="1248795"/>
                  </a:lnTo>
                  <a:lnTo>
                    <a:pt x="9206602" y="1292384"/>
                  </a:lnTo>
                  <a:lnTo>
                    <a:pt x="9256341" y="1332933"/>
                  </a:lnTo>
                  <a:lnTo>
                    <a:pt x="9307167" y="1370447"/>
                  </a:lnTo>
                  <a:lnTo>
                    <a:pt x="9347647" y="1397502"/>
                  </a:lnTo>
                  <a:lnTo>
                    <a:pt x="9399233" y="1428434"/>
                  </a:lnTo>
                  <a:lnTo>
                    <a:pt x="9453240" y="1456696"/>
                  </a:lnTo>
                  <a:lnTo>
                    <a:pt x="9510338" y="1482383"/>
                  </a:lnTo>
                  <a:lnTo>
                    <a:pt x="9571266" y="1505675"/>
                  </a:lnTo>
                  <a:lnTo>
                    <a:pt x="9636790" y="1526790"/>
                  </a:lnTo>
                  <a:lnTo>
                    <a:pt x="9707661" y="1545954"/>
                  </a:lnTo>
                  <a:lnTo>
                    <a:pt x="9784566" y="1563377"/>
                  </a:lnTo>
                  <a:lnTo>
                    <a:pt x="9868060" y="1579247"/>
                  </a:lnTo>
                  <a:lnTo>
                    <a:pt x="9958483" y="1593718"/>
                  </a:lnTo>
                  <a:lnTo>
                    <a:pt x="10055839" y="1606911"/>
                  </a:lnTo>
                  <a:lnTo>
                    <a:pt x="10159668" y="1618907"/>
                  </a:lnTo>
                  <a:lnTo>
                    <a:pt x="10268896" y="1629755"/>
                  </a:lnTo>
                  <a:lnTo>
                    <a:pt x="10381718" y="1639468"/>
                  </a:lnTo>
                  <a:lnTo>
                    <a:pt x="10495534" y="1648035"/>
                  </a:lnTo>
                  <a:lnTo>
                    <a:pt x="10607005" y="1655434"/>
                  </a:lnTo>
                  <a:lnTo>
                    <a:pt x="10712270" y="1661642"/>
                  </a:lnTo>
                  <a:lnTo>
                    <a:pt x="10807349" y="1666660"/>
                  </a:lnTo>
                  <a:lnTo>
                    <a:pt x="10888677" y="1670524"/>
                  </a:lnTo>
                  <a:lnTo>
                    <a:pt x="10953683" y="1673319"/>
                  </a:lnTo>
                  <a:lnTo>
                    <a:pt x="11001265" y="1675179"/>
                  </a:lnTo>
                  <a:lnTo>
                    <a:pt x="11032051" y="1676276"/>
                  </a:lnTo>
                  <a:lnTo>
                    <a:pt x="11048408" y="1676810"/>
                  </a:lnTo>
                  <a:lnTo>
                    <a:pt x="11054262" y="1676985"/>
                  </a:lnTo>
                  <a:lnTo>
                    <a:pt x="11054891" y="1677002"/>
                  </a:lnTo>
                  <a:lnTo>
                    <a:pt x="12049831" y="1677002"/>
                  </a:lnTo>
                  <a:lnTo>
                    <a:pt x="12049831" y="16770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9" name="pl1648"/>
            <p:cNvSpPr/>
            <p:nvPr/>
          </p:nvSpPr>
          <p:spPr>
            <a:xfrm>
              <a:off x="1199187" y="1299512"/>
              <a:ext cx="12049831" cy="4082453"/>
            </a:xfrm>
            <a:custGeom>
              <a:avLst/>
              <a:pathLst>
                <a:path w="12049831" h="4082453">
                  <a:moveTo>
                    <a:pt x="12049831" y="1677002"/>
                  </a:moveTo>
                  <a:lnTo>
                    <a:pt x="11054891" y="1677002"/>
                  </a:lnTo>
                  <a:lnTo>
                    <a:pt x="11053777" y="1676971"/>
                  </a:lnTo>
                  <a:lnTo>
                    <a:pt x="11046419" y="1676747"/>
                  </a:lnTo>
                  <a:lnTo>
                    <a:pt x="11027764" y="1676130"/>
                  </a:lnTo>
                  <a:lnTo>
                    <a:pt x="10994143" y="1674912"/>
                  </a:lnTo>
                  <a:lnTo>
                    <a:pt x="10943487" y="1672899"/>
                  </a:lnTo>
                  <a:lnTo>
                    <a:pt x="10875480" y="1669924"/>
                  </a:lnTo>
                  <a:lnTo>
                    <a:pt x="10791508" y="1665861"/>
                  </a:lnTo>
                  <a:lnTo>
                    <a:pt x="10694356" y="1660635"/>
                  </a:lnTo>
                  <a:lnTo>
                    <a:pt x="10587706" y="1654216"/>
                  </a:lnTo>
                  <a:lnTo>
                    <a:pt x="10475552" y="1646610"/>
                  </a:lnTo>
                  <a:lnTo>
                    <a:pt x="10361688" y="1637840"/>
                  </a:lnTo>
                  <a:lnTo>
                    <a:pt x="10249333" y="1627927"/>
                  </a:lnTo>
                  <a:lnTo>
                    <a:pt x="10140947" y="1616878"/>
                  </a:lnTo>
                  <a:lnTo>
                    <a:pt x="10038201" y="1604675"/>
                  </a:lnTo>
                  <a:lnTo>
                    <a:pt x="9942047" y="1591265"/>
                  </a:lnTo>
                  <a:lnTo>
                    <a:pt x="9852856" y="1576557"/>
                  </a:lnTo>
                  <a:lnTo>
                    <a:pt x="9770554" y="1560426"/>
                  </a:lnTo>
                  <a:lnTo>
                    <a:pt x="9694758" y="1542711"/>
                  </a:lnTo>
                  <a:lnTo>
                    <a:pt x="9624881" y="1523219"/>
                  </a:lnTo>
                  <a:lnTo>
                    <a:pt x="9560222" y="1501736"/>
                  </a:lnTo>
                  <a:lnTo>
                    <a:pt x="9500024" y="1478038"/>
                  </a:lnTo>
                  <a:lnTo>
                    <a:pt x="9443522" y="1451909"/>
                  </a:lnTo>
                  <a:lnTo>
                    <a:pt x="9389989" y="1423180"/>
                  </a:lnTo>
                  <a:lnTo>
                    <a:pt x="9347647" y="1397502"/>
                  </a:lnTo>
                  <a:lnTo>
                    <a:pt x="9295652" y="1362296"/>
                  </a:lnTo>
                  <a:lnTo>
                    <a:pt x="9245108" y="1324105"/>
                  </a:lnTo>
                  <a:lnTo>
                    <a:pt x="9195558" y="1282873"/>
                  </a:lnTo>
                  <a:lnTo>
                    <a:pt x="9146649" y="1238609"/>
                  </a:lnTo>
                  <a:lnTo>
                    <a:pt x="9098111" y="1191399"/>
                  </a:lnTo>
                  <a:lnTo>
                    <a:pt x="9049746" y="1141410"/>
                  </a:lnTo>
                  <a:lnTo>
                    <a:pt x="9001421" y="1088893"/>
                  </a:lnTo>
                  <a:lnTo>
                    <a:pt x="8953053" y="1034183"/>
                  </a:lnTo>
                  <a:lnTo>
                    <a:pt x="8904605" y="977689"/>
                  </a:lnTo>
                  <a:lnTo>
                    <a:pt x="8856076" y="919890"/>
                  </a:lnTo>
                  <a:lnTo>
                    <a:pt x="8807491" y="861312"/>
                  </a:lnTo>
                  <a:lnTo>
                    <a:pt x="8758888" y="802515"/>
                  </a:lnTo>
                  <a:lnTo>
                    <a:pt x="8710312" y="744064"/>
                  </a:lnTo>
                  <a:lnTo>
                    <a:pt x="8661800" y="686513"/>
                  </a:lnTo>
                  <a:lnTo>
                    <a:pt x="8613371" y="630380"/>
                  </a:lnTo>
                  <a:lnTo>
                    <a:pt x="8565017" y="576128"/>
                  </a:lnTo>
                  <a:lnTo>
                    <a:pt x="8516692" y="524152"/>
                  </a:lnTo>
                  <a:lnTo>
                    <a:pt x="8468303" y="474767"/>
                  </a:lnTo>
                  <a:lnTo>
                    <a:pt x="8419701" y="428206"/>
                  </a:lnTo>
                  <a:lnTo>
                    <a:pt x="8370674" y="384618"/>
                  </a:lnTo>
                  <a:lnTo>
                    <a:pt x="8320936" y="344069"/>
                  </a:lnTo>
                  <a:lnTo>
                    <a:pt x="8270110" y="306555"/>
                  </a:lnTo>
                  <a:lnTo>
                    <a:pt x="8229629" y="279500"/>
                  </a:lnTo>
                  <a:lnTo>
                    <a:pt x="8178043" y="248568"/>
                  </a:lnTo>
                  <a:lnTo>
                    <a:pt x="8124037" y="220306"/>
                  </a:lnTo>
                  <a:lnTo>
                    <a:pt x="8066939" y="194619"/>
                  </a:lnTo>
                  <a:lnTo>
                    <a:pt x="8006010" y="171327"/>
                  </a:lnTo>
                  <a:lnTo>
                    <a:pt x="7940486" y="150211"/>
                  </a:lnTo>
                  <a:lnTo>
                    <a:pt x="7869615" y="131048"/>
                  </a:lnTo>
                  <a:lnTo>
                    <a:pt x="7792711" y="113625"/>
                  </a:lnTo>
                  <a:lnTo>
                    <a:pt x="7709216" y="97755"/>
                  </a:lnTo>
                  <a:lnTo>
                    <a:pt x="7618793" y="83284"/>
                  </a:lnTo>
                  <a:lnTo>
                    <a:pt x="7521437" y="70091"/>
                  </a:lnTo>
                  <a:lnTo>
                    <a:pt x="7417609" y="58095"/>
                  </a:lnTo>
                  <a:lnTo>
                    <a:pt x="7308381" y="47247"/>
                  </a:lnTo>
                  <a:lnTo>
                    <a:pt x="7195559" y="37534"/>
                  </a:lnTo>
                  <a:lnTo>
                    <a:pt x="7081743" y="28966"/>
                  </a:lnTo>
                  <a:lnTo>
                    <a:pt x="6970272" y="21568"/>
                  </a:lnTo>
                  <a:lnTo>
                    <a:pt x="6865006" y="15360"/>
                  </a:lnTo>
                  <a:lnTo>
                    <a:pt x="6769927" y="10342"/>
                  </a:lnTo>
                  <a:lnTo>
                    <a:pt x="6688599" y="6478"/>
                  </a:lnTo>
                  <a:lnTo>
                    <a:pt x="6623594" y="3683"/>
                  </a:lnTo>
                  <a:lnTo>
                    <a:pt x="6576012" y="1823"/>
                  </a:lnTo>
                  <a:lnTo>
                    <a:pt x="6545226" y="726"/>
                  </a:lnTo>
                  <a:lnTo>
                    <a:pt x="6528869" y="192"/>
                  </a:lnTo>
                  <a:lnTo>
                    <a:pt x="6523014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6" y="69"/>
                  </a:lnTo>
                  <a:lnTo>
                    <a:pt x="5519684" y="566"/>
                  </a:lnTo>
                  <a:lnTo>
                    <a:pt x="5502551" y="1938"/>
                  </a:lnTo>
                  <a:lnTo>
                    <a:pt x="5471573" y="4643"/>
                  </a:lnTo>
                  <a:lnTo>
                    <a:pt x="5424698" y="9119"/>
                  </a:lnTo>
                  <a:lnTo>
                    <a:pt x="5361421" y="15750"/>
                  </a:lnTo>
                  <a:lnTo>
                    <a:pt x="5282769" y="24830"/>
                  </a:lnTo>
                  <a:lnTo>
                    <a:pt x="5191072" y="36550"/>
                  </a:lnTo>
                  <a:lnTo>
                    <a:pt x="5089559" y="50995"/>
                  </a:lnTo>
                  <a:lnTo>
                    <a:pt x="4981858" y="68170"/>
                  </a:lnTo>
                  <a:lnTo>
                    <a:pt x="4871529" y="88032"/>
                  </a:lnTo>
                  <a:lnTo>
                    <a:pt x="4761705" y="110525"/>
                  </a:lnTo>
                  <a:lnTo>
                    <a:pt x="4654880" y="135619"/>
                  </a:lnTo>
                  <a:lnTo>
                    <a:pt x="4552843" y="163333"/>
                  </a:lnTo>
                  <a:lnTo>
                    <a:pt x="4456716" y="193754"/>
                  </a:lnTo>
                  <a:lnTo>
                    <a:pt x="4367049" y="227045"/>
                  </a:lnTo>
                  <a:lnTo>
                    <a:pt x="4283944" y="263448"/>
                  </a:lnTo>
                  <a:lnTo>
                    <a:pt x="4207177" y="303286"/>
                  </a:lnTo>
                  <a:lnTo>
                    <a:pt x="4136297" y="346949"/>
                  </a:lnTo>
                  <a:lnTo>
                    <a:pt x="4070713" y="394891"/>
                  </a:lnTo>
                  <a:lnTo>
                    <a:pt x="4009755" y="447603"/>
                  </a:lnTo>
                  <a:lnTo>
                    <a:pt x="3952726" y="505584"/>
                  </a:lnTo>
                  <a:lnTo>
                    <a:pt x="3898934" y="569285"/>
                  </a:lnTo>
                  <a:lnTo>
                    <a:pt x="3847732" y="639029"/>
                  </a:lnTo>
                  <a:lnTo>
                    <a:pt x="3820202" y="680408"/>
                  </a:lnTo>
                  <a:lnTo>
                    <a:pt x="3781923" y="742533"/>
                  </a:lnTo>
                  <a:lnTo>
                    <a:pt x="3744497" y="808531"/>
                  </a:lnTo>
                  <a:lnTo>
                    <a:pt x="3707727" y="878482"/>
                  </a:lnTo>
                  <a:lnTo>
                    <a:pt x="3671447" y="952419"/>
                  </a:lnTo>
                  <a:lnTo>
                    <a:pt x="3635522" y="1030331"/>
                  </a:lnTo>
                  <a:lnTo>
                    <a:pt x="3599837" y="1112149"/>
                  </a:lnTo>
                  <a:lnTo>
                    <a:pt x="3564305" y="1197751"/>
                  </a:lnTo>
                  <a:lnTo>
                    <a:pt x="3528853" y="1286956"/>
                  </a:lnTo>
                  <a:lnTo>
                    <a:pt x="3493429" y="1379524"/>
                  </a:lnTo>
                  <a:lnTo>
                    <a:pt x="3457996" y="1475154"/>
                  </a:lnTo>
                  <a:lnTo>
                    <a:pt x="3422529" y="1573490"/>
                  </a:lnTo>
                  <a:lnTo>
                    <a:pt x="3387019" y="1674125"/>
                  </a:lnTo>
                  <a:lnTo>
                    <a:pt x="3351464" y="1776603"/>
                  </a:lnTo>
                  <a:lnTo>
                    <a:pt x="3315869" y="1880433"/>
                  </a:lnTo>
                  <a:lnTo>
                    <a:pt x="3280250" y="1985092"/>
                  </a:lnTo>
                  <a:lnTo>
                    <a:pt x="3244620" y="2090044"/>
                  </a:lnTo>
                  <a:lnTo>
                    <a:pt x="3208999" y="2194741"/>
                  </a:lnTo>
                  <a:lnTo>
                    <a:pt x="3173403" y="2298646"/>
                  </a:lnTo>
                  <a:lnTo>
                    <a:pt x="3137844" y="2401235"/>
                  </a:lnTo>
                  <a:lnTo>
                    <a:pt x="3102331" y="2502013"/>
                  </a:lnTo>
                  <a:lnTo>
                    <a:pt x="3066862" y="2600524"/>
                  </a:lnTo>
                  <a:lnTo>
                    <a:pt x="3031427" y="2696355"/>
                  </a:lnTo>
                  <a:lnTo>
                    <a:pt x="2996003" y="2789146"/>
                  </a:lnTo>
                  <a:lnTo>
                    <a:pt x="2960555" y="2878595"/>
                  </a:lnTo>
                  <a:lnTo>
                    <a:pt x="2925030" y="2964455"/>
                  </a:lnTo>
                  <a:lnTo>
                    <a:pt x="2889359" y="3046541"/>
                  </a:lnTo>
                  <a:lnTo>
                    <a:pt x="2853453" y="3124728"/>
                  </a:lnTo>
                  <a:lnTo>
                    <a:pt x="2817202" y="3198944"/>
                  </a:lnTo>
                  <a:lnTo>
                    <a:pt x="2780472" y="3269172"/>
                  </a:lnTo>
                  <a:lnTo>
                    <a:pt x="2743098" y="3335444"/>
                  </a:lnTo>
                  <a:lnTo>
                    <a:pt x="2704886" y="3397835"/>
                  </a:lnTo>
                  <a:lnTo>
                    <a:pt x="2702183" y="3402044"/>
                  </a:lnTo>
                  <a:lnTo>
                    <a:pt x="2652166" y="3475195"/>
                  </a:lnTo>
                  <a:lnTo>
                    <a:pt x="2599888" y="3542225"/>
                  </a:lnTo>
                  <a:lnTo>
                    <a:pt x="2544740" y="3603333"/>
                  </a:lnTo>
                  <a:lnTo>
                    <a:pt x="2486051" y="3658910"/>
                  </a:lnTo>
                  <a:lnTo>
                    <a:pt x="2423121" y="3709439"/>
                  </a:lnTo>
                  <a:lnTo>
                    <a:pt x="2355261" y="3755420"/>
                  </a:lnTo>
                  <a:lnTo>
                    <a:pt x="2281829" y="3797329"/>
                  </a:lnTo>
                  <a:lnTo>
                    <a:pt x="2202289" y="3835595"/>
                  </a:lnTo>
                  <a:lnTo>
                    <a:pt x="2116277" y="3870579"/>
                  </a:lnTo>
                  <a:lnTo>
                    <a:pt x="2023701" y="3902569"/>
                  </a:lnTo>
                  <a:lnTo>
                    <a:pt x="1924846" y="3931771"/>
                  </a:lnTo>
                  <a:lnTo>
                    <a:pt x="1820504" y="3958313"/>
                  </a:lnTo>
                  <a:lnTo>
                    <a:pt x="1712082" y="3982252"/>
                  </a:lnTo>
                  <a:lnTo>
                    <a:pt x="1601685" y="4003581"/>
                  </a:lnTo>
                  <a:lnTo>
                    <a:pt x="1492106" y="4022255"/>
                  </a:lnTo>
                  <a:lnTo>
                    <a:pt x="1386703" y="4038220"/>
                  </a:lnTo>
                  <a:lnTo>
                    <a:pt x="1289119" y="4051448"/>
                  </a:lnTo>
                  <a:lnTo>
                    <a:pt x="1202866" y="4061978"/>
                  </a:lnTo>
                  <a:lnTo>
                    <a:pt x="1130833" y="4069939"/>
                  </a:lnTo>
                  <a:lnTo>
                    <a:pt x="1074812" y="4075569"/>
                  </a:lnTo>
                  <a:lnTo>
                    <a:pt x="1035162" y="4079207"/>
                  </a:lnTo>
                  <a:lnTo>
                    <a:pt x="1010681" y="4081263"/>
                  </a:lnTo>
                  <a:lnTo>
                    <a:pt x="998671" y="4082189"/>
                  </a:lnTo>
                  <a:lnTo>
                    <a:pt x="995118" y="4082442"/>
                  </a:lnTo>
                  <a:lnTo>
                    <a:pt x="994940" y="4082453"/>
                  </a:lnTo>
                  <a:lnTo>
                    <a:pt x="0" y="4082453"/>
                  </a:lnTo>
                  <a:lnTo>
                    <a:pt x="0" y="40824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0" name="pg1649"/>
            <p:cNvSpPr/>
            <p:nvPr/>
          </p:nvSpPr>
          <p:spPr>
            <a:xfrm>
              <a:off x="1199187" y="1330956"/>
              <a:ext cx="12049831" cy="4061491"/>
            </a:xfrm>
            <a:custGeom>
              <a:avLst/>
              <a:pathLst>
                <a:path w="12049831" h="4061491">
                  <a:moveTo>
                    <a:pt x="0" y="4061491"/>
                  </a:moveTo>
                  <a:lnTo>
                    <a:pt x="994940" y="4061491"/>
                  </a:lnTo>
                  <a:lnTo>
                    <a:pt x="995960" y="4061421"/>
                  </a:lnTo>
                  <a:lnTo>
                    <a:pt x="1002711" y="4060927"/>
                  </a:lnTo>
                  <a:lnTo>
                    <a:pt x="1019865" y="4059562"/>
                  </a:lnTo>
                  <a:lnTo>
                    <a:pt x="1050880" y="4056871"/>
                  </a:lnTo>
                  <a:lnTo>
                    <a:pt x="1097808" y="4052418"/>
                  </a:lnTo>
                  <a:lnTo>
                    <a:pt x="1161151" y="4045821"/>
                  </a:lnTo>
                  <a:lnTo>
                    <a:pt x="1239879" y="4036788"/>
                  </a:lnTo>
                  <a:lnTo>
                    <a:pt x="1331654" y="4025130"/>
                  </a:lnTo>
                  <a:lnTo>
                    <a:pt x="1433242" y="4010761"/>
                  </a:lnTo>
                  <a:lnTo>
                    <a:pt x="1541008" y="3993677"/>
                  </a:lnTo>
                  <a:lnTo>
                    <a:pt x="1651389" y="3973922"/>
                  </a:lnTo>
                  <a:lnTo>
                    <a:pt x="1761252" y="3951550"/>
                  </a:lnTo>
                  <a:lnTo>
                    <a:pt x="1868102" y="3926592"/>
                  </a:lnTo>
                  <a:lnTo>
                    <a:pt x="1970151" y="3899028"/>
                  </a:lnTo>
                  <a:lnTo>
                    <a:pt x="2066281" y="3868772"/>
                  </a:lnTo>
                  <a:lnTo>
                    <a:pt x="2155943" y="3835660"/>
                  </a:lnTo>
                  <a:lnTo>
                    <a:pt x="2239037" y="3799451"/>
                  </a:lnTo>
                  <a:lnTo>
                    <a:pt x="2315790" y="3759824"/>
                  </a:lnTo>
                  <a:lnTo>
                    <a:pt x="2386656" y="3716389"/>
                  </a:lnTo>
                  <a:lnTo>
                    <a:pt x="2452226" y="3668695"/>
                  </a:lnTo>
                  <a:lnTo>
                    <a:pt x="2513172" y="3616254"/>
                  </a:lnTo>
                  <a:lnTo>
                    <a:pt x="2570193" y="3558568"/>
                  </a:lnTo>
                  <a:lnTo>
                    <a:pt x="2623980" y="3495190"/>
                  </a:lnTo>
                  <a:lnTo>
                    <a:pt x="2675181" y="3425801"/>
                  </a:lnTo>
                  <a:lnTo>
                    <a:pt x="2702183" y="3385449"/>
                  </a:lnTo>
                  <a:lnTo>
                    <a:pt x="2740566" y="3323548"/>
                  </a:lnTo>
                  <a:lnTo>
                    <a:pt x="2778092" y="3257777"/>
                  </a:lnTo>
                  <a:lnTo>
                    <a:pt x="2814960" y="3188056"/>
                  </a:lnTo>
                  <a:lnTo>
                    <a:pt x="2851335" y="3114352"/>
                  </a:lnTo>
                  <a:lnTo>
                    <a:pt x="2887356" y="3036679"/>
                  </a:lnTo>
                  <a:lnTo>
                    <a:pt x="2923136" y="2955104"/>
                  </a:lnTo>
                  <a:lnTo>
                    <a:pt x="2958765" y="2869751"/>
                  </a:lnTo>
                  <a:lnTo>
                    <a:pt x="2994313" y="2780802"/>
                  </a:lnTo>
                  <a:lnTo>
                    <a:pt x="3029835" y="2688500"/>
                  </a:lnTo>
                  <a:lnTo>
                    <a:pt x="3065366" y="2593147"/>
                  </a:lnTo>
                  <a:lnTo>
                    <a:pt x="3100931" y="2495100"/>
                  </a:lnTo>
                  <a:lnTo>
                    <a:pt x="3136541" y="2394770"/>
                  </a:lnTo>
                  <a:lnTo>
                    <a:pt x="3172196" y="2292614"/>
                  </a:lnTo>
                  <a:lnTo>
                    <a:pt x="3207890" y="2189127"/>
                  </a:lnTo>
                  <a:lnTo>
                    <a:pt x="3243608" y="2084831"/>
                  </a:lnTo>
                  <a:lnTo>
                    <a:pt x="3279336" y="1980265"/>
                  </a:lnTo>
                  <a:lnTo>
                    <a:pt x="3315054" y="1875977"/>
                  </a:lnTo>
                  <a:lnTo>
                    <a:pt x="3350747" y="1772507"/>
                  </a:lnTo>
                  <a:lnTo>
                    <a:pt x="3386401" y="1670376"/>
                  </a:lnTo>
                  <a:lnTo>
                    <a:pt x="3422010" y="1570079"/>
                  </a:lnTo>
                  <a:lnTo>
                    <a:pt x="3457575" y="1472071"/>
                  </a:lnTo>
                  <a:lnTo>
                    <a:pt x="3493106" y="1376763"/>
                  </a:lnTo>
                  <a:lnTo>
                    <a:pt x="3528628" y="1284511"/>
                  </a:lnTo>
                  <a:lnTo>
                    <a:pt x="3564177" y="1195617"/>
                  </a:lnTo>
                  <a:lnTo>
                    <a:pt x="3599807" y="1110322"/>
                  </a:lnTo>
                  <a:lnTo>
                    <a:pt x="3635590" y="1028807"/>
                  </a:lnTo>
                  <a:lnTo>
                    <a:pt x="3671616" y="951195"/>
                  </a:lnTo>
                  <a:lnTo>
                    <a:pt x="3707998" y="877553"/>
                  </a:lnTo>
                  <a:lnTo>
                    <a:pt x="3744874" y="807895"/>
                  </a:lnTo>
                  <a:lnTo>
                    <a:pt x="3782412" y="742185"/>
                  </a:lnTo>
                  <a:lnTo>
                    <a:pt x="3820202" y="681282"/>
                  </a:lnTo>
                  <a:lnTo>
                    <a:pt x="3870242" y="608570"/>
                  </a:lnTo>
                  <a:lnTo>
                    <a:pt x="3922544" y="541945"/>
                  </a:lnTo>
                  <a:lnTo>
                    <a:pt x="3977719" y="481209"/>
                  </a:lnTo>
                  <a:lnTo>
                    <a:pt x="4036441" y="425972"/>
                  </a:lnTo>
                  <a:lnTo>
                    <a:pt x="4099407" y="375755"/>
                  </a:lnTo>
                  <a:lnTo>
                    <a:pt x="4167310" y="330060"/>
                  </a:lnTo>
                  <a:lnTo>
                    <a:pt x="4240790" y="288412"/>
                  </a:lnTo>
                  <a:lnTo>
                    <a:pt x="4320387" y="250386"/>
                  </a:lnTo>
                  <a:lnTo>
                    <a:pt x="4406461" y="215623"/>
                  </a:lnTo>
                  <a:lnTo>
                    <a:pt x="4499105" y="183837"/>
                  </a:lnTo>
                  <a:lnTo>
                    <a:pt x="4598030" y="154822"/>
                  </a:lnTo>
                  <a:lnTo>
                    <a:pt x="4702443" y="128451"/>
                  </a:lnTo>
                  <a:lnTo>
                    <a:pt x="4810929" y="104670"/>
                  </a:lnTo>
                  <a:lnTo>
                    <a:pt x="4921379" y="83484"/>
                  </a:lnTo>
                  <a:lnTo>
                    <a:pt x="5030990" y="64939"/>
                  </a:lnTo>
                  <a:lnTo>
                    <a:pt x="5136399" y="49088"/>
                  </a:lnTo>
                  <a:lnTo>
                    <a:pt x="5233956" y="35958"/>
                  </a:lnTo>
                  <a:lnTo>
                    <a:pt x="5320147" y="25512"/>
                  </a:lnTo>
                  <a:lnTo>
                    <a:pt x="5392087" y="17619"/>
                  </a:lnTo>
                  <a:lnTo>
                    <a:pt x="5447992" y="12040"/>
                  </a:lnTo>
                  <a:lnTo>
                    <a:pt x="5487515" y="8441"/>
                  </a:lnTo>
                  <a:lnTo>
                    <a:pt x="5511874" y="6410"/>
                  </a:lnTo>
                  <a:lnTo>
                    <a:pt x="5523784" y="5498"/>
                  </a:lnTo>
                  <a:lnTo>
                    <a:pt x="5527277" y="525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93" y="5276"/>
                  </a:lnTo>
                  <a:lnTo>
                    <a:pt x="6530809" y="5530"/>
                  </a:lnTo>
                  <a:lnTo>
                    <a:pt x="6549359" y="6232"/>
                  </a:lnTo>
                  <a:lnTo>
                    <a:pt x="6582799" y="7617"/>
                  </a:lnTo>
                  <a:lnTo>
                    <a:pt x="6633196" y="9905"/>
                  </a:lnTo>
                  <a:lnTo>
                    <a:pt x="6700881" y="13288"/>
                  </a:lnTo>
                  <a:lnTo>
                    <a:pt x="6784494" y="17909"/>
                  </a:lnTo>
                  <a:lnTo>
                    <a:pt x="6881280" y="23854"/>
                  </a:lnTo>
                  <a:lnTo>
                    <a:pt x="6987590" y="31157"/>
                  </a:lnTo>
                  <a:lnTo>
                    <a:pt x="7099451" y="39814"/>
                  </a:lnTo>
                  <a:lnTo>
                    <a:pt x="7213088" y="49798"/>
                  </a:lnTo>
                  <a:lnTo>
                    <a:pt x="7325284" y="61083"/>
                  </a:lnTo>
                  <a:lnTo>
                    <a:pt x="7433576" y="73662"/>
                  </a:lnTo>
                  <a:lnTo>
                    <a:pt x="7536284" y="87555"/>
                  </a:lnTo>
                  <a:lnTo>
                    <a:pt x="7632444" y="102821"/>
                  </a:lnTo>
                  <a:lnTo>
                    <a:pt x="7721673" y="119562"/>
                  </a:lnTo>
                  <a:lnTo>
                    <a:pt x="7804032" y="137918"/>
                  </a:lnTo>
                  <a:lnTo>
                    <a:pt x="7879895" y="158073"/>
                  </a:lnTo>
                  <a:lnTo>
                    <a:pt x="7949839" y="180242"/>
                  </a:lnTo>
                  <a:lnTo>
                    <a:pt x="8014557" y="204670"/>
                  </a:lnTo>
                  <a:lnTo>
                    <a:pt x="8074803" y="231613"/>
                  </a:lnTo>
                  <a:lnTo>
                    <a:pt x="8131334" y="261314"/>
                  </a:lnTo>
                  <a:lnTo>
                    <a:pt x="8184879" y="293971"/>
                  </a:lnTo>
                  <a:lnTo>
                    <a:pt x="8229629" y="324919"/>
                  </a:lnTo>
                  <a:lnTo>
                    <a:pt x="8279822" y="363711"/>
                  </a:lnTo>
                  <a:lnTo>
                    <a:pt x="8328649" y="405678"/>
                  </a:lnTo>
                  <a:lnTo>
                    <a:pt x="8376523" y="450882"/>
                  </a:lnTo>
                  <a:lnTo>
                    <a:pt x="8423771" y="499319"/>
                  </a:lnTo>
                  <a:lnTo>
                    <a:pt x="8470643" y="550910"/>
                  </a:lnTo>
                  <a:lnTo>
                    <a:pt x="8517325" y="605499"/>
                  </a:lnTo>
                  <a:lnTo>
                    <a:pt x="8563949" y="662844"/>
                  </a:lnTo>
                  <a:lnTo>
                    <a:pt x="8610599" y="722620"/>
                  </a:lnTo>
                  <a:lnTo>
                    <a:pt x="8657317" y="784426"/>
                  </a:lnTo>
                  <a:lnTo>
                    <a:pt x="8704114" y="847790"/>
                  </a:lnTo>
                  <a:lnTo>
                    <a:pt x="8750973" y="912185"/>
                  </a:lnTo>
                  <a:lnTo>
                    <a:pt x="8797864" y="977047"/>
                  </a:lnTo>
                  <a:lnTo>
                    <a:pt x="8844747" y="1041794"/>
                  </a:lnTo>
                  <a:lnTo>
                    <a:pt x="8891585" y="1105849"/>
                  </a:lnTo>
                  <a:lnTo>
                    <a:pt x="8938352" y="1168660"/>
                  </a:lnTo>
                  <a:lnTo>
                    <a:pt x="8985040" y="1229720"/>
                  </a:lnTo>
                  <a:lnTo>
                    <a:pt x="9031673" y="1288583"/>
                  </a:lnTo>
                  <a:lnTo>
                    <a:pt x="9078307" y="1344877"/>
                  </a:lnTo>
                  <a:lnTo>
                    <a:pt x="9125046" y="1398311"/>
                  </a:lnTo>
                  <a:lnTo>
                    <a:pt x="9172040" y="1448675"/>
                  </a:lnTo>
                  <a:lnTo>
                    <a:pt x="9219501" y="1495845"/>
                  </a:lnTo>
                  <a:lnTo>
                    <a:pt x="9267706" y="1539772"/>
                  </a:lnTo>
                  <a:lnTo>
                    <a:pt x="9317015" y="1580479"/>
                  </a:lnTo>
                  <a:lnTo>
                    <a:pt x="9347647" y="1603634"/>
                  </a:lnTo>
                  <a:lnTo>
                    <a:pt x="9399128" y="1638944"/>
                  </a:lnTo>
                  <a:lnTo>
                    <a:pt x="9453018" y="1671213"/>
                  </a:lnTo>
                  <a:lnTo>
                    <a:pt x="9509984" y="1700548"/>
                  </a:lnTo>
                  <a:lnTo>
                    <a:pt x="9570761" y="1727153"/>
                  </a:lnTo>
                  <a:lnTo>
                    <a:pt x="9636110" y="1751277"/>
                  </a:lnTo>
                  <a:lnTo>
                    <a:pt x="9706776" y="1773175"/>
                  </a:lnTo>
                  <a:lnTo>
                    <a:pt x="9783444" y="1793087"/>
                  </a:lnTo>
                  <a:lnTo>
                    <a:pt x="9866670" y="1811227"/>
                  </a:lnTo>
                  <a:lnTo>
                    <a:pt x="9956793" y="1827771"/>
                  </a:lnTo>
                  <a:lnTo>
                    <a:pt x="10053826" y="1842856"/>
                  </a:lnTo>
                  <a:lnTo>
                    <a:pt x="10157319" y="1856578"/>
                  </a:lnTo>
                  <a:lnTo>
                    <a:pt x="10266222" y="1868990"/>
                  </a:lnTo>
                  <a:lnTo>
                    <a:pt x="10378757" y="1880110"/>
                  </a:lnTo>
                  <a:lnTo>
                    <a:pt x="10492360" y="1889925"/>
                  </a:lnTo>
                  <a:lnTo>
                    <a:pt x="10603729" y="1898409"/>
                  </a:lnTo>
                  <a:lnTo>
                    <a:pt x="10709037" y="1905537"/>
                  </a:lnTo>
                  <a:lnTo>
                    <a:pt x="10804323" y="1911309"/>
                  </a:lnTo>
                  <a:lnTo>
                    <a:pt x="10886020" y="1915765"/>
                  </a:lnTo>
                  <a:lnTo>
                    <a:pt x="10951528" y="1918999"/>
                  </a:lnTo>
                  <a:lnTo>
                    <a:pt x="10999693" y="1921159"/>
                  </a:lnTo>
                  <a:lnTo>
                    <a:pt x="11031070" y="1922443"/>
                  </a:lnTo>
                  <a:lnTo>
                    <a:pt x="11047943" y="1923075"/>
                  </a:lnTo>
                  <a:lnTo>
                    <a:pt x="11054153" y="1923289"/>
                  </a:lnTo>
                  <a:lnTo>
                    <a:pt x="11054891" y="1923312"/>
                  </a:lnTo>
                  <a:lnTo>
                    <a:pt x="12049831" y="1923312"/>
                  </a:lnTo>
                  <a:lnTo>
                    <a:pt x="12049831" y="1918072"/>
                  </a:lnTo>
                  <a:lnTo>
                    <a:pt x="11054891" y="1918072"/>
                  </a:lnTo>
                  <a:lnTo>
                    <a:pt x="11053783" y="1918036"/>
                  </a:lnTo>
                  <a:lnTo>
                    <a:pt x="11046468" y="1917782"/>
                  </a:lnTo>
                  <a:lnTo>
                    <a:pt x="11027918" y="1917079"/>
                  </a:lnTo>
                  <a:lnTo>
                    <a:pt x="10994478" y="1915695"/>
                  </a:lnTo>
                  <a:lnTo>
                    <a:pt x="10944080" y="1913407"/>
                  </a:lnTo>
                  <a:lnTo>
                    <a:pt x="10876395" y="1910023"/>
                  </a:lnTo>
                  <a:lnTo>
                    <a:pt x="10792783" y="1905403"/>
                  </a:lnTo>
                  <a:lnTo>
                    <a:pt x="10695997" y="1899458"/>
                  </a:lnTo>
                  <a:lnTo>
                    <a:pt x="10589687" y="1892154"/>
                  </a:lnTo>
                  <a:lnTo>
                    <a:pt x="10477825" y="1883498"/>
                  </a:lnTo>
                  <a:lnTo>
                    <a:pt x="10364189" y="1873514"/>
                  </a:lnTo>
                  <a:lnTo>
                    <a:pt x="10251993" y="1862229"/>
                  </a:lnTo>
                  <a:lnTo>
                    <a:pt x="10143701" y="1849650"/>
                  </a:lnTo>
                  <a:lnTo>
                    <a:pt x="10040992" y="1835757"/>
                  </a:lnTo>
                  <a:lnTo>
                    <a:pt x="9944832" y="1820491"/>
                  </a:lnTo>
                  <a:lnTo>
                    <a:pt x="9855604" y="1803750"/>
                  </a:lnTo>
                  <a:lnTo>
                    <a:pt x="9773244" y="1785394"/>
                  </a:lnTo>
                  <a:lnTo>
                    <a:pt x="9697381" y="1765239"/>
                  </a:lnTo>
                  <a:lnTo>
                    <a:pt x="9627438" y="1743069"/>
                  </a:lnTo>
                  <a:lnTo>
                    <a:pt x="9562719" y="1718641"/>
                  </a:lnTo>
                  <a:lnTo>
                    <a:pt x="9502474" y="1691699"/>
                  </a:lnTo>
                  <a:lnTo>
                    <a:pt x="9445942" y="1661998"/>
                  </a:lnTo>
                  <a:lnTo>
                    <a:pt x="9392397" y="1629341"/>
                  </a:lnTo>
                  <a:lnTo>
                    <a:pt x="9347647" y="1598393"/>
                  </a:lnTo>
                  <a:lnTo>
                    <a:pt x="9297454" y="1559601"/>
                  </a:lnTo>
                  <a:lnTo>
                    <a:pt x="9248628" y="1517633"/>
                  </a:lnTo>
                  <a:lnTo>
                    <a:pt x="9200754" y="1472430"/>
                  </a:lnTo>
                  <a:lnTo>
                    <a:pt x="9153506" y="1423993"/>
                  </a:lnTo>
                  <a:lnTo>
                    <a:pt x="9106634" y="1372401"/>
                  </a:lnTo>
                  <a:lnTo>
                    <a:pt x="9059951" y="1317813"/>
                  </a:lnTo>
                  <a:lnTo>
                    <a:pt x="9013327" y="1260468"/>
                  </a:lnTo>
                  <a:lnTo>
                    <a:pt x="8966677" y="1200692"/>
                  </a:lnTo>
                  <a:lnTo>
                    <a:pt x="8919959" y="1138886"/>
                  </a:lnTo>
                  <a:lnTo>
                    <a:pt x="8873163" y="1075522"/>
                  </a:lnTo>
                  <a:lnTo>
                    <a:pt x="8826303" y="1011127"/>
                  </a:lnTo>
                  <a:lnTo>
                    <a:pt x="8779412" y="946265"/>
                  </a:lnTo>
                  <a:lnTo>
                    <a:pt x="8732529" y="881518"/>
                  </a:lnTo>
                  <a:lnTo>
                    <a:pt x="8685691" y="817463"/>
                  </a:lnTo>
                  <a:lnTo>
                    <a:pt x="8638925" y="754652"/>
                  </a:lnTo>
                  <a:lnTo>
                    <a:pt x="8592236" y="693592"/>
                  </a:lnTo>
                  <a:lnTo>
                    <a:pt x="8545604" y="634729"/>
                  </a:lnTo>
                  <a:lnTo>
                    <a:pt x="8498969" y="578434"/>
                  </a:lnTo>
                  <a:lnTo>
                    <a:pt x="8452231" y="525001"/>
                  </a:lnTo>
                  <a:lnTo>
                    <a:pt x="8405237" y="474636"/>
                  </a:lnTo>
                  <a:lnTo>
                    <a:pt x="8357776" y="427467"/>
                  </a:lnTo>
                  <a:lnTo>
                    <a:pt x="8309570" y="383540"/>
                  </a:lnTo>
                  <a:lnTo>
                    <a:pt x="8260261" y="342833"/>
                  </a:lnTo>
                  <a:lnTo>
                    <a:pt x="8229629" y="319678"/>
                  </a:lnTo>
                  <a:lnTo>
                    <a:pt x="8178148" y="284368"/>
                  </a:lnTo>
                  <a:lnTo>
                    <a:pt x="8124259" y="252098"/>
                  </a:lnTo>
                  <a:lnTo>
                    <a:pt x="8067292" y="222764"/>
                  </a:lnTo>
                  <a:lnTo>
                    <a:pt x="8006515" y="196158"/>
                  </a:lnTo>
                  <a:lnTo>
                    <a:pt x="7941167" y="172035"/>
                  </a:lnTo>
                  <a:lnTo>
                    <a:pt x="7870501" y="150137"/>
                  </a:lnTo>
                  <a:lnTo>
                    <a:pt x="7793833" y="130225"/>
                  </a:lnTo>
                  <a:lnTo>
                    <a:pt x="7710607" y="112085"/>
                  </a:lnTo>
                  <a:lnTo>
                    <a:pt x="7620484" y="95541"/>
                  </a:lnTo>
                  <a:lnTo>
                    <a:pt x="7523451" y="80455"/>
                  </a:lnTo>
                  <a:lnTo>
                    <a:pt x="7419957" y="66733"/>
                  </a:lnTo>
                  <a:lnTo>
                    <a:pt x="7311054" y="54321"/>
                  </a:lnTo>
                  <a:lnTo>
                    <a:pt x="7198519" y="43202"/>
                  </a:lnTo>
                  <a:lnTo>
                    <a:pt x="7084916" y="33387"/>
                  </a:lnTo>
                  <a:lnTo>
                    <a:pt x="6973547" y="24903"/>
                  </a:lnTo>
                  <a:lnTo>
                    <a:pt x="6868239" y="17774"/>
                  </a:lnTo>
                  <a:lnTo>
                    <a:pt x="6772953" y="12002"/>
                  </a:lnTo>
                  <a:lnTo>
                    <a:pt x="6691257" y="7547"/>
                  </a:lnTo>
                  <a:lnTo>
                    <a:pt x="6625748" y="4313"/>
                  </a:lnTo>
                  <a:lnTo>
                    <a:pt x="6577583" y="2152"/>
                  </a:lnTo>
                  <a:lnTo>
                    <a:pt x="6546207" y="868"/>
                  </a:lnTo>
                  <a:lnTo>
                    <a:pt x="6529334" y="237"/>
                  </a:lnTo>
                  <a:lnTo>
                    <a:pt x="6523124" y="2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5" y="69"/>
                  </a:lnTo>
                  <a:lnTo>
                    <a:pt x="5519674" y="563"/>
                  </a:lnTo>
                  <a:lnTo>
                    <a:pt x="5502520" y="1928"/>
                  </a:lnTo>
                  <a:lnTo>
                    <a:pt x="5471505" y="4619"/>
                  </a:lnTo>
                  <a:lnTo>
                    <a:pt x="5424577" y="9073"/>
                  </a:lnTo>
                  <a:lnTo>
                    <a:pt x="5361234" y="15669"/>
                  </a:lnTo>
                  <a:lnTo>
                    <a:pt x="5282506" y="24703"/>
                  </a:lnTo>
                  <a:lnTo>
                    <a:pt x="5190731" y="36361"/>
                  </a:lnTo>
                  <a:lnTo>
                    <a:pt x="5089143" y="50729"/>
                  </a:lnTo>
                  <a:lnTo>
                    <a:pt x="4981377" y="67813"/>
                  </a:lnTo>
                  <a:lnTo>
                    <a:pt x="4870996" y="87568"/>
                  </a:lnTo>
                  <a:lnTo>
                    <a:pt x="4761133" y="109940"/>
                  </a:lnTo>
                  <a:lnTo>
                    <a:pt x="4654283" y="134898"/>
                  </a:lnTo>
                  <a:lnTo>
                    <a:pt x="4552234" y="162462"/>
                  </a:lnTo>
                  <a:lnTo>
                    <a:pt x="4456104" y="192719"/>
                  </a:lnTo>
                  <a:lnTo>
                    <a:pt x="4366442" y="225831"/>
                  </a:lnTo>
                  <a:lnTo>
                    <a:pt x="4283348" y="262040"/>
                  </a:lnTo>
                  <a:lnTo>
                    <a:pt x="4206595" y="301666"/>
                  </a:lnTo>
                  <a:lnTo>
                    <a:pt x="4135729" y="345101"/>
                  </a:lnTo>
                  <a:lnTo>
                    <a:pt x="4070159" y="392795"/>
                  </a:lnTo>
                  <a:lnTo>
                    <a:pt x="4009213" y="445237"/>
                  </a:lnTo>
                  <a:lnTo>
                    <a:pt x="3952192" y="502922"/>
                  </a:lnTo>
                  <a:lnTo>
                    <a:pt x="3898405" y="566300"/>
                  </a:lnTo>
                  <a:lnTo>
                    <a:pt x="3847204" y="635689"/>
                  </a:lnTo>
                  <a:lnTo>
                    <a:pt x="3820202" y="676041"/>
                  </a:lnTo>
                  <a:lnTo>
                    <a:pt x="3781819" y="737942"/>
                  </a:lnTo>
                  <a:lnTo>
                    <a:pt x="3744293" y="803714"/>
                  </a:lnTo>
                  <a:lnTo>
                    <a:pt x="3707425" y="873434"/>
                  </a:lnTo>
                  <a:lnTo>
                    <a:pt x="3671050" y="947138"/>
                  </a:lnTo>
                  <a:lnTo>
                    <a:pt x="3635029" y="1024812"/>
                  </a:lnTo>
                  <a:lnTo>
                    <a:pt x="3599249" y="1106387"/>
                  </a:lnTo>
                  <a:lnTo>
                    <a:pt x="3563620" y="1191740"/>
                  </a:lnTo>
                  <a:lnTo>
                    <a:pt x="3528072" y="1280689"/>
                  </a:lnTo>
                  <a:lnTo>
                    <a:pt x="3492550" y="1372990"/>
                  </a:lnTo>
                  <a:lnTo>
                    <a:pt x="3457019" y="1468344"/>
                  </a:lnTo>
                  <a:lnTo>
                    <a:pt x="3421454" y="1566391"/>
                  </a:lnTo>
                  <a:lnTo>
                    <a:pt x="3385844" y="1666720"/>
                  </a:lnTo>
                  <a:lnTo>
                    <a:pt x="3350189" y="1768876"/>
                  </a:lnTo>
                  <a:lnTo>
                    <a:pt x="3314495" y="1872363"/>
                  </a:lnTo>
                  <a:lnTo>
                    <a:pt x="3278777" y="1976660"/>
                  </a:lnTo>
                  <a:lnTo>
                    <a:pt x="3243049" y="2081225"/>
                  </a:lnTo>
                  <a:lnTo>
                    <a:pt x="3207331" y="2185513"/>
                  </a:lnTo>
                  <a:lnTo>
                    <a:pt x="3171638" y="2288984"/>
                  </a:lnTo>
                  <a:lnTo>
                    <a:pt x="3135984" y="2391114"/>
                  </a:lnTo>
                  <a:lnTo>
                    <a:pt x="3100375" y="2491412"/>
                  </a:lnTo>
                  <a:lnTo>
                    <a:pt x="3064810" y="2589419"/>
                  </a:lnTo>
                  <a:lnTo>
                    <a:pt x="3029279" y="2684728"/>
                  </a:lnTo>
                  <a:lnTo>
                    <a:pt x="2993757" y="2776979"/>
                  </a:lnTo>
                  <a:lnTo>
                    <a:pt x="2958208" y="2865873"/>
                  </a:lnTo>
                  <a:lnTo>
                    <a:pt x="2922578" y="2951169"/>
                  </a:lnTo>
                  <a:lnTo>
                    <a:pt x="2886795" y="3032684"/>
                  </a:lnTo>
                  <a:lnTo>
                    <a:pt x="2850769" y="3110295"/>
                  </a:lnTo>
                  <a:lnTo>
                    <a:pt x="2814387" y="3183937"/>
                  </a:lnTo>
                  <a:lnTo>
                    <a:pt x="2777511" y="3253595"/>
                  </a:lnTo>
                  <a:lnTo>
                    <a:pt x="2739973" y="3319306"/>
                  </a:lnTo>
                  <a:lnTo>
                    <a:pt x="2702183" y="3380208"/>
                  </a:lnTo>
                  <a:lnTo>
                    <a:pt x="2652143" y="3452920"/>
                  </a:lnTo>
                  <a:lnTo>
                    <a:pt x="2599841" y="3519545"/>
                  </a:lnTo>
                  <a:lnTo>
                    <a:pt x="2544666" y="3580281"/>
                  </a:lnTo>
                  <a:lnTo>
                    <a:pt x="2485944" y="3635518"/>
                  </a:lnTo>
                  <a:lnTo>
                    <a:pt x="2422978" y="3685735"/>
                  </a:lnTo>
                  <a:lnTo>
                    <a:pt x="2355075" y="3731430"/>
                  </a:lnTo>
                  <a:lnTo>
                    <a:pt x="2281595" y="3773078"/>
                  </a:lnTo>
                  <a:lnTo>
                    <a:pt x="2201998" y="3811104"/>
                  </a:lnTo>
                  <a:lnTo>
                    <a:pt x="2115924" y="3845867"/>
                  </a:lnTo>
                  <a:lnTo>
                    <a:pt x="2023280" y="3877653"/>
                  </a:lnTo>
                  <a:lnTo>
                    <a:pt x="1924355" y="3906668"/>
                  </a:lnTo>
                  <a:lnTo>
                    <a:pt x="1819942" y="3933039"/>
                  </a:lnTo>
                  <a:lnTo>
                    <a:pt x="1711456" y="3956821"/>
                  </a:lnTo>
                  <a:lnTo>
                    <a:pt x="1601006" y="3978006"/>
                  </a:lnTo>
                  <a:lnTo>
                    <a:pt x="1491395" y="3996552"/>
                  </a:lnTo>
                  <a:lnTo>
                    <a:pt x="1385986" y="4012402"/>
                  </a:lnTo>
                  <a:lnTo>
                    <a:pt x="1288429" y="4025532"/>
                  </a:lnTo>
                  <a:lnTo>
                    <a:pt x="1202238" y="4035978"/>
                  </a:lnTo>
                  <a:lnTo>
                    <a:pt x="1130298" y="4043872"/>
                  </a:lnTo>
                  <a:lnTo>
                    <a:pt x="1074393" y="4049450"/>
                  </a:lnTo>
                  <a:lnTo>
                    <a:pt x="1034870" y="4053050"/>
                  </a:lnTo>
                  <a:lnTo>
                    <a:pt x="1010511" y="4055081"/>
                  </a:lnTo>
                  <a:lnTo>
                    <a:pt x="998601" y="4055992"/>
                  </a:lnTo>
                  <a:lnTo>
                    <a:pt x="995108" y="4056239"/>
                  </a:lnTo>
                  <a:lnTo>
                    <a:pt x="994940" y="4056250"/>
                  </a:lnTo>
                  <a:lnTo>
                    <a:pt x="0" y="4056250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51" name="pl1650"/>
            <p:cNvSpPr/>
            <p:nvPr/>
          </p:nvSpPr>
          <p:spPr>
            <a:xfrm>
              <a:off x="1199187" y="1336197"/>
              <a:ext cx="12049831" cy="4056250"/>
            </a:xfrm>
            <a:custGeom>
              <a:avLst/>
              <a:pathLst>
                <a:path w="12049831" h="4056250">
                  <a:moveTo>
                    <a:pt x="0" y="4056250"/>
                  </a:moveTo>
                  <a:lnTo>
                    <a:pt x="994940" y="4056250"/>
                  </a:lnTo>
                  <a:lnTo>
                    <a:pt x="995960" y="4056181"/>
                  </a:lnTo>
                  <a:lnTo>
                    <a:pt x="1002711" y="4055687"/>
                  </a:lnTo>
                  <a:lnTo>
                    <a:pt x="1019865" y="4054322"/>
                  </a:lnTo>
                  <a:lnTo>
                    <a:pt x="1050880" y="4051631"/>
                  </a:lnTo>
                  <a:lnTo>
                    <a:pt x="1097808" y="4047177"/>
                  </a:lnTo>
                  <a:lnTo>
                    <a:pt x="1161151" y="4040580"/>
                  </a:lnTo>
                  <a:lnTo>
                    <a:pt x="1239879" y="4031547"/>
                  </a:lnTo>
                  <a:lnTo>
                    <a:pt x="1331654" y="4019889"/>
                  </a:lnTo>
                  <a:lnTo>
                    <a:pt x="1433242" y="4005520"/>
                  </a:lnTo>
                  <a:lnTo>
                    <a:pt x="1541008" y="3988437"/>
                  </a:lnTo>
                  <a:lnTo>
                    <a:pt x="1651389" y="3968682"/>
                  </a:lnTo>
                  <a:lnTo>
                    <a:pt x="1761252" y="3946310"/>
                  </a:lnTo>
                  <a:lnTo>
                    <a:pt x="1868102" y="3921351"/>
                  </a:lnTo>
                  <a:lnTo>
                    <a:pt x="1970151" y="3893787"/>
                  </a:lnTo>
                  <a:lnTo>
                    <a:pt x="2066281" y="3863531"/>
                  </a:lnTo>
                  <a:lnTo>
                    <a:pt x="2155943" y="3830419"/>
                  </a:lnTo>
                  <a:lnTo>
                    <a:pt x="2239037" y="3794210"/>
                  </a:lnTo>
                  <a:lnTo>
                    <a:pt x="2315790" y="3754583"/>
                  </a:lnTo>
                  <a:lnTo>
                    <a:pt x="2386656" y="3711148"/>
                  </a:lnTo>
                  <a:lnTo>
                    <a:pt x="2452226" y="3663455"/>
                  </a:lnTo>
                  <a:lnTo>
                    <a:pt x="2513172" y="3611013"/>
                  </a:lnTo>
                  <a:lnTo>
                    <a:pt x="2570193" y="3553328"/>
                  </a:lnTo>
                  <a:lnTo>
                    <a:pt x="2623980" y="3489950"/>
                  </a:lnTo>
                  <a:lnTo>
                    <a:pt x="2675181" y="3420560"/>
                  </a:lnTo>
                  <a:lnTo>
                    <a:pt x="2702183" y="3380208"/>
                  </a:lnTo>
                  <a:lnTo>
                    <a:pt x="2740566" y="3318308"/>
                  </a:lnTo>
                  <a:lnTo>
                    <a:pt x="2778092" y="3252536"/>
                  </a:lnTo>
                  <a:lnTo>
                    <a:pt x="2814960" y="3182816"/>
                  </a:lnTo>
                  <a:lnTo>
                    <a:pt x="2851335" y="3109112"/>
                  </a:lnTo>
                  <a:lnTo>
                    <a:pt x="2887356" y="3031438"/>
                  </a:lnTo>
                  <a:lnTo>
                    <a:pt x="2923136" y="2949863"/>
                  </a:lnTo>
                  <a:lnTo>
                    <a:pt x="2958765" y="2864510"/>
                  </a:lnTo>
                  <a:lnTo>
                    <a:pt x="2994313" y="2775561"/>
                  </a:lnTo>
                  <a:lnTo>
                    <a:pt x="3029835" y="2683259"/>
                  </a:lnTo>
                  <a:lnTo>
                    <a:pt x="3065366" y="2587906"/>
                  </a:lnTo>
                  <a:lnTo>
                    <a:pt x="3100931" y="2489859"/>
                  </a:lnTo>
                  <a:lnTo>
                    <a:pt x="3136541" y="2389530"/>
                  </a:lnTo>
                  <a:lnTo>
                    <a:pt x="3172196" y="2287374"/>
                  </a:lnTo>
                  <a:lnTo>
                    <a:pt x="3207890" y="2183886"/>
                  </a:lnTo>
                  <a:lnTo>
                    <a:pt x="3243608" y="2079590"/>
                  </a:lnTo>
                  <a:lnTo>
                    <a:pt x="3279336" y="1975025"/>
                  </a:lnTo>
                  <a:lnTo>
                    <a:pt x="3315054" y="1870737"/>
                  </a:lnTo>
                  <a:lnTo>
                    <a:pt x="3350747" y="1767266"/>
                  </a:lnTo>
                  <a:lnTo>
                    <a:pt x="3386401" y="1665135"/>
                  </a:lnTo>
                  <a:lnTo>
                    <a:pt x="3422010" y="1564838"/>
                  </a:lnTo>
                  <a:lnTo>
                    <a:pt x="3457575" y="1466830"/>
                  </a:lnTo>
                  <a:lnTo>
                    <a:pt x="3493106" y="1371522"/>
                  </a:lnTo>
                  <a:lnTo>
                    <a:pt x="3528628" y="1279270"/>
                  </a:lnTo>
                  <a:lnTo>
                    <a:pt x="3564177" y="1190376"/>
                  </a:lnTo>
                  <a:lnTo>
                    <a:pt x="3599807" y="1105081"/>
                  </a:lnTo>
                  <a:lnTo>
                    <a:pt x="3635590" y="1023566"/>
                  </a:lnTo>
                  <a:lnTo>
                    <a:pt x="3671616" y="945955"/>
                  </a:lnTo>
                  <a:lnTo>
                    <a:pt x="3707998" y="872313"/>
                  </a:lnTo>
                  <a:lnTo>
                    <a:pt x="3744874" y="802654"/>
                  </a:lnTo>
                  <a:lnTo>
                    <a:pt x="3782412" y="736944"/>
                  </a:lnTo>
                  <a:lnTo>
                    <a:pt x="3820202" y="676041"/>
                  </a:lnTo>
                  <a:lnTo>
                    <a:pt x="3870242" y="603329"/>
                  </a:lnTo>
                  <a:lnTo>
                    <a:pt x="3922544" y="536705"/>
                  </a:lnTo>
                  <a:lnTo>
                    <a:pt x="3977719" y="475969"/>
                  </a:lnTo>
                  <a:lnTo>
                    <a:pt x="4036441" y="420732"/>
                  </a:lnTo>
                  <a:lnTo>
                    <a:pt x="4099407" y="370514"/>
                  </a:lnTo>
                  <a:lnTo>
                    <a:pt x="4167310" y="324819"/>
                  </a:lnTo>
                  <a:lnTo>
                    <a:pt x="4240790" y="283171"/>
                  </a:lnTo>
                  <a:lnTo>
                    <a:pt x="4320387" y="245146"/>
                  </a:lnTo>
                  <a:lnTo>
                    <a:pt x="4406461" y="210382"/>
                  </a:lnTo>
                  <a:lnTo>
                    <a:pt x="4499105" y="178596"/>
                  </a:lnTo>
                  <a:lnTo>
                    <a:pt x="4598030" y="149582"/>
                  </a:lnTo>
                  <a:lnTo>
                    <a:pt x="4702443" y="123211"/>
                  </a:lnTo>
                  <a:lnTo>
                    <a:pt x="4810929" y="99429"/>
                  </a:lnTo>
                  <a:lnTo>
                    <a:pt x="4921379" y="78243"/>
                  </a:lnTo>
                  <a:lnTo>
                    <a:pt x="5030990" y="59698"/>
                  </a:lnTo>
                  <a:lnTo>
                    <a:pt x="5136399" y="43847"/>
                  </a:lnTo>
                  <a:lnTo>
                    <a:pt x="5233956" y="30718"/>
                  </a:lnTo>
                  <a:lnTo>
                    <a:pt x="5320147" y="20272"/>
                  </a:lnTo>
                  <a:lnTo>
                    <a:pt x="5392087" y="12378"/>
                  </a:lnTo>
                  <a:lnTo>
                    <a:pt x="5447992" y="6800"/>
                  </a:lnTo>
                  <a:lnTo>
                    <a:pt x="5487515" y="3200"/>
                  </a:lnTo>
                  <a:lnTo>
                    <a:pt x="5511874" y="1169"/>
                  </a:lnTo>
                  <a:lnTo>
                    <a:pt x="5523784" y="257"/>
                  </a:lnTo>
                  <a:lnTo>
                    <a:pt x="5527277" y="1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93" y="35"/>
                  </a:lnTo>
                  <a:lnTo>
                    <a:pt x="6530809" y="289"/>
                  </a:lnTo>
                  <a:lnTo>
                    <a:pt x="6549359" y="992"/>
                  </a:lnTo>
                  <a:lnTo>
                    <a:pt x="6582799" y="2376"/>
                  </a:lnTo>
                  <a:lnTo>
                    <a:pt x="6633196" y="4665"/>
                  </a:lnTo>
                  <a:lnTo>
                    <a:pt x="6700881" y="8048"/>
                  </a:lnTo>
                  <a:lnTo>
                    <a:pt x="6784494" y="12668"/>
                  </a:lnTo>
                  <a:lnTo>
                    <a:pt x="6881280" y="18613"/>
                  </a:lnTo>
                  <a:lnTo>
                    <a:pt x="6987590" y="25917"/>
                  </a:lnTo>
                  <a:lnTo>
                    <a:pt x="7099451" y="34573"/>
                  </a:lnTo>
                  <a:lnTo>
                    <a:pt x="7213088" y="44557"/>
                  </a:lnTo>
                  <a:lnTo>
                    <a:pt x="7325284" y="55842"/>
                  </a:lnTo>
                  <a:lnTo>
                    <a:pt x="7433576" y="68421"/>
                  </a:lnTo>
                  <a:lnTo>
                    <a:pt x="7536284" y="82314"/>
                  </a:lnTo>
                  <a:lnTo>
                    <a:pt x="7632444" y="97581"/>
                  </a:lnTo>
                  <a:lnTo>
                    <a:pt x="7721673" y="114321"/>
                  </a:lnTo>
                  <a:lnTo>
                    <a:pt x="7804032" y="132678"/>
                  </a:lnTo>
                  <a:lnTo>
                    <a:pt x="7879895" y="152832"/>
                  </a:lnTo>
                  <a:lnTo>
                    <a:pt x="7949839" y="175002"/>
                  </a:lnTo>
                  <a:lnTo>
                    <a:pt x="8014557" y="199430"/>
                  </a:lnTo>
                  <a:lnTo>
                    <a:pt x="8074803" y="226372"/>
                  </a:lnTo>
                  <a:lnTo>
                    <a:pt x="8131334" y="256073"/>
                  </a:lnTo>
                  <a:lnTo>
                    <a:pt x="8184879" y="288730"/>
                  </a:lnTo>
                  <a:lnTo>
                    <a:pt x="8229629" y="319678"/>
                  </a:lnTo>
                  <a:lnTo>
                    <a:pt x="8279822" y="358471"/>
                  </a:lnTo>
                  <a:lnTo>
                    <a:pt x="8328649" y="400438"/>
                  </a:lnTo>
                  <a:lnTo>
                    <a:pt x="8376523" y="445642"/>
                  </a:lnTo>
                  <a:lnTo>
                    <a:pt x="8423771" y="494078"/>
                  </a:lnTo>
                  <a:lnTo>
                    <a:pt x="8470643" y="545670"/>
                  </a:lnTo>
                  <a:lnTo>
                    <a:pt x="8517325" y="600258"/>
                  </a:lnTo>
                  <a:lnTo>
                    <a:pt x="8563949" y="657603"/>
                  </a:lnTo>
                  <a:lnTo>
                    <a:pt x="8610599" y="717380"/>
                  </a:lnTo>
                  <a:lnTo>
                    <a:pt x="8657317" y="779185"/>
                  </a:lnTo>
                  <a:lnTo>
                    <a:pt x="8704114" y="842549"/>
                  </a:lnTo>
                  <a:lnTo>
                    <a:pt x="8750973" y="906944"/>
                  </a:lnTo>
                  <a:lnTo>
                    <a:pt x="8797864" y="971806"/>
                  </a:lnTo>
                  <a:lnTo>
                    <a:pt x="8844747" y="1036553"/>
                  </a:lnTo>
                  <a:lnTo>
                    <a:pt x="8891585" y="1100608"/>
                  </a:lnTo>
                  <a:lnTo>
                    <a:pt x="8938352" y="1163419"/>
                  </a:lnTo>
                  <a:lnTo>
                    <a:pt x="8985040" y="1224479"/>
                  </a:lnTo>
                  <a:lnTo>
                    <a:pt x="9031673" y="1283342"/>
                  </a:lnTo>
                  <a:lnTo>
                    <a:pt x="9078307" y="1339637"/>
                  </a:lnTo>
                  <a:lnTo>
                    <a:pt x="9125046" y="1393070"/>
                  </a:lnTo>
                  <a:lnTo>
                    <a:pt x="9172040" y="1443435"/>
                  </a:lnTo>
                  <a:lnTo>
                    <a:pt x="9219501" y="1490604"/>
                  </a:lnTo>
                  <a:lnTo>
                    <a:pt x="9267706" y="1534531"/>
                  </a:lnTo>
                  <a:lnTo>
                    <a:pt x="9317015" y="1575238"/>
                  </a:lnTo>
                  <a:lnTo>
                    <a:pt x="9347647" y="1598393"/>
                  </a:lnTo>
                  <a:lnTo>
                    <a:pt x="9399128" y="1633703"/>
                  </a:lnTo>
                  <a:lnTo>
                    <a:pt x="9453018" y="1665973"/>
                  </a:lnTo>
                  <a:lnTo>
                    <a:pt x="9509984" y="1695307"/>
                  </a:lnTo>
                  <a:lnTo>
                    <a:pt x="9570761" y="1721913"/>
                  </a:lnTo>
                  <a:lnTo>
                    <a:pt x="9636110" y="1746037"/>
                  </a:lnTo>
                  <a:lnTo>
                    <a:pt x="9706776" y="1767934"/>
                  </a:lnTo>
                  <a:lnTo>
                    <a:pt x="9783444" y="1787847"/>
                  </a:lnTo>
                  <a:lnTo>
                    <a:pt x="9866670" y="1805986"/>
                  </a:lnTo>
                  <a:lnTo>
                    <a:pt x="9956793" y="1822530"/>
                  </a:lnTo>
                  <a:lnTo>
                    <a:pt x="10053826" y="1837616"/>
                  </a:lnTo>
                  <a:lnTo>
                    <a:pt x="10157319" y="1851338"/>
                  </a:lnTo>
                  <a:lnTo>
                    <a:pt x="10266222" y="1863750"/>
                  </a:lnTo>
                  <a:lnTo>
                    <a:pt x="10378757" y="1874869"/>
                  </a:lnTo>
                  <a:lnTo>
                    <a:pt x="10492360" y="1884684"/>
                  </a:lnTo>
                  <a:lnTo>
                    <a:pt x="10603729" y="1893168"/>
                  </a:lnTo>
                  <a:lnTo>
                    <a:pt x="10709037" y="1900297"/>
                  </a:lnTo>
                  <a:lnTo>
                    <a:pt x="10804323" y="1906069"/>
                  </a:lnTo>
                  <a:lnTo>
                    <a:pt x="10886020" y="1910524"/>
                  </a:lnTo>
                  <a:lnTo>
                    <a:pt x="10951528" y="1913758"/>
                  </a:lnTo>
                  <a:lnTo>
                    <a:pt x="10999693" y="1915919"/>
                  </a:lnTo>
                  <a:lnTo>
                    <a:pt x="11031070" y="1917203"/>
                  </a:lnTo>
                  <a:lnTo>
                    <a:pt x="11047943" y="1917834"/>
                  </a:lnTo>
                  <a:lnTo>
                    <a:pt x="11054153" y="1918048"/>
                  </a:lnTo>
                  <a:lnTo>
                    <a:pt x="11054891" y="1918072"/>
                  </a:lnTo>
                  <a:lnTo>
                    <a:pt x="12049831" y="1918072"/>
                  </a:lnTo>
                  <a:lnTo>
                    <a:pt x="12049831" y="19180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2" name="pl1651"/>
            <p:cNvSpPr/>
            <p:nvPr/>
          </p:nvSpPr>
          <p:spPr>
            <a:xfrm>
              <a:off x="1199187" y="1330956"/>
              <a:ext cx="12049831" cy="4056250"/>
            </a:xfrm>
            <a:custGeom>
              <a:avLst/>
              <a:pathLst>
                <a:path w="12049831" h="4056250">
                  <a:moveTo>
                    <a:pt x="12049831" y="1918072"/>
                  </a:moveTo>
                  <a:lnTo>
                    <a:pt x="11054891" y="1918072"/>
                  </a:lnTo>
                  <a:lnTo>
                    <a:pt x="11053783" y="1918036"/>
                  </a:lnTo>
                  <a:lnTo>
                    <a:pt x="11046468" y="1917782"/>
                  </a:lnTo>
                  <a:lnTo>
                    <a:pt x="11027918" y="1917079"/>
                  </a:lnTo>
                  <a:lnTo>
                    <a:pt x="10994478" y="1915695"/>
                  </a:lnTo>
                  <a:lnTo>
                    <a:pt x="10944080" y="1913407"/>
                  </a:lnTo>
                  <a:lnTo>
                    <a:pt x="10876395" y="1910023"/>
                  </a:lnTo>
                  <a:lnTo>
                    <a:pt x="10792783" y="1905403"/>
                  </a:lnTo>
                  <a:lnTo>
                    <a:pt x="10695997" y="1899458"/>
                  </a:lnTo>
                  <a:lnTo>
                    <a:pt x="10589687" y="1892154"/>
                  </a:lnTo>
                  <a:lnTo>
                    <a:pt x="10477825" y="1883498"/>
                  </a:lnTo>
                  <a:lnTo>
                    <a:pt x="10364189" y="1873514"/>
                  </a:lnTo>
                  <a:lnTo>
                    <a:pt x="10251993" y="1862229"/>
                  </a:lnTo>
                  <a:lnTo>
                    <a:pt x="10143701" y="1849650"/>
                  </a:lnTo>
                  <a:lnTo>
                    <a:pt x="10040992" y="1835757"/>
                  </a:lnTo>
                  <a:lnTo>
                    <a:pt x="9944832" y="1820491"/>
                  </a:lnTo>
                  <a:lnTo>
                    <a:pt x="9855604" y="1803750"/>
                  </a:lnTo>
                  <a:lnTo>
                    <a:pt x="9773244" y="1785394"/>
                  </a:lnTo>
                  <a:lnTo>
                    <a:pt x="9697381" y="1765239"/>
                  </a:lnTo>
                  <a:lnTo>
                    <a:pt x="9627438" y="1743069"/>
                  </a:lnTo>
                  <a:lnTo>
                    <a:pt x="9562719" y="1718641"/>
                  </a:lnTo>
                  <a:lnTo>
                    <a:pt x="9502474" y="1691699"/>
                  </a:lnTo>
                  <a:lnTo>
                    <a:pt x="9445942" y="1661998"/>
                  </a:lnTo>
                  <a:lnTo>
                    <a:pt x="9392397" y="1629341"/>
                  </a:lnTo>
                  <a:lnTo>
                    <a:pt x="9347647" y="1598393"/>
                  </a:lnTo>
                  <a:lnTo>
                    <a:pt x="9297454" y="1559601"/>
                  </a:lnTo>
                  <a:lnTo>
                    <a:pt x="9248628" y="1517633"/>
                  </a:lnTo>
                  <a:lnTo>
                    <a:pt x="9200754" y="1472430"/>
                  </a:lnTo>
                  <a:lnTo>
                    <a:pt x="9153506" y="1423993"/>
                  </a:lnTo>
                  <a:lnTo>
                    <a:pt x="9106634" y="1372401"/>
                  </a:lnTo>
                  <a:lnTo>
                    <a:pt x="9059951" y="1317813"/>
                  </a:lnTo>
                  <a:lnTo>
                    <a:pt x="9013327" y="1260468"/>
                  </a:lnTo>
                  <a:lnTo>
                    <a:pt x="8966677" y="1200692"/>
                  </a:lnTo>
                  <a:lnTo>
                    <a:pt x="8919959" y="1138886"/>
                  </a:lnTo>
                  <a:lnTo>
                    <a:pt x="8873163" y="1075522"/>
                  </a:lnTo>
                  <a:lnTo>
                    <a:pt x="8826303" y="1011127"/>
                  </a:lnTo>
                  <a:lnTo>
                    <a:pt x="8779412" y="946265"/>
                  </a:lnTo>
                  <a:lnTo>
                    <a:pt x="8732529" y="881518"/>
                  </a:lnTo>
                  <a:lnTo>
                    <a:pt x="8685691" y="817463"/>
                  </a:lnTo>
                  <a:lnTo>
                    <a:pt x="8638925" y="754652"/>
                  </a:lnTo>
                  <a:lnTo>
                    <a:pt x="8592236" y="693592"/>
                  </a:lnTo>
                  <a:lnTo>
                    <a:pt x="8545604" y="634729"/>
                  </a:lnTo>
                  <a:lnTo>
                    <a:pt x="8498969" y="578434"/>
                  </a:lnTo>
                  <a:lnTo>
                    <a:pt x="8452231" y="525001"/>
                  </a:lnTo>
                  <a:lnTo>
                    <a:pt x="8405237" y="474636"/>
                  </a:lnTo>
                  <a:lnTo>
                    <a:pt x="8357776" y="427467"/>
                  </a:lnTo>
                  <a:lnTo>
                    <a:pt x="8309570" y="383540"/>
                  </a:lnTo>
                  <a:lnTo>
                    <a:pt x="8260261" y="342833"/>
                  </a:lnTo>
                  <a:lnTo>
                    <a:pt x="8229629" y="319678"/>
                  </a:lnTo>
                  <a:lnTo>
                    <a:pt x="8178148" y="284368"/>
                  </a:lnTo>
                  <a:lnTo>
                    <a:pt x="8124259" y="252098"/>
                  </a:lnTo>
                  <a:lnTo>
                    <a:pt x="8067292" y="222764"/>
                  </a:lnTo>
                  <a:lnTo>
                    <a:pt x="8006515" y="196158"/>
                  </a:lnTo>
                  <a:lnTo>
                    <a:pt x="7941167" y="172035"/>
                  </a:lnTo>
                  <a:lnTo>
                    <a:pt x="7870501" y="150137"/>
                  </a:lnTo>
                  <a:lnTo>
                    <a:pt x="7793833" y="130225"/>
                  </a:lnTo>
                  <a:lnTo>
                    <a:pt x="7710607" y="112085"/>
                  </a:lnTo>
                  <a:lnTo>
                    <a:pt x="7620484" y="95541"/>
                  </a:lnTo>
                  <a:lnTo>
                    <a:pt x="7523451" y="80455"/>
                  </a:lnTo>
                  <a:lnTo>
                    <a:pt x="7419957" y="66733"/>
                  </a:lnTo>
                  <a:lnTo>
                    <a:pt x="7311054" y="54321"/>
                  </a:lnTo>
                  <a:lnTo>
                    <a:pt x="7198519" y="43202"/>
                  </a:lnTo>
                  <a:lnTo>
                    <a:pt x="7084916" y="33387"/>
                  </a:lnTo>
                  <a:lnTo>
                    <a:pt x="6973547" y="24903"/>
                  </a:lnTo>
                  <a:lnTo>
                    <a:pt x="6868239" y="17774"/>
                  </a:lnTo>
                  <a:lnTo>
                    <a:pt x="6772953" y="12002"/>
                  </a:lnTo>
                  <a:lnTo>
                    <a:pt x="6691257" y="7547"/>
                  </a:lnTo>
                  <a:lnTo>
                    <a:pt x="6625748" y="4313"/>
                  </a:lnTo>
                  <a:lnTo>
                    <a:pt x="6577583" y="2152"/>
                  </a:lnTo>
                  <a:lnTo>
                    <a:pt x="6546207" y="868"/>
                  </a:lnTo>
                  <a:lnTo>
                    <a:pt x="6529334" y="237"/>
                  </a:lnTo>
                  <a:lnTo>
                    <a:pt x="6523124" y="2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5" y="69"/>
                  </a:lnTo>
                  <a:lnTo>
                    <a:pt x="5519674" y="563"/>
                  </a:lnTo>
                  <a:lnTo>
                    <a:pt x="5502520" y="1928"/>
                  </a:lnTo>
                  <a:lnTo>
                    <a:pt x="5471505" y="4619"/>
                  </a:lnTo>
                  <a:lnTo>
                    <a:pt x="5424577" y="9073"/>
                  </a:lnTo>
                  <a:lnTo>
                    <a:pt x="5361234" y="15669"/>
                  </a:lnTo>
                  <a:lnTo>
                    <a:pt x="5282506" y="24703"/>
                  </a:lnTo>
                  <a:lnTo>
                    <a:pt x="5190731" y="36361"/>
                  </a:lnTo>
                  <a:lnTo>
                    <a:pt x="5089143" y="50729"/>
                  </a:lnTo>
                  <a:lnTo>
                    <a:pt x="4981377" y="67813"/>
                  </a:lnTo>
                  <a:lnTo>
                    <a:pt x="4870996" y="87568"/>
                  </a:lnTo>
                  <a:lnTo>
                    <a:pt x="4761133" y="109940"/>
                  </a:lnTo>
                  <a:lnTo>
                    <a:pt x="4654283" y="134898"/>
                  </a:lnTo>
                  <a:lnTo>
                    <a:pt x="4552234" y="162462"/>
                  </a:lnTo>
                  <a:lnTo>
                    <a:pt x="4456104" y="192719"/>
                  </a:lnTo>
                  <a:lnTo>
                    <a:pt x="4366442" y="225831"/>
                  </a:lnTo>
                  <a:lnTo>
                    <a:pt x="4283348" y="262040"/>
                  </a:lnTo>
                  <a:lnTo>
                    <a:pt x="4206595" y="301666"/>
                  </a:lnTo>
                  <a:lnTo>
                    <a:pt x="4135729" y="345101"/>
                  </a:lnTo>
                  <a:lnTo>
                    <a:pt x="4070159" y="392795"/>
                  </a:lnTo>
                  <a:lnTo>
                    <a:pt x="4009213" y="445237"/>
                  </a:lnTo>
                  <a:lnTo>
                    <a:pt x="3952192" y="502922"/>
                  </a:lnTo>
                  <a:lnTo>
                    <a:pt x="3898405" y="566300"/>
                  </a:lnTo>
                  <a:lnTo>
                    <a:pt x="3847204" y="635689"/>
                  </a:lnTo>
                  <a:lnTo>
                    <a:pt x="3820202" y="676041"/>
                  </a:lnTo>
                  <a:lnTo>
                    <a:pt x="3781819" y="737942"/>
                  </a:lnTo>
                  <a:lnTo>
                    <a:pt x="3744293" y="803714"/>
                  </a:lnTo>
                  <a:lnTo>
                    <a:pt x="3707425" y="873434"/>
                  </a:lnTo>
                  <a:lnTo>
                    <a:pt x="3671050" y="947138"/>
                  </a:lnTo>
                  <a:lnTo>
                    <a:pt x="3635029" y="1024812"/>
                  </a:lnTo>
                  <a:lnTo>
                    <a:pt x="3599249" y="1106387"/>
                  </a:lnTo>
                  <a:lnTo>
                    <a:pt x="3563620" y="1191740"/>
                  </a:lnTo>
                  <a:lnTo>
                    <a:pt x="3528072" y="1280689"/>
                  </a:lnTo>
                  <a:lnTo>
                    <a:pt x="3492550" y="1372990"/>
                  </a:lnTo>
                  <a:lnTo>
                    <a:pt x="3457019" y="1468344"/>
                  </a:lnTo>
                  <a:lnTo>
                    <a:pt x="3421454" y="1566391"/>
                  </a:lnTo>
                  <a:lnTo>
                    <a:pt x="3385844" y="1666720"/>
                  </a:lnTo>
                  <a:lnTo>
                    <a:pt x="3350189" y="1768876"/>
                  </a:lnTo>
                  <a:lnTo>
                    <a:pt x="3314495" y="1872363"/>
                  </a:lnTo>
                  <a:lnTo>
                    <a:pt x="3278777" y="1976660"/>
                  </a:lnTo>
                  <a:lnTo>
                    <a:pt x="3243049" y="2081225"/>
                  </a:lnTo>
                  <a:lnTo>
                    <a:pt x="3207331" y="2185513"/>
                  </a:lnTo>
                  <a:lnTo>
                    <a:pt x="3171638" y="2288984"/>
                  </a:lnTo>
                  <a:lnTo>
                    <a:pt x="3135984" y="2391114"/>
                  </a:lnTo>
                  <a:lnTo>
                    <a:pt x="3100375" y="2491412"/>
                  </a:lnTo>
                  <a:lnTo>
                    <a:pt x="3064810" y="2589419"/>
                  </a:lnTo>
                  <a:lnTo>
                    <a:pt x="3029279" y="2684728"/>
                  </a:lnTo>
                  <a:lnTo>
                    <a:pt x="2993757" y="2776979"/>
                  </a:lnTo>
                  <a:lnTo>
                    <a:pt x="2958208" y="2865873"/>
                  </a:lnTo>
                  <a:lnTo>
                    <a:pt x="2922578" y="2951169"/>
                  </a:lnTo>
                  <a:lnTo>
                    <a:pt x="2886795" y="3032684"/>
                  </a:lnTo>
                  <a:lnTo>
                    <a:pt x="2850769" y="3110295"/>
                  </a:lnTo>
                  <a:lnTo>
                    <a:pt x="2814387" y="3183937"/>
                  </a:lnTo>
                  <a:lnTo>
                    <a:pt x="2777511" y="3253595"/>
                  </a:lnTo>
                  <a:lnTo>
                    <a:pt x="2739973" y="3319306"/>
                  </a:lnTo>
                  <a:lnTo>
                    <a:pt x="2702183" y="3380208"/>
                  </a:lnTo>
                  <a:lnTo>
                    <a:pt x="2652143" y="3452920"/>
                  </a:lnTo>
                  <a:lnTo>
                    <a:pt x="2599841" y="3519545"/>
                  </a:lnTo>
                  <a:lnTo>
                    <a:pt x="2544666" y="3580281"/>
                  </a:lnTo>
                  <a:lnTo>
                    <a:pt x="2485944" y="3635518"/>
                  </a:lnTo>
                  <a:lnTo>
                    <a:pt x="2422978" y="3685735"/>
                  </a:lnTo>
                  <a:lnTo>
                    <a:pt x="2355075" y="3731430"/>
                  </a:lnTo>
                  <a:lnTo>
                    <a:pt x="2281595" y="3773078"/>
                  </a:lnTo>
                  <a:lnTo>
                    <a:pt x="2201998" y="3811104"/>
                  </a:lnTo>
                  <a:lnTo>
                    <a:pt x="2115924" y="3845867"/>
                  </a:lnTo>
                  <a:lnTo>
                    <a:pt x="2023280" y="3877653"/>
                  </a:lnTo>
                  <a:lnTo>
                    <a:pt x="1924355" y="3906668"/>
                  </a:lnTo>
                  <a:lnTo>
                    <a:pt x="1819942" y="3933039"/>
                  </a:lnTo>
                  <a:lnTo>
                    <a:pt x="1711456" y="3956821"/>
                  </a:lnTo>
                  <a:lnTo>
                    <a:pt x="1601006" y="3978006"/>
                  </a:lnTo>
                  <a:lnTo>
                    <a:pt x="1491395" y="3996552"/>
                  </a:lnTo>
                  <a:lnTo>
                    <a:pt x="1385986" y="4012402"/>
                  </a:lnTo>
                  <a:lnTo>
                    <a:pt x="1288429" y="4025532"/>
                  </a:lnTo>
                  <a:lnTo>
                    <a:pt x="1202238" y="4035978"/>
                  </a:lnTo>
                  <a:lnTo>
                    <a:pt x="1130298" y="4043872"/>
                  </a:lnTo>
                  <a:lnTo>
                    <a:pt x="1074393" y="4049450"/>
                  </a:lnTo>
                  <a:lnTo>
                    <a:pt x="1034870" y="4053050"/>
                  </a:lnTo>
                  <a:lnTo>
                    <a:pt x="1010511" y="4055081"/>
                  </a:lnTo>
                  <a:lnTo>
                    <a:pt x="998601" y="4055992"/>
                  </a:lnTo>
                  <a:lnTo>
                    <a:pt x="995108" y="4056239"/>
                  </a:lnTo>
                  <a:lnTo>
                    <a:pt x="994940" y="4056250"/>
                  </a:lnTo>
                  <a:lnTo>
                    <a:pt x="0" y="4056250"/>
                  </a:lnTo>
                  <a:lnTo>
                    <a:pt x="0" y="40562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3" name="pg1652"/>
            <p:cNvSpPr/>
            <p:nvPr/>
          </p:nvSpPr>
          <p:spPr>
            <a:xfrm>
              <a:off x="1199187" y="1420047"/>
              <a:ext cx="12049831" cy="3977641"/>
            </a:xfrm>
            <a:custGeom>
              <a:avLst/>
              <a:pathLst>
                <a:path w="12049831" h="3977641">
                  <a:moveTo>
                    <a:pt x="0" y="3977641"/>
                  </a:moveTo>
                  <a:lnTo>
                    <a:pt x="994940" y="3977641"/>
                  </a:lnTo>
                  <a:lnTo>
                    <a:pt x="995965" y="3977572"/>
                  </a:lnTo>
                  <a:lnTo>
                    <a:pt x="1002742" y="3977086"/>
                  </a:lnTo>
                  <a:lnTo>
                    <a:pt x="1019964" y="3975744"/>
                  </a:lnTo>
                  <a:lnTo>
                    <a:pt x="1051096" y="3973098"/>
                  </a:lnTo>
                  <a:lnTo>
                    <a:pt x="1098192" y="3968718"/>
                  </a:lnTo>
                  <a:lnTo>
                    <a:pt x="1161747" y="3962231"/>
                  </a:lnTo>
                  <a:lnTo>
                    <a:pt x="1240715" y="3953350"/>
                  </a:lnTo>
                  <a:lnTo>
                    <a:pt x="1332737" y="3941889"/>
                  </a:lnTo>
                  <a:lnTo>
                    <a:pt x="1434561" y="3927766"/>
                  </a:lnTo>
                  <a:lnTo>
                    <a:pt x="1542534" y="3910978"/>
                  </a:lnTo>
                  <a:lnTo>
                    <a:pt x="1653082" y="3891566"/>
                  </a:lnTo>
                  <a:lnTo>
                    <a:pt x="1763067" y="3869586"/>
                  </a:lnTo>
                  <a:lnTo>
                    <a:pt x="1869995" y="3845065"/>
                  </a:lnTo>
                  <a:lnTo>
                    <a:pt x="1972083" y="3817985"/>
                  </a:lnTo>
                  <a:lnTo>
                    <a:pt x="2068219" y="3788258"/>
                  </a:lnTo>
                  <a:lnTo>
                    <a:pt x="2157864" y="3755723"/>
                  </a:lnTo>
                  <a:lnTo>
                    <a:pt x="2240924" y="3720140"/>
                  </a:lnTo>
                  <a:lnTo>
                    <a:pt x="2317634" y="3681192"/>
                  </a:lnTo>
                  <a:lnTo>
                    <a:pt x="2388454" y="3638494"/>
                  </a:lnTo>
                  <a:lnTo>
                    <a:pt x="2453982" y="3591601"/>
                  </a:lnTo>
                  <a:lnTo>
                    <a:pt x="2514891" y="3540032"/>
                  </a:lnTo>
                  <a:lnTo>
                    <a:pt x="2571884" y="3483299"/>
                  </a:lnTo>
                  <a:lnTo>
                    <a:pt x="2625655" y="3420964"/>
                  </a:lnTo>
                  <a:lnTo>
                    <a:pt x="2676853" y="3352719"/>
                  </a:lnTo>
                  <a:lnTo>
                    <a:pt x="2702183" y="3315574"/>
                  </a:lnTo>
                  <a:lnTo>
                    <a:pt x="2740905" y="3254394"/>
                  </a:lnTo>
                  <a:lnTo>
                    <a:pt x="2778756" y="3189355"/>
                  </a:lnTo>
                  <a:lnTo>
                    <a:pt x="2815940" y="3120378"/>
                  </a:lnTo>
                  <a:lnTo>
                    <a:pt x="2852628" y="3047430"/>
                  </a:lnTo>
                  <a:lnTo>
                    <a:pt x="2888959" y="2970527"/>
                  </a:lnTo>
                  <a:lnTo>
                    <a:pt x="2925049" y="2889738"/>
                  </a:lnTo>
                  <a:lnTo>
                    <a:pt x="2960989" y="2805191"/>
                  </a:lnTo>
                  <a:lnTo>
                    <a:pt x="2996852" y="2717073"/>
                  </a:lnTo>
                  <a:lnTo>
                    <a:pt x="3032690" y="2625632"/>
                  </a:lnTo>
                  <a:lnTo>
                    <a:pt x="3068541" y="2531175"/>
                  </a:lnTo>
                  <a:lnTo>
                    <a:pt x="3104428" y="2434068"/>
                  </a:lnTo>
                  <a:lnTo>
                    <a:pt x="3140360" y="2334729"/>
                  </a:lnTo>
                  <a:lnTo>
                    <a:pt x="3176339" y="2233620"/>
                  </a:lnTo>
                  <a:lnTo>
                    <a:pt x="3212355" y="2131243"/>
                  </a:lnTo>
                  <a:lnTo>
                    <a:pt x="3248395" y="2028125"/>
                  </a:lnTo>
                  <a:lnTo>
                    <a:pt x="3284441" y="1924813"/>
                  </a:lnTo>
                  <a:lnTo>
                    <a:pt x="3320476" y="1821855"/>
                  </a:lnTo>
                  <a:lnTo>
                    <a:pt x="3356482" y="1719792"/>
                  </a:lnTo>
                  <a:lnTo>
                    <a:pt x="3392448" y="1619146"/>
                  </a:lnTo>
                  <a:lnTo>
                    <a:pt x="3428367" y="1520408"/>
                  </a:lnTo>
                  <a:lnTo>
                    <a:pt x="3464241" y="1424029"/>
                  </a:lnTo>
                  <a:lnTo>
                    <a:pt x="3500086" y="1330412"/>
                  </a:lnTo>
                  <a:lnTo>
                    <a:pt x="3535927" y="1239905"/>
                  </a:lnTo>
                  <a:lnTo>
                    <a:pt x="3571806" y="1152800"/>
                  </a:lnTo>
                  <a:lnTo>
                    <a:pt x="3607781" y="1069326"/>
                  </a:lnTo>
                  <a:lnTo>
                    <a:pt x="3643931" y="989653"/>
                  </a:lnTo>
                  <a:lnTo>
                    <a:pt x="3680352" y="913891"/>
                  </a:lnTo>
                  <a:lnTo>
                    <a:pt x="3717168" y="842095"/>
                  </a:lnTo>
                  <a:lnTo>
                    <a:pt x="3754527" y="774265"/>
                  </a:lnTo>
                  <a:lnTo>
                    <a:pt x="3792607" y="710355"/>
                  </a:lnTo>
                  <a:lnTo>
                    <a:pt x="3820202" y="667307"/>
                  </a:lnTo>
                  <a:lnTo>
                    <a:pt x="3870313" y="596003"/>
                  </a:lnTo>
                  <a:lnTo>
                    <a:pt x="3922693" y="530677"/>
                  </a:lnTo>
                  <a:lnTo>
                    <a:pt x="3977957" y="471134"/>
                  </a:lnTo>
                  <a:lnTo>
                    <a:pt x="4036779" y="416988"/>
                  </a:lnTo>
                  <a:lnTo>
                    <a:pt x="4099862" y="367770"/>
                  </a:lnTo>
                  <a:lnTo>
                    <a:pt x="4167899" y="322989"/>
                  </a:lnTo>
                  <a:lnTo>
                    <a:pt x="4241535" y="282179"/>
                  </a:lnTo>
                  <a:lnTo>
                    <a:pt x="4321309" y="244923"/>
                  </a:lnTo>
                  <a:lnTo>
                    <a:pt x="4407580" y="210867"/>
                  </a:lnTo>
                  <a:lnTo>
                    <a:pt x="4500439" y="179731"/>
                  </a:lnTo>
                  <a:lnTo>
                    <a:pt x="4599590" y="151316"/>
                  </a:lnTo>
                  <a:lnTo>
                    <a:pt x="4704226" y="125495"/>
                  </a:lnTo>
                  <a:lnTo>
                    <a:pt x="4812917" y="102217"/>
                  </a:lnTo>
                  <a:lnTo>
                    <a:pt x="4923532" y="81488"/>
                  </a:lnTo>
                  <a:lnTo>
                    <a:pt x="5033246" y="63353"/>
                  </a:lnTo>
                  <a:lnTo>
                    <a:pt x="5138670" y="47866"/>
                  </a:lnTo>
                  <a:lnTo>
                    <a:pt x="5236139" y="35051"/>
                  </a:lnTo>
                  <a:lnTo>
                    <a:pt x="5322132" y="24870"/>
                  </a:lnTo>
                  <a:lnTo>
                    <a:pt x="5393776" y="17191"/>
                  </a:lnTo>
                  <a:lnTo>
                    <a:pt x="5449311" y="11777"/>
                  </a:lnTo>
                  <a:lnTo>
                    <a:pt x="5488432" y="8297"/>
                  </a:lnTo>
                  <a:lnTo>
                    <a:pt x="5512406" y="6344"/>
                  </a:lnTo>
                  <a:lnTo>
                    <a:pt x="5524002" y="5477"/>
                  </a:lnTo>
                  <a:lnTo>
                    <a:pt x="5527306" y="524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56" y="5294"/>
                  </a:lnTo>
                  <a:lnTo>
                    <a:pt x="6530531" y="5674"/>
                  </a:lnTo>
                  <a:lnTo>
                    <a:pt x="6548487" y="6724"/>
                  </a:lnTo>
                  <a:lnTo>
                    <a:pt x="6580895" y="8795"/>
                  </a:lnTo>
                  <a:lnTo>
                    <a:pt x="6629820" y="12219"/>
                  </a:lnTo>
                  <a:lnTo>
                    <a:pt x="6695668" y="17287"/>
                  </a:lnTo>
                  <a:lnTo>
                    <a:pt x="6777221" y="24215"/>
                  </a:lnTo>
                  <a:lnTo>
                    <a:pt x="6871905" y="33140"/>
                  </a:lnTo>
                  <a:lnTo>
                    <a:pt x="6976245" y="44120"/>
                  </a:lnTo>
                  <a:lnTo>
                    <a:pt x="7086411" y="57151"/>
                  </a:lnTo>
                  <a:lnTo>
                    <a:pt x="7198712" y="72196"/>
                  </a:lnTo>
                  <a:lnTo>
                    <a:pt x="7309964" y="89216"/>
                  </a:lnTo>
                  <a:lnTo>
                    <a:pt x="7417686" y="108192"/>
                  </a:lnTo>
                  <a:lnTo>
                    <a:pt x="7520150" y="129149"/>
                  </a:lnTo>
                  <a:lnTo>
                    <a:pt x="7616324" y="152167"/>
                  </a:lnTo>
                  <a:lnTo>
                    <a:pt x="7705755" y="177385"/>
                  </a:lnTo>
                  <a:lnTo>
                    <a:pt x="7788435" y="205005"/>
                  </a:lnTo>
                  <a:lnTo>
                    <a:pt x="7864677" y="235289"/>
                  </a:lnTo>
                  <a:lnTo>
                    <a:pt x="7935006" y="268550"/>
                  </a:lnTo>
                  <a:lnTo>
                    <a:pt x="8000075" y="305146"/>
                  </a:lnTo>
                  <a:lnTo>
                    <a:pt x="8060602" y="345460"/>
                  </a:lnTo>
                  <a:lnTo>
                    <a:pt x="8117322" y="389864"/>
                  </a:lnTo>
                  <a:lnTo>
                    <a:pt x="8170949" y="438678"/>
                  </a:lnTo>
                  <a:lnTo>
                    <a:pt x="8222138" y="492087"/>
                  </a:lnTo>
                  <a:lnTo>
                    <a:pt x="8229629" y="500480"/>
                  </a:lnTo>
                  <a:lnTo>
                    <a:pt x="8273093" y="552126"/>
                  </a:lnTo>
                  <a:lnTo>
                    <a:pt x="8315490" y="607430"/>
                  </a:lnTo>
                  <a:lnTo>
                    <a:pt x="8357101" y="666468"/>
                  </a:lnTo>
                  <a:lnTo>
                    <a:pt x="8398154" y="729259"/>
                  </a:lnTo>
                  <a:lnTo>
                    <a:pt x="8438831" y="795762"/>
                  </a:lnTo>
                  <a:lnTo>
                    <a:pt x="8479278" y="865868"/>
                  </a:lnTo>
                  <a:lnTo>
                    <a:pt x="8519606" y="939399"/>
                  </a:lnTo>
                  <a:lnTo>
                    <a:pt x="8559895" y="1016104"/>
                  </a:lnTo>
                  <a:lnTo>
                    <a:pt x="8600199" y="1095660"/>
                  </a:lnTo>
                  <a:lnTo>
                    <a:pt x="8640551" y="1177677"/>
                  </a:lnTo>
                  <a:lnTo>
                    <a:pt x="8680961" y="1261702"/>
                  </a:lnTo>
                  <a:lnTo>
                    <a:pt x="8721426" y="1347228"/>
                  </a:lnTo>
                  <a:lnTo>
                    <a:pt x="8761930" y="1433711"/>
                  </a:lnTo>
                  <a:lnTo>
                    <a:pt x="8802452" y="1520578"/>
                  </a:lnTo>
                  <a:lnTo>
                    <a:pt x="8842964" y="1607247"/>
                  </a:lnTo>
                  <a:lnTo>
                    <a:pt x="8883444" y="1693138"/>
                  </a:lnTo>
                  <a:lnTo>
                    <a:pt x="8923873" y="1777698"/>
                  </a:lnTo>
                  <a:lnTo>
                    <a:pt x="8964242" y="1860405"/>
                  </a:lnTo>
                  <a:lnTo>
                    <a:pt x="9004559" y="1940790"/>
                  </a:lnTo>
                  <a:lnTo>
                    <a:pt x="9044848" y="2018441"/>
                  </a:lnTo>
                  <a:lnTo>
                    <a:pt x="9085156" y="2093013"/>
                  </a:lnTo>
                  <a:lnTo>
                    <a:pt x="9125555" y="2164232"/>
                  </a:lnTo>
                  <a:lnTo>
                    <a:pt x="9166145" y="2231896"/>
                  </a:lnTo>
                  <a:lnTo>
                    <a:pt x="9207060" y="2295876"/>
                  </a:lnTo>
                  <a:lnTo>
                    <a:pt x="9248471" y="2356109"/>
                  </a:lnTo>
                  <a:lnTo>
                    <a:pt x="9290590" y="2412596"/>
                  </a:lnTo>
                  <a:lnTo>
                    <a:pt x="9333680" y="2465395"/>
                  </a:lnTo>
                  <a:lnTo>
                    <a:pt x="9347647" y="2481440"/>
                  </a:lnTo>
                  <a:lnTo>
                    <a:pt x="9398523" y="2535539"/>
                  </a:lnTo>
                  <a:lnTo>
                    <a:pt x="9451745" y="2585034"/>
                  </a:lnTo>
                  <a:lnTo>
                    <a:pt x="9507957" y="2630080"/>
                  </a:lnTo>
                  <a:lnTo>
                    <a:pt x="9567867" y="2670983"/>
                  </a:lnTo>
                  <a:lnTo>
                    <a:pt x="9632209" y="2708112"/>
                  </a:lnTo>
                  <a:lnTo>
                    <a:pt x="9701707" y="2741849"/>
                  </a:lnTo>
                  <a:lnTo>
                    <a:pt x="9777027" y="2772557"/>
                  </a:lnTo>
                  <a:lnTo>
                    <a:pt x="9858717" y="2800557"/>
                  </a:lnTo>
                  <a:lnTo>
                    <a:pt x="9947128" y="2826121"/>
                  </a:lnTo>
                  <a:lnTo>
                    <a:pt x="10042308" y="2849458"/>
                  </a:lnTo>
                  <a:lnTo>
                    <a:pt x="10143881" y="2870717"/>
                  </a:lnTo>
                  <a:lnTo>
                    <a:pt x="10250907" y="2889987"/>
                  </a:lnTo>
                  <a:lnTo>
                    <a:pt x="10361770" y="2907300"/>
                  </a:lnTo>
                  <a:lnTo>
                    <a:pt x="10474101" y="2922643"/>
                  </a:lnTo>
                  <a:lnTo>
                    <a:pt x="10584813" y="2935979"/>
                  </a:lnTo>
                  <a:lnTo>
                    <a:pt x="10690271" y="2947267"/>
                  </a:lnTo>
                  <a:lnTo>
                    <a:pt x="10786636" y="2956498"/>
                  </a:lnTo>
                  <a:lnTo>
                    <a:pt x="10870347" y="2963719"/>
                  </a:lnTo>
                  <a:lnTo>
                    <a:pt x="10938662" y="2969052"/>
                  </a:lnTo>
                  <a:lnTo>
                    <a:pt x="10990136" y="2972706"/>
                  </a:lnTo>
                  <a:lnTo>
                    <a:pt x="11024926" y="2974959"/>
                  </a:lnTo>
                  <a:lnTo>
                    <a:pt x="11044853" y="2976140"/>
                  </a:lnTo>
                  <a:lnTo>
                    <a:pt x="11053276" y="2976598"/>
                  </a:lnTo>
                  <a:lnTo>
                    <a:pt x="11054891" y="2976680"/>
                  </a:lnTo>
                  <a:lnTo>
                    <a:pt x="12049831" y="2976680"/>
                  </a:lnTo>
                  <a:lnTo>
                    <a:pt x="12049831" y="2971439"/>
                  </a:lnTo>
                  <a:lnTo>
                    <a:pt x="11054891" y="2971439"/>
                  </a:lnTo>
                  <a:lnTo>
                    <a:pt x="11053820" y="2971386"/>
                  </a:lnTo>
                  <a:lnTo>
                    <a:pt x="11046746" y="2971005"/>
                  </a:lnTo>
                  <a:lnTo>
                    <a:pt x="11028790" y="2969955"/>
                  </a:lnTo>
                  <a:lnTo>
                    <a:pt x="10996382" y="2967884"/>
                  </a:lnTo>
                  <a:lnTo>
                    <a:pt x="10947457" y="2964460"/>
                  </a:lnTo>
                  <a:lnTo>
                    <a:pt x="10881608" y="2959393"/>
                  </a:lnTo>
                  <a:lnTo>
                    <a:pt x="10800055" y="2952464"/>
                  </a:lnTo>
                  <a:lnTo>
                    <a:pt x="10705372" y="2943539"/>
                  </a:lnTo>
                  <a:lnTo>
                    <a:pt x="10601031" y="2932559"/>
                  </a:lnTo>
                  <a:lnTo>
                    <a:pt x="10490865" y="2919528"/>
                  </a:lnTo>
                  <a:lnTo>
                    <a:pt x="10378564" y="2904483"/>
                  </a:lnTo>
                  <a:lnTo>
                    <a:pt x="10267312" y="2887463"/>
                  </a:lnTo>
                  <a:lnTo>
                    <a:pt x="10159591" y="2868487"/>
                  </a:lnTo>
                  <a:lnTo>
                    <a:pt x="10057126" y="2847530"/>
                  </a:lnTo>
                  <a:lnTo>
                    <a:pt x="9960953" y="2824512"/>
                  </a:lnTo>
                  <a:lnTo>
                    <a:pt x="9871522" y="2799294"/>
                  </a:lnTo>
                  <a:lnTo>
                    <a:pt x="9788842" y="2771674"/>
                  </a:lnTo>
                  <a:lnTo>
                    <a:pt x="9712599" y="2741391"/>
                  </a:lnTo>
                  <a:lnTo>
                    <a:pt x="9642270" y="2708129"/>
                  </a:lnTo>
                  <a:lnTo>
                    <a:pt x="9577201" y="2671533"/>
                  </a:lnTo>
                  <a:lnTo>
                    <a:pt x="9516674" y="2631219"/>
                  </a:lnTo>
                  <a:lnTo>
                    <a:pt x="9459954" y="2586815"/>
                  </a:lnTo>
                  <a:lnTo>
                    <a:pt x="9406328" y="2538001"/>
                  </a:lnTo>
                  <a:lnTo>
                    <a:pt x="9355138" y="2484592"/>
                  </a:lnTo>
                  <a:lnTo>
                    <a:pt x="9347647" y="2476199"/>
                  </a:lnTo>
                  <a:lnTo>
                    <a:pt x="9304183" y="2424553"/>
                  </a:lnTo>
                  <a:lnTo>
                    <a:pt x="9261786" y="2369249"/>
                  </a:lnTo>
                  <a:lnTo>
                    <a:pt x="9220175" y="2310211"/>
                  </a:lnTo>
                  <a:lnTo>
                    <a:pt x="9179123" y="2247420"/>
                  </a:lnTo>
                  <a:lnTo>
                    <a:pt x="9138445" y="2180917"/>
                  </a:lnTo>
                  <a:lnTo>
                    <a:pt x="9097998" y="2110811"/>
                  </a:lnTo>
                  <a:lnTo>
                    <a:pt x="9057671" y="2037280"/>
                  </a:lnTo>
                  <a:lnTo>
                    <a:pt x="9017382" y="1960575"/>
                  </a:lnTo>
                  <a:lnTo>
                    <a:pt x="8977077" y="1881019"/>
                  </a:lnTo>
                  <a:lnTo>
                    <a:pt x="8936726" y="1799002"/>
                  </a:lnTo>
                  <a:lnTo>
                    <a:pt x="8896316" y="1714977"/>
                  </a:lnTo>
                  <a:lnTo>
                    <a:pt x="8855851" y="1629451"/>
                  </a:lnTo>
                  <a:lnTo>
                    <a:pt x="8815346" y="1542968"/>
                  </a:lnTo>
                  <a:lnTo>
                    <a:pt x="8774825" y="1456101"/>
                  </a:lnTo>
                  <a:lnTo>
                    <a:pt x="8734312" y="1369433"/>
                  </a:lnTo>
                  <a:lnTo>
                    <a:pt x="8693832" y="1283541"/>
                  </a:lnTo>
                  <a:lnTo>
                    <a:pt x="8653404" y="1198981"/>
                  </a:lnTo>
                  <a:lnTo>
                    <a:pt x="8613034" y="1116274"/>
                  </a:lnTo>
                  <a:lnTo>
                    <a:pt x="8572717" y="1035889"/>
                  </a:lnTo>
                  <a:lnTo>
                    <a:pt x="8532428" y="958238"/>
                  </a:lnTo>
                  <a:lnTo>
                    <a:pt x="8492120" y="883666"/>
                  </a:lnTo>
                  <a:lnTo>
                    <a:pt x="8451722" y="812447"/>
                  </a:lnTo>
                  <a:lnTo>
                    <a:pt x="8411132" y="744783"/>
                  </a:lnTo>
                  <a:lnTo>
                    <a:pt x="8370216" y="680803"/>
                  </a:lnTo>
                  <a:lnTo>
                    <a:pt x="8328806" y="620570"/>
                  </a:lnTo>
                  <a:lnTo>
                    <a:pt x="8286686" y="564083"/>
                  </a:lnTo>
                  <a:lnTo>
                    <a:pt x="8243596" y="511284"/>
                  </a:lnTo>
                  <a:lnTo>
                    <a:pt x="8229629" y="495239"/>
                  </a:lnTo>
                  <a:lnTo>
                    <a:pt x="8178754" y="441140"/>
                  </a:lnTo>
                  <a:lnTo>
                    <a:pt x="8125532" y="391645"/>
                  </a:lnTo>
                  <a:lnTo>
                    <a:pt x="8069320" y="346599"/>
                  </a:lnTo>
                  <a:lnTo>
                    <a:pt x="8009409" y="305696"/>
                  </a:lnTo>
                  <a:lnTo>
                    <a:pt x="7945067" y="268567"/>
                  </a:lnTo>
                  <a:lnTo>
                    <a:pt x="7875569" y="234830"/>
                  </a:lnTo>
                  <a:lnTo>
                    <a:pt x="7800250" y="204122"/>
                  </a:lnTo>
                  <a:lnTo>
                    <a:pt x="7718560" y="176122"/>
                  </a:lnTo>
                  <a:lnTo>
                    <a:pt x="7630149" y="150558"/>
                  </a:lnTo>
                  <a:lnTo>
                    <a:pt x="7534968" y="127221"/>
                  </a:lnTo>
                  <a:lnTo>
                    <a:pt x="7433396" y="105962"/>
                  </a:lnTo>
                  <a:lnTo>
                    <a:pt x="7326369" y="86692"/>
                  </a:lnTo>
                  <a:lnTo>
                    <a:pt x="7215506" y="69379"/>
                  </a:lnTo>
                  <a:lnTo>
                    <a:pt x="7103175" y="54036"/>
                  </a:lnTo>
                  <a:lnTo>
                    <a:pt x="6992464" y="40701"/>
                  </a:lnTo>
                  <a:lnTo>
                    <a:pt x="6887006" y="29412"/>
                  </a:lnTo>
                  <a:lnTo>
                    <a:pt x="6790640" y="20181"/>
                  </a:lnTo>
                  <a:lnTo>
                    <a:pt x="6706929" y="12961"/>
                  </a:lnTo>
                  <a:lnTo>
                    <a:pt x="6638615" y="7627"/>
                  </a:lnTo>
                  <a:lnTo>
                    <a:pt x="6587140" y="3973"/>
                  </a:lnTo>
                  <a:lnTo>
                    <a:pt x="6552351" y="1720"/>
                  </a:lnTo>
                  <a:lnTo>
                    <a:pt x="6532424" y="539"/>
                  </a:lnTo>
                  <a:lnTo>
                    <a:pt x="6524001" y="8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0" y="68"/>
                  </a:lnTo>
                  <a:lnTo>
                    <a:pt x="5519643" y="554"/>
                  </a:lnTo>
                  <a:lnTo>
                    <a:pt x="5502421" y="1896"/>
                  </a:lnTo>
                  <a:lnTo>
                    <a:pt x="5471289" y="4543"/>
                  </a:lnTo>
                  <a:lnTo>
                    <a:pt x="5424193" y="8922"/>
                  </a:lnTo>
                  <a:lnTo>
                    <a:pt x="5360638" y="15409"/>
                  </a:lnTo>
                  <a:lnTo>
                    <a:pt x="5281670" y="24290"/>
                  </a:lnTo>
                  <a:lnTo>
                    <a:pt x="5189648" y="35751"/>
                  </a:lnTo>
                  <a:lnTo>
                    <a:pt x="5087824" y="49874"/>
                  </a:lnTo>
                  <a:lnTo>
                    <a:pt x="4979851" y="66663"/>
                  </a:lnTo>
                  <a:lnTo>
                    <a:pt x="4869303" y="86074"/>
                  </a:lnTo>
                  <a:lnTo>
                    <a:pt x="4759318" y="108055"/>
                  </a:lnTo>
                  <a:lnTo>
                    <a:pt x="4652390" y="132575"/>
                  </a:lnTo>
                  <a:lnTo>
                    <a:pt x="4550302" y="159656"/>
                  </a:lnTo>
                  <a:lnTo>
                    <a:pt x="4454166" y="189383"/>
                  </a:lnTo>
                  <a:lnTo>
                    <a:pt x="4364521" y="221918"/>
                  </a:lnTo>
                  <a:lnTo>
                    <a:pt x="4281461" y="257501"/>
                  </a:lnTo>
                  <a:lnTo>
                    <a:pt x="4204751" y="296448"/>
                  </a:lnTo>
                  <a:lnTo>
                    <a:pt x="4133931" y="339146"/>
                  </a:lnTo>
                  <a:lnTo>
                    <a:pt x="4068403" y="386039"/>
                  </a:lnTo>
                  <a:lnTo>
                    <a:pt x="4007494" y="437608"/>
                  </a:lnTo>
                  <a:lnTo>
                    <a:pt x="3950501" y="494341"/>
                  </a:lnTo>
                  <a:lnTo>
                    <a:pt x="3896730" y="556676"/>
                  </a:lnTo>
                  <a:lnTo>
                    <a:pt x="3845532" y="624921"/>
                  </a:lnTo>
                  <a:lnTo>
                    <a:pt x="3820202" y="662066"/>
                  </a:lnTo>
                  <a:lnTo>
                    <a:pt x="3781480" y="723246"/>
                  </a:lnTo>
                  <a:lnTo>
                    <a:pt x="3743629" y="788285"/>
                  </a:lnTo>
                  <a:lnTo>
                    <a:pt x="3706445" y="857262"/>
                  </a:lnTo>
                  <a:lnTo>
                    <a:pt x="3669757" y="930210"/>
                  </a:lnTo>
                  <a:lnTo>
                    <a:pt x="3633426" y="1007114"/>
                  </a:lnTo>
                  <a:lnTo>
                    <a:pt x="3597336" y="1087903"/>
                  </a:lnTo>
                  <a:lnTo>
                    <a:pt x="3561396" y="1172450"/>
                  </a:lnTo>
                  <a:lnTo>
                    <a:pt x="3525533" y="1260568"/>
                  </a:lnTo>
                  <a:lnTo>
                    <a:pt x="3489695" y="1352009"/>
                  </a:lnTo>
                  <a:lnTo>
                    <a:pt x="3453844" y="1446465"/>
                  </a:lnTo>
                  <a:lnTo>
                    <a:pt x="3417957" y="1543572"/>
                  </a:lnTo>
                  <a:lnTo>
                    <a:pt x="3382025" y="1642912"/>
                  </a:lnTo>
                  <a:lnTo>
                    <a:pt x="3346046" y="1744021"/>
                  </a:lnTo>
                  <a:lnTo>
                    <a:pt x="3310030" y="1846398"/>
                  </a:lnTo>
                  <a:lnTo>
                    <a:pt x="3273990" y="1949515"/>
                  </a:lnTo>
                  <a:lnTo>
                    <a:pt x="3237944" y="2052827"/>
                  </a:lnTo>
                  <a:lnTo>
                    <a:pt x="3201909" y="2155785"/>
                  </a:lnTo>
                  <a:lnTo>
                    <a:pt x="3165903" y="2257848"/>
                  </a:lnTo>
                  <a:lnTo>
                    <a:pt x="3129937" y="2358494"/>
                  </a:lnTo>
                  <a:lnTo>
                    <a:pt x="3094018" y="2457232"/>
                  </a:lnTo>
                  <a:lnTo>
                    <a:pt x="3058144" y="2553611"/>
                  </a:lnTo>
                  <a:lnTo>
                    <a:pt x="3022299" y="2647228"/>
                  </a:lnTo>
                  <a:lnTo>
                    <a:pt x="2986458" y="2737735"/>
                  </a:lnTo>
                  <a:lnTo>
                    <a:pt x="2950579" y="2824840"/>
                  </a:lnTo>
                  <a:lnTo>
                    <a:pt x="2914604" y="2908314"/>
                  </a:lnTo>
                  <a:lnTo>
                    <a:pt x="2878454" y="2987987"/>
                  </a:lnTo>
                  <a:lnTo>
                    <a:pt x="2842033" y="3063749"/>
                  </a:lnTo>
                  <a:lnTo>
                    <a:pt x="2805217" y="3135545"/>
                  </a:lnTo>
                  <a:lnTo>
                    <a:pt x="2767858" y="3203375"/>
                  </a:lnTo>
                  <a:lnTo>
                    <a:pt x="2729778" y="3267285"/>
                  </a:lnTo>
                  <a:lnTo>
                    <a:pt x="2702183" y="3310333"/>
                  </a:lnTo>
                  <a:lnTo>
                    <a:pt x="2652072" y="3381637"/>
                  </a:lnTo>
                  <a:lnTo>
                    <a:pt x="2599692" y="3446963"/>
                  </a:lnTo>
                  <a:lnTo>
                    <a:pt x="2544428" y="3506507"/>
                  </a:lnTo>
                  <a:lnTo>
                    <a:pt x="2485606" y="3560652"/>
                  </a:lnTo>
                  <a:lnTo>
                    <a:pt x="2422523" y="3609870"/>
                  </a:lnTo>
                  <a:lnTo>
                    <a:pt x="2354486" y="3654651"/>
                  </a:lnTo>
                  <a:lnTo>
                    <a:pt x="2280850" y="3695461"/>
                  </a:lnTo>
                  <a:lnTo>
                    <a:pt x="2201076" y="3732718"/>
                  </a:lnTo>
                  <a:lnTo>
                    <a:pt x="2114805" y="3766774"/>
                  </a:lnTo>
                  <a:lnTo>
                    <a:pt x="2021946" y="3797909"/>
                  </a:lnTo>
                  <a:lnTo>
                    <a:pt x="1922795" y="3826325"/>
                  </a:lnTo>
                  <a:lnTo>
                    <a:pt x="1818159" y="3852146"/>
                  </a:lnTo>
                  <a:lnTo>
                    <a:pt x="1709468" y="3875424"/>
                  </a:lnTo>
                  <a:lnTo>
                    <a:pt x="1598853" y="3896152"/>
                  </a:lnTo>
                  <a:lnTo>
                    <a:pt x="1489139" y="3914287"/>
                  </a:lnTo>
                  <a:lnTo>
                    <a:pt x="1383715" y="3929774"/>
                  </a:lnTo>
                  <a:lnTo>
                    <a:pt x="1286246" y="3942589"/>
                  </a:lnTo>
                  <a:lnTo>
                    <a:pt x="1200253" y="3952770"/>
                  </a:lnTo>
                  <a:lnTo>
                    <a:pt x="1128609" y="3960450"/>
                  </a:lnTo>
                  <a:lnTo>
                    <a:pt x="1073074" y="3965863"/>
                  </a:lnTo>
                  <a:lnTo>
                    <a:pt x="1033953" y="3969343"/>
                  </a:lnTo>
                  <a:lnTo>
                    <a:pt x="1009979" y="3971296"/>
                  </a:lnTo>
                  <a:lnTo>
                    <a:pt x="998383" y="3972163"/>
                  </a:lnTo>
                  <a:lnTo>
                    <a:pt x="995079" y="3972391"/>
                  </a:lnTo>
                  <a:lnTo>
                    <a:pt x="994940" y="3972400"/>
                  </a:lnTo>
                  <a:lnTo>
                    <a:pt x="0" y="3972400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54" name="pl1653"/>
            <p:cNvSpPr/>
            <p:nvPr/>
          </p:nvSpPr>
          <p:spPr>
            <a:xfrm>
              <a:off x="1199187" y="1425287"/>
              <a:ext cx="12049831" cy="3972400"/>
            </a:xfrm>
            <a:custGeom>
              <a:avLst/>
              <a:pathLst>
                <a:path w="12049831" h="3972400">
                  <a:moveTo>
                    <a:pt x="0" y="3972400"/>
                  </a:moveTo>
                  <a:lnTo>
                    <a:pt x="994940" y="3972400"/>
                  </a:lnTo>
                  <a:lnTo>
                    <a:pt x="995965" y="3972332"/>
                  </a:lnTo>
                  <a:lnTo>
                    <a:pt x="1002742" y="3971846"/>
                  </a:lnTo>
                  <a:lnTo>
                    <a:pt x="1019964" y="3970504"/>
                  </a:lnTo>
                  <a:lnTo>
                    <a:pt x="1051096" y="3967857"/>
                  </a:lnTo>
                  <a:lnTo>
                    <a:pt x="1098192" y="3963477"/>
                  </a:lnTo>
                  <a:lnTo>
                    <a:pt x="1161747" y="3956991"/>
                  </a:lnTo>
                  <a:lnTo>
                    <a:pt x="1240715" y="3948109"/>
                  </a:lnTo>
                  <a:lnTo>
                    <a:pt x="1332737" y="3936649"/>
                  </a:lnTo>
                  <a:lnTo>
                    <a:pt x="1434561" y="3922526"/>
                  </a:lnTo>
                  <a:lnTo>
                    <a:pt x="1542534" y="3905737"/>
                  </a:lnTo>
                  <a:lnTo>
                    <a:pt x="1653082" y="3886326"/>
                  </a:lnTo>
                  <a:lnTo>
                    <a:pt x="1763067" y="3864345"/>
                  </a:lnTo>
                  <a:lnTo>
                    <a:pt x="1869995" y="3839824"/>
                  </a:lnTo>
                  <a:lnTo>
                    <a:pt x="1972083" y="3812744"/>
                  </a:lnTo>
                  <a:lnTo>
                    <a:pt x="2068219" y="3783017"/>
                  </a:lnTo>
                  <a:lnTo>
                    <a:pt x="2157864" y="3750482"/>
                  </a:lnTo>
                  <a:lnTo>
                    <a:pt x="2240924" y="3714899"/>
                  </a:lnTo>
                  <a:lnTo>
                    <a:pt x="2317634" y="3675951"/>
                  </a:lnTo>
                  <a:lnTo>
                    <a:pt x="2388454" y="3633253"/>
                  </a:lnTo>
                  <a:lnTo>
                    <a:pt x="2453982" y="3586361"/>
                  </a:lnTo>
                  <a:lnTo>
                    <a:pt x="2514891" y="3534791"/>
                  </a:lnTo>
                  <a:lnTo>
                    <a:pt x="2571884" y="3478059"/>
                  </a:lnTo>
                  <a:lnTo>
                    <a:pt x="2625655" y="3415724"/>
                  </a:lnTo>
                  <a:lnTo>
                    <a:pt x="2676853" y="3347479"/>
                  </a:lnTo>
                  <a:lnTo>
                    <a:pt x="2702183" y="3310333"/>
                  </a:lnTo>
                  <a:lnTo>
                    <a:pt x="2740905" y="3249154"/>
                  </a:lnTo>
                  <a:lnTo>
                    <a:pt x="2778756" y="3184115"/>
                  </a:lnTo>
                  <a:lnTo>
                    <a:pt x="2815940" y="3115138"/>
                  </a:lnTo>
                  <a:lnTo>
                    <a:pt x="2852628" y="3042190"/>
                  </a:lnTo>
                  <a:lnTo>
                    <a:pt x="2888959" y="2965286"/>
                  </a:lnTo>
                  <a:lnTo>
                    <a:pt x="2925049" y="2884497"/>
                  </a:lnTo>
                  <a:lnTo>
                    <a:pt x="2960989" y="2799950"/>
                  </a:lnTo>
                  <a:lnTo>
                    <a:pt x="2996852" y="2711832"/>
                  </a:lnTo>
                  <a:lnTo>
                    <a:pt x="3032690" y="2620391"/>
                  </a:lnTo>
                  <a:lnTo>
                    <a:pt x="3068541" y="2525935"/>
                  </a:lnTo>
                  <a:lnTo>
                    <a:pt x="3104428" y="2428828"/>
                  </a:lnTo>
                  <a:lnTo>
                    <a:pt x="3140360" y="2329488"/>
                  </a:lnTo>
                  <a:lnTo>
                    <a:pt x="3176339" y="2228379"/>
                  </a:lnTo>
                  <a:lnTo>
                    <a:pt x="3212355" y="2126002"/>
                  </a:lnTo>
                  <a:lnTo>
                    <a:pt x="3248395" y="2022885"/>
                  </a:lnTo>
                  <a:lnTo>
                    <a:pt x="3284441" y="1919573"/>
                  </a:lnTo>
                  <a:lnTo>
                    <a:pt x="3320476" y="1816615"/>
                  </a:lnTo>
                  <a:lnTo>
                    <a:pt x="3356482" y="1714552"/>
                  </a:lnTo>
                  <a:lnTo>
                    <a:pt x="3392448" y="1613906"/>
                  </a:lnTo>
                  <a:lnTo>
                    <a:pt x="3428367" y="1515168"/>
                  </a:lnTo>
                  <a:lnTo>
                    <a:pt x="3464241" y="1418788"/>
                  </a:lnTo>
                  <a:lnTo>
                    <a:pt x="3500086" y="1325171"/>
                  </a:lnTo>
                  <a:lnTo>
                    <a:pt x="3535927" y="1234665"/>
                  </a:lnTo>
                  <a:lnTo>
                    <a:pt x="3571806" y="1147559"/>
                  </a:lnTo>
                  <a:lnTo>
                    <a:pt x="3607781" y="1064085"/>
                  </a:lnTo>
                  <a:lnTo>
                    <a:pt x="3643931" y="984412"/>
                  </a:lnTo>
                  <a:lnTo>
                    <a:pt x="3680352" y="908651"/>
                  </a:lnTo>
                  <a:lnTo>
                    <a:pt x="3717168" y="836854"/>
                  </a:lnTo>
                  <a:lnTo>
                    <a:pt x="3754527" y="769025"/>
                  </a:lnTo>
                  <a:lnTo>
                    <a:pt x="3792607" y="705115"/>
                  </a:lnTo>
                  <a:lnTo>
                    <a:pt x="3820202" y="662066"/>
                  </a:lnTo>
                  <a:lnTo>
                    <a:pt x="3870313" y="590763"/>
                  </a:lnTo>
                  <a:lnTo>
                    <a:pt x="3922693" y="525437"/>
                  </a:lnTo>
                  <a:lnTo>
                    <a:pt x="3977957" y="465893"/>
                  </a:lnTo>
                  <a:lnTo>
                    <a:pt x="4036779" y="411747"/>
                  </a:lnTo>
                  <a:lnTo>
                    <a:pt x="4099862" y="362529"/>
                  </a:lnTo>
                  <a:lnTo>
                    <a:pt x="4167899" y="317748"/>
                  </a:lnTo>
                  <a:lnTo>
                    <a:pt x="4241535" y="276939"/>
                  </a:lnTo>
                  <a:lnTo>
                    <a:pt x="4321309" y="239682"/>
                  </a:lnTo>
                  <a:lnTo>
                    <a:pt x="4407580" y="205626"/>
                  </a:lnTo>
                  <a:lnTo>
                    <a:pt x="4500439" y="174491"/>
                  </a:lnTo>
                  <a:lnTo>
                    <a:pt x="4599590" y="146075"/>
                  </a:lnTo>
                  <a:lnTo>
                    <a:pt x="4704226" y="120254"/>
                  </a:lnTo>
                  <a:lnTo>
                    <a:pt x="4812917" y="96976"/>
                  </a:lnTo>
                  <a:lnTo>
                    <a:pt x="4923532" y="76247"/>
                  </a:lnTo>
                  <a:lnTo>
                    <a:pt x="5033246" y="58113"/>
                  </a:lnTo>
                  <a:lnTo>
                    <a:pt x="5138670" y="42626"/>
                  </a:lnTo>
                  <a:lnTo>
                    <a:pt x="5236139" y="29811"/>
                  </a:lnTo>
                  <a:lnTo>
                    <a:pt x="5322132" y="19629"/>
                  </a:lnTo>
                  <a:lnTo>
                    <a:pt x="5393776" y="11950"/>
                  </a:lnTo>
                  <a:lnTo>
                    <a:pt x="5449311" y="6537"/>
                  </a:lnTo>
                  <a:lnTo>
                    <a:pt x="5488432" y="3056"/>
                  </a:lnTo>
                  <a:lnTo>
                    <a:pt x="5512406" y="1104"/>
                  </a:lnTo>
                  <a:lnTo>
                    <a:pt x="5524002" y="237"/>
                  </a:lnTo>
                  <a:lnTo>
                    <a:pt x="5527306" y="9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56" y="53"/>
                  </a:lnTo>
                  <a:lnTo>
                    <a:pt x="6530531" y="433"/>
                  </a:lnTo>
                  <a:lnTo>
                    <a:pt x="6548487" y="1484"/>
                  </a:lnTo>
                  <a:lnTo>
                    <a:pt x="6580895" y="3554"/>
                  </a:lnTo>
                  <a:lnTo>
                    <a:pt x="6629820" y="6979"/>
                  </a:lnTo>
                  <a:lnTo>
                    <a:pt x="6695668" y="12046"/>
                  </a:lnTo>
                  <a:lnTo>
                    <a:pt x="6777221" y="18974"/>
                  </a:lnTo>
                  <a:lnTo>
                    <a:pt x="6871905" y="27899"/>
                  </a:lnTo>
                  <a:lnTo>
                    <a:pt x="6976245" y="38879"/>
                  </a:lnTo>
                  <a:lnTo>
                    <a:pt x="7086411" y="51910"/>
                  </a:lnTo>
                  <a:lnTo>
                    <a:pt x="7198712" y="66956"/>
                  </a:lnTo>
                  <a:lnTo>
                    <a:pt x="7309964" y="83975"/>
                  </a:lnTo>
                  <a:lnTo>
                    <a:pt x="7417686" y="102951"/>
                  </a:lnTo>
                  <a:lnTo>
                    <a:pt x="7520150" y="123909"/>
                  </a:lnTo>
                  <a:lnTo>
                    <a:pt x="7616324" y="146927"/>
                  </a:lnTo>
                  <a:lnTo>
                    <a:pt x="7705755" y="172145"/>
                  </a:lnTo>
                  <a:lnTo>
                    <a:pt x="7788435" y="199765"/>
                  </a:lnTo>
                  <a:lnTo>
                    <a:pt x="7864677" y="230048"/>
                  </a:lnTo>
                  <a:lnTo>
                    <a:pt x="7935006" y="263309"/>
                  </a:lnTo>
                  <a:lnTo>
                    <a:pt x="8000075" y="299906"/>
                  </a:lnTo>
                  <a:lnTo>
                    <a:pt x="8060602" y="340219"/>
                  </a:lnTo>
                  <a:lnTo>
                    <a:pt x="8117322" y="384623"/>
                  </a:lnTo>
                  <a:lnTo>
                    <a:pt x="8170949" y="433437"/>
                  </a:lnTo>
                  <a:lnTo>
                    <a:pt x="8222138" y="486846"/>
                  </a:lnTo>
                  <a:lnTo>
                    <a:pt x="8229629" y="495239"/>
                  </a:lnTo>
                  <a:lnTo>
                    <a:pt x="8273093" y="546885"/>
                  </a:lnTo>
                  <a:lnTo>
                    <a:pt x="8315490" y="602190"/>
                  </a:lnTo>
                  <a:lnTo>
                    <a:pt x="8357101" y="661227"/>
                  </a:lnTo>
                  <a:lnTo>
                    <a:pt x="8398154" y="724019"/>
                  </a:lnTo>
                  <a:lnTo>
                    <a:pt x="8438831" y="790521"/>
                  </a:lnTo>
                  <a:lnTo>
                    <a:pt x="8479278" y="860627"/>
                  </a:lnTo>
                  <a:lnTo>
                    <a:pt x="8519606" y="934158"/>
                  </a:lnTo>
                  <a:lnTo>
                    <a:pt x="8559895" y="1010863"/>
                  </a:lnTo>
                  <a:lnTo>
                    <a:pt x="8600199" y="1090420"/>
                  </a:lnTo>
                  <a:lnTo>
                    <a:pt x="8640551" y="1172437"/>
                  </a:lnTo>
                  <a:lnTo>
                    <a:pt x="8680961" y="1256461"/>
                  </a:lnTo>
                  <a:lnTo>
                    <a:pt x="8721426" y="1341988"/>
                  </a:lnTo>
                  <a:lnTo>
                    <a:pt x="8761930" y="1428471"/>
                  </a:lnTo>
                  <a:lnTo>
                    <a:pt x="8802452" y="1515338"/>
                  </a:lnTo>
                  <a:lnTo>
                    <a:pt x="8842964" y="1602006"/>
                  </a:lnTo>
                  <a:lnTo>
                    <a:pt x="8883444" y="1687898"/>
                  </a:lnTo>
                  <a:lnTo>
                    <a:pt x="8923873" y="1772457"/>
                  </a:lnTo>
                  <a:lnTo>
                    <a:pt x="8964242" y="1855165"/>
                  </a:lnTo>
                  <a:lnTo>
                    <a:pt x="9004559" y="1935550"/>
                  </a:lnTo>
                  <a:lnTo>
                    <a:pt x="9044848" y="2013201"/>
                  </a:lnTo>
                  <a:lnTo>
                    <a:pt x="9085156" y="2087772"/>
                  </a:lnTo>
                  <a:lnTo>
                    <a:pt x="9125555" y="2158991"/>
                  </a:lnTo>
                  <a:lnTo>
                    <a:pt x="9166145" y="2226655"/>
                  </a:lnTo>
                  <a:lnTo>
                    <a:pt x="9207060" y="2290635"/>
                  </a:lnTo>
                  <a:lnTo>
                    <a:pt x="9248471" y="2350868"/>
                  </a:lnTo>
                  <a:lnTo>
                    <a:pt x="9290590" y="2407355"/>
                  </a:lnTo>
                  <a:lnTo>
                    <a:pt x="9333680" y="2460154"/>
                  </a:lnTo>
                  <a:lnTo>
                    <a:pt x="9347647" y="2476199"/>
                  </a:lnTo>
                  <a:lnTo>
                    <a:pt x="9398523" y="2530298"/>
                  </a:lnTo>
                  <a:lnTo>
                    <a:pt x="9451745" y="2579793"/>
                  </a:lnTo>
                  <a:lnTo>
                    <a:pt x="9507957" y="2624840"/>
                  </a:lnTo>
                  <a:lnTo>
                    <a:pt x="9567867" y="2665742"/>
                  </a:lnTo>
                  <a:lnTo>
                    <a:pt x="9632209" y="2702871"/>
                  </a:lnTo>
                  <a:lnTo>
                    <a:pt x="9701707" y="2736608"/>
                  </a:lnTo>
                  <a:lnTo>
                    <a:pt x="9777027" y="2767316"/>
                  </a:lnTo>
                  <a:lnTo>
                    <a:pt x="9858717" y="2795317"/>
                  </a:lnTo>
                  <a:lnTo>
                    <a:pt x="9947128" y="2820880"/>
                  </a:lnTo>
                  <a:lnTo>
                    <a:pt x="10042308" y="2844217"/>
                  </a:lnTo>
                  <a:lnTo>
                    <a:pt x="10143881" y="2865477"/>
                  </a:lnTo>
                  <a:lnTo>
                    <a:pt x="10250907" y="2884747"/>
                  </a:lnTo>
                  <a:lnTo>
                    <a:pt x="10361770" y="2902059"/>
                  </a:lnTo>
                  <a:lnTo>
                    <a:pt x="10474101" y="2917403"/>
                  </a:lnTo>
                  <a:lnTo>
                    <a:pt x="10584813" y="2930738"/>
                  </a:lnTo>
                  <a:lnTo>
                    <a:pt x="10690271" y="2942026"/>
                  </a:lnTo>
                  <a:lnTo>
                    <a:pt x="10786636" y="2951257"/>
                  </a:lnTo>
                  <a:lnTo>
                    <a:pt x="10870347" y="2958478"/>
                  </a:lnTo>
                  <a:lnTo>
                    <a:pt x="10938662" y="2963812"/>
                  </a:lnTo>
                  <a:lnTo>
                    <a:pt x="10990136" y="2967465"/>
                  </a:lnTo>
                  <a:lnTo>
                    <a:pt x="11024926" y="2969718"/>
                  </a:lnTo>
                  <a:lnTo>
                    <a:pt x="11044853" y="2970899"/>
                  </a:lnTo>
                  <a:lnTo>
                    <a:pt x="11053276" y="2971358"/>
                  </a:lnTo>
                  <a:lnTo>
                    <a:pt x="11054887" y="2971439"/>
                  </a:lnTo>
                  <a:lnTo>
                    <a:pt x="11054891" y="2971439"/>
                  </a:lnTo>
                  <a:lnTo>
                    <a:pt x="12049831" y="2971439"/>
                  </a:lnTo>
                  <a:lnTo>
                    <a:pt x="12049831" y="29714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5" name="pl1654"/>
            <p:cNvSpPr/>
            <p:nvPr/>
          </p:nvSpPr>
          <p:spPr>
            <a:xfrm>
              <a:off x="1199187" y="1420047"/>
              <a:ext cx="12049831" cy="3972400"/>
            </a:xfrm>
            <a:custGeom>
              <a:avLst/>
              <a:pathLst>
                <a:path w="12049831" h="3972400">
                  <a:moveTo>
                    <a:pt x="12049831" y="2971439"/>
                  </a:moveTo>
                  <a:lnTo>
                    <a:pt x="11054891" y="2971439"/>
                  </a:lnTo>
                  <a:lnTo>
                    <a:pt x="11053820" y="2971386"/>
                  </a:lnTo>
                  <a:lnTo>
                    <a:pt x="11046746" y="2971005"/>
                  </a:lnTo>
                  <a:lnTo>
                    <a:pt x="11028790" y="2969955"/>
                  </a:lnTo>
                  <a:lnTo>
                    <a:pt x="10996382" y="2967884"/>
                  </a:lnTo>
                  <a:lnTo>
                    <a:pt x="10947457" y="2964460"/>
                  </a:lnTo>
                  <a:lnTo>
                    <a:pt x="10881608" y="2959393"/>
                  </a:lnTo>
                  <a:lnTo>
                    <a:pt x="10800055" y="2952464"/>
                  </a:lnTo>
                  <a:lnTo>
                    <a:pt x="10705372" y="2943539"/>
                  </a:lnTo>
                  <a:lnTo>
                    <a:pt x="10601031" y="2932559"/>
                  </a:lnTo>
                  <a:lnTo>
                    <a:pt x="10490865" y="2919528"/>
                  </a:lnTo>
                  <a:lnTo>
                    <a:pt x="10378564" y="2904483"/>
                  </a:lnTo>
                  <a:lnTo>
                    <a:pt x="10267312" y="2887463"/>
                  </a:lnTo>
                  <a:lnTo>
                    <a:pt x="10159591" y="2868487"/>
                  </a:lnTo>
                  <a:lnTo>
                    <a:pt x="10057126" y="2847530"/>
                  </a:lnTo>
                  <a:lnTo>
                    <a:pt x="9960953" y="2824512"/>
                  </a:lnTo>
                  <a:lnTo>
                    <a:pt x="9871522" y="2799294"/>
                  </a:lnTo>
                  <a:lnTo>
                    <a:pt x="9788842" y="2771674"/>
                  </a:lnTo>
                  <a:lnTo>
                    <a:pt x="9712599" y="2741391"/>
                  </a:lnTo>
                  <a:lnTo>
                    <a:pt x="9642270" y="2708129"/>
                  </a:lnTo>
                  <a:lnTo>
                    <a:pt x="9577201" y="2671533"/>
                  </a:lnTo>
                  <a:lnTo>
                    <a:pt x="9516674" y="2631219"/>
                  </a:lnTo>
                  <a:lnTo>
                    <a:pt x="9459954" y="2586815"/>
                  </a:lnTo>
                  <a:lnTo>
                    <a:pt x="9406328" y="2538001"/>
                  </a:lnTo>
                  <a:lnTo>
                    <a:pt x="9355138" y="2484592"/>
                  </a:lnTo>
                  <a:lnTo>
                    <a:pt x="9347647" y="2476199"/>
                  </a:lnTo>
                  <a:lnTo>
                    <a:pt x="9304183" y="2424553"/>
                  </a:lnTo>
                  <a:lnTo>
                    <a:pt x="9261786" y="2369249"/>
                  </a:lnTo>
                  <a:lnTo>
                    <a:pt x="9220175" y="2310211"/>
                  </a:lnTo>
                  <a:lnTo>
                    <a:pt x="9179123" y="2247420"/>
                  </a:lnTo>
                  <a:lnTo>
                    <a:pt x="9138445" y="2180917"/>
                  </a:lnTo>
                  <a:lnTo>
                    <a:pt x="9097998" y="2110811"/>
                  </a:lnTo>
                  <a:lnTo>
                    <a:pt x="9057671" y="2037280"/>
                  </a:lnTo>
                  <a:lnTo>
                    <a:pt x="9017382" y="1960575"/>
                  </a:lnTo>
                  <a:lnTo>
                    <a:pt x="8977077" y="1881019"/>
                  </a:lnTo>
                  <a:lnTo>
                    <a:pt x="8936726" y="1799002"/>
                  </a:lnTo>
                  <a:lnTo>
                    <a:pt x="8896316" y="1714977"/>
                  </a:lnTo>
                  <a:lnTo>
                    <a:pt x="8855851" y="1629451"/>
                  </a:lnTo>
                  <a:lnTo>
                    <a:pt x="8815346" y="1542968"/>
                  </a:lnTo>
                  <a:lnTo>
                    <a:pt x="8774825" y="1456101"/>
                  </a:lnTo>
                  <a:lnTo>
                    <a:pt x="8734312" y="1369433"/>
                  </a:lnTo>
                  <a:lnTo>
                    <a:pt x="8693832" y="1283541"/>
                  </a:lnTo>
                  <a:lnTo>
                    <a:pt x="8653404" y="1198981"/>
                  </a:lnTo>
                  <a:lnTo>
                    <a:pt x="8613034" y="1116274"/>
                  </a:lnTo>
                  <a:lnTo>
                    <a:pt x="8572717" y="1035889"/>
                  </a:lnTo>
                  <a:lnTo>
                    <a:pt x="8532428" y="958238"/>
                  </a:lnTo>
                  <a:lnTo>
                    <a:pt x="8492120" y="883666"/>
                  </a:lnTo>
                  <a:lnTo>
                    <a:pt x="8451722" y="812447"/>
                  </a:lnTo>
                  <a:lnTo>
                    <a:pt x="8411132" y="744783"/>
                  </a:lnTo>
                  <a:lnTo>
                    <a:pt x="8370216" y="680803"/>
                  </a:lnTo>
                  <a:lnTo>
                    <a:pt x="8328806" y="620570"/>
                  </a:lnTo>
                  <a:lnTo>
                    <a:pt x="8286686" y="564083"/>
                  </a:lnTo>
                  <a:lnTo>
                    <a:pt x="8243596" y="511284"/>
                  </a:lnTo>
                  <a:lnTo>
                    <a:pt x="8229629" y="495239"/>
                  </a:lnTo>
                  <a:lnTo>
                    <a:pt x="8178754" y="441140"/>
                  </a:lnTo>
                  <a:lnTo>
                    <a:pt x="8125532" y="391645"/>
                  </a:lnTo>
                  <a:lnTo>
                    <a:pt x="8069320" y="346599"/>
                  </a:lnTo>
                  <a:lnTo>
                    <a:pt x="8009409" y="305696"/>
                  </a:lnTo>
                  <a:lnTo>
                    <a:pt x="7945067" y="268567"/>
                  </a:lnTo>
                  <a:lnTo>
                    <a:pt x="7875569" y="234830"/>
                  </a:lnTo>
                  <a:lnTo>
                    <a:pt x="7800250" y="204122"/>
                  </a:lnTo>
                  <a:lnTo>
                    <a:pt x="7718560" y="176122"/>
                  </a:lnTo>
                  <a:lnTo>
                    <a:pt x="7630149" y="150558"/>
                  </a:lnTo>
                  <a:lnTo>
                    <a:pt x="7534968" y="127221"/>
                  </a:lnTo>
                  <a:lnTo>
                    <a:pt x="7433396" y="105962"/>
                  </a:lnTo>
                  <a:lnTo>
                    <a:pt x="7326369" y="86692"/>
                  </a:lnTo>
                  <a:lnTo>
                    <a:pt x="7215506" y="69379"/>
                  </a:lnTo>
                  <a:lnTo>
                    <a:pt x="7103175" y="54036"/>
                  </a:lnTo>
                  <a:lnTo>
                    <a:pt x="6992464" y="40701"/>
                  </a:lnTo>
                  <a:lnTo>
                    <a:pt x="6887006" y="29412"/>
                  </a:lnTo>
                  <a:lnTo>
                    <a:pt x="6790640" y="20181"/>
                  </a:lnTo>
                  <a:lnTo>
                    <a:pt x="6706929" y="12961"/>
                  </a:lnTo>
                  <a:lnTo>
                    <a:pt x="6638615" y="7627"/>
                  </a:lnTo>
                  <a:lnTo>
                    <a:pt x="6587140" y="3973"/>
                  </a:lnTo>
                  <a:lnTo>
                    <a:pt x="6552351" y="1720"/>
                  </a:lnTo>
                  <a:lnTo>
                    <a:pt x="6532424" y="539"/>
                  </a:lnTo>
                  <a:lnTo>
                    <a:pt x="6524001" y="81"/>
                  </a:lnTo>
                  <a:lnTo>
                    <a:pt x="6522389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0" y="68"/>
                  </a:lnTo>
                  <a:lnTo>
                    <a:pt x="5519643" y="554"/>
                  </a:lnTo>
                  <a:lnTo>
                    <a:pt x="5502421" y="1896"/>
                  </a:lnTo>
                  <a:lnTo>
                    <a:pt x="5471289" y="4543"/>
                  </a:lnTo>
                  <a:lnTo>
                    <a:pt x="5424193" y="8922"/>
                  </a:lnTo>
                  <a:lnTo>
                    <a:pt x="5360638" y="15409"/>
                  </a:lnTo>
                  <a:lnTo>
                    <a:pt x="5281670" y="24290"/>
                  </a:lnTo>
                  <a:lnTo>
                    <a:pt x="5189648" y="35751"/>
                  </a:lnTo>
                  <a:lnTo>
                    <a:pt x="5087824" y="49874"/>
                  </a:lnTo>
                  <a:lnTo>
                    <a:pt x="4979851" y="66663"/>
                  </a:lnTo>
                  <a:lnTo>
                    <a:pt x="4869303" y="86074"/>
                  </a:lnTo>
                  <a:lnTo>
                    <a:pt x="4759318" y="108055"/>
                  </a:lnTo>
                  <a:lnTo>
                    <a:pt x="4652390" y="132575"/>
                  </a:lnTo>
                  <a:lnTo>
                    <a:pt x="4550302" y="159656"/>
                  </a:lnTo>
                  <a:lnTo>
                    <a:pt x="4454166" y="189383"/>
                  </a:lnTo>
                  <a:lnTo>
                    <a:pt x="4364521" y="221918"/>
                  </a:lnTo>
                  <a:lnTo>
                    <a:pt x="4281461" y="257501"/>
                  </a:lnTo>
                  <a:lnTo>
                    <a:pt x="4204751" y="296448"/>
                  </a:lnTo>
                  <a:lnTo>
                    <a:pt x="4133931" y="339146"/>
                  </a:lnTo>
                  <a:lnTo>
                    <a:pt x="4068403" y="386039"/>
                  </a:lnTo>
                  <a:lnTo>
                    <a:pt x="4007494" y="437608"/>
                  </a:lnTo>
                  <a:lnTo>
                    <a:pt x="3950501" y="494341"/>
                  </a:lnTo>
                  <a:lnTo>
                    <a:pt x="3896730" y="556676"/>
                  </a:lnTo>
                  <a:lnTo>
                    <a:pt x="3845532" y="624921"/>
                  </a:lnTo>
                  <a:lnTo>
                    <a:pt x="3820202" y="662066"/>
                  </a:lnTo>
                  <a:lnTo>
                    <a:pt x="3781480" y="723246"/>
                  </a:lnTo>
                  <a:lnTo>
                    <a:pt x="3743629" y="788285"/>
                  </a:lnTo>
                  <a:lnTo>
                    <a:pt x="3706445" y="857262"/>
                  </a:lnTo>
                  <a:lnTo>
                    <a:pt x="3669757" y="930210"/>
                  </a:lnTo>
                  <a:lnTo>
                    <a:pt x="3633426" y="1007114"/>
                  </a:lnTo>
                  <a:lnTo>
                    <a:pt x="3597336" y="1087903"/>
                  </a:lnTo>
                  <a:lnTo>
                    <a:pt x="3561396" y="1172450"/>
                  </a:lnTo>
                  <a:lnTo>
                    <a:pt x="3525533" y="1260568"/>
                  </a:lnTo>
                  <a:lnTo>
                    <a:pt x="3489695" y="1352009"/>
                  </a:lnTo>
                  <a:lnTo>
                    <a:pt x="3453844" y="1446465"/>
                  </a:lnTo>
                  <a:lnTo>
                    <a:pt x="3417957" y="1543572"/>
                  </a:lnTo>
                  <a:lnTo>
                    <a:pt x="3382025" y="1642912"/>
                  </a:lnTo>
                  <a:lnTo>
                    <a:pt x="3346046" y="1744021"/>
                  </a:lnTo>
                  <a:lnTo>
                    <a:pt x="3310030" y="1846398"/>
                  </a:lnTo>
                  <a:lnTo>
                    <a:pt x="3273990" y="1949515"/>
                  </a:lnTo>
                  <a:lnTo>
                    <a:pt x="3237944" y="2052827"/>
                  </a:lnTo>
                  <a:lnTo>
                    <a:pt x="3201909" y="2155785"/>
                  </a:lnTo>
                  <a:lnTo>
                    <a:pt x="3165903" y="2257848"/>
                  </a:lnTo>
                  <a:lnTo>
                    <a:pt x="3129937" y="2358494"/>
                  </a:lnTo>
                  <a:lnTo>
                    <a:pt x="3094018" y="2457232"/>
                  </a:lnTo>
                  <a:lnTo>
                    <a:pt x="3058144" y="2553611"/>
                  </a:lnTo>
                  <a:lnTo>
                    <a:pt x="3022299" y="2647228"/>
                  </a:lnTo>
                  <a:lnTo>
                    <a:pt x="2986458" y="2737735"/>
                  </a:lnTo>
                  <a:lnTo>
                    <a:pt x="2950579" y="2824840"/>
                  </a:lnTo>
                  <a:lnTo>
                    <a:pt x="2914604" y="2908314"/>
                  </a:lnTo>
                  <a:lnTo>
                    <a:pt x="2878454" y="2987987"/>
                  </a:lnTo>
                  <a:lnTo>
                    <a:pt x="2842033" y="3063749"/>
                  </a:lnTo>
                  <a:lnTo>
                    <a:pt x="2805217" y="3135545"/>
                  </a:lnTo>
                  <a:lnTo>
                    <a:pt x="2767858" y="3203375"/>
                  </a:lnTo>
                  <a:lnTo>
                    <a:pt x="2729778" y="3267285"/>
                  </a:lnTo>
                  <a:lnTo>
                    <a:pt x="2702183" y="3310333"/>
                  </a:lnTo>
                  <a:lnTo>
                    <a:pt x="2652072" y="3381637"/>
                  </a:lnTo>
                  <a:lnTo>
                    <a:pt x="2599692" y="3446963"/>
                  </a:lnTo>
                  <a:lnTo>
                    <a:pt x="2544428" y="3506507"/>
                  </a:lnTo>
                  <a:lnTo>
                    <a:pt x="2485606" y="3560652"/>
                  </a:lnTo>
                  <a:lnTo>
                    <a:pt x="2422523" y="3609870"/>
                  </a:lnTo>
                  <a:lnTo>
                    <a:pt x="2354486" y="3654651"/>
                  </a:lnTo>
                  <a:lnTo>
                    <a:pt x="2280850" y="3695461"/>
                  </a:lnTo>
                  <a:lnTo>
                    <a:pt x="2201076" y="3732718"/>
                  </a:lnTo>
                  <a:lnTo>
                    <a:pt x="2114805" y="3766774"/>
                  </a:lnTo>
                  <a:lnTo>
                    <a:pt x="2021946" y="3797909"/>
                  </a:lnTo>
                  <a:lnTo>
                    <a:pt x="1922795" y="3826325"/>
                  </a:lnTo>
                  <a:lnTo>
                    <a:pt x="1818159" y="3852146"/>
                  </a:lnTo>
                  <a:lnTo>
                    <a:pt x="1709468" y="3875424"/>
                  </a:lnTo>
                  <a:lnTo>
                    <a:pt x="1598853" y="3896152"/>
                  </a:lnTo>
                  <a:lnTo>
                    <a:pt x="1489139" y="3914287"/>
                  </a:lnTo>
                  <a:lnTo>
                    <a:pt x="1383715" y="3929774"/>
                  </a:lnTo>
                  <a:lnTo>
                    <a:pt x="1286246" y="3942589"/>
                  </a:lnTo>
                  <a:lnTo>
                    <a:pt x="1200253" y="3952770"/>
                  </a:lnTo>
                  <a:lnTo>
                    <a:pt x="1128609" y="3960450"/>
                  </a:lnTo>
                  <a:lnTo>
                    <a:pt x="1073074" y="3965863"/>
                  </a:lnTo>
                  <a:lnTo>
                    <a:pt x="1033953" y="3969343"/>
                  </a:lnTo>
                  <a:lnTo>
                    <a:pt x="1009979" y="3971296"/>
                  </a:lnTo>
                  <a:lnTo>
                    <a:pt x="998383" y="3972163"/>
                  </a:lnTo>
                  <a:lnTo>
                    <a:pt x="995079" y="3972391"/>
                  </a:lnTo>
                  <a:lnTo>
                    <a:pt x="994940" y="3972400"/>
                  </a:lnTo>
                  <a:lnTo>
                    <a:pt x="0" y="3972400"/>
                  </a:lnTo>
                  <a:lnTo>
                    <a:pt x="0" y="39724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6" name="pg1655"/>
            <p:cNvSpPr/>
            <p:nvPr/>
          </p:nvSpPr>
          <p:spPr>
            <a:xfrm>
              <a:off x="1199187" y="1676838"/>
              <a:ext cx="12049831" cy="3731331"/>
            </a:xfrm>
            <a:custGeom>
              <a:avLst/>
              <a:pathLst>
                <a:path w="12049831" h="3731331">
                  <a:moveTo>
                    <a:pt x="0" y="3731331"/>
                  </a:moveTo>
                  <a:lnTo>
                    <a:pt x="994940" y="3731331"/>
                  </a:lnTo>
                  <a:lnTo>
                    <a:pt x="995989" y="3731270"/>
                  </a:lnTo>
                  <a:lnTo>
                    <a:pt x="1002928" y="3730837"/>
                  </a:lnTo>
                  <a:lnTo>
                    <a:pt x="1020548" y="3729641"/>
                  </a:lnTo>
                  <a:lnTo>
                    <a:pt x="1052372" y="3727283"/>
                  </a:lnTo>
                  <a:lnTo>
                    <a:pt x="1100461" y="3723382"/>
                  </a:lnTo>
                  <a:lnTo>
                    <a:pt x="1165262" y="3717607"/>
                  </a:lnTo>
                  <a:lnTo>
                    <a:pt x="1245637" y="3709706"/>
                  </a:lnTo>
                  <a:lnTo>
                    <a:pt x="1339110" y="3699520"/>
                  </a:lnTo>
                  <a:lnTo>
                    <a:pt x="1442310" y="3686979"/>
                  </a:lnTo>
                  <a:lnTo>
                    <a:pt x="1551485" y="3672085"/>
                  </a:lnTo>
                  <a:lnTo>
                    <a:pt x="1662998" y="3654877"/>
                  </a:lnTo>
                  <a:lnTo>
                    <a:pt x="1773684" y="3635403"/>
                  </a:lnTo>
                  <a:lnTo>
                    <a:pt x="1881055" y="3613685"/>
                  </a:lnTo>
                  <a:lnTo>
                    <a:pt x="1983357" y="3589699"/>
                  </a:lnTo>
                  <a:lnTo>
                    <a:pt x="2079522" y="3563362"/>
                  </a:lnTo>
                  <a:lnTo>
                    <a:pt x="2169056" y="3534522"/>
                  </a:lnTo>
                  <a:lnTo>
                    <a:pt x="2251913" y="3502955"/>
                  </a:lnTo>
                  <a:lnTo>
                    <a:pt x="2328370" y="3468372"/>
                  </a:lnTo>
                  <a:lnTo>
                    <a:pt x="2398922" y="3430420"/>
                  </a:lnTo>
                  <a:lnTo>
                    <a:pt x="2464197" y="3388698"/>
                  </a:lnTo>
                  <a:lnTo>
                    <a:pt x="2524894" y="3342773"/>
                  </a:lnTo>
                  <a:lnTo>
                    <a:pt x="2581734" y="3292214"/>
                  </a:lnTo>
                  <a:lnTo>
                    <a:pt x="2635421" y="3236645"/>
                  </a:lnTo>
                  <a:lnTo>
                    <a:pt x="2686608" y="3175824"/>
                  </a:lnTo>
                  <a:lnTo>
                    <a:pt x="2702183" y="3155735"/>
                  </a:lnTo>
                  <a:lnTo>
                    <a:pt x="2743190" y="3099261"/>
                  </a:lnTo>
                  <a:lnTo>
                    <a:pt x="2783232" y="3039013"/>
                  </a:lnTo>
                  <a:lnTo>
                    <a:pt x="2822551" y="2974915"/>
                  </a:lnTo>
                  <a:lnTo>
                    <a:pt x="2861342" y="2906938"/>
                  </a:lnTo>
                  <a:lnTo>
                    <a:pt x="2899765" y="2835112"/>
                  </a:lnTo>
                  <a:lnTo>
                    <a:pt x="2937951" y="2759523"/>
                  </a:lnTo>
                  <a:lnTo>
                    <a:pt x="2976000" y="2680324"/>
                  </a:lnTo>
                  <a:lnTo>
                    <a:pt x="3013989" y="2597733"/>
                  </a:lnTo>
                  <a:lnTo>
                    <a:pt x="3051973" y="2512034"/>
                  </a:lnTo>
                  <a:lnTo>
                    <a:pt x="3089986" y="2423577"/>
                  </a:lnTo>
                  <a:lnTo>
                    <a:pt x="3128048" y="2332770"/>
                  </a:lnTo>
                  <a:lnTo>
                    <a:pt x="3166162" y="2240076"/>
                  </a:lnTo>
                  <a:lnTo>
                    <a:pt x="3204322" y="2146003"/>
                  </a:lnTo>
                  <a:lnTo>
                    <a:pt x="3242512" y="2051091"/>
                  </a:lnTo>
                  <a:lnTo>
                    <a:pt x="3280713" y="1955901"/>
                  </a:lnTo>
                  <a:lnTo>
                    <a:pt x="3318903" y="1861001"/>
                  </a:lnTo>
                  <a:lnTo>
                    <a:pt x="3357062" y="1766952"/>
                  </a:lnTo>
                  <a:lnTo>
                    <a:pt x="3395175" y="1674294"/>
                  </a:lnTo>
                  <a:lnTo>
                    <a:pt x="3433236" y="1583534"/>
                  </a:lnTo>
                  <a:lnTo>
                    <a:pt x="3471248" y="1495133"/>
                  </a:lnTo>
                  <a:lnTo>
                    <a:pt x="3509231" y="1409500"/>
                  </a:lnTo>
                  <a:lnTo>
                    <a:pt x="3547221" y="1326980"/>
                  </a:lnTo>
                  <a:lnTo>
                    <a:pt x="3585272" y="1247859"/>
                  </a:lnTo>
                  <a:lnTo>
                    <a:pt x="3623462" y="1172352"/>
                  </a:lnTo>
                  <a:lnTo>
                    <a:pt x="3661892" y="1100609"/>
                  </a:lnTo>
                  <a:lnTo>
                    <a:pt x="3700693" y="1032717"/>
                  </a:lnTo>
                  <a:lnTo>
                    <a:pt x="3740025" y="968704"/>
                  </a:lnTo>
                  <a:lnTo>
                    <a:pt x="3780086" y="908541"/>
                  </a:lnTo>
                  <a:lnTo>
                    <a:pt x="3820202" y="853349"/>
                  </a:lnTo>
                  <a:lnTo>
                    <a:pt x="3870729" y="790875"/>
                  </a:lnTo>
                  <a:lnTo>
                    <a:pt x="3923568" y="733682"/>
                  </a:lnTo>
                  <a:lnTo>
                    <a:pt x="3979348" y="681593"/>
                  </a:lnTo>
                  <a:lnTo>
                    <a:pt x="4038763" y="634265"/>
                  </a:lnTo>
                  <a:lnTo>
                    <a:pt x="4102531" y="591276"/>
                  </a:lnTo>
                  <a:lnTo>
                    <a:pt x="4171362" y="552191"/>
                  </a:lnTo>
                  <a:lnTo>
                    <a:pt x="4245913" y="516596"/>
                  </a:lnTo>
                  <a:lnTo>
                    <a:pt x="4326728" y="484121"/>
                  </a:lnTo>
                  <a:lnTo>
                    <a:pt x="4414163" y="454456"/>
                  </a:lnTo>
                  <a:lnTo>
                    <a:pt x="4508285" y="427357"/>
                  </a:lnTo>
                  <a:lnTo>
                    <a:pt x="4608754" y="402649"/>
                  </a:lnTo>
                  <a:lnTo>
                    <a:pt x="4714696" y="380227"/>
                  </a:lnTo>
                  <a:lnTo>
                    <a:pt x="4824579" y="360051"/>
                  </a:lnTo>
                  <a:lnTo>
                    <a:pt x="4936144" y="342130"/>
                  </a:lnTo>
                  <a:lnTo>
                    <a:pt x="5046424" y="326508"/>
                  </a:lnTo>
                  <a:lnTo>
                    <a:pt x="5151897" y="313229"/>
                  </a:lnTo>
                  <a:lnTo>
                    <a:pt x="5248801" y="302311"/>
                  </a:lnTo>
                  <a:lnTo>
                    <a:pt x="5333587" y="293708"/>
                  </a:lnTo>
                  <a:lnTo>
                    <a:pt x="5403447" y="287292"/>
                  </a:lnTo>
                  <a:lnTo>
                    <a:pt x="5456787" y="282838"/>
                  </a:lnTo>
                  <a:lnTo>
                    <a:pt x="5493546" y="280037"/>
                  </a:lnTo>
                  <a:lnTo>
                    <a:pt x="5515291" y="278520"/>
                  </a:lnTo>
                  <a:lnTo>
                    <a:pt x="5525109" y="277891"/>
                  </a:lnTo>
                  <a:lnTo>
                    <a:pt x="5527445" y="277753"/>
                  </a:lnTo>
                  <a:lnTo>
                    <a:pt x="6522385" y="277753"/>
                  </a:lnTo>
                  <a:lnTo>
                    <a:pt x="6523521" y="277748"/>
                  </a:lnTo>
                  <a:lnTo>
                    <a:pt x="6531017" y="277711"/>
                  </a:lnTo>
                  <a:lnTo>
                    <a:pt x="6550012" y="277608"/>
                  </a:lnTo>
                  <a:lnTo>
                    <a:pt x="6584222" y="277407"/>
                  </a:lnTo>
                  <a:lnTo>
                    <a:pt x="6635717" y="277073"/>
                  </a:lnTo>
                  <a:lnTo>
                    <a:pt x="6704767" y="276581"/>
                  </a:lnTo>
                  <a:lnTo>
                    <a:pt x="6789900" y="275908"/>
                  </a:lnTo>
                  <a:lnTo>
                    <a:pt x="6888230" y="275044"/>
                  </a:lnTo>
                  <a:lnTo>
                    <a:pt x="6995975" y="273984"/>
                  </a:lnTo>
                  <a:lnTo>
                    <a:pt x="7109062" y="272728"/>
                  </a:lnTo>
                  <a:lnTo>
                    <a:pt x="7223651" y="271281"/>
                  </a:lnTo>
                  <a:lnTo>
                    <a:pt x="7336509" y="269646"/>
                  </a:lnTo>
                  <a:lnTo>
                    <a:pt x="7445187" y="267824"/>
                  </a:lnTo>
                  <a:lnTo>
                    <a:pt x="7548047" y="265811"/>
                  </a:lnTo>
                  <a:lnTo>
                    <a:pt x="7644173" y="263599"/>
                  </a:lnTo>
                  <a:lnTo>
                    <a:pt x="7733237" y="261171"/>
                  </a:lnTo>
                  <a:lnTo>
                    <a:pt x="7815350" y="258507"/>
                  </a:lnTo>
                  <a:lnTo>
                    <a:pt x="7890930" y="255578"/>
                  </a:lnTo>
                  <a:lnTo>
                    <a:pt x="7960593" y="252353"/>
                  </a:lnTo>
                  <a:lnTo>
                    <a:pt x="8025062" y="248796"/>
                  </a:lnTo>
                  <a:lnTo>
                    <a:pt x="8085113" y="244870"/>
                  </a:lnTo>
                  <a:lnTo>
                    <a:pt x="8141523" y="240539"/>
                  </a:lnTo>
                  <a:lnTo>
                    <a:pt x="8195025" y="235777"/>
                  </a:lnTo>
                  <a:lnTo>
                    <a:pt x="8229629" y="232334"/>
                  </a:lnTo>
                  <a:lnTo>
                    <a:pt x="8290890" y="225523"/>
                  </a:lnTo>
                  <a:lnTo>
                    <a:pt x="8350248" y="218033"/>
                  </a:lnTo>
                  <a:lnTo>
                    <a:pt x="8408407" y="209852"/>
                  </a:lnTo>
                  <a:lnTo>
                    <a:pt x="8465887" y="200992"/>
                  </a:lnTo>
                  <a:lnTo>
                    <a:pt x="8523055" y="191490"/>
                  </a:lnTo>
                  <a:lnTo>
                    <a:pt x="8580152" y="181409"/>
                  </a:lnTo>
                  <a:lnTo>
                    <a:pt x="8637313" y="170838"/>
                  </a:lnTo>
                  <a:lnTo>
                    <a:pt x="8694589" y="159892"/>
                  </a:lnTo>
                  <a:lnTo>
                    <a:pt x="8751966" y="148703"/>
                  </a:lnTo>
                  <a:lnTo>
                    <a:pt x="8809388" y="137417"/>
                  </a:lnTo>
                  <a:lnTo>
                    <a:pt x="8866784" y="126186"/>
                  </a:lnTo>
                  <a:lnTo>
                    <a:pt x="8924091" y="115158"/>
                  </a:lnTo>
                  <a:lnTo>
                    <a:pt x="8981283" y="104471"/>
                  </a:lnTo>
                  <a:lnTo>
                    <a:pt x="9038388" y="94245"/>
                  </a:lnTo>
                  <a:lnTo>
                    <a:pt x="9095517" y="84575"/>
                  </a:lnTo>
                  <a:lnTo>
                    <a:pt x="9152879" y="75532"/>
                  </a:lnTo>
                  <a:lnTo>
                    <a:pt x="9210805" y="67160"/>
                  </a:lnTo>
                  <a:lnTo>
                    <a:pt x="9269769" y="59478"/>
                  </a:lnTo>
                  <a:lnTo>
                    <a:pt x="9330419" y="52481"/>
                  </a:lnTo>
                  <a:lnTo>
                    <a:pt x="9347647" y="50659"/>
                  </a:lnTo>
                  <a:lnTo>
                    <a:pt x="9399574" y="45602"/>
                  </a:lnTo>
                  <a:lnTo>
                    <a:pt x="9453956" y="40983"/>
                  </a:lnTo>
                  <a:lnTo>
                    <a:pt x="9511479" y="36789"/>
                  </a:lnTo>
                  <a:lnTo>
                    <a:pt x="9572897" y="32988"/>
                  </a:lnTo>
                  <a:lnTo>
                    <a:pt x="9638991" y="29544"/>
                  </a:lnTo>
                  <a:lnTo>
                    <a:pt x="9710524" y="26421"/>
                  </a:lnTo>
                  <a:lnTo>
                    <a:pt x="9788193" y="23582"/>
                  </a:lnTo>
                  <a:lnTo>
                    <a:pt x="9872559" y="20999"/>
                  </a:lnTo>
                  <a:lnTo>
                    <a:pt x="9963952" y="18644"/>
                  </a:lnTo>
                  <a:lnTo>
                    <a:pt x="10062356" y="16498"/>
                  </a:lnTo>
                  <a:lnTo>
                    <a:pt x="10167264" y="14549"/>
                  </a:lnTo>
                  <a:lnTo>
                    <a:pt x="10277537" y="12789"/>
                  </a:lnTo>
                  <a:lnTo>
                    <a:pt x="10391274" y="11215"/>
                  </a:lnTo>
                  <a:lnTo>
                    <a:pt x="10505761" y="9831"/>
                  </a:lnTo>
                  <a:lnTo>
                    <a:pt x="10617535" y="8639"/>
                  </a:lnTo>
                  <a:lnTo>
                    <a:pt x="10722630" y="7643"/>
                  </a:lnTo>
                  <a:lnTo>
                    <a:pt x="10817004" y="6843"/>
                  </a:lnTo>
                  <a:lnTo>
                    <a:pt x="10897106" y="6232"/>
                  </a:lnTo>
                  <a:lnTo>
                    <a:pt x="10960461" y="5794"/>
                  </a:lnTo>
                  <a:lnTo>
                    <a:pt x="11006151" y="5507"/>
                  </a:lnTo>
                  <a:lnTo>
                    <a:pt x="11035042" y="5342"/>
                  </a:lnTo>
                  <a:lnTo>
                    <a:pt x="11049771" y="5265"/>
                  </a:lnTo>
                  <a:lnTo>
                    <a:pt x="11054542" y="524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5"/>
                  </a:lnTo>
                  <a:lnTo>
                    <a:pt x="11046259" y="42"/>
                  </a:lnTo>
                  <a:lnTo>
                    <a:pt x="11027264" y="144"/>
                  </a:lnTo>
                  <a:lnTo>
                    <a:pt x="10993054" y="346"/>
                  </a:lnTo>
                  <a:lnTo>
                    <a:pt x="10941559" y="679"/>
                  </a:lnTo>
                  <a:lnTo>
                    <a:pt x="10872510" y="1172"/>
                  </a:lnTo>
                  <a:lnTo>
                    <a:pt x="10787376" y="1844"/>
                  </a:lnTo>
                  <a:lnTo>
                    <a:pt x="10689046" y="2708"/>
                  </a:lnTo>
                  <a:lnTo>
                    <a:pt x="10581301" y="3769"/>
                  </a:lnTo>
                  <a:lnTo>
                    <a:pt x="10468215" y="5025"/>
                  </a:lnTo>
                  <a:lnTo>
                    <a:pt x="10353625" y="6472"/>
                  </a:lnTo>
                  <a:lnTo>
                    <a:pt x="10240768" y="8107"/>
                  </a:lnTo>
                  <a:lnTo>
                    <a:pt x="10132089" y="9929"/>
                  </a:lnTo>
                  <a:lnTo>
                    <a:pt x="10029229" y="11941"/>
                  </a:lnTo>
                  <a:lnTo>
                    <a:pt x="9933103" y="14154"/>
                  </a:lnTo>
                  <a:lnTo>
                    <a:pt x="9844040" y="16582"/>
                  </a:lnTo>
                  <a:lnTo>
                    <a:pt x="9761927" y="19246"/>
                  </a:lnTo>
                  <a:lnTo>
                    <a:pt x="9686346" y="22175"/>
                  </a:lnTo>
                  <a:lnTo>
                    <a:pt x="9616684" y="25399"/>
                  </a:lnTo>
                  <a:lnTo>
                    <a:pt x="9552215" y="28956"/>
                  </a:lnTo>
                  <a:lnTo>
                    <a:pt x="9492163" y="32883"/>
                  </a:lnTo>
                  <a:lnTo>
                    <a:pt x="9435754" y="37214"/>
                  </a:lnTo>
                  <a:lnTo>
                    <a:pt x="9382251" y="41976"/>
                  </a:lnTo>
                  <a:lnTo>
                    <a:pt x="9347647" y="45418"/>
                  </a:lnTo>
                  <a:lnTo>
                    <a:pt x="9286387" y="52229"/>
                  </a:lnTo>
                  <a:lnTo>
                    <a:pt x="9227029" y="59720"/>
                  </a:lnTo>
                  <a:lnTo>
                    <a:pt x="9168869" y="67901"/>
                  </a:lnTo>
                  <a:lnTo>
                    <a:pt x="9111390" y="76761"/>
                  </a:lnTo>
                  <a:lnTo>
                    <a:pt x="9054222" y="86263"/>
                  </a:lnTo>
                  <a:lnTo>
                    <a:pt x="8997125" y="96344"/>
                  </a:lnTo>
                  <a:lnTo>
                    <a:pt x="8939963" y="106914"/>
                  </a:lnTo>
                  <a:lnTo>
                    <a:pt x="8882687" y="117860"/>
                  </a:lnTo>
                  <a:lnTo>
                    <a:pt x="8825311" y="129050"/>
                  </a:lnTo>
                  <a:lnTo>
                    <a:pt x="8767889" y="140336"/>
                  </a:lnTo>
                  <a:lnTo>
                    <a:pt x="8710493" y="151567"/>
                  </a:lnTo>
                  <a:lnTo>
                    <a:pt x="8653185" y="162595"/>
                  </a:lnTo>
                  <a:lnTo>
                    <a:pt x="8595994" y="173281"/>
                  </a:lnTo>
                  <a:lnTo>
                    <a:pt x="8538889" y="183508"/>
                  </a:lnTo>
                  <a:lnTo>
                    <a:pt x="8481760" y="193178"/>
                  </a:lnTo>
                  <a:lnTo>
                    <a:pt x="8424397" y="202221"/>
                  </a:lnTo>
                  <a:lnTo>
                    <a:pt x="8366471" y="210592"/>
                  </a:lnTo>
                  <a:lnTo>
                    <a:pt x="8307508" y="218274"/>
                  </a:lnTo>
                  <a:lnTo>
                    <a:pt x="8246858" y="225272"/>
                  </a:lnTo>
                  <a:lnTo>
                    <a:pt x="8229629" y="227094"/>
                  </a:lnTo>
                  <a:lnTo>
                    <a:pt x="8177703" y="232151"/>
                  </a:lnTo>
                  <a:lnTo>
                    <a:pt x="8123321" y="236769"/>
                  </a:lnTo>
                  <a:lnTo>
                    <a:pt x="8065798" y="240964"/>
                  </a:lnTo>
                  <a:lnTo>
                    <a:pt x="8004379" y="244765"/>
                  </a:lnTo>
                  <a:lnTo>
                    <a:pt x="7938286" y="248208"/>
                  </a:lnTo>
                  <a:lnTo>
                    <a:pt x="7866753" y="251332"/>
                  </a:lnTo>
                  <a:lnTo>
                    <a:pt x="7789083" y="254170"/>
                  </a:lnTo>
                  <a:lnTo>
                    <a:pt x="7704717" y="256754"/>
                  </a:lnTo>
                  <a:lnTo>
                    <a:pt x="7613324" y="259109"/>
                  </a:lnTo>
                  <a:lnTo>
                    <a:pt x="7514921" y="261254"/>
                  </a:lnTo>
                  <a:lnTo>
                    <a:pt x="7410013" y="263203"/>
                  </a:lnTo>
                  <a:lnTo>
                    <a:pt x="7299740" y="264964"/>
                  </a:lnTo>
                  <a:lnTo>
                    <a:pt x="7186002" y="266537"/>
                  </a:lnTo>
                  <a:lnTo>
                    <a:pt x="7071516" y="267922"/>
                  </a:lnTo>
                  <a:lnTo>
                    <a:pt x="6959742" y="269114"/>
                  </a:lnTo>
                  <a:lnTo>
                    <a:pt x="6854647" y="270110"/>
                  </a:lnTo>
                  <a:lnTo>
                    <a:pt x="6760272" y="270910"/>
                  </a:lnTo>
                  <a:lnTo>
                    <a:pt x="6680171" y="271521"/>
                  </a:lnTo>
                  <a:lnTo>
                    <a:pt x="6616815" y="271959"/>
                  </a:lnTo>
                  <a:lnTo>
                    <a:pt x="6571126" y="272245"/>
                  </a:lnTo>
                  <a:lnTo>
                    <a:pt x="6542234" y="272411"/>
                  </a:lnTo>
                  <a:lnTo>
                    <a:pt x="6527506" y="272488"/>
                  </a:lnTo>
                  <a:lnTo>
                    <a:pt x="6522735" y="272511"/>
                  </a:lnTo>
                  <a:lnTo>
                    <a:pt x="6522385" y="272512"/>
                  </a:lnTo>
                  <a:lnTo>
                    <a:pt x="5527445" y="272512"/>
                  </a:lnTo>
                  <a:lnTo>
                    <a:pt x="5526396" y="272573"/>
                  </a:lnTo>
                  <a:lnTo>
                    <a:pt x="5519457" y="273006"/>
                  </a:lnTo>
                  <a:lnTo>
                    <a:pt x="5501837" y="274202"/>
                  </a:lnTo>
                  <a:lnTo>
                    <a:pt x="5470013" y="276561"/>
                  </a:lnTo>
                  <a:lnTo>
                    <a:pt x="5421924" y="280462"/>
                  </a:lnTo>
                  <a:lnTo>
                    <a:pt x="5357123" y="286237"/>
                  </a:lnTo>
                  <a:lnTo>
                    <a:pt x="5276748" y="294137"/>
                  </a:lnTo>
                  <a:lnTo>
                    <a:pt x="5183275" y="304324"/>
                  </a:lnTo>
                  <a:lnTo>
                    <a:pt x="5080075" y="316864"/>
                  </a:lnTo>
                  <a:lnTo>
                    <a:pt x="4970900" y="331759"/>
                  </a:lnTo>
                  <a:lnTo>
                    <a:pt x="4859387" y="348966"/>
                  </a:lnTo>
                  <a:lnTo>
                    <a:pt x="4748701" y="368441"/>
                  </a:lnTo>
                  <a:lnTo>
                    <a:pt x="4641330" y="390159"/>
                  </a:lnTo>
                  <a:lnTo>
                    <a:pt x="4539028" y="414144"/>
                  </a:lnTo>
                  <a:lnTo>
                    <a:pt x="4442863" y="440481"/>
                  </a:lnTo>
                  <a:lnTo>
                    <a:pt x="4353329" y="469321"/>
                  </a:lnTo>
                  <a:lnTo>
                    <a:pt x="4270472" y="500888"/>
                  </a:lnTo>
                  <a:lnTo>
                    <a:pt x="4194015" y="535471"/>
                  </a:lnTo>
                  <a:lnTo>
                    <a:pt x="4123463" y="573423"/>
                  </a:lnTo>
                  <a:lnTo>
                    <a:pt x="4058188" y="615145"/>
                  </a:lnTo>
                  <a:lnTo>
                    <a:pt x="3997491" y="661071"/>
                  </a:lnTo>
                  <a:lnTo>
                    <a:pt x="3940651" y="711630"/>
                  </a:lnTo>
                  <a:lnTo>
                    <a:pt x="3886964" y="767199"/>
                  </a:lnTo>
                  <a:lnTo>
                    <a:pt x="3835777" y="828019"/>
                  </a:lnTo>
                  <a:lnTo>
                    <a:pt x="3820202" y="848109"/>
                  </a:lnTo>
                  <a:lnTo>
                    <a:pt x="3779195" y="904583"/>
                  </a:lnTo>
                  <a:lnTo>
                    <a:pt x="3739153" y="964830"/>
                  </a:lnTo>
                  <a:lnTo>
                    <a:pt x="3699834" y="1028928"/>
                  </a:lnTo>
                  <a:lnTo>
                    <a:pt x="3661043" y="1096905"/>
                  </a:lnTo>
                  <a:lnTo>
                    <a:pt x="3622620" y="1168732"/>
                  </a:lnTo>
                  <a:lnTo>
                    <a:pt x="3584434" y="1244321"/>
                  </a:lnTo>
                  <a:lnTo>
                    <a:pt x="3546385" y="1323519"/>
                  </a:lnTo>
                  <a:lnTo>
                    <a:pt x="3508396" y="1406110"/>
                  </a:lnTo>
                  <a:lnTo>
                    <a:pt x="3470412" y="1491809"/>
                  </a:lnTo>
                  <a:lnTo>
                    <a:pt x="3432399" y="1580266"/>
                  </a:lnTo>
                  <a:lnTo>
                    <a:pt x="3394337" y="1671073"/>
                  </a:lnTo>
                  <a:lnTo>
                    <a:pt x="3356223" y="1763767"/>
                  </a:lnTo>
                  <a:lnTo>
                    <a:pt x="3318063" y="1857840"/>
                  </a:lnTo>
                  <a:lnTo>
                    <a:pt x="3279873" y="1952753"/>
                  </a:lnTo>
                  <a:lnTo>
                    <a:pt x="3241672" y="2047943"/>
                  </a:lnTo>
                  <a:lnTo>
                    <a:pt x="3203482" y="2142843"/>
                  </a:lnTo>
                  <a:lnTo>
                    <a:pt x="3165323" y="2236891"/>
                  </a:lnTo>
                  <a:lnTo>
                    <a:pt x="3127210" y="2329549"/>
                  </a:lnTo>
                  <a:lnTo>
                    <a:pt x="3089149" y="2420309"/>
                  </a:lnTo>
                  <a:lnTo>
                    <a:pt x="3051137" y="2508710"/>
                  </a:lnTo>
                  <a:lnTo>
                    <a:pt x="3013154" y="2594344"/>
                  </a:lnTo>
                  <a:lnTo>
                    <a:pt x="2975164" y="2676863"/>
                  </a:lnTo>
                  <a:lnTo>
                    <a:pt x="2937113" y="2755985"/>
                  </a:lnTo>
                  <a:lnTo>
                    <a:pt x="2898923" y="2831492"/>
                  </a:lnTo>
                  <a:lnTo>
                    <a:pt x="2860493" y="2903235"/>
                  </a:lnTo>
                  <a:lnTo>
                    <a:pt x="2821692" y="2971126"/>
                  </a:lnTo>
                  <a:lnTo>
                    <a:pt x="2782360" y="3035139"/>
                  </a:lnTo>
                  <a:lnTo>
                    <a:pt x="2742299" y="3095303"/>
                  </a:lnTo>
                  <a:lnTo>
                    <a:pt x="2702183" y="3150494"/>
                  </a:lnTo>
                  <a:lnTo>
                    <a:pt x="2651656" y="3212968"/>
                  </a:lnTo>
                  <a:lnTo>
                    <a:pt x="2598817" y="3270162"/>
                  </a:lnTo>
                  <a:lnTo>
                    <a:pt x="2543037" y="3322250"/>
                  </a:lnTo>
                  <a:lnTo>
                    <a:pt x="2483622" y="3369578"/>
                  </a:lnTo>
                  <a:lnTo>
                    <a:pt x="2419854" y="3412567"/>
                  </a:lnTo>
                  <a:lnTo>
                    <a:pt x="2351023" y="3451652"/>
                  </a:lnTo>
                  <a:lnTo>
                    <a:pt x="2276472" y="3487247"/>
                  </a:lnTo>
                  <a:lnTo>
                    <a:pt x="2195657" y="3519722"/>
                  </a:lnTo>
                  <a:lnTo>
                    <a:pt x="2108222" y="3549387"/>
                  </a:lnTo>
                  <a:lnTo>
                    <a:pt x="2014100" y="3576487"/>
                  </a:lnTo>
                  <a:lnTo>
                    <a:pt x="1913631" y="3601195"/>
                  </a:lnTo>
                  <a:lnTo>
                    <a:pt x="1807689" y="3623616"/>
                  </a:lnTo>
                  <a:lnTo>
                    <a:pt x="1697806" y="3643793"/>
                  </a:lnTo>
                  <a:lnTo>
                    <a:pt x="1586241" y="3661713"/>
                  </a:lnTo>
                  <a:lnTo>
                    <a:pt x="1475961" y="3677336"/>
                  </a:lnTo>
                  <a:lnTo>
                    <a:pt x="1370488" y="3690614"/>
                  </a:lnTo>
                  <a:lnTo>
                    <a:pt x="1273584" y="3701533"/>
                  </a:lnTo>
                  <a:lnTo>
                    <a:pt x="1188798" y="3710135"/>
                  </a:lnTo>
                  <a:lnTo>
                    <a:pt x="1118938" y="3716551"/>
                  </a:lnTo>
                  <a:lnTo>
                    <a:pt x="1065598" y="3721006"/>
                  </a:lnTo>
                  <a:lnTo>
                    <a:pt x="1028839" y="3723807"/>
                  </a:lnTo>
                  <a:lnTo>
                    <a:pt x="1007094" y="3725323"/>
                  </a:lnTo>
                  <a:lnTo>
                    <a:pt x="997276" y="3725952"/>
                  </a:lnTo>
                  <a:lnTo>
                    <a:pt x="994940" y="3726090"/>
                  </a:lnTo>
                  <a:lnTo>
                    <a:pt x="0" y="3726090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57" name="pl1656"/>
            <p:cNvSpPr/>
            <p:nvPr/>
          </p:nvSpPr>
          <p:spPr>
            <a:xfrm>
              <a:off x="1199187" y="1682079"/>
              <a:ext cx="12049831" cy="3726090"/>
            </a:xfrm>
            <a:custGeom>
              <a:avLst/>
              <a:pathLst>
                <a:path w="12049831" h="3726090">
                  <a:moveTo>
                    <a:pt x="0" y="3726090"/>
                  </a:moveTo>
                  <a:lnTo>
                    <a:pt x="994940" y="3726090"/>
                  </a:lnTo>
                  <a:lnTo>
                    <a:pt x="995989" y="3726030"/>
                  </a:lnTo>
                  <a:lnTo>
                    <a:pt x="1002928" y="3725596"/>
                  </a:lnTo>
                  <a:lnTo>
                    <a:pt x="1020548" y="3724400"/>
                  </a:lnTo>
                  <a:lnTo>
                    <a:pt x="1052372" y="3722042"/>
                  </a:lnTo>
                  <a:lnTo>
                    <a:pt x="1100461" y="3718141"/>
                  </a:lnTo>
                  <a:lnTo>
                    <a:pt x="1165262" y="3712366"/>
                  </a:lnTo>
                  <a:lnTo>
                    <a:pt x="1245637" y="3704465"/>
                  </a:lnTo>
                  <a:lnTo>
                    <a:pt x="1339110" y="3694279"/>
                  </a:lnTo>
                  <a:lnTo>
                    <a:pt x="1442310" y="3681739"/>
                  </a:lnTo>
                  <a:lnTo>
                    <a:pt x="1551485" y="3666844"/>
                  </a:lnTo>
                  <a:lnTo>
                    <a:pt x="1662998" y="3649637"/>
                  </a:lnTo>
                  <a:lnTo>
                    <a:pt x="1773684" y="3630162"/>
                  </a:lnTo>
                  <a:lnTo>
                    <a:pt x="1881055" y="3608444"/>
                  </a:lnTo>
                  <a:lnTo>
                    <a:pt x="1983357" y="3584458"/>
                  </a:lnTo>
                  <a:lnTo>
                    <a:pt x="2079522" y="3558122"/>
                  </a:lnTo>
                  <a:lnTo>
                    <a:pt x="2169056" y="3529281"/>
                  </a:lnTo>
                  <a:lnTo>
                    <a:pt x="2251913" y="3497715"/>
                  </a:lnTo>
                  <a:lnTo>
                    <a:pt x="2328370" y="3463132"/>
                  </a:lnTo>
                  <a:lnTo>
                    <a:pt x="2398922" y="3425180"/>
                  </a:lnTo>
                  <a:lnTo>
                    <a:pt x="2464197" y="3383457"/>
                  </a:lnTo>
                  <a:lnTo>
                    <a:pt x="2524894" y="3337532"/>
                  </a:lnTo>
                  <a:lnTo>
                    <a:pt x="2581734" y="3286973"/>
                  </a:lnTo>
                  <a:lnTo>
                    <a:pt x="2635421" y="3231404"/>
                  </a:lnTo>
                  <a:lnTo>
                    <a:pt x="2686608" y="3170584"/>
                  </a:lnTo>
                  <a:lnTo>
                    <a:pt x="2702183" y="3150494"/>
                  </a:lnTo>
                  <a:lnTo>
                    <a:pt x="2743190" y="3094020"/>
                  </a:lnTo>
                  <a:lnTo>
                    <a:pt x="2783232" y="3033773"/>
                  </a:lnTo>
                  <a:lnTo>
                    <a:pt x="2822551" y="2969674"/>
                  </a:lnTo>
                  <a:lnTo>
                    <a:pt x="2861342" y="2901698"/>
                  </a:lnTo>
                  <a:lnTo>
                    <a:pt x="2899765" y="2829871"/>
                  </a:lnTo>
                  <a:lnTo>
                    <a:pt x="2937951" y="2754282"/>
                  </a:lnTo>
                  <a:lnTo>
                    <a:pt x="2976000" y="2675083"/>
                  </a:lnTo>
                  <a:lnTo>
                    <a:pt x="3013989" y="2592492"/>
                  </a:lnTo>
                  <a:lnTo>
                    <a:pt x="3051973" y="2506794"/>
                  </a:lnTo>
                  <a:lnTo>
                    <a:pt x="3089986" y="2418336"/>
                  </a:lnTo>
                  <a:lnTo>
                    <a:pt x="3128048" y="2327529"/>
                  </a:lnTo>
                  <a:lnTo>
                    <a:pt x="3166162" y="2234836"/>
                  </a:lnTo>
                  <a:lnTo>
                    <a:pt x="3204322" y="2140762"/>
                  </a:lnTo>
                  <a:lnTo>
                    <a:pt x="3242512" y="2045850"/>
                  </a:lnTo>
                  <a:lnTo>
                    <a:pt x="3280713" y="1950660"/>
                  </a:lnTo>
                  <a:lnTo>
                    <a:pt x="3318903" y="1855760"/>
                  </a:lnTo>
                  <a:lnTo>
                    <a:pt x="3357062" y="1761711"/>
                  </a:lnTo>
                  <a:lnTo>
                    <a:pt x="3395175" y="1669054"/>
                  </a:lnTo>
                  <a:lnTo>
                    <a:pt x="3433236" y="1578294"/>
                  </a:lnTo>
                  <a:lnTo>
                    <a:pt x="3471248" y="1489893"/>
                  </a:lnTo>
                  <a:lnTo>
                    <a:pt x="3509231" y="1404259"/>
                  </a:lnTo>
                  <a:lnTo>
                    <a:pt x="3547221" y="1321740"/>
                  </a:lnTo>
                  <a:lnTo>
                    <a:pt x="3585272" y="1242618"/>
                  </a:lnTo>
                  <a:lnTo>
                    <a:pt x="3623462" y="1167111"/>
                  </a:lnTo>
                  <a:lnTo>
                    <a:pt x="3661892" y="1095368"/>
                  </a:lnTo>
                  <a:lnTo>
                    <a:pt x="3700693" y="1027477"/>
                  </a:lnTo>
                  <a:lnTo>
                    <a:pt x="3740025" y="963464"/>
                  </a:lnTo>
                  <a:lnTo>
                    <a:pt x="3780086" y="903300"/>
                  </a:lnTo>
                  <a:lnTo>
                    <a:pt x="3820202" y="848109"/>
                  </a:lnTo>
                  <a:lnTo>
                    <a:pt x="3870729" y="785634"/>
                  </a:lnTo>
                  <a:lnTo>
                    <a:pt x="3923568" y="728441"/>
                  </a:lnTo>
                  <a:lnTo>
                    <a:pt x="3979348" y="676353"/>
                  </a:lnTo>
                  <a:lnTo>
                    <a:pt x="4038763" y="629024"/>
                  </a:lnTo>
                  <a:lnTo>
                    <a:pt x="4102531" y="586036"/>
                  </a:lnTo>
                  <a:lnTo>
                    <a:pt x="4171362" y="546951"/>
                  </a:lnTo>
                  <a:lnTo>
                    <a:pt x="4245913" y="511355"/>
                  </a:lnTo>
                  <a:lnTo>
                    <a:pt x="4326728" y="478880"/>
                  </a:lnTo>
                  <a:lnTo>
                    <a:pt x="4414163" y="449215"/>
                  </a:lnTo>
                  <a:lnTo>
                    <a:pt x="4508285" y="422116"/>
                  </a:lnTo>
                  <a:lnTo>
                    <a:pt x="4608754" y="397408"/>
                  </a:lnTo>
                  <a:lnTo>
                    <a:pt x="4714696" y="374986"/>
                  </a:lnTo>
                  <a:lnTo>
                    <a:pt x="4824579" y="354810"/>
                  </a:lnTo>
                  <a:lnTo>
                    <a:pt x="4936144" y="336890"/>
                  </a:lnTo>
                  <a:lnTo>
                    <a:pt x="5046424" y="321267"/>
                  </a:lnTo>
                  <a:lnTo>
                    <a:pt x="5151897" y="307988"/>
                  </a:lnTo>
                  <a:lnTo>
                    <a:pt x="5248801" y="297070"/>
                  </a:lnTo>
                  <a:lnTo>
                    <a:pt x="5333587" y="288468"/>
                  </a:lnTo>
                  <a:lnTo>
                    <a:pt x="5403447" y="282052"/>
                  </a:lnTo>
                  <a:lnTo>
                    <a:pt x="5456787" y="277597"/>
                  </a:lnTo>
                  <a:lnTo>
                    <a:pt x="5493546" y="274796"/>
                  </a:lnTo>
                  <a:lnTo>
                    <a:pt x="5515291" y="273279"/>
                  </a:lnTo>
                  <a:lnTo>
                    <a:pt x="5525109" y="272651"/>
                  </a:lnTo>
                  <a:lnTo>
                    <a:pt x="5527412" y="272514"/>
                  </a:lnTo>
                  <a:lnTo>
                    <a:pt x="5527445" y="272512"/>
                  </a:lnTo>
                  <a:lnTo>
                    <a:pt x="6522385" y="272512"/>
                  </a:lnTo>
                  <a:lnTo>
                    <a:pt x="6523521" y="272507"/>
                  </a:lnTo>
                  <a:lnTo>
                    <a:pt x="6531017" y="272470"/>
                  </a:lnTo>
                  <a:lnTo>
                    <a:pt x="6550012" y="272368"/>
                  </a:lnTo>
                  <a:lnTo>
                    <a:pt x="6584222" y="272166"/>
                  </a:lnTo>
                  <a:lnTo>
                    <a:pt x="6635717" y="271833"/>
                  </a:lnTo>
                  <a:lnTo>
                    <a:pt x="6704767" y="271340"/>
                  </a:lnTo>
                  <a:lnTo>
                    <a:pt x="6789900" y="270668"/>
                  </a:lnTo>
                  <a:lnTo>
                    <a:pt x="6888230" y="269804"/>
                  </a:lnTo>
                  <a:lnTo>
                    <a:pt x="6995975" y="268743"/>
                  </a:lnTo>
                  <a:lnTo>
                    <a:pt x="7109062" y="267487"/>
                  </a:lnTo>
                  <a:lnTo>
                    <a:pt x="7223651" y="266040"/>
                  </a:lnTo>
                  <a:lnTo>
                    <a:pt x="7336509" y="264405"/>
                  </a:lnTo>
                  <a:lnTo>
                    <a:pt x="7445187" y="262583"/>
                  </a:lnTo>
                  <a:lnTo>
                    <a:pt x="7548047" y="260571"/>
                  </a:lnTo>
                  <a:lnTo>
                    <a:pt x="7644173" y="258358"/>
                  </a:lnTo>
                  <a:lnTo>
                    <a:pt x="7733237" y="255930"/>
                  </a:lnTo>
                  <a:lnTo>
                    <a:pt x="7815350" y="253266"/>
                  </a:lnTo>
                  <a:lnTo>
                    <a:pt x="7890930" y="250337"/>
                  </a:lnTo>
                  <a:lnTo>
                    <a:pt x="7960593" y="247113"/>
                  </a:lnTo>
                  <a:lnTo>
                    <a:pt x="8025062" y="243556"/>
                  </a:lnTo>
                  <a:lnTo>
                    <a:pt x="8085113" y="239629"/>
                  </a:lnTo>
                  <a:lnTo>
                    <a:pt x="8141523" y="235298"/>
                  </a:lnTo>
                  <a:lnTo>
                    <a:pt x="8195025" y="230536"/>
                  </a:lnTo>
                  <a:lnTo>
                    <a:pt x="8229629" y="227094"/>
                  </a:lnTo>
                  <a:lnTo>
                    <a:pt x="8290890" y="220283"/>
                  </a:lnTo>
                  <a:lnTo>
                    <a:pt x="8350248" y="212792"/>
                  </a:lnTo>
                  <a:lnTo>
                    <a:pt x="8408407" y="204611"/>
                  </a:lnTo>
                  <a:lnTo>
                    <a:pt x="8465887" y="195751"/>
                  </a:lnTo>
                  <a:lnTo>
                    <a:pt x="8523055" y="186249"/>
                  </a:lnTo>
                  <a:lnTo>
                    <a:pt x="8580152" y="176168"/>
                  </a:lnTo>
                  <a:lnTo>
                    <a:pt x="8637313" y="165598"/>
                  </a:lnTo>
                  <a:lnTo>
                    <a:pt x="8694589" y="154652"/>
                  </a:lnTo>
                  <a:lnTo>
                    <a:pt x="8751966" y="143462"/>
                  </a:lnTo>
                  <a:lnTo>
                    <a:pt x="8809388" y="132176"/>
                  </a:lnTo>
                  <a:lnTo>
                    <a:pt x="8866784" y="120945"/>
                  </a:lnTo>
                  <a:lnTo>
                    <a:pt x="8924091" y="109917"/>
                  </a:lnTo>
                  <a:lnTo>
                    <a:pt x="8981283" y="99231"/>
                  </a:lnTo>
                  <a:lnTo>
                    <a:pt x="9038388" y="89004"/>
                  </a:lnTo>
                  <a:lnTo>
                    <a:pt x="9095517" y="79334"/>
                  </a:lnTo>
                  <a:lnTo>
                    <a:pt x="9152879" y="70291"/>
                  </a:lnTo>
                  <a:lnTo>
                    <a:pt x="9210805" y="61920"/>
                  </a:lnTo>
                  <a:lnTo>
                    <a:pt x="9269769" y="54238"/>
                  </a:lnTo>
                  <a:lnTo>
                    <a:pt x="9330419" y="47240"/>
                  </a:lnTo>
                  <a:lnTo>
                    <a:pt x="9347647" y="45418"/>
                  </a:lnTo>
                  <a:lnTo>
                    <a:pt x="9399574" y="40361"/>
                  </a:lnTo>
                  <a:lnTo>
                    <a:pt x="9453956" y="35743"/>
                  </a:lnTo>
                  <a:lnTo>
                    <a:pt x="9511479" y="31548"/>
                  </a:lnTo>
                  <a:lnTo>
                    <a:pt x="9572897" y="27747"/>
                  </a:lnTo>
                  <a:lnTo>
                    <a:pt x="9638991" y="24304"/>
                  </a:lnTo>
                  <a:lnTo>
                    <a:pt x="9710524" y="21180"/>
                  </a:lnTo>
                  <a:lnTo>
                    <a:pt x="9788193" y="18342"/>
                  </a:lnTo>
                  <a:lnTo>
                    <a:pt x="9872559" y="15758"/>
                  </a:lnTo>
                  <a:lnTo>
                    <a:pt x="9963952" y="13403"/>
                  </a:lnTo>
                  <a:lnTo>
                    <a:pt x="10062356" y="11258"/>
                  </a:lnTo>
                  <a:lnTo>
                    <a:pt x="10167264" y="9309"/>
                  </a:lnTo>
                  <a:lnTo>
                    <a:pt x="10277537" y="7548"/>
                  </a:lnTo>
                  <a:lnTo>
                    <a:pt x="10391274" y="5975"/>
                  </a:lnTo>
                  <a:lnTo>
                    <a:pt x="10505761" y="4590"/>
                  </a:lnTo>
                  <a:lnTo>
                    <a:pt x="10617535" y="3398"/>
                  </a:lnTo>
                  <a:lnTo>
                    <a:pt x="10722630" y="2402"/>
                  </a:lnTo>
                  <a:lnTo>
                    <a:pt x="10817004" y="1602"/>
                  </a:lnTo>
                  <a:lnTo>
                    <a:pt x="10897106" y="991"/>
                  </a:lnTo>
                  <a:lnTo>
                    <a:pt x="10960461" y="553"/>
                  </a:lnTo>
                  <a:lnTo>
                    <a:pt x="11006151" y="267"/>
                  </a:lnTo>
                  <a:lnTo>
                    <a:pt x="11035042" y="101"/>
                  </a:lnTo>
                  <a:lnTo>
                    <a:pt x="11049771" y="24"/>
                  </a:lnTo>
                  <a:lnTo>
                    <a:pt x="11054542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8" name="pl1657"/>
            <p:cNvSpPr/>
            <p:nvPr/>
          </p:nvSpPr>
          <p:spPr>
            <a:xfrm>
              <a:off x="1199187" y="1676838"/>
              <a:ext cx="12049831" cy="3726090"/>
            </a:xfrm>
            <a:custGeom>
              <a:avLst/>
              <a:pathLst>
                <a:path w="12049831" h="3726090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5"/>
                  </a:lnTo>
                  <a:lnTo>
                    <a:pt x="11046259" y="42"/>
                  </a:lnTo>
                  <a:lnTo>
                    <a:pt x="11027264" y="144"/>
                  </a:lnTo>
                  <a:lnTo>
                    <a:pt x="10993054" y="346"/>
                  </a:lnTo>
                  <a:lnTo>
                    <a:pt x="10941559" y="679"/>
                  </a:lnTo>
                  <a:lnTo>
                    <a:pt x="10872510" y="1172"/>
                  </a:lnTo>
                  <a:lnTo>
                    <a:pt x="10787376" y="1844"/>
                  </a:lnTo>
                  <a:lnTo>
                    <a:pt x="10689046" y="2708"/>
                  </a:lnTo>
                  <a:lnTo>
                    <a:pt x="10581301" y="3769"/>
                  </a:lnTo>
                  <a:lnTo>
                    <a:pt x="10468215" y="5025"/>
                  </a:lnTo>
                  <a:lnTo>
                    <a:pt x="10353625" y="6472"/>
                  </a:lnTo>
                  <a:lnTo>
                    <a:pt x="10240768" y="8107"/>
                  </a:lnTo>
                  <a:lnTo>
                    <a:pt x="10132089" y="9929"/>
                  </a:lnTo>
                  <a:lnTo>
                    <a:pt x="10029229" y="11941"/>
                  </a:lnTo>
                  <a:lnTo>
                    <a:pt x="9933103" y="14154"/>
                  </a:lnTo>
                  <a:lnTo>
                    <a:pt x="9844040" y="16582"/>
                  </a:lnTo>
                  <a:lnTo>
                    <a:pt x="9761927" y="19246"/>
                  </a:lnTo>
                  <a:lnTo>
                    <a:pt x="9686346" y="22175"/>
                  </a:lnTo>
                  <a:lnTo>
                    <a:pt x="9616684" y="25399"/>
                  </a:lnTo>
                  <a:lnTo>
                    <a:pt x="9552215" y="28956"/>
                  </a:lnTo>
                  <a:lnTo>
                    <a:pt x="9492163" y="32883"/>
                  </a:lnTo>
                  <a:lnTo>
                    <a:pt x="9435754" y="37214"/>
                  </a:lnTo>
                  <a:lnTo>
                    <a:pt x="9382251" y="41976"/>
                  </a:lnTo>
                  <a:lnTo>
                    <a:pt x="9347647" y="45418"/>
                  </a:lnTo>
                  <a:lnTo>
                    <a:pt x="9286387" y="52229"/>
                  </a:lnTo>
                  <a:lnTo>
                    <a:pt x="9227029" y="59720"/>
                  </a:lnTo>
                  <a:lnTo>
                    <a:pt x="9168869" y="67901"/>
                  </a:lnTo>
                  <a:lnTo>
                    <a:pt x="9111390" y="76761"/>
                  </a:lnTo>
                  <a:lnTo>
                    <a:pt x="9054222" y="86263"/>
                  </a:lnTo>
                  <a:lnTo>
                    <a:pt x="8997125" y="96344"/>
                  </a:lnTo>
                  <a:lnTo>
                    <a:pt x="8939963" y="106914"/>
                  </a:lnTo>
                  <a:lnTo>
                    <a:pt x="8882687" y="117860"/>
                  </a:lnTo>
                  <a:lnTo>
                    <a:pt x="8825311" y="129050"/>
                  </a:lnTo>
                  <a:lnTo>
                    <a:pt x="8767889" y="140336"/>
                  </a:lnTo>
                  <a:lnTo>
                    <a:pt x="8710493" y="151567"/>
                  </a:lnTo>
                  <a:lnTo>
                    <a:pt x="8653185" y="162595"/>
                  </a:lnTo>
                  <a:lnTo>
                    <a:pt x="8595994" y="173281"/>
                  </a:lnTo>
                  <a:lnTo>
                    <a:pt x="8538889" y="183508"/>
                  </a:lnTo>
                  <a:lnTo>
                    <a:pt x="8481760" y="193178"/>
                  </a:lnTo>
                  <a:lnTo>
                    <a:pt x="8424397" y="202221"/>
                  </a:lnTo>
                  <a:lnTo>
                    <a:pt x="8366471" y="210592"/>
                  </a:lnTo>
                  <a:lnTo>
                    <a:pt x="8307508" y="218274"/>
                  </a:lnTo>
                  <a:lnTo>
                    <a:pt x="8246858" y="225272"/>
                  </a:lnTo>
                  <a:lnTo>
                    <a:pt x="8229629" y="227094"/>
                  </a:lnTo>
                  <a:lnTo>
                    <a:pt x="8177703" y="232151"/>
                  </a:lnTo>
                  <a:lnTo>
                    <a:pt x="8123321" y="236769"/>
                  </a:lnTo>
                  <a:lnTo>
                    <a:pt x="8065798" y="240964"/>
                  </a:lnTo>
                  <a:lnTo>
                    <a:pt x="8004379" y="244765"/>
                  </a:lnTo>
                  <a:lnTo>
                    <a:pt x="7938286" y="248208"/>
                  </a:lnTo>
                  <a:lnTo>
                    <a:pt x="7866753" y="251332"/>
                  </a:lnTo>
                  <a:lnTo>
                    <a:pt x="7789083" y="254170"/>
                  </a:lnTo>
                  <a:lnTo>
                    <a:pt x="7704717" y="256754"/>
                  </a:lnTo>
                  <a:lnTo>
                    <a:pt x="7613324" y="259109"/>
                  </a:lnTo>
                  <a:lnTo>
                    <a:pt x="7514921" y="261254"/>
                  </a:lnTo>
                  <a:lnTo>
                    <a:pt x="7410013" y="263203"/>
                  </a:lnTo>
                  <a:lnTo>
                    <a:pt x="7299740" y="264964"/>
                  </a:lnTo>
                  <a:lnTo>
                    <a:pt x="7186002" y="266537"/>
                  </a:lnTo>
                  <a:lnTo>
                    <a:pt x="7071516" y="267922"/>
                  </a:lnTo>
                  <a:lnTo>
                    <a:pt x="6959742" y="269114"/>
                  </a:lnTo>
                  <a:lnTo>
                    <a:pt x="6854647" y="270110"/>
                  </a:lnTo>
                  <a:lnTo>
                    <a:pt x="6760272" y="270910"/>
                  </a:lnTo>
                  <a:lnTo>
                    <a:pt x="6680171" y="271521"/>
                  </a:lnTo>
                  <a:lnTo>
                    <a:pt x="6616815" y="271959"/>
                  </a:lnTo>
                  <a:lnTo>
                    <a:pt x="6571126" y="272245"/>
                  </a:lnTo>
                  <a:lnTo>
                    <a:pt x="6542234" y="272411"/>
                  </a:lnTo>
                  <a:lnTo>
                    <a:pt x="6527506" y="272488"/>
                  </a:lnTo>
                  <a:lnTo>
                    <a:pt x="6522735" y="272511"/>
                  </a:lnTo>
                  <a:lnTo>
                    <a:pt x="6522385" y="272512"/>
                  </a:lnTo>
                  <a:lnTo>
                    <a:pt x="5527445" y="272512"/>
                  </a:lnTo>
                  <a:lnTo>
                    <a:pt x="5526396" y="272573"/>
                  </a:lnTo>
                  <a:lnTo>
                    <a:pt x="5519457" y="273006"/>
                  </a:lnTo>
                  <a:lnTo>
                    <a:pt x="5501837" y="274202"/>
                  </a:lnTo>
                  <a:lnTo>
                    <a:pt x="5470013" y="276561"/>
                  </a:lnTo>
                  <a:lnTo>
                    <a:pt x="5421924" y="280462"/>
                  </a:lnTo>
                  <a:lnTo>
                    <a:pt x="5357123" y="286237"/>
                  </a:lnTo>
                  <a:lnTo>
                    <a:pt x="5276748" y="294137"/>
                  </a:lnTo>
                  <a:lnTo>
                    <a:pt x="5183275" y="304324"/>
                  </a:lnTo>
                  <a:lnTo>
                    <a:pt x="5080075" y="316864"/>
                  </a:lnTo>
                  <a:lnTo>
                    <a:pt x="4970900" y="331759"/>
                  </a:lnTo>
                  <a:lnTo>
                    <a:pt x="4859387" y="348966"/>
                  </a:lnTo>
                  <a:lnTo>
                    <a:pt x="4748701" y="368441"/>
                  </a:lnTo>
                  <a:lnTo>
                    <a:pt x="4641330" y="390159"/>
                  </a:lnTo>
                  <a:lnTo>
                    <a:pt x="4539028" y="414144"/>
                  </a:lnTo>
                  <a:lnTo>
                    <a:pt x="4442863" y="440481"/>
                  </a:lnTo>
                  <a:lnTo>
                    <a:pt x="4353329" y="469321"/>
                  </a:lnTo>
                  <a:lnTo>
                    <a:pt x="4270472" y="500888"/>
                  </a:lnTo>
                  <a:lnTo>
                    <a:pt x="4194015" y="535471"/>
                  </a:lnTo>
                  <a:lnTo>
                    <a:pt x="4123463" y="573423"/>
                  </a:lnTo>
                  <a:lnTo>
                    <a:pt x="4058188" y="615145"/>
                  </a:lnTo>
                  <a:lnTo>
                    <a:pt x="3997491" y="661071"/>
                  </a:lnTo>
                  <a:lnTo>
                    <a:pt x="3940651" y="711630"/>
                  </a:lnTo>
                  <a:lnTo>
                    <a:pt x="3886964" y="767199"/>
                  </a:lnTo>
                  <a:lnTo>
                    <a:pt x="3835777" y="828019"/>
                  </a:lnTo>
                  <a:lnTo>
                    <a:pt x="3820202" y="848109"/>
                  </a:lnTo>
                  <a:lnTo>
                    <a:pt x="3779195" y="904583"/>
                  </a:lnTo>
                  <a:lnTo>
                    <a:pt x="3739153" y="964830"/>
                  </a:lnTo>
                  <a:lnTo>
                    <a:pt x="3699834" y="1028928"/>
                  </a:lnTo>
                  <a:lnTo>
                    <a:pt x="3661043" y="1096905"/>
                  </a:lnTo>
                  <a:lnTo>
                    <a:pt x="3622620" y="1168732"/>
                  </a:lnTo>
                  <a:lnTo>
                    <a:pt x="3584434" y="1244321"/>
                  </a:lnTo>
                  <a:lnTo>
                    <a:pt x="3546385" y="1323519"/>
                  </a:lnTo>
                  <a:lnTo>
                    <a:pt x="3508396" y="1406110"/>
                  </a:lnTo>
                  <a:lnTo>
                    <a:pt x="3470412" y="1491809"/>
                  </a:lnTo>
                  <a:lnTo>
                    <a:pt x="3432399" y="1580266"/>
                  </a:lnTo>
                  <a:lnTo>
                    <a:pt x="3394337" y="1671073"/>
                  </a:lnTo>
                  <a:lnTo>
                    <a:pt x="3356223" y="1763767"/>
                  </a:lnTo>
                  <a:lnTo>
                    <a:pt x="3318063" y="1857840"/>
                  </a:lnTo>
                  <a:lnTo>
                    <a:pt x="3279873" y="1952753"/>
                  </a:lnTo>
                  <a:lnTo>
                    <a:pt x="3241672" y="2047943"/>
                  </a:lnTo>
                  <a:lnTo>
                    <a:pt x="3203482" y="2142843"/>
                  </a:lnTo>
                  <a:lnTo>
                    <a:pt x="3165323" y="2236891"/>
                  </a:lnTo>
                  <a:lnTo>
                    <a:pt x="3127210" y="2329549"/>
                  </a:lnTo>
                  <a:lnTo>
                    <a:pt x="3089149" y="2420309"/>
                  </a:lnTo>
                  <a:lnTo>
                    <a:pt x="3051137" y="2508710"/>
                  </a:lnTo>
                  <a:lnTo>
                    <a:pt x="3013154" y="2594344"/>
                  </a:lnTo>
                  <a:lnTo>
                    <a:pt x="2975164" y="2676863"/>
                  </a:lnTo>
                  <a:lnTo>
                    <a:pt x="2937113" y="2755985"/>
                  </a:lnTo>
                  <a:lnTo>
                    <a:pt x="2898923" y="2831492"/>
                  </a:lnTo>
                  <a:lnTo>
                    <a:pt x="2860493" y="2903235"/>
                  </a:lnTo>
                  <a:lnTo>
                    <a:pt x="2821692" y="2971126"/>
                  </a:lnTo>
                  <a:lnTo>
                    <a:pt x="2782360" y="3035139"/>
                  </a:lnTo>
                  <a:lnTo>
                    <a:pt x="2742299" y="3095303"/>
                  </a:lnTo>
                  <a:lnTo>
                    <a:pt x="2702183" y="3150494"/>
                  </a:lnTo>
                  <a:lnTo>
                    <a:pt x="2651656" y="3212968"/>
                  </a:lnTo>
                  <a:lnTo>
                    <a:pt x="2598817" y="3270162"/>
                  </a:lnTo>
                  <a:lnTo>
                    <a:pt x="2543037" y="3322250"/>
                  </a:lnTo>
                  <a:lnTo>
                    <a:pt x="2483622" y="3369578"/>
                  </a:lnTo>
                  <a:lnTo>
                    <a:pt x="2419854" y="3412567"/>
                  </a:lnTo>
                  <a:lnTo>
                    <a:pt x="2351023" y="3451652"/>
                  </a:lnTo>
                  <a:lnTo>
                    <a:pt x="2276472" y="3487247"/>
                  </a:lnTo>
                  <a:lnTo>
                    <a:pt x="2195657" y="3519722"/>
                  </a:lnTo>
                  <a:lnTo>
                    <a:pt x="2108222" y="3549387"/>
                  </a:lnTo>
                  <a:lnTo>
                    <a:pt x="2014100" y="3576487"/>
                  </a:lnTo>
                  <a:lnTo>
                    <a:pt x="1913631" y="3601195"/>
                  </a:lnTo>
                  <a:lnTo>
                    <a:pt x="1807689" y="3623616"/>
                  </a:lnTo>
                  <a:lnTo>
                    <a:pt x="1697806" y="3643793"/>
                  </a:lnTo>
                  <a:lnTo>
                    <a:pt x="1586241" y="3661713"/>
                  </a:lnTo>
                  <a:lnTo>
                    <a:pt x="1475961" y="3677336"/>
                  </a:lnTo>
                  <a:lnTo>
                    <a:pt x="1370488" y="3690614"/>
                  </a:lnTo>
                  <a:lnTo>
                    <a:pt x="1273584" y="3701533"/>
                  </a:lnTo>
                  <a:lnTo>
                    <a:pt x="1188798" y="3710135"/>
                  </a:lnTo>
                  <a:lnTo>
                    <a:pt x="1118938" y="3716551"/>
                  </a:lnTo>
                  <a:lnTo>
                    <a:pt x="1065598" y="3721006"/>
                  </a:lnTo>
                  <a:lnTo>
                    <a:pt x="1028839" y="3723807"/>
                  </a:lnTo>
                  <a:lnTo>
                    <a:pt x="1007094" y="3725323"/>
                  </a:lnTo>
                  <a:lnTo>
                    <a:pt x="997276" y="3725952"/>
                  </a:lnTo>
                  <a:lnTo>
                    <a:pt x="994973" y="3726089"/>
                  </a:lnTo>
                  <a:lnTo>
                    <a:pt x="994940" y="3726090"/>
                  </a:lnTo>
                  <a:lnTo>
                    <a:pt x="0" y="3726090"/>
                  </a:lnTo>
                  <a:lnTo>
                    <a:pt x="0" y="37260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9" name="pg1658"/>
            <p:cNvSpPr/>
            <p:nvPr/>
          </p:nvSpPr>
          <p:spPr>
            <a:xfrm>
              <a:off x="1199187" y="2027960"/>
              <a:ext cx="12049831" cy="3385449"/>
            </a:xfrm>
            <a:custGeom>
              <a:avLst/>
              <a:pathLst>
                <a:path w="12049831" h="3385449">
                  <a:moveTo>
                    <a:pt x="0" y="3385449"/>
                  </a:moveTo>
                  <a:lnTo>
                    <a:pt x="994940" y="3385449"/>
                  </a:lnTo>
                  <a:lnTo>
                    <a:pt x="995993" y="3385389"/>
                  </a:lnTo>
                  <a:lnTo>
                    <a:pt x="1002953" y="3384964"/>
                  </a:lnTo>
                  <a:lnTo>
                    <a:pt x="1020626" y="3383790"/>
                  </a:lnTo>
                  <a:lnTo>
                    <a:pt x="1052543" y="3381474"/>
                  </a:lnTo>
                  <a:lnTo>
                    <a:pt x="1100765" y="3377643"/>
                  </a:lnTo>
                  <a:lnTo>
                    <a:pt x="1165732" y="3371973"/>
                  </a:lnTo>
                  <a:lnTo>
                    <a:pt x="1246295" y="3364217"/>
                  </a:lnTo>
                  <a:lnTo>
                    <a:pt x="1339962" y="3354218"/>
                  </a:lnTo>
                  <a:lnTo>
                    <a:pt x="1443344" y="3341909"/>
                  </a:lnTo>
                  <a:lnTo>
                    <a:pt x="1552678" y="3327292"/>
                  </a:lnTo>
                  <a:lnTo>
                    <a:pt x="1664318" y="3310407"/>
                  </a:lnTo>
                  <a:lnTo>
                    <a:pt x="1775095" y="3291298"/>
                  </a:lnTo>
                  <a:lnTo>
                    <a:pt x="1882523" y="3269989"/>
                  </a:lnTo>
                  <a:lnTo>
                    <a:pt x="1984853" y="3246455"/>
                  </a:lnTo>
                  <a:lnTo>
                    <a:pt x="2081020" y="3220613"/>
                  </a:lnTo>
                  <a:lnTo>
                    <a:pt x="2170538" y="3192313"/>
                  </a:lnTo>
                  <a:lnTo>
                    <a:pt x="2253367" y="3161334"/>
                  </a:lnTo>
                  <a:lnTo>
                    <a:pt x="2329790" y="3127390"/>
                  </a:lnTo>
                  <a:lnTo>
                    <a:pt x="2400306" y="3090135"/>
                  </a:lnTo>
                  <a:lnTo>
                    <a:pt x="2465548" y="3049173"/>
                  </a:lnTo>
                  <a:lnTo>
                    <a:pt x="2526218" y="3004079"/>
                  </a:lnTo>
                  <a:lnTo>
                    <a:pt x="2583038" y="2954432"/>
                  </a:lnTo>
                  <a:lnTo>
                    <a:pt x="2636714" y="2899862"/>
                  </a:lnTo>
                  <a:lnTo>
                    <a:pt x="2687902" y="2840139"/>
                  </a:lnTo>
                  <a:lnTo>
                    <a:pt x="2702183" y="2822081"/>
                  </a:lnTo>
                  <a:lnTo>
                    <a:pt x="2743541" y="2766311"/>
                  </a:lnTo>
                  <a:lnTo>
                    <a:pt x="2783921" y="2706781"/>
                  </a:lnTo>
                  <a:lnTo>
                    <a:pt x="2823568" y="2643416"/>
                  </a:lnTo>
                  <a:lnTo>
                    <a:pt x="2862682" y="2576190"/>
                  </a:lnTo>
                  <a:lnTo>
                    <a:pt x="2901428" y="2505131"/>
                  </a:lnTo>
                  <a:lnTo>
                    <a:pt x="2939937" y="2430331"/>
                  </a:lnTo>
                  <a:lnTo>
                    <a:pt x="2978312" y="2351945"/>
                  </a:lnTo>
                  <a:lnTo>
                    <a:pt x="3016629" y="2270198"/>
                  </a:lnTo>
                  <a:lnTo>
                    <a:pt x="3054944" y="2185377"/>
                  </a:lnTo>
                  <a:lnTo>
                    <a:pt x="3093291" y="2097839"/>
                  </a:lnTo>
                  <a:lnTo>
                    <a:pt x="3131689" y="2008000"/>
                  </a:lnTo>
                  <a:lnTo>
                    <a:pt x="3170139" y="1916328"/>
                  </a:lnTo>
                  <a:lnTo>
                    <a:pt x="3208635" y="1823337"/>
                  </a:lnTo>
                  <a:lnTo>
                    <a:pt x="3247159" y="1729574"/>
                  </a:lnTo>
                  <a:lnTo>
                    <a:pt x="3285692" y="1635602"/>
                  </a:lnTo>
                  <a:lnTo>
                    <a:pt x="3324211" y="1541992"/>
                  </a:lnTo>
                  <a:lnTo>
                    <a:pt x="3362695" y="1449307"/>
                  </a:lnTo>
                  <a:lnTo>
                    <a:pt x="3401132" y="1358084"/>
                  </a:lnTo>
                  <a:lnTo>
                    <a:pt x="3439515" y="1268825"/>
                  </a:lnTo>
                  <a:lnTo>
                    <a:pt x="3477851" y="1181987"/>
                  </a:lnTo>
                  <a:lnTo>
                    <a:pt x="3516162" y="1097969"/>
                  </a:lnTo>
                  <a:lnTo>
                    <a:pt x="3554489" y="1017108"/>
                  </a:lnTo>
                  <a:lnTo>
                    <a:pt x="3592891" y="939678"/>
                  </a:lnTo>
                  <a:lnTo>
                    <a:pt x="3631453" y="865881"/>
                  </a:lnTo>
                  <a:lnTo>
                    <a:pt x="3670285" y="795857"/>
                  </a:lnTo>
                  <a:lnTo>
                    <a:pt x="3709526" y="729679"/>
                  </a:lnTo>
                  <a:lnTo>
                    <a:pt x="3749350" y="667361"/>
                  </a:lnTo>
                  <a:lnTo>
                    <a:pt x="3789970" y="608862"/>
                  </a:lnTo>
                  <a:lnTo>
                    <a:pt x="3820202" y="568608"/>
                  </a:lnTo>
                  <a:lnTo>
                    <a:pt x="3870785" y="507398"/>
                  </a:lnTo>
                  <a:lnTo>
                    <a:pt x="3923685" y="451368"/>
                  </a:lnTo>
                  <a:lnTo>
                    <a:pt x="3979534" y="400344"/>
                  </a:lnTo>
                  <a:lnTo>
                    <a:pt x="4039027" y="353988"/>
                  </a:lnTo>
                  <a:lnTo>
                    <a:pt x="4102887" y="311887"/>
                  </a:lnTo>
                  <a:lnTo>
                    <a:pt x="4171824" y="273613"/>
                  </a:lnTo>
                  <a:lnTo>
                    <a:pt x="4246497" y="238759"/>
                  </a:lnTo>
                  <a:lnTo>
                    <a:pt x="4327452" y="206963"/>
                  </a:lnTo>
                  <a:lnTo>
                    <a:pt x="4415042" y="177921"/>
                  </a:lnTo>
                  <a:lnTo>
                    <a:pt x="4509332" y="151393"/>
                  </a:lnTo>
                  <a:lnTo>
                    <a:pt x="4609978" y="127210"/>
                  </a:lnTo>
                  <a:lnTo>
                    <a:pt x="4716093" y="105268"/>
                  </a:lnTo>
                  <a:lnTo>
                    <a:pt x="4826133" y="85529"/>
                  </a:lnTo>
                  <a:lnTo>
                    <a:pt x="4937822" y="68003"/>
                  </a:lnTo>
                  <a:lnTo>
                    <a:pt x="5048174" y="52731"/>
                  </a:lnTo>
                  <a:lnTo>
                    <a:pt x="5153648" y="39759"/>
                  </a:lnTo>
                  <a:lnTo>
                    <a:pt x="5250470" y="29102"/>
                  </a:lnTo>
                  <a:lnTo>
                    <a:pt x="5335088" y="20715"/>
                  </a:lnTo>
                  <a:lnTo>
                    <a:pt x="5404705" y="14469"/>
                  </a:lnTo>
                  <a:lnTo>
                    <a:pt x="5457749" y="10142"/>
                  </a:lnTo>
                  <a:lnTo>
                    <a:pt x="5494194" y="7429"/>
                  </a:lnTo>
                  <a:lnTo>
                    <a:pt x="5515646" y="5968"/>
                  </a:lnTo>
                  <a:lnTo>
                    <a:pt x="5525236" y="5368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7" y="5256"/>
                  </a:lnTo>
                  <a:lnTo>
                    <a:pt x="6530982" y="5366"/>
                  </a:lnTo>
                  <a:lnTo>
                    <a:pt x="6549902" y="5672"/>
                  </a:lnTo>
                  <a:lnTo>
                    <a:pt x="6583982" y="6275"/>
                  </a:lnTo>
                  <a:lnTo>
                    <a:pt x="6635292" y="7271"/>
                  </a:lnTo>
                  <a:lnTo>
                    <a:pt x="6704112" y="8743"/>
                  </a:lnTo>
                  <a:lnTo>
                    <a:pt x="6788990" y="10752"/>
                  </a:lnTo>
                  <a:lnTo>
                    <a:pt x="6887061" y="13334"/>
                  </a:lnTo>
                  <a:lnTo>
                    <a:pt x="6994567" y="16504"/>
                  </a:lnTo>
                  <a:lnTo>
                    <a:pt x="7107449" y="20258"/>
                  </a:lnTo>
                  <a:lnTo>
                    <a:pt x="7221880" y="24585"/>
                  </a:lnTo>
                  <a:lnTo>
                    <a:pt x="7334629" y="29474"/>
                  </a:lnTo>
                  <a:lnTo>
                    <a:pt x="7443244" y="34923"/>
                  </a:lnTo>
                  <a:lnTo>
                    <a:pt x="7546081" y="40941"/>
                  </a:lnTo>
                  <a:lnTo>
                    <a:pt x="7642214" y="47556"/>
                  </a:lnTo>
                  <a:lnTo>
                    <a:pt x="7731306" y="54814"/>
                  </a:lnTo>
                  <a:lnTo>
                    <a:pt x="7813461" y="62779"/>
                  </a:lnTo>
                  <a:lnTo>
                    <a:pt x="7889089" y="71532"/>
                  </a:lnTo>
                  <a:lnTo>
                    <a:pt x="7958798" y="81168"/>
                  </a:lnTo>
                  <a:lnTo>
                    <a:pt x="8023309" y="91796"/>
                  </a:lnTo>
                  <a:lnTo>
                    <a:pt x="8083392" y="103525"/>
                  </a:lnTo>
                  <a:lnTo>
                    <a:pt x="8139821" y="116462"/>
                  </a:lnTo>
                  <a:lnTo>
                    <a:pt x="8193329" y="130686"/>
                  </a:lnTo>
                  <a:lnTo>
                    <a:pt x="8229629" y="141497"/>
                  </a:lnTo>
                  <a:lnTo>
                    <a:pt x="8288137" y="160951"/>
                  </a:lnTo>
                  <a:lnTo>
                    <a:pt x="8344880" y="182261"/>
                  </a:lnTo>
                  <a:lnTo>
                    <a:pt x="8400482" y="205457"/>
                  </a:lnTo>
                  <a:lnTo>
                    <a:pt x="8455410" y="230517"/>
                  </a:lnTo>
                  <a:lnTo>
                    <a:pt x="8510002" y="257354"/>
                  </a:lnTo>
                  <a:lnTo>
                    <a:pt x="8564490" y="285820"/>
                  </a:lnTo>
                  <a:lnTo>
                    <a:pt x="8619012" y="315697"/>
                  </a:lnTo>
                  <a:lnTo>
                    <a:pt x="8673631" y="346708"/>
                  </a:lnTo>
                  <a:lnTo>
                    <a:pt x="8728352" y="378521"/>
                  </a:lnTo>
                  <a:lnTo>
                    <a:pt x="8783139" y="410765"/>
                  </a:lnTo>
                  <a:lnTo>
                    <a:pt x="8837932" y="443050"/>
                  </a:lnTo>
                  <a:lnTo>
                    <a:pt x="8892671" y="474980"/>
                  </a:lnTo>
                  <a:lnTo>
                    <a:pt x="8947312" y="506179"/>
                  </a:lnTo>
                  <a:lnTo>
                    <a:pt x="9001850" y="536308"/>
                  </a:lnTo>
                  <a:lnTo>
                    <a:pt x="9056336" y="565076"/>
                  </a:lnTo>
                  <a:lnTo>
                    <a:pt x="9110892" y="592255"/>
                  </a:lnTo>
                  <a:lnTo>
                    <a:pt x="9165729" y="617680"/>
                  </a:lnTo>
                  <a:lnTo>
                    <a:pt x="9221163" y="641254"/>
                  </a:lnTo>
                  <a:lnTo>
                    <a:pt x="9277632" y="662942"/>
                  </a:lnTo>
                  <a:lnTo>
                    <a:pt x="9335727" y="682764"/>
                  </a:lnTo>
                  <a:lnTo>
                    <a:pt x="9347647" y="686523"/>
                  </a:lnTo>
                  <a:lnTo>
                    <a:pt x="9399499" y="701674"/>
                  </a:lnTo>
                  <a:lnTo>
                    <a:pt x="9453798" y="715512"/>
                  </a:lnTo>
                  <a:lnTo>
                    <a:pt x="9511228" y="728082"/>
                  </a:lnTo>
                  <a:lnTo>
                    <a:pt x="9572539" y="739474"/>
                  </a:lnTo>
                  <a:lnTo>
                    <a:pt x="9638507" y="749797"/>
                  </a:lnTo>
                  <a:lnTo>
                    <a:pt x="9709894" y="759162"/>
                  </a:lnTo>
                  <a:lnTo>
                    <a:pt x="9787395" y="767672"/>
                  </a:lnTo>
                  <a:lnTo>
                    <a:pt x="9871569" y="775420"/>
                  </a:lnTo>
                  <a:lnTo>
                    <a:pt x="9962749" y="782483"/>
                  </a:lnTo>
                  <a:lnTo>
                    <a:pt x="10060921" y="788918"/>
                  </a:lnTo>
                  <a:lnTo>
                    <a:pt x="10165592" y="794765"/>
                  </a:lnTo>
                  <a:lnTo>
                    <a:pt x="10275636" y="800048"/>
                  </a:lnTo>
                  <a:lnTo>
                    <a:pt x="10389174" y="804772"/>
                  </a:lnTo>
                  <a:lnTo>
                    <a:pt x="10503515" y="808931"/>
                  </a:lnTo>
                  <a:lnTo>
                    <a:pt x="10615226" y="812513"/>
                  </a:lnTo>
                  <a:lnTo>
                    <a:pt x="10720363" y="815509"/>
                  </a:lnTo>
                  <a:lnTo>
                    <a:pt x="10814897" y="817920"/>
                  </a:lnTo>
                  <a:lnTo>
                    <a:pt x="10895273" y="819765"/>
                  </a:lnTo>
                  <a:lnTo>
                    <a:pt x="10958995" y="821089"/>
                  </a:lnTo>
                  <a:lnTo>
                    <a:pt x="11005101" y="821959"/>
                  </a:lnTo>
                  <a:lnTo>
                    <a:pt x="11034407" y="822464"/>
                  </a:lnTo>
                  <a:lnTo>
                    <a:pt x="11049489" y="822701"/>
                  </a:lnTo>
                  <a:lnTo>
                    <a:pt x="11054490" y="822774"/>
                  </a:lnTo>
                  <a:lnTo>
                    <a:pt x="11054891" y="822779"/>
                  </a:lnTo>
                  <a:lnTo>
                    <a:pt x="12049831" y="822779"/>
                  </a:lnTo>
                  <a:lnTo>
                    <a:pt x="12049831" y="817538"/>
                  </a:lnTo>
                  <a:lnTo>
                    <a:pt x="11054891" y="817538"/>
                  </a:lnTo>
                  <a:lnTo>
                    <a:pt x="11053760" y="817523"/>
                  </a:lnTo>
                  <a:lnTo>
                    <a:pt x="11046295" y="817412"/>
                  </a:lnTo>
                  <a:lnTo>
                    <a:pt x="11027374" y="817106"/>
                  </a:lnTo>
                  <a:lnTo>
                    <a:pt x="10993294" y="816504"/>
                  </a:lnTo>
                  <a:lnTo>
                    <a:pt x="10941984" y="815508"/>
                  </a:lnTo>
                  <a:lnTo>
                    <a:pt x="10873164" y="814036"/>
                  </a:lnTo>
                  <a:lnTo>
                    <a:pt x="10788286" y="812027"/>
                  </a:lnTo>
                  <a:lnTo>
                    <a:pt x="10690215" y="809444"/>
                  </a:lnTo>
                  <a:lnTo>
                    <a:pt x="10582710" y="806275"/>
                  </a:lnTo>
                  <a:lnTo>
                    <a:pt x="10469827" y="802520"/>
                  </a:lnTo>
                  <a:lnTo>
                    <a:pt x="10355396" y="798193"/>
                  </a:lnTo>
                  <a:lnTo>
                    <a:pt x="10242648" y="793304"/>
                  </a:lnTo>
                  <a:lnTo>
                    <a:pt x="10134032" y="787856"/>
                  </a:lnTo>
                  <a:lnTo>
                    <a:pt x="10031196" y="781838"/>
                  </a:lnTo>
                  <a:lnTo>
                    <a:pt x="9935063" y="775222"/>
                  </a:lnTo>
                  <a:lnTo>
                    <a:pt x="9845971" y="767964"/>
                  </a:lnTo>
                  <a:lnTo>
                    <a:pt x="9763816" y="759999"/>
                  </a:lnTo>
                  <a:lnTo>
                    <a:pt x="9688188" y="751247"/>
                  </a:lnTo>
                  <a:lnTo>
                    <a:pt x="9618479" y="741610"/>
                  </a:lnTo>
                  <a:lnTo>
                    <a:pt x="9553968" y="730983"/>
                  </a:lnTo>
                  <a:lnTo>
                    <a:pt x="9493885" y="719253"/>
                  </a:lnTo>
                  <a:lnTo>
                    <a:pt x="9437456" y="706317"/>
                  </a:lnTo>
                  <a:lnTo>
                    <a:pt x="9383947" y="692093"/>
                  </a:lnTo>
                  <a:lnTo>
                    <a:pt x="9347647" y="681282"/>
                  </a:lnTo>
                  <a:lnTo>
                    <a:pt x="9289139" y="661828"/>
                  </a:lnTo>
                  <a:lnTo>
                    <a:pt x="9232396" y="640518"/>
                  </a:lnTo>
                  <a:lnTo>
                    <a:pt x="9176795" y="617321"/>
                  </a:lnTo>
                  <a:lnTo>
                    <a:pt x="9121867" y="592262"/>
                  </a:lnTo>
                  <a:lnTo>
                    <a:pt x="9067274" y="565424"/>
                  </a:lnTo>
                  <a:lnTo>
                    <a:pt x="9012787" y="536959"/>
                  </a:lnTo>
                  <a:lnTo>
                    <a:pt x="8958265" y="507081"/>
                  </a:lnTo>
                  <a:lnTo>
                    <a:pt x="8903645" y="476071"/>
                  </a:lnTo>
                  <a:lnTo>
                    <a:pt x="8848924" y="444258"/>
                  </a:lnTo>
                  <a:lnTo>
                    <a:pt x="8794137" y="412013"/>
                  </a:lnTo>
                  <a:lnTo>
                    <a:pt x="8739344" y="379729"/>
                  </a:lnTo>
                  <a:lnTo>
                    <a:pt x="8684606" y="347799"/>
                  </a:lnTo>
                  <a:lnTo>
                    <a:pt x="8629965" y="316599"/>
                  </a:lnTo>
                  <a:lnTo>
                    <a:pt x="8575426" y="286470"/>
                  </a:lnTo>
                  <a:lnTo>
                    <a:pt x="8520940" y="257702"/>
                  </a:lnTo>
                  <a:lnTo>
                    <a:pt x="8466384" y="230523"/>
                  </a:lnTo>
                  <a:lnTo>
                    <a:pt x="8411547" y="205098"/>
                  </a:lnTo>
                  <a:lnTo>
                    <a:pt x="8356114" y="181524"/>
                  </a:lnTo>
                  <a:lnTo>
                    <a:pt x="8299644" y="159837"/>
                  </a:lnTo>
                  <a:lnTo>
                    <a:pt x="8241549" y="140015"/>
                  </a:lnTo>
                  <a:lnTo>
                    <a:pt x="8229629" y="136256"/>
                  </a:lnTo>
                  <a:lnTo>
                    <a:pt x="8177778" y="121104"/>
                  </a:lnTo>
                  <a:lnTo>
                    <a:pt x="8123478" y="107267"/>
                  </a:lnTo>
                  <a:lnTo>
                    <a:pt x="8066048" y="94697"/>
                  </a:lnTo>
                  <a:lnTo>
                    <a:pt x="8004738" y="83304"/>
                  </a:lnTo>
                  <a:lnTo>
                    <a:pt x="7938770" y="72981"/>
                  </a:lnTo>
                  <a:lnTo>
                    <a:pt x="7867382" y="63617"/>
                  </a:lnTo>
                  <a:lnTo>
                    <a:pt x="7789881" y="55106"/>
                  </a:lnTo>
                  <a:lnTo>
                    <a:pt x="7705707" y="47358"/>
                  </a:lnTo>
                  <a:lnTo>
                    <a:pt x="7614528" y="40296"/>
                  </a:lnTo>
                  <a:lnTo>
                    <a:pt x="7516355" y="33861"/>
                  </a:lnTo>
                  <a:lnTo>
                    <a:pt x="7411684" y="28013"/>
                  </a:lnTo>
                  <a:lnTo>
                    <a:pt x="7301640" y="22731"/>
                  </a:lnTo>
                  <a:lnTo>
                    <a:pt x="7188103" y="18007"/>
                  </a:lnTo>
                  <a:lnTo>
                    <a:pt x="7073761" y="13848"/>
                  </a:lnTo>
                  <a:lnTo>
                    <a:pt x="6962050" y="10265"/>
                  </a:lnTo>
                  <a:lnTo>
                    <a:pt x="6856913" y="7269"/>
                  </a:lnTo>
                  <a:lnTo>
                    <a:pt x="6762379" y="4859"/>
                  </a:lnTo>
                  <a:lnTo>
                    <a:pt x="6682004" y="3014"/>
                  </a:lnTo>
                  <a:lnTo>
                    <a:pt x="6618282" y="1690"/>
                  </a:lnTo>
                  <a:lnTo>
                    <a:pt x="6572175" y="819"/>
                  </a:lnTo>
                  <a:lnTo>
                    <a:pt x="6542869" y="315"/>
                  </a:lnTo>
                  <a:lnTo>
                    <a:pt x="6527788" y="77"/>
                  </a:lnTo>
                  <a:lnTo>
                    <a:pt x="6522787" y="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92" y="59"/>
                  </a:lnTo>
                  <a:lnTo>
                    <a:pt x="5519432" y="484"/>
                  </a:lnTo>
                  <a:lnTo>
                    <a:pt x="5501759" y="1659"/>
                  </a:lnTo>
                  <a:lnTo>
                    <a:pt x="5469842" y="3975"/>
                  </a:lnTo>
                  <a:lnTo>
                    <a:pt x="5421620" y="7805"/>
                  </a:lnTo>
                  <a:lnTo>
                    <a:pt x="5356653" y="13475"/>
                  </a:lnTo>
                  <a:lnTo>
                    <a:pt x="5276090" y="21232"/>
                  </a:lnTo>
                  <a:lnTo>
                    <a:pt x="5182423" y="31231"/>
                  </a:lnTo>
                  <a:lnTo>
                    <a:pt x="5079041" y="43539"/>
                  </a:lnTo>
                  <a:lnTo>
                    <a:pt x="4969707" y="58156"/>
                  </a:lnTo>
                  <a:lnTo>
                    <a:pt x="4858067" y="75042"/>
                  </a:lnTo>
                  <a:lnTo>
                    <a:pt x="4747290" y="94150"/>
                  </a:lnTo>
                  <a:lnTo>
                    <a:pt x="4639862" y="115459"/>
                  </a:lnTo>
                  <a:lnTo>
                    <a:pt x="4537532" y="138993"/>
                  </a:lnTo>
                  <a:lnTo>
                    <a:pt x="4441365" y="164835"/>
                  </a:lnTo>
                  <a:lnTo>
                    <a:pt x="4351847" y="193136"/>
                  </a:lnTo>
                  <a:lnTo>
                    <a:pt x="4269018" y="224115"/>
                  </a:lnTo>
                  <a:lnTo>
                    <a:pt x="4192595" y="258058"/>
                  </a:lnTo>
                  <a:lnTo>
                    <a:pt x="4122079" y="295314"/>
                  </a:lnTo>
                  <a:lnTo>
                    <a:pt x="4056837" y="336276"/>
                  </a:lnTo>
                  <a:lnTo>
                    <a:pt x="3996167" y="381369"/>
                  </a:lnTo>
                  <a:lnTo>
                    <a:pt x="3939347" y="431017"/>
                  </a:lnTo>
                  <a:lnTo>
                    <a:pt x="3885671" y="485587"/>
                  </a:lnTo>
                  <a:lnTo>
                    <a:pt x="3834483" y="545310"/>
                  </a:lnTo>
                  <a:lnTo>
                    <a:pt x="3820202" y="563368"/>
                  </a:lnTo>
                  <a:lnTo>
                    <a:pt x="3778844" y="619138"/>
                  </a:lnTo>
                  <a:lnTo>
                    <a:pt x="3738464" y="678667"/>
                  </a:lnTo>
                  <a:lnTo>
                    <a:pt x="3698817" y="742032"/>
                  </a:lnTo>
                  <a:lnTo>
                    <a:pt x="3659703" y="809259"/>
                  </a:lnTo>
                  <a:lnTo>
                    <a:pt x="3620957" y="880318"/>
                  </a:lnTo>
                  <a:lnTo>
                    <a:pt x="3582448" y="955118"/>
                  </a:lnTo>
                  <a:lnTo>
                    <a:pt x="3544073" y="1033503"/>
                  </a:lnTo>
                  <a:lnTo>
                    <a:pt x="3505756" y="1115251"/>
                  </a:lnTo>
                  <a:lnTo>
                    <a:pt x="3467441" y="1200071"/>
                  </a:lnTo>
                  <a:lnTo>
                    <a:pt x="3429094" y="1287609"/>
                  </a:lnTo>
                  <a:lnTo>
                    <a:pt x="3390696" y="1377449"/>
                  </a:lnTo>
                  <a:lnTo>
                    <a:pt x="3352246" y="1469120"/>
                  </a:lnTo>
                  <a:lnTo>
                    <a:pt x="3313750" y="1562111"/>
                  </a:lnTo>
                  <a:lnTo>
                    <a:pt x="3275226" y="1655875"/>
                  </a:lnTo>
                  <a:lnTo>
                    <a:pt x="3236693" y="1749847"/>
                  </a:lnTo>
                  <a:lnTo>
                    <a:pt x="3198174" y="1843456"/>
                  </a:lnTo>
                  <a:lnTo>
                    <a:pt x="3159690" y="1936142"/>
                  </a:lnTo>
                  <a:lnTo>
                    <a:pt x="3121253" y="2027365"/>
                  </a:lnTo>
                  <a:lnTo>
                    <a:pt x="3082870" y="2116623"/>
                  </a:lnTo>
                  <a:lnTo>
                    <a:pt x="3044534" y="2203462"/>
                  </a:lnTo>
                  <a:lnTo>
                    <a:pt x="3006223" y="2287480"/>
                  </a:lnTo>
                  <a:lnTo>
                    <a:pt x="2967896" y="2368340"/>
                  </a:lnTo>
                  <a:lnTo>
                    <a:pt x="2929494" y="2445771"/>
                  </a:lnTo>
                  <a:lnTo>
                    <a:pt x="2890932" y="2519567"/>
                  </a:lnTo>
                  <a:lnTo>
                    <a:pt x="2852100" y="2589591"/>
                  </a:lnTo>
                  <a:lnTo>
                    <a:pt x="2812859" y="2655770"/>
                  </a:lnTo>
                  <a:lnTo>
                    <a:pt x="2773035" y="2718088"/>
                  </a:lnTo>
                  <a:lnTo>
                    <a:pt x="2732415" y="2776587"/>
                  </a:lnTo>
                  <a:lnTo>
                    <a:pt x="2702183" y="2816840"/>
                  </a:lnTo>
                  <a:lnTo>
                    <a:pt x="2651600" y="2878050"/>
                  </a:lnTo>
                  <a:lnTo>
                    <a:pt x="2598700" y="2934081"/>
                  </a:lnTo>
                  <a:lnTo>
                    <a:pt x="2542851" y="2985104"/>
                  </a:lnTo>
                  <a:lnTo>
                    <a:pt x="2483358" y="3031460"/>
                  </a:lnTo>
                  <a:lnTo>
                    <a:pt x="2419498" y="3073561"/>
                  </a:lnTo>
                  <a:lnTo>
                    <a:pt x="2350561" y="3111836"/>
                  </a:lnTo>
                  <a:lnTo>
                    <a:pt x="2275888" y="3146690"/>
                  </a:lnTo>
                  <a:lnTo>
                    <a:pt x="2194933" y="3178486"/>
                  </a:lnTo>
                  <a:lnTo>
                    <a:pt x="2107343" y="3207528"/>
                  </a:lnTo>
                  <a:lnTo>
                    <a:pt x="2013053" y="3234056"/>
                  </a:lnTo>
                  <a:lnTo>
                    <a:pt x="1912407" y="3258239"/>
                  </a:lnTo>
                  <a:lnTo>
                    <a:pt x="1806292" y="3280180"/>
                  </a:lnTo>
                  <a:lnTo>
                    <a:pt x="1696252" y="3299920"/>
                  </a:lnTo>
                  <a:lnTo>
                    <a:pt x="1584563" y="3317446"/>
                  </a:lnTo>
                  <a:lnTo>
                    <a:pt x="1474211" y="3332718"/>
                  </a:lnTo>
                  <a:lnTo>
                    <a:pt x="1368737" y="3345690"/>
                  </a:lnTo>
                  <a:lnTo>
                    <a:pt x="1271915" y="3356347"/>
                  </a:lnTo>
                  <a:lnTo>
                    <a:pt x="1187297" y="3364733"/>
                  </a:lnTo>
                  <a:lnTo>
                    <a:pt x="1117680" y="3370980"/>
                  </a:lnTo>
                  <a:lnTo>
                    <a:pt x="1064636" y="3375307"/>
                  </a:lnTo>
                  <a:lnTo>
                    <a:pt x="1028191" y="3378019"/>
                  </a:lnTo>
                  <a:lnTo>
                    <a:pt x="1006739" y="3379481"/>
                  </a:lnTo>
                  <a:lnTo>
                    <a:pt x="997149" y="3380081"/>
                  </a:lnTo>
                  <a:lnTo>
                    <a:pt x="994940" y="3380208"/>
                  </a:lnTo>
                  <a:lnTo>
                    <a:pt x="0" y="3380208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60" name="pl1659"/>
            <p:cNvSpPr/>
            <p:nvPr/>
          </p:nvSpPr>
          <p:spPr>
            <a:xfrm>
              <a:off x="1199187" y="2033201"/>
              <a:ext cx="12049831" cy="3380208"/>
            </a:xfrm>
            <a:custGeom>
              <a:avLst/>
              <a:pathLst>
                <a:path w="12049831" h="3380208">
                  <a:moveTo>
                    <a:pt x="0" y="3380208"/>
                  </a:moveTo>
                  <a:lnTo>
                    <a:pt x="994940" y="3380208"/>
                  </a:lnTo>
                  <a:lnTo>
                    <a:pt x="995993" y="3380149"/>
                  </a:lnTo>
                  <a:lnTo>
                    <a:pt x="1002953" y="3379724"/>
                  </a:lnTo>
                  <a:lnTo>
                    <a:pt x="1020626" y="3378549"/>
                  </a:lnTo>
                  <a:lnTo>
                    <a:pt x="1052543" y="3376233"/>
                  </a:lnTo>
                  <a:lnTo>
                    <a:pt x="1100765" y="3372403"/>
                  </a:lnTo>
                  <a:lnTo>
                    <a:pt x="1165732" y="3366733"/>
                  </a:lnTo>
                  <a:lnTo>
                    <a:pt x="1246295" y="3358976"/>
                  </a:lnTo>
                  <a:lnTo>
                    <a:pt x="1339962" y="3348977"/>
                  </a:lnTo>
                  <a:lnTo>
                    <a:pt x="1443344" y="3336669"/>
                  </a:lnTo>
                  <a:lnTo>
                    <a:pt x="1552678" y="3322052"/>
                  </a:lnTo>
                  <a:lnTo>
                    <a:pt x="1664318" y="3305166"/>
                  </a:lnTo>
                  <a:lnTo>
                    <a:pt x="1775095" y="3286058"/>
                  </a:lnTo>
                  <a:lnTo>
                    <a:pt x="1882523" y="3264749"/>
                  </a:lnTo>
                  <a:lnTo>
                    <a:pt x="1984853" y="3241215"/>
                  </a:lnTo>
                  <a:lnTo>
                    <a:pt x="2081020" y="3215373"/>
                  </a:lnTo>
                  <a:lnTo>
                    <a:pt x="2170538" y="3187072"/>
                  </a:lnTo>
                  <a:lnTo>
                    <a:pt x="2253367" y="3156093"/>
                  </a:lnTo>
                  <a:lnTo>
                    <a:pt x="2329790" y="3122149"/>
                  </a:lnTo>
                  <a:lnTo>
                    <a:pt x="2400306" y="3084894"/>
                  </a:lnTo>
                  <a:lnTo>
                    <a:pt x="2465548" y="3043932"/>
                  </a:lnTo>
                  <a:lnTo>
                    <a:pt x="2526218" y="2998839"/>
                  </a:lnTo>
                  <a:lnTo>
                    <a:pt x="2583038" y="2949191"/>
                  </a:lnTo>
                  <a:lnTo>
                    <a:pt x="2636714" y="2894621"/>
                  </a:lnTo>
                  <a:lnTo>
                    <a:pt x="2687902" y="2834898"/>
                  </a:lnTo>
                  <a:lnTo>
                    <a:pt x="2702183" y="2816840"/>
                  </a:lnTo>
                  <a:lnTo>
                    <a:pt x="2743541" y="2761070"/>
                  </a:lnTo>
                  <a:lnTo>
                    <a:pt x="2783921" y="2701541"/>
                  </a:lnTo>
                  <a:lnTo>
                    <a:pt x="2823568" y="2638176"/>
                  </a:lnTo>
                  <a:lnTo>
                    <a:pt x="2862682" y="2570949"/>
                  </a:lnTo>
                  <a:lnTo>
                    <a:pt x="2901428" y="2499890"/>
                  </a:lnTo>
                  <a:lnTo>
                    <a:pt x="2939937" y="2425090"/>
                  </a:lnTo>
                  <a:lnTo>
                    <a:pt x="2978312" y="2346705"/>
                  </a:lnTo>
                  <a:lnTo>
                    <a:pt x="3016629" y="2264957"/>
                  </a:lnTo>
                  <a:lnTo>
                    <a:pt x="3054944" y="2180137"/>
                  </a:lnTo>
                  <a:lnTo>
                    <a:pt x="3093291" y="2092599"/>
                  </a:lnTo>
                  <a:lnTo>
                    <a:pt x="3131689" y="2002759"/>
                  </a:lnTo>
                  <a:lnTo>
                    <a:pt x="3170139" y="1911088"/>
                  </a:lnTo>
                  <a:lnTo>
                    <a:pt x="3208635" y="1818097"/>
                  </a:lnTo>
                  <a:lnTo>
                    <a:pt x="3247159" y="1724333"/>
                  </a:lnTo>
                  <a:lnTo>
                    <a:pt x="3285692" y="1630361"/>
                  </a:lnTo>
                  <a:lnTo>
                    <a:pt x="3324211" y="1536752"/>
                  </a:lnTo>
                  <a:lnTo>
                    <a:pt x="3362695" y="1444066"/>
                  </a:lnTo>
                  <a:lnTo>
                    <a:pt x="3401132" y="1352843"/>
                  </a:lnTo>
                  <a:lnTo>
                    <a:pt x="3439515" y="1263585"/>
                  </a:lnTo>
                  <a:lnTo>
                    <a:pt x="3477851" y="1176746"/>
                  </a:lnTo>
                  <a:lnTo>
                    <a:pt x="3516162" y="1092728"/>
                  </a:lnTo>
                  <a:lnTo>
                    <a:pt x="3554489" y="1011868"/>
                  </a:lnTo>
                  <a:lnTo>
                    <a:pt x="3592891" y="934437"/>
                  </a:lnTo>
                  <a:lnTo>
                    <a:pt x="3631453" y="860641"/>
                  </a:lnTo>
                  <a:lnTo>
                    <a:pt x="3670285" y="790617"/>
                  </a:lnTo>
                  <a:lnTo>
                    <a:pt x="3709526" y="724438"/>
                  </a:lnTo>
                  <a:lnTo>
                    <a:pt x="3749350" y="662120"/>
                  </a:lnTo>
                  <a:lnTo>
                    <a:pt x="3789970" y="603621"/>
                  </a:lnTo>
                  <a:lnTo>
                    <a:pt x="3820202" y="563368"/>
                  </a:lnTo>
                  <a:lnTo>
                    <a:pt x="3870785" y="502158"/>
                  </a:lnTo>
                  <a:lnTo>
                    <a:pt x="3923685" y="446127"/>
                  </a:lnTo>
                  <a:lnTo>
                    <a:pt x="3979534" y="395104"/>
                  </a:lnTo>
                  <a:lnTo>
                    <a:pt x="4039027" y="348748"/>
                  </a:lnTo>
                  <a:lnTo>
                    <a:pt x="4102887" y="306647"/>
                  </a:lnTo>
                  <a:lnTo>
                    <a:pt x="4171824" y="268372"/>
                  </a:lnTo>
                  <a:lnTo>
                    <a:pt x="4246497" y="233518"/>
                  </a:lnTo>
                  <a:lnTo>
                    <a:pt x="4327452" y="201722"/>
                  </a:lnTo>
                  <a:lnTo>
                    <a:pt x="4415042" y="172680"/>
                  </a:lnTo>
                  <a:lnTo>
                    <a:pt x="4509332" y="146152"/>
                  </a:lnTo>
                  <a:lnTo>
                    <a:pt x="4609978" y="121969"/>
                  </a:lnTo>
                  <a:lnTo>
                    <a:pt x="4716093" y="100028"/>
                  </a:lnTo>
                  <a:lnTo>
                    <a:pt x="4826133" y="80288"/>
                  </a:lnTo>
                  <a:lnTo>
                    <a:pt x="4937822" y="62762"/>
                  </a:lnTo>
                  <a:lnTo>
                    <a:pt x="5048174" y="47490"/>
                  </a:lnTo>
                  <a:lnTo>
                    <a:pt x="5153648" y="34518"/>
                  </a:lnTo>
                  <a:lnTo>
                    <a:pt x="5250470" y="23861"/>
                  </a:lnTo>
                  <a:lnTo>
                    <a:pt x="5335088" y="15475"/>
                  </a:lnTo>
                  <a:lnTo>
                    <a:pt x="5404705" y="9228"/>
                  </a:lnTo>
                  <a:lnTo>
                    <a:pt x="5457749" y="4901"/>
                  </a:lnTo>
                  <a:lnTo>
                    <a:pt x="5494194" y="2189"/>
                  </a:lnTo>
                  <a:lnTo>
                    <a:pt x="5515646" y="727"/>
                  </a:lnTo>
                  <a:lnTo>
                    <a:pt x="5525236" y="127"/>
                  </a:lnTo>
                  <a:lnTo>
                    <a:pt x="5527420" y="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7" y="15"/>
                  </a:lnTo>
                  <a:lnTo>
                    <a:pt x="6530982" y="126"/>
                  </a:lnTo>
                  <a:lnTo>
                    <a:pt x="6549902" y="432"/>
                  </a:lnTo>
                  <a:lnTo>
                    <a:pt x="6583982" y="1034"/>
                  </a:lnTo>
                  <a:lnTo>
                    <a:pt x="6635292" y="2030"/>
                  </a:lnTo>
                  <a:lnTo>
                    <a:pt x="6704112" y="3502"/>
                  </a:lnTo>
                  <a:lnTo>
                    <a:pt x="6788990" y="5511"/>
                  </a:lnTo>
                  <a:lnTo>
                    <a:pt x="6887061" y="8093"/>
                  </a:lnTo>
                  <a:lnTo>
                    <a:pt x="6994567" y="11263"/>
                  </a:lnTo>
                  <a:lnTo>
                    <a:pt x="7107449" y="15018"/>
                  </a:lnTo>
                  <a:lnTo>
                    <a:pt x="7221880" y="19345"/>
                  </a:lnTo>
                  <a:lnTo>
                    <a:pt x="7334629" y="24234"/>
                  </a:lnTo>
                  <a:lnTo>
                    <a:pt x="7443244" y="29682"/>
                  </a:lnTo>
                  <a:lnTo>
                    <a:pt x="7546081" y="35700"/>
                  </a:lnTo>
                  <a:lnTo>
                    <a:pt x="7642214" y="42316"/>
                  </a:lnTo>
                  <a:lnTo>
                    <a:pt x="7731306" y="49574"/>
                  </a:lnTo>
                  <a:lnTo>
                    <a:pt x="7813461" y="57539"/>
                  </a:lnTo>
                  <a:lnTo>
                    <a:pt x="7889089" y="66291"/>
                  </a:lnTo>
                  <a:lnTo>
                    <a:pt x="7958798" y="75928"/>
                  </a:lnTo>
                  <a:lnTo>
                    <a:pt x="8023309" y="86555"/>
                  </a:lnTo>
                  <a:lnTo>
                    <a:pt x="8083392" y="98285"/>
                  </a:lnTo>
                  <a:lnTo>
                    <a:pt x="8139821" y="111221"/>
                  </a:lnTo>
                  <a:lnTo>
                    <a:pt x="8193329" y="125445"/>
                  </a:lnTo>
                  <a:lnTo>
                    <a:pt x="8229629" y="136256"/>
                  </a:lnTo>
                  <a:lnTo>
                    <a:pt x="8288137" y="155710"/>
                  </a:lnTo>
                  <a:lnTo>
                    <a:pt x="8344880" y="177020"/>
                  </a:lnTo>
                  <a:lnTo>
                    <a:pt x="8400482" y="200217"/>
                  </a:lnTo>
                  <a:lnTo>
                    <a:pt x="8455410" y="225276"/>
                  </a:lnTo>
                  <a:lnTo>
                    <a:pt x="8510002" y="252114"/>
                  </a:lnTo>
                  <a:lnTo>
                    <a:pt x="8564490" y="280579"/>
                  </a:lnTo>
                  <a:lnTo>
                    <a:pt x="8619012" y="310457"/>
                  </a:lnTo>
                  <a:lnTo>
                    <a:pt x="8673631" y="341467"/>
                  </a:lnTo>
                  <a:lnTo>
                    <a:pt x="8728352" y="373280"/>
                  </a:lnTo>
                  <a:lnTo>
                    <a:pt x="8783139" y="405525"/>
                  </a:lnTo>
                  <a:lnTo>
                    <a:pt x="8837932" y="437809"/>
                  </a:lnTo>
                  <a:lnTo>
                    <a:pt x="8892671" y="469739"/>
                  </a:lnTo>
                  <a:lnTo>
                    <a:pt x="8947312" y="500939"/>
                  </a:lnTo>
                  <a:lnTo>
                    <a:pt x="9001850" y="531068"/>
                  </a:lnTo>
                  <a:lnTo>
                    <a:pt x="9056336" y="559836"/>
                  </a:lnTo>
                  <a:lnTo>
                    <a:pt x="9110892" y="587014"/>
                  </a:lnTo>
                  <a:lnTo>
                    <a:pt x="9165729" y="612440"/>
                  </a:lnTo>
                  <a:lnTo>
                    <a:pt x="9221163" y="636014"/>
                  </a:lnTo>
                  <a:lnTo>
                    <a:pt x="9277632" y="657701"/>
                  </a:lnTo>
                  <a:lnTo>
                    <a:pt x="9335727" y="677523"/>
                  </a:lnTo>
                  <a:lnTo>
                    <a:pt x="9347647" y="681282"/>
                  </a:lnTo>
                  <a:lnTo>
                    <a:pt x="9399499" y="696434"/>
                  </a:lnTo>
                  <a:lnTo>
                    <a:pt x="9453798" y="710271"/>
                  </a:lnTo>
                  <a:lnTo>
                    <a:pt x="9511228" y="722841"/>
                  </a:lnTo>
                  <a:lnTo>
                    <a:pt x="9572539" y="734234"/>
                  </a:lnTo>
                  <a:lnTo>
                    <a:pt x="9638507" y="744557"/>
                  </a:lnTo>
                  <a:lnTo>
                    <a:pt x="9709894" y="753921"/>
                  </a:lnTo>
                  <a:lnTo>
                    <a:pt x="9787395" y="762431"/>
                  </a:lnTo>
                  <a:lnTo>
                    <a:pt x="9871569" y="770180"/>
                  </a:lnTo>
                  <a:lnTo>
                    <a:pt x="9962749" y="777242"/>
                  </a:lnTo>
                  <a:lnTo>
                    <a:pt x="10060921" y="783677"/>
                  </a:lnTo>
                  <a:lnTo>
                    <a:pt x="10165592" y="789525"/>
                  </a:lnTo>
                  <a:lnTo>
                    <a:pt x="10275636" y="794807"/>
                  </a:lnTo>
                  <a:lnTo>
                    <a:pt x="10389174" y="799531"/>
                  </a:lnTo>
                  <a:lnTo>
                    <a:pt x="10503515" y="803690"/>
                  </a:lnTo>
                  <a:lnTo>
                    <a:pt x="10615226" y="807273"/>
                  </a:lnTo>
                  <a:lnTo>
                    <a:pt x="10720363" y="810269"/>
                  </a:lnTo>
                  <a:lnTo>
                    <a:pt x="10814897" y="812679"/>
                  </a:lnTo>
                  <a:lnTo>
                    <a:pt x="10895273" y="814524"/>
                  </a:lnTo>
                  <a:lnTo>
                    <a:pt x="10958995" y="815848"/>
                  </a:lnTo>
                  <a:lnTo>
                    <a:pt x="11005101" y="816719"/>
                  </a:lnTo>
                  <a:lnTo>
                    <a:pt x="11034407" y="817223"/>
                  </a:lnTo>
                  <a:lnTo>
                    <a:pt x="11049489" y="817461"/>
                  </a:lnTo>
                  <a:lnTo>
                    <a:pt x="11054490" y="817533"/>
                  </a:lnTo>
                  <a:lnTo>
                    <a:pt x="11054891" y="817538"/>
                  </a:lnTo>
                  <a:lnTo>
                    <a:pt x="12049831" y="817538"/>
                  </a:lnTo>
                  <a:lnTo>
                    <a:pt x="12049831" y="8175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1" name="pl1660"/>
            <p:cNvSpPr/>
            <p:nvPr/>
          </p:nvSpPr>
          <p:spPr>
            <a:xfrm>
              <a:off x="1199187" y="2027960"/>
              <a:ext cx="12049831" cy="3380208"/>
            </a:xfrm>
            <a:custGeom>
              <a:avLst/>
              <a:pathLst>
                <a:path w="12049831" h="3380208">
                  <a:moveTo>
                    <a:pt x="12049831" y="817538"/>
                  </a:moveTo>
                  <a:lnTo>
                    <a:pt x="11054891" y="817538"/>
                  </a:lnTo>
                  <a:lnTo>
                    <a:pt x="11053760" y="817523"/>
                  </a:lnTo>
                  <a:lnTo>
                    <a:pt x="11046295" y="817412"/>
                  </a:lnTo>
                  <a:lnTo>
                    <a:pt x="11027374" y="817106"/>
                  </a:lnTo>
                  <a:lnTo>
                    <a:pt x="10993294" y="816504"/>
                  </a:lnTo>
                  <a:lnTo>
                    <a:pt x="10941984" y="815508"/>
                  </a:lnTo>
                  <a:lnTo>
                    <a:pt x="10873164" y="814036"/>
                  </a:lnTo>
                  <a:lnTo>
                    <a:pt x="10788286" y="812027"/>
                  </a:lnTo>
                  <a:lnTo>
                    <a:pt x="10690215" y="809444"/>
                  </a:lnTo>
                  <a:lnTo>
                    <a:pt x="10582710" y="806275"/>
                  </a:lnTo>
                  <a:lnTo>
                    <a:pt x="10469827" y="802520"/>
                  </a:lnTo>
                  <a:lnTo>
                    <a:pt x="10355396" y="798193"/>
                  </a:lnTo>
                  <a:lnTo>
                    <a:pt x="10242648" y="793304"/>
                  </a:lnTo>
                  <a:lnTo>
                    <a:pt x="10134032" y="787856"/>
                  </a:lnTo>
                  <a:lnTo>
                    <a:pt x="10031196" y="781838"/>
                  </a:lnTo>
                  <a:lnTo>
                    <a:pt x="9935063" y="775222"/>
                  </a:lnTo>
                  <a:lnTo>
                    <a:pt x="9845971" y="767964"/>
                  </a:lnTo>
                  <a:lnTo>
                    <a:pt x="9763816" y="759999"/>
                  </a:lnTo>
                  <a:lnTo>
                    <a:pt x="9688188" y="751247"/>
                  </a:lnTo>
                  <a:lnTo>
                    <a:pt x="9618479" y="741610"/>
                  </a:lnTo>
                  <a:lnTo>
                    <a:pt x="9553968" y="730983"/>
                  </a:lnTo>
                  <a:lnTo>
                    <a:pt x="9493885" y="719253"/>
                  </a:lnTo>
                  <a:lnTo>
                    <a:pt x="9437456" y="706317"/>
                  </a:lnTo>
                  <a:lnTo>
                    <a:pt x="9383947" y="692093"/>
                  </a:lnTo>
                  <a:lnTo>
                    <a:pt x="9347647" y="681282"/>
                  </a:lnTo>
                  <a:lnTo>
                    <a:pt x="9289139" y="661828"/>
                  </a:lnTo>
                  <a:lnTo>
                    <a:pt x="9232396" y="640518"/>
                  </a:lnTo>
                  <a:lnTo>
                    <a:pt x="9176795" y="617321"/>
                  </a:lnTo>
                  <a:lnTo>
                    <a:pt x="9121867" y="592262"/>
                  </a:lnTo>
                  <a:lnTo>
                    <a:pt x="9067274" y="565424"/>
                  </a:lnTo>
                  <a:lnTo>
                    <a:pt x="9012787" y="536959"/>
                  </a:lnTo>
                  <a:lnTo>
                    <a:pt x="8958265" y="507081"/>
                  </a:lnTo>
                  <a:lnTo>
                    <a:pt x="8903645" y="476071"/>
                  </a:lnTo>
                  <a:lnTo>
                    <a:pt x="8848924" y="444258"/>
                  </a:lnTo>
                  <a:lnTo>
                    <a:pt x="8794137" y="412013"/>
                  </a:lnTo>
                  <a:lnTo>
                    <a:pt x="8739344" y="379729"/>
                  </a:lnTo>
                  <a:lnTo>
                    <a:pt x="8684606" y="347799"/>
                  </a:lnTo>
                  <a:lnTo>
                    <a:pt x="8629965" y="316599"/>
                  </a:lnTo>
                  <a:lnTo>
                    <a:pt x="8575426" y="286470"/>
                  </a:lnTo>
                  <a:lnTo>
                    <a:pt x="8520940" y="257702"/>
                  </a:lnTo>
                  <a:lnTo>
                    <a:pt x="8466384" y="230523"/>
                  </a:lnTo>
                  <a:lnTo>
                    <a:pt x="8411547" y="205098"/>
                  </a:lnTo>
                  <a:lnTo>
                    <a:pt x="8356114" y="181524"/>
                  </a:lnTo>
                  <a:lnTo>
                    <a:pt x="8299644" y="159837"/>
                  </a:lnTo>
                  <a:lnTo>
                    <a:pt x="8241549" y="140015"/>
                  </a:lnTo>
                  <a:lnTo>
                    <a:pt x="8229629" y="136256"/>
                  </a:lnTo>
                  <a:lnTo>
                    <a:pt x="8177778" y="121104"/>
                  </a:lnTo>
                  <a:lnTo>
                    <a:pt x="8123478" y="107267"/>
                  </a:lnTo>
                  <a:lnTo>
                    <a:pt x="8066048" y="94697"/>
                  </a:lnTo>
                  <a:lnTo>
                    <a:pt x="8004738" y="83304"/>
                  </a:lnTo>
                  <a:lnTo>
                    <a:pt x="7938770" y="72981"/>
                  </a:lnTo>
                  <a:lnTo>
                    <a:pt x="7867382" y="63617"/>
                  </a:lnTo>
                  <a:lnTo>
                    <a:pt x="7789881" y="55106"/>
                  </a:lnTo>
                  <a:lnTo>
                    <a:pt x="7705707" y="47358"/>
                  </a:lnTo>
                  <a:lnTo>
                    <a:pt x="7614528" y="40296"/>
                  </a:lnTo>
                  <a:lnTo>
                    <a:pt x="7516355" y="33861"/>
                  </a:lnTo>
                  <a:lnTo>
                    <a:pt x="7411684" y="28013"/>
                  </a:lnTo>
                  <a:lnTo>
                    <a:pt x="7301640" y="22731"/>
                  </a:lnTo>
                  <a:lnTo>
                    <a:pt x="7188103" y="18007"/>
                  </a:lnTo>
                  <a:lnTo>
                    <a:pt x="7073761" y="13848"/>
                  </a:lnTo>
                  <a:lnTo>
                    <a:pt x="6962050" y="10265"/>
                  </a:lnTo>
                  <a:lnTo>
                    <a:pt x="6856913" y="7269"/>
                  </a:lnTo>
                  <a:lnTo>
                    <a:pt x="6762379" y="4859"/>
                  </a:lnTo>
                  <a:lnTo>
                    <a:pt x="6682004" y="3014"/>
                  </a:lnTo>
                  <a:lnTo>
                    <a:pt x="6618282" y="1690"/>
                  </a:lnTo>
                  <a:lnTo>
                    <a:pt x="6572175" y="819"/>
                  </a:lnTo>
                  <a:lnTo>
                    <a:pt x="6542869" y="315"/>
                  </a:lnTo>
                  <a:lnTo>
                    <a:pt x="6527788" y="77"/>
                  </a:lnTo>
                  <a:lnTo>
                    <a:pt x="6522787" y="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92" y="59"/>
                  </a:lnTo>
                  <a:lnTo>
                    <a:pt x="5519432" y="484"/>
                  </a:lnTo>
                  <a:lnTo>
                    <a:pt x="5501759" y="1659"/>
                  </a:lnTo>
                  <a:lnTo>
                    <a:pt x="5469842" y="3975"/>
                  </a:lnTo>
                  <a:lnTo>
                    <a:pt x="5421620" y="7805"/>
                  </a:lnTo>
                  <a:lnTo>
                    <a:pt x="5356653" y="13475"/>
                  </a:lnTo>
                  <a:lnTo>
                    <a:pt x="5276090" y="21232"/>
                  </a:lnTo>
                  <a:lnTo>
                    <a:pt x="5182423" y="31231"/>
                  </a:lnTo>
                  <a:lnTo>
                    <a:pt x="5079041" y="43539"/>
                  </a:lnTo>
                  <a:lnTo>
                    <a:pt x="4969707" y="58156"/>
                  </a:lnTo>
                  <a:lnTo>
                    <a:pt x="4858067" y="75042"/>
                  </a:lnTo>
                  <a:lnTo>
                    <a:pt x="4747290" y="94150"/>
                  </a:lnTo>
                  <a:lnTo>
                    <a:pt x="4639862" y="115459"/>
                  </a:lnTo>
                  <a:lnTo>
                    <a:pt x="4537532" y="138993"/>
                  </a:lnTo>
                  <a:lnTo>
                    <a:pt x="4441365" y="164835"/>
                  </a:lnTo>
                  <a:lnTo>
                    <a:pt x="4351847" y="193136"/>
                  </a:lnTo>
                  <a:lnTo>
                    <a:pt x="4269018" y="224115"/>
                  </a:lnTo>
                  <a:lnTo>
                    <a:pt x="4192595" y="258058"/>
                  </a:lnTo>
                  <a:lnTo>
                    <a:pt x="4122079" y="295314"/>
                  </a:lnTo>
                  <a:lnTo>
                    <a:pt x="4056837" y="336276"/>
                  </a:lnTo>
                  <a:lnTo>
                    <a:pt x="3996167" y="381369"/>
                  </a:lnTo>
                  <a:lnTo>
                    <a:pt x="3939347" y="431017"/>
                  </a:lnTo>
                  <a:lnTo>
                    <a:pt x="3885671" y="485587"/>
                  </a:lnTo>
                  <a:lnTo>
                    <a:pt x="3834483" y="545310"/>
                  </a:lnTo>
                  <a:lnTo>
                    <a:pt x="3820202" y="563368"/>
                  </a:lnTo>
                  <a:lnTo>
                    <a:pt x="3778844" y="619138"/>
                  </a:lnTo>
                  <a:lnTo>
                    <a:pt x="3738464" y="678667"/>
                  </a:lnTo>
                  <a:lnTo>
                    <a:pt x="3698817" y="742032"/>
                  </a:lnTo>
                  <a:lnTo>
                    <a:pt x="3659703" y="809259"/>
                  </a:lnTo>
                  <a:lnTo>
                    <a:pt x="3620957" y="880318"/>
                  </a:lnTo>
                  <a:lnTo>
                    <a:pt x="3582448" y="955118"/>
                  </a:lnTo>
                  <a:lnTo>
                    <a:pt x="3544073" y="1033503"/>
                  </a:lnTo>
                  <a:lnTo>
                    <a:pt x="3505756" y="1115251"/>
                  </a:lnTo>
                  <a:lnTo>
                    <a:pt x="3467441" y="1200071"/>
                  </a:lnTo>
                  <a:lnTo>
                    <a:pt x="3429094" y="1287609"/>
                  </a:lnTo>
                  <a:lnTo>
                    <a:pt x="3390696" y="1377449"/>
                  </a:lnTo>
                  <a:lnTo>
                    <a:pt x="3352246" y="1469120"/>
                  </a:lnTo>
                  <a:lnTo>
                    <a:pt x="3313750" y="1562111"/>
                  </a:lnTo>
                  <a:lnTo>
                    <a:pt x="3275226" y="1655875"/>
                  </a:lnTo>
                  <a:lnTo>
                    <a:pt x="3236693" y="1749847"/>
                  </a:lnTo>
                  <a:lnTo>
                    <a:pt x="3198174" y="1843456"/>
                  </a:lnTo>
                  <a:lnTo>
                    <a:pt x="3159690" y="1936142"/>
                  </a:lnTo>
                  <a:lnTo>
                    <a:pt x="3121253" y="2027365"/>
                  </a:lnTo>
                  <a:lnTo>
                    <a:pt x="3082870" y="2116623"/>
                  </a:lnTo>
                  <a:lnTo>
                    <a:pt x="3044534" y="2203462"/>
                  </a:lnTo>
                  <a:lnTo>
                    <a:pt x="3006223" y="2287480"/>
                  </a:lnTo>
                  <a:lnTo>
                    <a:pt x="2967896" y="2368340"/>
                  </a:lnTo>
                  <a:lnTo>
                    <a:pt x="2929494" y="2445771"/>
                  </a:lnTo>
                  <a:lnTo>
                    <a:pt x="2890932" y="2519567"/>
                  </a:lnTo>
                  <a:lnTo>
                    <a:pt x="2852100" y="2589591"/>
                  </a:lnTo>
                  <a:lnTo>
                    <a:pt x="2812859" y="2655770"/>
                  </a:lnTo>
                  <a:lnTo>
                    <a:pt x="2773035" y="2718088"/>
                  </a:lnTo>
                  <a:lnTo>
                    <a:pt x="2732415" y="2776587"/>
                  </a:lnTo>
                  <a:lnTo>
                    <a:pt x="2702183" y="2816840"/>
                  </a:lnTo>
                  <a:lnTo>
                    <a:pt x="2651600" y="2878050"/>
                  </a:lnTo>
                  <a:lnTo>
                    <a:pt x="2598700" y="2934081"/>
                  </a:lnTo>
                  <a:lnTo>
                    <a:pt x="2542851" y="2985104"/>
                  </a:lnTo>
                  <a:lnTo>
                    <a:pt x="2483358" y="3031460"/>
                  </a:lnTo>
                  <a:lnTo>
                    <a:pt x="2419498" y="3073561"/>
                  </a:lnTo>
                  <a:lnTo>
                    <a:pt x="2350561" y="3111836"/>
                  </a:lnTo>
                  <a:lnTo>
                    <a:pt x="2275888" y="3146690"/>
                  </a:lnTo>
                  <a:lnTo>
                    <a:pt x="2194933" y="3178486"/>
                  </a:lnTo>
                  <a:lnTo>
                    <a:pt x="2107343" y="3207528"/>
                  </a:lnTo>
                  <a:lnTo>
                    <a:pt x="2013053" y="3234056"/>
                  </a:lnTo>
                  <a:lnTo>
                    <a:pt x="1912407" y="3258239"/>
                  </a:lnTo>
                  <a:lnTo>
                    <a:pt x="1806292" y="3280180"/>
                  </a:lnTo>
                  <a:lnTo>
                    <a:pt x="1696252" y="3299920"/>
                  </a:lnTo>
                  <a:lnTo>
                    <a:pt x="1584563" y="3317446"/>
                  </a:lnTo>
                  <a:lnTo>
                    <a:pt x="1474211" y="3332718"/>
                  </a:lnTo>
                  <a:lnTo>
                    <a:pt x="1368737" y="3345690"/>
                  </a:lnTo>
                  <a:lnTo>
                    <a:pt x="1271915" y="3356347"/>
                  </a:lnTo>
                  <a:lnTo>
                    <a:pt x="1187297" y="3364733"/>
                  </a:lnTo>
                  <a:lnTo>
                    <a:pt x="1117680" y="3370980"/>
                  </a:lnTo>
                  <a:lnTo>
                    <a:pt x="1064636" y="3375307"/>
                  </a:lnTo>
                  <a:lnTo>
                    <a:pt x="1028191" y="3378019"/>
                  </a:lnTo>
                  <a:lnTo>
                    <a:pt x="1006739" y="3379481"/>
                  </a:lnTo>
                  <a:lnTo>
                    <a:pt x="997149" y="3380081"/>
                  </a:lnTo>
                  <a:lnTo>
                    <a:pt x="994965" y="3380207"/>
                  </a:lnTo>
                  <a:lnTo>
                    <a:pt x="994940" y="3380208"/>
                  </a:lnTo>
                  <a:lnTo>
                    <a:pt x="0" y="3380208"/>
                  </a:lnTo>
                  <a:lnTo>
                    <a:pt x="0" y="33802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2" name="pg1661"/>
            <p:cNvSpPr/>
            <p:nvPr/>
          </p:nvSpPr>
          <p:spPr>
            <a:xfrm>
              <a:off x="1199187" y="2075126"/>
              <a:ext cx="12049831" cy="3343524"/>
            </a:xfrm>
            <a:custGeom>
              <a:avLst/>
              <a:pathLst>
                <a:path w="12049831" h="3343524">
                  <a:moveTo>
                    <a:pt x="0" y="3343524"/>
                  </a:moveTo>
                  <a:lnTo>
                    <a:pt x="994940" y="3343524"/>
                  </a:lnTo>
                  <a:lnTo>
                    <a:pt x="995995" y="3343465"/>
                  </a:lnTo>
                  <a:lnTo>
                    <a:pt x="1002967" y="3343044"/>
                  </a:lnTo>
                  <a:lnTo>
                    <a:pt x="1020670" y="3341882"/>
                  </a:lnTo>
                  <a:lnTo>
                    <a:pt x="1052640" y="3339591"/>
                  </a:lnTo>
                  <a:lnTo>
                    <a:pt x="1100936" y="3335801"/>
                  </a:lnTo>
                  <a:lnTo>
                    <a:pt x="1165998" y="3330192"/>
                  </a:lnTo>
                  <a:lnTo>
                    <a:pt x="1246667" y="3322518"/>
                  </a:lnTo>
                  <a:lnTo>
                    <a:pt x="1340443" y="3312627"/>
                  </a:lnTo>
                  <a:lnTo>
                    <a:pt x="1443928" y="3300452"/>
                  </a:lnTo>
                  <a:lnTo>
                    <a:pt x="1553351" y="3285994"/>
                  </a:lnTo>
                  <a:lnTo>
                    <a:pt x="1665062" y="3269294"/>
                  </a:lnTo>
                  <a:lnTo>
                    <a:pt x="1775891" y="3250396"/>
                  </a:lnTo>
                  <a:lnTo>
                    <a:pt x="1883351" y="3229322"/>
                  </a:lnTo>
                  <a:lnTo>
                    <a:pt x="1985696" y="3206047"/>
                  </a:lnTo>
                  <a:lnTo>
                    <a:pt x="2081864" y="3180490"/>
                  </a:lnTo>
                  <a:lnTo>
                    <a:pt x="2171373" y="3152500"/>
                  </a:lnTo>
                  <a:lnTo>
                    <a:pt x="2254186" y="3121859"/>
                  </a:lnTo>
                  <a:lnTo>
                    <a:pt x="2330590" y="3088283"/>
                  </a:lnTo>
                  <a:lnTo>
                    <a:pt x="2401086" y="3051429"/>
                  </a:lnTo>
                  <a:lnTo>
                    <a:pt x="2466310" y="3010904"/>
                  </a:lnTo>
                  <a:lnTo>
                    <a:pt x="2526964" y="2966289"/>
                  </a:lnTo>
                  <a:lnTo>
                    <a:pt x="2583773" y="2917166"/>
                  </a:lnTo>
                  <a:lnTo>
                    <a:pt x="2637444" y="2863173"/>
                  </a:lnTo>
                  <a:lnTo>
                    <a:pt x="2688631" y="2804081"/>
                  </a:lnTo>
                  <a:lnTo>
                    <a:pt x="2702183" y="2787143"/>
                  </a:lnTo>
                  <a:lnTo>
                    <a:pt x="2743746" y="2731780"/>
                  </a:lnTo>
                  <a:lnTo>
                    <a:pt x="2784322" y="2672666"/>
                  </a:lnTo>
                  <a:lnTo>
                    <a:pt x="2824159" y="2609726"/>
                  </a:lnTo>
                  <a:lnTo>
                    <a:pt x="2863462" y="2542933"/>
                  </a:lnTo>
                  <a:lnTo>
                    <a:pt x="2902395" y="2472319"/>
                  </a:lnTo>
                  <a:lnTo>
                    <a:pt x="2941092" y="2397977"/>
                  </a:lnTo>
                  <a:lnTo>
                    <a:pt x="2979655" y="2320064"/>
                  </a:lnTo>
                  <a:lnTo>
                    <a:pt x="3018164" y="2238805"/>
                  </a:lnTo>
                  <a:lnTo>
                    <a:pt x="3056671" y="2154495"/>
                  </a:lnTo>
                  <a:lnTo>
                    <a:pt x="3095213" y="2067492"/>
                  </a:lnTo>
                  <a:lnTo>
                    <a:pt x="3133805" y="1978215"/>
                  </a:lnTo>
                  <a:lnTo>
                    <a:pt x="3172451" y="1887137"/>
                  </a:lnTo>
                  <a:lnTo>
                    <a:pt x="3211142" y="1794776"/>
                  </a:lnTo>
                  <a:lnTo>
                    <a:pt x="3249861" y="1701680"/>
                  </a:lnTo>
                  <a:lnTo>
                    <a:pt x="3288586" y="1608416"/>
                  </a:lnTo>
                  <a:lnTo>
                    <a:pt x="3327296" y="1515557"/>
                  </a:lnTo>
                  <a:lnTo>
                    <a:pt x="3365970" y="1423663"/>
                  </a:lnTo>
                  <a:lnTo>
                    <a:pt x="3404594" y="1333272"/>
                  </a:lnTo>
                  <a:lnTo>
                    <a:pt x="3443164" y="1244883"/>
                  </a:lnTo>
                  <a:lnTo>
                    <a:pt x="3481688" y="1158950"/>
                  </a:lnTo>
                  <a:lnTo>
                    <a:pt x="3520191" y="1075865"/>
                  </a:lnTo>
                  <a:lnTo>
                    <a:pt x="3558714" y="995963"/>
                  </a:lnTo>
                  <a:lnTo>
                    <a:pt x="3597323" y="919508"/>
                  </a:lnTo>
                  <a:lnTo>
                    <a:pt x="3636103" y="846696"/>
                  </a:lnTo>
                  <a:lnTo>
                    <a:pt x="3675172" y="777660"/>
                  </a:lnTo>
                  <a:lnTo>
                    <a:pt x="3714674" y="712465"/>
                  </a:lnTo>
                  <a:lnTo>
                    <a:pt x="3754791" y="651118"/>
                  </a:lnTo>
                  <a:lnTo>
                    <a:pt x="3795743" y="593571"/>
                  </a:lnTo>
                  <a:lnTo>
                    <a:pt x="3820202" y="561621"/>
                  </a:lnTo>
                  <a:lnTo>
                    <a:pt x="3870816" y="501135"/>
                  </a:lnTo>
                  <a:lnTo>
                    <a:pt x="3923750" y="445771"/>
                  </a:lnTo>
                  <a:lnTo>
                    <a:pt x="3979638" y="395357"/>
                  </a:lnTo>
                  <a:lnTo>
                    <a:pt x="4039176" y="349557"/>
                  </a:lnTo>
                  <a:lnTo>
                    <a:pt x="4103088" y="307964"/>
                  </a:lnTo>
                  <a:lnTo>
                    <a:pt x="4172085" y="270153"/>
                  </a:lnTo>
                  <a:lnTo>
                    <a:pt x="4246827" y="235723"/>
                  </a:lnTo>
                  <a:lnTo>
                    <a:pt x="4327860" y="204315"/>
                  </a:lnTo>
                  <a:lnTo>
                    <a:pt x="4415538" y="175629"/>
                  </a:lnTo>
                  <a:lnTo>
                    <a:pt x="4509924" y="149429"/>
                  </a:lnTo>
                  <a:lnTo>
                    <a:pt x="4610669" y="125545"/>
                  </a:lnTo>
                  <a:lnTo>
                    <a:pt x="4716882" y="103878"/>
                  </a:lnTo>
                  <a:lnTo>
                    <a:pt x="4827011" y="84388"/>
                  </a:lnTo>
                  <a:lnTo>
                    <a:pt x="4938769" y="67087"/>
                  </a:lnTo>
                  <a:lnTo>
                    <a:pt x="5049161" y="52015"/>
                  </a:lnTo>
                  <a:lnTo>
                    <a:pt x="5154635" y="39218"/>
                  </a:lnTo>
                  <a:lnTo>
                    <a:pt x="5251410" y="28709"/>
                  </a:lnTo>
                  <a:lnTo>
                    <a:pt x="5335933" y="20445"/>
                  </a:lnTo>
                  <a:lnTo>
                    <a:pt x="5405412" y="14295"/>
                  </a:lnTo>
                  <a:lnTo>
                    <a:pt x="5458289" y="10040"/>
                  </a:lnTo>
                  <a:lnTo>
                    <a:pt x="5494556" y="7377"/>
                  </a:lnTo>
                  <a:lnTo>
                    <a:pt x="5515844" y="5946"/>
                  </a:lnTo>
                  <a:lnTo>
                    <a:pt x="5525305" y="5362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6" y="5267"/>
                  </a:lnTo>
                  <a:lnTo>
                    <a:pt x="6530899" y="5461"/>
                  </a:lnTo>
                  <a:lnTo>
                    <a:pt x="6549642" y="5997"/>
                  </a:lnTo>
                  <a:lnTo>
                    <a:pt x="6583416" y="7052"/>
                  </a:lnTo>
                  <a:lnTo>
                    <a:pt x="6634289" y="8797"/>
                  </a:lnTo>
                  <a:lnTo>
                    <a:pt x="6702567" y="11376"/>
                  </a:lnTo>
                  <a:lnTo>
                    <a:pt x="6786840" y="14897"/>
                  </a:lnTo>
                  <a:lnTo>
                    <a:pt x="6884298" y="19425"/>
                  </a:lnTo>
                  <a:lnTo>
                    <a:pt x="6991234" y="24985"/>
                  </a:lnTo>
                  <a:lnTo>
                    <a:pt x="7103631" y="31572"/>
                  </a:lnTo>
                  <a:lnTo>
                    <a:pt x="7217685" y="39167"/>
                  </a:lnTo>
                  <a:lnTo>
                    <a:pt x="7330172" y="47750"/>
                  </a:lnTo>
                  <a:lnTo>
                    <a:pt x="7438636" y="57316"/>
                  </a:lnTo>
                  <a:lnTo>
                    <a:pt x="7541413" y="67882"/>
                  </a:lnTo>
                  <a:lnTo>
                    <a:pt x="7637560" y="79494"/>
                  </a:lnTo>
                  <a:lnTo>
                    <a:pt x="7726719" y="92231"/>
                  </a:lnTo>
                  <a:lnTo>
                    <a:pt x="7808972" y="106204"/>
                  </a:lnTo>
                  <a:lnTo>
                    <a:pt x="7884713" y="121551"/>
                  </a:lnTo>
                  <a:lnTo>
                    <a:pt x="7954533" y="138442"/>
                  </a:lnTo>
                  <a:lnTo>
                    <a:pt x="8019143" y="157061"/>
                  </a:lnTo>
                  <a:lnTo>
                    <a:pt x="8079303" y="177605"/>
                  </a:lnTo>
                  <a:lnTo>
                    <a:pt x="8135779" y="200258"/>
                  </a:lnTo>
                  <a:lnTo>
                    <a:pt x="8189304" y="225165"/>
                  </a:lnTo>
                  <a:lnTo>
                    <a:pt x="8229629" y="246309"/>
                  </a:lnTo>
                  <a:lnTo>
                    <a:pt x="8283407" y="277779"/>
                  </a:lnTo>
                  <a:lnTo>
                    <a:pt x="8335650" y="312007"/>
                  </a:lnTo>
                  <a:lnTo>
                    <a:pt x="8386856" y="349046"/>
                  </a:lnTo>
                  <a:lnTo>
                    <a:pt x="8437411" y="388880"/>
                  </a:lnTo>
                  <a:lnTo>
                    <a:pt x="8487601" y="431418"/>
                  </a:lnTo>
                  <a:lnTo>
                    <a:pt x="8537634" y="476487"/>
                  </a:lnTo>
                  <a:lnTo>
                    <a:pt x="8587648" y="523833"/>
                  </a:lnTo>
                  <a:lnTo>
                    <a:pt x="8637721" y="573118"/>
                  </a:lnTo>
                  <a:lnTo>
                    <a:pt x="8687883" y="623933"/>
                  </a:lnTo>
                  <a:lnTo>
                    <a:pt x="8738127" y="675804"/>
                  </a:lnTo>
                  <a:lnTo>
                    <a:pt x="8788417" y="728217"/>
                  </a:lnTo>
                  <a:lnTo>
                    <a:pt x="8838708" y="780632"/>
                  </a:lnTo>
                  <a:lnTo>
                    <a:pt x="8888951" y="832510"/>
                  </a:lnTo>
                  <a:lnTo>
                    <a:pt x="8939114" y="883336"/>
                  </a:lnTo>
                  <a:lnTo>
                    <a:pt x="8989188" y="932636"/>
                  </a:lnTo>
                  <a:lnTo>
                    <a:pt x="9039202" y="980001"/>
                  </a:lnTo>
                  <a:lnTo>
                    <a:pt x="9089235" y="1025091"/>
                  </a:lnTo>
                  <a:lnTo>
                    <a:pt x="9139423" y="1067652"/>
                  </a:lnTo>
                  <a:lnTo>
                    <a:pt x="9189973" y="1107511"/>
                  </a:lnTo>
                  <a:lnTo>
                    <a:pt x="9241172" y="1144574"/>
                  </a:lnTo>
                  <a:lnTo>
                    <a:pt x="9293404" y="1178828"/>
                  </a:lnTo>
                  <a:lnTo>
                    <a:pt x="9347166" y="1210321"/>
                  </a:lnTo>
                  <a:lnTo>
                    <a:pt x="9347647" y="1210586"/>
                  </a:lnTo>
                  <a:lnTo>
                    <a:pt x="9399322" y="1237308"/>
                  </a:lnTo>
                  <a:lnTo>
                    <a:pt x="9453426" y="1261719"/>
                  </a:lnTo>
                  <a:lnTo>
                    <a:pt x="9510634" y="1283902"/>
                  </a:lnTo>
                  <a:lnTo>
                    <a:pt x="9571690" y="1304013"/>
                  </a:lnTo>
                  <a:lnTo>
                    <a:pt x="9637362" y="1322243"/>
                  </a:lnTo>
                  <a:lnTo>
                    <a:pt x="9708404" y="1338785"/>
                  </a:lnTo>
                  <a:lnTo>
                    <a:pt x="9785507" y="1353822"/>
                  </a:lnTo>
                  <a:lnTo>
                    <a:pt x="9869228" y="1367516"/>
                  </a:lnTo>
                  <a:lnTo>
                    <a:pt x="9959903" y="1380002"/>
                  </a:lnTo>
                  <a:lnTo>
                    <a:pt x="10057531" y="1391383"/>
                  </a:lnTo>
                  <a:lnTo>
                    <a:pt x="10161639" y="1401730"/>
                  </a:lnTo>
                  <a:lnTo>
                    <a:pt x="10271140" y="1411083"/>
                  </a:lnTo>
                  <a:lnTo>
                    <a:pt x="10384201" y="1419454"/>
                  </a:lnTo>
                  <a:lnTo>
                    <a:pt x="10498194" y="1426833"/>
                  </a:lnTo>
                  <a:lnTo>
                    <a:pt x="10609748" y="1433200"/>
                  </a:lnTo>
                  <a:lnTo>
                    <a:pt x="10714974" y="1438536"/>
                  </a:lnTo>
                  <a:lnTo>
                    <a:pt x="10809875" y="1442843"/>
                  </a:lnTo>
                  <a:lnTo>
                    <a:pt x="10890889" y="1446153"/>
                  </a:lnTo>
                  <a:lnTo>
                    <a:pt x="10955470" y="1448541"/>
                  </a:lnTo>
                  <a:lnTo>
                    <a:pt x="11002562" y="1450124"/>
                  </a:lnTo>
                  <a:lnTo>
                    <a:pt x="11032854" y="1451052"/>
                  </a:lnTo>
                  <a:lnTo>
                    <a:pt x="11048782" y="1451499"/>
                  </a:lnTo>
                  <a:lnTo>
                    <a:pt x="11054345" y="1451642"/>
                  </a:lnTo>
                  <a:lnTo>
                    <a:pt x="11054891" y="1451655"/>
                  </a:lnTo>
                  <a:lnTo>
                    <a:pt x="12049831" y="1451655"/>
                  </a:lnTo>
                  <a:lnTo>
                    <a:pt x="12049831" y="1446415"/>
                  </a:lnTo>
                  <a:lnTo>
                    <a:pt x="11054891" y="1446415"/>
                  </a:lnTo>
                  <a:lnTo>
                    <a:pt x="11053771" y="1446387"/>
                  </a:lnTo>
                  <a:lnTo>
                    <a:pt x="11046378" y="1446193"/>
                  </a:lnTo>
                  <a:lnTo>
                    <a:pt x="11027635" y="1445658"/>
                  </a:lnTo>
                  <a:lnTo>
                    <a:pt x="10993861" y="1444602"/>
                  </a:lnTo>
                  <a:lnTo>
                    <a:pt x="10942988" y="1442857"/>
                  </a:lnTo>
                  <a:lnTo>
                    <a:pt x="10874710" y="1440279"/>
                  </a:lnTo>
                  <a:lnTo>
                    <a:pt x="10790436" y="1436758"/>
                  </a:lnTo>
                  <a:lnTo>
                    <a:pt x="10692978" y="1432230"/>
                  </a:lnTo>
                  <a:lnTo>
                    <a:pt x="10586043" y="1426670"/>
                  </a:lnTo>
                  <a:lnTo>
                    <a:pt x="10473646" y="1420083"/>
                  </a:lnTo>
                  <a:lnTo>
                    <a:pt x="10359592" y="1412488"/>
                  </a:lnTo>
                  <a:lnTo>
                    <a:pt x="10247104" y="1403904"/>
                  </a:lnTo>
                  <a:lnTo>
                    <a:pt x="10138641" y="1394339"/>
                  </a:lnTo>
                  <a:lnTo>
                    <a:pt x="10035863" y="1383773"/>
                  </a:lnTo>
                  <a:lnTo>
                    <a:pt x="9939716" y="1372161"/>
                  </a:lnTo>
                  <a:lnTo>
                    <a:pt x="9850557" y="1359423"/>
                  </a:lnTo>
                  <a:lnTo>
                    <a:pt x="9768304" y="1345451"/>
                  </a:lnTo>
                  <a:lnTo>
                    <a:pt x="9692564" y="1330103"/>
                  </a:lnTo>
                  <a:lnTo>
                    <a:pt x="9622743" y="1313213"/>
                  </a:lnTo>
                  <a:lnTo>
                    <a:pt x="9558134" y="1294594"/>
                  </a:lnTo>
                  <a:lnTo>
                    <a:pt x="9497974" y="1274050"/>
                  </a:lnTo>
                  <a:lnTo>
                    <a:pt x="9441497" y="1251397"/>
                  </a:lnTo>
                  <a:lnTo>
                    <a:pt x="9387973" y="1226490"/>
                  </a:lnTo>
                  <a:lnTo>
                    <a:pt x="9347647" y="1205345"/>
                  </a:lnTo>
                  <a:lnTo>
                    <a:pt x="9293869" y="1173876"/>
                  </a:lnTo>
                  <a:lnTo>
                    <a:pt x="9241627" y="1139648"/>
                  </a:lnTo>
                  <a:lnTo>
                    <a:pt x="9190420" y="1102608"/>
                  </a:lnTo>
                  <a:lnTo>
                    <a:pt x="9139866" y="1062774"/>
                  </a:lnTo>
                  <a:lnTo>
                    <a:pt x="9089676" y="1020237"/>
                  </a:lnTo>
                  <a:lnTo>
                    <a:pt x="9039642" y="975167"/>
                  </a:lnTo>
                  <a:lnTo>
                    <a:pt x="8989628" y="927822"/>
                  </a:lnTo>
                  <a:lnTo>
                    <a:pt x="8939555" y="878536"/>
                  </a:lnTo>
                  <a:lnTo>
                    <a:pt x="8889393" y="827722"/>
                  </a:lnTo>
                  <a:lnTo>
                    <a:pt x="8839150" y="775851"/>
                  </a:lnTo>
                  <a:lnTo>
                    <a:pt x="8788860" y="723438"/>
                  </a:lnTo>
                  <a:lnTo>
                    <a:pt x="8738569" y="671023"/>
                  </a:lnTo>
                  <a:lnTo>
                    <a:pt x="8688325" y="619145"/>
                  </a:lnTo>
                  <a:lnTo>
                    <a:pt x="8638162" y="568319"/>
                  </a:lnTo>
                  <a:lnTo>
                    <a:pt x="8588088" y="519018"/>
                  </a:lnTo>
                  <a:lnTo>
                    <a:pt x="8538074" y="471654"/>
                  </a:lnTo>
                  <a:lnTo>
                    <a:pt x="8488042" y="426563"/>
                  </a:lnTo>
                  <a:lnTo>
                    <a:pt x="8437854" y="384002"/>
                  </a:lnTo>
                  <a:lnTo>
                    <a:pt x="8387304" y="344144"/>
                  </a:lnTo>
                  <a:lnTo>
                    <a:pt x="8336104" y="307080"/>
                  </a:lnTo>
                  <a:lnTo>
                    <a:pt x="8283873" y="272827"/>
                  </a:lnTo>
                  <a:lnTo>
                    <a:pt x="8230111" y="241334"/>
                  </a:lnTo>
                  <a:lnTo>
                    <a:pt x="8229629" y="241069"/>
                  </a:lnTo>
                  <a:lnTo>
                    <a:pt x="8177955" y="214347"/>
                  </a:lnTo>
                  <a:lnTo>
                    <a:pt x="8123851" y="189936"/>
                  </a:lnTo>
                  <a:lnTo>
                    <a:pt x="8066642" y="167753"/>
                  </a:lnTo>
                  <a:lnTo>
                    <a:pt x="8005587" y="147641"/>
                  </a:lnTo>
                  <a:lnTo>
                    <a:pt x="7939915" y="129412"/>
                  </a:lnTo>
                  <a:lnTo>
                    <a:pt x="7868872" y="112870"/>
                  </a:lnTo>
                  <a:lnTo>
                    <a:pt x="7791769" y="97833"/>
                  </a:lnTo>
                  <a:lnTo>
                    <a:pt x="7708049" y="84138"/>
                  </a:lnTo>
                  <a:lnTo>
                    <a:pt x="7617374" y="71652"/>
                  </a:lnTo>
                  <a:lnTo>
                    <a:pt x="7519746" y="60272"/>
                  </a:lnTo>
                  <a:lnTo>
                    <a:pt x="7415637" y="49925"/>
                  </a:lnTo>
                  <a:lnTo>
                    <a:pt x="7306137" y="40572"/>
                  </a:lnTo>
                  <a:lnTo>
                    <a:pt x="7193075" y="32201"/>
                  </a:lnTo>
                  <a:lnTo>
                    <a:pt x="7079082" y="24822"/>
                  </a:lnTo>
                  <a:lnTo>
                    <a:pt x="6967529" y="18455"/>
                  </a:lnTo>
                  <a:lnTo>
                    <a:pt x="6862303" y="13118"/>
                  </a:lnTo>
                  <a:lnTo>
                    <a:pt x="6767401" y="8812"/>
                  </a:lnTo>
                  <a:lnTo>
                    <a:pt x="6686387" y="5501"/>
                  </a:lnTo>
                  <a:lnTo>
                    <a:pt x="6621806" y="3113"/>
                  </a:lnTo>
                  <a:lnTo>
                    <a:pt x="6574715" y="1531"/>
                  </a:lnTo>
                  <a:lnTo>
                    <a:pt x="6544423" y="602"/>
                  </a:lnTo>
                  <a:lnTo>
                    <a:pt x="6528494" y="156"/>
                  </a:lnTo>
                  <a:lnTo>
                    <a:pt x="6522931" y="1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90" y="59"/>
                  </a:lnTo>
                  <a:lnTo>
                    <a:pt x="5519418" y="479"/>
                  </a:lnTo>
                  <a:lnTo>
                    <a:pt x="5501715" y="1641"/>
                  </a:lnTo>
                  <a:lnTo>
                    <a:pt x="5469745" y="3933"/>
                  </a:lnTo>
                  <a:lnTo>
                    <a:pt x="5421449" y="7722"/>
                  </a:lnTo>
                  <a:lnTo>
                    <a:pt x="5356387" y="13332"/>
                  </a:lnTo>
                  <a:lnTo>
                    <a:pt x="5275718" y="21005"/>
                  </a:lnTo>
                  <a:lnTo>
                    <a:pt x="5181942" y="30897"/>
                  </a:lnTo>
                  <a:lnTo>
                    <a:pt x="5078457" y="43072"/>
                  </a:lnTo>
                  <a:lnTo>
                    <a:pt x="4969034" y="57529"/>
                  </a:lnTo>
                  <a:lnTo>
                    <a:pt x="4857323" y="74230"/>
                  </a:lnTo>
                  <a:lnTo>
                    <a:pt x="4746494" y="93128"/>
                  </a:lnTo>
                  <a:lnTo>
                    <a:pt x="4639034" y="114202"/>
                  </a:lnTo>
                  <a:lnTo>
                    <a:pt x="4536689" y="137476"/>
                  </a:lnTo>
                  <a:lnTo>
                    <a:pt x="4440521" y="163034"/>
                  </a:lnTo>
                  <a:lnTo>
                    <a:pt x="4351012" y="191024"/>
                  </a:lnTo>
                  <a:lnTo>
                    <a:pt x="4268199" y="221665"/>
                  </a:lnTo>
                  <a:lnTo>
                    <a:pt x="4191795" y="255241"/>
                  </a:lnTo>
                  <a:lnTo>
                    <a:pt x="4121299" y="292095"/>
                  </a:lnTo>
                  <a:lnTo>
                    <a:pt x="4056075" y="332619"/>
                  </a:lnTo>
                  <a:lnTo>
                    <a:pt x="3995421" y="377234"/>
                  </a:lnTo>
                  <a:lnTo>
                    <a:pt x="3938612" y="426357"/>
                  </a:lnTo>
                  <a:lnTo>
                    <a:pt x="3884941" y="480351"/>
                  </a:lnTo>
                  <a:lnTo>
                    <a:pt x="3833754" y="539442"/>
                  </a:lnTo>
                  <a:lnTo>
                    <a:pt x="3820202" y="556380"/>
                  </a:lnTo>
                  <a:lnTo>
                    <a:pt x="3778639" y="611744"/>
                  </a:lnTo>
                  <a:lnTo>
                    <a:pt x="3738063" y="670858"/>
                  </a:lnTo>
                  <a:lnTo>
                    <a:pt x="3698226" y="733798"/>
                  </a:lnTo>
                  <a:lnTo>
                    <a:pt x="3658923" y="800591"/>
                  </a:lnTo>
                  <a:lnTo>
                    <a:pt x="3619990" y="871204"/>
                  </a:lnTo>
                  <a:lnTo>
                    <a:pt x="3581293" y="945547"/>
                  </a:lnTo>
                  <a:lnTo>
                    <a:pt x="3542730" y="1023460"/>
                  </a:lnTo>
                  <a:lnTo>
                    <a:pt x="3504221" y="1104718"/>
                  </a:lnTo>
                  <a:lnTo>
                    <a:pt x="3465714" y="1189028"/>
                  </a:lnTo>
                  <a:lnTo>
                    <a:pt x="3427172" y="1276032"/>
                  </a:lnTo>
                  <a:lnTo>
                    <a:pt x="3388580" y="1365309"/>
                  </a:lnTo>
                  <a:lnTo>
                    <a:pt x="3349934" y="1456386"/>
                  </a:lnTo>
                  <a:lnTo>
                    <a:pt x="3311243" y="1548747"/>
                  </a:lnTo>
                  <a:lnTo>
                    <a:pt x="3272524" y="1641844"/>
                  </a:lnTo>
                  <a:lnTo>
                    <a:pt x="3233799" y="1735107"/>
                  </a:lnTo>
                  <a:lnTo>
                    <a:pt x="3195089" y="1827967"/>
                  </a:lnTo>
                  <a:lnTo>
                    <a:pt x="3156415" y="1919861"/>
                  </a:lnTo>
                  <a:lnTo>
                    <a:pt x="3117791" y="2010252"/>
                  </a:lnTo>
                  <a:lnTo>
                    <a:pt x="3079221" y="2098640"/>
                  </a:lnTo>
                  <a:lnTo>
                    <a:pt x="3040697" y="2184574"/>
                  </a:lnTo>
                  <a:lnTo>
                    <a:pt x="3002194" y="2267658"/>
                  </a:lnTo>
                  <a:lnTo>
                    <a:pt x="2963670" y="2347561"/>
                  </a:lnTo>
                  <a:lnTo>
                    <a:pt x="2925062" y="2424016"/>
                  </a:lnTo>
                  <a:lnTo>
                    <a:pt x="2886282" y="2496827"/>
                  </a:lnTo>
                  <a:lnTo>
                    <a:pt x="2847213" y="2565864"/>
                  </a:lnTo>
                  <a:lnTo>
                    <a:pt x="2807711" y="2631059"/>
                  </a:lnTo>
                  <a:lnTo>
                    <a:pt x="2767594" y="2692406"/>
                  </a:lnTo>
                  <a:lnTo>
                    <a:pt x="2726642" y="2749952"/>
                  </a:lnTo>
                  <a:lnTo>
                    <a:pt x="2702183" y="2781903"/>
                  </a:lnTo>
                  <a:lnTo>
                    <a:pt x="2651569" y="2842389"/>
                  </a:lnTo>
                  <a:lnTo>
                    <a:pt x="2598635" y="2897753"/>
                  </a:lnTo>
                  <a:lnTo>
                    <a:pt x="2542747" y="2948167"/>
                  </a:lnTo>
                  <a:lnTo>
                    <a:pt x="2483209" y="2993966"/>
                  </a:lnTo>
                  <a:lnTo>
                    <a:pt x="2419297" y="3035560"/>
                  </a:lnTo>
                  <a:lnTo>
                    <a:pt x="2350300" y="3073370"/>
                  </a:lnTo>
                  <a:lnTo>
                    <a:pt x="2275558" y="3107801"/>
                  </a:lnTo>
                  <a:lnTo>
                    <a:pt x="2194525" y="3139208"/>
                  </a:lnTo>
                  <a:lnTo>
                    <a:pt x="2106847" y="3167894"/>
                  </a:lnTo>
                  <a:lnTo>
                    <a:pt x="2012461" y="3194095"/>
                  </a:lnTo>
                  <a:lnTo>
                    <a:pt x="1911716" y="3217978"/>
                  </a:lnTo>
                  <a:lnTo>
                    <a:pt x="1805503" y="3239646"/>
                  </a:lnTo>
                  <a:lnTo>
                    <a:pt x="1695374" y="3259136"/>
                  </a:lnTo>
                  <a:lnTo>
                    <a:pt x="1583616" y="3276437"/>
                  </a:lnTo>
                  <a:lnTo>
                    <a:pt x="1473224" y="3291508"/>
                  </a:lnTo>
                  <a:lnTo>
                    <a:pt x="1367750" y="3304306"/>
                  </a:lnTo>
                  <a:lnTo>
                    <a:pt x="1270975" y="3314814"/>
                  </a:lnTo>
                  <a:lnTo>
                    <a:pt x="1186452" y="3323079"/>
                  </a:lnTo>
                  <a:lnTo>
                    <a:pt x="1116973" y="3329228"/>
                  </a:lnTo>
                  <a:lnTo>
                    <a:pt x="1064096" y="3333484"/>
                  </a:lnTo>
                  <a:lnTo>
                    <a:pt x="1027829" y="3336147"/>
                  </a:lnTo>
                  <a:lnTo>
                    <a:pt x="1006541" y="3337578"/>
                  </a:lnTo>
                  <a:lnTo>
                    <a:pt x="997080" y="3338161"/>
                  </a:lnTo>
                  <a:lnTo>
                    <a:pt x="994940" y="3338283"/>
                  </a:lnTo>
                  <a:lnTo>
                    <a:pt x="0" y="3338283"/>
                  </a:lnTo>
                  <a:close/>
                </a:path>
              </a:pathLst>
            </a:custGeom>
            <a:solidFill>
              <a:srgbClr val="8BC34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63" name="pl1662"/>
            <p:cNvSpPr/>
            <p:nvPr/>
          </p:nvSpPr>
          <p:spPr>
            <a:xfrm>
              <a:off x="1199187" y="2080367"/>
              <a:ext cx="12049831" cy="3338283"/>
            </a:xfrm>
            <a:custGeom>
              <a:avLst/>
              <a:pathLst>
                <a:path w="12049831" h="3338283">
                  <a:moveTo>
                    <a:pt x="0" y="3338283"/>
                  </a:moveTo>
                  <a:lnTo>
                    <a:pt x="994940" y="3338283"/>
                  </a:lnTo>
                  <a:lnTo>
                    <a:pt x="995995" y="3338224"/>
                  </a:lnTo>
                  <a:lnTo>
                    <a:pt x="1002967" y="3337804"/>
                  </a:lnTo>
                  <a:lnTo>
                    <a:pt x="1020670" y="3336641"/>
                  </a:lnTo>
                  <a:lnTo>
                    <a:pt x="1052640" y="3334350"/>
                  </a:lnTo>
                  <a:lnTo>
                    <a:pt x="1100936" y="3330560"/>
                  </a:lnTo>
                  <a:lnTo>
                    <a:pt x="1165998" y="3324951"/>
                  </a:lnTo>
                  <a:lnTo>
                    <a:pt x="1246667" y="3317277"/>
                  </a:lnTo>
                  <a:lnTo>
                    <a:pt x="1340443" y="3307386"/>
                  </a:lnTo>
                  <a:lnTo>
                    <a:pt x="1443928" y="3295211"/>
                  </a:lnTo>
                  <a:lnTo>
                    <a:pt x="1553351" y="3280754"/>
                  </a:lnTo>
                  <a:lnTo>
                    <a:pt x="1665062" y="3264053"/>
                  </a:lnTo>
                  <a:lnTo>
                    <a:pt x="1775891" y="3245155"/>
                  </a:lnTo>
                  <a:lnTo>
                    <a:pt x="1883351" y="3224081"/>
                  </a:lnTo>
                  <a:lnTo>
                    <a:pt x="1985696" y="3200807"/>
                  </a:lnTo>
                  <a:lnTo>
                    <a:pt x="2081864" y="3175249"/>
                  </a:lnTo>
                  <a:lnTo>
                    <a:pt x="2171373" y="3147259"/>
                  </a:lnTo>
                  <a:lnTo>
                    <a:pt x="2254186" y="3116618"/>
                  </a:lnTo>
                  <a:lnTo>
                    <a:pt x="2330590" y="3083042"/>
                  </a:lnTo>
                  <a:lnTo>
                    <a:pt x="2401086" y="3046188"/>
                  </a:lnTo>
                  <a:lnTo>
                    <a:pt x="2466310" y="3005664"/>
                  </a:lnTo>
                  <a:lnTo>
                    <a:pt x="2526964" y="2961049"/>
                  </a:lnTo>
                  <a:lnTo>
                    <a:pt x="2583773" y="2911926"/>
                  </a:lnTo>
                  <a:lnTo>
                    <a:pt x="2637444" y="2857932"/>
                  </a:lnTo>
                  <a:lnTo>
                    <a:pt x="2688631" y="2798841"/>
                  </a:lnTo>
                  <a:lnTo>
                    <a:pt x="2702183" y="2781903"/>
                  </a:lnTo>
                  <a:lnTo>
                    <a:pt x="2743746" y="2726539"/>
                  </a:lnTo>
                  <a:lnTo>
                    <a:pt x="2784322" y="2667425"/>
                  </a:lnTo>
                  <a:lnTo>
                    <a:pt x="2824159" y="2604485"/>
                  </a:lnTo>
                  <a:lnTo>
                    <a:pt x="2863462" y="2537692"/>
                  </a:lnTo>
                  <a:lnTo>
                    <a:pt x="2902395" y="2467079"/>
                  </a:lnTo>
                  <a:lnTo>
                    <a:pt x="2941092" y="2392736"/>
                  </a:lnTo>
                  <a:lnTo>
                    <a:pt x="2979655" y="2314823"/>
                  </a:lnTo>
                  <a:lnTo>
                    <a:pt x="3018164" y="2233565"/>
                  </a:lnTo>
                  <a:lnTo>
                    <a:pt x="3056671" y="2149255"/>
                  </a:lnTo>
                  <a:lnTo>
                    <a:pt x="3095213" y="2062251"/>
                  </a:lnTo>
                  <a:lnTo>
                    <a:pt x="3133805" y="1972974"/>
                  </a:lnTo>
                  <a:lnTo>
                    <a:pt x="3172451" y="1881897"/>
                  </a:lnTo>
                  <a:lnTo>
                    <a:pt x="3211142" y="1789536"/>
                  </a:lnTo>
                  <a:lnTo>
                    <a:pt x="3249861" y="1696439"/>
                  </a:lnTo>
                  <a:lnTo>
                    <a:pt x="3288586" y="1603176"/>
                  </a:lnTo>
                  <a:lnTo>
                    <a:pt x="3327296" y="1510316"/>
                  </a:lnTo>
                  <a:lnTo>
                    <a:pt x="3365970" y="1418422"/>
                  </a:lnTo>
                  <a:lnTo>
                    <a:pt x="3404594" y="1328031"/>
                  </a:lnTo>
                  <a:lnTo>
                    <a:pt x="3443164" y="1239643"/>
                  </a:lnTo>
                  <a:lnTo>
                    <a:pt x="3481688" y="1153709"/>
                  </a:lnTo>
                  <a:lnTo>
                    <a:pt x="3520191" y="1070625"/>
                  </a:lnTo>
                  <a:lnTo>
                    <a:pt x="3558714" y="990722"/>
                  </a:lnTo>
                  <a:lnTo>
                    <a:pt x="3597323" y="914267"/>
                  </a:lnTo>
                  <a:lnTo>
                    <a:pt x="3636103" y="841456"/>
                  </a:lnTo>
                  <a:lnTo>
                    <a:pt x="3675172" y="772419"/>
                  </a:lnTo>
                  <a:lnTo>
                    <a:pt x="3714674" y="707224"/>
                  </a:lnTo>
                  <a:lnTo>
                    <a:pt x="3754791" y="645877"/>
                  </a:lnTo>
                  <a:lnTo>
                    <a:pt x="3795743" y="588331"/>
                  </a:lnTo>
                  <a:lnTo>
                    <a:pt x="3820202" y="556380"/>
                  </a:lnTo>
                  <a:lnTo>
                    <a:pt x="3870816" y="495894"/>
                  </a:lnTo>
                  <a:lnTo>
                    <a:pt x="3923750" y="440530"/>
                  </a:lnTo>
                  <a:lnTo>
                    <a:pt x="3979638" y="390116"/>
                  </a:lnTo>
                  <a:lnTo>
                    <a:pt x="4039176" y="344317"/>
                  </a:lnTo>
                  <a:lnTo>
                    <a:pt x="4103088" y="302723"/>
                  </a:lnTo>
                  <a:lnTo>
                    <a:pt x="4172085" y="264912"/>
                  </a:lnTo>
                  <a:lnTo>
                    <a:pt x="4246827" y="230482"/>
                  </a:lnTo>
                  <a:lnTo>
                    <a:pt x="4327860" y="199075"/>
                  </a:lnTo>
                  <a:lnTo>
                    <a:pt x="4415538" y="170389"/>
                  </a:lnTo>
                  <a:lnTo>
                    <a:pt x="4509924" y="144188"/>
                  </a:lnTo>
                  <a:lnTo>
                    <a:pt x="4610669" y="120304"/>
                  </a:lnTo>
                  <a:lnTo>
                    <a:pt x="4716882" y="98637"/>
                  </a:lnTo>
                  <a:lnTo>
                    <a:pt x="4827011" y="79147"/>
                  </a:lnTo>
                  <a:lnTo>
                    <a:pt x="4938769" y="61846"/>
                  </a:lnTo>
                  <a:lnTo>
                    <a:pt x="5049161" y="46775"/>
                  </a:lnTo>
                  <a:lnTo>
                    <a:pt x="5154635" y="33977"/>
                  </a:lnTo>
                  <a:lnTo>
                    <a:pt x="5251410" y="23469"/>
                  </a:lnTo>
                  <a:lnTo>
                    <a:pt x="5335933" y="15204"/>
                  </a:lnTo>
                  <a:lnTo>
                    <a:pt x="5405412" y="9055"/>
                  </a:lnTo>
                  <a:lnTo>
                    <a:pt x="5458289" y="4799"/>
                  </a:lnTo>
                  <a:lnTo>
                    <a:pt x="5494556" y="2136"/>
                  </a:lnTo>
                  <a:lnTo>
                    <a:pt x="5515844" y="705"/>
                  </a:lnTo>
                  <a:lnTo>
                    <a:pt x="5525305" y="122"/>
                  </a:lnTo>
                  <a:lnTo>
                    <a:pt x="5527423" y="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6" y="27"/>
                  </a:lnTo>
                  <a:lnTo>
                    <a:pt x="6530899" y="221"/>
                  </a:lnTo>
                  <a:lnTo>
                    <a:pt x="6549642" y="756"/>
                  </a:lnTo>
                  <a:lnTo>
                    <a:pt x="6583416" y="1812"/>
                  </a:lnTo>
                  <a:lnTo>
                    <a:pt x="6634289" y="3557"/>
                  </a:lnTo>
                  <a:lnTo>
                    <a:pt x="6702567" y="6135"/>
                  </a:lnTo>
                  <a:lnTo>
                    <a:pt x="6786840" y="9656"/>
                  </a:lnTo>
                  <a:lnTo>
                    <a:pt x="6884298" y="14184"/>
                  </a:lnTo>
                  <a:lnTo>
                    <a:pt x="6991234" y="19744"/>
                  </a:lnTo>
                  <a:lnTo>
                    <a:pt x="7103631" y="26331"/>
                  </a:lnTo>
                  <a:lnTo>
                    <a:pt x="7217685" y="33926"/>
                  </a:lnTo>
                  <a:lnTo>
                    <a:pt x="7330172" y="42510"/>
                  </a:lnTo>
                  <a:lnTo>
                    <a:pt x="7438636" y="52075"/>
                  </a:lnTo>
                  <a:lnTo>
                    <a:pt x="7541413" y="62641"/>
                  </a:lnTo>
                  <a:lnTo>
                    <a:pt x="7637560" y="74253"/>
                  </a:lnTo>
                  <a:lnTo>
                    <a:pt x="7726719" y="86991"/>
                  </a:lnTo>
                  <a:lnTo>
                    <a:pt x="7808972" y="100963"/>
                  </a:lnTo>
                  <a:lnTo>
                    <a:pt x="7884713" y="116311"/>
                  </a:lnTo>
                  <a:lnTo>
                    <a:pt x="7954533" y="133201"/>
                  </a:lnTo>
                  <a:lnTo>
                    <a:pt x="8019143" y="151820"/>
                  </a:lnTo>
                  <a:lnTo>
                    <a:pt x="8079303" y="172364"/>
                  </a:lnTo>
                  <a:lnTo>
                    <a:pt x="8135779" y="195017"/>
                  </a:lnTo>
                  <a:lnTo>
                    <a:pt x="8189304" y="219924"/>
                  </a:lnTo>
                  <a:lnTo>
                    <a:pt x="8229629" y="241069"/>
                  </a:lnTo>
                  <a:lnTo>
                    <a:pt x="8283407" y="272538"/>
                  </a:lnTo>
                  <a:lnTo>
                    <a:pt x="8335650" y="306766"/>
                  </a:lnTo>
                  <a:lnTo>
                    <a:pt x="8386856" y="343806"/>
                  </a:lnTo>
                  <a:lnTo>
                    <a:pt x="8437411" y="383640"/>
                  </a:lnTo>
                  <a:lnTo>
                    <a:pt x="8487601" y="426177"/>
                  </a:lnTo>
                  <a:lnTo>
                    <a:pt x="8537634" y="471247"/>
                  </a:lnTo>
                  <a:lnTo>
                    <a:pt x="8587648" y="518592"/>
                  </a:lnTo>
                  <a:lnTo>
                    <a:pt x="8637721" y="567878"/>
                  </a:lnTo>
                  <a:lnTo>
                    <a:pt x="8687883" y="618692"/>
                  </a:lnTo>
                  <a:lnTo>
                    <a:pt x="8738127" y="670563"/>
                  </a:lnTo>
                  <a:lnTo>
                    <a:pt x="8788417" y="722976"/>
                  </a:lnTo>
                  <a:lnTo>
                    <a:pt x="8838708" y="775391"/>
                  </a:lnTo>
                  <a:lnTo>
                    <a:pt x="8888951" y="827269"/>
                  </a:lnTo>
                  <a:lnTo>
                    <a:pt x="8939114" y="878095"/>
                  </a:lnTo>
                  <a:lnTo>
                    <a:pt x="8989188" y="927396"/>
                  </a:lnTo>
                  <a:lnTo>
                    <a:pt x="9039202" y="974760"/>
                  </a:lnTo>
                  <a:lnTo>
                    <a:pt x="9089235" y="1019851"/>
                  </a:lnTo>
                  <a:lnTo>
                    <a:pt x="9139423" y="1062412"/>
                  </a:lnTo>
                  <a:lnTo>
                    <a:pt x="9189973" y="1102270"/>
                  </a:lnTo>
                  <a:lnTo>
                    <a:pt x="9241172" y="1139334"/>
                  </a:lnTo>
                  <a:lnTo>
                    <a:pt x="9293404" y="1173587"/>
                  </a:lnTo>
                  <a:lnTo>
                    <a:pt x="9347166" y="1205080"/>
                  </a:lnTo>
                  <a:lnTo>
                    <a:pt x="9347647" y="1205345"/>
                  </a:lnTo>
                  <a:lnTo>
                    <a:pt x="9399322" y="1232067"/>
                  </a:lnTo>
                  <a:lnTo>
                    <a:pt x="9453426" y="1256478"/>
                  </a:lnTo>
                  <a:lnTo>
                    <a:pt x="9510634" y="1278661"/>
                  </a:lnTo>
                  <a:lnTo>
                    <a:pt x="9571690" y="1298773"/>
                  </a:lnTo>
                  <a:lnTo>
                    <a:pt x="9637362" y="1317002"/>
                  </a:lnTo>
                  <a:lnTo>
                    <a:pt x="9708404" y="1333544"/>
                  </a:lnTo>
                  <a:lnTo>
                    <a:pt x="9785507" y="1348581"/>
                  </a:lnTo>
                  <a:lnTo>
                    <a:pt x="9869228" y="1362276"/>
                  </a:lnTo>
                  <a:lnTo>
                    <a:pt x="9959903" y="1374762"/>
                  </a:lnTo>
                  <a:lnTo>
                    <a:pt x="10057531" y="1386142"/>
                  </a:lnTo>
                  <a:lnTo>
                    <a:pt x="10161639" y="1396489"/>
                  </a:lnTo>
                  <a:lnTo>
                    <a:pt x="10271140" y="1405842"/>
                  </a:lnTo>
                  <a:lnTo>
                    <a:pt x="10384201" y="1414213"/>
                  </a:lnTo>
                  <a:lnTo>
                    <a:pt x="10498194" y="1421592"/>
                  </a:lnTo>
                  <a:lnTo>
                    <a:pt x="10609748" y="1427959"/>
                  </a:lnTo>
                  <a:lnTo>
                    <a:pt x="10714974" y="1433296"/>
                  </a:lnTo>
                  <a:lnTo>
                    <a:pt x="10809875" y="1437602"/>
                  </a:lnTo>
                  <a:lnTo>
                    <a:pt x="10890889" y="1440913"/>
                  </a:lnTo>
                  <a:lnTo>
                    <a:pt x="10955470" y="1443301"/>
                  </a:lnTo>
                  <a:lnTo>
                    <a:pt x="11002562" y="1444883"/>
                  </a:lnTo>
                  <a:lnTo>
                    <a:pt x="11032854" y="1445812"/>
                  </a:lnTo>
                  <a:lnTo>
                    <a:pt x="11048782" y="1446258"/>
                  </a:lnTo>
                  <a:lnTo>
                    <a:pt x="11054345" y="1446401"/>
                  </a:lnTo>
                  <a:lnTo>
                    <a:pt x="11054891" y="1446415"/>
                  </a:lnTo>
                  <a:lnTo>
                    <a:pt x="12049831" y="1446415"/>
                  </a:lnTo>
                  <a:lnTo>
                    <a:pt x="12049831" y="14464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4" name="pl1663"/>
            <p:cNvSpPr/>
            <p:nvPr/>
          </p:nvSpPr>
          <p:spPr>
            <a:xfrm>
              <a:off x="1199187" y="2075126"/>
              <a:ext cx="12049831" cy="3338283"/>
            </a:xfrm>
            <a:custGeom>
              <a:avLst/>
              <a:pathLst>
                <a:path w="12049831" h="3338283">
                  <a:moveTo>
                    <a:pt x="12049831" y="1446415"/>
                  </a:moveTo>
                  <a:lnTo>
                    <a:pt x="11054891" y="1446415"/>
                  </a:lnTo>
                  <a:lnTo>
                    <a:pt x="11053771" y="1446387"/>
                  </a:lnTo>
                  <a:lnTo>
                    <a:pt x="11046378" y="1446193"/>
                  </a:lnTo>
                  <a:lnTo>
                    <a:pt x="11027635" y="1445658"/>
                  </a:lnTo>
                  <a:lnTo>
                    <a:pt x="10993861" y="1444602"/>
                  </a:lnTo>
                  <a:lnTo>
                    <a:pt x="10942988" y="1442857"/>
                  </a:lnTo>
                  <a:lnTo>
                    <a:pt x="10874710" y="1440279"/>
                  </a:lnTo>
                  <a:lnTo>
                    <a:pt x="10790436" y="1436758"/>
                  </a:lnTo>
                  <a:lnTo>
                    <a:pt x="10692978" y="1432230"/>
                  </a:lnTo>
                  <a:lnTo>
                    <a:pt x="10586043" y="1426670"/>
                  </a:lnTo>
                  <a:lnTo>
                    <a:pt x="10473646" y="1420083"/>
                  </a:lnTo>
                  <a:lnTo>
                    <a:pt x="10359592" y="1412488"/>
                  </a:lnTo>
                  <a:lnTo>
                    <a:pt x="10247104" y="1403904"/>
                  </a:lnTo>
                  <a:lnTo>
                    <a:pt x="10138641" y="1394339"/>
                  </a:lnTo>
                  <a:lnTo>
                    <a:pt x="10035863" y="1383773"/>
                  </a:lnTo>
                  <a:lnTo>
                    <a:pt x="9939716" y="1372161"/>
                  </a:lnTo>
                  <a:lnTo>
                    <a:pt x="9850557" y="1359423"/>
                  </a:lnTo>
                  <a:lnTo>
                    <a:pt x="9768304" y="1345451"/>
                  </a:lnTo>
                  <a:lnTo>
                    <a:pt x="9692564" y="1330103"/>
                  </a:lnTo>
                  <a:lnTo>
                    <a:pt x="9622743" y="1313213"/>
                  </a:lnTo>
                  <a:lnTo>
                    <a:pt x="9558134" y="1294594"/>
                  </a:lnTo>
                  <a:lnTo>
                    <a:pt x="9497974" y="1274050"/>
                  </a:lnTo>
                  <a:lnTo>
                    <a:pt x="9441497" y="1251397"/>
                  </a:lnTo>
                  <a:lnTo>
                    <a:pt x="9387973" y="1226490"/>
                  </a:lnTo>
                  <a:lnTo>
                    <a:pt x="9347647" y="1205345"/>
                  </a:lnTo>
                  <a:lnTo>
                    <a:pt x="9293869" y="1173876"/>
                  </a:lnTo>
                  <a:lnTo>
                    <a:pt x="9241627" y="1139648"/>
                  </a:lnTo>
                  <a:lnTo>
                    <a:pt x="9190420" y="1102608"/>
                  </a:lnTo>
                  <a:lnTo>
                    <a:pt x="9139866" y="1062774"/>
                  </a:lnTo>
                  <a:lnTo>
                    <a:pt x="9089676" y="1020237"/>
                  </a:lnTo>
                  <a:lnTo>
                    <a:pt x="9039642" y="975167"/>
                  </a:lnTo>
                  <a:lnTo>
                    <a:pt x="8989628" y="927822"/>
                  </a:lnTo>
                  <a:lnTo>
                    <a:pt x="8939555" y="878536"/>
                  </a:lnTo>
                  <a:lnTo>
                    <a:pt x="8889393" y="827722"/>
                  </a:lnTo>
                  <a:lnTo>
                    <a:pt x="8839150" y="775851"/>
                  </a:lnTo>
                  <a:lnTo>
                    <a:pt x="8788860" y="723438"/>
                  </a:lnTo>
                  <a:lnTo>
                    <a:pt x="8738569" y="671023"/>
                  </a:lnTo>
                  <a:lnTo>
                    <a:pt x="8688325" y="619145"/>
                  </a:lnTo>
                  <a:lnTo>
                    <a:pt x="8638162" y="568319"/>
                  </a:lnTo>
                  <a:lnTo>
                    <a:pt x="8588088" y="519018"/>
                  </a:lnTo>
                  <a:lnTo>
                    <a:pt x="8538074" y="471654"/>
                  </a:lnTo>
                  <a:lnTo>
                    <a:pt x="8488042" y="426563"/>
                  </a:lnTo>
                  <a:lnTo>
                    <a:pt x="8437854" y="384002"/>
                  </a:lnTo>
                  <a:lnTo>
                    <a:pt x="8387304" y="344144"/>
                  </a:lnTo>
                  <a:lnTo>
                    <a:pt x="8336104" y="307080"/>
                  </a:lnTo>
                  <a:lnTo>
                    <a:pt x="8283873" y="272827"/>
                  </a:lnTo>
                  <a:lnTo>
                    <a:pt x="8230111" y="241334"/>
                  </a:lnTo>
                  <a:lnTo>
                    <a:pt x="8229629" y="241069"/>
                  </a:lnTo>
                  <a:lnTo>
                    <a:pt x="8177955" y="214347"/>
                  </a:lnTo>
                  <a:lnTo>
                    <a:pt x="8123851" y="189936"/>
                  </a:lnTo>
                  <a:lnTo>
                    <a:pt x="8066642" y="167753"/>
                  </a:lnTo>
                  <a:lnTo>
                    <a:pt x="8005587" y="147641"/>
                  </a:lnTo>
                  <a:lnTo>
                    <a:pt x="7939915" y="129412"/>
                  </a:lnTo>
                  <a:lnTo>
                    <a:pt x="7868872" y="112870"/>
                  </a:lnTo>
                  <a:lnTo>
                    <a:pt x="7791769" y="97833"/>
                  </a:lnTo>
                  <a:lnTo>
                    <a:pt x="7708049" y="84138"/>
                  </a:lnTo>
                  <a:lnTo>
                    <a:pt x="7617374" y="71652"/>
                  </a:lnTo>
                  <a:lnTo>
                    <a:pt x="7519746" y="60272"/>
                  </a:lnTo>
                  <a:lnTo>
                    <a:pt x="7415637" y="49925"/>
                  </a:lnTo>
                  <a:lnTo>
                    <a:pt x="7306137" y="40572"/>
                  </a:lnTo>
                  <a:lnTo>
                    <a:pt x="7193075" y="32201"/>
                  </a:lnTo>
                  <a:lnTo>
                    <a:pt x="7079082" y="24822"/>
                  </a:lnTo>
                  <a:lnTo>
                    <a:pt x="6967529" y="18455"/>
                  </a:lnTo>
                  <a:lnTo>
                    <a:pt x="6862303" y="13118"/>
                  </a:lnTo>
                  <a:lnTo>
                    <a:pt x="6767401" y="8812"/>
                  </a:lnTo>
                  <a:lnTo>
                    <a:pt x="6686387" y="5501"/>
                  </a:lnTo>
                  <a:lnTo>
                    <a:pt x="6621806" y="3113"/>
                  </a:lnTo>
                  <a:lnTo>
                    <a:pt x="6574715" y="1531"/>
                  </a:lnTo>
                  <a:lnTo>
                    <a:pt x="6544423" y="602"/>
                  </a:lnTo>
                  <a:lnTo>
                    <a:pt x="6528494" y="156"/>
                  </a:lnTo>
                  <a:lnTo>
                    <a:pt x="6522931" y="1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90" y="59"/>
                  </a:lnTo>
                  <a:lnTo>
                    <a:pt x="5519418" y="479"/>
                  </a:lnTo>
                  <a:lnTo>
                    <a:pt x="5501715" y="1641"/>
                  </a:lnTo>
                  <a:lnTo>
                    <a:pt x="5469745" y="3933"/>
                  </a:lnTo>
                  <a:lnTo>
                    <a:pt x="5421449" y="7722"/>
                  </a:lnTo>
                  <a:lnTo>
                    <a:pt x="5356387" y="13332"/>
                  </a:lnTo>
                  <a:lnTo>
                    <a:pt x="5275718" y="21005"/>
                  </a:lnTo>
                  <a:lnTo>
                    <a:pt x="5181942" y="30897"/>
                  </a:lnTo>
                  <a:lnTo>
                    <a:pt x="5078457" y="43072"/>
                  </a:lnTo>
                  <a:lnTo>
                    <a:pt x="4969034" y="57529"/>
                  </a:lnTo>
                  <a:lnTo>
                    <a:pt x="4857323" y="74230"/>
                  </a:lnTo>
                  <a:lnTo>
                    <a:pt x="4746494" y="93128"/>
                  </a:lnTo>
                  <a:lnTo>
                    <a:pt x="4639034" y="114202"/>
                  </a:lnTo>
                  <a:lnTo>
                    <a:pt x="4536689" y="137476"/>
                  </a:lnTo>
                  <a:lnTo>
                    <a:pt x="4440521" y="163034"/>
                  </a:lnTo>
                  <a:lnTo>
                    <a:pt x="4351012" y="191024"/>
                  </a:lnTo>
                  <a:lnTo>
                    <a:pt x="4268199" y="221665"/>
                  </a:lnTo>
                  <a:lnTo>
                    <a:pt x="4191795" y="255241"/>
                  </a:lnTo>
                  <a:lnTo>
                    <a:pt x="4121299" y="292095"/>
                  </a:lnTo>
                  <a:lnTo>
                    <a:pt x="4056075" y="332619"/>
                  </a:lnTo>
                  <a:lnTo>
                    <a:pt x="3995421" y="377234"/>
                  </a:lnTo>
                  <a:lnTo>
                    <a:pt x="3938612" y="426357"/>
                  </a:lnTo>
                  <a:lnTo>
                    <a:pt x="3884941" y="480351"/>
                  </a:lnTo>
                  <a:lnTo>
                    <a:pt x="3833754" y="539442"/>
                  </a:lnTo>
                  <a:lnTo>
                    <a:pt x="3820202" y="556380"/>
                  </a:lnTo>
                  <a:lnTo>
                    <a:pt x="3778639" y="611744"/>
                  </a:lnTo>
                  <a:lnTo>
                    <a:pt x="3738063" y="670858"/>
                  </a:lnTo>
                  <a:lnTo>
                    <a:pt x="3698226" y="733798"/>
                  </a:lnTo>
                  <a:lnTo>
                    <a:pt x="3658923" y="800591"/>
                  </a:lnTo>
                  <a:lnTo>
                    <a:pt x="3619990" y="871204"/>
                  </a:lnTo>
                  <a:lnTo>
                    <a:pt x="3581293" y="945547"/>
                  </a:lnTo>
                  <a:lnTo>
                    <a:pt x="3542730" y="1023460"/>
                  </a:lnTo>
                  <a:lnTo>
                    <a:pt x="3504221" y="1104718"/>
                  </a:lnTo>
                  <a:lnTo>
                    <a:pt x="3465714" y="1189028"/>
                  </a:lnTo>
                  <a:lnTo>
                    <a:pt x="3427172" y="1276032"/>
                  </a:lnTo>
                  <a:lnTo>
                    <a:pt x="3388580" y="1365309"/>
                  </a:lnTo>
                  <a:lnTo>
                    <a:pt x="3349934" y="1456386"/>
                  </a:lnTo>
                  <a:lnTo>
                    <a:pt x="3311243" y="1548747"/>
                  </a:lnTo>
                  <a:lnTo>
                    <a:pt x="3272524" y="1641844"/>
                  </a:lnTo>
                  <a:lnTo>
                    <a:pt x="3233799" y="1735107"/>
                  </a:lnTo>
                  <a:lnTo>
                    <a:pt x="3195089" y="1827967"/>
                  </a:lnTo>
                  <a:lnTo>
                    <a:pt x="3156415" y="1919861"/>
                  </a:lnTo>
                  <a:lnTo>
                    <a:pt x="3117791" y="2010252"/>
                  </a:lnTo>
                  <a:lnTo>
                    <a:pt x="3079221" y="2098640"/>
                  </a:lnTo>
                  <a:lnTo>
                    <a:pt x="3040697" y="2184574"/>
                  </a:lnTo>
                  <a:lnTo>
                    <a:pt x="3002194" y="2267658"/>
                  </a:lnTo>
                  <a:lnTo>
                    <a:pt x="2963670" y="2347561"/>
                  </a:lnTo>
                  <a:lnTo>
                    <a:pt x="2925062" y="2424016"/>
                  </a:lnTo>
                  <a:lnTo>
                    <a:pt x="2886282" y="2496827"/>
                  </a:lnTo>
                  <a:lnTo>
                    <a:pt x="2847213" y="2565864"/>
                  </a:lnTo>
                  <a:lnTo>
                    <a:pt x="2807711" y="2631059"/>
                  </a:lnTo>
                  <a:lnTo>
                    <a:pt x="2767594" y="2692406"/>
                  </a:lnTo>
                  <a:lnTo>
                    <a:pt x="2726642" y="2749952"/>
                  </a:lnTo>
                  <a:lnTo>
                    <a:pt x="2702183" y="2781903"/>
                  </a:lnTo>
                  <a:lnTo>
                    <a:pt x="2651569" y="2842389"/>
                  </a:lnTo>
                  <a:lnTo>
                    <a:pt x="2598635" y="2897753"/>
                  </a:lnTo>
                  <a:lnTo>
                    <a:pt x="2542747" y="2948167"/>
                  </a:lnTo>
                  <a:lnTo>
                    <a:pt x="2483209" y="2993966"/>
                  </a:lnTo>
                  <a:lnTo>
                    <a:pt x="2419297" y="3035560"/>
                  </a:lnTo>
                  <a:lnTo>
                    <a:pt x="2350300" y="3073370"/>
                  </a:lnTo>
                  <a:lnTo>
                    <a:pt x="2275558" y="3107801"/>
                  </a:lnTo>
                  <a:lnTo>
                    <a:pt x="2194525" y="3139208"/>
                  </a:lnTo>
                  <a:lnTo>
                    <a:pt x="2106847" y="3167894"/>
                  </a:lnTo>
                  <a:lnTo>
                    <a:pt x="2012461" y="3194095"/>
                  </a:lnTo>
                  <a:lnTo>
                    <a:pt x="1911716" y="3217978"/>
                  </a:lnTo>
                  <a:lnTo>
                    <a:pt x="1805503" y="3239646"/>
                  </a:lnTo>
                  <a:lnTo>
                    <a:pt x="1695374" y="3259136"/>
                  </a:lnTo>
                  <a:lnTo>
                    <a:pt x="1583616" y="3276437"/>
                  </a:lnTo>
                  <a:lnTo>
                    <a:pt x="1473224" y="3291508"/>
                  </a:lnTo>
                  <a:lnTo>
                    <a:pt x="1367750" y="3304306"/>
                  </a:lnTo>
                  <a:lnTo>
                    <a:pt x="1270975" y="3314814"/>
                  </a:lnTo>
                  <a:lnTo>
                    <a:pt x="1186452" y="3323079"/>
                  </a:lnTo>
                  <a:lnTo>
                    <a:pt x="1116973" y="3329228"/>
                  </a:lnTo>
                  <a:lnTo>
                    <a:pt x="1064096" y="3333484"/>
                  </a:lnTo>
                  <a:lnTo>
                    <a:pt x="1027829" y="3336147"/>
                  </a:lnTo>
                  <a:lnTo>
                    <a:pt x="1006541" y="3337578"/>
                  </a:lnTo>
                  <a:lnTo>
                    <a:pt x="997080" y="3338161"/>
                  </a:lnTo>
                  <a:lnTo>
                    <a:pt x="994962" y="3338282"/>
                  </a:lnTo>
                  <a:lnTo>
                    <a:pt x="994940" y="3338283"/>
                  </a:lnTo>
                  <a:lnTo>
                    <a:pt x="0" y="3338283"/>
                  </a:lnTo>
                  <a:lnTo>
                    <a:pt x="0" y="33382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5" name="pg1664"/>
            <p:cNvSpPr/>
            <p:nvPr/>
          </p:nvSpPr>
          <p:spPr>
            <a:xfrm>
              <a:off x="1199187" y="3133734"/>
              <a:ext cx="12049831" cy="2525985"/>
            </a:xfrm>
            <a:custGeom>
              <a:avLst/>
              <a:pathLst>
                <a:path w="12049831" h="2525985">
                  <a:moveTo>
                    <a:pt x="0" y="2525985"/>
                  </a:moveTo>
                  <a:lnTo>
                    <a:pt x="994940" y="2525985"/>
                  </a:lnTo>
                  <a:lnTo>
                    <a:pt x="996028" y="2525939"/>
                  </a:lnTo>
                  <a:lnTo>
                    <a:pt x="1003216" y="2525611"/>
                  </a:lnTo>
                  <a:lnTo>
                    <a:pt x="1021452" y="2524705"/>
                  </a:lnTo>
                  <a:lnTo>
                    <a:pt x="1054346" y="2522919"/>
                  </a:lnTo>
                  <a:lnTo>
                    <a:pt x="1103965" y="2519966"/>
                  </a:lnTo>
                  <a:lnTo>
                    <a:pt x="1170681" y="2515597"/>
                  </a:lnTo>
                  <a:lnTo>
                    <a:pt x="1253207" y="2509628"/>
                  </a:lnTo>
                  <a:lnTo>
                    <a:pt x="1348887" y="2501943"/>
                  </a:lnTo>
                  <a:lnTo>
                    <a:pt x="1454162" y="2492495"/>
                  </a:lnTo>
                  <a:lnTo>
                    <a:pt x="1565135" y="2481288"/>
                  </a:lnTo>
                  <a:lnTo>
                    <a:pt x="1678074" y="2468356"/>
                  </a:lnTo>
                  <a:lnTo>
                    <a:pt x="1789779" y="2453733"/>
                  </a:lnTo>
                  <a:lnTo>
                    <a:pt x="1897777" y="2437430"/>
                  </a:lnTo>
                  <a:lnTo>
                    <a:pt x="2000363" y="2419426"/>
                  </a:lnTo>
                  <a:lnTo>
                    <a:pt x="2096535" y="2399646"/>
                  </a:lnTo>
                  <a:lnTo>
                    <a:pt x="2185873" y="2377967"/>
                  </a:lnTo>
                  <a:lnTo>
                    <a:pt x="2268404" y="2354211"/>
                  </a:lnTo>
                  <a:lnTo>
                    <a:pt x="2344467" y="2328146"/>
                  </a:lnTo>
                  <a:lnTo>
                    <a:pt x="2414613" y="2299498"/>
                  </a:lnTo>
                  <a:lnTo>
                    <a:pt x="2479515" y="2267956"/>
                  </a:lnTo>
                  <a:lnTo>
                    <a:pt x="2539906" y="2233189"/>
                  </a:lnTo>
                  <a:lnTo>
                    <a:pt x="2596534" y="2194879"/>
                  </a:lnTo>
                  <a:lnTo>
                    <a:pt x="2650118" y="2152759"/>
                  </a:lnTo>
                  <a:lnTo>
                    <a:pt x="2701316" y="2106692"/>
                  </a:lnTo>
                  <a:lnTo>
                    <a:pt x="2702183" y="2105861"/>
                  </a:lnTo>
                  <a:lnTo>
                    <a:pt x="2748286" y="2059250"/>
                  </a:lnTo>
                  <a:lnTo>
                    <a:pt x="2793207" y="2009136"/>
                  </a:lnTo>
                  <a:lnTo>
                    <a:pt x="2837276" y="1955448"/>
                  </a:lnTo>
                  <a:lnTo>
                    <a:pt x="2880757" y="1898175"/>
                  </a:lnTo>
                  <a:lnTo>
                    <a:pt x="2923858" y="1837373"/>
                  </a:lnTo>
                  <a:lnTo>
                    <a:pt x="2966743" y="1773173"/>
                  </a:lnTo>
                  <a:lnTo>
                    <a:pt x="3009529" y="1705780"/>
                  </a:lnTo>
                  <a:lnTo>
                    <a:pt x="3052301" y="1635478"/>
                  </a:lnTo>
                  <a:lnTo>
                    <a:pt x="3095111" y="1562627"/>
                  </a:lnTo>
                  <a:lnTo>
                    <a:pt x="3137983" y="1487657"/>
                  </a:lnTo>
                  <a:lnTo>
                    <a:pt x="3180921" y="1411060"/>
                  </a:lnTo>
                  <a:lnTo>
                    <a:pt x="3223910" y="1333378"/>
                  </a:lnTo>
                  <a:lnTo>
                    <a:pt x="3266925" y="1255185"/>
                  </a:lnTo>
                  <a:lnTo>
                    <a:pt x="3309936" y="1177070"/>
                  </a:lnTo>
                  <a:lnTo>
                    <a:pt x="3352913" y="1099622"/>
                  </a:lnTo>
                  <a:lnTo>
                    <a:pt x="3395834" y="1023408"/>
                  </a:lnTo>
                  <a:lnTo>
                    <a:pt x="3438689" y="948957"/>
                  </a:lnTo>
                  <a:lnTo>
                    <a:pt x="3481485" y="876746"/>
                  </a:lnTo>
                  <a:lnTo>
                    <a:pt x="3524255" y="807187"/>
                  </a:lnTo>
                  <a:lnTo>
                    <a:pt x="3567058" y="740620"/>
                  </a:lnTo>
                  <a:lnTo>
                    <a:pt x="3609987" y="677309"/>
                  </a:lnTo>
                  <a:lnTo>
                    <a:pt x="3653172" y="617438"/>
                  </a:lnTo>
                  <a:lnTo>
                    <a:pt x="3696787" y="561118"/>
                  </a:lnTo>
                  <a:lnTo>
                    <a:pt x="3741054" y="508386"/>
                  </a:lnTo>
                  <a:lnTo>
                    <a:pt x="3786255" y="459215"/>
                  </a:lnTo>
                  <a:lnTo>
                    <a:pt x="3820202" y="425364"/>
                  </a:lnTo>
                  <a:lnTo>
                    <a:pt x="3871363" y="379228"/>
                  </a:lnTo>
                  <a:lnTo>
                    <a:pt x="3924901" y="337041"/>
                  </a:lnTo>
                  <a:lnTo>
                    <a:pt x="3981470" y="298667"/>
                  </a:lnTo>
                  <a:lnTo>
                    <a:pt x="4041790" y="263842"/>
                  </a:lnTo>
                  <a:lnTo>
                    <a:pt x="4106608" y="232247"/>
                  </a:lnTo>
                  <a:lnTo>
                    <a:pt x="4176657" y="203551"/>
                  </a:lnTo>
                  <a:lnTo>
                    <a:pt x="4252613" y="177445"/>
                  </a:lnTo>
                  <a:lnTo>
                    <a:pt x="4335028" y="153650"/>
                  </a:lnTo>
                  <a:lnTo>
                    <a:pt x="4424248" y="131937"/>
                  </a:lnTo>
                  <a:lnTo>
                    <a:pt x="4520304" y="112126"/>
                  </a:lnTo>
                  <a:lnTo>
                    <a:pt x="4622785" y="94091"/>
                  </a:lnTo>
                  <a:lnTo>
                    <a:pt x="4730702" y="77760"/>
                  </a:lnTo>
                  <a:lnTo>
                    <a:pt x="4842362" y="63107"/>
                  </a:lnTo>
                  <a:lnTo>
                    <a:pt x="4955305" y="50146"/>
                  </a:lnTo>
                  <a:lnTo>
                    <a:pt x="5066343" y="38909"/>
                  </a:lnTo>
                  <a:lnTo>
                    <a:pt x="5171750" y="29431"/>
                  </a:lnTo>
                  <a:lnTo>
                    <a:pt x="5267627" y="21715"/>
                  </a:lnTo>
                  <a:lnTo>
                    <a:pt x="5350407" y="15717"/>
                  </a:lnTo>
                  <a:lnTo>
                    <a:pt x="5417411" y="11323"/>
                  </a:lnTo>
                  <a:lnTo>
                    <a:pt x="5467327" y="8347"/>
                  </a:lnTo>
                  <a:lnTo>
                    <a:pt x="5500498" y="6543"/>
                  </a:lnTo>
                  <a:lnTo>
                    <a:pt x="5518960" y="5624"/>
                  </a:lnTo>
                  <a:lnTo>
                    <a:pt x="5526301" y="528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0" y="5249"/>
                  </a:lnTo>
                  <a:lnTo>
                    <a:pt x="6531009" y="5310"/>
                  </a:lnTo>
                  <a:lnTo>
                    <a:pt x="6549988" y="5479"/>
                  </a:lnTo>
                  <a:lnTo>
                    <a:pt x="6584170" y="5813"/>
                  </a:lnTo>
                  <a:lnTo>
                    <a:pt x="6635625" y="6363"/>
                  </a:lnTo>
                  <a:lnTo>
                    <a:pt x="6704624" y="7177"/>
                  </a:lnTo>
                  <a:lnTo>
                    <a:pt x="6789702" y="8288"/>
                  </a:lnTo>
                  <a:lnTo>
                    <a:pt x="6887976" y="9716"/>
                  </a:lnTo>
                  <a:lnTo>
                    <a:pt x="6995669" y="11469"/>
                  </a:lnTo>
                  <a:lnTo>
                    <a:pt x="7108711" y="13544"/>
                  </a:lnTo>
                  <a:lnTo>
                    <a:pt x="7223266" y="15936"/>
                  </a:lnTo>
                  <a:lnTo>
                    <a:pt x="7336100" y="18638"/>
                  </a:lnTo>
                  <a:lnTo>
                    <a:pt x="7444765" y="21649"/>
                  </a:lnTo>
                  <a:lnTo>
                    <a:pt x="7547620" y="24975"/>
                  </a:lnTo>
                  <a:lnTo>
                    <a:pt x="7643747" y="28632"/>
                  </a:lnTo>
                  <a:lnTo>
                    <a:pt x="7732817" y="32644"/>
                  </a:lnTo>
                  <a:lnTo>
                    <a:pt x="7814939" y="37047"/>
                  </a:lnTo>
                  <a:lnTo>
                    <a:pt x="7890530" y="41886"/>
                  </a:lnTo>
                  <a:lnTo>
                    <a:pt x="7960203" y="47215"/>
                  </a:lnTo>
                  <a:lnTo>
                    <a:pt x="8024681" y="53093"/>
                  </a:lnTo>
                  <a:lnTo>
                    <a:pt x="8084739" y="59581"/>
                  </a:lnTo>
                  <a:lnTo>
                    <a:pt x="8141153" y="66737"/>
                  </a:lnTo>
                  <a:lnTo>
                    <a:pt x="8194657" y="74605"/>
                  </a:lnTo>
                  <a:lnTo>
                    <a:pt x="8229629" y="80356"/>
                  </a:lnTo>
                  <a:lnTo>
                    <a:pt x="8290236" y="91492"/>
                  </a:lnTo>
                  <a:lnTo>
                    <a:pt x="8348974" y="103727"/>
                  </a:lnTo>
                  <a:lnTo>
                    <a:pt x="8406526" y="117080"/>
                  </a:lnTo>
                  <a:lnTo>
                    <a:pt x="8463399" y="131533"/>
                  </a:lnTo>
                  <a:lnTo>
                    <a:pt x="8519954" y="147028"/>
                  </a:lnTo>
                  <a:lnTo>
                    <a:pt x="8576431" y="163466"/>
                  </a:lnTo>
                  <a:lnTo>
                    <a:pt x="8632964" y="180707"/>
                  </a:lnTo>
                  <a:lnTo>
                    <a:pt x="8689609" y="198572"/>
                  </a:lnTo>
                  <a:lnTo>
                    <a:pt x="8746355" y="216850"/>
                  </a:lnTo>
                  <a:lnTo>
                    <a:pt x="8803153" y="235308"/>
                  </a:lnTo>
                  <a:lnTo>
                    <a:pt x="8859932" y="253703"/>
                  </a:lnTo>
                  <a:lnTo>
                    <a:pt x="8916630" y="271798"/>
                  </a:lnTo>
                  <a:lnTo>
                    <a:pt x="8973216" y="289369"/>
                  </a:lnTo>
                  <a:lnTo>
                    <a:pt x="9029709" y="306220"/>
                  </a:lnTo>
                  <a:lnTo>
                    <a:pt x="9086203" y="322191"/>
                  </a:lnTo>
                  <a:lnTo>
                    <a:pt x="9142884" y="337163"/>
                  </a:lnTo>
                  <a:lnTo>
                    <a:pt x="9200050" y="351058"/>
                  </a:lnTo>
                  <a:lnTo>
                    <a:pt x="9258134" y="363840"/>
                  </a:lnTo>
                  <a:lnTo>
                    <a:pt x="9317729" y="375509"/>
                  </a:lnTo>
                  <a:lnTo>
                    <a:pt x="9347647" y="380819"/>
                  </a:lnTo>
                  <a:lnTo>
                    <a:pt x="9399557" y="389181"/>
                  </a:lnTo>
                  <a:lnTo>
                    <a:pt x="9453921" y="396816"/>
                  </a:lnTo>
                  <a:lnTo>
                    <a:pt x="9511424" y="403752"/>
                  </a:lnTo>
                  <a:lnTo>
                    <a:pt x="9572819" y="410037"/>
                  </a:lnTo>
                  <a:lnTo>
                    <a:pt x="9638885" y="415731"/>
                  </a:lnTo>
                  <a:lnTo>
                    <a:pt x="9710387" y="420896"/>
                  </a:lnTo>
                  <a:lnTo>
                    <a:pt x="9788020" y="425590"/>
                  </a:lnTo>
                  <a:lnTo>
                    <a:pt x="9872344" y="429863"/>
                  </a:lnTo>
                  <a:lnTo>
                    <a:pt x="9963690" y="433757"/>
                  </a:lnTo>
                  <a:lnTo>
                    <a:pt x="10062043" y="437305"/>
                  </a:lnTo>
                  <a:lnTo>
                    <a:pt x="10166900" y="440528"/>
                  </a:lnTo>
                  <a:lnTo>
                    <a:pt x="10277123" y="443440"/>
                  </a:lnTo>
                  <a:lnTo>
                    <a:pt x="10390817" y="446043"/>
                  </a:lnTo>
                  <a:lnTo>
                    <a:pt x="10505273" y="448333"/>
                  </a:lnTo>
                  <a:lnTo>
                    <a:pt x="10617033" y="450305"/>
                  </a:lnTo>
                  <a:lnTo>
                    <a:pt x="10722137" y="451953"/>
                  </a:lnTo>
                  <a:lnTo>
                    <a:pt x="10816547" y="453278"/>
                  </a:lnTo>
                  <a:lnTo>
                    <a:pt x="10896708" y="454290"/>
                  </a:lnTo>
                  <a:lnTo>
                    <a:pt x="10960143" y="455015"/>
                  </a:lnTo>
                  <a:lnTo>
                    <a:pt x="11005924" y="455491"/>
                  </a:lnTo>
                  <a:lnTo>
                    <a:pt x="11034905" y="455765"/>
                  </a:lnTo>
                  <a:lnTo>
                    <a:pt x="11049710" y="455894"/>
                  </a:lnTo>
                  <a:lnTo>
                    <a:pt x="11054531" y="455932"/>
                  </a:lnTo>
                  <a:lnTo>
                    <a:pt x="11054891" y="455935"/>
                  </a:lnTo>
                  <a:lnTo>
                    <a:pt x="12049831" y="455935"/>
                  </a:lnTo>
                  <a:lnTo>
                    <a:pt x="12049831" y="450694"/>
                  </a:lnTo>
                  <a:lnTo>
                    <a:pt x="11054891" y="450694"/>
                  </a:lnTo>
                  <a:lnTo>
                    <a:pt x="11053756" y="450685"/>
                  </a:lnTo>
                  <a:lnTo>
                    <a:pt x="11046267" y="450624"/>
                  </a:lnTo>
                  <a:lnTo>
                    <a:pt x="11027288" y="450455"/>
                  </a:lnTo>
                  <a:lnTo>
                    <a:pt x="10993106" y="450122"/>
                  </a:lnTo>
                  <a:lnTo>
                    <a:pt x="10941652" y="449571"/>
                  </a:lnTo>
                  <a:lnTo>
                    <a:pt x="10872652" y="448757"/>
                  </a:lnTo>
                  <a:lnTo>
                    <a:pt x="10787574" y="447646"/>
                  </a:lnTo>
                  <a:lnTo>
                    <a:pt x="10689301" y="446218"/>
                  </a:lnTo>
                  <a:lnTo>
                    <a:pt x="10581608" y="444465"/>
                  </a:lnTo>
                  <a:lnTo>
                    <a:pt x="10468565" y="442390"/>
                  </a:lnTo>
                  <a:lnTo>
                    <a:pt x="10354011" y="439999"/>
                  </a:lnTo>
                  <a:lnTo>
                    <a:pt x="10241177" y="437296"/>
                  </a:lnTo>
                  <a:lnTo>
                    <a:pt x="10132512" y="434285"/>
                  </a:lnTo>
                  <a:lnTo>
                    <a:pt x="10029657" y="430959"/>
                  </a:lnTo>
                  <a:lnTo>
                    <a:pt x="9933529" y="427303"/>
                  </a:lnTo>
                  <a:lnTo>
                    <a:pt x="9844460" y="423291"/>
                  </a:lnTo>
                  <a:lnTo>
                    <a:pt x="9762337" y="418887"/>
                  </a:lnTo>
                  <a:lnTo>
                    <a:pt x="9686746" y="414048"/>
                  </a:lnTo>
                  <a:lnTo>
                    <a:pt x="9617074" y="408719"/>
                  </a:lnTo>
                  <a:lnTo>
                    <a:pt x="9552596" y="402842"/>
                  </a:lnTo>
                  <a:lnTo>
                    <a:pt x="9492537" y="396354"/>
                  </a:lnTo>
                  <a:lnTo>
                    <a:pt x="9436124" y="389197"/>
                  </a:lnTo>
                  <a:lnTo>
                    <a:pt x="9382620" y="381329"/>
                  </a:lnTo>
                  <a:lnTo>
                    <a:pt x="9347647" y="375578"/>
                  </a:lnTo>
                  <a:lnTo>
                    <a:pt x="9287040" y="364443"/>
                  </a:lnTo>
                  <a:lnTo>
                    <a:pt x="9228303" y="352207"/>
                  </a:lnTo>
                  <a:lnTo>
                    <a:pt x="9170751" y="338854"/>
                  </a:lnTo>
                  <a:lnTo>
                    <a:pt x="9113878" y="324401"/>
                  </a:lnTo>
                  <a:lnTo>
                    <a:pt x="9057322" y="308906"/>
                  </a:lnTo>
                  <a:lnTo>
                    <a:pt x="9000846" y="292468"/>
                  </a:lnTo>
                  <a:lnTo>
                    <a:pt x="8944312" y="275227"/>
                  </a:lnTo>
                  <a:lnTo>
                    <a:pt x="8887667" y="257362"/>
                  </a:lnTo>
                  <a:lnTo>
                    <a:pt x="8830921" y="239084"/>
                  </a:lnTo>
                  <a:lnTo>
                    <a:pt x="8774124" y="220626"/>
                  </a:lnTo>
                  <a:lnTo>
                    <a:pt x="8717345" y="202231"/>
                  </a:lnTo>
                  <a:lnTo>
                    <a:pt x="8660646" y="184136"/>
                  </a:lnTo>
                  <a:lnTo>
                    <a:pt x="8604060" y="166565"/>
                  </a:lnTo>
                  <a:lnTo>
                    <a:pt x="8547568" y="149714"/>
                  </a:lnTo>
                  <a:lnTo>
                    <a:pt x="8491074" y="133743"/>
                  </a:lnTo>
                  <a:lnTo>
                    <a:pt x="8434393" y="118771"/>
                  </a:lnTo>
                  <a:lnTo>
                    <a:pt x="8377226" y="104876"/>
                  </a:lnTo>
                  <a:lnTo>
                    <a:pt x="8319142" y="92094"/>
                  </a:lnTo>
                  <a:lnTo>
                    <a:pt x="8259548" y="80425"/>
                  </a:lnTo>
                  <a:lnTo>
                    <a:pt x="8229629" y="75115"/>
                  </a:lnTo>
                  <a:lnTo>
                    <a:pt x="8177719" y="66753"/>
                  </a:lnTo>
                  <a:lnTo>
                    <a:pt x="8123355" y="59118"/>
                  </a:lnTo>
                  <a:lnTo>
                    <a:pt x="8065852" y="52182"/>
                  </a:lnTo>
                  <a:lnTo>
                    <a:pt x="8004457" y="45897"/>
                  </a:lnTo>
                  <a:lnTo>
                    <a:pt x="7938391" y="40203"/>
                  </a:lnTo>
                  <a:lnTo>
                    <a:pt x="7866890" y="35038"/>
                  </a:lnTo>
                  <a:lnTo>
                    <a:pt x="7789257" y="30344"/>
                  </a:lnTo>
                  <a:lnTo>
                    <a:pt x="7704933" y="26072"/>
                  </a:lnTo>
                  <a:lnTo>
                    <a:pt x="7613586" y="22177"/>
                  </a:lnTo>
                  <a:lnTo>
                    <a:pt x="7515233" y="18629"/>
                  </a:lnTo>
                  <a:lnTo>
                    <a:pt x="7410377" y="15406"/>
                  </a:lnTo>
                  <a:lnTo>
                    <a:pt x="7300153" y="12494"/>
                  </a:lnTo>
                  <a:lnTo>
                    <a:pt x="7186459" y="9891"/>
                  </a:lnTo>
                  <a:lnTo>
                    <a:pt x="7072004" y="7601"/>
                  </a:lnTo>
                  <a:lnTo>
                    <a:pt x="6960244" y="5629"/>
                  </a:lnTo>
                  <a:lnTo>
                    <a:pt x="6855139" y="3981"/>
                  </a:lnTo>
                  <a:lnTo>
                    <a:pt x="6760730" y="2656"/>
                  </a:lnTo>
                  <a:lnTo>
                    <a:pt x="6680569" y="1644"/>
                  </a:lnTo>
                  <a:lnTo>
                    <a:pt x="6617133" y="919"/>
                  </a:lnTo>
                  <a:lnTo>
                    <a:pt x="6571353" y="443"/>
                  </a:lnTo>
                  <a:lnTo>
                    <a:pt x="6542371" y="169"/>
                  </a:lnTo>
                  <a:lnTo>
                    <a:pt x="6527566" y="41"/>
                  </a:lnTo>
                  <a:lnTo>
                    <a:pt x="6522746" y="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7" y="46"/>
                  </a:lnTo>
                  <a:lnTo>
                    <a:pt x="5519169" y="374"/>
                  </a:lnTo>
                  <a:lnTo>
                    <a:pt x="5500933" y="1280"/>
                  </a:lnTo>
                  <a:lnTo>
                    <a:pt x="5468039" y="3066"/>
                  </a:lnTo>
                  <a:lnTo>
                    <a:pt x="5418420" y="6019"/>
                  </a:lnTo>
                  <a:lnTo>
                    <a:pt x="5351704" y="10387"/>
                  </a:lnTo>
                  <a:lnTo>
                    <a:pt x="5269178" y="16356"/>
                  </a:lnTo>
                  <a:lnTo>
                    <a:pt x="5173498" y="24042"/>
                  </a:lnTo>
                  <a:lnTo>
                    <a:pt x="5068223" y="33490"/>
                  </a:lnTo>
                  <a:lnTo>
                    <a:pt x="4957250" y="44696"/>
                  </a:lnTo>
                  <a:lnTo>
                    <a:pt x="4844311" y="57628"/>
                  </a:lnTo>
                  <a:lnTo>
                    <a:pt x="4732606" y="72252"/>
                  </a:lnTo>
                  <a:lnTo>
                    <a:pt x="4624608" y="88554"/>
                  </a:lnTo>
                  <a:lnTo>
                    <a:pt x="4522022" y="106559"/>
                  </a:lnTo>
                  <a:lnTo>
                    <a:pt x="4425850" y="126338"/>
                  </a:lnTo>
                  <a:lnTo>
                    <a:pt x="4336512" y="148017"/>
                  </a:lnTo>
                  <a:lnTo>
                    <a:pt x="4253981" y="171774"/>
                  </a:lnTo>
                  <a:lnTo>
                    <a:pt x="4177918" y="197839"/>
                  </a:lnTo>
                  <a:lnTo>
                    <a:pt x="4107772" y="226486"/>
                  </a:lnTo>
                  <a:lnTo>
                    <a:pt x="4042870" y="258029"/>
                  </a:lnTo>
                  <a:lnTo>
                    <a:pt x="3982479" y="292795"/>
                  </a:lnTo>
                  <a:lnTo>
                    <a:pt x="3925851" y="331106"/>
                  </a:lnTo>
                  <a:lnTo>
                    <a:pt x="3872267" y="373225"/>
                  </a:lnTo>
                  <a:lnTo>
                    <a:pt x="3821069" y="419293"/>
                  </a:lnTo>
                  <a:lnTo>
                    <a:pt x="3820202" y="420124"/>
                  </a:lnTo>
                  <a:lnTo>
                    <a:pt x="3774099" y="466735"/>
                  </a:lnTo>
                  <a:lnTo>
                    <a:pt x="3729178" y="516849"/>
                  </a:lnTo>
                  <a:lnTo>
                    <a:pt x="3685109" y="570537"/>
                  </a:lnTo>
                  <a:lnTo>
                    <a:pt x="3641628" y="627810"/>
                  </a:lnTo>
                  <a:lnTo>
                    <a:pt x="3598527" y="688611"/>
                  </a:lnTo>
                  <a:lnTo>
                    <a:pt x="3555642" y="752811"/>
                  </a:lnTo>
                  <a:lnTo>
                    <a:pt x="3512856" y="820205"/>
                  </a:lnTo>
                  <a:lnTo>
                    <a:pt x="3470084" y="890507"/>
                  </a:lnTo>
                  <a:lnTo>
                    <a:pt x="3427274" y="963358"/>
                  </a:lnTo>
                  <a:lnTo>
                    <a:pt x="3384402" y="1038328"/>
                  </a:lnTo>
                  <a:lnTo>
                    <a:pt x="3341464" y="1114924"/>
                  </a:lnTo>
                  <a:lnTo>
                    <a:pt x="3298475" y="1192607"/>
                  </a:lnTo>
                  <a:lnTo>
                    <a:pt x="3255460" y="1270800"/>
                  </a:lnTo>
                  <a:lnTo>
                    <a:pt x="3212449" y="1348915"/>
                  </a:lnTo>
                  <a:lnTo>
                    <a:pt x="3169472" y="1426363"/>
                  </a:lnTo>
                  <a:lnTo>
                    <a:pt x="3126551" y="1502577"/>
                  </a:lnTo>
                  <a:lnTo>
                    <a:pt x="3083696" y="1577028"/>
                  </a:lnTo>
                  <a:lnTo>
                    <a:pt x="3040900" y="1649239"/>
                  </a:lnTo>
                  <a:lnTo>
                    <a:pt x="2998130" y="1718798"/>
                  </a:lnTo>
                  <a:lnTo>
                    <a:pt x="2955327" y="1785365"/>
                  </a:lnTo>
                  <a:lnTo>
                    <a:pt x="2912398" y="1848676"/>
                  </a:lnTo>
                  <a:lnTo>
                    <a:pt x="2869213" y="1908546"/>
                  </a:lnTo>
                  <a:lnTo>
                    <a:pt x="2825598" y="1964867"/>
                  </a:lnTo>
                  <a:lnTo>
                    <a:pt x="2781331" y="2017599"/>
                  </a:lnTo>
                  <a:lnTo>
                    <a:pt x="2736130" y="2066770"/>
                  </a:lnTo>
                  <a:lnTo>
                    <a:pt x="2702183" y="2100620"/>
                  </a:lnTo>
                  <a:lnTo>
                    <a:pt x="2651022" y="2146756"/>
                  </a:lnTo>
                  <a:lnTo>
                    <a:pt x="2597484" y="2188943"/>
                  </a:lnTo>
                  <a:lnTo>
                    <a:pt x="2540915" y="2227318"/>
                  </a:lnTo>
                  <a:lnTo>
                    <a:pt x="2480595" y="2262143"/>
                  </a:lnTo>
                  <a:lnTo>
                    <a:pt x="2415777" y="2293738"/>
                  </a:lnTo>
                  <a:lnTo>
                    <a:pt x="2345728" y="2322433"/>
                  </a:lnTo>
                  <a:lnTo>
                    <a:pt x="2269772" y="2348540"/>
                  </a:lnTo>
                  <a:lnTo>
                    <a:pt x="2187357" y="2372335"/>
                  </a:lnTo>
                  <a:lnTo>
                    <a:pt x="2098137" y="2394048"/>
                  </a:lnTo>
                  <a:lnTo>
                    <a:pt x="2002081" y="2413859"/>
                  </a:lnTo>
                  <a:lnTo>
                    <a:pt x="1899600" y="2431893"/>
                  </a:lnTo>
                  <a:lnTo>
                    <a:pt x="1791683" y="2448224"/>
                  </a:lnTo>
                  <a:lnTo>
                    <a:pt x="1680023" y="2462877"/>
                  </a:lnTo>
                  <a:lnTo>
                    <a:pt x="1567080" y="2475839"/>
                  </a:lnTo>
                  <a:lnTo>
                    <a:pt x="1456042" y="2487075"/>
                  </a:lnTo>
                  <a:lnTo>
                    <a:pt x="1350635" y="2496554"/>
                  </a:lnTo>
                  <a:lnTo>
                    <a:pt x="1254758" y="2504270"/>
                  </a:lnTo>
                  <a:lnTo>
                    <a:pt x="1171978" y="2510268"/>
                  </a:lnTo>
                  <a:lnTo>
                    <a:pt x="1104974" y="2514662"/>
                  </a:lnTo>
                  <a:lnTo>
                    <a:pt x="1055058" y="2517638"/>
                  </a:lnTo>
                  <a:lnTo>
                    <a:pt x="1021887" y="2519442"/>
                  </a:lnTo>
                  <a:lnTo>
                    <a:pt x="1003425" y="2520361"/>
                  </a:lnTo>
                  <a:lnTo>
                    <a:pt x="996084" y="2520696"/>
                  </a:lnTo>
                  <a:lnTo>
                    <a:pt x="994940" y="2520744"/>
                  </a:lnTo>
                  <a:lnTo>
                    <a:pt x="0" y="2520744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66" name="pl1665"/>
            <p:cNvSpPr/>
            <p:nvPr/>
          </p:nvSpPr>
          <p:spPr>
            <a:xfrm>
              <a:off x="1199187" y="3138975"/>
              <a:ext cx="12049831" cy="2520744"/>
            </a:xfrm>
            <a:custGeom>
              <a:avLst/>
              <a:pathLst>
                <a:path w="12049831" h="2520744">
                  <a:moveTo>
                    <a:pt x="0" y="2520744"/>
                  </a:moveTo>
                  <a:lnTo>
                    <a:pt x="994940" y="2520744"/>
                  </a:lnTo>
                  <a:lnTo>
                    <a:pt x="996028" y="2520698"/>
                  </a:lnTo>
                  <a:lnTo>
                    <a:pt x="1003216" y="2520370"/>
                  </a:lnTo>
                  <a:lnTo>
                    <a:pt x="1021452" y="2519464"/>
                  </a:lnTo>
                  <a:lnTo>
                    <a:pt x="1054346" y="2517678"/>
                  </a:lnTo>
                  <a:lnTo>
                    <a:pt x="1103965" y="2514725"/>
                  </a:lnTo>
                  <a:lnTo>
                    <a:pt x="1170681" y="2510357"/>
                  </a:lnTo>
                  <a:lnTo>
                    <a:pt x="1253207" y="2504388"/>
                  </a:lnTo>
                  <a:lnTo>
                    <a:pt x="1348887" y="2496702"/>
                  </a:lnTo>
                  <a:lnTo>
                    <a:pt x="1454162" y="2487254"/>
                  </a:lnTo>
                  <a:lnTo>
                    <a:pt x="1565135" y="2476048"/>
                  </a:lnTo>
                  <a:lnTo>
                    <a:pt x="1678074" y="2463116"/>
                  </a:lnTo>
                  <a:lnTo>
                    <a:pt x="1789779" y="2448492"/>
                  </a:lnTo>
                  <a:lnTo>
                    <a:pt x="1897777" y="2432190"/>
                  </a:lnTo>
                  <a:lnTo>
                    <a:pt x="2000363" y="2414185"/>
                  </a:lnTo>
                  <a:lnTo>
                    <a:pt x="2096535" y="2394406"/>
                  </a:lnTo>
                  <a:lnTo>
                    <a:pt x="2185873" y="2372727"/>
                  </a:lnTo>
                  <a:lnTo>
                    <a:pt x="2268404" y="2348970"/>
                  </a:lnTo>
                  <a:lnTo>
                    <a:pt x="2344467" y="2322905"/>
                  </a:lnTo>
                  <a:lnTo>
                    <a:pt x="2414613" y="2294258"/>
                  </a:lnTo>
                  <a:lnTo>
                    <a:pt x="2479515" y="2262715"/>
                  </a:lnTo>
                  <a:lnTo>
                    <a:pt x="2539906" y="2227949"/>
                  </a:lnTo>
                  <a:lnTo>
                    <a:pt x="2596534" y="2189638"/>
                  </a:lnTo>
                  <a:lnTo>
                    <a:pt x="2650118" y="2147519"/>
                  </a:lnTo>
                  <a:lnTo>
                    <a:pt x="2701316" y="2101451"/>
                  </a:lnTo>
                  <a:lnTo>
                    <a:pt x="2702183" y="2100620"/>
                  </a:lnTo>
                  <a:lnTo>
                    <a:pt x="2748286" y="2054009"/>
                  </a:lnTo>
                  <a:lnTo>
                    <a:pt x="2793207" y="2003895"/>
                  </a:lnTo>
                  <a:lnTo>
                    <a:pt x="2837276" y="1950207"/>
                  </a:lnTo>
                  <a:lnTo>
                    <a:pt x="2880757" y="1892934"/>
                  </a:lnTo>
                  <a:lnTo>
                    <a:pt x="2923858" y="1832133"/>
                  </a:lnTo>
                  <a:lnTo>
                    <a:pt x="2966743" y="1767933"/>
                  </a:lnTo>
                  <a:lnTo>
                    <a:pt x="3009529" y="1700539"/>
                  </a:lnTo>
                  <a:lnTo>
                    <a:pt x="3052301" y="1630237"/>
                  </a:lnTo>
                  <a:lnTo>
                    <a:pt x="3095111" y="1557386"/>
                  </a:lnTo>
                  <a:lnTo>
                    <a:pt x="3137983" y="1482416"/>
                  </a:lnTo>
                  <a:lnTo>
                    <a:pt x="3180921" y="1405820"/>
                  </a:lnTo>
                  <a:lnTo>
                    <a:pt x="3223910" y="1328137"/>
                  </a:lnTo>
                  <a:lnTo>
                    <a:pt x="3266925" y="1249944"/>
                  </a:lnTo>
                  <a:lnTo>
                    <a:pt x="3309936" y="1171829"/>
                  </a:lnTo>
                  <a:lnTo>
                    <a:pt x="3352913" y="1094381"/>
                  </a:lnTo>
                  <a:lnTo>
                    <a:pt x="3395834" y="1018167"/>
                  </a:lnTo>
                  <a:lnTo>
                    <a:pt x="3438689" y="943716"/>
                  </a:lnTo>
                  <a:lnTo>
                    <a:pt x="3481485" y="871505"/>
                  </a:lnTo>
                  <a:lnTo>
                    <a:pt x="3524255" y="801946"/>
                  </a:lnTo>
                  <a:lnTo>
                    <a:pt x="3567058" y="735379"/>
                  </a:lnTo>
                  <a:lnTo>
                    <a:pt x="3609987" y="672068"/>
                  </a:lnTo>
                  <a:lnTo>
                    <a:pt x="3653172" y="612198"/>
                  </a:lnTo>
                  <a:lnTo>
                    <a:pt x="3696787" y="555877"/>
                  </a:lnTo>
                  <a:lnTo>
                    <a:pt x="3741054" y="503145"/>
                  </a:lnTo>
                  <a:lnTo>
                    <a:pt x="3786255" y="453974"/>
                  </a:lnTo>
                  <a:lnTo>
                    <a:pt x="3820202" y="420124"/>
                  </a:lnTo>
                  <a:lnTo>
                    <a:pt x="3871363" y="373988"/>
                  </a:lnTo>
                  <a:lnTo>
                    <a:pt x="3924901" y="331801"/>
                  </a:lnTo>
                  <a:lnTo>
                    <a:pt x="3981470" y="293426"/>
                  </a:lnTo>
                  <a:lnTo>
                    <a:pt x="4041790" y="258601"/>
                  </a:lnTo>
                  <a:lnTo>
                    <a:pt x="4106608" y="227006"/>
                  </a:lnTo>
                  <a:lnTo>
                    <a:pt x="4176657" y="198311"/>
                  </a:lnTo>
                  <a:lnTo>
                    <a:pt x="4252613" y="172204"/>
                  </a:lnTo>
                  <a:lnTo>
                    <a:pt x="4335028" y="148409"/>
                  </a:lnTo>
                  <a:lnTo>
                    <a:pt x="4424248" y="126696"/>
                  </a:lnTo>
                  <a:lnTo>
                    <a:pt x="4520304" y="106885"/>
                  </a:lnTo>
                  <a:lnTo>
                    <a:pt x="4622785" y="88851"/>
                  </a:lnTo>
                  <a:lnTo>
                    <a:pt x="4730702" y="72520"/>
                  </a:lnTo>
                  <a:lnTo>
                    <a:pt x="4842362" y="57867"/>
                  </a:lnTo>
                  <a:lnTo>
                    <a:pt x="4955305" y="44905"/>
                  </a:lnTo>
                  <a:lnTo>
                    <a:pt x="5066343" y="33669"/>
                  </a:lnTo>
                  <a:lnTo>
                    <a:pt x="5171750" y="24190"/>
                  </a:lnTo>
                  <a:lnTo>
                    <a:pt x="5267627" y="16474"/>
                  </a:lnTo>
                  <a:lnTo>
                    <a:pt x="5350407" y="10476"/>
                  </a:lnTo>
                  <a:lnTo>
                    <a:pt x="5417411" y="6082"/>
                  </a:lnTo>
                  <a:lnTo>
                    <a:pt x="5467327" y="3106"/>
                  </a:lnTo>
                  <a:lnTo>
                    <a:pt x="5500498" y="1302"/>
                  </a:lnTo>
                  <a:lnTo>
                    <a:pt x="5518960" y="383"/>
                  </a:lnTo>
                  <a:lnTo>
                    <a:pt x="5526301" y="48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0" y="8"/>
                  </a:lnTo>
                  <a:lnTo>
                    <a:pt x="6531009" y="69"/>
                  </a:lnTo>
                  <a:lnTo>
                    <a:pt x="6549988" y="238"/>
                  </a:lnTo>
                  <a:lnTo>
                    <a:pt x="6584170" y="572"/>
                  </a:lnTo>
                  <a:lnTo>
                    <a:pt x="6635625" y="1123"/>
                  </a:lnTo>
                  <a:lnTo>
                    <a:pt x="6704624" y="1937"/>
                  </a:lnTo>
                  <a:lnTo>
                    <a:pt x="6789702" y="3048"/>
                  </a:lnTo>
                  <a:lnTo>
                    <a:pt x="6887976" y="4476"/>
                  </a:lnTo>
                  <a:lnTo>
                    <a:pt x="6995669" y="6228"/>
                  </a:lnTo>
                  <a:lnTo>
                    <a:pt x="7108711" y="8303"/>
                  </a:lnTo>
                  <a:lnTo>
                    <a:pt x="7223266" y="10695"/>
                  </a:lnTo>
                  <a:lnTo>
                    <a:pt x="7336100" y="13397"/>
                  </a:lnTo>
                  <a:lnTo>
                    <a:pt x="7444765" y="16408"/>
                  </a:lnTo>
                  <a:lnTo>
                    <a:pt x="7547620" y="19735"/>
                  </a:lnTo>
                  <a:lnTo>
                    <a:pt x="7643747" y="23391"/>
                  </a:lnTo>
                  <a:lnTo>
                    <a:pt x="7732817" y="27403"/>
                  </a:lnTo>
                  <a:lnTo>
                    <a:pt x="7814939" y="31806"/>
                  </a:lnTo>
                  <a:lnTo>
                    <a:pt x="7890530" y="36646"/>
                  </a:lnTo>
                  <a:lnTo>
                    <a:pt x="7960203" y="41974"/>
                  </a:lnTo>
                  <a:lnTo>
                    <a:pt x="8024681" y="47852"/>
                  </a:lnTo>
                  <a:lnTo>
                    <a:pt x="8084739" y="54340"/>
                  </a:lnTo>
                  <a:lnTo>
                    <a:pt x="8141153" y="61496"/>
                  </a:lnTo>
                  <a:lnTo>
                    <a:pt x="8194657" y="69364"/>
                  </a:lnTo>
                  <a:lnTo>
                    <a:pt x="8229629" y="75115"/>
                  </a:lnTo>
                  <a:lnTo>
                    <a:pt x="8290236" y="86251"/>
                  </a:lnTo>
                  <a:lnTo>
                    <a:pt x="8348974" y="98487"/>
                  </a:lnTo>
                  <a:lnTo>
                    <a:pt x="8406526" y="111840"/>
                  </a:lnTo>
                  <a:lnTo>
                    <a:pt x="8463399" y="126292"/>
                  </a:lnTo>
                  <a:lnTo>
                    <a:pt x="8519954" y="141787"/>
                  </a:lnTo>
                  <a:lnTo>
                    <a:pt x="8576431" y="158226"/>
                  </a:lnTo>
                  <a:lnTo>
                    <a:pt x="8632964" y="175467"/>
                  </a:lnTo>
                  <a:lnTo>
                    <a:pt x="8689609" y="193331"/>
                  </a:lnTo>
                  <a:lnTo>
                    <a:pt x="8746355" y="211609"/>
                  </a:lnTo>
                  <a:lnTo>
                    <a:pt x="8803153" y="230067"/>
                  </a:lnTo>
                  <a:lnTo>
                    <a:pt x="8859932" y="248463"/>
                  </a:lnTo>
                  <a:lnTo>
                    <a:pt x="8916630" y="266557"/>
                  </a:lnTo>
                  <a:lnTo>
                    <a:pt x="8973216" y="284128"/>
                  </a:lnTo>
                  <a:lnTo>
                    <a:pt x="9029709" y="300979"/>
                  </a:lnTo>
                  <a:lnTo>
                    <a:pt x="9086203" y="316950"/>
                  </a:lnTo>
                  <a:lnTo>
                    <a:pt x="9142884" y="331922"/>
                  </a:lnTo>
                  <a:lnTo>
                    <a:pt x="9200050" y="345817"/>
                  </a:lnTo>
                  <a:lnTo>
                    <a:pt x="9258134" y="358599"/>
                  </a:lnTo>
                  <a:lnTo>
                    <a:pt x="9317729" y="370269"/>
                  </a:lnTo>
                  <a:lnTo>
                    <a:pt x="9347647" y="375578"/>
                  </a:lnTo>
                  <a:lnTo>
                    <a:pt x="9399557" y="383940"/>
                  </a:lnTo>
                  <a:lnTo>
                    <a:pt x="9453921" y="391576"/>
                  </a:lnTo>
                  <a:lnTo>
                    <a:pt x="9511424" y="398511"/>
                  </a:lnTo>
                  <a:lnTo>
                    <a:pt x="9572819" y="404796"/>
                  </a:lnTo>
                  <a:lnTo>
                    <a:pt x="9638885" y="410490"/>
                  </a:lnTo>
                  <a:lnTo>
                    <a:pt x="9710387" y="415656"/>
                  </a:lnTo>
                  <a:lnTo>
                    <a:pt x="9788020" y="420349"/>
                  </a:lnTo>
                  <a:lnTo>
                    <a:pt x="9872344" y="424622"/>
                  </a:lnTo>
                  <a:lnTo>
                    <a:pt x="9963690" y="428516"/>
                  </a:lnTo>
                  <a:lnTo>
                    <a:pt x="10062043" y="432064"/>
                  </a:lnTo>
                  <a:lnTo>
                    <a:pt x="10166900" y="435288"/>
                  </a:lnTo>
                  <a:lnTo>
                    <a:pt x="10277123" y="438199"/>
                  </a:lnTo>
                  <a:lnTo>
                    <a:pt x="10390817" y="440802"/>
                  </a:lnTo>
                  <a:lnTo>
                    <a:pt x="10505273" y="443093"/>
                  </a:lnTo>
                  <a:lnTo>
                    <a:pt x="10617033" y="445065"/>
                  </a:lnTo>
                  <a:lnTo>
                    <a:pt x="10722137" y="446713"/>
                  </a:lnTo>
                  <a:lnTo>
                    <a:pt x="10816547" y="448037"/>
                  </a:lnTo>
                  <a:lnTo>
                    <a:pt x="10896708" y="449050"/>
                  </a:lnTo>
                  <a:lnTo>
                    <a:pt x="10960143" y="449775"/>
                  </a:lnTo>
                  <a:lnTo>
                    <a:pt x="11005924" y="450250"/>
                  </a:lnTo>
                  <a:lnTo>
                    <a:pt x="11034905" y="450525"/>
                  </a:lnTo>
                  <a:lnTo>
                    <a:pt x="11049710" y="450653"/>
                  </a:lnTo>
                  <a:lnTo>
                    <a:pt x="11054531" y="450691"/>
                  </a:lnTo>
                  <a:lnTo>
                    <a:pt x="11054891" y="450694"/>
                  </a:lnTo>
                  <a:lnTo>
                    <a:pt x="12049831" y="450694"/>
                  </a:lnTo>
                  <a:lnTo>
                    <a:pt x="12049831" y="4506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7" name="pl1666"/>
            <p:cNvSpPr/>
            <p:nvPr/>
          </p:nvSpPr>
          <p:spPr>
            <a:xfrm>
              <a:off x="1199187" y="3133734"/>
              <a:ext cx="12049831" cy="2520744"/>
            </a:xfrm>
            <a:custGeom>
              <a:avLst/>
              <a:pathLst>
                <a:path w="12049831" h="2520744">
                  <a:moveTo>
                    <a:pt x="12049831" y="450694"/>
                  </a:moveTo>
                  <a:lnTo>
                    <a:pt x="11054891" y="450694"/>
                  </a:lnTo>
                  <a:lnTo>
                    <a:pt x="11053756" y="450685"/>
                  </a:lnTo>
                  <a:lnTo>
                    <a:pt x="11046267" y="450624"/>
                  </a:lnTo>
                  <a:lnTo>
                    <a:pt x="11027288" y="450455"/>
                  </a:lnTo>
                  <a:lnTo>
                    <a:pt x="10993106" y="450122"/>
                  </a:lnTo>
                  <a:lnTo>
                    <a:pt x="10941652" y="449571"/>
                  </a:lnTo>
                  <a:lnTo>
                    <a:pt x="10872652" y="448757"/>
                  </a:lnTo>
                  <a:lnTo>
                    <a:pt x="10787574" y="447646"/>
                  </a:lnTo>
                  <a:lnTo>
                    <a:pt x="10689301" y="446218"/>
                  </a:lnTo>
                  <a:lnTo>
                    <a:pt x="10581608" y="444465"/>
                  </a:lnTo>
                  <a:lnTo>
                    <a:pt x="10468565" y="442390"/>
                  </a:lnTo>
                  <a:lnTo>
                    <a:pt x="10354011" y="439999"/>
                  </a:lnTo>
                  <a:lnTo>
                    <a:pt x="10241177" y="437296"/>
                  </a:lnTo>
                  <a:lnTo>
                    <a:pt x="10132512" y="434285"/>
                  </a:lnTo>
                  <a:lnTo>
                    <a:pt x="10029657" y="430959"/>
                  </a:lnTo>
                  <a:lnTo>
                    <a:pt x="9933529" y="427303"/>
                  </a:lnTo>
                  <a:lnTo>
                    <a:pt x="9844460" y="423291"/>
                  </a:lnTo>
                  <a:lnTo>
                    <a:pt x="9762337" y="418887"/>
                  </a:lnTo>
                  <a:lnTo>
                    <a:pt x="9686746" y="414048"/>
                  </a:lnTo>
                  <a:lnTo>
                    <a:pt x="9617074" y="408719"/>
                  </a:lnTo>
                  <a:lnTo>
                    <a:pt x="9552596" y="402842"/>
                  </a:lnTo>
                  <a:lnTo>
                    <a:pt x="9492537" y="396354"/>
                  </a:lnTo>
                  <a:lnTo>
                    <a:pt x="9436124" y="389197"/>
                  </a:lnTo>
                  <a:lnTo>
                    <a:pt x="9382620" y="381329"/>
                  </a:lnTo>
                  <a:lnTo>
                    <a:pt x="9347647" y="375578"/>
                  </a:lnTo>
                  <a:lnTo>
                    <a:pt x="9287040" y="364443"/>
                  </a:lnTo>
                  <a:lnTo>
                    <a:pt x="9228303" y="352207"/>
                  </a:lnTo>
                  <a:lnTo>
                    <a:pt x="9170751" y="338854"/>
                  </a:lnTo>
                  <a:lnTo>
                    <a:pt x="9113878" y="324401"/>
                  </a:lnTo>
                  <a:lnTo>
                    <a:pt x="9057322" y="308906"/>
                  </a:lnTo>
                  <a:lnTo>
                    <a:pt x="9000846" y="292468"/>
                  </a:lnTo>
                  <a:lnTo>
                    <a:pt x="8944312" y="275227"/>
                  </a:lnTo>
                  <a:lnTo>
                    <a:pt x="8887667" y="257362"/>
                  </a:lnTo>
                  <a:lnTo>
                    <a:pt x="8830921" y="239084"/>
                  </a:lnTo>
                  <a:lnTo>
                    <a:pt x="8774124" y="220626"/>
                  </a:lnTo>
                  <a:lnTo>
                    <a:pt x="8717345" y="202231"/>
                  </a:lnTo>
                  <a:lnTo>
                    <a:pt x="8660646" y="184136"/>
                  </a:lnTo>
                  <a:lnTo>
                    <a:pt x="8604060" y="166565"/>
                  </a:lnTo>
                  <a:lnTo>
                    <a:pt x="8547568" y="149714"/>
                  </a:lnTo>
                  <a:lnTo>
                    <a:pt x="8491074" y="133743"/>
                  </a:lnTo>
                  <a:lnTo>
                    <a:pt x="8434393" y="118771"/>
                  </a:lnTo>
                  <a:lnTo>
                    <a:pt x="8377226" y="104876"/>
                  </a:lnTo>
                  <a:lnTo>
                    <a:pt x="8319142" y="92094"/>
                  </a:lnTo>
                  <a:lnTo>
                    <a:pt x="8259548" y="80425"/>
                  </a:lnTo>
                  <a:lnTo>
                    <a:pt x="8229629" y="75115"/>
                  </a:lnTo>
                  <a:lnTo>
                    <a:pt x="8177719" y="66753"/>
                  </a:lnTo>
                  <a:lnTo>
                    <a:pt x="8123355" y="59118"/>
                  </a:lnTo>
                  <a:lnTo>
                    <a:pt x="8065852" y="52182"/>
                  </a:lnTo>
                  <a:lnTo>
                    <a:pt x="8004457" y="45897"/>
                  </a:lnTo>
                  <a:lnTo>
                    <a:pt x="7938391" y="40203"/>
                  </a:lnTo>
                  <a:lnTo>
                    <a:pt x="7866890" y="35038"/>
                  </a:lnTo>
                  <a:lnTo>
                    <a:pt x="7789257" y="30344"/>
                  </a:lnTo>
                  <a:lnTo>
                    <a:pt x="7704933" y="26072"/>
                  </a:lnTo>
                  <a:lnTo>
                    <a:pt x="7613586" y="22177"/>
                  </a:lnTo>
                  <a:lnTo>
                    <a:pt x="7515233" y="18629"/>
                  </a:lnTo>
                  <a:lnTo>
                    <a:pt x="7410377" y="15406"/>
                  </a:lnTo>
                  <a:lnTo>
                    <a:pt x="7300153" y="12494"/>
                  </a:lnTo>
                  <a:lnTo>
                    <a:pt x="7186459" y="9891"/>
                  </a:lnTo>
                  <a:lnTo>
                    <a:pt x="7072004" y="7601"/>
                  </a:lnTo>
                  <a:lnTo>
                    <a:pt x="6960244" y="5629"/>
                  </a:lnTo>
                  <a:lnTo>
                    <a:pt x="6855139" y="3981"/>
                  </a:lnTo>
                  <a:lnTo>
                    <a:pt x="6760730" y="2656"/>
                  </a:lnTo>
                  <a:lnTo>
                    <a:pt x="6680569" y="1644"/>
                  </a:lnTo>
                  <a:lnTo>
                    <a:pt x="6617133" y="919"/>
                  </a:lnTo>
                  <a:lnTo>
                    <a:pt x="6571353" y="443"/>
                  </a:lnTo>
                  <a:lnTo>
                    <a:pt x="6542371" y="169"/>
                  </a:lnTo>
                  <a:lnTo>
                    <a:pt x="6527566" y="41"/>
                  </a:lnTo>
                  <a:lnTo>
                    <a:pt x="6522746" y="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7" y="46"/>
                  </a:lnTo>
                  <a:lnTo>
                    <a:pt x="5519169" y="374"/>
                  </a:lnTo>
                  <a:lnTo>
                    <a:pt x="5500933" y="1280"/>
                  </a:lnTo>
                  <a:lnTo>
                    <a:pt x="5468039" y="3066"/>
                  </a:lnTo>
                  <a:lnTo>
                    <a:pt x="5418420" y="6019"/>
                  </a:lnTo>
                  <a:lnTo>
                    <a:pt x="5351704" y="10387"/>
                  </a:lnTo>
                  <a:lnTo>
                    <a:pt x="5269178" y="16356"/>
                  </a:lnTo>
                  <a:lnTo>
                    <a:pt x="5173498" y="24042"/>
                  </a:lnTo>
                  <a:lnTo>
                    <a:pt x="5068223" y="33490"/>
                  </a:lnTo>
                  <a:lnTo>
                    <a:pt x="4957250" y="44696"/>
                  </a:lnTo>
                  <a:lnTo>
                    <a:pt x="4844311" y="57628"/>
                  </a:lnTo>
                  <a:lnTo>
                    <a:pt x="4732606" y="72252"/>
                  </a:lnTo>
                  <a:lnTo>
                    <a:pt x="4624608" y="88554"/>
                  </a:lnTo>
                  <a:lnTo>
                    <a:pt x="4522022" y="106559"/>
                  </a:lnTo>
                  <a:lnTo>
                    <a:pt x="4425850" y="126338"/>
                  </a:lnTo>
                  <a:lnTo>
                    <a:pt x="4336512" y="148017"/>
                  </a:lnTo>
                  <a:lnTo>
                    <a:pt x="4253981" y="171774"/>
                  </a:lnTo>
                  <a:lnTo>
                    <a:pt x="4177918" y="197839"/>
                  </a:lnTo>
                  <a:lnTo>
                    <a:pt x="4107772" y="226486"/>
                  </a:lnTo>
                  <a:lnTo>
                    <a:pt x="4042870" y="258029"/>
                  </a:lnTo>
                  <a:lnTo>
                    <a:pt x="3982479" y="292795"/>
                  </a:lnTo>
                  <a:lnTo>
                    <a:pt x="3925851" y="331106"/>
                  </a:lnTo>
                  <a:lnTo>
                    <a:pt x="3872267" y="373225"/>
                  </a:lnTo>
                  <a:lnTo>
                    <a:pt x="3821069" y="419293"/>
                  </a:lnTo>
                  <a:lnTo>
                    <a:pt x="3820202" y="420124"/>
                  </a:lnTo>
                  <a:lnTo>
                    <a:pt x="3774099" y="466735"/>
                  </a:lnTo>
                  <a:lnTo>
                    <a:pt x="3729178" y="516849"/>
                  </a:lnTo>
                  <a:lnTo>
                    <a:pt x="3685109" y="570537"/>
                  </a:lnTo>
                  <a:lnTo>
                    <a:pt x="3641628" y="627810"/>
                  </a:lnTo>
                  <a:lnTo>
                    <a:pt x="3598527" y="688611"/>
                  </a:lnTo>
                  <a:lnTo>
                    <a:pt x="3555642" y="752811"/>
                  </a:lnTo>
                  <a:lnTo>
                    <a:pt x="3512856" y="820205"/>
                  </a:lnTo>
                  <a:lnTo>
                    <a:pt x="3470084" y="890507"/>
                  </a:lnTo>
                  <a:lnTo>
                    <a:pt x="3427274" y="963358"/>
                  </a:lnTo>
                  <a:lnTo>
                    <a:pt x="3384402" y="1038328"/>
                  </a:lnTo>
                  <a:lnTo>
                    <a:pt x="3341464" y="1114924"/>
                  </a:lnTo>
                  <a:lnTo>
                    <a:pt x="3298475" y="1192607"/>
                  </a:lnTo>
                  <a:lnTo>
                    <a:pt x="3255460" y="1270800"/>
                  </a:lnTo>
                  <a:lnTo>
                    <a:pt x="3212449" y="1348915"/>
                  </a:lnTo>
                  <a:lnTo>
                    <a:pt x="3169472" y="1426363"/>
                  </a:lnTo>
                  <a:lnTo>
                    <a:pt x="3126551" y="1502577"/>
                  </a:lnTo>
                  <a:lnTo>
                    <a:pt x="3083696" y="1577028"/>
                  </a:lnTo>
                  <a:lnTo>
                    <a:pt x="3040900" y="1649239"/>
                  </a:lnTo>
                  <a:lnTo>
                    <a:pt x="2998130" y="1718798"/>
                  </a:lnTo>
                  <a:lnTo>
                    <a:pt x="2955327" y="1785365"/>
                  </a:lnTo>
                  <a:lnTo>
                    <a:pt x="2912398" y="1848676"/>
                  </a:lnTo>
                  <a:lnTo>
                    <a:pt x="2869213" y="1908546"/>
                  </a:lnTo>
                  <a:lnTo>
                    <a:pt x="2825598" y="1964867"/>
                  </a:lnTo>
                  <a:lnTo>
                    <a:pt x="2781331" y="2017599"/>
                  </a:lnTo>
                  <a:lnTo>
                    <a:pt x="2736130" y="2066770"/>
                  </a:lnTo>
                  <a:lnTo>
                    <a:pt x="2702183" y="2100620"/>
                  </a:lnTo>
                  <a:lnTo>
                    <a:pt x="2651022" y="2146756"/>
                  </a:lnTo>
                  <a:lnTo>
                    <a:pt x="2597484" y="2188943"/>
                  </a:lnTo>
                  <a:lnTo>
                    <a:pt x="2540915" y="2227318"/>
                  </a:lnTo>
                  <a:lnTo>
                    <a:pt x="2480595" y="2262143"/>
                  </a:lnTo>
                  <a:lnTo>
                    <a:pt x="2415777" y="2293738"/>
                  </a:lnTo>
                  <a:lnTo>
                    <a:pt x="2345728" y="2322433"/>
                  </a:lnTo>
                  <a:lnTo>
                    <a:pt x="2269772" y="2348540"/>
                  </a:lnTo>
                  <a:lnTo>
                    <a:pt x="2187357" y="2372335"/>
                  </a:lnTo>
                  <a:lnTo>
                    <a:pt x="2098137" y="2394048"/>
                  </a:lnTo>
                  <a:lnTo>
                    <a:pt x="2002081" y="2413859"/>
                  </a:lnTo>
                  <a:lnTo>
                    <a:pt x="1899600" y="2431893"/>
                  </a:lnTo>
                  <a:lnTo>
                    <a:pt x="1791683" y="2448224"/>
                  </a:lnTo>
                  <a:lnTo>
                    <a:pt x="1680023" y="2462877"/>
                  </a:lnTo>
                  <a:lnTo>
                    <a:pt x="1567080" y="2475839"/>
                  </a:lnTo>
                  <a:lnTo>
                    <a:pt x="1456042" y="2487075"/>
                  </a:lnTo>
                  <a:lnTo>
                    <a:pt x="1350635" y="2496554"/>
                  </a:lnTo>
                  <a:lnTo>
                    <a:pt x="1254758" y="2504270"/>
                  </a:lnTo>
                  <a:lnTo>
                    <a:pt x="1171978" y="2510268"/>
                  </a:lnTo>
                  <a:lnTo>
                    <a:pt x="1104974" y="2514662"/>
                  </a:lnTo>
                  <a:lnTo>
                    <a:pt x="1055058" y="2517638"/>
                  </a:lnTo>
                  <a:lnTo>
                    <a:pt x="1021887" y="2519442"/>
                  </a:lnTo>
                  <a:lnTo>
                    <a:pt x="1003425" y="2520361"/>
                  </a:lnTo>
                  <a:lnTo>
                    <a:pt x="996084" y="2520696"/>
                  </a:lnTo>
                  <a:lnTo>
                    <a:pt x="994940" y="2520744"/>
                  </a:lnTo>
                  <a:lnTo>
                    <a:pt x="994940" y="2520744"/>
                  </a:lnTo>
                  <a:lnTo>
                    <a:pt x="0" y="2520744"/>
                  </a:lnTo>
                  <a:lnTo>
                    <a:pt x="0" y="25207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8" name="pg1667"/>
            <p:cNvSpPr/>
            <p:nvPr/>
          </p:nvSpPr>
          <p:spPr>
            <a:xfrm>
              <a:off x="1199187" y="3196622"/>
              <a:ext cx="12049831" cy="2468338"/>
            </a:xfrm>
            <a:custGeom>
              <a:avLst/>
              <a:pathLst>
                <a:path w="12049831" h="2468338">
                  <a:moveTo>
                    <a:pt x="0" y="2468338"/>
                  </a:moveTo>
                  <a:lnTo>
                    <a:pt x="994940" y="2468338"/>
                  </a:lnTo>
                  <a:lnTo>
                    <a:pt x="996030" y="2468293"/>
                  </a:lnTo>
                  <a:lnTo>
                    <a:pt x="1003231" y="2467972"/>
                  </a:lnTo>
                  <a:lnTo>
                    <a:pt x="1021500" y="2467085"/>
                  </a:lnTo>
                  <a:lnTo>
                    <a:pt x="1054452" y="2465336"/>
                  </a:lnTo>
                  <a:lnTo>
                    <a:pt x="1104154" y="2462445"/>
                  </a:lnTo>
                  <a:lnTo>
                    <a:pt x="1170971" y="2458169"/>
                  </a:lnTo>
                  <a:lnTo>
                    <a:pt x="1253613" y="2452325"/>
                  </a:lnTo>
                  <a:lnTo>
                    <a:pt x="1349410" y="2444802"/>
                  </a:lnTo>
                  <a:lnTo>
                    <a:pt x="1454795" y="2435555"/>
                  </a:lnTo>
                  <a:lnTo>
                    <a:pt x="1565863" y="2424587"/>
                  </a:lnTo>
                  <a:lnTo>
                    <a:pt x="1678876" y="2411931"/>
                  </a:lnTo>
                  <a:lnTo>
                    <a:pt x="1790634" y="2397621"/>
                  </a:lnTo>
                  <a:lnTo>
                    <a:pt x="1898664" y="2381668"/>
                  </a:lnTo>
                  <a:lnTo>
                    <a:pt x="2001263" y="2364049"/>
                  </a:lnTo>
                  <a:lnTo>
                    <a:pt x="2097434" y="2344692"/>
                  </a:lnTo>
                  <a:lnTo>
                    <a:pt x="2186762" y="2323476"/>
                  </a:lnTo>
                  <a:lnTo>
                    <a:pt x="2269274" y="2300225"/>
                  </a:lnTo>
                  <a:lnTo>
                    <a:pt x="2345316" y="2274713"/>
                  </a:lnTo>
                  <a:lnTo>
                    <a:pt x="2415441" y="2246670"/>
                  </a:lnTo>
                  <a:lnTo>
                    <a:pt x="2480323" y="2215791"/>
                  </a:lnTo>
                  <a:lnTo>
                    <a:pt x="2540699" y="2181754"/>
                  </a:lnTo>
                  <a:lnTo>
                    <a:pt x="2597316" y="2144245"/>
                  </a:lnTo>
                  <a:lnTo>
                    <a:pt x="2650896" y="2103007"/>
                  </a:lnTo>
                  <a:lnTo>
                    <a:pt x="2702183" y="2057822"/>
                  </a:lnTo>
                  <a:lnTo>
                    <a:pt x="2748649" y="2011899"/>
                  </a:lnTo>
                  <a:lnTo>
                    <a:pt x="2793917" y="1962498"/>
                  </a:lnTo>
                  <a:lnTo>
                    <a:pt x="2838324" y="1909547"/>
                  </a:lnTo>
                  <a:lnTo>
                    <a:pt x="2882140" y="1853039"/>
                  </a:lnTo>
                  <a:lnTo>
                    <a:pt x="2925575" y="1793030"/>
                  </a:lnTo>
                  <a:lnTo>
                    <a:pt x="2968796" y="1729654"/>
                  </a:lnTo>
                  <a:lnTo>
                    <a:pt x="3011922" y="1663119"/>
                  </a:lnTo>
                  <a:lnTo>
                    <a:pt x="3055037" y="1593715"/>
                  </a:lnTo>
                  <a:lnTo>
                    <a:pt x="3098193" y="1521805"/>
                  </a:lnTo>
                  <a:lnTo>
                    <a:pt x="3141413" y="1447825"/>
                  </a:lnTo>
                  <a:lnTo>
                    <a:pt x="3184699" y="1372271"/>
                  </a:lnTo>
                  <a:lnTo>
                    <a:pt x="3228035" y="1295689"/>
                  </a:lnTo>
                  <a:lnTo>
                    <a:pt x="3271395" y="1218655"/>
                  </a:lnTo>
                  <a:lnTo>
                    <a:pt x="3314747" y="1141760"/>
                  </a:lnTo>
                  <a:lnTo>
                    <a:pt x="3358062" y="1065592"/>
                  </a:lnTo>
                  <a:lnTo>
                    <a:pt x="3401318" y="990714"/>
                  </a:lnTo>
                  <a:lnTo>
                    <a:pt x="3444507" y="917649"/>
                  </a:lnTo>
                  <a:lnTo>
                    <a:pt x="3487639" y="846868"/>
                  </a:lnTo>
                  <a:lnTo>
                    <a:pt x="3530751" y="778774"/>
                  </a:lnTo>
                  <a:lnTo>
                    <a:pt x="3573909" y="713694"/>
                  </a:lnTo>
                  <a:lnTo>
                    <a:pt x="3617213" y="651881"/>
                  </a:lnTo>
                  <a:lnTo>
                    <a:pt x="3660804" y="593508"/>
                  </a:lnTo>
                  <a:lnTo>
                    <a:pt x="3704868" y="538670"/>
                  </a:lnTo>
                  <a:lnTo>
                    <a:pt x="3749643" y="487395"/>
                  </a:lnTo>
                  <a:lnTo>
                    <a:pt x="3795428" y="439643"/>
                  </a:lnTo>
                  <a:lnTo>
                    <a:pt x="3820202" y="415756"/>
                  </a:lnTo>
                  <a:lnTo>
                    <a:pt x="3871397" y="370648"/>
                  </a:lnTo>
                  <a:lnTo>
                    <a:pt x="3924972" y="329402"/>
                  </a:lnTo>
                  <a:lnTo>
                    <a:pt x="3981583" y="291887"/>
                  </a:lnTo>
                  <a:lnTo>
                    <a:pt x="4041952" y="257844"/>
                  </a:lnTo>
                  <a:lnTo>
                    <a:pt x="4106825" y="226960"/>
                  </a:lnTo>
                  <a:lnTo>
                    <a:pt x="4176940" y="198913"/>
                  </a:lnTo>
                  <a:lnTo>
                    <a:pt x="4252971" y="173396"/>
                  </a:lnTo>
                  <a:lnTo>
                    <a:pt x="4335472" y="150141"/>
                  </a:lnTo>
                  <a:lnTo>
                    <a:pt x="4424787" y="128922"/>
                  </a:lnTo>
                  <a:lnTo>
                    <a:pt x="4520946" y="109562"/>
                  </a:lnTo>
                  <a:lnTo>
                    <a:pt x="4623535" y="91940"/>
                  </a:lnTo>
                  <a:lnTo>
                    <a:pt x="4731557" y="75984"/>
                  </a:lnTo>
                  <a:lnTo>
                    <a:pt x="4843310" y="61671"/>
                  </a:lnTo>
                  <a:lnTo>
                    <a:pt x="4956324" y="49012"/>
                  </a:lnTo>
                  <a:lnTo>
                    <a:pt x="5067398" y="38041"/>
                  </a:lnTo>
                  <a:lnTo>
                    <a:pt x="5172797" y="28791"/>
                  </a:lnTo>
                  <a:lnTo>
                    <a:pt x="5268614" y="21265"/>
                  </a:lnTo>
                  <a:lnTo>
                    <a:pt x="5351281" y="15419"/>
                  </a:lnTo>
                  <a:lnTo>
                    <a:pt x="5418129" y="11140"/>
                  </a:lnTo>
                  <a:lnTo>
                    <a:pt x="5467861" y="8246"/>
                  </a:lnTo>
                  <a:lnTo>
                    <a:pt x="5500841" y="6496"/>
                  </a:lnTo>
                  <a:lnTo>
                    <a:pt x="5519133" y="5607"/>
                  </a:lnTo>
                  <a:lnTo>
                    <a:pt x="5526349" y="5285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90" y="5278"/>
                  </a:lnTo>
                  <a:lnTo>
                    <a:pt x="6530780" y="5549"/>
                  </a:lnTo>
                  <a:lnTo>
                    <a:pt x="6549268" y="6296"/>
                  </a:lnTo>
                  <a:lnTo>
                    <a:pt x="6582600" y="7770"/>
                  </a:lnTo>
                  <a:lnTo>
                    <a:pt x="6632844" y="10206"/>
                  </a:lnTo>
                  <a:lnTo>
                    <a:pt x="6700338" y="13808"/>
                  </a:lnTo>
                  <a:lnTo>
                    <a:pt x="6783737" y="18727"/>
                  </a:lnTo>
                  <a:lnTo>
                    <a:pt x="6880305" y="25058"/>
                  </a:lnTo>
                  <a:lnTo>
                    <a:pt x="6986412" y="32836"/>
                  </a:lnTo>
                  <a:lnTo>
                    <a:pt x="7098100" y="42057"/>
                  </a:lnTo>
                  <a:lnTo>
                    <a:pt x="7211600" y="52692"/>
                  </a:lnTo>
                  <a:lnTo>
                    <a:pt x="7323700" y="64715"/>
                  </a:lnTo>
                  <a:lnTo>
                    <a:pt x="7431936" y="78116"/>
                  </a:lnTo>
                  <a:lnTo>
                    <a:pt x="7534621" y="92918"/>
                  </a:lnTo>
                  <a:lnTo>
                    <a:pt x="7630784" y="109181"/>
                  </a:lnTo>
                  <a:lnTo>
                    <a:pt x="7720035" y="127014"/>
                  </a:lnTo>
                  <a:lnTo>
                    <a:pt x="7802428" y="146565"/>
                  </a:lnTo>
                  <a:lnTo>
                    <a:pt x="7878331" y="168028"/>
                  </a:lnTo>
                  <a:lnTo>
                    <a:pt x="7948314" y="191634"/>
                  </a:lnTo>
                  <a:lnTo>
                    <a:pt x="8013069" y="217640"/>
                  </a:lnTo>
                  <a:lnTo>
                    <a:pt x="8073342" y="246319"/>
                  </a:lnTo>
                  <a:lnTo>
                    <a:pt x="8129892" y="277933"/>
                  </a:lnTo>
                  <a:lnTo>
                    <a:pt x="8183444" y="312692"/>
                  </a:lnTo>
                  <a:lnTo>
                    <a:pt x="8229629" y="346755"/>
                  </a:lnTo>
                  <a:lnTo>
                    <a:pt x="8278879" y="387375"/>
                  </a:lnTo>
                  <a:lnTo>
                    <a:pt x="8326806" y="431257"/>
                  </a:lnTo>
                  <a:lnTo>
                    <a:pt x="8373803" y="478466"/>
                  </a:lnTo>
                  <a:lnTo>
                    <a:pt x="8420182" y="529000"/>
                  </a:lnTo>
                  <a:lnTo>
                    <a:pt x="8466184" y="582786"/>
                  </a:lnTo>
                  <a:lnTo>
                    <a:pt x="8511988" y="639672"/>
                  </a:lnTo>
                  <a:lnTo>
                    <a:pt x="8557725" y="699425"/>
                  </a:lnTo>
                  <a:lnTo>
                    <a:pt x="8603478" y="761726"/>
                  </a:lnTo>
                  <a:lnTo>
                    <a:pt x="8649293" y="826182"/>
                  </a:lnTo>
                  <a:lnTo>
                    <a:pt x="8695183" y="892328"/>
                  </a:lnTo>
                  <a:lnTo>
                    <a:pt x="8741139" y="959640"/>
                  </a:lnTo>
                  <a:lnTo>
                    <a:pt x="8787132" y="1027557"/>
                  </a:lnTo>
                  <a:lnTo>
                    <a:pt x="8833126" y="1095492"/>
                  </a:lnTo>
                  <a:lnTo>
                    <a:pt x="8879085" y="1162862"/>
                  </a:lnTo>
                  <a:lnTo>
                    <a:pt x="8924981" y="1229100"/>
                  </a:lnTo>
                  <a:lnTo>
                    <a:pt x="8970801" y="1293682"/>
                  </a:lnTo>
                  <a:lnTo>
                    <a:pt x="9016557" y="1356138"/>
                  </a:lnTo>
                  <a:lnTo>
                    <a:pt x="9062292" y="1416068"/>
                  </a:lnTo>
                  <a:lnTo>
                    <a:pt x="9108089" y="1473150"/>
                  </a:lnTo>
                  <a:lnTo>
                    <a:pt x="9154072" y="1527145"/>
                  </a:lnTo>
                  <a:lnTo>
                    <a:pt x="9200420" y="1577895"/>
                  </a:lnTo>
                  <a:lnTo>
                    <a:pt x="9247368" y="1625321"/>
                  </a:lnTo>
                  <a:lnTo>
                    <a:pt x="9295223" y="1669420"/>
                  </a:lnTo>
                  <a:lnTo>
                    <a:pt x="9344372" y="1710251"/>
                  </a:lnTo>
                  <a:lnTo>
                    <a:pt x="9347647" y="1712813"/>
                  </a:lnTo>
                  <a:lnTo>
                    <a:pt x="9399065" y="1750493"/>
                  </a:lnTo>
                  <a:lnTo>
                    <a:pt x="9452886" y="1784931"/>
                  </a:lnTo>
                  <a:lnTo>
                    <a:pt x="9509774" y="1816241"/>
                  </a:lnTo>
                  <a:lnTo>
                    <a:pt x="9570461" y="1844641"/>
                  </a:lnTo>
                  <a:lnTo>
                    <a:pt x="9635705" y="1870396"/>
                  </a:lnTo>
                  <a:lnTo>
                    <a:pt x="9706249" y="1893776"/>
                  </a:lnTo>
                  <a:lnTo>
                    <a:pt x="9782777" y="1915038"/>
                  </a:lnTo>
                  <a:lnTo>
                    <a:pt x="9865843" y="1934410"/>
                  </a:lnTo>
                  <a:lnTo>
                    <a:pt x="9955788" y="1952080"/>
                  </a:lnTo>
                  <a:lnTo>
                    <a:pt x="10052629" y="1968193"/>
                  </a:lnTo>
                  <a:lnTo>
                    <a:pt x="10155923" y="1982853"/>
                  </a:lnTo>
                  <a:lnTo>
                    <a:pt x="10264632" y="1996116"/>
                  </a:lnTo>
                  <a:lnTo>
                    <a:pt x="10376997" y="2008001"/>
                  </a:lnTo>
                  <a:lnTo>
                    <a:pt x="10490472" y="2018497"/>
                  </a:lnTo>
                  <a:lnTo>
                    <a:pt x="10601778" y="2027574"/>
                  </a:lnTo>
                  <a:lnTo>
                    <a:pt x="10707109" y="2035207"/>
                  </a:lnTo>
                  <a:lnTo>
                    <a:pt x="10802515" y="2041395"/>
                  </a:lnTo>
                  <a:lnTo>
                    <a:pt x="10884429" y="2046177"/>
                  </a:lnTo>
                  <a:lnTo>
                    <a:pt x="10950234" y="2049655"/>
                  </a:lnTo>
                  <a:lnTo>
                    <a:pt x="10998745" y="2051985"/>
                  </a:lnTo>
                  <a:lnTo>
                    <a:pt x="11030474" y="2053375"/>
                  </a:lnTo>
                  <a:lnTo>
                    <a:pt x="11047656" y="2054064"/>
                  </a:lnTo>
                  <a:lnTo>
                    <a:pt x="11054082" y="2054300"/>
                  </a:lnTo>
                  <a:lnTo>
                    <a:pt x="11054891" y="2054328"/>
                  </a:lnTo>
                  <a:lnTo>
                    <a:pt x="12049831" y="2054328"/>
                  </a:lnTo>
                  <a:lnTo>
                    <a:pt x="12049831" y="2049087"/>
                  </a:lnTo>
                  <a:lnTo>
                    <a:pt x="11054891" y="2049087"/>
                  </a:lnTo>
                  <a:lnTo>
                    <a:pt x="11053787" y="2049049"/>
                  </a:lnTo>
                  <a:lnTo>
                    <a:pt x="11046497" y="2048779"/>
                  </a:lnTo>
                  <a:lnTo>
                    <a:pt x="11028009" y="2048031"/>
                  </a:lnTo>
                  <a:lnTo>
                    <a:pt x="10994677" y="2046558"/>
                  </a:lnTo>
                  <a:lnTo>
                    <a:pt x="10944433" y="2044122"/>
                  </a:lnTo>
                  <a:lnTo>
                    <a:pt x="10876939" y="2040520"/>
                  </a:lnTo>
                  <a:lnTo>
                    <a:pt x="10793540" y="2035600"/>
                  </a:lnTo>
                  <a:lnTo>
                    <a:pt x="10696972" y="2029270"/>
                  </a:lnTo>
                  <a:lnTo>
                    <a:pt x="10590865" y="2021491"/>
                  </a:lnTo>
                  <a:lnTo>
                    <a:pt x="10479177" y="2012271"/>
                  </a:lnTo>
                  <a:lnTo>
                    <a:pt x="10365677" y="2001635"/>
                  </a:lnTo>
                  <a:lnTo>
                    <a:pt x="10253576" y="1989612"/>
                  </a:lnTo>
                  <a:lnTo>
                    <a:pt x="10145341" y="1976211"/>
                  </a:lnTo>
                  <a:lnTo>
                    <a:pt x="10042655" y="1961410"/>
                  </a:lnTo>
                  <a:lnTo>
                    <a:pt x="9946493" y="1945146"/>
                  </a:lnTo>
                  <a:lnTo>
                    <a:pt x="9857242" y="1927314"/>
                  </a:lnTo>
                  <a:lnTo>
                    <a:pt x="9774848" y="1907763"/>
                  </a:lnTo>
                  <a:lnTo>
                    <a:pt x="9698946" y="1886299"/>
                  </a:lnTo>
                  <a:lnTo>
                    <a:pt x="9628963" y="1862694"/>
                  </a:lnTo>
                  <a:lnTo>
                    <a:pt x="9564208" y="1836688"/>
                  </a:lnTo>
                  <a:lnTo>
                    <a:pt x="9503934" y="1808008"/>
                  </a:lnTo>
                  <a:lnTo>
                    <a:pt x="9447384" y="1776394"/>
                  </a:lnTo>
                  <a:lnTo>
                    <a:pt x="9393832" y="1741635"/>
                  </a:lnTo>
                  <a:lnTo>
                    <a:pt x="9347647" y="1707573"/>
                  </a:lnTo>
                  <a:lnTo>
                    <a:pt x="9298397" y="1666952"/>
                  </a:lnTo>
                  <a:lnTo>
                    <a:pt x="9250471" y="1623070"/>
                  </a:lnTo>
                  <a:lnTo>
                    <a:pt x="9203473" y="1575862"/>
                  </a:lnTo>
                  <a:lnTo>
                    <a:pt x="9157094" y="1525328"/>
                  </a:lnTo>
                  <a:lnTo>
                    <a:pt x="9111093" y="1471542"/>
                  </a:lnTo>
                  <a:lnTo>
                    <a:pt x="9065288" y="1414655"/>
                  </a:lnTo>
                  <a:lnTo>
                    <a:pt x="9019552" y="1354903"/>
                  </a:lnTo>
                  <a:lnTo>
                    <a:pt x="8973799" y="1292601"/>
                  </a:lnTo>
                  <a:lnTo>
                    <a:pt x="8927984" y="1228145"/>
                  </a:lnTo>
                  <a:lnTo>
                    <a:pt x="8882093" y="1162000"/>
                  </a:lnTo>
                  <a:lnTo>
                    <a:pt x="8836138" y="1094687"/>
                  </a:lnTo>
                  <a:lnTo>
                    <a:pt x="8790144" y="1026771"/>
                  </a:lnTo>
                  <a:lnTo>
                    <a:pt x="8744150" y="958835"/>
                  </a:lnTo>
                  <a:lnTo>
                    <a:pt x="8698191" y="891466"/>
                  </a:lnTo>
                  <a:lnTo>
                    <a:pt x="8652296" y="825227"/>
                  </a:lnTo>
                  <a:lnTo>
                    <a:pt x="8606476" y="760646"/>
                  </a:lnTo>
                  <a:lnTo>
                    <a:pt x="8560720" y="698190"/>
                  </a:lnTo>
                  <a:lnTo>
                    <a:pt x="8514984" y="638260"/>
                  </a:lnTo>
                  <a:lnTo>
                    <a:pt x="8469188" y="581178"/>
                  </a:lnTo>
                  <a:lnTo>
                    <a:pt x="8423204" y="527183"/>
                  </a:lnTo>
                  <a:lnTo>
                    <a:pt x="8376857" y="476433"/>
                  </a:lnTo>
                  <a:lnTo>
                    <a:pt x="8329908" y="429006"/>
                  </a:lnTo>
                  <a:lnTo>
                    <a:pt x="8282054" y="384907"/>
                  </a:lnTo>
                  <a:lnTo>
                    <a:pt x="8232904" y="344077"/>
                  </a:lnTo>
                  <a:lnTo>
                    <a:pt x="8229629" y="341514"/>
                  </a:lnTo>
                  <a:lnTo>
                    <a:pt x="8178211" y="303835"/>
                  </a:lnTo>
                  <a:lnTo>
                    <a:pt x="8124391" y="269397"/>
                  </a:lnTo>
                  <a:lnTo>
                    <a:pt x="8067502" y="238087"/>
                  </a:lnTo>
                  <a:lnTo>
                    <a:pt x="8006815" y="209686"/>
                  </a:lnTo>
                  <a:lnTo>
                    <a:pt x="7941572" y="183932"/>
                  </a:lnTo>
                  <a:lnTo>
                    <a:pt x="7871027" y="160552"/>
                  </a:lnTo>
                  <a:lnTo>
                    <a:pt x="7794499" y="139289"/>
                  </a:lnTo>
                  <a:lnTo>
                    <a:pt x="7711433" y="119918"/>
                  </a:lnTo>
                  <a:lnTo>
                    <a:pt x="7621488" y="102248"/>
                  </a:lnTo>
                  <a:lnTo>
                    <a:pt x="7524648" y="86134"/>
                  </a:lnTo>
                  <a:lnTo>
                    <a:pt x="7421353" y="71475"/>
                  </a:lnTo>
                  <a:lnTo>
                    <a:pt x="7312644" y="58212"/>
                  </a:lnTo>
                  <a:lnTo>
                    <a:pt x="7200280" y="46327"/>
                  </a:lnTo>
                  <a:lnTo>
                    <a:pt x="7086805" y="35831"/>
                  </a:lnTo>
                  <a:lnTo>
                    <a:pt x="6975499" y="26754"/>
                  </a:lnTo>
                  <a:lnTo>
                    <a:pt x="6870167" y="19120"/>
                  </a:lnTo>
                  <a:lnTo>
                    <a:pt x="6774762" y="12933"/>
                  </a:lnTo>
                  <a:lnTo>
                    <a:pt x="6692848" y="8150"/>
                  </a:lnTo>
                  <a:lnTo>
                    <a:pt x="6627042" y="4673"/>
                  </a:lnTo>
                  <a:lnTo>
                    <a:pt x="6578531" y="2343"/>
                  </a:lnTo>
                  <a:lnTo>
                    <a:pt x="6546803" y="952"/>
                  </a:lnTo>
                  <a:lnTo>
                    <a:pt x="6529621" y="264"/>
                  </a:lnTo>
                  <a:lnTo>
                    <a:pt x="6523195" y="2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5" y="45"/>
                  </a:lnTo>
                  <a:lnTo>
                    <a:pt x="5519154" y="366"/>
                  </a:lnTo>
                  <a:lnTo>
                    <a:pt x="5500885" y="1253"/>
                  </a:lnTo>
                  <a:lnTo>
                    <a:pt x="5467933" y="3002"/>
                  </a:lnTo>
                  <a:lnTo>
                    <a:pt x="5418231" y="5893"/>
                  </a:lnTo>
                  <a:lnTo>
                    <a:pt x="5351413" y="10169"/>
                  </a:lnTo>
                  <a:lnTo>
                    <a:pt x="5268772" y="16012"/>
                  </a:lnTo>
                  <a:lnTo>
                    <a:pt x="5172975" y="23535"/>
                  </a:lnTo>
                  <a:lnTo>
                    <a:pt x="5067590" y="32783"/>
                  </a:lnTo>
                  <a:lnTo>
                    <a:pt x="4956522" y="43751"/>
                  </a:lnTo>
                  <a:lnTo>
                    <a:pt x="4843509" y="56406"/>
                  </a:lnTo>
                  <a:lnTo>
                    <a:pt x="4731751" y="70717"/>
                  </a:lnTo>
                  <a:lnTo>
                    <a:pt x="4623721" y="86670"/>
                  </a:lnTo>
                  <a:lnTo>
                    <a:pt x="4521122" y="104289"/>
                  </a:lnTo>
                  <a:lnTo>
                    <a:pt x="4424951" y="123645"/>
                  </a:lnTo>
                  <a:lnTo>
                    <a:pt x="4335623" y="144862"/>
                  </a:lnTo>
                  <a:lnTo>
                    <a:pt x="4253111" y="168113"/>
                  </a:lnTo>
                  <a:lnTo>
                    <a:pt x="4177069" y="193625"/>
                  </a:lnTo>
                  <a:lnTo>
                    <a:pt x="4106944" y="221668"/>
                  </a:lnTo>
                  <a:lnTo>
                    <a:pt x="4042062" y="252546"/>
                  </a:lnTo>
                  <a:lnTo>
                    <a:pt x="3981686" y="286584"/>
                  </a:lnTo>
                  <a:lnTo>
                    <a:pt x="3925069" y="324093"/>
                  </a:lnTo>
                  <a:lnTo>
                    <a:pt x="3871489" y="365331"/>
                  </a:lnTo>
                  <a:lnTo>
                    <a:pt x="3820202" y="410516"/>
                  </a:lnTo>
                  <a:lnTo>
                    <a:pt x="3773736" y="456439"/>
                  </a:lnTo>
                  <a:lnTo>
                    <a:pt x="3728468" y="505840"/>
                  </a:lnTo>
                  <a:lnTo>
                    <a:pt x="3684061" y="558790"/>
                  </a:lnTo>
                  <a:lnTo>
                    <a:pt x="3640245" y="615299"/>
                  </a:lnTo>
                  <a:lnTo>
                    <a:pt x="3596810" y="675308"/>
                  </a:lnTo>
                  <a:lnTo>
                    <a:pt x="3553589" y="738684"/>
                  </a:lnTo>
                  <a:lnTo>
                    <a:pt x="3510463" y="805219"/>
                  </a:lnTo>
                  <a:lnTo>
                    <a:pt x="3467348" y="874623"/>
                  </a:lnTo>
                  <a:lnTo>
                    <a:pt x="3424192" y="946533"/>
                  </a:lnTo>
                  <a:lnTo>
                    <a:pt x="3380972" y="1020513"/>
                  </a:lnTo>
                  <a:lnTo>
                    <a:pt x="3337686" y="1096066"/>
                  </a:lnTo>
                  <a:lnTo>
                    <a:pt x="3294350" y="1172649"/>
                  </a:lnTo>
                  <a:lnTo>
                    <a:pt x="3250990" y="1249683"/>
                  </a:lnTo>
                  <a:lnTo>
                    <a:pt x="3207638" y="1326577"/>
                  </a:lnTo>
                  <a:lnTo>
                    <a:pt x="3164323" y="1402746"/>
                  </a:lnTo>
                  <a:lnTo>
                    <a:pt x="3121067" y="1477624"/>
                  </a:lnTo>
                  <a:lnTo>
                    <a:pt x="3077878" y="1550688"/>
                  </a:lnTo>
                  <a:lnTo>
                    <a:pt x="3034746" y="1621469"/>
                  </a:lnTo>
                  <a:lnTo>
                    <a:pt x="2991634" y="1689564"/>
                  </a:lnTo>
                  <a:lnTo>
                    <a:pt x="2948476" y="1754644"/>
                  </a:lnTo>
                  <a:lnTo>
                    <a:pt x="2905172" y="1816457"/>
                  </a:lnTo>
                  <a:lnTo>
                    <a:pt x="2861581" y="1874830"/>
                  </a:lnTo>
                  <a:lnTo>
                    <a:pt x="2817517" y="1929667"/>
                  </a:lnTo>
                  <a:lnTo>
                    <a:pt x="2772742" y="1980943"/>
                  </a:lnTo>
                  <a:lnTo>
                    <a:pt x="2726957" y="2028695"/>
                  </a:lnTo>
                  <a:lnTo>
                    <a:pt x="2702183" y="2052581"/>
                  </a:lnTo>
                  <a:lnTo>
                    <a:pt x="2650988" y="2097690"/>
                  </a:lnTo>
                  <a:lnTo>
                    <a:pt x="2597413" y="2138935"/>
                  </a:lnTo>
                  <a:lnTo>
                    <a:pt x="2540802" y="2176450"/>
                  </a:lnTo>
                  <a:lnTo>
                    <a:pt x="2480433" y="2210494"/>
                  </a:lnTo>
                  <a:lnTo>
                    <a:pt x="2415560" y="2241377"/>
                  </a:lnTo>
                  <a:lnTo>
                    <a:pt x="2345445" y="2269425"/>
                  </a:lnTo>
                  <a:lnTo>
                    <a:pt x="2269414" y="2294941"/>
                  </a:lnTo>
                  <a:lnTo>
                    <a:pt x="2186913" y="2318196"/>
                  </a:lnTo>
                  <a:lnTo>
                    <a:pt x="2097598" y="2339416"/>
                  </a:lnTo>
                  <a:lnTo>
                    <a:pt x="2001439" y="2358775"/>
                  </a:lnTo>
                  <a:lnTo>
                    <a:pt x="1898850" y="2376398"/>
                  </a:lnTo>
                  <a:lnTo>
                    <a:pt x="1790828" y="2392353"/>
                  </a:lnTo>
                  <a:lnTo>
                    <a:pt x="1679075" y="2406667"/>
                  </a:lnTo>
                  <a:lnTo>
                    <a:pt x="1566061" y="2419326"/>
                  </a:lnTo>
                  <a:lnTo>
                    <a:pt x="1454987" y="2430296"/>
                  </a:lnTo>
                  <a:lnTo>
                    <a:pt x="1349588" y="2439547"/>
                  </a:lnTo>
                  <a:lnTo>
                    <a:pt x="1253771" y="2447073"/>
                  </a:lnTo>
                  <a:lnTo>
                    <a:pt x="1171104" y="2452919"/>
                  </a:lnTo>
                  <a:lnTo>
                    <a:pt x="1104256" y="2457198"/>
                  </a:lnTo>
                  <a:lnTo>
                    <a:pt x="1054524" y="2460091"/>
                  </a:lnTo>
                  <a:lnTo>
                    <a:pt x="1021544" y="2461842"/>
                  </a:lnTo>
                  <a:lnTo>
                    <a:pt x="1003252" y="2462730"/>
                  </a:lnTo>
                  <a:lnTo>
                    <a:pt x="996036" y="2463052"/>
                  </a:lnTo>
                  <a:lnTo>
                    <a:pt x="994940" y="2463098"/>
                  </a:lnTo>
                  <a:lnTo>
                    <a:pt x="0" y="2463098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69" name="pl1668"/>
            <p:cNvSpPr/>
            <p:nvPr/>
          </p:nvSpPr>
          <p:spPr>
            <a:xfrm>
              <a:off x="1199187" y="3201862"/>
              <a:ext cx="12049831" cy="2463098"/>
            </a:xfrm>
            <a:custGeom>
              <a:avLst/>
              <a:pathLst>
                <a:path w="12049831" h="2463098">
                  <a:moveTo>
                    <a:pt x="0" y="2463098"/>
                  </a:moveTo>
                  <a:lnTo>
                    <a:pt x="994940" y="2463098"/>
                  </a:lnTo>
                  <a:lnTo>
                    <a:pt x="996030" y="2463052"/>
                  </a:lnTo>
                  <a:lnTo>
                    <a:pt x="1003231" y="2462731"/>
                  </a:lnTo>
                  <a:lnTo>
                    <a:pt x="1021500" y="2461844"/>
                  </a:lnTo>
                  <a:lnTo>
                    <a:pt x="1054452" y="2460095"/>
                  </a:lnTo>
                  <a:lnTo>
                    <a:pt x="1104154" y="2457204"/>
                  </a:lnTo>
                  <a:lnTo>
                    <a:pt x="1170971" y="2452928"/>
                  </a:lnTo>
                  <a:lnTo>
                    <a:pt x="1253613" y="2447085"/>
                  </a:lnTo>
                  <a:lnTo>
                    <a:pt x="1349410" y="2439562"/>
                  </a:lnTo>
                  <a:lnTo>
                    <a:pt x="1454795" y="2430314"/>
                  </a:lnTo>
                  <a:lnTo>
                    <a:pt x="1565863" y="2419346"/>
                  </a:lnTo>
                  <a:lnTo>
                    <a:pt x="1678876" y="2406691"/>
                  </a:lnTo>
                  <a:lnTo>
                    <a:pt x="1790634" y="2392380"/>
                  </a:lnTo>
                  <a:lnTo>
                    <a:pt x="1898664" y="2376427"/>
                  </a:lnTo>
                  <a:lnTo>
                    <a:pt x="2001263" y="2358808"/>
                  </a:lnTo>
                  <a:lnTo>
                    <a:pt x="2097434" y="2339452"/>
                  </a:lnTo>
                  <a:lnTo>
                    <a:pt x="2186762" y="2318235"/>
                  </a:lnTo>
                  <a:lnTo>
                    <a:pt x="2269274" y="2294984"/>
                  </a:lnTo>
                  <a:lnTo>
                    <a:pt x="2345316" y="2269472"/>
                  </a:lnTo>
                  <a:lnTo>
                    <a:pt x="2415441" y="2241429"/>
                  </a:lnTo>
                  <a:lnTo>
                    <a:pt x="2480323" y="2210551"/>
                  </a:lnTo>
                  <a:lnTo>
                    <a:pt x="2540699" y="2176513"/>
                  </a:lnTo>
                  <a:lnTo>
                    <a:pt x="2597316" y="2139004"/>
                  </a:lnTo>
                  <a:lnTo>
                    <a:pt x="2650896" y="2097766"/>
                  </a:lnTo>
                  <a:lnTo>
                    <a:pt x="2702095" y="2052664"/>
                  </a:lnTo>
                  <a:lnTo>
                    <a:pt x="2702183" y="2052581"/>
                  </a:lnTo>
                  <a:lnTo>
                    <a:pt x="2748649" y="2006659"/>
                  </a:lnTo>
                  <a:lnTo>
                    <a:pt x="2793917" y="1957257"/>
                  </a:lnTo>
                  <a:lnTo>
                    <a:pt x="2838324" y="1904307"/>
                  </a:lnTo>
                  <a:lnTo>
                    <a:pt x="2882140" y="1847798"/>
                  </a:lnTo>
                  <a:lnTo>
                    <a:pt x="2925575" y="1787789"/>
                  </a:lnTo>
                  <a:lnTo>
                    <a:pt x="2968796" y="1724413"/>
                  </a:lnTo>
                  <a:lnTo>
                    <a:pt x="3011922" y="1657878"/>
                  </a:lnTo>
                  <a:lnTo>
                    <a:pt x="3055037" y="1588474"/>
                  </a:lnTo>
                  <a:lnTo>
                    <a:pt x="3098193" y="1516564"/>
                  </a:lnTo>
                  <a:lnTo>
                    <a:pt x="3141413" y="1442584"/>
                  </a:lnTo>
                  <a:lnTo>
                    <a:pt x="3184699" y="1367031"/>
                  </a:lnTo>
                  <a:lnTo>
                    <a:pt x="3228035" y="1290448"/>
                  </a:lnTo>
                  <a:lnTo>
                    <a:pt x="3271395" y="1213414"/>
                  </a:lnTo>
                  <a:lnTo>
                    <a:pt x="3314747" y="1136520"/>
                  </a:lnTo>
                  <a:lnTo>
                    <a:pt x="3358062" y="1060351"/>
                  </a:lnTo>
                  <a:lnTo>
                    <a:pt x="3401318" y="985473"/>
                  </a:lnTo>
                  <a:lnTo>
                    <a:pt x="3444507" y="912409"/>
                  </a:lnTo>
                  <a:lnTo>
                    <a:pt x="3487639" y="841628"/>
                  </a:lnTo>
                  <a:lnTo>
                    <a:pt x="3530751" y="773533"/>
                  </a:lnTo>
                  <a:lnTo>
                    <a:pt x="3573909" y="708453"/>
                  </a:lnTo>
                  <a:lnTo>
                    <a:pt x="3617213" y="646640"/>
                  </a:lnTo>
                  <a:lnTo>
                    <a:pt x="3660804" y="588267"/>
                  </a:lnTo>
                  <a:lnTo>
                    <a:pt x="3704868" y="533430"/>
                  </a:lnTo>
                  <a:lnTo>
                    <a:pt x="3749643" y="482154"/>
                  </a:lnTo>
                  <a:lnTo>
                    <a:pt x="3795428" y="434402"/>
                  </a:lnTo>
                  <a:lnTo>
                    <a:pt x="3820202" y="410516"/>
                  </a:lnTo>
                  <a:lnTo>
                    <a:pt x="3871397" y="365407"/>
                  </a:lnTo>
                  <a:lnTo>
                    <a:pt x="3924972" y="324162"/>
                  </a:lnTo>
                  <a:lnTo>
                    <a:pt x="3981583" y="286647"/>
                  </a:lnTo>
                  <a:lnTo>
                    <a:pt x="4041952" y="252604"/>
                  </a:lnTo>
                  <a:lnTo>
                    <a:pt x="4106825" y="221720"/>
                  </a:lnTo>
                  <a:lnTo>
                    <a:pt x="4176940" y="193672"/>
                  </a:lnTo>
                  <a:lnTo>
                    <a:pt x="4252971" y="168156"/>
                  </a:lnTo>
                  <a:lnTo>
                    <a:pt x="4335472" y="144901"/>
                  </a:lnTo>
                  <a:lnTo>
                    <a:pt x="4424787" y="123681"/>
                  </a:lnTo>
                  <a:lnTo>
                    <a:pt x="4520946" y="104322"/>
                  </a:lnTo>
                  <a:lnTo>
                    <a:pt x="4623535" y="86699"/>
                  </a:lnTo>
                  <a:lnTo>
                    <a:pt x="4731557" y="70744"/>
                  </a:lnTo>
                  <a:lnTo>
                    <a:pt x="4843310" y="56430"/>
                  </a:lnTo>
                  <a:lnTo>
                    <a:pt x="4956324" y="43771"/>
                  </a:lnTo>
                  <a:lnTo>
                    <a:pt x="5067398" y="32801"/>
                  </a:lnTo>
                  <a:lnTo>
                    <a:pt x="5172797" y="23550"/>
                  </a:lnTo>
                  <a:lnTo>
                    <a:pt x="5268614" y="16024"/>
                  </a:lnTo>
                  <a:lnTo>
                    <a:pt x="5351281" y="10178"/>
                  </a:lnTo>
                  <a:lnTo>
                    <a:pt x="5418129" y="5899"/>
                  </a:lnTo>
                  <a:lnTo>
                    <a:pt x="5467861" y="3006"/>
                  </a:lnTo>
                  <a:lnTo>
                    <a:pt x="5500841" y="1255"/>
                  </a:lnTo>
                  <a:lnTo>
                    <a:pt x="5519133" y="367"/>
                  </a:lnTo>
                  <a:lnTo>
                    <a:pt x="5526349" y="45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90" y="38"/>
                  </a:lnTo>
                  <a:lnTo>
                    <a:pt x="6530780" y="308"/>
                  </a:lnTo>
                  <a:lnTo>
                    <a:pt x="6549268" y="1056"/>
                  </a:lnTo>
                  <a:lnTo>
                    <a:pt x="6582600" y="2529"/>
                  </a:lnTo>
                  <a:lnTo>
                    <a:pt x="6632844" y="4965"/>
                  </a:lnTo>
                  <a:lnTo>
                    <a:pt x="6700338" y="8567"/>
                  </a:lnTo>
                  <a:lnTo>
                    <a:pt x="6783737" y="13487"/>
                  </a:lnTo>
                  <a:lnTo>
                    <a:pt x="6880305" y="19817"/>
                  </a:lnTo>
                  <a:lnTo>
                    <a:pt x="6986412" y="27596"/>
                  </a:lnTo>
                  <a:lnTo>
                    <a:pt x="7098100" y="36816"/>
                  </a:lnTo>
                  <a:lnTo>
                    <a:pt x="7211600" y="47452"/>
                  </a:lnTo>
                  <a:lnTo>
                    <a:pt x="7323700" y="59475"/>
                  </a:lnTo>
                  <a:lnTo>
                    <a:pt x="7431936" y="72876"/>
                  </a:lnTo>
                  <a:lnTo>
                    <a:pt x="7534621" y="87677"/>
                  </a:lnTo>
                  <a:lnTo>
                    <a:pt x="7630784" y="103941"/>
                  </a:lnTo>
                  <a:lnTo>
                    <a:pt x="7720035" y="121773"/>
                  </a:lnTo>
                  <a:lnTo>
                    <a:pt x="7802428" y="141324"/>
                  </a:lnTo>
                  <a:lnTo>
                    <a:pt x="7878331" y="162788"/>
                  </a:lnTo>
                  <a:lnTo>
                    <a:pt x="7948314" y="186393"/>
                  </a:lnTo>
                  <a:lnTo>
                    <a:pt x="8013069" y="212399"/>
                  </a:lnTo>
                  <a:lnTo>
                    <a:pt x="8073342" y="241079"/>
                  </a:lnTo>
                  <a:lnTo>
                    <a:pt x="8129892" y="272693"/>
                  </a:lnTo>
                  <a:lnTo>
                    <a:pt x="8183444" y="307452"/>
                  </a:lnTo>
                  <a:lnTo>
                    <a:pt x="8229629" y="341514"/>
                  </a:lnTo>
                  <a:lnTo>
                    <a:pt x="8278879" y="382134"/>
                  </a:lnTo>
                  <a:lnTo>
                    <a:pt x="8326806" y="426017"/>
                  </a:lnTo>
                  <a:lnTo>
                    <a:pt x="8373803" y="473225"/>
                  </a:lnTo>
                  <a:lnTo>
                    <a:pt x="8420182" y="523759"/>
                  </a:lnTo>
                  <a:lnTo>
                    <a:pt x="8466184" y="577545"/>
                  </a:lnTo>
                  <a:lnTo>
                    <a:pt x="8511988" y="634432"/>
                  </a:lnTo>
                  <a:lnTo>
                    <a:pt x="8557725" y="694184"/>
                  </a:lnTo>
                  <a:lnTo>
                    <a:pt x="8603478" y="756486"/>
                  </a:lnTo>
                  <a:lnTo>
                    <a:pt x="8649293" y="820942"/>
                  </a:lnTo>
                  <a:lnTo>
                    <a:pt x="8695183" y="887087"/>
                  </a:lnTo>
                  <a:lnTo>
                    <a:pt x="8741139" y="954400"/>
                  </a:lnTo>
                  <a:lnTo>
                    <a:pt x="8787132" y="1022316"/>
                  </a:lnTo>
                  <a:lnTo>
                    <a:pt x="8833126" y="1090252"/>
                  </a:lnTo>
                  <a:lnTo>
                    <a:pt x="8879085" y="1157621"/>
                  </a:lnTo>
                  <a:lnTo>
                    <a:pt x="8924981" y="1223860"/>
                  </a:lnTo>
                  <a:lnTo>
                    <a:pt x="8970801" y="1288441"/>
                  </a:lnTo>
                  <a:lnTo>
                    <a:pt x="9016557" y="1350897"/>
                  </a:lnTo>
                  <a:lnTo>
                    <a:pt x="9062292" y="1410827"/>
                  </a:lnTo>
                  <a:lnTo>
                    <a:pt x="9108089" y="1467909"/>
                  </a:lnTo>
                  <a:lnTo>
                    <a:pt x="9154072" y="1521904"/>
                  </a:lnTo>
                  <a:lnTo>
                    <a:pt x="9200420" y="1572654"/>
                  </a:lnTo>
                  <a:lnTo>
                    <a:pt x="9247368" y="1620081"/>
                  </a:lnTo>
                  <a:lnTo>
                    <a:pt x="9295223" y="1664179"/>
                  </a:lnTo>
                  <a:lnTo>
                    <a:pt x="9344372" y="1705010"/>
                  </a:lnTo>
                  <a:lnTo>
                    <a:pt x="9347647" y="1707573"/>
                  </a:lnTo>
                  <a:lnTo>
                    <a:pt x="9399065" y="1745252"/>
                  </a:lnTo>
                  <a:lnTo>
                    <a:pt x="9452886" y="1779690"/>
                  </a:lnTo>
                  <a:lnTo>
                    <a:pt x="9509774" y="1811000"/>
                  </a:lnTo>
                  <a:lnTo>
                    <a:pt x="9570461" y="1839401"/>
                  </a:lnTo>
                  <a:lnTo>
                    <a:pt x="9635705" y="1865155"/>
                  </a:lnTo>
                  <a:lnTo>
                    <a:pt x="9706249" y="1888535"/>
                  </a:lnTo>
                  <a:lnTo>
                    <a:pt x="9782777" y="1909798"/>
                  </a:lnTo>
                  <a:lnTo>
                    <a:pt x="9865843" y="1929169"/>
                  </a:lnTo>
                  <a:lnTo>
                    <a:pt x="9955788" y="1946839"/>
                  </a:lnTo>
                  <a:lnTo>
                    <a:pt x="10052629" y="1962953"/>
                  </a:lnTo>
                  <a:lnTo>
                    <a:pt x="10155923" y="1977612"/>
                  </a:lnTo>
                  <a:lnTo>
                    <a:pt x="10264632" y="1990875"/>
                  </a:lnTo>
                  <a:lnTo>
                    <a:pt x="10376997" y="2002760"/>
                  </a:lnTo>
                  <a:lnTo>
                    <a:pt x="10490472" y="2013256"/>
                  </a:lnTo>
                  <a:lnTo>
                    <a:pt x="10601778" y="2022333"/>
                  </a:lnTo>
                  <a:lnTo>
                    <a:pt x="10707109" y="2029967"/>
                  </a:lnTo>
                  <a:lnTo>
                    <a:pt x="10802515" y="2036154"/>
                  </a:lnTo>
                  <a:lnTo>
                    <a:pt x="10884429" y="2040937"/>
                  </a:lnTo>
                  <a:lnTo>
                    <a:pt x="10950234" y="2044414"/>
                  </a:lnTo>
                  <a:lnTo>
                    <a:pt x="10998745" y="2046744"/>
                  </a:lnTo>
                  <a:lnTo>
                    <a:pt x="11030474" y="2048134"/>
                  </a:lnTo>
                  <a:lnTo>
                    <a:pt x="11047656" y="2048823"/>
                  </a:lnTo>
                  <a:lnTo>
                    <a:pt x="11054082" y="2049060"/>
                  </a:lnTo>
                  <a:lnTo>
                    <a:pt x="11054891" y="2049087"/>
                  </a:lnTo>
                  <a:lnTo>
                    <a:pt x="12049831" y="2049087"/>
                  </a:lnTo>
                  <a:lnTo>
                    <a:pt x="12049831" y="20490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0" name="pl1669"/>
            <p:cNvSpPr/>
            <p:nvPr/>
          </p:nvSpPr>
          <p:spPr>
            <a:xfrm>
              <a:off x="1199187" y="3196622"/>
              <a:ext cx="12049831" cy="2463098"/>
            </a:xfrm>
            <a:custGeom>
              <a:avLst/>
              <a:pathLst>
                <a:path w="12049831" h="2463098">
                  <a:moveTo>
                    <a:pt x="12049831" y="2049087"/>
                  </a:moveTo>
                  <a:lnTo>
                    <a:pt x="11054891" y="2049087"/>
                  </a:lnTo>
                  <a:lnTo>
                    <a:pt x="11053787" y="2049049"/>
                  </a:lnTo>
                  <a:lnTo>
                    <a:pt x="11046497" y="2048779"/>
                  </a:lnTo>
                  <a:lnTo>
                    <a:pt x="11028009" y="2048031"/>
                  </a:lnTo>
                  <a:lnTo>
                    <a:pt x="10994677" y="2046558"/>
                  </a:lnTo>
                  <a:lnTo>
                    <a:pt x="10944433" y="2044122"/>
                  </a:lnTo>
                  <a:lnTo>
                    <a:pt x="10876939" y="2040520"/>
                  </a:lnTo>
                  <a:lnTo>
                    <a:pt x="10793540" y="2035600"/>
                  </a:lnTo>
                  <a:lnTo>
                    <a:pt x="10696972" y="2029270"/>
                  </a:lnTo>
                  <a:lnTo>
                    <a:pt x="10590865" y="2021491"/>
                  </a:lnTo>
                  <a:lnTo>
                    <a:pt x="10479177" y="2012271"/>
                  </a:lnTo>
                  <a:lnTo>
                    <a:pt x="10365677" y="2001635"/>
                  </a:lnTo>
                  <a:lnTo>
                    <a:pt x="10253576" y="1989612"/>
                  </a:lnTo>
                  <a:lnTo>
                    <a:pt x="10145341" y="1976211"/>
                  </a:lnTo>
                  <a:lnTo>
                    <a:pt x="10042655" y="1961410"/>
                  </a:lnTo>
                  <a:lnTo>
                    <a:pt x="9946493" y="1945146"/>
                  </a:lnTo>
                  <a:lnTo>
                    <a:pt x="9857242" y="1927314"/>
                  </a:lnTo>
                  <a:lnTo>
                    <a:pt x="9774848" y="1907763"/>
                  </a:lnTo>
                  <a:lnTo>
                    <a:pt x="9698946" y="1886299"/>
                  </a:lnTo>
                  <a:lnTo>
                    <a:pt x="9628963" y="1862694"/>
                  </a:lnTo>
                  <a:lnTo>
                    <a:pt x="9564208" y="1836688"/>
                  </a:lnTo>
                  <a:lnTo>
                    <a:pt x="9503934" y="1808008"/>
                  </a:lnTo>
                  <a:lnTo>
                    <a:pt x="9447384" y="1776394"/>
                  </a:lnTo>
                  <a:lnTo>
                    <a:pt x="9393832" y="1741635"/>
                  </a:lnTo>
                  <a:lnTo>
                    <a:pt x="9347647" y="1707573"/>
                  </a:lnTo>
                  <a:lnTo>
                    <a:pt x="9298397" y="1666952"/>
                  </a:lnTo>
                  <a:lnTo>
                    <a:pt x="9250471" y="1623070"/>
                  </a:lnTo>
                  <a:lnTo>
                    <a:pt x="9203473" y="1575862"/>
                  </a:lnTo>
                  <a:lnTo>
                    <a:pt x="9157094" y="1525328"/>
                  </a:lnTo>
                  <a:lnTo>
                    <a:pt x="9111093" y="1471542"/>
                  </a:lnTo>
                  <a:lnTo>
                    <a:pt x="9065288" y="1414655"/>
                  </a:lnTo>
                  <a:lnTo>
                    <a:pt x="9019552" y="1354903"/>
                  </a:lnTo>
                  <a:lnTo>
                    <a:pt x="8973799" y="1292601"/>
                  </a:lnTo>
                  <a:lnTo>
                    <a:pt x="8927984" y="1228145"/>
                  </a:lnTo>
                  <a:lnTo>
                    <a:pt x="8882093" y="1162000"/>
                  </a:lnTo>
                  <a:lnTo>
                    <a:pt x="8836138" y="1094687"/>
                  </a:lnTo>
                  <a:lnTo>
                    <a:pt x="8790144" y="1026771"/>
                  </a:lnTo>
                  <a:lnTo>
                    <a:pt x="8744150" y="958835"/>
                  </a:lnTo>
                  <a:lnTo>
                    <a:pt x="8698191" y="891466"/>
                  </a:lnTo>
                  <a:lnTo>
                    <a:pt x="8652296" y="825227"/>
                  </a:lnTo>
                  <a:lnTo>
                    <a:pt x="8606476" y="760646"/>
                  </a:lnTo>
                  <a:lnTo>
                    <a:pt x="8560720" y="698190"/>
                  </a:lnTo>
                  <a:lnTo>
                    <a:pt x="8514984" y="638260"/>
                  </a:lnTo>
                  <a:lnTo>
                    <a:pt x="8469188" y="581178"/>
                  </a:lnTo>
                  <a:lnTo>
                    <a:pt x="8423204" y="527183"/>
                  </a:lnTo>
                  <a:lnTo>
                    <a:pt x="8376857" y="476433"/>
                  </a:lnTo>
                  <a:lnTo>
                    <a:pt x="8329908" y="429006"/>
                  </a:lnTo>
                  <a:lnTo>
                    <a:pt x="8282054" y="384907"/>
                  </a:lnTo>
                  <a:lnTo>
                    <a:pt x="8232904" y="344077"/>
                  </a:lnTo>
                  <a:lnTo>
                    <a:pt x="8229629" y="341514"/>
                  </a:lnTo>
                  <a:lnTo>
                    <a:pt x="8178211" y="303835"/>
                  </a:lnTo>
                  <a:lnTo>
                    <a:pt x="8124391" y="269397"/>
                  </a:lnTo>
                  <a:lnTo>
                    <a:pt x="8067502" y="238087"/>
                  </a:lnTo>
                  <a:lnTo>
                    <a:pt x="8006815" y="209686"/>
                  </a:lnTo>
                  <a:lnTo>
                    <a:pt x="7941572" y="183932"/>
                  </a:lnTo>
                  <a:lnTo>
                    <a:pt x="7871027" y="160552"/>
                  </a:lnTo>
                  <a:lnTo>
                    <a:pt x="7794499" y="139289"/>
                  </a:lnTo>
                  <a:lnTo>
                    <a:pt x="7711433" y="119918"/>
                  </a:lnTo>
                  <a:lnTo>
                    <a:pt x="7621488" y="102248"/>
                  </a:lnTo>
                  <a:lnTo>
                    <a:pt x="7524648" y="86134"/>
                  </a:lnTo>
                  <a:lnTo>
                    <a:pt x="7421353" y="71475"/>
                  </a:lnTo>
                  <a:lnTo>
                    <a:pt x="7312644" y="58212"/>
                  </a:lnTo>
                  <a:lnTo>
                    <a:pt x="7200280" y="46327"/>
                  </a:lnTo>
                  <a:lnTo>
                    <a:pt x="7086805" y="35831"/>
                  </a:lnTo>
                  <a:lnTo>
                    <a:pt x="6975499" y="26754"/>
                  </a:lnTo>
                  <a:lnTo>
                    <a:pt x="6870167" y="19120"/>
                  </a:lnTo>
                  <a:lnTo>
                    <a:pt x="6774762" y="12933"/>
                  </a:lnTo>
                  <a:lnTo>
                    <a:pt x="6692848" y="8150"/>
                  </a:lnTo>
                  <a:lnTo>
                    <a:pt x="6627042" y="4673"/>
                  </a:lnTo>
                  <a:lnTo>
                    <a:pt x="6578531" y="2343"/>
                  </a:lnTo>
                  <a:lnTo>
                    <a:pt x="6546803" y="952"/>
                  </a:lnTo>
                  <a:lnTo>
                    <a:pt x="6529621" y="264"/>
                  </a:lnTo>
                  <a:lnTo>
                    <a:pt x="6523195" y="2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5" y="45"/>
                  </a:lnTo>
                  <a:lnTo>
                    <a:pt x="5519154" y="366"/>
                  </a:lnTo>
                  <a:lnTo>
                    <a:pt x="5500885" y="1253"/>
                  </a:lnTo>
                  <a:lnTo>
                    <a:pt x="5467933" y="3002"/>
                  </a:lnTo>
                  <a:lnTo>
                    <a:pt x="5418231" y="5893"/>
                  </a:lnTo>
                  <a:lnTo>
                    <a:pt x="5351413" y="10169"/>
                  </a:lnTo>
                  <a:lnTo>
                    <a:pt x="5268772" y="16012"/>
                  </a:lnTo>
                  <a:lnTo>
                    <a:pt x="5172975" y="23535"/>
                  </a:lnTo>
                  <a:lnTo>
                    <a:pt x="5067590" y="32783"/>
                  </a:lnTo>
                  <a:lnTo>
                    <a:pt x="4956522" y="43751"/>
                  </a:lnTo>
                  <a:lnTo>
                    <a:pt x="4843509" y="56406"/>
                  </a:lnTo>
                  <a:lnTo>
                    <a:pt x="4731751" y="70717"/>
                  </a:lnTo>
                  <a:lnTo>
                    <a:pt x="4623721" y="86670"/>
                  </a:lnTo>
                  <a:lnTo>
                    <a:pt x="4521122" y="104289"/>
                  </a:lnTo>
                  <a:lnTo>
                    <a:pt x="4424951" y="123645"/>
                  </a:lnTo>
                  <a:lnTo>
                    <a:pt x="4335623" y="144862"/>
                  </a:lnTo>
                  <a:lnTo>
                    <a:pt x="4253111" y="168113"/>
                  </a:lnTo>
                  <a:lnTo>
                    <a:pt x="4177069" y="193625"/>
                  </a:lnTo>
                  <a:lnTo>
                    <a:pt x="4106944" y="221668"/>
                  </a:lnTo>
                  <a:lnTo>
                    <a:pt x="4042062" y="252546"/>
                  </a:lnTo>
                  <a:lnTo>
                    <a:pt x="3981686" y="286584"/>
                  </a:lnTo>
                  <a:lnTo>
                    <a:pt x="3925069" y="324093"/>
                  </a:lnTo>
                  <a:lnTo>
                    <a:pt x="3871489" y="365331"/>
                  </a:lnTo>
                  <a:lnTo>
                    <a:pt x="3820290" y="410433"/>
                  </a:lnTo>
                  <a:lnTo>
                    <a:pt x="3820202" y="410516"/>
                  </a:lnTo>
                  <a:lnTo>
                    <a:pt x="3773736" y="456439"/>
                  </a:lnTo>
                  <a:lnTo>
                    <a:pt x="3728468" y="505840"/>
                  </a:lnTo>
                  <a:lnTo>
                    <a:pt x="3684061" y="558790"/>
                  </a:lnTo>
                  <a:lnTo>
                    <a:pt x="3640245" y="615299"/>
                  </a:lnTo>
                  <a:lnTo>
                    <a:pt x="3596810" y="675308"/>
                  </a:lnTo>
                  <a:lnTo>
                    <a:pt x="3553589" y="738684"/>
                  </a:lnTo>
                  <a:lnTo>
                    <a:pt x="3510463" y="805219"/>
                  </a:lnTo>
                  <a:lnTo>
                    <a:pt x="3467348" y="874623"/>
                  </a:lnTo>
                  <a:lnTo>
                    <a:pt x="3424192" y="946533"/>
                  </a:lnTo>
                  <a:lnTo>
                    <a:pt x="3380972" y="1020513"/>
                  </a:lnTo>
                  <a:lnTo>
                    <a:pt x="3337686" y="1096066"/>
                  </a:lnTo>
                  <a:lnTo>
                    <a:pt x="3294350" y="1172649"/>
                  </a:lnTo>
                  <a:lnTo>
                    <a:pt x="3250990" y="1249683"/>
                  </a:lnTo>
                  <a:lnTo>
                    <a:pt x="3207638" y="1326577"/>
                  </a:lnTo>
                  <a:lnTo>
                    <a:pt x="3164323" y="1402746"/>
                  </a:lnTo>
                  <a:lnTo>
                    <a:pt x="3121067" y="1477624"/>
                  </a:lnTo>
                  <a:lnTo>
                    <a:pt x="3077878" y="1550688"/>
                  </a:lnTo>
                  <a:lnTo>
                    <a:pt x="3034746" y="1621469"/>
                  </a:lnTo>
                  <a:lnTo>
                    <a:pt x="2991634" y="1689564"/>
                  </a:lnTo>
                  <a:lnTo>
                    <a:pt x="2948476" y="1754644"/>
                  </a:lnTo>
                  <a:lnTo>
                    <a:pt x="2905172" y="1816457"/>
                  </a:lnTo>
                  <a:lnTo>
                    <a:pt x="2861581" y="1874830"/>
                  </a:lnTo>
                  <a:lnTo>
                    <a:pt x="2817517" y="1929667"/>
                  </a:lnTo>
                  <a:lnTo>
                    <a:pt x="2772742" y="1980943"/>
                  </a:lnTo>
                  <a:lnTo>
                    <a:pt x="2726957" y="2028695"/>
                  </a:lnTo>
                  <a:lnTo>
                    <a:pt x="2702183" y="2052581"/>
                  </a:lnTo>
                  <a:lnTo>
                    <a:pt x="2650988" y="2097690"/>
                  </a:lnTo>
                  <a:lnTo>
                    <a:pt x="2597413" y="2138935"/>
                  </a:lnTo>
                  <a:lnTo>
                    <a:pt x="2540802" y="2176450"/>
                  </a:lnTo>
                  <a:lnTo>
                    <a:pt x="2480433" y="2210494"/>
                  </a:lnTo>
                  <a:lnTo>
                    <a:pt x="2415560" y="2241377"/>
                  </a:lnTo>
                  <a:lnTo>
                    <a:pt x="2345445" y="2269425"/>
                  </a:lnTo>
                  <a:lnTo>
                    <a:pt x="2269414" y="2294941"/>
                  </a:lnTo>
                  <a:lnTo>
                    <a:pt x="2186913" y="2318196"/>
                  </a:lnTo>
                  <a:lnTo>
                    <a:pt x="2097598" y="2339416"/>
                  </a:lnTo>
                  <a:lnTo>
                    <a:pt x="2001439" y="2358775"/>
                  </a:lnTo>
                  <a:lnTo>
                    <a:pt x="1898850" y="2376398"/>
                  </a:lnTo>
                  <a:lnTo>
                    <a:pt x="1790828" y="2392353"/>
                  </a:lnTo>
                  <a:lnTo>
                    <a:pt x="1679075" y="2406667"/>
                  </a:lnTo>
                  <a:lnTo>
                    <a:pt x="1566061" y="2419326"/>
                  </a:lnTo>
                  <a:lnTo>
                    <a:pt x="1454987" y="2430296"/>
                  </a:lnTo>
                  <a:lnTo>
                    <a:pt x="1349588" y="2439547"/>
                  </a:lnTo>
                  <a:lnTo>
                    <a:pt x="1253771" y="2447073"/>
                  </a:lnTo>
                  <a:lnTo>
                    <a:pt x="1171104" y="2452919"/>
                  </a:lnTo>
                  <a:lnTo>
                    <a:pt x="1104256" y="2457198"/>
                  </a:lnTo>
                  <a:lnTo>
                    <a:pt x="1054524" y="2460091"/>
                  </a:lnTo>
                  <a:lnTo>
                    <a:pt x="1021544" y="2461842"/>
                  </a:lnTo>
                  <a:lnTo>
                    <a:pt x="1003252" y="2462730"/>
                  </a:lnTo>
                  <a:lnTo>
                    <a:pt x="996036" y="2463052"/>
                  </a:lnTo>
                  <a:lnTo>
                    <a:pt x="994940" y="2463098"/>
                  </a:lnTo>
                  <a:lnTo>
                    <a:pt x="994940" y="2463098"/>
                  </a:lnTo>
                  <a:lnTo>
                    <a:pt x="0" y="2463098"/>
                  </a:lnTo>
                  <a:lnTo>
                    <a:pt x="0" y="24630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1" name="pg1670"/>
            <p:cNvSpPr/>
            <p:nvPr/>
          </p:nvSpPr>
          <p:spPr>
            <a:xfrm>
              <a:off x="1199187" y="3222825"/>
              <a:ext cx="12049831" cy="2672723"/>
            </a:xfrm>
            <a:custGeom>
              <a:avLst/>
              <a:pathLst>
                <a:path w="12049831" h="2672723">
                  <a:moveTo>
                    <a:pt x="0" y="2447376"/>
                  </a:moveTo>
                  <a:lnTo>
                    <a:pt x="994940" y="2447376"/>
                  </a:lnTo>
                  <a:lnTo>
                    <a:pt x="996031" y="2447331"/>
                  </a:lnTo>
                  <a:lnTo>
                    <a:pt x="1003237" y="2447012"/>
                  </a:lnTo>
                  <a:lnTo>
                    <a:pt x="1021518" y="2446132"/>
                  </a:lnTo>
                  <a:lnTo>
                    <a:pt x="1054490" y="2444397"/>
                  </a:lnTo>
                  <a:lnTo>
                    <a:pt x="1104221" y="2441528"/>
                  </a:lnTo>
                  <a:lnTo>
                    <a:pt x="1171076" y="2437286"/>
                  </a:lnTo>
                  <a:lnTo>
                    <a:pt x="1253759" y="2431488"/>
                  </a:lnTo>
                  <a:lnTo>
                    <a:pt x="1349597" y="2424025"/>
                  </a:lnTo>
                  <a:lnTo>
                    <a:pt x="1455022" y="2414850"/>
                  </a:lnTo>
                  <a:lnTo>
                    <a:pt x="1566124" y="2403970"/>
                  </a:lnTo>
                  <a:lnTo>
                    <a:pt x="1679164" y="2391415"/>
                  </a:lnTo>
                  <a:lnTo>
                    <a:pt x="1790941" y="2377218"/>
                  </a:lnTo>
                  <a:lnTo>
                    <a:pt x="1898982" y="2361393"/>
                  </a:lnTo>
                  <a:lnTo>
                    <a:pt x="2001586" y="2343914"/>
                  </a:lnTo>
                  <a:lnTo>
                    <a:pt x="2097757" y="2324712"/>
                  </a:lnTo>
                  <a:lnTo>
                    <a:pt x="2187080" y="2303665"/>
                  </a:lnTo>
                  <a:lnTo>
                    <a:pt x="2269586" y="2280598"/>
                  </a:lnTo>
                  <a:lnTo>
                    <a:pt x="2345621" y="2255288"/>
                  </a:lnTo>
                  <a:lnTo>
                    <a:pt x="2415738" y="2227466"/>
                  </a:lnTo>
                  <a:lnTo>
                    <a:pt x="2480613" y="2196829"/>
                  </a:lnTo>
                  <a:lnTo>
                    <a:pt x="2540983" y="2163058"/>
                  </a:lnTo>
                  <a:lnTo>
                    <a:pt x="2597596" y="2125842"/>
                  </a:lnTo>
                  <a:lnTo>
                    <a:pt x="2651174" y="2084925"/>
                  </a:lnTo>
                  <a:lnTo>
                    <a:pt x="2702183" y="2040353"/>
                  </a:lnTo>
                  <a:lnTo>
                    <a:pt x="2748783" y="1994683"/>
                  </a:lnTo>
                  <a:lnTo>
                    <a:pt x="2794179" y="1945544"/>
                  </a:lnTo>
                  <a:lnTo>
                    <a:pt x="2838710" y="1892865"/>
                  </a:lnTo>
                  <a:lnTo>
                    <a:pt x="2882648" y="1836638"/>
                  </a:lnTo>
                  <a:lnTo>
                    <a:pt x="2926207" y="1776922"/>
                  </a:lnTo>
                  <a:lnTo>
                    <a:pt x="2969551" y="1713850"/>
                  </a:lnTo>
                  <a:lnTo>
                    <a:pt x="3012802" y="1647632"/>
                  </a:lnTo>
                  <a:lnTo>
                    <a:pt x="3056043" y="1578559"/>
                  </a:lnTo>
                  <a:lnTo>
                    <a:pt x="3099326" y="1506997"/>
                  </a:lnTo>
                  <a:lnTo>
                    <a:pt x="3142675" y="1433382"/>
                  </a:lnTo>
                  <a:lnTo>
                    <a:pt x="3186088" y="1358214"/>
                  </a:lnTo>
                  <a:lnTo>
                    <a:pt x="3229552" y="1282038"/>
                  </a:lnTo>
                  <a:lnTo>
                    <a:pt x="3273039" y="1205431"/>
                  </a:lnTo>
                  <a:lnTo>
                    <a:pt x="3316517" y="1128986"/>
                  </a:lnTo>
                  <a:lnTo>
                    <a:pt x="3359956" y="1053289"/>
                  </a:lnTo>
                  <a:lnTo>
                    <a:pt x="3403335" y="978903"/>
                  </a:lnTo>
                  <a:lnTo>
                    <a:pt x="3446646" y="906348"/>
                  </a:lnTo>
                  <a:lnTo>
                    <a:pt x="3489902" y="836092"/>
                  </a:lnTo>
                  <a:lnTo>
                    <a:pt x="3533140" y="768534"/>
                  </a:lnTo>
                  <a:lnTo>
                    <a:pt x="3576429" y="703999"/>
                  </a:lnTo>
                  <a:lnTo>
                    <a:pt x="3619873" y="642734"/>
                  </a:lnTo>
                  <a:lnTo>
                    <a:pt x="3663615" y="584907"/>
                  </a:lnTo>
                  <a:lnTo>
                    <a:pt x="3707846" y="530610"/>
                  </a:lnTo>
                  <a:lnTo>
                    <a:pt x="3752811" y="479865"/>
                  </a:lnTo>
                  <a:lnTo>
                    <a:pt x="3798815" y="432628"/>
                  </a:lnTo>
                  <a:lnTo>
                    <a:pt x="3820202" y="412263"/>
                  </a:lnTo>
                  <a:lnTo>
                    <a:pt x="3871409" y="367528"/>
                  </a:lnTo>
                  <a:lnTo>
                    <a:pt x="3924998" y="326626"/>
                  </a:lnTo>
                  <a:lnTo>
                    <a:pt x="3981624" y="289423"/>
                  </a:lnTo>
                  <a:lnTo>
                    <a:pt x="4042010" y="255665"/>
                  </a:lnTo>
                  <a:lnTo>
                    <a:pt x="4106903" y="225039"/>
                  </a:lnTo>
                  <a:lnTo>
                    <a:pt x="4177041" y="197227"/>
                  </a:lnTo>
                  <a:lnTo>
                    <a:pt x="4253100" y="171926"/>
                  </a:lnTo>
                  <a:lnTo>
                    <a:pt x="4335631" y="148867"/>
                  </a:lnTo>
                  <a:lnTo>
                    <a:pt x="4424981" y="127827"/>
                  </a:lnTo>
                  <a:lnTo>
                    <a:pt x="4521177" y="108632"/>
                  </a:lnTo>
                  <a:lnTo>
                    <a:pt x="4623804" y="91160"/>
                  </a:lnTo>
                  <a:lnTo>
                    <a:pt x="4731863" y="75341"/>
                  </a:lnTo>
                  <a:lnTo>
                    <a:pt x="4843650" y="61150"/>
                  </a:lnTo>
                  <a:lnTo>
                    <a:pt x="4956689" y="48601"/>
                  </a:lnTo>
                  <a:lnTo>
                    <a:pt x="5067777" y="37727"/>
                  </a:lnTo>
                  <a:lnTo>
                    <a:pt x="5173172" y="28559"/>
                  </a:lnTo>
                  <a:lnTo>
                    <a:pt x="5268967" y="21102"/>
                  </a:lnTo>
                  <a:lnTo>
                    <a:pt x="5351594" y="15311"/>
                  </a:lnTo>
                  <a:lnTo>
                    <a:pt x="5418386" y="11074"/>
                  </a:lnTo>
                  <a:lnTo>
                    <a:pt x="5468051" y="8210"/>
                  </a:lnTo>
                  <a:lnTo>
                    <a:pt x="5500963" y="6479"/>
                  </a:lnTo>
                  <a:lnTo>
                    <a:pt x="5519194" y="5601"/>
                  </a:lnTo>
                  <a:lnTo>
                    <a:pt x="5526366" y="528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68" y="5289"/>
                  </a:lnTo>
                  <a:lnTo>
                    <a:pt x="6530621" y="5634"/>
                  </a:lnTo>
                  <a:lnTo>
                    <a:pt x="6548769" y="6588"/>
                  </a:lnTo>
                  <a:lnTo>
                    <a:pt x="6581512" y="8468"/>
                  </a:lnTo>
                  <a:lnTo>
                    <a:pt x="6630916" y="11578"/>
                  </a:lnTo>
                  <a:lnTo>
                    <a:pt x="6697361" y="16177"/>
                  </a:lnTo>
                  <a:lnTo>
                    <a:pt x="6779586" y="22463"/>
                  </a:lnTo>
                  <a:lnTo>
                    <a:pt x="6874956" y="30559"/>
                  </a:lnTo>
                  <a:lnTo>
                    <a:pt x="6979941" y="40513"/>
                  </a:lnTo>
                  <a:lnTo>
                    <a:pt x="7090665" y="52322"/>
                  </a:lnTo>
                  <a:lnTo>
                    <a:pt x="7203407" y="65951"/>
                  </a:lnTo>
                  <a:lnTo>
                    <a:pt x="7314972" y="81365"/>
                  </a:lnTo>
                  <a:lnTo>
                    <a:pt x="7422886" y="98549"/>
                  </a:lnTo>
                  <a:lnTo>
                    <a:pt x="7525435" y="117527"/>
                  </a:lnTo>
                  <a:lnTo>
                    <a:pt x="7621608" y="138374"/>
                  </a:lnTo>
                  <a:lnTo>
                    <a:pt x="7710976" y="161221"/>
                  </a:lnTo>
                  <a:lnTo>
                    <a:pt x="7793553" y="186253"/>
                  </a:lnTo>
                  <a:lnTo>
                    <a:pt x="7869673" y="213711"/>
                  </a:lnTo>
                  <a:lnTo>
                    <a:pt x="7939875" y="243884"/>
                  </a:lnTo>
                  <a:lnTo>
                    <a:pt x="8004829" y="277099"/>
                  </a:lnTo>
                  <a:lnTo>
                    <a:pt x="8065262" y="313702"/>
                  </a:lnTo>
                  <a:lnTo>
                    <a:pt x="8121917" y="354031"/>
                  </a:lnTo>
                  <a:lnTo>
                    <a:pt x="8175514" y="398368"/>
                  </a:lnTo>
                  <a:lnTo>
                    <a:pt x="8226709" y="446867"/>
                  </a:lnTo>
                  <a:lnTo>
                    <a:pt x="8229629" y="449821"/>
                  </a:lnTo>
                  <a:lnTo>
                    <a:pt x="8274834" y="498135"/>
                  </a:lnTo>
                  <a:lnTo>
                    <a:pt x="8318897" y="550010"/>
                  </a:lnTo>
                  <a:lnTo>
                    <a:pt x="8362129" y="605518"/>
                  </a:lnTo>
                  <a:lnTo>
                    <a:pt x="8404784" y="664672"/>
                  </a:lnTo>
                  <a:lnTo>
                    <a:pt x="8447060" y="727421"/>
                  </a:lnTo>
                  <a:lnTo>
                    <a:pt x="8489114" y="793643"/>
                  </a:lnTo>
                  <a:lnTo>
                    <a:pt x="8531062" y="863141"/>
                  </a:lnTo>
                  <a:lnTo>
                    <a:pt x="8572988" y="935642"/>
                  </a:lnTo>
                  <a:lnTo>
                    <a:pt x="8614944" y="1010798"/>
                  </a:lnTo>
                  <a:lnTo>
                    <a:pt x="8656957" y="1088191"/>
                  </a:lnTo>
                  <a:lnTo>
                    <a:pt x="8699034" y="1167341"/>
                  </a:lnTo>
                  <a:lnTo>
                    <a:pt x="8741165" y="1247719"/>
                  </a:lnTo>
                  <a:lnTo>
                    <a:pt x="8783327" y="1328757"/>
                  </a:lnTo>
                  <a:lnTo>
                    <a:pt x="8825492" y="1409869"/>
                  </a:lnTo>
                  <a:lnTo>
                    <a:pt x="8867633" y="1490467"/>
                  </a:lnTo>
                  <a:lnTo>
                    <a:pt x="8909725" y="1569978"/>
                  </a:lnTo>
                  <a:lnTo>
                    <a:pt x="8951755" y="1647861"/>
                  </a:lnTo>
                  <a:lnTo>
                    <a:pt x="8993723" y="1723622"/>
                  </a:lnTo>
                  <a:lnTo>
                    <a:pt x="9035653" y="1796828"/>
                  </a:lnTo>
                  <a:lnTo>
                    <a:pt x="9077589" y="1867111"/>
                  </a:lnTo>
                  <a:lnTo>
                    <a:pt x="9119606" y="1934180"/>
                  </a:lnTo>
                  <a:lnTo>
                    <a:pt x="9161814" y="1997818"/>
                  </a:lnTo>
                  <a:lnTo>
                    <a:pt x="9204356" y="2057886"/>
                  </a:lnTo>
                  <a:lnTo>
                    <a:pt x="9247421" y="2114313"/>
                  </a:lnTo>
                  <a:lnTo>
                    <a:pt x="9291248" y="2167099"/>
                  </a:lnTo>
                  <a:lnTo>
                    <a:pt x="9336132" y="2216301"/>
                  </a:lnTo>
                  <a:lnTo>
                    <a:pt x="9347647" y="2228142"/>
                  </a:lnTo>
                  <a:lnTo>
                    <a:pt x="9398720" y="2276885"/>
                  </a:lnTo>
                  <a:lnTo>
                    <a:pt x="9452160" y="2321462"/>
                  </a:lnTo>
                  <a:lnTo>
                    <a:pt x="9508618" y="2362017"/>
                  </a:lnTo>
                  <a:lnTo>
                    <a:pt x="9568811" y="2398828"/>
                  </a:lnTo>
                  <a:lnTo>
                    <a:pt x="9633480" y="2432231"/>
                  </a:lnTo>
                  <a:lnTo>
                    <a:pt x="9703358" y="2462572"/>
                  </a:lnTo>
                  <a:lnTo>
                    <a:pt x="9779117" y="2490180"/>
                  </a:lnTo>
                  <a:lnTo>
                    <a:pt x="9861306" y="2515346"/>
                  </a:lnTo>
                  <a:lnTo>
                    <a:pt x="9950274" y="2538314"/>
                  </a:lnTo>
                  <a:lnTo>
                    <a:pt x="10046058" y="2559274"/>
                  </a:lnTo>
                  <a:lnTo>
                    <a:pt x="10148257" y="2578359"/>
                  </a:lnTo>
                  <a:lnTo>
                    <a:pt x="10255898" y="2595646"/>
                  </a:lnTo>
                  <a:lnTo>
                    <a:pt x="10367311" y="2611163"/>
                  </a:lnTo>
                  <a:lnTo>
                    <a:pt x="10480066" y="2624897"/>
                  </a:lnTo>
                  <a:lnTo>
                    <a:pt x="10591006" y="2636813"/>
                  </a:lnTo>
                  <a:lnTo>
                    <a:pt x="10696432" y="2646876"/>
                  </a:lnTo>
                  <a:lnTo>
                    <a:pt x="10792465" y="2655079"/>
                  </a:lnTo>
                  <a:lnTo>
                    <a:pt x="10875539" y="2661468"/>
                  </a:lnTo>
                  <a:lnTo>
                    <a:pt x="10942953" y="2666161"/>
                  </a:lnTo>
                  <a:lnTo>
                    <a:pt x="10993355" y="2669350"/>
                  </a:lnTo>
                  <a:lnTo>
                    <a:pt x="11027028" y="2671294"/>
                  </a:lnTo>
                  <a:lnTo>
                    <a:pt x="11045942" y="2672293"/>
                  </a:lnTo>
                  <a:lnTo>
                    <a:pt x="11053612" y="2672665"/>
                  </a:lnTo>
                  <a:lnTo>
                    <a:pt x="11054891" y="2672723"/>
                  </a:lnTo>
                  <a:lnTo>
                    <a:pt x="12049831" y="2672723"/>
                  </a:lnTo>
                  <a:lnTo>
                    <a:pt x="12049831" y="2667482"/>
                  </a:lnTo>
                  <a:lnTo>
                    <a:pt x="11054891" y="2667482"/>
                  </a:lnTo>
                  <a:lnTo>
                    <a:pt x="11053808" y="2667434"/>
                  </a:lnTo>
                  <a:lnTo>
                    <a:pt x="11046656" y="2667088"/>
                  </a:lnTo>
                  <a:lnTo>
                    <a:pt x="11028507" y="2666135"/>
                  </a:lnTo>
                  <a:lnTo>
                    <a:pt x="10995764" y="2664254"/>
                  </a:lnTo>
                  <a:lnTo>
                    <a:pt x="10946361" y="2661145"/>
                  </a:lnTo>
                  <a:lnTo>
                    <a:pt x="10879915" y="2656545"/>
                  </a:lnTo>
                  <a:lnTo>
                    <a:pt x="10797691" y="2650259"/>
                  </a:lnTo>
                  <a:lnTo>
                    <a:pt x="10702321" y="2642164"/>
                  </a:lnTo>
                  <a:lnTo>
                    <a:pt x="10597335" y="2632209"/>
                  </a:lnTo>
                  <a:lnTo>
                    <a:pt x="10486612" y="2620401"/>
                  </a:lnTo>
                  <a:lnTo>
                    <a:pt x="10373870" y="2606772"/>
                  </a:lnTo>
                  <a:lnTo>
                    <a:pt x="10262304" y="2591358"/>
                  </a:lnTo>
                  <a:lnTo>
                    <a:pt x="10154391" y="2574174"/>
                  </a:lnTo>
                  <a:lnTo>
                    <a:pt x="10051842" y="2555195"/>
                  </a:lnTo>
                  <a:lnTo>
                    <a:pt x="9955668" y="2534348"/>
                  </a:lnTo>
                  <a:lnTo>
                    <a:pt x="9866301" y="2511501"/>
                  </a:lnTo>
                  <a:lnTo>
                    <a:pt x="9783723" y="2486469"/>
                  </a:lnTo>
                  <a:lnTo>
                    <a:pt x="9707604" y="2459011"/>
                  </a:lnTo>
                  <a:lnTo>
                    <a:pt x="9637401" y="2428838"/>
                  </a:lnTo>
                  <a:lnTo>
                    <a:pt x="9572448" y="2395623"/>
                  </a:lnTo>
                  <a:lnTo>
                    <a:pt x="9512015" y="2359021"/>
                  </a:lnTo>
                  <a:lnTo>
                    <a:pt x="9455359" y="2318692"/>
                  </a:lnTo>
                  <a:lnTo>
                    <a:pt x="9401762" y="2274354"/>
                  </a:lnTo>
                  <a:lnTo>
                    <a:pt x="9350568" y="2225855"/>
                  </a:lnTo>
                  <a:lnTo>
                    <a:pt x="9347647" y="2222902"/>
                  </a:lnTo>
                  <a:lnTo>
                    <a:pt x="9302443" y="2174587"/>
                  </a:lnTo>
                  <a:lnTo>
                    <a:pt x="9258380" y="2122712"/>
                  </a:lnTo>
                  <a:lnTo>
                    <a:pt x="9215147" y="2067204"/>
                  </a:lnTo>
                  <a:lnTo>
                    <a:pt x="9172493" y="2008050"/>
                  </a:lnTo>
                  <a:lnTo>
                    <a:pt x="9130216" y="1945301"/>
                  </a:lnTo>
                  <a:lnTo>
                    <a:pt x="9088162" y="1879079"/>
                  </a:lnTo>
                  <a:lnTo>
                    <a:pt x="9046214" y="1809581"/>
                  </a:lnTo>
                  <a:lnTo>
                    <a:pt x="9004288" y="1737080"/>
                  </a:lnTo>
                  <a:lnTo>
                    <a:pt x="8962333" y="1661924"/>
                  </a:lnTo>
                  <a:lnTo>
                    <a:pt x="8920319" y="1584531"/>
                  </a:lnTo>
                  <a:lnTo>
                    <a:pt x="8878242" y="1505381"/>
                  </a:lnTo>
                  <a:lnTo>
                    <a:pt x="8836112" y="1425004"/>
                  </a:lnTo>
                  <a:lnTo>
                    <a:pt x="8793950" y="1343966"/>
                  </a:lnTo>
                  <a:lnTo>
                    <a:pt x="8751784" y="1262854"/>
                  </a:lnTo>
                  <a:lnTo>
                    <a:pt x="8709643" y="1182255"/>
                  </a:lnTo>
                  <a:lnTo>
                    <a:pt x="8667551" y="1102744"/>
                  </a:lnTo>
                  <a:lnTo>
                    <a:pt x="8625522" y="1024861"/>
                  </a:lnTo>
                  <a:lnTo>
                    <a:pt x="8583553" y="949100"/>
                  </a:lnTo>
                  <a:lnTo>
                    <a:pt x="8541624" y="875895"/>
                  </a:lnTo>
                  <a:lnTo>
                    <a:pt x="8499688" y="805611"/>
                  </a:lnTo>
                  <a:lnTo>
                    <a:pt x="8457670" y="738542"/>
                  </a:lnTo>
                  <a:lnTo>
                    <a:pt x="8415463" y="674904"/>
                  </a:lnTo>
                  <a:lnTo>
                    <a:pt x="8372921" y="614837"/>
                  </a:lnTo>
                  <a:lnTo>
                    <a:pt x="8329855" y="558409"/>
                  </a:lnTo>
                  <a:lnTo>
                    <a:pt x="8286028" y="505624"/>
                  </a:lnTo>
                  <a:lnTo>
                    <a:pt x="8241145" y="456422"/>
                  </a:lnTo>
                  <a:lnTo>
                    <a:pt x="8229629" y="444580"/>
                  </a:lnTo>
                  <a:lnTo>
                    <a:pt x="8178556" y="395838"/>
                  </a:lnTo>
                  <a:lnTo>
                    <a:pt x="8125117" y="351261"/>
                  </a:lnTo>
                  <a:lnTo>
                    <a:pt x="8068658" y="310705"/>
                  </a:lnTo>
                  <a:lnTo>
                    <a:pt x="8008466" y="273894"/>
                  </a:lnTo>
                  <a:lnTo>
                    <a:pt x="7943796" y="240492"/>
                  </a:lnTo>
                  <a:lnTo>
                    <a:pt x="7873918" y="210151"/>
                  </a:lnTo>
                  <a:lnTo>
                    <a:pt x="7798160" y="182543"/>
                  </a:lnTo>
                  <a:lnTo>
                    <a:pt x="7715970" y="157376"/>
                  </a:lnTo>
                  <a:lnTo>
                    <a:pt x="7627002" y="134408"/>
                  </a:lnTo>
                  <a:lnTo>
                    <a:pt x="7531219" y="113448"/>
                  </a:lnTo>
                  <a:lnTo>
                    <a:pt x="7429019" y="94364"/>
                  </a:lnTo>
                  <a:lnTo>
                    <a:pt x="7321379" y="77076"/>
                  </a:lnTo>
                  <a:lnTo>
                    <a:pt x="7209965" y="61559"/>
                  </a:lnTo>
                  <a:lnTo>
                    <a:pt x="7097210" y="47825"/>
                  </a:lnTo>
                  <a:lnTo>
                    <a:pt x="6986271" y="35909"/>
                  </a:lnTo>
                  <a:lnTo>
                    <a:pt x="6880844" y="25847"/>
                  </a:lnTo>
                  <a:lnTo>
                    <a:pt x="6784811" y="17644"/>
                  </a:lnTo>
                  <a:lnTo>
                    <a:pt x="6701738" y="11255"/>
                  </a:lnTo>
                  <a:lnTo>
                    <a:pt x="6634323" y="6562"/>
                  </a:lnTo>
                  <a:lnTo>
                    <a:pt x="6583921" y="3372"/>
                  </a:lnTo>
                  <a:lnTo>
                    <a:pt x="6550249" y="1428"/>
                  </a:lnTo>
                  <a:lnTo>
                    <a:pt x="6531335" y="429"/>
                  </a:lnTo>
                  <a:lnTo>
                    <a:pt x="6523665" y="5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4" y="44"/>
                  </a:lnTo>
                  <a:lnTo>
                    <a:pt x="5519148" y="363"/>
                  </a:lnTo>
                  <a:lnTo>
                    <a:pt x="5500867" y="1243"/>
                  </a:lnTo>
                  <a:lnTo>
                    <a:pt x="5467895" y="2978"/>
                  </a:lnTo>
                  <a:lnTo>
                    <a:pt x="5418164" y="5847"/>
                  </a:lnTo>
                  <a:lnTo>
                    <a:pt x="5351309" y="10089"/>
                  </a:lnTo>
                  <a:lnTo>
                    <a:pt x="5268626" y="15887"/>
                  </a:lnTo>
                  <a:lnTo>
                    <a:pt x="5172788" y="23350"/>
                  </a:lnTo>
                  <a:lnTo>
                    <a:pt x="5067363" y="32525"/>
                  </a:lnTo>
                  <a:lnTo>
                    <a:pt x="4956261" y="43405"/>
                  </a:lnTo>
                  <a:lnTo>
                    <a:pt x="4843221" y="55960"/>
                  </a:lnTo>
                  <a:lnTo>
                    <a:pt x="4731444" y="70157"/>
                  </a:lnTo>
                  <a:lnTo>
                    <a:pt x="4623403" y="85982"/>
                  </a:lnTo>
                  <a:lnTo>
                    <a:pt x="4520799" y="103461"/>
                  </a:lnTo>
                  <a:lnTo>
                    <a:pt x="4424628" y="122663"/>
                  </a:lnTo>
                  <a:lnTo>
                    <a:pt x="4335305" y="143710"/>
                  </a:lnTo>
                  <a:lnTo>
                    <a:pt x="4252799" y="166777"/>
                  </a:lnTo>
                  <a:lnTo>
                    <a:pt x="4176764" y="192088"/>
                  </a:lnTo>
                  <a:lnTo>
                    <a:pt x="4106647" y="219910"/>
                  </a:lnTo>
                  <a:lnTo>
                    <a:pt x="4041772" y="250546"/>
                  </a:lnTo>
                  <a:lnTo>
                    <a:pt x="3981402" y="284317"/>
                  </a:lnTo>
                  <a:lnTo>
                    <a:pt x="3924789" y="321533"/>
                  </a:lnTo>
                  <a:lnTo>
                    <a:pt x="3871211" y="362450"/>
                  </a:lnTo>
                  <a:lnTo>
                    <a:pt x="3820202" y="407022"/>
                  </a:lnTo>
                  <a:lnTo>
                    <a:pt x="3773602" y="452692"/>
                  </a:lnTo>
                  <a:lnTo>
                    <a:pt x="3728206" y="501831"/>
                  </a:lnTo>
                  <a:lnTo>
                    <a:pt x="3683675" y="554510"/>
                  </a:lnTo>
                  <a:lnTo>
                    <a:pt x="3639737" y="610737"/>
                  </a:lnTo>
                  <a:lnTo>
                    <a:pt x="3596178" y="670453"/>
                  </a:lnTo>
                  <a:lnTo>
                    <a:pt x="3552834" y="733525"/>
                  </a:lnTo>
                  <a:lnTo>
                    <a:pt x="3509583" y="799743"/>
                  </a:lnTo>
                  <a:lnTo>
                    <a:pt x="3466342" y="868816"/>
                  </a:lnTo>
                  <a:lnTo>
                    <a:pt x="3423059" y="940378"/>
                  </a:lnTo>
                  <a:lnTo>
                    <a:pt x="3379710" y="1013993"/>
                  </a:lnTo>
                  <a:lnTo>
                    <a:pt x="3336297" y="1089161"/>
                  </a:lnTo>
                  <a:lnTo>
                    <a:pt x="3292833" y="1165337"/>
                  </a:lnTo>
                  <a:lnTo>
                    <a:pt x="3249346" y="1241944"/>
                  </a:lnTo>
                  <a:lnTo>
                    <a:pt x="3205868" y="1318389"/>
                  </a:lnTo>
                  <a:lnTo>
                    <a:pt x="3162429" y="1394086"/>
                  </a:lnTo>
                  <a:lnTo>
                    <a:pt x="3119050" y="1468472"/>
                  </a:lnTo>
                  <a:lnTo>
                    <a:pt x="3075739" y="1541027"/>
                  </a:lnTo>
                  <a:lnTo>
                    <a:pt x="3032483" y="1611283"/>
                  </a:lnTo>
                  <a:lnTo>
                    <a:pt x="2989245" y="1678841"/>
                  </a:lnTo>
                  <a:lnTo>
                    <a:pt x="2945956" y="1743376"/>
                  </a:lnTo>
                  <a:lnTo>
                    <a:pt x="2902512" y="1804641"/>
                  </a:lnTo>
                  <a:lnTo>
                    <a:pt x="2858770" y="1862468"/>
                  </a:lnTo>
                  <a:lnTo>
                    <a:pt x="2814539" y="1916765"/>
                  </a:lnTo>
                  <a:lnTo>
                    <a:pt x="2769574" y="1967510"/>
                  </a:lnTo>
                  <a:lnTo>
                    <a:pt x="2723570" y="2014747"/>
                  </a:lnTo>
                  <a:lnTo>
                    <a:pt x="2702183" y="2035112"/>
                  </a:lnTo>
                  <a:lnTo>
                    <a:pt x="2650976" y="2079847"/>
                  </a:lnTo>
                  <a:lnTo>
                    <a:pt x="2597387" y="2120750"/>
                  </a:lnTo>
                  <a:lnTo>
                    <a:pt x="2540761" y="2157952"/>
                  </a:lnTo>
                  <a:lnTo>
                    <a:pt x="2480375" y="2191711"/>
                  </a:lnTo>
                  <a:lnTo>
                    <a:pt x="2415482" y="2222336"/>
                  </a:lnTo>
                  <a:lnTo>
                    <a:pt x="2345344" y="2250148"/>
                  </a:lnTo>
                  <a:lnTo>
                    <a:pt x="2269285" y="2275449"/>
                  </a:lnTo>
                  <a:lnTo>
                    <a:pt x="2186754" y="2298508"/>
                  </a:lnTo>
                  <a:lnTo>
                    <a:pt x="2097404" y="2319548"/>
                  </a:lnTo>
                  <a:lnTo>
                    <a:pt x="2001208" y="2338743"/>
                  </a:lnTo>
                  <a:lnTo>
                    <a:pt x="1898581" y="2356215"/>
                  </a:lnTo>
                  <a:lnTo>
                    <a:pt x="1790522" y="2372035"/>
                  </a:lnTo>
                  <a:lnTo>
                    <a:pt x="1678735" y="2386225"/>
                  </a:lnTo>
                  <a:lnTo>
                    <a:pt x="1565696" y="2398774"/>
                  </a:lnTo>
                  <a:lnTo>
                    <a:pt x="1454608" y="2409648"/>
                  </a:lnTo>
                  <a:lnTo>
                    <a:pt x="1349213" y="2418816"/>
                  </a:lnTo>
                  <a:lnTo>
                    <a:pt x="1253418" y="2426273"/>
                  </a:lnTo>
                  <a:lnTo>
                    <a:pt x="1170791" y="2432064"/>
                  </a:lnTo>
                  <a:lnTo>
                    <a:pt x="1103999" y="2436301"/>
                  </a:lnTo>
                  <a:lnTo>
                    <a:pt x="1054334" y="2439165"/>
                  </a:lnTo>
                  <a:lnTo>
                    <a:pt x="1021422" y="2440896"/>
                  </a:lnTo>
                  <a:lnTo>
                    <a:pt x="1003191" y="2441774"/>
                  </a:lnTo>
                  <a:lnTo>
                    <a:pt x="996019" y="2442091"/>
                  </a:lnTo>
                  <a:lnTo>
                    <a:pt x="994940" y="2442135"/>
                  </a:lnTo>
                  <a:lnTo>
                    <a:pt x="0" y="2442135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72" name="pl1671"/>
            <p:cNvSpPr/>
            <p:nvPr/>
          </p:nvSpPr>
          <p:spPr>
            <a:xfrm>
              <a:off x="1199187" y="3228066"/>
              <a:ext cx="12049831" cy="2667482"/>
            </a:xfrm>
            <a:custGeom>
              <a:avLst/>
              <a:pathLst>
                <a:path w="12049831" h="2667482">
                  <a:moveTo>
                    <a:pt x="0" y="2442135"/>
                  </a:moveTo>
                  <a:lnTo>
                    <a:pt x="994940" y="2442135"/>
                  </a:lnTo>
                  <a:lnTo>
                    <a:pt x="996031" y="2442090"/>
                  </a:lnTo>
                  <a:lnTo>
                    <a:pt x="1003237" y="2441772"/>
                  </a:lnTo>
                  <a:lnTo>
                    <a:pt x="1021518" y="2440891"/>
                  </a:lnTo>
                  <a:lnTo>
                    <a:pt x="1054490" y="2439156"/>
                  </a:lnTo>
                  <a:lnTo>
                    <a:pt x="1104221" y="2436288"/>
                  </a:lnTo>
                  <a:lnTo>
                    <a:pt x="1171076" y="2432045"/>
                  </a:lnTo>
                  <a:lnTo>
                    <a:pt x="1253759" y="2426248"/>
                  </a:lnTo>
                  <a:lnTo>
                    <a:pt x="1349597" y="2418784"/>
                  </a:lnTo>
                  <a:lnTo>
                    <a:pt x="1455022" y="2409610"/>
                  </a:lnTo>
                  <a:lnTo>
                    <a:pt x="1566124" y="2398729"/>
                  </a:lnTo>
                  <a:lnTo>
                    <a:pt x="1679164" y="2386174"/>
                  </a:lnTo>
                  <a:lnTo>
                    <a:pt x="1790941" y="2371978"/>
                  </a:lnTo>
                  <a:lnTo>
                    <a:pt x="1898982" y="2356152"/>
                  </a:lnTo>
                  <a:lnTo>
                    <a:pt x="2001586" y="2338674"/>
                  </a:lnTo>
                  <a:lnTo>
                    <a:pt x="2097757" y="2319472"/>
                  </a:lnTo>
                  <a:lnTo>
                    <a:pt x="2187080" y="2298424"/>
                  </a:lnTo>
                  <a:lnTo>
                    <a:pt x="2269586" y="2275357"/>
                  </a:lnTo>
                  <a:lnTo>
                    <a:pt x="2345621" y="2250047"/>
                  </a:lnTo>
                  <a:lnTo>
                    <a:pt x="2415738" y="2222225"/>
                  </a:lnTo>
                  <a:lnTo>
                    <a:pt x="2480613" y="2191588"/>
                  </a:lnTo>
                  <a:lnTo>
                    <a:pt x="2540983" y="2157817"/>
                  </a:lnTo>
                  <a:lnTo>
                    <a:pt x="2597596" y="2120601"/>
                  </a:lnTo>
                  <a:lnTo>
                    <a:pt x="2651174" y="2079685"/>
                  </a:lnTo>
                  <a:lnTo>
                    <a:pt x="2702183" y="2035112"/>
                  </a:lnTo>
                  <a:lnTo>
                    <a:pt x="2748783" y="1989443"/>
                  </a:lnTo>
                  <a:lnTo>
                    <a:pt x="2794179" y="1940304"/>
                  </a:lnTo>
                  <a:lnTo>
                    <a:pt x="2838710" y="1887625"/>
                  </a:lnTo>
                  <a:lnTo>
                    <a:pt x="2882648" y="1831398"/>
                  </a:lnTo>
                  <a:lnTo>
                    <a:pt x="2926207" y="1771681"/>
                  </a:lnTo>
                  <a:lnTo>
                    <a:pt x="2969551" y="1708609"/>
                  </a:lnTo>
                  <a:lnTo>
                    <a:pt x="3012802" y="1642391"/>
                  </a:lnTo>
                  <a:lnTo>
                    <a:pt x="3056043" y="1573318"/>
                  </a:lnTo>
                  <a:lnTo>
                    <a:pt x="3099326" y="1501756"/>
                  </a:lnTo>
                  <a:lnTo>
                    <a:pt x="3142675" y="1428142"/>
                  </a:lnTo>
                  <a:lnTo>
                    <a:pt x="3186088" y="1352974"/>
                  </a:lnTo>
                  <a:lnTo>
                    <a:pt x="3229552" y="1276797"/>
                  </a:lnTo>
                  <a:lnTo>
                    <a:pt x="3273039" y="1200191"/>
                  </a:lnTo>
                  <a:lnTo>
                    <a:pt x="3316517" y="1123746"/>
                  </a:lnTo>
                  <a:lnTo>
                    <a:pt x="3359956" y="1048049"/>
                  </a:lnTo>
                  <a:lnTo>
                    <a:pt x="3403335" y="973662"/>
                  </a:lnTo>
                  <a:lnTo>
                    <a:pt x="3446646" y="901108"/>
                  </a:lnTo>
                  <a:lnTo>
                    <a:pt x="3489902" y="830852"/>
                  </a:lnTo>
                  <a:lnTo>
                    <a:pt x="3533140" y="763293"/>
                  </a:lnTo>
                  <a:lnTo>
                    <a:pt x="3576429" y="698758"/>
                  </a:lnTo>
                  <a:lnTo>
                    <a:pt x="3619873" y="637493"/>
                  </a:lnTo>
                  <a:lnTo>
                    <a:pt x="3663615" y="579666"/>
                  </a:lnTo>
                  <a:lnTo>
                    <a:pt x="3707846" y="525369"/>
                  </a:lnTo>
                  <a:lnTo>
                    <a:pt x="3752811" y="474624"/>
                  </a:lnTo>
                  <a:lnTo>
                    <a:pt x="3798815" y="427388"/>
                  </a:lnTo>
                  <a:lnTo>
                    <a:pt x="3820202" y="407022"/>
                  </a:lnTo>
                  <a:lnTo>
                    <a:pt x="3871409" y="362287"/>
                  </a:lnTo>
                  <a:lnTo>
                    <a:pt x="3924998" y="321385"/>
                  </a:lnTo>
                  <a:lnTo>
                    <a:pt x="3981624" y="284182"/>
                  </a:lnTo>
                  <a:lnTo>
                    <a:pt x="4042010" y="250424"/>
                  </a:lnTo>
                  <a:lnTo>
                    <a:pt x="4106903" y="219799"/>
                  </a:lnTo>
                  <a:lnTo>
                    <a:pt x="4177041" y="191987"/>
                  </a:lnTo>
                  <a:lnTo>
                    <a:pt x="4253100" y="166685"/>
                  </a:lnTo>
                  <a:lnTo>
                    <a:pt x="4335631" y="143627"/>
                  </a:lnTo>
                  <a:lnTo>
                    <a:pt x="4424981" y="122587"/>
                  </a:lnTo>
                  <a:lnTo>
                    <a:pt x="4521177" y="103391"/>
                  </a:lnTo>
                  <a:lnTo>
                    <a:pt x="4623804" y="85919"/>
                  </a:lnTo>
                  <a:lnTo>
                    <a:pt x="4731863" y="70100"/>
                  </a:lnTo>
                  <a:lnTo>
                    <a:pt x="4843650" y="55910"/>
                  </a:lnTo>
                  <a:lnTo>
                    <a:pt x="4956689" y="43361"/>
                  </a:lnTo>
                  <a:lnTo>
                    <a:pt x="5067777" y="32487"/>
                  </a:lnTo>
                  <a:lnTo>
                    <a:pt x="5173172" y="23319"/>
                  </a:lnTo>
                  <a:lnTo>
                    <a:pt x="5268967" y="15862"/>
                  </a:lnTo>
                  <a:lnTo>
                    <a:pt x="5351594" y="10071"/>
                  </a:lnTo>
                  <a:lnTo>
                    <a:pt x="5418386" y="5833"/>
                  </a:lnTo>
                  <a:lnTo>
                    <a:pt x="5468051" y="2970"/>
                  </a:lnTo>
                  <a:lnTo>
                    <a:pt x="5500963" y="1238"/>
                  </a:lnTo>
                  <a:lnTo>
                    <a:pt x="5519194" y="361"/>
                  </a:lnTo>
                  <a:lnTo>
                    <a:pt x="5526366" y="44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68" y="48"/>
                  </a:lnTo>
                  <a:lnTo>
                    <a:pt x="6530621" y="393"/>
                  </a:lnTo>
                  <a:lnTo>
                    <a:pt x="6548769" y="1347"/>
                  </a:lnTo>
                  <a:lnTo>
                    <a:pt x="6581512" y="3228"/>
                  </a:lnTo>
                  <a:lnTo>
                    <a:pt x="6630916" y="6337"/>
                  </a:lnTo>
                  <a:lnTo>
                    <a:pt x="6697361" y="10936"/>
                  </a:lnTo>
                  <a:lnTo>
                    <a:pt x="6779586" y="17223"/>
                  </a:lnTo>
                  <a:lnTo>
                    <a:pt x="6874956" y="25318"/>
                  </a:lnTo>
                  <a:lnTo>
                    <a:pt x="6979941" y="35272"/>
                  </a:lnTo>
                  <a:lnTo>
                    <a:pt x="7090665" y="47081"/>
                  </a:lnTo>
                  <a:lnTo>
                    <a:pt x="7203407" y="60710"/>
                  </a:lnTo>
                  <a:lnTo>
                    <a:pt x="7314972" y="76124"/>
                  </a:lnTo>
                  <a:lnTo>
                    <a:pt x="7422886" y="93308"/>
                  </a:lnTo>
                  <a:lnTo>
                    <a:pt x="7525435" y="112286"/>
                  </a:lnTo>
                  <a:lnTo>
                    <a:pt x="7621608" y="133134"/>
                  </a:lnTo>
                  <a:lnTo>
                    <a:pt x="7710976" y="155980"/>
                  </a:lnTo>
                  <a:lnTo>
                    <a:pt x="7793553" y="181012"/>
                  </a:lnTo>
                  <a:lnTo>
                    <a:pt x="7869673" y="208471"/>
                  </a:lnTo>
                  <a:lnTo>
                    <a:pt x="7939875" y="238644"/>
                  </a:lnTo>
                  <a:lnTo>
                    <a:pt x="8004829" y="271858"/>
                  </a:lnTo>
                  <a:lnTo>
                    <a:pt x="8065262" y="308461"/>
                  </a:lnTo>
                  <a:lnTo>
                    <a:pt x="8121917" y="348790"/>
                  </a:lnTo>
                  <a:lnTo>
                    <a:pt x="8175514" y="393127"/>
                  </a:lnTo>
                  <a:lnTo>
                    <a:pt x="8226709" y="441627"/>
                  </a:lnTo>
                  <a:lnTo>
                    <a:pt x="8229629" y="444580"/>
                  </a:lnTo>
                  <a:lnTo>
                    <a:pt x="8274834" y="492895"/>
                  </a:lnTo>
                  <a:lnTo>
                    <a:pt x="8318897" y="544770"/>
                  </a:lnTo>
                  <a:lnTo>
                    <a:pt x="8362129" y="600277"/>
                  </a:lnTo>
                  <a:lnTo>
                    <a:pt x="8404784" y="659431"/>
                  </a:lnTo>
                  <a:lnTo>
                    <a:pt x="8447060" y="722181"/>
                  </a:lnTo>
                  <a:lnTo>
                    <a:pt x="8489114" y="788403"/>
                  </a:lnTo>
                  <a:lnTo>
                    <a:pt x="8531062" y="857901"/>
                  </a:lnTo>
                  <a:lnTo>
                    <a:pt x="8572988" y="930402"/>
                  </a:lnTo>
                  <a:lnTo>
                    <a:pt x="8614944" y="1005557"/>
                  </a:lnTo>
                  <a:lnTo>
                    <a:pt x="8656957" y="1082950"/>
                  </a:lnTo>
                  <a:lnTo>
                    <a:pt x="8699034" y="1162101"/>
                  </a:lnTo>
                  <a:lnTo>
                    <a:pt x="8741165" y="1242478"/>
                  </a:lnTo>
                  <a:lnTo>
                    <a:pt x="8783327" y="1323516"/>
                  </a:lnTo>
                  <a:lnTo>
                    <a:pt x="8825492" y="1404628"/>
                  </a:lnTo>
                  <a:lnTo>
                    <a:pt x="8867633" y="1485226"/>
                  </a:lnTo>
                  <a:lnTo>
                    <a:pt x="8909725" y="1564737"/>
                  </a:lnTo>
                  <a:lnTo>
                    <a:pt x="8951755" y="1642620"/>
                  </a:lnTo>
                  <a:lnTo>
                    <a:pt x="8993723" y="1718382"/>
                  </a:lnTo>
                  <a:lnTo>
                    <a:pt x="9035653" y="1791587"/>
                  </a:lnTo>
                  <a:lnTo>
                    <a:pt x="9077589" y="1861870"/>
                  </a:lnTo>
                  <a:lnTo>
                    <a:pt x="9119606" y="1928939"/>
                  </a:lnTo>
                  <a:lnTo>
                    <a:pt x="9161814" y="1992578"/>
                  </a:lnTo>
                  <a:lnTo>
                    <a:pt x="9204356" y="2052645"/>
                  </a:lnTo>
                  <a:lnTo>
                    <a:pt x="9247421" y="2109073"/>
                  </a:lnTo>
                  <a:lnTo>
                    <a:pt x="9291248" y="2161858"/>
                  </a:lnTo>
                  <a:lnTo>
                    <a:pt x="9336132" y="2211060"/>
                  </a:lnTo>
                  <a:lnTo>
                    <a:pt x="9347647" y="2222902"/>
                  </a:lnTo>
                  <a:lnTo>
                    <a:pt x="9398720" y="2271644"/>
                  </a:lnTo>
                  <a:lnTo>
                    <a:pt x="9452160" y="2316221"/>
                  </a:lnTo>
                  <a:lnTo>
                    <a:pt x="9508618" y="2356777"/>
                  </a:lnTo>
                  <a:lnTo>
                    <a:pt x="9568811" y="2393588"/>
                  </a:lnTo>
                  <a:lnTo>
                    <a:pt x="9633480" y="2426990"/>
                  </a:lnTo>
                  <a:lnTo>
                    <a:pt x="9703358" y="2457331"/>
                  </a:lnTo>
                  <a:lnTo>
                    <a:pt x="9779117" y="2484939"/>
                  </a:lnTo>
                  <a:lnTo>
                    <a:pt x="9861306" y="2510105"/>
                  </a:lnTo>
                  <a:lnTo>
                    <a:pt x="9950274" y="2533074"/>
                  </a:lnTo>
                  <a:lnTo>
                    <a:pt x="10046058" y="2554033"/>
                  </a:lnTo>
                  <a:lnTo>
                    <a:pt x="10148257" y="2573118"/>
                  </a:lnTo>
                  <a:lnTo>
                    <a:pt x="10255898" y="2590405"/>
                  </a:lnTo>
                  <a:lnTo>
                    <a:pt x="10367311" y="2605922"/>
                  </a:lnTo>
                  <a:lnTo>
                    <a:pt x="10480066" y="2619656"/>
                  </a:lnTo>
                  <a:lnTo>
                    <a:pt x="10591006" y="2631572"/>
                  </a:lnTo>
                  <a:lnTo>
                    <a:pt x="10696432" y="2641635"/>
                  </a:lnTo>
                  <a:lnTo>
                    <a:pt x="10792465" y="2649838"/>
                  </a:lnTo>
                  <a:lnTo>
                    <a:pt x="10875539" y="2656227"/>
                  </a:lnTo>
                  <a:lnTo>
                    <a:pt x="10942953" y="2660920"/>
                  </a:lnTo>
                  <a:lnTo>
                    <a:pt x="10993355" y="2664110"/>
                  </a:lnTo>
                  <a:lnTo>
                    <a:pt x="11027028" y="2666053"/>
                  </a:lnTo>
                  <a:lnTo>
                    <a:pt x="11045942" y="2667053"/>
                  </a:lnTo>
                  <a:lnTo>
                    <a:pt x="11053612" y="2667425"/>
                  </a:lnTo>
                  <a:lnTo>
                    <a:pt x="11054891" y="2667482"/>
                  </a:lnTo>
                  <a:lnTo>
                    <a:pt x="11054891" y="2667482"/>
                  </a:lnTo>
                  <a:lnTo>
                    <a:pt x="12049831" y="2667482"/>
                  </a:lnTo>
                  <a:lnTo>
                    <a:pt x="12049831" y="26674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3" name="pl1672"/>
            <p:cNvSpPr/>
            <p:nvPr/>
          </p:nvSpPr>
          <p:spPr>
            <a:xfrm>
              <a:off x="1199187" y="3222825"/>
              <a:ext cx="12049831" cy="2667482"/>
            </a:xfrm>
            <a:custGeom>
              <a:avLst/>
              <a:pathLst>
                <a:path w="12049831" h="2667482">
                  <a:moveTo>
                    <a:pt x="12049831" y="2667482"/>
                  </a:moveTo>
                  <a:lnTo>
                    <a:pt x="11054891" y="2667482"/>
                  </a:lnTo>
                  <a:lnTo>
                    <a:pt x="11053808" y="2667434"/>
                  </a:lnTo>
                  <a:lnTo>
                    <a:pt x="11046656" y="2667088"/>
                  </a:lnTo>
                  <a:lnTo>
                    <a:pt x="11028507" y="2666135"/>
                  </a:lnTo>
                  <a:lnTo>
                    <a:pt x="10995764" y="2664254"/>
                  </a:lnTo>
                  <a:lnTo>
                    <a:pt x="10946361" y="2661145"/>
                  </a:lnTo>
                  <a:lnTo>
                    <a:pt x="10879915" y="2656545"/>
                  </a:lnTo>
                  <a:lnTo>
                    <a:pt x="10797691" y="2650259"/>
                  </a:lnTo>
                  <a:lnTo>
                    <a:pt x="10702321" y="2642164"/>
                  </a:lnTo>
                  <a:lnTo>
                    <a:pt x="10597335" y="2632209"/>
                  </a:lnTo>
                  <a:lnTo>
                    <a:pt x="10486612" y="2620401"/>
                  </a:lnTo>
                  <a:lnTo>
                    <a:pt x="10373870" y="2606772"/>
                  </a:lnTo>
                  <a:lnTo>
                    <a:pt x="10262304" y="2591358"/>
                  </a:lnTo>
                  <a:lnTo>
                    <a:pt x="10154391" y="2574174"/>
                  </a:lnTo>
                  <a:lnTo>
                    <a:pt x="10051842" y="2555195"/>
                  </a:lnTo>
                  <a:lnTo>
                    <a:pt x="9955668" y="2534348"/>
                  </a:lnTo>
                  <a:lnTo>
                    <a:pt x="9866301" y="2511501"/>
                  </a:lnTo>
                  <a:lnTo>
                    <a:pt x="9783723" y="2486469"/>
                  </a:lnTo>
                  <a:lnTo>
                    <a:pt x="9707604" y="2459011"/>
                  </a:lnTo>
                  <a:lnTo>
                    <a:pt x="9637401" y="2428838"/>
                  </a:lnTo>
                  <a:lnTo>
                    <a:pt x="9572448" y="2395623"/>
                  </a:lnTo>
                  <a:lnTo>
                    <a:pt x="9512015" y="2359021"/>
                  </a:lnTo>
                  <a:lnTo>
                    <a:pt x="9455359" y="2318692"/>
                  </a:lnTo>
                  <a:lnTo>
                    <a:pt x="9401762" y="2274354"/>
                  </a:lnTo>
                  <a:lnTo>
                    <a:pt x="9350568" y="2225855"/>
                  </a:lnTo>
                  <a:lnTo>
                    <a:pt x="9347647" y="2222902"/>
                  </a:lnTo>
                  <a:lnTo>
                    <a:pt x="9302443" y="2174587"/>
                  </a:lnTo>
                  <a:lnTo>
                    <a:pt x="9258380" y="2122712"/>
                  </a:lnTo>
                  <a:lnTo>
                    <a:pt x="9215147" y="2067204"/>
                  </a:lnTo>
                  <a:lnTo>
                    <a:pt x="9172493" y="2008050"/>
                  </a:lnTo>
                  <a:lnTo>
                    <a:pt x="9130216" y="1945301"/>
                  </a:lnTo>
                  <a:lnTo>
                    <a:pt x="9088162" y="1879079"/>
                  </a:lnTo>
                  <a:lnTo>
                    <a:pt x="9046214" y="1809581"/>
                  </a:lnTo>
                  <a:lnTo>
                    <a:pt x="9004288" y="1737080"/>
                  </a:lnTo>
                  <a:lnTo>
                    <a:pt x="8962333" y="1661924"/>
                  </a:lnTo>
                  <a:lnTo>
                    <a:pt x="8920319" y="1584531"/>
                  </a:lnTo>
                  <a:lnTo>
                    <a:pt x="8878242" y="1505381"/>
                  </a:lnTo>
                  <a:lnTo>
                    <a:pt x="8836112" y="1425004"/>
                  </a:lnTo>
                  <a:lnTo>
                    <a:pt x="8793950" y="1343966"/>
                  </a:lnTo>
                  <a:lnTo>
                    <a:pt x="8751784" y="1262854"/>
                  </a:lnTo>
                  <a:lnTo>
                    <a:pt x="8709643" y="1182255"/>
                  </a:lnTo>
                  <a:lnTo>
                    <a:pt x="8667551" y="1102744"/>
                  </a:lnTo>
                  <a:lnTo>
                    <a:pt x="8625522" y="1024861"/>
                  </a:lnTo>
                  <a:lnTo>
                    <a:pt x="8583553" y="949100"/>
                  </a:lnTo>
                  <a:lnTo>
                    <a:pt x="8541624" y="875895"/>
                  </a:lnTo>
                  <a:lnTo>
                    <a:pt x="8499688" y="805611"/>
                  </a:lnTo>
                  <a:lnTo>
                    <a:pt x="8457670" y="738542"/>
                  </a:lnTo>
                  <a:lnTo>
                    <a:pt x="8415463" y="674904"/>
                  </a:lnTo>
                  <a:lnTo>
                    <a:pt x="8372921" y="614837"/>
                  </a:lnTo>
                  <a:lnTo>
                    <a:pt x="8329855" y="558409"/>
                  </a:lnTo>
                  <a:lnTo>
                    <a:pt x="8286028" y="505624"/>
                  </a:lnTo>
                  <a:lnTo>
                    <a:pt x="8241145" y="456422"/>
                  </a:lnTo>
                  <a:lnTo>
                    <a:pt x="8229629" y="444580"/>
                  </a:lnTo>
                  <a:lnTo>
                    <a:pt x="8178556" y="395838"/>
                  </a:lnTo>
                  <a:lnTo>
                    <a:pt x="8125117" y="351261"/>
                  </a:lnTo>
                  <a:lnTo>
                    <a:pt x="8068658" y="310705"/>
                  </a:lnTo>
                  <a:lnTo>
                    <a:pt x="8008466" y="273894"/>
                  </a:lnTo>
                  <a:lnTo>
                    <a:pt x="7943796" y="240492"/>
                  </a:lnTo>
                  <a:lnTo>
                    <a:pt x="7873918" y="210151"/>
                  </a:lnTo>
                  <a:lnTo>
                    <a:pt x="7798160" y="182543"/>
                  </a:lnTo>
                  <a:lnTo>
                    <a:pt x="7715970" y="157376"/>
                  </a:lnTo>
                  <a:lnTo>
                    <a:pt x="7627002" y="134408"/>
                  </a:lnTo>
                  <a:lnTo>
                    <a:pt x="7531219" y="113448"/>
                  </a:lnTo>
                  <a:lnTo>
                    <a:pt x="7429019" y="94364"/>
                  </a:lnTo>
                  <a:lnTo>
                    <a:pt x="7321379" y="77076"/>
                  </a:lnTo>
                  <a:lnTo>
                    <a:pt x="7209965" y="61559"/>
                  </a:lnTo>
                  <a:lnTo>
                    <a:pt x="7097210" y="47825"/>
                  </a:lnTo>
                  <a:lnTo>
                    <a:pt x="6986271" y="35909"/>
                  </a:lnTo>
                  <a:lnTo>
                    <a:pt x="6880844" y="25847"/>
                  </a:lnTo>
                  <a:lnTo>
                    <a:pt x="6784811" y="17644"/>
                  </a:lnTo>
                  <a:lnTo>
                    <a:pt x="6701738" y="11255"/>
                  </a:lnTo>
                  <a:lnTo>
                    <a:pt x="6634323" y="6562"/>
                  </a:lnTo>
                  <a:lnTo>
                    <a:pt x="6583921" y="3372"/>
                  </a:lnTo>
                  <a:lnTo>
                    <a:pt x="6550249" y="1428"/>
                  </a:lnTo>
                  <a:lnTo>
                    <a:pt x="6531335" y="429"/>
                  </a:lnTo>
                  <a:lnTo>
                    <a:pt x="6523665" y="57"/>
                  </a:lnTo>
                  <a:lnTo>
                    <a:pt x="652238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4" y="44"/>
                  </a:lnTo>
                  <a:lnTo>
                    <a:pt x="5519148" y="363"/>
                  </a:lnTo>
                  <a:lnTo>
                    <a:pt x="5500867" y="1243"/>
                  </a:lnTo>
                  <a:lnTo>
                    <a:pt x="5467895" y="2978"/>
                  </a:lnTo>
                  <a:lnTo>
                    <a:pt x="5418164" y="5847"/>
                  </a:lnTo>
                  <a:lnTo>
                    <a:pt x="5351309" y="10089"/>
                  </a:lnTo>
                  <a:lnTo>
                    <a:pt x="5268626" y="15887"/>
                  </a:lnTo>
                  <a:lnTo>
                    <a:pt x="5172788" y="23350"/>
                  </a:lnTo>
                  <a:lnTo>
                    <a:pt x="5067363" y="32525"/>
                  </a:lnTo>
                  <a:lnTo>
                    <a:pt x="4956261" y="43405"/>
                  </a:lnTo>
                  <a:lnTo>
                    <a:pt x="4843221" y="55960"/>
                  </a:lnTo>
                  <a:lnTo>
                    <a:pt x="4731444" y="70157"/>
                  </a:lnTo>
                  <a:lnTo>
                    <a:pt x="4623403" y="85982"/>
                  </a:lnTo>
                  <a:lnTo>
                    <a:pt x="4520799" y="103461"/>
                  </a:lnTo>
                  <a:lnTo>
                    <a:pt x="4424628" y="122663"/>
                  </a:lnTo>
                  <a:lnTo>
                    <a:pt x="4335305" y="143710"/>
                  </a:lnTo>
                  <a:lnTo>
                    <a:pt x="4252799" y="166777"/>
                  </a:lnTo>
                  <a:lnTo>
                    <a:pt x="4176764" y="192088"/>
                  </a:lnTo>
                  <a:lnTo>
                    <a:pt x="4106647" y="219910"/>
                  </a:lnTo>
                  <a:lnTo>
                    <a:pt x="4041772" y="250546"/>
                  </a:lnTo>
                  <a:lnTo>
                    <a:pt x="3981402" y="284317"/>
                  </a:lnTo>
                  <a:lnTo>
                    <a:pt x="3924789" y="321533"/>
                  </a:lnTo>
                  <a:lnTo>
                    <a:pt x="3871211" y="362450"/>
                  </a:lnTo>
                  <a:lnTo>
                    <a:pt x="3820202" y="407022"/>
                  </a:lnTo>
                  <a:lnTo>
                    <a:pt x="3773602" y="452692"/>
                  </a:lnTo>
                  <a:lnTo>
                    <a:pt x="3728206" y="501831"/>
                  </a:lnTo>
                  <a:lnTo>
                    <a:pt x="3683675" y="554510"/>
                  </a:lnTo>
                  <a:lnTo>
                    <a:pt x="3639737" y="610737"/>
                  </a:lnTo>
                  <a:lnTo>
                    <a:pt x="3596178" y="670453"/>
                  </a:lnTo>
                  <a:lnTo>
                    <a:pt x="3552834" y="733525"/>
                  </a:lnTo>
                  <a:lnTo>
                    <a:pt x="3509583" y="799743"/>
                  </a:lnTo>
                  <a:lnTo>
                    <a:pt x="3466342" y="868816"/>
                  </a:lnTo>
                  <a:lnTo>
                    <a:pt x="3423059" y="940378"/>
                  </a:lnTo>
                  <a:lnTo>
                    <a:pt x="3379710" y="1013993"/>
                  </a:lnTo>
                  <a:lnTo>
                    <a:pt x="3336297" y="1089161"/>
                  </a:lnTo>
                  <a:lnTo>
                    <a:pt x="3292833" y="1165337"/>
                  </a:lnTo>
                  <a:lnTo>
                    <a:pt x="3249346" y="1241944"/>
                  </a:lnTo>
                  <a:lnTo>
                    <a:pt x="3205868" y="1318389"/>
                  </a:lnTo>
                  <a:lnTo>
                    <a:pt x="3162429" y="1394086"/>
                  </a:lnTo>
                  <a:lnTo>
                    <a:pt x="3119050" y="1468472"/>
                  </a:lnTo>
                  <a:lnTo>
                    <a:pt x="3075739" y="1541027"/>
                  </a:lnTo>
                  <a:lnTo>
                    <a:pt x="3032483" y="1611283"/>
                  </a:lnTo>
                  <a:lnTo>
                    <a:pt x="2989245" y="1678841"/>
                  </a:lnTo>
                  <a:lnTo>
                    <a:pt x="2945956" y="1743376"/>
                  </a:lnTo>
                  <a:lnTo>
                    <a:pt x="2902512" y="1804641"/>
                  </a:lnTo>
                  <a:lnTo>
                    <a:pt x="2858770" y="1862468"/>
                  </a:lnTo>
                  <a:lnTo>
                    <a:pt x="2814539" y="1916765"/>
                  </a:lnTo>
                  <a:lnTo>
                    <a:pt x="2769574" y="1967510"/>
                  </a:lnTo>
                  <a:lnTo>
                    <a:pt x="2723570" y="2014747"/>
                  </a:lnTo>
                  <a:lnTo>
                    <a:pt x="2702183" y="2035112"/>
                  </a:lnTo>
                  <a:lnTo>
                    <a:pt x="2650976" y="2079847"/>
                  </a:lnTo>
                  <a:lnTo>
                    <a:pt x="2597387" y="2120750"/>
                  </a:lnTo>
                  <a:lnTo>
                    <a:pt x="2540761" y="2157952"/>
                  </a:lnTo>
                  <a:lnTo>
                    <a:pt x="2480375" y="2191711"/>
                  </a:lnTo>
                  <a:lnTo>
                    <a:pt x="2415482" y="2222336"/>
                  </a:lnTo>
                  <a:lnTo>
                    <a:pt x="2345344" y="2250148"/>
                  </a:lnTo>
                  <a:lnTo>
                    <a:pt x="2269285" y="2275449"/>
                  </a:lnTo>
                  <a:lnTo>
                    <a:pt x="2186754" y="2298508"/>
                  </a:lnTo>
                  <a:lnTo>
                    <a:pt x="2097404" y="2319548"/>
                  </a:lnTo>
                  <a:lnTo>
                    <a:pt x="2001208" y="2338743"/>
                  </a:lnTo>
                  <a:lnTo>
                    <a:pt x="1898581" y="2356215"/>
                  </a:lnTo>
                  <a:lnTo>
                    <a:pt x="1790522" y="2372035"/>
                  </a:lnTo>
                  <a:lnTo>
                    <a:pt x="1678735" y="2386225"/>
                  </a:lnTo>
                  <a:lnTo>
                    <a:pt x="1565696" y="2398774"/>
                  </a:lnTo>
                  <a:lnTo>
                    <a:pt x="1454608" y="2409648"/>
                  </a:lnTo>
                  <a:lnTo>
                    <a:pt x="1349213" y="2418816"/>
                  </a:lnTo>
                  <a:lnTo>
                    <a:pt x="1253418" y="2426273"/>
                  </a:lnTo>
                  <a:lnTo>
                    <a:pt x="1170791" y="2432064"/>
                  </a:lnTo>
                  <a:lnTo>
                    <a:pt x="1103999" y="2436301"/>
                  </a:lnTo>
                  <a:lnTo>
                    <a:pt x="1054334" y="2439165"/>
                  </a:lnTo>
                  <a:lnTo>
                    <a:pt x="1021422" y="2440896"/>
                  </a:lnTo>
                  <a:lnTo>
                    <a:pt x="1003191" y="2441774"/>
                  </a:lnTo>
                  <a:lnTo>
                    <a:pt x="996019" y="2442091"/>
                  </a:lnTo>
                  <a:lnTo>
                    <a:pt x="994940" y="2442135"/>
                  </a:lnTo>
                  <a:lnTo>
                    <a:pt x="0" y="2442135"/>
                  </a:lnTo>
                  <a:lnTo>
                    <a:pt x="0" y="24421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4" name="pg1673"/>
            <p:cNvSpPr/>
            <p:nvPr/>
          </p:nvSpPr>
          <p:spPr>
            <a:xfrm>
              <a:off x="1199187" y="1896945"/>
              <a:ext cx="12049831" cy="4292079"/>
            </a:xfrm>
            <a:custGeom>
              <a:avLst/>
              <a:pathLst>
                <a:path w="12049831" h="4292079">
                  <a:moveTo>
                    <a:pt x="0" y="3857106"/>
                  </a:moveTo>
                  <a:lnTo>
                    <a:pt x="994940" y="3857106"/>
                  </a:lnTo>
                  <a:lnTo>
                    <a:pt x="996075" y="3857114"/>
                  </a:lnTo>
                  <a:lnTo>
                    <a:pt x="1003564" y="3857174"/>
                  </a:lnTo>
                  <a:lnTo>
                    <a:pt x="1022545" y="3857337"/>
                  </a:lnTo>
                  <a:lnTo>
                    <a:pt x="1056730" y="3857659"/>
                  </a:lnTo>
                  <a:lnTo>
                    <a:pt x="1108189" y="3858190"/>
                  </a:lnTo>
                  <a:lnTo>
                    <a:pt x="1177194" y="3858976"/>
                  </a:lnTo>
                  <a:lnTo>
                    <a:pt x="1262278" y="3860048"/>
                  </a:lnTo>
                  <a:lnTo>
                    <a:pt x="1360557" y="3861427"/>
                  </a:lnTo>
                  <a:lnTo>
                    <a:pt x="1468256" y="3863118"/>
                  </a:lnTo>
                  <a:lnTo>
                    <a:pt x="1581303" y="3865121"/>
                  </a:lnTo>
                  <a:lnTo>
                    <a:pt x="1695862" y="3867430"/>
                  </a:lnTo>
                  <a:lnTo>
                    <a:pt x="1808698" y="3870038"/>
                  </a:lnTo>
                  <a:lnTo>
                    <a:pt x="1917365" y="3872944"/>
                  </a:lnTo>
                  <a:lnTo>
                    <a:pt x="2020220" y="3876154"/>
                  </a:lnTo>
                  <a:lnTo>
                    <a:pt x="2116347" y="3879683"/>
                  </a:lnTo>
                  <a:lnTo>
                    <a:pt x="2205417" y="3883556"/>
                  </a:lnTo>
                  <a:lnTo>
                    <a:pt x="2287538" y="3887806"/>
                  </a:lnTo>
                  <a:lnTo>
                    <a:pt x="2363128" y="3892477"/>
                  </a:lnTo>
                  <a:lnTo>
                    <a:pt x="2432799" y="3897620"/>
                  </a:lnTo>
                  <a:lnTo>
                    <a:pt x="2497276" y="3903293"/>
                  </a:lnTo>
                  <a:lnTo>
                    <a:pt x="2557334" y="3909556"/>
                  </a:lnTo>
                  <a:lnTo>
                    <a:pt x="2613747" y="3916463"/>
                  </a:lnTo>
                  <a:lnTo>
                    <a:pt x="2667251" y="3924057"/>
                  </a:lnTo>
                  <a:lnTo>
                    <a:pt x="2702183" y="3929602"/>
                  </a:lnTo>
                  <a:lnTo>
                    <a:pt x="2762860" y="3940362"/>
                  </a:lnTo>
                  <a:lnTo>
                    <a:pt x="2821662" y="3952186"/>
                  </a:lnTo>
                  <a:lnTo>
                    <a:pt x="2879278" y="3965092"/>
                  </a:lnTo>
                  <a:lnTo>
                    <a:pt x="2936216" y="3979060"/>
                  </a:lnTo>
                  <a:lnTo>
                    <a:pt x="2992836" y="3994037"/>
                  </a:lnTo>
                  <a:lnTo>
                    <a:pt x="3049377" y="4009926"/>
                  </a:lnTo>
                  <a:lnTo>
                    <a:pt x="3105977" y="4026590"/>
                  </a:lnTo>
                  <a:lnTo>
                    <a:pt x="3162689" y="4043856"/>
                  </a:lnTo>
                  <a:lnTo>
                    <a:pt x="3219501" y="4061519"/>
                  </a:lnTo>
                  <a:lnTo>
                    <a:pt x="3276364" y="4079354"/>
                  </a:lnTo>
                  <a:lnTo>
                    <a:pt x="3333209" y="4097127"/>
                  </a:lnTo>
                  <a:lnTo>
                    <a:pt x="3389971" y="4114605"/>
                  </a:lnTo>
                  <a:lnTo>
                    <a:pt x="3446621" y="4131574"/>
                  </a:lnTo>
                  <a:lnTo>
                    <a:pt x="3503178" y="4147843"/>
                  </a:lnTo>
                  <a:lnTo>
                    <a:pt x="3559739" y="4163260"/>
                  </a:lnTo>
                  <a:lnTo>
                    <a:pt x="3616491" y="4177708"/>
                  </a:lnTo>
                  <a:lnTo>
                    <a:pt x="3673737" y="4191114"/>
                  </a:lnTo>
                  <a:lnTo>
                    <a:pt x="3731913" y="4203442"/>
                  </a:lnTo>
                  <a:lnTo>
                    <a:pt x="3791616" y="4214695"/>
                  </a:lnTo>
                  <a:lnTo>
                    <a:pt x="3820202" y="4219583"/>
                  </a:lnTo>
                  <a:lnTo>
                    <a:pt x="3872113" y="4227654"/>
                  </a:lnTo>
                  <a:lnTo>
                    <a:pt x="3926479" y="4235023"/>
                  </a:lnTo>
                  <a:lnTo>
                    <a:pt x="3983985" y="4241717"/>
                  </a:lnTo>
                  <a:lnTo>
                    <a:pt x="4045382" y="4247783"/>
                  </a:lnTo>
                  <a:lnTo>
                    <a:pt x="4111451" y="4253279"/>
                  </a:lnTo>
                  <a:lnTo>
                    <a:pt x="4182956" y="4258264"/>
                  </a:lnTo>
                  <a:lnTo>
                    <a:pt x="4260593" y="4262793"/>
                  </a:lnTo>
                  <a:lnTo>
                    <a:pt x="4344921" y="4266917"/>
                  </a:lnTo>
                  <a:lnTo>
                    <a:pt x="4436273" y="4270676"/>
                  </a:lnTo>
                  <a:lnTo>
                    <a:pt x="4534631" y="4274100"/>
                  </a:lnTo>
                  <a:lnTo>
                    <a:pt x="4639493" y="4277211"/>
                  </a:lnTo>
                  <a:lnTo>
                    <a:pt x="4749722" y="4280021"/>
                  </a:lnTo>
                  <a:lnTo>
                    <a:pt x="4863421" y="4282533"/>
                  </a:lnTo>
                  <a:lnTo>
                    <a:pt x="4977880" y="4284744"/>
                  </a:lnTo>
                  <a:lnTo>
                    <a:pt x="5089641" y="4286647"/>
                  </a:lnTo>
                  <a:lnTo>
                    <a:pt x="5194745" y="4288237"/>
                  </a:lnTo>
                  <a:lnTo>
                    <a:pt x="5289150" y="4289515"/>
                  </a:lnTo>
                  <a:lnTo>
                    <a:pt x="5369305" y="4290492"/>
                  </a:lnTo>
                  <a:lnTo>
                    <a:pt x="5432732" y="4291192"/>
                  </a:lnTo>
                  <a:lnTo>
                    <a:pt x="5478503" y="4291651"/>
                  </a:lnTo>
                  <a:lnTo>
                    <a:pt x="5507474" y="4291916"/>
                  </a:lnTo>
                  <a:lnTo>
                    <a:pt x="5522271" y="4292039"/>
                  </a:lnTo>
                  <a:lnTo>
                    <a:pt x="5527086" y="4292076"/>
                  </a:lnTo>
                  <a:lnTo>
                    <a:pt x="5527445" y="4292079"/>
                  </a:lnTo>
                  <a:lnTo>
                    <a:pt x="6522385" y="4292079"/>
                  </a:lnTo>
                  <a:lnTo>
                    <a:pt x="6523394" y="4292006"/>
                  </a:lnTo>
                  <a:lnTo>
                    <a:pt x="6530068" y="4291490"/>
                  </a:lnTo>
                  <a:lnTo>
                    <a:pt x="6547034" y="4290065"/>
                  </a:lnTo>
                  <a:lnTo>
                    <a:pt x="6577720" y="4287254"/>
                  </a:lnTo>
                  <a:lnTo>
                    <a:pt x="6624174" y="4282603"/>
                  </a:lnTo>
                  <a:lnTo>
                    <a:pt x="6686922" y="4275711"/>
                  </a:lnTo>
                  <a:lnTo>
                    <a:pt x="6764975" y="4266270"/>
                  </a:lnTo>
                  <a:lnTo>
                    <a:pt x="6856052" y="4254081"/>
                  </a:lnTo>
                  <a:lnTo>
                    <a:pt x="6956974" y="4239050"/>
                  </a:lnTo>
                  <a:lnTo>
                    <a:pt x="7064154" y="4221172"/>
                  </a:lnTo>
                  <a:lnTo>
                    <a:pt x="7174061" y="4200491"/>
                  </a:lnTo>
                  <a:lnTo>
                    <a:pt x="7283576" y="4177063"/>
                  </a:lnTo>
                  <a:lnTo>
                    <a:pt x="7390202" y="4150923"/>
                  </a:lnTo>
                  <a:lnTo>
                    <a:pt x="7492138" y="4122053"/>
                  </a:lnTo>
                  <a:lnTo>
                    <a:pt x="7588245" y="4090367"/>
                  </a:lnTo>
                  <a:lnTo>
                    <a:pt x="7677954" y="4055700"/>
                  </a:lnTo>
                  <a:lnTo>
                    <a:pt x="7761141" y="4017803"/>
                  </a:lnTo>
                  <a:lnTo>
                    <a:pt x="7838015" y="3976347"/>
                  </a:lnTo>
                  <a:lnTo>
                    <a:pt x="7909009" y="3930930"/>
                  </a:lnTo>
                  <a:lnTo>
                    <a:pt x="7974703" y="3881084"/>
                  </a:lnTo>
                  <a:lnTo>
                    <a:pt x="8035755" y="3826300"/>
                  </a:lnTo>
                  <a:lnTo>
                    <a:pt x="8092854" y="3766060"/>
                  </a:lnTo>
                  <a:lnTo>
                    <a:pt x="8146687" y="3699887"/>
                  </a:lnTo>
                  <a:lnTo>
                    <a:pt x="8197899" y="3627432"/>
                  </a:lnTo>
                  <a:lnTo>
                    <a:pt x="8229629" y="3577606"/>
                  </a:lnTo>
                  <a:lnTo>
                    <a:pt x="8267120" y="3513771"/>
                  </a:lnTo>
                  <a:lnTo>
                    <a:pt x="8303789" y="3446038"/>
                  </a:lnTo>
                  <a:lnTo>
                    <a:pt x="8339823" y="3374327"/>
                  </a:lnTo>
                  <a:lnTo>
                    <a:pt x="8375377" y="3298603"/>
                  </a:lnTo>
                  <a:lnTo>
                    <a:pt x="8410582" y="3218876"/>
                  </a:lnTo>
                  <a:lnTo>
                    <a:pt x="8445545" y="3135205"/>
                  </a:lnTo>
                  <a:lnTo>
                    <a:pt x="8480353" y="3047706"/>
                  </a:lnTo>
                  <a:lnTo>
                    <a:pt x="8515075" y="2956549"/>
                  </a:lnTo>
                  <a:lnTo>
                    <a:pt x="8549763" y="2861962"/>
                  </a:lnTo>
                  <a:lnTo>
                    <a:pt x="8584455" y="2764230"/>
                  </a:lnTo>
                  <a:lnTo>
                    <a:pt x="8619174" y="2663694"/>
                  </a:lnTo>
                  <a:lnTo>
                    <a:pt x="8653934" y="2560746"/>
                  </a:lnTo>
                  <a:lnTo>
                    <a:pt x="8688738" y="2455823"/>
                  </a:lnTo>
                  <a:lnTo>
                    <a:pt x="8723581" y="2349402"/>
                  </a:lnTo>
                  <a:lnTo>
                    <a:pt x="8758454" y="2241990"/>
                  </a:lnTo>
                  <a:lnTo>
                    <a:pt x="8793340" y="2134114"/>
                  </a:lnTo>
                  <a:lnTo>
                    <a:pt x="8828224" y="2026311"/>
                  </a:lnTo>
                  <a:lnTo>
                    <a:pt x="8863090" y="1919115"/>
                  </a:lnTo>
                  <a:lnTo>
                    <a:pt x="8897923" y="1813049"/>
                  </a:lnTo>
                  <a:lnTo>
                    <a:pt x="8932716" y="1708613"/>
                  </a:lnTo>
                  <a:lnTo>
                    <a:pt x="8967464" y="1606273"/>
                  </a:lnTo>
                  <a:lnTo>
                    <a:pt x="9002174" y="1506457"/>
                  </a:lnTo>
                  <a:lnTo>
                    <a:pt x="9036862" y="1409541"/>
                  </a:lnTo>
                  <a:lnTo>
                    <a:pt x="9071555" y="1315853"/>
                  </a:lnTo>
                  <a:lnTo>
                    <a:pt x="9106294" y="1225662"/>
                  </a:lnTo>
                  <a:lnTo>
                    <a:pt x="9141137" y="1139180"/>
                  </a:lnTo>
                  <a:lnTo>
                    <a:pt x="9176156" y="1056563"/>
                  </a:lnTo>
                  <a:lnTo>
                    <a:pt x="9211443" y="977911"/>
                  </a:lnTo>
                  <a:lnTo>
                    <a:pt x="9247113" y="903270"/>
                  </a:lnTo>
                  <a:lnTo>
                    <a:pt x="9283301" y="832637"/>
                  </a:lnTo>
                  <a:lnTo>
                    <a:pt x="9320172" y="765964"/>
                  </a:lnTo>
                  <a:lnTo>
                    <a:pt x="9347647" y="719713"/>
                  </a:lnTo>
                  <a:lnTo>
                    <a:pt x="9397487" y="643157"/>
                  </a:lnTo>
                  <a:lnTo>
                    <a:pt x="9449569" y="572983"/>
                  </a:lnTo>
                  <a:lnTo>
                    <a:pt x="9504496" y="508988"/>
                  </a:lnTo>
                  <a:lnTo>
                    <a:pt x="9562934" y="450764"/>
                  </a:lnTo>
                  <a:lnTo>
                    <a:pt x="9625573" y="397811"/>
                  </a:lnTo>
                  <a:lnTo>
                    <a:pt x="9693095" y="349611"/>
                  </a:lnTo>
                  <a:lnTo>
                    <a:pt x="9766138" y="305666"/>
                  </a:lnTo>
                  <a:lnTo>
                    <a:pt x="9845237" y="265529"/>
                  </a:lnTo>
                  <a:lnTo>
                    <a:pt x="9930755" y="228825"/>
                  </a:lnTo>
                  <a:lnTo>
                    <a:pt x="10022794" y="195251"/>
                  </a:lnTo>
                  <a:lnTo>
                    <a:pt x="10121085" y="164591"/>
                  </a:lnTo>
                  <a:lnTo>
                    <a:pt x="10224868" y="136706"/>
                  </a:lnTo>
                  <a:lnTo>
                    <a:pt x="10332773" y="111538"/>
                  </a:lnTo>
                  <a:lnTo>
                    <a:pt x="10442751" y="89090"/>
                  </a:lnTo>
                  <a:lnTo>
                    <a:pt x="10552067" y="69407"/>
                  </a:lnTo>
                  <a:lnTo>
                    <a:pt x="10657420" y="52548"/>
                  </a:lnTo>
                  <a:lnTo>
                    <a:pt x="10755212" y="38541"/>
                  </a:lnTo>
                  <a:lnTo>
                    <a:pt x="10841944" y="27354"/>
                  </a:lnTo>
                  <a:lnTo>
                    <a:pt x="10914709" y="18856"/>
                  </a:lnTo>
                  <a:lnTo>
                    <a:pt x="10971648" y="12809"/>
                  </a:lnTo>
                  <a:lnTo>
                    <a:pt x="11012304" y="8867"/>
                  </a:lnTo>
                  <a:lnTo>
                    <a:pt x="11037756" y="6608"/>
                  </a:lnTo>
                  <a:lnTo>
                    <a:pt x="11050569" y="5564"/>
                  </a:lnTo>
                  <a:lnTo>
                    <a:pt x="11054620" y="525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82" y="72"/>
                  </a:lnTo>
                  <a:lnTo>
                    <a:pt x="11047208" y="588"/>
                  </a:lnTo>
                  <a:lnTo>
                    <a:pt x="11030242" y="2013"/>
                  </a:lnTo>
                  <a:lnTo>
                    <a:pt x="10999557" y="4824"/>
                  </a:lnTo>
                  <a:lnTo>
                    <a:pt x="10953102" y="9476"/>
                  </a:lnTo>
                  <a:lnTo>
                    <a:pt x="10890354" y="16367"/>
                  </a:lnTo>
                  <a:lnTo>
                    <a:pt x="10812301" y="25808"/>
                  </a:lnTo>
                  <a:lnTo>
                    <a:pt x="10721225" y="37998"/>
                  </a:lnTo>
                  <a:lnTo>
                    <a:pt x="10620303" y="53028"/>
                  </a:lnTo>
                  <a:lnTo>
                    <a:pt x="10513122" y="70906"/>
                  </a:lnTo>
                  <a:lnTo>
                    <a:pt x="10403215" y="91588"/>
                  </a:lnTo>
                  <a:lnTo>
                    <a:pt x="10293701" y="115015"/>
                  </a:lnTo>
                  <a:lnTo>
                    <a:pt x="10187075" y="141155"/>
                  </a:lnTo>
                  <a:lnTo>
                    <a:pt x="10085139" y="170025"/>
                  </a:lnTo>
                  <a:lnTo>
                    <a:pt x="9989031" y="201711"/>
                  </a:lnTo>
                  <a:lnTo>
                    <a:pt x="9899322" y="236378"/>
                  </a:lnTo>
                  <a:lnTo>
                    <a:pt x="9816135" y="274275"/>
                  </a:lnTo>
                  <a:lnTo>
                    <a:pt x="9739262" y="315731"/>
                  </a:lnTo>
                  <a:lnTo>
                    <a:pt x="9668267" y="361148"/>
                  </a:lnTo>
                  <a:lnTo>
                    <a:pt x="9602574" y="410995"/>
                  </a:lnTo>
                  <a:lnTo>
                    <a:pt x="9541522" y="465778"/>
                  </a:lnTo>
                  <a:lnTo>
                    <a:pt x="9484422" y="526019"/>
                  </a:lnTo>
                  <a:lnTo>
                    <a:pt x="9430589" y="592191"/>
                  </a:lnTo>
                  <a:lnTo>
                    <a:pt x="9379377" y="664646"/>
                  </a:lnTo>
                  <a:lnTo>
                    <a:pt x="9347647" y="714473"/>
                  </a:lnTo>
                  <a:lnTo>
                    <a:pt x="9310156" y="778307"/>
                  </a:lnTo>
                  <a:lnTo>
                    <a:pt x="9273487" y="846041"/>
                  </a:lnTo>
                  <a:lnTo>
                    <a:pt x="9237454" y="917751"/>
                  </a:lnTo>
                  <a:lnTo>
                    <a:pt x="9201900" y="993475"/>
                  </a:lnTo>
                  <a:lnTo>
                    <a:pt x="9166695" y="1073202"/>
                  </a:lnTo>
                  <a:lnTo>
                    <a:pt x="9131732" y="1156873"/>
                  </a:lnTo>
                  <a:lnTo>
                    <a:pt x="9096923" y="1244372"/>
                  </a:lnTo>
                  <a:lnTo>
                    <a:pt x="9062201" y="1335530"/>
                  </a:lnTo>
                  <a:lnTo>
                    <a:pt x="9027513" y="1430117"/>
                  </a:lnTo>
                  <a:lnTo>
                    <a:pt x="8992822" y="1527848"/>
                  </a:lnTo>
                  <a:lnTo>
                    <a:pt x="8958103" y="1628384"/>
                  </a:lnTo>
                  <a:lnTo>
                    <a:pt x="8923343" y="1731332"/>
                  </a:lnTo>
                  <a:lnTo>
                    <a:pt x="8888538" y="1836255"/>
                  </a:lnTo>
                  <a:lnTo>
                    <a:pt x="8853695" y="1942676"/>
                  </a:lnTo>
                  <a:lnTo>
                    <a:pt x="8818823" y="2050088"/>
                  </a:lnTo>
                  <a:lnTo>
                    <a:pt x="8783937" y="2157964"/>
                  </a:lnTo>
                  <a:lnTo>
                    <a:pt x="8749053" y="2265768"/>
                  </a:lnTo>
                  <a:lnTo>
                    <a:pt x="8714187" y="2372964"/>
                  </a:lnTo>
                  <a:lnTo>
                    <a:pt x="8679353" y="2479030"/>
                  </a:lnTo>
                  <a:lnTo>
                    <a:pt x="8644561" y="2583466"/>
                  </a:lnTo>
                  <a:lnTo>
                    <a:pt x="8609813" y="2685805"/>
                  </a:lnTo>
                  <a:lnTo>
                    <a:pt x="8575102" y="2785622"/>
                  </a:lnTo>
                  <a:lnTo>
                    <a:pt x="8540415" y="2882537"/>
                  </a:lnTo>
                  <a:lnTo>
                    <a:pt x="8505722" y="2976225"/>
                  </a:lnTo>
                  <a:lnTo>
                    <a:pt x="8470982" y="3066417"/>
                  </a:lnTo>
                  <a:lnTo>
                    <a:pt x="8436140" y="3152898"/>
                  </a:lnTo>
                  <a:lnTo>
                    <a:pt x="8401121" y="3235515"/>
                  </a:lnTo>
                  <a:lnTo>
                    <a:pt x="8365833" y="3314168"/>
                  </a:lnTo>
                  <a:lnTo>
                    <a:pt x="8330164" y="3388809"/>
                  </a:lnTo>
                  <a:lnTo>
                    <a:pt x="8293976" y="3459442"/>
                  </a:lnTo>
                  <a:lnTo>
                    <a:pt x="8257105" y="3526115"/>
                  </a:lnTo>
                  <a:lnTo>
                    <a:pt x="8229629" y="3572365"/>
                  </a:lnTo>
                  <a:lnTo>
                    <a:pt x="8179790" y="3648922"/>
                  </a:lnTo>
                  <a:lnTo>
                    <a:pt x="8127708" y="3719095"/>
                  </a:lnTo>
                  <a:lnTo>
                    <a:pt x="8072780" y="3783090"/>
                  </a:lnTo>
                  <a:lnTo>
                    <a:pt x="8014342" y="3841315"/>
                  </a:lnTo>
                  <a:lnTo>
                    <a:pt x="7951704" y="3894267"/>
                  </a:lnTo>
                  <a:lnTo>
                    <a:pt x="7884181" y="3942467"/>
                  </a:lnTo>
                  <a:lnTo>
                    <a:pt x="7811138" y="3986413"/>
                  </a:lnTo>
                  <a:lnTo>
                    <a:pt x="7732040" y="4026549"/>
                  </a:lnTo>
                  <a:lnTo>
                    <a:pt x="7646522" y="4063253"/>
                  </a:lnTo>
                  <a:lnTo>
                    <a:pt x="7554483" y="4096827"/>
                  </a:lnTo>
                  <a:lnTo>
                    <a:pt x="7456191" y="4127488"/>
                  </a:lnTo>
                  <a:lnTo>
                    <a:pt x="7352409" y="4155372"/>
                  </a:lnTo>
                  <a:lnTo>
                    <a:pt x="7244503" y="4180540"/>
                  </a:lnTo>
                  <a:lnTo>
                    <a:pt x="7134525" y="4202988"/>
                  </a:lnTo>
                  <a:lnTo>
                    <a:pt x="7025210" y="4222671"/>
                  </a:lnTo>
                  <a:lnTo>
                    <a:pt x="6919857" y="4239531"/>
                  </a:lnTo>
                  <a:lnTo>
                    <a:pt x="6822065" y="4253537"/>
                  </a:lnTo>
                  <a:lnTo>
                    <a:pt x="6735332" y="4264725"/>
                  </a:lnTo>
                  <a:lnTo>
                    <a:pt x="6662568" y="4273222"/>
                  </a:lnTo>
                  <a:lnTo>
                    <a:pt x="6605628" y="4279270"/>
                  </a:lnTo>
                  <a:lnTo>
                    <a:pt x="6564972" y="4283211"/>
                  </a:lnTo>
                  <a:lnTo>
                    <a:pt x="6539520" y="4285470"/>
                  </a:lnTo>
                  <a:lnTo>
                    <a:pt x="6526707" y="4286515"/>
                  </a:lnTo>
                  <a:lnTo>
                    <a:pt x="6522656" y="4286819"/>
                  </a:lnTo>
                  <a:lnTo>
                    <a:pt x="6522385" y="4286838"/>
                  </a:lnTo>
                  <a:lnTo>
                    <a:pt x="5527445" y="4286838"/>
                  </a:lnTo>
                  <a:lnTo>
                    <a:pt x="5526310" y="4286830"/>
                  </a:lnTo>
                  <a:lnTo>
                    <a:pt x="5518821" y="4286771"/>
                  </a:lnTo>
                  <a:lnTo>
                    <a:pt x="5499840" y="4286608"/>
                  </a:lnTo>
                  <a:lnTo>
                    <a:pt x="5465655" y="4286286"/>
                  </a:lnTo>
                  <a:lnTo>
                    <a:pt x="5414196" y="4285754"/>
                  </a:lnTo>
                  <a:lnTo>
                    <a:pt x="5345191" y="4284968"/>
                  </a:lnTo>
                  <a:lnTo>
                    <a:pt x="5260107" y="4283896"/>
                  </a:lnTo>
                  <a:lnTo>
                    <a:pt x="5161828" y="4282518"/>
                  </a:lnTo>
                  <a:lnTo>
                    <a:pt x="5054129" y="4280826"/>
                  </a:lnTo>
                  <a:lnTo>
                    <a:pt x="4941082" y="4278823"/>
                  </a:lnTo>
                  <a:lnTo>
                    <a:pt x="4826523" y="4276515"/>
                  </a:lnTo>
                  <a:lnTo>
                    <a:pt x="4713687" y="4273907"/>
                  </a:lnTo>
                  <a:lnTo>
                    <a:pt x="4605020" y="4271000"/>
                  </a:lnTo>
                  <a:lnTo>
                    <a:pt x="4502165" y="4267790"/>
                  </a:lnTo>
                  <a:lnTo>
                    <a:pt x="4406038" y="4264261"/>
                  </a:lnTo>
                  <a:lnTo>
                    <a:pt x="4316968" y="4260388"/>
                  </a:lnTo>
                  <a:lnTo>
                    <a:pt x="4234847" y="4256138"/>
                  </a:lnTo>
                  <a:lnTo>
                    <a:pt x="4159257" y="4251468"/>
                  </a:lnTo>
                  <a:lnTo>
                    <a:pt x="4089586" y="4246324"/>
                  </a:lnTo>
                  <a:lnTo>
                    <a:pt x="4025109" y="4240651"/>
                  </a:lnTo>
                  <a:lnTo>
                    <a:pt x="3965051" y="4234389"/>
                  </a:lnTo>
                  <a:lnTo>
                    <a:pt x="3908638" y="4227482"/>
                  </a:lnTo>
                  <a:lnTo>
                    <a:pt x="3855134" y="4219887"/>
                  </a:lnTo>
                  <a:lnTo>
                    <a:pt x="3820202" y="4214343"/>
                  </a:lnTo>
                  <a:lnTo>
                    <a:pt x="3759525" y="4203582"/>
                  </a:lnTo>
                  <a:lnTo>
                    <a:pt x="3700723" y="4191758"/>
                  </a:lnTo>
                  <a:lnTo>
                    <a:pt x="3643107" y="4178853"/>
                  </a:lnTo>
                  <a:lnTo>
                    <a:pt x="3586169" y="4164884"/>
                  </a:lnTo>
                  <a:lnTo>
                    <a:pt x="3529549" y="4149907"/>
                  </a:lnTo>
                  <a:lnTo>
                    <a:pt x="3473008" y="4134019"/>
                  </a:lnTo>
                  <a:lnTo>
                    <a:pt x="3416408" y="4117354"/>
                  </a:lnTo>
                  <a:lnTo>
                    <a:pt x="3359696" y="4100088"/>
                  </a:lnTo>
                  <a:lnTo>
                    <a:pt x="3302884" y="4082425"/>
                  </a:lnTo>
                  <a:lnTo>
                    <a:pt x="3246021" y="4064590"/>
                  </a:lnTo>
                  <a:lnTo>
                    <a:pt x="3189176" y="4046817"/>
                  </a:lnTo>
                  <a:lnTo>
                    <a:pt x="3132413" y="4029339"/>
                  </a:lnTo>
                  <a:lnTo>
                    <a:pt x="3075764" y="4012371"/>
                  </a:lnTo>
                  <a:lnTo>
                    <a:pt x="3019207" y="3996101"/>
                  </a:lnTo>
                  <a:lnTo>
                    <a:pt x="2962646" y="3980684"/>
                  </a:lnTo>
                  <a:lnTo>
                    <a:pt x="2905894" y="3966236"/>
                  </a:lnTo>
                  <a:lnTo>
                    <a:pt x="2848648" y="3952831"/>
                  </a:lnTo>
                  <a:lnTo>
                    <a:pt x="2790472" y="3940502"/>
                  </a:lnTo>
                  <a:lnTo>
                    <a:pt x="2730769" y="3929250"/>
                  </a:lnTo>
                  <a:lnTo>
                    <a:pt x="2702183" y="3924361"/>
                  </a:lnTo>
                  <a:lnTo>
                    <a:pt x="2650272" y="3916291"/>
                  </a:lnTo>
                  <a:lnTo>
                    <a:pt x="2595906" y="3908921"/>
                  </a:lnTo>
                  <a:lnTo>
                    <a:pt x="2538400" y="3902228"/>
                  </a:lnTo>
                  <a:lnTo>
                    <a:pt x="2477003" y="3896162"/>
                  </a:lnTo>
                  <a:lnTo>
                    <a:pt x="2410934" y="3890666"/>
                  </a:lnTo>
                  <a:lnTo>
                    <a:pt x="2339429" y="3885681"/>
                  </a:lnTo>
                  <a:lnTo>
                    <a:pt x="2261792" y="3881151"/>
                  </a:lnTo>
                  <a:lnTo>
                    <a:pt x="2177464" y="3877027"/>
                  </a:lnTo>
                  <a:lnTo>
                    <a:pt x="2086112" y="3873269"/>
                  </a:lnTo>
                  <a:lnTo>
                    <a:pt x="1987754" y="3869844"/>
                  </a:lnTo>
                  <a:lnTo>
                    <a:pt x="1882892" y="3866733"/>
                  </a:lnTo>
                  <a:lnTo>
                    <a:pt x="1772663" y="3863923"/>
                  </a:lnTo>
                  <a:lnTo>
                    <a:pt x="1658964" y="3861411"/>
                  </a:lnTo>
                  <a:lnTo>
                    <a:pt x="1544505" y="3859201"/>
                  </a:lnTo>
                  <a:lnTo>
                    <a:pt x="1432744" y="3857298"/>
                  </a:lnTo>
                  <a:lnTo>
                    <a:pt x="1327640" y="3855707"/>
                  </a:lnTo>
                  <a:lnTo>
                    <a:pt x="1233235" y="3854429"/>
                  </a:lnTo>
                  <a:lnTo>
                    <a:pt x="1153080" y="3853452"/>
                  </a:lnTo>
                  <a:lnTo>
                    <a:pt x="1089653" y="3852752"/>
                  </a:lnTo>
                  <a:lnTo>
                    <a:pt x="1043882" y="3852294"/>
                  </a:lnTo>
                  <a:lnTo>
                    <a:pt x="1014911" y="3852029"/>
                  </a:lnTo>
                  <a:lnTo>
                    <a:pt x="1000114" y="3851905"/>
                  </a:lnTo>
                  <a:lnTo>
                    <a:pt x="995299" y="3851868"/>
                  </a:lnTo>
                  <a:lnTo>
                    <a:pt x="994940" y="3851866"/>
                  </a:lnTo>
                  <a:lnTo>
                    <a:pt x="0" y="3851866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75" name="pl1674"/>
            <p:cNvSpPr/>
            <p:nvPr/>
          </p:nvSpPr>
          <p:spPr>
            <a:xfrm>
              <a:off x="1199187" y="1902185"/>
              <a:ext cx="12049831" cy="4286838"/>
            </a:xfrm>
            <a:custGeom>
              <a:avLst/>
              <a:pathLst>
                <a:path w="12049831" h="4286838">
                  <a:moveTo>
                    <a:pt x="0" y="3851866"/>
                  </a:moveTo>
                  <a:lnTo>
                    <a:pt x="994940" y="3851866"/>
                  </a:lnTo>
                  <a:lnTo>
                    <a:pt x="996075" y="3851874"/>
                  </a:lnTo>
                  <a:lnTo>
                    <a:pt x="1003564" y="3851933"/>
                  </a:lnTo>
                  <a:lnTo>
                    <a:pt x="1022545" y="3852096"/>
                  </a:lnTo>
                  <a:lnTo>
                    <a:pt x="1056730" y="3852418"/>
                  </a:lnTo>
                  <a:lnTo>
                    <a:pt x="1108189" y="3852950"/>
                  </a:lnTo>
                  <a:lnTo>
                    <a:pt x="1177194" y="3853735"/>
                  </a:lnTo>
                  <a:lnTo>
                    <a:pt x="1262278" y="3854808"/>
                  </a:lnTo>
                  <a:lnTo>
                    <a:pt x="1360557" y="3856186"/>
                  </a:lnTo>
                  <a:lnTo>
                    <a:pt x="1468256" y="3857877"/>
                  </a:lnTo>
                  <a:lnTo>
                    <a:pt x="1581303" y="3859880"/>
                  </a:lnTo>
                  <a:lnTo>
                    <a:pt x="1695862" y="3862189"/>
                  </a:lnTo>
                  <a:lnTo>
                    <a:pt x="1808698" y="3864797"/>
                  </a:lnTo>
                  <a:lnTo>
                    <a:pt x="1917365" y="3867703"/>
                  </a:lnTo>
                  <a:lnTo>
                    <a:pt x="2020220" y="3870914"/>
                  </a:lnTo>
                  <a:lnTo>
                    <a:pt x="2116347" y="3874443"/>
                  </a:lnTo>
                  <a:lnTo>
                    <a:pt x="2205417" y="3878315"/>
                  </a:lnTo>
                  <a:lnTo>
                    <a:pt x="2287538" y="3882565"/>
                  </a:lnTo>
                  <a:lnTo>
                    <a:pt x="2363128" y="3887236"/>
                  </a:lnTo>
                  <a:lnTo>
                    <a:pt x="2432799" y="3892380"/>
                  </a:lnTo>
                  <a:lnTo>
                    <a:pt x="2497276" y="3898053"/>
                  </a:lnTo>
                  <a:lnTo>
                    <a:pt x="2557334" y="3904315"/>
                  </a:lnTo>
                  <a:lnTo>
                    <a:pt x="2613747" y="3911222"/>
                  </a:lnTo>
                  <a:lnTo>
                    <a:pt x="2667251" y="3918816"/>
                  </a:lnTo>
                  <a:lnTo>
                    <a:pt x="2702183" y="3924361"/>
                  </a:lnTo>
                  <a:lnTo>
                    <a:pt x="2762860" y="3935121"/>
                  </a:lnTo>
                  <a:lnTo>
                    <a:pt x="2821662" y="3946946"/>
                  </a:lnTo>
                  <a:lnTo>
                    <a:pt x="2879278" y="3959851"/>
                  </a:lnTo>
                  <a:lnTo>
                    <a:pt x="2936216" y="3973820"/>
                  </a:lnTo>
                  <a:lnTo>
                    <a:pt x="2992836" y="3988796"/>
                  </a:lnTo>
                  <a:lnTo>
                    <a:pt x="3049377" y="4004685"/>
                  </a:lnTo>
                  <a:lnTo>
                    <a:pt x="3105977" y="4021349"/>
                  </a:lnTo>
                  <a:lnTo>
                    <a:pt x="3162689" y="4038615"/>
                  </a:lnTo>
                  <a:lnTo>
                    <a:pt x="3219501" y="4056279"/>
                  </a:lnTo>
                  <a:lnTo>
                    <a:pt x="3276364" y="4074114"/>
                  </a:lnTo>
                  <a:lnTo>
                    <a:pt x="3333209" y="4091886"/>
                  </a:lnTo>
                  <a:lnTo>
                    <a:pt x="3389971" y="4109364"/>
                  </a:lnTo>
                  <a:lnTo>
                    <a:pt x="3446621" y="4126333"/>
                  </a:lnTo>
                  <a:lnTo>
                    <a:pt x="3503178" y="4142603"/>
                  </a:lnTo>
                  <a:lnTo>
                    <a:pt x="3559739" y="4158019"/>
                  </a:lnTo>
                  <a:lnTo>
                    <a:pt x="3616491" y="4172468"/>
                  </a:lnTo>
                  <a:lnTo>
                    <a:pt x="3673737" y="4185873"/>
                  </a:lnTo>
                  <a:lnTo>
                    <a:pt x="3731913" y="4198202"/>
                  </a:lnTo>
                  <a:lnTo>
                    <a:pt x="3791616" y="4209454"/>
                  </a:lnTo>
                  <a:lnTo>
                    <a:pt x="3820202" y="4214343"/>
                  </a:lnTo>
                  <a:lnTo>
                    <a:pt x="3872113" y="4222413"/>
                  </a:lnTo>
                  <a:lnTo>
                    <a:pt x="3926479" y="4229783"/>
                  </a:lnTo>
                  <a:lnTo>
                    <a:pt x="3983985" y="4236476"/>
                  </a:lnTo>
                  <a:lnTo>
                    <a:pt x="4045382" y="4242542"/>
                  </a:lnTo>
                  <a:lnTo>
                    <a:pt x="4111451" y="4248038"/>
                  </a:lnTo>
                  <a:lnTo>
                    <a:pt x="4182956" y="4253023"/>
                  </a:lnTo>
                  <a:lnTo>
                    <a:pt x="4260593" y="4257553"/>
                  </a:lnTo>
                  <a:lnTo>
                    <a:pt x="4344921" y="4261677"/>
                  </a:lnTo>
                  <a:lnTo>
                    <a:pt x="4436273" y="4265435"/>
                  </a:lnTo>
                  <a:lnTo>
                    <a:pt x="4534631" y="4268859"/>
                  </a:lnTo>
                  <a:lnTo>
                    <a:pt x="4639493" y="4271970"/>
                  </a:lnTo>
                  <a:lnTo>
                    <a:pt x="4749722" y="4274780"/>
                  </a:lnTo>
                  <a:lnTo>
                    <a:pt x="4863421" y="4277292"/>
                  </a:lnTo>
                  <a:lnTo>
                    <a:pt x="4977880" y="4279503"/>
                  </a:lnTo>
                  <a:lnTo>
                    <a:pt x="5089641" y="4281406"/>
                  </a:lnTo>
                  <a:lnTo>
                    <a:pt x="5194745" y="4282996"/>
                  </a:lnTo>
                  <a:lnTo>
                    <a:pt x="5289150" y="4284275"/>
                  </a:lnTo>
                  <a:lnTo>
                    <a:pt x="5369305" y="4285252"/>
                  </a:lnTo>
                  <a:lnTo>
                    <a:pt x="5432732" y="4285951"/>
                  </a:lnTo>
                  <a:lnTo>
                    <a:pt x="5478503" y="4286410"/>
                  </a:lnTo>
                  <a:lnTo>
                    <a:pt x="5507474" y="4286675"/>
                  </a:lnTo>
                  <a:lnTo>
                    <a:pt x="5522271" y="4286799"/>
                  </a:lnTo>
                  <a:lnTo>
                    <a:pt x="5527086" y="4286836"/>
                  </a:lnTo>
                  <a:lnTo>
                    <a:pt x="5527445" y="4286838"/>
                  </a:lnTo>
                  <a:lnTo>
                    <a:pt x="6522385" y="4286838"/>
                  </a:lnTo>
                  <a:lnTo>
                    <a:pt x="6523394" y="4286766"/>
                  </a:lnTo>
                  <a:lnTo>
                    <a:pt x="6530068" y="4286250"/>
                  </a:lnTo>
                  <a:lnTo>
                    <a:pt x="6547034" y="4284824"/>
                  </a:lnTo>
                  <a:lnTo>
                    <a:pt x="6577720" y="4282014"/>
                  </a:lnTo>
                  <a:lnTo>
                    <a:pt x="6624174" y="4277362"/>
                  </a:lnTo>
                  <a:lnTo>
                    <a:pt x="6686922" y="4270470"/>
                  </a:lnTo>
                  <a:lnTo>
                    <a:pt x="6764975" y="4261029"/>
                  </a:lnTo>
                  <a:lnTo>
                    <a:pt x="6856052" y="4248840"/>
                  </a:lnTo>
                  <a:lnTo>
                    <a:pt x="6956974" y="4233810"/>
                  </a:lnTo>
                  <a:lnTo>
                    <a:pt x="7064154" y="4215931"/>
                  </a:lnTo>
                  <a:lnTo>
                    <a:pt x="7174061" y="4195250"/>
                  </a:lnTo>
                  <a:lnTo>
                    <a:pt x="7283576" y="4171822"/>
                  </a:lnTo>
                  <a:lnTo>
                    <a:pt x="7390202" y="4145682"/>
                  </a:lnTo>
                  <a:lnTo>
                    <a:pt x="7492138" y="4116812"/>
                  </a:lnTo>
                  <a:lnTo>
                    <a:pt x="7588245" y="4085127"/>
                  </a:lnTo>
                  <a:lnTo>
                    <a:pt x="7677954" y="4050459"/>
                  </a:lnTo>
                  <a:lnTo>
                    <a:pt x="7761141" y="4012562"/>
                  </a:lnTo>
                  <a:lnTo>
                    <a:pt x="7838015" y="3971107"/>
                  </a:lnTo>
                  <a:lnTo>
                    <a:pt x="7909009" y="3925689"/>
                  </a:lnTo>
                  <a:lnTo>
                    <a:pt x="7974703" y="3875843"/>
                  </a:lnTo>
                  <a:lnTo>
                    <a:pt x="8035755" y="3821059"/>
                  </a:lnTo>
                  <a:lnTo>
                    <a:pt x="8092854" y="3760819"/>
                  </a:lnTo>
                  <a:lnTo>
                    <a:pt x="8146687" y="3694646"/>
                  </a:lnTo>
                  <a:lnTo>
                    <a:pt x="8197899" y="3622192"/>
                  </a:lnTo>
                  <a:lnTo>
                    <a:pt x="8229629" y="3572365"/>
                  </a:lnTo>
                  <a:lnTo>
                    <a:pt x="8267120" y="3508530"/>
                  </a:lnTo>
                  <a:lnTo>
                    <a:pt x="8303789" y="3440797"/>
                  </a:lnTo>
                  <a:lnTo>
                    <a:pt x="8339823" y="3369087"/>
                  </a:lnTo>
                  <a:lnTo>
                    <a:pt x="8375377" y="3293363"/>
                  </a:lnTo>
                  <a:lnTo>
                    <a:pt x="8410582" y="3213635"/>
                  </a:lnTo>
                  <a:lnTo>
                    <a:pt x="8445545" y="3129965"/>
                  </a:lnTo>
                  <a:lnTo>
                    <a:pt x="8480353" y="3042465"/>
                  </a:lnTo>
                  <a:lnTo>
                    <a:pt x="8515075" y="2951308"/>
                  </a:lnTo>
                  <a:lnTo>
                    <a:pt x="8549763" y="2856721"/>
                  </a:lnTo>
                  <a:lnTo>
                    <a:pt x="8584455" y="2758989"/>
                  </a:lnTo>
                  <a:lnTo>
                    <a:pt x="8619174" y="2658453"/>
                  </a:lnTo>
                  <a:lnTo>
                    <a:pt x="8653934" y="2555505"/>
                  </a:lnTo>
                  <a:lnTo>
                    <a:pt x="8688738" y="2450582"/>
                  </a:lnTo>
                  <a:lnTo>
                    <a:pt x="8723581" y="2344162"/>
                  </a:lnTo>
                  <a:lnTo>
                    <a:pt x="8758454" y="2236750"/>
                  </a:lnTo>
                  <a:lnTo>
                    <a:pt x="8793340" y="2128874"/>
                  </a:lnTo>
                  <a:lnTo>
                    <a:pt x="8828224" y="2021070"/>
                  </a:lnTo>
                  <a:lnTo>
                    <a:pt x="8863090" y="1913874"/>
                  </a:lnTo>
                  <a:lnTo>
                    <a:pt x="8897923" y="1807808"/>
                  </a:lnTo>
                  <a:lnTo>
                    <a:pt x="8932716" y="1703372"/>
                  </a:lnTo>
                  <a:lnTo>
                    <a:pt x="8967464" y="1601033"/>
                  </a:lnTo>
                  <a:lnTo>
                    <a:pt x="9002174" y="1501216"/>
                  </a:lnTo>
                  <a:lnTo>
                    <a:pt x="9036862" y="1404301"/>
                  </a:lnTo>
                  <a:lnTo>
                    <a:pt x="9071555" y="1310612"/>
                  </a:lnTo>
                  <a:lnTo>
                    <a:pt x="9106294" y="1220421"/>
                  </a:lnTo>
                  <a:lnTo>
                    <a:pt x="9141137" y="1133939"/>
                  </a:lnTo>
                  <a:lnTo>
                    <a:pt x="9176156" y="1051322"/>
                  </a:lnTo>
                  <a:lnTo>
                    <a:pt x="9211443" y="972670"/>
                  </a:lnTo>
                  <a:lnTo>
                    <a:pt x="9247113" y="898029"/>
                  </a:lnTo>
                  <a:lnTo>
                    <a:pt x="9283301" y="827396"/>
                  </a:lnTo>
                  <a:lnTo>
                    <a:pt x="9320172" y="760723"/>
                  </a:lnTo>
                  <a:lnTo>
                    <a:pt x="9347647" y="714473"/>
                  </a:lnTo>
                  <a:lnTo>
                    <a:pt x="9397487" y="637916"/>
                  </a:lnTo>
                  <a:lnTo>
                    <a:pt x="9449569" y="567743"/>
                  </a:lnTo>
                  <a:lnTo>
                    <a:pt x="9504496" y="503747"/>
                  </a:lnTo>
                  <a:lnTo>
                    <a:pt x="9562934" y="445523"/>
                  </a:lnTo>
                  <a:lnTo>
                    <a:pt x="9625573" y="392571"/>
                  </a:lnTo>
                  <a:lnTo>
                    <a:pt x="9693095" y="344370"/>
                  </a:lnTo>
                  <a:lnTo>
                    <a:pt x="9766138" y="300425"/>
                  </a:lnTo>
                  <a:lnTo>
                    <a:pt x="9845237" y="260289"/>
                  </a:lnTo>
                  <a:lnTo>
                    <a:pt x="9930755" y="223584"/>
                  </a:lnTo>
                  <a:lnTo>
                    <a:pt x="10022794" y="190011"/>
                  </a:lnTo>
                  <a:lnTo>
                    <a:pt x="10121085" y="159350"/>
                  </a:lnTo>
                  <a:lnTo>
                    <a:pt x="10224868" y="131466"/>
                  </a:lnTo>
                  <a:lnTo>
                    <a:pt x="10332773" y="106297"/>
                  </a:lnTo>
                  <a:lnTo>
                    <a:pt x="10442751" y="83849"/>
                  </a:lnTo>
                  <a:lnTo>
                    <a:pt x="10552067" y="64167"/>
                  </a:lnTo>
                  <a:lnTo>
                    <a:pt x="10657420" y="47307"/>
                  </a:lnTo>
                  <a:lnTo>
                    <a:pt x="10755212" y="33300"/>
                  </a:lnTo>
                  <a:lnTo>
                    <a:pt x="10841944" y="22113"/>
                  </a:lnTo>
                  <a:lnTo>
                    <a:pt x="10914709" y="13616"/>
                  </a:lnTo>
                  <a:lnTo>
                    <a:pt x="10971648" y="7568"/>
                  </a:lnTo>
                  <a:lnTo>
                    <a:pt x="11012304" y="3627"/>
                  </a:lnTo>
                  <a:lnTo>
                    <a:pt x="11037756" y="1367"/>
                  </a:lnTo>
                  <a:lnTo>
                    <a:pt x="11050569" y="323"/>
                  </a:lnTo>
                  <a:lnTo>
                    <a:pt x="11054620" y="19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6" name="pl1675"/>
            <p:cNvSpPr/>
            <p:nvPr/>
          </p:nvSpPr>
          <p:spPr>
            <a:xfrm>
              <a:off x="1199187" y="1896945"/>
              <a:ext cx="12049831" cy="4286838"/>
            </a:xfrm>
            <a:custGeom>
              <a:avLst/>
              <a:pathLst>
                <a:path w="12049831" h="4286838">
                  <a:moveTo>
                    <a:pt x="12049831" y="0"/>
                  </a:moveTo>
                  <a:lnTo>
                    <a:pt x="11054891" y="0"/>
                  </a:lnTo>
                  <a:lnTo>
                    <a:pt x="11053882" y="72"/>
                  </a:lnTo>
                  <a:lnTo>
                    <a:pt x="11047208" y="588"/>
                  </a:lnTo>
                  <a:lnTo>
                    <a:pt x="11030242" y="2013"/>
                  </a:lnTo>
                  <a:lnTo>
                    <a:pt x="10999557" y="4824"/>
                  </a:lnTo>
                  <a:lnTo>
                    <a:pt x="10953102" y="9476"/>
                  </a:lnTo>
                  <a:lnTo>
                    <a:pt x="10890354" y="16367"/>
                  </a:lnTo>
                  <a:lnTo>
                    <a:pt x="10812301" y="25808"/>
                  </a:lnTo>
                  <a:lnTo>
                    <a:pt x="10721225" y="37998"/>
                  </a:lnTo>
                  <a:lnTo>
                    <a:pt x="10620303" y="53028"/>
                  </a:lnTo>
                  <a:lnTo>
                    <a:pt x="10513122" y="70906"/>
                  </a:lnTo>
                  <a:lnTo>
                    <a:pt x="10403215" y="91588"/>
                  </a:lnTo>
                  <a:lnTo>
                    <a:pt x="10293701" y="115015"/>
                  </a:lnTo>
                  <a:lnTo>
                    <a:pt x="10187075" y="141155"/>
                  </a:lnTo>
                  <a:lnTo>
                    <a:pt x="10085139" y="170025"/>
                  </a:lnTo>
                  <a:lnTo>
                    <a:pt x="9989031" y="201711"/>
                  </a:lnTo>
                  <a:lnTo>
                    <a:pt x="9899322" y="236378"/>
                  </a:lnTo>
                  <a:lnTo>
                    <a:pt x="9816135" y="274275"/>
                  </a:lnTo>
                  <a:lnTo>
                    <a:pt x="9739262" y="315731"/>
                  </a:lnTo>
                  <a:lnTo>
                    <a:pt x="9668267" y="361148"/>
                  </a:lnTo>
                  <a:lnTo>
                    <a:pt x="9602574" y="410995"/>
                  </a:lnTo>
                  <a:lnTo>
                    <a:pt x="9541522" y="465778"/>
                  </a:lnTo>
                  <a:lnTo>
                    <a:pt x="9484422" y="526019"/>
                  </a:lnTo>
                  <a:lnTo>
                    <a:pt x="9430589" y="592191"/>
                  </a:lnTo>
                  <a:lnTo>
                    <a:pt x="9379377" y="664646"/>
                  </a:lnTo>
                  <a:lnTo>
                    <a:pt x="9347647" y="714473"/>
                  </a:lnTo>
                  <a:lnTo>
                    <a:pt x="9310156" y="778307"/>
                  </a:lnTo>
                  <a:lnTo>
                    <a:pt x="9273487" y="846041"/>
                  </a:lnTo>
                  <a:lnTo>
                    <a:pt x="9237454" y="917751"/>
                  </a:lnTo>
                  <a:lnTo>
                    <a:pt x="9201900" y="993475"/>
                  </a:lnTo>
                  <a:lnTo>
                    <a:pt x="9166695" y="1073202"/>
                  </a:lnTo>
                  <a:lnTo>
                    <a:pt x="9131732" y="1156873"/>
                  </a:lnTo>
                  <a:lnTo>
                    <a:pt x="9096923" y="1244372"/>
                  </a:lnTo>
                  <a:lnTo>
                    <a:pt x="9062201" y="1335530"/>
                  </a:lnTo>
                  <a:lnTo>
                    <a:pt x="9027513" y="1430117"/>
                  </a:lnTo>
                  <a:lnTo>
                    <a:pt x="8992822" y="1527848"/>
                  </a:lnTo>
                  <a:lnTo>
                    <a:pt x="8958103" y="1628384"/>
                  </a:lnTo>
                  <a:lnTo>
                    <a:pt x="8923343" y="1731332"/>
                  </a:lnTo>
                  <a:lnTo>
                    <a:pt x="8888538" y="1836255"/>
                  </a:lnTo>
                  <a:lnTo>
                    <a:pt x="8853695" y="1942676"/>
                  </a:lnTo>
                  <a:lnTo>
                    <a:pt x="8818823" y="2050088"/>
                  </a:lnTo>
                  <a:lnTo>
                    <a:pt x="8783937" y="2157964"/>
                  </a:lnTo>
                  <a:lnTo>
                    <a:pt x="8749053" y="2265768"/>
                  </a:lnTo>
                  <a:lnTo>
                    <a:pt x="8714187" y="2372964"/>
                  </a:lnTo>
                  <a:lnTo>
                    <a:pt x="8679353" y="2479030"/>
                  </a:lnTo>
                  <a:lnTo>
                    <a:pt x="8644561" y="2583466"/>
                  </a:lnTo>
                  <a:lnTo>
                    <a:pt x="8609813" y="2685805"/>
                  </a:lnTo>
                  <a:lnTo>
                    <a:pt x="8575102" y="2785622"/>
                  </a:lnTo>
                  <a:lnTo>
                    <a:pt x="8540415" y="2882537"/>
                  </a:lnTo>
                  <a:lnTo>
                    <a:pt x="8505722" y="2976225"/>
                  </a:lnTo>
                  <a:lnTo>
                    <a:pt x="8470982" y="3066417"/>
                  </a:lnTo>
                  <a:lnTo>
                    <a:pt x="8436140" y="3152898"/>
                  </a:lnTo>
                  <a:lnTo>
                    <a:pt x="8401121" y="3235515"/>
                  </a:lnTo>
                  <a:lnTo>
                    <a:pt x="8365833" y="3314168"/>
                  </a:lnTo>
                  <a:lnTo>
                    <a:pt x="8330164" y="3388809"/>
                  </a:lnTo>
                  <a:lnTo>
                    <a:pt x="8293976" y="3459442"/>
                  </a:lnTo>
                  <a:lnTo>
                    <a:pt x="8257105" y="3526115"/>
                  </a:lnTo>
                  <a:lnTo>
                    <a:pt x="8229629" y="3572365"/>
                  </a:lnTo>
                  <a:lnTo>
                    <a:pt x="8179790" y="3648922"/>
                  </a:lnTo>
                  <a:lnTo>
                    <a:pt x="8127708" y="3719095"/>
                  </a:lnTo>
                  <a:lnTo>
                    <a:pt x="8072780" y="3783090"/>
                  </a:lnTo>
                  <a:lnTo>
                    <a:pt x="8014342" y="3841315"/>
                  </a:lnTo>
                  <a:lnTo>
                    <a:pt x="7951704" y="3894267"/>
                  </a:lnTo>
                  <a:lnTo>
                    <a:pt x="7884181" y="3942467"/>
                  </a:lnTo>
                  <a:lnTo>
                    <a:pt x="7811138" y="3986413"/>
                  </a:lnTo>
                  <a:lnTo>
                    <a:pt x="7732040" y="4026549"/>
                  </a:lnTo>
                  <a:lnTo>
                    <a:pt x="7646522" y="4063253"/>
                  </a:lnTo>
                  <a:lnTo>
                    <a:pt x="7554483" y="4096827"/>
                  </a:lnTo>
                  <a:lnTo>
                    <a:pt x="7456191" y="4127488"/>
                  </a:lnTo>
                  <a:lnTo>
                    <a:pt x="7352409" y="4155372"/>
                  </a:lnTo>
                  <a:lnTo>
                    <a:pt x="7244503" y="4180540"/>
                  </a:lnTo>
                  <a:lnTo>
                    <a:pt x="7134525" y="4202988"/>
                  </a:lnTo>
                  <a:lnTo>
                    <a:pt x="7025210" y="4222671"/>
                  </a:lnTo>
                  <a:lnTo>
                    <a:pt x="6919857" y="4239531"/>
                  </a:lnTo>
                  <a:lnTo>
                    <a:pt x="6822065" y="4253537"/>
                  </a:lnTo>
                  <a:lnTo>
                    <a:pt x="6735332" y="4264725"/>
                  </a:lnTo>
                  <a:lnTo>
                    <a:pt x="6662568" y="4273222"/>
                  </a:lnTo>
                  <a:lnTo>
                    <a:pt x="6605628" y="4279270"/>
                  </a:lnTo>
                  <a:lnTo>
                    <a:pt x="6564972" y="4283211"/>
                  </a:lnTo>
                  <a:lnTo>
                    <a:pt x="6539520" y="4285470"/>
                  </a:lnTo>
                  <a:lnTo>
                    <a:pt x="6526707" y="4286515"/>
                  </a:lnTo>
                  <a:lnTo>
                    <a:pt x="6522656" y="4286819"/>
                  </a:lnTo>
                  <a:lnTo>
                    <a:pt x="6522385" y="4286838"/>
                  </a:lnTo>
                  <a:lnTo>
                    <a:pt x="5527445" y="4286838"/>
                  </a:lnTo>
                  <a:lnTo>
                    <a:pt x="5526310" y="4286830"/>
                  </a:lnTo>
                  <a:lnTo>
                    <a:pt x="5518821" y="4286771"/>
                  </a:lnTo>
                  <a:lnTo>
                    <a:pt x="5499840" y="4286608"/>
                  </a:lnTo>
                  <a:lnTo>
                    <a:pt x="5465655" y="4286286"/>
                  </a:lnTo>
                  <a:lnTo>
                    <a:pt x="5414196" y="4285754"/>
                  </a:lnTo>
                  <a:lnTo>
                    <a:pt x="5345191" y="4284968"/>
                  </a:lnTo>
                  <a:lnTo>
                    <a:pt x="5260107" y="4283896"/>
                  </a:lnTo>
                  <a:lnTo>
                    <a:pt x="5161828" y="4282518"/>
                  </a:lnTo>
                  <a:lnTo>
                    <a:pt x="5054129" y="4280826"/>
                  </a:lnTo>
                  <a:lnTo>
                    <a:pt x="4941082" y="4278823"/>
                  </a:lnTo>
                  <a:lnTo>
                    <a:pt x="4826523" y="4276515"/>
                  </a:lnTo>
                  <a:lnTo>
                    <a:pt x="4713687" y="4273907"/>
                  </a:lnTo>
                  <a:lnTo>
                    <a:pt x="4605020" y="4271000"/>
                  </a:lnTo>
                  <a:lnTo>
                    <a:pt x="4502165" y="4267790"/>
                  </a:lnTo>
                  <a:lnTo>
                    <a:pt x="4406038" y="4264261"/>
                  </a:lnTo>
                  <a:lnTo>
                    <a:pt x="4316968" y="4260388"/>
                  </a:lnTo>
                  <a:lnTo>
                    <a:pt x="4234847" y="4256138"/>
                  </a:lnTo>
                  <a:lnTo>
                    <a:pt x="4159257" y="4251468"/>
                  </a:lnTo>
                  <a:lnTo>
                    <a:pt x="4089586" y="4246324"/>
                  </a:lnTo>
                  <a:lnTo>
                    <a:pt x="4025109" y="4240651"/>
                  </a:lnTo>
                  <a:lnTo>
                    <a:pt x="3965051" y="4234389"/>
                  </a:lnTo>
                  <a:lnTo>
                    <a:pt x="3908638" y="4227482"/>
                  </a:lnTo>
                  <a:lnTo>
                    <a:pt x="3855134" y="4219887"/>
                  </a:lnTo>
                  <a:lnTo>
                    <a:pt x="3820202" y="4214343"/>
                  </a:lnTo>
                  <a:lnTo>
                    <a:pt x="3759525" y="4203582"/>
                  </a:lnTo>
                  <a:lnTo>
                    <a:pt x="3700723" y="4191758"/>
                  </a:lnTo>
                  <a:lnTo>
                    <a:pt x="3643107" y="4178853"/>
                  </a:lnTo>
                  <a:lnTo>
                    <a:pt x="3586169" y="4164884"/>
                  </a:lnTo>
                  <a:lnTo>
                    <a:pt x="3529549" y="4149907"/>
                  </a:lnTo>
                  <a:lnTo>
                    <a:pt x="3473008" y="4134019"/>
                  </a:lnTo>
                  <a:lnTo>
                    <a:pt x="3416408" y="4117354"/>
                  </a:lnTo>
                  <a:lnTo>
                    <a:pt x="3359696" y="4100088"/>
                  </a:lnTo>
                  <a:lnTo>
                    <a:pt x="3302884" y="4082425"/>
                  </a:lnTo>
                  <a:lnTo>
                    <a:pt x="3246021" y="4064590"/>
                  </a:lnTo>
                  <a:lnTo>
                    <a:pt x="3189176" y="4046817"/>
                  </a:lnTo>
                  <a:lnTo>
                    <a:pt x="3132413" y="4029339"/>
                  </a:lnTo>
                  <a:lnTo>
                    <a:pt x="3075764" y="4012371"/>
                  </a:lnTo>
                  <a:lnTo>
                    <a:pt x="3019207" y="3996101"/>
                  </a:lnTo>
                  <a:lnTo>
                    <a:pt x="2962646" y="3980684"/>
                  </a:lnTo>
                  <a:lnTo>
                    <a:pt x="2905894" y="3966236"/>
                  </a:lnTo>
                  <a:lnTo>
                    <a:pt x="2848648" y="3952831"/>
                  </a:lnTo>
                  <a:lnTo>
                    <a:pt x="2790472" y="3940502"/>
                  </a:lnTo>
                  <a:lnTo>
                    <a:pt x="2730769" y="3929250"/>
                  </a:lnTo>
                  <a:lnTo>
                    <a:pt x="2702183" y="3924361"/>
                  </a:lnTo>
                  <a:lnTo>
                    <a:pt x="2650272" y="3916291"/>
                  </a:lnTo>
                  <a:lnTo>
                    <a:pt x="2595906" y="3908921"/>
                  </a:lnTo>
                  <a:lnTo>
                    <a:pt x="2538400" y="3902228"/>
                  </a:lnTo>
                  <a:lnTo>
                    <a:pt x="2477003" y="3896162"/>
                  </a:lnTo>
                  <a:lnTo>
                    <a:pt x="2410934" y="3890666"/>
                  </a:lnTo>
                  <a:lnTo>
                    <a:pt x="2339429" y="3885681"/>
                  </a:lnTo>
                  <a:lnTo>
                    <a:pt x="2261792" y="3881151"/>
                  </a:lnTo>
                  <a:lnTo>
                    <a:pt x="2177464" y="3877027"/>
                  </a:lnTo>
                  <a:lnTo>
                    <a:pt x="2086112" y="3873269"/>
                  </a:lnTo>
                  <a:lnTo>
                    <a:pt x="1987754" y="3869844"/>
                  </a:lnTo>
                  <a:lnTo>
                    <a:pt x="1882892" y="3866733"/>
                  </a:lnTo>
                  <a:lnTo>
                    <a:pt x="1772663" y="3863923"/>
                  </a:lnTo>
                  <a:lnTo>
                    <a:pt x="1658964" y="3861411"/>
                  </a:lnTo>
                  <a:lnTo>
                    <a:pt x="1544505" y="3859201"/>
                  </a:lnTo>
                  <a:lnTo>
                    <a:pt x="1432744" y="3857298"/>
                  </a:lnTo>
                  <a:lnTo>
                    <a:pt x="1327640" y="3855707"/>
                  </a:lnTo>
                  <a:lnTo>
                    <a:pt x="1233235" y="3854429"/>
                  </a:lnTo>
                  <a:lnTo>
                    <a:pt x="1153080" y="3853452"/>
                  </a:lnTo>
                  <a:lnTo>
                    <a:pt x="1089653" y="3852752"/>
                  </a:lnTo>
                  <a:lnTo>
                    <a:pt x="1043882" y="3852294"/>
                  </a:lnTo>
                  <a:lnTo>
                    <a:pt x="1014911" y="3852029"/>
                  </a:lnTo>
                  <a:lnTo>
                    <a:pt x="1000114" y="3851905"/>
                  </a:lnTo>
                  <a:lnTo>
                    <a:pt x="995299" y="3851868"/>
                  </a:lnTo>
                  <a:lnTo>
                    <a:pt x="994940" y="3851866"/>
                  </a:lnTo>
                  <a:lnTo>
                    <a:pt x="0" y="3851866"/>
                  </a:lnTo>
                  <a:lnTo>
                    <a:pt x="0" y="38518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7" name="pg1676"/>
            <p:cNvSpPr/>
            <p:nvPr/>
          </p:nvSpPr>
          <p:spPr>
            <a:xfrm>
              <a:off x="1199187" y="5754051"/>
              <a:ext cx="12049831" cy="759891"/>
            </a:xfrm>
            <a:custGeom>
              <a:avLst/>
              <a:pathLst>
                <a:path w="12049831" h="759891">
                  <a:moveTo>
                    <a:pt x="0" y="5240"/>
                  </a:moveTo>
                  <a:lnTo>
                    <a:pt x="994940" y="5240"/>
                  </a:lnTo>
                  <a:lnTo>
                    <a:pt x="996074" y="5251"/>
                  </a:lnTo>
                  <a:lnTo>
                    <a:pt x="1003557" y="5328"/>
                  </a:lnTo>
                  <a:lnTo>
                    <a:pt x="1022521" y="5540"/>
                  </a:lnTo>
                  <a:lnTo>
                    <a:pt x="1056677" y="5958"/>
                  </a:lnTo>
                  <a:lnTo>
                    <a:pt x="1108095" y="6650"/>
                  </a:lnTo>
                  <a:lnTo>
                    <a:pt x="1177049" y="7671"/>
                  </a:lnTo>
                  <a:lnTo>
                    <a:pt x="1262077" y="9065"/>
                  </a:lnTo>
                  <a:lnTo>
                    <a:pt x="1360299" y="10857"/>
                  </a:lnTo>
                  <a:lnTo>
                    <a:pt x="1467945" y="13056"/>
                  </a:lnTo>
                  <a:lnTo>
                    <a:pt x="1580947" y="15660"/>
                  </a:lnTo>
                  <a:lnTo>
                    <a:pt x="1695470" y="18662"/>
                  </a:lnTo>
                  <a:lnTo>
                    <a:pt x="1808283" y="22053"/>
                  </a:lnTo>
                  <a:lnTo>
                    <a:pt x="1916935" y="25832"/>
                  </a:lnTo>
                  <a:lnTo>
                    <a:pt x="2019786" y="30007"/>
                  </a:lnTo>
                  <a:lnTo>
                    <a:pt x="2115914" y="34595"/>
                  </a:lnTo>
                  <a:lnTo>
                    <a:pt x="2204990" y="39630"/>
                  </a:lnTo>
                  <a:lnTo>
                    <a:pt x="2287120" y="45156"/>
                  </a:lnTo>
                  <a:lnTo>
                    <a:pt x="2362721" y="51229"/>
                  </a:lnTo>
                  <a:lnTo>
                    <a:pt x="2432402" y="57916"/>
                  </a:lnTo>
                  <a:lnTo>
                    <a:pt x="2496889" y="65291"/>
                  </a:lnTo>
                  <a:lnTo>
                    <a:pt x="2556953" y="73432"/>
                  </a:lnTo>
                  <a:lnTo>
                    <a:pt x="2613371" y="82411"/>
                  </a:lnTo>
                  <a:lnTo>
                    <a:pt x="2666876" y="92283"/>
                  </a:lnTo>
                  <a:lnTo>
                    <a:pt x="2702183" y="99572"/>
                  </a:lnTo>
                  <a:lnTo>
                    <a:pt x="2762226" y="113417"/>
                  </a:lnTo>
                  <a:lnTo>
                    <a:pt x="2820426" y="128617"/>
                  </a:lnTo>
                  <a:lnTo>
                    <a:pt x="2877453" y="145194"/>
                  </a:lnTo>
                  <a:lnTo>
                    <a:pt x="2933802" y="163127"/>
                  </a:lnTo>
                  <a:lnTo>
                    <a:pt x="2989829" y="182348"/>
                  </a:lnTo>
                  <a:lnTo>
                    <a:pt x="3045769" y="202738"/>
                  </a:lnTo>
                  <a:lnTo>
                    <a:pt x="3101761" y="224129"/>
                  </a:lnTo>
                  <a:lnTo>
                    <a:pt x="3157860" y="246304"/>
                  </a:lnTo>
                  <a:lnTo>
                    <a:pt x="3214061" y="269009"/>
                  </a:lnTo>
                  <a:lnTo>
                    <a:pt x="3270317" y="291961"/>
                  </a:lnTo>
                  <a:lnTo>
                    <a:pt x="3326563" y="314865"/>
                  </a:lnTo>
                  <a:lnTo>
                    <a:pt x="3382734" y="337428"/>
                  </a:lnTo>
                  <a:lnTo>
                    <a:pt x="3438797" y="359375"/>
                  </a:lnTo>
                  <a:lnTo>
                    <a:pt x="3494762" y="380463"/>
                  </a:lnTo>
                  <a:lnTo>
                    <a:pt x="3550710" y="400490"/>
                  </a:lnTo>
                  <a:lnTo>
                    <a:pt x="3606810" y="419304"/>
                  </a:lnTo>
                  <a:lnTo>
                    <a:pt x="3663334" y="436802"/>
                  </a:lnTo>
                  <a:lnTo>
                    <a:pt x="3720680" y="452933"/>
                  </a:lnTo>
                  <a:lnTo>
                    <a:pt x="3779395" y="467689"/>
                  </a:lnTo>
                  <a:lnTo>
                    <a:pt x="3820202" y="476897"/>
                  </a:lnTo>
                  <a:lnTo>
                    <a:pt x="3872097" y="487395"/>
                  </a:lnTo>
                  <a:lnTo>
                    <a:pt x="3926444" y="496982"/>
                  </a:lnTo>
                  <a:lnTo>
                    <a:pt x="3983929" y="505690"/>
                  </a:lnTo>
                  <a:lnTo>
                    <a:pt x="4045303" y="513581"/>
                  </a:lnTo>
                  <a:lnTo>
                    <a:pt x="4111344" y="520731"/>
                  </a:lnTo>
                  <a:lnTo>
                    <a:pt x="4182817" y="527216"/>
                  </a:lnTo>
                  <a:lnTo>
                    <a:pt x="4260416" y="533110"/>
                  </a:lnTo>
                  <a:lnTo>
                    <a:pt x="4344702" y="538476"/>
                  </a:lnTo>
                  <a:lnTo>
                    <a:pt x="4436007" y="543366"/>
                  </a:lnTo>
                  <a:lnTo>
                    <a:pt x="4534314" y="547821"/>
                  </a:lnTo>
                  <a:lnTo>
                    <a:pt x="4639124" y="551869"/>
                  </a:lnTo>
                  <a:lnTo>
                    <a:pt x="4749302" y="555526"/>
                  </a:lnTo>
                  <a:lnTo>
                    <a:pt x="4862957" y="558795"/>
                  </a:lnTo>
                  <a:lnTo>
                    <a:pt x="4977383" y="561672"/>
                  </a:lnTo>
                  <a:lnTo>
                    <a:pt x="5089131" y="564150"/>
                  </a:lnTo>
                  <a:lnTo>
                    <a:pt x="5194244" y="566220"/>
                  </a:lnTo>
                  <a:lnTo>
                    <a:pt x="5288685" y="567885"/>
                  </a:lnTo>
                  <a:lnTo>
                    <a:pt x="5368900" y="569158"/>
                  </a:lnTo>
                  <a:lnTo>
                    <a:pt x="5432408" y="570070"/>
                  </a:lnTo>
                  <a:lnTo>
                    <a:pt x="5478271" y="570669"/>
                  </a:lnTo>
                  <a:lnTo>
                    <a:pt x="5507334" y="571015"/>
                  </a:lnTo>
                  <a:lnTo>
                    <a:pt x="5522209" y="571176"/>
                  </a:lnTo>
                  <a:lnTo>
                    <a:pt x="5527075" y="571225"/>
                  </a:lnTo>
                  <a:lnTo>
                    <a:pt x="5527445" y="571229"/>
                  </a:lnTo>
                  <a:lnTo>
                    <a:pt x="6522385" y="571229"/>
                  </a:lnTo>
                  <a:lnTo>
                    <a:pt x="6523522" y="571232"/>
                  </a:lnTo>
                  <a:lnTo>
                    <a:pt x="6531019" y="571258"/>
                  </a:lnTo>
                  <a:lnTo>
                    <a:pt x="6550020" y="571329"/>
                  </a:lnTo>
                  <a:lnTo>
                    <a:pt x="6584238" y="571469"/>
                  </a:lnTo>
                  <a:lnTo>
                    <a:pt x="6635745" y="571699"/>
                  </a:lnTo>
                  <a:lnTo>
                    <a:pt x="6704809" y="572041"/>
                  </a:lnTo>
                  <a:lnTo>
                    <a:pt x="6789960" y="572506"/>
                  </a:lnTo>
                  <a:lnTo>
                    <a:pt x="6888307" y="573104"/>
                  </a:lnTo>
                  <a:lnTo>
                    <a:pt x="6996068" y="573839"/>
                  </a:lnTo>
                  <a:lnTo>
                    <a:pt x="7109167" y="574708"/>
                  </a:lnTo>
                  <a:lnTo>
                    <a:pt x="7223767" y="575710"/>
                  </a:lnTo>
                  <a:lnTo>
                    <a:pt x="7336631" y="576843"/>
                  </a:lnTo>
                  <a:lnTo>
                    <a:pt x="7445314" y="578104"/>
                  </a:lnTo>
                  <a:lnTo>
                    <a:pt x="7548176" y="579498"/>
                  </a:lnTo>
                  <a:lnTo>
                    <a:pt x="7644301" y="581030"/>
                  </a:lnTo>
                  <a:lnTo>
                    <a:pt x="7733363" y="582711"/>
                  </a:lnTo>
                  <a:lnTo>
                    <a:pt x="7815473" y="584556"/>
                  </a:lnTo>
                  <a:lnTo>
                    <a:pt x="7891051" y="586584"/>
                  </a:lnTo>
                  <a:lnTo>
                    <a:pt x="7960710" y="588817"/>
                  </a:lnTo>
                  <a:lnTo>
                    <a:pt x="8025176" y="591281"/>
                  </a:lnTo>
                  <a:lnTo>
                    <a:pt x="8085226" y="594000"/>
                  </a:lnTo>
                  <a:lnTo>
                    <a:pt x="8141634" y="596999"/>
                  </a:lnTo>
                  <a:lnTo>
                    <a:pt x="8195136" y="600297"/>
                  </a:lnTo>
                  <a:lnTo>
                    <a:pt x="8229629" y="602672"/>
                  </a:lnTo>
                  <a:lnTo>
                    <a:pt x="8291093" y="607404"/>
                  </a:lnTo>
                  <a:lnTo>
                    <a:pt x="8350644" y="612610"/>
                  </a:lnTo>
                  <a:lnTo>
                    <a:pt x="8408992" y="618297"/>
                  </a:lnTo>
                  <a:lnTo>
                    <a:pt x="8466661" y="624457"/>
                  </a:lnTo>
                  <a:lnTo>
                    <a:pt x="8524019" y="631064"/>
                  </a:lnTo>
                  <a:lnTo>
                    <a:pt x="8581309" y="638074"/>
                  </a:lnTo>
                  <a:lnTo>
                    <a:pt x="8638666" y="645423"/>
                  </a:lnTo>
                  <a:lnTo>
                    <a:pt x="8696138" y="653032"/>
                  </a:lnTo>
                  <a:lnTo>
                    <a:pt x="8753711" y="660808"/>
                  </a:lnTo>
                  <a:lnTo>
                    <a:pt x="8811327" y="668648"/>
                  </a:lnTo>
                  <a:lnTo>
                    <a:pt x="8868915" y="676447"/>
                  </a:lnTo>
                  <a:lnTo>
                    <a:pt x="8926411" y="684099"/>
                  </a:lnTo>
                  <a:lnTo>
                    <a:pt x="8983791" y="691511"/>
                  </a:lnTo>
                  <a:lnTo>
                    <a:pt x="9041087" y="698599"/>
                  </a:lnTo>
                  <a:lnTo>
                    <a:pt x="9098415" y="705295"/>
                  </a:lnTo>
                  <a:lnTo>
                    <a:pt x="9155991" y="711553"/>
                  </a:lnTo>
                  <a:lnTo>
                    <a:pt x="9214157" y="717342"/>
                  </a:lnTo>
                  <a:lnTo>
                    <a:pt x="9273400" y="722650"/>
                  </a:lnTo>
                  <a:lnTo>
                    <a:pt x="9334387" y="727481"/>
                  </a:lnTo>
                  <a:lnTo>
                    <a:pt x="9347647" y="728448"/>
                  </a:lnTo>
                  <a:lnTo>
                    <a:pt x="9399579" y="731949"/>
                  </a:lnTo>
                  <a:lnTo>
                    <a:pt x="9453966" y="735147"/>
                  </a:lnTo>
                  <a:lnTo>
                    <a:pt x="9511495" y="738051"/>
                  </a:lnTo>
                  <a:lnTo>
                    <a:pt x="9572921" y="740682"/>
                  </a:lnTo>
                  <a:lnTo>
                    <a:pt x="9639022" y="743067"/>
                  </a:lnTo>
                  <a:lnTo>
                    <a:pt x="9710565" y="745229"/>
                  </a:lnTo>
                  <a:lnTo>
                    <a:pt x="9788245" y="747194"/>
                  </a:lnTo>
                  <a:lnTo>
                    <a:pt x="9872624" y="748983"/>
                  </a:lnTo>
                  <a:lnTo>
                    <a:pt x="9964031" y="750613"/>
                  </a:lnTo>
                  <a:lnTo>
                    <a:pt x="10062449" y="752099"/>
                  </a:lnTo>
                  <a:lnTo>
                    <a:pt x="10167373" y="753448"/>
                  </a:lnTo>
                  <a:lnTo>
                    <a:pt x="10277661" y="754667"/>
                  </a:lnTo>
                  <a:lnTo>
                    <a:pt x="10391411" y="755756"/>
                  </a:lnTo>
                  <a:lnTo>
                    <a:pt x="10505907" y="756714"/>
                  </a:lnTo>
                  <a:lnTo>
                    <a:pt x="10617686" y="757540"/>
                  </a:lnTo>
                  <a:lnTo>
                    <a:pt x="10722778" y="758229"/>
                  </a:lnTo>
                  <a:lnTo>
                    <a:pt x="10817142" y="758783"/>
                  </a:lnTo>
                  <a:lnTo>
                    <a:pt x="10897225" y="759206"/>
                  </a:lnTo>
                  <a:lnTo>
                    <a:pt x="10960557" y="759508"/>
                  </a:lnTo>
                  <a:lnTo>
                    <a:pt x="11006219" y="759707"/>
                  </a:lnTo>
                  <a:lnTo>
                    <a:pt x="11035083" y="759821"/>
                  </a:lnTo>
                  <a:lnTo>
                    <a:pt x="11049789" y="759875"/>
                  </a:lnTo>
                  <a:lnTo>
                    <a:pt x="11054545" y="759890"/>
                  </a:lnTo>
                  <a:lnTo>
                    <a:pt x="11054891" y="759891"/>
                  </a:lnTo>
                  <a:lnTo>
                    <a:pt x="12049831" y="759891"/>
                  </a:lnTo>
                  <a:lnTo>
                    <a:pt x="12049831" y="754651"/>
                  </a:lnTo>
                  <a:lnTo>
                    <a:pt x="11054891" y="754651"/>
                  </a:lnTo>
                  <a:lnTo>
                    <a:pt x="11053755" y="754647"/>
                  </a:lnTo>
                  <a:lnTo>
                    <a:pt x="11046257" y="754622"/>
                  </a:lnTo>
                  <a:lnTo>
                    <a:pt x="11027257" y="754551"/>
                  </a:lnTo>
                  <a:lnTo>
                    <a:pt x="10993038" y="754411"/>
                  </a:lnTo>
                  <a:lnTo>
                    <a:pt x="10941532" y="754180"/>
                  </a:lnTo>
                  <a:lnTo>
                    <a:pt x="10872467" y="753839"/>
                  </a:lnTo>
                  <a:lnTo>
                    <a:pt x="10787317" y="753373"/>
                  </a:lnTo>
                  <a:lnTo>
                    <a:pt x="10688970" y="752775"/>
                  </a:lnTo>
                  <a:lnTo>
                    <a:pt x="10581209" y="752041"/>
                  </a:lnTo>
                  <a:lnTo>
                    <a:pt x="10468109" y="751171"/>
                  </a:lnTo>
                  <a:lnTo>
                    <a:pt x="10353510" y="750169"/>
                  </a:lnTo>
                  <a:lnTo>
                    <a:pt x="10240645" y="749037"/>
                  </a:lnTo>
                  <a:lnTo>
                    <a:pt x="10131962" y="747775"/>
                  </a:lnTo>
                  <a:lnTo>
                    <a:pt x="10029101" y="746381"/>
                  </a:lnTo>
                  <a:lnTo>
                    <a:pt x="9932975" y="744849"/>
                  </a:lnTo>
                  <a:lnTo>
                    <a:pt x="9843914" y="743168"/>
                  </a:lnTo>
                  <a:lnTo>
                    <a:pt x="9761803" y="741323"/>
                  </a:lnTo>
                  <a:lnTo>
                    <a:pt x="9686226" y="739295"/>
                  </a:lnTo>
                  <a:lnTo>
                    <a:pt x="9616567" y="737062"/>
                  </a:lnTo>
                  <a:lnTo>
                    <a:pt x="9552100" y="734599"/>
                  </a:lnTo>
                  <a:lnTo>
                    <a:pt x="9492051" y="731880"/>
                  </a:lnTo>
                  <a:lnTo>
                    <a:pt x="9435643" y="728880"/>
                  </a:lnTo>
                  <a:lnTo>
                    <a:pt x="9382140" y="725583"/>
                  </a:lnTo>
                  <a:lnTo>
                    <a:pt x="9347647" y="723207"/>
                  </a:lnTo>
                  <a:lnTo>
                    <a:pt x="9286183" y="718475"/>
                  </a:lnTo>
                  <a:lnTo>
                    <a:pt x="9226633" y="713269"/>
                  </a:lnTo>
                  <a:lnTo>
                    <a:pt x="9168284" y="707582"/>
                  </a:lnTo>
                  <a:lnTo>
                    <a:pt x="9110616" y="701422"/>
                  </a:lnTo>
                  <a:lnTo>
                    <a:pt x="9053257" y="694815"/>
                  </a:lnTo>
                  <a:lnTo>
                    <a:pt x="8995967" y="687806"/>
                  </a:lnTo>
                  <a:lnTo>
                    <a:pt x="8938611" y="680456"/>
                  </a:lnTo>
                  <a:lnTo>
                    <a:pt x="8881138" y="672847"/>
                  </a:lnTo>
                  <a:lnTo>
                    <a:pt x="8823566" y="665071"/>
                  </a:lnTo>
                  <a:lnTo>
                    <a:pt x="8765949" y="657231"/>
                  </a:lnTo>
                  <a:lnTo>
                    <a:pt x="8708362" y="649433"/>
                  </a:lnTo>
                  <a:lnTo>
                    <a:pt x="8650865" y="641780"/>
                  </a:lnTo>
                  <a:lnTo>
                    <a:pt x="8593485" y="634368"/>
                  </a:lnTo>
                  <a:lnTo>
                    <a:pt x="8536189" y="627281"/>
                  </a:lnTo>
                  <a:lnTo>
                    <a:pt x="8478862" y="620584"/>
                  </a:lnTo>
                  <a:lnTo>
                    <a:pt x="8421285" y="614326"/>
                  </a:lnTo>
                  <a:lnTo>
                    <a:pt x="8363119" y="608537"/>
                  </a:lnTo>
                  <a:lnTo>
                    <a:pt x="8303877" y="603229"/>
                  </a:lnTo>
                  <a:lnTo>
                    <a:pt x="8242890" y="598398"/>
                  </a:lnTo>
                  <a:lnTo>
                    <a:pt x="8229629" y="597432"/>
                  </a:lnTo>
                  <a:lnTo>
                    <a:pt x="8177698" y="593930"/>
                  </a:lnTo>
                  <a:lnTo>
                    <a:pt x="8123311" y="590733"/>
                  </a:lnTo>
                  <a:lnTo>
                    <a:pt x="8065781" y="587829"/>
                  </a:lnTo>
                  <a:lnTo>
                    <a:pt x="8004356" y="585197"/>
                  </a:lnTo>
                  <a:lnTo>
                    <a:pt x="7938254" y="582813"/>
                  </a:lnTo>
                  <a:lnTo>
                    <a:pt x="7866712" y="580650"/>
                  </a:lnTo>
                  <a:lnTo>
                    <a:pt x="7789031" y="578685"/>
                  </a:lnTo>
                  <a:lnTo>
                    <a:pt x="7704652" y="576896"/>
                  </a:lnTo>
                  <a:lnTo>
                    <a:pt x="7613245" y="575266"/>
                  </a:lnTo>
                  <a:lnTo>
                    <a:pt x="7514827" y="573781"/>
                  </a:lnTo>
                  <a:lnTo>
                    <a:pt x="7409904" y="572431"/>
                  </a:lnTo>
                  <a:lnTo>
                    <a:pt x="7299616" y="571213"/>
                  </a:lnTo>
                  <a:lnTo>
                    <a:pt x="7185865" y="570123"/>
                  </a:lnTo>
                  <a:lnTo>
                    <a:pt x="7071369" y="569165"/>
                  </a:lnTo>
                  <a:lnTo>
                    <a:pt x="6959591" y="568340"/>
                  </a:lnTo>
                  <a:lnTo>
                    <a:pt x="6854499" y="567651"/>
                  </a:lnTo>
                  <a:lnTo>
                    <a:pt x="6760135" y="567097"/>
                  </a:lnTo>
                  <a:lnTo>
                    <a:pt x="6680052" y="566674"/>
                  </a:lnTo>
                  <a:lnTo>
                    <a:pt x="6616720" y="566371"/>
                  </a:lnTo>
                  <a:lnTo>
                    <a:pt x="6571058" y="566173"/>
                  </a:lnTo>
                  <a:lnTo>
                    <a:pt x="6542193" y="566058"/>
                  </a:lnTo>
                  <a:lnTo>
                    <a:pt x="6527488" y="566005"/>
                  </a:lnTo>
                  <a:lnTo>
                    <a:pt x="6522731" y="565989"/>
                  </a:lnTo>
                  <a:lnTo>
                    <a:pt x="6522385" y="565988"/>
                  </a:lnTo>
                  <a:lnTo>
                    <a:pt x="5527445" y="565988"/>
                  </a:lnTo>
                  <a:lnTo>
                    <a:pt x="5526311" y="565977"/>
                  </a:lnTo>
                  <a:lnTo>
                    <a:pt x="5518828" y="565900"/>
                  </a:lnTo>
                  <a:lnTo>
                    <a:pt x="5499864" y="565688"/>
                  </a:lnTo>
                  <a:lnTo>
                    <a:pt x="5465708" y="565270"/>
                  </a:lnTo>
                  <a:lnTo>
                    <a:pt x="5414290" y="564579"/>
                  </a:lnTo>
                  <a:lnTo>
                    <a:pt x="5345336" y="563557"/>
                  </a:lnTo>
                  <a:lnTo>
                    <a:pt x="5260308" y="562163"/>
                  </a:lnTo>
                  <a:lnTo>
                    <a:pt x="5162086" y="560371"/>
                  </a:lnTo>
                  <a:lnTo>
                    <a:pt x="5054440" y="558172"/>
                  </a:lnTo>
                  <a:lnTo>
                    <a:pt x="4941438" y="555568"/>
                  </a:lnTo>
                  <a:lnTo>
                    <a:pt x="4826915" y="552566"/>
                  </a:lnTo>
                  <a:lnTo>
                    <a:pt x="4714102" y="549175"/>
                  </a:lnTo>
                  <a:lnTo>
                    <a:pt x="4605450" y="545396"/>
                  </a:lnTo>
                  <a:lnTo>
                    <a:pt x="4502599" y="541222"/>
                  </a:lnTo>
                  <a:lnTo>
                    <a:pt x="4406471" y="536633"/>
                  </a:lnTo>
                  <a:lnTo>
                    <a:pt x="4317395" y="531598"/>
                  </a:lnTo>
                  <a:lnTo>
                    <a:pt x="4235265" y="526072"/>
                  </a:lnTo>
                  <a:lnTo>
                    <a:pt x="4159664" y="519999"/>
                  </a:lnTo>
                  <a:lnTo>
                    <a:pt x="4089983" y="513312"/>
                  </a:lnTo>
                  <a:lnTo>
                    <a:pt x="4025496" y="505937"/>
                  </a:lnTo>
                  <a:lnTo>
                    <a:pt x="3965432" y="497796"/>
                  </a:lnTo>
                  <a:lnTo>
                    <a:pt x="3909014" y="488817"/>
                  </a:lnTo>
                  <a:lnTo>
                    <a:pt x="3855509" y="478945"/>
                  </a:lnTo>
                  <a:lnTo>
                    <a:pt x="3820202" y="471657"/>
                  </a:lnTo>
                  <a:lnTo>
                    <a:pt x="3760159" y="457811"/>
                  </a:lnTo>
                  <a:lnTo>
                    <a:pt x="3701959" y="442611"/>
                  </a:lnTo>
                  <a:lnTo>
                    <a:pt x="3644932" y="426034"/>
                  </a:lnTo>
                  <a:lnTo>
                    <a:pt x="3588583" y="408101"/>
                  </a:lnTo>
                  <a:lnTo>
                    <a:pt x="3532556" y="388880"/>
                  </a:lnTo>
                  <a:lnTo>
                    <a:pt x="3476616" y="368490"/>
                  </a:lnTo>
                  <a:lnTo>
                    <a:pt x="3420624" y="347099"/>
                  </a:lnTo>
                  <a:lnTo>
                    <a:pt x="3364525" y="324924"/>
                  </a:lnTo>
                  <a:lnTo>
                    <a:pt x="3308324" y="302219"/>
                  </a:lnTo>
                  <a:lnTo>
                    <a:pt x="3252068" y="279267"/>
                  </a:lnTo>
                  <a:lnTo>
                    <a:pt x="3195822" y="256363"/>
                  </a:lnTo>
                  <a:lnTo>
                    <a:pt x="3139651" y="233800"/>
                  </a:lnTo>
                  <a:lnTo>
                    <a:pt x="3083588" y="211853"/>
                  </a:lnTo>
                  <a:lnTo>
                    <a:pt x="3027623" y="190765"/>
                  </a:lnTo>
                  <a:lnTo>
                    <a:pt x="2971675" y="170738"/>
                  </a:lnTo>
                  <a:lnTo>
                    <a:pt x="2915575" y="151924"/>
                  </a:lnTo>
                  <a:lnTo>
                    <a:pt x="2859051" y="134426"/>
                  </a:lnTo>
                  <a:lnTo>
                    <a:pt x="2801705" y="118295"/>
                  </a:lnTo>
                  <a:lnTo>
                    <a:pt x="2742990" y="103539"/>
                  </a:lnTo>
                  <a:lnTo>
                    <a:pt x="2702183" y="94331"/>
                  </a:lnTo>
                  <a:lnTo>
                    <a:pt x="2650288" y="83833"/>
                  </a:lnTo>
                  <a:lnTo>
                    <a:pt x="2595941" y="74246"/>
                  </a:lnTo>
                  <a:lnTo>
                    <a:pt x="2538456" y="65538"/>
                  </a:lnTo>
                  <a:lnTo>
                    <a:pt x="2477082" y="57647"/>
                  </a:lnTo>
                  <a:lnTo>
                    <a:pt x="2411041" y="50497"/>
                  </a:lnTo>
                  <a:lnTo>
                    <a:pt x="2339568" y="44012"/>
                  </a:lnTo>
                  <a:lnTo>
                    <a:pt x="2261969" y="38118"/>
                  </a:lnTo>
                  <a:lnTo>
                    <a:pt x="2177683" y="32753"/>
                  </a:lnTo>
                  <a:lnTo>
                    <a:pt x="2086378" y="27862"/>
                  </a:lnTo>
                  <a:lnTo>
                    <a:pt x="1988071" y="23407"/>
                  </a:lnTo>
                  <a:lnTo>
                    <a:pt x="1883261" y="19359"/>
                  </a:lnTo>
                  <a:lnTo>
                    <a:pt x="1773083" y="15702"/>
                  </a:lnTo>
                  <a:lnTo>
                    <a:pt x="1659428" y="12433"/>
                  </a:lnTo>
                  <a:lnTo>
                    <a:pt x="1545002" y="9556"/>
                  </a:lnTo>
                  <a:lnTo>
                    <a:pt x="1433254" y="7078"/>
                  </a:lnTo>
                  <a:lnTo>
                    <a:pt x="1328141" y="5008"/>
                  </a:lnTo>
                  <a:lnTo>
                    <a:pt x="1233700" y="3343"/>
                  </a:lnTo>
                  <a:lnTo>
                    <a:pt x="1153485" y="2070"/>
                  </a:lnTo>
                  <a:lnTo>
                    <a:pt x="1089977" y="1158"/>
                  </a:lnTo>
                  <a:lnTo>
                    <a:pt x="1044114" y="559"/>
                  </a:lnTo>
                  <a:lnTo>
                    <a:pt x="1015050" y="214"/>
                  </a:lnTo>
                  <a:lnTo>
                    <a:pt x="1000176" y="52"/>
                  </a:lnTo>
                  <a:lnTo>
                    <a:pt x="995310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78" name="pl1677"/>
            <p:cNvSpPr/>
            <p:nvPr/>
          </p:nvSpPr>
          <p:spPr>
            <a:xfrm>
              <a:off x="1199187" y="5759292"/>
              <a:ext cx="12049831" cy="754651"/>
            </a:xfrm>
            <a:custGeom>
              <a:avLst/>
              <a:pathLst>
                <a:path w="12049831" h="754651">
                  <a:moveTo>
                    <a:pt x="0" y="0"/>
                  </a:moveTo>
                  <a:lnTo>
                    <a:pt x="994940" y="0"/>
                  </a:lnTo>
                  <a:lnTo>
                    <a:pt x="996074" y="10"/>
                  </a:lnTo>
                  <a:lnTo>
                    <a:pt x="1003557" y="87"/>
                  </a:lnTo>
                  <a:lnTo>
                    <a:pt x="1022521" y="299"/>
                  </a:lnTo>
                  <a:lnTo>
                    <a:pt x="1056677" y="718"/>
                  </a:lnTo>
                  <a:lnTo>
                    <a:pt x="1108095" y="1409"/>
                  </a:lnTo>
                  <a:lnTo>
                    <a:pt x="1177049" y="2430"/>
                  </a:lnTo>
                  <a:lnTo>
                    <a:pt x="1262077" y="3824"/>
                  </a:lnTo>
                  <a:lnTo>
                    <a:pt x="1360299" y="5616"/>
                  </a:lnTo>
                  <a:lnTo>
                    <a:pt x="1467945" y="7815"/>
                  </a:lnTo>
                  <a:lnTo>
                    <a:pt x="1580947" y="10420"/>
                  </a:lnTo>
                  <a:lnTo>
                    <a:pt x="1695470" y="13421"/>
                  </a:lnTo>
                  <a:lnTo>
                    <a:pt x="1808283" y="16813"/>
                  </a:lnTo>
                  <a:lnTo>
                    <a:pt x="1916935" y="20592"/>
                  </a:lnTo>
                  <a:lnTo>
                    <a:pt x="2019786" y="24766"/>
                  </a:lnTo>
                  <a:lnTo>
                    <a:pt x="2115914" y="29355"/>
                  </a:lnTo>
                  <a:lnTo>
                    <a:pt x="2204990" y="34390"/>
                  </a:lnTo>
                  <a:lnTo>
                    <a:pt x="2287120" y="39915"/>
                  </a:lnTo>
                  <a:lnTo>
                    <a:pt x="2362721" y="45988"/>
                  </a:lnTo>
                  <a:lnTo>
                    <a:pt x="2432402" y="52675"/>
                  </a:lnTo>
                  <a:lnTo>
                    <a:pt x="2496889" y="60050"/>
                  </a:lnTo>
                  <a:lnTo>
                    <a:pt x="2556953" y="68191"/>
                  </a:lnTo>
                  <a:lnTo>
                    <a:pt x="2613371" y="77170"/>
                  </a:lnTo>
                  <a:lnTo>
                    <a:pt x="2666876" y="87042"/>
                  </a:lnTo>
                  <a:lnTo>
                    <a:pt x="2702183" y="94331"/>
                  </a:lnTo>
                  <a:lnTo>
                    <a:pt x="2762226" y="108176"/>
                  </a:lnTo>
                  <a:lnTo>
                    <a:pt x="2820426" y="123376"/>
                  </a:lnTo>
                  <a:lnTo>
                    <a:pt x="2877453" y="139953"/>
                  </a:lnTo>
                  <a:lnTo>
                    <a:pt x="2933802" y="157886"/>
                  </a:lnTo>
                  <a:lnTo>
                    <a:pt x="2989829" y="177107"/>
                  </a:lnTo>
                  <a:lnTo>
                    <a:pt x="3045769" y="197498"/>
                  </a:lnTo>
                  <a:lnTo>
                    <a:pt x="3101761" y="218889"/>
                  </a:lnTo>
                  <a:lnTo>
                    <a:pt x="3157860" y="241064"/>
                  </a:lnTo>
                  <a:lnTo>
                    <a:pt x="3214061" y="263769"/>
                  </a:lnTo>
                  <a:lnTo>
                    <a:pt x="3270317" y="286721"/>
                  </a:lnTo>
                  <a:lnTo>
                    <a:pt x="3326563" y="309625"/>
                  </a:lnTo>
                  <a:lnTo>
                    <a:pt x="3382734" y="332188"/>
                  </a:lnTo>
                  <a:lnTo>
                    <a:pt x="3438797" y="354135"/>
                  </a:lnTo>
                  <a:lnTo>
                    <a:pt x="3494762" y="375223"/>
                  </a:lnTo>
                  <a:lnTo>
                    <a:pt x="3550710" y="395250"/>
                  </a:lnTo>
                  <a:lnTo>
                    <a:pt x="3606810" y="414064"/>
                  </a:lnTo>
                  <a:lnTo>
                    <a:pt x="3663334" y="431562"/>
                  </a:lnTo>
                  <a:lnTo>
                    <a:pt x="3720680" y="447692"/>
                  </a:lnTo>
                  <a:lnTo>
                    <a:pt x="3779395" y="462449"/>
                  </a:lnTo>
                  <a:lnTo>
                    <a:pt x="3820202" y="471657"/>
                  </a:lnTo>
                  <a:lnTo>
                    <a:pt x="3872097" y="482155"/>
                  </a:lnTo>
                  <a:lnTo>
                    <a:pt x="3926444" y="491741"/>
                  </a:lnTo>
                  <a:lnTo>
                    <a:pt x="3983929" y="500449"/>
                  </a:lnTo>
                  <a:lnTo>
                    <a:pt x="4045303" y="508340"/>
                  </a:lnTo>
                  <a:lnTo>
                    <a:pt x="4111344" y="515490"/>
                  </a:lnTo>
                  <a:lnTo>
                    <a:pt x="4182817" y="521976"/>
                  </a:lnTo>
                  <a:lnTo>
                    <a:pt x="4260416" y="527869"/>
                  </a:lnTo>
                  <a:lnTo>
                    <a:pt x="4344702" y="533235"/>
                  </a:lnTo>
                  <a:lnTo>
                    <a:pt x="4436007" y="538125"/>
                  </a:lnTo>
                  <a:lnTo>
                    <a:pt x="4534314" y="542581"/>
                  </a:lnTo>
                  <a:lnTo>
                    <a:pt x="4639124" y="546629"/>
                  </a:lnTo>
                  <a:lnTo>
                    <a:pt x="4749302" y="550285"/>
                  </a:lnTo>
                  <a:lnTo>
                    <a:pt x="4862957" y="553554"/>
                  </a:lnTo>
                  <a:lnTo>
                    <a:pt x="4977383" y="556432"/>
                  </a:lnTo>
                  <a:lnTo>
                    <a:pt x="5089131" y="558909"/>
                  </a:lnTo>
                  <a:lnTo>
                    <a:pt x="5194244" y="560980"/>
                  </a:lnTo>
                  <a:lnTo>
                    <a:pt x="5288685" y="562644"/>
                  </a:lnTo>
                  <a:lnTo>
                    <a:pt x="5368900" y="563917"/>
                  </a:lnTo>
                  <a:lnTo>
                    <a:pt x="5432408" y="564830"/>
                  </a:lnTo>
                  <a:lnTo>
                    <a:pt x="5478271" y="565428"/>
                  </a:lnTo>
                  <a:lnTo>
                    <a:pt x="5507334" y="565774"/>
                  </a:lnTo>
                  <a:lnTo>
                    <a:pt x="5522209" y="565936"/>
                  </a:lnTo>
                  <a:lnTo>
                    <a:pt x="5527075" y="565985"/>
                  </a:lnTo>
                  <a:lnTo>
                    <a:pt x="5527445" y="565988"/>
                  </a:lnTo>
                  <a:lnTo>
                    <a:pt x="6522385" y="565988"/>
                  </a:lnTo>
                  <a:lnTo>
                    <a:pt x="6523522" y="565992"/>
                  </a:lnTo>
                  <a:lnTo>
                    <a:pt x="6531019" y="566017"/>
                  </a:lnTo>
                  <a:lnTo>
                    <a:pt x="6550020" y="566088"/>
                  </a:lnTo>
                  <a:lnTo>
                    <a:pt x="6584238" y="566228"/>
                  </a:lnTo>
                  <a:lnTo>
                    <a:pt x="6635745" y="566459"/>
                  </a:lnTo>
                  <a:lnTo>
                    <a:pt x="6704809" y="566800"/>
                  </a:lnTo>
                  <a:lnTo>
                    <a:pt x="6789960" y="567265"/>
                  </a:lnTo>
                  <a:lnTo>
                    <a:pt x="6888307" y="567864"/>
                  </a:lnTo>
                  <a:lnTo>
                    <a:pt x="6996068" y="568598"/>
                  </a:lnTo>
                  <a:lnTo>
                    <a:pt x="7109167" y="569468"/>
                  </a:lnTo>
                  <a:lnTo>
                    <a:pt x="7223767" y="570470"/>
                  </a:lnTo>
                  <a:lnTo>
                    <a:pt x="7336631" y="571602"/>
                  </a:lnTo>
                  <a:lnTo>
                    <a:pt x="7445314" y="572864"/>
                  </a:lnTo>
                  <a:lnTo>
                    <a:pt x="7548176" y="574257"/>
                  </a:lnTo>
                  <a:lnTo>
                    <a:pt x="7644301" y="575789"/>
                  </a:lnTo>
                  <a:lnTo>
                    <a:pt x="7733363" y="577470"/>
                  </a:lnTo>
                  <a:lnTo>
                    <a:pt x="7815473" y="579316"/>
                  </a:lnTo>
                  <a:lnTo>
                    <a:pt x="7891051" y="581343"/>
                  </a:lnTo>
                  <a:lnTo>
                    <a:pt x="7960710" y="583577"/>
                  </a:lnTo>
                  <a:lnTo>
                    <a:pt x="8025176" y="586040"/>
                  </a:lnTo>
                  <a:lnTo>
                    <a:pt x="8085226" y="588759"/>
                  </a:lnTo>
                  <a:lnTo>
                    <a:pt x="8141634" y="591758"/>
                  </a:lnTo>
                  <a:lnTo>
                    <a:pt x="8195136" y="595056"/>
                  </a:lnTo>
                  <a:lnTo>
                    <a:pt x="8229629" y="597432"/>
                  </a:lnTo>
                  <a:lnTo>
                    <a:pt x="8291093" y="602164"/>
                  </a:lnTo>
                  <a:lnTo>
                    <a:pt x="8350644" y="607370"/>
                  </a:lnTo>
                  <a:lnTo>
                    <a:pt x="8408992" y="613057"/>
                  </a:lnTo>
                  <a:lnTo>
                    <a:pt x="8466661" y="619217"/>
                  </a:lnTo>
                  <a:lnTo>
                    <a:pt x="8524019" y="625824"/>
                  </a:lnTo>
                  <a:lnTo>
                    <a:pt x="8581309" y="632833"/>
                  </a:lnTo>
                  <a:lnTo>
                    <a:pt x="8638666" y="640182"/>
                  </a:lnTo>
                  <a:lnTo>
                    <a:pt x="8696138" y="647792"/>
                  </a:lnTo>
                  <a:lnTo>
                    <a:pt x="8753711" y="655567"/>
                  </a:lnTo>
                  <a:lnTo>
                    <a:pt x="8811327" y="663408"/>
                  </a:lnTo>
                  <a:lnTo>
                    <a:pt x="8868915" y="671206"/>
                  </a:lnTo>
                  <a:lnTo>
                    <a:pt x="8926411" y="678859"/>
                  </a:lnTo>
                  <a:lnTo>
                    <a:pt x="8983791" y="686270"/>
                  </a:lnTo>
                  <a:lnTo>
                    <a:pt x="9041087" y="693358"/>
                  </a:lnTo>
                  <a:lnTo>
                    <a:pt x="9098415" y="700055"/>
                  </a:lnTo>
                  <a:lnTo>
                    <a:pt x="9155991" y="706313"/>
                  </a:lnTo>
                  <a:lnTo>
                    <a:pt x="9214157" y="712101"/>
                  </a:lnTo>
                  <a:lnTo>
                    <a:pt x="9273400" y="717409"/>
                  </a:lnTo>
                  <a:lnTo>
                    <a:pt x="9334387" y="722241"/>
                  </a:lnTo>
                  <a:lnTo>
                    <a:pt x="9347647" y="723207"/>
                  </a:lnTo>
                  <a:lnTo>
                    <a:pt x="9399579" y="726709"/>
                  </a:lnTo>
                  <a:lnTo>
                    <a:pt x="9453966" y="729906"/>
                  </a:lnTo>
                  <a:lnTo>
                    <a:pt x="9511495" y="732810"/>
                  </a:lnTo>
                  <a:lnTo>
                    <a:pt x="9572921" y="735442"/>
                  </a:lnTo>
                  <a:lnTo>
                    <a:pt x="9639022" y="737826"/>
                  </a:lnTo>
                  <a:lnTo>
                    <a:pt x="9710565" y="739988"/>
                  </a:lnTo>
                  <a:lnTo>
                    <a:pt x="9788245" y="741954"/>
                  </a:lnTo>
                  <a:lnTo>
                    <a:pt x="9872624" y="743742"/>
                  </a:lnTo>
                  <a:lnTo>
                    <a:pt x="9964031" y="745373"/>
                  </a:lnTo>
                  <a:lnTo>
                    <a:pt x="10062449" y="746858"/>
                  </a:lnTo>
                  <a:lnTo>
                    <a:pt x="10167373" y="748207"/>
                  </a:lnTo>
                  <a:lnTo>
                    <a:pt x="10277661" y="749426"/>
                  </a:lnTo>
                  <a:lnTo>
                    <a:pt x="10391411" y="750515"/>
                  </a:lnTo>
                  <a:lnTo>
                    <a:pt x="10505907" y="751474"/>
                  </a:lnTo>
                  <a:lnTo>
                    <a:pt x="10617686" y="752299"/>
                  </a:lnTo>
                  <a:lnTo>
                    <a:pt x="10722778" y="752988"/>
                  </a:lnTo>
                  <a:lnTo>
                    <a:pt x="10817142" y="753542"/>
                  </a:lnTo>
                  <a:lnTo>
                    <a:pt x="10897225" y="753965"/>
                  </a:lnTo>
                  <a:lnTo>
                    <a:pt x="10960557" y="754268"/>
                  </a:lnTo>
                  <a:lnTo>
                    <a:pt x="11006219" y="754466"/>
                  </a:lnTo>
                  <a:lnTo>
                    <a:pt x="11035083" y="754581"/>
                  </a:lnTo>
                  <a:lnTo>
                    <a:pt x="11049789" y="754634"/>
                  </a:lnTo>
                  <a:lnTo>
                    <a:pt x="11054545" y="754650"/>
                  </a:lnTo>
                  <a:lnTo>
                    <a:pt x="11054891" y="754651"/>
                  </a:lnTo>
                  <a:lnTo>
                    <a:pt x="12049831" y="754651"/>
                  </a:lnTo>
                  <a:lnTo>
                    <a:pt x="12049831" y="7546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9" name="pl1678"/>
            <p:cNvSpPr/>
            <p:nvPr/>
          </p:nvSpPr>
          <p:spPr>
            <a:xfrm>
              <a:off x="1199187" y="5754051"/>
              <a:ext cx="12049831" cy="754651"/>
            </a:xfrm>
            <a:custGeom>
              <a:avLst/>
              <a:pathLst>
                <a:path w="12049831" h="754651">
                  <a:moveTo>
                    <a:pt x="12049831" y="754651"/>
                  </a:moveTo>
                  <a:lnTo>
                    <a:pt x="11054891" y="754651"/>
                  </a:lnTo>
                  <a:lnTo>
                    <a:pt x="11053755" y="754647"/>
                  </a:lnTo>
                  <a:lnTo>
                    <a:pt x="11046257" y="754622"/>
                  </a:lnTo>
                  <a:lnTo>
                    <a:pt x="11027257" y="754551"/>
                  </a:lnTo>
                  <a:lnTo>
                    <a:pt x="10993038" y="754411"/>
                  </a:lnTo>
                  <a:lnTo>
                    <a:pt x="10941532" y="754180"/>
                  </a:lnTo>
                  <a:lnTo>
                    <a:pt x="10872467" y="753839"/>
                  </a:lnTo>
                  <a:lnTo>
                    <a:pt x="10787317" y="753373"/>
                  </a:lnTo>
                  <a:lnTo>
                    <a:pt x="10688970" y="752775"/>
                  </a:lnTo>
                  <a:lnTo>
                    <a:pt x="10581209" y="752041"/>
                  </a:lnTo>
                  <a:lnTo>
                    <a:pt x="10468109" y="751171"/>
                  </a:lnTo>
                  <a:lnTo>
                    <a:pt x="10353510" y="750169"/>
                  </a:lnTo>
                  <a:lnTo>
                    <a:pt x="10240645" y="749037"/>
                  </a:lnTo>
                  <a:lnTo>
                    <a:pt x="10131962" y="747775"/>
                  </a:lnTo>
                  <a:lnTo>
                    <a:pt x="10029101" y="746381"/>
                  </a:lnTo>
                  <a:lnTo>
                    <a:pt x="9932975" y="744849"/>
                  </a:lnTo>
                  <a:lnTo>
                    <a:pt x="9843914" y="743168"/>
                  </a:lnTo>
                  <a:lnTo>
                    <a:pt x="9761803" y="741323"/>
                  </a:lnTo>
                  <a:lnTo>
                    <a:pt x="9686226" y="739295"/>
                  </a:lnTo>
                  <a:lnTo>
                    <a:pt x="9616567" y="737062"/>
                  </a:lnTo>
                  <a:lnTo>
                    <a:pt x="9552100" y="734599"/>
                  </a:lnTo>
                  <a:lnTo>
                    <a:pt x="9492051" y="731880"/>
                  </a:lnTo>
                  <a:lnTo>
                    <a:pt x="9435643" y="728880"/>
                  </a:lnTo>
                  <a:lnTo>
                    <a:pt x="9382140" y="725583"/>
                  </a:lnTo>
                  <a:lnTo>
                    <a:pt x="9347647" y="723207"/>
                  </a:lnTo>
                  <a:lnTo>
                    <a:pt x="9286183" y="718475"/>
                  </a:lnTo>
                  <a:lnTo>
                    <a:pt x="9226633" y="713269"/>
                  </a:lnTo>
                  <a:lnTo>
                    <a:pt x="9168284" y="707582"/>
                  </a:lnTo>
                  <a:lnTo>
                    <a:pt x="9110616" y="701422"/>
                  </a:lnTo>
                  <a:lnTo>
                    <a:pt x="9053257" y="694815"/>
                  </a:lnTo>
                  <a:lnTo>
                    <a:pt x="8995967" y="687806"/>
                  </a:lnTo>
                  <a:lnTo>
                    <a:pt x="8938611" y="680456"/>
                  </a:lnTo>
                  <a:lnTo>
                    <a:pt x="8881138" y="672847"/>
                  </a:lnTo>
                  <a:lnTo>
                    <a:pt x="8823566" y="665071"/>
                  </a:lnTo>
                  <a:lnTo>
                    <a:pt x="8765949" y="657231"/>
                  </a:lnTo>
                  <a:lnTo>
                    <a:pt x="8708362" y="649433"/>
                  </a:lnTo>
                  <a:lnTo>
                    <a:pt x="8650865" y="641780"/>
                  </a:lnTo>
                  <a:lnTo>
                    <a:pt x="8593485" y="634368"/>
                  </a:lnTo>
                  <a:lnTo>
                    <a:pt x="8536189" y="627281"/>
                  </a:lnTo>
                  <a:lnTo>
                    <a:pt x="8478862" y="620584"/>
                  </a:lnTo>
                  <a:lnTo>
                    <a:pt x="8421285" y="614326"/>
                  </a:lnTo>
                  <a:lnTo>
                    <a:pt x="8363119" y="608537"/>
                  </a:lnTo>
                  <a:lnTo>
                    <a:pt x="8303877" y="603229"/>
                  </a:lnTo>
                  <a:lnTo>
                    <a:pt x="8242890" y="598398"/>
                  </a:lnTo>
                  <a:lnTo>
                    <a:pt x="8229629" y="597432"/>
                  </a:lnTo>
                  <a:lnTo>
                    <a:pt x="8177698" y="593930"/>
                  </a:lnTo>
                  <a:lnTo>
                    <a:pt x="8123311" y="590733"/>
                  </a:lnTo>
                  <a:lnTo>
                    <a:pt x="8065781" y="587829"/>
                  </a:lnTo>
                  <a:lnTo>
                    <a:pt x="8004356" y="585197"/>
                  </a:lnTo>
                  <a:lnTo>
                    <a:pt x="7938254" y="582813"/>
                  </a:lnTo>
                  <a:lnTo>
                    <a:pt x="7866712" y="580650"/>
                  </a:lnTo>
                  <a:lnTo>
                    <a:pt x="7789031" y="578685"/>
                  </a:lnTo>
                  <a:lnTo>
                    <a:pt x="7704652" y="576896"/>
                  </a:lnTo>
                  <a:lnTo>
                    <a:pt x="7613245" y="575266"/>
                  </a:lnTo>
                  <a:lnTo>
                    <a:pt x="7514827" y="573781"/>
                  </a:lnTo>
                  <a:lnTo>
                    <a:pt x="7409904" y="572431"/>
                  </a:lnTo>
                  <a:lnTo>
                    <a:pt x="7299616" y="571213"/>
                  </a:lnTo>
                  <a:lnTo>
                    <a:pt x="7185865" y="570123"/>
                  </a:lnTo>
                  <a:lnTo>
                    <a:pt x="7071369" y="569165"/>
                  </a:lnTo>
                  <a:lnTo>
                    <a:pt x="6959591" y="568340"/>
                  </a:lnTo>
                  <a:lnTo>
                    <a:pt x="6854499" y="567651"/>
                  </a:lnTo>
                  <a:lnTo>
                    <a:pt x="6760135" y="567097"/>
                  </a:lnTo>
                  <a:lnTo>
                    <a:pt x="6680052" y="566674"/>
                  </a:lnTo>
                  <a:lnTo>
                    <a:pt x="6616720" y="566371"/>
                  </a:lnTo>
                  <a:lnTo>
                    <a:pt x="6571058" y="566173"/>
                  </a:lnTo>
                  <a:lnTo>
                    <a:pt x="6542193" y="566058"/>
                  </a:lnTo>
                  <a:lnTo>
                    <a:pt x="6527488" y="566005"/>
                  </a:lnTo>
                  <a:lnTo>
                    <a:pt x="6522731" y="565989"/>
                  </a:lnTo>
                  <a:lnTo>
                    <a:pt x="6522385" y="565988"/>
                  </a:lnTo>
                  <a:lnTo>
                    <a:pt x="5527445" y="565988"/>
                  </a:lnTo>
                  <a:lnTo>
                    <a:pt x="5526311" y="565977"/>
                  </a:lnTo>
                  <a:lnTo>
                    <a:pt x="5518828" y="565900"/>
                  </a:lnTo>
                  <a:lnTo>
                    <a:pt x="5499864" y="565688"/>
                  </a:lnTo>
                  <a:lnTo>
                    <a:pt x="5465708" y="565270"/>
                  </a:lnTo>
                  <a:lnTo>
                    <a:pt x="5414290" y="564579"/>
                  </a:lnTo>
                  <a:lnTo>
                    <a:pt x="5345336" y="563557"/>
                  </a:lnTo>
                  <a:lnTo>
                    <a:pt x="5260308" y="562163"/>
                  </a:lnTo>
                  <a:lnTo>
                    <a:pt x="5162086" y="560371"/>
                  </a:lnTo>
                  <a:lnTo>
                    <a:pt x="5054440" y="558172"/>
                  </a:lnTo>
                  <a:lnTo>
                    <a:pt x="4941438" y="555568"/>
                  </a:lnTo>
                  <a:lnTo>
                    <a:pt x="4826915" y="552566"/>
                  </a:lnTo>
                  <a:lnTo>
                    <a:pt x="4714102" y="549175"/>
                  </a:lnTo>
                  <a:lnTo>
                    <a:pt x="4605450" y="545396"/>
                  </a:lnTo>
                  <a:lnTo>
                    <a:pt x="4502599" y="541222"/>
                  </a:lnTo>
                  <a:lnTo>
                    <a:pt x="4406471" y="536633"/>
                  </a:lnTo>
                  <a:lnTo>
                    <a:pt x="4317395" y="531598"/>
                  </a:lnTo>
                  <a:lnTo>
                    <a:pt x="4235265" y="526072"/>
                  </a:lnTo>
                  <a:lnTo>
                    <a:pt x="4159664" y="519999"/>
                  </a:lnTo>
                  <a:lnTo>
                    <a:pt x="4089983" y="513312"/>
                  </a:lnTo>
                  <a:lnTo>
                    <a:pt x="4025496" y="505937"/>
                  </a:lnTo>
                  <a:lnTo>
                    <a:pt x="3965432" y="497796"/>
                  </a:lnTo>
                  <a:lnTo>
                    <a:pt x="3909014" y="488817"/>
                  </a:lnTo>
                  <a:lnTo>
                    <a:pt x="3855509" y="478945"/>
                  </a:lnTo>
                  <a:lnTo>
                    <a:pt x="3820202" y="471657"/>
                  </a:lnTo>
                  <a:lnTo>
                    <a:pt x="3760159" y="457811"/>
                  </a:lnTo>
                  <a:lnTo>
                    <a:pt x="3701959" y="442611"/>
                  </a:lnTo>
                  <a:lnTo>
                    <a:pt x="3644932" y="426034"/>
                  </a:lnTo>
                  <a:lnTo>
                    <a:pt x="3588583" y="408101"/>
                  </a:lnTo>
                  <a:lnTo>
                    <a:pt x="3532556" y="388880"/>
                  </a:lnTo>
                  <a:lnTo>
                    <a:pt x="3476616" y="368490"/>
                  </a:lnTo>
                  <a:lnTo>
                    <a:pt x="3420624" y="347099"/>
                  </a:lnTo>
                  <a:lnTo>
                    <a:pt x="3364525" y="324924"/>
                  </a:lnTo>
                  <a:lnTo>
                    <a:pt x="3308324" y="302219"/>
                  </a:lnTo>
                  <a:lnTo>
                    <a:pt x="3252068" y="279267"/>
                  </a:lnTo>
                  <a:lnTo>
                    <a:pt x="3195822" y="256363"/>
                  </a:lnTo>
                  <a:lnTo>
                    <a:pt x="3139651" y="233800"/>
                  </a:lnTo>
                  <a:lnTo>
                    <a:pt x="3083588" y="211853"/>
                  </a:lnTo>
                  <a:lnTo>
                    <a:pt x="3027623" y="190765"/>
                  </a:lnTo>
                  <a:lnTo>
                    <a:pt x="2971675" y="170738"/>
                  </a:lnTo>
                  <a:lnTo>
                    <a:pt x="2915575" y="151924"/>
                  </a:lnTo>
                  <a:lnTo>
                    <a:pt x="2859051" y="134426"/>
                  </a:lnTo>
                  <a:lnTo>
                    <a:pt x="2801705" y="118295"/>
                  </a:lnTo>
                  <a:lnTo>
                    <a:pt x="2742990" y="103539"/>
                  </a:lnTo>
                  <a:lnTo>
                    <a:pt x="2702183" y="94331"/>
                  </a:lnTo>
                  <a:lnTo>
                    <a:pt x="2650288" y="83833"/>
                  </a:lnTo>
                  <a:lnTo>
                    <a:pt x="2595941" y="74246"/>
                  </a:lnTo>
                  <a:lnTo>
                    <a:pt x="2538456" y="65538"/>
                  </a:lnTo>
                  <a:lnTo>
                    <a:pt x="2477082" y="57647"/>
                  </a:lnTo>
                  <a:lnTo>
                    <a:pt x="2411041" y="50497"/>
                  </a:lnTo>
                  <a:lnTo>
                    <a:pt x="2339568" y="44012"/>
                  </a:lnTo>
                  <a:lnTo>
                    <a:pt x="2261969" y="38118"/>
                  </a:lnTo>
                  <a:lnTo>
                    <a:pt x="2177683" y="32753"/>
                  </a:lnTo>
                  <a:lnTo>
                    <a:pt x="2086378" y="27862"/>
                  </a:lnTo>
                  <a:lnTo>
                    <a:pt x="1988071" y="23407"/>
                  </a:lnTo>
                  <a:lnTo>
                    <a:pt x="1883261" y="19359"/>
                  </a:lnTo>
                  <a:lnTo>
                    <a:pt x="1773083" y="15702"/>
                  </a:lnTo>
                  <a:lnTo>
                    <a:pt x="1659428" y="12433"/>
                  </a:lnTo>
                  <a:lnTo>
                    <a:pt x="1545002" y="9556"/>
                  </a:lnTo>
                  <a:lnTo>
                    <a:pt x="1433254" y="7078"/>
                  </a:lnTo>
                  <a:lnTo>
                    <a:pt x="1328141" y="5008"/>
                  </a:lnTo>
                  <a:lnTo>
                    <a:pt x="1233700" y="3343"/>
                  </a:lnTo>
                  <a:lnTo>
                    <a:pt x="1153485" y="2070"/>
                  </a:lnTo>
                  <a:lnTo>
                    <a:pt x="1089977" y="1158"/>
                  </a:lnTo>
                  <a:lnTo>
                    <a:pt x="1044114" y="559"/>
                  </a:lnTo>
                  <a:lnTo>
                    <a:pt x="1015050" y="214"/>
                  </a:lnTo>
                  <a:lnTo>
                    <a:pt x="1000176" y="52"/>
                  </a:lnTo>
                  <a:lnTo>
                    <a:pt x="995310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0" name="pg1679"/>
            <p:cNvSpPr/>
            <p:nvPr/>
          </p:nvSpPr>
          <p:spPr>
            <a:xfrm>
              <a:off x="1199187" y="2876943"/>
              <a:ext cx="12049831" cy="2772295"/>
            </a:xfrm>
            <a:custGeom>
              <a:avLst/>
              <a:pathLst>
                <a:path w="12049831" h="2772295">
                  <a:moveTo>
                    <a:pt x="0" y="2772295"/>
                  </a:moveTo>
                  <a:lnTo>
                    <a:pt x="994940" y="2772295"/>
                  </a:lnTo>
                  <a:lnTo>
                    <a:pt x="996019" y="2772245"/>
                  </a:lnTo>
                  <a:lnTo>
                    <a:pt x="1003146" y="2771888"/>
                  </a:lnTo>
                  <a:lnTo>
                    <a:pt x="1021233" y="2770902"/>
                  </a:lnTo>
                  <a:lnTo>
                    <a:pt x="1053870" y="2768959"/>
                  </a:lnTo>
                  <a:lnTo>
                    <a:pt x="1103121" y="2765745"/>
                  </a:lnTo>
                  <a:lnTo>
                    <a:pt x="1169377" y="2760990"/>
                  </a:lnTo>
                  <a:lnTo>
                    <a:pt x="1251388" y="2754491"/>
                  </a:lnTo>
                  <a:lnTo>
                    <a:pt x="1346540" y="2746121"/>
                  </a:lnTo>
                  <a:lnTo>
                    <a:pt x="1451320" y="2735828"/>
                  </a:lnTo>
                  <a:lnTo>
                    <a:pt x="1561867" y="2723615"/>
                  </a:lnTo>
                  <a:lnTo>
                    <a:pt x="1674469" y="2709517"/>
                  </a:lnTo>
                  <a:lnTo>
                    <a:pt x="1785936" y="2693573"/>
                  </a:lnTo>
                  <a:lnTo>
                    <a:pt x="1893789" y="2675797"/>
                  </a:lnTo>
                  <a:lnTo>
                    <a:pt x="1996312" y="2656164"/>
                  </a:lnTo>
                  <a:lnTo>
                    <a:pt x="2092486" y="2634599"/>
                  </a:lnTo>
                  <a:lnTo>
                    <a:pt x="2181874" y="2610969"/>
                  </a:lnTo>
                  <a:lnTo>
                    <a:pt x="2264484" y="2585081"/>
                  </a:lnTo>
                  <a:lnTo>
                    <a:pt x="2340642" y="2556688"/>
                  </a:lnTo>
                  <a:lnTo>
                    <a:pt x="2410885" y="2525492"/>
                  </a:lnTo>
                  <a:lnTo>
                    <a:pt x="2475875" y="2491158"/>
                  </a:lnTo>
                  <a:lnTo>
                    <a:pt x="2536338" y="2453325"/>
                  </a:lnTo>
                  <a:lnTo>
                    <a:pt x="2593014" y="2411645"/>
                  </a:lnTo>
                  <a:lnTo>
                    <a:pt x="2646620" y="2365823"/>
                  </a:lnTo>
                  <a:lnTo>
                    <a:pt x="2697812" y="2315697"/>
                  </a:lnTo>
                  <a:lnTo>
                    <a:pt x="2702183" y="2311119"/>
                  </a:lnTo>
                  <a:lnTo>
                    <a:pt x="2746801" y="2261685"/>
                  </a:lnTo>
                  <a:lnTo>
                    <a:pt x="2790301" y="2208656"/>
                  </a:lnTo>
                  <a:lnTo>
                    <a:pt x="2832987" y="2151959"/>
                  </a:lnTo>
                  <a:lnTo>
                    <a:pt x="2875100" y="2091577"/>
                  </a:lnTo>
                  <a:lnTo>
                    <a:pt x="2916837" y="2027558"/>
                  </a:lnTo>
                  <a:lnTo>
                    <a:pt x="2958348" y="1960022"/>
                  </a:lnTo>
                  <a:lnTo>
                    <a:pt x="2999748" y="1889157"/>
                  </a:lnTo>
                  <a:lnTo>
                    <a:pt x="3041121" y="1815230"/>
                  </a:lnTo>
                  <a:lnTo>
                    <a:pt x="3082519" y="1738580"/>
                  </a:lnTo>
                  <a:lnTo>
                    <a:pt x="3123970" y="1659617"/>
                  </a:lnTo>
                  <a:lnTo>
                    <a:pt x="3165484" y="1578811"/>
                  </a:lnTo>
                  <a:lnTo>
                    <a:pt x="3207053" y="1496686"/>
                  </a:lnTo>
                  <a:lnTo>
                    <a:pt x="3248656" y="1413801"/>
                  </a:lnTo>
                  <a:lnTo>
                    <a:pt x="3290267" y="1330738"/>
                  </a:lnTo>
                  <a:lnTo>
                    <a:pt x="3331859" y="1248086"/>
                  </a:lnTo>
                  <a:lnTo>
                    <a:pt x="3373408" y="1166420"/>
                  </a:lnTo>
                  <a:lnTo>
                    <a:pt x="3414897" y="1086286"/>
                  </a:lnTo>
                  <a:lnTo>
                    <a:pt x="3456325" y="1008190"/>
                  </a:lnTo>
                  <a:lnTo>
                    <a:pt x="3497708" y="932577"/>
                  </a:lnTo>
                  <a:lnTo>
                    <a:pt x="3539084" y="859830"/>
                  </a:lnTo>
                  <a:lnTo>
                    <a:pt x="3580517" y="790260"/>
                  </a:lnTo>
                  <a:lnTo>
                    <a:pt x="3622102" y="724103"/>
                  </a:lnTo>
                  <a:lnTo>
                    <a:pt x="3663968" y="661520"/>
                  </a:lnTo>
                  <a:lnTo>
                    <a:pt x="3706283" y="602601"/>
                  </a:lnTo>
                  <a:lnTo>
                    <a:pt x="3749260" y="547366"/>
                  </a:lnTo>
                  <a:lnTo>
                    <a:pt x="3793165" y="495778"/>
                  </a:lnTo>
                  <a:lnTo>
                    <a:pt x="3820202" y="466416"/>
                  </a:lnTo>
                  <a:lnTo>
                    <a:pt x="3871212" y="415913"/>
                  </a:lnTo>
                  <a:lnTo>
                    <a:pt x="3924582" y="369719"/>
                  </a:lnTo>
                  <a:lnTo>
                    <a:pt x="3980962" y="327688"/>
                  </a:lnTo>
                  <a:lnTo>
                    <a:pt x="4041065" y="289534"/>
                  </a:lnTo>
                  <a:lnTo>
                    <a:pt x="4105631" y="254908"/>
                  </a:lnTo>
                  <a:lnTo>
                    <a:pt x="4175388" y="223453"/>
                  </a:lnTo>
                  <a:lnTo>
                    <a:pt x="4251006" y="194828"/>
                  </a:lnTo>
                  <a:lnTo>
                    <a:pt x="4333037" y="168732"/>
                  </a:lnTo>
                  <a:lnTo>
                    <a:pt x="4421828" y="144913"/>
                  </a:lnTo>
                  <a:lnTo>
                    <a:pt x="4517420" y="123174"/>
                  </a:lnTo>
                  <a:lnTo>
                    <a:pt x="4619420" y="103377"/>
                  </a:lnTo>
                  <a:lnTo>
                    <a:pt x="4726865" y="85440"/>
                  </a:lnTo>
                  <a:lnTo>
                    <a:pt x="4838104" y="69336"/>
                  </a:lnTo>
                  <a:lnTo>
                    <a:pt x="4950726" y="55076"/>
                  </a:lnTo>
                  <a:lnTo>
                    <a:pt x="5061594" y="42697"/>
                  </a:lnTo>
                  <a:lnTo>
                    <a:pt x="5167032" y="32235"/>
                  </a:lnTo>
                  <a:lnTo>
                    <a:pt x="5263173" y="23698"/>
                  </a:lnTo>
                  <a:lnTo>
                    <a:pt x="5346451" y="17040"/>
                  </a:lnTo>
                  <a:lnTo>
                    <a:pt x="5414153" y="12140"/>
                  </a:lnTo>
                  <a:lnTo>
                    <a:pt x="5464897" y="8802"/>
                  </a:lnTo>
                  <a:lnTo>
                    <a:pt x="5498924" y="6760"/>
                  </a:lnTo>
                  <a:lnTo>
                    <a:pt x="5518159" y="5703"/>
                  </a:lnTo>
                  <a:lnTo>
                    <a:pt x="5526065" y="5305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9" y="5264"/>
                  </a:lnTo>
                  <a:lnTo>
                    <a:pt x="6530928" y="5434"/>
                  </a:lnTo>
                  <a:lnTo>
                    <a:pt x="6549732" y="5903"/>
                  </a:lnTo>
                  <a:lnTo>
                    <a:pt x="6583612" y="6828"/>
                  </a:lnTo>
                  <a:lnTo>
                    <a:pt x="6634637" y="8357"/>
                  </a:lnTo>
                  <a:lnTo>
                    <a:pt x="6703102" y="10616"/>
                  </a:lnTo>
                  <a:lnTo>
                    <a:pt x="6787586" y="13701"/>
                  </a:lnTo>
                  <a:lnTo>
                    <a:pt x="6885257" y="17667"/>
                  </a:lnTo>
                  <a:lnTo>
                    <a:pt x="6992390" y="22536"/>
                  </a:lnTo>
                  <a:lnTo>
                    <a:pt x="7104956" y="28305"/>
                  </a:lnTo>
                  <a:lnTo>
                    <a:pt x="7219142" y="34955"/>
                  </a:lnTo>
                  <a:lnTo>
                    <a:pt x="7331720" y="42470"/>
                  </a:lnTo>
                  <a:lnTo>
                    <a:pt x="7440237" y="50845"/>
                  </a:lnTo>
                  <a:lnTo>
                    <a:pt x="7543035" y="60096"/>
                  </a:lnTo>
                  <a:lnTo>
                    <a:pt x="7639178" y="70263"/>
                  </a:lnTo>
                  <a:lnTo>
                    <a:pt x="7728314" y="81417"/>
                  </a:lnTo>
                  <a:lnTo>
                    <a:pt x="7810533" y="93653"/>
                  </a:lnTo>
                  <a:lnTo>
                    <a:pt x="7886234" y="107096"/>
                  </a:lnTo>
                  <a:lnTo>
                    <a:pt x="7956016" y="121893"/>
                  </a:lnTo>
                  <a:lnTo>
                    <a:pt x="8020591" y="138206"/>
                  </a:lnTo>
                  <a:lnTo>
                    <a:pt x="8080724" y="156208"/>
                  </a:lnTo>
                  <a:lnTo>
                    <a:pt x="8137184" y="176059"/>
                  </a:lnTo>
                  <a:lnTo>
                    <a:pt x="8190703" y="197886"/>
                  </a:lnTo>
                  <a:lnTo>
                    <a:pt x="8229629" y="215739"/>
                  </a:lnTo>
                  <a:lnTo>
                    <a:pt x="8284839" y="243995"/>
                  </a:lnTo>
                  <a:lnTo>
                    <a:pt x="8338445" y="274793"/>
                  </a:lnTo>
                  <a:lnTo>
                    <a:pt x="8390982" y="308182"/>
                  </a:lnTo>
                  <a:lnTo>
                    <a:pt x="8442858" y="344140"/>
                  </a:lnTo>
                  <a:lnTo>
                    <a:pt x="8494378" y="382575"/>
                  </a:lnTo>
                  <a:lnTo>
                    <a:pt x="8545756" y="423314"/>
                  </a:lnTo>
                  <a:lnTo>
                    <a:pt x="8597130" y="466104"/>
                  </a:lnTo>
                  <a:lnTo>
                    <a:pt x="8648576" y="510613"/>
                  </a:lnTo>
                  <a:lnTo>
                    <a:pt x="8700117" y="556441"/>
                  </a:lnTo>
                  <a:lnTo>
                    <a:pt x="8751737" y="603130"/>
                  </a:lnTo>
                  <a:lnTo>
                    <a:pt x="8803394" y="650184"/>
                  </a:lnTo>
                  <a:lnTo>
                    <a:pt x="8855035" y="697091"/>
                  </a:lnTo>
                  <a:lnTo>
                    <a:pt x="8906614" y="743347"/>
                  </a:lnTo>
                  <a:lnTo>
                    <a:pt x="8958100" y="788475"/>
                  </a:lnTo>
                  <a:lnTo>
                    <a:pt x="9009500" y="832047"/>
                  </a:lnTo>
                  <a:lnTo>
                    <a:pt x="9060863" y="873701"/>
                  </a:lnTo>
                  <a:lnTo>
                    <a:pt x="9112300" y="913149"/>
                  </a:lnTo>
                  <a:lnTo>
                    <a:pt x="9163992" y="950185"/>
                  </a:lnTo>
                  <a:lnTo>
                    <a:pt x="9216203" y="984682"/>
                  </a:lnTo>
                  <a:lnTo>
                    <a:pt x="9269292" y="1016589"/>
                  </a:lnTo>
                  <a:lnTo>
                    <a:pt x="9323740" y="1045926"/>
                  </a:lnTo>
                  <a:lnTo>
                    <a:pt x="9347647" y="1057734"/>
                  </a:lnTo>
                  <a:lnTo>
                    <a:pt x="9399383" y="1081093"/>
                  </a:lnTo>
                  <a:lnTo>
                    <a:pt x="9453555" y="1102430"/>
                  </a:lnTo>
                  <a:lnTo>
                    <a:pt x="9510840" y="1121817"/>
                  </a:lnTo>
                  <a:lnTo>
                    <a:pt x="9571985" y="1139392"/>
                  </a:lnTo>
                  <a:lnTo>
                    <a:pt x="9637759" y="1155320"/>
                  </a:lnTo>
                  <a:lnTo>
                    <a:pt x="9708921" y="1169772"/>
                  </a:lnTo>
                  <a:lnTo>
                    <a:pt x="9786162" y="1182908"/>
                  </a:lnTo>
                  <a:lnTo>
                    <a:pt x="9870040" y="1194870"/>
                  </a:lnTo>
                  <a:lnTo>
                    <a:pt x="9960890" y="1205776"/>
                  </a:lnTo>
                  <a:lnTo>
                    <a:pt x="10058707" y="1215714"/>
                  </a:lnTo>
                  <a:lnTo>
                    <a:pt x="10163011" y="1224749"/>
                  </a:lnTo>
                  <a:lnTo>
                    <a:pt x="10272700" y="1232914"/>
                  </a:lnTo>
                  <a:lnTo>
                    <a:pt x="10385927" y="1240219"/>
                  </a:lnTo>
                  <a:lnTo>
                    <a:pt x="10500042" y="1246656"/>
                  </a:lnTo>
                  <a:lnTo>
                    <a:pt x="10611651" y="1252207"/>
                  </a:lnTo>
                  <a:lnTo>
                    <a:pt x="10716848" y="1256856"/>
                  </a:lnTo>
                  <a:lnTo>
                    <a:pt x="10811624" y="1260604"/>
                  </a:lnTo>
                  <a:lnTo>
                    <a:pt x="10892418" y="1263480"/>
                  </a:lnTo>
                  <a:lnTo>
                    <a:pt x="10956702" y="1265552"/>
                  </a:lnTo>
                  <a:lnTo>
                    <a:pt x="11003452" y="1266921"/>
                  </a:lnTo>
                  <a:lnTo>
                    <a:pt x="11033401" y="1267720"/>
                  </a:lnTo>
                  <a:lnTo>
                    <a:pt x="11049034" y="1268102"/>
                  </a:lnTo>
                  <a:lnTo>
                    <a:pt x="11054399" y="1268223"/>
                  </a:lnTo>
                  <a:lnTo>
                    <a:pt x="11054891" y="1268233"/>
                  </a:lnTo>
                  <a:lnTo>
                    <a:pt x="12049831" y="1268233"/>
                  </a:lnTo>
                  <a:lnTo>
                    <a:pt x="12049831" y="1262992"/>
                  </a:lnTo>
                  <a:lnTo>
                    <a:pt x="11054891" y="1262992"/>
                  </a:lnTo>
                  <a:lnTo>
                    <a:pt x="11053767" y="1262968"/>
                  </a:lnTo>
                  <a:lnTo>
                    <a:pt x="11046349" y="1262799"/>
                  </a:lnTo>
                  <a:lnTo>
                    <a:pt x="11027544" y="1262329"/>
                  </a:lnTo>
                  <a:lnTo>
                    <a:pt x="10993665" y="1261404"/>
                  </a:lnTo>
                  <a:lnTo>
                    <a:pt x="10942640" y="1259875"/>
                  </a:lnTo>
                  <a:lnTo>
                    <a:pt x="10874174" y="1257616"/>
                  </a:lnTo>
                  <a:lnTo>
                    <a:pt x="10789691" y="1254532"/>
                  </a:lnTo>
                  <a:lnTo>
                    <a:pt x="10692020" y="1250566"/>
                  </a:lnTo>
                  <a:lnTo>
                    <a:pt x="10584886" y="1245696"/>
                  </a:lnTo>
                  <a:lnTo>
                    <a:pt x="10472320" y="1239927"/>
                  </a:lnTo>
                  <a:lnTo>
                    <a:pt x="10358135" y="1233277"/>
                  </a:lnTo>
                  <a:lnTo>
                    <a:pt x="10245556" y="1225762"/>
                  </a:lnTo>
                  <a:lnTo>
                    <a:pt x="10137040" y="1217387"/>
                  </a:lnTo>
                  <a:lnTo>
                    <a:pt x="10034241" y="1208137"/>
                  </a:lnTo>
                  <a:lnTo>
                    <a:pt x="9938099" y="1197969"/>
                  </a:lnTo>
                  <a:lnTo>
                    <a:pt x="9848963" y="1186816"/>
                  </a:lnTo>
                  <a:lnTo>
                    <a:pt x="9766744" y="1174579"/>
                  </a:lnTo>
                  <a:lnTo>
                    <a:pt x="9691042" y="1161136"/>
                  </a:lnTo>
                  <a:lnTo>
                    <a:pt x="9621260" y="1146340"/>
                  </a:lnTo>
                  <a:lnTo>
                    <a:pt x="9556685" y="1130026"/>
                  </a:lnTo>
                  <a:lnTo>
                    <a:pt x="9496552" y="1112024"/>
                  </a:lnTo>
                  <a:lnTo>
                    <a:pt x="9440093" y="1092173"/>
                  </a:lnTo>
                  <a:lnTo>
                    <a:pt x="9386574" y="1070346"/>
                  </a:lnTo>
                  <a:lnTo>
                    <a:pt x="9347647" y="1052494"/>
                  </a:lnTo>
                  <a:lnTo>
                    <a:pt x="9292438" y="1024238"/>
                  </a:lnTo>
                  <a:lnTo>
                    <a:pt x="9238832" y="993439"/>
                  </a:lnTo>
                  <a:lnTo>
                    <a:pt x="9186295" y="960051"/>
                  </a:lnTo>
                  <a:lnTo>
                    <a:pt x="9134418" y="924092"/>
                  </a:lnTo>
                  <a:lnTo>
                    <a:pt x="9082898" y="885658"/>
                  </a:lnTo>
                  <a:lnTo>
                    <a:pt x="9031521" y="844919"/>
                  </a:lnTo>
                  <a:lnTo>
                    <a:pt x="8980146" y="802129"/>
                  </a:lnTo>
                  <a:lnTo>
                    <a:pt x="8928700" y="757619"/>
                  </a:lnTo>
                  <a:lnTo>
                    <a:pt x="8877159" y="711791"/>
                  </a:lnTo>
                  <a:lnTo>
                    <a:pt x="8825540" y="665102"/>
                  </a:lnTo>
                  <a:lnTo>
                    <a:pt x="8773883" y="618048"/>
                  </a:lnTo>
                  <a:lnTo>
                    <a:pt x="8722241" y="571141"/>
                  </a:lnTo>
                  <a:lnTo>
                    <a:pt x="8670663" y="524885"/>
                  </a:lnTo>
                  <a:lnTo>
                    <a:pt x="8619176" y="479758"/>
                  </a:lnTo>
                  <a:lnTo>
                    <a:pt x="8567777" y="436186"/>
                  </a:lnTo>
                  <a:lnTo>
                    <a:pt x="8516414" y="394532"/>
                  </a:lnTo>
                  <a:lnTo>
                    <a:pt x="8464976" y="355083"/>
                  </a:lnTo>
                  <a:lnTo>
                    <a:pt x="8413284" y="318047"/>
                  </a:lnTo>
                  <a:lnTo>
                    <a:pt x="8361074" y="283550"/>
                  </a:lnTo>
                  <a:lnTo>
                    <a:pt x="8307984" y="251643"/>
                  </a:lnTo>
                  <a:lnTo>
                    <a:pt x="8253537" y="222307"/>
                  </a:lnTo>
                  <a:lnTo>
                    <a:pt x="8229629" y="210498"/>
                  </a:lnTo>
                  <a:lnTo>
                    <a:pt x="8177893" y="187139"/>
                  </a:lnTo>
                  <a:lnTo>
                    <a:pt x="8123722" y="165802"/>
                  </a:lnTo>
                  <a:lnTo>
                    <a:pt x="8066436" y="146415"/>
                  </a:lnTo>
                  <a:lnTo>
                    <a:pt x="8005292" y="128841"/>
                  </a:lnTo>
                  <a:lnTo>
                    <a:pt x="7939517" y="112913"/>
                  </a:lnTo>
                  <a:lnTo>
                    <a:pt x="7868355" y="98461"/>
                  </a:lnTo>
                  <a:lnTo>
                    <a:pt x="7791114" y="85324"/>
                  </a:lnTo>
                  <a:lnTo>
                    <a:pt x="7707236" y="73362"/>
                  </a:lnTo>
                  <a:lnTo>
                    <a:pt x="7616387" y="62457"/>
                  </a:lnTo>
                  <a:lnTo>
                    <a:pt x="7518570" y="52518"/>
                  </a:lnTo>
                  <a:lnTo>
                    <a:pt x="7414266" y="43484"/>
                  </a:lnTo>
                  <a:lnTo>
                    <a:pt x="7304577" y="35319"/>
                  </a:lnTo>
                  <a:lnTo>
                    <a:pt x="7191349" y="28014"/>
                  </a:lnTo>
                  <a:lnTo>
                    <a:pt x="7077234" y="21576"/>
                  </a:lnTo>
                  <a:lnTo>
                    <a:pt x="6965625" y="16026"/>
                  </a:lnTo>
                  <a:lnTo>
                    <a:pt x="6860428" y="11377"/>
                  </a:lnTo>
                  <a:lnTo>
                    <a:pt x="6765653" y="7629"/>
                  </a:lnTo>
                  <a:lnTo>
                    <a:pt x="6684858" y="4752"/>
                  </a:lnTo>
                  <a:lnTo>
                    <a:pt x="6620575" y="2681"/>
                  </a:lnTo>
                  <a:lnTo>
                    <a:pt x="6573825" y="1312"/>
                  </a:lnTo>
                  <a:lnTo>
                    <a:pt x="6543875" y="512"/>
                  </a:lnTo>
                  <a:lnTo>
                    <a:pt x="6528243" y="130"/>
                  </a:lnTo>
                  <a:lnTo>
                    <a:pt x="6522878" y="1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6" y="50"/>
                  </a:lnTo>
                  <a:lnTo>
                    <a:pt x="5519239" y="407"/>
                  </a:lnTo>
                  <a:lnTo>
                    <a:pt x="5501152" y="1392"/>
                  </a:lnTo>
                  <a:lnTo>
                    <a:pt x="5468515" y="3336"/>
                  </a:lnTo>
                  <a:lnTo>
                    <a:pt x="5419264" y="6550"/>
                  </a:lnTo>
                  <a:lnTo>
                    <a:pt x="5353008" y="11304"/>
                  </a:lnTo>
                  <a:lnTo>
                    <a:pt x="5270997" y="17803"/>
                  </a:lnTo>
                  <a:lnTo>
                    <a:pt x="5175845" y="26173"/>
                  </a:lnTo>
                  <a:lnTo>
                    <a:pt x="5071065" y="36467"/>
                  </a:lnTo>
                  <a:lnTo>
                    <a:pt x="4960518" y="48680"/>
                  </a:lnTo>
                  <a:lnTo>
                    <a:pt x="4847916" y="62777"/>
                  </a:lnTo>
                  <a:lnTo>
                    <a:pt x="4736449" y="78722"/>
                  </a:lnTo>
                  <a:lnTo>
                    <a:pt x="4628596" y="96498"/>
                  </a:lnTo>
                  <a:lnTo>
                    <a:pt x="4526073" y="116130"/>
                  </a:lnTo>
                  <a:lnTo>
                    <a:pt x="4429899" y="137695"/>
                  </a:lnTo>
                  <a:lnTo>
                    <a:pt x="4340511" y="161326"/>
                  </a:lnTo>
                  <a:lnTo>
                    <a:pt x="4257901" y="187214"/>
                  </a:lnTo>
                  <a:lnTo>
                    <a:pt x="4181743" y="215607"/>
                  </a:lnTo>
                  <a:lnTo>
                    <a:pt x="4111500" y="246802"/>
                  </a:lnTo>
                  <a:lnTo>
                    <a:pt x="4046510" y="281137"/>
                  </a:lnTo>
                  <a:lnTo>
                    <a:pt x="3986047" y="318969"/>
                  </a:lnTo>
                  <a:lnTo>
                    <a:pt x="3929371" y="360649"/>
                  </a:lnTo>
                  <a:lnTo>
                    <a:pt x="3875765" y="406471"/>
                  </a:lnTo>
                  <a:lnTo>
                    <a:pt x="3824573" y="456598"/>
                  </a:lnTo>
                  <a:lnTo>
                    <a:pt x="3820202" y="461175"/>
                  </a:lnTo>
                  <a:lnTo>
                    <a:pt x="3775584" y="510609"/>
                  </a:lnTo>
                  <a:lnTo>
                    <a:pt x="3732084" y="563638"/>
                  </a:lnTo>
                  <a:lnTo>
                    <a:pt x="3689398" y="620336"/>
                  </a:lnTo>
                  <a:lnTo>
                    <a:pt x="3647285" y="680718"/>
                  </a:lnTo>
                  <a:lnTo>
                    <a:pt x="3605548" y="744736"/>
                  </a:lnTo>
                  <a:lnTo>
                    <a:pt x="3564037" y="812273"/>
                  </a:lnTo>
                  <a:lnTo>
                    <a:pt x="3522637" y="883138"/>
                  </a:lnTo>
                  <a:lnTo>
                    <a:pt x="3481264" y="957065"/>
                  </a:lnTo>
                  <a:lnTo>
                    <a:pt x="3439866" y="1033715"/>
                  </a:lnTo>
                  <a:lnTo>
                    <a:pt x="3398415" y="1112678"/>
                  </a:lnTo>
                  <a:lnTo>
                    <a:pt x="3356901" y="1193483"/>
                  </a:lnTo>
                  <a:lnTo>
                    <a:pt x="3315332" y="1275609"/>
                  </a:lnTo>
                  <a:lnTo>
                    <a:pt x="3273729" y="1358494"/>
                  </a:lnTo>
                  <a:lnTo>
                    <a:pt x="3232118" y="1441556"/>
                  </a:lnTo>
                  <a:lnTo>
                    <a:pt x="3190526" y="1524208"/>
                  </a:lnTo>
                  <a:lnTo>
                    <a:pt x="3148977" y="1605875"/>
                  </a:lnTo>
                  <a:lnTo>
                    <a:pt x="3107488" y="1686008"/>
                  </a:lnTo>
                  <a:lnTo>
                    <a:pt x="3066060" y="1764105"/>
                  </a:lnTo>
                  <a:lnTo>
                    <a:pt x="3024677" y="1839718"/>
                  </a:lnTo>
                  <a:lnTo>
                    <a:pt x="2983301" y="1912464"/>
                  </a:lnTo>
                  <a:lnTo>
                    <a:pt x="2941868" y="1982034"/>
                  </a:lnTo>
                  <a:lnTo>
                    <a:pt x="2900283" y="2048191"/>
                  </a:lnTo>
                  <a:lnTo>
                    <a:pt x="2858417" y="2110774"/>
                  </a:lnTo>
                  <a:lnTo>
                    <a:pt x="2816102" y="2169694"/>
                  </a:lnTo>
                  <a:lnTo>
                    <a:pt x="2773125" y="2224928"/>
                  </a:lnTo>
                  <a:lnTo>
                    <a:pt x="2729220" y="2276517"/>
                  </a:lnTo>
                  <a:lnTo>
                    <a:pt x="2702183" y="2305879"/>
                  </a:lnTo>
                  <a:lnTo>
                    <a:pt x="2651173" y="2356382"/>
                  </a:lnTo>
                  <a:lnTo>
                    <a:pt x="2597803" y="2402575"/>
                  </a:lnTo>
                  <a:lnTo>
                    <a:pt x="2541423" y="2444606"/>
                  </a:lnTo>
                  <a:lnTo>
                    <a:pt x="2481320" y="2482761"/>
                  </a:lnTo>
                  <a:lnTo>
                    <a:pt x="2416754" y="2517386"/>
                  </a:lnTo>
                  <a:lnTo>
                    <a:pt x="2346997" y="2548842"/>
                  </a:lnTo>
                  <a:lnTo>
                    <a:pt x="2271379" y="2577467"/>
                  </a:lnTo>
                  <a:lnTo>
                    <a:pt x="2189348" y="2603563"/>
                  </a:lnTo>
                  <a:lnTo>
                    <a:pt x="2100557" y="2627382"/>
                  </a:lnTo>
                  <a:lnTo>
                    <a:pt x="2004965" y="2649121"/>
                  </a:lnTo>
                  <a:lnTo>
                    <a:pt x="1902965" y="2668918"/>
                  </a:lnTo>
                  <a:lnTo>
                    <a:pt x="1795520" y="2686854"/>
                  </a:lnTo>
                  <a:lnTo>
                    <a:pt x="1684281" y="2702959"/>
                  </a:lnTo>
                  <a:lnTo>
                    <a:pt x="1571659" y="2717219"/>
                  </a:lnTo>
                  <a:lnTo>
                    <a:pt x="1460791" y="2729598"/>
                  </a:lnTo>
                  <a:lnTo>
                    <a:pt x="1355353" y="2740059"/>
                  </a:lnTo>
                  <a:lnTo>
                    <a:pt x="1259212" y="2748596"/>
                  </a:lnTo>
                  <a:lnTo>
                    <a:pt x="1175934" y="2755255"/>
                  </a:lnTo>
                  <a:lnTo>
                    <a:pt x="1108232" y="2760154"/>
                  </a:lnTo>
                  <a:lnTo>
                    <a:pt x="1057488" y="2763492"/>
                  </a:lnTo>
                  <a:lnTo>
                    <a:pt x="1023461" y="2765535"/>
                  </a:lnTo>
                  <a:lnTo>
                    <a:pt x="1004226" y="2766591"/>
                  </a:lnTo>
                  <a:lnTo>
                    <a:pt x="996320" y="2766990"/>
                  </a:lnTo>
                  <a:lnTo>
                    <a:pt x="994940" y="2767054"/>
                  </a:lnTo>
                  <a:lnTo>
                    <a:pt x="0" y="2767054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81" name="pl1680"/>
            <p:cNvSpPr/>
            <p:nvPr/>
          </p:nvSpPr>
          <p:spPr>
            <a:xfrm>
              <a:off x="1199187" y="2882184"/>
              <a:ext cx="12049831" cy="2767054"/>
            </a:xfrm>
            <a:custGeom>
              <a:avLst/>
              <a:pathLst>
                <a:path w="12049831" h="2767054">
                  <a:moveTo>
                    <a:pt x="0" y="2767054"/>
                  </a:moveTo>
                  <a:lnTo>
                    <a:pt x="994940" y="2767054"/>
                  </a:lnTo>
                  <a:lnTo>
                    <a:pt x="996019" y="2767004"/>
                  </a:lnTo>
                  <a:lnTo>
                    <a:pt x="1003146" y="2766647"/>
                  </a:lnTo>
                  <a:lnTo>
                    <a:pt x="1021233" y="2765661"/>
                  </a:lnTo>
                  <a:lnTo>
                    <a:pt x="1053870" y="2763718"/>
                  </a:lnTo>
                  <a:lnTo>
                    <a:pt x="1103121" y="2760504"/>
                  </a:lnTo>
                  <a:lnTo>
                    <a:pt x="1169377" y="2755750"/>
                  </a:lnTo>
                  <a:lnTo>
                    <a:pt x="1251388" y="2749251"/>
                  </a:lnTo>
                  <a:lnTo>
                    <a:pt x="1346540" y="2740881"/>
                  </a:lnTo>
                  <a:lnTo>
                    <a:pt x="1451320" y="2730587"/>
                  </a:lnTo>
                  <a:lnTo>
                    <a:pt x="1561867" y="2718374"/>
                  </a:lnTo>
                  <a:lnTo>
                    <a:pt x="1674469" y="2704277"/>
                  </a:lnTo>
                  <a:lnTo>
                    <a:pt x="1785936" y="2688332"/>
                  </a:lnTo>
                  <a:lnTo>
                    <a:pt x="1893789" y="2670556"/>
                  </a:lnTo>
                  <a:lnTo>
                    <a:pt x="1996312" y="2650924"/>
                  </a:lnTo>
                  <a:lnTo>
                    <a:pt x="2092486" y="2629359"/>
                  </a:lnTo>
                  <a:lnTo>
                    <a:pt x="2181874" y="2605728"/>
                  </a:lnTo>
                  <a:lnTo>
                    <a:pt x="2264484" y="2579840"/>
                  </a:lnTo>
                  <a:lnTo>
                    <a:pt x="2340642" y="2551447"/>
                  </a:lnTo>
                  <a:lnTo>
                    <a:pt x="2410885" y="2520252"/>
                  </a:lnTo>
                  <a:lnTo>
                    <a:pt x="2475875" y="2485917"/>
                  </a:lnTo>
                  <a:lnTo>
                    <a:pt x="2536338" y="2448084"/>
                  </a:lnTo>
                  <a:lnTo>
                    <a:pt x="2593014" y="2406404"/>
                  </a:lnTo>
                  <a:lnTo>
                    <a:pt x="2646620" y="2360583"/>
                  </a:lnTo>
                  <a:lnTo>
                    <a:pt x="2697812" y="2310456"/>
                  </a:lnTo>
                  <a:lnTo>
                    <a:pt x="2702183" y="2305879"/>
                  </a:lnTo>
                  <a:lnTo>
                    <a:pt x="2746801" y="2256445"/>
                  </a:lnTo>
                  <a:lnTo>
                    <a:pt x="2790301" y="2203416"/>
                  </a:lnTo>
                  <a:lnTo>
                    <a:pt x="2832987" y="2146718"/>
                  </a:lnTo>
                  <a:lnTo>
                    <a:pt x="2875100" y="2086336"/>
                  </a:lnTo>
                  <a:lnTo>
                    <a:pt x="2916837" y="2022318"/>
                  </a:lnTo>
                  <a:lnTo>
                    <a:pt x="2958348" y="1954781"/>
                  </a:lnTo>
                  <a:lnTo>
                    <a:pt x="2999748" y="1883916"/>
                  </a:lnTo>
                  <a:lnTo>
                    <a:pt x="3041121" y="1809989"/>
                  </a:lnTo>
                  <a:lnTo>
                    <a:pt x="3082519" y="1733339"/>
                  </a:lnTo>
                  <a:lnTo>
                    <a:pt x="3123970" y="1654376"/>
                  </a:lnTo>
                  <a:lnTo>
                    <a:pt x="3165484" y="1573571"/>
                  </a:lnTo>
                  <a:lnTo>
                    <a:pt x="3207053" y="1491445"/>
                  </a:lnTo>
                  <a:lnTo>
                    <a:pt x="3248656" y="1408560"/>
                  </a:lnTo>
                  <a:lnTo>
                    <a:pt x="3290267" y="1325497"/>
                  </a:lnTo>
                  <a:lnTo>
                    <a:pt x="3331859" y="1242845"/>
                  </a:lnTo>
                  <a:lnTo>
                    <a:pt x="3373408" y="1161179"/>
                  </a:lnTo>
                  <a:lnTo>
                    <a:pt x="3414897" y="1081046"/>
                  </a:lnTo>
                  <a:lnTo>
                    <a:pt x="3456325" y="1002949"/>
                  </a:lnTo>
                  <a:lnTo>
                    <a:pt x="3497708" y="927336"/>
                  </a:lnTo>
                  <a:lnTo>
                    <a:pt x="3539084" y="854590"/>
                  </a:lnTo>
                  <a:lnTo>
                    <a:pt x="3580517" y="785020"/>
                  </a:lnTo>
                  <a:lnTo>
                    <a:pt x="3622102" y="718863"/>
                  </a:lnTo>
                  <a:lnTo>
                    <a:pt x="3663968" y="656280"/>
                  </a:lnTo>
                  <a:lnTo>
                    <a:pt x="3706283" y="597360"/>
                  </a:lnTo>
                  <a:lnTo>
                    <a:pt x="3749260" y="542126"/>
                  </a:lnTo>
                  <a:lnTo>
                    <a:pt x="3793165" y="490537"/>
                  </a:lnTo>
                  <a:lnTo>
                    <a:pt x="3820202" y="461175"/>
                  </a:lnTo>
                  <a:lnTo>
                    <a:pt x="3871212" y="410672"/>
                  </a:lnTo>
                  <a:lnTo>
                    <a:pt x="3924582" y="364479"/>
                  </a:lnTo>
                  <a:lnTo>
                    <a:pt x="3980962" y="322448"/>
                  </a:lnTo>
                  <a:lnTo>
                    <a:pt x="4041065" y="284293"/>
                  </a:lnTo>
                  <a:lnTo>
                    <a:pt x="4105631" y="249668"/>
                  </a:lnTo>
                  <a:lnTo>
                    <a:pt x="4175388" y="218212"/>
                  </a:lnTo>
                  <a:lnTo>
                    <a:pt x="4251006" y="189587"/>
                  </a:lnTo>
                  <a:lnTo>
                    <a:pt x="4333037" y="163491"/>
                  </a:lnTo>
                  <a:lnTo>
                    <a:pt x="4421828" y="139672"/>
                  </a:lnTo>
                  <a:lnTo>
                    <a:pt x="4517420" y="117933"/>
                  </a:lnTo>
                  <a:lnTo>
                    <a:pt x="4619420" y="98136"/>
                  </a:lnTo>
                  <a:lnTo>
                    <a:pt x="4726865" y="80200"/>
                  </a:lnTo>
                  <a:lnTo>
                    <a:pt x="4838104" y="64095"/>
                  </a:lnTo>
                  <a:lnTo>
                    <a:pt x="4950726" y="49835"/>
                  </a:lnTo>
                  <a:lnTo>
                    <a:pt x="5061594" y="37456"/>
                  </a:lnTo>
                  <a:lnTo>
                    <a:pt x="5167032" y="26994"/>
                  </a:lnTo>
                  <a:lnTo>
                    <a:pt x="5263173" y="18458"/>
                  </a:lnTo>
                  <a:lnTo>
                    <a:pt x="5346451" y="11799"/>
                  </a:lnTo>
                  <a:lnTo>
                    <a:pt x="5414153" y="6900"/>
                  </a:lnTo>
                  <a:lnTo>
                    <a:pt x="5464897" y="3561"/>
                  </a:lnTo>
                  <a:lnTo>
                    <a:pt x="5498924" y="1519"/>
                  </a:lnTo>
                  <a:lnTo>
                    <a:pt x="5518159" y="463"/>
                  </a:lnTo>
                  <a:lnTo>
                    <a:pt x="5526065" y="64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9" y="23"/>
                  </a:lnTo>
                  <a:lnTo>
                    <a:pt x="6530928" y="193"/>
                  </a:lnTo>
                  <a:lnTo>
                    <a:pt x="6549732" y="663"/>
                  </a:lnTo>
                  <a:lnTo>
                    <a:pt x="6583612" y="1588"/>
                  </a:lnTo>
                  <a:lnTo>
                    <a:pt x="6634637" y="3116"/>
                  </a:lnTo>
                  <a:lnTo>
                    <a:pt x="6703102" y="5376"/>
                  </a:lnTo>
                  <a:lnTo>
                    <a:pt x="6787586" y="8460"/>
                  </a:lnTo>
                  <a:lnTo>
                    <a:pt x="6885257" y="12426"/>
                  </a:lnTo>
                  <a:lnTo>
                    <a:pt x="6992390" y="17296"/>
                  </a:lnTo>
                  <a:lnTo>
                    <a:pt x="7104956" y="23064"/>
                  </a:lnTo>
                  <a:lnTo>
                    <a:pt x="7219142" y="29715"/>
                  </a:lnTo>
                  <a:lnTo>
                    <a:pt x="7331720" y="37230"/>
                  </a:lnTo>
                  <a:lnTo>
                    <a:pt x="7440237" y="45605"/>
                  </a:lnTo>
                  <a:lnTo>
                    <a:pt x="7543035" y="54855"/>
                  </a:lnTo>
                  <a:lnTo>
                    <a:pt x="7639178" y="65023"/>
                  </a:lnTo>
                  <a:lnTo>
                    <a:pt x="7728314" y="76176"/>
                  </a:lnTo>
                  <a:lnTo>
                    <a:pt x="7810533" y="88413"/>
                  </a:lnTo>
                  <a:lnTo>
                    <a:pt x="7886234" y="101856"/>
                  </a:lnTo>
                  <a:lnTo>
                    <a:pt x="7956016" y="116652"/>
                  </a:lnTo>
                  <a:lnTo>
                    <a:pt x="8020591" y="132966"/>
                  </a:lnTo>
                  <a:lnTo>
                    <a:pt x="8080724" y="150967"/>
                  </a:lnTo>
                  <a:lnTo>
                    <a:pt x="8137184" y="170819"/>
                  </a:lnTo>
                  <a:lnTo>
                    <a:pt x="8190703" y="192645"/>
                  </a:lnTo>
                  <a:lnTo>
                    <a:pt x="8229629" y="210498"/>
                  </a:lnTo>
                  <a:lnTo>
                    <a:pt x="8284839" y="238754"/>
                  </a:lnTo>
                  <a:lnTo>
                    <a:pt x="8338445" y="269553"/>
                  </a:lnTo>
                  <a:lnTo>
                    <a:pt x="8390982" y="302941"/>
                  </a:lnTo>
                  <a:lnTo>
                    <a:pt x="8442858" y="338899"/>
                  </a:lnTo>
                  <a:lnTo>
                    <a:pt x="8494378" y="377334"/>
                  </a:lnTo>
                  <a:lnTo>
                    <a:pt x="8545756" y="418073"/>
                  </a:lnTo>
                  <a:lnTo>
                    <a:pt x="8597130" y="460863"/>
                  </a:lnTo>
                  <a:lnTo>
                    <a:pt x="8648576" y="505373"/>
                  </a:lnTo>
                  <a:lnTo>
                    <a:pt x="8700117" y="551201"/>
                  </a:lnTo>
                  <a:lnTo>
                    <a:pt x="8751737" y="597889"/>
                  </a:lnTo>
                  <a:lnTo>
                    <a:pt x="8803394" y="644943"/>
                  </a:lnTo>
                  <a:lnTo>
                    <a:pt x="8855035" y="691851"/>
                  </a:lnTo>
                  <a:lnTo>
                    <a:pt x="8906614" y="738106"/>
                  </a:lnTo>
                  <a:lnTo>
                    <a:pt x="8958100" y="783234"/>
                  </a:lnTo>
                  <a:lnTo>
                    <a:pt x="9009500" y="826806"/>
                  </a:lnTo>
                  <a:lnTo>
                    <a:pt x="9060863" y="868460"/>
                  </a:lnTo>
                  <a:lnTo>
                    <a:pt x="9112300" y="907909"/>
                  </a:lnTo>
                  <a:lnTo>
                    <a:pt x="9163992" y="944945"/>
                  </a:lnTo>
                  <a:lnTo>
                    <a:pt x="9216203" y="979441"/>
                  </a:lnTo>
                  <a:lnTo>
                    <a:pt x="9269292" y="1011349"/>
                  </a:lnTo>
                  <a:lnTo>
                    <a:pt x="9323740" y="1040685"/>
                  </a:lnTo>
                  <a:lnTo>
                    <a:pt x="9347647" y="1052494"/>
                  </a:lnTo>
                  <a:lnTo>
                    <a:pt x="9399383" y="1075852"/>
                  </a:lnTo>
                  <a:lnTo>
                    <a:pt x="9453555" y="1097189"/>
                  </a:lnTo>
                  <a:lnTo>
                    <a:pt x="9510840" y="1116577"/>
                  </a:lnTo>
                  <a:lnTo>
                    <a:pt x="9571985" y="1134151"/>
                  </a:lnTo>
                  <a:lnTo>
                    <a:pt x="9637759" y="1150079"/>
                  </a:lnTo>
                  <a:lnTo>
                    <a:pt x="9708921" y="1164531"/>
                  </a:lnTo>
                  <a:lnTo>
                    <a:pt x="9786162" y="1177667"/>
                  </a:lnTo>
                  <a:lnTo>
                    <a:pt x="9870040" y="1189630"/>
                  </a:lnTo>
                  <a:lnTo>
                    <a:pt x="9960890" y="1200535"/>
                  </a:lnTo>
                  <a:lnTo>
                    <a:pt x="10058707" y="1210474"/>
                  </a:lnTo>
                  <a:lnTo>
                    <a:pt x="10163011" y="1219508"/>
                  </a:lnTo>
                  <a:lnTo>
                    <a:pt x="10272700" y="1227673"/>
                  </a:lnTo>
                  <a:lnTo>
                    <a:pt x="10385927" y="1234978"/>
                  </a:lnTo>
                  <a:lnTo>
                    <a:pt x="10500042" y="1241415"/>
                  </a:lnTo>
                  <a:lnTo>
                    <a:pt x="10611651" y="1246966"/>
                  </a:lnTo>
                  <a:lnTo>
                    <a:pt x="10716848" y="1251615"/>
                  </a:lnTo>
                  <a:lnTo>
                    <a:pt x="10811624" y="1255363"/>
                  </a:lnTo>
                  <a:lnTo>
                    <a:pt x="10892418" y="1258240"/>
                  </a:lnTo>
                  <a:lnTo>
                    <a:pt x="10956702" y="1260311"/>
                  </a:lnTo>
                  <a:lnTo>
                    <a:pt x="11003452" y="1261680"/>
                  </a:lnTo>
                  <a:lnTo>
                    <a:pt x="11033401" y="1262480"/>
                  </a:lnTo>
                  <a:lnTo>
                    <a:pt x="11049034" y="1262862"/>
                  </a:lnTo>
                  <a:lnTo>
                    <a:pt x="11054399" y="1262982"/>
                  </a:lnTo>
                  <a:lnTo>
                    <a:pt x="11054891" y="1262992"/>
                  </a:lnTo>
                  <a:lnTo>
                    <a:pt x="12049831" y="1262992"/>
                  </a:lnTo>
                  <a:lnTo>
                    <a:pt x="12049831" y="12629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2" name="pl1681"/>
            <p:cNvSpPr/>
            <p:nvPr/>
          </p:nvSpPr>
          <p:spPr>
            <a:xfrm>
              <a:off x="1199187" y="2876943"/>
              <a:ext cx="12049831" cy="2767054"/>
            </a:xfrm>
            <a:custGeom>
              <a:avLst/>
              <a:pathLst>
                <a:path w="12049831" h="2767054">
                  <a:moveTo>
                    <a:pt x="12049831" y="1262992"/>
                  </a:moveTo>
                  <a:lnTo>
                    <a:pt x="11054891" y="1262992"/>
                  </a:lnTo>
                  <a:lnTo>
                    <a:pt x="11053767" y="1262968"/>
                  </a:lnTo>
                  <a:lnTo>
                    <a:pt x="11046349" y="1262799"/>
                  </a:lnTo>
                  <a:lnTo>
                    <a:pt x="11027544" y="1262329"/>
                  </a:lnTo>
                  <a:lnTo>
                    <a:pt x="10993665" y="1261404"/>
                  </a:lnTo>
                  <a:lnTo>
                    <a:pt x="10942640" y="1259875"/>
                  </a:lnTo>
                  <a:lnTo>
                    <a:pt x="10874174" y="1257616"/>
                  </a:lnTo>
                  <a:lnTo>
                    <a:pt x="10789691" y="1254532"/>
                  </a:lnTo>
                  <a:lnTo>
                    <a:pt x="10692020" y="1250566"/>
                  </a:lnTo>
                  <a:lnTo>
                    <a:pt x="10584886" y="1245696"/>
                  </a:lnTo>
                  <a:lnTo>
                    <a:pt x="10472320" y="1239927"/>
                  </a:lnTo>
                  <a:lnTo>
                    <a:pt x="10358135" y="1233277"/>
                  </a:lnTo>
                  <a:lnTo>
                    <a:pt x="10245556" y="1225762"/>
                  </a:lnTo>
                  <a:lnTo>
                    <a:pt x="10137040" y="1217387"/>
                  </a:lnTo>
                  <a:lnTo>
                    <a:pt x="10034241" y="1208137"/>
                  </a:lnTo>
                  <a:lnTo>
                    <a:pt x="9938099" y="1197969"/>
                  </a:lnTo>
                  <a:lnTo>
                    <a:pt x="9848963" y="1186816"/>
                  </a:lnTo>
                  <a:lnTo>
                    <a:pt x="9766744" y="1174579"/>
                  </a:lnTo>
                  <a:lnTo>
                    <a:pt x="9691042" y="1161136"/>
                  </a:lnTo>
                  <a:lnTo>
                    <a:pt x="9621260" y="1146340"/>
                  </a:lnTo>
                  <a:lnTo>
                    <a:pt x="9556685" y="1130026"/>
                  </a:lnTo>
                  <a:lnTo>
                    <a:pt x="9496552" y="1112024"/>
                  </a:lnTo>
                  <a:lnTo>
                    <a:pt x="9440093" y="1092173"/>
                  </a:lnTo>
                  <a:lnTo>
                    <a:pt x="9386574" y="1070346"/>
                  </a:lnTo>
                  <a:lnTo>
                    <a:pt x="9347647" y="1052494"/>
                  </a:lnTo>
                  <a:lnTo>
                    <a:pt x="9292438" y="1024238"/>
                  </a:lnTo>
                  <a:lnTo>
                    <a:pt x="9238832" y="993439"/>
                  </a:lnTo>
                  <a:lnTo>
                    <a:pt x="9186295" y="960051"/>
                  </a:lnTo>
                  <a:lnTo>
                    <a:pt x="9134418" y="924092"/>
                  </a:lnTo>
                  <a:lnTo>
                    <a:pt x="9082898" y="885658"/>
                  </a:lnTo>
                  <a:lnTo>
                    <a:pt x="9031521" y="844919"/>
                  </a:lnTo>
                  <a:lnTo>
                    <a:pt x="8980146" y="802129"/>
                  </a:lnTo>
                  <a:lnTo>
                    <a:pt x="8928700" y="757619"/>
                  </a:lnTo>
                  <a:lnTo>
                    <a:pt x="8877159" y="711791"/>
                  </a:lnTo>
                  <a:lnTo>
                    <a:pt x="8825540" y="665102"/>
                  </a:lnTo>
                  <a:lnTo>
                    <a:pt x="8773883" y="618048"/>
                  </a:lnTo>
                  <a:lnTo>
                    <a:pt x="8722241" y="571141"/>
                  </a:lnTo>
                  <a:lnTo>
                    <a:pt x="8670663" y="524885"/>
                  </a:lnTo>
                  <a:lnTo>
                    <a:pt x="8619176" y="479758"/>
                  </a:lnTo>
                  <a:lnTo>
                    <a:pt x="8567777" y="436186"/>
                  </a:lnTo>
                  <a:lnTo>
                    <a:pt x="8516414" y="394532"/>
                  </a:lnTo>
                  <a:lnTo>
                    <a:pt x="8464976" y="355083"/>
                  </a:lnTo>
                  <a:lnTo>
                    <a:pt x="8413284" y="318047"/>
                  </a:lnTo>
                  <a:lnTo>
                    <a:pt x="8361074" y="283550"/>
                  </a:lnTo>
                  <a:lnTo>
                    <a:pt x="8307984" y="251643"/>
                  </a:lnTo>
                  <a:lnTo>
                    <a:pt x="8253537" y="222307"/>
                  </a:lnTo>
                  <a:lnTo>
                    <a:pt x="8229629" y="210498"/>
                  </a:lnTo>
                  <a:lnTo>
                    <a:pt x="8177893" y="187139"/>
                  </a:lnTo>
                  <a:lnTo>
                    <a:pt x="8123722" y="165802"/>
                  </a:lnTo>
                  <a:lnTo>
                    <a:pt x="8066436" y="146415"/>
                  </a:lnTo>
                  <a:lnTo>
                    <a:pt x="8005292" y="128841"/>
                  </a:lnTo>
                  <a:lnTo>
                    <a:pt x="7939517" y="112913"/>
                  </a:lnTo>
                  <a:lnTo>
                    <a:pt x="7868355" y="98461"/>
                  </a:lnTo>
                  <a:lnTo>
                    <a:pt x="7791114" y="85324"/>
                  </a:lnTo>
                  <a:lnTo>
                    <a:pt x="7707236" y="73362"/>
                  </a:lnTo>
                  <a:lnTo>
                    <a:pt x="7616387" y="62457"/>
                  </a:lnTo>
                  <a:lnTo>
                    <a:pt x="7518570" y="52518"/>
                  </a:lnTo>
                  <a:lnTo>
                    <a:pt x="7414266" y="43484"/>
                  </a:lnTo>
                  <a:lnTo>
                    <a:pt x="7304577" y="35319"/>
                  </a:lnTo>
                  <a:lnTo>
                    <a:pt x="7191349" y="28014"/>
                  </a:lnTo>
                  <a:lnTo>
                    <a:pt x="7077234" y="21576"/>
                  </a:lnTo>
                  <a:lnTo>
                    <a:pt x="6965625" y="16026"/>
                  </a:lnTo>
                  <a:lnTo>
                    <a:pt x="6860428" y="11377"/>
                  </a:lnTo>
                  <a:lnTo>
                    <a:pt x="6765653" y="7629"/>
                  </a:lnTo>
                  <a:lnTo>
                    <a:pt x="6684858" y="4752"/>
                  </a:lnTo>
                  <a:lnTo>
                    <a:pt x="6620575" y="2681"/>
                  </a:lnTo>
                  <a:lnTo>
                    <a:pt x="6573825" y="1312"/>
                  </a:lnTo>
                  <a:lnTo>
                    <a:pt x="6543875" y="512"/>
                  </a:lnTo>
                  <a:lnTo>
                    <a:pt x="6528243" y="130"/>
                  </a:lnTo>
                  <a:lnTo>
                    <a:pt x="6522878" y="1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6" y="50"/>
                  </a:lnTo>
                  <a:lnTo>
                    <a:pt x="5519239" y="407"/>
                  </a:lnTo>
                  <a:lnTo>
                    <a:pt x="5501152" y="1392"/>
                  </a:lnTo>
                  <a:lnTo>
                    <a:pt x="5468515" y="3336"/>
                  </a:lnTo>
                  <a:lnTo>
                    <a:pt x="5419264" y="6550"/>
                  </a:lnTo>
                  <a:lnTo>
                    <a:pt x="5353008" y="11304"/>
                  </a:lnTo>
                  <a:lnTo>
                    <a:pt x="5270997" y="17803"/>
                  </a:lnTo>
                  <a:lnTo>
                    <a:pt x="5175845" y="26173"/>
                  </a:lnTo>
                  <a:lnTo>
                    <a:pt x="5071065" y="36467"/>
                  </a:lnTo>
                  <a:lnTo>
                    <a:pt x="4960518" y="48680"/>
                  </a:lnTo>
                  <a:lnTo>
                    <a:pt x="4847916" y="62777"/>
                  </a:lnTo>
                  <a:lnTo>
                    <a:pt x="4736449" y="78722"/>
                  </a:lnTo>
                  <a:lnTo>
                    <a:pt x="4628596" y="96498"/>
                  </a:lnTo>
                  <a:lnTo>
                    <a:pt x="4526073" y="116130"/>
                  </a:lnTo>
                  <a:lnTo>
                    <a:pt x="4429899" y="137695"/>
                  </a:lnTo>
                  <a:lnTo>
                    <a:pt x="4340511" y="161326"/>
                  </a:lnTo>
                  <a:lnTo>
                    <a:pt x="4257901" y="187214"/>
                  </a:lnTo>
                  <a:lnTo>
                    <a:pt x="4181743" y="215607"/>
                  </a:lnTo>
                  <a:lnTo>
                    <a:pt x="4111500" y="246802"/>
                  </a:lnTo>
                  <a:lnTo>
                    <a:pt x="4046510" y="281137"/>
                  </a:lnTo>
                  <a:lnTo>
                    <a:pt x="3986047" y="318969"/>
                  </a:lnTo>
                  <a:lnTo>
                    <a:pt x="3929371" y="360649"/>
                  </a:lnTo>
                  <a:lnTo>
                    <a:pt x="3875765" y="406471"/>
                  </a:lnTo>
                  <a:lnTo>
                    <a:pt x="3824573" y="456598"/>
                  </a:lnTo>
                  <a:lnTo>
                    <a:pt x="3820202" y="461175"/>
                  </a:lnTo>
                  <a:lnTo>
                    <a:pt x="3775584" y="510609"/>
                  </a:lnTo>
                  <a:lnTo>
                    <a:pt x="3732084" y="563638"/>
                  </a:lnTo>
                  <a:lnTo>
                    <a:pt x="3689398" y="620336"/>
                  </a:lnTo>
                  <a:lnTo>
                    <a:pt x="3647285" y="680718"/>
                  </a:lnTo>
                  <a:lnTo>
                    <a:pt x="3605548" y="744736"/>
                  </a:lnTo>
                  <a:lnTo>
                    <a:pt x="3564037" y="812273"/>
                  </a:lnTo>
                  <a:lnTo>
                    <a:pt x="3522637" y="883138"/>
                  </a:lnTo>
                  <a:lnTo>
                    <a:pt x="3481264" y="957065"/>
                  </a:lnTo>
                  <a:lnTo>
                    <a:pt x="3439866" y="1033715"/>
                  </a:lnTo>
                  <a:lnTo>
                    <a:pt x="3398415" y="1112678"/>
                  </a:lnTo>
                  <a:lnTo>
                    <a:pt x="3356901" y="1193483"/>
                  </a:lnTo>
                  <a:lnTo>
                    <a:pt x="3315332" y="1275609"/>
                  </a:lnTo>
                  <a:lnTo>
                    <a:pt x="3273729" y="1358494"/>
                  </a:lnTo>
                  <a:lnTo>
                    <a:pt x="3232118" y="1441556"/>
                  </a:lnTo>
                  <a:lnTo>
                    <a:pt x="3190526" y="1524208"/>
                  </a:lnTo>
                  <a:lnTo>
                    <a:pt x="3148977" y="1605875"/>
                  </a:lnTo>
                  <a:lnTo>
                    <a:pt x="3107488" y="1686008"/>
                  </a:lnTo>
                  <a:lnTo>
                    <a:pt x="3066060" y="1764105"/>
                  </a:lnTo>
                  <a:lnTo>
                    <a:pt x="3024677" y="1839718"/>
                  </a:lnTo>
                  <a:lnTo>
                    <a:pt x="2983301" y="1912464"/>
                  </a:lnTo>
                  <a:lnTo>
                    <a:pt x="2941868" y="1982034"/>
                  </a:lnTo>
                  <a:lnTo>
                    <a:pt x="2900283" y="2048191"/>
                  </a:lnTo>
                  <a:lnTo>
                    <a:pt x="2858417" y="2110774"/>
                  </a:lnTo>
                  <a:lnTo>
                    <a:pt x="2816102" y="2169694"/>
                  </a:lnTo>
                  <a:lnTo>
                    <a:pt x="2773125" y="2224928"/>
                  </a:lnTo>
                  <a:lnTo>
                    <a:pt x="2729220" y="2276517"/>
                  </a:lnTo>
                  <a:lnTo>
                    <a:pt x="2702183" y="2305879"/>
                  </a:lnTo>
                  <a:lnTo>
                    <a:pt x="2651173" y="2356382"/>
                  </a:lnTo>
                  <a:lnTo>
                    <a:pt x="2597803" y="2402575"/>
                  </a:lnTo>
                  <a:lnTo>
                    <a:pt x="2541423" y="2444606"/>
                  </a:lnTo>
                  <a:lnTo>
                    <a:pt x="2481320" y="2482761"/>
                  </a:lnTo>
                  <a:lnTo>
                    <a:pt x="2416754" y="2517386"/>
                  </a:lnTo>
                  <a:lnTo>
                    <a:pt x="2346997" y="2548842"/>
                  </a:lnTo>
                  <a:lnTo>
                    <a:pt x="2271379" y="2577467"/>
                  </a:lnTo>
                  <a:lnTo>
                    <a:pt x="2189348" y="2603563"/>
                  </a:lnTo>
                  <a:lnTo>
                    <a:pt x="2100557" y="2627382"/>
                  </a:lnTo>
                  <a:lnTo>
                    <a:pt x="2004965" y="2649121"/>
                  </a:lnTo>
                  <a:lnTo>
                    <a:pt x="1902965" y="2668918"/>
                  </a:lnTo>
                  <a:lnTo>
                    <a:pt x="1795520" y="2686854"/>
                  </a:lnTo>
                  <a:lnTo>
                    <a:pt x="1684281" y="2702959"/>
                  </a:lnTo>
                  <a:lnTo>
                    <a:pt x="1571659" y="2717219"/>
                  </a:lnTo>
                  <a:lnTo>
                    <a:pt x="1460791" y="2729598"/>
                  </a:lnTo>
                  <a:lnTo>
                    <a:pt x="1355353" y="2740059"/>
                  </a:lnTo>
                  <a:lnTo>
                    <a:pt x="1259212" y="2748596"/>
                  </a:lnTo>
                  <a:lnTo>
                    <a:pt x="1175934" y="2755255"/>
                  </a:lnTo>
                  <a:lnTo>
                    <a:pt x="1108232" y="2760154"/>
                  </a:lnTo>
                  <a:lnTo>
                    <a:pt x="1057488" y="2763492"/>
                  </a:lnTo>
                  <a:lnTo>
                    <a:pt x="1023461" y="2765535"/>
                  </a:lnTo>
                  <a:lnTo>
                    <a:pt x="1004226" y="2766591"/>
                  </a:lnTo>
                  <a:lnTo>
                    <a:pt x="996320" y="2766990"/>
                  </a:lnTo>
                  <a:lnTo>
                    <a:pt x="994940" y="2767054"/>
                  </a:lnTo>
                  <a:lnTo>
                    <a:pt x="994940" y="2767054"/>
                  </a:lnTo>
                  <a:lnTo>
                    <a:pt x="0" y="2767054"/>
                  </a:lnTo>
                  <a:lnTo>
                    <a:pt x="0" y="27670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3" name="pg1682"/>
            <p:cNvSpPr/>
            <p:nvPr/>
          </p:nvSpPr>
          <p:spPr>
            <a:xfrm>
              <a:off x="1199187" y="2976515"/>
              <a:ext cx="12049831" cy="2677964"/>
            </a:xfrm>
            <a:custGeom>
              <a:avLst/>
              <a:pathLst>
                <a:path w="12049831" h="2677964">
                  <a:moveTo>
                    <a:pt x="0" y="2677964"/>
                  </a:moveTo>
                  <a:lnTo>
                    <a:pt x="994940" y="2677964"/>
                  </a:lnTo>
                  <a:lnTo>
                    <a:pt x="996022" y="2677915"/>
                  </a:lnTo>
                  <a:lnTo>
                    <a:pt x="1003173" y="2677569"/>
                  </a:lnTo>
                  <a:lnTo>
                    <a:pt x="1021319" y="2676613"/>
                  </a:lnTo>
                  <a:lnTo>
                    <a:pt x="1054056" y="2674730"/>
                  </a:lnTo>
                  <a:lnTo>
                    <a:pt x="1103452" y="2671615"/>
                  </a:lnTo>
                  <a:lnTo>
                    <a:pt x="1169887" y="2667007"/>
                  </a:lnTo>
                  <a:lnTo>
                    <a:pt x="1252101" y="2660710"/>
                  </a:lnTo>
                  <a:lnTo>
                    <a:pt x="1347460" y="2652600"/>
                  </a:lnTo>
                  <a:lnTo>
                    <a:pt x="1452434" y="2642628"/>
                  </a:lnTo>
                  <a:lnTo>
                    <a:pt x="1563149" y="2630798"/>
                  </a:lnTo>
                  <a:lnTo>
                    <a:pt x="1675884" y="2617144"/>
                  </a:lnTo>
                  <a:lnTo>
                    <a:pt x="1787444" y="2601702"/>
                  </a:lnTo>
                  <a:lnTo>
                    <a:pt x="1895354" y="2584486"/>
                  </a:lnTo>
                  <a:lnTo>
                    <a:pt x="1997902" y="2565474"/>
                  </a:lnTo>
                  <a:lnTo>
                    <a:pt x="2094076" y="2544588"/>
                  </a:lnTo>
                  <a:lnTo>
                    <a:pt x="2183444" y="2521700"/>
                  </a:lnTo>
                  <a:lnTo>
                    <a:pt x="2266023" y="2496623"/>
                  </a:lnTo>
                  <a:lnTo>
                    <a:pt x="2342145" y="2469115"/>
                  </a:lnTo>
                  <a:lnTo>
                    <a:pt x="2412350" y="2438888"/>
                  </a:lnTo>
                  <a:lnTo>
                    <a:pt x="2477305" y="2405614"/>
                  </a:lnTo>
                  <a:lnTo>
                    <a:pt x="2537739" y="2368946"/>
                  </a:lnTo>
                  <a:lnTo>
                    <a:pt x="2594396" y="2328546"/>
                  </a:lnTo>
                  <a:lnTo>
                    <a:pt x="2647993" y="2284130"/>
                  </a:lnTo>
                  <a:lnTo>
                    <a:pt x="2699188" y="2235545"/>
                  </a:lnTo>
                  <a:lnTo>
                    <a:pt x="2702183" y="2232510"/>
                  </a:lnTo>
                  <a:lnTo>
                    <a:pt x="2747357" y="2184135"/>
                  </a:lnTo>
                  <a:lnTo>
                    <a:pt x="2791389" y="2132199"/>
                  </a:lnTo>
                  <a:lnTo>
                    <a:pt x="2834593" y="2076628"/>
                  </a:lnTo>
                  <a:lnTo>
                    <a:pt x="2877219" y="2017408"/>
                  </a:lnTo>
                  <a:lnTo>
                    <a:pt x="2919466" y="1954591"/>
                  </a:lnTo>
                  <a:lnTo>
                    <a:pt x="2961491" y="1888299"/>
                  </a:lnTo>
                  <a:lnTo>
                    <a:pt x="3003410" y="1818727"/>
                  </a:lnTo>
                  <a:lnTo>
                    <a:pt x="3045306" y="1746150"/>
                  </a:lnTo>
                  <a:lnTo>
                    <a:pt x="3087232" y="1670914"/>
                  </a:lnTo>
                  <a:lnTo>
                    <a:pt x="3129216" y="1593437"/>
                  </a:lnTo>
                  <a:lnTo>
                    <a:pt x="3171263" y="1514198"/>
                  </a:lnTo>
                  <a:lnTo>
                    <a:pt x="3213363" y="1433728"/>
                  </a:lnTo>
                  <a:lnTo>
                    <a:pt x="3255495" y="1352591"/>
                  </a:lnTo>
                  <a:lnTo>
                    <a:pt x="3297631" y="1271374"/>
                  </a:lnTo>
                  <a:lnTo>
                    <a:pt x="3339743" y="1190666"/>
                  </a:lnTo>
                  <a:lnTo>
                    <a:pt x="3381806" y="1111040"/>
                  </a:lnTo>
                  <a:lnTo>
                    <a:pt x="3423807" y="1033037"/>
                  </a:lnTo>
                  <a:lnTo>
                    <a:pt x="3465746" y="957151"/>
                  </a:lnTo>
                  <a:lnTo>
                    <a:pt x="3507647" y="883818"/>
                  </a:lnTo>
                  <a:lnTo>
                    <a:pt x="3549553" y="813404"/>
                  </a:lnTo>
                  <a:lnTo>
                    <a:pt x="3591539" y="746202"/>
                  </a:lnTo>
                  <a:lnTo>
                    <a:pt x="3633712" y="682430"/>
                  </a:lnTo>
                  <a:lnTo>
                    <a:pt x="3676218" y="622230"/>
                  </a:lnTo>
                  <a:lnTo>
                    <a:pt x="3719243" y="565671"/>
                  </a:lnTo>
                  <a:lnTo>
                    <a:pt x="3763023" y="512757"/>
                  </a:lnTo>
                  <a:lnTo>
                    <a:pt x="3807854" y="463429"/>
                  </a:lnTo>
                  <a:lnTo>
                    <a:pt x="3820202" y="450694"/>
                  </a:lnTo>
                  <a:lnTo>
                    <a:pt x="3871271" y="401859"/>
                  </a:lnTo>
                  <a:lnTo>
                    <a:pt x="3924707" y="357197"/>
                  </a:lnTo>
                  <a:lnTo>
                    <a:pt x="3981161" y="316563"/>
                  </a:lnTo>
                  <a:lnTo>
                    <a:pt x="4041349" y="279682"/>
                  </a:lnTo>
                  <a:lnTo>
                    <a:pt x="4106014" y="246215"/>
                  </a:lnTo>
                  <a:lnTo>
                    <a:pt x="4175885" y="215815"/>
                  </a:lnTo>
                  <a:lnTo>
                    <a:pt x="4251636" y="188154"/>
                  </a:lnTo>
                  <a:lnTo>
                    <a:pt x="4333818" y="162938"/>
                  </a:lnTo>
                  <a:lnTo>
                    <a:pt x="4422777" y="139925"/>
                  </a:lnTo>
                  <a:lnTo>
                    <a:pt x="4518550" y="118924"/>
                  </a:lnTo>
                  <a:lnTo>
                    <a:pt x="4620739" y="99802"/>
                  </a:lnTo>
                  <a:lnTo>
                    <a:pt x="4728370" y="82481"/>
                  </a:lnTo>
                  <a:lnTo>
                    <a:pt x="4839774" y="66933"/>
                  </a:lnTo>
                  <a:lnTo>
                    <a:pt x="4952522" y="53171"/>
                  </a:lnTo>
                  <a:lnTo>
                    <a:pt x="5063458" y="41231"/>
                  </a:lnTo>
                  <a:lnTo>
                    <a:pt x="5168885" y="31147"/>
                  </a:lnTo>
                  <a:lnTo>
                    <a:pt x="5264924" y="22927"/>
                  </a:lnTo>
                  <a:lnTo>
                    <a:pt x="5348008" y="16524"/>
                  </a:lnTo>
                  <a:lnTo>
                    <a:pt x="5415437" y="11820"/>
                  </a:lnTo>
                  <a:lnTo>
                    <a:pt x="5465857" y="8623"/>
                  </a:lnTo>
                  <a:lnTo>
                    <a:pt x="5499548" y="6674"/>
                  </a:lnTo>
                  <a:lnTo>
                    <a:pt x="5518479" y="5671"/>
                  </a:lnTo>
                  <a:lnTo>
                    <a:pt x="5526161" y="5298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72" y="5287"/>
                  </a:lnTo>
                  <a:lnTo>
                    <a:pt x="6530649" y="5621"/>
                  </a:lnTo>
                  <a:lnTo>
                    <a:pt x="6548857" y="6542"/>
                  </a:lnTo>
                  <a:lnTo>
                    <a:pt x="6581703" y="8359"/>
                  </a:lnTo>
                  <a:lnTo>
                    <a:pt x="6631254" y="11362"/>
                  </a:lnTo>
                  <a:lnTo>
                    <a:pt x="6697884" y="15805"/>
                  </a:lnTo>
                  <a:lnTo>
                    <a:pt x="6780315" y="21877"/>
                  </a:lnTo>
                  <a:lnTo>
                    <a:pt x="6875897" y="29695"/>
                  </a:lnTo>
                  <a:lnTo>
                    <a:pt x="6981081" y="39306"/>
                  </a:lnTo>
                  <a:lnTo>
                    <a:pt x="7091975" y="50707"/>
                  </a:lnTo>
                  <a:lnTo>
                    <a:pt x="7204852" y="63864"/>
                  </a:lnTo>
                  <a:lnTo>
                    <a:pt x="7316513" y="78743"/>
                  </a:lnTo>
                  <a:lnTo>
                    <a:pt x="7424484" y="95330"/>
                  </a:lnTo>
                  <a:lnTo>
                    <a:pt x="7527059" y="113649"/>
                  </a:lnTo>
                  <a:lnTo>
                    <a:pt x="7623231" y="133773"/>
                  </a:lnTo>
                  <a:lnTo>
                    <a:pt x="7712579" y="155828"/>
                  </a:lnTo>
                  <a:lnTo>
                    <a:pt x="7795124" y="179997"/>
                  </a:lnTo>
                  <a:lnTo>
                    <a:pt x="7871205" y="206511"/>
                  </a:lnTo>
                  <a:lnTo>
                    <a:pt x="7941369" y="235652"/>
                  </a:lnTo>
                  <a:lnTo>
                    <a:pt x="8006287" y="267735"/>
                  </a:lnTo>
                  <a:lnTo>
                    <a:pt x="8066692" y="303094"/>
                  </a:lnTo>
                  <a:lnTo>
                    <a:pt x="8123328" y="342057"/>
                  </a:lnTo>
                  <a:lnTo>
                    <a:pt x="8176916" y="384894"/>
                  </a:lnTo>
                  <a:lnTo>
                    <a:pt x="8228113" y="431747"/>
                  </a:lnTo>
                  <a:lnTo>
                    <a:pt x="8229629" y="433225"/>
                  </a:lnTo>
                  <a:lnTo>
                    <a:pt x="8275439" y="480391"/>
                  </a:lnTo>
                  <a:lnTo>
                    <a:pt x="8320080" y="531080"/>
                  </a:lnTo>
                  <a:lnTo>
                    <a:pt x="8363876" y="585362"/>
                  </a:lnTo>
                  <a:lnTo>
                    <a:pt x="8407088" y="643249"/>
                  </a:lnTo>
                  <a:lnTo>
                    <a:pt x="8449920" y="704687"/>
                  </a:lnTo>
                  <a:lnTo>
                    <a:pt x="8492534" y="769548"/>
                  </a:lnTo>
                  <a:lnTo>
                    <a:pt x="8535047" y="837631"/>
                  </a:lnTo>
                  <a:lnTo>
                    <a:pt x="8577543" y="908653"/>
                  </a:lnTo>
                  <a:lnTo>
                    <a:pt x="8620074" y="982259"/>
                  </a:lnTo>
                  <a:lnTo>
                    <a:pt x="8662666" y="1058022"/>
                  </a:lnTo>
                  <a:lnTo>
                    <a:pt x="8705323" y="1135455"/>
                  </a:lnTo>
                  <a:lnTo>
                    <a:pt x="8748032" y="1214020"/>
                  </a:lnTo>
                  <a:lnTo>
                    <a:pt x="8790769" y="1293144"/>
                  </a:lnTo>
                  <a:lnTo>
                    <a:pt x="8833504" y="1372239"/>
                  </a:lnTo>
                  <a:lnTo>
                    <a:pt x="8876209" y="1450716"/>
                  </a:lnTo>
                  <a:lnTo>
                    <a:pt x="8918860" y="1528005"/>
                  </a:lnTo>
                  <a:lnTo>
                    <a:pt x="8961445" y="1603575"/>
                  </a:lnTo>
                  <a:lnTo>
                    <a:pt x="9003972" y="1676941"/>
                  </a:lnTo>
                  <a:lnTo>
                    <a:pt x="9046466" y="1747685"/>
                  </a:lnTo>
                  <a:lnTo>
                    <a:pt x="9088985" y="1815457"/>
                  </a:lnTo>
                  <a:lnTo>
                    <a:pt x="9131614" y="1879985"/>
                  </a:lnTo>
                  <a:lnTo>
                    <a:pt x="9174477" y="1941074"/>
                  </a:lnTo>
                  <a:lnTo>
                    <a:pt x="9217736" y="1998603"/>
                  </a:lnTo>
                  <a:lnTo>
                    <a:pt x="9261604" y="2052525"/>
                  </a:lnTo>
                  <a:lnTo>
                    <a:pt x="9306346" y="2102858"/>
                  </a:lnTo>
                  <a:lnTo>
                    <a:pt x="9347647" y="2145166"/>
                  </a:lnTo>
                  <a:lnTo>
                    <a:pt x="9398781" y="2192141"/>
                  </a:lnTo>
                  <a:lnTo>
                    <a:pt x="9452288" y="2235097"/>
                  </a:lnTo>
                  <a:lnTo>
                    <a:pt x="9508822" y="2274174"/>
                  </a:lnTo>
                  <a:lnTo>
                    <a:pt x="9569102" y="2309638"/>
                  </a:lnTo>
                  <a:lnTo>
                    <a:pt x="9633872" y="2341814"/>
                  </a:lnTo>
                  <a:lnTo>
                    <a:pt x="9703867" y="2371039"/>
                  </a:lnTo>
                  <a:lnTo>
                    <a:pt x="9779761" y="2397629"/>
                  </a:lnTo>
                  <a:lnTo>
                    <a:pt x="9862105" y="2421864"/>
                  </a:lnTo>
                  <a:lnTo>
                    <a:pt x="9951245" y="2443981"/>
                  </a:lnTo>
                  <a:lnTo>
                    <a:pt x="10047214" y="2464161"/>
                  </a:lnTo>
                  <a:lnTo>
                    <a:pt x="10149607" y="2482533"/>
                  </a:lnTo>
                  <a:lnTo>
                    <a:pt x="10257436" y="2499172"/>
                  </a:lnTo>
                  <a:lnTo>
                    <a:pt x="10369018" y="2514102"/>
                  </a:lnTo>
                  <a:lnTo>
                    <a:pt x="10481902" y="2527312"/>
                  </a:lnTo>
                  <a:lnTo>
                    <a:pt x="10592909" y="2538766"/>
                  </a:lnTo>
                  <a:lnTo>
                    <a:pt x="10698323" y="2548432"/>
                  </a:lnTo>
                  <a:lnTo>
                    <a:pt x="10794249" y="2556304"/>
                  </a:lnTo>
                  <a:lnTo>
                    <a:pt x="10877123" y="2562427"/>
                  </a:lnTo>
                  <a:lnTo>
                    <a:pt x="10944257" y="2566917"/>
                  </a:lnTo>
                  <a:lnTo>
                    <a:pt x="10994327" y="2569960"/>
                  </a:lnTo>
                  <a:lnTo>
                    <a:pt x="11027656" y="2571809"/>
                  </a:lnTo>
                  <a:lnTo>
                    <a:pt x="11046261" y="2572753"/>
                  </a:lnTo>
                  <a:lnTo>
                    <a:pt x="11053705" y="2573100"/>
                  </a:lnTo>
                  <a:lnTo>
                    <a:pt x="11054891" y="2573151"/>
                  </a:lnTo>
                  <a:lnTo>
                    <a:pt x="12049831" y="2573151"/>
                  </a:lnTo>
                  <a:lnTo>
                    <a:pt x="12049831" y="2567910"/>
                  </a:lnTo>
                  <a:lnTo>
                    <a:pt x="11054891" y="2567910"/>
                  </a:lnTo>
                  <a:lnTo>
                    <a:pt x="11053805" y="2567863"/>
                  </a:lnTo>
                  <a:lnTo>
                    <a:pt x="11046628" y="2567530"/>
                  </a:lnTo>
                  <a:lnTo>
                    <a:pt x="11028420" y="2566608"/>
                  </a:lnTo>
                  <a:lnTo>
                    <a:pt x="10995573" y="2564792"/>
                  </a:lnTo>
                  <a:lnTo>
                    <a:pt x="10946022" y="2561788"/>
                  </a:lnTo>
                  <a:lnTo>
                    <a:pt x="10879392" y="2557345"/>
                  </a:lnTo>
                  <a:lnTo>
                    <a:pt x="10796961" y="2551273"/>
                  </a:lnTo>
                  <a:lnTo>
                    <a:pt x="10701380" y="2543456"/>
                  </a:lnTo>
                  <a:lnTo>
                    <a:pt x="10596196" y="2533844"/>
                  </a:lnTo>
                  <a:lnTo>
                    <a:pt x="10485302" y="2522443"/>
                  </a:lnTo>
                  <a:lnTo>
                    <a:pt x="10372425" y="2509286"/>
                  </a:lnTo>
                  <a:lnTo>
                    <a:pt x="10260763" y="2494407"/>
                  </a:lnTo>
                  <a:lnTo>
                    <a:pt x="10152792" y="2477821"/>
                  </a:lnTo>
                  <a:lnTo>
                    <a:pt x="10050218" y="2459502"/>
                  </a:lnTo>
                  <a:lnTo>
                    <a:pt x="9954045" y="2439378"/>
                  </a:lnTo>
                  <a:lnTo>
                    <a:pt x="9864698" y="2417322"/>
                  </a:lnTo>
                  <a:lnTo>
                    <a:pt x="9782152" y="2393153"/>
                  </a:lnTo>
                  <a:lnTo>
                    <a:pt x="9706071" y="2366639"/>
                  </a:lnTo>
                  <a:lnTo>
                    <a:pt x="9635907" y="2337498"/>
                  </a:lnTo>
                  <a:lnTo>
                    <a:pt x="9570989" y="2305416"/>
                  </a:lnTo>
                  <a:lnTo>
                    <a:pt x="9510585" y="2270056"/>
                  </a:lnTo>
                  <a:lnTo>
                    <a:pt x="9453948" y="2231093"/>
                  </a:lnTo>
                  <a:lnTo>
                    <a:pt x="9400360" y="2188257"/>
                  </a:lnTo>
                  <a:lnTo>
                    <a:pt x="9349163" y="2141403"/>
                  </a:lnTo>
                  <a:lnTo>
                    <a:pt x="9347647" y="2139925"/>
                  </a:lnTo>
                  <a:lnTo>
                    <a:pt x="9301838" y="2092759"/>
                  </a:lnTo>
                  <a:lnTo>
                    <a:pt x="9257196" y="2042071"/>
                  </a:lnTo>
                  <a:lnTo>
                    <a:pt x="9213400" y="1987789"/>
                  </a:lnTo>
                  <a:lnTo>
                    <a:pt x="9170189" y="1929901"/>
                  </a:lnTo>
                  <a:lnTo>
                    <a:pt x="9127356" y="1868463"/>
                  </a:lnTo>
                  <a:lnTo>
                    <a:pt x="9084743" y="1803602"/>
                  </a:lnTo>
                  <a:lnTo>
                    <a:pt x="9042230" y="1735520"/>
                  </a:lnTo>
                  <a:lnTo>
                    <a:pt x="8999734" y="1664498"/>
                  </a:lnTo>
                  <a:lnTo>
                    <a:pt x="8957203" y="1590892"/>
                  </a:lnTo>
                  <a:lnTo>
                    <a:pt x="8914611" y="1515128"/>
                  </a:lnTo>
                  <a:lnTo>
                    <a:pt x="8871954" y="1437695"/>
                  </a:lnTo>
                  <a:lnTo>
                    <a:pt x="8829245" y="1359131"/>
                  </a:lnTo>
                  <a:lnTo>
                    <a:pt x="8786508" y="1280007"/>
                  </a:lnTo>
                  <a:lnTo>
                    <a:pt x="8743772" y="1200912"/>
                  </a:lnTo>
                  <a:lnTo>
                    <a:pt x="8701067" y="1122435"/>
                  </a:lnTo>
                  <a:lnTo>
                    <a:pt x="8658417" y="1045145"/>
                  </a:lnTo>
                  <a:lnTo>
                    <a:pt x="8615831" y="969576"/>
                  </a:lnTo>
                  <a:lnTo>
                    <a:pt x="8573305" y="896209"/>
                  </a:lnTo>
                  <a:lnTo>
                    <a:pt x="8530810" y="825465"/>
                  </a:lnTo>
                  <a:lnTo>
                    <a:pt x="8488291" y="757693"/>
                  </a:lnTo>
                  <a:lnTo>
                    <a:pt x="8445662" y="693165"/>
                  </a:lnTo>
                  <a:lnTo>
                    <a:pt x="8402800" y="632076"/>
                  </a:lnTo>
                  <a:lnTo>
                    <a:pt x="8359540" y="574547"/>
                  </a:lnTo>
                  <a:lnTo>
                    <a:pt x="8315672" y="520625"/>
                  </a:lnTo>
                  <a:lnTo>
                    <a:pt x="8270930" y="470292"/>
                  </a:lnTo>
                  <a:lnTo>
                    <a:pt x="8229629" y="427985"/>
                  </a:lnTo>
                  <a:lnTo>
                    <a:pt x="8178495" y="381010"/>
                  </a:lnTo>
                  <a:lnTo>
                    <a:pt x="8124989" y="338053"/>
                  </a:lnTo>
                  <a:lnTo>
                    <a:pt x="8068455" y="298977"/>
                  </a:lnTo>
                  <a:lnTo>
                    <a:pt x="8008175" y="263513"/>
                  </a:lnTo>
                  <a:lnTo>
                    <a:pt x="7943404" y="231336"/>
                  </a:lnTo>
                  <a:lnTo>
                    <a:pt x="7873409" y="202111"/>
                  </a:lnTo>
                  <a:lnTo>
                    <a:pt x="7797515" y="175522"/>
                  </a:lnTo>
                  <a:lnTo>
                    <a:pt x="7715172" y="151286"/>
                  </a:lnTo>
                  <a:lnTo>
                    <a:pt x="7626032" y="129169"/>
                  </a:lnTo>
                  <a:lnTo>
                    <a:pt x="7530062" y="108989"/>
                  </a:lnTo>
                  <a:lnTo>
                    <a:pt x="7427670" y="90617"/>
                  </a:lnTo>
                  <a:lnTo>
                    <a:pt x="7319840" y="73978"/>
                  </a:lnTo>
                  <a:lnTo>
                    <a:pt x="7208258" y="59048"/>
                  </a:lnTo>
                  <a:lnTo>
                    <a:pt x="7095374" y="45839"/>
                  </a:lnTo>
                  <a:lnTo>
                    <a:pt x="6984367" y="34384"/>
                  </a:lnTo>
                  <a:lnTo>
                    <a:pt x="6878954" y="24718"/>
                  </a:lnTo>
                  <a:lnTo>
                    <a:pt x="6783027" y="16847"/>
                  </a:lnTo>
                  <a:lnTo>
                    <a:pt x="6700154" y="10723"/>
                  </a:lnTo>
                  <a:lnTo>
                    <a:pt x="6633020" y="6234"/>
                  </a:lnTo>
                  <a:lnTo>
                    <a:pt x="6582950" y="3190"/>
                  </a:lnTo>
                  <a:lnTo>
                    <a:pt x="6549620" y="1342"/>
                  </a:lnTo>
                  <a:lnTo>
                    <a:pt x="6531015" y="398"/>
                  </a:lnTo>
                  <a:lnTo>
                    <a:pt x="6523572" y="5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3" y="48"/>
                  </a:lnTo>
                  <a:lnTo>
                    <a:pt x="5519212" y="394"/>
                  </a:lnTo>
                  <a:lnTo>
                    <a:pt x="5501066" y="1350"/>
                  </a:lnTo>
                  <a:lnTo>
                    <a:pt x="5468329" y="3233"/>
                  </a:lnTo>
                  <a:lnTo>
                    <a:pt x="5418933" y="6348"/>
                  </a:lnTo>
                  <a:lnTo>
                    <a:pt x="5352498" y="10956"/>
                  </a:lnTo>
                  <a:lnTo>
                    <a:pt x="5270284" y="17253"/>
                  </a:lnTo>
                  <a:lnTo>
                    <a:pt x="5174925" y="25363"/>
                  </a:lnTo>
                  <a:lnTo>
                    <a:pt x="5069951" y="35335"/>
                  </a:lnTo>
                  <a:lnTo>
                    <a:pt x="4959236" y="47165"/>
                  </a:lnTo>
                  <a:lnTo>
                    <a:pt x="4846501" y="60819"/>
                  </a:lnTo>
                  <a:lnTo>
                    <a:pt x="4734941" y="76261"/>
                  </a:lnTo>
                  <a:lnTo>
                    <a:pt x="4627031" y="93477"/>
                  </a:lnTo>
                  <a:lnTo>
                    <a:pt x="4524483" y="112489"/>
                  </a:lnTo>
                  <a:lnTo>
                    <a:pt x="4428309" y="133375"/>
                  </a:lnTo>
                  <a:lnTo>
                    <a:pt x="4338941" y="156263"/>
                  </a:lnTo>
                  <a:lnTo>
                    <a:pt x="4256362" y="181340"/>
                  </a:lnTo>
                  <a:lnTo>
                    <a:pt x="4180240" y="208848"/>
                  </a:lnTo>
                  <a:lnTo>
                    <a:pt x="4110035" y="239075"/>
                  </a:lnTo>
                  <a:lnTo>
                    <a:pt x="4045080" y="272349"/>
                  </a:lnTo>
                  <a:lnTo>
                    <a:pt x="3984646" y="309017"/>
                  </a:lnTo>
                  <a:lnTo>
                    <a:pt x="3927989" y="349417"/>
                  </a:lnTo>
                  <a:lnTo>
                    <a:pt x="3874392" y="393833"/>
                  </a:lnTo>
                  <a:lnTo>
                    <a:pt x="3823197" y="442418"/>
                  </a:lnTo>
                  <a:lnTo>
                    <a:pt x="3820202" y="445453"/>
                  </a:lnTo>
                  <a:lnTo>
                    <a:pt x="3775028" y="493828"/>
                  </a:lnTo>
                  <a:lnTo>
                    <a:pt x="3730996" y="545764"/>
                  </a:lnTo>
                  <a:lnTo>
                    <a:pt x="3687792" y="601335"/>
                  </a:lnTo>
                  <a:lnTo>
                    <a:pt x="3645166" y="660555"/>
                  </a:lnTo>
                  <a:lnTo>
                    <a:pt x="3602919" y="723372"/>
                  </a:lnTo>
                  <a:lnTo>
                    <a:pt x="3560894" y="789665"/>
                  </a:lnTo>
                  <a:lnTo>
                    <a:pt x="3518975" y="859236"/>
                  </a:lnTo>
                  <a:lnTo>
                    <a:pt x="3477079" y="931813"/>
                  </a:lnTo>
                  <a:lnTo>
                    <a:pt x="3435153" y="1007049"/>
                  </a:lnTo>
                  <a:lnTo>
                    <a:pt x="3393169" y="1084526"/>
                  </a:lnTo>
                  <a:lnTo>
                    <a:pt x="3351122" y="1163765"/>
                  </a:lnTo>
                  <a:lnTo>
                    <a:pt x="3309022" y="1244235"/>
                  </a:lnTo>
                  <a:lnTo>
                    <a:pt x="3266890" y="1325372"/>
                  </a:lnTo>
                  <a:lnTo>
                    <a:pt x="3224754" y="1406589"/>
                  </a:lnTo>
                  <a:lnTo>
                    <a:pt x="3182642" y="1487297"/>
                  </a:lnTo>
                  <a:lnTo>
                    <a:pt x="3140579" y="1566923"/>
                  </a:lnTo>
                  <a:lnTo>
                    <a:pt x="3098578" y="1644926"/>
                  </a:lnTo>
                  <a:lnTo>
                    <a:pt x="3056639" y="1720812"/>
                  </a:lnTo>
                  <a:lnTo>
                    <a:pt x="3014738" y="1794145"/>
                  </a:lnTo>
                  <a:lnTo>
                    <a:pt x="2972832" y="1864559"/>
                  </a:lnTo>
                  <a:lnTo>
                    <a:pt x="2930846" y="1931761"/>
                  </a:lnTo>
                  <a:lnTo>
                    <a:pt x="2888673" y="1995533"/>
                  </a:lnTo>
                  <a:lnTo>
                    <a:pt x="2846167" y="2055733"/>
                  </a:lnTo>
                  <a:lnTo>
                    <a:pt x="2803142" y="2112292"/>
                  </a:lnTo>
                  <a:lnTo>
                    <a:pt x="2759362" y="2165206"/>
                  </a:lnTo>
                  <a:lnTo>
                    <a:pt x="2714531" y="2214534"/>
                  </a:lnTo>
                  <a:lnTo>
                    <a:pt x="2702183" y="2227269"/>
                  </a:lnTo>
                  <a:lnTo>
                    <a:pt x="2651114" y="2276104"/>
                  </a:lnTo>
                  <a:lnTo>
                    <a:pt x="2597678" y="2320766"/>
                  </a:lnTo>
                  <a:lnTo>
                    <a:pt x="2541224" y="2361400"/>
                  </a:lnTo>
                  <a:lnTo>
                    <a:pt x="2481036" y="2398281"/>
                  </a:lnTo>
                  <a:lnTo>
                    <a:pt x="2416371" y="2431748"/>
                  </a:lnTo>
                  <a:lnTo>
                    <a:pt x="2346500" y="2462148"/>
                  </a:lnTo>
                  <a:lnTo>
                    <a:pt x="2270749" y="2489809"/>
                  </a:lnTo>
                  <a:lnTo>
                    <a:pt x="2188567" y="2515025"/>
                  </a:lnTo>
                  <a:lnTo>
                    <a:pt x="2099608" y="2538038"/>
                  </a:lnTo>
                  <a:lnTo>
                    <a:pt x="2003835" y="2559039"/>
                  </a:lnTo>
                  <a:lnTo>
                    <a:pt x="1901646" y="2578161"/>
                  </a:lnTo>
                  <a:lnTo>
                    <a:pt x="1794015" y="2595482"/>
                  </a:lnTo>
                  <a:lnTo>
                    <a:pt x="1682611" y="2611030"/>
                  </a:lnTo>
                  <a:lnTo>
                    <a:pt x="1569863" y="2624792"/>
                  </a:lnTo>
                  <a:lnTo>
                    <a:pt x="1458927" y="2636732"/>
                  </a:lnTo>
                  <a:lnTo>
                    <a:pt x="1353500" y="2646816"/>
                  </a:lnTo>
                  <a:lnTo>
                    <a:pt x="1257461" y="2655036"/>
                  </a:lnTo>
                  <a:lnTo>
                    <a:pt x="1174377" y="2661439"/>
                  </a:lnTo>
                  <a:lnTo>
                    <a:pt x="1106948" y="2666143"/>
                  </a:lnTo>
                  <a:lnTo>
                    <a:pt x="1056528" y="2669340"/>
                  </a:lnTo>
                  <a:lnTo>
                    <a:pt x="1022837" y="2671289"/>
                  </a:lnTo>
                  <a:lnTo>
                    <a:pt x="1003906" y="2672292"/>
                  </a:lnTo>
                  <a:lnTo>
                    <a:pt x="996224" y="2672665"/>
                  </a:lnTo>
                  <a:lnTo>
                    <a:pt x="994940" y="2672723"/>
                  </a:lnTo>
                  <a:lnTo>
                    <a:pt x="0" y="2672723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84" name="pl1683"/>
            <p:cNvSpPr/>
            <p:nvPr/>
          </p:nvSpPr>
          <p:spPr>
            <a:xfrm>
              <a:off x="1199187" y="2981756"/>
              <a:ext cx="12049831" cy="2672723"/>
            </a:xfrm>
            <a:custGeom>
              <a:avLst/>
              <a:pathLst>
                <a:path w="12049831" h="2672723">
                  <a:moveTo>
                    <a:pt x="0" y="2672723"/>
                  </a:moveTo>
                  <a:lnTo>
                    <a:pt x="994940" y="2672723"/>
                  </a:lnTo>
                  <a:lnTo>
                    <a:pt x="996022" y="2672674"/>
                  </a:lnTo>
                  <a:lnTo>
                    <a:pt x="1003173" y="2672328"/>
                  </a:lnTo>
                  <a:lnTo>
                    <a:pt x="1021319" y="2671373"/>
                  </a:lnTo>
                  <a:lnTo>
                    <a:pt x="1054056" y="2669489"/>
                  </a:lnTo>
                  <a:lnTo>
                    <a:pt x="1103452" y="2666374"/>
                  </a:lnTo>
                  <a:lnTo>
                    <a:pt x="1169887" y="2661767"/>
                  </a:lnTo>
                  <a:lnTo>
                    <a:pt x="1252101" y="2655469"/>
                  </a:lnTo>
                  <a:lnTo>
                    <a:pt x="1347460" y="2647359"/>
                  </a:lnTo>
                  <a:lnTo>
                    <a:pt x="1452434" y="2637387"/>
                  </a:lnTo>
                  <a:lnTo>
                    <a:pt x="1563149" y="2625557"/>
                  </a:lnTo>
                  <a:lnTo>
                    <a:pt x="1675884" y="2611903"/>
                  </a:lnTo>
                  <a:lnTo>
                    <a:pt x="1787444" y="2596461"/>
                  </a:lnTo>
                  <a:lnTo>
                    <a:pt x="1895354" y="2579246"/>
                  </a:lnTo>
                  <a:lnTo>
                    <a:pt x="1997902" y="2560233"/>
                  </a:lnTo>
                  <a:lnTo>
                    <a:pt x="2094076" y="2539348"/>
                  </a:lnTo>
                  <a:lnTo>
                    <a:pt x="2183444" y="2516460"/>
                  </a:lnTo>
                  <a:lnTo>
                    <a:pt x="2266023" y="2491382"/>
                  </a:lnTo>
                  <a:lnTo>
                    <a:pt x="2342145" y="2463875"/>
                  </a:lnTo>
                  <a:lnTo>
                    <a:pt x="2412350" y="2433647"/>
                  </a:lnTo>
                  <a:lnTo>
                    <a:pt x="2477305" y="2400374"/>
                  </a:lnTo>
                  <a:lnTo>
                    <a:pt x="2537739" y="2363706"/>
                  </a:lnTo>
                  <a:lnTo>
                    <a:pt x="2594396" y="2323305"/>
                  </a:lnTo>
                  <a:lnTo>
                    <a:pt x="2647993" y="2278889"/>
                  </a:lnTo>
                  <a:lnTo>
                    <a:pt x="2699188" y="2230304"/>
                  </a:lnTo>
                  <a:lnTo>
                    <a:pt x="2702183" y="2227269"/>
                  </a:lnTo>
                  <a:lnTo>
                    <a:pt x="2747357" y="2178895"/>
                  </a:lnTo>
                  <a:lnTo>
                    <a:pt x="2791389" y="2126958"/>
                  </a:lnTo>
                  <a:lnTo>
                    <a:pt x="2834593" y="2071387"/>
                  </a:lnTo>
                  <a:lnTo>
                    <a:pt x="2877219" y="2012167"/>
                  </a:lnTo>
                  <a:lnTo>
                    <a:pt x="2919466" y="1949350"/>
                  </a:lnTo>
                  <a:lnTo>
                    <a:pt x="2961491" y="1883058"/>
                  </a:lnTo>
                  <a:lnTo>
                    <a:pt x="3003410" y="1813487"/>
                  </a:lnTo>
                  <a:lnTo>
                    <a:pt x="3045306" y="1740910"/>
                  </a:lnTo>
                  <a:lnTo>
                    <a:pt x="3087232" y="1665674"/>
                  </a:lnTo>
                  <a:lnTo>
                    <a:pt x="3129216" y="1588197"/>
                  </a:lnTo>
                  <a:lnTo>
                    <a:pt x="3171263" y="1508958"/>
                  </a:lnTo>
                  <a:lnTo>
                    <a:pt x="3213363" y="1428487"/>
                  </a:lnTo>
                  <a:lnTo>
                    <a:pt x="3255495" y="1347350"/>
                  </a:lnTo>
                  <a:lnTo>
                    <a:pt x="3297631" y="1266133"/>
                  </a:lnTo>
                  <a:lnTo>
                    <a:pt x="3339743" y="1185426"/>
                  </a:lnTo>
                  <a:lnTo>
                    <a:pt x="3381806" y="1105799"/>
                  </a:lnTo>
                  <a:lnTo>
                    <a:pt x="3423807" y="1027796"/>
                  </a:lnTo>
                  <a:lnTo>
                    <a:pt x="3465746" y="951911"/>
                  </a:lnTo>
                  <a:lnTo>
                    <a:pt x="3507647" y="878577"/>
                  </a:lnTo>
                  <a:lnTo>
                    <a:pt x="3549553" y="808163"/>
                  </a:lnTo>
                  <a:lnTo>
                    <a:pt x="3591539" y="740962"/>
                  </a:lnTo>
                  <a:lnTo>
                    <a:pt x="3633712" y="677190"/>
                  </a:lnTo>
                  <a:lnTo>
                    <a:pt x="3676218" y="616989"/>
                  </a:lnTo>
                  <a:lnTo>
                    <a:pt x="3719243" y="560430"/>
                  </a:lnTo>
                  <a:lnTo>
                    <a:pt x="3763023" y="507516"/>
                  </a:lnTo>
                  <a:lnTo>
                    <a:pt x="3807854" y="458189"/>
                  </a:lnTo>
                  <a:lnTo>
                    <a:pt x="3820202" y="445453"/>
                  </a:lnTo>
                  <a:lnTo>
                    <a:pt x="3871271" y="396618"/>
                  </a:lnTo>
                  <a:lnTo>
                    <a:pt x="3924707" y="351956"/>
                  </a:lnTo>
                  <a:lnTo>
                    <a:pt x="3981161" y="311323"/>
                  </a:lnTo>
                  <a:lnTo>
                    <a:pt x="4041349" y="274441"/>
                  </a:lnTo>
                  <a:lnTo>
                    <a:pt x="4106014" y="240974"/>
                  </a:lnTo>
                  <a:lnTo>
                    <a:pt x="4175885" y="210574"/>
                  </a:lnTo>
                  <a:lnTo>
                    <a:pt x="4251636" y="182913"/>
                  </a:lnTo>
                  <a:lnTo>
                    <a:pt x="4333818" y="157698"/>
                  </a:lnTo>
                  <a:lnTo>
                    <a:pt x="4422777" y="134685"/>
                  </a:lnTo>
                  <a:lnTo>
                    <a:pt x="4518550" y="113684"/>
                  </a:lnTo>
                  <a:lnTo>
                    <a:pt x="4620739" y="94562"/>
                  </a:lnTo>
                  <a:lnTo>
                    <a:pt x="4728370" y="77240"/>
                  </a:lnTo>
                  <a:lnTo>
                    <a:pt x="4839774" y="61692"/>
                  </a:lnTo>
                  <a:lnTo>
                    <a:pt x="4952522" y="47930"/>
                  </a:lnTo>
                  <a:lnTo>
                    <a:pt x="5063458" y="35990"/>
                  </a:lnTo>
                  <a:lnTo>
                    <a:pt x="5168885" y="25907"/>
                  </a:lnTo>
                  <a:lnTo>
                    <a:pt x="5264924" y="17686"/>
                  </a:lnTo>
                  <a:lnTo>
                    <a:pt x="5348008" y="11283"/>
                  </a:lnTo>
                  <a:lnTo>
                    <a:pt x="5415437" y="6579"/>
                  </a:lnTo>
                  <a:lnTo>
                    <a:pt x="5465857" y="3382"/>
                  </a:lnTo>
                  <a:lnTo>
                    <a:pt x="5499548" y="1433"/>
                  </a:lnTo>
                  <a:lnTo>
                    <a:pt x="5518479" y="431"/>
                  </a:lnTo>
                  <a:lnTo>
                    <a:pt x="5526161" y="57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72" y="46"/>
                  </a:lnTo>
                  <a:lnTo>
                    <a:pt x="6530649" y="380"/>
                  </a:lnTo>
                  <a:lnTo>
                    <a:pt x="6548857" y="1301"/>
                  </a:lnTo>
                  <a:lnTo>
                    <a:pt x="6581703" y="3118"/>
                  </a:lnTo>
                  <a:lnTo>
                    <a:pt x="6631254" y="6122"/>
                  </a:lnTo>
                  <a:lnTo>
                    <a:pt x="6697884" y="10565"/>
                  </a:lnTo>
                  <a:lnTo>
                    <a:pt x="6780315" y="16636"/>
                  </a:lnTo>
                  <a:lnTo>
                    <a:pt x="6875897" y="24454"/>
                  </a:lnTo>
                  <a:lnTo>
                    <a:pt x="6981081" y="34066"/>
                  </a:lnTo>
                  <a:lnTo>
                    <a:pt x="7091975" y="45466"/>
                  </a:lnTo>
                  <a:lnTo>
                    <a:pt x="7204852" y="58624"/>
                  </a:lnTo>
                  <a:lnTo>
                    <a:pt x="7316513" y="73502"/>
                  </a:lnTo>
                  <a:lnTo>
                    <a:pt x="7424484" y="90089"/>
                  </a:lnTo>
                  <a:lnTo>
                    <a:pt x="7527059" y="108408"/>
                  </a:lnTo>
                  <a:lnTo>
                    <a:pt x="7623231" y="128532"/>
                  </a:lnTo>
                  <a:lnTo>
                    <a:pt x="7712579" y="150588"/>
                  </a:lnTo>
                  <a:lnTo>
                    <a:pt x="7795124" y="174756"/>
                  </a:lnTo>
                  <a:lnTo>
                    <a:pt x="7871205" y="201271"/>
                  </a:lnTo>
                  <a:lnTo>
                    <a:pt x="7941369" y="230411"/>
                  </a:lnTo>
                  <a:lnTo>
                    <a:pt x="8006287" y="262494"/>
                  </a:lnTo>
                  <a:lnTo>
                    <a:pt x="8066692" y="297854"/>
                  </a:lnTo>
                  <a:lnTo>
                    <a:pt x="8123328" y="336817"/>
                  </a:lnTo>
                  <a:lnTo>
                    <a:pt x="8176916" y="379653"/>
                  </a:lnTo>
                  <a:lnTo>
                    <a:pt x="8228113" y="426506"/>
                  </a:lnTo>
                  <a:lnTo>
                    <a:pt x="8229629" y="427985"/>
                  </a:lnTo>
                  <a:lnTo>
                    <a:pt x="8275439" y="475151"/>
                  </a:lnTo>
                  <a:lnTo>
                    <a:pt x="8320080" y="525839"/>
                  </a:lnTo>
                  <a:lnTo>
                    <a:pt x="8363876" y="580121"/>
                  </a:lnTo>
                  <a:lnTo>
                    <a:pt x="8407088" y="638008"/>
                  </a:lnTo>
                  <a:lnTo>
                    <a:pt x="8449920" y="699446"/>
                  </a:lnTo>
                  <a:lnTo>
                    <a:pt x="8492534" y="764308"/>
                  </a:lnTo>
                  <a:lnTo>
                    <a:pt x="8535047" y="832390"/>
                  </a:lnTo>
                  <a:lnTo>
                    <a:pt x="8577543" y="903412"/>
                  </a:lnTo>
                  <a:lnTo>
                    <a:pt x="8620074" y="977018"/>
                  </a:lnTo>
                  <a:lnTo>
                    <a:pt x="8662666" y="1052782"/>
                  </a:lnTo>
                  <a:lnTo>
                    <a:pt x="8705323" y="1130214"/>
                  </a:lnTo>
                  <a:lnTo>
                    <a:pt x="8748032" y="1208779"/>
                  </a:lnTo>
                  <a:lnTo>
                    <a:pt x="8790769" y="1287903"/>
                  </a:lnTo>
                  <a:lnTo>
                    <a:pt x="8833504" y="1366998"/>
                  </a:lnTo>
                  <a:lnTo>
                    <a:pt x="8876209" y="1445475"/>
                  </a:lnTo>
                  <a:lnTo>
                    <a:pt x="8918860" y="1522765"/>
                  </a:lnTo>
                  <a:lnTo>
                    <a:pt x="8961445" y="1598334"/>
                  </a:lnTo>
                  <a:lnTo>
                    <a:pt x="9003972" y="1671701"/>
                  </a:lnTo>
                  <a:lnTo>
                    <a:pt x="9046466" y="1742444"/>
                  </a:lnTo>
                  <a:lnTo>
                    <a:pt x="9088985" y="1810217"/>
                  </a:lnTo>
                  <a:lnTo>
                    <a:pt x="9131614" y="1874745"/>
                  </a:lnTo>
                  <a:lnTo>
                    <a:pt x="9174477" y="1935833"/>
                  </a:lnTo>
                  <a:lnTo>
                    <a:pt x="9217736" y="1993363"/>
                  </a:lnTo>
                  <a:lnTo>
                    <a:pt x="9261604" y="2047285"/>
                  </a:lnTo>
                  <a:lnTo>
                    <a:pt x="9306346" y="2097618"/>
                  </a:lnTo>
                  <a:lnTo>
                    <a:pt x="9347647" y="2139925"/>
                  </a:lnTo>
                  <a:lnTo>
                    <a:pt x="9398781" y="2186900"/>
                  </a:lnTo>
                  <a:lnTo>
                    <a:pt x="9452288" y="2229857"/>
                  </a:lnTo>
                  <a:lnTo>
                    <a:pt x="9508822" y="2268933"/>
                  </a:lnTo>
                  <a:lnTo>
                    <a:pt x="9569102" y="2304397"/>
                  </a:lnTo>
                  <a:lnTo>
                    <a:pt x="9633872" y="2336574"/>
                  </a:lnTo>
                  <a:lnTo>
                    <a:pt x="9703867" y="2365798"/>
                  </a:lnTo>
                  <a:lnTo>
                    <a:pt x="9779761" y="2392388"/>
                  </a:lnTo>
                  <a:lnTo>
                    <a:pt x="9862105" y="2416624"/>
                  </a:lnTo>
                  <a:lnTo>
                    <a:pt x="9951245" y="2438740"/>
                  </a:lnTo>
                  <a:lnTo>
                    <a:pt x="10047214" y="2458921"/>
                  </a:lnTo>
                  <a:lnTo>
                    <a:pt x="10149607" y="2477293"/>
                  </a:lnTo>
                  <a:lnTo>
                    <a:pt x="10257436" y="2493931"/>
                  </a:lnTo>
                  <a:lnTo>
                    <a:pt x="10369018" y="2508862"/>
                  </a:lnTo>
                  <a:lnTo>
                    <a:pt x="10481902" y="2522071"/>
                  </a:lnTo>
                  <a:lnTo>
                    <a:pt x="10592909" y="2533526"/>
                  </a:lnTo>
                  <a:lnTo>
                    <a:pt x="10698323" y="2543192"/>
                  </a:lnTo>
                  <a:lnTo>
                    <a:pt x="10794249" y="2551063"/>
                  </a:lnTo>
                  <a:lnTo>
                    <a:pt x="10877123" y="2557186"/>
                  </a:lnTo>
                  <a:lnTo>
                    <a:pt x="10944257" y="2561676"/>
                  </a:lnTo>
                  <a:lnTo>
                    <a:pt x="10994327" y="2564720"/>
                  </a:lnTo>
                  <a:lnTo>
                    <a:pt x="11027656" y="2566568"/>
                  </a:lnTo>
                  <a:lnTo>
                    <a:pt x="11046261" y="2567512"/>
                  </a:lnTo>
                  <a:lnTo>
                    <a:pt x="11053705" y="2567859"/>
                  </a:lnTo>
                  <a:lnTo>
                    <a:pt x="11054891" y="2567910"/>
                  </a:lnTo>
                  <a:lnTo>
                    <a:pt x="11054891" y="2567910"/>
                  </a:lnTo>
                  <a:lnTo>
                    <a:pt x="12049831" y="2567910"/>
                  </a:lnTo>
                  <a:lnTo>
                    <a:pt x="12049831" y="25679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5" name="pl1684"/>
            <p:cNvSpPr/>
            <p:nvPr/>
          </p:nvSpPr>
          <p:spPr>
            <a:xfrm>
              <a:off x="1199187" y="2976515"/>
              <a:ext cx="12049831" cy="2672723"/>
            </a:xfrm>
            <a:custGeom>
              <a:avLst/>
              <a:pathLst>
                <a:path w="12049831" h="2672723">
                  <a:moveTo>
                    <a:pt x="12049831" y="2567910"/>
                  </a:moveTo>
                  <a:lnTo>
                    <a:pt x="11054891" y="2567910"/>
                  </a:lnTo>
                  <a:lnTo>
                    <a:pt x="11053805" y="2567863"/>
                  </a:lnTo>
                  <a:lnTo>
                    <a:pt x="11046628" y="2567530"/>
                  </a:lnTo>
                  <a:lnTo>
                    <a:pt x="11028420" y="2566608"/>
                  </a:lnTo>
                  <a:lnTo>
                    <a:pt x="10995573" y="2564792"/>
                  </a:lnTo>
                  <a:lnTo>
                    <a:pt x="10946022" y="2561788"/>
                  </a:lnTo>
                  <a:lnTo>
                    <a:pt x="10879392" y="2557345"/>
                  </a:lnTo>
                  <a:lnTo>
                    <a:pt x="10796961" y="2551273"/>
                  </a:lnTo>
                  <a:lnTo>
                    <a:pt x="10701380" y="2543456"/>
                  </a:lnTo>
                  <a:lnTo>
                    <a:pt x="10596196" y="2533844"/>
                  </a:lnTo>
                  <a:lnTo>
                    <a:pt x="10485302" y="2522443"/>
                  </a:lnTo>
                  <a:lnTo>
                    <a:pt x="10372425" y="2509286"/>
                  </a:lnTo>
                  <a:lnTo>
                    <a:pt x="10260763" y="2494407"/>
                  </a:lnTo>
                  <a:lnTo>
                    <a:pt x="10152792" y="2477821"/>
                  </a:lnTo>
                  <a:lnTo>
                    <a:pt x="10050218" y="2459502"/>
                  </a:lnTo>
                  <a:lnTo>
                    <a:pt x="9954045" y="2439378"/>
                  </a:lnTo>
                  <a:lnTo>
                    <a:pt x="9864698" y="2417322"/>
                  </a:lnTo>
                  <a:lnTo>
                    <a:pt x="9782152" y="2393153"/>
                  </a:lnTo>
                  <a:lnTo>
                    <a:pt x="9706071" y="2366639"/>
                  </a:lnTo>
                  <a:lnTo>
                    <a:pt x="9635907" y="2337498"/>
                  </a:lnTo>
                  <a:lnTo>
                    <a:pt x="9570989" y="2305416"/>
                  </a:lnTo>
                  <a:lnTo>
                    <a:pt x="9510585" y="2270056"/>
                  </a:lnTo>
                  <a:lnTo>
                    <a:pt x="9453948" y="2231093"/>
                  </a:lnTo>
                  <a:lnTo>
                    <a:pt x="9400360" y="2188257"/>
                  </a:lnTo>
                  <a:lnTo>
                    <a:pt x="9349163" y="2141403"/>
                  </a:lnTo>
                  <a:lnTo>
                    <a:pt x="9347647" y="2139925"/>
                  </a:lnTo>
                  <a:lnTo>
                    <a:pt x="9301838" y="2092759"/>
                  </a:lnTo>
                  <a:lnTo>
                    <a:pt x="9257196" y="2042071"/>
                  </a:lnTo>
                  <a:lnTo>
                    <a:pt x="9213400" y="1987789"/>
                  </a:lnTo>
                  <a:lnTo>
                    <a:pt x="9170189" y="1929901"/>
                  </a:lnTo>
                  <a:lnTo>
                    <a:pt x="9127356" y="1868463"/>
                  </a:lnTo>
                  <a:lnTo>
                    <a:pt x="9084743" y="1803602"/>
                  </a:lnTo>
                  <a:lnTo>
                    <a:pt x="9042230" y="1735520"/>
                  </a:lnTo>
                  <a:lnTo>
                    <a:pt x="8999734" y="1664498"/>
                  </a:lnTo>
                  <a:lnTo>
                    <a:pt x="8957203" y="1590892"/>
                  </a:lnTo>
                  <a:lnTo>
                    <a:pt x="8914611" y="1515128"/>
                  </a:lnTo>
                  <a:lnTo>
                    <a:pt x="8871954" y="1437695"/>
                  </a:lnTo>
                  <a:lnTo>
                    <a:pt x="8829245" y="1359131"/>
                  </a:lnTo>
                  <a:lnTo>
                    <a:pt x="8786508" y="1280007"/>
                  </a:lnTo>
                  <a:lnTo>
                    <a:pt x="8743772" y="1200912"/>
                  </a:lnTo>
                  <a:lnTo>
                    <a:pt x="8701067" y="1122435"/>
                  </a:lnTo>
                  <a:lnTo>
                    <a:pt x="8658417" y="1045145"/>
                  </a:lnTo>
                  <a:lnTo>
                    <a:pt x="8615831" y="969576"/>
                  </a:lnTo>
                  <a:lnTo>
                    <a:pt x="8573305" y="896209"/>
                  </a:lnTo>
                  <a:lnTo>
                    <a:pt x="8530810" y="825465"/>
                  </a:lnTo>
                  <a:lnTo>
                    <a:pt x="8488291" y="757693"/>
                  </a:lnTo>
                  <a:lnTo>
                    <a:pt x="8445662" y="693165"/>
                  </a:lnTo>
                  <a:lnTo>
                    <a:pt x="8402800" y="632076"/>
                  </a:lnTo>
                  <a:lnTo>
                    <a:pt x="8359540" y="574547"/>
                  </a:lnTo>
                  <a:lnTo>
                    <a:pt x="8315672" y="520625"/>
                  </a:lnTo>
                  <a:lnTo>
                    <a:pt x="8270930" y="470292"/>
                  </a:lnTo>
                  <a:lnTo>
                    <a:pt x="8229629" y="427985"/>
                  </a:lnTo>
                  <a:lnTo>
                    <a:pt x="8178495" y="381010"/>
                  </a:lnTo>
                  <a:lnTo>
                    <a:pt x="8124989" y="338053"/>
                  </a:lnTo>
                  <a:lnTo>
                    <a:pt x="8068455" y="298977"/>
                  </a:lnTo>
                  <a:lnTo>
                    <a:pt x="8008175" y="263513"/>
                  </a:lnTo>
                  <a:lnTo>
                    <a:pt x="7943404" y="231336"/>
                  </a:lnTo>
                  <a:lnTo>
                    <a:pt x="7873409" y="202111"/>
                  </a:lnTo>
                  <a:lnTo>
                    <a:pt x="7797515" y="175522"/>
                  </a:lnTo>
                  <a:lnTo>
                    <a:pt x="7715172" y="151286"/>
                  </a:lnTo>
                  <a:lnTo>
                    <a:pt x="7626032" y="129169"/>
                  </a:lnTo>
                  <a:lnTo>
                    <a:pt x="7530062" y="108989"/>
                  </a:lnTo>
                  <a:lnTo>
                    <a:pt x="7427670" y="90617"/>
                  </a:lnTo>
                  <a:lnTo>
                    <a:pt x="7319840" y="73978"/>
                  </a:lnTo>
                  <a:lnTo>
                    <a:pt x="7208258" y="59048"/>
                  </a:lnTo>
                  <a:lnTo>
                    <a:pt x="7095374" y="45839"/>
                  </a:lnTo>
                  <a:lnTo>
                    <a:pt x="6984367" y="34384"/>
                  </a:lnTo>
                  <a:lnTo>
                    <a:pt x="6878954" y="24718"/>
                  </a:lnTo>
                  <a:lnTo>
                    <a:pt x="6783027" y="16847"/>
                  </a:lnTo>
                  <a:lnTo>
                    <a:pt x="6700154" y="10723"/>
                  </a:lnTo>
                  <a:lnTo>
                    <a:pt x="6633020" y="6234"/>
                  </a:lnTo>
                  <a:lnTo>
                    <a:pt x="6582950" y="3190"/>
                  </a:lnTo>
                  <a:lnTo>
                    <a:pt x="6549620" y="1342"/>
                  </a:lnTo>
                  <a:lnTo>
                    <a:pt x="6531015" y="398"/>
                  </a:lnTo>
                  <a:lnTo>
                    <a:pt x="6523572" y="51"/>
                  </a:lnTo>
                  <a:lnTo>
                    <a:pt x="652238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3" y="48"/>
                  </a:lnTo>
                  <a:lnTo>
                    <a:pt x="5519212" y="394"/>
                  </a:lnTo>
                  <a:lnTo>
                    <a:pt x="5501066" y="1350"/>
                  </a:lnTo>
                  <a:lnTo>
                    <a:pt x="5468329" y="3233"/>
                  </a:lnTo>
                  <a:lnTo>
                    <a:pt x="5418933" y="6348"/>
                  </a:lnTo>
                  <a:lnTo>
                    <a:pt x="5352498" y="10956"/>
                  </a:lnTo>
                  <a:lnTo>
                    <a:pt x="5270284" y="17253"/>
                  </a:lnTo>
                  <a:lnTo>
                    <a:pt x="5174925" y="25363"/>
                  </a:lnTo>
                  <a:lnTo>
                    <a:pt x="5069951" y="35335"/>
                  </a:lnTo>
                  <a:lnTo>
                    <a:pt x="4959236" y="47165"/>
                  </a:lnTo>
                  <a:lnTo>
                    <a:pt x="4846501" y="60819"/>
                  </a:lnTo>
                  <a:lnTo>
                    <a:pt x="4734941" y="76261"/>
                  </a:lnTo>
                  <a:lnTo>
                    <a:pt x="4627031" y="93477"/>
                  </a:lnTo>
                  <a:lnTo>
                    <a:pt x="4524483" y="112489"/>
                  </a:lnTo>
                  <a:lnTo>
                    <a:pt x="4428309" y="133375"/>
                  </a:lnTo>
                  <a:lnTo>
                    <a:pt x="4338941" y="156263"/>
                  </a:lnTo>
                  <a:lnTo>
                    <a:pt x="4256362" y="181340"/>
                  </a:lnTo>
                  <a:lnTo>
                    <a:pt x="4180240" y="208848"/>
                  </a:lnTo>
                  <a:lnTo>
                    <a:pt x="4110035" y="239075"/>
                  </a:lnTo>
                  <a:lnTo>
                    <a:pt x="4045080" y="272349"/>
                  </a:lnTo>
                  <a:lnTo>
                    <a:pt x="3984646" y="309017"/>
                  </a:lnTo>
                  <a:lnTo>
                    <a:pt x="3927989" y="349417"/>
                  </a:lnTo>
                  <a:lnTo>
                    <a:pt x="3874392" y="393833"/>
                  </a:lnTo>
                  <a:lnTo>
                    <a:pt x="3823197" y="442418"/>
                  </a:lnTo>
                  <a:lnTo>
                    <a:pt x="3820202" y="445453"/>
                  </a:lnTo>
                  <a:lnTo>
                    <a:pt x="3775028" y="493828"/>
                  </a:lnTo>
                  <a:lnTo>
                    <a:pt x="3730996" y="545764"/>
                  </a:lnTo>
                  <a:lnTo>
                    <a:pt x="3687792" y="601335"/>
                  </a:lnTo>
                  <a:lnTo>
                    <a:pt x="3645166" y="660555"/>
                  </a:lnTo>
                  <a:lnTo>
                    <a:pt x="3602919" y="723372"/>
                  </a:lnTo>
                  <a:lnTo>
                    <a:pt x="3560894" y="789665"/>
                  </a:lnTo>
                  <a:lnTo>
                    <a:pt x="3518975" y="859236"/>
                  </a:lnTo>
                  <a:lnTo>
                    <a:pt x="3477079" y="931813"/>
                  </a:lnTo>
                  <a:lnTo>
                    <a:pt x="3435153" y="1007049"/>
                  </a:lnTo>
                  <a:lnTo>
                    <a:pt x="3393169" y="1084526"/>
                  </a:lnTo>
                  <a:lnTo>
                    <a:pt x="3351122" y="1163765"/>
                  </a:lnTo>
                  <a:lnTo>
                    <a:pt x="3309022" y="1244235"/>
                  </a:lnTo>
                  <a:lnTo>
                    <a:pt x="3266890" y="1325372"/>
                  </a:lnTo>
                  <a:lnTo>
                    <a:pt x="3224754" y="1406589"/>
                  </a:lnTo>
                  <a:lnTo>
                    <a:pt x="3182642" y="1487297"/>
                  </a:lnTo>
                  <a:lnTo>
                    <a:pt x="3140579" y="1566923"/>
                  </a:lnTo>
                  <a:lnTo>
                    <a:pt x="3098578" y="1644926"/>
                  </a:lnTo>
                  <a:lnTo>
                    <a:pt x="3056639" y="1720812"/>
                  </a:lnTo>
                  <a:lnTo>
                    <a:pt x="3014738" y="1794145"/>
                  </a:lnTo>
                  <a:lnTo>
                    <a:pt x="2972832" y="1864559"/>
                  </a:lnTo>
                  <a:lnTo>
                    <a:pt x="2930846" y="1931761"/>
                  </a:lnTo>
                  <a:lnTo>
                    <a:pt x="2888673" y="1995533"/>
                  </a:lnTo>
                  <a:lnTo>
                    <a:pt x="2846167" y="2055733"/>
                  </a:lnTo>
                  <a:lnTo>
                    <a:pt x="2803142" y="2112292"/>
                  </a:lnTo>
                  <a:lnTo>
                    <a:pt x="2759362" y="2165206"/>
                  </a:lnTo>
                  <a:lnTo>
                    <a:pt x="2714531" y="2214534"/>
                  </a:lnTo>
                  <a:lnTo>
                    <a:pt x="2702183" y="2227269"/>
                  </a:lnTo>
                  <a:lnTo>
                    <a:pt x="2651114" y="2276104"/>
                  </a:lnTo>
                  <a:lnTo>
                    <a:pt x="2597678" y="2320766"/>
                  </a:lnTo>
                  <a:lnTo>
                    <a:pt x="2541224" y="2361400"/>
                  </a:lnTo>
                  <a:lnTo>
                    <a:pt x="2481036" y="2398281"/>
                  </a:lnTo>
                  <a:lnTo>
                    <a:pt x="2416371" y="2431748"/>
                  </a:lnTo>
                  <a:lnTo>
                    <a:pt x="2346500" y="2462148"/>
                  </a:lnTo>
                  <a:lnTo>
                    <a:pt x="2270749" y="2489809"/>
                  </a:lnTo>
                  <a:lnTo>
                    <a:pt x="2188567" y="2515025"/>
                  </a:lnTo>
                  <a:lnTo>
                    <a:pt x="2099608" y="2538038"/>
                  </a:lnTo>
                  <a:lnTo>
                    <a:pt x="2003835" y="2559039"/>
                  </a:lnTo>
                  <a:lnTo>
                    <a:pt x="1901646" y="2578161"/>
                  </a:lnTo>
                  <a:lnTo>
                    <a:pt x="1794015" y="2595482"/>
                  </a:lnTo>
                  <a:lnTo>
                    <a:pt x="1682611" y="2611030"/>
                  </a:lnTo>
                  <a:lnTo>
                    <a:pt x="1569863" y="2624792"/>
                  </a:lnTo>
                  <a:lnTo>
                    <a:pt x="1458927" y="2636732"/>
                  </a:lnTo>
                  <a:lnTo>
                    <a:pt x="1353500" y="2646816"/>
                  </a:lnTo>
                  <a:lnTo>
                    <a:pt x="1257461" y="2655036"/>
                  </a:lnTo>
                  <a:lnTo>
                    <a:pt x="1174377" y="2661439"/>
                  </a:lnTo>
                  <a:lnTo>
                    <a:pt x="1106948" y="2666143"/>
                  </a:lnTo>
                  <a:lnTo>
                    <a:pt x="1056528" y="2669340"/>
                  </a:lnTo>
                  <a:lnTo>
                    <a:pt x="1022837" y="2671289"/>
                  </a:lnTo>
                  <a:lnTo>
                    <a:pt x="1003906" y="2672292"/>
                  </a:lnTo>
                  <a:lnTo>
                    <a:pt x="996224" y="2672665"/>
                  </a:lnTo>
                  <a:lnTo>
                    <a:pt x="994940" y="2672723"/>
                  </a:lnTo>
                  <a:lnTo>
                    <a:pt x="994940" y="2672723"/>
                  </a:lnTo>
                  <a:lnTo>
                    <a:pt x="0" y="2672723"/>
                  </a:lnTo>
                  <a:lnTo>
                    <a:pt x="0" y="26727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6" name="pg1685"/>
            <p:cNvSpPr/>
            <p:nvPr/>
          </p:nvSpPr>
          <p:spPr>
            <a:xfrm>
              <a:off x="1199187" y="5759292"/>
              <a:ext cx="12049831" cy="634116"/>
            </a:xfrm>
            <a:custGeom>
              <a:avLst/>
              <a:pathLst>
                <a:path w="12049831" h="634116">
                  <a:moveTo>
                    <a:pt x="0" y="5240"/>
                  </a:moveTo>
                  <a:lnTo>
                    <a:pt x="994940" y="5240"/>
                  </a:lnTo>
                  <a:lnTo>
                    <a:pt x="996073" y="5252"/>
                  </a:lnTo>
                  <a:lnTo>
                    <a:pt x="1003552" y="5337"/>
                  </a:lnTo>
                  <a:lnTo>
                    <a:pt x="1022507" y="5573"/>
                  </a:lnTo>
                  <a:lnTo>
                    <a:pt x="1056646" y="6038"/>
                  </a:lnTo>
                  <a:lnTo>
                    <a:pt x="1108041" y="6805"/>
                  </a:lnTo>
                  <a:lnTo>
                    <a:pt x="1176966" y="7940"/>
                  </a:lnTo>
                  <a:lnTo>
                    <a:pt x="1261962" y="9488"/>
                  </a:lnTo>
                  <a:lnTo>
                    <a:pt x="1360151" y="11478"/>
                  </a:lnTo>
                  <a:lnTo>
                    <a:pt x="1467767" y="13920"/>
                  </a:lnTo>
                  <a:lnTo>
                    <a:pt x="1580743" y="16813"/>
                  </a:lnTo>
                  <a:lnTo>
                    <a:pt x="1695246" y="20146"/>
                  </a:lnTo>
                  <a:lnTo>
                    <a:pt x="1808045" y="23913"/>
                  </a:lnTo>
                  <a:lnTo>
                    <a:pt x="1916690" y="28110"/>
                  </a:lnTo>
                  <a:lnTo>
                    <a:pt x="2019537" y="32746"/>
                  </a:lnTo>
                  <a:lnTo>
                    <a:pt x="2115667" y="37843"/>
                  </a:lnTo>
                  <a:lnTo>
                    <a:pt x="2204746" y="43435"/>
                  </a:lnTo>
                  <a:lnTo>
                    <a:pt x="2286881" y="49572"/>
                  </a:lnTo>
                  <a:lnTo>
                    <a:pt x="2362488" y="56316"/>
                  </a:lnTo>
                  <a:lnTo>
                    <a:pt x="2432175" y="63742"/>
                  </a:lnTo>
                  <a:lnTo>
                    <a:pt x="2496667" y="71932"/>
                  </a:lnTo>
                  <a:lnTo>
                    <a:pt x="2556736" y="80973"/>
                  </a:lnTo>
                  <a:lnTo>
                    <a:pt x="2613155" y="90944"/>
                  </a:lnTo>
                  <a:lnTo>
                    <a:pt x="2666662" y="101907"/>
                  </a:lnTo>
                  <a:lnTo>
                    <a:pt x="2702183" y="110053"/>
                  </a:lnTo>
                  <a:lnTo>
                    <a:pt x="2761877" y="125341"/>
                  </a:lnTo>
                  <a:lnTo>
                    <a:pt x="2819746" y="142117"/>
                  </a:lnTo>
                  <a:lnTo>
                    <a:pt x="2876449" y="160405"/>
                  </a:lnTo>
                  <a:lnTo>
                    <a:pt x="2932476" y="180182"/>
                  </a:lnTo>
                  <a:lnTo>
                    <a:pt x="2988176" y="201376"/>
                  </a:lnTo>
                  <a:lnTo>
                    <a:pt x="3043786" y="223859"/>
                  </a:lnTo>
                  <a:lnTo>
                    <a:pt x="3099443" y="247448"/>
                  </a:lnTo>
                  <a:lnTo>
                    <a:pt x="3155206" y="271909"/>
                  </a:lnTo>
                  <a:lnTo>
                    <a:pt x="3211071" y="296966"/>
                  </a:lnTo>
                  <a:lnTo>
                    <a:pt x="3266993" y="322311"/>
                  </a:lnTo>
                  <a:lnTo>
                    <a:pt x="3322909" y="347622"/>
                  </a:lnTo>
                  <a:lnTo>
                    <a:pt x="3378755" y="372580"/>
                  </a:lnTo>
                  <a:lnTo>
                    <a:pt x="3434495" y="396881"/>
                  </a:lnTo>
                  <a:lnTo>
                    <a:pt x="3490135" y="420258"/>
                  </a:lnTo>
                  <a:lnTo>
                    <a:pt x="3545749" y="442487"/>
                  </a:lnTo>
                  <a:lnTo>
                    <a:pt x="3601494" y="463396"/>
                  </a:lnTo>
                  <a:lnTo>
                    <a:pt x="3657628" y="482869"/>
                  </a:lnTo>
                  <a:lnTo>
                    <a:pt x="3714527" y="500843"/>
                  </a:lnTo>
                  <a:lnTo>
                    <a:pt x="3772715" y="517307"/>
                  </a:lnTo>
                  <a:lnTo>
                    <a:pt x="3820202" y="529304"/>
                  </a:lnTo>
                  <a:lnTo>
                    <a:pt x="3872087" y="540966"/>
                  </a:lnTo>
                  <a:lnTo>
                    <a:pt x="3926425" y="551616"/>
                  </a:lnTo>
                  <a:lnTo>
                    <a:pt x="3983897" y="561290"/>
                  </a:lnTo>
                  <a:lnTo>
                    <a:pt x="4045257" y="570057"/>
                  </a:lnTo>
                  <a:lnTo>
                    <a:pt x="4111283" y="578001"/>
                  </a:lnTo>
                  <a:lnTo>
                    <a:pt x="4182737" y="585206"/>
                  </a:lnTo>
                  <a:lnTo>
                    <a:pt x="4260315" y="591754"/>
                  </a:lnTo>
                  <a:lnTo>
                    <a:pt x="4344577" y="597716"/>
                  </a:lnTo>
                  <a:lnTo>
                    <a:pt x="4435855" y="603149"/>
                  </a:lnTo>
                  <a:lnTo>
                    <a:pt x="4534133" y="608099"/>
                  </a:lnTo>
                  <a:lnTo>
                    <a:pt x="4638913" y="612598"/>
                  </a:lnTo>
                  <a:lnTo>
                    <a:pt x="4749061" y="616661"/>
                  </a:lnTo>
                  <a:lnTo>
                    <a:pt x="4862691" y="620293"/>
                  </a:lnTo>
                  <a:lnTo>
                    <a:pt x="4977099" y="623491"/>
                  </a:lnTo>
                  <a:lnTo>
                    <a:pt x="5088839" y="626244"/>
                  </a:lnTo>
                  <a:lnTo>
                    <a:pt x="5193957" y="628546"/>
                  </a:lnTo>
                  <a:lnTo>
                    <a:pt x="5288419" y="630396"/>
                  </a:lnTo>
                  <a:lnTo>
                    <a:pt x="5368669" y="631812"/>
                  </a:lnTo>
                  <a:lnTo>
                    <a:pt x="5432223" y="632826"/>
                  </a:lnTo>
                  <a:lnTo>
                    <a:pt x="5478138" y="633492"/>
                  </a:lnTo>
                  <a:lnTo>
                    <a:pt x="5507254" y="633877"/>
                  </a:lnTo>
                  <a:lnTo>
                    <a:pt x="5522173" y="634058"/>
                  </a:lnTo>
                  <a:lnTo>
                    <a:pt x="5527068" y="634112"/>
                  </a:lnTo>
                  <a:lnTo>
                    <a:pt x="5527445" y="634116"/>
                  </a:lnTo>
                  <a:lnTo>
                    <a:pt x="6522385" y="634116"/>
                  </a:lnTo>
                  <a:lnTo>
                    <a:pt x="6523522" y="634116"/>
                  </a:lnTo>
                  <a:lnTo>
                    <a:pt x="6531021" y="634112"/>
                  </a:lnTo>
                  <a:lnTo>
                    <a:pt x="6550026" y="634102"/>
                  </a:lnTo>
                  <a:lnTo>
                    <a:pt x="6584252" y="634083"/>
                  </a:lnTo>
                  <a:lnTo>
                    <a:pt x="6635770" y="634051"/>
                  </a:lnTo>
                  <a:lnTo>
                    <a:pt x="6704848" y="634003"/>
                  </a:lnTo>
                  <a:lnTo>
                    <a:pt x="6790014" y="633939"/>
                  </a:lnTo>
                  <a:lnTo>
                    <a:pt x="6888376" y="633856"/>
                  </a:lnTo>
                  <a:lnTo>
                    <a:pt x="6996151" y="633754"/>
                  </a:lnTo>
                  <a:lnTo>
                    <a:pt x="7109263" y="633633"/>
                  </a:lnTo>
                  <a:lnTo>
                    <a:pt x="7223871" y="633494"/>
                  </a:lnTo>
                  <a:lnTo>
                    <a:pt x="7336742" y="633336"/>
                  </a:lnTo>
                  <a:lnTo>
                    <a:pt x="7445429" y="633161"/>
                  </a:lnTo>
                  <a:lnTo>
                    <a:pt x="7548292" y="632967"/>
                  </a:lnTo>
                  <a:lnTo>
                    <a:pt x="7644417" y="632755"/>
                  </a:lnTo>
                  <a:lnTo>
                    <a:pt x="7733476" y="632521"/>
                  </a:lnTo>
                  <a:lnTo>
                    <a:pt x="7815584" y="632265"/>
                  </a:lnTo>
                  <a:lnTo>
                    <a:pt x="7891159" y="631983"/>
                  </a:lnTo>
                  <a:lnTo>
                    <a:pt x="7960815" y="631673"/>
                  </a:lnTo>
                  <a:lnTo>
                    <a:pt x="8025280" y="631331"/>
                  </a:lnTo>
                  <a:lnTo>
                    <a:pt x="8085327" y="630953"/>
                  </a:lnTo>
                  <a:lnTo>
                    <a:pt x="8141734" y="630536"/>
                  </a:lnTo>
                  <a:lnTo>
                    <a:pt x="8195236" y="630078"/>
                  </a:lnTo>
                  <a:lnTo>
                    <a:pt x="8229629" y="629749"/>
                  </a:lnTo>
                  <a:lnTo>
                    <a:pt x="8291280" y="629090"/>
                  </a:lnTo>
                  <a:lnTo>
                    <a:pt x="8351007" y="628364"/>
                  </a:lnTo>
                  <a:lnTo>
                    <a:pt x="8409529" y="627571"/>
                  </a:lnTo>
                  <a:lnTo>
                    <a:pt x="8467370" y="626712"/>
                  </a:lnTo>
                  <a:lnTo>
                    <a:pt x="8524904" y="625791"/>
                  </a:lnTo>
                  <a:lnTo>
                    <a:pt x="8582371" y="624814"/>
                  </a:lnTo>
                  <a:lnTo>
                    <a:pt x="8639907" y="623789"/>
                  </a:lnTo>
                  <a:lnTo>
                    <a:pt x="8697560" y="622728"/>
                  </a:lnTo>
                  <a:lnTo>
                    <a:pt x="8755312" y="621644"/>
                  </a:lnTo>
                  <a:lnTo>
                    <a:pt x="8813106" y="620552"/>
                  </a:lnTo>
                  <a:lnTo>
                    <a:pt x="8870869" y="619466"/>
                  </a:lnTo>
                  <a:lnTo>
                    <a:pt x="8928540" y="618401"/>
                  </a:lnTo>
                  <a:lnTo>
                    <a:pt x="8986092" y="617370"/>
                  </a:lnTo>
                  <a:lnTo>
                    <a:pt x="9043564" y="616385"/>
                  </a:lnTo>
                  <a:lnTo>
                    <a:pt x="9101074" y="615454"/>
                  </a:lnTo>
                  <a:lnTo>
                    <a:pt x="9158848" y="614585"/>
                  </a:lnTo>
                  <a:lnTo>
                    <a:pt x="9217235" y="613782"/>
                  </a:lnTo>
                  <a:lnTo>
                    <a:pt x="9276737" y="613046"/>
                  </a:lnTo>
                  <a:lnTo>
                    <a:pt x="9338037" y="612377"/>
                  </a:lnTo>
                  <a:lnTo>
                    <a:pt x="9347647" y="612280"/>
                  </a:lnTo>
                  <a:lnTo>
                    <a:pt x="9399583" y="611794"/>
                  </a:lnTo>
                  <a:lnTo>
                    <a:pt x="9453975" y="611350"/>
                  </a:lnTo>
                  <a:lnTo>
                    <a:pt x="9511510" y="610946"/>
                  </a:lnTo>
                  <a:lnTo>
                    <a:pt x="9572942" y="610581"/>
                  </a:lnTo>
                  <a:lnTo>
                    <a:pt x="9639051" y="610250"/>
                  </a:lnTo>
                  <a:lnTo>
                    <a:pt x="9710602" y="609949"/>
                  </a:lnTo>
                  <a:lnTo>
                    <a:pt x="9788293" y="609676"/>
                  </a:lnTo>
                  <a:lnTo>
                    <a:pt x="9872682" y="609428"/>
                  </a:lnTo>
                  <a:lnTo>
                    <a:pt x="9964102" y="609202"/>
                  </a:lnTo>
                  <a:lnTo>
                    <a:pt x="10062534" y="608995"/>
                  </a:lnTo>
                  <a:lnTo>
                    <a:pt x="10167472" y="608808"/>
                  </a:lnTo>
                  <a:lnTo>
                    <a:pt x="10277773" y="608639"/>
                  </a:lnTo>
                  <a:lnTo>
                    <a:pt x="10391535" y="608487"/>
                  </a:lnTo>
                  <a:lnTo>
                    <a:pt x="10506040" y="608354"/>
                  </a:lnTo>
                  <a:lnTo>
                    <a:pt x="10617822" y="608240"/>
                  </a:lnTo>
                  <a:lnTo>
                    <a:pt x="10722911" y="608144"/>
                  </a:lnTo>
                  <a:lnTo>
                    <a:pt x="10817266" y="608067"/>
                  </a:lnTo>
                  <a:lnTo>
                    <a:pt x="10897333" y="608008"/>
                  </a:lnTo>
                  <a:lnTo>
                    <a:pt x="10960643" y="607966"/>
                  </a:lnTo>
                  <a:lnTo>
                    <a:pt x="11006280" y="607939"/>
                  </a:lnTo>
                  <a:lnTo>
                    <a:pt x="11035120" y="607923"/>
                  </a:lnTo>
                  <a:lnTo>
                    <a:pt x="11049805" y="607915"/>
                  </a:lnTo>
                  <a:lnTo>
                    <a:pt x="11054548" y="607913"/>
                  </a:lnTo>
                  <a:lnTo>
                    <a:pt x="11054891" y="607913"/>
                  </a:lnTo>
                  <a:lnTo>
                    <a:pt x="12049831" y="607913"/>
                  </a:lnTo>
                  <a:lnTo>
                    <a:pt x="12049831" y="602672"/>
                  </a:lnTo>
                  <a:lnTo>
                    <a:pt x="11054891" y="602672"/>
                  </a:lnTo>
                  <a:lnTo>
                    <a:pt x="11053755" y="602673"/>
                  </a:lnTo>
                  <a:lnTo>
                    <a:pt x="11046255" y="602676"/>
                  </a:lnTo>
                  <a:lnTo>
                    <a:pt x="11027250" y="602686"/>
                  </a:lnTo>
                  <a:lnTo>
                    <a:pt x="10993024" y="602706"/>
                  </a:lnTo>
                  <a:lnTo>
                    <a:pt x="10941506" y="602738"/>
                  </a:lnTo>
                  <a:lnTo>
                    <a:pt x="10872428" y="602785"/>
                  </a:lnTo>
                  <a:lnTo>
                    <a:pt x="10787263" y="602850"/>
                  </a:lnTo>
                  <a:lnTo>
                    <a:pt x="10688901" y="602933"/>
                  </a:lnTo>
                  <a:lnTo>
                    <a:pt x="10581126" y="603035"/>
                  </a:lnTo>
                  <a:lnTo>
                    <a:pt x="10468014" y="603156"/>
                  </a:lnTo>
                  <a:lnTo>
                    <a:pt x="10353405" y="603295"/>
                  </a:lnTo>
                  <a:lnTo>
                    <a:pt x="10240534" y="603452"/>
                  </a:lnTo>
                  <a:lnTo>
                    <a:pt x="10131848" y="603628"/>
                  </a:lnTo>
                  <a:lnTo>
                    <a:pt x="10028985" y="603821"/>
                  </a:lnTo>
                  <a:lnTo>
                    <a:pt x="9932860" y="604034"/>
                  </a:lnTo>
                  <a:lnTo>
                    <a:pt x="9843800" y="604268"/>
                  </a:lnTo>
                  <a:lnTo>
                    <a:pt x="9761692" y="604524"/>
                  </a:lnTo>
                  <a:lnTo>
                    <a:pt x="9686117" y="604806"/>
                  </a:lnTo>
                  <a:lnTo>
                    <a:pt x="9616461" y="605116"/>
                  </a:lnTo>
                  <a:lnTo>
                    <a:pt x="9551997" y="605458"/>
                  </a:lnTo>
                  <a:lnTo>
                    <a:pt x="9491949" y="605836"/>
                  </a:lnTo>
                  <a:lnTo>
                    <a:pt x="9435543" y="606252"/>
                  </a:lnTo>
                  <a:lnTo>
                    <a:pt x="9382040" y="606711"/>
                  </a:lnTo>
                  <a:lnTo>
                    <a:pt x="9347647" y="607040"/>
                  </a:lnTo>
                  <a:lnTo>
                    <a:pt x="9285997" y="607699"/>
                  </a:lnTo>
                  <a:lnTo>
                    <a:pt x="9226269" y="608425"/>
                  </a:lnTo>
                  <a:lnTo>
                    <a:pt x="9167748" y="609217"/>
                  </a:lnTo>
                  <a:lnTo>
                    <a:pt x="9109906" y="610076"/>
                  </a:lnTo>
                  <a:lnTo>
                    <a:pt x="9052373" y="610998"/>
                  </a:lnTo>
                  <a:lnTo>
                    <a:pt x="8994906" y="611975"/>
                  </a:lnTo>
                  <a:lnTo>
                    <a:pt x="8937370" y="613000"/>
                  </a:lnTo>
                  <a:lnTo>
                    <a:pt x="8879717" y="614060"/>
                  </a:lnTo>
                  <a:lnTo>
                    <a:pt x="8821965" y="615144"/>
                  </a:lnTo>
                  <a:lnTo>
                    <a:pt x="8764170" y="616237"/>
                  </a:lnTo>
                  <a:lnTo>
                    <a:pt x="8706407" y="617323"/>
                  </a:lnTo>
                  <a:lnTo>
                    <a:pt x="8648737" y="618388"/>
                  </a:lnTo>
                  <a:lnTo>
                    <a:pt x="8591184" y="619419"/>
                  </a:lnTo>
                  <a:lnTo>
                    <a:pt x="8533713" y="620404"/>
                  </a:lnTo>
                  <a:lnTo>
                    <a:pt x="8476202" y="621334"/>
                  </a:lnTo>
                  <a:lnTo>
                    <a:pt x="8418429" y="622203"/>
                  </a:lnTo>
                  <a:lnTo>
                    <a:pt x="8360041" y="623006"/>
                  </a:lnTo>
                  <a:lnTo>
                    <a:pt x="8300540" y="623742"/>
                  </a:lnTo>
                  <a:lnTo>
                    <a:pt x="8239240" y="624412"/>
                  </a:lnTo>
                  <a:lnTo>
                    <a:pt x="8229629" y="624508"/>
                  </a:lnTo>
                  <a:lnTo>
                    <a:pt x="8177694" y="624995"/>
                  </a:lnTo>
                  <a:lnTo>
                    <a:pt x="8123301" y="625439"/>
                  </a:lnTo>
                  <a:lnTo>
                    <a:pt x="8065766" y="625842"/>
                  </a:lnTo>
                  <a:lnTo>
                    <a:pt x="8004335" y="626208"/>
                  </a:lnTo>
                  <a:lnTo>
                    <a:pt x="7938226" y="626539"/>
                  </a:lnTo>
                  <a:lnTo>
                    <a:pt x="7866674" y="626839"/>
                  </a:lnTo>
                  <a:lnTo>
                    <a:pt x="7788984" y="627112"/>
                  </a:lnTo>
                  <a:lnTo>
                    <a:pt x="7704594" y="627361"/>
                  </a:lnTo>
                  <a:lnTo>
                    <a:pt x="7613174" y="627587"/>
                  </a:lnTo>
                  <a:lnTo>
                    <a:pt x="7514743" y="627793"/>
                  </a:lnTo>
                  <a:lnTo>
                    <a:pt x="7409805" y="627981"/>
                  </a:lnTo>
                  <a:lnTo>
                    <a:pt x="7299504" y="628150"/>
                  </a:lnTo>
                  <a:lnTo>
                    <a:pt x="7185741" y="628301"/>
                  </a:lnTo>
                  <a:lnTo>
                    <a:pt x="7071237" y="628434"/>
                  </a:lnTo>
                  <a:lnTo>
                    <a:pt x="6959455" y="628549"/>
                  </a:lnTo>
                  <a:lnTo>
                    <a:pt x="6854365" y="628645"/>
                  </a:lnTo>
                  <a:lnTo>
                    <a:pt x="6760011" y="628722"/>
                  </a:lnTo>
                  <a:lnTo>
                    <a:pt x="6679944" y="628780"/>
                  </a:lnTo>
                  <a:lnTo>
                    <a:pt x="6616634" y="628822"/>
                  </a:lnTo>
                  <a:lnTo>
                    <a:pt x="6570996" y="628850"/>
                  </a:lnTo>
                  <a:lnTo>
                    <a:pt x="6542156" y="628866"/>
                  </a:lnTo>
                  <a:lnTo>
                    <a:pt x="6527472" y="628873"/>
                  </a:lnTo>
                  <a:lnTo>
                    <a:pt x="6522728" y="628875"/>
                  </a:lnTo>
                  <a:lnTo>
                    <a:pt x="6522385" y="628876"/>
                  </a:lnTo>
                  <a:lnTo>
                    <a:pt x="5527445" y="628876"/>
                  </a:lnTo>
                  <a:lnTo>
                    <a:pt x="5526312" y="628864"/>
                  </a:lnTo>
                  <a:lnTo>
                    <a:pt x="5518833" y="628778"/>
                  </a:lnTo>
                  <a:lnTo>
                    <a:pt x="5499878" y="628543"/>
                  </a:lnTo>
                  <a:lnTo>
                    <a:pt x="5465738" y="628078"/>
                  </a:lnTo>
                  <a:lnTo>
                    <a:pt x="5414344" y="627310"/>
                  </a:lnTo>
                  <a:lnTo>
                    <a:pt x="5345419" y="626176"/>
                  </a:lnTo>
                  <a:lnTo>
                    <a:pt x="5260423" y="624628"/>
                  </a:lnTo>
                  <a:lnTo>
                    <a:pt x="5162234" y="622638"/>
                  </a:lnTo>
                  <a:lnTo>
                    <a:pt x="5054618" y="620196"/>
                  </a:lnTo>
                  <a:lnTo>
                    <a:pt x="4941642" y="617303"/>
                  </a:lnTo>
                  <a:lnTo>
                    <a:pt x="4827139" y="613969"/>
                  </a:lnTo>
                  <a:lnTo>
                    <a:pt x="4714340" y="610203"/>
                  </a:lnTo>
                  <a:lnTo>
                    <a:pt x="4605695" y="606006"/>
                  </a:lnTo>
                  <a:lnTo>
                    <a:pt x="4502848" y="601369"/>
                  </a:lnTo>
                  <a:lnTo>
                    <a:pt x="4406718" y="596273"/>
                  </a:lnTo>
                  <a:lnTo>
                    <a:pt x="4317639" y="590681"/>
                  </a:lnTo>
                  <a:lnTo>
                    <a:pt x="4235504" y="584544"/>
                  </a:lnTo>
                  <a:lnTo>
                    <a:pt x="4159897" y="577800"/>
                  </a:lnTo>
                  <a:lnTo>
                    <a:pt x="4090210" y="570374"/>
                  </a:lnTo>
                  <a:lnTo>
                    <a:pt x="4025718" y="562183"/>
                  </a:lnTo>
                  <a:lnTo>
                    <a:pt x="3965649" y="553143"/>
                  </a:lnTo>
                  <a:lnTo>
                    <a:pt x="3909230" y="543172"/>
                  </a:lnTo>
                  <a:lnTo>
                    <a:pt x="3855723" y="532208"/>
                  </a:lnTo>
                  <a:lnTo>
                    <a:pt x="3820202" y="524063"/>
                  </a:lnTo>
                  <a:lnTo>
                    <a:pt x="3760508" y="508775"/>
                  </a:lnTo>
                  <a:lnTo>
                    <a:pt x="3702639" y="491999"/>
                  </a:lnTo>
                  <a:lnTo>
                    <a:pt x="3645936" y="473711"/>
                  </a:lnTo>
                  <a:lnTo>
                    <a:pt x="3589909" y="453934"/>
                  </a:lnTo>
                  <a:lnTo>
                    <a:pt x="3534209" y="432740"/>
                  </a:lnTo>
                  <a:lnTo>
                    <a:pt x="3478599" y="410257"/>
                  </a:lnTo>
                  <a:lnTo>
                    <a:pt x="3422942" y="386668"/>
                  </a:lnTo>
                  <a:lnTo>
                    <a:pt x="3367179" y="362207"/>
                  </a:lnTo>
                  <a:lnTo>
                    <a:pt x="3311314" y="337150"/>
                  </a:lnTo>
                  <a:lnTo>
                    <a:pt x="3255392" y="311805"/>
                  </a:lnTo>
                  <a:lnTo>
                    <a:pt x="3199476" y="286493"/>
                  </a:lnTo>
                  <a:lnTo>
                    <a:pt x="3143630" y="261536"/>
                  </a:lnTo>
                  <a:lnTo>
                    <a:pt x="3087890" y="237234"/>
                  </a:lnTo>
                  <a:lnTo>
                    <a:pt x="3032250" y="213857"/>
                  </a:lnTo>
                  <a:lnTo>
                    <a:pt x="2976636" y="191628"/>
                  </a:lnTo>
                  <a:lnTo>
                    <a:pt x="2920891" y="170719"/>
                  </a:lnTo>
                  <a:lnTo>
                    <a:pt x="2864757" y="151247"/>
                  </a:lnTo>
                  <a:lnTo>
                    <a:pt x="2807858" y="133273"/>
                  </a:lnTo>
                  <a:lnTo>
                    <a:pt x="2749670" y="116809"/>
                  </a:lnTo>
                  <a:lnTo>
                    <a:pt x="2702183" y="104812"/>
                  </a:lnTo>
                  <a:lnTo>
                    <a:pt x="2650298" y="93150"/>
                  </a:lnTo>
                  <a:lnTo>
                    <a:pt x="2595960" y="82500"/>
                  </a:lnTo>
                  <a:lnTo>
                    <a:pt x="2538488" y="72826"/>
                  </a:lnTo>
                  <a:lnTo>
                    <a:pt x="2477128" y="64058"/>
                  </a:lnTo>
                  <a:lnTo>
                    <a:pt x="2411102" y="56115"/>
                  </a:lnTo>
                  <a:lnTo>
                    <a:pt x="2339648" y="48909"/>
                  </a:lnTo>
                  <a:lnTo>
                    <a:pt x="2262070" y="42361"/>
                  </a:lnTo>
                  <a:lnTo>
                    <a:pt x="2177808" y="36400"/>
                  </a:lnTo>
                  <a:lnTo>
                    <a:pt x="2086530" y="30967"/>
                  </a:lnTo>
                  <a:lnTo>
                    <a:pt x="1988252" y="26016"/>
                  </a:lnTo>
                  <a:lnTo>
                    <a:pt x="1883472" y="21518"/>
                  </a:lnTo>
                  <a:lnTo>
                    <a:pt x="1773324" y="17455"/>
                  </a:lnTo>
                  <a:lnTo>
                    <a:pt x="1659694" y="13823"/>
                  </a:lnTo>
                  <a:lnTo>
                    <a:pt x="1545286" y="10625"/>
                  </a:lnTo>
                  <a:lnTo>
                    <a:pt x="1433546" y="7872"/>
                  </a:lnTo>
                  <a:lnTo>
                    <a:pt x="1328428" y="5570"/>
                  </a:lnTo>
                  <a:lnTo>
                    <a:pt x="1233966" y="3719"/>
                  </a:lnTo>
                  <a:lnTo>
                    <a:pt x="1153716" y="2304"/>
                  </a:lnTo>
                  <a:lnTo>
                    <a:pt x="1090162" y="1289"/>
                  </a:lnTo>
                  <a:lnTo>
                    <a:pt x="1044247" y="623"/>
                  </a:lnTo>
                  <a:lnTo>
                    <a:pt x="1015131" y="238"/>
                  </a:lnTo>
                  <a:lnTo>
                    <a:pt x="1000212" y="58"/>
                  </a:lnTo>
                  <a:lnTo>
                    <a:pt x="995317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87" name="pl1686"/>
            <p:cNvSpPr/>
            <p:nvPr/>
          </p:nvSpPr>
          <p:spPr>
            <a:xfrm>
              <a:off x="1199187" y="5764532"/>
              <a:ext cx="12049831" cy="628876"/>
            </a:xfrm>
            <a:custGeom>
              <a:avLst/>
              <a:pathLst>
                <a:path w="12049831" h="628876">
                  <a:moveTo>
                    <a:pt x="0" y="0"/>
                  </a:moveTo>
                  <a:lnTo>
                    <a:pt x="994940" y="0"/>
                  </a:lnTo>
                  <a:lnTo>
                    <a:pt x="996073" y="11"/>
                  </a:lnTo>
                  <a:lnTo>
                    <a:pt x="1003552" y="97"/>
                  </a:lnTo>
                  <a:lnTo>
                    <a:pt x="1022507" y="333"/>
                  </a:lnTo>
                  <a:lnTo>
                    <a:pt x="1056646" y="797"/>
                  </a:lnTo>
                  <a:lnTo>
                    <a:pt x="1108041" y="1565"/>
                  </a:lnTo>
                  <a:lnTo>
                    <a:pt x="1176966" y="2699"/>
                  </a:lnTo>
                  <a:lnTo>
                    <a:pt x="1261962" y="4247"/>
                  </a:lnTo>
                  <a:lnTo>
                    <a:pt x="1360151" y="6237"/>
                  </a:lnTo>
                  <a:lnTo>
                    <a:pt x="1467767" y="8679"/>
                  </a:lnTo>
                  <a:lnTo>
                    <a:pt x="1580743" y="11572"/>
                  </a:lnTo>
                  <a:lnTo>
                    <a:pt x="1695246" y="14906"/>
                  </a:lnTo>
                  <a:lnTo>
                    <a:pt x="1808045" y="18672"/>
                  </a:lnTo>
                  <a:lnTo>
                    <a:pt x="1916690" y="22869"/>
                  </a:lnTo>
                  <a:lnTo>
                    <a:pt x="2019537" y="27506"/>
                  </a:lnTo>
                  <a:lnTo>
                    <a:pt x="2115667" y="32602"/>
                  </a:lnTo>
                  <a:lnTo>
                    <a:pt x="2204746" y="38194"/>
                  </a:lnTo>
                  <a:lnTo>
                    <a:pt x="2286881" y="44331"/>
                  </a:lnTo>
                  <a:lnTo>
                    <a:pt x="2362488" y="51075"/>
                  </a:lnTo>
                  <a:lnTo>
                    <a:pt x="2432175" y="58501"/>
                  </a:lnTo>
                  <a:lnTo>
                    <a:pt x="2496667" y="66692"/>
                  </a:lnTo>
                  <a:lnTo>
                    <a:pt x="2556736" y="75732"/>
                  </a:lnTo>
                  <a:lnTo>
                    <a:pt x="2613155" y="85703"/>
                  </a:lnTo>
                  <a:lnTo>
                    <a:pt x="2666662" y="96667"/>
                  </a:lnTo>
                  <a:lnTo>
                    <a:pt x="2702183" y="104812"/>
                  </a:lnTo>
                  <a:lnTo>
                    <a:pt x="2761877" y="120101"/>
                  </a:lnTo>
                  <a:lnTo>
                    <a:pt x="2819746" y="136876"/>
                  </a:lnTo>
                  <a:lnTo>
                    <a:pt x="2876449" y="155164"/>
                  </a:lnTo>
                  <a:lnTo>
                    <a:pt x="2932476" y="174941"/>
                  </a:lnTo>
                  <a:lnTo>
                    <a:pt x="2988176" y="196136"/>
                  </a:lnTo>
                  <a:lnTo>
                    <a:pt x="3043786" y="218619"/>
                  </a:lnTo>
                  <a:lnTo>
                    <a:pt x="3099443" y="242207"/>
                  </a:lnTo>
                  <a:lnTo>
                    <a:pt x="3155206" y="266669"/>
                  </a:lnTo>
                  <a:lnTo>
                    <a:pt x="3211071" y="291725"/>
                  </a:lnTo>
                  <a:lnTo>
                    <a:pt x="3266993" y="317070"/>
                  </a:lnTo>
                  <a:lnTo>
                    <a:pt x="3322909" y="342382"/>
                  </a:lnTo>
                  <a:lnTo>
                    <a:pt x="3378755" y="367339"/>
                  </a:lnTo>
                  <a:lnTo>
                    <a:pt x="3434495" y="391641"/>
                  </a:lnTo>
                  <a:lnTo>
                    <a:pt x="3490135" y="415018"/>
                  </a:lnTo>
                  <a:lnTo>
                    <a:pt x="3545749" y="437247"/>
                  </a:lnTo>
                  <a:lnTo>
                    <a:pt x="3601494" y="458156"/>
                  </a:lnTo>
                  <a:lnTo>
                    <a:pt x="3657628" y="477628"/>
                  </a:lnTo>
                  <a:lnTo>
                    <a:pt x="3714527" y="495603"/>
                  </a:lnTo>
                  <a:lnTo>
                    <a:pt x="3772715" y="512066"/>
                  </a:lnTo>
                  <a:lnTo>
                    <a:pt x="3820202" y="524063"/>
                  </a:lnTo>
                  <a:lnTo>
                    <a:pt x="3872087" y="535725"/>
                  </a:lnTo>
                  <a:lnTo>
                    <a:pt x="3926425" y="546376"/>
                  </a:lnTo>
                  <a:lnTo>
                    <a:pt x="3983897" y="556050"/>
                  </a:lnTo>
                  <a:lnTo>
                    <a:pt x="4045257" y="564817"/>
                  </a:lnTo>
                  <a:lnTo>
                    <a:pt x="4111283" y="572760"/>
                  </a:lnTo>
                  <a:lnTo>
                    <a:pt x="4182737" y="579966"/>
                  </a:lnTo>
                  <a:lnTo>
                    <a:pt x="4260315" y="586514"/>
                  </a:lnTo>
                  <a:lnTo>
                    <a:pt x="4344577" y="592475"/>
                  </a:lnTo>
                  <a:lnTo>
                    <a:pt x="4435855" y="597909"/>
                  </a:lnTo>
                  <a:lnTo>
                    <a:pt x="4534133" y="602859"/>
                  </a:lnTo>
                  <a:lnTo>
                    <a:pt x="4638913" y="607357"/>
                  </a:lnTo>
                  <a:lnTo>
                    <a:pt x="4749061" y="611420"/>
                  </a:lnTo>
                  <a:lnTo>
                    <a:pt x="4862691" y="615053"/>
                  </a:lnTo>
                  <a:lnTo>
                    <a:pt x="4977099" y="618250"/>
                  </a:lnTo>
                  <a:lnTo>
                    <a:pt x="5088839" y="621003"/>
                  </a:lnTo>
                  <a:lnTo>
                    <a:pt x="5193957" y="623305"/>
                  </a:lnTo>
                  <a:lnTo>
                    <a:pt x="5288419" y="625156"/>
                  </a:lnTo>
                  <a:lnTo>
                    <a:pt x="5368669" y="626571"/>
                  </a:lnTo>
                  <a:lnTo>
                    <a:pt x="5432223" y="627586"/>
                  </a:lnTo>
                  <a:lnTo>
                    <a:pt x="5478138" y="628252"/>
                  </a:lnTo>
                  <a:lnTo>
                    <a:pt x="5507254" y="628637"/>
                  </a:lnTo>
                  <a:lnTo>
                    <a:pt x="5522173" y="628817"/>
                  </a:lnTo>
                  <a:lnTo>
                    <a:pt x="5527068" y="628872"/>
                  </a:lnTo>
                  <a:lnTo>
                    <a:pt x="5527445" y="628876"/>
                  </a:lnTo>
                  <a:lnTo>
                    <a:pt x="6522385" y="628876"/>
                  </a:lnTo>
                  <a:lnTo>
                    <a:pt x="6523522" y="628875"/>
                  </a:lnTo>
                  <a:lnTo>
                    <a:pt x="6531021" y="628872"/>
                  </a:lnTo>
                  <a:lnTo>
                    <a:pt x="6550026" y="628862"/>
                  </a:lnTo>
                  <a:lnTo>
                    <a:pt x="6584252" y="628842"/>
                  </a:lnTo>
                  <a:lnTo>
                    <a:pt x="6635770" y="628810"/>
                  </a:lnTo>
                  <a:lnTo>
                    <a:pt x="6704848" y="628763"/>
                  </a:lnTo>
                  <a:lnTo>
                    <a:pt x="6790014" y="628698"/>
                  </a:lnTo>
                  <a:lnTo>
                    <a:pt x="6888376" y="628615"/>
                  </a:lnTo>
                  <a:lnTo>
                    <a:pt x="6996151" y="628513"/>
                  </a:lnTo>
                  <a:lnTo>
                    <a:pt x="7109263" y="628392"/>
                  </a:lnTo>
                  <a:lnTo>
                    <a:pt x="7223871" y="628253"/>
                  </a:lnTo>
                  <a:lnTo>
                    <a:pt x="7336742" y="628096"/>
                  </a:lnTo>
                  <a:lnTo>
                    <a:pt x="7445429" y="627920"/>
                  </a:lnTo>
                  <a:lnTo>
                    <a:pt x="7548292" y="627727"/>
                  </a:lnTo>
                  <a:lnTo>
                    <a:pt x="7644417" y="627514"/>
                  </a:lnTo>
                  <a:lnTo>
                    <a:pt x="7733476" y="627280"/>
                  </a:lnTo>
                  <a:lnTo>
                    <a:pt x="7815584" y="627024"/>
                  </a:lnTo>
                  <a:lnTo>
                    <a:pt x="7891159" y="626742"/>
                  </a:lnTo>
                  <a:lnTo>
                    <a:pt x="7960815" y="626432"/>
                  </a:lnTo>
                  <a:lnTo>
                    <a:pt x="8025280" y="626090"/>
                  </a:lnTo>
                  <a:lnTo>
                    <a:pt x="8085327" y="625712"/>
                  </a:lnTo>
                  <a:lnTo>
                    <a:pt x="8141734" y="625296"/>
                  </a:lnTo>
                  <a:lnTo>
                    <a:pt x="8195236" y="624837"/>
                  </a:lnTo>
                  <a:lnTo>
                    <a:pt x="8229629" y="624508"/>
                  </a:lnTo>
                  <a:lnTo>
                    <a:pt x="8291280" y="623849"/>
                  </a:lnTo>
                  <a:lnTo>
                    <a:pt x="8351007" y="623123"/>
                  </a:lnTo>
                  <a:lnTo>
                    <a:pt x="8409529" y="622331"/>
                  </a:lnTo>
                  <a:lnTo>
                    <a:pt x="8467370" y="621472"/>
                  </a:lnTo>
                  <a:lnTo>
                    <a:pt x="8524904" y="620550"/>
                  </a:lnTo>
                  <a:lnTo>
                    <a:pt x="8582371" y="619573"/>
                  </a:lnTo>
                  <a:lnTo>
                    <a:pt x="8639907" y="618548"/>
                  </a:lnTo>
                  <a:lnTo>
                    <a:pt x="8697560" y="617488"/>
                  </a:lnTo>
                  <a:lnTo>
                    <a:pt x="8755312" y="616404"/>
                  </a:lnTo>
                  <a:lnTo>
                    <a:pt x="8813106" y="615311"/>
                  </a:lnTo>
                  <a:lnTo>
                    <a:pt x="8870869" y="614225"/>
                  </a:lnTo>
                  <a:lnTo>
                    <a:pt x="8928540" y="613160"/>
                  </a:lnTo>
                  <a:lnTo>
                    <a:pt x="8986092" y="612129"/>
                  </a:lnTo>
                  <a:lnTo>
                    <a:pt x="9043564" y="611144"/>
                  </a:lnTo>
                  <a:lnTo>
                    <a:pt x="9101074" y="610214"/>
                  </a:lnTo>
                  <a:lnTo>
                    <a:pt x="9158848" y="609345"/>
                  </a:lnTo>
                  <a:lnTo>
                    <a:pt x="9217235" y="608542"/>
                  </a:lnTo>
                  <a:lnTo>
                    <a:pt x="9276737" y="607806"/>
                  </a:lnTo>
                  <a:lnTo>
                    <a:pt x="9338037" y="607136"/>
                  </a:lnTo>
                  <a:lnTo>
                    <a:pt x="9347647" y="607040"/>
                  </a:lnTo>
                  <a:lnTo>
                    <a:pt x="9399583" y="606553"/>
                  </a:lnTo>
                  <a:lnTo>
                    <a:pt x="9453975" y="606109"/>
                  </a:lnTo>
                  <a:lnTo>
                    <a:pt x="9511510" y="605706"/>
                  </a:lnTo>
                  <a:lnTo>
                    <a:pt x="9572942" y="605340"/>
                  </a:lnTo>
                  <a:lnTo>
                    <a:pt x="9639051" y="605009"/>
                  </a:lnTo>
                  <a:lnTo>
                    <a:pt x="9710602" y="604709"/>
                  </a:lnTo>
                  <a:lnTo>
                    <a:pt x="9788293" y="604436"/>
                  </a:lnTo>
                  <a:lnTo>
                    <a:pt x="9872682" y="604187"/>
                  </a:lnTo>
                  <a:lnTo>
                    <a:pt x="9964102" y="603961"/>
                  </a:lnTo>
                  <a:lnTo>
                    <a:pt x="10062534" y="603755"/>
                  </a:lnTo>
                  <a:lnTo>
                    <a:pt x="10167472" y="603567"/>
                  </a:lnTo>
                  <a:lnTo>
                    <a:pt x="10277773" y="603398"/>
                  </a:lnTo>
                  <a:lnTo>
                    <a:pt x="10391535" y="603247"/>
                  </a:lnTo>
                  <a:lnTo>
                    <a:pt x="10506040" y="603114"/>
                  </a:lnTo>
                  <a:lnTo>
                    <a:pt x="10617822" y="602999"/>
                  </a:lnTo>
                  <a:lnTo>
                    <a:pt x="10722911" y="602903"/>
                  </a:lnTo>
                  <a:lnTo>
                    <a:pt x="10817266" y="602826"/>
                  </a:lnTo>
                  <a:lnTo>
                    <a:pt x="10897333" y="602768"/>
                  </a:lnTo>
                  <a:lnTo>
                    <a:pt x="10960643" y="602726"/>
                  </a:lnTo>
                  <a:lnTo>
                    <a:pt x="11006280" y="602698"/>
                  </a:lnTo>
                  <a:lnTo>
                    <a:pt x="11035120" y="602682"/>
                  </a:lnTo>
                  <a:lnTo>
                    <a:pt x="11049805" y="602675"/>
                  </a:lnTo>
                  <a:lnTo>
                    <a:pt x="11054548" y="602673"/>
                  </a:lnTo>
                  <a:lnTo>
                    <a:pt x="11054891" y="602672"/>
                  </a:lnTo>
                  <a:lnTo>
                    <a:pt x="12049831" y="602672"/>
                  </a:lnTo>
                  <a:lnTo>
                    <a:pt x="12049831" y="6026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8" name="pl1687"/>
            <p:cNvSpPr/>
            <p:nvPr/>
          </p:nvSpPr>
          <p:spPr>
            <a:xfrm>
              <a:off x="1199187" y="5759292"/>
              <a:ext cx="12049831" cy="628876"/>
            </a:xfrm>
            <a:custGeom>
              <a:avLst/>
              <a:pathLst>
                <a:path w="12049831" h="628876">
                  <a:moveTo>
                    <a:pt x="12049831" y="602672"/>
                  </a:moveTo>
                  <a:lnTo>
                    <a:pt x="11054891" y="602672"/>
                  </a:lnTo>
                  <a:lnTo>
                    <a:pt x="11053755" y="602673"/>
                  </a:lnTo>
                  <a:lnTo>
                    <a:pt x="11046255" y="602676"/>
                  </a:lnTo>
                  <a:lnTo>
                    <a:pt x="11027250" y="602686"/>
                  </a:lnTo>
                  <a:lnTo>
                    <a:pt x="10993024" y="602706"/>
                  </a:lnTo>
                  <a:lnTo>
                    <a:pt x="10941506" y="602738"/>
                  </a:lnTo>
                  <a:lnTo>
                    <a:pt x="10872428" y="602785"/>
                  </a:lnTo>
                  <a:lnTo>
                    <a:pt x="10787263" y="602850"/>
                  </a:lnTo>
                  <a:lnTo>
                    <a:pt x="10688901" y="602933"/>
                  </a:lnTo>
                  <a:lnTo>
                    <a:pt x="10581126" y="603035"/>
                  </a:lnTo>
                  <a:lnTo>
                    <a:pt x="10468014" y="603156"/>
                  </a:lnTo>
                  <a:lnTo>
                    <a:pt x="10353405" y="603295"/>
                  </a:lnTo>
                  <a:lnTo>
                    <a:pt x="10240534" y="603452"/>
                  </a:lnTo>
                  <a:lnTo>
                    <a:pt x="10131848" y="603628"/>
                  </a:lnTo>
                  <a:lnTo>
                    <a:pt x="10028985" y="603821"/>
                  </a:lnTo>
                  <a:lnTo>
                    <a:pt x="9932860" y="604034"/>
                  </a:lnTo>
                  <a:lnTo>
                    <a:pt x="9843800" y="604268"/>
                  </a:lnTo>
                  <a:lnTo>
                    <a:pt x="9761692" y="604524"/>
                  </a:lnTo>
                  <a:lnTo>
                    <a:pt x="9686117" y="604806"/>
                  </a:lnTo>
                  <a:lnTo>
                    <a:pt x="9616461" y="605116"/>
                  </a:lnTo>
                  <a:lnTo>
                    <a:pt x="9551997" y="605458"/>
                  </a:lnTo>
                  <a:lnTo>
                    <a:pt x="9491949" y="605836"/>
                  </a:lnTo>
                  <a:lnTo>
                    <a:pt x="9435543" y="606252"/>
                  </a:lnTo>
                  <a:lnTo>
                    <a:pt x="9382040" y="606711"/>
                  </a:lnTo>
                  <a:lnTo>
                    <a:pt x="9347647" y="607040"/>
                  </a:lnTo>
                  <a:lnTo>
                    <a:pt x="9285997" y="607699"/>
                  </a:lnTo>
                  <a:lnTo>
                    <a:pt x="9226269" y="608425"/>
                  </a:lnTo>
                  <a:lnTo>
                    <a:pt x="9167748" y="609217"/>
                  </a:lnTo>
                  <a:lnTo>
                    <a:pt x="9109906" y="610076"/>
                  </a:lnTo>
                  <a:lnTo>
                    <a:pt x="9052373" y="610998"/>
                  </a:lnTo>
                  <a:lnTo>
                    <a:pt x="8994906" y="611975"/>
                  </a:lnTo>
                  <a:lnTo>
                    <a:pt x="8937370" y="613000"/>
                  </a:lnTo>
                  <a:lnTo>
                    <a:pt x="8879717" y="614060"/>
                  </a:lnTo>
                  <a:lnTo>
                    <a:pt x="8821965" y="615144"/>
                  </a:lnTo>
                  <a:lnTo>
                    <a:pt x="8764170" y="616237"/>
                  </a:lnTo>
                  <a:lnTo>
                    <a:pt x="8706407" y="617323"/>
                  </a:lnTo>
                  <a:lnTo>
                    <a:pt x="8648737" y="618388"/>
                  </a:lnTo>
                  <a:lnTo>
                    <a:pt x="8591184" y="619419"/>
                  </a:lnTo>
                  <a:lnTo>
                    <a:pt x="8533713" y="620404"/>
                  </a:lnTo>
                  <a:lnTo>
                    <a:pt x="8476202" y="621334"/>
                  </a:lnTo>
                  <a:lnTo>
                    <a:pt x="8418429" y="622203"/>
                  </a:lnTo>
                  <a:lnTo>
                    <a:pt x="8360041" y="623006"/>
                  </a:lnTo>
                  <a:lnTo>
                    <a:pt x="8300540" y="623742"/>
                  </a:lnTo>
                  <a:lnTo>
                    <a:pt x="8239240" y="624412"/>
                  </a:lnTo>
                  <a:lnTo>
                    <a:pt x="8229629" y="624508"/>
                  </a:lnTo>
                  <a:lnTo>
                    <a:pt x="8177694" y="624995"/>
                  </a:lnTo>
                  <a:lnTo>
                    <a:pt x="8123301" y="625439"/>
                  </a:lnTo>
                  <a:lnTo>
                    <a:pt x="8065766" y="625842"/>
                  </a:lnTo>
                  <a:lnTo>
                    <a:pt x="8004335" y="626208"/>
                  </a:lnTo>
                  <a:lnTo>
                    <a:pt x="7938226" y="626539"/>
                  </a:lnTo>
                  <a:lnTo>
                    <a:pt x="7866674" y="626839"/>
                  </a:lnTo>
                  <a:lnTo>
                    <a:pt x="7788984" y="627112"/>
                  </a:lnTo>
                  <a:lnTo>
                    <a:pt x="7704594" y="627361"/>
                  </a:lnTo>
                  <a:lnTo>
                    <a:pt x="7613174" y="627587"/>
                  </a:lnTo>
                  <a:lnTo>
                    <a:pt x="7514743" y="627793"/>
                  </a:lnTo>
                  <a:lnTo>
                    <a:pt x="7409805" y="627981"/>
                  </a:lnTo>
                  <a:lnTo>
                    <a:pt x="7299504" y="628150"/>
                  </a:lnTo>
                  <a:lnTo>
                    <a:pt x="7185741" y="628301"/>
                  </a:lnTo>
                  <a:lnTo>
                    <a:pt x="7071237" y="628434"/>
                  </a:lnTo>
                  <a:lnTo>
                    <a:pt x="6959455" y="628549"/>
                  </a:lnTo>
                  <a:lnTo>
                    <a:pt x="6854365" y="628645"/>
                  </a:lnTo>
                  <a:lnTo>
                    <a:pt x="6760011" y="628722"/>
                  </a:lnTo>
                  <a:lnTo>
                    <a:pt x="6679944" y="628780"/>
                  </a:lnTo>
                  <a:lnTo>
                    <a:pt x="6616634" y="628822"/>
                  </a:lnTo>
                  <a:lnTo>
                    <a:pt x="6570996" y="628850"/>
                  </a:lnTo>
                  <a:lnTo>
                    <a:pt x="6542156" y="628866"/>
                  </a:lnTo>
                  <a:lnTo>
                    <a:pt x="6527472" y="628873"/>
                  </a:lnTo>
                  <a:lnTo>
                    <a:pt x="6522728" y="628875"/>
                  </a:lnTo>
                  <a:lnTo>
                    <a:pt x="6522385" y="628876"/>
                  </a:lnTo>
                  <a:lnTo>
                    <a:pt x="5527445" y="628876"/>
                  </a:lnTo>
                  <a:lnTo>
                    <a:pt x="5526312" y="628864"/>
                  </a:lnTo>
                  <a:lnTo>
                    <a:pt x="5518833" y="628778"/>
                  </a:lnTo>
                  <a:lnTo>
                    <a:pt x="5499878" y="628543"/>
                  </a:lnTo>
                  <a:lnTo>
                    <a:pt x="5465738" y="628078"/>
                  </a:lnTo>
                  <a:lnTo>
                    <a:pt x="5414344" y="627310"/>
                  </a:lnTo>
                  <a:lnTo>
                    <a:pt x="5345419" y="626176"/>
                  </a:lnTo>
                  <a:lnTo>
                    <a:pt x="5260423" y="624628"/>
                  </a:lnTo>
                  <a:lnTo>
                    <a:pt x="5162234" y="622638"/>
                  </a:lnTo>
                  <a:lnTo>
                    <a:pt x="5054618" y="620196"/>
                  </a:lnTo>
                  <a:lnTo>
                    <a:pt x="4941642" y="617303"/>
                  </a:lnTo>
                  <a:lnTo>
                    <a:pt x="4827139" y="613969"/>
                  </a:lnTo>
                  <a:lnTo>
                    <a:pt x="4714340" y="610203"/>
                  </a:lnTo>
                  <a:lnTo>
                    <a:pt x="4605695" y="606006"/>
                  </a:lnTo>
                  <a:lnTo>
                    <a:pt x="4502848" y="601369"/>
                  </a:lnTo>
                  <a:lnTo>
                    <a:pt x="4406718" y="596273"/>
                  </a:lnTo>
                  <a:lnTo>
                    <a:pt x="4317639" y="590681"/>
                  </a:lnTo>
                  <a:lnTo>
                    <a:pt x="4235504" y="584544"/>
                  </a:lnTo>
                  <a:lnTo>
                    <a:pt x="4159897" y="577800"/>
                  </a:lnTo>
                  <a:lnTo>
                    <a:pt x="4090210" y="570374"/>
                  </a:lnTo>
                  <a:lnTo>
                    <a:pt x="4025718" y="562183"/>
                  </a:lnTo>
                  <a:lnTo>
                    <a:pt x="3965649" y="553143"/>
                  </a:lnTo>
                  <a:lnTo>
                    <a:pt x="3909230" y="543172"/>
                  </a:lnTo>
                  <a:lnTo>
                    <a:pt x="3855723" y="532208"/>
                  </a:lnTo>
                  <a:lnTo>
                    <a:pt x="3820202" y="524063"/>
                  </a:lnTo>
                  <a:lnTo>
                    <a:pt x="3760508" y="508775"/>
                  </a:lnTo>
                  <a:lnTo>
                    <a:pt x="3702639" y="491999"/>
                  </a:lnTo>
                  <a:lnTo>
                    <a:pt x="3645936" y="473711"/>
                  </a:lnTo>
                  <a:lnTo>
                    <a:pt x="3589909" y="453934"/>
                  </a:lnTo>
                  <a:lnTo>
                    <a:pt x="3534209" y="432740"/>
                  </a:lnTo>
                  <a:lnTo>
                    <a:pt x="3478599" y="410257"/>
                  </a:lnTo>
                  <a:lnTo>
                    <a:pt x="3422942" y="386668"/>
                  </a:lnTo>
                  <a:lnTo>
                    <a:pt x="3367179" y="362207"/>
                  </a:lnTo>
                  <a:lnTo>
                    <a:pt x="3311314" y="337150"/>
                  </a:lnTo>
                  <a:lnTo>
                    <a:pt x="3255392" y="311805"/>
                  </a:lnTo>
                  <a:lnTo>
                    <a:pt x="3199476" y="286493"/>
                  </a:lnTo>
                  <a:lnTo>
                    <a:pt x="3143630" y="261536"/>
                  </a:lnTo>
                  <a:lnTo>
                    <a:pt x="3087890" y="237234"/>
                  </a:lnTo>
                  <a:lnTo>
                    <a:pt x="3032250" y="213857"/>
                  </a:lnTo>
                  <a:lnTo>
                    <a:pt x="2976636" y="191628"/>
                  </a:lnTo>
                  <a:lnTo>
                    <a:pt x="2920891" y="170719"/>
                  </a:lnTo>
                  <a:lnTo>
                    <a:pt x="2864757" y="151247"/>
                  </a:lnTo>
                  <a:lnTo>
                    <a:pt x="2807858" y="133273"/>
                  </a:lnTo>
                  <a:lnTo>
                    <a:pt x="2749670" y="116809"/>
                  </a:lnTo>
                  <a:lnTo>
                    <a:pt x="2702183" y="104812"/>
                  </a:lnTo>
                  <a:lnTo>
                    <a:pt x="2650298" y="93150"/>
                  </a:lnTo>
                  <a:lnTo>
                    <a:pt x="2595960" y="82500"/>
                  </a:lnTo>
                  <a:lnTo>
                    <a:pt x="2538488" y="72826"/>
                  </a:lnTo>
                  <a:lnTo>
                    <a:pt x="2477128" y="64058"/>
                  </a:lnTo>
                  <a:lnTo>
                    <a:pt x="2411102" y="56115"/>
                  </a:lnTo>
                  <a:lnTo>
                    <a:pt x="2339648" y="48909"/>
                  </a:lnTo>
                  <a:lnTo>
                    <a:pt x="2262070" y="42361"/>
                  </a:lnTo>
                  <a:lnTo>
                    <a:pt x="2177808" y="36400"/>
                  </a:lnTo>
                  <a:lnTo>
                    <a:pt x="2086530" y="30967"/>
                  </a:lnTo>
                  <a:lnTo>
                    <a:pt x="1988252" y="26016"/>
                  </a:lnTo>
                  <a:lnTo>
                    <a:pt x="1883472" y="21518"/>
                  </a:lnTo>
                  <a:lnTo>
                    <a:pt x="1773324" y="17455"/>
                  </a:lnTo>
                  <a:lnTo>
                    <a:pt x="1659694" y="13823"/>
                  </a:lnTo>
                  <a:lnTo>
                    <a:pt x="1545286" y="10625"/>
                  </a:lnTo>
                  <a:lnTo>
                    <a:pt x="1433546" y="7872"/>
                  </a:lnTo>
                  <a:lnTo>
                    <a:pt x="1328428" y="5570"/>
                  </a:lnTo>
                  <a:lnTo>
                    <a:pt x="1233966" y="3719"/>
                  </a:lnTo>
                  <a:lnTo>
                    <a:pt x="1153716" y="2304"/>
                  </a:lnTo>
                  <a:lnTo>
                    <a:pt x="1090162" y="1289"/>
                  </a:lnTo>
                  <a:lnTo>
                    <a:pt x="1044247" y="623"/>
                  </a:lnTo>
                  <a:lnTo>
                    <a:pt x="1015131" y="238"/>
                  </a:lnTo>
                  <a:lnTo>
                    <a:pt x="1000212" y="58"/>
                  </a:lnTo>
                  <a:lnTo>
                    <a:pt x="995317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9" name="pg1688"/>
            <p:cNvSpPr/>
            <p:nvPr/>
          </p:nvSpPr>
          <p:spPr>
            <a:xfrm>
              <a:off x="1199187" y="2132773"/>
              <a:ext cx="12049831" cy="3967160"/>
            </a:xfrm>
            <a:custGeom>
              <a:avLst/>
              <a:pathLst>
                <a:path w="12049831" h="3967160">
                  <a:moveTo>
                    <a:pt x="0" y="3616037"/>
                  </a:moveTo>
                  <a:lnTo>
                    <a:pt x="994940" y="3616037"/>
                  </a:lnTo>
                  <a:lnTo>
                    <a:pt x="996075" y="3616044"/>
                  </a:lnTo>
                  <a:lnTo>
                    <a:pt x="1003568" y="3616091"/>
                  </a:lnTo>
                  <a:lnTo>
                    <a:pt x="1022557" y="3616223"/>
                  </a:lnTo>
                  <a:lnTo>
                    <a:pt x="1056757" y="3616483"/>
                  </a:lnTo>
                  <a:lnTo>
                    <a:pt x="1108236" y="3616913"/>
                  </a:lnTo>
                  <a:lnTo>
                    <a:pt x="1177267" y="3617547"/>
                  </a:lnTo>
                  <a:lnTo>
                    <a:pt x="1262379" y="3618413"/>
                  </a:lnTo>
                  <a:lnTo>
                    <a:pt x="1360688" y="3619526"/>
                  </a:lnTo>
                  <a:lnTo>
                    <a:pt x="1468413" y="3620892"/>
                  </a:lnTo>
                  <a:lnTo>
                    <a:pt x="1581483" y="3622510"/>
                  </a:lnTo>
                  <a:lnTo>
                    <a:pt x="1696059" y="3624374"/>
                  </a:lnTo>
                  <a:lnTo>
                    <a:pt x="1808907" y="3626480"/>
                  </a:lnTo>
                  <a:lnTo>
                    <a:pt x="1917581" y="3628827"/>
                  </a:lnTo>
                  <a:lnTo>
                    <a:pt x="2020439" y="3631419"/>
                  </a:lnTo>
                  <a:lnTo>
                    <a:pt x="2116565" y="3634269"/>
                  </a:lnTo>
                  <a:lnTo>
                    <a:pt x="2205631" y="3637396"/>
                  </a:lnTo>
                  <a:lnTo>
                    <a:pt x="2287748" y="3640828"/>
                  </a:lnTo>
                  <a:lnTo>
                    <a:pt x="2363332" y="3644600"/>
                  </a:lnTo>
                  <a:lnTo>
                    <a:pt x="2432998" y="3648754"/>
                  </a:lnTo>
                  <a:lnTo>
                    <a:pt x="2497471" y="3653336"/>
                  </a:lnTo>
                  <a:lnTo>
                    <a:pt x="2557525" y="3658393"/>
                  </a:lnTo>
                  <a:lnTo>
                    <a:pt x="2613936" y="3663972"/>
                  </a:lnTo>
                  <a:lnTo>
                    <a:pt x="2667439" y="3670105"/>
                  </a:lnTo>
                  <a:lnTo>
                    <a:pt x="2702183" y="3674557"/>
                  </a:lnTo>
                  <a:lnTo>
                    <a:pt x="2763191" y="3683294"/>
                  </a:lnTo>
                  <a:lnTo>
                    <a:pt x="2822309" y="3692900"/>
                  </a:lnTo>
                  <a:lnTo>
                    <a:pt x="2880233" y="3703387"/>
                  </a:lnTo>
                  <a:lnTo>
                    <a:pt x="2937479" y="3714742"/>
                  </a:lnTo>
                  <a:lnTo>
                    <a:pt x="2994410" y="3726919"/>
                  </a:lnTo>
                  <a:lnTo>
                    <a:pt x="3051266" y="3739837"/>
                  </a:lnTo>
                  <a:lnTo>
                    <a:pt x="3108185" y="3753384"/>
                  </a:lnTo>
                  <a:lnTo>
                    <a:pt x="3165217" y="3767416"/>
                  </a:lnTo>
                  <a:lnTo>
                    <a:pt x="3222349" y="3781765"/>
                  </a:lnTo>
                  <a:lnTo>
                    <a:pt x="3279530" y="3796244"/>
                  </a:lnTo>
                  <a:lnTo>
                    <a:pt x="3336687" y="3810661"/>
                  </a:lnTo>
                  <a:lnTo>
                    <a:pt x="3393759" y="3824827"/>
                  </a:lnTo>
                  <a:lnTo>
                    <a:pt x="3450716" y="3838566"/>
                  </a:lnTo>
                  <a:lnTo>
                    <a:pt x="3507584" y="3851724"/>
                  </a:lnTo>
                  <a:lnTo>
                    <a:pt x="3564467" y="3864178"/>
                  </a:lnTo>
                  <a:lnTo>
                    <a:pt x="3621564" y="3875835"/>
                  </a:lnTo>
                  <a:lnTo>
                    <a:pt x="3679194" y="3886637"/>
                  </a:lnTo>
                  <a:lnTo>
                    <a:pt x="3737814" y="3896559"/>
                  </a:lnTo>
                  <a:lnTo>
                    <a:pt x="3798051" y="3905604"/>
                  </a:lnTo>
                  <a:lnTo>
                    <a:pt x="3820202" y="3908639"/>
                  </a:lnTo>
                  <a:lnTo>
                    <a:pt x="3872122" y="3915155"/>
                  </a:lnTo>
                  <a:lnTo>
                    <a:pt x="3926497" y="3921104"/>
                  </a:lnTo>
                  <a:lnTo>
                    <a:pt x="3984012" y="3926508"/>
                  </a:lnTo>
                  <a:lnTo>
                    <a:pt x="4045422" y="3931405"/>
                  </a:lnTo>
                  <a:lnTo>
                    <a:pt x="4111505" y="3935842"/>
                  </a:lnTo>
                  <a:lnTo>
                    <a:pt x="4183026" y="3939866"/>
                  </a:lnTo>
                  <a:lnTo>
                    <a:pt x="4260681" y="3943523"/>
                  </a:lnTo>
                  <a:lnTo>
                    <a:pt x="4345032" y="3946852"/>
                  </a:lnTo>
                  <a:lnTo>
                    <a:pt x="4436407" y="3949886"/>
                  </a:lnTo>
                  <a:lnTo>
                    <a:pt x="4534791" y="3952651"/>
                  </a:lnTo>
                  <a:lnTo>
                    <a:pt x="4639679" y="3955162"/>
                  </a:lnTo>
                  <a:lnTo>
                    <a:pt x="4749933" y="3957430"/>
                  </a:lnTo>
                  <a:lnTo>
                    <a:pt x="4863654" y="3959458"/>
                  </a:lnTo>
                  <a:lnTo>
                    <a:pt x="4978129" y="3961242"/>
                  </a:lnTo>
                  <a:lnTo>
                    <a:pt x="5089898" y="3962778"/>
                  </a:lnTo>
                  <a:lnTo>
                    <a:pt x="5194997" y="3964061"/>
                  </a:lnTo>
                  <a:lnTo>
                    <a:pt x="5289384" y="3965093"/>
                  </a:lnTo>
                  <a:lnTo>
                    <a:pt x="5369508" y="3965881"/>
                  </a:lnTo>
                  <a:lnTo>
                    <a:pt x="5432895" y="3966445"/>
                  </a:lnTo>
                  <a:lnTo>
                    <a:pt x="5478619" y="3966815"/>
                  </a:lnTo>
                  <a:lnTo>
                    <a:pt x="5507544" y="3967028"/>
                  </a:lnTo>
                  <a:lnTo>
                    <a:pt x="5522302" y="3967128"/>
                  </a:lnTo>
                  <a:lnTo>
                    <a:pt x="5527092" y="3967157"/>
                  </a:lnTo>
                  <a:lnTo>
                    <a:pt x="5527445" y="3967160"/>
                  </a:lnTo>
                  <a:lnTo>
                    <a:pt x="6522385" y="3967160"/>
                  </a:lnTo>
                  <a:lnTo>
                    <a:pt x="6523411" y="3967091"/>
                  </a:lnTo>
                  <a:lnTo>
                    <a:pt x="6530192" y="3966606"/>
                  </a:lnTo>
                  <a:lnTo>
                    <a:pt x="6547422" y="3965267"/>
                  </a:lnTo>
                  <a:lnTo>
                    <a:pt x="6578569" y="3962626"/>
                  </a:lnTo>
                  <a:lnTo>
                    <a:pt x="6625686" y="3958256"/>
                  </a:lnTo>
                  <a:lnTo>
                    <a:pt x="6689267" y="3951783"/>
                  </a:lnTo>
                  <a:lnTo>
                    <a:pt x="6768264" y="3942920"/>
                  </a:lnTo>
                  <a:lnTo>
                    <a:pt x="6860318" y="3931485"/>
                  </a:lnTo>
                  <a:lnTo>
                    <a:pt x="6962170" y="3917393"/>
                  </a:lnTo>
                  <a:lnTo>
                    <a:pt x="7070169" y="3900641"/>
                  </a:lnTo>
                  <a:lnTo>
                    <a:pt x="7180738" y="3881273"/>
                  </a:lnTo>
                  <a:lnTo>
                    <a:pt x="7290737" y="3859341"/>
                  </a:lnTo>
                  <a:lnTo>
                    <a:pt x="7397675" y="3834876"/>
                  </a:lnTo>
                  <a:lnTo>
                    <a:pt x="7499768" y="3807856"/>
                  </a:lnTo>
                  <a:lnTo>
                    <a:pt x="7595905" y="3778196"/>
                  </a:lnTo>
                  <a:lnTo>
                    <a:pt x="7685548" y="3745733"/>
                  </a:lnTo>
                  <a:lnTo>
                    <a:pt x="7768603" y="3710229"/>
                  </a:lnTo>
                  <a:lnTo>
                    <a:pt x="7845309" y="3671367"/>
                  </a:lnTo>
                  <a:lnTo>
                    <a:pt x="7916123" y="3628761"/>
                  </a:lnTo>
                  <a:lnTo>
                    <a:pt x="7981645" y="3581970"/>
                  </a:lnTo>
                  <a:lnTo>
                    <a:pt x="8042549" y="3530510"/>
                  </a:lnTo>
                  <a:lnTo>
                    <a:pt x="8099539" y="3473897"/>
                  </a:lnTo>
                  <a:lnTo>
                    <a:pt x="8153308" y="3411694"/>
                  </a:lnTo>
                  <a:lnTo>
                    <a:pt x="8204506" y="3343593"/>
                  </a:lnTo>
                  <a:lnTo>
                    <a:pt x="8229629" y="3306840"/>
                  </a:lnTo>
                  <a:lnTo>
                    <a:pt x="8268394" y="3245751"/>
                  </a:lnTo>
                  <a:lnTo>
                    <a:pt x="8306286" y="3180804"/>
                  </a:lnTo>
                  <a:lnTo>
                    <a:pt x="8343510" y="3111921"/>
                  </a:lnTo>
                  <a:lnTo>
                    <a:pt x="8380237" y="3039068"/>
                  </a:lnTo>
                  <a:lnTo>
                    <a:pt x="8416607" y="2962262"/>
                  </a:lnTo>
                  <a:lnTo>
                    <a:pt x="8452737" y="2881572"/>
                  </a:lnTo>
                  <a:lnTo>
                    <a:pt x="8488716" y="2797127"/>
                  </a:lnTo>
                  <a:lnTo>
                    <a:pt x="8524619" y="2709114"/>
                  </a:lnTo>
                  <a:lnTo>
                    <a:pt x="8560497" y="2617781"/>
                  </a:lnTo>
                  <a:lnTo>
                    <a:pt x="8596389" y="2523438"/>
                  </a:lnTo>
                  <a:lnTo>
                    <a:pt x="8632317" y="2426450"/>
                  </a:lnTo>
                  <a:lnTo>
                    <a:pt x="8668290" y="2327236"/>
                  </a:lnTo>
                  <a:lnTo>
                    <a:pt x="8704309" y="2226259"/>
                  </a:lnTo>
                  <a:lnTo>
                    <a:pt x="8740366" y="2124023"/>
                  </a:lnTo>
                  <a:lnTo>
                    <a:pt x="8776447" y="2021055"/>
                  </a:lnTo>
                  <a:lnTo>
                    <a:pt x="8812534" y="1917901"/>
                  </a:lnTo>
                  <a:lnTo>
                    <a:pt x="8848608" y="1815112"/>
                  </a:lnTo>
                  <a:lnTo>
                    <a:pt x="8884654" y="1713227"/>
                  </a:lnTo>
                  <a:lnTo>
                    <a:pt x="8920659" y="1612768"/>
                  </a:lnTo>
                  <a:lnTo>
                    <a:pt x="8956617" y="1514227"/>
                  </a:lnTo>
                  <a:lnTo>
                    <a:pt x="8992531" y="1418054"/>
                  </a:lnTo>
                  <a:lnTo>
                    <a:pt x="9028416" y="1324650"/>
                  </a:lnTo>
                  <a:lnTo>
                    <a:pt x="9064297" y="1234363"/>
                  </a:lnTo>
                  <a:lnTo>
                    <a:pt x="9100218" y="1147483"/>
                  </a:lnTo>
                  <a:lnTo>
                    <a:pt x="9136238" y="1064238"/>
                  </a:lnTo>
                  <a:lnTo>
                    <a:pt x="9172434" y="984797"/>
                  </a:lnTo>
                  <a:lnTo>
                    <a:pt x="9208906" y="909268"/>
                  </a:lnTo>
                  <a:lnTo>
                    <a:pt x="9245778" y="837703"/>
                  </a:lnTo>
                  <a:lnTo>
                    <a:pt x="9283198" y="770102"/>
                  </a:lnTo>
                  <a:lnTo>
                    <a:pt x="9321349" y="706418"/>
                  </a:lnTo>
                  <a:lnTo>
                    <a:pt x="9347647" y="665560"/>
                  </a:lnTo>
                  <a:lnTo>
                    <a:pt x="9397767" y="594433"/>
                  </a:lnTo>
                  <a:lnTo>
                    <a:pt x="9450157" y="529269"/>
                  </a:lnTo>
                  <a:lnTo>
                    <a:pt x="9505432" y="469875"/>
                  </a:lnTo>
                  <a:lnTo>
                    <a:pt x="9564267" y="415866"/>
                  </a:lnTo>
                  <a:lnTo>
                    <a:pt x="9627364" y="366773"/>
                  </a:lnTo>
                  <a:lnTo>
                    <a:pt x="9695418" y="322107"/>
                  </a:lnTo>
                  <a:lnTo>
                    <a:pt x="9769074" y="281402"/>
                  </a:lnTo>
                  <a:lnTo>
                    <a:pt x="9848869" y="244241"/>
                  </a:lnTo>
                  <a:lnTo>
                    <a:pt x="9935165" y="210274"/>
                  </a:lnTo>
                  <a:lnTo>
                    <a:pt x="10028051" y="179220"/>
                  </a:lnTo>
                  <a:lnTo>
                    <a:pt x="10127229" y="150879"/>
                  </a:lnTo>
                  <a:lnTo>
                    <a:pt x="10231893" y="125127"/>
                  </a:lnTo>
                  <a:lnTo>
                    <a:pt x="10340610" y="101911"/>
                  </a:lnTo>
                  <a:lnTo>
                    <a:pt x="10451245" y="81240"/>
                  </a:lnTo>
                  <a:lnTo>
                    <a:pt x="10560971" y="63157"/>
                  </a:lnTo>
                  <a:lnTo>
                    <a:pt x="10666397" y="47715"/>
                  </a:lnTo>
                  <a:lnTo>
                    <a:pt x="10763855" y="34939"/>
                  </a:lnTo>
                  <a:lnTo>
                    <a:pt x="10849824" y="24791"/>
                  </a:lnTo>
                  <a:lnTo>
                    <a:pt x="10921430" y="17138"/>
                  </a:lnTo>
                  <a:lnTo>
                    <a:pt x="10976920" y="11745"/>
                  </a:lnTo>
                  <a:lnTo>
                    <a:pt x="11015990" y="8279"/>
                  </a:lnTo>
                  <a:lnTo>
                    <a:pt x="11039917" y="6336"/>
                  </a:lnTo>
                  <a:lnTo>
                    <a:pt x="11051474" y="5475"/>
                  </a:lnTo>
                  <a:lnTo>
                    <a:pt x="11054755" y="524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66" y="68"/>
                  </a:lnTo>
                  <a:lnTo>
                    <a:pt x="11047085" y="553"/>
                  </a:lnTo>
                  <a:lnTo>
                    <a:pt x="11029854" y="1892"/>
                  </a:lnTo>
                  <a:lnTo>
                    <a:pt x="10998708" y="4533"/>
                  </a:lnTo>
                  <a:lnTo>
                    <a:pt x="10951591" y="8903"/>
                  </a:lnTo>
                  <a:lnTo>
                    <a:pt x="10888009" y="15376"/>
                  </a:lnTo>
                  <a:lnTo>
                    <a:pt x="10809012" y="24239"/>
                  </a:lnTo>
                  <a:lnTo>
                    <a:pt x="10716959" y="35674"/>
                  </a:lnTo>
                  <a:lnTo>
                    <a:pt x="10615106" y="49766"/>
                  </a:lnTo>
                  <a:lnTo>
                    <a:pt x="10507108" y="66518"/>
                  </a:lnTo>
                  <a:lnTo>
                    <a:pt x="10396539" y="85886"/>
                  </a:lnTo>
                  <a:lnTo>
                    <a:pt x="10286539" y="107818"/>
                  </a:lnTo>
                  <a:lnTo>
                    <a:pt x="10179601" y="132283"/>
                  </a:lnTo>
                  <a:lnTo>
                    <a:pt x="10077508" y="159303"/>
                  </a:lnTo>
                  <a:lnTo>
                    <a:pt x="9981371" y="188963"/>
                  </a:lnTo>
                  <a:lnTo>
                    <a:pt x="9891729" y="221426"/>
                  </a:lnTo>
                  <a:lnTo>
                    <a:pt x="9808673" y="256930"/>
                  </a:lnTo>
                  <a:lnTo>
                    <a:pt x="9731968" y="295792"/>
                  </a:lnTo>
                  <a:lnTo>
                    <a:pt x="9661154" y="338398"/>
                  </a:lnTo>
                  <a:lnTo>
                    <a:pt x="9595632" y="385189"/>
                  </a:lnTo>
                  <a:lnTo>
                    <a:pt x="9534727" y="436649"/>
                  </a:lnTo>
                  <a:lnTo>
                    <a:pt x="9477737" y="493262"/>
                  </a:lnTo>
                  <a:lnTo>
                    <a:pt x="9423968" y="555465"/>
                  </a:lnTo>
                  <a:lnTo>
                    <a:pt x="9372771" y="623566"/>
                  </a:lnTo>
                  <a:lnTo>
                    <a:pt x="9347647" y="660319"/>
                  </a:lnTo>
                  <a:lnTo>
                    <a:pt x="9308883" y="721408"/>
                  </a:lnTo>
                  <a:lnTo>
                    <a:pt x="9270991" y="786355"/>
                  </a:lnTo>
                  <a:lnTo>
                    <a:pt x="9233766" y="855238"/>
                  </a:lnTo>
                  <a:lnTo>
                    <a:pt x="9197040" y="928091"/>
                  </a:lnTo>
                  <a:lnTo>
                    <a:pt x="9160669" y="1004898"/>
                  </a:lnTo>
                  <a:lnTo>
                    <a:pt x="9124540" y="1085587"/>
                  </a:lnTo>
                  <a:lnTo>
                    <a:pt x="9088560" y="1170032"/>
                  </a:lnTo>
                  <a:lnTo>
                    <a:pt x="9052658" y="1258045"/>
                  </a:lnTo>
                  <a:lnTo>
                    <a:pt x="9016779" y="1349378"/>
                  </a:lnTo>
                  <a:lnTo>
                    <a:pt x="8980887" y="1443721"/>
                  </a:lnTo>
                  <a:lnTo>
                    <a:pt x="8944960" y="1540709"/>
                  </a:lnTo>
                  <a:lnTo>
                    <a:pt x="8908986" y="1639923"/>
                  </a:lnTo>
                  <a:lnTo>
                    <a:pt x="8872967" y="1740900"/>
                  </a:lnTo>
                  <a:lnTo>
                    <a:pt x="8836910" y="1843136"/>
                  </a:lnTo>
                  <a:lnTo>
                    <a:pt x="8800830" y="1946104"/>
                  </a:lnTo>
                  <a:lnTo>
                    <a:pt x="8764743" y="2049258"/>
                  </a:lnTo>
                  <a:lnTo>
                    <a:pt x="8728668" y="2152047"/>
                  </a:lnTo>
                  <a:lnTo>
                    <a:pt x="8692622" y="2253932"/>
                  </a:lnTo>
                  <a:lnTo>
                    <a:pt x="8656617" y="2354391"/>
                  </a:lnTo>
                  <a:lnTo>
                    <a:pt x="8620659" y="2452932"/>
                  </a:lnTo>
                  <a:lnTo>
                    <a:pt x="8584745" y="2549105"/>
                  </a:lnTo>
                  <a:lnTo>
                    <a:pt x="8548861" y="2642509"/>
                  </a:lnTo>
                  <a:lnTo>
                    <a:pt x="8512979" y="2732796"/>
                  </a:lnTo>
                  <a:lnTo>
                    <a:pt x="8477058" y="2819676"/>
                  </a:lnTo>
                  <a:lnTo>
                    <a:pt x="8441039" y="2902921"/>
                  </a:lnTo>
                  <a:lnTo>
                    <a:pt x="8404843" y="2982362"/>
                  </a:lnTo>
                  <a:lnTo>
                    <a:pt x="8368370" y="3057891"/>
                  </a:lnTo>
                  <a:lnTo>
                    <a:pt x="8331499" y="3129456"/>
                  </a:lnTo>
                  <a:lnTo>
                    <a:pt x="8294078" y="3197057"/>
                  </a:lnTo>
                  <a:lnTo>
                    <a:pt x="8255927" y="3260741"/>
                  </a:lnTo>
                  <a:lnTo>
                    <a:pt x="8229629" y="3301599"/>
                  </a:lnTo>
                  <a:lnTo>
                    <a:pt x="8179509" y="3372726"/>
                  </a:lnTo>
                  <a:lnTo>
                    <a:pt x="8127119" y="3437890"/>
                  </a:lnTo>
                  <a:lnTo>
                    <a:pt x="8071845" y="3497284"/>
                  </a:lnTo>
                  <a:lnTo>
                    <a:pt x="8013010" y="3551293"/>
                  </a:lnTo>
                  <a:lnTo>
                    <a:pt x="7949912" y="3600386"/>
                  </a:lnTo>
                  <a:lnTo>
                    <a:pt x="7881858" y="3645052"/>
                  </a:lnTo>
                  <a:lnTo>
                    <a:pt x="7808203" y="3685757"/>
                  </a:lnTo>
                  <a:lnTo>
                    <a:pt x="7728408" y="3722918"/>
                  </a:lnTo>
                  <a:lnTo>
                    <a:pt x="7642112" y="3756885"/>
                  </a:lnTo>
                  <a:lnTo>
                    <a:pt x="7549226" y="3787939"/>
                  </a:lnTo>
                  <a:lnTo>
                    <a:pt x="7450048" y="3816280"/>
                  </a:lnTo>
                  <a:lnTo>
                    <a:pt x="7345384" y="3842032"/>
                  </a:lnTo>
                  <a:lnTo>
                    <a:pt x="7236667" y="3865248"/>
                  </a:lnTo>
                  <a:lnTo>
                    <a:pt x="7126031" y="3885919"/>
                  </a:lnTo>
                  <a:lnTo>
                    <a:pt x="7016306" y="3904002"/>
                  </a:lnTo>
                  <a:lnTo>
                    <a:pt x="6910880" y="3919444"/>
                  </a:lnTo>
                  <a:lnTo>
                    <a:pt x="6813422" y="3932220"/>
                  </a:lnTo>
                  <a:lnTo>
                    <a:pt x="6727453" y="3942368"/>
                  </a:lnTo>
                  <a:lnTo>
                    <a:pt x="6655846" y="3950021"/>
                  </a:lnTo>
                  <a:lnTo>
                    <a:pt x="6600357" y="3955414"/>
                  </a:lnTo>
                  <a:lnTo>
                    <a:pt x="6561286" y="3958880"/>
                  </a:lnTo>
                  <a:lnTo>
                    <a:pt x="6537360" y="3960823"/>
                  </a:lnTo>
                  <a:lnTo>
                    <a:pt x="6525803" y="3961684"/>
                  </a:lnTo>
                  <a:lnTo>
                    <a:pt x="6522522" y="3961910"/>
                  </a:lnTo>
                  <a:lnTo>
                    <a:pt x="6522385" y="3961919"/>
                  </a:lnTo>
                  <a:lnTo>
                    <a:pt x="5527445" y="3961919"/>
                  </a:lnTo>
                  <a:lnTo>
                    <a:pt x="5526310" y="3961912"/>
                  </a:lnTo>
                  <a:lnTo>
                    <a:pt x="5518817" y="3961864"/>
                  </a:lnTo>
                  <a:lnTo>
                    <a:pt x="5499828" y="3961733"/>
                  </a:lnTo>
                  <a:lnTo>
                    <a:pt x="5465628" y="3961473"/>
                  </a:lnTo>
                  <a:lnTo>
                    <a:pt x="5414149" y="3961043"/>
                  </a:lnTo>
                  <a:lnTo>
                    <a:pt x="5345118" y="3960409"/>
                  </a:lnTo>
                  <a:lnTo>
                    <a:pt x="5260006" y="3959543"/>
                  </a:lnTo>
                  <a:lnTo>
                    <a:pt x="5161697" y="3958430"/>
                  </a:lnTo>
                  <a:lnTo>
                    <a:pt x="5053972" y="3957064"/>
                  </a:lnTo>
                  <a:lnTo>
                    <a:pt x="4940902" y="3955446"/>
                  </a:lnTo>
                  <a:lnTo>
                    <a:pt x="4826326" y="3953582"/>
                  </a:lnTo>
                  <a:lnTo>
                    <a:pt x="4713478" y="3951476"/>
                  </a:lnTo>
                  <a:lnTo>
                    <a:pt x="4604804" y="3949129"/>
                  </a:lnTo>
                  <a:lnTo>
                    <a:pt x="4501946" y="3946537"/>
                  </a:lnTo>
                  <a:lnTo>
                    <a:pt x="4405820" y="3943687"/>
                  </a:lnTo>
                  <a:lnTo>
                    <a:pt x="4316754" y="3940560"/>
                  </a:lnTo>
                  <a:lnTo>
                    <a:pt x="4234637" y="3937128"/>
                  </a:lnTo>
                  <a:lnTo>
                    <a:pt x="4159053" y="3933355"/>
                  </a:lnTo>
                  <a:lnTo>
                    <a:pt x="4089387" y="3929202"/>
                  </a:lnTo>
                  <a:lnTo>
                    <a:pt x="4024914" y="3924620"/>
                  </a:lnTo>
                  <a:lnTo>
                    <a:pt x="3964860" y="3919563"/>
                  </a:lnTo>
                  <a:lnTo>
                    <a:pt x="3908449" y="3913984"/>
                  </a:lnTo>
                  <a:lnTo>
                    <a:pt x="3854946" y="3907851"/>
                  </a:lnTo>
                  <a:lnTo>
                    <a:pt x="3820202" y="3903398"/>
                  </a:lnTo>
                  <a:lnTo>
                    <a:pt x="3759194" y="3894662"/>
                  </a:lnTo>
                  <a:lnTo>
                    <a:pt x="3700076" y="3885056"/>
                  </a:lnTo>
                  <a:lnTo>
                    <a:pt x="3642152" y="3874569"/>
                  </a:lnTo>
                  <a:lnTo>
                    <a:pt x="3584906" y="3863213"/>
                  </a:lnTo>
                  <a:lnTo>
                    <a:pt x="3527975" y="3851037"/>
                  </a:lnTo>
                  <a:lnTo>
                    <a:pt x="3471119" y="3838119"/>
                  </a:lnTo>
                  <a:lnTo>
                    <a:pt x="3414200" y="3824572"/>
                  </a:lnTo>
                  <a:lnTo>
                    <a:pt x="3357168" y="3810540"/>
                  </a:lnTo>
                  <a:lnTo>
                    <a:pt x="3300036" y="3796191"/>
                  </a:lnTo>
                  <a:lnTo>
                    <a:pt x="3242855" y="3781712"/>
                  </a:lnTo>
                  <a:lnTo>
                    <a:pt x="3185698" y="3767295"/>
                  </a:lnTo>
                  <a:lnTo>
                    <a:pt x="3128626" y="3753129"/>
                  </a:lnTo>
                  <a:lnTo>
                    <a:pt x="3071669" y="3739390"/>
                  </a:lnTo>
                  <a:lnTo>
                    <a:pt x="3014801" y="3726231"/>
                  </a:lnTo>
                  <a:lnTo>
                    <a:pt x="2957918" y="3713778"/>
                  </a:lnTo>
                  <a:lnTo>
                    <a:pt x="2900821" y="3702121"/>
                  </a:lnTo>
                  <a:lnTo>
                    <a:pt x="2843191" y="3691319"/>
                  </a:lnTo>
                  <a:lnTo>
                    <a:pt x="2784571" y="3681397"/>
                  </a:lnTo>
                  <a:lnTo>
                    <a:pt x="2724334" y="3672352"/>
                  </a:lnTo>
                  <a:lnTo>
                    <a:pt x="2702183" y="3669317"/>
                  </a:lnTo>
                  <a:lnTo>
                    <a:pt x="2650263" y="3662801"/>
                  </a:lnTo>
                  <a:lnTo>
                    <a:pt x="2595888" y="3656852"/>
                  </a:lnTo>
                  <a:lnTo>
                    <a:pt x="2538373" y="3651448"/>
                  </a:lnTo>
                  <a:lnTo>
                    <a:pt x="2476963" y="3646551"/>
                  </a:lnTo>
                  <a:lnTo>
                    <a:pt x="2410880" y="3642114"/>
                  </a:lnTo>
                  <a:lnTo>
                    <a:pt x="2339359" y="3638089"/>
                  </a:lnTo>
                  <a:lnTo>
                    <a:pt x="2261704" y="3634433"/>
                  </a:lnTo>
                  <a:lnTo>
                    <a:pt x="2177353" y="3631103"/>
                  </a:lnTo>
                  <a:lnTo>
                    <a:pt x="2085978" y="3628069"/>
                  </a:lnTo>
                  <a:lnTo>
                    <a:pt x="1987594" y="3625305"/>
                  </a:lnTo>
                  <a:lnTo>
                    <a:pt x="1882706" y="3622794"/>
                  </a:lnTo>
                  <a:lnTo>
                    <a:pt x="1772452" y="3620526"/>
                  </a:lnTo>
                  <a:lnTo>
                    <a:pt x="1658731" y="3618498"/>
                  </a:lnTo>
                  <a:lnTo>
                    <a:pt x="1544256" y="3616714"/>
                  </a:lnTo>
                  <a:lnTo>
                    <a:pt x="1432487" y="3615178"/>
                  </a:lnTo>
                  <a:lnTo>
                    <a:pt x="1327388" y="3613895"/>
                  </a:lnTo>
                  <a:lnTo>
                    <a:pt x="1233000" y="3612863"/>
                  </a:lnTo>
                  <a:lnTo>
                    <a:pt x="1152877" y="3612075"/>
                  </a:lnTo>
                  <a:lnTo>
                    <a:pt x="1089490" y="3611511"/>
                  </a:lnTo>
                  <a:lnTo>
                    <a:pt x="1043766" y="3611141"/>
                  </a:lnTo>
                  <a:lnTo>
                    <a:pt x="1014841" y="3610928"/>
                  </a:lnTo>
                  <a:lnTo>
                    <a:pt x="1000083" y="3610828"/>
                  </a:lnTo>
                  <a:lnTo>
                    <a:pt x="995293" y="3610798"/>
                  </a:lnTo>
                  <a:lnTo>
                    <a:pt x="994940" y="3610796"/>
                  </a:lnTo>
                  <a:lnTo>
                    <a:pt x="0" y="3610796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90" name="pl1689"/>
            <p:cNvSpPr/>
            <p:nvPr/>
          </p:nvSpPr>
          <p:spPr>
            <a:xfrm>
              <a:off x="1199187" y="2138014"/>
              <a:ext cx="12049831" cy="3961919"/>
            </a:xfrm>
            <a:custGeom>
              <a:avLst/>
              <a:pathLst>
                <a:path w="12049831" h="3961919">
                  <a:moveTo>
                    <a:pt x="0" y="3610796"/>
                  </a:moveTo>
                  <a:lnTo>
                    <a:pt x="994940" y="3610796"/>
                  </a:lnTo>
                  <a:lnTo>
                    <a:pt x="996075" y="3610803"/>
                  </a:lnTo>
                  <a:lnTo>
                    <a:pt x="1003568" y="3610851"/>
                  </a:lnTo>
                  <a:lnTo>
                    <a:pt x="1022557" y="3610983"/>
                  </a:lnTo>
                  <a:lnTo>
                    <a:pt x="1056757" y="3611243"/>
                  </a:lnTo>
                  <a:lnTo>
                    <a:pt x="1108236" y="3611672"/>
                  </a:lnTo>
                  <a:lnTo>
                    <a:pt x="1177267" y="3612307"/>
                  </a:lnTo>
                  <a:lnTo>
                    <a:pt x="1262379" y="3613172"/>
                  </a:lnTo>
                  <a:lnTo>
                    <a:pt x="1360688" y="3614285"/>
                  </a:lnTo>
                  <a:lnTo>
                    <a:pt x="1468413" y="3615651"/>
                  </a:lnTo>
                  <a:lnTo>
                    <a:pt x="1581483" y="3617269"/>
                  </a:lnTo>
                  <a:lnTo>
                    <a:pt x="1696059" y="3619133"/>
                  </a:lnTo>
                  <a:lnTo>
                    <a:pt x="1808907" y="3621239"/>
                  </a:lnTo>
                  <a:lnTo>
                    <a:pt x="1917581" y="3623586"/>
                  </a:lnTo>
                  <a:lnTo>
                    <a:pt x="2020439" y="3626179"/>
                  </a:lnTo>
                  <a:lnTo>
                    <a:pt x="2116565" y="3629028"/>
                  </a:lnTo>
                  <a:lnTo>
                    <a:pt x="2205631" y="3632156"/>
                  </a:lnTo>
                  <a:lnTo>
                    <a:pt x="2287748" y="3635588"/>
                  </a:lnTo>
                  <a:lnTo>
                    <a:pt x="2363332" y="3639360"/>
                  </a:lnTo>
                  <a:lnTo>
                    <a:pt x="2432998" y="3643514"/>
                  </a:lnTo>
                  <a:lnTo>
                    <a:pt x="2497471" y="3648095"/>
                  </a:lnTo>
                  <a:lnTo>
                    <a:pt x="2557525" y="3653153"/>
                  </a:lnTo>
                  <a:lnTo>
                    <a:pt x="2613936" y="3658731"/>
                  </a:lnTo>
                  <a:lnTo>
                    <a:pt x="2667439" y="3664864"/>
                  </a:lnTo>
                  <a:lnTo>
                    <a:pt x="2702183" y="3669317"/>
                  </a:lnTo>
                  <a:lnTo>
                    <a:pt x="2763191" y="3678054"/>
                  </a:lnTo>
                  <a:lnTo>
                    <a:pt x="2822309" y="3687659"/>
                  </a:lnTo>
                  <a:lnTo>
                    <a:pt x="2880233" y="3698147"/>
                  </a:lnTo>
                  <a:lnTo>
                    <a:pt x="2937479" y="3709502"/>
                  </a:lnTo>
                  <a:lnTo>
                    <a:pt x="2994410" y="3721678"/>
                  </a:lnTo>
                  <a:lnTo>
                    <a:pt x="3051266" y="3734597"/>
                  </a:lnTo>
                  <a:lnTo>
                    <a:pt x="3108185" y="3748144"/>
                  </a:lnTo>
                  <a:lnTo>
                    <a:pt x="3165217" y="3762176"/>
                  </a:lnTo>
                  <a:lnTo>
                    <a:pt x="3222349" y="3776524"/>
                  </a:lnTo>
                  <a:lnTo>
                    <a:pt x="3279530" y="3791003"/>
                  </a:lnTo>
                  <a:lnTo>
                    <a:pt x="3336687" y="3805421"/>
                  </a:lnTo>
                  <a:lnTo>
                    <a:pt x="3393759" y="3819587"/>
                  </a:lnTo>
                  <a:lnTo>
                    <a:pt x="3450716" y="3833325"/>
                  </a:lnTo>
                  <a:lnTo>
                    <a:pt x="3507584" y="3846484"/>
                  </a:lnTo>
                  <a:lnTo>
                    <a:pt x="3564467" y="3858937"/>
                  </a:lnTo>
                  <a:lnTo>
                    <a:pt x="3621564" y="3870594"/>
                  </a:lnTo>
                  <a:lnTo>
                    <a:pt x="3679194" y="3881396"/>
                  </a:lnTo>
                  <a:lnTo>
                    <a:pt x="3737814" y="3891318"/>
                  </a:lnTo>
                  <a:lnTo>
                    <a:pt x="3798051" y="3900363"/>
                  </a:lnTo>
                  <a:lnTo>
                    <a:pt x="3820202" y="3903398"/>
                  </a:lnTo>
                  <a:lnTo>
                    <a:pt x="3872122" y="3909914"/>
                  </a:lnTo>
                  <a:lnTo>
                    <a:pt x="3926497" y="3915864"/>
                  </a:lnTo>
                  <a:lnTo>
                    <a:pt x="3984012" y="3921268"/>
                  </a:lnTo>
                  <a:lnTo>
                    <a:pt x="4045422" y="3926165"/>
                  </a:lnTo>
                  <a:lnTo>
                    <a:pt x="4111505" y="3930601"/>
                  </a:lnTo>
                  <a:lnTo>
                    <a:pt x="4183026" y="3934626"/>
                  </a:lnTo>
                  <a:lnTo>
                    <a:pt x="4260681" y="3938283"/>
                  </a:lnTo>
                  <a:lnTo>
                    <a:pt x="4345032" y="3941612"/>
                  </a:lnTo>
                  <a:lnTo>
                    <a:pt x="4436407" y="3944646"/>
                  </a:lnTo>
                  <a:lnTo>
                    <a:pt x="4534791" y="3947410"/>
                  </a:lnTo>
                  <a:lnTo>
                    <a:pt x="4639679" y="3949921"/>
                  </a:lnTo>
                  <a:lnTo>
                    <a:pt x="4749933" y="3952190"/>
                  </a:lnTo>
                  <a:lnTo>
                    <a:pt x="4863654" y="3954217"/>
                  </a:lnTo>
                  <a:lnTo>
                    <a:pt x="4978129" y="3956001"/>
                  </a:lnTo>
                  <a:lnTo>
                    <a:pt x="5089898" y="3957537"/>
                  </a:lnTo>
                  <a:lnTo>
                    <a:pt x="5194997" y="3958821"/>
                  </a:lnTo>
                  <a:lnTo>
                    <a:pt x="5289384" y="3959852"/>
                  </a:lnTo>
                  <a:lnTo>
                    <a:pt x="5369508" y="3960640"/>
                  </a:lnTo>
                  <a:lnTo>
                    <a:pt x="5432895" y="3961204"/>
                  </a:lnTo>
                  <a:lnTo>
                    <a:pt x="5478619" y="3961574"/>
                  </a:lnTo>
                  <a:lnTo>
                    <a:pt x="5507544" y="3961788"/>
                  </a:lnTo>
                  <a:lnTo>
                    <a:pt x="5522302" y="3961887"/>
                  </a:lnTo>
                  <a:lnTo>
                    <a:pt x="5527092" y="3961917"/>
                  </a:lnTo>
                  <a:lnTo>
                    <a:pt x="5527445" y="3961919"/>
                  </a:lnTo>
                  <a:lnTo>
                    <a:pt x="6522385" y="3961919"/>
                  </a:lnTo>
                  <a:lnTo>
                    <a:pt x="6523411" y="3961851"/>
                  </a:lnTo>
                  <a:lnTo>
                    <a:pt x="6530192" y="3961366"/>
                  </a:lnTo>
                  <a:lnTo>
                    <a:pt x="6547422" y="3960026"/>
                  </a:lnTo>
                  <a:lnTo>
                    <a:pt x="6578569" y="3957385"/>
                  </a:lnTo>
                  <a:lnTo>
                    <a:pt x="6625686" y="3953015"/>
                  </a:lnTo>
                  <a:lnTo>
                    <a:pt x="6689267" y="3946542"/>
                  </a:lnTo>
                  <a:lnTo>
                    <a:pt x="6768264" y="3937680"/>
                  </a:lnTo>
                  <a:lnTo>
                    <a:pt x="6860318" y="3926244"/>
                  </a:lnTo>
                  <a:lnTo>
                    <a:pt x="6962170" y="3912152"/>
                  </a:lnTo>
                  <a:lnTo>
                    <a:pt x="7070169" y="3895400"/>
                  </a:lnTo>
                  <a:lnTo>
                    <a:pt x="7180738" y="3876032"/>
                  </a:lnTo>
                  <a:lnTo>
                    <a:pt x="7290737" y="3854101"/>
                  </a:lnTo>
                  <a:lnTo>
                    <a:pt x="7397675" y="3829635"/>
                  </a:lnTo>
                  <a:lnTo>
                    <a:pt x="7499768" y="3802616"/>
                  </a:lnTo>
                  <a:lnTo>
                    <a:pt x="7595905" y="3772955"/>
                  </a:lnTo>
                  <a:lnTo>
                    <a:pt x="7685548" y="3740493"/>
                  </a:lnTo>
                  <a:lnTo>
                    <a:pt x="7768603" y="3704988"/>
                  </a:lnTo>
                  <a:lnTo>
                    <a:pt x="7845309" y="3666126"/>
                  </a:lnTo>
                  <a:lnTo>
                    <a:pt x="7916123" y="3623521"/>
                  </a:lnTo>
                  <a:lnTo>
                    <a:pt x="7981645" y="3576729"/>
                  </a:lnTo>
                  <a:lnTo>
                    <a:pt x="8042549" y="3525270"/>
                  </a:lnTo>
                  <a:lnTo>
                    <a:pt x="8099539" y="3468657"/>
                  </a:lnTo>
                  <a:lnTo>
                    <a:pt x="8153308" y="3406453"/>
                  </a:lnTo>
                  <a:lnTo>
                    <a:pt x="8204506" y="3338352"/>
                  </a:lnTo>
                  <a:lnTo>
                    <a:pt x="8229629" y="3301599"/>
                  </a:lnTo>
                  <a:lnTo>
                    <a:pt x="8268394" y="3240510"/>
                  </a:lnTo>
                  <a:lnTo>
                    <a:pt x="8306286" y="3175563"/>
                  </a:lnTo>
                  <a:lnTo>
                    <a:pt x="8343510" y="3106680"/>
                  </a:lnTo>
                  <a:lnTo>
                    <a:pt x="8380237" y="3033827"/>
                  </a:lnTo>
                  <a:lnTo>
                    <a:pt x="8416607" y="2957021"/>
                  </a:lnTo>
                  <a:lnTo>
                    <a:pt x="8452737" y="2876331"/>
                  </a:lnTo>
                  <a:lnTo>
                    <a:pt x="8488716" y="2791886"/>
                  </a:lnTo>
                  <a:lnTo>
                    <a:pt x="8524619" y="2703873"/>
                  </a:lnTo>
                  <a:lnTo>
                    <a:pt x="8560497" y="2612541"/>
                  </a:lnTo>
                  <a:lnTo>
                    <a:pt x="8596389" y="2518198"/>
                  </a:lnTo>
                  <a:lnTo>
                    <a:pt x="8632317" y="2421210"/>
                  </a:lnTo>
                  <a:lnTo>
                    <a:pt x="8668290" y="2321995"/>
                  </a:lnTo>
                  <a:lnTo>
                    <a:pt x="8704309" y="2221019"/>
                  </a:lnTo>
                  <a:lnTo>
                    <a:pt x="8740366" y="2118782"/>
                  </a:lnTo>
                  <a:lnTo>
                    <a:pt x="8776447" y="2015814"/>
                  </a:lnTo>
                  <a:lnTo>
                    <a:pt x="8812534" y="1912661"/>
                  </a:lnTo>
                  <a:lnTo>
                    <a:pt x="8848608" y="1809871"/>
                  </a:lnTo>
                  <a:lnTo>
                    <a:pt x="8884654" y="1707986"/>
                  </a:lnTo>
                  <a:lnTo>
                    <a:pt x="8920659" y="1607528"/>
                  </a:lnTo>
                  <a:lnTo>
                    <a:pt x="8956617" y="1508987"/>
                  </a:lnTo>
                  <a:lnTo>
                    <a:pt x="8992531" y="1412813"/>
                  </a:lnTo>
                  <a:lnTo>
                    <a:pt x="9028416" y="1319409"/>
                  </a:lnTo>
                  <a:lnTo>
                    <a:pt x="9064297" y="1229123"/>
                  </a:lnTo>
                  <a:lnTo>
                    <a:pt x="9100218" y="1142242"/>
                  </a:lnTo>
                  <a:lnTo>
                    <a:pt x="9136238" y="1058998"/>
                  </a:lnTo>
                  <a:lnTo>
                    <a:pt x="9172434" y="979556"/>
                  </a:lnTo>
                  <a:lnTo>
                    <a:pt x="9208906" y="904027"/>
                  </a:lnTo>
                  <a:lnTo>
                    <a:pt x="9245778" y="832462"/>
                  </a:lnTo>
                  <a:lnTo>
                    <a:pt x="9283198" y="764862"/>
                  </a:lnTo>
                  <a:lnTo>
                    <a:pt x="9321349" y="701177"/>
                  </a:lnTo>
                  <a:lnTo>
                    <a:pt x="9347647" y="660319"/>
                  </a:lnTo>
                  <a:lnTo>
                    <a:pt x="9397767" y="589192"/>
                  </a:lnTo>
                  <a:lnTo>
                    <a:pt x="9450157" y="524029"/>
                  </a:lnTo>
                  <a:lnTo>
                    <a:pt x="9505432" y="464634"/>
                  </a:lnTo>
                  <a:lnTo>
                    <a:pt x="9564267" y="410626"/>
                  </a:lnTo>
                  <a:lnTo>
                    <a:pt x="9627364" y="361532"/>
                  </a:lnTo>
                  <a:lnTo>
                    <a:pt x="9695418" y="316866"/>
                  </a:lnTo>
                  <a:lnTo>
                    <a:pt x="9769074" y="276161"/>
                  </a:lnTo>
                  <a:lnTo>
                    <a:pt x="9848869" y="239001"/>
                  </a:lnTo>
                  <a:lnTo>
                    <a:pt x="9935165" y="205033"/>
                  </a:lnTo>
                  <a:lnTo>
                    <a:pt x="10028051" y="173979"/>
                  </a:lnTo>
                  <a:lnTo>
                    <a:pt x="10127229" y="145638"/>
                  </a:lnTo>
                  <a:lnTo>
                    <a:pt x="10231893" y="119886"/>
                  </a:lnTo>
                  <a:lnTo>
                    <a:pt x="10340610" y="96671"/>
                  </a:lnTo>
                  <a:lnTo>
                    <a:pt x="10451245" y="75999"/>
                  </a:lnTo>
                  <a:lnTo>
                    <a:pt x="10560971" y="57916"/>
                  </a:lnTo>
                  <a:lnTo>
                    <a:pt x="10666397" y="42474"/>
                  </a:lnTo>
                  <a:lnTo>
                    <a:pt x="10763855" y="29699"/>
                  </a:lnTo>
                  <a:lnTo>
                    <a:pt x="10849824" y="19550"/>
                  </a:lnTo>
                  <a:lnTo>
                    <a:pt x="10921430" y="11897"/>
                  </a:lnTo>
                  <a:lnTo>
                    <a:pt x="10976920" y="6504"/>
                  </a:lnTo>
                  <a:lnTo>
                    <a:pt x="11015990" y="3039"/>
                  </a:lnTo>
                  <a:lnTo>
                    <a:pt x="11039917" y="1096"/>
                  </a:lnTo>
                  <a:lnTo>
                    <a:pt x="11051474" y="234"/>
                  </a:lnTo>
                  <a:lnTo>
                    <a:pt x="11054755" y="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1" name="pl1690"/>
            <p:cNvSpPr/>
            <p:nvPr/>
          </p:nvSpPr>
          <p:spPr>
            <a:xfrm>
              <a:off x="1199187" y="2132773"/>
              <a:ext cx="12049831" cy="3961919"/>
            </a:xfrm>
            <a:custGeom>
              <a:avLst/>
              <a:pathLst>
                <a:path w="12049831" h="3961919">
                  <a:moveTo>
                    <a:pt x="12049831" y="0"/>
                  </a:moveTo>
                  <a:lnTo>
                    <a:pt x="11054891" y="0"/>
                  </a:lnTo>
                  <a:lnTo>
                    <a:pt x="11053866" y="68"/>
                  </a:lnTo>
                  <a:lnTo>
                    <a:pt x="11047085" y="553"/>
                  </a:lnTo>
                  <a:lnTo>
                    <a:pt x="11029854" y="1892"/>
                  </a:lnTo>
                  <a:lnTo>
                    <a:pt x="10998708" y="4533"/>
                  </a:lnTo>
                  <a:lnTo>
                    <a:pt x="10951591" y="8903"/>
                  </a:lnTo>
                  <a:lnTo>
                    <a:pt x="10888009" y="15376"/>
                  </a:lnTo>
                  <a:lnTo>
                    <a:pt x="10809012" y="24239"/>
                  </a:lnTo>
                  <a:lnTo>
                    <a:pt x="10716959" y="35674"/>
                  </a:lnTo>
                  <a:lnTo>
                    <a:pt x="10615106" y="49766"/>
                  </a:lnTo>
                  <a:lnTo>
                    <a:pt x="10507108" y="66518"/>
                  </a:lnTo>
                  <a:lnTo>
                    <a:pt x="10396539" y="85886"/>
                  </a:lnTo>
                  <a:lnTo>
                    <a:pt x="10286539" y="107818"/>
                  </a:lnTo>
                  <a:lnTo>
                    <a:pt x="10179601" y="132283"/>
                  </a:lnTo>
                  <a:lnTo>
                    <a:pt x="10077508" y="159303"/>
                  </a:lnTo>
                  <a:lnTo>
                    <a:pt x="9981371" y="188963"/>
                  </a:lnTo>
                  <a:lnTo>
                    <a:pt x="9891729" y="221426"/>
                  </a:lnTo>
                  <a:lnTo>
                    <a:pt x="9808673" y="256930"/>
                  </a:lnTo>
                  <a:lnTo>
                    <a:pt x="9731968" y="295792"/>
                  </a:lnTo>
                  <a:lnTo>
                    <a:pt x="9661154" y="338398"/>
                  </a:lnTo>
                  <a:lnTo>
                    <a:pt x="9595632" y="385189"/>
                  </a:lnTo>
                  <a:lnTo>
                    <a:pt x="9534727" y="436649"/>
                  </a:lnTo>
                  <a:lnTo>
                    <a:pt x="9477737" y="493262"/>
                  </a:lnTo>
                  <a:lnTo>
                    <a:pt x="9423968" y="555465"/>
                  </a:lnTo>
                  <a:lnTo>
                    <a:pt x="9372771" y="623566"/>
                  </a:lnTo>
                  <a:lnTo>
                    <a:pt x="9347647" y="660319"/>
                  </a:lnTo>
                  <a:lnTo>
                    <a:pt x="9308883" y="721408"/>
                  </a:lnTo>
                  <a:lnTo>
                    <a:pt x="9270991" y="786355"/>
                  </a:lnTo>
                  <a:lnTo>
                    <a:pt x="9233766" y="855238"/>
                  </a:lnTo>
                  <a:lnTo>
                    <a:pt x="9197040" y="928091"/>
                  </a:lnTo>
                  <a:lnTo>
                    <a:pt x="9160669" y="1004898"/>
                  </a:lnTo>
                  <a:lnTo>
                    <a:pt x="9124540" y="1085587"/>
                  </a:lnTo>
                  <a:lnTo>
                    <a:pt x="9088560" y="1170032"/>
                  </a:lnTo>
                  <a:lnTo>
                    <a:pt x="9052658" y="1258045"/>
                  </a:lnTo>
                  <a:lnTo>
                    <a:pt x="9016779" y="1349378"/>
                  </a:lnTo>
                  <a:lnTo>
                    <a:pt x="8980887" y="1443721"/>
                  </a:lnTo>
                  <a:lnTo>
                    <a:pt x="8944960" y="1540709"/>
                  </a:lnTo>
                  <a:lnTo>
                    <a:pt x="8908986" y="1639923"/>
                  </a:lnTo>
                  <a:lnTo>
                    <a:pt x="8872967" y="1740900"/>
                  </a:lnTo>
                  <a:lnTo>
                    <a:pt x="8836910" y="1843136"/>
                  </a:lnTo>
                  <a:lnTo>
                    <a:pt x="8800830" y="1946104"/>
                  </a:lnTo>
                  <a:lnTo>
                    <a:pt x="8764743" y="2049258"/>
                  </a:lnTo>
                  <a:lnTo>
                    <a:pt x="8728668" y="2152047"/>
                  </a:lnTo>
                  <a:lnTo>
                    <a:pt x="8692622" y="2253932"/>
                  </a:lnTo>
                  <a:lnTo>
                    <a:pt x="8656617" y="2354391"/>
                  </a:lnTo>
                  <a:lnTo>
                    <a:pt x="8620659" y="2452932"/>
                  </a:lnTo>
                  <a:lnTo>
                    <a:pt x="8584745" y="2549105"/>
                  </a:lnTo>
                  <a:lnTo>
                    <a:pt x="8548861" y="2642509"/>
                  </a:lnTo>
                  <a:lnTo>
                    <a:pt x="8512979" y="2732796"/>
                  </a:lnTo>
                  <a:lnTo>
                    <a:pt x="8477058" y="2819676"/>
                  </a:lnTo>
                  <a:lnTo>
                    <a:pt x="8441039" y="2902921"/>
                  </a:lnTo>
                  <a:lnTo>
                    <a:pt x="8404843" y="2982362"/>
                  </a:lnTo>
                  <a:lnTo>
                    <a:pt x="8368370" y="3057891"/>
                  </a:lnTo>
                  <a:lnTo>
                    <a:pt x="8331499" y="3129456"/>
                  </a:lnTo>
                  <a:lnTo>
                    <a:pt x="8294078" y="3197057"/>
                  </a:lnTo>
                  <a:lnTo>
                    <a:pt x="8255927" y="3260741"/>
                  </a:lnTo>
                  <a:lnTo>
                    <a:pt x="8229629" y="3301599"/>
                  </a:lnTo>
                  <a:lnTo>
                    <a:pt x="8179509" y="3372726"/>
                  </a:lnTo>
                  <a:lnTo>
                    <a:pt x="8127119" y="3437890"/>
                  </a:lnTo>
                  <a:lnTo>
                    <a:pt x="8071845" y="3497284"/>
                  </a:lnTo>
                  <a:lnTo>
                    <a:pt x="8013010" y="3551293"/>
                  </a:lnTo>
                  <a:lnTo>
                    <a:pt x="7949912" y="3600386"/>
                  </a:lnTo>
                  <a:lnTo>
                    <a:pt x="7881858" y="3645052"/>
                  </a:lnTo>
                  <a:lnTo>
                    <a:pt x="7808203" y="3685757"/>
                  </a:lnTo>
                  <a:lnTo>
                    <a:pt x="7728408" y="3722918"/>
                  </a:lnTo>
                  <a:lnTo>
                    <a:pt x="7642112" y="3756885"/>
                  </a:lnTo>
                  <a:lnTo>
                    <a:pt x="7549226" y="3787939"/>
                  </a:lnTo>
                  <a:lnTo>
                    <a:pt x="7450048" y="3816280"/>
                  </a:lnTo>
                  <a:lnTo>
                    <a:pt x="7345384" y="3842032"/>
                  </a:lnTo>
                  <a:lnTo>
                    <a:pt x="7236667" y="3865248"/>
                  </a:lnTo>
                  <a:lnTo>
                    <a:pt x="7126031" y="3885919"/>
                  </a:lnTo>
                  <a:lnTo>
                    <a:pt x="7016306" y="3904002"/>
                  </a:lnTo>
                  <a:lnTo>
                    <a:pt x="6910880" y="3919444"/>
                  </a:lnTo>
                  <a:lnTo>
                    <a:pt x="6813422" y="3932220"/>
                  </a:lnTo>
                  <a:lnTo>
                    <a:pt x="6727453" y="3942368"/>
                  </a:lnTo>
                  <a:lnTo>
                    <a:pt x="6655846" y="3950021"/>
                  </a:lnTo>
                  <a:lnTo>
                    <a:pt x="6600357" y="3955414"/>
                  </a:lnTo>
                  <a:lnTo>
                    <a:pt x="6561286" y="3958880"/>
                  </a:lnTo>
                  <a:lnTo>
                    <a:pt x="6537360" y="3960823"/>
                  </a:lnTo>
                  <a:lnTo>
                    <a:pt x="6525803" y="3961684"/>
                  </a:lnTo>
                  <a:lnTo>
                    <a:pt x="6522522" y="3961910"/>
                  </a:lnTo>
                  <a:lnTo>
                    <a:pt x="6522385" y="3961919"/>
                  </a:lnTo>
                  <a:lnTo>
                    <a:pt x="5527445" y="3961919"/>
                  </a:lnTo>
                  <a:lnTo>
                    <a:pt x="5526310" y="3961912"/>
                  </a:lnTo>
                  <a:lnTo>
                    <a:pt x="5518817" y="3961864"/>
                  </a:lnTo>
                  <a:lnTo>
                    <a:pt x="5499828" y="3961733"/>
                  </a:lnTo>
                  <a:lnTo>
                    <a:pt x="5465628" y="3961473"/>
                  </a:lnTo>
                  <a:lnTo>
                    <a:pt x="5414149" y="3961043"/>
                  </a:lnTo>
                  <a:lnTo>
                    <a:pt x="5345118" y="3960409"/>
                  </a:lnTo>
                  <a:lnTo>
                    <a:pt x="5260006" y="3959543"/>
                  </a:lnTo>
                  <a:lnTo>
                    <a:pt x="5161697" y="3958430"/>
                  </a:lnTo>
                  <a:lnTo>
                    <a:pt x="5053972" y="3957064"/>
                  </a:lnTo>
                  <a:lnTo>
                    <a:pt x="4940902" y="3955446"/>
                  </a:lnTo>
                  <a:lnTo>
                    <a:pt x="4826326" y="3953582"/>
                  </a:lnTo>
                  <a:lnTo>
                    <a:pt x="4713478" y="3951476"/>
                  </a:lnTo>
                  <a:lnTo>
                    <a:pt x="4604804" y="3949129"/>
                  </a:lnTo>
                  <a:lnTo>
                    <a:pt x="4501946" y="3946537"/>
                  </a:lnTo>
                  <a:lnTo>
                    <a:pt x="4405820" y="3943687"/>
                  </a:lnTo>
                  <a:lnTo>
                    <a:pt x="4316754" y="3940560"/>
                  </a:lnTo>
                  <a:lnTo>
                    <a:pt x="4234637" y="3937128"/>
                  </a:lnTo>
                  <a:lnTo>
                    <a:pt x="4159053" y="3933355"/>
                  </a:lnTo>
                  <a:lnTo>
                    <a:pt x="4089387" y="3929202"/>
                  </a:lnTo>
                  <a:lnTo>
                    <a:pt x="4024914" y="3924620"/>
                  </a:lnTo>
                  <a:lnTo>
                    <a:pt x="3964860" y="3919563"/>
                  </a:lnTo>
                  <a:lnTo>
                    <a:pt x="3908449" y="3913984"/>
                  </a:lnTo>
                  <a:lnTo>
                    <a:pt x="3854946" y="3907851"/>
                  </a:lnTo>
                  <a:lnTo>
                    <a:pt x="3820202" y="3903398"/>
                  </a:lnTo>
                  <a:lnTo>
                    <a:pt x="3759194" y="3894662"/>
                  </a:lnTo>
                  <a:lnTo>
                    <a:pt x="3700076" y="3885056"/>
                  </a:lnTo>
                  <a:lnTo>
                    <a:pt x="3642152" y="3874569"/>
                  </a:lnTo>
                  <a:lnTo>
                    <a:pt x="3584906" y="3863213"/>
                  </a:lnTo>
                  <a:lnTo>
                    <a:pt x="3527975" y="3851037"/>
                  </a:lnTo>
                  <a:lnTo>
                    <a:pt x="3471119" y="3838119"/>
                  </a:lnTo>
                  <a:lnTo>
                    <a:pt x="3414200" y="3824572"/>
                  </a:lnTo>
                  <a:lnTo>
                    <a:pt x="3357168" y="3810540"/>
                  </a:lnTo>
                  <a:lnTo>
                    <a:pt x="3300036" y="3796191"/>
                  </a:lnTo>
                  <a:lnTo>
                    <a:pt x="3242855" y="3781712"/>
                  </a:lnTo>
                  <a:lnTo>
                    <a:pt x="3185698" y="3767295"/>
                  </a:lnTo>
                  <a:lnTo>
                    <a:pt x="3128626" y="3753129"/>
                  </a:lnTo>
                  <a:lnTo>
                    <a:pt x="3071669" y="3739390"/>
                  </a:lnTo>
                  <a:lnTo>
                    <a:pt x="3014801" y="3726231"/>
                  </a:lnTo>
                  <a:lnTo>
                    <a:pt x="2957918" y="3713778"/>
                  </a:lnTo>
                  <a:lnTo>
                    <a:pt x="2900821" y="3702121"/>
                  </a:lnTo>
                  <a:lnTo>
                    <a:pt x="2843191" y="3691319"/>
                  </a:lnTo>
                  <a:lnTo>
                    <a:pt x="2784571" y="3681397"/>
                  </a:lnTo>
                  <a:lnTo>
                    <a:pt x="2724334" y="3672352"/>
                  </a:lnTo>
                  <a:lnTo>
                    <a:pt x="2702183" y="3669317"/>
                  </a:lnTo>
                  <a:lnTo>
                    <a:pt x="2650263" y="3662801"/>
                  </a:lnTo>
                  <a:lnTo>
                    <a:pt x="2595888" y="3656852"/>
                  </a:lnTo>
                  <a:lnTo>
                    <a:pt x="2538373" y="3651448"/>
                  </a:lnTo>
                  <a:lnTo>
                    <a:pt x="2476963" y="3646551"/>
                  </a:lnTo>
                  <a:lnTo>
                    <a:pt x="2410880" y="3642114"/>
                  </a:lnTo>
                  <a:lnTo>
                    <a:pt x="2339359" y="3638089"/>
                  </a:lnTo>
                  <a:lnTo>
                    <a:pt x="2261704" y="3634433"/>
                  </a:lnTo>
                  <a:lnTo>
                    <a:pt x="2177353" y="3631103"/>
                  </a:lnTo>
                  <a:lnTo>
                    <a:pt x="2085978" y="3628069"/>
                  </a:lnTo>
                  <a:lnTo>
                    <a:pt x="1987594" y="3625305"/>
                  </a:lnTo>
                  <a:lnTo>
                    <a:pt x="1882706" y="3622794"/>
                  </a:lnTo>
                  <a:lnTo>
                    <a:pt x="1772452" y="3620526"/>
                  </a:lnTo>
                  <a:lnTo>
                    <a:pt x="1658731" y="3618498"/>
                  </a:lnTo>
                  <a:lnTo>
                    <a:pt x="1544256" y="3616714"/>
                  </a:lnTo>
                  <a:lnTo>
                    <a:pt x="1432487" y="3615178"/>
                  </a:lnTo>
                  <a:lnTo>
                    <a:pt x="1327388" y="3613895"/>
                  </a:lnTo>
                  <a:lnTo>
                    <a:pt x="1233000" y="3612863"/>
                  </a:lnTo>
                  <a:lnTo>
                    <a:pt x="1152877" y="3612075"/>
                  </a:lnTo>
                  <a:lnTo>
                    <a:pt x="1089490" y="3611511"/>
                  </a:lnTo>
                  <a:lnTo>
                    <a:pt x="1043766" y="3611141"/>
                  </a:lnTo>
                  <a:lnTo>
                    <a:pt x="1014841" y="3610928"/>
                  </a:lnTo>
                  <a:lnTo>
                    <a:pt x="1000083" y="3610828"/>
                  </a:lnTo>
                  <a:lnTo>
                    <a:pt x="995293" y="3610798"/>
                  </a:lnTo>
                  <a:lnTo>
                    <a:pt x="994940" y="3610796"/>
                  </a:lnTo>
                  <a:lnTo>
                    <a:pt x="0" y="3610796"/>
                  </a:lnTo>
                  <a:lnTo>
                    <a:pt x="0" y="36107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2" name="pg1691"/>
            <p:cNvSpPr/>
            <p:nvPr/>
          </p:nvSpPr>
          <p:spPr>
            <a:xfrm>
              <a:off x="1199187" y="1902185"/>
              <a:ext cx="12049831" cy="4496464"/>
            </a:xfrm>
            <a:custGeom>
              <a:avLst/>
              <a:pathLst>
                <a:path w="12049831" h="4496464">
                  <a:moveTo>
                    <a:pt x="0" y="3705128"/>
                  </a:moveTo>
                  <a:lnTo>
                    <a:pt x="994940" y="3705128"/>
                  </a:lnTo>
                  <a:lnTo>
                    <a:pt x="995978" y="3705063"/>
                  </a:lnTo>
                  <a:lnTo>
                    <a:pt x="1002842" y="3704605"/>
                  </a:lnTo>
                  <a:lnTo>
                    <a:pt x="1020277" y="3703338"/>
                  </a:lnTo>
                  <a:lnTo>
                    <a:pt x="1051780" y="3700840"/>
                  </a:lnTo>
                  <a:lnTo>
                    <a:pt x="1099408" y="3696707"/>
                  </a:lnTo>
                  <a:lnTo>
                    <a:pt x="1163632" y="3690588"/>
                  </a:lnTo>
                  <a:lnTo>
                    <a:pt x="1243356" y="3682212"/>
                  </a:lnTo>
                  <a:lnTo>
                    <a:pt x="1336159" y="3671410"/>
                  </a:lnTo>
                  <a:lnTo>
                    <a:pt x="1438723" y="3658106"/>
                  </a:lnTo>
                  <a:lnTo>
                    <a:pt x="1547344" y="3642297"/>
                  </a:lnTo>
                  <a:lnTo>
                    <a:pt x="1658414" y="3624027"/>
                  </a:lnTo>
                  <a:lnTo>
                    <a:pt x="1768779" y="3603344"/>
                  </a:lnTo>
                  <a:lnTo>
                    <a:pt x="1875948" y="3580276"/>
                  </a:lnTo>
                  <a:lnTo>
                    <a:pt x="1978154" y="3554799"/>
                  </a:lnTo>
                  <a:lnTo>
                    <a:pt x="2074308" y="3526829"/>
                  </a:lnTo>
                  <a:lnTo>
                    <a:pt x="2163895" y="3496208"/>
                  </a:lnTo>
                  <a:lnTo>
                    <a:pt x="2246847" y="3462704"/>
                  </a:lnTo>
                  <a:lnTo>
                    <a:pt x="2323422" y="3426014"/>
                  </a:lnTo>
                  <a:lnTo>
                    <a:pt x="2394098" y="3385769"/>
                  </a:lnTo>
                  <a:lnTo>
                    <a:pt x="2459489" y="3341546"/>
                  </a:lnTo>
                  <a:lnTo>
                    <a:pt x="2520283" y="3292889"/>
                  </a:lnTo>
                  <a:lnTo>
                    <a:pt x="2577192" y="3239340"/>
                  </a:lnTo>
                  <a:lnTo>
                    <a:pt x="2630916" y="3180492"/>
                  </a:lnTo>
                  <a:lnTo>
                    <a:pt x="2682107" y="3116074"/>
                  </a:lnTo>
                  <a:lnTo>
                    <a:pt x="2702183" y="3088480"/>
                  </a:lnTo>
                  <a:lnTo>
                    <a:pt x="2742062" y="3029717"/>
                  </a:lnTo>
                  <a:lnTo>
                    <a:pt x="2781024" y="2967135"/>
                  </a:lnTo>
                  <a:lnTo>
                    <a:pt x="2819290" y="2900657"/>
                  </a:lnTo>
                  <a:lnTo>
                    <a:pt x="2857043" y="2830253"/>
                  </a:lnTo>
                  <a:lnTo>
                    <a:pt x="2894434" y="2755944"/>
                  </a:lnTo>
                  <a:lnTo>
                    <a:pt x="2931585" y="2677809"/>
                  </a:lnTo>
                  <a:lnTo>
                    <a:pt x="2968593" y="2595988"/>
                  </a:lnTo>
                  <a:lnTo>
                    <a:pt x="3005532" y="2510684"/>
                  </a:lnTo>
                  <a:lnTo>
                    <a:pt x="3042455" y="2422164"/>
                  </a:lnTo>
                  <a:lnTo>
                    <a:pt x="3079401" y="2330755"/>
                  </a:lnTo>
                  <a:lnTo>
                    <a:pt x="3116388" y="2236846"/>
                  </a:lnTo>
                  <a:lnTo>
                    <a:pt x="3153426" y="2140878"/>
                  </a:lnTo>
                  <a:lnTo>
                    <a:pt x="3190509" y="2043337"/>
                  </a:lnTo>
                  <a:lnTo>
                    <a:pt x="3227627" y="1944745"/>
                  </a:lnTo>
                  <a:lnTo>
                    <a:pt x="3264764" y="1845649"/>
                  </a:lnTo>
                  <a:lnTo>
                    <a:pt x="3301898" y="1746606"/>
                  </a:lnTo>
                  <a:lnTo>
                    <a:pt x="3339011" y="1648175"/>
                  </a:lnTo>
                  <a:lnTo>
                    <a:pt x="3376086" y="1550897"/>
                  </a:lnTo>
                  <a:lnTo>
                    <a:pt x="3413114" y="1455288"/>
                  </a:lnTo>
                  <a:lnTo>
                    <a:pt x="3450092" y="1361827"/>
                  </a:lnTo>
                  <a:lnTo>
                    <a:pt x="3487031" y="1270946"/>
                  </a:lnTo>
                  <a:lnTo>
                    <a:pt x="3523954" y="1183020"/>
                  </a:lnTo>
                  <a:lnTo>
                    <a:pt x="3560901" y="1098367"/>
                  </a:lnTo>
                  <a:lnTo>
                    <a:pt x="3597930" y="1017242"/>
                  </a:lnTo>
                  <a:lnTo>
                    <a:pt x="3635119" y="939834"/>
                  </a:lnTo>
                  <a:lnTo>
                    <a:pt x="3672569" y="866271"/>
                  </a:lnTo>
                  <a:lnTo>
                    <a:pt x="3710409" y="796622"/>
                  </a:lnTo>
                  <a:lnTo>
                    <a:pt x="3748793" y="730897"/>
                  </a:lnTo>
                  <a:lnTo>
                    <a:pt x="3787913" y="669057"/>
                  </a:lnTo>
                  <a:lnTo>
                    <a:pt x="3820202" y="621888"/>
                  </a:lnTo>
                  <a:lnTo>
                    <a:pt x="3870537" y="555197"/>
                  </a:lnTo>
                  <a:lnTo>
                    <a:pt x="3923163" y="494123"/>
                  </a:lnTo>
                  <a:lnTo>
                    <a:pt x="3978705" y="438479"/>
                  </a:lnTo>
                  <a:lnTo>
                    <a:pt x="4037845" y="387901"/>
                  </a:lnTo>
                  <a:lnTo>
                    <a:pt x="4101296" y="341944"/>
                  </a:lnTo>
                  <a:lnTo>
                    <a:pt x="4169759" y="300147"/>
                  </a:lnTo>
                  <a:lnTo>
                    <a:pt x="4243886" y="262070"/>
                  </a:lnTo>
                  <a:lnTo>
                    <a:pt x="4324219" y="227321"/>
                  </a:lnTo>
                  <a:lnTo>
                    <a:pt x="4411115" y="195568"/>
                  </a:lnTo>
                  <a:lnTo>
                    <a:pt x="4504652" y="166551"/>
                  </a:lnTo>
                  <a:lnTo>
                    <a:pt x="4604512" y="140082"/>
                  </a:lnTo>
                  <a:lnTo>
                    <a:pt x="4709850" y="116047"/>
                  </a:lnTo>
                  <a:lnTo>
                    <a:pt x="4819184" y="94401"/>
                  </a:lnTo>
                  <a:lnTo>
                    <a:pt x="4930315" y="75152"/>
                  </a:lnTo>
                  <a:lnTo>
                    <a:pt x="5040339" y="58343"/>
                  </a:lnTo>
                  <a:lnTo>
                    <a:pt x="5145799" y="44025"/>
                  </a:lnTo>
                  <a:lnTo>
                    <a:pt x="5242974" y="32217"/>
                  </a:lnTo>
                  <a:lnTo>
                    <a:pt x="5328330" y="22877"/>
                  </a:lnTo>
                  <a:lnTo>
                    <a:pt x="5399024" y="15875"/>
                  </a:lnTo>
                  <a:lnTo>
                    <a:pt x="5453385" y="10978"/>
                  </a:lnTo>
                  <a:lnTo>
                    <a:pt x="5491236" y="7867"/>
                  </a:lnTo>
                  <a:lnTo>
                    <a:pt x="5514005" y="6154"/>
                  </a:lnTo>
                  <a:lnTo>
                    <a:pt x="5524632" y="541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384" y="5315"/>
                  </a:lnTo>
                  <a:lnTo>
                    <a:pt x="6529988" y="5850"/>
                  </a:lnTo>
                  <a:lnTo>
                    <a:pt x="6546782" y="7327"/>
                  </a:lnTo>
                  <a:lnTo>
                    <a:pt x="6577169" y="10239"/>
                  </a:lnTo>
                  <a:lnTo>
                    <a:pt x="6623192" y="15060"/>
                  </a:lnTo>
                  <a:lnTo>
                    <a:pt x="6685397" y="22205"/>
                  </a:lnTo>
                  <a:lnTo>
                    <a:pt x="6762834" y="31995"/>
                  </a:lnTo>
                  <a:lnTo>
                    <a:pt x="6853270" y="44640"/>
                  </a:lnTo>
                  <a:lnTo>
                    <a:pt x="6953581" y="60239"/>
                  </a:lnTo>
                  <a:lnTo>
                    <a:pt x="7060223" y="78801"/>
                  </a:lnTo>
                  <a:lnTo>
                    <a:pt x="7169692" y="100281"/>
                  </a:lnTo>
                  <a:lnTo>
                    <a:pt x="7278883" y="124619"/>
                  </a:lnTo>
                  <a:lnTo>
                    <a:pt x="7385298" y="151779"/>
                  </a:lnTo>
                  <a:lnTo>
                    <a:pt x="7487126" y="181776"/>
                  </a:lnTo>
                  <a:lnTo>
                    <a:pt x="7583209" y="214696"/>
                  </a:lnTo>
                  <a:lnTo>
                    <a:pt x="7672958" y="250705"/>
                  </a:lnTo>
                  <a:lnTo>
                    <a:pt x="7756228" y="290056"/>
                  </a:lnTo>
                  <a:lnTo>
                    <a:pt x="7833211" y="333086"/>
                  </a:lnTo>
                  <a:lnTo>
                    <a:pt x="7904323" y="380207"/>
                  </a:lnTo>
                  <a:lnTo>
                    <a:pt x="7970130" y="431899"/>
                  </a:lnTo>
                  <a:lnTo>
                    <a:pt x="8031280" y="488688"/>
                  </a:lnTo>
                  <a:lnTo>
                    <a:pt x="8088454" y="551112"/>
                  </a:lnTo>
                  <a:lnTo>
                    <a:pt x="8142332" y="619672"/>
                  </a:lnTo>
                  <a:lnTo>
                    <a:pt x="8193557" y="694743"/>
                  </a:lnTo>
                  <a:lnTo>
                    <a:pt x="8229629" y="753777"/>
                  </a:lnTo>
                  <a:lnTo>
                    <a:pt x="8266375" y="819271"/>
                  </a:lnTo>
                  <a:lnTo>
                    <a:pt x="8302327" y="888684"/>
                  </a:lnTo>
                  <a:lnTo>
                    <a:pt x="8337663" y="962095"/>
                  </a:lnTo>
                  <a:lnTo>
                    <a:pt x="8372531" y="1039543"/>
                  </a:lnTo>
                  <a:lnTo>
                    <a:pt x="8407054" y="1121022"/>
                  </a:lnTo>
                  <a:lnTo>
                    <a:pt x="8441335" y="1206476"/>
                  </a:lnTo>
                  <a:lnTo>
                    <a:pt x="8475459" y="1295798"/>
                  </a:lnTo>
                  <a:lnTo>
                    <a:pt x="8509491" y="1388828"/>
                  </a:lnTo>
                  <a:lnTo>
                    <a:pt x="8543484" y="1485349"/>
                  </a:lnTo>
                  <a:lnTo>
                    <a:pt x="8577475" y="1585089"/>
                  </a:lnTo>
                  <a:lnTo>
                    <a:pt x="8611489" y="1687725"/>
                  </a:lnTo>
                  <a:lnTo>
                    <a:pt x="8645540" y="1792878"/>
                  </a:lnTo>
                  <a:lnTo>
                    <a:pt x="8679633" y="1900128"/>
                  </a:lnTo>
                  <a:lnTo>
                    <a:pt x="8713766" y="2009013"/>
                  </a:lnTo>
                  <a:lnTo>
                    <a:pt x="8747930" y="2119042"/>
                  </a:lnTo>
                  <a:lnTo>
                    <a:pt x="8782112" y="2229700"/>
                  </a:lnTo>
                  <a:lnTo>
                    <a:pt x="8816297" y="2340458"/>
                  </a:lnTo>
                  <a:lnTo>
                    <a:pt x="8850470" y="2450789"/>
                  </a:lnTo>
                  <a:lnTo>
                    <a:pt x="8884616" y="2560170"/>
                  </a:lnTo>
                  <a:lnTo>
                    <a:pt x="8918725" y="2668101"/>
                  </a:lnTo>
                  <a:lnTo>
                    <a:pt x="8952792" y="2774107"/>
                  </a:lnTo>
                  <a:lnTo>
                    <a:pt x="8986819" y="2877750"/>
                  </a:lnTo>
                  <a:lnTo>
                    <a:pt x="9020816" y="2978638"/>
                  </a:lnTo>
                  <a:lnTo>
                    <a:pt x="9054804" y="3076423"/>
                  </a:lnTo>
                  <a:lnTo>
                    <a:pt x="9088816" y="3170814"/>
                  </a:lnTo>
                  <a:lnTo>
                    <a:pt x="9122898" y="3261574"/>
                  </a:lnTo>
                  <a:lnTo>
                    <a:pt x="9157111" y="3348520"/>
                  </a:lnTo>
                  <a:lnTo>
                    <a:pt x="9191530" y="3431526"/>
                  </a:lnTo>
                  <a:lnTo>
                    <a:pt x="9226253" y="3510516"/>
                  </a:lnTo>
                  <a:lnTo>
                    <a:pt x="9261394" y="3585467"/>
                  </a:lnTo>
                  <a:lnTo>
                    <a:pt x="9297092" y="3656399"/>
                  </a:lnTo>
                  <a:lnTo>
                    <a:pt x="9333512" y="3723377"/>
                  </a:lnTo>
                  <a:lnTo>
                    <a:pt x="9347647" y="3747926"/>
                  </a:lnTo>
                  <a:lnTo>
                    <a:pt x="9397304" y="3827856"/>
                  </a:lnTo>
                  <a:lnTo>
                    <a:pt x="9449184" y="3901145"/>
                  </a:lnTo>
                  <a:lnTo>
                    <a:pt x="9503885" y="3968007"/>
                  </a:lnTo>
                  <a:lnTo>
                    <a:pt x="9562063" y="4028860"/>
                  </a:lnTo>
                  <a:lnTo>
                    <a:pt x="9624402" y="4084221"/>
                  </a:lnTo>
                  <a:lnTo>
                    <a:pt x="9691579" y="4134631"/>
                  </a:lnTo>
                  <a:lnTo>
                    <a:pt x="9764223" y="4180604"/>
                  </a:lnTo>
                  <a:lnTo>
                    <a:pt x="9842867" y="4222604"/>
                  </a:lnTo>
                  <a:lnTo>
                    <a:pt x="9927877" y="4261024"/>
                  </a:lnTo>
                  <a:lnTo>
                    <a:pt x="10019364" y="4296179"/>
                  </a:lnTo>
                  <a:lnTo>
                    <a:pt x="10117076" y="4328298"/>
                  </a:lnTo>
                  <a:lnTo>
                    <a:pt x="10220281" y="4357525"/>
                  </a:lnTo>
                  <a:lnTo>
                    <a:pt x="10327652" y="4383925"/>
                  </a:lnTo>
                  <a:lnTo>
                    <a:pt x="10437191" y="4407498"/>
                  </a:lnTo>
                  <a:lnTo>
                    <a:pt x="10546225" y="4428197"/>
                  </a:lnTo>
                  <a:lnTo>
                    <a:pt x="10651514" y="4445963"/>
                  </a:lnTo>
                  <a:lnTo>
                    <a:pt x="10749503" y="4460761"/>
                  </a:lnTo>
                  <a:lnTo>
                    <a:pt x="10836714" y="4472623"/>
                  </a:lnTo>
                  <a:lnTo>
                    <a:pt x="10910216" y="4481674"/>
                  </a:lnTo>
                  <a:lnTo>
                    <a:pt x="10968091" y="4488156"/>
                  </a:lnTo>
                  <a:lnTo>
                    <a:pt x="11009781" y="4492418"/>
                  </a:lnTo>
                  <a:lnTo>
                    <a:pt x="11036242" y="4494896"/>
                  </a:lnTo>
                  <a:lnTo>
                    <a:pt x="11049901" y="4496070"/>
                  </a:lnTo>
                  <a:lnTo>
                    <a:pt x="11054497" y="4496434"/>
                  </a:lnTo>
                  <a:lnTo>
                    <a:pt x="11054891" y="4496464"/>
                  </a:lnTo>
                  <a:lnTo>
                    <a:pt x="12049831" y="4496464"/>
                  </a:lnTo>
                  <a:lnTo>
                    <a:pt x="12049831" y="4491223"/>
                  </a:lnTo>
                  <a:lnTo>
                    <a:pt x="11054891" y="4491223"/>
                  </a:lnTo>
                  <a:lnTo>
                    <a:pt x="11053893" y="4491148"/>
                  </a:lnTo>
                  <a:lnTo>
                    <a:pt x="11047288" y="4490613"/>
                  </a:lnTo>
                  <a:lnTo>
                    <a:pt x="11030494" y="4489136"/>
                  </a:lnTo>
                  <a:lnTo>
                    <a:pt x="11000108" y="4486224"/>
                  </a:lnTo>
                  <a:lnTo>
                    <a:pt x="10954084" y="4481403"/>
                  </a:lnTo>
                  <a:lnTo>
                    <a:pt x="10891880" y="4474258"/>
                  </a:lnTo>
                  <a:lnTo>
                    <a:pt x="10814443" y="4464468"/>
                  </a:lnTo>
                  <a:lnTo>
                    <a:pt x="10724006" y="4451823"/>
                  </a:lnTo>
                  <a:lnTo>
                    <a:pt x="10623695" y="4436224"/>
                  </a:lnTo>
                  <a:lnTo>
                    <a:pt x="10517054" y="4417662"/>
                  </a:lnTo>
                  <a:lnTo>
                    <a:pt x="10407584" y="4396182"/>
                  </a:lnTo>
                  <a:lnTo>
                    <a:pt x="10298394" y="4371844"/>
                  </a:lnTo>
                  <a:lnTo>
                    <a:pt x="10191978" y="4344684"/>
                  </a:lnTo>
                  <a:lnTo>
                    <a:pt x="10090151" y="4314687"/>
                  </a:lnTo>
                  <a:lnTo>
                    <a:pt x="9994067" y="4281767"/>
                  </a:lnTo>
                  <a:lnTo>
                    <a:pt x="9904319" y="4245758"/>
                  </a:lnTo>
                  <a:lnTo>
                    <a:pt x="9821048" y="4206407"/>
                  </a:lnTo>
                  <a:lnTo>
                    <a:pt x="9744066" y="4163378"/>
                  </a:lnTo>
                  <a:lnTo>
                    <a:pt x="9672954" y="4116257"/>
                  </a:lnTo>
                  <a:lnTo>
                    <a:pt x="9607146" y="4064564"/>
                  </a:lnTo>
                  <a:lnTo>
                    <a:pt x="9545997" y="4007775"/>
                  </a:lnTo>
                  <a:lnTo>
                    <a:pt x="9488822" y="3945351"/>
                  </a:lnTo>
                  <a:lnTo>
                    <a:pt x="9434945" y="3876791"/>
                  </a:lnTo>
                  <a:lnTo>
                    <a:pt x="9383719" y="3801720"/>
                  </a:lnTo>
                  <a:lnTo>
                    <a:pt x="9347647" y="3742686"/>
                  </a:lnTo>
                  <a:lnTo>
                    <a:pt x="9310902" y="3677192"/>
                  </a:lnTo>
                  <a:lnTo>
                    <a:pt x="9274949" y="3607779"/>
                  </a:lnTo>
                  <a:lnTo>
                    <a:pt x="9239613" y="3534368"/>
                  </a:lnTo>
                  <a:lnTo>
                    <a:pt x="9204746" y="3456920"/>
                  </a:lnTo>
                  <a:lnTo>
                    <a:pt x="9170223" y="3375441"/>
                  </a:lnTo>
                  <a:lnTo>
                    <a:pt x="9135941" y="3289988"/>
                  </a:lnTo>
                  <a:lnTo>
                    <a:pt x="9101818" y="3200665"/>
                  </a:lnTo>
                  <a:lnTo>
                    <a:pt x="9067785" y="3107635"/>
                  </a:lnTo>
                  <a:lnTo>
                    <a:pt x="9033792" y="3011114"/>
                  </a:lnTo>
                  <a:lnTo>
                    <a:pt x="8999801" y="2911374"/>
                  </a:lnTo>
                  <a:lnTo>
                    <a:pt x="8965788" y="2808739"/>
                  </a:lnTo>
                  <a:lnTo>
                    <a:pt x="8931736" y="2703585"/>
                  </a:lnTo>
                  <a:lnTo>
                    <a:pt x="8897643" y="2596335"/>
                  </a:lnTo>
                  <a:lnTo>
                    <a:pt x="8863510" y="2487450"/>
                  </a:lnTo>
                  <a:lnTo>
                    <a:pt x="8829346" y="2377421"/>
                  </a:lnTo>
                  <a:lnTo>
                    <a:pt x="8795164" y="2266763"/>
                  </a:lnTo>
                  <a:lnTo>
                    <a:pt x="8760979" y="2156005"/>
                  </a:lnTo>
                  <a:lnTo>
                    <a:pt x="8726807" y="2045674"/>
                  </a:lnTo>
                  <a:lnTo>
                    <a:pt x="8692661" y="1936293"/>
                  </a:lnTo>
                  <a:lnTo>
                    <a:pt x="8658552" y="1828362"/>
                  </a:lnTo>
                  <a:lnTo>
                    <a:pt x="8624485" y="1722356"/>
                  </a:lnTo>
                  <a:lnTo>
                    <a:pt x="8590458" y="1618713"/>
                  </a:lnTo>
                  <a:lnTo>
                    <a:pt x="8556461" y="1517826"/>
                  </a:lnTo>
                  <a:lnTo>
                    <a:pt x="8522472" y="1420040"/>
                  </a:lnTo>
                  <a:lnTo>
                    <a:pt x="8488460" y="1325649"/>
                  </a:lnTo>
                  <a:lnTo>
                    <a:pt x="8454378" y="1234889"/>
                  </a:lnTo>
                  <a:lnTo>
                    <a:pt x="8420166" y="1147943"/>
                  </a:lnTo>
                  <a:lnTo>
                    <a:pt x="8385746" y="1064937"/>
                  </a:lnTo>
                  <a:lnTo>
                    <a:pt x="8351024" y="985947"/>
                  </a:lnTo>
                  <a:lnTo>
                    <a:pt x="8315883" y="910996"/>
                  </a:lnTo>
                  <a:lnTo>
                    <a:pt x="8280185" y="840064"/>
                  </a:lnTo>
                  <a:lnTo>
                    <a:pt x="8243765" y="773086"/>
                  </a:lnTo>
                  <a:lnTo>
                    <a:pt x="8229629" y="748537"/>
                  </a:lnTo>
                  <a:lnTo>
                    <a:pt x="8179973" y="668607"/>
                  </a:lnTo>
                  <a:lnTo>
                    <a:pt x="8128093" y="595318"/>
                  </a:lnTo>
                  <a:lnTo>
                    <a:pt x="8073392" y="528456"/>
                  </a:lnTo>
                  <a:lnTo>
                    <a:pt x="8015213" y="467603"/>
                  </a:lnTo>
                  <a:lnTo>
                    <a:pt x="7952874" y="412242"/>
                  </a:lnTo>
                  <a:lnTo>
                    <a:pt x="7885698" y="361832"/>
                  </a:lnTo>
                  <a:lnTo>
                    <a:pt x="7813054" y="315859"/>
                  </a:lnTo>
                  <a:lnTo>
                    <a:pt x="7734409" y="273859"/>
                  </a:lnTo>
                  <a:lnTo>
                    <a:pt x="7649399" y="235439"/>
                  </a:lnTo>
                  <a:lnTo>
                    <a:pt x="7557912" y="200284"/>
                  </a:lnTo>
                  <a:lnTo>
                    <a:pt x="7460200" y="168165"/>
                  </a:lnTo>
                  <a:lnTo>
                    <a:pt x="7356996" y="138938"/>
                  </a:lnTo>
                  <a:lnTo>
                    <a:pt x="7249625" y="112538"/>
                  </a:lnTo>
                  <a:lnTo>
                    <a:pt x="7140085" y="88965"/>
                  </a:lnTo>
                  <a:lnTo>
                    <a:pt x="7031051" y="68266"/>
                  </a:lnTo>
                  <a:lnTo>
                    <a:pt x="6925762" y="50500"/>
                  </a:lnTo>
                  <a:lnTo>
                    <a:pt x="6827773" y="35702"/>
                  </a:lnTo>
                  <a:lnTo>
                    <a:pt x="6740563" y="23840"/>
                  </a:lnTo>
                  <a:lnTo>
                    <a:pt x="6667061" y="14789"/>
                  </a:lnTo>
                  <a:lnTo>
                    <a:pt x="6609185" y="8307"/>
                  </a:lnTo>
                  <a:lnTo>
                    <a:pt x="6567495" y="4045"/>
                  </a:lnTo>
                  <a:lnTo>
                    <a:pt x="6541035" y="1567"/>
                  </a:lnTo>
                  <a:lnTo>
                    <a:pt x="6527375" y="393"/>
                  </a:lnTo>
                  <a:lnTo>
                    <a:pt x="6522780" y="2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07" y="64"/>
                  </a:lnTo>
                  <a:lnTo>
                    <a:pt x="5519543" y="523"/>
                  </a:lnTo>
                  <a:lnTo>
                    <a:pt x="5502108" y="1790"/>
                  </a:lnTo>
                  <a:lnTo>
                    <a:pt x="5470605" y="4287"/>
                  </a:lnTo>
                  <a:lnTo>
                    <a:pt x="5422977" y="8420"/>
                  </a:lnTo>
                  <a:lnTo>
                    <a:pt x="5358753" y="14540"/>
                  </a:lnTo>
                  <a:lnTo>
                    <a:pt x="5279029" y="22915"/>
                  </a:lnTo>
                  <a:lnTo>
                    <a:pt x="5186226" y="33717"/>
                  </a:lnTo>
                  <a:lnTo>
                    <a:pt x="5083662" y="47022"/>
                  </a:lnTo>
                  <a:lnTo>
                    <a:pt x="4975041" y="62830"/>
                  </a:lnTo>
                  <a:lnTo>
                    <a:pt x="4863971" y="81101"/>
                  </a:lnTo>
                  <a:lnTo>
                    <a:pt x="4753606" y="101783"/>
                  </a:lnTo>
                  <a:lnTo>
                    <a:pt x="4646437" y="124851"/>
                  </a:lnTo>
                  <a:lnTo>
                    <a:pt x="4544231" y="150328"/>
                  </a:lnTo>
                  <a:lnTo>
                    <a:pt x="4448077" y="178298"/>
                  </a:lnTo>
                  <a:lnTo>
                    <a:pt x="4358490" y="208920"/>
                  </a:lnTo>
                  <a:lnTo>
                    <a:pt x="4275538" y="242423"/>
                  </a:lnTo>
                  <a:lnTo>
                    <a:pt x="4198963" y="279113"/>
                  </a:lnTo>
                  <a:lnTo>
                    <a:pt x="4128287" y="319358"/>
                  </a:lnTo>
                  <a:lnTo>
                    <a:pt x="4062896" y="363581"/>
                  </a:lnTo>
                  <a:lnTo>
                    <a:pt x="4002102" y="412238"/>
                  </a:lnTo>
                  <a:lnTo>
                    <a:pt x="3945193" y="465787"/>
                  </a:lnTo>
                  <a:lnTo>
                    <a:pt x="3891469" y="524635"/>
                  </a:lnTo>
                  <a:lnTo>
                    <a:pt x="3840278" y="589053"/>
                  </a:lnTo>
                  <a:lnTo>
                    <a:pt x="3820202" y="616647"/>
                  </a:lnTo>
                  <a:lnTo>
                    <a:pt x="3780323" y="675411"/>
                  </a:lnTo>
                  <a:lnTo>
                    <a:pt x="3741361" y="737992"/>
                  </a:lnTo>
                  <a:lnTo>
                    <a:pt x="3703095" y="804470"/>
                  </a:lnTo>
                  <a:lnTo>
                    <a:pt x="3665342" y="874875"/>
                  </a:lnTo>
                  <a:lnTo>
                    <a:pt x="3627950" y="949184"/>
                  </a:lnTo>
                  <a:lnTo>
                    <a:pt x="3590800" y="1027319"/>
                  </a:lnTo>
                  <a:lnTo>
                    <a:pt x="3553792" y="1109139"/>
                  </a:lnTo>
                  <a:lnTo>
                    <a:pt x="3516853" y="1194443"/>
                  </a:lnTo>
                  <a:lnTo>
                    <a:pt x="3479930" y="1282964"/>
                  </a:lnTo>
                  <a:lnTo>
                    <a:pt x="3442984" y="1374372"/>
                  </a:lnTo>
                  <a:lnTo>
                    <a:pt x="3405997" y="1468281"/>
                  </a:lnTo>
                  <a:lnTo>
                    <a:pt x="3368959" y="1564249"/>
                  </a:lnTo>
                  <a:lnTo>
                    <a:pt x="3331876" y="1661790"/>
                  </a:lnTo>
                  <a:lnTo>
                    <a:pt x="3294758" y="1760382"/>
                  </a:lnTo>
                  <a:lnTo>
                    <a:pt x="3257621" y="1859478"/>
                  </a:lnTo>
                  <a:lnTo>
                    <a:pt x="3220487" y="1958521"/>
                  </a:lnTo>
                  <a:lnTo>
                    <a:pt x="3183374" y="2056953"/>
                  </a:lnTo>
                  <a:lnTo>
                    <a:pt x="3146299" y="2154231"/>
                  </a:lnTo>
                  <a:lnTo>
                    <a:pt x="3109271" y="2249839"/>
                  </a:lnTo>
                  <a:lnTo>
                    <a:pt x="3072293" y="2343300"/>
                  </a:lnTo>
                  <a:lnTo>
                    <a:pt x="3035354" y="2434182"/>
                  </a:lnTo>
                  <a:lnTo>
                    <a:pt x="2998431" y="2522107"/>
                  </a:lnTo>
                  <a:lnTo>
                    <a:pt x="2961484" y="2606760"/>
                  </a:lnTo>
                  <a:lnTo>
                    <a:pt x="2924455" y="2687886"/>
                  </a:lnTo>
                  <a:lnTo>
                    <a:pt x="2887266" y="2765294"/>
                  </a:lnTo>
                  <a:lnTo>
                    <a:pt x="2849815" y="2838856"/>
                  </a:lnTo>
                  <a:lnTo>
                    <a:pt x="2811976" y="2908506"/>
                  </a:lnTo>
                  <a:lnTo>
                    <a:pt x="2773592" y="2974230"/>
                  </a:lnTo>
                  <a:lnTo>
                    <a:pt x="2734472" y="3036070"/>
                  </a:lnTo>
                  <a:lnTo>
                    <a:pt x="2702183" y="3083239"/>
                  </a:lnTo>
                  <a:lnTo>
                    <a:pt x="2651848" y="3149930"/>
                  </a:lnTo>
                  <a:lnTo>
                    <a:pt x="2599222" y="3211004"/>
                  </a:lnTo>
                  <a:lnTo>
                    <a:pt x="2543680" y="3266649"/>
                  </a:lnTo>
                  <a:lnTo>
                    <a:pt x="2484540" y="3317227"/>
                  </a:lnTo>
                  <a:lnTo>
                    <a:pt x="2421089" y="3363183"/>
                  </a:lnTo>
                  <a:lnTo>
                    <a:pt x="2352626" y="3404980"/>
                  </a:lnTo>
                  <a:lnTo>
                    <a:pt x="2278499" y="3443057"/>
                  </a:lnTo>
                  <a:lnTo>
                    <a:pt x="2198166" y="3477807"/>
                  </a:lnTo>
                  <a:lnTo>
                    <a:pt x="2111270" y="3509560"/>
                  </a:lnTo>
                  <a:lnTo>
                    <a:pt x="2017733" y="3538577"/>
                  </a:lnTo>
                  <a:lnTo>
                    <a:pt x="1917873" y="3565046"/>
                  </a:lnTo>
                  <a:lnTo>
                    <a:pt x="1812535" y="3589080"/>
                  </a:lnTo>
                  <a:lnTo>
                    <a:pt x="1703201" y="3610726"/>
                  </a:lnTo>
                  <a:lnTo>
                    <a:pt x="1592070" y="3629975"/>
                  </a:lnTo>
                  <a:lnTo>
                    <a:pt x="1482046" y="3646784"/>
                  </a:lnTo>
                  <a:lnTo>
                    <a:pt x="1376586" y="3661102"/>
                  </a:lnTo>
                  <a:lnTo>
                    <a:pt x="1279411" y="3672910"/>
                  </a:lnTo>
                  <a:lnTo>
                    <a:pt x="1194055" y="3682250"/>
                  </a:lnTo>
                  <a:lnTo>
                    <a:pt x="1123361" y="3689253"/>
                  </a:lnTo>
                  <a:lnTo>
                    <a:pt x="1069000" y="3694149"/>
                  </a:lnTo>
                  <a:lnTo>
                    <a:pt x="1031149" y="3697261"/>
                  </a:lnTo>
                  <a:lnTo>
                    <a:pt x="1008380" y="3698974"/>
                  </a:lnTo>
                  <a:lnTo>
                    <a:pt x="997753" y="3699708"/>
                  </a:lnTo>
                  <a:lnTo>
                    <a:pt x="994940" y="3699887"/>
                  </a:lnTo>
                  <a:lnTo>
                    <a:pt x="0" y="3699887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93" name="pl1692"/>
            <p:cNvSpPr/>
            <p:nvPr/>
          </p:nvSpPr>
          <p:spPr>
            <a:xfrm>
              <a:off x="1199187" y="1907426"/>
              <a:ext cx="12049831" cy="4491223"/>
            </a:xfrm>
            <a:custGeom>
              <a:avLst/>
              <a:pathLst>
                <a:path w="12049831" h="4491223">
                  <a:moveTo>
                    <a:pt x="0" y="3699887"/>
                  </a:moveTo>
                  <a:lnTo>
                    <a:pt x="994940" y="3699887"/>
                  </a:lnTo>
                  <a:lnTo>
                    <a:pt x="995978" y="3699823"/>
                  </a:lnTo>
                  <a:lnTo>
                    <a:pt x="1002842" y="3699364"/>
                  </a:lnTo>
                  <a:lnTo>
                    <a:pt x="1020277" y="3698097"/>
                  </a:lnTo>
                  <a:lnTo>
                    <a:pt x="1051780" y="3695599"/>
                  </a:lnTo>
                  <a:lnTo>
                    <a:pt x="1099408" y="3691466"/>
                  </a:lnTo>
                  <a:lnTo>
                    <a:pt x="1163632" y="3685347"/>
                  </a:lnTo>
                  <a:lnTo>
                    <a:pt x="1243356" y="3676972"/>
                  </a:lnTo>
                  <a:lnTo>
                    <a:pt x="1336159" y="3666170"/>
                  </a:lnTo>
                  <a:lnTo>
                    <a:pt x="1438723" y="3652865"/>
                  </a:lnTo>
                  <a:lnTo>
                    <a:pt x="1547344" y="3637056"/>
                  </a:lnTo>
                  <a:lnTo>
                    <a:pt x="1658414" y="3618786"/>
                  </a:lnTo>
                  <a:lnTo>
                    <a:pt x="1768779" y="3598104"/>
                  </a:lnTo>
                  <a:lnTo>
                    <a:pt x="1875948" y="3575035"/>
                  </a:lnTo>
                  <a:lnTo>
                    <a:pt x="1978154" y="3549559"/>
                  </a:lnTo>
                  <a:lnTo>
                    <a:pt x="2074308" y="3521589"/>
                  </a:lnTo>
                  <a:lnTo>
                    <a:pt x="2163895" y="3490967"/>
                  </a:lnTo>
                  <a:lnTo>
                    <a:pt x="2246847" y="3457463"/>
                  </a:lnTo>
                  <a:lnTo>
                    <a:pt x="2323422" y="3420773"/>
                  </a:lnTo>
                  <a:lnTo>
                    <a:pt x="2394098" y="3380528"/>
                  </a:lnTo>
                  <a:lnTo>
                    <a:pt x="2459489" y="3336306"/>
                  </a:lnTo>
                  <a:lnTo>
                    <a:pt x="2520283" y="3287649"/>
                  </a:lnTo>
                  <a:lnTo>
                    <a:pt x="2577192" y="3234099"/>
                  </a:lnTo>
                  <a:lnTo>
                    <a:pt x="2630916" y="3175252"/>
                  </a:lnTo>
                  <a:lnTo>
                    <a:pt x="2682107" y="3110833"/>
                  </a:lnTo>
                  <a:lnTo>
                    <a:pt x="2702183" y="3083239"/>
                  </a:lnTo>
                  <a:lnTo>
                    <a:pt x="2742062" y="3024476"/>
                  </a:lnTo>
                  <a:lnTo>
                    <a:pt x="2781024" y="2961894"/>
                  </a:lnTo>
                  <a:lnTo>
                    <a:pt x="2819290" y="2895417"/>
                  </a:lnTo>
                  <a:lnTo>
                    <a:pt x="2857043" y="2825012"/>
                  </a:lnTo>
                  <a:lnTo>
                    <a:pt x="2894434" y="2750703"/>
                  </a:lnTo>
                  <a:lnTo>
                    <a:pt x="2931585" y="2672568"/>
                  </a:lnTo>
                  <a:lnTo>
                    <a:pt x="2968593" y="2590748"/>
                  </a:lnTo>
                  <a:lnTo>
                    <a:pt x="3005532" y="2505444"/>
                  </a:lnTo>
                  <a:lnTo>
                    <a:pt x="3042455" y="2416923"/>
                  </a:lnTo>
                  <a:lnTo>
                    <a:pt x="3079401" y="2325515"/>
                  </a:lnTo>
                  <a:lnTo>
                    <a:pt x="3116388" y="2231606"/>
                  </a:lnTo>
                  <a:lnTo>
                    <a:pt x="3153426" y="2135637"/>
                  </a:lnTo>
                  <a:lnTo>
                    <a:pt x="3190509" y="2038096"/>
                  </a:lnTo>
                  <a:lnTo>
                    <a:pt x="3227627" y="1939504"/>
                  </a:lnTo>
                  <a:lnTo>
                    <a:pt x="3264764" y="1840408"/>
                  </a:lnTo>
                  <a:lnTo>
                    <a:pt x="3301898" y="1741366"/>
                  </a:lnTo>
                  <a:lnTo>
                    <a:pt x="3339011" y="1642934"/>
                  </a:lnTo>
                  <a:lnTo>
                    <a:pt x="3376086" y="1545656"/>
                  </a:lnTo>
                  <a:lnTo>
                    <a:pt x="3413114" y="1450047"/>
                  </a:lnTo>
                  <a:lnTo>
                    <a:pt x="3450092" y="1356586"/>
                  </a:lnTo>
                  <a:lnTo>
                    <a:pt x="3487031" y="1265705"/>
                  </a:lnTo>
                  <a:lnTo>
                    <a:pt x="3523954" y="1177779"/>
                  </a:lnTo>
                  <a:lnTo>
                    <a:pt x="3560901" y="1093127"/>
                  </a:lnTo>
                  <a:lnTo>
                    <a:pt x="3597930" y="1012001"/>
                  </a:lnTo>
                  <a:lnTo>
                    <a:pt x="3635119" y="934593"/>
                  </a:lnTo>
                  <a:lnTo>
                    <a:pt x="3672569" y="861030"/>
                  </a:lnTo>
                  <a:lnTo>
                    <a:pt x="3710409" y="791381"/>
                  </a:lnTo>
                  <a:lnTo>
                    <a:pt x="3748793" y="725656"/>
                  </a:lnTo>
                  <a:lnTo>
                    <a:pt x="3787913" y="663817"/>
                  </a:lnTo>
                  <a:lnTo>
                    <a:pt x="3820202" y="616647"/>
                  </a:lnTo>
                  <a:lnTo>
                    <a:pt x="3870537" y="549957"/>
                  </a:lnTo>
                  <a:lnTo>
                    <a:pt x="3923163" y="488882"/>
                  </a:lnTo>
                  <a:lnTo>
                    <a:pt x="3978705" y="433238"/>
                  </a:lnTo>
                  <a:lnTo>
                    <a:pt x="4037845" y="382660"/>
                  </a:lnTo>
                  <a:lnTo>
                    <a:pt x="4101296" y="336704"/>
                  </a:lnTo>
                  <a:lnTo>
                    <a:pt x="4169759" y="294906"/>
                  </a:lnTo>
                  <a:lnTo>
                    <a:pt x="4243886" y="256829"/>
                  </a:lnTo>
                  <a:lnTo>
                    <a:pt x="4324219" y="222080"/>
                  </a:lnTo>
                  <a:lnTo>
                    <a:pt x="4411115" y="190327"/>
                  </a:lnTo>
                  <a:lnTo>
                    <a:pt x="4504652" y="161310"/>
                  </a:lnTo>
                  <a:lnTo>
                    <a:pt x="4604512" y="134841"/>
                  </a:lnTo>
                  <a:lnTo>
                    <a:pt x="4709850" y="110807"/>
                  </a:lnTo>
                  <a:lnTo>
                    <a:pt x="4819184" y="89160"/>
                  </a:lnTo>
                  <a:lnTo>
                    <a:pt x="4930315" y="69911"/>
                  </a:lnTo>
                  <a:lnTo>
                    <a:pt x="5040339" y="53103"/>
                  </a:lnTo>
                  <a:lnTo>
                    <a:pt x="5145799" y="38784"/>
                  </a:lnTo>
                  <a:lnTo>
                    <a:pt x="5242974" y="26976"/>
                  </a:lnTo>
                  <a:lnTo>
                    <a:pt x="5328330" y="17637"/>
                  </a:lnTo>
                  <a:lnTo>
                    <a:pt x="5399024" y="10634"/>
                  </a:lnTo>
                  <a:lnTo>
                    <a:pt x="5453385" y="5737"/>
                  </a:lnTo>
                  <a:lnTo>
                    <a:pt x="5491236" y="2626"/>
                  </a:lnTo>
                  <a:lnTo>
                    <a:pt x="5514005" y="913"/>
                  </a:lnTo>
                  <a:lnTo>
                    <a:pt x="5524632" y="179"/>
                  </a:lnTo>
                  <a:lnTo>
                    <a:pt x="5527375" y="4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384" y="75"/>
                  </a:lnTo>
                  <a:lnTo>
                    <a:pt x="6529988" y="609"/>
                  </a:lnTo>
                  <a:lnTo>
                    <a:pt x="6546782" y="2086"/>
                  </a:lnTo>
                  <a:lnTo>
                    <a:pt x="6577169" y="4999"/>
                  </a:lnTo>
                  <a:lnTo>
                    <a:pt x="6623192" y="9820"/>
                  </a:lnTo>
                  <a:lnTo>
                    <a:pt x="6685397" y="16964"/>
                  </a:lnTo>
                  <a:lnTo>
                    <a:pt x="6762834" y="26754"/>
                  </a:lnTo>
                  <a:lnTo>
                    <a:pt x="6853270" y="39400"/>
                  </a:lnTo>
                  <a:lnTo>
                    <a:pt x="6953581" y="54999"/>
                  </a:lnTo>
                  <a:lnTo>
                    <a:pt x="7060223" y="73560"/>
                  </a:lnTo>
                  <a:lnTo>
                    <a:pt x="7169692" y="95040"/>
                  </a:lnTo>
                  <a:lnTo>
                    <a:pt x="7278883" y="119378"/>
                  </a:lnTo>
                  <a:lnTo>
                    <a:pt x="7385298" y="146539"/>
                  </a:lnTo>
                  <a:lnTo>
                    <a:pt x="7487126" y="176536"/>
                  </a:lnTo>
                  <a:lnTo>
                    <a:pt x="7583209" y="209455"/>
                  </a:lnTo>
                  <a:lnTo>
                    <a:pt x="7672958" y="245464"/>
                  </a:lnTo>
                  <a:lnTo>
                    <a:pt x="7756228" y="284816"/>
                  </a:lnTo>
                  <a:lnTo>
                    <a:pt x="7833211" y="327845"/>
                  </a:lnTo>
                  <a:lnTo>
                    <a:pt x="7904323" y="374966"/>
                  </a:lnTo>
                  <a:lnTo>
                    <a:pt x="7970130" y="426658"/>
                  </a:lnTo>
                  <a:lnTo>
                    <a:pt x="8031280" y="483447"/>
                  </a:lnTo>
                  <a:lnTo>
                    <a:pt x="8088454" y="545872"/>
                  </a:lnTo>
                  <a:lnTo>
                    <a:pt x="8142332" y="614431"/>
                  </a:lnTo>
                  <a:lnTo>
                    <a:pt x="8193557" y="689502"/>
                  </a:lnTo>
                  <a:lnTo>
                    <a:pt x="8229629" y="748537"/>
                  </a:lnTo>
                  <a:lnTo>
                    <a:pt x="8266375" y="814030"/>
                  </a:lnTo>
                  <a:lnTo>
                    <a:pt x="8302327" y="883443"/>
                  </a:lnTo>
                  <a:lnTo>
                    <a:pt x="8337663" y="956854"/>
                  </a:lnTo>
                  <a:lnTo>
                    <a:pt x="8372531" y="1034303"/>
                  </a:lnTo>
                  <a:lnTo>
                    <a:pt x="8407054" y="1115781"/>
                  </a:lnTo>
                  <a:lnTo>
                    <a:pt x="8441335" y="1201235"/>
                  </a:lnTo>
                  <a:lnTo>
                    <a:pt x="8475459" y="1290557"/>
                  </a:lnTo>
                  <a:lnTo>
                    <a:pt x="8509491" y="1383587"/>
                  </a:lnTo>
                  <a:lnTo>
                    <a:pt x="8543484" y="1480108"/>
                  </a:lnTo>
                  <a:lnTo>
                    <a:pt x="8577475" y="1579849"/>
                  </a:lnTo>
                  <a:lnTo>
                    <a:pt x="8611489" y="1682484"/>
                  </a:lnTo>
                  <a:lnTo>
                    <a:pt x="8645540" y="1787637"/>
                  </a:lnTo>
                  <a:lnTo>
                    <a:pt x="8679633" y="1894887"/>
                  </a:lnTo>
                  <a:lnTo>
                    <a:pt x="8713766" y="2003773"/>
                  </a:lnTo>
                  <a:lnTo>
                    <a:pt x="8747930" y="2113802"/>
                  </a:lnTo>
                  <a:lnTo>
                    <a:pt x="8782112" y="2224459"/>
                  </a:lnTo>
                  <a:lnTo>
                    <a:pt x="8816297" y="2335218"/>
                  </a:lnTo>
                  <a:lnTo>
                    <a:pt x="8850470" y="2445548"/>
                  </a:lnTo>
                  <a:lnTo>
                    <a:pt x="8884616" y="2554930"/>
                  </a:lnTo>
                  <a:lnTo>
                    <a:pt x="8918725" y="2662860"/>
                  </a:lnTo>
                  <a:lnTo>
                    <a:pt x="8952792" y="2768866"/>
                  </a:lnTo>
                  <a:lnTo>
                    <a:pt x="8986819" y="2872510"/>
                  </a:lnTo>
                  <a:lnTo>
                    <a:pt x="9020816" y="2973397"/>
                  </a:lnTo>
                  <a:lnTo>
                    <a:pt x="9054804" y="3071182"/>
                  </a:lnTo>
                  <a:lnTo>
                    <a:pt x="9088816" y="3165574"/>
                  </a:lnTo>
                  <a:lnTo>
                    <a:pt x="9122898" y="3256333"/>
                  </a:lnTo>
                  <a:lnTo>
                    <a:pt x="9157111" y="3343280"/>
                  </a:lnTo>
                  <a:lnTo>
                    <a:pt x="9191530" y="3426285"/>
                  </a:lnTo>
                  <a:lnTo>
                    <a:pt x="9226253" y="3505275"/>
                  </a:lnTo>
                  <a:lnTo>
                    <a:pt x="9261394" y="3580226"/>
                  </a:lnTo>
                  <a:lnTo>
                    <a:pt x="9297092" y="3651158"/>
                  </a:lnTo>
                  <a:lnTo>
                    <a:pt x="9333512" y="3718136"/>
                  </a:lnTo>
                  <a:lnTo>
                    <a:pt x="9347647" y="3742686"/>
                  </a:lnTo>
                  <a:lnTo>
                    <a:pt x="9397304" y="3822615"/>
                  </a:lnTo>
                  <a:lnTo>
                    <a:pt x="9449184" y="3895905"/>
                  </a:lnTo>
                  <a:lnTo>
                    <a:pt x="9503885" y="3962766"/>
                  </a:lnTo>
                  <a:lnTo>
                    <a:pt x="9562063" y="4023619"/>
                  </a:lnTo>
                  <a:lnTo>
                    <a:pt x="9624402" y="4078981"/>
                  </a:lnTo>
                  <a:lnTo>
                    <a:pt x="9691579" y="4129390"/>
                  </a:lnTo>
                  <a:lnTo>
                    <a:pt x="9764223" y="4175363"/>
                  </a:lnTo>
                  <a:lnTo>
                    <a:pt x="9842867" y="4217363"/>
                  </a:lnTo>
                  <a:lnTo>
                    <a:pt x="9927877" y="4255784"/>
                  </a:lnTo>
                  <a:lnTo>
                    <a:pt x="10019364" y="4290939"/>
                  </a:lnTo>
                  <a:lnTo>
                    <a:pt x="10117076" y="4323057"/>
                  </a:lnTo>
                  <a:lnTo>
                    <a:pt x="10220281" y="4352284"/>
                  </a:lnTo>
                  <a:lnTo>
                    <a:pt x="10327652" y="4378685"/>
                  </a:lnTo>
                  <a:lnTo>
                    <a:pt x="10437191" y="4402257"/>
                  </a:lnTo>
                  <a:lnTo>
                    <a:pt x="10546225" y="4422956"/>
                  </a:lnTo>
                  <a:lnTo>
                    <a:pt x="10651514" y="4440722"/>
                  </a:lnTo>
                  <a:lnTo>
                    <a:pt x="10749503" y="4455521"/>
                  </a:lnTo>
                  <a:lnTo>
                    <a:pt x="10836714" y="4467382"/>
                  </a:lnTo>
                  <a:lnTo>
                    <a:pt x="10910216" y="4476433"/>
                  </a:lnTo>
                  <a:lnTo>
                    <a:pt x="10968091" y="4482915"/>
                  </a:lnTo>
                  <a:lnTo>
                    <a:pt x="11009781" y="4487178"/>
                  </a:lnTo>
                  <a:lnTo>
                    <a:pt x="11036242" y="4489655"/>
                  </a:lnTo>
                  <a:lnTo>
                    <a:pt x="11049901" y="4490829"/>
                  </a:lnTo>
                  <a:lnTo>
                    <a:pt x="11054497" y="4491194"/>
                  </a:lnTo>
                  <a:lnTo>
                    <a:pt x="11054891" y="4491223"/>
                  </a:lnTo>
                  <a:lnTo>
                    <a:pt x="12049831" y="4491223"/>
                  </a:lnTo>
                  <a:lnTo>
                    <a:pt x="12049831" y="44912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4" name="pl1693"/>
            <p:cNvSpPr/>
            <p:nvPr/>
          </p:nvSpPr>
          <p:spPr>
            <a:xfrm>
              <a:off x="1199187" y="1902185"/>
              <a:ext cx="12049831" cy="4491223"/>
            </a:xfrm>
            <a:custGeom>
              <a:avLst/>
              <a:pathLst>
                <a:path w="12049831" h="4491223">
                  <a:moveTo>
                    <a:pt x="12049831" y="4491223"/>
                  </a:moveTo>
                  <a:lnTo>
                    <a:pt x="11054891" y="4491223"/>
                  </a:lnTo>
                  <a:lnTo>
                    <a:pt x="11053893" y="4491148"/>
                  </a:lnTo>
                  <a:lnTo>
                    <a:pt x="11047288" y="4490613"/>
                  </a:lnTo>
                  <a:lnTo>
                    <a:pt x="11030494" y="4489136"/>
                  </a:lnTo>
                  <a:lnTo>
                    <a:pt x="11000108" y="4486224"/>
                  </a:lnTo>
                  <a:lnTo>
                    <a:pt x="10954084" y="4481403"/>
                  </a:lnTo>
                  <a:lnTo>
                    <a:pt x="10891880" y="4474258"/>
                  </a:lnTo>
                  <a:lnTo>
                    <a:pt x="10814443" y="4464468"/>
                  </a:lnTo>
                  <a:lnTo>
                    <a:pt x="10724006" y="4451823"/>
                  </a:lnTo>
                  <a:lnTo>
                    <a:pt x="10623695" y="4436224"/>
                  </a:lnTo>
                  <a:lnTo>
                    <a:pt x="10517054" y="4417662"/>
                  </a:lnTo>
                  <a:lnTo>
                    <a:pt x="10407584" y="4396182"/>
                  </a:lnTo>
                  <a:lnTo>
                    <a:pt x="10298394" y="4371844"/>
                  </a:lnTo>
                  <a:lnTo>
                    <a:pt x="10191978" y="4344684"/>
                  </a:lnTo>
                  <a:lnTo>
                    <a:pt x="10090151" y="4314687"/>
                  </a:lnTo>
                  <a:lnTo>
                    <a:pt x="9994067" y="4281767"/>
                  </a:lnTo>
                  <a:lnTo>
                    <a:pt x="9904319" y="4245758"/>
                  </a:lnTo>
                  <a:lnTo>
                    <a:pt x="9821048" y="4206407"/>
                  </a:lnTo>
                  <a:lnTo>
                    <a:pt x="9744066" y="4163378"/>
                  </a:lnTo>
                  <a:lnTo>
                    <a:pt x="9672954" y="4116257"/>
                  </a:lnTo>
                  <a:lnTo>
                    <a:pt x="9607146" y="4064564"/>
                  </a:lnTo>
                  <a:lnTo>
                    <a:pt x="9545997" y="4007775"/>
                  </a:lnTo>
                  <a:lnTo>
                    <a:pt x="9488822" y="3945351"/>
                  </a:lnTo>
                  <a:lnTo>
                    <a:pt x="9434945" y="3876791"/>
                  </a:lnTo>
                  <a:lnTo>
                    <a:pt x="9383719" y="3801720"/>
                  </a:lnTo>
                  <a:lnTo>
                    <a:pt x="9347647" y="3742686"/>
                  </a:lnTo>
                  <a:lnTo>
                    <a:pt x="9310902" y="3677192"/>
                  </a:lnTo>
                  <a:lnTo>
                    <a:pt x="9274949" y="3607779"/>
                  </a:lnTo>
                  <a:lnTo>
                    <a:pt x="9239613" y="3534368"/>
                  </a:lnTo>
                  <a:lnTo>
                    <a:pt x="9204746" y="3456920"/>
                  </a:lnTo>
                  <a:lnTo>
                    <a:pt x="9170223" y="3375441"/>
                  </a:lnTo>
                  <a:lnTo>
                    <a:pt x="9135941" y="3289988"/>
                  </a:lnTo>
                  <a:lnTo>
                    <a:pt x="9101818" y="3200665"/>
                  </a:lnTo>
                  <a:lnTo>
                    <a:pt x="9067785" y="3107635"/>
                  </a:lnTo>
                  <a:lnTo>
                    <a:pt x="9033792" y="3011114"/>
                  </a:lnTo>
                  <a:lnTo>
                    <a:pt x="8999801" y="2911374"/>
                  </a:lnTo>
                  <a:lnTo>
                    <a:pt x="8965788" y="2808739"/>
                  </a:lnTo>
                  <a:lnTo>
                    <a:pt x="8931736" y="2703585"/>
                  </a:lnTo>
                  <a:lnTo>
                    <a:pt x="8897643" y="2596335"/>
                  </a:lnTo>
                  <a:lnTo>
                    <a:pt x="8863510" y="2487450"/>
                  </a:lnTo>
                  <a:lnTo>
                    <a:pt x="8829346" y="2377421"/>
                  </a:lnTo>
                  <a:lnTo>
                    <a:pt x="8795164" y="2266763"/>
                  </a:lnTo>
                  <a:lnTo>
                    <a:pt x="8760979" y="2156005"/>
                  </a:lnTo>
                  <a:lnTo>
                    <a:pt x="8726807" y="2045674"/>
                  </a:lnTo>
                  <a:lnTo>
                    <a:pt x="8692661" y="1936293"/>
                  </a:lnTo>
                  <a:lnTo>
                    <a:pt x="8658552" y="1828362"/>
                  </a:lnTo>
                  <a:lnTo>
                    <a:pt x="8624485" y="1722356"/>
                  </a:lnTo>
                  <a:lnTo>
                    <a:pt x="8590458" y="1618713"/>
                  </a:lnTo>
                  <a:lnTo>
                    <a:pt x="8556461" y="1517826"/>
                  </a:lnTo>
                  <a:lnTo>
                    <a:pt x="8522472" y="1420040"/>
                  </a:lnTo>
                  <a:lnTo>
                    <a:pt x="8488460" y="1325649"/>
                  </a:lnTo>
                  <a:lnTo>
                    <a:pt x="8454378" y="1234889"/>
                  </a:lnTo>
                  <a:lnTo>
                    <a:pt x="8420166" y="1147943"/>
                  </a:lnTo>
                  <a:lnTo>
                    <a:pt x="8385746" y="1064937"/>
                  </a:lnTo>
                  <a:lnTo>
                    <a:pt x="8351024" y="985947"/>
                  </a:lnTo>
                  <a:lnTo>
                    <a:pt x="8315883" y="910996"/>
                  </a:lnTo>
                  <a:lnTo>
                    <a:pt x="8280185" y="840064"/>
                  </a:lnTo>
                  <a:lnTo>
                    <a:pt x="8243765" y="773086"/>
                  </a:lnTo>
                  <a:lnTo>
                    <a:pt x="8229629" y="748537"/>
                  </a:lnTo>
                  <a:lnTo>
                    <a:pt x="8179973" y="668607"/>
                  </a:lnTo>
                  <a:lnTo>
                    <a:pt x="8128093" y="595318"/>
                  </a:lnTo>
                  <a:lnTo>
                    <a:pt x="8073392" y="528456"/>
                  </a:lnTo>
                  <a:lnTo>
                    <a:pt x="8015213" y="467603"/>
                  </a:lnTo>
                  <a:lnTo>
                    <a:pt x="7952874" y="412242"/>
                  </a:lnTo>
                  <a:lnTo>
                    <a:pt x="7885698" y="361832"/>
                  </a:lnTo>
                  <a:lnTo>
                    <a:pt x="7813054" y="315859"/>
                  </a:lnTo>
                  <a:lnTo>
                    <a:pt x="7734409" y="273859"/>
                  </a:lnTo>
                  <a:lnTo>
                    <a:pt x="7649399" y="235439"/>
                  </a:lnTo>
                  <a:lnTo>
                    <a:pt x="7557912" y="200284"/>
                  </a:lnTo>
                  <a:lnTo>
                    <a:pt x="7460200" y="168165"/>
                  </a:lnTo>
                  <a:lnTo>
                    <a:pt x="7356996" y="138938"/>
                  </a:lnTo>
                  <a:lnTo>
                    <a:pt x="7249625" y="112538"/>
                  </a:lnTo>
                  <a:lnTo>
                    <a:pt x="7140085" y="88965"/>
                  </a:lnTo>
                  <a:lnTo>
                    <a:pt x="7031051" y="68266"/>
                  </a:lnTo>
                  <a:lnTo>
                    <a:pt x="6925762" y="50500"/>
                  </a:lnTo>
                  <a:lnTo>
                    <a:pt x="6827773" y="35702"/>
                  </a:lnTo>
                  <a:lnTo>
                    <a:pt x="6740563" y="23840"/>
                  </a:lnTo>
                  <a:lnTo>
                    <a:pt x="6667061" y="14789"/>
                  </a:lnTo>
                  <a:lnTo>
                    <a:pt x="6609185" y="8307"/>
                  </a:lnTo>
                  <a:lnTo>
                    <a:pt x="6567495" y="4045"/>
                  </a:lnTo>
                  <a:lnTo>
                    <a:pt x="6541035" y="1567"/>
                  </a:lnTo>
                  <a:lnTo>
                    <a:pt x="6527375" y="393"/>
                  </a:lnTo>
                  <a:lnTo>
                    <a:pt x="6522780" y="2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07" y="64"/>
                  </a:lnTo>
                  <a:lnTo>
                    <a:pt x="5519543" y="523"/>
                  </a:lnTo>
                  <a:lnTo>
                    <a:pt x="5502108" y="1790"/>
                  </a:lnTo>
                  <a:lnTo>
                    <a:pt x="5470605" y="4287"/>
                  </a:lnTo>
                  <a:lnTo>
                    <a:pt x="5422977" y="8420"/>
                  </a:lnTo>
                  <a:lnTo>
                    <a:pt x="5358753" y="14540"/>
                  </a:lnTo>
                  <a:lnTo>
                    <a:pt x="5279029" y="22915"/>
                  </a:lnTo>
                  <a:lnTo>
                    <a:pt x="5186226" y="33717"/>
                  </a:lnTo>
                  <a:lnTo>
                    <a:pt x="5083662" y="47022"/>
                  </a:lnTo>
                  <a:lnTo>
                    <a:pt x="4975041" y="62830"/>
                  </a:lnTo>
                  <a:lnTo>
                    <a:pt x="4863971" y="81101"/>
                  </a:lnTo>
                  <a:lnTo>
                    <a:pt x="4753606" y="101783"/>
                  </a:lnTo>
                  <a:lnTo>
                    <a:pt x="4646437" y="124851"/>
                  </a:lnTo>
                  <a:lnTo>
                    <a:pt x="4544231" y="150328"/>
                  </a:lnTo>
                  <a:lnTo>
                    <a:pt x="4448077" y="178298"/>
                  </a:lnTo>
                  <a:lnTo>
                    <a:pt x="4358490" y="208920"/>
                  </a:lnTo>
                  <a:lnTo>
                    <a:pt x="4275538" y="242423"/>
                  </a:lnTo>
                  <a:lnTo>
                    <a:pt x="4198963" y="279113"/>
                  </a:lnTo>
                  <a:lnTo>
                    <a:pt x="4128287" y="319358"/>
                  </a:lnTo>
                  <a:lnTo>
                    <a:pt x="4062896" y="363581"/>
                  </a:lnTo>
                  <a:lnTo>
                    <a:pt x="4002102" y="412238"/>
                  </a:lnTo>
                  <a:lnTo>
                    <a:pt x="3945193" y="465787"/>
                  </a:lnTo>
                  <a:lnTo>
                    <a:pt x="3891469" y="524635"/>
                  </a:lnTo>
                  <a:lnTo>
                    <a:pt x="3840278" y="589053"/>
                  </a:lnTo>
                  <a:lnTo>
                    <a:pt x="3820202" y="616647"/>
                  </a:lnTo>
                  <a:lnTo>
                    <a:pt x="3780323" y="675411"/>
                  </a:lnTo>
                  <a:lnTo>
                    <a:pt x="3741361" y="737992"/>
                  </a:lnTo>
                  <a:lnTo>
                    <a:pt x="3703095" y="804470"/>
                  </a:lnTo>
                  <a:lnTo>
                    <a:pt x="3665342" y="874875"/>
                  </a:lnTo>
                  <a:lnTo>
                    <a:pt x="3627950" y="949184"/>
                  </a:lnTo>
                  <a:lnTo>
                    <a:pt x="3590800" y="1027319"/>
                  </a:lnTo>
                  <a:lnTo>
                    <a:pt x="3553792" y="1109139"/>
                  </a:lnTo>
                  <a:lnTo>
                    <a:pt x="3516853" y="1194443"/>
                  </a:lnTo>
                  <a:lnTo>
                    <a:pt x="3479930" y="1282964"/>
                  </a:lnTo>
                  <a:lnTo>
                    <a:pt x="3442984" y="1374372"/>
                  </a:lnTo>
                  <a:lnTo>
                    <a:pt x="3405997" y="1468281"/>
                  </a:lnTo>
                  <a:lnTo>
                    <a:pt x="3368959" y="1564249"/>
                  </a:lnTo>
                  <a:lnTo>
                    <a:pt x="3331876" y="1661790"/>
                  </a:lnTo>
                  <a:lnTo>
                    <a:pt x="3294758" y="1760382"/>
                  </a:lnTo>
                  <a:lnTo>
                    <a:pt x="3257621" y="1859478"/>
                  </a:lnTo>
                  <a:lnTo>
                    <a:pt x="3220487" y="1958521"/>
                  </a:lnTo>
                  <a:lnTo>
                    <a:pt x="3183374" y="2056953"/>
                  </a:lnTo>
                  <a:lnTo>
                    <a:pt x="3146299" y="2154231"/>
                  </a:lnTo>
                  <a:lnTo>
                    <a:pt x="3109271" y="2249839"/>
                  </a:lnTo>
                  <a:lnTo>
                    <a:pt x="3072293" y="2343300"/>
                  </a:lnTo>
                  <a:lnTo>
                    <a:pt x="3035354" y="2434182"/>
                  </a:lnTo>
                  <a:lnTo>
                    <a:pt x="2998431" y="2522107"/>
                  </a:lnTo>
                  <a:lnTo>
                    <a:pt x="2961484" y="2606760"/>
                  </a:lnTo>
                  <a:lnTo>
                    <a:pt x="2924455" y="2687886"/>
                  </a:lnTo>
                  <a:lnTo>
                    <a:pt x="2887266" y="2765294"/>
                  </a:lnTo>
                  <a:lnTo>
                    <a:pt x="2849815" y="2838856"/>
                  </a:lnTo>
                  <a:lnTo>
                    <a:pt x="2811976" y="2908506"/>
                  </a:lnTo>
                  <a:lnTo>
                    <a:pt x="2773592" y="2974230"/>
                  </a:lnTo>
                  <a:lnTo>
                    <a:pt x="2734472" y="3036070"/>
                  </a:lnTo>
                  <a:lnTo>
                    <a:pt x="2702183" y="3083239"/>
                  </a:lnTo>
                  <a:lnTo>
                    <a:pt x="2651848" y="3149930"/>
                  </a:lnTo>
                  <a:lnTo>
                    <a:pt x="2599222" y="3211004"/>
                  </a:lnTo>
                  <a:lnTo>
                    <a:pt x="2543680" y="3266649"/>
                  </a:lnTo>
                  <a:lnTo>
                    <a:pt x="2484540" y="3317227"/>
                  </a:lnTo>
                  <a:lnTo>
                    <a:pt x="2421089" y="3363183"/>
                  </a:lnTo>
                  <a:lnTo>
                    <a:pt x="2352626" y="3404980"/>
                  </a:lnTo>
                  <a:lnTo>
                    <a:pt x="2278499" y="3443057"/>
                  </a:lnTo>
                  <a:lnTo>
                    <a:pt x="2198166" y="3477807"/>
                  </a:lnTo>
                  <a:lnTo>
                    <a:pt x="2111270" y="3509560"/>
                  </a:lnTo>
                  <a:lnTo>
                    <a:pt x="2017733" y="3538577"/>
                  </a:lnTo>
                  <a:lnTo>
                    <a:pt x="1917873" y="3565046"/>
                  </a:lnTo>
                  <a:lnTo>
                    <a:pt x="1812535" y="3589080"/>
                  </a:lnTo>
                  <a:lnTo>
                    <a:pt x="1703201" y="3610726"/>
                  </a:lnTo>
                  <a:lnTo>
                    <a:pt x="1592070" y="3629975"/>
                  </a:lnTo>
                  <a:lnTo>
                    <a:pt x="1482046" y="3646784"/>
                  </a:lnTo>
                  <a:lnTo>
                    <a:pt x="1376586" y="3661102"/>
                  </a:lnTo>
                  <a:lnTo>
                    <a:pt x="1279411" y="3672910"/>
                  </a:lnTo>
                  <a:lnTo>
                    <a:pt x="1194055" y="3682250"/>
                  </a:lnTo>
                  <a:lnTo>
                    <a:pt x="1123361" y="3689253"/>
                  </a:lnTo>
                  <a:lnTo>
                    <a:pt x="1069000" y="3694149"/>
                  </a:lnTo>
                  <a:lnTo>
                    <a:pt x="1031149" y="3697261"/>
                  </a:lnTo>
                  <a:lnTo>
                    <a:pt x="1008380" y="3698974"/>
                  </a:lnTo>
                  <a:lnTo>
                    <a:pt x="997753" y="3699708"/>
                  </a:lnTo>
                  <a:lnTo>
                    <a:pt x="995010" y="3699883"/>
                  </a:lnTo>
                  <a:lnTo>
                    <a:pt x="994940" y="3699887"/>
                  </a:lnTo>
                  <a:lnTo>
                    <a:pt x="0" y="3699887"/>
                  </a:lnTo>
                  <a:lnTo>
                    <a:pt x="0" y="36998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5" name="pg1694"/>
            <p:cNvSpPr/>
            <p:nvPr/>
          </p:nvSpPr>
          <p:spPr>
            <a:xfrm>
              <a:off x="1199187" y="2216623"/>
              <a:ext cx="12049831" cy="3458818"/>
            </a:xfrm>
            <a:custGeom>
              <a:avLst/>
              <a:pathLst>
                <a:path w="12049831" h="3458818">
                  <a:moveTo>
                    <a:pt x="0" y="3458818"/>
                  </a:moveTo>
                  <a:lnTo>
                    <a:pt x="994940" y="3458818"/>
                  </a:lnTo>
                  <a:lnTo>
                    <a:pt x="996046" y="3458781"/>
                  </a:lnTo>
                  <a:lnTo>
                    <a:pt x="1003347" y="3458518"/>
                  </a:lnTo>
                  <a:lnTo>
                    <a:pt x="1021863" y="3457790"/>
                  </a:lnTo>
                  <a:lnTo>
                    <a:pt x="1055243" y="3456355"/>
                  </a:lnTo>
                  <a:lnTo>
                    <a:pt x="1105555" y="3453984"/>
                  </a:lnTo>
                  <a:lnTo>
                    <a:pt x="1173135" y="3450478"/>
                  </a:lnTo>
                  <a:lnTo>
                    <a:pt x="1256630" y="3445690"/>
                  </a:lnTo>
                  <a:lnTo>
                    <a:pt x="1353295" y="3439528"/>
                  </a:lnTo>
                  <a:lnTo>
                    <a:pt x="1459493" y="3431959"/>
                  </a:lnTo>
                  <a:lnTo>
                    <a:pt x="1571259" y="3422986"/>
                  </a:lnTo>
                  <a:lnTo>
                    <a:pt x="1684820" y="3412636"/>
                  </a:lnTo>
                  <a:lnTo>
                    <a:pt x="1796963" y="3400937"/>
                  </a:lnTo>
                  <a:lnTo>
                    <a:pt x="1905224" y="3387897"/>
                  </a:lnTo>
                  <a:lnTo>
                    <a:pt x="2007920" y="3373494"/>
                  </a:lnTo>
                  <a:lnTo>
                    <a:pt x="2104081" y="3357668"/>
                  </a:lnTo>
                  <a:lnTo>
                    <a:pt x="2193322" y="3340315"/>
                  </a:lnTo>
                  <a:lnTo>
                    <a:pt x="2275700" y="3321288"/>
                  </a:lnTo>
                  <a:lnTo>
                    <a:pt x="2351585" y="3300399"/>
                  </a:lnTo>
                  <a:lnTo>
                    <a:pt x="2421551" y="3277424"/>
                  </a:lnTo>
                  <a:lnTo>
                    <a:pt x="2486289" y="3252110"/>
                  </a:lnTo>
                  <a:lnTo>
                    <a:pt x="2546550" y="3224193"/>
                  </a:lnTo>
                  <a:lnTo>
                    <a:pt x="2603092" y="3193418"/>
                  </a:lnTo>
                  <a:lnTo>
                    <a:pt x="2656641" y="3159581"/>
                  </a:lnTo>
                  <a:lnTo>
                    <a:pt x="2702183" y="3126911"/>
                  </a:lnTo>
                  <a:lnTo>
                    <a:pt x="2751845" y="3087085"/>
                  </a:lnTo>
                  <a:lnTo>
                    <a:pt x="2800164" y="3044035"/>
                  </a:lnTo>
                  <a:lnTo>
                    <a:pt x="2847544" y="2997696"/>
                  </a:lnTo>
                  <a:lnTo>
                    <a:pt x="2894302" y="2948071"/>
                  </a:lnTo>
                  <a:lnTo>
                    <a:pt x="2940683" y="2895236"/>
                  </a:lnTo>
                  <a:lnTo>
                    <a:pt x="2986871" y="2839344"/>
                  </a:lnTo>
                  <a:lnTo>
                    <a:pt x="3032995" y="2780634"/>
                  </a:lnTo>
                  <a:lnTo>
                    <a:pt x="3079139" y="2719425"/>
                  </a:lnTo>
                  <a:lnTo>
                    <a:pt x="3125348" y="2656115"/>
                  </a:lnTo>
                  <a:lnTo>
                    <a:pt x="3171633" y="2591174"/>
                  </a:lnTo>
                  <a:lnTo>
                    <a:pt x="3217983" y="2525125"/>
                  </a:lnTo>
                  <a:lnTo>
                    <a:pt x="3264369" y="2458533"/>
                  </a:lnTo>
                  <a:lnTo>
                    <a:pt x="3310751" y="2391981"/>
                  </a:lnTo>
                  <a:lnTo>
                    <a:pt x="3357094" y="2326051"/>
                  </a:lnTo>
                  <a:lnTo>
                    <a:pt x="3403369" y="2261303"/>
                  </a:lnTo>
                  <a:lnTo>
                    <a:pt x="3449568" y="2198256"/>
                  </a:lnTo>
                  <a:lnTo>
                    <a:pt x="3495706" y="2137367"/>
                  </a:lnTo>
                  <a:lnTo>
                    <a:pt x="3541832" y="2079025"/>
                  </a:lnTo>
                  <a:lnTo>
                    <a:pt x="3588037" y="2023540"/>
                  </a:lnTo>
                  <a:lnTo>
                    <a:pt x="3634458" y="1971137"/>
                  </a:lnTo>
                  <a:lnTo>
                    <a:pt x="3681285" y="1921959"/>
                  </a:lnTo>
                  <a:lnTo>
                    <a:pt x="3728773" y="1876072"/>
                  </a:lnTo>
                  <a:lnTo>
                    <a:pt x="3777251" y="1833468"/>
                  </a:lnTo>
                  <a:lnTo>
                    <a:pt x="3820202" y="1799284"/>
                  </a:lnTo>
                  <a:lnTo>
                    <a:pt x="3871648" y="1762646"/>
                  </a:lnTo>
                  <a:lnTo>
                    <a:pt x="3925499" y="1729161"/>
                  </a:lnTo>
                  <a:lnTo>
                    <a:pt x="3982422" y="1698720"/>
                  </a:lnTo>
                  <a:lnTo>
                    <a:pt x="4043150" y="1671109"/>
                  </a:lnTo>
                  <a:lnTo>
                    <a:pt x="4108440" y="1646071"/>
                  </a:lnTo>
                  <a:lnTo>
                    <a:pt x="4179039" y="1623343"/>
                  </a:lnTo>
                  <a:lnTo>
                    <a:pt x="4255630" y="1602674"/>
                  </a:lnTo>
                  <a:lnTo>
                    <a:pt x="4338767" y="1583845"/>
                  </a:lnTo>
                  <a:lnTo>
                    <a:pt x="4428792" y="1566670"/>
                  </a:lnTo>
                  <a:lnTo>
                    <a:pt x="4525718" y="1551009"/>
                  </a:lnTo>
                  <a:lnTo>
                    <a:pt x="4629102" y="1536762"/>
                  </a:lnTo>
                  <a:lnTo>
                    <a:pt x="4737898" y="1523873"/>
                  </a:lnTo>
                  <a:lnTo>
                    <a:pt x="4850339" y="1512325"/>
                  </a:lnTo>
                  <a:lnTo>
                    <a:pt x="4963871" y="1502129"/>
                  </a:lnTo>
                  <a:lnTo>
                    <a:pt x="5075206" y="1493313"/>
                  </a:lnTo>
                  <a:lnTo>
                    <a:pt x="5180527" y="1485902"/>
                  </a:lnTo>
                  <a:lnTo>
                    <a:pt x="5275879" y="1479898"/>
                  </a:lnTo>
                  <a:lnTo>
                    <a:pt x="5357696" y="1475260"/>
                  </a:lnTo>
                  <a:lnTo>
                    <a:pt x="5423369" y="1471890"/>
                  </a:lnTo>
                  <a:lnTo>
                    <a:pt x="5471725" y="1469635"/>
                  </a:lnTo>
                  <a:lnTo>
                    <a:pt x="5503296" y="1468292"/>
                  </a:lnTo>
                  <a:lnTo>
                    <a:pt x="5520339" y="1467629"/>
                  </a:lnTo>
                  <a:lnTo>
                    <a:pt x="5526668" y="1467403"/>
                  </a:lnTo>
                  <a:lnTo>
                    <a:pt x="5527445" y="1467377"/>
                  </a:lnTo>
                  <a:lnTo>
                    <a:pt x="6522385" y="1467377"/>
                  </a:lnTo>
                  <a:lnTo>
                    <a:pt x="6523505" y="1467350"/>
                  </a:lnTo>
                  <a:lnTo>
                    <a:pt x="6530896" y="1467154"/>
                  </a:lnTo>
                  <a:lnTo>
                    <a:pt x="6549634" y="1466612"/>
                  </a:lnTo>
                  <a:lnTo>
                    <a:pt x="6583398" y="1465546"/>
                  </a:lnTo>
                  <a:lnTo>
                    <a:pt x="6634257" y="1463782"/>
                  </a:lnTo>
                  <a:lnTo>
                    <a:pt x="6702517" y="1461177"/>
                  </a:lnTo>
                  <a:lnTo>
                    <a:pt x="6786772" y="1457619"/>
                  </a:lnTo>
                  <a:lnTo>
                    <a:pt x="6884210" y="1453043"/>
                  </a:lnTo>
                  <a:lnTo>
                    <a:pt x="6991128" y="1447424"/>
                  </a:lnTo>
                  <a:lnTo>
                    <a:pt x="7103509" y="1440767"/>
                  </a:lnTo>
                  <a:lnTo>
                    <a:pt x="7217551" y="1433091"/>
                  </a:lnTo>
                  <a:lnTo>
                    <a:pt x="7330030" y="1424417"/>
                  </a:lnTo>
                  <a:lnTo>
                    <a:pt x="7438489" y="1414749"/>
                  </a:lnTo>
                  <a:lnTo>
                    <a:pt x="7541264" y="1404071"/>
                  </a:lnTo>
                  <a:lnTo>
                    <a:pt x="7637412" y="1392336"/>
                  </a:lnTo>
                  <a:lnTo>
                    <a:pt x="7726573" y="1379463"/>
                  </a:lnTo>
                  <a:lnTo>
                    <a:pt x="7808829" y="1365343"/>
                  </a:lnTo>
                  <a:lnTo>
                    <a:pt x="7884573" y="1349833"/>
                  </a:lnTo>
                  <a:lnTo>
                    <a:pt x="7954397" y="1332764"/>
                  </a:lnTo>
                  <a:lnTo>
                    <a:pt x="8019010" y="1313948"/>
                  </a:lnTo>
                  <a:lnTo>
                    <a:pt x="8079172" y="1293188"/>
                  </a:lnTo>
                  <a:lnTo>
                    <a:pt x="8135650" y="1270296"/>
                  </a:lnTo>
                  <a:lnTo>
                    <a:pt x="8189175" y="1245126"/>
                  </a:lnTo>
                  <a:lnTo>
                    <a:pt x="8229629" y="1223688"/>
                  </a:lnTo>
                  <a:lnTo>
                    <a:pt x="8283284" y="1191953"/>
                  </a:lnTo>
                  <a:lnTo>
                    <a:pt x="8335410" y="1157443"/>
                  </a:lnTo>
                  <a:lnTo>
                    <a:pt x="8386503" y="1120104"/>
                  </a:lnTo>
                  <a:lnTo>
                    <a:pt x="8436944" y="1079953"/>
                  </a:lnTo>
                  <a:lnTo>
                    <a:pt x="8487021" y="1037080"/>
                  </a:lnTo>
                  <a:lnTo>
                    <a:pt x="8536939" y="991658"/>
                  </a:lnTo>
                  <a:lnTo>
                    <a:pt x="8586836" y="943940"/>
                  </a:lnTo>
                  <a:lnTo>
                    <a:pt x="8636792" y="894265"/>
                  </a:lnTo>
                  <a:lnTo>
                    <a:pt x="8686836" y="843044"/>
                  </a:lnTo>
                  <a:lnTo>
                    <a:pt x="8736962" y="790748"/>
                  </a:lnTo>
                  <a:lnTo>
                    <a:pt x="8787135" y="737895"/>
                  </a:lnTo>
                  <a:lnTo>
                    <a:pt x="8837309" y="685026"/>
                  </a:lnTo>
                  <a:lnTo>
                    <a:pt x="8887439" y="632682"/>
                  </a:lnTo>
                  <a:lnTo>
                    <a:pt x="8937488" y="581382"/>
                  </a:lnTo>
                  <a:lnTo>
                    <a:pt x="8987449" y="531602"/>
                  </a:lnTo>
                  <a:lnTo>
                    <a:pt x="9037348" y="483757"/>
                  </a:lnTo>
                  <a:lnTo>
                    <a:pt x="9087262" y="438189"/>
                  </a:lnTo>
                  <a:lnTo>
                    <a:pt x="9137324" y="395158"/>
                  </a:lnTo>
                  <a:lnTo>
                    <a:pt x="9187736" y="354840"/>
                  </a:lnTo>
                  <a:lnTo>
                    <a:pt x="9238780" y="317332"/>
                  </a:lnTo>
                  <a:lnTo>
                    <a:pt x="9290831" y="282653"/>
                  </a:lnTo>
                  <a:lnTo>
                    <a:pt x="9344378" y="250755"/>
                  </a:lnTo>
                  <a:lnTo>
                    <a:pt x="9347647" y="248930"/>
                  </a:lnTo>
                  <a:lnTo>
                    <a:pt x="9399316" y="221920"/>
                  </a:lnTo>
                  <a:lnTo>
                    <a:pt x="9453414" y="197246"/>
                  </a:lnTo>
                  <a:lnTo>
                    <a:pt x="9510615" y="174824"/>
                  </a:lnTo>
                  <a:lnTo>
                    <a:pt x="9571663" y="154495"/>
                  </a:lnTo>
                  <a:lnTo>
                    <a:pt x="9637325" y="136069"/>
                  </a:lnTo>
                  <a:lnTo>
                    <a:pt x="9708357" y="119348"/>
                  </a:lnTo>
                  <a:lnTo>
                    <a:pt x="9785447" y="104148"/>
                  </a:lnTo>
                  <a:lnTo>
                    <a:pt x="9869153" y="90305"/>
                  </a:lnTo>
                  <a:lnTo>
                    <a:pt x="9959812" y="77683"/>
                  </a:lnTo>
                  <a:lnTo>
                    <a:pt x="10057423" y="66179"/>
                  </a:lnTo>
                  <a:lnTo>
                    <a:pt x="10161514" y="55720"/>
                  </a:lnTo>
                  <a:lnTo>
                    <a:pt x="10270997" y="46265"/>
                  </a:lnTo>
                  <a:lnTo>
                    <a:pt x="10384043" y="37803"/>
                  </a:lnTo>
                  <a:lnTo>
                    <a:pt x="10498025" y="30343"/>
                  </a:lnTo>
                  <a:lnTo>
                    <a:pt x="10609573" y="23906"/>
                  </a:lnTo>
                  <a:lnTo>
                    <a:pt x="10714802" y="18510"/>
                  </a:lnTo>
                  <a:lnTo>
                    <a:pt x="10809715" y="14155"/>
                  </a:lnTo>
                  <a:lnTo>
                    <a:pt x="10890749" y="10807"/>
                  </a:lnTo>
                  <a:lnTo>
                    <a:pt x="10955357" y="8392"/>
                  </a:lnTo>
                  <a:lnTo>
                    <a:pt x="11002480" y="6791"/>
                  </a:lnTo>
                  <a:lnTo>
                    <a:pt x="11032803" y="5851"/>
                  </a:lnTo>
                  <a:lnTo>
                    <a:pt x="11048759" y="5399"/>
                  </a:lnTo>
                  <a:lnTo>
                    <a:pt x="11054340" y="525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1" y="27"/>
                  </a:lnTo>
                  <a:lnTo>
                    <a:pt x="11046380" y="223"/>
                  </a:lnTo>
                  <a:lnTo>
                    <a:pt x="11027643" y="764"/>
                  </a:lnTo>
                  <a:lnTo>
                    <a:pt x="10993879" y="1831"/>
                  </a:lnTo>
                  <a:lnTo>
                    <a:pt x="10943019" y="3594"/>
                  </a:lnTo>
                  <a:lnTo>
                    <a:pt x="10874759" y="6200"/>
                  </a:lnTo>
                  <a:lnTo>
                    <a:pt x="10790505" y="9758"/>
                  </a:lnTo>
                  <a:lnTo>
                    <a:pt x="10693066" y="14334"/>
                  </a:lnTo>
                  <a:lnTo>
                    <a:pt x="10586149" y="19953"/>
                  </a:lnTo>
                  <a:lnTo>
                    <a:pt x="10473767" y="26610"/>
                  </a:lnTo>
                  <a:lnTo>
                    <a:pt x="10359725" y="34286"/>
                  </a:lnTo>
                  <a:lnTo>
                    <a:pt x="10247246" y="42960"/>
                  </a:lnTo>
                  <a:lnTo>
                    <a:pt x="10138788" y="52627"/>
                  </a:lnTo>
                  <a:lnTo>
                    <a:pt x="10036012" y="63305"/>
                  </a:lnTo>
                  <a:lnTo>
                    <a:pt x="9939865" y="75041"/>
                  </a:lnTo>
                  <a:lnTo>
                    <a:pt x="9850704" y="87913"/>
                  </a:lnTo>
                  <a:lnTo>
                    <a:pt x="9768448" y="102033"/>
                  </a:lnTo>
                  <a:lnTo>
                    <a:pt x="9692703" y="117544"/>
                  </a:lnTo>
                  <a:lnTo>
                    <a:pt x="9622879" y="134612"/>
                  </a:lnTo>
                  <a:lnTo>
                    <a:pt x="9558267" y="153428"/>
                  </a:lnTo>
                  <a:lnTo>
                    <a:pt x="9498105" y="174189"/>
                  </a:lnTo>
                  <a:lnTo>
                    <a:pt x="9441626" y="197080"/>
                  </a:lnTo>
                  <a:lnTo>
                    <a:pt x="9388101" y="222250"/>
                  </a:lnTo>
                  <a:lnTo>
                    <a:pt x="9347647" y="243689"/>
                  </a:lnTo>
                  <a:lnTo>
                    <a:pt x="9293992" y="275423"/>
                  </a:lnTo>
                  <a:lnTo>
                    <a:pt x="9241866" y="309934"/>
                  </a:lnTo>
                  <a:lnTo>
                    <a:pt x="9190774" y="347273"/>
                  </a:lnTo>
                  <a:lnTo>
                    <a:pt x="9140332" y="387424"/>
                  </a:lnTo>
                  <a:lnTo>
                    <a:pt x="9090256" y="430296"/>
                  </a:lnTo>
                  <a:lnTo>
                    <a:pt x="9040338" y="475719"/>
                  </a:lnTo>
                  <a:lnTo>
                    <a:pt x="8990440" y="523436"/>
                  </a:lnTo>
                  <a:lnTo>
                    <a:pt x="8940484" y="573111"/>
                  </a:lnTo>
                  <a:lnTo>
                    <a:pt x="8890440" y="624333"/>
                  </a:lnTo>
                  <a:lnTo>
                    <a:pt x="8840315" y="676629"/>
                  </a:lnTo>
                  <a:lnTo>
                    <a:pt x="8790142" y="729481"/>
                  </a:lnTo>
                  <a:lnTo>
                    <a:pt x="8739967" y="782351"/>
                  </a:lnTo>
                  <a:lnTo>
                    <a:pt x="8689838" y="834695"/>
                  </a:lnTo>
                  <a:lnTo>
                    <a:pt x="8639788" y="885995"/>
                  </a:lnTo>
                  <a:lnTo>
                    <a:pt x="8589828" y="935774"/>
                  </a:lnTo>
                  <a:lnTo>
                    <a:pt x="8539928" y="983619"/>
                  </a:lnTo>
                  <a:lnTo>
                    <a:pt x="8490015" y="1029187"/>
                  </a:lnTo>
                  <a:lnTo>
                    <a:pt x="8439953" y="1072219"/>
                  </a:lnTo>
                  <a:lnTo>
                    <a:pt x="8389541" y="1112536"/>
                  </a:lnTo>
                  <a:lnTo>
                    <a:pt x="8338497" y="1150044"/>
                  </a:lnTo>
                  <a:lnTo>
                    <a:pt x="8286445" y="1184724"/>
                  </a:lnTo>
                  <a:lnTo>
                    <a:pt x="8232898" y="1216622"/>
                  </a:lnTo>
                  <a:lnTo>
                    <a:pt x="8229629" y="1218447"/>
                  </a:lnTo>
                  <a:lnTo>
                    <a:pt x="8177960" y="1245456"/>
                  </a:lnTo>
                  <a:lnTo>
                    <a:pt x="8123863" y="1270131"/>
                  </a:lnTo>
                  <a:lnTo>
                    <a:pt x="8066661" y="1292553"/>
                  </a:lnTo>
                  <a:lnTo>
                    <a:pt x="8005614" y="1312882"/>
                  </a:lnTo>
                  <a:lnTo>
                    <a:pt x="7939951" y="1331308"/>
                  </a:lnTo>
                  <a:lnTo>
                    <a:pt x="7868920" y="1348029"/>
                  </a:lnTo>
                  <a:lnTo>
                    <a:pt x="7791829" y="1363229"/>
                  </a:lnTo>
                  <a:lnTo>
                    <a:pt x="7708123" y="1377072"/>
                  </a:lnTo>
                  <a:lnTo>
                    <a:pt x="7617465" y="1389693"/>
                  </a:lnTo>
                  <a:lnTo>
                    <a:pt x="7519854" y="1401197"/>
                  </a:lnTo>
                  <a:lnTo>
                    <a:pt x="7415763" y="1411657"/>
                  </a:lnTo>
                  <a:lnTo>
                    <a:pt x="7306280" y="1421111"/>
                  </a:lnTo>
                  <a:lnTo>
                    <a:pt x="7193234" y="1429574"/>
                  </a:lnTo>
                  <a:lnTo>
                    <a:pt x="7079252" y="1437034"/>
                  </a:lnTo>
                  <a:lnTo>
                    <a:pt x="6967704" y="1443471"/>
                  </a:lnTo>
                  <a:lnTo>
                    <a:pt x="6862475" y="1448867"/>
                  </a:lnTo>
                  <a:lnTo>
                    <a:pt x="6767562" y="1453222"/>
                  </a:lnTo>
                  <a:lnTo>
                    <a:pt x="6686528" y="1456569"/>
                  </a:lnTo>
                  <a:lnTo>
                    <a:pt x="6621920" y="1458985"/>
                  </a:lnTo>
                  <a:lnTo>
                    <a:pt x="6574797" y="1460586"/>
                  </a:lnTo>
                  <a:lnTo>
                    <a:pt x="6544473" y="1461525"/>
                  </a:lnTo>
                  <a:lnTo>
                    <a:pt x="6528518" y="1461978"/>
                  </a:lnTo>
                  <a:lnTo>
                    <a:pt x="6522936" y="1462123"/>
                  </a:lnTo>
                  <a:lnTo>
                    <a:pt x="6522385" y="1462136"/>
                  </a:lnTo>
                  <a:lnTo>
                    <a:pt x="5527445" y="1462136"/>
                  </a:lnTo>
                  <a:lnTo>
                    <a:pt x="5526339" y="1462173"/>
                  </a:lnTo>
                  <a:lnTo>
                    <a:pt x="5519038" y="1462437"/>
                  </a:lnTo>
                  <a:lnTo>
                    <a:pt x="5500522" y="1463165"/>
                  </a:lnTo>
                  <a:lnTo>
                    <a:pt x="5467142" y="1464599"/>
                  </a:lnTo>
                  <a:lnTo>
                    <a:pt x="5416830" y="1466970"/>
                  </a:lnTo>
                  <a:lnTo>
                    <a:pt x="5349250" y="1470476"/>
                  </a:lnTo>
                  <a:lnTo>
                    <a:pt x="5265755" y="1475265"/>
                  </a:lnTo>
                  <a:lnTo>
                    <a:pt x="5169090" y="1481426"/>
                  </a:lnTo>
                  <a:lnTo>
                    <a:pt x="5062892" y="1488996"/>
                  </a:lnTo>
                  <a:lnTo>
                    <a:pt x="4951126" y="1497969"/>
                  </a:lnTo>
                  <a:lnTo>
                    <a:pt x="4837565" y="1508318"/>
                  </a:lnTo>
                  <a:lnTo>
                    <a:pt x="4725422" y="1520018"/>
                  </a:lnTo>
                  <a:lnTo>
                    <a:pt x="4617161" y="1533058"/>
                  </a:lnTo>
                  <a:lnTo>
                    <a:pt x="4514465" y="1547460"/>
                  </a:lnTo>
                  <a:lnTo>
                    <a:pt x="4418304" y="1563286"/>
                  </a:lnTo>
                  <a:lnTo>
                    <a:pt x="4329063" y="1580639"/>
                  </a:lnTo>
                  <a:lnTo>
                    <a:pt x="4246685" y="1599666"/>
                  </a:lnTo>
                  <a:lnTo>
                    <a:pt x="4170800" y="1620555"/>
                  </a:lnTo>
                  <a:lnTo>
                    <a:pt x="4100834" y="1643530"/>
                  </a:lnTo>
                  <a:lnTo>
                    <a:pt x="4036096" y="1668844"/>
                  </a:lnTo>
                  <a:lnTo>
                    <a:pt x="3975835" y="1696762"/>
                  </a:lnTo>
                  <a:lnTo>
                    <a:pt x="3919293" y="1727537"/>
                  </a:lnTo>
                  <a:lnTo>
                    <a:pt x="3865744" y="1761374"/>
                  </a:lnTo>
                  <a:lnTo>
                    <a:pt x="3820202" y="1794043"/>
                  </a:lnTo>
                  <a:lnTo>
                    <a:pt x="3770540" y="1833869"/>
                  </a:lnTo>
                  <a:lnTo>
                    <a:pt x="3722221" y="1876920"/>
                  </a:lnTo>
                  <a:lnTo>
                    <a:pt x="3674841" y="1923258"/>
                  </a:lnTo>
                  <a:lnTo>
                    <a:pt x="3628083" y="1972883"/>
                  </a:lnTo>
                  <a:lnTo>
                    <a:pt x="3581702" y="2025719"/>
                  </a:lnTo>
                  <a:lnTo>
                    <a:pt x="3535514" y="2081610"/>
                  </a:lnTo>
                  <a:lnTo>
                    <a:pt x="3489390" y="2140321"/>
                  </a:lnTo>
                  <a:lnTo>
                    <a:pt x="3443246" y="2201530"/>
                  </a:lnTo>
                  <a:lnTo>
                    <a:pt x="3397037" y="2264839"/>
                  </a:lnTo>
                  <a:lnTo>
                    <a:pt x="3350752" y="2329780"/>
                  </a:lnTo>
                  <a:lnTo>
                    <a:pt x="3304402" y="2395829"/>
                  </a:lnTo>
                  <a:lnTo>
                    <a:pt x="3258016" y="2462421"/>
                  </a:lnTo>
                  <a:lnTo>
                    <a:pt x="3211634" y="2528974"/>
                  </a:lnTo>
                  <a:lnTo>
                    <a:pt x="3165291" y="2594903"/>
                  </a:lnTo>
                  <a:lnTo>
                    <a:pt x="3119016" y="2659651"/>
                  </a:lnTo>
                  <a:lnTo>
                    <a:pt x="3072817" y="2722699"/>
                  </a:lnTo>
                  <a:lnTo>
                    <a:pt x="3026679" y="2783588"/>
                  </a:lnTo>
                  <a:lnTo>
                    <a:pt x="2980553" y="2841929"/>
                  </a:lnTo>
                  <a:lnTo>
                    <a:pt x="2934348" y="2897414"/>
                  </a:lnTo>
                  <a:lnTo>
                    <a:pt x="2887927" y="2949818"/>
                  </a:lnTo>
                  <a:lnTo>
                    <a:pt x="2841100" y="2998995"/>
                  </a:lnTo>
                  <a:lnTo>
                    <a:pt x="2793612" y="3044882"/>
                  </a:lnTo>
                  <a:lnTo>
                    <a:pt x="2745134" y="3087486"/>
                  </a:lnTo>
                  <a:lnTo>
                    <a:pt x="2702183" y="3121671"/>
                  </a:lnTo>
                  <a:lnTo>
                    <a:pt x="2650737" y="3158309"/>
                  </a:lnTo>
                  <a:lnTo>
                    <a:pt x="2596886" y="3191793"/>
                  </a:lnTo>
                  <a:lnTo>
                    <a:pt x="2539963" y="3222235"/>
                  </a:lnTo>
                  <a:lnTo>
                    <a:pt x="2479235" y="3249846"/>
                  </a:lnTo>
                  <a:lnTo>
                    <a:pt x="2413945" y="3274883"/>
                  </a:lnTo>
                  <a:lnTo>
                    <a:pt x="2343346" y="3297611"/>
                  </a:lnTo>
                  <a:lnTo>
                    <a:pt x="2266755" y="3318280"/>
                  </a:lnTo>
                  <a:lnTo>
                    <a:pt x="2183618" y="3337110"/>
                  </a:lnTo>
                  <a:lnTo>
                    <a:pt x="2093593" y="3354284"/>
                  </a:lnTo>
                  <a:lnTo>
                    <a:pt x="1996667" y="3369946"/>
                  </a:lnTo>
                  <a:lnTo>
                    <a:pt x="1893283" y="3384192"/>
                  </a:lnTo>
                  <a:lnTo>
                    <a:pt x="1784487" y="3397081"/>
                  </a:lnTo>
                  <a:lnTo>
                    <a:pt x="1672046" y="3408629"/>
                  </a:lnTo>
                  <a:lnTo>
                    <a:pt x="1558514" y="3418825"/>
                  </a:lnTo>
                  <a:lnTo>
                    <a:pt x="1447179" y="3427641"/>
                  </a:lnTo>
                  <a:lnTo>
                    <a:pt x="1341858" y="3435052"/>
                  </a:lnTo>
                  <a:lnTo>
                    <a:pt x="1246506" y="3441056"/>
                  </a:lnTo>
                  <a:lnTo>
                    <a:pt x="1164689" y="3445694"/>
                  </a:lnTo>
                  <a:lnTo>
                    <a:pt x="1099016" y="3449064"/>
                  </a:lnTo>
                  <a:lnTo>
                    <a:pt x="1050660" y="3451319"/>
                  </a:lnTo>
                  <a:lnTo>
                    <a:pt x="1019089" y="3452662"/>
                  </a:lnTo>
                  <a:lnTo>
                    <a:pt x="1002046" y="3453325"/>
                  </a:lnTo>
                  <a:lnTo>
                    <a:pt x="995717" y="3453552"/>
                  </a:lnTo>
                  <a:lnTo>
                    <a:pt x="994940" y="3453577"/>
                  </a:lnTo>
                  <a:lnTo>
                    <a:pt x="0" y="3453577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96" name="pl1695"/>
            <p:cNvSpPr/>
            <p:nvPr/>
          </p:nvSpPr>
          <p:spPr>
            <a:xfrm>
              <a:off x="1199187" y="2221864"/>
              <a:ext cx="12049831" cy="3453577"/>
            </a:xfrm>
            <a:custGeom>
              <a:avLst/>
              <a:pathLst>
                <a:path w="12049831" h="3453577">
                  <a:moveTo>
                    <a:pt x="0" y="3453577"/>
                  </a:moveTo>
                  <a:lnTo>
                    <a:pt x="994940" y="3453577"/>
                  </a:lnTo>
                  <a:lnTo>
                    <a:pt x="996046" y="3453540"/>
                  </a:lnTo>
                  <a:lnTo>
                    <a:pt x="1003347" y="3453277"/>
                  </a:lnTo>
                  <a:lnTo>
                    <a:pt x="1021863" y="3452549"/>
                  </a:lnTo>
                  <a:lnTo>
                    <a:pt x="1055243" y="3451115"/>
                  </a:lnTo>
                  <a:lnTo>
                    <a:pt x="1105555" y="3448743"/>
                  </a:lnTo>
                  <a:lnTo>
                    <a:pt x="1173135" y="3445238"/>
                  </a:lnTo>
                  <a:lnTo>
                    <a:pt x="1256630" y="3440449"/>
                  </a:lnTo>
                  <a:lnTo>
                    <a:pt x="1353295" y="3434288"/>
                  </a:lnTo>
                  <a:lnTo>
                    <a:pt x="1459493" y="3426718"/>
                  </a:lnTo>
                  <a:lnTo>
                    <a:pt x="1571259" y="3417745"/>
                  </a:lnTo>
                  <a:lnTo>
                    <a:pt x="1684820" y="3407396"/>
                  </a:lnTo>
                  <a:lnTo>
                    <a:pt x="1796963" y="3395696"/>
                  </a:lnTo>
                  <a:lnTo>
                    <a:pt x="1905224" y="3382656"/>
                  </a:lnTo>
                  <a:lnTo>
                    <a:pt x="2007920" y="3368254"/>
                  </a:lnTo>
                  <a:lnTo>
                    <a:pt x="2104081" y="3352428"/>
                  </a:lnTo>
                  <a:lnTo>
                    <a:pt x="2193322" y="3335075"/>
                  </a:lnTo>
                  <a:lnTo>
                    <a:pt x="2275700" y="3316048"/>
                  </a:lnTo>
                  <a:lnTo>
                    <a:pt x="2351585" y="3295159"/>
                  </a:lnTo>
                  <a:lnTo>
                    <a:pt x="2421551" y="3272183"/>
                  </a:lnTo>
                  <a:lnTo>
                    <a:pt x="2486289" y="3246869"/>
                  </a:lnTo>
                  <a:lnTo>
                    <a:pt x="2546550" y="3218952"/>
                  </a:lnTo>
                  <a:lnTo>
                    <a:pt x="2603092" y="3188177"/>
                  </a:lnTo>
                  <a:lnTo>
                    <a:pt x="2656641" y="3154340"/>
                  </a:lnTo>
                  <a:lnTo>
                    <a:pt x="2702183" y="3121671"/>
                  </a:lnTo>
                  <a:lnTo>
                    <a:pt x="2751845" y="3081845"/>
                  </a:lnTo>
                  <a:lnTo>
                    <a:pt x="2800164" y="3038794"/>
                  </a:lnTo>
                  <a:lnTo>
                    <a:pt x="2847544" y="2992455"/>
                  </a:lnTo>
                  <a:lnTo>
                    <a:pt x="2894302" y="2942830"/>
                  </a:lnTo>
                  <a:lnTo>
                    <a:pt x="2940683" y="2889995"/>
                  </a:lnTo>
                  <a:lnTo>
                    <a:pt x="2986871" y="2834103"/>
                  </a:lnTo>
                  <a:lnTo>
                    <a:pt x="3032995" y="2775393"/>
                  </a:lnTo>
                  <a:lnTo>
                    <a:pt x="3079139" y="2714184"/>
                  </a:lnTo>
                  <a:lnTo>
                    <a:pt x="3125348" y="2650875"/>
                  </a:lnTo>
                  <a:lnTo>
                    <a:pt x="3171633" y="2585934"/>
                  </a:lnTo>
                  <a:lnTo>
                    <a:pt x="3217983" y="2519885"/>
                  </a:lnTo>
                  <a:lnTo>
                    <a:pt x="3264369" y="2453292"/>
                  </a:lnTo>
                  <a:lnTo>
                    <a:pt x="3310751" y="2386740"/>
                  </a:lnTo>
                  <a:lnTo>
                    <a:pt x="3357094" y="2320810"/>
                  </a:lnTo>
                  <a:lnTo>
                    <a:pt x="3403369" y="2256063"/>
                  </a:lnTo>
                  <a:lnTo>
                    <a:pt x="3449568" y="2193015"/>
                  </a:lnTo>
                  <a:lnTo>
                    <a:pt x="3495706" y="2132126"/>
                  </a:lnTo>
                  <a:lnTo>
                    <a:pt x="3541832" y="2073785"/>
                  </a:lnTo>
                  <a:lnTo>
                    <a:pt x="3588037" y="2018299"/>
                  </a:lnTo>
                  <a:lnTo>
                    <a:pt x="3634458" y="1965896"/>
                  </a:lnTo>
                  <a:lnTo>
                    <a:pt x="3681285" y="1916719"/>
                  </a:lnTo>
                  <a:lnTo>
                    <a:pt x="3728773" y="1870831"/>
                  </a:lnTo>
                  <a:lnTo>
                    <a:pt x="3777251" y="1828227"/>
                  </a:lnTo>
                  <a:lnTo>
                    <a:pt x="3820202" y="1794043"/>
                  </a:lnTo>
                  <a:lnTo>
                    <a:pt x="3871648" y="1757405"/>
                  </a:lnTo>
                  <a:lnTo>
                    <a:pt x="3925499" y="1723921"/>
                  </a:lnTo>
                  <a:lnTo>
                    <a:pt x="3982422" y="1693479"/>
                  </a:lnTo>
                  <a:lnTo>
                    <a:pt x="4043150" y="1665868"/>
                  </a:lnTo>
                  <a:lnTo>
                    <a:pt x="4108440" y="1640831"/>
                  </a:lnTo>
                  <a:lnTo>
                    <a:pt x="4179039" y="1618102"/>
                  </a:lnTo>
                  <a:lnTo>
                    <a:pt x="4255630" y="1597434"/>
                  </a:lnTo>
                  <a:lnTo>
                    <a:pt x="4338767" y="1578604"/>
                  </a:lnTo>
                  <a:lnTo>
                    <a:pt x="4428792" y="1561430"/>
                  </a:lnTo>
                  <a:lnTo>
                    <a:pt x="4525718" y="1545768"/>
                  </a:lnTo>
                  <a:lnTo>
                    <a:pt x="4629102" y="1531521"/>
                  </a:lnTo>
                  <a:lnTo>
                    <a:pt x="4737898" y="1518633"/>
                  </a:lnTo>
                  <a:lnTo>
                    <a:pt x="4850339" y="1507085"/>
                  </a:lnTo>
                  <a:lnTo>
                    <a:pt x="4963871" y="1496889"/>
                  </a:lnTo>
                  <a:lnTo>
                    <a:pt x="5075206" y="1488073"/>
                  </a:lnTo>
                  <a:lnTo>
                    <a:pt x="5180527" y="1480662"/>
                  </a:lnTo>
                  <a:lnTo>
                    <a:pt x="5275879" y="1474658"/>
                  </a:lnTo>
                  <a:lnTo>
                    <a:pt x="5357696" y="1470019"/>
                  </a:lnTo>
                  <a:lnTo>
                    <a:pt x="5423369" y="1466650"/>
                  </a:lnTo>
                  <a:lnTo>
                    <a:pt x="5471725" y="1464395"/>
                  </a:lnTo>
                  <a:lnTo>
                    <a:pt x="5503296" y="1463052"/>
                  </a:lnTo>
                  <a:lnTo>
                    <a:pt x="5520339" y="1462388"/>
                  </a:lnTo>
                  <a:lnTo>
                    <a:pt x="5526668" y="1462162"/>
                  </a:lnTo>
                  <a:lnTo>
                    <a:pt x="5527445" y="1462136"/>
                  </a:lnTo>
                  <a:lnTo>
                    <a:pt x="6522385" y="1462136"/>
                  </a:lnTo>
                  <a:lnTo>
                    <a:pt x="6523505" y="1462109"/>
                  </a:lnTo>
                  <a:lnTo>
                    <a:pt x="6530896" y="1461913"/>
                  </a:lnTo>
                  <a:lnTo>
                    <a:pt x="6549634" y="1461372"/>
                  </a:lnTo>
                  <a:lnTo>
                    <a:pt x="6583398" y="1460305"/>
                  </a:lnTo>
                  <a:lnTo>
                    <a:pt x="6634257" y="1458542"/>
                  </a:lnTo>
                  <a:lnTo>
                    <a:pt x="6702517" y="1455936"/>
                  </a:lnTo>
                  <a:lnTo>
                    <a:pt x="6786772" y="1452378"/>
                  </a:lnTo>
                  <a:lnTo>
                    <a:pt x="6884210" y="1447802"/>
                  </a:lnTo>
                  <a:lnTo>
                    <a:pt x="6991128" y="1442183"/>
                  </a:lnTo>
                  <a:lnTo>
                    <a:pt x="7103509" y="1435526"/>
                  </a:lnTo>
                  <a:lnTo>
                    <a:pt x="7217551" y="1427850"/>
                  </a:lnTo>
                  <a:lnTo>
                    <a:pt x="7330030" y="1419176"/>
                  </a:lnTo>
                  <a:lnTo>
                    <a:pt x="7438489" y="1409509"/>
                  </a:lnTo>
                  <a:lnTo>
                    <a:pt x="7541264" y="1398831"/>
                  </a:lnTo>
                  <a:lnTo>
                    <a:pt x="7637412" y="1387095"/>
                  </a:lnTo>
                  <a:lnTo>
                    <a:pt x="7726573" y="1374223"/>
                  </a:lnTo>
                  <a:lnTo>
                    <a:pt x="7808829" y="1360102"/>
                  </a:lnTo>
                  <a:lnTo>
                    <a:pt x="7884573" y="1344592"/>
                  </a:lnTo>
                  <a:lnTo>
                    <a:pt x="7954397" y="1327523"/>
                  </a:lnTo>
                  <a:lnTo>
                    <a:pt x="8019010" y="1308707"/>
                  </a:lnTo>
                  <a:lnTo>
                    <a:pt x="8079172" y="1287947"/>
                  </a:lnTo>
                  <a:lnTo>
                    <a:pt x="8135650" y="1265055"/>
                  </a:lnTo>
                  <a:lnTo>
                    <a:pt x="8189175" y="1239886"/>
                  </a:lnTo>
                  <a:lnTo>
                    <a:pt x="8229629" y="1218447"/>
                  </a:lnTo>
                  <a:lnTo>
                    <a:pt x="8283284" y="1186713"/>
                  </a:lnTo>
                  <a:lnTo>
                    <a:pt x="8335410" y="1152202"/>
                  </a:lnTo>
                  <a:lnTo>
                    <a:pt x="8386503" y="1114863"/>
                  </a:lnTo>
                  <a:lnTo>
                    <a:pt x="8436944" y="1074712"/>
                  </a:lnTo>
                  <a:lnTo>
                    <a:pt x="8487021" y="1031840"/>
                  </a:lnTo>
                  <a:lnTo>
                    <a:pt x="8536939" y="986417"/>
                  </a:lnTo>
                  <a:lnTo>
                    <a:pt x="8586836" y="938700"/>
                  </a:lnTo>
                  <a:lnTo>
                    <a:pt x="8636792" y="889025"/>
                  </a:lnTo>
                  <a:lnTo>
                    <a:pt x="8686836" y="837803"/>
                  </a:lnTo>
                  <a:lnTo>
                    <a:pt x="8736962" y="785507"/>
                  </a:lnTo>
                  <a:lnTo>
                    <a:pt x="8787135" y="732654"/>
                  </a:lnTo>
                  <a:lnTo>
                    <a:pt x="8837309" y="679785"/>
                  </a:lnTo>
                  <a:lnTo>
                    <a:pt x="8887439" y="627441"/>
                  </a:lnTo>
                  <a:lnTo>
                    <a:pt x="8937488" y="576141"/>
                  </a:lnTo>
                  <a:lnTo>
                    <a:pt x="8987449" y="526361"/>
                  </a:lnTo>
                  <a:lnTo>
                    <a:pt x="9037348" y="478517"/>
                  </a:lnTo>
                  <a:lnTo>
                    <a:pt x="9087262" y="432948"/>
                  </a:lnTo>
                  <a:lnTo>
                    <a:pt x="9137324" y="389917"/>
                  </a:lnTo>
                  <a:lnTo>
                    <a:pt x="9187736" y="349600"/>
                  </a:lnTo>
                  <a:lnTo>
                    <a:pt x="9238780" y="312092"/>
                  </a:lnTo>
                  <a:lnTo>
                    <a:pt x="9290831" y="277412"/>
                  </a:lnTo>
                  <a:lnTo>
                    <a:pt x="9344378" y="245514"/>
                  </a:lnTo>
                  <a:lnTo>
                    <a:pt x="9347647" y="243689"/>
                  </a:lnTo>
                  <a:lnTo>
                    <a:pt x="9399316" y="216680"/>
                  </a:lnTo>
                  <a:lnTo>
                    <a:pt x="9453414" y="192005"/>
                  </a:lnTo>
                  <a:lnTo>
                    <a:pt x="9510615" y="169583"/>
                  </a:lnTo>
                  <a:lnTo>
                    <a:pt x="9571663" y="149254"/>
                  </a:lnTo>
                  <a:lnTo>
                    <a:pt x="9637325" y="130828"/>
                  </a:lnTo>
                  <a:lnTo>
                    <a:pt x="9708357" y="114107"/>
                  </a:lnTo>
                  <a:lnTo>
                    <a:pt x="9785447" y="98907"/>
                  </a:lnTo>
                  <a:lnTo>
                    <a:pt x="9869153" y="85064"/>
                  </a:lnTo>
                  <a:lnTo>
                    <a:pt x="9959812" y="72443"/>
                  </a:lnTo>
                  <a:lnTo>
                    <a:pt x="10057423" y="60939"/>
                  </a:lnTo>
                  <a:lnTo>
                    <a:pt x="10161514" y="50479"/>
                  </a:lnTo>
                  <a:lnTo>
                    <a:pt x="10270997" y="41024"/>
                  </a:lnTo>
                  <a:lnTo>
                    <a:pt x="10384043" y="32562"/>
                  </a:lnTo>
                  <a:lnTo>
                    <a:pt x="10498025" y="25102"/>
                  </a:lnTo>
                  <a:lnTo>
                    <a:pt x="10609573" y="18665"/>
                  </a:lnTo>
                  <a:lnTo>
                    <a:pt x="10714802" y="13269"/>
                  </a:lnTo>
                  <a:lnTo>
                    <a:pt x="10809715" y="8914"/>
                  </a:lnTo>
                  <a:lnTo>
                    <a:pt x="10890749" y="5567"/>
                  </a:lnTo>
                  <a:lnTo>
                    <a:pt x="10955357" y="3151"/>
                  </a:lnTo>
                  <a:lnTo>
                    <a:pt x="11002480" y="1550"/>
                  </a:lnTo>
                  <a:lnTo>
                    <a:pt x="11032803" y="611"/>
                  </a:lnTo>
                  <a:lnTo>
                    <a:pt x="11048759" y="158"/>
                  </a:lnTo>
                  <a:lnTo>
                    <a:pt x="11054340" y="1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7" name="pl1696"/>
            <p:cNvSpPr/>
            <p:nvPr/>
          </p:nvSpPr>
          <p:spPr>
            <a:xfrm>
              <a:off x="1199187" y="2216623"/>
              <a:ext cx="12049831" cy="3453577"/>
            </a:xfrm>
            <a:custGeom>
              <a:avLst/>
              <a:pathLst>
                <a:path w="12049831" h="3453577">
                  <a:moveTo>
                    <a:pt x="12049831" y="0"/>
                  </a:moveTo>
                  <a:lnTo>
                    <a:pt x="11054891" y="0"/>
                  </a:lnTo>
                  <a:lnTo>
                    <a:pt x="11053771" y="27"/>
                  </a:lnTo>
                  <a:lnTo>
                    <a:pt x="11046380" y="223"/>
                  </a:lnTo>
                  <a:lnTo>
                    <a:pt x="11027643" y="764"/>
                  </a:lnTo>
                  <a:lnTo>
                    <a:pt x="10993879" y="1831"/>
                  </a:lnTo>
                  <a:lnTo>
                    <a:pt x="10943019" y="3594"/>
                  </a:lnTo>
                  <a:lnTo>
                    <a:pt x="10874759" y="6200"/>
                  </a:lnTo>
                  <a:lnTo>
                    <a:pt x="10790505" y="9758"/>
                  </a:lnTo>
                  <a:lnTo>
                    <a:pt x="10693066" y="14334"/>
                  </a:lnTo>
                  <a:lnTo>
                    <a:pt x="10586149" y="19953"/>
                  </a:lnTo>
                  <a:lnTo>
                    <a:pt x="10473767" y="26610"/>
                  </a:lnTo>
                  <a:lnTo>
                    <a:pt x="10359725" y="34286"/>
                  </a:lnTo>
                  <a:lnTo>
                    <a:pt x="10247246" y="42960"/>
                  </a:lnTo>
                  <a:lnTo>
                    <a:pt x="10138788" y="52627"/>
                  </a:lnTo>
                  <a:lnTo>
                    <a:pt x="10036012" y="63305"/>
                  </a:lnTo>
                  <a:lnTo>
                    <a:pt x="9939865" y="75041"/>
                  </a:lnTo>
                  <a:lnTo>
                    <a:pt x="9850704" y="87913"/>
                  </a:lnTo>
                  <a:lnTo>
                    <a:pt x="9768448" y="102033"/>
                  </a:lnTo>
                  <a:lnTo>
                    <a:pt x="9692703" y="117544"/>
                  </a:lnTo>
                  <a:lnTo>
                    <a:pt x="9622879" y="134612"/>
                  </a:lnTo>
                  <a:lnTo>
                    <a:pt x="9558267" y="153428"/>
                  </a:lnTo>
                  <a:lnTo>
                    <a:pt x="9498105" y="174189"/>
                  </a:lnTo>
                  <a:lnTo>
                    <a:pt x="9441626" y="197080"/>
                  </a:lnTo>
                  <a:lnTo>
                    <a:pt x="9388101" y="222250"/>
                  </a:lnTo>
                  <a:lnTo>
                    <a:pt x="9347647" y="243689"/>
                  </a:lnTo>
                  <a:lnTo>
                    <a:pt x="9293992" y="275423"/>
                  </a:lnTo>
                  <a:lnTo>
                    <a:pt x="9241866" y="309934"/>
                  </a:lnTo>
                  <a:lnTo>
                    <a:pt x="9190774" y="347273"/>
                  </a:lnTo>
                  <a:lnTo>
                    <a:pt x="9140332" y="387424"/>
                  </a:lnTo>
                  <a:lnTo>
                    <a:pt x="9090256" y="430296"/>
                  </a:lnTo>
                  <a:lnTo>
                    <a:pt x="9040338" y="475719"/>
                  </a:lnTo>
                  <a:lnTo>
                    <a:pt x="8990440" y="523436"/>
                  </a:lnTo>
                  <a:lnTo>
                    <a:pt x="8940484" y="573111"/>
                  </a:lnTo>
                  <a:lnTo>
                    <a:pt x="8890440" y="624333"/>
                  </a:lnTo>
                  <a:lnTo>
                    <a:pt x="8840315" y="676629"/>
                  </a:lnTo>
                  <a:lnTo>
                    <a:pt x="8790142" y="729481"/>
                  </a:lnTo>
                  <a:lnTo>
                    <a:pt x="8739967" y="782351"/>
                  </a:lnTo>
                  <a:lnTo>
                    <a:pt x="8689838" y="834695"/>
                  </a:lnTo>
                  <a:lnTo>
                    <a:pt x="8639788" y="885995"/>
                  </a:lnTo>
                  <a:lnTo>
                    <a:pt x="8589828" y="935774"/>
                  </a:lnTo>
                  <a:lnTo>
                    <a:pt x="8539928" y="983619"/>
                  </a:lnTo>
                  <a:lnTo>
                    <a:pt x="8490015" y="1029187"/>
                  </a:lnTo>
                  <a:lnTo>
                    <a:pt x="8439953" y="1072219"/>
                  </a:lnTo>
                  <a:lnTo>
                    <a:pt x="8389541" y="1112536"/>
                  </a:lnTo>
                  <a:lnTo>
                    <a:pt x="8338497" y="1150044"/>
                  </a:lnTo>
                  <a:lnTo>
                    <a:pt x="8286445" y="1184724"/>
                  </a:lnTo>
                  <a:lnTo>
                    <a:pt x="8232898" y="1216622"/>
                  </a:lnTo>
                  <a:lnTo>
                    <a:pt x="8229629" y="1218447"/>
                  </a:lnTo>
                  <a:lnTo>
                    <a:pt x="8177960" y="1245456"/>
                  </a:lnTo>
                  <a:lnTo>
                    <a:pt x="8123863" y="1270131"/>
                  </a:lnTo>
                  <a:lnTo>
                    <a:pt x="8066661" y="1292553"/>
                  </a:lnTo>
                  <a:lnTo>
                    <a:pt x="8005614" y="1312882"/>
                  </a:lnTo>
                  <a:lnTo>
                    <a:pt x="7939951" y="1331308"/>
                  </a:lnTo>
                  <a:lnTo>
                    <a:pt x="7868920" y="1348029"/>
                  </a:lnTo>
                  <a:lnTo>
                    <a:pt x="7791829" y="1363229"/>
                  </a:lnTo>
                  <a:lnTo>
                    <a:pt x="7708123" y="1377072"/>
                  </a:lnTo>
                  <a:lnTo>
                    <a:pt x="7617465" y="1389693"/>
                  </a:lnTo>
                  <a:lnTo>
                    <a:pt x="7519854" y="1401197"/>
                  </a:lnTo>
                  <a:lnTo>
                    <a:pt x="7415763" y="1411657"/>
                  </a:lnTo>
                  <a:lnTo>
                    <a:pt x="7306280" y="1421111"/>
                  </a:lnTo>
                  <a:lnTo>
                    <a:pt x="7193234" y="1429574"/>
                  </a:lnTo>
                  <a:lnTo>
                    <a:pt x="7079252" y="1437034"/>
                  </a:lnTo>
                  <a:lnTo>
                    <a:pt x="6967704" y="1443471"/>
                  </a:lnTo>
                  <a:lnTo>
                    <a:pt x="6862475" y="1448867"/>
                  </a:lnTo>
                  <a:lnTo>
                    <a:pt x="6767562" y="1453222"/>
                  </a:lnTo>
                  <a:lnTo>
                    <a:pt x="6686528" y="1456569"/>
                  </a:lnTo>
                  <a:lnTo>
                    <a:pt x="6621920" y="1458985"/>
                  </a:lnTo>
                  <a:lnTo>
                    <a:pt x="6574797" y="1460586"/>
                  </a:lnTo>
                  <a:lnTo>
                    <a:pt x="6544473" y="1461525"/>
                  </a:lnTo>
                  <a:lnTo>
                    <a:pt x="6528518" y="1461978"/>
                  </a:lnTo>
                  <a:lnTo>
                    <a:pt x="6522936" y="1462123"/>
                  </a:lnTo>
                  <a:lnTo>
                    <a:pt x="6522385" y="1462136"/>
                  </a:lnTo>
                  <a:lnTo>
                    <a:pt x="5527445" y="1462136"/>
                  </a:lnTo>
                  <a:lnTo>
                    <a:pt x="5526339" y="1462173"/>
                  </a:lnTo>
                  <a:lnTo>
                    <a:pt x="5519038" y="1462437"/>
                  </a:lnTo>
                  <a:lnTo>
                    <a:pt x="5500522" y="1463165"/>
                  </a:lnTo>
                  <a:lnTo>
                    <a:pt x="5467142" y="1464599"/>
                  </a:lnTo>
                  <a:lnTo>
                    <a:pt x="5416830" y="1466970"/>
                  </a:lnTo>
                  <a:lnTo>
                    <a:pt x="5349250" y="1470476"/>
                  </a:lnTo>
                  <a:lnTo>
                    <a:pt x="5265755" y="1475265"/>
                  </a:lnTo>
                  <a:lnTo>
                    <a:pt x="5169090" y="1481426"/>
                  </a:lnTo>
                  <a:lnTo>
                    <a:pt x="5062892" y="1488996"/>
                  </a:lnTo>
                  <a:lnTo>
                    <a:pt x="4951126" y="1497969"/>
                  </a:lnTo>
                  <a:lnTo>
                    <a:pt x="4837565" y="1508318"/>
                  </a:lnTo>
                  <a:lnTo>
                    <a:pt x="4725422" y="1520018"/>
                  </a:lnTo>
                  <a:lnTo>
                    <a:pt x="4617161" y="1533058"/>
                  </a:lnTo>
                  <a:lnTo>
                    <a:pt x="4514465" y="1547460"/>
                  </a:lnTo>
                  <a:lnTo>
                    <a:pt x="4418304" y="1563286"/>
                  </a:lnTo>
                  <a:lnTo>
                    <a:pt x="4329063" y="1580639"/>
                  </a:lnTo>
                  <a:lnTo>
                    <a:pt x="4246685" y="1599666"/>
                  </a:lnTo>
                  <a:lnTo>
                    <a:pt x="4170800" y="1620555"/>
                  </a:lnTo>
                  <a:lnTo>
                    <a:pt x="4100834" y="1643530"/>
                  </a:lnTo>
                  <a:lnTo>
                    <a:pt x="4036096" y="1668844"/>
                  </a:lnTo>
                  <a:lnTo>
                    <a:pt x="3975835" y="1696762"/>
                  </a:lnTo>
                  <a:lnTo>
                    <a:pt x="3919293" y="1727537"/>
                  </a:lnTo>
                  <a:lnTo>
                    <a:pt x="3865744" y="1761374"/>
                  </a:lnTo>
                  <a:lnTo>
                    <a:pt x="3820202" y="1794043"/>
                  </a:lnTo>
                  <a:lnTo>
                    <a:pt x="3770540" y="1833869"/>
                  </a:lnTo>
                  <a:lnTo>
                    <a:pt x="3722221" y="1876920"/>
                  </a:lnTo>
                  <a:lnTo>
                    <a:pt x="3674841" y="1923258"/>
                  </a:lnTo>
                  <a:lnTo>
                    <a:pt x="3628083" y="1972883"/>
                  </a:lnTo>
                  <a:lnTo>
                    <a:pt x="3581702" y="2025719"/>
                  </a:lnTo>
                  <a:lnTo>
                    <a:pt x="3535514" y="2081610"/>
                  </a:lnTo>
                  <a:lnTo>
                    <a:pt x="3489390" y="2140321"/>
                  </a:lnTo>
                  <a:lnTo>
                    <a:pt x="3443246" y="2201530"/>
                  </a:lnTo>
                  <a:lnTo>
                    <a:pt x="3397037" y="2264839"/>
                  </a:lnTo>
                  <a:lnTo>
                    <a:pt x="3350752" y="2329780"/>
                  </a:lnTo>
                  <a:lnTo>
                    <a:pt x="3304402" y="2395829"/>
                  </a:lnTo>
                  <a:lnTo>
                    <a:pt x="3258016" y="2462421"/>
                  </a:lnTo>
                  <a:lnTo>
                    <a:pt x="3211634" y="2528974"/>
                  </a:lnTo>
                  <a:lnTo>
                    <a:pt x="3165291" y="2594903"/>
                  </a:lnTo>
                  <a:lnTo>
                    <a:pt x="3119016" y="2659651"/>
                  </a:lnTo>
                  <a:lnTo>
                    <a:pt x="3072817" y="2722699"/>
                  </a:lnTo>
                  <a:lnTo>
                    <a:pt x="3026679" y="2783588"/>
                  </a:lnTo>
                  <a:lnTo>
                    <a:pt x="2980553" y="2841929"/>
                  </a:lnTo>
                  <a:lnTo>
                    <a:pt x="2934348" y="2897414"/>
                  </a:lnTo>
                  <a:lnTo>
                    <a:pt x="2887927" y="2949818"/>
                  </a:lnTo>
                  <a:lnTo>
                    <a:pt x="2841100" y="2998995"/>
                  </a:lnTo>
                  <a:lnTo>
                    <a:pt x="2793612" y="3044882"/>
                  </a:lnTo>
                  <a:lnTo>
                    <a:pt x="2745134" y="3087486"/>
                  </a:lnTo>
                  <a:lnTo>
                    <a:pt x="2702183" y="3121671"/>
                  </a:lnTo>
                  <a:lnTo>
                    <a:pt x="2650737" y="3158309"/>
                  </a:lnTo>
                  <a:lnTo>
                    <a:pt x="2596886" y="3191793"/>
                  </a:lnTo>
                  <a:lnTo>
                    <a:pt x="2539963" y="3222235"/>
                  </a:lnTo>
                  <a:lnTo>
                    <a:pt x="2479235" y="3249846"/>
                  </a:lnTo>
                  <a:lnTo>
                    <a:pt x="2413945" y="3274883"/>
                  </a:lnTo>
                  <a:lnTo>
                    <a:pt x="2343346" y="3297611"/>
                  </a:lnTo>
                  <a:lnTo>
                    <a:pt x="2266755" y="3318280"/>
                  </a:lnTo>
                  <a:lnTo>
                    <a:pt x="2183618" y="3337110"/>
                  </a:lnTo>
                  <a:lnTo>
                    <a:pt x="2093593" y="3354284"/>
                  </a:lnTo>
                  <a:lnTo>
                    <a:pt x="1996667" y="3369946"/>
                  </a:lnTo>
                  <a:lnTo>
                    <a:pt x="1893283" y="3384192"/>
                  </a:lnTo>
                  <a:lnTo>
                    <a:pt x="1784487" y="3397081"/>
                  </a:lnTo>
                  <a:lnTo>
                    <a:pt x="1672046" y="3408629"/>
                  </a:lnTo>
                  <a:lnTo>
                    <a:pt x="1558514" y="3418825"/>
                  </a:lnTo>
                  <a:lnTo>
                    <a:pt x="1447179" y="3427641"/>
                  </a:lnTo>
                  <a:lnTo>
                    <a:pt x="1341858" y="3435052"/>
                  </a:lnTo>
                  <a:lnTo>
                    <a:pt x="1246506" y="3441056"/>
                  </a:lnTo>
                  <a:lnTo>
                    <a:pt x="1164689" y="3445694"/>
                  </a:lnTo>
                  <a:lnTo>
                    <a:pt x="1099016" y="3449064"/>
                  </a:lnTo>
                  <a:lnTo>
                    <a:pt x="1050660" y="3451319"/>
                  </a:lnTo>
                  <a:lnTo>
                    <a:pt x="1019089" y="3452662"/>
                  </a:lnTo>
                  <a:lnTo>
                    <a:pt x="1002046" y="3453325"/>
                  </a:lnTo>
                  <a:lnTo>
                    <a:pt x="995717" y="3453552"/>
                  </a:lnTo>
                  <a:lnTo>
                    <a:pt x="994940" y="3453577"/>
                  </a:lnTo>
                  <a:lnTo>
                    <a:pt x="0" y="3453577"/>
                  </a:lnTo>
                  <a:lnTo>
                    <a:pt x="0" y="34535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8" name="pg1697"/>
            <p:cNvSpPr/>
            <p:nvPr/>
          </p:nvSpPr>
          <p:spPr>
            <a:xfrm>
              <a:off x="1199187" y="3746888"/>
              <a:ext cx="12049831" cy="1933793"/>
            </a:xfrm>
            <a:custGeom>
              <a:avLst/>
              <a:pathLst>
                <a:path w="12049831" h="1933793">
                  <a:moveTo>
                    <a:pt x="0" y="1933793"/>
                  </a:moveTo>
                  <a:lnTo>
                    <a:pt x="994940" y="1933793"/>
                  </a:lnTo>
                  <a:lnTo>
                    <a:pt x="996047" y="1933758"/>
                  </a:lnTo>
                  <a:lnTo>
                    <a:pt x="1003361" y="1933502"/>
                  </a:lnTo>
                  <a:lnTo>
                    <a:pt x="1021906" y="1932796"/>
                  </a:lnTo>
                  <a:lnTo>
                    <a:pt x="1055337" y="1931405"/>
                  </a:lnTo>
                  <a:lnTo>
                    <a:pt x="1105723" y="1929104"/>
                  </a:lnTo>
                  <a:lnTo>
                    <a:pt x="1173393" y="1925704"/>
                  </a:lnTo>
                  <a:lnTo>
                    <a:pt x="1256989" y="1921059"/>
                  </a:lnTo>
                  <a:lnTo>
                    <a:pt x="1353758" y="1915083"/>
                  </a:lnTo>
                  <a:lnTo>
                    <a:pt x="1460052" y="1907741"/>
                  </a:lnTo>
                  <a:lnTo>
                    <a:pt x="1571901" y="1899040"/>
                  </a:lnTo>
                  <a:lnTo>
                    <a:pt x="1685526" y="1889003"/>
                  </a:lnTo>
                  <a:lnTo>
                    <a:pt x="1797715" y="1877659"/>
                  </a:lnTo>
                  <a:lnTo>
                    <a:pt x="1906002" y="1865014"/>
                  </a:lnTo>
                  <a:lnTo>
                    <a:pt x="2008709" y="1851048"/>
                  </a:lnTo>
                  <a:lnTo>
                    <a:pt x="2104869" y="1835702"/>
                  </a:lnTo>
                  <a:lnTo>
                    <a:pt x="2194100" y="1818873"/>
                  </a:lnTo>
                  <a:lnTo>
                    <a:pt x="2276462" y="1800421"/>
                  </a:lnTo>
                  <a:lnTo>
                    <a:pt x="2352328" y="1780161"/>
                  </a:lnTo>
                  <a:lnTo>
                    <a:pt x="2422274" y="1757876"/>
                  </a:lnTo>
                  <a:lnTo>
                    <a:pt x="2486996" y="1733321"/>
                  </a:lnTo>
                  <a:lnTo>
                    <a:pt x="2547244" y="1706239"/>
                  </a:lnTo>
                  <a:lnTo>
                    <a:pt x="2603777" y="1676384"/>
                  </a:lnTo>
                  <a:lnTo>
                    <a:pt x="2657322" y="1643558"/>
                  </a:lnTo>
                  <a:lnTo>
                    <a:pt x="2702183" y="1612368"/>
                  </a:lnTo>
                  <a:lnTo>
                    <a:pt x="2752300" y="1573426"/>
                  </a:lnTo>
                  <a:lnTo>
                    <a:pt x="2801053" y="1531303"/>
                  </a:lnTo>
                  <a:lnTo>
                    <a:pt x="2848857" y="1485935"/>
                  </a:lnTo>
                  <a:lnTo>
                    <a:pt x="2896034" y="1437326"/>
                  </a:lnTo>
                  <a:lnTo>
                    <a:pt x="2942835" y="1385554"/>
                  </a:lnTo>
                  <a:lnTo>
                    <a:pt x="2989446" y="1330777"/>
                  </a:lnTo>
                  <a:lnTo>
                    <a:pt x="3035999" y="1273234"/>
                  </a:lnTo>
                  <a:lnTo>
                    <a:pt x="3082576" y="1213250"/>
                  </a:lnTo>
                  <a:lnTo>
                    <a:pt x="3129221" y="1151227"/>
                  </a:lnTo>
                  <a:lnTo>
                    <a:pt x="3175944" y="1087634"/>
                  </a:lnTo>
                  <a:lnTo>
                    <a:pt x="3222730" y="1023000"/>
                  </a:lnTo>
                  <a:lnTo>
                    <a:pt x="3269548" y="957888"/>
                  </a:lnTo>
                  <a:lnTo>
                    <a:pt x="3316359" y="892880"/>
                  </a:lnTo>
                  <a:lnTo>
                    <a:pt x="3363126" y="828554"/>
                  </a:lnTo>
                  <a:lnTo>
                    <a:pt x="3409822" y="765464"/>
                  </a:lnTo>
                  <a:lnTo>
                    <a:pt x="3456440" y="704117"/>
                  </a:lnTo>
                  <a:lnTo>
                    <a:pt x="3503001" y="644962"/>
                  </a:lnTo>
                  <a:lnTo>
                    <a:pt x="3549562" y="588374"/>
                  </a:lnTo>
                  <a:lnTo>
                    <a:pt x="3596224" y="534646"/>
                  </a:lnTo>
                  <a:lnTo>
                    <a:pt x="3643135" y="483990"/>
                  </a:lnTo>
                  <a:lnTo>
                    <a:pt x="3690503" y="436533"/>
                  </a:lnTo>
                  <a:lnTo>
                    <a:pt x="3738604" y="392326"/>
                  </a:lnTo>
                  <a:lnTo>
                    <a:pt x="3787792" y="351348"/>
                  </a:lnTo>
                  <a:lnTo>
                    <a:pt x="3820202" y="326666"/>
                  </a:lnTo>
                  <a:lnTo>
                    <a:pt x="3871677" y="291165"/>
                  </a:lnTo>
                  <a:lnTo>
                    <a:pt x="3925562" y="258722"/>
                  </a:lnTo>
                  <a:lnTo>
                    <a:pt x="3982522" y="229229"/>
                  </a:lnTo>
                  <a:lnTo>
                    <a:pt x="4043292" y="202480"/>
                  </a:lnTo>
                  <a:lnTo>
                    <a:pt x="4108632" y="178226"/>
                  </a:lnTo>
                  <a:lnTo>
                    <a:pt x="4179289" y="156210"/>
                  </a:lnTo>
                  <a:lnTo>
                    <a:pt x="4255946" y="136189"/>
                  </a:lnTo>
                  <a:lnTo>
                    <a:pt x="4339160" y="117951"/>
                  </a:lnTo>
                  <a:lnTo>
                    <a:pt x="4429269" y="101317"/>
                  </a:lnTo>
                  <a:lnTo>
                    <a:pt x="4526287" y="86149"/>
                  </a:lnTo>
                  <a:lnTo>
                    <a:pt x="4629765" y="72352"/>
                  </a:lnTo>
                  <a:lnTo>
                    <a:pt x="4738653" y="59872"/>
                  </a:lnTo>
                  <a:lnTo>
                    <a:pt x="4851175" y="48691"/>
                  </a:lnTo>
                  <a:lnTo>
                    <a:pt x="4964768" y="38822"/>
                  </a:lnTo>
                  <a:lnTo>
                    <a:pt x="5076132" y="30291"/>
                  </a:lnTo>
                  <a:lnTo>
                    <a:pt x="5181442" y="23122"/>
                  </a:lnTo>
                  <a:lnTo>
                    <a:pt x="5276737" y="17317"/>
                  </a:lnTo>
                  <a:lnTo>
                    <a:pt x="5358451" y="12835"/>
                  </a:lnTo>
                  <a:lnTo>
                    <a:pt x="5423982" y="9582"/>
                  </a:lnTo>
                  <a:lnTo>
                    <a:pt x="5472174" y="7408"/>
                  </a:lnTo>
                  <a:lnTo>
                    <a:pt x="5503578" y="6116"/>
                  </a:lnTo>
                  <a:lnTo>
                    <a:pt x="5520475" y="5479"/>
                  </a:lnTo>
                  <a:lnTo>
                    <a:pt x="5526701" y="526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7" y="5254"/>
                  </a:lnTo>
                  <a:lnTo>
                    <a:pt x="6530988" y="5357"/>
                  </a:lnTo>
                  <a:lnTo>
                    <a:pt x="6549920" y="5639"/>
                  </a:lnTo>
                  <a:lnTo>
                    <a:pt x="6584022" y="6196"/>
                  </a:lnTo>
                  <a:lnTo>
                    <a:pt x="6635363" y="7116"/>
                  </a:lnTo>
                  <a:lnTo>
                    <a:pt x="6704221" y="8476"/>
                  </a:lnTo>
                  <a:lnTo>
                    <a:pt x="6789141" y="10331"/>
                  </a:lnTo>
                  <a:lnTo>
                    <a:pt x="6887255" y="12716"/>
                  </a:lnTo>
                  <a:lnTo>
                    <a:pt x="6994800" y="15644"/>
                  </a:lnTo>
                  <a:lnTo>
                    <a:pt x="7107717" y="19112"/>
                  </a:lnTo>
                  <a:lnTo>
                    <a:pt x="7222174" y="23108"/>
                  </a:lnTo>
                  <a:lnTo>
                    <a:pt x="7334941" y="27624"/>
                  </a:lnTo>
                  <a:lnTo>
                    <a:pt x="7443567" y="32656"/>
                  </a:lnTo>
                  <a:lnTo>
                    <a:pt x="7546407" y="38214"/>
                  </a:lnTo>
                  <a:lnTo>
                    <a:pt x="7642539" y="44324"/>
                  </a:lnTo>
                  <a:lnTo>
                    <a:pt x="7731626" y="51027"/>
                  </a:lnTo>
                  <a:lnTo>
                    <a:pt x="7813774" y="58384"/>
                  </a:lnTo>
                  <a:lnTo>
                    <a:pt x="7889395" y="66468"/>
                  </a:lnTo>
                  <a:lnTo>
                    <a:pt x="7959096" y="75369"/>
                  </a:lnTo>
                  <a:lnTo>
                    <a:pt x="8023600" y="85186"/>
                  </a:lnTo>
                  <a:lnTo>
                    <a:pt x="8083678" y="96021"/>
                  </a:lnTo>
                  <a:lnTo>
                    <a:pt x="8140103" y="107971"/>
                  </a:lnTo>
                  <a:lnTo>
                    <a:pt x="8193611" y="121110"/>
                  </a:lnTo>
                  <a:lnTo>
                    <a:pt x="8229629" y="131015"/>
                  </a:lnTo>
                  <a:lnTo>
                    <a:pt x="8288553" y="149109"/>
                  </a:lnTo>
                  <a:lnTo>
                    <a:pt x="8345691" y="168941"/>
                  </a:lnTo>
                  <a:lnTo>
                    <a:pt x="8401679" y="190540"/>
                  </a:lnTo>
                  <a:lnTo>
                    <a:pt x="8456992" y="213882"/>
                  </a:lnTo>
                  <a:lnTo>
                    <a:pt x="8511973" y="238886"/>
                  </a:lnTo>
                  <a:lnTo>
                    <a:pt x="8566854" y="265408"/>
                  </a:lnTo>
                  <a:lnTo>
                    <a:pt x="8621773" y="293242"/>
                  </a:lnTo>
                  <a:lnTo>
                    <a:pt x="8676794" y="322123"/>
                  </a:lnTo>
                  <a:lnTo>
                    <a:pt x="8731916" y="351735"/>
                  </a:lnTo>
                  <a:lnTo>
                    <a:pt x="8787101" y="381729"/>
                  </a:lnTo>
                  <a:lnTo>
                    <a:pt x="8842288" y="411733"/>
                  </a:lnTo>
                  <a:lnTo>
                    <a:pt x="8897416" y="441376"/>
                  </a:lnTo>
                  <a:lnTo>
                    <a:pt x="8952442" y="470306"/>
                  </a:lnTo>
                  <a:lnTo>
                    <a:pt x="9007366" y="498206"/>
                  </a:lnTo>
                  <a:lnTo>
                    <a:pt x="9062246" y="524807"/>
                  </a:lnTo>
                  <a:lnTo>
                    <a:pt x="9117217" y="549900"/>
                  </a:lnTo>
                  <a:lnTo>
                    <a:pt x="9172503" y="573337"/>
                  </a:lnTo>
                  <a:lnTo>
                    <a:pt x="9228442" y="595034"/>
                  </a:lnTo>
                  <a:lnTo>
                    <a:pt x="9285501" y="614964"/>
                  </a:lnTo>
                  <a:lnTo>
                    <a:pt x="9344305" y="633153"/>
                  </a:lnTo>
                  <a:lnTo>
                    <a:pt x="9347647" y="634116"/>
                  </a:lnTo>
                  <a:lnTo>
                    <a:pt x="9399511" y="648106"/>
                  </a:lnTo>
                  <a:lnTo>
                    <a:pt x="9453824" y="660881"/>
                  </a:lnTo>
                  <a:lnTo>
                    <a:pt x="9511270" y="672487"/>
                  </a:lnTo>
                  <a:lnTo>
                    <a:pt x="9572598" y="683004"/>
                  </a:lnTo>
                  <a:lnTo>
                    <a:pt x="9638587" y="692534"/>
                  </a:lnTo>
                  <a:lnTo>
                    <a:pt x="9709998" y="701179"/>
                  </a:lnTo>
                  <a:lnTo>
                    <a:pt x="9787527" y="709036"/>
                  </a:lnTo>
                  <a:lnTo>
                    <a:pt x="9871733" y="716188"/>
                  </a:lnTo>
                  <a:lnTo>
                    <a:pt x="9962948" y="722708"/>
                  </a:lnTo>
                  <a:lnTo>
                    <a:pt x="10061159" y="728648"/>
                  </a:lnTo>
                  <a:lnTo>
                    <a:pt x="10165869" y="734046"/>
                  </a:lnTo>
                  <a:lnTo>
                    <a:pt x="10275951" y="738922"/>
                  </a:lnTo>
                  <a:lnTo>
                    <a:pt x="10389522" y="743282"/>
                  </a:lnTo>
                  <a:lnTo>
                    <a:pt x="10503888" y="747120"/>
                  </a:lnTo>
                  <a:lnTo>
                    <a:pt x="10615609" y="750426"/>
                  </a:lnTo>
                  <a:lnTo>
                    <a:pt x="10720740" y="753190"/>
                  </a:lnTo>
                  <a:lnTo>
                    <a:pt x="10815248" y="755414"/>
                  </a:lnTo>
                  <a:lnTo>
                    <a:pt x="10895578" y="757115"/>
                  </a:lnTo>
                  <a:lnTo>
                    <a:pt x="10959239" y="758336"/>
                  </a:lnTo>
                  <a:lnTo>
                    <a:pt x="11005276" y="759138"/>
                  </a:lnTo>
                  <a:lnTo>
                    <a:pt x="11034514" y="759602"/>
                  </a:lnTo>
                  <a:lnTo>
                    <a:pt x="11049536" y="759820"/>
                  </a:lnTo>
                  <a:lnTo>
                    <a:pt x="11054499" y="759887"/>
                  </a:lnTo>
                  <a:lnTo>
                    <a:pt x="11054891" y="759891"/>
                  </a:lnTo>
                  <a:lnTo>
                    <a:pt x="12049831" y="759891"/>
                  </a:lnTo>
                  <a:lnTo>
                    <a:pt x="12049831" y="754651"/>
                  </a:lnTo>
                  <a:lnTo>
                    <a:pt x="11054891" y="754651"/>
                  </a:lnTo>
                  <a:lnTo>
                    <a:pt x="11053759" y="754636"/>
                  </a:lnTo>
                  <a:lnTo>
                    <a:pt x="11046289" y="754534"/>
                  </a:lnTo>
                  <a:lnTo>
                    <a:pt x="11027356" y="754252"/>
                  </a:lnTo>
                  <a:lnTo>
                    <a:pt x="10993254" y="753695"/>
                  </a:lnTo>
                  <a:lnTo>
                    <a:pt x="10941914" y="752775"/>
                  </a:lnTo>
                  <a:lnTo>
                    <a:pt x="10873056" y="751415"/>
                  </a:lnTo>
                  <a:lnTo>
                    <a:pt x="10788135" y="749560"/>
                  </a:lnTo>
                  <a:lnTo>
                    <a:pt x="10690021" y="747175"/>
                  </a:lnTo>
                  <a:lnTo>
                    <a:pt x="10582476" y="744247"/>
                  </a:lnTo>
                  <a:lnTo>
                    <a:pt x="10469560" y="740779"/>
                  </a:lnTo>
                  <a:lnTo>
                    <a:pt x="10355102" y="736783"/>
                  </a:lnTo>
                  <a:lnTo>
                    <a:pt x="10242336" y="732267"/>
                  </a:lnTo>
                  <a:lnTo>
                    <a:pt x="10133710" y="727235"/>
                  </a:lnTo>
                  <a:lnTo>
                    <a:pt x="10030869" y="721677"/>
                  </a:lnTo>
                  <a:lnTo>
                    <a:pt x="9934738" y="715567"/>
                  </a:lnTo>
                  <a:lnTo>
                    <a:pt x="9845650" y="708864"/>
                  </a:lnTo>
                  <a:lnTo>
                    <a:pt x="9763502" y="701507"/>
                  </a:lnTo>
                  <a:lnTo>
                    <a:pt x="9687882" y="693423"/>
                  </a:lnTo>
                  <a:lnTo>
                    <a:pt x="9618181" y="684522"/>
                  </a:lnTo>
                  <a:lnTo>
                    <a:pt x="9553677" y="674705"/>
                  </a:lnTo>
                  <a:lnTo>
                    <a:pt x="9493599" y="663870"/>
                  </a:lnTo>
                  <a:lnTo>
                    <a:pt x="9437173" y="651920"/>
                  </a:lnTo>
                  <a:lnTo>
                    <a:pt x="9383665" y="638781"/>
                  </a:lnTo>
                  <a:lnTo>
                    <a:pt x="9347647" y="628876"/>
                  </a:lnTo>
                  <a:lnTo>
                    <a:pt x="9288723" y="610782"/>
                  </a:lnTo>
                  <a:lnTo>
                    <a:pt x="9231586" y="590950"/>
                  </a:lnTo>
                  <a:lnTo>
                    <a:pt x="9175598" y="569351"/>
                  </a:lnTo>
                  <a:lnTo>
                    <a:pt x="9120285" y="546009"/>
                  </a:lnTo>
                  <a:lnTo>
                    <a:pt x="9065304" y="521005"/>
                  </a:lnTo>
                  <a:lnTo>
                    <a:pt x="9010423" y="494483"/>
                  </a:lnTo>
                  <a:lnTo>
                    <a:pt x="8955503" y="466649"/>
                  </a:lnTo>
                  <a:lnTo>
                    <a:pt x="8900483" y="437768"/>
                  </a:lnTo>
                  <a:lnTo>
                    <a:pt x="8845361" y="408156"/>
                  </a:lnTo>
                  <a:lnTo>
                    <a:pt x="8790175" y="378162"/>
                  </a:lnTo>
                  <a:lnTo>
                    <a:pt x="8734988" y="348158"/>
                  </a:lnTo>
                  <a:lnTo>
                    <a:pt x="8679861" y="318515"/>
                  </a:lnTo>
                  <a:lnTo>
                    <a:pt x="8624835" y="289585"/>
                  </a:lnTo>
                  <a:lnTo>
                    <a:pt x="8569910" y="261685"/>
                  </a:lnTo>
                  <a:lnTo>
                    <a:pt x="8515030" y="235084"/>
                  </a:lnTo>
                  <a:lnTo>
                    <a:pt x="8460060" y="209991"/>
                  </a:lnTo>
                  <a:lnTo>
                    <a:pt x="8404773" y="186554"/>
                  </a:lnTo>
                  <a:lnTo>
                    <a:pt x="8348834" y="164857"/>
                  </a:lnTo>
                  <a:lnTo>
                    <a:pt x="8291776" y="144927"/>
                  </a:lnTo>
                  <a:lnTo>
                    <a:pt x="8232971" y="126738"/>
                  </a:lnTo>
                  <a:lnTo>
                    <a:pt x="8229629" y="125775"/>
                  </a:lnTo>
                  <a:lnTo>
                    <a:pt x="8177765" y="111785"/>
                  </a:lnTo>
                  <a:lnTo>
                    <a:pt x="8123452" y="99010"/>
                  </a:lnTo>
                  <a:lnTo>
                    <a:pt x="8066007" y="87404"/>
                  </a:lnTo>
                  <a:lnTo>
                    <a:pt x="8004678" y="76887"/>
                  </a:lnTo>
                  <a:lnTo>
                    <a:pt x="7938689" y="67357"/>
                  </a:lnTo>
                  <a:lnTo>
                    <a:pt x="7867278" y="58712"/>
                  </a:lnTo>
                  <a:lnTo>
                    <a:pt x="7789749" y="50855"/>
                  </a:lnTo>
                  <a:lnTo>
                    <a:pt x="7705543" y="43702"/>
                  </a:lnTo>
                  <a:lnTo>
                    <a:pt x="7614328" y="37183"/>
                  </a:lnTo>
                  <a:lnTo>
                    <a:pt x="7516117" y="31243"/>
                  </a:lnTo>
                  <a:lnTo>
                    <a:pt x="7411407" y="25845"/>
                  </a:lnTo>
                  <a:lnTo>
                    <a:pt x="7301325" y="20969"/>
                  </a:lnTo>
                  <a:lnTo>
                    <a:pt x="7187754" y="16609"/>
                  </a:lnTo>
                  <a:lnTo>
                    <a:pt x="7073388" y="12771"/>
                  </a:lnTo>
                  <a:lnTo>
                    <a:pt x="6961667" y="9465"/>
                  </a:lnTo>
                  <a:lnTo>
                    <a:pt x="6856537" y="6701"/>
                  </a:lnTo>
                  <a:lnTo>
                    <a:pt x="6762029" y="4477"/>
                  </a:lnTo>
                  <a:lnTo>
                    <a:pt x="6681699" y="2776"/>
                  </a:lnTo>
                  <a:lnTo>
                    <a:pt x="6618038" y="1555"/>
                  </a:lnTo>
                  <a:lnTo>
                    <a:pt x="6572000" y="753"/>
                  </a:lnTo>
                  <a:lnTo>
                    <a:pt x="6542763" y="289"/>
                  </a:lnTo>
                  <a:lnTo>
                    <a:pt x="6527740" y="71"/>
                  </a:lnTo>
                  <a:lnTo>
                    <a:pt x="6522778" y="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8" y="35"/>
                  </a:lnTo>
                  <a:lnTo>
                    <a:pt x="5519024" y="291"/>
                  </a:lnTo>
                  <a:lnTo>
                    <a:pt x="5500479" y="997"/>
                  </a:lnTo>
                  <a:lnTo>
                    <a:pt x="5467048" y="2388"/>
                  </a:lnTo>
                  <a:lnTo>
                    <a:pt x="5416662" y="4689"/>
                  </a:lnTo>
                  <a:lnTo>
                    <a:pt x="5348992" y="8089"/>
                  </a:lnTo>
                  <a:lnTo>
                    <a:pt x="5265396" y="12734"/>
                  </a:lnTo>
                  <a:lnTo>
                    <a:pt x="5168627" y="18710"/>
                  </a:lnTo>
                  <a:lnTo>
                    <a:pt x="5062333" y="26052"/>
                  </a:lnTo>
                  <a:lnTo>
                    <a:pt x="4950484" y="34753"/>
                  </a:lnTo>
                  <a:lnTo>
                    <a:pt x="4836859" y="44790"/>
                  </a:lnTo>
                  <a:lnTo>
                    <a:pt x="4724670" y="56134"/>
                  </a:lnTo>
                  <a:lnTo>
                    <a:pt x="4616383" y="68779"/>
                  </a:lnTo>
                  <a:lnTo>
                    <a:pt x="4513676" y="82745"/>
                  </a:lnTo>
                  <a:lnTo>
                    <a:pt x="4417516" y="98091"/>
                  </a:lnTo>
                  <a:lnTo>
                    <a:pt x="4328285" y="114920"/>
                  </a:lnTo>
                  <a:lnTo>
                    <a:pt x="4245923" y="133372"/>
                  </a:lnTo>
                  <a:lnTo>
                    <a:pt x="4170057" y="153632"/>
                  </a:lnTo>
                  <a:lnTo>
                    <a:pt x="4100111" y="175917"/>
                  </a:lnTo>
                  <a:lnTo>
                    <a:pt x="4035389" y="200472"/>
                  </a:lnTo>
                  <a:lnTo>
                    <a:pt x="3975141" y="227554"/>
                  </a:lnTo>
                  <a:lnTo>
                    <a:pt x="3918608" y="257409"/>
                  </a:lnTo>
                  <a:lnTo>
                    <a:pt x="3865063" y="290234"/>
                  </a:lnTo>
                  <a:lnTo>
                    <a:pt x="3820202" y="321425"/>
                  </a:lnTo>
                  <a:lnTo>
                    <a:pt x="3770085" y="360367"/>
                  </a:lnTo>
                  <a:lnTo>
                    <a:pt x="3721332" y="402490"/>
                  </a:lnTo>
                  <a:lnTo>
                    <a:pt x="3673528" y="447858"/>
                  </a:lnTo>
                  <a:lnTo>
                    <a:pt x="3626351" y="496467"/>
                  </a:lnTo>
                  <a:lnTo>
                    <a:pt x="3579550" y="548239"/>
                  </a:lnTo>
                  <a:lnTo>
                    <a:pt x="3532939" y="603016"/>
                  </a:lnTo>
                  <a:lnTo>
                    <a:pt x="3486386" y="660559"/>
                  </a:lnTo>
                  <a:lnTo>
                    <a:pt x="3439809" y="720543"/>
                  </a:lnTo>
                  <a:lnTo>
                    <a:pt x="3393164" y="782566"/>
                  </a:lnTo>
                  <a:lnTo>
                    <a:pt x="3346441" y="846159"/>
                  </a:lnTo>
                  <a:lnTo>
                    <a:pt x="3299655" y="910793"/>
                  </a:lnTo>
                  <a:lnTo>
                    <a:pt x="3252837" y="975905"/>
                  </a:lnTo>
                  <a:lnTo>
                    <a:pt x="3206026" y="1040913"/>
                  </a:lnTo>
                  <a:lnTo>
                    <a:pt x="3159259" y="1105239"/>
                  </a:lnTo>
                  <a:lnTo>
                    <a:pt x="3112563" y="1168329"/>
                  </a:lnTo>
                  <a:lnTo>
                    <a:pt x="3065945" y="1229676"/>
                  </a:lnTo>
                  <a:lnTo>
                    <a:pt x="3019384" y="1288831"/>
                  </a:lnTo>
                  <a:lnTo>
                    <a:pt x="2972823" y="1345419"/>
                  </a:lnTo>
                  <a:lnTo>
                    <a:pt x="2926161" y="1399147"/>
                  </a:lnTo>
                  <a:lnTo>
                    <a:pt x="2879250" y="1449803"/>
                  </a:lnTo>
                  <a:lnTo>
                    <a:pt x="2831882" y="1497260"/>
                  </a:lnTo>
                  <a:lnTo>
                    <a:pt x="2783781" y="1541467"/>
                  </a:lnTo>
                  <a:lnTo>
                    <a:pt x="2734593" y="1582445"/>
                  </a:lnTo>
                  <a:lnTo>
                    <a:pt x="2702183" y="1607127"/>
                  </a:lnTo>
                  <a:lnTo>
                    <a:pt x="2650708" y="1642628"/>
                  </a:lnTo>
                  <a:lnTo>
                    <a:pt x="2596823" y="1675071"/>
                  </a:lnTo>
                  <a:lnTo>
                    <a:pt x="2539863" y="1704564"/>
                  </a:lnTo>
                  <a:lnTo>
                    <a:pt x="2479093" y="1731313"/>
                  </a:lnTo>
                  <a:lnTo>
                    <a:pt x="2413753" y="1755567"/>
                  </a:lnTo>
                  <a:lnTo>
                    <a:pt x="2343096" y="1777583"/>
                  </a:lnTo>
                  <a:lnTo>
                    <a:pt x="2266439" y="1797604"/>
                  </a:lnTo>
                  <a:lnTo>
                    <a:pt x="2183225" y="1815842"/>
                  </a:lnTo>
                  <a:lnTo>
                    <a:pt x="2093116" y="1832476"/>
                  </a:lnTo>
                  <a:lnTo>
                    <a:pt x="1996098" y="1847644"/>
                  </a:lnTo>
                  <a:lnTo>
                    <a:pt x="1892620" y="1861441"/>
                  </a:lnTo>
                  <a:lnTo>
                    <a:pt x="1783732" y="1873921"/>
                  </a:lnTo>
                  <a:lnTo>
                    <a:pt x="1671210" y="1885102"/>
                  </a:lnTo>
                  <a:lnTo>
                    <a:pt x="1557617" y="1894971"/>
                  </a:lnTo>
                  <a:lnTo>
                    <a:pt x="1446253" y="1903502"/>
                  </a:lnTo>
                  <a:lnTo>
                    <a:pt x="1340943" y="1910671"/>
                  </a:lnTo>
                  <a:lnTo>
                    <a:pt x="1245648" y="1916476"/>
                  </a:lnTo>
                  <a:lnTo>
                    <a:pt x="1163934" y="1920958"/>
                  </a:lnTo>
                  <a:lnTo>
                    <a:pt x="1098403" y="1924211"/>
                  </a:lnTo>
                  <a:lnTo>
                    <a:pt x="1050211" y="1926385"/>
                  </a:lnTo>
                  <a:lnTo>
                    <a:pt x="1018807" y="1927677"/>
                  </a:lnTo>
                  <a:lnTo>
                    <a:pt x="1001910" y="1928314"/>
                  </a:lnTo>
                  <a:lnTo>
                    <a:pt x="995684" y="1928529"/>
                  </a:lnTo>
                  <a:lnTo>
                    <a:pt x="994940" y="1928553"/>
                  </a:lnTo>
                  <a:lnTo>
                    <a:pt x="0" y="1928553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699" name="pl1698"/>
            <p:cNvSpPr/>
            <p:nvPr/>
          </p:nvSpPr>
          <p:spPr>
            <a:xfrm>
              <a:off x="1199187" y="3752129"/>
              <a:ext cx="12049831" cy="1928553"/>
            </a:xfrm>
            <a:custGeom>
              <a:avLst/>
              <a:pathLst>
                <a:path w="12049831" h="1928553">
                  <a:moveTo>
                    <a:pt x="0" y="1928553"/>
                  </a:moveTo>
                  <a:lnTo>
                    <a:pt x="994940" y="1928553"/>
                  </a:lnTo>
                  <a:lnTo>
                    <a:pt x="996047" y="1928517"/>
                  </a:lnTo>
                  <a:lnTo>
                    <a:pt x="1003361" y="1928261"/>
                  </a:lnTo>
                  <a:lnTo>
                    <a:pt x="1021906" y="1927555"/>
                  </a:lnTo>
                  <a:lnTo>
                    <a:pt x="1055337" y="1926164"/>
                  </a:lnTo>
                  <a:lnTo>
                    <a:pt x="1105723" y="1923864"/>
                  </a:lnTo>
                  <a:lnTo>
                    <a:pt x="1173393" y="1920463"/>
                  </a:lnTo>
                  <a:lnTo>
                    <a:pt x="1256989" y="1915818"/>
                  </a:lnTo>
                  <a:lnTo>
                    <a:pt x="1353758" y="1909842"/>
                  </a:lnTo>
                  <a:lnTo>
                    <a:pt x="1460052" y="1902501"/>
                  </a:lnTo>
                  <a:lnTo>
                    <a:pt x="1571901" y="1893799"/>
                  </a:lnTo>
                  <a:lnTo>
                    <a:pt x="1685526" y="1883763"/>
                  </a:lnTo>
                  <a:lnTo>
                    <a:pt x="1797715" y="1872418"/>
                  </a:lnTo>
                  <a:lnTo>
                    <a:pt x="1906002" y="1859773"/>
                  </a:lnTo>
                  <a:lnTo>
                    <a:pt x="2008709" y="1845808"/>
                  </a:lnTo>
                  <a:lnTo>
                    <a:pt x="2104869" y="1830461"/>
                  </a:lnTo>
                  <a:lnTo>
                    <a:pt x="2194100" y="1813633"/>
                  </a:lnTo>
                  <a:lnTo>
                    <a:pt x="2276462" y="1795180"/>
                  </a:lnTo>
                  <a:lnTo>
                    <a:pt x="2352328" y="1774920"/>
                  </a:lnTo>
                  <a:lnTo>
                    <a:pt x="2422274" y="1752636"/>
                  </a:lnTo>
                  <a:lnTo>
                    <a:pt x="2486996" y="1728081"/>
                  </a:lnTo>
                  <a:lnTo>
                    <a:pt x="2547244" y="1700999"/>
                  </a:lnTo>
                  <a:lnTo>
                    <a:pt x="2603777" y="1671143"/>
                  </a:lnTo>
                  <a:lnTo>
                    <a:pt x="2657322" y="1638318"/>
                  </a:lnTo>
                  <a:lnTo>
                    <a:pt x="2702183" y="1607127"/>
                  </a:lnTo>
                  <a:lnTo>
                    <a:pt x="2752300" y="1568186"/>
                  </a:lnTo>
                  <a:lnTo>
                    <a:pt x="2801053" y="1526062"/>
                  </a:lnTo>
                  <a:lnTo>
                    <a:pt x="2848857" y="1480694"/>
                  </a:lnTo>
                  <a:lnTo>
                    <a:pt x="2896034" y="1432085"/>
                  </a:lnTo>
                  <a:lnTo>
                    <a:pt x="2942835" y="1380314"/>
                  </a:lnTo>
                  <a:lnTo>
                    <a:pt x="2989446" y="1325536"/>
                  </a:lnTo>
                  <a:lnTo>
                    <a:pt x="3035999" y="1267994"/>
                  </a:lnTo>
                  <a:lnTo>
                    <a:pt x="3082576" y="1208010"/>
                  </a:lnTo>
                  <a:lnTo>
                    <a:pt x="3129221" y="1145986"/>
                  </a:lnTo>
                  <a:lnTo>
                    <a:pt x="3175944" y="1082394"/>
                  </a:lnTo>
                  <a:lnTo>
                    <a:pt x="3222730" y="1017759"/>
                  </a:lnTo>
                  <a:lnTo>
                    <a:pt x="3269548" y="952647"/>
                  </a:lnTo>
                  <a:lnTo>
                    <a:pt x="3316359" y="887639"/>
                  </a:lnTo>
                  <a:lnTo>
                    <a:pt x="3363126" y="823313"/>
                  </a:lnTo>
                  <a:lnTo>
                    <a:pt x="3409822" y="760223"/>
                  </a:lnTo>
                  <a:lnTo>
                    <a:pt x="3456440" y="698877"/>
                  </a:lnTo>
                  <a:lnTo>
                    <a:pt x="3503001" y="639722"/>
                  </a:lnTo>
                  <a:lnTo>
                    <a:pt x="3549562" y="583133"/>
                  </a:lnTo>
                  <a:lnTo>
                    <a:pt x="3596224" y="529405"/>
                  </a:lnTo>
                  <a:lnTo>
                    <a:pt x="3643135" y="478749"/>
                  </a:lnTo>
                  <a:lnTo>
                    <a:pt x="3690503" y="431292"/>
                  </a:lnTo>
                  <a:lnTo>
                    <a:pt x="3738604" y="387085"/>
                  </a:lnTo>
                  <a:lnTo>
                    <a:pt x="3787792" y="346108"/>
                  </a:lnTo>
                  <a:lnTo>
                    <a:pt x="3820202" y="321425"/>
                  </a:lnTo>
                  <a:lnTo>
                    <a:pt x="3871677" y="285925"/>
                  </a:lnTo>
                  <a:lnTo>
                    <a:pt x="3925562" y="253482"/>
                  </a:lnTo>
                  <a:lnTo>
                    <a:pt x="3982522" y="223989"/>
                  </a:lnTo>
                  <a:lnTo>
                    <a:pt x="4043292" y="197240"/>
                  </a:lnTo>
                  <a:lnTo>
                    <a:pt x="4108632" y="172985"/>
                  </a:lnTo>
                  <a:lnTo>
                    <a:pt x="4179289" y="150969"/>
                  </a:lnTo>
                  <a:lnTo>
                    <a:pt x="4255946" y="130949"/>
                  </a:lnTo>
                  <a:lnTo>
                    <a:pt x="4339160" y="112710"/>
                  </a:lnTo>
                  <a:lnTo>
                    <a:pt x="4429269" y="96076"/>
                  </a:lnTo>
                  <a:lnTo>
                    <a:pt x="4526287" y="80908"/>
                  </a:lnTo>
                  <a:lnTo>
                    <a:pt x="4629765" y="67112"/>
                  </a:lnTo>
                  <a:lnTo>
                    <a:pt x="4738653" y="54631"/>
                  </a:lnTo>
                  <a:lnTo>
                    <a:pt x="4851175" y="43451"/>
                  </a:lnTo>
                  <a:lnTo>
                    <a:pt x="4964768" y="33581"/>
                  </a:lnTo>
                  <a:lnTo>
                    <a:pt x="5076132" y="25050"/>
                  </a:lnTo>
                  <a:lnTo>
                    <a:pt x="5181442" y="17881"/>
                  </a:lnTo>
                  <a:lnTo>
                    <a:pt x="5276737" y="12076"/>
                  </a:lnTo>
                  <a:lnTo>
                    <a:pt x="5358451" y="7594"/>
                  </a:lnTo>
                  <a:lnTo>
                    <a:pt x="5423982" y="4341"/>
                  </a:lnTo>
                  <a:lnTo>
                    <a:pt x="5472174" y="2167"/>
                  </a:lnTo>
                  <a:lnTo>
                    <a:pt x="5503578" y="875"/>
                  </a:lnTo>
                  <a:lnTo>
                    <a:pt x="5520475" y="239"/>
                  </a:lnTo>
                  <a:lnTo>
                    <a:pt x="5526701" y="2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7" y="14"/>
                  </a:lnTo>
                  <a:lnTo>
                    <a:pt x="6530988" y="116"/>
                  </a:lnTo>
                  <a:lnTo>
                    <a:pt x="6549920" y="399"/>
                  </a:lnTo>
                  <a:lnTo>
                    <a:pt x="6584022" y="955"/>
                  </a:lnTo>
                  <a:lnTo>
                    <a:pt x="6635363" y="1875"/>
                  </a:lnTo>
                  <a:lnTo>
                    <a:pt x="6704221" y="3235"/>
                  </a:lnTo>
                  <a:lnTo>
                    <a:pt x="6789141" y="5091"/>
                  </a:lnTo>
                  <a:lnTo>
                    <a:pt x="6887255" y="7476"/>
                  </a:lnTo>
                  <a:lnTo>
                    <a:pt x="6994800" y="10404"/>
                  </a:lnTo>
                  <a:lnTo>
                    <a:pt x="7107717" y="13871"/>
                  </a:lnTo>
                  <a:lnTo>
                    <a:pt x="7222174" y="17868"/>
                  </a:lnTo>
                  <a:lnTo>
                    <a:pt x="7334941" y="22383"/>
                  </a:lnTo>
                  <a:lnTo>
                    <a:pt x="7443567" y="27415"/>
                  </a:lnTo>
                  <a:lnTo>
                    <a:pt x="7546407" y="32973"/>
                  </a:lnTo>
                  <a:lnTo>
                    <a:pt x="7642539" y="39083"/>
                  </a:lnTo>
                  <a:lnTo>
                    <a:pt x="7731626" y="45787"/>
                  </a:lnTo>
                  <a:lnTo>
                    <a:pt x="7813774" y="53143"/>
                  </a:lnTo>
                  <a:lnTo>
                    <a:pt x="7889395" y="61228"/>
                  </a:lnTo>
                  <a:lnTo>
                    <a:pt x="7959096" y="70129"/>
                  </a:lnTo>
                  <a:lnTo>
                    <a:pt x="8023600" y="79945"/>
                  </a:lnTo>
                  <a:lnTo>
                    <a:pt x="8083678" y="90780"/>
                  </a:lnTo>
                  <a:lnTo>
                    <a:pt x="8140103" y="102730"/>
                  </a:lnTo>
                  <a:lnTo>
                    <a:pt x="8193611" y="115869"/>
                  </a:lnTo>
                  <a:lnTo>
                    <a:pt x="8229629" y="125775"/>
                  </a:lnTo>
                  <a:lnTo>
                    <a:pt x="8288553" y="143869"/>
                  </a:lnTo>
                  <a:lnTo>
                    <a:pt x="8345691" y="163700"/>
                  </a:lnTo>
                  <a:lnTo>
                    <a:pt x="8401679" y="185299"/>
                  </a:lnTo>
                  <a:lnTo>
                    <a:pt x="8456992" y="208641"/>
                  </a:lnTo>
                  <a:lnTo>
                    <a:pt x="8511973" y="233645"/>
                  </a:lnTo>
                  <a:lnTo>
                    <a:pt x="8566854" y="260167"/>
                  </a:lnTo>
                  <a:lnTo>
                    <a:pt x="8621773" y="288001"/>
                  </a:lnTo>
                  <a:lnTo>
                    <a:pt x="8676794" y="316882"/>
                  </a:lnTo>
                  <a:lnTo>
                    <a:pt x="8731916" y="346495"/>
                  </a:lnTo>
                  <a:lnTo>
                    <a:pt x="8787101" y="376488"/>
                  </a:lnTo>
                  <a:lnTo>
                    <a:pt x="8842288" y="406492"/>
                  </a:lnTo>
                  <a:lnTo>
                    <a:pt x="8897416" y="436135"/>
                  </a:lnTo>
                  <a:lnTo>
                    <a:pt x="8952442" y="465065"/>
                  </a:lnTo>
                  <a:lnTo>
                    <a:pt x="9007366" y="492965"/>
                  </a:lnTo>
                  <a:lnTo>
                    <a:pt x="9062246" y="519566"/>
                  </a:lnTo>
                  <a:lnTo>
                    <a:pt x="9117217" y="544659"/>
                  </a:lnTo>
                  <a:lnTo>
                    <a:pt x="9172503" y="568097"/>
                  </a:lnTo>
                  <a:lnTo>
                    <a:pt x="9228442" y="589793"/>
                  </a:lnTo>
                  <a:lnTo>
                    <a:pt x="9285501" y="609723"/>
                  </a:lnTo>
                  <a:lnTo>
                    <a:pt x="9344305" y="627913"/>
                  </a:lnTo>
                  <a:lnTo>
                    <a:pt x="9347647" y="628876"/>
                  </a:lnTo>
                  <a:lnTo>
                    <a:pt x="9399511" y="642865"/>
                  </a:lnTo>
                  <a:lnTo>
                    <a:pt x="9453824" y="655641"/>
                  </a:lnTo>
                  <a:lnTo>
                    <a:pt x="9511270" y="667246"/>
                  </a:lnTo>
                  <a:lnTo>
                    <a:pt x="9572598" y="677764"/>
                  </a:lnTo>
                  <a:lnTo>
                    <a:pt x="9638587" y="687294"/>
                  </a:lnTo>
                  <a:lnTo>
                    <a:pt x="9709998" y="695939"/>
                  </a:lnTo>
                  <a:lnTo>
                    <a:pt x="9787527" y="703795"/>
                  </a:lnTo>
                  <a:lnTo>
                    <a:pt x="9871733" y="710948"/>
                  </a:lnTo>
                  <a:lnTo>
                    <a:pt x="9962948" y="717467"/>
                  </a:lnTo>
                  <a:lnTo>
                    <a:pt x="10061159" y="723407"/>
                  </a:lnTo>
                  <a:lnTo>
                    <a:pt x="10165869" y="728805"/>
                  </a:lnTo>
                  <a:lnTo>
                    <a:pt x="10275951" y="733681"/>
                  </a:lnTo>
                  <a:lnTo>
                    <a:pt x="10389522" y="738041"/>
                  </a:lnTo>
                  <a:lnTo>
                    <a:pt x="10503888" y="741880"/>
                  </a:lnTo>
                  <a:lnTo>
                    <a:pt x="10615609" y="745185"/>
                  </a:lnTo>
                  <a:lnTo>
                    <a:pt x="10720740" y="747950"/>
                  </a:lnTo>
                  <a:lnTo>
                    <a:pt x="10815248" y="750173"/>
                  </a:lnTo>
                  <a:lnTo>
                    <a:pt x="10895578" y="751875"/>
                  </a:lnTo>
                  <a:lnTo>
                    <a:pt x="10959239" y="753095"/>
                  </a:lnTo>
                  <a:lnTo>
                    <a:pt x="11005276" y="753897"/>
                  </a:lnTo>
                  <a:lnTo>
                    <a:pt x="11034514" y="754361"/>
                  </a:lnTo>
                  <a:lnTo>
                    <a:pt x="11049536" y="754580"/>
                  </a:lnTo>
                  <a:lnTo>
                    <a:pt x="11054499" y="754646"/>
                  </a:lnTo>
                  <a:lnTo>
                    <a:pt x="11054891" y="754651"/>
                  </a:lnTo>
                  <a:lnTo>
                    <a:pt x="12049831" y="754651"/>
                  </a:lnTo>
                  <a:lnTo>
                    <a:pt x="12049831" y="7546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0" name="pl1699"/>
            <p:cNvSpPr/>
            <p:nvPr/>
          </p:nvSpPr>
          <p:spPr>
            <a:xfrm>
              <a:off x="1199187" y="3746888"/>
              <a:ext cx="12049831" cy="1928553"/>
            </a:xfrm>
            <a:custGeom>
              <a:avLst/>
              <a:pathLst>
                <a:path w="12049831" h="1928553">
                  <a:moveTo>
                    <a:pt x="12049831" y="754651"/>
                  </a:moveTo>
                  <a:lnTo>
                    <a:pt x="11054891" y="754651"/>
                  </a:lnTo>
                  <a:lnTo>
                    <a:pt x="11053759" y="754636"/>
                  </a:lnTo>
                  <a:lnTo>
                    <a:pt x="11046289" y="754534"/>
                  </a:lnTo>
                  <a:lnTo>
                    <a:pt x="11027356" y="754252"/>
                  </a:lnTo>
                  <a:lnTo>
                    <a:pt x="10993254" y="753695"/>
                  </a:lnTo>
                  <a:lnTo>
                    <a:pt x="10941914" y="752775"/>
                  </a:lnTo>
                  <a:lnTo>
                    <a:pt x="10873056" y="751415"/>
                  </a:lnTo>
                  <a:lnTo>
                    <a:pt x="10788135" y="749560"/>
                  </a:lnTo>
                  <a:lnTo>
                    <a:pt x="10690021" y="747175"/>
                  </a:lnTo>
                  <a:lnTo>
                    <a:pt x="10582476" y="744247"/>
                  </a:lnTo>
                  <a:lnTo>
                    <a:pt x="10469560" y="740779"/>
                  </a:lnTo>
                  <a:lnTo>
                    <a:pt x="10355102" y="736783"/>
                  </a:lnTo>
                  <a:lnTo>
                    <a:pt x="10242336" y="732267"/>
                  </a:lnTo>
                  <a:lnTo>
                    <a:pt x="10133710" y="727235"/>
                  </a:lnTo>
                  <a:lnTo>
                    <a:pt x="10030869" y="721677"/>
                  </a:lnTo>
                  <a:lnTo>
                    <a:pt x="9934738" y="715567"/>
                  </a:lnTo>
                  <a:lnTo>
                    <a:pt x="9845650" y="708864"/>
                  </a:lnTo>
                  <a:lnTo>
                    <a:pt x="9763502" y="701507"/>
                  </a:lnTo>
                  <a:lnTo>
                    <a:pt x="9687882" y="693423"/>
                  </a:lnTo>
                  <a:lnTo>
                    <a:pt x="9618181" y="684522"/>
                  </a:lnTo>
                  <a:lnTo>
                    <a:pt x="9553677" y="674705"/>
                  </a:lnTo>
                  <a:lnTo>
                    <a:pt x="9493599" y="663870"/>
                  </a:lnTo>
                  <a:lnTo>
                    <a:pt x="9437173" y="651920"/>
                  </a:lnTo>
                  <a:lnTo>
                    <a:pt x="9383665" y="638781"/>
                  </a:lnTo>
                  <a:lnTo>
                    <a:pt x="9347647" y="628876"/>
                  </a:lnTo>
                  <a:lnTo>
                    <a:pt x="9288723" y="610782"/>
                  </a:lnTo>
                  <a:lnTo>
                    <a:pt x="9231586" y="590950"/>
                  </a:lnTo>
                  <a:lnTo>
                    <a:pt x="9175598" y="569351"/>
                  </a:lnTo>
                  <a:lnTo>
                    <a:pt x="9120285" y="546009"/>
                  </a:lnTo>
                  <a:lnTo>
                    <a:pt x="9065304" y="521005"/>
                  </a:lnTo>
                  <a:lnTo>
                    <a:pt x="9010423" y="494483"/>
                  </a:lnTo>
                  <a:lnTo>
                    <a:pt x="8955503" y="466649"/>
                  </a:lnTo>
                  <a:lnTo>
                    <a:pt x="8900483" y="437768"/>
                  </a:lnTo>
                  <a:lnTo>
                    <a:pt x="8845361" y="408156"/>
                  </a:lnTo>
                  <a:lnTo>
                    <a:pt x="8790175" y="378162"/>
                  </a:lnTo>
                  <a:lnTo>
                    <a:pt x="8734988" y="348158"/>
                  </a:lnTo>
                  <a:lnTo>
                    <a:pt x="8679861" y="318515"/>
                  </a:lnTo>
                  <a:lnTo>
                    <a:pt x="8624835" y="289585"/>
                  </a:lnTo>
                  <a:lnTo>
                    <a:pt x="8569910" y="261685"/>
                  </a:lnTo>
                  <a:lnTo>
                    <a:pt x="8515030" y="235084"/>
                  </a:lnTo>
                  <a:lnTo>
                    <a:pt x="8460060" y="209991"/>
                  </a:lnTo>
                  <a:lnTo>
                    <a:pt x="8404773" y="186554"/>
                  </a:lnTo>
                  <a:lnTo>
                    <a:pt x="8348834" y="164857"/>
                  </a:lnTo>
                  <a:lnTo>
                    <a:pt x="8291776" y="144927"/>
                  </a:lnTo>
                  <a:lnTo>
                    <a:pt x="8232971" y="126738"/>
                  </a:lnTo>
                  <a:lnTo>
                    <a:pt x="8229629" y="125775"/>
                  </a:lnTo>
                  <a:lnTo>
                    <a:pt x="8177765" y="111785"/>
                  </a:lnTo>
                  <a:lnTo>
                    <a:pt x="8123452" y="99010"/>
                  </a:lnTo>
                  <a:lnTo>
                    <a:pt x="8066007" y="87404"/>
                  </a:lnTo>
                  <a:lnTo>
                    <a:pt x="8004678" y="76887"/>
                  </a:lnTo>
                  <a:lnTo>
                    <a:pt x="7938689" y="67357"/>
                  </a:lnTo>
                  <a:lnTo>
                    <a:pt x="7867278" y="58712"/>
                  </a:lnTo>
                  <a:lnTo>
                    <a:pt x="7789749" y="50855"/>
                  </a:lnTo>
                  <a:lnTo>
                    <a:pt x="7705543" y="43702"/>
                  </a:lnTo>
                  <a:lnTo>
                    <a:pt x="7614328" y="37183"/>
                  </a:lnTo>
                  <a:lnTo>
                    <a:pt x="7516117" y="31243"/>
                  </a:lnTo>
                  <a:lnTo>
                    <a:pt x="7411407" y="25845"/>
                  </a:lnTo>
                  <a:lnTo>
                    <a:pt x="7301325" y="20969"/>
                  </a:lnTo>
                  <a:lnTo>
                    <a:pt x="7187754" y="16609"/>
                  </a:lnTo>
                  <a:lnTo>
                    <a:pt x="7073388" y="12771"/>
                  </a:lnTo>
                  <a:lnTo>
                    <a:pt x="6961667" y="9465"/>
                  </a:lnTo>
                  <a:lnTo>
                    <a:pt x="6856537" y="6701"/>
                  </a:lnTo>
                  <a:lnTo>
                    <a:pt x="6762029" y="4477"/>
                  </a:lnTo>
                  <a:lnTo>
                    <a:pt x="6681699" y="2776"/>
                  </a:lnTo>
                  <a:lnTo>
                    <a:pt x="6618038" y="1555"/>
                  </a:lnTo>
                  <a:lnTo>
                    <a:pt x="6572000" y="753"/>
                  </a:lnTo>
                  <a:lnTo>
                    <a:pt x="6542763" y="289"/>
                  </a:lnTo>
                  <a:lnTo>
                    <a:pt x="6527740" y="71"/>
                  </a:lnTo>
                  <a:lnTo>
                    <a:pt x="6522778" y="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8" y="35"/>
                  </a:lnTo>
                  <a:lnTo>
                    <a:pt x="5519024" y="291"/>
                  </a:lnTo>
                  <a:lnTo>
                    <a:pt x="5500479" y="997"/>
                  </a:lnTo>
                  <a:lnTo>
                    <a:pt x="5467048" y="2388"/>
                  </a:lnTo>
                  <a:lnTo>
                    <a:pt x="5416662" y="4689"/>
                  </a:lnTo>
                  <a:lnTo>
                    <a:pt x="5348992" y="8089"/>
                  </a:lnTo>
                  <a:lnTo>
                    <a:pt x="5265396" y="12734"/>
                  </a:lnTo>
                  <a:lnTo>
                    <a:pt x="5168627" y="18710"/>
                  </a:lnTo>
                  <a:lnTo>
                    <a:pt x="5062333" y="26052"/>
                  </a:lnTo>
                  <a:lnTo>
                    <a:pt x="4950484" y="34753"/>
                  </a:lnTo>
                  <a:lnTo>
                    <a:pt x="4836859" y="44790"/>
                  </a:lnTo>
                  <a:lnTo>
                    <a:pt x="4724670" y="56134"/>
                  </a:lnTo>
                  <a:lnTo>
                    <a:pt x="4616383" y="68779"/>
                  </a:lnTo>
                  <a:lnTo>
                    <a:pt x="4513676" y="82745"/>
                  </a:lnTo>
                  <a:lnTo>
                    <a:pt x="4417516" y="98091"/>
                  </a:lnTo>
                  <a:lnTo>
                    <a:pt x="4328285" y="114920"/>
                  </a:lnTo>
                  <a:lnTo>
                    <a:pt x="4245923" y="133372"/>
                  </a:lnTo>
                  <a:lnTo>
                    <a:pt x="4170057" y="153632"/>
                  </a:lnTo>
                  <a:lnTo>
                    <a:pt x="4100111" y="175917"/>
                  </a:lnTo>
                  <a:lnTo>
                    <a:pt x="4035389" y="200472"/>
                  </a:lnTo>
                  <a:lnTo>
                    <a:pt x="3975141" y="227554"/>
                  </a:lnTo>
                  <a:lnTo>
                    <a:pt x="3918608" y="257409"/>
                  </a:lnTo>
                  <a:lnTo>
                    <a:pt x="3865063" y="290234"/>
                  </a:lnTo>
                  <a:lnTo>
                    <a:pt x="3820202" y="321425"/>
                  </a:lnTo>
                  <a:lnTo>
                    <a:pt x="3770085" y="360367"/>
                  </a:lnTo>
                  <a:lnTo>
                    <a:pt x="3721332" y="402490"/>
                  </a:lnTo>
                  <a:lnTo>
                    <a:pt x="3673528" y="447858"/>
                  </a:lnTo>
                  <a:lnTo>
                    <a:pt x="3626351" y="496467"/>
                  </a:lnTo>
                  <a:lnTo>
                    <a:pt x="3579550" y="548239"/>
                  </a:lnTo>
                  <a:lnTo>
                    <a:pt x="3532939" y="603016"/>
                  </a:lnTo>
                  <a:lnTo>
                    <a:pt x="3486386" y="660559"/>
                  </a:lnTo>
                  <a:lnTo>
                    <a:pt x="3439809" y="720543"/>
                  </a:lnTo>
                  <a:lnTo>
                    <a:pt x="3393164" y="782566"/>
                  </a:lnTo>
                  <a:lnTo>
                    <a:pt x="3346441" y="846159"/>
                  </a:lnTo>
                  <a:lnTo>
                    <a:pt x="3299655" y="910793"/>
                  </a:lnTo>
                  <a:lnTo>
                    <a:pt x="3252837" y="975905"/>
                  </a:lnTo>
                  <a:lnTo>
                    <a:pt x="3206026" y="1040913"/>
                  </a:lnTo>
                  <a:lnTo>
                    <a:pt x="3159259" y="1105239"/>
                  </a:lnTo>
                  <a:lnTo>
                    <a:pt x="3112563" y="1168329"/>
                  </a:lnTo>
                  <a:lnTo>
                    <a:pt x="3065945" y="1229676"/>
                  </a:lnTo>
                  <a:lnTo>
                    <a:pt x="3019384" y="1288831"/>
                  </a:lnTo>
                  <a:lnTo>
                    <a:pt x="2972823" y="1345419"/>
                  </a:lnTo>
                  <a:lnTo>
                    <a:pt x="2926161" y="1399147"/>
                  </a:lnTo>
                  <a:lnTo>
                    <a:pt x="2879250" y="1449803"/>
                  </a:lnTo>
                  <a:lnTo>
                    <a:pt x="2831882" y="1497260"/>
                  </a:lnTo>
                  <a:lnTo>
                    <a:pt x="2783781" y="1541467"/>
                  </a:lnTo>
                  <a:lnTo>
                    <a:pt x="2734593" y="1582445"/>
                  </a:lnTo>
                  <a:lnTo>
                    <a:pt x="2702183" y="1607127"/>
                  </a:lnTo>
                  <a:lnTo>
                    <a:pt x="2650708" y="1642628"/>
                  </a:lnTo>
                  <a:lnTo>
                    <a:pt x="2596823" y="1675071"/>
                  </a:lnTo>
                  <a:lnTo>
                    <a:pt x="2539863" y="1704564"/>
                  </a:lnTo>
                  <a:lnTo>
                    <a:pt x="2479093" y="1731313"/>
                  </a:lnTo>
                  <a:lnTo>
                    <a:pt x="2413753" y="1755567"/>
                  </a:lnTo>
                  <a:lnTo>
                    <a:pt x="2343096" y="1777583"/>
                  </a:lnTo>
                  <a:lnTo>
                    <a:pt x="2266439" y="1797604"/>
                  </a:lnTo>
                  <a:lnTo>
                    <a:pt x="2183225" y="1815842"/>
                  </a:lnTo>
                  <a:lnTo>
                    <a:pt x="2093116" y="1832476"/>
                  </a:lnTo>
                  <a:lnTo>
                    <a:pt x="1996098" y="1847644"/>
                  </a:lnTo>
                  <a:lnTo>
                    <a:pt x="1892620" y="1861441"/>
                  </a:lnTo>
                  <a:lnTo>
                    <a:pt x="1783732" y="1873921"/>
                  </a:lnTo>
                  <a:lnTo>
                    <a:pt x="1671210" y="1885102"/>
                  </a:lnTo>
                  <a:lnTo>
                    <a:pt x="1557617" y="1894971"/>
                  </a:lnTo>
                  <a:lnTo>
                    <a:pt x="1446253" y="1903502"/>
                  </a:lnTo>
                  <a:lnTo>
                    <a:pt x="1340943" y="1910671"/>
                  </a:lnTo>
                  <a:lnTo>
                    <a:pt x="1245648" y="1916476"/>
                  </a:lnTo>
                  <a:lnTo>
                    <a:pt x="1163934" y="1920958"/>
                  </a:lnTo>
                  <a:lnTo>
                    <a:pt x="1098403" y="1924211"/>
                  </a:lnTo>
                  <a:lnTo>
                    <a:pt x="1050211" y="1926385"/>
                  </a:lnTo>
                  <a:lnTo>
                    <a:pt x="1018807" y="1927677"/>
                  </a:lnTo>
                  <a:lnTo>
                    <a:pt x="1001910" y="1928314"/>
                  </a:lnTo>
                  <a:lnTo>
                    <a:pt x="995684" y="1928529"/>
                  </a:lnTo>
                  <a:lnTo>
                    <a:pt x="994940" y="1928553"/>
                  </a:lnTo>
                  <a:lnTo>
                    <a:pt x="0" y="1928553"/>
                  </a:lnTo>
                  <a:lnTo>
                    <a:pt x="0" y="19285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1" name="pg1700"/>
            <p:cNvSpPr/>
            <p:nvPr/>
          </p:nvSpPr>
          <p:spPr>
            <a:xfrm>
              <a:off x="1199187" y="3830738"/>
              <a:ext cx="12049831" cy="2405451"/>
            </a:xfrm>
            <a:custGeom>
              <a:avLst/>
              <a:pathLst>
                <a:path w="12049831" h="2405451">
                  <a:moveTo>
                    <a:pt x="0" y="1855184"/>
                  </a:moveTo>
                  <a:lnTo>
                    <a:pt x="994940" y="1855184"/>
                  </a:lnTo>
                  <a:lnTo>
                    <a:pt x="996050" y="1855149"/>
                  </a:lnTo>
                  <a:lnTo>
                    <a:pt x="1003377" y="1854904"/>
                  </a:lnTo>
                  <a:lnTo>
                    <a:pt x="1021958" y="1854225"/>
                  </a:lnTo>
                  <a:lnTo>
                    <a:pt x="1055452" y="1852888"/>
                  </a:lnTo>
                  <a:lnTo>
                    <a:pt x="1105925" y="1850677"/>
                  </a:lnTo>
                  <a:lnTo>
                    <a:pt x="1173706" y="1847408"/>
                  </a:lnTo>
                  <a:lnTo>
                    <a:pt x="1257424" y="1842944"/>
                  </a:lnTo>
                  <a:lnTo>
                    <a:pt x="1354318" y="1837201"/>
                  </a:lnTo>
                  <a:lnTo>
                    <a:pt x="1460728" y="1830146"/>
                  </a:lnTo>
                  <a:lnTo>
                    <a:pt x="1572676" y="1821785"/>
                  </a:lnTo>
                  <a:lnTo>
                    <a:pt x="1686380" y="1812142"/>
                  </a:lnTo>
                  <a:lnTo>
                    <a:pt x="1798623" y="1801243"/>
                  </a:lnTo>
                  <a:lnTo>
                    <a:pt x="1906943" y="1789094"/>
                  </a:lnTo>
                  <a:lnTo>
                    <a:pt x="2009663" y="1775677"/>
                  </a:lnTo>
                  <a:lnTo>
                    <a:pt x="2105821" y="1760932"/>
                  </a:lnTo>
                  <a:lnTo>
                    <a:pt x="2195039" y="1744763"/>
                  </a:lnTo>
                  <a:lnTo>
                    <a:pt x="2277381" y="1727032"/>
                  </a:lnTo>
                  <a:lnTo>
                    <a:pt x="2353225" y="1707563"/>
                  </a:lnTo>
                  <a:lnTo>
                    <a:pt x="2423148" y="1686145"/>
                  </a:lnTo>
                  <a:lnTo>
                    <a:pt x="2487849" y="1662544"/>
                  </a:lnTo>
                  <a:lnTo>
                    <a:pt x="2548081" y="1636513"/>
                  </a:lnTo>
                  <a:lnTo>
                    <a:pt x="2604604" y="1607814"/>
                  </a:lnTo>
                  <a:lnTo>
                    <a:pt x="2658145" y="1576260"/>
                  </a:lnTo>
                  <a:lnTo>
                    <a:pt x="2702183" y="1546860"/>
                  </a:lnTo>
                  <a:lnTo>
                    <a:pt x="2752877" y="1509051"/>
                  </a:lnTo>
                  <a:lnTo>
                    <a:pt x="2802182" y="1468116"/>
                  </a:lnTo>
                  <a:lnTo>
                    <a:pt x="2850522" y="1423996"/>
                  </a:lnTo>
                  <a:lnTo>
                    <a:pt x="2898232" y="1376695"/>
                  </a:lnTo>
                  <a:lnTo>
                    <a:pt x="2945566" y="1326294"/>
                  </a:lnTo>
                  <a:lnTo>
                    <a:pt x="2992716" y="1272954"/>
                  </a:lnTo>
                  <a:lnTo>
                    <a:pt x="3039813" y="1216919"/>
                  </a:lnTo>
                  <a:lnTo>
                    <a:pt x="3086940" y="1158517"/>
                  </a:lnTo>
                  <a:lnTo>
                    <a:pt x="3134138" y="1098153"/>
                  </a:lnTo>
                  <a:lnTo>
                    <a:pt x="3181416" y="1036301"/>
                  </a:lnTo>
                  <a:lnTo>
                    <a:pt x="3228756" y="973489"/>
                  </a:lnTo>
                  <a:lnTo>
                    <a:pt x="3276124" y="910281"/>
                  </a:lnTo>
                  <a:lnTo>
                    <a:pt x="3323478" y="847255"/>
                  </a:lnTo>
                  <a:lnTo>
                    <a:pt x="3370782" y="784985"/>
                  </a:lnTo>
                  <a:lnTo>
                    <a:pt x="3418011" y="724012"/>
                  </a:lnTo>
                  <a:lnTo>
                    <a:pt x="3465161" y="664833"/>
                  </a:lnTo>
                  <a:lnTo>
                    <a:pt x="3512262" y="607881"/>
                  </a:lnTo>
                  <a:lnTo>
                    <a:pt x="3559379" y="553512"/>
                  </a:lnTo>
                  <a:lnTo>
                    <a:pt x="3606627" y="502002"/>
                  </a:lnTo>
                  <a:lnTo>
                    <a:pt x="3654172" y="453542"/>
                  </a:lnTo>
                  <a:lnTo>
                    <a:pt x="3702245" y="408242"/>
                  </a:lnTo>
                  <a:lnTo>
                    <a:pt x="3751148" y="366134"/>
                  </a:lnTo>
                  <a:lnTo>
                    <a:pt x="3801272" y="327180"/>
                  </a:lnTo>
                  <a:lnTo>
                    <a:pt x="3820202" y="313564"/>
                  </a:lnTo>
                  <a:lnTo>
                    <a:pt x="3871713" y="279488"/>
                  </a:lnTo>
                  <a:lnTo>
                    <a:pt x="3925637" y="248350"/>
                  </a:lnTo>
                  <a:lnTo>
                    <a:pt x="3982643" y="220044"/>
                  </a:lnTo>
                  <a:lnTo>
                    <a:pt x="4043465" y="194374"/>
                  </a:lnTo>
                  <a:lnTo>
                    <a:pt x="4108865" y="171099"/>
                  </a:lnTo>
                  <a:lnTo>
                    <a:pt x="4179591" y="149973"/>
                  </a:lnTo>
                  <a:lnTo>
                    <a:pt x="4256329" y="130764"/>
                  </a:lnTo>
                  <a:lnTo>
                    <a:pt x="4339634" y="113265"/>
                  </a:lnTo>
                  <a:lnTo>
                    <a:pt x="4429846" y="97307"/>
                  </a:lnTo>
                  <a:lnTo>
                    <a:pt x="4526974" y="82756"/>
                  </a:lnTo>
                  <a:lnTo>
                    <a:pt x="4630566" y="69522"/>
                  </a:lnTo>
                  <a:lnTo>
                    <a:pt x="4739565" y="57552"/>
                  </a:lnTo>
                  <a:lnTo>
                    <a:pt x="4852185" y="46830"/>
                  </a:lnTo>
                  <a:lnTo>
                    <a:pt x="4965852" y="37369"/>
                  </a:lnTo>
                  <a:lnTo>
                    <a:pt x="5077251" y="29192"/>
                  </a:lnTo>
                  <a:lnTo>
                    <a:pt x="5182547" y="22325"/>
                  </a:lnTo>
                  <a:lnTo>
                    <a:pt x="5277772" y="16767"/>
                  </a:lnTo>
                  <a:lnTo>
                    <a:pt x="5359361" y="12480"/>
                  </a:lnTo>
                  <a:lnTo>
                    <a:pt x="5424721" y="9372"/>
                  </a:lnTo>
                  <a:lnTo>
                    <a:pt x="5472714" y="7297"/>
                  </a:lnTo>
                  <a:lnTo>
                    <a:pt x="5503916" y="6067"/>
                  </a:lnTo>
                  <a:lnTo>
                    <a:pt x="5520636" y="5464"/>
                  </a:lnTo>
                  <a:lnTo>
                    <a:pt x="5526740" y="5262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78" y="5284"/>
                  </a:lnTo>
                  <a:lnTo>
                    <a:pt x="6530694" y="5598"/>
                  </a:lnTo>
                  <a:lnTo>
                    <a:pt x="6548998" y="6464"/>
                  </a:lnTo>
                  <a:lnTo>
                    <a:pt x="6582011" y="8172"/>
                  </a:lnTo>
                  <a:lnTo>
                    <a:pt x="6631801" y="10995"/>
                  </a:lnTo>
                  <a:lnTo>
                    <a:pt x="6698728" y="15170"/>
                  </a:lnTo>
                  <a:lnTo>
                    <a:pt x="6781493" y="20876"/>
                  </a:lnTo>
                  <a:lnTo>
                    <a:pt x="6877415" y="28220"/>
                  </a:lnTo>
                  <a:lnTo>
                    <a:pt x="6982917" y="37248"/>
                  </a:lnTo>
                  <a:lnTo>
                    <a:pt x="7094086" y="47954"/>
                  </a:lnTo>
                  <a:lnTo>
                    <a:pt x="7207179" y="60307"/>
                  </a:lnTo>
                  <a:lnTo>
                    <a:pt x="7318993" y="74274"/>
                  </a:lnTo>
                  <a:lnTo>
                    <a:pt x="7427056" y="89844"/>
                  </a:lnTo>
                  <a:lnTo>
                    <a:pt x="7529670" y="107041"/>
                  </a:lnTo>
                  <a:lnTo>
                    <a:pt x="7625840" y="125934"/>
                  </a:lnTo>
                  <a:lnTo>
                    <a:pt x="7715155" y="146643"/>
                  </a:lnTo>
                  <a:lnTo>
                    <a:pt x="7797648" y="169340"/>
                  </a:lnTo>
                  <a:lnTo>
                    <a:pt x="7873668" y="194246"/>
                  </a:lnTo>
                  <a:lnTo>
                    <a:pt x="7943770" y="221625"/>
                  </a:lnTo>
                  <a:lnTo>
                    <a:pt x="8008631" y="251775"/>
                  </a:lnTo>
                  <a:lnTo>
                    <a:pt x="8068990" y="285012"/>
                  </a:lnTo>
                  <a:lnTo>
                    <a:pt x="8125596" y="321641"/>
                  </a:lnTo>
                  <a:lnTo>
                    <a:pt x="8179171" y="361912"/>
                  </a:lnTo>
                  <a:lnTo>
                    <a:pt x="8229629" y="405275"/>
                  </a:lnTo>
                  <a:lnTo>
                    <a:pt x="8276498" y="450434"/>
                  </a:lnTo>
                  <a:lnTo>
                    <a:pt x="8322151" y="499044"/>
                  </a:lnTo>
                  <a:lnTo>
                    <a:pt x="8366934" y="551174"/>
                  </a:lnTo>
                  <a:lnTo>
                    <a:pt x="8411120" y="606831"/>
                  </a:lnTo>
                  <a:lnTo>
                    <a:pt x="8454927" y="665956"/>
                  </a:lnTo>
                  <a:lnTo>
                    <a:pt x="8498521" y="728414"/>
                  </a:lnTo>
                  <a:lnTo>
                    <a:pt x="8542024" y="793990"/>
                  </a:lnTo>
                  <a:lnTo>
                    <a:pt x="8585520" y="862392"/>
                  </a:lnTo>
                  <a:lnTo>
                    <a:pt x="8629060" y="933250"/>
                  </a:lnTo>
                  <a:lnTo>
                    <a:pt x="8672666" y="1006124"/>
                  </a:lnTo>
                  <a:lnTo>
                    <a:pt x="8716338" y="1080512"/>
                  </a:lnTo>
                  <a:lnTo>
                    <a:pt x="8760060" y="1155867"/>
                  </a:lnTo>
                  <a:lnTo>
                    <a:pt x="8803802" y="1231608"/>
                  </a:lnTo>
                  <a:lnTo>
                    <a:pt x="8847533" y="1307143"/>
                  </a:lnTo>
                  <a:lnTo>
                    <a:pt x="8891223" y="1381888"/>
                  </a:lnTo>
                  <a:lnTo>
                    <a:pt x="8934850" y="1455283"/>
                  </a:lnTo>
                  <a:lnTo>
                    <a:pt x="8978409" y="1526809"/>
                  </a:lnTo>
                  <a:lnTo>
                    <a:pt x="9021915" y="1596007"/>
                  </a:lnTo>
                  <a:lnTo>
                    <a:pt x="9065408" y="1662484"/>
                  </a:lnTo>
                  <a:lnTo>
                    <a:pt x="9108963" y="1725925"/>
                  </a:lnTo>
                  <a:lnTo>
                    <a:pt x="9152689" y="1786090"/>
                  </a:lnTo>
                  <a:lnTo>
                    <a:pt x="9196739" y="1842821"/>
                  </a:lnTo>
                  <a:lnTo>
                    <a:pt x="9241312" y="1896035"/>
                  </a:lnTo>
                  <a:lnTo>
                    <a:pt x="9286665" y="1945719"/>
                  </a:lnTo>
                  <a:lnTo>
                    <a:pt x="9333119" y="1991926"/>
                  </a:lnTo>
                  <a:lnTo>
                    <a:pt x="9347647" y="2005415"/>
                  </a:lnTo>
                  <a:lnTo>
                    <a:pt x="9398879" y="2049402"/>
                  </a:lnTo>
                  <a:lnTo>
                    <a:pt x="9452494" y="2089618"/>
                  </a:lnTo>
                  <a:lnTo>
                    <a:pt x="9509150" y="2126194"/>
                  </a:lnTo>
                  <a:lnTo>
                    <a:pt x="9569570" y="2159383"/>
                  </a:lnTo>
                  <a:lnTo>
                    <a:pt x="9634504" y="2189490"/>
                  </a:lnTo>
                  <a:lnTo>
                    <a:pt x="9704688" y="2216831"/>
                  </a:lnTo>
                  <a:lnTo>
                    <a:pt x="9780800" y="2241702"/>
                  </a:lnTo>
                  <a:lnTo>
                    <a:pt x="9863392" y="2264368"/>
                  </a:lnTo>
                  <a:lnTo>
                    <a:pt x="9952809" y="2285049"/>
                  </a:lnTo>
                  <a:lnTo>
                    <a:pt x="10049079" y="2303916"/>
                  </a:lnTo>
                  <a:lnTo>
                    <a:pt x="10151782" y="2321088"/>
                  </a:lnTo>
                  <a:lnTo>
                    <a:pt x="10259915" y="2336635"/>
                  </a:lnTo>
                  <a:lnTo>
                    <a:pt x="10371768" y="2350579"/>
                  </a:lnTo>
                  <a:lnTo>
                    <a:pt x="10484858" y="2362907"/>
                  </a:lnTo>
                  <a:lnTo>
                    <a:pt x="10595971" y="2373589"/>
                  </a:lnTo>
                  <a:lnTo>
                    <a:pt x="10701360" y="2382591"/>
                  </a:lnTo>
                  <a:lnTo>
                    <a:pt x="10797112" y="2389911"/>
                  </a:lnTo>
                  <a:lnTo>
                    <a:pt x="10879659" y="2395593"/>
                  </a:lnTo>
                  <a:lnTo>
                    <a:pt x="10946338" y="2399747"/>
                  </a:lnTo>
                  <a:lnTo>
                    <a:pt x="10995873" y="2402552"/>
                  </a:lnTo>
                  <a:lnTo>
                    <a:pt x="11028649" y="2404245"/>
                  </a:lnTo>
                  <a:lnTo>
                    <a:pt x="11046760" y="2405101"/>
                  </a:lnTo>
                  <a:lnTo>
                    <a:pt x="11053845" y="2405408"/>
                  </a:lnTo>
                  <a:lnTo>
                    <a:pt x="11054891" y="2405451"/>
                  </a:lnTo>
                  <a:lnTo>
                    <a:pt x="12049831" y="2405451"/>
                  </a:lnTo>
                  <a:lnTo>
                    <a:pt x="12049831" y="2400210"/>
                  </a:lnTo>
                  <a:lnTo>
                    <a:pt x="11054891" y="2400210"/>
                  </a:lnTo>
                  <a:lnTo>
                    <a:pt x="11053798" y="2400166"/>
                  </a:lnTo>
                  <a:lnTo>
                    <a:pt x="11046583" y="2399852"/>
                  </a:lnTo>
                  <a:lnTo>
                    <a:pt x="11028279" y="2398986"/>
                  </a:lnTo>
                  <a:lnTo>
                    <a:pt x="10995265" y="2397278"/>
                  </a:lnTo>
                  <a:lnTo>
                    <a:pt x="10945476" y="2394455"/>
                  </a:lnTo>
                  <a:lnTo>
                    <a:pt x="10878548" y="2390280"/>
                  </a:lnTo>
                  <a:lnTo>
                    <a:pt x="10795784" y="2384574"/>
                  </a:lnTo>
                  <a:lnTo>
                    <a:pt x="10699862" y="2377230"/>
                  </a:lnTo>
                  <a:lnTo>
                    <a:pt x="10594360" y="2368202"/>
                  </a:lnTo>
                  <a:lnTo>
                    <a:pt x="10483191" y="2357496"/>
                  </a:lnTo>
                  <a:lnTo>
                    <a:pt x="10370098" y="2345143"/>
                  </a:lnTo>
                  <a:lnTo>
                    <a:pt x="10258284" y="2331176"/>
                  </a:lnTo>
                  <a:lnTo>
                    <a:pt x="10150220" y="2315606"/>
                  </a:lnTo>
                  <a:lnTo>
                    <a:pt x="10047606" y="2298409"/>
                  </a:lnTo>
                  <a:lnTo>
                    <a:pt x="9951436" y="2279516"/>
                  </a:lnTo>
                  <a:lnTo>
                    <a:pt x="9862121" y="2258808"/>
                  </a:lnTo>
                  <a:lnTo>
                    <a:pt x="9779628" y="2236110"/>
                  </a:lnTo>
                  <a:lnTo>
                    <a:pt x="9703608" y="2211204"/>
                  </a:lnTo>
                  <a:lnTo>
                    <a:pt x="9633507" y="2183825"/>
                  </a:lnTo>
                  <a:lnTo>
                    <a:pt x="9568645" y="2153675"/>
                  </a:lnTo>
                  <a:lnTo>
                    <a:pt x="9508287" y="2120438"/>
                  </a:lnTo>
                  <a:lnTo>
                    <a:pt x="9451681" y="2083809"/>
                  </a:lnTo>
                  <a:lnTo>
                    <a:pt x="9398105" y="2043538"/>
                  </a:lnTo>
                  <a:lnTo>
                    <a:pt x="9347647" y="2000175"/>
                  </a:lnTo>
                  <a:lnTo>
                    <a:pt x="9300778" y="1955016"/>
                  </a:lnTo>
                  <a:lnTo>
                    <a:pt x="9255125" y="1906406"/>
                  </a:lnTo>
                  <a:lnTo>
                    <a:pt x="9210343" y="1854277"/>
                  </a:lnTo>
                  <a:lnTo>
                    <a:pt x="9166157" y="1798619"/>
                  </a:lnTo>
                  <a:lnTo>
                    <a:pt x="9122350" y="1739494"/>
                  </a:lnTo>
                  <a:lnTo>
                    <a:pt x="9078756" y="1677036"/>
                  </a:lnTo>
                  <a:lnTo>
                    <a:pt x="9035253" y="1611460"/>
                  </a:lnTo>
                  <a:lnTo>
                    <a:pt x="8991757" y="1543058"/>
                  </a:lnTo>
                  <a:lnTo>
                    <a:pt x="8948217" y="1472200"/>
                  </a:lnTo>
                  <a:lnTo>
                    <a:pt x="8904610" y="1399326"/>
                  </a:lnTo>
                  <a:lnTo>
                    <a:pt x="8860938" y="1324938"/>
                  </a:lnTo>
                  <a:lnTo>
                    <a:pt x="8817217" y="1249583"/>
                  </a:lnTo>
                  <a:lnTo>
                    <a:pt x="8773475" y="1173842"/>
                  </a:lnTo>
                  <a:lnTo>
                    <a:pt x="8729744" y="1098307"/>
                  </a:lnTo>
                  <a:lnTo>
                    <a:pt x="8686054" y="1023562"/>
                  </a:lnTo>
                  <a:lnTo>
                    <a:pt x="8642426" y="950167"/>
                  </a:lnTo>
                  <a:lnTo>
                    <a:pt x="8598867" y="878641"/>
                  </a:lnTo>
                  <a:lnTo>
                    <a:pt x="8555362" y="809443"/>
                  </a:lnTo>
                  <a:lnTo>
                    <a:pt x="8511868" y="742966"/>
                  </a:lnTo>
                  <a:lnTo>
                    <a:pt x="8468313" y="679526"/>
                  </a:lnTo>
                  <a:lnTo>
                    <a:pt x="8424587" y="619361"/>
                  </a:lnTo>
                  <a:lnTo>
                    <a:pt x="8380538" y="562630"/>
                  </a:lnTo>
                  <a:lnTo>
                    <a:pt x="8335965" y="509416"/>
                  </a:lnTo>
                  <a:lnTo>
                    <a:pt x="8290612" y="459731"/>
                  </a:lnTo>
                  <a:lnTo>
                    <a:pt x="8244157" y="413524"/>
                  </a:lnTo>
                  <a:lnTo>
                    <a:pt x="8229629" y="400035"/>
                  </a:lnTo>
                  <a:lnTo>
                    <a:pt x="8178397" y="356048"/>
                  </a:lnTo>
                  <a:lnTo>
                    <a:pt x="8124783" y="315832"/>
                  </a:lnTo>
                  <a:lnTo>
                    <a:pt x="8068126" y="279256"/>
                  </a:lnTo>
                  <a:lnTo>
                    <a:pt x="8007707" y="246067"/>
                  </a:lnTo>
                  <a:lnTo>
                    <a:pt x="7942773" y="215960"/>
                  </a:lnTo>
                  <a:lnTo>
                    <a:pt x="7872589" y="188619"/>
                  </a:lnTo>
                  <a:lnTo>
                    <a:pt x="7796477" y="163748"/>
                  </a:lnTo>
                  <a:lnTo>
                    <a:pt x="7713884" y="141082"/>
                  </a:lnTo>
                  <a:lnTo>
                    <a:pt x="7624467" y="120401"/>
                  </a:lnTo>
                  <a:lnTo>
                    <a:pt x="7528198" y="101534"/>
                  </a:lnTo>
                  <a:lnTo>
                    <a:pt x="7425494" y="84362"/>
                  </a:lnTo>
                  <a:lnTo>
                    <a:pt x="7317361" y="68815"/>
                  </a:lnTo>
                  <a:lnTo>
                    <a:pt x="7205508" y="54871"/>
                  </a:lnTo>
                  <a:lnTo>
                    <a:pt x="7092419" y="42543"/>
                  </a:lnTo>
                  <a:lnTo>
                    <a:pt x="6981306" y="31861"/>
                  </a:lnTo>
                  <a:lnTo>
                    <a:pt x="6875917" y="22859"/>
                  </a:lnTo>
                  <a:lnTo>
                    <a:pt x="6780165" y="15539"/>
                  </a:lnTo>
                  <a:lnTo>
                    <a:pt x="6697618" y="9857"/>
                  </a:lnTo>
                  <a:lnTo>
                    <a:pt x="6630938" y="5703"/>
                  </a:lnTo>
                  <a:lnTo>
                    <a:pt x="6581404" y="2898"/>
                  </a:lnTo>
                  <a:lnTo>
                    <a:pt x="6548627" y="1205"/>
                  </a:lnTo>
                  <a:lnTo>
                    <a:pt x="6530517" y="349"/>
                  </a:lnTo>
                  <a:lnTo>
                    <a:pt x="6523431" y="4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5" y="34"/>
                  </a:lnTo>
                  <a:lnTo>
                    <a:pt x="5519008" y="280"/>
                  </a:lnTo>
                  <a:lnTo>
                    <a:pt x="5500427" y="958"/>
                  </a:lnTo>
                  <a:lnTo>
                    <a:pt x="5466933" y="2296"/>
                  </a:lnTo>
                  <a:lnTo>
                    <a:pt x="5416460" y="4507"/>
                  </a:lnTo>
                  <a:lnTo>
                    <a:pt x="5348679" y="7776"/>
                  </a:lnTo>
                  <a:lnTo>
                    <a:pt x="5264961" y="12239"/>
                  </a:lnTo>
                  <a:lnTo>
                    <a:pt x="5168067" y="17982"/>
                  </a:lnTo>
                  <a:lnTo>
                    <a:pt x="5061657" y="25037"/>
                  </a:lnTo>
                  <a:lnTo>
                    <a:pt x="4949709" y="33398"/>
                  </a:lnTo>
                  <a:lnTo>
                    <a:pt x="4836005" y="43041"/>
                  </a:lnTo>
                  <a:lnTo>
                    <a:pt x="4723762" y="53941"/>
                  </a:lnTo>
                  <a:lnTo>
                    <a:pt x="4615442" y="66089"/>
                  </a:lnTo>
                  <a:lnTo>
                    <a:pt x="4512722" y="79507"/>
                  </a:lnTo>
                  <a:lnTo>
                    <a:pt x="4416564" y="94251"/>
                  </a:lnTo>
                  <a:lnTo>
                    <a:pt x="4327346" y="110420"/>
                  </a:lnTo>
                  <a:lnTo>
                    <a:pt x="4245004" y="128152"/>
                  </a:lnTo>
                  <a:lnTo>
                    <a:pt x="4169160" y="147621"/>
                  </a:lnTo>
                  <a:lnTo>
                    <a:pt x="4099237" y="169038"/>
                  </a:lnTo>
                  <a:lnTo>
                    <a:pt x="4034536" y="192639"/>
                  </a:lnTo>
                  <a:lnTo>
                    <a:pt x="3974304" y="218671"/>
                  </a:lnTo>
                  <a:lnTo>
                    <a:pt x="3917781" y="247369"/>
                  </a:lnTo>
                  <a:lnTo>
                    <a:pt x="3864240" y="278924"/>
                  </a:lnTo>
                  <a:lnTo>
                    <a:pt x="3820202" y="308323"/>
                  </a:lnTo>
                  <a:lnTo>
                    <a:pt x="3769508" y="346133"/>
                  </a:lnTo>
                  <a:lnTo>
                    <a:pt x="3720203" y="387067"/>
                  </a:lnTo>
                  <a:lnTo>
                    <a:pt x="3671863" y="431188"/>
                  </a:lnTo>
                  <a:lnTo>
                    <a:pt x="3624153" y="478488"/>
                  </a:lnTo>
                  <a:lnTo>
                    <a:pt x="3576819" y="528889"/>
                  </a:lnTo>
                  <a:lnTo>
                    <a:pt x="3529669" y="582229"/>
                  </a:lnTo>
                  <a:lnTo>
                    <a:pt x="3482572" y="638264"/>
                  </a:lnTo>
                  <a:lnTo>
                    <a:pt x="3435445" y="696666"/>
                  </a:lnTo>
                  <a:lnTo>
                    <a:pt x="3388247" y="757031"/>
                  </a:lnTo>
                  <a:lnTo>
                    <a:pt x="3340969" y="818883"/>
                  </a:lnTo>
                  <a:lnTo>
                    <a:pt x="3293629" y="881695"/>
                  </a:lnTo>
                  <a:lnTo>
                    <a:pt x="3246261" y="944903"/>
                  </a:lnTo>
                  <a:lnTo>
                    <a:pt x="3198907" y="1007928"/>
                  </a:lnTo>
                  <a:lnTo>
                    <a:pt x="3151603" y="1070199"/>
                  </a:lnTo>
                  <a:lnTo>
                    <a:pt x="3104374" y="1131171"/>
                  </a:lnTo>
                  <a:lnTo>
                    <a:pt x="3057224" y="1190350"/>
                  </a:lnTo>
                  <a:lnTo>
                    <a:pt x="3010123" y="1247303"/>
                  </a:lnTo>
                  <a:lnTo>
                    <a:pt x="2963006" y="1301671"/>
                  </a:lnTo>
                  <a:lnTo>
                    <a:pt x="2915758" y="1353182"/>
                  </a:lnTo>
                  <a:lnTo>
                    <a:pt x="2868213" y="1401641"/>
                  </a:lnTo>
                  <a:lnTo>
                    <a:pt x="2820140" y="1446942"/>
                  </a:lnTo>
                  <a:lnTo>
                    <a:pt x="2771237" y="1489050"/>
                  </a:lnTo>
                  <a:lnTo>
                    <a:pt x="2721113" y="1528003"/>
                  </a:lnTo>
                  <a:lnTo>
                    <a:pt x="2702183" y="1541619"/>
                  </a:lnTo>
                  <a:lnTo>
                    <a:pt x="2650672" y="1575695"/>
                  </a:lnTo>
                  <a:lnTo>
                    <a:pt x="2596748" y="1606834"/>
                  </a:lnTo>
                  <a:lnTo>
                    <a:pt x="2539742" y="1635139"/>
                  </a:lnTo>
                  <a:lnTo>
                    <a:pt x="2478920" y="1660810"/>
                  </a:lnTo>
                  <a:lnTo>
                    <a:pt x="2413520" y="1684084"/>
                  </a:lnTo>
                  <a:lnTo>
                    <a:pt x="2342794" y="1705210"/>
                  </a:lnTo>
                  <a:lnTo>
                    <a:pt x="2266056" y="1724420"/>
                  </a:lnTo>
                  <a:lnTo>
                    <a:pt x="2182751" y="1741918"/>
                  </a:lnTo>
                  <a:lnTo>
                    <a:pt x="2092539" y="1757877"/>
                  </a:lnTo>
                  <a:lnTo>
                    <a:pt x="1995411" y="1772427"/>
                  </a:lnTo>
                  <a:lnTo>
                    <a:pt x="1891819" y="1785662"/>
                  </a:lnTo>
                  <a:lnTo>
                    <a:pt x="1782820" y="1797631"/>
                  </a:lnTo>
                  <a:lnTo>
                    <a:pt x="1670200" y="1808353"/>
                  </a:lnTo>
                  <a:lnTo>
                    <a:pt x="1556533" y="1817815"/>
                  </a:lnTo>
                  <a:lnTo>
                    <a:pt x="1445134" y="1825991"/>
                  </a:lnTo>
                  <a:lnTo>
                    <a:pt x="1339838" y="1832859"/>
                  </a:lnTo>
                  <a:lnTo>
                    <a:pt x="1244613" y="1838416"/>
                  </a:lnTo>
                  <a:lnTo>
                    <a:pt x="1163024" y="1842704"/>
                  </a:lnTo>
                  <a:lnTo>
                    <a:pt x="1097664" y="1845812"/>
                  </a:lnTo>
                  <a:lnTo>
                    <a:pt x="1049671" y="1847886"/>
                  </a:lnTo>
                  <a:lnTo>
                    <a:pt x="1018469" y="1849116"/>
                  </a:lnTo>
                  <a:lnTo>
                    <a:pt x="1001749" y="1849719"/>
                  </a:lnTo>
                  <a:lnTo>
                    <a:pt x="995645" y="1849922"/>
                  </a:lnTo>
                  <a:lnTo>
                    <a:pt x="994940" y="1849943"/>
                  </a:lnTo>
                  <a:lnTo>
                    <a:pt x="0" y="1849943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02" name="pl1701"/>
            <p:cNvSpPr/>
            <p:nvPr/>
          </p:nvSpPr>
          <p:spPr>
            <a:xfrm>
              <a:off x="1199187" y="3835979"/>
              <a:ext cx="12049831" cy="2400210"/>
            </a:xfrm>
            <a:custGeom>
              <a:avLst/>
              <a:pathLst>
                <a:path w="12049831" h="2400210">
                  <a:moveTo>
                    <a:pt x="0" y="1849943"/>
                  </a:moveTo>
                  <a:lnTo>
                    <a:pt x="994940" y="1849943"/>
                  </a:lnTo>
                  <a:lnTo>
                    <a:pt x="996050" y="1849909"/>
                  </a:lnTo>
                  <a:lnTo>
                    <a:pt x="1003377" y="1849663"/>
                  </a:lnTo>
                  <a:lnTo>
                    <a:pt x="1021958" y="1848985"/>
                  </a:lnTo>
                  <a:lnTo>
                    <a:pt x="1055452" y="1847647"/>
                  </a:lnTo>
                  <a:lnTo>
                    <a:pt x="1105925" y="1845436"/>
                  </a:lnTo>
                  <a:lnTo>
                    <a:pt x="1173706" y="1842167"/>
                  </a:lnTo>
                  <a:lnTo>
                    <a:pt x="1257424" y="1837703"/>
                  </a:lnTo>
                  <a:lnTo>
                    <a:pt x="1354318" y="1831960"/>
                  </a:lnTo>
                  <a:lnTo>
                    <a:pt x="1460728" y="1824906"/>
                  </a:lnTo>
                  <a:lnTo>
                    <a:pt x="1572676" y="1816544"/>
                  </a:lnTo>
                  <a:lnTo>
                    <a:pt x="1686380" y="1806902"/>
                  </a:lnTo>
                  <a:lnTo>
                    <a:pt x="1798623" y="1796002"/>
                  </a:lnTo>
                  <a:lnTo>
                    <a:pt x="1906943" y="1783854"/>
                  </a:lnTo>
                  <a:lnTo>
                    <a:pt x="2009663" y="1770436"/>
                  </a:lnTo>
                  <a:lnTo>
                    <a:pt x="2105821" y="1755691"/>
                  </a:lnTo>
                  <a:lnTo>
                    <a:pt x="2195039" y="1739522"/>
                  </a:lnTo>
                  <a:lnTo>
                    <a:pt x="2277381" y="1721791"/>
                  </a:lnTo>
                  <a:lnTo>
                    <a:pt x="2353225" y="1702322"/>
                  </a:lnTo>
                  <a:lnTo>
                    <a:pt x="2423148" y="1680905"/>
                  </a:lnTo>
                  <a:lnTo>
                    <a:pt x="2487849" y="1657304"/>
                  </a:lnTo>
                  <a:lnTo>
                    <a:pt x="2548081" y="1631272"/>
                  </a:lnTo>
                  <a:lnTo>
                    <a:pt x="2604604" y="1602573"/>
                  </a:lnTo>
                  <a:lnTo>
                    <a:pt x="2658145" y="1571019"/>
                  </a:lnTo>
                  <a:lnTo>
                    <a:pt x="2702183" y="1541619"/>
                  </a:lnTo>
                  <a:lnTo>
                    <a:pt x="2752877" y="1503810"/>
                  </a:lnTo>
                  <a:lnTo>
                    <a:pt x="2802182" y="1462875"/>
                  </a:lnTo>
                  <a:lnTo>
                    <a:pt x="2850522" y="1418755"/>
                  </a:lnTo>
                  <a:lnTo>
                    <a:pt x="2898232" y="1371454"/>
                  </a:lnTo>
                  <a:lnTo>
                    <a:pt x="2945566" y="1321054"/>
                  </a:lnTo>
                  <a:lnTo>
                    <a:pt x="2992716" y="1267714"/>
                  </a:lnTo>
                  <a:lnTo>
                    <a:pt x="3039813" y="1211679"/>
                  </a:lnTo>
                  <a:lnTo>
                    <a:pt x="3086940" y="1153276"/>
                  </a:lnTo>
                  <a:lnTo>
                    <a:pt x="3134138" y="1092912"/>
                  </a:lnTo>
                  <a:lnTo>
                    <a:pt x="3181416" y="1031060"/>
                  </a:lnTo>
                  <a:lnTo>
                    <a:pt x="3228756" y="968248"/>
                  </a:lnTo>
                  <a:lnTo>
                    <a:pt x="3276124" y="905040"/>
                  </a:lnTo>
                  <a:lnTo>
                    <a:pt x="3323478" y="842015"/>
                  </a:lnTo>
                  <a:lnTo>
                    <a:pt x="3370782" y="779744"/>
                  </a:lnTo>
                  <a:lnTo>
                    <a:pt x="3418011" y="718771"/>
                  </a:lnTo>
                  <a:lnTo>
                    <a:pt x="3465161" y="659593"/>
                  </a:lnTo>
                  <a:lnTo>
                    <a:pt x="3512262" y="602640"/>
                  </a:lnTo>
                  <a:lnTo>
                    <a:pt x="3559379" y="548271"/>
                  </a:lnTo>
                  <a:lnTo>
                    <a:pt x="3606627" y="496761"/>
                  </a:lnTo>
                  <a:lnTo>
                    <a:pt x="3654172" y="448301"/>
                  </a:lnTo>
                  <a:lnTo>
                    <a:pt x="3702245" y="403001"/>
                  </a:lnTo>
                  <a:lnTo>
                    <a:pt x="3751148" y="360893"/>
                  </a:lnTo>
                  <a:lnTo>
                    <a:pt x="3801272" y="321939"/>
                  </a:lnTo>
                  <a:lnTo>
                    <a:pt x="3820202" y="308323"/>
                  </a:lnTo>
                  <a:lnTo>
                    <a:pt x="3871713" y="274248"/>
                  </a:lnTo>
                  <a:lnTo>
                    <a:pt x="3925637" y="243109"/>
                  </a:lnTo>
                  <a:lnTo>
                    <a:pt x="3982643" y="214803"/>
                  </a:lnTo>
                  <a:lnTo>
                    <a:pt x="4043465" y="189133"/>
                  </a:lnTo>
                  <a:lnTo>
                    <a:pt x="4108865" y="165858"/>
                  </a:lnTo>
                  <a:lnTo>
                    <a:pt x="4179591" y="144733"/>
                  </a:lnTo>
                  <a:lnTo>
                    <a:pt x="4256329" y="125523"/>
                  </a:lnTo>
                  <a:lnTo>
                    <a:pt x="4339634" y="108025"/>
                  </a:lnTo>
                  <a:lnTo>
                    <a:pt x="4429846" y="92066"/>
                  </a:lnTo>
                  <a:lnTo>
                    <a:pt x="4526974" y="77515"/>
                  </a:lnTo>
                  <a:lnTo>
                    <a:pt x="4630566" y="64281"/>
                  </a:lnTo>
                  <a:lnTo>
                    <a:pt x="4739565" y="52311"/>
                  </a:lnTo>
                  <a:lnTo>
                    <a:pt x="4852185" y="41590"/>
                  </a:lnTo>
                  <a:lnTo>
                    <a:pt x="4965852" y="32128"/>
                  </a:lnTo>
                  <a:lnTo>
                    <a:pt x="5077251" y="23952"/>
                  </a:lnTo>
                  <a:lnTo>
                    <a:pt x="5182547" y="17084"/>
                  </a:lnTo>
                  <a:lnTo>
                    <a:pt x="5277772" y="11527"/>
                  </a:lnTo>
                  <a:lnTo>
                    <a:pt x="5359361" y="7239"/>
                  </a:lnTo>
                  <a:lnTo>
                    <a:pt x="5424721" y="4131"/>
                  </a:lnTo>
                  <a:lnTo>
                    <a:pt x="5472714" y="2057"/>
                  </a:lnTo>
                  <a:lnTo>
                    <a:pt x="5503916" y="827"/>
                  </a:lnTo>
                  <a:lnTo>
                    <a:pt x="5520636" y="223"/>
                  </a:lnTo>
                  <a:lnTo>
                    <a:pt x="5526740" y="2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78" y="44"/>
                  </a:lnTo>
                  <a:lnTo>
                    <a:pt x="6530694" y="357"/>
                  </a:lnTo>
                  <a:lnTo>
                    <a:pt x="6548998" y="1223"/>
                  </a:lnTo>
                  <a:lnTo>
                    <a:pt x="6582011" y="2931"/>
                  </a:lnTo>
                  <a:lnTo>
                    <a:pt x="6631801" y="5754"/>
                  </a:lnTo>
                  <a:lnTo>
                    <a:pt x="6698728" y="9930"/>
                  </a:lnTo>
                  <a:lnTo>
                    <a:pt x="6781493" y="15635"/>
                  </a:lnTo>
                  <a:lnTo>
                    <a:pt x="6877415" y="22979"/>
                  </a:lnTo>
                  <a:lnTo>
                    <a:pt x="6982917" y="32007"/>
                  </a:lnTo>
                  <a:lnTo>
                    <a:pt x="7094086" y="42713"/>
                  </a:lnTo>
                  <a:lnTo>
                    <a:pt x="7207179" y="55066"/>
                  </a:lnTo>
                  <a:lnTo>
                    <a:pt x="7318993" y="69034"/>
                  </a:lnTo>
                  <a:lnTo>
                    <a:pt x="7427056" y="84604"/>
                  </a:lnTo>
                  <a:lnTo>
                    <a:pt x="7529670" y="101800"/>
                  </a:lnTo>
                  <a:lnTo>
                    <a:pt x="7625840" y="120693"/>
                  </a:lnTo>
                  <a:lnTo>
                    <a:pt x="7715155" y="141402"/>
                  </a:lnTo>
                  <a:lnTo>
                    <a:pt x="7797648" y="164099"/>
                  </a:lnTo>
                  <a:lnTo>
                    <a:pt x="7873668" y="189005"/>
                  </a:lnTo>
                  <a:lnTo>
                    <a:pt x="7943770" y="216384"/>
                  </a:lnTo>
                  <a:lnTo>
                    <a:pt x="8008631" y="246534"/>
                  </a:lnTo>
                  <a:lnTo>
                    <a:pt x="8068990" y="279772"/>
                  </a:lnTo>
                  <a:lnTo>
                    <a:pt x="8125596" y="316400"/>
                  </a:lnTo>
                  <a:lnTo>
                    <a:pt x="8179171" y="356671"/>
                  </a:lnTo>
                  <a:lnTo>
                    <a:pt x="8229629" y="400035"/>
                  </a:lnTo>
                  <a:lnTo>
                    <a:pt x="8276498" y="445194"/>
                  </a:lnTo>
                  <a:lnTo>
                    <a:pt x="8322151" y="493803"/>
                  </a:lnTo>
                  <a:lnTo>
                    <a:pt x="8366934" y="545933"/>
                  </a:lnTo>
                  <a:lnTo>
                    <a:pt x="8411120" y="601591"/>
                  </a:lnTo>
                  <a:lnTo>
                    <a:pt x="8454927" y="660716"/>
                  </a:lnTo>
                  <a:lnTo>
                    <a:pt x="8498521" y="723173"/>
                  </a:lnTo>
                  <a:lnTo>
                    <a:pt x="8542024" y="788749"/>
                  </a:lnTo>
                  <a:lnTo>
                    <a:pt x="8585520" y="857151"/>
                  </a:lnTo>
                  <a:lnTo>
                    <a:pt x="8629060" y="928009"/>
                  </a:lnTo>
                  <a:lnTo>
                    <a:pt x="8672666" y="1000883"/>
                  </a:lnTo>
                  <a:lnTo>
                    <a:pt x="8716338" y="1075272"/>
                  </a:lnTo>
                  <a:lnTo>
                    <a:pt x="8760060" y="1150626"/>
                  </a:lnTo>
                  <a:lnTo>
                    <a:pt x="8803802" y="1226367"/>
                  </a:lnTo>
                  <a:lnTo>
                    <a:pt x="8847533" y="1301903"/>
                  </a:lnTo>
                  <a:lnTo>
                    <a:pt x="8891223" y="1376648"/>
                  </a:lnTo>
                  <a:lnTo>
                    <a:pt x="8934850" y="1450042"/>
                  </a:lnTo>
                  <a:lnTo>
                    <a:pt x="8978409" y="1521568"/>
                  </a:lnTo>
                  <a:lnTo>
                    <a:pt x="9021915" y="1590766"/>
                  </a:lnTo>
                  <a:lnTo>
                    <a:pt x="9065408" y="1657244"/>
                  </a:lnTo>
                  <a:lnTo>
                    <a:pt x="9108963" y="1720684"/>
                  </a:lnTo>
                  <a:lnTo>
                    <a:pt x="9152689" y="1780849"/>
                  </a:lnTo>
                  <a:lnTo>
                    <a:pt x="9196739" y="1837580"/>
                  </a:lnTo>
                  <a:lnTo>
                    <a:pt x="9241312" y="1890794"/>
                  </a:lnTo>
                  <a:lnTo>
                    <a:pt x="9286665" y="1940478"/>
                  </a:lnTo>
                  <a:lnTo>
                    <a:pt x="9333119" y="1986685"/>
                  </a:lnTo>
                  <a:lnTo>
                    <a:pt x="9347647" y="2000175"/>
                  </a:lnTo>
                  <a:lnTo>
                    <a:pt x="9398879" y="2044161"/>
                  </a:lnTo>
                  <a:lnTo>
                    <a:pt x="9452494" y="2084377"/>
                  </a:lnTo>
                  <a:lnTo>
                    <a:pt x="9509150" y="2120953"/>
                  </a:lnTo>
                  <a:lnTo>
                    <a:pt x="9569570" y="2154143"/>
                  </a:lnTo>
                  <a:lnTo>
                    <a:pt x="9634504" y="2184250"/>
                  </a:lnTo>
                  <a:lnTo>
                    <a:pt x="9704688" y="2211590"/>
                  </a:lnTo>
                  <a:lnTo>
                    <a:pt x="9780800" y="2236462"/>
                  </a:lnTo>
                  <a:lnTo>
                    <a:pt x="9863392" y="2259128"/>
                  </a:lnTo>
                  <a:lnTo>
                    <a:pt x="9952809" y="2279809"/>
                  </a:lnTo>
                  <a:lnTo>
                    <a:pt x="10049079" y="2298676"/>
                  </a:lnTo>
                  <a:lnTo>
                    <a:pt x="10151782" y="2315848"/>
                  </a:lnTo>
                  <a:lnTo>
                    <a:pt x="10259915" y="2331394"/>
                  </a:lnTo>
                  <a:lnTo>
                    <a:pt x="10371768" y="2345338"/>
                  </a:lnTo>
                  <a:lnTo>
                    <a:pt x="10484858" y="2357667"/>
                  </a:lnTo>
                  <a:lnTo>
                    <a:pt x="10595971" y="2368348"/>
                  </a:lnTo>
                  <a:lnTo>
                    <a:pt x="10701360" y="2377351"/>
                  </a:lnTo>
                  <a:lnTo>
                    <a:pt x="10797112" y="2384670"/>
                  </a:lnTo>
                  <a:lnTo>
                    <a:pt x="10879659" y="2390352"/>
                  </a:lnTo>
                  <a:lnTo>
                    <a:pt x="10946338" y="2394506"/>
                  </a:lnTo>
                  <a:lnTo>
                    <a:pt x="10995873" y="2397311"/>
                  </a:lnTo>
                  <a:lnTo>
                    <a:pt x="11028649" y="2399004"/>
                  </a:lnTo>
                  <a:lnTo>
                    <a:pt x="11046760" y="2399860"/>
                  </a:lnTo>
                  <a:lnTo>
                    <a:pt x="11053845" y="2400168"/>
                  </a:lnTo>
                  <a:lnTo>
                    <a:pt x="11054891" y="2400210"/>
                  </a:lnTo>
                  <a:lnTo>
                    <a:pt x="12049831" y="2400210"/>
                  </a:lnTo>
                  <a:lnTo>
                    <a:pt x="12049831" y="24002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3" name="pl1702"/>
            <p:cNvSpPr/>
            <p:nvPr/>
          </p:nvSpPr>
          <p:spPr>
            <a:xfrm>
              <a:off x="1199187" y="3830738"/>
              <a:ext cx="12049831" cy="2400210"/>
            </a:xfrm>
            <a:custGeom>
              <a:avLst/>
              <a:pathLst>
                <a:path w="12049831" h="2400210">
                  <a:moveTo>
                    <a:pt x="12049831" y="2400210"/>
                  </a:moveTo>
                  <a:lnTo>
                    <a:pt x="11054891" y="2400210"/>
                  </a:lnTo>
                  <a:lnTo>
                    <a:pt x="11053798" y="2400166"/>
                  </a:lnTo>
                  <a:lnTo>
                    <a:pt x="11046583" y="2399852"/>
                  </a:lnTo>
                  <a:lnTo>
                    <a:pt x="11028279" y="2398986"/>
                  </a:lnTo>
                  <a:lnTo>
                    <a:pt x="10995265" y="2397278"/>
                  </a:lnTo>
                  <a:lnTo>
                    <a:pt x="10945476" y="2394455"/>
                  </a:lnTo>
                  <a:lnTo>
                    <a:pt x="10878548" y="2390280"/>
                  </a:lnTo>
                  <a:lnTo>
                    <a:pt x="10795784" y="2384574"/>
                  </a:lnTo>
                  <a:lnTo>
                    <a:pt x="10699862" y="2377230"/>
                  </a:lnTo>
                  <a:lnTo>
                    <a:pt x="10594360" y="2368202"/>
                  </a:lnTo>
                  <a:lnTo>
                    <a:pt x="10483191" y="2357496"/>
                  </a:lnTo>
                  <a:lnTo>
                    <a:pt x="10370098" y="2345143"/>
                  </a:lnTo>
                  <a:lnTo>
                    <a:pt x="10258284" y="2331176"/>
                  </a:lnTo>
                  <a:lnTo>
                    <a:pt x="10150220" y="2315606"/>
                  </a:lnTo>
                  <a:lnTo>
                    <a:pt x="10047606" y="2298409"/>
                  </a:lnTo>
                  <a:lnTo>
                    <a:pt x="9951436" y="2279516"/>
                  </a:lnTo>
                  <a:lnTo>
                    <a:pt x="9862121" y="2258808"/>
                  </a:lnTo>
                  <a:lnTo>
                    <a:pt x="9779628" y="2236110"/>
                  </a:lnTo>
                  <a:lnTo>
                    <a:pt x="9703608" y="2211204"/>
                  </a:lnTo>
                  <a:lnTo>
                    <a:pt x="9633507" y="2183825"/>
                  </a:lnTo>
                  <a:lnTo>
                    <a:pt x="9568645" y="2153675"/>
                  </a:lnTo>
                  <a:lnTo>
                    <a:pt x="9508287" y="2120438"/>
                  </a:lnTo>
                  <a:lnTo>
                    <a:pt x="9451681" y="2083809"/>
                  </a:lnTo>
                  <a:lnTo>
                    <a:pt x="9398105" y="2043538"/>
                  </a:lnTo>
                  <a:lnTo>
                    <a:pt x="9347647" y="2000175"/>
                  </a:lnTo>
                  <a:lnTo>
                    <a:pt x="9300778" y="1955016"/>
                  </a:lnTo>
                  <a:lnTo>
                    <a:pt x="9255125" y="1906406"/>
                  </a:lnTo>
                  <a:lnTo>
                    <a:pt x="9210343" y="1854277"/>
                  </a:lnTo>
                  <a:lnTo>
                    <a:pt x="9166157" y="1798619"/>
                  </a:lnTo>
                  <a:lnTo>
                    <a:pt x="9122350" y="1739494"/>
                  </a:lnTo>
                  <a:lnTo>
                    <a:pt x="9078756" y="1677036"/>
                  </a:lnTo>
                  <a:lnTo>
                    <a:pt x="9035253" y="1611460"/>
                  </a:lnTo>
                  <a:lnTo>
                    <a:pt x="8991757" y="1543058"/>
                  </a:lnTo>
                  <a:lnTo>
                    <a:pt x="8948217" y="1472200"/>
                  </a:lnTo>
                  <a:lnTo>
                    <a:pt x="8904610" y="1399326"/>
                  </a:lnTo>
                  <a:lnTo>
                    <a:pt x="8860938" y="1324938"/>
                  </a:lnTo>
                  <a:lnTo>
                    <a:pt x="8817217" y="1249583"/>
                  </a:lnTo>
                  <a:lnTo>
                    <a:pt x="8773475" y="1173842"/>
                  </a:lnTo>
                  <a:lnTo>
                    <a:pt x="8729744" y="1098307"/>
                  </a:lnTo>
                  <a:lnTo>
                    <a:pt x="8686054" y="1023562"/>
                  </a:lnTo>
                  <a:lnTo>
                    <a:pt x="8642426" y="950167"/>
                  </a:lnTo>
                  <a:lnTo>
                    <a:pt x="8598867" y="878641"/>
                  </a:lnTo>
                  <a:lnTo>
                    <a:pt x="8555362" y="809443"/>
                  </a:lnTo>
                  <a:lnTo>
                    <a:pt x="8511868" y="742966"/>
                  </a:lnTo>
                  <a:lnTo>
                    <a:pt x="8468313" y="679526"/>
                  </a:lnTo>
                  <a:lnTo>
                    <a:pt x="8424587" y="619361"/>
                  </a:lnTo>
                  <a:lnTo>
                    <a:pt x="8380538" y="562630"/>
                  </a:lnTo>
                  <a:lnTo>
                    <a:pt x="8335965" y="509416"/>
                  </a:lnTo>
                  <a:lnTo>
                    <a:pt x="8290612" y="459731"/>
                  </a:lnTo>
                  <a:lnTo>
                    <a:pt x="8244157" y="413524"/>
                  </a:lnTo>
                  <a:lnTo>
                    <a:pt x="8229629" y="400035"/>
                  </a:lnTo>
                  <a:lnTo>
                    <a:pt x="8178397" y="356048"/>
                  </a:lnTo>
                  <a:lnTo>
                    <a:pt x="8124783" y="315832"/>
                  </a:lnTo>
                  <a:lnTo>
                    <a:pt x="8068126" y="279256"/>
                  </a:lnTo>
                  <a:lnTo>
                    <a:pt x="8007707" y="246067"/>
                  </a:lnTo>
                  <a:lnTo>
                    <a:pt x="7942773" y="215960"/>
                  </a:lnTo>
                  <a:lnTo>
                    <a:pt x="7872589" y="188619"/>
                  </a:lnTo>
                  <a:lnTo>
                    <a:pt x="7796477" y="163748"/>
                  </a:lnTo>
                  <a:lnTo>
                    <a:pt x="7713884" y="141082"/>
                  </a:lnTo>
                  <a:lnTo>
                    <a:pt x="7624467" y="120401"/>
                  </a:lnTo>
                  <a:lnTo>
                    <a:pt x="7528198" y="101534"/>
                  </a:lnTo>
                  <a:lnTo>
                    <a:pt x="7425494" y="84362"/>
                  </a:lnTo>
                  <a:lnTo>
                    <a:pt x="7317361" y="68815"/>
                  </a:lnTo>
                  <a:lnTo>
                    <a:pt x="7205508" y="54871"/>
                  </a:lnTo>
                  <a:lnTo>
                    <a:pt x="7092419" y="42543"/>
                  </a:lnTo>
                  <a:lnTo>
                    <a:pt x="6981306" y="31861"/>
                  </a:lnTo>
                  <a:lnTo>
                    <a:pt x="6875917" y="22859"/>
                  </a:lnTo>
                  <a:lnTo>
                    <a:pt x="6780165" y="15539"/>
                  </a:lnTo>
                  <a:lnTo>
                    <a:pt x="6697618" y="9857"/>
                  </a:lnTo>
                  <a:lnTo>
                    <a:pt x="6630938" y="5703"/>
                  </a:lnTo>
                  <a:lnTo>
                    <a:pt x="6581404" y="2898"/>
                  </a:lnTo>
                  <a:lnTo>
                    <a:pt x="6548627" y="1205"/>
                  </a:lnTo>
                  <a:lnTo>
                    <a:pt x="6530517" y="349"/>
                  </a:lnTo>
                  <a:lnTo>
                    <a:pt x="6523431" y="4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5" y="34"/>
                  </a:lnTo>
                  <a:lnTo>
                    <a:pt x="5519008" y="280"/>
                  </a:lnTo>
                  <a:lnTo>
                    <a:pt x="5500427" y="958"/>
                  </a:lnTo>
                  <a:lnTo>
                    <a:pt x="5466933" y="2296"/>
                  </a:lnTo>
                  <a:lnTo>
                    <a:pt x="5416460" y="4507"/>
                  </a:lnTo>
                  <a:lnTo>
                    <a:pt x="5348679" y="7776"/>
                  </a:lnTo>
                  <a:lnTo>
                    <a:pt x="5264961" y="12239"/>
                  </a:lnTo>
                  <a:lnTo>
                    <a:pt x="5168067" y="17982"/>
                  </a:lnTo>
                  <a:lnTo>
                    <a:pt x="5061657" y="25037"/>
                  </a:lnTo>
                  <a:lnTo>
                    <a:pt x="4949709" y="33398"/>
                  </a:lnTo>
                  <a:lnTo>
                    <a:pt x="4836005" y="43041"/>
                  </a:lnTo>
                  <a:lnTo>
                    <a:pt x="4723762" y="53941"/>
                  </a:lnTo>
                  <a:lnTo>
                    <a:pt x="4615442" y="66089"/>
                  </a:lnTo>
                  <a:lnTo>
                    <a:pt x="4512722" y="79507"/>
                  </a:lnTo>
                  <a:lnTo>
                    <a:pt x="4416564" y="94251"/>
                  </a:lnTo>
                  <a:lnTo>
                    <a:pt x="4327346" y="110420"/>
                  </a:lnTo>
                  <a:lnTo>
                    <a:pt x="4245004" y="128152"/>
                  </a:lnTo>
                  <a:lnTo>
                    <a:pt x="4169160" y="147621"/>
                  </a:lnTo>
                  <a:lnTo>
                    <a:pt x="4099237" y="169038"/>
                  </a:lnTo>
                  <a:lnTo>
                    <a:pt x="4034536" y="192639"/>
                  </a:lnTo>
                  <a:lnTo>
                    <a:pt x="3974304" y="218671"/>
                  </a:lnTo>
                  <a:lnTo>
                    <a:pt x="3917781" y="247369"/>
                  </a:lnTo>
                  <a:lnTo>
                    <a:pt x="3864240" y="278924"/>
                  </a:lnTo>
                  <a:lnTo>
                    <a:pt x="3820202" y="308323"/>
                  </a:lnTo>
                  <a:lnTo>
                    <a:pt x="3769508" y="346133"/>
                  </a:lnTo>
                  <a:lnTo>
                    <a:pt x="3720203" y="387067"/>
                  </a:lnTo>
                  <a:lnTo>
                    <a:pt x="3671863" y="431188"/>
                  </a:lnTo>
                  <a:lnTo>
                    <a:pt x="3624153" y="478488"/>
                  </a:lnTo>
                  <a:lnTo>
                    <a:pt x="3576819" y="528889"/>
                  </a:lnTo>
                  <a:lnTo>
                    <a:pt x="3529669" y="582229"/>
                  </a:lnTo>
                  <a:lnTo>
                    <a:pt x="3482572" y="638264"/>
                  </a:lnTo>
                  <a:lnTo>
                    <a:pt x="3435445" y="696666"/>
                  </a:lnTo>
                  <a:lnTo>
                    <a:pt x="3388247" y="757031"/>
                  </a:lnTo>
                  <a:lnTo>
                    <a:pt x="3340969" y="818883"/>
                  </a:lnTo>
                  <a:lnTo>
                    <a:pt x="3293629" y="881695"/>
                  </a:lnTo>
                  <a:lnTo>
                    <a:pt x="3246261" y="944903"/>
                  </a:lnTo>
                  <a:lnTo>
                    <a:pt x="3198907" y="1007928"/>
                  </a:lnTo>
                  <a:lnTo>
                    <a:pt x="3151603" y="1070199"/>
                  </a:lnTo>
                  <a:lnTo>
                    <a:pt x="3104374" y="1131171"/>
                  </a:lnTo>
                  <a:lnTo>
                    <a:pt x="3057224" y="1190350"/>
                  </a:lnTo>
                  <a:lnTo>
                    <a:pt x="3010123" y="1247303"/>
                  </a:lnTo>
                  <a:lnTo>
                    <a:pt x="2963006" y="1301671"/>
                  </a:lnTo>
                  <a:lnTo>
                    <a:pt x="2915758" y="1353182"/>
                  </a:lnTo>
                  <a:lnTo>
                    <a:pt x="2868213" y="1401641"/>
                  </a:lnTo>
                  <a:lnTo>
                    <a:pt x="2820140" y="1446942"/>
                  </a:lnTo>
                  <a:lnTo>
                    <a:pt x="2771237" y="1489050"/>
                  </a:lnTo>
                  <a:lnTo>
                    <a:pt x="2721113" y="1528003"/>
                  </a:lnTo>
                  <a:lnTo>
                    <a:pt x="2702183" y="1541619"/>
                  </a:lnTo>
                  <a:lnTo>
                    <a:pt x="2650672" y="1575695"/>
                  </a:lnTo>
                  <a:lnTo>
                    <a:pt x="2596748" y="1606834"/>
                  </a:lnTo>
                  <a:lnTo>
                    <a:pt x="2539742" y="1635139"/>
                  </a:lnTo>
                  <a:lnTo>
                    <a:pt x="2478920" y="1660810"/>
                  </a:lnTo>
                  <a:lnTo>
                    <a:pt x="2413520" y="1684084"/>
                  </a:lnTo>
                  <a:lnTo>
                    <a:pt x="2342794" y="1705210"/>
                  </a:lnTo>
                  <a:lnTo>
                    <a:pt x="2266056" y="1724420"/>
                  </a:lnTo>
                  <a:lnTo>
                    <a:pt x="2182751" y="1741918"/>
                  </a:lnTo>
                  <a:lnTo>
                    <a:pt x="2092539" y="1757877"/>
                  </a:lnTo>
                  <a:lnTo>
                    <a:pt x="1995411" y="1772427"/>
                  </a:lnTo>
                  <a:lnTo>
                    <a:pt x="1891819" y="1785662"/>
                  </a:lnTo>
                  <a:lnTo>
                    <a:pt x="1782820" y="1797631"/>
                  </a:lnTo>
                  <a:lnTo>
                    <a:pt x="1670200" y="1808353"/>
                  </a:lnTo>
                  <a:lnTo>
                    <a:pt x="1556533" y="1817815"/>
                  </a:lnTo>
                  <a:lnTo>
                    <a:pt x="1445134" y="1825991"/>
                  </a:lnTo>
                  <a:lnTo>
                    <a:pt x="1339838" y="1832859"/>
                  </a:lnTo>
                  <a:lnTo>
                    <a:pt x="1244613" y="1838416"/>
                  </a:lnTo>
                  <a:lnTo>
                    <a:pt x="1163024" y="1842704"/>
                  </a:lnTo>
                  <a:lnTo>
                    <a:pt x="1097664" y="1845812"/>
                  </a:lnTo>
                  <a:lnTo>
                    <a:pt x="1049671" y="1847886"/>
                  </a:lnTo>
                  <a:lnTo>
                    <a:pt x="1018469" y="1849116"/>
                  </a:lnTo>
                  <a:lnTo>
                    <a:pt x="1001749" y="1849719"/>
                  </a:lnTo>
                  <a:lnTo>
                    <a:pt x="995645" y="1849922"/>
                  </a:lnTo>
                  <a:lnTo>
                    <a:pt x="994940" y="1849943"/>
                  </a:lnTo>
                  <a:lnTo>
                    <a:pt x="0" y="1849943"/>
                  </a:lnTo>
                  <a:lnTo>
                    <a:pt x="0" y="18499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4" name="pg1703"/>
            <p:cNvSpPr/>
            <p:nvPr/>
          </p:nvSpPr>
          <p:spPr>
            <a:xfrm>
              <a:off x="1199187" y="1844538"/>
              <a:ext cx="12049831" cy="3867587"/>
            </a:xfrm>
            <a:custGeom>
              <a:avLst/>
              <a:pathLst>
                <a:path w="12049831" h="3867587">
                  <a:moveTo>
                    <a:pt x="0" y="3867587"/>
                  </a:moveTo>
                  <a:lnTo>
                    <a:pt x="994940" y="3867587"/>
                  </a:lnTo>
                  <a:lnTo>
                    <a:pt x="996074" y="3867578"/>
                  </a:lnTo>
                  <a:lnTo>
                    <a:pt x="1003562" y="3867513"/>
                  </a:lnTo>
                  <a:lnTo>
                    <a:pt x="1022537" y="3867332"/>
                  </a:lnTo>
                  <a:lnTo>
                    <a:pt x="1056712" y="3866975"/>
                  </a:lnTo>
                  <a:lnTo>
                    <a:pt x="1108158" y="3866386"/>
                  </a:lnTo>
                  <a:lnTo>
                    <a:pt x="1177146" y="3865515"/>
                  </a:lnTo>
                  <a:lnTo>
                    <a:pt x="1262212" y="3864327"/>
                  </a:lnTo>
                  <a:lnTo>
                    <a:pt x="1360472" y="3862800"/>
                  </a:lnTo>
                  <a:lnTo>
                    <a:pt x="1468154" y="3860926"/>
                  </a:lnTo>
                  <a:lnTo>
                    <a:pt x="1581186" y="3858706"/>
                  </a:lnTo>
                  <a:lnTo>
                    <a:pt x="1695733" y="3856148"/>
                  </a:lnTo>
                  <a:lnTo>
                    <a:pt x="1808561" y="3853258"/>
                  </a:lnTo>
                  <a:lnTo>
                    <a:pt x="1917223" y="3850037"/>
                  </a:lnTo>
                  <a:lnTo>
                    <a:pt x="2020077" y="3846479"/>
                  </a:lnTo>
                  <a:lnTo>
                    <a:pt x="2116205" y="3842568"/>
                  </a:lnTo>
                  <a:lnTo>
                    <a:pt x="2205276" y="3838277"/>
                  </a:lnTo>
                  <a:lnTo>
                    <a:pt x="2287400" y="3833567"/>
                  </a:lnTo>
                  <a:lnTo>
                    <a:pt x="2362993" y="3828391"/>
                  </a:lnTo>
                  <a:lnTo>
                    <a:pt x="2432668" y="3822692"/>
                  </a:lnTo>
                  <a:lnTo>
                    <a:pt x="2497148" y="3816406"/>
                  </a:lnTo>
                  <a:lnTo>
                    <a:pt x="2557208" y="3809466"/>
                  </a:lnTo>
                  <a:lnTo>
                    <a:pt x="2613623" y="3801813"/>
                  </a:lnTo>
                  <a:lnTo>
                    <a:pt x="2667127" y="3793398"/>
                  </a:lnTo>
                  <a:lnTo>
                    <a:pt x="2702183" y="3787231"/>
                  </a:lnTo>
                  <a:lnTo>
                    <a:pt x="2762647" y="3775349"/>
                  </a:lnTo>
                  <a:lnTo>
                    <a:pt x="2821247" y="3762295"/>
                  </a:lnTo>
                  <a:lnTo>
                    <a:pt x="2878665" y="3748052"/>
                  </a:lnTo>
                  <a:lnTo>
                    <a:pt x="2935405" y="3732639"/>
                  </a:lnTo>
                  <a:lnTo>
                    <a:pt x="2991826" y="3716114"/>
                  </a:lnTo>
                  <a:lnTo>
                    <a:pt x="3048166" y="3698584"/>
                  </a:lnTo>
                  <a:lnTo>
                    <a:pt x="3104561" y="3680197"/>
                  </a:lnTo>
                  <a:lnTo>
                    <a:pt x="3161067" y="3661142"/>
                  </a:lnTo>
                  <a:lnTo>
                    <a:pt x="3217675" y="3641643"/>
                  </a:lnTo>
                  <a:lnTo>
                    <a:pt x="3274334" y="3621946"/>
                  </a:lnTo>
                  <a:lnTo>
                    <a:pt x="3330977" y="3602310"/>
                  </a:lnTo>
                  <a:lnTo>
                    <a:pt x="3387542" y="3582987"/>
                  </a:lnTo>
                  <a:lnTo>
                    <a:pt x="3443994" y="3564216"/>
                  </a:lnTo>
                  <a:lnTo>
                    <a:pt x="3500352" y="3546205"/>
                  </a:lnTo>
                  <a:lnTo>
                    <a:pt x="3556707" y="3529125"/>
                  </a:lnTo>
                  <a:lnTo>
                    <a:pt x="3613239" y="3513106"/>
                  </a:lnTo>
                  <a:lnTo>
                    <a:pt x="3670241" y="3498230"/>
                  </a:lnTo>
                  <a:lnTo>
                    <a:pt x="3728135" y="3484539"/>
                  </a:lnTo>
                  <a:lnTo>
                    <a:pt x="3787502" y="3472033"/>
                  </a:lnTo>
                  <a:lnTo>
                    <a:pt x="3820202" y="3465806"/>
                  </a:lnTo>
                  <a:lnTo>
                    <a:pt x="3872108" y="3456861"/>
                  </a:lnTo>
                  <a:lnTo>
                    <a:pt x="3926468" y="3448693"/>
                  </a:lnTo>
                  <a:lnTo>
                    <a:pt x="3983966" y="3441274"/>
                  </a:lnTo>
                  <a:lnTo>
                    <a:pt x="4045356" y="3434551"/>
                  </a:lnTo>
                  <a:lnTo>
                    <a:pt x="4111416" y="3428460"/>
                  </a:lnTo>
                  <a:lnTo>
                    <a:pt x="4182910" y="3422934"/>
                  </a:lnTo>
                  <a:lnTo>
                    <a:pt x="4260534" y="3417913"/>
                  </a:lnTo>
                  <a:lnTo>
                    <a:pt x="4344849" y="3413343"/>
                  </a:lnTo>
                  <a:lnTo>
                    <a:pt x="4436185" y="3409177"/>
                  </a:lnTo>
                  <a:lnTo>
                    <a:pt x="4534527" y="3405381"/>
                  </a:lnTo>
                  <a:lnTo>
                    <a:pt x="4639372" y="3401933"/>
                  </a:lnTo>
                  <a:lnTo>
                    <a:pt x="4749583" y="3398818"/>
                  </a:lnTo>
                  <a:lnTo>
                    <a:pt x="4863268" y="3396034"/>
                  </a:lnTo>
                  <a:lnTo>
                    <a:pt x="4977716" y="3393583"/>
                  </a:lnTo>
                  <a:lnTo>
                    <a:pt x="5089473" y="3391473"/>
                  </a:lnTo>
                  <a:lnTo>
                    <a:pt x="5194580" y="3389710"/>
                  </a:lnTo>
                  <a:lnTo>
                    <a:pt x="5288997" y="3388293"/>
                  </a:lnTo>
                  <a:lnTo>
                    <a:pt x="5369172" y="3387209"/>
                  </a:lnTo>
                  <a:lnTo>
                    <a:pt x="5432625" y="3386433"/>
                  </a:lnTo>
                  <a:lnTo>
                    <a:pt x="5478426" y="3385924"/>
                  </a:lnTo>
                  <a:lnTo>
                    <a:pt x="5507428" y="3385631"/>
                  </a:lnTo>
                  <a:lnTo>
                    <a:pt x="5522251" y="3385493"/>
                  </a:lnTo>
                  <a:lnTo>
                    <a:pt x="5527083" y="3385452"/>
                  </a:lnTo>
                  <a:lnTo>
                    <a:pt x="5527445" y="3385449"/>
                  </a:lnTo>
                  <a:lnTo>
                    <a:pt x="6522385" y="3385449"/>
                  </a:lnTo>
                  <a:lnTo>
                    <a:pt x="6523439" y="3385389"/>
                  </a:lnTo>
                  <a:lnTo>
                    <a:pt x="6530398" y="3384964"/>
                  </a:lnTo>
                  <a:lnTo>
                    <a:pt x="6548072" y="3383790"/>
                  </a:lnTo>
                  <a:lnTo>
                    <a:pt x="6579989" y="3381474"/>
                  </a:lnTo>
                  <a:lnTo>
                    <a:pt x="6628210" y="3377643"/>
                  </a:lnTo>
                  <a:lnTo>
                    <a:pt x="6693178" y="3371973"/>
                  </a:lnTo>
                  <a:lnTo>
                    <a:pt x="6773741" y="3364217"/>
                  </a:lnTo>
                  <a:lnTo>
                    <a:pt x="6867408" y="3354218"/>
                  </a:lnTo>
                  <a:lnTo>
                    <a:pt x="6970790" y="3341909"/>
                  </a:lnTo>
                  <a:lnTo>
                    <a:pt x="7080124" y="3327292"/>
                  </a:lnTo>
                  <a:lnTo>
                    <a:pt x="7191764" y="3310407"/>
                  </a:lnTo>
                  <a:lnTo>
                    <a:pt x="7302541" y="3291298"/>
                  </a:lnTo>
                  <a:lnTo>
                    <a:pt x="7409969" y="3269989"/>
                  </a:lnTo>
                  <a:lnTo>
                    <a:pt x="7512299" y="3246455"/>
                  </a:lnTo>
                  <a:lnTo>
                    <a:pt x="7608466" y="3220613"/>
                  </a:lnTo>
                  <a:lnTo>
                    <a:pt x="7697984" y="3192313"/>
                  </a:lnTo>
                  <a:lnTo>
                    <a:pt x="7780812" y="3161334"/>
                  </a:lnTo>
                  <a:lnTo>
                    <a:pt x="7857235" y="3127390"/>
                  </a:lnTo>
                  <a:lnTo>
                    <a:pt x="7927752" y="3090135"/>
                  </a:lnTo>
                  <a:lnTo>
                    <a:pt x="7992994" y="3049173"/>
                  </a:lnTo>
                  <a:lnTo>
                    <a:pt x="8053664" y="3004079"/>
                  </a:lnTo>
                  <a:lnTo>
                    <a:pt x="8110484" y="2954432"/>
                  </a:lnTo>
                  <a:lnTo>
                    <a:pt x="8164160" y="2899862"/>
                  </a:lnTo>
                  <a:lnTo>
                    <a:pt x="8215347" y="2840139"/>
                  </a:lnTo>
                  <a:lnTo>
                    <a:pt x="8229629" y="2822081"/>
                  </a:lnTo>
                  <a:lnTo>
                    <a:pt x="8270987" y="2766311"/>
                  </a:lnTo>
                  <a:lnTo>
                    <a:pt x="8311367" y="2706781"/>
                  </a:lnTo>
                  <a:lnTo>
                    <a:pt x="8351014" y="2643416"/>
                  </a:lnTo>
                  <a:lnTo>
                    <a:pt x="8390128" y="2576190"/>
                  </a:lnTo>
                  <a:lnTo>
                    <a:pt x="8428874" y="2505131"/>
                  </a:lnTo>
                  <a:lnTo>
                    <a:pt x="8467383" y="2430331"/>
                  </a:lnTo>
                  <a:lnTo>
                    <a:pt x="8505757" y="2351945"/>
                  </a:lnTo>
                  <a:lnTo>
                    <a:pt x="8544075" y="2270198"/>
                  </a:lnTo>
                  <a:lnTo>
                    <a:pt x="8582390" y="2185377"/>
                  </a:lnTo>
                  <a:lnTo>
                    <a:pt x="8620737" y="2097839"/>
                  </a:lnTo>
                  <a:lnTo>
                    <a:pt x="8659134" y="2008000"/>
                  </a:lnTo>
                  <a:lnTo>
                    <a:pt x="8697585" y="1916328"/>
                  </a:lnTo>
                  <a:lnTo>
                    <a:pt x="8736080" y="1823337"/>
                  </a:lnTo>
                  <a:lnTo>
                    <a:pt x="8774605" y="1729574"/>
                  </a:lnTo>
                  <a:lnTo>
                    <a:pt x="8813138" y="1635602"/>
                  </a:lnTo>
                  <a:lnTo>
                    <a:pt x="8851656" y="1541992"/>
                  </a:lnTo>
                  <a:lnTo>
                    <a:pt x="8890141" y="1449307"/>
                  </a:lnTo>
                  <a:lnTo>
                    <a:pt x="8928578" y="1358084"/>
                  </a:lnTo>
                  <a:lnTo>
                    <a:pt x="8966960" y="1268825"/>
                  </a:lnTo>
                  <a:lnTo>
                    <a:pt x="9005296" y="1181987"/>
                  </a:lnTo>
                  <a:lnTo>
                    <a:pt x="9043608" y="1097969"/>
                  </a:lnTo>
                  <a:lnTo>
                    <a:pt x="9081934" y="1017108"/>
                  </a:lnTo>
                  <a:lnTo>
                    <a:pt x="9120337" y="939678"/>
                  </a:lnTo>
                  <a:lnTo>
                    <a:pt x="9158899" y="865881"/>
                  </a:lnTo>
                  <a:lnTo>
                    <a:pt x="9197730" y="795857"/>
                  </a:lnTo>
                  <a:lnTo>
                    <a:pt x="9236972" y="729679"/>
                  </a:lnTo>
                  <a:lnTo>
                    <a:pt x="9276796" y="667361"/>
                  </a:lnTo>
                  <a:lnTo>
                    <a:pt x="9317416" y="608862"/>
                  </a:lnTo>
                  <a:lnTo>
                    <a:pt x="9347647" y="568608"/>
                  </a:lnTo>
                  <a:lnTo>
                    <a:pt x="9398230" y="507398"/>
                  </a:lnTo>
                  <a:lnTo>
                    <a:pt x="9451130" y="451368"/>
                  </a:lnTo>
                  <a:lnTo>
                    <a:pt x="9506980" y="400344"/>
                  </a:lnTo>
                  <a:lnTo>
                    <a:pt x="9566473" y="353988"/>
                  </a:lnTo>
                  <a:lnTo>
                    <a:pt x="9630332" y="311887"/>
                  </a:lnTo>
                  <a:lnTo>
                    <a:pt x="9699270" y="273613"/>
                  </a:lnTo>
                  <a:lnTo>
                    <a:pt x="9773943" y="238759"/>
                  </a:lnTo>
                  <a:lnTo>
                    <a:pt x="9854897" y="206963"/>
                  </a:lnTo>
                  <a:lnTo>
                    <a:pt x="9942488" y="177921"/>
                  </a:lnTo>
                  <a:lnTo>
                    <a:pt x="10036778" y="151393"/>
                  </a:lnTo>
                  <a:lnTo>
                    <a:pt x="10137424" y="127210"/>
                  </a:lnTo>
                  <a:lnTo>
                    <a:pt x="10243539" y="105268"/>
                  </a:lnTo>
                  <a:lnTo>
                    <a:pt x="10353579" y="85529"/>
                  </a:lnTo>
                  <a:lnTo>
                    <a:pt x="10465268" y="68003"/>
                  </a:lnTo>
                  <a:lnTo>
                    <a:pt x="10575620" y="52731"/>
                  </a:lnTo>
                  <a:lnTo>
                    <a:pt x="10681094" y="39759"/>
                  </a:lnTo>
                  <a:lnTo>
                    <a:pt x="10777915" y="29102"/>
                  </a:lnTo>
                  <a:lnTo>
                    <a:pt x="10862534" y="20715"/>
                  </a:lnTo>
                  <a:lnTo>
                    <a:pt x="10932151" y="14469"/>
                  </a:lnTo>
                  <a:lnTo>
                    <a:pt x="10985195" y="10142"/>
                  </a:lnTo>
                  <a:lnTo>
                    <a:pt x="11021640" y="7429"/>
                  </a:lnTo>
                  <a:lnTo>
                    <a:pt x="11043092" y="5968"/>
                  </a:lnTo>
                  <a:lnTo>
                    <a:pt x="11052681" y="536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38" y="59"/>
                  </a:lnTo>
                  <a:lnTo>
                    <a:pt x="11046878" y="484"/>
                  </a:lnTo>
                  <a:lnTo>
                    <a:pt x="11029205" y="1659"/>
                  </a:lnTo>
                  <a:lnTo>
                    <a:pt x="10997288" y="3975"/>
                  </a:lnTo>
                  <a:lnTo>
                    <a:pt x="10949066" y="7805"/>
                  </a:lnTo>
                  <a:lnTo>
                    <a:pt x="10884098" y="13475"/>
                  </a:lnTo>
                  <a:lnTo>
                    <a:pt x="10803536" y="21232"/>
                  </a:lnTo>
                  <a:lnTo>
                    <a:pt x="10709869" y="31231"/>
                  </a:lnTo>
                  <a:lnTo>
                    <a:pt x="10606487" y="43539"/>
                  </a:lnTo>
                  <a:lnTo>
                    <a:pt x="10497153" y="58156"/>
                  </a:lnTo>
                  <a:lnTo>
                    <a:pt x="10385513" y="75042"/>
                  </a:lnTo>
                  <a:lnTo>
                    <a:pt x="10274736" y="94150"/>
                  </a:lnTo>
                  <a:lnTo>
                    <a:pt x="10167307" y="115459"/>
                  </a:lnTo>
                  <a:lnTo>
                    <a:pt x="10064978" y="138993"/>
                  </a:lnTo>
                  <a:lnTo>
                    <a:pt x="9968811" y="164835"/>
                  </a:lnTo>
                  <a:lnTo>
                    <a:pt x="9879293" y="193136"/>
                  </a:lnTo>
                  <a:lnTo>
                    <a:pt x="9796464" y="224115"/>
                  </a:lnTo>
                  <a:lnTo>
                    <a:pt x="9720041" y="258058"/>
                  </a:lnTo>
                  <a:lnTo>
                    <a:pt x="9649525" y="295314"/>
                  </a:lnTo>
                  <a:lnTo>
                    <a:pt x="9584282" y="336276"/>
                  </a:lnTo>
                  <a:lnTo>
                    <a:pt x="9523613" y="381369"/>
                  </a:lnTo>
                  <a:lnTo>
                    <a:pt x="9466793" y="431017"/>
                  </a:lnTo>
                  <a:lnTo>
                    <a:pt x="9413116" y="485587"/>
                  </a:lnTo>
                  <a:lnTo>
                    <a:pt x="9361929" y="545310"/>
                  </a:lnTo>
                  <a:lnTo>
                    <a:pt x="9347647" y="563368"/>
                  </a:lnTo>
                  <a:lnTo>
                    <a:pt x="9306289" y="619138"/>
                  </a:lnTo>
                  <a:lnTo>
                    <a:pt x="9265909" y="678667"/>
                  </a:lnTo>
                  <a:lnTo>
                    <a:pt x="9226263" y="742032"/>
                  </a:lnTo>
                  <a:lnTo>
                    <a:pt x="9187148" y="809259"/>
                  </a:lnTo>
                  <a:lnTo>
                    <a:pt x="9148402" y="880318"/>
                  </a:lnTo>
                  <a:lnTo>
                    <a:pt x="9109894" y="955118"/>
                  </a:lnTo>
                  <a:lnTo>
                    <a:pt x="9071519" y="1033503"/>
                  </a:lnTo>
                  <a:lnTo>
                    <a:pt x="9033202" y="1115251"/>
                  </a:lnTo>
                  <a:lnTo>
                    <a:pt x="8994887" y="1200071"/>
                  </a:lnTo>
                  <a:lnTo>
                    <a:pt x="8956539" y="1287609"/>
                  </a:lnTo>
                  <a:lnTo>
                    <a:pt x="8918142" y="1377449"/>
                  </a:lnTo>
                  <a:lnTo>
                    <a:pt x="8879692" y="1469120"/>
                  </a:lnTo>
                  <a:lnTo>
                    <a:pt x="8841196" y="1562111"/>
                  </a:lnTo>
                  <a:lnTo>
                    <a:pt x="8802671" y="1655875"/>
                  </a:lnTo>
                  <a:lnTo>
                    <a:pt x="8764139" y="1749847"/>
                  </a:lnTo>
                  <a:lnTo>
                    <a:pt x="8725620" y="1843456"/>
                  </a:lnTo>
                  <a:lnTo>
                    <a:pt x="8687135" y="1936142"/>
                  </a:lnTo>
                  <a:lnTo>
                    <a:pt x="8648699" y="2027365"/>
                  </a:lnTo>
                  <a:lnTo>
                    <a:pt x="8610316" y="2116623"/>
                  </a:lnTo>
                  <a:lnTo>
                    <a:pt x="8571980" y="2203462"/>
                  </a:lnTo>
                  <a:lnTo>
                    <a:pt x="8533669" y="2287480"/>
                  </a:lnTo>
                  <a:lnTo>
                    <a:pt x="8495342" y="2368340"/>
                  </a:lnTo>
                  <a:lnTo>
                    <a:pt x="8456940" y="2445771"/>
                  </a:lnTo>
                  <a:lnTo>
                    <a:pt x="8418378" y="2519567"/>
                  </a:lnTo>
                  <a:lnTo>
                    <a:pt x="8379546" y="2589591"/>
                  </a:lnTo>
                  <a:lnTo>
                    <a:pt x="8340305" y="2655770"/>
                  </a:lnTo>
                  <a:lnTo>
                    <a:pt x="8300480" y="2718088"/>
                  </a:lnTo>
                  <a:lnTo>
                    <a:pt x="8259861" y="2776587"/>
                  </a:lnTo>
                  <a:lnTo>
                    <a:pt x="8229629" y="2816840"/>
                  </a:lnTo>
                  <a:lnTo>
                    <a:pt x="8179046" y="2878050"/>
                  </a:lnTo>
                  <a:lnTo>
                    <a:pt x="8126146" y="2934081"/>
                  </a:lnTo>
                  <a:lnTo>
                    <a:pt x="8070297" y="2985104"/>
                  </a:lnTo>
                  <a:lnTo>
                    <a:pt x="8010804" y="3031460"/>
                  </a:lnTo>
                  <a:lnTo>
                    <a:pt x="7946944" y="3073561"/>
                  </a:lnTo>
                  <a:lnTo>
                    <a:pt x="7878007" y="3111836"/>
                  </a:lnTo>
                  <a:lnTo>
                    <a:pt x="7803333" y="3146690"/>
                  </a:lnTo>
                  <a:lnTo>
                    <a:pt x="7722379" y="3178486"/>
                  </a:lnTo>
                  <a:lnTo>
                    <a:pt x="7634789" y="3207528"/>
                  </a:lnTo>
                  <a:lnTo>
                    <a:pt x="7540498" y="3234056"/>
                  </a:lnTo>
                  <a:lnTo>
                    <a:pt x="7439853" y="3258239"/>
                  </a:lnTo>
                  <a:lnTo>
                    <a:pt x="7333737" y="3280180"/>
                  </a:lnTo>
                  <a:lnTo>
                    <a:pt x="7223697" y="3299920"/>
                  </a:lnTo>
                  <a:lnTo>
                    <a:pt x="7112008" y="3317446"/>
                  </a:lnTo>
                  <a:lnTo>
                    <a:pt x="7001657" y="3332718"/>
                  </a:lnTo>
                  <a:lnTo>
                    <a:pt x="6896183" y="3345690"/>
                  </a:lnTo>
                  <a:lnTo>
                    <a:pt x="6799361" y="3356347"/>
                  </a:lnTo>
                  <a:lnTo>
                    <a:pt x="6714742" y="3364733"/>
                  </a:lnTo>
                  <a:lnTo>
                    <a:pt x="6645126" y="3370980"/>
                  </a:lnTo>
                  <a:lnTo>
                    <a:pt x="6592081" y="3375307"/>
                  </a:lnTo>
                  <a:lnTo>
                    <a:pt x="6555637" y="3378019"/>
                  </a:lnTo>
                  <a:lnTo>
                    <a:pt x="6534185" y="3379481"/>
                  </a:lnTo>
                  <a:lnTo>
                    <a:pt x="6524595" y="3380081"/>
                  </a:lnTo>
                  <a:lnTo>
                    <a:pt x="6522385" y="3380208"/>
                  </a:lnTo>
                  <a:lnTo>
                    <a:pt x="5527445" y="3380208"/>
                  </a:lnTo>
                  <a:lnTo>
                    <a:pt x="5526311" y="3380218"/>
                  </a:lnTo>
                  <a:lnTo>
                    <a:pt x="5518823" y="3380283"/>
                  </a:lnTo>
                  <a:lnTo>
                    <a:pt x="5499848" y="3380464"/>
                  </a:lnTo>
                  <a:lnTo>
                    <a:pt x="5465673" y="3380821"/>
                  </a:lnTo>
                  <a:lnTo>
                    <a:pt x="5414227" y="3381410"/>
                  </a:lnTo>
                  <a:lnTo>
                    <a:pt x="5345239" y="3382281"/>
                  </a:lnTo>
                  <a:lnTo>
                    <a:pt x="5260173" y="3383469"/>
                  </a:lnTo>
                  <a:lnTo>
                    <a:pt x="5161913" y="3384996"/>
                  </a:lnTo>
                  <a:lnTo>
                    <a:pt x="5054231" y="3386870"/>
                  </a:lnTo>
                  <a:lnTo>
                    <a:pt x="4941199" y="3389090"/>
                  </a:lnTo>
                  <a:lnTo>
                    <a:pt x="4826652" y="3391648"/>
                  </a:lnTo>
                  <a:lnTo>
                    <a:pt x="4713824" y="3394538"/>
                  </a:lnTo>
                  <a:lnTo>
                    <a:pt x="4605162" y="3397759"/>
                  </a:lnTo>
                  <a:lnTo>
                    <a:pt x="4502308" y="3401317"/>
                  </a:lnTo>
                  <a:lnTo>
                    <a:pt x="4406180" y="3405228"/>
                  </a:lnTo>
                  <a:lnTo>
                    <a:pt x="4317109" y="3409519"/>
                  </a:lnTo>
                  <a:lnTo>
                    <a:pt x="4234985" y="3414228"/>
                  </a:lnTo>
                  <a:lnTo>
                    <a:pt x="4159392" y="3419404"/>
                  </a:lnTo>
                  <a:lnTo>
                    <a:pt x="4089717" y="3425104"/>
                  </a:lnTo>
                  <a:lnTo>
                    <a:pt x="4025237" y="3431390"/>
                  </a:lnTo>
                  <a:lnTo>
                    <a:pt x="3965177" y="3438329"/>
                  </a:lnTo>
                  <a:lnTo>
                    <a:pt x="3908762" y="3445983"/>
                  </a:lnTo>
                  <a:lnTo>
                    <a:pt x="3855258" y="3454398"/>
                  </a:lnTo>
                  <a:lnTo>
                    <a:pt x="3820202" y="3460565"/>
                  </a:lnTo>
                  <a:lnTo>
                    <a:pt x="3759738" y="3472447"/>
                  </a:lnTo>
                  <a:lnTo>
                    <a:pt x="3701138" y="3485501"/>
                  </a:lnTo>
                  <a:lnTo>
                    <a:pt x="3643720" y="3499744"/>
                  </a:lnTo>
                  <a:lnTo>
                    <a:pt x="3586980" y="3515157"/>
                  </a:lnTo>
                  <a:lnTo>
                    <a:pt x="3530559" y="3531682"/>
                  </a:lnTo>
                  <a:lnTo>
                    <a:pt x="3474219" y="3549212"/>
                  </a:lnTo>
                  <a:lnTo>
                    <a:pt x="3417824" y="3567599"/>
                  </a:lnTo>
                  <a:lnTo>
                    <a:pt x="3361318" y="3586654"/>
                  </a:lnTo>
                  <a:lnTo>
                    <a:pt x="3304710" y="3606153"/>
                  </a:lnTo>
                  <a:lnTo>
                    <a:pt x="3248051" y="3625850"/>
                  </a:lnTo>
                  <a:lnTo>
                    <a:pt x="3191408" y="3645486"/>
                  </a:lnTo>
                  <a:lnTo>
                    <a:pt x="3134843" y="3664809"/>
                  </a:lnTo>
                  <a:lnTo>
                    <a:pt x="3078391" y="3683580"/>
                  </a:lnTo>
                  <a:lnTo>
                    <a:pt x="3022033" y="3701591"/>
                  </a:lnTo>
                  <a:lnTo>
                    <a:pt x="2965678" y="3718671"/>
                  </a:lnTo>
                  <a:lnTo>
                    <a:pt x="2909146" y="3734690"/>
                  </a:lnTo>
                  <a:lnTo>
                    <a:pt x="2852144" y="3749566"/>
                  </a:lnTo>
                  <a:lnTo>
                    <a:pt x="2794250" y="3763257"/>
                  </a:lnTo>
                  <a:lnTo>
                    <a:pt x="2734883" y="3775763"/>
                  </a:lnTo>
                  <a:lnTo>
                    <a:pt x="2702183" y="3781990"/>
                  </a:lnTo>
                  <a:lnTo>
                    <a:pt x="2650277" y="3790935"/>
                  </a:lnTo>
                  <a:lnTo>
                    <a:pt x="2595917" y="3799103"/>
                  </a:lnTo>
                  <a:lnTo>
                    <a:pt x="2538419" y="3806522"/>
                  </a:lnTo>
                  <a:lnTo>
                    <a:pt x="2477029" y="3813245"/>
                  </a:lnTo>
                  <a:lnTo>
                    <a:pt x="2410969" y="3819336"/>
                  </a:lnTo>
                  <a:lnTo>
                    <a:pt x="2339475" y="3824862"/>
                  </a:lnTo>
                  <a:lnTo>
                    <a:pt x="2261851" y="3829882"/>
                  </a:lnTo>
                  <a:lnTo>
                    <a:pt x="2177536" y="3834453"/>
                  </a:lnTo>
                  <a:lnTo>
                    <a:pt x="2086200" y="3838619"/>
                  </a:lnTo>
                  <a:lnTo>
                    <a:pt x="1987858" y="3842415"/>
                  </a:lnTo>
                  <a:lnTo>
                    <a:pt x="1883013" y="3845863"/>
                  </a:lnTo>
                  <a:lnTo>
                    <a:pt x="1772802" y="3848978"/>
                  </a:lnTo>
                  <a:lnTo>
                    <a:pt x="1659117" y="3851762"/>
                  </a:lnTo>
                  <a:lnTo>
                    <a:pt x="1544669" y="3854213"/>
                  </a:lnTo>
                  <a:lnTo>
                    <a:pt x="1432912" y="3856323"/>
                  </a:lnTo>
                  <a:lnTo>
                    <a:pt x="1327805" y="3858086"/>
                  </a:lnTo>
                  <a:lnTo>
                    <a:pt x="1233388" y="3859503"/>
                  </a:lnTo>
                  <a:lnTo>
                    <a:pt x="1153213" y="3860587"/>
                  </a:lnTo>
                  <a:lnTo>
                    <a:pt x="1089760" y="3861363"/>
                  </a:lnTo>
                  <a:lnTo>
                    <a:pt x="1043959" y="3861871"/>
                  </a:lnTo>
                  <a:lnTo>
                    <a:pt x="1014957" y="3862165"/>
                  </a:lnTo>
                  <a:lnTo>
                    <a:pt x="1000134" y="3862303"/>
                  </a:lnTo>
                  <a:lnTo>
                    <a:pt x="995302" y="3862344"/>
                  </a:lnTo>
                  <a:lnTo>
                    <a:pt x="994940" y="3862347"/>
                  </a:lnTo>
                  <a:lnTo>
                    <a:pt x="0" y="3862347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05" name="pl1704"/>
            <p:cNvSpPr/>
            <p:nvPr/>
          </p:nvSpPr>
          <p:spPr>
            <a:xfrm>
              <a:off x="1199187" y="1849779"/>
              <a:ext cx="12049831" cy="3862347"/>
            </a:xfrm>
            <a:custGeom>
              <a:avLst/>
              <a:pathLst>
                <a:path w="12049831" h="3862347">
                  <a:moveTo>
                    <a:pt x="0" y="3862347"/>
                  </a:moveTo>
                  <a:lnTo>
                    <a:pt x="994940" y="3862347"/>
                  </a:lnTo>
                  <a:lnTo>
                    <a:pt x="996074" y="3862338"/>
                  </a:lnTo>
                  <a:lnTo>
                    <a:pt x="1003562" y="3862272"/>
                  </a:lnTo>
                  <a:lnTo>
                    <a:pt x="1022537" y="3862091"/>
                  </a:lnTo>
                  <a:lnTo>
                    <a:pt x="1056712" y="3861735"/>
                  </a:lnTo>
                  <a:lnTo>
                    <a:pt x="1108158" y="3861145"/>
                  </a:lnTo>
                  <a:lnTo>
                    <a:pt x="1177146" y="3860275"/>
                  </a:lnTo>
                  <a:lnTo>
                    <a:pt x="1262212" y="3859087"/>
                  </a:lnTo>
                  <a:lnTo>
                    <a:pt x="1360472" y="3857559"/>
                  </a:lnTo>
                  <a:lnTo>
                    <a:pt x="1468154" y="3855685"/>
                  </a:lnTo>
                  <a:lnTo>
                    <a:pt x="1581186" y="3853465"/>
                  </a:lnTo>
                  <a:lnTo>
                    <a:pt x="1695733" y="3850907"/>
                  </a:lnTo>
                  <a:lnTo>
                    <a:pt x="1808561" y="3848017"/>
                  </a:lnTo>
                  <a:lnTo>
                    <a:pt x="1917223" y="3844796"/>
                  </a:lnTo>
                  <a:lnTo>
                    <a:pt x="2020077" y="3841239"/>
                  </a:lnTo>
                  <a:lnTo>
                    <a:pt x="2116205" y="3837328"/>
                  </a:lnTo>
                  <a:lnTo>
                    <a:pt x="2205276" y="3833036"/>
                  </a:lnTo>
                  <a:lnTo>
                    <a:pt x="2287400" y="3828327"/>
                  </a:lnTo>
                  <a:lnTo>
                    <a:pt x="2362993" y="3823151"/>
                  </a:lnTo>
                  <a:lnTo>
                    <a:pt x="2432668" y="3817451"/>
                  </a:lnTo>
                  <a:lnTo>
                    <a:pt x="2497148" y="3811165"/>
                  </a:lnTo>
                  <a:lnTo>
                    <a:pt x="2557208" y="3804226"/>
                  </a:lnTo>
                  <a:lnTo>
                    <a:pt x="2613623" y="3796572"/>
                  </a:lnTo>
                  <a:lnTo>
                    <a:pt x="2667127" y="3788157"/>
                  </a:lnTo>
                  <a:lnTo>
                    <a:pt x="2702183" y="3781990"/>
                  </a:lnTo>
                  <a:lnTo>
                    <a:pt x="2762647" y="3770108"/>
                  </a:lnTo>
                  <a:lnTo>
                    <a:pt x="2821247" y="3757055"/>
                  </a:lnTo>
                  <a:lnTo>
                    <a:pt x="2878665" y="3742812"/>
                  </a:lnTo>
                  <a:lnTo>
                    <a:pt x="2935405" y="3727398"/>
                  </a:lnTo>
                  <a:lnTo>
                    <a:pt x="2991826" y="3710874"/>
                  </a:lnTo>
                  <a:lnTo>
                    <a:pt x="3048166" y="3693343"/>
                  </a:lnTo>
                  <a:lnTo>
                    <a:pt x="3104561" y="3674956"/>
                  </a:lnTo>
                  <a:lnTo>
                    <a:pt x="3161067" y="3655901"/>
                  </a:lnTo>
                  <a:lnTo>
                    <a:pt x="3217675" y="3636402"/>
                  </a:lnTo>
                  <a:lnTo>
                    <a:pt x="3274334" y="3616706"/>
                  </a:lnTo>
                  <a:lnTo>
                    <a:pt x="3330977" y="3597069"/>
                  </a:lnTo>
                  <a:lnTo>
                    <a:pt x="3387542" y="3577746"/>
                  </a:lnTo>
                  <a:lnTo>
                    <a:pt x="3443994" y="3558975"/>
                  </a:lnTo>
                  <a:lnTo>
                    <a:pt x="3500352" y="3540964"/>
                  </a:lnTo>
                  <a:lnTo>
                    <a:pt x="3556707" y="3523885"/>
                  </a:lnTo>
                  <a:lnTo>
                    <a:pt x="3613239" y="3507865"/>
                  </a:lnTo>
                  <a:lnTo>
                    <a:pt x="3670241" y="3492990"/>
                  </a:lnTo>
                  <a:lnTo>
                    <a:pt x="3728135" y="3479298"/>
                  </a:lnTo>
                  <a:lnTo>
                    <a:pt x="3787502" y="3466793"/>
                  </a:lnTo>
                  <a:lnTo>
                    <a:pt x="3820202" y="3460565"/>
                  </a:lnTo>
                  <a:lnTo>
                    <a:pt x="3872108" y="3451620"/>
                  </a:lnTo>
                  <a:lnTo>
                    <a:pt x="3926468" y="3443452"/>
                  </a:lnTo>
                  <a:lnTo>
                    <a:pt x="3983966" y="3436034"/>
                  </a:lnTo>
                  <a:lnTo>
                    <a:pt x="4045356" y="3429310"/>
                  </a:lnTo>
                  <a:lnTo>
                    <a:pt x="4111416" y="3423219"/>
                  </a:lnTo>
                  <a:lnTo>
                    <a:pt x="4182910" y="3417694"/>
                  </a:lnTo>
                  <a:lnTo>
                    <a:pt x="4260534" y="3412673"/>
                  </a:lnTo>
                  <a:lnTo>
                    <a:pt x="4344849" y="3408102"/>
                  </a:lnTo>
                  <a:lnTo>
                    <a:pt x="4436185" y="3403936"/>
                  </a:lnTo>
                  <a:lnTo>
                    <a:pt x="4534527" y="3400141"/>
                  </a:lnTo>
                  <a:lnTo>
                    <a:pt x="4639372" y="3396692"/>
                  </a:lnTo>
                  <a:lnTo>
                    <a:pt x="4749583" y="3393577"/>
                  </a:lnTo>
                  <a:lnTo>
                    <a:pt x="4863268" y="3390793"/>
                  </a:lnTo>
                  <a:lnTo>
                    <a:pt x="4977716" y="3388342"/>
                  </a:lnTo>
                  <a:lnTo>
                    <a:pt x="5089473" y="3386233"/>
                  </a:lnTo>
                  <a:lnTo>
                    <a:pt x="5194580" y="3384469"/>
                  </a:lnTo>
                  <a:lnTo>
                    <a:pt x="5288997" y="3383052"/>
                  </a:lnTo>
                  <a:lnTo>
                    <a:pt x="5369172" y="3381969"/>
                  </a:lnTo>
                  <a:lnTo>
                    <a:pt x="5432625" y="3381193"/>
                  </a:lnTo>
                  <a:lnTo>
                    <a:pt x="5478426" y="3380684"/>
                  </a:lnTo>
                  <a:lnTo>
                    <a:pt x="5507428" y="3380390"/>
                  </a:lnTo>
                  <a:lnTo>
                    <a:pt x="5522251" y="3380253"/>
                  </a:lnTo>
                  <a:lnTo>
                    <a:pt x="5527083" y="3380211"/>
                  </a:lnTo>
                  <a:lnTo>
                    <a:pt x="5527445" y="3380208"/>
                  </a:lnTo>
                  <a:lnTo>
                    <a:pt x="6522385" y="3380208"/>
                  </a:lnTo>
                  <a:lnTo>
                    <a:pt x="6523439" y="3380149"/>
                  </a:lnTo>
                  <a:lnTo>
                    <a:pt x="6530398" y="3379724"/>
                  </a:lnTo>
                  <a:lnTo>
                    <a:pt x="6548072" y="3378549"/>
                  </a:lnTo>
                  <a:lnTo>
                    <a:pt x="6579989" y="3376233"/>
                  </a:lnTo>
                  <a:lnTo>
                    <a:pt x="6628210" y="3372403"/>
                  </a:lnTo>
                  <a:lnTo>
                    <a:pt x="6693178" y="3366733"/>
                  </a:lnTo>
                  <a:lnTo>
                    <a:pt x="6773741" y="3358976"/>
                  </a:lnTo>
                  <a:lnTo>
                    <a:pt x="6867408" y="3348977"/>
                  </a:lnTo>
                  <a:lnTo>
                    <a:pt x="6970790" y="3336669"/>
                  </a:lnTo>
                  <a:lnTo>
                    <a:pt x="7080124" y="3322052"/>
                  </a:lnTo>
                  <a:lnTo>
                    <a:pt x="7191764" y="3305166"/>
                  </a:lnTo>
                  <a:lnTo>
                    <a:pt x="7302541" y="3286058"/>
                  </a:lnTo>
                  <a:lnTo>
                    <a:pt x="7409969" y="3264749"/>
                  </a:lnTo>
                  <a:lnTo>
                    <a:pt x="7512299" y="3241215"/>
                  </a:lnTo>
                  <a:lnTo>
                    <a:pt x="7608466" y="3215373"/>
                  </a:lnTo>
                  <a:lnTo>
                    <a:pt x="7697984" y="3187072"/>
                  </a:lnTo>
                  <a:lnTo>
                    <a:pt x="7780812" y="3156093"/>
                  </a:lnTo>
                  <a:lnTo>
                    <a:pt x="7857235" y="3122149"/>
                  </a:lnTo>
                  <a:lnTo>
                    <a:pt x="7927752" y="3084894"/>
                  </a:lnTo>
                  <a:lnTo>
                    <a:pt x="7992994" y="3043932"/>
                  </a:lnTo>
                  <a:lnTo>
                    <a:pt x="8053664" y="2998839"/>
                  </a:lnTo>
                  <a:lnTo>
                    <a:pt x="8110484" y="2949191"/>
                  </a:lnTo>
                  <a:lnTo>
                    <a:pt x="8164160" y="2894621"/>
                  </a:lnTo>
                  <a:lnTo>
                    <a:pt x="8215347" y="2834898"/>
                  </a:lnTo>
                  <a:lnTo>
                    <a:pt x="8229629" y="2816840"/>
                  </a:lnTo>
                  <a:lnTo>
                    <a:pt x="8270987" y="2761070"/>
                  </a:lnTo>
                  <a:lnTo>
                    <a:pt x="8311367" y="2701541"/>
                  </a:lnTo>
                  <a:lnTo>
                    <a:pt x="8351014" y="2638176"/>
                  </a:lnTo>
                  <a:lnTo>
                    <a:pt x="8390128" y="2570949"/>
                  </a:lnTo>
                  <a:lnTo>
                    <a:pt x="8428874" y="2499890"/>
                  </a:lnTo>
                  <a:lnTo>
                    <a:pt x="8467383" y="2425090"/>
                  </a:lnTo>
                  <a:lnTo>
                    <a:pt x="8505757" y="2346705"/>
                  </a:lnTo>
                  <a:lnTo>
                    <a:pt x="8544075" y="2264957"/>
                  </a:lnTo>
                  <a:lnTo>
                    <a:pt x="8582390" y="2180137"/>
                  </a:lnTo>
                  <a:lnTo>
                    <a:pt x="8620737" y="2092599"/>
                  </a:lnTo>
                  <a:lnTo>
                    <a:pt x="8659134" y="2002759"/>
                  </a:lnTo>
                  <a:lnTo>
                    <a:pt x="8697585" y="1911088"/>
                  </a:lnTo>
                  <a:lnTo>
                    <a:pt x="8736080" y="1818097"/>
                  </a:lnTo>
                  <a:lnTo>
                    <a:pt x="8774605" y="1724333"/>
                  </a:lnTo>
                  <a:lnTo>
                    <a:pt x="8813138" y="1630361"/>
                  </a:lnTo>
                  <a:lnTo>
                    <a:pt x="8851656" y="1536752"/>
                  </a:lnTo>
                  <a:lnTo>
                    <a:pt x="8890141" y="1444066"/>
                  </a:lnTo>
                  <a:lnTo>
                    <a:pt x="8928578" y="1352843"/>
                  </a:lnTo>
                  <a:lnTo>
                    <a:pt x="8966960" y="1263585"/>
                  </a:lnTo>
                  <a:lnTo>
                    <a:pt x="9005296" y="1176746"/>
                  </a:lnTo>
                  <a:lnTo>
                    <a:pt x="9043608" y="1092728"/>
                  </a:lnTo>
                  <a:lnTo>
                    <a:pt x="9081934" y="1011868"/>
                  </a:lnTo>
                  <a:lnTo>
                    <a:pt x="9120337" y="934437"/>
                  </a:lnTo>
                  <a:lnTo>
                    <a:pt x="9158899" y="860641"/>
                  </a:lnTo>
                  <a:lnTo>
                    <a:pt x="9197730" y="790617"/>
                  </a:lnTo>
                  <a:lnTo>
                    <a:pt x="9236972" y="724438"/>
                  </a:lnTo>
                  <a:lnTo>
                    <a:pt x="9276796" y="662120"/>
                  </a:lnTo>
                  <a:lnTo>
                    <a:pt x="9317416" y="603621"/>
                  </a:lnTo>
                  <a:lnTo>
                    <a:pt x="9347647" y="563368"/>
                  </a:lnTo>
                  <a:lnTo>
                    <a:pt x="9398230" y="502158"/>
                  </a:lnTo>
                  <a:lnTo>
                    <a:pt x="9451130" y="446127"/>
                  </a:lnTo>
                  <a:lnTo>
                    <a:pt x="9506980" y="395104"/>
                  </a:lnTo>
                  <a:lnTo>
                    <a:pt x="9566473" y="348748"/>
                  </a:lnTo>
                  <a:lnTo>
                    <a:pt x="9630332" y="306647"/>
                  </a:lnTo>
                  <a:lnTo>
                    <a:pt x="9699270" y="268372"/>
                  </a:lnTo>
                  <a:lnTo>
                    <a:pt x="9773943" y="233518"/>
                  </a:lnTo>
                  <a:lnTo>
                    <a:pt x="9854897" y="201722"/>
                  </a:lnTo>
                  <a:lnTo>
                    <a:pt x="9942488" y="172680"/>
                  </a:lnTo>
                  <a:lnTo>
                    <a:pt x="10036778" y="146152"/>
                  </a:lnTo>
                  <a:lnTo>
                    <a:pt x="10137424" y="121969"/>
                  </a:lnTo>
                  <a:lnTo>
                    <a:pt x="10243539" y="100028"/>
                  </a:lnTo>
                  <a:lnTo>
                    <a:pt x="10353579" y="80288"/>
                  </a:lnTo>
                  <a:lnTo>
                    <a:pt x="10465268" y="62762"/>
                  </a:lnTo>
                  <a:lnTo>
                    <a:pt x="10575620" y="47490"/>
                  </a:lnTo>
                  <a:lnTo>
                    <a:pt x="10681094" y="34518"/>
                  </a:lnTo>
                  <a:lnTo>
                    <a:pt x="10777915" y="23861"/>
                  </a:lnTo>
                  <a:lnTo>
                    <a:pt x="10862534" y="15475"/>
                  </a:lnTo>
                  <a:lnTo>
                    <a:pt x="10932151" y="9228"/>
                  </a:lnTo>
                  <a:lnTo>
                    <a:pt x="10985195" y="4901"/>
                  </a:lnTo>
                  <a:lnTo>
                    <a:pt x="11021640" y="2189"/>
                  </a:lnTo>
                  <a:lnTo>
                    <a:pt x="11043092" y="727"/>
                  </a:lnTo>
                  <a:lnTo>
                    <a:pt x="11052681" y="127"/>
                  </a:lnTo>
                  <a:lnTo>
                    <a:pt x="11054865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6" name="pl1705"/>
            <p:cNvSpPr/>
            <p:nvPr/>
          </p:nvSpPr>
          <p:spPr>
            <a:xfrm>
              <a:off x="1199187" y="1844538"/>
              <a:ext cx="12049831" cy="3862347"/>
            </a:xfrm>
            <a:custGeom>
              <a:avLst/>
              <a:pathLst>
                <a:path w="12049831" h="3862347">
                  <a:moveTo>
                    <a:pt x="12049831" y="0"/>
                  </a:moveTo>
                  <a:lnTo>
                    <a:pt x="11054891" y="0"/>
                  </a:lnTo>
                  <a:lnTo>
                    <a:pt x="11053838" y="59"/>
                  </a:lnTo>
                  <a:lnTo>
                    <a:pt x="11046878" y="484"/>
                  </a:lnTo>
                  <a:lnTo>
                    <a:pt x="11029205" y="1659"/>
                  </a:lnTo>
                  <a:lnTo>
                    <a:pt x="10997288" y="3975"/>
                  </a:lnTo>
                  <a:lnTo>
                    <a:pt x="10949066" y="7805"/>
                  </a:lnTo>
                  <a:lnTo>
                    <a:pt x="10884098" y="13475"/>
                  </a:lnTo>
                  <a:lnTo>
                    <a:pt x="10803536" y="21232"/>
                  </a:lnTo>
                  <a:lnTo>
                    <a:pt x="10709869" y="31231"/>
                  </a:lnTo>
                  <a:lnTo>
                    <a:pt x="10606487" y="43539"/>
                  </a:lnTo>
                  <a:lnTo>
                    <a:pt x="10497153" y="58156"/>
                  </a:lnTo>
                  <a:lnTo>
                    <a:pt x="10385513" y="75042"/>
                  </a:lnTo>
                  <a:lnTo>
                    <a:pt x="10274736" y="94150"/>
                  </a:lnTo>
                  <a:lnTo>
                    <a:pt x="10167307" y="115459"/>
                  </a:lnTo>
                  <a:lnTo>
                    <a:pt x="10064978" y="138993"/>
                  </a:lnTo>
                  <a:lnTo>
                    <a:pt x="9968811" y="164835"/>
                  </a:lnTo>
                  <a:lnTo>
                    <a:pt x="9879293" y="193136"/>
                  </a:lnTo>
                  <a:lnTo>
                    <a:pt x="9796464" y="224115"/>
                  </a:lnTo>
                  <a:lnTo>
                    <a:pt x="9720041" y="258058"/>
                  </a:lnTo>
                  <a:lnTo>
                    <a:pt x="9649525" y="295314"/>
                  </a:lnTo>
                  <a:lnTo>
                    <a:pt x="9584282" y="336276"/>
                  </a:lnTo>
                  <a:lnTo>
                    <a:pt x="9523613" y="381369"/>
                  </a:lnTo>
                  <a:lnTo>
                    <a:pt x="9466793" y="431017"/>
                  </a:lnTo>
                  <a:lnTo>
                    <a:pt x="9413116" y="485587"/>
                  </a:lnTo>
                  <a:lnTo>
                    <a:pt x="9361929" y="545310"/>
                  </a:lnTo>
                  <a:lnTo>
                    <a:pt x="9347647" y="563368"/>
                  </a:lnTo>
                  <a:lnTo>
                    <a:pt x="9306289" y="619138"/>
                  </a:lnTo>
                  <a:lnTo>
                    <a:pt x="9265909" y="678667"/>
                  </a:lnTo>
                  <a:lnTo>
                    <a:pt x="9226263" y="742032"/>
                  </a:lnTo>
                  <a:lnTo>
                    <a:pt x="9187148" y="809259"/>
                  </a:lnTo>
                  <a:lnTo>
                    <a:pt x="9148402" y="880318"/>
                  </a:lnTo>
                  <a:lnTo>
                    <a:pt x="9109894" y="955118"/>
                  </a:lnTo>
                  <a:lnTo>
                    <a:pt x="9071519" y="1033503"/>
                  </a:lnTo>
                  <a:lnTo>
                    <a:pt x="9033202" y="1115251"/>
                  </a:lnTo>
                  <a:lnTo>
                    <a:pt x="8994887" y="1200071"/>
                  </a:lnTo>
                  <a:lnTo>
                    <a:pt x="8956539" y="1287609"/>
                  </a:lnTo>
                  <a:lnTo>
                    <a:pt x="8918142" y="1377449"/>
                  </a:lnTo>
                  <a:lnTo>
                    <a:pt x="8879692" y="1469120"/>
                  </a:lnTo>
                  <a:lnTo>
                    <a:pt x="8841196" y="1562111"/>
                  </a:lnTo>
                  <a:lnTo>
                    <a:pt x="8802671" y="1655875"/>
                  </a:lnTo>
                  <a:lnTo>
                    <a:pt x="8764139" y="1749847"/>
                  </a:lnTo>
                  <a:lnTo>
                    <a:pt x="8725620" y="1843456"/>
                  </a:lnTo>
                  <a:lnTo>
                    <a:pt x="8687135" y="1936142"/>
                  </a:lnTo>
                  <a:lnTo>
                    <a:pt x="8648699" y="2027365"/>
                  </a:lnTo>
                  <a:lnTo>
                    <a:pt x="8610316" y="2116623"/>
                  </a:lnTo>
                  <a:lnTo>
                    <a:pt x="8571980" y="2203462"/>
                  </a:lnTo>
                  <a:lnTo>
                    <a:pt x="8533669" y="2287480"/>
                  </a:lnTo>
                  <a:lnTo>
                    <a:pt x="8495342" y="2368340"/>
                  </a:lnTo>
                  <a:lnTo>
                    <a:pt x="8456940" y="2445771"/>
                  </a:lnTo>
                  <a:lnTo>
                    <a:pt x="8418378" y="2519567"/>
                  </a:lnTo>
                  <a:lnTo>
                    <a:pt x="8379546" y="2589591"/>
                  </a:lnTo>
                  <a:lnTo>
                    <a:pt x="8340305" y="2655770"/>
                  </a:lnTo>
                  <a:lnTo>
                    <a:pt x="8300480" y="2718088"/>
                  </a:lnTo>
                  <a:lnTo>
                    <a:pt x="8259861" y="2776587"/>
                  </a:lnTo>
                  <a:lnTo>
                    <a:pt x="8229629" y="2816840"/>
                  </a:lnTo>
                  <a:lnTo>
                    <a:pt x="8179046" y="2878050"/>
                  </a:lnTo>
                  <a:lnTo>
                    <a:pt x="8126146" y="2934081"/>
                  </a:lnTo>
                  <a:lnTo>
                    <a:pt x="8070297" y="2985104"/>
                  </a:lnTo>
                  <a:lnTo>
                    <a:pt x="8010804" y="3031460"/>
                  </a:lnTo>
                  <a:lnTo>
                    <a:pt x="7946944" y="3073561"/>
                  </a:lnTo>
                  <a:lnTo>
                    <a:pt x="7878007" y="3111836"/>
                  </a:lnTo>
                  <a:lnTo>
                    <a:pt x="7803333" y="3146690"/>
                  </a:lnTo>
                  <a:lnTo>
                    <a:pt x="7722379" y="3178486"/>
                  </a:lnTo>
                  <a:lnTo>
                    <a:pt x="7634789" y="3207528"/>
                  </a:lnTo>
                  <a:lnTo>
                    <a:pt x="7540498" y="3234056"/>
                  </a:lnTo>
                  <a:lnTo>
                    <a:pt x="7439853" y="3258239"/>
                  </a:lnTo>
                  <a:lnTo>
                    <a:pt x="7333737" y="3280180"/>
                  </a:lnTo>
                  <a:lnTo>
                    <a:pt x="7223697" y="3299920"/>
                  </a:lnTo>
                  <a:lnTo>
                    <a:pt x="7112008" y="3317446"/>
                  </a:lnTo>
                  <a:lnTo>
                    <a:pt x="7001657" y="3332718"/>
                  </a:lnTo>
                  <a:lnTo>
                    <a:pt x="6896183" y="3345690"/>
                  </a:lnTo>
                  <a:lnTo>
                    <a:pt x="6799361" y="3356347"/>
                  </a:lnTo>
                  <a:lnTo>
                    <a:pt x="6714742" y="3364733"/>
                  </a:lnTo>
                  <a:lnTo>
                    <a:pt x="6645126" y="3370980"/>
                  </a:lnTo>
                  <a:lnTo>
                    <a:pt x="6592081" y="3375307"/>
                  </a:lnTo>
                  <a:lnTo>
                    <a:pt x="6555637" y="3378019"/>
                  </a:lnTo>
                  <a:lnTo>
                    <a:pt x="6534185" y="3379481"/>
                  </a:lnTo>
                  <a:lnTo>
                    <a:pt x="6524595" y="3380081"/>
                  </a:lnTo>
                  <a:lnTo>
                    <a:pt x="6522411" y="3380207"/>
                  </a:lnTo>
                  <a:lnTo>
                    <a:pt x="6522385" y="3380208"/>
                  </a:lnTo>
                  <a:lnTo>
                    <a:pt x="5527445" y="3380208"/>
                  </a:lnTo>
                  <a:lnTo>
                    <a:pt x="5526311" y="3380218"/>
                  </a:lnTo>
                  <a:lnTo>
                    <a:pt x="5518823" y="3380283"/>
                  </a:lnTo>
                  <a:lnTo>
                    <a:pt x="5499848" y="3380464"/>
                  </a:lnTo>
                  <a:lnTo>
                    <a:pt x="5465673" y="3380821"/>
                  </a:lnTo>
                  <a:lnTo>
                    <a:pt x="5414227" y="3381410"/>
                  </a:lnTo>
                  <a:lnTo>
                    <a:pt x="5345239" y="3382281"/>
                  </a:lnTo>
                  <a:lnTo>
                    <a:pt x="5260173" y="3383469"/>
                  </a:lnTo>
                  <a:lnTo>
                    <a:pt x="5161913" y="3384996"/>
                  </a:lnTo>
                  <a:lnTo>
                    <a:pt x="5054231" y="3386870"/>
                  </a:lnTo>
                  <a:lnTo>
                    <a:pt x="4941199" y="3389090"/>
                  </a:lnTo>
                  <a:lnTo>
                    <a:pt x="4826652" y="3391648"/>
                  </a:lnTo>
                  <a:lnTo>
                    <a:pt x="4713824" y="3394538"/>
                  </a:lnTo>
                  <a:lnTo>
                    <a:pt x="4605162" y="3397759"/>
                  </a:lnTo>
                  <a:lnTo>
                    <a:pt x="4502308" y="3401317"/>
                  </a:lnTo>
                  <a:lnTo>
                    <a:pt x="4406180" y="3405228"/>
                  </a:lnTo>
                  <a:lnTo>
                    <a:pt x="4317109" y="3409519"/>
                  </a:lnTo>
                  <a:lnTo>
                    <a:pt x="4234985" y="3414228"/>
                  </a:lnTo>
                  <a:lnTo>
                    <a:pt x="4159392" y="3419404"/>
                  </a:lnTo>
                  <a:lnTo>
                    <a:pt x="4089717" y="3425104"/>
                  </a:lnTo>
                  <a:lnTo>
                    <a:pt x="4025237" y="3431390"/>
                  </a:lnTo>
                  <a:lnTo>
                    <a:pt x="3965177" y="3438329"/>
                  </a:lnTo>
                  <a:lnTo>
                    <a:pt x="3908762" y="3445983"/>
                  </a:lnTo>
                  <a:lnTo>
                    <a:pt x="3855258" y="3454398"/>
                  </a:lnTo>
                  <a:lnTo>
                    <a:pt x="3820202" y="3460565"/>
                  </a:lnTo>
                  <a:lnTo>
                    <a:pt x="3759738" y="3472447"/>
                  </a:lnTo>
                  <a:lnTo>
                    <a:pt x="3701138" y="3485501"/>
                  </a:lnTo>
                  <a:lnTo>
                    <a:pt x="3643720" y="3499744"/>
                  </a:lnTo>
                  <a:lnTo>
                    <a:pt x="3586980" y="3515157"/>
                  </a:lnTo>
                  <a:lnTo>
                    <a:pt x="3530559" y="3531682"/>
                  </a:lnTo>
                  <a:lnTo>
                    <a:pt x="3474219" y="3549212"/>
                  </a:lnTo>
                  <a:lnTo>
                    <a:pt x="3417824" y="3567599"/>
                  </a:lnTo>
                  <a:lnTo>
                    <a:pt x="3361318" y="3586654"/>
                  </a:lnTo>
                  <a:lnTo>
                    <a:pt x="3304710" y="3606153"/>
                  </a:lnTo>
                  <a:lnTo>
                    <a:pt x="3248051" y="3625850"/>
                  </a:lnTo>
                  <a:lnTo>
                    <a:pt x="3191408" y="3645486"/>
                  </a:lnTo>
                  <a:lnTo>
                    <a:pt x="3134843" y="3664809"/>
                  </a:lnTo>
                  <a:lnTo>
                    <a:pt x="3078391" y="3683580"/>
                  </a:lnTo>
                  <a:lnTo>
                    <a:pt x="3022033" y="3701591"/>
                  </a:lnTo>
                  <a:lnTo>
                    <a:pt x="2965678" y="3718671"/>
                  </a:lnTo>
                  <a:lnTo>
                    <a:pt x="2909146" y="3734690"/>
                  </a:lnTo>
                  <a:lnTo>
                    <a:pt x="2852144" y="3749566"/>
                  </a:lnTo>
                  <a:lnTo>
                    <a:pt x="2794250" y="3763257"/>
                  </a:lnTo>
                  <a:lnTo>
                    <a:pt x="2734883" y="3775763"/>
                  </a:lnTo>
                  <a:lnTo>
                    <a:pt x="2702183" y="3781990"/>
                  </a:lnTo>
                  <a:lnTo>
                    <a:pt x="2650277" y="3790935"/>
                  </a:lnTo>
                  <a:lnTo>
                    <a:pt x="2595917" y="3799103"/>
                  </a:lnTo>
                  <a:lnTo>
                    <a:pt x="2538419" y="3806522"/>
                  </a:lnTo>
                  <a:lnTo>
                    <a:pt x="2477029" y="3813245"/>
                  </a:lnTo>
                  <a:lnTo>
                    <a:pt x="2410969" y="3819336"/>
                  </a:lnTo>
                  <a:lnTo>
                    <a:pt x="2339475" y="3824862"/>
                  </a:lnTo>
                  <a:lnTo>
                    <a:pt x="2261851" y="3829882"/>
                  </a:lnTo>
                  <a:lnTo>
                    <a:pt x="2177536" y="3834453"/>
                  </a:lnTo>
                  <a:lnTo>
                    <a:pt x="2086200" y="3838619"/>
                  </a:lnTo>
                  <a:lnTo>
                    <a:pt x="1987858" y="3842415"/>
                  </a:lnTo>
                  <a:lnTo>
                    <a:pt x="1883013" y="3845863"/>
                  </a:lnTo>
                  <a:lnTo>
                    <a:pt x="1772802" y="3848978"/>
                  </a:lnTo>
                  <a:lnTo>
                    <a:pt x="1659117" y="3851762"/>
                  </a:lnTo>
                  <a:lnTo>
                    <a:pt x="1544669" y="3854213"/>
                  </a:lnTo>
                  <a:lnTo>
                    <a:pt x="1432912" y="3856323"/>
                  </a:lnTo>
                  <a:lnTo>
                    <a:pt x="1327805" y="3858086"/>
                  </a:lnTo>
                  <a:lnTo>
                    <a:pt x="1233388" y="3859503"/>
                  </a:lnTo>
                  <a:lnTo>
                    <a:pt x="1153213" y="3860587"/>
                  </a:lnTo>
                  <a:lnTo>
                    <a:pt x="1089760" y="3861363"/>
                  </a:lnTo>
                  <a:lnTo>
                    <a:pt x="1043959" y="3861871"/>
                  </a:lnTo>
                  <a:lnTo>
                    <a:pt x="1014957" y="3862165"/>
                  </a:lnTo>
                  <a:lnTo>
                    <a:pt x="1000134" y="3862303"/>
                  </a:lnTo>
                  <a:lnTo>
                    <a:pt x="995302" y="3862344"/>
                  </a:lnTo>
                  <a:lnTo>
                    <a:pt x="994940" y="3862347"/>
                  </a:lnTo>
                  <a:lnTo>
                    <a:pt x="0" y="3862347"/>
                  </a:lnTo>
                  <a:lnTo>
                    <a:pt x="0" y="38623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7" name="pg1706"/>
            <p:cNvSpPr/>
            <p:nvPr/>
          </p:nvSpPr>
          <p:spPr>
            <a:xfrm>
              <a:off x="1199187" y="1330956"/>
              <a:ext cx="12049831" cy="4391651"/>
            </a:xfrm>
            <a:custGeom>
              <a:avLst/>
              <a:pathLst>
                <a:path w="12049831" h="4391651">
                  <a:moveTo>
                    <a:pt x="0" y="4391651"/>
                  </a:moveTo>
                  <a:lnTo>
                    <a:pt x="994940" y="4391651"/>
                  </a:lnTo>
                  <a:lnTo>
                    <a:pt x="996076" y="4391647"/>
                  </a:lnTo>
                  <a:lnTo>
                    <a:pt x="1003574" y="4391623"/>
                  </a:lnTo>
                  <a:lnTo>
                    <a:pt x="1022575" y="4391556"/>
                  </a:lnTo>
                  <a:lnTo>
                    <a:pt x="1056794" y="4391424"/>
                  </a:lnTo>
                  <a:lnTo>
                    <a:pt x="1108302" y="4391206"/>
                  </a:lnTo>
                  <a:lnTo>
                    <a:pt x="1177368" y="4390884"/>
                  </a:lnTo>
                  <a:lnTo>
                    <a:pt x="1262520" y="4390444"/>
                  </a:lnTo>
                  <a:lnTo>
                    <a:pt x="1360868" y="4389879"/>
                  </a:lnTo>
                  <a:lnTo>
                    <a:pt x="1468631" y="4389186"/>
                  </a:lnTo>
                  <a:lnTo>
                    <a:pt x="1581732" y="4388364"/>
                  </a:lnTo>
                  <a:lnTo>
                    <a:pt x="1696332" y="4387418"/>
                  </a:lnTo>
                  <a:lnTo>
                    <a:pt x="1809198" y="4386349"/>
                  </a:lnTo>
                  <a:lnTo>
                    <a:pt x="1917881" y="4385157"/>
                  </a:lnTo>
                  <a:lnTo>
                    <a:pt x="2020743" y="4383841"/>
                  </a:lnTo>
                  <a:lnTo>
                    <a:pt x="2116868" y="4382394"/>
                  </a:lnTo>
                  <a:lnTo>
                    <a:pt x="2205929" y="4380806"/>
                  </a:lnTo>
                  <a:lnTo>
                    <a:pt x="2288040" y="4379063"/>
                  </a:lnTo>
                  <a:lnTo>
                    <a:pt x="2363617" y="4377148"/>
                  </a:lnTo>
                  <a:lnTo>
                    <a:pt x="2433276" y="4375039"/>
                  </a:lnTo>
                  <a:lnTo>
                    <a:pt x="2497742" y="4372713"/>
                  </a:lnTo>
                  <a:lnTo>
                    <a:pt x="2557791" y="4370144"/>
                  </a:lnTo>
                  <a:lnTo>
                    <a:pt x="2614199" y="4367312"/>
                  </a:lnTo>
                  <a:lnTo>
                    <a:pt x="2667701" y="4364197"/>
                  </a:lnTo>
                  <a:lnTo>
                    <a:pt x="2702183" y="4361954"/>
                  </a:lnTo>
                  <a:lnTo>
                    <a:pt x="2763668" y="4357483"/>
                  </a:lnTo>
                  <a:lnTo>
                    <a:pt x="2823238" y="4352565"/>
                  </a:lnTo>
                  <a:lnTo>
                    <a:pt x="2881605" y="4347192"/>
                  </a:lnTo>
                  <a:lnTo>
                    <a:pt x="2939293" y="4341371"/>
                  </a:lnTo>
                  <a:lnTo>
                    <a:pt x="2996670" y="4335129"/>
                  </a:lnTo>
                  <a:lnTo>
                    <a:pt x="3053980" y="4328506"/>
                  </a:lnTo>
                  <a:lnTo>
                    <a:pt x="3111356" y="4321562"/>
                  </a:lnTo>
                  <a:lnTo>
                    <a:pt x="3168848" y="4314372"/>
                  </a:lnTo>
                  <a:lnTo>
                    <a:pt x="3226440" y="4307026"/>
                  </a:lnTo>
                  <a:lnTo>
                    <a:pt x="3284076" y="4299618"/>
                  </a:lnTo>
                  <a:lnTo>
                    <a:pt x="3341683" y="4292251"/>
                  </a:lnTo>
                  <a:lnTo>
                    <a:pt x="3399199" y="4285022"/>
                  </a:lnTo>
                  <a:lnTo>
                    <a:pt x="3456597" y="4278021"/>
                  </a:lnTo>
                  <a:lnTo>
                    <a:pt x="3513913" y="4271326"/>
                  </a:lnTo>
                  <a:lnTo>
                    <a:pt x="3571260" y="4265001"/>
                  </a:lnTo>
                  <a:lnTo>
                    <a:pt x="3628858" y="4259091"/>
                  </a:lnTo>
                  <a:lnTo>
                    <a:pt x="3687048" y="4253625"/>
                  </a:lnTo>
                  <a:lnTo>
                    <a:pt x="3746319" y="4248613"/>
                  </a:lnTo>
                  <a:lnTo>
                    <a:pt x="3807340" y="4244051"/>
                  </a:lnTo>
                  <a:lnTo>
                    <a:pt x="3820202" y="4243166"/>
                  </a:lnTo>
                  <a:lnTo>
                    <a:pt x="3872133" y="4239859"/>
                  </a:lnTo>
                  <a:lnTo>
                    <a:pt x="3926521" y="4236839"/>
                  </a:lnTo>
                  <a:lnTo>
                    <a:pt x="3984051" y="4234097"/>
                  </a:lnTo>
                  <a:lnTo>
                    <a:pt x="4045477" y="4231611"/>
                  </a:lnTo>
                  <a:lnTo>
                    <a:pt x="4111580" y="4229359"/>
                  </a:lnTo>
                  <a:lnTo>
                    <a:pt x="4183123" y="4227317"/>
                  </a:lnTo>
                  <a:lnTo>
                    <a:pt x="4260805" y="4225461"/>
                  </a:lnTo>
                  <a:lnTo>
                    <a:pt x="4345185" y="4223772"/>
                  </a:lnTo>
                  <a:lnTo>
                    <a:pt x="4436593" y="4222232"/>
                  </a:lnTo>
                  <a:lnTo>
                    <a:pt x="4535013" y="4220829"/>
                  </a:lnTo>
                  <a:lnTo>
                    <a:pt x="4639938" y="4219555"/>
                  </a:lnTo>
                  <a:lnTo>
                    <a:pt x="4750227" y="4218404"/>
                  </a:lnTo>
                  <a:lnTo>
                    <a:pt x="4863979" y="4217375"/>
                  </a:lnTo>
                  <a:lnTo>
                    <a:pt x="4978476" y="4216470"/>
                  </a:lnTo>
                  <a:lnTo>
                    <a:pt x="5090255" y="4215690"/>
                  </a:lnTo>
                  <a:lnTo>
                    <a:pt x="5195347" y="4215040"/>
                  </a:lnTo>
                  <a:lnTo>
                    <a:pt x="5289710" y="4214517"/>
                  </a:lnTo>
                  <a:lnTo>
                    <a:pt x="5369791" y="4214117"/>
                  </a:lnTo>
                  <a:lnTo>
                    <a:pt x="5433120" y="4213831"/>
                  </a:lnTo>
                  <a:lnTo>
                    <a:pt x="5478780" y="4213644"/>
                  </a:lnTo>
                  <a:lnTo>
                    <a:pt x="5507642" y="4213536"/>
                  </a:lnTo>
                  <a:lnTo>
                    <a:pt x="5522345" y="4213485"/>
                  </a:lnTo>
                  <a:lnTo>
                    <a:pt x="5527100" y="4213470"/>
                  </a:lnTo>
                  <a:lnTo>
                    <a:pt x="5527445" y="4213469"/>
                  </a:lnTo>
                  <a:lnTo>
                    <a:pt x="6522385" y="4213469"/>
                  </a:lnTo>
                  <a:lnTo>
                    <a:pt x="6523398" y="4213398"/>
                  </a:lnTo>
                  <a:lnTo>
                    <a:pt x="6530099" y="4212889"/>
                  </a:lnTo>
                  <a:lnTo>
                    <a:pt x="6547129" y="4211484"/>
                  </a:lnTo>
                  <a:lnTo>
                    <a:pt x="6577929" y="4208714"/>
                  </a:lnTo>
                  <a:lnTo>
                    <a:pt x="6624546" y="4204129"/>
                  </a:lnTo>
                  <a:lnTo>
                    <a:pt x="6687499" y="4197336"/>
                  </a:lnTo>
                  <a:lnTo>
                    <a:pt x="6765784" y="4188033"/>
                  </a:lnTo>
                  <a:lnTo>
                    <a:pt x="6857102" y="4176023"/>
                  </a:lnTo>
                  <a:lnTo>
                    <a:pt x="6958254" y="4161215"/>
                  </a:lnTo>
                  <a:lnTo>
                    <a:pt x="7065637" y="4143605"/>
                  </a:lnTo>
                  <a:lnTo>
                    <a:pt x="7175708" y="4123237"/>
                  </a:lnTo>
                  <a:lnTo>
                    <a:pt x="7285343" y="4100166"/>
                  </a:lnTo>
                  <a:lnTo>
                    <a:pt x="7392047" y="4074425"/>
                  </a:lnTo>
                  <a:lnTo>
                    <a:pt x="7494023" y="4045996"/>
                  </a:lnTo>
                  <a:lnTo>
                    <a:pt x="7590138" y="4014793"/>
                  </a:lnTo>
                  <a:lnTo>
                    <a:pt x="7679831" y="3980651"/>
                  </a:lnTo>
                  <a:lnTo>
                    <a:pt x="7762987" y="3943324"/>
                  </a:lnTo>
                  <a:lnTo>
                    <a:pt x="7839819" y="3902486"/>
                  </a:lnTo>
                  <a:lnTo>
                    <a:pt x="7910769" y="3857737"/>
                  </a:lnTo>
                  <a:lnTo>
                    <a:pt x="7976420" y="3808616"/>
                  </a:lnTo>
                  <a:lnTo>
                    <a:pt x="8037435" y="3754621"/>
                  </a:lnTo>
                  <a:lnTo>
                    <a:pt x="8094507" y="3695241"/>
                  </a:lnTo>
                  <a:lnTo>
                    <a:pt x="8148324" y="3630009"/>
                  </a:lnTo>
                  <a:lnTo>
                    <a:pt x="8199532" y="3558586"/>
                  </a:lnTo>
                  <a:lnTo>
                    <a:pt x="8229629" y="3512098"/>
                  </a:lnTo>
                  <a:lnTo>
                    <a:pt x="8267418" y="3448914"/>
                  </a:lnTo>
                  <a:lnTo>
                    <a:pt x="8304373" y="3381842"/>
                  </a:lnTo>
                  <a:lnTo>
                    <a:pt x="8340685" y="3310801"/>
                  </a:lnTo>
                  <a:lnTo>
                    <a:pt x="8376513" y="3235756"/>
                  </a:lnTo>
                  <a:lnTo>
                    <a:pt x="8411991" y="3156719"/>
                  </a:lnTo>
                  <a:lnTo>
                    <a:pt x="8447226" y="3073752"/>
                  </a:lnTo>
                  <a:lnTo>
                    <a:pt x="8482308" y="2986974"/>
                  </a:lnTo>
                  <a:lnTo>
                    <a:pt x="8517306" y="2896557"/>
                  </a:lnTo>
                  <a:lnTo>
                    <a:pt x="8552272" y="2802736"/>
                  </a:lnTo>
                  <a:lnTo>
                    <a:pt x="8587244" y="2705801"/>
                  </a:lnTo>
                  <a:lnTo>
                    <a:pt x="8622245" y="2606099"/>
                  </a:lnTo>
                  <a:lnTo>
                    <a:pt x="8657289" y="2504027"/>
                  </a:lnTo>
                  <a:lnTo>
                    <a:pt x="8692377" y="2400030"/>
                  </a:lnTo>
                  <a:lnTo>
                    <a:pt x="8727504" y="2294590"/>
                  </a:lnTo>
                  <a:lnTo>
                    <a:pt x="8762659" y="2188220"/>
                  </a:lnTo>
                  <a:lnTo>
                    <a:pt x="8797827" y="2081451"/>
                  </a:lnTo>
                  <a:lnTo>
                    <a:pt x="8832989" y="1974824"/>
                  </a:lnTo>
                  <a:lnTo>
                    <a:pt x="8868132" y="1868874"/>
                  </a:lnTo>
                  <a:lnTo>
                    <a:pt x="8903239" y="1764126"/>
                  </a:lnTo>
                  <a:lnTo>
                    <a:pt x="8938305" y="1661077"/>
                  </a:lnTo>
                  <a:lnTo>
                    <a:pt x="8973325" y="1560191"/>
                  </a:lnTo>
                  <a:lnTo>
                    <a:pt x="9008309" y="1461888"/>
                  </a:lnTo>
                  <a:lnTo>
                    <a:pt x="9043274" y="1366540"/>
                  </a:lnTo>
                  <a:lnTo>
                    <a:pt x="9078251" y="1274466"/>
                  </a:lnTo>
                  <a:lnTo>
                    <a:pt x="9113285" y="1185925"/>
                  </a:lnTo>
                  <a:lnTo>
                    <a:pt x="9148438" y="1101120"/>
                  </a:lnTo>
                  <a:lnTo>
                    <a:pt x="9183787" y="1020195"/>
                  </a:lnTo>
                  <a:lnTo>
                    <a:pt x="9219433" y="943240"/>
                  </a:lnTo>
                  <a:lnTo>
                    <a:pt x="9255496" y="870289"/>
                  </a:lnTo>
                  <a:lnTo>
                    <a:pt x="9292122" y="801329"/>
                  </a:lnTo>
                  <a:lnTo>
                    <a:pt x="9329487" y="736301"/>
                  </a:lnTo>
                  <a:lnTo>
                    <a:pt x="9347647" y="706612"/>
                  </a:lnTo>
                  <a:lnTo>
                    <a:pt x="9397556" y="631361"/>
                  </a:lnTo>
                  <a:lnTo>
                    <a:pt x="9449714" y="562394"/>
                  </a:lnTo>
                  <a:lnTo>
                    <a:pt x="9504727" y="499506"/>
                  </a:lnTo>
                  <a:lnTo>
                    <a:pt x="9563263" y="442298"/>
                  </a:lnTo>
                  <a:lnTo>
                    <a:pt x="9626014" y="390276"/>
                  </a:lnTo>
                  <a:lnTo>
                    <a:pt x="9693668" y="342928"/>
                  </a:lnTo>
                  <a:lnTo>
                    <a:pt x="9766861" y="299765"/>
                  </a:lnTo>
                  <a:lnTo>
                    <a:pt x="9846131" y="260347"/>
                  </a:lnTo>
                  <a:lnTo>
                    <a:pt x="9931841" y="224304"/>
                  </a:lnTo>
                  <a:lnTo>
                    <a:pt x="10024088" y="191339"/>
                  </a:lnTo>
                  <a:lnTo>
                    <a:pt x="10122598" y="161240"/>
                  </a:lnTo>
                  <a:lnTo>
                    <a:pt x="10226598" y="133871"/>
                  </a:lnTo>
                  <a:lnTo>
                    <a:pt x="10334705" y="109176"/>
                  </a:lnTo>
                  <a:lnTo>
                    <a:pt x="10444846" y="87159"/>
                  </a:lnTo>
                  <a:lnTo>
                    <a:pt x="10554265" y="67866"/>
                  </a:lnTo>
                  <a:lnTo>
                    <a:pt x="10659639" y="51352"/>
                  </a:lnTo>
                  <a:lnTo>
                    <a:pt x="10757352" y="37646"/>
                  </a:lnTo>
                  <a:lnTo>
                    <a:pt x="10843900" y="26713"/>
                  </a:lnTo>
                  <a:lnTo>
                    <a:pt x="10916383" y="18424"/>
                  </a:lnTo>
                  <a:lnTo>
                    <a:pt x="10972967" y="12539"/>
                  </a:lnTo>
                  <a:lnTo>
                    <a:pt x="11013232" y="8717"/>
                  </a:lnTo>
                  <a:lnTo>
                    <a:pt x="11038306" y="6537"/>
                  </a:lnTo>
                  <a:lnTo>
                    <a:pt x="11050805" y="5540"/>
                  </a:lnTo>
                  <a:lnTo>
                    <a:pt x="11054659" y="525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78" y="71"/>
                  </a:lnTo>
                  <a:lnTo>
                    <a:pt x="11047178" y="580"/>
                  </a:lnTo>
                  <a:lnTo>
                    <a:pt x="11030147" y="1985"/>
                  </a:lnTo>
                  <a:lnTo>
                    <a:pt x="10999348" y="4755"/>
                  </a:lnTo>
                  <a:lnTo>
                    <a:pt x="10952731" y="9340"/>
                  </a:lnTo>
                  <a:lnTo>
                    <a:pt x="10889778" y="16132"/>
                  </a:lnTo>
                  <a:lnTo>
                    <a:pt x="10811492" y="25436"/>
                  </a:lnTo>
                  <a:lnTo>
                    <a:pt x="10720175" y="37446"/>
                  </a:lnTo>
                  <a:lnTo>
                    <a:pt x="10619023" y="52253"/>
                  </a:lnTo>
                  <a:lnTo>
                    <a:pt x="10511640" y="69864"/>
                  </a:lnTo>
                  <a:lnTo>
                    <a:pt x="10401569" y="90232"/>
                  </a:lnTo>
                  <a:lnTo>
                    <a:pt x="10291933" y="113303"/>
                  </a:lnTo>
                  <a:lnTo>
                    <a:pt x="10185230" y="139044"/>
                  </a:lnTo>
                  <a:lnTo>
                    <a:pt x="10083254" y="167473"/>
                  </a:lnTo>
                  <a:lnTo>
                    <a:pt x="9987138" y="198676"/>
                  </a:lnTo>
                  <a:lnTo>
                    <a:pt x="9897445" y="232818"/>
                  </a:lnTo>
                  <a:lnTo>
                    <a:pt x="9814290" y="270145"/>
                  </a:lnTo>
                  <a:lnTo>
                    <a:pt x="9737458" y="310983"/>
                  </a:lnTo>
                  <a:lnTo>
                    <a:pt x="9666508" y="355732"/>
                  </a:lnTo>
                  <a:lnTo>
                    <a:pt x="9600856" y="404853"/>
                  </a:lnTo>
                  <a:lnTo>
                    <a:pt x="9539841" y="458848"/>
                  </a:lnTo>
                  <a:lnTo>
                    <a:pt x="9482769" y="518228"/>
                  </a:lnTo>
                  <a:lnTo>
                    <a:pt x="9428953" y="583460"/>
                  </a:lnTo>
                  <a:lnTo>
                    <a:pt x="9377745" y="654883"/>
                  </a:lnTo>
                  <a:lnTo>
                    <a:pt x="9347647" y="701371"/>
                  </a:lnTo>
                  <a:lnTo>
                    <a:pt x="9309859" y="764554"/>
                  </a:lnTo>
                  <a:lnTo>
                    <a:pt x="9272903" y="831627"/>
                  </a:lnTo>
                  <a:lnTo>
                    <a:pt x="9236592" y="902668"/>
                  </a:lnTo>
                  <a:lnTo>
                    <a:pt x="9200763" y="977713"/>
                  </a:lnTo>
                  <a:lnTo>
                    <a:pt x="9165286" y="1056750"/>
                  </a:lnTo>
                  <a:lnTo>
                    <a:pt x="9130050" y="1139716"/>
                  </a:lnTo>
                  <a:lnTo>
                    <a:pt x="9094968" y="1226495"/>
                  </a:lnTo>
                  <a:lnTo>
                    <a:pt x="9059970" y="1316912"/>
                  </a:lnTo>
                  <a:lnTo>
                    <a:pt x="9025004" y="1410732"/>
                  </a:lnTo>
                  <a:lnTo>
                    <a:pt x="8990033" y="1507667"/>
                  </a:lnTo>
                  <a:lnTo>
                    <a:pt x="8955031" y="1607370"/>
                  </a:lnTo>
                  <a:lnTo>
                    <a:pt x="8919987" y="1709442"/>
                  </a:lnTo>
                  <a:lnTo>
                    <a:pt x="8884899" y="1813439"/>
                  </a:lnTo>
                  <a:lnTo>
                    <a:pt x="8849772" y="1918879"/>
                  </a:lnTo>
                  <a:lnTo>
                    <a:pt x="8814617" y="2025249"/>
                  </a:lnTo>
                  <a:lnTo>
                    <a:pt x="8779450" y="2132018"/>
                  </a:lnTo>
                  <a:lnTo>
                    <a:pt x="8744287" y="2238645"/>
                  </a:lnTo>
                  <a:lnTo>
                    <a:pt x="8709145" y="2344595"/>
                  </a:lnTo>
                  <a:lnTo>
                    <a:pt x="8674037" y="2449343"/>
                  </a:lnTo>
                  <a:lnTo>
                    <a:pt x="8638972" y="2552392"/>
                  </a:lnTo>
                  <a:lnTo>
                    <a:pt x="8603951" y="2653278"/>
                  </a:lnTo>
                  <a:lnTo>
                    <a:pt x="8568968" y="2751581"/>
                  </a:lnTo>
                  <a:lnTo>
                    <a:pt x="8534003" y="2846929"/>
                  </a:lnTo>
                  <a:lnTo>
                    <a:pt x="8499026" y="2939003"/>
                  </a:lnTo>
                  <a:lnTo>
                    <a:pt x="8463991" y="3027544"/>
                  </a:lnTo>
                  <a:lnTo>
                    <a:pt x="8428839" y="3112349"/>
                  </a:lnTo>
                  <a:lnTo>
                    <a:pt x="8393489" y="3193274"/>
                  </a:lnTo>
                  <a:lnTo>
                    <a:pt x="8357843" y="3270229"/>
                  </a:lnTo>
                  <a:lnTo>
                    <a:pt x="8321780" y="3343180"/>
                  </a:lnTo>
                  <a:lnTo>
                    <a:pt x="8285154" y="3412140"/>
                  </a:lnTo>
                  <a:lnTo>
                    <a:pt x="8247790" y="3477168"/>
                  </a:lnTo>
                  <a:lnTo>
                    <a:pt x="8229629" y="3506857"/>
                  </a:lnTo>
                  <a:lnTo>
                    <a:pt x="8179720" y="3582108"/>
                  </a:lnTo>
                  <a:lnTo>
                    <a:pt x="8127563" y="3651075"/>
                  </a:lnTo>
                  <a:lnTo>
                    <a:pt x="8072549" y="3713962"/>
                  </a:lnTo>
                  <a:lnTo>
                    <a:pt x="8014014" y="3771171"/>
                  </a:lnTo>
                  <a:lnTo>
                    <a:pt x="7951262" y="3823193"/>
                  </a:lnTo>
                  <a:lnTo>
                    <a:pt x="7883609" y="3870541"/>
                  </a:lnTo>
                  <a:lnTo>
                    <a:pt x="7810415" y="3913704"/>
                  </a:lnTo>
                  <a:lnTo>
                    <a:pt x="7731145" y="3953121"/>
                  </a:lnTo>
                  <a:lnTo>
                    <a:pt x="7645436" y="3989165"/>
                  </a:lnTo>
                  <a:lnTo>
                    <a:pt x="7553188" y="4022129"/>
                  </a:lnTo>
                  <a:lnTo>
                    <a:pt x="7454678" y="4052229"/>
                  </a:lnTo>
                  <a:lnTo>
                    <a:pt x="7350678" y="4079597"/>
                  </a:lnTo>
                  <a:lnTo>
                    <a:pt x="7242572" y="4104292"/>
                  </a:lnTo>
                  <a:lnTo>
                    <a:pt x="7132430" y="4126309"/>
                  </a:lnTo>
                  <a:lnTo>
                    <a:pt x="7023012" y="4145603"/>
                  </a:lnTo>
                  <a:lnTo>
                    <a:pt x="6917637" y="4162117"/>
                  </a:lnTo>
                  <a:lnTo>
                    <a:pt x="6819924" y="4175823"/>
                  </a:lnTo>
                  <a:lnTo>
                    <a:pt x="6733376" y="4186755"/>
                  </a:lnTo>
                  <a:lnTo>
                    <a:pt x="6660894" y="4195045"/>
                  </a:lnTo>
                  <a:lnTo>
                    <a:pt x="6604310" y="4200930"/>
                  </a:lnTo>
                  <a:lnTo>
                    <a:pt x="6564044" y="4204752"/>
                  </a:lnTo>
                  <a:lnTo>
                    <a:pt x="6538970" y="4206931"/>
                  </a:lnTo>
                  <a:lnTo>
                    <a:pt x="6526471" y="4207929"/>
                  </a:lnTo>
                  <a:lnTo>
                    <a:pt x="6522617" y="4208213"/>
                  </a:lnTo>
                  <a:lnTo>
                    <a:pt x="6522385" y="4208229"/>
                  </a:lnTo>
                  <a:lnTo>
                    <a:pt x="5527445" y="4208229"/>
                  </a:lnTo>
                  <a:lnTo>
                    <a:pt x="5526309" y="4208232"/>
                  </a:lnTo>
                  <a:lnTo>
                    <a:pt x="5518811" y="4208256"/>
                  </a:lnTo>
                  <a:lnTo>
                    <a:pt x="5499810" y="4208323"/>
                  </a:lnTo>
                  <a:lnTo>
                    <a:pt x="5465591" y="4208455"/>
                  </a:lnTo>
                  <a:lnTo>
                    <a:pt x="5414083" y="4208673"/>
                  </a:lnTo>
                  <a:lnTo>
                    <a:pt x="5345017" y="4208996"/>
                  </a:lnTo>
                  <a:lnTo>
                    <a:pt x="5259865" y="4209435"/>
                  </a:lnTo>
                  <a:lnTo>
                    <a:pt x="5161517" y="4210000"/>
                  </a:lnTo>
                  <a:lnTo>
                    <a:pt x="5053754" y="4210694"/>
                  </a:lnTo>
                  <a:lnTo>
                    <a:pt x="4940653" y="4211515"/>
                  </a:lnTo>
                  <a:lnTo>
                    <a:pt x="4826053" y="4212462"/>
                  </a:lnTo>
                  <a:lnTo>
                    <a:pt x="4713187" y="4213531"/>
                  </a:lnTo>
                  <a:lnTo>
                    <a:pt x="4604504" y="4214723"/>
                  </a:lnTo>
                  <a:lnTo>
                    <a:pt x="4501642" y="4216039"/>
                  </a:lnTo>
                  <a:lnTo>
                    <a:pt x="4405517" y="4217486"/>
                  </a:lnTo>
                  <a:lnTo>
                    <a:pt x="4316456" y="4219073"/>
                  </a:lnTo>
                  <a:lnTo>
                    <a:pt x="4234345" y="4220816"/>
                  </a:lnTo>
                  <a:lnTo>
                    <a:pt x="4158768" y="4222731"/>
                  </a:lnTo>
                  <a:lnTo>
                    <a:pt x="4089109" y="4224841"/>
                  </a:lnTo>
                  <a:lnTo>
                    <a:pt x="4024643" y="4227167"/>
                  </a:lnTo>
                  <a:lnTo>
                    <a:pt x="3964594" y="4229735"/>
                  </a:lnTo>
                  <a:lnTo>
                    <a:pt x="3908186" y="4232568"/>
                  </a:lnTo>
                  <a:lnTo>
                    <a:pt x="3854684" y="4235682"/>
                  </a:lnTo>
                  <a:lnTo>
                    <a:pt x="3820202" y="4237926"/>
                  </a:lnTo>
                  <a:lnTo>
                    <a:pt x="3758717" y="4242396"/>
                  </a:lnTo>
                  <a:lnTo>
                    <a:pt x="3699147" y="4247315"/>
                  </a:lnTo>
                  <a:lnTo>
                    <a:pt x="3640780" y="4252688"/>
                  </a:lnTo>
                  <a:lnTo>
                    <a:pt x="3583092" y="4258508"/>
                  </a:lnTo>
                  <a:lnTo>
                    <a:pt x="3525715" y="4264751"/>
                  </a:lnTo>
                  <a:lnTo>
                    <a:pt x="3468405" y="4271374"/>
                  </a:lnTo>
                  <a:lnTo>
                    <a:pt x="3411029" y="4278318"/>
                  </a:lnTo>
                  <a:lnTo>
                    <a:pt x="3353537" y="4285507"/>
                  </a:lnTo>
                  <a:lnTo>
                    <a:pt x="3295945" y="4292854"/>
                  </a:lnTo>
                  <a:lnTo>
                    <a:pt x="3238309" y="4300261"/>
                  </a:lnTo>
                  <a:lnTo>
                    <a:pt x="3180702" y="4307628"/>
                  </a:lnTo>
                  <a:lnTo>
                    <a:pt x="3123186" y="4314858"/>
                  </a:lnTo>
                  <a:lnTo>
                    <a:pt x="3065788" y="4321859"/>
                  </a:lnTo>
                  <a:lnTo>
                    <a:pt x="3008472" y="4328553"/>
                  </a:lnTo>
                  <a:lnTo>
                    <a:pt x="2951125" y="4334878"/>
                  </a:lnTo>
                  <a:lnTo>
                    <a:pt x="2893527" y="4340788"/>
                  </a:lnTo>
                  <a:lnTo>
                    <a:pt x="2835337" y="4346255"/>
                  </a:lnTo>
                  <a:lnTo>
                    <a:pt x="2776066" y="4351267"/>
                  </a:lnTo>
                  <a:lnTo>
                    <a:pt x="2715045" y="4355828"/>
                  </a:lnTo>
                  <a:lnTo>
                    <a:pt x="2702183" y="4356713"/>
                  </a:lnTo>
                  <a:lnTo>
                    <a:pt x="2650252" y="4360020"/>
                  </a:lnTo>
                  <a:lnTo>
                    <a:pt x="2595864" y="4363040"/>
                  </a:lnTo>
                  <a:lnTo>
                    <a:pt x="2538334" y="4365783"/>
                  </a:lnTo>
                  <a:lnTo>
                    <a:pt x="2476908" y="4368268"/>
                  </a:lnTo>
                  <a:lnTo>
                    <a:pt x="2410805" y="4370520"/>
                  </a:lnTo>
                  <a:lnTo>
                    <a:pt x="2339262" y="4372563"/>
                  </a:lnTo>
                  <a:lnTo>
                    <a:pt x="2261580" y="4374418"/>
                  </a:lnTo>
                  <a:lnTo>
                    <a:pt x="2177200" y="4376108"/>
                  </a:lnTo>
                  <a:lnTo>
                    <a:pt x="2085792" y="4377648"/>
                  </a:lnTo>
                  <a:lnTo>
                    <a:pt x="1987372" y="4379050"/>
                  </a:lnTo>
                  <a:lnTo>
                    <a:pt x="1882447" y="4380325"/>
                  </a:lnTo>
                  <a:lnTo>
                    <a:pt x="1772158" y="4381476"/>
                  </a:lnTo>
                  <a:lnTo>
                    <a:pt x="1658406" y="4382505"/>
                  </a:lnTo>
                  <a:lnTo>
                    <a:pt x="1543909" y="4383410"/>
                  </a:lnTo>
                  <a:lnTo>
                    <a:pt x="1432130" y="4384189"/>
                  </a:lnTo>
                  <a:lnTo>
                    <a:pt x="1327038" y="4384840"/>
                  </a:lnTo>
                  <a:lnTo>
                    <a:pt x="1232675" y="4385363"/>
                  </a:lnTo>
                  <a:lnTo>
                    <a:pt x="1152594" y="4385763"/>
                  </a:lnTo>
                  <a:lnTo>
                    <a:pt x="1089265" y="4386049"/>
                  </a:lnTo>
                  <a:lnTo>
                    <a:pt x="1043605" y="4386236"/>
                  </a:lnTo>
                  <a:lnTo>
                    <a:pt x="1014743" y="4386344"/>
                  </a:lnTo>
                  <a:lnTo>
                    <a:pt x="1000040" y="4386394"/>
                  </a:lnTo>
                  <a:lnTo>
                    <a:pt x="995285" y="4386409"/>
                  </a:lnTo>
                  <a:lnTo>
                    <a:pt x="994940" y="4386410"/>
                  </a:lnTo>
                  <a:lnTo>
                    <a:pt x="0" y="4386410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08" name="pl1707"/>
            <p:cNvSpPr/>
            <p:nvPr/>
          </p:nvSpPr>
          <p:spPr>
            <a:xfrm>
              <a:off x="1199187" y="1336197"/>
              <a:ext cx="12049831" cy="4386410"/>
            </a:xfrm>
            <a:custGeom>
              <a:avLst/>
              <a:pathLst>
                <a:path w="12049831" h="4386410">
                  <a:moveTo>
                    <a:pt x="0" y="4386410"/>
                  </a:moveTo>
                  <a:lnTo>
                    <a:pt x="994940" y="4386410"/>
                  </a:lnTo>
                  <a:lnTo>
                    <a:pt x="996076" y="4386407"/>
                  </a:lnTo>
                  <a:lnTo>
                    <a:pt x="1003574" y="4386383"/>
                  </a:lnTo>
                  <a:lnTo>
                    <a:pt x="1022575" y="4386316"/>
                  </a:lnTo>
                  <a:lnTo>
                    <a:pt x="1056794" y="4386184"/>
                  </a:lnTo>
                  <a:lnTo>
                    <a:pt x="1108302" y="4385966"/>
                  </a:lnTo>
                  <a:lnTo>
                    <a:pt x="1177368" y="4385643"/>
                  </a:lnTo>
                  <a:lnTo>
                    <a:pt x="1262520" y="4385204"/>
                  </a:lnTo>
                  <a:lnTo>
                    <a:pt x="1360868" y="4384639"/>
                  </a:lnTo>
                  <a:lnTo>
                    <a:pt x="1468631" y="4383945"/>
                  </a:lnTo>
                  <a:lnTo>
                    <a:pt x="1581732" y="4383124"/>
                  </a:lnTo>
                  <a:lnTo>
                    <a:pt x="1696332" y="4382177"/>
                  </a:lnTo>
                  <a:lnTo>
                    <a:pt x="1809198" y="4381108"/>
                  </a:lnTo>
                  <a:lnTo>
                    <a:pt x="1917881" y="4379916"/>
                  </a:lnTo>
                  <a:lnTo>
                    <a:pt x="2020743" y="4378600"/>
                  </a:lnTo>
                  <a:lnTo>
                    <a:pt x="2116868" y="4377153"/>
                  </a:lnTo>
                  <a:lnTo>
                    <a:pt x="2205929" y="4375565"/>
                  </a:lnTo>
                  <a:lnTo>
                    <a:pt x="2288040" y="4373823"/>
                  </a:lnTo>
                  <a:lnTo>
                    <a:pt x="2363617" y="4371908"/>
                  </a:lnTo>
                  <a:lnTo>
                    <a:pt x="2433276" y="4369798"/>
                  </a:lnTo>
                  <a:lnTo>
                    <a:pt x="2497742" y="4367472"/>
                  </a:lnTo>
                  <a:lnTo>
                    <a:pt x="2557791" y="4364904"/>
                  </a:lnTo>
                  <a:lnTo>
                    <a:pt x="2614199" y="4362071"/>
                  </a:lnTo>
                  <a:lnTo>
                    <a:pt x="2667701" y="4358956"/>
                  </a:lnTo>
                  <a:lnTo>
                    <a:pt x="2702183" y="4356713"/>
                  </a:lnTo>
                  <a:lnTo>
                    <a:pt x="2763668" y="4352243"/>
                  </a:lnTo>
                  <a:lnTo>
                    <a:pt x="2823238" y="4347324"/>
                  </a:lnTo>
                  <a:lnTo>
                    <a:pt x="2881605" y="4341951"/>
                  </a:lnTo>
                  <a:lnTo>
                    <a:pt x="2939293" y="4336131"/>
                  </a:lnTo>
                  <a:lnTo>
                    <a:pt x="2996670" y="4329888"/>
                  </a:lnTo>
                  <a:lnTo>
                    <a:pt x="3053980" y="4323265"/>
                  </a:lnTo>
                  <a:lnTo>
                    <a:pt x="3111356" y="4316321"/>
                  </a:lnTo>
                  <a:lnTo>
                    <a:pt x="3168848" y="4309132"/>
                  </a:lnTo>
                  <a:lnTo>
                    <a:pt x="3226440" y="4301785"/>
                  </a:lnTo>
                  <a:lnTo>
                    <a:pt x="3284076" y="4294378"/>
                  </a:lnTo>
                  <a:lnTo>
                    <a:pt x="3341683" y="4287011"/>
                  </a:lnTo>
                  <a:lnTo>
                    <a:pt x="3399199" y="4279781"/>
                  </a:lnTo>
                  <a:lnTo>
                    <a:pt x="3456597" y="4272780"/>
                  </a:lnTo>
                  <a:lnTo>
                    <a:pt x="3513913" y="4266085"/>
                  </a:lnTo>
                  <a:lnTo>
                    <a:pt x="3571260" y="4259760"/>
                  </a:lnTo>
                  <a:lnTo>
                    <a:pt x="3628858" y="4253851"/>
                  </a:lnTo>
                  <a:lnTo>
                    <a:pt x="3687048" y="4248384"/>
                  </a:lnTo>
                  <a:lnTo>
                    <a:pt x="3746319" y="4243372"/>
                  </a:lnTo>
                  <a:lnTo>
                    <a:pt x="3807340" y="4238810"/>
                  </a:lnTo>
                  <a:lnTo>
                    <a:pt x="3820202" y="4237926"/>
                  </a:lnTo>
                  <a:lnTo>
                    <a:pt x="3872133" y="4234618"/>
                  </a:lnTo>
                  <a:lnTo>
                    <a:pt x="3926521" y="4231599"/>
                  </a:lnTo>
                  <a:lnTo>
                    <a:pt x="3984051" y="4228856"/>
                  </a:lnTo>
                  <a:lnTo>
                    <a:pt x="4045477" y="4226371"/>
                  </a:lnTo>
                  <a:lnTo>
                    <a:pt x="4111580" y="4224119"/>
                  </a:lnTo>
                  <a:lnTo>
                    <a:pt x="4183123" y="4222076"/>
                  </a:lnTo>
                  <a:lnTo>
                    <a:pt x="4260805" y="4220220"/>
                  </a:lnTo>
                  <a:lnTo>
                    <a:pt x="4345185" y="4218531"/>
                  </a:lnTo>
                  <a:lnTo>
                    <a:pt x="4436593" y="4216991"/>
                  </a:lnTo>
                  <a:lnTo>
                    <a:pt x="4535013" y="4215589"/>
                  </a:lnTo>
                  <a:lnTo>
                    <a:pt x="4639938" y="4214314"/>
                  </a:lnTo>
                  <a:lnTo>
                    <a:pt x="4750227" y="4213163"/>
                  </a:lnTo>
                  <a:lnTo>
                    <a:pt x="4863979" y="4212134"/>
                  </a:lnTo>
                  <a:lnTo>
                    <a:pt x="4978476" y="4211229"/>
                  </a:lnTo>
                  <a:lnTo>
                    <a:pt x="5090255" y="4210450"/>
                  </a:lnTo>
                  <a:lnTo>
                    <a:pt x="5195347" y="4209799"/>
                  </a:lnTo>
                  <a:lnTo>
                    <a:pt x="5289710" y="4209276"/>
                  </a:lnTo>
                  <a:lnTo>
                    <a:pt x="5369791" y="4208876"/>
                  </a:lnTo>
                  <a:lnTo>
                    <a:pt x="5433120" y="4208590"/>
                  </a:lnTo>
                  <a:lnTo>
                    <a:pt x="5478780" y="4208403"/>
                  </a:lnTo>
                  <a:lnTo>
                    <a:pt x="5507642" y="4208295"/>
                  </a:lnTo>
                  <a:lnTo>
                    <a:pt x="5522345" y="4208245"/>
                  </a:lnTo>
                  <a:lnTo>
                    <a:pt x="5527100" y="4208230"/>
                  </a:lnTo>
                  <a:lnTo>
                    <a:pt x="5527445" y="4208229"/>
                  </a:lnTo>
                  <a:lnTo>
                    <a:pt x="6522385" y="4208229"/>
                  </a:lnTo>
                  <a:lnTo>
                    <a:pt x="6523398" y="4208157"/>
                  </a:lnTo>
                  <a:lnTo>
                    <a:pt x="6530099" y="4207648"/>
                  </a:lnTo>
                  <a:lnTo>
                    <a:pt x="6547129" y="4206244"/>
                  </a:lnTo>
                  <a:lnTo>
                    <a:pt x="6577929" y="4203473"/>
                  </a:lnTo>
                  <a:lnTo>
                    <a:pt x="6624546" y="4198888"/>
                  </a:lnTo>
                  <a:lnTo>
                    <a:pt x="6687499" y="4192096"/>
                  </a:lnTo>
                  <a:lnTo>
                    <a:pt x="6765784" y="4182792"/>
                  </a:lnTo>
                  <a:lnTo>
                    <a:pt x="6857102" y="4170782"/>
                  </a:lnTo>
                  <a:lnTo>
                    <a:pt x="6958254" y="4155975"/>
                  </a:lnTo>
                  <a:lnTo>
                    <a:pt x="7065637" y="4138365"/>
                  </a:lnTo>
                  <a:lnTo>
                    <a:pt x="7175708" y="4117996"/>
                  </a:lnTo>
                  <a:lnTo>
                    <a:pt x="7285343" y="4094925"/>
                  </a:lnTo>
                  <a:lnTo>
                    <a:pt x="7392047" y="4069184"/>
                  </a:lnTo>
                  <a:lnTo>
                    <a:pt x="7494023" y="4040755"/>
                  </a:lnTo>
                  <a:lnTo>
                    <a:pt x="7590138" y="4009552"/>
                  </a:lnTo>
                  <a:lnTo>
                    <a:pt x="7679831" y="3975410"/>
                  </a:lnTo>
                  <a:lnTo>
                    <a:pt x="7762987" y="3938083"/>
                  </a:lnTo>
                  <a:lnTo>
                    <a:pt x="7839819" y="3897245"/>
                  </a:lnTo>
                  <a:lnTo>
                    <a:pt x="7910769" y="3852496"/>
                  </a:lnTo>
                  <a:lnTo>
                    <a:pt x="7976420" y="3803375"/>
                  </a:lnTo>
                  <a:lnTo>
                    <a:pt x="8037435" y="3749381"/>
                  </a:lnTo>
                  <a:lnTo>
                    <a:pt x="8094507" y="3690000"/>
                  </a:lnTo>
                  <a:lnTo>
                    <a:pt x="8148324" y="3624768"/>
                  </a:lnTo>
                  <a:lnTo>
                    <a:pt x="8199532" y="3553345"/>
                  </a:lnTo>
                  <a:lnTo>
                    <a:pt x="8229629" y="3506857"/>
                  </a:lnTo>
                  <a:lnTo>
                    <a:pt x="8267418" y="3443674"/>
                  </a:lnTo>
                  <a:lnTo>
                    <a:pt x="8304373" y="3376601"/>
                  </a:lnTo>
                  <a:lnTo>
                    <a:pt x="8340685" y="3305560"/>
                  </a:lnTo>
                  <a:lnTo>
                    <a:pt x="8376513" y="3230516"/>
                  </a:lnTo>
                  <a:lnTo>
                    <a:pt x="8411991" y="3151479"/>
                  </a:lnTo>
                  <a:lnTo>
                    <a:pt x="8447226" y="3068512"/>
                  </a:lnTo>
                  <a:lnTo>
                    <a:pt x="8482308" y="2981733"/>
                  </a:lnTo>
                  <a:lnTo>
                    <a:pt x="8517306" y="2891317"/>
                  </a:lnTo>
                  <a:lnTo>
                    <a:pt x="8552272" y="2797496"/>
                  </a:lnTo>
                  <a:lnTo>
                    <a:pt x="8587244" y="2700561"/>
                  </a:lnTo>
                  <a:lnTo>
                    <a:pt x="8622245" y="2600858"/>
                  </a:lnTo>
                  <a:lnTo>
                    <a:pt x="8657289" y="2498787"/>
                  </a:lnTo>
                  <a:lnTo>
                    <a:pt x="8692377" y="2394789"/>
                  </a:lnTo>
                  <a:lnTo>
                    <a:pt x="8727504" y="2289350"/>
                  </a:lnTo>
                  <a:lnTo>
                    <a:pt x="8762659" y="2182979"/>
                  </a:lnTo>
                  <a:lnTo>
                    <a:pt x="8797827" y="2076211"/>
                  </a:lnTo>
                  <a:lnTo>
                    <a:pt x="8832989" y="1969583"/>
                  </a:lnTo>
                  <a:lnTo>
                    <a:pt x="8868132" y="1863634"/>
                  </a:lnTo>
                  <a:lnTo>
                    <a:pt x="8903239" y="1758885"/>
                  </a:lnTo>
                  <a:lnTo>
                    <a:pt x="8938305" y="1655836"/>
                  </a:lnTo>
                  <a:lnTo>
                    <a:pt x="8973325" y="1554950"/>
                  </a:lnTo>
                  <a:lnTo>
                    <a:pt x="9008309" y="1456647"/>
                  </a:lnTo>
                  <a:lnTo>
                    <a:pt x="9043274" y="1361300"/>
                  </a:lnTo>
                  <a:lnTo>
                    <a:pt x="9078251" y="1269225"/>
                  </a:lnTo>
                  <a:lnTo>
                    <a:pt x="9113285" y="1180684"/>
                  </a:lnTo>
                  <a:lnTo>
                    <a:pt x="9148438" y="1095879"/>
                  </a:lnTo>
                  <a:lnTo>
                    <a:pt x="9183787" y="1014955"/>
                  </a:lnTo>
                  <a:lnTo>
                    <a:pt x="9219433" y="937999"/>
                  </a:lnTo>
                  <a:lnTo>
                    <a:pt x="9255496" y="865048"/>
                  </a:lnTo>
                  <a:lnTo>
                    <a:pt x="9292122" y="796088"/>
                  </a:lnTo>
                  <a:lnTo>
                    <a:pt x="9329487" y="731060"/>
                  </a:lnTo>
                  <a:lnTo>
                    <a:pt x="9347647" y="701371"/>
                  </a:lnTo>
                  <a:lnTo>
                    <a:pt x="9397556" y="626121"/>
                  </a:lnTo>
                  <a:lnTo>
                    <a:pt x="9449714" y="557153"/>
                  </a:lnTo>
                  <a:lnTo>
                    <a:pt x="9504727" y="494266"/>
                  </a:lnTo>
                  <a:lnTo>
                    <a:pt x="9563263" y="437057"/>
                  </a:lnTo>
                  <a:lnTo>
                    <a:pt x="9626014" y="385035"/>
                  </a:lnTo>
                  <a:lnTo>
                    <a:pt x="9693668" y="337688"/>
                  </a:lnTo>
                  <a:lnTo>
                    <a:pt x="9766861" y="294524"/>
                  </a:lnTo>
                  <a:lnTo>
                    <a:pt x="9846131" y="255107"/>
                  </a:lnTo>
                  <a:lnTo>
                    <a:pt x="9931841" y="219063"/>
                  </a:lnTo>
                  <a:lnTo>
                    <a:pt x="10024088" y="186099"/>
                  </a:lnTo>
                  <a:lnTo>
                    <a:pt x="10122598" y="155999"/>
                  </a:lnTo>
                  <a:lnTo>
                    <a:pt x="10226598" y="128631"/>
                  </a:lnTo>
                  <a:lnTo>
                    <a:pt x="10334705" y="103936"/>
                  </a:lnTo>
                  <a:lnTo>
                    <a:pt x="10444846" y="81919"/>
                  </a:lnTo>
                  <a:lnTo>
                    <a:pt x="10554265" y="62625"/>
                  </a:lnTo>
                  <a:lnTo>
                    <a:pt x="10659639" y="46111"/>
                  </a:lnTo>
                  <a:lnTo>
                    <a:pt x="10757352" y="32405"/>
                  </a:lnTo>
                  <a:lnTo>
                    <a:pt x="10843900" y="21473"/>
                  </a:lnTo>
                  <a:lnTo>
                    <a:pt x="10916383" y="13184"/>
                  </a:lnTo>
                  <a:lnTo>
                    <a:pt x="10972967" y="7299"/>
                  </a:lnTo>
                  <a:lnTo>
                    <a:pt x="11013232" y="3476"/>
                  </a:lnTo>
                  <a:lnTo>
                    <a:pt x="11038306" y="1297"/>
                  </a:lnTo>
                  <a:lnTo>
                    <a:pt x="11050805" y="299"/>
                  </a:lnTo>
                  <a:lnTo>
                    <a:pt x="11054659" y="1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9" name="pl1708"/>
            <p:cNvSpPr/>
            <p:nvPr/>
          </p:nvSpPr>
          <p:spPr>
            <a:xfrm>
              <a:off x="1199187" y="1330956"/>
              <a:ext cx="12049831" cy="4386410"/>
            </a:xfrm>
            <a:custGeom>
              <a:avLst/>
              <a:pathLst>
                <a:path w="12049831" h="4386410">
                  <a:moveTo>
                    <a:pt x="12049831" y="0"/>
                  </a:moveTo>
                  <a:lnTo>
                    <a:pt x="11054891" y="0"/>
                  </a:lnTo>
                  <a:lnTo>
                    <a:pt x="11053878" y="71"/>
                  </a:lnTo>
                  <a:lnTo>
                    <a:pt x="11047178" y="580"/>
                  </a:lnTo>
                  <a:lnTo>
                    <a:pt x="11030147" y="1985"/>
                  </a:lnTo>
                  <a:lnTo>
                    <a:pt x="10999348" y="4755"/>
                  </a:lnTo>
                  <a:lnTo>
                    <a:pt x="10952731" y="9340"/>
                  </a:lnTo>
                  <a:lnTo>
                    <a:pt x="10889778" y="16132"/>
                  </a:lnTo>
                  <a:lnTo>
                    <a:pt x="10811492" y="25436"/>
                  </a:lnTo>
                  <a:lnTo>
                    <a:pt x="10720175" y="37446"/>
                  </a:lnTo>
                  <a:lnTo>
                    <a:pt x="10619023" y="52253"/>
                  </a:lnTo>
                  <a:lnTo>
                    <a:pt x="10511640" y="69864"/>
                  </a:lnTo>
                  <a:lnTo>
                    <a:pt x="10401569" y="90232"/>
                  </a:lnTo>
                  <a:lnTo>
                    <a:pt x="10291933" y="113303"/>
                  </a:lnTo>
                  <a:lnTo>
                    <a:pt x="10185230" y="139044"/>
                  </a:lnTo>
                  <a:lnTo>
                    <a:pt x="10083254" y="167473"/>
                  </a:lnTo>
                  <a:lnTo>
                    <a:pt x="9987138" y="198676"/>
                  </a:lnTo>
                  <a:lnTo>
                    <a:pt x="9897445" y="232818"/>
                  </a:lnTo>
                  <a:lnTo>
                    <a:pt x="9814290" y="270145"/>
                  </a:lnTo>
                  <a:lnTo>
                    <a:pt x="9737458" y="310983"/>
                  </a:lnTo>
                  <a:lnTo>
                    <a:pt x="9666508" y="355732"/>
                  </a:lnTo>
                  <a:lnTo>
                    <a:pt x="9600856" y="404853"/>
                  </a:lnTo>
                  <a:lnTo>
                    <a:pt x="9539841" y="458848"/>
                  </a:lnTo>
                  <a:lnTo>
                    <a:pt x="9482769" y="518228"/>
                  </a:lnTo>
                  <a:lnTo>
                    <a:pt x="9428953" y="583460"/>
                  </a:lnTo>
                  <a:lnTo>
                    <a:pt x="9377745" y="654883"/>
                  </a:lnTo>
                  <a:lnTo>
                    <a:pt x="9347647" y="701371"/>
                  </a:lnTo>
                  <a:lnTo>
                    <a:pt x="9309859" y="764554"/>
                  </a:lnTo>
                  <a:lnTo>
                    <a:pt x="9272903" y="831627"/>
                  </a:lnTo>
                  <a:lnTo>
                    <a:pt x="9236592" y="902668"/>
                  </a:lnTo>
                  <a:lnTo>
                    <a:pt x="9200763" y="977713"/>
                  </a:lnTo>
                  <a:lnTo>
                    <a:pt x="9165286" y="1056750"/>
                  </a:lnTo>
                  <a:lnTo>
                    <a:pt x="9130050" y="1139716"/>
                  </a:lnTo>
                  <a:lnTo>
                    <a:pt x="9094968" y="1226495"/>
                  </a:lnTo>
                  <a:lnTo>
                    <a:pt x="9059970" y="1316912"/>
                  </a:lnTo>
                  <a:lnTo>
                    <a:pt x="9025004" y="1410732"/>
                  </a:lnTo>
                  <a:lnTo>
                    <a:pt x="8990033" y="1507667"/>
                  </a:lnTo>
                  <a:lnTo>
                    <a:pt x="8955031" y="1607370"/>
                  </a:lnTo>
                  <a:lnTo>
                    <a:pt x="8919987" y="1709442"/>
                  </a:lnTo>
                  <a:lnTo>
                    <a:pt x="8884899" y="1813439"/>
                  </a:lnTo>
                  <a:lnTo>
                    <a:pt x="8849772" y="1918879"/>
                  </a:lnTo>
                  <a:lnTo>
                    <a:pt x="8814617" y="2025249"/>
                  </a:lnTo>
                  <a:lnTo>
                    <a:pt x="8779450" y="2132018"/>
                  </a:lnTo>
                  <a:lnTo>
                    <a:pt x="8744287" y="2238645"/>
                  </a:lnTo>
                  <a:lnTo>
                    <a:pt x="8709145" y="2344595"/>
                  </a:lnTo>
                  <a:lnTo>
                    <a:pt x="8674037" y="2449343"/>
                  </a:lnTo>
                  <a:lnTo>
                    <a:pt x="8638972" y="2552392"/>
                  </a:lnTo>
                  <a:lnTo>
                    <a:pt x="8603951" y="2653278"/>
                  </a:lnTo>
                  <a:lnTo>
                    <a:pt x="8568968" y="2751581"/>
                  </a:lnTo>
                  <a:lnTo>
                    <a:pt x="8534003" y="2846929"/>
                  </a:lnTo>
                  <a:lnTo>
                    <a:pt x="8499026" y="2939003"/>
                  </a:lnTo>
                  <a:lnTo>
                    <a:pt x="8463991" y="3027544"/>
                  </a:lnTo>
                  <a:lnTo>
                    <a:pt x="8428839" y="3112349"/>
                  </a:lnTo>
                  <a:lnTo>
                    <a:pt x="8393489" y="3193274"/>
                  </a:lnTo>
                  <a:lnTo>
                    <a:pt x="8357843" y="3270229"/>
                  </a:lnTo>
                  <a:lnTo>
                    <a:pt x="8321780" y="3343180"/>
                  </a:lnTo>
                  <a:lnTo>
                    <a:pt x="8285154" y="3412140"/>
                  </a:lnTo>
                  <a:lnTo>
                    <a:pt x="8247790" y="3477168"/>
                  </a:lnTo>
                  <a:lnTo>
                    <a:pt x="8229629" y="3506857"/>
                  </a:lnTo>
                  <a:lnTo>
                    <a:pt x="8179720" y="3582108"/>
                  </a:lnTo>
                  <a:lnTo>
                    <a:pt x="8127563" y="3651075"/>
                  </a:lnTo>
                  <a:lnTo>
                    <a:pt x="8072549" y="3713962"/>
                  </a:lnTo>
                  <a:lnTo>
                    <a:pt x="8014014" y="3771171"/>
                  </a:lnTo>
                  <a:lnTo>
                    <a:pt x="7951262" y="3823193"/>
                  </a:lnTo>
                  <a:lnTo>
                    <a:pt x="7883609" y="3870541"/>
                  </a:lnTo>
                  <a:lnTo>
                    <a:pt x="7810415" y="3913704"/>
                  </a:lnTo>
                  <a:lnTo>
                    <a:pt x="7731145" y="3953121"/>
                  </a:lnTo>
                  <a:lnTo>
                    <a:pt x="7645436" y="3989165"/>
                  </a:lnTo>
                  <a:lnTo>
                    <a:pt x="7553188" y="4022129"/>
                  </a:lnTo>
                  <a:lnTo>
                    <a:pt x="7454678" y="4052229"/>
                  </a:lnTo>
                  <a:lnTo>
                    <a:pt x="7350678" y="4079597"/>
                  </a:lnTo>
                  <a:lnTo>
                    <a:pt x="7242572" y="4104292"/>
                  </a:lnTo>
                  <a:lnTo>
                    <a:pt x="7132430" y="4126309"/>
                  </a:lnTo>
                  <a:lnTo>
                    <a:pt x="7023012" y="4145603"/>
                  </a:lnTo>
                  <a:lnTo>
                    <a:pt x="6917637" y="4162117"/>
                  </a:lnTo>
                  <a:lnTo>
                    <a:pt x="6819924" y="4175823"/>
                  </a:lnTo>
                  <a:lnTo>
                    <a:pt x="6733376" y="4186755"/>
                  </a:lnTo>
                  <a:lnTo>
                    <a:pt x="6660894" y="4195045"/>
                  </a:lnTo>
                  <a:lnTo>
                    <a:pt x="6604310" y="4200930"/>
                  </a:lnTo>
                  <a:lnTo>
                    <a:pt x="6564044" y="4204752"/>
                  </a:lnTo>
                  <a:lnTo>
                    <a:pt x="6538970" y="4206931"/>
                  </a:lnTo>
                  <a:lnTo>
                    <a:pt x="6526471" y="4207929"/>
                  </a:lnTo>
                  <a:lnTo>
                    <a:pt x="6522617" y="4208213"/>
                  </a:lnTo>
                  <a:lnTo>
                    <a:pt x="6522385" y="4208229"/>
                  </a:lnTo>
                  <a:lnTo>
                    <a:pt x="5527445" y="4208229"/>
                  </a:lnTo>
                  <a:lnTo>
                    <a:pt x="5526309" y="4208232"/>
                  </a:lnTo>
                  <a:lnTo>
                    <a:pt x="5518811" y="4208256"/>
                  </a:lnTo>
                  <a:lnTo>
                    <a:pt x="5499810" y="4208323"/>
                  </a:lnTo>
                  <a:lnTo>
                    <a:pt x="5465591" y="4208455"/>
                  </a:lnTo>
                  <a:lnTo>
                    <a:pt x="5414083" y="4208673"/>
                  </a:lnTo>
                  <a:lnTo>
                    <a:pt x="5345017" y="4208996"/>
                  </a:lnTo>
                  <a:lnTo>
                    <a:pt x="5259865" y="4209435"/>
                  </a:lnTo>
                  <a:lnTo>
                    <a:pt x="5161517" y="4210000"/>
                  </a:lnTo>
                  <a:lnTo>
                    <a:pt x="5053754" y="4210694"/>
                  </a:lnTo>
                  <a:lnTo>
                    <a:pt x="4940653" y="4211515"/>
                  </a:lnTo>
                  <a:lnTo>
                    <a:pt x="4826053" y="4212462"/>
                  </a:lnTo>
                  <a:lnTo>
                    <a:pt x="4713187" y="4213531"/>
                  </a:lnTo>
                  <a:lnTo>
                    <a:pt x="4604504" y="4214723"/>
                  </a:lnTo>
                  <a:lnTo>
                    <a:pt x="4501642" y="4216039"/>
                  </a:lnTo>
                  <a:lnTo>
                    <a:pt x="4405517" y="4217486"/>
                  </a:lnTo>
                  <a:lnTo>
                    <a:pt x="4316456" y="4219073"/>
                  </a:lnTo>
                  <a:lnTo>
                    <a:pt x="4234345" y="4220816"/>
                  </a:lnTo>
                  <a:lnTo>
                    <a:pt x="4158768" y="4222731"/>
                  </a:lnTo>
                  <a:lnTo>
                    <a:pt x="4089109" y="4224841"/>
                  </a:lnTo>
                  <a:lnTo>
                    <a:pt x="4024643" y="4227167"/>
                  </a:lnTo>
                  <a:lnTo>
                    <a:pt x="3964594" y="4229735"/>
                  </a:lnTo>
                  <a:lnTo>
                    <a:pt x="3908186" y="4232568"/>
                  </a:lnTo>
                  <a:lnTo>
                    <a:pt x="3854684" y="4235682"/>
                  </a:lnTo>
                  <a:lnTo>
                    <a:pt x="3820202" y="4237926"/>
                  </a:lnTo>
                  <a:lnTo>
                    <a:pt x="3758717" y="4242396"/>
                  </a:lnTo>
                  <a:lnTo>
                    <a:pt x="3699147" y="4247315"/>
                  </a:lnTo>
                  <a:lnTo>
                    <a:pt x="3640780" y="4252688"/>
                  </a:lnTo>
                  <a:lnTo>
                    <a:pt x="3583092" y="4258508"/>
                  </a:lnTo>
                  <a:lnTo>
                    <a:pt x="3525715" y="4264751"/>
                  </a:lnTo>
                  <a:lnTo>
                    <a:pt x="3468405" y="4271374"/>
                  </a:lnTo>
                  <a:lnTo>
                    <a:pt x="3411029" y="4278318"/>
                  </a:lnTo>
                  <a:lnTo>
                    <a:pt x="3353537" y="4285507"/>
                  </a:lnTo>
                  <a:lnTo>
                    <a:pt x="3295945" y="4292854"/>
                  </a:lnTo>
                  <a:lnTo>
                    <a:pt x="3238309" y="4300261"/>
                  </a:lnTo>
                  <a:lnTo>
                    <a:pt x="3180702" y="4307628"/>
                  </a:lnTo>
                  <a:lnTo>
                    <a:pt x="3123186" y="4314858"/>
                  </a:lnTo>
                  <a:lnTo>
                    <a:pt x="3065788" y="4321859"/>
                  </a:lnTo>
                  <a:lnTo>
                    <a:pt x="3008472" y="4328553"/>
                  </a:lnTo>
                  <a:lnTo>
                    <a:pt x="2951125" y="4334878"/>
                  </a:lnTo>
                  <a:lnTo>
                    <a:pt x="2893527" y="4340788"/>
                  </a:lnTo>
                  <a:lnTo>
                    <a:pt x="2835337" y="4346255"/>
                  </a:lnTo>
                  <a:lnTo>
                    <a:pt x="2776066" y="4351267"/>
                  </a:lnTo>
                  <a:lnTo>
                    <a:pt x="2715045" y="4355828"/>
                  </a:lnTo>
                  <a:lnTo>
                    <a:pt x="2702183" y="4356713"/>
                  </a:lnTo>
                  <a:lnTo>
                    <a:pt x="2650252" y="4360020"/>
                  </a:lnTo>
                  <a:lnTo>
                    <a:pt x="2595864" y="4363040"/>
                  </a:lnTo>
                  <a:lnTo>
                    <a:pt x="2538334" y="4365783"/>
                  </a:lnTo>
                  <a:lnTo>
                    <a:pt x="2476908" y="4368268"/>
                  </a:lnTo>
                  <a:lnTo>
                    <a:pt x="2410805" y="4370520"/>
                  </a:lnTo>
                  <a:lnTo>
                    <a:pt x="2339262" y="4372563"/>
                  </a:lnTo>
                  <a:lnTo>
                    <a:pt x="2261580" y="4374418"/>
                  </a:lnTo>
                  <a:lnTo>
                    <a:pt x="2177200" y="4376108"/>
                  </a:lnTo>
                  <a:lnTo>
                    <a:pt x="2085792" y="4377648"/>
                  </a:lnTo>
                  <a:lnTo>
                    <a:pt x="1987372" y="4379050"/>
                  </a:lnTo>
                  <a:lnTo>
                    <a:pt x="1882447" y="4380325"/>
                  </a:lnTo>
                  <a:lnTo>
                    <a:pt x="1772158" y="4381476"/>
                  </a:lnTo>
                  <a:lnTo>
                    <a:pt x="1658406" y="4382505"/>
                  </a:lnTo>
                  <a:lnTo>
                    <a:pt x="1543909" y="4383410"/>
                  </a:lnTo>
                  <a:lnTo>
                    <a:pt x="1432130" y="4384189"/>
                  </a:lnTo>
                  <a:lnTo>
                    <a:pt x="1327038" y="4384840"/>
                  </a:lnTo>
                  <a:lnTo>
                    <a:pt x="1232675" y="4385363"/>
                  </a:lnTo>
                  <a:lnTo>
                    <a:pt x="1152594" y="4385763"/>
                  </a:lnTo>
                  <a:lnTo>
                    <a:pt x="1089265" y="4386049"/>
                  </a:lnTo>
                  <a:lnTo>
                    <a:pt x="1043605" y="4386236"/>
                  </a:lnTo>
                  <a:lnTo>
                    <a:pt x="1014743" y="4386344"/>
                  </a:lnTo>
                  <a:lnTo>
                    <a:pt x="1000040" y="4386394"/>
                  </a:lnTo>
                  <a:lnTo>
                    <a:pt x="995285" y="4386409"/>
                  </a:lnTo>
                  <a:lnTo>
                    <a:pt x="994940" y="4386410"/>
                  </a:lnTo>
                  <a:lnTo>
                    <a:pt x="0" y="4386410"/>
                  </a:lnTo>
                  <a:lnTo>
                    <a:pt x="0" y="43864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0" name="pg1709"/>
            <p:cNvSpPr/>
            <p:nvPr/>
          </p:nvSpPr>
          <p:spPr>
            <a:xfrm>
              <a:off x="1199187" y="2494377"/>
              <a:ext cx="12049831" cy="3233471"/>
            </a:xfrm>
            <a:custGeom>
              <a:avLst/>
              <a:pathLst>
                <a:path w="12049831" h="3233471">
                  <a:moveTo>
                    <a:pt x="0" y="3233471"/>
                  </a:moveTo>
                  <a:lnTo>
                    <a:pt x="994940" y="3233471"/>
                  </a:lnTo>
                  <a:lnTo>
                    <a:pt x="996076" y="3233468"/>
                  </a:lnTo>
                  <a:lnTo>
                    <a:pt x="1003575" y="3233451"/>
                  </a:lnTo>
                  <a:lnTo>
                    <a:pt x="1022577" y="3233404"/>
                  </a:lnTo>
                  <a:lnTo>
                    <a:pt x="1056800" y="3233311"/>
                  </a:lnTo>
                  <a:lnTo>
                    <a:pt x="1108313" y="3233157"/>
                  </a:lnTo>
                  <a:lnTo>
                    <a:pt x="1177386" y="3232929"/>
                  </a:lnTo>
                  <a:lnTo>
                    <a:pt x="1262545" y="3232619"/>
                  </a:lnTo>
                  <a:lnTo>
                    <a:pt x="1360900" y="3232220"/>
                  </a:lnTo>
                  <a:lnTo>
                    <a:pt x="1468669" y="3231730"/>
                  </a:lnTo>
                  <a:lnTo>
                    <a:pt x="1581776" y="3231151"/>
                  </a:lnTo>
                  <a:lnTo>
                    <a:pt x="1696380" y="3230482"/>
                  </a:lnTo>
                  <a:lnTo>
                    <a:pt x="1809248" y="3229728"/>
                  </a:lnTo>
                  <a:lnTo>
                    <a:pt x="1917933" y="3228886"/>
                  </a:lnTo>
                  <a:lnTo>
                    <a:pt x="2020796" y="3227957"/>
                  </a:lnTo>
                  <a:lnTo>
                    <a:pt x="2116921" y="3226936"/>
                  </a:lnTo>
                  <a:lnTo>
                    <a:pt x="2205981" y="3225815"/>
                  </a:lnTo>
                  <a:lnTo>
                    <a:pt x="2288090" y="3224585"/>
                  </a:lnTo>
                  <a:lnTo>
                    <a:pt x="2363666" y="3223233"/>
                  </a:lnTo>
                  <a:lnTo>
                    <a:pt x="2433324" y="3221744"/>
                  </a:lnTo>
                  <a:lnTo>
                    <a:pt x="2497789" y="3220101"/>
                  </a:lnTo>
                  <a:lnTo>
                    <a:pt x="2557837" y="3218288"/>
                  </a:lnTo>
                  <a:lnTo>
                    <a:pt x="2614245" y="3216288"/>
                  </a:lnTo>
                  <a:lnTo>
                    <a:pt x="2667747" y="3214090"/>
                  </a:lnTo>
                  <a:lnTo>
                    <a:pt x="2702183" y="3212508"/>
                  </a:lnTo>
                  <a:lnTo>
                    <a:pt x="2763753" y="3209348"/>
                  </a:lnTo>
                  <a:lnTo>
                    <a:pt x="2823403" y="3205870"/>
                  </a:lnTo>
                  <a:lnTo>
                    <a:pt x="2881849" y="3202071"/>
                  </a:lnTo>
                  <a:lnTo>
                    <a:pt x="2939616" y="3197955"/>
                  </a:lnTo>
                  <a:lnTo>
                    <a:pt x="2997073" y="3193541"/>
                  </a:lnTo>
                  <a:lnTo>
                    <a:pt x="3054463" y="3188857"/>
                  </a:lnTo>
                  <a:lnTo>
                    <a:pt x="3111921" y="3183947"/>
                  </a:lnTo>
                  <a:lnTo>
                    <a:pt x="3169495" y="3178863"/>
                  </a:lnTo>
                  <a:lnTo>
                    <a:pt x="3227169" y="3173669"/>
                  </a:lnTo>
                  <a:lnTo>
                    <a:pt x="3284886" y="3168433"/>
                  </a:lnTo>
                  <a:lnTo>
                    <a:pt x="3342573" y="3163226"/>
                  </a:lnTo>
                  <a:lnTo>
                    <a:pt x="3400167" y="3158118"/>
                  </a:lnTo>
                  <a:lnTo>
                    <a:pt x="3457645" y="3153173"/>
                  </a:lnTo>
                  <a:lnTo>
                    <a:pt x="3515040" y="3148445"/>
                  </a:lnTo>
                  <a:lnTo>
                    <a:pt x="3572471" y="3143980"/>
                  </a:lnTo>
                  <a:lnTo>
                    <a:pt x="3630158" y="3139809"/>
                  </a:lnTo>
                  <a:lnTo>
                    <a:pt x="3688449" y="3135952"/>
                  </a:lnTo>
                  <a:lnTo>
                    <a:pt x="3747837" y="3132417"/>
                  </a:lnTo>
                  <a:lnTo>
                    <a:pt x="3809001" y="3129201"/>
                  </a:lnTo>
                  <a:lnTo>
                    <a:pt x="3820202" y="3128658"/>
                  </a:lnTo>
                  <a:lnTo>
                    <a:pt x="3872135" y="3126324"/>
                  </a:lnTo>
                  <a:lnTo>
                    <a:pt x="3926525" y="3124192"/>
                  </a:lnTo>
                  <a:lnTo>
                    <a:pt x="3984058" y="3122256"/>
                  </a:lnTo>
                  <a:lnTo>
                    <a:pt x="4045487" y="3120501"/>
                  </a:lnTo>
                  <a:lnTo>
                    <a:pt x="4111593" y="3118912"/>
                  </a:lnTo>
                  <a:lnTo>
                    <a:pt x="4183140" y="3117470"/>
                  </a:lnTo>
                  <a:lnTo>
                    <a:pt x="4260826" y="3116160"/>
                  </a:lnTo>
                  <a:lnTo>
                    <a:pt x="4345211" y="3114967"/>
                  </a:lnTo>
                  <a:lnTo>
                    <a:pt x="4436626" y="3113880"/>
                  </a:lnTo>
                  <a:lnTo>
                    <a:pt x="4535051" y="3112890"/>
                  </a:lnTo>
                  <a:lnTo>
                    <a:pt x="4639983" y="3111991"/>
                  </a:lnTo>
                  <a:lnTo>
                    <a:pt x="4750278" y="3111178"/>
                  </a:lnTo>
                  <a:lnTo>
                    <a:pt x="4864036" y="3110452"/>
                  </a:lnTo>
                  <a:lnTo>
                    <a:pt x="4978537" y="3109813"/>
                  </a:lnTo>
                  <a:lnTo>
                    <a:pt x="5090317" y="3109263"/>
                  </a:lnTo>
                  <a:lnTo>
                    <a:pt x="5195408" y="3108804"/>
                  </a:lnTo>
                  <a:lnTo>
                    <a:pt x="5289766" y="3108435"/>
                  </a:lnTo>
                  <a:lnTo>
                    <a:pt x="5369840" y="3108152"/>
                  </a:lnTo>
                  <a:lnTo>
                    <a:pt x="5433160" y="3107951"/>
                  </a:lnTo>
                  <a:lnTo>
                    <a:pt x="5478808" y="3107818"/>
                  </a:lnTo>
                  <a:lnTo>
                    <a:pt x="5507658" y="3107742"/>
                  </a:lnTo>
                  <a:lnTo>
                    <a:pt x="5522352" y="3107707"/>
                  </a:lnTo>
                  <a:lnTo>
                    <a:pt x="5527101" y="3107696"/>
                  </a:lnTo>
                  <a:lnTo>
                    <a:pt x="5527445" y="3107696"/>
                  </a:lnTo>
                  <a:lnTo>
                    <a:pt x="6522385" y="3107696"/>
                  </a:lnTo>
                  <a:lnTo>
                    <a:pt x="6523451" y="3107640"/>
                  </a:lnTo>
                  <a:lnTo>
                    <a:pt x="6530490" y="3107245"/>
                  </a:lnTo>
                  <a:lnTo>
                    <a:pt x="6548358" y="3106154"/>
                  </a:lnTo>
                  <a:lnTo>
                    <a:pt x="6580614" y="3104004"/>
                  </a:lnTo>
                  <a:lnTo>
                    <a:pt x="6629320" y="3100447"/>
                  </a:lnTo>
                  <a:lnTo>
                    <a:pt x="6694896" y="3095183"/>
                  </a:lnTo>
                  <a:lnTo>
                    <a:pt x="6776142" y="3087985"/>
                  </a:lnTo>
                  <a:lnTo>
                    <a:pt x="6870511" y="3078710"/>
                  </a:lnTo>
                  <a:lnTo>
                    <a:pt x="6974555" y="3067298"/>
                  </a:lnTo>
                  <a:lnTo>
                    <a:pt x="7084464" y="3053751"/>
                  </a:lnTo>
                  <a:lnTo>
                    <a:pt x="7196562" y="3038108"/>
                  </a:lnTo>
                  <a:lnTo>
                    <a:pt x="7307668" y="3020410"/>
                  </a:lnTo>
                  <a:lnTo>
                    <a:pt x="7415301" y="3000676"/>
                  </a:lnTo>
                  <a:lnTo>
                    <a:pt x="7517724" y="2978881"/>
                  </a:lnTo>
                  <a:lnTo>
                    <a:pt x="7613897" y="2954946"/>
                  </a:lnTo>
                  <a:lnTo>
                    <a:pt x="7703355" y="2928726"/>
                  </a:lnTo>
                  <a:lnTo>
                    <a:pt x="7786082" y="2900014"/>
                  </a:lnTo>
                  <a:lnTo>
                    <a:pt x="7862380" y="2868540"/>
                  </a:lnTo>
                  <a:lnTo>
                    <a:pt x="7932767" y="2833979"/>
                  </a:lnTo>
                  <a:lnTo>
                    <a:pt x="7997890" y="2795959"/>
                  </a:lnTo>
                  <a:lnTo>
                    <a:pt x="8058460" y="2754087"/>
                  </a:lnTo>
                  <a:lnTo>
                    <a:pt x="8115211" y="2707972"/>
                  </a:lnTo>
                  <a:lnTo>
                    <a:pt x="8168852" y="2657279"/>
                  </a:lnTo>
                  <a:lnTo>
                    <a:pt x="8220040" y="2601810"/>
                  </a:lnTo>
                  <a:lnTo>
                    <a:pt x="8229629" y="2590620"/>
                  </a:lnTo>
                  <a:lnTo>
                    <a:pt x="8272390" y="2537611"/>
                  </a:lnTo>
                  <a:lnTo>
                    <a:pt x="8314114" y="2480909"/>
                  </a:lnTo>
                  <a:lnTo>
                    <a:pt x="8355069" y="2420436"/>
                  </a:lnTo>
                  <a:lnTo>
                    <a:pt x="8395475" y="2356172"/>
                  </a:lnTo>
                  <a:lnTo>
                    <a:pt x="8435507" y="2288153"/>
                  </a:lnTo>
                  <a:lnTo>
                    <a:pt x="8475307" y="2216483"/>
                  </a:lnTo>
                  <a:lnTo>
                    <a:pt x="8514981" y="2141332"/>
                  </a:lnTo>
                  <a:lnTo>
                    <a:pt x="8554611" y="2062942"/>
                  </a:lnTo>
                  <a:lnTo>
                    <a:pt x="8594250" y="1981625"/>
                  </a:lnTo>
                  <a:lnTo>
                    <a:pt x="8633931" y="1897759"/>
                  </a:lnTo>
                  <a:lnTo>
                    <a:pt x="8673669" y="1811787"/>
                  </a:lnTo>
                  <a:lnTo>
                    <a:pt x="8713461" y="1724201"/>
                  </a:lnTo>
                  <a:lnTo>
                    <a:pt x="8753295" y="1635539"/>
                  </a:lnTo>
                  <a:lnTo>
                    <a:pt x="8793151" y="1546364"/>
                  </a:lnTo>
                  <a:lnTo>
                    <a:pt x="8833004" y="1457254"/>
                  </a:lnTo>
                  <a:lnTo>
                    <a:pt x="8872830" y="1368787"/>
                  </a:lnTo>
                  <a:lnTo>
                    <a:pt x="8912611" y="1281521"/>
                  </a:lnTo>
                  <a:lnTo>
                    <a:pt x="8952335" y="1195984"/>
                  </a:lnTo>
                  <a:lnTo>
                    <a:pt x="8992005" y="1112659"/>
                  </a:lnTo>
                  <a:lnTo>
                    <a:pt x="9031639" y="1031974"/>
                  </a:lnTo>
                  <a:lnTo>
                    <a:pt x="9071273" y="954292"/>
                  </a:lnTo>
                  <a:lnTo>
                    <a:pt x="9110968" y="879911"/>
                  </a:lnTo>
                  <a:lnTo>
                    <a:pt x="9150810" y="809055"/>
                  </a:lnTo>
                  <a:lnTo>
                    <a:pt x="9190913" y="741880"/>
                  </a:lnTo>
                  <a:lnTo>
                    <a:pt x="9231426" y="678473"/>
                  </a:lnTo>
                  <a:lnTo>
                    <a:pt x="9272535" y="618859"/>
                  </a:lnTo>
                  <a:lnTo>
                    <a:pt x="9314468" y="563001"/>
                  </a:lnTo>
                  <a:lnTo>
                    <a:pt x="9347647" y="522316"/>
                  </a:lnTo>
                  <a:lnTo>
                    <a:pt x="9398432" y="465926"/>
                  </a:lnTo>
                  <a:lnTo>
                    <a:pt x="9451554" y="414326"/>
                  </a:lnTo>
                  <a:lnTo>
                    <a:pt x="9507654" y="367356"/>
                  </a:lnTo>
                  <a:lnTo>
                    <a:pt x="9567435" y="324699"/>
                  </a:lnTo>
                  <a:lnTo>
                    <a:pt x="9631628" y="285971"/>
                  </a:lnTo>
                  <a:lnTo>
                    <a:pt x="9700952" y="250776"/>
                  </a:lnTo>
                  <a:lnTo>
                    <a:pt x="9776071" y="218736"/>
                  </a:lnTo>
                  <a:lnTo>
                    <a:pt x="9857533" y="189517"/>
                  </a:lnTo>
                  <a:lnTo>
                    <a:pt x="9945690" y="162837"/>
                  </a:lnTo>
                  <a:lnTo>
                    <a:pt x="10040595" y="138477"/>
                  </a:lnTo>
                  <a:lnTo>
                    <a:pt x="10141880" y="116280"/>
                  </a:lnTo>
                  <a:lnTo>
                    <a:pt x="10248625" y="96154"/>
                  </a:lnTo>
                  <a:lnTo>
                    <a:pt x="10359234" y="78065"/>
                  </a:lnTo>
                  <a:lnTo>
                    <a:pt x="10471368" y="62025"/>
                  </a:lnTo>
                  <a:lnTo>
                    <a:pt x="10581971" y="48072"/>
                  </a:lnTo>
                  <a:lnTo>
                    <a:pt x="10687438" y="36249"/>
                  </a:lnTo>
                  <a:lnTo>
                    <a:pt x="10783950" y="26566"/>
                  </a:lnTo>
                  <a:lnTo>
                    <a:pt x="10867946" y="18978"/>
                  </a:lnTo>
                  <a:lnTo>
                    <a:pt x="10936667" y="13358"/>
                  </a:lnTo>
                  <a:lnTo>
                    <a:pt x="10988630" y="9495"/>
                  </a:lnTo>
                  <a:lnTo>
                    <a:pt x="11023931" y="7101"/>
                  </a:lnTo>
                  <a:lnTo>
                    <a:pt x="11044327" y="5835"/>
                  </a:lnTo>
                  <a:lnTo>
                    <a:pt x="11053105" y="533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6" y="55"/>
                  </a:lnTo>
                  <a:lnTo>
                    <a:pt x="11046787" y="450"/>
                  </a:lnTo>
                  <a:lnTo>
                    <a:pt x="11028919" y="1541"/>
                  </a:lnTo>
                  <a:lnTo>
                    <a:pt x="10996663" y="3691"/>
                  </a:lnTo>
                  <a:lnTo>
                    <a:pt x="10947956" y="7248"/>
                  </a:lnTo>
                  <a:lnTo>
                    <a:pt x="10882381" y="12512"/>
                  </a:lnTo>
                  <a:lnTo>
                    <a:pt x="10801135" y="19710"/>
                  </a:lnTo>
                  <a:lnTo>
                    <a:pt x="10706766" y="28985"/>
                  </a:lnTo>
                  <a:lnTo>
                    <a:pt x="10602721" y="40397"/>
                  </a:lnTo>
                  <a:lnTo>
                    <a:pt x="10492812" y="53944"/>
                  </a:lnTo>
                  <a:lnTo>
                    <a:pt x="10380714" y="69587"/>
                  </a:lnTo>
                  <a:lnTo>
                    <a:pt x="10269608" y="87286"/>
                  </a:lnTo>
                  <a:lnTo>
                    <a:pt x="10161976" y="107019"/>
                  </a:lnTo>
                  <a:lnTo>
                    <a:pt x="10059552" y="128814"/>
                  </a:lnTo>
                  <a:lnTo>
                    <a:pt x="9963380" y="152749"/>
                  </a:lnTo>
                  <a:lnTo>
                    <a:pt x="9873921" y="178969"/>
                  </a:lnTo>
                  <a:lnTo>
                    <a:pt x="9791195" y="207681"/>
                  </a:lnTo>
                  <a:lnTo>
                    <a:pt x="9714896" y="239155"/>
                  </a:lnTo>
                  <a:lnTo>
                    <a:pt x="9644509" y="273716"/>
                  </a:lnTo>
                  <a:lnTo>
                    <a:pt x="9579387" y="311736"/>
                  </a:lnTo>
                  <a:lnTo>
                    <a:pt x="9518816" y="353608"/>
                  </a:lnTo>
                  <a:lnTo>
                    <a:pt x="9462066" y="399723"/>
                  </a:lnTo>
                  <a:lnTo>
                    <a:pt x="9408424" y="450416"/>
                  </a:lnTo>
                  <a:lnTo>
                    <a:pt x="9357236" y="505885"/>
                  </a:lnTo>
                  <a:lnTo>
                    <a:pt x="9347647" y="517075"/>
                  </a:lnTo>
                  <a:lnTo>
                    <a:pt x="9304887" y="570084"/>
                  </a:lnTo>
                  <a:lnTo>
                    <a:pt x="9263163" y="626786"/>
                  </a:lnTo>
                  <a:lnTo>
                    <a:pt x="9222207" y="687259"/>
                  </a:lnTo>
                  <a:lnTo>
                    <a:pt x="9181802" y="751523"/>
                  </a:lnTo>
                  <a:lnTo>
                    <a:pt x="9141769" y="819542"/>
                  </a:lnTo>
                  <a:lnTo>
                    <a:pt x="9101970" y="891212"/>
                  </a:lnTo>
                  <a:lnTo>
                    <a:pt x="9062295" y="966363"/>
                  </a:lnTo>
                  <a:lnTo>
                    <a:pt x="9022666" y="1044753"/>
                  </a:lnTo>
                  <a:lnTo>
                    <a:pt x="8983026" y="1126070"/>
                  </a:lnTo>
                  <a:lnTo>
                    <a:pt x="8943345" y="1209936"/>
                  </a:lnTo>
                  <a:lnTo>
                    <a:pt x="8903608" y="1295908"/>
                  </a:lnTo>
                  <a:lnTo>
                    <a:pt x="8863815" y="1383494"/>
                  </a:lnTo>
                  <a:lnTo>
                    <a:pt x="8823981" y="1472156"/>
                  </a:lnTo>
                  <a:lnTo>
                    <a:pt x="8784125" y="1561331"/>
                  </a:lnTo>
                  <a:lnTo>
                    <a:pt x="8744272" y="1650441"/>
                  </a:lnTo>
                  <a:lnTo>
                    <a:pt x="8704446" y="1738908"/>
                  </a:lnTo>
                  <a:lnTo>
                    <a:pt x="8664665" y="1826174"/>
                  </a:lnTo>
                  <a:lnTo>
                    <a:pt x="8624941" y="1911711"/>
                  </a:lnTo>
                  <a:lnTo>
                    <a:pt x="8585271" y="1995036"/>
                  </a:lnTo>
                  <a:lnTo>
                    <a:pt x="8545638" y="2075721"/>
                  </a:lnTo>
                  <a:lnTo>
                    <a:pt x="8506004" y="2153403"/>
                  </a:lnTo>
                  <a:lnTo>
                    <a:pt x="8466309" y="2227784"/>
                  </a:lnTo>
                  <a:lnTo>
                    <a:pt x="8426467" y="2298640"/>
                  </a:lnTo>
                  <a:lnTo>
                    <a:pt x="8386364" y="2365815"/>
                  </a:lnTo>
                  <a:lnTo>
                    <a:pt x="8345850" y="2429222"/>
                  </a:lnTo>
                  <a:lnTo>
                    <a:pt x="8304742" y="2488836"/>
                  </a:lnTo>
                  <a:lnTo>
                    <a:pt x="8262809" y="2544694"/>
                  </a:lnTo>
                  <a:lnTo>
                    <a:pt x="8229629" y="2585379"/>
                  </a:lnTo>
                  <a:lnTo>
                    <a:pt x="8178844" y="2641770"/>
                  </a:lnTo>
                  <a:lnTo>
                    <a:pt x="8125722" y="2693369"/>
                  </a:lnTo>
                  <a:lnTo>
                    <a:pt x="8069622" y="2740339"/>
                  </a:lnTo>
                  <a:lnTo>
                    <a:pt x="8009841" y="2782996"/>
                  </a:lnTo>
                  <a:lnTo>
                    <a:pt x="7945648" y="2821724"/>
                  </a:lnTo>
                  <a:lnTo>
                    <a:pt x="7876324" y="2856919"/>
                  </a:lnTo>
                  <a:lnTo>
                    <a:pt x="7801205" y="2888959"/>
                  </a:lnTo>
                  <a:lnTo>
                    <a:pt x="7719743" y="2918178"/>
                  </a:lnTo>
                  <a:lnTo>
                    <a:pt x="7631587" y="2944858"/>
                  </a:lnTo>
                  <a:lnTo>
                    <a:pt x="7536682" y="2969218"/>
                  </a:lnTo>
                  <a:lnTo>
                    <a:pt x="7435396" y="2991415"/>
                  </a:lnTo>
                  <a:lnTo>
                    <a:pt x="7328651" y="3011541"/>
                  </a:lnTo>
                  <a:lnTo>
                    <a:pt x="7218042" y="3029630"/>
                  </a:lnTo>
                  <a:lnTo>
                    <a:pt x="7105908" y="3045670"/>
                  </a:lnTo>
                  <a:lnTo>
                    <a:pt x="6995305" y="3059623"/>
                  </a:lnTo>
                  <a:lnTo>
                    <a:pt x="6889838" y="3071446"/>
                  </a:lnTo>
                  <a:lnTo>
                    <a:pt x="6793327" y="3081129"/>
                  </a:lnTo>
                  <a:lnTo>
                    <a:pt x="6709330" y="3088717"/>
                  </a:lnTo>
                  <a:lnTo>
                    <a:pt x="6640609" y="3094337"/>
                  </a:lnTo>
                  <a:lnTo>
                    <a:pt x="6588647" y="3098200"/>
                  </a:lnTo>
                  <a:lnTo>
                    <a:pt x="6553345" y="3100594"/>
                  </a:lnTo>
                  <a:lnTo>
                    <a:pt x="6532949" y="3101860"/>
                  </a:lnTo>
                  <a:lnTo>
                    <a:pt x="6524172" y="3102361"/>
                  </a:lnTo>
                  <a:lnTo>
                    <a:pt x="6522385" y="3102455"/>
                  </a:lnTo>
                  <a:lnTo>
                    <a:pt x="5527445" y="3102455"/>
                  </a:lnTo>
                  <a:lnTo>
                    <a:pt x="5526309" y="3102457"/>
                  </a:lnTo>
                  <a:lnTo>
                    <a:pt x="5518810" y="3102474"/>
                  </a:lnTo>
                  <a:lnTo>
                    <a:pt x="5499808" y="3102522"/>
                  </a:lnTo>
                  <a:lnTo>
                    <a:pt x="5465585" y="3102615"/>
                  </a:lnTo>
                  <a:lnTo>
                    <a:pt x="5414072" y="3102769"/>
                  </a:lnTo>
                  <a:lnTo>
                    <a:pt x="5344999" y="3102996"/>
                  </a:lnTo>
                  <a:lnTo>
                    <a:pt x="5259840" y="3103307"/>
                  </a:lnTo>
                  <a:lnTo>
                    <a:pt x="5161485" y="3103706"/>
                  </a:lnTo>
                  <a:lnTo>
                    <a:pt x="5053716" y="3104195"/>
                  </a:lnTo>
                  <a:lnTo>
                    <a:pt x="4940609" y="3104775"/>
                  </a:lnTo>
                  <a:lnTo>
                    <a:pt x="4826005" y="3105443"/>
                  </a:lnTo>
                  <a:lnTo>
                    <a:pt x="4713137" y="3106198"/>
                  </a:lnTo>
                  <a:lnTo>
                    <a:pt x="4604452" y="3107039"/>
                  </a:lnTo>
                  <a:lnTo>
                    <a:pt x="4501589" y="3107968"/>
                  </a:lnTo>
                  <a:lnTo>
                    <a:pt x="4405464" y="3108990"/>
                  </a:lnTo>
                  <a:lnTo>
                    <a:pt x="4316404" y="3110111"/>
                  </a:lnTo>
                  <a:lnTo>
                    <a:pt x="4234295" y="3111341"/>
                  </a:lnTo>
                  <a:lnTo>
                    <a:pt x="4158719" y="3112693"/>
                  </a:lnTo>
                  <a:lnTo>
                    <a:pt x="4089061" y="3114182"/>
                  </a:lnTo>
                  <a:lnTo>
                    <a:pt x="4024596" y="3115824"/>
                  </a:lnTo>
                  <a:lnTo>
                    <a:pt x="3964548" y="3117637"/>
                  </a:lnTo>
                  <a:lnTo>
                    <a:pt x="3908140" y="3119637"/>
                  </a:lnTo>
                  <a:lnTo>
                    <a:pt x="3854638" y="3121836"/>
                  </a:lnTo>
                  <a:lnTo>
                    <a:pt x="3820202" y="3123417"/>
                  </a:lnTo>
                  <a:lnTo>
                    <a:pt x="3758632" y="3126578"/>
                  </a:lnTo>
                  <a:lnTo>
                    <a:pt x="3698982" y="3130055"/>
                  </a:lnTo>
                  <a:lnTo>
                    <a:pt x="3640536" y="3133855"/>
                  </a:lnTo>
                  <a:lnTo>
                    <a:pt x="3582769" y="3137970"/>
                  </a:lnTo>
                  <a:lnTo>
                    <a:pt x="3525312" y="3142385"/>
                  </a:lnTo>
                  <a:lnTo>
                    <a:pt x="3467922" y="3147068"/>
                  </a:lnTo>
                  <a:lnTo>
                    <a:pt x="3410464" y="3151979"/>
                  </a:lnTo>
                  <a:lnTo>
                    <a:pt x="3352890" y="3157062"/>
                  </a:lnTo>
                  <a:lnTo>
                    <a:pt x="3295216" y="3162256"/>
                  </a:lnTo>
                  <a:lnTo>
                    <a:pt x="3237499" y="3167492"/>
                  </a:lnTo>
                  <a:lnTo>
                    <a:pt x="3179812" y="3172699"/>
                  </a:lnTo>
                  <a:lnTo>
                    <a:pt x="3122218" y="3177807"/>
                  </a:lnTo>
                  <a:lnTo>
                    <a:pt x="3064740" y="3182753"/>
                  </a:lnTo>
                  <a:lnTo>
                    <a:pt x="3007345" y="3187480"/>
                  </a:lnTo>
                  <a:lnTo>
                    <a:pt x="2949914" y="3191946"/>
                  </a:lnTo>
                  <a:lnTo>
                    <a:pt x="2892227" y="3196117"/>
                  </a:lnTo>
                  <a:lnTo>
                    <a:pt x="2833936" y="3199973"/>
                  </a:lnTo>
                  <a:lnTo>
                    <a:pt x="2774548" y="3203508"/>
                  </a:lnTo>
                  <a:lnTo>
                    <a:pt x="2713384" y="3206725"/>
                  </a:lnTo>
                  <a:lnTo>
                    <a:pt x="2702183" y="3207268"/>
                  </a:lnTo>
                  <a:lnTo>
                    <a:pt x="2650250" y="3209602"/>
                  </a:lnTo>
                  <a:lnTo>
                    <a:pt x="2595860" y="3211734"/>
                  </a:lnTo>
                  <a:lnTo>
                    <a:pt x="2538327" y="3213670"/>
                  </a:lnTo>
                  <a:lnTo>
                    <a:pt x="2476898" y="3215424"/>
                  </a:lnTo>
                  <a:lnTo>
                    <a:pt x="2410792" y="3217014"/>
                  </a:lnTo>
                  <a:lnTo>
                    <a:pt x="2339245" y="3218456"/>
                  </a:lnTo>
                  <a:lnTo>
                    <a:pt x="2261559" y="3219766"/>
                  </a:lnTo>
                  <a:lnTo>
                    <a:pt x="2177174" y="3220958"/>
                  </a:lnTo>
                  <a:lnTo>
                    <a:pt x="2085759" y="3222045"/>
                  </a:lnTo>
                  <a:lnTo>
                    <a:pt x="1987334" y="3223035"/>
                  </a:lnTo>
                  <a:lnTo>
                    <a:pt x="1882402" y="3223935"/>
                  </a:lnTo>
                  <a:lnTo>
                    <a:pt x="1772106" y="3224747"/>
                  </a:lnTo>
                  <a:lnTo>
                    <a:pt x="1658349" y="3225474"/>
                  </a:lnTo>
                  <a:lnTo>
                    <a:pt x="1543848" y="3226113"/>
                  </a:lnTo>
                  <a:lnTo>
                    <a:pt x="1432068" y="3226663"/>
                  </a:lnTo>
                  <a:lnTo>
                    <a:pt x="1326977" y="3227122"/>
                  </a:lnTo>
                  <a:lnTo>
                    <a:pt x="1232619" y="3227491"/>
                  </a:lnTo>
                  <a:lnTo>
                    <a:pt x="1152545" y="3227773"/>
                  </a:lnTo>
                  <a:lnTo>
                    <a:pt x="1089225" y="3227975"/>
                  </a:lnTo>
                  <a:lnTo>
                    <a:pt x="1043577" y="3228107"/>
                  </a:lnTo>
                  <a:lnTo>
                    <a:pt x="1014727" y="3228183"/>
                  </a:lnTo>
                  <a:lnTo>
                    <a:pt x="1000033" y="3228219"/>
                  </a:lnTo>
                  <a:lnTo>
                    <a:pt x="995284" y="3228229"/>
                  </a:lnTo>
                  <a:lnTo>
                    <a:pt x="994940" y="3228230"/>
                  </a:lnTo>
                  <a:lnTo>
                    <a:pt x="0" y="3228230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11" name="pl1710"/>
            <p:cNvSpPr/>
            <p:nvPr/>
          </p:nvSpPr>
          <p:spPr>
            <a:xfrm>
              <a:off x="1199187" y="2499617"/>
              <a:ext cx="12049831" cy="3228230"/>
            </a:xfrm>
            <a:custGeom>
              <a:avLst/>
              <a:pathLst>
                <a:path w="12049831" h="3228230">
                  <a:moveTo>
                    <a:pt x="0" y="3228230"/>
                  </a:moveTo>
                  <a:lnTo>
                    <a:pt x="994940" y="3228230"/>
                  </a:lnTo>
                  <a:lnTo>
                    <a:pt x="996076" y="3228228"/>
                  </a:lnTo>
                  <a:lnTo>
                    <a:pt x="1003575" y="3228211"/>
                  </a:lnTo>
                  <a:lnTo>
                    <a:pt x="1022577" y="3228163"/>
                  </a:lnTo>
                  <a:lnTo>
                    <a:pt x="1056800" y="3228070"/>
                  </a:lnTo>
                  <a:lnTo>
                    <a:pt x="1108313" y="3227916"/>
                  </a:lnTo>
                  <a:lnTo>
                    <a:pt x="1177386" y="3227689"/>
                  </a:lnTo>
                  <a:lnTo>
                    <a:pt x="1262545" y="3227378"/>
                  </a:lnTo>
                  <a:lnTo>
                    <a:pt x="1360900" y="3226979"/>
                  </a:lnTo>
                  <a:lnTo>
                    <a:pt x="1468669" y="3226490"/>
                  </a:lnTo>
                  <a:lnTo>
                    <a:pt x="1581776" y="3225910"/>
                  </a:lnTo>
                  <a:lnTo>
                    <a:pt x="1696380" y="3225242"/>
                  </a:lnTo>
                  <a:lnTo>
                    <a:pt x="1809248" y="3224487"/>
                  </a:lnTo>
                  <a:lnTo>
                    <a:pt x="1917933" y="3223646"/>
                  </a:lnTo>
                  <a:lnTo>
                    <a:pt x="2020796" y="3222717"/>
                  </a:lnTo>
                  <a:lnTo>
                    <a:pt x="2116921" y="3221695"/>
                  </a:lnTo>
                  <a:lnTo>
                    <a:pt x="2205981" y="3220574"/>
                  </a:lnTo>
                  <a:lnTo>
                    <a:pt x="2288090" y="3219344"/>
                  </a:lnTo>
                  <a:lnTo>
                    <a:pt x="2363666" y="3217992"/>
                  </a:lnTo>
                  <a:lnTo>
                    <a:pt x="2433324" y="3216503"/>
                  </a:lnTo>
                  <a:lnTo>
                    <a:pt x="2497789" y="3214861"/>
                  </a:lnTo>
                  <a:lnTo>
                    <a:pt x="2557837" y="3213048"/>
                  </a:lnTo>
                  <a:lnTo>
                    <a:pt x="2614245" y="3211048"/>
                  </a:lnTo>
                  <a:lnTo>
                    <a:pt x="2667747" y="3208849"/>
                  </a:lnTo>
                  <a:lnTo>
                    <a:pt x="2702183" y="3207268"/>
                  </a:lnTo>
                  <a:lnTo>
                    <a:pt x="2763753" y="3204107"/>
                  </a:lnTo>
                  <a:lnTo>
                    <a:pt x="2823403" y="3200630"/>
                  </a:lnTo>
                  <a:lnTo>
                    <a:pt x="2881849" y="3196830"/>
                  </a:lnTo>
                  <a:lnTo>
                    <a:pt x="2939616" y="3192715"/>
                  </a:lnTo>
                  <a:lnTo>
                    <a:pt x="2997073" y="3188300"/>
                  </a:lnTo>
                  <a:lnTo>
                    <a:pt x="3054463" y="3183617"/>
                  </a:lnTo>
                  <a:lnTo>
                    <a:pt x="3111921" y="3178706"/>
                  </a:lnTo>
                  <a:lnTo>
                    <a:pt x="3169495" y="3173623"/>
                  </a:lnTo>
                  <a:lnTo>
                    <a:pt x="3227169" y="3168429"/>
                  </a:lnTo>
                  <a:lnTo>
                    <a:pt x="3284886" y="3163193"/>
                  </a:lnTo>
                  <a:lnTo>
                    <a:pt x="3342573" y="3157986"/>
                  </a:lnTo>
                  <a:lnTo>
                    <a:pt x="3400167" y="3152878"/>
                  </a:lnTo>
                  <a:lnTo>
                    <a:pt x="3457645" y="3147932"/>
                  </a:lnTo>
                  <a:lnTo>
                    <a:pt x="3515040" y="3143205"/>
                  </a:lnTo>
                  <a:lnTo>
                    <a:pt x="3572471" y="3138739"/>
                  </a:lnTo>
                  <a:lnTo>
                    <a:pt x="3630158" y="3134568"/>
                  </a:lnTo>
                  <a:lnTo>
                    <a:pt x="3688449" y="3130712"/>
                  </a:lnTo>
                  <a:lnTo>
                    <a:pt x="3747837" y="3127177"/>
                  </a:lnTo>
                  <a:lnTo>
                    <a:pt x="3809001" y="3123960"/>
                  </a:lnTo>
                  <a:lnTo>
                    <a:pt x="3820202" y="3123417"/>
                  </a:lnTo>
                  <a:lnTo>
                    <a:pt x="3872135" y="3121083"/>
                  </a:lnTo>
                  <a:lnTo>
                    <a:pt x="3926525" y="3118951"/>
                  </a:lnTo>
                  <a:lnTo>
                    <a:pt x="3984058" y="3117015"/>
                  </a:lnTo>
                  <a:lnTo>
                    <a:pt x="4045487" y="3115261"/>
                  </a:lnTo>
                  <a:lnTo>
                    <a:pt x="4111593" y="3113671"/>
                  </a:lnTo>
                  <a:lnTo>
                    <a:pt x="4183140" y="3112229"/>
                  </a:lnTo>
                  <a:lnTo>
                    <a:pt x="4260826" y="3110919"/>
                  </a:lnTo>
                  <a:lnTo>
                    <a:pt x="4345211" y="3109727"/>
                  </a:lnTo>
                  <a:lnTo>
                    <a:pt x="4436626" y="3108640"/>
                  </a:lnTo>
                  <a:lnTo>
                    <a:pt x="4535051" y="3107650"/>
                  </a:lnTo>
                  <a:lnTo>
                    <a:pt x="4639983" y="3106750"/>
                  </a:lnTo>
                  <a:lnTo>
                    <a:pt x="4750278" y="3105938"/>
                  </a:lnTo>
                  <a:lnTo>
                    <a:pt x="4864036" y="3105211"/>
                  </a:lnTo>
                  <a:lnTo>
                    <a:pt x="4978537" y="3104572"/>
                  </a:lnTo>
                  <a:lnTo>
                    <a:pt x="5090317" y="3104022"/>
                  </a:lnTo>
                  <a:lnTo>
                    <a:pt x="5195408" y="3103563"/>
                  </a:lnTo>
                  <a:lnTo>
                    <a:pt x="5289766" y="3103194"/>
                  </a:lnTo>
                  <a:lnTo>
                    <a:pt x="5369840" y="3102912"/>
                  </a:lnTo>
                  <a:lnTo>
                    <a:pt x="5433160" y="3102710"/>
                  </a:lnTo>
                  <a:lnTo>
                    <a:pt x="5478808" y="3102578"/>
                  </a:lnTo>
                  <a:lnTo>
                    <a:pt x="5507658" y="3102502"/>
                  </a:lnTo>
                  <a:lnTo>
                    <a:pt x="5522352" y="3102466"/>
                  </a:lnTo>
                  <a:lnTo>
                    <a:pt x="5527101" y="3102456"/>
                  </a:lnTo>
                  <a:lnTo>
                    <a:pt x="5527445" y="3102455"/>
                  </a:lnTo>
                  <a:lnTo>
                    <a:pt x="6522385" y="3102455"/>
                  </a:lnTo>
                  <a:lnTo>
                    <a:pt x="6523451" y="3102399"/>
                  </a:lnTo>
                  <a:lnTo>
                    <a:pt x="6530490" y="3102004"/>
                  </a:lnTo>
                  <a:lnTo>
                    <a:pt x="6548358" y="3100914"/>
                  </a:lnTo>
                  <a:lnTo>
                    <a:pt x="6580614" y="3098763"/>
                  </a:lnTo>
                  <a:lnTo>
                    <a:pt x="6629320" y="3095206"/>
                  </a:lnTo>
                  <a:lnTo>
                    <a:pt x="6694896" y="3089942"/>
                  </a:lnTo>
                  <a:lnTo>
                    <a:pt x="6776142" y="3082744"/>
                  </a:lnTo>
                  <a:lnTo>
                    <a:pt x="6870511" y="3073469"/>
                  </a:lnTo>
                  <a:lnTo>
                    <a:pt x="6974555" y="3062057"/>
                  </a:lnTo>
                  <a:lnTo>
                    <a:pt x="7084464" y="3048510"/>
                  </a:lnTo>
                  <a:lnTo>
                    <a:pt x="7196562" y="3032867"/>
                  </a:lnTo>
                  <a:lnTo>
                    <a:pt x="7307668" y="3015169"/>
                  </a:lnTo>
                  <a:lnTo>
                    <a:pt x="7415301" y="2995435"/>
                  </a:lnTo>
                  <a:lnTo>
                    <a:pt x="7517724" y="2973641"/>
                  </a:lnTo>
                  <a:lnTo>
                    <a:pt x="7613897" y="2949706"/>
                  </a:lnTo>
                  <a:lnTo>
                    <a:pt x="7703355" y="2923486"/>
                  </a:lnTo>
                  <a:lnTo>
                    <a:pt x="7786082" y="2894774"/>
                  </a:lnTo>
                  <a:lnTo>
                    <a:pt x="7862380" y="2863300"/>
                  </a:lnTo>
                  <a:lnTo>
                    <a:pt x="7932767" y="2828738"/>
                  </a:lnTo>
                  <a:lnTo>
                    <a:pt x="7997890" y="2790719"/>
                  </a:lnTo>
                  <a:lnTo>
                    <a:pt x="8058460" y="2748847"/>
                  </a:lnTo>
                  <a:lnTo>
                    <a:pt x="8115211" y="2702731"/>
                  </a:lnTo>
                  <a:lnTo>
                    <a:pt x="8168852" y="2652039"/>
                  </a:lnTo>
                  <a:lnTo>
                    <a:pt x="8220040" y="2596569"/>
                  </a:lnTo>
                  <a:lnTo>
                    <a:pt x="8229629" y="2585379"/>
                  </a:lnTo>
                  <a:lnTo>
                    <a:pt x="8272390" y="2532371"/>
                  </a:lnTo>
                  <a:lnTo>
                    <a:pt x="8314114" y="2475668"/>
                  </a:lnTo>
                  <a:lnTo>
                    <a:pt x="8355069" y="2415196"/>
                  </a:lnTo>
                  <a:lnTo>
                    <a:pt x="8395475" y="2350931"/>
                  </a:lnTo>
                  <a:lnTo>
                    <a:pt x="8435507" y="2282913"/>
                  </a:lnTo>
                  <a:lnTo>
                    <a:pt x="8475307" y="2211243"/>
                  </a:lnTo>
                  <a:lnTo>
                    <a:pt x="8514981" y="2136092"/>
                  </a:lnTo>
                  <a:lnTo>
                    <a:pt x="8554611" y="2057702"/>
                  </a:lnTo>
                  <a:lnTo>
                    <a:pt x="8594250" y="1976384"/>
                  </a:lnTo>
                  <a:lnTo>
                    <a:pt x="8633931" y="1892519"/>
                  </a:lnTo>
                  <a:lnTo>
                    <a:pt x="8673669" y="1806546"/>
                  </a:lnTo>
                  <a:lnTo>
                    <a:pt x="8713461" y="1718961"/>
                  </a:lnTo>
                  <a:lnTo>
                    <a:pt x="8753295" y="1630298"/>
                  </a:lnTo>
                  <a:lnTo>
                    <a:pt x="8793151" y="1541123"/>
                  </a:lnTo>
                  <a:lnTo>
                    <a:pt x="8833004" y="1452013"/>
                  </a:lnTo>
                  <a:lnTo>
                    <a:pt x="8872830" y="1363546"/>
                  </a:lnTo>
                  <a:lnTo>
                    <a:pt x="8912611" y="1276280"/>
                  </a:lnTo>
                  <a:lnTo>
                    <a:pt x="8952335" y="1190743"/>
                  </a:lnTo>
                  <a:lnTo>
                    <a:pt x="8992005" y="1107419"/>
                  </a:lnTo>
                  <a:lnTo>
                    <a:pt x="9031639" y="1026733"/>
                  </a:lnTo>
                  <a:lnTo>
                    <a:pt x="9071273" y="949052"/>
                  </a:lnTo>
                  <a:lnTo>
                    <a:pt x="9110968" y="874670"/>
                  </a:lnTo>
                  <a:lnTo>
                    <a:pt x="9150810" y="803815"/>
                  </a:lnTo>
                  <a:lnTo>
                    <a:pt x="9190913" y="736640"/>
                  </a:lnTo>
                  <a:lnTo>
                    <a:pt x="9231426" y="673233"/>
                  </a:lnTo>
                  <a:lnTo>
                    <a:pt x="9272535" y="613618"/>
                  </a:lnTo>
                  <a:lnTo>
                    <a:pt x="9314468" y="557760"/>
                  </a:lnTo>
                  <a:lnTo>
                    <a:pt x="9347647" y="517075"/>
                  </a:lnTo>
                  <a:lnTo>
                    <a:pt x="9398432" y="460685"/>
                  </a:lnTo>
                  <a:lnTo>
                    <a:pt x="9451554" y="409086"/>
                  </a:lnTo>
                  <a:lnTo>
                    <a:pt x="9507654" y="362115"/>
                  </a:lnTo>
                  <a:lnTo>
                    <a:pt x="9567435" y="319458"/>
                  </a:lnTo>
                  <a:lnTo>
                    <a:pt x="9631628" y="280731"/>
                  </a:lnTo>
                  <a:lnTo>
                    <a:pt x="9700952" y="245535"/>
                  </a:lnTo>
                  <a:lnTo>
                    <a:pt x="9776071" y="213496"/>
                  </a:lnTo>
                  <a:lnTo>
                    <a:pt x="9857533" y="184276"/>
                  </a:lnTo>
                  <a:lnTo>
                    <a:pt x="9945690" y="157597"/>
                  </a:lnTo>
                  <a:lnTo>
                    <a:pt x="10040595" y="133236"/>
                  </a:lnTo>
                  <a:lnTo>
                    <a:pt x="10141880" y="111039"/>
                  </a:lnTo>
                  <a:lnTo>
                    <a:pt x="10248625" y="90914"/>
                  </a:lnTo>
                  <a:lnTo>
                    <a:pt x="10359234" y="72825"/>
                  </a:lnTo>
                  <a:lnTo>
                    <a:pt x="10471368" y="56784"/>
                  </a:lnTo>
                  <a:lnTo>
                    <a:pt x="10581971" y="42832"/>
                  </a:lnTo>
                  <a:lnTo>
                    <a:pt x="10687438" y="31008"/>
                  </a:lnTo>
                  <a:lnTo>
                    <a:pt x="10783950" y="21326"/>
                  </a:lnTo>
                  <a:lnTo>
                    <a:pt x="10867946" y="13737"/>
                  </a:lnTo>
                  <a:lnTo>
                    <a:pt x="10936667" y="8118"/>
                  </a:lnTo>
                  <a:lnTo>
                    <a:pt x="10988630" y="4255"/>
                  </a:lnTo>
                  <a:lnTo>
                    <a:pt x="11023931" y="1860"/>
                  </a:lnTo>
                  <a:lnTo>
                    <a:pt x="11044327" y="594"/>
                  </a:lnTo>
                  <a:lnTo>
                    <a:pt x="11053105" y="94"/>
                  </a:lnTo>
                  <a:lnTo>
                    <a:pt x="11054883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2" name="pl1711"/>
            <p:cNvSpPr/>
            <p:nvPr/>
          </p:nvSpPr>
          <p:spPr>
            <a:xfrm>
              <a:off x="1199187" y="2494377"/>
              <a:ext cx="12049831" cy="3228230"/>
            </a:xfrm>
            <a:custGeom>
              <a:avLst/>
              <a:pathLst>
                <a:path w="12049831" h="3228230">
                  <a:moveTo>
                    <a:pt x="12049831" y="0"/>
                  </a:moveTo>
                  <a:lnTo>
                    <a:pt x="11054891" y="0"/>
                  </a:lnTo>
                  <a:lnTo>
                    <a:pt x="11053826" y="55"/>
                  </a:lnTo>
                  <a:lnTo>
                    <a:pt x="11046787" y="450"/>
                  </a:lnTo>
                  <a:lnTo>
                    <a:pt x="11028919" y="1541"/>
                  </a:lnTo>
                  <a:lnTo>
                    <a:pt x="10996663" y="3691"/>
                  </a:lnTo>
                  <a:lnTo>
                    <a:pt x="10947956" y="7248"/>
                  </a:lnTo>
                  <a:lnTo>
                    <a:pt x="10882381" y="12512"/>
                  </a:lnTo>
                  <a:lnTo>
                    <a:pt x="10801135" y="19710"/>
                  </a:lnTo>
                  <a:lnTo>
                    <a:pt x="10706766" y="28985"/>
                  </a:lnTo>
                  <a:lnTo>
                    <a:pt x="10602721" y="40397"/>
                  </a:lnTo>
                  <a:lnTo>
                    <a:pt x="10492812" y="53944"/>
                  </a:lnTo>
                  <a:lnTo>
                    <a:pt x="10380714" y="69587"/>
                  </a:lnTo>
                  <a:lnTo>
                    <a:pt x="10269608" y="87286"/>
                  </a:lnTo>
                  <a:lnTo>
                    <a:pt x="10161976" y="107019"/>
                  </a:lnTo>
                  <a:lnTo>
                    <a:pt x="10059552" y="128814"/>
                  </a:lnTo>
                  <a:lnTo>
                    <a:pt x="9963380" y="152749"/>
                  </a:lnTo>
                  <a:lnTo>
                    <a:pt x="9873921" y="178969"/>
                  </a:lnTo>
                  <a:lnTo>
                    <a:pt x="9791195" y="207681"/>
                  </a:lnTo>
                  <a:lnTo>
                    <a:pt x="9714896" y="239155"/>
                  </a:lnTo>
                  <a:lnTo>
                    <a:pt x="9644509" y="273716"/>
                  </a:lnTo>
                  <a:lnTo>
                    <a:pt x="9579387" y="311736"/>
                  </a:lnTo>
                  <a:lnTo>
                    <a:pt x="9518816" y="353608"/>
                  </a:lnTo>
                  <a:lnTo>
                    <a:pt x="9462066" y="399723"/>
                  </a:lnTo>
                  <a:lnTo>
                    <a:pt x="9408424" y="450416"/>
                  </a:lnTo>
                  <a:lnTo>
                    <a:pt x="9357236" y="505885"/>
                  </a:lnTo>
                  <a:lnTo>
                    <a:pt x="9347647" y="517075"/>
                  </a:lnTo>
                  <a:lnTo>
                    <a:pt x="9304887" y="570084"/>
                  </a:lnTo>
                  <a:lnTo>
                    <a:pt x="9263163" y="626786"/>
                  </a:lnTo>
                  <a:lnTo>
                    <a:pt x="9222207" y="687259"/>
                  </a:lnTo>
                  <a:lnTo>
                    <a:pt x="9181802" y="751523"/>
                  </a:lnTo>
                  <a:lnTo>
                    <a:pt x="9141769" y="819542"/>
                  </a:lnTo>
                  <a:lnTo>
                    <a:pt x="9101970" y="891212"/>
                  </a:lnTo>
                  <a:lnTo>
                    <a:pt x="9062295" y="966363"/>
                  </a:lnTo>
                  <a:lnTo>
                    <a:pt x="9022666" y="1044753"/>
                  </a:lnTo>
                  <a:lnTo>
                    <a:pt x="8983026" y="1126070"/>
                  </a:lnTo>
                  <a:lnTo>
                    <a:pt x="8943345" y="1209936"/>
                  </a:lnTo>
                  <a:lnTo>
                    <a:pt x="8903608" y="1295908"/>
                  </a:lnTo>
                  <a:lnTo>
                    <a:pt x="8863815" y="1383494"/>
                  </a:lnTo>
                  <a:lnTo>
                    <a:pt x="8823981" y="1472156"/>
                  </a:lnTo>
                  <a:lnTo>
                    <a:pt x="8784125" y="1561331"/>
                  </a:lnTo>
                  <a:lnTo>
                    <a:pt x="8744272" y="1650441"/>
                  </a:lnTo>
                  <a:lnTo>
                    <a:pt x="8704446" y="1738908"/>
                  </a:lnTo>
                  <a:lnTo>
                    <a:pt x="8664665" y="1826174"/>
                  </a:lnTo>
                  <a:lnTo>
                    <a:pt x="8624941" y="1911711"/>
                  </a:lnTo>
                  <a:lnTo>
                    <a:pt x="8585271" y="1995036"/>
                  </a:lnTo>
                  <a:lnTo>
                    <a:pt x="8545638" y="2075721"/>
                  </a:lnTo>
                  <a:lnTo>
                    <a:pt x="8506004" y="2153403"/>
                  </a:lnTo>
                  <a:lnTo>
                    <a:pt x="8466309" y="2227784"/>
                  </a:lnTo>
                  <a:lnTo>
                    <a:pt x="8426467" y="2298640"/>
                  </a:lnTo>
                  <a:lnTo>
                    <a:pt x="8386364" y="2365815"/>
                  </a:lnTo>
                  <a:lnTo>
                    <a:pt x="8345850" y="2429222"/>
                  </a:lnTo>
                  <a:lnTo>
                    <a:pt x="8304742" y="2488836"/>
                  </a:lnTo>
                  <a:lnTo>
                    <a:pt x="8262809" y="2544694"/>
                  </a:lnTo>
                  <a:lnTo>
                    <a:pt x="8229629" y="2585379"/>
                  </a:lnTo>
                  <a:lnTo>
                    <a:pt x="8178844" y="2641770"/>
                  </a:lnTo>
                  <a:lnTo>
                    <a:pt x="8125722" y="2693369"/>
                  </a:lnTo>
                  <a:lnTo>
                    <a:pt x="8069622" y="2740339"/>
                  </a:lnTo>
                  <a:lnTo>
                    <a:pt x="8009841" y="2782996"/>
                  </a:lnTo>
                  <a:lnTo>
                    <a:pt x="7945648" y="2821724"/>
                  </a:lnTo>
                  <a:lnTo>
                    <a:pt x="7876324" y="2856919"/>
                  </a:lnTo>
                  <a:lnTo>
                    <a:pt x="7801205" y="2888959"/>
                  </a:lnTo>
                  <a:lnTo>
                    <a:pt x="7719743" y="2918178"/>
                  </a:lnTo>
                  <a:lnTo>
                    <a:pt x="7631587" y="2944858"/>
                  </a:lnTo>
                  <a:lnTo>
                    <a:pt x="7536682" y="2969218"/>
                  </a:lnTo>
                  <a:lnTo>
                    <a:pt x="7435396" y="2991415"/>
                  </a:lnTo>
                  <a:lnTo>
                    <a:pt x="7328651" y="3011541"/>
                  </a:lnTo>
                  <a:lnTo>
                    <a:pt x="7218042" y="3029630"/>
                  </a:lnTo>
                  <a:lnTo>
                    <a:pt x="7105908" y="3045670"/>
                  </a:lnTo>
                  <a:lnTo>
                    <a:pt x="6995305" y="3059623"/>
                  </a:lnTo>
                  <a:lnTo>
                    <a:pt x="6889838" y="3071446"/>
                  </a:lnTo>
                  <a:lnTo>
                    <a:pt x="6793327" y="3081129"/>
                  </a:lnTo>
                  <a:lnTo>
                    <a:pt x="6709330" y="3088717"/>
                  </a:lnTo>
                  <a:lnTo>
                    <a:pt x="6640609" y="3094337"/>
                  </a:lnTo>
                  <a:lnTo>
                    <a:pt x="6588647" y="3098200"/>
                  </a:lnTo>
                  <a:lnTo>
                    <a:pt x="6553345" y="3100594"/>
                  </a:lnTo>
                  <a:lnTo>
                    <a:pt x="6532949" y="3101860"/>
                  </a:lnTo>
                  <a:lnTo>
                    <a:pt x="6524172" y="3102361"/>
                  </a:lnTo>
                  <a:lnTo>
                    <a:pt x="6522393" y="3102454"/>
                  </a:lnTo>
                  <a:lnTo>
                    <a:pt x="6522385" y="3102455"/>
                  </a:lnTo>
                  <a:lnTo>
                    <a:pt x="5527445" y="3102455"/>
                  </a:lnTo>
                  <a:lnTo>
                    <a:pt x="5526309" y="3102457"/>
                  </a:lnTo>
                  <a:lnTo>
                    <a:pt x="5518810" y="3102474"/>
                  </a:lnTo>
                  <a:lnTo>
                    <a:pt x="5499808" y="3102522"/>
                  </a:lnTo>
                  <a:lnTo>
                    <a:pt x="5465585" y="3102615"/>
                  </a:lnTo>
                  <a:lnTo>
                    <a:pt x="5414072" y="3102769"/>
                  </a:lnTo>
                  <a:lnTo>
                    <a:pt x="5344999" y="3102996"/>
                  </a:lnTo>
                  <a:lnTo>
                    <a:pt x="5259840" y="3103307"/>
                  </a:lnTo>
                  <a:lnTo>
                    <a:pt x="5161485" y="3103706"/>
                  </a:lnTo>
                  <a:lnTo>
                    <a:pt x="5053716" y="3104195"/>
                  </a:lnTo>
                  <a:lnTo>
                    <a:pt x="4940609" y="3104775"/>
                  </a:lnTo>
                  <a:lnTo>
                    <a:pt x="4826005" y="3105443"/>
                  </a:lnTo>
                  <a:lnTo>
                    <a:pt x="4713137" y="3106198"/>
                  </a:lnTo>
                  <a:lnTo>
                    <a:pt x="4604452" y="3107039"/>
                  </a:lnTo>
                  <a:lnTo>
                    <a:pt x="4501589" y="3107968"/>
                  </a:lnTo>
                  <a:lnTo>
                    <a:pt x="4405464" y="3108990"/>
                  </a:lnTo>
                  <a:lnTo>
                    <a:pt x="4316404" y="3110111"/>
                  </a:lnTo>
                  <a:lnTo>
                    <a:pt x="4234295" y="3111341"/>
                  </a:lnTo>
                  <a:lnTo>
                    <a:pt x="4158719" y="3112693"/>
                  </a:lnTo>
                  <a:lnTo>
                    <a:pt x="4089061" y="3114182"/>
                  </a:lnTo>
                  <a:lnTo>
                    <a:pt x="4024596" y="3115824"/>
                  </a:lnTo>
                  <a:lnTo>
                    <a:pt x="3964548" y="3117637"/>
                  </a:lnTo>
                  <a:lnTo>
                    <a:pt x="3908140" y="3119637"/>
                  </a:lnTo>
                  <a:lnTo>
                    <a:pt x="3854638" y="3121836"/>
                  </a:lnTo>
                  <a:lnTo>
                    <a:pt x="3820202" y="3123417"/>
                  </a:lnTo>
                  <a:lnTo>
                    <a:pt x="3758632" y="3126578"/>
                  </a:lnTo>
                  <a:lnTo>
                    <a:pt x="3698982" y="3130055"/>
                  </a:lnTo>
                  <a:lnTo>
                    <a:pt x="3640536" y="3133855"/>
                  </a:lnTo>
                  <a:lnTo>
                    <a:pt x="3582769" y="3137970"/>
                  </a:lnTo>
                  <a:lnTo>
                    <a:pt x="3525312" y="3142385"/>
                  </a:lnTo>
                  <a:lnTo>
                    <a:pt x="3467922" y="3147068"/>
                  </a:lnTo>
                  <a:lnTo>
                    <a:pt x="3410464" y="3151979"/>
                  </a:lnTo>
                  <a:lnTo>
                    <a:pt x="3352890" y="3157062"/>
                  </a:lnTo>
                  <a:lnTo>
                    <a:pt x="3295216" y="3162256"/>
                  </a:lnTo>
                  <a:lnTo>
                    <a:pt x="3237499" y="3167492"/>
                  </a:lnTo>
                  <a:lnTo>
                    <a:pt x="3179812" y="3172699"/>
                  </a:lnTo>
                  <a:lnTo>
                    <a:pt x="3122218" y="3177807"/>
                  </a:lnTo>
                  <a:lnTo>
                    <a:pt x="3064740" y="3182753"/>
                  </a:lnTo>
                  <a:lnTo>
                    <a:pt x="3007345" y="3187480"/>
                  </a:lnTo>
                  <a:lnTo>
                    <a:pt x="2949914" y="3191946"/>
                  </a:lnTo>
                  <a:lnTo>
                    <a:pt x="2892227" y="3196117"/>
                  </a:lnTo>
                  <a:lnTo>
                    <a:pt x="2833936" y="3199973"/>
                  </a:lnTo>
                  <a:lnTo>
                    <a:pt x="2774548" y="3203508"/>
                  </a:lnTo>
                  <a:lnTo>
                    <a:pt x="2713384" y="3206725"/>
                  </a:lnTo>
                  <a:lnTo>
                    <a:pt x="2702183" y="3207268"/>
                  </a:lnTo>
                  <a:lnTo>
                    <a:pt x="2650250" y="3209602"/>
                  </a:lnTo>
                  <a:lnTo>
                    <a:pt x="2595860" y="3211734"/>
                  </a:lnTo>
                  <a:lnTo>
                    <a:pt x="2538327" y="3213670"/>
                  </a:lnTo>
                  <a:lnTo>
                    <a:pt x="2476898" y="3215424"/>
                  </a:lnTo>
                  <a:lnTo>
                    <a:pt x="2410792" y="3217014"/>
                  </a:lnTo>
                  <a:lnTo>
                    <a:pt x="2339245" y="3218456"/>
                  </a:lnTo>
                  <a:lnTo>
                    <a:pt x="2261559" y="3219766"/>
                  </a:lnTo>
                  <a:lnTo>
                    <a:pt x="2177174" y="3220958"/>
                  </a:lnTo>
                  <a:lnTo>
                    <a:pt x="2085759" y="3222045"/>
                  </a:lnTo>
                  <a:lnTo>
                    <a:pt x="1987334" y="3223035"/>
                  </a:lnTo>
                  <a:lnTo>
                    <a:pt x="1882402" y="3223935"/>
                  </a:lnTo>
                  <a:lnTo>
                    <a:pt x="1772106" y="3224747"/>
                  </a:lnTo>
                  <a:lnTo>
                    <a:pt x="1658349" y="3225474"/>
                  </a:lnTo>
                  <a:lnTo>
                    <a:pt x="1543848" y="3226113"/>
                  </a:lnTo>
                  <a:lnTo>
                    <a:pt x="1432068" y="3226663"/>
                  </a:lnTo>
                  <a:lnTo>
                    <a:pt x="1326977" y="3227122"/>
                  </a:lnTo>
                  <a:lnTo>
                    <a:pt x="1232619" y="3227491"/>
                  </a:lnTo>
                  <a:lnTo>
                    <a:pt x="1152545" y="3227773"/>
                  </a:lnTo>
                  <a:lnTo>
                    <a:pt x="1089225" y="3227975"/>
                  </a:lnTo>
                  <a:lnTo>
                    <a:pt x="1043577" y="3228107"/>
                  </a:lnTo>
                  <a:lnTo>
                    <a:pt x="1014727" y="3228183"/>
                  </a:lnTo>
                  <a:lnTo>
                    <a:pt x="1000033" y="3228219"/>
                  </a:lnTo>
                  <a:lnTo>
                    <a:pt x="995284" y="3228229"/>
                  </a:lnTo>
                  <a:lnTo>
                    <a:pt x="994940" y="3228230"/>
                  </a:lnTo>
                  <a:lnTo>
                    <a:pt x="0" y="3228230"/>
                  </a:lnTo>
                  <a:lnTo>
                    <a:pt x="0" y="32282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3" name="pg1712"/>
            <p:cNvSpPr/>
            <p:nvPr/>
          </p:nvSpPr>
          <p:spPr>
            <a:xfrm>
              <a:off x="1199187" y="3076087"/>
              <a:ext cx="12049831" cy="2615076"/>
            </a:xfrm>
            <a:custGeom>
              <a:avLst/>
              <a:pathLst>
                <a:path w="12049831" h="2615076">
                  <a:moveTo>
                    <a:pt x="0" y="2615076"/>
                  </a:moveTo>
                  <a:lnTo>
                    <a:pt x="994940" y="2615076"/>
                  </a:lnTo>
                  <a:lnTo>
                    <a:pt x="996052" y="2615043"/>
                  </a:lnTo>
                  <a:lnTo>
                    <a:pt x="1003397" y="2614809"/>
                  </a:lnTo>
                  <a:lnTo>
                    <a:pt x="1022019" y="2614164"/>
                  </a:lnTo>
                  <a:lnTo>
                    <a:pt x="1055583" y="2612891"/>
                  </a:lnTo>
                  <a:lnTo>
                    <a:pt x="1106158" y="2610788"/>
                  </a:lnTo>
                  <a:lnTo>
                    <a:pt x="1174065" y="2607679"/>
                  </a:lnTo>
                  <a:lnTo>
                    <a:pt x="1257925" y="2603433"/>
                  </a:lnTo>
                  <a:lnTo>
                    <a:pt x="1354962" y="2597972"/>
                  </a:lnTo>
                  <a:lnTo>
                    <a:pt x="1461506" y="2591263"/>
                  </a:lnTo>
                  <a:lnTo>
                    <a:pt x="1573568" y="2583313"/>
                  </a:lnTo>
                  <a:lnTo>
                    <a:pt x="1687362" y="2574145"/>
                  </a:lnTo>
                  <a:lnTo>
                    <a:pt x="1799667" y="2563782"/>
                  </a:lnTo>
                  <a:lnTo>
                    <a:pt x="1908023" y="2552232"/>
                  </a:lnTo>
                  <a:lnTo>
                    <a:pt x="2010759" y="2539476"/>
                  </a:lnTo>
                  <a:lnTo>
                    <a:pt x="2106914" y="2525457"/>
                  </a:lnTo>
                  <a:lnTo>
                    <a:pt x="2196117" y="2510083"/>
                  </a:lnTo>
                  <a:lnTo>
                    <a:pt x="2278437" y="2493223"/>
                  </a:lnTo>
                  <a:lnTo>
                    <a:pt x="2354254" y="2474708"/>
                  </a:lnTo>
                  <a:lnTo>
                    <a:pt x="2424151" y="2454338"/>
                  </a:lnTo>
                  <a:lnTo>
                    <a:pt x="2488829" y="2431889"/>
                  </a:lnTo>
                  <a:lnTo>
                    <a:pt x="2549042" y="2407126"/>
                  </a:lnTo>
                  <a:lnTo>
                    <a:pt x="2605553" y="2379825"/>
                  </a:lnTo>
                  <a:lnTo>
                    <a:pt x="2659090" y="2349807"/>
                  </a:lnTo>
                  <a:lnTo>
                    <a:pt x="2702183" y="2322474"/>
                  </a:lnTo>
                  <a:lnTo>
                    <a:pt x="2753582" y="2286065"/>
                  </a:lnTo>
                  <a:lnTo>
                    <a:pt x="2803559" y="2246604"/>
                  </a:lnTo>
                  <a:lnTo>
                    <a:pt x="2852554" y="2204034"/>
                  </a:lnTo>
                  <a:lnTo>
                    <a:pt x="2900914" y="2158361"/>
                  </a:lnTo>
                  <a:lnTo>
                    <a:pt x="2948900" y="2109670"/>
                  </a:lnTo>
                  <a:lnTo>
                    <a:pt x="2996707" y="2058124"/>
                  </a:lnTo>
                  <a:lnTo>
                    <a:pt x="3044469" y="2003973"/>
                  </a:lnTo>
                  <a:lnTo>
                    <a:pt x="3092268" y="1947546"/>
                  </a:lnTo>
                  <a:lnTo>
                    <a:pt x="3140143" y="1889254"/>
                  </a:lnTo>
                  <a:lnTo>
                    <a:pt x="3188099" y="1829573"/>
                  </a:lnTo>
                  <a:lnTo>
                    <a:pt x="3236114" y="1769032"/>
                  </a:lnTo>
                  <a:lnTo>
                    <a:pt x="3284151" y="1708191"/>
                  </a:lnTo>
                  <a:lnTo>
                    <a:pt x="3332168" y="1647624"/>
                  </a:lnTo>
                  <a:lnTo>
                    <a:pt x="3380127" y="1587893"/>
                  </a:lnTo>
                  <a:lnTo>
                    <a:pt x="3428006" y="1529530"/>
                  </a:lnTo>
                  <a:lnTo>
                    <a:pt x="3475807" y="1473012"/>
                  </a:lnTo>
                  <a:lnTo>
                    <a:pt x="3523569" y="1418752"/>
                  </a:lnTo>
                  <a:lnTo>
                    <a:pt x="3571372" y="1367086"/>
                  </a:lnTo>
                  <a:lnTo>
                    <a:pt x="3619347" y="1318264"/>
                  </a:lnTo>
                  <a:lnTo>
                    <a:pt x="3667685" y="1272456"/>
                  </a:lnTo>
                  <a:lnTo>
                    <a:pt x="3716646" y="1229748"/>
                  </a:lnTo>
                  <a:lnTo>
                    <a:pt x="3766571" y="1190151"/>
                  </a:lnTo>
                  <a:lnTo>
                    <a:pt x="3817896" y="1153609"/>
                  </a:lnTo>
                  <a:lnTo>
                    <a:pt x="3820202" y="1152066"/>
                  </a:lnTo>
                  <a:lnTo>
                    <a:pt x="3871755" y="1119703"/>
                  </a:lnTo>
                  <a:lnTo>
                    <a:pt x="3925724" y="1090132"/>
                  </a:lnTo>
                  <a:lnTo>
                    <a:pt x="3982782" y="1063254"/>
                  </a:lnTo>
                  <a:lnTo>
                    <a:pt x="4043663" y="1038880"/>
                  </a:lnTo>
                  <a:lnTo>
                    <a:pt x="4109132" y="1016782"/>
                  </a:lnTo>
                  <a:lnTo>
                    <a:pt x="4179939" y="996726"/>
                  </a:lnTo>
                  <a:lnTo>
                    <a:pt x="4256769" y="978491"/>
                  </a:lnTo>
                  <a:lnTo>
                    <a:pt x="4340180" y="961881"/>
                  </a:lnTo>
                  <a:lnTo>
                    <a:pt x="4430509" y="946733"/>
                  </a:lnTo>
                  <a:lnTo>
                    <a:pt x="4527764" y="932923"/>
                  </a:lnTo>
                  <a:lnTo>
                    <a:pt x="4631488" y="920364"/>
                  </a:lnTo>
                  <a:lnTo>
                    <a:pt x="4740614" y="909006"/>
                  </a:lnTo>
                  <a:lnTo>
                    <a:pt x="4853347" y="898835"/>
                  </a:lnTo>
                  <a:lnTo>
                    <a:pt x="4967097" y="889862"/>
                  </a:lnTo>
                  <a:lnTo>
                    <a:pt x="5078536" y="882110"/>
                  </a:lnTo>
                  <a:lnTo>
                    <a:pt x="5183816" y="875603"/>
                  </a:lnTo>
                  <a:lnTo>
                    <a:pt x="5278960" y="870341"/>
                  </a:lnTo>
                  <a:lnTo>
                    <a:pt x="5360403" y="866285"/>
                  </a:lnTo>
                  <a:lnTo>
                    <a:pt x="5425567" y="863348"/>
                  </a:lnTo>
                  <a:lnTo>
                    <a:pt x="5473331" y="861392"/>
                  </a:lnTo>
                  <a:lnTo>
                    <a:pt x="5504301" y="860235"/>
                  </a:lnTo>
                  <a:lnTo>
                    <a:pt x="5520819" y="859670"/>
                  </a:lnTo>
                  <a:lnTo>
                    <a:pt x="5526783" y="859483"/>
                  </a:lnTo>
                  <a:lnTo>
                    <a:pt x="5527445" y="859463"/>
                  </a:lnTo>
                  <a:lnTo>
                    <a:pt x="6522385" y="859463"/>
                  </a:lnTo>
                  <a:lnTo>
                    <a:pt x="6523516" y="859447"/>
                  </a:lnTo>
                  <a:lnTo>
                    <a:pt x="6530978" y="859332"/>
                  </a:lnTo>
                  <a:lnTo>
                    <a:pt x="6549891" y="859012"/>
                  </a:lnTo>
                  <a:lnTo>
                    <a:pt x="6583958" y="858383"/>
                  </a:lnTo>
                  <a:lnTo>
                    <a:pt x="6635248" y="857342"/>
                  </a:lnTo>
                  <a:lnTo>
                    <a:pt x="6704045" y="855805"/>
                  </a:lnTo>
                  <a:lnTo>
                    <a:pt x="6788897" y="853707"/>
                  </a:lnTo>
                  <a:lnTo>
                    <a:pt x="6886941" y="851010"/>
                  </a:lnTo>
                  <a:lnTo>
                    <a:pt x="6994422" y="847699"/>
                  </a:lnTo>
                  <a:lnTo>
                    <a:pt x="7107283" y="843778"/>
                  </a:lnTo>
                  <a:lnTo>
                    <a:pt x="7221698" y="839258"/>
                  </a:lnTo>
                  <a:lnTo>
                    <a:pt x="7334435" y="834151"/>
                  </a:lnTo>
                  <a:lnTo>
                    <a:pt x="7443044" y="828460"/>
                  </a:lnTo>
                  <a:lnTo>
                    <a:pt x="7545878" y="822174"/>
                  </a:lnTo>
                  <a:lnTo>
                    <a:pt x="7642012" y="815264"/>
                  </a:lnTo>
                  <a:lnTo>
                    <a:pt x="7731107" y="807683"/>
                  </a:lnTo>
                  <a:lnTo>
                    <a:pt x="7813266" y="799364"/>
                  </a:lnTo>
                  <a:lnTo>
                    <a:pt x="7888899" y="790222"/>
                  </a:lnTo>
                  <a:lnTo>
                    <a:pt x="7958613" y="780157"/>
                  </a:lnTo>
                  <a:lnTo>
                    <a:pt x="8023128" y="769058"/>
                  </a:lnTo>
                  <a:lnTo>
                    <a:pt x="8083215" y="756807"/>
                  </a:lnTo>
                  <a:lnTo>
                    <a:pt x="8139645" y="743296"/>
                  </a:lnTo>
                  <a:lnTo>
                    <a:pt x="8193155" y="728441"/>
                  </a:lnTo>
                  <a:lnTo>
                    <a:pt x="8229629" y="717093"/>
                  </a:lnTo>
                  <a:lnTo>
                    <a:pt x="8287887" y="696858"/>
                  </a:lnTo>
                  <a:lnTo>
                    <a:pt x="8344391" y="674702"/>
                  </a:lnTo>
                  <a:lnTo>
                    <a:pt x="8399760" y="650592"/>
                  </a:lnTo>
                  <a:lnTo>
                    <a:pt x="8454456" y="624551"/>
                  </a:lnTo>
                  <a:lnTo>
                    <a:pt x="8508815" y="596666"/>
                  </a:lnTo>
                  <a:lnTo>
                    <a:pt x="8563066" y="567091"/>
                  </a:lnTo>
                  <a:lnTo>
                    <a:pt x="8617348" y="536047"/>
                  </a:lnTo>
                  <a:lnTo>
                    <a:pt x="8671725" y="503819"/>
                  </a:lnTo>
                  <a:lnTo>
                    <a:pt x="8726205" y="470748"/>
                  </a:lnTo>
                  <a:lnTo>
                    <a:pt x="8780752" y="437214"/>
                  </a:lnTo>
                  <a:lnTo>
                    <a:pt x="8835307" y="403620"/>
                  </a:lnTo>
                  <a:lnTo>
                    <a:pt x="8889811" y="370375"/>
                  </a:lnTo>
                  <a:lnTo>
                    <a:pt x="8944220" y="337866"/>
                  </a:lnTo>
                  <a:lnTo>
                    <a:pt x="8998526" y="306448"/>
                  </a:lnTo>
                  <a:lnTo>
                    <a:pt x="9052775" y="276422"/>
                  </a:lnTo>
                  <a:lnTo>
                    <a:pt x="9107083" y="248030"/>
                  </a:lnTo>
                  <a:lnTo>
                    <a:pt x="9161652" y="221444"/>
                  </a:lnTo>
                  <a:lnTo>
                    <a:pt x="9216785" y="196771"/>
                  </a:lnTo>
                  <a:lnTo>
                    <a:pt x="9272905" y="174051"/>
                  </a:lnTo>
                  <a:lnTo>
                    <a:pt x="9330582" y="153267"/>
                  </a:lnTo>
                  <a:lnTo>
                    <a:pt x="9347647" y="147611"/>
                  </a:lnTo>
                  <a:lnTo>
                    <a:pt x="9399491" y="131781"/>
                  </a:lnTo>
                  <a:lnTo>
                    <a:pt x="9453782" y="117324"/>
                  </a:lnTo>
                  <a:lnTo>
                    <a:pt x="9511202" y="104192"/>
                  </a:lnTo>
                  <a:lnTo>
                    <a:pt x="9572502" y="92289"/>
                  </a:lnTo>
                  <a:lnTo>
                    <a:pt x="9638457" y="81504"/>
                  </a:lnTo>
                  <a:lnTo>
                    <a:pt x="9709829" y="71720"/>
                  </a:lnTo>
                  <a:lnTo>
                    <a:pt x="9787313" y="62828"/>
                  </a:lnTo>
                  <a:lnTo>
                    <a:pt x="9871467" y="54733"/>
                  </a:lnTo>
                  <a:lnTo>
                    <a:pt x="9962625" y="47354"/>
                  </a:lnTo>
                  <a:lnTo>
                    <a:pt x="10060774" y="40630"/>
                  </a:lnTo>
                  <a:lnTo>
                    <a:pt x="10165420" y="34520"/>
                  </a:lnTo>
                  <a:lnTo>
                    <a:pt x="10275441" y="29000"/>
                  </a:lnTo>
                  <a:lnTo>
                    <a:pt x="10388958" y="24064"/>
                  </a:lnTo>
                  <a:lnTo>
                    <a:pt x="10503285" y="19718"/>
                  </a:lnTo>
                  <a:lnTo>
                    <a:pt x="10614989" y="15974"/>
                  </a:lnTo>
                  <a:lnTo>
                    <a:pt x="10720130" y="12843"/>
                  </a:lnTo>
                  <a:lnTo>
                    <a:pt x="10814680" y="10323"/>
                  </a:lnTo>
                  <a:lnTo>
                    <a:pt x="10895084" y="8394"/>
                  </a:lnTo>
                  <a:lnTo>
                    <a:pt x="10958843" y="7009"/>
                  </a:lnTo>
                  <a:lnTo>
                    <a:pt x="11004993" y="6099"/>
                  </a:lnTo>
                  <a:lnTo>
                    <a:pt x="11034341" y="5571"/>
                  </a:lnTo>
                  <a:lnTo>
                    <a:pt x="11049459" y="5322"/>
                  </a:lnTo>
                  <a:lnTo>
                    <a:pt x="11054484" y="524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0" y="16"/>
                  </a:lnTo>
                  <a:lnTo>
                    <a:pt x="11046298" y="131"/>
                  </a:lnTo>
                  <a:lnTo>
                    <a:pt x="11027386" y="451"/>
                  </a:lnTo>
                  <a:lnTo>
                    <a:pt x="10993319" y="1080"/>
                  </a:lnTo>
                  <a:lnTo>
                    <a:pt x="10942028" y="2121"/>
                  </a:lnTo>
                  <a:lnTo>
                    <a:pt x="10873232" y="3658"/>
                  </a:lnTo>
                  <a:lnTo>
                    <a:pt x="10788380" y="5756"/>
                  </a:lnTo>
                  <a:lnTo>
                    <a:pt x="10690335" y="8453"/>
                  </a:lnTo>
                  <a:lnTo>
                    <a:pt x="10582855" y="11764"/>
                  </a:lnTo>
                  <a:lnTo>
                    <a:pt x="10469993" y="15685"/>
                  </a:lnTo>
                  <a:lnTo>
                    <a:pt x="10355578" y="20205"/>
                  </a:lnTo>
                  <a:lnTo>
                    <a:pt x="10242841" y="25312"/>
                  </a:lnTo>
                  <a:lnTo>
                    <a:pt x="10134232" y="31003"/>
                  </a:lnTo>
                  <a:lnTo>
                    <a:pt x="10031398" y="37289"/>
                  </a:lnTo>
                  <a:lnTo>
                    <a:pt x="9935265" y="44199"/>
                  </a:lnTo>
                  <a:lnTo>
                    <a:pt x="9846169" y="51780"/>
                  </a:lnTo>
                  <a:lnTo>
                    <a:pt x="9764010" y="60099"/>
                  </a:lnTo>
                  <a:lnTo>
                    <a:pt x="9688377" y="69241"/>
                  </a:lnTo>
                  <a:lnTo>
                    <a:pt x="9618663" y="79305"/>
                  </a:lnTo>
                  <a:lnTo>
                    <a:pt x="9554148" y="90405"/>
                  </a:lnTo>
                  <a:lnTo>
                    <a:pt x="9494062" y="102656"/>
                  </a:lnTo>
                  <a:lnTo>
                    <a:pt x="9437631" y="116167"/>
                  </a:lnTo>
                  <a:lnTo>
                    <a:pt x="9384122" y="131022"/>
                  </a:lnTo>
                  <a:lnTo>
                    <a:pt x="9347647" y="142370"/>
                  </a:lnTo>
                  <a:lnTo>
                    <a:pt x="9289390" y="162605"/>
                  </a:lnTo>
                  <a:lnTo>
                    <a:pt x="9232885" y="184761"/>
                  </a:lnTo>
                  <a:lnTo>
                    <a:pt x="9177516" y="208871"/>
                  </a:lnTo>
                  <a:lnTo>
                    <a:pt x="9122820" y="234912"/>
                  </a:lnTo>
                  <a:lnTo>
                    <a:pt x="9068462" y="262797"/>
                  </a:lnTo>
                  <a:lnTo>
                    <a:pt x="9014211" y="292372"/>
                  </a:lnTo>
                  <a:lnTo>
                    <a:pt x="8959929" y="323416"/>
                  </a:lnTo>
                  <a:lnTo>
                    <a:pt x="8905551" y="355644"/>
                  </a:lnTo>
                  <a:lnTo>
                    <a:pt x="8851071" y="388715"/>
                  </a:lnTo>
                  <a:lnTo>
                    <a:pt x="8796525" y="422249"/>
                  </a:lnTo>
                  <a:lnTo>
                    <a:pt x="8741970" y="455843"/>
                  </a:lnTo>
                  <a:lnTo>
                    <a:pt x="8687466" y="489088"/>
                  </a:lnTo>
                  <a:lnTo>
                    <a:pt x="8633057" y="521597"/>
                  </a:lnTo>
                  <a:lnTo>
                    <a:pt x="8578751" y="553015"/>
                  </a:lnTo>
                  <a:lnTo>
                    <a:pt x="8524502" y="583041"/>
                  </a:lnTo>
                  <a:lnTo>
                    <a:pt x="8470193" y="611433"/>
                  </a:lnTo>
                  <a:lnTo>
                    <a:pt x="8415624" y="638019"/>
                  </a:lnTo>
                  <a:lnTo>
                    <a:pt x="8360492" y="662692"/>
                  </a:lnTo>
                  <a:lnTo>
                    <a:pt x="8304372" y="685412"/>
                  </a:lnTo>
                  <a:lnTo>
                    <a:pt x="8246695" y="706196"/>
                  </a:lnTo>
                  <a:lnTo>
                    <a:pt x="8229629" y="711852"/>
                  </a:lnTo>
                  <a:lnTo>
                    <a:pt x="8177785" y="727682"/>
                  </a:lnTo>
                  <a:lnTo>
                    <a:pt x="8123494" y="742138"/>
                  </a:lnTo>
                  <a:lnTo>
                    <a:pt x="8066074" y="755271"/>
                  </a:lnTo>
                  <a:lnTo>
                    <a:pt x="8004775" y="767174"/>
                  </a:lnTo>
                  <a:lnTo>
                    <a:pt x="7938819" y="777959"/>
                  </a:lnTo>
                  <a:lnTo>
                    <a:pt x="7867447" y="787743"/>
                  </a:lnTo>
                  <a:lnTo>
                    <a:pt x="7789964" y="796634"/>
                  </a:lnTo>
                  <a:lnTo>
                    <a:pt x="7705809" y="804730"/>
                  </a:lnTo>
                  <a:lnTo>
                    <a:pt x="7614652" y="812109"/>
                  </a:lnTo>
                  <a:lnTo>
                    <a:pt x="7516502" y="818833"/>
                  </a:lnTo>
                  <a:lnTo>
                    <a:pt x="7411856" y="824943"/>
                  </a:lnTo>
                  <a:lnTo>
                    <a:pt x="7301836" y="830463"/>
                  </a:lnTo>
                  <a:lnTo>
                    <a:pt x="7188319" y="835399"/>
                  </a:lnTo>
                  <a:lnTo>
                    <a:pt x="7073992" y="839745"/>
                  </a:lnTo>
                  <a:lnTo>
                    <a:pt x="6962288" y="843489"/>
                  </a:lnTo>
                  <a:lnTo>
                    <a:pt x="6857147" y="846620"/>
                  </a:lnTo>
                  <a:lnTo>
                    <a:pt x="6762596" y="849140"/>
                  </a:lnTo>
                  <a:lnTo>
                    <a:pt x="6682193" y="851069"/>
                  </a:lnTo>
                  <a:lnTo>
                    <a:pt x="6618433" y="852454"/>
                  </a:lnTo>
                  <a:lnTo>
                    <a:pt x="6572284" y="853364"/>
                  </a:lnTo>
                  <a:lnTo>
                    <a:pt x="6542935" y="853892"/>
                  </a:lnTo>
                  <a:lnTo>
                    <a:pt x="6527817" y="854141"/>
                  </a:lnTo>
                  <a:lnTo>
                    <a:pt x="6522793" y="854217"/>
                  </a:lnTo>
                  <a:lnTo>
                    <a:pt x="6522385" y="854223"/>
                  </a:lnTo>
                  <a:lnTo>
                    <a:pt x="5527445" y="854223"/>
                  </a:lnTo>
                  <a:lnTo>
                    <a:pt x="5526333" y="854256"/>
                  </a:lnTo>
                  <a:lnTo>
                    <a:pt x="5518988" y="854489"/>
                  </a:lnTo>
                  <a:lnTo>
                    <a:pt x="5500366" y="855135"/>
                  </a:lnTo>
                  <a:lnTo>
                    <a:pt x="5466802" y="856407"/>
                  </a:lnTo>
                  <a:lnTo>
                    <a:pt x="5416227" y="858511"/>
                  </a:lnTo>
                  <a:lnTo>
                    <a:pt x="5348320" y="861620"/>
                  </a:lnTo>
                  <a:lnTo>
                    <a:pt x="5264460" y="865865"/>
                  </a:lnTo>
                  <a:lnTo>
                    <a:pt x="5167423" y="871327"/>
                  </a:lnTo>
                  <a:lnTo>
                    <a:pt x="5060879" y="878036"/>
                  </a:lnTo>
                  <a:lnTo>
                    <a:pt x="4948817" y="885986"/>
                  </a:lnTo>
                  <a:lnTo>
                    <a:pt x="4835023" y="895154"/>
                  </a:lnTo>
                  <a:lnTo>
                    <a:pt x="4722718" y="905517"/>
                  </a:lnTo>
                  <a:lnTo>
                    <a:pt x="4614362" y="917066"/>
                  </a:lnTo>
                  <a:lnTo>
                    <a:pt x="4511626" y="929823"/>
                  </a:lnTo>
                  <a:lnTo>
                    <a:pt x="4415471" y="943842"/>
                  </a:lnTo>
                  <a:lnTo>
                    <a:pt x="4326268" y="959215"/>
                  </a:lnTo>
                  <a:lnTo>
                    <a:pt x="4243948" y="976076"/>
                  </a:lnTo>
                  <a:lnTo>
                    <a:pt x="4168131" y="994591"/>
                  </a:lnTo>
                  <a:lnTo>
                    <a:pt x="4098234" y="1014961"/>
                  </a:lnTo>
                  <a:lnTo>
                    <a:pt x="4033556" y="1037409"/>
                  </a:lnTo>
                  <a:lnTo>
                    <a:pt x="3973343" y="1062172"/>
                  </a:lnTo>
                  <a:lnTo>
                    <a:pt x="3916832" y="1089474"/>
                  </a:lnTo>
                  <a:lnTo>
                    <a:pt x="3863295" y="1119491"/>
                  </a:lnTo>
                  <a:lnTo>
                    <a:pt x="3820202" y="1146825"/>
                  </a:lnTo>
                  <a:lnTo>
                    <a:pt x="3768803" y="1183234"/>
                  </a:lnTo>
                  <a:lnTo>
                    <a:pt x="3718826" y="1222695"/>
                  </a:lnTo>
                  <a:lnTo>
                    <a:pt x="3669831" y="1265265"/>
                  </a:lnTo>
                  <a:lnTo>
                    <a:pt x="3621471" y="1310938"/>
                  </a:lnTo>
                  <a:lnTo>
                    <a:pt x="3573485" y="1359629"/>
                  </a:lnTo>
                  <a:lnTo>
                    <a:pt x="3525678" y="1411174"/>
                  </a:lnTo>
                  <a:lnTo>
                    <a:pt x="3477916" y="1465326"/>
                  </a:lnTo>
                  <a:lnTo>
                    <a:pt x="3430117" y="1521753"/>
                  </a:lnTo>
                  <a:lnTo>
                    <a:pt x="3382242" y="1580044"/>
                  </a:lnTo>
                  <a:lnTo>
                    <a:pt x="3334286" y="1639725"/>
                  </a:lnTo>
                  <a:lnTo>
                    <a:pt x="3286271" y="1700267"/>
                  </a:lnTo>
                  <a:lnTo>
                    <a:pt x="3238234" y="1761108"/>
                  </a:lnTo>
                  <a:lnTo>
                    <a:pt x="3190217" y="1821675"/>
                  </a:lnTo>
                  <a:lnTo>
                    <a:pt x="3142258" y="1881405"/>
                  </a:lnTo>
                  <a:lnTo>
                    <a:pt x="3094379" y="1939769"/>
                  </a:lnTo>
                  <a:lnTo>
                    <a:pt x="3046578" y="1996287"/>
                  </a:lnTo>
                  <a:lnTo>
                    <a:pt x="2998816" y="2050547"/>
                  </a:lnTo>
                  <a:lnTo>
                    <a:pt x="2951013" y="2102213"/>
                  </a:lnTo>
                  <a:lnTo>
                    <a:pt x="2903038" y="2151034"/>
                  </a:lnTo>
                  <a:lnTo>
                    <a:pt x="2854700" y="2196842"/>
                  </a:lnTo>
                  <a:lnTo>
                    <a:pt x="2805739" y="2239551"/>
                  </a:lnTo>
                  <a:lnTo>
                    <a:pt x="2755814" y="2279148"/>
                  </a:lnTo>
                  <a:lnTo>
                    <a:pt x="2704489" y="2315689"/>
                  </a:lnTo>
                  <a:lnTo>
                    <a:pt x="2702183" y="2317233"/>
                  </a:lnTo>
                  <a:lnTo>
                    <a:pt x="2650630" y="2349596"/>
                  </a:lnTo>
                  <a:lnTo>
                    <a:pt x="2596661" y="2379167"/>
                  </a:lnTo>
                  <a:lnTo>
                    <a:pt x="2539603" y="2406045"/>
                  </a:lnTo>
                  <a:lnTo>
                    <a:pt x="2478722" y="2430419"/>
                  </a:lnTo>
                  <a:lnTo>
                    <a:pt x="2413253" y="2452516"/>
                  </a:lnTo>
                  <a:lnTo>
                    <a:pt x="2342446" y="2472572"/>
                  </a:lnTo>
                  <a:lnTo>
                    <a:pt x="2265616" y="2490808"/>
                  </a:lnTo>
                  <a:lnTo>
                    <a:pt x="2182205" y="2507418"/>
                  </a:lnTo>
                  <a:lnTo>
                    <a:pt x="2091876" y="2522566"/>
                  </a:lnTo>
                  <a:lnTo>
                    <a:pt x="1994621" y="2536376"/>
                  </a:lnTo>
                  <a:lnTo>
                    <a:pt x="1890897" y="2548935"/>
                  </a:lnTo>
                  <a:lnTo>
                    <a:pt x="1781771" y="2560292"/>
                  </a:lnTo>
                  <a:lnTo>
                    <a:pt x="1669038" y="2570464"/>
                  </a:lnTo>
                  <a:lnTo>
                    <a:pt x="1555288" y="2579437"/>
                  </a:lnTo>
                  <a:lnTo>
                    <a:pt x="1443849" y="2587189"/>
                  </a:lnTo>
                  <a:lnTo>
                    <a:pt x="1338569" y="2593696"/>
                  </a:lnTo>
                  <a:lnTo>
                    <a:pt x="1243425" y="2598958"/>
                  </a:lnTo>
                  <a:lnTo>
                    <a:pt x="1161982" y="2603014"/>
                  </a:lnTo>
                  <a:lnTo>
                    <a:pt x="1096818" y="2605951"/>
                  </a:lnTo>
                  <a:lnTo>
                    <a:pt x="1049054" y="2607907"/>
                  </a:lnTo>
                  <a:lnTo>
                    <a:pt x="1018084" y="2609064"/>
                  </a:lnTo>
                  <a:lnTo>
                    <a:pt x="1001566" y="2609629"/>
                  </a:lnTo>
                  <a:lnTo>
                    <a:pt x="995602" y="2609816"/>
                  </a:lnTo>
                  <a:lnTo>
                    <a:pt x="994940" y="2609835"/>
                  </a:lnTo>
                  <a:lnTo>
                    <a:pt x="0" y="2609835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14" name="pl1713"/>
            <p:cNvSpPr/>
            <p:nvPr/>
          </p:nvSpPr>
          <p:spPr>
            <a:xfrm>
              <a:off x="1199187" y="3081328"/>
              <a:ext cx="12049831" cy="2609835"/>
            </a:xfrm>
            <a:custGeom>
              <a:avLst/>
              <a:pathLst>
                <a:path w="12049831" h="2609835">
                  <a:moveTo>
                    <a:pt x="0" y="2609835"/>
                  </a:moveTo>
                  <a:lnTo>
                    <a:pt x="994940" y="2609835"/>
                  </a:lnTo>
                  <a:lnTo>
                    <a:pt x="996052" y="2609802"/>
                  </a:lnTo>
                  <a:lnTo>
                    <a:pt x="1003397" y="2609569"/>
                  </a:lnTo>
                  <a:lnTo>
                    <a:pt x="1022019" y="2608923"/>
                  </a:lnTo>
                  <a:lnTo>
                    <a:pt x="1055583" y="2607651"/>
                  </a:lnTo>
                  <a:lnTo>
                    <a:pt x="1106158" y="2605548"/>
                  </a:lnTo>
                  <a:lnTo>
                    <a:pt x="1174065" y="2602439"/>
                  </a:lnTo>
                  <a:lnTo>
                    <a:pt x="1257925" y="2598193"/>
                  </a:lnTo>
                  <a:lnTo>
                    <a:pt x="1354962" y="2592731"/>
                  </a:lnTo>
                  <a:lnTo>
                    <a:pt x="1461506" y="2586023"/>
                  </a:lnTo>
                  <a:lnTo>
                    <a:pt x="1573568" y="2578072"/>
                  </a:lnTo>
                  <a:lnTo>
                    <a:pt x="1687362" y="2568904"/>
                  </a:lnTo>
                  <a:lnTo>
                    <a:pt x="1799667" y="2558541"/>
                  </a:lnTo>
                  <a:lnTo>
                    <a:pt x="1908023" y="2546992"/>
                  </a:lnTo>
                  <a:lnTo>
                    <a:pt x="2010759" y="2534235"/>
                  </a:lnTo>
                  <a:lnTo>
                    <a:pt x="2106914" y="2520216"/>
                  </a:lnTo>
                  <a:lnTo>
                    <a:pt x="2196117" y="2504843"/>
                  </a:lnTo>
                  <a:lnTo>
                    <a:pt x="2278437" y="2487982"/>
                  </a:lnTo>
                  <a:lnTo>
                    <a:pt x="2354254" y="2469467"/>
                  </a:lnTo>
                  <a:lnTo>
                    <a:pt x="2424151" y="2449097"/>
                  </a:lnTo>
                  <a:lnTo>
                    <a:pt x="2488829" y="2426649"/>
                  </a:lnTo>
                  <a:lnTo>
                    <a:pt x="2549042" y="2401886"/>
                  </a:lnTo>
                  <a:lnTo>
                    <a:pt x="2605553" y="2374585"/>
                  </a:lnTo>
                  <a:lnTo>
                    <a:pt x="2659090" y="2344567"/>
                  </a:lnTo>
                  <a:lnTo>
                    <a:pt x="2702183" y="2317233"/>
                  </a:lnTo>
                  <a:lnTo>
                    <a:pt x="2753582" y="2280824"/>
                  </a:lnTo>
                  <a:lnTo>
                    <a:pt x="2803559" y="2241364"/>
                  </a:lnTo>
                  <a:lnTo>
                    <a:pt x="2852554" y="2198793"/>
                  </a:lnTo>
                  <a:lnTo>
                    <a:pt x="2900914" y="2153121"/>
                  </a:lnTo>
                  <a:lnTo>
                    <a:pt x="2948900" y="2104429"/>
                  </a:lnTo>
                  <a:lnTo>
                    <a:pt x="2996707" y="2052884"/>
                  </a:lnTo>
                  <a:lnTo>
                    <a:pt x="3044469" y="1998732"/>
                  </a:lnTo>
                  <a:lnTo>
                    <a:pt x="3092268" y="1942306"/>
                  </a:lnTo>
                  <a:lnTo>
                    <a:pt x="3140143" y="1884014"/>
                  </a:lnTo>
                  <a:lnTo>
                    <a:pt x="3188099" y="1824333"/>
                  </a:lnTo>
                  <a:lnTo>
                    <a:pt x="3236114" y="1763791"/>
                  </a:lnTo>
                  <a:lnTo>
                    <a:pt x="3284151" y="1702950"/>
                  </a:lnTo>
                  <a:lnTo>
                    <a:pt x="3332168" y="1642383"/>
                  </a:lnTo>
                  <a:lnTo>
                    <a:pt x="3380127" y="1582653"/>
                  </a:lnTo>
                  <a:lnTo>
                    <a:pt x="3428006" y="1524289"/>
                  </a:lnTo>
                  <a:lnTo>
                    <a:pt x="3475807" y="1467771"/>
                  </a:lnTo>
                  <a:lnTo>
                    <a:pt x="3523569" y="1413511"/>
                  </a:lnTo>
                  <a:lnTo>
                    <a:pt x="3571372" y="1361845"/>
                  </a:lnTo>
                  <a:lnTo>
                    <a:pt x="3619347" y="1313024"/>
                  </a:lnTo>
                  <a:lnTo>
                    <a:pt x="3667685" y="1267216"/>
                  </a:lnTo>
                  <a:lnTo>
                    <a:pt x="3716646" y="1224508"/>
                  </a:lnTo>
                  <a:lnTo>
                    <a:pt x="3766571" y="1184911"/>
                  </a:lnTo>
                  <a:lnTo>
                    <a:pt x="3817896" y="1148369"/>
                  </a:lnTo>
                  <a:lnTo>
                    <a:pt x="3820202" y="1146825"/>
                  </a:lnTo>
                  <a:lnTo>
                    <a:pt x="3871755" y="1114463"/>
                  </a:lnTo>
                  <a:lnTo>
                    <a:pt x="3925724" y="1084891"/>
                  </a:lnTo>
                  <a:lnTo>
                    <a:pt x="3982782" y="1058013"/>
                  </a:lnTo>
                  <a:lnTo>
                    <a:pt x="4043663" y="1033639"/>
                  </a:lnTo>
                  <a:lnTo>
                    <a:pt x="4109132" y="1011542"/>
                  </a:lnTo>
                  <a:lnTo>
                    <a:pt x="4179939" y="991486"/>
                  </a:lnTo>
                  <a:lnTo>
                    <a:pt x="4256769" y="973250"/>
                  </a:lnTo>
                  <a:lnTo>
                    <a:pt x="4340180" y="956640"/>
                  </a:lnTo>
                  <a:lnTo>
                    <a:pt x="4430509" y="941492"/>
                  </a:lnTo>
                  <a:lnTo>
                    <a:pt x="4527764" y="927683"/>
                  </a:lnTo>
                  <a:lnTo>
                    <a:pt x="4631488" y="915123"/>
                  </a:lnTo>
                  <a:lnTo>
                    <a:pt x="4740614" y="903766"/>
                  </a:lnTo>
                  <a:lnTo>
                    <a:pt x="4853347" y="893595"/>
                  </a:lnTo>
                  <a:lnTo>
                    <a:pt x="4967097" y="884621"/>
                  </a:lnTo>
                  <a:lnTo>
                    <a:pt x="5078536" y="876869"/>
                  </a:lnTo>
                  <a:lnTo>
                    <a:pt x="5183816" y="870362"/>
                  </a:lnTo>
                  <a:lnTo>
                    <a:pt x="5278960" y="865100"/>
                  </a:lnTo>
                  <a:lnTo>
                    <a:pt x="5360403" y="861044"/>
                  </a:lnTo>
                  <a:lnTo>
                    <a:pt x="5425567" y="858107"/>
                  </a:lnTo>
                  <a:lnTo>
                    <a:pt x="5473331" y="856151"/>
                  </a:lnTo>
                  <a:lnTo>
                    <a:pt x="5504301" y="854994"/>
                  </a:lnTo>
                  <a:lnTo>
                    <a:pt x="5520819" y="854429"/>
                  </a:lnTo>
                  <a:lnTo>
                    <a:pt x="5526783" y="854242"/>
                  </a:lnTo>
                  <a:lnTo>
                    <a:pt x="5527445" y="854223"/>
                  </a:lnTo>
                  <a:lnTo>
                    <a:pt x="6522385" y="854223"/>
                  </a:lnTo>
                  <a:lnTo>
                    <a:pt x="6523516" y="854207"/>
                  </a:lnTo>
                  <a:lnTo>
                    <a:pt x="6530978" y="854091"/>
                  </a:lnTo>
                  <a:lnTo>
                    <a:pt x="6549891" y="853772"/>
                  </a:lnTo>
                  <a:lnTo>
                    <a:pt x="6583958" y="853142"/>
                  </a:lnTo>
                  <a:lnTo>
                    <a:pt x="6635248" y="852102"/>
                  </a:lnTo>
                  <a:lnTo>
                    <a:pt x="6704045" y="850565"/>
                  </a:lnTo>
                  <a:lnTo>
                    <a:pt x="6788897" y="848466"/>
                  </a:lnTo>
                  <a:lnTo>
                    <a:pt x="6886941" y="845769"/>
                  </a:lnTo>
                  <a:lnTo>
                    <a:pt x="6994422" y="842458"/>
                  </a:lnTo>
                  <a:lnTo>
                    <a:pt x="7107283" y="838537"/>
                  </a:lnTo>
                  <a:lnTo>
                    <a:pt x="7221698" y="834017"/>
                  </a:lnTo>
                  <a:lnTo>
                    <a:pt x="7334435" y="828911"/>
                  </a:lnTo>
                  <a:lnTo>
                    <a:pt x="7443044" y="823220"/>
                  </a:lnTo>
                  <a:lnTo>
                    <a:pt x="7545878" y="816934"/>
                  </a:lnTo>
                  <a:lnTo>
                    <a:pt x="7642012" y="810024"/>
                  </a:lnTo>
                  <a:lnTo>
                    <a:pt x="7731107" y="802442"/>
                  </a:lnTo>
                  <a:lnTo>
                    <a:pt x="7813266" y="794123"/>
                  </a:lnTo>
                  <a:lnTo>
                    <a:pt x="7888899" y="784982"/>
                  </a:lnTo>
                  <a:lnTo>
                    <a:pt x="7958613" y="774917"/>
                  </a:lnTo>
                  <a:lnTo>
                    <a:pt x="8023128" y="763817"/>
                  </a:lnTo>
                  <a:lnTo>
                    <a:pt x="8083215" y="751567"/>
                  </a:lnTo>
                  <a:lnTo>
                    <a:pt x="8139645" y="738056"/>
                  </a:lnTo>
                  <a:lnTo>
                    <a:pt x="8193155" y="723200"/>
                  </a:lnTo>
                  <a:lnTo>
                    <a:pt x="8229629" y="711852"/>
                  </a:lnTo>
                  <a:lnTo>
                    <a:pt x="8287887" y="691618"/>
                  </a:lnTo>
                  <a:lnTo>
                    <a:pt x="8344391" y="669461"/>
                  </a:lnTo>
                  <a:lnTo>
                    <a:pt x="8399760" y="645351"/>
                  </a:lnTo>
                  <a:lnTo>
                    <a:pt x="8454456" y="619310"/>
                  </a:lnTo>
                  <a:lnTo>
                    <a:pt x="8508815" y="591426"/>
                  </a:lnTo>
                  <a:lnTo>
                    <a:pt x="8563066" y="561850"/>
                  </a:lnTo>
                  <a:lnTo>
                    <a:pt x="8617348" y="530806"/>
                  </a:lnTo>
                  <a:lnTo>
                    <a:pt x="8671725" y="498579"/>
                  </a:lnTo>
                  <a:lnTo>
                    <a:pt x="8726205" y="465507"/>
                  </a:lnTo>
                  <a:lnTo>
                    <a:pt x="8780752" y="431973"/>
                  </a:lnTo>
                  <a:lnTo>
                    <a:pt x="8835307" y="398380"/>
                  </a:lnTo>
                  <a:lnTo>
                    <a:pt x="8889811" y="365134"/>
                  </a:lnTo>
                  <a:lnTo>
                    <a:pt x="8944220" y="332625"/>
                  </a:lnTo>
                  <a:lnTo>
                    <a:pt x="8998526" y="301207"/>
                  </a:lnTo>
                  <a:lnTo>
                    <a:pt x="9052775" y="271182"/>
                  </a:lnTo>
                  <a:lnTo>
                    <a:pt x="9107083" y="242789"/>
                  </a:lnTo>
                  <a:lnTo>
                    <a:pt x="9161652" y="216204"/>
                  </a:lnTo>
                  <a:lnTo>
                    <a:pt x="9216785" y="191530"/>
                  </a:lnTo>
                  <a:lnTo>
                    <a:pt x="9272905" y="168810"/>
                  </a:lnTo>
                  <a:lnTo>
                    <a:pt x="9330582" y="148026"/>
                  </a:lnTo>
                  <a:lnTo>
                    <a:pt x="9347647" y="142370"/>
                  </a:lnTo>
                  <a:lnTo>
                    <a:pt x="9399491" y="126540"/>
                  </a:lnTo>
                  <a:lnTo>
                    <a:pt x="9453782" y="112084"/>
                  </a:lnTo>
                  <a:lnTo>
                    <a:pt x="9511202" y="98951"/>
                  </a:lnTo>
                  <a:lnTo>
                    <a:pt x="9572502" y="87049"/>
                  </a:lnTo>
                  <a:lnTo>
                    <a:pt x="9638457" y="76264"/>
                  </a:lnTo>
                  <a:lnTo>
                    <a:pt x="9709829" y="66480"/>
                  </a:lnTo>
                  <a:lnTo>
                    <a:pt x="9787313" y="57588"/>
                  </a:lnTo>
                  <a:lnTo>
                    <a:pt x="9871467" y="49492"/>
                  </a:lnTo>
                  <a:lnTo>
                    <a:pt x="9962625" y="42113"/>
                  </a:lnTo>
                  <a:lnTo>
                    <a:pt x="10060774" y="35390"/>
                  </a:lnTo>
                  <a:lnTo>
                    <a:pt x="10165420" y="29280"/>
                  </a:lnTo>
                  <a:lnTo>
                    <a:pt x="10275441" y="23760"/>
                  </a:lnTo>
                  <a:lnTo>
                    <a:pt x="10388958" y="18824"/>
                  </a:lnTo>
                  <a:lnTo>
                    <a:pt x="10503285" y="14477"/>
                  </a:lnTo>
                  <a:lnTo>
                    <a:pt x="10614989" y="10733"/>
                  </a:lnTo>
                  <a:lnTo>
                    <a:pt x="10720130" y="7602"/>
                  </a:lnTo>
                  <a:lnTo>
                    <a:pt x="10814680" y="5082"/>
                  </a:lnTo>
                  <a:lnTo>
                    <a:pt x="10895084" y="3153"/>
                  </a:lnTo>
                  <a:lnTo>
                    <a:pt x="10958843" y="1769"/>
                  </a:lnTo>
                  <a:lnTo>
                    <a:pt x="11004993" y="858"/>
                  </a:lnTo>
                  <a:lnTo>
                    <a:pt x="11034341" y="330"/>
                  </a:lnTo>
                  <a:lnTo>
                    <a:pt x="11049459" y="81"/>
                  </a:lnTo>
                  <a:lnTo>
                    <a:pt x="11054484" y="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5" name="pl1714"/>
            <p:cNvSpPr/>
            <p:nvPr/>
          </p:nvSpPr>
          <p:spPr>
            <a:xfrm>
              <a:off x="1199187" y="3076087"/>
              <a:ext cx="12049831" cy="2609835"/>
            </a:xfrm>
            <a:custGeom>
              <a:avLst/>
              <a:pathLst>
                <a:path w="12049831" h="2609835">
                  <a:moveTo>
                    <a:pt x="12049831" y="0"/>
                  </a:moveTo>
                  <a:lnTo>
                    <a:pt x="11054891" y="0"/>
                  </a:lnTo>
                  <a:lnTo>
                    <a:pt x="11053760" y="16"/>
                  </a:lnTo>
                  <a:lnTo>
                    <a:pt x="11046298" y="131"/>
                  </a:lnTo>
                  <a:lnTo>
                    <a:pt x="11027386" y="451"/>
                  </a:lnTo>
                  <a:lnTo>
                    <a:pt x="10993319" y="1080"/>
                  </a:lnTo>
                  <a:lnTo>
                    <a:pt x="10942028" y="2121"/>
                  </a:lnTo>
                  <a:lnTo>
                    <a:pt x="10873232" y="3658"/>
                  </a:lnTo>
                  <a:lnTo>
                    <a:pt x="10788380" y="5756"/>
                  </a:lnTo>
                  <a:lnTo>
                    <a:pt x="10690335" y="8453"/>
                  </a:lnTo>
                  <a:lnTo>
                    <a:pt x="10582855" y="11764"/>
                  </a:lnTo>
                  <a:lnTo>
                    <a:pt x="10469993" y="15685"/>
                  </a:lnTo>
                  <a:lnTo>
                    <a:pt x="10355578" y="20205"/>
                  </a:lnTo>
                  <a:lnTo>
                    <a:pt x="10242841" y="25312"/>
                  </a:lnTo>
                  <a:lnTo>
                    <a:pt x="10134232" y="31003"/>
                  </a:lnTo>
                  <a:lnTo>
                    <a:pt x="10031398" y="37289"/>
                  </a:lnTo>
                  <a:lnTo>
                    <a:pt x="9935265" y="44199"/>
                  </a:lnTo>
                  <a:lnTo>
                    <a:pt x="9846169" y="51780"/>
                  </a:lnTo>
                  <a:lnTo>
                    <a:pt x="9764010" y="60099"/>
                  </a:lnTo>
                  <a:lnTo>
                    <a:pt x="9688377" y="69241"/>
                  </a:lnTo>
                  <a:lnTo>
                    <a:pt x="9618663" y="79305"/>
                  </a:lnTo>
                  <a:lnTo>
                    <a:pt x="9554148" y="90405"/>
                  </a:lnTo>
                  <a:lnTo>
                    <a:pt x="9494062" y="102656"/>
                  </a:lnTo>
                  <a:lnTo>
                    <a:pt x="9437631" y="116167"/>
                  </a:lnTo>
                  <a:lnTo>
                    <a:pt x="9384122" y="131022"/>
                  </a:lnTo>
                  <a:lnTo>
                    <a:pt x="9347647" y="142370"/>
                  </a:lnTo>
                  <a:lnTo>
                    <a:pt x="9289390" y="162605"/>
                  </a:lnTo>
                  <a:lnTo>
                    <a:pt x="9232885" y="184761"/>
                  </a:lnTo>
                  <a:lnTo>
                    <a:pt x="9177516" y="208871"/>
                  </a:lnTo>
                  <a:lnTo>
                    <a:pt x="9122820" y="234912"/>
                  </a:lnTo>
                  <a:lnTo>
                    <a:pt x="9068462" y="262797"/>
                  </a:lnTo>
                  <a:lnTo>
                    <a:pt x="9014211" y="292372"/>
                  </a:lnTo>
                  <a:lnTo>
                    <a:pt x="8959929" y="323416"/>
                  </a:lnTo>
                  <a:lnTo>
                    <a:pt x="8905551" y="355644"/>
                  </a:lnTo>
                  <a:lnTo>
                    <a:pt x="8851071" y="388715"/>
                  </a:lnTo>
                  <a:lnTo>
                    <a:pt x="8796525" y="422249"/>
                  </a:lnTo>
                  <a:lnTo>
                    <a:pt x="8741970" y="455843"/>
                  </a:lnTo>
                  <a:lnTo>
                    <a:pt x="8687466" y="489088"/>
                  </a:lnTo>
                  <a:lnTo>
                    <a:pt x="8633057" y="521597"/>
                  </a:lnTo>
                  <a:lnTo>
                    <a:pt x="8578751" y="553015"/>
                  </a:lnTo>
                  <a:lnTo>
                    <a:pt x="8524502" y="583041"/>
                  </a:lnTo>
                  <a:lnTo>
                    <a:pt x="8470193" y="611433"/>
                  </a:lnTo>
                  <a:lnTo>
                    <a:pt x="8415624" y="638019"/>
                  </a:lnTo>
                  <a:lnTo>
                    <a:pt x="8360492" y="662692"/>
                  </a:lnTo>
                  <a:lnTo>
                    <a:pt x="8304372" y="685412"/>
                  </a:lnTo>
                  <a:lnTo>
                    <a:pt x="8246695" y="706196"/>
                  </a:lnTo>
                  <a:lnTo>
                    <a:pt x="8229629" y="711852"/>
                  </a:lnTo>
                  <a:lnTo>
                    <a:pt x="8177785" y="727682"/>
                  </a:lnTo>
                  <a:lnTo>
                    <a:pt x="8123494" y="742138"/>
                  </a:lnTo>
                  <a:lnTo>
                    <a:pt x="8066074" y="755271"/>
                  </a:lnTo>
                  <a:lnTo>
                    <a:pt x="8004775" y="767174"/>
                  </a:lnTo>
                  <a:lnTo>
                    <a:pt x="7938819" y="777959"/>
                  </a:lnTo>
                  <a:lnTo>
                    <a:pt x="7867447" y="787743"/>
                  </a:lnTo>
                  <a:lnTo>
                    <a:pt x="7789964" y="796634"/>
                  </a:lnTo>
                  <a:lnTo>
                    <a:pt x="7705809" y="804730"/>
                  </a:lnTo>
                  <a:lnTo>
                    <a:pt x="7614652" y="812109"/>
                  </a:lnTo>
                  <a:lnTo>
                    <a:pt x="7516502" y="818833"/>
                  </a:lnTo>
                  <a:lnTo>
                    <a:pt x="7411856" y="824943"/>
                  </a:lnTo>
                  <a:lnTo>
                    <a:pt x="7301836" y="830463"/>
                  </a:lnTo>
                  <a:lnTo>
                    <a:pt x="7188319" y="835399"/>
                  </a:lnTo>
                  <a:lnTo>
                    <a:pt x="7073992" y="839745"/>
                  </a:lnTo>
                  <a:lnTo>
                    <a:pt x="6962288" y="843489"/>
                  </a:lnTo>
                  <a:lnTo>
                    <a:pt x="6857147" y="846620"/>
                  </a:lnTo>
                  <a:lnTo>
                    <a:pt x="6762596" y="849140"/>
                  </a:lnTo>
                  <a:lnTo>
                    <a:pt x="6682193" y="851069"/>
                  </a:lnTo>
                  <a:lnTo>
                    <a:pt x="6618433" y="852454"/>
                  </a:lnTo>
                  <a:lnTo>
                    <a:pt x="6572284" y="853364"/>
                  </a:lnTo>
                  <a:lnTo>
                    <a:pt x="6542935" y="853892"/>
                  </a:lnTo>
                  <a:lnTo>
                    <a:pt x="6527817" y="854141"/>
                  </a:lnTo>
                  <a:lnTo>
                    <a:pt x="6522793" y="854217"/>
                  </a:lnTo>
                  <a:lnTo>
                    <a:pt x="6522385" y="854223"/>
                  </a:lnTo>
                  <a:lnTo>
                    <a:pt x="5527445" y="854223"/>
                  </a:lnTo>
                  <a:lnTo>
                    <a:pt x="5526333" y="854256"/>
                  </a:lnTo>
                  <a:lnTo>
                    <a:pt x="5518988" y="854489"/>
                  </a:lnTo>
                  <a:lnTo>
                    <a:pt x="5500366" y="855135"/>
                  </a:lnTo>
                  <a:lnTo>
                    <a:pt x="5466802" y="856407"/>
                  </a:lnTo>
                  <a:lnTo>
                    <a:pt x="5416227" y="858511"/>
                  </a:lnTo>
                  <a:lnTo>
                    <a:pt x="5348320" y="861620"/>
                  </a:lnTo>
                  <a:lnTo>
                    <a:pt x="5264460" y="865865"/>
                  </a:lnTo>
                  <a:lnTo>
                    <a:pt x="5167423" y="871327"/>
                  </a:lnTo>
                  <a:lnTo>
                    <a:pt x="5060879" y="878036"/>
                  </a:lnTo>
                  <a:lnTo>
                    <a:pt x="4948817" y="885986"/>
                  </a:lnTo>
                  <a:lnTo>
                    <a:pt x="4835023" y="895154"/>
                  </a:lnTo>
                  <a:lnTo>
                    <a:pt x="4722718" y="905517"/>
                  </a:lnTo>
                  <a:lnTo>
                    <a:pt x="4614362" y="917066"/>
                  </a:lnTo>
                  <a:lnTo>
                    <a:pt x="4511626" y="929823"/>
                  </a:lnTo>
                  <a:lnTo>
                    <a:pt x="4415471" y="943842"/>
                  </a:lnTo>
                  <a:lnTo>
                    <a:pt x="4326268" y="959215"/>
                  </a:lnTo>
                  <a:lnTo>
                    <a:pt x="4243948" y="976076"/>
                  </a:lnTo>
                  <a:lnTo>
                    <a:pt x="4168131" y="994591"/>
                  </a:lnTo>
                  <a:lnTo>
                    <a:pt x="4098234" y="1014961"/>
                  </a:lnTo>
                  <a:lnTo>
                    <a:pt x="4033556" y="1037409"/>
                  </a:lnTo>
                  <a:lnTo>
                    <a:pt x="3973343" y="1062172"/>
                  </a:lnTo>
                  <a:lnTo>
                    <a:pt x="3916832" y="1089474"/>
                  </a:lnTo>
                  <a:lnTo>
                    <a:pt x="3863295" y="1119491"/>
                  </a:lnTo>
                  <a:lnTo>
                    <a:pt x="3820202" y="1146825"/>
                  </a:lnTo>
                  <a:lnTo>
                    <a:pt x="3768803" y="1183234"/>
                  </a:lnTo>
                  <a:lnTo>
                    <a:pt x="3718826" y="1222695"/>
                  </a:lnTo>
                  <a:lnTo>
                    <a:pt x="3669831" y="1265265"/>
                  </a:lnTo>
                  <a:lnTo>
                    <a:pt x="3621471" y="1310938"/>
                  </a:lnTo>
                  <a:lnTo>
                    <a:pt x="3573485" y="1359629"/>
                  </a:lnTo>
                  <a:lnTo>
                    <a:pt x="3525678" y="1411174"/>
                  </a:lnTo>
                  <a:lnTo>
                    <a:pt x="3477916" y="1465326"/>
                  </a:lnTo>
                  <a:lnTo>
                    <a:pt x="3430117" y="1521753"/>
                  </a:lnTo>
                  <a:lnTo>
                    <a:pt x="3382242" y="1580044"/>
                  </a:lnTo>
                  <a:lnTo>
                    <a:pt x="3334286" y="1639725"/>
                  </a:lnTo>
                  <a:lnTo>
                    <a:pt x="3286271" y="1700267"/>
                  </a:lnTo>
                  <a:lnTo>
                    <a:pt x="3238234" y="1761108"/>
                  </a:lnTo>
                  <a:lnTo>
                    <a:pt x="3190217" y="1821675"/>
                  </a:lnTo>
                  <a:lnTo>
                    <a:pt x="3142258" y="1881405"/>
                  </a:lnTo>
                  <a:lnTo>
                    <a:pt x="3094379" y="1939769"/>
                  </a:lnTo>
                  <a:lnTo>
                    <a:pt x="3046578" y="1996287"/>
                  </a:lnTo>
                  <a:lnTo>
                    <a:pt x="2998816" y="2050547"/>
                  </a:lnTo>
                  <a:lnTo>
                    <a:pt x="2951013" y="2102213"/>
                  </a:lnTo>
                  <a:lnTo>
                    <a:pt x="2903038" y="2151034"/>
                  </a:lnTo>
                  <a:lnTo>
                    <a:pt x="2854700" y="2196842"/>
                  </a:lnTo>
                  <a:lnTo>
                    <a:pt x="2805739" y="2239551"/>
                  </a:lnTo>
                  <a:lnTo>
                    <a:pt x="2755814" y="2279148"/>
                  </a:lnTo>
                  <a:lnTo>
                    <a:pt x="2704489" y="2315689"/>
                  </a:lnTo>
                  <a:lnTo>
                    <a:pt x="2702183" y="2317233"/>
                  </a:lnTo>
                  <a:lnTo>
                    <a:pt x="2650630" y="2349596"/>
                  </a:lnTo>
                  <a:lnTo>
                    <a:pt x="2596661" y="2379167"/>
                  </a:lnTo>
                  <a:lnTo>
                    <a:pt x="2539603" y="2406045"/>
                  </a:lnTo>
                  <a:lnTo>
                    <a:pt x="2478722" y="2430419"/>
                  </a:lnTo>
                  <a:lnTo>
                    <a:pt x="2413253" y="2452516"/>
                  </a:lnTo>
                  <a:lnTo>
                    <a:pt x="2342446" y="2472572"/>
                  </a:lnTo>
                  <a:lnTo>
                    <a:pt x="2265616" y="2490808"/>
                  </a:lnTo>
                  <a:lnTo>
                    <a:pt x="2182205" y="2507418"/>
                  </a:lnTo>
                  <a:lnTo>
                    <a:pt x="2091876" y="2522566"/>
                  </a:lnTo>
                  <a:lnTo>
                    <a:pt x="1994621" y="2536376"/>
                  </a:lnTo>
                  <a:lnTo>
                    <a:pt x="1890897" y="2548935"/>
                  </a:lnTo>
                  <a:lnTo>
                    <a:pt x="1781771" y="2560292"/>
                  </a:lnTo>
                  <a:lnTo>
                    <a:pt x="1669038" y="2570464"/>
                  </a:lnTo>
                  <a:lnTo>
                    <a:pt x="1555288" y="2579437"/>
                  </a:lnTo>
                  <a:lnTo>
                    <a:pt x="1443849" y="2587189"/>
                  </a:lnTo>
                  <a:lnTo>
                    <a:pt x="1338569" y="2593696"/>
                  </a:lnTo>
                  <a:lnTo>
                    <a:pt x="1243425" y="2598958"/>
                  </a:lnTo>
                  <a:lnTo>
                    <a:pt x="1161982" y="2603014"/>
                  </a:lnTo>
                  <a:lnTo>
                    <a:pt x="1096818" y="2605951"/>
                  </a:lnTo>
                  <a:lnTo>
                    <a:pt x="1049054" y="2607907"/>
                  </a:lnTo>
                  <a:lnTo>
                    <a:pt x="1018084" y="2609064"/>
                  </a:lnTo>
                  <a:lnTo>
                    <a:pt x="1001566" y="2609629"/>
                  </a:lnTo>
                  <a:lnTo>
                    <a:pt x="995602" y="2609816"/>
                  </a:lnTo>
                  <a:lnTo>
                    <a:pt x="994940" y="2609835"/>
                  </a:lnTo>
                  <a:lnTo>
                    <a:pt x="0" y="2609835"/>
                  </a:lnTo>
                  <a:lnTo>
                    <a:pt x="0" y="26098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6" name="pg1715"/>
            <p:cNvSpPr/>
            <p:nvPr/>
          </p:nvSpPr>
          <p:spPr>
            <a:xfrm>
              <a:off x="1199187" y="2284751"/>
              <a:ext cx="12049831" cy="3663203"/>
            </a:xfrm>
            <a:custGeom>
              <a:avLst/>
              <a:pathLst>
                <a:path w="12049831" h="3663203">
                  <a:moveTo>
                    <a:pt x="0" y="3453577"/>
                  </a:moveTo>
                  <a:lnTo>
                    <a:pt x="994940" y="3453577"/>
                  </a:lnTo>
                  <a:lnTo>
                    <a:pt x="996076" y="3453581"/>
                  </a:lnTo>
                  <a:lnTo>
                    <a:pt x="1003573" y="3453610"/>
                  </a:lnTo>
                  <a:lnTo>
                    <a:pt x="1022572" y="3453689"/>
                  </a:lnTo>
                  <a:lnTo>
                    <a:pt x="1056789" y="3453844"/>
                  </a:lnTo>
                  <a:lnTo>
                    <a:pt x="1108293" y="3454100"/>
                  </a:lnTo>
                  <a:lnTo>
                    <a:pt x="1177354" y="3454479"/>
                  </a:lnTo>
                  <a:lnTo>
                    <a:pt x="1262501" y="3454997"/>
                  </a:lnTo>
                  <a:lnTo>
                    <a:pt x="1360844" y="3455662"/>
                  </a:lnTo>
                  <a:lnTo>
                    <a:pt x="1468602" y="3456477"/>
                  </a:lnTo>
                  <a:lnTo>
                    <a:pt x="1581699" y="3457444"/>
                  </a:lnTo>
                  <a:lnTo>
                    <a:pt x="1696296" y="3458557"/>
                  </a:lnTo>
                  <a:lnTo>
                    <a:pt x="1809159" y="3459815"/>
                  </a:lnTo>
                  <a:lnTo>
                    <a:pt x="1917841" y="3461217"/>
                  </a:lnTo>
                  <a:lnTo>
                    <a:pt x="2020702" y="3462765"/>
                  </a:lnTo>
                  <a:lnTo>
                    <a:pt x="2116828" y="3464467"/>
                  </a:lnTo>
                  <a:lnTo>
                    <a:pt x="2205890" y="3466335"/>
                  </a:lnTo>
                  <a:lnTo>
                    <a:pt x="2288001" y="3468385"/>
                  </a:lnTo>
                  <a:lnTo>
                    <a:pt x="2363579" y="3470638"/>
                  </a:lnTo>
                  <a:lnTo>
                    <a:pt x="2433239" y="3473119"/>
                  </a:lnTo>
                  <a:lnTo>
                    <a:pt x="2497706" y="3475856"/>
                  </a:lnTo>
                  <a:lnTo>
                    <a:pt x="2557756" y="3478877"/>
                  </a:lnTo>
                  <a:lnTo>
                    <a:pt x="2614164" y="3482210"/>
                  </a:lnTo>
                  <a:lnTo>
                    <a:pt x="2667666" y="3485873"/>
                  </a:lnTo>
                  <a:lnTo>
                    <a:pt x="2702183" y="3488515"/>
                  </a:lnTo>
                  <a:lnTo>
                    <a:pt x="2763603" y="3493769"/>
                  </a:lnTo>
                  <a:lnTo>
                    <a:pt x="2823112" y="3499548"/>
                  </a:lnTo>
                  <a:lnTo>
                    <a:pt x="2881419" y="3505861"/>
                  </a:lnTo>
                  <a:lnTo>
                    <a:pt x="2939047" y="3512699"/>
                  </a:lnTo>
                  <a:lnTo>
                    <a:pt x="2996364" y="3520034"/>
                  </a:lnTo>
                  <a:lnTo>
                    <a:pt x="3053612" y="3527815"/>
                  </a:lnTo>
                  <a:lnTo>
                    <a:pt x="3110926" y="3535973"/>
                  </a:lnTo>
                  <a:lnTo>
                    <a:pt x="3168356" y="3544420"/>
                  </a:lnTo>
                  <a:lnTo>
                    <a:pt x="3225886" y="3553053"/>
                  </a:lnTo>
                  <a:lnTo>
                    <a:pt x="3283460" y="3561758"/>
                  </a:lnTo>
                  <a:lnTo>
                    <a:pt x="3341006" y="3570417"/>
                  </a:lnTo>
                  <a:lnTo>
                    <a:pt x="3398461" y="3578916"/>
                  </a:lnTo>
                  <a:lnTo>
                    <a:pt x="3455800" y="3587148"/>
                  </a:lnTo>
                  <a:lnTo>
                    <a:pt x="3513055" y="3595021"/>
                  </a:lnTo>
                  <a:lnTo>
                    <a:pt x="3570339" y="3602461"/>
                  </a:lnTo>
                  <a:lnTo>
                    <a:pt x="3627869" y="3609415"/>
                  </a:lnTo>
                  <a:lnTo>
                    <a:pt x="3685983" y="3615849"/>
                  </a:lnTo>
                  <a:lnTo>
                    <a:pt x="3745164" y="3621749"/>
                  </a:lnTo>
                  <a:lnTo>
                    <a:pt x="3806078" y="3627120"/>
                  </a:lnTo>
                  <a:lnTo>
                    <a:pt x="3820202" y="3628265"/>
                  </a:lnTo>
                  <a:lnTo>
                    <a:pt x="3872132" y="3632156"/>
                  </a:lnTo>
                  <a:lnTo>
                    <a:pt x="3926518" y="3635708"/>
                  </a:lnTo>
                  <a:lnTo>
                    <a:pt x="3984046" y="3638935"/>
                  </a:lnTo>
                  <a:lnTo>
                    <a:pt x="4045470" y="3641859"/>
                  </a:lnTo>
                  <a:lnTo>
                    <a:pt x="4111570" y="3644508"/>
                  </a:lnTo>
                  <a:lnTo>
                    <a:pt x="4183110" y="3646911"/>
                  </a:lnTo>
                  <a:lnTo>
                    <a:pt x="4260788" y="3649094"/>
                  </a:lnTo>
                  <a:lnTo>
                    <a:pt x="4345164" y="3651082"/>
                  </a:lnTo>
                  <a:lnTo>
                    <a:pt x="4436568" y="3652893"/>
                  </a:lnTo>
                  <a:lnTo>
                    <a:pt x="4534983" y="3654544"/>
                  </a:lnTo>
                  <a:lnTo>
                    <a:pt x="4639904" y="3656043"/>
                  </a:lnTo>
                  <a:lnTo>
                    <a:pt x="4750188" y="3657397"/>
                  </a:lnTo>
                  <a:lnTo>
                    <a:pt x="4863936" y="3658607"/>
                  </a:lnTo>
                  <a:lnTo>
                    <a:pt x="4978430" y="3659673"/>
                  </a:lnTo>
                  <a:lnTo>
                    <a:pt x="5090207" y="3660589"/>
                  </a:lnTo>
                  <a:lnTo>
                    <a:pt x="5195300" y="3661355"/>
                  </a:lnTo>
                  <a:lnTo>
                    <a:pt x="5289666" y="3661970"/>
                  </a:lnTo>
                  <a:lnTo>
                    <a:pt x="5369753" y="3662441"/>
                  </a:lnTo>
                  <a:lnTo>
                    <a:pt x="5433090" y="3662777"/>
                  </a:lnTo>
                  <a:lnTo>
                    <a:pt x="5478759" y="3662998"/>
                  </a:lnTo>
                  <a:lnTo>
                    <a:pt x="5507629" y="3663125"/>
                  </a:lnTo>
                  <a:lnTo>
                    <a:pt x="5522339" y="3663184"/>
                  </a:lnTo>
                  <a:lnTo>
                    <a:pt x="5527099" y="3663202"/>
                  </a:lnTo>
                  <a:lnTo>
                    <a:pt x="5527445" y="3663203"/>
                  </a:lnTo>
                  <a:lnTo>
                    <a:pt x="6522385" y="3663203"/>
                  </a:lnTo>
                  <a:lnTo>
                    <a:pt x="6523426" y="3663139"/>
                  </a:lnTo>
                  <a:lnTo>
                    <a:pt x="6530302" y="3662684"/>
                  </a:lnTo>
                  <a:lnTo>
                    <a:pt x="6547769" y="3661429"/>
                  </a:lnTo>
                  <a:lnTo>
                    <a:pt x="6579328" y="3658955"/>
                  </a:lnTo>
                  <a:lnTo>
                    <a:pt x="6627037" y="3654861"/>
                  </a:lnTo>
                  <a:lnTo>
                    <a:pt x="6691360" y="3648799"/>
                  </a:lnTo>
                  <a:lnTo>
                    <a:pt x="6771197" y="3640504"/>
                  </a:lnTo>
                  <a:lnTo>
                    <a:pt x="6864117" y="3629805"/>
                  </a:lnTo>
                  <a:lnTo>
                    <a:pt x="6966791" y="3616629"/>
                  </a:lnTo>
                  <a:lnTo>
                    <a:pt x="7075509" y="3600974"/>
                  </a:lnTo>
                  <a:lnTo>
                    <a:pt x="7186656" y="3582883"/>
                  </a:lnTo>
                  <a:lnTo>
                    <a:pt x="7297077" y="3562404"/>
                  </a:lnTo>
                  <a:lnTo>
                    <a:pt x="7404282" y="3539562"/>
                  </a:lnTo>
                  <a:lnTo>
                    <a:pt x="7506505" y="3514337"/>
                  </a:lnTo>
                  <a:lnTo>
                    <a:pt x="7602661" y="3486642"/>
                  </a:lnTo>
                  <a:lnTo>
                    <a:pt x="7692239" y="3456320"/>
                  </a:lnTo>
                  <a:lnTo>
                    <a:pt x="7775175" y="3423142"/>
                  </a:lnTo>
                  <a:lnTo>
                    <a:pt x="7851729" y="3386806"/>
                  </a:lnTo>
                  <a:lnTo>
                    <a:pt x="7922383" y="3346947"/>
                  </a:lnTo>
                  <a:lnTo>
                    <a:pt x="7987755" y="3303144"/>
                  </a:lnTo>
                  <a:lnTo>
                    <a:pt x="8048532" y="3254945"/>
                  </a:lnTo>
                  <a:lnTo>
                    <a:pt x="8105429" y="3201897"/>
                  </a:lnTo>
                  <a:lnTo>
                    <a:pt x="8159146" y="3143599"/>
                  </a:lnTo>
                  <a:lnTo>
                    <a:pt x="8210336" y="3079784"/>
                  </a:lnTo>
                  <a:lnTo>
                    <a:pt x="8229629" y="3053542"/>
                  </a:lnTo>
                  <a:lnTo>
                    <a:pt x="8269694" y="2995161"/>
                  </a:lnTo>
                  <a:lnTo>
                    <a:pt x="8308835" y="2932969"/>
                  </a:lnTo>
                  <a:lnTo>
                    <a:pt x="8347275" y="2866888"/>
                  </a:lnTo>
                  <a:lnTo>
                    <a:pt x="8385199" y="2796887"/>
                  </a:lnTo>
                  <a:lnTo>
                    <a:pt x="8422761" y="2722991"/>
                  </a:lnTo>
                  <a:lnTo>
                    <a:pt x="8460083" y="2645279"/>
                  </a:lnTo>
                  <a:lnTo>
                    <a:pt x="8497262" y="2563893"/>
                  </a:lnTo>
                  <a:lnTo>
                    <a:pt x="8534374" y="2479039"/>
                  </a:lnTo>
                  <a:lnTo>
                    <a:pt x="8571473" y="2390986"/>
                  </a:lnTo>
                  <a:lnTo>
                    <a:pt x="8608595" y="2300066"/>
                  </a:lnTo>
                  <a:lnTo>
                    <a:pt x="8645759" y="2206670"/>
                  </a:lnTo>
                  <a:lnTo>
                    <a:pt x="8682974" y="2111243"/>
                  </a:lnTo>
                  <a:lnTo>
                    <a:pt x="8720236" y="2014275"/>
                  </a:lnTo>
                  <a:lnTo>
                    <a:pt x="8757531" y="1916291"/>
                  </a:lnTo>
                  <a:lnTo>
                    <a:pt x="8794844" y="1817840"/>
                  </a:lnTo>
                  <a:lnTo>
                    <a:pt x="8832152" y="1719483"/>
                  </a:lnTo>
                  <a:lnTo>
                    <a:pt x="8869438" y="1621777"/>
                  </a:lnTo>
                  <a:lnTo>
                    <a:pt x="8906685" y="1525265"/>
                  </a:lnTo>
                  <a:lnTo>
                    <a:pt x="8943884" y="1430461"/>
                  </a:lnTo>
                  <a:lnTo>
                    <a:pt x="8981033" y="1337842"/>
                  </a:lnTo>
                  <a:lnTo>
                    <a:pt x="9018144" y="1247834"/>
                  </a:lnTo>
                  <a:lnTo>
                    <a:pt x="9055242" y="1160811"/>
                  </a:lnTo>
                  <a:lnTo>
                    <a:pt x="9092369" y="1077084"/>
                  </a:lnTo>
                  <a:lnTo>
                    <a:pt x="9129587" y="996901"/>
                  </a:lnTo>
                  <a:lnTo>
                    <a:pt x="9166976" y="920445"/>
                  </a:lnTo>
                  <a:lnTo>
                    <a:pt x="9204644" y="847839"/>
                  </a:lnTo>
                  <a:lnTo>
                    <a:pt x="9242721" y="779142"/>
                  </a:lnTo>
                  <a:lnTo>
                    <a:pt x="9281372" y="714360"/>
                  </a:lnTo>
                  <a:lnTo>
                    <a:pt x="9320793" y="653446"/>
                  </a:lnTo>
                  <a:lnTo>
                    <a:pt x="9347647" y="614901"/>
                  </a:lnTo>
                  <a:lnTo>
                    <a:pt x="9398016" y="548925"/>
                  </a:lnTo>
                  <a:lnTo>
                    <a:pt x="9450679" y="488508"/>
                  </a:lnTo>
                  <a:lnTo>
                    <a:pt x="9506262" y="433467"/>
                  </a:lnTo>
                  <a:lnTo>
                    <a:pt x="9565450" y="383440"/>
                  </a:lnTo>
                  <a:lnTo>
                    <a:pt x="9628956" y="337988"/>
                  </a:lnTo>
                  <a:lnTo>
                    <a:pt x="9697483" y="296651"/>
                  </a:lnTo>
                  <a:lnTo>
                    <a:pt x="9771684" y="258996"/>
                  </a:lnTo>
                  <a:lnTo>
                    <a:pt x="9852100" y="224633"/>
                  </a:lnTo>
                  <a:lnTo>
                    <a:pt x="9939089" y="193235"/>
                  </a:lnTo>
                  <a:lnTo>
                    <a:pt x="10032728" y="164544"/>
                  </a:lnTo>
                  <a:lnTo>
                    <a:pt x="10132694" y="138375"/>
                  </a:lnTo>
                  <a:lnTo>
                    <a:pt x="10238137" y="114615"/>
                  </a:lnTo>
                  <a:lnTo>
                    <a:pt x="10347567" y="93220"/>
                  </a:lnTo>
                  <a:lnTo>
                    <a:pt x="10458773" y="74197"/>
                  </a:lnTo>
                  <a:lnTo>
                    <a:pt x="10568843" y="57591"/>
                  </a:lnTo>
                  <a:lnTo>
                    <a:pt x="10674306" y="43451"/>
                  </a:lnTo>
                  <a:lnTo>
                    <a:pt x="10771436" y="31796"/>
                  </a:lnTo>
                  <a:lnTo>
                    <a:pt x="10856694" y="22583"/>
                  </a:lnTo>
                  <a:lnTo>
                    <a:pt x="10927244" y="15682"/>
                  </a:lnTo>
                  <a:lnTo>
                    <a:pt x="10981428" y="10862"/>
                  </a:lnTo>
                  <a:lnTo>
                    <a:pt x="11019090" y="7805"/>
                  </a:lnTo>
                  <a:lnTo>
                    <a:pt x="11041680" y="6127"/>
                  </a:lnTo>
                  <a:lnTo>
                    <a:pt x="11052164" y="541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51" y="63"/>
                  </a:lnTo>
                  <a:lnTo>
                    <a:pt x="11046974" y="518"/>
                  </a:lnTo>
                  <a:lnTo>
                    <a:pt x="11029507" y="1773"/>
                  </a:lnTo>
                  <a:lnTo>
                    <a:pt x="10997948" y="4247"/>
                  </a:lnTo>
                  <a:lnTo>
                    <a:pt x="10950240" y="8341"/>
                  </a:lnTo>
                  <a:lnTo>
                    <a:pt x="10885916" y="14403"/>
                  </a:lnTo>
                  <a:lnTo>
                    <a:pt x="10806080" y="22698"/>
                  </a:lnTo>
                  <a:lnTo>
                    <a:pt x="10713160" y="33397"/>
                  </a:lnTo>
                  <a:lnTo>
                    <a:pt x="10610485" y="46573"/>
                  </a:lnTo>
                  <a:lnTo>
                    <a:pt x="10501767" y="62228"/>
                  </a:lnTo>
                  <a:lnTo>
                    <a:pt x="10390620" y="80320"/>
                  </a:lnTo>
                  <a:lnTo>
                    <a:pt x="10280200" y="100799"/>
                  </a:lnTo>
                  <a:lnTo>
                    <a:pt x="10172995" y="123640"/>
                  </a:lnTo>
                  <a:lnTo>
                    <a:pt x="10070771" y="148865"/>
                  </a:lnTo>
                  <a:lnTo>
                    <a:pt x="9974615" y="176561"/>
                  </a:lnTo>
                  <a:lnTo>
                    <a:pt x="9885037" y="206882"/>
                  </a:lnTo>
                  <a:lnTo>
                    <a:pt x="9802102" y="240060"/>
                  </a:lnTo>
                  <a:lnTo>
                    <a:pt x="9725547" y="276396"/>
                  </a:lnTo>
                  <a:lnTo>
                    <a:pt x="9654893" y="316256"/>
                  </a:lnTo>
                  <a:lnTo>
                    <a:pt x="9589522" y="360058"/>
                  </a:lnTo>
                  <a:lnTo>
                    <a:pt x="9528745" y="408257"/>
                  </a:lnTo>
                  <a:lnTo>
                    <a:pt x="9471848" y="461305"/>
                  </a:lnTo>
                  <a:lnTo>
                    <a:pt x="9418131" y="519603"/>
                  </a:lnTo>
                  <a:lnTo>
                    <a:pt x="9366941" y="583418"/>
                  </a:lnTo>
                  <a:lnTo>
                    <a:pt x="9347647" y="609660"/>
                  </a:lnTo>
                  <a:lnTo>
                    <a:pt x="9307582" y="668041"/>
                  </a:lnTo>
                  <a:lnTo>
                    <a:pt x="9268442" y="730233"/>
                  </a:lnTo>
                  <a:lnTo>
                    <a:pt x="9230002" y="796315"/>
                  </a:lnTo>
                  <a:lnTo>
                    <a:pt x="9192077" y="866315"/>
                  </a:lnTo>
                  <a:lnTo>
                    <a:pt x="9154516" y="940211"/>
                  </a:lnTo>
                  <a:lnTo>
                    <a:pt x="9117194" y="1017923"/>
                  </a:lnTo>
                  <a:lnTo>
                    <a:pt x="9080014" y="1099309"/>
                  </a:lnTo>
                  <a:lnTo>
                    <a:pt x="9042902" y="1184163"/>
                  </a:lnTo>
                  <a:lnTo>
                    <a:pt x="9005804" y="1272216"/>
                  </a:lnTo>
                  <a:lnTo>
                    <a:pt x="8968682" y="1363137"/>
                  </a:lnTo>
                  <a:lnTo>
                    <a:pt x="8931517" y="1456532"/>
                  </a:lnTo>
                  <a:lnTo>
                    <a:pt x="8894302" y="1551959"/>
                  </a:lnTo>
                  <a:lnTo>
                    <a:pt x="8857041" y="1648928"/>
                  </a:lnTo>
                  <a:lnTo>
                    <a:pt x="8819745" y="1746911"/>
                  </a:lnTo>
                  <a:lnTo>
                    <a:pt x="8782433" y="1845362"/>
                  </a:lnTo>
                  <a:lnTo>
                    <a:pt x="8745124" y="1943719"/>
                  </a:lnTo>
                  <a:lnTo>
                    <a:pt x="8707838" y="2041425"/>
                  </a:lnTo>
                  <a:lnTo>
                    <a:pt x="8670591" y="2137937"/>
                  </a:lnTo>
                  <a:lnTo>
                    <a:pt x="8633393" y="2232741"/>
                  </a:lnTo>
                  <a:lnTo>
                    <a:pt x="8596244" y="2325361"/>
                  </a:lnTo>
                  <a:lnTo>
                    <a:pt x="8559133" y="2415368"/>
                  </a:lnTo>
                  <a:lnTo>
                    <a:pt x="8522035" y="2502391"/>
                  </a:lnTo>
                  <a:lnTo>
                    <a:pt x="8484907" y="2586118"/>
                  </a:lnTo>
                  <a:lnTo>
                    <a:pt x="8447690" y="2666302"/>
                  </a:lnTo>
                  <a:lnTo>
                    <a:pt x="8410300" y="2742757"/>
                  </a:lnTo>
                  <a:lnTo>
                    <a:pt x="8372633" y="2815364"/>
                  </a:lnTo>
                  <a:lnTo>
                    <a:pt x="8334555" y="2884060"/>
                  </a:lnTo>
                  <a:lnTo>
                    <a:pt x="8295905" y="2948842"/>
                  </a:lnTo>
                  <a:lnTo>
                    <a:pt x="8256484" y="3009756"/>
                  </a:lnTo>
                  <a:lnTo>
                    <a:pt x="8229629" y="3048302"/>
                  </a:lnTo>
                  <a:lnTo>
                    <a:pt x="8179261" y="3114278"/>
                  </a:lnTo>
                  <a:lnTo>
                    <a:pt x="8126597" y="3174694"/>
                  </a:lnTo>
                  <a:lnTo>
                    <a:pt x="8071014" y="3229735"/>
                  </a:lnTo>
                  <a:lnTo>
                    <a:pt x="8011826" y="3279762"/>
                  </a:lnTo>
                  <a:lnTo>
                    <a:pt x="7948321" y="3325214"/>
                  </a:lnTo>
                  <a:lnTo>
                    <a:pt x="7879793" y="3366551"/>
                  </a:lnTo>
                  <a:lnTo>
                    <a:pt x="7805593" y="3404206"/>
                  </a:lnTo>
                  <a:lnTo>
                    <a:pt x="7725176" y="3438569"/>
                  </a:lnTo>
                  <a:lnTo>
                    <a:pt x="7638187" y="3469967"/>
                  </a:lnTo>
                  <a:lnTo>
                    <a:pt x="7544548" y="3498658"/>
                  </a:lnTo>
                  <a:lnTo>
                    <a:pt x="7444583" y="3524827"/>
                  </a:lnTo>
                  <a:lnTo>
                    <a:pt x="7339139" y="3548587"/>
                  </a:lnTo>
                  <a:lnTo>
                    <a:pt x="7229709" y="3569983"/>
                  </a:lnTo>
                  <a:lnTo>
                    <a:pt x="7118503" y="3589005"/>
                  </a:lnTo>
                  <a:lnTo>
                    <a:pt x="7008433" y="3605611"/>
                  </a:lnTo>
                  <a:lnTo>
                    <a:pt x="6902970" y="3619751"/>
                  </a:lnTo>
                  <a:lnTo>
                    <a:pt x="6805841" y="3631406"/>
                  </a:lnTo>
                  <a:lnTo>
                    <a:pt x="6720583" y="3640619"/>
                  </a:lnTo>
                  <a:lnTo>
                    <a:pt x="6650033" y="3647520"/>
                  </a:lnTo>
                  <a:lnTo>
                    <a:pt x="6595848" y="3652340"/>
                  </a:lnTo>
                  <a:lnTo>
                    <a:pt x="6558186" y="3655397"/>
                  </a:lnTo>
                  <a:lnTo>
                    <a:pt x="6535596" y="3657075"/>
                  </a:lnTo>
                  <a:lnTo>
                    <a:pt x="6525112" y="3657791"/>
                  </a:lnTo>
                  <a:lnTo>
                    <a:pt x="6522385" y="3657962"/>
                  </a:lnTo>
                  <a:lnTo>
                    <a:pt x="5527445" y="3657962"/>
                  </a:lnTo>
                  <a:lnTo>
                    <a:pt x="5526309" y="3657958"/>
                  </a:lnTo>
                  <a:lnTo>
                    <a:pt x="5518812" y="3657930"/>
                  </a:lnTo>
                  <a:lnTo>
                    <a:pt x="5499813" y="3657851"/>
                  </a:lnTo>
                  <a:lnTo>
                    <a:pt x="5465596" y="3657696"/>
                  </a:lnTo>
                  <a:lnTo>
                    <a:pt x="5414092" y="3657439"/>
                  </a:lnTo>
                  <a:lnTo>
                    <a:pt x="5345031" y="3657060"/>
                  </a:lnTo>
                  <a:lnTo>
                    <a:pt x="5259884" y="3656543"/>
                  </a:lnTo>
                  <a:lnTo>
                    <a:pt x="5161541" y="3655878"/>
                  </a:lnTo>
                  <a:lnTo>
                    <a:pt x="5053783" y="3655062"/>
                  </a:lnTo>
                  <a:lnTo>
                    <a:pt x="4940686" y="3654096"/>
                  </a:lnTo>
                  <a:lnTo>
                    <a:pt x="4826089" y="3652982"/>
                  </a:lnTo>
                  <a:lnTo>
                    <a:pt x="4713226" y="3651725"/>
                  </a:lnTo>
                  <a:lnTo>
                    <a:pt x="4604544" y="3650323"/>
                  </a:lnTo>
                  <a:lnTo>
                    <a:pt x="4501683" y="3648774"/>
                  </a:lnTo>
                  <a:lnTo>
                    <a:pt x="4405557" y="3647072"/>
                  </a:lnTo>
                  <a:lnTo>
                    <a:pt x="4316495" y="3645204"/>
                  </a:lnTo>
                  <a:lnTo>
                    <a:pt x="4234384" y="3643154"/>
                  </a:lnTo>
                  <a:lnTo>
                    <a:pt x="4158806" y="3640901"/>
                  </a:lnTo>
                  <a:lnTo>
                    <a:pt x="4089146" y="3638420"/>
                  </a:lnTo>
                  <a:lnTo>
                    <a:pt x="4024679" y="3635683"/>
                  </a:lnTo>
                  <a:lnTo>
                    <a:pt x="3964629" y="3632662"/>
                  </a:lnTo>
                  <a:lnTo>
                    <a:pt x="3908221" y="3629330"/>
                  </a:lnTo>
                  <a:lnTo>
                    <a:pt x="3854719" y="3625666"/>
                  </a:lnTo>
                  <a:lnTo>
                    <a:pt x="3820202" y="3623025"/>
                  </a:lnTo>
                  <a:lnTo>
                    <a:pt x="3758782" y="3617771"/>
                  </a:lnTo>
                  <a:lnTo>
                    <a:pt x="3699273" y="3611991"/>
                  </a:lnTo>
                  <a:lnTo>
                    <a:pt x="3640966" y="3605678"/>
                  </a:lnTo>
                  <a:lnTo>
                    <a:pt x="3583338" y="3598840"/>
                  </a:lnTo>
                  <a:lnTo>
                    <a:pt x="3526021" y="3591506"/>
                  </a:lnTo>
                  <a:lnTo>
                    <a:pt x="3468773" y="3583725"/>
                  </a:lnTo>
                  <a:lnTo>
                    <a:pt x="3411459" y="3575567"/>
                  </a:lnTo>
                  <a:lnTo>
                    <a:pt x="3354029" y="3567119"/>
                  </a:lnTo>
                  <a:lnTo>
                    <a:pt x="3296499" y="3558487"/>
                  </a:lnTo>
                  <a:lnTo>
                    <a:pt x="3238925" y="3549782"/>
                  </a:lnTo>
                  <a:lnTo>
                    <a:pt x="3181379" y="3541122"/>
                  </a:lnTo>
                  <a:lnTo>
                    <a:pt x="3123924" y="3532624"/>
                  </a:lnTo>
                  <a:lnTo>
                    <a:pt x="3066585" y="3524392"/>
                  </a:lnTo>
                  <a:lnTo>
                    <a:pt x="3009330" y="3516518"/>
                  </a:lnTo>
                  <a:lnTo>
                    <a:pt x="2952046" y="3509078"/>
                  </a:lnTo>
                  <a:lnTo>
                    <a:pt x="2894516" y="3502124"/>
                  </a:lnTo>
                  <a:lnTo>
                    <a:pt x="2836402" y="3495691"/>
                  </a:lnTo>
                  <a:lnTo>
                    <a:pt x="2777221" y="3489790"/>
                  </a:lnTo>
                  <a:lnTo>
                    <a:pt x="2716307" y="3484419"/>
                  </a:lnTo>
                  <a:lnTo>
                    <a:pt x="2702183" y="3483274"/>
                  </a:lnTo>
                  <a:lnTo>
                    <a:pt x="2650253" y="3479384"/>
                  </a:lnTo>
                  <a:lnTo>
                    <a:pt x="2595867" y="3475831"/>
                  </a:lnTo>
                  <a:lnTo>
                    <a:pt x="2538339" y="3472604"/>
                  </a:lnTo>
                  <a:lnTo>
                    <a:pt x="2476915" y="3469680"/>
                  </a:lnTo>
                  <a:lnTo>
                    <a:pt x="2410815" y="3467031"/>
                  </a:lnTo>
                  <a:lnTo>
                    <a:pt x="2339275" y="3464629"/>
                  </a:lnTo>
                  <a:lnTo>
                    <a:pt x="2261597" y="3462445"/>
                  </a:lnTo>
                  <a:lnTo>
                    <a:pt x="2177221" y="3460458"/>
                  </a:lnTo>
                  <a:lnTo>
                    <a:pt x="2085817" y="3458646"/>
                  </a:lnTo>
                  <a:lnTo>
                    <a:pt x="1987402" y="3456996"/>
                  </a:lnTo>
                  <a:lnTo>
                    <a:pt x="1882481" y="3455496"/>
                  </a:lnTo>
                  <a:lnTo>
                    <a:pt x="1772197" y="3454142"/>
                  </a:lnTo>
                  <a:lnTo>
                    <a:pt x="1658449" y="3452932"/>
                  </a:lnTo>
                  <a:lnTo>
                    <a:pt x="1543955" y="3451867"/>
                  </a:lnTo>
                  <a:lnTo>
                    <a:pt x="1432178" y="3450950"/>
                  </a:lnTo>
                  <a:lnTo>
                    <a:pt x="1327085" y="3450184"/>
                  </a:lnTo>
                  <a:lnTo>
                    <a:pt x="1232719" y="3449569"/>
                  </a:lnTo>
                  <a:lnTo>
                    <a:pt x="1152632" y="3449099"/>
                  </a:lnTo>
                  <a:lnTo>
                    <a:pt x="1089295" y="3448762"/>
                  </a:lnTo>
                  <a:lnTo>
                    <a:pt x="1043626" y="3448542"/>
                  </a:lnTo>
                  <a:lnTo>
                    <a:pt x="1014756" y="3448415"/>
                  </a:lnTo>
                  <a:lnTo>
                    <a:pt x="1000046" y="3448356"/>
                  </a:lnTo>
                  <a:lnTo>
                    <a:pt x="995286" y="3448338"/>
                  </a:lnTo>
                  <a:lnTo>
                    <a:pt x="994940" y="3448337"/>
                  </a:lnTo>
                  <a:lnTo>
                    <a:pt x="0" y="3448337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17" name="pl1716"/>
            <p:cNvSpPr/>
            <p:nvPr/>
          </p:nvSpPr>
          <p:spPr>
            <a:xfrm>
              <a:off x="1199187" y="2289992"/>
              <a:ext cx="12049831" cy="3657962"/>
            </a:xfrm>
            <a:custGeom>
              <a:avLst/>
              <a:pathLst>
                <a:path w="12049831" h="3657962">
                  <a:moveTo>
                    <a:pt x="0" y="3448337"/>
                  </a:moveTo>
                  <a:lnTo>
                    <a:pt x="994940" y="3448337"/>
                  </a:lnTo>
                  <a:lnTo>
                    <a:pt x="996076" y="3448341"/>
                  </a:lnTo>
                  <a:lnTo>
                    <a:pt x="1003573" y="3448369"/>
                  </a:lnTo>
                  <a:lnTo>
                    <a:pt x="1022572" y="3448448"/>
                  </a:lnTo>
                  <a:lnTo>
                    <a:pt x="1056789" y="3448603"/>
                  </a:lnTo>
                  <a:lnTo>
                    <a:pt x="1108293" y="3448860"/>
                  </a:lnTo>
                  <a:lnTo>
                    <a:pt x="1177354" y="3449239"/>
                  </a:lnTo>
                  <a:lnTo>
                    <a:pt x="1262501" y="3449756"/>
                  </a:lnTo>
                  <a:lnTo>
                    <a:pt x="1360844" y="3450421"/>
                  </a:lnTo>
                  <a:lnTo>
                    <a:pt x="1468602" y="3451237"/>
                  </a:lnTo>
                  <a:lnTo>
                    <a:pt x="1581699" y="3452203"/>
                  </a:lnTo>
                  <a:lnTo>
                    <a:pt x="1696296" y="3453316"/>
                  </a:lnTo>
                  <a:lnTo>
                    <a:pt x="1809159" y="3454574"/>
                  </a:lnTo>
                  <a:lnTo>
                    <a:pt x="1917841" y="3455976"/>
                  </a:lnTo>
                  <a:lnTo>
                    <a:pt x="2020702" y="3457524"/>
                  </a:lnTo>
                  <a:lnTo>
                    <a:pt x="2116828" y="3459227"/>
                  </a:lnTo>
                  <a:lnTo>
                    <a:pt x="2205890" y="3461094"/>
                  </a:lnTo>
                  <a:lnTo>
                    <a:pt x="2288001" y="3463144"/>
                  </a:lnTo>
                  <a:lnTo>
                    <a:pt x="2363579" y="3465398"/>
                  </a:lnTo>
                  <a:lnTo>
                    <a:pt x="2433239" y="3467879"/>
                  </a:lnTo>
                  <a:lnTo>
                    <a:pt x="2497706" y="3470615"/>
                  </a:lnTo>
                  <a:lnTo>
                    <a:pt x="2557756" y="3473637"/>
                  </a:lnTo>
                  <a:lnTo>
                    <a:pt x="2614164" y="3476969"/>
                  </a:lnTo>
                  <a:lnTo>
                    <a:pt x="2667666" y="3480633"/>
                  </a:lnTo>
                  <a:lnTo>
                    <a:pt x="2702183" y="3483274"/>
                  </a:lnTo>
                  <a:lnTo>
                    <a:pt x="2763603" y="3488528"/>
                  </a:lnTo>
                  <a:lnTo>
                    <a:pt x="2823112" y="3494307"/>
                  </a:lnTo>
                  <a:lnTo>
                    <a:pt x="2881419" y="3500621"/>
                  </a:lnTo>
                  <a:lnTo>
                    <a:pt x="2939047" y="3507459"/>
                  </a:lnTo>
                  <a:lnTo>
                    <a:pt x="2996364" y="3514793"/>
                  </a:lnTo>
                  <a:lnTo>
                    <a:pt x="3053612" y="3522574"/>
                  </a:lnTo>
                  <a:lnTo>
                    <a:pt x="3110926" y="3530732"/>
                  </a:lnTo>
                  <a:lnTo>
                    <a:pt x="3168356" y="3539179"/>
                  </a:lnTo>
                  <a:lnTo>
                    <a:pt x="3225886" y="3547812"/>
                  </a:lnTo>
                  <a:lnTo>
                    <a:pt x="3283460" y="3556517"/>
                  </a:lnTo>
                  <a:lnTo>
                    <a:pt x="3341006" y="3565176"/>
                  </a:lnTo>
                  <a:lnTo>
                    <a:pt x="3398461" y="3573675"/>
                  </a:lnTo>
                  <a:lnTo>
                    <a:pt x="3455800" y="3581907"/>
                  </a:lnTo>
                  <a:lnTo>
                    <a:pt x="3513055" y="3589780"/>
                  </a:lnTo>
                  <a:lnTo>
                    <a:pt x="3570339" y="3597221"/>
                  </a:lnTo>
                  <a:lnTo>
                    <a:pt x="3627869" y="3604175"/>
                  </a:lnTo>
                  <a:lnTo>
                    <a:pt x="3685983" y="3610608"/>
                  </a:lnTo>
                  <a:lnTo>
                    <a:pt x="3745164" y="3616508"/>
                  </a:lnTo>
                  <a:lnTo>
                    <a:pt x="3806078" y="3621880"/>
                  </a:lnTo>
                  <a:lnTo>
                    <a:pt x="3820202" y="3623025"/>
                  </a:lnTo>
                  <a:lnTo>
                    <a:pt x="3872132" y="3626915"/>
                  </a:lnTo>
                  <a:lnTo>
                    <a:pt x="3926518" y="3630468"/>
                  </a:lnTo>
                  <a:lnTo>
                    <a:pt x="3984046" y="3633694"/>
                  </a:lnTo>
                  <a:lnTo>
                    <a:pt x="4045470" y="3636618"/>
                  </a:lnTo>
                  <a:lnTo>
                    <a:pt x="4111570" y="3639268"/>
                  </a:lnTo>
                  <a:lnTo>
                    <a:pt x="4183110" y="3641670"/>
                  </a:lnTo>
                  <a:lnTo>
                    <a:pt x="4260788" y="3643854"/>
                  </a:lnTo>
                  <a:lnTo>
                    <a:pt x="4345164" y="3645841"/>
                  </a:lnTo>
                  <a:lnTo>
                    <a:pt x="4436568" y="3647653"/>
                  </a:lnTo>
                  <a:lnTo>
                    <a:pt x="4534983" y="3649303"/>
                  </a:lnTo>
                  <a:lnTo>
                    <a:pt x="4639904" y="3650802"/>
                  </a:lnTo>
                  <a:lnTo>
                    <a:pt x="4750188" y="3652156"/>
                  </a:lnTo>
                  <a:lnTo>
                    <a:pt x="4863936" y="3653367"/>
                  </a:lnTo>
                  <a:lnTo>
                    <a:pt x="4978430" y="3654432"/>
                  </a:lnTo>
                  <a:lnTo>
                    <a:pt x="5090207" y="3655349"/>
                  </a:lnTo>
                  <a:lnTo>
                    <a:pt x="5195300" y="3656114"/>
                  </a:lnTo>
                  <a:lnTo>
                    <a:pt x="5289666" y="3656730"/>
                  </a:lnTo>
                  <a:lnTo>
                    <a:pt x="5369753" y="3657200"/>
                  </a:lnTo>
                  <a:lnTo>
                    <a:pt x="5433090" y="3657536"/>
                  </a:lnTo>
                  <a:lnTo>
                    <a:pt x="5478759" y="3657757"/>
                  </a:lnTo>
                  <a:lnTo>
                    <a:pt x="5507629" y="3657884"/>
                  </a:lnTo>
                  <a:lnTo>
                    <a:pt x="5522339" y="3657943"/>
                  </a:lnTo>
                  <a:lnTo>
                    <a:pt x="5527099" y="3657961"/>
                  </a:lnTo>
                  <a:lnTo>
                    <a:pt x="5527445" y="3657962"/>
                  </a:lnTo>
                  <a:lnTo>
                    <a:pt x="6522385" y="3657962"/>
                  </a:lnTo>
                  <a:lnTo>
                    <a:pt x="6523426" y="3657898"/>
                  </a:lnTo>
                  <a:lnTo>
                    <a:pt x="6530302" y="3657444"/>
                  </a:lnTo>
                  <a:lnTo>
                    <a:pt x="6547769" y="3656189"/>
                  </a:lnTo>
                  <a:lnTo>
                    <a:pt x="6579328" y="3653714"/>
                  </a:lnTo>
                  <a:lnTo>
                    <a:pt x="6627037" y="3649620"/>
                  </a:lnTo>
                  <a:lnTo>
                    <a:pt x="6691360" y="3643559"/>
                  </a:lnTo>
                  <a:lnTo>
                    <a:pt x="6771197" y="3635263"/>
                  </a:lnTo>
                  <a:lnTo>
                    <a:pt x="6864117" y="3624565"/>
                  </a:lnTo>
                  <a:lnTo>
                    <a:pt x="6966791" y="3611388"/>
                  </a:lnTo>
                  <a:lnTo>
                    <a:pt x="7075509" y="3595733"/>
                  </a:lnTo>
                  <a:lnTo>
                    <a:pt x="7186656" y="3577642"/>
                  </a:lnTo>
                  <a:lnTo>
                    <a:pt x="7297077" y="3557163"/>
                  </a:lnTo>
                  <a:lnTo>
                    <a:pt x="7404282" y="3534322"/>
                  </a:lnTo>
                  <a:lnTo>
                    <a:pt x="7506505" y="3509096"/>
                  </a:lnTo>
                  <a:lnTo>
                    <a:pt x="7602661" y="3481401"/>
                  </a:lnTo>
                  <a:lnTo>
                    <a:pt x="7692239" y="3451079"/>
                  </a:lnTo>
                  <a:lnTo>
                    <a:pt x="7775175" y="3417901"/>
                  </a:lnTo>
                  <a:lnTo>
                    <a:pt x="7851729" y="3381566"/>
                  </a:lnTo>
                  <a:lnTo>
                    <a:pt x="7922383" y="3341706"/>
                  </a:lnTo>
                  <a:lnTo>
                    <a:pt x="7987755" y="3297903"/>
                  </a:lnTo>
                  <a:lnTo>
                    <a:pt x="8048532" y="3249705"/>
                  </a:lnTo>
                  <a:lnTo>
                    <a:pt x="8105429" y="3196657"/>
                  </a:lnTo>
                  <a:lnTo>
                    <a:pt x="8159146" y="3138359"/>
                  </a:lnTo>
                  <a:lnTo>
                    <a:pt x="8210336" y="3074544"/>
                  </a:lnTo>
                  <a:lnTo>
                    <a:pt x="8229629" y="3048302"/>
                  </a:lnTo>
                  <a:lnTo>
                    <a:pt x="8269694" y="2989921"/>
                  </a:lnTo>
                  <a:lnTo>
                    <a:pt x="8308835" y="2927728"/>
                  </a:lnTo>
                  <a:lnTo>
                    <a:pt x="8347275" y="2861647"/>
                  </a:lnTo>
                  <a:lnTo>
                    <a:pt x="8385199" y="2791647"/>
                  </a:lnTo>
                  <a:lnTo>
                    <a:pt x="8422761" y="2717750"/>
                  </a:lnTo>
                  <a:lnTo>
                    <a:pt x="8460083" y="2640038"/>
                  </a:lnTo>
                  <a:lnTo>
                    <a:pt x="8497262" y="2558653"/>
                  </a:lnTo>
                  <a:lnTo>
                    <a:pt x="8534374" y="2473799"/>
                  </a:lnTo>
                  <a:lnTo>
                    <a:pt x="8571473" y="2385745"/>
                  </a:lnTo>
                  <a:lnTo>
                    <a:pt x="8608595" y="2294825"/>
                  </a:lnTo>
                  <a:lnTo>
                    <a:pt x="8645759" y="2201429"/>
                  </a:lnTo>
                  <a:lnTo>
                    <a:pt x="8682974" y="2106002"/>
                  </a:lnTo>
                  <a:lnTo>
                    <a:pt x="8720236" y="2009034"/>
                  </a:lnTo>
                  <a:lnTo>
                    <a:pt x="8757531" y="1911050"/>
                  </a:lnTo>
                  <a:lnTo>
                    <a:pt x="8794844" y="1812600"/>
                  </a:lnTo>
                  <a:lnTo>
                    <a:pt x="8832152" y="1714243"/>
                  </a:lnTo>
                  <a:lnTo>
                    <a:pt x="8869438" y="1616537"/>
                  </a:lnTo>
                  <a:lnTo>
                    <a:pt x="8906685" y="1520024"/>
                  </a:lnTo>
                  <a:lnTo>
                    <a:pt x="8943884" y="1425220"/>
                  </a:lnTo>
                  <a:lnTo>
                    <a:pt x="8981033" y="1332601"/>
                  </a:lnTo>
                  <a:lnTo>
                    <a:pt x="9018144" y="1242594"/>
                  </a:lnTo>
                  <a:lnTo>
                    <a:pt x="9055242" y="1155571"/>
                  </a:lnTo>
                  <a:lnTo>
                    <a:pt x="9092369" y="1071843"/>
                  </a:lnTo>
                  <a:lnTo>
                    <a:pt x="9129587" y="991660"/>
                  </a:lnTo>
                  <a:lnTo>
                    <a:pt x="9166976" y="915205"/>
                  </a:lnTo>
                  <a:lnTo>
                    <a:pt x="9204644" y="842598"/>
                  </a:lnTo>
                  <a:lnTo>
                    <a:pt x="9242721" y="773901"/>
                  </a:lnTo>
                  <a:lnTo>
                    <a:pt x="9281372" y="709119"/>
                  </a:lnTo>
                  <a:lnTo>
                    <a:pt x="9320793" y="648205"/>
                  </a:lnTo>
                  <a:lnTo>
                    <a:pt x="9347647" y="609660"/>
                  </a:lnTo>
                  <a:lnTo>
                    <a:pt x="9398016" y="543684"/>
                  </a:lnTo>
                  <a:lnTo>
                    <a:pt x="9450679" y="483267"/>
                  </a:lnTo>
                  <a:lnTo>
                    <a:pt x="9506262" y="428226"/>
                  </a:lnTo>
                  <a:lnTo>
                    <a:pt x="9565450" y="378200"/>
                  </a:lnTo>
                  <a:lnTo>
                    <a:pt x="9628956" y="332747"/>
                  </a:lnTo>
                  <a:lnTo>
                    <a:pt x="9697483" y="291411"/>
                  </a:lnTo>
                  <a:lnTo>
                    <a:pt x="9771684" y="253755"/>
                  </a:lnTo>
                  <a:lnTo>
                    <a:pt x="9852100" y="219392"/>
                  </a:lnTo>
                  <a:lnTo>
                    <a:pt x="9939089" y="187995"/>
                  </a:lnTo>
                  <a:lnTo>
                    <a:pt x="10032728" y="159304"/>
                  </a:lnTo>
                  <a:lnTo>
                    <a:pt x="10132694" y="133134"/>
                  </a:lnTo>
                  <a:lnTo>
                    <a:pt x="10238137" y="109375"/>
                  </a:lnTo>
                  <a:lnTo>
                    <a:pt x="10347567" y="87979"/>
                  </a:lnTo>
                  <a:lnTo>
                    <a:pt x="10458773" y="68957"/>
                  </a:lnTo>
                  <a:lnTo>
                    <a:pt x="10568843" y="52351"/>
                  </a:lnTo>
                  <a:lnTo>
                    <a:pt x="10674306" y="38210"/>
                  </a:lnTo>
                  <a:lnTo>
                    <a:pt x="10771436" y="26555"/>
                  </a:lnTo>
                  <a:lnTo>
                    <a:pt x="10856694" y="17343"/>
                  </a:lnTo>
                  <a:lnTo>
                    <a:pt x="10927244" y="10441"/>
                  </a:lnTo>
                  <a:lnTo>
                    <a:pt x="10981428" y="5622"/>
                  </a:lnTo>
                  <a:lnTo>
                    <a:pt x="11019090" y="2565"/>
                  </a:lnTo>
                  <a:lnTo>
                    <a:pt x="11041680" y="886"/>
                  </a:lnTo>
                  <a:lnTo>
                    <a:pt x="11052164" y="171"/>
                  </a:lnTo>
                  <a:lnTo>
                    <a:pt x="11054828" y="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8" name="pl1717"/>
            <p:cNvSpPr/>
            <p:nvPr/>
          </p:nvSpPr>
          <p:spPr>
            <a:xfrm>
              <a:off x="1199187" y="2284751"/>
              <a:ext cx="12049831" cy="3657962"/>
            </a:xfrm>
            <a:custGeom>
              <a:avLst/>
              <a:pathLst>
                <a:path w="12049831" h="3657962">
                  <a:moveTo>
                    <a:pt x="12049831" y="0"/>
                  </a:moveTo>
                  <a:lnTo>
                    <a:pt x="11054891" y="0"/>
                  </a:lnTo>
                  <a:lnTo>
                    <a:pt x="11053851" y="63"/>
                  </a:lnTo>
                  <a:lnTo>
                    <a:pt x="11046974" y="518"/>
                  </a:lnTo>
                  <a:lnTo>
                    <a:pt x="11029507" y="1773"/>
                  </a:lnTo>
                  <a:lnTo>
                    <a:pt x="10997948" y="4247"/>
                  </a:lnTo>
                  <a:lnTo>
                    <a:pt x="10950240" y="8341"/>
                  </a:lnTo>
                  <a:lnTo>
                    <a:pt x="10885916" y="14403"/>
                  </a:lnTo>
                  <a:lnTo>
                    <a:pt x="10806080" y="22698"/>
                  </a:lnTo>
                  <a:lnTo>
                    <a:pt x="10713160" y="33397"/>
                  </a:lnTo>
                  <a:lnTo>
                    <a:pt x="10610485" y="46573"/>
                  </a:lnTo>
                  <a:lnTo>
                    <a:pt x="10501767" y="62228"/>
                  </a:lnTo>
                  <a:lnTo>
                    <a:pt x="10390620" y="80320"/>
                  </a:lnTo>
                  <a:lnTo>
                    <a:pt x="10280200" y="100799"/>
                  </a:lnTo>
                  <a:lnTo>
                    <a:pt x="10172995" y="123640"/>
                  </a:lnTo>
                  <a:lnTo>
                    <a:pt x="10070771" y="148865"/>
                  </a:lnTo>
                  <a:lnTo>
                    <a:pt x="9974615" y="176561"/>
                  </a:lnTo>
                  <a:lnTo>
                    <a:pt x="9885037" y="206882"/>
                  </a:lnTo>
                  <a:lnTo>
                    <a:pt x="9802102" y="240060"/>
                  </a:lnTo>
                  <a:lnTo>
                    <a:pt x="9725547" y="276396"/>
                  </a:lnTo>
                  <a:lnTo>
                    <a:pt x="9654893" y="316256"/>
                  </a:lnTo>
                  <a:lnTo>
                    <a:pt x="9589522" y="360058"/>
                  </a:lnTo>
                  <a:lnTo>
                    <a:pt x="9528745" y="408257"/>
                  </a:lnTo>
                  <a:lnTo>
                    <a:pt x="9471848" y="461305"/>
                  </a:lnTo>
                  <a:lnTo>
                    <a:pt x="9418131" y="519603"/>
                  </a:lnTo>
                  <a:lnTo>
                    <a:pt x="9366941" y="583418"/>
                  </a:lnTo>
                  <a:lnTo>
                    <a:pt x="9347647" y="609660"/>
                  </a:lnTo>
                  <a:lnTo>
                    <a:pt x="9307582" y="668041"/>
                  </a:lnTo>
                  <a:lnTo>
                    <a:pt x="9268442" y="730233"/>
                  </a:lnTo>
                  <a:lnTo>
                    <a:pt x="9230002" y="796315"/>
                  </a:lnTo>
                  <a:lnTo>
                    <a:pt x="9192077" y="866315"/>
                  </a:lnTo>
                  <a:lnTo>
                    <a:pt x="9154516" y="940211"/>
                  </a:lnTo>
                  <a:lnTo>
                    <a:pt x="9117194" y="1017923"/>
                  </a:lnTo>
                  <a:lnTo>
                    <a:pt x="9080014" y="1099309"/>
                  </a:lnTo>
                  <a:lnTo>
                    <a:pt x="9042902" y="1184163"/>
                  </a:lnTo>
                  <a:lnTo>
                    <a:pt x="9005804" y="1272216"/>
                  </a:lnTo>
                  <a:lnTo>
                    <a:pt x="8968682" y="1363137"/>
                  </a:lnTo>
                  <a:lnTo>
                    <a:pt x="8931517" y="1456532"/>
                  </a:lnTo>
                  <a:lnTo>
                    <a:pt x="8894302" y="1551959"/>
                  </a:lnTo>
                  <a:lnTo>
                    <a:pt x="8857041" y="1648928"/>
                  </a:lnTo>
                  <a:lnTo>
                    <a:pt x="8819745" y="1746911"/>
                  </a:lnTo>
                  <a:lnTo>
                    <a:pt x="8782433" y="1845362"/>
                  </a:lnTo>
                  <a:lnTo>
                    <a:pt x="8745124" y="1943719"/>
                  </a:lnTo>
                  <a:lnTo>
                    <a:pt x="8707838" y="2041425"/>
                  </a:lnTo>
                  <a:lnTo>
                    <a:pt x="8670591" y="2137937"/>
                  </a:lnTo>
                  <a:lnTo>
                    <a:pt x="8633393" y="2232741"/>
                  </a:lnTo>
                  <a:lnTo>
                    <a:pt x="8596244" y="2325361"/>
                  </a:lnTo>
                  <a:lnTo>
                    <a:pt x="8559133" y="2415368"/>
                  </a:lnTo>
                  <a:lnTo>
                    <a:pt x="8522035" y="2502391"/>
                  </a:lnTo>
                  <a:lnTo>
                    <a:pt x="8484907" y="2586118"/>
                  </a:lnTo>
                  <a:lnTo>
                    <a:pt x="8447690" y="2666302"/>
                  </a:lnTo>
                  <a:lnTo>
                    <a:pt x="8410300" y="2742757"/>
                  </a:lnTo>
                  <a:lnTo>
                    <a:pt x="8372633" y="2815364"/>
                  </a:lnTo>
                  <a:lnTo>
                    <a:pt x="8334555" y="2884060"/>
                  </a:lnTo>
                  <a:lnTo>
                    <a:pt x="8295905" y="2948842"/>
                  </a:lnTo>
                  <a:lnTo>
                    <a:pt x="8256484" y="3009756"/>
                  </a:lnTo>
                  <a:lnTo>
                    <a:pt x="8229629" y="3048302"/>
                  </a:lnTo>
                  <a:lnTo>
                    <a:pt x="8179261" y="3114278"/>
                  </a:lnTo>
                  <a:lnTo>
                    <a:pt x="8126597" y="3174694"/>
                  </a:lnTo>
                  <a:lnTo>
                    <a:pt x="8071014" y="3229735"/>
                  </a:lnTo>
                  <a:lnTo>
                    <a:pt x="8011826" y="3279762"/>
                  </a:lnTo>
                  <a:lnTo>
                    <a:pt x="7948321" y="3325214"/>
                  </a:lnTo>
                  <a:lnTo>
                    <a:pt x="7879793" y="3366551"/>
                  </a:lnTo>
                  <a:lnTo>
                    <a:pt x="7805593" y="3404206"/>
                  </a:lnTo>
                  <a:lnTo>
                    <a:pt x="7725176" y="3438569"/>
                  </a:lnTo>
                  <a:lnTo>
                    <a:pt x="7638187" y="3469967"/>
                  </a:lnTo>
                  <a:lnTo>
                    <a:pt x="7544548" y="3498658"/>
                  </a:lnTo>
                  <a:lnTo>
                    <a:pt x="7444583" y="3524827"/>
                  </a:lnTo>
                  <a:lnTo>
                    <a:pt x="7339139" y="3548587"/>
                  </a:lnTo>
                  <a:lnTo>
                    <a:pt x="7229709" y="3569983"/>
                  </a:lnTo>
                  <a:lnTo>
                    <a:pt x="7118503" y="3589005"/>
                  </a:lnTo>
                  <a:lnTo>
                    <a:pt x="7008433" y="3605611"/>
                  </a:lnTo>
                  <a:lnTo>
                    <a:pt x="6902970" y="3619751"/>
                  </a:lnTo>
                  <a:lnTo>
                    <a:pt x="6805841" y="3631406"/>
                  </a:lnTo>
                  <a:lnTo>
                    <a:pt x="6720583" y="3640619"/>
                  </a:lnTo>
                  <a:lnTo>
                    <a:pt x="6650033" y="3647520"/>
                  </a:lnTo>
                  <a:lnTo>
                    <a:pt x="6595848" y="3652340"/>
                  </a:lnTo>
                  <a:lnTo>
                    <a:pt x="6558186" y="3655397"/>
                  </a:lnTo>
                  <a:lnTo>
                    <a:pt x="6535596" y="3657075"/>
                  </a:lnTo>
                  <a:lnTo>
                    <a:pt x="6525112" y="3657791"/>
                  </a:lnTo>
                  <a:lnTo>
                    <a:pt x="6522448" y="3657958"/>
                  </a:lnTo>
                  <a:lnTo>
                    <a:pt x="6522385" y="3657962"/>
                  </a:lnTo>
                  <a:lnTo>
                    <a:pt x="5527445" y="3657962"/>
                  </a:lnTo>
                  <a:lnTo>
                    <a:pt x="5526309" y="3657958"/>
                  </a:lnTo>
                  <a:lnTo>
                    <a:pt x="5518812" y="3657930"/>
                  </a:lnTo>
                  <a:lnTo>
                    <a:pt x="5499813" y="3657851"/>
                  </a:lnTo>
                  <a:lnTo>
                    <a:pt x="5465596" y="3657696"/>
                  </a:lnTo>
                  <a:lnTo>
                    <a:pt x="5414092" y="3657439"/>
                  </a:lnTo>
                  <a:lnTo>
                    <a:pt x="5345031" y="3657060"/>
                  </a:lnTo>
                  <a:lnTo>
                    <a:pt x="5259884" y="3656543"/>
                  </a:lnTo>
                  <a:lnTo>
                    <a:pt x="5161541" y="3655878"/>
                  </a:lnTo>
                  <a:lnTo>
                    <a:pt x="5053783" y="3655062"/>
                  </a:lnTo>
                  <a:lnTo>
                    <a:pt x="4940686" y="3654096"/>
                  </a:lnTo>
                  <a:lnTo>
                    <a:pt x="4826089" y="3652982"/>
                  </a:lnTo>
                  <a:lnTo>
                    <a:pt x="4713226" y="3651725"/>
                  </a:lnTo>
                  <a:lnTo>
                    <a:pt x="4604544" y="3650323"/>
                  </a:lnTo>
                  <a:lnTo>
                    <a:pt x="4501683" y="3648774"/>
                  </a:lnTo>
                  <a:lnTo>
                    <a:pt x="4405557" y="3647072"/>
                  </a:lnTo>
                  <a:lnTo>
                    <a:pt x="4316495" y="3645204"/>
                  </a:lnTo>
                  <a:lnTo>
                    <a:pt x="4234384" y="3643154"/>
                  </a:lnTo>
                  <a:lnTo>
                    <a:pt x="4158806" y="3640901"/>
                  </a:lnTo>
                  <a:lnTo>
                    <a:pt x="4089146" y="3638420"/>
                  </a:lnTo>
                  <a:lnTo>
                    <a:pt x="4024679" y="3635683"/>
                  </a:lnTo>
                  <a:lnTo>
                    <a:pt x="3964629" y="3632662"/>
                  </a:lnTo>
                  <a:lnTo>
                    <a:pt x="3908221" y="3629330"/>
                  </a:lnTo>
                  <a:lnTo>
                    <a:pt x="3854719" y="3625666"/>
                  </a:lnTo>
                  <a:lnTo>
                    <a:pt x="3820202" y="3623025"/>
                  </a:lnTo>
                  <a:lnTo>
                    <a:pt x="3758782" y="3617771"/>
                  </a:lnTo>
                  <a:lnTo>
                    <a:pt x="3699273" y="3611991"/>
                  </a:lnTo>
                  <a:lnTo>
                    <a:pt x="3640966" y="3605678"/>
                  </a:lnTo>
                  <a:lnTo>
                    <a:pt x="3583338" y="3598840"/>
                  </a:lnTo>
                  <a:lnTo>
                    <a:pt x="3526021" y="3591506"/>
                  </a:lnTo>
                  <a:lnTo>
                    <a:pt x="3468773" y="3583725"/>
                  </a:lnTo>
                  <a:lnTo>
                    <a:pt x="3411459" y="3575567"/>
                  </a:lnTo>
                  <a:lnTo>
                    <a:pt x="3354029" y="3567119"/>
                  </a:lnTo>
                  <a:lnTo>
                    <a:pt x="3296499" y="3558487"/>
                  </a:lnTo>
                  <a:lnTo>
                    <a:pt x="3238925" y="3549782"/>
                  </a:lnTo>
                  <a:lnTo>
                    <a:pt x="3181379" y="3541122"/>
                  </a:lnTo>
                  <a:lnTo>
                    <a:pt x="3123924" y="3532624"/>
                  </a:lnTo>
                  <a:lnTo>
                    <a:pt x="3066585" y="3524392"/>
                  </a:lnTo>
                  <a:lnTo>
                    <a:pt x="3009330" y="3516518"/>
                  </a:lnTo>
                  <a:lnTo>
                    <a:pt x="2952046" y="3509078"/>
                  </a:lnTo>
                  <a:lnTo>
                    <a:pt x="2894516" y="3502124"/>
                  </a:lnTo>
                  <a:lnTo>
                    <a:pt x="2836402" y="3495691"/>
                  </a:lnTo>
                  <a:lnTo>
                    <a:pt x="2777221" y="3489790"/>
                  </a:lnTo>
                  <a:lnTo>
                    <a:pt x="2716307" y="3484419"/>
                  </a:lnTo>
                  <a:lnTo>
                    <a:pt x="2702183" y="3483274"/>
                  </a:lnTo>
                  <a:lnTo>
                    <a:pt x="2650253" y="3479384"/>
                  </a:lnTo>
                  <a:lnTo>
                    <a:pt x="2595867" y="3475831"/>
                  </a:lnTo>
                  <a:lnTo>
                    <a:pt x="2538339" y="3472604"/>
                  </a:lnTo>
                  <a:lnTo>
                    <a:pt x="2476915" y="3469680"/>
                  </a:lnTo>
                  <a:lnTo>
                    <a:pt x="2410815" y="3467031"/>
                  </a:lnTo>
                  <a:lnTo>
                    <a:pt x="2339275" y="3464629"/>
                  </a:lnTo>
                  <a:lnTo>
                    <a:pt x="2261597" y="3462445"/>
                  </a:lnTo>
                  <a:lnTo>
                    <a:pt x="2177221" y="3460458"/>
                  </a:lnTo>
                  <a:lnTo>
                    <a:pt x="2085817" y="3458646"/>
                  </a:lnTo>
                  <a:lnTo>
                    <a:pt x="1987402" y="3456996"/>
                  </a:lnTo>
                  <a:lnTo>
                    <a:pt x="1882481" y="3455496"/>
                  </a:lnTo>
                  <a:lnTo>
                    <a:pt x="1772197" y="3454142"/>
                  </a:lnTo>
                  <a:lnTo>
                    <a:pt x="1658449" y="3452932"/>
                  </a:lnTo>
                  <a:lnTo>
                    <a:pt x="1543955" y="3451867"/>
                  </a:lnTo>
                  <a:lnTo>
                    <a:pt x="1432178" y="3450950"/>
                  </a:lnTo>
                  <a:lnTo>
                    <a:pt x="1327085" y="3450184"/>
                  </a:lnTo>
                  <a:lnTo>
                    <a:pt x="1232719" y="3449569"/>
                  </a:lnTo>
                  <a:lnTo>
                    <a:pt x="1152632" y="3449099"/>
                  </a:lnTo>
                  <a:lnTo>
                    <a:pt x="1089295" y="3448762"/>
                  </a:lnTo>
                  <a:lnTo>
                    <a:pt x="1043626" y="3448542"/>
                  </a:lnTo>
                  <a:lnTo>
                    <a:pt x="1014756" y="3448415"/>
                  </a:lnTo>
                  <a:lnTo>
                    <a:pt x="1000046" y="3448356"/>
                  </a:lnTo>
                  <a:lnTo>
                    <a:pt x="995286" y="3448338"/>
                  </a:lnTo>
                  <a:lnTo>
                    <a:pt x="994940" y="3448337"/>
                  </a:lnTo>
                  <a:lnTo>
                    <a:pt x="0" y="3448337"/>
                  </a:lnTo>
                  <a:lnTo>
                    <a:pt x="0" y="34483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9" name="pg1718"/>
            <p:cNvSpPr/>
            <p:nvPr/>
          </p:nvSpPr>
          <p:spPr>
            <a:xfrm>
              <a:off x="1199187" y="5738329"/>
              <a:ext cx="12049831" cy="314438"/>
            </a:xfrm>
            <a:custGeom>
              <a:avLst/>
              <a:pathLst>
                <a:path w="12049831" h="314438">
                  <a:moveTo>
                    <a:pt x="0" y="5240"/>
                  </a:moveTo>
                  <a:lnTo>
                    <a:pt x="994940" y="5240"/>
                  </a:lnTo>
                  <a:lnTo>
                    <a:pt x="996075" y="5246"/>
                  </a:lnTo>
                  <a:lnTo>
                    <a:pt x="1003570" y="5288"/>
                  </a:lnTo>
                  <a:lnTo>
                    <a:pt x="1022563" y="5404"/>
                  </a:lnTo>
                  <a:lnTo>
                    <a:pt x="1056768" y="5633"/>
                  </a:lnTo>
                  <a:lnTo>
                    <a:pt x="1108256" y="6011"/>
                  </a:lnTo>
                  <a:lnTo>
                    <a:pt x="1177297" y="6570"/>
                  </a:lnTo>
                  <a:lnTo>
                    <a:pt x="1262422" y="7333"/>
                  </a:lnTo>
                  <a:lnTo>
                    <a:pt x="1360742" y="8313"/>
                  </a:lnTo>
                  <a:lnTo>
                    <a:pt x="1468479" y="9516"/>
                  </a:lnTo>
                  <a:lnTo>
                    <a:pt x="1581558" y="10941"/>
                  </a:lnTo>
                  <a:lnTo>
                    <a:pt x="1696141" y="12583"/>
                  </a:lnTo>
                  <a:lnTo>
                    <a:pt x="1808995" y="14438"/>
                  </a:lnTo>
                  <a:lnTo>
                    <a:pt x="1917671" y="16505"/>
                  </a:lnTo>
                  <a:lnTo>
                    <a:pt x="2020531" y="18788"/>
                  </a:lnTo>
                  <a:lnTo>
                    <a:pt x="2116657" y="21298"/>
                  </a:lnTo>
                  <a:lnTo>
                    <a:pt x="2205721" y="24052"/>
                  </a:lnTo>
                  <a:lnTo>
                    <a:pt x="2287836" y="27075"/>
                  </a:lnTo>
                  <a:lnTo>
                    <a:pt x="2363418" y="30397"/>
                  </a:lnTo>
                  <a:lnTo>
                    <a:pt x="2433082" y="34056"/>
                  </a:lnTo>
                  <a:lnTo>
                    <a:pt x="2497553" y="38091"/>
                  </a:lnTo>
                  <a:lnTo>
                    <a:pt x="2557606" y="42545"/>
                  </a:lnTo>
                  <a:lnTo>
                    <a:pt x="2614015" y="47459"/>
                  </a:lnTo>
                  <a:lnTo>
                    <a:pt x="2667519" y="52861"/>
                  </a:lnTo>
                  <a:lnTo>
                    <a:pt x="2702183" y="56773"/>
                  </a:lnTo>
                  <a:lnTo>
                    <a:pt x="2763334" y="64486"/>
                  </a:lnTo>
                  <a:lnTo>
                    <a:pt x="2822586" y="72967"/>
                  </a:lnTo>
                  <a:lnTo>
                    <a:pt x="2880643" y="82229"/>
                  </a:lnTo>
                  <a:lnTo>
                    <a:pt x="2938020" y="92258"/>
                  </a:lnTo>
                  <a:lnTo>
                    <a:pt x="2995084" y="103014"/>
                  </a:lnTo>
                  <a:lnTo>
                    <a:pt x="3052076" y="114424"/>
                  </a:lnTo>
                  <a:lnTo>
                    <a:pt x="3109131" y="126390"/>
                  </a:lnTo>
                  <a:lnTo>
                    <a:pt x="3166300" y="138782"/>
                  </a:lnTo>
                  <a:lnTo>
                    <a:pt x="3223570" y="151451"/>
                  </a:lnTo>
                  <a:lnTo>
                    <a:pt x="3280886" y="164232"/>
                  </a:lnTo>
                  <a:lnTo>
                    <a:pt x="3338177" y="176955"/>
                  </a:lnTo>
                  <a:lnTo>
                    <a:pt x="3395382" y="189450"/>
                  </a:lnTo>
                  <a:lnTo>
                    <a:pt x="3452470" y="201564"/>
                  </a:lnTo>
                  <a:lnTo>
                    <a:pt x="3509472" y="213160"/>
                  </a:lnTo>
                  <a:lnTo>
                    <a:pt x="3566493" y="224130"/>
                  </a:lnTo>
                  <a:lnTo>
                    <a:pt x="3623739" y="234392"/>
                  </a:lnTo>
                  <a:lnTo>
                    <a:pt x="3681535" y="243897"/>
                  </a:lnTo>
                  <a:lnTo>
                    <a:pt x="3740348" y="252622"/>
                  </a:lnTo>
                  <a:lnTo>
                    <a:pt x="3800816" y="260573"/>
                  </a:lnTo>
                  <a:lnTo>
                    <a:pt x="3820202" y="262905"/>
                  </a:lnTo>
                  <a:lnTo>
                    <a:pt x="3872125" y="268643"/>
                  </a:lnTo>
                  <a:lnTo>
                    <a:pt x="3926504" y="273882"/>
                  </a:lnTo>
                  <a:lnTo>
                    <a:pt x="3984024" y="278641"/>
                  </a:lnTo>
                  <a:lnTo>
                    <a:pt x="4045439" y="282954"/>
                  </a:lnTo>
                  <a:lnTo>
                    <a:pt x="4111528" y="286861"/>
                  </a:lnTo>
                  <a:lnTo>
                    <a:pt x="4183055" y="290405"/>
                  </a:lnTo>
                  <a:lnTo>
                    <a:pt x="4260719" y="293625"/>
                  </a:lnTo>
                  <a:lnTo>
                    <a:pt x="4345078" y="296557"/>
                  </a:lnTo>
                  <a:lnTo>
                    <a:pt x="4436463" y="299228"/>
                  </a:lnTo>
                  <a:lnTo>
                    <a:pt x="4534858" y="301663"/>
                  </a:lnTo>
                  <a:lnTo>
                    <a:pt x="4639758" y="303874"/>
                  </a:lnTo>
                  <a:lnTo>
                    <a:pt x="4750022" y="305871"/>
                  </a:lnTo>
                  <a:lnTo>
                    <a:pt x="4863753" y="307657"/>
                  </a:lnTo>
                  <a:lnTo>
                    <a:pt x="4978234" y="309228"/>
                  </a:lnTo>
                  <a:lnTo>
                    <a:pt x="5090006" y="310580"/>
                  </a:lnTo>
                  <a:lnTo>
                    <a:pt x="5195103" y="311710"/>
                  </a:lnTo>
                  <a:lnTo>
                    <a:pt x="5289483" y="312618"/>
                  </a:lnTo>
                  <a:lnTo>
                    <a:pt x="5369594" y="313312"/>
                  </a:lnTo>
                  <a:lnTo>
                    <a:pt x="5432963" y="313809"/>
                  </a:lnTo>
                  <a:lnTo>
                    <a:pt x="5478668" y="314134"/>
                  </a:lnTo>
                  <a:lnTo>
                    <a:pt x="5507574" y="314322"/>
                  </a:lnTo>
                  <a:lnTo>
                    <a:pt x="5522315" y="314410"/>
                  </a:lnTo>
                  <a:lnTo>
                    <a:pt x="5527094" y="314436"/>
                  </a:lnTo>
                  <a:lnTo>
                    <a:pt x="5527445" y="314438"/>
                  </a:lnTo>
                  <a:lnTo>
                    <a:pt x="6522385" y="314438"/>
                  </a:lnTo>
                  <a:lnTo>
                    <a:pt x="6523521" y="314432"/>
                  </a:lnTo>
                  <a:lnTo>
                    <a:pt x="6531016" y="314390"/>
                  </a:lnTo>
                  <a:lnTo>
                    <a:pt x="6550008" y="314273"/>
                  </a:lnTo>
                  <a:lnTo>
                    <a:pt x="6584214" y="314045"/>
                  </a:lnTo>
                  <a:lnTo>
                    <a:pt x="6635702" y="313666"/>
                  </a:lnTo>
                  <a:lnTo>
                    <a:pt x="6704743" y="313107"/>
                  </a:lnTo>
                  <a:lnTo>
                    <a:pt x="6789868" y="312345"/>
                  </a:lnTo>
                  <a:lnTo>
                    <a:pt x="6888188" y="311365"/>
                  </a:lnTo>
                  <a:lnTo>
                    <a:pt x="6995925" y="310161"/>
                  </a:lnTo>
                  <a:lnTo>
                    <a:pt x="7109004" y="308737"/>
                  </a:lnTo>
                  <a:lnTo>
                    <a:pt x="7223587" y="307095"/>
                  </a:lnTo>
                  <a:lnTo>
                    <a:pt x="7336441" y="305240"/>
                  </a:lnTo>
                  <a:lnTo>
                    <a:pt x="7445117" y="303173"/>
                  </a:lnTo>
                  <a:lnTo>
                    <a:pt x="7547976" y="300890"/>
                  </a:lnTo>
                  <a:lnTo>
                    <a:pt x="7644103" y="298380"/>
                  </a:lnTo>
                  <a:lnTo>
                    <a:pt x="7733167" y="295626"/>
                  </a:lnTo>
                  <a:lnTo>
                    <a:pt x="7815282" y="292603"/>
                  </a:lnTo>
                  <a:lnTo>
                    <a:pt x="7890864" y="289281"/>
                  </a:lnTo>
                  <a:lnTo>
                    <a:pt x="7960528" y="285622"/>
                  </a:lnTo>
                  <a:lnTo>
                    <a:pt x="8024999" y="281587"/>
                  </a:lnTo>
                  <a:lnTo>
                    <a:pt x="8085051" y="277132"/>
                  </a:lnTo>
                  <a:lnTo>
                    <a:pt x="8141461" y="272219"/>
                  </a:lnTo>
                  <a:lnTo>
                    <a:pt x="8194964" y="266817"/>
                  </a:lnTo>
                  <a:lnTo>
                    <a:pt x="8229629" y="262905"/>
                  </a:lnTo>
                  <a:lnTo>
                    <a:pt x="8290779" y="255192"/>
                  </a:lnTo>
                  <a:lnTo>
                    <a:pt x="8350032" y="246711"/>
                  </a:lnTo>
                  <a:lnTo>
                    <a:pt x="8408088" y="237449"/>
                  </a:lnTo>
                  <a:lnTo>
                    <a:pt x="8465465" y="227419"/>
                  </a:lnTo>
                  <a:lnTo>
                    <a:pt x="8522530" y="216664"/>
                  </a:lnTo>
                  <a:lnTo>
                    <a:pt x="8579521" y="205253"/>
                  </a:lnTo>
                  <a:lnTo>
                    <a:pt x="8636576" y="193288"/>
                  </a:lnTo>
                  <a:lnTo>
                    <a:pt x="8693746" y="180896"/>
                  </a:lnTo>
                  <a:lnTo>
                    <a:pt x="8751015" y="168227"/>
                  </a:lnTo>
                  <a:lnTo>
                    <a:pt x="8808332" y="155445"/>
                  </a:lnTo>
                  <a:lnTo>
                    <a:pt x="8865623" y="142723"/>
                  </a:lnTo>
                  <a:lnTo>
                    <a:pt x="8922827" y="130227"/>
                  </a:lnTo>
                  <a:lnTo>
                    <a:pt x="8979916" y="118114"/>
                  </a:lnTo>
                  <a:lnTo>
                    <a:pt x="9036918" y="106517"/>
                  </a:lnTo>
                  <a:lnTo>
                    <a:pt x="9093939" y="95548"/>
                  </a:lnTo>
                  <a:lnTo>
                    <a:pt x="9151185" y="85285"/>
                  </a:lnTo>
                  <a:lnTo>
                    <a:pt x="9208981" y="75781"/>
                  </a:lnTo>
                  <a:lnTo>
                    <a:pt x="9267793" y="67055"/>
                  </a:lnTo>
                  <a:lnTo>
                    <a:pt x="9328261" y="59105"/>
                  </a:lnTo>
                  <a:lnTo>
                    <a:pt x="9347647" y="56773"/>
                  </a:lnTo>
                  <a:lnTo>
                    <a:pt x="9399571" y="51035"/>
                  </a:lnTo>
                  <a:lnTo>
                    <a:pt x="9453950" y="45796"/>
                  </a:lnTo>
                  <a:lnTo>
                    <a:pt x="9511470" y="41037"/>
                  </a:lnTo>
                  <a:lnTo>
                    <a:pt x="9572884" y="36724"/>
                  </a:lnTo>
                  <a:lnTo>
                    <a:pt x="9638973" y="32817"/>
                  </a:lnTo>
                  <a:lnTo>
                    <a:pt x="9710501" y="29273"/>
                  </a:lnTo>
                  <a:lnTo>
                    <a:pt x="9788165" y="26053"/>
                  </a:lnTo>
                  <a:lnTo>
                    <a:pt x="9872524" y="23121"/>
                  </a:lnTo>
                  <a:lnTo>
                    <a:pt x="9963909" y="20449"/>
                  </a:lnTo>
                  <a:lnTo>
                    <a:pt x="10062304" y="18015"/>
                  </a:lnTo>
                  <a:lnTo>
                    <a:pt x="10167203" y="15804"/>
                  </a:lnTo>
                  <a:lnTo>
                    <a:pt x="10277468" y="13806"/>
                  </a:lnTo>
                  <a:lnTo>
                    <a:pt x="10391198" y="12021"/>
                  </a:lnTo>
                  <a:lnTo>
                    <a:pt x="10505680" y="10450"/>
                  </a:lnTo>
                  <a:lnTo>
                    <a:pt x="10617452" y="9097"/>
                  </a:lnTo>
                  <a:lnTo>
                    <a:pt x="10722548" y="7967"/>
                  </a:lnTo>
                  <a:lnTo>
                    <a:pt x="10816929" y="7059"/>
                  </a:lnTo>
                  <a:lnTo>
                    <a:pt x="10897040" y="6366"/>
                  </a:lnTo>
                  <a:lnTo>
                    <a:pt x="10960409" y="5869"/>
                  </a:lnTo>
                  <a:lnTo>
                    <a:pt x="11006113" y="5543"/>
                  </a:lnTo>
                  <a:lnTo>
                    <a:pt x="11035020" y="5356"/>
                  </a:lnTo>
                  <a:lnTo>
                    <a:pt x="11049761" y="5268"/>
                  </a:lnTo>
                  <a:lnTo>
                    <a:pt x="11054540" y="524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5"/>
                  </a:lnTo>
                  <a:lnTo>
                    <a:pt x="11046261" y="47"/>
                  </a:lnTo>
                  <a:lnTo>
                    <a:pt x="11027268" y="164"/>
                  </a:lnTo>
                  <a:lnTo>
                    <a:pt x="10993063" y="392"/>
                  </a:lnTo>
                  <a:lnTo>
                    <a:pt x="10941575" y="771"/>
                  </a:lnTo>
                  <a:lnTo>
                    <a:pt x="10872533" y="1330"/>
                  </a:lnTo>
                  <a:lnTo>
                    <a:pt x="10787409" y="2092"/>
                  </a:lnTo>
                  <a:lnTo>
                    <a:pt x="10689089" y="3073"/>
                  </a:lnTo>
                  <a:lnTo>
                    <a:pt x="10581352" y="4276"/>
                  </a:lnTo>
                  <a:lnTo>
                    <a:pt x="10468273" y="5700"/>
                  </a:lnTo>
                  <a:lnTo>
                    <a:pt x="10353689" y="7342"/>
                  </a:lnTo>
                  <a:lnTo>
                    <a:pt x="10240836" y="9197"/>
                  </a:lnTo>
                  <a:lnTo>
                    <a:pt x="10132159" y="11264"/>
                  </a:lnTo>
                  <a:lnTo>
                    <a:pt x="10029300" y="13547"/>
                  </a:lnTo>
                  <a:lnTo>
                    <a:pt x="9933174" y="16057"/>
                  </a:lnTo>
                  <a:lnTo>
                    <a:pt x="9844109" y="18811"/>
                  </a:lnTo>
                  <a:lnTo>
                    <a:pt x="9761995" y="21834"/>
                  </a:lnTo>
                  <a:lnTo>
                    <a:pt x="9686412" y="25156"/>
                  </a:lnTo>
                  <a:lnTo>
                    <a:pt x="9616749" y="28815"/>
                  </a:lnTo>
                  <a:lnTo>
                    <a:pt x="9552278" y="32850"/>
                  </a:lnTo>
                  <a:lnTo>
                    <a:pt x="9492225" y="37305"/>
                  </a:lnTo>
                  <a:lnTo>
                    <a:pt x="9435815" y="42218"/>
                  </a:lnTo>
                  <a:lnTo>
                    <a:pt x="9382312" y="47620"/>
                  </a:lnTo>
                  <a:lnTo>
                    <a:pt x="9347647" y="51532"/>
                  </a:lnTo>
                  <a:lnTo>
                    <a:pt x="9286497" y="59245"/>
                  </a:lnTo>
                  <a:lnTo>
                    <a:pt x="9227245" y="67726"/>
                  </a:lnTo>
                  <a:lnTo>
                    <a:pt x="9169188" y="76988"/>
                  </a:lnTo>
                  <a:lnTo>
                    <a:pt x="9111811" y="87018"/>
                  </a:lnTo>
                  <a:lnTo>
                    <a:pt x="9054747" y="97773"/>
                  </a:lnTo>
                  <a:lnTo>
                    <a:pt x="8997755" y="109184"/>
                  </a:lnTo>
                  <a:lnTo>
                    <a:pt x="8940700" y="121149"/>
                  </a:lnTo>
                  <a:lnTo>
                    <a:pt x="8883531" y="133541"/>
                  </a:lnTo>
                  <a:lnTo>
                    <a:pt x="8826261" y="146210"/>
                  </a:lnTo>
                  <a:lnTo>
                    <a:pt x="8768945" y="158992"/>
                  </a:lnTo>
                  <a:lnTo>
                    <a:pt x="8711653" y="171714"/>
                  </a:lnTo>
                  <a:lnTo>
                    <a:pt x="8654449" y="184210"/>
                  </a:lnTo>
                  <a:lnTo>
                    <a:pt x="8597360" y="196323"/>
                  </a:lnTo>
                  <a:lnTo>
                    <a:pt x="8540359" y="207920"/>
                  </a:lnTo>
                  <a:lnTo>
                    <a:pt x="8483338" y="218889"/>
                  </a:lnTo>
                  <a:lnTo>
                    <a:pt x="8426092" y="229152"/>
                  </a:lnTo>
                  <a:lnTo>
                    <a:pt x="8368296" y="238656"/>
                  </a:lnTo>
                  <a:lnTo>
                    <a:pt x="8309483" y="247382"/>
                  </a:lnTo>
                  <a:lnTo>
                    <a:pt x="8249015" y="255332"/>
                  </a:lnTo>
                  <a:lnTo>
                    <a:pt x="8229629" y="257664"/>
                  </a:lnTo>
                  <a:lnTo>
                    <a:pt x="8177706" y="263402"/>
                  </a:lnTo>
                  <a:lnTo>
                    <a:pt x="8123327" y="268642"/>
                  </a:lnTo>
                  <a:lnTo>
                    <a:pt x="8065807" y="273400"/>
                  </a:lnTo>
                  <a:lnTo>
                    <a:pt x="8004392" y="277713"/>
                  </a:lnTo>
                  <a:lnTo>
                    <a:pt x="7938303" y="281620"/>
                  </a:lnTo>
                  <a:lnTo>
                    <a:pt x="7866775" y="285164"/>
                  </a:lnTo>
                  <a:lnTo>
                    <a:pt x="7789112" y="288384"/>
                  </a:lnTo>
                  <a:lnTo>
                    <a:pt x="7704753" y="291316"/>
                  </a:lnTo>
                  <a:lnTo>
                    <a:pt x="7613368" y="293988"/>
                  </a:lnTo>
                  <a:lnTo>
                    <a:pt x="7514973" y="296422"/>
                  </a:lnTo>
                  <a:lnTo>
                    <a:pt x="7410073" y="298633"/>
                  </a:lnTo>
                  <a:lnTo>
                    <a:pt x="7299809" y="300631"/>
                  </a:lnTo>
                  <a:lnTo>
                    <a:pt x="7186078" y="302416"/>
                  </a:lnTo>
                  <a:lnTo>
                    <a:pt x="7071597" y="303987"/>
                  </a:lnTo>
                  <a:lnTo>
                    <a:pt x="6959825" y="305340"/>
                  </a:lnTo>
                  <a:lnTo>
                    <a:pt x="6854728" y="306470"/>
                  </a:lnTo>
                  <a:lnTo>
                    <a:pt x="6760348" y="307378"/>
                  </a:lnTo>
                  <a:lnTo>
                    <a:pt x="6680237" y="308072"/>
                  </a:lnTo>
                  <a:lnTo>
                    <a:pt x="6616868" y="308568"/>
                  </a:lnTo>
                  <a:lnTo>
                    <a:pt x="6571163" y="308894"/>
                  </a:lnTo>
                  <a:lnTo>
                    <a:pt x="6542257" y="309081"/>
                  </a:lnTo>
                  <a:lnTo>
                    <a:pt x="6527516" y="309169"/>
                  </a:lnTo>
                  <a:lnTo>
                    <a:pt x="6522736" y="309195"/>
                  </a:lnTo>
                  <a:lnTo>
                    <a:pt x="6522385" y="309197"/>
                  </a:lnTo>
                  <a:lnTo>
                    <a:pt x="5527445" y="309197"/>
                  </a:lnTo>
                  <a:lnTo>
                    <a:pt x="5526310" y="309191"/>
                  </a:lnTo>
                  <a:lnTo>
                    <a:pt x="5518815" y="309149"/>
                  </a:lnTo>
                  <a:lnTo>
                    <a:pt x="5499822" y="309033"/>
                  </a:lnTo>
                  <a:lnTo>
                    <a:pt x="5465617" y="308804"/>
                  </a:lnTo>
                  <a:lnTo>
                    <a:pt x="5414129" y="308426"/>
                  </a:lnTo>
                  <a:lnTo>
                    <a:pt x="5345088" y="307867"/>
                  </a:lnTo>
                  <a:lnTo>
                    <a:pt x="5259963" y="307104"/>
                  </a:lnTo>
                  <a:lnTo>
                    <a:pt x="5161643" y="306124"/>
                  </a:lnTo>
                  <a:lnTo>
                    <a:pt x="5053906" y="304921"/>
                  </a:lnTo>
                  <a:lnTo>
                    <a:pt x="4940827" y="303496"/>
                  </a:lnTo>
                  <a:lnTo>
                    <a:pt x="4826244" y="301854"/>
                  </a:lnTo>
                  <a:lnTo>
                    <a:pt x="4713390" y="299999"/>
                  </a:lnTo>
                  <a:lnTo>
                    <a:pt x="4604714" y="297932"/>
                  </a:lnTo>
                  <a:lnTo>
                    <a:pt x="4501854" y="295649"/>
                  </a:lnTo>
                  <a:lnTo>
                    <a:pt x="4405728" y="293139"/>
                  </a:lnTo>
                  <a:lnTo>
                    <a:pt x="4316664" y="290385"/>
                  </a:lnTo>
                  <a:lnTo>
                    <a:pt x="4234549" y="287362"/>
                  </a:lnTo>
                  <a:lnTo>
                    <a:pt x="4158967" y="284040"/>
                  </a:lnTo>
                  <a:lnTo>
                    <a:pt x="4089303" y="280382"/>
                  </a:lnTo>
                  <a:lnTo>
                    <a:pt x="4024832" y="276346"/>
                  </a:lnTo>
                  <a:lnTo>
                    <a:pt x="3964779" y="271892"/>
                  </a:lnTo>
                  <a:lnTo>
                    <a:pt x="3908370" y="266978"/>
                  </a:lnTo>
                  <a:lnTo>
                    <a:pt x="3854866" y="261576"/>
                  </a:lnTo>
                  <a:lnTo>
                    <a:pt x="3820202" y="257664"/>
                  </a:lnTo>
                  <a:lnTo>
                    <a:pt x="3759051" y="249951"/>
                  </a:lnTo>
                  <a:lnTo>
                    <a:pt x="3699799" y="241470"/>
                  </a:lnTo>
                  <a:lnTo>
                    <a:pt x="3641742" y="232208"/>
                  </a:lnTo>
                  <a:lnTo>
                    <a:pt x="3584365" y="222179"/>
                  </a:lnTo>
                  <a:lnTo>
                    <a:pt x="3527301" y="211423"/>
                  </a:lnTo>
                  <a:lnTo>
                    <a:pt x="3470309" y="200013"/>
                  </a:lnTo>
                  <a:lnTo>
                    <a:pt x="3413254" y="188047"/>
                  </a:lnTo>
                  <a:lnTo>
                    <a:pt x="3356085" y="175655"/>
                  </a:lnTo>
                  <a:lnTo>
                    <a:pt x="3298815" y="162986"/>
                  </a:lnTo>
                  <a:lnTo>
                    <a:pt x="3241499" y="150205"/>
                  </a:lnTo>
                  <a:lnTo>
                    <a:pt x="3184208" y="137482"/>
                  </a:lnTo>
                  <a:lnTo>
                    <a:pt x="3127003" y="124987"/>
                  </a:lnTo>
                  <a:lnTo>
                    <a:pt x="3069915" y="112873"/>
                  </a:lnTo>
                  <a:lnTo>
                    <a:pt x="3012913" y="101277"/>
                  </a:lnTo>
                  <a:lnTo>
                    <a:pt x="2955892" y="90307"/>
                  </a:lnTo>
                  <a:lnTo>
                    <a:pt x="2898646" y="80045"/>
                  </a:lnTo>
                  <a:lnTo>
                    <a:pt x="2840850" y="70540"/>
                  </a:lnTo>
                  <a:lnTo>
                    <a:pt x="2782037" y="61815"/>
                  </a:lnTo>
                  <a:lnTo>
                    <a:pt x="2721569" y="53864"/>
                  </a:lnTo>
                  <a:lnTo>
                    <a:pt x="2702183" y="51532"/>
                  </a:lnTo>
                  <a:lnTo>
                    <a:pt x="2650260" y="45794"/>
                  </a:lnTo>
                  <a:lnTo>
                    <a:pt x="2595881" y="40555"/>
                  </a:lnTo>
                  <a:lnTo>
                    <a:pt x="2538361" y="35796"/>
                  </a:lnTo>
                  <a:lnTo>
                    <a:pt x="2476946" y="31483"/>
                  </a:lnTo>
                  <a:lnTo>
                    <a:pt x="2410857" y="27576"/>
                  </a:lnTo>
                  <a:lnTo>
                    <a:pt x="2339330" y="24032"/>
                  </a:lnTo>
                  <a:lnTo>
                    <a:pt x="2261666" y="20812"/>
                  </a:lnTo>
                  <a:lnTo>
                    <a:pt x="2177307" y="17880"/>
                  </a:lnTo>
                  <a:lnTo>
                    <a:pt x="2085922" y="15209"/>
                  </a:lnTo>
                  <a:lnTo>
                    <a:pt x="1987527" y="12775"/>
                  </a:lnTo>
                  <a:lnTo>
                    <a:pt x="1882627" y="10563"/>
                  </a:lnTo>
                  <a:lnTo>
                    <a:pt x="1772363" y="8566"/>
                  </a:lnTo>
                  <a:lnTo>
                    <a:pt x="1658632" y="6780"/>
                  </a:lnTo>
                  <a:lnTo>
                    <a:pt x="1544151" y="5209"/>
                  </a:lnTo>
                  <a:lnTo>
                    <a:pt x="1432379" y="3857"/>
                  </a:lnTo>
                  <a:lnTo>
                    <a:pt x="1327282" y="2727"/>
                  </a:lnTo>
                  <a:lnTo>
                    <a:pt x="1232902" y="1819"/>
                  </a:lnTo>
                  <a:lnTo>
                    <a:pt x="1152791" y="1125"/>
                  </a:lnTo>
                  <a:lnTo>
                    <a:pt x="1089422" y="628"/>
                  </a:lnTo>
                  <a:lnTo>
                    <a:pt x="1043717" y="303"/>
                  </a:lnTo>
                  <a:lnTo>
                    <a:pt x="1014811" y="115"/>
                  </a:lnTo>
                  <a:lnTo>
                    <a:pt x="1000070" y="27"/>
                  </a:lnTo>
                  <a:lnTo>
                    <a:pt x="995291" y="1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20" name="pl1719"/>
            <p:cNvSpPr/>
            <p:nvPr/>
          </p:nvSpPr>
          <p:spPr>
            <a:xfrm>
              <a:off x="1199187" y="5743570"/>
              <a:ext cx="12049831" cy="309197"/>
            </a:xfrm>
            <a:custGeom>
              <a:avLst/>
              <a:pathLst>
                <a:path w="12049831" h="309197">
                  <a:moveTo>
                    <a:pt x="0" y="0"/>
                  </a:moveTo>
                  <a:lnTo>
                    <a:pt x="994940" y="0"/>
                  </a:lnTo>
                  <a:lnTo>
                    <a:pt x="996075" y="5"/>
                  </a:lnTo>
                  <a:lnTo>
                    <a:pt x="1003570" y="47"/>
                  </a:lnTo>
                  <a:lnTo>
                    <a:pt x="1022563" y="164"/>
                  </a:lnTo>
                  <a:lnTo>
                    <a:pt x="1056768" y="392"/>
                  </a:lnTo>
                  <a:lnTo>
                    <a:pt x="1108256" y="771"/>
                  </a:lnTo>
                  <a:lnTo>
                    <a:pt x="1177297" y="1330"/>
                  </a:lnTo>
                  <a:lnTo>
                    <a:pt x="1262422" y="2092"/>
                  </a:lnTo>
                  <a:lnTo>
                    <a:pt x="1360742" y="3073"/>
                  </a:lnTo>
                  <a:lnTo>
                    <a:pt x="1468479" y="4276"/>
                  </a:lnTo>
                  <a:lnTo>
                    <a:pt x="1581558" y="5700"/>
                  </a:lnTo>
                  <a:lnTo>
                    <a:pt x="1696141" y="7342"/>
                  </a:lnTo>
                  <a:lnTo>
                    <a:pt x="1808995" y="9197"/>
                  </a:lnTo>
                  <a:lnTo>
                    <a:pt x="1917671" y="11264"/>
                  </a:lnTo>
                  <a:lnTo>
                    <a:pt x="2020531" y="13547"/>
                  </a:lnTo>
                  <a:lnTo>
                    <a:pt x="2116657" y="16057"/>
                  </a:lnTo>
                  <a:lnTo>
                    <a:pt x="2205721" y="18811"/>
                  </a:lnTo>
                  <a:lnTo>
                    <a:pt x="2287836" y="21834"/>
                  </a:lnTo>
                  <a:lnTo>
                    <a:pt x="2363418" y="25156"/>
                  </a:lnTo>
                  <a:lnTo>
                    <a:pt x="2433082" y="28815"/>
                  </a:lnTo>
                  <a:lnTo>
                    <a:pt x="2497553" y="32850"/>
                  </a:lnTo>
                  <a:lnTo>
                    <a:pt x="2557606" y="37305"/>
                  </a:lnTo>
                  <a:lnTo>
                    <a:pt x="2614015" y="42218"/>
                  </a:lnTo>
                  <a:lnTo>
                    <a:pt x="2667519" y="47620"/>
                  </a:lnTo>
                  <a:lnTo>
                    <a:pt x="2702183" y="51532"/>
                  </a:lnTo>
                  <a:lnTo>
                    <a:pt x="2763334" y="59245"/>
                  </a:lnTo>
                  <a:lnTo>
                    <a:pt x="2822586" y="67726"/>
                  </a:lnTo>
                  <a:lnTo>
                    <a:pt x="2880643" y="76988"/>
                  </a:lnTo>
                  <a:lnTo>
                    <a:pt x="2938020" y="87018"/>
                  </a:lnTo>
                  <a:lnTo>
                    <a:pt x="2995084" y="97773"/>
                  </a:lnTo>
                  <a:lnTo>
                    <a:pt x="3052076" y="109184"/>
                  </a:lnTo>
                  <a:lnTo>
                    <a:pt x="3109131" y="121149"/>
                  </a:lnTo>
                  <a:lnTo>
                    <a:pt x="3166300" y="133541"/>
                  </a:lnTo>
                  <a:lnTo>
                    <a:pt x="3223570" y="146210"/>
                  </a:lnTo>
                  <a:lnTo>
                    <a:pt x="3280886" y="158992"/>
                  </a:lnTo>
                  <a:lnTo>
                    <a:pt x="3338177" y="171714"/>
                  </a:lnTo>
                  <a:lnTo>
                    <a:pt x="3395382" y="184210"/>
                  </a:lnTo>
                  <a:lnTo>
                    <a:pt x="3452470" y="196323"/>
                  </a:lnTo>
                  <a:lnTo>
                    <a:pt x="3509472" y="207920"/>
                  </a:lnTo>
                  <a:lnTo>
                    <a:pt x="3566493" y="218889"/>
                  </a:lnTo>
                  <a:lnTo>
                    <a:pt x="3623739" y="229152"/>
                  </a:lnTo>
                  <a:lnTo>
                    <a:pt x="3681535" y="238656"/>
                  </a:lnTo>
                  <a:lnTo>
                    <a:pt x="3740348" y="247382"/>
                  </a:lnTo>
                  <a:lnTo>
                    <a:pt x="3800816" y="255332"/>
                  </a:lnTo>
                  <a:lnTo>
                    <a:pt x="3820202" y="257664"/>
                  </a:lnTo>
                  <a:lnTo>
                    <a:pt x="3872125" y="263402"/>
                  </a:lnTo>
                  <a:lnTo>
                    <a:pt x="3926504" y="268642"/>
                  </a:lnTo>
                  <a:lnTo>
                    <a:pt x="3984024" y="273400"/>
                  </a:lnTo>
                  <a:lnTo>
                    <a:pt x="4045439" y="277713"/>
                  </a:lnTo>
                  <a:lnTo>
                    <a:pt x="4111528" y="281620"/>
                  </a:lnTo>
                  <a:lnTo>
                    <a:pt x="4183055" y="285164"/>
                  </a:lnTo>
                  <a:lnTo>
                    <a:pt x="4260719" y="288384"/>
                  </a:lnTo>
                  <a:lnTo>
                    <a:pt x="4345078" y="291316"/>
                  </a:lnTo>
                  <a:lnTo>
                    <a:pt x="4436463" y="293988"/>
                  </a:lnTo>
                  <a:lnTo>
                    <a:pt x="4534858" y="296422"/>
                  </a:lnTo>
                  <a:lnTo>
                    <a:pt x="4639758" y="298633"/>
                  </a:lnTo>
                  <a:lnTo>
                    <a:pt x="4750022" y="300631"/>
                  </a:lnTo>
                  <a:lnTo>
                    <a:pt x="4863753" y="302416"/>
                  </a:lnTo>
                  <a:lnTo>
                    <a:pt x="4978234" y="303987"/>
                  </a:lnTo>
                  <a:lnTo>
                    <a:pt x="5090006" y="305340"/>
                  </a:lnTo>
                  <a:lnTo>
                    <a:pt x="5195103" y="306470"/>
                  </a:lnTo>
                  <a:lnTo>
                    <a:pt x="5289483" y="307378"/>
                  </a:lnTo>
                  <a:lnTo>
                    <a:pt x="5369594" y="308072"/>
                  </a:lnTo>
                  <a:lnTo>
                    <a:pt x="5432963" y="308568"/>
                  </a:lnTo>
                  <a:lnTo>
                    <a:pt x="5478668" y="308894"/>
                  </a:lnTo>
                  <a:lnTo>
                    <a:pt x="5507574" y="309081"/>
                  </a:lnTo>
                  <a:lnTo>
                    <a:pt x="5522315" y="309169"/>
                  </a:lnTo>
                  <a:lnTo>
                    <a:pt x="5527094" y="309195"/>
                  </a:lnTo>
                  <a:lnTo>
                    <a:pt x="5527445" y="309197"/>
                  </a:lnTo>
                  <a:lnTo>
                    <a:pt x="6522385" y="309197"/>
                  </a:lnTo>
                  <a:lnTo>
                    <a:pt x="6523521" y="309191"/>
                  </a:lnTo>
                  <a:lnTo>
                    <a:pt x="6531016" y="309149"/>
                  </a:lnTo>
                  <a:lnTo>
                    <a:pt x="6550008" y="309033"/>
                  </a:lnTo>
                  <a:lnTo>
                    <a:pt x="6584214" y="308804"/>
                  </a:lnTo>
                  <a:lnTo>
                    <a:pt x="6635702" y="308426"/>
                  </a:lnTo>
                  <a:lnTo>
                    <a:pt x="6704743" y="307867"/>
                  </a:lnTo>
                  <a:lnTo>
                    <a:pt x="6789868" y="307104"/>
                  </a:lnTo>
                  <a:lnTo>
                    <a:pt x="6888188" y="306124"/>
                  </a:lnTo>
                  <a:lnTo>
                    <a:pt x="6995925" y="304921"/>
                  </a:lnTo>
                  <a:lnTo>
                    <a:pt x="7109004" y="303496"/>
                  </a:lnTo>
                  <a:lnTo>
                    <a:pt x="7223587" y="301854"/>
                  </a:lnTo>
                  <a:lnTo>
                    <a:pt x="7336441" y="299999"/>
                  </a:lnTo>
                  <a:lnTo>
                    <a:pt x="7445117" y="297932"/>
                  </a:lnTo>
                  <a:lnTo>
                    <a:pt x="7547976" y="295649"/>
                  </a:lnTo>
                  <a:lnTo>
                    <a:pt x="7644103" y="293139"/>
                  </a:lnTo>
                  <a:lnTo>
                    <a:pt x="7733167" y="290385"/>
                  </a:lnTo>
                  <a:lnTo>
                    <a:pt x="7815282" y="287362"/>
                  </a:lnTo>
                  <a:lnTo>
                    <a:pt x="7890864" y="284040"/>
                  </a:lnTo>
                  <a:lnTo>
                    <a:pt x="7960528" y="280382"/>
                  </a:lnTo>
                  <a:lnTo>
                    <a:pt x="8024999" y="276346"/>
                  </a:lnTo>
                  <a:lnTo>
                    <a:pt x="8085051" y="271892"/>
                  </a:lnTo>
                  <a:lnTo>
                    <a:pt x="8141461" y="266978"/>
                  </a:lnTo>
                  <a:lnTo>
                    <a:pt x="8194964" y="261576"/>
                  </a:lnTo>
                  <a:lnTo>
                    <a:pt x="8229629" y="257664"/>
                  </a:lnTo>
                  <a:lnTo>
                    <a:pt x="8290779" y="249951"/>
                  </a:lnTo>
                  <a:lnTo>
                    <a:pt x="8350032" y="241470"/>
                  </a:lnTo>
                  <a:lnTo>
                    <a:pt x="8408088" y="232208"/>
                  </a:lnTo>
                  <a:lnTo>
                    <a:pt x="8465465" y="222179"/>
                  </a:lnTo>
                  <a:lnTo>
                    <a:pt x="8522530" y="211423"/>
                  </a:lnTo>
                  <a:lnTo>
                    <a:pt x="8579521" y="200013"/>
                  </a:lnTo>
                  <a:lnTo>
                    <a:pt x="8636576" y="188047"/>
                  </a:lnTo>
                  <a:lnTo>
                    <a:pt x="8693746" y="175655"/>
                  </a:lnTo>
                  <a:lnTo>
                    <a:pt x="8751015" y="162986"/>
                  </a:lnTo>
                  <a:lnTo>
                    <a:pt x="8808332" y="150205"/>
                  </a:lnTo>
                  <a:lnTo>
                    <a:pt x="8865623" y="137482"/>
                  </a:lnTo>
                  <a:lnTo>
                    <a:pt x="8922827" y="124987"/>
                  </a:lnTo>
                  <a:lnTo>
                    <a:pt x="8979916" y="112873"/>
                  </a:lnTo>
                  <a:lnTo>
                    <a:pt x="9036918" y="101277"/>
                  </a:lnTo>
                  <a:lnTo>
                    <a:pt x="9093939" y="90307"/>
                  </a:lnTo>
                  <a:lnTo>
                    <a:pt x="9151185" y="80045"/>
                  </a:lnTo>
                  <a:lnTo>
                    <a:pt x="9208981" y="70540"/>
                  </a:lnTo>
                  <a:lnTo>
                    <a:pt x="9267793" y="61815"/>
                  </a:lnTo>
                  <a:lnTo>
                    <a:pt x="9328261" y="53864"/>
                  </a:lnTo>
                  <a:lnTo>
                    <a:pt x="9347647" y="51532"/>
                  </a:lnTo>
                  <a:lnTo>
                    <a:pt x="9399571" y="45794"/>
                  </a:lnTo>
                  <a:lnTo>
                    <a:pt x="9453950" y="40555"/>
                  </a:lnTo>
                  <a:lnTo>
                    <a:pt x="9511470" y="35796"/>
                  </a:lnTo>
                  <a:lnTo>
                    <a:pt x="9572884" y="31483"/>
                  </a:lnTo>
                  <a:lnTo>
                    <a:pt x="9638973" y="27576"/>
                  </a:lnTo>
                  <a:lnTo>
                    <a:pt x="9710501" y="24032"/>
                  </a:lnTo>
                  <a:lnTo>
                    <a:pt x="9788165" y="20812"/>
                  </a:lnTo>
                  <a:lnTo>
                    <a:pt x="9872524" y="17880"/>
                  </a:lnTo>
                  <a:lnTo>
                    <a:pt x="9963909" y="15209"/>
                  </a:lnTo>
                  <a:lnTo>
                    <a:pt x="10062304" y="12775"/>
                  </a:lnTo>
                  <a:lnTo>
                    <a:pt x="10167203" y="10563"/>
                  </a:lnTo>
                  <a:lnTo>
                    <a:pt x="10277468" y="8566"/>
                  </a:lnTo>
                  <a:lnTo>
                    <a:pt x="10391198" y="6780"/>
                  </a:lnTo>
                  <a:lnTo>
                    <a:pt x="10505680" y="5209"/>
                  </a:lnTo>
                  <a:lnTo>
                    <a:pt x="10617452" y="3857"/>
                  </a:lnTo>
                  <a:lnTo>
                    <a:pt x="10722548" y="2727"/>
                  </a:lnTo>
                  <a:lnTo>
                    <a:pt x="10816929" y="1819"/>
                  </a:lnTo>
                  <a:lnTo>
                    <a:pt x="10897040" y="1125"/>
                  </a:lnTo>
                  <a:lnTo>
                    <a:pt x="10960409" y="628"/>
                  </a:lnTo>
                  <a:lnTo>
                    <a:pt x="11006113" y="303"/>
                  </a:lnTo>
                  <a:lnTo>
                    <a:pt x="11035020" y="115"/>
                  </a:lnTo>
                  <a:lnTo>
                    <a:pt x="11049761" y="27"/>
                  </a:lnTo>
                  <a:lnTo>
                    <a:pt x="11054540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1" name="pl1720"/>
            <p:cNvSpPr/>
            <p:nvPr/>
          </p:nvSpPr>
          <p:spPr>
            <a:xfrm>
              <a:off x="1199187" y="5738329"/>
              <a:ext cx="12049831" cy="309197"/>
            </a:xfrm>
            <a:custGeom>
              <a:avLst/>
              <a:pathLst>
                <a:path w="12049831" h="309197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5"/>
                  </a:lnTo>
                  <a:lnTo>
                    <a:pt x="11046261" y="47"/>
                  </a:lnTo>
                  <a:lnTo>
                    <a:pt x="11027268" y="164"/>
                  </a:lnTo>
                  <a:lnTo>
                    <a:pt x="10993063" y="392"/>
                  </a:lnTo>
                  <a:lnTo>
                    <a:pt x="10941575" y="771"/>
                  </a:lnTo>
                  <a:lnTo>
                    <a:pt x="10872533" y="1330"/>
                  </a:lnTo>
                  <a:lnTo>
                    <a:pt x="10787409" y="2092"/>
                  </a:lnTo>
                  <a:lnTo>
                    <a:pt x="10689089" y="3073"/>
                  </a:lnTo>
                  <a:lnTo>
                    <a:pt x="10581352" y="4276"/>
                  </a:lnTo>
                  <a:lnTo>
                    <a:pt x="10468273" y="5700"/>
                  </a:lnTo>
                  <a:lnTo>
                    <a:pt x="10353689" y="7342"/>
                  </a:lnTo>
                  <a:lnTo>
                    <a:pt x="10240836" y="9197"/>
                  </a:lnTo>
                  <a:lnTo>
                    <a:pt x="10132159" y="11264"/>
                  </a:lnTo>
                  <a:lnTo>
                    <a:pt x="10029300" y="13547"/>
                  </a:lnTo>
                  <a:lnTo>
                    <a:pt x="9933174" y="16057"/>
                  </a:lnTo>
                  <a:lnTo>
                    <a:pt x="9844109" y="18811"/>
                  </a:lnTo>
                  <a:lnTo>
                    <a:pt x="9761995" y="21834"/>
                  </a:lnTo>
                  <a:lnTo>
                    <a:pt x="9686412" y="25156"/>
                  </a:lnTo>
                  <a:lnTo>
                    <a:pt x="9616749" y="28815"/>
                  </a:lnTo>
                  <a:lnTo>
                    <a:pt x="9552278" y="32850"/>
                  </a:lnTo>
                  <a:lnTo>
                    <a:pt x="9492225" y="37305"/>
                  </a:lnTo>
                  <a:lnTo>
                    <a:pt x="9435815" y="42218"/>
                  </a:lnTo>
                  <a:lnTo>
                    <a:pt x="9382312" y="47620"/>
                  </a:lnTo>
                  <a:lnTo>
                    <a:pt x="9347647" y="51532"/>
                  </a:lnTo>
                  <a:lnTo>
                    <a:pt x="9286497" y="59245"/>
                  </a:lnTo>
                  <a:lnTo>
                    <a:pt x="9227245" y="67726"/>
                  </a:lnTo>
                  <a:lnTo>
                    <a:pt x="9169188" y="76988"/>
                  </a:lnTo>
                  <a:lnTo>
                    <a:pt x="9111811" y="87018"/>
                  </a:lnTo>
                  <a:lnTo>
                    <a:pt x="9054747" y="97773"/>
                  </a:lnTo>
                  <a:lnTo>
                    <a:pt x="8997755" y="109184"/>
                  </a:lnTo>
                  <a:lnTo>
                    <a:pt x="8940700" y="121149"/>
                  </a:lnTo>
                  <a:lnTo>
                    <a:pt x="8883531" y="133541"/>
                  </a:lnTo>
                  <a:lnTo>
                    <a:pt x="8826261" y="146210"/>
                  </a:lnTo>
                  <a:lnTo>
                    <a:pt x="8768945" y="158992"/>
                  </a:lnTo>
                  <a:lnTo>
                    <a:pt x="8711653" y="171714"/>
                  </a:lnTo>
                  <a:lnTo>
                    <a:pt x="8654449" y="184210"/>
                  </a:lnTo>
                  <a:lnTo>
                    <a:pt x="8597360" y="196323"/>
                  </a:lnTo>
                  <a:lnTo>
                    <a:pt x="8540359" y="207920"/>
                  </a:lnTo>
                  <a:lnTo>
                    <a:pt x="8483338" y="218889"/>
                  </a:lnTo>
                  <a:lnTo>
                    <a:pt x="8426092" y="229152"/>
                  </a:lnTo>
                  <a:lnTo>
                    <a:pt x="8368296" y="238656"/>
                  </a:lnTo>
                  <a:lnTo>
                    <a:pt x="8309483" y="247382"/>
                  </a:lnTo>
                  <a:lnTo>
                    <a:pt x="8249015" y="255332"/>
                  </a:lnTo>
                  <a:lnTo>
                    <a:pt x="8229629" y="257664"/>
                  </a:lnTo>
                  <a:lnTo>
                    <a:pt x="8177706" y="263402"/>
                  </a:lnTo>
                  <a:lnTo>
                    <a:pt x="8123327" y="268642"/>
                  </a:lnTo>
                  <a:lnTo>
                    <a:pt x="8065807" y="273400"/>
                  </a:lnTo>
                  <a:lnTo>
                    <a:pt x="8004392" y="277713"/>
                  </a:lnTo>
                  <a:lnTo>
                    <a:pt x="7938303" y="281620"/>
                  </a:lnTo>
                  <a:lnTo>
                    <a:pt x="7866775" y="285164"/>
                  </a:lnTo>
                  <a:lnTo>
                    <a:pt x="7789112" y="288384"/>
                  </a:lnTo>
                  <a:lnTo>
                    <a:pt x="7704753" y="291316"/>
                  </a:lnTo>
                  <a:lnTo>
                    <a:pt x="7613368" y="293988"/>
                  </a:lnTo>
                  <a:lnTo>
                    <a:pt x="7514973" y="296422"/>
                  </a:lnTo>
                  <a:lnTo>
                    <a:pt x="7410073" y="298633"/>
                  </a:lnTo>
                  <a:lnTo>
                    <a:pt x="7299809" y="300631"/>
                  </a:lnTo>
                  <a:lnTo>
                    <a:pt x="7186078" y="302416"/>
                  </a:lnTo>
                  <a:lnTo>
                    <a:pt x="7071597" y="303987"/>
                  </a:lnTo>
                  <a:lnTo>
                    <a:pt x="6959825" y="305340"/>
                  </a:lnTo>
                  <a:lnTo>
                    <a:pt x="6854728" y="306470"/>
                  </a:lnTo>
                  <a:lnTo>
                    <a:pt x="6760348" y="307378"/>
                  </a:lnTo>
                  <a:lnTo>
                    <a:pt x="6680237" y="308072"/>
                  </a:lnTo>
                  <a:lnTo>
                    <a:pt x="6616868" y="308568"/>
                  </a:lnTo>
                  <a:lnTo>
                    <a:pt x="6571163" y="308894"/>
                  </a:lnTo>
                  <a:lnTo>
                    <a:pt x="6542257" y="309081"/>
                  </a:lnTo>
                  <a:lnTo>
                    <a:pt x="6527516" y="309169"/>
                  </a:lnTo>
                  <a:lnTo>
                    <a:pt x="6522736" y="309195"/>
                  </a:lnTo>
                  <a:lnTo>
                    <a:pt x="6522385" y="309197"/>
                  </a:lnTo>
                  <a:lnTo>
                    <a:pt x="5527445" y="309197"/>
                  </a:lnTo>
                  <a:lnTo>
                    <a:pt x="5526310" y="309191"/>
                  </a:lnTo>
                  <a:lnTo>
                    <a:pt x="5518815" y="309149"/>
                  </a:lnTo>
                  <a:lnTo>
                    <a:pt x="5499822" y="309033"/>
                  </a:lnTo>
                  <a:lnTo>
                    <a:pt x="5465617" y="308804"/>
                  </a:lnTo>
                  <a:lnTo>
                    <a:pt x="5414129" y="308426"/>
                  </a:lnTo>
                  <a:lnTo>
                    <a:pt x="5345088" y="307867"/>
                  </a:lnTo>
                  <a:lnTo>
                    <a:pt x="5259963" y="307104"/>
                  </a:lnTo>
                  <a:lnTo>
                    <a:pt x="5161643" y="306124"/>
                  </a:lnTo>
                  <a:lnTo>
                    <a:pt x="5053906" y="304921"/>
                  </a:lnTo>
                  <a:lnTo>
                    <a:pt x="4940827" y="303496"/>
                  </a:lnTo>
                  <a:lnTo>
                    <a:pt x="4826244" y="301854"/>
                  </a:lnTo>
                  <a:lnTo>
                    <a:pt x="4713390" y="299999"/>
                  </a:lnTo>
                  <a:lnTo>
                    <a:pt x="4604714" y="297932"/>
                  </a:lnTo>
                  <a:lnTo>
                    <a:pt x="4501854" y="295649"/>
                  </a:lnTo>
                  <a:lnTo>
                    <a:pt x="4405728" y="293139"/>
                  </a:lnTo>
                  <a:lnTo>
                    <a:pt x="4316664" y="290385"/>
                  </a:lnTo>
                  <a:lnTo>
                    <a:pt x="4234549" y="287362"/>
                  </a:lnTo>
                  <a:lnTo>
                    <a:pt x="4158967" y="284040"/>
                  </a:lnTo>
                  <a:lnTo>
                    <a:pt x="4089303" y="280382"/>
                  </a:lnTo>
                  <a:lnTo>
                    <a:pt x="4024832" y="276346"/>
                  </a:lnTo>
                  <a:lnTo>
                    <a:pt x="3964779" y="271892"/>
                  </a:lnTo>
                  <a:lnTo>
                    <a:pt x="3908370" y="266978"/>
                  </a:lnTo>
                  <a:lnTo>
                    <a:pt x="3854866" y="261576"/>
                  </a:lnTo>
                  <a:lnTo>
                    <a:pt x="3820202" y="257664"/>
                  </a:lnTo>
                  <a:lnTo>
                    <a:pt x="3759051" y="249951"/>
                  </a:lnTo>
                  <a:lnTo>
                    <a:pt x="3699799" y="241470"/>
                  </a:lnTo>
                  <a:lnTo>
                    <a:pt x="3641742" y="232208"/>
                  </a:lnTo>
                  <a:lnTo>
                    <a:pt x="3584365" y="222179"/>
                  </a:lnTo>
                  <a:lnTo>
                    <a:pt x="3527301" y="211423"/>
                  </a:lnTo>
                  <a:lnTo>
                    <a:pt x="3470309" y="200013"/>
                  </a:lnTo>
                  <a:lnTo>
                    <a:pt x="3413254" y="188047"/>
                  </a:lnTo>
                  <a:lnTo>
                    <a:pt x="3356085" y="175655"/>
                  </a:lnTo>
                  <a:lnTo>
                    <a:pt x="3298815" y="162986"/>
                  </a:lnTo>
                  <a:lnTo>
                    <a:pt x="3241499" y="150205"/>
                  </a:lnTo>
                  <a:lnTo>
                    <a:pt x="3184208" y="137482"/>
                  </a:lnTo>
                  <a:lnTo>
                    <a:pt x="3127003" y="124987"/>
                  </a:lnTo>
                  <a:lnTo>
                    <a:pt x="3069915" y="112873"/>
                  </a:lnTo>
                  <a:lnTo>
                    <a:pt x="3012913" y="101277"/>
                  </a:lnTo>
                  <a:lnTo>
                    <a:pt x="2955892" y="90307"/>
                  </a:lnTo>
                  <a:lnTo>
                    <a:pt x="2898646" y="80045"/>
                  </a:lnTo>
                  <a:lnTo>
                    <a:pt x="2840850" y="70540"/>
                  </a:lnTo>
                  <a:lnTo>
                    <a:pt x="2782037" y="61815"/>
                  </a:lnTo>
                  <a:lnTo>
                    <a:pt x="2721569" y="53864"/>
                  </a:lnTo>
                  <a:lnTo>
                    <a:pt x="2702183" y="51532"/>
                  </a:lnTo>
                  <a:lnTo>
                    <a:pt x="2650260" y="45794"/>
                  </a:lnTo>
                  <a:lnTo>
                    <a:pt x="2595881" y="40555"/>
                  </a:lnTo>
                  <a:lnTo>
                    <a:pt x="2538361" y="35796"/>
                  </a:lnTo>
                  <a:lnTo>
                    <a:pt x="2476946" y="31483"/>
                  </a:lnTo>
                  <a:lnTo>
                    <a:pt x="2410857" y="27576"/>
                  </a:lnTo>
                  <a:lnTo>
                    <a:pt x="2339330" y="24032"/>
                  </a:lnTo>
                  <a:lnTo>
                    <a:pt x="2261666" y="20812"/>
                  </a:lnTo>
                  <a:lnTo>
                    <a:pt x="2177307" y="17880"/>
                  </a:lnTo>
                  <a:lnTo>
                    <a:pt x="2085922" y="15209"/>
                  </a:lnTo>
                  <a:lnTo>
                    <a:pt x="1987527" y="12775"/>
                  </a:lnTo>
                  <a:lnTo>
                    <a:pt x="1882627" y="10563"/>
                  </a:lnTo>
                  <a:lnTo>
                    <a:pt x="1772363" y="8566"/>
                  </a:lnTo>
                  <a:lnTo>
                    <a:pt x="1658632" y="6780"/>
                  </a:lnTo>
                  <a:lnTo>
                    <a:pt x="1544151" y="5209"/>
                  </a:lnTo>
                  <a:lnTo>
                    <a:pt x="1432379" y="3857"/>
                  </a:lnTo>
                  <a:lnTo>
                    <a:pt x="1327282" y="2727"/>
                  </a:lnTo>
                  <a:lnTo>
                    <a:pt x="1232902" y="1819"/>
                  </a:lnTo>
                  <a:lnTo>
                    <a:pt x="1152791" y="1125"/>
                  </a:lnTo>
                  <a:lnTo>
                    <a:pt x="1089422" y="628"/>
                  </a:lnTo>
                  <a:lnTo>
                    <a:pt x="1043717" y="303"/>
                  </a:lnTo>
                  <a:lnTo>
                    <a:pt x="1014811" y="115"/>
                  </a:lnTo>
                  <a:lnTo>
                    <a:pt x="1000070" y="27"/>
                  </a:lnTo>
                  <a:lnTo>
                    <a:pt x="995291" y="1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2" name="pg1721"/>
            <p:cNvSpPr/>
            <p:nvPr/>
          </p:nvSpPr>
          <p:spPr>
            <a:xfrm>
              <a:off x="1199187" y="3149456"/>
              <a:ext cx="12049831" cy="2557429"/>
            </a:xfrm>
            <a:custGeom>
              <a:avLst/>
              <a:pathLst>
                <a:path w="12049831" h="2557429">
                  <a:moveTo>
                    <a:pt x="0" y="2557429"/>
                  </a:moveTo>
                  <a:lnTo>
                    <a:pt x="994940" y="2557429"/>
                  </a:lnTo>
                  <a:lnTo>
                    <a:pt x="996073" y="2557417"/>
                  </a:lnTo>
                  <a:lnTo>
                    <a:pt x="1003553" y="2557334"/>
                  </a:lnTo>
                  <a:lnTo>
                    <a:pt x="1022510" y="2557104"/>
                  </a:lnTo>
                  <a:lnTo>
                    <a:pt x="1056654" y="2556651"/>
                  </a:lnTo>
                  <a:lnTo>
                    <a:pt x="1108055" y="2555903"/>
                  </a:lnTo>
                  <a:lnTo>
                    <a:pt x="1176988" y="2554797"/>
                  </a:lnTo>
                  <a:lnTo>
                    <a:pt x="1261992" y="2553287"/>
                  </a:lnTo>
                  <a:lnTo>
                    <a:pt x="1360190" y="2551347"/>
                  </a:lnTo>
                  <a:lnTo>
                    <a:pt x="1467813" y="2548965"/>
                  </a:lnTo>
                  <a:lnTo>
                    <a:pt x="1580796" y="2546144"/>
                  </a:lnTo>
                  <a:lnTo>
                    <a:pt x="1695304" y="2542894"/>
                  </a:lnTo>
                  <a:lnTo>
                    <a:pt x="1808107" y="2539221"/>
                  </a:lnTo>
                  <a:lnTo>
                    <a:pt x="1916753" y="2535128"/>
                  </a:lnTo>
                  <a:lnTo>
                    <a:pt x="2019601" y="2530607"/>
                  </a:lnTo>
                  <a:lnTo>
                    <a:pt x="2115731" y="2525638"/>
                  </a:lnTo>
                  <a:lnTo>
                    <a:pt x="2204809" y="2520185"/>
                  </a:lnTo>
                  <a:lnTo>
                    <a:pt x="2286944" y="2514201"/>
                  </a:lnTo>
                  <a:lnTo>
                    <a:pt x="2362548" y="2507624"/>
                  </a:lnTo>
                  <a:lnTo>
                    <a:pt x="2432234" y="2500383"/>
                  </a:lnTo>
                  <a:lnTo>
                    <a:pt x="2496725" y="2492396"/>
                  </a:lnTo>
                  <a:lnTo>
                    <a:pt x="2556792" y="2483580"/>
                  </a:lnTo>
                  <a:lnTo>
                    <a:pt x="2613211" y="2473857"/>
                  </a:lnTo>
                  <a:lnTo>
                    <a:pt x="2666717" y="2463167"/>
                  </a:lnTo>
                  <a:lnTo>
                    <a:pt x="2702183" y="2455237"/>
                  </a:lnTo>
                  <a:lnTo>
                    <a:pt x="2761967" y="2440307"/>
                  </a:lnTo>
                  <a:lnTo>
                    <a:pt x="2819921" y="2423922"/>
                  </a:lnTo>
                  <a:lnTo>
                    <a:pt x="2876707" y="2406059"/>
                  </a:lnTo>
                  <a:lnTo>
                    <a:pt x="2932817" y="2386738"/>
                  </a:lnTo>
                  <a:lnTo>
                    <a:pt x="2988601" y="2366033"/>
                  </a:lnTo>
                  <a:lnTo>
                    <a:pt x="3044296" y="2344069"/>
                  </a:lnTo>
                  <a:lnTo>
                    <a:pt x="3100039" y="2321025"/>
                  </a:lnTo>
                  <a:lnTo>
                    <a:pt x="3155888" y="2297131"/>
                  </a:lnTo>
                  <a:lnTo>
                    <a:pt x="3211839" y="2272658"/>
                  </a:lnTo>
                  <a:lnTo>
                    <a:pt x="3267848" y="2247907"/>
                  </a:lnTo>
                  <a:lnTo>
                    <a:pt x="3323848" y="2223194"/>
                  </a:lnTo>
                  <a:lnTo>
                    <a:pt x="3379778" y="2198832"/>
                  </a:lnTo>
                  <a:lnTo>
                    <a:pt x="3435600" y="2175117"/>
                  </a:lnTo>
                  <a:lnTo>
                    <a:pt x="3491324" y="2152310"/>
                  </a:lnTo>
                  <a:lnTo>
                    <a:pt x="3547024" y="2130631"/>
                  </a:lnTo>
                  <a:lnTo>
                    <a:pt x="3602860" y="2110245"/>
                  </a:lnTo>
                  <a:lnTo>
                    <a:pt x="3659094" y="2091267"/>
                  </a:lnTo>
                  <a:lnTo>
                    <a:pt x="3716107" y="2073755"/>
                  </a:lnTo>
                  <a:lnTo>
                    <a:pt x="3774429" y="2057719"/>
                  </a:lnTo>
                  <a:lnTo>
                    <a:pt x="3820202" y="2046467"/>
                  </a:lnTo>
                  <a:lnTo>
                    <a:pt x="3872090" y="2035096"/>
                  </a:lnTo>
                  <a:lnTo>
                    <a:pt x="3926430" y="2024711"/>
                  </a:lnTo>
                  <a:lnTo>
                    <a:pt x="3983906" y="2015279"/>
                  </a:lnTo>
                  <a:lnTo>
                    <a:pt x="4045269" y="2006731"/>
                  </a:lnTo>
                  <a:lnTo>
                    <a:pt x="4111299" y="1998986"/>
                  </a:lnTo>
                  <a:lnTo>
                    <a:pt x="4182758" y="1991960"/>
                  </a:lnTo>
                  <a:lnTo>
                    <a:pt x="4260341" y="1985575"/>
                  </a:lnTo>
                  <a:lnTo>
                    <a:pt x="4344610" y="1979763"/>
                  </a:lnTo>
                  <a:lnTo>
                    <a:pt x="4435894" y="1974465"/>
                  </a:lnTo>
                  <a:lnTo>
                    <a:pt x="4534180" y="1969639"/>
                  </a:lnTo>
                  <a:lnTo>
                    <a:pt x="4638967" y="1965253"/>
                  </a:lnTo>
                  <a:lnTo>
                    <a:pt x="4749124" y="1961292"/>
                  </a:lnTo>
                  <a:lnTo>
                    <a:pt x="4862760" y="1957750"/>
                  </a:lnTo>
                  <a:lnTo>
                    <a:pt x="4977173" y="1954633"/>
                  </a:lnTo>
                  <a:lnTo>
                    <a:pt x="5088915" y="1951948"/>
                  </a:lnTo>
                  <a:lnTo>
                    <a:pt x="5194032" y="1949705"/>
                  </a:lnTo>
                  <a:lnTo>
                    <a:pt x="5288488" y="1947900"/>
                  </a:lnTo>
                  <a:lnTo>
                    <a:pt x="5368729" y="1946521"/>
                  </a:lnTo>
                  <a:lnTo>
                    <a:pt x="5432271" y="1945532"/>
                  </a:lnTo>
                  <a:lnTo>
                    <a:pt x="5478173" y="1944883"/>
                  </a:lnTo>
                  <a:lnTo>
                    <a:pt x="5507275" y="1944507"/>
                  </a:lnTo>
                  <a:lnTo>
                    <a:pt x="5522183" y="1944332"/>
                  </a:lnTo>
                  <a:lnTo>
                    <a:pt x="5527070" y="1944279"/>
                  </a:lnTo>
                  <a:lnTo>
                    <a:pt x="5527445" y="1944275"/>
                  </a:lnTo>
                  <a:lnTo>
                    <a:pt x="6522385" y="1944275"/>
                  </a:lnTo>
                  <a:lnTo>
                    <a:pt x="6523493" y="1944239"/>
                  </a:lnTo>
                  <a:lnTo>
                    <a:pt x="6530804" y="1943982"/>
                  </a:lnTo>
                  <a:lnTo>
                    <a:pt x="6549345" y="1943272"/>
                  </a:lnTo>
                  <a:lnTo>
                    <a:pt x="6582768" y="1941874"/>
                  </a:lnTo>
                  <a:lnTo>
                    <a:pt x="6633141" y="1939561"/>
                  </a:lnTo>
                  <a:lnTo>
                    <a:pt x="6700797" y="1936143"/>
                  </a:lnTo>
                  <a:lnTo>
                    <a:pt x="6784376" y="1931474"/>
                  </a:lnTo>
                  <a:lnTo>
                    <a:pt x="6881128" y="1925467"/>
                  </a:lnTo>
                  <a:lnTo>
                    <a:pt x="6987406" y="1918088"/>
                  </a:lnTo>
                  <a:lnTo>
                    <a:pt x="7099241" y="1909341"/>
                  </a:lnTo>
                  <a:lnTo>
                    <a:pt x="7212856" y="1899252"/>
                  </a:lnTo>
                  <a:lnTo>
                    <a:pt x="7325037" y="1887848"/>
                  </a:lnTo>
                  <a:lnTo>
                    <a:pt x="7433320" y="1875138"/>
                  </a:lnTo>
                  <a:lnTo>
                    <a:pt x="7536025" y="1861099"/>
                  </a:lnTo>
                  <a:lnTo>
                    <a:pt x="7632185" y="1845672"/>
                  </a:lnTo>
                  <a:lnTo>
                    <a:pt x="7721418" y="1828757"/>
                  </a:lnTo>
                  <a:lnTo>
                    <a:pt x="7803782" y="1810208"/>
                  </a:lnTo>
                  <a:lnTo>
                    <a:pt x="7879651" y="1789843"/>
                  </a:lnTo>
                  <a:lnTo>
                    <a:pt x="7949601" y="1767443"/>
                  </a:lnTo>
                  <a:lnTo>
                    <a:pt x="8014325" y="1742761"/>
                  </a:lnTo>
                  <a:lnTo>
                    <a:pt x="8074575" y="1715540"/>
                  </a:lnTo>
                  <a:lnTo>
                    <a:pt x="8131110" y="1685531"/>
                  </a:lnTo>
                  <a:lnTo>
                    <a:pt x="8184656" y="1652536"/>
                  </a:lnTo>
                  <a:lnTo>
                    <a:pt x="8229629" y="1621102"/>
                  </a:lnTo>
                  <a:lnTo>
                    <a:pt x="8279669" y="1582012"/>
                  </a:lnTo>
                  <a:lnTo>
                    <a:pt x="8328350" y="1539732"/>
                  </a:lnTo>
                  <a:lnTo>
                    <a:pt x="8376082" y="1494201"/>
                  </a:lnTo>
                  <a:lnTo>
                    <a:pt x="8423190" y="1445421"/>
                  </a:lnTo>
                  <a:lnTo>
                    <a:pt x="8469920" y="1393470"/>
                  </a:lnTo>
                  <a:lnTo>
                    <a:pt x="8516460" y="1338505"/>
                  </a:lnTo>
                  <a:lnTo>
                    <a:pt x="8562941" y="1280765"/>
                  </a:lnTo>
                  <a:lnTo>
                    <a:pt x="8609445" y="1220575"/>
                  </a:lnTo>
                  <a:lnTo>
                    <a:pt x="8656017" y="1158334"/>
                  </a:lnTo>
                  <a:lnTo>
                    <a:pt x="8702667" y="1094515"/>
                  </a:lnTo>
                  <a:lnTo>
                    <a:pt x="8749380" y="1029642"/>
                  </a:lnTo>
                  <a:lnTo>
                    <a:pt x="8796126" y="964280"/>
                  </a:lnTo>
                  <a:lnTo>
                    <a:pt x="8842865" y="899012"/>
                  </a:lnTo>
                  <a:lnTo>
                    <a:pt x="8889561" y="834417"/>
                  </a:lnTo>
                  <a:lnTo>
                    <a:pt x="8936186" y="771048"/>
                  </a:lnTo>
                  <a:lnTo>
                    <a:pt x="8982734" y="709416"/>
                  </a:lnTo>
                  <a:lnTo>
                    <a:pt x="9029224" y="649970"/>
                  </a:lnTo>
                  <a:lnTo>
                    <a:pt x="9075712" y="593088"/>
                  </a:lnTo>
                  <a:lnTo>
                    <a:pt x="9122297" y="539066"/>
                  </a:lnTo>
                  <a:lnTo>
                    <a:pt x="9169125" y="488118"/>
                  </a:lnTo>
                  <a:lnTo>
                    <a:pt x="9216402" y="440374"/>
                  </a:lnTo>
                  <a:lnTo>
                    <a:pt x="9264399" y="395887"/>
                  </a:lnTo>
                  <a:lnTo>
                    <a:pt x="9313466" y="354639"/>
                  </a:lnTo>
                  <a:lnTo>
                    <a:pt x="9347647" y="328413"/>
                  </a:lnTo>
                  <a:lnTo>
                    <a:pt x="9399118" y="292722"/>
                  </a:lnTo>
                  <a:lnTo>
                    <a:pt x="9452997" y="260106"/>
                  </a:lnTo>
                  <a:lnTo>
                    <a:pt x="9509952" y="230455"/>
                  </a:lnTo>
                  <a:lnTo>
                    <a:pt x="9570715" y="203562"/>
                  </a:lnTo>
                  <a:lnTo>
                    <a:pt x="9636046" y="179177"/>
                  </a:lnTo>
                  <a:lnTo>
                    <a:pt x="9706694" y="157042"/>
                  </a:lnTo>
                  <a:lnTo>
                    <a:pt x="9783340" y="136913"/>
                  </a:lnTo>
                  <a:lnTo>
                    <a:pt x="9866541" y="118576"/>
                  </a:lnTo>
                  <a:lnTo>
                    <a:pt x="9956636" y="101852"/>
                  </a:lnTo>
                  <a:lnTo>
                    <a:pt x="10053639" y="86602"/>
                  </a:lnTo>
                  <a:lnTo>
                    <a:pt x="10157101" y="72730"/>
                  </a:lnTo>
                  <a:lnTo>
                    <a:pt x="10265974" y="60182"/>
                  </a:lnTo>
                  <a:lnTo>
                    <a:pt x="10378483" y="48940"/>
                  </a:lnTo>
                  <a:lnTo>
                    <a:pt x="10492066" y="39017"/>
                  </a:lnTo>
                  <a:lnTo>
                    <a:pt x="10603425" y="30438"/>
                  </a:lnTo>
                  <a:lnTo>
                    <a:pt x="10708737" y="23229"/>
                  </a:lnTo>
                  <a:lnTo>
                    <a:pt x="10804041" y="17390"/>
                  </a:lnTo>
                  <a:lnTo>
                    <a:pt x="10885772" y="12883"/>
                  </a:lnTo>
                  <a:lnTo>
                    <a:pt x="10951327" y="9610"/>
                  </a:lnTo>
                  <a:lnTo>
                    <a:pt x="10999546" y="7423"/>
                  </a:lnTo>
                  <a:lnTo>
                    <a:pt x="11030978" y="6122"/>
                  </a:lnTo>
                  <a:lnTo>
                    <a:pt x="11047898" y="5481"/>
                  </a:lnTo>
                  <a:lnTo>
                    <a:pt x="11054142" y="526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4" y="36"/>
                  </a:lnTo>
                  <a:lnTo>
                    <a:pt x="11046472" y="292"/>
                  </a:lnTo>
                  <a:lnTo>
                    <a:pt x="11027932" y="1002"/>
                  </a:lnTo>
                  <a:lnTo>
                    <a:pt x="10994509" y="2401"/>
                  </a:lnTo>
                  <a:lnTo>
                    <a:pt x="10944135" y="4713"/>
                  </a:lnTo>
                  <a:lnTo>
                    <a:pt x="10876480" y="8131"/>
                  </a:lnTo>
                  <a:lnTo>
                    <a:pt x="10792901" y="12800"/>
                  </a:lnTo>
                  <a:lnTo>
                    <a:pt x="10696149" y="18807"/>
                  </a:lnTo>
                  <a:lnTo>
                    <a:pt x="10589871" y="26186"/>
                  </a:lnTo>
                  <a:lnTo>
                    <a:pt x="10478036" y="34933"/>
                  </a:lnTo>
                  <a:lnTo>
                    <a:pt x="10364421" y="45022"/>
                  </a:lnTo>
                  <a:lnTo>
                    <a:pt x="10252240" y="56426"/>
                  </a:lnTo>
                  <a:lnTo>
                    <a:pt x="10143957" y="69136"/>
                  </a:lnTo>
                  <a:lnTo>
                    <a:pt x="10041251" y="83175"/>
                  </a:lnTo>
                  <a:lnTo>
                    <a:pt x="9945091" y="98602"/>
                  </a:lnTo>
                  <a:lnTo>
                    <a:pt x="9855859" y="115518"/>
                  </a:lnTo>
                  <a:lnTo>
                    <a:pt x="9773494" y="134066"/>
                  </a:lnTo>
                  <a:lnTo>
                    <a:pt x="9697625" y="154431"/>
                  </a:lnTo>
                  <a:lnTo>
                    <a:pt x="9627676" y="176831"/>
                  </a:lnTo>
                  <a:lnTo>
                    <a:pt x="9562951" y="201513"/>
                  </a:lnTo>
                  <a:lnTo>
                    <a:pt x="9502701" y="228734"/>
                  </a:lnTo>
                  <a:lnTo>
                    <a:pt x="9446167" y="258743"/>
                  </a:lnTo>
                  <a:lnTo>
                    <a:pt x="9392621" y="291738"/>
                  </a:lnTo>
                  <a:lnTo>
                    <a:pt x="9347647" y="323172"/>
                  </a:lnTo>
                  <a:lnTo>
                    <a:pt x="9297607" y="362262"/>
                  </a:lnTo>
                  <a:lnTo>
                    <a:pt x="9248926" y="404542"/>
                  </a:lnTo>
                  <a:lnTo>
                    <a:pt x="9201194" y="450073"/>
                  </a:lnTo>
                  <a:lnTo>
                    <a:pt x="9154087" y="498853"/>
                  </a:lnTo>
                  <a:lnTo>
                    <a:pt x="9107356" y="550804"/>
                  </a:lnTo>
                  <a:lnTo>
                    <a:pt x="9060816" y="605769"/>
                  </a:lnTo>
                  <a:lnTo>
                    <a:pt x="9014336" y="663509"/>
                  </a:lnTo>
                  <a:lnTo>
                    <a:pt x="8967831" y="723699"/>
                  </a:lnTo>
                  <a:lnTo>
                    <a:pt x="8921259" y="785940"/>
                  </a:lnTo>
                  <a:lnTo>
                    <a:pt x="8874610" y="849760"/>
                  </a:lnTo>
                  <a:lnTo>
                    <a:pt x="8827896" y="914632"/>
                  </a:lnTo>
                  <a:lnTo>
                    <a:pt x="8781151" y="979994"/>
                  </a:lnTo>
                  <a:lnTo>
                    <a:pt x="8734412" y="1045262"/>
                  </a:lnTo>
                  <a:lnTo>
                    <a:pt x="8687716" y="1109858"/>
                  </a:lnTo>
                  <a:lnTo>
                    <a:pt x="8641091" y="1173226"/>
                  </a:lnTo>
                  <a:lnTo>
                    <a:pt x="8594543" y="1234858"/>
                  </a:lnTo>
                  <a:lnTo>
                    <a:pt x="8548053" y="1294304"/>
                  </a:lnTo>
                  <a:lnTo>
                    <a:pt x="8501564" y="1351186"/>
                  </a:lnTo>
                  <a:lnTo>
                    <a:pt x="8454980" y="1405208"/>
                  </a:lnTo>
                  <a:lnTo>
                    <a:pt x="8408152" y="1456156"/>
                  </a:lnTo>
                  <a:lnTo>
                    <a:pt x="8360875" y="1503900"/>
                  </a:lnTo>
                  <a:lnTo>
                    <a:pt x="8312878" y="1548387"/>
                  </a:lnTo>
                  <a:lnTo>
                    <a:pt x="8263811" y="1589635"/>
                  </a:lnTo>
                  <a:lnTo>
                    <a:pt x="8229629" y="1615862"/>
                  </a:lnTo>
                  <a:lnTo>
                    <a:pt x="8178158" y="1651552"/>
                  </a:lnTo>
                  <a:lnTo>
                    <a:pt x="8124279" y="1684168"/>
                  </a:lnTo>
                  <a:lnTo>
                    <a:pt x="8067325" y="1713820"/>
                  </a:lnTo>
                  <a:lnTo>
                    <a:pt x="8006562" y="1740712"/>
                  </a:lnTo>
                  <a:lnTo>
                    <a:pt x="7941230" y="1765097"/>
                  </a:lnTo>
                  <a:lnTo>
                    <a:pt x="7870583" y="1787232"/>
                  </a:lnTo>
                  <a:lnTo>
                    <a:pt x="7793937" y="1807361"/>
                  </a:lnTo>
                  <a:lnTo>
                    <a:pt x="7710736" y="1825698"/>
                  </a:lnTo>
                  <a:lnTo>
                    <a:pt x="7620640" y="1842422"/>
                  </a:lnTo>
                  <a:lnTo>
                    <a:pt x="7523638" y="1857672"/>
                  </a:lnTo>
                  <a:lnTo>
                    <a:pt x="7420175" y="1871544"/>
                  </a:lnTo>
                  <a:lnTo>
                    <a:pt x="7311302" y="1884092"/>
                  </a:lnTo>
                  <a:lnTo>
                    <a:pt x="7198794" y="1895334"/>
                  </a:lnTo>
                  <a:lnTo>
                    <a:pt x="7085211" y="1905258"/>
                  </a:lnTo>
                  <a:lnTo>
                    <a:pt x="6973851" y="1913836"/>
                  </a:lnTo>
                  <a:lnTo>
                    <a:pt x="6868540" y="1921046"/>
                  </a:lnTo>
                  <a:lnTo>
                    <a:pt x="6773235" y="1926884"/>
                  </a:lnTo>
                  <a:lnTo>
                    <a:pt x="6691504" y="1931392"/>
                  </a:lnTo>
                  <a:lnTo>
                    <a:pt x="6625949" y="1934664"/>
                  </a:lnTo>
                  <a:lnTo>
                    <a:pt x="6577731" y="1936851"/>
                  </a:lnTo>
                  <a:lnTo>
                    <a:pt x="6546299" y="1938152"/>
                  </a:lnTo>
                  <a:lnTo>
                    <a:pt x="6529378" y="1938793"/>
                  </a:lnTo>
                  <a:lnTo>
                    <a:pt x="6523135" y="1939010"/>
                  </a:lnTo>
                  <a:lnTo>
                    <a:pt x="6522385" y="1939034"/>
                  </a:lnTo>
                  <a:lnTo>
                    <a:pt x="5527445" y="1939034"/>
                  </a:lnTo>
                  <a:lnTo>
                    <a:pt x="5526312" y="1939046"/>
                  </a:lnTo>
                  <a:lnTo>
                    <a:pt x="5518832" y="1939129"/>
                  </a:lnTo>
                  <a:lnTo>
                    <a:pt x="5499875" y="1939359"/>
                  </a:lnTo>
                  <a:lnTo>
                    <a:pt x="5465731" y="1939812"/>
                  </a:lnTo>
                  <a:lnTo>
                    <a:pt x="5414330" y="1940560"/>
                  </a:lnTo>
                  <a:lnTo>
                    <a:pt x="5345397" y="1941667"/>
                  </a:lnTo>
                  <a:lnTo>
                    <a:pt x="5260393" y="1943176"/>
                  </a:lnTo>
                  <a:lnTo>
                    <a:pt x="5162195" y="1945117"/>
                  </a:lnTo>
                  <a:lnTo>
                    <a:pt x="5054572" y="1947498"/>
                  </a:lnTo>
                  <a:lnTo>
                    <a:pt x="4941589" y="1950319"/>
                  </a:lnTo>
                  <a:lnTo>
                    <a:pt x="4827080" y="1953569"/>
                  </a:lnTo>
                  <a:lnTo>
                    <a:pt x="4714278" y="1957242"/>
                  </a:lnTo>
                  <a:lnTo>
                    <a:pt x="4605632" y="1961335"/>
                  </a:lnTo>
                  <a:lnTo>
                    <a:pt x="4502784" y="1965856"/>
                  </a:lnTo>
                  <a:lnTo>
                    <a:pt x="4406654" y="1970825"/>
                  </a:lnTo>
                  <a:lnTo>
                    <a:pt x="4317576" y="1976278"/>
                  </a:lnTo>
                  <a:lnTo>
                    <a:pt x="4235441" y="1982262"/>
                  </a:lnTo>
                  <a:lnTo>
                    <a:pt x="4159837" y="1988839"/>
                  </a:lnTo>
                  <a:lnTo>
                    <a:pt x="4090151" y="1996080"/>
                  </a:lnTo>
                  <a:lnTo>
                    <a:pt x="4025660" y="2004067"/>
                  </a:lnTo>
                  <a:lnTo>
                    <a:pt x="3965593" y="2012883"/>
                  </a:lnTo>
                  <a:lnTo>
                    <a:pt x="3909174" y="2022606"/>
                  </a:lnTo>
                  <a:lnTo>
                    <a:pt x="3855668" y="2033296"/>
                  </a:lnTo>
                  <a:lnTo>
                    <a:pt x="3820202" y="2041226"/>
                  </a:lnTo>
                  <a:lnTo>
                    <a:pt x="3760418" y="2056157"/>
                  </a:lnTo>
                  <a:lnTo>
                    <a:pt x="3702464" y="2072541"/>
                  </a:lnTo>
                  <a:lnTo>
                    <a:pt x="3645678" y="2090405"/>
                  </a:lnTo>
                  <a:lnTo>
                    <a:pt x="3589568" y="2109725"/>
                  </a:lnTo>
                  <a:lnTo>
                    <a:pt x="3533784" y="2130430"/>
                  </a:lnTo>
                  <a:lnTo>
                    <a:pt x="3478089" y="2152394"/>
                  </a:lnTo>
                  <a:lnTo>
                    <a:pt x="3422346" y="2175438"/>
                  </a:lnTo>
                  <a:lnTo>
                    <a:pt x="3366497" y="2199332"/>
                  </a:lnTo>
                  <a:lnTo>
                    <a:pt x="3310546" y="2223805"/>
                  </a:lnTo>
                  <a:lnTo>
                    <a:pt x="3254537" y="2248556"/>
                  </a:lnTo>
                  <a:lnTo>
                    <a:pt x="3198537" y="2273269"/>
                  </a:lnTo>
                  <a:lnTo>
                    <a:pt x="3142607" y="2297631"/>
                  </a:lnTo>
                  <a:lnTo>
                    <a:pt x="3086785" y="2321346"/>
                  </a:lnTo>
                  <a:lnTo>
                    <a:pt x="3031061" y="2344153"/>
                  </a:lnTo>
                  <a:lnTo>
                    <a:pt x="2975361" y="2365832"/>
                  </a:lnTo>
                  <a:lnTo>
                    <a:pt x="2919525" y="2386218"/>
                  </a:lnTo>
                  <a:lnTo>
                    <a:pt x="2863291" y="2405196"/>
                  </a:lnTo>
                  <a:lnTo>
                    <a:pt x="2806278" y="2422708"/>
                  </a:lnTo>
                  <a:lnTo>
                    <a:pt x="2747956" y="2438744"/>
                  </a:lnTo>
                  <a:lnTo>
                    <a:pt x="2702183" y="2449996"/>
                  </a:lnTo>
                  <a:lnTo>
                    <a:pt x="2650295" y="2461367"/>
                  </a:lnTo>
                  <a:lnTo>
                    <a:pt x="2595955" y="2471752"/>
                  </a:lnTo>
                  <a:lnTo>
                    <a:pt x="2538479" y="2481184"/>
                  </a:lnTo>
                  <a:lnTo>
                    <a:pt x="2477116" y="2489732"/>
                  </a:lnTo>
                  <a:lnTo>
                    <a:pt x="2411086" y="2497478"/>
                  </a:lnTo>
                  <a:lnTo>
                    <a:pt x="2339627" y="2504503"/>
                  </a:lnTo>
                  <a:lnTo>
                    <a:pt x="2262044" y="2510888"/>
                  </a:lnTo>
                  <a:lnTo>
                    <a:pt x="2177775" y="2516700"/>
                  </a:lnTo>
                  <a:lnTo>
                    <a:pt x="2086491" y="2521998"/>
                  </a:lnTo>
                  <a:lnTo>
                    <a:pt x="1988205" y="2526824"/>
                  </a:lnTo>
                  <a:lnTo>
                    <a:pt x="1883418" y="2531210"/>
                  </a:lnTo>
                  <a:lnTo>
                    <a:pt x="1773261" y="2535171"/>
                  </a:lnTo>
                  <a:lnTo>
                    <a:pt x="1659625" y="2538713"/>
                  </a:lnTo>
                  <a:lnTo>
                    <a:pt x="1545212" y="2541830"/>
                  </a:lnTo>
                  <a:lnTo>
                    <a:pt x="1433470" y="2544515"/>
                  </a:lnTo>
                  <a:lnTo>
                    <a:pt x="1328353" y="2546758"/>
                  </a:lnTo>
                  <a:lnTo>
                    <a:pt x="1233897" y="2548563"/>
                  </a:lnTo>
                  <a:lnTo>
                    <a:pt x="1153656" y="2549942"/>
                  </a:lnTo>
                  <a:lnTo>
                    <a:pt x="1090114" y="2550931"/>
                  </a:lnTo>
                  <a:lnTo>
                    <a:pt x="1044212" y="2551580"/>
                  </a:lnTo>
                  <a:lnTo>
                    <a:pt x="1015110" y="2551956"/>
                  </a:lnTo>
                  <a:lnTo>
                    <a:pt x="1000202" y="2552132"/>
                  </a:lnTo>
                  <a:lnTo>
                    <a:pt x="995315" y="2552185"/>
                  </a:lnTo>
                  <a:lnTo>
                    <a:pt x="994940" y="2552188"/>
                  </a:lnTo>
                  <a:lnTo>
                    <a:pt x="0" y="2552188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23" name="pl1722"/>
            <p:cNvSpPr/>
            <p:nvPr/>
          </p:nvSpPr>
          <p:spPr>
            <a:xfrm>
              <a:off x="1199187" y="3154697"/>
              <a:ext cx="12049831" cy="2552188"/>
            </a:xfrm>
            <a:custGeom>
              <a:avLst/>
              <a:pathLst>
                <a:path w="12049831" h="2552188">
                  <a:moveTo>
                    <a:pt x="0" y="2552188"/>
                  </a:moveTo>
                  <a:lnTo>
                    <a:pt x="994940" y="2552188"/>
                  </a:lnTo>
                  <a:lnTo>
                    <a:pt x="996073" y="2552177"/>
                  </a:lnTo>
                  <a:lnTo>
                    <a:pt x="1003553" y="2552093"/>
                  </a:lnTo>
                  <a:lnTo>
                    <a:pt x="1022510" y="2551864"/>
                  </a:lnTo>
                  <a:lnTo>
                    <a:pt x="1056654" y="2551411"/>
                  </a:lnTo>
                  <a:lnTo>
                    <a:pt x="1108055" y="2550662"/>
                  </a:lnTo>
                  <a:lnTo>
                    <a:pt x="1176988" y="2549556"/>
                  </a:lnTo>
                  <a:lnTo>
                    <a:pt x="1261992" y="2548046"/>
                  </a:lnTo>
                  <a:lnTo>
                    <a:pt x="1360190" y="2546106"/>
                  </a:lnTo>
                  <a:lnTo>
                    <a:pt x="1467813" y="2543724"/>
                  </a:lnTo>
                  <a:lnTo>
                    <a:pt x="1580796" y="2540904"/>
                  </a:lnTo>
                  <a:lnTo>
                    <a:pt x="1695304" y="2537653"/>
                  </a:lnTo>
                  <a:lnTo>
                    <a:pt x="1808107" y="2533980"/>
                  </a:lnTo>
                  <a:lnTo>
                    <a:pt x="1916753" y="2529888"/>
                  </a:lnTo>
                  <a:lnTo>
                    <a:pt x="2019601" y="2525367"/>
                  </a:lnTo>
                  <a:lnTo>
                    <a:pt x="2115731" y="2520397"/>
                  </a:lnTo>
                  <a:lnTo>
                    <a:pt x="2204809" y="2514944"/>
                  </a:lnTo>
                  <a:lnTo>
                    <a:pt x="2286944" y="2508960"/>
                  </a:lnTo>
                  <a:lnTo>
                    <a:pt x="2362548" y="2502384"/>
                  </a:lnTo>
                  <a:lnTo>
                    <a:pt x="2432234" y="2495142"/>
                  </a:lnTo>
                  <a:lnTo>
                    <a:pt x="2496725" y="2487156"/>
                  </a:lnTo>
                  <a:lnTo>
                    <a:pt x="2556792" y="2478340"/>
                  </a:lnTo>
                  <a:lnTo>
                    <a:pt x="2613211" y="2468617"/>
                  </a:lnTo>
                  <a:lnTo>
                    <a:pt x="2666717" y="2457926"/>
                  </a:lnTo>
                  <a:lnTo>
                    <a:pt x="2702183" y="2449996"/>
                  </a:lnTo>
                  <a:lnTo>
                    <a:pt x="2761967" y="2435066"/>
                  </a:lnTo>
                  <a:lnTo>
                    <a:pt x="2819921" y="2418681"/>
                  </a:lnTo>
                  <a:lnTo>
                    <a:pt x="2876707" y="2400818"/>
                  </a:lnTo>
                  <a:lnTo>
                    <a:pt x="2932817" y="2381498"/>
                  </a:lnTo>
                  <a:lnTo>
                    <a:pt x="2988601" y="2360793"/>
                  </a:lnTo>
                  <a:lnTo>
                    <a:pt x="3044296" y="2338828"/>
                  </a:lnTo>
                  <a:lnTo>
                    <a:pt x="3100039" y="2315785"/>
                  </a:lnTo>
                  <a:lnTo>
                    <a:pt x="3155888" y="2291890"/>
                  </a:lnTo>
                  <a:lnTo>
                    <a:pt x="3211839" y="2267417"/>
                  </a:lnTo>
                  <a:lnTo>
                    <a:pt x="3267848" y="2242666"/>
                  </a:lnTo>
                  <a:lnTo>
                    <a:pt x="3323848" y="2217953"/>
                  </a:lnTo>
                  <a:lnTo>
                    <a:pt x="3379778" y="2193591"/>
                  </a:lnTo>
                  <a:lnTo>
                    <a:pt x="3435600" y="2169876"/>
                  </a:lnTo>
                  <a:lnTo>
                    <a:pt x="3491324" y="2147069"/>
                  </a:lnTo>
                  <a:lnTo>
                    <a:pt x="3547024" y="2125390"/>
                  </a:lnTo>
                  <a:lnTo>
                    <a:pt x="3602860" y="2105005"/>
                  </a:lnTo>
                  <a:lnTo>
                    <a:pt x="3659094" y="2086026"/>
                  </a:lnTo>
                  <a:lnTo>
                    <a:pt x="3716107" y="2068514"/>
                  </a:lnTo>
                  <a:lnTo>
                    <a:pt x="3774429" y="2052479"/>
                  </a:lnTo>
                  <a:lnTo>
                    <a:pt x="3820202" y="2041226"/>
                  </a:lnTo>
                  <a:lnTo>
                    <a:pt x="3872090" y="2029855"/>
                  </a:lnTo>
                  <a:lnTo>
                    <a:pt x="3926430" y="2019471"/>
                  </a:lnTo>
                  <a:lnTo>
                    <a:pt x="3983906" y="2010038"/>
                  </a:lnTo>
                  <a:lnTo>
                    <a:pt x="4045269" y="2001490"/>
                  </a:lnTo>
                  <a:lnTo>
                    <a:pt x="4111299" y="1993745"/>
                  </a:lnTo>
                  <a:lnTo>
                    <a:pt x="4182758" y="1986719"/>
                  </a:lnTo>
                  <a:lnTo>
                    <a:pt x="4260341" y="1980335"/>
                  </a:lnTo>
                  <a:lnTo>
                    <a:pt x="4344610" y="1974522"/>
                  </a:lnTo>
                  <a:lnTo>
                    <a:pt x="4435894" y="1969225"/>
                  </a:lnTo>
                  <a:lnTo>
                    <a:pt x="4534180" y="1964398"/>
                  </a:lnTo>
                  <a:lnTo>
                    <a:pt x="4638967" y="1960013"/>
                  </a:lnTo>
                  <a:lnTo>
                    <a:pt x="4749124" y="1956051"/>
                  </a:lnTo>
                  <a:lnTo>
                    <a:pt x="4862760" y="1952510"/>
                  </a:lnTo>
                  <a:lnTo>
                    <a:pt x="4977173" y="1949392"/>
                  </a:lnTo>
                  <a:lnTo>
                    <a:pt x="5088915" y="1946708"/>
                  </a:lnTo>
                  <a:lnTo>
                    <a:pt x="5194032" y="1944464"/>
                  </a:lnTo>
                  <a:lnTo>
                    <a:pt x="5288488" y="1942660"/>
                  </a:lnTo>
                  <a:lnTo>
                    <a:pt x="5368729" y="1941280"/>
                  </a:lnTo>
                  <a:lnTo>
                    <a:pt x="5432271" y="1940291"/>
                  </a:lnTo>
                  <a:lnTo>
                    <a:pt x="5478173" y="1939642"/>
                  </a:lnTo>
                  <a:lnTo>
                    <a:pt x="5507275" y="1939267"/>
                  </a:lnTo>
                  <a:lnTo>
                    <a:pt x="5522183" y="1939091"/>
                  </a:lnTo>
                  <a:lnTo>
                    <a:pt x="5527070" y="1939038"/>
                  </a:lnTo>
                  <a:lnTo>
                    <a:pt x="5527445" y="1939034"/>
                  </a:lnTo>
                  <a:lnTo>
                    <a:pt x="6522385" y="1939034"/>
                  </a:lnTo>
                  <a:lnTo>
                    <a:pt x="6523493" y="1938998"/>
                  </a:lnTo>
                  <a:lnTo>
                    <a:pt x="6530804" y="1938741"/>
                  </a:lnTo>
                  <a:lnTo>
                    <a:pt x="6549345" y="1938032"/>
                  </a:lnTo>
                  <a:lnTo>
                    <a:pt x="6582768" y="1936633"/>
                  </a:lnTo>
                  <a:lnTo>
                    <a:pt x="6633141" y="1934321"/>
                  </a:lnTo>
                  <a:lnTo>
                    <a:pt x="6700797" y="1930902"/>
                  </a:lnTo>
                  <a:lnTo>
                    <a:pt x="6784376" y="1926234"/>
                  </a:lnTo>
                  <a:lnTo>
                    <a:pt x="6881128" y="1920227"/>
                  </a:lnTo>
                  <a:lnTo>
                    <a:pt x="6987406" y="1912847"/>
                  </a:lnTo>
                  <a:lnTo>
                    <a:pt x="7099241" y="1904100"/>
                  </a:lnTo>
                  <a:lnTo>
                    <a:pt x="7212856" y="1894012"/>
                  </a:lnTo>
                  <a:lnTo>
                    <a:pt x="7325037" y="1882608"/>
                  </a:lnTo>
                  <a:lnTo>
                    <a:pt x="7433320" y="1869897"/>
                  </a:lnTo>
                  <a:lnTo>
                    <a:pt x="7536025" y="1855858"/>
                  </a:lnTo>
                  <a:lnTo>
                    <a:pt x="7632185" y="1840432"/>
                  </a:lnTo>
                  <a:lnTo>
                    <a:pt x="7721418" y="1823516"/>
                  </a:lnTo>
                  <a:lnTo>
                    <a:pt x="7803782" y="1804967"/>
                  </a:lnTo>
                  <a:lnTo>
                    <a:pt x="7879651" y="1784603"/>
                  </a:lnTo>
                  <a:lnTo>
                    <a:pt x="7949601" y="1762202"/>
                  </a:lnTo>
                  <a:lnTo>
                    <a:pt x="8014325" y="1737521"/>
                  </a:lnTo>
                  <a:lnTo>
                    <a:pt x="8074575" y="1710299"/>
                  </a:lnTo>
                  <a:lnTo>
                    <a:pt x="8131110" y="1680290"/>
                  </a:lnTo>
                  <a:lnTo>
                    <a:pt x="8184656" y="1647296"/>
                  </a:lnTo>
                  <a:lnTo>
                    <a:pt x="8229629" y="1615862"/>
                  </a:lnTo>
                  <a:lnTo>
                    <a:pt x="8279669" y="1576771"/>
                  </a:lnTo>
                  <a:lnTo>
                    <a:pt x="8328350" y="1534492"/>
                  </a:lnTo>
                  <a:lnTo>
                    <a:pt x="8376082" y="1488960"/>
                  </a:lnTo>
                  <a:lnTo>
                    <a:pt x="8423190" y="1440181"/>
                  </a:lnTo>
                  <a:lnTo>
                    <a:pt x="8469920" y="1388230"/>
                  </a:lnTo>
                  <a:lnTo>
                    <a:pt x="8516460" y="1333264"/>
                  </a:lnTo>
                  <a:lnTo>
                    <a:pt x="8562941" y="1275525"/>
                  </a:lnTo>
                  <a:lnTo>
                    <a:pt x="8609445" y="1215334"/>
                  </a:lnTo>
                  <a:lnTo>
                    <a:pt x="8656017" y="1153094"/>
                  </a:lnTo>
                  <a:lnTo>
                    <a:pt x="8702667" y="1089274"/>
                  </a:lnTo>
                  <a:lnTo>
                    <a:pt x="8749380" y="1024401"/>
                  </a:lnTo>
                  <a:lnTo>
                    <a:pt x="8796126" y="959040"/>
                  </a:lnTo>
                  <a:lnTo>
                    <a:pt x="8842865" y="893772"/>
                  </a:lnTo>
                  <a:lnTo>
                    <a:pt x="8889561" y="829176"/>
                  </a:lnTo>
                  <a:lnTo>
                    <a:pt x="8936186" y="765807"/>
                  </a:lnTo>
                  <a:lnTo>
                    <a:pt x="8982734" y="704175"/>
                  </a:lnTo>
                  <a:lnTo>
                    <a:pt x="9029224" y="644730"/>
                  </a:lnTo>
                  <a:lnTo>
                    <a:pt x="9075712" y="587848"/>
                  </a:lnTo>
                  <a:lnTo>
                    <a:pt x="9122297" y="533826"/>
                  </a:lnTo>
                  <a:lnTo>
                    <a:pt x="9169125" y="482877"/>
                  </a:lnTo>
                  <a:lnTo>
                    <a:pt x="9216402" y="435133"/>
                  </a:lnTo>
                  <a:lnTo>
                    <a:pt x="9264399" y="390647"/>
                  </a:lnTo>
                  <a:lnTo>
                    <a:pt x="9313466" y="349398"/>
                  </a:lnTo>
                  <a:lnTo>
                    <a:pt x="9347647" y="323172"/>
                  </a:lnTo>
                  <a:lnTo>
                    <a:pt x="9399118" y="287482"/>
                  </a:lnTo>
                  <a:lnTo>
                    <a:pt x="9452997" y="254865"/>
                  </a:lnTo>
                  <a:lnTo>
                    <a:pt x="9509952" y="225214"/>
                  </a:lnTo>
                  <a:lnTo>
                    <a:pt x="9570715" y="198321"/>
                  </a:lnTo>
                  <a:lnTo>
                    <a:pt x="9636046" y="173936"/>
                  </a:lnTo>
                  <a:lnTo>
                    <a:pt x="9706694" y="151801"/>
                  </a:lnTo>
                  <a:lnTo>
                    <a:pt x="9783340" y="131673"/>
                  </a:lnTo>
                  <a:lnTo>
                    <a:pt x="9866541" y="113336"/>
                  </a:lnTo>
                  <a:lnTo>
                    <a:pt x="9956636" y="96612"/>
                  </a:lnTo>
                  <a:lnTo>
                    <a:pt x="10053639" y="81362"/>
                  </a:lnTo>
                  <a:lnTo>
                    <a:pt x="10157101" y="67490"/>
                  </a:lnTo>
                  <a:lnTo>
                    <a:pt x="10265974" y="54942"/>
                  </a:lnTo>
                  <a:lnTo>
                    <a:pt x="10378483" y="43700"/>
                  </a:lnTo>
                  <a:lnTo>
                    <a:pt x="10492066" y="33776"/>
                  </a:lnTo>
                  <a:lnTo>
                    <a:pt x="10603425" y="25197"/>
                  </a:lnTo>
                  <a:lnTo>
                    <a:pt x="10708737" y="17988"/>
                  </a:lnTo>
                  <a:lnTo>
                    <a:pt x="10804041" y="12150"/>
                  </a:lnTo>
                  <a:lnTo>
                    <a:pt x="10885772" y="7642"/>
                  </a:lnTo>
                  <a:lnTo>
                    <a:pt x="10951327" y="4370"/>
                  </a:lnTo>
                  <a:lnTo>
                    <a:pt x="10999546" y="2182"/>
                  </a:lnTo>
                  <a:lnTo>
                    <a:pt x="11030978" y="881"/>
                  </a:lnTo>
                  <a:lnTo>
                    <a:pt x="11047898" y="241"/>
                  </a:lnTo>
                  <a:lnTo>
                    <a:pt x="11054142" y="2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4" name="pl1723"/>
            <p:cNvSpPr/>
            <p:nvPr/>
          </p:nvSpPr>
          <p:spPr>
            <a:xfrm>
              <a:off x="1199187" y="3149456"/>
              <a:ext cx="12049831" cy="2552188"/>
            </a:xfrm>
            <a:custGeom>
              <a:avLst/>
              <a:pathLst>
                <a:path w="12049831" h="2552188">
                  <a:moveTo>
                    <a:pt x="12049831" y="0"/>
                  </a:moveTo>
                  <a:lnTo>
                    <a:pt x="11054891" y="0"/>
                  </a:lnTo>
                  <a:lnTo>
                    <a:pt x="11053784" y="36"/>
                  </a:lnTo>
                  <a:lnTo>
                    <a:pt x="11046472" y="292"/>
                  </a:lnTo>
                  <a:lnTo>
                    <a:pt x="11027932" y="1002"/>
                  </a:lnTo>
                  <a:lnTo>
                    <a:pt x="10994509" y="2401"/>
                  </a:lnTo>
                  <a:lnTo>
                    <a:pt x="10944135" y="4713"/>
                  </a:lnTo>
                  <a:lnTo>
                    <a:pt x="10876480" y="8131"/>
                  </a:lnTo>
                  <a:lnTo>
                    <a:pt x="10792901" y="12800"/>
                  </a:lnTo>
                  <a:lnTo>
                    <a:pt x="10696149" y="18807"/>
                  </a:lnTo>
                  <a:lnTo>
                    <a:pt x="10589871" y="26186"/>
                  </a:lnTo>
                  <a:lnTo>
                    <a:pt x="10478036" y="34933"/>
                  </a:lnTo>
                  <a:lnTo>
                    <a:pt x="10364421" y="45022"/>
                  </a:lnTo>
                  <a:lnTo>
                    <a:pt x="10252240" y="56426"/>
                  </a:lnTo>
                  <a:lnTo>
                    <a:pt x="10143957" y="69136"/>
                  </a:lnTo>
                  <a:lnTo>
                    <a:pt x="10041251" y="83175"/>
                  </a:lnTo>
                  <a:lnTo>
                    <a:pt x="9945091" y="98602"/>
                  </a:lnTo>
                  <a:lnTo>
                    <a:pt x="9855859" y="115518"/>
                  </a:lnTo>
                  <a:lnTo>
                    <a:pt x="9773494" y="134066"/>
                  </a:lnTo>
                  <a:lnTo>
                    <a:pt x="9697625" y="154431"/>
                  </a:lnTo>
                  <a:lnTo>
                    <a:pt x="9627676" y="176831"/>
                  </a:lnTo>
                  <a:lnTo>
                    <a:pt x="9562951" y="201513"/>
                  </a:lnTo>
                  <a:lnTo>
                    <a:pt x="9502701" y="228734"/>
                  </a:lnTo>
                  <a:lnTo>
                    <a:pt x="9446167" y="258743"/>
                  </a:lnTo>
                  <a:lnTo>
                    <a:pt x="9392621" y="291738"/>
                  </a:lnTo>
                  <a:lnTo>
                    <a:pt x="9347647" y="323172"/>
                  </a:lnTo>
                  <a:lnTo>
                    <a:pt x="9297607" y="362262"/>
                  </a:lnTo>
                  <a:lnTo>
                    <a:pt x="9248926" y="404542"/>
                  </a:lnTo>
                  <a:lnTo>
                    <a:pt x="9201194" y="450073"/>
                  </a:lnTo>
                  <a:lnTo>
                    <a:pt x="9154087" y="498853"/>
                  </a:lnTo>
                  <a:lnTo>
                    <a:pt x="9107356" y="550804"/>
                  </a:lnTo>
                  <a:lnTo>
                    <a:pt x="9060816" y="605769"/>
                  </a:lnTo>
                  <a:lnTo>
                    <a:pt x="9014336" y="663509"/>
                  </a:lnTo>
                  <a:lnTo>
                    <a:pt x="8967831" y="723699"/>
                  </a:lnTo>
                  <a:lnTo>
                    <a:pt x="8921259" y="785940"/>
                  </a:lnTo>
                  <a:lnTo>
                    <a:pt x="8874610" y="849760"/>
                  </a:lnTo>
                  <a:lnTo>
                    <a:pt x="8827896" y="914632"/>
                  </a:lnTo>
                  <a:lnTo>
                    <a:pt x="8781151" y="979994"/>
                  </a:lnTo>
                  <a:lnTo>
                    <a:pt x="8734412" y="1045262"/>
                  </a:lnTo>
                  <a:lnTo>
                    <a:pt x="8687716" y="1109858"/>
                  </a:lnTo>
                  <a:lnTo>
                    <a:pt x="8641091" y="1173226"/>
                  </a:lnTo>
                  <a:lnTo>
                    <a:pt x="8594543" y="1234858"/>
                  </a:lnTo>
                  <a:lnTo>
                    <a:pt x="8548053" y="1294304"/>
                  </a:lnTo>
                  <a:lnTo>
                    <a:pt x="8501564" y="1351186"/>
                  </a:lnTo>
                  <a:lnTo>
                    <a:pt x="8454980" y="1405208"/>
                  </a:lnTo>
                  <a:lnTo>
                    <a:pt x="8408152" y="1456156"/>
                  </a:lnTo>
                  <a:lnTo>
                    <a:pt x="8360875" y="1503900"/>
                  </a:lnTo>
                  <a:lnTo>
                    <a:pt x="8312878" y="1548387"/>
                  </a:lnTo>
                  <a:lnTo>
                    <a:pt x="8263811" y="1589635"/>
                  </a:lnTo>
                  <a:lnTo>
                    <a:pt x="8229629" y="1615862"/>
                  </a:lnTo>
                  <a:lnTo>
                    <a:pt x="8178158" y="1651552"/>
                  </a:lnTo>
                  <a:lnTo>
                    <a:pt x="8124279" y="1684168"/>
                  </a:lnTo>
                  <a:lnTo>
                    <a:pt x="8067325" y="1713820"/>
                  </a:lnTo>
                  <a:lnTo>
                    <a:pt x="8006562" y="1740712"/>
                  </a:lnTo>
                  <a:lnTo>
                    <a:pt x="7941230" y="1765097"/>
                  </a:lnTo>
                  <a:lnTo>
                    <a:pt x="7870583" y="1787232"/>
                  </a:lnTo>
                  <a:lnTo>
                    <a:pt x="7793937" y="1807361"/>
                  </a:lnTo>
                  <a:lnTo>
                    <a:pt x="7710736" y="1825698"/>
                  </a:lnTo>
                  <a:lnTo>
                    <a:pt x="7620640" y="1842422"/>
                  </a:lnTo>
                  <a:lnTo>
                    <a:pt x="7523638" y="1857672"/>
                  </a:lnTo>
                  <a:lnTo>
                    <a:pt x="7420175" y="1871544"/>
                  </a:lnTo>
                  <a:lnTo>
                    <a:pt x="7311302" y="1884092"/>
                  </a:lnTo>
                  <a:lnTo>
                    <a:pt x="7198794" y="1895334"/>
                  </a:lnTo>
                  <a:lnTo>
                    <a:pt x="7085211" y="1905258"/>
                  </a:lnTo>
                  <a:lnTo>
                    <a:pt x="6973851" y="1913836"/>
                  </a:lnTo>
                  <a:lnTo>
                    <a:pt x="6868540" y="1921046"/>
                  </a:lnTo>
                  <a:lnTo>
                    <a:pt x="6773235" y="1926884"/>
                  </a:lnTo>
                  <a:lnTo>
                    <a:pt x="6691504" y="1931392"/>
                  </a:lnTo>
                  <a:lnTo>
                    <a:pt x="6625949" y="1934664"/>
                  </a:lnTo>
                  <a:lnTo>
                    <a:pt x="6577731" y="1936851"/>
                  </a:lnTo>
                  <a:lnTo>
                    <a:pt x="6546299" y="1938152"/>
                  </a:lnTo>
                  <a:lnTo>
                    <a:pt x="6529378" y="1938793"/>
                  </a:lnTo>
                  <a:lnTo>
                    <a:pt x="6523135" y="1939010"/>
                  </a:lnTo>
                  <a:lnTo>
                    <a:pt x="6522385" y="1939034"/>
                  </a:lnTo>
                  <a:lnTo>
                    <a:pt x="5527445" y="1939034"/>
                  </a:lnTo>
                  <a:lnTo>
                    <a:pt x="5526312" y="1939046"/>
                  </a:lnTo>
                  <a:lnTo>
                    <a:pt x="5518832" y="1939129"/>
                  </a:lnTo>
                  <a:lnTo>
                    <a:pt x="5499875" y="1939359"/>
                  </a:lnTo>
                  <a:lnTo>
                    <a:pt x="5465731" y="1939812"/>
                  </a:lnTo>
                  <a:lnTo>
                    <a:pt x="5414330" y="1940560"/>
                  </a:lnTo>
                  <a:lnTo>
                    <a:pt x="5345397" y="1941667"/>
                  </a:lnTo>
                  <a:lnTo>
                    <a:pt x="5260393" y="1943176"/>
                  </a:lnTo>
                  <a:lnTo>
                    <a:pt x="5162195" y="1945117"/>
                  </a:lnTo>
                  <a:lnTo>
                    <a:pt x="5054572" y="1947498"/>
                  </a:lnTo>
                  <a:lnTo>
                    <a:pt x="4941589" y="1950319"/>
                  </a:lnTo>
                  <a:lnTo>
                    <a:pt x="4827080" y="1953569"/>
                  </a:lnTo>
                  <a:lnTo>
                    <a:pt x="4714278" y="1957242"/>
                  </a:lnTo>
                  <a:lnTo>
                    <a:pt x="4605632" y="1961335"/>
                  </a:lnTo>
                  <a:lnTo>
                    <a:pt x="4502784" y="1965856"/>
                  </a:lnTo>
                  <a:lnTo>
                    <a:pt x="4406654" y="1970825"/>
                  </a:lnTo>
                  <a:lnTo>
                    <a:pt x="4317576" y="1976278"/>
                  </a:lnTo>
                  <a:lnTo>
                    <a:pt x="4235441" y="1982262"/>
                  </a:lnTo>
                  <a:lnTo>
                    <a:pt x="4159837" y="1988839"/>
                  </a:lnTo>
                  <a:lnTo>
                    <a:pt x="4090151" y="1996080"/>
                  </a:lnTo>
                  <a:lnTo>
                    <a:pt x="4025660" y="2004067"/>
                  </a:lnTo>
                  <a:lnTo>
                    <a:pt x="3965593" y="2012883"/>
                  </a:lnTo>
                  <a:lnTo>
                    <a:pt x="3909174" y="2022606"/>
                  </a:lnTo>
                  <a:lnTo>
                    <a:pt x="3855668" y="2033296"/>
                  </a:lnTo>
                  <a:lnTo>
                    <a:pt x="3820202" y="2041226"/>
                  </a:lnTo>
                  <a:lnTo>
                    <a:pt x="3760418" y="2056157"/>
                  </a:lnTo>
                  <a:lnTo>
                    <a:pt x="3702464" y="2072541"/>
                  </a:lnTo>
                  <a:lnTo>
                    <a:pt x="3645678" y="2090405"/>
                  </a:lnTo>
                  <a:lnTo>
                    <a:pt x="3589568" y="2109725"/>
                  </a:lnTo>
                  <a:lnTo>
                    <a:pt x="3533784" y="2130430"/>
                  </a:lnTo>
                  <a:lnTo>
                    <a:pt x="3478089" y="2152394"/>
                  </a:lnTo>
                  <a:lnTo>
                    <a:pt x="3422346" y="2175438"/>
                  </a:lnTo>
                  <a:lnTo>
                    <a:pt x="3366497" y="2199332"/>
                  </a:lnTo>
                  <a:lnTo>
                    <a:pt x="3310546" y="2223805"/>
                  </a:lnTo>
                  <a:lnTo>
                    <a:pt x="3254537" y="2248556"/>
                  </a:lnTo>
                  <a:lnTo>
                    <a:pt x="3198537" y="2273269"/>
                  </a:lnTo>
                  <a:lnTo>
                    <a:pt x="3142607" y="2297631"/>
                  </a:lnTo>
                  <a:lnTo>
                    <a:pt x="3086785" y="2321346"/>
                  </a:lnTo>
                  <a:lnTo>
                    <a:pt x="3031061" y="2344153"/>
                  </a:lnTo>
                  <a:lnTo>
                    <a:pt x="2975361" y="2365832"/>
                  </a:lnTo>
                  <a:lnTo>
                    <a:pt x="2919525" y="2386218"/>
                  </a:lnTo>
                  <a:lnTo>
                    <a:pt x="2863291" y="2405196"/>
                  </a:lnTo>
                  <a:lnTo>
                    <a:pt x="2806278" y="2422708"/>
                  </a:lnTo>
                  <a:lnTo>
                    <a:pt x="2747956" y="2438744"/>
                  </a:lnTo>
                  <a:lnTo>
                    <a:pt x="2702183" y="2449996"/>
                  </a:lnTo>
                  <a:lnTo>
                    <a:pt x="2650295" y="2461367"/>
                  </a:lnTo>
                  <a:lnTo>
                    <a:pt x="2595955" y="2471752"/>
                  </a:lnTo>
                  <a:lnTo>
                    <a:pt x="2538479" y="2481184"/>
                  </a:lnTo>
                  <a:lnTo>
                    <a:pt x="2477116" y="2489732"/>
                  </a:lnTo>
                  <a:lnTo>
                    <a:pt x="2411086" y="2497478"/>
                  </a:lnTo>
                  <a:lnTo>
                    <a:pt x="2339627" y="2504503"/>
                  </a:lnTo>
                  <a:lnTo>
                    <a:pt x="2262044" y="2510888"/>
                  </a:lnTo>
                  <a:lnTo>
                    <a:pt x="2177775" y="2516700"/>
                  </a:lnTo>
                  <a:lnTo>
                    <a:pt x="2086491" y="2521998"/>
                  </a:lnTo>
                  <a:lnTo>
                    <a:pt x="1988205" y="2526824"/>
                  </a:lnTo>
                  <a:lnTo>
                    <a:pt x="1883418" y="2531210"/>
                  </a:lnTo>
                  <a:lnTo>
                    <a:pt x="1773261" y="2535171"/>
                  </a:lnTo>
                  <a:lnTo>
                    <a:pt x="1659625" y="2538713"/>
                  </a:lnTo>
                  <a:lnTo>
                    <a:pt x="1545212" y="2541830"/>
                  </a:lnTo>
                  <a:lnTo>
                    <a:pt x="1433470" y="2544515"/>
                  </a:lnTo>
                  <a:lnTo>
                    <a:pt x="1328353" y="2546758"/>
                  </a:lnTo>
                  <a:lnTo>
                    <a:pt x="1233897" y="2548563"/>
                  </a:lnTo>
                  <a:lnTo>
                    <a:pt x="1153656" y="2549942"/>
                  </a:lnTo>
                  <a:lnTo>
                    <a:pt x="1090114" y="2550931"/>
                  </a:lnTo>
                  <a:lnTo>
                    <a:pt x="1044212" y="2551580"/>
                  </a:lnTo>
                  <a:lnTo>
                    <a:pt x="1015110" y="2551956"/>
                  </a:lnTo>
                  <a:lnTo>
                    <a:pt x="1000202" y="2552132"/>
                  </a:lnTo>
                  <a:lnTo>
                    <a:pt x="995315" y="2552185"/>
                  </a:lnTo>
                  <a:lnTo>
                    <a:pt x="994940" y="2552188"/>
                  </a:lnTo>
                  <a:lnTo>
                    <a:pt x="0" y="2552188"/>
                  </a:lnTo>
                  <a:lnTo>
                    <a:pt x="0" y="25521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5" name="pg1724"/>
            <p:cNvSpPr/>
            <p:nvPr/>
          </p:nvSpPr>
          <p:spPr>
            <a:xfrm>
              <a:off x="1199187" y="2499617"/>
              <a:ext cx="12049831" cy="3144380"/>
            </a:xfrm>
            <a:custGeom>
              <a:avLst/>
              <a:pathLst>
                <a:path w="12049831" h="3144380">
                  <a:moveTo>
                    <a:pt x="0" y="3144380"/>
                  </a:moveTo>
                  <a:lnTo>
                    <a:pt x="994940" y="3144380"/>
                  </a:lnTo>
                  <a:lnTo>
                    <a:pt x="996003" y="3144324"/>
                  </a:lnTo>
                  <a:lnTo>
                    <a:pt x="1003032" y="3143925"/>
                  </a:lnTo>
                  <a:lnTo>
                    <a:pt x="1020875" y="3142823"/>
                  </a:lnTo>
                  <a:lnTo>
                    <a:pt x="1053088" y="3140650"/>
                  </a:lnTo>
                  <a:lnTo>
                    <a:pt x="1101732" y="3137056"/>
                  </a:lnTo>
                  <a:lnTo>
                    <a:pt x="1167229" y="3131738"/>
                  </a:lnTo>
                  <a:lnTo>
                    <a:pt x="1248388" y="3124465"/>
                  </a:lnTo>
                  <a:lnTo>
                    <a:pt x="1342667" y="3115093"/>
                  </a:lnTo>
                  <a:lnTo>
                    <a:pt x="1446626" y="3103561"/>
                  </a:lnTo>
                  <a:lnTo>
                    <a:pt x="1556462" y="3089871"/>
                  </a:lnTo>
                  <a:lnTo>
                    <a:pt x="1668501" y="3074062"/>
                  </a:lnTo>
                  <a:lnTo>
                    <a:pt x="1779565" y="3056175"/>
                  </a:lnTo>
                  <a:lnTo>
                    <a:pt x="1887172" y="3036231"/>
                  </a:lnTo>
                  <a:lnTo>
                    <a:pt x="1989584" y="3014204"/>
                  </a:lnTo>
                  <a:lnTo>
                    <a:pt x="2085756" y="2990014"/>
                  </a:lnTo>
                  <a:lnTo>
                    <a:pt x="2175222" y="2963516"/>
                  </a:lnTo>
                  <a:lnTo>
                    <a:pt x="2257962" y="2934501"/>
                  </a:lnTo>
                  <a:lnTo>
                    <a:pt x="2334276" y="2902696"/>
                  </a:lnTo>
                  <a:lnTo>
                    <a:pt x="2404680" y="2867774"/>
                  </a:lnTo>
                  <a:lnTo>
                    <a:pt x="2469818" y="2829360"/>
                  </a:lnTo>
                  <a:lnTo>
                    <a:pt x="2530401" y="2787056"/>
                  </a:lnTo>
                  <a:lnTo>
                    <a:pt x="2587160" y="2740467"/>
                  </a:lnTo>
                  <a:lnTo>
                    <a:pt x="2640806" y="2689254"/>
                  </a:lnTo>
                  <a:lnTo>
                    <a:pt x="2691993" y="2633213"/>
                  </a:lnTo>
                  <a:lnTo>
                    <a:pt x="2702183" y="2621190"/>
                  </a:lnTo>
                  <a:lnTo>
                    <a:pt x="2744752" y="2567807"/>
                  </a:lnTo>
                  <a:lnTo>
                    <a:pt x="2786292" y="2510721"/>
                  </a:lnTo>
                  <a:lnTo>
                    <a:pt x="2827069" y="2449855"/>
                  </a:lnTo>
                  <a:lnTo>
                    <a:pt x="2867297" y="2385188"/>
                  </a:lnTo>
                  <a:lnTo>
                    <a:pt x="2907154" y="2316755"/>
                  </a:lnTo>
                  <a:lnTo>
                    <a:pt x="2946776" y="2244657"/>
                  </a:lnTo>
                  <a:lnTo>
                    <a:pt x="2986273" y="2169064"/>
                  </a:lnTo>
                  <a:lnTo>
                    <a:pt x="3025723" y="2090214"/>
                  </a:lnTo>
                  <a:lnTo>
                    <a:pt x="3065180" y="2008417"/>
                  </a:lnTo>
                  <a:lnTo>
                    <a:pt x="3104679" y="1924048"/>
                  </a:lnTo>
                  <a:lnTo>
                    <a:pt x="3144233" y="1837545"/>
                  </a:lnTo>
                  <a:lnTo>
                    <a:pt x="3183841" y="1749399"/>
                  </a:lnTo>
                  <a:lnTo>
                    <a:pt x="3223493" y="1660143"/>
                  </a:lnTo>
                  <a:lnTo>
                    <a:pt x="3263166" y="1570338"/>
                  </a:lnTo>
                  <a:lnTo>
                    <a:pt x="3302839" y="1480563"/>
                  </a:lnTo>
                  <a:lnTo>
                    <a:pt x="3342487" y="1391392"/>
                  </a:lnTo>
                  <a:lnTo>
                    <a:pt x="3382090" y="1303386"/>
                  </a:lnTo>
                  <a:lnTo>
                    <a:pt x="3421638" y="1217074"/>
                  </a:lnTo>
                  <a:lnTo>
                    <a:pt x="3461132" y="1132943"/>
                  </a:lnTo>
                  <a:lnTo>
                    <a:pt x="3500587" y="1051423"/>
                  </a:lnTo>
                  <a:lnTo>
                    <a:pt x="3540039" y="972884"/>
                  </a:lnTo>
                  <a:lnTo>
                    <a:pt x="3579544" y="897630"/>
                  </a:lnTo>
                  <a:lnTo>
                    <a:pt x="3619184" y="825890"/>
                  </a:lnTo>
                  <a:lnTo>
                    <a:pt x="3659071" y="757829"/>
                  </a:lnTo>
                  <a:lnTo>
                    <a:pt x="3699346" y="693539"/>
                  </a:lnTo>
                  <a:lnTo>
                    <a:pt x="3740187" y="633051"/>
                  </a:lnTo>
                  <a:lnTo>
                    <a:pt x="3781817" y="576337"/>
                  </a:lnTo>
                  <a:lnTo>
                    <a:pt x="3820202" y="528430"/>
                  </a:lnTo>
                  <a:lnTo>
                    <a:pt x="3870961" y="471400"/>
                  </a:lnTo>
                  <a:lnTo>
                    <a:pt x="3924054" y="419213"/>
                  </a:lnTo>
                  <a:lnTo>
                    <a:pt x="3980122" y="371705"/>
                  </a:lnTo>
                  <a:lnTo>
                    <a:pt x="4039866" y="328558"/>
                  </a:lnTo>
                  <a:lnTo>
                    <a:pt x="4104016" y="289384"/>
                  </a:lnTo>
                  <a:lnTo>
                    <a:pt x="4173290" y="253781"/>
                  </a:lnTo>
                  <a:lnTo>
                    <a:pt x="4248352" y="221369"/>
                  </a:lnTo>
                  <a:lnTo>
                    <a:pt x="4329749" y="191809"/>
                  </a:lnTo>
                  <a:lnTo>
                    <a:pt x="4417833" y="164817"/>
                  </a:lnTo>
                  <a:lnTo>
                    <a:pt x="4512659" y="140170"/>
                  </a:lnTo>
                  <a:lnTo>
                    <a:pt x="4613862" y="117711"/>
                  </a:lnTo>
                  <a:lnTo>
                    <a:pt x="4720527" y="97345"/>
                  </a:lnTo>
                  <a:lnTo>
                    <a:pt x="4831063" y="79039"/>
                  </a:lnTo>
                  <a:lnTo>
                    <a:pt x="4943140" y="62802"/>
                  </a:lnTo>
                  <a:lnTo>
                    <a:pt x="5053712" y="48677"/>
                  </a:lnTo>
                  <a:lnTo>
                    <a:pt x="5159181" y="36703"/>
                  </a:lnTo>
                  <a:lnTo>
                    <a:pt x="5255733" y="26893"/>
                  </a:lnTo>
                  <a:lnTo>
                    <a:pt x="5339810" y="19200"/>
                  </a:lnTo>
                  <a:lnTo>
                    <a:pt x="5408648" y="13500"/>
                  </a:lnTo>
                  <a:lnTo>
                    <a:pt x="5460749" y="9577"/>
                  </a:lnTo>
                  <a:lnTo>
                    <a:pt x="5496197" y="7142"/>
                  </a:lnTo>
                  <a:lnTo>
                    <a:pt x="5516728" y="5851"/>
                  </a:lnTo>
                  <a:lnTo>
                    <a:pt x="5525608" y="5338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56" y="5294"/>
                  </a:lnTo>
                  <a:lnTo>
                    <a:pt x="6530527" y="5675"/>
                  </a:lnTo>
                  <a:lnTo>
                    <a:pt x="6548476" y="6729"/>
                  </a:lnTo>
                  <a:lnTo>
                    <a:pt x="6580873" y="8806"/>
                  </a:lnTo>
                  <a:lnTo>
                    <a:pt x="6629781" y="12241"/>
                  </a:lnTo>
                  <a:lnTo>
                    <a:pt x="6695607" y="17324"/>
                  </a:lnTo>
                  <a:lnTo>
                    <a:pt x="6777136" y="24274"/>
                  </a:lnTo>
                  <a:lnTo>
                    <a:pt x="6871795" y="33228"/>
                  </a:lnTo>
                  <a:lnTo>
                    <a:pt x="6976112" y="44242"/>
                  </a:lnTo>
                  <a:lnTo>
                    <a:pt x="7086258" y="57315"/>
                  </a:lnTo>
                  <a:lnTo>
                    <a:pt x="7198543" y="72408"/>
                  </a:lnTo>
                  <a:lnTo>
                    <a:pt x="7309783" y="89482"/>
                  </a:lnTo>
                  <a:lnTo>
                    <a:pt x="7417498" y="108519"/>
                  </a:lnTo>
                  <a:lnTo>
                    <a:pt x="7519959" y="129544"/>
                  </a:lnTo>
                  <a:lnTo>
                    <a:pt x="7616133" y="152636"/>
                  </a:lnTo>
                  <a:lnTo>
                    <a:pt x="7705566" y="177935"/>
                  </a:lnTo>
                  <a:lnTo>
                    <a:pt x="7788250" y="205642"/>
                  </a:lnTo>
                  <a:lnTo>
                    <a:pt x="7864496" y="236021"/>
                  </a:lnTo>
                  <a:lnTo>
                    <a:pt x="7934830" y="269387"/>
                  </a:lnTo>
                  <a:lnTo>
                    <a:pt x="7999903" y="306099"/>
                  </a:lnTo>
                  <a:lnTo>
                    <a:pt x="8060434" y="346538"/>
                  </a:lnTo>
                  <a:lnTo>
                    <a:pt x="8117156" y="391080"/>
                  </a:lnTo>
                  <a:lnTo>
                    <a:pt x="8170784" y="440045"/>
                  </a:lnTo>
                  <a:lnTo>
                    <a:pt x="8221973" y="493620"/>
                  </a:lnTo>
                  <a:lnTo>
                    <a:pt x="8229629" y="502227"/>
                  </a:lnTo>
                  <a:lnTo>
                    <a:pt x="8273036" y="553983"/>
                  </a:lnTo>
                  <a:lnTo>
                    <a:pt x="8315378" y="609401"/>
                  </a:lnTo>
                  <a:lnTo>
                    <a:pt x="8356936" y="668556"/>
                  </a:lnTo>
                  <a:lnTo>
                    <a:pt x="8397935" y="731467"/>
                  </a:lnTo>
                  <a:lnTo>
                    <a:pt x="8438560" y="798093"/>
                  </a:lnTo>
                  <a:lnTo>
                    <a:pt x="8478955" y="868326"/>
                  </a:lnTo>
                  <a:lnTo>
                    <a:pt x="8519229" y="941989"/>
                  </a:lnTo>
                  <a:lnTo>
                    <a:pt x="8559464" y="1018831"/>
                  </a:lnTo>
                  <a:lnTo>
                    <a:pt x="8599715" y="1098532"/>
                  </a:lnTo>
                  <a:lnTo>
                    <a:pt x="8640011" y="1180699"/>
                  </a:lnTo>
                  <a:lnTo>
                    <a:pt x="8680366" y="1264883"/>
                  </a:lnTo>
                  <a:lnTo>
                    <a:pt x="8720777" y="1350577"/>
                  </a:lnTo>
                  <a:lnTo>
                    <a:pt x="8761227" y="1437238"/>
                  </a:lnTo>
                  <a:lnTo>
                    <a:pt x="8801694" y="1524294"/>
                  </a:lnTo>
                  <a:lnTo>
                    <a:pt x="8842153" y="1611161"/>
                  </a:lnTo>
                  <a:lnTo>
                    <a:pt x="8882580" y="1697262"/>
                  </a:lnTo>
                  <a:lnTo>
                    <a:pt x="8922955" y="1782042"/>
                  </a:lnTo>
                  <a:lnTo>
                    <a:pt x="8963272" y="1864980"/>
                  </a:lnTo>
                  <a:lnTo>
                    <a:pt x="9003537" y="1945603"/>
                  </a:lnTo>
                  <a:lnTo>
                    <a:pt x="9043772" y="2023500"/>
                  </a:lnTo>
                  <a:lnTo>
                    <a:pt x="9084025" y="2098323"/>
                  </a:lnTo>
                  <a:lnTo>
                    <a:pt x="9124366" y="2169797"/>
                  </a:lnTo>
                  <a:lnTo>
                    <a:pt x="9164894" y="2237719"/>
                  </a:lnTo>
                  <a:lnTo>
                    <a:pt x="9205742" y="2301956"/>
                  </a:lnTo>
                  <a:lnTo>
                    <a:pt x="9247078" y="2362444"/>
                  </a:lnTo>
                  <a:lnTo>
                    <a:pt x="9289113" y="2419182"/>
                  </a:lnTo>
                  <a:lnTo>
                    <a:pt x="9332106" y="2472225"/>
                  </a:lnTo>
                  <a:lnTo>
                    <a:pt x="9347647" y="2490174"/>
                  </a:lnTo>
                  <a:lnTo>
                    <a:pt x="9398516" y="2544457"/>
                  </a:lnTo>
                  <a:lnTo>
                    <a:pt x="9451730" y="2594121"/>
                  </a:lnTo>
                  <a:lnTo>
                    <a:pt x="9507933" y="2639321"/>
                  </a:lnTo>
                  <a:lnTo>
                    <a:pt x="9567833" y="2680365"/>
                  </a:lnTo>
                  <a:lnTo>
                    <a:pt x="9632164" y="2717621"/>
                  </a:lnTo>
                  <a:lnTo>
                    <a:pt x="9701648" y="2751475"/>
                  </a:lnTo>
                  <a:lnTo>
                    <a:pt x="9776951" y="2782290"/>
                  </a:lnTo>
                  <a:lnTo>
                    <a:pt x="9858624" y="2810388"/>
                  </a:lnTo>
                  <a:lnTo>
                    <a:pt x="9947015" y="2836041"/>
                  </a:lnTo>
                  <a:lnTo>
                    <a:pt x="10042173" y="2859460"/>
                  </a:lnTo>
                  <a:lnTo>
                    <a:pt x="10143723" y="2880794"/>
                  </a:lnTo>
                  <a:lnTo>
                    <a:pt x="10250728" y="2900133"/>
                  </a:lnTo>
                  <a:lnTo>
                    <a:pt x="10361570" y="2917507"/>
                  </a:lnTo>
                  <a:lnTo>
                    <a:pt x="10473886" y="2932906"/>
                  </a:lnTo>
                  <a:lnTo>
                    <a:pt x="10584589" y="2946291"/>
                  </a:lnTo>
                  <a:lnTo>
                    <a:pt x="10690048" y="2957622"/>
                  </a:lnTo>
                  <a:lnTo>
                    <a:pt x="10786425" y="2966889"/>
                  </a:lnTo>
                  <a:lnTo>
                    <a:pt x="10870159" y="2974139"/>
                  </a:lnTo>
                  <a:lnTo>
                    <a:pt x="10938506" y="2979495"/>
                  </a:lnTo>
                  <a:lnTo>
                    <a:pt x="10990018" y="2983165"/>
                  </a:lnTo>
                  <a:lnTo>
                    <a:pt x="11024848" y="2985429"/>
                  </a:lnTo>
                  <a:lnTo>
                    <a:pt x="11044812" y="2986617"/>
                  </a:lnTo>
                  <a:lnTo>
                    <a:pt x="11053263" y="2987079"/>
                  </a:lnTo>
                  <a:lnTo>
                    <a:pt x="11054891" y="2987161"/>
                  </a:lnTo>
                  <a:lnTo>
                    <a:pt x="12049831" y="2987161"/>
                  </a:lnTo>
                  <a:lnTo>
                    <a:pt x="12049831" y="2981920"/>
                  </a:lnTo>
                  <a:lnTo>
                    <a:pt x="11054891" y="2981920"/>
                  </a:lnTo>
                  <a:lnTo>
                    <a:pt x="11053821" y="2981867"/>
                  </a:lnTo>
                  <a:lnTo>
                    <a:pt x="11046749" y="2981485"/>
                  </a:lnTo>
                  <a:lnTo>
                    <a:pt x="11028800" y="2980432"/>
                  </a:lnTo>
                  <a:lnTo>
                    <a:pt x="10996404" y="2978355"/>
                  </a:lnTo>
                  <a:lnTo>
                    <a:pt x="10947496" y="2974919"/>
                  </a:lnTo>
                  <a:lnTo>
                    <a:pt x="10881669" y="2969836"/>
                  </a:lnTo>
                  <a:lnTo>
                    <a:pt x="10800140" y="2962886"/>
                  </a:lnTo>
                  <a:lnTo>
                    <a:pt x="10705481" y="2953933"/>
                  </a:lnTo>
                  <a:lnTo>
                    <a:pt x="10601164" y="2942918"/>
                  </a:lnTo>
                  <a:lnTo>
                    <a:pt x="10491019" y="2929846"/>
                  </a:lnTo>
                  <a:lnTo>
                    <a:pt x="10378733" y="2914752"/>
                  </a:lnTo>
                  <a:lnTo>
                    <a:pt x="10267493" y="2897678"/>
                  </a:lnTo>
                  <a:lnTo>
                    <a:pt x="10159778" y="2878641"/>
                  </a:lnTo>
                  <a:lnTo>
                    <a:pt x="10057317" y="2857616"/>
                  </a:lnTo>
                  <a:lnTo>
                    <a:pt x="9961143" y="2834525"/>
                  </a:lnTo>
                  <a:lnTo>
                    <a:pt x="9871711" y="2809226"/>
                  </a:lnTo>
                  <a:lnTo>
                    <a:pt x="9789027" y="2781518"/>
                  </a:lnTo>
                  <a:lnTo>
                    <a:pt x="9712780" y="2751139"/>
                  </a:lnTo>
                  <a:lnTo>
                    <a:pt x="9642446" y="2717773"/>
                  </a:lnTo>
                  <a:lnTo>
                    <a:pt x="9577373" y="2681062"/>
                  </a:lnTo>
                  <a:lnTo>
                    <a:pt x="9516843" y="2640623"/>
                  </a:lnTo>
                  <a:lnTo>
                    <a:pt x="9460120" y="2596081"/>
                  </a:lnTo>
                  <a:lnTo>
                    <a:pt x="9406493" y="2547115"/>
                  </a:lnTo>
                  <a:lnTo>
                    <a:pt x="9355303" y="2493540"/>
                  </a:lnTo>
                  <a:lnTo>
                    <a:pt x="9347647" y="2484933"/>
                  </a:lnTo>
                  <a:lnTo>
                    <a:pt x="9304241" y="2433177"/>
                  </a:lnTo>
                  <a:lnTo>
                    <a:pt x="9261898" y="2377759"/>
                  </a:lnTo>
                  <a:lnTo>
                    <a:pt x="9220341" y="2318605"/>
                  </a:lnTo>
                  <a:lnTo>
                    <a:pt x="9179341" y="2255694"/>
                  </a:lnTo>
                  <a:lnTo>
                    <a:pt x="9138716" y="2189068"/>
                  </a:lnTo>
                  <a:lnTo>
                    <a:pt x="9098322" y="2118834"/>
                  </a:lnTo>
                  <a:lnTo>
                    <a:pt x="9058047" y="2045171"/>
                  </a:lnTo>
                  <a:lnTo>
                    <a:pt x="9017812" y="1968329"/>
                  </a:lnTo>
                  <a:lnTo>
                    <a:pt x="8977562" y="1888629"/>
                  </a:lnTo>
                  <a:lnTo>
                    <a:pt x="8937265" y="1806461"/>
                  </a:lnTo>
                  <a:lnTo>
                    <a:pt x="8896910" y="1722278"/>
                  </a:lnTo>
                  <a:lnTo>
                    <a:pt x="8856500" y="1636583"/>
                  </a:lnTo>
                  <a:lnTo>
                    <a:pt x="8816050" y="1549922"/>
                  </a:lnTo>
                  <a:lnTo>
                    <a:pt x="8775582" y="1462867"/>
                  </a:lnTo>
                  <a:lnTo>
                    <a:pt x="8735123" y="1376000"/>
                  </a:lnTo>
                  <a:lnTo>
                    <a:pt x="8694697" y="1289898"/>
                  </a:lnTo>
                  <a:lnTo>
                    <a:pt x="8654321" y="1205118"/>
                  </a:lnTo>
                  <a:lnTo>
                    <a:pt x="8614004" y="1122181"/>
                  </a:lnTo>
                  <a:lnTo>
                    <a:pt x="8573740" y="1041557"/>
                  </a:lnTo>
                  <a:lnTo>
                    <a:pt x="8533504" y="963661"/>
                  </a:lnTo>
                  <a:lnTo>
                    <a:pt x="8493252" y="888837"/>
                  </a:lnTo>
                  <a:lnTo>
                    <a:pt x="8452911" y="817363"/>
                  </a:lnTo>
                  <a:lnTo>
                    <a:pt x="8412382" y="749441"/>
                  </a:lnTo>
                  <a:lnTo>
                    <a:pt x="8371534" y="685204"/>
                  </a:lnTo>
                  <a:lnTo>
                    <a:pt x="8330198" y="624716"/>
                  </a:lnTo>
                  <a:lnTo>
                    <a:pt x="8288164" y="567979"/>
                  </a:lnTo>
                  <a:lnTo>
                    <a:pt x="8245170" y="514935"/>
                  </a:lnTo>
                  <a:lnTo>
                    <a:pt x="8229629" y="496986"/>
                  </a:lnTo>
                  <a:lnTo>
                    <a:pt x="8178761" y="442703"/>
                  </a:lnTo>
                  <a:lnTo>
                    <a:pt x="8125547" y="393040"/>
                  </a:lnTo>
                  <a:lnTo>
                    <a:pt x="8069343" y="347839"/>
                  </a:lnTo>
                  <a:lnTo>
                    <a:pt x="8009443" y="306796"/>
                  </a:lnTo>
                  <a:lnTo>
                    <a:pt x="7945113" y="269539"/>
                  </a:lnTo>
                  <a:lnTo>
                    <a:pt x="7875629" y="235685"/>
                  </a:lnTo>
                  <a:lnTo>
                    <a:pt x="7800325" y="204871"/>
                  </a:lnTo>
                  <a:lnTo>
                    <a:pt x="7718653" y="176772"/>
                  </a:lnTo>
                  <a:lnTo>
                    <a:pt x="7630262" y="151120"/>
                  </a:lnTo>
                  <a:lnTo>
                    <a:pt x="7535103" y="127701"/>
                  </a:lnTo>
                  <a:lnTo>
                    <a:pt x="7433553" y="106366"/>
                  </a:lnTo>
                  <a:lnTo>
                    <a:pt x="7326549" y="87028"/>
                  </a:lnTo>
                  <a:lnTo>
                    <a:pt x="7215706" y="69653"/>
                  </a:lnTo>
                  <a:lnTo>
                    <a:pt x="7103390" y="54254"/>
                  </a:lnTo>
                  <a:lnTo>
                    <a:pt x="6992687" y="40870"/>
                  </a:lnTo>
                  <a:lnTo>
                    <a:pt x="6887228" y="29539"/>
                  </a:lnTo>
                  <a:lnTo>
                    <a:pt x="6790851" y="20272"/>
                  </a:lnTo>
                  <a:lnTo>
                    <a:pt x="6707118" y="13022"/>
                  </a:lnTo>
                  <a:lnTo>
                    <a:pt x="6638771" y="7665"/>
                  </a:lnTo>
                  <a:lnTo>
                    <a:pt x="6587258" y="3995"/>
                  </a:lnTo>
                  <a:lnTo>
                    <a:pt x="6552428" y="1731"/>
                  </a:lnTo>
                  <a:lnTo>
                    <a:pt x="6532465" y="543"/>
                  </a:lnTo>
                  <a:lnTo>
                    <a:pt x="6524014" y="8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2" y="56"/>
                  </a:lnTo>
                  <a:lnTo>
                    <a:pt x="5519353" y="455"/>
                  </a:lnTo>
                  <a:lnTo>
                    <a:pt x="5501510" y="1557"/>
                  </a:lnTo>
                  <a:lnTo>
                    <a:pt x="5469297" y="3729"/>
                  </a:lnTo>
                  <a:lnTo>
                    <a:pt x="5420653" y="7323"/>
                  </a:lnTo>
                  <a:lnTo>
                    <a:pt x="5355156" y="12641"/>
                  </a:lnTo>
                  <a:lnTo>
                    <a:pt x="5273997" y="19914"/>
                  </a:lnTo>
                  <a:lnTo>
                    <a:pt x="5179718" y="29286"/>
                  </a:lnTo>
                  <a:lnTo>
                    <a:pt x="5075759" y="40818"/>
                  </a:lnTo>
                  <a:lnTo>
                    <a:pt x="4965923" y="54508"/>
                  </a:lnTo>
                  <a:lnTo>
                    <a:pt x="4853884" y="70318"/>
                  </a:lnTo>
                  <a:lnTo>
                    <a:pt x="4742820" y="88204"/>
                  </a:lnTo>
                  <a:lnTo>
                    <a:pt x="4635213" y="108149"/>
                  </a:lnTo>
                  <a:lnTo>
                    <a:pt x="4532801" y="130175"/>
                  </a:lnTo>
                  <a:lnTo>
                    <a:pt x="4436629" y="154365"/>
                  </a:lnTo>
                  <a:lnTo>
                    <a:pt x="4347163" y="180863"/>
                  </a:lnTo>
                  <a:lnTo>
                    <a:pt x="4264423" y="209878"/>
                  </a:lnTo>
                  <a:lnTo>
                    <a:pt x="4188109" y="241683"/>
                  </a:lnTo>
                  <a:lnTo>
                    <a:pt x="4117705" y="276606"/>
                  </a:lnTo>
                  <a:lnTo>
                    <a:pt x="4052567" y="315019"/>
                  </a:lnTo>
                  <a:lnTo>
                    <a:pt x="3991984" y="357323"/>
                  </a:lnTo>
                  <a:lnTo>
                    <a:pt x="3935225" y="403913"/>
                  </a:lnTo>
                  <a:lnTo>
                    <a:pt x="3881579" y="455126"/>
                  </a:lnTo>
                  <a:lnTo>
                    <a:pt x="3830392" y="511166"/>
                  </a:lnTo>
                  <a:lnTo>
                    <a:pt x="3820202" y="523189"/>
                  </a:lnTo>
                  <a:lnTo>
                    <a:pt x="3777633" y="576572"/>
                  </a:lnTo>
                  <a:lnTo>
                    <a:pt x="3736093" y="633658"/>
                  </a:lnTo>
                  <a:lnTo>
                    <a:pt x="3695316" y="694524"/>
                  </a:lnTo>
                  <a:lnTo>
                    <a:pt x="3655088" y="759192"/>
                  </a:lnTo>
                  <a:lnTo>
                    <a:pt x="3615231" y="827625"/>
                  </a:lnTo>
                  <a:lnTo>
                    <a:pt x="3575609" y="899722"/>
                  </a:lnTo>
                  <a:lnTo>
                    <a:pt x="3536112" y="975315"/>
                  </a:lnTo>
                  <a:lnTo>
                    <a:pt x="3496662" y="1054165"/>
                  </a:lnTo>
                  <a:lnTo>
                    <a:pt x="3457205" y="1135962"/>
                  </a:lnTo>
                  <a:lnTo>
                    <a:pt x="3417706" y="1220331"/>
                  </a:lnTo>
                  <a:lnTo>
                    <a:pt x="3378152" y="1306834"/>
                  </a:lnTo>
                  <a:lnTo>
                    <a:pt x="3338544" y="1394980"/>
                  </a:lnTo>
                  <a:lnTo>
                    <a:pt x="3298892" y="1484237"/>
                  </a:lnTo>
                  <a:lnTo>
                    <a:pt x="3259219" y="1574041"/>
                  </a:lnTo>
                  <a:lnTo>
                    <a:pt x="3219546" y="1663817"/>
                  </a:lnTo>
                  <a:lnTo>
                    <a:pt x="3179898" y="1752987"/>
                  </a:lnTo>
                  <a:lnTo>
                    <a:pt x="3140295" y="1840993"/>
                  </a:lnTo>
                  <a:lnTo>
                    <a:pt x="3100747" y="1927305"/>
                  </a:lnTo>
                  <a:lnTo>
                    <a:pt x="3061253" y="2011437"/>
                  </a:lnTo>
                  <a:lnTo>
                    <a:pt x="3021798" y="2092957"/>
                  </a:lnTo>
                  <a:lnTo>
                    <a:pt x="2982346" y="2171495"/>
                  </a:lnTo>
                  <a:lnTo>
                    <a:pt x="2942841" y="2246750"/>
                  </a:lnTo>
                  <a:lnTo>
                    <a:pt x="2903201" y="2318489"/>
                  </a:lnTo>
                  <a:lnTo>
                    <a:pt x="2863314" y="2386551"/>
                  </a:lnTo>
                  <a:lnTo>
                    <a:pt x="2823039" y="2450841"/>
                  </a:lnTo>
                  <a:lnTo>
                    <a:pt x="2782198" y="2511329"/>
                  </a:lnTo>
                  <a:lnTo>
                    <a:pt x="2740568" y="2568042"/>
                  </a:lnTo>
                  <a:lnTo>
                    <a:pt x="2702183" y="2615949"/>
                  </a:lnTo>
                  <a:lnTo>
                    <a:pt x="2651424" y="2672979"/>
                  </a:lnTo>
                  <a:lnTo>
                    <a:pt x="2598331" y="2725166"/>
                  </a:lnTo>
                  <a:lnTo>
                    <a:pt x="2542263" y="2772674"/>
                  </a:lnTo>
                  <a:lnTo>
                    <a:pt x="2482519" y="2815821"/>
                  </a:lnTo>
                  <a:lnTo>
                    <a:pt x="2418369" y="2854995"/>
                  </a:lnTo>
                  <a:lnTo>
                    <a:pt x="2349095" y="2890598"/>
                  </a:lnTo>
                  <a:lnTo>
                    <a:pt x="2274033" y="2923011"/>
                  </a:lnTo>
                  <a:lnTo>
                    <a:pt x="2192636" y="2952571"/>
                  </a:lnTo>
                  <a:lnTo>
                    <a:pt x="2104552" y="2979563"/>
                  </a:lnTo>
                  <a:lnTo>
                    <a:pt x="2009726" y="3004210"/>
                  </a:lnTo>
                  <a:lnTo>
                    <a:pt x="1908523" y="3026669"/>
                  </a:lnTo>
                  <a:lnTo>
                    <a:pt x="1801858" y="3047034"/>
                  </a:lnTo>
                  <a:lnTo>
                    <a:pt x="1691322" y="3065341"/>
                  </a:lnTo>
                  <a:lnTo>
                    <a:pt x="1579245" y="3081577"/>
                  </a:lnTo>
                  <a:lnTo>
                    <a:pt x="1468673" y="3095703"/>
                  </a:lnTo>
                  <a:lnTo>
                    <a:pt x="1363204" y="3107677"/>
                  </a:lnTo>
                  <a:lnTo>
                    <a:pt x="1266652" y="3117487"/>
                  </a:lnTo>
                  <a:lnTo>
                    <a:pt x="1182575" y="3125179"/>
                  </a:lnTo>
                  <a:lnTo>
                    <a:pt x="1113737" y="3130880"/>
                  </a:lnTo>
                  <a:lnTo>
                    <a:pt x="1061636" y="3134803"/>
                  </a:lnTo>
                  <a:lnTo>
                    <a:pt x="1026188" y="3137238"/>
                  </a:lnTo>
                  <a:lnTo>
                    <a:pt x="1005657" y="3138529"/>
                  </a:lnTo>
                  <a:lnTo>
                    <a:pt x="996777" y="3139041"/>
                  </a:lnTo>
                  <a:lnTo>
                    <a:pt x="994940" y="3139139"/>
                  </a:lnTo>
                  <a:lnTo>
                    <a:pt x="0" y="3139139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26" name="pl1725"/>
            <p:cNvSpPr/>
            <p:nvPr/>
          </p:nvSpPr>
          <p:spPr>
            <a:xfrm>
              <a:off x="1199187" y="2504858"/>
              <a:ext cx="12049831" cy="3139139"/>
            </a:xfrm>
            <a:custGeom>
              <a:avLst/>
              <a:pathLst>
                <a:path w="12049831" h="3139139">
                  <a:moveTo>
                    <a:pt x="0" y="3139139"/>
                  </a:moveTo>
                  <a:lnTo>
                    <a:pt x="994940" y="3139139"/>
                  </a:lnTo>
                  <a:lnTo>
                    <a:pt x="996003" y="3139083"/>
                  </a:lnTo>
                  <a:lnTo>
                    <a:pt x="1003032" y="3138684"/>
                  </a:lnTo>
                  <a:lnTo>
                    <a:pt x="1020875" y="3137582"/>
                  </a:lnTo>
                  <a:lnTo>
                    <a:pt x="1053088" y="3135409"/>
                  </a:lnTo>
                  <a:lnTo>
                    <a:pt x="1101732" y="3131816"/>
                  </a:lnTo>
                  <a:lnTo>
                    <a:pt x="1167229" y="3126498"/>
                  </a:lnTo>
                  <a:lnTo>
                    <a:pt x="1248388" y="3119225"/>
                  </a:lnTo>
                  <a:lnTo>
                    <a:pt x="1342667" y="3109853"/>
                  </a:lnTo>
                  <a:lnTo>
                    <a:pt x="1446626" y="3098320"/>
                  </a:lnTo>
                  <a:lnTo>
                    <a:pt x="1556462" y="3084631"/>
                  </a:lnTo>
                  <a:lnTo>
                    <a:pt x="1668501" y="3068821"/>
                  </a:lnTo>
                  <a:lnTo>
                    <a:pt x="1779565" y="3050935"/>
                  </a:lnTo>
                  <a:lnTo>
                    <a:pt x="1887172" y="3030990"/>
                  </a:lnTo>
                  <a:lnTo>
                    <a:pt x="1989584" y="3008964"/>
                  </a:lnTo>
                  <a:lnTo>
                    <a:pt x="2085756" y="2984774"/>
                  </a:lnTo>
                  <a:lnTo>
                    <a:pt x="2175222" y="2958276"/>
                  </a:lnTo>
                  <a:lnTo>
                    <a:pt x="2257962" y="2929260"/>
                  </a:lnTo>
                  <a:lnTo>
                    <a:pt x="2334276" y="2897456"/>
                  </a:lnTo>
                  <a:lnTo>
                    <a:pt x="2404680" y="2862533"/>
                  </a:lnTo>
                  <a:lnTo>
                    <a:pt x="2469818" y="2824120"/>
                  </a:lnTo>
                  <a:lnTo>
                    <a:pt x="2530401" y="2781815"/>
                  </a:lnTo>
                  <a:lnTo>
                    <a:pt x="2587160" y="2735226"/>
                  </a:lnTo>
                  <a:lnTo>
                    <a:pt x="2640806" y="2684013"/>
                  </a:lnTo>
                  <a:lnTo>
                    <a:pt x="2691993" y="2627973"/>
                  </a:lnTo>
                  <a:lnTo>
                    <a:pt x="2702183" y="2615949"/>
                  </a:lnTo>
                  <a:lnTo>
                    <a:pt x="2744752" y="2562567"/>
                  </a:lnTo>
                  <a:lnTo>
                    <a:pt x="2786292" y="2505480"/>
                  </a:lnTo>
                  <a:lnTo>
                    <a:pt x="2827069" y="2444615"/>
                  </a:lnTo>
                  <a:lnTo>
                    <a:pt x="2867297" y="2379947"/>
                  </a:lnTo>
                  <a:lnTo>
                    <a:pt x="2907154" y="2311514"/>
                  </a:lnTo>
                  <a:lnTo>
                    <a:pt x="2946776" y="2239417"/>
                  </a:lnTo>
                  <a:lnTo>
                    <a:pt x="2986273" y="2163823"/>
                  </a:lnTo>
                  <a:lnTo>
                    <a:pt x="3025723" y="2084974"/>
                  </a:lnTo>
                  <a:lnTo>
                    <a:pt x="3065180" y="2003176"/>
                  </a:lnTo>
                  <a:lnTo>
                    <a:pt x="3104679" y="1918807"/>
                  </a:lnTo>
                  <a:lnTo>
                    <a:pt x="3144233" y="1832305"/>
                  </a:lnTo>
                  <a:lnTo>
                    <a:pt x="3183841" y="1744158"/>
                  </a:lnTo>
                  <a:lnTo>
                    <a:pt x="3223493" y="1654902"/>
                  </a:lnTo>
                  <a:lnTo>
                    <a:pt x="3263166" y="1565098"/>
                  </a:lnTo>
                  <a:lnTo>
                    <a:pt x="3302839" y="1475322"/>
                  </a:lnTo>
                  <a:lnTo>
                    <a:pt x="3342487" y="1386152"/>
                  </a:lnTo>
                  <a:lnTo>
                    <a:pt x="3382090" y="1298146"/>
                  </a:lnTo>
                  <a:lnTo>
                    <a:pt x="3421638" y="1211834"/>
                  </a:lnTo>
                  <a:lnTo>
                    <a:pt x="3461132" y="1127702"/>
                  </a:lnTo>
                  <a:lnTo>
                    <a:pt x="3500587" y="1046182"/>
                  </a:lnTo>
                  <a:lnTo>
                    <a:pt x="3540039" y="967644"/>
                  </a:lnTo>
                  <a:lnTo>
                    <a:pt x="3579544" y="892389"/>
                  </a:lnTo>
                  <a:lnTo>
                    <a:pt x="3619184" y="820650"/>
                  </a:lnTo>
                  <a:lnTo>
                    <a:pt x="3659071" y="752588"/>
                  </a:lnTo>
                  <a:lnTo>
                    <a:pt x="3699346" y="688298"/>
                  </a:lnTo>
                  <a:lnTo>
                    <a:pt x="3740187" y="627810"/>
                  </a:lnTo>
                  <a:lnTo>
                    <a:pt x="3781817" y="571096"/>
                  </a:lnTo>
                  <a:lnTo>
                    <a:pt x="3820202" y="523189"/>
                  </a:lnTo>
                  <a:lnTo>
                    <a:pt x="3870961" y="466159"/>
                  </a:lnTo>
                  <a:lnTo>
                    <a:pt x="3924054" y="413972"/>
                  </a:lnTo>
                  <a:lnTo>
                    <a:pt x="3980122" y="366465"/>
                  </a:lnTo>
                  <a:lnTo>
                    <a:pt x="4039866" y="323318"/>
                  </a:lnTo>
                  <a:lnTo>
                    <a:pt x="4104016" y="284143"/>
                  </a:lnTo>
                  <a:lnTo>
                    <a:pt x="4173290" y="248540"/>
                  </a:lnTo>
                  <a:lnTo>
                    <a:pt x="4248352" y="216128"/>
                  </a:lnTo>
                  <a:lnTo>
                    <a:pt x="4329749" y="186568"/>
                  </a:lnTo>
                  <a:lnTo>
                    <a:pt x="4417833" y="159576"/>
                  </a:lnTo>
                  <a:lnTo>
                    <a:pt x="4512659" y="134929"/>
                  </a:lnTo>
                  <a:lnTo>
                    <a:pt x="4613862" y="112470"/>
                  </a:lnTo>
                  <a:lnTo>
                    <a:pt x="4720527" y="92105"/>
                  </a:lnTo>
                  <a:lnTo>
                    <a:pt x="4831063" y="73798"/>
                  </a:lnTo>
                  <a:lnTo>
                    <a:pt x="4943140" y="57562"/>
                  </a:lnTo>
                  <a:lnTo>
                    <a:pt x="5053712" y="43436"/>
                  </a:lnTo>
                  <a:lnTo>
                    <a:pt x="5159181" y="31462"/>
                  </a:lnTo>
                  <a:lnTo>
                    <a:pt x="5255733" y="21652"/>
                  </a:lnTo>
                  <a:lnTo>
                    <a:pt x="5339810" y="13960"/>
                  </a:lnTo>
                  <a:lnTo>
                    <a:pt x="5408648" y="8259"/>
                  </a:lnTo>
                  <a:lnTo>
                    <a:pt x="5460749" y="4336"/>
                  </a:lnTo>
                  <a:lnTo>
                    <a:pt x="5496197" y="1901"/>
                  </a:lnTo>
                  <a:lnTo>
                    <a:pt x="5516728" y="610"/>
                  </a:lnTo>
                  <a:lnTo>
                    <a:pt x="5525608" y="98"/>
                  </a:lnTo>
                  <a:lnTo>
                    <a:pt x="5527436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56" y="53"/>
                  </a:lnTo>
                  <a:lnTo>
                    <a:pt x="6530527" y="435"/>
                  </a:lnTo>
                  <a:lnTo>
                    <a:pt x="6548476" y="1488"/>
                  </a:lnTo>
                  <a:lnTo>
                    <a:pt x="6580873" y="3565"/>
                  </a:lnTo>
                  <a:lnTo>
                    <a:pt x="6629781" y="7001"/>
                  </a:lnTo>
                  <a:lnTo>
                    <a:pt x="6695607" y="12083"/>
                  </a:lnTo>
                  <a:lnTo>
                    <a:pt x="6777136" y="19033"/>
                  </a:lnTo>
                  <a:lnTo>
                    <a:pt x="6871795" y="27987"/>
                  </a:lnTo>
                  <a:lnTo>
                    <a:pt x="6976112" y="39002"/>
                  </a:lnTo>
                  <a:lnTo>
                    <a:pt x="7086258" y="52074"/>
                  </a:lnTo>
                  <a:lnTo>
                    <a:pt x="7198543" y="67167"/>
                  </a:lnTo>
                  <a:lnTo>
                    <a:pt x="7309783" y="84242"/>
                  </a:lnTo>
                  <a:lnTo>
                    <a:pt x="7417498" y="103279"/>
                  </a:lnTo>
                  <a:lnTo>
                    <a:pt x="7519959" y="124304"/>
                  </a:lnTo>
                  <a:lnTo>
                    <a:pt x="7616133" y="147395"/>
                  </a:lnTo>
                  <a:lnTo>
                    <a:pt x="7705566" y="172694"/>
                  </a:lnTo>
                  <a:lnTo>
                    <a:pt x="7788250" y="200402"/>
                  </a:lnTo>
                  <a:lnTo>
                    <a:pt x="7864496" y="230781"/>
                  </a:lnTo>
                  <a:lnTo>
                    <a:pt x="7934830" y="264147"/>
                  </a:lnTo>
                  <a:lnTo>
                    <a:pt x="7999903" y="300858"/>
                  </a:lnTo>
                  <a:lnTo>
                    <a:pt x="8060434" y="341297"/>
                  </a:lnTo>
                  <a:lnTo>
                    <a:pt x="8117156" y="385839"/>
                  </a:lnTo>
                  <a:lnTo>
                    <a:pt x="8170784" y="434805"/>
                  </a:lnTo>
                  <a:lnTo>
                    <a:pt x="8221973" y="488380"/>
                  </a:lnTo>
                  <a:lnTo>
                    <a:pt x="8229629" y="496986"/>
                  </a:lnTo>
                  <a:lnTo>
                    <a:pt x="8273036" y="548742"/>
                  </a:lnTo>
                  <a:lnTo>
                    <a:pt x="8315378" y="604160"/>
                  </a:lnTo>
                  <a:lnTo>
                    <a:pt x="8356936" y="663315"/>
                  </a:lnTo>
                  <a:lnTo>
                    <a:pt x="8397935" y="726226"/>
                  </a:lnTo>
                  <a:lnTo>
                    <a:pt x="8438560" y="792852"/>
                  </a:lnTo>
                  <a:lnTo>
                    <a:pt x="8478955" y="863085"/>
                  </a:lnTo>
                  <a:lnTo>
                    <a:pt x="8519229" y="936748"/>
                  </a:lnTo>
                  <a:lnTo>
                    <a:pt x="8559464" y="1013591"/>
                  </a:lnTo>
                  <a:lnTo>
                    <a:pt x="8599715" y="1093291"/>
                  </a:lnTo>
                  <a:lnTo>
                    <a:pt x="8640011" y="1175459"/>
                  </a:lnTo>
                  <a:lnTo>
                    <a:pt x="8680366" y="1259642"/>
                  </a:lnTo>
                  <a:lnTo>
                    <a:pt x="8720777" y="1345337"/>
                  </a:lnTo>
                  <a:lnTo>
                    <a:pt x="8761227" y="1431998"/>
                  </a:lnTo>
                  <a:lnTo>
                    <a:pt x="8801694" y="1519053"/>
                  </a:lnTo>
                  <a:lnTo>
                    <a:pt x="8842153" y="1605920"/>
                  </a:lnTo>
                  <a:lnTo>
                    <a:pt x="8882580" y="1692022"/>
                  </a:lnTo>
                  <a:lnTo>
                    <a:pt x="8922955" y="1776801"/>
                  </a:lnTo>
                  <a:lnTo>
                    <a:pt x="8963272" y="1859739"/>
                  </a:lnTo>
                  <a:lnTo>
                    <a:pt x="9003537" y="1940363"/>
                  </a:lnTo>
                  <a:lnTo>
                    <a:pt x="9043772" y="2018259"/>
                  </a:lnTo>
                  <a:lnTo>
                    <a:pt x="9084025" y="2093082"/>
                  </a:lnTo>
                  <a:lnTo>
                    <a:pt x="9124366" y="2164557"/>
                  </a:lnTo>
                  <a:lnTo>
                    <a:pt x="9164894" y="2232478"/>
                  </a:lnTo>
                  <a:lnTo>
                    <a:pt x="9205742" y="2296715"/>
                  </a:lnTo>
                  <a:lnTo>
                    <a:pt x="9247078" y="2357203"/>
                  </a:lnTo>
                  <a:lnTo>
                    <a:pt x="9289113" y="2413941"/>
                  </a:lnTo>
                  <a:lnTo>
                    <a:pt x="9332106" y="2466985"/>
                  </a:lnTo>
                  <a:lnTo>
                    <a:pt x="9347647" y="2484933"/>
                  </a:lnTo>
                  <a:lnTo>
                    <a:pt x="9398516" y="2539217"/>
                  </a:lnTo>
                  <a:lnTo>
                    <a:pt x="9451730" y="2588880"/>
                  </a:lnTo>
                  <a:lnTo>
                    <a:pt x="9507933" y="2634081"/>
                  </a:lnTo>
                  <a:lnTo>
                    <a:pt x="9567833" y="2675124"/>
                  </a:lnTo>
                  <a:lnTo>
                    <a:pt x="9632164" y="2712381"/>
                  </a:lnTo>
                  <a:lnTo>
                    <a:pt x="9701648" y="2746235"/>
                  </a:lnTo>
                  <a:lnTo>
                    <a:pt x="9776951" y="2777049"/>
                  </a:lnTo>
                  <a:lnTo>
                    <a:pt x="9858624" y="2805147"/>
                  </a:lnTo>
                  <a:lnTo>
                    <a:pt x="9947015" y="2830800"/>
                  </a:lnTo>
                  <a:lnTo>
                    <a:pt x="10042173" y="2854219"/>
                  </a:lnTo>
                  <a:lnTo>
                    <a:pt x="10143723" y="2875553"/>
                  </a:lnTo>
                  <a:lnTo>
                    <a:pt x="10250728" y="2894892"/>
                  </a:lnTo>
                  <a:lnTo>
                    <a:pt x="10361570" y="2912267"/>
                  </a:lnTo>
                  <a:lnTo>
                    <a:pt x="10473886" y="2927666"/>
                  </a:lnTo>
                  <a:lnTo>
                    <a:pt x="10584589" y="2941050"/>
                  </a:lnTo>
                  <a:lnTo>
                    <a:pt x="10690048" y="2952381"/>
                  </a:lnTo>
                  <a:lnTo>
                    <a:pt x="10786425" y="2961648"/>
                  </a:lnTo>
                  <a:lnTo>
                    <a:pt x="10870159" y="2968898"/>
                  </a:lnTo>
                  <a:lnTo>
                    <a:pt x="10938506" y="2974254"/>
                  </a:lnTo>
                  <a:lnTo>
                    <a:pt x="10990018" y="2977925"/>
                  </a:lnTo>
                  <a:lnTo>
                    <a:pt x="11024848" y="2980189"/>
                  </a:lnTo>
                  <a:lnTo>
                    <a:pt x="11044812" y="2981376"/>
                  </a:lnTo>
                  <a:lnTo>
                    <a:pt x="11053263" y="2981838"/>
                  </a:lnTo>
                  <a:lnTo>
                    <a:pt x="11054887" y="2981920"/>
                  </a:lnTo>
                  <a:lnTo>
                    <a:pt x="11054891" y="2981920"/>
                  </a:lnTo>
                  <a:lnTo>
                    <a:pt x="12049831" y="2981920"/>
                  </a:lnTo>
                  <a:lnTo>
                    <a:pt x="12049831" y="29819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7" name="pl1726"/>
            <p:cNvSpPr/>
            <p:nvPr/>
          </p:nvSpPr>
          <p:spPr>
            <a:xfrm>
              <a:off x="1199187" y="2499617"/>
              <a:ext cx="12049831" cy="3139139"/>
            </a:xfrm>
            <a:custGeom>
              <a:avLst/>
              <a:pathLst>
                <a:path w="12049831" h="3139139">
                  <a:moveTo>
                    <a:pt x="12049831" y="2981920"/>
                  </a:moveTo>
                  <a:lnTo>
                    <a:pt x="11054891" y="2981920"/>
                  </a:lnTo>
                  <a:lnTo>
                    <a:pt x="11053821" y="2981867"/>
                  </a:lnTo>
                  <a:lnTo>
                    <a:pt x="11046749" y="2981485"/>
                  </a:lnTo>
                  <a:lnTo>
                    <a:pt x="11028800" y="2980432"/>
                  </a:lnTo>
                  <a:lnTo>
                    <a:pt x="10996404" y="2978355"/>
                  </a:lnTo>
                  <a:lnTo>
                    <a:pt x="10947496" y="2974919"/>
                  </a:lnTo>
                  <a:lnTo>
                    <a:pt x="10881669" y="2969836"/>
                  </a:lnTo>
                  <a:lnTo>
                    <a:pt x="10800140" y="2962886"/>
                  </a:lnTo>
                  <a:lnTo>
                    <a:pt x="10705481" y="2953933"/>
                  </a:lnTo>
                  <a:lnTo>
                    <a:pt x="10601164" y="2942918"/>
                  </a:lnTo>
                  <a:lnTo>
                    <a:pt x="10491019" y="2929846"/>
                  </a:lnTo>
                  <a:lnTo>
                    <a:pt x="10378733" y="2914752"/>
                  </a:lnTo>
                  <a:lnTo>
                    <a:pt x="10267493" y="2897678"/>
                  </a:lnTo>
                  <a:lnTo>
                    <a:pt x="10159778" y="2878641"/>
                  </a:lnTo>
                  <a:lnTo>
                    <a:pt x="10057317" y="2857616"/>
                  </a:lnTo>
                  <a:lnTo>
                    <a:pt x="9961143" y="2834525"/>
                  </a:lnTo>
                  <a:lnTo>
                    <a:pt x="9871711" y="2809226"/>
                  </a:lnTo>
                  <a:lnTo>
                    <a:pt x="9789027" y="2781518"/>
                  </a:lnTo>
                  <a:lnTo>
                    <a:pt x="9712780" y="2751139"/>
                  </a:lnTo>
                  <a:lnTo>
                    <a:pt x="9642446" y="2717773"/>
                  </a:lnTo>
                  <a:lnTo>
                    <a:pt x="9577373" y="2681062"/>
                  </a:lnTo>
                  <a:lnTo>
                    <a:pt x="9516843" y="2640623"/>
                  </a:lnTo>
                  <a:lnTo>
                    <a:pt x="9460120" y="2596081"/>
                  </a:lnTo>
                  <a:lnTo>
                    <a:pt x="9406493" y="2547115"/>
                  </a:lnTo>
                  <a:lnTo>
                    <a:pt x="9355303" y="2493540"/>
                  </a:lnTo>
                  <a:lnTo>
                    <a:pt x="9347647" y="2484933"/>
                  </a:lnTo>
                  <a:lnTo>
                    <a:pt x="9304241" y="2433177"/>
                  </a:lnTo>
                  <a:lnTo>
                    <a:pt x="9261898" y="2377759"/>
                  </a:lnTo>
                  <a:lnTo>
                    <a:pt x="9220341" y="2318605"/>
                  </a:lnTo>
                  <a:lnTo>
                    <a:pt x="9179341" y="2255694"/>
                  </a:lnTo>
                  <a:lnTo>
                    <a:pt x="9138716" y="2189068"/>
                  </a:lnTo>
                  <a:lnTo>
                    <a:pt x="9098322" y="2118834"/>
                  </a:lnTo>
                  <a:lnTo>
                    <a:pt x="9058047" y="2045171"/>
                  </a:lnTo>
                  <a:lnTo>
                    <a:pt x="9017812" y="1968329"/>
                  </a:lnTo>
                  <a:lnTo>
                    <a:pt x="8977562" y="1888629"/>
                  </a:lnTo>
                  <a:lnTo>
                    <a:pt x="8937265" y="1806461"/>
                  </a:lnTo>
                  <a:lnTo>
                    <a:pt x="8896910" y="1722278"/>
                  </a:lnTo>
                  <a:lnTo>
                    <a:pt x="8856500" y="1636583"/>
                  </a:lnTo>
                  <a:lnTo>
                    <a:pt x="8816050" y="1549922"/>
                  </a:lnTo>
                  <a:lnTo>
                    <a:pt x="8775582" y="1462867"/>
                  </a:lnTo>
                  <a:lnTo>
                    <a:pt x="8735123" y="1376000"/>
                  </a:lnTo>
                  <a:lnTo>
                    <a:pt x="8694697" y="1289898"/>
                  </a:lnTo>
                  <a:lnTo>
                    <a:pt x="8654321" y="1205118"/>
                  </a:lnTo>
                  <a:lnTo>
                    <a:pt x="8614004" y="1122181"/>
                  </a:lnTo>
                  <a:lnTo>
                    <a:pt x="8573740" y="1041557"/>
                  </a:lnTo>
                  <a:lnTo>
                    <a:pt x="8533504" y="963661"/>
                  </a:lnTo>
                  <a:lnTo>
                    <a:pt x="8493252" y="888837"/>
                  </a:lnTo>
                  <a:lnTo>
                    <a:pt x="8452911" y="817363"/>
                  </a:lnTo>
                  <a:lnTo>
                    <a:pt x="8412382" y="749441"/>
                  </a:lnTo>
                  <a:lnTo>
                    <a:pt x="8371534" y="685204"/>
                  </a:lnTo>
                  <a:lnTo>
                    <a:pt x="8330198" y="624716"/>
                  </a:lnTo>
                  <a:lnTo>
                    <a:pt x="8288164" y="567979"/>
                  </a:lnTo>
                  <a:lnTo>
                    <a:pt x="8245170" y="514935"/>
                  </a:lnTo>
                  <a:lnTo>
                    <a:pt x="8229629" y="496986"/>
                  </a:lnTo>
                  <a:lnTo>
                    <a:pt x="8178761" y="442703"/>
                  </a:lnTo>
                  <a:lnTo>
                    <a:pt x="8125547" y="393040"/>
                  </a:lnTo>
                  <a:lnTo>
                    <a:pt x="8069343" y="347839"/>
                  </a:lnTo>
                  <a:lnTo>
                    <a:pt x="8009443" y="306796"/>
                  </a:lnTo>
                  <a:lnTo>
                    <a:pt x="7945113" y="269539"/>
                  </a:lnTo>
                  <a:lnTo>
                    <a:pt x="7875629" y="235685"/>
                  </a:lnTo>
                  <a:lnTo>
                    <a:pt x="7800325" y="204871"/>
                  </a:lnTo>
                  <a:lnTo>
                    <a:pt x="7718653" y="176772"/>
                  </a:lnTo>
                  <a:lnTo>
                    <a:pt x="7630262" y="151120"/>
                  </a:lnTo>
                  <a:lnTo>
                    <a:pt x="7535103" y="127701"/>
                  </a:lnTo>
                  <a:lnTo>
                    <a:pt x="7433553" y="106366"/>
                  </a:lnTo>
                  <a:lnTo>
                    <a:pt x="7326549" y="87028"/>
                  </a:lnTo>
                  <a:lnTo>
                    <a:pt x="7215706" y="69653"/>
                  </a:lnTo>
                  <a:lnTo>
                    <a:pt x="7103390" y="54254"/>
                  </a:lnTo>
                  <a:lnTo>
                    <a:pt x="6992687" y="40870"/>
                  </a:lnTo>
                  <a:lnTo>
                    <a:pt x="6887228" y="29539"/>
                  </a:lnTo>
                  <a:lnTo>
                    <a:pt x="6790851" y="20272"/>
                  </a:lnTo>
                  <a:lnTo>
                    <a:pt x="6707118" y="13022"/>
                  </a:lnTo>
                  <a:lnTo>
                    <a:pt x="6638771" y="7665"/>
                  </a:lnTo>
                  <a:lnTo>
                    <a:pt x="6587258" y="3995"/>
                  </a:lnTo>
                  <a:lnTo>
                    <a:pt x="6552428" y="1731"/>
                  </a:lnTo>
                  <a:lnTo>
                    <a:pt x="6532465" y="543"/>
                  </a:lnTo>
                  <a:lnTo>
                    <a:pt x="6524014" y="82"/>
                  </a:lnTo>
                  <a:lnTo>
                    <a:pt x="6522390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2" y="56"/>
                  </a:lnTo>
                  <a:lnTo>
                    <a:pt x="5519353" y="455"/>
                  </a:lnTo>
                  <a:lnTo>
                    <a:pt x="5501510" y="1557"/>
                  </a:lnTo>
                  <a:lnTo>
                    <a:pt x="5469297" y="3729"/>
                  </a:lnTo>
                  <a:lnTo>
                    <a:pt x="5420653" y="7323"/>
                  </a:lnTo>
                  <a:lnTo>
                    <a:pt x="5355156" y="12641"/>
                  </a:lnTo>
                  <a:lnTo>
                    <a:pt x="5273997" y="19914"/>
                  </a:lnTo>
                  <a:lnTo>
                    <a:pt x="5179718" y="29286"/>
                  </a:lnTo>
                  <a:lnTo>
                    <a:pt x="5075759" y="40818"/>
                  </a:lnTo>
                  <a:lnTo>
                    <a:pt x="4965923" y="54508"/>
                  </a:lnTo>
                  <a:lnTo>
                    <a:pt x="4853884" y="70318"/>
                  </a:lnTo>
                  <a:lnTo>
                    <a:pt x="4742820" y="88204"/>
                  </a:lnTo>
                  <a:lnTo>
                    <a:pt x="4635213" y="108149"/>
                  </a:lnTo>
                  <a:lnTo>
                    <a:pt x="4532801" y="130175"/>
                  </a:lnTo>
                  <a:lnTo>
                    <a:pt x="4436629" y="154365"/>
                  </a:lnTo>
                  <a:lnTo>
                    <a:pt x="4347163" y="180863"/>
                  </a:lnTo>
                  <a:lnTo>
                    <a:pt x="4264423" y="209878"/>
                  </a:lnTo>
                  <a:lnTo>
                    <a:pt x="4188109" y="241683"/>
                  </a:lnTo>
                  <a:lnTo>
                    <a:pt x="4117705" y="276606"/>
                  </a:lnTo>
                  <a:lnTo>
                    <a:pt x="4052567" y="315019"/>
                  </a:lnTo>
                  <a:lnTo>
                    <a:pt x="3991984" y="357323"/>
                  </a:lnTo>
                  <a:lnTo>
                    <a:pt x="3935225" y="403913"/>
                  </a:lnTo>
                  <a:lnTo>
                    <a:pt x="3881579" y="455126"/>
                  </a:lnTo>
                  <a:lnTo>
                    <a:pt x="3830392" y="511166"/>
                  </a:lnTo>
                  <a:lnTo>
                    <a:pt x="3820202" y="523189"/>
                  </a:lnTo>
                  <a:lnTo>
                    <a:pt x="3777633" y="576572"/>
                  </a:lnTo>
                  <a:lnTo>
                    <a:pt x="3736093" y="633658"/>
                  </a:lnTo>
                  <a:lnTo>
                    <a:pt x="3695316" y="694524"/>
                  </a:lnTo>
                  <a:lnTo>
                    <a:pt x="3655088" y="759192"/>
                  </a:lnTo>
                  <a:lnTo>
                    <a:pt x="3615231" y="827625"/>
                  </a:lnTo>
                  <a:lnTo>
                    <a:pt x="3575609" y="899722"/>
                  </a:lnTo>
                  <a:lnTo>
                    <a:pt x="3536112" y="975315"/>
                  </a:lnTo>
                  <a:lnTo>
                    <a:pt x="3496662" y="1054165"/>
                  </a:lnTo>
                  <a:lnTo>
                    <a:pt x="3457205" y="1135962"/>
                  </a:lnTo>
                  <a:lnTo>
                    <a:pt x="3417706" y="1220331"/>
                  </a:lnTo>
                  <a:lnTo>
                    <a:pt x="3378152" y="1306834"/>
                  </a:lnTo>
                  <a:lnTo>
                    <a:pt x="3338544" y="1394980"/>
                  </a:lnTo>
                  <a:lnTo>
                    <a:pt x="3298892" y="1484237"/>
                  </a:lnTo>
                  <a:lnTo>
                    <a:pt x="3259219" y="1574041"/>
                  </a:lnTo>
                  <a:lnTo>
                    <a:pt x="3219546" y="1663817"/>
                  </a:lnTo>
                  <a:lnTo>
                    <a:pt x="3179898" y="1752987"/>
                  </a:lnTo>
                  <a:lnTo>
                    <a:pt x="3140295" y="1840993"/>
                  </a:lnTo>
                  <a:lnTo>
                    <a:pt x="3100747" y="1927305"/>
                  </a:lnTo>
                  <a:lnTo>
                    <a:pt x="3061253" y="2011437"/>
                  </a:lnTo>
                  <a:lnTo>
                    <a:pt x="3021798" y="2092957"/>
                  </a:lnTo>
                  <a:lnTo>
                    <a:pt x="2982346" y="2171495"/>
                  </a:lnTo>
                  <a:lnTo>
                    <a:pt x="2942841" y="2246750"/>
                  </a:lnTo>
                  <a:lnTo>
                    <a:pt x="2903201" y="2318489"/>
                  </a:lnTo>
                  <a:lnTo>
                    <a:pt x="2863314" y="2386551"/>
                  </a:lnTo>
                  <a:lnTo>
                    <a:pt x="2823039" y="2450841"/>
                  </a:lnTo>
                  <a:lnTo>
                    <a:pt x="2782198" y="2511329"/>
                  </a:lnTo>
                  <a:lnTo>
                    <a:pt x="2740568" y="2568042"/>
                  </a:lnTo>
                  <a:lnTo>
                    <a:pt x="2702183" y="2615949"/>
                  </a:lnTo>
                  <a:lnTo>
                    <a:pt x="2651424" y="2672979"/>
                  </a:lnTo>
                  <a:lnTo>
                    <a:pt x="2598331" y="2725166"/>
                  </a:lnTo>
                  <a:lnTo>
                    <a:pt x="2542263" y="2772674"/>
                  </a:lnTo>
                  <a:lnTo>
                    <a:pt x="2482519" y="2815821"/>
                  </a:lnTo>
                  <a:lnTo>
                    <a:pt x="2418369" y="2854995"/>
                  </a:lnTo>
                  <a:lnTo>
                    <a:pt x="2349095" y="2890598"/>
                  </a:lnTo>
                  <a:lnTo>
                    <a:pt x="2274033" y="2923011"/>
                  </a:lnTo>
                  <a:lnTo>
                    <a:pt x="2192636" y="2952571"/>
                  </a:lnTo>
                  <a:lnTo>
                    <a:pt x="2104552" y="2979563"/>
                  </a:lnTo>
                  <a:lnTo>
                    <a:pt x="2009726" y="3004210"/>
                  </a:lnTo>
                  <a:lnTo>
                    <a:pt x="1908523" y="3026669"/>
                  </a:lnTo>
                  <a:lnTo>
                    <a:pt x="1801858" y="3047034"/>
                  </a:lnTo>
                  <a:lnTo>
                    <a:pt x="1691322" y="3065341"/>
                  </a:lnTo>
                  <a:lnTo>
                    <a:pt x="1579245" y="3081577"/>
                  </a:lnTo>
                  <a:lnTo>
                    <a:pt x="1468673" y="3095703"/>
                  </a:lnTo>
                  <a:lnTo>
                    <a:pt x="1363204" y="3107677"/>
                  </a:lnTo>
                  <a:lnTo>
                    <a:pt x="1266652" y="3117487"/>
                  </a:lnTo>
                  <a:lnTo>
                    <a:pt x="1182575" y="3125179"/>
                  </a:lnTo>
                  <a:lnTo>
                    <a:pt x="1113737" y="3130880"/>
                  </a:lnTo>
                  <a:lnTo>
                    <a:pt x="1061636" y="3134803"/>
                  </a:lnTo>
                  <a:lnTo>
                    <a:pt x="1026188" y="3137238"/>
                  </a:lnTo>
                  <a:lnTo>
                    <a:pt x="1005657" y="3138529"/>
                  </a:lnTo>
                  <a:lnTo>
                    <a:pt x="996777" y="3139041"/>
                  </a:lnTo>
                  <a:lnTo>
                    <a:pt x="994949" y="3139139"/>
                  </a:lnTo>
                  <a:lnTo>
                    <a:pt x="994940" y="3139139"/>
                  </a:lnTo>
                  <a:lnTo>
                    <a:pt x="0" y="3139139"/>
                  </a:lnTo>
                  <a:lnTo>
                    <a:pt x="0" y="31391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8" name="pg1727"/>
            <p:cNvSpPr/>
            <p:nvPr/>
          </p:nvSpPr>
          <p:spPr>
            <a:xfrm>
              <a:off x="1199187" y="5381966"/>
              <a:ext cx="12049831" cy="335400"/>
            </a:xfrm>
            <a:custGeom>
              <a:avLst/>
              <a:pathLst>
                <a:path w="12049831" h="335400">
                  <a:moveTo>
                    <a:pt x="0" y="335400"/>
                  </a:moveTo>
                  <a:lnTo>
                    <a:pt x="994940" y="335400"/>
                  </a:lnTo>
                  <a:lnTo>
                    <a:pt x="996076" y="335396"/>
                  </a:lnTo>
                  <a:lnTo>
                    <a:pt x="1003573" y="335364"/>
                  </a:lnTo>
                  <a:lnTo>
                    <a:pt x="1022571" y="335278"/>
                  </a:lnTo>
                  <a:lnTo>
                    <a:pt x="1056785" y="335107"/>
                  </a:lnTo>
                  <a:lnTo>
                    <a:pt x="1108287" y="334825"/>
                  </a:lnTo>
                  <a:lnTo>
                    <a:pt x="1177344" y="334408"/>
                  </a:lnTo>
                  <a:lnTo>
                    <a:pt x="1262487" y="333839"/>
                  </a:lnTo>
                  <a:lnTo>
                    <a:pt x="1360826" y="333108"/>
                  </a:lnTo>
                  <a:lnTo>
                    <a:pt x="1468580" y="332210"/>
                  </a:lnTo>
                  <a:lnTo>
                    <a:pt x="1581674" y="331148"/>
                  </a:lnTo>
                  <a:lnTo>
                    <a:pt x="1696268" y="329923"/>
                  </a:lnTo>
                  <a:lnTo>
                    <a:pt x="1809130" y="328539"/>
                  </a:lnTo>
                  <a:lnTo>
                    <a:pt x="1917811" y="326997"/>
                  </a:lnTo>
                  <a:lnTo>
                    <a:pt x="2020672" y="325294"/>
                  </a:lnTo>
                  <a:lnTo>
                    <a:pt x="2116797" y="323422"/>
                  </a:lnTo>
                  <a:lnTo>
                    <a:pt x="2205860" y="321367"/>
                  </a:lnTo>
                  <a:lnTo>
                    <a:pt x="2287971" y="319113"/>
                  </a:lnTo>
                  <a:lnTo>
                    <a:pt x="2363550" y="316634"/>
                  </a:lnTo>
                  <a:lnTo>
                    <a:pt x="2433211" y="313905"/>
                  </a:lnTo>
                  <a:lnTo>
                    <a:pt x="2497679" y="310895"/>
                  </a:lnTo>
                  <a:lnTo>
                    <a:pt x="2557729" y="307572"/>
                  </a:lnTo>
                  <a:lnTo>
                    <a:pt x="2614137" y="303907"/>
                  </a:lnTo>
                  <a:lnTo>
                    <a:pt x="2667640" y="299877"/>
                  </a:lnTo>
                  <a:lnTo>
                    <a:pt x="2702183" y="296969"/>
                  </a:lnTo>
                  <a:lnTo>
                    <a:pt x="2763555" y="291195"/>
                  </a:lnTo>
                  <a:lnTo>
                    <a:pt x="2823017" y="284843"/>
                  </a:lnTo>
                  <a:lnTo>
                    <a:pt x="2881279" y="277905"/>
                  </a:lnTo>
                  <a:lnTo>
                    <a:pt x="2938862" y="270391"/>
                  </a:lnTo>
                  <a:lnTo>
                    <a:pt x="2996133" y="262332"/>
                  </a:lnTo>
                  <a:lnTo>
                    <a:pt x="3053335" y="253782"/>
                  </a:lnTo>
                  <a:lnTo>
                    <a:pt x="3110602" y="244817"/>
                  </a:lnTo>
                  <a:lnTo>
                    <a:pt x="3167985" y="235534"/>
                  </a:lnTo>
                  <a:lnTo>
                    <a:pt x="3225468" y="226046"/>
                  </a:lnTo>
                  <a:lnTo>
                    <a:pt x="3282996" y="216479"/>
                  </a:lnTo>
                  <a:lnTo>
                    <a:pt x="3340496" y="206960"/>
                  </a:lnTo>
                  <a:lnTo>
                    <a:pt x="3397906" y="197617"/>
                  </a:lnTo>
                  <a:lnTo>
                    <a:pt x="3455200" y="188566"/>
                  </a:lnTo>
                  <a:lnTo>
                    <a:pt x="3512409" y="179907"/>
                  </a:lnTo>
                  <a:lnTo>
                    <a:pt x="3569646" y="171723"/>
                  </a:lnTo>
                  <a:lnTo>
                    <a:pt x="3627124" y="164074"/>
                  </a:lnTo>
                  <a:lnTo>
                    <a:pt x="3685180" y="156994"/>
                  </a:lnTo>
                  <a:lnTo>
                    <a:pt x="3744295" y="150501"/>
                  </a:lnTo>
                  <a:lnTo>
                    <a:pt x="3805128" y="144589"/>
                  </a:lnTo>
                  <a:lnTo>
                    <a:pt x="3820202" y="143243"/>
                  </a:lnTo>
                  <a:lnTo>
                    <a:pt x="3872131" y="138964"/>
                  </a:lnTo>
                  <a:lnTo>
                    <a:pt x="3926515" y="135056"/>
                  </a:lnTo>
                  <a:lnTo>
                    <a:pt x="3984042" y="131507"/>
                  </a:lnTo>
                  <a:lnTo>
                    <a:pt x="4045464" y="128290"/>
                  </a:lnTo>
                  <a:lnTo>
                    <a:pt x="4111562" y="125377"/>
                  </a:lnTo>
                  <a:lnTo>
                    <a:pt x="4183100" y="122733"/>
                  </a:lnTo>
                  <a:lnTo>
                    <a:pt x="4260776" y="120332"/>
                  </a:lnTo>
                  <a:lnTo>
                    <a:pt x="4345149" y="118145"/>
                  </a:lnTo>
                  <a:lnTo>
                    <a:pt x="4436550" y="116153"/>
                  </a:lnTo>
                  <a:lnTo>
                    <a:pt x="4534961" y="114338"/>
                  </a:lnTo>
                  <a:lnTo>
                    <a:pt x="4639877" y="112688"/>
                  </a:lnTo>
                  <a:lnTo>
                    <a:pt x="4750158" y="111199"/>
                  </a:lnTo>
                  <a:lnTo>
                    <a:pt x="4863903" y="109867"/>
                  </a:lnTo>
                  <a:lnTo>
                    <a:pt x="4978395" y="108696"/>
                  </a:lnTo>
                  <a:lnTo>
                    <a:pt x="5090171" y="107687"/>
                  </a:lnTo>
                  <a:lnTo>
                    <a:pt x="5195265" y="106845"/>
                  </a:lnTo>
                  <a:lnTo>
                    <a:pt x="5289634" y="106168"/>
                  </a:lnTo>
                  <a:lnTo>
                    <a:pt x="5369725" y="105651"/>
                  </a:lnTo>
                  <a:lnTo>
                    <a:pt x="5433068" y="105280"/>
                  </a:lnTo>
                  <a:lnTo>
                    <a:pt x="5478742" y="105038"/>
                  </a:lnTo>
                  <a:lnTo>
                    <a:pt x="5507619" y="104898"/>
                  </a:lnTo>
                  <a:lnTo>
                    <a:pt x="5522335" y="104833"/>
                  </a:lnTo>
                  <a:lnTo>
                    <a:pt x="5527098" y="104813"/>
                  </a:lnTo>
                  <a:lnTo>
                    <a:pt x="5527445" y="104812"/>
                  </a:lnTo>
                  <a:lnTo>
                    <a:pt x="6522385" y="104812"/>
                  </a:lnTo>
                  <a:lnTo>
                    <a:pt x="6523522" y="104810"/>
                  </a:lnTo>
                  <a:lnTo>
                    <a:pt x="6531021" y="104797"/>
                  </a:lnTo>
                  <a:lnTo>
                    <a:pt x="6550024" y="104759"/>
                  </a:lnTo>
                  <a:lnTo>
                    <a:pt x="6584249" y="104686"/>
                  </a:lnTo>
                  <a:lnTo>
                    <a:pt x="6635763" y="104564"/>
                  </a:lnTo>
                  <a:lnTo>
                    <a:pt x="6704838" y="104384"/>
                  </a:lnTo>
                  <a:lnTo>
                    <a:pt x="6789999" y="104138"/>
                  </a:lnTo>
                  <a:lnTo>
                    <a:pt x="6888357" y="103822"/>
                  </a:lnTo>
                  <a:lnTo>
                    <a:pt x="6996129" y="103434"/>
                  </a:lnTo>
                  <a:lnTo>
                    <a:pt x="7109237" y="102975"/>
                  </a:lnTo>
                  <a:lnTo>
                    <a:pt x="7223844" y="102446"/>
                  </a:lnTo>
                  <a:lnTo>
                    <a:pt x="7336713" y="101849"/>
                  </a:lnTo>
                  <a:lnTo>
                    <a:pt x="7445398" y="101183"/>
                  </a:lnTo>
                  <a:lnTo>
                    <a:pt x="7548261" y="100447"/>
                  </a:lnTo>
                  <a:lnTo>
                    <a:pt x="7644386" y="99638"/>
                  </a:lnTo>
                  <a:lnTo>
                    <a:pt x="7733446" y="98751"/>
                  </a:lnTo>
                  <a:lnTo>
                    <a:pt x="7815555" y="97777"/>
                  </a:lnTo>
                  <a:lnTo>
                    <a:pt x="7891130" y="96707"/>
                  </a:lnTo>
                  <a:lnTo>
                    <a:pt x="7960787" y="95528"/>
                  </a:lnTo>
                  <a:lnTo>
                    <a:pt x="8025252" y="94228"/>
                  </a:lnTo>
                  <a:lnTo>
                    <a:pt x="8085300" y="92792"/>
                  </a:lnTo>
                  <a:lnTo>
                    <a:pt x="8141707" y="91209"/>
                  </a:lnTo>
                  <a:lnTo>
                    <a:pt x="8195210" y="89468"/>
                  </a:lnTo>
                  <a:lnTo>
                    <a:pt x="8229629" y="88217"/>
                  </a:lnTo>
                  <a:lnTo>
                    <a:pt x="8291230" y="85714"/>
                  </a:lnTo>
                  <a:lnTo>
                    <a:pt x="8350911" y="82959"/>
                  </a:lnTo>
                  <a:lnTo>
                    <a:pt x="8409386" y="79949"/>
                  </a:lnTo>
                  <a:lnTo>
                    <a:pt x="8467182" y="76689"/>
                  </a:lnTo>
                  <a:lnTo>
                    <a:pt x="8524668" y="73192"/>
                  </a:lnTo>
                  <a:lnTo>
                    <a:pt x="8582089" y="69481"/>
                  </a:lnTo>
                  <a:lnTo>
                    <a:pt x="8639577" y="65591"/>
                  </a:lnTo>
                  <a:lnTo>
                    <a:pt x="8697182" y="61564"/>
                  </a:lnTo>
                  <a:lnTo>
                    <a:pt x="8754886" y="57450"/>
                  </a:lnTo>
                  <a:lnTo>
                    <a:pt x="8812633" y="53303"/>
                  </a:lnTo>
                  <a:lnTo>
                    <a:pt x="8870350" y="49179"/>
                  </a:lnTo>
                  <a:lnTo>
                    <a:pt x="8927974" y="45133"/>
                  </a:lnTo>
                  <a:lnTo>
                    <a:pt x="8985481" y="41217"/>
                  </a:lnTo>
                  <a:lnTo>
                    <a:pt x="9042905" y="37474"/>
                  </a:lnTo>
                  <a:lnTo>
                    <a:pt x="9100367" y="33938"/>
                  </a:lnTo>
                  <a:lnTo>
                    <a:pt x="9158088" y="30637"/>
                  </a:lnTo>
                  <a:lnTo>
                    <a:pt x="9216417" y="27584"/>
                  </a:lnTo>
                  <a:lnTo>
                    <a:pt x="9275849" y="24786"/>
                  </a:lnTo>
                  <a:lnTo>
                    <a:pt x="9337066" y="22241"/>
                  </a:lnTo>
                  <a:lnTo>
                    <a:pt x="9347647" y="21835"/>
                  </a:lnTo>
                  <a:lnTo>
                    <a:pt x="9399582" y="19987"/>
                  </a:lnTo>
                  <a:lnTo>
                    <a:pt x="9453973" y="18300"/>
                  </a:lnTo>
                  <a:lnTo>
                    <a:pt x="9511506" y="16767"/>
                  </a:lnTo>
                  <a:lnTo>
                    <a:pt x="9572936" y="15378"/>
                  </a:lnTo>
                  <a:lnTo>
                    <a:pt x="9639043" y="14120"/>
                  </a:lnTo>
                  <a:lnTo>
                    <a:pt x="9710592" y="12978"/>
                  </a:lnTo>
                  <a:lnTo>
                    <a:pt x="9788280" y="11941"/>
                  </a:lnTo>
                  <a:lnTo>
                    <a:pt x="9872667" y="10997"/>
                  </a:lnTo>
                  <a:lnTo>
                    <a:pt x="9964083" y="10136"/>
                  </a:lnTo>
                  <a:lnTo>
                    <a:pt x="10062512" y="9353"/>
                  </a:lnTo>
                  <a:lnTo>
                    <a:pt x="10167445" y="8640"/>
                  </a:lnTo>
                  <a:lnTo>
                    <a:pt x="10277743" y="7997"/>
                  </a:lnTo>
                  <a:lnTo>
                    <a:pt x="10391503" y="7422"/>
                  </a:lnTo>
                  <a:lnTo>
                    <a:pt x="10506005" y="6916"/>
                  </a:lnTo>
                  <a:lnTo>
                    <a:pt x="10617786" y="6481"/>
                  </a:lnTo>
                  <a:lnTo>
                    <a:pt x="10722876" y="6117"/>
                  </a:lnTo>
                  <a:lnTo>
                    <a:pt x="10817233" y="5825"/>
                  </a:lnTo>
                  <a:lnTo>
                    <a:pt x="10897304" y="5602"/>
                  </a:lnTo>
                  <a:lnTo>
                    <a:pt x="10960620" y="5442"/>
                  </a:lnTo>
                  <a:lnTo>
                    <a:pt x="11006264" y="5337"/>
                  </a:lnTo>
                  <a:lnTo>
                    <a:pt x="11035110" y="5277"/>
                  </a:lnTo>
                  <a:lnTo>
                    <a:pt x="11049801" y="5249"/>
                  </a:lnTo>
                  <a:lnTo>
                    <a:pt x="11054547" y="524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1"/>
                  </a:lnTo>
                  <a:lnTo>
                    <a:pt x="11046256" y="15"/>
                  </a:lnTo>
                  <a:lnTo>
                    <a:pt x="11027252" y="52"/>
                  </a:lnTo>
                  <a:lnTo>
                    <a:pt x="10993028" y="126"/>
                  </a:lnTo>
                  <a:lnTo>
                    <a:pt x="10941513" y="248"/>
                  </a:lnTo>
                  <a:lnTo>
                    <a:pt x="10872439" y="428"/>
                  </a:lnTo>
                  <a:lnTo>
                    <a:pt x="10787277" y="674"/>
                  </a:lnTo>
                  <a:lnTo>
                    <a:pt x="10688919" y="990"/>
                  </a:lnTo>
                  <a:lnTo>
                    <a:pt x="10581148" y="1377"/>
                  </a:lnTo>
                  <a:lnTo>
                    <a:pt x="10468039" y="1836"/>
                  </a:lnTo>
                  <a:lnTo>
                    <a:pt x="10353433" y="2365"/>
                  </a:lnTo>
                  <a:lnTo>
                    <a:pt x="10240564" y="2963"/>
                  </a:lnTo>
                  <a:lnTo>
                    <a:pt x="10131878" y="3629"/>
                  </a:lnTo>
                  <a:lnTo>
                    <a:pt x="10029016" y="4365"/>
                  </a:lnTo>
                  <a:lnTo>
                    <a:pt x="9932891" y="5173"/>
                  </a:lnTo>
                  <a:lnTo>
                    <a:pt x="9843830" y="6061"/>
                  </a:lnTo>
                  <a:lnTo>
                    <a:pt x="9761722" y="7035"/>
                  </a:lnTo>
                  <a:lnTo>
                    <a:pt x="9686146" y="8105"/>
                  </a:lnTo>
                  <a:lnTo>
                    <a:pt x="9616489" y="9284"/>
                  </a:lnTo>
                  <a:lnTo>
                    <a:pt x="9552024" y="10584"/>
                  </a:lnTo>
                  <a:lnTo>
                    <a:pt x="9491976" y="12020"/>
                  </a:lnTo>
                  <a:lnTo>
                    <a:pt x="9435569" y="13603"/>
                  </a:lnTo>
                  <a:lnTo>
                    <a:pt x="9382067" y="15343"/>
                  </a:lnTo>
                  <a:lnTo>
                    <a:pt x="9347647" y="16595"/>
                  </a:lnTo>
                  <a:lnTo>
                    <a:pt x="9286046" y="19098"/>
                  </a:lnTo>
                  <a:lnTo>
                    <a:pt x="9226366" y="21853"/>
                  </a:lnTo>
                  <a:lnTo>
                    <a:pt x="9167890" y="24863"/>
                  </a:lnTo>
                  <a:lnTo>
                    <a:pt x="9110095" y="28123"/>
                  </a:lnTo>
                  <a:lnTo>
                    <a:pt x="9052608" y="31620"/>
                  </a:lnTo>
                  <a:lnTo>
                    <a:pt x="8995188" y="35330"/>
                  </a:lnTo>
                  <a:lnTo>
                    <a:pt x="8937700" y="39220"/>
                  </a:lnTo>
                  <a:lnTo>
                    <a:pt x="8880095" y="43247"/>
                  </a:lnTo>
                  <a:lnTo>
                    <a:pt x="8822390" y="47362"/>
                  </a:lnTo>
                  <a:lnTo>
                    <a:pt x="8764643" y="51509"/>
                  </a:lnTo>
                  <a:lnTo>
                    <a:pt x="8706927" y="55633"/>
                  </a:lnTo>
                  <a:lnTo>
                    <a:pt x="8649303" y="59679"/>
                  </a:lnTo>
                  <a:lnTo>
                    <a:pt x="8591796" y="63595"/>
                  </a:lnTo>
                  <a:lnTo>
                    <a:pt x="8534371" y="67338"/>
                  </a:lnTo>
                  <a:lnTo>
                    <a:pt x="8476909" y="70873"/>
                  </a:lnTo>
                  <a:lnTo>
                    <a:pt x="8419188" y="74175"/>
                  </a:lnTo>
                  <a:lnTo>
                    <a:pt x="8360860" y="77228"/>
                  </a:lnTo>
                  <a:lnTo>
                    <a:pt x="8301427" y="80025"/>
                  </a:lnTo>
                  <a:lnTo>
                    <a:pt x="8240211" y="82570"/>
                  </a:lnTo>
                  <a:lnTo>
                    <a:pt x="8229629" y="82976"/>
                  </a:lnTo>
                  <a:lnTo>
                    <a:pt x="8177695" y="84824"/>
                  </a:lnTo>
                  <a:lnTo>
                    <a:pt x="8123304" y="86512"/>
                  </a:lnTo>
                  <a:lnTo>
                    <a:pt x="8065770" y="88045"/>
                  </a:lnTo>
                  <a:lnTo>
                    <a:pt x="8004340" y="89434"/>
                  </a:lnTo>
                  <a:lnTo>
                    <a:pt x="7938233" y="90692"/>
                  </a:lnTo>
                  <a:lnTo>
                    <a:pt x="7866684" y="91833"/>
                  </a:lnTo>
                  <a:lnTo>
                    <a:pt x="7788996" y="92871"/>
                  </a:lnTo>
                  <a:lnTo>
                    <a:pt x="7704609" y="93815"/>
                  </a:lnTo>
                  <a:lnTo>
                    <a:pt x="7613193" y="94675"/>
                  </a:lnTo>
                  <a:lnTo>
                    <a:pt x="7514765" y="95459"/>
                  </a:lnTo>
                  <a:lnTo>
                    <a:pt x="7409831" y="96171"/>
                  </a:lnTo>
                  <a:lnTo>
                    <a:pt x="7299533" y="96814"/>
                  </a:lnTo>
                  <a:lnTo>
                    <a:pt x="7185774" y="97389"/>
                  </a:lnTo>
                  <a:lnTo>
                    <a:pt x="7071272" y="97895"/>
                  </a:lnTo>
                  <a:lnTo>
                    <a:pt x="6959491" y="98331"/>
                  </a:lnTo>
                  <a:lnTo>
                    <a:pt x="6854400" y="98694"/>
                  </a:lnTo>
                  <a:lnTo>
                    <a:pt x="6760044" y="98987"/>
                  </a:lnTo>
                  <a:lnTo>
                    <a:pt x="6679972" y="99210"/>
                  </a:lnTo>
                  <a:lnTo>
                    <a:pt x="6616656" y="99370"/>
                  </a:lnTo>
                  <a:lnTo>
                    <a:pt x="6571012" y="99474"/>
                  </a:lnTo>
                  <a:lnTo>
                    <a:pt x="6542166" y="99535"/>
                  </a:lnTo>
                  <a:lnTo>
                    <a:pt x="6527476" y="99563"/>
                  </a:lnTo>
                  <a:lnTo>
                    <a:pt x="6522729" y="99571"/>
                  </a:lnTo>
                  <a:lnTo>
                    <a:pt x="6522385" y="99572"/>
                  </a:lnTo>
                  <a:lnTo>
                    <a:pt x="5527445" y="99572"/>
                  </a:lnTo>
                  <a:lnTo>
                    <a:pt x="5526309" y="99576"/>
                  </a:lnTo>
                  <a:lnTo>
                    <a:pt x="5518812" y="99607"/>
                  </a:lnTo>
                  <a:lnTo>
                    <a:pt x="5499814" y="99694"/>
                  </a:lnTo>
                  <a:lnTo>
                    <a:pt x="5465600" y="99865"/>
                  </a:lnTo>
                  <a:lnTo>
                    <a:pt x="5414098" y="100147"/>
                  </a:lnTo>
                  <a:lnTo>
                    <a:pt x="5345041" y="100564"/>
                  </a:lnTo>
                  <a:lnTo>
                    <a:pt x="5259898" y="101133"/>
                  </a:lnTo>
                  <a:lnTo>
                    <a:pt x="5161559" y="101864"/>
                  </a:lnTo>
                  <a:lnTo>
                    <a:pt x="5053805" y="102761"/>
                  </a:lnTo>
                  <a:lnTo>
                    <a:pt x="4940711" y="103824"/>
                  </a:lnTo>
                  <a:lnTo>
                    <a:pt x="4826117" y="105049"/>
                  </a:lnTo>
                  <a:lnTo>
                    <a:pt x="4713255" y="106432"/>
                  </a:lnTo>
                  <a:lnTo>
                    <a:pt x="4604574" y="107974"/>
                  </a:lnTo>
                  <a:lnTo>
                    <a:pt x="4501713" y="109677"/>
                  </a:lnTo>
                  <a:lnTo>
                    <a:pt x="4405588" y="111550"/>
                  </a:lnTo>
                  <a:lnTo>
                    <a:pt x="4316525" y="113604"/>
                  </a:lnTo>
                  <a:lnTo>
                    <a:pt x="4234414" y="115859"/>
                  </a:lnTo>
                  <a:lnTo>
                    <a:pt x="4158835" y="118337"/>
                  </a:lnTo>
                  <a:lnTo>
                    <a:pt x="4089174" y="121067"/>
                  </a:lnTo>
                  <a:lnTo>
                    <a:pt x="4024706" y="124077"/>
                  </a:lnTo>
                  <a:lnTo>
                    <a:pt x="3964656" y="127400"/>
                  </a:lnTo>
                  <a:lnTo>
                    <a:pt x="3908248" y="131065"/>
                  </a:lnTo>
                  <a:lnTo>
                    <a:pt x="3854745" y="135095"/>
                  </a:lnTo>
                  <a:lnTo>
                    <a:pt x="3820202" y="138003"/>
                  </a:lnTo>
                  <a:lnTo>
                    <a:pt x="3758830" y="143777"/>
                  </a:lnTo>
                  <a:lnTo>
                    <a:pt x="3699368" y="150129"/>
                  </a:lnTo>
                  <a:lnTo>
                    <a:pt x="3641106" y="157066"/>
                  </a:lnTo>
                  <a:lnTo>
                    <a:pt x="3583523" y="164581"/>
                  </a:lnTo>
                  <a:lnTo>
                    <a:pt x="3526252" y="172640"/>
                  </a:lnTo>
                  <a:lnTo>
                    <a:pt x="3469050" y="181190"/>
                  </a:lnTo>
                  <a:lnTo>
                    <a:pt x="3411783" y="190155"/>
                  </a:lnTo>
                  <a:lnTo>
                    <a:pt x="3354400" y="199438"/>
                  </a:lnTo>
                  <a:lnTo>
                    <a:pt x="3296917" y="208925"/>
                  </a:lnTo>
                  <a:lnTo>
                    <a:pt x="3239389" y="218493"/>
                  </a:lnTo>
                  <a:lnTo>
                    <a:pt x="3181889" y="228011"/>
                  </a:lnTo>
                  <a:lnTo>
                    <a:pt x="3124479" y="237355"/>
                  </a:lnTo>
                  <a:lnTo>
                    <a:pt x="3067185" y="246406"/>
                  </a:lnTo>
                  <a:lnTo>
                    <a:pt x="3009976" y="255064"/>
                  </a:lnTo>
                  <a:lnTo>
                    <a:pt x="2952739" y="263248"/>
                  </a:lnTo>
                  <a:lnTo>
                    <a:pt x="2895261" y="270898"/>
                  </a:lnTo>
                  <a:lnTo>
                    <a:pt x="2837205" y="277977"/>
                  </a:lnTo>
                  <a:lnTo>
                    <a:pt x="2778090" y="284471"/>
                  </a:lnTo>
                  <a:lnTo>
                    <a:pt x="2717257" y="290383"/>
                  </a:lnTo>
                  <a:lnTo>
                    <a:pt x="2702183" y="291728"/>
                  </a:lnTo>
                  <a:lnTo>
                    <a:pt x="2650254" y="296008"/>
                  </a:lnTo>
                  <a:lnTo>
                    <a:pt x="2595870" y="299916"/>
                  </a:lnTo>
                  <a:lnTo>
                    <a:pt x="2538343" y="303465"/>
                  </a:lnTo>
                  <a:lnTo>
                    <a:pt x="2476921" y="306681"/>
                  </a:lnTo>
                  <a:lnTo>
                    <a:pt x="2410823" y="309595"/>
                  </a:lnTo>
                  <a:lnTo>
                    <a:pt x="2339285" y="312238"/>
                  </a:lnTo>
                  <a:lnTo>
                    <a:pt x="2261609" y="314640"/>
                  </a:lnTo>
                  <a:lnTo>
                    <a:pt x="2177236" y="316826"/>
                  </a:lnTo>
                  <a:lnTo>
                    <a:pt x="2085835" y="318819"/>
                  </a:lnTo>
                  <a:lnTo>
                    <a:pt x="1987424" y="320634"/>
                  </a:lnTo>
                  <a:lnTo>
                    <a:pt x="1882508" y="322283"/>
                  </a:lnTo>
                  <a:lnTo>
                    <a:pt x="1772226" y="323773"/>
                  </a:lnTo>
                  <a:lnTo>
                    <a:pt x="1658482" y="325104"/>
                  </a:lnTo>
                  <a:lnTo>
                    <a:pt x="1543990" y="326276"/>
                  </a:lnTo>
                  <a:lnTo>
                    <a:pt x="1432214" y="327284"/>
                  </a:lnTo>
                  <a:lnTo>
                    <a:pt x="1327120" y="328127"/>
                  </a:lnTo>
                  <a:lnTo>
                    <a:pt x="1232751" y="328804"/>
                  </a:lnTo>
                  <a:lnTo>
                    <a:pt x="1152660" y="329321"/>
                  </a:lnTo>
                  <a:lnTo>
                    <a:pt x="1089317" y="329691"/>
                  </a:lnTo>
                  <a:lnTo>
                    <a:pt x="1043643" y="329934"/>
                  </a:lnTo>
                  <a:lnTo>
                    <a:pt x="1014766" y="330074"/>
                  </a:lnTo>
                  <a:lnTo>
                    <a:pt x="1000050" y="330139"/>
                  </a:lnTo>
                  <a:lnTo>
                    <a:pt x="995287" y="330158"/>
                  </a:lnTo>
                  <a:lnTo>
                    <a:pt x="994940" y="330159"/>
                  </a:lnTo>
                  <a:lnTo>
                    <a:pt x="0" y="330159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29" name="pl1728"/>
            <p:cNvSpPr/>
            <p:nvPr/>
          </p:nvSpPr>
          <p:spPr>
            <a:xfrm>
              <a:off x="1199187" y="5387207"/>
              <a:ext cx="12049831" cy="330159"/>
            </a:xfrm>
            <a:custGeom>
              <a:avLst/>
              <a:pathLst>
                <a:path w="12049831" h="330159">
                  <a:moveTo>
                    <a:pt x="0" y="330159"/>
                  </a:moveTo>
                  <a:lnTo>
                    <a:pt x="994940" y="330159"/>
                  </a:lnTo>
                  <a:lnTo>
                    <a:pt x="996076" y="330155"/>
                  </a:lnTo>
                  <a:lnTo>
                    <a:pt x="1003573" y="330124"/>
                  </a:lnTo>
                  <a:lnTo>
                    <a:pt x="1022571" y="330037"/>
                  </a:lnTo>
                  <a:lnTo>
                    <a:pt x="1056785" y="329866"/>
                  </a:lnTo>
                  <a:lnTo>
                    <a:pt x="1108287" y="329584"/>
                  </a:lnTo>
                  <a:lnTo>
                    <a:pt x="1177344" y="329167"/>
                  </a:lnTo>
                  <a:lnTo>
                    <a:pt x="1262487" y="328598"/>
                  </a:lnTo>
                  <a:lnTo>
                    <a:pt x="1360826" y="327867"/>
                  </a:lnTo>
                  <a:lnTo>
                    <a:pt x="1468580" y="326970"/>
                  </a:lnTo>
                  <a:lnTo>
                    <a:pt x="1581674" y="325907"/>
                  </a:lnTo>
                  <a:lnTo>
                    <a:pt x="1696268" y="324682"/>
                  </a:lnTo>
                  <a:lnTo>
                    <a:pt x="1809130" y="323299"/>
                  </a:lnTo>
                  <a:lnTo>
                    <a:pt x="1917811" y="321757"/>
                  </a:lnTo>
                  <a:lnTo>
                    <a:pt x="2020672" y="320054"/>
                  </a:lnTo>
                  <a:lnTo>
                    <a:pt x="2116797" y="318181"/>
                  </a:lnTo>
                  <a:lnTo>
                    <a:pt x="2205860" y="316127"/>
                  </a:lnTo>
                  <a:lnTo>
                    <a:pt x="2287971" y="313872"/>
                  </a:lnTo>
                  <a:lnTo>
                    <a:pt x="2363550" y="311394"/>
                  </a:lnTo>
                  <a:lnTo>
                    <a:pt x="2433211" y="308664"/>
                  </a:lnTo>
                  <a:lnTo>
                    <a:pt x="2497679" y="305654"/>
                  </a:lnTo>
                  <a:lnTo>
                    <a:pt x="2557729" y="302331"/>
                  </a:lnTo>
                  <a:lnTo>
                    <a:pt x="2614137" y="298666"/>
                  </a:lnTo>
                  <a:lnTo>
                    <a:pt x="2667640" y="294636"/>
                  </a:lnTo>
                  <a:lnTo>
                    <a:pt x="2702183" y="291728"/>
                  </a:lnTo>
                  <a:lnTo>
                    <a:pt x="2763555" y="285954"/>
                  </a:lnTo>
                  <a:lnTo>
                    <a:pt x="2823017" y="279602"/>
                  </a:lnTo>
                  <a:lnTo>
                    <a:pt x="2881279" y="272665"/>
                  </a:lnTo>
                  <a:lnTo>
                    <a:pt x="2938862" y="265150"/>
                  </a:lnTo>
                  <a:lnTo>
                    <a:pt x="2996133" y="257091"/>
                  </a:lnTo>
                  <a:lnTo>
                    <a:pt x="3053335" y="248541"/>
                  </a:lnTo>
                  <a:lnTo>
                    <a:pt x="3110602" y="239576"/>
                  </a:lnTo>
                  <a:lnTo>
                    <a:pt x="3167985" y="230293"/>
                  </a:lnTo>
                  <a:lnTo>
                    <a:pt x="3225468" y="220806"/>
                  </a:lnTo>
                  <a:lnTo>
                    <a:pt x="3282996" y="211238"/>
                  </a:lnTo>
                  <a:lnTo>
                    <a:pt x="3340496" y="201720"/>
                  </a:lnTo>
                  <a:lnTo>
                    <a:pt x="3397906" y="192376"/>
                  </a:lnTo>
                  <a:lnTo>
                    <a:pt x="3455200" y="183325"/>
                  </a:lnTo>
                  <a:lnTo>
                    <a:pt x="3512409" y="174667"/>
                  </a:lnTo>
                  <a:lnTo>
                    <a:pt x="3569646" y="166483"/>
                  </a:lnTo>
                  <a:lnTo>
                    <a:pt x="3627124" y="158833"/>
                  </a:lnTo>
                  <a:lnTo>
                    <a:pt x="3685180" y="151754"/>
                  </a:lnTo>
                  <a:lnTo>
                    <a:pt x="3744295" y="145260"/>
                  </a:lnTo>
                  <a:lnTo>
                    <a:pt x="3805128" y="139348"/>
                  </a:lnTo>
                  <a:lnTo>
                    <a:pt x="3820202" y="138003"/>
                  </a:lnTo>
                  <a:lnTo>
                    <a:pt x="3872131" y="133723"/>
                  </a:lnTo>
                  <a:lnTo>
                    <a:pt x="3926515" y="129815"/>
                  </a:lnTo>
                  <a:lnTo>
                    <a:pt x="3984042" y="126266"/>
                  </a:lnTo>
                  <a:lnTo>
                    <a:pt x="4045464" y="123050"/>
                  </a:lnTo>
                  <a:lnTo>
                    <a:pt x="4111562" y="120136"/>
                  </a:lnTo>
                  <a:lnTo>
                    <a:pt x="4183100" y="117493"/>
                  </a:lnTo>
                  <a:lnTo>
                    <a:pt x="4260776" y="115091"/>
                  </a:lnTo>
                  <a:lnTo>
                    <a:pt x="4345149" y="112905"/>
                  </a:lnTo>
                  <a:lnTo>
                    <a:pt x="4436550" y="110912"/>
                  </a:lnTo>
                  <a:lnTo>
                    <a:pt x="4534961" y="109097"/>
                  </a:lnTo>
                  <a:lnTo>
                    <a:pt x="4639877" y="107448"/>
                  </a:lnTo>
                  <a:lnTo>
                    <a:pt x="4750158" y="105958"/>
                  </a:lnTo>
                  <a:lnTo>
                    <a:pt x="4863903" y="104627"/>
                  </a:lnTo>
                  <a:lnTo>
                    <a:pt x="4978395" y="103455"/>
                  </a:lnTo>
                  <a:lnTo>
                    <a:pt x="5090171" y="102447"/>
                  </a:lnTo>
                  <a:lnTo>
                    <a:pt x="5195265" y="101604"/>
                  </a:lnTo>
                  <a:lnTo>
                    <a:pt x="5289634" y="100927"/>
                  </a:lnTo>
                  <a:lnTo>
                    <a:pt x="5369725" y="100410"/>
                  </a:lnTo>
                  <a:lnTo>
                    <a:pt x="5433068" y="100040"/>
                  </a:lnTo>
                  <a:lnTo>
                    <a:pt x="5478742" y="99797"/>
                  </a:lnTo>
                  <a:lnTo>
                    <a:pt x="5507619" y="99657"/>
                  </a:lnTo>
                  <a:lnTo>
                    <a:pt x="5522335" y="99592"/>
                  </a:lnTo>
                  <a:lnTo>
                    <a:pt x="5527098" y="99573"/>
                  </a:lnTo>
                  <a:lnTo>
                    <a:pt x="5527445" y="99572"/>
                  </a:lnTo>
                  <a:lnTo>
                    <a:pt x="6522385" y="99572"/>
                  </a:lnTo>
                  <a:lnTo>
                    <a:pt x="6523522" y="99570"/>
                  </a:lnTo>
                  <a:lnTo>
                    <a:pt x="6531021" y="99556"/>
                  </a:lnTo>
                  <a:lnTo>
                    <a:pt x="6550024" y="99519"/>
                  </a:lnTo>
                  <a:lnTo>
                    <a:pt x="6584249" y="99445"/>
                  </a:lnTo>
                  <a:lnTo>
                    <a:pt x="6635763" y="99323"/>
                  </a:lnTo>
                  <a:lnTo>
                    <a:pt x="6704838" y="99143"/>
                  </a:lnTo>
                  <a:lnTo>
                    <a:pt x="6789999" y="98897"/>
                  </a:lnTo>
                  <a:lnTo>
                    <a:pt x="6888357" y="98581"/>
                  </a:lnTo>
                  <a:lnTo>
                    <a:pt x="6996129" y="98194"/>
                  </a:lnTo>
                  <a:lnTo>
                    <a:pt x="7109237" y="97735"/>
                  </a:lnTo>
                  <a:lnTo>
                    <a:pt x="7223844" y="97206"/>
                  </a:lnTo>
                  <a:lnTo>
                    <a:pt x="7336713" y="96608"/>
                  </a:lnTo>
                  <a:lnTo>
                    <a:pt x="7445398" y="95942"/>
                  </a:lnTo>
                  <a:lnTo>
                    <a:pt x="7548261" y="95207"/>
                  </a:lnTo>
                  <a:lnTo>
                    <a:pt x="7644386" y="94398"/>
                  </a:lnTo>
                  <a:lnTo>
                    <a:pt x="7733446" y="93510"/>
                  </a:lnTo>
                  <a:lnTo>
                    <a:pt x="7815555" y="92537"/>
                  </a:lnTo>
                  <a:lnTo>
                    <a:pt x="7891130" y="91466"/>
                  </a:lnTo>
                  <a:lnTo>
                    <a:pt x="7960787" y="90287"/>
                  </a:lnTo>
                  <a:lnTo>
                    <a:pt x="8025252" y="88987"/>
                  </a:lnTo>
                  <a:lnTo>
                    <a:pt x="8085300" y="87552"/>
                  </a:lnTo>
                  <a:lnTo>
                    <a:pt x="8141707" y="85968"/>
                  </a:lnTo>
                  <a:lnTo>
                    <a:pt x="8195210" y="84228"/>
                  </a:lnTo>
                  <a:lnTo>
                    <a:pt x="8229629" y="82976"/>
                  </a:lnTo>
                  <a:lnTo>
                    <a:pt x="8291230" y="80473"/>
                  </a:lnTo>
                  <a:lnTo>
                    <a:pt x="8350911" y="77718"/>
                  </a:lnTo>
                  <a:lnTo>
                    <a:pt x="8409386" y="74708"/>
                  </a:lnTo>
                  <a:lnTo>
                    <a:pt x="8467182" y="71448"/>
                  </a:lnTo>
                  <a:lnTo>
                    <a:pt x="8524668" y="67951"/>
                  </a:lnTo>
                  <a:lnTo>
                    <a:pt x="8582089" y="64241"/>
                  </a:lnTo>
                  <a:lnTo>
                    <a:pt x="8639577" y="60351"/>
                  </a:lnTo>
                  <a:lnTo>
                    <a:pt x="8697182" y="56324"/>
                  </a:lnTo>
                  <a:lnTo>
                    <a:pt x="8754886" y="52209"/>
                  </a:lnTo>
                  <a:lnTo>
                    <a:pt x="8812633" y="48062"/>
                  </a:lnTo>
                  <a:lnTo>
                    <a:pt x="8870350" y="43938"/>
                  </a:lnTo>
                  <a:lnTo>
                    <a:pt x="8927974" y="39893"/>
                  </a:lnTo>
                  <a:lnTo>
                    <a:pt x="8985481" y="35976"/>
                  </a:lnTo>
                  <a:lnTo>
                    <a:pt x="9042905" y="32233"/>
                  </a:lnTo>
                  <a:lnTo>
                    <a:pt x="9100367" y="28698"/>
                  </a:lnTo>
                  <a:lnTo>
                    <a:pt x="9158088" y="25396"/>
                  </a:lnTo>
                  <a:lnTo>
                    <a:pt x="9216417" y="22343"/>
                  </a:lnTo>
                  <a:lnTo>
                    <a:pt x="9275849" y="19546"/>
                  </a:lnTo>
                  <a:lnTo>
                    <a:pt x="9337066" y="17001"/>
                  </a:lnTo>
                  <a:lnTo>
                    <a:pt x="9347647" y="16595"/>
                  </a:lnTo>
                  <a:lnTo>
                    <a:pt x="9399582" y="14747"/>
                  </a:lnTo>
                  <a:lnTo>
                    <a:pt x="9453973" y="13059"/>
                  </a:lnTo>
                  <a:lnTo>
                    <a:pt x="9511506" y="11526"/>
                  </a:lnTo>
                  <a:lnTo>
                    <a:pt x="9572936" y="10137"/>
                  </a:lnTo>
                  <a:lnTo>
                    <a:pt x="9639043" y="8879"/>
                  </a:lnTo>
                  <a:lnTo>
                    <a:pt x="9710592" y="7738"/>
                  </a:lnTo>
                  <a:lnTo>
                    <a:pt x="9788280" y="6700"/>
                  </a:lnTo>
                  <a:lnTo>
                    <a:pt x="9872667" y="5756"/>
                  </a:lnTo>
                  <a:lnTo>
                    <a:pt x="9964083" y="4896"/>
                  </a:lnTo>
                  <a:lnTo>
                    <a:pt x="10062512" y="4112"/>
                  </a:lnTo>
                  <a:lnTo>
                    <a:pt x="10167445" y="3400"/>
                  </a:lnTo>
                  <a:lnTo>
                    <a:pt x="10277743" y="2757"/>
                  </a:lnTo>
                  <a:lnTo>
                    <a:pt x="10391503" y="2182"/>
                  </a:lnTo>
                  <a:lnTo>
                    <a:pt x="10506005" y="1676"/>
                  </a:lnTo>
                  <a:lnTo>
                    <a:pt x="10617786" y="1240"/>
                  </a:lnTo>
                  <a:lnTo>
                    <a:pt x="10722876" y="877"/>
                  </a:lnTo>
                  <a:lnTo>
                    <a:pt x="10817233" y="584"/>
                  </a:lnTo>
                  <a:lnTo>
                    <a:pt x="10897304" y="361"/>
                  </a:lnTo>
                  <a:lnTo>
                    <a:pt x="10960620" y="201"/>
                  </a:lnTo>
                  <a:lnTo>
                    <a:pt x="11006264" y="97"/>
                  </a:lnTo>
                  <a:lnTo>
                    <a:pt x="11035110" y="37"/>
                  </a:lnTo>
                  <a:lnTo>
                    <a:pt x="11049801" y="8"/>
                  </a:lnTo>
                  <a:lnTo>
                    <a:pt x="11054547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0" name="pl1729"/>
            <p:cNvSpPr/>
            <p:nvPr/>
          </p:nvSpPr>
          <p:spPr>
            <a:xfrm>
              <a:off x="1199187" y="5381966"/>
              <a:ext cx="12049831" cy="330159"/>
            </a:xfrm>
            <a:custGeom>
              <a:avLst/>
              <a:pathLst>
                <a:path w="12049831" h="330159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1"/>
                  </a:lnTo>
                  <a:lnTo>
                    <a:pt x="11046256" y="15"/>
                  </a:lnTo>
                  <a:lnTo>
                    <a:pt x="11027252" y="52"/>
                  </a:lnTo>
                  <a:lnTo>
                    <a:pt x="10993028" y="126"/>
                  </a:lnTo>
                  <a:lnTo>
                    <a:pt x="10941513" y="248"/>
                  </a:lnTo>
                  <a:lnTo>
                    <a:pt x="10872439" y="428"/>
                  </a:lnTo>
                  <a:lnTo>
                    <a:pt x="10787277" y="674"/>
                  </a:lnTo>
                  <a:lnTo>
                    <a:pt x="10688919" y="990"/>
                  </a:lnTo>
                  <a:lnTo>
                    <a:pt x="10581148" y="1377"/>
                  </a:lnTo>
                  <a:lnTo>
                    <a:pt x="10468039" y="1836"/>
                  </a:lnTo>
                  <a:lnTo>
                    <a:pt x="10353433" y="2365"/>
                  </a:lnTo>
                  <a:lnTo>
                    <a:pt x="10240564" y="2963"/>
                  </a:lnTo>
                  <a:lnTo>
                    <a:pt x="10131878" y="3629"/>
                  </a:lnTo>
                  <a:lnTo>
                    <a:pt x="10029016" y="4365"/>
                  </a:lnTo>
                  <a:lnTo>
                    <a:pt x="9932891" y="5173"/>
                  </a:lnTo>
                  <a:lnTo>
                    <a:pt x="9843830" y="6061"/>
                  </a:lnTo>
                  <a:lnTo>
                    <a:pt x="9761722" y="7035"/>
                  </a:lnTo>
                  <a:lnTo>
                    <a:pt x="9686146" y="8105"/>
                  </a:lnTo>
                  <a:lnTo>
                    <a:pt x="9616489" y="9284"/>
                  </a:lnTo>
                  <a:lnTo>
                    <a:pt x="9552024" y="10584"/>
                  </a:lnTo>
                  <a:lnTo>
                    <a:pt x="9491976" y="12020"/>
                  </a:lnTo>
                  <a:lnTo>
                    <a:pt x="9435569" y="13603"/>
                  </a:lnTo>
                  <a:lnTo>
                    <a:pt x="9382067" y="15343"/>
                  </a:lnTo>
                  <a:lnTo>
                    <a:pt x="9347647" y="16595"/>
                  </a:lnTo>
                  <a:lnTo>
                    <a:pt x="9286046" y="19098"/>
                  </a:lnTo>
                  <a:lnTo>
                    <a:pt x="9226366" y="21853"/>
                  </a:lnTo>
                  <a:lnTo>
                    <a:pt x="9167890" y="24863"/>
                  </a:lnTo>
                  <a:lnTo>
                    <a:pt x="9110095" y="28123"/>
                  </a:lnTo>
                  <a:lnTo>
                    <a:pt x="9052608" y="31620"/>
                  </a:lnTo>
                  <a:lnTo>
                    <a:pt x="8995188" y="35330"/>
                  </a:lnTo>
                  <a:lnTo>
                    <a:pt x="8937700" y="39220"/>
                  </a:lnTo>
                  <a:lnTo>
                    <a:pt x="8880095" y="43247"/>
                  </a:lnTo>
                  <a:lnTo>
                    <a:pt x="8822390" y="47362"/>
                  </a:lnTo>
                  <a:lnTo>
                    <a:pt x="8764643" y="51509"/>
                  </a:lnTo>
                  <a:lnTo>
                    <a:pt x="8706927" y="55633"/>
                  </a:lnTo>
                  <a:lnTo>
                    <a:pt x="8649303" y="59679"/>
                  </a:lnTo>
                  <a:lnTo>
                    <a:pt x="8591796" y="63595"/>
                  </a:lnTo>
                  <a:lnTo>
                    <a:pt x="8534371" y="67338"/>
                  </a:lnTo>
                  <a:lnTo>
                    <a:pt x="8476909" y="70873"/>
                  </a:lnTo>
                  <a:lnTo>
                    <a:pt x="8419188" y="74175"/>
                  </a:lnTo>
                  <a:lnTo>
                    <a:pt x="8360860" y="77228"/>
                  </a:lnTo>
                  <a:lnTo>
                    <a:pt x="8301427" y="80025"/>
                  </a:lnTo>
                  <a:lnTo>
                    <a:pt x="8240211" y="82570"/>
                  </a:lnTo>
                  <a:lnTo>
                    <a:pt x="8229629" y="82976"/>
                  </a:lnTo>
                  <a:lnTo>
                    <a:pt x="8177695" y="84824"/>
                  </a:lnTo>
                  <a:lnTo>
                    <a:pt x="8123304" y="86512"/>
                  </a:lnTo>
                  <a:lnTo>
                    <a:pt x="8065770" y="88045"/>
                  </a:lnTo>
                  <a:lnTo>
                    <a:pt x="8004340" y="89434"/>
                  </a:lnTo>
                  <a:lnTo>
                    <a:pt x="7938233" y="90692"/>
                  </a:lnTo>
                  <a:lnTo>
                    <a:pt x="7866684" y="91833"/>
                  </a:lnTo>
                  <a:lnTo>
                    <a:pt x="7788996" y="92871"/>
                  </a:lnTo>
                  <a:lnTo>
                    <a:pt x="7704609" y="93815"/>
                  </a:lnTo>
                  <a:lnTo>
                    <a:pt x="7613193" y="94675"/>
                  </a:lnTo>
                  <a:lnTo>
                    <a:pt x="7514765" y="95459"/>
                  </a:lnTo>
                  <a:lnTo>
                    <a:pt x="7409831" y="96171"/>
                  </a:lnTo>
                  <a:lnTo>
                    <a:pt x="7299533" y="96814"/>
                  </a:lnTo>
                  <a:lnTo>
                    <a:pt x="7185774" y="97389"/>
                  </a:lnTo>
                  <a:lnTo>
                    <a:pt x="7071272" y="97895"/>
                  </a:lnTo>
                  <a:lnTo>
                    <a:pt x="6959491" y="98331"/>
                  </a:lnTo>
                  <a:lnTo>
                    <a:pt x="6854400" y="98694"/>
                  </a:lnTo>
                  <a:lnTo>
                    <a:pt x="6760044" y="98987"/>
                  </a:lnTo>
                  <a:lnTo>
                    <a:pt x="6679972" y="99210"/>
                  </a:lnTo>
                  <a:lnTo>
                    <a:pt x="6616656" y="99370"/>
                  </a:lnTo>
                  <a:lnTo>
                    <a:pt x="6571012" y="99474"/>
                  </a:lnTo>
                  <a:lnTo>
                    <a:pt x="6542166" y="99535"/>
                  </a:lnTo>
                  <a:lnTo>
                    <a:pt x="6527476" y="99563"/>
                  </a:lnTo>
                  <a:lnTo>
                    <a:pt x="6522729" y="99571"/>
                  </a:lnTo>
                  <a:lnTo>
                    <a:pt x="6522385" y="99572"/>
                  </a:lnTo>
                  <a:lnTo>
                    <a:pt x="5527445" y="99572"/>
                  </a:lnTo>
                  <a:lnTo>
                    <a:pt x="5526309" y="99576"/>
                  </a:lnTo>
                  <a:lnTo>
                    <a:pt x="5518812" y="99607"/>
                  </a:lnTo>
                  <a:lnTo>
                    <a:pt x="5499814" y="99694"/>
                  </a:lnTo>
                  <a:lnTo>
                    <a:pt x="5465600" y="99865"/>
                  </a:lnTo>
                  <a:lnTo>
                    <a:pt x="5414098" y="100147"/>
                  </a:lnTo>
                  <a:lnTo>
                    <a:pt x="5345041" y="100564"/>
                  </a:lnTo>
                  <a:lnTo>
                    <a:pt x="5259898" y="101133"/>
                  </a:lnTo>
                  <a:lnTo>
                    <a:pt x="5161559" y="101864"/>
                  </a:lnTo>
                  <a:lnTo>
                    <a:pt x="5053805" y="102761"/>
                  </a:lnTo>
                  <a:lnTo>
                    <a:pt x="4940711" y="103824"/>
                  </a:lnTo>
                  <a:lnTo>
                    <a:pt x="4826117" y="105049"/>
                  </a:lnTo>
                  <a:lnTo>
                    <a:pt x="4713255" y="106432"/>
                  </a:lnTo>
                  <a:lnTo>
                    <a:pt x="4604574" y="107974"/>
                  </a:lnTo>
                  <a:lnTo>
                    <a:pt x="4501713" y="109677"/>
                  </a:lnTo>
                  <a:lnTo>
                    <a:pt x="4405588" y="111550"/>
                  </a:lnTo>
                  <a:lnTo>
                    <a:pt x="4316525" y="113604"/>
                  </a:lnTo>
                  <a:lnTo>
                    <a:pt x="4234414" y="115859"/>
                  </a:lnTo>
                  <a:lnTo>
                    <a:pt x="4158835" y="118337"/>
                  </a:lnTo>
                  <a:lnTo>
                    <a:pt x="4089174" y="121067"/>
                  </a:lnTo>
                  <a:lnTo>
                    <a:pt x="4024706" y="124077"/>
                  </a:lnTo>
                  <a:lnTo>
                    <a:pt x="3964656" y="127400"/>
                  </a:lnTo>
                  <a:lnTo>
                    <a:pt x="3908248" y="131065"/>
                  </a:lnTo>
                  <a:lnTo>
                    <a:pt x="3854745" y="135095"/>
                  </a:lnTo>
                  <a:lnTo>
                    <a:pt x="3820202" y="138003"/>
                  </a:lnTo>
                  <a:lnTo>
                    <a:pt x="3758830" y="143777"/>
                  </a:lnTo>
                  <a:lnTo>
                    <a:pt x="3699368" y="150129"/>
                  </a:lnTo>
                  <a:lnTo>
                    <a:pt x="3641106" y="157066"/>
                  </a:lnTo>
                  <a:lnTo>
                    <a:pt x="3583523" y="164581"/>
                  </a:lnTo>
                  <a:lnTo>
                    <a:pt x="3526252" y="172640"/>
                  </a:lnTo>
                  <a:lnTo>
                    <a:pt x="3469050" y="181190"/>
                  </a:lnTo>
                  <a:lnTo>
                    <a:pt x="3411783" y="190155"/>
                  </a:lnTo>
                  <a:lnTo>
                    <a:pt x="3354400" y="199438"/>
                  </a:lnTo>
                  <a:lnTo>
                    <a:pt x="3296917" y="208925"/>
                  </a:lnTo>
                  <a:lnTo>
                    <a:pt x="3239389" y="218493"/>
                  </a:lnTo>
                  <a:lnTo>
                    <a:pt x="3181889" y="228011"/>
                  </a:lnTo>
                  <a:lnTo>
                    <a:pt x="3124479" y="237355"/>
                  </a:lnTo>
                  <a:lnTo>
                    <a:pt x="3067185" y="246406"/>
                  </a:lnTo>
                  <a:lnTo>
                    <a:pt x="3009976" y="255064"/>
                  </a:lnTo>
                  <a:lnTo>
                    <a:pt x="2952739" y="263248"/>
                  </a:lnTo>
                  <a:lnTo>
                    <a:pt x="2895261" y="270898"/>
                  </a:lnTo>
                  <a:lnTo>
                    <a:pt x="2837205" y="277977"/>
                  </a:lnTo>
                  <a:lnTo>
                    <a:pt x="2778090" y="284471"/>
                  </a:lnTo>
                  <a:lnTo>
                    <a:pt x="2717257" y="290383"/>
                  </a:lnTo>
                  <a:lnTo>
                    <a:pt x="2702183" y="291728"/>
                  </a:lnTo>
                  <a:lnTo>
                    <a:pt x="2650254" y="296008"/>
                  </a:lnTo>
                  <a:lnTo>
                    <a:pt x="2595870" y="299916"/>
                  </a:lnTo>
                  <a:lnTo>
                    <a:pt x="2538343" y="303465"/>
                  </a:lnTo>
                  <a:lnTo>
                    <a:pt x="2476921" y="306681"/>
                  </a:lnTo>
                  <a:lnTo>
                    <a:pt x="2410823" y="309595"/>
                  </a:lnTo>
                  <a:lnTo>
                    <a:pt x="2339285" y="312238"/>
                  </a:lnTo>
                  <a:lnTo>
                    <a:pt x="2261609" y="314640"/>
                  </a:lnTo>
                  <a:lnTo>
                    <a:pt x="2177236" y="316826"/>
                  </a:lnTo>
                  <a:lnTo>
                    <a:pt x="2085835" y="318819"/>
                  </a:lnTo>
                  <a:lnTo>
                    <a:pt x="1987424" y="320634"/>
                  </a:lnTo>
                  <a:lnTo>
                    <a:pt x="1882508" y="322283"/>
                  </a:lnTo>
                  <a:lnTo>
                    <a:pt x="1772226" y="323773"/>
                  </a:lnTo>
                  <a:lnTo>
                    <a:pt x="1658482" y="325104"/>
                  </a:lnTo>
                  <a:lnTo>
                    <a:pt x="1543990" y="326276"/>
                  </a:lnTo>
                  <a:lnTo>
                    <a:pt x="1432214" y="327284"/>
                  </a:lnTo>
                  <a:lnTo>
                    <a:pt x="1327120" y="328127"/>
                  </a:lnTo>
                  <a:lnTo>
                    <a:pt x="1232751" y="328804"/>
                  </a:lnTo>
                  <a:lnTo>
                    <a:pt x="1152660" y="329321"/>
                  </a:lnTo>
                  <a:lnTo>
                    <a:pt x="1089317" y="329691"/>
                  </a:lnTo>
                  <a:lnTo>
                    <a:pt x="1043643" y="329934"/>
                  </a:lnTo>
                  <a:lnTo>
                    <a:pt x="1014766" y="330074"/>
                  </a:lnTo>
                  <a:lnTo>
                    <a:pt x="1000050" y="330139"/>
                  </a:lnTo>
                  <a:lnTo>
                    <a:pt x="995287" y="330158"/>
                  </a:lnTo>
                  <a:lnTo>
                    <a:pt x="994940" y="330159"/>
                  </a:lnTo>
                  <a:lnTo>
                    <a:pt x="0" y="330159"/>
                  </a:lnTo>
                  <a:lnTo>
                    <a:pt x="0" y="3301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1" name="pg1730"/>
            <p:cNvSpPr/>
            <p:nvPr/>
          </p:nvSpPr>
          <p:spPr>
            <a:xfrm>
              <a:off x="1199187" y="4637796"/>
              <a:ext cx="12049831" cy="1928553"/>
            </a:xfrm>
            <a:custGeom>
              <a:avLst/>
              <a:pathLst>
                <a:path w="12049831" h="1928553">
                  <a:moveTo>
                    <a:pt x="0" y="1131976"/>
                  </a:moveTo>
                  <a:lnTo>
                    <a:pt x="994940" y="1131976"/>
                  </a:lnTo>
                  <a:lnTo>
                    <a:pt x="996071" y="1131992"/>
                  </a:lnTo>
                  <a:lnTo>
                    <a:pt x="1003538" y="1132099"/>
                  </a:lnTo>
                  <a:lnTo>
                    <a:pt x="1022463" y="1132398"/>
                  </a:lnTo>
                  <a:lnTo>
                    <a:pt x="1056550" y="1132985"/>
                  </a:lnTo>
                  <a:lnTo>
                    <a:pt x="1107870" y="1133956"/>
                  </a:lnTo>
                  <a:lnTo>
                    <a:pt x="1176703" y="1135390"/>
                  </a:lnTo>
                  <a:lnTo>
                    <a:pt x="1261596" y="1137348"/>
                  </a:lnTo>
                  <a:lnTo>
                    <a:pt x="1359682" y="1139865"/>
                  </a:lnTo>
                  <a:lnTo>
                    <a:pt x="1467201" y="1142954"/>
                  </a:lnTo>
                  <a:lnTo>
                    <a:pt x="1580095" y="1146613"/>
                  </a:lnTo>
                  <a:lnTo>
                    <a:pt x="1694535" y="1150830"/>
                  </a:lnTo>
                  <a:lnTo>
                    <a:pt x="1807290" y="1155594"/>
                  </a:lnTo>
                  <a:lnTo>
                    <a:pt x="1915909" y="1160904"/>
                  </a:lnTo>
                  <a:lnTo>
                    <a:pt x="2018747" y="1166769"/>
                  </a:lnTo>
                  <a:lnTo>
                    <a:pt x="2114879" y="1173216"/>
                  </a:lnTo>
                  <a:lnTo>
                    <a:pt x="2203970" y="1180289"/>
                  </a:lnTo>
                  <a:lnTo>
                    <a:pt x="2286122" y="1188051"/>
                  </a:lnTo>
                  <a:lnTo>
                    <a:pt x="2361748" y="1196581"/>
                  </a:lnTo>
                  <a:lnTo>
                    <a:pt x="2431454" y="1205973"/>
                  </a:lnTo>
                  <a:lnTo>
                    <a:pt x="2495963" y="1216330"/>
                  </a:lnTo>
                  <a:lnTo>
                    <a:pt x="2556044" y="1227762"/>
                  </a:lnTo>
                  <a:lnTo>
                    <a:pt x="2612472" y="1240370"/>
                  </a:lnTo>
                  <a:lnTo>
                    <a:pt x="2665980" y="1254232"/>
                  </a:lnTo>
                  <a:lnTo>
                    <a:pt x="2702183" y="1264739"/>
                  </a:lnTo>
                  <a:lnTo>
                    <a:pt x="2760832" y="1283743"/>
                  </a:lnTo>
                  <a:lnTo>
                    <a:pt x="2817709" y="1304564"/>
                  </a:lnTo>
                  <a:lnTo>
                    <a:pt x="2873441" y="1327232"/>
                  </a:lnTo>
                  <a:lnTo>
                    <a:pt x="2928499" y="1351724"/>
                  </a:lnTo>
                  <a:lnTo>
                    <a:pt x="2983223" y="1377956"/>
                  </a:lnTo>
                  <a:lnTo>
                    <a:pt x="3037844" y="1405780"/>
                  </a:lnTo>
                  <a:lnTo>
                    <a:pt x="3092500" y="1434982"/>
                  </a:lnTo>
                  <a:lnTo>
                    <a:pt x="3147255" y="1465288"/>
                  </a:lnTo>
                  <a:lnTo>
                    <a:pt x="3202112" y="1496374"/>
                  </a:lnTo>
                  <a:lnTo>
                    <a:pt x="3257033" y="1527874"/>
                  </a:lnTo>
                  <a:lnTo>
                    <a:pt x="3311960" y="1559403"/>
                  </a:lnTo>
                  <a:lnTo>
                    <a:pt x="3366830" y="1590575"/>
                  </a:lnTo>
                  <a:lnTo>
                    <a:pt x="3421601" y="1621022"/>
                  </a:lnTo>
                  <a:lnTo>
                    <a:pt x="3476270" y="1650410"/>
                  </a:lnTo>
                  <a:lnTo>
                    <a:pt x="3530889" y="1678458"/>
                  </a:lnTo>
                  <a:lnTo>
                    <a:pt x="3585585" y="1704942"/>
                  </a:lnTo>
                  <a:lnTo>
                    <a:pt x="3640573" y="1729704"/>
                  </a:lnTo>
                  <a:lnTo>
                    <a:pt x="3696177" y="1752651"/>
                  </a:lnTo>
                  <a:lnTo>
                    <a:pt x="3752844" y="1773751"/>
                  </a:lnTo>
                  <a:lnTo>
                    <a:pt x="3811177" y="1793027"/>
                  </a:lnTo>
                  <a:lnTo>
                    <a:pt x="3820202" y="1795790"/>
                  </a:lnTo>
                  <a:lnTo>
                    <a:pt x="3872057" y="1810555"/>
                  </a:lnTo>
                  <a:lnTo>
                    <a:pt x="3926361" y="1824038"/>
                  </a:lnTo>
                  <a:lnTo>
                    <a:pt x="3983797" y="1836287"/>
                  </a:lnTo>
                  <a:lnTo>
                    <a:pt x="4045113" y="1847388"/>
                  </a:lnTo>
                  <a:lnTo>
                    <a:pt x="4111089" y="1857446"/>
                  </a:lnTo>
                  <a:lnTo>
                    <a:pt x="4182484" y="1866571"/>
                  </a:lnTo>
                  <a:lnTo>
                    <a:pt x="4259995" y="1874863"/>
                  </a:lnTo>
                  <a:lnTo>
                    <a:pt x="4344180" y="1882413"/>
                  </a:lnTo>
                  <a:lnTo>
                    <a:pt x="4435371" y="1889294"/>
                  </a:lnTo>
                  <a:lnTo>
                    <a:pt x="4533557" y="1895564"/>
                  </a:lnTo>
                  <a:lnTo>
                    <a:pt x="4638241" y="1901262"/>
                  </a:lnTo>
                  <a:lnTo>
                    <a:pt x="4748298" y="1906409"/>
                  </a:lnTo>
                  <a:lnTo>
                    <a:pt x="4861847" y="1911012"/>
                  </a:lnTo>
                  <a:lnTo>
                    <a:pt x="4976197" y="1915064"/>
                  </a:lnTo>
                  <a:lnTo>
                    <a:pt x="5087912" y="1918554"/>
                  </a:lnTo>
                  <a:lnTo>
                    <a:pt x="5193046" y="1921473"/>
                  </a:lnTo>
                  <a:lnTo>
                    <a:pt x="5287571" y="1923821"/>
                  </a:lnTo>
                  <a:lnTo>
                    <a:pt x="5367931" y="1925618"/>
                  </a:lnTo>
                  <a:lnTo>
                    <a:pt x="5431632" y="1926908"/>
                  </a:lnTo>
                  <a:lnTo>
                    <a:pt x="5477715" y="1927755"/>
                  </a:lnTo>
                  <a:lnTo>
                    <a:pt x="5506998" y="1928246"/>
                  </a:lnTo>
                  <a:lnTo>
                    <a:pt x="5522059" y="1928477"/>
                  </a:lnTo>
                  <a:lnTo>
                    <a:pt x="5527047" y="1928548"/>
                  </a:lnTo>
                  <a:lnTo>
                    <a:pt x="5527445" y="1928553"/>
                  </a:lnTo>
                  <a:lnTo>
                    <a:pt x="6522385" y="1928553"/>
                  </a:lnTo>
                  <a:lnTo>
                    <a:pt x="6523493" y="1928517"/>
                  </a:lnTo>
                  <a:lnTo>
                    <a:pt x="6530807" y="1928262"/>
                  </a:lnTo>
                  <a:lnTo>
                    <a:pt x="6549355" y="1927558"/>
                  </a:lnTo>
                  <a:lnTo>
                    <a:pt x="6582791" y="1926170"/>
                  </a:lnTo>
                  <a:lnTo>
                    <a:pt x="6633182" y="1923876"/>
                  </a:lnTo>
                  <a:lnTo>
                    <a:pt x="6700860" y="1920484"/>
                  </a:lnTo>
                  <a:lnTo>
                    <a:pt x="6784464" y="1915851"/>
                  </a:lnTo>
                  <a:lnTo>
                    <a:pt x="6881242" y="1909891"/>
                  </a:lnTo>
                  <a:lnTo>
                    <a:pt x="6987544" y="1902568"/>
                  </a:lnTo>
                  <a:lnTo>
                    <a:pt x="7099399" y="1893889"/>
                  </a:lnTo>
                  <a:lnTo>
                    <a:pt x="7213030" y="1883879"/>
                  </a:lnTo>
                  <a:lnTo>
                    <a:pt x="7325222" y="1872564"/>
                  </a:lnTo>
                  <a:lnTo>
                    <a:pt x="7433512" y="1859952"/>
                  </a:lnTo>
                  <a:lnTo>
                    <a:pt x="7536220" y="1846023"/>
                  </a:lnTo>
                  <a:lnTo>
                    <a:pt x="7632380" y="1830716"/>
                  </a:lnTo>
                  <a:lnTo>
                    <a:pt x="7721609" y="1813932"/>
                  </a:lnTo>
                  <a:lnTo>
                    <a:pt x="7803970" y="1795527"/>
                  </a:lnTo>
                  <a:lnTo>
                    <a:pt x="7879835" y="1775320"/>
                  </a:lnTo>
                  <a:lnTo>
                    <a:pt x="7949779" y="1753093"/>
                  </a:lnTo>
                  <a:lnTo>
                    <a:pt x="8014500" y="1728602"/>
                  </a:lnTo>
                  <a:lnTo>
                    <a:pt x="8074746" y="1701589"/>
                  </a:lnTo>
                  <a:lnTo>
                    <a:pt x="8131279" y="1671811"/>
                  </a:lnTo>
                  <a:lnTo>
                    <a:pt x="8184824" y="1639070"/>
                  </a:lnTo>
                  <a:lnTo>
                    <a:pt x="8229629" y="1608001"/>
                  </a:lnTo>
                  <a:lnTo>
                    <a:pt x="8279784" y="1569134"/>
                  </a:lnTo>
                  <a:lnTo>
                    <a:pt x="8328574" y="1527088"/>
                  </a:lnTo>
                  <a:lnTo>
                    <a:pt x="8376413" y="1481802"/>
                  </a:lnTo>
                  <a:lnTo>
                    <a:pt x="8423625" y="1433279"/>
                  </a:lnTo>
                  <a:lnTo>
                    <a:pt x="8470462" y="1381598"/>
                  </a:lnTo>
                  <a:lnTo>
                    <a:pt x="8517108" y="1326915"/>
                  </a:lnTo>
                  <a:lnTo>
                    <a:pt x="8563697" y="1269471"/>
                  </a:lnTo>
                  <a:lnTo>
                    <a:pt x="8610310" y="1209590"/>
                  </a:lnTo>
                  <a:lnTo>
                    <a:pt x="8656992" y="1147676"/>
                  </a:lnTo>
                  <a:lnTo>
                    <a:pt x="8703751" y="1084197"/>
                  </a:lnTo>
                  <a:lnTo>
                    <a:pt x="8750574" y="1019683"/>
                  </a:lnTo>
                  <a:lnTo>
                    <a:pt x="8797429" y="954695"/>
                  </a:lnTo>
                  <a:lnTo>
                    <a:pt x="8844276" y="889818"/>
                  </a:lnTo>
                  <a:lnTo>
                    <a:pt x="8891078" y="825627"/>
                  </a:lnTo>
                  <a:lnTo>
                    <a:pt x="8937809" y="762677"/>
                  </a:lnTo>
                  <a:lnTo>
                    <a:pt x="8984462" y="701473"/>
                  </a:lnTo>
                  <a:lnTo>
                    <a:pt x="9031059" y="642464"/>
                  </a:lnTo>
                  <a:lnTo>
                    <a:pt x="9077657" y="586023"/>
                  </a:lnTo>
                  <a:lnTo>
                    <a:pt x="9124357" y="532442"/>
                  </a:lnTo>
                  <a:lnTo>
                    <a:pt x="9171310" y="481931"/>
                  </a:lnTo>
                  <a:lnTo>
                    <a:pt x="9218724" y="434618"/>
                  </a:lnTo>
                  <a:lnTo>
                    <a:pt x="9266877" y="390551"/>
                  </a:lnTo>
                  <a:lnTo>
                    <a:pt x="9316126" y="349709"/>
                  </a:lnTo>
                  <a:lnTo>
                    <a:pt x="9347647" y="325792"/>
                  </a:lnTo>
                  <a:lnTo>
                    <a:pt x="9399126" y="290387"/>
                  </a:lnTo>
                  <a:lnTo>
                    <a:pt x="9453013" y="258031"/>
                  </a:lnTo>
                  <a:lnTo>
                    <a:pt x="9509976" y="228617"/>
                  </a:lnTo>
                  <a:lnTo>
                    <a:pt x="9570750" y="201940"/>
                  </a:lnTo>
                  <a:lnTo>
                    <a:pt x="9636094" y="177751"/>
                  </a:lnTo>
                  <a:lnTo>
                    <a:pt x="9706755" y="155793"/>
                  </a:lnTo>
                  <a:lnTo>
                    <a:pt x="9783418" y="135827"/>
                  </a:lnTo>
                  <a:lnTo>
                    <a:pt x="9866638" y="117638"/>
                  </a:lnTo>
                  <a:lnTo>
                    <a:pt x="9956754" y="101049"/>
                  </a:lnTo>
                  <a:lnTo>
                    <a:pt x="10053779" y="85922"/>
                  </a:lnTo>
                  <a:lnTo>
                    <a:pt x="10157265" y="72163"/>
                  </a:lnTo>
                  <a:lnTo>
                    <a:pt x="10266160" y="59717"/>
                  </a:lnTo>
                  <a:lnTo>
                    <a:pt x="10378689" y="48567"/>
                  </a:lnTo>
                  <a:lnTo>
                    <a:pt x="10492287" y="38725"/>
                  </a:lnTo>
                  <a:lnTo>
                    <a:pt x="10603654" y="30217"/>
                  </a:lnTo>
                  <a:lnTo>
                    <a:pt x="10708963" y="23068"/>
                  </a:lnTo>
                  <a:lnTo>
                    <a:pt x="10804253" y="17280"/>
                  </a:lnTo>
                  <a:lnTo>
                    <a:pt x="10885958" y="12811"/>
                  </a:lnTo>
                  <a:lnTo>
                    <a:pt x="10951478" y="9568"/>
                  </a:lnTo>
                  <a:lnTo>
                    <a:pt x="10999656" y="7400"/>
                  </a:lnTo>
                  <a:lnTo>
                    <a:pt x="11031047" y="6112"/>
                  </a:lnTo>
                  <a:lnTo>
                    <a:pt x="11047932" y="5478"/>
                  </a:lnTo>
                  <a:lnTo>
                    <a:pt x="11054150" y="526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3" y="35"/>
                  </a:lnTo>
                  <a:lnTo>
                    <a:pt x="11046469" y="290"/>
                  </a:lnTo>
                  <a:lnTo>
                    <a:pt x="11027921" y="994"/>
                  </a:lnTo>
                  <a:lnTo>
                    <a:pt x="10994486" y="2382"/>
                  </a:lnTo>
                  <a:lnTo>
                    <a:pt x="10944094" y="4677"/>
                  </a:lnTo>
                  <a:lnTo>
                    <a:pt x="10876416" y="8069"/>
                  </a:lnTo>
                  <a:lnTo>
                    <a:pt x="10792812" y="12701"/>
                  </a:lnTo>
                  <a:lnTo>
                    <a:pt x="10696035" y="18662"/>
                  </a:lnTo>
                  <a:lnTo>
                    <a:pt x="10589733" y="25984"/>
                  </a:lnTo>
                  <a:lnTo>
                    <a:pt x="10477878" y="34663"/>
                  </a:lnTo>
                  <a:lnTo>
                    <a:pt x="10364246" y="44673"/>
                  </a:lnTo>
                  <a:lnTo>
                    <a:pt x="10252054" y="55988"/>
                  </a:lnTo>
                  <a:lnTo>
                    <a:pt x="10143765" y="68600"/>
                  </a:lnTo>
                  <a:lnTo>
                    <a:pt x="10041057" y="82529"/>
                  </a:lnTo>
                  <a:lnTo>
                    <a:pt x="9944897" y="97836"/>
                  </a:lnTo>
                  <a:lnTo>
                    <a:pt x="9855667" y="114620"/>
                  </a:lnTo>
                  <a:lnTo>
                    <a:pt x="9773307" y="133025"/>
                  </a:lnTo>
                  <a:lnTo>
                    <a:pt x="9697442" y="153232"/>
                  </a:lnTo>
                  <a:lnTo>
                    <a:pt x="9627497" y="175459"/>
                  </a:lnTo>
                  <a:lnTo>
                    <a:pt x="9562777" y="199951"/>
                  </a:lnTo>
                  <a:lnTo>
                    <a:pt x="9502530" y="226963"/>
                  </a:lnTo>
                  <a:lnTo>
                    <a:pt x="9445998" y="256741"/>
                  </a:lnTo>
                  <a:lnTo>
                    <a:pt x="9392453" y="289482"/>
                  </a:lnTo>
                  <a:lnTo>
                    <a:pt x="9347647" y="320552"/>
                  </a:lnTo>
                  <a:lnTo>
                    <a:pt x="9297493" y="359419"/>
                  </a:lnTo>
                  <a:lnTo>
                    <a:pt x="9248703" y="401464"/>
                  </a:lnTo>
                  <a:lnTo>
                    <a:pt x="9200864" y="446750"/>
                  </a:lnTo>
                  <a:lnTo>
                    <a:pt x="9153651" y="495273"/>
                  </a:lnTo>
                  <a:lnTo>
                    <a:pt x="9106815" y="546955"/>
                  </a:lnTo>
                  <a:lnTo>
                    <a:pt x="9060168" y="601638"/>
                  </a:lnTo>
                  <a:lnTo>
                    <a:pt x="9013580" y="659081"/>
                  </a:lnTo>
                  <a:lnTo>
                    <a:pt x="8966966" y="718962"/>
                  </a:lnTo>
                  <a:lnTo>
                    <a:pt x="8920285" y="780877"/>
                  </a:lnTo>
                  <a:lnTo>
                    <a:pt x="8873525" y="844355"/>
                  </a:lnTo>
                  <a:lnTo>
                    <a:pt x="8826702" y="908870"/>
                  </a:lnTo>
                  <a:lnTo>
                    <a:pt x="8779848" y="973857"/>
                  </a:lnTo>
                  <a:lnTo>
                    <a:pt x="8733000" y="1038735"/>
                  </a:lnTo>
                  <a:lnTo>
                    <a:pt x="8686198" y="1102925"/>
                  </a:lnTo>
                  <a:lnTo>
                    <a:pt x="8639467" y="1165876"/>
                  </a:lnTo>
                  <a:lnTo>
                    <a:pt x="8592814" y="1227079"/>
                  </a:lnTo>
                  <a:lnTo>
                    <a:pt x="8546217" y="1286088"/>
                  </a:lnTo>
                  <a:lnTo>
                    <a:pt x="8499619" y="1342530"/>
                  </a:lnTo>
                  <a:lnTo>
                    <a:pt x="8452919" y="1396111"/>
                  </a:lnTo>
                  <a:lnTo>
                    <a:pt x="8405967" y="1446621"/>
                  </a:lnTo>
                  <a:lnTo>
                    <a:pt x="8358552" y="1493934"/>
                  </a:lnTo>
                  <a:lnTo>
                    <a:pt x="8310399" y="1538001"/>
                  </a:lnTo>
                  <a:lnTo>
                    <a:pt x="8261151" y="1578844"/>
                  </a:lnTo>
                  <a:lnTo>
                    <a:pt x="8229629" y="1602760"/>
                  </a:lnTo>
                  <a:lnTo>
                    <a:pt x="8178151" y="1638166"/>
                  </a:lnTo>
                  <a:lnTo>
                    <a:pt x="8124264" y="1670522"/>
                  </a:lnTo>
                  <a:lnTo>
                    <a:pt x="8067300" y="1699936"/>
                  </a:lnTo>
                  <a:lnTo>
                    <a:pt x="8006527" y="1726613"/>
                  </a:lnTo>
                  <a:lnTo>
                    <a:pt x="7941183" y="1750802"/>
                  </a:lnTo>
                  <a:lnTo>
                    <a:pt x="7870521" y="1772759"/>
                  </a:lnTo>
                  <a:lnTo>
                    <a:pt x="7793858" y="1792725"/>
                  </a:lnTo>
                  <a:lnTo>
                    <a:pt x="7710639" y="1810914"/>
                  </a:lnTo>
                  <a:lnTo>
                    <a:pt x="7620523" y="1827503"/>
                  </a:lnTo>
                  <a:lnTo>
                    <a:pt x="7523497" y="1842630"/>
                  </a:lnTo>
                  <a:lnTo>
                    <a:pt x="7420012" y="1856389"/>
                  </a:lnTo>
                  <a:lnTo>
                    <a:pt x="7311116" y="1868835"/>
                  </a:lnTo>
                  <a:lnTo>
                    <a:pt x="7198587" y="1879985"/>
                  </a:lnTo>
                  <a:lnTo>
                    <a:pt x="7084989" y="1889828"/>
                  </a:lnTo>
                  <a:lnTo>
                    <a:pt x="6973623" y="1898335"/>
                  </a:lnTo>
                  <a:lnTo>
                    <a:pt x="6868314" y="1905484"/>
                  </a:lnTo>
                  <a:lnTo>
                    <a:pt x="6773024" y="1911273"/>
                  </a:lnTo>
                  <a:lnTo>
                    <a:pt x="6691318" y="1915741"/>
                  </a:lnTo>
                  <a:lnTo>
                    <a:pt x="6625798" y="1918984"/>
                  </a:lnTo>
                  <a:lnTo>
                    <a:pt x="6577620" y="1921152"/>
                  </a:lnTo>
                  <a:lnTo>
                    <a:pt x="6546230" y="1922440"/>
                  </a:lnTo>
                  <a:lnTo>
                    <a:pt x="6529345" y="1923074"/>
                  </a:lnTo>
                  <a:lnTo>
                    <a:pt x="6523127" y="1923288"/>
                  </a:lnTo>
                  <a:lnTo>
                    <a:pt x="6522385" y="1923312"/>
                  </a:lnTo>
                  <a:lnTo>
                    <a:pt x="5527445" y="1923312"/>
                  </a:lnTo>
                  <a:lnTo>
                    <a:pt x="5526314" y="1923297"/>
                  </a:lnTo>
                  <a:lnTo>
                    <a:pt x="5518847" y="1923189"/>
                  </a:lnTo>
                  <a:lnTo>
                    <a:pt x="5499922" y="1922891"/>
                  </a:lnTo>
                  <a:lnTo>
                    <a:pt x="5465835" y="1922304"/>
                  </a:lnTo>
                  <a:lnTo>
                    <a:pt x="5414515" y="1921333"/>
                  </a:lnTo>
                  <a:lnTo>
                    <a:pt x="5345682" y="1919899"/>
                  </a:lnTo>
                  <a:lnTo>
                    <a:pt x="5260789" y="1917941"/>
                  </a:lnTo>
                  <a:lnTo>
                    <a:pt x="5162703" y="1915424"/>
                  </a:lnTo>
                  <a:lnTo>
                    <a:pt x="5055184" y="1912335"/>
                  </a:lnTo>
                  <a:lnTo>
                    <a:pt x="4942290" y="1908676"/>
                  </a:lnTo>
                  <a:lnTo>
                    <a:pt x="4827850" y="1904459"/>
                  </a:lnTo>
                  <a:lnTo>
                    <a:pt x="4715095" y="1899694"/>
                  </a:lnTo>
                  <a:lnTo>
                    <a:pt x="4606476" y="1894385"/>
                  </a:lnTo>
                  <a:lnTo>
                    <a:pt x="4503638" y="1888520"/>
                  </a:lnTo>
                  <a:lnTo>
                    <a:pt x="4407506" y="1882073"/>
                  </a:lnTo>
                  <a:lnTo>
                    <a:pt x="4318415" y="1875000"/>
                  </a:lnTo>
                  <a:lnTo>
                    <a:pt x="4236263" y="1867237"/>
                  </a:lnTo>
                  <a:lnTo>
                    <a:pt x="4160637" y="1858707"/>
                  </a:lnTo>
                  <a:lnTo>
                    <a:pt x="4090931" y="1849316"/>
                  </a:lnTo>
                  <a:lnTo>
                    <a:pt x="4026422" y="1838959"/>
                  </a:lnTo>
                  <a:lnTo>
                    <a:pt x="3966341" y="1827527"/>
                  </a:lnTo>
                  <a:lnTo>
                    <a:pt x="3909913" y="1814919"/>
                  </a:lnTo>
                  <a:lnTo>
                    <a:pt x="3856405" y="1801056"/>
                  </a:lnTo>
                  <a:lnTo>
                    <a:pt x="3820202" y="1790549"/>
                  </a:lnTo>
                  <a:lnTo>
                    <a:pt x="3761553" y="1771545"/>
                  </a:lnTo>
                  <a:lnTo>
                    <a:pt x="3704676" y="1750724"/>
                  </a:lnTo>
                  <a:lnTo>
                    <a:pt x="3648944" y="1728056"/>
                  </a:lnTo>
                  <a:lnTo>
                    <a:pt x="3593886" y="1703564"/>
                  </a:lnTo>
                  <a:lnTo>
                    <a:pt x="3539162" y="1677333"/>
                  </a:lnTo>
                  <a:lnTo>
                    <a:pt x="3484541" y="1649509"/>
                  </a:lnTo>
                  <a:lnTo>
                    <a:pt x="3429885" y="1620307"/>
                  </a:lnTo>
                  <a:lnTo>
                    <a:pt x="3375130" y="1590000"/>
                  </a:lnTo>
                  <a:lnTo>
                    <a:pt x="3320273" y="1558915"/>
                  </a:lnTo>
                  <a:lnTo>
                    <a:pt x="3265352" y="1527415"/>
                  </a:lnTo>
                  <a:lnTo>
                    <a:pt x="3210425" y="1495886"/>
                  </a:lnTo>
                  <a:lnTo>
                    <a:pt x="3155555" y="1464714"/>
                  </a:lnTo>
                  <a:lnTo>
                    <a:pt x="3100784" y="1434267"/>
                  </a:lnTo>
                  <a:lnTo>
                    <a:pt x="3046115" y="1404878"/>
                  </a:lnTo>
                  <a:lnTo>
                    <a:pt x="2991496" y="1376831"/>
                  </a:lnTo>
                  <a:lnTo>
                    <a:pt x="2936800" y="1350347"/>
                  </a:lnTo>
                  <a:lnTo>
                    <a:pt x="2881812" y="1325585"/>
                  </a:lnTo>
                  <a:lnTo>
                    <a:pt x="2826208" y="1302637"/>
                  </a:lnTo>
                  <a:lnTo>
                    <a:pt x="2769541" y="1281537"/>
                  </a:lnTo>
                  <a:lnTo>
                    <a:pt x="2711208" y="1262262"/>
                  </a:lnTo>
                  <a:lnTo>
                    <a:pt x="2702183" y="1259499"/>
                  </a:lnTo>
                  <a:lnTo>
                    <a:pt x="2650328" y="1244734"/>
                  </a:lnTo>
                  <a:lnTo>
                    <a:pt x="2596024" y="1231250"/>
                  </a:lnTo>
                  <a:lnTo>
                    <a:pt x="2538588" y="1219002"/>
                  </a:lnTo>
                  <a:lnTo>
                    <a:pt x="2477272" y="1207901"/>
                  </a:lnTo>
                  <a:lnTo>
                    <a:pt x="2411296" y="1197842"/>
                  </a:lnTo>
                  <a:lnTo>
                    <a:pt x="2339901" y="1188718"/>
                  </a:lnTo>
                  <a:lnTo>
                    <a:pt x="2262390" y="1180425"/>
                  </a:lnTo>
                  <a:lnTo>
                    <a:pt x="2178205" y="1172876"/>
                  </a:lnTo>
                  <a:lnTo>
                    <a:pt x="2087014" y="1165994"/>
                  </a:lnTo>
                  <a:lnTo>
                    <a:pt x="1988828" y="1159724"/>
                  </a:lnTo>
                  <a:lnTo>
                    <a:pt x="1884144" y="1154027"/>
                  </a:lnTo>
                  <a:lnTo>
                    <a:pt x="1774087" y="1148879"/>
                  </a:lnTo>
                  <a:lnTo>
                    <a:pt x="1660538" y="1144277"/>
                  </a:lnTo>
                  <a:lnTo>
                    <a:pt x="1546188" y="1140225"/>
                  </a:lnTo>
                  <a:lnTo>
                    <a:pt x="1434473" y="1136734"/>
                  </a:lnTo>
                  <a:lnTo>
                    <a:pt x="1329339" y="1133816"/>
                  </a:lnTo>
                  <a:lnTo>
                    <a:pt x="1234814" y="1131468"/>
                  </a:lnTo>
                  <a:lnTo>
                    <a:pt x="1154454" y="1129670"/>
                  </a:lnTo>
                  <a:lnTo>
                    <a:pt x="1090753" y="1128381"/>
                  </a:lnTo>
                  <a:lnTo>
                    <a:pt x="1044670" y="1127534"/>
                  </a:lnTo>
                  <a:lnTo>
                    <a:pt x="1015387" y="1127042"/>
                  </a:lnTo>
                  <a:lnTo>
                    <a:pt x="1000326" y="1126811"/>
                  </a:lnTo>
                  <a:lnTo>
                    <a:pt x="995338" y="1126741"/>
                  </a:lnTo>
                  <a:lnTo>
                    <a:pt x="994940" y="1126736"/>
                  </a:lnTo>
                  <a:lnTo>
                    <a:pt x="0" y="1126736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32" name="pl1731"/>
            <p:cNvSpPr/>
            <p:nvPr/>
          </p:nvSpPr>
          <p:spPr>
            <a:xfrm>
              <a:off x="1199187" y="4643037"/>
              <a:ext cx="12049831" cy="1923312"/>
            </a:xfrm>
            <a:custGeom>
              <a:avLst/>
              <a:pathLst>
                <a:path w="12049831" h="1923312">
                  <a:moveTo>
                    <a:pt x="0" y="1126736"/>
                  </a:moveTo>
                  <a:lnTo>
                    <a:pt x="994940" y="1126736"/>
                  </a:lnTo>
                  <a:lnTo>
                    <a:pt x="996071" y="1126751"/>
                  </a:lnTo>
                  <a:lnTo>
                    <a:pt x="1003538" y="1126859"/>
                  </a:lnTo>
                  <a:lnTo>
                    <a:pt x="1022463" y="1127157"/>
                  </a:lnTo>
                  <a:lnTo>
                    <a:pt x="1056550" y="1127744"/>
                  </a:lnTo>
                  <a:lnTo>
                    <a:pt x="1107870" y="1128715"/>
                  </a:lnTo>
                  <a:lnTo>
                    <a:pt x="1176703" y="1130150"/>
                  </a:lnTo>
                  <a:lnTo>
                    <a:pt x="1261596" y="1132107"/>
                  </a:lnTo>
                  <a:lnTo>
                    <a:pt x="1359682" y="1134624"/>
                  </a:lnTo>
                  <a:lnTo>
                    <a:pt x="1467201" y="1137713"/>
                  </a:lnTo>
                  <a:lnTo>
                    <a:pt x="1580095" y="1141372"/>
                  </a:lnTo>
                  <a:lnTo>
                    <a:pt x="1694535" y="1145589"/>
                  </a:lnTo>
                  <a:lnTo>
                    <a:pt x="1807290" y="1150354"/>
                  </a:lnTo>
                  <a:lnTo>
                    <a:pt x="1915909" y="1155663"/>
                  </a:lnTo>
                  <a:lnTo>
                    <a:pt x="2018747" y="1161528"/>
                  </a:lnTo>
                  <a:lnTo>
                    <a:pt x="2114879" y="1167975"/>
                  </a:lnTo>
                  <a:lnTo>
                    <a:pt x="2203970" y="1175048"/>
                  </a:lnTo>
                  <a:lnTo>
                    <a:pt x="2286122" y="1182811"/>
                  </a:lnTo>
                  <a:lnTo>
                    <a:pt x="2361748" y="1191341"/>
                  </a:lnTo>
                  <a:lnTo>
                    <a:pt x="2431454" y="1200732"/>
                  </a:lnTo>
                  <a:lnTo>
                    <a:pt x="2495963" y="1211089"/>
                  </a:lnTo>
                  <a:lnTo>
                    <a:pt x="2556044" y="1222521"/>
                  </a:lnTo>
                  <a:lnTo>
                    <a:pt x="2612472" y="1235129"/>
                  </a:lnTo>
                  <a:lnTo>
                    <a:pt x="2665980" y="1248992"/>
                  </a:lnTo>
                  <a:lnTo>
                    <a:pt x="2702183" y="1259499"/>
                  </a:lnTo>
                  <a:lnTo>
                    <a:pt x="2760832" y="1278503"/>
                  </a:lnTo>
                  <a:lnTo>
                    <a:pt x="2817709" y="1299324"/>
                  </a:lnTo>
                  <a:lnTo>
                    <a:pt x="2873441" y="1321992"/>
                  </a:lnTo>
                  <a:lnTo>
                    <a:pt x="2928499" y="1346484"/>
                  </a:lnTo>
                  <a:lnTo>
                    <a:pt x="2983223" y="1372715"/>
                  </a:lnTo>
                  <a:lnTo>
                    <a:pt x="3037844" y="1400539"/>
                  </a:lnTo>
                  <a:lnTo>
                    <a:pt x="3092500" y="1429741"/>
                  </a:lnTo>
                  <a:lnTo>
                    <a:pt x="3147255" y="1460048"/>
                  </a:lnTo>
                  <a:lnTo>
                    <a:pt x="3202112" y="1491133"/>
                  </a:lnTo>
                  <a:lnTo>
                    <a:pt x="3257033" y="1522633"/>
                  </a:lnTo>
                  <a:lnTo>
                    <a:pt x="3311960" y="1554162"/>
                  </a:lnTo>
                  <a:lnTo>
                    <a:pt x="3366830" y="1585335"/>
                  </a:lnTo>
                  <a:lnTo>
                    <a:pt x="3421601" y="1615781"/>
                  </a:lnTo>
                  <a:lnTo>
                    <a:pt x="3476270" y="1645170"/>
                  </a:lnTo>
                  <a:lnTo>
                    <a:pt x="3530889" y="1673217"/>
                  </a:lnTo>
                  <a:lnTo>
                    <a:pt x="3585585" y="1699701"/>
                  </a:lnTo>
                  <a:lnTo>
                    <a:pt x="3640573" y="1724463"/>
                  </a:lnTo>
                  <a:lnTo>
                    <a:pt x="3696177" y="1747411"/>
                  </a:lnTo>
                  <a:lnTo>
                    <a:pt x="3752844" y="1768511"/>
                  </a:lnTo>
                  <a:lnTo>
                    <a:pt x="3811177" y="1787786"/>
                  </a:lnTo>
                  <a:lnTo>
                    <a:pt x="3820202" y="1790549"/>
                  </a:lnTo>
                  <a:lnTo>
                    <a:pt x="3872057" y="1805314"/>
                  </a:lnTo>
                  <a:lnTo>
                    <a:pt x="3926361" y="1818798"/>
                  </a:lnTo>
                  <a:lnTo>
                    <a:pt x="3983797" y="1831046"/>
                  </a:lnTo>
                  <a:lnTo>
                    <a:pt x="4045113" y="1842147"/>
                  </a:lnTo>
                  <a:lnTo>
                    <a:pt x="4111089" y="1852206"/>
                  </a:lnTo>
                  <a:lnTo>
                    <a:pt x="4182484" y="1861330"/>
                  </a:lnTo>
                  <a:lnTo>
                    <a:pt x="4259995" y="1869623"/>
                  </a:lnTo>
                  <a:lnTo>
                    <a:pt x="4344180" y="1877172"/>
                  </a:lnTo>
                  <a:lnTo>
                    <a:pt x="4435371" y="1884054"/>
                  </a:lnTo>
                  <a:lnTo>
                    <a:pt x="4533557" y="1890324"/>
                  </a:lnTo>
                  <a:lnTo>
                    <a:pt x="4638241" y="1896022"/>
                  </a:lnTo>
                  <a:lnTo>
                    <a:pt x="4748298" y="1901169"/>
                  </a:lnTo>
                  <a:lnTo>
                    <a:pt x="4861847" y="1905771"/>
                  </a:lnTo>
                  <a:lnTo>
                    <a:pt x="4976197" y="1909823"/>
                  </a:lnTo>
                  <a:lnTo>
                    <a:pt x="5087912" y="1913314"/>
                  </a:lnTo>
                  <a:lnTo>
                    <a:pt x="5193046" y="1916232"/>
                  </a:lnTo>
                  <a:lnTo>
                    <a:pt x="5287571" y="1918580"/>
                  </a:lnTo>
                  <a:lnTo>
                    <a:pt x="5367931" y="1920378"/>
                  </a:lnTo>
                  <a:lnTo>
                    <a:pt x="5431632" y="1921667"/>
                  </a:lnTo>
                  <a:lnTo>
                    <a:pt x="5477715" y="1922514"/>
                  </a:lnTo>
                  <a:lnTo>
                    <a:pt x="5506998" y="1923006"/>
                  </a:lnTo>
                  <a:lnTo>
                    <a:pt x="5522059" y="1923237"/>
                  </a:lnTo>
                  <a:lnTo>
                    <a:pt x="5527047" y="1923307"/>
                  </a:lnTo>
                  <a:lnTo>
                    <a:pt x="5527445" y="1923312"/>
                  </a:lnTo>
                  <a:lnTo>
                    <a:pt x="6522385" y="1923312"/>
                  </a:lnTo>
                  <a:lnTo>
                    <a:pt x="6523493" y="1923276"/>
                  </a:lnTo>
                  <a:lnTo>
                    <a:pt x="6530807" y="1923022"/>
                  </a:lnTo>
                  <a:lnTo>
                    <a:pt x="6549355" y="1922317"/>
                  </a:lnTo>
                  <a:lnTo>
                    <a:pt x="6582791" y="1920929"/>
                  </a:lnTo>
                  <a:lnTo>
                    <a:pt x="6633182" y="1918635"/>
                  </a:lnTo>
                  <a:lnTo>
                    <a:pt x="6700860" y="1915243"/>
                  </a:lnTo>
                  <a:lnTo>
                    <a:pt x="6784464" y="1910610"/>
                  </a:lnTo>
                  <a:lnTo>
                    <a:pt x="6881242" y="1904650"/>
                  </a:lnTo>
                  <a:lnTo>
                    <a:pt x="6987544" y="1897328"/>
                  </a:lnTo>
                  <a:lnTo>
                    <a:pt x="7099399" y="1888648"/>
                  </a:lnTo>
                  <a:lnTo>
                    <a:pt x="7213030" y="1878638"/>
                  </a:lnTo>
                  <a:lnTo>
                    <a:pt x="7325222" y="1867323"/>
                  </a:lnTo>
                  <a:lnTo>
                    <a:pt x="7433512" y="1854712"/>
                  </a:lnTo>
                  <a:lnTo>
                    <a:pt x="7536220" y="1840782"/>
                  </a:lnTo>
                  <a:lnTo>
                    <a:pt x="7632380" y="1825476"/>
                  </a:lnTo>
                  <a:lnTo>
                    <a:pt x="7721609" y="1808691"/>
                  </a:lnTo>
                  <a:lnTo>
                    <a:pt x="7803970" y="1790287"/>
                  </a:lnTo>
                  <a:lnTo>
                    <a:pt x="7879835" y="1770080"/>
                  </a:lnTo>
                  <a:lnTo>
                    <a:pt x="7949779" y="1747852"/>
                  </a:lnTo>
                  <a:lnTo>
                    <a:pt x="8014500" y="1723361"/>
                  </a:lnTo>
                  <a:lnTo>
                    <a:pt x="8074746" y="1696349"/>
                  </a:lnTo>
                  <a:lnTo>
                    <a:pt x="8131279" y="1666570"/>
                  </a:lnTo>
                  <a:lnTo>
                    <a:pt x="8184824" y="1633829"/>
                  </a:lnTo>
                  <a:lnTo>
                    <a:pt x="8229629" y="1602760"/>
                  </a:lnTo>
                  <a:lnTo>
                    <a:pt x="8279784" y="1563893"/>
                  </a:lnTo>
                  <a:lnTo>
                    <a:pt x="8328574" y="1521848"/>
                  </a:lnTo>
                  <a:lnTo>
                    <a:pt x="8376413" y="1476562"/>
                  </a:lnTo>
                  <a:lnTo>
                    <a:pt x="8423625" y="1428039"/>
                  </a:lnTo>
                  <a:lnTo>
                    <a:pt x="8470462" y="1376357"/>
                  </a:lnTo>
                  <a:lnTo>
                    <a:pt x="8517108" y="1321674"/>
                  </a:lnTo>
                  <a:lnTo>
                    <a:pt x="8563697" y="1264230"/>
                  </a:lnTo>
                  <a:lnTo>
                    <a:pt x="8610310" y="1204350"/>
                  </a:lnTo>
                  <a:lnTo>
                    <a:pt x="8656992" y="1142435"/>
                  </a:lnTo>
                  <a:lnTo>
                    <a:pt x="8703751" y="1078957"/>
                  </a:lnTo>
                  <a:lnTo>
                    <a:pt x="8750574" y="1014442"/>
                  </a:lnTo>
                  <a:lnTo>
                    <a:pt x="8797429" y="949455"/>
                  </a:lnTo>
                  <a:lnTo>
                    <a:pt x="8844276" y="884577"/>
                  </a:lnTo>
                  <a:lnTo>
                    <a:pt x="8891078" y="820387"/>
                  </a:lnTo>
                  <a:lnTo>
                    <a:pt x="8937809" y="757436"/>
                  </a:lnTo>
                  <a:lnTo>
                    <a:pt x="8984462" y="696233"/>
                  </a:lnTo>
                  <a:lnTo>
                    <a:pt x="9031059" y="637223"/>
                  </a:lnTo>
                  <a:lnTo>
                    <a:pt x="9077657" y="580782"/>
                  </a:lnTo>
                  <a:lnTo>
                    <a:pt x="9124357" y="527201"/>
                  </a:lnTo>
                  <a:lnTo>
                    <a:pt x="9171310" y="476691"/>
                  </a:lnTo>
                  <a:lnTo>
                    <a:pt x="9218724" y="429377"/>
                  </a:lnTo>
                  <a:lnTo>
                    <a:pt x="9266877" y="385311"/>
                  </a:lnTo>
                  <a:lnTo>
                    <a:pt x="9316126" y="344468"/>
                  </a:lnTo>
                  <a:lnTo>
                    <a:pt x="9347647" y="320552"/>
                  </a:lnTo>
                  <a:lnTo>
                    <a:pt x="9399126" y="285146"/>
                  </a:lnTo>
                  <a:lnTo>
                    <a:pt x="9453013" y="252790"/>
                  </a:lnTo>
                  <a:lnTo>
                    <a:pt x="9509976" y="223376"/>
                  </a:lnTo>
                  <a:lnTo>
                    <a:pt x="9570750" y="196699"/>
                  </a:lnTo>
                  <a:lnTo>
                    <a:pt x="9636094" y="172510"/>
                  </a:lnTo>
                  <a:lnTo>
                    <a:pt x="9706755" y="150553"/>
                  </a:lnTo>
                  <a:lnTo>
                    <a:pt x="9783418" y="130586"/>
                  </a:lnTo>
                  <a:lnTo>
                    <a:pt x="9866638" y="112397"/>
                  </a:lnTo>
                  <a:lnTo>
                    <a:pt x="9956754" y="95808"/>
                  </a:lnTo>
                  <a:lnTo>
                    <a:pt x="10053779" y="80682"/>
                  </a:lnTo>
                  <a:lnTo>
                    <a:pt x="10157265" y="66922"/>
                  </a:lnTo>
                  <a:lnTo>
                    <a:pt x="10266160" y="54476"/>
                  </a:lnTo>
                  <a:lnTo>
                    <a:pt x="10378689" y="43326"/>
                  </a:lnTo>
                  <a:lnTo>
                    <a:pt x="10492287" y="33484"/>
                  </a:lnTo>
                  <a:lnTo>
                    <a:pt x="10603654" y="24976"/>
                  </a:lnTo>
                  <a:lnTo>
                    <a:pt x="10708963" y="17828"/>
                  </a:lnTo>
                  <a:lnTo>
                    <a:pt x="10804253" y="12039"/>
                  </a:lnTo>
                  <a:lnTo>
                    <a:pt x="10885958" y="7570"/>
                  </a:lnTo>
                  <a:lnTo>
                    <a:pt x="10951478" y="4327"/>
                  </a:lnTo>
                  <a:lnTo>
                    <a:pt x="10999656" y="2160"/>
                  </a:lnTo>
                  <a:lnTo>
                    <a:pt x="11031047" y="872"/>
                  </a:lnTo>
                  <a:lnTo>
                    <a:pt x="11047932" y="238"/>
                  </a:lnTo>
                  <a:lnTo>
                    <a:pt x="11054150" y="2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3" name="pl1732"/>
            <p:cNvSpPr/>
            <p:nvPr/>
          </p:nvSpPr>
          <p:spPr>
            <a:xfrm>
              <a:off x="1199187" y="4637796"/>
              <a:ext cx="12049831" cy="1923312"/>
            </a:xfrm>
            <a:custGeom>
              <a:avLst/>
              <a:pathLst>
                <a:path w="12049831" h="1923312">
                  <a:moveTo>
                    <a:pt x="12049831" y="0"/>
                  </a:moveTo>
                  <a:lnTo>
                    <a:pt x="11054891" y="0"/>
                  </a:lnTo>
                  <a:lnTo>
                    <a:pt x="11053783" y="35"/>
                  </a:lnTo>
                  <a:lnTo>
                    <a:pt x="11046469" y="290"/>
                  </a:lnTo>
                  <a:lnTo>
                    <a:pt x="11027921" y="994"/>
                  </a:lnTo>
                  <a:lnTo>
                    <a:pt x="10994486" y="2382"/>
                  </a:lnTo>
                  <a:lnTo>
                    <a:pt x="10944094" y="4677"/>
                  </a:lnTo>
                  <a:lnTo>
                    <a:pt x="10876416" y="8069"/>
                  </a:lnTo>
                  <a:lnTo>
                    <a:pt x="10792812" y="12701"/>
                  </a:lnTo>
                  <a:lnTo>
                    <a:pt x="10696035" y="18662"/>
                  </a:lnTo>
                  <a:lnTo>
                    <a:pt x="10589733" y="25984"/>
                  </a:lnTo>
                  <a:lnTo>
                    <a:pt x="10477878" y="34663"/>
                  </a:lnTo>
                  <a:lnTo>
                    <a:pt x="10364246" y="44673"/>
                  </a:lnTo>
                  <a:lnTo>
                    <a:pt x="10252054" y="55988"/>
                  </a:lnTo>
                  <a:lnTo>
                    <a:pt x="10143765" y="68600"/>
                  </a:lnTo>
                  <a:lnTo>
                    <a:pt x="10041057" y="82529"/>
                  </a:lnTo>
                  <a:lnTo>
                    <a:pt x="9944897" y="97836"/>
                  </a:lnTo>
                  <a:lnTo>
                    <a:pt x="9855667" y="114620"/>
                  </a:lnTo>
                  <a:lnTo>
                    <a:pt x="9773307" y="133025"/>
                  </a:lnTo>
                  <a:lnTo>
                    <a:pt x="9697442" y="153232"/>
                  </a:lnTo>
                  <a:lnTo>
                    <a:pt x="9627497" y="175459"/>
                  </a:lnTo>
                  <a:lnTo>
                    <a:pt x="9562777" y="199951"/>
                  </a:lnTo>
                  <a:lnTo>
                    <a:pt x="9502530" y="226963"/>
                  </a:lnTo>
                  <a:lnTo>
                    <a:pt x="9445998" y="256741"/>
                  </a:lnTo>
                  <a:lnTo>
                    <a:pt x="9392453" y="289482"/>
                  </a:lnTo>
                  <a:lnTo>
                    <a:pt x="9347647" y="320552"/>
                  </a:lnTo>
                  <a:lnTo>
                    <a:pt x="9297493" y="359419"/>
                  </a:lnTo>
                  <a:lnTo>
                    <a:pt x="9248703" y="401464"/>
                  </a:lnTo>
                  <a:lnTo>
                    <a:pt x="9200864" y="446750"/>
                  </a:lnTo>
                  <a:lnTo>
                    <a:pt x="9153651" y="495273"/>
                  </a:lnTo>
                  <a:lnTo>
                    <a:pt x="9106815" y="546955"/>
                  </a:lnTo>
                  <a:lnTo>
                    <a:pt x="9060168" y="601638"/>
                  </a:lnTo>
                  <a:lnTo>
                    <a:pt x="9013580" y="659081"/>
                  </a:lnTo>
                  <a:lnTo>
                    <a:pt x="8966966" y="718962"/>
                  </a:lnTo>
                  <a:lnTo>
                    <a:pt x="8920285" y="780877"/>
                  </a:lnTo>
                  <a:lnTo>
                    <a:pt x="8873525" y="844355"/>
                  </a:lnTo>
                  <a:lnTo>
                    <a:pt x="8826702" y="908870"/>
                  </a:lnTo>
                  <a:lnTo>
                    <a:pt x="8779848" y="973857"/>
                  </a:lnTo>
                  <a:lnTo>
                    <a:pt x="8733000" y="1038735"/>
                  </a:lnTo>
                  <a:lnTo>
                    <a:pt x="8686198" y="1102925"/>
                  </a:lnTo>
                  <a:lnTo>
                    <a:pt x="8639467" y="1165876"/>
                  </a:lnTo>
                  <a:lnTo>
                    <a:pt x="8592814" y="1227079"/>
                  </a:lnTo>
                  <a:lnTo>
                    <a:pt x="8546217" y="1286088"/>
                  </a:lnTo>
                  <a:lnTo>
                    <a:pt x="8499619" y="1342530"/>
                  </a:lnTo>
                  <a:lnTo>
                    <a:pt x="8452919" y="1396111"/>
                  </a:lnTo>
                  <a:lnTo>
                    <a:pt x="8405967" y="1446621"/>
                  </a:lnTo>
                  <a:lnTo>
                    <a:pt x="8358552" y="1493934"/>
                  </a:lnTo>
                  <a:lnTo>
                    <a:pt x="8310399" y="1538001"/>
                  </a:lnTo>
                  <a:lnTo>
                    <a:pt x="8261151" y="1578844"/>
                  </a:lnTo>
                  <a:lnTo>
                    <a:pt x="8229629" y="1602760"/>
                  </a:lnTo>
                  <a:lnTo>
                    <a:pt x="8178151" y="1638166"/>
                  </a:lnTo>
                  <a:lnTo>
                    <a:pt x="8124264" y="1670522"/>
                  </a:lnTo>
                  <a:lnTo>
                    <a:pt x="8067300" y="1699936"/>
                  </a:lnTo>
                  <a:lnTo>
                    <a:pt x="8006527" y="1726613"/>
                  </a:lnTo>
                  <a:lnTo>
                    <a:pt x="7941183" y="1750802"/>
                  </a:lnTo>
                  <a:lnTo>
                    <a:pt x="7870521" y="1772759"/>
                  </a:lnTo>
                  <a:lnTo>
                    <a:pt x="7793858" y="1792725"/>
                  </a:lnTo>
                  <a:lnTo>
                    <a:pt x="7710639" y="1810914"/>
                  </a:lnTo>
                  <a:lnTo>
                    <a:pt x="7620523" y="1827503"/>
                  </a:lnTo>
                  <a:lnTo>
                    <a:pt x="7523497" y="1842630"/>
                  </a:lnTo>
                  <a:lnTo>
                    <a:pt x="7420012" y="1856389"/>
                  </a:lnTo>
                  <a:lnTo>
                    <a:pt x="7311116" y="1868835"/>
                  </a:lnTo>
                  <a:lnTo>
                    <a:pt x="7198587" y="1879985"/>
                  </a:lnTo>
                  <a:lnTo>
                    <a:pt x="7084989" y="1889828"/>
                  </a:lnTo>
                  <a:lnTo>
                    <a:pt x="6973623" y="1898335"/>
                  </a:lnTo>
                  <a:lnTo>
                    <a:pt x="6868314" y="1905484"/>
                  </a:lnTo>
                  <a:lnTo>
                    <a:pt x="6773024" y="1911273"/>
                  </a:lnTo>
                  <a:lnTo>
                    <a:pt x="6691318" y="1915741"/>
                  </a:lnTo>
                  <a:lnTo>
                    <a:pt x="6625798" y="1918984"/>
                  </a:lnTo>
                  <a:lnTo>
                    <a:pt x="6577620" y="1921152"/>
                  </a:lnTo>
                  <a:lnTo>
                    <a:pt x="6546230" y="1922440"/>
                  </a:lnTo>
                  <a:lnTo>
                    <a:pt x="6529345" y="1923074"/>
                  </a:lnTo>
                  <a:lnTo>
                    <a:pt x="6523127" y="1923288"/>
                  </a:lnTo>
                  <a:lnTo>
                    <a:pt x="6522385" y="1923312"/>
                  </a:lnTo>
                  <a:lnTo>
                    <a:pt x="5527445" y="1923312"/>
                  </a:lnTo>
                  <a:lnTo>
                    <a:pt x="5526314" y="1923297"/>
                  </a:lnTo>
                  <a:lnTo>
                    <a:pt x="5518847" y="1923189"/>
                  </a:lnTo>
                  <a:lnTo>
                    <a:pt x="5499922" y="1922891"/>
                  </a:lnTo>
                  <a:lnTo>
                    <a:pt x="5465835" y="1922304"/>
                  </a:lnTo>
                  <a:lnTo>
                    <a:pt x="5414515" y="1921333"/>
                  </a:lnTo>
                  <a:lnTo>
                    <a:pt x="5345682" y="1919899"/>
                  </a:lnTo>
                  <a:lnTo>
                    <a:pt x="5260789" y="1917941"/>
                  </a:lnTo>
                  <a:lnTo>
                    <a:pt x="5162703" y="1915424"/>
                  </a:lnTo>
                  <a:lnTo>
                    <a:pt x="5055184" y="1912335"/>
                  </a:lnTo>
                  <a:lnTo>
                    <a:pt x="4942290" y="1908676"/>
                  </a:lnTo>
                  <a:lnTo>
                    <a:pt x="4827850" y="1904459"/>
                  </a:lnTo>
                  <a:lnTo>
                    <a:pt x="4715095" y="1899694"/>
                  </a:lnTo>
                  <a:lnTo>
                    <a:pt x="4606476" y="1894385"/>
                  </a:lnTo>
                  <a:lnTo>
                    <a:pt x="4503638" y="1888520"/>
                  </a:lnTo>
                  <a:lnTo>
                    <a:pt x="4407506" y="1882073"/>
                  </a:lnTo>
                  <a:lnTo>
                    <a:pt x="4318415" y="1875000"/>
                  </a:lnTo>
                  <a:lnTo>
                    <a:pt x="4236263" y="1867237"/>
                  </a:lnTo>
                  <a:lnTo>
                    <a:pt x="4160637" y="1858707"/>
                  </a:lnTo>
                  <a:lnTo>
                    <a:pt x="4090931" y="1849316"/>
                  </a:lnTo>
                  <a:lnTo>
                    <a:pt x="4026422" y="1838959"/>
                  </a:lnTo>
                  <a:lnTo>
                    <a:pt x="3966341" y="1827527"/>
                  </a:lnTo>
                  <a:lnTo>
                    <a:pt x="3909913" y="1814919"/>
                  </a:lnTo>
                  <a:lnTo>
                    <a:pt x="3856405" y="1801056"/>
                  </a:lnTo>
                  <a:lnTo>
                    <a:pt x="3820202" y="1790549"/>
                  </a:lnTo>
                  <a:lnTo>
                    <a:pt x="3761553" y="1771545"/>
                  </a:lnTo>
                  <a:lnTo>
                    <a:pt x="3704676" y="1750724"/>
                  </a:lnTo>
                  <a:lnTo>
                    <a:pt x="3648944" y="1728056"/>
                  </a:lnTo>
                  <a:lnTo>
                    <a:pt x="3593886" y="1703564"/>
                  </a:lnTo>
                  <a:lnTo>
                    <a:pt x="3539162" y="1677333"/>
                  </a:lnTo>
                  <a:lnTo>
                    <a:pt x="3484541" y="1649509"/>
                  </a:lnTo>
                  <a:lnTo>
                    <a:pt x="3429885" y="1620307"/>
                  </a:lnTo>
                  <a:lnTo>
                    <a:pt x="3375130" y="1590000"/>
                  </a:lnTo>
                  <a:lnTo>
                    <a:pt x="3320273" y="1558915"/>
                  </a:lnTo>
                  <a:lnTo>
                    <a:pt x="3265352" y="1527415"/>
                  </a:lnTo>
                  <a:lnTo>
                    <a:pt x="3210425" y="1495886"/>
                  </a:lnTo>
                  <a:lnTo>
                    <a:pt x="3155555" y="1464714"/>
                  </a:lnTo>
                  <a:lnTo>
                    <a:pt x="3100784" y="1434267"/>
                  </a:lnTo>
                  <a:lnTo>
                    <a:pt x="3046115" y="1404878"/>
                  </a:lnTo>
                  <a:lnTo>
                    <a:pt x="2991496" y="1376831"/>
                  </a:lnTo>
                  <a:lnTo>
                    <a:pt x="2936800" y="1350347"/>
                  </a:lnTo>
                  <a:lnTo>
                    <a:pt x="2881812" y="1325585"/>
                  </a:lnTo>
                  <a:lnTo>
                    <a:pt x="2826208" y="1302637"/>
                  </a:lnTo>
                  <a:lnTo>
                    <a:pt x="2769541" y="1281537"/>
                  </a:lnTo>
                  <a:lnTo>
                    <a:pt x="2711208" y="1262262"/>
                  </a:lnTo>
                  <a:lnTo>
                    <a:pt x="2702183" y="1259499"/>
                  </a:lnTo>
                  <a:lnTo>
                    <a:pt x="2650328" y="1244734"/>
                  </a:lnTo>
                  <a:lnTo>
                    <a:pt x="2596024" y="1231250"/>
                  </a:lnTo>
                  <a:lnTo>
                    <a:pt x="2538588" y="1219002"/>
                  </a:lnTo>
                  <a:lnTo>
                    <a:pt x="2477272" y="1207901"/>
                  </a:lnTo>
                  <a:lnTo>
                    <a:pt x="2411296" y="1197842"/>
                  </a:lnTo>
                  <a:lnTo>
                    <a:pt x="2339901" y="1188718"/>
                  </a:lnTo>
                  <a:lnTo>
                    <a:pt x="2262390" y="1180425"/>
                  </a:lnTo>
                  <a:lnTo>
                    <a:pt x="2178205" y="1172876"/>
                  </a:lnTo>
                  <a:lnTo>
                    <a:pt x="2087014" y="1165994"/>
                  </a:lnTo>
                  <a:lnTo>
                    <a:pt x="1988828" y="1159724"/>
                  </a:lnTo>
                  <a:lnTo>
                    <a:pt x="1884144" y="1154027"/>
                  </a:lnTo>
                  <a:lnTo>
                    <a:pt x="1774087" y="1148879"/>
                  </a:lnTo>
                  <a:lnTo>
                    <a:pt x="1660538" y="1144277"/>
                  </a:lnTo>
                  <a:lnTo>
                    <a:pt x="1546188" y="1140225"/>
                  </a:lnTo>
                  <a:lnTo>
                    <a:pt x="1434473" y="1136734"/>
                  </a:lnTo>
                  <a:lnTo>
                    <a:pt x="1329339" y="1133816"/>
                  </a:lnTo>
                  <a:lnTo>
                    <a:pt x="1234814" y="1131468"/>
                  </a:lnTo>
                  <a:lnTo>
                    <a:pt x="1154454" y="1129670"/>
                  </a:lnTo>
                  <a:lnTo>
                    <a:pt x="1090753" y="1128381"/>
                  </a:lnTo>
                  <a:lnTo>
                    <a:pt x="1044670" y="1127534"/>
                  </a:lnTo>
                  <a:lnTo>
                    <a:pt x="1015387" y="1127042"/>
                  </a:lnTo>
                  <a:lnTo>
                    <a:pt x="1000326" y="1126811"/>
                  </a:lnTo>
                  <a:lnTo>
                    <a:pt x="995338" y="1126741"/>
                  </a:lnTo>
                  <a:lnTo>
                    <a:pt x="994940" y="1126736"/>
                  </a:lnTo>
                  <a:lnTo>
                    <a:pt x="0" y="1126736"/>
                  </a:lnTo>
                  <a:lnTo>
                    <a:pt x="0" y="11267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4" name="pg1733"/>
            <p:cNvSpPr/>
            <p:nvPr/>
          </p:nvSpPr>
          <p:spPr>
            <a:xfrm>
              <a:off x="1199187" y="4548705"/>
              <a:ext cx="12049831" cy="1724168"/>
            </a:xfrm>
            <a:custGeom>
              <a:avLst/>
              <a:pathLst>
                <a:path w="12049831" h="1724168">
                  <a:moveTo>
                    <a:pt x="0" y="1152939"/>
                  </a:moveTo>
                  <a:lnTo>
                    <a:pt x="994940" y="1152939"/>
                  </a:lnTo>
                  <a:lnTo>
                    <a:pt x="996066" y="1152917"/>
                  </a:lnTo>
                  <a:lnTo>
                    <a:pt x="1003499" y="1152763"/>
                  </a:lnTo>
                  <a:lnTo>
                    <a:pt x="1022339" y="1152338"/>
                  </a:lnTo>
                  <a:lnTo>
                    <a:pt x="1056281" y="1151500"/>
                  </a:lnTo>
                  <a:lnTo>
                    <a:pt x="1107395" y="1150114"/>
                  </a:lnTo>
                  <a:lnTo>
                    <a:pt x="1175971" y="1148066"/>
                  </a:lnTo>
                  <a:lnTo>
                    <a:pt x="1260577" y="1145271"/>
                  </a:lnTo>
                  <a:lnTo>
                    <a:pt x="1358373" y="1141676"/>
                  </a:lnTo>
                  <a:lnTo>
                    <a:pt x="1465623" y="1137264"/>
                  </a:lnTo>
                  <a:lnTo>
                    <a:pt x="1578287" y="1132037"/>
                  </a:lnTo>
                  <a:lnTo>
                    <a:pt x="1692549" y="1126012"/>
                  </a:lnTo>
                  <a:lnTo>
                    <a:pt x="1805181" y="1119203"/>
                  </a:lnTo>
                  <a:lnTo>
                    <a:pt x="1913729" y="1111616"/>
                  </a:lnTo>
                  <a:lnTo>
                    <a:pt x="2016539" y="1103235"/>
                  </a:lnTo>
                  <a:lnTo>
                    <a:pt x="2112679" y="1094023"/>
                  </a:lnTo>
                  <a:lnTo>
                    <a:pt x="2201801" y="1083917"/>
                  </a:lnTo>
                  <a:lnTo>
                    <a:pt x="2284001" y="1072829"/>
                  </a:lnTo>
                  <a:lnTo>
                    <a:pt x="2359679" y="1060647"/>
                  </a:lnTo>
                  <a:lnTo>
                    <a:pt x="2429438" y="1047237"/>
                  </a:lnTo>
                  <a:lnTo>
                    <a:pt x="2493993" y="1032451"/>
                  </a:lnTo>
                  <a:lnTo>
                    <a:pt x="2554111" y="1016134"/>
                  </a:lnTo>
                  <a:lnTo>
                    <a:pt x="2610561" y="998139"/>
                  </a:lnTo>
                  <a:lnTo>
                    <a:pt x="2664076" y="978354"/>
                  </a:lnTo>
                  <a:lnTo>
                    <a:pt x="2702183" y="962529"/>
                  </a:lnTo>
                  <a:lnTo>
                    <a:pt x="2758325" y="936512"/>
                  </a:lnTo>
                  <a:lnTo>
                    <a:pt x="2812817" y="908113"/>
                  </a:lnTo>
                  <a:lnTo>
                    <a:pt x="2866219" y="877291"/>
                  </a:lnTo>
                  <a:lnTo>
                    <a:pt x="2918957" y="844066"/>
                  </a:lnTo>
                  <a:lnTo>
                    <a:pt x="2971343" y="808533"/>
                  </a:lnTo>
                  <a:lnTo>
                    <a:pt x="3023597" y="770861"/>
                  </a:lnTo>
                  <a:lnTo>
                    <a:pt x="3075858" y="731298"/>
                  </a:lnTo>
                  <a:lnTo>
                    <a:pt x="3128199" y="690168"/>
                  </a:lnTo>
                  <a:lnTo>
                    <a:pt x="3180638" y="647861"/>
                  </a:lnTo>
                  <a:lnTo>
                    <a:pt x="3233153" y="604817"/>
                  </a:lnTo>
                  <a:lnTo>
                    <a:pt x="3285697" y="561514"/>
                  </a:lnTo>
                  <a:lnTo>
                    <a:pt x="3338215" y="518438"/>
                  </a:lnTo>
                  <a:lnTo>
                    <a:pt x="3390660" y="476066"/>
                  </a:lnTo>
                  <a:lnTo>
                    <a:pt x="3443007" y="434844"/>
                  </a:lnTo>
                  <a:lnTo>
                    <a:pt x="3495273" y="395165"/>
                  </a:lnTo>
                  <a:lnTo>
                    <a:pt x="3547524" y="357357"/>
                  </a:lnTo>
                  <a:lnTo>
                    <a:pt x="3599895" y="321673"/>
                  </a:lnTo>
                  <a:lnTo>
                    <a:pt x="3652600" y="288290"/>
                  </a:lnTo>
                  <a:lnTo>
                    <a:pt x="3705946" y="257305"/>
                  </a:lnTo>
                  <a:lnTo>
                    <a:pt x="3760349" y="228743"/>
                  </a:lnTo>
                  <a:lnTo>
                    <a:pt x="3816358" y="202568"/>
                  </a:lnTo>
                  <a:lnTo>
                    <a:pt x="3820202" y="200890"/>
                  </a:lnTo>
                  <a:lnTo>
                    <a:pt x="3871974" y="179747"/>
                  </a:lnTo>
                  <a:lnTo>
                    <a:pt x="3926185" y="160435"/>
                  </a:lnTo>
                  <a:lnTo>
                    <a:pt x="3983515" y="142889"/>
                  </a:lnTo>
                  <a:lnTo>
                    <a:pt x="4044711" y="126985"/>
                  </a:lnTo>
                  <a:lnTo>
                    <a:pt x="4110546" y="112571"/>
                  </a:lnTo>
                  <a:lnTo>
                    <a:pt x="4181779" y="99494"/>
                  </a:lnTo>
                  <a:lnTo>
                    <a:pt x="4259100" y="87609"/>
                  </a:lnTo>
                  <a:lnTo>
                    <a:pt x="4343071" y="76786"/>
                  </a:lnTo>
                  <a:lnTo>
                    <a:pt x="4434023" y="66920"/>
                  </a:lnTo>
                  <a:lnTo>
                    <a:pt x="4531951" y="57929"/>
                  </a:lnTo>
                  <a:lnTo>
                    <a:pt x="4636369" y="49757"/>
                  </a:lnTo>
                  <a:lnTo>
                    <a:pt x="4746169" y="42372"/>
                  </a:lnTo>
                  <a:lnTo>
                    <a:pt x="4859493" y="35766"/>
                  </a:lnTo>
                  <a:lnTo>
                    <a:pt x="4973679" y="29947"/>
                  </a:lnTo>
                  <a:lnTo>
                    <a:pt x="5085321" y="24930"/>
                  </a:lnTo>
                  <a:lnTo>
                    <a:pt x="5190499" y="20731"/>
                  </a:lnTo>
                  <a:lnTo>
                    <a:pt x="5285200" y="17347"/>
                  </a:lnTo>
                  <a:lnTo>
                    <a:pt x="5365865" y="14753"/>
                  </a:lnTo>
                  <a:lnTo>
                    <a:pt x="5429974" y="12886"/>
                  </a:lnTo>
                  <a:lnTo>
                    <a:pt x="5476524" y="11655"/>
                  </a:lnTo>
                  <a:lnTo>
                    <a:pt x="5506272" y="10937"/>
                  </a:lnTo>
                  <a:lnTo>
                    <a:pt x="5521732" y="10596"/>
                  </a:lnTo>
                  <a:lnTo>
                    <a:pt x="5526983" y="10490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499" y="10513"/>
                  </a:lnTo>
                  <a:lnTo>
                    <a:pt x="6530851" y="10741"/>
                  </a:lnTo>
                  <a:lnTo>
                    <a:pt x="6549490" y="11372"/>
                  </a:lnTo>
                  <a:lnTo>
                    <a:pt x="6583085" y="12615"/>
                  </a:lnTo>
                  <a:lnTo>
                    <a:pt x="6633704" y="14670"/>
                  </a:lnTo>
                  <a:lnTo>
                    <a:pt x="6701665" y="17708"/>
                  </a:lnTo>
                  <a:lnTo>
                    <a:pt x="6785585" y="21856"/>
                  </a:lnTo>
                  <a:lnTo>
                    <a:pt x="6882684" y="27192"/>
                  </a:lnTo>
                  <a:lnTo>
                    <a:pt x="6989285" y="33747"/>
                  </a:lnTo>
                  <a:lnTo>
                    <a:pt x="7101397" y="41513"/>
                  </a:lnTo>
                  <a:lnTo>
                    <a:pt x="7215228" y="50470"/>
                  </a:lnTo>
                  <a:lnTo>
                    <a:pt x="7327560" y="60593"/>
                  </a:lnTo>
                  <a:lnTo>
                    <a:pt x="7435932" y="71875"/>
                  </a:lnTo>
                  <a:lnTo>
                    <a:pt x="7538674" y="84337"/>
                  </a:lnTo>
                  <a:lnTo>
                    <a:pt x="7634828" y="98032"/>
                  </a:lnTo>
                  <a:lnTo>
                    <a:pt x="7724025" y="113051"/>
                  </a:lnTo>
                  <a:lnTo>
                    <a:pt x="7806335" y="129523"/>
                  </a:lnTo>
                  <a:lnTo>
                    <a:pt x="7882141" y="147612"/>
                  </a:lnTo>
                  <a:lnTo>
                    <a:pt x="7952027" y="167514"/>
                  </a:lnTo>
                  <a:lnTo>
                    <a:pt x="8016695" y="189448"/>
                  </a:lnTo>
                  <a:lnTo>
                    <a:pt x="8076900" y="213644"/>
                  </a:lnTo>
                  <a:lnTo>
                    <a:pt x="8133406" y="240321"/>
                  </a:lnTo>
                  <a:lnTo>
                    <a:pt x="8186941" y="269652"/>
                  </a:lnTo>
                  <a:lnTo>
                    <a:pt x="8229629" y="296095"/>
                  </a:lnTo>
                  <a:lnTo>
                    <a:pt x="8281345" y="331867"/>
                  </a:lnTo>
                  <a:lnTo>
                    <a:pt x="8331624" y="370655"/>
                  </a:lnTo>
                  <a:lnTo>
                    <a:pt x="8380914" y="412517"/>
                  </a:lnTo>
                  <a:lnTo>
                    <a:pt x="8429566" y="457445"/>
                  </a:lnTo>
                  <a:lnTo>
                    <a:pt x="8477846" y="505352"/>
                  </a:lnTo>
                  <a:lnTo>
                    <a:pt x="8525949" y="556075"/>
                  </a:lnTo>
                  <a:lnTo>
                    <a:pt x="8574010" y="609362"/>
                  </a:lnTo>
                  <a:lnTo>
                    <a:pt x="8622112" y="664882"/>
                  </a:lnTo>
                  <a:lnTo>
                    <a:pt x="8670291" y="722223"/>
                  </a:lnTo>
                  <a:lnTo>
                    <a:pt x="8718552" y="780909"/>
                  </a:lnTo>
                  <a:lnTo>
                    <a:pt x="8766870" y="840411"/>
                  </a:lnTo>
                  <a:lnTo>
                    <a:pt x="8815208" y="900170"/>
                  </a:lnTo>
                  <a:lnTo>
                    <a:pt x="8863523" y="959616"/>
                  </a:lnTo>
                  <a:lnTo>
                    <a:pt x="8911776" y="1018191"/>
                  </a:lnTo>
                  <a:lnTo>
                    <a:pt x="8959947" y="1075372"/>
                  </a:lnTo>
                  <a:lnTo>
                    <a:pt x="9008042" y="1130687"/>
                  </a:lnTo>
                  <a:lnTo>
                    <a:pt x="9056103" y="1183733"/>
                  </a:lnTo>
                  <a:lnTo>
                    <a:pt x="9104217" y="1234186"/>
                  </a:lnTo>
                  <a:lnTo>
                    <a:pt x="9152524" y="1281803"/>
                  </a:lnTo>
                  <a:lnTo>
                    <a:pt x="9201226" y="1326429"/>
                  </a:lnTo>
                  <a:lnTo>
                    <a:pt x="9250598" y="1367985"/>
                  </a:lnTo>
                  <a:lnTo>
                    <a:pt x="9300997" y="1406470"/>
                  </a:lnTo>
                  <a:lnTo>
                    <a:pt x="9347647" y="1438554"/>
                  </a:lnTo>
                  <a:lnTo>
                    <a:pt x="9399218" y="1470153"/>
                  </a:lnTo>
                  <a:lnTo>
                    <a:pt x="9453208" y="1499027"/>
                  </a:lnTo>
                  <a:lnTo>
                    <a:pt x="9510287" y="1525270"/>
                  </a:lnTo>
                  <a:lnTo>
                    <a:pt x="9571194" y="1549067"/>
                  </a:lnTo>
                  <a:lnTo>
                    <a:pt x="9636692" y="1570641"/>
                  </a:lnTo>
                  <a:lnTo>
                    <a:pt x="9707533" y="1590221"/>
                  </a:lnTo>
                  <a:lnTo>
                    <a:pt x="9784404" y="1608023"/>
                  </a:lnTo>
                  <a:lnTo>
                    <a:pt x="9867860" y="1624239"/>
                  </a:lnTo>
                  <a:lnTo>
                    <a:pt x="9958239" y="1639025"/>
                  </a:lnTo>
                  <a:lnTo>
                    <a:pt x="10055549" y="1652506"/>
                  </a:lnTo>
                  <a:lnTo>
                    <a:pt x="10159329" y="1664765"/>
                  </a:lnTo>
                  <a:lnTo>
                    <a:pt x="10268510" y="1675851"/>
                  </a:lnTo>
                  <a:lnTo>
                    <a:pt x="10381291" y="1685778"/>
                  </a:lnTo>
                  <a:lnTo>
                    <a:pt x="10495077" y="1694535"/>
                  </a:lnTo>
                  <a:lnTo>
                    <a:pt x="10606533" y="1702097"/>
                  </a:lnTo>
                  <a:lnTo>
                    <a:pt x="10711805" y="1708445"/>
                  </a:lnTo>
                  <a:lnTo>
                    <a:pt x="10806914" y="1713577"/>
                  </a:lnTo>
                  <a:lnTo>
                    <a:pt x="10888295" y="1717530"/>
                  </a:lnTo>
                  <a:lnTo>
                    <a:pt x="10953374" y="1720391"/>
                  </a:lnTo>
                  <a:lnTo>
                    <a:pt x="11001040" y="1722296"/>
                  </a:lnTo>
                  <a:lnTo>
                    <a:pt x="11031911" y="1723421"/>
                  </a:lnTo>
                  <a:lnTo>
                    <a:pt x="11048342" y="1723969"/>
                  </a:lnTo>
                  <a:lnTo>
                    <a:pt x="11054247" y="1724150"/>
                  </a:lnTo>
                  <a:lnTo>
                    <a:pt x="11054891" y="1724168"/>
                  </a:lnTo>
                  <a:lnTo>
                    <a:pt x="12049831" y="1724168"/>
                  </a:lnTo>
                  <a:lnTo>
                    <a:pt x="12049831" y="1713687"/>
                  </a:lnTo>
                  <a:lnTo>
                    <a:pt x="11054891" y="1713687"/>
                  </a:lnTo>
                  <a:lnTo>
                    <a:pt x="11053777" y="1713655"/>
                  </a:lnTo>
                  <a:lnTo>
                    <a:pt x="11046426" y="1713426"/>
                  </a:lnTo>
                  <a:lnTo>
                    <a:pt x="11027786" y="1712796"/>
                  </a:lnTo>
                  <a:lnTo>
                    <a:pt x="10994191" y="1711552"/>
                  </a:lnTo>
                  <a:lnTo>
                    <a:pt x="10943572" y="1709497"/>
                  </a:lnTo>
                  <a:lnTo>
                    <a:pt x="10875612" y="1706460"/>
                  </a:lnTo>
                  <a:lnTo>
                    <a:pt x="10791692" y="1702311"/>
                  </a:lnTo>
                  <a:lnTo>
                    <a:pt x="10694593" y="1696975"/>
                  </a:lnTo>
                  <a:lnTo>
                    <a:pt x="10587991" y="1690421"/>
                  </a:lnTo>
                  <a:lnTo>
                    <a:pt x="10475880" y="1682654"/>
                  </a:lnTo>
                  <a:lnTo>
                    <a:pt x="10362048" y="1673698"/>
                  </a:lnTo>
                  <a:lnTo>
                    <a:pt x="10249716" y="1663575"/>
                  </a:lnTo>
                  <a:lnTo>
                    <a:pt x="10141344" y="1652292"/>
                  </a:lnTo>
                  <a:lnTo>
                    <a:pt x="10038603" y="1639831"/>
                  </a:lnTo>
                  <a:lnTo>
                    <a:pt x="9942448" y="1626136"/>
                  </a:lnTo>
                  <a:lnTo>
                    <a:pt x="9853252" y="1611117"/>
                  </a:lnTo>
                  <a:lnTo>
                    <a:pt x="9770942" y="1594645"/>
                  </a:lnTo>
                  <a:lnTo>
                    <a:pt x="9695136" y="1576556"/>
                  </a:lnTo>
                  <a:lnTo>
                    <a:pt x="9625249" y="1556654"/>
                  </a:lnTo>
                  <a:lnTo>
                    <a:pt x="9560582" y="1534720"/>
                  </a:lnTo>
                  <a:lnTo>
                    <a:pt x="9500376" y="1510524"/>
                  </a:lnTo>
                  <a:lnTo>
                    <a:pt x="9443871" y="1483847"/>
                  </a:lnTo>
                  <a:lnTo>
                    <a:pt x="9390336" y="1454515"/>
                  </a:lnTo>
                  <a:lnTo>
                    <a:pt x="9347647" y="1428072"/>
                  </a:lnTo>
                  <a:lnTo>
                    <a:pt x="9295931" y="1392301"/>
                  </a:lnTo>
                  <a:lnTo>
                    <a:pt x="9245653" y="1353513"/>
                  </a:lnTo>
                  <a:lnTo>
                    <a:pt x="9196363" y="1311650"/>
                  </a:lnTo>
                  <a:lnTo>
                    <a:pt x="9147711" y="1266723"/>
                  </a:lnTo>
                  <a:lnTo>
                    <a:pt x="9099431" y="1218815"/>
                  </a:lnTo>
                  <a:lnTo>
                    <a:pt x="9051328" y="1168093"/>
                  </a:lnTo>
                  <a:lnTo>
                    <a:pt x="9003266" y="1114805"/>
                  </a:lnTo>
                  <a:lnTo>
                    <a:pt x="8955165" y="1059286"/>
                  </a:lnTo>
                  <a:lnTo>
                    <a:pt x="8906985" y="1001945"/>
                  </a:lnTo>
                  <a:lnTo>
                    <a:pt x="8858725" y="943259"/>
                  </a:lnTo>
                  <a:lnTo>
                    <a:pt x="8810406" y="883756"/>
                  </a:lnTo>
                  <a:lnTo>
                    <a:pt x="8762068" y="823997"/>
                  </a:lnTo>
                  <a:lnTo>
                    <a:pt x="8713754" y="764551"/>
                  </a:lnTo>
                  <a:lnTo>
                    <a:pt x="8665501" y="705976"/>
                  </a:lnTo>
                  <a:lnTo>
                    <a:pt x="8617330" y="648796"/>
                  </a:lnTo>
                  <a:lnTo>
                    <a:pt x="8569234" y="593481"/>
                  </a:lnTo>
                  <a:lnTo>
                    <a:pt x="8521173" y="540435"/>
                  </a:lnTo>
                  <a:lnTo>
                    <a:pt x="8473059" y="489982"/>
                  </a:lnTo>
                  <a:lnTo>
                    <a:pt x="8424752" y="442364"/>
                  </a:lnTo>
                  <a:lnTo>
                    <a:pt x="8376050" y="397739"/>
                  </a:lnTo>
                  <a:lnTo>
                    <a:pt x="8326679" y="356183"/>
                  </a:lnTo>
                  <a:lnTo>
                    <a:pt x="8276280" y="317698"/>
                  </a:lnTo>
                  <a:lnTo>
                    <a:pt x="8229629" y="285614"/>
                  </a:lnTo>
                  <a:lnTo>
                    <a:pt x="8178058" y="254014"/>
                  </a:lnTo>
                  <a:lnTo>
                    <a:pt x="8124069" y="225141"/>
                  </a:lnTo>
                  <a:lnTo>
                    <a:pt x="8066990" y="198898"/>
                  </a:lnTo>
                  <a:lnTo>
                    <a:pt x="8006083" y="175101"/>
                  </a:lnTo>
                  <a:lnTo>
                    <a:pt x="7940584" y="153527"/>
                  </a:lnTo>
                  <a:lnTo>
                    <a:pt x="7869743" y="133947"/>
                  </a:lnTo>
                  <a:lnTo>
                    <a:pt x="7792873" y="116144"/>
                  </a:lnTo>
                  <a:lnTo>
                    <a:pt x="7709417" y="99929"/>
                  </a:lnTo>
                  <a:lnTo>
                    <a:pt x="7619037" y="85142"/>
                  </a:lnTo>
                  <a:lnTo>
                    <a:pt x="7521727" y="71662"/>
                  </a:lnTo>
                  <a:lnTo>
                    <a:pt x="7417948" y="59402"/>
                  </a:lnTo>
                  <a:lnTo>
                    <a:pt x="7308766" y="48317"/>
                  </a:lnTo>
                  <a:lnTo>
                    <a:pt x="7195986" y="38390"/>
                  </a:lnTo>
                  <a:lnTo>
                    <a:pt x="7082200" y="29633"/>
                  </a:lnTo>
                  <a:lnTo>
                    <a:pt x="6970744" y="22070"/>
                  </a:lnTo>
                  <a:lnTo>
                    <a:pt x="6865471" y="15723"/>
                  </a:lnTo>
                  <a:lnTo>
                    <a:pt x="6770362" y="10591"/>
                  </a:lnTo>
                  <a:lnTo>
                    <a:pt x="6688981" y="6637"/>
                  </a:lnTo>
                  <a:lnTo>
                    <a:pt x="6623903" y="3776"/>
                  </a:lnTo>
                  <a:lnTo>
                    <a:pt x="6576237" y="1872"/>
                  </a:lnTo>
                  <a:lnTo>
                    <a:pt x="6545365" y="747"/>
                  </a:lnTo>
                  <a:lnTo>
                    <a:pt x="6528935" y="199"/>
                  </a:lnTo>
                  <a:lnTo>
                    <a:pt x="6523029" y="1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9" y="21"/>
                  </a:lnTo>
                  <a:lnTo>
                    <a:pt x="5518886" y="175"/>
                  </a:lnTo>
                  <a:lnTo>
                    <a:pt x="5500046" y="601"/>
                  </a:lnTo>
                  <a:lnTo>
                    <a:pt x="5466104" y="1439"/>
                  </a:lnTo>
                  <a:lnTo>
                    <a:pt x="5414990" y="2825"/>
                  </a:lnTo>
                  <a:lnTo>
                    <a:pt x="5346414" y="4873"/>
                  </a:lnTo>
                  <a:lnTo>
                    <a:pt x="5261808" y="7668"/>
                  </a:lnTo>
                  <a:lnTo>
                    <a:pt x="5164012" y="11262"/>
                  </a:lnTo>
                  <a:lnTo>
                    <a:pt x="5056762" y="15675"/>
                  </a:lnTo>
                  <a:lnTo>
                    <a:pt x="4944098" y="20901"/>
                  </a:lnTo>
                  <a:lnTo>
                    <a:pt x="4829836" y="26927"/>
                  </a:lnTo>
                  <a:lnTo>
                    <a:pt x="4717204" y="33735"/>
                  </a:lnTo>
                  <a:lnTo>
                    <a:pt x="4608656" y="41323"/>
                  </a:lnTo>
                  <a:lnTo>
                    <a:pt x="4505846" y="49704"/>
                  </a:lnTo>
                  <a:lnTo>
                    <a:pt x="4409706" y="58916"/>
                  </a:lnTo>
                  <a:lnTo>
                    <a:pt x="4320584" y="69021"/>
                  </a:lnTo>
                  <a:lnTo>
                    <a:pt x="4238384" y="80109"/>
                  </a:lnTo>
                  <a:lnTo>
                    <a:pt x="4162706" y="92292"/>
                  </a:lnTo>
                  <a:lnTo>
                    <a:pt x="4092947" y="105701"/>
                  </a:lnTo>
                  <a:lnTo>
                    <a:pt x="4028392" y="120487"/>
                  </a:lnTo>
                  <a:lnTo>
                    <a:pt x="3968274" y="136805"/>
                  </a:lnTo>
                  <a:lnTo>
                    <a:pt x="3911824" y="154799"/>
                  </a:lnTo>
                  <a:lnTo>
                    <a:pt x="3858309" y="174584"/>
                  </a:lnTo>
                  <a:lnTo>
                    <a:pt x="3820202" y="190409"/>
                  </a:lnTo>
                  <a:lnTo>
                    <a:pt x="3764060" y="216427"/>
                  </a:lnTo>
                  <a:lnTo>
                    <a:pt x="3709568" y="244825"/>
                  </a:lnTo>
                  <a:lnTo>
                    <a:pt x="3656166" y="275648"/>
                  </a:lnTo>
                  <a:lnTo>
                    <a:pt x="3603428" y="308872"/>
                  </a:lnTo>
                  <a:lnTo>
                    <a:pt x="3551042" y="344405"/>
                  </a:lnTo>
                  <a:lnTo>
                    <a:pt x="3498788" y="382077"/>
                  </a:lnTo>
                  <a:lnTo>
                    <a:pt x="3446527" y="421640"/>
                  </a:lnTo>
                  <a:lnTo>
                    <a:pt x="3394186" y="462770"/>
                  </a:lnTo>
                  <a:lnTo>
                    <a:pt x="3341747" y="505078"/>
                  </a:lnTo>
                  <a:lnTo>
                    <a:pt x="3289232" y="548121"/>
                  </a:lnTo>
                  <a:lnTo>
                    <a:pt x="3236688" y="591425"/>
                  </a:lnTo>
                  <a:lnTo>
                    <a:pt x="3184170" y="634501"/>
                  </a:lnTo>
                  <a:lnTo>
                    <a:pt x="3131725" y="676872"/>
                  </a:lnTo>
                  <a:lnTo>
                    <a:pt x="3079378" y="718094"/>
                  </a:lnTo>
                  <a:lnTo>
                    <a:pt x="3027112" y="757774"/>
                  </a:lnTo>
                  <a:lnTo>
                    <a:pt x="2974861" y="795582"/>
                  </a:lnTo>
                  <a:lnTo>
                    <a:pt x="2922490" y="831265"/>
                  </a:lnTo>
                  <a:lnTo>
                    <a:pt x="2869785" y="864649"/>
                  </a:lnTo>
                  <a:lnTo>
                    <a:pt x="2816439" y="895634"/>
                  </a:lnTo>
                  <a:lnTo>
                    <a:pt x="2762036" y="924195"/>
                  </a:lnTo>
                  <a:lnTo>
                    <a:pt x="2706027" y="950370"/>
                  </a:lnTo>
                  <a:lnTo>
                    <a:pt x="2702183" y="952048"/>
                  </a:lnTo>
                  <a:lnTo>
                    <a:pt x="2650411" y="973191"/>
                  </a:lnTo>
                  <a:lnTo>
                    <a:pt x="2596200" y="992503"/>
                  </a:lnTo>
                  <a:lnTo>
                    <a:pt x="2538870" y="1010049"/>
                  </a:lnTo>
                  <a:lnTo>
                    <a:pt x="2477674" y="1025954"/>
                  </a:lnTo>
                  <a:lnTo>
                    <a:pt x="2411839" y="1040367"/>
                  </a:lnTo>
                  <a:lnTo>
                    <a:pt x="2340606" y="1053444"/>
                  </a:lnTo>
                  <a:lnTo>
                    <a:pt x="2263284" y="1065330"/>
                  </a:lnTo>
                  <a:lnTo>
                    <a:pt x="2179314" y="1076153"/>
                  </a:lnTo>
                  <a:lnTo>
                    <a:pt x="2088362" y="1086019"/>
                  </a:lnTo>
                  <a:lnTo>
                    <a:pt x="1990434" y="1095010"/>
                  </a:lnTo>
                  <a:lnTo>
                    <a:pt x="1886016" y="1103182"/>
                  </a:lnTo>
                  <a:lnTo>
                    <a:pt x="1776216" y="1110566"/>
                  </a:lnTo>
                  <a:lnTo>
                    <a:pt x="1662892" y="1117172"/>
                  </a:lnTo>
                  <a:lnTo>
                    <a:pt x="1548706" y="1122992"/>
                  </a:lnTo>
                  <a:lnTo>
                    <a:pt x="1437064" y="1128008"/>
                  </a:lnTo>
                  <a:lnTo>
                    <a:pt x="1331886" y="1132208"/>
                  </a:lnTo>
                  <a:lnTo>
                    <a:pt x="1237185" y="1135591"/>
                  </a:lnTo>
                  <a:lnTo>
                    <a:pt x="1156520" y="1138186"/>
                  </a:lnTo>
                  <a:lnTo>
                    <a:pt x="1092411" y="1140052"/>
                  </a:lnTo>
                  <a:lnTo>
                    <a:pt x="1045861" y="1141284"/>
                  </a:lnTo>
                  <a:lnTo>
                    <a:pt x="1016113" y="1142001"/>
                  </a:lnTo>
                  <a:lnTo>
                    <a:pt x="1000653" y="1142343"/>
                  </a:lnTo>
                  <a:lnTo>
                    <a:pt x="995402" y="1142449"/>
                  </a:lnTo>
                  <a:lnTo>
                    <a:pt x="994940" y="1142458"/>
                  </a:lnTo>
                  <a:lnTo>
                    <a:pt x="0" y="1142458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35" name="pl1734"/>
            <p:cNvSpPr/>
            <p:nvPr/>
          </p:nvSpPr>
          <p:spPr>
            <a:xfrm>
              <a:off x="1199187" y="4559187"/>
              <a:ext cx="12049831" cy="1713687"/>
            </a:xfrm>
            <a:custGeom>
              <a:avLst/>
              <a:pathLst>
                <a:path w="12049831" h="1713687">
                  <a:moveTo>
                    <a:pt x="0" y="1142458"/>
                  </a:moveTo>
                  <a:lnTo>
                    <a:pt x="994940" y="1142458"/>
                  </a:lnTo>
                  <a:lnTo>
                    <a:pt x="996066" y="1142436"/>
                  </a:lnTo>
                  <a:lnTo>
                    <a:pt x="1003499" y="1142282"/>
                  </a:lnTo>
                  <a:lnTo>
                    <a:pt x="1022339" y="1141857"/>
                  </a:lnTo>
                  <a:lnTo>
                    <a:pt x="1056281" y="1141018"/>
                  </a:lnTo>
                  <a:lnTo>
                    <a:pt x="1107395" y="1139633"/>
                  </a:lnTo>
                  <a:lnTo>
                    <a:pt x="1175971" y="1137585"/>
                  </a:lnTo>
                  <a:lnTo>
                    <a:pt x="1260577" y="1134789"/>
                  </a:lnTo>
                  <a:lnTo>
                    <a:pt x="1358373" y="1131195"/>
                  </a:lnTo>
                  <a:lnTo>
                    <a:pt x="1465623" y="1126783"/>
                  </a:lnTo>
                  <a:lnTo>
                    <a:pt x="1578287" y="1121556"/>
                  </a:lnTo>
                  <a:lnTo>
                    <a:pt x="1692549" y="1115530"/>
                  </a:lnTo>
                  <a:lnTo>
                    <a:pt x="1805181" y="1108722"/>
                  </a:lnTo>
                  <a:lnTo>
                    <a:pt x="1913729" y="1101134"/>
                  </a:lnTo>
                  <a:lnTo>
                    <a:pt x="2016539" y="1092753"/>
                  </a:lnTo>
                  <a:lnTo>
                    <a:pt x="2112679" y="1083542"/>
                  </a:lnTo>
                  <a:lnTo>
                    <a:pt x="2201801" y="1073436"/>
                  </a:lnTo>
                  <a:lnTo>
                    <a:pt x="2284001" y="1062348"/>
                  </a:lnTo>
                  <a:lnTo>
                    <a:pt x="2359679" y="1050166"/>
                  </a:lnTo>
                  <a:lnTo>
                    <a:pt x="2429438" y="1036756"/>
                  </a:lnTo>
                  <a:lnTo>
                    <a:pt x="2493993" y="1021970"/>
                  </a:lnTo>
                  <a:lnTo>
                    <a:pt x="2554111" y="1005653"/>
                  </a:lnTo>
                  <a:lnTo>
                    <a:pt x="2610561" y="987658"/>
                  </a:lnTo>
                  <a:lnTo>
                    <a:pt x="2664076" y="967873"/>
                  </a:lnTo>
                  <a:lnTo>
                    <a:pt x="2702183" y="952048"/>
                  </a:lnTo>
                  <a:lnTo>
                    <a:pt x="2758325" y="926031"/>
                  </a:lnTo>
                  <a:lnTo>
                    <a:pt x="2812817" y="897632"/>
                  </a:lnTo>
                  <a:lnTo>
                    <a:pt x="2866219" y="866810"/>
                  </a:lnTo>
                  <a:lnTo>
                    <a:pt x="2918957" y="833585"/>
                  </a:lnTo>
                  <a:lnTo>
                    <a:pt x="2971343" y="798052"/>
                  </a:lnTo>
                  <a:lnTo>
                    <a:pt x="3023597" y="760380"/>
                  </a:lnTo>
                  <a:lnTo>
                    <a:pt x="3075858" y="720817"/>
                  </a:lnTo>
                  <a:lnTo>
                    <a:pt x="3128199" y="679687"/>
                  </a:lnTo>
                  <a:lnTo>
                    <a:pt x="3180638" y="637379"/>
                  </a:lnTo>
                  <a:lnTo>
                    <a:pt x="3233153" y="594336"/>
                  </a:lnTo>
                  <a:lnTo>
                    <a:pt x="3285697" y="551032"/>
                  </a:lnTo>
                  <a:lnTo>
                    <a:pt x="3338215" y="507956"/>
                  </a:lnTo>
                  <a:lnTo>
                    <a:pt x="3390660" y="465585"/>
                  </a:lnTo>
                  <a:lnTo>
                    <a:pt x="3443007" y="424363"/>
                  </a:lnTo>
                  <a:lnTo>
                    <a:pt x="3495273" y="384684"/>
                  </a:lnTo>
                  <a:lnTo>
                    <a:pt x="3547524" y="346876"/>
                  </a:lnTo>
                  <a:lnTo>
                    <a:pt x="3599895" y="311192"/>
                  </a:lnTo>
                  <a:lnTo>
                    <a:pt x="3652600" y="277809"/>
                  </a:lnTo>
                  <a:lnTo>
                    <a:pt x="3705946" y="246823"/>
                  </a:lnTo>
                  <a:lnTo>
                    <a:pt x="3760349" y="218262"/>
                  </a:lnTo>
                  <a:lnTo>
                    <a:pt x="3816358" y="192087"/>
                  </a:lnTo>
                  <a:lnTo>
                    <a:pt x="3820202" y="190409"/>
                  </a:lnTo>
                  <a:lnTo>
                    <a:pt x="3871974" y="169266"/>
                  </a:lnTo>
                  <a:lnTo>
                    <a:pt x="3926185" y="149954"/>
                  </a:lnTo>
                  <a:lnTo>
                    <a:pt x="3983515" y="132408"/>
                  </a:lnTo>
                  <a:lnTo>
                    <a:pt x="4044711" y="116503"/>
                  </a:lnTo>
                  <a:lnTo>
                    <a:pt x="4110546" y="102090"/>
                  </a:lnTo>
                  <a:lnTo>
                    <a:pt x="4181779" y="89013"/>
                  </a:lnTo>
                  <a:lnTo>
                    <a:pt x="4259100" y="77127"/>
                  </a:lnTo>
                  <a:lnTo>
                    <a:pt x="4343071" y="66305"/>
                  </a:lnTo>
                  <a:lnTo>
                    <a:pt x="4434023" y="56439"/>
                  </a:lnTo>
                  <a:lnTo>
                    <a:pt x="4531951" y="47448"/>
                  </a:lnTo>
                  <a:lnTo>
                    <a:pt x="4636369" y="39275"/>
                  </a:lnTo>
                  <a:lnTo>
                    <a:pt x="4746169" y="31891"/>
                  </a:lnTo>
                  <a:lnTo>
                    <a:pt x="4859493" y="25285"/>
                  </a:lnTo>
                  <a:lnTo>
                    <a:pt x="4973679" y="19465"/>
                  </a:lnTo>
                  <a:lnTo>
                    <a:pt x="5085321" y="14449"/>
                  </a:lnTo>
                  <a:lnTo>
                    <a:pt x="5190499" y="10249"/>
                  </a:lnTo>
                  <a:lnTo>
                    <a:pt x="5285200" y="6866"/>
                  </a:lnTo>
                  <a:lnTo>
                    <a:pt x="5365865" y="4271"/>
                  </a:lnTo>
                  <a:lnTo>
                    <a:pt x="5429974" y="2405"/>
                  </a:lnTo>
                  <a:lnTo>
                    <a:pt x="5476524" y="1174"/>
                  </a:lnTo>
                  <a:lnTo>
                    <a:pt x="5506272" y="456"/>
                  </a:lnTo>
                  <a:lnTo>
                    <a:pt x="5521732" y="115"/>
                  </a:lnTo>
                  <a:lnTo>
                    <a:pt x="5526983" y="8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99" y="32"/>
                  </a:lnTo>
                  <a:lnTo>
                    <a:pt x="6530851" y="260"/>
                  </a:lnTo>
                  <a:lnTo>
                    <a:pt x="6549490" y="891"/>
                  </a:lnTo>
                  <a:lnTo>
                    <a:pt x="6583085" y="2134"/>
                  </a:lnTo>
                  <a:lnTo>
                    <a:pt x="6633704" y="4189"/>
                  </a:lnTo>
                  <a:lnTo>
                    <a:pt x="6701665" y="7227"/>
                  </a:lnTo>
                  <a:lnTo>
                    <a:pt x="6785585" y="11375"/>
                  </a:lnTo>
                  <a:lnTo>
                    <a:pt x="6882684" y="16711"/>
                  </a:lnTo>
                  <a:lnTo>
                    <a:pt x="6989285" y="23265"/>
                  </a:lnTo>
                  <a:lnTo>
                    <a:pt x="7101397" y="31032"/>
                  </a:lnTo>
                  <a:lnTo>
                    <a:pt x="7215228" y="39989"/>
                  </a:lnTo>
                  <a:lnTo>
                    <a:pt x="7327560" y="50112"/>
                  </a:lnTo>
                  <a:lnTo>
                    <a:pt x="7435932" y="61394"/>
                  </a:lnTo>
                  <a:lnTo>
                    <a:pt x="7538674" y="73856"/>
                  </a:lnTo>
                  <a:lnTo>
                    <a:pt x="7634828" y="87551"/>
                  </a:lnTo>
                  <a:lnTo>
                    <a:pt x="7724025" y="102570"/>
                  </a:lnTo>
                  <a:lnTo>
                    <a:pt x="7806335" y="119041"/>
                  </a:lnTo>
                  <a:lnTo>
                    <a:pt x="7882141" y="137131"/>
                  </a:lnTo>
                  <a:lnTo>
                    <a:pt x="7952027" y="157032"/>
                  </a:lnTo>
                  <a:lnTo>
                    <a:pt x="8016695" y="178967"/>
                  </a:lnTo>
                  <a:lnTo>
                    <a:pt x="8076900" y="203163"/>
                  </a:lnTo>
                  <a:lnTo>
                    <a:pt x="8133406" y="229840"/>
                  </a:lnTo>
                  <a:lnTo>
                    <a:pt x="8186941" y="259171"/>
                  </a:lnTo>
                  <a:lnTo>
                    <a:pt x="8229629" y="285614"/>
                  </a:lnTo>
                  <a:lnTo>
                    <a:pt x="8281345" y="321386"/>
                  </a:lnTo>
                  <a:lnTo>
                    <a:pt x="8331624" y="360174"/>
                  </a:lnTo>
                  <a:lnTo>
                    <a:pt x="8380914" y="402036"/>
                  </a:lnTo>
                  <a:lnTo>
                    <a:pt x="8429566" y="446963"/>
                  </a:lnTo>
                  <a:lnTo>
                    <a:pt x="8477846" y="494871"/>
                  </a:lnTo>
                  <a:lnTo>
                    <a:pt x="8525949" y="545594"/>
                  </a:lnTo>
                  <a:lnTo>
                    <a:pt x="8574010" y="598881"/>
                  </a:lnTo>
                  <a:lnTo>
                    <a:pt x="8622112" y="654401"/>
                  </a:lnTo>
                  <a:lnTo>
                    <a:pt x="8670291" y="711742"/>
                  </a:lnTo>
                  <a:lnTo>
                    <a:pt x="8718552" y="770428"/>
                  </a:lnTo>
                  <a:lnTo>
                    <a:pt x="8766870" y="829930"/>
                  </a:lnTo>
                  <a:lnTo>
                    <a:pt x="8815208" y="889689"/>
                  </a:lnTo>
                  <a:lnTo>
                    <a:pt x="8863523" y="949135"/>
                  </a:lnTo>
                  <a:lnTo>
                    <a:pt x="8911776" y="1007710"/>
                  </a:lnTo>
                  <a:lnTo>
                    <a:pt x="8959947" y="1064891"/>
                  </a:lnTo>
                  <a:lnTo>
                    <a:pt x="9008042" y="1120206"/>
                  </a:lnTo>
                  <a:lnTo>
                    <a:pt x="9056103" y="1173252"/>
                  </a:lnTo>
                  <a:lnTo>
                    <a:pt x="9104217" y="1223705"/>
                  </a:lnTo>
                  <a:lnTo>
                    <a:pt x="9152524" y="1271322"/>
                  </a:lnTo>
                  <a:lnTo>
                    <a:pt x="9201226" y="1315947"/>
                  </a:lnTo>
                  <a:lnTo>
                    <a:pt x="9250598" y="1357503"/>
                  </a:lnTo>
                  <a:lnTo>
                    <a:pt x="9300997" y="1395988"/>
                  </a:lnTo>
                  <a:lnTo>
                    <a:pt x="9347647" y="1428072"/>
                  </a:lnTo>
                  <a:lnTo>
                    <a:pt x="9399218" y="1459672"/>
                  </a:lnTo>
                  <a:lnTo>
                    <a:pt x="9453208" y="1488545"/>
                  </a:lnTo>
                  <a:lnTo>
                    <a:pt x="9510287" y="1514788"/>
                  </a:lnTo>
                  <a:lnTo>
                    <a:pt x="9571194" y="1538585"/>
                  </a:lnTo>
                  <a:lnTo>
                    <a:pt x="9636692" y="1560159"/>
                  </a:lnTo>
                  <a:lnTo>
                    <a:pt x="9707533" y="1579740"/>
                  </a:lnTo>
                  <a:lnTo>
                    <a:pt x="9784404" y="1597542"/>
                  </a:lnTo>
                  <a:lnTo>
                    <a:pt x="9867860" y="1613757"/>
                  </a:lnTo>
                  <a:lnTo>
                    <a:pt x="9958239" y="1628544"/>
                  </a:lnTo>
                  <a:lnTo>
                    <a:pt x="10055549" y="1642025"/>
                  </a:lnTo>
                  <a:lnTo>
                    <a:pt x="10159329" y="1654284"/>
                  </a:lnTo>
                  <a:lnTo>
                    <a:pt x="10268510" y="1665370"/>
                  </a:lnTo>
                  <a:lnTo>
                    <a:pt x="10381291" y="1675296"/>
                  </a:lnTo>
                  <a:lnTo>
                    <a:pt x="10495077" y="1684053"/>
                  </a:lnTo>
                  <a:lnTo>
                    <a:pt x="10606533" y="1691616"/>
                  </a:lnTo>
                  <a:lnTo>
                    <a:pt x="10711805" y="1697964"/>
                  </a:lnTo>
                  <a:lnTo>
                    <a:pt x="10806914" y="1703095"/>
                  </a:lnTo>
                  <a:lnTo>
                    <a:pt x="10888295" y="1707049"/>
                  </a:lnTo>
                  <a:lnTo>
                    <a:pt x="10953374" y="1709910"/>
                  </a:lnTo>
                  <a:lnTo>
                    <a:pt x="11001040" y="1711815"/>
                  </a:lnTo>
                  <a:lnTo>
                    <a:pt x="11031911" y="1712940"/>
                  </a:lnTo>
                  <a:lnTo>
                    <a:pt x="11048342" y="1713488"/>
                  </a:lnTo>
                  <a:lnTo>
                    <a:pt x="11054247" y="1713669"/>
                  </a:lnTo>
                  <a:lnTo>
                    <a:pt x="11054891" y="1713687"/>
                  </a:lnTo>
                  <a:lnTo>
                    <a:pt x="12049831" y="1713687"/>
                  </a:lnTo>
                  <a:lnTo>
                    <a:pt x="12049831" y="17136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6" name="pl1735"/>
            <p:cNvSpPr/>
            <p:nvPr/>
          </p:nvSpPr>
          <p:spPr>
            <a:xfrm>
              <a:off x="1199187" y="4548705"/>
              <a:ext cx="12049831" cy="1713687"/>
            </a:xfrm>
            <a:custGeom>
              <a:avLst/>
              <a:pathLst>
                <a:path w="12049831" h="1713687">
                  <a:moveTo>
                    <a:pt x="12049831" y="1713687"/>
                  </a:moveTo>
                  <a:lnTo>
                    <a:pt x="11054891" y="1713687"/>
                  </a:lnTo>
                  <a:lnTo>
                    <a:pt x="11053777" y="1713655"/>
                  </a:lnTo>
                  <a:lnTo>
                    <a:pt x="11046426" y="1713426"/>
                  </a:lnTo>
                  <a:lnTo>
                    <a:pt x="11027786" y="1712796"/>
                  </a:lnTo>
                  <a:lnTo>
                    <a:pt x="10994191" y="1711552"/>
                  </a:lnTo>
                  <a:lnTo>
                    <a:pt x="10943572" y="1709497"/>
                  </a:lnTo>
                  <a:lnTo>
                    <a:pt x="10875612" y="1706460"/>
                  </a:lnTo>
                  <a:lnTo>
                    <a:pt x="10791692" y="1702311"/>
                  </a:lnTo>
                  <a:lnTo>
                    <a:pt x="10694593" y="1696975"/>
                  </a:lnTo>
                  <a:lnTo>
                    <a:pt x="10587991" y="1690421"/>
                  </a:lnTo>
                  <a:lnTo>
                    <a:pt x="10475880" y="1682654"/>
                  </a:lnTo>
                  <a:lnTo>
                    <a:pt x="10362048" y="1673698"/>
                  </a:lnTo>
                  <a:lnTo>
                    <a:pt x="10249716" y="1663575"/>
                  </a:lnTo>
                  <a:lnTo>
                    <a:pt x="10141344" y="1652292"/>
                  </a:lnTo>
                  <a:lnTo>
                    <a:pt x="10038603" y="1639831"/>
                  </a:lnTo>
                  <a:lnTo>
                    <a:pt x="9942448" y="1626136"/>
                  </a:lnTo>
                  <a:lnTo>
                    <a:pt x="9853252" y="1611117"/>
                  </a:lnTo>
                  <a:lnTo>
                    <a:pt x="9770942" y="1594645"/>
                  </a:lnTo>
                  <a:lnTo>
                    <a:pt x="9695136" y="1576556"/>
                  </a:lnTo>
                  <a:lnTo>
                    <a:pt x="9625249" y="1556654"/>
                  </a:lnTo>
                  <a:lnTo>
                    <a:pt x="9560582" y="1534720"/>
                  </a:lnTo>
                  <a:lnTo>
                    <a:pt x="9500376" y="1510524"/>
                  </a:lnTo>
                  <a:lnTo>
                    <a:pt x="9443871" y="1483847"/>
                  </a:lnTo>
                  <a:lnTo>
                    <a:pt x="9390336" y="1454515"/>
                  </a:lnTo>
                  <a:lnTo>
                    <a:pt x="9347647" y="1428072"/>
                  </a:lnTo>
                  <a:lnTo>
                    <a:pt x="9295931" y="1392301"/>
                  </a:lnTo>
                  <a:lnTo>
                    <a:pt x="9245653" y="1353513"/>
                  </a:lnTo>
                  <a:lnTo>
                    <a:pt x="9196363" y="1311650"/>
                  </a:lnTo>
                  <a:lnTo>
                    <a:pt x="9147711" y="1266723"/>
                  </a:lnTo>
                  <a:lnTo>
                    <a:pt x="9099431" y="1218815"/>
                  </a:lnTo>
                  <a:lnTo>
                    <a:pt x="9051328" y="1168093"/>
                  </a:lnTo>
                  <a:lnTo>
                    <a:pt x="9003266" y="1114805"/>
                  </a:lnTo>
                  <a:lnTo>
                    <a:pt x="8955165" y="1059286"/>
                  </a:lnTo>
                  <a:lnTo>
                    <a:pt x="8906985" y="1001945"/>
                  </a:lnTo>
                  <a:lnTo>
                    <a:pt x="8858725" y="943259"/>
                  </a:lnTo>
                  <a:lnTo>
                    <a:pt x="8810406" y="883756"/>
                  </a:lnTo>
                  <a:lnTo>
                    <a:pt x="8762068" y="823997"/>
                  </a:lnTo>
                  <a:lnTo>
                    <a:pt x="8713754" y="764551"/>
                  </a:lnTo>
                  <a:lnTo>
                    <a:pt x="8665501" y="705976"/>
                  </a:lnTo>
                  <a:lnTo>
                    <a:pt x="8617330" y="648796"/>
                  </a:lnTo>
                  <a:lnTo>
                    <a:pt x="8569234" y="593481"/>
                  </a:lnTo>
                  <a:lnTo>
                    <a:pt x="8521173" y="540435"/>
                  </a:lnTo>
                  <a:lnTo>
                    <a:pt x="8473059" y="489982"/>
                  </a:lnTo>
                  <a:lnTo>
                    <a:pt x="8424752" y="442364"/>
                  </a:lnTo>
                  <a:lnTo>
                    <a:pt x="8376050" y="397739"/>
                  </a:lnTo>
                  <a:lnTo>
                    <a:pt x="8326679" y="356183"/>
                  </a:lnTo>
                  <a:lnTo>
                    <a:pt x="8276280" y="317698"/>
                  </a:lnTo>
                  <a:lnTo>
                    <a:pt x="8229629" y="285614"/>
                  </a:lnTo>
                  <a:lnTo>
                    <a:pt x="8178058" y="254014"/>
                  </a:lnTo>
                  <a:lnTo>
                    <a:pt x="8124069" y="225141"/>
                  </a:lnTo>
                  <a:lnTo>
                    <a:pt x="8066990" y="198898"/>
                  </a:lnTo>
                  <a:lnTo>
                    <a:pt x="8006083" y="175101"/>
                  </a:lnTo>
                  <a:lnTo>
                    <a:pt x="7940584" y="153527"/>
                  </a:lnTo>
                  <a:lnTo>
                    <a:pt x="7869743" y="133947"/>
                  </a:lnTo>
                  <a:lnTo>
                    <a:pt x="7792873" y="116144"/>
                  </a:lnTo>
                  <a:lnTo>
                    <a:pt x="7709417" y="99929"/>
                  </a:lnTo>
                  <a:lnTo>
                    <a:pt x="7619037" y="85142"/>
                  </a:lnTo>
                  <a:lnTo>
                    <a:pt x="7521727" y="71662"/>
                  </a:lnTo>
                  <a:lnTo>
                    <a:pt x="7417948" y="59402"/>
                  </a:lnTo>
                  <a:lnTo>
                    <a:pt x="7308766" y="48317"/>
                  </a:lnTo>
                  <a:lnTo>
                    <a:pt x="7195986" y="38390"/>
                  </a:lnTo>
                  <a:lnTo>
                    <a:pt x="7082200" y="29633"/>
                  </a:lnTo>
                  <a:lnTo>
                    <a:pt x="6970744" y="22070"/>
                  </a:lnTo>
                  <a:lnTo>
                    <a:pt x="6865471" y="15723"/>
                  </a:lnTo>
                  <a:lnTo>
                    <a:pt x="6770362" y="10591"/>
                  </a:lnTo>
                  <a:lnTo>
                    <a:pt x="6688981" y="6637"/>
                  </a:lnTo>
                  <a:lnTo>
                    <a:pt x="6623903" y="3776"/>
                  </a:lnTo>
                  <a:lnTo>
                    <a:pt x="6576237" y="1872"/>
                  </a:lnTo>
                  <a:lnTo>
                    <a:pt x="6545365" y="747"/>
                  </a:lnTo>
                  <a:lnTo>
                    <a:pt x="6528935" y="199"/>
                  </a:lnTo>
                  <a:lnTo>
                    <a:pt x="6523029" y="1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9" y="21"/>
                  </a:lnTo>
                  <a:lnTo>
                    <a:pt x="5518886" y="175"/>
                  </a:lnTo>
                  <a:lnTo>
                    <a:pt x="5500046" y="601"/>
                  </a:lnTo>
                  <a:lnTo>
                    <a:pt x="5466104" y="1439"/>
                  </a:lnTo>
                  <a:lnTo>
                    <a:pt x="5414990" y="2825"/>
                  </a:lnTo>
                  <a:lnTo>
                    <a:pt x="5346414" y="4873"/>
                  </a:lnTo>
                  <a:lnTo>
                    <a:pt x="5261808" y="7668"/>
                  </a:lnTo>
                  <a:lnTo>
                    <a:pt x="5164012" y="11262"/>
                  </a:lnTo>
                  <a:lnTo>
                    <a:pt x="5056762" y="15675"/>
                  </a:lnTo>
                  <a:lnTo>
                    <a:pt x="4944098" y="20901"/>
                  </a:lnTo>
                  <a:lnTo>
                    <a:pt x="4829836" y="26927"/>
                  </a:lnTo>
                  <a:lnTo>
                    <a:pt x="4717204" y="33735"/>
                  </a:lnTo>
                  <a:lnTo>
                    <a:pt x="4608656" y="41323"/>
                  </a:lnTo>
                  <a:lnTo>
                    <a:pt x="4505846" y="49704"/>
                  </a:lnTo>
                  <a:lnTo>
                    <a:pt x="4409706" y="58916"/>
                  </a:lnTo>
                  <a:lnTo>
                    <a:pt x="4320584" y="69021"/>
                  </a:lnTo>
                  <a:lnTo>
                    <a:pt x="4238384" y="80109"/>
                  </a:lnTo>
                  <a:lnTo>
                    <a:pt x="4162706" y="92292"/>
                  </a:lnTo>
                  <a:lnTo>
                    <a:pt x="4092947" y="105701"/>
                  </a:lnTo>
                  <a:lnTo>
                    <a:pt x="4028392" y="120487"/>
                  </a:lnTo>
                  <a:lnTo>
                    <a:pt x="3968274" y="136805"/>
                  </a:lnTo>
                  <a:lnTo>
                    <a:pt x="3911824" y="154799"/>
                  </a:lnTo>
                  <a:lnTo>
                    <a:pt x="3858309" y="174584"/>
                  </a:lnTo>
                  <a:lnTo>
                    <a:pt x="3820202" y="190409"/>
                  </a:lnTo>
                  <a:lnTo>
                    <a:pt x="3764060" y="216427"/>
                  </a:lnTo>
                  <a:lnTo>
                    <a:pt x="3709568" y="244825"/>
                  </a:lnTo>
                  <a:lnTo>
                    <a:pt x="3656166" y="275648"/>
                  </a:lnTo>
                  <a:lnTo>
                    <a:pt x="3603428" y="308872"/>
                  </a:lnTo>
                  <a:lnTo>
                    <a:pt x="3551042" y="344405"/>
                  </a:lnTo>
                  <a:lnTo>
                    <a:pt x="3498788" y="382077"/>
                  </a:lnTo>
                  <a:lnTo>
                    <a:pt x="3446527" y="421640"/>
                  </a:lnTo>
                  <a:lnTo>
                    <a:pt x="3394186" y="462770"/>
                  </a:lnTo>
                  <a:lnTo>
                    <a:pt x="3341747" y="505078"/>
                  </a:lnTo>
                  <a:lnTo>
                    <a:pt x="3289232" y="548121"/>
                  </a:lnTo>
                  <a:lnTo>
                    <a:pt x="3236688" y="591425"/>
                  </a:lnTo>
                  <a:lnTo>
                    <a:pt x="3184170" y="634501"/>
                  </a:lnTo>
                  <a:lnTo>
                    <a:pt x="3131725" y="676872"/>
                  </a:lnTo>
                  <a:lnTo>
                    <a:pt x="3079378" y="718094"/>
                  </a:lnTo>
                  <a:lnTo>
                    <a:pt x="3027112" y="757774"/>
                  </a:lnTo>
                  <a:lnTo>
                    <a:pt x="2974861" y="795582"/>
                  </a:lnTo>
                  <a:lnTo>
                    <a:pt x="2922490" y="831265"/>
                  </a:lnTo>
                  <a:lnTo>
                    <a:pt x="2869785" y="864649"/>
                  </a:lnTo>
                  <a:lnTo>
                    <a:pt x="2816439" y="895634"/>
                  </a:lnTo>
                  <a:lnTo>
                    <a:pt x="2762036" y="924195"/>
                  </a:lnTo>
                  <a:lnTo>
                    <a:pt x="2706027" y="950370"/>
                  </a:lnTo>
                  <a:lnTo>
                    <a:pt x="2702183" y="952048"/>
                  </a:lnTo>
                  <a:lnTo>
                    <a:pt x="2650411" y="973191"/>
                  </a:lnTo>
                  <a:lnTo>
                    <a:pt x="2596200" y="992503"/>
                  </a:lnTo>
                  <a:lnTo>
                    <a:pt x="2538870" y="1010049"/>
                  </a:lnTo>
                  <a:lnTo>
                    <a:pt x="2477674" y="1025954"/>
                  </a:lnTo>
                  <a:lnTo>
                    <a:pt x="2411839" y="1040367"/>
                  </a:lnTo>
                  <a:lnTo>
                    <a:pt x="2340606" y="1053444"/>
                  </a:lnTo>
                  <a:lnTo>
                    <a:pt x="2263284" y="1065330"/>
                  </a:lnTo>
                  <a:lnTo>
                    <a:pt x="2179314" y="1076153"/>
                  </a:lnTo>
                  <a:lnTo>
                    <a:pt x="2088362" y="1086019"/>
                  </a:lnTo>
                  <a:lnTo>
                    <a:pt x="1990434" y="1095010"/>
                  </a:lnTo>
                  <a:lnTo>
                    <a:pt x="1886016" y="1103182"/>
                  </a:lnTo>
                  <a:lnTo>
                    <a:pt x="1776216" y="1110566"/>
                  </a:lnTo>
                  <a:lnTo>
                    <a:pt x="1662892" y="1117172"/>
                  </a:lnTo>
                  <a:lnTo>
                    <a:pt x="1548706" y="1122992"/>
                  </a:lnTo>
                  <a:lnTo>
                    <a:pt x="1437064" y="1128008"/>
                  </a:lnTo>
                  <a:lnTo>
                    <a:pt x="1331886" y="1132208"/>
                  </a:lnTo>
                  <a:lnTo>
                    <a:pt x="1237185" y="1135591"/>
                  </a:lnTo>
                  <a:lnTo>
                    <a:pt x="1156520" y="1138186"/>
                  </a:lnTo>
                  <a:lnTo>
                    <a:pt x="1092411" y="1140052"/>
                  </a:lnTo>
                  <a:lnTo>
                    <a:pt x="1045861" y="1141284"/>
                  </a:lnTo>
                  <a:lnTo>
                    <a:pt x="1016113" y="1142001"/>
                  </a:lnTo>
                  <a:lnTo>
                    <a:pt x="1000653" y="1142343"/>
                  </a:lnTo>
                  <a:lnTo>
                    <a:pt x="995402" y="1142449"/>
                  </a:lnTo>
                  <a:lnTo>
                    <a:pt x="994940" y="1142458"/>
                  </a:lnTo>
                  <a:lnTo>
                    <a:pt x="0" y="1142458"/>
                  </a:lnTo>
                  <a:lnTo>
                    <a:pt x="0" y="11424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7" name="pg1736"/>
            <p:cNvSpPr/>
            <p:nvPr/>
          </p:nvSpPr>
          <p:spPr>
            <a:xfrm>
              <a:off x="1199187" y="1420047"/>
              <a:ext cx="12049831" cy="4433576"/>
            </a:xfrm>
            <a:custGeom>
              <a:avLst/>
              <a:pathLst>
                <a:path w="12049831" h="4433576">
                  <a:moveTo>
                    <a:pt x="0" y="4313041"/>
                  </a:moveTo>
                  <a:lnTo>
                    <a:pt x="994940" y="4313041"/>
                  </a:lnTo>
                  <a:lnTo>
                    <a:pt x="996076" y="4313044"/>
                  </a:lnTo>
                  <a:lnTo>
                    <a:pt x="1003575" y="4313060"/>
                  </a:lnTo>
                  <a:lnTo>
                    <a:pt x="1022578" y="4313105"/>
                  </a:lnTo>
                  <a:lnTo>
                    <a:pt x="1056801" y="4313195"/>
                  </a:lnTo>
                  <a:lnTo>
                    <a:pt x="1108314" y="4313342"/>
                  </a:lnTo>
                  <a:lnTo>
                    <a:pt x="1177387" y="4313560"/>
                  </a:lnTo>
                  <a:lnTo>
                    <a:pt x="1262547" y="4313858"/>
                  </a:lnTo>
                  <a:lnTo>
                    <a:pt x="1360902" y="4314240"/>
                  </a:lnTo>
                  <a:lnTo>
                    <a:pt x="1468672" y="4314709"/>
                  </a:lnTo>
                  <a:lnTo>
                    <a:pt x="1581779" y="4315265"/>
                  </a:lnTo>
                  <a:lnTo>
                    <a:pt x="1696384" y="4315905"/>
                  </a:lnTo>
                  <a:lnTo>
                    <a:pt x="1809253" y="4316629"/>
                  </a:lnTo>
                  <a:lnTo>
                    <a:pt x="1917937" y="4317435"/>
                  </a:lnTo>
                  <a:lnTo>
                    <a:pt x="2020800" y="4318325"/>
                  </a:lnTo>
                  <a:lnTo>
                    <a:pt x="2116925" y="4319304"/>
                  </a:lnTo>
                  <a:lnTo>
                    <a:pt x="2205986" y="4320378"/>
                  </a:lnTo>
                  <a:lnTo>
                    <a:pt x="2288095" y="4321557"/>
                  </a:lnTo>
                  <a:lnTo>
                    <a:pt x="2363670" y="4322853"/>
                  </a:lnTo>
                  <a:lnTo>
                    <a:pt x="2433328" y="4324280"/>
                  </a:lnTo>
                  <a:lnTo>
                    <a:pt x="2497793" y="4325854"/>
                  </a:lnTo>
                  <a:lnTo>
                    <a:pt x="2557841" y="4327591"/>
                  </a:lnTo>
                  <a:lnTo>
                    <a:pt x="2614248" y="4329508"/>
                  </a:lnTo>
                  <a:lnTo>
                    <a:pt x="2667751" y="4331615"/>
                  </a:lnTo>
                  <a:lnTo>
                    <a:pt x="2702183" y="4333130"/>
                  </a:lnTo>
                  <a:lnTo>
                    <a:pt x="2763760" y="4336159"/>
                  </a:lnTo>
                  <a:lnTo>
                    <a:pt x="2823417" y="4339492"/>
                  </a:lnTo>
                  <a:lnTo>
                    <a:pt x="2881869" y="4343134"/>
                  </a:lnTo>
                  <a:lnTo>
                    <a:pt x="2939642" y="4347079"/>
                  </a:lnTo>
                  <a:lnTo>
                    <a:pt x="2997105" y="4351310"/>
                  </a:lnTo>
                  <a:lnTo>
                    <a:pt x="3054502" y="4355799"/>
                  </a:lnTo>
                  <a:lnTo>
                    <a:pt x="3111967" y="4360506"/>
                  </a:lnTo>
                  <a:lnTo>
                    <a:pt x="3169548" y="4365378"/>
                  </a:lnTo>
                  <a:lnTo>
                    <a:pt x="3227228" y="4370356"/>
                  </a:lnTo>
                  <a:lnTo>
                    <a:pt x="3284952" y="4375375"/>
                  </a:lnTo>
                  <a:lnTo>
                    <a:pt x="3342645" y="4380365"/>
                  </a:lnTo>
                  <a:lnTo>
                    <a:pt x="3400246" y="4385261"/>
                  </a:lnTo>
                  <a:lnTo>
                    <a:pt x="3457730" y="4390000"/>
                  </a:lnTo>
                  <a:lnTo>
                    <a:pt x="3515131" y="4394531"/>
                  </a:lnTo>
                  <a:lnTo>
                    <a:pt x="3572569" y="4398811"/>
                  </a:lnTo>
                  <a:lnTo>
                    <a:pt x="3630264" y="4402807"/>
                  </a:lnTo>
                  <a:lnTo>
                    <a:pt x="3688563" y="4406503"/>
                  </a:lnTo>
                  <a:lnTo>
                    <a:pt x="3747961" y="4409891"/>
                  </a:lnTo>
                  <a:lnTo>
                    <a:pt x="3809136" y="4412973"/>
                  </a:lnTo>
                  <a:lnTo>
                    <a:pt x="3820202" y="4413487"/>
                  </a:lnTo>
                  <a:lnTo>
                    <a:pt x="3872135" y="4415724"/>
                  </a:lnTo>
                  <a:lnTo>
                    <a:pt x="3926526" y="4417767"/>
                  </a:lnTo>
                  <a:lnTo>
                    <a:pt x="3984059" y="4419622"/>
                  </a:lnTo>
                  <a:lnTo>
                    <a:pt x="4045488" y="4421304"/>
                  </a:lnTo>
                  <a:lnTo>
                    <a:pt x="4111594" y="4422827"/>
                  </a:lnTo>
                  <a:lnTo>
                    <a:pt x="4183142" y="4424209"/>
                  </a:lnTo>
                  <a:lnTo>
                    <a:pt x="4260828" y="4425464"/>
                  </a:lnTo>
                  <a:lnTo>
                    <a:pt x="4345214" y="4426607"/>
                  </a:lnTo>
                  <a:lnTo>
                    <a:pt x="4436628" y="4427649"/>
                  </a:lnTo>
                  <a:lnTo>
                    <a:pt x="4535055" y="4428598"/>
                  </a:lnTo>
                  <a:lnTo>
                    <a:pt x="4639987" y="4429460"/>
                  </a:lnTo>
                  <a:lnTo>
                    <a:pt x="4750283" y="4430238"/>
                  </a:lnTo>
                  <a:lnTo>
                    <a:pt x="4864040" y="4430934"/>
                  </a:lnTo>
                  <a:lnTo>
                    <a:pt x="4978542" y="4431547"/>
                  </a:lnTo>
                  <a:lnTo>
                    <a:pt x="5090322" y="4432074"/>
                  </a:lnTo>
                  <a:lnTo>
                    <a:pt x="5195413" y="4432514"/>
                  </a:lnTo>
                  <a:lnTo>
                    <a:pt x="5289771" y="4432868"/>
                  </a:lnTo>
                  <a:lnTo>
                    <a:pt x="5369844" y="4433138"/>
                  </a:lnTo>
                  <a:lnTo>
                    <a:pt x="5433163" y="4433331"/>
                  </a:lnTo>
                  <a:lnTo>
                    <a:pt x="5478810" y="4433458"/>
                  </a:lnTo>
                  <a:lnTo>
                    <a:pt x="5507660" y="4433531"/>
                  </a:lnTo>
                  <a:lnTo>
                    <a:pt x="5522353" y="4433565"/>
                  </a:lnTo>
                  <a:lnTo>
                    <a:pt x="5527101" y="4433575"/>
                  </a:lnTo>
                  <a:lnTo>
                    <a:pt x="5527445" y="4433576"/>
                  </a:lnTo>
                  <a:lnTo>
                    <a:pt x="6522385" y="4433576"/>
                  </a:lnTo>
                  <a:lnTo>
                    <a:pt x="6523387" y="4433502"/>
                  </a:lnTo>
                  <a:lnTo>
                    <a:pt x="6530013" y="4432972"/>
                  </a:lnTo>
                  <a:lnTo>
                    <a:pt x="6546860" y="4431511"/>
                  </a:lnTo>
                  <a:lnTo>
                    <a:pt x="6577340" y="4428630"/>
                  </a:lnTo>
                  <a:lnTo>
                    <a:pt x="6623497" y="4423860"/>
                  </a:lnTo>
                  <a:lnTo>
                    <a:pt x="6685870" y="4416793"/>
                  </a:lnTo>
                  <a:lnTo>
                    <a:pt x="6763498" y="4407109"/>
                  </a:lnTo>
                  <a:lnTo>
                    <a:pt x="6854134" y="4394602"/>
                  </a:lnTo>
                  <a:lnTo>
                    <a:pt x="6954635" y="4379176"/>
                  </a:lnTo>
                  <a:lnTo>
                    <a:pt x="7061444" y="4360823"/>
                  </a:lnTo>
                  <a:lnTo>
                    <a:pt x="7171050" y="4339587"/>
                  </a:lnTo>
                  <a:lnTo>
                    <a:pt x="7280342" y="4315526"/>
                  </a:lnTo>
                  <a:lnTo>
                    <a:pt x="7386823" y="4288677"/>
                  </a:lnTo>
                  <a:lnTo>
                    <a:pt x="7488685" y="4259024"/>
                  </a:lnTo>
                  <a:lnTo>
                    <a:pt x="7584776" y="4226480"/>
                  </a:lnTo>
                  <a:lnTo>
                    <a:pt x="7674513" y="4190880"/>
                  </a:lnTo>
                  <a:lnTo>
                    <a:pt x="7757757" y="4151972"/>
                  </a:lnTo>
                  <a:lnTo>
                    <a:pt x="7834706" y="4109423"/>
                  </a:lnTo>
                  <a:lnTo>
                    <a:pt x="7905782" y="4062820"/>
                  </a:lnTo>
                  <a:lnTo>
                    <a:pt x="7971554" y="4011690"/>
                  </a:lnTo>
                  <a:lnTo>
                    <a:pt x="8032673" y="3955511"/>
                  </a:lnTo>
                  <a:lnTo>
                    <a:pt x="8089824" y="3893750"/>
                  </a:lnTo>
                  <a:lnTo>
                    <a:pt x="8143687" y="3825916"/>
                  </a:lnTo>
                  <a:lnTo>
                    <a:pt x="8194908" y="3751640"/>
                  </a:lnTo>
                  <a:lnTo>
                    <a:pt x="8229629" y="3695520"/>
                  </a:lnTo>
                  <a:lnTo>
                    <a:pt x="8266600" y="3630532"/>
                  </a:lnTo>
                  <a:lnTo>
                    <a:pt x="8302769" y="3561630"/>
                  </a:lnTo>
                  <a:lnTo>
                    <a:pt x="8338315" y="3488736"/>
                  </a:lnTo>
                  <a:lnTo>
                    <a:pt x="8373390" y="3411812"/>
                  </a:lnTo>
                  <a:lnTo>
                    <a:pt x="8408119" y="3330866"/>
                  </a:lnTo>
                  <a:lnTo>
                    <a:pt x="8442606" y="3245954"/>
                  </a:lnTo>
                  <a:lnTo>
                    <a:pt x="8476936" y="3157185"/>
                  </a:lnTo>
                  <a:lnTo>
                    <a:pt x="8511177" y="3064723"/>
                  </a:lnTo>
                  <a:lnTo>
                    <a:pt x="8545380" y="2968789"/>
                  </a:lnTo>
                  <a:lnTo>
                    <a:pt x="8579582" y="2869657"/>
                  </a:lnTo>
                  <a:lnTo>
                    <a:pt x="8613809" y="2767658"/>
                  </a:lnTo>
                  <a:lnTo>
                    <a:pt x="8648074" y="2663172"/>
                  </a:lnTo>
                  <a:lnTo>
                    <a:pt x="8682381" y="2556626"/>
                  </a:lnTo>
                  <a:lnTo>
                    <a:pt x="8716729" y="2448487"/>
                  </a:lnTo>
                  <a:lnTo>
                    <a:pt x="8751107" y="2339249"/>
                  </a:lnTo>
                  <a:lnTo>
                    <a:pt x="8785501" y="2229433"/>
                  </a:lnTo>
                  <a:lnTo>
                    <a:pt x="8819898" y="2119568"/>
                  </a:lnTo>
                  <a:lnTo>
                    <a:pt x="8854279" y="2010186"/>
                  </a:lnTo>
                  <a:lnTo>
                    <a:pt x="8888633" y="1901808"/>
                  </a:lnTo>
                  <a:lnTo>
                    <a:pt x="8922949" y="1794936"/>
                  </a:lnTo>
                  <a:lnTo>
                    <a:pt x="8957222" y="1690042"/>
                  </a:lnTo>
                  <a:lnTo>
                    <a:pt x="8991454" y="1587559"/>
                  </a:lnTo>
                  <a:lnTo>
                    <a:pt x="9025660" y="1487878"/>
                  </a:lnTo>
                  <a:lnTo>
                    <a:pt x="9059860" y="1391338"/>
                  </a:lnTo>
                  <a:lnTo>
                    <a:pt x="9094090" y="1298225"/>
                  </a:lnTo>
                  <a:lnTo>
                    <a:pt x="9128399" y="1208769"/>
                  </a:lnTo>
                  <a:lnTo>
                    <a:pt x="9162852" y="1123144"/>
                  </a:lnTo>
                  <a:lnTo>
                    <a:pt x="9197530" y="1041469"/>
                  </a:lnTo>
                  <a:lnTo>
                    <a:pt x="9232533" y="963809"/>
                  </a:lnTo>
                  <a:lnTo>
                    <a:pt x="9267983" y="890182"/>
                  </a:lnTo>
                  <a:lnTo>
                    <a:pt x="9304026" y="820557"/>
                  </a:lnTo>
                  <a:lnTo>
                    <a:pt x="9340835" y="754862"/>
                  </a:lnTo>
                  <a:lnTo>
                    <a:pt x="9347647" y="743296"/>
                  </a:lnTo>
                  <a:lnTo>
                    <a:pt x="9397361" y="664401"/>
                  </a:lnTo>
                  <a:lnTo>
                    <a:pt x="9449303" y="592067"/>
                  </a:lnTo>
                  <a:lnTo>
                    <a:pt x="9504075" y="526085"/>
                  </a:lnTo>
                  <a:lnTo>
                    <a:pt x="9562334" y="466039"/>
                  </a:lnTo>
                  <a:lnTo>
                    <a:pt x="9624766" y="411418"/>
                  </a:lnTo>
                  <a:lnTo>
                    <a:pt x="9692050" y="361687"/>
                  </a:lnTo>
                  <a:lnTo>
                    <a:pt x="9764818" y="316337"/>
                  </a:lnTo>
                  <a:lnTo>
                    <a:pt x="9843603" y="274909"/>
                  </a:lnTo>
                  <a:lnTo>
                    <a:pt x="9928771" y="237016"/>
                  </a:lnTo>
                  <a:lnTo>
                    <a:pt x="10020429" y="202348"/>
                  </a:lnTo>
                  <a:lnTo>
                    <a:pt x="10118321" y="170678"/>
                  </a:lnTo>
                  <a:lnTo>
                    <a:pt x="10221705" y="141864"/>
                  </a:lnTo>
                  <a:lnTo>
                    <a:pt x="10329243" y="115843"/>
                  </a:lnTo>
                  <a:lnTo>
                    <a:pt x="10438919" y="92617"/>
                  </a:lnTo>
                  <a:lnTo>
                    <a:pt x="10548042" y="72231"/>
                  </a:lnTo>
                  <a:lnTo>
                    <a:pt x="10653352" y="54745"/>
                  </a:lnTo>
                  <a:lnTo>
                    <a:pt x="10751281" y="40192"/>
                  </a:lnTo>
                  <a:lnTo>
                    <a:pt x="10838345" y="28540"/>
                  </a:lnTo>
                  <a:lnTo>
                    <a:pt x="10911620" y="19661"/>
                  </a:lnTo>
                  <a:lnTo>
                    <a:pt x="10969206" y="13314"/>
                  </a:lnTo>
                  <a:lnTo>
                    <a:pt x="11010575" y="9152"/>
                  </a:lnTo>
                  <a:lnTo>
                    <a:pt x="11036721" y="6744"/>
                  </a:lnTo>
                  <a:lnTo>
                    <a:pt x="11050116" y="5611"/>
                  </a:lnTo>
                  <a:lnTo>
                    <a:pt x="11054538" y="526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89" y="74"/>
                  </a:lnTo>
                  <a:lnTo>
                    <a:pt x="11047263" y="603"/>
                  </a:lnTo>
                  <a:lnTo>
                    <a:pt x="11030416" y="2064"/>
                  </a:lnTo>
                  <a:lnTo>
                    <a:pt x="10999937" y="4946"/>
                  </a:lnTo>
                  <a:lnTo>
                    <a:pt x="10953780" y="9715"/>
                  </a:lnTo>
                  <a:lnTo>
                    <a:pt x="10891406" y="16783"/>
                  </a:lnTo>
                  <a:lnTo>
                    <a:pt x="10813778" y="26467"/>
                  </a:lnTo>
                  <a:lnTo>
                    <a:pt x="10723143" y="38973"/>
                  </a:lnTo>
                  <a:lnTo>
                    <a:pt x="10622642" y="54399"/>
                  </a:lnTo>
                  <a:lnTo>
                    <a:pt x="10515833" y="72753"/>
                  </a:lnTo>
                  <a:lnTo>
                    <a:pt x="10406227" y="93989"/>
                  </a:lnTo>
                  <a:lnTo>
                    <a:pt x="10296935" y="118049"/>
                  </a:lnTo>
                  <a:lnTo>
                    <a:pt x="10190454" y="144899"/>
                  </a:lnTo>
                  <a:lnTo>
                    <a:pt x="10088592" y="174552"/>
                  </a:lnTo>
                  <a:lnTo>
                    <a:pt x="9992500" y="207095"/>
                  </a:lnTo>
                  <a:lnTo>
                    <a:pt x="9902764" y="242695"/>
                  </a:lnTo>
                  <a:lnTo>
                    <a:pt x="9819519" y="281603"/>
                  </a:lnTo>
                  <a:lnTo>
                    <a:pt x="9742571" y="324153"/>
                  </a:lnTo>
                  <a:lnTo>
                    <a:pt x="9671495" y="370755"/>
                  </a:lnTo>
                  <a:lnTo>
                    <a:pt x="9605723" y="421886"/>
                  </a:lnTo>
                  <a:lnTo>
                    <a:pt x="9544604" y="478065"/>
                  </a:lnTo>
                  <a:lnTo>
                    <a:pt x="9487453" y="539825"/>
                  </a:lnTo>
                  <a:lnTo>
                    <a:pt x="9433589" y="607659"/>
                  </a:lnTo>
                  <a:lnTo>
                    <a:pt x="9382369" y="681935"/>
                  </a:lnTo>
                  <a:lnTo>
                    <a:pt x="9347647" y="738055"/>
                  </a:lnTo>
                  <a:lnTo>
                    <a:pt x="9310677" y="803044"/>
                  </a:lnTo>
                  <a:lnTo>
                    <a:pt x="9274508" y="871945"/>
                  </a:lnTo>
                  <a:lnTo>
                    <a:pt x="9238961" y="944839"/>
                  </a:lnTo>
                  <a:lnTo>
                    <a:pt x="9203887" y="1021763"/>
                  </a:lnTo>
                  <a:lnTo>
                    <a:pt x="9169158" y="1102710"/>
                  </a:lnTo>
                  <a:lnTo>
                    <a:pt x="9134670" y="1187622"/>
                  </a:lnTo>
                  <a:lnTo>
                    <a:pt x="9100340" y="1276390"/>
                  </a:lnTo>
                  <a:lnTo>
                    <a:pt x="9066099" y="1368852"/>
                  </a:lnTo>
                  <a:lnTo>
                    <a:pt x="9031897" y="1464787"/>
                  </a:lnTo>
                  <a:lnTo>
                    <a:pt x="8997695" y="1563918"/>
                  </a:lnTo>
                  <a:lnTo>
                    <a:pt x="8963468" y="1665918"/>
                  </a:lnTo>
                  <a:lnTo>
                    <a:pt x="8929203" y="1770403"/>
                  </a:lnTo>
                  <a:lnTo>
                    <a:pt x="8894895" y="1876949"/>
                  </a:lnTo>
                  <a:lnTo>
                    <a:pt x="8860548" y="1985089"/>
                  </a:lnTo>
                  <a:lnTo>
                    <a:pt x="8826170" y="2094326"/>
                  </a:lnTo>
                  <a:lnTo>
                    <a:pt x="8791775" y="2204142"/>
                  </a:lnTo>
                  <a:lnTo>
                    <a:pt x="8757379" y="2314007"/>
                  </a:lnTo>
                  <a:lnTo>
                    <a:pt x="8722997" y="2423389"/>
                  </a:lnTo>
                  <a:lnTo>
                    <a:pt x="8688643" y="2531767"/>
                  </a:lnTo>
                  <a:lnTo>
                    <a:pt x="8654328" y="2638639"/>
                  </a:lnTo>
                  <a:lnTo>
                    <a:pt x="8620055" y="2743534"/>
                  </a:lnTo>
                  <a:lnTo>
                    <a:pt x="8585822" y="2846016"/>
                  </a:lnTo>
                  <a:lnTo>
                    <a:pt x="8551617" y="2945697"/>
                  </a:lnTo>
                  <a:lnTo>
                    <a:pt x="8517417" y="3042237"/>
                  </a:lnTo>
                  <a:lnTo>
                    <a:pt x="8483186" y="3135350"/>
                  </a:lnTo>
                  <a:lnTo>
                    <a:pt x="8448877" y="3224806"/>
                  </a:lnTo>
                  <a:lnTo>
                    <a:pt x="8414424" y="3310431"/>
                  </a:lnTo>
                  <a:lnTo>
                    <a:pt x="8379747" y="3392107"/>
                  </a:lnTo>
                  <a:lnTo>
                    <a:pt x="8344744" y="3469766"/>
                  </a:lnTo>
                  <a:lnTo>
                    <a:pt x="8309294" y="3543394"/>
                  </a:lnTo>
                  <a:lnTo>
                    <a:pt x="8273251" y="3613019"/>
                  </a:lnTo>
                  <a:lnTo>
                    <a:pt x="8236441" y="3678713"/>
                  </a:lnTo>
                  <a:lnTo>
                    <a:pt x="8229629" y="3690279"/>
                  </a:lnTo>
                  <a:lnTo>
                    <a:pt x="8179916" y="3769174"/>
                  </a:lnTo>
                  <a:lnTo>
                    <a:pt x="8127973" y="3841508"/>
                  </a:lnTo>
                  <a:lnTo>
                    <a:pt x="8073202" y="3907490"/>
                  </a:lnTo>
                  <a:lnTo>
                    <a:pt x="8014943" y="3967536"/>
                  </a:lnTo>
                  <a:lnTo>
                    <a:pt x="7952511" y="4022158"/>
                  </a:lnTo>
                  <a:lnTo>
                    <a:pt x="7885227" y="4071889"/>
                  </a:lnTo>
                  <a:lnTo>
                    <a:pt x="7812459" y="4117239"/>
                  </a:lnTo>
                  <a:lnTo>
                    <a:pt x="7733674" y="4158666"/>
                  </a:lnTo>
                  <a:lnTo>
                    <a:pt x="7648506" y="4196559"/>
                  </a:lnTo>
                  <a:lnTo>
                    <a:pt x="7556847" y="4231228"/>
                  </a:lnTo>
                  <a:lnTo>
                    <a:pt x="7458955" y="4262898"/>
                  </a:lnTo>
                  <a:lnTo>
                    <a:pt x="7355571" y="4291712"/>
                  </a:lnTo>
                  <a:lnTo>
                    <a:pt x="7248034" y="4317733"/>
                  </a:lnTo>
                  <a:lnTo>
                    <a:pt x="7138358" y="4340959"/>
                  </a:lnTo>
                  <a:lnTo>
                    <a:pt x="7029235" y="4361344"/>
                  </a:lnTo>
                  <a:lnTo>
                    <a:pt x="6923925" y="4378830"/>
                  </a:lnTo>
                  <a:lnTo>
                    <a:pt x="6825995" y="4393383"/>
                  </a:lnTo>
                  <a:lnTo>
                    <a:pt x="6738931" y="4405036"/>
                  </a:lnTo>
                  <a:lnTo>
                    <a:pt x="6665657" y="4413915"/>
                  </a:lnTo>
                  <a:lnTo>
                    <a:pt x="6608071" y="4420261"/>
                  </a:lnTo>
                  <a:lnTo>
                    <a:pt x="6566702" y="4424423"/>
                  </a:lnTo>
                  <a:lnTo>
                    <a:pt x="6540556" y="4426832"/>
                  </a:lnTo>
                  <a:lnTo>
                    <a:pt x="6527161" y="4427965"/>
                  </a:lnTo>
                  <a:lnTo>
                    <a:pt x="6522738" y="4428310"/>
                  </a:lnTo>
                  <a:lnTo>
                    <a:pt x="6522385" y="4428335"/>
                  </a:lnTo>
                  <a:lnTo>
                    <a:pt x="5527445" y="4428335"/>
                  </a:lnTo>
                  <a:lnTo>
                    <a:pt x="5526309" y="4428333"/>
                  </a:lnTo>
                  <a:lnTo>
                    <a:pt x="5518810" y="4428317"/>
                  </a:lnTo>
                  <a:lnTo>
                    <a:pt x="5499807" y="4428271"/>
                  </a:lnTo>
                  <a:lnTo>
                    <a:pt x="5465584" y="4428182"/>
                  </a:lnTo>
                  <a:lnTo>
                    <a:pt x="5414071" y="4428034"/>
                  </a:lnTo>
                  <a:lnTo>
                    <a:pt x="5344998" y="4427817"/>
                  </a:lnTo>
                  <a:lnTo>
                    <a:pt x="5259838" y="4427519"/>
                  </a:lnTo>
                  <a:lnTo>
                    <a:pt x="5161483" y="4427137"/>
                  </a:lnTo>
                  <a:lnTo>
                    <a:pt x="5053713" y="4426667"/>
                  </a:lnTo>
                  <a:lnTo>
                    <a:pt x="4940606" y="4426112"/>
                  </a:lnTo>
                  <a:lnTo>
                    <a:pt x="4826001" y="4425472"/>
                  </a:lnTo>
                  <a:lnTo>
                    <a:pt x="4713132" y="4424748"/>
                  </a:lnTo>
                  <a:lnTo>
                    <a:pt x="4604448" y="4423942"/>
                  </a:lnTo>
                  <a:lnTo>
                    <a:pt x="4501585" y="4423051"/>
                  </a:lnTo>
                  <a:lnTo>
                    <a:pt x="4405460" y="4422073"/>
                  </a:lnTo>
                  <a:lnTo>
                    <a:pt x="4316399" y="4420998"/>
                  </a:lnTo>
                  <a:lnTo>
                    <a:pt x="4234290" y="4419819"/>
                  </a:lnTo>
                  <a:lnTo>
                    <a:pt x="4158715" y="4418524"/>
                  </a:lnTo>
                  <a:lnTo>
                    <a:pt x="4089057" y="4417097"/>
                  </a:lnTo>
                  <a:lnTo>
                    <a:pt x="4024592" y="4415523"/>
                  </a:lnTo>
                  <a:lnTo>
                    <a:pt x="3964544" y="4413785"/>
                  </a:lnTo>
                  <a:lnTo>
                    <a:pt x="3908137" y="4411869"/>
                  </a:lnTo>
                  <a:lnTo>
                    <a:pt x="3854634" y="4409762"/>
                  </a:lnTo>
                  <a:lnTo>
                    <a:pt x="3820202" y="4408246"/>
                  </a:lnTo>
                  <a:lnTo>
                    <a:pt x="3758625" y="4405217"/>
                  </a:lnTo>
                  <a:lnTo>
                    <a:pt x="3698968" y="4401884"/>
                  </a:lnTo>
                  <a:lnTo>
                    <a:pt x="3640516" y="4398243"/>
                  </a:lnTo>
                  <a:lnTo>
                    <a:pt x="3582743" y="4394298"/>
                  </a:lnTo>
                  <a:lnTo>
                    <a:pt x="3525279" y="4390067"/>
                  </a:lnTo>
                  <a:lnTo>
                    <a:pt x="3467883" y="4385577"/>
                  </a:lnTo>
                  <a:lnTo>
                    <a:pt x="3410418" y="4380871"/>
                  </a:lnTo>
                  <a:lnTo>
                    <a:pt x="3352837" y="4375999"/>
                  </a:lnTo>
                  <a:lnTo>
                    <a:pt x="3295157" y="4371020"/>
                  </a:lnTo>
                  <a:lnTo>
                    <a:pt x="3237433" y="4366002"/>
                  </a:lnTo>
                  <a:lnTo>
                    <a:pt x="3179740" y="4361012"/>
                  </a:lnTo>
                  <a:lnTo>
                    <a:pt x="3122139" y="4356116"/>
                  </a:lnTo>
                  <a:lnTo>
                    <a:pt x="3064655" y="4351376"/>
                  </a:lnTo>
                  <a:lnTo>
                    <a:pt x="3007254" y="4346845"/>
                  </a:lnTo>
                  <a:lnTo>
                    <a:pt x="2949816" y="4342566"/>
                  </a:lnTo>
                  <a:lnTo>
                    <a:pt x="2892121" y="4338569"/>
                  </a:lnTo>
                  <a:lnTo>
                    <a:pt x="2833822" y="4334873"/>
                  </a:lnTo>
                  <a:lnTo>
                    <a:pt x="2774424" y="4331486"/>
                  </a:lnTo>
                  <a:lnTo>
                    <a:pt x="2713249" y="4328404"/>
                  </a:lnTo>
                  <a:lnTo>
                    <a:pt x="2702183" y="4327890"/>
                  </a:lnTo>
                  <a:lnTo>
                    <a:pt x="2650250" y="4325653"/>
                  </a:lnTo>
                  <a:lnTo>
                    <a:pt x="2595859" y="4323610"/>
                  </a:lnTo>
                  <a:lnTo>
                    <a:pt x="2538326" y="4321754"/>
                  </a:lnTo>
                  <a:lnTo>
                    <a:pt x="2476897" y="4320073"/>
                  </a:lnTo>
                  <a:lnTo>
                    <a:pt x="2410791" y="4318550"/>
                  </a:lnTo>
                  <a:lnTo>
                    <a:pt x="2339243" y="4317168"/>
                  </a:lnTo>
                  <a:lnTo>
                    <a:pt x="2261557" y="4315912"/>
                  </a:lnTo>
                  <a:lnTo>
                    <a:pt x="2177171" y="4314770"/>
                  </a:lnTo>
                  <a:lnTo>
                    <a:pt x="2085757" y="4313728"/>
                  </a:lnTo>
                  <a:lnTo>
                    <a:pt x="1987330" y="4312779"/>
                  </a:lnTo>
                  <a:lnTo>
                    <a:pt x="1882398" y="4311917"/>
                  </a:lnTo>
                  <a:lnTo>
                    <a:pt x="1772102" y="4311138"/>
                  </a:lnTo>
                  <a:lnTo>
                    <a:pt x="1658345" y="4310442"/>
                  </a:lnTo>
                  <a:lnTo>
                    <a:pt x="1543843" y="4309830"/>
                  </a:lnTo>
                  <a:lnTo>
                    <a:pt x="1432063" y="4309303"/>
                  </a:lnTo>
                  <a:lnTo>
                    <a:pt x="1326972" y="4308863"/>
                  </a:lnTo>
                  <a:lnTo>
                    <a:pt x="1232614" y="4308509"/>
                  </a:lnTo>
                  <a:lnTo>
                    <a:pt x="1152541" y="4308239"/>
                  </a:lnTo>
                  <a:lnTo>
                    <a:pt x="1089222" y="4308045"/>
                  </a:lnTo>
                  <a:lnTo>
                    <a:pt x="1043575" y="4307919"/>
                  </a:lnTo>
                  <a:lnTo>
                    <a:pt x="1014725" y="4307846"/>
                  </a:lnTo>
                  <a:lnTo>
                    <a:pt x="1000032" y="4307812"/>
                  </a:lnTo>
                  <a:lnTo>
                    <a:pt x="995284" y="4307801"/>
                  </a:lnTo>
                  <a:lnTo>
                    <a:pt x="994940" y="4307801"/>
                  </a:lnTo>
                  <a:lnTo>
                    <a:pt x="0" y="4307801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38" name="pl1737"/>
            <p:cNvSpPr/>
            <p:nvPr/>
          </p:nvSpPr>
          <p:spPr>
            <a:xfrm>
              <a:off x="1199187" y="1425287"/>
              <a:ext cx="12049831" cy="4428335"/>
            </a:xfrm>
            <a:custGeom>
              <a:avLst/>
              <a:pathLst>
                <a:path w="12049831" h="4428335">
                  <a:moveTo>
                    <a:pt x="0" y="4307801"/>
                  </a:moveTo>
                  <a:lnTo>
                    <a:pt x="994940" y="4307801"/>
                  </a:lnTo>
                  <a:lnTo>
                    <a:pt x="996076" y="4307803"/>
                  </a:lnTo>
                  <a:lnTo>
                    <a:pt x="1003575" y="4307819"/>
                  </a:lnTo>
                  <a:lnTo>
                    <a:pt x="1022578" y="4307865"/>
                  </a:lnTo>
                  <a:lnTo>
                    <a:pt x="1056801" y="4307954"/>
                  </a:lnTo>
                  <a:lnTo>
                    <a:pt x="1108314" y="4308102"/>
                  </a:lnTo>
                  <a:lnTo>
                    <a:pt x="1177387" y="4308320"/>
                  </a:lnTo>
                  <a:lnTo>
                    <a:pt x="1262547" y="4308617"/>
                  </a:lnTo>
                  <a:lnTo>
                    <a:pt x="1360902" y="4308999"/>
                  </a:lnTo>
                  <a:lnTo>
                    <a:pt x="1468672" y="4309469"/>
                  </a:lnTo>
                  <a:lnTo>
                    <a:pt x="1581779" y="4310024"/>
                  </a:lnTo>
                  <a:lnTo>
                    <a:pt x="1696384" y="4310665"/>
                  </a:lnTo>
                  <a:lnTo>
                    <a:pt x="1809253" y="4311388"/>
                  </a:lnTo>
                  <a:lnTo>
                    <a:pt x="1917937" y="4312194"/>
                  </a:lnTo>
                  <a:lnTo>
                    <a:pt x="2020800" y="4313085"/>
                  </a:lnTo>
                  <a:lnTo>
                    <a:pt x="2116925" y="4314063"/>
                  </a:lnTo>
                  <a:lnTo>
                    <a:pt x="2205986" y="4315138"/>
                  </a:lnTo>
                  <a:lnTo>
                    <a:pt x="2288095" y="4316317"/>
                  </a:lnTo>
                  <a:lnTo>
                    <a:pt x="2363670" y="4317612"/>
                  </a:lnTo>
                  <a:lnTo>
                    <a:pt x="2433328" y="4319039"/>
                  </a:lnTo>
                  <a:lnTo>
                    <a:pt x="2497793" y="4320613"/>
                  </a:lnTo>
                  <a:lnTo>
                    <a:pt x="2557841" y="4322351"/>
                  </a:lnTo>
                  <a:lnTo>
                    <a:pt x="2614248" y="4324267"/>
                  </a:lnTo>
                  <a:lnTo>
                    <a:pt x="2667751" y="4326374"/>
                  </a:lnTo>
                  <a:lnTo>
                    <a:pt x="2702183" y="4327890"/>
                  </a:lnTo>
                  <a:lnTo>
                    <a:pt x="2763760" y="4330919"/>
                  </a:lnTo>
                  <a:lnTo>
                    <a:pt x="2823417" y="4334252"/>
                  </a:lnTo>
                  <a:lnTo>
                    <a:pt x="2881869" y="4337893"/>
                  </a:lnTo>
                  <a:lnTo>
                    <a:pt x="2939642" y="4341838"/>
                  </a:lnTo>
                  <a:lnTo>
                    <a:pt x="2997105" y="4346069"/>
                  </a:lnTo>
                  <a:lnTo>
                    <a:pt x="3054502" y="4350559"/>
                  </a:lnTo>
                  <a:lnTo>
                    <a:pt x="3111967" y="4355265"/>
                  </a:lnTo>
                  <a:lnTo>
                    <a:pt x="3169548" y="4360137"/>
                  </a:lnTo>
                  <a:lnTo>
                    <a:pt x="3227228" y="4365116"/>
                  </a:lnTo>
                  <a:lnTo>
                    <a:pt x="3284952" y="4370134"/>
                  </a:lnTo>
                  <a:lnTo>
                    <a:pt x="3342645" y="4375124"/>
                  </a:lnTo>
                  <a:lnTo>
                    <a:pt x="3400246" y="4380020"/>
                  </a:lnTo>
                  <a:lnTo>
                    <a:pt x="3457730" y="4384760"/>
                  </a:lnTo>
                  <a:lnTo>
                    <a:pt x="3515131" y="4389291"/>
                  </a:lnTo>
                  <a:lnTo>
                    <a:pt x="3572569" y="4393570"/>
                  </a:lnTo>
                  <a:lnTo>
                    <a:pt x="3630264" y="4397567"/>
                  </a:lnTo>
                  <a:lnTo>
                    <a:pt x="3688563" y="4401263"/>
                  </a:lnTo>
                  <a:lnTo>
                    <a:pt x="3747961" y="4404650"/>
                  </a:lnTo>
                  <a:lnTo>
                    <a:pt x="3809136" y="4407732"/>
                  </a:lnTo>
                  <a:lnTo>
                    <a:pt x="3820202" y="4408246"/>
                  </a:lnTo>
                  <a:lnTo>
                    <a:pt x="3872135" y="4410483"/>
                  </a:lnTo>
                  <a:lnTo>
                    <a:pt x="3926526" y="4412526"/>
                  </a:lnTo>
                  <a:lnTo>
                    <a:pt x="3984059" y="4414382"/>
                  </a:lnTo>
                  <a:lnTo>
                    <a:pt x="4045488" y="4416063"/>
                  </a:lnTo>
                  <a:lnTo>
                    <a:pt x="4111594" y="4417586"/>
                  </a:lnTo>
                  <a:lnTo>
                    <a:pt x="4183142" y="4418968"/>
                  </a:lnTo>
                  <a:lnTo>
                    <a:pt x="4260828" y="4420224"/>
                  </a:lnTo>
                  <a:lnTo>
                    <a:pt x="4345214" y="4421366"/>
                  </a:lnTo>
                  <a:lnTo>
                    <a:pt x="4436628" y="4422408"/>
                  </a:lnTo>
                  <a:lnTo>
                    <a:pt x="4535055" y="4423357"/>
                  </a:lnTo>
                  <a:lnTo>
                    <a:pt x="4639987" y="4424219"/>
                  </a:lnTo>
                  <a:lnTo>
                    <a:pt x="4750283" y="4424998"/>
                  </a:lnTo>
                  <a:lnTo>
                    <a:pt x="4864040" y="4425694"/>
                  </a:lnTo>
                  <a:lnTo>
                    <a:pt x="4978542" y="4426306"/>
                  </a:lnTo>
                  <a:lnTo>
                    <a:pt x="5090322" y="4426833"/>
                  </a:lnTo>
                  <a:lnTo>
                    <a:pt x="5195413" y="4427273"/>
                  </a:lnTo>
                  <a:lnTo>
                    <a:pt x="5289771" y="4427627"/>
                  </a:lnTo>
                  <a:lnTo>
                    <a:pt x="5369844" y="4427897"/>
                  </a:lnTo>
                  <a:lnTo>
                    <a:pt x="5433163" y="4428091"/>
                  </a:lnTo>
                  <a:lnTo>
                    <a:pt x="5478810" y="4428217"/>
                  </a:lnTo>
                  <a:lnTo>
                    <a:pt x="5507660" y="4428291"/>
                  </a:lnTo>
                  <a:lnTo>
                    <a:pt x="5522353" y="4428325"/>
                  </a:lnTo>
                  <a:lnTo>
                    <a:pt x="5527101" y="4428335"/>
                  </a:lnTo>
                  <a:lnTo>
                    <a:pt x="5527445" y="4428335"/>
                  </a:lnTo>
                  <a:lnTo>
                    <a:pt x="6522385" y="4428335"/>
                  </a:lnTo>
                  <a:lnTo>
                    <a:pt x="6523387" y="4428261"/>
                  </a:lnTo>
                  <a:lnTo>
                    <a:pt x="6530013" y="4427732"/>
                  </a:lnTo>
                  <a:lnTo>
                    <a:pt x="6546860" y="4426271"/>
                  </a:lnTo>
                  <a:lnTo>
                    <a:pt x="6577340" y="4423389"/>
                  </a:lnTo>
                  <a:lnTo>
                    <a:pt x="6623497" y="4418620"/>
                  </a:lnTo>
                  <a:lnTo>
                    <a:pt x="6685870" y="4411552"/>
                  </a:lnTo>
                  <a:lnTo>
                    <a:pt x="6763498" y="4401868"/>
                  </a:lnTo>
                  <a:lnTo>
                    <a:pt x="6854134" y="4389362"/>
                  </a:lnTo>
                  <a:lnTo>
                    <a:pt x="6954635" y="4373936"/>
                  </a:lnTo>
                  <a:lnTo>
                    <a:pt x="7061444" y="4355582"/>
                  </a:lnTo>
                  <a:lnTo>
                    <a:pt x="7171050" y="4334346"/>
                  </a:lnTo>
                  <a:lnTo>
                    <a:pt x="7280342" y="4310285"/>
                  </a:lnTo>
                  <a:lnTo>
                    <a:pt x="7386823" y="4283436"/>
                  </a:lnTo>
                  <a:lnTo>
                    <a:pt x="7488685" y="4253783"/>
                  </a:lnTo>
                  <a:lnTo>
                    <a:pt x="7584776" y="4221240"/>
                  </a:lnTo>
                  <a:lnTo>
                    <a:pt x="7674513" y="4185640"/>
                  </a:lnTo>
                  <a:lnTo>
                    <a:pt x="7757757" y="4146732"/>
                  </a:lnTo>
                  <a:lnTo>
                    <a:pt x="7834706" y="4104182"/>
                  </a:lnTo>
                  <a:lnTo>
                    <a:pt x="7905782" y="4057580"/>
                  </a:lnTo>
                  <a:lnTo>
                    <a:pt x="7971554" y="4006449"/>
                  </a:lnTo>
                  <a:lnTo>
                    <a:pt x="8032673" y="3950270"/>
                  </a:lnTo>
                  <a:lnTo>
                    <a:pt x="8089824" y="3888510"/>
                  </a:lnTo>
                  <a:lnTo>
                    <a:pt x="8143687" y="3820676"/>
                  </a:lnTo>
                  <a:lnTo>
                    <a:pt x="8194908" y="3746399"/>
                  </a:lnTo>
                  <a:lnTo>
                    <a:pt x="8229629" y="3690279"/>
                  </a:lnTo>
                  <a:lnTo>
                    <a:pt x="8266600" y="3625291"/>
                  </a:lnTo>
                  <a:lnTo>
                    <a:pt x="8302769" y="3556389"/>
                  </a:lnTo>
                  <a:lnTo>
                    <a:pt x="8338315" y="3483495"/>
                  </a:lnTo>
                  <a:lnTo>
                    <a:pt x="8373390" y="3406572"/>
                  </a:lnTo>
                  <a:lnTo>
                    <a:pt x="8408119" y="3325625"/>
                  </a:lnTo>
                  <a:lnTo>
                    <a:pt x="8442606" y="3240713"/>
                  </a:lnTo>
                  <a:lnTo>
                    <a:pt x="8476936" y="3151944"/>
                  </a:lnTo>
                  <a:lnTo>
                    <a:pt x="8511177" y="3059483"/>
                  </a:lnTo>
                  <a:lnTo>
                    <a:pt x="8545380" y="2963548"/>
                  </a:lnTo>
                  <a:lnTo>
                    <a:pt x="8579582" y="2864416"/>
                  </a:lnTo>
                  <a:lnTo>
                    <a:pt x="8613809" y="2762417"/>
                  </a:lnTo>
                  <a:lnTo>
                    <a:pt x="8648074" y="2657932"/>
                  </a:lnTo>
                  <a:lnTo>
                    <a:pt x="8682381" y="2551386"/>
                  </a:lnTo>
                  <a:lnTo>
                    <a:pt x="8716729" y="2443246"/>
                  </a:lnTo>
                  <a:lnTo>
                    <a:pt x="8751107" y="2334009"/>
                  </a:lnTo>
                  <a:lnTo>
                    <a:pt x="8785501" y="2224192"/>
                  </a:lnTo>
                  <a:lnTo>
                    <a:pt x="8819898" y="2114328"/>
                  </a:lnTo>
                  <a:lnTo>
                    <a:pt x="8854279" y="2004946"/>
                  </a:lnTo>
                  <a:lnTo>
                    <a:pt x="8888633" y="1896568"/>
                  </a:lnTo>
                  <a:lnTo>
                    <a:pt x="8922949" y="1789696"/>
                  </a:lnTo>
                  <a:lnTo>
                    <a:pt x="8957222" y="1684801"/>
                  </a:lnTo>
                  <a:lnTo>
                    <a:pt x="8991454" y="1582319"/>
                  </a:lnTo>
                  <a:lnTo>
                    <a:pt x="9025660" y="1482638"/>
                  </a:lnTo>
                  <a:lnTo>
                    <a:pt x="9059860" y="1386098"/>
                  </a:lnTo>
                  <a:lnTo>
                    <a:pt x="9094090" y="1292985"/>
                  </a:lnTo>
                  <a:lnTo>
                    <a:pt x="9128399" y="1203529"/>
                  </a:lnTo>
                  <a:lnTo>
                    <a:pt x="9162852" y="1117903"/>
                  </a:lnTo>
                  <a:lnTo>
                    <a:pt x="9197530" y="1036228"/>
                  </a:lnTo>
                  <a:lnTo>
                    <a:pt x="9232533" y="958569"/>
                  </a:lnTo>
                  <a:lnTo>
                    <a:pt x="9267983" y="884941"/>
                  </a:lnTo>
                  <a:lnTo>
                    <a:pt x="9304026" y="815316"/>
                  </a:lnTo>
                  <a:lnTo>
                    <a:pt x="9340835" y="749622"/>
                  </a:lnTo>
                  <a:lnTo>
                    <a:pt x="9347647" y="738055"/>
                  </a:lnTo>
                  <a:lnTo>
                    <a:pt x="9397361" y="659160"/>
                  </a:lnTo>
                  <a:lnTo>
                    <a:pt x="9449303" y="586827"/>
                  </a:lnTo>
                  <a:lnTo>
                    <a:pt x="9504075" y="520845"/>
                  </a:lnTo>
                  <a:lnTo>
                    <a:pt x="9562334" y="460799"/>
                  </a:lnTo>
                  <a:lnTo>
                    <a:pt x="9624766" y="406177"/>
                  </a:lnTo>
                  <a:lnTo>
                    <a:pt x="9692050" y="356446"/>
                  </a:lnTo>
                  <a:lnTo>
                    <a:pt x="9764818" y="311096"/>
                  </a:lnTo>
                  <a:lnTo>
                    <a:pt x="9843603" y="269669"/>
                  </a:lnTo>
                  <a:lnTo>
                    <a:pt x="9928771" y="231776"/>
                  </a:lnTo>
                  <a:lnTo>
                    <a:pt x="10020429" y="197107"/>
                  </a:lnTo>
                  <a:lnTo>
                    <a:pt x="10118321" y="165437"/>
                  </a:lnTo>
                  <a:lnTo>
                    <a:pt x="10221705" y="136623"/>
                  </a:lnTo>
                  <a:lnTo>
                    <a:pt x="10329243" y="110602"/>
                  </a:lnTo>
                  <a:lnTo>
                    <a:pt x="10438919" y="87376"/>
                  </a:lnTo>
                  <a:lnTo>
                    <a:pt x="10548042" y="66991"/>
                  </a:lnTo>
                  <a:lnTo>
                    <a:pt x="10653352" y="49505"/>
                  </a:lnTo>
                  <a:lnTo>
                    <a:pt x="10751281" y="34951"/>
                  </a:lnTo>
                  <a:lnTo>
                    <a:pt x="10838345" y="23299"/>
                  </a:lnTo>
                  <a:lnTo>
                    <a:pt x="10911620" y="14420"/>
                  </a:lnTo>
                  <a:lnTo>
                    <a:pt x="10969206" y="8074"/>
                  </a:lnTo>
                  <a:lnTo>
                    <a:pt x="11010575" y="3912"/>
                  </a:lnTo>
                  <a:lnTo>
                    <a:pt x="11036721" y="1503"/>
                  </a:lnTo>
                  <a:lnTo>
                    <a:pt x="11050116" y="370"/>
                  </a:lnTo>
                  <a:lnTo>
                    <a:pt x="11054538" y="2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9" name="pl1738"/>
            <p:cNvSpPr/>
            <p:nvPr/>
          </p:nvSpPr>
          <p:spPr>
            <a:xfrm>
              <a:off x="1199187" y="1420047"/>
              <a:ext cx="12049831" cy="4428335"/>
            </a:xfrm>
            <a:custGeom>
              <a:avLst/>
              <a:pathLst>
                <a:path w="12049831" h="4428335">
                  <a:moveTo>
                    <a:pt x="12049831" y="0"/>
                  </a:moveTo>
                  <a:lnTo>
                    <a:pt x="11054891" y="0"/>
                  </a:lnTo>
                  <a:lnTo>
                    <a:pt x="11053889" y="74"/>
                  </a:lnTo>
                  <a:lnTo>
                    <a:pt x="11047263" y="603"/>
                  </a:lnTo>
                  <a:lnTo>
                    <a:pt x="11030416" y="2064"/>
                  </a:lnTo>
                  <a:lnTo>
                    <a:pt x="10999937" y="4946"/>
                  </a:lnTo>
                  <a:lnTo>
                    <a:pt x="10953780" y="9715"/>
                  </a:lnTo>
                  <a:lnTo>
                    <a:pt x="10891406" y="16783"/>
                  </a:lnTo>
                  <a:lnTo>
                    <a:pt x="10813778" y="26467"/>
                  </a:lnTo>
                  <a:lnTo>
                    <a:pt x="10723143" y="38973"/>
                  </a:lnTo>
                  <a:lnTo>
                    <a:pt x="10622642" y="54399"/>
                  </a:lnTo>
                  <a:lnTo>
                    <a:pt x="10515833" y="72753"/>
                  </a:lnTo>
                  <a:lnTo>
                    <a:pt x="10406227" y="93989"/>
                  </a:lnTo>
                  <a:lnTo>
                    <a:pt x="10296935" y="118049"/>
                  </a:lnTo>
                  <a:lnTo>
                    <a:pt x="10190454" y="144899"/>
                  </a:lnTo>
                  <a:lnTo>
                    <a:pt x="10088592" y="174552"/>
                  </a:lnTo>
                  <a:lnTo>
                    <a:pt x="9992500" y="207095"/>
                  </a:lnTo>
                  <a:lnTo>
                    <a:pt x="9902764" y="242695"/>
                  </a:lnTo>
                  <a:lnTo>
                    <a:pt x="9819519" y="281603"/>
                  </a:lnTo>
                  <a:lnTo>
                    <a:pt x="9742571" y="324153"/>
                  </a:lnTo>
                  <a:lnTo>
                    <a:pt x="9671495" y="370755"/>
                  </a:lnTo>
                  <a:lnTo>
                    <a:pt x="9605723" y="421886"/>
                  </a:lnTo>
                  <a:lnTo>
                    <a:pt x="9544604" y="478065"/>
                  </a:lnTo>
                  <a:lnTo>
                    <a:pt x="9487453" y="539825"/>
                  </a:lnTo>
                  <a:lnTo>
                    <a:pt x="9433589" y="607659"/>
                  </a:lnTo>
                  <a:lnTo>
                    <a:pt x="9382369" y="681935"/>
                  </a:lnTo>
                  <a:lnTo>
                    <a:pt x="9347647" y="738055"/>
                  </a:lnTo>
                  <a:lnTo>
                    <a:pt x="9310677" y="803044"/>
                  </a:lnTo>
                  <a:lnTo>
                    <a:pt x="9274508" y="871945"/>
                  </a:lnTo>
                  <a:lnTo>
                    <a:pt x="9238961" y="944839"/>
                  </a:lnTo>
                  <a:lnTo>
                    <a:pt x="9203887" y="1021763"/>
                  </a:lnTo>
                  <a:lnTo>
                    <a:pt x="9169158" y="1102710"/>
                  </a:lnTo>
                  <a:lnTo>
                    <a:pt x="9134670" y="1187622"/>
                  </a:lnTo>
                  <a:lnTo>
                    <a:pt x="9100340" y="1276390"/>
                  </a:lnTo>
                  <a:lnTo>
                    <a:pt x="9066099" y="1368852"/>
                  </a:lnTo>
                  <a:lnTo>
                    <a:pt x="9031897" y="1464787"/>
                  </a:lnTo>
                  <a:lnTo>
                    <a:pt x="8997695" y="1563918"/>
                  </a:lnTo>
                  <a:lnTo>
                    <a:pt x="8963468" y="1665918"/>
                  </a:lnTo>
                  <a:lnTo>
                    <a:pt x="8929203" y="1770403"/>
                  </a:lnTo>
                  <a:lnTo>
                    <a:pt x="8894895" y="1876949"/>
                  </a:lnTo>
                  <a:lnTo>
                    <a:pt x="8860548" y="1985089"/>
                  </a:lnTo>
                  <a:lnTo>
                    <a:pt x="8826170" y="2094326"/>
                  </a:lnTo>
                  <a:lnTo>
                    <a:pt x="8791775" y="2204142"/>
                  </a:lnTo>
                  <a:lnTo>
                    <a:pt x="8757379" y="2314007"/>
                  </a:lnTo>
                  <a:lnTo>
                    <a:pt x="8722997" y="2423389"/>
                  </a:lnTo>
                  <a:lnTo>
                    <a:pt x="8688643" y="2531767"/>
                  </a:lnTo>
                  <a:lnTo>
                    <a:pt x="8654328" y="2638639"/>
                  </a:lnTo>
                  <a:lnTo>
                    <a:pt x="8620055" y="2743534"/>
                  </a:lnTo>
                  <a:lnTo>
                    <a:pt x="8585822" y="2846016"/>
                  </a:lnTo>
                  <a:lnTo>
                    <a:pt x="8551617" y="2945697"/>
                  </a:lnTo>
                  <a:lnTo>
                    <a:pt x="8517417" y="3042237"/>
                  </a:lnTo>
                  <a:lnTo>
                    <a:pt x="8483186" y="3135350"/>
                  </a:lnTo>
                  <a:lnTo>
                    <a:pt x="8448877" y="3224806"/>
                  </a:lnTo>
                  <a:lnTo>
                    <a:pt x="8414424" y="3310431"/>
                  </a:lnTo>
                  <a:lnTo>
                    <a:pt x="8379747" y="3392107"/>
                  </a:lnTo>
                  <a:lnTo>
                    <a:pt x="8344744" y="3469766"/>
                  </a:lnTo>
                  <a:lnTo>
                    <a:pt x="8309294" y="3543394"/>
                  </a:lnTo>
                  <a:lnTo>
                    <a:pt x="8273251" y="3613019"/>
                  </a:lnTo>
                  <a:lnTo>
                    <a:pt x="8236441" y="3678713"/>
                  </a:lnTo>
                  <a:lnTo>
                    <a:pt x="8229629" y="3690279"/>
                  </a:lnTo>
                  <a:lnTo>
                    <a:pt x="8179916" y="3769174"/>
                  </a:lnTo>
                  <a:lnTo>
                    <a:pt x="8127973" y="3841508"/>
                  </a:lnTo>
                  <a:lnTo>
                    <a:pt x="8073202" y="3907490"/>
                  </a:lnTo>
                  <a:lnTo>
                    <a:pt x="8014943" y="3967536"/>
                  </a:lnTo>
                  <a:lnTo>
                    <a:pt x="7952511" y="4022158"/>
                  </a:lnTo>
                  <a:lnTo>
                    <a:pt x="7885227" y="4071889"/>
                  </a:lnTo>
                  <a:lnTo>
                    <a:pt x="7812459" y="4117239"/>
                  </a:lnTo>
                  <a:lnTo>
                    <a:pt x="7733674" y="4158666"/>
                  </a:lnTo>
                  <a:lnTo>
                    <a:pt x="7648506" y="4196559"/>
                  </a:lnTo>
                  <a:lnTo>
                    <a:pt x="7556847" y="4231228"/>
                  </a:lnTo>
                  <a:lnTo>
                    <a:pt x="7458955" y="4262898"/>
                  </a:lnTo>
                  <a:lnTo>
                    <a:pt x="7355571" y="4291712"/>
                  </a:lnTo>
                  <a:lnTo>
                    <a:pt x="7248034" y="4317733"/>
                  </a:lnTo>
                  <a:lnTo>
                    <a:pt x="7138358" y="4340959"/>
                  </a:lnTo>
                  <a:lnTo>
                    <a:pt x="7029235" y="4361344"/>
                  </a:lnTo>
                  <a:lnTo>
                    <a:pt x="6923925" y="4378830"/>
                  </a:lnTo>
                  <a:lnTo>
                    <a:pt x="6825995" y="4393383"/>
                  </a:lnTo>
                  <a:lnTo>
                    <a:pt x="6738931" y="4405036"/>
                  </a:lnTo>
                  <a:lnTo>
                    <a:pt x="6665657" y="4413915"/>
                  </a:lnTo>
                  <a:lnTo>
                    <a:pt x="6608071" y="4420261"/>
                  </a:lnTo>
                  <a:lnTo>
                    <a:pt x="6566702" y="4424423"/>
                  </a:lnTo>
                  <a:lnTo>
                    <a:pt x="6540556" y="4426832"/>
                  </a:lnTo>
                  <a:lnTo>
                    <a:pt x="6527161" y="4427965"/>
                  </a:lnTo>
                  <a:lnTo>
                    <a:pt x="6522738" y="4428310"/>
                  </a:lnTo>
                  <a:lnTo>
                    <a:pt x="6522385" y="4428335"/>
                  </a:lnTo>
                  <a:lnTo>
                    <a:pt x="5527445" y="4428335"/>
                  </a:lnTo>
                  <a:lnTo>
                    <a:pt x="5526309" y="4428333"/>
                  </a:lnTo>
                  <a:lnTo>
                    <a:pt x="5518810" y="4428317"/>
                  </a:lnTo>
                  <a:lnTo>
                    <a:pt x="5499807" y="4428271"/>
                  </a:lnTo>
                  <a:lnTo>
                    <a:pt x="5465584" y="4428182"/>
                  </a:lnTo>
                  <a:lnTo>
                    <a:pt x="5414071" y="4428034"/>
                  </a:lnTo>
                  <a:lnTo>
                    <a:pt x="5344998" y="4427817"/>
                  </a:lnTo>
                  <a:lnTo>
                    <a:pt x="5259838" y="4427519"/>
                  </a:lnTo>
                  <a:lnTo>
                    <a:pt x="5161483" y="4427137"/>
                  </a:lnTo>
                  <a:lnTo>
                    <a:pt x="5053713" y="4426667"/>
                  </a:lnTo>
                  <a:lnTo>
                    <a:pt x="4940606" y="4426112"/>
                  </a:lnTo>
                  <a:lnTo>
                    <a:pt x="4826001" y="4425472"/>
                  </a:lnTo>
                  <a:lnTo>
                    <a:pt x="4713132" y="4424748"/>
                  </a:lnTo>
                  <a:lnTo>
                    <a:pt x="4604448" y="4423942"/>
                  </a:lnTo>
                  <a:lnTo>
                    <a:pt x="4501585" y="4423051"/>
                  </a:lnTo>
                  <a:lnTo>
                    <a:pt x="4405460" y="4422073"/>
                  </a:lnTo>
                  <a:lnTo>
                    <a:pt x="4316399" y="4420998"/>
                  </a:lnTo>
                  <a:lnTo>
                    <a:pt x="4234290" y="4419819"/>
                  </a:lnTo>
                  <a:lnTo>
                    <a:pt x="4158715" y="4418524"/>
                  </a:lnTo>
                  <a:lnTo>
                    <a:pt x="4089057" y="4417097"/>
                  </a:lnTo>
                  <a:lnTo>
                    <a:pt x="4024592" y="4415523"/>
                  </a:lnTo>
                  <a:lnTo>
                    <a:pt x="3964544" y="4413785"/>
                  </a:lnTo>
                  <a:lnTo>
                    <a:pt x="3908137" y="4411869"/>
                  </a:lnTo>
                  <a:lnTo>
                    <a:pt x="3854634" y="4409762"/>
                  </a:lnTo>
                  <a:lnTo>
                    <a:pt x="3820202" y="4408246"/>
                  </a:lnTo>
                  <a:lnTo>
                    <a:pt x="3758625" y="4405217"/>
                  </a:lnTo>
                  <a:lnTo>
                    <a:pt x="3698968" y="4401884"/>
                  </a:lnTo>
                  <a:lnTo>
                    <a:pt x="3640516" y="4398243"/>
                  </a:lnTo>
                  <a:lnTo>
                    <a:pt x="3582743" y="4394298"/>
                  </a:lnTo>
                  <a:lnTo>
                    <a:pt x="3525279" y="4390067"/>
                  </a:lnTo>
                  <a:lnTo>
                    <a:pt x="3467883" y="4385577"/>
                  </a:lnTo>
                  <a:lnTo>
                    <a:pt x="3410418" y="4380871"/>
                  </a:lnTo>
                  <a:lnTo>
                    <a:pt x="3352837" y="4375999"/>
                  </a:lnTo>
                  <a:lnTo>
                    <a:pt x="3295157" y="4371020"/>
                  </a:lnTo>
                  <a:lnTo>
                    <a:pt x="3237433" y="4366002"/>
                  </a:lnTo>
                  <a:lnTo>
                    <a:pt x="3179740" y="4361012"/>
                  </a:lnTo>
                  <a:lnTo>
                    <a:pt x="3122139" y="4356116"/>
                  </a:lnTo>
                  <a:lnTo>
                    <a:pt x="3064655" y="4351376"/>
                  </a:lnTo>
                  <a:lnTo>
                    <a:pt x="3007254" y="4346845"/>
                  </a:lnTo>
                  <a:lnTo>
                    <a:pt x="2949816" y="4342566"/>
                  </a:lnTo>
                  <a:lnTo>
                    <a:pt x="2892121" y="4338569"/>
                  </a:lnTo>
                  <a:lnTo>
                    <a:pt x="2833822" y="4334873"/>
                  </a:lnTo>
                  <a:lnTo>
                    <a:pt x="2774424" y="4331486"/>
                  </a:lnTo>
                  <a:lnTo>
                    <a:pt x="2713249" y="4328404"/>
                  </a:lnTo>
                  <a:lnTo>
                    <a:pt x="2702183" y="4327890"/>
                  </a:lnTo>
                  <a:lnTo>
                    <a:pt x="2650250" y="4325653"/>
                  </a:lnTo>
                  <a:lnTo>
                    <a:pt x="2595859" y="4323610"/>
                  </a:lnTo>
                  <a:lnTo>
                    <a:pt x="2538326" y="4321754"/>
                  </a:lnTo>
                  <a:lnTo>
                    <a:pt x="2476897" y="4320073"/>
                  </a:lnTo>
                  <a:lnTo>
                    <a:pt x="2410791" y="4318550"/>
                  </a:lnTo>
                  <a:lnTo>
                    <a:pt x="2339243" y="4317168"/>
                  </a:lnTo>
                  <a:lnTo>
                    <a:pt x="2261557" y="4315912"/>
                  </a:lnTo>
                  <a:lnTo>
                    <a:pt x="2177171" y="4314770"/>
                  </a:lnTo>
                  <a:lnTo>
                    <a:pt x="2085757" y="4313728"/>
                  </a:lnTo>
                  <a:lnTo>
                    <a:pt x="1987330" y="4312779"/>
                  </a:lnTo>
                  <a:lnTo>
                    <a:pt x="1882398" y="4311917"/>
                  </a:lnTo>
                  <a:lnTo>
                    <a:pt x="1772102" y="4311138"/>
                  </a:lnTo>
                  <a:lnTo>
                    <a:pt x="1658345" y="4310442"/>
                  </a:lnTo>
                  <a:lnTo>
                    <a:pt x="1543843" y="4309830"/>
                  </a:lnTo>
                  <a:lnTo>
                    <a:pt x="1432063" y="4309303"/>
                  </a:lnTo>
                  <a:lnTo>
                    <a:pt x="1326972" y="4308863"/>
                  </a:lnTo>
                  <a:lnTo>
                    <a:pt x="1232614" y="4308509"/>
                  </a:lnTo>
                  <a:lnTo>
                    <a:pt x="1152541" y="4308239"/>
                  </a:lnTo>
                  <a:lnTo>
                    <a:pt x="1089222" y="4308045"/>
                  </a:lnTo>
                  <a:lnTo>
                    <a:pt x="1043575" y="4307919"/>
                  </a:lnTo>
                  <a:lnTo>
                    <a:pt x="1014725" y="4307846"/>
                  </a:lnTo>
                  <a:lnTo>
                    <a:pt x="1000032" y="4307812"/>
                  </a:lnTo>
                  <a:lnTo>
                    <a:pt x="995284" y="4307801"/>
                  </a:lnTo>
                  <a:lnTo>
                    <a:pt x="994940" y="4307801"/>
                  </a:lnTo>
                  <a:lnTo>
                    <a:pt x="0" y="4307801"/>
                  </a:lnTo>
                  <a:lnTo>
                    <a:pt x="0" y="43078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0" name="pg1739"/>
            <p:cNvSpPr/>
            <p:nvPr/>
          </p:nvSpPr>
          <p:spPr>
            <a:xfrm>
              <a:off x="1199187" y="1451491"/>
              <a:ext cx="12049831" cy="4161063"/>
            </a:xfrm>
            <a:custGeom>
              <a:avLst/>
              <a:pathLst>
                <a:path w="12049831" h="4161063">
                  <a:moveTo>
                    <a:pt x="0" y="4161063"/>
                  </a:moveTo>
                  <a:lnTo>
                    <a:pt x="994940" y="4161063"/>
                  </a:lnTo>
                  <a:lnTo>
                    <a:pt x="995979" y="4160999"/>
                  </a:lnTo>
                  <a:lnTo>
                    <a:pt x="1002849" y="4160542"/>
                  </a:lnTo>
                  <a:lnTo>
                    <a:pt x="1020300" y="4159281"/>
                  </a:lnTo>
                  <a:lnTo>
                    <a:pt x="1051831" y="4156795"/>
                  </a:lnTo>
                  <a:lnTo>
                    <a:pt x="1099500" y="4152682"/>
                  </a:lnTo>
                  <a:lnTo>
                    <a:pt x="1163774" y="4146591"/>
                  </a:lnTo>
                  <a:lnTo>
                    <a:pt x="1243554" y="4138256"/>
                  </a:lnTo>
                  <a:lnTo>
                    <a:pt x="1336415" y="4127505"/>
                  </a:lnTo>
                  <a:lnTo>
                    <a:pt x="1439035" y="4114265"/>
                  </a:lnTo>
                  <a:lnTo>
                    <a:pt x="1547705" y="4098533"/>
                  </a:lnTo>
                  <a:lnTo>
                    <a:pt x="1658813" y="4080352"/>
                  </a:lnTo>
                  <a:lnTo>
                    <a:pt x="1769206" y="4059771"/>
                  </a:lnTo>
                  <a:lnTo>
                    <a:pt x="1876393" y="4036816"/>
                  </a:lnTo>
                  <a:lnTo>
                    <a:pt x="1978608" y="4011465"/>
                  </a:lnTo>
                  <a:lnTo>
                    <a:pt x="2074763" y="3983632"/>
                  </a:lnTo>
                  <a:lnTo>
                    <a:pt x="2164345" y="3953160"/>
                  </a:lnTo>
                  <a:lnTo>
                    <a:pt x="2247289" y="3919819"/>
                  </a:lnTo>
                  <a:lnTo>
                    <a:pt x="2323853" y="3883306"/>
                  </a:lnTo>
                  <a:lnTo>
                    <a:pt x="2394519" y="3843254"/>
                  </a:lnTo>
                  <a:lnTo>
                    <a:pt x="2459900" y="3799241"/>
                  </a:lnTo>
                  <a:lnTo>
                    <a:pt x="2520685" y="3750812"/>
                  </a:lnTo>
                  <a:lnTo>
                    <a:pt x="2577589" y="3697513"/>
                  </a:lnTo>
                  <a:lnTo>
                    <a:pt x="2631309" y="3638940"/>
                  </a:lnTo>
                  <a:lnTo>
                    <a:pt x="2682499" y="3574823"/>
                  </a:lnTo>
                  <a:lnTo>
                    <a:pt x="2702183" y="3547909"/>
                  </a:lnTo>
                  <a:lnTo>
                    <a:pt x="2742155" y="3489336"/>
                  </a:lnTo>
                  <a:lnTo>
                    <a:pt x="2781206" y="3426949"/>
                  </a:lnTo>
                  <a:lnTo>
                    <a:pt x="2819559" y="3360669"/>
                  </a:lnTo>
                  <a:lnTo>
                    <a:pt x="2857397" y="3290466"/>
                  </a:lnTo>
                  <a:lnTo>
                    <a:pt x="2894874" y="3216363"/>
                  </a:lnTo>
                  <a:lnTo>
                    <a:pt x="2932110" y="3138439"/>
                  </a:lnTo>
                  <a:lnTo>
                    <a:pt x="2969203" y="3056835"/>
                  </a:lnTo>
                  <a:lnTo>
                    <a:pt x="3006228" y="2971756"/>
                  </a:lnTo>
                  <a:lnTo>
                    <a:pt x="3043239" y="2883468"/>
                  </a:lnTo>
                  <a:lnTo>
                    <a:pt x="3080272" y="2792303"/>
                  </a:lnTo>
                  <a:lnTo>
                    <a:pt x="3117348" y="2698650"/>
                  </a:lnTo>
                  <a:lnTo>
                    <a:pt x="3154474" y="2602951"/>
                  </a:lnTo>
                  <a:lnTo>
                    <a:pt x="3191646" y="2505696"/>
                  </a:lnTo>
                  <a:lnTo>
                    <a:pt x="3228853" y="2407407"/>
                  </a:lnTo>
                  <a:lnTo>
                    <a:pt x="3266077" y="2308633"/>
                  </a:lnTo>
                  <a:lnTo>
                    <a:pt x="3303298" y="2209932"/>
                  </a:lnTo>
                  <a:lnTo>
                    <a:pt x="3340497" y="2111862"/>
                  </a:lnTo>
                  <a:lnTo>
                    <a:pt x="3377658" y="2014966"/>
                  </a:lnTo>
                  <a:lnTo>
                    <a:pt x="3414771" y="1919759"/>
                  </a:lnTo>
                  <a:lnTo>
                    <a:pt x="3451834" y="1826718"/>
                  </a:lnTo>
                  <a:lnTo>
                    <a:pt x="3488859" y="1736272"/>
                  </a:lnTo>
                  <a:lnTo>
                    <a:pt x="3525869" y="1648797"/>
                  </a:lnTo>
                  <a:lnTo>
                    <a:pt x="3562906" y="1564606"/>
                  </a:lnTo>
                  <a:lnTo>
                    <a:pt x="3600029" y="1483951"/>
                  </a:lnTo>
                  <a:lnTo>
                    <a:pt x="3637318" y="1407019"/>
                  </a:lnTo>
                  <a:lnTo>
                    <a:pt x="3674876" y="1333934"/>
                  </a:lnTo>
                  <a:lnTo>
                    <a:pt x="3712834" y="1264760"/>
                  </a:lnTo>
                  <a:lnTo>
                    <a:pt x="3751350" y="1199507"/>
                  </a:lnTo>
                  <a:lnTo>
                    <a:pt x="3790619" y="1138130"/>
                  </a:lnTo>
                  <a:lnTo>
                    <a:pt x="3820202" y="1095292"/>
                  </a:lnTo>
                  <a:lnTo>
                    <a:pt x="3870553" y="1028959"/>
                  </a:lnTo>
                  <a:lnTo>
                    <a:pt x="3923199" y="968213"/>
                  </a:lnTo>
                  <a:lnTo>
                    <a:pt x="3978761" y="912870"/>
                  </a:lnTo>
                  <a:lnTo>
                    <a:pt x="4037925" y="862568"/>
                  </a:lnTo>
                  <a:lnTo>
                    <a:pt x="4101403" y="816863"/>
                  </a:lnTo>
                  <a:lnTo>
                    <a:pt x="4169899" y="775296"/>
                  </a:lnTo>
                  <a:lnTo>
                    <a:pt x="4244063" y="737430"/>
                  </a:lnTo>
                  <a:lnTo>
                    <a:pt x="4324437" y="702874"/>
                  </a:lnTo>
                  <a:lnTo>
                    <a:pt x="4411380" y="671299"/>
                  </a:lnTo>
                  <a:lnTo>
                    <a:pt x="4504968" y="642444"/>
                  </a:lnTo>
                  <a:lnTo>
                    <a:pt x="4604880" y="616125"/>
                  </a:lnTo>
                  <a:lnTo>
                    <a:pt x="4710272" y="592228"/>
                  </a:lnTo>
                  <a:lnTo>
                    <a:pt x="4819654" y="570707"/>
                  </a:lnTo>
                  <a:lnTo>
                    <a:pt x="4930822" y="551572"/>
                  </a:lnTo>
                  <a:lnTo>
                    <a:pt x="5040869" y="534865"/>
                  </a:lnTo>
                  <a:lnTo>
                    <a:pt x="5146331" y="520635"/>
                  </a:lnTo>
                  <a:lnTo>
                    <a:pt x="5243483" y="508904"/>
                  </a:lnTo>
                  <a:lnTo>
                    <a:pt x="5328790" y="499628"/>
                  </a:lnTo>
                  <a:lnTo>
                    <a:pt x="5399412" y="492676"/>
                  </a:lnTo>
                  <a:lnTo>
                    <a:pt x="5453685" y="487818"/>
                  </a:lnTo>
                  <a:lnTo>
                    <a:pt x="5491441" y="484734"/>
                  </a:lnTo>
                  <a:lnTo>
                    <a:pt x="5514121" y="483038"/>
                  </a:lnTo>
                  <a:lnTo>
                    <a:pt x="5524675" y="482313"/>
                  </a:lnTo>
                  <a:lnTo>
                    <a:pt x="5527445" y="482138"/>
                  </a:lnTo>
                  <a:lnTo>
                    <a:pt x="6522385" y="482138"/>
                  </a:lnTo>
                  <a:lnTo>
                    <a:pt x="6523520" y="482129"/>
                  </a:lnTo>
                  <a:lnTo>
                    <a:pt x="6531008" y="482064"/>
                  </a:lnTo>
                  <a:lnTo>
                    <a:pt x="6549984" y="481885"/>
                  </a:lnTo>
                  <a:lnTo>
                    <a:pt x="6584160" y="481532"/>
                  </a:lnTo>
                  <a:lnTo>
                    <a:pt x="6635607" y="480949"/>
                  </a:lnTo>
                  <a:lnTo>
                    <a:pt x="6704597" y="480088"/>
                  </a:lnTo>
                  <a:lnTo>
                    <a:pt x="6789665" y="478913"/>
                  </a:lnTo>
                  <a:lnTo>
                    <a:pt x="6887928" y="477402"/>
                  </a:lnTo>
                  <a:lnTo>
                    <a:pt x="6995611" y="475548"/>
                  </a:lnTo>
                  <a:lnTo>
                    <a:pt x="7108645" y="473353"/>
                  </a:lnTo>
                  <a:lnTo>
                    <a:pt x="7223193" y="470822"/>
                  </a:lnTo>
                  <a:lnTo>
                    <a:pt x="7336023" y="467963"/>
                  </a:lnTo>
                  <a:lnTo>
                    <a:pt x="7444685" y="464777"/>
                  </a:lnTo>
                  <a:lnTo>
                    <a:pt x="7547539" y="461258"/>
                  </a:lnTo>
                  <a:lnTo>
                    <a:pt x="7643667" y="457390"/>
                  </a:lnTo>
                  <a:lnTo>
                    <a:pt x="7732738" y="453145"/>
                  </a:lnTo>
                  <a:lnTo>
                    <a:pt x="7814862" y="448487"/>
                  </a:lnTo>
                  <a:lnTo>
                    <a:pt x="7890455" y="443367"/>
                  </a:lnTo>
                  <a:lnTo>
                    <a:pt x="7960129" y="437729"/>
                  </a:lnTo>
                  <a:lnTo>
                    <a:pt x="8024609" y="431511"/>
                  </a:lnTo>
                  <a:lnTo>
                    <a:pt x="8084669" y="424647"/>
                  </a:lnTo>
                  <a:lnTo>
                    <a:pt x="8141083" y="417076"/>
                  </a:lnTo>
                  <a:lnTo>
                    <a:pt x="8194587" y="408752"/>
                  </a:lnTo>
                  <a:lnTo>
                    <a:pt x="8229629" y="402655"/>
                  </a:lnTo>
                  <a:lnTo>
                    <a:pt x="8290117" y="390897"/>
                  </a:lnTo>
                  <a:lnTo>
                    <a:pt x="8348741" y="377979"/>
                  </a:lnTo>
                  <a:lnTo>
                    <a:pt x="8406182" y="363884"/>
                  </a:lnTo>
                  <a:lnTo>
                    <a:pt x="8462945" y="348630"/>
                  </a:lnTo>
                  <a:lnTo>
                    <a:pt x="8519388" y="332276"/>
                  </a:lnTo>
                  <a:lnTo>
                    <a:pt x="8575751" y="314927"/>
                  </a:lnTo>
                  <a:lnTo>
                    <a:pt x="8632170" y="296730"/>
                  </a:lnTo>
                  <a:lnTo>
                    <a:pt x="8688700" y="277873"/>
                  </a:lnTo>
                  <a:lnTo>
                    <a:pt x="8745331" y="258577"/>
                  </a:lnTo>
                  <a:lnTo>
                    <a:pt x="8802014" y="239086"/>
                  </a:lnTo>
                  <a:lnTo>
                    <a:pt x="8858680" y="219656"/>
                  </a:lnTo>
                  <a:lnTo>
                    <a:pt x="8915267" y="200537"/>
                  </a:lnTo>
                  <a:lnTo>
                    <a:pt x="8971743" y="181966"/>
                  </a:lnTo>
                  <a:lnTo>
                    <a:pt x="9028124" y="164148"/>
                  </a:lnTo>
                  <a:lnTo>
                    <a:pt x="9084502" y="147253"/>
                  </a:lnTo>
                  <a:lnTo>
                    <a:pt x="9141060" y="131408"/>
                  </a:lnTo>
                  <a:lnTo>
                    <a:pt x="9198090" y="116696"/>
                  </a:lnTo>
                  <a:lnTo>
                    <a:pt x="9256016" y="103157"/>
                  </a:lnTo>
                  <a:lnTo>
                    <a:pt x="9315422" y="90791"/>
                  </a:lnTo>
                  <a:lnTo>
                    <a:pt x="9347647" y="84723"/>
                  </a:lnTo>
                  <a:lnTo>
                    <a:pt x="9399554" y="75876"/>
                  </a:lnTo>
                  <a:lnTo>
                    <a:pt x="9453915" y="67796"/>
                  </a:lnTo>
                  <a:lnTo>
                    <a:pt x="9511414" y="60458"/>
                  </a:lnTo>
                  <a:lnTo>
                    <a:pt x="9572805" y="53808"/>
                  </a:lnTo>
                  <a:lnTo>
                    <a:pt x="9638866" y="47783"/>
                  </a:lnTo>
                  <a:lnTo>
                    <a:pt x="9710361" y="42318"/>
                  </a:lnTo>
                  <a:lnTo>
                    <a:pt x="9787987" y="37351"/>
                  </a:lnTo>
                  <a:lnTo>
                    <a:pt x="9872303" y="32830"/>
                  </a:lnTo>
                  <a:lnTo>
                    <a:pt x="9963641" y="28709"/>
                  </a:lnTo>
                  <a:lnTo>
                    <a:pt x="10061985" y="24955"/>
                  </a:lnTo>
                  <a:lnTo>
                    <a:pt x="10166831" y="21544"/>
                  </a:lnTo>
                  <a:lnTo>
                    <a:pt x="10277045" y="18463"/>
                  </a:lnTo>
                  <a:lnTo>
                    <a:pt x="10390731" y="15709"/>
                  </a:lnTo>
                  <a:lnTo>
                    <a:pt x="10505181" y="13285"/>
                  </a:lnTo>
                  <a:lnTo>
                    <a:pt x="10616938" y="11198"/>
                  </a:lnTo>
                  <a:lnTo>
                    <a:pt x="10722045" y="9454"/>
                  </a:lnTo>
                  <a:lnTo>
                    <a:pt x="10816461" y="8053"/>
                  </a:lnTo>
                  <a:lnTo>
                    <a:pt x="10896633" y="6981"/>
                  </a:lnTo>
                  <a:lnTo>
                    <a:pt x="10960083" y="6214"/>
                  </a:lnTo>
                  <a:lnTo>
                    <a:pt x="11005881" y="5710"/>
                  </a:lnTo>
                  <a:lnTo>
                    <a:pt x="11034879" y="5420"/>
                  </a:lnTo>
                  <a:lnTo>
                    <a:pt x="11049699" y="5284"/>
                  </a:lnTo>
                  <a:lnTo>
                    <a:pt x="11054529" y="524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6" y="9"/>
                  </a:lnTo>
                  <a:lnTo>
                    <a:pt x="11046269" y="73"/>
                  </a:lnTo>
                  <a:lnTo>
                    <a:pt x="11027293" y="252"/>
                  </a:lnTo>
                  <a:lnTo>
                    <a:pt x="10993116" y="605"/>
                  </a:lnTo>
                  <a:lnTo>
                    <a:pt x="10941669" y="1188"/>
                  </a:lnTo>
                  <a:lnTo>
                    <a:pt x="10872679" y="2049"/>
                  </a:lnTo>
                  <a:lnTo>
                    <a:pt x="10787611" y="3224"/>
                  </a:lnTo>
                  <a:lnTo>
                    <a:pt x="10689349" y="4735"/>
                  </a:lnTo>
                  <a:lnTo>
                    <a:pt x="10581665" y="6589"/>
                  </a:lnTo>
                  <a:lnTo>
                    <a:pt x="10468631" y="8785"/>
                  </a:lnTo>
                  <a:lnTo>
                    <a:pt x="10354083" y="11315"/>
                  </a:lnTo>
                  <a:lnTo>
                    <a:pt x="10241254" y="14174"/>
                  </a:lnTo>
                  <a:lnTo>
                    <a:pt x="10132591" y="17360"/>
                  </a:lnTo>
                  <a:lnTo>
                    <a:pt x="10029737" y="20879"/>
                  </a:lnTo>
                  <a:lnTo>
                    <a:pt x="9933610" y="24747"/>
                  </a:lnTo>
                  <a:lnTo>
                    <a:pt x="9844539" y="28992"/>
                  </a:lnTo>
                  <a:lnTo>
                    <a:pt x="9762415" y="33651"/>
                  </a:lnTo>
                  <a:lnTo>
                    <a:pt x="9686822" y="38771"/>
                  </a:lnTo>
                  <a:lnTo>
                    <a:pt x="9617147" y="44408"/>
                  </a:lnTo>
                  <a:lnTo>
                    <a:pt x="9552667" y="50627"/>
                  </a:lnTo>
                  <a:lnTo>
                    <a:pt x="9492608" y="57491"/>
                  </a:lnTo>
                  <a:lnTo>
                    <a:pt x="9436194" y="65061"/>
                  </a:lnTo>
                  <a:lnTo>
                    <a:pt x="9382689" y="73385"/>
                  </a:lnTo>
                  <a:lnTo>
                    <a:pt x="9347647" y="79482"/>
                  </a:lnTo>
                  <a:lnTo>
                    <a:pt x="9287159" y="91241"/>
                  </a:lnTo>
                  <a:lnTo>
                    <a:pt x="9228536" y="104158"/>
                  </a:lnTo>
                  <a:lnTo>
                    <a:pt x="9171095" y="118253"/>
                  </a:lnTo>
                  <a:lnTo>
                    <a:pt x="9114332" y="133508"/>
                  </a:lnTo>
                  <a:lnTo>
                    <a:pt x="9057888" y="149861"/>
                  </a:lnTo>
                  <a:lnTo>
                    <a:pt x="9001525" y="167210"/>
                  </a:lnTo>
                  <a:lnTo>
                    <a:pt x="8945106" y="185407"/>
                  </a:lnTo>
                  <a:lnTo>
                    <a:pt x="8888577" y="204264"/>
                  </a:lnTo>
                  <a:lnTo>
                    <a:pt x="8831946" y="223561"/>
                  </a:lnTo>
                  <a:lnTo>
                    <a:pt x="8775263" y="243051"/>
                  </a:lnTo>
                  <a:lnTo>
                    <a:pt x="8718596" y="262482"/>
                  </a:lnTo>
                  <a:lnTo>
                    <a:pt x="8662009" y="281600"/>
                  </a:lnTo>
                  <a:lnTo>
                    <a:pt x="8605534" y="300171"/>
                  </a:lnTo>
                  <a:lnTo>
                    <a:pt x="8549153" y="317989"/>
                  </a:lnTo>
                  <a:lnTo>
                    <a:pt x="8492774" y="334884"/>
                  </a:lnTo>
                  <a:lnTo>
                    <a:pt x="8436217" y="350729"/>
                  </a:lnTo>
                  <a:lnTo>
                    <a:pt x="8379187" y="365441"/>
                  </a:lnTo>
                  <a:lnTo>
                    <a:pt x="8321261" y="378981"/>
                  </a:lnTo>
                  <a:lnTo>
                    <a:pt x="8261855" y="391347"/>
                  </a:lnTo>
                  <a:lnTo>
                    <a:pt x="8229629" y="397414"/>
                  </a:lnTo>
                  <a:lnTo>
                    <a:pt x="8177722" y="406262"/>
                  </a:lnTo>
                  <a:lnTo>
                    <a:pt x="8123362" y="414341"/>
                  </a:lnTo>
                  <a:lnTo>
                    <a:pt x="8065862" y="421679"/>
                  </a:lnTo>
                  <a:lnTo>
                    <a:pt x="8004472" y="428329"/>
                  </a:lnTo>
                  <a:lnTo>
                    <a:pt x="7938411" y="434354"/>
                  </a:lnTo>
                  <a:lnTo>
                    <a:pt x="7866916" y="439820"/>
                  </a:lnTo>
                  <a:lnTo>
                    <a:pt x="7789290" y="444786"/>
                  </a:lnTo>
                  <a:lnTo>
                    <a:pt x="7704973" y="449307"/>
                  </a:lnTo>
                  <a:lnTo>
                    <a:pt x="7613635" y="453428"/>
                  </a:lnTo>
                  <a:lnTo>
                    <a:pt x="7515292" y="457182"/>
                  </a:lnTo>
                  <a:lnTo>
                    <a:pt x="7410445" y="460593"/>
                  </a:lnTo>
                  <a:lnTo>
                    <a:pt x="7300231" y="463674"/>
                  </a:lnTo>
                  <a:lnTo>
                    <a:pt x="7186545" y="466428"/>
                  </a:lnTo>
                  <a:lnTo>
                    <a:pt x="7072096" y="468852"/>
                  </a:lnTo>
                  <a:lnTo>
                    <a:pt x="6960338" y="470939"/>
                  </a:lnTo>
                  <a:lnTo>
                    <a:pt x="6855232" y="472683"/>
                  </a:lnTo>
                  <a:lnTo>
                    <a:pt x="6760816" y="474085"/>
                  </a:lnTo>
                  <a:lnTo>
                    <a:pt x="6680644" y="475156"/>
                  </a:lnTo>
                  <a:lnTo>
                    <a:pt x="6617193" y="475924"/>
                  </a:lnTo>
                  <a:lnTo>
                    <a:pt x="6571396" y="476427"/>
                  </a:lnTo>
                  <a:lnTo>
                    <a:pt x="6542397" y="476718"/>
                  </a:lnTo>
                  <a:lnTo>
                    <a:pt x="6527578" y="476854"/>
                  </a:lnTo>
                  <a:lnTo>
                    <a:pt x="6522748" y="476894"/>
                  </a:lnTo>
                  <a:lnTo>
                    <a:pt x="6522385" y="476897"/>
                  </a:lnTo>
                  <a:lnTo>
                    <a:pt x="5527445" y="476897"/>
                  </a:lnTo>
                  <a:lnTo>
                    <a:pt x="5526406" y="476961"/>
                  </a:lnTo>
                  <a:lnTo>
                    <a:pt x="5519536" y="477418"/>
                  </a:lnTo>
                  <a:lnTo>
                    <a:pt x="5502085" y="478679"/>
                  </a:lnTo>
                  <a:lnTo>
                    <a:pt x="5470554" y="481165"/>
                  </a:lnTo>
                  <a:lnTo>
                    <a:pt x="5422885" y="485279"/>
                  </a:lnTo>
                  <a:lnTo>
                    <a:pt x="5358611" y="491369"/>
                  </a:lnTo>
                  <a:lnTo>
                    <a:pt x="5278831" y="499704"/>
                  </a:lnTo>
                  <a:lnTo>
                    <a:pt x="5185970" y="510455"/>
                  </a:lnTo>
                  <a:lnTo>
                    <a:pt x="5083350" y="523696"/>
                  </a:lnTo>
                  <a:lnTo>
                    <a:pt x="4974680" y="539427"/>
                  </a:lnTo>
                  <a:lnTo>
                    <a:pt x="4863572" y="557608"/>
                  </a:lnTo>
                  <a:lnTo>
                    <a:pt x="4753179" y="578189"/>
                  </a:lnTo>
                  <a:lnTo>
                    <a:pt x="4645992" y="601144"/>
                  </a:lnTo>
                  <a:lnTo>
                    <a:pt x="4543777" y="626495"/>
                  </a:lnTo>
                  <a:lnTo>
                    <a:pt x="4447622" y="654328"/>
                  </a:lnTo>
                  <a:lnTo>
                    <a:pt x="4358040" y="684800"/>
                  </a:lnTo>
                  <a:lnTo>
                    <a:pt x="4275096" y="718141"/>
                  </a:lnTo>
                  <a:lnTo>
                    <a:pt x="4198532" y="754654"/>
                  </a:lnTo>
                  <a:lnTo>
                    <a:pt x="4127866" y="794707"/>
                  </a:lnTo>
                  <a:lnTo>
                    <a:pt x="4062485" y="838720"/>
                  </a:lnTo>
                  <a:lnTo>
                    <a:pt x="4001700" y="887148"/>
                  </a:lnTo>
                  <a:lnTo>
                    <a:pt x="3944796" y="940447"/>
                  </a:lnTo>
                  <a:lnTo>
                    <a:pt x="3891076" y="999020"/>
                  </a:lnTo>
                  <a:lnTo>
                    <a:pt x="3839886" y="1063137"/>
                  </a:lnTo>
                  <a:lnTo>
                    <a:pt x="3820202" y="1090051"/>
                  </a:lnTo>
                  <a:lnTo>
                    <a:pt x="3780230" y="1148624"/>
                  </a:lnTo>
                  <a:lnTo>
                    <a:pt x="3741179" y="1211011"/>
                  </a:lnTo>
                  <a:lnTo>
                    <a:pt x="3702826" y="1277291"/>
                  </a:lnTo>
                  <a:lnTo>
                    <a:pt x="3664988" y="1347494"/>
                  </a:lnTo>
                  <a:lnTo>
                    <a:pt x="3627511" y="1421597"/>
                  </a:lnTo>
                  <a:lnTo>
                    <a:pt x="3590275" y="1499521"/>
                  </a:lnTo>
                  <a:lnTo>
                    <a:pt x="3553182" y="1581125"/>
                  </a:lnTo>
                  <a:lnTo>
                    <a:pt x="3516157" y="1666204"/>
                  </a:lnTo>
                  <a:lnTo>
                    <a:pt x="3479146" y="1754492"/>
                  </a:lnTo>
                  <a:lnTo>
                    <a:pt x="3442113" y="1845657"/>
                  </a:lnTo>
                  <a:lnTo>
                    <a:pt x="3405037" y="1939310"/>
                  </a:lnTo>
                  <a:lnTo>
                    <a:pt x="3367911" y="2035009"/>
                  </a:lnTo>
                  <a:lnTo>
                    <a:pt x="3330739" y="2132264"/>
                  </a:lnTo>
                  <a:lnTo>
                    <a:pt x="3293532" y="2230553"/>
                  </a:lnTo>
                  <a:lnTo>
                    <a:pt x="3256308" y="2329327"/>
                  </a:lnTo>
                  <a:lnTo>
                    <a:pt x="3219087" y="2428028"/>
                  </a:lnTo>
                  <a:lnTo>
                    <a:pt x="3181888" y="2526098"/>
                  </a:lnTo>
                  <a:lnTo>
                    <a:pt x="3144727" y="2622994"/>
                  </a:lnTo>
                  <a:lnTo>
                    <a:pt x="3107614" y="2718201"/>
                  </a:lnTo>
                  <a:lnTo>
                    <a:pt x="3070551" y="2811242"/>
                  </a:lnTo>
                  <a:lnTo>
                    <a:pt x="3033526" y="2901688"/>
                  </a:lnTo>
                  <a:lnTo>
                    <a:pt x="2996516" y="2989163"/>
                  </a:lnTo>
                  <a:lnTo>
                    <a:pt x="2959479" y="3073354"/>
                  </a:lnTo>
                  <a:lnTo>
                    <a:pt x="2922356" y="3154009"/>
                  </a:lnTo>
                  <a:lnTo>
                    <a:pt x="2885067" y="3230941"/>
                  </a:lnTo>
                  <a:lnTo>
                    <a:pt x="2847509" y="3304027"/>
                  </a:lnTo>
                  <a:lnTo>
                    <a:pt x="2809551" y="3373200"/>
                  </a:lnTo>
                  <a:lnTo>
                    <a:pt x="2771035" y="3438454"/>
                  </a:lnTo>
                  <a:lnTo>
                    <a:pt x="2731766" y="3499831"/>
                  </a:lnTo>
                  <a:lnTo>
                    <a:pt x="2702183" y="3542668"/>
                  </a:lnTo>
                  <a:lnTo>
                    <a:pt x="2651832" y="3609002"/>
                  </a:lnTo>
                  <a:lnTo>
                    <a:pt x="2599186" y="3669747"/>
                  </a:lnTo>
                  <a:lnTo>
                    <a:pt x="2543624" y="3725090"/>
                  </a:lnTo>
                  <a:lnTo>
                    <a:pt x="2484460" y="3775392"/>
                  </a:lnTo>
                  <a:lnTo>
                    <a:pt x="2420982" y="3821097"/>
                  </a:lnTo>
                  <a:lnTo>
                    <a:pt x="2352486" y="3862664"/>
                  </a:lnTo>
                  <a:lnTo>
                    <a:pt x="2278322" y="3900530"/>
                  </a:lnTo>
                  <a:lnTo>
                    <a:pt x="2197948" y="3935086"/>
                  </a:lnTo>
                  <a:lnTo>
                    <a:pt x="2111005" y="3966662"/>
                  </a:lnTo>
                  <a:lnTo>
                    <a:pt x="2017417" y="3995516"/>
                  </a:lnTo>
                  <a:lnTo>
                    <a:pt x="1917505" y="4021835"/>
                  </a:lnTo>
                  <a:lnTo>
                    <a:pt x="1812113" y="4045732"/>
                  </a:lnTo>
                  <a:lnTo>
                    <a:pt x="1702731" y="4067253"/>
                  </a:lnTo>
                  <a:lnTo>
                    <a:pt x="1591563" y="4086389"/>
                  </a:lnTo>
                  <a:lnTo>
                    <a:pt x="1481516" y="4103096"/>
                  </a:lnTo>
                  <a:lnTo>
                    <a:pt x="1376054" y="4117325"/>
                  </a:lnTo>
                  <a:lnTo>
                    <a:pt x="1278902" y="4129056"/>
                  </a:lnTo>
                  <a:lnTo>
                    <a:pt x="1193595" y="4138333"/>
                  </a:lnTo>
                  <a:lnTo>
                    <a:pt x="1122973" y="4145285"/>
                  </a:lnTo>
                  <a:lnTo>
                    <a:pt x="1068700" y="4150142"/>
                  </a:lnTo>
                  <a:lnTo>
                    <a:pt x="1030944" y="4153227"/>
                  </a:lnTo>
                  <a:lnTo>
                    <a:pt x="1008264" y="4154922"/>
                  </a:lnTo>
                  <a:lnTo>
                    <a:pt x="997710" y="4155647"/>
                  </a:lnTo>
                  <a:lnTo>
                    <a:pt x="994940" y="4155822"/>
                  </a:lnTo>
                  <a:lnTo>
                    <a:pt x="0" y="4155822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41" name="pl1740"/>
            <p:cNvSpPr/>
            <p:nvPr/>
          </p:nvSpPr>
          <p:spPr>
            <a:xfrm>
              <a:off x="1199187" y="1456731"/>
              <a:ext cx="12049831" cy="4155822"/>
            </a:xfrm>
            <a:custGeom>
              <a:avLst/>
              <a:pathLst>
                <a:path w="12049831" h="4155822">
                  <a:moveTo>
                    <a:pt x="0" y="4155822"/>
                  </a:moveTo>
                  <a:lnTo>
                    <a:pt x="994940" y="4155822"/>
                  </a:lnTo>
                  <a:lnTo>
                    <a:pt x="995979" y="4155758"/>
                  </a:lnTo>
                  <a:lnTo>
                    <a:pt x="1002849" y="4155302"/>
                  </a:lnTo>
                  <a:lnTo>
                    <a:pt x="1020300" y="4154041"/>
                  </a:lnTo>
                  <a:lnTo>
                    <a:pt x="1051831" y="4151554"/>
                  </a:lnTo>
                  <a:lnTo>
                    <a:pt x="1099500" y="4147441"/>
                  </a:lnTo>
                  <a:lnTo>
                    <a:pt x="1163774" y="4141350"/>
                  </a:lnTo>
                  <a:lnTo>
                    <a:pt x="1243554" y="4133015"/>
                  </a:lnTo>
                  <a:lnTo>
                    <a:pt x="1336415" y="4122265"/>
                  </a:lnTo>
                  <a:lnTo>
                    <a:pt x="1439035" y="4109024"/>
                  </a:lnTo>
                  <a:lnTo>
                    <a:pt x="1547705" y="4093292"/>
                  </a:lnTo>
                  <a:lnTo>
                    <a:pt x="1658813" y="4075111"/>
                  </a:lnTo>
                  <a:lnTo>
                    <a:pt x="1769206" y="4054530"/>
                  </a:lnTo>
                  <a:lnTo>
                    <a:pt x="1876393" y="4031576"/>
                  </a:lnTo>
                  <a:lnTo>
                    <a:pt x="1978608" y="4006224"/>
                  </a:lnTo>
                  <a:lnTo>
                    <a:pt x="2074763" y="3978391"/>
                  </a:lnTo>
                  <a:lnTo>
                    <a:pt x="2164345" y="3947920"/>
                  </a:lnTo>
                  <a:lnTo>
                    <a:pt x="2247289" y="3914579"/>
                  </a:lnTo>
                  <a:lnTo>
                    <a:pt x="2323853" y="3878065"/>
                  </a:lnTo>
                  <a:lnTo>
                    <a:pt x="2394519" y="3838013"/>
                  </a:lnTo>
                  <a:lnTo>
                    <a:pt x="2459900" y="3794000"/>
                  </a:lnTo>
                  <a:lnTo>
                    <a:pt x="2520685" y="3745572"/>
                  </a:lnTo>
                  <a:lnTo>
                    <a:pt x="2577589" y="3692273"/>
                  </a:lnTo>
                  <a:lnTo>
                    <a:pt x="2631309" y="3633699"/>
                  </a:lnTo>
                  <a:lnTo>
                    <a:pt x="2682499" y="3569582"/>
                  </a:lnTo>
                  <a:lnTo>
                    <a:pt x="2702183" y="3542668"/>
                  </a:lnTo>
                  <a:lnTo>
                    <a:pt x="2742155" y="3484096"/>
                  </a:lnTo>
                  <a:lnTo>
                    <a:pt x="2781206" y="3421708"/>
                  </a:lnTo>
                  <a:lnTo>
                    <a:pt x="2819559" y="3355428"/>
                  </a:lnTo>
                  <a:lnTo>
                    <a:pt x="2857397" y="3285225"/>
                  </a:lnTo>
                  <a:lnTo>
                    <a:pt x="2894874" y="3211122"/>
                  </a:lnTo>
                  <a:lnTo>
                    <a:pt x="2932110" y="3133198"/>
                  </a:lnTo>
                  <a:lnTo>
                    <a:pt x="2969203" y="3051595"/>
                  </a:lnTo>
                  <a:lnTo>
                    <a:pt x="3006228" y="2966515"/>
                  </a:lnTo>
                  <a:lnTo>
                    <a:pt x="3043239" y="2878228"/>
                  </a:lnTo>
                  <a:lnTo>
                    <a:pt x="3080272" y="2787062"/>
                  </a:lnTo>
                  <a:lnTo>
                    <a:pt x="3117348" y="2693409"/>
                  </a:lnTo>
                  <a:lnTo>
                    <a:pt x="3154474" y="2597711"/>
                  </a:lnTo>
                  <a:lnTo>
                    <a:pt x="3191646" y="2500455"/>
                  </a:lnTo>
                  <a:lnTo>
                    <a:pt x="3228853" y="2402167"/>
                  </a:lnTo>
                  <a:lnTo>
                    <a:pt x="3266077" y="2303392"/>
                  </a:lnTo>
                  <a:lnTo>
                    <a:pt x="3303298" y="2204692"/>
                  </a:lnTo>
                  <a:lnTo>
                    <a:pt x="3340497" y="2106622"/>
                  </a:lnTo>
                  <a:lnTo>
                    <a:pt x="3377658" y="2009725"/>
                  </a:lnTo>
                  <a:lnTo>
                    <a:pt x="3414771" y="1914518"/>
                  </a:lnTo>
                  <a:lnTo>
                    <a:pt x="3451834" y="1821477"/>
                  </a:lnTo>
                  <a:lnTo>
                    <a:pt x="3488859" y="1731032"/>
                  </a:lnTo>
                  <a:lnTo>
                    <a:pt x="3525869" y="1643556"/>
                  </a:lnTo>
                  <a:lnTo>
                    <a:pt x="3562906" y="1559366"/>
                  </a:lnTo>
                  <a:lnTo>
                    <a:pt x="3600029" y="1478710"/>
                  </a:lnTo>
                  <a:lnTo>
                    <a:pt x="3637318" y="1401778"/>
                  </a:lnTo>
                  <a:lnTo>
                    <a:pt x="3674876" y="1328693"/>
                  </a:lnTo>
                  <a:lnTo>
                    <a:pt x="3712834" y="1259520"/>
                  </a:lnTo>
                  <a:lnTo>
                    <a:pt x="3751350" y="1194266"/>
                  </a:lnTo>
                  <a:lnTo>
                    <a:pt x="3790619" y="1132889"/>
                  </a:lnTo>
                  <a:lnTo>
                    <a:pt x="3820202" y="1090051"/>
                  </a:lnTo>
                  <a:lnTo>
                    <a:pt x="3870553" y="1023718"/>
                  </a:lnTo>
                  <a:lnTo>
                    <a:pt x="3923199" y="962972"/>
                  </a:lnTo>
                  <a:lnTo>
                    <a:pt x="3978761" y="907629"/>
                  </a:lnTo>
                  <a:lnTo>
                    <a:pt x="4037925" y="857327"/>
                  </a:lnTo>
                  <a:lnTo>
                    <a:pt x="4101403" y="811622"/>
                  </a:lnTo>
                  <a:lnTo>
                    <a:pt x="4169899" y="770056"/>
                  </a:lnTo>
                  <a:lnTo>
                    <a:pt x="4244063" y="732189"/>
                  </a:lnTo>
                  <a:lnTo>
                    <a:pt x="4324437" y="697633"/>
                  </a:lnTo>
                  <a:lnTo>
                    <a:pt x="4411380" y="666058"/>
                  </a:lnTo>
                  <a:lnTo>
                    <a:pt x="4504968" y="637204"/>
                  </a:lnTo>
                  <a:lnTo>
                    <a:pt x="4604880" y="610885"/>
                  </a:lnTo>
                  <a:lnTo>
                    <a:pt x="4710272" y="586988"/>
                  </a:lnTo>
                  <a:lnTo>
                    <a:pt x="4819654" y="565467"/>
                  </a:lnTo>
                  <a:lnTo>
                    <a:pt x="4930822" y="546331"/>
                  </a:lnTo>
                  <a:lnTo>
                    <a:pt x="5040869" y="529624"/>
                  </a:lnTo>
                  <a:lnTo>
                    <a:pt x="5146331" y="515395"/>
                  </a:lnTo>
                  <a:lnTo>
                    <a:pt x="5243483" y="503663"/>
                  </a:lnTo>
                  <a:lnTo>
                    <a:pt x="5328790" y="494387"/>
                  </a:lnTo>
                  <a:lnTo>
                    <a:pt x="5399412" y="487435"/>
                  </a:lnTo>
                  <a:lnTo>
                    <a:pt x="5453685" y="482577"/>
                  </a:lnTo>
                  <a:lnTo>
                    <a:pt x="5491441" y="479493"/>
                  </a:lnTo>
                  <a:lnTo>
                    <a:pt x="5514121" y="477797"/>
                  </a:lnTo>
                  <a:lnTo>
                    <a:pt x="5524675" y="477073"/>
                  </a:lnTo>
                  <a:lnTo>
                    <a:pt x="5527379" y="476901"/>
                  </a:lnTo>
                  <a:lnTo>
                    <a:pt x="5527445" y="476897"/>
                  </a:lnTo>
                  <a:lnTo>
                    <a:pt x="6522385" y="476897"/>
                  </a:lnTo>
                  <a:lnTo>
                    <a:pt x="6523520" y="476888"/>
                  </a:lnTo>
                  <a:lnTo>
                    <a:pt x="6531008" y="476823"/>
                  </a:lnTo>
                  <a:lnTo>
                    <a:pt x="6549984" y="476644"/>
                  </a:lnTo>
                  <a:lnTo>
                    <a:pt x="6584160" y="476292"/>
                  </a:lnTo>
                  <a:lnTo>
                    <a:pt x="6635607" y="475709"/>
                  </a:lnTo>
                  <a:lnTo>
                    <a:pt x="6704597" y="474848"/>
                  </a:lnTo>
                  <a:lnTo>
                    <a:pt x="6789665" y="473672"/>
                  </a:lnTo>
                  <a:lnTo>
                    <a:pt x="6887928" y="472162"/>
                  </a:lnTo>
                  <a:lnTo>
                    <a:pt x="6995611" y="470308"/>
                  </a:lnTo>
                  <a:lnTo>
                    <a:pt x="7108645" y="468112"/>
                  </a:lnTo>
                  <a:lnTo>
                    <a:pt x="7223193" y="465582"/>
                  </a:lnTo>
                  <a:lnTo>
                    <a:pt x="7336023" y="462723"/>
                  </a:lnTo>
                  <a:lnTo>
                    <a:pt x="7444685" y="459537"/>
                  </a:lnTo>
                  <a:lnTo>
                    <a:pt x="7547539" y="456018"/>
                  </a:lnTo>
                  <a:lnTo>
                    <a:pt x="7643667" y="452149"/>
                  </a:lnTo>
                  <a:lnTo>
                    <a:pt x="7732738" y="447905"/>
                  </a:lnTo>
                  <a:lnTo>
                    <a:pt x="7814862" y="443246"/>
                  </a:lnTo>
                  <a:lnTo>
                    <a:pt x="7890455" y="438126"/>
                  </a:lnTo>
                  <a:lnTo>
                    <a:pt x="7960129" y="432488"/>
                  </a:lnTo>
                  <a:lnTo>
                    <a:pt x="8024609" y="426270"/>
                  </a:lnTo>
                  <a:lnTo>
                    <a:pt x="8084669" y="419406"/>
                  </a:lnTo>
                  <a:lnTo>
                    <a:pt x="8141083" y="411835"/>
                  </a:lnTo>
                  <a:lnTo>
                    <a:pt x="8194587" y="403511"/>
                  </a:lnTo>
                  <a:lnTo>
                    <a:pt x="8229629" y="397414"/>
                  </a:lnTo>
                  <a:lnTo>
                    <a:pt x="8290117" y="385656"/>
                  </a:lnTo>
                  <a:lnTo>
                    <a:pt x="8348741" y="372738"/>
                  </a:lnTo>
                  <a:lnTo>
                    <a:pt x="8406182" y="358643"/>
                  </a:lnTo>
                  <a:lnTo>
                    <a:pt x="8462945" y="343389"/>
                  </a:lnTo>
                  <a:lnTo>
                    <a:pt x="8519388" y="327036"/>
                  </a:lnTo>
                  <a:lnTo>
                    <a:pt x="8575751" y="309687"/>
                  </a:lnTo>
                  <a:lnTo>
                    <a:pt x="8632170" y="291490"/>
                  </a:lnTo>
                  <a:lnTo>
                    <a:pt x="8688700" y="272632"/>
                  </a:lnTo>
                  <a:lnTo>
                    <a:pt x="8745331" y="253336"/>
                  </a:lnTo>
                  <a:lnTo>
                    <a:pt x="8802014" y="233845"/>
                  </a:lnTo>
                  <a:lnTo>
                    <a:pt x="8858680" y="214415"/>
                  </a:lnTo>
                  <a:lnTo>
                    <a:pt x="8915267" y="195297"/>
                  </a:lnTo>
                  <a:lnTo>
                    <a:pt x="8971743" y="176725"/>
                  </a:lnTo>
                  <a:lnTo>
                    <a:pt x="9028124" y="158907"/>
                  </a:lnTo>
                  <a:lnTo>
                    <a:pt x="9084502" y="142012"/>
                  </a:lnTo>
                  <a:lnTo>
                    <a:pt x="9141060" y="126168"/>
                  </a:lnTo>
                  <a:lnTo>
                    <a:pt x="9198090" y="111455"/>
                  </a:lnTo>
                  <a:lnTo>
                    <a:pt x="9256016" y="97916"/>
                  </a:lnTo>
                  <a:lnTo>
                    <a:pt x="9315422" y="85550"/>
                  </a:lnTo>
                  <a:lnTo>
                    <a:pt x="9347647" y="79482"/>
                  </a:lnTo>
                  <a:lnTo>
                    <a:pt x="9399554" y="70635"/>
                  </a:lnTo>
                  <a:lnTo>
                    <a:pt x="9453915" y="62556"/>
                  </a:lnTo>
                  <a:lnTo>
                    <a:pt x="9511414" y="55218"/>
                  </a:lnTo>
                  <a:lnTo>
                    <a:pt x="9572805" y="48567"/>
                  </a:lnTo>
                  <a:lnTo>
                    <a:pt x="9638866" y="42542"/>
                  </a:lnTo>
                  <a:lnTo>
                    <a:pt x="9710361" y="37077"/>
                  </a:lnTo>
                  <a:lnTo>
                    <a:pt x="9787987" y="32111"/>
                  </a:lnTo>
                  <a:lnTo>
                    <a:pt x="9872303" y="27589"/>
                  </a:lnTo>
                  <a:lnTo>
                    <a:pt x="9963641" y="23469"/>
                  </a:lnTo>
                  <a:lnTo>
                    <a:pt x="10061985" y="19715"/>
                  </a:lnTo>
                  <a:lnTo>
                    <a:pt x="10166831" y="16304"/>
                  </a:lnTo>
                  <a:lnTo>
                    <a:pt x="10277045" y="13223"/>
                  </a:lnTo>
                  <a:lnTo>
                    <a:pt x="10390731" y="10469"/>
                  </a:lnTo>
                  <a:lnTo>
                    <a:pt x="10505181" y="8045"/>
                  </a:lnTo>
                  <a:lnTo>
                    <a:pt x="10616938" y="5958"/>
                  </a:lnTo>
                  <a:lnTo>
                    <a:pt x="10722045" y="4214"/>
                  </a:lnTo>
                  <a:lnTo>
                    <a:pt x="10816461" y="2812"/>
                  </a:lnTo>
                  <a:lnTo>
                    <a:pt x="10896633" y="1740"/>
                  </a:lnTo>
                  <a:lnTo>
                    <a:pt x="10960083" y="973"/>
                  </a:lnTo>
                  <a:lnTo>
                    <a:pt x="11005881" y="470"/>
                  </a:lnTo>
                  <a:lnTo>
                    <a:pt x="11034879" y="179"/>
                  </a:lnTo>
                  <a:lnTo>
                    <a:pt x="11049699" y="43"/>
                  </a:lnTo>
                  <a:lnTo>
                    <a:pt x="11054529" y="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2" name="pl1741"/>
            <p:cNvSpPr/>
            <p:nvPr/>
          </p:nvSpPr>
          <p:spPr>
            <a:xfrm>
              <a:off x="1199187" y="1451491"/>
              <a:ext cx="12049831" cy="4155822"/>
            </a:xfrm>
            <a:custGeom>
              <a:avLst/>
              <a:pathLst>
                <a:path w="12049831" h="4155822">
                  <a:moveTo>
                    <a:pt x="12049831" y="0"/>
                  </a:moveTo>
                  <a:lnTo>
                    <a:pt x="11054891" y="0"/>
                  </a:lnTo>
                  <a:lnTo>
                    <a:pt x="11053756" y="9"/>
                  </a:lnTo>
                  <a:lnTo>
                    <a:pt x="11046269" y="73"/>
                  </a:lnTo>
                  <a:lnTo>
                    <a:pt x="11027293" y="252"/>
                  </a:lnTo>
                  <a:lnTo>
                    <a:pt x="10993116" y="605"/>
                  </a:lnTo>
                  <a:lnTo>
                    <a:pt x="10941669" y="1188"/>
                  </a:lnTo>
                  <a:lnTo>
                    <a:pt x="10872679" y="2049"/>
                  </a:lnTo>
                  <a:lnTo>
                    <a:pt x="10787611" y="3224"/>
                  </a:lnTo>
                  <a:lnTo>
                    <a:pt x="10689349" y="4735"/>
                  </a:lnTo>
                  <a:lnTo>
                    <a:pt x="10581665" y="6589"/>
                  </a:lnTo>
                  <a:lnTo>
                    <a:pt x="10468631" y="8785"/>
                  </a:lnTo>
                  <a:lnTo>
                    <a:pt x="10354083" y="11315"/>
                  </a:lnTo>
                  <a:lnTo>
                    <a:pt x="10241254" y="14174"/>
                  </a:lnTo>
                  <a:lnTo>
                    <a:pt x="10132591" y="17360"/>
                  </a:lnTo>
                  <a:lnTo>
                    <a:pt x="10029737" y="20879"/>
                  </a:lnTo>
                  <a:lnTo>
                    <a:pt x="9933610" y="24747"/>
                  </a:lnTo>
                  <a:lnTo>
                    <a:pt x="9844539" y="28992"/>
                  </a:lnTo>
                  <a:lnTo>
                    <a:pt x="9762415" y="33651"/>
                  </a:lnTo>
                  <a:lnTo>
                    <a:pt x="9686822" y="38771"/>
                  </a:lnTo>
                  <a:lnTo>
                    <a:pt x="9617147" y="44408"/>
                  </a:lnTo>
                  <a:lnTo>
                    <a:pt x="9552667" y="50627"/>
                  </a:lnTo>
                  <a:lnTo>
                    <a:pt x="9492608" y="57491"/>
                  </a:lnTo>
                  <a:lnTo>
                    <a:pt x="9436194" y="65061"/>
                  </a:lnTo>
                  <a:lnTo>
                    <a:pt x="9382689" y="73385"/>
                  </a:lnTo>
                  <a:lnTo>
                    <a:pt x="9347647" y="79482"/>
                  </a:lnTo>
                  <a:lnTo>
                    <a:pt x="9287159" y="91241"/>
                  </a:lnTo>
                  <a:lnTo>
                    <a:pt x="9228536" y="104158"/>
                  </a:lnTo>
                  <a:lnTo>
                    <a:pt x="9171095" y="118253"/>
                  </a:lnTo>
                  <a:lnTo>
                    <a:pt x="9114332" y="133508"/>
                  </a:lnTo>
                  <a:lnTo>
                    <a:pt x="9057888" y="149861"/>
                  </a:lnTo>
                  <a:lnTo>
                    <a:pt x="9001525" y="167210"/>
                  </a:lnTo>
                  <a:lnTo>
                    <a:pt x="8945106" y="185407"/>
                  </a:lnTo>
                  <a:lnTo>
                    <a:pt x="8888577" y="204264"/>
                  </a:lnTo>
                  <a:lnTo>
                    <a:pt x="8831946" y="223561"/>
                  </a:lnTo>
                  <a:lnTo>
                    <a:pt x="8775263" y="243051"/>
                  </a:lnTo>
                  <a:lnTo>
                    <a:pt x="8718596" y="262482"/>
                  </a:lnTo>
                  <a:lnTo>
                    <a:pt x="8662009" y="281600"/>
                  </a:lnTo>
                  <a:lnTo>
                    <a:pt x="8605534" y="300171"/>
                  </a:lnTo>
                  <a:lnTo>
                    <a:pt x="8549153" y="317989"/>
                  </a:lnTo>
                  <a:lnTo>
                    <a:pt x="8492774" y="334884"/>
                  </a:lnTo>
                  <a:lnTo>
                    <a:pt x="8436217" y="350729"/>
                  </a:lnTo>
                  <a:lnTo>
                    <a:pt x="8379187" y="365441"/>
                  </a:lnTo>
                  <a:lnTo>
                    <a:pt x="8321261" y="378981"/>
                  </a:lnTo>
                  <a:lnTo>
                    <a:pt x="8261855" y="391347"/>
                  </a:lnTo>
                  <a:lnTo>
                    <a:pt x="8229629" y="397414"/>
                  </a:lnTo>
                  <a:lnTo>
                    <a:pt x="8177722" y="406262"/>
                  </a:lnTo>
                  <a:lnTo>
                    <a:pt x="8123362" y="414341"/>
                  </a:lnTo>
                  <a:lnTo>
                    <a:pt x="8065862" y="421679"/>
                  </a:lnTo>
                  <a:lnTo>
                    <a:pt x="8004472" y="428329"/>
                  </a:lnTo>
                  <a:lnTo>
                    <a:pt x="7938411" y="434354"/>
                  </a:lnTo>
                  <a:lnTo>
                    <a:pt x="7866916" y="439820"/>
                  </a:lnTo>
                  <a:lnTo>
                    <a:pt x="7789290" y="444786"/>
                  </a:lnTo>
                  <a:lnTo>
                    <a:pt x="7704973" y="449307"/>
                  </a:lnTo>
                  <a:lnTo>
                    <a:pt x="7613635" y="453428"/>
                  </a:lnTo>
                  <a:lnTo>
                    <a:pt x="7515292" y="457182"/>
                  </a:lnTo>
                  <a:lnTo>
                    <a:pt x="7410445" y="460593"/>
                  </a:lnTo>
                  <a:lnTo>
                    <a:pt x="7300231" y="463674"/>
                  </a:lnTo>
                  <a:lnTo>
                    <a:pt x="7186545" y="466428"/>
                  </a:lnTo>
                  <a:lnTo>
                    <a:pt x="7072096" y="468852"/>
                  </a:lnTo>
                  <a:lnTo>
                    <a:pt x="6960338" y="470939"/>
                  </a:lnTo>
                  <a:lnTo>
                    <a:pt x="6855232" y="472683"/>
                  </a:lnTo>
                  <a:lnTo>
                    <a:pt x="6760816" y="474085"/>
                  </a:lnTo>
                  <a:lnTo>
                    <a:pt x="6680644" y="475156"/>
                  </a:lnTo>
                  <a:lnTo>
                    <a:pt x="6617193" y="475924"/>
                  </a:lnTo>
                  <a:lnTo>
                    <a:pt x="6571396" y="476427"/>
                  </a:lnTo>
                  <a:lnTo>
                    <a:pt x="6542397" y="476718"/>
                  </a:lnTo>
                  <a:lnTo>
                    <a:pt x="6527578" y="476854"/>
                  </a:lnTo>
                  <a:lnTo>
                    <a:pt x="6522748" y="476894"/>
                  </a:lnTo>
                  <a:lnTo>
                    <a:pt x="6522385" y="476897"/>
                  </a:lnTo>
                  <a:lnTo>
                    <a:pt x="5527445" y="476897"/>
                  </a:lnTo>
                  <a:lnTo>
                    <a:pt x="5526406" y="476961"/>
                  </a:lnTo>
                  <a:lnTo>
                    <a:pt x="5519536" y="477418"/>
                  </a:lnTo>
                  <a:lnTo>
                    <a:pt x="5502085" y="478679"/>
                  </a:lnTo>
                  <a:lnTo>
                    <a:pt x="5470554" y="481165"/>
                  </a:lnTo>
                  <a:lnTo>
                    <a:pt x="5422885" y="485279"/>
                  </a:lnTo>
                  <a:lnTo>
                    <a:pt x="5358611" y="491369"/>
                  </a:lnTo>
                  <a:lnTo>
                    <a:pt x="5278831" y="499704"/>
                  </a:lnTo>
                  <a:lnTo>
                    <a:pt x="5185970" y="510455"/>
                  </a:lnTo>
                  <a:lnTo>
                    <a:pt x="5083350" y="523696"/>
                  </a:lnTo>
                  <a:lnTo>
                    <a:pt x="4974680" y="539427"/>
                  </a:lnTo>
                  <a:lnTo>
                    <a:pt x="4863572" y="557608"/>
                  </a:lnTo>
                  <a:lnTo>
                    <a:pt x="4753179" y="578189"/>
                  </a:lnTo>
                  <a:lnTo>
                    <a:pt x="4645992" y="601144"/>
                  </a:lnTo>
                  <a:lnTo>
                    <a:pt x="4543777" y="626495"/>
                  </a:lnTo>
                  <a:lnTo>
                    <a:pt x="4447622" y="654328"/>
                  </a:lnTo>
                  <a:lnTo>
                    <a:pt x="4358040" y="684800"/>
                  </a:lnTo>
                  <a:lnTo>
                    <a:pt x="4275096" y="718141"/>
                  </a:lnTo>
                  <a:lnTo>
                    <a:pt x="4198532" y="754654"/>
                  </a:lnTo>
                  <a:lnTo>
                    <a:pt x="4127866" y="794707"/>
                  </a:lnTo>
                  <a:lnTo>
                    <a:pt x="4062485" y="838720"/>
                  </a:lnTo>
                  <a:lnTo>
                    <a:pt x="4001700" y="887148"/>
                  </a:lnTo>
                  <a:lnTo>
                    <a:pt x="3944796" y="940447"/>
                  </a:lnTo>
                  <a:lnTo>
                    <a:pt x="3891076" y="999020"/>
                  </a:lnTo>
                  <a:lnTo>
                    <a:pt x="3839886" y="1063137"/>
                  </a:lnTo>
                  <a:lnTo>
                    <a:pt x="3820202" y="1090051"/>
                  </a:lnTo>
                  <a:lnTo>
                    <a:pt x="3780230" y="1148624"/>
                  </a:lnTo>
                  <a:lnTo>
                    <a:pt x="3741179" y="1211011"/>
                  </a:lnTo>
                  <a:lnTo>
                    <a:pt x="3702826" y="1277291"/>
                  </a:lnTo>
                  <a:lnTo>
                    <a:pt x="3664988" y="1347494"/>
                  </a:lnTo>
                  <a:lnTo>
                    <a:pt x="3627511" y="1421597"/>
                  </a:lnTo>
                  <a:lnTo>
                    <a:pt x="3590275" y="1499521"/>
                  </a:lnTo>
                  <a:lnTo>
                    <a:pt x="3553182" y="1581125"/>
                  </a:lnTo>
                  <a:lnTo>
                    <a:pt x="3516157" y="1666204"/>
                  </a:lnTo>
                  <a:lnTo>
                    <a:pt x="3479146" y="1754492"/>
                  </a:lnTo>
                  <a:lnTo>
                    <a:pt x="3442113" y="1845657"/>
                  </a:lnTo>
                  <a:lnTo>
                    <a:pt x="3405037" y="1939310"/>
                  </a:lnTo>
                  <a:lnTo>
                    <a:pt x="3367911" y="2035009"/>
                  </a:lnTo>
                  <a:lnTo>
                    <a:pt x="3330739" y="2132264"/>
                  </a:lnTo>
                  <a:lnTo>
                    <a:pt x="3293532" y="2230553"/>
                  </a:lnTo>
                  <a:lnTo>
                    <a:pt x="3256308" y="2329327"/>
                  </a:lnTo>
                  <a:lnTo>
                    <a:pt x="3219087" y="2428028"/>
                  </a:lnTo>
                  <a:lnTo>
                    <a:pt x="3181888" y="2526098"/>
                  </a:lnTo>
                  <a:lnTo>
                    <a:pt x="3144727" y="2622994"/>
                  </a:lnTo>
                  <a:lnTo>
                    <a:pt x="3107614" y="2718201"/>
                  </a:lnTo>
                  <a:lnTo>
                    <a:pt x="3070551" y="2811242"/>
                  </a:lnTo>
                  <a:lnTo>
                    <a:pt x="3033526" y="2901688"/>
                  </a:lnTo>
                  <a:lnTo>
                    <a:pt x="2996516" y="2989163"/>
                  </a:lnTo>
                  <a:lnTo>
                    <a:pt x="2959479" y="3073354"/>
                  </a:lnTo>
                  <a:lnTo>
                    <a:pt x="2922356" y="3154009"/>
                  </a:lnTo>
                  <a:lnTo>
                    <a:pt x="2885067" y="3230941"/>
                  </a:lnTo>
                  <a:lnTo>
                    <a:pt x="2847509" y="3304027"/>
                  </a:lnTo>
                  <a:lnTo>
                    <a:pt x="2809551" y="3373200"/>
                  </a:lnTo>
                  <a:lnTo>
                    <a:pt x="2771035" y="3438454"/>
                  </a:lnTo>
                  <a:lnTo>
                    <a:pt x="2731766" y="3499831"/>
                  </a:lnTo>
                  <a:lnTo>
                    <a:pt x="2702183" y="3542668"/>
                  </a:lnTo>
                  <a:lnTo>
                    <a:pt x="2651832" y="3609002"/>
                  </a:lnTo>
                  <a:lnTo>
                    <a:pt x="2599186" y="3669747"/>
                  </a:lnTo>
                  <a:lnTo>
                    <a:pt x="2543624" y="3725090"/>
                  </a:lnTo>
                  <a:lnTo>
                    <a:pt x="2484460" y="3775392"/>
                  </a:lnTo>
                  <a:lnTo>
                    <a:pt x="2420982" y="3821097"/>
                  </a:lnTo>
                  <a:lnTo>
                    <a:pt x="2352486" y="3862664"/>
                  </a:lnTo>
                  <a:lnTo>
                    <a:pt x="2278322" y="3900530"/>
                  </a:lnTo>
                  <a:lnTo>
                    <a:pt x="2197948" y="3935086"/>
                  </a:lnTo>
                  <a:lnTo>
                    <a:pt x="2111005" y="3966662"/>
                  </a:lnTo>
                  <a:lnTo>
                    <a:pt x="2017417" y="3995516"/>
                  </a:lnTo>
                  <a:lnTo>
                    <a:pt x="1917505" y="4021835"/>
                  </a:lnTo>
                  <a:lnTo>
                    <a:pt x="1812113" y="4045732"/>
                  </a:lnTo>
                  <a:lnTo>
                    <a:pt x="1702731" y="4067253"/>
                  </a:lnTo>
                  <a:lnTo>
                    <a:pt x="1591563" y="4086389"/>
                  </a:lnTo>
                  <a:lnTo>
                    <a:pt x="1481516" y="4103096"/>
                  </a:lnTo>
                  <a:lnTo>
                    <a:pt x="1376054" y="4117325"/>
                  </a:lnTo>
                  <a:lnTo>
                    <a:pt x="1278902" y="4129056"/>
                  </a:lnTo>
                  <a:lnTo>
                    <a:pt x="1193595" y="4138333"/>
                  </a:lnTo>
                  <a:lnTo>
                    <a:pt x="1122973" y="4145285"/>
                  </a:lnTo>
                  <a:lnTo>
                    <a:pt x="1068700" y="4150142"/>
                  </a:lnTo>
                  <a:lnTo>
                    <a:pt x="1030944" y="4153227"/>
                  </a:lnTo>
                  <a:lnTo>
                    <a:pt x="1008264" y="4154922"/>
                  </a:lnTo>
                  <a:lnTo>
                    <a:pt x="997710" y="4155647"/>
                  </a:lnTo>
                  <a:lnTo>
                    <a:pt x="995006" y="4155818"/>
                  </a:lnTo>
                  <a:lnTo>
                    <a:pt x="994940" y="4155822"/>
                  </a:lnTo>
                  <a:lnTo>
                    <a:pt x="0" y="4155822"/>
                  </a:lnTo>
                  <a:lnTo>
                    <a:pt x="0" y="41558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3" name="pg1742"/>
            <p:cNvSpPr/>
            <p:nvPr/>
          </p:nvSpPr>
          <p:spPr>
            <a:xfrm>
              <a:off x="1199187" y="2001757"/>
              <a:ext cx="12049831" cy="3616037"/>
            </a:xfrm>
            <a:custGeom>
              <a:avLst/>
              <a:pathLst>
                <a:path w="12049831" h="3616037">
                  <a:moveTo>
                    <a:pt x="0" y="3616037"/>
                  </a:moveTo>
                  <a:lnTo>
                    <a:pt x="994940" y="3616037"/>
                  </a:lnTo>
                  <a:lnTo>
                    <a:pt x="995982" y="3615974"/>
                  </a:lnTo>
                  <a:lnTo>
                    <a:pt x="1002873" y="3615524"/>
                  </a:lnTo>
                  <a:lnTo>
                    <a:pt x="1020376" y="3614283"/>
                  </a:lnTo>
                  <a:lnTo>
                    <a:pt x="1051997" y="3611835"/>
                  </a:lnTo>
                  <a:lnTo>
                    <a:pt x="1099794" y="3607785"/>
                  </a:lnTo>
                  <a:lnTo>
                    <a:pt x="1164230" y="3601789"/>
                  </a:lnTo>
                  <a:lnTo>
                    <a:pt x="1244193" y="3593583"/>
                  </a:lnTo>
                  <a:lnTo>
                    <a:pt x="1337242" y="3583002"/>
                  </a:lnTo>
                  <a:lnTo>
                    <a:pt x="1440040" y="3569971"/>
                  </a:lnTo>
                  <a:lnTo>
                    <a:pt x="1548866" y="3554490"/>
                  </a:lnTo>
                  <a:lnTo>
                    <a:pt x="1660099" y="3536600"/>
                  </a:lnTo>
                  <a:lnTo>
                    <a:pt x="1770582" y="3516351"/>
                  </a:lnTo>
                  <a:lnTo>
                    <a:pt x="1877826" y="3493767"/>
                  </a:lnTo>
                  <a:lnTo>
                    <a:pt x="1980068" y="3468825"/>
                  </a:lnTo>
                  <a:lnTo>
                    <a:pt x="2076227" y="3441441"/>
                  </a:lnTo>
                  <a:lnTo>
                    <a:pt x="2165794" y="3411458"/>
                  </a:lnTo>
                  <a:lnTo>
                    <a:pt x="2248711" y="3378649"/>
                  </a:lnTo>
                  <a:lnTo>
                    <a:pt x="2325243" y="3342714"/>
                  </a:lnTo>
                  <a:lnTo>
                    <a:pt x="2395873" y="3303290"/>
                  </a:lnTo>
                  <a:lnTo>
                    <a:pt x="2461222" y="3259962"/>
                  </a:lnTo>
                  <a:lnTo>
                    <a:pt x="2521980" y="3212282"/>
                  </a:lnTo>
                  <a:lnTo>
                    <a:pt x="2578864" y="3159803"/>
                  </a:lnTo>
                  <a:lnTo>
                    <a:pt x="2632574" y="3102127"/>
                  </a:lnTo>
                  <a:lnTo>
                    <a:pt x="2683763" y="3038995"/>
                  </a:lnTo>
                  <a:lnTo>
                    <a:pt x="2702183" y="3014238"/>
                  </a:lnTo>
                  <a:lnTo>
                    <a:pt x="2742461" y="2956290"/>
                  </a:lnTo>
                  <a:lnTo>
                    <a:pt x="2781805" y="2894540"/>
                  </a:lnTo>
                  <a:lnTo>
                    <a:pt x="2820443" y="2828908"/>
                  </a:lnTo>
                  <a:lnTo>
                    <a:pt x="2858563" y="2759367"/>
                  </a:lnTo>
                  <a:lnTo>
                    <a:pt x="2896319" y="2685939"/>
                  </a:lnTo>
                  <a:lnTo>
                    <a:pt x="2933835" y="2608708"/>
                  </a:lnTo>
                  <a:lnTo>
                    <a:pt x="2971211" y="2527817"/>
                  </a:lnTo>
                  <a:lnTo>
                    <a:pt x="3008521" y="2443475"/>
                  </a:lnTo>
                  <a:lnTo>
                    <a:pt x="3045819" y="2355954"/>
                  </a:lnTo>
                  <a:lnTo>
                    <a:pt x="3083141" y="2265589"/>
                  </a:lnTo>
                  <a:lnTo>
                    <a:pt x="3120508" y="2172778"/>
                  </a:lnTo>
                  <a:lnTo>
                    <a:pt x="3157926" y="2077967"/>
                  </a:lnTo>
                  <a:lnTo>
                    <a:pt x="3195390" y="1981652"/>
                  </a:lnTo>
                  <a:lnTo>
                    <a:pt x="3232887" y="1884361"/>
                  </a:lnTo>
                  <a:lnTo>
                    <a:pt x="3270400" y="1786646"/>
                  </a:lnTo>
                  <a:lnTo>
                    <a:pt x="3307908" y="1689069"/>
                  </a:lnTo>
                  <a:lnTo>
                    <a:pt x="3345391" y="1592189"/>
                  </a:lnTo>
                  <a:lnTo>
                    <a:pt x="3382833" y="1496549"/>
                  </a:lnTo>
                  <a:lnTo>
                    <a:pt x="3420226" y="1402660"/>
                  </a:lnTo>
                  <a:lnTo>
                    <a:pt x="3457570" y="1310997"/>
                  </a:lnTo>
                  <a:lnTo>
                    <a:pt x="3494877" y="1221983"/>
                  </a:lnTo>
                  <a:lnTo>
                    <a:pt x="3532175" y="1135984"/>
                  </a:lnTo>
                  <a:lnTo>
                    <a:pt x="3569509" y="1053305"/>
                  </a:lnTo>
                  <a:lnTo>
                    <a:pt x="3606943" y="974189"/>
                  </a:lnTo>
                  <a:lnTo>
                    <a:pt x="3644563" y="898811"/>
                  </a:lnTo>
                  <a:lnTo>
                    <a:pt x="3682481" y="827285"/>
                  </a:lnTo>
                  <a:lnTo>
                    <a:pt x="3720834" y="759663"/>
                  </a:lnTo>
                  <a:lnTo>
                    <a:pt x="3759792" y="695944"/>
                  </a:lnTo>
                  <a:lnTo>
                    <a:pt x="3799563" y="636072"/>
                  </a:lnTo>
                  <a:lnTo>
                    <a:pt x="3820202" y="607040"/>
                  </a:lnTo>
                  <a:lnTo>
                    <a:pt x="3870607" y="541869"/>
                  </a:lnTo>
                  <a:lnTo>
                    <a:pt x="3923312" y="482194"/>
                  </a:lnTo>
                  <a:lnTo>
                    <a:pt x="3978941" y="427833"/>
                  </a:lnTo>
                  <a:lnTo>
                    <a:pt x="4038182" y="378427"/>
                  </a:lnTo>
                  <a:lnTo>
                    <a:pt x="4101749" y="333542"/>
                  </a:lnTo>
                  <a:lnTo>
                    <a:pt x="4170348" y="292725"/>
                  </a:lnTo>
                  <a:lnTo>
                    <a:pt x="4244631" y="255544"/>
                  </a:lnTo>
                  <a:lnTo>
                    <a:pt x="4325140" y="221616"/>
                  </a:lnTo>
                  <a:lnTo>
                    <a:pt x="4412234" y="190618"/>
                  </a:lnTo>
                  <a:lnTo>
                    <a:pt x="4505986" y="162294"/>
                  </a:lnTo>
                  <a:lnTo>
                    <a:pt x="4606070" y="136462"/>
                  </a:lnTo>
                  <a:lnTo>
                    <a:pt x="4711630" y="113011"/>
                  </a:lnTo>
                  <a:lnTo>
                    <a:pt x="4821166" y="91897"/>
                  </a:lnTo>
                  <a:lnTo>
                    <a:pt x="4932457" y="73129"/>
                  </a:lnTo>
                  <a:lnTo>
                    <a:pt x="5042577" y="56751"/>
                  </a:lnTo>
                  <a:lnTo>
                    <a:pt x="5148043" y="42811"/>
                  </a:lnTo>
                  <a:lnTo>
                    <a:pt x="5245121" y="31327"/>
                  </a:lnTo>
                  <a:lnTo>
                    <a:pt x="5330270" y="22256"/>
                  </a:lnTo>
                  <a:lnTo>
                    <a:pt x="5400659" y="15468"/>
                  </a:lnTo>
                  <a:lnTo>
                    <a:pt x="5454646" y="10735"/>
                  </a:lnTo>
                  <a:lnTo>
                    <a:pt x="5492096" y="7738"/>
                  </a:lnTo>
                  <a:lnTo>
                    <a:pt x="5514487" y="6098"/>
                  </a:lnTo>
                  <a:lnTo>
                    <a:pt x="5524814" y="540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9" y="5251"/>
                  </a:lnTo>
                  <a:lnTo>
                    <a:pt x="6531001" y="5330"/>
                  </a:lnTo>
                  <a:lnTo>
                    <a:pt x="6549963" y="5548"/>
                  </a:lnTo>
                  <a:lnTo>
                    <a:pt x="6584115" y="5978"/>
                  </a:lnTo>
                  <a:lnTo>
                    <a:pt x="6635528" y="6689"/>
                  </a:lnTo>
                  <a:lnTo>
                    <a:pt x="6704475" y="7738"/>
                  </a:lnTo>
                  <a:lnTo>
                    <a:pt x="6789495" y="9171"/>
                  </a:lnTo>
                  <a:lnTo>
                    <a:pt x="6887709" y="11012"/>
                  </a:lnTo>
                  <a:lnTo>
                    <a:pt x="6995348" y="13272"/>
                  </a:lnTo>
                  <a:lnTo>
                    <a:pt x="7108344" y="15949"/>
                  </a:lnTo>
                  <a:lnTo>
                    <a:pt x="7222862" y="19033"/>
                  </a:lnTo>
                  <a:lnTo>
                    <a:pt x="7335671" y="22518"/>
                  </a:lnTo>
                  <a:lnTo>
                    <a:pt x="7444322" y="26402"/>
                  </a:lnTo>
                  <a:lnTo>
                    <a:pt x="7547172" y="30692"/>
                  </a:lnTo>
                  <a:lnTo>
                    <a:pt x="7643301" y="35408"/>
                  </a:lnTo>
                  <a:lnTo>
                    <a:pt x="7732377" y="40582"/>
                  </a:lnTo>
                  <a:lnTo>
                    <a:pt x="7814509" y="46260"/>
                  </a:lnTo>
                  <a:lnTo>
                    <a:pt x="7890111" y="52501"/>
                  </a:lnTo>
                  <a:lnTo>
                    <a:pt x="7959794" y="59373"/>
                  </a:lnTo>
                  <a:lnTo>
                    <a:pt x="8024281" y="66952"/>
                  </a:lnTo>
                  <a:lnTo>
                    <a:pt x="8084347" y="75318"/>
                  </a:lnTo>
                  <a:lnTo>
                    <a:pt x="8140765" y="84545"/>
                  </a:lnTo>
                  <a:lnTo>
                    <a:pt x="8194270" y="94690"/>
                  </a:lnTo>
                  <a:lnTo>
                    <a:pt x="8229629" y="102192"/>
                  </a:lnTo>
                  <a:lnTo>
                    <a:pt x="8289587" y="116400"/>
                  </a:lnTo>
                  <a:lnTo>
                    <a:pt x="8347707" y="131997"/>
                  </a:lnTo>
                  <a:lnTo>
                    <a:pt x="8404655" y="149005"/>
                  </a:lnTo>
                  <a:lnTo>
                    <a:pt x="8460926" y="167403"/>
                  </a:lnTo>
                  <a:lnTo>
                    <a:pt x="8516873" y="187121"/>
                  </a:lnTo>
                  <a:lnTo>
                    <a:pt x="8572733" y="208039"/>
                  </a:lnTo>
                  <a:lnTo>
                    <a:pt x="8628644" y="229984"/>
                  </a:lnTo>
                  <a:lnTo>
                    <a:pt x="8684661" y="252735"/>
                  </a:lnTo>
                  <a:lnTo>
                    <a:pt x="8740781" y="276033"/>
                  </a:lnTo>
                  <a:lnTo>
                    <a:pt x="8796956" y="299587"/>
                  </a:lnTo>
                  <a:lnTo>
                    <a:pt x="8853121" y="323096"/>
                  </a:lnTo>
                  <a:lnTo>
                    <a:pt x="8909214" y="346261"/>
                  </a:lnTo>
                  <a:lnTo>
                    <a:pt x="8965198" y="368799"/>
                  </a:lnTo>
                  <a:lnTo>
                    <a:pt x="9021084" y="390461"/>
                  </a:lnTo>
                  <a:lnTo>
                    <a:pt x="9076951" y="411039"/>
                  </a:lnTo>
                  <a:lnTo>
                    <a:pt x="9132965" y="430377"/>
                  </a:lnTo>
                  <a:lnTo>
                    <a:pt x="9189394" y="448368"/>
                  </a:lnTo>
                  <a:lnTo>
                    <a:pt x="9246630" y="464958"/>
                  </a:lnTo>
                  <a:lnTo>
                    <a:pt x="9305216" y="480140"/>
                  </a:lnTo>
                  <a:lnTo>
                    <a:pt x="9347647" y="489999"/>
                  </a:lnTo>
                  <a:lnTo>
                    <a:pt x="9399540" y="500788"/>
                  </a:lnTo>
                  <a:lnTo>
                    <a:pt x="9453885" y="510641"/>
                  </a:lnTo>
                  <a:lnTo>
                    <a:pt x="9511367" y="519590"/>
                  </a:lnTo>
                  <a:lnTo>
                    <a:pt x="9572738" y="527700"/>
                  </a:lnTo>
                  <a:lnTo>
                    <a:pt x="9638775" y="535049"/>
                  </a:lnTo>
                  <a:lnTo>
                    <a:pt x="9710243" y="541714"/>
                  </a:lnTo>
                  <a:lnTo>
                    <a:pt x="9787838" y="547771"/>
                  </a:lnTo>
                  <a:lnTo>
                    <a:pt x="9872118" y="553286"/>
                  </a:lnTo>
                  <a:lnTo>
                    <a:pt x="9963416" y="558312"/>
                  </a:lnTo>
                  <a:lnTo>
                    <a:pt x="10061717" y="562891"/>
                  </a:lnTo>
                  <a:lnTo>
                    <a:pt x="10166519" y="567052"/>
                  </a:lnTo>
                  <a:lnTo>
                    <a:pt x="10276690" y="570810"/>
                  </a:lnTo>
                  <a:lnTo>
                    <a:pt x="10390338" y="574170"/>
                  </a:lnTo>
                  <a:lnTo>
                    <a:pt x="10504761" y="577127"/>
                  </a:lnTo>
                  <a:lnTo>
                    <a:pt x="10616507" y="579674"/>
                  </a:lnTo>
                  <a:lnTo>
                    <a:pt x="10721621" y="581802"/>
                  </a:lnTo>
                  <a:lnTo>
                    <a:pt x="10816067" y="583513"/>
                  </a:lnTo>
                  <a:lnTo>
                    <a:pt x="10896291" y="584822"/>
                  </a:lnTo>
                  <a:lnTo>
                    <a:pt x="10959810" y="585759"/>
                  </a:lnTo>
                  <a:lnTo>
                    <a:pt x="11005685" y="586375"/>
                  </a:lnTo>
                  <a:lnTo>
                    <a:pt x="11034761" y="586730"/>
                  </a:lnTo>
                  <a:lnTo>
                    <a:pt x="11049646" y="586897"/>
                  </a:lnTo>
                  <a:lnTo>
                    <a:pt x="11054519" y="586947"/>
                  </a:lnTo>
                  <a:lnTo>
                    <a:pt x="11054891" y="586951"/>
                  </a:lnTo>
                  <a:lnTo>
                    <a:pt x="12049831" y="586951"/>
                  </a:lnTo>
                  <a:lnTo>
                    <a:pt x="12049831" y="581710"/>
                  </a:lnTo>
                  <a:lnTo>
                    <a:pt x="11054891" y="581710"/>
                  </a:lnTo>
                  <a:lnTo>
                    <a:pt x="11053757" y="581699"/>
                  </a:lnTo>
                  <a:lnTo>
                    <a:pt x="11046275" y="581620"/>
                  </a:lnTo>
                  <a:lnTo>
                    <a:pt x="11027313" y="581402"/>
                  </a:lnTo>
                  <a:lnTo>
                    <a:pt x="10993161" y="580972"/>
                  </a:lnTo>
                  <a:lnTo>
                    <a:pt x="10941749" y="580261"/>
                  </a:lnTo>
                  <a:lnTo>
                    <a:pt x="10872802" y="579212"/>
                  </a:lnTo>
                  <a:lnTo>
                    <a:pt x="10787782" y="577779"/>
                  </a:lnTo>
                  <a:lnTo>
                    <a:pt x="10689567" y="575938"/>
                  </a:lnTo>
                  <a:lnTo>
                    <a:pt x="10581929" y="573678"/>
                  </a:lnTo>
                  <a:lnTo>
                    <a:pt x="10468933" y="571001"/>
                  </a:lnTo>
                  <a:lnTo>
                    <a:pt x="10354414" y="567917"/>
                  </a:lnTo>
                  <a:lnTo>
                    <a:pt x="10241605" y="564432"/>
                  </a:lnTo>
                  <a:lnTo>
                    <a:pt x="10132954" y="560548"/>
                  </a:lnTo>
                  <a:lnTo>
                    <a:pt x="10030105" y="556258"/>
                  </a:lnTo>
                  <a:lnTo>
                    <a:pt x="9933976" y="551542"/>
                  </a:lnTo>
                  <a:lnTo>
                    <a:pt x="9844900" y="546368"/>
                  </a:lnTo>
                  <a:lnTo>
                    <a:pt x="9762768" y="540690"/>
                  </a:lnTo>
                  <a:lnTo>
                    <a:pt x="9687166" y="534449"/>
                  </a:lnTo>
                  <a:lnTo>
                    <a:pt x="9617483" y="527577"/>
                  </a:lnTo>
                  <a:lnTo>
                    <a:pt x="9552995" y="519998"/>
                  </a:lnTo>
                  <a:lnTo>
                    <a:pt x="9492930" y="511632"/>
                  </a:lnTo>
                  <a:lnTo>
                    <a:pt x="9436512" y="502405"/>
                  </a:lnTo>
                  <a:lnTo>
                    <a:pt x="9383006" y="492260"/>
                  </a:lnTo>
                  <a:lnTo>
                    <a:pt x="9347647" y="484758"/>
                  </a:lnTo>
                  <a:lnTo>
                    <a:pt x="9287690" y="470550"/>
                  </a:lnTo>
                  <a:lnTo>
                    <a:pt x="9229570" y="454953"/>
                  </a:lnTo>
                  <a:lnTo>
                    <a:pt x="9172622" y="437945"/>
                  </a:lnTo>
                  <a:lnTo>
                    <a:pt x="9116351" y="419547"/>
                  </a:lnTo>
                  <a:lnTo>
                    <a:pt x="9060403" y="399829"/>
                  </a:lnTo>
                  <a:lnTo>
                    <a:pt x="9004543" y="378911"/>
                  </a:lnTo>
                  <a:lnTo>
                    <a:pt x="8948633" y="356966"/>
                  </a:lnTo>
                  <a:lnTo>
                    <a:pt x="8892616" y="334215"/>
                  </a:lnTo>
                  <a:lnTo>
                    <a:pt x="8836496" y="310917"/>
                  </a:lnTo>
                  <a:lnTo>
                    <a:pt x="8780321" y="287363"/>
                  </a:lnTo>
                  <a:lnTo>
                    <a:pt x="8724155" y="263854"/>
                  </a:lnTo>
                  <a:lnTo>
                    <a:pt x="8668063" y="240689"/>
                  </a:lnTo>
                  <a:lnTo>
                    <a:pt x="8612079" y="218151"/>
                  </a:lnTo>
                  <a:lnTo>
                    <a:pt x="8556193" y="196489"/>
                  </a:lnTo>
                  <a:lnTo>
                    <a:pt x="8500325" y="175911"/>
                  </a:lnTo>
                  <a:lnTo>
                    <a:pt x="8444312" y="156573"/>
                  </a:lnTo>
                  <a:lnTo>
                    <a:pt x="8387883" y="138582"/>
                  </a:lnTo>
                  <a:lnTo>
                    <a:pt x="8330646" y="121992"/>
                  </a:lnTo>
                  <a:lnTo>
                    <a:pt x="8272060" y="106810"/>
                  </a:lnTo>
                  <a:lnTo>
                    <a:pt x="8229629" y="96951"/>
                  </a:lnTo>
                  <a:lnTo>
                    <a:pt x="8177736" y="86162"/>
                  </a:lnTo>
                  <a:lnTo>
                    <a:pt x="8123391" y="76309"/>
                  </a:lnTo>
                  <a:lnTo>
                    <a:pt x="8065909" y="67360"/>
                  </a:lnTo>
                  <a:lnTo>
                    <a:pt x="8004539" y="59250"/>
                  </a:lnTo>
                  <a:lnTo>
                    <a:pt x="7938501" y="51901"/>
                  </a:lnTo>
                  <a:lnTo>
                    <a:pt x="7867033" y="45236"/>
                  </a:lnTo>
                  <a:lnTo>
                    <a:pt x="7789439" y="39179"/>
                  </a:lnTo>
                  <a:lnTo>
                    <a:pt x="7705158" y="33664"/>
                  </a:lnTo>
                  <a:lnTo>
                    <a:pt x="7613860" y="28638"/>
                  </a:lnTo>
                  <a:lnTo>
                    <a:pt x="7515560" y="24059"/>
                  </a:lnTo>
                  <a:lnTo>
                    <a:pt x="7410758" y="19898"/>
                  </a:lnTo>
                  <a:lnTo>
                    <a:pt x="7300587" y="16140"/>
                  </a:lnTo>
                  <a:lnTo>
                    <a:pt x="7186938" y="12780"/>
                  </a:lnTo>
                  <a:lnTo>
                    <a:pt x="7072516" y="9823"/>
                  </a:lnTo>
                  <a:lnTo>
                    <a:pt x="6960770" y="7276"/>
                  </a:lnTo>
                  <a:lnTo>
                    <a:pt x="6855656" y="5148"/>
                  </a:lnTo>
                  <a:lnTo>
                    <a:pt x="6761210" y="3437"/>
                  </a:lnTo>
                  <a:lnTo>
                    <a:pt x="6680986" y="2128"/>
                  </a:lnTo>
                  <a:lnTo>
                    <a:pt x="6617467" y="1191"/>
                  </a:lnTo>
                  <a:lnTo>
                    <a:pt x="6571592" y="575"/>
                  </a:lnTo>
                  <a:lnTo>
                    <a:pt x="6542516" y="220"/>
                  </a:lnTo>
                  <a:lnTo>
                    <a:pt x="6527630" y="53"/>
                  </a:lnTo>
                  <a:lnTo>
                    <a:pt x="6522757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03" y="63"/>
                  </a:lnTo>
                  <a:lnTo>
                    <a:pt x="5519512" y="512"/>
                  </a:lnTo>
                  <a:lnTo>
                    <a:pt x="5502009" y="1754"/>
                  </a:lnTo>
                  <a:lnTo>
                    <a:pt x="5470388" y="4202"/>
                  </a:lnTo>
                  <a:lnTo>
                    <a:pt x="5422591" y="8252"/>
                  </a:lnTo>
                  <a:lnTo>
                    <a:pt x="5358155" y="14248"/>
                  </a:lnTo>
                  <a:lnTo>
                    <a:pt x="5278192" y="22453"/>
                  </a:lnTo>
                  <a:lnTo>
                    <a:pt x="5185143" y="33035"/>
                  </a:lnTo>
                  <a:lnTo>
                    <a:pt x="5082345" y="46066"/>
                  </a:lnTo>
                  <a:lnTo>
                    <a:pt x="4973519" y="61547"/>
                  </a:lnTo>
                  <a:lnTo>
                    <a:pt x="4862286" y="79436"/>
                  </a:lnTo>
                  <a:lnTo>
                    <a:pt x="4751803" y="99685"/>
                  </a:lnTo>
                  <a:lnTo>
                    <a:pt x="4644559" y="122269"/>
                  </a:lnTo>
                  <a:lnTo>
                    <a:pt x="4542317" y="147211"/>
                  </a:lnTo>
                  <a:lnTo>
                    <a:pt x="4446158" y="174595"/>
                  </a:lnTo>
                  <a:lnTo>
                    <a:pt x="4356591" y="204578"/>
                  </a:lnTo>
                  <a:lnTo>
                    <a:pt x="4273674" y="237388"/>
                  </a:lnTo>
                  <a:lnTo>
                    <a:pt x="4197142" y="273323"/>
                  </a:lnTo>
                  <a:lnTo>
                    <a:pt x="4126512" y="312747"/>
                  </a:lnTo>
                  <a:lnTo>
                    <a:pt x="4061163" y="356074"/>
                  </a:lnTo>
                  <a:lnTo>
                    <a:pt x="4000405" y="403754"/>
                  </a:lnTo>
                  <a:lnTo>
                    <a:pt x="3943521" y="456234"/>
                  </a:lnTo>
                  <a:lnTo>
                    <a:pt x="3889811" y="513910"/>
                  </a:lnTo>
                  <a:lnTo>
                    <a:pt x="3838622" y="577042"/>
                  </a:lnTo>
                  <a:lnTo>
                    <a:pt x="3820202" y="601799"/>
                  </a:lnTo>
                  <a:lnTo>
                    <a:pt x="3779924" y="659746"/>
                  </a:lnTo>
                  <a:lnTo>
                    <a:pt x="3740580" y="721497"/>
                  </a:lnTo>
                  <a:lnTo>
                    <a:pt x="3701942" y="787128"/>
                  </a:lnTo>
                  <a:lnTo>
                    <a:pt x="3663822" y="856670"/>
                  </a:lnTo>
                  <a:lnTo>
                    <a:pt x="3626066" y="930097"/>
                  </a:lnTo>
                  <a:lnTo>
                    <a:pt x="3588550" y="1007328"/>
                  </a:lnTo>
                  <a:lnTo>
                    <a:pt x="3551174" y="1088219"/>
                  </a:lnTo>
                  <a:lnTo>
                    <a:pt x="3513864" y="1172562"/>
                  </a:lnTo>
                  <a:lnTo>
                    <a:pt x="3476566" y="1260083"/>
                  </a:lnTo>
                  <a:lnTo>
                    <a:pt x="3439244" y="1350447"/>
                  </a:lnTo>
                  <a:lnTo>
                    <a:pt x="3401877" y="1443259"/>
                  </a:lnTo>
                  <a:lnTo>
                    <a:pt x="3364459" y="1538069"/>
                  </a:lnTo>
                  <a:lnTo>
                    <a:pt x="3326995" y="1634385"/>
                  </a:lnTo>
                  <a:lnTo>
                    <a:pt x="3289498" y="1731676"/>
                  </a:lnTo>
                  <a:lnTo>
                    <a:pt x="3251985" y="1829391"/>
                  </a:lnTo>
                  <a:lnTo>
                    <a:pt x="3214477" y="1926967"/>
                  </a:lnTo>
                  <a:lnTo>
                    <a:pt x="3176994" y="2023847"/>
                  </a:lnTo>
                  <a:lnTo>
                    <a:pt x="3139552" y="2119488"/>
                  </a:lnTo>
                  <a:lnTo>
                    <a:pt x="3102159" y="2213376"/>
                  </a:lnTo>
                  <a:lnTo>
                    <a:pt x="3064815" y="2305039"/>
                  </a:lnTo>
                  <a:lnTo>
                    <a:pt x="3027508" y="2394054"/>
                  </a:lnTo>
                  <a:lnTo>
                    <a:pt x="2990210" y="2480053"/>
                  </a:lnTo>
                  <a:lnTo>
                    <a:pt x="2952876" y="2562731"/>
                  </a:lnTo>
                  <a:lnTo>
                    <a:pt x="2915442" y="2641848"/>
                  </a:lnTo>
                  <a:lnTo>
                    <a:pt x="2877822" y="2717226"/>
                  </a:lnTo>
                  <a:lnTo>
                    <a:pt x="2839904" y="2788752"/>
                  </a:lnTo>
                  <a:lnTo>
                    <a:pt x="2801551" y="2856374"/>
                  </a:lnTo>
                  <a:lnTo>
                    <a:pt x="2762593" y="2920093"/>
                  </a:lnTo>
                  <a:lnTo>
                    <a:pt x="2722821" y="2979964"/>
                  </a:lnTo>
                  <a:lnTo>
                    <a:pt x="2702183" y="3008997"/>
                  </a:lnTo>
                  <a:lnTo>
                    <a:pt x="2651778" y="3074168"/>
                  </a:lnTo>
                  <a:lnTo>
                    <a:pt x="2599073" y="3133842"/>
                  </a:lnTo>
                  <a:lnTo>
                    <a:pt x="2543444" y="3188204"/>
                  </a:lnTo>
                  <a:lnTo>
                    <a:pt x="2484203" y="3237609"/>
                  </a:lnTo>
                  <a:lnTo>
                    <a:pt x="2420636" y="3282494"/>
                  </a:lnTo>
                  <a:lnTo>
                    <a:pt x="2352037" y="3323312"/>
                  </a:lnTo>
                  <a:lnTo>
                    <a:pt x="2277754" y="3360493"/>
                  </a:lnTo>
                  <a:lnTo>
                    <a:pt x="2197245" y="3394420"/>
                  </a:lnTo>
                  <a:lnTo>
                    <a:pt x="2110151" y="3425419"/>
                  </a:lnTo>
                  <a:lnTo>
                    <a:pt x="2016399" y="3453743"/>
                  </a:lnTo>
                  <a:lnTo>
                    <a:pt x="1916315" y="3479575"/>
                  </a:lnTo>
                  <a:lnTo>
                    <a:pt x="1810755" y="3503025"/>
                  </a:lnTo>
                  <a:lnTo>
                    <a:pt x="1701219" y="3524139"/>
                  </a:lnTo>
                  <a:lnTo>
                    <a:pt x="1589928" y="3542907"/>
                  </a:lnTo>
                  <a:lnTo>
                    <a:pt x="1479808" y="3559285"/>
                  </a:lnTo>
                  <a:lnTo>
                    <a:pt x="1374342" y="3573226"/>
                  </a:lnTo>
                  <a:lnTo>
                    <a:pt x="1277264" y="3584710"/>
                  </a:lnTo>
                  <a:lnTo>
                    <a:pt x="1192115" y="3593780"/>
                  </a:lnTo>
                  <a:lnTo>
                    <a:pt x="1121726" y="3600568"/>
                  </a:lnTo>
                  <a:lnTo>
                    <a:pt x="1067739" y="3605302"/>
                  </a:lnTo>
                  <a:lnTo>
                    <a:pt x="1030289" y="3608299"/>
                  </a:lnTo>
                  <a:lnTo>
                    <a:pt x="1007898" y="3609939"/>
                  </a:lnTo>
                  <a:lnTo>
                    <a:pt x="997571" y="3610633"/>
                  </a:lnTo>
                  <a:lnTo>
                    <a:pt x="994940" y="3610796"/>
                  </a:lnTo>
                  <a:lnTo>
                    <a:pt x="0" y="3610796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44" name="pl1743"/>
            <p:cNvSpPr/>
            <p:nvPr/>
          </p:nvSpPr>
          <p:spPr>
            <a:xfrm>
              <a:off x="1199187" y="2006998"/>
              <a:ext cx="12049831" cy="3610796"/>
            </a:xfrm>
            <a:custGeom>
              <a:avLst/>
              <a:pathLst>
                <a:path w="12049831" h="3610796">
                  <a:moveTo>
                    <a:pt x="0" y="3610796"/>
                  </a:moveTo>
                  <a:lnTo>
                    <a:pt x="994940" y="3610796"/>
                  </a:lnTo>
                  <a:lnTo>
                    <a:pt x="995982" y="3610733"/>
                  </a:lnTo>
                  <a:lnTo>
                    <a:pt x="1002873" y="3610284"/>
                  </a:lnTo>
                  <a:lnTo>
                    <a:pt x="1020376" y="3609042"/>
                  </a:lnTo>
                  <a:lnTo>
                    <a:pt x="1051997" y="3606594"/>
                  </a:lnTo>
                  <a:lnTo>
                    <a:pt x="1099794" y="3602544"/>
                  </a:lnTo>
                  <a:lnTo>
                    <a:pt x="1164230" y="3596548"/>
                  </a:lnTo>
                  <a:lnTo>
                    <a:pt x="1244193" y="3588343"/>
                  </a:lnTo>
                  <a:lnTo>
                    <a:pt x="1337242" y="3577761"/>
                  </a:lnTo>
                  <a:lnTo>
                    <a:pt x="1440040" y="3564730"/>
                  </a:lnTo>
                  <a:lnTo>
                    <a:pt x="1548866" y="3549249"/>
                  </a:lnTo>
                  <a:lnTo>
                    <a:pt x="1660099" y="3531360"/>
                  </a:lnTo>
                  <a:lnTo>
                    <a:pt x="1770582" y="3511111"/>
                  </a:lnTo>
                  <a:lnTo>
                    <a:pt x="1877826" y="3488527"/>
                  </a:lnTo>
                  <a:lnTo>
                    <a:pt x="1980068" y="3463585"/>
                  </a:lnTo>
                  <a:lnTo>
                    <a:pt x="2076227" y="3436200"/>
                  </a:lnTo>
                  <a:lnTo>
                    <a:pt x="2165794" y="3406218"/>
                  </a:lnTo>
                  <a:lnTo>
                    <a:pt x="2248711" y="3373408"/>
                  </a:lnTo>
                  <a:lnTo>
                    <a:pt x="2325243" y="3337473"/>
                  </a:lnTo>
                  <a:lnTo>
                    <a:pt x="2395873" y="3298049"/>
                  </a:lnTo>
                  <a:lnTo>
                    <a:pt x="2461222" y="3254722"/>
                  </a:lnTo>
                  <a:lnTo>
                    <a:pt x="2521980" y="3207042"/>
                  </a:lnTo>
                  <a:lnTo>
                    <a:pt x="2578864" y="3154562"/>
                  </a:lnTo>
                  <a:lnTo>
                    <a:pt x="2632574" y="3096886"/>
                  </a:lnTo>
                  <a:lnTo>
                    <a:pt x="2683763" y="3033754"/>
                  </a:lnTo>
                  <a:lnTo>
                    <a:pt x="2702183" y="3008997"/>
                  </a:lnTo>
                  <a:lnTo>
                    <a:pt x="2742461" y="2951050"/>
                  </a:lnTo>
                  <a:lnTo>
                    <a:pt x="2781805" y="2889299"/>
                  </a:lnTo>
                  <a:lnTo>
                    <a:pt x="2820443" y="2823668"/>
                  </a:lnTo>
                  <a:lnTo>
                    <a:pt x="2858563" y="2754126"/>
                  </a:lnTo>
                  <a:lnTo>
                    <a:pt x="2896319" y="2680699"/>
                  </a:lnTo>
                  <a:lnTo>
                    <a:pt x="2933835" y="2603468"/>
                  </a:lnTo>
                  <a:lnTo>
                    <a:pt x="2971211" y="2522577"/>
                  </a:lnTo>
                  <a:lnTo>
                    <a:pt x="3008521" y="2438234"/>
                  </a:lnTo>
                  <a:lnTo>
                    <a:pt x="3045819" y="2350713"/>
                  </a:lnTo>
                  <a:lnTo>
                    <a:pt x="3083141" y="2260349"/>
                  </a:lnTo>
                  <a:lnTo>
                    <a:pt x="3120508" y="2167537"/>
                  </a:lnTo>
                  <a:lnTo>
                    <a:pt x="3157926" y="2072726"/>
                  </a:lnTo>
                  <a:lnTo>
                    <a:pt x="3195390" y="1976411"/>
                  </a:lnTo>
                  <a:lnTo>
                    <a:pt x="3232887" y="1879120"/>
                  </a:lnTo>
                  <a:lnTo>
                    <a:pt x="3270400" y="1781405"/>
                  </a:lnTo>
                  <a:lnTo>
                    <a:pt x="3307908" y="1683829"/>
                  </a:lnTo>
                  <a:lnTo>
                    <a:pt x="3345391" y="1586949"/>
                  </a:lnTo>
                  <a:lnTo>
                    <a:pt x="3382833" y="1491308"/>
                  </a:lnTo>
                  <a:lnTo>
                    <a:pt x="3420226" y="1397420"/>
                  </a:lnTo>
                  <a:lnTo>
                    <a:pt x="3457570" y="1305756"/>
                  </a:lnTo>
                  <a:lnTo>
                    <a:pt x="3494877" y="1216742"/>
                  </a:lnTo>
                  <a:lnTo>
                    <a:pt x="3532175" y="1130743"/>
                  </a:lnTo>
                  <a:lnTo>
                    <a:pt x="3569509" y="1048065"/>
                  </a:lnTo>
                  <a:lnTo>
                    <a:pt x="3606943" y="968948"/>
                  </a:lnTo>
                  <a:lnTo>
                    <a:pt x="3644563" y="893570"/>
                  </a:lnTo>
                  <a:lnTo>
                    <a:pt x="3682481" y="822044"/>
                  </a:lnTo>
                  <a:lnTo>
                    <a:pt x="3720834" y="754422"/>
                  </a:lnTo>
                  <a:lnTo>
                    <a:pt x="3759792" y="690703"/>
                  </a:lnTo>
                  <a:lnTo>
                    <a:pt x="3799563" y="630832"/>
                  </a:lnTo>
                  <a:lnTo>
                    <a:pt x="3820202" y="601799"/>
                  </a:lnTo>
                  <a:lnTo>
                    <a:pt x="3870607" y="536628"/>
                  </a:lnTo>
                  <a:lnTo>
                    <a:pt x="3923312" y="476953"/>
                  </a:lnTo>
                  <a:lnTo>
                    <a:pt x="3978941" y="422592"/>
                  </a:lnTo>
                  <a:lnTo>
                    <a:pt x="4038182" y="373187"/>
                  </a:lnTo>
                  <a:lnTo>
                    <a:pt x="4101749" y="328302"/>
                  </a:lnTo>
                  <a:lnTo>
                    <a:pt x="4170348" y="287484"/>
                  </a:lnTo>
                  <a:lnTo>
                    <a:pt x="4244631" y="250303"/>
                  </a:lnTo>
                  <a:lnTo>
                    <a:pt x="4325140" y="216376"/>
                  </a:lnTo>
                  <a:lnTo>
                    <a:pt x="4412234" y="185377"/>
                  </a:lnTo>
                  <a:lnTo>
                    <a:pt x="4505986" y="157053"/>
                  </a:lnTo>
                  <a:lnTo>
                    <a:pt x="4606070" y="131221"/>
                  </a:lnTo>
                  <a:lnTo>
                    <a:pt x="4711630" y="107770"/>
                  </a:lnTo>
                  <a:lnTo>
                    <a:pt x="4821166" y="86656"/>
                  </a:lnTo>
                  <a:lnTo>
                    <a:pt x="4932457" y="67889"/>
                  </a:lnTo>
                  <a:lnTo>
                    <a:pt x="5042577" y="51511"/>
                  </a:lnTo>
                  <a:lnTo>
                    <a:pt x="5148043" y="37570"/>
                  </a:lnTo>
                  <a:lnTo>
                    <a:pt x="5245121" y="26086"/>
                  </a:lnTo>
                  <a:lnTo>
                    <a:pt x="5330270" y="17016"/>
                  </a:lnTo>
                  <a:lnTo>
                    <a:pt x="5400659" y="10228"/>
                  </a:lnTo>
                  <a:lnTo>
                    <a:pt x="5454646" y="5494"/>
                  </a:lnTo>
                  <a:lnTo>
                    <a:pt x="5492096" y="2497"/>
                  </a:lnTo>
                  <a:lnTo>
                    <a:pt x="5514487" y="857"/>
                  </a:lnTo>
                  <a:lnTo>
                    <a:pt x="5524814" y="163"/>
                  </a:lnTo>
                  <a:lnTo>
                    <a:pt x="5527391" y="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9" y="11"/>
                  </a:lnTo>
                  <a:lnTo>
                    <a:pt x="6531001" y="90"/>
                  </a:lnTo>
                  <a:lnTo>
                    <a:pt x="6549963" y="308"/>
                  </a:lnTo>
                  <a:lnTo>
                    <a:pt x="6584115" y="738"/>
                  </a:lnTo>
                  <a:lnTo>
                    <a:pt x="6635528" y="1448"/>
                  </a:lnTo>
                  <a:lnTo>
                    <a:pt x="6704475" y="2498"/>
                  </a:lnTo>
                  <a:lnTo>
                    <a:pt x="6789495" y="3930"/>
                  </a:lnTo>
                  <a:lnTo>
                    <a:pt x="6887709" y="5771"/>
                  </a:lnTo>
                  <a:lnTo>
                    <a:pt x="6995348" y="8032"/>
                  </a:lnTo>
                  <a:lnTo>
                    <a:pt x="7108344" y="10708"/>
                  </a:lnTo>
                  <a:lnTo>
                    <a:pt x="7222862" y="13793"/>
                  </a:lnTo>
                  <a:lnTo>
                    <a:pt x="7335671" y="17278"/>
                  </a:lnTo>
                  <a:lnTo>
                    <a:pt x="7444322" y="21161"/>
                  </a:lnTo>
                  <a:lnTo>
                    <a:pt x="7547172" y="25451"/>
                  </a:lnTo>
                  <a:lnTo>
                    <a:pt x="7643301" y="30167"/>
                  </a:lnTo>
                  <a:lnTo>
                    <a:pt x="7732377" y="35341"/>
                  </a:lnTo>
                  <a:lnTo>
                    <a:pt x="7814509" y="41020"/>
                  </a:lnTo>
                  <a:lnTo>
                    <a:pt x="7890111" y="47261"/>
                  </a:lnTo>
                  <a:lnTo>
                    <a:pt x="7959794" y="54132"/>
                  </a:lnTo>
                  <a:lnTo>
                    <a:pt x="8024281" y="61711"/>
                  </a:lnTo>
                  <a:lnTo>
                    <a:pt x="8084347" y="70077"/>
                  </a:lnTo>
                  <a:lnTo>
                    <a:pt x="8140765" y="79304"/>
                  </a:lnTo>
                  <a:lnTo>
                    <a:pt x="8194270" y="89450"/>
                  </a:lnTo>
                  <a:lnTo>
                    <a:pt x="8229629" y="96951"/>
                  </a:lnTo>
                  <a:lnTo>
                    <a:pt x="8289587" y="111160"/>
                  </a:lnTo>
                  <a:lnTo>
                    <a:pt x="8347707" y="126757"/>
                  </a:lnTo>
                  <a:lnTo>
                    <a:pt x="8404655" y="143765"/>
                  </a:lnTo>
                  <a:lnTo>
                    <a:pt x="8460926" y="162162"/>
                  </a:lnTo>
                  <a:lnTo>
                    <a:pt x="8516873" y="181881"/>
                  </a:lnTo>
                  <a:lnTo>
                    <a:pt x="8572733" y="202799"/>
                  </a:lnTo>
                  <a:lnTo>
                    <a:pt x="8628644" y="224744"/>
                  </a:lnTo>
                  <a:lnTo>
                    <a:pt x="8684661" y="247495"/>
                  </a:lnTo>
                  <a:lnTo>
                    <a:pt x="8740781" y="270792"/>
                  </a:lnTo>
                  <a:lnTo>
                    <a:pt x="8796956" y="294346"/>
                  </a:lnTo>
                  <a:lnTo>
                    <a:pt x="8853121" y="317856"/>
                  </a:lnTo>
                  <a:lnTo>
                    <a:pt x="8909214" y="341020"/>
                  </a:lnTo>
                  <a:lnTo>
                    <a:pt x="8965198" y="363558"/>
                  </a:lnTo>
                  <a:lnTo>
                    <a:pt x="9021084" y="385220"/>
                  </a:lnTo>
                  <a:lnTo>
                    <a:pt x="9076951" y="405799"/>
                  </a:lnTo>
                  <a:lnTo>
                    <a:pt x="9132965" y="425136"/>
                  </a:lnTo>
                  <a:lnTo>
                    <a:pt x="9189394" y="443127"/>
                  </a:lnTo>
                  <a:lnTo>
                    <a:pt x="9246630" y="459718"/>
                  </a:lnTo>
                  <a:lnTo>
                    <a:pt x="9305216" y="474899"/>
                  </a:lnTo>
                  <a:lnTo>
                    <a:pt x="9347647" y="484758"/>
                  </a:lnTo>
                  <a:lnTo>
                    <a:pt x="9399540" y="495547"/>
                  </a:lnTo>
                  <a:lnTo>
                    <a:pt x="9453885" y="505400"/>
                  </a:lnTo>
                  <a:lnTo>
                    <a:pt x="9511367" y="514349"/>
                  </a:lnTo>
                  <a:lnTo>
                    <a:pt x="9572738" y="522460"/>
                  </a:lnTo>
                  <a:lnTo>
                    <a:pt x="9638775" y="529808"/>
                  </a:lnTo>
                  <a:lnTo>
                    <a:pt x="9710243" y="536473"/>
                  </a:lnTo>
                  <a:lnTo>
                    <a:pt x="9787838" y="542531"/>
                  </a:lnTo>
                  <a:lnTo>
                    <a:pt x="9872118" y="548045"/>
                  </a:lnTo>
                  <a:lnTo>
                    <a:pt x="9963416" y="553071"/>
                  </a:lnTo>
                  <a:lnTo>
                    <a:pt x="10061717" y="557650"/>
                  </a:lnTo>
                  <a:lnTo>
                    <a:pt x="10166519" y="561811"/>
                  </a:lnTo>
                  <a:lnTo>
                    <a:pt x="10276690" y="565569"/>
                  </a:lnTo>
                  <a:lnTo>
                    <a:pt x="10390338" y="568929"/>
                  </a:lnTo>
                  <a:lnTo>
                    <a:pt x="10504761" y="571887"/>
                  </a:lnTo>
                  <a:lnTo>
                    <a:pt x="10616507" y="574433"/>
                  </a:lnTo>
                  <a:lnTo>
                    <a:pt x="10721621" y="576561"/>
                  </a:lnTo>
                  <a:lnTo>
                    <a:pt x="10816067" y="578272"/>
                  </a:lnTo>
                  <a:lnTo>
                    <a:pt x="10896291" y="579581"/>
                  </a:lnTo>
                  <a:lnTo>
                    <a:pt x="10959810" y="580519"/>
                  </a:lnTo>
                  <a:lnTo>
                    <a:pt x="11005685" y="581134"/>
                  </a:lnTo>
                  <a:lnTo>
                    <a:pt x="11034761" y="581490"/>
                  </a:lnTo>
                  <a:lnTo>
                    <a:pt x="11049646" y="581656"/>
                  </a:lnTo>
                  <a:lnTo>
                    <a:pt x="11054519" y="581706"/>
                  </a:lnTo>
                  <a:lnTo>
                    <a:pt x="11054891" y="581710"/>
                  </a:lnTo>
                  <a:lnTo>
                    <a:pt x="12049831" y="581710"/>
                  </a:lnTo>
                  <a:lnTo>
                    <a:pt x="12049831" y="5817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5" name="pl1744"/>
            <p:cNvSpPr/>
            <p:nvPr/>
          </p:nvSpPr>
          <p:spPr>
            <a:xfrm>
              <a:off x="1199187" y="2001757"/>
              <a:ext cx="12049831" cy="3610796"/>
            </a:xfrm>
            <a:custGeom>
              <a:avLst/>
              <a:pathLst>
                <a:path w="12049831" h="3610796">
                  <a:moveTo>
                    <a:pt x="12049831" y="581710"/>
                  </a:moveTo>
                  <a:lnTo>
                    <a:pt x="11054891" y="581710"/>
                  </a:lnTo>
                  <a:lnTo>
                    <a:pt x="11053757" y="581699"/>
                  </a:lnTo>
                  <a:lnTo>
                    <a:pt x="11046275" y="581620"/>
                  </a:lnTo>
                  <a:lnTo>
                    <a:pt x="11027313" y="581402"/>
                  </a:lnTo>
                  <a:lnTo>
                    <a:pt x="10993161" y="580972"/>
                  </a:lnTo>
                  <a:lnTo>
                    <a:pt x="10941749" y="580261"/>
                  </a:lnTo>
                  <a:lnTo>
                    <a:pt x="10872802" y="579212"/>
                  </a:lnTo>
                  <a:lnTo>
                    <a:pt x="10787782" y="577779"/>
                  </a:lnTo>
                  <a:lnTo>
                    <a:pt x="10689567" y="575938"/>
                  </a:lnTo>
                  <a:lnTo>
                    <a:pt x="10581929" y="573678"/>
                  </a:lnTo>
                  <a:lnTo>
                    <a:pt x="10468933" y="571001"/>
                  </a:lnTo>
                  <a:lnTo>
                    <a:pt x="10354414" y="567917"/>
                  </a:lnTo>
                  <a:lnTo>
                    <a:pt x="10241605" y="564432"/>
                  </a:lnTo>
                  <a:lnTo>
                    <a:pt x="10132954" y="560548"/>
                  </a:lnTo>
                  <a:lnTo>
                    <a:pt x="10030105" y="556258"/>
                  </a:lnTo>
                  <a:lnTo>
                    <a:pt x="9933976" y="551542"/>
                  </a:lnTo>
                  <a:lnTo>
                    <a:pt x="9844900" y="546368"/>
                  </a:lnTo>
                  <a:lnTo>
                    <a:pt x="9762768" y="540690"/>
                  </a:lnTo>
                  <a:lnTo>
                    <a:pt x="9687166" y="534449"/>
                  </a:lnTo>
                  <a:lnTo>
                    <a:pt x="9617483" y="527577"/>
                  </a:lnTo>
                  <a:lnTo>
                    <a:pt x="9552995" y="519998"/>
                  </a:lnTo>
                  <a:lnTo>
                    <a:pt x="9492930" y="511632"/>
                  </a:lnTo>
                  <a:lnTo>
                    <a:pt x="9436512" y="502405"/>
                  </a:lnTo>
                  <a:lnTo>
                    <a:pt x="9383006" y="492260"/>
                  </a:lnTo>
                  <a:lnTo>
                    <a:pt x="9347647" y="484758"/>
                  </a:lnTo>
                  <a:lnTo>
                    <a:pt x="9287690" y="470550"/>
                  </a:lnTo>
                  <a:lnTo>
                    <a:pt x="9229570" y="454953"/>
                  </a:lnTo>
                  <a:lnTo>
                    <a:pt x="9172622" y="437945"/>
                  </a:lnTo>
                  <a:lnTo>
                    <a:pt x="9116351" y="419547"/>
                  </a:lnTo>
                  <a:lnTo>
                    <a:pt x="9060403" y="399829"/>
                  </a:lnTo>
                  <a:lnTo>
                    <a:pt x="9004543" y="378911"/>
                  </a:lnTo>
                  <a:lnTo>
                    <a:pt x="8948633" y="356966"/>
                  </a:lnTo>
                  <a:lnTo>
                    <a:pt x="8892616" y="334215"/>
                  </a:lnTo>
                  <a:lnTo>
                    <a:pt x="8836496" y="310917"/>
                  </a:lnTo>
                  <a:lnTo>
                    <a:pt x="8780321" y="287363"/>
                  </a:lnTo>
                  <a:lnTo>
                    <a:pt x="8724155" y="263854"/>
                  </a:lnTo>
                  <a:lnTo>
                    <a:pt x="8668063" y="240689"/>
                  </a:lnTo>
                  <a:lnTo>
                    <a:pt x="8612079" y="218151"/>
                  </a:lnTo>
                  <a:lnTo>
                    <a:pt x="8556193" y="196489"/>
                  </a:lnTo>
                  <a:lnTo>
                    <a:pt x="8500325" y="175911"/>
                  </a:lnTo>
                  <a:lnTo>
                    <a:pt x="8444312" y="156573"/>
                  </a:lnTo>
                  <a:lnTo>
                    <a:pt x="8387883" y="138582"/>
                  </a:lnTo>
                  <a:lnTo>
                    <a:pt x="8330646" y="121992"/>
                  </a:lnTo>
                  <a:lnTo>
                    <a:pt x="8272060" y="106810"/>
                  </a:lnTo>
                  <a:lnTo>
                    <a:pt x="8229629" y="96951"/>
                  </a:lnTo>
                  <a:lnTo>
                    <a:pt x="8177736" y="86162"/>
                  </a:lnTo>
                  <a:lnTo>
                    <a:pt x="8123391" y="76309"/>
                  </a:lnTo>
                  <a:lnTo>
                    <a:pt x="8065909" y="67360"/>
                  </a:lnTo>
                  <a:lnTo>
                    <a:pt x="8004539" y="59250"/>
                  </a:lnTo>
                  <a:lnTo>
                    <a:pt x="7938501" y="51901"/>
                  </a:lnTo>
                  <a:lnTo>
                    <a:pt x="7867033" y="45236"/>
                  </a:lnTo>
                  <a:lnTo>
                    <a:pt x="7789439" y="39179"/>
                  </a:lnTo>
                  <a:lnTo>
                    <a:pt x="7705158" y="33664"/>
                  </a:lnTo>
                  <a:lnTo>
                    <a:pt x="7613860" y="28638"/>
                  </a:lnTo>
                  <a:lnTo>
                    <a:pt x="7515560" y="24059"/>
                  </a:lnTo>
                  <a:lnTo>
                    <a:pt x="7410758" y="19898"/>
                  </a:lnTo>
                  <a:lnTo>
                    <a:pt x="7300587" y="16140"/>
                  </a:lnTo>
                  <a:lnTo>
                    <a:pt x="7186938" y="12780"/>
                  </a:lnTo>
                  <a:lnTo>
                    <a:pt x="7072516" y="9823"/>
                  </a:lnTo>
                  <a:lnTo>
                    <a:pt x="6960770" y="7276"/>
                  </a:lnTo>
                  <a:lnTo>
                    <a:pt x="6855656" y="5148"/>
                  </a:lnTo>
                  <a:lnTo>
                    <a:pt x="6761210" y="3437"/>
                  </a:lnTo>
                  <a:lnTo>
                    <a:pt x="6680986" y="2128"/>
                  </a:lnTo>
                  <a:lnTo>
                    <a:pt x="6617467" y="1191"/>
                  </a:lnTo>
                  <a:lnTo>
                    <a:pt x="6571592" y="575"/>
                  </a:lnTo>
                  <a:lnTo>
                    <a:pt x="6542516" y="220"/>
                  </a:lnTo>
                  <a:lnTo>
                    <a:pt x="6527630" y="53"/>
                  </a:lnTo>
                  <a:lnTo>
                    <a:pt x="6522757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03" y="63"/>
                  </a:lnTo>
                  <a:lnTo>
                    <a:pt x="5519512" y="512"/>
                  </a:lnTo>
                  <a:lnTo>
                    <a:pt x="5502009" y="1754"/>
                  </a:lnTo>
                  <a:lnTo>
                    <a:pt x="5470388" y="4202"/>
                  </a:lnTo>
                  <a:lnTo>
                    <a:pt x="5422591" y="8252"/>
                  </a:lnTo>
                  <a:lnTo>
                    <a:pt x="5358155" y="14248"/>
                  </a:lnTo>
                  <a:lnTo>
                    <a:pt x="5278192" y="22453"/>
                  </a:lnTo>
                  <a:lnTo>
                    <a:pt x="5185143" y="33035"/>
                  </a:lnTo>
                  <a:lnTo>
                    <a:pt x="5082345" y="46066"/>
                  </a:lnTo>
                  <a:lnTo>
                    <a:pt x="4973519" y="61547"/>
                  </a:lnTo>
                  <a:lnTo>
                    <a:pt x="4862286" y="79436"/>
                  </a:lnTo>
                  <a:lnTo>
                    <a:pt x="4751803" y="99685"/>
                  </a:lnTo>
                  <a:lnTo>
                    <a:pt x="4644559" y="122269"/>
                  </a:lnTo>
                  <a:lnTo>
                    <a:pt x="4542317" y="147211"/>
                  </a:lnTo>
                  <a:lnTo>
                    <a:pt x="4446158" y="174595"/>
                  </a:lnTo>
                  <a:lnTo>
                    <a:pt x="4356591" y="204578"/>
                  </a:lnTo>
                  <a:lnTo>
                    <a:pt x="4273674" y="237388"/>
                  </a:lnTo>
                  <a:lnTo>
                    <a:pt x="4197142" y="273323"/>
                  </a:lnTo>
                  <a:lnTo>
                    <a:pt x="4126512" y="312747"/>
                  </a:lnTo>
                  <a:lnTo>
                    <a:pt x="4061163" y="356074"/>
                  </a:lnTo>
                  <a:lnTo>
                    <a:pt x="4000405" y="403754"/>
                  </a:lnTo>
                  <a:lnTo>
                    <a:pt x="3943521" y="456234"/>
                  </a:lnTo>
                  <a:lnTo>
                    <a:pt x="3889811" y="513910"/>
                  </a:lnTo>
                  <a:lnTo>
                    <a:pt x="3838622" y="577042"/>
                  </a:lnTo>
                  <a:lnTo>
                    <a:pt x="3820202" y="601799"/>
                  </a:lnTo>
                  <a:lnTo>
                    <a:pt x="3779924" y="659746"/>
                  </a:lnTo>
                  <a:lnTo>
                    <a:pt x="3740580" y="721497"/>
                  </a:lnTo>
                  <a:lnTo>
                    <a:pt x="3701942" y="787128"/>
                  </a:lnTo>
                  <a:lnTo>
                    <a:pt x="3663822" y="856670"/>
                  </a:lnTo>
                  <a:lnTo>
                    <a:pt x="3626066" y="930097"/>
                  </a:lnTo>
                  <a:lnTo>
                    <a:pt x="3588550" y="1007328"/>
                  </a:lnTo>
                  <a:lnTo>
                    <a:pt x="3551174" y="1088219"/>
                  </a:lnTo>
                  <a:lnTo>
                    <a:pt x="3513864" y="1172562"/>
                  </a:lnTo>
                  <a:lnTo>
                    <a:pt x="3476566" y="1260083"/>
                  </a:lnTo>
                  <a:lnTo>
                    <a:pt x="3439244" y="1350447"/>
                  </a:lnTo>
                  <a:lnTo>
                    <a:pt x="3401877" y="1443259"/>
                  </a:lnTo>
                  <a:lnTo>
                    <a:pt x="3364459" y="1538069"/>
                  </a:lnTo>
                  <a:lnTo>
                    <a:pt x="3326995" y="1634385"/>
                  </a:lnTo>
                  <a:lnTo>
                    <a:pt x="3289498" y="1731676"/>
                  </a:lnTo>
                  <a:lnTo>
                    <a:pt x="3251985" y="1829391"/>
                  </a:lnTo>
                  <a:lnTo>
                    <a:pt x="3214477" y="1926967"/>
                  </a:lnTo>
                  <a:lnTo>
                    <a:pt x="3176994" y="2023847"/>
                  </a:lnTo>
                  <a:lnTo>
                    <a:pt x="3139552" y="2119488"/>
                  </a:lnTo>
                  <a:lnTo>
                    <a:pt x="3102159" y="2213376"/>
                  </a:lnTo>
                  <a:lnTo>
                    <a:pt x="3064815" y="2305039"/>
                  </a:lnTo>
                  <a:lnTo>
                    <a:pt x="3027508" y="2394054"/>
                  </a:lnTo>
                  <a:lnTo>
                    <a:pt x="2990210" y="2480053"/>
                  </a:lnTo>
                  <a:lnTo>
                    <a:pt x="2952876" y="2562731"/>
                  </a:lnTo>
                  <a:lnTo>
                    <a:pt x="2915442" y="2641848"/>
                  </a:lnTo>
                  <a:lnTo>
                    <a:pt x="2877822" y="2717226"/>
                  </a:lnTo>
                  <a:lnTo>
                    <a:pt x="2839904" y="2788752"/>
                  </a:lnTo>
                  <a:lnTo>
                    <a:pt x="2801551" y="2856374"/>
                  </a:lnTo>
                  <a:lnTo>
                    <a:pt x="2762593" y="2920093"/>
                  </a:lnTo>
                  <a:lnTo>
                    <a:pt x="2722821" y="2979964"/>
                  </a:lnTo>
                  <a:lnTo>
                    <a:pt x="2702183" y="3008997"/>
                  </a:lnTo>
                  <a:lnTo>
                    <a:pt x="2651778" y="3074168"/>
                  </a:lnTo>
                  <a:lnTo>
                    <a:pt x="2599073" y="3133842"/>
                  </a:lnTo>
                  <a:lnTo>
                    <a:pt x="2543444" y="3188204"/>
                  </a:lnTo>
                  <a:lnTo>
                    <a:pt x="2484203" y="3237609"/>
                  </a:lnTo>
                  <a:lnTo>
                    <a:pt x="2420636" y="3282494"/>
                  </a:lnTo>
                  <a:lnTo>
                    <a:pt x="2352037" y="3323312"/>
                  </a:lnTo>
                  <a:lnTo>
                    <a:pt x="2277754" y="3360493"/>
                  </a:lnTo>
                  <a:lnTo>
                    <a:pt x="2197245" y="3394420"/>
                  </a:lnTo>
                  <a:lnTo>
                    <a:pt x="2110151" y="3425419"/>
                  </a:lnTo>
                  <a:lnTo>
                    <a:pt x="2016399" y="3453743"/>
                  </a:lnTo>
                  <a:lnTo>
                    <a:pt x="1916315" y="3479575"/>
                  </a:lnTo>
                  <a:lnTo>
                    <a:pt x="1810755" y="3503025"/>
                  </a:lnTo>
                  <a:lnTo>
                    <a:pt x="1701219" y="3524139"/>
                  </a:lnTo>
                  <a:lnTo>
                    <a:pt x="1589928" y="3542907"/>
                  </a:lnTo>
                  <a:lnTo>
                    <a:pt x="1479808" y="3559285"/>
                  </a:lnTo>
                  <a:lnTo>
                    <a:pt x="1374342" y="3573226"/>
                  </a:lnTo>
                  <a:lnTo>
                    <a:pt x="1277264" y="3584710"/>
                  </a:lnTo>
                  <a:lnTo>
                    <a:pt x="1192115" y="3593780"/>
                  </a:lnTo>
                  <a:lnTo>
                    <a:pt x="1121726" y="3600568"/>
                  </a:lnTo>
                  <a:lnTo>
                    <a:pt x="1067739" y="3605302"/>
                  </a:lnTo>
                  <a:lnTo>
                    <a:pt x="1030289" y="3608299"/>
                  </a:lnTo>
                  <a:lnTo>
                    <a:pt x="1007898" y="3609939"/>
                  </a:lnTo>
                  <a:lnTo>
                    <a:pt x="997571" y="3610633"/>
                  </a:lnTo>
                  <a:lnTo>
                    <a:pt x="994994" y="3610793"/>
                  </a:lnTo>
                  <a:lnTo>
                    <a:pt x="994940" y="3610796"/>
                  </a:lnTo>
                  <a:lnTo>
                    <a:pt x="0" y="3610796"/>
                  </a:lnTo>
                  <a:lnTo>
                    <a:pt x="0" y="36107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6" name="pg1745"/>
            <p:cNvSpPr/>
            <p:nvPr/>
          </p:nvSpPr>
          <p:spPr>
            <a:xfrm>
              <a:off x="1199187" y="2033201"/>
              <a:ext cx="12049831" cy="3589834"/>
            </a:xfrm>
            <a:custGeom>
              <a:avLst/>
              <a:pathLst>
                <a:path w="12049831" h="3589834">
                  <a:moveTo>
                    <a:pt x="0" y="3589834"/>
                  </a:moveTo>
                  <a:lnTo>
                    <a:pt x="994940" y="3589834"/>
                  </a:lnTo>
                  <a:lnTo>
                    <a:pt x="995983" y="3589771"/>
                  </a:lnTo>
                  <a:lnTo>
                    <a:pt x="1002882" y="3589324"/>
                  </a:lnTo>
                  <a:lnTo>
                    <a:pt x="1020405" y="3588090"/>
                  </a:lnTo>
                  <a:lnTo>
                    <a:pt x="1052060" y="3585657"/>
                  </a:lnTo>
                  <a:lnTo>
                    <a:pt x="1099907" y="3581632"/>
                  </a:lnTo>
                  <a:lnTo>
                    <a:pt x="1164404" y="3575672"/>
                  </a:lnTo>
                  <a:lnTo>
                    <a:pt x="1244436" y="3567517"/>
                  </a:lnTo>
                  <a:lnTo>
                    <a:pt x="1337558" y="3557001"/>
                  </a:lnTo>
                  <a:lnTo>
                    <a:pt x="1440423" y="3544051"/>
                  </a:lnTo>
                  <a:lnTo>
                    <a:pt x="1549308" y="3528667"/>
                  </a:lnTo>
                  <a:lnTo>
                    <a:pt x="1660588" y="3510890"/>
                  </a:lnTo>
                  <a:lnTo>
                    <a:pt x="1771106" y="3490769"/>
                  </a:lnTo>
                  <a:lnTo>
                    <a:pt x="1878372" y="3468329"/>
                  </a:lnTo>
                  <a:lnTo>
                    <a:pt x="1980624" y="3443545"/>
                  </a:lnTo>
                  <a:lnTo>
                    <a:pt x="2076784" y="3416334"/>
                  </a:lnTo>
                  <a:lnTo>
                    <a:pt x="2166346" y="3386541"/>
                  </a:lnTo>
                  <a:lnTo>
                    <a:pt x="2249253" y="3353937"/>
                  </a:lnTo>
                  <a:lnTo>
                    <a:pt x="2325772" y="3318225"/>
                  </a:lnTo>
                  <a:lnTo>
                    <a:pt x="2396389" y="3279045"/>
                  </a:lnTo>
                  <a:lnTo>
                    <a:pt x="2461725" y="3235982"/>
                  </a:lnTo>
                  <a:lnTo>
                    <a:pt x="2522473" y="3188592"/>
                  </a:lnTo>
                  <a:lnTo>
                    <a:pt x="2579349" y="3136429"/>
                  </a:lnTo>
                  <a:lnTo>
                    <a:pt x="2633055" y="3079102"/>
                  </a:lnTo>
                  <a:lnTo>
                    <a:pt x="2684244" y="3016351"/>
                  </a:lnTo>
                  <a:lnTo>
                    <a:pt x="2702183" y="2992402"/>
                  </a:lnTo>
                  <a:lnTo>
                    <a:pt x="2742580" y="2934697"/>
                  </a:lnTo>
                  <a:lnTo>
                    <a:pt x="2782038" y="2873193"/>
                  </a:lnTo>
                  <a:lnTo>
                    <a:pt x="2820788" y="2807814"/>
                  </a:lnTo>
                  <a:lnTo>
                    <a:pt x="2859017" y="2738530"/>
                  </a:lnTo>
                  <a:lnTo>
                    <a:pt x="2896882" y="2665365"/>
                  </a:lnTo>
                  <a:lnTo>
                    <a:pt x="2934508" y="2588403"/>
                  </a:lnTo>
                  <a:lnTo>
                    <a:pt x="2971994" y="2507790"/>
                  </a:lnTo>
                  <a:lnTo>
                    <a:pt x="3009414" y="2423734"/>
                  </a:lnTo>
                  <a:lnTo>
                    <a:pt x="3046825" y="2336511"/>
                  </a:lnTo>
                  <a:lnTo>
                    <a:pt x="3084260" y="2246459"/>
                  </a:lnTo>
                  <a:lnTo>
                    <a:pt x="3121740" y="2153975"/>
                  </a:lnTo>
                  <a:lnTo>
                    <a:pt x="3159272" y="2059511"/>
                  </a:lnTo>
                  <a:lnTo>
                    <a:pt x="3196850" y="1963562"/>
                  </a:lnTo>
                  <a:lnTo>
                    <a:pt x="3234461" y="1866660"/>
                  </a:lnTo>
                  <a:lnTo>
                    <a:pt x="3272086" y="1769358"/>
                  </a:lnTo>
                  <a:lnTo>
                    <a:pt x="3309706" y="1672219"/>
                  </a:lnTo>
                  <a:lnTo>
                    <a:pt x="3347299" y="1575803"/>
                  </a:lnTo>
                  <a:lnTo>
                    <a:pt x="3384851" y="1480651"/>
                  </a:lnTo>
                  <a:lnTo>
                    <a:pt x="3422353" y="1387276"/>
                  </a:lnTo>
                  <a:lnTo>
                    <a:pt x="3459806" y="1296148"/>
                  </a:lnTo>
                  <a:lnTo>
                    <a:pt x="3497224" y="1207689"/>
                  </a:lnTo>
                  <a:lnTo>
                    <a:pt x="3534634" y="1122263"/>
                  </a:lnTo>
                  <a:lnTo>
                    <a:pt x="3572085" y="1040171"/>
                  </a:lnTo>
                  <a:lnTo>
                    <a:pt x="3609641" y="961651"/>
                  </a:lnTo>
                  <a:lnTo>
                    <a:pt x="3647391" y="886874"/>
                  </a:lnTo>
                  <a:lnTo>
                    <a:pt x="3685451" y="815950"/>
                  </a:lnTo>
                  <a:lnTo>
                    <a:pt x="3723960" y="748927"/>
                  </a:lnTo>
                  <a:lnTo>
                    <a:pt x="3763094" y="685799"/>
                  </a:lnTo>
                  <a:lnTo>
                    <a:pt x="3803065" y="626508"/>
                  </a:lnTo>
                  <a:lnTo>
                    <a:pt x="3820202" y="602672"/>
                  </a:lnTo>
                  <a:lnTo>
                    <a:pt x="3870628" y="537950"/>
                  </a:lnTo>
                  <a:lnTo>
                    <a:pt x="3923355" y="478688"/>
                  </a:lnTo>
                  <a:lnTo>
                    <a:pt x="3979010" y="424704"/>
                  </a:lnTo>
                  <a:lnTo>
                    <a:pt x="4038280" y="375644"/>
                  </a:lnTo>
                  <a:lnTo>
                    <a:pt x="4101881" y="331075"/>
                  </a:lnTo>
                  <a:lnTo>
                    <a:pt x="4170519" y="290546"/>
                  </a:lnTo>
                  <a:lnTo>
                    <a:pt x="4244847" y="253629"/>
                  </a:lnTo>
                  <a:lnTo>
                    <a:pt x="4325408" y="219943"/>
                  </a:lnTo>
                  <a:lnTo>
                    <a:pt x="4412559" y="189167"/>
                  </a:lnTo>
                  <a:lnTo>
                    <a:pt x="4506374" y="161047"/>
                  </a:lnTo>
                  <a:lnTo>
                    <a:pt x="4606523" y="135402"/>
                  </a:lnTo>
                  <a:lnTo>
                    <a:pt x="4712148" y="112123"/>
                  </a:lnTo>
                  <a:lnTo>
                    <a:pt x="4821743" y="91165"/>
                  </a:lnTo>
                  <a:lnTo>
                    <a:pt x="4933080" y="72539"/>
                  </a:lnTo>
                  <a:lnTo>
                    <a:pt x="5043227" y="56287"/>
                  </a:lnTo>
                  <a:lnTo>
                    <a:pt x="5148695" y="42457"/>
                  </a:lnTo>
                  <a:lnTo>
                    <a:pt x="5245744" y="31068"/>
                  </a:lnTo>
                  <a:lnTo>
                    <a:pt x="5330832" y="22076"/>
                  </a:lnTo>
                  <a:lnTo>
                    <a:pt x="5401132" y="15351"/>
                  </a:lnTo>
                  <a:lnTo>
                    <a:pt x="5455010" y="10665"/>
                  </a:lnTo>
                  <a:lnTo>
                    <a:pt x="5492344" y="7701"/>
                  </a:lnTo>
                  <a:lnTo>
                    <a:pt x="5514626" y="6082"/>
                  </a:lnTo>
                  <a:lnTo>
                    <a:pt x="5524865" y="539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7" y="5256"/>
                  </a:lnTo>
                  <a:lnTo>
                    <a:pt x="6530982" y="5366"/>
                  </a:lnTo>
                  <a:lnTo>
                    <a:pt x="6549902" y="5672"/>
                  </a:lnTo>
                  <a:lnTo>
                    <a:pt x="6583982" y="6275"/>
                  </a:lnTo>
                  <a:lnTo>
                    <a:pt x="6635292" y="7271"/>
                  </a:lnTo>
                  <a:lnTo>
                    <a:pt x="6704112" y="8743"/>
                  </a:lnTo>
                  <a:lnTo>
                    <a:pt x="6788990" y="10752"/>
                  </a:lnTo>
                  <a:lnTo>
                    <a:pt x="6887061" y="13334"/>
                  </a:lnTo>
                  <a:lnTo>
                    <a:pt x="6994567" y="16504"/>
                  </a:lnTo>
                  <a:lnTo>
                    <a:pt x="7107449" y="20258"/>
                  </a:lnTo>
                  <a:lnTo>
                    <a:pt x="7221880" y="24585"/>
                  </a:lnTo>
                  <a:lnTo>
                    <a:pt x="7334629" y="29474"/>
                  </a:lnTo>
                  <a:lnTo>
                    <a:pt x="7443244" y="34923"/>
                  </a:lnTo>
                  <a:lnTo>
                    <a:pt x="7546081" y="40941"/>
                  </a:lnTo>
                  <a:lnTo>
                    <a:pt x="7642214" y="47556"/>
                  </a:lnTo>
                  <a:lnTo>
                    <a:pt x="7731306" y="54814"/>
                  </a:lnTo>
                  <a:lnTo>
                    <a:pt x="7813461" y="62779"/>
                  </a:lnTo>
                  <a:lnTo>
                    <a:pt x="7889089" y="71532"/>
                  </a:lnTo>
                  <a:lnTo>
                    <a:pt x="7958798" y="81168"/>
                  </a:lnTo>
                  <a:lnTo>
                    <a:pt x="8023309" y="91796"/>
                  </a:lnTo>
                  <a:lnTo>
                    <a:pt x="8083392" y="103525"/>
                  </a:lnTo>
                  <a:lnTo>
                    <a:pt x="8139821" y="116462"/>
                  </a:lnTo>
                  <a:lnTo>
                    <a:pt x="8193329" y="130686"/>
                  </a:lnTo>
                  <a:lnTo>
                    <a:pt x="8229629" y="141497"/>
                  </a:lnTo>
                  <a:lnTo>
                    <a:pt x="8288137" y="160951"/>
                  </a:lnTo>
                  <a:lnTo>
                    <a:pt x="8344880" y="182261"/>
                  </a:lnTo>
                  <a:lnTo>
                    <a:pt x="8400482" y="205457"/>
                  </a:lnTo>
                  <a:lnTo>
                    <a:pt x="8455410" y="230517"/>
                  </a:lnTo>
                  <a:lnTo>
                    <a:pt x="8510002" y="257354"/>
                  </a:lnTo>
                  <a:lnTo>
                    <a:pt x="8564490" y="285820"/>
                  </a:lnTo>
                  <a:lnTo>
                    <a:pt x="8619012" y="315697"/>
                  </a:lnTo>
                  <a:lnTo>
                    <a:pt x="8673631" y="346708"/>
                  </a:lnTo>
                  <a:lnTo>
                    <a:pt x="8728352" y="378521"/>
                  </a:lnTo>
                  <a:lnTo>
                    <a:pt x="8783139" y="410765"/>
                  </a:lnTo>
                  <a:lnTo>
                    <a:pt x="8837932" y="443050"/>
                  </a:lnTo>
                  <a:lnTo>
                    <a:pt x="8892671" y="474980"/>
                  </a:lnTo>
                  <a:lnTo>
                    <a:pt x="8947312" y="506179"/>
                  </a:lnTo>
                  <a:lnTo>
                    <a:pt x="9001850" y="536308"/>
                  </a:lnTo>
                  <a:lnTo>
                    <a:pt x="9056336" y="565076"/>
                  </a:lnTo>
                  <a:lnTo>
                    <a:pt x="9110892" y="592255"/>
                  </a:lnTo>
                  <a:lnTo>
                    <a:pt x="9165729" y="617680"/>
                  </a:lnTo>
                  <a:lnTo>
                    <a:pt x="9221163" y="641254"/>
                  </a:lnTo>
                  <a:lnTo>
                    <a:pt x="9277632" y="662942"/>
                  </a:lnTo>
                  <a:lnTo>
                    <a:pt x="9335727" y="682764"/>
                  </a:lnTo>
                  <a:lnTo>
                    <a:pt x="9347647" y="686523"/>
                  </a:lnTo>
                  <a:lnTo>
                    <a:pt x="9399499" y="701674"/>
                  </a:lnTo>
                  <a:lnTo>
                    <a:pt x="9453798" y="715512"/>
                  </a:lnTo>
                  <a:lnTo>
                    <a:pt x="9511228" y="728082"/>
                  </a:lnTo>
                  <a:lnTo>
                    <a:pt x="9572539" y="739474"/>
                  </a:lnTo>
                  <a:lnTo>
                    <a:pt x="9638507" y="749797"/>
                  </a:lnTo>
                  <a:lnTo>
                    <a:pt x="9709894" y="759162"/>
                  </a:lnTo>
                  <a:lnTo>
                    <a:pt x="9787395" y="767672"/>
                  </a:lnTo>
                  <a:lnTo>
                    <a:pt x="9871569" y="775420"/>
                  </a:lnTo>
                  <a:lnTo>
                    <a:pt x="9962749" y="782483"/>
                  </a:lnTo>
                  <a:lnTo>
                    <a:pt x="10060921" y="788918"/>
                  </a:lnTo>
                  <a:lnTo>
                    <a:pt x="10165592" y="794765"/>
                  </a:lnTo>
                  <a:lnTo>
                    <a:pt x="10275636" y="800048"/>
                  </a:lnTo>
                  <a:lnTo>
                    <a:pt x="10389174" y="804772"/>
                  </a:lnTo>
                  <a:lnTo>
                    <a:pt x="10503515" y="808931"/>
                  </a:lnTo>
                  <a:lnTo>
                    <a:pt x="10615226" y="812513"/>
                  </a:lnTo>
                  <a:lnTo>
                    <a:pt x="10720363" y="815509"/>
                  </a:lnTo>
                  <a:lnTo>
                    <a:pt x="10814897" y="817920"/>
                  </a:lnTo>
                  <a:lnTo>
                    <a:pt x="10895273" y="819765"/>
                  </a:lnTo>
                  <a:lnTo>
                    <a:pt x="10958995" y="821089"/>
                  </a:lnTo>
                  <a:lnTo>
                    <a:pt x="11005101" y="821959"/>
                  </a:lnTo>
                  <a:lnTo>
                    <a:pt x="11034407" y="822464"/>
                  </a:lnTo>
                  <a:lnTo>
                    <a:pt x="11049489" y="822701"/>
                  </a:lnTo>
                  <a:lnTo>
                    <a:pt x="11054490" y="822774"/>
                  </a:lnTo>
                  <a:lnTo>
                    <a:pt x="11054891" y="822779"/>
                  </a:lnTo>
                  <a:lnTo>
                    <a:pt x="12049831" y="822779"/>
                  </a:lnTo>
                  <a:lnTo>
                    <a:pt x="12049831" y="817538"/>
                  </a:lnTo>
                  <a:lnTo>
                    <a:pt x="11054891" y="817538"/>
                  </a:lnTo>
                  <a:lnTo>
                    <a:pt x="11053760" y="817523"/>
                  </a:lnTo>
                  <a:lnTo>
                    <a:pt x="11046295" y="817412"/>
                  </a:lnTo>
                  <a:lnTo>
                    <a:pt x="11027374" y="817106"/>
                  </a:lnTo>
                  <a:lnTo>
                    <a:pt x="10993294" y="816504"/>
                  </a:lnTo>
                  <a:lnTo>
                    <a:pt x="10941984" y="815508"/>
                  </a:lnTo>
                  <a:lnTo>
                    <a:pt x="10873164" y="814036"/>
                  </a:lnTo>
                  <a:lnTo>
                    <a:pt x="10788286" y="812027"/>
                  </a:lnTo>
                  <a:lnTo>
                    <a:pt x="10690215" y="809444"/>
                  </a:lnTo>
                  <a:lnTo>
                    <a:pt x="10582710" y="806275"/>
                  </a:lnTo>
                  <a:lnTo>
                    <a:pt x="10469827" y="802520"/>
                  </a:lnTo>
                  <a:lnTo>
                    <a:pt x="10355396" y="798193"/>
                  </a:lnTo>
                  <a:lnTo>
                    <a:pt x="10242648" y="793304"/>
                  </a:lnTo>
                  <a:lnTo>
                    <a:pt x="10134032" y="787856"/>
                  </a:lnTo>
                  <a:lnTo>
                    <a:pt x="10031196" y="781838"/>
                  </a:lnTo>
                  <a:lnTo>
                    <a:pt x="9935063" y="775222"/>
                  </a:lnTo>
                  <a:lnTo>
                    <a:pt x="9845971" y="767964"/>
                  </a:lnTo>
                  <a:lnTo>
                    <a:pt x="9763816" y="759999"/>
                  </a:lnTo>
                  <a:lnTo>
                    <a:pt x="9688188" y="751247"/>
                  </a:lnTo>
                  <a:lnTo>
                    <a:pt x="9618479" y="741610"/>
                  </a:lnTo>
                  <a:lnTo>
                    <a:pt x="9553968" y="730983"/>
                  </a:lnTo>
                  <a:lnTo>
                    <a:pt x="9493885" y="719253"/>
                  </a:lnTo>
                  <a:lnTo>
                    <a:pt x="9437456" y="706317"/>
                  </a:lnTo>
                  <a:lnTo>
                    <a:pt x="9383947" y="692093"/>
                  </a:lnTo>
                  <a:lnTo>
                    <a:pt x="9347647" y="681282"/>
                  </a:lnTo>
                  <a:lnTo>
                    <a:pt x="9289139" y="661828"/>
                  </a:lnTo>
                  <a:lnTo>
                    <a:pt x="9232396" y="640518"/>
                  </a:lnTo>
                  <a:lnTo>
                    <a:pt x="9176795" y="617321"/>
                  </a:lnTo>
                  <a:lnTo>
                    <a:pt x="9121867" y="592262"/>
                  </a:lnTo>
                  <a:lnTo>
                    <a:pt x="9067274" y="565424"/>
                  </a:lnTo>
                  <a:lnTo>
                    <a:pt x="9012787" y="536959"/>
                  </a:lnTo>
                  <a:lnTo>
                    <a:pt x="8958265" y="507081"/>
                  </a:lnTo>
                  <a:lnTo>
                    <a:pt x="8903645" y="476071"/>
                  </a:lnTo>
                  <a:lnTo>
                    <a:pt x="8848924" y="444258"/>
                  </a:lnTo>
                  <a:lnTo>
                    <a:pt x="8794137" y="412013"/>
                  </a:lnTo>
                  <a:lnTo>
                    <a:pt x="8739344" y="379729"/>
                  </a:lnTo>
                  <a:lnTo>
                    <a:pt x="8684606" y="347799"/>
                  </a:lnTo>
                  <a:lnTo>
                    <a:pt x="8629965" y="316599"/>
                  </a:lnTo>
                  <a:lnTo>
                    <a:pt x="8575426" y="286470"/>
                  </a:lnTo>
                  <a:lnTo>
                    <a:pt x="8520940" y="257702"/>
                  </a:lnTo>
                  <a:lnTo>
                    <a:pt x="8466384" y="230523"/>
                  </a:lnTo>
                  <a:lnTo>
                    <a:pt x="8411547" y="205098"/>
                  </a:lnTo>
                  <a:lnTo>
                    <a:pt x="8356114" y="181524"/>
                  </a:lnTo>
                  <a:lnTo>
                    <a:pt x="8299644" y="159837"/>
                  </a:lnTo>
                  <a:lnTo>
                    <a:pt x="8241549" y="140015"/>
                  </a:lnTo>
                  <a:lnTo>
                    <a:pt x="8229629" y="136256"/>
                  </a:lnTo>
                  <a:lnTo>
                    <a:pt x="8177778" y="121104"/>
                  </a:lnTo>
                  <a:lnTo>
                    <a:pt x="8123478" y="107267"/>
                  </a:lnTo>
                  <a:lnTo>
                    <a:pt x="8066048" y="94697"/>
                  </a:lnTo>
                  <a:lnTo>
                    <a:pt x="8004738" y="83304"/>
                  </a:lnTo>
                  <a:lnTo>
                    <a:pt x="7938770" y="72981"/>
                  </a:lnTo>
                  <a:lnTo>
                    <a:pt x="7867382" y="63617"/>
                  </a:lnTo>
                  <a:lnTo>
                    <a:pt x="7789881" y="55106"/>
                  </a:lnTo>
                  <a:lnTo>
                    <a:pt x="7705707" y="47358"/>
                  </a:lnTo>
                  <a:lnTo>
                    <a:pt x="7614528" y="40296"/>
                  </a:lnTo>
                  <a:lnTo>
                    <a:pt x="7516355" y="33861"/>
                  </a:lnTo>
                  <a:lnTo>
                    <a:pt x="7411684" y="28013"/>
                  </a:lnTo>
                  <a:lnTo>
                    <a:pt x="7301640" y="22731"/>
                  </a:lnTo>
                  <a:lnTo>
                    <a:pt x="7188103" y="18007"/>
                  </a:lnTo>
                  <a:lnTo>
                    <a:pt x="7073761" y="13848"/>
                  </a:lnTo>
                  <a:lnTo>
                    <a:pt x="6962050" y="10265"/>
                  </a:lnTo>
                  <a:lnTo>
                    <a:pt x="6856913" y="7269"/>
                  </a:lnTo>
                  <a:lnTo>
                    <a:pt x="6762379" y="4859"/>
                  </a:lnTo>
                  <a:lnTo>
                    <a:pt x="6682004" y="3014"/>
                  </a:lnTo>
                  <a:lnTo>
                    <a:pt x="6618282" y="1690"/>
                  </a:lnTo>
                  <a:lnTo>
                    <a:pt x="6572175" y="819"/>
                  </a:lnTo>
                  <a:lnTo>
                    <a:pt x="6542869" y="315"/>
                  </a:lnTo>
                  <a:lnTo>
                    <a:pt x="6527788" y="77"/>
                  </a:lnTo>
                  <a:lnTo>
                    <a:pt x="6522787" y="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02" y="62"/>
                  </a:lnTo>
                  <a:lnTo>
                    <a:pt x="5519503" y="509"/>
                  </a:lnTo>
                  <a:lnTo>
                    <a:pt x="5501980" y="1743"/>
                  </a:lnTo>
                  <a:lnTo>
                    <a:pt x="5470325" y="4176"/>
                  </a:lnTo>
                  <a:lnTo>
                    <a:pt x="5422478" y="8202"/>
                  </a:lnTo>
                  <a:lnTo>
                    <a:pt x="5357981" y="14161"/>
                  </a:lnTo>
                  <a:lnTo>
                    <a:pt x="5277949" y="22316"/>
                  </a:lnTo>
                  <a:lnTo>
                    <a:pt x="5184827" y="32833"/>
                  </a:lnTo>
                  <a:lnTo>
                    <a:pt x="5081962" y="45783"/>
                  </a:lnTo>
                  <a:lnTo>
                    <a:pt x="4973077" y="61166"/>
                  </a:lnTo>
                  <a:lnTo>
                    <a:pt x="4861797" y="78943"/>
                  </a:lnTo>
                  <a:lnTo>
                    <a:pt x="4751279" y="99064"/>
                  </a:lnTo>
                  <a:lnTo>
                    <a:pt x="4644013" y="121505"/>
                  </a:lnTo>
                  <a:lnTo>
                    <a:pt x="4541761" y="146288"/>
                  </a:lnTo>
                  <a:lnTo>
                    <a:pt x="4445601" y="173499"/>
                  </a:lnTo>
                  <a:lnTo>
                    <a:pt x="4356039" y="203293"/>
                  </a:lnTo>
                  <a:lnTo>
                    <a:pt x="4273132" y="235897"/>
                  </a:lnTo>
                  <a:lnTo>
                    <a:pt x="4196613" y="271608"/>
                  </a:lnTo>
                  <a:lnTo>
                    <a:pt x="4125996" y="310789"/>
                  </a:lnTo>
                  <a:lnTo>
                    <a:pt x="4060660" y="353851"/>
                  </a:lnTo>
                  <a:lnTo>
                    <a:pt x="3999912" y="401241"/>
                  </a:lnTo>
                  <a:lnTo>
                    <a:pt x="3943036" y="453404"/>
                  </a:lnTo>
                  <a:lnTo>
                    <a:pt x="3889330" y="510732"/>
                  </a:lnTo>
                  <a:lnTo>
                    <a:pt x="3838141" y="573482"/>
                  </a:lnTo>
                  <a:lnTo>
                    <a:pt x="3820202" y="597432"/>
                  </a:lnTo>
                  <a:lnTo>
                    <a:pt x="3779805" y="655137"/>
                  </a:lnTo>
                  <a:lnTo>
                    <a:pt x="3740347" y="716640"/>
                  </a:lnTo>
                  <a:lnTo>
                    <a:pt x="3701597" y="782019"/>
                  </a:lnTo>
                  <a:lnTo>
                    <a:pt x="3663368" y="851304"/>
                  </a:lnTo>
                  <a:lnTo>
                    <a:pt x="3625503" y="924468"/>
                  </a:lnTo>
                  <a:lnTo>
                    <a:pt x="3587877" y="1001430"/>
                  </a:lnTo>
                  <a:lnTo>
                    <a:pt x="3550391" y="1082044"/>
                  </a:lnTo>
                  <a:lnTo>
                    <a:pt x="3512971" y="1166099"/>
                  </a:lnTo>
                  <a:lnTo>
                    <a:pt x="3475560" y="1253322"/>
                  </a:lnTo>
                  <a:lnTo>
                    <a:pt x="3438125" y="1343374"/>
                  </a:lnTo>
                  <a:lnTo>
                    <a:pt x="3400645" y="1435858"/>
                  </a:lnTo>
                  <a:lnTo>
                    <a:pt x="3363113" y="1530323"/>
                  </a:lnTo>
                  <a:lnTo>
                    <a:pt x="3325535" y="1626271"/>
                  </a:lnTo>
                  <a:lnTo>
                    <a:pt x="3287924" y="1723173"/>
                  </a:lnTo>
                  <a:lnTo>
                    <a:pt x="3250299" y="1820475"/>
                  </a:lnTo>
                  <a:lnTo>
                    <a:pt x="3212679" y="1917614"/>
                  </a:lnTo>
                  <a:lnTo>
                    <a:pt x="3175086" y="2014030"/>
                  </a:lnTo>
                  <a:lnTo>
                    <a:pt x="3137534" y="2109182"/>
                  </a:lnTo>
                  <a:lnTo>
                    <a:pt x="3100032" y="2202558"/>
                  </a:lnTo>
                  <a:lnTo>
                    <a:pt x="3062579" y="2293685"/>
                  </a:lnTo>
                  <a:lnTo>
                    <a:pt x="3025161" y="2382144"/>
                  </a:lnTo>
                  <a:lnTo>
                    <a:pt x="2987751" y="2467570"/>
                  </a:lnTo>
                  <a:lnTo>
                    <a:pt x="2950300" y="2549662"/>
                  </a:lnTo>
                  <a:lnTo>
                    <a:pt x="2912744" y="2628182"/>
                  </a:lnTo>
                  <a:lnTo>
                    <a:pt x="2874994" y="2702959"/>
                  </a:lnTo>
                  <a:lnTo>
                    <a:pt x="2836934" y="2773883"/>
                  </a:lnTo>
                  <a:lnTo>
                    <a:pt x="2798425" y="2840906"/>
                  </a:lnTo>
                  <a:lnTo>
                    <a:pt x="2759291" y="2904034"/>
                  </a:lnTo>
                  <a:lnTo>
                    <a:pt x="2719320" y="2963326"/>
                  </a:lnTo>
                  <a:lnTo>
                    <a:pt x="2702183" y="2987161"/>
                  </a:lnTo>
                  <a:lnTo>
                    <a:pt x="2651757" y="3051883"/>
                  </a:lnTo>
                  <a:lnTo>
                    <a:pt x="2599030" y="3111146"/>
                  </a:lnTo>
                  <a:lnTo>
                    <a:pt x="2543375" y="3165129"/>
                  </a:lnTo>
                  <a:lnTo>
                    <a:pt x="2484105" y="3214189"/>
                  </a:lnTo>
                  <a:lnTo>
                    <a:pt x="2420504" y="3258758"/>
                  </a:lnTo>
                  <a:lnTo>
                    <a:pt x="2351866" y="3299288"/>
                  </a:lnTo>
                  <a:lnTo>
                    <a:pt x="2277538" y="3336205"/>
                  </a:lnTo>
                  <a:lnTo>
                    <a:pt x="2196977" y="3369890"/>
                  </a:lnTo>
                  <a:lnTo>
                    <a:pt x="2109826" y="3400667"/>
                  </a:lnTo>
                  <a:lnTo>
                    <a:pt x="2016011" y="3428787"/>
                  </a:lnTo>
                  <a:lnTo>
                    <a:pt x="1915862" y="3454431"/>
                  </a:lnTo>
                  <a:lnTo>
                    <a:pt x="1810237" y="3477711"/>
                  </a:lnTo>
                  <a:lnTo>
                    <a:pt x="1700642" y="3498668"/>
                  </a:lnTo>
                  <a:lnTo>
                    <a:pt x="1589305" y="3517294"/>
                  </a:lnTo>
                  <a:lnTo>
                    <a:pt x="1479158" y="3533546"/>
                  </a:lnTo>
                  <a:lnTo>
                    <a:pt x="1373690" y="3547376"/>
                  </a:lnTo>
                  <a:lnTo>
                    <a:pt x="1276641" y="3558765"/>
                  </a:lnTo>
                  <a:lnTo>
                    <a:pt x="1191553" y="3567757"/>
                  </a:lnTo>
                  <a:lnTo>
                    <a:pt x="1121253" y="3574482"/>
                  </a:lnTo>
                  <a:lnTo>
                    <a:pt x="1067375" y="3579169"/>
                  </a:lnTo>
                  <a:lnTo>
                    <a:pt x="1030041" y="3582132"/>
                  </a:lnTo>
                  <a:lnTo>
                    <a:pt x="1007759" y="3583751"/>
                  </a:lnTo>
                  <a:lnTo>
                    <a:pt x="997520" y="3584434"/>
                  </a:lnTo>
                  <a:lnTo>
                    <a:pt x="994940" y="3584593"/>
                  </a:lnTo>
                  <a:lnTo>
                    <a:pt x="0" y="3584593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47" name="pl1746"/>
            <p:cNvSpPr/>
            <p:nvPr/>
          </p:nvSpPr>
          <p:spPr>
            <a:xfrm>
              <a:off x="1199187" y="2038442"/>
              <a:ext cx="12049831" cy="3584593"/>
            </a:xfrm>
            <a:custGeom>
              <a:avLst/>
              <a:pathLst>
                <a:path w="12049831" h="3584593">
                  <a:moveTo>
                    <a:pt x="0" y="3584593"/>
                  </a:moveTo>
                  <a:lnTo>
                    <a:pt x="994940" y="3584593"/>
                  </a:lnTo>
                  <a:lnTo>
                    <a:pt x="995983" y="3584530"/>
                  </a:lnTo>
                  <a:lnTo>
                    <a:pt x="1002882" y="3584084"/>
                  </a:lnTo>
                  <a:lnTo>
                    <a:pt x="1020405" y="3582850"/>
                  </a:lnTo>
                  <a:lnTo>
                    <a:pt x="1052060" y="3580416"/>
                  </a:lnTo>
                  <a:lnTo>
                    <a:pt x="1099907" y="3576391"/>
                  </a:lnTo>
                  <a:lnTo>
                    <a:pt x="1164404" y="3570431"/>
                  </a:lnTo>
                  <a:lnTo>
                    <a:pt x="1244436" y="3562276"/>
                  </a:lnTo>
                  <a:lnTo>
                    <a:pt x="1337558" y="3551760"/>
                  </a:lnTo>
                  <a:lnTo>
                    <a:pt x="1440423" y="3538810"/>
                  </a:lnTo>
                  <a:lnTo>
                    <a:pt x="1549308" y="3523426"/>
                  </a:lnTo>
                  <a:lnTo>
                    <a:pt x="1660588" y="3505650"/>
                  </a:lnTo>
                  <a:lnTo>
                    <a:pt x="1771106" y="3485529"/>
                  </a:lnTo>
                  <a:lnTo>
                    <a:pt x="1878372" y="3463088"/>
                  </a:lnTo>
                  <a:lnTo>
                    <a:pt x="1980624" y="3438305"/>
                  </a:lnTo>
                  <a:lnTo>
                    <a:pt x="2076784" y="3411094"/>
                  </a:lnTo>
                  <a:lnTo>
                    <a:pt x="2166346" y="3381300"/>
                  </a:lnTo>
                  <a:lnTo>
                    <a:pt x="2249253" y="3348696"/>
                  </a:lnTo>
                  <a:lnTo>
                    <a:pt x="2325772" y="3312984"/>
                  </a:lnTo>
                  <a:lnTo>
                    <a:pt x="2396389" y="3273804"/>
                  </a:lnTo>
                  <a:lnTo>
                    <a:pt x="2461725" y="3230742"/>
                  </a:lnTo>
                  <a:lnTo>
                    <a:pt x="2522473" y="3183352"/>
                  </a:lnTo>
                  <a:lnTo>
                    <a:pt x="2579349" y="3131189"/>
                  </a:lnTo>
                  <a:lnTo>
                    <a:pt x="2633055" y="3073861"/>
                  </a:lnTo>
                  <a:lnTo>
                    <a:pt x="2684244" y="3011111"/>
                  </a:lnTo>
                  <a:lnTo>
                    <a:pt x="2702183" y="2987161"/>
                  </a:lnTo>
                  <a:lnTo>
                    <a:pt x="2742580" y="2929456"/>
                  </a:lnTo>
                  <a:lnTo>
                    <a:pt x="2782038" y="2867953"/>
                  </a:lnTo>
                  <a:lnTo>
                    <a:pt x="2820788" y="2802573"/>
                  </a:lnTo>
                  <a:lnTo>
                    <a:pt x="2859017" y="2733289"/>
                  </a:lnTo>
                  <a:lnTo>
                    <a:pt x="2896882" y="2660124"/>
                  </a:lnTo>
                  <a:lnTo>
                    <a:pt x="2934508" y="2583163"/>
                  </a:lnTo>
                  <a:lnTo>
                    <a:pt x="2971994" y="2502549"/>
                  </a:lnTo>
                  <a:lnTo>
                    <a:pt x="3009414" y="2418493"/>
                  </a:lnTo>
                  <a:lnTo>
                    <a:pt x="3046825" y="2331270"/>
                  </a:lnTo>
                  <a:lnTo>
                    <a:pt x="3084260" y="2241218"/>
                  </a:lnTo>
                  <a:lnTo>
                    <a:pt x="3121740" y="2148734"/>
                  </a:lnTo>
                  <a:lnTo>
                    <a:pt x="3159272" y="2054270"/>
                  </a:lnTo>
                  <a:lnTo>
                    <a:pt x="3196850" y="1958321"/>
                  </a:lnTo>
                  <a:lnTo>
                    <a:pt x="3234461" y="1861419"/>
                  </a:lnTo>
                  <a:lnTo>
                    <a:pt x="3272086" y="1764117"/>
                  </a:lnTo>
                  <a:lnTo>
                    <a:pt x="3309706" y="1666979"/>
                  </a:lnTo>
                  <a:lnTo>
                    <a:pt x="3347299" y="1570562"/>
                  </a:lnTo>
                  <a:lnTo>
                    <a:pt x="3384851" y="1475410"/>
                  </a:lnTo>
                  <a:lnTo>
                    <a:pt x="3422353" y="1382035"/>
                  </a:lnTo>
                  <a:lnTo>
                    <a:pt x="3459806" y="1290907"/>
                  </a:lnTo>
                  <a:lnTo>
                    <a:pt x="3497224" y="1202449"/>
                  </a:lnTo>
                  <a:lnTo>
                    <a:pt x="3534634" y="1117023"/>
                  </a:lnTo>
                  <a:lnTo>
                    <a:pt x="3572085" y="1034931"/>
                  </a:lnTo>
                  <a:lnTo>
                    <a:pt x="3609641" y="956410"/>
                  </a:lnTo>
                  <a:lnTo>
                    <a:pt x="3647391" y="881634"/>
                  </a:lnTo>
                  <a:lnTo>
                    <a:pt x="3685451" y="810709"/>
                  </a:lnTo>
                  <a:lnTo>
                    <a:pt x="3723960" y="743687"/>
                  </a:lnTo>
                  <a:lnTo>
                    <a:pt x="3763094" y="680559"/>
                  </a:lnTo>
                  <a:lnTo>
                    <a:pt x="3803065" y="621267"/>
                  </a:lnTo>
                  <a:lnTo>
                    <a:pt x="3820202" y="597432"/>
                  </a:lnTo>
                  <a:lnTo>
                    <a:pt x="3870628" y="532709"/>
                  </a:lnTo>
                  <a:lnTo>
                    <a:pt x="3923355" y="473447"/>
                  </a:lnTo>
                  <a:lnTo>
                    <a:pt x="3979010" y="419464"/>
                  </a:lnTo>
                  <a:lnTo>
                    <a:pt x="4038280" y="370404"/>
                  </a:lnTo>
                  <a:lnTo>
                    <a:pt x="4101881" y="325834"/>
                  </a:lnTo>
                  <a:lnTo>
                    <a:pt x="4170519" y="285305"/>
                  </a:lnTo>
                  <a:lnTo>
                    <a:pt x="4244847" y="248388"/>
                  </a:lnTo>
                  <a:lnTo>
                    <a:pt x="4325408" y="214702"/>
                  </a:lnTo>
                  <a:lnTo>
                    <a:pt x="4412559" y="183926"/>
                  </a:lnTo>
                  <a:lnTo>
                    <a:pt x="4506374" y="155806"/>
                  </a:lnTo>
                  <a:lnTo>
                    <a:pt x="4606523" y="130161"/>
                  </a:lnTo>
                  <a:lnTo>
                    <a:pt x="4712148" y="106882"/>
                  </a:lnTo>
                  <a:lnTo>
                    <a:pt x="4821743" y="85925"/>
                  </a:lnTo>
                  <a:lnTo>
                    <a:pt x="4933080" y="67298"/>
                  </a:lnTo>
                  <a:lnTo>
                    <a:pt x="5043227" y="51047"/>
                  </a:lnTo>
                  <a:lnTo>
                    <a:pt x="5148695" y="37217"/>
                  </a:lnTo>
                  <a:lnTo>
                    <a:pt x="5245744" y="25828"/>
                  </a:lnTo>
                  <a:lnTo>
                    <a:pt x="5330832" y="16836"/>
                  </a:lnTo>
                  <a:lnTo>
                    <a:pt x="5401132" y="10111"/>
                  </a:lnTo>
                  <a:lnTo>
                    <a:pt x="5455010" y="5424"/>
                  </a:lnTo>
                  <a:lnTo>
                    <a:pt x="5492344" y="2460"/>
                  </a:lnTo>
                  <a:lnTo>
                    <a:pt x="5514626" y="841"/>
                  </a:lnTo>
                  <a:lnTo>
                    <a:pt x="5524865" y="158"/>
                  </a:lnTo>
                  <a:lnTo>
                    <a:pt x="5527395" y="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7" y="15"/>
                  </a:lnTo>
                  <a:lnTo>
                    <a:pt x="6530982" y="126"/>
                  </a:lnTo>
                  <a:lnTo>
                    <a:pt x="6549902" y="432"/>
                  </a:lnTo>
                  <a:lnTo>
                    <a:pt x="6583982" y="1034"/>
                  </a:lnTo>
                  <a:lnTo>
                    <a:pt x="6635292" y="2030"/>
                  </a:lnTo>
                  <a:lnTo>
                    <a:pt x="6704112" y="3502"/>
                  </a:lnTo>
                  <a:lnTo>
                    <a:pt x="6788990" y="5511"/>
                  </a:lnTo>
                  <a:lnTo>
                    <a:pt x="6887061" y="8093"/>
                  </a:lnTo>
                  <a:lnTo>
                    <a:pt x="6994567" y="11263"/>
                  </a:lnTo>
                  <a:lnTo>
                    <a:pt x="7107449" y="15018"/>
                  </a:lnTo>
                  <a:lnTo>
                    <a:pt x="7221880" y="19345"/>
                  </a:lnTo>
                  <a:lnTo>
                    <a:pt x="7334629" y="24234"/>
                  </a:lnTo>
                  <a:lnTo>
                    <a:pt x="7443244" y="29682"/>
                  </a:lnTo>
                  <a:lnTo>
                    <a:pt x="7546081" y="35700"/>
                  </a:lnTo>
                  <a:lnTo>
                    <a:pt x="7642214" y="42316"/>
                  </a:lnTo>
                  <a:lnTo>
                    <a:pt x="7731306" y="49574"/>
                  </a:lnTo>
                  <a:lnTo>
                    <a:pt x="7813461" y="57539"/>
                  </a:lnTo>
                  <a:lnTo>
                    <a:pt x="7889089" y="66291"/>
                  </a:lnTo>
                  <a:lnTo>
                    <a:pt x="7958798" y="75928"/>
                  </a:lnTo>
                  <a:lnTo>
                    <a:pt x="8023309" y="86555"/>
                  </a:lnTo>
                  <a:lnTo>
                    <a:pt x="8083392" y="98285"/>
                  </a:lnTo>
                  <a:lnTo>
                    <a:pt x="8139821" y="111221"/>
                  </a:lnTo>
                  <a:lnTo>
                    <a:pt x="8193329" y="125445"/>
                  </a:lnTo>
                  <a:lnTo>
                    <a:pt x="8229629" y="136256"/>
                  </a:lnTo>
                  <a:lnTo>
                    <a:pt x="8288137" y="155710"/>
                  </a:lnTo>
                  <a:lnTo>
                    <a:pt x="8344880" y="177020"/>
                  </a:lnTo>
                  <a:lnTo>
                    <a:pt x="8400482" y="200217"/>
                  </a:lnTo>
                  <a:lnTo>
                    <a:pt x="8455410" y="225276"/>
                  </a:lnTo>
                  <a:lnTo>
                    <a:pt x="8510002" y="252114"/>
                  </a:lnTo>
                  <a:lnTo>
                    <a:pt x="8564490" y="280579"/>
                  </a:lnTo>
                  <a:lnTo>
                    <a:pt x="8619012" y="310457"/>
                  </a:lnTo>
                  <a:lnTo>
                    <a:pt x="8673631" y="341467"/>
                  </a:lnTo>
                  <a:lnTo>
                    <a:pt x="8728352" y="373280"/>
                  </a:lnTo>
                  <a:lnTo>
                    <a:pt x="8783139" y="405525"/>
                  </a:lnTo>
                  <a:lnTo>
                    <a:pt x="8837932" y="437809"/>
                  </a:lnTo>
                  <a:lnTo>
                    <a:pt x="8892671" y="469739"/>
                  </a:lnTo>
                  <a:lnTo>
                    <a:pt x="8947312" y="500939"/>
                  </a:lnTo>
                  <a:lnTo>
                    <a:pt x="9001850" y="531068"/>
                  </a:lnTo>
                  <a:lnTo>
                    <a:pt x="9056336" y="559836"/>
                  </a:lnTo>
                  <a:lnTo>
                    <a:pt x="9110892" y="587014"/>
                  </a:lnTo>
                  <a:lnTo>
                    <a:pt x="9165729" y="612440"/>
                  </a:lnTo>
                  <a:lnTo>
                    <a:pt x="9221163" y="636014"/>
                  </a:lnTo>
                  <a:lnTo>
                    <a:pt x="9277632" y="657701"/>
                  </a:lnTo>
                  <a:lnTo>
                    <a:pt x="9335727" y="677523"/>
                  </a:lnTo>
                  <a:lnTo>
                    <a:pt x="9347647" y="681282"/>
                  </a:lnTo>
                  <a:lnTo>
                    <a:pt x="9399499" y="696434"/>
                  </a:lnTo>
                  <a:lnTo>
                    <a:pt x="9453798" y="710271"/>
                  </a:lnTo>
                  <a:lnTo>
                    <a:pt x="9511228" y="722841"/>
                  </a:lnTo>
                  <a:lnTo>
                    <a:pt x="9572539" y="734234"/>
                  </a:lnTo>
                  <a:lnTo>
                    <a:pt x="9638507" y="744557"/>
                  </a:lnTo>
                  <a:lnTo>
                    <a:pt x="9709894" y="753921"/>
                  </a:lnTo>
                  <a:lnTo>
                    <a:pt x="9787395" y="762431"/>
                  </a:lnTo>
                  <a:lnTo>
                    <a:pt x="9871569" y="770180"/>
                  </a:lnTo>
                  <a:lnTo>
                    <a:pt x="9962749" y="777242"/>
                  </a:lnTo>
                  <a:lnTo>
                    <a:pt x="10060921" y="783677"/>
                  </a:lnTo>
                  <a:lnTo>
                    <a:pt x="10165592" y="789525"/>
                  </a:lnTo>
                  <a:lnTo>
                    <a:pt x="10275636" y="794807"/>
                  </a:lnTo>
                  <a:lnTo>
                    <a:pt x="10389174" y="799531"/>
                  </a:lnTo>
                  <a:lnTo>
                    <a:pt x="10503515" y="803690"/>
                  </a:lnTo>
                  <a:lnTo>
                    <a:pt x="10615226" y="807273"/>
                  </a:lnTo>
                  <a:lnTo>
                    <a:pt x="10720363" y="810269"/>
                  </a:lnTo>
                  <a:lnTo>
                    <a:pt x="10814897" y="812679"/>
                  </a:lnTo>
                  <a:lnTo>
                    <a:pt x="10895273" y="814524"/>
                  </a:lnTo>
                  <a:lnTo>
                    <a:pt x="10958995" y="815848"/>
                  </a:lnTo>
                  <a:lnTo>
                    <a:pt x="11005101" y="816719"/>
                  </a:lnTo>
                  <a:lnTo>
                    <a:pt x="11034407" y="817223"/>
                  </a:lnTo>
                  <a:lnTo>
                    <a:pt x="11049489" y="817461"/>
                  </a:lnTo>
                  <a:lnTo>
                    <a:pt x="11054490" y="817533"/>
                  </a:lnTo>
                  <a:lnTo>
                    <a:pt x="11054891" y="817538"/>
                  </a:lnTo>
                  <a:lnTo>
                    <a:pt x="12049831" y="817538"/>
                  </a:lnTo>
                  <a:lnTo>
                    <a:pt x="12049831" y="8175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8" name="pl1747"/>
            <p:cNvSpPr/>
            <p:nvPr/>
          </p:nvSpPr>
          <p:spPr>
            <a:xfrm>
              <a:off x="1199187" y="2033201"/>
              <a:ext cx="12049831" cy="3584593"/>
            </a:xfrm>
            <a:custGeom>
              <a:avLst/>
              <a:pathLst>
                <a:path w="12049831" h="3584593">
                  <a:moveTo>
                    <a:pt x="12049831" y="817538"/>
                  </a:moveTo>
                  <a:lnTo>
                    <a:pt x="11054891" y="817538"/>
                  </a:lnTo>
                  <a:lnTo>
                    <a:pt x="11053760" y="817523"/>
                  </a:lnTo>
                  <a:lnTo>
                    <a:pt x="11046295" y="817412"/>
                  </a:lnTo>
                  <a:lnTo>
                    <a:pt x="11027374" y="817106"/>
                  </a:lnTo>
                  <a:lnTo>
                    <a:pt x="10993294" y="816504"/>
                  </a:lnTo>
                  <a:lnTo>
                    <a:pt x="10941984" y="815508"/>
                  </a:lnTo>
                  <a:lnTo>
                    <a:pt x="10873164" y="814036"/>
                  </a:lnTo>
                  <a:lnTo>
                    <a:pt x="10788286" y="812027"/>
                  </a:lnTo>
                  <a:lnTo>
                    <a:pt x="10690215" y="809444"/>
                  </a:lnTo>
                  <a:lnTo>
                    <a:pt x="10582710" y="806275"/>
                  </a:lnTo>
                  <a:lnTo>
                    <a:pt x="10469827" y="802520"/>
                  </a:lnTo>
                  <a:lnTo>
                    <a:pt x="10355396" y="798193"/>
                  </a:lnTo>
                  <a:lnTo>
                    <a:pt x="10242648" y="793304"/>
                  </a:lnTo>
                  <a:lnTo>
                    <a:pt x="10134032" y="787856"/>
                  </a:lnTo>
                  <a:lnTo>
                    <a:pt x="10031196" y="781838"/>
                  </a:lnTo>
                  <a:lnTo>
                    <a:pt x="9935063" y="775222"/>
                  </a:lnTo>
                  <a:lnTo>
                    <a:pt x="9845971" y="767964"/>
                  </a:lnTo>
                  <a:lnTo>
                    <a:pt x="9763816" y="759999"/>
                  </a:lnTo>
                  <a:lnTo>
                    <a:pt x="9688188" y="751247"/>
                  </a:lnTo>
                  <a:lnTo>
                    <a:pt x="9618479" y="741610"/>
                  </a:lnTo>
                  <a:lnTo>
                    <a:pt x="9553968" y="730983"/>
                  </a:lnTo>
                  <a:lnTo>
                    <a:pt x="9493885" y="719253"/>
                  </a:lnTo>
                  <a:lnTo>
                    <a:pt x="9437456" y="706317"/>
                  </a:lnTo>
                  <a:lnTo>
                    <a:pt x="9383947" y="692093"/>
                  </a:lnTo>
                  <a:lnTo>
                    <a:pt x="9347647" y="681282"/>
                  </a:lnTo>
                  <a:lnTo>
                    <a:pt x="9289139" y="661828"/>
                  </a:lnTo>
                  <a:lnTo>
                    <a:pt x="9232396" y="640518"/>
                  </a:lnTo>
                  <a:lnTo>
                    <a:pt x="9176795" y="617321"/>
                  </a:lnTo>
                  <a:lnTo>
                    <a:pt x="9121867" y="592262"/>
                  </a:lnTo>
                  <a:lnTo>
                    <a:pt x="9067274" y="565424"/>
                  </a:lnTo>
                  <a:lnTo>
                    <a:pt x="9012787" y="536959"/>
                  </a:lnTo>
                  <a:lnTo>
                    <a:pt x="8958265" y="507081"/>
                  </a:lnTo>
                  <a:lnTo>
                    <a:pt x="8903645" y="476071"/>
                  </a:lnTo>
                  <a:lnTo>
                    <a:pt x="8848924" y="444258"/>
                  </a:lnTo>
                  <a:lnTo>
                    <a:pt x="8794137" y="412013"/>
                  </a:lnTo>
                  <a:lnTo>
                    <a:pt x="8739344" y="379729"/>
                  </a:lnTo>
                  <a:lnTo>
                    <a:pt x="8684606" y="347799"/>
                  </a:lnTo>
                  <a:lnTo>
                    <a:pt x="8629965" y="316599"/>
                  </a:lnTo>
                  <a:lnTo>
                    <a:pt x="8575426" y="286470"/>
                  </a:lnTo>
                  <a:lnTo>
                    <a:pt x="8520940" y="257702"/>
                  </a:lnTo>
                  <a:lnTo>
                    <a:pt x="8466384" y="230523"/>
                  </a:lnTo>
                  <a:lnTo>
                    <a:pt x="8411547" y="205098"/>
                  </a:lnTo>
                  <a:lnTo>
                    <a:pt x="8356114" y="181524"/>
                  </a:lnTo>
                  <a:lnTo>
                    <a:pt x="8299644" y="159837"/>
                  </a:lnTo>
                  <a:lnTo>
                    <a:pt x="8241549" y="140015"/>
                  </a:lnTo>
                  <a:lnTo>
                    <a:pt x="8229629" y="136256"/>
                  </a:lnTo>
                  <a:lnTo>
                    <a:pt x="8177778" y="121104"/>
                  </a:lnTo>
                  <a:lnTo>
                    <a:pt x="8123478" y="107267"/>
                  </a:lnTo>
                  <a:lnTo>
                    <a:pt x="8066048" y="94697"/>
                  </a:lnTo>
                  <a:lnTo>
                    <a:pt x="8004738" y="83304"/>
                  </a:lnTo>
                  <a:lnTo>
                    <a:pt x="7938770" y="72981"/>
                  </a:lnTo>
                  <a:lnTo>
                    <a:pt x="7867382" y="63617"/>
                  </a:lnTo>
                  <a:lnTo>
                    <a:pt x="7789881" y="55106"/>
                  </a:lnTo>
                  <a:lnTo>
                    <a:pt x="7705707" y="47358"/>
                  </a:lnTo>
                  <a:lnTo>
                    <a:pt x="7614528" y="40296"/>
                  </a:lnTo>
                  <a:lnTo>
                    <a:pt x="7516355" y="33861"/>
                  </a:lnTo>
                  <a:lnTo>
                    <a:pt x="7411684" y="28013"/>
                  </a:lnTo>
                  <a:lnTo>
                    <a:pt x="7301640" y="22731"/>
                  </a:lnTo>
                  <a:lnTo>
                    <a:pt x="7188103" y="18007"/>
                  </a:lnTo>
                  <a:lnTo>
                    <a:pt x="7073761" y="13848"/>
                  </a:lnTo>
                  <a:lnTo>
                    <a:pt x="6962050" y="10265"/>
                  </a:lnTo>
                  <a:lnTo>
                    <a:pt x="6856913" y="7269"/>
                  </a:lnTo>
                  <a:lnTo>
                    <a:pt x="6762379" y="4859"/>
                  </a:lnTo>
                  <a:lnTo>
                    <a:pt x="6682004" y="3014"/>
                  </a:lnTo>
                  <a:lnTo>
                    <a:pt x="6618282" y="1690"/>
                  </a:lnTo>
                  <a:lnTo>
                    <a:pt x="6572175" y="819"/>
                  </a:lnTo>
                  <a:lnTo>
                    <a:pt x="6542869" y="315"/>
                  </a:lnTo>
                  <a:lnTo>
                    <a:pt x="6527788" y="77"/>
                  </a:lnTo>
                  <a:lnTo>
                    <a:pt x="6522787" y="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02" y="62"/>
                  </a:lnTo>
                  <a:lnTo>
                    <a:pt x="5519503" y="509"/>
                  </a:lnTo>
                  <a:lnTo>
                    <a:pt x="5501980" y="1743"/>
                  </a:lnTo>
                  <a:lnTo>
                    <a:pt x="5470325" y="4176"/>
                  </a:lnTo>
                  <a:lnTo>
                    <a:pt x="5422478" y="8202"/>
                  </a:lnTo>
                  <a:lnTo>
                    <a:pt x="5357981" y="14161"/>
                  </a:lnTo>
                  <a:lnTo>
                    <a:pt x="5277949" y="22316"/>
                  </a:lnTo>
                  <a:lnTo>
                    <a:pt x="5184827" y="32833"/>
                  </a:lnTo>
                  <a:lnTo>
                    <a:pt x="5081962" y="45783"/>
                  </a:lnTo>
                  <a:lnTo>
                    <a:pt x="4973077" y="61166"/>
                  </a:lnTo>
                  <a:lnTo>
                    <a:pt x="4861797" y="78943"/>
                  </a:lnTo>
                  <a:lnTo>
                    <a:pt x="4751279" y="99064"/>
                  </a:lnTo>
                  <a:lnTo>
                    <a:pt x="4644013" y="121505"/>
                  </a:lnTo>
                  <a:lnTo>
                    <a:pt x="4541761" y="146288"/>
                  </a:lnTo>
                  <a:lnTo>
                    <a:pt x="4445601" y="173499"/>
                  </a:lnTo>
                  <a:lnTo>
                    <a:pt x="4356039" y="203293"/>
                  </a:lnTo>
                  <a:lnTo>
                    <a:pt x="4273132" y="235897"/>
                  </a:lnTo>
                  <a:lnTo>
                    <a:pt x="4196613" y="271608"/>
                  </a:lnTo>
                  <a:lnTo>
                    <a:pt x="4125996" y="310789"/>
                  </a:lnTo>
                  <a:lnTo>
                    <a:pt x="4060660" y="353851"/>
                  </a:lnTo>
                  <a:lnTo>
                    <a:pt x="3999912" y="401241"/>
                  </a:lnTo>
                  <a:lnTo>
                    <a:pt x="3943036" y="453404"/>
                  </a:lnTo>
                  <a:lnTo>
                    <a:pt x="3889330" y="510732"/>
                  </a:lnTo>
                  <a:lnTo>
                    <a:pt x="3838141" y="573482"/>
                  </a:lnTo>
                  <a:lnTo>
                    <a:pt x="3820202" y="597432"/>
                  </a:lnTo>
                  <a:lnTo>
                    <a:pt x="3779805" y="655137"/>
                  </a:lnTo>
                  <a:lnTo>
                    <a:pt x="3740347" y="716640"/>
                  </a:lnTo>
                  <a:lnTo>
                    <a:pt x="3701597" y="782019"/>
                  </a:lnTo>
                  <a:lnTo>
                    <a:pt x="3663368" y="851304"/>
                  </a:lnTo>
                  <a:lnTo>
                    <a:pt x="3625503" y="924468"/>
                  </a:lnTo>
                  <a:lnTo>
                    <a:pt x="3587877" y="1001430"/>
                  </a:lnTo>
                  <a:lnTo>
                    <a:pt x="3550391" y="1082044"/>
                  </a:lnTo>
                  <a:lnTo>
                    <a:pt x="3512971" y="1166099"/>
                  </a:lnTo>
                  <a:lnTo>
                    <a:pt x="3475560" y="1253322"/>
                  </a:lnTo>
                  <a:lnTo>
                    <a:pt x="3438125" y="1343374"/>
                  </a:lnTo>
                  <a:lnTo>
                    <a:pt x="3400645" y="1435858"/>
                  </a:lnTo>
                  <a:lnTo>
                    <a:pt x="3363113" y="1530323"/>
                  </a:lnTo>
                  <a:lnTo>
                    <a:pt x="3325535" y="1626271"/>
                  </a:lnTo>
                  <a:lnTo>
                    <a:pt x="3287924" y="1723173"/>
                  </a:lnTo>
                  <a:lnTo>
                    <a:pt x="3250299" y="1820475"/>
                  </a:lnTo>
                  <a:lnTo>
                    <a:pt x="3212679" y="1917614"/>
                  </a:lnTo>
                  <a:lnTo>
                    <a:pt x="3175086" y="2014030"/>
                  </a:lnTo>
                  <a:lnTo>
                    <a:pt x="3137534" y="2109182"/>
                  </a:lnTo>
                  <a:lnTo>
                    <a:pt x="3100032" y="2202558"/>
                  </a:lnTo>
                  <a:lnTo>
                    <a:pt x="3062579" y="2293685"/>
                  </a:lnTo>
                  <a:lnTo>
                    <a:pt x="3025161" y="2382144"/>
                  </a:lnTo>
                  <a:lnTo>
                    <a:pt x="2987751" y="2467570"/>
                  </a:lnTo>
                  <a:lnTo>
                    <a:pt x="2950300" y="2549662"/>
                  </a:lnTo>
                  <a:lnTo>
                    <a:pt x="2912744" y="2628182"/>
                  </a:lnTo>
                  <a:lnTo>
                    <a:pt x="2874994" y="2702959"/>
                  </a:lnTo>
                  <a:lnTo>
                    <a:pt x="2836934" y="2773883"/>
                  </a:lnTo>
                  <a:lnTo>
                    <a:pt x="2798425" y="2840906"/>
                  </a:lnTo>
                  <a:lnTo>
                    <a:pt x="2759291" y="2904034"/>
                  </a:lnTo>
                  <a:lnTo>
                    <a:pt x="2719320" y="2963326"/>
                  </a:lnTo>
                  <a:lnTo>
                    <a:pt x="2702183" y="2987161"/>
                  </a:lnTo>
                  <a:lnTo>
                    <a:pt x="2651757" y="3051883"/>
                  </a:lnTo>
                  <a:lnTo>
                    <a:pt x="2599030" y="3111146"/>
                  </a:lnTo>
                  <a:lnTo>
                    <a:pt x="2543375" y="3165129"/>
                  </a:lnTo>
                  <a:lnTo>
                    <a:pt x="2484105" y="3214189"/>
                  </a:lnTo>
                  <a:lnTo>
                    <a:pt x="2420504" y="3258758"/>
                  </a:lnTo>
                  <a:lnTo>
                    <a:pt x="2351866" y="3299288"/>
                  </a:lnTo>
                  <a:lnTo>
                    <a:pt x="2277538" y="3336205"/>
                  </a:lnTo>
                  <a:lnTo>
                    <a:pt x="2196977" y="3369890"/>
                  </a:lnTo>
                  <a:lnTo>
                    <a:pt x="2109826" y="3400667"/>
                  </a:lnTo>
                  <a:lnTo>
                    <a:pt x="2016011" y="3428787"/>
                  </a:lnTo>
                  <a:lnTo>
                    <a:pt x="1915862" y="3454431"/>
                  </a:lnTo>
                  <a:lnTo>
                    <a:pt x="1810237" y="3477711"/>
                  </a:lnTo>
                  <a:lnTo>
                    <a:pt x="1700642" y="3498668"/>
                  </a:lnTo>
                  <a:lnTo>
                    <a:pt x="1589305" y="3517294"/>
                  </a:lnTo>
                  <a:lnTo>
                    <a:pt x="1479158" y="3533546"/>
                  </a:lnTo>
                  <a:lnTo>
                    <a:pt x="1373690" y="3547376"/>
                  </a:lnTo>
                  <a:lnTo>
                    <a:pt x="1276641" y="3558765"/>
                  </a:lnTo>
                  <a:lnTo>
                    <a:pt x="1191553" y="3567757"/>
                  </a:lnTo>
                  <a:lnTo>
                    <a:pt x="1121253" y="3574482"/>
                  </a:lnTo>
                  <a:lnTo>
                    <a:pt x="1067375" y="3579169"/>
                  </a:lnTo>
                  <a:lnTo>
                    <a:pt x="1030041" y="3582132"/>
                  </a:lnTo>
                  <a:lnTo>
                    <a:pt x="1007759" y="3583751"/>
                  </a:lnTo>
                  <a:lnTo>
                    <a:pt x="997520" y="3584434"/>
                  </a:lnTo>
                  <a:lnTo>
                    <a:pt x="994990" y="3584590"/>
                  </a:lnTo>
                  <a:lnTo>
                    <a:pt x="994940" y="3584593"/>
                  </a:lnTo>
                  <a:lnTo>
                    <a:pt x="0" y="3584593"/>
                  </a:lnTo>
                  <a:lnTo>
                    <a:pt x="0" y="35845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9" name="pg1748"/>
            <p:cNvSpPr/>
            <p:nvPr/>
          </p:nvSpPr>
          <p:spPr>
            <a:xfrm>
              <a:off x="1199187" y="2111811"/>
              <a:ext cx="12049831" cy="3516465"/>
            </a:xfrm>
            <a:custGeom>
              <a:avLst/>
              <a:pathLst>
                <a:path w="12049831" h="3516465">
                  <a:moveTo>
                    <a:pt x="0" y="3516465"/>
                  </a:moveTo>
                  <a:lnTo>
                    <a:pt x="994940" y="3516465"/>
                  </a:lnTo>
                  <a:lnTo>
                    <a:pt x="995987" y="3516403"/>
                  </a:lnTo>
                  <a:lnTo>
                    <a:pt x="1002908" y="3515964"/>
                  </a:lnTo>
                  <a:lnTo>
                    <a:pt x="1020485" y="3514751"/>
                  </a:lnTo>
                  <a:lnTo>
                    <a:pt x="1052236" y="3512360"/>
                  </a:lnTo>
                  <a:lnTo>
                    <a:pt x="1100219" y="3508404"/>
                  </a:lnTo>
                  <a:lnTo>
                    <a:pt x="1164887" y="3502547"/>
                  </a:lnTo>
                  <a:lnTo>
                    <a:pt x="1245112" y="3494534"/>
                  </a:lnTo>
                  <a:lnTo>
                    <a:pt x="1338432" y="3484202"/>
                  </a:lnTo>
                  <a:lnTo>
                    <a:pt x="1441486" y="3471480"/>
                  </a:lnTo>
                  <a:lnTo>
                    <a:pt x="1550534" y="3456370"/>
                  </a:lnTo>
                  <a:lnTo>
                    <a:pt x="1661946" y="3438911"/>
                  </a:lnTo>
                  <a:lnTo>
                    <a:pt x="1772558" y="3419151"/>
                  </a:lnTo>
                  <a:lnTo>
                    <a:pt x="1879884" y="3397113"/>
                  </a:lnTo>
                  <a:lnTo>
                    <a:pt x="1982165" y="3372776"/>
                  </a:lnTo>
                  <a:lnTo>
                    <a:pt x="2078327" y="3346053"/>
                  </a:lnTo>
                  <a:lnTo>
                    <a:pt x="2167873" y="3316791"/>
                  </a:lnTo>
                  <a:lnTo>
                    <a:pt x="2250752" y="3284766"/>
                  </a:lnTo>
                  <a:lnTo>
                    <a:pt x="2327236" y="3249684"/>
                  </a:lnTo>
                  <a:lnTo>
                    <a:pt x="2397817" y="3211190"/>
                  </a:lnTo>
                  <a:lnTo>
                    <a:pt x="2463119" y="3168875"/>
                  </a:lnTo>
                  <a:lnTo>
                    <a:pt x="2523838" y="3122302"/>
                  </a:lnTo>
                  <a:lnTo>
                    <a:pt x="2580693" y="3071033"/>
                  </a:lnTo>
                  <a:lnTo>
                    <a:pt x="2634388" y="3014686"/>
                  </a:lnTo>
                  <a:lnTo>
                    <a:pt x="2685576" y="2953012"/>
                  </a:lnTo>
                  <a:lnTo>
                    <a:pt x="2702183" y="2931261"/>
                  </a:lnTo>
                  <a:lnTo>
                    <a:pt x="2742919" y="2874242"/>
                  </a:lnTo>
                  <a:lnTo>
                    <a:pt x="2782701" y="2813437"/>
                  </a:lnTo>
                  <a:lnTo>
                    <a:pt x="2821767" y="2748771"/>
                  </a:lnTo>
                  <a:lnTo>
                    <a:pt x="2860308" y="2680214"/>
                  </a:lnTo>
                  <a:lnTo>
                    <a:pt x="2898483" y="2607794"/>
                  </a:lnTo>
                  <a:lnTo>
                    <a:pt x="2936420" y="2531595"/>
                  </a:lnTo>
                  <a:lnTo>
                    <a:pt x="2974218" y="2451768"/>
                  </a:lnTo>
                  <a:lnTo>
                    <a:pt x="3011954" y="2368526"/>
                  </a:lnTo>
                  <a:lnTo>
                    <a:pt x="3049683" y="2282150"/>
                  </a:lnTo>
                  <a:lnTo>
                    <a:pt x="3087439" y="2192984"/>
                  </a:lnTo>
                  <a:lnTo>
                    <a:pt x="3125242" y="2101431"/>
                  </a:lnTo>
                  <a:lnTo>
                    <a:pt x="3163097" y="2007950"/>
                  </a:lnTo>
                  <a:lnTo>
                    <a:pt x="3200998" y="1913043"/>
                  </a:lnTo>
                  <a:lnTo>
                    <a:pt x="3238931" y="1817245"/>
                  </a:lnTo>
                  <a:lnTo>
                    <a:pt x="3276876" y="1721116"/>
                  </a:lnTo>
                  <a:lnTo>
                    <a:pt x="3314813" y="1625221"/>
                  </a:lnTo>
                  <a:lnTo>
                    <a:pt x="3352720" y="1530120"/>
                  </a:lnTo>
                  <a:lnTo>
                    <a:pt x="3390584" y="1436355"/>
                  </a:lnTo>
                  <a:lnTo>
                    <a:pt x="3428396" y="1344434"/>
                  </a:lnTo>
                  <a:lnTo>
                    <a:pt x="3466160" y="1254823"/>
                  </a:lnTo>
                  <a:lnTo>
                    <a:pt x="3503891" y="1167937"/>
                  </a:lnTo>
                  <a:lnTo>
                    <a:pt x="3541622" y="1084130"/>
                  </a:lnTo>
                  <a:lnTo>
                    <a:pt x="3579405" y="1003694"/>
                  </a:lnTo>
                  <a:lnTo>
                    <a:pt x="3617311" y="926854"/>
                  </a:lnTo>
                  <a:lnTo>
                    <a:pt x="3655437" y="853770"/>
                  </a:lnTo>
                  <a:lnTo>
                    <a:pt x="3693904" y="784540"/>
                  </a:lnTo>
                  <a:lnTo>
                    <a:pt x="3732866" y="719200"/>
                  </a:lnTo>
                  <a:lnTo>
                    <a:pt x="3772509" y="657730"/>
                  </a:lnTo>
                  <a:lnTo>
                    <a:pt x="3813060" y="600062"/>
                  </a:lnTo>
                  <a:lnTo>
                    <a:pt x="3820202" y="590444"/>
                  </a:lnTo>
                  <a:lnTo>
                    <a:pt x="3870685" y="526979"/>
                  </a:lnTo>
                  <a:lnTo>
                    <a:pt x="3923475" y="468874"/>
                  </a:lnTo>
                  <a:lnTo>
                    <a:pt x="3979201" y="415951"/>
                  </a:lnTo>
                  <a:lnTo>
                    <a:pt x="4038552" y="367860"/>
                  </a:lnTo>
                  <a:lnTo>
                    <a:pt x="4102247" y="324175"/>
                  </a:lnTo>
                  <a:lnTo>
                    <a:pt x="4170994" y="284454"/>
                  </a:lnTo>
                  <a:lnTo>
                    <a:pt x="4245447" y="248277"/>
                  </a:lnTo>
                  <a:lnTo>
                    <a:pt x="4326152" y="215269"/>
                  </a:lnTo>
                  <a:lnTo>
                    <a:pt x="4413462" y="185115"/>
                  </a:lnTo>
                  <a:lnTo>
                    <a:pt x="4507450" y="157566"/>
                  </a:lnTo>
                  <a:lnTo>
                    <a:pt x="4607780" y="132446"/>
                  </a:lnTo>
                  <a:lnTo>
                    <a:pt x="4713583" y="109647"/>
                  </a:lnTo>
                  <a:lnTo>
                    <a:pt x="4823340" y="89127"/>
                  </a:lnTo>
                  <a:lnTo>
                    <a:pt x="4934806" y="70897"/>
                  </a:lnTo>
                  <a:lnTo>
                    <a:pt x="5045029" y="54998"/>
                  </a:lnTo>
                  <a:lnTo>
                    <a:pt x="5150500" y="41477"/>
                  </a:lnTo>
                  <a:lnTo>
                    <a:pt x="5247468" y="30352"/>
                  </a:lnTo>
                  <a:lnTo>
                    <a:pt x="5332386" y="21579"/>
                  </a:lnTo>
                  <a:lnTo>
                    <a:pt x="5402439" y="15028"/>
                  </a:lnTo>
                  <a:lnTo>
                    <a:pt x="5456014" y="10472"/>
                  </a:lnTo>
                  <a:lnTo>
                    <a:pt x="5493024" y="7600"/>
                  </a:lnTo>
                  <a:lnTo>
                    <a:pt x="5515003" y="6039"/>
                  </a:lnTo>
                  <a:lnTo>
                    <a:pt x="5525004" y="538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0" y="5272"/>
                  </a:lnTo>
                  <a:lnTo>
                    <a:pt x="6530855" y="5497"/>
                  </a:lnTo>
                  <a:lnTo>
                    <a:pt x="6549503" y="6121"/>
                  </a:lnTo>
                  <a:lnTo>
                    <a:pt x="6583113" y="7350"/>
                  </a:lnTo>
                  <a:lnTo>
                    <a:pt x="6633753" y="9380"/>
                  </a:lnTo>
                  <a:lnTo>
                    <a:pt x="6701741" y="12383"/>
                  </a:lnTo>
                  <a:lnTo>
                    <a:pt x="6785691" y="16482"/>
                  </a:lnTo>
                  <a:lnTo>
                    <a:pt x="6882819" y="21755"/>
                  </a:lnTo>
                  <a:lnTo>
                    <a:pt x="6989449" y="28232"/>
                  </a:lnTo>
                  <a:lnTo>
                    <a:pt x="7101585" y="35907"/>
                  </a:lnTo>
                  <a:lnTo>
                    <a:pt x="7215435" y="44757"/>
                  </a:lnTo>
                  <a:lnTo>
                    <a:pt x="7327780" y="54760"/>
                  </a:lnTo>
                  <a:lnTo>
                    <a:pt x="7436160" y="65909"/>
                  </a:lnTo>
                  <a:lnTo>
                    <a:pt x="7538905" y="78223"/>
                  </a:lnTo>
                  <a:lnTo>
                    <a:pt x="7635058" y="91755"/>
                  </a:lnTo>
                  <a:lnTo>
                    <a:pt x="7724252" y="106597"/>
                  </a:lnTo>
                  <a:lnTo>
                    <a:pt x="7806557" y="122874"/>
                  </a:lnTo>
                  <a:lnTo>
                    <a:pt x="7882358" y="140750"/>
                  </a:lnTo>
                  <a:lnTo>
                    <a:pt x="7952238" y="160417"/>
                  </a:lnTo>
                  <a:lnTo>
                    <a:pt x="8016901" y="182093"/>
                  </a:lnTo>
                  <a:lnTo>
                    <a:pt x="8077103" y="206005"/>
                  </a:lnTo>
                  <a:lnTo>
                    <a:pt x="8133606" y="232369"/>
                  </a:lnTo>
                  <a:lnTo>
                    <a:pt x="8187140" y="261357"/>
                  </a:lnTo>
                  <a:lnTo>
                    <a:pt x="8229629" y="287361"/>
                  </a:lnTo>
                  <a:lnTo>
                    <a:pt x="8281504" y="322810"/>
                  </a:lnTo>
                  <a:lnTo>
                    <a:pt x="8331935" y="361258"/>
                  </a:lnTo>
                  <a:lnTo>
                    <a:pt x="8381373" y="402761"/>
                  </a:lnTo>
                  <a:lnTo>
                    <a:pt x="8430172" y="447311"/>
                  </a:lnTo>
                  <a:lnTo>
                    <a:pt x="8478599" y="494821"/>
                  </a:lnTo>
                  <a:lnTo>
                    <a:pt x="8526851" y="545126"/>
                  </a:lnTo>
                  <a:lnTo>
                    <a:pt x="8575063" y="597975"/>
                  </a:lnTo>
                  <a:lnTo>
                    <a:pt x="8623317" y="653034"/>
                  </a:lnTo>
                  <a:lnTo>
                    <a:pt x="8671650" y="709893"/>
                  </a:lnTo>
                  <a:lnTo>
                    <a:pt x="8720063" y="768074"/>
                  </a:lnTo>
                  <a:lnTo>
                    <a:pt x="8768534" y="827050"/>
                  </a:lnTo>
                  <a:lnTo>
                    <a:pt x="8817023" y="886261"/>
                  </a:lnTo>
                  <a:lnTo>
                    <a:pt x="8865487" y="945140"/>
                  </a:lnTo>
                  <a:lnTo>
                    <a:pt x="8913888" y="1003131"/>
                  </a:lnTo>
                  <a:lnTo>
                    <a:pt x="8962206" y="1059715"/>
                  </a:lnTo>
                  <a:lnTo>
                    <a:pt x="9010449" y="1114423"/>
                  </a:lnTo>
                  <a:lnTo>
                    <a:pt x="9058661" y="1166859"/>
                  </a:lnTo>
                  <a:lnTo>
                    <a:pt x="9106932" y="1216702"/>
                  </a:lnTo>
                  <a:lnTo>
                    <a:pt x="9155407" y="1263716"/>
                  </a:lnTo>
                  <a:lnTo>
                    <a:pt x="9204294" y="1307749"/>
                  </a:lnTo>
                  <a:lnTo>
                    <a:pt x="9253874" y="1348730"/>
                  </a:lnTo>
                  <a:lnTo>
                    <a:pt x="9304516" y="1386659"/>
                  </a:lnTo>
                  <a:lnTo>
                    <a:pt x="9347647" y="1415844"/>
                  </a:lnTo>
                  <a:lnTo>
                    <a:pt x="9399227" y="1447062"/>
                  </a:lnTo>
                  <a:lnTo>
                    <a:pt x="9453226" y="1475586"/>
                  </a:lnTo>
                  <a:lnTo>
                    <a:pt x="9510316" y="1501512"/>
                  </a:lnTo>
                  <a:lnTo>
                    <a:pt x="9571235" y="1525020"/>
                  </a:lnTo>
                  <a:lnTo>
                    <a:pt x="9636749" y="1546332"/>
                  </a:lnTo>
                  <a:lnTo>
                    <a:pt x="9707607" y="1565675"/>
                  </a:lnTo>
                  <a:lnTo>
                    <a:pt x="9784497" y="1583260"/>
                  </a:lnTo>
                  <a:lnTo>
                    <a:pt x="9867975" y="1599278"/>
                  </a:lnTo>
                  <a:lnTo>
                    <a:pt x="9958379" y="1613884"/>
                  </a:lnTo>
                  <a:lnTo>
                    <a:pt x="10055716" y="1627200"/>
                  </a:lnTo>
                  <a:lnTo>
                    <a:pt x="10159523" y="1639310"/>
                  </a:lnTo>
                  <a:lnTo>
                    <a:pt x="10268731" y="1650259"/>
                  </a:lnTo>
                  <a:lnTo>
                    <a:pt x="10381536" y="1660064"/>
                  </a:lnTo>
                  <a:lnTo>
                    <a:pt x="10495339" y="1668713"/>
                  </a:lnTo>
                  <a:lnTo>
                    <a:pt x="10606804" y="1676181"/>
                  </a:lnTo>
                  <a:lnTo>
                    <a:pt x="10712072" y="1682449"/>
                  </a:lnTo>
                  <a:lnTo>
                    <a:pt x="10807164" y="1687516"/>
                  </a:lnTo>
                  <a:lnTo>
                    <a:pt x="10888515" y="1691418"/>
                  </a:lnTo>
                  <a:lnTo>
                    <a:pt x="10953551" y="1694242"/>
                  </a:lnTo>
                  <a:lnTo>
                    <a:pt x="11001169" y="1696121"/>
                  </a:lnTo>
                  <a:lnTo>
                    <a:pt x="11031991" y="1697230"/>
                  </a:lnTo>
                  <a:lnTo>
                    <a:pt x="11048380" y="1697769"/>
                  </a:lnTo>
                  <a:lnTo>
                    <a:pt x="11054256" y="1697947"/>
                  </a:lnTo>
                  <a:lnTo>
                    <a:pt x="11054891" y="1697965"/>
                  </a:lnTo>
                  <a:lnTo>
                    <a:pt x="12049831" y="1697965"/>
                  </a:lnTo>
                  <a:lnTo>
                    <a:pt x="12049831" y="1692724"/>
                  </a:lnTo>
                  <a:lnTo>
                    <a:pt x="11054891" y="1692724"/>
                  </a:lnTo>
                  <a:lnTo>
                    <a:pt x="11053777" y="1692693"/>
                  </a:lnTo>
                  <a:lnTo>
                    <a:pt x="11046422" y="1692467"/>
                  </a:lnTo>
                  <a:lnTo>
                    <a:pt x="11027773" y="1691844"/>
                  </a:lnTo>
                  <a:lnTo>
                    <a:pt x="10994163" y="1690615"/>
                  </a:lnTo>
                  <a:lnTo>
                    <a:pt x="10943523" y="1688584"/>
                  </a:lnTo>
                  <a:lnTo>
                    <a:pt x="10875536" y="1685582"/>
                  </a:lnTo>
                  <a:lnTo>
                    <a:pt x="10791586" y="1681482"/>
                  </a:lnTo>
                  <a:lnTo>
                    <a:pt x="10694457" y="1676209"/>
                  </a:lnTo>
                  <a:lnTo>
                    <a:pt x="10587827" y="1669733"/>
                  </a:lnTo>
                  <a:lnTo>
                    <a:pt x="10475692" y="1662058"/>
                  </a:lnTo>
                  <a:lnTo>
                    <a:pt x="10361842" y="1653207"/>
                  </a:lnTo>
                  <a:lnTo>
                    <a:pt x="10249496" y="1643204"/>
                  </a:lnTo>
                  <a:lnTo>
                    <a:pt x="10141116" y="1632055"/>
                  </a:lnTo>
                  <a:lnTo>
                    <a:pt x="10038372" y="1619742"/>
                  </a:lnTo>
                  <a:lnTo>
                    <a:pt x="9942218" y="1606209"/>
                  </a:lnTo>
                  <a:lnTo>
                    <a:pt x="9853025" y="1591368"/>
                  </a:lnTo>
                  <a:lnTo>
                    <a:pt x="9770719" y="1575091"/>
                  </a:lnTo>
                  <a:lnTo>
                    <a:pt x="9694919" y="1557215"/>
                  </a:lnTo>
                  <a:lnTo>
                    <a:pt x="9625038" y="1537547"/>
                  </a:lnTo>
                  <a:lnTo>
                    <a:pt x="9560375" y="1515871"/>
                  </a:lnTo>
                  <a:lnTo>
                    <a:pt x="9500174" y="1491959"/>
                  </a:lnTo>
                  <a:lnTo>
                    <a:pt x="9443671" y="1465595"/>
                  </a:lnTo>
                  <a:lnTo>
                    <a:pt x="9390137" y="1436608"/>
                  </a:lnTo>
                  <a:lnTo>
                    <a:pt x="9347647" y="1410604"/>
                  </a:lnTo>
                  <a:lnTo>
                    <a:pt x="9295772" y="1375154"/>
                  </a:lnTo>
                  <a:lnTo>
                    <a:pt x="9245342" y="1336706"/>
                  </a:lnTo>
                  <a:lnTo>
                    <a:pt x="9195903" y="1295203"/>
                  </a:lnTo>
                  <a:lnTo>
                    <a:pt x="9147105" y="1250654"/>
                  </a:lnTo>
                  <a:lnTo>
                    <a:pt x="9098677" y="1203143"/>
                  </a:lnTo>
                  <a:lnTo>
                    <a:pt x="9050425" y="1152838"/>
                  </a:lnTo>
                  <a:lnTo>
                    <a:pt x="9002213" y="1099989"/>
                  </a:lnTo>
                  <a:lnTo>
                    <a:pt x="8953959" y="1044930"/>
                  </a:lnTo>
                  <a:lnTo>
                    <a:pt x="8905627" y="988072"/>
                  </a:lnTo>
                  <a:lnTo>
                    <a:pt x="8857213" y="929891"/>
                  </a:lnTo>
                  <a:lnTo>
                    <a:pt x="8808742" y="870915"/>
                  </a:lnTo>
                  <a:lnTo>
                    <a:pt x="8760253" y="811704"/>
                  </a:lnTo>
                  <a:lnTo>
                    <a:pt x="8711789" y="752825"/>
                  </a:lnTo>
                  <a:lnTo>
                    <a:pt x="8663388" y="694833"/>
                  </a:lnTo>
                  <a:lnTo>
                    <a:pt x="8615070" y="638250"/>
                  </a:lnTo>
                  <a:lnTo>
                    <a:pt x="8566828" y="583541"/>
                  </a:lnTo>
                  <a:lnTo>
                    <a:pt x="8518616" y="531105"/>
                  </a:lnTo>
                  <a:lnTo>
                    <a:pt x="8470345" y="481262"/>
                  </a:lnTo>
                  <a:lnTo>
                    <a:pt x="8421870" y="434248"/>
                  </a:lnTo>
                  <a:lnTo>
                    <a:pt x="8372983" y="390215"/>
                  </a:lnTo>
                  <a:lnTo>
                    <a:pt x="8323403" y="349235"/>
                  </a:lnTo>
                  <a:lnTo>
                    <a:pt x="8272761" y="311305"/>
                  </a:lnTo>
                  <a:lnTo>
                    <a:pt x="8229629" y="282120"/>
                  </a:lnTo>
                  <a:lnTo>
                    <a:pt x="8178050" y="250902"/>
                  </a:lnTo>
                  <a:lnTo>
                    <a:pt x="8124051" y="222378"/>
                  </a:lnTo>
                  <a:lnTo>
                    <a:pt x="8066961" y="196453"/>
                  </a:lnTo>
                  <a:lnTo>
                    <a:pt x="8006041" y="172944"/>
                  </a:lnTo>
                  <a:lnTo>
                    <a:pt x="7940528" y="151632"/>
                  </a:lnTo>
                  <a:lnTo>
                    <a:pt x="7869670" y="132290"/>
                  </a:lnTo>
                  <a:lnTo>
                    <a:pt x="7792780" y="114704"/>
                  </a:lnTo>
                  <a:lnTo>
                    <a:pt x="7709302" y="98686"/>
                  </a:lnTo>
                  <a:lnTo>
                    <a:pt x="7618897" y="84080"/>
                  </a:lnTo>
                  <a:lnTo>
                    <a:pt x="7521561" y="70764"/>
                  </a:lnTo>
                  <a:lnTo>
                    <a:pt x="7417753" y="58655"/>
                  </a:lnTo>
                  <a:lnTo>
                    <a:pt x="7308545" y="47705"/>
                  </a:lnTo>
                  <a:lnTo>
                    <a:pt x="7195741" y="37901"/>
                  </a:lnTo>
                  <a:lnTo>
                    <a:pt x="7081937" y="29252"/>
                  </a:lnTo>
                  <a:lnTo>
                    <a:pt x="6970473" y="21783"/>
                  </a:lnTo>
                  <a:lnTo>
                    <a:pt x="6865204" y="15515"/>
                  </a:lnTo>
                  <a:lnTo>
                    <a:pt x="6770113" y="10449"/>
                  </a:lnTo>
                  <a:lnTo>
                    <a:pt x="6688762" y="6546"/>
                  </a:lnTo>
                  <a:lnTo>
                    <a:pt x="6623725" y="3723"/>
                  </a:lnTo>
                  <a:lnTo>
                    <a:pt x="6576108" y="1844"/>
                  </a:lnTo>
                  <a:lnTo>
                    <a:pt x="6545285" y="735"/>
                  </a:lnTo>
                  <a:lnTo>
                    <a:pt x="6528897" y="195"/>
                  </a:lnTo>
                  <a:lnTo>
                    <a:pt x="6523021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98" y="61"/>
                  </a:lnTo>
                  <a:lnTo>
                    <a:pt x="5519477" y="500"/>
                  </a:lnTo>
                  <a:lnTo>
                    <a:pt x="5501900" y="1713"/>
                  </a:lnTo>
                  <a:lnTo>
                    <a:pt x="5470149" y="4105"/>
                  </a:lnTo>
                  <a:lnTo>
                    <a:pt x="5422166" y="8061"/>
                  </a:lnTo>
                  <a:lnTo>
                    <a:pt x="5357498" y="13917"/>
                  </a:lnTo>
                  <a:lnTo>
                    <a:pt x="5277273" y="21930"/>
                  </a:lnTo>
                  <a:lnTo>
                    <a:pt x="5183953" y="32262"/>
                  </a:lnTo>
                  <a:lnTo>
                    <a:pt x="5080899" y="44984"/>
                  </a:lnTo>
                  <a:lnTo>
                    <a:pt x="4971851" y="60095"/>
                  </a:lnTo>
                  <a:lnTo>
                    <a:pt x="4860439" y="77554"/>
                  </a:lnTo>
                  <a:lnTo>
                    <a:pt x="4749827" y="97314"/>
                  </a:lnTo>
                  <a:lnTo>
                    <a:pt x="4642501" y="119351"/>
                  </a:lnTo>
                  <a:lnTo>
                    <a:pt x="4540220" y="143689"/>
                  </a:lnTo>
                  <a:lnTo>
                    <a:pt x="4444058" y="170412"/>
                  </a:lnTo>
                  <a:lnTo>
                    <a:pt x="4354512" y="199673"/>
                  </a:lnTo>
                  <a:lnTo>
                    <a:pt x="4271633" y="231698"/>
                  </a:lnTo>
                  <a:lnTo>
                    <a:pt x="4195149" y="266780"/>
                  </a:lnTo>
                  <a:lnTo>
                    <a:pt x="4124568" y="305275"/>
                  </a:lnTo>
                  <a:lnTo>
                    <a:pt x="4059266" y="347590"/>
                  </a:lnTo>
                  <a:lnTo>
                    <a:pt x="3998547" y="394163"/>
                  </a:lnTo>
                  <a:lnTo>
                    <a:pt x="3941692" y="445431"/>
                  </a:lnTo>
                  <a:lnTo>
                    <a:pt x="3887997" y="501778"/>
                  </a:lnTo>
                  <a:lnTo>
                    <a:pt x="3836809" y="563452"/>
                  </a:lnTo>
                  <a:lnTo>
                    <a:pt x="3820202" y="585204"/>
                  </a:lnTo>
                  <a:lnTo>
                    <a:pt x="3779466" y="642223"/>
                  </a:lnTo>
                  <a:lnTo>
                    <a:pt x="3739684" y="703027"/>
                  </a:lnTo>
                  <a:lnTo>
                    <a:pt x="3700618" y="767694"/>
                  </a:lnTo>
                  <a:lnTo>
                    <a:pt x="3662077" y="836250"/>
                  </a:lnTo>
                  <a:lnTo>
                    <a:pt x="3623902" y="908671"/>
                  </a:lnTo>
                  <a:lnTo>
                    <a:pt x="3585965" y="984869"/>
                  </a:lnTo>
                  <a:lnTo>
                    <a:pt x="3548167" y="1064696"/>
                  </a:lnTo>
                  <a:lnTo>
                    <a:pt x="3510431" y="1147938"/>
                  </a:lnTo>
                  <a:lnTo>
                    <a:pt x="3472702" y="1234314"/>
                  </a:lnTo>
                  <a:lnTo>
                    <a:pt x="3434946" y="1323481"/>
                  </a:lnTo>
                  <a:lnTo>
                    <a:pt x="3397143" y="1415033"/>
                  </a:lnTo>
                  <a:lnTo>
                    <a:pt x="3359288" y="1508514"/>
                  </a:lnTo>
                  <a:lnTo>
                    <a:pt x="3321387" y="1603422"/>
                  </a:lnTo>
                  <a:lnTo>
                    <a:pt x="3283454" y="1699219"/>
                  </a:lnTo>
                  <a:lnTo>
                    <a:pt x="3245509" y="1795348"/>
                  </a:lnTo>
                  <a:lnTo>
                    <a:pt x="3207572" y="1891243"/>
                  </a:lnTo>
                  <a:lnTo>
                    <a:pt x="3169665" y="1986344"/>
                  </a:lnTo>
                  <a:lnTo>
                    <a:pt x="3131801" y="2080110"/>
                  </a:lnTo>
                  <a:lnTo>
                    <a:pt x="3093989" y="2172031"/>
                  </a:lnTo>
                  <a:lnTo>
                    <a:pt x="3056225" y="2261641"/>
                  </a:lnTo>
                  <a:lnTo>
                    <a:pt x="3018494" y="2348528"/>
                  </a:lnTo>
                  <a:lnTo>
                    <a:pt x="2980763" y="2432335"/>
                  </a:lnTo>
                  <a:lnTo>
                    <a:pt x="2942980" y="2512771"/>
                  </a:lnTo>
                  <a:lnTo>
                    <a:pt x="2905074" y="2589611"/>
                  </a:lnTo>
                  <a:lnTo>
                    <a:pt x="2866948" y="2662694"/>
                  </a:lnTo>
                  <a:lnTo>
                    <a:pt x="2828481" y="2731924"/>
                  </a:lnTo>
                  <a:lnTo>
                    <a:pt x="2789519" y="2797265"/>
                  </a:lnTo>
                  <a:lnTo>
                    <a:pt x="2749876" y="2858734"/>
                  </a:lnTo>
                  <a:lnTo>
                    <a:pt x="2709325" y="2916402"/>
                  </a:lnTo>
                  <a:lnTo>
                    <a:pt x="2702183" y="2926020"/>
                  </a:lnTo>
                  <a:lnTo>
                    <a:pt x="2651700" y="2989485"/>
                  </a:lnTo>
                  <a:lnTo>
                    <a:pt x="2598910" y="3047590"/>
                  </a:lnTo>
                  <a:lnTo>
                    <a:pt x="2543184" y="3100513"/>
                  </a:lnTo>
                  <a:lnTo>
                    <a:pt x="2483833" y="3148604"/>
                  </a:lnTo>
                  <a:lnTo>
                    <a:pt x="2420138" y="3192289"/>
                  </a:lnTo>
                  <a:lnTo>
                    <a:pt x="2351391" y="3232010"/>
                  </a:lnTo>
                  <a:lnTo>
                    <a:pt x="2276938" y="3268187"/>
                  </a:lnTo>
                  <a:lnTo>
                    <a:pt x="2196233" y="3301195"/>
                  </a:lnTo>
                  <a:lnTo>
                    <a:pt x="2108923" y="3331350"/>
                  </a:lnTo>
                  <a:lnTo>
                    <a:pt x="2014935" y="3358898"/>
                  </a:lnTo>
                  <a:lnTo>
                    <a:pt x="1914605" y="3384018"/>
                  </a:lnTo>
                  <a:lnTo>
                    <a:pt x="1808802" y="3406817"/>
                  </a:lnTo>
                  <a:lnTo>
                    <a:pt x="1699045" y="3427337"/>
                  </a:lnTo>
                  <a:lnTo>
                    <a:pt x="1587579" y="3445568"/>
                  </a:lnTo>
                  <a:lnTo>
                    <a:pt x="1477356" y="3461467"/>
                  </a:lnTo>
                  <a:lnTo>
                    <a:pt x="1371885" y="3474987"/>
                  </a:lnTo>
                  <a:lnTo>
                    <a:pt x="1274917" y="3486112"/>
                  </a:lnTo>
                  <a:lnTo>
                    <a:pt x="1189999" y="3494885"/>
                  </a:lnTo>
                  <a:lnTo>
                    <a:pt x="1119946" y="3501437"/>
                  </a:lnTo>
                  <a:lnTo>
                    <a:pt x="1066371" y="3505992"/>
                  </a:lnTo>
                  <a:lnTo>
                    <a:pt x="1029361" y="3508864"/>
                  </a:lnTo>
                  <a:lnTo>
                    <a:pt x="1007382" y="3510425"/>
                  </a:lnTo>
                  <a:lnTo>
                    <a:pt x="997381" y="3511077"/>
                  </a:lnTo>
                  <a:lnTo>
                    <a:pt x="994940" y="3511224"/>
                  </a:lnTo>
                  <a:lnTo>
                    <a:pt x="0" y="3511224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50" name="pl1749"/>
            <p:cNvSpPr/>
            <p:nvPr/>
          </p:nvSpPr>
          <p:spPr>
            <a:xfrm>
              <a:off x="1199187" y="2117051"/>
              <a:ext cx="12049831" cy="3511224"/>
            </a:xfrm>
            <a:custGeom>
              <a:avLst/>
              <a:pathLst>
                <a:path w="12049831" h="3511224">
                  <a:moveTo>
                    <a:pt x="0" y="3511224"/>
                  </a:moveTo>
                  <a:lnTo>
                    <a:pt x="994940" y="3511224"/>
                  </a:lnTo>
                  <a:lnTo>
                    <a:pt x="995987" y="3511163"/>
                  </a:lnTo>
                  <a:lnTo>
                    <a:pt x="1002908" y="3510724"/>
                  </a:lnTo>
                  <a:lnTo>
                    <a:pt x="1020485" y="3509511"/>
                  </a:lnTo>
                  <a:lnTo>
                    <a:pt x="1052236" y="3507119"/>
                  </a:lnTo>
                  <a:lnTo>
                    <a:pt x="1100219" y="3503163"/>
                  </a:lnTo>
                  <a:lnTo>
                    <a:pt x="1164887" y="3497307"/>
                  </a:lnTo>
                  <a:lnTo>
                    <a:pt x="1245112" y="3489293"/>
                  </a:lnTo>
                  <a:lnTo>
                    <a:pt x="1338432" y="3478961"/>
                  </a:lnTo>
                  <a:lnTo>
                    <a:pt x="1441486" y="3466240"/>
                  </a:lnTo>
                  <a:lnTo>
                    <a:pt x="1550534" y="3451129"/>
                  </a:lnTo>
                  <a:lnTo>
                    <a:pt x="1661946" y="3433670"/>
                  </a:lnTo>
                  <a:lnTo>
                    <a:pt x="1772558" y="3413910"/>
                  </a:lnTo>
                  <a:lnTo>
                    <a:pt x="1879884" y="3391873"/>
                  </a:lnTo>
                  <a:lnTo>
                    <a:pt x="1982165" y="3367535"/>
                  </a:lnTo>
                  <a:lnTo>
                    <a:pt x="2078327" y="3340812"/>
                  </a:lnTo>
                  <a:lnTo>
                    <a:pt x="2167873" y="3311550"/>
                  </a:lnTo>
                  <a:lnTo>
                    <a:pt x="2250752" y="3279526"/>
                  </a:lnTo>
                  <a:lnTo>
                    <a:pt x="2327236" y="3244444"/>
                  </a:lnTo>
                  <a:lnTo>
                    <a:pt x="2397817" y="3205949"/>
                  </a:lnTo>
                  <a:lnTo>
                    <a:pt x="2463119" y="3163634"/>
                  </a:lnTo>
                  <a:lnTo>
                    <a:pt x="2523838" y="3117061"/>
                  </a:lnTo>
                  <a:lnTo>
                    <a:pt x="2580693" y="3065793"/>
                  </a:lnTo>
                  <a:lnTo>
                    <a:pt x="2634388" y="3009446"/>
                  </a:lnTo>
                  <a:lnTo>
                    <a:pt x="2685576" y="2947772"/>
                  </a:lnTo>
                  <a:lnTo>
                    <a:pt x="2702183" y="2926020"/>
                  </a:lnTo>
                  <a:lnTo>
                    <a:pt x="2742919" y="2869001"/>
                  </a:lnTo>
                  <a:lnTo>
                    <a:pt x="2782701" y="2808197"/>
                  </a:lnTo>
                  <a:lnTo>
                    <a:pt x="2821767" y="2743530"/>
                  </a:lnTo>
                  <a:lnTo>
                    <a:pt x="2860308" y="2674973"/>
                  </a:lnTo>
                  <a:lnTo>
                    <a:pt x="2898483" y="2602553"/>
                  </a:lnTo>
                  <a:lnTo>
                    <a:pt x="2936420" y="2526355"/>
                  </a:lnTo>
                  <a:lnTo>
                    <a:pt x="2974218" y="2446527"/>
                  </a:lnTo>
                  <a:lnTo>
                    <a:pt x="3011954" y="2363286"/>
                  </a:lnTo>
                  <a:lnTo>
                    <a:pt x="3049683" y="2276910"/>
                  </a:lnTo>
                  <a:lnTo>
                    <a:pt x="3087439" y="2187743"/>
                  </a:lnTo>
                  <a:lnTo>
                    <a:pt x="3125242" y="2096191"/>
                  </a:lnTo>
                  <a:lnTo>
                    <a:pt x="3163097" y="2002709"/>
                  </a:lnTo>
                  <a:lnTo>
                    <a:pt x="3200998" y="1907802"/>
                  </a:lnTo>
                  <a:lnTo>
                    <a:pt x="3238931" y="1812005"/>
                  </a:lnTo>
                  <a:lnTo>
                    <a:pt x="3276876" y="1715876"/>
                  </a:lnTo>
                  <a:lnTo>
                    <a:pt x="3314813" y="1619980"/>
                  </a:lnTo>
                  <a:lnTo>
                    <a:pt x="3352720" y="1524880"/>
                  </a:lnTo>
                  <a:lnTo>
                    <a:pt x="3390584" y="1431114"/>
                  </a:lnTo>
                  <a:lnTo>
                    <a:pt x="3428396" y="1339193"/>
                  </a:lnTo>
                  <a:lnTo>
                    <a:pt x="3466160" y="1249582"/>
                  </a:lnTo>
                  <a:lnTo>
                    <a:pt x="3503891" y="1162696"/>
                  </a:lnTo>
                  <a:lnTo>
                    <a:pt x="3541622" y="1078889"/>
                  </a:lnTo>
                  <a:lnTo>
                    <a:pt x="3579405" y="998453"/>
                  </a:lnTo>
                  <a:lnTo>
                    <a:pt x="3617311" y="921613"/>
                  </a:lnTo>
                  <a:lnTo>
                    <a:pt x="3655437" y="848530"/>
                  </a:lnTo>
                  <a:lnTo>
                    <a:pt x="3693904" y="779300"/>
                  </a:lnTo>
                  <a:lnTo>
                    <a:pt x="3732866" y="713959"/>
                  </a:lnTo>
                  <a:lnTo>
                    <a:pt x="3772509" y="652490"/>
                  </a:lnTo>
                  <a:lnTo>
                    <a:pt x="3813060" y="594822"/>
                  </a:lnTo>
                  <a:lnTo>
                    <a:pt x="3820202" y="585204"/>
                  </a:lnTo>
                  <a:lnTo>
                    <a:pt x="3870685" y="521739"/>
                  </a:lnTo>
                  <a:lnTo>
                    <a:pt x="3923475" y="463634"/>
                  </a:lnTo>
                  <a:lnTo>
                    <a:pt x="3979201" y="410711"/>
                  </a:lnTo>
                  <a:lnTo>
                    <a:pt x="4038552" y="362620"/>
                  </a:lnTo>
                  <a:lnTo>
                    <a:pt x="4102247" y="318935"/>
                  </a:lnTo>
                  <a:lnTo>
                    <a:pt x="4170994" y="279214"/>
                  </a:lnTo>
                  <a:lnTo>
                    <a:pt x="4245447" y="243036"/>
                  </a:lnTo>
                  <a:lnTo>
                    <a:pt x="4326152" y="210029"/>
                  </a:lnTo>
                  <a:lnTo>
                    <a:pt x="4413462" y="179874"/>
                  </a:lnTo>
                  <a:lnTo>
                    <a:pt x="4507450" y="152326"/>
                  </a:lnTo>
                  <a:lnTo>
                    <a:pt x="4607780" y="127206"/>
                  </a:lnTo>
                  <a:lnTo>
                    <a:pt x="4713583" y="104407"/>
                  </a:lnTo>
                  <a:lnTo>
                    <a:pt x="4823340" y="83887"/>
                  </a:lnTo>
                  <a:lnTo>
                    <a:pt x="4934806" y="65656"/>
                  </a:lnTo>
                  <a:lnTo>
                    <a:pt x="5045029" y="49757"/>
                  </a:lnTo>
                  <a:lnTo>
                    <a:pt x="5150500" y="36236"/>
                  </a:lnTo>
                  <a:lnTo>
                    <a:pt x="5247468" y="25112"/>
                  </a:lnTo>
                  <a:lnTo>
                    <a:pt x="5332386" y="16339"/>
                  </a:lnTo>
                  <a:lnTo>
                    <a:pt x="5402439" y="9787"/>
                  </a:lnTo>
                  <a:lnTo>
                    <a:pt x="5456014" y="5232"/>
                  </a:lnTo>
                  <a:lnTo>
                    <a:pt x="5493024" y="2360"/>
                  </a:lnTo>
                  <a:lnTo>
                    <a:pt x="5515003" y="799"/>
                  </a:lnTo>
                  <a:lnTo>
                    <a:pt x="5525004" y="146"/>
                  </a:lnTo>
                  <a:lnTo>
                    <a:pt x="5527405" y="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0" y="31"/>
                  </a:lnTo>
                  <a:lnTo>
                    <a:pt x="6530855" y="257"/>
                  </a:lnTo>
                  <a:lnTo>
                    <a:pt x="6549503" y="880"/>
                  </a:lnTo>
                  <a:lnTo>
                    <a:pt x="6583113" y="2109"/>
                  </a:lnTo>
                  <a:lnTo>
                    <a:pt x="6633753" y="4140"/>
                  </a:lnTo>
                  <a:lnTo>
                    <a:pt x="6701741" y="7142"/>
                  </a:lnTo>
                  <a:lnTo>
                    <a:pt x="6785691" y="11241"/>
                  </a:lnTo>
                  <a:lnTo>
                    <a:pt x="6882819" y="16515"/>
                  </a:lnTo>
                  <a:lnTo>
                    <a:pt x="6989449" y="22991"/>
                  </a:lnTo>
                  <a:lnTo>
                    <a:pt x="7101585" y="30666"/>
                  </a:lnTo>
                  <a:lnTo>
                    <a:pt x="7215435" y="39517"/>
                  </a:lnTo>
                  <a:lnTo>
                    <a:pt x="7327780" y="49520"/>
                  </a:lnTo>
                  <a:lnTo>
                    <a:pt x="7436160" y="60668"/>
                  </a:lnTo>
                  <a:lnTo>
                    <a:pt x="7538905" y="72982"/>
                  </a:lnTo>
                  <a:lnTo>
                    <a:pt x="7635058" y="86515"/>
                  </a:lnTo>
                  <a:lnTo>
                    <a:pt x="7724252" y="101356"/>
                  </a:lnTo>
                  <a:lnTo>
                    <a:pt x="7806557" y="117633"/>
                  </a:lnTo>
                  <a:lnTo>
                    <a:pt x="7882358" y="135509"/>
                  </a:lnTo>
                  <a:lnTo>
                    <a:pt x="7952238" y="155176"/>
                  </a:lnTo>
                  <a:lnTo>
                    <a:pt x="8016901" y="176853"/>
                  </a:lnTo>
                  <a:lnTo>
                    <a:pt x="8077103" y="200765"/>
                  </a:lnTo>
                  <a:lnTo>
                    <a:pt x="8133606" y="227129"/>
                  </a:lnTo>
                  <a:lnTo>
                    <a:pt x="8187140" y="256116"/>
                  </a:lnTo>
                  <a:lnTo>
                    <a:pt x="8229629" y="282120"/>
                  </a:lnTo>
                  <a:lnTo>
                    <a:pt x="8281504" y="317570"/>
                  </a:lnTo>
                  <a:lnTo>
                    <a:pt x="8331935" y="356017"/>
                  </a:lnTo>
                  <a:lnTo>
                    <a:pt x="8381373" y="397521"/>
                  </a:lnTo>
                  <a:lnTo>
                    <a:pt x="8430172" y="442070"/>
                  </a:lnTo>
                  <a:lnTo>
                    <a:pt x="8478599" y="489581"/>
                  </a:lnTo>
                  <a:lnTo>
                    <a:pt x="8526851" y="539886"/>
                  </a:lnTo>
                  <a:lnTo>
                    <a:pt x="8575063" y="592735"/>
                  </a:lnTo>
                  <a:lnTo>
                    <a:pt x="8623317" y="647794"/>
                  </a:lnTo>
                  <a:lnTo>
                    <a:pt x="8671650" y="704652"/>
                  </a:lnTo>
                  <a:lnTo>
                    <a:pt x="8720063" y="762833"/>
                  </a:lnTo>
                  <a:lnTo>
                    <a:pt x="8768534" y="821809"/>
                  </a:lnTo>
                  <a:lnTo>
                    <a:pt x="8817023" y="881020"/>
                  </a:lnTo>
                  <a:lnTo>
                    <a:pt x="8865487" y="939899"/>
                  </a:lnTo>
                  <a:lnTo>
                    <a:pt x="8913888" y="997891"/>
                  </a:lnTo>
                  <a:lnTo>
                    <a:pt x="8962206" y="1054474"/>
                  </a:lnTo>
                  <a:lnTo>
                    <a:pt x="9010449" y="1109183"/>
                  </a:lnTo>
                  <a:lnTo>
                    <a:pt x="9058661" y="1161618"/>
                  </a:lnTo>
                  <a:lnTo>
                    <a:pt x="9106932" y="1211461"/>
                  </a:lnTo>
                  <a:lnTo>
                    <a:pt x="9155407" y="1258476"/>
                  </a:lnTo>
                  <a:lnTo>
                    <a:pt x="9204294" y="1302509"/>
                  </a:lnTo>
                  <a:lnTo>
                    <a:pt x="9253874" y="1343489"/>
                  </a:lnTo>
                  <a:lnTo>
                    <a:pt x="9304516" y="1381419"/>
                  </a:lnTo>
                  <a:lnTo>
                    <a:pt x="9347647" y="1410604"/>
                  </a:lnTo>
                  <a:lnTo>
                    <a:pt x="9399227" y="1441822"/>
                  </a:lnTo>
                  <a:lnTo>
                    <a:pt x="9453226" y="1470346"/>
                  </a:lnTo>
                  <a:lnTo>
                    <a:pt x="9510316" y="1496271"/>
                  </a:lnTo>
                  <a:lnTo>
                    <a:pt x="9571235" y="1519780"/>
                  </a:lnTo>
                  <a:lnTo>
                    <a:pt x="9636749" y="1541092"/>
                  </a:lnTo>
                  <a:lnTo>
                    <a:pt x="9707607" y="1560434"/>
                  </a:lnTo>
                  <a:lnTo>
                    <a:pt x="9784497" y="1578020"/>
                  </a:lnTo>
                  <a:lnTo>
                    <a:pt x="9867975" y="1594037"/>
                  </a:lnTo>
                  <a:lnTo>
                    <a:pt x="9958379" y="1608644"/>
                  </a:lnTo>
                  <a:lnTo>
                    <a:pt x="10055716" y="1621960"/>
                  </a:lnTo>
                  <a:lnTo>
                    <a:pt x="10159523" y="1634069"/>
                  </a:lnTo>
                  <a:lnTo>
                    <a:pt x="10268731" y="1645019"/>
                  </a:lnTo>
                  <a:lnTo>
                    <a:pt x="10381536" y="1654823"/>
                  </a:lnTo>
                  <a:lnTo>
                    <a:pt x="10495339" y="1663472"/>
                  </a:lnTo>
                  <a:lnTo>
                    <a:pt x="10606804" y="1670941"/>
                  </a:lnTo>
                  <a:lnTo>
                    <a:pt x="10712072" y="1677209"/>
                  </a:lnTo>
                  <a:lnTo>
                    <a:pt x="10807164" y="1682275"/>
                  </a:lnTo>
                  <a:lnTo>
                    <a:pt x="10888515" y="1686178"/>
                  </a:lnTo>
                  <a:lnTo>
                    <a:pt x="10953551" y="1689001"/>
                  </a:lnTo>
                  <a:lnTo>
                    <a:pt x="11001169" y="1690880"/>
                  </a:lnTo>
                  <a:lnTo>
                    <a:pt x="11031991" y="1691989"/>
                  </a:lnTo>
                  <a:lnTo>
                    <a:pt x="11048380" y="1692529"/>
                  </a:lnTo>
                  <a:lnTo>
                    <a:pt x="11054256" y="1692706"/>
                  </a:lnTo>
                  <a:lnTo>
                    <a:pt x="11054891" y="1692724"/>
                  </a:lnTo>
                  <a:lnTo>
                    <a:pt x="12049831" y="1692724"/>
                  </a:lnTo>
                  <a:lnTo>
                    <a:pt x="12049831" y="16927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1" name="pl1750"/>
            <p:cNvSpPr/>
            <p:nvPr/>
          </p:nvSpPr>
          <p:spPr>
            <a:xfrm>
              <a:off x="1199187" y="2111811"/>
              <a:ext cx="12049831" cy="3511224"/>
            </a:xfrm>
            <a:custGeom>
              <a:avLst/>
              <a:pathLst>
                <a:path w="12049831" h="3511224">
                  <a:moveTo>
                    <a:pt x="12049831" y="1692724"/>
                  </a:moveTo>
                  <a:lnTo>
                    <a:pt x="11054891" y="1692724"/>
                  </a:lnTo>
                  <a:lnTo>
                    <a:pt x="11053777" y="1692693"/>
                  </a:lnTo>
                  <a:lnTo>
                    <a:pt x="11046422" y="1692467"/>
                  </a:lnTo>
                  <a:lnTo>
                    <a:pt x="11027773" y="1691844"/>
                  </a:lnTo>
                  <a:lnTo>
                    <a:pt x="10994163" y="1690615"/>
                  </a:lnTo>
                  <a:lnTo>
                    <a:pt x="10943523" y="1688584"/>
                  </a:lnTo>
                  <a:lnTo>
                    <a:pt x="10875536" y="1685582"/>
                  </a:lnTo>
                  <a:lnTo>
                    <a:pt x="10791586" y="1681482"/>
                  </a:lnTo>
                  <a:lnTo>
                    <a:pt x="10694457" y="1676209"/>
                  </a:lnTo>
                  <a:lnTo>
                    <a:pt x="10587827" y="1669733"/>
                  </a:lnTo>
                  <a:lnTo>
                    <a:pt x="10475692" y="1662058"/>
                  </a:lnTo>
                  <a:lnTo>
                    <a:pt x="10361842" y="1653207"/>
                  </a:lnTo>
                  <a:lnTo>
                    <a:pt x="10249496" y="1643204"/>
                  </a:lnTo>
                  <a:lnTo>
                    <a:pt x="10141116" y="1632055"/>
                  </a:lnTo>
                  <a:lnTo>
                    <a:pt x="10038372" y="1619742"/>
                  </a:lnTo>
                  <a:lnTo>
                    <a:pt x="9942218" y="1606209"/>
                  </a:lnTo>
                  <a:lnTo>
                    <a:pt x="9853025" y="1591368"/>
                  </a:lnTo>
                  <a:lnTo>
                    <a:pt x="9770719" y="1575091"/>
                  </a:lnTo>
                  <a:lnTo>
                    <a:pt x="9694919" y="1557215"/>
                  </a:lnTo>
                  <a:lnTo>
                    <a:pt x="9625038" y="1537547"/>
                  </a:lnTo>
                  <a:lnTo>
                    <a:pt x="9560375" y="1515871"/>
                  </a:lnTo>
                  <a:lnTo>
                    <a:pt x="9500174" y="1491959"/>
                  </a:lnTo>
                  <a:lnTo>
                    <a:pt x="9443671" y="1465595"/>
                  </a:lnTo>
                  <a:lnTo>
                    <a:pt x="9390137" y="1436608"/>
                  </a:lnTo>
                  <a:lnTo>
                    <a:pt x="9347647" y="1410604"/>
                  </a:lnTo>
                  <a:lnTo>
                    <a:pt x="9295772" y="1375154"/>
                  </a:lnTo>
                  <a:lnTo>
                    <a:pt x="9245342" y="1336706"/>
                  </a:lnTo>
                  <a:lnTo>
                    <a:pt x="9195903" y="1295203"/>
                  </a:lnTo>
                  <a:lnTo>
                    <a:pt x="9147105" y="1250654"/>
                  </a:lnTo>
                  <a:lnTo>
                    <a:pt x="9098677" y="1203143"/>
                  </a:lnTo>
                  <a:lnTo>
                    <a:pt x="9050425" y="1152838"/>
                  </a:lnTo>
                  <a:lnTo>
                    <a:pt x="9002213" y="1099989"/>
                  </a:lnTo>
                  <a:lnTo>
                    <a:pt x="8953959" y="1044930"/>
                  </a:lnTo>
                  <a:lnTo>
                    <a:pt x="8905627" y="988072"/>
                  </a:lnTo>
                  <a:lnTo>
                    <a:pt x="8857213" y="929891"/>
                  </a:lnTo>
                  <a:lnTo>
                    <a:pt x="8808742" y="870915"/>
                  </a:lnTo>
                  <a:lnTo>
                    <a:pt x="8760253" y="811704"/>
                  </a:lnTo>
                  <a:lnTo>
                    <a:pt x="8711789" y="752825"/>
                  </a:lnTo>
                  <a:lnTo>
                    <a:pt x="8663388" y="694833"/>
                  </a:lnTo>
                  <a:lnTo>
                    <a:pt x="8615070" y="638250"/>
                  </a:lnTo>
                  <a:lnTo>
                    <a:pt x="8566828" y="583541"/>
                  </a:lnTo>
                  <a:lnTo>
                    <a:pt x="8518616" y="531105"/>
                  </a:lnTo>
                  <a:lnTo>
                    <a:pt x="8470345" y="481262"/>
                  </a:lnTo>
                  <a:lnTo>
                    <a:pt x="8421870" y="434248"/>
                  </a:lnTo>
                  <a:lnTo>
                    <a:pt x="8372983" y="390215"/>
                  </a:lnTo>
                  <a:lnTo>
                    <a:pt x="8323403" y="349235"/>
                  </a:lnTo>
                  <a:lnTo>
                    <a:pt x="8272761" y="311305"/>
                  </a:lnTo>
                  <a:lnTo>
                    <a:pt x="8229629" y="282120"/>
                  </a:lnTo>
                  <a:lnTo>
                    <a:pt x="8178050" y="250902"/>
                  </a:lnTo>
                  <a:lnTo>
                    <a:pt x="8124051" y="222378"/>
                  </a:lnTo>
                  <a:lnTo>
                    <a:pt x="8066961" y="196453"/>
                  </a:lnTo>
                  <a:lnTo>
                    <a:pt x="8006041" y="172944"/>
                  </a:lnTo>
                  <a:lnTo>
                    <a:pt x="7940528" y="151632"/>
                  </a:lnTo>
                  <a:lnTo>
                    <a:pt x="7869670" y="132290"/>
                  </a:lnTo>
                  <a:lnTo>
                    <a:pt x="7792780" y="114704"/>
                  </a:lnTo>
                  <a:lnTo>
                    <a:pt x="7709302" y="98686"/>
                  </a:lnTo>
                  <a:lnTo>
                    <a:pt x="7618897" y="84080"/>
                  </a:lnTo>
                  <a:lnTo>
                    <a:pt x="7521561" y="70764"/>
                  </a:lnTo>
                  <a:lnTo>
                    <a:pt x="7417753" y="58655"/>
                  </a:lnTo>
                  <a:lnTo>
                    <a:pt x="7308545" y="47705"/>
                  </a:lnTo>
                  <a:lnTo>
                    <a:pt x="7195741" y="37901"/>
                  </a:lnTo>
                  <a:lnTo>
                    <a:pt x="7081937" y="29252"/>
                  </a:lnTo>
                  <a:lnTo>
                    <a:pt x="6970473" y="21783"/>
                  </a:lnTo>
                  <a:lnTo>
                    <a:pt x="6865204" y="15515"/>
                  </a:lnTo>
                  <a:lnTo>
                    <a:pt x="6770113" y="10449"/>
                  </a:lnTo>
                  <a:lnTo>
                    <a:pt x="6688762" y="6546"/>
                  </a:lnTo>
                  <a:lnTo>
                    <a:pt x="6623725" y="3723"/>
                  </a:lnTo>
                  <a:lnTo>
                    <a:pt x="6576108" y="1844"/>
                  </a:lnTo>
                  <a:lnTo>
                    <a:pt x="6545285" y="735"/>
                  </a:lnTo>
                  <a:lnTo>
                    <a:pt x="6528897" y="195"/>
                  </a:lnTo>
                  <a:lnTo>
                    <a:pt x="6523021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98" y="61"/>
                  </a:lnTo>
                  <a:lnTo>
                    <a:pt x="5519477" y="500"/>
                  </a:lnTo>
                  <a:lnTo>
                    <a:pt x="5501900" y="1713"/>
                  </a:lnTo>
                  <a:lnTo>
                    <a:pt x="5470149" y="4105"/>
                  </a:lnTo>
                  <a:lnTo>
                    <a:pt x="5422166" y="8061"/>
                  </a:lnTo>
                  <a:lnTo>
                    <a:pt x="5357498" y="13917"/>
                  </a:lnTo>
                  <a:lnTo>
                    <a:pt x="5277273" y="21930"/>
                  </a:lnTo>
                  <a:lnTo>
                    <a:pt x="5183953" y="32262"/>
                  </a:lnTo>
                  <a:lnTo>
                    <a:pt x="5080899" y="44984"/>
                  </a:lnTo>
                  <a:lnTo>
                    <a:pt x="4971851" y="60095"/>
                  </a:lnTo>
                  <a:lnTo>
                    <a:pt x="4860439" y="77554"/>
                  </a:lnTo>
                  <a:lnTo>
                    <a:pt x="4749827" y="97314"/>
                  </a:lnTo>
                  <a:lnTo>
                    <a:pt x="4642501" y="119351"/>
                  </a:lnTo>
                  <a:lnTo>
                    <a:pt x="4540220" y="143689"/>
                  </a:lnTo>
                  <a:lnTo>
                    <a:pt x="4444058" y="170412"/>
                  </a:lnTo>
                  <a:lnTo>
                    <a:pt x="4354512" y="199673"/>
                  </a:lnTo>
                  <a:lnTo>
                    <a:pt x="4271633" y="231698"/>
                  </a:lnTo>
                  <a:lnTo>
                    <a:pt x="4195149" y="266780"/>
                  </a:lnTo>
                  <a:lnTo>
                    <a:pt x="4124568" y="305275"/>
                  </a:lnTo>
                  <a:lnTo>
                    <a:pt x="4059266" y="347590"/>
                  </a:lnTo>
                  <a:lnTo>
                    <a:pt x="3998547" y="394163"/>
                  </a:lnTo>
                  <a:lnTo>
                    <a:pt x="3941692" y="445431"/>
                  </a:lnTo>
                  <a:lnTo>
                    <a:pt x="3887997" y="501778"/>
                  </a:lnTo>
                  <a:lnTo>
                    <a:pt x="3836809" y="563452"/>
                  </a:lnTo>
                  <a:lnTo>
                    <a:pt x="3820202" y="585204"/>
                  </a:lnTo>
                  <a:lnTo>
                    <a:pt x="3779466" y="642223"/>
                  </a:lnTo>
                  <a:lnTo>
                    <a:pt x="3739684" y="703027"/>
                  </a:lnTo>
                  <a:lnTo>
                    <a:pt x="3700618" y="767694"/>
                  </a:lnTo>
                  <a:lnTo>
                    <a:pt x="3662077" y="836250"/>
                  </a:lnTo>
                  <a:lnTo>
                    <a:pt x="3623902" y="908671"/>
                  </a:lnTo>
                  <a:lnTo>
                    <a:pt x="3585965" y="984869"/>
                  </a:lnTo>
                  <a:lnTo>
                    <a:pt x="3548167" y="1064696"/>
                  </a:lnTo>
                  <a:lnTo>
                    <a:pt x="3510431" y="1147938"/>
                  </a:lnTo>
                  <a:lnTo>
                    <a:pt x="3472702" y="1234314"/>
                  </a:lnTo>
                  <a:lnTo>
                    <a:pt x="3434946" y="1323481"/>
                  </a:lnTo>
                  <a:lnTo>
                    <a:pt x="3397143" y="1415033"/>
                  </a:lnTo>
                  <a:lnTo>
                    <a:pt x="3359288" y="1508514"/>
                  </a:lnTo>
                  <a:lnTo>
                    <a:pt x="3321387" y="1603422"/>
                  </a:lnTo>
                  <a:lnTo>
                    <a:pt x="3283454" y="1699219"/>
                  </a:lnTo>
                  <a:lnTo>
                    <a:pt x="3245509" y="1795348"/>
                  </a:lnTo>
                  <a:lnTo>
                    <a:pt x="3207572" y="1891243"/>
                  </a:lnTo>
                  <a:lnTo>
                    <a:pt x="3169665" y="1986344"/>
                  </a:lnTo>
                  <a:lnTo>
                    <a:pt x="3131801" y="2080110"/>
                  </a:lnTo>
                  <a:lnTo>
                    <a:pt x="3093989" y="2172031"/>
                  </a:lnTo>
                  <a:lnTo>
                    <a:pt x="3056225" y="2261641"/>
                  </a:lnTo>
                  <a:lnTo>
                    <a:pt x="3018494" y="2348528"/>
                  </a:lnTo>
                  <a:lnTo>
                    <a:pt x="2980763" y="2432335"/>
                  </a:lnTo>
                  <a:lnTo>
                    <a:pt x="2942980" y="2512771"/>
                  </a:lnTo>
                  <a:lnTo>
                    <a:pt x="2905074" y="2589611"/>
                  </a:lnTo>
                  <a:lnTo>
                    <a:pt x="2866948" y="2662694"/>
                  </a:lnTo>
                  <a:lnTo>
                    <a:pt x="2828481" y="2731924"/>
                  </a:lnTo>
                  <a:lnTo>
                    <a:pt x="2789519" y="2797265"/>
                  </a:lnTo>
                  <a:lnTo>
                    <a:pt x="2749876" y="2858734"/>
                  </a:lnTo>
                  <a:lnTo>
                    <a:pt x="2709325" y="2916402"/>
                  </a:lnTo>
                  <a:lnTo>
                    <a:pt x="2702183" y="2926020"/>
                  </a:lnTo>
                  <a:lnTo>
                    <a:pt x="2651700" y="2989485"/>
                  </a:lnTo>
                  <a:lnTo>
                    <a:pt x="2598910" y="3047590"/>
                  </a:lnTo>
                  <a:lnTo>
                    <a:pt x="2543184" y="3100513"/>
                  </a:lnTo>
                  <a:lnTo>
                    <a:pt x="2483833" y="3148604"/>
                  </a:lnTo>
                  <a:lnTo>
                    <a:pt x="2420138" y="3192289"/>
                  </a:lnTo>
                  <a:lnTo>
                    <a:pt x="2351391" y="3232010"/>
                  </a:lnTo>
                  <a:lnTo>
                    <a:pt x="2276938" y="3268187"/>
                  </a:lnTo>
                  <a:lnTo>
                    <a:pt x="2196233" y="3301195"/>
                  </a:lnTo>
                  <a:lnTo>
                    <a:pt x="2108923" y="3331350"/>
                  </a:lnTo>
                  <a:lnTo>
                    <a:pt x="2014935" y="3358898"/>
                  </a:lnTo>
                  <a:lnTo>
                    <a:pt x="1914605" y="3384018"/>
                  </a:lnTo>
                  <a:lnTo>
                    <a:pt x="1808802" y="3406817"/>
                  </a:lnTo>
                  <a:lnTo>
                    <a:pt x="1699045" y="3427337"/>
                  </a:lnTo>
                  <a:lnTo>
                    <a:pt x="1587579" y="3445568"/>
                  </a:lnTo>
                  <a:lnTo>
                    <a:pt x="1477356" y="3461467"/>
                  </a:lnTo>
                  <a:lnTo>
                    <a:pt x="1371885" y="3474987"/>
                  </a:lnTo>
                  <a:lnTo>
                    <a:pt x="1274917" y="3486112"/>
                  </a:lnTo>
                  <a:lnTo>
                    <a:pt x="1189999" y="3494885"/>
                  </a:lnTo>
                  <a:lnTo>
                    <a:pt x="1119946" y="3501437"/>
                  </a:lnTo>
                  <a:lnTo>
                    <a:pt x="1066371" y="3505992"/>
                  </a:lnTo>
                  <a:lnTo>
                    <a:pt x="1029361" y="3508864"/>
                  </a:lnTo>
                  <a:lnTo>
                    <a:pt x="1007382" y="3510425"/>
                  </a:lnTo>
                  <a:lnTo>
                    <a:pt x="997381" y="3511077"/>
                  </a:lnTo>
                  <a:lnTo>
                    <a:pt x="994980" y="3511222"/>
                  </a:lnTo>
                  <a:lnTo>
                    <a:pt x="994940" y="3511224"/>
                  </a:lnTo>
                  <a:lnTo>
                    <a:pt x="0" y="3511224"/>
                  </a:lnTo>
                  <a:lnTo>
                    <a:pt x="0" y="35112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2" name="pg1751"/>
            <p:cNvSpPr/>
            <p:nvPr/>
          </p:nvSpPr>
          <p:spPr>
            <a:xfrm>
              <a:off x="1199187" y="2221864"/>
              <a:ext cx="12049831" cy="4202988"/>
            </a:xfrm>
            <a:custGeom>
              <a:avLst/>
              <a:pathLst>
                <a:path w="12049831" h="4202988">
                  <a:moveTo>
                    <a:pt x="0" y="3416893"/>
                  </a:moveTo>
                  <a:lnTo>
                    <a:pt x="994940" y="3416893"/>
                  </a:lnTo>
                  <a:lnTo>
                    <a:pt x="995992" y="3416833"/>
                  </a:lnTo>
                  <a:lnTo>
                    <a:pt x="1002944" y="3416405"/>
                  </a:lnTo>
                  <a:lnTo>
                    <a:pt x="1020598" y="3415222"/>
                  </a:lnTo>
                  <a:lnTo>
                    <a:pt x="1052482" y="3412892"/>
                  </a:lnTo>
                  <a:lnTo>
                    <a:pt x="1100657" y="3409036"/>
                  </a:lnTo>
                  <a:lnTo>
                    <a:pt x="1165565" y="3403328"/>
                  </a:lnTo>
                  <a:lnTo>
                    <a:pt x="1246061" y="3395520"/>
                  </a:lnTo>
                  <a:lnTo>
                    <a:pt x="1339659" y="3385454"/>
                  </a:lnTo>
                  <a:lnTo>
                    <a:pt x="1442976" y="3373062"/>
                  </a:lnTo>
                  <a:lnTo>
                    <a:pt x="1552254" y="3358346"/>
                  </a:lnTo>
                  <a:lnTo>
                    <a:pt x="1663849" y="3341345"/>
                  </a:lnTo>
                  <a:lnTo>
                    <a:pt x="1774594" y="3322106"/>
                  </a:lnTo>
                  <a:lnTo>
                    <a:pt x="1882002" y="3300650"/>
                  </a:lnTo>
                  <a:lnTo>
                    <a:pt x="1984322" y="3276954"/>
                  </a:lnTo>
                  <a:lnTo>
                    <a:pt x="2080488" y="3250935"/>
                  </a:lnTo>
                  <a:lnTo>
                    <a:pt x="2170011" y="3222442"/>
                  </a:lnTo>
                  <a:lnTo>
                    <a:pt x="2252850" y="3191252"/>
                  </a:lnTo>
                  <a:lnTo>
                    <a:pt x="2329285" y="3157079"/>
                  </a:lnTo>
                  <a:lnTo>
                    <a:pt x="2399815" y="3119575"/>
                  </a:lnTo>
                  <a:lnTo>
                    <a:pt x="2465069" y="3078340"/>
                  </a:lnTo>
                  <a:lnTo>
                    <a:pt x="2525748" y="3032949"/>
                  </a:lnTo>
                  <a:lnTo>
                    <a:pt x="2582575" y="2982974"/>
                  </a:lnTo>
                  <a:lnTo>
                    <a:pt x="2636255" y="2928047"/>
                  </a:lnTo>
                  <a:lnTo>
                    <a:pt x="2687442" y="2867930"/>
                  </a:lnTo>
                  <a:lnTo>
                    <a:pt x="2702183" y="2849158"/>
                  </a:lnTo>
                  <a:lnTo>
                    <a:pt x="2743415" y="2793135"/>
                  </a:lnTo>
                  <a:lnTo>
                    <a:pt x="2783674" y="2733348"/>
                  </a:lnTo>
                  <a:lnTo>
                    <a:pt x="2823202" y="2669719"/>
                  </a:lnTo>
                  <a:lnTo>
                    <a:pt x="2862200" y="2602223"/>
                  </a:lnTo>
                  <a:lnTo>
                    <a:pt x="2900830" y="2530889"/>
                  </a:lnTo>
                  <a:lnTo>
                    <a:pt x="2939223" y="2455805"/>
                  </a:lnTo>
                  <a:lnTo>
                    <a:pt x="2977480" y="2377128"/>
                  </a:lnTo>
                  <a:lnTo>
                    <a:pt x="3015680" y="2295077"/>
                  </a:lnTo>
                  <a:lnTo>
                    <a:pt x="3053875" y="2209941"/>
                  </a:lnTo>
                  <a:lnTo>
                    <a:pt x="3092103" y="2122072"/>
                  </a:lnTo>
                  <a:lnTo>
                    <a:pt x="3130379" y="2031885"/>
                  </a:lnTo>
                  <a:lnTo>
                    <a:pt x="3168709" y="1939845"/>
                  </a:lnTo>
                  <a:lnTo>
                    <a:pt x="3207084" y="1846465"/>
                  </a:lnTo>
                  <a:lnTo>
                    <a:pt x="3245488" y="1752288"/>
                  </a:lnTo>
                  <a:lnTo>
                    <a:pt x="3283901" y="1657878"/>
                  </a:lnTo>
                  <a:lnTo>
                    <a:pt x="3322302" y="1563805"/>
                  </a:lnTo>
                  <a:lnTo>
                    <a:pt x="3360669" y="1470630"/>
                  </a:lnTo>
                  <a:lnTo>
                    <a:pt x="3398990" y="1378891"/>
                  </a:lnTo>
                  <a:lnTo>
                    <a:pt x="3437257" y="1289093"/>
                  </a:lnTo>
                  <a:lnTo>
                    <a:pt x="3475476" y="1201694"/>
                  </a:lnTo>
                  <a:lnTo>
                    <a:pt x="3513669" y="1117096"/>
                  </a:lnTo>
                  <a:lnTo>
                    <a:pt x="3551875" y="1035640"/>
                  </a:lnTo>
                  <a:lnTo>
                    <a:pt x="3590150" y="957604"/>
                  </a:lnTo>
                  <a:lnTo>
                    <a:pt x="3628578" y="883194"/>
                  </a:lnTo>
                  <a:lnTo>
                    <a:pt x="3667264" y="812555"/>
                  </a:lnTo>
                  <a:lnTo>
                    <a:pt x="3706346" y="745763"/>
                  </a:lnTo>
                  <a:lnTo>
                    <a:pt x="3745992" y="682839"/>
                  </a:lnTo>
                  <a:lnTo>
                    <a:pt x="3786408" y="623745"/>
                  </a:lnTo>
                  <a:lnTo>
                    <a:pt x="3820202" y="578216"/>
                  </a:lnTo>
                  <a:lnTo>
                    <a:pt x="3870765" y="516554"/>
                  </a:lnTo>
                  <a:lnTo>
                    <a:pt x="3923643" y="460108"/>
                  </a:lnTo>
                  <a:lnTo>
                    <a:pt x="3979468" y="408704"/>
                  </a:lnTo>
                  <a:lnTo>
                    <a:pt x="4038933" y="362000"/>
                  </a:lnTo>
                  <a:lnTo>
                    <a:pt x="4102760" y="319582"/>
                  </a:lnTo>
                  <a:lnTo>
                    <a:pt x="4171660" y="281018"/>
                  </a:lnTo>
                  <a:lnTo>
                    <a:pt x="4246290" y="245899"/>
                  </a:lnTo>
                  <a:lnTo>
                    <a:pt x="4327194" y="213861"/>
                  </a:lnTo>
                  <a:lnTo>
                    <a:pt x="4414729" y="184596"/>
                  </a:lnTo>
                  <a:lnTo>
                    <a:pt x="4508960" y="157864"/>
                  </a:lnTo>
                  <a:lnTo>
                    <a:pt x="4609543" y="133493"/>
                  </a:lnTo>
                  <a:lnTo>
                    <a:pt x="4715597" y="111380"/>
                  </a:lnTo>
                  <a:lnTo>
                    <a:pt x="4825581" y="91485"/>
                  </a:lnTo>
                  <a:lnTo>
                    <a:pt x="4937226" y="73818"/>
                  </a:lnTo>
                  <a:lnTo>
                    <a:pt x="5047552" y="58421"/>
                  </a:lnTo>
                  <a:lnTo>
                    <a:pt x="5153026" y="45340"/>
                  </a:lnTo>
                  <a:lnTo>
                    <a:pt x="5249877" y="34590"/>
                  </a:lnTo>
                  <a:lnTo>
                    <a:pt x="5334556" y="26126"/>
                  </a:lnTo>
                  <a:lnTo>
                    <a:pt x="5404259" y="19820"/>
                  </a:lnTo>
                  <a:lnTo>
                    <a:pt x="5457408" y="15447"/>
                  </a:lnTo>
                  <a:lnTo>
                    <a:pt x="5493965" y="12703"/>
                  </a:lnTo>
                  <a:lnTo>
                    <a:pt x="5515521" y="11222"/>
                  </a:lnTo>
                  <a:lnTo>
                    <a:pt x="5525191" y="10612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399" y="10552"/>
                  </a:lnTo>
                  <a:lnTo>
                    <a:pt x="6530105" y="11059"/>
                  </a:lnTo>
                  <a:lnTo>
                    <a:pt x="6547148" y="12460"/>
                  </a:lnTo>
                  <a:lnTo>
                    <a:pt x="6577970" y="15222"/>
                  </a:lnTo>
                  <a:lnTo>
                    <a:pt x="6624620" y="19794"/>
                  </a:lnTo>
                  <a:lnTo>
                    <a:pt x="6687614" y="26566"/>
                  </a:lnTo>
                  <a:lnTo>
                    <a:pt x="6765945" y="35842"/>
                  </a:lnTo>
                  <a:lnTo>
                    <a:pt x="6857311" y="47816"/>
                  </a:lnTo>
                  <a:lnTo>
                    <a:pt x="6958508" y="62579"/>
                  </a:lnTo>
                  <a:lnTo>
                    <a:pt x="7065931" y="80135"/>
                  </a:lnTo>
                  <a:lnTo>
                    <a:pt x="7176035" y="100440"/>
                  </a:lnTo>
                  <a:lnTo>
                    <a:pt x="7285694" y="123440"/>
                  </a:lnTo>
                  <a:lnTo>
                    <a:pt x="7392413" y="149100"/>
                  </a:lnTo>
                  <a:lnTo>
                    <a:pt x="7494397" y="177440"/>
                  </a:lnTo>
                  <a:lnTo>
                    <a:pt x="7590514" y="208546"/>
                  </a:lnTo>
                  <a:lnTo>
                    <a:pt x="7680204" y="242583"/>
                  </a:lnTo>
                  <a:lnTo>
                    <a:pt x="7763353" y="279795"/>
                  </a:lnTo>
                  <a:lnTo>
                    <a:pt x="7840177" y="320509"/>
                  </a:lnTo>
                  <a:lnTo>
                    <a:pt x="7911118" y="365123"/>
                  </a:lnTo>
                  <a:lnTo>
                    <a:pt x="7976761" y="414098"/>
                  </a:lnTo>
                  <a:lnTo>
                    <a:pt x="8037768" y="467934"/>
                  </a:lnTo>
                  <a:lnTo>
                    <a:pt x="8094835" y="527140"/>
                  </a:lnTo>
                  <a:lnTo>
                    <a:pt x="8148648" y="592183"/>
                  </a:lnTo>
                  <a:lnTo>
                    <a:pt x="8199856" y="663398"/>
                  </a:lnTo>
                  <a:lnTo>
                    <a:pt x="8229629" y="709232"/>
                  </a:lnTo>
                  <a:lnTo>
                    <a:pt x="8267478" y="772284"/>
                  </a:lnTo>
                  <a:lnTo>
                    <a:pt x="8304491" y="839224"/>
                  </a:lnTo>
                  <a:lnTo>
                    <a:pt x="8340860" y="910130"/>
                  </a:lnTo>
                  <a:lnTo>
                    <a:pt x="8376744" y="985037"/>
                  </a:lnTo>
                  <a:lnTo>
                    <a:pt x="8412276" y="1063935"/>
                  </a:lnTo>
                  <a:lnTo>
                    <a:pt x="8447567" y="1146760"/>
                  </a:lnTo>
                  <a:lnTo>
                    <a:pt x="8482705" y="1233393"/>
                  </a:lnTo>
                  <a:lnTo>
                    <a:pt x="8517758" y="1323660"/>
                  </a:lnTo>
                  <a:lnTo>
                    <a:pt x="8552781" y="1417326"/>
                  </a:lnTo>
                  <a:lnTo>
                    <a:pt x="8587809" y="1514100"/>
                  </a:lnTo>
                  <a:lnTo>
                    <a:pt x="8622868" y="1613634"/>
                  </a:lnTo>
                  <a:lnTo>
                    <a:pt x="8657969" y="1715528"/>
                  </a:lnTo>
                  <a:lnTo>
                    <a:pt x="8693115" y="1819338"/>
                  </a:lnTo>
                  <a:lnTo>
                    <a:pt x="8728299" y="1924579"/>
                  </a:lnTo>
                  <a:lnTo>
                    <a:pt x="8763511" y="2030739"/>
                  </a:lnTo>
                  <a:lnTo>
                    <a:pt x="8798736" y="2137284"/>
                  </a:lnTo>
                  <a:lnTo>
                    <a:pt x="8833955" y="2243673"/>
                  </a:lnTo>
                  <a:lnTo>
                    <a:pt x="8869153" y="2349370"/>
                  </a:lnTo>
                  <a:lnTo>
                    <a:pt x="8904316" y="2453852"/>
                  </a:lnTo>
                  <a:lnTo>
                    <a:pt x="8939437" y="2556621"/>
                  </a:lnTo>
                  <a:lnTo>
                    <a:pt x="8974513" y="2657214"/>
                  </a:lnTo>
                  <a:lnTo>
                    <a:pt x="9009552" y="2755211"/>
                  </a:lnTo>
                  <a:lnTo>
                    <a:pt x="9044573" y="2850242"/>
                  </a:lnTo>
                  <a:lnTo>
                    <a:pt x="9079608" y="2941991"/>
                  </a:lnTo>
                  <a:lnTo>
                    <a:pt x="9114702" y="3030200"/>
                  </a:lnTo>
                  <a:lnTo>
                    <a:pt x="9149918" y="3114668"/>
                  </a:lnTo>
                  <a:lnTo>
                    <a:pt x="9185335" y="3195252"/>
                  </a:lnTo>
                  <a:lnTo>
                    <a:pt x="9221054" y="3271866"/>
                  </a:lnTo>
                  <a:lnTo>
                    <a:pt x="9257198" y="3344478"/>
                  </a:lnTo>
                  <a:lnTo>
                    <a:pt x="9293915" y="3413103"/>
                  </a:lnTo>
                  <a:lnTo>
                    <a:pt x="9331381" y="3477802"/>
                  </a:lnTo>
                  <a:lnTo>
                    <a:pt x="9347647" y="3504237"/>
                  </a:lnTo>
                  <a:lnTo>
                    <a:pt x="9397570" y="3579226"/>
                  </a:lnTo>
                  <a:lnTo>
                    <a:pt x="9449743" y="3647951"/>
                  </a:lnTo>
                  <a:lnTo>
                    <a:pt x="9504773" y="3710617"/>
                  </a:lnTo>
                  <a:lnTo>
                    <a:pt x="9563328" y="3767622"/>
                  </a:lnTo>
                  <a:lnTo>
                    <a:pt x="9626102" y="3819457"/>
                  </a:lnTo>
                  <a:lnTo>
                    <a:pt x="9693781" y="3866634"/>
                  </a:lnTo>
                  <a:lnTo>
                    <a:pt x="9767005" y="3909641"/>
                  </a:lnTo>
                  <a:lnTo>
                    <a:pt x="9846309" y="3948915"/>
                  </a:lnTo>
                  <a:lnTo>
                    <a:pt x="9932056" y="3984826"/>
                  </a:lnTo>
                  <a:lnTo>
                    <a:pt x="10024346" y="4017668"/>
                  </a:lnTo>
                  <a:lnTo>
                    <a:pt x="10122899" y="4047656"/>
                  </a:lnTo>
                  <a:lnTo>
                    <a:pt x="10226942" y="4074921"/>
                  </a:lnTo>
                  <a:lnTo>
                    <a:pt x="10335088" y="4099522"/>
                  </a:lnTo>
                  <a:lnTo>
                    <a:pt x="10445262" y="4121453"/>
                  </a:lnTo>
                  <a:lnTo>
                    <a:pt x="10554701" y="4140669"/>
                  </a:lnTo>
                  <a:lnTo>
                    <a:pt x="10660079" y="4157114"/>
                  </a:lnTo>
                  <a:lnTo>
                    <a:pt x="10757777" y="4170759"/>
                  </a:lnTo>
                  <a:lnTo>
                    <a:pt x="10844288" y="4181641"/>
                  </a:lnTo>
                  <a:lnTo>
                    <a:pt x="10916714" y="4189889"/>
                  </a:lnTo>
                  <a:lnTo>
                    <a:pt x="10973227" y="4195742"/>
                  </a:lnTo>
                  <a:lnTo>
                    <a:pt x="11013415" y="4199541"/>
                  </a:lnTo>
                  <a:lnTo>
                    <a:pt x="11038414" y="4201704"/>
                  </a:lnTo>
                  <a:lnTo>
                    <a:pt x="11050851" y="4202693"/>
                  </a:lnTo>
                  <a:lnTo>
                    <a:pt x="11054666" y="4202973"/>
                  </a:lnTo>
                  <a:lnTo>
                    <a:pt x="11054891" y="4202988"/>
                  </a:lnTo>
                  <a:lnTo>
                    <a:pt x="12049831" y="4202988"/>
                  </a:lnTo>
                  <a:lnTo>
                    <a:pt x="12049831" y="4192507"/>
                  </a:lnTo>
                  <a:lnTo>
                    <a:pt x="11054891" y="4192507"/>
                  </a:lnTo>
                  <a:lnTo>
                    <a:pt x="11053877" y="4192436"/>
                  </a:lnTo>
                  <a:lnTo>
                    <a:pt x="11047172" y="4191928"/>
                  </a:lnTo>
                  <a:lnTo>
                    <a:pt x="11030128" y="4190527"/>
                  </a:lnTo>
                  <a:lnTo>
                    <a:pt x="10999306" y="4187765"/>
                  </a:lnTo>
                  <a:lnTo>
                    <a:pt x="10952657" y="4183194"/>
                  </a:lnTo>
                  <a:lnTo>
                    <a:pt x="10889663" y="4176421"/>
                  </a:lnTo>
                  <a:lnTo>
                    <a:pt x="10811331" y="4167145"/>
                  </a:lnTo>
                  <a:lnTo>
                    <a:pt x="10719966" y="4155171"/>
                  </a:lnTo>
                  <a:lnTo>
                    <a:pt x="10618768" y="4140409"/>
                  </a:lnTo>
                  <a:lnTo>
                    <a:pt x="10511345" y="4122853"/>
                  </a:lnTo>
                  <a:lnTo>
                    <a:pt x="10401242" y="4102547"/>
                  </a:lnTo>
                  <a:lnTo>
                    <a:pt x="10291582" y="4079548"/>
                  </a:lnTo>
                  <a:lnTo>
                    <a:pt x="10184863" y="4053887"/>
                  </a:lnTo>
                  <a:lnTo>
                    <a:pt x="10082880" y="4025547"/>
                  </a:lnTo>
                  <a:lnTo>
                    <a:pt x="9986762" y="3994441"/>
                  </a:lnTo>
                  <a:lnTo>
                    <a:pt x="9897073" y="3960405"/>
                  </a:lnTo>
                  <a:lnTo>
                    <a:pt x="9813924" y="3923193"/>
                  </a:lnTo>
                  <a:lnTo>
                    <a:pt x="9737100" y="3882478"/>
                  </a:lnTo>
                  <a:lnTo>
                    <a:pt x="9666159" y="3837864"/>
                  </a:lnTo>
                  <a:lnTo>
                    <a:pt x="9600516" y="3788890"/>
                  </a:lnTo>
                  <a:lnTo>
                    <a:pt x="9539508" y="3735054"/>
                  </a:lnTo>
                  <a:lnTo>
                    <a:pt x="9482441" y="3675847"/>
                  </a:lnTo>
                  <a:lnTo>
                    <a:pt x="9428628" y="3610804"/>
                  </a:lnTo>
                  <a:lnTo>
                    <a:pt x="9377421" y="3539589"/>
                  </a:lnTo>
                  <a:lnTo>
                    <a:pt x="9347647" y="3493756"/>
                  </a:lnTo>
                  <a:lnTo>
                    <a:pt x="9309798" y="3430703"/>
                  </a:lnTo>
                  <a:lnTo>
                    <a:pt x="9272785" y="3363764"/>
                  </a:lnTo>
                  <a:lnTo>
                    <a:pt x="9236417" y="3292858"/>
                  </a:lnTo>
                  <a:lnTo>
                    <a:pt x="9200533" y="3217950"/>
                  </a:lnTo>
                  <a:lnTo>
                    <a:pt x="9165000" y="3139053"/>
                  </a:lnTo>
                  <a:lnTo>
                    <a:pt x="9129709" y="3056228"/>
                  </a:lnTo>
                  <a:lnTo>
                    <a:pt x="9094572" y="2969594"/>
                  </a:lnTo>
                  <a:lnTo>
                    <a:pt x="9059518" y="2879328"/>
                  </a:lnTo>
                  <a:lnTo>
                    <a:pt x="9024496" y="2785662"/>
                  </a:lnTo>
                  <a:lnTo>
                    <a:pt x="8989467" y="2688888"/>
                  </a:lnTo>
                  <a:lnTo>
                    <a:pt x="8954409" y="2589354"/>
                  </a:lnTo>
                  <a:lnTo>
                    <a:pt x="8919308" y="2487459"/>
                  </a:lnTo>
                  <a:lnTo>
                    <a:pt x="8884162" y="2383649"/>
                  </a:lnTo>
                  <a:lnTo>
                    <a:pt x="8848977" y="2278408"/>
                  </a:lnTo>
                  <a:lnTo>
                    <a:pt x="8813765" y="2172249"/>
                  </a:lnTo>
                  <a:lnTo>
                    <a:pt x="8778541" y="2065704"/>
                  </a:lnTo>
                  <a:lnTo>
                    <a:pt x="8743322" y="1959314"/>
                  </a:lnTo>
                  <a:lnTo>
                    <a:pt x="8708124" y="1853617"/>
                  </a:lnTo>
                  <a:lnTo>
                    <a:pt x="8672960" y="1749135"/>
                  </a:lnTo>
                  <a:lnTo>
                    <a:pt x="8637840" y="1646367"/>
                  </a:lnTo>
                  <a:lnTo>
                    <a:pt x="8602764" y="1545774"/>
                  </a:lnTo>
                  <a:lnTo>
                    <a:pt x="8567725" y="1447777"/>
                  </a:lnTo>
                  <a:lnTo>
                    <a:pt x="8532703" y="1352745"/>
                  </a:lnTo>
                  <a:lnTo>
                    <a:pt x="8497669" y="1260996"/>
                  </a:lnTo>
                  <a:lnTo>
                    <a:pt x="8462574" y="1172788"/>
                  </a:lnTo>
                  <a:lnTo>
                    <a:pt x="8427359" y="1088320"/>
                  </a:lnTo>
                  <a:lnTo>
                    <a:pt x="8391941" y="1007736"/>
                  </a:lnTo>
                  <a:lnTo>
                    <a:pt x="8356222" y="931121"/>
                  </a:lnTo>
                  <a:lnTo>
                    <a:pt x="8320078" y="858509"/>
                  </a:lnTo>
                  <a:lnTo>
                    <a:pt x="8283362" y="789885"/>
                  </a:lnTo>
                  <a:lnTo>
                    <a:pt x="8245895" y="725186"/>
                  </a:lnTo>
                  <a:lnTo>
                    <a:pt x="8229629" y="698751"/>
                  </a:lnTo>
                  <a:lnTo>
                    <a:pt x="8179707" y="623762"/>
                  </a:lnTo>
                  <a:lnTo>
                    <a:pt x="8127534" y="555036"/>
                  </a:lnTo>
                  <a:lnTo>
                    <a:pt x="8072504" y="492371"/>
                  </a:lnTo>
                  <a:lnTo>
                    <a:pt x="8013949" y="435366"/>
                  </a:lnTo>
                  <a:lnTo>
                    <a:pt x="7951175" y="383530"/>
                  </a:lnTo>
                  <a:lnTo>
                    <a:pt x="7883495" y="336353"/>
                  </a:lnTo>
                  <a:lnTo>
                    <a:pt x="7810271" y="293346"/>
                  </a:lnTo>
                  <a:lnTo>
                    <a:pt x="7730967" y="254073"/>
                  </a:lnTo>
                  <a:lnTo>
                    <a:pt x="7645220" y="218162"/>
                  </a:lnTo>
                  <a:lnTo>
                    <a:pt x="7552931" y="185319"/>
                  </a:lnTo>
                  <a:lnTo>
                    <a:pt x="7454377" y="155332"/>
                  </a:lnTo>
                  <a:lnTo>
                    <a:pt x="7350334" y="128066"/>
                  </a:lnTo>
                  <a:lnTo>
                    <a:pt x="7242188" y="103466"/>
                  </a:lnTo>
                  <a:lnTo>
                    <a:pt x="7132014" y="81535"/>
                  </a:lnTo>
                  <a:lnTo>
                    <a:pt x="7022575" y="62319"/>
                  </a:lnTo>
                  <a:lnTo>
                    <a:pt x="6917197" y="45874"/>
                  </a:lnTo>
                  <a:lnTo>
                    <a:pt x="6819500" y="32228"/>
                  </a:lnTo>
                  <a:lnTo>
                    <a:pt x="6732989" y="21346"/>
                  </a:lnTo>
                  <a:lnTo>
                    <a:pt x="6660563" y="13099"/>
                  </a:lnTo>
                  <a:lnTo>
                    <a:pt x="6604049" y="7246"/>
                  </a:lnTo>
                  <a:lnTo>
                    <a:pt x="6563862" y="3447"/>
                  </a:lnTo>
                  <a:lnTo>
                    <a:pt x="6538863" y="1283"/>
                  </a:lnTo>
                  <a:lnTo>
                    <a:pt x="6526425" y="295"/>
                  </a:lnTo>
                  <a:lnTo>
                    <a:pt x="6522610" y="1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93" y="60"/>
                  </a:lnTo>
                  <a:lnTo>
                    <a:pt x="5519441" y="488"/>
                  </a:lnTo>
                  <a:lnTo>
                    <a:pt x="5501787" y="1670"/>
                  </a:lnTo>
                  <a:lnTo>
                    <a:pt x="5469903" y="4001"/>
                  </a:lnTo>
                  <a:lnTo>
                    <a:pt x="5421728" y="7857"/>
                  </a:lnTo>
                  <a:lnTo>
                    <a:pt x="5356820" y="13564"/>
                  </a:lnTo>
                  <a:lnTo>
                    <a:pt x="5276324" y="21372"/>
                  </a:lnTo>
                  <a:lnTo>
                    <a:pt x="5182726" y="31438"/>
                  </a:lnTo>
                  <a:lnTo>
                    <a:pt x="5079409" y="43830"/>
                  </a:lnTo>
                  <a:lnTo>
                    <a:pt x="4970131" y="58546"/>
                  </a:lnTo>
                  <a:lnTo>
                    <a:pt x="4858536" y="75547"/>
                  </a:lnTo>
                  <a:lnTo>
                    <a:pt x="4747791" y="94787"/>
                  </a:lnTo>
                  <a:lnTo>
                    <a:pt x="4640383" y="116242"/>
                  </a:lnTo>
                  <a:lnTo>
                    <a:pt x="4538063" y="139938"/>
                  </a:lnTo>
                  <a:lnTo>
                    <a:pt x="4441897" y="165957"/>
                  </a:lnTo>
                  <a:lnTo>
                    <a:pt x="4352374" y="194451"/>
                  </a:lnTo>
                  <a:lnTo>
                    <a:pt x="4269535" y="225640"/>
                  </a:lnTo>
                  <a:lnTo>
                    <a:pt x="4193100" y="259813"/>
                  </a:lnTo>
                  <a:lnTo>
                    <a:pt x="4122570" y="297318"/>
                  </a:lnTo>
                  <a:lnTo>
                    <a:pt x="4057316" y="338552"/>
                  </a:lnTo>
                  <a:lnTo>
                    <a:pt x="3996637" y="383944"/>
                  </a:lnTo>
                  <a:lnTo>
                    <a:pt x="3939810" y="433918"/>
                  </a:lnTo>
                  <a:lnTo>
                    <a:pt x="3886130" y="488846"/>
                  </a:lnTo>
                  <a:lnTo>
                    <a:pt x="3834943" y="548962"/>
                  </a:lnTo>
                  <a:lnTo>
                    <a:pt x="3820202" y="567735"/>
                  </a:lnTo>
                  <a:lnTo>
                    <a:pt x="3778970" y="623758"/>
                  </a:lnTo>
                  <a:lnTo>
                    <a:pt x="3738711" y="683545"/>
                  </a:lnTo>
                  <a:lnTo>
                    <a:pt x="3699183" y="747173"/>
                  </a:lnTo>
                  <a:lnTo>
                    <a:pt x="3660185" y="814669"/>
                  </a:lnTo>
                  <a:lnTo>
                    <a:pt x="3621555" y="886004"/>
                  </a:lnTo>
                  <a:lnTo>
                    <a:pt x="3583162" y="961087"/>
                  </a:lnTo>
                  <a:lnTo>
                    <a:pt x="3544905" y="1039765"/>
                  </a:lnTo>
                  <a:lnTo>
                    <a:pt x="3506705" y="1121816"/>
                  </a:lnTo>
                  <a:lnTo>
                    <a:pt x="3468510" y="1206952"/>
                  </a:lnTo>
                  <a:lnTo>
                    <a:pt x="3430282" y="1294820"/>
                  </a:lnTo>
                  <a:lnTo>
                    <a:pt x="3392006" y="1385008"/>
                  </a:lnTo>
                  <a:lnTo>
                    <a:pt x="3353676" y="1477047"/>
                  </a:lnTo>
                  <a:lnTo>
                    <a:pt x="3315301" y="1570427"/>
                  </a:lnTo>
                  <a:lnTo>
                    <a:pt x="3276897" y="1664604"/>
                  </a:lnTo>
                  <a:lnTo>
                    <a:pt x="3238484" y="1759014"/>
                  </a:lnTo>
                  <a:lnTo>
                    <a:pt x="3200083" y="1853087"/>
                  </a:lnTo>
                  <a:lnTo>
                    <a:pt x="3161716" y="1946263"/>
                  </a:lnTo>
                  <a:lnTo>
                    <a:pt x="3123395" y="2038002"/>
                  </a:lnTo>
                  <a:lnTo>
                    <a:pt x="3085128" y="2127799"/>
                  </a:lnTo>
                  <a:lnTo>
                    <a:pt x="3046909" y="2215199"/>
                  </a:lnTo>
                  <a:lnTo>
                    <a:pt x="3008716" y="2299797"/>
                  </a:lnTo>
                  <a:lnTo>
                    <a:pt x="2970510" y="2381252"/>
                  </a:lnTo>
                  <a:lnTo>
                    <a:pt x="2932235" y="2459289"/>
                  </a:lnTo>
                  <a:lnTo>
                    <a:pt x="2893807" y="2533698"/>
                  </a:lnTo>
                  <a:lnTo>
                    <a:pt x="2855121" y="2604338"/>
                  </a:lnTo>
                  <a:lnTo>
                    <a:pt x="2816039" y="2671129"/>
                  </a:lnTo>
                  <a:lnTo>
                    <a:pt x="2776393" y="2734053"/>
                  </a:lnTo>
                  <a:lnTo>
                    <a:pt x="2735977" y="2793147"/>
                  </a:lnTo>
                  <a:lnTo>
                    <a:pt x="2702183" y="2838676"/>
                  </a:lnTo>
                  <a:lnTo>
                    <a:pt x="2651620" y="2900338"/>
                  </a:lnTo>
                  <a:lnTo>
                    <a:pt x="2598742" y="2956784"/>
                  </a:lnTo>
                  <a:lnTo>
                    <a:pt x="2542917" y="3008188"/>
                  </a:lnTo>
                  <a:lnTo>
                    <a:pt x="2483452" y="3054892"/>
                  </a:lnTo>
                  <a:lnTo>
                    <a:pt x="2419625" y="3097310"/>
                  </a:lnTo>
                  <a:lnTo>
                    <a:pt x="2350725" y="3135874"/>
                  </a:lnTo>
                  <a:lnTo>
                    <a:pt x="2276095" y="3170993"/>
                  </a:lnTo>
                  <a:lnTo>
                    <a:pt x="2195191" y="3203032"/>
                  </a:lnTo>
                  <a:lnTo>
                    <a:pt x="2107656" y="3232296"/>
                  </a:lnTo>
                  <a:lnTo>
                    <a:pt x="2013425" y="3259028"/>
                  </a:lnTo>
                  <a:lnTo>
                    <a:pt x="1912842" y="3283399"/>
                  </a:lnTo>
                  <a:lnTo>
                    <a:pt x="1806788" y="3305512"/>
                  </a:lnTo>
                  <a:lnTo>
                    <a:pt x="1696804" y="3325407"/>
                  </a:lnTo>
                  <a:lnTo>
                    <a:pt x="1585159" y="3343074"/>
                  </a:lnTo>
                  <a:lnTo>
                    <a:pt x="1474833" y="3358471"/>
                  </a:lnTo>
                  <a:lnTo>
                    <a:pt x="1369359" y="3371553"/>
                  </a:lnTo>
                  <a:lnTo>
                    <a:pt x="1272508" y="3382303"/>
                  </a:lnTo>
                  <a:lnTo>
                    <a:pt x="1187829" y="3390766"/>
                  </a:lnTo>
                  <a:lnTo>
                    <a:pt x="1118126" y="3397073"/>
                  </a:lnTo>
                  <a:lnTo>
                    <a:pt x="1064977" y="3401445"/>
                  </a:lnTo>
                  <a:lnTo>
                    <a:pt x="1028420" y="3404189"/>
                  </a:lnTo>
                  <a:lnTo>
                    <a:pt x="1006864" y="3405670"/>
                  </a:lnTo>
                  <a:lnTo>
                    <a:pt x="997194" y="3406280"/>
                  </a:lnTo>
                  <a:lnTo>
                    <a:pt x="994940" y="3406412"/>
                  </a:lnTo>
                  <a:lnTo>
                    <a:pt x="0" y="3406412"/>
                  </a:lnTo>
                  <a:close/>
                </a:path>
              </a:pathLst>
            </a:custGeom>
            <a:solidFill>
              <a:srgbClr val="D9B26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53" name="pl1752"/>
            <p:cNvSpPr/>
            <p:nvPr/>
          </p:nvSpPr>
          <p:spPr>
            <a:xfrm>
              <a:off x="1199187" y="2232345"/>
              <a:ext cx="12049831" cy="4192507"/>
            </a:xfrm>
            <a:custGeom>
              <a:avLst/>
              <a:pathLst>
                <a:path w="12049831" h="4192507">
                  <a:moveTo>
                    <a:pt x="0" y="3406412"/>
                  </a:moveTo>
                  <a:lnTo>
                    <a:pt x="994940" y="3406412"/>
                  </a:lnTo>
                  <a:lnTo>
                    <a:pt x="995992" y="3406352"/>
                  </a:lnTo>
                  <a:lnTo>
                    <a:pt x="1002944" y="3405923"/>
                  </a:lnTo>
                  <a:lnTo>
                    <a:pt x="1020598" y="3404741"/>
                  </a:lnTo>
                  <a:lnTo>
                    <a:pt x="1052482" y="3402410"/>
                  </a:lnTo>
                  <a:lnTo>
                    <a:pt x="1100657" y="3398554"/>
                  </a:lnTo>
                  <a:lnTo>
                    <a:pt x="1165565" y="3392847"/>
                  </a:lnTo>
                  <a:lnTo>
                    <a:pt x="1246061" y="3385039"/>
                  </a:lnTo>
                  <a:lnTo>
                    <a:pt x="1339659" y="3374973"/>
                  </a:lnTo>
                  <a:lnTo>
                    <a:pt x="1442976" y="3362581"/>
                  </a:lnTo>
                  <a:lnTo>
                    <a:pt x="1552254" y="3347865"/>
                  </a:lnTo>
                  <a:lnTo>
                    <a:pt x="1663849" y="3330864"/>
                  </a:lnTo>
                  <a:lnTo>
                    <a:pt x="1774594" y="3311624"/>
                  </a:lnTo>
                  <a:lnTo>
                    <a:pt x="1882002" y="3290169"/>
                  </a:lnTo>
                  <a:lnTo>
                    <a:pt x="1984322" y="3266473"/>
                  </a:lnTo>
                  <a:lnTo>
                    <a:pt x="2080488" y="3240454"/>
                  </a:lnTo>
                  <a:lnTo>
                    <a:pt x="2170011" y="3211960"/>
                  </a:lnTo>
                  <a:lnTo>
                    <a:pt x="2252850" y="3180771"/>
                  </a:lnTo>
                  <a:lnTo>
                    <a:pt x="2329285" y="3146598"/>
                  </a:lnTo>
                  <a:lnTo>
                    <a:pt x="2399815" y="3109094"/>
                  </a:lnTo>
                  <a:lnTo>
                    <a:pt x="2465069" y="3067859"/>
                  </a:lnTo>
                  <a:lnTo>
                    <a:pt x="2525748" y="3022467"/>
                  </a:lnTo>
                  <a:lnTo>
                    <a:pt x="2582575" y="2972493"/>
                  </a:lnTo>
                  <a:lnTo>
                    <a:pt x="2636255" y="2917566"/>
                  </a:lnTo>
                  <a:lnTo>
                    <a:pt x="2687442" y="2857449"/>
                  </a:lnTo>
                  <a:lnTo>
                    <a:pt x="2702183" y="2838676"/>
                  </a:lnTo>
                  <a:lnTo>
                    <a:pt x="2743415" y="2782654"/>
                  </a:lnTo>
                  <a:lnTo>
                    <a:pt x="2783674" y="2722866"/>
                  </a:lnTo>
                  <a:lnTo>
                    <a:pt x="2823202" y="2659238"/>
                  </a:lnTo>
                  <a:lnTo>
                    <a:pt x="2862200" y="2591742"/>
                  </a:lnTo>
                  <a:lnTo>
                    <a:pt x="2900830" y="2520407"/>
                  </a:lnTo>
                  <a:lnTo>
                    <a:pt x="2939223" y="2445324"/>
                  </a:lnTo>
                  <a:lnTo>
                    <a:pt x="2977480" y="2366646"/>
                  </a:lnTo>
                  <a:lnTo>
                    <a:pt x="3015680" y="2284595"/>
                  </a:lnTo>
                  <a:lnTo>
                    <a:pt x="3053875" y="2199459"/>
                  </a:lnTo>
                  <a:lnTo>
                    <a:pt x="3092103" y="2111591"/>
                  </a:lnTo>
                  <a:lnTo>
                    <a:pt x="3130379" y="2021403"/>
                  </a:lnTo>
                  <a:lnTo>
                    <a:pt x="3168709" y="1929364"/>
                  </a:lnTo>
                  <a:lnTo>
                    <a:pt x="3207084" y="1835984"/>
                  </a:lnTo>
                  <a:lnTo>
                    <a:pt x="3245488" y="1741807"/>
                  </a:lnTo>
                  <a:lnTo>
                    <a:pt x="3283901" y="1647397"/>
                  </a:lnTo>
                  <a:lnTo>
                    <a:pt x="3322302" y="1553324"/>
                  </a:lnTo>
                  <a:lnTo>
                    <a:pt x="3360669" y="1460148"/>
                  </a:lnTo>
                  <a:lnTo>
                    <a:pt x="3398990" y="1368410"/>
                  </a:lnTo>
                  <a:lnTo>
                    <a:pt x="3437257" y="1278612"/>
                  </a:lnTo>
                  <a:lnTo>
                    <a:pt x="3475476" y="1191212"/>
                  </a:lnTo>
                  <a:lnTo>
                    <a:pt x="3513669" y="1106614"/>
                  </a:lnTo>
                  <a:lnTo>
                    <a:pt x="3551875" y="1025159"/>
                  </a:lnTo>
                  <a:lnTo>
                    <a:pt x="3590150" y="947122"/>
                  </a:lnTo>
                  <a:lnTo>
                    <a:pt x="3628578" y="872713"/>
                  </a:lnTo>
                  <a:lnTo>
                    <a:pt x="3667264" y="802073"/>
                  </a:lnTo>
                  <a:lnTo>
                    <a:pt x="3706346" y="735282"/>
                  </a:lnTo>
                  <a:lnTo>
                    <a:pt x="3745992" y="672358"/>
                  </a:lnTo>
                  <a:lnTo>
                    <a:pt x="3786408" y="613264"/>
                  </a:lnTo>
                  <a:lnTo>
                    <a:pt x="3820202" y="567735"/>
                  </a:lnTo>
                  <a:lnTo>
                    <a:pt x="3870765" y="506073"/>
                  </a:lnTo>
                  <a:lnTo>
                    <a:pt x="3923643" y="449627"/>
                  </a:lnTo>
                  <a:lnTo>
                    <a:pt x="3979468" y="398223"/>
                  </a:lnTo>
                  <a:lnTo>
                    <a:pt x="4038933" y="351519"/>
                  </a:lnTo>
                  <a:lnTo>
                    <a:pt x="4102760" y="309101"/>
                  </a:lnTo>
                  <a:lnTo>
                    <a:pt x="4171660" y="270537"/>
                  </a:lnTo>
                  <a:lnTo>
                    <a:pt x="4246290" y="235418"/>
                  </a:lnTo>
                  <a:lnTo>
                    <a:pt x="4327194" y="203379"/>
                  </a:lnTo>
                  <a:lnTo>
                    <a:pt x="4414729" y="174115"/>
                  </a:lnTo>
                  <a:lnTo>
                    <a:pt x="4508960" y="147383"/>
                  </a:lnTo>
                  <a:lnTo>
                    <a:pt x="4609543" y="123012"/>
                  </a:lnTo>
                  <a:lnTo>
                    <a:pt x="4715597" y="100899"/>
                  </a:lnTo>
                  <a:lnTo>
                    <a:pt x="4825581" y="81004"/>
                  </a:lnTo>
                  <a:lnTo>
                    <a:pt x="4937226" y="63337"/>
                  </a:lnTo>
                  <a:lnTo>
                    <a:pt x="5047552" y="47940"/>
                  </a:lnTo>
                  <a:lnTo>
                    <a:pt x="5153026" y="34859"/>
                  </a:lnTo>
                  <a:lnTo>
                    <a:pt x="5249877" y="24109"/>
                  </a:lnTo>
                  <a:lnTo>
                    <a:pt x="5334556" y="15645"/>
                  </a:lnTo>
                  <a:lnTo>
                    <a:pt x="5404259" y="9338"/>
                  </a:lnTo>
                  <a:lnTo>
                    <a:pt x="5457408" y="4966"/>
                  </a:lnTo>
                  <a:lnTo>
                    <a:pt x="5493965" y="2222"/>
                  </a:lnTo>
                  <a:lnTo>
                    <a:pt x="5515521" y="741"/>
                  </a:lnTo>
                  <a:lnTo>
                    <a:pt x="5525191" y="131"/>
                  </a:lnTo>
                  <a:lnTo>
                    <a:pt x="5527417" y="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399" y="71"/>
                  </a:lnTo>
                  <a:lnTo>
                    <a:pt x="6530105" y="578"/>
                  </a:lnTo>
                  <a:lnTo>
                    <a:pt x="6547148" y="1979"/>
                  </a:lnTo>
                  <a:lnTo>
                    <a:pt x="6577970" y="4741"/>
                  </a:lnTo>
                  <a:lnTo>
                    <a:pt x="6624620" y="9313"/>
                  </a:lnTo>
                  <a:lnTo>
                    <a:pt x="6687614" y="16085"/>
                  </a:lnTo>
                  <a:lnTo>
                    <a:pt x="6765945" y="25361"/>
                  </a:lnTo>
                  <a:lnTo>
                    <a:pt x="6857311" y="37335"/>
                  </a:lnTo>
                  <a:lnTo>
                    <a:pt x="6958508" y="52097"/>
                  </a:lnTo>
                  <a:lnTo>
                    <a:pt x="7065931" y="69654"/>
                  </a:lnTo>
                  <a:lnTo>
                    <a:pt x="7176035" y="89959"/>
                  </a:lnTo>
                  <a:lnTo>
                    <a:pt x="7285694" y="112959"/>
                  </a:lnTo>
                  <a:lnTo>
                    <a:pt x="7392413" y="138619"/>
                  </a:lnTo>
                  <a:lnTo>
                    <a:pt x="7494397" y="166959"/>
                  </a:lnTo>
                  <a:lnTo>
                    <a:pt x="7590514" y="198065"/>
                  </a:lnTo>
                  <a:lnTo>
                    <a:pt x="7680204" y="232101"/>
                  </a:lnTo>
                  <a:lnTo>
                    <a:pt x="7763353" y="269314"/>
                  </a:lnTo>
                  <a:lnTo>
                    <a:pt x="7840177" y="310028"/>
                  </a:lnTo>
                  <a:lnTo>
                    <a:pt x="7911118" y="354642"/>
                  </a:lnTo>
                  <a:lnTo>
                    <a:pt x="7976761" y="403617"/>
                  </a:lnTo>
                  <a:lnTo>
                    <a:pt x="8037768" y="457452"/>
                  </a:lnTo>
                  <a:lnTo>
                    <a:pt x="8094835" y="516659"/>
                  </a:lnTo>
                  <a:lnTo>
                    <a:pt x="8148648" y="581702"/>
                  </a:lnTo>
                  <a:lnTo>
                    <a:pt x="8199856" y="652917"/>
                  </a:lnTo>
                  <a:lnTo>
                    <a:pt x="8229629" y="698751"/>
                  </a:lnTo>
                  <a:lnTo>
                    <a:pt x="8267478" y="761803"/>
                  </a:lnTo>
                  <a:lnTo>
                    <a:pt x="8304491" y="828742"/>
                  </a:lnTo>
                  <a:lnTo>
                    <a:pt x="8340860" y="899648"/>
                  </a:lnTo>
                  <a:lnTo>
                    <a:pt x="8376744" y="974556"/>
                  </a:lnTo>
                  <a:lnTo>
                    <a:pt x="8412276" y="1053454"/>
                  </a:lnTo>
                  <a:lnTo>
                    <a:pt x="8447567" y="1136278"/>
                  </a:lnTo>
                  <a:lnTo>
                    <a:pt x="8482705" y="1222912"/>
                  </a:lnTo>
                  <a:lnTo>
                    <a:pt x="8517758" y="1313178"/>
                  </a:lnTo>
                  <a:lnTo>
                    <a:pt x="8552781" y="1406845"/>
                  </a:lnTo>
                  <a:lnTo>
                    <a:pt x="8587809" y="1503618"/>
                  </a:lnTo>
                  <a:lnTo>
                    <a:pt x="8622868" y="1603152"/>
                  </a:lnTo>
                  <a:lnTo>
                    <a:pt x="8657969" y="1705047"/>
                  </a:lnTo>
                  <a:lnTo>
                    <a:pt x="8693115" y="1808857"/>
                  </a:lnTo>
                  <a:lnTo>
                    <a:pt x="8728299" y="1914098"/>
                  </a:lnTo>
                  <a:lnTo>
                    <a:pt x="8763511" y="2020257"/>
                  </a:lnTo>
                  <a:lnTo>
                    <a:pt x="8798736" y="2126802"/>
                  </a:lnTo>
                  <a:lnTo>
                    <a:pt x="8833955" y="2233192"/>
                  </a:lnTo>
                  <a:lnTo>
                    <a:pt x="8869153" y="2338889"/>
                  </a:lnTo>
                  <a:lnTo>
                    <a:pt x="8904316" y="2443371"/>
                  </a:lnTo>
                  <a:lnTo>
                    <a:pt x="8939437" y="2546140"/>
                  </a:lnTo>
                  <a:lnTo>
                    <a:pt x="8974513" y="2646733"/>
                  </a:lnTo>
                  <a:lnTo>
                    <a:pt x="9009552" y="2744730"/>
                  </a:lnTo>
                  <a:lnTo>
                    <a:pt x="9044573" y="2839761"/>
                  </a:lnTo>
                  <a:lnTo>
                    <a:pt x="9079608" y="2931510"/>
                  </a:lnTo>
                  <a:lnTo>
                    <a:pt x="9114702" y="3019719"/>
                  </a:lnTo>
                  <a:lnTo>
                    <a:pt x="9149918" y="3104186"/>
                  </a:lnTo>
                  <a:lnTo>
                    <a:pt x="9185335" y="3184771"/>
                  </a:lnTo>
                  <a:lnTo>
                    <a:pt x="9221054" y="3261385"/>
                  </a:lnTo>
                  <a:lnTo>
                    <a:pt x="9257198" y="3333997"/>
                  </a:lnTo>
                  <a:lnTo>
                    <a:pt x="9293915" y="3402622"/>
                  </a:lnTo>
                  <a:lnTo>
                    <a:pt x="9331381" y="3467320"/>
                  </a:lnTo>
                  <a:lnTo>
                    <a:pt x="9347647" y="3493756"/>
                  </a:lnTo>
                  <a:lnTo>
                    <a:pt x="9397570" y="3568744"/>
                  </a:lnTo>
                  <a:lnTo>
                    <a:pt x="9449743" y="3637470"/>
                  </a:lnTo>
                  <a:lnTo>
                    <a:pt x="9504773" y="3700135"/>
                  </a:lnTo>
                  <a:lnTo>
                    <a:pt x="9563328" y="3757140"/>
                  </a:lnTo>
                  <a:lnTo>
                    <a:pt x="9626102" y="3808976"/>
                  </a:lnTo>
                  <a:lnTo>
                    <a:pt x="9693781" y="3856153"/>
                  </a:lnTo>
                  <a:lnTo>
                    <a:pt x="9767005" y="3899160"/>
                  </a:lnTo>
                  <a:lnTo>
                    <a:pt x="9846309" y="3938434"/>
                  </a:lnTo>
                  <a:lnTo>
                    <a:pt x="9932056" y="3974345"/>
                  </a:lnTo>
                  <a:lnTo>
                    <a:pt x="10024346" y="4007187"/>
                  </a:lnTo>
                  <a:lnTo>
                    <a:pt x="10122899" y="4037175"/>
                  </a:lnTo>
                  <a:lnTo>
                    <a:pt x="10226942" y="4064440"/>
                  </a:lnTo>
                  <a:lnTo>
                    <a:pt x="10335088" y="4089040"/>
                  </a:lnTo>
                  <a:lnTo>
                    <a:pt x="10445262" y="4110971"/>
                  </a:lnTo>
                  <a:lnTo>
                    <a:pt x="10554701" y="4130187"/>
                  </a:lnTo>
                  <a:lnTo>
                    <a:pt x="10660079" y="4146633"/>
                  </a:lnTo>
                  <a:lnTo>
                    <a:pt x="10757777" y="4160278"/>
                  </a:lnTo>
                  <a:lnTo>
                    <a:pt x="10844288" y="4171160"/>
                  </a:lnTo>
                  <a:lnTo>
                    <a:pt x="10916714" y="4179408"/>
                  </a:lnTo>
                  <a:lnTo>
                    <a:pt x="10973227" y="4185261"/>
                  </a:lnTo>
                  <a:lnTo>
                    <a:pt x="11013415" y="4189060"/>
                  </a:lnTo>
                  <a:lnTo>
                    <a:pt x="11038414" y="4191223"/>
                  </a:lnTo>
                  <a:lnTo>
                    <a:pt x="11050851" y="4192212"/>
                  </a:lnTo>
                  <a:lnTo>
                    <a:pt x="11054666" y="4192491"/>
                  </a:lnTo>
                  <a:lnTo>
                    <a:pt x="11054891" y="4192507"/>
                  </a:lnTo>
                  <a:lnTo>
                    <a:pt x="12049831" y="4192507"/>
                  </a:lnTo>
                  <a:lnTo>
                    <a:pt x="12049831" y="41925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4" name="pl1753"/>
            <p:cNvSpPr/>
            <p:nvPr/>
          </p:nvSpPr>
          <p:spPr>
            <a:xfrm>
              <a:off x="1199187" y="2221864"/>
              <a:ext cx="12049831" cy="4192507"/>
            </a:xfrm>
            <a:custGeom>
              <a:avLst/>
              <a:pathLst>
                <a:path w="12049831" h="4192507">
                  <a:moveTo>
                    <a:pt x="12049831" y="4192507"/>
                  </a:moveTo>
                  <a:lnTo>
                    <a:pt x="11054891" y="4192507"/>
                  </a:lnTo>
                  <a:lnTo>
                    <a:pt x="11053877" y="4192436"/>
                  </a:lnTo>
                  <a:lnTo>
                    <a:pt x="11047172" y="4191928"/>
                  </a:lnTo>
                  <a:lnTo>
                    <a:pt x="11030128" y="4190527"/>
                  </a:lnTo>
                  <a:lnTo>
                    <a:pt x="10999306" y="4187765"/>
                  </a:lnTo>
                  <a:lnTo>
                    <a:pt x="10952657" y="4183194"/>
                  </a:lnTo>
                  <a:lnTo>
                    <a:pt x="10889663" y="4176421"/>
                  </a:lnTo>
                  <a:lnTo>
                    <a:pt x="10811331" y="4167145"/>
                  </a:lnTo>
                  <a:lnTo>
                    <a:pt x="10719966" y="4155171"/>
                  </a:lnTo>
                  <a:lnTo>
                    <a:pt x="10618768" y="4140409"/>
                  </a:lnTo>
                  <a:lnTo>
                    <a:pt x="10511345" y="4122853"/>
                  </a:lnTo>
                  <a:lnTo>
                    <a:pt x="10401242" y="4102547"/>
                  </a:lnTo>
                  <a:lnTo>
                    <a:pt x="10291582" y="4079548"/>
                  </a:lnTo>
                  <a:lnTo>
                    <a:pt x="10184863" y="4053887"/>
                  </a:lnTo>
                  <a:lnTo>
                    <a:pt x="10082880" y="4025547"/>
                  </a:lnTo>
                  <a:lnTo>
                    <a:pt x="9986762" y="3994441"/>
                  </a:lnTo>
                  <a:lnTo>
                    <a:pt x="9897073" y="3960405"/>
                  </a:lnTo>
                  <a:lnTo>
                    <a:pt x="9813924" y="3923193"/>
                  </a:lnTo>
                  <a:lnTo>
                    <a:pt x="9737100" y="3882478"/>
                  </a:lnTo>
                  <a:lnTo>
                    <a:pt x="9666159" y="3837864"/>
                  </a:lnTo>
                  <a:lnTo>
                    <a:pt x="9600516" y="3788890"/>
                  </a:lnTo>
                  <a:lnTo>
                    <a:pt x="9539508" y="3735054"/>
                  </a:lnTo>
                  <a:lnTo>
                    <a:pt x="9482441" y="3675847"/>
                  </a:lnTo>
                  <a:lnTo>
                    <a:pt x="9428628" y="3610804"/>
                  </a:lnTo>
                  <a:lnTo>
                    <a:pt x="9377421" y="3539589"/>
                  </a:lnTo>
                  <a:lnTo>
                    <a:pt x="9347647" y="3493756"/>
                  </a:lnTo>
                  <a:lnTo>
                    <a:pt x="9309798" y="3430703"/>
                  </a:lnTo>
                  <a:lnTo>
                    <a:pt x="9272785" y="3363764"/>
                  </a:lnTo>
                  <a:lnTo>
                    <a:pt x="9236417" y="3292858"/>
                  </a:lnTo>
                  <a:lnTo>
                    <a:pt x="9200533" y="3217950"/>
                  </a:lnTo>
                  <a:lnTo>
                    <a:pt x="9165000" y="3139053"/>
                  </a:lnTo>
                  <a:lnTo>
                    <a:pt x="9129709" y="3056228"/>
                  </a:lnTo>
                  <a:lnTo>
                    <a:pt x="9094572" y="2969594"/>
                  </a:lnTo>
                  <a:lnTo>
                    <a:pt x="9059518" y="2879328"/>
                  </a:lnTo>
                  <a:lnTo>
                    <a:pt x="9024496" y="2785662"/>
                  </a:lnTo>
                  <a:lnTo>
                    <a:pt x="8989467" y="2688888"/>
                  </a:lnTo>
                  <a:lnTo>
                    <a:pt x="8954409" y="2589354"/>
                  </a:lnTo>
                  <a:lnTo>
                    <a:pt x="8919308" y="2487459"/>
                  </a:lnTo>
                  <a:lnTo>
                    <a:pt x="8884162" y="2383649"/>
                  </a:lnTo>
                  <a:lnTo>
                    <a:pt x="8848977" y="2278408"/>
                  </a:lnTo>
                  <a:lnTo>
                    <a:pt x="8813765" y="2172249"/>
                  </a:lnTo>
                  <a:lnTo>
                    <a:pt x="8778541" y="2065704"/>
                  </a:lnTo>
                  <a:lnTo>
                    <a:pt x="8743322" y="1959314"/>
                  </a:lnTo>
                  <a:lnTo>
                    <a:pt x="8708124" y="1853617"/>
                  </a:lnTo>
                  <a:lnTo>
                    <a:pt x="8672960" y="1749135"/>
                  </a:lnTo>
                  <a:lnTo>
                    <a:pt x="8637840" y="1646367"/>
                  </a:lnTo>
                  <a:lnTo>
                    <a:pt x="8602764" y="1545774"/>
                  </a:lnTo>
                  <a:lnTo>
                    <a:pt x="8567725" y="1447777"/>
                  </a:lnTo>
                  <a:lnTo>
                    <a:pt x="8532703" y="1352745"/>
                  </a:lnTo>
                  <a:lnTo>
                    <a:pt x="8497669" y="1260996"/>
                  </a:lnTo>
                  <a:lnTo>
                    <a:pt x="8462574" y="1172788"/>
                  </a:lnTo>
                  <a:lnTo>
                    <a:pt x="8427359" y="1088320"/>
                  </a:lnTo>
                  <a:lnTo>
                    <a:pt x="8391941" y="1007736"/>
                  </a:lnTo>
                  <a:lnTo>
                    <a:pt x="8356222" y="931121"/>
                  </a:lnTo>
                  <a:lnTo>
                    <a:pt x="8320078" y="858509"/>
                  </a:lnTo>
                  <a:lnTo>
                    <a:pt x="8283362" y="789885"/>
                  </a:lnTo>
                  <a:lnTo>
                    <a:pt x="8245895" y="725186"/>
                  </a:lnTo>
                  <a:lnTo>
                    <a:pt x="8229629" y="698751"/>
                  </a:lnTo>
                  <a:lnTo>
                    <a:pt x="8179707" y="623762"/>
                  </a:lnTo>
                  <a:lnTo>
                    <a:pt x="8127534" y="555036"/>
                  </a:lnTo>
                  <a:lnTo>
                    <a:pt x="8072504" y="492371"/>
                  </a:lnTo>
                  <a:lnTo>
                    <a:pt x="8013949" y="435366"/>
                  </a:lnTo>
                  <a:lnTo>
                    <a:pt x="7951175" y="383530"/>
                  </a:lnTo>
                  <a:lnTo>
                    <a:pt x="7883495" y="336353"/>
                  </a:lnTo>
                  <a:lnTo>
                    <a:pt x="7810271" y="293346"/>
                  </a:lnTo>
                  <a:lnTo>
                    <a:pt x="7730967" y="254073"/>
                  </a:lnTo>
                  <a:lnTo>
                    <a:pt x="7645220" y="218162"/>
                  </a:lnTo>
                  <a:lnTo>
                    <a:pt x="7552931" y="185319"/>
                  </a:lnTo>
                  <a:lnTo>
                    <a:pt x="7454377" y="155332"/>
                  </a:lnTo>
                  <a:lnTo>
                    <a:pt x="7350334" y="128066"/>
                  </a:lnTo>
                  <a:lnTo>
                    <a:pt x="7242188" y="103466"/>
                  </a:lnTo>
                  <a:lnTo>
                    <a:pt x="7132014" y="81535"/>
                  </a:lnTo>
                  <a:lnTo>
                    <a:pt x="7022575" y="62319"/>
                  </a:lnTo>
                  <a:lnTo>
                    <a:pt x="6917197" y="45874"/>
                  </a:lnTo>
                  <a:lnTo>
                    <a:pt x="6819500" y="32228"/>
                  </a:lnTo>
                  <a:lnTo>
                    <a:pt x="6732989" y="21346"/>
                  </a:lnTo>
                  <a:lnTo>
                    <a:pt x="6660563" y="13099"/>
                  </a:lnTo>
                  <a:lnTo>
                    <a:pt x="6604049" y="7246"/>
                  </a:lnTo>
                  <a:lnTo>
                    <a:pt x="6563862" y="3447"/>
                  </a:lnTo>
                  <a:lnTo>
                    <a:pt x="6538863" y="1283"/>
                  </a:lnTo>
                  <a:lnTo>
                    <a:pt x="6526425" y="295"/>
                  </a:lnTo>
                  <a:lnTo>
                    <a:pt x="6522610" y="1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93" y="60"/>
                  </a:lnTo>
                  <a:lnTo>
                    <a:pt x="5519441" y="488"/>
                  </a:lnTo>
                  <a:lnTo>
                    <a:pt x="5501787" y="1670"/>
                  </a:lnTo>
                  <a:lnTo>
                    <a:pt x="5469903" y="4001"/>
                  </a:lnTo>
                  <a:lnTo>
                    <a:pt x="5421728" y="7857"/>
                  </a:lnTo>
                  <a:lnTo>
                    <a:pt x="5356820" y="13564"/>
                  </a:lnTo>
                  <a:lnTo>
                    <a:pt x="5276324" y="21372"/>
                  </a:lnTo>
                  <a:lnTo>
                    <a:pt x="5182726" y="31438"/>
                  </a:lnTo>
                  <a:lnTo>
                    <a:pt x="5079409" y="43830"/>
                  </a:lnTo>
                  <a:lnTo>
                    <a:pt x="4970131" y="58546"/>
                  </a:lnTo>
                  <a:lnTo>
                    <a:pt x="4858536" y="75547"/>
                  </a:lnTo>
                  <a:lnTo>
                    <a:pt x="4747791" y="94787"/>
                  </a:lnTo>
                  <a:lnTo>
                    <a:pt x="4640383" y="116242"/>
                  </a:lnTo>
                  <a:lnTo>
                    <a:pt x="4538063" y="139938"/>
                  </a:lnTo>
                  <a:lnTo>
                    <a:pt x="4441897" y="165957"/>
                  </a:lnTo>
                  <a:lnTo>
                    <a:pt x="4352374" y="194451"/>
                  </a:lnTo>
                  <a:lnTo>
                    <a:pt x="4269535" y="225640"/>
                  </a:lnTo>
                  <a:lnTo>
                    <a:pt x="4193100" y="259813"/>
                  </a:lnTo>
                  <a:lnTo>
                    <a:pt x="4122570" y="297318"/>
                  </a:lnTo>
                  <a:lnTo>
                    <a:pt x="4057316" y="338552"/>
                  </a:lnTo>
                  <a:lnTo>
                    <a:pt x="3996637" y="383944"/>
                  </a:lnTo>
                  <a:lnTo>
                    <a:pt x="3939810" y="433918"/>
                  </a:lnTo>
                  <a:lnTo>
                    <a:pt x="3886130" y="488846"/>
                  </a:lnTo>
                  <a:lnTo>
                    <a:pt x="3834943" y="548962"/>
                  </a:lnTo>
                  <a:lnTo>
                    <a:pt x="3820202" y="567735"/>
                  </a:lnTo>
                  <a:lnTo>
                    <a:pt x="3778970" y="623758"/>
                  </a:lnTo>
                  <a:lnTo>
                    <a:pt x="3738711" y="683545"/>
                  </a:lnTo>
                  <a:lnTo>
                    <a:pt x="3699183" y="747173"/>
                  </a:lnTo>
                  <a:lnTo>
                    <a:pt x="3660185" y="814669"/>
                  </a:lnTo>
                  <a:lnTo>
                    <a:pt x="3621555" y="886004"/>
                  </a:lnTo>
                  <a:lnTo>
                    <a:pt x="3583162" y="961087"/>
                  </a:lnTo>
                  <a:lnTo>
                    <a:pt x="3544905" y="1039765"/>
                  </a:lnTo>
                  <a:lnTo>
                    <a:pt x="3506705" y="1121816"/>
                  </a:lnTo>
                  <a:lnTo>
                    <a:pt x="3468510" y="1206952"/>
                  </a:lnTo>
                  <a:lnTo>
                    <a:pt x="3430282" y="1294820"/>
                  </a:lnTo>
                  <a:lnTo>
                    <a:pt x="3392006" y="1385008"/>
                  </a:lnTo>
                  <a:lnTo>
                    <a:pt x="3353676" y="1477047"/>
                  </a:lnTo>
                  <a:lnTo>
                    <a:pt x="3315301" y="1570427"/>
                  </a:lnTo>
                  <a:lnTo>
                    <a:pt x="3276897" y="1664604"/>
                  </a:lnTo>
                  <a:lnTo>
                    <a:pt x="3238484" y="1759014"/>
                  </a:lnTo>
                  <a:lnTo>
                    <a:pt x="3200083" y="1853087"/>
                  </a:lnTo>
                  <a:lnTo>
                    <a:pt x="3161716" y="1946263"/>
                  </a:lnTo>
                  <a:lnTo>
                    <a:pt x="3123395" y="2038002"/>
                  </a:lnTo>
                  <a:lnTo>
                    <a:pt x="3085128" y="2127799"/>
                  </a:lnTo>
                  <a:lnTo>
                    <a:pt x="3046909" y="2215199"/>
                  </a:lnTo>
                  <a:lnTo>
                    <a:pt x="3008716" y="2299797"/>
                  </a:lnTo>
                  <a:lnTo>
                    <a:pt x="2970510" y="2381252"/>
                  </a:lnTo>
                  <a:lnTo>
                    <a:pt x="2932235" y="2459289"/>
                  </a:lnTo>
                  <a:lnTo>
                    <a:pt x="2893807" y="2533698"/>
                  </a:lnTo>
                  <a:lnTo>
                    <a:pt x="2855121" y="2604338"/>
                  </a:lnTo>
                  <a:lnTo>
                    <a:pt x="2816039" y="2671129"/>
                  </a:lnTo>
                  <a:lnTo>
                    <a:pt x="2776393" y="2734053"/>
                  </a:lnTo>
                  <a:lnTo>
                    <a:pt x="2735977" y="2793147"/>
                  </a:lnTo>
                  <a:lnTo>
                    <a:pt x="2702183" y="2838676"/>
                  </a:lnTo>
                  <a:lnTo>
                    <a:pt x="2651620" y="2900338"/>
                  </a:lnTo>
                  <a:lnTo>
                    <a:pt x="2598742" y="2956784"/>
                  </a:lnTo>
                  <a:lnTo>
                    <a:pt x="2542917" y="3008188"/>
                  </a:lnTo>
                  <a:lnTo>
                    <a:pt x="2483452" y="3054892"/>
                  </a:lnTo>
                  <a:lnTo>
                    <a:pt x="2419625" y="3097310"/>
                  </a:lnTo>
                  <a:lnTo>
                    <a:pt x="2350725" y="3135874"/>
                  </a:lnTo>
                  <a:lnTo>
                    <a:pt x="2276095" y="3170993"/>
                  </a:lnTo>
                  <a:lnTo>
                    <a:pt x="2195191" y="3203032"/>
                  </a:lnTo>
                  <a:lnTo>
                    <a:pt x="2107656" y="3232296"/>
                  </a:lnTo>
                  <a:lnTo>
                    <a:pt x="2013425" y="3259028"/>
                  </a:lnTo>
                  <a:lnTo>
                    <a:pt x="1912842" y="3283399"/>
                  </a:lnTo>
                  <a:lnTo>
                    <a:pt x="1806788" y="3305512"/>
                  </a:lnTo>
                  <a:lnTo>
                    <a:pt x="1696804" y="3325407"/>
                  </a:lnTo>
                  <a:lnTo>
                    <a:pt x="1585159" y="3343074"/>
                  </a:lnTo>
                  <a:lnTo>
                    <a:pt x="1474833" y="3358471"/>
                  </a:lnTo>
                  <a:lnTo>
                    <a:pt x="1369359" y="3371553"/>
                  </a:lnTo>
                  <a:lnTo>
                    <a:pt x="1272508" y="3382303"/>
                  </a:lnTo>
                  <a:lnTo>
                    <a:pt x="1187829" y="3390766"/>
                  </a:lnTo>
                  <a:lnTo>
                    <a:pt x="1118126" y="3397073"/>
                  </a:lnTo>
                  <a:lnTo>
                    <a:pt x="1064977" y="3401445"/>
                  </a:lnTo>
                  <a:lnTo>
                    <a:pt x="1028420" y="3404189"/>
                  </a:lnTo>
                  <a:lnTo>
                    <a:pt x="1006864" y="3405670"/>
                  </a:lnTo>
                  <a:lnTo>
                    <a:pt x="997194" y="3406280"/>
                  </a:lnTo>
                  <a:lnTo>
                    <a:pt x="994968" y="3406410"/>
                  </a:lnTo>
                  <a:lnTo>
                    <a:pt x="994940" y="3406412"/>
                  </a:lnTo>
                  <a:lnTo>
                    <a:pt x="0" y="3406412"/>
                  </a:lnTo>
                  <a:lnTo>
                    <a:pt x="0" y="34064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5" name="pg1754"/>
            <p:cNvSpPr/>
            <p:nvPr/>
          </p:nvSpPr>
          <p:spPr>
            <a:xfrm>
              <a:off x="1199187" y="3254269"/>
              <a:ext cx="12049831" cy="2950476"/>
            </a:xfrm>
            <a:custGeom>
              <a:avLst/>
              <a:pathLst>
                <a:path w="12049831" h="2950476">
                  <a:moveTo>
                    <a:pt x="0" y="2557429"/>
                  </a:moveTo>
                  <a:lnTo>
                    <a:pt x="994940" y="2557429"/>
                  </a:lnTo>
                  <a:lnTo>
                    <a:pt x="996027" y="2557382"/>
                  </a:lnTo>
                  <a:lnTo>
                    <a:pt x="1003207" y="2557051"/>
                  </a:lnTo>
                  <a:lnTo>
                    <a:pt x="1021425" y="2556134"/>
                  </a:lnTo>
                  <a:lnTo>
                    <a:pt x="1054287" y="2554328"/>
                  </a:lnTo>
                  <a:lnTo>
                    <a:pt x="1103861" y="2551341"/>
                  </a:lnTo>
                  <a:lnTo>
                    <a:pt x="1170520" y="2546923"/>
                  </a:lnTo>
                  <a:lnTo>
                    <a:pt x="1252983" y="2540885"/>
                  </a:lnTo>
                  <a:lnTo>
                    <a:pt x="1348597" y="2533112"/>
                  </a:lnTo>
                  <a:lnTo>
                    <a:pt x="1453811" y="2523554"/>
                  </a:lnTo>
                  <a:lnTo>
                    <a:pt x="1564732" y="2512218"/>
                  </a:lnTo>
                  <a:lnTo>
                    <a:pt x="1677630" y="2499136"/>
                  </a:lnTo>
                  <a:lnTo>
                    <a:pt x="1789306" y="2484342"/>
                  </a:lnTo>
                  <a:lnTo>
                    <a:pt x="1897286" y="2467850"/>
                  </a:lnTo>
                  <a:lnTo>
                    <a:pt x="1999864" y="2449636"/>
                  </a:lnTo>
                  <a:lnTo>
                    <a:pt x="2096037" y="2429627"/>
                  </a:lnTo>
                  <a:lnTo>
                    <a:pt x="2185381" y="2407696"/>
                  </a:lnTo>
                  <a:lnTo>
                    <a:pt x="2267921" y="2383665"/>
                  </a:lnTo>
                  <a:lnTo>
                    <a:pt x="2343997" y="2357300"/>
                  </a:lnTo>
                  <a:lnTo>
                    <a:pt x="2414155" y="2328324"/>
                  </a:lnTo>
                  <a:lnTo>
                    <a:pt x="2479067" y="2296421"/>
                  </a:lnTo>
                  <a:lnTo>
                    <a:pt x="2539467" y="2261258"/>
                  </a:lnTo>
                  <a:lnTo>
                    <a:pt x="2596101" y="2222513"/>
                  </a:lnTo>
                  <a:lnTo>
                    <a:pt x="2649688" y="2179915"/>
                  </a:lnTo>
                  <a:lnTo>
                    <a:pt x="2700885" y="2133323"/>
                  </a:lnTo>
                  <a:lnTo>
                    <a:pt x="2702183" y="2132064"/>
                  </a:lnTo>
                  <a:lnTo>
                    <a:pt x="2748090" y="2085082"/>
                  </a:lnTo>
                  <a:lnTo>
                    <a:pt x="2792824" y="2034585"/>
                  </a:lnTo>
                  <a:lnTo>
                    <a:pt x="2836711" y="1980500"/>
                  </a:lnTo>
                  <a:lnTo>
                    <a:pt x="2880012" y="1922816"/>
                  </a:lnTo>
                  <a:lnTo>
                    <a:pt x="2922934" y="1861589"/>
                  </a:lnTo>
                  <a:lnTo>
                    <a:pt x="2965637" y="1796947"/>
                  </a:lnTo>
                  <a:lnTo>
                    <a:pt x="3008241" y="1729093"/>
                  </a:lnTo>
                  <a:lnTo>
                    <a:pt x="3050828" y="1658309"/>
                  </a:lnTo>
                  <a:lnTo>
                    <a:pt x="3093452" y="1584953"/>
                  </a:lnTo>
                  <a:lnTo>
                    <a:pt x="3136137" y="1509453"/>
                  </a:lnTo>
                  <a:lnTo>
                    <a:pt x="3178887" y="1432297"/>
                  </a:lnTo>
                  <a:lnTo>
                    <a:pt x="3221689" y="1354025"/>
                  </a:lnTo>
                  <a:lnTo>
                    <a:pt x="3264518" y="1275209"/>
                  </a:lnTo>
                  <a:lnTo>
                    <a:pt x="3307345" y="1196439"/>
                  </a:lnTo>
                  <a:lnTo>
                    <a:pt x="3350140" y="1118304"/>
                  </a:lnTo>
                  <a:lnTo>
                    <a:pt x="3392881" y="1041371"/>
                  </a:lnTo>
                  <a:lnTo>
                    <a:pt x="3435556" y="966172"/>
                  </a:lnTo>
                  <a:lnTo>
                    <a:pt x="3478171" y="893190"/>
                  </a:lnTo>
                  <a:lnTo>
                    <a:pt x="3520757" y="822839"/>
                  </a:lnTo>
                  <a:lnTo>
                    <a:pt x="3563370" y="755468"/>
                  </a:lnTo>
                  <a:lnTo>
                    <a:pt x="3606098" y="691344"/>
                  </a:lnTo>
                  <a:lnTo>
                    <a:pt x="3649068" y="630661"/>
                  </a:lnTo>
                  <a:lnTo>
                    <a:pt x="3692444" y="573535"/>
                  </a:lnTo>
                  <a:lnTo>
                    <a:pt x="3736444" y="520009"/>
                  </a:lnTo>
                  <a:lnTo>
                    <a:pt x="3781337" y="470063"/>
                  </a:lnTo>
                  <a:lnTo>
                    <a:pt x="3820202" y="430605"/>
                  </a:lnTo>
                  <a:lnTo>
                    <a:pt x="3871345" y="383909"/>
                  </a:lnTo>
                  <a:lnTo>
                    <a:pt x="3924862" y="341209"/>
                  </a:lnTo>
                  <a:lnTo>
                    <a:pt x="3981408" y="302367"/>
                  </a:lnTo>
                  <a:lnTo>
                    <a:pt x="4041701" y="267116"/>
                  </a:lnTo>
                  <a:lnTo>
                    <a:pt x="4106487" y="235133"/>
                  </a:lnTo>
                  <a:lnTo>
                    <a:pt x="4176501" y="206085"/>
                  </a:lnTo>
                  <a:lnTo>
                    <a:pt x="4252415" y="179656"/>
                  </a:lnTo>
                  <a:lnTo>
                    <a:pt x="4334783" y="155567"/>
                  </a:lnTo>
                  <a:lnTo>
                    <a:pt x="4423949" y="133585"/>
                  </a:lnTo>
                  <a:lnTo>
                    <a:pt x="4519948" y="113528"/>
                  </a:lnTo>
                  <a:lnTo>
                    <a:pt x="4622370" y="95268"/>
                  </a:lnTo>
                  <a:lnTo>
                    <a:pt x="4730229" y="78732"/>
                  </a:lnTo>
                  <a:lnTo>
                    <a:pt x="4841837" y="63894"/>
                  </a:lnTo>
                  <a:lnTo>
                    <a:pt x="4954741" y="50768"/>
                  </a:lnTo>
                  <a:lnTo>
                    <a:pt x="5065758" y="39386"/>
                  </a:lnTo>
                  <a:lnTo>
                    <a:pt x="5171169" y="29782"/>
                  </a:lnTo>
                  <a:lnTo>
                    <a:pt x="5267080" y="21963"/>
                  </a:lnTo>
                  <a:lnTo>
                    <a:pt x="5349922" y="15881"/>
                  </a:lnTo>
                  <a:lnTo>
                    <a:pt x="5417012" y="11424"/>
                  </a:lnTo>
                  <a:lnTo>
                    <a:pt x="5467031" y="8403"/>
                  </a:lnTo>
                  <a:lnTo>
                    <a:pt x="5500307" y="6569"/>
                  </a:lnTo>
                  <a:lnTo>
                    <a:pt x="5518864" y="5633"/>
                  </a:lnTo>
                  <a:lnTo>
                    <a:pt x="5526273" y="529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57" y="5293"/>
                  </a:lnTo>
                  <a:lnTo>
                    <a:pt x="6530539" y="5670"/>
                  </a:lnTo>
                  <a:lnTo>
                    <a:pt x="6548512" y="6713"/>
                  </a:lnTo>
                  <a:lnTo>
                    <a:pt x="6580950" y="8767"/>
                  </a:lnTo>
                  <a:lnTo>
                    <a:pt x="6629918" y="12165"/>
                  </a:lnTo>
                  <a:lnTo>
                    <a:pt x="6695820" y="17192"/>
                  </a:lnTo>
                  <a:lnTo>
                    <a:pt x="6777433" y="24066"/>
                  </a:lnTo>
                  <a:lnTo>
                    <a:pt x="6872178" y="32921"/>
                  </a:lnTo>
                  <a:lnTo>
                    <a:pt x="6976576" y="43814"/>
                  </a:lnTo>
                  <a:lnTo>
                    <a:pt x="7086792" y="56741"/>
                  </a:lnTo>
                  <a:lnTo>
                    <a:pt x="7199133" y="71665"/>
                  </a:lnTo>
                  <a:lnTo>
                    <a:pt x="7310414" y="88548"/>
                  </a:lnTo>
                  <a:lnTo>
                    <a:pt x="7418153" y="107372"/>
                  </a:lnTo>
                  <a:lnTo>
                    <a:pt x="7520625" y="128161"/>
                  </a:lnTo>
                  <a:lnTo>
                    <a:pt x="7616799" y="150994"/>
                  </a:lnTo>
                  <a:lnTo>
                    <a:pt x="7706224" y="176010"/>
                  </a:lnTo>
                  <a:lnTo>
                    <a:pt x="7788895" y="203410"/>
                  </a:lnTo>
                  <a:lnTo>
                    <a:pt x="7865126" y="233453"/>
                  </a:lnTo>
                  <a:lnTo>
                    <a:pt x="7935444" y="266452"/>
                  </a:lnTo>
                  <a:lnTo>
                    <a:pt x="8000503" y="302761"/>
                  </a:lnTo>
                  <a:lnTo>
                    <a:pt x="8061021" y="342760"/>
                  </a:lnTo>
                  <a:lnTo>
                    <a:pt x="8117735" y="386819"/>
                  </a:lnTo>
                  <a:lnTo>
                    <a:pt x="8171359" y="435253"/>
                  </a:lnTo>
                  <a:lnTo>
                    <a:pt x="8222549" y="488246"/>
                  </a:lnTo>
                  <a:lnTo>
                    <a:pt x="8229629" y="496113"/>
                  </a:lnTo>
                  <a:lnTo>
                    <a:pt x="8273237" y="547481"/>
                  </a:lnTo>
                  <a:lnTo>
                    <a:pt x="8315772" y="602500"/>
                  </a:lnTo>
                  <a:lnTo>
                    <a:pt x="8357517" y="661245"/>
                  </a:lnTo>
                  <a:lnTo>
                    <a:pt x="8398702" y="723736"/>
                  </a:lnTo>
                  <a:lnTo>
                    <a:pt x="8439512" y="789928"/>
                  </a:lnTo>
                  <a:lnTo>
                    <a:pt x="8480092" y="859714"/>
                  </a:lnTo>
                  <a:lnTo>
                    <a:pt x="8520553" y="932913"/>
                  </a:lnTo>
                  <a:lnTo>
                    <a:pt x="8560977" y="1009272"/>
                  </a:lnTo>
                  <a:lnTo>
                    <a:pt x="8601418" y="1088467"/>
                  </a:lnTo>
                  <a:lnTo>
                    <a:pt x="8641906" y="1170105"/>
                  </a:lnTo>
                  <a:lnTo>
                    <a:pt x="8682454" y="1253729"/>
                  </a:lnTo>
                  <a:lnTo>
                    <a:pt x="8723057" y="1338833"/>
                  </a:lnTo>
                  <a:lnTo>
                    <a:pt x="8763699" y="1424869"/>
                  </a:lnTo>
                  <a:lnTo>
                    <a:pt x="8804356" y="1511262"/>
                  </a:lnTo>
                  <a:lnTo>
                    <a:pt x="8845004" y="1597430"/>
                  </a:lnTo>
                  <a:lnTo>
                    <a:pt x="8885617" y="1682794"/>
                  </a:lnTo>
                  <a:lnTo>
                    <a:pt x="8926178" y="1766801"/>
                  </a:lnTo>
                  <a:lnTo>
                    <a:pt x="8966680" y="1848931"/>
                  </a:lnTo>
                  <a:lnTo>
                    <a:pt x="9007129" y="1928716"/>
                  </a:lnTo>
                  <a:lnTo>
                    <a:pt x="9047553" y="2005750"/>
                  </a:lnTo>
                  <a:lnTo>
                    <a:pt x="9088000" y="2079691"/>
                  </a:lnTo>
                  <a:lnTo>
                    <a:pt x="9128545" y="2150269"/>
                  </a:lnTo>
                  <a:lnTo>
                    <a:pt x="9169291" y="2217289"/>
                  </a:lnTo>
                  <a:lnTo>
                    <a:pt x="9210376" y="2280625"/>
                  </a:lnTo>
                  <a:lnTo>
                    <a:pt x="9251975" y="2340220"/>
                  </a:lnTo>
                  <a:lnTo>
                    <a:pt x="9294308" y="2396080"/>
                  </a:lnTo>
                  <a:lnTo>
                    <a:pt x="9337645" y="2448267"/>
                  </a:lnTo>
                  <a:lnTo>
                    <a:pt x="9347647" y="2459604"/>
                  </a:lnTo>
                  <a:lnTo>
                    <a:pt x="9398540" y="2513244"/>
                  </a:lnTo>
                  <a:lnTo>
                    <a:pt x="9451782" y="2562316"/>
                  </a:lnTo>
                  <a:lnTo>
                    <a:pt x="9508016" y="2606977"/>
                  </a:lnTo>
                  <a:lnTo>
                    <a:pt x="9567952" y="2647528"/>
                  </a:lnTo>
                  <a:lnTo>
                    <a:pt x="9632323" y="2684337"/>
                  </a:lnTo>
                  <a:lnTo>
                    <a:pt x="9701855" y="2717782"/>
                  </a:lnTo>
                  <a:lnTo>
                    <a:pt x="9777214" y="2748223"/>
                  </a:lnTo>
                  <a:lnTo>
                    <a:pt x="9858949" y="2775980"/>
                  </a:lnTo>
                  <a:lnTo>
                    <a:pt x="9947410" y="2801320"/>
                  </a:lnTo>
                  <a:lnTo>
                    <a:pt x="10042644" y="2824452"/>
                  </a:lnTo>
                  <a:lnTo>
                    <a:pt x="10144273" y="2845524"/>
                  </a:lnTo>
                  <a:lnTo>
                    <a:pt x="10251355" y="2864623"/>
                  </a:lnTo>
                  <a:lnTo>
                    <a:pt x="10362267" y="2881780"/>
                  </a:lnTo>
                  <a:lnTo>
                    <a:pt x="10474636" y="2896984"/>
                  </a:lnTo>
                  <a:lnTo>
                    <a:pt x="10585369" y="2910197"/>
                  </a:lnTo>
                  <a:lnTo>
                    <a:pt x="10690825" y="2921379"/>
                  </a:lnTo>
                  <a:lnTo>
                    <a:pt x="10787161" y="2930520"/>
                  </a:lnTo>
                  <a:lnTo>
                    <a:pt x="10870816" y="2937668"/>
                  </a:lnTo>
                  <a:lnTo>
                    <a:pt x="10939050" y="2942945"/>
                  </a:lnTo>
                  <a:lnTo>
                    <a:pt x="10990429" y="2946557"/>
                  </a:lnTo>
                  <a:lnTo>
                    <a:pt x="11025118" y="2948783"/>
                  </a:lnTo>
                  <a:lnTo>
                    <a:pt x="11044954" y="2949947"/>
                  </a:lnTo>
                  <a:lnTo>
                    <a:pt x="11053308" y="2950398"/>
                  </a:lnTo>
                  <a:lnTo>
                    <a:pt x="11054891" y="2950476"/>
                  </a:lnTo>
                  <a:lnTo>
                    <a:pt x="12049831" y="2950476"/>
                  </a:lnTo>
                  <a:lnTo>
                    <a:pt x="12049831" y="2945236"/>
                  </a:lnTo>
                  <a:lnTo>
                    <a:pt x="11054891" y="2945236"/>
                  </a:lnTo>
                  <a:lnTo>
                    <a:pt x="11053819" y="2945183"/>
                  </a:lnTo>
                  <a:lnTo>
                    <a:pt x="11046738" y="2944806"/>
                  </a:lnTo>
                  <a:lnTo>
                    <a:pt x="11028765" y="2943763"/>
                  </a:lnTo>
                  <a:lnTo>
                    <a:pt x="10996326" y="2941709"/>
                  </a:lnTo>
                  <a:lnTo>
                    <a:pt x="10947359" y="2938311"/>
                  </a:lnTo>
                  <a:lnTo>
                    <a:pt x="10881457" y="2933284"/>
                  </a:lnTo>
                  <a:lnTo>
                    <a:pt x="10799843" y="2926410"/>
                  </a:lnTo>
                  <a:lnTo>
                    <a:pt x="10705098" y="2917555"/>
                  </a:lnTo>
                  <a:lnTo>
                    <a:pt x="10600700" y="2906662"/>
                  </a:lnTo>
                  <a:lnTo>
                    <a:pt x="10490484" y="2893735"/>
                  </a:lnTo>
                  <a:lnTo>
                    <a:pt x="10378143" y="2878811"/>
                  </a:lnTo>
                  <a:lnTo>
                    <a:pt x="10266863" y="2861928"/>
                  </a:lnTo>
                  <a:lnTo>
                    <a:pt x="10159124" y="2843104"/>
                  </a:lnTo>
                  <a:lnTo>
                    <a:pt x="10056652" y="2822315"/>
                  </a:lnTo>
                  <a:lnTo>
                    <a:pt x="9960478" y="2799482"/>
                  </a:lnTo>
                  <a:lnTo>
                    <a:pt x="9871053" y="2774466"/>
                  </a:lnTo>
                  <a:lnTo>
                    <a:pt x="9788382" y="2747066"/>
                  </a:lnTo>
                  <a:lnTo>
                    <a:pt x="9712150" y="2717023"/>
                  </a:lnTo>
                  <a:lnTo>
                    <a:pt x="9641833" y="2684024"/>
                  </a:lnTo>
                  <a:lnTo>
                    <a:pt x="9576774" y="2647715"/>
                  </a:lnTo>
                  <a:lnTo>
                    <a:pt x="9516256" y="2607716"/>
                  </a:lnTo>
                  <a:lnTo>
                    <a:pt x="9459541" y="2563657"/>
                  </a:lnTo>
                  <a:lnTo>
                    <a:pt x="9405918" y="2515223"/>
                  </a:lnTo>
                  <a:lnTo>
                    <a:pt x="9354728" y="2462230"/>
                  </a:lnTo>
                  <a:lnTo>
                    <a:pt x="9347647" y="2454363"/>
                  </a:lnTo>
                  <a:lnTo>
                    <a:pt x="9304039" y="2402995"/>
                  </a:lnTo>
                  <a:lnTo>
                    <a:pt x="9261504" y="2347976"/>
                  </a:lnTo>
                  <a:lnTo>
                    <a:pt x="9219759" y="2289230"/>
                  </a:lnTo>
                  <a:lnTo>
                    <a:pt x="9178574" y="2226740"/>
                  </a:lnTo>
                  <a:lnTo>
                    <a:pt x="9137765" y="2160548"/>
                  </a:lnTo>
                  <a:lnTo>
                    <a:pt x="9097185" y="2090762"/>
                  </a:lnTo>
                  <a:lnTo>
                    <a:pt x="9056724" y="2017563"/>
                  </a:lnTo>
                  <a:lnTo>
                    <a:pt x="9016300" y="1941204"/>
                  </a:lnTo>
                  <a:lnTo>
                    <a:pt x="8975859" y="1862009"/>
                  </a:lnTo>
                  <a:lnTo>
                    <a:pt x="8935370" y="1780371"/>
                  </a:lnTo>
                  <a:lnTo>
                    <a:pt x="8894823" y="1696747"/>
                  </a:lnTo>
                  <a:lnTo>
                    <a:pt x="8854220" y="1611643"/>
                  </a:lnTo>
                  <a:lnTo>
                    <a:pt x="8813578" y="1525607"/>
                  </a:lnTo>
                  <a:lnTo>
                    <a:pt x="8772920" y="1439214"/>
                  </a:lnTo>
                  <a:lnTo>
                    <a:pt x="8732273" y="1353046"/>
                  </a:lnTo>
                  <a:lnTo>
                    <a:pt x="8691659" y="1267682"/>
                  </a:lnTo>
                  <a:lnTo>
                    <a:pt x="8651098" y="1183675"/>
                  </a:lnTo>
                  <a:lnTo>
                    <a:pt x="8610597" y="1101545"/>
                  </a:lnTo>
                  <a:lnTo>
                    <a:pt x="8570147" y="1021760"/>
                  </a:lnTo>
                  <a:lnTo>
                    <a:pt x="8529723" y="944726"/>
                  </a:lnTo>
                  <a:lnTo>
                    <a:pt x="8489276" y="870785"/>
                  </a:lnTo>
                  <a:lnTo>
                    <a:pt x="8448732" y="800207"/>
                  </a:lnTo>
                  <a:lnTo>
                    <a:pt x="8407986" y="733187"/>
                  </a:lnTo>
                  <a:lnTo>
                    <a:pt x="8366901" y="669851"/>
                  </a:lnTo>
                  <a:lnTo>
                    <a:pt x="8325301" y="610256"/>
                  </a:lnTo>
                  <a:lnTo>
                    <a:pt x="8282968" y="554396"/>
                  </a:lnTo>
                  <a:lnTo>
                    <a:pt x="8239632" y="502209"/>
                  </a:lnTo>
                  <a:lnTo>
                    <a:pt x="8229629" y="490872"/>
                  </a:lnTo>
                  <a:lnTo>
                    <a:pt x="8178736" y="437232"/>
                  </a:lnTo>
                  <a:lnTo>
                    <a:pt x="8125495" y="388160"/>
                  </a:lnTo>
                  <a:lnTo>
                    <a:pt x="8069260" y="343499"/>
                  </a:lnTo>
                  <a:lnTo>
                    <a:pt x="8009325" y="302948"/>
                  </a:lnTo>
                  <a:lnTo>
                    <a:pt x="7944953" y="266139"/>
                  </a:lnTo>
                  <a:lnTo>
                    <a:pt x="7875421" y="232694"/>
                  </a:lnTo>
                  <a:lnTo>
                    <a:pt x="7800063" y="202253"/>
                  </a:lnTo>
                  <a:lnTo>
                    <a:pt x="7718328" y="174496"/>
                  </a:lnTo>
                  <a:lnTo>
                    <a:pt x="7629867" y="149156"/>
                  </a:lnTo>
                  <a:lnTo>
                    <a:pt x="7534632" y="126024"/>
                  </a:lnTo>
                  <a:lnTo>
                    <a:pt x="7433004" y="104952"/>
                  </a:lnTo>
                  <a:lnTo>
                    <a:pt x="7325922" y="85853"/>
                  </a:lnTo>
                  <a:lnTo>
                    <a:pt x="7215010" y="68696"/>
                  </a:lnTo>
                  <a:lnTo>
                    <a:pt x="7102640" y="53492"/>
                  </a:lnTo>
                  <a:lnTo>
                    <a:pt x="6991908" y="40279"/>
                  </a:lnTo>
                  <a:lnTo>
                    <a:pt x="6886452" y="29097"/>
                  </a:lnTo>
                  <a:lnTo>
                    <a:pt x="6790115" y="19956"/>
                  </a:lnTo>
                  <a:lnTo>
                    <a:pt x="6706461" y="12808"/>
                  </a:lnTo>
                  <a:lnTo>
                    <a:pt x="6638226" y="7531"/>
                  </a:lnTo>
                  <a:lnTo>
                    <a:pt x="6586848" y="3919"/>
                  </a:lnTo>
                  <a:lnTo>
                    <a:pt x="6552158" y="1693"/>
                  </a:lnTo>
                  <a:lnTo>
                    <a:pt x="6532323" y="529"/>
                  </a:lnTo>
                  <a:lnTo>
                    <a:pt x="6523968" y="7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8" y="46"/>
                  </a:lnTo>
                  <a:lnTo>
                    <a:pt x="5519178" y="378"/>
                  </a:lnTo>
                  <a:lnTo>
                    <a:pt x="5500960" y="1294"/>
                  </a:lnTo>
                  <a:lnTo>
                    <a:pt x="5468098" y="3101"/>
                  </a:lnTo>
                  <a:lnTo>
                    <a:pt x="5418524" y="6088"/>
                  </a:lnTo>
                  <a:lnTo>
                    <a:pt x="5351865" y="10506"/>
                  </a:lnTo>
                  <a:lnTo>
                    <a:pt x="5269402" y="16543"/>
                  </a:lnTo>
                  <a:lnTo>
                    <a:pt x="5173788" y="24317"/>
                  </a:lnTo>
                  <a:lnTo>
                    <a:pt x="5068574" y="33874"/>
                  </a:lnTo>
                  <a:lnTo>
                    <a:pt x="4957653" y="45210"/>
                  </a:lnTo>
                  <a:lnTo>
                    <a:pt x="4844755" y="58292"/>
                  </a:lnTo>
                  <a:lnTo>
                    <a:pt x="4733079" y="73086"/>
                  </a:lnTo>
                  <a:lnTo>
                    <a:pt x="4625099" y="89578"/>
                  </a:lnTo>
                  <a:lnTo>
                    <a:pt x="4522521" y="107792"/>
                  </a:lnTo>
                  <a:lnTo>
                    <a:pt x="4426348" y="127802"/>
                  </a:lnTo>
                  <a:lnTo>
                    <a:pt x="4337004" y="149732"/>
                  </a:lnTo>
                  <a:lnTo>
                    <a:pt x="4254464" y="173763"/>
                  </a:lnTo>
                  <a:lnTo>
                    <a:pt x="4178388" y="200128"/>
                  </a:lnTo>
                  <a:lnTo>
                    <a:pt x="4108230" y="229105"/>
                  </a:lnTo>
                  <a:lnTo>
                    <a:pt x="4043318" y="261008"/>
                  </a:lnTo>
                  <a:lnTo>
                    <a:pt x="3982918" y="296170"/>
                  </a:lnTo>
                  <a:lnTo>
                    <a:pt x="3926284" y="334916"/>
                  </a:lnTo>
                  <a:lnTo>
                    <a:pt x="3872697" y="377514"/>
                  </a:lnTo>
                  <a:lnTo>
                    <a:pt x="3821500" y="424106"/>
                  </a:lnTo>
                  <a:lnTo>
                    <a:pt x="3820202" y="425364"/>
                  </a:lnTo>
                  <a:lnTo>
                    <a:pt x="3774295" y="472346"/>
                  </a:lnTo>
                  <a:lnTo>
                    <a:pt x="3729561" y="522844"/>
                  </a:lnTo>
                  <a:lnTo>
                    <a:pt x="3685674" y="576929"/>
                  </a:lnTo>
                  <a:lnTo>
                    <a:pt x="3642373" y="634613"/>
                  </a:lnTo>
                  <a:lnTo>
                    <a:pt x="3599451" y="695839"/>
                  </a:lnTo>
                  <a:lnTo>
                    <a:pt x="3556748" y="760482"/>
                  </a:lnTo>
                  <a:lnTo>
                    <a:pt x="3514144" y="828336"/>
                  </a:lnTo>
                  <a:lnTo>
                    <a:pt x="3471557" y="899119"/>
                  </a:lnTo>
                  <a:lnTo>
                    <a:pt x="3428933" y="972475"/>
                  </a:lnTo>
                  <a:lnTo>
                    <a:pt x="3386248" y="1047976"/>
                  </a:lnTo>
                  <a:lnTo>
                    <a:pt x="3343498" y="1125131"/>
                  </a:lnTo>
                  <a:lnTo>
                    <a:pt x="3300696" y="1203404"/>
                  </a:lnTo>
                  <a:lnTo>
                    <a:pt x="3257867" y="1282219"/>
                  </a:lnTo>
                  <a:lnTo>
                    <a:pt x="3215040" y="1360989"/>
                  </a:lnTo>
                  <a:lnTo>
                    <a:pt x="3172245" y="1439125"/>
                  </a:lnTo>
                  <a:lnTo>
                    <a:pt x="3129504" y="1516058"/>
                  </a:lnTo>
                  <a:lnTo>
                    <a:pt x="3086829" y="1591256"/>
                  </a:lnTo>
                  <a:lnTo>
                    <a:pt x="3044214" y="1664239"/>
                  </a:lnTo>
                  <a:lnTo>
                    <a:pt x="3001628" y="1734589"/>
                  </a:lnTo>
                  <a:lnTo>
                    <a:pt x="2959015" y="1801961"/>
                  </a:lnTo>
                  <a:lnTo>
                    <a:pt x="2916287" y="1866084"/>
                  </a:lnTo>
                  <a:lnTo>
                    <a:pt x="2873317" y="1926767"/>
                  </a:lnTo>
                  <a:lnTo>
                    <a:pt x="2829941" y="1983894"/>
                  </a:lnTo>
                  <a:lnTo>
                    <a:pt x="2785941" y="2037420"/>
                  </a:lnTo>
                  <a:lnTo>
                    <a:pt x="2741048" y="2087365"/>
                  </a:lnTo>
                  <a:lnTo>
                    <a:pt x="2702183" y="2126824"/>
                  </a:lnTo>
                  <a:lnTo>
                    <a:pt x="2651040" y="2173519"/>
                  </a:lnTo>
                  <a:lnTo>
                    <a:pt x="2597523" y="2216219"/>
                  </a:lnTo>
                  <a:lnTo>
                    <a:pt x="2540977" y="2255062"/>
                  </a:lnTo>
                  <a:lnTo>
                    <a:pt x="2480684" y="2290313"/>
                  </a:lnTo>
                  <a:lnTo>
                    <a:pt x="2415898" y="2322296"/>
                  </a:lnTo>
                  <a:lnTo>
                    <a:pt x="2345884" y="2351344"/>
                  </a:lnTo>
                  <a:lnTo>
                    <a:pt x="2269970" y="2377773"/>
                  </a:lnTo>
                  <a:lnTo>
                    <a:pt x="2187602" y="2401861"/>
                  </a:lnTo>
                  <a:lnTo>
                    <a:pt x="2098436" y="2423843"/>
                  </a:lnTo>
                  <a:lnTo>
                    <a:pt x="2002437" y="2443901"/>
                  </a:lnTo>
                  <a:lnTo>
                    <a:pt x="1900015" y="2462160"/>
                  </a:lnTo>
                  <a:lnTo>
                    <a:pt x="1792156" y="2478696"/>
                  </a:lnTo>
                  <a:lnTo>
                    <a:pt x="1680548" y="2493534"/>
                  </a:lnTo>
                  <a:lnTo>
                    <a:pt x="1567644" y="2506661"/>
                  </a:lnTo>
                  <a:lnTo>
                    <a:pt x="1456627" y="2518043"/>
                  </a:lnTo>
                  <a:lnTo>
                    <a:pt x="1351216" y="2527646"/>
                  </a:lnTo>
                  <a:lnTo>
                    <a:pt x="1255305" y="2535466"/>
                  </a:lnTo>
                  <a:lnTo>
                    <a:pt x="1172463" y="2541547"/>
                  </a:lnTo>
                  <a:lnTo>
                    <a:pt x="1105373" y="2546005"/>
                  </a:lnTo>
                  <a:lnTo>
                    <a:pt x="1055354" y="2549026"/>
                  </a:lnTo>
                  <a:lnTo>
                    <a:pt x="1022078" y="2550859"/>
                  </a:lnTo>
                  <a:lnTo>
                    <a:pt x="1003521" y="2551795"/>
                  </a:lnTo>
                  <a:lnTo>
                    <a:pt x="996112" y="2552138"/>
                  </a:lnTo>
                  <a:lnTo>
                    <a:pt x="994940" y="2552188"/>
                  </a:lnTo>
                  <a:lnTo>
                    <a:pt x="0" y="2552188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56" name="pl1755"/>
            <p:cNvSpPr/>
            <p:nvPr/>
          </p:nvSpPr>
          <p:spPr>
            <a:xfrm>
              <a:off x="1199187" y="3259509"/>
              <a:ext cx="12049831" cy="2945236"/>
            </a:xfrm>
            <a:custGeom>
              <a:avLst/>
              <a:pathLst>
                <a:path w="12049831" h="2945236">
                  <a:moveTo>
                    <a:pt x="0" y="2552188"/>
                  </a:moveTo>
                  <a:lnTo>
                    <a:pt x="994940" y="2552188"/>
                  </a:lnTo>
                  <a:lnTo>
                    <a:pt x="996027" y="2552142"/>
                  </a:lnTo>
                  <a:lnTo>
                    <a:pt x="1003207" y="2551810"/>
                  </a:lnTo>
                  <a:lnTo>
                    <a:pt x="1021425" y="2550894"/>
                  </a:lnTo>
                  <a:lnTo>
                    <a:pt x="1054287" y="2549087"/>
                  </a:lnTo>
                  <a:lnTo>
                    <a:pt x="1103861" y="2546100"/>
                  </a:lnTo>
                  <a:lnTo>
                    <a:pt x="1170520" y="2541682"/>
                  </a:lnTo>
                  <a:lnTo>
                    <a:pt x="1252983" y="2535645"/>
                  </a:lnTo>
                  <a:lnTo>
                    <a:pt x="1348597" y="2527871"/>
                  </a:lnTo>
                  <a:lnTo>
                    <a:pt x="1453811" y="2518314"/>
                  </a:lnTo>
                  <a:lnTo>
                    <a:pt x="1564732" y="2506978"/>
                  </a:lnTo>
                  <a:lnTo>
                    <a:pt x="1677630" y="2493895"/>
                  </a:lnTo>
                  <a:lnTo>
                    <a:pt x="1789306" y="2479102"/>
                  </a:lnTo>
                  <a:lnTo>
                    <a:pt x="1897286" y="2462610"/>
                  </a:lnTo>
                  <a:lnTo>
                    <a:pt x="1999864" y="2444395"/>
                  </a:lnTo>
                  <a:lnTo>
                    <a:pt x="2096037" y="2424386"/>
                  </a:lnTo>
                  <a:lnTo>
                    <a:pt x="2185381" y="2402456"/>
                  </a:lnTo>
                  <a:lnTo>
                    <a:pt x="2267921" y="2378424"/>
                  </a:lnTo>
                  <a:lnTo>
                    <a:pt x="2343997" y="2352060"/>
                  </a:lnTo>
                  <a:lnTo>
                    <a:pt x="2414155" y="2323083"/>
                  </a:lnTo>
                  <a:lnTo>
                    <a:pt x="2479067" y="2291180"/>
                  </a:lnTo>
                  <a:lnTo>
                    <a:pt x="2539467" y="2256018"/>
                  </a:lnTo>
                  <a:lnTo>
                    <a:pt x="2596101" y="2217272"/>
                  </a:lnTo>
                  <a:lnTo>
                    <a:pt x="2649688" y="2174674"/>
                  </a:lnTo>
                  <a:lnTo>
                    <a:pt x="2700885" y="2128082"/>
                  </a:lnTo>
                  <a:lnTo>
                    <a:pt x="2702183" y="2126824"/>
                  </a:lnTo>
                  <a:lnTo>
                    <a:pt x="2748090" y="2079842"/>
                  </a:lnTo>
                  <a:lnTo>
                    <a:pt x="2792824" y="2029344"/>
                  </a:lnTo>
                  <a:lnTo>
                    <a:pt x="2836711" y="1975259"/>
                  </a:lnTo>
                  <a:lnTo>
                    <a:pt x="2880012" y="1917575"/>
                  </a:lnTo>
                  <a:lnTo>
                    <a:pt x="2922934" y="1856348"/>
                  </a:lnTo>
                  <a:lnTo>
                    <a:pt x="2965637" y="1791706"/>
                  </a:lnTo>
                  <a:lnTo>
                    <a:pt x="3008241" y="1723852"/>
                  </a:lnTo>
                  <a:lnTo>
                    <a:pt x="3050828" y="1653069"/>
                  </a:lnTo>
                  <a:lnTo>
                    <a:pt x="3093452" y="1579713"/>
                  </a:lnTo>
                  <a:lnTo>
                    <a:pt x="3136137" y="1504212"/>
                  </a:lnTo>
                  <a:lnTo>
                    <a:pt x="3178887" y="1427056"/>
                  </a:lnTo>
                  <a:lnTo>
                    <a:pt x="3221689" y="1348784"/>
                  </a:lnTo>
                  <a:lnTo>
                    <a:pt x="3264518" y="1269968"/>
                  </a:lnTo>
                  <a:lnTo>
                    <a:pt x="3307345" y="1191199"/>
                  </a:lnTo>
                  <a:lnTo>
                    <a:pt x="3350140" y="1113063"/>
                  </a:lnTo>
                  <a:lnTo>
                    <a:pt x="3392881" y="1036130"/>
                  </a:lnTo>
                  <a:lnTo>
                    <a:pt x="3435556" y="960932"/>
                  </a:lnTo>
                  <a:lnTo>
                    <a:pt x="3478171" y="887949"/>
                  </a:lnTo>
                  <a:lnTo>
                    <a:pt x="3520757" y="817599"/>
                  </a:lnTo>
                  <a:lnTo>
                    <a:pt x="3563370" y="750227"/>
                  </a:lnTo>
                  <a:lnTo>
                    <a:pt x="3606098" y="686104"/>
                  </a:lnTo>
                  <a:lnTo>
                    <a:pt x="3649068" y="625421"/>
                  </a:lnTo>
                  <a:lnTo>
                    <a:pt x="3692444" y="568294"/>
                  </a:lnTo>
                  <a:lnTo>
                    <a:pt x="3736444" y="514768"/>
                  </a:lnTo>
                  <a:lnTo>
                    <a:pt x="3781337" y="464822"/>
                  </a:lnTo>
                  <a:lnTo>
                    <a:pt x="3820202" y="425364"/>
                  </a:lnTo>
                  <a:lnTo>
                    <a:pt x="3871345" y="378669"/>
                  </a:lnTo>
                  <a:lnTo>
                    <a:pt x="3924862" y="335969"/>
                  </a:lnTo>
                  <a:lnTo>
                    <a:pt x="3981408" y="297126"/>
                  </a:lnTo>
                  <a:lnTo>
                    <a:pt x="4041701" y="261875"/>
                  </a:lnTo>
                  <a:lnTo>
                    <a:pt x="4106487" y="229892"/>
                  </a:lnTo>
                  <a:lnTo>
                    <a:pt x="4176501" y="200844"/>
                  </a:lnTo>
                  <a:lnTo>
                    <a:pt x="4252415" y="174415"/>
                  </a:lnTo>
                  <a:lnTo>
                    <a:pt x="4334783" y="150327"/>
                  </a:lnTo>
                  <a:lnTo>
                    <a:pt x="4423949" y="128344"/>
                  </a:lnTo>
                  <a:lnTo>
                    <a:pt x="4519948" y="108287"/>
                  </a:lnTo>
                  <a:lnTo>
                    <a:pt x="4622370" y="90028"/>
                  </a:lnTo>
                  <a:lnTo>
                    <a:pt x="4730229" y="73492"/>
                  </a:lnTo>
                  <a:lnTo>
                    <a:pt x="4841837" y="58654"/>
                  </a:lnTo>
                  <a:lnTo>
                    <a:pt x="4954741" y="45527"/>
                  </a:lnTo>
                  <a:lnTo>
                    <a:pt x="5065758" y="34145"/>
                  </a:lnTo>
                  <a:lnTo>
                    <a:pt x="5171169" y="24542"/>
                  </a:lnTo>
                  <a:lnTo>
                    <a:pt x="5267080" y="16722"/>
                  </a:lnTo>
                  <a:lnTo>
                    <a:pt x="5349922" y="10641"/>
                  </a:lnTo>
                  <a:lnTo>
                    <a:pt x="5417012" y="6183"/>
                  </a:lnTo>
                  <a:lnTo>
                    <a:pt x="5467031" y="3162"/>
                  </a:lnTo>
                  <a:lnTo>
                    <a:pt x="5500307" y="1328"/>
                  </a:lnTo>
                  <a:lnTo>
                    <a:pt x="5518864" y="393"/>
                  </a:lnTo>
                  <a:lnTo>
                    <a:pt x="5526273" y="50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57" y="52"/>
                  </a:lnTo>
                  <a:lnTo>
                    <a:pt x="6530539" y="430"/>
                  </a:lnTo>
                  <a:lnTo>
                    <a:pt x="6548512" y="1472"/>
                  </a:lnTo>
                  <a:lnTo>
                    <a:pt x="6580950" y="3527"/>
                  </a:lnTo>
                  <a:lnTo>
                    <a:pt x="6629918" y="6924"/>
                  </a:lnTo>
                  <a:lnTo>
                    <a:pt x="6695820" y="11952"/>
                  </a:lnTo>
                  <a:lnTo>
                    <a:pt x="6777433" y="18825"/>
                  </a:lnTo>
                  <a:lnTo>
                    <a:pt x="6872178" y="27680"/>
                  </a:lnTo>
                  <a:lnTo>
                    <a:pt x="6976576" y="38573"/>
                  </a:lnTo>
                  <a:lnTo>
                    <a:pt x="7086792" y="51500"/>
                  </a:lnTo>
                  <a:lnTo>
                    <a:pt x="7199133" y="66425"/>
                  </a:lnTo>
                  <a:lnTo>
                    <a:pt x="7310414" y="83308"/>
                  </a:lnTo>
                  <a:lnTo>
                    <a:pt x="7418153" y="102131"/>
                  </a:lnTo>
                  <a:lnTo>
                    <a:pt x="7520625" y="122920"/>
                  </a:lnTo>
                  <a:lnTo>
                    <a:pt x="7616799" y="145753"/>
                  </a:lnTo>
                  <a:lnTo>
                    <a:pt x="7706224" y="170769"/>
                  </a:lnTo>
                  <a:lnTo>
                    <a:pt x="7788895" y="198169"/>
                  </a:lnTo>
                  <a:lnTo>
                    <a:pt x="7865126" y="228212"/>
                  </a:lnTo>
                  <a:lnTo>
                    <a:pt x="7935444" y="261211"/>
                  </a:lnTo>
                  <a:lnTo>
                    <a:pt x="8000503" y="297521"/>
                  </a:lnTo>
                  <a:lnTo>
                    <a:pt x="8061021" y="337519"/>
                  </a:lnTo>
                  <a:lnTo>
                    <a:pt x="8117735" y="381578"/>
                  </a:lnTo>
                  <a:lnTo>
                    <a:pt x="8171359" y="430013"/>
                  </a:lnTo>
                  <a:lnTo>
                    <a:pt x="8222549" y="483005"/>
                  </a:lnTo>
                  <a:lnTo>
                    <a:pt x="8229629" y="490872"/>
                  </a:lnTo>
                  <a:lnTo>
                    <a:pt x="8273237" y="542240"/>
                  </a:lnTo>
                  <a:lnTo>
                    <a:pt x="8315772" y="597260"/>
                  </a:lnTo>
                  <a:lnTo>
                    <a:pt x="8357517" y="656005"/>
                  </a:lnTo>
                  <a:lnTo>
                    <a:pt x="8398702" y="718495"/>
                  </a:lnTo>
                  <a:lnTo>
                    <a:pt x="8439512" y="784688"/>
                  </a:lnTo>
                  <a:lnTo>
                    <a:pt x="8480092" y="854473"/>
                  </a:lnTo>
                  <a:lnTo>
                    <a:pt x="8520553" y="927672"/>
                  </a:lnTo>
                  <a:lnTo>
                    <a:pt x="8560977" y="1004032"/>
                  </a:lnTo>
                  <a:lnTo>
                    <a:pt x="8601418" y="1083227"/>
                  </a:lnTo>
                  <a:lnTo>
                    <a:pt x="8641906" y="1164864"/>
                  </a:lnTo>
                  <a:lnTo>
                    <a:pt x="8682454" y="1248489"/>
                  </a:lnTo>
                  <a:lnTo>
                    <a:pt x="8723057" y="1333592"/>
                  </a:lnTo>
                  <a:lnTo>
                    <a:pt x="8763699" y="1419628"/>
                  </a:lnTo>
                  <a:lnTo>
                    <a:pt x="8804356" y="1506022"/>
                  </a:lnTo>
                  <a:lnTo>
                    <a:pt x="8845004" y="1592189"/>
                  </a:lnTo>
                  <a:lnTo>
                    <a:pt x="8885617" y="1677554"/>
                  </a:lnTo>
                  <a:lnTo>
                    <a:pt x="8926178" y="1761560"/>
                  </a:lnTo>
                  <a:lnTo>
                    <a:pt x="8966680" y="1843690"/>
                  </a:lnTo>
                  <a:lnTo>
                    <a:pt x="9007129" y="1923476"/>
                  </a:lnTo>
                  <a:lnTo>
                    <a:pt x="9047553" y="2000509"/>
                  </a:lnTo>
                  <a:lnTo>
                    <a:pt x="9088000" y="2074450"/>
                  </a:lnTo>
                  <a:lnTo>
                    <a:pt x="9128545" y="2145028"/>
                  </a:lnTo>
                  <a:lnTo>
                    <a:pt x="9169291" y="2212048"/>
                  </a:lnTo>
                  <a:lnTo>
                    <a:pt x="9210376" y="2275384"/>
                  </a:lnTo>
                  <a:lnTo>
                    <a:pt x="9251975" y="2334979"/>
                  </a:lnTo>
                  <a:lnTo>
                    <a:pt x="9294308" y="2390839"/>
                  </a:lnTo>
                  <a:lnTo>
                    <a:pt x="9337645" y="2443026"/>
                  </a:lnTo>
                  <a:lnTo>
                    <a:pt x="9347647" y="2454363"/>
                  </a:lnTo>
                  <a:lnTo>
                    <a:pt x="9398540" y="2508003"/>
                  </a:lnTo>
                  <a:lnTo>
                    <a:pt x="9451782" y="2557076"/>
                  </a:lnTo>
                  <a:lnTo>
                    <a:pt x="9508016" y="2601737"/>
                  </a:lnTo>
                  <a:lnTo>
                    <a:pt x="9567952" y="2642288"/>
                  </a:lnTo>
                  <a:lnTo>
                    <a:pt x="9632323" y="2679096"/>
                  </a:lnTo>
                  <a:lnTo>
                    <a:pt x="9701855" y="2712541"/>
                  </a:lnTo>
                  <a:lnTo>
                    <a:pt x="9777214" y="2742982"/>
                  </a:lnTo>
                  <a:lnTo>
                    <a:pt x="9858949" y="2770739"/>
                  </a:lnTo>
                  <a:lnTo>
                    <a:pt x="9947410" y="2796079"/>
                  </a:lnTo>
                  <a:lnTo>
                    <a:pt x="10042644" y="2819211"/>
                  </a:lnTo>
                  <a:lnTo>
                    <a:pt x="10144273" y="2840283"/>
                  </a:lnTo>
                  <a:lnTo>
                    <a:pt x="10251355" y="2859382"/>
                  </a:lnTo>
                  <a:lnTo>
                    <a:pt x="10362267" y="2876540"/>
                  </a:lnTo>
                  <a:lnTo>
                    <a:pt x="10474636" y="2891744"/>
                  </a:lnTo>
                  <a:lnTo>
                    <a:pt x="10585369" y="2904956"/>
                  </a:lnTo>
                  <a:lnTo>
                    <a:pt x="10690825" y="2916138"/>
                  </a:lnTo>
                  <a:lnTo>
                    <a:pt x="10787161" y="2925279"/>
                  </a:lnTo>
                  <a:lnTo>
                    <a:pt x="10870816" y="2932427"/>
                  </a:lnTo>
                  <a:lnTo>
                    <a:pt x="10939050" y="2937704"/>
                  </a:lnTo>
                  <a:lnTo>
                    <a:pt x="10990429" y="2941317"/>
                  </a:lnTo>
                  <a:lnTo>
                    <a:pt x="11025118" y="2943542"/>
                  </a:lnTo>
                  <a:lnTo>
                    <a:pt x="11044954" y="2944707"/>
                  </a:lnTo>
                  <a:lnTo>
                    <a:pt x="11053308" y="2945157"/>
                  </a:lnTo>
                  <a:lnTo>
                    <a:pt x="11054888" y="2945236"/>
                  </a:lnTo>
                  <a:lnTo>
                    <a:pt x="11054891" y="2945236"/>
                  </a:lnTo>
                  <a:lnTo>
                    <a:pt x="12049831" y="2945236"/>
                  </a:lnTo>
                  <a:lnTo>
                    <a:pt x="12049831" y="29452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7" name="pl1756"/>
            <p:cNvSpPr/>
            <p:nvPr/>
          </p:nvSpPr>
          <p:spPr>
            <a:xfrm>
              <a:off x="1199187" y="3254269"/>
              <a:ext cx="12049831" cy="2945236"/>
            </a:xfrm>
            <a:custGeom>
              <a:avLst/>
              <a:pathLst>
                <a:path w="12049831" h="2945236">
                  <a:moveTo>
                    <a:pt x="12049831" y="2945236"/>
                  </a:moveTo>
                  <a:lnTo>
                    <a:pt x="11054891" y="2945236"/>
                  </a:lnTo>
                  <a:lnTo>
                    <a:pt x="11053819" y="2945183"/>
                  </a:lnTo>
                  <a:lnTo>
                    <a:pt x="11046738" y="2944806"/>
                  </a:lnTo>
                  <a:lnTo>
                    <a:pt x="11028765" y="2943763"/>
                  </a:lnTo>
                  <a:lnTo>
                    <a:pt x="10996326" y="2941709"/>
                  </a:lnTo>
                  <a:lnTo>
                    <a:pt x="10947359" y="2938311"/>
                  </a:lnTo>
                  <a:lnTo>
                    <a:pt x="10881457" y="2933284"/>
                  </a:lnTo>
                  <a:lnTo>
                    <a:pt x="10799843" y="2926410"/>
                  </a:lnTo>
                  <a:lnTo>
                    <a:pt x="10705098" y="2917555"/>
                  </a:lnTo>
                  <a:lnTo>
                    <a:pt x="10600700" y="2906662"/>
                  </a:lnTo>
                  <a:lnTo>
                    <a:pt x="10490484" y="2893735"/>
                  </a:lnTo>
                  <a:lnTo>
                    <a:pt x="10378143" y="2878811"/>
                  </a:lnTo>
                  <a:lnTo>
                    <a:pt x="10266863" y="2861928"/>
                  </a:lnTo>
                  <a:lnTo>
                    <a:pt x="10159124" y="2843104"/>
                  </a:lnTo>
                  <a:lnTo>
                    <a:pt x="10056652" y="2822315"/>
                  </a:lnTo>
                  <a:lnTo>
                    <a:pt x="9960478" y="2799482"/>
                  </a:lnTo>
                  <a:lnTo>
                    <a:pt x="9871053" y="2774466"/>
                  </a:lnTo>
                  <a:lnTo>
                    <a:pt x="9788382" y="2747066"/>
                  </a:lnTo>
                  <a:lnTo>
                    <a:pt x="9712150" y="2717023"/>
                  </a:lnTo>
                  <a:lnTo>
                    <a:pt x="9641833" y="2684024"/>
                  </a:lnTo>
                  <a:lnTo>
                    <a:pt x="9576774" y="2647715"/>
                  </a:lnTo>
                  <a:lnTo>
                    <a:pt x="9516256" y="2607716"/>
                  </a:lnTo>
                  <a:lnTo>
                    <a:pt x="9459541" y="2563657"/>
                  </a:lnTo>
                  <a:lnTo>
                    <a:pt x="9405918" y="2515223"/>
                  </a:lnTo>
                  <a:lnTo>
                    <a:pt x="9354728" y="2462230"/>
                  </a:lnTo>
                  <a:lnTo>
                    <a:pt x="9347647" y="2454363"/>
                  </a:lnTo>
                  <a:lnTo>
                    <a:pt x="9304039" y="2402995"/>
                  </a:lnTo>
                  <a:lnTo>
                    <a:pt x="9261504" y="2347976"/>
                  </a:lnTo>
                  <a:lnTo>
                    <a:pt x="9219759" y="2289230"/>
                  </a:lnTo>
                  <a:lnTo>
                    <a:pt x="9178574" y="2226740"/>
                  </a:lnTo>
                  <a:lnTo>
                    <a:pt x="9137765" y="2160548"/>
                  </a:lnTo>
                  <a:lnTo>
                    <a:pt x="9097185" y="2090762"/>
                  </a:lnTo>
                  <a:lnTo>
                    <a:pt x="9056724" y="2017563"/>
                  </a:lnTo>
                  <a:lnTo>
                    <a:pt x="9016300" y="1941204"/>
                  </a:lnTo>
                  <a:lnTo>
                    <a:pt x="8975859" y="1862009"/>
                  </a:lnTo>
                  <a:lnTo>
                    <a:pt x="8935370" y="1780371"/>
                  </a:lnTo>
                  <a:lnTo>
                    <a:pt x="8894823" y="1696747"/>
                  </a:lnTo>
                  <a:lnTo>
                    <a:pt x="8854220" y="1611643"/>
                  </a:lnTo>
                  <a:lnTo>
                    <a:pt x="8813578" y="1525607"/>
                  </a:lnTo>
                  <a:lnTo>
                    <a:pt x="8772920" y="1439214"/>
                  </a:lnTo>
                  <a:lnTo>
                    <a:pt x="8732273" y="1353046"/>
                  </a:lnTo>
                  <a:lnTo>
                    <a:pt x="8691659" y="1267682"/>
                  </a:lnTo>
                  <a:lnTo>
                    <a:pt x="8651098" y="1183675"/>
                  </a:lnTo>
                  <a:lnTo>
                    <a:pt x="8610597" y="1101545"/>
                  </a:lnTo>
                  <a:lnTo>
                    <a:pt x="8570147" y="1021760"/>
                  </a:lnTo>
                  <a:lnTo>
                    <a:pt x="8529723" y="944726"/>
                  </a:lnTo>
                  <a:lnTo>
                    <a:pt x="8489276" y="870785"/>
                  </a:lnTo>
                  <a:lnTo>
                    <a:pt x="8448732" y="800207"/>
                  </a:lnTo>
                  <a:lnTo>
                    <a:pt x="8407986" y="733187"/>
                  </a:lnTo>
                  <a:lnTo>
                    <a:pt x="8366901" y="669851"/>
                  </a:lnTo>
                  <a:lnTo>
                    <a:pt x="8325301" y="610256"/>
                  </a:lnTo>
                  <a:lnTo>
                    <a:pt x="8282968" y="554396"/>
                  </a:lnTo>
                  <a:lnTo>
                    <a:pt x="8239632" y="502209"/>
                  </a:lnTo>
                  <a:lnTo>
                    <a:pt x="8229629" y="490872"/>
                  </a:lnTo>
                  <a:lnTo>
                    <a:pt x="8178736" y="437232"/>
                  </a:lnTo>
                  <a:lnTo>
                    <a:pt x="8125495" y="388160"/>
                  </a:lnTo>
                  <a:lnTo>
                    <a:pt x="8069260" y="343499"/>
                  </a:lnTo>
                  <a:lnTo>
                    <a:pt x="8009325" y="302948"/>
                  </a:lnTo>
                  <a:lnTo>
                    <a:pt x="7944953" y="266139"/>
                  </a:lnTo>
                  <a:lnTo>
                    <a:pt x="7875421" y="232694"/>
                  </a:lnTo>
                  <a:lnTo>
                    <a:pt x="7800063" y="202253"/>
                  </a:lnTo>
                  <a:lnTo>
                    <a:pt x="7718328" y="174496"/>
                  </a:lnTo>
                  <a:lnTo>
                    <a:pt x="7629867" y="149156"/>
                  </a:lnTo>
                  <a:lnTo>
                    <a:pt x="7534632" y="126024"/>
                  </a:lnTo>
                  <a:lnTo>
                    <a:pt x="7433004" y="104952"/>
                  </a:lnTo>
                  <a:lnTo>
                    <a:pt x="7325922" y="85853"/>
                  </a:lnTo>
                  <a:lnTo>
                    <a:pt x="7215010" y="68696"/>
                  </a:lnTo>
                  <a:lnTo>
                    <a:pt x="7102640" y="53492"/>
                  </a:lnTo>
                  <a:lnTo>
                    <a:pt x="6991908" y="40279"/>
                  </a:lnTo>
                  <a:lnTo>
                    <a:pt x="6886452" y="29097"/>
                  </a:lnTo>
                  <a:lnTo>
                    <a:pt x="6790115" y="19956"/>
                  </a:lnTo>
                  <a:lnTo>
                    <a:pt x="6706461" y="12808"/>
                  </a:lnTo>
                  <a:lnTo>
                    <a:pt x="6638226" y="7531"/>
                  </a:lnTo>
                  <a:lnTo>
                    <a:pt x="6586848" y="3919"/>
                  </a:lnTo>
                  <a:lnTo>
                    <a:pt x="6552158" y="1693"/>
                  </a:lnTo>
                  <a:lnTo>
                    <a:pt x="6532323" y="529"/>
                  </a:lnTo>
                  <a:lnTo>
                    <a:pt x="6523968" y="78"/>
                  </a:lnTo>
                  <a:lnTo>
                    <a:pt x="6522389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8" y="46"/>
                  </a:lnTo>
                  <a:lnTo>
                    <a:pt x="5519178" y="378"/>
                  </a:lnTo>
                  <a:lnTo>
                    <a:pt x="5500960" y="1294"/>
                  </a:lnTo>
                  <a:lnTo>
                    <a:pt x="5468098" y="3101"/>
                  </a:lnTo>
                  <a:lnTo>
                    <a:pt x="5418524" y="6088"/>
                  </a:lnTo>
                  <a:lnTo>
                    <a:pt x="5351865" y="10506"/>
                  </a:lnTo>
                  <a:lnTo>
                    <a:pt x="5269402" y="16543"/>
                  </a:lnTo>
                  <a:lnTo>
                    <a:pt x="5173788" y="24317"/>
                  </a:lnTo>
                  <a:lnTo>
                    <a:pt x="5068574" y="33874"/>
                  </a:lnTo>
                  <a:lnTo>
                    <a:pt x="4957653" y="45210"/>
                  </a:lnTo>
                  <a:lnTo>
                    <a:pt x="4844755" y="58292"/>
                  </a:lnTo>
                  <a:lnTo>
                    <a:pt x="4733079" y="73086"/>
                  </a:lnTo>
                  <a:lnTo>
                    <a:pt x="4625099" y="89578"/>
                  </a:lnTo>
                  <a:lnTo>
                    <a:pt x="4522521" y="107792"/>
                  </a:lnTo>
                  <a:lnTo>
                    <a:pt x="4426348" y="127802"/>
                  </a:lnTo>
                  <a:lnTo>
                    <a:pt x="4337004" y="149732"/>
                  </a:lnTo>
                  <a:lnTo>
                    <a:pt x="4254464" y="173763"/>
                  </a:lnTo>
                  <a:lnTo>
                    <a:pt x="4178388" y="200128"/>
                  </a:lnTo>
                  <a:lnTo>
                    <a:pt x="4108230" y="229105"/>
                  </a:lnTo>
                  <a:lnTo>
                    <a:pt x="4043318" y="261008"/>
                  </a:lnTo>
                  <a:lnTo>
                    <a:pt x="3982918" y="296170"/>
                  </a:lnTo>
                  <a:lnTo>
                    <a:pt x="3926284" y="334916"/>
                  </a:lnTo>
                  <a:lnTo>
                    <a:pt x="3872697" y="377514"/>
                  </a:lnTo>
                  <a:lnTo>
                    <a:pt x="3821500" y="424106"/>
                  </a:lnTo>
                  <a:lnTo>
                    <a:pt x="3820202" y="425364"/>
                  </a:lnTo>
                  <a:lnTo>
                    <a:pt x="3774295" y="472346"/>
                  </a:lnTo>
                  <a:lnTo>
                    <a:pt x="3729561" y="522844"/>
                  </a:lnTo>
                  <a:lnTo>
                    <a:pt x="3685674" y="576929"/>
                  </a:lnTo>
                  <a:lnTo>
                    <a:pt x="3642373" y="634613"/>
                  </a:lnTo>
                  <a:lnTo>
                    <a:pt x="3599451" y="695839"/>
                  </a:lnTo>
                  <a:lnTo>
                    <a:pt x="3556748" y="760482"/>
                  </a:lnTo>
                  <a:lnTo>
                    <a:pt x="3514144" y="828336"/>
                  </a:lnTo>
                  <a:lnTo>
                    <a:pt x="3471557" y="899119"/>
                  </a:lnTo>
                  <a:lnTo>
                    <a:pt x="3428933" y="972475"/>
                  </a:lnTo>
                  <a:lnTo>
                    <a:pt x="3386248" y="1047976"/>
                  </a:lnTo>
                  <a:lnTo>
                    <a:pt x="3343498" y="1125131"/>
                  </a:lnTo>
                  <a:lnTo>
                    <a:pt x="3300696" y="1203404"/>
                  </a:lnTo>
                  <a:lnTo>
                    <a:pt x="3257867" y="1282219"/>
                  </a:lnTo>
                  <a:lnTo>
                    <a:pt x="3215040" y="1360989"/>
                  </a:lnTo>
                  <a:lnTo>
                    <a:pt x="3172245" y="1439125"/>
                  </a:lnTo>
                  <a:lnTo>
                    <a:pt x="3129504" y="1516058"/>
                  </a:lnTo>
                  <a:lnTo>
                    <a:pt x="3086829" y="1591256"/>
                  </a:lnTo>
                  <a:lnTo>
                    <a:pt x="3044214" y="1664239"/>
                  </a:lnTo>
                  <a:lnTo>
                    <a:pt x="3001628" y="1734589"/>
                  </a:lnTo>
                  <a:lnTo>
                    <a:pt x="2959015" y="1801961"/>
                  </a:lnTo>
                  <a:lnTo>
                    <a:pt x="2916287" y="1866084"/>
                  </a:lnTo>
                  <a:lnTo>
                    <a:pt x="2873317" y="1926767"/>
                  </a:lnTo>
                  <a:lnTo>
                    <a:pt x="2829941" y="1983894"/>
                  </a:lnTo>
                  <a:lnTo>
                    <a:pt x="2785941" y="2037420"/>
                  </a:lnTo>
                  <a:lnTo>
                    <a:pt x="2741048" y="2087365"/>
                  </a:lnTo>
                  <a:lnTo>
                    <a:pt x="2702183" y="2126824"/>
                  </a:lnTo>
                  <a:lnTo>
                    <a:pt x="2651040" y="2173519"/>
                  </a:lnTo>
                  <a:lnTo>
                    <a:pt x="2597523" y="2216219"/>
                  </a:lnTo>
                  <a:lnTo>
                    <a:pt x="2540977" y="2255062"/>
                  </a:lnTo>
                  <a:lnTo>
                    <a:pt x="2480684" y="2290313"/>
                  </a:lnTo>
                  <a:lnTo>
                    <a:pt x="2415898" y="2322296"/>
                  </a:lnTo>
                  <a:lnTo>
                    <a:pt x="2345884" y="2351344"/>
                  </a:lnTo>
                  <a:lnTo>
                    <a:pt x="2269970" y="2377773"/>
                  </a:lnTo>
                  <a:lnTo>
                    <a:pt x="2187602" y="2401861"/>
                  </a:lnTo>
                  <a:lnTo>
                    <a:pt x="2098436" y="2423843"/>
                  </a:lnTo>
                  <a:lnTo>
                    <a:pt x="2002437" y="2443901"/>
                  </a:lnTo>
                  <a:lnTo>
                    <a:pt x="1900015" y="2462160"/>
                  </a:lnTo>
                  <a:lnTo>
                    <a:pt x="1792156" y="2478696"/>
                  </a:lnTo>
                  <a:lnTo>
                    <a:pt x="1680548" y="2493534"/>
                  </a:lnTo>
                  <a:lnTo>
                    <a:pt x="1567644" y="2506661"/>
                  </a:lnTo>
                  <a:lnTo>
                    <a:pt x="1456627" y="2518043"/>
                  </a:lnTo>
                  <a:lnTo>
                    <a:pt x="1351216" y="2527646"/>
                  </a:lnTo>
                  <a:lnTo>
                    <a:pt x="1255305" y="2535466"/>
                  </a:lnTo>
                  <a:lnTo>
                    <a:pt x="1172463" y="2541547"/>
                  </a:lnTo>
                  <a:lnTo>
                    <a:pt x="1105373" y="2546005"/>
                  </a:lnTo>
                  <a:lnTo>
                    <a:pt x="1055354" y="2549026"/>
                  </a:lnTo>
                  <a:lnTo>
                    <a:pt x="1022078" y="2550859"/>
                  </a:lnTo>
                  <a:lnTo>
                    <a:pt x="1003521" y="2551795"/>
                  </a:lnTo>
                  <a:lnTo>
                    <a:pt x="996112" y="2552138"/>
                  </a:lnTo>
                  <a:lnTo>
                    <a:pt x="994940" y="2552188"/>
                  </a:lnTo>
                  <a:lnTo>
                    <a:pt x="994940" y="2552188"/>
                  </a:lnTo>
                  <a:lnTo>
                    <a:pt x="0" y="2552188"/>
                  </a:lnTo>
                  <a:lnTo>
                    <a:pt x="0" y="25521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8" name="pg1757"/>
            <p:cNvSpPr/>
            <p:nvPr/>
          </p:nvSpPr>
          <p:spPr>
            <a:xfrm>
              <a:off x="1199187" y="2945071"/>
              <a:ext cx="12049831" cy="2856145"/>
            </a:xfrm>
            <a:custGeom>
              <a:avLst/>
              <a:pathLst>
                <a:path w="12049831" h="2856145">
                  <a:moveTo>
                    <a:pt x="0" y="2856145"/>
                  </a:moveTo>
                  <a:lnTo>
                    <a:pt x="994940" y="2856145"/>
                  </a:lnTo>
                  <a:lnTo>
                    <a:pt x="996015" y="2856094"/>
                  </a:lnTo>
                  <a:lnTo>
                    <a:pt x="1003121" y="2855727"/>
                  </a:lnTo>
                  <a:lnTo>
                    <a:pt x="1021156" y="2854715"/>
                  </a:lnTo>
                  <a:lnTo>
                    <a:pt x="1053700" y="2852719"/>
                  </a:lnTo>
                  <a:lnTo>
                    <a:pt x="1102820" y="2849418"/>
                  </a:lnTo>
                  <a:lnTo>
                    <a:pt x="1168911" y="2844534"/>
                  </a:lnTo>
                  <a:lnTo>
                    <a:pt x="1250737" y="2837858"/>
                  </a:lnTo>
                  <a:lnTo>
                    <a:pt x="1345700" y="2829259"/>
                  </a:lnTo>
                  <a:lnTo>
                    <a:pt x="1450303" y="2818682"/>
                  </a:lnTo>
                  <a:lnTo>
                    <a:pt x="1560697" y="2806131"/>
                  </a:lnTo>
                  <a:lnTo>
                    <a:pt x="1673178" y="2791643"/>
                  </a:lnTo>
                  <a:lnTo>
                    <a:pt x="1784558" y="2775255"/>
                  </a:lnTo>
                  <a:lnTo>
                    <a:pt x="1892359" y="2756984"/>
                  </a:lnTo>
                  <a:lnTo>
                    <a:pt x="1994858" y="2736805"/>
                  </a:lnTo>
                  <a:lnTo>
                    <a:pt x="2091032" y="2714641"/>
                  </a:lnTo>
                  <a:lnTo>
                    <a:pt x="2180438" y="2690355"/>
                  </a:lnTo>
                  <a:lnTo>
                    <a:pt x="2263076" y="2663752"/>
                  </a:lnTo>
                  <a:lnTo>
                    <a:pt x="2339269" y="2634579"/>
                  </a:lnTo>
                  <a:lnTo>
                    <a:pt x="2409546" y="2602531"/>
                  </a:lnTo>
                  <a:lnTo>
                    <a:pt x="2474568" y="2567262"/>
                  </a:lnTo>
                  <a:lnTo>
                    <a:pt x="2535056" y="2528405"/>
                  </a:lnTo>
                  <a:lnTo>
                    <a:pt x="2591750" y="2485599"/>
                  </a:lnTo>
                  <a:lnTo>
                    <a:pt x="2645364" y="2438541"/>
                  </a:lnTo>
                  <a:lnTo>
                    <a:pt x="2696555" y="2387058"/>
                  </a:lnTo>
                  <a:lnTo>
                    <a:pt x="2702183" y="2380994"/>
                  </a:lnTo>
                  <a:lnTo>
                    <a:pt x="2746319" y="2330640"/>
                  </a:lnTo>
                  <a:lnTo>
                    <a:pt x="2789359" y="2276662"/>
                  </a:lnTo>
                  <a:lnTo>
                    <a:pt x="2831596" y="2218989"/>
                  </a:lnTo>
                  <a:lnTo>
                    <a:pt x="2873266" y="2157601"/>
                  </a:lnTo>
                  <a:lnTo>
                    <a:pt x="2914560" y="2092545"/>
                  </a:lnTo>
                  <a:lnTo>
                    <a:pt x="2955627" y="2023934"/>
                  </a:lnTo>
                  <a:lnTo>
                    <a:pt x="2996579" y="1951953"/>
                  </a:lnTo>
                  <a:lnTo>
                    <a:pt x="3037498" y="1876863"/>
                  </a:lnTo>
                  <a:lnTo>
                    <a:pt x="3078439" y="1798996"/>
                  </a:lnTo>
                  <a:lnTo>
                    <a:pt x="3119431" y="1718754"/>
                  </a:lnTo>
                  <a:lnTo>
                    <a:pt x="3160484" y="1636600"/>
                  </a:lnTo>
                  <a:lnTo>
                    <a:pt x="3201592" y="1553050"/>
                  </a:lnTo>
                  <a:lnTo>
                    <a:pt x="3242736" y="1468658"/>
                  </a:lnTo>
                  <a:lnTo>
                    <a:pt x="3283893" y="1384003"/>
                  </a:lnTo>
                  <a:lnTo>
                    <a:pt x="3325034" y="1299672"/>
                  </a:lnTo>
                  <a:lnTo>
                    <a:pt x="3366137" y="1216241"/>
                  </a:lnTo>
                  <a:lnTo>
                    <a:pt x="3407183" y="1134260"/>
                  </a:lnTo>
                  <a:lnTo>
                    <a:pt x="3448169" y="1054242"/>
                  </a:lnTo>
                  <a:lnTo>
                    <a:pt x="3489106" y="976644"/>
                  </a:lnTo>
                  <a:lnTo>
                    <a:pt x="3530026" y="901861"/>
                  </a:lnTo>
                  <a:lnTo>
                    <a:pt x="3570986" y="830217"/>
                  </a:lnTo>
                  <a:lnTo>
                    <a:pt x="3612070" y="761965"/>
                  </a:lnTo>
                  <a:lnTo>
                    <a:pt x="3653395" y="697283"/>
                  </a:lnTo>
                  <a:lnTo>
                    <a:pt x="3695115" y="636278"/>
                  </a:lnTo>
                  <a:lnTo>
                    <a:pt x="3737423" y="578987"/>
                  </a:lnTo>
                  <a:lnTo>
                    <a:pt x="3780561" y="525387"/>
                  </a:lnTo>
                  <a:lnTo>
                    <a:pt x="3820202" y="480391"/>
                  </a:lnTo>
                  <a:lnTo>
                    <a:pt x="3871157" y="428409"/>
                  </a:lnTo>
                  <a:lnTo>
                    <a:pt x="3924468" y="380859"/>
                  </a:lnTo>
                  <a:lnTo>
                    <a:pt x="3980780" y="337589"/>
                  </a:lnTo>
                  <a:lnTo>
                    <a:pt x="4040805" y="298305"/>
                  </a:lnTo>
                  <a:lnTo>
                    <a:pt x="4105281" y="262651"/>
                  </a:lnTo>
                  <a:lnTo>
                    <a:pt x="4174933" y="230259"/>
                  </a:lnTo>
                  <a:lnTo>
                    <a:pt x="4250431" y="200778"/>
                  </a:lnTo>
                  <a:lnTo>
                    <a:pt x="4332325" y="173900"/>
                  </a:lnTo>
                  <a:lnTo>
                    <a:pt x="4420962" y="149365"/>
                  </a:lnTo>
                  <a:lnTo>
                    <a:pt x="4516388" y="126971"/>
                  </a:lnTo>
                  <a:lnTo>
                    <a:pt x="4618216" y="106574"/>
                  </a:lnTo>
                  <a:lnTo>
                    <a:pt x="4725493" y="88090"/>
                  </a:lnTo>
                  <a:lnTo>
                    <a:pt x="4836580" y="71490"/>
                  </a:lnTo>
                  <a:lnTo>
                    <a:pt x="4949085" y="56787"/>
                  </a:lnTo>
                  <a:lnTo>
                    <a:pt x="5059891" y="44016"/>
                  </a:lnTo>
                  <a:lnTo>
                    <a:pt x="5165338" y="33217"/>
                  </a:lnTo>
                  <a:lnTo>
                    <a:pt x="5261570" y="24396"/>
                  </a:lnTo>
                  <a:lnTo>
                    <a:pt x="5345024" y="17509"/>
                  </a:lnTo>
                  <a:lnTo>
                    <a:pt x="5412974" y="12433"/>
                  </a:lnTo>
                  <a:lnTo>
                    <a:pt x="5464013" y="8967"/>
                  </a:lnTo>
                  <a:lnTo>
                    <a:pt x="5498347" y="6840"/>
                  </a:lnTo>
                  <a:lnTo>
                    <a:pt x="5517860" y="5734"/>
                  </a:lnTo>
                  <a:lnTo>
                    <a:pt x="5525973" y="531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2" y="5282"/>
                  </a:lnTo>
                  <a:lnTo>
                    <a:pt x="6530724" y="5581"/>
                  </a:lnTo>
                  <a:lnTo>
                    <a:pt x="6549095" y="6407"/>
                  </a:lnTo>
                  <a:lnTo>
                    <a:pt x="6582222" y="8035"/>
                  </a:lnTo>
                  <a:lnTo>
                    <a:pt x="6632175" y="10727"/>
                  </a:lnTo>
                  <a:lnTo>
                    <a:pt x="6699305" y="14708"/>
                  </a:lnTo>
                  <a:lnTo>
                    <a:pt x="6782297" y="20146"/>
                  </a:lnTo>
                  <a:lnTo>
                    <a:pt x="6878451" y="27146"/>
                  </a:lnTo>
                  <a:lnTo>
                    <a:pt x="6984171" y="35748"/>
                  </a:lnTo>
                  <a:lnTo>
                    <a:pt x="7095527" y="45949"/>
                  </a:lnTo>
                  <a:lnTo>
                    <a:pt x="7208766" y="57717"/>
                  </a:lnTo>
                  <a:lnTo>
                    <a:pt x="7320684" y="71023"/>
                  </a:lnTo>
                  <a:lnTo>
                    <a:pt x="7428809" y="85854"/>
                  </a:lnTo>
                  <a:lnTo>
                    <a:pt x="7531449" y="102235"/>
                  </a:lnTo>
                  <a:lnTo>
                    <a:pt x="7627617" y="120233"/>
                  </a:lnTo>
                  <a:lnTo>
                    <a:pt x="7716910" y="139963"/>
                  </a:lnTo>
                  <a:lnTo>
                    <a:pt x="7799367" y="161590"/>
                  </a:lnTo>
                  <a:lnTo>
                    <a:pt x="7875345" y="185325"/>
                  </a:lnTo>
                  <a:lnTo>
                    <a:pt x="7945404" y="211421"/>
                  </a:lnTo>
                  <a:lnTo>
                    <a:pt x="8010227" y="240164"/>
                  </a:lnTo>
                  <a:lnTo>
                    <a:pt x="8070555" y="271853"/>
                  </a:lnTo>
                  <a:lnTo>
                    <a:pt x="8127141" y="306779"/>
                  </a:lnTo>
                  <a:lnTo>
                    <a:pt x="8180707" y="345179"/>
                  </a:lnTo>
                  <a:lnTo>
                    <a:pt x="8229629" y="385186"/>
                  </a:lnTo>
                  <a:lnTo>
                    <a:pt x="8277291" y="428842"/>
                  </a:lnTo>
                  <a:lnTo>
                    <a:pt x="8323701" y="475889"/>
                  </a:lnTo>
                  <a:lnTo>
                    <a:pt x="8369221" y="526397"/>
                  </a:lnTo>
                  <a:lnTo>
                    <a:pt x="8414137" y="580371"/>
                  </a:lnTo>
                  <a:lnTo>
                    <a:pt x="8458674" y="637744"/>
                  </a:lnTo>
                  <a:lnTo>
                    <a:pt x="8503002" y="698377"/>
                  </a:lnTo>
                  <a:lnTo>
                    <a:pt x="8547248" y="762048"/>
                  </a:lnTo>
                  <a:lnTo>
                    <a:pt x="8591494" y="828457"/>
                  </a:lnTo>
                  <a:lnTo>
                    <a:pt x="8635790" y="897223"/>
                  </a:lnTo>
                  <a:lnTo>
                    <a:pt x="8680156" y="967897"/>
                  </a:lnTo>
                  <a:lnTo>
                    <a:pt x="8724588" y="1039970"/>
                  </a:lnTo>
                  <a:lnTo>
                    <a:pt x="8769067" y="1112886"/>
                  </a:lnTo>
                  <a:lnTo>
                    <a:pt x="8813560" y="1186063"/>
                  </a:lnTo>
                  <a:lnTo>
                    <a:pt x="8858034" y="1258908"/>
                  </a:lnTo>
                  <a:lnTo>
                    <a:pt x="8902459" y="1330842"/>
                  </a:lnTo>
                  <a:lnTo>
                    <a:pt x="8946817" y="1401313"/>
                  </a:lnTo>
                  <a:lnTo>
                    <a:pt x="8991105" y="1469818"/>
                  </a:lnTo>
                  <a:lnTo>
                    <a:pt x="9035348" y="1535915"/>
                  </a:lnTo>
                  <a:lnTo>
                    <a:pt x="9079598" y="1599236"/>
                  </a:lnTo>
                  <a:lnTo>
                    <a:pt x="9123944" y="1659487"/>
                  </a:lnTo>
                  <a:lnTo>
                    <a:pt x="9168517" y="1716457"/>
                  </a:lnTo>
                  <a:lnTo>
                    <a:pt x="9213492" y="1770016"/>
                  </a:lnTo>
                  <a:lnTo>
                    <a:pt x="9259103" y="1820106"/>
                  </a:lnTo>
                  <a:lnTo>
                    <a:pt x="9305643" y="1866741"/>
                  </a:lnTo>
                  <a:lnTo>
                    <a:pt x="9347647" y="1904970"/>
                  </a:lnTo>
                  <a:lnTo>
                    <a:pt x="9398946" y="1946798"/>
                  </a:lnTo>
                  <a:lnTo>
                    <a:pt x="9452635" y="1985037"/>
                  </a:lnTo>
                  <a:lnTo>
                    <a:pt x="9509374" y="2019810"/>
                  </a:lnTo>
                  <a:lnTo>
                    <a:pt x="9569890" y="2051359"/>
                  </a:lnTo>
                  <a:lnTo>
                    <a:pt x="9634935" y="2079975"/>
                  </a:lnTo>
                  <a:lnTo>
                    <a:pt x="9705248" y="2105958"/>
                  </a:lnTo>
                  <a:lnTo>
                    <a:pt x="9781509" y="2129592"/>
                  </a:lnTo>
                  <a:lnTo>
                    <a:pt x="9864271" y="2151129"/>
                  </a:lnTo>
                  <a:lnTo>
                    <a:pt x="9953878" y="2170777"/>
                  </a:lnTo>
                  <a:lnTo>
                    <a:pt x="10050352" y="2188699"/>
                  </a:lnTo>
                  <a:lnTo>
                    <a:pt x="10153268" y="2205008"/>
                  </a:lnTo>
                  <a:lnTo>
                    <a:pt x="10261608" y="2219771"/>
                  </a:lnTo>
                  <a:lnTo>
                    <a:pt x="10373645" y="2233007"/>
                  </a:lnTo>
                  <a:lnTo>
                    <a:pt x="10486874" y="2244705"/>
                  </a:lnTo>
                  <a:lnTo>
                    <a:pt x="10598058" y="2254833"/>
                  </a:lnTo>
                  <a:lnTo>
                    <a:pt x="10703428" y="2263363"/>
                  </a:lnTo>
                  <a:lnTo>
                    <a:pt x="10799057" y="2270290"/>
                  </a:lnTo>
                  <a:lnTo>
                    <a:pt x="10881379" y="2275660"/>
                  </a:lnTo>
                  <a:lnTo>
                    <a:pt x="10947746" y="2279578"/>
                  </a:lnTo>
                  <a:lnTo>
                    <a:pt x="10996914" y="2282216"/>
                  </a:lnTo>
                  <a:lnTo>
                    <a:pt x="11029314" y="2283802"/>
                  </a:lnTo>
                  <a:lnTo>
                    <a:pt x="11047089" y="2284598"/>
                  </a:lnTo>
                  <a:lnTo>
                    <a:pt x="11053935" y="2284879"/>
                  </a:lnTo>
                  <a:lnTo>
                    <a:pt x="11054891" y="2284916"/>
                  </a:lnTo>
                  <a:lnTo>
                    <a:pt x="12049831" y="2284916"/>
                  </a:lnTo>
                  <a:lnTo>
                    <a:pt x="12049831" y="2279675"/>
                  </a:lnTo>
                  <a:lnTo>
                    <a:pt x="11054891" y="2279675"/>
                  </a:lnTo>
                  <a:lnTo>
                    <a:pt x="11053794" y="2279633"/>
                  </a:lnTo>
                  <a:lnTo>
                    <a:pt x="11046552" y="2279334"/>
                  </a:lnTo>
                  <a:lnTo>
                    <a:pt x="11028182" y="2278508"/>
                  </a:lnTo>
                  <a:lnTo>
                    <a:pt x="10995054" y="2276880"/>
                  </a:lnTo>
                  <a:lnTo>
                    <a:pt x="10945102" y="2274188"/>
                  </a:lnTo>
                  <a:lnTo>
                    <a:pt x="10877971" y="2270208"/>
                  </a:lnTo>
                  <a:lnTo>
                    <a:pt x="10794979" y="2264770"/>
                  </a:lnTo>
                  <a:lnTo>
                    <a:pt x="10698825" y="2257770"/>
                  </a:lnTo>
                  <a:lnTo>
                    <a:pt x="10593106" y="2249167"/>
                  </a:lnTo>
                  <a:lnTo>
                    <a:pt x="10481750" y="2238967"/>
                  </a:lnTo>
                  <a:lnTo>
                    <a:pt x="10368510" y="2227198"/>
                  </a:lnTo>
                  <a:lnTo>
                    <a:pt x="10256593" y="2213893"/>
                  </a:lnTo>
                  <a:lnTo>
                    <a:pt x="10148467" y="2199061"/>
                  </a:lnTo>
                  <a:lnTo>
                    <a:pt x="10045827" y="2182680"/>
                  </a:lnTo>
                  <a:lnTo>
                    <a:pt x="9949659" y="2164683"/>
                  </a:lnTo>
                  <a:lnTo>
                    <a:pt x="9860367" y="2144953"/>
                  </a:lnTo>
                  <a:lnTo>
                    <a:pt x="9777909" y="2123326"/>
                  </a:lnTo>
                  <a:lnTo>
                    <a:pt x="9701931" y="2099591"/>
                  </a:lnTo>
                  <a:lnTo>
                    <a:pt x="9631873" y="2073494"/>
                  </a:lnTo>
                  <a:lnTo>
                    <a:pt x="9567050" y="2044752"/>
                  </a:lnTo>
                  <a:lnTo>
                    <a:pt x="9506722" y="2013063"/>
                  </a:lnTo>
                  <a:lnTo>
                    <a:pt x="9450136" y="1978136"/>
                  </a:lnTo>
                  <a:lnTo>
                    <a:pt x="9396569" y="1939737"/>
                  </a:lnTo>
                  <a:lnTo>
                    <a:pt x="9347647" y="1899729"/>
                  </a:lnTo>
                  <a:lnTo>
                    <a:pt x="9299986" y="1856074"/>
                  </a:lnTo>
                  <a:lnTo>
                    <a:pt x="9253576" y="1809026"/>
                  </a:lnTo>
                  <a:lnTo>
                    <a:pt x="9208056" y="1758518"/>
                  </a:lnTo>
                  <a:lnTo>
                    <a:pt x="9163140" y="1704545"/>
                  </a:lnTo>
                  <a:lnTo>
                    <a:pt x="9118603" y="1647171"/>
                  </a:lnTo>
                  <a:lnTo>
                    <a:pt x="9074274" y="1586538"/>
                  </a:lnTo>
                  <a:lnTo>
                    <a:pt x="9030029" y="1522867"/>
                  </a:lnTo>
                  <a:lnTo>
                    <a:pt x="8985783" y="1456459"/>
                  </a:lnTo>
                  <a:lnTo>
                    <a:pt x="8941487" y="1387693"/>
                  </a:lnTo>
                  <a:lnTo>
                    <a:pt x="8897120" y="1317018"/>
                  </a:lnTo>
                  <a:lnTo>
                    <a:pt x="8852688" y="1244946"/>
                  </a:lnTo>
                  <a:lnTo>
                    <a:pt x="8808210" y="1172029"/>
                  </a:lnTo>
                  <a:lnTo>
                    <a:pt x="8763717" y="1098852"/>
                  </a:lnTo>
                  <a:lnTo>
                    <a:pt x="8719243" y="1026007"/>
                  </a:lnTo>
                  <a:lnTo>
                    <a:pt x="8674817" y="954074"/>
                  </a:lnTo>
                  <a:lnTo>
                    <a:pt x="8630460" y="883603"/>
                  </a:lnTo>
                  <a:lnTo>
                    <a:pt x="8586171" y="815098"/>
                  </a:lnTo>
                  <a:lnTo>
                    <a:pt x="8541929" y="749000"/>
                  </a:lnTo>
                  <a:lnTo>
                    <a:pt x="8497678" y="685680"/>
                  </a:lnTo>
                  <a:lnTo>
                    <a:pt x="8453332" y="625429"/>
                  </a:lnTo>
                  <a:lnTo>
                    <a:pt x="8408760" y="568458"/>
                  </a:lnTo>
                  <a:lnTo>
                    <a:pt x="8363784" y="514900"/>
                  </a:lnTo>
                  <a:lnTo>
                    <a:pt x="8318174" y="464809"/>
                  </a:lnTo>
                  <a:lnTo>
                    <a:pt x="8271634" y="418174"/>
                  </a:lnTo>
                  <a:lnTo>
                    <a:pt x="8229629" y="379945"/>
                  </a:lnTo>
                  <a:lnTo>
                    <a:pt x="8178331" y="338117"/>
                  </a:lnTo>
                  <a:lnTo>
                    <a:pt x="8124642" y="299879"/>
                  </a:lnTo>
                  <a:lnTo>
                    <a:pt x="8067902" y="265105"/>
                  </a:lnTo>
                  <a:lnTo>
                    <a:pt x="8007387" y="233556"/>
                  </a:lnTo>
                  <a:lnTo>
                    <a:pt x="7942342" y="204941"/>
                  </a:lnTo>
                  <a:lnTo>
                    <a:pt x="7872028" y="178957"/>
                  </a:lnTo>
                  <a:lnTo>
                    <a:pt x="7795767" y="155323"/>
                  </a:lnTo>
                  <a:lnTo>
                    <a:pt x="7713005" y="133787"/>
                  </a:lnTo>
                  <a:lnTo>
                    <a:pt x="7623399" y="114139"/>
                  </a:lnTo>
                  <a:lnTo>
                    <a:pt x="7526924" y="96217"/>
                  </a:lnTo>
                  <a:lnTo>
                    <a:pt x="7424009" y="79907"/>
                  </a:lnTo>
                  <a:lnTo>
                    <a:pt x="7315668" y="65145"/>
                  </a:lnTo>
                  <a:lnTo>
                    <a:pt x="7203632" y="51909"/>
                  </a:lnTo>
                  <a:lnTo>
                    <a:pt x="7090403" y="40211"/>
                  </a:lnTo>
                  <a:lnTo>
                    <a:pt x="6979219" y="30082"/>
                  </a:lnTo>
                  <a:lnTo>
                    <a:pt x="6873849" y="21553"/>
                  </a:lnTo>
                  <a:lnTo>
                    <a:pt x="6778219" y="14625"/>
                  </a:lnTo>
                  <a:lnTo>
                    <a:pt x="6695898" y="9256"/>
                  </a:lnTo>
                  <a:lnTo>
                    <a:pt x="6629530" y="5338"/>
                  </a:lnTo>
                  <a:lnTo>
                    <a:pt x="6580363" y="2699"/>
                  </a:lnTo>
                  <a:lnTo>
                    <a:pt x="6547963" y="1114"/>
                  </a:lnTo>
                  <a:lnTo>
                    <a:pt x="6530187" y="318"/>
                  </a:lnTo>
                  <a:lnTo>
                    <a:pt x="6523342" y="3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0" y="51"/>
                  </a:lnTo>
                  <a:lnTo>
                    <a:pt x="5519264" y="418"/>
                  </a:lnTo>
                  <a:lnTo>
                    <a:pt x="5501229" y="1430"/>
                  </a:lnTo>
                  <a:lnTo>
                    <a:pt x="5468685" y="3426"/>
                  </a:lnTo>
                  <a:lnTo>
                    <a:pt x="5419565" y="6727"/>
                  </a:lnTo>
                  <a:lnTo>
                    <a:pt x="5353474" y="11611"/>
                  </a:lnTo>
                  <a:lnTo>
                    <a:pt x="5271648" y="18287"/>
                  </a:lnTo>
                  <a:lnTo>
                    <a:pt x="5176685" y="26886"/>
                  </a:lnTo>
                  <a:lnTo>
                    <a:pt x="5072082" y="37463"/>
                  </a:lnTo>
                  <a:lnTo>
                    <a:pt x="4961688" y="50013"/>
                  </a:lnTo>
                  <a:lnTo>
                    <a:pt x="4849207" y="64502"/>
                  </a:lnTo>
                  <a:lnTo>
                    <a:pt x="4737827" y="80890"/>
                  </a:lnTo>
                  <a:lnTo>
                    <a:pt x="4630026" y="99161"/>
                  </a:lnTo>
                  <a:lnTo>
                    <a:pt x="4527527" y="119340"/>
                  </a:lnTo>
                  <a:lnTo>
                    <a:pt x="4431353" y="141504"/>
                  </a:lnTo>
                  <a:lnTo>
                    <a:pt x="4341947" y="165789"/>
                  </a:lnTo>
                  <a:lnTo>
                    <a:pt x="4259309" y="192392"/>
                  </a:lnTo>
                  <a:lnTo>
                    <a:pt x="4183116" y="221565"/>
                  </a:lnTo>
                  <a:lnTo>
                    <a:pt x="4112839" y="253614"/>
                  </a:lnTo>
                  <a:lnTo>
                    <a:pt x="4047817" y="288883"/>
                  </a:lnTo>
                  <a:lnTo>
                    <a:pt x="3987329" y="327740"/>
                  </a:lnTo>
                  <a:lnTo>
                    <a:pt x="3930635" y="370546"/>
                  </a:lnTo>
                  <a:lnTo>
                    <a:pt x="3877021" y="417604"/>
                  </a:lnTo>
                  <a:lnTo>
                    <a:pt x="3825830" y="469087"/>
                  </a:lnTo>
                  <a:lnTo>
                    <a:pt x="3820202" y="475150"/>
                  </a:lnTo>
                  <a:lnTo>
                    <a:pt x="3776066" y="525505"/>
                  </a:lnTo>
                  <a:lnTo>
                    <a:pt x="3733026" y="579482"/>
                  </a:lnTo>
                  <a:lnTo>
                    <a:pt x="3690789" y="637156"/>
                  </a:lnTo>
                  <a:lnTo>
                    <a:pt x="3649119" y="698543"/>
                  </a:lnTo>
                  <a:lnTo>
                    <a:pt x="3607825" y="763600"/>
                  </a:lnTo>
                  <a:lnTo>
                    <a:pt x="3566758" y="832211"/>
                  </a:lnTo>
                  <a:lnTo>
                    <a:pt x="3525806" y="904191"/>
                  </a:lnTo>
                  <a:lnTo>
                    <a:pt x="3484887" y="979281"/>
                  </a:lnTo>
                  <a:lnTo>
                    <a:pt x="3443946" y="1057148"/>
                  </a:lnTo>
                  <a:lnTo>
                    <a:pt x="3402954" y="1137391"/>
                  </a:lnTo>
                  <a:lnTo>
                    <a:pt x="3361901" y="1219545"/>
                  </a:lnTo>
                  <a:lnTo>
                    <a:pt x="3320793" y="1303095"/>
                  </a:lnTo>
                  <a:lnTo>
                    <a:pt x="3279649" y="1387487"/>
                  </a:lnTo>
                  <a:lnTo>
                    <a:pt x="3238492" y="1472141"/>
                  </a:lnTo>
                  <a:lnTo>
                    <a:pt x="3197351" y="1556473"/>
                  </a:lnTo>
                  <a:lnTo>
                    <a:pt x="3156248" y="1639904"/>
                  </a:lnTo>
                  <a:lnTo>
                    <a:pt x="3115202" y="1721884"/>
                  </a:lnTo>
                  <a:lnTo>
                    <a:pt x="3074216" y="1801902"/>
                  </a:lnTo>
                  <a:lnTo>
                    <a:pt x="3033279" y="1879500"/>
                  </a:lnTo>
                  <a:lnTo>
                    <a:pt x="2992359" y="1954284"/>
                  </a:lnTo>
                  <a:lnTo>
                    <a:pt x="2951399" y="2025927"/>
                  </a:lnTo>
                  <a:lnTo>
                    <a:pt x="2910315" y="2094179"/>
                  </a:lnTo>
                  <a:lnTo>
                    <a:pt x="2868990" y="2158861"/>
                  </a:lnTo>
                  <a:lnTo>
                    <a:pt x="2827270" y="2219867"/>
                  </a:lnTo>
                  <a:lnTo>
                    <a:pt x="2784962" y="2277158"/>
                  </a:lnTo>
                  <a:lnTo>
                    <a:pt x="2741824" y="2330757"/>
                  </a:lnTo>
                  <a:lnTo>
                    <a:pt x="2702183" y="2375754"/>
                  </a:lnTo>
                  <a:lnTo>
                    <a:pt x="2651228" y="2427735"/>
                  </a:lnTo>
                  <a:lnTo>
                    <a:pt x="2597917" y="2475286"/>
                  </a:lnTo>
                  <a:lnTo>
                    <a:pt x="2541605" y="2518556"/>
                  </a:lnTo>
                  <a:lnTo>
                    <a:pt x="2481580" y="2557840"/>
                  </a:lnTo>
                  <a:lnTo>
                    <a:pt x="2417104" y="2593493"/>
                  </a:lnTo>
                  <a:lnTo>
                    <a:pt x="2347452" y="2625886"/>
                  </a:lnTo>
                  <a:lnTo>
                    <a:pt x="2271954" y="2655366"/>
                  </a:lnTo>
                  <a:lnTo>
                    <a:pt x="2190060" y="2682244"/>
                  </a:lnTo>
                  <a:lnTo>
                    <a:pt x="2101423" y="2706779"/>
                  </a:lnTo>
                  <a:lnTo>
                    <a:pt x="2005997" y="2729174"/>
                  </a:lnTo>
                  <a:lnTo>
                    <a:pt x="1904169" y="2749571"/>
                  </a:lnTo>
                  <a:lnTo>
                    <a:pt x="1796892" y="2768054"/>
                  </a:lnTo>
                  <a:lnTo>
                    <a:pt x="1685805" y="2784654"/>
                  </a:lnTo>
                  <a:lnTo>
                    <a:pt x="1573300" y="2799358"/>
                  </a:lnTo>
                  <a:lnTo>
                    <a:pt x="1462494" y="2812128"/>
                  </a:lnTo>
                  <a:lnTo>
                    <a:pt x="1357047" y="2822928"/>
                  </a:lnTo>
                  <a:lnTo>
                    <a:pt x="1260815" y="2831748"/>
                  </a:lnTo>
                  <a:lnTo>
                    <a:pt x="1177361" y="2838636"/>
                  </a:lnTo>
                  <a:lnTo>
                    <a:pt x="1109411" y="2843712"/>
                  </a:lnTo>
                  <a:lnTo>
                    <a:pt x="1058372" y="2847178"/>
                  </a:lnTo>
                  <a:lnTo>
                    <a:pt x="1024038" y="2849305"/>
                  </a:lnTo>
                  <a:lnTo>
                    <a:pt x="1004525" y="2850411"/>
                  </a:lnTo>
                  <a:lnTo>
                    <a:pt x="996412" y="2850833"/>
                  </a:lnTo>
                  <a:lnTo>
                    <a:pt x="994940" y="2850904"/>
                  </a:lnTo>
                  <a:lnTo>
                    <a:pt x="0" y="2850904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59" name="pl1758"/>
            <p:cNvSpPr/>
            <p:nvPr/>
          </p:nvSpPr>
          <p:spPr>
            <a:xfrm>
              <a:off x="1199187" y="2950312"/>
              <a:ext cx="12049831" cy="2850904"/>
            </a:xfrm>
            <a:custGeom>
              <a:avLst/>
              <a:pathLst>
                <a:path w="12049831" h="2850904">
                  <a:moveTo>
                    <a:pt x="0" y="2850904"/>
                  </a:moveTo>
                  <a:lnTo>
                    <a:pt x="994940" y="2850904"/>
                  </a:lnTo>
                  <a:lnTo>
                    <a:pt x="996015" y="2850853"/>
                  </a:lnTo>
                  <a:lnTo>
                    <a:pt x="1003121" y="2850486"/>
                  </a:lnTo>
                  <a:lnTo>
                    <a:pt x="1021156" y="2849474"/>
                  </a:lnTo>
                  <a:lnTo>
                    <a:pt x="1053700" y="2847478"/>
                  </a:lnTo>
                  <a:lnTo>
                    <a:pt x="1102820" y="2844177"/>
                  </a:lnTo>
                  <a:lnTo>
                    <a:pt x="1168911" y="2839293"/>
                  </a:lnTo>
                  <a:lnTo>
                    <a:pt x="1250737" y="2832617"/>
                  </a:lnTo>
                  <a:lnTo>
                    <a:pt x="1345700" y="2824018"/>
                  </a:lnTo>
                  <a:lnTo>
                    <a:pt x="1450303" y="2813441"/>
                  </a:lnTo>
                  <a:lnTo>
                    <a:pt x="1560697" y="2800891"/>
                  </a:lnTo>
                  <a:lnTo>
                    <a:pt x="1673178" y="2786402"/>
                  </a:lnTo>
                  <a:lnTo>
                    <a:pt x="1784558" y="2770014"/>
                  </a:lnTo>
                  <a:lnTo>
                    <a:pt x="1892359" y="2751743"/>
                  </a:lnTo>
                  <a:lnTo>
                    <a:pt x="1994858" y="2731564"/>
                  </a:lnTo>
                  <a:lnTo>
                    <a:pt x="2091032" y="2709400"/>
                  </a:lnTo>
                  <a:lnTo>
                    <a:pt x="2180438" y="2685114"/>
                  </a:lnTo>
                  <a:lnTo>
                    <a:pt x="2263076" y="2658512"/>
                  </a:lnTo>
                  <a:lnTo>
                    <a:pt x="2339269" y="2629339"/>
                  </a:lnTo>
                  <a:lnTo>
                    <a:pt x="2409546" y="2597290"/>
                  </a:lnTo>
                  <a:lnTo>
                    <a:pt x="2474568" y="2562021"/>
                  </a:lnTo>
                  <a:lnTo>
                    <a:pt x="2535056" y="2523164"/>
                  </a:lnTo>
                  <a:lnTo>
                    <a:pt x="2591750" y="2480358"/>
                  </a:lnTo>
                  <a:lnTo>
                    <a:pt x="2645364" y="2433300"/>
                  </a:lnTo>
                  <a:lnTo>
                    <a:pt x="2696555" y="2381817"/>
                  </a:lnTo>
                  <a:lnTo>
                    <a:pt x="2702183" y="2375754"/>
                  </a:lnTo>
                  <a:lnTo>
                    <a:pt x="2746319" y="2325399"/>
                  </a:lnTo>
                  <a:lnTo>
                    <a:pt x="2789359" y="2271422"/>
                  </a:lnTo>
                  <a:lnTo>
                    <a:pt x="2831596" y="2213748"/>
                  </a:lnTo>
                  <a:lnTo>
                    <a:pt x="2873266" y="2152360"/>
                  </a:lnTo>
                  <a:lnTo>
                    <a:pt x="2914560" y="2087304"/>
                  </a:lnTo>
                  <a:lnTo>
                    <a:pt x="2955627" y="2018693"/>
                  </a:lnTo>
                  <a:lnTo>
                    <a:pt x="2996579" y="1946713"/>
                  </a:lnTo>
                  <a:lnTo>
                    <a:pt x="3037498" y="1871623"/>
                  </a:lnTo>
                  <a:lnTo>
                    <a:pt x="3078439" y="1793756"/>
                  </a:lnTo>
                  <a:lnTo>
                    <a:pt x="3119431" y="1713513"/>
                  </a:lnTo>
                  <a:lnTo>
                    <a:pt x="3160484" y="1631359"/>
                  </a:lnTo>
                  <a:lnTo>
                    <a:pt x="3201592" y="1547809"/>
                  </a:lnTo>
                  <a:lnTo>
                    <a:pt x="3242736" y="1463417"/>
                  </a:lnTo>
                  <a:lnTo>
                    <a:pt x="3283893" y="1378763"/>
                  </a:lnTo>
                  <a:lnTo>
                    <a:pt x="3325034" y="1294431"/>
                  </a:lnTo>
                  <a:lnTo>
                    <a:pt x="3366137" y="1211000"/>
                  </a:lnTo>
                  <a:lnTo>
                    <a:pt x="3407183" y="1129020"/>
                  </a:lnTo>
                  <a:lnTo>
                    <a:pt x="3448169" y="1049002"/>
                  </a:lnTo>
                  <a:lnTo>
                    <a:pt x="3489106" y="971404"/>
                  </a:lnTo>
                  <a:lnTo>
                    <a:pt x="3530026" y="896620"/>
                  </a:lnTo>
                  <a:lnTo>
                    <a:pt x="3570986" y="824976"/>
                  </a:lnTo>
                  <a:lnTo>
                    <a:pt x="3612070" y="756725"/>
                  </a:lnTo>
                  <a:lnTo>
                    <a:pt x="3653395" y="692043"/>
                  </a:lnTo>
                  <a:lnTo>
                    <a:pt x="3695115" y="631037"/>
                  </a:lnTo>
                  <a:lnTo>
                    <a:pt x="3737423" y="573746"/>
                  </a:lnTo>
                  <a:lnTo>
                    <a:pt x="3780561" y="520147"/>
                  </a:lnTo>
                  <a:lnTo>
                    <a:pt x="3820202" y="475150"/>
                  </a:lnTo>
                  <a:lnTo>
                    <a:pt x="3871157" y="423169"/>
                  </a:lnTo>
                  <a:lnTo>
                    <a:pt x="3924468" y="375618"/>
                  </a:lnTo>
                  <a:lnTo>
                    <a:pt x="3980780" y="332348"/>
                  </a:lnTo>
                  <a:lnTo>
                    <a:pt x="4040805" y="293064"/>
                  </a:lnTo>
                  <a:lnTo>
                    <a:pt x="4105281" y="257411"/>
                  </a:lnTo>
                  <a:lnTo>
                    <a:pt x="4174933" y="225018"/>
                  </a:lnTo>
                  <a:lnTo>
                    <a:pt x="4250431" y="195538"/>
                  </a:lnTo>
                  <a:lnTo>
                    <a:pt x="4332325" y="168660"/>
                  </a:lnTo>
                  <a:lnTo>
                    <a:pt x="4420962" y="144125"/>
                  </a:lnTo>
                  <a:lnTo>
                    <a:pt x="4516388" y="121730"/>
                  </a:lnTo>
                  <a:lnTo>
                    <a:pt x="4618216" y="101333"/>
                  </a:lnTo>
                  <a:lnTo>
                    <a:pt x="4725493" y="82850"/>
                  </a:lnTo>
                  <a:lnTo>
                    <a:pt x="4836580" y="66250"/>
                  </a:lnTo>
                  <a:lnTo>
                    <a:pt x="4949085" y="51546"/>
                  </a:lnTo>
                  <a:lnTo>
                    <a:pt x="5059891" y="38776"/>
                  </a:lnTo>
                  <a:lnTo>
                    <a:pt x="5165338" y="27976"/>
                  </a:lnTo>
                  <a:lnTo>
                    <a:pt x="5261570" y="19156"/>
                  </a:lnTo>
                  <a:lnTo>
                    <a:pt x="5345024" y="12268"/>
                  </a:lnTo>
                  <a:lnTo>
                    <a:pt x="5412974" y="7192"/>
                  </a:lnTo>
                  <a:lnTo>
                    <a:pt x="5464013" y="3726"/>
                  </a:lnTo>
                  <a:lnTo>
                    <a:pt x="5498347" y="1599"/>
                  </a:lnTo>
                  <a:lnTo>
                    <a:pt x="5517860" y="493"/>
                  </a:lnTo>
                  <a:lnTo>
                    <a:pt x="5525973" y="70"/>
                  </a:lnTo>
                  <a:lnTo>
                    <a:pt x="5527444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2" y="41"/>
                  </a:lnTo>
                  <a:lnTo>
                    <a:pt x="6530724" y="340"/>
                  </a:lnTo>
                  <a:lnTo>
                    <a:pt x="6549095" y="1166"/>
                  </a:lnTo>
                  <a:lnTo>
                    <a:pt x="6582222" y="2795"/>
                  </a:lnTo>
                  <a:lnTo>
                    <a:pt x="6632175" y="5486"/>
                  </a:lnTo>
                  <a:lnTo>
                    <a:pt x="6699305" y="9467"/>
                  </a:lnTo>
                  <a:lnTo>
                    <a:pt x="6782297" y="14905"/>
                  </a:lnTo>
                  <a:lnTo>
                    <a:pt x="6878451" y="21905"/>
                  </a:lnTo>
                  <a:lnTo>
                    <a:pt x="6984171" y="30508"/>
                  </a:lnTo>
                  <a:lnTo>
                    <a:pt x="7095527" y="40708"/>
                  </a:lnTo>
                  <a:lnTo>
                    <a:pt x="7208766" y="52477"/>
                  </a:lnTo>
                  <a:lnTo>
                    <a:pt x="7320684" y="65782"/>
                  </a:lnTo>
                  <a:lnTo>
                    <a:pt x="7428809" y="80614"/>
                  </a:lnTo>
                  <a:lnTo>
                    <a:pt x="7531449" y="96995"/>
                  </a:lnTo>
                  <a:lnTo>
                    <a:pt x="7627617" y="114992"/>
                  </a:lnTo>
                  <a:lnTo>
                    <a:pt x="7716910" y="134722"/>
                  </a:lnTo>
                  <a:lnTo>
                    <a:pt x="7799367" y="156349"/>
                  </a:lnTo>
                  <a:lnTo>
                    <a:pt x="7875345" y="180084"/>
                  </a:lnTo>
                  <a:lnTo>
                    <a:pt x="7945404" y="206181"/>
                  </a:lnTo>
                  <a:lnTo>
                    <a:pt x="8010227" y="234923"/>
                  </a:lnTo>
                  <a:lnTo>
                    <a:pt x="8070555" y="266612"/>
                  </a:lnTo>
                  <a:lnTo>
                    <a:pt x="8127141" y="301538"/>
                  </a:lnTo>
                  <a:lnTo>
                    <a:pt x="8180707" y="339938"/>
                  </a:lnTo>
                  <a:lnTo>
                    <a:pt x="8229629" y="379945"/>
                  </a:lnTo>
                  <a:lnTo>
                    <a:pt x="8277291" y="423601"/>
                  </a:lnTo>
                  <a:lnTo>
                    <a:pt x="8323701" y="470649"/>
                  </a:lnTo>
                  <a:lnTo>
                    <a:pt x="8369221" y="521157"/>
                  </a:lnTo>
                  <a:lnTo>
                    <a:pt x="8414137" y="575130"/>
                  </a:lnTo>
                  <a:lnTo>
                    <a:pt x="8458674" y="632504"/>
                  </a:lnTo>
                  <a:lnTo>
                    <a:pt x="8503002" y="693137"/>
                  </a:lnTo>
                  <a:lnTo>
                    <a:pt x="8547248" y="756808"/>
                  </a:lnTo>
                  <a:lnTo>
                    <a:pt x="8591494" y="823216"/>
                  </a:lnTo>
                  <a:lnTo>
                    <a:pt x="8635790" y="891982"/>
                  </a:lnTo>
                  <a:lnTo>
                    <a:pt x="8680156" y="962656"/>
                  </a:lnTo>
                  <a:lnTo>
                    <a:pt x="8724588" y="1034729"/>
                  </a:lnTo>
                  <a:lnTo>
                    <a:pt x="8769067" y="1107646"/>
                  </a:lnTo>
                  <a:lnTo>
                    <a:pt x="8813560" y="1180822"/>
                  </a:lnTo>
                  <a:lnTo>
                    <a:pt x="8858034" y="1253668"/>
                  </a:lnTo>
                  <a:lnTo>
                    <a:pt x="8902459" y="1325601"/>
                  </a:lnTo>
                  <a:lnTo>
                    <a:pt x="8946817" y="1396072"/>
                  </a:lnTo>
                  <a:lnTo>
                    <a:pt x="8991105" y="1464577"/>
                  </a:lnTo>
                  <a:lnTo>
                    <a:pt x="9035348" y="1530675"/>
                  </a:lnTo>
                  <a:lnTo>
                    <a:pt x="9079598" y="1593995"/>
                  </a:lnTo>
                  <a:lnTo>
                    <a:pt x="9123944" y="1654246"/>
                  </a:lnTo>
                  <a:lnTo>
                    <a:pt x="9168517" y="1711217"/>
                  </a:lnTo>
                  <a:lnTo>
                    <a:pt x="9213492" y="1764775"/>
                  </a:lnTo>
                  <a:lnTo>
                    <a:pt x="9259103" y="1814866"/>
                  </a:lnTo>
                  <a:lnTo>
                    <a:pt x="9305643" y="1861501"/>
                  </a:lnTo>
                  <a:lnTo>
                    <a:pt x="9347647" y="1899729"/>
                  </a:lnTo>
                  <a:lnTo>
                    <a:pt x="9398946" y="1941558"/>
                  </a:lnTo>
                  <a:lnTo>
                    <a:pt x="9452635" y="1979796"/>
                  </a:lnTo>
                  <a:lnTo>
                    <a:pt x="9509374" y="2014570"/>
                  </a:lnTo>
                  <a:lnTo>
                    <a:pt x="9569890" y="2046118"/>
                  </a:lnTo>
                  <a:lnTo>
                    <a:pt x="9634935" y="2074734"/>
                  </a:lnTo>
                  <a:lnTo>
                    <a:pt x="9705248" y="2100717"/>
                  </a:lnTo>
                  <a:lnTo>
                    <a:pt x="9781509" y="2124352"/>
                  </a:lnTo>
                  <a:lnTo>
                    <a:pt x="9864271" y="2145888"/>
                  </a:lnTo>
                  <a:lnTo>
                    <a:pt x="9953878" y="2165536"/>
                  </a:lnTo>
                  <a:lnTo>
                    <a:pt x="10050352" y="2183458"/>
                  </a:lnTo>
                  <a:lnTo>
                    <a:pt x="10153268" y="2199768"/>
                  </a:lnTo>
                  <a:lnTo>
                    <a:pt x="10261608" y="2214530"/>
                  </a:lnTo>
                  <a:lnTo>
                    <a:pt x="10373645" y="2227766"/>
                  </a:lnTo>
                  <a:lnTo>
                    <a:pt x="10486874" y="2239464"/>
                  </a:lnTo>
                  <a:lnTo>
                    <a:pt x="10598058" y="2249593"/>
                  </a:lnTo>
                  <a:lnTo>
                    <a:pt x="10703428" y="2258122"/>
                  </a:lnTo>
                  <a:lnTo>
                    <a:pt x="10799057" y="2265050"/>
                  </a:lnTo>
                  <a:lnTo>
                    <a:pt x="10881379" y="2270419"/>
                  </a:lnTo>
                  <a:lnTo>
                    <a:pt x="10947746" y="2274337"/>
                  </a:lnTo>
                  <a:lnTo>
                    <a:pt x="10996914" y="2276975"/>
                  </a:lnTo>
                  <a:lnTo>
                    <a:pt x="11029314" y="2278561"/>
                  </a:lnTo>
                  <a:lnTo>
                    <a:pt x="11047089" y="2279357"/>
                  </a:lnTo>
                  <a:lnTo>
                    <a:pt x="11053935" y="2279639"/>
                  </a:lnTo>
                  <a:lnTo>
                    <a:pt x="11054891" y="2279675"/>
                  </a:lnTo>
                  <a:lnTo>
                    <a:pt x="12049831" y="2279675"/>
                  </a:lnTo>
                  <a:lnTo>
                    <a:pt x="12049831" y="22796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0" name="pl1759"/>
            <p:cNvSpPr/>
            <p:nvPr/>
          </p:nvSpPr>
          <p:spPr>
            <a:xfrm>
              <a:off x="1199187" y="2945071"/>
              <a:ext cx="12049831" cy="2850904"/>
            </a:xfrm>
            <a:custGeom>
              <a:avLst/>
              <a:pathLst>
                <a:path w="12049831" h="2850904">
                  <a:moveTo>
                    <a:pt x="12049831" y="2279675"/>
                  </a:moveTo>
                  <a:lnTo>
                    <a:pt x="11054891" y="2279675"/>
                  </a:lnTo>
                  <a:lnTo>
                    <a:pt x="11053794" y="2279633"/>
                  </a:lnTo>
                  <a:lnTo>
                    <a:pt x="11046552" y="2279334"/>
                  </a:lnTo>
                  <a:lnTo>
                    <a:pt x="11028182" y="2278508"/>
                  </a:lnTo>
                  <a:lnTo>
                    <a:pt x="10995054" y="2276880"/>
                  </a:lnTo>
                  <a:lnTo>
                    <a:pt x="10945102" y="2274188"/>
                  </a:lnTo>
                  <a:lnTo>
                    <a:pt x="10877971" y="2270208"/>
                  </a:lnTo>
                  <a:lnTo>
                    <a:pt x="10794979" y="2264770"/>
                  </a:lnTo>
                  <a:lnTo>
                    <a:pt x="10698825" y="2257770"/>
                  </a:lnTo>
                  <a:lnTo>
                    <a:pt x="10593106" y="2249167"/>
                  </a:lnTo>
                  <a:lnTo>
                    <a:pt x="10481750" y="2238967"/>
                  </a:lnTo>
                  <a:lnTo>
                    <a:pt x="10368510" y="2227198"/>
                  </a:lnTo>
                  <a:lnTo>
                    <a:pt x="10256593" y="2213893"/>
                  </a:lnTo>
                  <a:lnTo>
                    <a:pt x="10148467" y="2199061"/>
                  </a:lnTo>
                  <a:lnTo>
                    <a:pt x="10045827" y="2182680"/>
                  </a:lnTo>
                  <a:lnTo>
                    <a:pt x="9949659" y="2164683"/>
                  </a:lnTo>
                  <a:lnTo>
                    <a:pt x="9860367" y="2144953"/>
                  </a:lnTo>
                  <a:lnTo>
                    <a:pt x="9777909" y="2123326"/>
                  </a:lnTo>
                  <a:lnTo>
                    <a:pt x="9701931" y="2099591"/>
                  </a:lnTo>
                  <a:lnTo>
                    <a:pt x="9631873" y="2073494"/>
                  </a:lnTo>
                  <a:lnTo>
                    <a:pt x="9567050" y="2044752"/>
                  </a:lnTo>
                  <a:lnTo>
                    <a:pt x="9506722" y="2013063"/>
                  </a:lnTo>
                  <a:lnTo>
                    <a:pt x="9450136" y="1978136"/>
                  </a:lnTo>
                  <a:lnTo>
                    <a:pt x="9396569" y="1939737"/>
                  </a:lnTo>
                  <a:lnTo>
                    <a:pt x="9347647" y="1899729"/>
                  </a:lnTo>
                  <a:lnTo>
                    <a:pt x="9299986" y="1856074"/>
                  </a:lnTo>
                  <a:lnTo>
                    <a:pt x="9253576" y="1809026"/>
                  </a:lnTo>
                  <a:lnTo>
                    <a:pt x="9208056" y="1758518"/>
                  </a:lnTo>
                  <a:lnTo>
                    <a:pt x="9163140" y="1704545"/>
                  </a:lnTo>
                  <a:lnTo>
                    <a:pt x="9118603" y="1647171"/>
                  </a:lnTo>
                  <a:lnTo>
                    <a:pt x="9074274" y="1586538"/>
                  </a:lnTo>
                  <a:lnTo>
                    <a:pt x="9030029" y="1522867"/>
                  </a:lnTo>
                  <a:lnTo>
                    <a:pt x="8985783" y="1456459"/>
                  </a:lnTo>
                  <a:lnTo>
                    <a:pt x="8941487" y="1387693"/>
                  </a:lnTo>
                  <a:lnTo>
                    <a:pt x="8897120" y="1317018"/>
                  </a:lnTo>
                  <a:lnTo>
                    <a:pt x="8852688" y="1244946"/>
                  </a:lnTo>
                  <a:lnTo>
                    <a:pt x="8808210" y="1172029"/>
                  </a:lnTo>
                  <a:lnTo>
                    <a:pt x="8763717" y="1098852"/>
                  </a:lnTo>
                  <a:lnTo>
                    <a:pt x="8719243" y="1026007"/>
                  </a:lnTo>
                  <a:lnTo>
                    <a:pt x="8674817" y="954074"/>
                  </a:lnTo>
                  <a:lnTo>
                    <a:pt x="8630460" y="883603"/>
                  </a:lnTo>
                  <a:lnTo>
                    <a:pt x="8586171" y="815098"/>
                  </a:lnTo>
                  <a:lnTo>
                    <a:pt x="8541929" y="749000"/>
                  </a:lnTo>
                  <a:lnTo>
                    <a:pt x="8497678" y="685680"/>
                  </a:lnTo>
                  <a:lnTo>
                    <a:pt x="8453332" y="625429"/>
                  </a:lnTo>
                  <a:lnTo>
                    <a:pt x="8408760" y="568458"/>
                  </a:lnTo>
                  <a:lnTo>
                    <a:pt x="8363784" y="514900"/>
                  </a:lnTo>
                  <a:lnTo>
                    <a:pt x="8318174" y="464809"/>
                  </a:lnTo>
                  <a:lnTo>
                    <a:pt x="8271634" y="418174"/>
                  </a:lnTo>
                  <a:lnTo>
                    <a:pt x="8229629" y="379945"/>
                  </a:lnTo>
                  <a:lnTo>
                    <a:pt x="8178331" y="338117"/>
                  </a:lnTo>
                  <a:lnTo>
                    <a:pt x="8124642" y="299879"/>
                  </a:lnTo>
                  <a:lnTo>
                    <a:pt x="8067902" y="265105"/>
                  </a:lnTo>
                  <a:lnTo>
                    <a:pt x="8007387" y="233556"/>
                  </a:lnTo>
                  <a:lnTo>
                    <a:pt x="7942342" y="204941"/>
                  </a:lnTo>
                  <a:lnTo>
                    <a:pt x="7872028" y="178957"/>
                  </a:lnTo>
                  <a:lnTo>
                    <a:pt x="7795767" y="155323"/>
                  </a:lnTo>
                  <a:lnTo>
                    <a:pt x="7713005" y="133787"/>
                  </a:lnTo>
                  <a:lnTo>
                    <a:pt x="7623399" y="114139"/>
                  </a:lnTo>
                  <a:lnTo>
                    <a:pt x="7526924" y="96217"/>
                  </a:lnTo>
                  <a:lnTo>
                    <a:pt x="7424009" y="79907"/>
                  </a:lnTo>
                  <a:lnTo>
                    <a:pt x="7315668" y="65145"/>
                  </a:lnTo>
                  <a:lnTo>
                    <a:pt x="7203632" y="51909"/>
                  </a:lnTo>
                  <a:lnTo>
                    <a:pt x="7090403" y="40211"/>
                  </a:lnTo>
                  <a:lnTo>
                    <a:pt x="6979219" y="30082"/>
                  </a:lnTo>
                  <a:lnTo>
                    <a:pt x="6873849" y="21553"/>
                  </a:lnTo>
                  <a:lnTo>
                    <a:pt x="6778219" y="14625"/>
                  </a:lnTo>
                  <a:lnTo>
                    <a:pt x="6695898" y="9256"/>
                  </a:lnTo>
                  <a:lnTo>
                    <a:pt x="6629530" y="5338"/>
                  </a:lnTo>
                  <a:lnTo>
                    <a:pt x="6580363" y="2699"/>
                  </a:lnTo>
                  <a:lnTo>
                    <a:pt x="6547963" y="1114"/>
                  </a:lnTo>
                  <a:lnTo>
                    <a:pt x="6530187" y="318"/>
                  </a:lnTo>
                  <a:lnTo>
                    <a:pt x="6523342" y="3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0" y="51"/>
                  </a:lnTo>
                  <a:lnTo>
                    <a:pt x="5519264" y="418"/>
                  </a:lnTo>
                  <a:lnTo>
                    <a:pt x="5501229" y="1430"/>
                  </a:lnTo>
                  <a:lnTo>
                    <a:pt x="5468685" y="3426"/>
                  </a:lnTo>
                  <a:lnTo>
                    <a:pt x="5419565" y="6727"/>
                  </a:lnTo>
                  <a:lnTo>
                    <a:pt x="5353474" y="11611"/>
                  </a:lnTo>
                  <a:lnTo>
                    <a:pt x="5271648" y="18287"/>
                  </a:lnTo>
                  <a:lnTo>
                    <a:pt x="5176685" y="26886"/>
                  </a:lnTo>
                  <a:lnTo>
                    <a:pt x="5072082" y="37463"/>
                  </a:lnTo>
                  <a:lnTo>
                    <a:pt x="4961688" y="50013"/>
                  </a:lnTo>
                  <a:lnTo>
                    <a:pt x="4849207" y="64502"/>
                  </a:lnTo>
                  <a:lnTo>
                    <a:pt x="4737827" y="80890"/>
                  </a:lnTo>
                  <a:lnTo>
                    <a:pt x="4630026" y="99161"/>
                  </a:lnTo>
                  <a:lnTo>
                    <a:pt x="4527527" y="119340"/>
                  </a:lnTo>
                  <a:lnTo>
                    <a:pt x="4431353" y="141504"/>
                  </a:lnTo>
                  <a:lnTo>
                    <a:pt x="4341947" y="165789"/>
                  </a:lnTo>
                  <a:lnTo>
                    <a:pt x="4259309" y="192392"/>
                  </a:lnTo>
                  <a:lnTo>
                    <a:pt x="4183116" y="221565"/>
                  </a:lnTo>
                  <a:lnTo>
                    <a:pt x="4112839" y="253614"/>
                  </a:lnTo>
                  <a:lnTo>
                    <a:pt x="4047817" y="288883"/>
                  </a:lnTo>
                  <a:lnTo>
                    <a:pt x="3987329" y="327740"/>
                  </a:lnTo>
                  <a:lnTo>
                    <a:pt x="3930635" y="370546"/>
                  </a:lnTo>
                  <a:lnTo>
                    <a:pt x="3877021" y="417604"/>
                  </a:lnTo>
                  <a:lnTo>
                    <a:pt x="3825830" y="469087"/>
                  </a:lnTo>
                  <a:lnTo>
                    <a:pt x="3820202" y="475150"/>
                  </a:lnTo>
                  <a:lnTo>
                    <a:pt x="3776066" y="525505"/>
                  </a:lnTo>
                  <a:lnTo>
                    <a:pt x="3733026" y="579482"/>
                  </a:lnTo>
                  <a:lnTo>
                    <a:pt x="3690789" y="637156"/>
                  </a:lnTo>
                  <a:lnTo>
                    <a:pt x="3649119" y="698543"/>
                  </a:lnTo>
                  <a:lnTo>
                    <a:pt x="3607825" y="763600"/>
                  </a:lnTo>
                  <a:lnTo>
                    <a:pt x="3566758" y="832211"/>
                  </a:lnTo>
                  <a:lnTo>
                    <a:pt x="3525806" y="904191"/>
                  </a:lnTo>
                  <a:lnTo>
                    <a:pt x="3484887" y="979281"/>
                  </a:lnTo>
                  <a:lnTo>
                    <a:pt x="3443946" y="1057148"/>
                  </a:lnTo>
                  <a:lnTo>
                    <a:pt x="3402954" y="1137391"/>
                  </a:lnTo>
                  <a:lnTo>
                    <a:pt x="3361901" y="1219545"/>
                  </a:lnTo>
                  <a:lnTo>
                    <a:pt x="3320793" y="1303095"/>
                  </a:lnTo>
                  <a:lnTo>
                    <a:pt x="3279649" y="1387487"/>
                  </a:lnTo>
                  <a:lnTo>
                    <a:pt x="3238492" y="1472141"/>
                  </a:lnTo>
                  <a:lnTo>
                    <a:pt x="3197351" y="1556473"/>
                  </a:lnTo>
                  <a:lnTo>
                    <a:pt x="3156248" y="1639904"/>
                  </a:lnTo>
                  <a:lnTo>
                    <a:pt x="3115202" y="1721884"/>
                  </a:lnTo>
                  <a:lnTo>
                    <a:pt x="3074216" y="1801902"/>
                  </a:lnTo>
                  <a:lnTo>
                    <a:pt x="3033279" y="1879500"/>
                  </a:lnTo>
                  <a:lnTo>
                    <a:pt x="2992359" y="1954284"/>
                  </a:lnTo>
                  <a:lnTo>
                    <a:pt x="2951399" y="2025927"/>
                  </a:lnTo>
                  <a:lnTo>
                    <a:pt x="2910315" y="2094179"/>
                  </a:lnTo>
                  <a:lnTo>
                    <a:pt x="2868990" y="2158861"/>
                  </a:lnTo>
                  <a:lnTo>
                    <a:pt x="2827270" y="2219867"/>
                  </a:lnTo>
                  <a:lnTo>
                    <a:pt x="2784962" y="2277158"/>
                  </a:lnTo>
                  <a:lnTo>
                    <a:pt x="2741824" y="2330757"/>
                  </a:lnTo>
                  <a:lnTo>
                    <a:pt x="2702183" y="2375754"/>
                  </a:lnTo>
                  <a:lnTo>
                    <a:pt x="2651228" y="2427735"/>
                  </a:lnTo>
                  <a:lnTo>
                    <a:pt x="2597917" y="2475286"/>
                  </a:lnTo>
                  <a:lnTo>
                    <a:pt x="2541605" y="2518556"/>
                  </a:lnTo>
                  <a:lnTo>
                    <a:pt x="2481580" y="2557840"/>
                  </a:lnTo>
                  <a:lnTo>
                    <a:pt x="2417104" y="2593493"/>
                  </a:lnTo>
                  <a:lnTo>
                    <a:pt x="2347452" y="2625886"/>
                  </a:lnTo>
                  <a:lnTo>
                    <a:pt x="2271954" y="2655366"/>
                  </a:lnTo>
                  <a:lnTo>
                    <a:pt x="2190060" y="2682244"/>
                  </a:lnTo>
                  <a:lnTo>
                    <a:pt x="2101423" y="2706779"/>
                  </a:lnTo>
                  <a:lnTo>
                    <a:pt x="2005997" y="2729174"/>
                  </a:lnTo>
                  <a:lnTo>
                    <a:pt x="1904169" y="2749571"/>
                  </a:lnTo>
                  <a:lnTo>
                    <a:pt x="1796892" y="2768054"/>
                  </a:lnTo>
                  <a:lnTo>
                    <a:pt x="1685805" y="2784654"/>
                  </a:lnTo>
                  <a:lnTo>
                    <a:pt x="1573300" y="2799358"/>
                  </a:lnTo>
                  <a:lnTo>
                    <a:pt x="1462494" y="2812128"/>
                  </a:lnTo>
                  <a:lnTo>
                    <a:pt x="1357047" y="2822928"/>
                  </a:lnTo>
                  <a:lnTo>
                    <a:pt x="1260815" y="2831748"/>
                  </a:lnTo>
                  <a:lnTo>
                    <a:pt x="1177361" y="2838636"/>
                  </a:lnTo>
                  <a:lnTo>
                    <a:pt x="1109411" y="2843712"/>
                  </a:lnTo>
                  <a:lnTo>
                    <a:pt x="1058372" y="2847178"/>
                  </a:lnTo>
                  <a:lnTo>
                    <a:pt x="1024038" y="2849305"/>
                  </a:lnTo>
                  <a:lnTo>
                    <a:pt x="1004525" y="2850411"/>
                  </a:lnTo>
                  <a:lnTo>
                    <a:pt x="996412" y="2850833"/>
                  </a:lnTo>
                  <a:lnTo>
                    <a:pt x="994941" y="2850904"/>
                  </a:lnTo>
                  <a:lnTo>
                    <a:pt x="994940" y="2850904"/>
                  </a:lnTo>
                  <a:lnTo>
                    <a:pt x="0" y="2850904"/>
                  </a:lnTo>
                  <a:lnTo>
                    <a:pt x="0" y="28509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1" name="pg1760"/>
            <p:cNvSpPr/>
            <p:nvPr/>
          </p:nvSpPr>
          <p:spPr>
            <a:xfrm>
              <a:off x="1199187" y="2981756"/>
              <a:ext cx="12049831" cy="2824701"/>
            </a:xfrm>
            <a:custGeom>
              <a:avLst/>
              <a:pathLst>
                <a:path w="12049831" h="2824701">
                  <a:moveTo>
                    <a:pt x="0" y="2824701"/>
                  </a:moveTo>
                  <a:lnTo>
                    <a:pt x="994940" y="2824701"/>
                  </a:lnTo>
                  <a:lnTo>
                    <a:pt x="996017" y="2824650"/>
                  </a:lnTo>
                  <a:lnTo>
                    <a:pt x="1003131" y="2824287"/>
                  </a:lnTo>
                  <a:lnTo>
                    <a:pt x="1021185" y="2823285"/>
                  </a:lnTo>
                  <a:lnTo>
                    <a:pt x="1053764" y="2821308"/>
                  </a:lnTo>
                  <a:lnTo>
                    <a:pt x="1102933" y="2818040"/>
                  </a:lnTo>
                  <a:lnTo>
                    <a:pt x="1169087" y="2813205"/>
                  </a:lnTo>
                  <a:lnTo>
                    <a:pt x="1250983" y="2806595"/>
                  </a:lnTo>
                  <a:lnTo>
                    <a:pt x="1346017" y="2798081"/>
                  </a:lnTo>
                  <a:lnTo>
                    <a:pt x="1450688" y="2787610"/>
                  </a:lnTo>
                  <a:lnTo>
                    <a:pt x="1561139" y="2775186"/>
                  </a:lnTo>
                  <a:lnTo>
                    <a:pt x="1673666" y="2760844"/>
                  </a:lnTo>
                  <a:lnTo>
                    <a:pt x="1785079" y="2744622"/>
                  </a:lnTo>
                  <a:lnTo>
                    <a:pt x="1892900" y="2726536"/>
                  </a:lnTo>
                  <a:lnTo>
                    <a:pt x="1995408" y="2706562"/>
                  </a:lnTo>
                  <a:lnTo>
                    <a:pt x="2091582" y="2684622"/>
                  </a:lnTo>
                  <a:lnTo>
                    <a:pt x="2180981" y="2660581"/>
                  </a:lnTo>
                  <a:lnTo>
                    <a:pt x="2263608" y="2634246"/>
                  </a:lnTo>
                  <a:lnTo>
                    <a:pt x="2339788" y="2605365"/>
                  </a:lnTo>
                  <a:lnTo>
                    <a:pt x="2410053" y="2573635"/>
                  </a:lnTo>
                  <a:lnTo>
                    <a:pt x="2475062" y="2538715"/>
                  </a:lnTo>
                  <a:lnTo>
                    <a:pt x="2535541" y="2500241"/>
                  </a:lnTo>
                  <a:lnTo>
                    <a:pt x="2592228" y="2457856"/>
                  </a:lnTo>
                  <a:lnTo>
                    <a:pt x="2645839" y="2411261"/>
                  </a:lnTo>
                  <a:lnTo>
                    <a:pt x="2697030" y="2360285"/>
                  </a:lnTo>
                  <a:lnTo>
                    <a:pt x="2702183" y="2354791"/>
                  </a:lnTo>
                  <a:lnTo>
                    <a:pt x="2746498" y="2304780"/>
                  </a:lnTo>
                  <a:lnTo>
                    <a:pt x="2789709" y="2251155"/>
                  </a:lnTo>
                  <a:lnTo>
                    <a:pt x="2832113" y="2193845"/>
                  </a:lnTo>
                  <a:lnTo>
                    <a:pt x="2873949" y="2132832"/>
                  </a:lnTo>
                  <a:lnTo>
                    <a:pt x="2915407" y="2068162"/>
                  </a:lnTo>
                  <a:lnTo>
                    <a:pt x="2956639" y="1999950"/>
                  </a:lnTo>
                  <a:lnTo>
                    <a:pt x="2997758" y="1928384"/>
                  </a:lnTo>
                  <a:lnTo>
                    <a:pt x="3038846" y="1853726"/>
                  </a:lnTo>
                  <a:lnTo>
                    <a:pt x="3079957" y="1776311"/>
                  </a:lnTo>
                  <a:lnTo>
                    <a:pt x="3121120" y="1696544"/>
                  </a:lnTo>
                  <a:lnTo>
                    <a:pt x="3162344" y="1614891"/>
                  </a:lnTo>
                  <a:lnTo>
                    <a:pt x="3203623" y="1531870"/>
                  </a:lnTo>
                  <a:lnTo>
                    <a:pt x="3244938" y="1448038"/>
                  </a:lnTo>
                  <a:lnTo>
                    <a:pt x="3286264" y="1363976"/>
                  </a:lnTo>
                  <a:lnTo>
                    <a:pt x="3327574" y="1280269"/>
                  </a:lnTo>
                  <a:lnTo>
                    <a:pt x="3368842" y="1197494"/>
                  </a:lnTo>
                  <a:lnTo>
                    <a:pt x="3410054" y="1116201"/>
                  </a:lnTo>
                  <a:lnTo>
                    <a:pt x="3451204" y="1036899"/>
                  </a:lnTo>
                  <a:lnTo>
                    <a:pt x="3492307" y="960041"/>
                  </a:lnTo>
                  <a:lnTo>
                    <a:pt x="3533396" y="886017"/>
                  </a:lnTo>
                  <a:lnTo>
                    <a:pt x="3574531" y="815148"/>
                  </a:lnTo>
                  <a:lnTo>
                    <a:pt x="3615801" y="747678"/>
                  </a:lnTo>
                  <a:lnTo>
                    <a:pt x="3657326" y="683781"/>
                  </a:lnTo>
                  <a:lnTo>
                    <a:pt x="3699265" y="623556"/>
                  </a:lnTo>
                  <a:lnTo>
                    <a:pt x="3741819" y="567036"/>
                  </a:lnTo>
                  <a:lnTo>
                    <a:pt x="3785239" y="514191"/>
                  </a:lnTo>
                  <a:lnTo>
                    <a:pt x="3820202" y="475150"/>
                  </a:lnTo>
                  <a:lnTo>
                    <a:pt x="3871178" y="423722"/>
                  </a:lnTo>
                  <a:lnTo>
                    <a:pt x="3924511" y="376681"/>
                  </a:lnTo>
                  <a:lnTo>
                    <a:pt x="3980849" y="333875"/>
                  </a:lnTo>
                  <a:lnTo>
                    <a:pt x="4040904" y="295014"/>
                  </a:lnTo>
                  <a:lnTo>
                    <a:pt x="4105413" y="259746"/>
                  </a:lnTo>
                  <a:lnTo>
                    <a:pt x="4175105" y="227705"/>
                  </a:lnTo>
                  <a:lnTo>
                    <a:pt x="4250649" y="198545"/>
                  </a:lnTo>
                  <a:lnTo>
                    <a:pt x="4332594" y="171960"/>
                  </a:lnTo>
                  <a:lnTo>
                    <a:pt x="4421289" y="147694"/>
                  </a:lnTo>
                  <a:lnTo>
                    <a:pt x="4516778" y="125545"/>
                  </a:lnTo>
                  <a:lnTo>
                    <a:pt x="4618671" y="105373"/>
                  </a:lnTo>
                  <a:lnTo>
                    <a:pt x="4726011" y="87094"/>
                  </a:lnTo>
                  <a:lnTo>
                    <a:pt x="4837156" y="70680"/>
                  </a:lnTo>
                  <a:lnTo>
                    <a:pt x="4949705" y="56143"/>
                  </a:lnTo>
                  <a:lnTo>
                    <a:pt x="5060534" y="43520"/>
                  </a:lnTo>
                  <a:lnTo>
                    <a:pt x="5165978" y="32847"/>
                  </a:lnTo>
                  <a:lnTo>
                    <a:pt x="5262176" y="24133"/>
                  </a:lnTo>
                  <a:lnTo>
                    <a:pt x="5345564" y="17332"/>
                  </a:lnTo>
                  <a:lnTo>
                    <a:pt x="5413421" y="12322"/>
                  </a:lnTo>
                  <a:lnTo>
                    <a:pt x="5464348" y="8905"/>
                  </a:lnTo>
                  <a:lnTo>
                    <a:pt x="5498566" y="6809"/>
                  </a:lnTo>
                  <a:lnTo>
                    <a:pt x="5517974" y="5722"/>
                  </a:lnTo>
                  <a:lnTo>
                    <a:pt x="5526008" y="530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72" y="5287"/>
                  </a:lnTo>
                  <a:lnTo>
                    <a:pt x="6530649" y="5621"/>
                  </a:lnTo>
                  <a:lnTo>
                    <a:pt x="6548857" y="6542"/>
                  </a:lnTo>
                  <a:lnTo>
                    <a:pt x="6581703" y="8359"/>
                  </a:lnTo>
                  <a:lnTo>
                    <a:pt x="6631254" y="11362"/>
                  </a:lnTo>
                  <a:lnTo>
                    <a:pt x="6697884" y="15805"/>
                  </a:lnTo>
                  <a:lnTo>
                    <a:pt x="6780315" y="21877"/>
                  </a:lnTo>
                  <a:lnTo>
                    <a:pt x="6875897" y="29695"/>
                  </a:lnTo>
                  <a:lnTo>
                    <a:pt x="6981081" y="39306"/>
                  </a:lnTo>
                  <a:lnTo>
                    <a:pt x="7091975" y="50707"/>
                  </a:lnTo>
                  <a:lnTo>
                    <a:pt x="7204852" y="63864"/>
                  </a:lnTo>
                  <a:lnTo>
                    <a:pt x="7316513" y="78743"/>
                  </a:lnTo>
                  <a:lnTo>
                    <a:pt x="7424484" y="95330"/>
                  </a:lnTo>
                  <a:lnTo>
                    <a:pt x="7527059" y="113649"/>
                  </a:lnTo>
                  <a:lnTo>
                    <a:pt x="7623231" y="133773"/>
                  </a:lnTo>
                  <a:lnTo>
                    <a:pt x="7712579" y="155828"/>
                  </a:lnTo>
                  <a:lnTo>
                    <a:pt x="7795124" y="179997"/>
                  </a:lnTo>
                  <a:lnTo>
                    <a:pt x="7871205" y="206511"/>
                  </a:lnTo>
                  <a:lnTo>
                    <a:pt x="7941369" y="235652"/>
                  </a:lnTo>
                  <a:lnTo>
                    <a:pt x="8006287" y="267735"/>
                  </a:lnTo>
                  <a:lnTo>
                    <a:pt x="8066692" y="303094"/>
                  </a:lnTo>
                  <a:lnTo>
                    <a:pt x="8123328" y="342057"/>
                  </a:lnTo>
                  <a:lnTo>
                    <a:pt x="8176916" y="384894"/>
                  </a:lnTo>
                  <a:lnTo>
                    <a:pt x="8228113" y="431747"/>
                  </a:lnTo>
                  <a:lnTo>
                    <a:pt x="8229629" y="433225"/>
                  </a:lnTo>
                  <a:lnTo>
                    <a:pt x="8275439" y="480391"/>
                  </a:lnTo>
                  <a:lnTo>
                    <a:pt x="8320080" y="531080"/>
                  </a:lnTo>
                  <a:lnTo>
                    <a:pt x="8363876" y="585362"/>
                  </a:lnTo>
                  <a:lnTo>
                    <a:pt x="8407088" y="643249"/>
                  </a:lnTo>
                  <a:lnTo>
                    <a:pt x="8449920" y="704687"/>
                  </a:lnTo>
                  <a:lnTo>
                    <a:pt x="8492534" y="769548"/>
                  </a:lnTo>
                  <a:lnTo>
                    <a:pt x="8535047" y="837631"/>
                  </a:lnTo>
                  <a:lnTo>
                    <a:pt x="8577543" y="908653"/>
                  </a:lnTo>
                  <a:lnTo>
                    <a:pt x="8620074" y="982259"/>
                  </a:lnTo>
                  <a:lnTo>
                    <a:pt x="8662666" y="1058022"/>
                  </a:lnTo>
                  <a:lnTo>
                    <a:pt x="8705323" y="1135455"/>
                  </a:lnTo>
                  <a:lnTo>
                    <a:pt x="8748032" y="1214020"/>
                  </a:lnTo>
                  <a:lnTo>
                    <a:pt x="8790769" y="1293144"/>
                  </a:lnTo>
                  <a:lnTo>
                    <a:pt x="8833504" y="1372239"/>
                  </a:lnTo>
                  <a:lnTo>
                    <a:pt x="8876209" y="1450716"/>
                  </a:lnTo>
                  <a:lnTo>
                    <a:pt x="8918860" y="1528005"/>
                  </a:lnTo>
                  <a:lnTo>
                    <a:pt x="8961445" y="1603575"/>
                  </a:lnTo>
                  <a:lnTo>
                    <a:pt x="9003972" y="1676941"/>
                  </a:lnTo>
                  <a:lnTo>
                    <a:pt x="9046466" y="1747685"/>
                  </a:lnTo>
                  <a:lnTo>
                    <a:pt x="9088985" y="1815457"/>
                  </a:lnTo>
                  <a:lnTo>
                    <a:pt x="9131614" y="1879985"/>
                  </a:lnTo>
                  <a:lnTo>
                    <a:pt x="9174477" y="1941074"/>
                  </a:lnTo>
                  <a:lnTo>
                    <a:pt x="9217736" y="1998603"/>
                  </a:lnTo>
                  <a:lnTo>
                    <a:pt x="9261604" y="2052525"/>
                  </a:lnTo>
                  <a:lnTo>
                    <a:pt x="9306346" y="2102858"/>
                  </a:lnTo>
                  <a:lnTo>
                    <a:pt x="9347647" y="2145166"/>
                  </a:lnTo>
                  <a:lnTo>
                    <a:pt x="9398781" y="2192141"/>
                  </a:lnTo>
                  <a:lnTo>
                    <a:pt x="9452288" y="2235097"/>
                  </a:lnTo>
                  <a:lnTo>
                    <a:pt x="9508822" y="2274174"/>
                  </a:lnTo>
                  <a:lnTo>
                    <a:pt x="9569102" y="2309638"/>
                  </a:lnTo>
                  <a:lnTo>
                    <a:pt x="9633872" y="2341814"/>
                  </a:lnTo>
                  <a:lnTo>
                    <a:pt x="9703867" y="2371039"/>
                  </a:lnTo>
                  <a:lnTo>
                    <a:pt x="9779761" y="2397629"/>
                  </a:lnTo>
                  <a:lnTo>
                    <a:pt x="9862105" y="2421864"/>
                  </a:lnTo>
                  <a:lnTo>
                    <a:pt x="9951245" y="2443981"/>
                  </a:lnTo>
                  <a:lnTo>
                    <a:pt x="10047214" y="2464161"/>
                  </a:lnTo>
                  <a:lnTo>
                    <a:pt x="10149607" y="2482533"/>
                  </a:lnTo>
                  <a:lnTo>
                    <a:pt x="10257436" y="2499172"/>
                  </a:lnTo>
                  <a:lnTo>
                    <a:pt x="10369018" y="2514102"/>
                  </a:lnTo>
                  <a:lnTo>
                    <a:pt x="10481902" y="2527312"/>
                  </a:lnTo>
                  <a:lnTo>
                    <a:pt x="10592909" y="2538766"/>
                  </a:lnTo>
                  <a:lnTo>
                    <a:pt x="10698323" y="2548432"/>
                  </a:lnTo>
                  <a:lnTo>
                    <a:pt x="10794249" y="2556304"/>
                  </a:lnTo>
                  <a:lnTo>
                    <a:pt x="10877123" y="2562427"/>
                  </a:lnTo>
                  <a:lnTo>
                    <a:pt x="10944257" y="2566917"/>
                  </a:lnTo>
                  <a:lnTo>
                    <a:pt x="10994327" y="2569960"/>
                  </a:lnTo>
                  <a:lnTo>
                    <a:pt x="11027656" y="2571809"/>
                  </a:lnTo>
                  <a:lnTo>
                    <a:pt x="11046261" y="2572753"/>
                  </a:lnTo>
                  <a:lnTo>
                    <a:pt x="11053705" y="2573100"/>
                  </a:lnTo>
                  <a:lnTo>
                    <a:pt x="11054891" y="2573151"/>
                  </a:lnTo>
                  <a:lnTo>
                    <a:pt x="12049831" y="2573151"/>
                  </a:lnTo>
                  <a:lnTo>
                    <a:pt x="12049831" y="2567910"/>
                  </a:lnTo>
                  <a:lnTo>
                    <a:pt x="11054891" y="2567910"/>
                  </a:lnTo>
                  <a:lnTo>
                    <a:pt x="11053805" y="2567863"/>
                  </a:lnTo>
                  <a:lnTo>
                    <a:pt x="11046628" y="2567530"/>
                  </a:lnTo>
                  <a:lnTo>
                    <a:pt x="11028420" y="2566608"/>
                  </a:lnTo>
                  <a:lnTo>
                    <a:pt x="10995573" y="2564792"/>
                  </a:lnTo>
                  <a:lnTo>
                    <a:pt x="10946022" y="2561788"/>
                  </a:lnTo>
                  <a:lnTo>
                    <a:pt x="10879392" y="2557345"/>
                  </a:lnTo>
                  <a:lnTo>
                    <a:pt x="10796961" y="2551273"/>
                  </a:lnTo>
                  <a:lnTo>
                    <a:pt x="10701380" y="2543456"/>
                  </a:lnTo>
                  <a:lnTo>
                    <a:pt x="10596196" y="2533844"/>
                  </a:lnTo>
                  <a:lnTo>
                    <a:pt x="10485302" y="2522443"/>
                  </a:lnTo>
                  <a:lnTo>
                    <a:pt x="10372425" y="2509286"/>
                  </a:lnTo>
                  <a:lnTo>
                    <a:pt x="10260763" y="2494407"/>
                  </a:lnTo>
                  <a:lnTo>
                    <a:pt x="10152792" y="2477821"/>
                  </a:lnTo>
                  <a:lnTo>
                    <a:pt x="10050218" y="2459502"/>
                  </a:lnTo>
                  <a:lnTo>
                    <a:pt x="9954045" y="2439378"/>
                  </a:lnTo>
                  <a:lnTo>
                    <a:pt x="9864698" y="2417322"/>
                  </a:lnTo>
                  <a:lnTo>
                    <a:pt x="9782152" y="2393153"/>
                  </a:lnTo>
                  <a:lnTo>
                    <a:pt x="9706071" y="2366639"/>
                  </a:lnTo>
                  <a:lnTo>
                    <a:pt x="9635907" y="2337498"/>
                  </a:lnTo>
                  <a:lnTo>
                    <a:pt x="9570989" y="2305416"/>
                  </a:lnTo>
                  <a:lnTo>
                    <a:pt x="9510585" y="2270056"/>
                  </a:lnTo>
                  <a:lnTo>
                    <a:pt x="9453948" y="2231093"/>
                  </a:lnTo>
                  <a:lnTo>
                    <a:pt x="9400360" y="2188257"/>
                  </a:lnTo>
                  <a:lnTo>
                    <a:pt x="9349163" y="2141403"/>
                  </a:lnTo>
                  <a:lnTo>
                    <a:pt x="9347647" y="2139925"/>
                  </a:lnTo>
                  <a:lnTo>
                    <a:pt x="9301838" y="2092759"/>
                  </a:lnTo>
                  <a:lnTo>
                    <a:pt x="9257196" y="2042071"/>
                  </a:lnTo>
                  <a:lnTo>
                    <a:pt x="9213400" y="1987789"/>
                  </a:lnTo>
                  <a:lnTo>
                    <a:pt x="9170189" y="1929901"/>
                  </a:lnTo>
                  <a:lnTo>
                    <a:pt x="9127356" y="1868463"/>
                  </a:lnTo>
                  <a:lnTo>
                    <a:pt x="9084743" y="1803602"/>
                  </a:lnTo>
                  <a:lnTo>
                    <a:pt x="9042230" y="1735520"/>
                  </a:lnTo>
                  <a:lnTo>
                    <a:pt x="8999734" y="1664498"/>
                  </a:lnTo>
                  <a:lnTo>
                    <a:pt x="8957203" y="1590892"/>
                  </a:lnTo>
                  <a:lnTo>
                    <a:pt x="8914611" y="1515128"/>
                  </a:lnTo>
                  <a:lnTo>
                    <a:pt x="8871954" y="1437695"/>
                  </a:lnTo>
                  <a:lnTo>
                    <a:pt x="8829245" y="1359131"/>
                  </a:lnTo>
                  <a:lnTo>
                    <a:pt x="8786508" y="1280007"/>
                  </a:lnTo>
                  <a:lnTo>
                    <a:pt x="8743772" y="1200912"/>
                  </a:lnTo>
                  <a:lnTo>
                    <a:pt x="8701067" y="1122435"/>
                  </a:lnTo>
                  <a:lnTo>
                    <a:pt x="8658417" y="1045145"/>
                  </a:lnTo>
                  <a:lnTo>
                    <a:pt x="8615831" y="969576"/>
                  </a:lnTo>
                  <a:lnTo>
                    <a:pt x="8573305" y="896209"/>
                  </a:lnTo>
                  <a:lnTo>
                    <a:pt x="8530810" y="825465"/>
                  </a:lnTo>
                  <a:lnTo>
                    <a:pt x="8488291" y="757693"/>
                  </a:lnTo>
                  <a:lnTo>
                    <a:pt x="8445662" y="693165"/>
                  </a:lnTo>
                  <a:lnTo>
                    <a:pt x="8402800" y="632076"/>
                  </a:lnTo>
                  <a:lnTo>
                    <a:pt x="8359540" y="574547"/>
                  </a:lnTo>
                  <a:lnTo>
                    <a:pt x="8315672" y="520625"/>
                  </a:lnTo>
                  <a:lnTo>
                    <a:pt x="8270930" y="470292"/>
                  </a:lnTo>
                  <a:lnTo>
                    <a:pt x="8229629" y="427985"/>
                  </a:lnTo>
                  <a:lnTo>
                    <a:pt x="8178495" y="381010"/>
                  </a:lnTo>
                  <a:lnTo>
                    <a:pt x="8124989" y="338053"/>
                  </a:lnTo>
                  <a:lnTo>
                    <a:pt x="8068455" y="298977"/>
                  </a:lnTo>
                  <a:lnTo>
                    <a:pt x="8008175" y="263513"/>
                  </a:lnTo>
                  <a:lnTo>
                    <a:pt x="7943404" y="231336"/>
                  </a:lnTo>
                  <a:lnTo>
                    <a:pt x="7873409" y="202111"/>
                  </a:lnTo>
                  <a:lnTo>
                    <a:pt x="7797515" y="175522"/>
                  </a:lnTo>
                  <a:lnTo>
                    <a:pt x="7715172" y="151286"/>
                  </a:lnTo>
                  <a:lnTo>
                    <a:pt x="7626032" y="129169"/>
                  </a:lnTo>
                  <a:lnTo>
                    <a:pt x="7530062" y="108989"/>
                  </a:lnTo>
                  <a:lnTo>
                    <a:pt x="7427670" y="90617"/>
                  </a:lnTo>
                  <a:lnTo>
                    <a:pt x="7319840" y="73978"/>
                  </a:lnTo>
                  <a:lnTo>
                    <a:pt x="7208258" y="59048"/>
                  </a:lnTo>
                  <a:lnTo>
                    <a:pt x="7095374" y="45839"/>
                  </a:lnTo>
                  <a:lnTo>
                    <a:pt x="6984367" y="34384"/>
                  </a:lnTo>
                  <a:lnTo>
                    <a:pt x="6878954" y="24718"/>
                  </a:lnTo>
                  <a:lnTo>
                    <a:pt x="6783027" y="16847"/>
                  </a:lnTo>
                  <a:lnTo>
                    <a:pt x="6700154" y="10723"/>
                  </a:lnTo>
                  <a:lnTo>
                    <a:pt x="6633020" y="6234"/>
                  </a:lnTo>
                  <a:lnTo>
                    <a:pt x="6582950" y="3190"/>
                  </a:lnTo>
                  <a:lnTo>
                    <a:pt x="6549620" y="1342"/>
                  </a:lnTo>
                  <a:lnTo>
                    <a:pt x="6531015" y="398"/>
                  </a:lnTo>
                  <a:lnTo>
                    <a:pt x="6523572" y="5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8" y="50"/>
                  </a:lnTo>
                  <a:lnTo>
                    <a:pt x="5519254" y="413"/>
                  </a:lnTo>
                  <a:lnTo>
                    <a:pt x="5501200" y="1416"/>
                  </a:lnTo>
                  <a:lnTo>
                    <a:pt x="5468621" y="3392"/>
                  </a:lnTo>
                  <a:lnTo>
                    <a:pt x="5419452" y="6661"/>
                  </a:lnTo>
                  <a:lnTo>
                    <a:pt x="5353298" y="11496"/>
                  </a:lnTo>
                  <a:lnTo>
                    <a:pt x="5271402" y="18106"/>
                  </a:lnTo>
                  <a:lnTo>
                    <a:pt x="5176368" y="26619"/>
                  </a:lnTo>
                  <a:lnTo>
                    <a:pt x="5071697" y="37090"/>
                  </a:lnTo>
                  <a:lnTo>
                    <a:pt x="4961246" y="49515"/>
                  </a:lnTo>
                  <a:lnTo>
                    <a:pt x="4848719" y="63857"/>
                  </a:lnTo>
                  <a:lnTo>
                    <a:pt x="4737306" y="80079"/>
                  </a:lnTo>
                  <a:lnTo>
                    <a:pt x="4629485" y="98165"/>
                  </a:lnTo>
                  <a:lnTo>
                    <a:pt x="4526977" y="118139"/>
                  </a:lnTo>
                  <a:lnTo>
                    <a:pt x="4430803" y="140079"/>
                  </a:lnTo>
                  <a:lnTo>
                    <a:pt x="4341404" y="164120"/>
                  </a:lnTo>
                  <a:lnTo>
                    <a:pt x="4258777" y="190455"/>
                  </a:lnTo>
                  <a:lnTo>
                    <a:pt x="4182597" y="219336"/>
                  </a:lnTo>
                  <a:lnTo>
                    <a:pt x="4112332" y="251066"/>
                  </a:lnTo>
                  <a:lnTo>
                    <a:pt x="4047323" y="285985"/>
                  </a:lnTo>
                  <a:lnTo>
                    <a:pt x="3986844" y="324459"/>
                  </a:lnTo>
                  <a:lnTo>
                    <a:pt x="3930157" y="366844"/>
                  </a:lnTo>
                  <a:lnTo>
                    <a:pt x="3876546" y="413440"/>
                  </a:lnTo>
                  <a:lnTo>
                    <a:pt x="3825355" y="464416"/>
                  </a:lnTo>
                  <a:lnTo>
                    <a:pt x="3820202" y="469910"/>
                  </a:lnTo>
                  <a:lnTo>
                    <a:pt x="3775887" y="519921"/>
                  </a:lnTo>
                  <a:lnTo>
                    <a:pt x="3732676" y="573545"/>
                  </a:lnTo>
                  <a:lnTo>
                    <a:pt x="3690272" y="630856"/>
                  </a:lnTo>
                  <a:lnTo>
                    <a:pt x="3648436" y="691869"/>
                  </a:lnTo>
                  <a:lnTo>
                    <a:pt x="3606978" y="756539"/>
                  </a:lnTo>
                  <a:lnTo>
                    <a:pt x="3565746" y="824751"/>
                  </a:lnTo>
                  <a:lnTo>
                    <a:pt x="3524627" y="896317"/>
                  </a:lnTo>
                  <a:lnTo>
                    <a:pt x="3483539" y="970975"/>
                  </a:lnTo>
                  <a:lnTo>
                    <a:pt x="3442428" y="1048389"/>
                  </a:lnTo>
                  <a:lnTo>
                    <a:pt x="3401265" y="1128156"/>
                  </a:lnTo>
                  <a:lnTo>
                    <a:pt x="3360041" y="1209810"/>
                  </a:lnTo>
                  <a:lnTo>
                    <a:pt x="3318762" y="1292830"/>
                  </a:lnTo>
                  <a:lnTo>
                    <a:pt x="3277447" y="1376662"/>
                  </a:lnTo>
                  <a:lnTo>
                    <a:pt x="3236121" y="1460725"/>
                  </a:lnTo>
                  <a:lnTo>
                    <a:pt x="3194811" y="1544432"/>
                  </a:lnTo>
                  <a:lnTo>
                    <a:pt x="3153543" y="1627207"/>
                  </a:lnTo>
                  <a:lnTo>
                    <a:pt x="3112331" y="1708499"/>
                  </a:lnTo>
                  <a:lnTo>
                    <a:pt x="3071181" y="1787802"/>
                  </a:lnTo>
                  <a:lnTo>
                    <a:pt x="3030078" y="1864660"/>
                  </a:lnTo>
                  <a:lnTo>
                    <a:pt x="2988989" y="1938684"/>
                  </a:lnTo>
                  <a:lnTo>
                    <a:pt x="2947854" y="2009553"/>
                  </a:lnTo>
                  <a:lnTo>
                    <a:pt x="2906584" y="2077022"/>
                  </a:lnTo>
                  <a:lnTo>
                    <a:pt x="2865059" y="2140919"/>
                  </a:lnTo>
                  <a:lnTo>
                    <a:pt x="2823120" y="2201144"/>
                  </a:lnTo>
                  <a:lnTo>
                    <a:pt x="2780566" y="2257665"/>
                  </a:lnTo>
                  <a:lnTo>
                    <a:pt x="2737146" y="2310510"/>
                  </a:lnTo>
                  <a:lnTo>
                    <a:pt x="2702183" y="2349550"/>
                  </a:lnTo>
                  <a:lnTo>
                    <a:pt x="2651207" y="2400978"/>
                  </a:lnTo>
                  <a:lnTo>
                    <a:pt x="2597874" y="2448020"/>
                  </a:lnTo>
                  <a:lnTo>
                    <a:pt x="2541536" y="2490826"/>
                  </a:lnTo>
                  <a:lnTo>
                    <a:pt x="2481481" y="2529687"/>
                  </a:lnTo>
                  <a:lnTo>
                    <a:pt x="2416972" y="2564955"/>
                  </a:lnTo>
                  <a:lnTo>
                    <a:pt x="2347280" y="2596996"/>
                  </a:lnTo>
                  <a:lnTo>
                    <a:pt x="2271736" y="2626156"/>
                  </a:lnTo>
                  <a:lnTo>
                    <a:pt x="2189791" y="2652741"/>
                  </a:lnTo>
                  <a:lnTo>
                    <a:pt x="2101096" y="2677007"/>
                  </a:lnTo>
                  <a:lnTo>
                    <a:pt x="2005607" y="2699156"/>
                  </a:lnTo>
                  <a:lnTo>
                    <a:pt x="1903714" y="2719328"/>
                  </a:lnTo>
                  <a:lnTo>
                    <a:pt x="1796374" y="2737607"/>
                  </a:lnTo>
                  <a:lnTo>
                    <a:pt x="1685229" y="2754021"/>
                  </a:lnTo>
                  <a:lnTo>
                    <a:pt x="1572680" y="2768558"/>
                  </a:lnTo>
                  <a:lnTo>
                    <a:pt x="1461851" y="2781181"/>
                  </a:lnTo>
                  <a:lnTo>
                    <a:pt x="1356407" y="2791854"/>
                  </a:lnTo>
                  <a:lnTo>
                    <a:pt x="1260208" y="2800568"/>
                  </a:lnTo>
                  <a:lnTo>
                    <a:pt x="1176821" y="2807369"/>
                  </a:lnTo>
                  <a:lnTo>
                    <a:pt x="1108964" y="2812378"/>
                  </a:lnTo>
                  <a:lnTo>
                    <a:pt x="1058037" y="2815796"/>
                  </a:lnTo>
                  <a:lnTo>
                    <a:pt x="1023819" y="2817891"/>
                  </a:lnTo>
                  <a:lnTo>
                    <a:pt x="1004411" y="2818979"/>
                  </a:lnTo>
                  <a:lnTo>
                    <a:pt x="996377" y="2819392"/>
                  </a:lnTo>
                  <a:lnTo>
                    <a:pt x="994940" y="2819461"/>
                  </a:lnTo>
                  <a:lnTo>
                    <a:pt x="0" y="2819461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62" name="pl1761"/>
            <p:cNvSpPr/>
            <p:nvPr/>
          </p:nvSpPr>
          <p:spPr>
            <a:xfrm>
              <a:off x="1199187" y="2986996"/>
              <a:ext cx="12049831" cy="2819461"/>
            </a:xfrm>
            <a:custGeom>
              <a:avLst/>
              <a:pathLst>
                <a:path w="12049831" h="2819461">
                  <a:moveTo>
                    <a:pt x="0" y="2819461"/>
                  </a:moveTo>
                  <a:lnTo>
                    <a:pt x="994940" y="2819461"/>
                  </a:lnTo>
                  <a:lnTo>
                    <a:pt x="996017" y="2819410"/>
                  </a:lnTo>
                  <a:lnTo>
                    <a:pt x="1003131" y="2819047"/>
                  </a:lnTo>
                  <a:lnTo>
                    <a:pt x="1021185" y="2818044"/>
                  </a:lnTo>
                  <a:lnTo>
                    <a:pt x="1053764" y="2816068"/>
                  </a:lnTo>
                  <a:lnTo>
                    <a:pt x="1102933" y="2812799"/>
                  </a:lnTo>
                  <a:lnTo>
                    <a:pt x="1169087" y="2807964"/>
                  </a:lnTo>
                  <a:lnTo>
                    <a:pt x="1250983" y="2801354"/>
                  </a:lnTo>
                  <a:lnTo>
                    <a:pt x="1346017" y="2792841"/>
                  </a:lnTo>
                  <a:lnTo>
                    <a:pt x="1450688" y="2782370"/>
                  </a:lnTo>
                  <a:lnTo>
                    <a:pt x="1561139" y="2769946"/>
                  </a:lnTo>
                  <a:lnTo>
                    <a:pt x="1673666" y="2755603"/>
                  </a:lnTo>
                  <a:lnTo>
                    <a:pt x="1785079" y="2739381"/>
                  </a:lnTo>
                  <a:lnTo>
                    <a:pt x="1892900" y="2721295"/>
                  </a:lnTo>
                  <a:lnTo>
                    <a:pt x="1995408" y="2701321"/>
                  </a:lnTo>
                  <a:lnTo>
                    <a:pt x="2091582" y="2679381"/>
                  </a:lnTo>
                  <a:lnTo>
                    <a:pt x="2180981" y="2655341"/>
                  </a:lnTo>
                  <a:lnTo>
                    <a:pt x="2263608" y="2629005"/>
                  </a:lnTo>
                  <a:lnTo>
                    <a:pt x="2339788" y="2600124"/>
                  </a:lnTo>
                  <a:lnTo>
                    <a:pt x="2410053" y="2568394"/>
                  </a:lnTo>
                  <a:lnTo>
                    <a:pt x="2475062" y="2533475"/>
                  </a:lnTo>
                  <a:lnTo>
                    <a:pt x="2535541" y="2495001"/>
                  </a:lnTo>
                  <a:lnTo>
                    <a:pt x="2592228" y="2452616"/>
                  </a:lnTo>
                  <a:lnTo>
                    <a:pt x="2645839" y="2406020"/>
                  </a:lnTo>
                  <a:lnTo>
                    <a:pt x="2697030" y="2355044"/>
                  </a:lnTo>
                  <a:lnTo>
                    <a:pt x="2702183" y="2349550"/>
                  </a:lnTo>
                  <a:lnTo>
                    <a:pt x="2746498" y="2299539"/>
                  </a:lnTo>
                  <a:lnTo>
                    <a:pt x="2789709" y="2245915"/>
                  </a:lnTo>
                  <a:lnTo>
                    <a:pt x="2832113" y="2188604"/>
                  </a:lnTo>
                  <a:lnTo>
                    <a:pt x="2873949" y="2127591"/>
                  </a:lnTo>
                  <a:lnTo>
                    <a:pt x="2915407" y="2062921"/>
                  </a:lnTo>
                  <a:lnTo>
                    <a:pt x="2956639" y="1994709"/>
                  </a:lnTo>
                  <a:lnTo>
                    <a:pt x="2997758" y="1923143"/>
                  </a:lnTo>
                  <a:lnTo>
                    <a:pt x="3038846" y="1848486"/>
                  </a:lnTo>
                  <a:lnTo>
                    <a:pt x="3079957" y="1771071"/>
                  </a:lnTo>
                  <a:lnTo>
                    <a:pt x="3121120" y="1691304"/>
                  </a:lnTo>
                  <a:lnTo>
                    <a:pt x="3162344" y="1609651"/>
                  </a:lnTo>
                  <a:lnTo>
                    <a:pt x="3203623" y="1526630"/>
                  </a:lnTo>
                  <a:lnTo>
                    <a:pt x="3244938" y="1442798"/>
                  </a:lnTo>
                  <a:lnTo>
                    <a:pt x="3286264" y="1358735"/>
                  </a:lnTo>
                  <a:lnTo>
                    <a:pt x="3327574" y="1275028"/>
                  </a:lnTo>
                  <a:lnTo>
                    <a:pt x="3368842" y="1192253"/>
                  </a:lnTo>
                  <a:lnTo>
                    <a:pt x="3410054" y="1110961"/>
                  </a:lnTo>
                  <a:lnTo>
                    <a:pt x="3451204" y="1031658"/>
                  </a:lnTo>
                  <a:lnTo>
                    <a:pt x="3492307" y="954800"/>
                  </a:lnTo>
                  <a:lnTo>
                    <a:pt x="3533396" y="880777"/>
                  </a:lnTo>
                  <a:lnTo>
                    <a:pt x="3574531" y="809907"/>
                  </a:lnTo>
                  <a:lnTo>
                    <a:pt x="3615801" y="742438"/>
                  </a:lnTo>
                  <a:lnTo>
                    <a:pt x="3657326" y="678541"/>
                  </a:lnTo>
                  <a:lnTo>
                    <a:pt x="3699265" y="618316"/>
                  </a:lnTo>
                  <a:lnTo>
                    <a:pt x="3741819" y="561795"/>
                  </a:lnTo>
                  <a:lnTo>
                    <a:pt x="3785239" y="508950"/>
                  </a:lnTo>
                  <a:lnTo>
                    <a:pt x="3820202" y="469910"/>
                  </a:lnTo>
                  <a:lnTo>
                    <a:pt x="3871178" y="418482"/>
                  </a:lnTo>
                  <a:lnTo>
                    <a:pt x="3924511" y="371440"/>
                  </a:lnTo>
                  <a:lnTo>
                    <a:pt x="3980849" y="328634"/>
                  </a:lnTo>
                  <a:lnTo>
                    <a:pt x="4040904" y="289774"/>
                  </a:lnTo>
                  <a:lnTo>
                    <a:pt x="4105413" y="254505"/>
                  </a:lnTo>
                  <a:lnTo>
                    <a:pt x="4175105" y="222464"/>
                  </a:lnTo>
                  <a:lnTo>
                    <a:pt x="4250649" y="193304"/>
                  </a:lnTo>
                  <a:lnTo>
                    <a:pt x="4332594" y="166719"/>
                  </a:lnTo>
                  <a:lnTo>
                    <a:pt x="4421289" y="142453"/>
                  </a:lnTo>
                  <a:lnTo>
                    <a:pt x="4516778" y="120304"/>
                  </a:lnTo>
                  <a:lnTo>
                    <a:pt x="4618671" y="100132"/>
                  </a:lnTo>
                  <a:lnTo>
                    <a:pt x="4726011" y="81854"/>
                  </a:lnTo>
                  <a:lnTo>
                    <a:pt x="4837156" y="65440"/>
                  </a:lnTo>
                  <a:lnTo>
                    <a:pt x="4949705" y="50902"/>
                  </a:lnTo>
                  <a:lnTo>
                    <a:pt x="5060534" y="38279"/>
                  </a:lnTo>
                  <a:lnTo>
                    <a:pt x="5165978" y="27606"/>
                  </a:lnTo>
                  <a:lnTo>
                    <a:pt x="5262176" y="18892"/>
                  </a:lnTo>
                  <a:lnTo>
                    <a:pt x="5345564" y="12091"/>
                  </a:lnTo>
                  <a:lnTo>
                    <a:pt x="5413421" y="7082"/>
                  </a:lnTo>
                  <a:lnTo>
                    <a:pt x="5464348" y="3664"/>
                  </a:lnTo>
                  <a:lnTo>
                    <a:pt x="5498566" y="1569"/>
                  </a:lnTo>
                  <a:lnTo>
                    <a:pt x="5517974" y="481"/>
                  </a:lnTo>
                  <a:lnTo>
                    <a:pt x="5526008" y="68"/>
                  </a:lnTo>
                  <a:lnTo>
                    <a:pt x="5527444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72" y="46"/>
                  </a:lnTo>
                  <a:lnTo>
                    <a:pt x="6530649" y="380"/>
                  </a:lnTo>
                  <a:lnTo>
                    <a:pt x="6548857" y="1301"/>
                  </a:lnTo>
                  <a:lnTo>
                    <a:pt x="6581703" y="3118"/>
                  </a:lnTo>
                  <a:lnTo>
                    <a:pt x="6631254" y="6122"/>
                  </a:lnTo>
                  <a:lnTo>
                    <a:pt x="6697884" y="10565"/>
                  </a:lnTo>
                  <a:lnTo>
                    <a:pt x="6780315" y="16636"/>
                  </a:lnTo>
                  <a:lnTo>
                    <a:pt x="6875897" y="24454"/>
                  </a:lnTo>
                  <a:lnTo>
                    <a:pt x="6981081" y="34066"/>
                  </a:lnTo>
                  <a:lnTo>
                    <a:pt x="7091975" y="45466"/>
                  </a:lnTo>
                  <a:lnTo>
                    <a:pt x="7204852" y="58624"/>
                  </a:lnTo>
                  <a:lnTo>
                    <a:pt x="7316513" y="73502"/>
                  </a:lnTo>
                  <a:lnTo>
                    <a:pt x="7424484" y="90089"/>
                  </a:lnTo>
                  <a:lnTo>
                    <a:pt x="7527059" y="108408"/>
                  </a:lnTo>
                  <a:lnTo>
                    <a:pt x="7623231" y="128532"/>
                  </a:lnTo>
                  <a:lnTo>
                    <a:pt x="7712579" y="150588"/>
                  </a:lnTo>
                  <a:lnTo>
                    <a:pt x="7795124" y="174756"/>
                  </a:lnTo>
                  <a:lnTo>
                    <a:pt x="7871205" y="201271"/>
                  </a:lnTo>
                  <a:lnTo>
                    <a:pt x="7941369" y="230411"/>
                  </a:lnTo>
                  <a:lnTo>
                    <a:pt x="8006287" y="262494"/>
                  </a:lnTo>
                  <a:lnTo>
                    <a:pt x="8066692" y="297854"/>
                  </a:lnTo>
                  <a:lnTo>
                    <a:pt x="8123328" y="336817"/>
                  </a:lnTo>
                  <a:lnTo>
                    <a:pt x="8176916" y="379653"/>
                  </a:lnTo>
                  <a:lnTo>
                    <a:pt x="8228113" y="426506"/>
                  </a:lnTo>
                  <a:lnTo>
                    <a:pt x="8229629" y="427985"/>
                  </a:lnTo>
                  <a:lnTo>
                    <a:pt x="8275439" y="475151"/>
                  </a:lnTo>
                  <a:lnTo>
                    <a:pt x="8320080" y="525839"/>
                  </a:lnTo>
                  <a:lnTo>
                    <a:pt x="8363876" y="580121"/>
                  </a:lnTo>
                  <a:lnTo>
                    <a:pt x="8407088" y="638008"/>
                  </a:lnTo>
                  <a:lnTo>
                    <a:pt x="8449920" y="699446"/>
                  </a:lnTo>
                  <a:lnTo>
                    <a:pt x="8492534" y="764308"/>
                  </a:lnTo>
                  <a:lnTo>
                    <a:pt x="8535047" y="832390"/>
                  </a:lnTo>
                  <a:lnTo>
                    <a:pt x="8577543" y="903412"/>
                  </a:lnTo>
                  <a:lnTo>
                    <a:pt x="8620074" y="977018"/>
                  </a:lnTo>
                  <a:lnTo>
                    <a:pt x="8662666" y="1052782"/>
                  </a:lnTo>
                  <a:lnTo>
                    <a:pt x="8705323" y="1130214"/>
                  </a:lnTo>
                  <a:lnTo>
                    <a:pt x="8748032" y="1208779"/>
                  </a:lnTo>
                  <a:lnTo>
                    <a:pt x="8790769" y="1287903"/>
                  </a:lnTo>
                  <a:lnTo>
                    <a:pt x="8833504" y="1366998"/>
                  </a:lnTo>
                  <a:lnTo>
                    <a:pt x="8876209" y="1445475"/>
                  </a:lnTo>
                  <a:lnTo>
                    <a:pt x="8918860" y="1522765"/>
                  </a:lnTo>
                  <a:lnTo>
                    <a:pt x="8961445" y="1598334"/>
                  </a:lnTo>
                  <a:lnTo>
                    <a:pt x="9003972" y="1671701"/>
                  </a:lnTo>
                  <a:lnTo>
                    <a:pt x="9046466" y="1742444"/>
                  </a:lnTo>
                  <a:lnTo>
                    <a:pt x="9088985" y="1810217"/>
                  </a:lnTo>
                  <a:lnTo>
                    <a:pt x="9131614" y="1874745"/>
                  </a:lnTo>
                  <a:lnTo>
                    <a:pt x="9174477" y="1935833"/>
                  </a:lnTo>
                  <a:lnTo>
                    <a:pt x="9217736" y="1993363"/>
                  </a:lnTo>
                  <a:lnTo>
                    <a:pt x="9261604" y="2047285"/>
                  </a:lnTo>
                  <a:lnTo>
                    <a:pt x="9306346" y="2097618"/>
                  </a:lnTo>
                  <a:lnTo>
                    <a:pt x="9347647" y="2139925"/>
                  </a:lnTo>
                  <a:lnTo>
                    <a:pt x="9398781" y="2186900"/>
                  </a:lnTo>
                  <a:lnTo>
                    <a:pt x="9452288" y="2229857"/>
                  </a:lnTo>
                  <a:lnTo>
                    <a:pt x="9508822" y="2268933"/>
                  </a:lnTo>
                  <a:lnTo>
                    <a:pt x="9569102" y="2304397"/>
                  </a:lnTo>
                  <a:lnTo>
                    <a:pt x="9633872" y="2336574"/>
                  </a:lnTo>
                  <a:lnTo>
                    <a:pt x="9703867" y="2365798"/>
                  </a:lnTo>
                  <a:lnTo>
                    <a:pt x="9779761" y="2392388"/>
                  </a:lnTo>
                  <a:lnTo>
                    <a:pt x="9862105" y="2416624"/>
                  </a:lnTo>
                  <a:lnTo>
                    <a:pt x="9951245" y="2438740"/>
                  </a:lnTo>
                  <a:lnTo>
                    <a:pt x="10047214" y="2458921"/>
                  </a:lnTo>
                  <a:lnTo>
                    <a:pt x="10149607" y="2477293"/>
                  </a:lnTo>
                  <a:lnTo>
                    <a:pt x="10257436" y="2493931"/>
                  </a:lnTo>
                  <a:lnTo>
                    <a:pt x="10369018" y="2508862"/>
                  </a:lnTo>
                  <a:lnTo>
                    <a:pt x="10481902" y="2522071"/>
                  </a:lnTo>
                  <a:lnTo>
                    <a:pt x="10592909" y="2533526"/>
                  </a:lnTo>
                  <a:lnTo>
                    <a:pt x="10698323" y="2543192"/>
                  </a:lnTo>
                  <a:lnTo>
                    <a:pt x="10794249" y="2551063"/>
                  </a:lnTo>
                  <a:lnTo>
                    <a:pt x="10877123" y="2557186"/>
                  </a:lnTo>
                  <a:lnTo>
                    <a:pt x="10944257" y="2561676"/>
                  </a:lnTo>
                  <a:lnTo>
                    <a:pt x="10994327" y="2564720"/>
                  </a:lnTo>
                  <a:lnTo>
                    <a:pt x="11027656" y="2566568"/>
                  </a:lnTo>
                  <a:lnTo>
                    <a:pt x="11046261" y="2567512"/>
                  </a:lnTo>
                  <a:lnTo>
                    <a:pt x="11053705" y="2567859"/>
                  </a:lnTo>
                  <a:lnTo>
                    <a:pt x="11054891" y="2567910"/>
                  </a:lnTo>
                  <a:lnTo>
                    <a:pt x="11054891" y="2567910"/>
                  </a:lnTo>
                  <a:lnTo>
                    <a:pt x="12049831" y="2567910"/>
                  </a:lnTo>
                  <a:lnTo>
                    <a:pt x="12049831" y="25679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3" name="pl1762"/>
            <p:cNvSpPr/>
            <p:nvPr/>
          </p:nvSpPr>
          <p:spPr>
            <a:xfrm>
              <a:off x="1199187" y="2981756"/>
              <a:ext cx="12049831" cy="2819461"/>
            </a:xfrm>
            <a:custGeom>
              <a:avLst/>
              <a:pathLst>
                <a:path w="12049831" h="2819461">
                  <a:moveTo>
                    <a:pt x="12049831" y="2567910"/>
                  </a:moveTo>
                  <a:lnTo>
                    <a:pt x="11054891" y="2567910"/>
                  </a:lnTo>
                  <a:lnTo>
                    <a:pt x="11053805" y="2567863"/>
                  </a:lnTo>
                  <a:lnTo>
                    <a:pt x="11046628" y="2567530"/>
                  </a:lnTo>
                  <a:lnTo>
                    <a:pt x="11028420" y="2566608"/>
                  </a:lnTo>
                  <a:lnTo>
                    <a:pt x="10995573" y="2564792"/>
                  </a:lnTo>
                  <a:lnTo>
                    <a:pt x="10946022" y="2561788"/>
                  </a:lnTo>
                  <a:lnTo>
                    <a:pt x="10879392" y="2557345"/>
                  </a:lnTo>
                  <a:lnTo>
                    <a:pt x="10796961" y="2551273"/>
                  </a:lnTo>
                  <a:lnTo>
                    <a:pt x="10701380" y="2543456"/>
                  </a:lnTo>
                  <a:lnTo>
                    <a:pt x="10596196" y="2533844"/>
                  </a:lnTo>
                  <a:lnTo>
                    <a:pt x="10485302" y="2522443"/>
                  </a:lnTo>
                  <a:lnTo>
                    <a:pt x="10372425" y="2509286"/>
                  </a:lnTo>
                  <a:lnTo>
                    <a:pt x="10260763" y="2494407"/>
                  </a:lnTo>
                  <a:lnTo>
                    <a:pt x="10152792" y="2477821"/>
                  </a:lnTo>
                  <a:lnTo>
                    <a:pt x="10050218" y="2459502"/>
                  </a:lnTo>
                  <a:lnTo>
                    <a:pt x="9954045" y="2439378"/>
                  </a:lnTo>
                  <a:lnTo>
                    <a:pt x="9864698" y="2417322"/>
                  </a:lnTo>
                  <a:lnTo>
                    <a:pt x="9782152" y="2393153"/>
                  </a:lnTo>
                  <a:lnTo>
                    <a:pt x="9706071" y="2366639"/>
                  </a:lnTo>
                  <a:lnTo>
                    <a:pt x="9635907" y="2337498"/>
                  </a:lnTo>
                  <a:lnTo>
                    <a:pt x="9570989" y="2305416"/>
                  </a:lnTo>
                  <a:lnTo>
                    <a:pt x="9510585" y="2270056"/>
                  </a:lnTo>
                  <a:lnTo>
                    <a:pt x="9453948" y="2231093"/>
                  </a:lnTo>
                  <a:lnTo>
                    <a:pt x="9400360" y="2188257"/>
                  </a:lnTo>
                  <a:lnTo>
                    <a:pt x="9349163" y="2141403"/>
                  </a:lnTo>
                  <a:lnTo>
                    <a:pt x="9347647" y="2139925"/>
                  </a:lnTo>
                  <a:lnTo>
                    <a:pt x="9301838" y="2092759"/>
                  </a:lnTo>
                  <a:lnTo>
                    <a:pt x="9257196" y="2042071"/>
                  </a:lnTo>
                  <a:lnTo>
                    <a:pt x="9213400" y="1987789"/>
                  </a:lnTo>
                  <a:lnTo>
                    <a:pt x="9170189" y="1929901"/>
                  </a:lnTo>
                  <a:lnTo>
                    <a:pt x="9127356" y="1868463"/>
                  </a:lnTo>
                  <a:lnTo>
                    <a:pt x="9084743" y="1803602"/>
                  </a:lnTo>
                  <a:lnTo>
                    <a:pt x="9042230" y="1735520"/>
                  </a:lnTo>
                  <a:lnTo>
                    <a:pt x="8999734" y="1664498"/>
                  </a:lnTo>
                  <a:lnTo>
                    <a:pt x="8957203" y="1590892"/>
                  </a:lnTo>
                  <a:lnTo>
                    <a:pt x="8914611" y="1515128"/>
                  </a:lnTo>
                  <a:lnTo>
                    <a:pt x="8871954" y="1437695"/>
                  </a:lnTo>
                  <a:lnTo>
                    <a:pt x="8829245" y="1359131"/>
                  </a:lnTo>
                  <a:lnTo>
                    <a:pt x="8786508" y="1280007"/>
                  </a:lnTo>
                  <a:lnTo>
                    <a:pt x="8743772" y="1200912"/>
                  </a:lnTo>
                  <a:lnTo>
                    <a:pt x="8701067" y="1122435"/>
                  </a:lnTo>
                  <a:lnTo>
                    <a:pt x="8658417" y="1045145"/>
                  </a:lnTo>
                  <a:lnTo>
                    <a:pt x="8615831" y="969576"/>
                  </a:lnTo>
                  <a:lnTo>
                    <a:pt x="8573305" y="896209"/>
                  </a:lnTo>
                  <a:lnTo>
                    <a:pt x="8530810" y="825465"/>
                  </a:lnTo>
                  <a:lnTo>
                    <a:pt x="8488291" y="757693"/>
                  </a:lnTo>
                  <a:lnTo>
                    <a:pt x="8445662" y="693165"/>
                  </a:lnTo>
                  <a:lnTo>
                    <a:pt x="8402800" y="632076"/>
                  </a:lnTo>
                  <a:lnTo>
                    <a:pt x="8359540" y="574547"/>
                  </a:lnTo>
                  <a:lnTo>
                    <a:pt x="8315672" y="520625"/>
                  </a:lnTo>
                  <a:lnTo>
                    <a:pt x="8270930" y="470292"/>
                  </a:lnTo>
                  <a:lnTo>
                    <a:pt x="8229629" y="427985"/>
                  </a:lnTo>
                  <a:lnTo>
                    <a:pt x="8178495" y="381010"/>
                  </a:lnTo>
                  <a:lnTo>
                    <a:pt x="8124989" y="338053"/>
                  </a:lnTo>
                  <a:lnTo>
                    <a:pt x="8068455" y="298977"/>
                  </a:lnTo>
                  <a:lnTo>
                    <a:pt x="8008175" y="263513"/>
                  </a:lnTo>
                  <a:lnTo>
                    <a:pt x="7943404" y="231336"/>
                  </a:lnTo>
                  <a:lnTo>
                    <a:pt x="7873409" y="202111"/>
                  </a:lnTo>
                  <a:lnTo>
                    <a:pt x="7797515" y="175522"/>
                  </a:lnTo>
                  <a:lnTo>
                    <a:pt x="7715172" y="151286"/>
                  </a:lnTo>
                  <a:lnTo>
                    <a:pt x="7626032" y="129169"/>
                  </a:lnTo>
                  <a:lnTo>
                    <a:pt x="7530062" y="108989"/>
                  </a:lnTo>
                  <a:lnTo>
                    <a:pt x="7427670" y="90617"/>
                  </a:lnTo>
                  <a:lnTo>
                    <a:pt x="7319840" y="73978"/>
                  </a:lnTo>
                  <a:lnTo>
                    <a:pt x="7208258" y="59048"/>
                  </a:lnTo>
                  <a:lnTo>
                    <a:pt x="7095374" y="45839"/>
                  </a:lnTo>
                  <a:lnTo>
                    <a:pt x="6984367" y="34384"/>
                  </a:lnTo>
                  <a:lnTo>
                    <a:pt x="6878954" y="24718"/>
                  </a:lnTo>
                  <a:lnTo>
                    <a:pt x="6783027" y="16847"/>
                  </a:lnTo>
                  <a:lnTo>
                    <a:pt x="6700154" y="10723"/>
                  </a:lnTo>
                  <a:lnTo>
                    <a:pt x="6633020" y="6234"/>
                  </a:lnTo>
                  <a:lnTo>
                    <a:pt x="6582950" y="3190"/>
                  </a:lnTo>
                  <a:lnTo>
                    <a:pt x="6549620" y="1342"/>
                  </a:lnTo>
                  <a:lnTo>
                    <a:pt x="6531015" y="398"/>
                  </a:lnTo>
                  <a:lnTo>
                    <a:pt x="6523572" y="51"/>
                  </a:lnTo>
                  <a:lnTo>
                    <a:pt x="652238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8" y="50"/>
                  </a:lnTo>
                  <a:lnTo>
                    <a:pt x="5519254" y="413"/>
                  </a:lnTo>
                  <a:lnTo>
                    <a:pt x="5501200" y="1416"/>
                  </a:lnTo>
                  <a:lnTo>
                    <a:pt x="5468621" y="3392"/>
                  </a:lnTo>
                  <a:lnTo>
                    <a:pt x="5419452" y="6661"/>
                  </a:lnTo>
                  <a:lnTo>
                    <a:pt x="5353298" y="11496"/>
                  </a:lnTo>
                  <a:lnTo>
                    <a:pt x="5271402" y="18106"/>
                  </a:lnTo>
                  <a:lnTo>
                    <a:pt x="5176368" y="26619"/>
                  </a:lnTo>
                  <a:lnTo>
                    <a:pt x="5071697" y="37090"/>
                  </a:lnTo>
                  <a:lnTo>
                    <a:pt x="4961246" y="49515"/>
                  </a:lnTo>
                  <a:lnTo>
                    <a:pt x="4848719" y="63857"/>
                  </a:lnTo>
                  <a:lnTo>
                    <a:pt x="4737306" y="80079"/>
                  </a:lnTo>
                  <a:lnTo>
                    <a:pt x="4629485" y="98165"/>
                  </a:lnTo>
                  <a:lnTo>
                    <a:pt x="4526977" y="118139"/>
                  </a:lnTo>
                  <a:lnTo>
                    <a:pt x="4430803" y="140079"/>
                  </a:lnTo>
                  <a:lnTo>
                    <a:pt x="4341404" y="164120"/>
                  </a:lnTo>
                  <a:lnTo>
                    <a:pt x="4258777" y="190455"/>
                  </a:lnTo>
                  <a:lnTo>
                    <a:pt x="4182597" y="219336"/>
                  </a:lnTo>
                  <a:lnTo>
                    <a:pt x="4112332" y="251066"/>
                  </a:lnTo>
                  <a:lnTo>
                    <a:pt x="4047323" y="285985"/>
                  </a:lnTo>
                  <a:lnTo>
                    <a:pt x="3986844" y="324459"/>
                  </a:lnTo>
                  <a:lnTo>
                    <a:pt x="3930157" y="366844"/>
                  </a:lnTo>
                  <a:lnTo>
                    <a:pt x="3876546" y="413440"/>
                  </a:lnTo>
                  <a:lnTo>
                    <a:pt x="3825355" y="464416"/>
                  </a:lnTo>
                  <a:lnTo>
                    <a:pt x="3820202" y="469910"/>
                  </a:lnTo>
                  <a:lnTo>
                    <a:pt x="3775887" y="519921"/>
                  </a:lnTo>
                  <a:lnTo>
                    <a:pt x="3732676" y="573545"/>
                  </a:lnTo>
                  <a:lnTo>
                    <a:pt x="3690272" y="630856"/>
                  </a:lnTo>
                  <a:lnTo>
                    <a:pt x="3648436" y="691869"/>
                  </a:lnTo>
                  <a:lnTo>
                    <a:pt x="3606978" y="756539"/>
                  </a:lnTo>
                  <a:lnTo>
                    <a:pt x="3565746" y="824751"/>
                  </a:lnTo>
                  <a:lnTo>
                    <a:pt x="3524627" y="896317"/>
                  </a:lnTo>
                  <a:lnTo>
                    <a:pt x="3483539" y="970975"/>
                  </a:lnTo>
                  <a:lnTo>
                    <a:pt x="3442428" y="1048389"/>
                  </a:lnTo>
                  <a:lnTo>
                    <a:pt x="3401265" y="1128156"/>
                  </a:lnTo>
                  <a:lnTo>
                    <a:pt x="3360041" y="1209810"/>
                  </a:lnTo>
                  <a:lnTo>
                    <a:pt x="3318762" y="1292830"/>
                  </a:lnTo>
                  <a:lnTo>
                    <a:pt x="3277447" y="1376662"/>
                  </a:lnTo>
                  <a:lnTo>
                    <a:pt x="3236121" y="1460725"/>
                  </a:lnTo>
                  <a:lnTo>
                    <a:pt x="3194811" y="1544432"/>
                  </a:lnTo>
                  <a:lnTo>
                    <a:pt x="3153543" y="1627207"/>
                  </a:lnTo>
                  <a:lnTo>
                    <a:pt x="3112331" y="1708499"/>
                  </a:lnTo>
                  <a:lnTo>
                    <a:pt x="3071181" y="1787802"/>
                  </a:lnTo>
                  <a:lnTo>
                    <a:pt x="3030078" y="1864660"/>
                  </a:lnTo>
                  <a:lnTo>
                    <a:pt x="2988989" y="1938684"/>
                  </a:lnTo>
                  <a:lnTo>
                    <a:pt x="2947854" y="2009553"/>
                  </a:lnTo>
                  <a:lnTo>
                    <a:pt x="2906584" y="2077022"/>
                  </a:lnTo>
                  <a:lnTo>
                    <a:pt x="2865059" y="2140919"/>
                  </a:lnTo>
                  <a:lnTo>
                    <a:pt x="2823120" y="2201144"/>
                  </a:lnTo>
                  <a:lnTo>
                    <a:pt x="2780566" y="2257665"/>
                  </a:lnTo>
                  <a:lnTo>
                    <a:pt x="2737146" y="2310510"/>
                  </a:lnTo>
                  <a:lnTo>
                    <a:pt x="2702183" y="2349550"/>
                  </a:lnTo>
                  <a:lnTo>
                    <a:pt x="2651207" y="2400978"/>
                  </a:lnTo>
                  <a:lnTo>
                    <a:pt x="2597874" y="2448020"/>
                  </a:lnTo>
                  <a:lnTo>
                    <a:pt x="2541536" y="2490826"/>
                  </a:lnTo>
                  <a:lnTo>
                    <a:pt x="2481481" y="2529687"/>
                  </a:lnTo>
                  <a:lnTo>
                    <a:pt x="2416972" y="2564955"/>
                  </a:lnTo>
                  <a:lnTo>
                    <a:pt x="2347280" y="2596996"/>
                  </a:lnTo>
                  <a:lnTo>
                    <a:pt x="2271736" y="2626156"/>
                  </a:lnTo>
                  <a:lnTo>
                    <a:pt x="2189791" y="2652741"/>
                  </a:lnTo>
                  <a:lnTo>
                    <a:pt x="2101096" y="2677007"/>
                  </a:lnTo>
                  <a:lnTo>
                    <a:pt x="2005607" y="2699156"/>
                  </a:lnTo>
                  <a:lnTo>
                    <a:pt x="1903714" y="2719328"/>
                  </a:lnTo>
                  <a:lnTo>
                    <a:pt x="1796374" y="2737607"/>
                  </a:lnTo>
                  <a:lnTo>
                    <a:pt x="1685229" y="2754021"/>
                  </a:lnTo>
                  <a:lnTo>
                    <a:pt x="1572680" y="2768558"/>
                  </a:lnTo>
                  <a:lnTo>
                    <a:pt x="1461851" y="2781181"/>
                  </a:lnTo>
                  <a:lnTo>
                    <a:pt x="1356407" y="2791854"/>
                  </a:lnTo>
                  <a:lnTo>
                    <a:pt x="1260208" y="2800568"/>
                  </a:lnTo>
                  <a:lnTo>
                    <a:pt x="1176821" y="2807369"/>
                  </a:lnTo>
                  <a:lnTo>
                    <a:pt x="1108964" y="2812378"/>
                  </a:lnTo>
                  <a:lnTo>
                    <a:pt x="1058037" y="2815796"/>
                  </a:lnTo>
                  <a:lnTo>
                    <a:pt x="1023819" y="2817891"/>
                  </a:lnTo>
                  <a:lnTo>
                    <a:pt x="1004411" y="2818979"/>
                  </a:lnTo>
                  <a:lnTo>
                    <a:pt x="996377" y="2819392"/>
                  </a:lnTo>
                  <a:lnTo>
                    <a:pt x="994941" y="2819461"/>
                  </a:lnTo>
                  <a:lnTo>
                    <a:pt x="994940" y="2819461"/>
                  </a:lnTo>
                  <a:lnTo>
                    <a:pt x="0" y="2819461"/>
                  </a:lnTo>
                  <a:lnTo>
                    <a:pt x="0" y="28194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4" name="pg1763"/>
            <p:cNvSpPr/>
            <p:nvPr/>
          </p:nvSpPr>
          <p:spPr>
            <a:xfrm>
              <a:off x="1199187" y="5864105"/>
              <a:ext cx="12049831" cy="513582"/>
            </a:xfrm>
            <a:custGeom>
              <a:avLst/>
              <a:pathLst>
                <a:path w="12049831" h="513582">
                  <a:moveTo>
                    <a:pt x="0" y="10481"/>
                  </a:moveTo>
                  <a:lnTo>
                    <a:pt x="994940" y="10481"/>
                  </a:lnTo>
                  <a:lnTo>
                    <a:pt x="996074" y="10490"/>
                  </a:lnTo>
                  <a:lnTo>
                    <a:pt x="1003561" y="10559"/>
                  </a:lnTo>
                  <a:lnTo>
                    <a:pt x="1022533" y="10747"/>
                  </a:lnTo>
                  <a:lnTo>
                    <a:pt x="1056704" y="11119"/>
                  </a:lnTo>
                  <a:lnTo>
                    <a:pt x="1108143" y="11734"/>
                  </a:lnTo>
                  <a:lnTo>
                    <a:pt x="1177123" y="12643"/>
                  </a:lnTo>
                  <a:lnTo>
                    <a:pt x="1262180" y="13882"/>
                  </a:lnTo>
                  <a:lnTo>
                    <a:pt x="1360431" y="15476"/>
                  </a:lnTo>
                  <a:lnTo>
                    <a:pt x="1468104" y="17431"/>
                  </a:lnTo>
                  <a:lnTo>
                    <a:pt x="1581129" y="19747"/>
                  </a:lnTo>
                  <a:lnTo>
                    <a:pt x="1695671" y="22416"/>
                  </a:lnTo>
                  <a:lnTo>
                    <a:pt x="1808496" y="25432"/>
                  </a:lnTo>
                  <a:lnTo>
                    <a:pt x="1917155" y="28792"/>
                  </a:lnTo>
                  <a:lnTo>
                    <a:pt x="2020008" y="32504"/>
                  </a:lnTo>
                  <a:lnTo>
                    <a:pt x="2116136" y="36585"/>
                  </a:lnTo>
                  <a:lnTo>
                    <a:pt x="2205209" y="41062"/>
                  </a:lnTo>
                  <a:lnTo>
                    <a:pt x="2287334" y="45976"/>
                  </a:lnTo>
                  <a:lnTo>
                    <a:pt x="2362929" y="51376"/>
                  </a:lnTo>
                  <a:lnTo>
                    <a:pt x="2432606" y="57322"/>
                  </a:lnTo>
                  <a:lnTo>
                    <a:pt x="2497087" y="63881"/>
                  </a:lnTo>
                  <a:lnTo>
                    <a:pt x="2557148" y="71121"/>
                  </a:lnTo>
                  <a:lnTo>
                    <a:pt x="2613563" y="79106"/>
                  </a:lnTo>
                  <a:lnTo>
                    <a:pt x="2667068" y="87886"/>
                  </a:lnTo>
                  <a:lnTo>
                    <a:pt x="2702183" y="94331"/>
                  </a:lnTo>
                  <a:lnTo>
                    <a:pt x="2762546" y="106708"/>
                  </a:lnTo>
                  <a:lnTo>
                    <a:pt x="2821052" y="120303"/>
                  </a:lnTo>
                  <a:lnTo>
                    <a:pt x="2878377" y="135135"/>
                  </a:lnTo>
                  <a:lnTo>
                    <a:pt x="2935024" y="151184"/>
                  </a:lnTo>
                  <a:lnTo>
                    <a:pt x="2991350" y="168390"/>
                  </a:lnTo>
                  <a:lnTo>
                    <a:pt x="3047595" y="186642"/>
                  </a:lnTo>
                  <a:lnTo>
                    <a:pt x="3103894" y="205788"/>
                  </a:lnTo>
                  <a:lnTo>
                    <a:pt x="3160303" y="225630"/>
                  </a:lnTo>
                  <a:lnTo>
                    <a:pt x="3216814" y="245938"/>
                  </a:lnTo>
                  <a:lnTo>
                    <a:pt x="3273377" y="266455"/>
                  </a:lnTo>
                  <a:lnTo>
                    <a:pt x="3329926" y="286914"/>
                  </a:lnTo>
                  <a:lnTo>
                    <a:pt x="3386397" y="307051"/>
                  </a:lnTo>
                  <a:lnTo>
                    <a:pt x="3442756" y="326620"/>
                  </a:lnTo>
                  <a:lnTo>
                    <a:pt x="3499021" y="345403"/>
                  </a:lnTo>
                  <a:lnTo>
                    <a:pt x="3555278" y="363221"/>
                  </a:lnTo>
                  <a:lnTo>
                    <a:pt x="3611707" y="379939"/>
                  </a:lnTo>
                  <a:lnTo>
                    <a:pt x="3668595" y="395469"/>
                  </a:lnTo>
                  <a:lnTo>
                    <a:pt x="3726357" y="409767"/>
                  </a:lnTo>
                  <a:lnTo>
                    <a:pt x="3785568" y="422833"/>
                  </a:lnTo>
                  <a:lnTo>
                    <a:pt x="3820202" y="429731"/>
                  </a:lnTo>
                  <a:lnTo>
                    <a:pt x="3872105" y="439065"/>
                  </a:lnTo>
                  <a:lnTo>
                    <a:pt x="3926462" y="447587"/>
                  </a:lnTo>
                  <a:lnTo>
                    <a:pt x="3983958" y="455328"/>
                  </a:lnTo>
                  <a:lnTo>
                    <a:pt x="4045343" y="462344"/>
                  </a:lnTo>
                  <a:lnTo>
                    <a:pt x="4111399" y="468700"/>
                  </a:lnTo>
                  <a:lnTo>
                    <a:pt x="4182888" y="474465"/>
                  </a:lnTo>
                  <a:lnTo>
                    <a:pt x="4260507" y="479704"/>
                  </a:lnTo>
                  <a:lnTo>
                    <a:pt x="4344815" y="484474"/>
                  </a:lnTo>
                  <a:lnTo>
                    <a:pt x="4436143" y="488821"/>
                  </a:lnTo>
                  <a:lnTo>
                    <a:pt x="4534477" y="492781"/>
                  </a:lnTo>
                  <a:lnTo>
                    <a:pt x="4639313" y="496379"/>
                  </a:lnTo>
                  <a:lnTo>
                    <a:pt x="4749517" y="499630"/>
                  </a:lnTo>
                  <a:lnTo>
                    <a:pt x="4863194" y="502535"/>
                  </a:lnTo>
                  <a:lnTo>
                    <a:pt x="4977638" y="505093"/>
                  </a:lnTo>
                  <a:lnTo>
                    <a:pt x="5089393" y="507294"/>
                  </a:lnTo>
                  <a:lnTo>
                    <a:pt x="5194501" y="509134"/>
                  </a:lnTo>
                  <a:lnTo>
                    <a:pt x="5288924" y="510613"/>
                  </a:lnTo>
                  <a:lnTo>
                    <a:pt x="5369108" y="511744"/>
                  </a:lnTo>
                  <a:lnTo>
                    <a:pt x="5432574" y="512554"/>
                  </a:lnTo>
                  <a:lnTo>
                    <a:pt x="5478390" y="513085"/>
                  </a:lnTo>
                  <a:lnTo>
                    <a:pt x="5507406" y="513392"/>
                  </a:lnTo>
                  <a:lnTo>
                    <a:pt x="5522241" y="513536"/>
                  </a:lnTo>
                  <a:lnTo>
                    <a:pt x="5527081" y="513579"/>
                  </a:lnTo>
                  <a:lnTo>
                    <a:pt x="5527445" y="513582"/>
                  </a:lnTo>
                  <a:lnTo>
                    <a:pt x="6522385" y="513582"/>
                  </a:lnTo>
                  <a:lnTo>
                    <a:pt x="6523521" y="513576"/>
                  </a:lnTo>
                  <a:lnTo>
                    <a:pt x="6531015" y="513532"/>
                  </a:lnTo>
                  <a:lnTo>
                    <a:pt x="6550007" y="513412"/>
                  </a:lnTo>
                  <a:lnTo>
                    <a:pt x="6584211" y="513175"/>
                  </a:lnTo>
                  <a:lnTo>
                    <a:pt x="6635697" y="512784"/>
                  </a:lnTo>
                  <a:lnTo>
                    <a:pt x="6704736" y="512207"/>
                  </a:lnTo>
                  <a:lnTo>
                    <a:pt x="6789857" y="511418"/>
                  </a:lnTo>
                  <a:lnTo>
                    <a:pt x="6888175" y="510405"/>
                  </a:lnTo>
                  <a:lnTo>
                    <a:pt x="6995909" y="509161"/>
                  </a:lnTo>
                  <a:lnTo>
                    <a:pt x="7108986" y="507688"/>
                  </a:lnTo>
                  <a:lnTo>
                    <a:pt x="7223567" y="505991"/>
                  </a:lnTo>
                  <a:lnTo>
                    <a:pt x="7336420" y="504073"/>
                  </a:lnTo>
                  <a:lnTo>
                    <a:pt x="7445096" y="501936"/>
                  </a:lnTo>
                  <a:lnTo>
                    <a:pt x="7547955" y="499575"/>
                  </a:lnTo>
                  <a:lnTo>
                    <a:pt x="7644081" y="496980"/>
                  </a:lnTo>
                  <a:lnTo>
                    <a:pt x="7733146" y="494133"/>
                  </a:lnTo>
                  <a:lnTo>
                    <a:pt x="7815261" y="491008"/>
                  </a:lnTo>
                  <a:lnTo>
                    <a:pt x="7890844" y="487573"/>
                  </a:lnTo>
                  <a:lnTo>
                    <a:pt x="7960508" y="483791"/>
                  </a:lnTo>
                  <a:lnTo>
                    <a:pt x="8024979" y="479619"/>
                  </a:lnTo>
                  <a:lnTo>
                    <a:pt x="8085032" y="475013"/>
                  </a:lnTo>
                  <a:lnTo>
                    <a:pt x="8141442" y="469934"/>
                  </a:lnTo>
                  <a:lnTo>
                    <a:pt x="8194945" y="464349"/>
                  </a:lnTo>
                  <a:lnTo>
                    <a:pt x="8229629" y="460302"/>
                  </a:lnTo>
                  <a:lnTo>
                    <a:pt x="8290745" y="452332"/>
                  </a:lnTo>
                  <a:lnTo>
                    <a:pt x="8349966" y="443569"/>
                  </a:lnTo>
                  <a:lnTo>
                    <a:pt x="8407990" y="434000"/>
                  </a:lnTo>
                  <a:lnTo>
                    <a:pt x="8465336" y="423638"/>
                  </a:lnTo>
                  <a:lnTo>
                    <a:pt x="8522368" y="412526"/>
                  </a:lnTo>
                  <a:lnTo>
                    <a:pt x="8579328" y="400737"/>
                  </a:lnTo>
                  <a:lnTo>
                    <a:pt x="8636350" y="388375"/>
                  </a:lnTo>
                  <a:lnTo>
                    <a:pt x="8693487" y="375572"/>
                  </a:lnTo>
                  <a:lnTo>
                    <a:pt x="8750724" y="362482"/>
                  </a:lnTo>
                  <a:lnTo>
                    <a:pt x="8808007" y="349275"/>
                  </a:lnTo>
                  <a:lnTo>
                    <a:pt x="8865267" y="336128"/>
                  </a:lnTo>
                  <a:lnTo>
                    <a:pt x="8922439" y="323214"/>
                  </a:lnTo>
                  <a:lnTo>
                    <a:pt x="8979497" y="310693"/>
                  </a:lnTo>
                  <a:lnTo>
                    <a:pt x="9036466" y="298706"/>
                  </a:lnTo>
                  <a:lnTo>
                    <a:pt x="9093454" y="287365"/>
                  </a:lnTo>
                  <a:lnTo>
                    <a:pt x="9150665" y="276754"/>
                  </a:lnTo>
                  <a:lnTo>
                    <a:pt x="9208421" y="266926"/>
                  </a:lnTo>
                  <a:lnTo>
                    <a:pt x="9267187" y="257902"/>
                  </a:lnTo>
                  <a:lnTo>
                    <a:pt x="9327600" y="249678"/>
                  </a:lnTo>
                  <a:lnTo>
                    <a:pt x="9347647" y="247183"/>
                  </a:lnTo>
                  <a:lnTo>
                    <a:pt x="9399570" y="241250"/>
                  </a:lnTo>
                  <a:lnTo>
                    <a:pt x="9453948" y="235833"/>
                  </a:lnTo>
                  <a:lnTo>
                    <a:pt x="9511467" y="230913"/>
                  </a:lnTo>
                  <a:lnTo>
                    <a:pt x="9572880" y="226454"/>
                  </a:lnTo>
                  <a:lnTo>
                    <a:pt x="9638968" y="222415"/>
                  </a:lnTo>
                  <a:lnTo>
                    <a:pt x="9710494" y="218751"/>
                  </a:lnTo>
                  <a:lnTo>
                    <a:pt x="9788156" y="215421"/>
                  </a:lnTo>
                  <a:lnTo>
                    <a:pt x="9872513" y="212390"/>
                  </a:lnTo>
                  <a:lnTo>
                    <a:pt x="9963896" y="209628"/>
                  </a:lnTo>
                  <a:lnTo>
                    <a:pt x="10062288" y="207111"/>
                  </a:lnTo>
                  <a:lnTo>
                    <a:pt x="10167185" y="204825"/>
                  </a:lnTo>
                  <a:lnTo>
                    <a:pt x="10277447" y="202760"/>
                  </a:lnTo>
                  <a:lnTo>
                    <a:pt x="10391175" y="200914"/>
                  </a:lnTo>
                  <a:lnTo>
                    <a:pt x="10505655" y="199289"/>
                  </a:lnTo>
                  <a:lnTo>
                    <a:pt x="10617426" y="197891"/>
                  </a:lnTo>
                  <a:lnTo>
                    <a:pt x="10722523" y="196723"/>
                  </a:lnTo>
                  <a:lnTo>
                    <a:pt x="10816905" y="195784"/>
                  </a:lnTo>
                  <a:lnTo>
                    <a:pt x="10897019" y="195067"/>
                  </a:lnTo>
                  <a:lnTo>
                    <a:pt x="10960392" y="194553"/>
                  </a:lnTo>
                  <a:lnTo>
                    <a:pt x="11006102" y="194217"/>
                  </a:lnTo>
                  <a:lnTo>
                    <a:pt x="11035013" y="194022"/>
                  </a:lnTo>
                  <a:lnTo>
                    <a:pt x="11049758" y="193932"/>
                  </a:lnTo>
                  <a:lnTo>
                    <a:pt x="11054540" y="193905"/>
                  </a:lnTo>
                  <a:lnTo>
                    <a:pt x="11054891" y="193903"/>
                  </a:lnTo>
                  <a:lnTo>
                    <a:pt x="12049831" y="193903"/>
                  </a:lnTo>
                  <a:lnTo>
                    <a:pt x="12049831" y="183422"/>
                  </a:lnTo>
                  <a:lnTo>
                    <a:pt x="11054891" y="183422"/>
                  </a:lnTo>
                  <a:lnTo>
                    <a:pt x="11053755" y="183428"/>
                  </a:lnTo>
                  <a:lnTo>
                    <a:pt x="11046261" y="183471"/>
                  </a:lnTo>
                  <a:lnTo>
                    <a:pt x="11027269" y="183591"/>
                  </a:lnTo>
                  <a:lnTo>
                    <a:pt x="10993065" y="183828"/>
                  </a:lnTo>
                  <a:lnTo>
                    <a:pt x="10941579" y="184219"/>
                  </a:lnTo>
                  <a:lnTo>
                    <a:pt x="10872541" y="184797"/>
                  </a:lnTo>
                  <a:lnTo>
                    <a:pt x="10787419" y="185585"/>
                  </a:lnTo>
                  <a:lnTo>
                    <a:pt x="10689102" y="186599"/>
                  </a:lnTo>
                  <a:lnTo>
                    <a:pt x="10581368" y="187843"/>
                  </a:lnTo>
                  <a:lnTo>
                    <a:pt x="10468291" y="189315"/>
                  </a:lnTo>
                  <a:lnTo>
                    <a:pt x="10353709" y="191013"/>
                  </a:lnTo>
                  <a:lnTo>
                    <a:pt x="10240856" y="192931"/>
                  </a:lnTo>
                  <a:lnTo>
                    <a:pt x="10132181" y="195068"/>
                  </a:lnTo>
                  <a:lnTo>
                    <a:pt x="10029322" y="197428"/>
                  </a:lnTo>
                  <a:lnTo>
                    <a:pt x="9933196" y="200023"/>
                  </a:lnTo>
                  <a:lnTo>
                    <a:pt x="9844131" y="202871"/>
                  </a:lnTo>
                  <a:lnTo>
                    <a:pt x="9762016" y="205996"/>
                  </a:lnTo>
                  <a:lnTo>
                    <a:pt x="9686433" y="209430"/>
                  </a:lnTo>
                  <a:lnTo>
                    <a:pt x="9616769" y="213213"/>
                  </a:lnTo>
                  <a:lnTo>
                    <a:pt x="9552297" y="217385"/>
                  </a:lnTo>
                  <a:lnTo>
                    <a:pt x="9492244" y="221990"/>
                  </a:lnTo>
                  <a:lnTo>
                    <a:pt x="9435834" y="227069"/>
                  </a:lnTo>
                  <a:lnTo>
                    <a:pt x="9382331" y="232654"/>
                  </a:lnTo>
                  <a:lnTo>
                    <a:pt x="9347647" y="236701"/>
                  </a:lnTo>
                  <a:lnTo>
                    <a:pt x="9286531" y="244671"/>
                  </a:lnTo>
                  <a:lnTo>
                    <a:pt x="9227311" y="253434"/>
                  </a:lnTo>
                  <a:lnTo>
                    <a:pt x="9169286" y="263003"/>
                  </a:lnTo>
                  <a:lnTo>
                    <a:pt x="9111940" y="273365"/>
                  </a:lnTo>
                  <a:lnTo>
                    <a:pt x="9054908" y="284477"/>
                  </a:lnTo>
                  <a:lnTo>
                    <a:pt x="8997949" y="296266"/>
                  </a:lnTo>
                  <a:lnTo>
                    <a:pt x="8940926" y="308628"/>
                  </a:lnTo>
                  <a:lnTo>
                    <a:pt x="8883790" y="321431"/>
                  </a:lnTo>
                  <a:lnTo>
                    <a:pt x="8826553" y="334522"/>
                  </a:lnTo>
                  <a:lnTo>
                    <a:pt x="8769269" y="347729"/>
                  </a:lnTo>
                  <a:lnTo>
                    <a:pt x="8712010" y="360876"/>
                  </a:lnTo>
                  <a:lnTo>
                    <a:pt x="8654837" y="373790"/>
                  </a:lnTo>
                  <a:lnTo>
                    <a:pt x="8597780" y="386310"/>
                  </a:lnTo>
                  <a:lnTo>
                    <a:pt x="8540810" y="398298"/>
                  </a:lnTo>
                  <a:lnTo>
                    <a:pt x="8483823" y="409638"/>
                  </a:lnTo>
                  <a:lnTo>
                    <a:pt x="8426612" y="420249"/>
                  </a:lnTo>
                  <a:lnTo>
                    <a:pt x="8368856" y="430078"/>
                  </a:lnTo>
                  <a:lnTo>
                    <a:pt x="8310089" y="439102"/>
                  </a:lnTo>
                  <a:lnTo>
                    <a:pt x="8249677" y="447325"/>
                  </a:lnTo>
                  <a:lnTo>
                    <a:pt x="8229629" y="449821"/>
                  </a:lnTo>
                  <a:lnTo>
                    <a:pt x="8177706" y="455753"/>
                  </a:lnTo>
                  <a:lnTo>
                    <a:pt x="8123328" y="461170"/>
                  </a:lnTo>
                  <a:lnTo>
                    <a:pt x="8065809" y="466090"/>
                  </a:lnTo>
                  <a:lnTo>
                    <a:pt x="8004396" y="470549"/>
                  </a:lnTo>
                  <a:lnTo>
                    <a:pt x="7938309" y="474588"/>
                  </a:lnTo>
                  <a:lnTo>
                    <a:pt x="7866782" y="478252"/>
                  </a:lnTo>
                  <a:lnTo>
                    <a:pt x="7789121" y="481582"/>
                  </a:lnTo>
                  <a:lnTo>
                    <a:pt x="7704764" y="484613"/>
                  </a:lnTo>
                  <a:lnTo>
                    <a:pt x="7613381" y="487375"/>
                  </a:lnTo>
                  <a:lnTo>
                    <a:pt x="7514989" y="489892"/>
                  </a:lnTo>
                  <a:lnTo>
                    <a:pt x="7410092" y="492178"/>
                  </a:lnTo>
                  <a:lnTo>
                    <a:pt x="7299830" y="494243"/>
                  </a:lnTo>
                  <a:lnTo>
                    <a:pt x="7186101" y="496089"/>
                  </a:lnTo>
                  <a:lnTo>
                    <a:pt x="7071622" y="497714"/>
                  </a:lnTo>
                  <a:lnTo>
                    <a:pt x="6959851" y="499112"/>
                  </a:lnTo>
                  <a:lnTo>
                    <a:pt x="6854753" y="500280"/>
                  </a:lnTo>
                  <a:lnTo>
                    <a:pt x="6760371" y="501219"/>
                  </a:lnTo>
                  <a:lnTo>
                    <a:pt x="6680257" y="501937"/>
                  </a:lnTo>
                  <a:lnTo>
                    <a:pt x="6616884" y="502450"/>
                  </a:lnTo>
                  <a:lnTo>
                    <a:pt x="6571175" y="502787"/>
                  </a:lnTo>
                  <a:lnTo>
                    <a:pt x="6542264" y="502981"/>
                  </a:lnTo>
                  <a:lnTo>
                    <a:pt x="6527519" y="503072"/>
                  </a:lnTo>
                  <a:lnTo>
                    <a:pt x="6522737" y="503099"/>
                  </a:lnTo>
                  <a:lnTo>
                    <a:pt x="6522385" y="503100"/>
                  </a:lnTo>
                  <a:lnTo>
                    <a:pt x="5527445" y="503100"/>
                  </a:lnTo>
                  <a:lnTo>
                    <a:pt x="5526311" y="503091"/>
                  </a:lnTo>
                  <a:lnTo>
                    <a:pt x="5518824" y="503022"/>
                  </a:lnTo>
                  <a:lnTo>
                    <a:pt x="5499852" y="502834"/>
                  </a:lnTo>
                  <a:lnTo>
                    <a:pt x="5465681" y="502462"/>
                  </a:lnTo>
                  <a:lnTo>
                    <a:pt x="5414242" y="501847"/>
                  </a:lnTo>
                  <a:lnTo>
                    <a:pt x="5345262" y="500939"/>
                  </a:lnTo>
                  <a:lnTo>
                    <a:pt x="5260205" y="499699"/>
                  </a:lnTo>
                  <a:lnTo>
                    <a:pt x="5161953" y="498106"/>
                  </a:lnTo>
                  <a:lnTo>
                    <a:pt x="5054281" y="496150"/>
                  </a:lnTo>
                  <a:lnTo>
                    <a:pt x="4941256" y="493834"/>
                  </a:lnTo>
                  <a:lnTo>
                    <a:pt x="4826714" y="491165"/>
                  </a:lnTo>
                  <a:lnTo>
                    <a:pt x="4713889" y="488149"/>
                  </a:lnTo>
                  <a:lnTo>
                    <a:pt x="4605230" y="484789"/>
                  </a:lnTo>
                  <a:lnTo>
                    <a:pt x="4502377" y="481077"/>
                  </a:lnTo>
                  <a:lnTo>
                    <a:pt x="4406249" y="476997"/>
                  </a:lnTo>
                  <a:lnTo>
                    <a:pt x="4317176" y="472519"/>
                  </a:lnTo>
                  <a:lnTo>
                    <a:pt x="4235051" y="467606"/>
                  </a:lnTo>
                  <a:lnTo>
                    <a:pt x="4159456" y="462205"/>
                  </a:lnTo>
                  <a:lnTo>
                    <a:pt x="4089779" y="456259"/>
                  </a:lnTo>
                  <a:lnTo>
                    <a:pt x="4025298" y="449700"/>
                  </a:lnTo>
                  <a:lnTo>
                    <a:pt x="3965237" y="442460"/>
                  </a:lnTo>
                  <a:lnTo>
                    <a:pt x="3908822" y="434475"/>
                  </a:lnTo>
                  <a:lnTo>
                    <a:pt x="3855317" y="425695"/>
                  </a:lnTo>
                  <a:lnTo>
                    <a:pt x="3820202" y="419250"/>
                  </a:lnTo>
                  <a:lnTo>
                    <a:pt x="3759839" y="406873"/>
                  </a:lnTo>
                  <a:lnTo>
                    <a:pt x="3701333" y="393278"/>
                  </a:lnTo>
                  <a:lnTo>
                    <a:pt x="3644008" y="378447"/>
                  </a:lnTo>
                  <a:lnTo>
                    <a:pt x="3587361" y="362397"/>
                  </a:lnTo>
                  <a:lnTo>
                    <a:pt x="3531035" y="345192"/>
                  </a:lnTo>
                  <a:lnTo>
                    <a:pt x="3474790" y="326939"/>
                  </a:lnTo>
                  <a:lnTo>
                    <a:pt x="3418491" y="307793"/>
                  </a:lnTo>
                  <a:lnTo>
                    <a:pt x="3362082" y="287951"/>
                  </a:lnTo>
                  <a:lnTo>
                    <a:pt x="3305571" y="267643"/>
                  </a:lnTo>
                  <a:lnTo>
                    <a:pt x="3249008" y="247126"/>
                  </a:lnTo>
                  <a:lnTo>
                    <a:pt x="3192459" y="226667"/>
                  </a:lnTo>
                  <a:lnTo>
                    <a:pt x="3135988" y="206530"/>
                  </a:lnTo>
                  <a:lnTo>
                    <a:pt x="3079629" y="186961"/>
                  </a:lnTo>
                  <a:lnTo>
                    <a:pt x="3023364" y="168178"/>
                  </a:lnTo>
                  <a:lnTo>
                    <a:pt x="2967107" y="150361"/>
                  </a:lnTo>
                  <a:lnTo>
                    <a:pt x="2910678" y="133643"/>
                  </a:lnTo>
                  <a:lnTo>
                    <a:pt x="2853790" y="118113"/>
                  </a:lnTo>
                  <a:lnTo>
                    <a:pt x="2796028" y="103814"/>
                  </a:lnTo>
                  <a:lnTo>
                    <a:pt x="2736817" y="90748"/>
                  </a:lnTo>
                  <a:lnTo>
                    <a:pt x="2702183" y="83850"/>
                  </a:lnTo>
                  <a:lnTo>
                    <a:pt x="2650280" y="74517"/>
                  </a:lnTo>
                  <a:lnTo>
                    <a:pt x="2595923" y="65994"/>
                  </a:lnTo>
                  <a:lnTo>
                    <a:pt x="2538427" y="58253"/>
                  </a:lnTo>
                  <a:lnTo>
                    <a:pt x="2477042" y="51238"/>
                  </a:lnTo>
                  <a:lnTo>
                    <a:pt x="2410986" y="44882"/>
                  </a:lnTo>
                  <a:lnTo>
                    <a:pt x="2339497" y="39116"/>
                  </a:lnTo>
                  <a:lnTo>
                    <a:pt x="2261878" y="33877"/>
                  </a:lnTo>
                  <a:lnTo>
                    <a:pt x="2177570" y="29107"/>
                  </a:lnTo>
                  <a:lnTo>
                    <a:pt x="2086242" y="24760"/>
                  </a:lnTo>
                  <a:lnTo>
                    <a:pt x="1987908" y="20800"/>
                  </a:lnTo>
                  <a:lnTo>
                    <a:pt x="1883072" y="17202"/>
                  </a:lnTo>
                  <a:lnTo>
                    <a:pt x="1772868" y="13952"/>
                  </a:lnTo>
                  <a:lnTo>
                    <a:pt x="1659191" y="11046"/>
                  </a:lnTo>
                  <a:lnTo>
                    <a:pt x="1544747" y="8489"/>
                  </a:lnTo>
                  <a:lnTo>
                    <a:pt x="1432992" y="6287"/>
                  </a:lnTo>
                  <a:lnTo>
                    <a:pt x="1327884" y="4447"/>
                  </a:lnTo>
                  <a:lnTo>
                    <a:pt x="1233461" y="2968"/>
                  </a:lnTo>
                  <a:lnTo>
                    <a:pt x="1153277" y="1837"/>
                  </a:lnTo>
                  <a:lnTo>
                    <a:pt x="1089811" y="1027"/>
                  </a:lnTo>
                  <a:lnTo>
                    <a:pt x="1043995" y="496"/>
                  </a:lnTo>
                  <a:lnTo>
                    <a:pt x="1014979" y="189"/>
                  </a:lnTo>
                  <a:lnTo>
                    <a:pt x="1000144" y="46"/>
                  </a:lnTo>
                  <a:lnTo>
                    <a:pt x="995304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65" name="pl1764"/>
            <p:cNvSpPr/>
            <p:nvPr/>
          </p:nvSpPr>
          <p:spPr>
            <a:xfrm>
              <a:off x="1199187" y="5874586"/>
              <a:ext cx="12049831" cy="503100"/>
            </a:xfrm>
            <a:custGeom>
              <a:avLst/>
              <a:pathLst>
                <a:path w="12049831" h="503100">
                  <a:moveTo>
                    <a:pt x="0" y="0"/>
                  </a:moveTo>
                  <a:lnTo>
                    <a:pt x="994940" y="0"/>
                  </a:lnTo>
                  <a:lnTo>
                    <a:pt x="996074" y="9"/>
                  </a:lnTo>
                  <a:lnTo>
                    <a:pt x="1003561" y="77"/>
                  </a:lnTo>
                  <a:lnTo>
                    <a:pt x="1022533" y="266"/>
                  </a:lnTo>
                  <a:lnTo>
                    <a:pt x="1056704" y="638"/>
                  </a:lnTo>
                  <a:lnTo>
                    <a:pt x="1108143" y="1253"/>
                  </a:lnTo>
                  <a:lnTo>
                    <a:pt x="1177123" y="2161"/>
                  </a:lnTo>
                  <a:lnTo>
                    <a:pt x="1262180" y="3401"/>
                  </a:lnTo>
                  <a:lnTo>
                    <a:pt x="1360431" y="4994"/>
                  </a:lnTo>
                  <a:lnTo>
                    <a:pt x="1468104" y="6950"/>
                  </a:lnTo>
                  <a:lnTo>
                    <a:pt x="1581129" y="9266"/>
                  </a:lnTo>
                  <a:lnTo>
                    <a:pt x="1695671" y="11935"/>
                  </a:lnTo>
                  <a:lnTo>
                    <a:pt x="1808496" y="14951"/>
                  </a:lnTo>
                  <a:lnTo>
                    <a:pt x="1917155" y="18311"/>
                  </a:lnTo>
                  <a:lnTo>
                    <a:pt x="2020008" y="22023"/>
                  </a:lnTo>
                  <a:lnTo>
                    <a:pt x="2116136" y="26103"/>
                  </a:lnTo>
                  <a:lnTo>
                    <a:pt x="2205209" y="30581"/>
                  </a:lnTo>
                  <a:lnTo>
                    <a:pt x="2287334" y="35494"/>
                  </a:lnTo>
                  <a:lnTo>
                    <a:pt x="2362929" y="40895"/>
                  </a:lnTo>
                  <a:lnTo>
                    <a:pt x="2432606" y="46841"/>
                  </a:lnTo>
                  <a:lnTo>
                    <a:pt x="2497087" y="53400"/>
                  </a:lnTo>
                  <a:lnTo>
                    <a:pt x="2557148" y="60640"/>
                  </a:lnTo>
                  <a:lnTo>
                    <a:pt x="2613563" y="68625"/>
                  </a:lnTo>
                  <a:lnTo>
                    <a:pt x="2667068" y="77405"/>
                  </a:lnTo>
                  <a:lnTo>
                    <a:pt x="2702183" y="83850"/>
                  </a:lnTo>
                  <a:lnTo>
                    <a:pt x="2762546" y="96227"/>
                  </a:lnTo>
                  <a:lnTo>
                    <a:pt x="2821052" y="109822"/>
                  </a:lnTo>
                  <a:lnTo>
                    <a:pt x="2878377" y="124653"/>
                  </a:lnTo>
                  <a:lnTo>
                    <a:pt x="2935024" y="140703"/>
                  </a:lnTo>
                  <a:lnTo>
                    <a:pt x="2991350" y="157908"/>
                  </a:lnTo>
                  <a:lnTo>
                    <a:pt x="3047595" y="176161"/>
                  </a:lnTo>
                  <a:lnTo>
                    <a:pt x="3103894" y="195306"/>
                  </a:lnTo>
                  <a:lnTo>
                    <a:pt x="3160303" y="215149"/>
                  </a:lnTo>
                  <a:lnTo>
                    <a:pt x="3216814" y="235457"/>
                  </a:lnTo>
                  <a:lnTo>
                    <a:pt x="3273377" y="255974"/>
                  </a:lnTo>
                  <a:lnTo>
                    <a:pt x="3329926" y="276433"/>
                  </a:lnTo>
                  <a:lnTo>
                    <a:pt x="3386397" y="296570"/>
                  </a:lnTo>
                  <a:lnTo>
                    <a:pt x="3442756" y="316139"/>
                  </a:lnTo>
                  <a:lnTo>
                    <a:pt x="3499021" y="334922"/>
                  </a:lnTo>
                  <a:lnTo>
                    <a:pt x="3555278" y="352739"/>
                  </a:lnTo>
                  <a:lnTo>
                    <a:pt x="3611707" y="369457"/>
                  </a:lnTo>
                  <a:lnTo>
                    <a:pt x="3668595" y="384987"/>
                  </a:lnTo>
                  <a:lnTo>
                    <a:pt x="3726357" y="399286"/>
                  </a:lnTo>
                  <a:lnTo>
                    <a:pt x="3785568" y="412352"/>
                  </a:lnTo>
                  <a:lnTo>
                    <a:pt x="3820202" y="419250"/>
                  </a:lnTo>
                  <a:lnTo>
                    <a:pt x="3872105" y="428583"/>
                  </a:lnTo>
                  <a:lnTo>
                    <a:pt x="3926462" y="437106"/>
                  </a:lnTo>
                  <a:lnTo>
                    <a:pt x="3983958" y="444847"/>
                  </a:lnTo>
                  <a:lnTo>
                    <a:pt x="4045343" y="451862"/>
                  </a:lnTo>
                  <a:lnTo>
                    <a:pt x="4111399" y="458218"/>
                  </a:lnTo>
                  <a:lnTo>
                    <a:pt x="4182888" y="463984"/>
                  </a:lnTo>
                  <a:lnTo>
                    <a:pt x="4260507" y="469223"/>
                  </a:lnTo>
                  <a:lnTo>
                    <a:pt x="4344815" y="473992"/>
                  </a:lnTo>
                  <a:lnTo>
                    <a:pt x="4436143" y="478339"/>
                  </a:lnTo>
                  <a:lnTo>
                    <a:pt x="4534477" y="482300"/>
                  </a:lnTo>
                  <a:lnTo>
                    <a:pt x="4639313" y="485898"/>
                  </a:lnTo>
                  <a:lnTo>
                    <a:pt x="4749517" y="489148"/>
                  </a:lnTo>
                  <a:lnTo>
                    <a:pt x="4863194" y="492054"/>
                  </a:lnTo>
                  <a:lnTo>
                    <a:pt x="4977638" y="494611"/>
                  </a:lnTo>
                  <a:lnTo>
                    <a:pt x="5089393" y="496813"/>
                  </a:lnTo>
                  <a:lnTo>
                    <a:pt x="5194501" y="498653"/>
                  </a:lnTo>
                  <a:lnTo>
                    <a:pt x="5288924" y="500132"/>
                  </a:lnTo>
                  <a:lnTo>
                    <a:pt x="5369108" y="501263"/>
                  </a:lnTo>
                  <a:lnTo>
                    <a:pt x="5432574" y="502073"/>
                  </a:lnTo>
                  <a:lnTo>
                    <a:pt x="5478390" y="502604"/>
                  </a:lnTo>
                  <a:lnTo>
                    <a:pt x="5507406" y="502911"/>
                  </a:lnTo>
                  <a:lnTo>
                    <a:pt x="5522241" y="503054"/>
                  </a:lnTo>
                  <a:lnTo>
                    <a:pt x="5527081" y="503097"/>
                  </a:lnTo>
                  <a:lnTo>
                    <a:pt x="5527445" y="503100"/>
                  </a:lnTo>
                  <a:lnTo>
                    <a:pt x="6522385" y="503100"/>
                  </a:lnTo>
                  <a:lnTo>
                    <a:pt x="6523521" y="503094"/>
                  </a:lnTo>
                  <a:lnTo>
                    <a:pt x="6531015" y="503051"/>
                  </a:lnTo>
                  <a:lnTo>
                    <a:pt x="6550007" y="502931"/>
                  </a:lnTo>
                  <a:lnTo>
                    <a:pt x="6584211" y="502694"/>
                  </a:lnTo>
                  <a:lnTo>
                    <a:pt x="6635697" y="502303"/>
                  </a:lnTo>
                  <a:lnTo>
                    <a:pt x="6704736" y="501725"/>
                  </a:lnTo>
                  <a:lnTo>
                    <a:pt x="6789857" y="500937"/>
                  </a:lnTo>
                  <a:lnTo>
                    <a:pt x="6888175" y="499923"/>
                  </a:lnTo>
                  <a:lnTo>
                    <a:pt x="6995909" y="498680"/>
                  </a:lnTo>
                  <a:lnTo>
                    <a:pt x="7108986" y="497207"/>
                  </a:lnTo>
                  <a:lnTo>
                    <a:pt x="7223567" y="495509"/>
                  </a:lnTo>
                  <a:lnTo>
                    <a:pt x="7336420" y="493591"/>
                  </a:lnTo>
                  <a:lnTo>
                    <a:pt x="7445096" y="491454"/>
                  </a:lnTo>
                  <a:lnTo>
                    <a:pt x="7547955" y="489094"/>
                  </a:lnTo>
                  <a:lnTo>
                    <a:pt x="7644081" y="486499"/>
                  </a:lnTo>
                  <a:lnTo>
                    <a:pt x="7733146" y="483652"/>
                  </a:lnTo>
                  <a:lnTo>
                    <a:pt x="7815261" y="480526"/>
                  </a:lnTo>
                  <a:lnTo>
                    <a:pt x="7890844" y="477092"/>
                  </a:lnTo>
                  <a:lnTo>
                    <a:pt x="7960508" y="473309"/>
                  </a:lnTo>
                  <a:lnTo>
                    <a:pt x="8024979" y="469137"/>
                  </a:lnTo>
                  <a:lnTo>
                    <a:pt x="8085032" y="464532"/>
                  </a:lnTo>
                  <a:lnTo>
                    <a:pt x="8141442" y="459453"/>
                  </a:lnTo>
                  <a:lnTo>
                    <a:pt x="8194945" y="453868"/>
                  </a:lnTo>
                  <a:lnTo>
                    <a:pt x="8229629" y="449821"/>
                  </a:lnTo>
                  <a:lnTo>
                    <a:pt x="8290745" y="441851"/>
                  </a:lnTo>
                  <a:lnTo>
                    <a:pt x="8349966" y="433088"/>
                  </a:lnTo>
                  <a:lnTo>
                    <a:pt x="8407990" y="423519"/>
                  </a:lnTo>
                  <a:lnTo>
                    <a:pt x="8465336" y="413157"/>
                  </a:lnTo>
                  <a:lnTo>
                    <a:pt x="8522368" y="402045"/>
                  </a:lnTo>
                  <a:lnTo>
                    <a:pt x="8579328" y="390256"/>
                  </a:lnTo>
                  <a:lnTo>
                    <a:pt x="8636350" y="377894"/>
                  </a:lnTo>
                  <a:lnTo>
                    <a:pt x="8693487" y="365091"/>
                  </a:lnTo>
                  <a:lnTo>
                    <a:pt x="8750724" y="352000"/>
                  </a:lnTo>
                  <a:lnTo>
                    <a:pt x="8808007" y="338794"/>
                  </a:lnTo>
                  <a:lnTo>
                    <a:pt x="8865267" y="325646"/>
                  </a:lnTo>
                  <a:lnTo>
                    <a:pt x="8922439" y="312732"/>
                  </a:lnTo>
                  <a:lnTo>
                    <a:pt x="8979497" y="300212"/>
                  </a:lnTo>
                  <a:lnTo>
                    <a:pt x="9036466" y="288225"/>
                  </a:lnTo>
                  <a:lnTo>
                    <a:pt x="9093454" y="276884"/>
                  </a:lnTo>
                  <a:lnTo>
                    <a:pt x="9150665" y="266273"/>
                  </a:lnTo>
                  <a:lnTo>
                    <a:pt x="9208421" y="256444"/>
                  </a:lnTo>
                  <a:lnTo>
                    <a:pt x="9267187" y="247420"/>
                  </a:lnTo>
                  <a:lnTo>
                    <a:pt x="9327600" y="239197"/>
                  </a:lnTo>
                  <a:lnTo>
                    <a:pt x="9347647" y="236701"/>
                  </a:lnTo>
                  <a:lnTo>
                    <a:pt x="9399570" y="230769"/>
                  </a:lnTo>
                  <a:lnTo>
                    <a:pt x="9453948" y="225352"/>
                  </a:lnTo>
                  <a:lnTo>
                    <a:pt x="9511467" y="220432"/>
                  </a:lnTo>
                  <a:lnTo>
                    <a:pt x="9572880" y="215973"/>
                  </a:lnTo>
                  <a:lnTo>
                    <a:pt x="9638968" y="211934"/>
                  </a:lnTo>
                  <a:lnTo>
                    <a:pt x="9710494" y="208270"/>
                  </a:lnTo>
                  <a:lnTo>
                    <a:pt x="9788156" y="204940"/>
                  </a:lnTo>
                  <a:lnTo>
                    <a:pt x="9872513" y="201909"/>
                  </a:lnTo>
                  <a:lnTo>
                    <a:pt x="9963896" y="199147"/>
                  </a:lnTo>
                  <a:lnTo>
                    <a:pt x="10062288" y="196630"/>
                  </a:lnTo>
                  <a:lnTo>
                    <a:pt x="10167185" y="194344"/>
                  </a:lnTo>
                  <a:lnTo>
                    <a:pt x="10277447" y="192279"/>
                  </a:lnTo>
                  <a:lnTo>
                    <a:pt x="10391175" y="190433"/>
                  </a:lnTo>
                  <a:lnTo>
                    <a:pt x="10505655" y="188808"/>
                  </a:lnTo>
                  <a:lnTo>
                    <a:pt x="10617426" y="187410"/>
                  </a:lnTo>
                  <a:lnTo>
                    <a:pt x="10722523" y="186242"/>
                  </a:lnTo>
                  <a:lnTo>
                    <a:pt x="10816905" y="185303"/>
                  </a:lnTo>
                  <a:lnTo>
                    <a:pt x="10897019" y="184585"/>
                  </a:lnTo>
                  <a:lnTo>
                    <a:pt x="10960392" y="184072"/>
                  </a:lnTo>
                  <a:lnTo>
                    <a:pt x="11006102" y="183735"/>
                  </a:lnTo>
                  <a:lnTo>
                    <a:pt x="11035013" y="183541"/>
                  </a:lnTo>
                  <a:lnTo>
                    <a:pt x="11049758" y="183451"/>
                  </a:lnTo>
                  <a:lnTo>
                    <a:pt x="11054540" y="183424"/>
                  </a:lnTo>
                  <a:lnTo>
                    <a:pt x="11054891" y="183422"/>
                  </a:lnTo>
                  <a:lnTo>
                    <a:pt x="12049831" y="183422"/>
                  </a:lnTo>
                  <a:lnTo>
                    <a:pt x="12049831" y="1834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6" name="pl1765"/>
            <p:cNvSpPr/>
            <p:nvPr/>
          </p:nvSpPr>
          <p:spPr>
            <a:xfrm>
              <a:off x="1199187" y="5864105"/>
              <a:ext cx="12049831" cy="503100"/>
            </a:xfrm>
            <a:custGeom>
              <a:avLst/>
              <a:pathLst>
                <a:path w="12049831" h="503100">
                  <a:moveTo>
                    <a:pt x="12049831" y="183422"/>
                  </a:moveTo>
                  <a:lnTo>
                    <a:pt x="11054891" y="183422"/>
                  </a:lnTo>
                  <a:lnTo>
                    <a:pt x="11053755" y="183428"/>
                  </a:lnTo>
                  <a:lnTo>
                    <a:pt x="11046261" y="183471"/>
                  </a:lnTo>
                  <a:lnTo>
                    <a:pt x="11027269" y="183591"/>
                  </a:lnTo>
                  <a:lnTo>
                    <a:pt x="10993065" y="183828"/>
                  </a:lnTo>
                  <a:lnTo>
                    <a:pt x="10941579" y="184219"/>
                  </a:lnTo>
                  <a:lnTo>
                    <a:pt x="10872541" y="184797"/>
                  </a:lnTo>
                  <a:lnTo>
                    <a:pt x="10787419" y="185585"/>
                  </a:lnTo>
                  <a:lnTo>
                    <a:pt x="10689102" y="186599"/>
                  </a:lnTo>
                  <a:lnTo>
                    <a:pt x="10581368" y="187843"/>
                  </a:lnTo>
                  <a:lnTo>
                    <a:pt x="10468291" y="189315"/>
                  </a:lnTo>
                  <a:lnTo>
                    <a:pt x="10353709" y="191013"/>
                  </a:lnTo>
                  <a:lnTo>
                    <a:pt x="10240856" y="192931"/>
                  </a:lnTo>
                  <a:lnTo>
                    <a:pt x="10132181" y="195068"/>
                  </a:lnTo>
                  <a:lnTo>
                    <a:pt x="10029322" y="197428"/>
                  </a:lnTo>
                  <a:lnTo>
                    <a:pt x="9933196" y="200023"/>
                  </a:lnTo>
                  <a:lnTo>
                    <a:pt x="9844131" y="202871"/>
                  </a:lnTo>
                  <a:lnTo>
                    <a:pt x="9762016" y="205996"/>
                  </a:lnTo>
                  <a:lnTo>
                    <a:pt x="9686433" y="209430"/>
                  </a:lnTo>
                  <a:lnTo>
                    <a:pt x="9616769" y="213213"/>
                  </a:lnTo>
                  <a:lnTo>
                    <a:pt x="9552297" y="217385"/>
                  </a:lnTo>
                  <a:lnTo>
                    <a:pt x="9492244" y="221990"/>
                  </a:lnTo>
                  <a:lnTo>
                    <a:pt x="9435834" y="227069"/>
                  </a:lnTo>
                  <a:lnTo>
                    <a:pt x="9382331" y="232654"/>
                  </a:lnTo>
                  <a:lnTo>
                    <a:pt x="9347647" y="236701"/>
                  </a:lnTo>
                  <a:lnTo>
                    <a:pt x="9286531" y="244671"/>
                  </a:lnTo>
                  <a:lnTo>
                    <a:pt x="9227311" y="253434"/>
                  </a:lnTo>
                  <a:lnTo>
                    <a:pt x="9169286" y="263003"/>
                  </a:lnTo>
                  <a:lnTo>
                    <a:pt x="9111940" y="273365"/>
                  </a:lnTo>
                  <a:lnTo>
                    <a:pt x="9054908" y="284477"/>
                  </a:lnTo>
                  <a:lnTo>
                    <a:pt x="8997949" y="296266"/>
                  </a:lnTo>
                  <a:lnTo>
                    <a:pt x="8940926" y="308628"/>
                  </a:lnTo>
                  <a:lnTo>
                    <a:pt x="8883790" y="321431"/>
                  </a:lnTo>
                  <a:lnTo>
                    <a:pt x="8826553" y="334522"/>
                  </a:lnTo>
                  <a:lnTo>
                    <a:pt x="8769269" y="347729"/>
                  </a:lnTo>
                  <a:lnTo>
                    <a:pt x="8712010" y="360876"/>
                  </a:lnTo>
                  <a:lnTo>
                    <a:pt x="8654837" y="373790"/>
                  </a:lnTo>
                  <a:lnTo>
                    <a:pt x="8597780" y="386310"/>
                  </a:lnTo>
                  <a:lnTo>
                    <a:pt x="8540810" y="398298"/>
                  </a:lnTo>
                  <a:lnTo>
                    <a:pt x="8483823" y="409638"/>
                  </a:lnTo>
                  <a:lnTo>
                    <a:pt x="8426612" y="420249"/>
                  </a:lnTo>
                  <a:lnTo>
                    <a:pt x="8368856" y="430078"/>
                  </a:lnTo>
                  <a:lnTo>
                    <a:pt x="8310089" y="439102"/>
                  </a:lnTo>
                  <a:lnTo>
                    <a:pt x="8249677" y="447325"/>
                  </a:lnTo>
                  <a:lnTo>
                    <a:pt x="8229629" y="449821"/>
                  </a:lnTo>
                  <a:lnTo>
                    <a:pt x="8177706" y="455753"/>
                  </a:lnTo>
                  <a:lnTo>
                    <a:pt x="8123328" y="461170"/>
                  </a:lnTo>
                  <a:lnTo>
                    <a:pt x="8065809" y="466090"/>
                  </a:lnTo>
                  <a:lnTo>
                    <a:pt x="8004396" y="470549"/>
                  </a:lnTo>
                  <a:lnTo>
                    <a:pt x="7938309" y="474588"/>
                  </a:lnTo>
                  <a:lnTo>
                    <a:pt x="7866782" y="478252"/>
                  </a:lnTo>
                  <a:lnTo>
                    <a:pt x="7789121" y="481582"/>
                  </a:lnTo>
                  <a:lnTo>
                    <a:pt x="7704764" y="484613"/>
                  </a:lnTo>
                  <a:lnTo>
                    <a:pt x="7613381" y="487375"/>
                  </a:lnTo>
                  <a:lnTo>
                    <a:pt x="7514989" y="489892"/>
                  </a:lnTo>
                  <a:lnTo>
                    <a:pt x="7410092" y="492178"/>
                  </a:lnTo>
                  <a:lnTo>
                    <a:pt x="7299830" y="494243"/>
                  </a:lnTo>
                  <a:lnTo>
                    <a:pt x="7186101" y="496089"/>
                  </a:lnTo>
                  <a:lnTo>
                    <a:pt x="7071622" y="497714"/>
                  </a:lnTo>
                  <a:lnTo>
                    <a:pt x="6959851" y="499112"/>
                  </a:lnTo>
                  <a:lnTo>
                    <a:pt x="6854753" y="500280"/>
                  </a:lnTo>
                  <a:lnTo>
                    <a:pt x="6760371" y="501219"/>
                  </a:lnTo>
                  <a:lnTo>
                    <a:pt x="6680257" y="501937"/>
                  </a:lnTo>
                  <a:lnTo>
                    <a:pt x="6616884" y="502450"/>
                  </a:lnTo>
                  <a:lnTo>
                    <a:pt x="6571175" y="502787"/>
                  </a:lnTo>
                  <a:lnTo>
                    <a:pt x="6542264" y="502981"/>
                  </a:lnTo>
                  <a:lnTo>
                    <a:pt x="6527519" y="503072"/>
                  </a:lnTo>
                  <a:lnTo>
                    <a:pt x="6522737" y="503099"/>
                  </a:lnTo>
                  <a:lnTo>
                    <a:pt x="6522385" y="503100"/>
                  </a:lnTo>
                  <a:lnTo>
                    <a:pt x="5527445" y="503100"/>
                  </a:lnTo>
                  <a:lnTo>
                    <a:pt x="5526311" y="503091"/>
                  </a:lnTo>
                  <a:lnTo>
                    <a:pt x="5518824" y="503022"/>
                  </a:lnTo>
                  <a:lnTo>
                    <a:pt x="5499852" y="502834"/>
                  </a:lnTo>
                  <a:lnTo>
                    <a:pt x="5465681" y="502462"/>
                  </a:lnTo>
                  <a:lnTo>
                    <a:pt x="5414242" y="501847"/>
                  </a:lnTo>
                  <a:lnTo>
                    <a:pt x="5345262" y="500939"/>
                  </a:lnTo>
                  <a:lnTo>
                    <a:pt x="5260205" y="499699"/>
                  </a:lnTo>
                  <a:lnTo>
                    <a:pt x="5161953" y="498106"/>
                  </a:lnTo>
                  <a:lnTo>
                    <a:pt x="5054281" y="496150"/>
                  </a:lnTo>
                  <a:lnTo>
                    <a:pt x="4941256" y="493834"/>
                  </a:lnTo>
                  <a:lnTo>
                    <a:pt x="4826714" y="491165"/>
                  </a:lnTo>
                  <a:lnTo>
                    <a:pt x="4713889" y="488149"/>
                  </a:lnTo>
                  <a:lnTo>
                    <a:pt x="4605230" y="484789"/>
                  </a:lnTo>
                  <a:lnTo>
                    <a:pt x="4502377" y="481077"/>
                  </a:lnTo>
                  <a:lnTo>
                    <a:pt x="4406249" y="476997"/>
                  </a:lnTo>
                  <a:lnTo>
                    <a:pt x="4317176" y="472519"/>
                  </a:lnTo>
                  <a:lnTo>
                    <a:pt x="4235051" y="467606"/>
                  </a:lnTo>
                  <a:lnTo>
                    <a:pt x="4159456" y="462205"/>
                  </a:lnTo>
                  <a:lnTo>
                    <a:pt x="4089779" y="456259"/>
                  </a:lnTo>
                  <a:lnTo>
                    <a:pt x="4025298" y="449700"/>
                  </a:lnTo>
                  <a:lnTo>
                    <a:pt x="3965237" y="442460"/>
                  </a:lnTo>
                  <a:lnTo>
                    <a:pt x="3908822" y="434475"/>
                  </a:lnTo>
                  <a:lnTo>
                    <a:pt x="3855317" y="425695"/>
                  </a:lnTo>
                  <a:lnTo>
                    <a:pt x="3820202" y="419250"/>
                  </a:lnTo>
                  <a:lnTo>
                    <a:pt x="3759839" y="406873"/>
                  </a:lnTo>
                  <a:lnTo>
                    <a:pt x="3701333" y="393278"/>
                  </a:lnTo>
                  <a:lnTo>
                    <a:pt x="3644008" y="378447"/>
                  </a:lnTo>
                  <a:lnTo>
                    <a:pt x="3587361" y="362397"/>
                  </a:lnTo>
                  <a:lnTo>
                    <a:pt x="3531035" y="345192"/>
                  </a:lnTo>
                  <a:lnTo>
                    <a:pt x="3474790" y="326939"/>
                  </a:lnTo>
                  <a:lnTo>
                    <a:pt x="3418491" y="307793"/>
                  </a:lnTo>
                  <a:lnTo>
                    <a:pt x="3362082" y="287951"/>
                  </a:lnTo>
                  <a:lnTo>
                    <a:pt x="3305571" y="267643"/>
                  </a:lnTo>
                  <a:lnTo>
                    <a:pt x="3249008" y="247126"/>
                  </a:lnTo>
                  <a:lnTo>
                    <a:pt x="3192459" y="226667"/>
                  </a:lnTo>
                  <a:lnTo>
                    <a:pt x="3135988" y="206530"/>
                  </a:lnTo>
                  <a:lnTo>
                    <a:pt x="3079629" y="186961"/>
                  </a:lnTo>
                  <a:lnTo>
                    <a:pt x="3023364" y="168178"/>
                  </a:lnTo>
                  <a:lnTo>
                    <a:pt x="2967107" y="150361"/>
                  </a:lnTo>
                  <a:lnTo>
                    <a:pt x="2910678" y="133643"/>
                  </a:lnTo>
                  <a:lnTo>
                    <a:pt x="2853790" y="118113"/>
                  </a:lnTo>
                  <a:lnTo>
                    <a:pt x="2796028" y="103814"/>
                  </a:lnTo>
                  <a:lnTo>
                    <a:pt x="2736817" y="90748"/>
                  </a:lnTo>
                  <a:lnTo>
                    <a:pt x="2702183" y="83850"/>
                  </a:lnTo>
                  <a:lnTo>
                    <a:pt x="2650280" y="74517"/>
                  </a:lnTo>
                  <a:lnTo>
                    <a:pt x="2595923" y="65994"/>
                  </a:lnTo>
                  <a:lnTo>
                    <a:pt x="2538427" y="58253"/>
                  </a:lnTo>
                  <a:lnTo>
                    <a:pt x="2477042" y="51238"/>
                  </a:lnTo>
                  <a:lnTo>
                    <a:pt x="2410986" y="44882"/>
                  </a:lnTo>
                  <a:lnTo>
                    <a:pt x="2339497" y="39116"/>
                  </a:lnTo>
                  <a:lnTo>
                    <a:pt x="2261878" y="33877"/>
                  </a:lnTo>
                  <a:lnTo>
                    <a:pt x="2177570" y="29107"/>
                  </a:lnTo>
                  <a:lnTo>
                    <a:pt x="2086242" y="24760"/>
                  </a:lnTo>
                  <a:lnTo>
                    <a:pt x="1987908" y="20800"/>
                  </a:lnTo>
                  <a:lnTo>
                    <a:pt x="1883072" y="17202"/>
                  </a:lnTo>
                  <a:lnTo>
                    <a:pt x="1772868" y="13952"/>
                  </a:lnTo>
                  <a:lnTo>
                    <a:pt x="1659191" y="11046"/>
                  </a:lnTo>
                  <a:lnTo>
                    <a:pt x="1544747" y="8489"/>
                  </a:lnTo>
                  <a:lnTo>
                    <a:pt x="1432992" y="6287"/>
                  </a:lnTo>
                  <a:lnTo>
                    <a:pt x="1327884" y="4447"/>
                  </a:lnTo>
                  <a:lnTo>
                    <a:pt x="1233461" y="2968"/>
                  </a:lnTo>
                  <a:lnTo>
                    <a:pt x="1153277" y="1837"/>
                  </a:lnTo>
                  <a:lnTo>
                    <a:pt x="1089811" y="1027"/>
                  </a:lnTo>
                  <a:lnTo>
                    <a:pt x="1043995" y="496"/>
                  </a:lnTo>
                  <a:lnTo>
                    <a:pt x="1014979" y="189"/>
                  </a:lnTo>
                  <a:lnTo>
                    <a:pt x="1000144" y="46"/>
                  </a:lnTo>
                  <a:lnTo>
                    <a:pt x="995304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7" name="pg1766"/>
            <p:cNvSpPr/>
            <p:nvPr/>
          </p:nvSpPr>
          <p:spPr>
            <a:xfrm>
              <a:off x="1199187" y="1645394"/>
              <a:ext cx="12049831" cy="4433576"/>
            </a:xfrm>
            <a:custGeom>
              <a:avLst/>
              <a:pathLst>
                <a:path w="12049831" h="4433576">
                  <a:moveTo>
                    <a:pt x="0" y="4218710"/>
                  </a:moveTo>
                  <a:lnTo>
                    <a:pt x="994940" y="4218710"/>
                  </a:lnTo>
                  <a:lnTo>
                    <a:pt x="996076" y="4218714"/>
                  </a:lnTo>
                  <a:lnTo>
                    <a:pt x="1003573" y="4218743"/>
                  </a:lnTo>
                  <a:lnTo>
                    <a:pt x="1022572" y="4218824"/>
                  </a:lnTo>
                  <a:lnTo>
                    <a:pt x="1056788" y="4218983"/>
                  </a:lnTo>
                  <a:lnTo>
                    <a:pt x="1108292" y="4219246"/>
                  </a:lnTo>
                  <a:lnTo>
                    <a:pt x="1177352" y="4219635"/>
                  </a:lnTo>
                  <a:lnTo>
                    <a:pt x="1262498" y="4220165"/>
                  </a:lnTo>
                  <a:lnTo>
                    <a:pt x="1360840" y="4220846"/>
                  </a:lnTo>
                  <a:lnTo>
                    <a:pt x="1468597" y="4221682"/>
                  </a:lnTo>
                  <a:lnTo>
                    <a:pt x="1581693" y="4222673"/>
                  </a:lnTo>
                  <a:lnTo>
                    <a:pt x="1696289" y="4223814"/>
                  </a:lnTo>
                  <a:lnTo>
                    <a:pt x="1809152" y="4225103"/>
                  </a:lnTo>
                  <a:lnTo>
                    <a:pt x="1917834" y="4226540"/>
                  </a:lnTo>
                  <a:lnTo>
                    <a:pt x="2020695" y="4228127"/>
                  </a:lnTo>
                  <a:lnTo>
                    <a:pt x="2116820" y="4229872"/>
                  </a:lnTo>
                  <a:lnTo>
                    <a:pt x="2205882" y="4231786"/>
                  </a:lnTo>
                  <a:lnTo>
                    <a:pt x="2287994" y="4233888"/>
                  </a:lnTo>
                  <a:lnTo>
                    <a:pt x="2363572" y="4236197"/>
                  </a:lnTo>
                  <a:lnTo>
                    <a:pt x="2433232" y="4238740"/>
                  </a:lnTo>
                  <a:lnTo>
                    <a:pt x="2497699" y="4241545"/>
                  </a:lnTo>
                  <a:lnTo>
                    <a:pt x="2557749" y="4244642"/>
                  </a:lnTo>
                  <a:lnTo>
                    <a:pt x="2614157" y="4248057"/>
                  </a:lnTo>
                  <a:lnTo>
                    <a:pt x="2667660" y="4251813"/>
                  </a:lnTo>
                  <a:lnTo>
                    <a:pt x="2702183" y="4254521"/>
                  </a:lnTo>
                  <a:lnTo>
                    <a:pt x="2763592" y="4259905"/>
                  </a:lnTo>
                  <a:lnTo>
                    <a:pt x="2823089" y="4265827"/>
                  </a:lnTo>
                  <a:lnTo>
                    <a:pt x="2881385" y="4272297"/>
                  </a:lnTo>
                  <a:lnTo>
                    <a:pt x="2939002" y="4279304"/>
                  </a:lnTo>
                  <a:lnTo>
                    <a:pt x="2996308" y="4286820"/>
                  </a:lnTo>
                  <a:lnTo>
                    <a:pt x="3053545" y="4294794"/>
                  </a:lnTo>
                  <a:lnTo>
                    <a:pt x="3110848" y="4303154"/>
                  </a:lnTo>
                  <a:lnTo>
                    <a:pt x="3168266" y="4311810"/>
                  </a:lnTo>
                  <a:lnTo>
                    <a:pt x="3225785" y="4320657"/>
                  </a:lnTo>
                  <a:lnTo>
                    <a:pt x="3283348" y="4329577"/>
                  </a:lnTo>
                  <a:lnTo>
                    <a:pt x="3340883" y="4338452"/>
                  </a:lnTo>
                  <a:lnTo>
                    <a:pt x="3398327" y="4347162"/>
                  </a:lnTo>
                  <a:lnTo>
                    <a:pt x="3455655" y="4355599"/>
                  </a:lnTo>
                  <a:lnTo>
                    <a:pt x="3512899" y="4363668"/>
                  </a:lnTo>
                  <a:lnTo>
                    <a:pt x="3570172" y="4371295"/>
                  </a:lnTo>
                  <a:lnTo>
                    <a:pt x="3627689" y="4378422"/>
                  </a:lnTo>
                  <a:lnTo>
                    <a:pt x="3685789" y="4385017"/>
                  </a:lnTo>
                  <a:lnTo>
                    <a:pt x="3744954" y="4391066"/>
                  </a:lnTo>
                  <a:lnTo>
                    <a:pt x="3805848" y="4396572"/>
                  </a:lnTo>
                  <a:lnTo>
                    <a:pt x="3820202" y="4397765"/>
                  </a:lnTo>
                  <a:lnTo>
                    <a:pt x="3872131" y="4401753"/>
                  </a:lnTo>
                  <a:lnTo>
                    <a:pt x="3926517" y="4405394"/>
                  </a:lnTo>
                  <a:lnTo>
                    <a:pt x="3984045" y="4408702"/>
                  </a:lnTo>
                  <a:lnTo>
                    <a:pt x="4045469" y="4411699"/>
                  </a:lnTo>
                  <a:lnTo>
                    <a:pt x="4111568" y="4414414"/>
                  </a:lnTo>
                  <a:lnTo>
                    <a:pt x="4183108" y="4416877"/>
                  </a:lnTo>
                  <a:lnTo>
                    <a:pt x="4260785" y="4419115"/>
                  </a:lnTo>
                  <a:lnTo>
                    <a:pt x="4345161" y="4421152"/>
                  </a:lnTo>
                  <a:lnTo>
                    <a:pt x="4436564" y="4423009"/>
                  </a:lnTo>
                  <a:lnTo>
                    <a:pt x="4534978" y="4424700"/>
                  </a:lnTo>
                  <a:lnTo>
                    <a:pt x="4639897" y="4426237"/>
                  </a:lnTo>
                  <a:lnTo>
                    <a:pt x="4750181" y="4427625"/>
                  </a:lnTo>
                  <a:lnTo>
                    <a:pt x="4863928" y="4428866"/>
                  </a:lnTo>
                  <a:lnTo>
                    <a:pt x="4978422" y="4429957"/>
                  </a:lnTo>
                  <a:lnTo>
                    <a:pt x="5090199" y="4430897"/>
                  </a:lnTo>
                  <a:lnTo>
                    <a:pt x="5195292" y="4431682"/>
                  </a:lnTo>
                  <a:lnTo>
                    <a:pt x="5289658" y="4432313"/>
                  </a:lnTo>
                  <a:lnTo>
                    <a:pt x="5369747" y="4432795"/>
                  </a:lnTo>
                  <a:lnTo>
                    <a:pt x="5433085" y="4433140"/>
                  </a:lnTo>
                  <a:lnTo>
                    <a:pt x="5478755" y="4433366"/>
                  </a:lnTo>
                  <a:lnTo>
                    <a:pt x="5507626" y="4433496"/>
                  </a:lnTo>
                  <a:lnTo>
                    <a:pt x="5522338" y="4433557"/>
                  </a:lnTo>
                  <a:lnTo>
                    <a:pt x="5527099" y="4433575"/>
                  </a:lnTo>
                  <a:lnTo>
                    <a:pt x="5527445" y="4433576"/>
                  </a:lnTo>
                  <a:lnTo>
                    <a:pt x="6522385" y="4433576"/>
                  </a:lnTo>
                  <a:lnTo>
                    <a:pt x="6523387" y="4433502"/>
                  </a:lnTo>
                  <a:lnTo>
                    <a:pt x="6530013" y="4432972"/>
                  </a:lnTo>
                  <a:lnTo>
                    <a:pt x="6546860" y="4431511"/>
                  </a:lnTo>
                  <a:lnTo>
                    <a:pt x="6577340" y="4428630"/>
                  </a:lnTo>
                  <a:lnTo>
                    <a:pt x="6623497" y="4423860"/>
                  </a:lnTo>
                  <a:lnTo>
                    <a:pt x="6685870" y="4416793"/>
                  </a:lnTo>
                  <a:lnTo>
                    <a:pt x="6763498" y="4407109"/>
                  </a:lnTo>
                  <a:lnTo>
                    <a:pt x="6854134" y="4394602"/>
                  </a:lnTo>
                  <a:lnTo>
                    <a:pt x="6954635" y="4379176"/>
                  </a:lnTo>
                  <a:lnTo>
                    <a:pt x="7061444" y="4360823"/>
                  </a:lnTo>
                  <a:lnTo>
                    <a:pt x="7171050" y="4339587"/>
                  </a:lnTo>
                  <a:lnTo>
                    <a:pt x="7280342" y="4315526"/>
                  </a:lnTo>
                  <a:lnTo>
                    <a:pt x="7386823" y="4288677"/>
                  </a:lnTo>
                  <a:lnTo>
                    <a:pt x="7488685" y="4259024"/>
                  </a:lnTo>
                  <a:lnTo>
                    <a:pt x="7584776" y="4226480"/>
                  </a:lnTo>
                  <a:lnTo>
                    <a:pt x="7674513" y="4190880"/>
                  </a:lnTo>
                  <a:lnTo>
                    <a:pt x="7757757" y="4151972"/>
                  </a:lnTo>
                  <a:lnTo>
                    <a:pt x="7834706" y="4109423"/>
                  </a:lnTo>
                  <a:lnTo>
                    <a:pt x="7905782" y="4062820"/>
                  </a:lnTo>
                  <a:lnTo>
                    <a:pt x="7971554" y="4011690"/>
                  </a:lnTo>
                  <a:lnTo>
                    <a:pt x="8032673" y="3955511"/>
                  </a:lnTo>
                  <a:lnTo>
                    <a:pt x="8089824" y="3893750"/>
                  </a:lnTo>
                  <a:lnTo>
                    <a:pt x="8143687" y="3825916"/>
                  </a:lnTo>
                  <a:lnTo>
                    <a:pt x="8194908" y="3751640"/>
                  </a:lnTo>
                  <a:lnTo>
                    <a:pt x="8229629" y="3695520"/>
                  </a:lnTo>
                  <a:lnTo>
                    <a:pt x="8266600" y="3630532"/>
                  </a:lnTo>
                  <a:lnTo>
                    <a:pt x="8302769" y="3561630"/>
                  </a:lnTo>
                  <a:lnTo>
                    <a:pt x="8338315" y="3488736"/>
                  </a:lnTo>
                  <a:lnTo>
                    <a:pt x="8373390" y="3411812"/>
                  </a:lnTo>
                  <a:lnTo>
                    <a:pt x="8408119" y="3330866"/>
                  </a:lnTo>
                  <a:lnTo>
                    <a:pt x="8442606" y="3245954"/>
                  </a:lnTo>
                  <a:lnTo>
                    <a:pt x="8476936" y="3157185"/>
                  </a:lnTo>
                  <a:lnTo>
                    <a:pt x="8511177" y="3064723"/>
                  </a:lnTo>
                  <a:lnTo>
                    <a:pt x="8545380" y="2968789"/>
                  </a:lnTo>
                  <a:lnTo>
                    <a:pt x="8579582" y="2869657"/>
                  </a:lnTo>
                  <a:lnTo>
                    <a:pt x="8613809" y="2767658"/>
                  </a:lnTo>
                  <a:lnTo>
                    <a:pt x="8648074" y="2663172"/>
                  </a:lnTo>
                  <a:lnTo>
                    <a:pt x="8682381" y="2556626"/>
                  </a:lnTo>
                  <a:lnTo>
                    <a:pt x="8716729" y="2448487"/>
                  </a:lnTo>
                  <a:lnTo>
                    <a:pt x="8751107" y="2339249"/>
                  </a:lnTo>
                  <a:lnTo>
                    <a:pt x="8785501" y="2229433"/>
                  </a:lnTo>
                  <a:lnTo>
                    <a:pt x="8819898" y="2119568"/>
                  </a:lnTo>
                  <a:lnTo>
                    <a:pt x="8854279" y="2010186"/>
                  </a:lnTo>
                  <a:lnTo>
                    <a:pt x="8888633" y="1901808"/>
                  </a:lnTo>
                  <a:lnTo>
                    <a:pt x="8922949" y="1794936"/>
                  </a:lnTo>
                  <a:lnTo>
                    <a:pt x="8957222" y="1690042"/>
                  </a:lnTo>
                  <a:lnTo>
                    <a:pt x="8991454" y="1587559"/>
                  </a:lnTo>
                  <a:lnTo>
                    <a:pt x="9025660" y="1487878"/>
                  </a:lnTo>
                  <a:lnTo>
                    <a:pt x="9059860" y="1391338"/>
                  </a:lnTo>
                  <a:lnTo>
                    <a:pt x="9094090" y="1298225"/>
                  </a:lnTo>
                  <a:lnTo>
                    <a:pt x="9128399" y="1208769"/>
                  </a:lnTo>
                  <a:lnTo>
                    <a:pt x="9162852" y="1123144"/>
                  </a:lnTo>
                  <a:lnTo>
                    <a:pt x="9197530" y="1041469"/>
                  </a:lnTo>
                  <a:lnTo>
                    <a:pt x="9232533" y="963809"/>
                  </a:lnTo>
                  <a:lnTo>
                    <a:pt x="9267983" y="890182"/>
                  </a:lnTo>
                  <a:lnTo>
                    <a:pt x="9304026" y="820557"/>
                  </a:lnTo>
                  <a:lnTo>
                    <a:pt x="9340835" y="754862"/>
                  </a:lnTo>
                  <a:lnTo>
                    <a:pt x="9347647" y="743296"/>
                  </a:lnTo>
                  <a:lnTo>
                    <a:pt x="9397361" y="664401"/>
                  </a:lnTo>
                  <a:lnTo>
                    <a:pt x="9449303" y="592067"/>
                  </a:lnTo>
                  <a:lnTo>
                    <a:pt x="9504075" y="526085"/>
                  </a:lnTo>
                  <a:lnTo>
                    <a:pt x="9562334" y="466039"/>
                  </a:lnTo>
                  <a:lnTo>
                    <a:pt x="9624766" y="411418"/>
                  </a:lnTo>
                  <a:lnTo>
                    <a:pt x="9692050" y="361687"/>
                  </a:lnTo>
                  <a:lnTo>
                    <a:pt x="9764818" y="316337"/>
                  </a:lnTo>
                  <a:lnTo>
                    <a:pt x="9843603" y="274909"/>
                  </a:lnTo>
                  <a:lnTo>
                    <a:pt x="9928771" y="237016"/>
                  </a:lnTo>
                  <a:lnTo>
                    <a:pt x="10020429" y="202348"/>
                  </a:lnTo>
                  <a:lnTo>
                    <a:pt x="10118321" y="170678"/>
                  </a:lnTo>
                  <a:lnTo>
                    <a:pt x="10221705" y="141864"/>
                  </a:lnTo>
                  <a:lnTo>
                    <a:pt x="10329243" y="115843"/>
                  </a:lnTo>
                  <a:lnTo>
                    <a:pt x="10438919" y="92617"/>
                  </a:lnTo>
                  <a:lnTo>
                    <a:pt x="10548042" y="72231"/>
                  </a:lnTo>
                  <a:lnTo>
                    <a:pt x="10653352" y="54745"/>
                  </a:lnTo>
                  <a:lnTo>
                    <a:pt x="10751281" y="40192"/>
                  </a:lnTo>
                  <a:lnTo>
                    <a:pt x="10838345" y="28540"/>
                  </a:lnTo>
                  <a:lnTo>
                    <a:pt x="10911620" y="19661"/>
                  </a:lnTo>
                  <a:lnTo>
                    <a:pt x="10969206" y="13314"/>
                  </a:lnTo>
                  <a:lnTo>
                    <a:pt x="11010575" y="9152"/>
                  </a:lnTo>
                  <a:lnTo>
                    <a:pt x="11036721" y="6744"/>
                  </a:lnTo>
                  <a:lnTo>
                    <a:pt x="11050116" y="5611"/>
                  </a:lnTo>
                  <a:lnTo>
                    <a:pt x="11054538" y="526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89" y="74"/>
                  </a:lnTo>
                  <a:lnTo>
                    <a:pt x="11047263" y="603"/>
                  </a:lnTo>
                  <a:lnTo>
                    <a:pt x="11030416" y="2064"/>
                  </a:lnTo>
                  <a:lnTo>
                    <a:pt x="10999937" y="4946"/>
                  </a:lnTo>
                  <a:lnTo>
                    <a:pt x="10953780" y="9715"/>
                  </a:lnTo>
                  <a:lnTo>
                    <a:pt x="10891406" y="16783"/>
                  </a:lnTo>
                  <a:lnTo>
                    <a:pt x="10813778" y="26467"/>
                  </a:lnTo>
                  <a:lnTo>
                    <a:pt x="10723143" y="38973"/>
                  </a:lnTo>
                  <a:lnTo>
                    <a:pt x="10622642" y="54399"/>
                  </a:lnTo>
                  <a:lnTo>
                    <a:pt x="10515833" y="72753"/>
                  </a:lnTo>
                  <a:lnTo>
                    <a:pt x="10406227" y="93989"/>
                  </a:lnTo>
                  <a:lnTo>
                    <a:pt x="10296935" y="118049"/>
                  </a:lnTo>
                  <a:lnTo>
                    <a:pt x="10190454" y="144899"/>
                  </a:lnTo>
                  <a:lnTo>
                    <a:pt x="10088592" y="174552"/>
                  </a:lnTo>
                  <a:lnTo>
                    <a:pt x="9992500" y="207095"/>
                  </a:lnTo>
                  <a:lnTo>
                    <a:pt x="9902764" y="242695"/>
                  </a:lnTo>
                  <a:lnTo>
                    <a:pt x="9819519" y="281603"/>
                  </a:lnTo>
                  <a:lnTo>
                    <a:pt x="9742571" y="324153"/>
                  </a:lnTo>
                  <a:lnTo>
                    <a:pt x="9671495" y="370755"/>
                  </a:lnTo>
                  <a:lnTo>
                    <a:pt x="9605723" y="421886"/>
                  </a:lnTo>
                  <a:lnTo>
                    <a:pt x="9544604" y="478065"/>
                  </a:lnTo>
                  <a:lnTo>
                    <a:pt x="9487453" y="539825"/>
                  </a:lnTo>
                  <a:lnTo>
                    <a:pt x="9433589" y="607659"/>
                  </a:lnTo>
                  <a:lnTo>
                    <a:pt x="9382369" y="681935"/>
                  </a:lnTo>
                  <a:lnTo>
                    <a:pt x="9347647" y="738055"/>
                  </a:lnTo>
                  <a:lnTo>
                    <a:pt x="9310677" y="803044"/>
                  </a:lnTo>
                  <a:lnTo>
                    <a:pt x="9274508" y="871945"/>
                  </a:lnTo>
                  <a:lnTo>
                    <a:pt x="9238961" y="944839"/>
                  </a:lnTo>
                  <a:lnTo>
                    <a:pt x="9203887" y="1021763"/>
                  </a:lnTo>
                  <a:lnTo>
                    <a:pt x="9169158" y="1102710"/>
                  </a:lnTo>
                  <a:lnTo>
                    <a:pt x="9134670" y="1187622"/>
                  </a:lnTo>
                  <a:lnTo>
                    <a:pt x="9100340" y="1276390"/>
                  </a:lnTo>
                  <a:lnTo>
                    <a:pt x="9066099" y="1368852"/>
                  </a:lnTo>
                  <a:lnTo>
                    <a:pt x="9031897" y="1464787"/>
                  </a:lnTo>
                  <a:lnTo>
                    <a:pt x="8997695" y="1563918"/>
                  </a:lnTo>
                  <a:lnTo>
                    <a:pt x="8963468" y="1665918"/>
                  </a:lnTo>
                  <a:lnTo>
                    <a:pt x="8929203" y="1770403"/>
                  </a:lnTo>
                  <a:lnTo>
                    <a:pt x="8894895" y="1876949"/>
                  </a:lnTo>
                  <a:lnTo>
                    <a:pt x="8860548" y="1985089"/>
                  </a:lnTo>
                  <a:lnTo>
                    <a:pt x="8826170" y="2094326"/>
                  </a:lnTo>
                  <a:lnTo>
                    <a:pt x="8791775" y="2204142"/>
                  </a:lnTo>
                  <a:lnTo>
                    <a:pt x="8757379" y="2314007"/>
                  </a:lnTo>
                  <a:lnTo>
                    <a:pt x="8722997" y="2423389"/>
                  </a:lnTo>
                  <a:lnTo>
                    <a:pt x="8688643" y="2531767"/>
                  </a:lnTo>
                  <a:lnTo>
                    <a:pt x="8654328" y="2638639"/>
                  </a:lnTo>
                  <a:lnTo>
                    <a:pt x="8620055" y="2743534"/>
                  </a:lnTo>
                  <a:lnTo>
                    <a:pt x="8585822" y="2846016"/>
                  </a:lnTo>
                  <a:lnTo>
                    <a:pt x="8551617" y="2945697"/>
                  </a:lnTo>
                  <a:lnTo>
                    <a:pt x="8517417" y="3042237"/>
                  </a:lnTo>
                  <a:lnTo>
                    <a:pt x="8483186" y="3135350"/>
                  </a:lnTo>
                  <a:lnTo>
                    <a:pt x="8448877" y="3224806"/>
                  </a:lnTo>
                  <a:lnTo>
                    <a:pt x="8414424" y="3310431"/>
                  </a:lnTo>
                  <a:lnTo>
                    <a:pt x="8379747" y="3392107"/>
                  </a:lnTo>
                  <a:lnTo>
                    <a:pt x="8344744" y="3469766"/>
                  </a:lnTo>
                  <a:lnTo>
                    <a:pt x="8309294" y="3543394"/>
                  </a:lnTo>
                  <a:lnTo>
                    <a:pt x="8273251" y="3613019"/>
                  </a:lnTo>
                  <a:lnTo>
                    <a:pt x="8236441" y="3678713"/>
                  </a:lnTo>
                  <a:lnTo>
                    <a:pt x="8229629" y="3690279"/>
                  </a:lnTo>
                  <a:lnTo>
                    <a:pt x="8179916" y="3769174"/>
                  </a:lnTo>
                  <a:lnTo>
                    <a:pt x="8127973" y="3841508"/>
                  </a:lnTo>
                  <a:lnTo>
                    <a:pt x="8073202" y="3907490"/>
                  </a:lnTo>
                  <a:lnTo>
                    <a:pt x="8014943" y="3967536"/>
                  </a:lnTo>
                  <a:lnTo>
                    <a:pt x="7952511" y="4022158"/>
                  </a:lnTo>
                  <a:lnTo>
                    <a:pt x="7885227" y="4071889"/>
                  </a:lnTo>
                  <a:lnTo>
                    <a:pt x="7812459" y="4117239"/>
                  </a:lnTo>
                  <a:lnTo>
                    <a:pt x="7733674" y="4158666"/>
                  </a:lnTo>
                  <a:lnTo>
                    <a:pt x="7648506" y="4196559"/>
                  </a:lnTo>
                  <a:lnTo>
                    <a:pt x="7556847" y="4231228"/>
                  </a:lnTo>
                  <a:lnTo>
                    <a:pt x="7458955" y="4262898"/>
                  </a:lnTo>
                  <a:lnTo>
                    <a:pt x="7355571" y="4291712"/>
                  </a:lnTo>
                  <a:lnTo>
                    <a:pt x="7248034" y="4317733"/>
                  </a:lnTo>
                  <a:lnTo>
                    <a:pt x="7138358" y="4340959"/>
                  </a:lnTo>
                  <a:lnTo>
                    <a:pt x="7029235" y="4361344"/>
                  </a:lnTo>
                  <a:lnTo>
                    <a:pt x="6923925" y="4378830"/>
                  </a:lnTo>
                  <a:lnTo>
                    <a:pt x="6825995" y="4393383"/>
                  </a:lnTo>
                  <a:lnTo>
                    <a:pt x="6738931" y="4405036"/>
                  </a:lnTo>
                  <a:lnTo>
                    <a:pt x="6665657" y="4413915"/>
                  </a:lnTo>
                  <a:lnTo>
                    <a:pt x="6608071" y="4420261"/>
                  </a:lnTo>
                  <a:lnTo>
                    <a:pt x="6566702" y="4424423"/>
                  </a:lnTo>
                  <a:lnTo>
                    <a:pt x="6540556" y="4426832"/>
                  </a:lnTo>
                  <a:lnTo>
                    <a:pt x="6527161" y="4427965"/>
                  </a:lnTo>
                  <a:lnTo>
                    <a:pt x="6522738" y="4428310"/>
                  </a:lnTo>
                  <a:lnTo>
                    <a:pt x="6522385" y="4428335"/>
                  </a:lnTo>
                  <a:lnTo>
                    <a:pt x="5527445" y="4428335"/>
                  </a:lnTo>
                  <a:lnTo>
                    <a:pt x="5526309" y="4428331"/>
                  </a:lnTo>
                  <a:lnTo>
                    <a:pt x="5518812" y="4428302"/>
                  </a:lnTo>
                  <a:lnTo>
                    <a:pt x="5499813" y="4428221"/>
                  </a:lnTo>
                  <a:lnTo>
                    <a:pt x="5465597" y="4428062"/>
                  </a:lnTo>
                  <a:lnTo>
                    <a:pt x="5414093" y="4427799"/>
                  </a:lnTo>
                  <a:lnTo>
                    <a:pt x="5345033" y="4427411"/>
                  </a:lnTo>
                  <a:lnTo>
                    <a:pt x="5259887" y="4426881"/>
                  </a:lnTo>
                  <a:lnTo>
                    <a:pt x="5161545" y="4426199"/>
                  </a:lnTo>
                  <a:lnTo>
                    <a:pt x="5053788" y="4425363"/>
                  </a:lnTo>
                  <a:lnTo>
                    <a:pt x="4940692" y="4424373"/>
                  </a:lnTo>
                  <a:lnTo>
                    <a:pt x="4826096" y="4423231"/>
                  </a:lnTo>
                  <a:lnTo>
                    <a:pt x="4713233" y="4421942"/>
                  </a:lnTo>
                  <a:lnTo>
                    <a:pt x="4604551" y="4420505"/>
                  </a:lnTo>
                  <a:lnTo>
                    <a:pt x="4501690" y="4418918"/>
                  </a:lnTo>
                  <a:lnTo>
                    <a:pt x="4405565" y="4417173"/>
                  </a:lnTo>
                  <a:lnTo>
                    <a:pt x="4316503" y="4415259"/>
                  </a:lnTo>
                  <a:lnTo>
                    <a:pt x="4234391" y="4413158"/>
                  </a:lnTo>
                  <a:lnTo>
                    <a:pt x="4158813" y="4410848"/>
                  </a:lnTo>
                  <a:lnTo>
                    <a:pt x="4089153" y="4408305"/>
                  </a:lnTo>
                  <a:lnTo>
                    <a:pt x="4024686" y="4405500"/>
                  </a:lnTo>
                  <a:lnTo>
                    <a:pt x="3964636" y="4402403"/>
                  </a:lnTo>
                  <a:lnTo>
                    <a:pt x="3908228" y="4398988"/>
                  </a:lnTo>
                  <a:lnTo>
                    <a:pt x="3854725" y="4395232"/>
                  </a:lnTo>
                  <a:lnTo>
                    <a:pt x="3820202" y="4392524"/>
                  </a:lnTo>
                  <a:lnTo>
                    <a:pt x="3758793" y="4387140"/>
                  </a:lnTo>
                  <a:lnTo>
                    <a:pt x="3699296" y="4381218"/>
                  </a:lnTo>
                  <a:lnTo>
                    <a:pt x="3641000" y="4374748"/>
                  </a:lnTo>
                  <a:lnTo>
                    <a:pt x="3583383" y="4367741"/>
                  </a:lnTo>
                  <a:lnTo>
                    <a:pt x="3526077" y="4360225"/>
                  </a:lnTo>
                  <a:lnTo>
                    <a:pt x="3468840" y="4352252"/>
                  </a:lnTo>
                  <a:lnTo>
                    <a:pt x="3411537" y="4343892"/>
                  </a:lnTo>
                  <a:lnTo>
                    <a:pt x="3354119" y="4335235"/>
                  </a:lnTo>
                  <a:lnTo>
                    <a:pt x="3296600" y="4326389"/>
                  </a:lnTo>
                  <a:lnTo>
                    <a:pt x="3239037" y="4317468"/>
                  </a:lnTo>
                  <a:lnTo>
                    <a:pt x="3181502" y="4308594"/>
                  </a:lnTo>
                  <a:lnTo>
                    <a:pt x="3124058" y="4299884"/>
                  </a:lnTo>
                  <a:lnTo>
                    <a:pt x="3066730" y="4291447"/>
                  </a:lnTo>
                  <a:lnTo>
                    <a:pt x="3009486" y="4283377"/>
                  </a:lnTo>
                  <a:lnTo>
                    <a:pt x="2952213" y="4275751"/>
                  </a:lnTo>
                  <a:lnTo>
                    <a:pt x="2894696" y="4268623"/>
                  </a:lnTo>
                  <a:lnTo>
                    <a:pt x="2836596" y="4262028"/>
                  </a:lnTo>
                  <a:lnTo>
                    <a:pt x="2777431" y="4255979"/>
                  </a:lnTo>
                  <a:lnTo>
                    <a:pt x="2716537" y="4250473"/>
                  </a:lnTo>
                  <a:lnTo>
                    <a:pt x="2702183" y="4249280"/>
                  </a:lnTo>
                  <a:lnTo>
                    <a:pt x="2650254" y="4245292"/>
                  </a:lnTo>
                  <a:lnTo>
                    <a:pt x="2595868" y="4241651"/>
                  </a:lnTo>
                  <a:lnTo>
                    <a:pt x="2538340" y="4238344"/>
                  </a:lnTo>
                  <a:lnTo>
                    <a:pt x="2476916" y="4235347"/>
                  </a:lnTo>
                  <a:lnTo>
                    <a:pt x="2410817" y="4232631"/>
                  </a:lnTo>
                  <a:lnTo>
                    <a:pt x="2339277" y="4230168"/>
                  </a:lnTo>
                  <a:lnTo>
                    <a:pt x="2261600" y="4227930"/>
                  </a:lnTo>
                  <a:lnTo>
                    <a:pt x="2177224" y="4225893"/>
                  </a:lnTo>
                  <a:lnTo>
                    <a:pt x="2085821" y="4224036"/>
                  </a:lnTo>
                  <a:lnTo>
                    <a:pt x="1987407" y="4222345"/>
                  </a:lnTo>
                  <a:lnTo>
                    <a:pt x="1882488" y="4220808"/>
                  </a:lnTo>
                  <a:lnTo>
                    <a:pt x="1772204" y="4219420"/>
                  </a:lnTo>
                  <a:lnTo>
                    <a:pt x="1658457" y="4218180"/>
                  </a:lnTo>
                  <a:lnTo>
                    <a:pt x="1543963" y="4217088"/>
                  </a:lnTo>
                  <a:lnTo>
                    <a:pt x="1432186" y="4216148"/>
                  </a:lnTo>
                  <a:lnTo>
                    <a:pt x="1327093" y="4215363"/>
                  </a:lnTo>
                  <a:lnTo>
                    <a:pt x="1232727" y="4214732"/>
                  </a:lnTo>
                  <a:lnTo>
                    <a:pt x="1152638" y="4214251"/>
                  </a:lnTo>
                  <a:lnTo>
                    <a:pt x="1089300" y="4213906"/>
                  </a:lnTo>
                  <a:lnTo>
                    <a:pt x="1043630" y="4213680"/>
                  </a:lnTo>
                  <a:lnTo>
                    <a:pt x="1014759" y="4213549"/>
                  </a:lnTo>
                  <a:lnTo>
                    <a:pt x="1000047" y="4213489"/>
                  </a:lnTo>
                  <a:lnTo>
                    <a:pt x="995286" y="4213471"/>
                  </a:lnTo>
                  <a:lnTo>
                    <a:pt x="994940" y="4213469"/>
                  </a:lnTo>
                  <a:lnTo>
                    <a:pt x="0" y="4213469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68" name="pl1767"/>
            <p:cNvSpPr/>
            <p:nvPr/>
          </p:nvSpPr>
          <p:spPr>
            <a:xfrm>
              <a:off x="1199187" y="1650635"/>
              <a:ext cx="12049831" cy="4428335"/>
            </a:xfrm>
            <a:custGeom>
              <a:avLst/>
              <a:pathLst>
                <a:path w="12049831" h="4428335">
                  <a:moveTo>
                    <a:pt x="0" y="4213469"/>
                  </a:moveTo>
                  <a:lnTo>
                    <a:pt x="994940" y="4213469"/>
                  </a:lnTo>
                  <a:lnTo>
                    <a:pt x="996076" y="4213473"/>
                  </a:lnTo>
                  <a:lnTo>
                    <a:pt x="1003573" y="4213503"/>
                  </a:lnTo>
                  <a:lnTo>
                    <a:pt x="1022572" y="4213583"/>
                  </a:lnTo>
                  <a:lnTo>
                    <a:pt x="1056788" y="4213742"/>
                  </a:lnTo>
                  <a:lnTo>
                    <a:pt x="1108292" y="4214005"/>
                  </a:lnTo>
                  <a:lnTo>
                    <a:pt x="1177352" y="4214394"/>
                  </a:lnTo>
                  <a:lnTo>
                    <a:pt x="1262498" y="4214924"/>
                  </a:lnTo>
                  <a:lnTo>
                    <a:pt x="1360840" y="4215606"/>
                  </a:lnTo>
                  <a:lnTo>
                    <a:pt x="1468597" y="4216442"/>
                  </a:lnTo>
                  <a:lnTo>
                    <a:pt x="1581693" y="4217432"/>
                  </a:lnTo>
                  <a:lnTo>
                    <a:pt x="1696289" y="4218573"/>
                  </a:lnTo>
                  <a:lnTo>
                    <a:pt x="1809152" y="4219863"/>
                  </a:lnTo>
                  <a:lnTo>
                    <a:pt x="1917834" y="4221299"/>
                  </a:lnTo>
                  <a:lnTo>
                    <a:pt x="2020695" y="4222887"/>
                  </a:lnTo>
                  <a:lnTo>
                    <a:pt x="2116820" y="4224631"/>
                  </a:lnTo>
                  <a:lnTo>
                    <a:pt x="2205882" y="4226546"/>
                  </a:lnTo>
                  <a:lnTo>
                    <a:pt x="2287994" y="4228647"/>
                  </a:lnTo>
                  <a:lnTo>
                    <a:pt x="2363572" y="4230956"/>
                  </a:lnTo>
                  <a:lnTo>
                    <a:pt x="2433232" y="4233500"/>
                  </a:lnTo>
                  <a:lnTo>
                    <a:pt x="2497699" y="4236305"/>
                  </a:lnTo>
                  <a:lnTo>
                    <a:pt x="2557749" y="4239401"/>
                  </a:lnTo>
                  <a:lnTo>
                    <a:pt x="2614157" y="4242817"/>
                  </a:lnTo>
                  <a:lnTo>
                    <a:pt x="2667660" y="4246572"/>
                  </a:lnTo>
                  <a:lnTo>
                    <a:pt x="2702183" y="4249280"/>
                  </a:lnTo>
                  <a:lnTo>
                    <a:pt x="2763592" y="4254664"/>
                  </a:lnTo>
                  <a:lnTo>
                    <a:pt x="2823089" y="4260587"/>
                  </a:lnTo>
                  <a:lnTo>
                    <a:pt x="2881385" y="4267056"/>
                  </a:lnTo>
                  <a:lnTo>
                    <a:pt x="2939002" y="4274064"/>
                  </a:lnTo>
                  <a:lnTo>
                    <a:pt x="2996308" y="4281579"/>
                  </a:lnTo>
                  <a:lnTo>
                    <a:pt x="3053545" y="4289553"/>
                  </a:lnTo>
                  <a:lnTo>
                    <a:pt x="3110848" y="4297913"/>
                  </a:lnTo>
                  <a:lnTo>
                    <a:pt x="3168266" y="4306569"/>
                  </a:lnTo>
                  <a:lnTo>
                    <a:pt x="3225785" y="4315416"/>
                  </a:lnTo>
                  <a:lnTo>
                    <a:pt x="3283348" y="4324337"/>
                  </a:lnTo>
                  <a:lnTo>
                    <a:pt x="3340883" y="4333211"/>
                  </a:lnTo>
                  <a:lnTo>
                    <a:pt x="3398327" y="4341921"/>
                  </a:lnTo>
                  <a:lnTo>
                    <a:pt x="3455655" y="4350358"/>
                  </a:lnTo>
                  <a:lnTo>
                    <a:pt x="3512899" y="4358428"/>
                  </a:lnTo>
                  <a:lnTo>
                    <a:pt x="3570172" y="4366054"/>
                  </a:lnTo>
                  <a:lnTo>
                    <a:pt x="3627689" y="4373182"/>
                  </a:lnTo>
                  <a:lnTo>
                    <a:pt x="3685789" y="4379777"/>
                  </a:lnTo>
                  <a:lnTo>
                    <a:pt x="3744954" y="4385825"/>
                  </a:lnTo>
                  <a:lnTo>
                    <a:pt x="3805848" y="4391331"/>
                  </a:lnTo>
                  <a:lnTo>
                    <a:pt x="3820202" y="4392524"/>
                  </a:lnTo>
                  <a:lnTo>
                    <a:pt x="3872131" y="4396512"/>
                  </a:lnTo>
                  <a:lnTo>
                    <a:pt x="3926517" y="4400154"/>
                  </a:lnTo>
                  <a:lnTo>
                    <a:pt x="3984045" y="4403461"/>
                  </a:lnTo>
                  <a:lnTo>
                    <a:pt x="4045469" y="4406458"/>
                  </a:lnTo>
                  <a:lnTo>
                    <a:pt x="4111568" y="4409173"/>
                  </a:lnTo>
                  <a:lnTo>
                    <a:pt x="4183108" y="4411636"/>
                  </a:lnTo>
                  <a:lnTo>
                    <a:pt x="4260785" y="4413874"/>
                  </a:lnTo>
                  <a:lnTo>
                    <a:pt x="4345161" y="4415911"/>
                  </a:lnTo>
                  <a:lnTo>
                    <a:pt x="4436564" y="4417768"/>
                  </a:lnTo>
                  <a:lnTo>
                    <a:pt x="4534978" y="4419460"/>
                  </a:lnTo>
                  <a:lnTo>
                    <a:pt x="4639897" y="4420996"/>
                  </a:lnTo>
                  <a:lnTo>
                    <a:pt x="4750181" y="4422384"/>
                  </a:lnTo>
                  <a:lnTo>
                    <a:pt x="4863928" y="4423625"/>
                  </a:lnTo>
                  <a:lnTo>
                    <a:pt x="4978422" y="4424717"/>
                  </a:lnTo>
                  <a:lnTo>
                    <a:pt x="5090199" y="4425656"/>
                  </a:lnTo>
                  <a:lnTo>
                    <a:pt x="5195292" y="4426441"/>
                  </a:lnTo>
                  <a:lnTo>
                    <a:pt x="5289658" y="4427072"/>
                  </a:lnTo>
                  <a:lnTo>
                    <a:pt x="5369747" y="4427554"/>
                  </a:lnTo>
                  <a:lnTo>
                    <a:pt x="5433085" y="4427899"/>
                  </a:lnTo>
                  <a:lnTo>
                    <a:pt x="5478755" y="4428125"/>
                  </a:lnTo>
                  <a:lnTo>
                    <a:pt x="5507626" y="4428255"/>
                  </a:lnTo>
                  <a:lnTo>
                    <a:pt x="5522338" y="4428316"/>
                  </a:lnTo>
                  <a:lnTo>
                    <a:pt x="5527099" y="4428334"/>
                  </a:lnTo>
                  <a:lnTo>
                    <a:pt x="5527445" y="4428335"/>
                  </a:lnTo>
                  <a:lnTo>
                    <a:pt x="6522385" y="4428335"/>
                  </a:lnTo>
                  <a:lnTo>
                    <a:pt x="6523387" y="4428261"/>
                  </a:lnTo>
                  <a:lnTo>
                    <a:pt x="6530013" y="4427732"/>
                  </a:lnTo>
                  <a:lnTo>
                    <a:pt x="6546860" y="4426271"/>
                  </a:lnTo>
                  <a:lnTo>
                    <a:pt x="6577340" y="4423389"/>
                  </a:lnTo>
                  <a:lnTo>
                    <a:pt x="6623497" y="4418620"/>
                  </a:lnTo>
                  <a:lnTo>
                    <a:pt x="6685870" y="4411552"/>
                  </a:lnTo>
                  <a:lnTo>
                    <a:pt x="6763498" y="4401868"/>
                  </a:lnTo>
                  <a:lnTo>
                    <a:pt x="6854134" y="4389362"/>
                  </a:lnTo>
                  <a:lnTo>
                    <a:pt x="6954635" y="4373936"/>
                  </a:lnTo>
                  <a:lnTo>
                    <a:pt x="7061444" y="4355582"/>
                  </a:lnTo>
                  <a:lnTo>
                    <a:pt x="7171050" y="4334346"/>
                  </a:lnTo>
                  <a:lnTo>
                    <a:pt x="7280342" y="4310285"/>
                  </a:lnTo>
                  <a:lnTo>
                    <a:pt x="7386823" y="4283436"/>
                  </a:lnTo>
                  <a:lnTo>
                    <a:pt x="7488685" y="4253783"/>
                  </a:lnTo>
                  <a:lnTo>
                    <a:pt x="7584776" y="4221240"/>
                  </a:lnTo>
                  <a:lnTo>
                    <a:pt x="7674513" y="4185640"/>
                  </a:lnTo>
                  <a:lnTo>
                    <a:pt x="7757757" y="4146732"/>
                  </a:lnTo>
                  <a:lnTo>
                    <a:pt x="7834706" y="4104182"/>
                  </a:lnTo>
                  <a:lnTo>
                    <a:pt x="7905782" y="4057580"/>
                  </a:lnTo>
                  <a:lnTo>
                    <a:pt x="7971554" y="4006449"/>
                  </a:lnTo>
                  <a:lnTo>
                    <a:pt x="8032673" y="3950270"/>
                  </a:lnTo>
                  <a:lnTo>
                    <a:pt x="8089824" y="3888510"/>
                  </a:lnTo>
                  <a:lnTo>
                    <a:pt x="8143687" y="3820676"/>
                  </a:lnTo>
                  <a:lnTo>
                    <a:pt x="8194908" y="3746399"/>
                  </a:lnTo>
                  <a:lnTo>
                    <a:pt x="8229629" y="3690279"/>
                  </a:lnTo>
                  <a:lnTo>
                    <a:pt x="8266600" y="3625291"/>
                  </a:lnTo>
                  <a:lnTo>
                    <a:pt x="8302769" y="3556389"/>
                  </a:lnTo>
                  <a:lnTo>
                    <a:pt x="8338315" y="3483495"/>
                  </a:lnTo>
                  <a:lnTo>
                    <a:pt x="8373390" y="3406572"/>
                  </a:lnTo>
                  <a:lnTo>
                    <a:pt x="8408119" y="3325625"/>
                  </a:lnTo>
                  <a:lnTo>
                    <a:pt x="8442606" y="3240713"/>
                  </a:lnTo>
                  <a:lnTo>
                    <a:pt x="8476936" y="3151944"/>
                  </a:lnTo>
                  <a:lnTo>
                    <a:pt x="8511177" y="3059483"/>
                  </a:lnTo>
                  <a:lnTo>
                    <a:pt x="8545380" y="2963548"/>
                  </a:lnTo>
                  <a:lnTo>
                    <a:pt x="8579582" y="2864416"/>
                  </a:lnTo>
                  <a:lnTo>
                    <a:pt x="8613809" y="2762417"/>
                  </a:lnTo>
                  <a:lnTo>
                    <a:pt x="8648074" y="2657932"/>
                  </a:lnTo>
                  <a:lnTo>
                    <a:pt x="8682381" y="2551386"/>
                  </a:lnTo>
                  <a:lnTo>
                    <a:pt x="8716729" y="2443246"/>
                  </a:lnTo>
                  <a:lnTo>
                    <a:pt x="8751107" y="2334009"/>
                  </a:lnTo>
                  <a:lnTo>
                    <a:pt x="8785501" y="2224192"/>
                  </a:lnTo>
                  <a:lnTo>
                    <a:pt x="8819898" y="2114328"/>
                  </a:lnTo>
                  <a:lnTo>
                    <a:pt x="8854279" y="2004946"/>
                  </a:lnTo>
                  <a:lnTo>
                    <a:pt x="8888633" y="1896568"/>
                  </a:lnTo>
                  <a:lnTo>
                    <a:pt x="8922949" y="1789696"/>
                  </a:lnTo>
                  <a:lnTo>
                    <a:pt x="8957222" y="1684801"/>
                  </a:lnTo>
                  <a:lnTo>
                    <a:pt x="8991454" y="1582319"/>
                  </a:lnTo>
                  <a:lnTo>
                    <a:pt x="9025660" y="1482638"/>
                  </a:lnTo>
                  <a:lnTo>
                    <a:pt x="9059860" y="1386098"/>
                  </a:lnTo>
                  <a:lnTo>
                    <a:pt x="9094090" y="1292985"/>
                  </a:lnTo>
                  <a:lnTo>
                    <a:pt x="9128399" y="1203529"/>
                  </a:lnTo>
                  <a:lnTo>
                    <a:pt x="9162852" y="1117903"/>
                  </a:lnTo>
                  <a:lnTo>
                    <a:pt x="9197530" y="1036228"/>
                  </a:lnTo>
                  <a:lnTo>
                    <a:pt x="9232533" y="958569"/>
                  </a:lnTo>
                  <a:lnTo>
                    <a:pt x="9267983" y="884941"/>
                  </a:lnTo>
                  <a:lnTo>
                    <a:pt x="9304026" y="815316"/>
                  </a:lnTo>
                  <a:lnTo>
                    <a:pt x="9340835" y="749622"/>
                  </a:lnTo>
                  <a:lnTo>
                    <a:pt x="9347647" y="738055"/>
                  </a:lnTo>
                  <a:lnTo>
                    <a:pt x="9397361" y="659160"/>
                  </a:lnTo>
                  <a:lnTo>
                    <a:pt x="9449303" y="586827"/>
                  </a:lnTo>
                  <a:lnTo>
                    <a:pt x="9504075" y="520845"/>
                  </a:lnTo>
                  <a:lnTo>
                    <a:pt x="9562334" y="460799"/>
                  </a:lnTo>
                  <a:lnTo>
                    <a:pt x="9624766" y="406177"/>
                  </a:lnTo>
                  <a:lnTo>
                    <a:pt x="9692050" y="356446"/>
                  </a:lnTo>
                  <a:lnTo>
                    <a:pt x="9764818" y="311096"/>
                  </a:lnTo>
                  <a:lnTo>
                    <a:pt x="9843603" y="269669"/>
                  </a:lnTo>
                  <a:lnTo>
                    <a:pt x="9928771" y="231776"/>
                  </a:lnTo>
                  <a:lnTo>
                    <a:pt x="10020429" y="197107"/>
                  </a:lnTo>
                  <a:lnTo>
                    <a:pt x="10118321" y="165437"/>
                  </a:lnTo>
                  <a:lnTo>
                    <a:pt x="10221705" y="136623"/>
                  </a:lnTo>
                  <a:lnTo>
                    <a:pt x="10329243" y="110602"/>
                  </a:lnTo>
                  <a:lnTo>
                    <a:pt x="10438919" y="87376"/>
                  </a:lnTo>
                  <a:lnTo>
                    <a:pt x="10548042" y="66991"/>
                  </a:lnTo>
                  <a:lnTo>
                    <a:pt x="10653352" y="49505"/>
                  </a:lnTo>
                  <a:lnTo>
                    <a:pt x="10751281" y="34951"/>
                  </a:lnTo>
                  <a:lnTo>
                    <a:pt x="10838345" y="23299"/>
                  </a:lnTo>
                  <a:lnTo>
                    <a:pt x="10911620" y="14420"/>
                  </a:lnTo>
                  <a:lnTo>
                    <a:pt x="10969206" y="8074"/>
                  </a:lnTo>
                  <a:lnTo>
                    <a:pt x="11010575" y="3912"/>
                  </a:lnTo>
                  <a:lnTo>
                    <a:pt x="11036721" y="1503"/>
                  </a:lnTo>
                  <a:lnTo>
                    <a:pt x="11050116" y="370"/>
                  </a:lnTo>
                  <a:lnTo>
                    <a:pt x="11054538" y="2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9" name="pl1768"/>
            <p:cNvSpPr/>
            <p:nvPr/>
          </p:nvSpPr>
          <p:spPr>
            <a:xfrm>
              <a:off x="1199187" y="1645394"/>
              <a:ext cx="12049831" cy="4428335"/>
            </a:xfrm>
            <a:custGeom>
              <a:avLst/>
              <a:pathLst>
                <a:path w="12049831" h="4428335">
                  <a:moveTo>
                    <a:pt x="12049831" y="0"/>
                  </a:moveTo>
                  <a:lnTo>
                    <a:pt x="11054891" y="0"/>
                  </a:lnTo>
                  <a:lnTo>
                    <a:pt x="11053889" y="74"/>
                  </a:lnTo>
                  <a:lnTo>
                    <a:pt x="11047263" y="603"/>
                  </a:lnTo>
                  <a:lnTo>
                    <a:pt x="11030416" y="2064"/>
                  </a:lnTo>
                  <a:lnTo>
                    <a:pt x="10999937" y="4946"/>
                  </a:lnTo>
                  <a:lnTo>
                    <a:pt x="10953780" y="9715"/>
                  </a:lnTo>
                  <a:lnTo>
                    <a:pt x="10891406" y="16783"/>
                  </a:lnTo>
                  <a:lnTo>
                    <a:pt x="10813778" y="26467"/>
                  </a:lnTo>
                  <a:lnTo>
                    <a:pt x="10723143" y="38973"/>
                  </a:lnTo>
                  <a:lnTo>
                    <a:pt x="10622642" y="54399"/>
                  </a:lnTo>
                  <a:lnTo>
                    <a:pt x="10515833" y="72753"/>
                  </a:lnTo>
                  <a:lnTo>
                    <a:pt x="10406227" y="93989"/>
                  </a:lnTo>
                  <a:lnTo>
                    <a:pt x="10296935" y="118049"/>
                  </a:lnTo>
                  <a:lnTo>
                    <a:pt x="10190454" y="144899"/>
                  </a:lnTo>
                  <a:lnTo>
                    <a:pt x="10088592" y="174552"/>
                  </a:lnTo>
                  <a:lnTo>
                    <a:pt x="9992500" y="207095"/>
                  </a:lnTo>
                  <a:lnTo>
                    <a:pt x="9902764" y="242695"/>
                  </a:lnTo>
                  <a:lnTo>
                    <a:pt x="9819519" y="281603"/>
                  </a:lnTo>
                  <a:lnTo>
                    <a:pt x="9742571" y="324153"/>
                  </a:lnTo>
                  <a:lnTo>
                    <a:pt x="9671495" y="370755"/>
                  </a:lnTo>
                  <a:lnTo>
                    <a:pt x="9605723" y="421886"/>
                  </a:lnTo>
                  <a:lnTo>
                    <a:pt x="9544604" y="478065"/>
                  </a:lnTo>
                  <a:lnTo>
                    <a:pt x="9487453" y="539825"/>
                  </a:lnTo>
                  <a:lnTo>
                    <a:pt x="9433589" y="607659"/>
                  </a:lnTo>
                  <a:lnTo>
                    <a:pt x="9382369" y="681935"/>
                  </a:lnTo>
                  <a:lnTo>
                    <a:pt x="9347647" y="738055"/>
                  </a:lnTo>
                  <a:lnTo>
                    <a:pt x="9310677" y="803044"/>
                  </a:lnTo>
                  <a:lnTo>
                    <a:pt x="9274508" y="871945"/>
                  </a:lnTo>
                  <a:lnTo>
                    <a:pt x="9238961" y="944839"/>
                  </a:lnTo>
                  <a:lnTo>
                    <a:pt x="9203887" y="1021763"/>
                  </a:lnTo>
                  <a:lnTo>
                    <a:pt x="9169158" y="1102710"/>
                  </a:lnTo>
                  <a:lnTo>
                    <a:pt x="9134670" y="1187622"/>
                  </a:lnTo>
                  <a:lnTo>
                    <a:pt x="9100340" y="1276390"/>
                  </a:lnTo>
                  <a:lnTo>
                    <a:pt x="9066099" y="1368852"/>
                  </a:lnTo>
                  <a:lnTo>
                    <a:pt x="9031897" y="1464787"/>
                  </a:lnTo>
                  <a:lnTo>
                    <a:pt x="8997695" y="1563918"/>
                  </a:lnTo>
                  <a:lnTo>
                    <a:pt x="8963468" y="1665918"/>
                  </a:lnTo>
                  <a:lnTo>
                    <a:pt x="8929203" y="1770403"/>
                  </a:lnTo>
                  <a:lnTo>
                    <a:pt x="8894895" y="1876949"/>
                  </a:lnTo>
                  <a:lnTo>
                    <a:pt x="8860548" y="1985089"/>
                  </a:lnTo>
                  <a:lnTo>
                    <a:pt x="8826170" y="2094326"/>
                  </a:lnTo>
                  <a:lnTo>
                    <a:pt x="8791775" y="2204142"/>
                  </a:lnTo>
                  <a:lnTo>
                    <a:pt x="8757379" y="2314007"/>
                  </a:lnTo>
                  <a:lnTo>
                    <a:pt x="8722997" y="2423389"/>
                  </a:lnTo>
                  <a:lnTo>
                    <a:pt x="8688643" y="2531767"/>
                  </a:lnTo>
                  <a:lnTo>
                    <a:pt x="8654328" y="2638639"/>
                  </a:lnTo>
                  <a:lnTo>
                    <a:pt x="8620055" y="2743534"/>
                  </a:lnTo>
                  <a:lnTo>
                    <a:pt x="8585822" y="2846016"/>
                  </a:lnTo>
                  <a:lnTo>
                    <a:pt x="8551617" y="2945697"/>
                  </a:lnTo>
                  <a:lnTo>
                    <a:pt x="8517417" y="3042237"/>
                  </a:lnTo>
                  <a:lnTo>
                    <a:pt x="8483186" y="3135350"/>
                  </a:lnTo>
                  <a:lnTo>
                    <a:pt x="8448877" y="3224806"/>
                  </a:lnTo>
                  <a:lnTo>
                    <a:pt x="8414424" y="3310431"/>
                  </a:lnTo>
                  <a:lnTo>
                    <a:pt x="8379747" y="3392107"/>
                  </a:lnTo>
                  <a:lnTo>
                    <a:pt x="8344744" y="3469766"/>
                  </a:lnTo>
                  <a:lnTo>
                    <a:pt x="8309294" y="3543394"/>
                  </a:lnTo>
                  <a:lnTo>
                    <a:pt x="8273251" y="3613019"/>
                  </a:lnTo>
                  <a:lnTo>
                    <a:pt x="8236441" y="3678713"/>
                  </a:lnTo>
                  <a:lnTo>
                    <a:pt x="8229629" y="3690279"/>
                  </a:lnTo>
                  <a:lnTo>
                    <a:pt x="8179916" y="3769174"/>
                  </a:lnTo>
                  <a:lnTo>
                    <a:pt x="8127973" y="3841508"/>
                  </a:lnTo>
                  <a:lnTo>
                    <a:pt x="8073202" y="3907490"/>
                  </a:lnTo>
                  <a:lnTo>
                    <a:pt x="8014943" y="3967536"/>
                  </a:lnTo>
                  <a:lnTo>
                    <a:pt x="7952511" y="4022158"/>
                  </a:lnTo>
                  <a:lnTo>
                    <a:pt x="7885227" y="4071889"/>
                  </a:lnTo>
                  <a:lnTo>
                    <a:pt x="7812459" y="4117239"/>
                  </a:lnTo>
                  <a:lnTo>
                    <a:pt x="7733674" y="4158666"/>
                  </a:lnTo>
                  <a:lnTo>
                    <a:pt x="7648506" y="4196559"/>
                  </a:lnTo>
                  <a:lnTo>
                    <a:pt x="7556847" y="4231228"/>
                  </a:lnTo>
                  <a:lnTo>
                    <a:pt x="7458955" y="4262898"/>
                  </a:lnTo>
                  <a:lnTo>
                    <a:pt x="7355571" y="4291712"/>
                  </a:lnTo>
                  <a:lnTo>
                    <a:pt x="7248034" y="4317733"/>
                  </a:lnTo>
                  <a:lnTo>
                    <a:pt x="7138358" y="4340959"/>
                  </a:lnTo>
                  <a:lnTo>
                    <a:pt x="7029235" y="4361344"/>
                  </a:lnTo>
                  <a:lnTo>
                    <a:pt x="6923925" y="4378830"/>
                  </a:lnTo>
                  <a:lnTo>
                    <a:pt x="6825995" y="4393383"/>
                  </a:lnTo>
                  <a:lnTo>
                    <a:pt x="6738931" y="4405036"/>
                  </a:lnTo>
                  <a:lnTo>
                    <a:pt x="6665657" y="4413915"/>
                  </a:lnTo>
                  <a:lnTo>
                    <a:pt x="6608071" y="4420261"/>
                  </a:lnTo>
                  <a:lnTo>
                    <a:pt x="6566702" y="4424423"/>
                  </a:lnTo>
                  <a:lnTo>
                    <a:pt x="6540556" y="4426832"/>
                  </a:lnTo>
                  <a:lnTo>
                    <a:pt x="6527161" y="4427965"/>
                  </a:lnTo>
                  <a:lnTo>
                    <a:pt x="6522738" y="4428310"/>
                  </a:lnTo>
                  <a:lnTo>
                    <a:pt x="6522385" y="4428335"/>
                  </a:lnTo>
                  <a:lnTo>
                    <a:pt x="5527445" y="4428335"/>
                  </a:lnTo>
                  <a:lnTo>
                    <a:pt x="5526309" y="4428331"/>
                  </a:lnTo>
                  <a:lnTo>
                    <a:pt x="5518812" y="4428302"/>
                  </a:lnTo>
                  <a:lnTo>
                    <a:pt x="5499813" y="4428221"/>
                  </a:lnTo>
                  <a:lnTo>
                    <a:pt x="5465597" y="4428062"/>
                  </a:lnTo>
                  <a:lnTo>
                    <a:pt x="5414093" y="4427799"/>
                  </a:lnTo>
                  <a:lnTo>
                    <a:pt x="5345033" y="4427411"/>
                  </a:lnTo>
                  <a:lnTo>
                    <a:pt x="5259887" y="4426881"/>
                  </a:lnTo>
                  <a:lnTo>
                    <a:pt x="5161545" y="4426199"/>
                  </a:lnTo>
                  <a:lnTo>
                    <a:pt x="5053788" y="4425363"/>
                  </a:lnTo>
                  <a:lnTo>
                    <a:pt x="4940692" y="4424373"/>
                  </a:lnTo>
                  <a:lnTo>
                    <a:pt x="4826096" y="4423231"/>
                  </a:lnTo>
                  <a:lnTo>
                    <a:pt x="4713233" y="4421942"/>
                  </a:lnTo>
                  <a:lnTo>
                    <a:pt x="4604551" y="4420505"/>
                  </a:lnTo>
                  <a:lnTo>
                    <a:pt x="4501690" y="4418918"/>
                  </a:lnTo>
                  <a:lnTo>
                    <a:pt x="4405565" y="4417173"/>
                  </a:lnTo>
                  <a:lnTo>
                    <a:pt x="4316503" y="4415259"/>
                  </a:lnTo>
                  <a:lnTo>
                    <a:pt x="4234391" y="4413158"/>
                  </a:lnTo>
                  <a:lnTo>
                    <a:pt x="4158813" y="4410848"/>
                  </a:lnTo>
                  <a:lnTo>
                    <a:pt x="4089153" y="4408305"/>
                  </a:lnTo>
                  <a:lnTo>
                    <a:pt x="4024686" y="4405500"/>
                  </a:lnTo>
                  <a:lnTo>
                    <a:pt x="3964636" y="4402403"/>
                  </a:lnTo>
                  <a:lnTo>
                    <a:pt x="3908228" y="4398988"/>
                  </a:lnTo>
                  <a:lnTo>
                    <a:pt x="3854725" y="4395232"/>
                  </a:lnTo>
                  <a:lnTo>
                    <a:pt x="3820202" y="4392524"/>
                  </a:lnTo>
                  <a:lnTo>
                    <a:pt x="3758793" y="4387140"/>
                  </a:lnTo>
                  <a:lnTo>
                    <a:pt x="3699296" y="4381218"/>
                  </a:lnTo>
                  <a:lnTo>
                    <a:pt x="3641000" y="4374748"/>
                  </a:lnTo>
                  <a:lnTo>
                    <a:pt x="3583383" y="4367741"/>
                  </a:lnTo>
                  <a:lnTo>
                    <a:pt x="3526077" y="4360225"/>
                  </a:lnTo>
                  <a:lnTo>
                    <a:pt x="3468840" y="4352252"/>
                  </a:lnTo>
                  <a:lnTo>
                    <a:pt x="3411537" y="4343892"/>
                  </a:lnTo>
                  <a:lnTo>
                    <a:pt x="3354119" y="4335235"/>
                  </a:lnTo>
                  <a:lnTo>
                    <a:pt x="3296600" y="4326389"/>
                  </a:lnTo>
                  <a:lnTo>
                    <a:pt x="3239037" y="4317468"/>
                  </a:lnTo>
                  <a:lnTo>
                    <a:pt x="3181502" y="4308594"/>
                  </a:lnTo>
                  <a:lnTo>
                    <a:pt x="3124058" y="4299884"/>
                  </a:lnTo>
                  <a:lnTo>
                    <a:pt x="3066730" y="4291447"/>
                  </a:lnTo>
                  <a:lnTo>
                    <a:pt x="3009486" y="4283377"/>
                  </a:lnTo>
                  <a:lnTo>
                    <a:pt x="2952213" y="4275751"/>
                  </a:lnTo>
                  <a:lnTo>
                    <a:pt x="2894696" y="4268623"/>
                  </a:lnTo>
                  <a:lnTo>
                    <a:pt x="2836596" y="4262028"/>
                  </a:lnTo>
                  <a:lnTo>
                    <a:pt x="2777431" y="4255979"/>
                  </a:lnTo>
                  <a:lnTo>
                    <a:pt x="2716537" y="4250473"/>
                  </a:lnTo>
                  <a:lnTo>
                    <a:pt x="2702183" y="4249280"/>
                  </a:lnTo>
                  <a:lnTo>
                    <a:pt x="2650254" y="4245292"/>
                  </a:lnTo>
                  <a:lnTo>
                    <a:pt x="2595868" y="4241651"/>
                  </a:lnTo>
                  <a:lnTo>
                    <a:pt x="2538340" y="4238344"/>
                  </a:lnTo>
                  <a:lnTo>
                    <a:pt x="2476916" y="4235347"/>
                  </a:lnTo>
                  <a:lnTo>
                    <a:pt x="2410817" y="4232631"/>
                  </a:lnTo>
                  <a:lnTo>
                    <a:pt x="2339277" y="4230168"/>
                  </a:lnTo>
                  <a:lnTo>
                    <a:pt x="2261600" y="4227930"/>
                  </a:lnTo>
                  <a:lnTo>
                    <a:pt x="2177224" y="4225893"/>
                  </a:lnTo>
                  <a:lnTo>
                    <a:pt x="2085821" y="4224036"/>
                  </a:lnTo>
                  <a:lnTo>
                    <a:pt x="1987407" y="4222345"/>
                  </a:lnTo>
                  <a:lnTo>
                    <a:pt x="1882488" y="4220808"/>
                  </a:lnTo>
                  <a:lnTo>
                    <a:pt x="1772204" y="4219420"/>
                  </a:lnTo>
                  <a:lnTo>
                    <a:pt x="1658457" y="4218180"/>
                  </a:lnTo>
                  <a:lnTo>
                    <a:pt x="1543963" y="4217088"/>
                  </a:lnTo>
                  <a:lnTo>
                    <a:pt x="1432186" y="4216148"/>
                  </a:lnTo>
                  <a:lnTo>
                    <a:pt x="1327093" y="4215363"/>
                  </a:lnTo>
                  <a:lnTo>
                    <a:pt x="1232727" y="4214732"/>
                  </a:lnTo>
                  <a:lnTo>
                    <a:pt x="1152638" y="4214251"/>
                  </a:lnTo>
                  <a:lnTo>
                    <a:pt x="1089300" y="4213906"/>
                  </a:lnTo>
                  <a:lnTo>
                    <a:pt x="1043630" y="4213680"/>
                  </a:lnTo>
                  <a:lnTo>
                    <a:pt x="1014759" y="4213549"/>
                  </a:lnTo>
                  <a:lnTo>
                    <a:pt x="1000047" y="4213489"/>
                  </a:lnTo>
                  <a:lnTo>
                    <a:pt x="995286" y="4213471"/>
                  </a:lnTo>
                  <a:lnTo>
                    <a:pt x="994940" y="4213469"/>
                  </a:lnTo>
                  <a:lnTo>
                    <a:pt x="0" y="4213469"/>
                  </a:lnTo>
                  <a:lnTo>
                    <a:pt x="0" y="42134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0" name="pg1769"/>
            <p:cNvSpPr/>
            <p:nvPr/>
          </p:nvSpPr>
          <p:spPr>
            <a:xfrm>
              <a:off x="1199187" y="3427210"/>
              <a:ext cx="12049831" cy="2489301"/>
            </a:xfrm>
            <a:custGeom>
              <a:avLst/>
              <a:pathLst>
                <a:path w="12049831" h="2489301">
                  <a:moveTo>
                    <a:pt x="0" y="2389729"/>
                  </a:moveTo>
                  <a:lnTo>
                    <a:pt x="994940" y="2389729"/>
                  </a:lnTo>
                  <a:lnTo>
                    <a:pt x="996033" y="2389685"/>
                  </a:lnTo>
                  <a:lnTo>
                    <a:pt x="1003252" y="2389373"/>
                  </a:lnTo>
                  <a:lnTo>
                    <a:pt x="1021565" y="2388512"/>
                  </a:lnTo>
                  <a:lnTo>
                    <a:pt x="1054594" y="2386815"/>
                  </a:lnTo>
                  <a:lnTo>
                    <a:pt x="1104405" y="2384009"/>
                  </a:lnTo>
                  <a:lnTo>
                    <a:pt x="1171359" y="2379858"/>
                  </a:lnTo>
                  <a:lnTo>
                    <a:pt x="1254154" y="2374188"/>
                  </a:lnTo>
                  <a:lnTo>
                    <a:pt x="1350107" y="2366888"/>
                  </a:lnTo>
                  <a:lnTo>
                    <a:pt x="1455638" y="2357916"/>
                  </a:lnTo>
                  <a:lnTo>
                    <a:pt x="1566832" y="2347275"/>
                  </a:lnTo>
                  <a:lnTo>
                    <a:pt x="1679944" y="2334998"/>
                  </a:lnTo>
                  <a:lnTo>
                    <a:pt x="1791772" y="2321117"/>
                  </a:lnTo>
                  <a:lnTo>
                    <a:pt x="1899844" y="2305643"/>
                  </a:lnTo>
                  <a:lnTo>
                    <a:pt x="2002461" y="2288552"/>
                  </a:lnTo>
                  <a:lnTo>
                    <a:pt x="2098631" y="2269776"/>
                  </a:lnTo>
                  <a:lnTo>
                    <a:pt x="2187943" y="2249194"/>
                  </a:lnTo>
                  <a:lnTo>
                    <a:pt x="2270431" y="2226636"/>
                  </a:lnTo>
                  <a:lnTo>
                    <a:pt x="2346446" y="2201882"/>
                  </a:lnTo>
                  <a:lnTo>
                    <a:pt x="2416541" y="2174669"/>
                  </a:lnTo>
                  <a:lnTo>
                    <a:pt x="2481398" y="2144702"/>
                  </a:lnTo>
                  <a:lnTo>
                    <a:pt x="2541753" y="2111665"/>
                  </a:lnTo>
                  <a:lnTo>
                    <a:pt x="2598356" y="2075258"/>
                  </a:lnTo>
                  <a:lnTo>
                    <a:pt x="2651930" y="2035229"/>
                  </a:lnTo>
                  <a:lnTo>
                    <a:pt x="2702183" y="1992314"/>
                  </a:lnTo>
                  <a:lnTo>
                    <a:pt x="2749154" y="1947348"/>
                  </a:lnTo>
                  <a:lnTo>
                    <a:pt x="2794905" y="1898939"/>
                  </a:lnTo>
                  <a:lnTo>
                    <a:pt x="2839782" y="1847017"/>
                  </a:lnTo>
                  <a:lnTo>
                    <a:pt x="2884062" y="1791575"/>
                  </a:lnTo>
                  <a:lnTo>
                    <a:pt x="2927963" y="1732674"/>
                  </a:lnTo>
                  <a:lnTo>
                    <a:pt x="2971651" y="1670450"/>
                  </a:lnTo>
                  <a:lnTo>
                    <a:pt x="3015249" y="1605117"/>
                  </a:lnTo>
                  <a:lnTo>
                    <a:pt x="3058842" y="1536970"/>
                  </a:lnTo>
                  <a:lnTo>
                    <a:pt x="3102479" y="1466378"/>
                  </a:lnTo>
                  <a:lnTo>
                    <a:pt x="3146183" y="1393785"/>
                  </a:lnTo>
                  <a:lnTo>
                    <a:pt x="3189953" y="1319693"/>
                  </a:lnTo>
                  <a:lnTo>
                    <a:pt x="3233772" y="1244650"/>
                  </a:lnTo>
                  <a:lnTo>
                    <a:pt x="3277610" y="1169237"/>
                  </a:lnTo>
                  <a:lnTo>
                    <a:pt x="3321437" y="1094045"/>
                  </a:lnTo>
                  <a:lnTo>
                    <a:pt x="3365221" y="1019661"/>
                  </a:lnTo>
                  <a:lnTo>
                    <a:pt x="3408943" y="946642"/>
                  </a:lnTo>
                  <a:lnTo>
                    <a:pt x="3452595" y="875504"/>
                  </a:lnTo>
                  <a:lnTo>
                    <a:pt x="3496196" y="806706"/>
                  </a:lnTo>
                  <a:lnTo>
                    <a:pt x="3539786" y="740636"/>
                  </a:lnTo>
                  <a:lnTo>
                    <a:pt x="3583442" y="677608"/>
                  </a:lnTo>
                  <a:lnTo>
                    <a:pt x="3627275" y="617857"/>
                  </a:lnTo>
                  <a:lnTo>
                    <a:pt x="3671442" y="561539"/>
                  </a:lnTo>
                  <a:lnTo>
                    <a:pt x="3716146" y="508731"/>
                  </a:lnTo>
                  <a:lnTo>
                    <a:pt x="3761647" y="459444"/>
                  </a:lnTo>
                  <a:lnTo>
                    <a:pt x="3808275" y="413624"/>
                  </a:lnTo>
                  <a:lnTo>
                    <a:pt x="3820202" y="402655"/>
                  </a:lnTo>
                  <a:lnTo>
                    <a:pt x="3871442" y="358950"/>
                  </a:lnTo>
                  <a:lnTo>
                    <a:pt x="3925067" y="318991"/>
                  </a:lnTo>
                  <a:lnTo>
                    <a:pt x="3981734" y="282650"/>
                  </a:lnTo>
                  <a:lnTo>
                    <a:pt x="4042167" y="249674"/>
                  </a:lnTo>
                  <a:lnTo>
                    <a:pt x="4107115" y="219762"/>
                  </a:lnTo>
                  <a:lnTo>
                    <a:pt x="4177317" y="192598"/>
                  </a:lnTo>
                  <a:lnTo>
                    <a:pt x="4253448" y="167888"/>
                  </a:lnTo>
                  <a:lnTo>
                    <a:pt x="4336063" y="145369"/>
                  </a:lnTo>
                  <a:lnTo>
                    <a:pt x="4425506" y="124823"/>
                  </a:lnTo>
                  <a:lnTo>
                    <a:pt x="4521802" y="106079"/>
                  </a:lnTo>
                  <a:lnTo>
                    <a:pt x="4624534" y="89019"/>
                  </a:lnTo>
                  <a:lnTo>
                    <a:pt x="4732695" y="73575"/>
                  </a:lnTo>
                  <a:lnTo>
                    <a:pt x="4844572" y="59724"/>
                  </a:lnTo>
                  <a:lnTo>
                    <a:pt x="4957680" y="47477"/>
                  </a:lnTo>
                  <a:lnTo>
                    <a:pt x="5068803" y="36868"/>
                  </a:lnTo>
                  <a:lnTo>
                    <a:pt x="5174189" y="27927"/>
                  </a:lnTo>
                  <a:lnTo>
                    <a:pt x="5269925" y="20659"/>
                  </a:lnTo>
                  <a:lnTo>
                    <a:pt x="5352442" y="15018"/>
                  </a:lnTo>
                  <a:lnTo>
                    <a:pt x="5419080" y="10896"/>
                  </a:lnTo>
                  <a:lnTo>
                    <a:pt x="5468566" y="8112"/>
                  </a:lnTo>
                  <a:lnTo>
                    <a:pt x="5501292" y="6434"/>
                  </a:lnTo>
                  <a:lnTo>
                    <a:pt x="5519358" y="5586"/>
                  </a:lnTo>
                  <a:lnTo>
                    <a:pt x="5526412" y="528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75" y="5286"/>
                  </a:lnTo>
                  <a:lnTo>
                    <a:pt x="6530671" y="5609"/>
                  </a:lnTo>
                  <a:lnTo>
                    <a:pt x="6548928" y="6503"/>
                  </a:lnTo>
                  <a:lnTo>
                    <a:pt x="6581859" y="8266"/>
                  </a:lnTo>
                  <a:lnTo>
                    <a:pt x="6631531" y="11180"/>
                  </a:lnTo>
                  <a:lnTo>
                    <a:pt x="6698312" y="15489"/>
                  </a:lnTo>
                  <a:lnTo>
                    <a:pt x="6780912" y="21378"/>
                  </a:lnTo>
                  <a:lnTo>
                    <a:pt x="6876666" y="28960"/>
                  </a:lnTo>
                  <a:lnTo>
                    <a:pt x="6982012" y="38281"/>
                  </a:lnTo>
                  <a:lnTo>
                    <a:pt x="7093046" y="49336"/>
                  </a:lnTo>
                  <a:lnTo>
                    <a:pt x="7206032" y="62092"/>
                  </a:lnTo>
                  <a:lnTo>
                    <a:pt x="7317771" y="76517"/>
                  </a:lnTo>
                  <a:lnTo>
                    <a:pt x="7425789" y="92597"/>
                  </a:lnTo>
                  <a:lnTo>
                    <a:pt x="7528384" y="110356"/>
                  </a:lnTo>
                  <a:lnTo>
                    <a:pt x="7624555" y="129867"/>
                  </a:lnTo>
                  <a:lnTo>
                    <a:pt x="7713886" y="151251"/>
                  </a:lnTo>
                  <a:lnTo>
                    <a:pt x="7796405" y="174687"/>
                  </a:lnTo>
                  <a:lnTo>
                    <a:pt x="7872455" y="200400"/>
                  </a:lnTo>
                  <a:lnTo>
                    <a:pt x="7942588" y="228663"/>
                  </a:lnTo>
                  <a:lnTo>
                    <a:pt x="8007477" y="259784"/>
                  </a:lnTo>
                  <a:lnTo>
                    <a:pt x="8067858" y="294087"/>
                  </a:lnTo>
                  <a:lnTo>
                    <a:pt x="8124479" y="331888"/>
                  </a:lnTo>
                  <a:lnTo>
                    <a:pt x="8178061" y="373447"/>
                  </a:lnTo>
                  <a:lnTo>
                    <a:pt x="8229260" y="418901"/>
                  </a:lnTo>
                  <a:lnTo>
                    <a:pt x="8229629" y="419250"/>
                  </a:lnTo>
                  <a:lnTo>
                    <a:pt x="8275962" y="465424"/>
                  </a:lnTo>
                  <a:lnTo>
                    <a:pt x="8321103" y="515087"/>
                  </a:lnTo>
                  <a:lnTo>
                    <a:pt x="8365387" y="568307"/>
                  </a:lnTo>
                  <a:lnTo>
                    <a:pt x="8409080" y="625095"/>
                  </a:lnTo>
                  <a:lnTo>
                    <a:pt x="8452394" y="685394"/>
                  </a:lnTo>
                  <a:lnTo>
                    <a:pt x="8495491" y="749072"/>
                  </a:lnTo>
                  <a:lnTo>
                    <a:pt x="8538493" y="815921"/>
                  </a:lnTo>
                  <a:lnTo>
                    <a:pt x="8581483" y="885654"/>
                  </a:lnTo>
                  <a:lnTo>
                    <a:pt x="8624512" y="957909"/>
                  </a:lnTo>
                  <a:lnTo>
                    <a:pt x="8667605" y="1032251"/>
                  </a:lnTo>
                  <a:lnTo>
                    <a:pt x="8710764" y="1108187"/>
                  </a:lnTo>
                  <a:lnTo>
                    <a:pt x="8753973" y="1185172"/>
                  </a:lnTo>
                  <a:lnTo>
                    <a:pt x="8797207" y="1262630"/>
                  </a:lnTo>
                  <a:lnTo>
                    <a:pt x="8840434" y="1339971"/>
                  </a:lnTo>
                  <a:lnTo>
                    <a:pt x="8883626" y="1416608"/>
                  </a:lnTo>
                  <a:lnTo>
                    <a:pt x="8926759" y="1491974"/>
                  </a:lnTo>
                  <a:lnTo>
                    <a:pt x="8969826" y="1565545"/>
                  </a:lnTo>
                  <a:lnTo>
                    <a:pt x="9012835" y="1636849"/>
                  </a:lnTo>
                  <a:lnTo>
                    <a:pt x="9055822" y="1705478"/>
                  </a:lnTo>
                  <a:lnTo>
                    <a:pt x="9098850" y="1771100"/>
                  </a:lnTo>
                  <a:lnTo>
                    <a:pt x="9142016" y="1833459"/>
                  </a:lnTo>
                  <a:lnTo>
                    <a:pt x="9185458" y="1892378"/>
                  </a:lnTo>
                  <a:lnTo>
                    <a:pt x="9229357" y="1947755"/>
                  </a:lnTo>
                  <a:lnTo>
                    <a:pt x="9273945" y="1999561"/>
                  </a:lnTo>
                  <a:lnTo>
                    <a:pt x="9319515" y="2047829"/>
                  </a:lnTo>
                  <a:lnTo>
                    <a:pt x="9347647" y="2075291"/>
                  </a:lnTo>
                  <a:lnTo>
                    <a:pt x="9398831" y="2120773"/>
                  </a:lnTo>
                  <a:lnTo>
                    <a:pt x="9452392" y="2162361"/>
                  </a:lnTo>
                  <a:lnTo>
                    <a:pt x="9508988" y="2200189"/>
                  </a:lnTo>
                  <a:lnTo>
                    <a:pt x="9569339" y="2234516"/>
                  </a:lnTo>
                  <a:lnTo>
                    <a:pt x="9634192" y="2265659"/>
                  </a:lnTo>
                  <a:lnTo>
                    <a:pt x="9704284" y="2293942"/>
                  </a:lnTo>
                  <a:lnTo>
                    <a:pt x="9780288" y="2319673"/>
                  </a:lnTo>
                  <a:lnTo>
                    <a:pt x="9862758" y="2343125"/>
                  </a:lnTo>
                  <a:lnTo>
                    <a:pt x="9952038" y="2364524"/>
                  </a:lnTo>
                  <a:lnTo>
                    <a:pt x="10048160" y="2384047"/>
                  </a:lnTo>
                  <a:lnTo>
                    <a:pt x="10150710" y="2401819"/>
                  </a:lnTo>
                  <a:lnTo>
                    <a:pt x="10258694" y="2417912"/>
                  </a:lnTo>
                  <a:lnTo>
                    <a:pt x="10370413" y="2432349"/>
                  </a:lnTo>
                  <a:lnTo>
                    <a:pt x="10483402" y="2445117"/>
                  </a:lnTo>
                  <a:lnTo>
                    <a:pt x="10594463" y="2456185"/>
                  </a:lnTo>
                  <a:lnTo>
                    <a:pt x="10699864" y="2465518"/>
                  </a:lnTo>
                  <a:lnTo>
                    <a:pt x="10795703" y="2473113"/>
                  </a:lnTo>
                  <a:lnTo>
                    <a:pt x="10878411" y="2479014"/>
                  </a:lnTo>
                  <a:lnTo>
                    <a:pt x="10945315" y="2483335"/>
                  </a:lnTo>
                  <a:lnTo>
                    <a:pt x="10995114" y="2486258"/>
                  </a:lnTo>
                  <a:lnTo>
                    <a:pt x="11028163" y="2488028"/>
                  </a:lnTo>
                  <a:lnTo>
                    <a:pt x="11046516" y="2488927"/>
                  </a:lnTo>
                  <a:lnTo>
                    <a:pt x="11053778" y="2489254"/>
                  </a:lnTo>
                  <a:lnTo>
                    <a:pt x="11054891" y="2489301"/>
                  </a:lnTo>
                  <a:lnTo>
                    <a:pt x="12049831" y="2489301"/>
                  </a:lnTo>
                  <a:lnTo>
                    <a:pt x="12049831" y="2484060"/>
                  </a:lnTo>
                  <a:lnTo>
                    <a:pt x="11054891" y="2484060"/>
                  </a:lnTo>
                  <a:lnTo>
                    <a:pt x="11053801" y="2484015"/>
                  </a:lnTo>
                  <a:lnTo>
                    <a:pt x="11046605" y="2483691"/>
                  </a:lnTo>
                  <a:lnTo>
                    <a:pt x="11028348" y="2482797"/>
                  </a:lnTo>
                  <a:lnTo>
                    <a:pt x="10995417" y="2481035"/>
                  </a:lnTo>
                  <a:lnTo>
                    <a:pt x="10945745" y="2478121"/>
                  </a:lnTo>
                  <a:lnTo>
                    <a:pt x="10878964" y="2473811"/>
                  </a:lnTo>
                  <a:lnTo>
                    <a:pt x="10796364" y="2467922"/>
                  </a:lnTo>
                  <a:lnTo>
                    <a:pt x="10700610" y="2460340"/>
                  </a:lnTo>
                  <a:lnTo>
                    <a:pt x="10595265" y="2451019"/>
                  </a:lnTo>
                  <a:lnTo>
                    <a:pt x="10484231" y="2439965"/>
                  </a:lnTo>
                  <a:lnTo>
                    <a:pt x="10371244" y="2427208"/>
                  </a:lnTo>
                  <a:lnTo>
                    <a:pt x="10259505" y="2412783"/>
                  </a:lnTo>
                  <a:lnTo>
                    <a:pt x="10151487" y="2396703"/>
                  </a:lnTo>
                  <a:lnTo>
                    <a:pt x="10048893" y="2378944"/>
                  </a:lnTo>
                  <a:lnTo>
                    <a:pt x="9952721" y="2359433"/>
                  </a:lnTo>
                  <a:lnTo>
                    <a:pt x="9863390" y="2338049"/>
                  </a:lnTo>
                  <a:lnTo>
                    <a:pt x="9780871" y="2314613"/>
                  </a:lnTo>
                  <a:lnTo>
                    <a:pt x="9704821" y="2288900"/>
                  </a:lnTo>
                  <a:lnTo>
                    <a:pt x="9634689" y="2260637"/>
                  </a:lnTo>
                  <a:lnTo>
                    <a:pt x="9569799" y="2229516"/>
                  </a:lnTo>
                  <a:lnTo>
                    <a:pt x="9509418" y="2195213"/>
                  </a:lnTo>
                  <a:lnTo>
                    <a:pt x="9452797" y="2157412"/>
                  </a:lnTo>
                  <a:lnTo>
                    <a:pt x="9399216" y="2115853"/>
                  </a:lnTo>
                  <a:lnTo>
                    <a:pt x="9348017" y="2070399"/>
                  </a:lnTo>
                  <a:lnTo>
                    <a:pt x="9347647" y="2070050"/>
                  </a:lnTo>
                  <a:lnTo>
                    <a:pt x="9301314" y="2023876"/>
                  </a:lnTo>
                  <a:lnTo>
                    <a:pt x="9256173" y="1974214"/>
                  </a:lnTo>
                  <a:lnTo>
                    <a:pt x="9211890" y="1920993"/>
                  </a:lnTo>
                  <a:lnTo>
                    <a:pt x="9168197" y="1864205"/>
                  </a:lnTo>
                  <a:lnTo>
                    <a:pt x="9124883" y="1803906"/>
                  </a:lnTo>
                  <a:lnTo>
                    <a:pt x="9081785" y="1740228"/>
                  </a:lnTo>
                  <a:lnTo>
                    <a:pt x="9038784" y="1673380"/>
                  </a:lnTo>
                  <a:lnTo>
                    <a:pt x="8995794" y="1603646"/>
                  </a:lnTo>
                  <a:lnTo>
                    <a:pt x="8952764" y="1531392"/>
                  </a:lnTo>
                  <a:lnTo>
                    <a:pt x="8909671" y="1457049"/>
                  </a:lnTo>
                  <a:lnTo>
                    <a:pt x="8866513" y="1381114"/>
                  </a:lnTo>
                  <a:lnTo>
                    <a:pt x="8823304" y="1304129"/>
                  </a:lnTo>
                  <a:lnTo>
                    <a:pt x="8780070" y="1226670"/>
                  </a:lnTo>
                  <a:lnTo>
                    <a:pt x="8736842" y="1149329"/>
                  </a:lnTo>
                  <a:lnTo>
                    <a:pt x="8693651" y="1072692"/>
                  </a:lnTo>
                  <a:lnTo>
                    <a:pt x="8650517" y="997326"/>
                  </a:lnTo>
                  <a:lnTo>
                    <a:pt x="8607451" y="923755"/>
                  </a:lnTo>
                  <a:lnTo>
                    <a:pt x="8564441" y="852451"/>
                  </a:lnTo>
                  <a:lnTo>
                    <a:pt x="8521455" y="783822"/>
                  </a:lnTo>
                  <a:lnTo>
                    <a:pt x="8478427" y="718200"/>
                  </a:lnTo>
                  <a:lnTo>
                    <a:pt x="8435260" y="655841"/>
                  </a:lnTo>
                  <a:lnTo>
                    <a:pt x="8391818" y="596922"/>
                  </a:lnTo>
                  <a:lnTo>
                    <a:pt x="8347919" y="541545"/>
                  </a:lnTo>
                  <a:lnTo>
                    <a:pt x="8303331" y="489740"/>
                  </a:lnTo>
                  <a:lnTo>
                    <a:pt x="8257762" y="441471"/>
                  </a:lnTo>
                  <a:lnTo>
                    <a:pt x="8229629" y="414010"/>
                  </a:lnTo>
                  <a:lnTo>
                    <a:pt x="8178446" y="368527"/>
                  </a:lnTo>
                  <a:lnTo>
                    <a:pt x="8124884" y="326939"/>
                  </a:lnTo>
                  <a:lnTo>
                    <a:pt x="8068288" y="289111"/>
                  </a:lnTo>
                  <a:lnTo>
                    <a:pt x="8007937" y="254784"/>
                  </a:lnTo>
                  <a:lnTo>
                    <a:pt x="7943084" y="223641"/>
                  </a:lnTo>
                  <a:lnTo>
                    <a:pt x="7872993" y="195358"/>
                  </a:lnTo>
                  <a:lnTo>
                    <a:pt x="7796989" y="169627"/>
                  </a:lnTo>
                  <a:lnTo>
                    <a:pt x="7714519" y="146176"/>
                  </a:lnTo>
                  <a:lnTo>
                    <a:pt x="7625238" y="124777"/>
                  </a:lnTo>
                  <a:lnTo>
                    <a:pt x="7529117" y="105253"/>
                  </a:lnTo>
                  <a:lnTo>
                    <a:pt x="7426567" y="87481"/>
                  </a:lnTo>
                  <a:lnTo>
                    <a:pt x="7318583" y="71389"/>
                  </a:lnTo>
                  <a:lnTo>
                    <a:pt x="7206863" y="56952"/>
                  </a:lnTo>
                  <a:lnTo>
                    <a:pt x="7093875" y="44183"/>
                  </a:lnTo>
                  <a:lnTo>
                    <a:pt x="6982814" y="33116"/>
                  </a:lnTo>
                  <a:lnTo>
                    <a:pt x="6877412" y="23782"/>
                  </a:lnTo>
                  <a:lnTo>
                    <a:pt x="6781573" y="16187"/>
                  </a:lnTo>
                  <a:lnTo>
                    <a:pt x="6698865" y="10286"/>
                  </a:lnTo>
                  <a:lnTo>
                    <a:pt x="6631961" y="5965"/>
                  </a:lnTo>
                  <a:lnTo>
                    <a:pt x="6582163" y="3042"/>
                  </a:lnTo>
                  <a:lnTo>
                    <a:pt x="6549114" y="1272"/>
                  </a:lnTo>
                  <a:lnTo>
                    <a:pt x="6530760" y="373"/>
                  </a:lnTo>
                  <a:lnTo>
                    <a:pt x="6523499" y="4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2" y="43"/>
                  </a:lnTo>
                  <a:lnTo>
                    <a:pt x="5519133" y="355"/>
                  </a:lnTo>
                  <a:lnTo>
                    <a:pt x="5500820" y="1216"/>
                  </a:lnTo>
                  <a:lnTo>
                    <a:pt x="5467791" y="2913"/>
                  </a:lnTo>
                  <a:lnTo>
                    <a:pt x="5417980" y="5720"/>
                  </a:lnTo>
                  <a:lnTo>
                    <a:pt x="5351026" y="9870"/>
                  </a:lnTo>
                  <a:lnTo>
                    <a:pt x="5268231" y="15540"/>
                  </a:lnTo>
                  <a:lnTo>
                    <a:pt x="5172278" y="22840"/>
                  </a:lnTo>
                  <a:lnTo>
                    <a:pt x="5066747" y="31812"/>
                  </a:lnTo>
                  <a:lnTo>
                    <a:pt x="4955553" y="42453"/>
                  </a:lnTo>
                  <a:lnTo>
                    <a:pt x="4842441" y="54730"/>
                  </a:lnTo>
                  <a:lnTo>
                    <a:pt x="4730613" y="68611"/>
                  </a:lnTo>
                  <a:lnTo>
                    <a:pt x="4622541" y="84086"/>
                  </a:lnTo>
                  <a:lnTo>
                    <a:pt x="4519924" y="101176"/>
                  </a:lnTo>
                  <a:lnTo>
                    <a:pt x="4423754" y="119952"/>
                  </a:lnTo>
                  <a:lnTo>
                    <a:pt x="4334442" y="140534"/>
                  </a:lnTo>
                  <a:lnTo>
                    <a:pt x="4251954" y="163092"/>
                  </a:lnTo>
                  <a:lnTo>
                    <a:pt x="4175939" y="187846"/>
                  </a:lnTo>
                  <a:lnTo>
                    <a:pt x="4105843" y="215059"/>
                  </a:lnTo>
                  <a:lnTo>
                    <a:pt x="4040987" y="245027"/>
                  </a:lnTo>
                  <a:lnTo>
                    <a:pt x="3980632" y="278063"/>
                  </a:lnTo>
                  <a:lnTo>
                    <a:pt x="3924029" y="314470"/>
                  </a:lnTo>
                  <a:lnTo>
                    <a:pt x="3870455" y="354499"/>
                  </a:lnTo>
                  <a:lnTo>
                    <a:pt x="3820202" y="397414"/>
                  </a:lnTo>
                  <a:lnTo>
                    <a:pt x="3773231" y="442380"/>
                  </a:lnTo>
                  <a:lnTo>
                    <a:pt x="3727480" y="490789"/>
                  </a:lnTo>
                  <a:lnTo>
                    <a:pt x="3682603" y="542711"/>
                  </a:lnTo>
                  <a:lnTo>
                    <a:pt x="3638323" y="598153"/>
                  </a:lnTo>
                  <a:lnTo>
                    <a:pt x="3594422" y="657054"/>
                  </a:lnTo>
                  <a:lnTo>
                    <a:pt x="3550734" y="719279"/>
                  </a:lnTo>
                  <a:lnTo>
                    <a:pt x="3507136" y="784611"/>
                  </a:lnTo>
                  <a:lnTo>
                    <a:pt x="3463543" y="852759"/>
                  </a:lnTo>
                  <a:lnTo>
                    <a:pt x="3419906" y="923350"/>
                  </a:lnTo>
                  <a:lnTo>
                    <a:pt x="3376202" y="995943"/>
                  </a:lnTo>
                  <a:lnTo>
                    <a:pt x="3332432" y="1070036"/>
                  </a:lnTo>
                  <a:lnTo>
                    <a:pt x="3288613" y="1145078"/>
                  </a:lnTo>
                  <a:lnTo>
                    <a:pt x="3244775" y="1220492"/>
                  </a:lnTo>
                  <a:lnTo>
                    <a:pt x="3200948" y="1295683"/>
                  </a:lnTo>
                  <a:lnTo>
                    <a:pt x="3157164" y="1370067"/>
                  </a:lnTo>
                  <a:lnTo>
                    <a:pt x="3113442" y="1443086"/>
                  </a:lnTo>
                  <a:lnTo>
                    <a:pt x="3069790" y="1514224"/>
                  </a:lnTo>
                  <a:lnTo>
                    <a:pt x="3026189" y="1583022"/>
                  </a:lnTo>
                  <a:lnTo>
                    <a:pt x="2982599" y="1649092"/>
                  </a:lnTo>
                  <a:lnTo>
                    <a:pt x="2938943" y="1712120"/>
                  </a:lnTo>
                  <a:lnTo>
                    <a:pt x="2895110" y="1771871"/>
                  </a:lnTo>
                  <a:lnTo>
                    <a:pt x="2850943" y="1828190"/>
                  </a:lnTo>
                  <a:lnTo>
                    <a:pt x="2806239" y="1880997"/>
                  </a:lnTo>
                  <a:lnTo>
                    <a:pt x="2760738" y="1930284"/>
                  </a:lnTo>
                  <a:lnTo>
                    <a:pt x="2714110" y="1976104"/>
                  </a:lnTo>
                  <a:lnTo>
                    <a:pt x="2702183" y="1987073"/>
                  </a:lnTo>
                  <a:lnTo>
                    <a:pt x="2650943" y="2030778"/>
                  </a:lnTo>
                  <a:lnTo>
                    <a:pt x="2597318" y="2070737"/>
                  </a:lnTo>
                  <a:lnTo>
                    <a:pt x="2540651" y="2107078"/>
                  </a:lnTo>
                  <a:lnTo>
                    <a:pt x="2480218" y="2140054"/>
                  </a:lnTo>
                  <a:lnTo>
                    <a:pt x="2415270" y="2169967"/>
                  </a:lnTo>
                  <a:lnTo>
                    <a:pt x="2345068" y="2197130"/>
                  </a:lnTo>
                  <a:lnTo>
                    <a:pt x="2268937" y="2221840"/>
                  </a:lnTo>
                  <a:lnTo>
                    <a:pt x="2186322" y="2244359"/>
                  </a:lnTo>
                  <a:lnTo>
                    <a:pt x="2096879" y="2264906"/>
                  </a:lnTo>
                  <a:lnTo>
                    <a:pt x="2000583" y="2283649"/>
                  </a:lnTo>
                  <a:lnTo>
                    <a:pt x="1897851" y="2300709"/>
                  </a:lnTo>
                  <a:lnTo>
                    <a:pt x="1789690" y="2316153"/>
                  </a:lnTo>
                  <a:lnTo>
                    <a:pt x="1677813" y="2330004"/>
                  </a:lnTo>
                  <a:lnTo>
                    <a:pt x="1564705" y="2342251"/>
                  </a:lnTo>
                  <a:lnTo>
                    <a:pt x="1453582" y="2352860"/>
                  </a:lnTo>
                  <a:lnTo>
                    <a:pt x="1348196" y="2361801"/>
                  </a:lnTo>
                  <a:lnTo>
                    <a:pt x="1252460" y="2369069"/>
                  </a:lnTo>
                  <a:lnTo>
                    <a:pt x="1169943" y="2374710"/>
                  </a:lnTo>
                  <a:lnTo>
                    <a:pt x="1103305" y="2378833"/>
                  </a:lnTo>
                  <a:lnTo>
                    <a:pt x="1053819" y="2381616"/>
                  </a:lnTo>
                  <a:lnTo>
                    <a:pt x="1021092" y="2383295"/>
                  </a:lnTo>
                  <a:lnTo>
                    <a:pt x="1003027" y="2384143"/>
                  </a:lnTo>
                  <a:lnTo>
                    <a:pt x="995973" y="2384447"/>
                  </a:lnTo>
                  <a:lnTo>
                    <a:pt x="994940" y="2384488"/>
                  </a:lnTo>
                  <a:lnTo>
                    <a:pt x="0" y="2384488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71" name="pl1770"/>
            <p:cNvSpPr/>
            <p:nvPr/>
          </p:nvSpPr>
          <p:spPr>
            <a:xfrm>
              <a:off x="1199187" y="3432450"/>
              <a:ext cx="12049831" cy="2484060"/>
            </a:xfrm>
            <a:custGeom>
              <a:avLst/>
              <a:pathLst>
                <a:path w="12049831" h="2484060">
                  <a:moveTo>
                    <a:pt x="0" y="2384488"/>
                  </a:moveTo>
                  <a:lnTo>
                    <a:pt x="994940" y="2384488"/>
                  </a:lnTo>
                  <a:lnTo>
                    <a:pt x="996033" y="2384444"/>
                  </a:lnTo>
                  <a:lnTo>
                    <a:pt x="1003252" y="2384133"/>
                  </a:lnTo>
                  <a:lnTo>
                    <a:pt x="1021565" y="2383271"/>
                  </a:lnTo>
                  <a:lnTo>
                    <a:pt x="1054594" y="2381574"/>
                  </a:lnTo>
                  <a:lnTo>
                    <a:pt x="1104405" y="2378768"/>
                  </a:lnTo>
                  <a:lnTo>
                    <a:pt x="1171359" y="2374618"/>
                  </a:lnTo>
                  <a:lnTo>
                    <a:pt x="1254154" y="2368947"/>
                  </a:lnTo>
                  <a:lnTo>
                    <a:pt x="1350107" y="2361648"/>
                  </a:lnTo>
                  <a:lnTo>
                    <a:pt x="1455638" y="2352675"/>
                  </a:lnTo>
                  <a:lnTo>
                    <a:pt x="1566832" y="2342035"/>
                  </a:lnTo>
                  <a:lnTo>
                    <a:pt x="1679944" y="2329758"/>
                  </a:lnTo>
                  <a:lnTo>
                    <a:pt x="1791772" y="2315876"/>
                  </a:lnTo>
                  <a:lnTo>
                    <a:pt x="1899844" y="2300402"/>
                  </a:lnTo>
                  <a:lnTo>
                    <a:pt x="2002461" y="2283311"/>
                  </a:lnTo>
                  <a:lnTo>
                    <a:pt x="2098631" y="2264535"/>
                  </a:lnTo>
                  <a:lnTo>
                    <a:pt x="2187943" y="2243953"/>
                  </a:lnTo>
                  <a:lnTo>
                    <a:pt x="2270431" y="2221395"/>
                  </a:lnTo>
                  <a:lnTo>
                    <a:pt x="2346446" y="2196641"/>
                  </a:lnTo>
                  <a:lnTo>
                    <a:pt x="2416541" y="2169429"/>
                  </a:lnTo>
                  <a:lnTo>
                    <a:pt x="2481398" y="2139461"/>
                  </a:lnTo>
                  <a:lnTo>
                    <a:pt x="2541753" y="2106425"/>
                  </a:lnTo>
                  <a:lnTo>
                    <a:pt x="2598356" y="2070017"/>
                  </a:lnTo>
                  <a:lnTo>
                    <a:pt x="2651930" y="2029989"/>
                  </a:lnTo>
                  <a:lnTo>
                    <a:pt x="2702183" y="1987073"/>
                  </a:lnTo>
                  <a:lnTo>
                    <a:pt x="2749154" y="1942107"/>
                  </a:lnTo>
                  <a:lnTo>
                    <a:pt x="2794905" y="1893698"/>
                  </a:lnTo>
                  <a:lnTo>
                    <a:pt x="2839782" y="1841776"/>
                  </a:lnTo>
                  <a:lnTo>
                    <a:pt x="2884062" y="1786334"/>
                  </a:lnTo>
                  <a:lnTo>
                    <a:pt x="2927963" y="1727433"/>
                  </a:lnTo>
                  <a:lnTo>
                    <a:pt x="2971651" y="1665209"/>
                  </a:lnTo>
                  <a:lnTo>
                    <a:pt x="3015249" y="1599876"/>
                  </a:lnTo>
                  <a:lnTo>
                    <a:pt x="3058842" y="1531729"/>
                  </a:lnTo>
                  <a:lnTo>
                    <a:pt x="3102479" y="1461138"/>
                  </a:lnTo>
                  <a:lnTo>
                    <a:pt x="3146183" y="1388545"/>
                  </a:lnTo>
                  <a:lnTo>
                    <a:pt x="3189953" y="1314452"/>
                  </a:lnTo>
                  <a:lnTo>
                    <a:pt x="3233772" y="1239409"/>
                  </a:lnTo>
                  <a:lnTo>
                    <a:pt x="3277610" y="1163996"/>
                  </a:lnTo>
                  <a:lnTo>
                    <a:pt x="3321437" y="1088805"/>
                  </a:lnTo>
                  <a:lnTo>
                    <a:pt x="3365221" y="1014420"/>
                  </a:lnTo>
                  <a:lnTo>
                    <a:pt x="3408943" y="941402"/>
                  </a:lnTo>
                  <a:lnTo>
                    <a:pt x="3452595" y="870264"/>
                  </a:lnTo>
                  <a:lnTo>
                    <a:pt x="3496196" y="801465"/>
                  </a:lnTo>
                  <a:lnTo>
                    <a:pt x="3539786" y="735395"/>
                  </a:lnTo>
                  <a:lnTo>
                    <a:pt x="3583442" y="672368"/>
                  </a:lnTo>
                  <a:lnTo>
                    <a:pt x="3627275" y="612617"/>
                  </a:lnTo>
                  <a:lnTo>
                    <a:pt x="3671442" y="556298"/>
                  </a:lnTo>
                  <a:lnTo>
                    <a:pt x="3716146" y="503491"/>
                  </a:lnTo>
                  <a:lnTo>
                    <a:pt x="3761647" y="454204"/>
                  </a:lnTo>
                  <a:lnTo>
                    <a:pt x="3808275" y="408383"/>
                  </a:lnTo>
                  <a:lnTo>
                    <a:pt x="3820202" y="397414"/>
                  </a:lnTo>
                  <a:lnTo>
                    <a:pt x="3871442" y="353709"/>
                  </a:lnTo>
                  <a:lnTo>
                    <a:pt x="3925067" y="313751"/>
                  </a:lnTo>
                  <a:lnTo>
                    <a:pt x="3981734" y="277409"/>
                  </a:lnTo>
                  <a:lnTo>
                    <a:pt x="4042167" y="244434"/>
                  </a:lnTo>
                  <a:lnTo>
                    <a:pt x="4107115" y="214521"/>
                  </a:lnTo>
                  <a:lnTo>
                    <a:pt x="4177317" y="187357"/>
                  </a:lnTo>
                  <a:lnTo>
                    <a:pt x="4253448" y="162647"/>
                  </a:lnTo>
                  <a:lnTo>
                    <a:pt x="4336063" y="140128"/>
                  </a:lnTo>
                  <a:lnTo>
                    <a:pt x="4425506" y="119582"/>
                  </a:lnTo>
                  <a:lnTo>
                    <a:pt x="4521802" y="100838"/>
                  </a:lnTo>
                  <a:lnTo>
                    <a:pt x="4624534" y="83779"/>
                  </a:lnTo>
                  <a:lnTo>
                    <a:pt x="4732695" y="68335"/>
                  </a:lnTo>
                  <a:lnTo>
                    <a:pt x="4844572" y="54483"/>
                  </a:lnTo>
                  <a:lnTo>
                    <a:pt x="4957680" y="42237"/>
                  </a:lnTo>
                  <a:lnTo>
                    <a:pt x="5068803" y="31628"/>
                  </a:lnTo>
                  <a:lnTo>
                    <a:pt x="5174189" y="22687"/>
                  </a:lnTo>
                  <a:lnTo>
                    <a:pt x="5269925" y="15419"/>
                  </a:lnTo>
                  <a:lnTo>
                    <a:pt x="5352442" y="9778"/>
                  </a:lnTo>
                  <a:lnTo>
                    <a:pt x="5419080" y="5655"/>
                  </a:lnTo>
                  <a:lnTo>
                    <a:pt x="5468566" y="2872"/>
                  </a:lnTo>
                  <a:lnTo>
                    <a:pt x="5501292" y="1193"/>
                  </a:lnTo>
                  <a:lnTo>
                    <a:pt x="5519358" y="345"/>
                  </a:lnTo>
                  <a:lnTo>
                    <a:pt x="5526412" y="4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75" y="45"/>
                  </a:lnTo>
                  <a:lnTo>
                    <a:pt x="6530671" y="369"/>
                  </a:lnTo>
                  <a:lnTo>
                    <a:pt x="6548928" y="1263"/>
                  </a:lnTo>
                  <a:lnTo>
                    <a:pt x="6581859" y="3025"/>
                  </a:lnTo>
                  <a:lnTo>
                    <a:pt x="6631531" y="5939"/>
                  </a:lnTo>
                  <a:lnTo>
                    <a:pt x="6698312" y="10249"/>
                  </a:lnTo>
                  <a:lnTo>
                    <a:pt x="6780912" y="16138"/>
                  </a:lnTo>
                  <a:lnTo>
                    <a:pt x="6876666" y="23720"/>
                  </a:lnTo>
                  <a:lnTo>
                    <a:pt x="6982012" y="33041"/>
                  </a:lnTo>
                  <a:lnTo>
                    <a:pt x="7093046" y="44095"/>
                  </a:lnTo>
                  <a:lnTo>
                    <a:pt x="7206032" y="56851"/>
                  </a:lnTo>
                  <a:lnTo>
                    <a:pt x="7317771" y="71276"/>
                  </a:lnTo>
                  <a:lnTo>
                    <a:pt x="7425789" y="87356"/>
                  </a:lnTo>
                  <a:lnTo>
                    <a:pt x="7528384" y="105116"/>
                  </a:lnTo>
                  <a:lnTo>
                    <a:pt x="7624555" y="124626"/>
                  </a:lnTo>
                  <a:lnTo>
                    <a:pt x="7713886" y="146011"/>
                  </a:lnTo>
                  <a:lnTo>
                    <a:pt x="7796405" y="169446"/>
                  </a:lnTo>
                  <a:lnTo>
                    <a:pt x="7872455" y="195159"/>
                  </a:lnTo>
                  <a:lnTo>
                    <a:pt x="7942588" y="223423"/>
                  </a:lnTo>
                  <a:lnTo>
                    <a:pt x="8007477" y="254543"/>
                  </a:lnTo>
                  <a:lnTo>
                    <a:pt x="8067858" y="288846"/>
                  </a:lnTo>
                  <a:lnTo>
                    <a:pt x="8124479" y="326647"/>
                  </a:lnTo>
                  <a:lnTo>
                    <a:pt x="8178061" y="368206"/>
                  </a:lnTo>
                  <a:lnTo>
                    <a:pt x="8229260" y="413660"/>
                  </a:lnTo>
                  <a:lnTo>
                    <a:pt x="8229629" y="414010"/>
                  </a:lnTo>
                  <a:lnTo>
                    <a:pt x="8275962" y="460184"/>
                  </a:lnTo>
                  <a:lnTo>
                    <a:pt x="8321103" y="509846"/>
                  </a:lnTo>
                  <a:lnTo>
                    <a:pt x="8365387" y="563066"/>
                  </a:lnTo>
                  <a:lnTo>
                    <a:pt x="8409080" y="619854"/>
                  </a:lnTo>
                  <a:lnTo>
                    <a:pt x="8452394" y="680153"/>
                  </a:lnTo>
                  <a:lnTo>
                    <a:pt x="8495491" y="743831"/>
                  </a:lnTo>
                  <a:lnTo>
                    <a:pt x="8538493" y="810680"/>
                  </a:lnTo>
                  <a:lnTo>
                    <a:pt x="8581483" y="880413"/>
                  </a:lnTo>
                  <a:lnTo>
                    <a:pt x="8624512" y="952668"/>
                  </a:lnTo>
                  <a:lnTo>
                    <a:pt x="8667605" y="1027010"/>
                  </a:lnTo>
                  <a:lnTo>
                    <a:pt x="8710764" y="1102946"/>
                  </a:lnTo>
                  <a:lnTo>
                    <a:pt x="8753973" y="1179931"/>
                  </a:lnTo>
                  <a:lnTo>
                    <a:pt x="8797207" y="1257389"/>
                  </a:lnTo>
                  <a:lnTo>
                    <a:pt x="8840434" y="1334731"/>
                  </a:lnTo>
                  <a:lnTo>
                    <a:pt x="8883626" y="1411367"/>
                  </a:lnTo>
                  <a:lnTo>
                    <a:pt x="8926759" y="1486734"/>
                  </a:lnTo>
                  <a:lnTo>
                    <a:pt x="8969826" y="1560305"/>
                  </a:lnTo>
                  <a:lnTo>
                    <a:pt x="9012835" y="1631608"/>
                  </a:lnTo>
                  <a:lnTo>
                    <a:pt x="9055822" y="1700238"/>
                  </a:lnTo>
                  <a:lnTo>
                    <a:pt x="9098850" y="1765860"/>
                  </a:lnTo>
                  <a:lnTo>
                    <a:pt x="9142016" y="1828219"/>
                  </a:lnTo>
                  <a:lnTo>
                    <a:pt x="9185458" y="1887138"/>
                  </a:lnTo>
                  <a:lnTo>
                    <a:pt x="9229357" y="1942515"/>
                  </a:lnTo>
                  <a:lnTo>
                    <a:pt x="9273945" y="1994320"/>
                  </a:lnTo>
                  <a:lnTo>
                    <a:pt x="9319515" y="2042588"/>
                  </a:lnTo>
                  <a:lnTo>
                    <a:pt x="9347647" y="2070050"/>
                  </a:lnTo>
                  <a:lnTo>
                    <a:pt x="9398831" y="2115533"/>
                  </a:lnTo>
                  <a:lnTo>
                    <a:pt x="9452392" y="2157120"/>
                  </a:lnTo>
                  <a:lnTo>
                    <a:pt x="9508988" y="2194948"/>
                  </a:lnTo>
                  <a:lnTo>
                    <a:pt x="9569339" y="2229276"/>
                  </a:lnTo>
                  <a:lnTo>
                    <a:pt x="9634192" y="2260418"/>
                  </a:lnTo>
                  <a:lnTo>
                    <a:pt x="9704284" y="2288702"/>
                  </a:lnTo>
                  <a:lnTo>
                    <a:pt x="9780288" y="2314433"/>
                  </a:lnTo>
                  <a:lnTo>
                    <a:pt x="9862758" y="2337884"/>
                  </a:lnTo>
                  <a:lnTo>
                    <a:pt x="9952038" y="2359283"/>
                  </a:lnTo>
                  <a:lnTo>
                    <a:pt x="10048160" y="2378807"/>
                  </a:lnTo>
                  <a:lnTo>
                    <a:pt x="10150710" y="2396579"/>
                  </a:lnTo>
                  <a:lnTo>
                    <a:pt x="10258694" y="2412671"/>
                  </a:lnTo>
                  <a:lnTo>
                    <a:pt x="10370413" y="2427108"/>
                  </a:lnTo>
                  <a:lnTo>
                    <a:pt x="10483402" y="2439877"/>
                  </a:lnTo>
                  <a:lnTo>
                    <a:pt x="10594463" y="2450944"/>
                  </a:lnTo>
                  <a:lnTo>
                    <a:pt x="10699864" y="2460278"/>
                  </a:lnTo>
                  <a:lnTo>
                    <a:pt x="10795703" y="2467872"/>
                  </a:lnTo>
                  <a:lnTo>
                    <a:pt x="10878411" y="2473774"/>
                  </a:lnTo>
                  <a:lnTo>
                    <a:pt x="10945315" y="2478094"/>
                  </a:lnTo>
                  <a:lnTo>
                    <a:pt x="10995114" y="2481018"/>
                  </a:lnTo>
                  <a:lnTo>
                    <a:pt x="11028163" y="2482787"/>
                  </a:lnTo>
                  <a:lnTo>
                    <a:pt x="11046516" y="2483687"/>
                  </a:lnTo>
                  <a:lnTo>
                    <a:pt x="11053778" y="2484014"/>
                  </a:lnTo>
                  <a:lnTo>
                    <a:pt x="11054891" y="2484060"/>
                  </a:lnTo>
                  <a:lnTo>
                    <a:pt x="11054891" y="2484060"/>
                  </a:lnTo>
                  <a:lnTo>
                    <a:pt x="12049831" y="2484060"/>
                  </a:lnTo>
                  <a:lnTo>
                    <a:pt x="12049831" y="24840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2" name="pl1771"/>
            <p:cNvSpPr/>
            <p:nvPr/>
          </p:nvSpPr>
          <p:spPr>
            <a:xfrm>
              <a:off x="1199187" y="3427210"/>
              <a:ext cx="12049831" cy="2484060"/>
            </a:xfrm>
            <a:custGeom>
              <a:avLst/>
              <a:pathLst>
                <a:path w="12049831" h="2484060">
                  <a:moveTo>
                    <a:pt x="12049831" y="2484060"/>
                  </a:moveTo>
                  <a:lnTo>
                    <a:pt x="11054891" y="2484060"/>
                  </a:lnTo>
                  <a:lnTo>
                    <a:pt x="11053801" y="2484015"/>
                  </a:lnTo>
                  <a:lnTo>
                    <a:pt x="11046605" y="2483691"/>
                  </a:lnTo>
                  <a:lnTo>
                    <a:pt x="11028348" y="2482797"/>
                  </a:lnTo>
                  <a:lnTo>
                    <a:pt x="10995417" y="2481035"/>
                  </a:lnTo>
                  <a:lnTo>
                    <a:pt x="10945745" y="2478121"/>
                  </a:lnTo>
                  <a:lnTo>
                    <a:pt x="10878964" y="2473811"/>
                  </a:lnTo>
                  <a:lnTo>
                    <a:pt x="10796364" y="2467922"/>
                  </a:lnTo>
                  <a:lnTo>
                    <a:pt x="10700610" y="2460340"/>
                  </a:lnTo>
                  <a:lnTo>
                    <a:pt x="10595265" y="2451019"/>
                  </a:lnTo>
                  <a:lnTo>
                    <a:pt x="10484231" y="2439965"/>
                  </a:lnTo>
                  <a:lnTo>
                    <a:pt x="10371244" y="2427208"/>
                  </a:lnTo>
                  <a:lnTo>
                    <a:pt x="10259505" y="2412783"/>
                  </a:lnTo>
                  <a:lnTo>
                    <a:pt x="10151487" y="2396703"/>
                  </a:lnTo>
                  <a:lnTo>
                    <a:pt x="10048893" y="2378944"/>
                  </a:lnTo>
                  <a:lnTo>
                    <a:pt x="9952721" y="2359433"/>
                  </a:lnTo>
                  <a:lnTo>
                    <a:pt x="9863390" y="2338049"/>
                  </a:lnTo>
                  <a:lnTo>
                    <a:pt x="9780871" y="2314613"/>
                  </a:lnTo>
                  <a:lnTo>
                    <a:pt x="9704821" y="2288900"/>
                  </a:lnTo>
                  <a:lnTo>
                    <a:pt x="9634689" y="2260637"/>
                  </a:lnTo>
                  <a:lnTo>
                    <a:pt x="9569799" y="2229516"/>
                  </a:lnTo>
                  <a:lnTo>
                    <a:pt x="9509418" y="2195213"/>
                  </a:lnTo>
                  <a:lnTo>
                    <a:pt x="9452797" y="2157412"/>
                  </a:lnTo>
                  <a:lnTo>
                    <a:pt x="9399216" y="2115853"/>
                  </a:lnTo>
                  <a:lnTo>
                    <a:pt x="9348017" y="2070399"/>
                  </a:lnTo>
                  <a:lnTo>
                    <a:pt x="9347647" y="2070050"/>
                  </a:lnTo>
                  <a:lnTo>
                    <a:pt x="9301314" y="2023876"/>
                  </a:lnTo>
                  <a:lnTo>
                    <a:pt x="9256173" y="1974214"/>
                  </a:lnTo>
                  <a:lnTo>
                    <a:pt x="9211890" y="1920993"/>
                  </a:lnTo>
                  <a:lnTo>
                    <a:pt x="9168197" y="1864205"/>
                  </a:lnTo>
                  <a:lnTo>
                    <a:pt x="9124883" y="1803906"/>
                  </a:lnTo>
                  <a:lnTo>
                    <a:pt x="9081785" y="1740228"/>
                  </a:lnTo>
                  <a:lnTo>
                    <a:pt x="9038784" y="1673380"/>
                  </a:lnTo>
                  <a:lnTo>
                    <a:pt x="8995794" y="1603646"/>
                  </a:lnTo>
                  <a:lnTo>
                    <a:pt x="8952764" y="1531392"/>
                  </a:lnTo>
                  <a:lnTo>
                    <a:pt x="8909671" y="1457049"/>
                  </a:lnTo>
                  <a:lnTo>
                    <a:pt x="8866513" y="1381114"/>
                  </a:lnTo>
                  <a:lnTo>
                    <a:pt x="8823304" y="1304129"/>
                  </a:lnTo>
                  <a:lnTo>
                    <a:pt x="8780070" y="1226670"/>
                  </a:lnTo>
                  <a:lnTo>
                    <a:pt x="8736842" y="1149329"/>
                  </a:lnTo>
                  <a:lnTo>
                    <a:pt x="8693651" y="1072692"/>
                  </a:lnTo>
                  <a:lnTo>
                    <a:pt x="8650517" y="997326"/>
                  </a:lnTo>
                  <a:lnTo>
                    <a:pt x="8607451" y="923755"/>
                  </a:lnTo>
                  <a:lnTo>
                    <a:pt x="8564441" y="852451"/>
                  </a:lnTo>
                  <a:lnTo>
                    <a:pt x="8521455" y="783822"/>
                  </a:lnTo>
                  <a:lnTo>
                    <a:pt x="8478427" y="718200"/>
                  </a:lnTo>
                  <a:lnTo>
                    <a:pt x="8435260" y="655841"/>
                  </a:lnTo>
                  <a:lnTo>
                    <a:pt x="8391818" y="596922"/>
                  </a:lnTo>
                  <a:lnTo>
                    <a:pt x="8347919" y="541545"/>
                  </a:lnTo>
                  <a:lnTo>
                    <a:pt x="8303331" y="489740"/>
                  </a:lnTo>
                  <a:lnTo>
                    <a:pt x="8257762" y="441471"/>
                  </a:lnTo>
                  <a:lnTo>
                    <a:pt x="8229629" y="414010"/>
                  </a:lnTo>
                  <a:lnTo>
                    <a:pt x="8178446" y="368527"/>
                  </a:lnTo>
                  <a:lnTo>
                    <a:pt x="8124884" y="326939"/>
                  </a:lnTo>
                  <a:lnTo>
                    <a:pt x="8068288" y="289111"/>
                  </a:lnTo>
                  <a:lnTo>
                    <a:pt x="8007937" y="254784"/>
                  </a:lnTo>
                  <a:lnTo>
                    <a:pt x="7943084" y="223641"/>
                  </a:lnTo>
                  <a:lnTo>
                    <a:pt x="7872993" y="195358"/>
                  </a:lnTo>
                  <a:lnTo>
                    <a:pt x="7796989" y="169627"/>
                  </a:lnTo>
                  <a:lnTo>
                    <a:pt x="7714519" y="146176"/>
                  </a:lnTo>
                  <a:lnTo>
                    <a:pt x="7625238" y="124777"/>
                  </a:lnTo>
                  <a:lnTo>
                    <a:pt x="7529117" y="105253"/>
                  </a:lnTo>
                  <a:lnTo>
                    <a:pt x="7426567" y="87481"/>
                  </a:lnTo>
                  <a:lnTo>
                    <a:pt x="7318583" y="71389"/>
                  </a:lnTo>
                  <a:lnTo>
                    <a:pt x="7206863" y="56952"/>
                  </a:lnTo>
                  <a:lnTo>
                    <a:pt x="7093875" y="44183"/>
                  </a:lnTo>
                  <a:lnTo>
                    <a:pt x="6982814" y="33116"/>
                  </a:lnTo>
                  <a:lnTo>
                    <a:pt x="6877412" y="23782"/>
                  </a:lnTo>
                  <a:lnTo>
                    <a:pt x="6781573" y="16187"/>
                  </a:lnTo>
                  <a:lnTo>
                    <a:pt x="6698865" y="10286"/>
                  </a:lnTo>
                  <a:lnTo>
                    <a:pt x="6631961" y="5965"/>
                  </a:lnTo>
                  <a:lnTo>
                    <a:pt x="6582163" y="3042"/>
                  </a:lnTo>
                  <a:lnTo>
                    <a:pt x="6549114" y="1272"/>
                  </a:lnTo>
                  <a:lnTo>
                    <a:pt x="6530760" y="373"/>
                  </a:lnTo>
                  <a:lnTo>
                    <a:pt x="6523499" y="46"/>
                  </a:lnTo>
                  <a:lnTo>
                    <a:pt x="6522385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2" y="43"/>
                  </a:lnTo>
                  <a:lnTo>
                    <a:pt x="5519133" y="355"/>
                  </a:lnTo>
                  <a:lnTo>
                    <a:pt x="5500820" y="1216"/>
                  </a:lnTo>
                  <a:lnTo>
                    <a:pt x="5467791" y="2913"/>
                  </a:lnTo>
                  <a:lnTo>
                    <a:pt x="5417980" y="5720"/>
                  </a:lnTo>
                  <a:lnTo>
                    <a:pt x="5351026" y="9870"/>
                  </a:lnTo>
                  <a:lnTo>
                    <a:pt x="5268231" y="15540"/>
                  </a:lnTo>
                  <a:lnTo>
                    <a:pt x="5172278" y="22840"/>
                  </a:lnTo>
                  <a:lnTo>
                    <a:pt x="5066747" y="31812"/>
                  </a:lnTo>
                  <a:lnTo>
                    <a:pt x="4955553" y="42453"/>
                  </a:lnTo>
                  <a:lnTo>
                    <a:pt x="4842441" y="54730"/>
                  </a:lnTo>
                  <a:lnTo>
                    <a:pt x="4730613" y="68611"/>
                  </a:lnTo>
                  <a:lnTo>
                    <a:pt x="4622541" y="84086"/>
                  </a:lnTo>
                  <a:lnTo>
                    <a:pt x="4519924" y="101176"/>
                  </a:lnTo>
                  <a:lnTo>
                    <a:pt x="4423754" y="119952"/>
                  </a:lnTo>
                  <a:lnTo>
                    <a:pt x="4334442" y="140534"/>
                  </a:lnTo>
                  <a:lnTo>
                    <a:pt x="4251954" y="163092"/>
                  </a:lnTo>
                  <a:lnTo>
                    <a:pt x="4175939" y="187846"/>
                  </a:lnTo>
                  <a:lnTo>
                    <a:pt x="4105843" y="215059"/>
                  </a:lnTo>
                  <a:lnTo>
                    <a:pt x="4040987" y="245027"/>
                  </a:lnTo>
                  <a:lnTo>
                    <a:pt x="3980632" y="278063"/>
                  </a:lnTo>
                  <a:lnTo>
                    <a:pt x="3924029" y="314470"/>
                  </a:lnTo>
                  <a:lnTo>
                    <a:pt x="3870455" y="354499"/>
                  </a:lnTo>
                  <a:lnTo>
                    <a:pt x="3820202" y="397414"/>
                  </a:lnTo>
                  <a:lnTo>
                    <a:pt x="3773231" y="442380"/>
                  </a:lnTo>
                  <a:lnTo>
                    <a:pt x="3727480" y="490789"/>
                  </a:lnTo>
                  <a:lnTo>
                    <a:pt x="3682603" y="542711"/>
                  </a:lnTo>
                  <a:lnTo>
                    <a:pt x="3638323" y="598153"/>
                  </a:lnTo>
                  <a:lnTo>
                    <a:pt x="3594422" y="657054"/>
                  </a:lnTo>
                  <a:lnTo>
                    <a:pt x="3550734" y="719279"/>
                  </a:lnTo>
                  <a:lnTo>
                    <a:pt x="3507136" y="784611"/>
                  </a:lnTo>
                  <a:lnTo>
                    <a:pt x="3463543" y="852759"/>
                  </a:lnTo>
                  <a:lnTo>
                    <a:pt x="3419906" y="923350"/>
                  </a:lnTo>
                  <a:lnTo>
                    <a:pt x="3376202" y="995943"/>
                  </a:lnTo>
                  <a:lnTo>
                    <a:pt x="3332432" y="1070036"/>
                  </a:lnTo>
                  <a:lnTo>
                    <a:pt x="3288613" y="1145078"/>
                  </a:lnTo>
                  <a:lnTo>
                    <a:pt x="3244775" y="1220492"/>
                  </a:lnTo>
                  <a:lnTo>
                    <a:pt x="3200948" y="1295683"/>
                  </a:lnTo>
                  <a:lnTo>
                    <a:pt x="3157164" y="1370067"/>
                  </a:lnTo>
                  <a:lnTo>
                    <a:pt x="3113442" y="1443086"/>
                  </a:lnTo>
                  <a:lnTo>
                    <a:pt x="3069790" y="1514224"/>
                  </a:lnTo>
                  <a:lnTo>
                    <a:pt x="3026189" y="1583022"/>
                  </a:lnTo>
                  <a:lnTo>
                    <a:pt x="2982599" y="1649092"/>
                  </a:lnTo>
                  <a:lnTo>
                    <a:pt x="2938943" y="1712120"/>
                  </a:lnTo>
                  <a:lnTo>
                    <a:pt x="2895110" y="1771871"/>
                  </a:lnTo>
                  <a:lnTo>
                    <a:pt x="2850943" y="1828190"/>
                  </a:lnTo>
                  <a:lnTo>
                    <a:pt x="2806239" y="1880997"/>
                  </a:lnTo>
                  <a:lnTo>
                    <a:pt x="2760738" y="1930284"/>
                  </a:lnTo>
                  <a:lnTo>
                    <a:pt x="2714110" y="1976104"/>
                  </a:lnTo>
                  <a:lnTo>
                    <a:pt x="2702183" y="1987073"/>
                  </a:lnTo>
                  <a:lnTo>
                    <a:pt x="2650943" y="2030778"/>
                  </a:lnTo>
                  <a:lnTo>
                    <a:pt x="2597318" y="2070737"/>
                  </a:lnTo>
                  <a:lnTo>
                    <a:pt x="2540651" y="2107078"/>
                  </a:lnTo>
                  <a:lnTo>
                    <a:pt x="2480218" y="2140054"/>
                  </a:lnTo>
                  <a:lnTo>
                    <a:pt x="2415270" y="2169967"/>
                  </a:lnTo>
                  <a:lnTo>
                    <a:pt x="2345068" y="2197130"/>
                  </a:lnTo>
                  <a:lnTo>
                    <a:pt x="2268937" y="2221840"/>
                  </a:lnTo>
                  <a:lnTo>
                    <a:pt x="2186322" y="2244359"/>
                  </a:lnTo>
                  <a:lnTo>
                    <a:pt x="2096879" y="2264906"/>
                  </a:lnTo>
                  <a:lnTo>
                    <a:pt x="2000583" y="2283649"/>
                  </a:lnTo>
                  <a:lnTo>
                    <a:pt x="1897851" y="2300709"/>
                  </a:lnTo>
                  <a:lnTo>
                    <a:pt x="1789690" y="2316153"/>
                  </a:lnTo>
                  <a:lnTo>
                    <a:pt x="1677813" y="2330004"/>
                  </a:lnTo>
                  <a:lnTo>
                    <a:pt x="1564705" y="2342251"/>
                  </a:lnTo>
                  <a:lnTo>
                    <a:pt x="1453582" y="2352860"/>
                  </a:lnTo>
                  <a:lnTo>
                    <a:pt x="1348196" y="2361801"/>
                  </a:lnTo>
                  <a:lnTo>
                    <a:pt x="1252460" y="2369069"/>
                  </a:lnTo>
                  <a:lnTo>
                    <a:pt x="1169943" y="2374710"/>
                  </a:lnTo>
                  <a:lnTo>
                    <a:pt x="1103305" y="2378833"/>
                  </a:lnTo>
                  <a:lnTo>
                    <a:pt x="1053819" y="2381616"/>
                  </a:lnTo>
                  <a:lnTo>
                    <a:pt x="1021092" y="2383295"/>
                  </a:lnTo>
                  <a:lnTo>
                    <a:pt x="1003027" y="2384143"/>
                  </a:lnTo>
                  <a:lnTo>
                    <a:pt x="995973" y="2384447"/>
                  </a:lnTo>
                  <a:lnTo>
                    <a:pt x="994940" y="2384488"/>
                  </a:lnTo>
                  <a:lnTo>
                    <a:pt x="0" y="2384488"/>
                  </a:lnTo>
                  <a:lnTo>
                    <a:pt x="0" y="23844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3" name="pg1772"/>
            <p:cNvSpPr/>
            <p:nvPr/>
          </p:nvSpPr>
          <p:spPr>
            <a:xfrm>
              <a:off x="1199187" y="1750207"/>
              <a:ext cx="12049831" cy="4030047"/>
            </a:xfrm>
            <a:custGeom>
              <a:avLst/>
              <a:pathLst>
                <a:path w="12049831" h="4030047">
                  <a:moveTo>
                    <a:pt x="0" y="4030047"/>
                  </a:moveTo>
                  <a:lnTo>
                    <a:pt x="994940" y="4030047"/>
                  </a:lnTo>
                  <a:lnTo>
                    <a:pt x="995962" y="4029978"/>
                  </a:lnTo>
                  <a:lnTo>
                    <a:pt x="1002722" y="4029487"/>
                  </a:lnTo>
                  <a:lnTo>
                    <a:pt x="1019903" y="4028131"/>
                  </a:lnTo>
                  <a:lnTo>
                    <a:pt x="1050962" y="4025456"/>
                  </a:lnTo>
                  <a:lnTo>
                    <a:pt x="1097953" y="4021030"/>
                  </a:lnTo>
                  <a:lnTo>
                    <a:pt x="1161376" y="4014474"/>
                  </a:lnTo>
                  <a:lnTo>
                    <a:pt x="1240194" y="4005498"/>
                  </a:lnTo>
                  <a:lnTo>
                    <a:pt x="1332062" y="3993914"/>
                  </a:lnTo>
                  <a:lnTo>
                    <a:pt x="1433739" y="3979637"/>
                  </a:lnTo>
                  <a:lnTo>
                    <a:pt x="1541583" y="3962663"/>
                  </a:lnTo>
                  <a:lnTo>
                    <a:pt x="1652027" y="3943037"/>
                  </a:lnTo>
                  <a:lnTo>
                    <a:pt x="1761936" y="3920811"/>
                  </a:lnTo>
                  <a:lnTo>
                    <a:pt x="1868815" y="3896016"/>
                  </a:lnTo>
                  <a:lnTo>
                    <a:pt x="1970879" y="3868633"/>
                  </a:lnTo>
                  <a:lnTo>
                    <a:pt x="2067011" y="3838575"/>
                  </a:lnTo>
                  <a:lnTo>
                    <a:pt x="2156667" y="3805679"/>
                  </a:lnTo>
                  <a:lnTo>
                    <a:pt x="2239748" y="3769703"/>
                  </a:lnTo>
                  <a:lnTo>
                    <a:pt x="2316485" y="3730331"/>
                  </a:lnTo>
                  <a:lnTo>
                    <a:pt x="2387334" y="3687171"/>
                  </a:lnTo>
                  <a:lnTo>
                    <a:pt x="2452888" y="3639777"/>
                  </a:lnTo>
                  <a:lnTo>
                    <a:pt x="2513820" y="3587661"/>
                  </a:lnTo>
                  <a:lnTo>
                    <a:pt x="2570830" y="3530331"/>
                  </a:lnTo>
                  <a:lnTo>
                    <a:pt x="2624611" y="3467342"/>
                  </a:lnTo>
                  <a:lnTo>
                    <a:pt x="2675811" y="3398380"/>
                  </a:lnTo>
                  <a:lnTo>
                    <a:pt x="2702183" y="3359246"/>
                  </a:lnTo>
                  <a:lnTo>
                    <a:pt x="2740692" y="3297614"/>
                  </a:lnTo>
                  <a:lnTo>
                    <a:pt x="2778339" y="3232116"/>
                  </a:lnTo>
                  <a:lnTo>
                    <a:pt x="2815325" y="3162673"/>
                  </a:lnTo>
                  <a:lnTo>
                    <a:pt x="2851816" y="3089251"/>
                  </a:lnTo>
                  <a:lnTo>
                    <a:pt x="2887953" y="3011865"/>
                  </a:lnTo>
                  <a:lnTo>
                    <a:pt x="2923848" y="2930583"/>
                  </a:lnTo>
                  <a:lnTo>
                    <a:pt x="2959593" y="2845531"/>
                  </a:lnTo>
                  <a:lnTo>
                    <a:pt x="2995258" y="2756892"/>
                  </a:lnTo>
                  <a:lnTo>
                    <a:pt x="3030897" y="2664911"/>
                  </a:lnTo>
                  <a:lnTo>
                    <a:pt x="3066548" y="2569892"/>
                  </a:lnTo>
                  <a:lnTo>
                    <a:pt x="3102233" y="2472195"/>
                  </a:lnTo>
                  <a:lnTo>
                    <a:pt x="3137963" y="2372234"/>
                  </a:lnTo>
                  <a:lnTo>
                    <a:pt x="3173738" y="2270468"/>
                  </a:lnTo>
                  <a:lnTo>
                    <a:pt x="3209552" y="2167394"/>
                  </a:lnTo>
                  <a:lnTo>
                    <a:pt x="3245390" y="2063537"/>
                  </a:lnTo>
                  <a:lnTo>
                    <a:pt x="3281236" y="1959439"/>
                  </a:lnTo>
                  <a:lnTo>
                    <a:pt x="3317072" y="1855646"/>
                  </a:lnTo>
                  <a:lnTo>
                    <a:pt x="3352882" y="1752700"/>
                  </a:lnTo>
                  <a:lnTo>
                    <a:pt x="3388652" y="1651122"/>
                  </a:lnTo>
                  <a:lnTo>
                    <a:pt x="3424377" y="1551406"/>
                  </a:lnTo>
                  <a:lnTo>
                    <a:pt x="3460057" y="1454006"/>
                  </a:lnTo>
                  <a:lnTo>
                    <a:pt x="3495704" y="1359329"/>
                  </a:lnTo>
                  <a:lnTo>
                    <a:pt x="3531345" y="1267728"/>
                  </a:lnTo>
                  <a:lnTo>
                    <a:pt x="3567016" y="1179502"/>
                  </a:lnTo>
                  <a:lnTo>
                    <a:pt x="3602775" y="1094887"/>
                  </a:lnTo>
                  <a:lnTo>
                    <a:pt x="3638693" y="1014061"/>
                  </a:lnTo>
                  <a:lnTo>
                    <a:pt x="3674865" y="937141"/>
                  </a:lnTo>
                  <a:lnTo>
                    <a:pt x="3711408" y="864190"/>
                  </a:lnTo>
                  <a:lnTo>
                    <a:pt x="3748462" y="795217"/>
                  </a:lnTo>
                  <a:lnTo>
                    <a:pt x="3786200" y="730181"/>
                  </a:lnTo>
                  <a:lnTo>
                    <a:pt x="3820202" y="676041"/>
                  </a:lnTo>
                  <a:lnTo>
                    <a:pt x="3870268" y="603857"/>
                  </a:lnTo>
                  <a:lnTo>
                    <a:pt x="3922600" y="537719"/>
                  </a:lnTo>
                  <a:lnTo>
                    <a:pt x="3977809" y="477429"/>
                  </a:lnTo>
                  <a:lnTo>
                    <a:pt x="4036568" y="422601"/>
                  </a:lnTo>
                  <a:lnTo>
                    <a:pt x="4099579" y="372758"/>
                  </a:lnTo>
                  <a:lnTo>
                    <a:pt x="4167532" y="327406"/>
                  </a:lnTo>
                  <a:lnTo>
                    <a:pt x="4241071" y="286072"/>
                  </a:lnTo>
                  <a:lnTo>
                    <a:pt x="4320734" y="248335"/>
                  </a:lnTo>
                  <a:lnTo>
                    <a:pt x="4406882" y="213837"/>
                  </a:lnTo>
                  <a:lnTo>
                    <a:pt x="4499607" y="182295"/>
                  </a:lnTo>
                  <a:lnTo>
                    <a:pt x="4598617" y="153504"/>
                  </a:lnTo>
                  <a:lnTo>
                    <a:pt x="4703114" y="127340"/>
                  </a:lnTo>
                  <a:lnTo>
                    <a:pt x="4811678" y="103747"/>
                  </a:lnTo>
                  <a:lnTo>
                    <a:pt x="4922190" y="82733"/>
                  </a:lnTo>
                  <a:lnTo>
                    <a:pt x="5031840" y="64342"/>
                  </a:lnTo>
                  <a:lnTo>
                    <a:pt x="5137254" y="48628"/>
                  </a:lnTo>
                  <a:lnTo>
                    <a:pt x="5234779" y="35616"/>
                  </a:lnTo>
                  <a:lnTo>
                    <a:pt x="5320896" y="25270"/>
                  </a:lnTo>
                  <a:lnTo>
                    <a:pt x="5392724" y="17457"/>
                  </a:lnTo>
                  <a:lnTo>
                    <a:pt x="5448490" y="11941"/>
                  </a:lnTo>
                  <a:lnTo>
                    <a:pt x="5487862" y="8386"/>
                  </a:lnTo>
                  <a:lnTo>
                    <a:pt x="5512075" y="6385"/>
                  </a:lnTo>
                  <a:lnTo>
                    <a:pt x="5523867" y="5490"/>
                  </a:lnTo>
                  <a:lnTo>
                    <a:pt x="5527288" y="525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0" y="5283"/>
                  </a:lnTo>
                  <a:lnTo>
                    <a:pt x="6530711" y="5588"/>
                  </a:lnTo>
                  <a:lnTo>
                    <a:pt x="6549053" y="6432"/>
                  </a:lnTo>
                  <a:lnTo>
                    <a:pt x="6582132" y="8095"/>
                  </a:lnTo>
                  <a:lnTo>
                    <a:pt x="6632014" y="10844"/>
                  </a:lnTo>
                  <a:lnTo>
                    <a:pt x="6699057" y="14909"/>
                  </a:lnTo>
                  <a:lnTo>
                    <a:pt x="6781952" y="20464"/>
                  </a:lnTo>
                  <a:lnTo>
                    <a:pt x="6878006" y="27614"/>
                  </a:lnTo>
                  <a:lnTo>
                    <a:pt x="6983633" y="36402"/>
                  </a:lnTo>
                  <a:lnTo>
                    <a:pt x="7094908" y="46823"/>
                  </a:lnTo>
                  <a:lnTo>
                    <a:pt x="7208085" y="58846"/>
                  </a:lnTo>
                  <a:lnTo>
                    <a:pt x="7319958" y="72440"/>
                  </a:lnTo>
                  <a:lnTo>
                    <a:pt x="7428057" y="87594"/>
                  </a:lnTo>
                  <a:lnTo>
                    <a:pt x="7530686" y="104330"/>
                  </a:lnTo>
                  <a:lnTo>
                    <a:pt x="7626855" y="122718"/>
                  </a:lnTo>
                  <a:lnTo>
                    <a:pt x="7716157" y="142875"/>
                  </a:lnTo>
                  <a:lnTo>
                    <a:pt x="7798630" y="164968"/>
                  </a:lnTo>
                  <a:lnTo>
                    <a:pt x="7874626" y="189214"/>
                  </a:lnTo>
                  <a:lnTo>
                    <a:pt x="7944703" y="215870"/>
                  </a:lnTo>
                  <a:lnTo>
                    <a:pt x="8009542" y="245226"/>
                  </a:lnTo>
                  <a:lnTo>
                    <a:pt x="8069884" y="277591"/>
                  </a:lnTo>
                  <a:lnTo>
                    <a:pt x="8126478" y="313259"/>
                  </a:lnTo>
                  <a:lnTo>
                    <a:pt x="8180048" y="352476"/>
                  </a:lnTo>
                  <a:lnTo>
                    <a:pt x="8229629" y="393920"/>
                  </a:lnTo>
                  <a:lnTo>
                    <a:pt x="8276943" y="438236"/>
                  </a:lnTo>
                  <a:lnTo>
                    <a:pt x="8323021" y="485970"/>
                  </a:lnTo>
                  <a:lnTo>
                    <a:pt x="8368217" y="537192"/>
                  </a:lnTo>
                  <a:lnTo>
                    <a:pt x="8412813" y="591906"/>
                  </a:lnTo>
                  <a:lnTo>
                    <a:pt x="8457029" y="650051"/>
                  </a:lnTo>
                  <a:lnTo>
                    <a:pt x="8501035" y="711488"/>
                  </a:lnTo>
                  <a:lnTo>
                    <a:pt x="8544955" y="775998"/>
                  </a:lnTo>
                  <a:lnTo>
                    <a:pt x="8588872" y="843285"/>
                  </a:lnTo>
                  <a:lnTo>
                    <a:pt x="8632836" y="912974"/>
                  </a:lnTo>
                  <a:lnTo>
                    <a:pt x="8676868" y="984618"/>
                  </a:lnTo>
                  <a:lnTo>
                    <a:pt x="8720967" y="1057711"/>
                  </a:lnTo>
                  <a:lnTo>
                    <a:pt x="8765113" y="1131702"/>
                  </a:lnTo>
                  <a:lnTo>
                    <a:pt x="8809277" y="1206008"/>
                  </a:lnTo>
                  <a:lnTo>
                    <a:pt x="8853425" y="1280037"/>
                  </a:lnTo>
                  <a:lnTo>
                    <a:pt x="8897528" y="1353206"/>
                  </a:lnTo>
                  <a:lnTo>
                    <a:pt x="8941565" y="1424961"/>
                  </a:lnTo>
                  <a:lnTo>
                    <a:pt x="8985533" y="1494791"/>
                  </a:lnTo>
                  <a:lnTo>
                    <a:pt x="9029452" y="1562248"/>
                  </a:lnTo>
                  <a:lnTo>
                    <a:pt x="9073369" y="1626950"/>
                  </a:lnTo>
                  <a:lnTo>
                    <a:pt x="9117366" y="1688595"/>
                  </a:lnTo>
                  <a:lnTo>
                    <a:pt x="9161564" y="1746960"/>
                  </a:lnTo>
                  <a:lnTo>
                    <a:pt x="9206129" y="1801901"/>
                  </a:lnTo>
                  <a:lnTo>
                    <a:pt x="9251278" y="1853351"/>
                  </a:lnTo>
                  <a:lnTo>
                    <a:pt x="9297289" y="1901312"/>
                  </a:lnTo>
                  <a:lnTo>
                    <a:pt x="9344509" y="1945848"/>
                  </a:lnTo>
                  <a:lnTo>
                    <a:pt x="9347647" y="1948642"/>
                  </a:lnTo>
                  <a:lnTo>
                    <a:pt x="9398917" y="1991409"/>
                  </a:lnTo>
                  <a:lnTo>
                    <a:pt x="9452574" y="2030508"/>
                  </a:lnTo>
                  <a:lnTo>
                    <a:pt x="9509278" y="2066066"/>
                  </a:lnTo>
                  <a:lnTo>
                    <a:pt x="9569753" y="2098329"/>
                  </a:lnTo>
                  <a:lnTo>
                    <a:pt x="9634750" y="2127594"/>
                  </a:lnTo>
                  <a:lnTo>
                    <a:pt x="9705008" y="2154167"/>
                  </a:lnTo>
                  <a:lnTo>
                    <a:pt x="9781205" y="2178340"/>
                  </a:lnTo>
                  <a:lnTo>
                    <a:pt x="9863894" y="2200367"/>
                  </a:lnTo>
                  <a:lnTo>
                    <a:pt x="9953419" y="2220465"/>
                  </a:lnTo>
                  <a:lnTo>
                    <a:pt x="10049806" y="2238797"/>
                  </a:lnTo>
                  <a:lnTo>
                    <a:pt x="10152630" y="2255482"/>
                  </a:lnTo>
                  <a:lnTo>
                    <a:pt x="10260881" y="2270585"/>
                  </a:lnTo>
                  <a:lnTo>
                    <a:pt x="10372839" y="2284129"/>
                  </a:lnTo>
                  <a:lnTo>
                    <a:pt x="10486008" y="2296101"/>
                  </a:lnTo>
                  <a:lnTo>
                    <a:pt x="10597162" y="2306469"/>
                  </a:lnTo>
                  <a:lnTo>
                    <a:pt x="10702541" y="2315204"/>
                  </a:lnTo>
                  <a:lnTo>
                    <a:pt x="10798223" y="2322302"/>
                  </a:lnTo>
                  <a:lnTo>
                    <a:pt x="10880641" y="2327807"/>
                  </a:lnTo>
                  <a:lnTo>
                    <a:pt x="10947143" y="2331827"/>
                  </a:lnTo>
                  <a:lnTo>
                    <a:pt x="10996468" y="2334537"/>
                  </a:lnTo>
                  <a:lnTo>
                    <a:pt x="11029030" y="2336169"/>
                  </a:lnTo>
                  <a:lnTo>
                    <a:pt x="11046949" y="2336991"/>
                  </a:lnTo>
                  <a:lnTo>
                    <a:pt x="11053897" y="2337283"/>
                  </a:lnTo>
                  <a:lnTo>
                    <a:pt x="11054891" y="2337322"/>
                  </a:lnTo>
                  <a:lnTo>
                    <a:pt x="12049831" y="2337322"/>
                  </a:lnTo>
                  <a:lnTo>
                    <a:pt x="12049831" y="2332082"/>
                  </a:lnTo>
                  <a:lnTo>
                    <a:pt x="11054891" y="2332082"/>
                  </a:lnTo>
                  <a:lnTo>
                    <a:pt x="11053796" y="2332039"/>
                  </a:lnTo>
                  <a:lnTo>
                    <a:pt x="11046565" y="2331733"/>
                  </a:lnTo>
                  <a:lnTo>
                    <a:pt x="11028223" y="2330890"/>
                  </a:lnTo>
                  <a:lnTo>
                    <a:pt x="10995145" y="2329227"/>
                  </a:lnTo>
                  <a:lnTo>
                    <a:pt x="10945263" y="2326478"/>
                  </a:lnTo>
                  <a:lnTo>
                    <a:pt x="10878219" y="2322412"/>
                  </a:lnTo>
                  <a:lnTo>
                    <a:pt x="10795325" y="2316858"/>
                  </a:lnTo>
                  <a:lnTo>
                    <a:pt x="10699270" y="2309708"/>
                  </a:lnTo>
                  <a:lnTo>
                    <a:pt x="10593644" y="2300920"/>
                  </a:lnTo>
                  <a:lnTo>
                    <a:pt x="10482368" y="2290499"/>
                  </a:lnTo>
                  <a:lnTo>
                    <a:pt x="10369192" y="2278476"/>
                  </a:lnTo>
                  <a:lnTo>
                    <a:pt x="10257318" y="2264881"/>
                  </a:lnTo>
                  <a:lnTo>
                    <a:pt x="10149219" y="2249728"/>
                  </a:lnTo>
                  <a:lnTo>
                    <a:pt x="10046591" y="2232991"/>
                  </a:lnTo>
                  <a:lnTo>
                    <a:pt x="9950422" y="2214604"/>
                  </a:lnTo>
                  <a:lnTo>
                    <a:pt x="9861120" y="2194447"/>
                  </a:lnTo>
                  <a:lnTo>
                    <a:pt x="9778647" y="2172354"/>
                  </a:lnTo>
                  <a:lnTo>
                    <a:pt x="9702651" y="2148108"/>
                  </a:lnTo>
                  <a:lnTo>
                    <a:pt x="9632574" y="2121452"/>
                  </a:lnTo>
                  <a:lnTo>
                    <a:pt x="9567734" y="2092096"/>
                  </a:lnTo>
                  <a:lnTo>
                    <a:pt x="9507393" y="2059731"/>
                  </a:lnTo>
                  <a:lnTo>
                    <a:pt x="9450799" y="2024062"/>
                  </a:lnTo>
                  <a:lnTo>
                    <a:pt x="9397229" y="1984846"/>
                  </a:lnTo>
                  <a:lnTo>
                    <a:pt x="9347647" y="1943401"/>
                  </a:lnTo>
                  <a:lnTo>
                    <a:pt x="9300334" y="1899086"/>
                  </a:lnTo>
                  <a:lnTo>
                    <a:pt x="9254256" y="1851351"/>
                  </a:lnTo>
                  <a:lnTo>
                    <a:pt x="9209059" y="1800130"/>
                  </a:lnTo>
                  <a:lnTo>
                    <a:pt x="9164464" y="1745415"/>
                  </a:lnTo>
                  <a:lnTo>
                    <a:pt x="9120247" y="1687271"/>
                  </a:lnTo>
                  <a:lnTo>
                    <a:pt x="9076241" y="1625834"/>
                  </a:lnTo>
                  <a:lnTo>
                    <a:pt x="9032322" y="1561323"/>
                  </a:lnTo>
                  <a:lnTo>
                    <a:pt x="8988405" y="1494036"/>
                  </a:lnTo>
                  <a:lnTo>
                    <a:pt x="8944441" y="1424348"/>
                  </a:lnTo>
                  <a:lnTo>
                    <a:pt x="8900408" y="1352704"/>
                  </a:lnTo>
                  <a:lnTo>
                    <a:pt x="8856309" y="1279611"/>
                  </a:lnTo>
                  <a:lnTo>
                    <a:pt x="8812163" y="1205620"/>
                  </a:lnTo>
                  <a:lnTo>
                    <a:pt x="8768000" y="1131314"/>
                  </a:lnTo>
                  <a:lnTo>
                    <a:pt x="8723851" y="1057285"/>
                  </a:lnTo>
                  <a:lnTo>
                    <a:pt x="8679749" y="984116"/>
                  </a:lnTo>
                  <a:lnTo>
                    <a:pt x="8635712" y="912361"/>
                  </a:lnTo>
                  <a:lnTo>
                    <a:pt x="8591743" y="842531"/>
                  </a:lnTo>
                  <a:lnTo>
                    <a:pt x="8547824" y="775074"/>
                  </a:lnTo>
                  <a:lnTo>
                    <a:pt x="8503907" y="710372"/>
                  </a:lnTo>
                  <a:lnTo>
                    <a:pt x="8459910" y="648727"/>
                  </a:lnTo>
                  <a:lnTo>
                    <a:pt x="8415712" y="590362"/>
                  </a:lnTo>
                  <a:lnTo>
                    <a:pt x="8371147" y="535421"/>
                  </a:lnTo>
                  <a:lnTo>
                    <a:pt x="8325998" y="483971"/>
                  </a:lnTo>
                  <a:lnTo>
                    <a:pt x="8279988" y="436010"/>
                  </a:lnTo>
                  <a:lnTo>
                    <a:pt x="8232767" y="391474"/>
                  </a:lnTo>
                  <a:lnTo>
                    <a:pt x="8229629" y="388680"/>
                  </a:lnTo>
                  <a:lnTo>
                    <a:pt x="8178359" y="345912"/>
                  </a:lnTo>
                  <a:lnTo>
                    <a:pt x="8124702" y="306813"/>
                  </a:lnTo>
                  <a:lnTo>
                    <a:pt x="8067999" y="271255"/>
                  </a:lnTo>
                  <a:lnTo>
                    <a:pt x="8007524" y="238993"/>
                  </a:lnTo>
                  <a:lnTo>
                    <a:pt x="7942527" y="209728"/>
                  </a:lnTo>
                  <a:lnTo>
                    <a:pt x="7872269" y="183155"/>
                  </a:lnTo>
                  <a:lnTo>
                    <a:pt x="7796072" y="158982"/>
                  </a:lnTo>
                  <a:lnTo>
                    <a:pt x="7713383" y="136954"/>
                  </a:lnTo>
                  <a:lnTo>
                    <a:pt x="7623857" y="116857"/>
                  </a:lnTo>
                  <a:lnTo>
                    <a:pt x="7527471" y="98524"/>
                  </a:lnTo>
                  <a:lnTo>
                    <a:pt x="7424647" y="81840"/>
                  </a:lnTo>
                  <a:lnTo>
                    <a:pt x="7316395" y="66737"/>
                  </a:lnTo>
                  <a:lnTo>
                    <a:pt x="7204437" y="53193"/>
                  </a:lnTo>
                  <a:lnTo>
                    <a:pt x="7091268" y="41221"/>
                  </a:lnTo>
                  <a:lnTo>
                    <a:pt x="6980114" y="30852"/>
                  </a:lnTo>
                  <a:lnTo>
                    <a:pt x="6874736" y="22117"/>
                  </a:lnTo>
                  <a:lnTo>
                    <a:pt x="6779054" y="15020"/>
                  </a:lnTo>
                  <a:lnTo>
                    <a:pt x="6696635" y="9515"/>
                  </a:lnTo>
                  <a:lnTo>
                    <a:pt x="6630133" y="5495"/>
                  </a:lnTo>
                  <a:lnTo>
                    <a:pt x="6580808" y="2785"/>
                  </a:lnTo>
                  <a:lnTo>
                    <a:pt x="6548247" y="1153"/>
                  </a:lnTo>
                  <a:lnTo>
                    <a:pt x="6530328" y="331"/>
                  </a:lnTo>
                  <a:lnTo>
                    <a:pt x="6523379" y="3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3" y="69"/>
                  </a:lnTo>
                  <a:lnTo>
                    <a:pt x="5519663" y="560"/>
                  </a:lnTo>
                  <a:lnTo>
                    <a:pt x="5502482" y="1916"/>
                  </a:lnTo>
                  <a:lnTo>
                    <a:pt x="5471423" y="4591"/>
                  </a:lnTo>
                  <a:lnTo>
                    <a:pt x="5424432" y="9017"/>
                  </a:lnTo>
                  <a:lnTo>
                    <a:pt x="5361009" y="15572"/>
                  </a:lnTo>
                  <a:lnTo>
                    <a:pt x="5282191" y="24549"/>
                  </a:lnTo>
                  <a:lnTo>
                    <a:pt x="5190323" y="36133"/>
                  </a:lnTo>
                  <a:lnTo>
                    <a:pt x="5088646" y="50410"/>
                  </a:lnTo>
                  <a:lnTo>
                    <a:pt x="4980802" y="67383"/>
                  </a:lnTo>
                  <a:lnTo>
                    <a:pt x="4870358" y="87010"/>
                  </a:lnTo>
                  <a:lnTo>
                    <a:pt x="4760449" y="109236"/>
                  </a:lnTo>
                  <a:lnTo>
                    <a:pt x="4653570" y="134030"/>
                  </a:lnTo>
                  <a:lnTo>
                    <a:pt x="4551506" y="161413"/>
                  </a:lnTo>
                  <a:lnTo>
                    <a:pt x="4455374" y="191472"/>
                  </a:lnTo>
                  <a:lnTo>
                    <a:pt x="4365718" y="224368"/>
                  </a:lnTo>
                  <a:lnTo>
                    <a:pt x="4282637" y="260343"/>
                  </a:lnTo>
                  <a:lnTo>
                    <a:pt x="4205900" y="299716"/>
                  </a:lnTo>
                  <a:lnTo>
                    <a:pt x="4135051" y="342876"/>
                  </a:lnTo>
                  <a:lnTo>
                    <a:pt x="4069497" y="390270"/>
                  </a:lnTo>
                  <a:lnTo>
                    <a:pt x="4008565" y="442386"/>
                  </a:lnTo>
                  <a:lnTo>
                    <a:pt x="3951555" y="499716"/>
                  </a:lnTo>
                  <a:lnTo>
                    <a:pt x="3897774" y="562704"/>
                  </a:lnTo>
                  <a:lnTo>
                    <a:pt x="3846574" y="631666"/>
                  </a:lnTo>
                  <a:lnTo>
                    <a:pt x="3820202" y="670801"/>
                  </a:lnTo>
                  <a:lnTo>
                    <a:pt x="3781693" y="732432"/>
                  </a:lnTo>
                  <a:lnTo>
                    <a:pt x="3744046" y="797930"/>
                  </a:lnTo>
                  <a:lnTo>
                    <a:pt x="3707060" y="867373"/>
                  </a:lnTo>
                  <a:lnTo>
                    <a:pt x="3670569" y="940795"/>
                  </a:lnTo>
                  <a:lnTo>
                    <a:pt x="3634432" y="1018181"/>
                  </a:lnTo>
                  <a:lnTo>
                    <a:pt x="3598537" y="1099463"/>
                  </a:lnTo>
                  <a:lnTo>
                    <a:pt x="3562792" y="1184516"/>
                  </a:lnTo>
                  <a:lnTo>
                    <a:pt x="3527127" y="1273155"/>
                  </a:lnTo>
                  <a:lnTo>
                    <a:pt x="3491488" y="1365136"/>
                  </a:lnTo>
                  <a:lnTo>
                    <a:pt x="3455837" y="1460155"/>
                  </a:lnTo>
                  <a:lnTo>
                    <a:pt x="3420152" y="1557852"/>
                  </a:lnTo>
                  <a:lnTo>
                    <a:pt x="3384422" y="1657812"/>
                  </a:lnTo>
                  <a:lnTo>
                    <a:pt x="3348647" y="1759578"/>
                  </a:lnTo>
                  <a:lnTo>
                    <a:pt x="3312833" y="1862652"/>
                  </a:lnTo>
                  <a:lnTo>
                    <a:pt x="3276995" y="1966510"/>
                  </a:lnTo>
                  <a:lnTo>
                    <a:pt x="3241149" y="2070608"/>
                  </a:lnTo>
                  <a:lnTo>
                    <a:pt x="3205313" y="2174401"/>
                  </a:lnTo>
                  <a:lnTo>
                    <a:pt x="3169503" y="2277347"/>
                  </a:lnTo>
                  <a:lnTo>
                    <a:pt x="3133733" y="2378924"/>
                  </a:lnTo>
                  <a:lnTo>
                    <a:pt x="3098008" y="2478640"/>
                  </a:lnTo>
                  <a:lnTo>
                    <a:pt x="3062328" y="2576041"/>
                  </a:lnTo>
                  <a:lnTo>
                    <a:pt x="3026681" y="2670718"/>
                  </a:lnTo>
                  <a:lnTo>
                    <a:pt x="2991040" y="2762318"/>
                  </a:lnTo>
                  <a:lnTo>
                    <a:pt x="2955369" y="2850545"/>
                  </a:lnTo>
                  <a:lnTo>
                    <a:pt x="2919610" y="2935159"/>
                  </a:lnTo>
                  <a:lnTo>
                    <a:pt x="2883692" y="3015986"/>
                  </a:lnTo>
                  <a:lnTo>
                    <a:pt x="2847520" y="3092905"/>
                  </a:lnTo>
                  <a:lnTo>
                    <a:pt x="2810977" y="3165856"/>
                  </a:lnTo>
                  <a:lnTo>
                    <a:pt x="2773923" y="3234830"/>
                  </a:lnTo>
                  <a:lnTo>
                    <a:pt x="2736185" y="3299866"/>
                  </a:lnTo>
                  <a:lnTo>
                    <a:pt x="2702183" y="3354005"/>
                  </a:lnTo>
                  <a:lnTo>
                    <a:pt x="2652117" y="3426190"/>
                  </a:lnTo>
                  <a:lnTo>
                    <a:pt x="2599785" y="3492328"/>
                  </a:lnTo>
                  <a:lnTo>
                    <a:pt x="2544576" y="3552617"/>
                  </a:lnTo>
                  <a:lnTo>
                    <a:pt x="2485817" y="3607445"/>
                  </a:lnTo>
                  <a:lnTo>
                    <a:pt x="2422806" y="3657288"/>
                  </a:lnTo>
                  <a:lnTo>
                    <a:pt x="2354853" y="3702641"/>
                  </a:lnTo>
                  <a:lnTo>
                    <a:pt x="2281314" y="3743974"/>
                  </a:lnTo>
                  <a:lnTo>
                    <a:pt x="2201651" y="3781712"/>
                  </a:lnTo>
                  <a:lnTo>
                    <a:pt x="2115503" y="3816210"/>
                  </a:lnTo>
                  <a:lnTo>
                    <a:pt x="2022778" y="3847752"/>
                  </a:lnTo>
                  <a:lnTo>
                    <a:pt x="1923768" y="3876542"/>
                  </a:lnTo>
                  <a:lnTo>
                    <a:pt x="1819271" y="3902707"/>
                  </a:lnTo>
                  <a:lnTo>
                    <a:pt x="1710707" y="3926299"/>
                  </a:lnTo>
                  <a:lnTo>
                    <a:pt x="1600195" y="3947314"/>
                  </a:lnTo>
                  <a:lnTo>
                    <a:pt x="1490545" y="3965705"/>
                  </a:lnTo>
                  <a:lnTo>
                    <a:pt x="1385131" y="3981419"/>
                  </a:lnTo>
                  <a:lnTo>
                    <a:pt x="1287606" y="3994430"/>
                  </a:lnTo>
                  <a:lnTo>
                    <a:pt x="1201489" y="4004777"/>
                  </a:lnTo>
                  <a:lnTo>
                    <a:pt x="1129661" y="4012590"/>
                  </a:lnTo>
                  <a:lnTo>
                    <a:pt x="1073895" y="4018106"/>
                  </a:lnTo>
                  <a:lnTo>
                    <a:pt x="1034523" y="4021660"/>
                  </a:lnTo>
                  <a:lnTo>
                    <a:pt x="1010310" y="4023662"/>
                  </a:lnTo>
                  <a:lnTo>
                    <a:pt x="998518" y="4024557"/>
                  </a:lnTo>
                  <a:lnTo>
                    <a:pt x="995097" y="4024796"/>
                  </a:lnTo>
                  <a:lnTo>
                    <a:pt x="994940" y="4024806"/>
                  </a:lnTo>
                  <a:lnTo>
                    <a:pt x="0" y="4024806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74" name="pl1773"/>
            <p:cNvSpPr/>
            <p:nvPr/>
          </p:nvSpPr>
          <p:spPr>
            <a:xfrm>
              <a:off x="1199187" y="1755447"/>
              <a:ext cx="12049831" cy="4024806"/>
            </a:xfrm>
            <a:custGeom>
              <a:avLst/>
              <a:pathLst>
                <a:path w="12049831" h="4024806">
                  <a:moveTo>
                    <a:pt x="0" y="4024806"/>
                  </a:moveTo>
                  <a:lnTo>
                    <a:pt x="994940" y="4024806"/>
                  </a:lnTo>
                  <a:lnTo>
                    <a:pt x="995962" y="4024737"/>
                  </a:lnTo>
                  <a:lnTo>
                    <a:pt x="1002722" y="4024246"/>
                  </a:lnTo>
                  <a:lnTo>
                    <a:pt x="1019903" y="4022890"/>
                  </a:lnTo>
                  <a:lnTo>
                    <a:pt x="1050962" y="4020215"/>
                  </a:lnTo>
                  <a:lnTo>
                    <a:pt x="1097953" y="4015789"/>
                  </a:lnTo>
                  <a:lnTo>
                    <a:pt x="1161376" y="4009234"/>
                  </a:lnTo>
                  <a:lnTo>
                    <a:pt x="1240194" y="4000257"/>
                  </a:lnTo>
                  <a:lnTo>
                    <a:pt x="1332062" y="3988673"/>
                  </a:lnTo>
                  <a:lnTo>
                    <a:pt x="1433739" y="3974396"/>
                  </a:lnTo>
                  <a:lnTo>
                    <a:pt x="1541583" y="3957423"/>
                  </a:lnTo>
                  <a:lnTo>
                    <a:pt x="1652027" y="3937796"/>
                  </a:lnTo>
                  <a:lnTo>
                    <a:pt x="1761936" y="3915570"/>
                  </a:lnTo>
                  <a:lnTo>
                    <a:pt x="1868815" y="3890776"/>
                  </a:lnTo>
                  <a:lnTo>
                    <a:pt x="1970879" y="3863393"/>
                  </a:lnTo>
                  <a:lnTo>
                    <a:pt x="2067011" y="3833334"/>
                  </a:lnTo>
                  <a:lnTo>
                    <a:pt x="2156667" y="3800438"/>
                  </a:lnTo>
                  <a:lnTo>
                    <a:pt x="2239748" y="3764463"/>
                  </a:lnTo>
                  <a:lnTo>
                    <a:pt x="2316485" y="3725090"/>
                  </a:lnTo>
                  <a:lnTo>
                    <a:pt x="2387334" y="3681930"/>
                  </a:lnTo>
                  <a:lnTo>
                    <a:pt x="2452888" y="3634536"/>
                  </a:lnTo>
                  <a:lnTo>
                    <a:pt x="2513820" y="3582420"/>
                  </a:lnTo>
                  <a:lnTo>
                    <a:pt x="2570830" y="3525090"/>
                  </a:lnTo>
                  <a:lnTo>
                    <a:pt x="2624611" y="3462102"/>
                  </a:lnTo>
                  <a:lnTo>
                    <a:pt x="2675811" y="3393140"/>
                  </a:lnTo>
                  <a:lnTo>
                    <a:pt x="2702183" y="3354005"/>
                  </a:lnTo>
                  <a:lnTo>
                    <a:pt x="2740692" y="3292374"/>
                  </a:lnTo>
                  <a:lnTo>
                    <a:pt x="2778339" y="3226876"/>
                  </a:lnTo>
                  <a:lnTo>
                    <a:pt x="2815325" y="3157433"/>
                  </a:lnTo>
                  <a:lnTo>
                    <a:pt x="2851816" y="3084011"/>
                  </a:lnTo>
                  <a:lnTo>
                    <a:pt x="2887953" y="3006625"/>
                  </a:lnTo>
                  <a:lnTo>
                    <a:pt x="2923848" y="2925343"/>
                  </a:lnTo>
                  <a:lnTo>
                    <a:pt x="2959593" y="2840290"/>
                  </a:lnTo>
                  <a:lnTo>
                    <a:pt x="2995258" y="2751651"/>
                  </a:lnTo>
                  <a:lnTo>
                    <a:pt x="3030897" y="2659670"/>
                  </a:lnTo>
                  <a:lnTo>
                    <a:pt x="3066548" y="2564651"/>
                  </a:lnTo>
                  <a:lnTo>
                    <a:pt x="3102233" y="2466954"/>
                  </a:lnTo>
                  <a:lnTo>
                    <a:pt x="3137963" y="2366994"/>
                  </a:lnTo>
                  <a:lnTo>
                    <a:pt x="3173738" y="2265228"/>
                  </a:lnTo>
                  <a:lnTo>
                    <a:pt x="3209552" y="2162154"/>
                  </a:lnTo>
                  <a:lnTo>
                    <a:pt x="3245390" y="2058296"/>
                  </a:lnTo>
                  <a:lnTo>
                    <a:pt x="3281236" y="1954198"/>
                  </a:lnTo>
                  <a:lnTo>
                    <a:pt x="3317072" y="1850405"/>
                  </a:lnTo>
                  <a:lnTo>
                    <a:pt x="3352882" y="1747459"/>
                  </a:lnTo>
                  <a:lnTo>
                    <a:pt x="3388652" y="1645882"/>
                  </a:lnTo>
                  <a:lnTo>
                    <a:pt x="3424377" y="1546166"/>
                  </a:lnTo>
                  <a:lnTo>
                    <a:pt x="3460057" y="1448765"/>
                  </a:lnTo>
                  <a:lnTo>
                    <a:pt x="3495704" y="1354088"/>
                  </a:lnTo>
                  <a:lnTo>
                    <a:pt x="3531345" y="1262488"/>
                  </a:lnTo>
                  <a:lnTo>
                    <a:pt x="3567016" y="1174261"/>
                  </a:lnTo>
                  <a:lnTo>
                    <a:pt x="3602775" y="1089647"/>
                  </a:lnTo>
                  <a:lnTo>
                    <a:pt x="3638693" y="1008820"/>
                  </a:lnTo>
                  <a:lnTo>
                    <a:pt x="3674865" y="931901"/>
                  </a:lnTo>
                  <a:lnTo>
                    <a:pt x="3711408" y="858950"/>
                  </a:lnTo>
                  <a:lnTo>
                    <a:pt x="3748462" y="789976"/>
                  </a:lnTo>
                  <a:lnTo>
                    <a:pt x="3786200" y="724940"/>
                  </a:lnTo>
                  <a:lnTo>
                    <a:pt x="3820202" y="670801"/>
                  </a:lnTo>
                  <a:lnTo>
                    <a:pt x="3870268" y="598616"/>
                  </a:lnTo>
                  <a:lnTo>
                    <a:pt x="3922600" y="532478"/>
                  </a:lnTo>
                  <a:lnTo>
                    <a:pt x="3977809" y="472189"/>
                  </a:lnTo>
                  <a:lnTo>
                    <a:pt x="4036568" y="417361"/>
                  </a:lnTo>
                  <a:lnTo>
                    <a:pt x="4099579" y="367518"/>
                  </a:lnTo>
                  <a:lnTo>
                    <a:pt x="4167532" y="322165"/>
                  </a:lnTo>
                  <a:lnTo>
                    <a:pt x="4241071" y="280832"/>
                  </a:lnTo>
                  <a:lnTo>
                    <a:pt x="4320734" y="243094"/>
                  </a:lnTo>
                  <a:lnTo>
                    <a:pt x="4406882" y="208596"/>
                  </a:lnTo>
                  <a:lnTo>
                    <a:pt x="4499607" y="177054"/>
                  </a:lnTo>
                  <a:lnTo>
                    <a:pt x="4598617" y="148264"/>
                  </a:lnTo>
                  <a:lnTo>
                    <a:pt x="4703114" y="122099"/>
                  </a:lnTo>
                  <a:lnTo>
                    <a:pt x="4811678" y="98507"/>
                  </a:lnTo>
                  <a:lnTo>
                    <a:pt x="4922190" y="77492"/>
                  </a:lnTo>
                  <a:lnTo>
                    <a:pt x="5031840" y="59101"/>
                  </a:lnTo>
                  <a:lnTo>
                    <a:pt x="5137254" y="43387"/>
                  </a:lnTo>
                  <a:lnTo>
                    <a:pt x="5234779" y="30376"/>
                  </a:lnTo>
                  <a:lnTo>
                    <a:pt x="5320896" y="20029"/>
                  </a:lnTo>
                  <a:lnTo>
                    <a:pt x="5392724" y="12216"/>
                  </a:lnTo>
                  <a:lnTo>
                    <a:pt x="5448490" y="6700"/>
                  </a:lnTo>
                  <a:lnTo>
                    <a:pt x="5487862" y="3146"/>
                  </a:lnTo>
                  <a:lnTo>
                    <a:pt x="5512075" y="1144"/>
                  </a:lnTo>
                  <a:lnTo>
                    <a:pt x="5523867" y="249"/>
                  </a:lnTo>
                  <a:lnTo>
                    <a:pt x="5527288" y="1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0" y="42"/>
                  </a:lnTo>
                  <a:lnTo>
                    <a:pt x="6530711" y="348"/>
                  </a:lnTo>
                  <a:lnTo>
                    <a:pt x="6549053" y="1191"/>
                  </a:lnTo>
                  <a:lnTo>
                    <a:pt x="6582132" y="2854"/>
                  </a:lnTo>
                  <a:lnTo>
                    <a:pt x="6632014" y="5603"/>
                  </a:lnTo>
                  <a:lnTo>
                    <a:pt x="6699057" y="9669"/>
                  </a:lnTo>
                  <a:lnTo>
                    <a:pt x="6781952" y="15224"/>
                  </a:lnTo>
                  <a:lnTo>
                    <a:pt x="6878006" y="22374"/>
                  </a:lnTo>
                  <a:lnTo>
                    <a:pt x="6983633" y="31162"/>
                  </a:lnTo>
                  <a:lnTo>
                    <a:pt x="7094908" y="41582"/>
                  </a:lnTo>
                  <a:lnTo>
                    <a:pt x="7208085" y="53606"/>
                  </a:lnTo>
                  <a:lnTo>
                    <a:pt x="7319958" y="67200"/>
                  </a:lnTo>
                  <a:lnTo>
                    <a:pt x="7428057" y="82353"/>
                  </a:lnTo>
                  <a:lnTo>
                    <a:pt x="7530686" y="99090"/>
                  </a:lnTo>
                  <a:lnTo>
                    <a:pt x="7626855" y="117478"/>
                  </a:lnTo>
                  <a:lnTo>
                    <a:pt x="7716157" y="137634"/>
                  </a:lnTo>
                  <a:lnTo>
                    <a:pt x="7798630" y="159728"/>
                  </a:lnTo>
                  <a:lnTo>
                    <a:pt x="7874626" y="183973"/>
                  </a:lnTo>
                  <a:lnTo>
                    <a:pt x="7944703" y="210629"/>
                  </a:lnTo>
                  <a:lnTo>
                    <a:pt x="8009542" y="239986"/>
                  </a:lnTo>
                  <a:lnTo>
                    <a:pt x="8069884" y="272350"/>
                  </a:lnTo>
                  <a:lnTo>
                    <a:pt x="8126478" y="308019"/>
                  </a:lnTo>
                  <a:lnTo>
                    <a:pt x="8180048" y="347235"/>
                  </a:lnTo>
                  <a:lnTo>
                    <a:pt x="8229629" y="388680"/>
                  </a:lnTo>
                  <a:lnTo>
                    <a:pt x="8276943" y="432996"/>
                  </a:lnTo>
                  <a:lnTo>
                    <a:pt x="8323021" y="480730"/>
                  </a:lnTo>
                  <a:lnTo>
                    <a:pt x="8368217" y="531951"/>
                  </a:lnTo>
                  <a:lnTo>
                    <a:pt x="8412813" y="586666"/>
                  </a:lnTo>
                  <a:lnTo>
                    <a:pt x="8457029" y="644811"/>
                  </a:lnTo>
                  <a:lnTo>
                    <a:pt x="8501035" y="706247"/>
                  </a:lnTo>
                  <a:lnTo>
                    <a:pt x="8544955" y="770758"/>
                  </a:lnTo>
                  <a:lnTo>
                    <a:pt x="8588872" y="838045"/>
                  </a:lnTo>
                  <a:lnTo>
                    <a:pt x="8632836" y="907733"/>
                  </a:lnTo>
                  <a:lnTo>
                    <a:pt x="8676868" y="979377"/>
                  </a:lnTo>
                  <a:lnTo>
                    <a:pt x="8720967" y="1052471"/>
                  </a:lnTo>
                  <a:lnTo>
                    <a:pt x="8765113" y="1126461"/>
                  </a:lnTo>
                  <a:lnTo>
                    <a:pt x="8809277" y="1200767"/>
                  </a:lnTo>
                  <a:lnTo>
                    <a:pt x="8853425" y="1274796"/>
                  </a:lnTo>
                  <a:lnTo>
                    <a:pt x="8897528" y="1347965"/>
                  </a:lnTo>
                  <a:lnTo>
                    <a:pt x="8941565" y="1419720"/>
                  </a:lnTo>
                  <a:lnTo>
                    <a:pt x="8985533" y="1489551"/>
                  </a:lnTo>
                  <a:lnTo>
                    <a:pt x="9029452" y="1557007"/>
                  </a:lnTo>
                  <a:lnTo>
                    <a:pt x="9073369" y="1621709"/>
                  </a:lnTo>
                  <a:lnTo>
                    <a:pt x="9117366" y="1683354"/>
                  </a:lnTo>
                  <a:lnTo>
                    <a:pt x="9161564" y="1741719"/>
                  </a:lnTo>
                  <a:lnTo>
                    <a:pt x="9206129" y="1796660"/>
                  </a:lnTo>
                  <a:lnTo>
                    <a:pt x="9251278" y="1848111"/>
                  </a:lnTo>
                  <a:lnTo>
                    <a:pt x="9297289" y="1896071"/>
                  </a:lnTo>
                  <a:lnTo>
                    <a:pt x="9344509" y="1940607"/>
                  </a:lnTo>
                  <a:lnTo>
                    <a:pt x="9347647" y="1943401"/>
                  </a:lnTo>
                  <a:lnTo>
                    <a:pt x="9398917" y="1986169"/>
                  </a:lnTo>
                  <a:lnTo>
                    <a:pt x="9452574" y="2025268"/>
                  </a:lnTo>
                  <a:lnTo>
                    <a:pt x="9509278" y="2060826"/>
                  </a:lnTo>
                  <a:lnTo>
                    <a:pt x="9569753" y="2093088"/>
                  </a:lnTo>
                  <a:lnTo>
                    <a:pt x="9634750" y="2122353"/>
                  </a:lnTo>
                  <a:lnTo>
                    <a:pt x="9705008" y="2148927"/>
                  </a:lnTo>
                  <a:lnTo>
                    <a:pt x="9781205" y="2173099"/>
                  </a:lnTo>
                  <a:lnTo>
                    <a:pt x="9863894" y="2195127"/>
                  </a:lnTo>
                  <a:lnTo>
                    <a:pt x="9953419" y="2215224"/>
                  </a:lnTo>
                  <a:lnTo>
                    <a:pt x="10049806" y="2233557"/>
                  </a:lnTo>
                  <a:lnTo>
                    <a:pt x="10152630" y="2250241"/>
                  </a:lnTo>
                  <a:lnTo>
                    <a:pt x="10260881" y="2265344"/>
                  </a:lnTo>
                  <a:lnTo>
                    <a:pt x="10372839" y="2278888"/>
                  </a:lnTo>
                  <a:lnTo>
                    <a:pt x="10486008" y="2290860"/>
                  </a:lnTo>
                  <a:lnTo>
                    <a:pt x="10597162" y="2301229"/>
                  </a:lnTo>
                  <a:lnTo>
                    <a:pt x="10702541" y="2309964"/>
                  </a:lnTo>
                  <a:lnTo>
                    <a:pt x="10798223" y="2317061"/>
                  </a:lnTo>
                  <a:lnTo>
                    <a:pt x="10880641" y="2322566"/>
                  </a:lnTo>
                  <a:lnTo>
                    <a:pt x="10947143" y="2326586"/>
                  </a:lnTo>
                  <a:lnTo>
                    <a:pt x="10996468" y="2329296"/>
                  </a:lnTo>
                  <a:lnTo>
                    <a:pt x="11029030" y="2330928"/>
                  </a:lnTo>
                  <a:lnTo>
                    <a:pt x="11046949" y="2331750"/>
                  </a:lnTo>
                  <a:lnTo>
                    <a:pt x="11053897" y="2332043"/>
                  </a:lnTo>
                  <a:lnTo>
                    <a:pt x="11054891" y="2332082"/>
                  </a:lnTo>
                  <a:lnTo>
                    <a:pt x="12049831" y="2332082"/>
                  </a:lnTo>
                  <a:lnTo>
                    <a:pt x="12049831" y="23320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5" name="pl1774"/>
            <p:cNvSpPr/>
            <p:nvPr/>
          </p:nvSpPr>
          <p:spPr>
            <a:xfrm>
              <a:off x="1199187" y="1750207"/>
              <a:ext cx="12049831" cy="4024806"/>
            </a:xfrm>
            <a:custGeom>
              <a:avLst/>
              <a:pathLst>
                <a:path w="12049831" h="4024806">
                  <a:moveTo>
                    <a:pt x="12049831" y="2332082"/>
                  </a:moveTo>
                  <a:lnTo>
                    <a:pt x="11054891" y="2332082"/>
                  </a:lnTo>
                  <a:lnTo>
                    <a:pt x="11053796" y="2332039"/>
                  </a:lnTo>
                  <a:lnTo>
                    <a:pt x="11046565" y="2331733"/>
                  </a:lnTo>
                  <a:lnTo>
                    <a:pt x="11028223" y="2330890"/>
                  </a:lnTo>
                  <a:lnTo>
                    <a:pt x="10995145" y="2329227"/>
                  </a:lnTo>
                  <a:lnTo>
                    <a:pt x="10945263" y="2326478"/>
                  </a:lnTo>
                  <a:lnTo>
                    <a:pt x="10878219" y="2322412"/>
                  </a:lnTo>
                  <a:lnTo>
                    <a:pt x="10795325" y="2316858"/>
                  </a:lnTo>
                  <a:lnTo>
                    <a:pt x="10699270" y="2309708"/>
                  </a:lnTo>
                  <a:lnTo>
                    <a:pt x="10593644" y="2300920"/>
                  </a:lnTo>
                  <a:lnTo>
                    <a:pt x="10482368" y="2290499"/>
                  </a:lnTo>
                  <a:lnTo>
                    <a:pt x="10369192" y="2278476"/>
                  </a:lnTo>
                  <a:lnTo>
                    <a:pt x="10257318" y="2264881"/>
                  </a:lnTo>
                  <a:lnTo>
                    <a:pt x="10149219" y="2249728"/>
                  </a:lnTo>
                  <a:lnTo>
                    <a:pt x="10046591" y="2232991"/>
                  </a:lnTo>
                  <a:lnTo>
                    <a:pt x="9950422" y="2214604"/>
                  </a:lnTo>
                  <a:lnTo>
                    <a:pt x="9861120" y="2194447"/>
                  </a:lnTo>
                  <a:lnTo>
                    <a:pt x="9778647" y="2172354"/>
                  </a:lnTo>
                  <a:lnTo>
                    <a:pt x="9702651" y="2148108"/>
                  </a:lnTo>
                  <a:lnTo>
                    <a:pt x="9632574" y="2121452"/>
                  </a:lnTo>
                  <a:lnTo>
                    <a:pt x="9567734" y="2092096"/>
                  </a:lnTo>
                  <a:lnTo>
                    <a:pt x="9507393" y="2059731"/>
                  </a:lnTo>
                  <a:lnTo>
                    <a:pt x="9450799" y="2024062"/>
                  </a:lnTo>
                  <a:lnTo>
                    <a:pt x="9397229" y="1984846"/>
                  </a:lnTo>
                  <a:lnTo>
                    <a:pt x="9347647" y="1943401"/>
                  </a:lnTo>
                  <a:lnTo>
                    <a:pt x="9300334" y="1899086"/>
                  </a:lnTo>
                  <a:lnTo>
                    <a:pt x="9254256" y="1851351"/>
                  </a:lnTo>
                  <a:lnTo>
                    <a:pt x="9209059" y="1800130"/>
                  </a:lnTo>
                  <a:lnTo>
                    <a:pt x="9164464" y="1745415"/>
                  </a:lnTo>
                  <a:lnTo>
                    <a:pt x="9120247" y="1687271"/>
                  </a:lnTo>
                  <a:lnTo>
                    <a:pt x="9076241" y="1625834"/>
                  </a:lnTo>
                  <a:lnTo>
                    <a:pt x="9032322" y="1561323"/>
                  </a:lnTo>
                  <a:lnTo>
                    <a:pt x="8988405" y="1494036"/>
                  </a:lnTo>
                  <a:lnTo>
                    <a:pt x="8944441" y="1424348"/>
                  </a:lnTo>
                  <a:lnTo>
                    <a:pt x="8900408" y="1352704"/>
                  </a:lnTo>
                  <a:lnTo>
                    <a:pt x="8856309" y="1279611"/>
                  </a:lnTo>
                  <a:lnTo>
                    <a:pt x="8812163" y="1205620"/>
                  </a:lnTo>
                  <a:lnTo>
                    <a:pt x="8768000" y="1131314"/>
                  </a:lnTo>
                  <a:lnTo>
                    <a:pt x="8723851" y="1057285"/>
                  </a:lnTo>
                  <a:lnTo>
                    <a:pt x="8679749" y="984116"/>
                  </a:lnTo>
                  <a:lnTo>
                    <a:pt x="8635712" y="912361"/>
                  </a:lnTo>
                  <a:lnTo>
                    <a:pt x="8591743" y="842531"/>
                  </a:lnTo>
                  <a:lnTo>
                    <a:pt x="8547824" y="775074"/>
                  </a:lnTo>
                  <a:lnTo>
                    <a:pt x="8503907" y="710372"/>
                  </a:lnTo>
                  <a:lnTo>
                    <a:pt x="8459910" y="648727"/>
                  </a:lnTo>
                  <a:lnTo>
                    <a:pt x="8415712" y="590362"/>
                  </a:lnTo>
                  <a:lnTo>
                    <a:pt x="8371147" y="535421"/>
                  </a:lnTo>
                  <a:lnTo>
                    <a:pt x="8325998" y="483971"/>
                  </a:lnTo>
                  <a:lnTo>
                    <a:pt x="8279988" y="436010"/>
                  </a:lnTo>
                  <a:lnTo>
                    <a:pt x="8232767" y="391474"/>
                  </a:lnTo>
                  <a:lnTo>
                    <a:pt x="8229629" y="388680"/>
                  </a:lnTo>
                  <a:lnTo>
                    <a:pt x="8178359" y="345912"/>
                  </a:lnTo>
                  <a:lnTo>
                    <a:pt x="8124702" y="306813"/>
                  </a:lnTo>
                  <a:lnTo>
                    <a:pt x="8067999" y="271255"/>
                  </a:lnTo>
                  <a:lnTo>
                    <a:pt x="8007524" y="238993"/>
                  </a:lnTo>
                  <a:lnTo>
                    <a:pt x="7942527" y="209728"/>
                  </a:lnTo>
                  <a:lnTo>
                    <a:pt x="7872269" y="183155"/>
                  </a:lnTo>
                  <a:lnTo>
                    <a:pt x="7796072" y="158982"/>
                  </a:lnTo>
                  <a:lnTo>
                    <a:pt x="7713383" y="136954"/>
                  </a:lnTo>
                  <a:lnTo>
                    <a:pt x="7623857" y="116857"/>
                  </a:lnTo>
                  <a:lnTo>
                    <a:pt x="7527471" y="98524"/>
                  </a:lnTo>
                  <a:lnTo>
                    <a:pt x="7424647" y="81840"/>
                  </a:lnTo>
                  <a:lnTo>
                    <a:pt x="7316395" y="66737"/>
                  </a:lnTo>
                  <a:lnTo>
                    <a:pt x="7204437" y="53193"/>
                  </a:lnTo>
                  <a:lnTo>
                    <a:pt x="7091268" y="41221"/>
                  </a:lnTo>
                  <a:lnTo>
                    <a:pt x="6980114" y="30852"/>
                  </a:lnTo>
                  <a:lnTo>
                    <a:pt x="6874736" y="22117"/>
                  </a:lnTo>
                  <a:lnTo>
                    <a:pt x="6779054" y="15020"/>
                  </a:lnTo>
                  <a:lnTo>
                    <a:pt x="6696635" y="9515"/>
                  </a:lnTo>
                  <a:lnTo>
                    <a:pt x="6630133" y="5495"/>
                  </a:lnTo>
                  <a:lnTo>
                    <a:pt x="6580808" y="2785"/>
                  </a:lnTo>
                  <a:lnTo>
                    <a:pt x="6548247" y="1153"/>
                  </a:lnTo>
                  <a:lnTo>
                    <a:pt x="6530328" y="331"/>
                  </a:lnTo>
                  <a:lnTo>
                    <a:pt x="6523379" y="3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3" y="69"/>
                  </a:lnTo>
                  <a:lnTo>
                    <a:pt x="5519663" y="560"/>
                  </a:lnTo>
                  <a:lnTo>
                    <a:pt x="5502482" y="1916"/>
                  </a:lnTo>
                  <a:lnTo>
                    <a:pt x="5471423" y="4591"/>
                  </a:lnTo>
                  <a:lnTo>
                    <a:pt x="5424432" y="9017"/>
                  </a:lnTo>
                  <a:lnTo>
                    <a:pt x="5361009" y="15572"/>
                  </a:lnTo>
                  <a:lnTo>
                    <a:pt x="5282191" y="24549"/>
                  </a:lnTo>
                  <a:lnTo>
                    <a:pt x="5190323" y="36133"/>
                  </a:lnTo>
                  <a:lnTo>
                    <a:pt x="5088646" y="50410"/>
                  </a:lnTo>
                  <a:lnTo>
                    <a:pt x="4980802" y="67383"/>
                  </a:lnTo>
                  <a:lnTo>
                    <a:pt x="4870358" y="87010"/>
                  </a:lnTo>
                  <a:lnTo>
                    <a:pt x="4760449" y="109236"/>
                  </a:lnTo>
                  <a:lnTo>
                    <a:pt x="4653570" y="134030"/>
                  </a:lnTo>
                  <a:lnTo>
                    <a:pt x="4551506" y="161413"/>
                  </a:lnTo>
                  <a:lnTo>
                    <a:pt x="4455374" y="191472"/>
                  </a:lnTo>
                  <a:lnTo>
                    <a:pt x="4365718" y="224368"/>
                  </a:lnTo>
                  <a:lnTo>
                    <a:pt x="4282637" y="260343"/>
                  </a:lnTo>
                  <a:lnTo>
                    <a:pt x="4205900" y="299716"/>
                  </a:lnTo>
                  <a:lnTo>
                    <a:pt x="4135051" y="342876"/>
                  </a:lnTo>
                  <a:lnTo>
                    <a:pt x="4069497" y="390270"/>
                  </a:lnTo>
                  <a:lnTo>
                    <a:pt x="4008565" y="442386"/>
                  </a:lnTo>
                  <a:lnTo>
                    <a:pt x="3951555" y="499716"/>
                  </a:lnTo>
                  <a:lnTo>
                    <a:pt x="3897774" y="562704"/>
                  </a:lnTo>
                  <a:lnTo>
                    <a:pt x="3846574" y="631666"/>
                  </a:lnTo>
                  <a:lnTo>
                    <a:pt x="3820202" y="670801"/>
                  </a:lnTo>
                  <a:lnTo>
                    <a:pt x="3781693" y="732432"/>
                  </a:lnTo>
                  <a:lnTo>
                    <a:pt x="3744046" y="797930"/>
                  </a:lnTo>
                  <a:lnTo>
                    <a:pt x="3707060" y="867373"/>
                  </a:lnTo>
                  <a:lnTo>
                    <a:pt x="3670569" y="940795"/>
                  </a:lnTo>
                  <a:lnTo>
                    <a:pt x="3634432" y="1018181"/>
                  </a:lnTo>
                  <a:lnTo>
                    <a:pt x="3598537" y="1099463"/>
                  </a:lnTo>
                  <a:lnTo>
                    <a:pt x="3562792" y="1184516"/>
                  </a:lnTo>
                  <a:lnTo>
                    <a:pt x="3527127" y="1273155"/>
                  </a:lnTo>
                  <a:lnTo>
                    <a:pt x="3491488" y="1365136"/>
                  </a:lnTo>
                  <a:lnTo>
                    <a:pt x="3455837" y="1460155"/>
                  </a:lnTo>
                  <a:lnTo>
                    <a:pt x="3420152" y="1557852"/>
                  </a:lnTo>
                  <a:lnTo>
                    <a:pt x="3384422" y="1657812"/>
                  </a:lnTo>
                  <a:lnTo>
                    <a:pt x="3348647" y="1759578"/>
                  </a:lnTo>
                  <a:lnTo>
                    <a:pt x="3312833" y="1862652"/>
                  </a:lnTo>
                  <a:lnTo>
                    <a:pt x="3276995" y="1966510"/>
                  </a:lnTo>
                  <a:lnTo>
                    <a:pt x="3241149" y="2070608"/>
                  </a:lnTo>
                  <a:lnTo>
                    <a:pt x="3205313" y="2174401"/>
                  </a:lnTo>
                  <a:lnTo>
                    <a:pt x="3169503" y="2277347"/>
                  </a:lnTo>
                  <a:lnTo>
                    <a:pt x="3133733" y="2378924"/>
                  </a:lnTo>
                  <a:lnTo>
                    <a:pt x="3098008" y="2478640"/>
                  </a:lnTo>
                  <a:lnTo>
                    <a:pt x="3062328" y="2576041"/>
                  </a:lnTo>
                  <a:lnTo>
                    <a:pt x="3026681" y="2670718"/>
                  </a:lnTo>
                  <a:lnTo>
                    <a:pt x="2991040" y="2762318"/>
                  </a:lnTo>
                  <a:lnTo>
                    <a:pt x="2955369" y="2850545"/>
                  </a:lnTo>
                  <a:lnTo>
                    <a:pt x="2919610" y="2935159"/>
                  </a:lnTo>
                  <a:lnTo>
                    <a:pt x="2883692" y="3015986"/>
                  </a:lnTo>
                  <a:lnTo>
                    <a:pt x="2847520" y="3092905"/>
                  </a:lnTo>
                  <a:lnTo>
                    <a:pt x="2810977" y="3165856"/>
                  </a:lnTo>
                  <a:lnTo>
                    <a:pt x="2773923" y="3234830"/>
                  </a:lnTo>
                  <a:lnTo>
                    <a:pt x="2736185" y="3299866"/>
                  </a:lnTo>
                  <a:lnTo>
                    <a:pt x="2702183" y="3354005"/>
                  </a:lnTo>
                  <a:lnTo>
                    <a:pt x="2652117" y="3426190"/>
                  </a:lnTo>
                  <a:lnTo>
                    <a:pt x="2599785" y="3492328"/>
                  </a:lnTo>
                  <a:lnTo>
                    <a:pt x="2544576" y="3552617"/>
                  </a:lnTo>
                  <a:lnTo>
                    <a:pt x="2485817" y="3607445"/>
                  </a:lnTo>
                  <a:lnTo>
                    <a:pt x="2422806" y="3657288"/>
                  </a:lnTo>
                  <a:lnTo>
                    <a:pt x="2354853" y="3702641"/>
                  </a:lnTo>
                  <a:lnTo>
                    <a:pt x="2281314" y="3743974"/>
                  </a:lnTo>
                  <a:lnTo>
                    <a:pt x="2201651" y="3781712"/>
                  </a:lnTo>
                  <a:lnTo>
                    <a:pt x="2115503" y="3816210"/>
                  </a:lnTo>
                  <a:lnTo>
                    <a:pt x="2022778" y="3847752"/>
                  </a:lnTo>
                  <a:lnTo>
                    <a:pt x="1923768" y="3876542"/>
                  </a:lnTo>
                  <a:lnTo>
                    <a:pt x="1819271" y="3902707"/>
                  </a:lnTo>
                  <a:lnTo>
                    <a:pt x="1710707" y="3926299"/>
                  </a:lnTo>
                  <a:lnTo>
                    <a:pt x="1600195" y="3947314"/>
                  </a:lnTo>
                  <a:lnTo>
                    <a:pt x="1490545" y="3965705"/>
                  </a:lnTo>
                  <a:lnTo>
                    <a:pt x="1385131" y="3981419"/>
                  </a:lnTo>
                  <a:lnTo>
                    <a:pt x="1287606" y="3994430"/>
                  </a:lnTo>
                  <a:lnTo>
                    <a:pt x="1201489" y="4004777"/>
                  </a:lnTo>
                  <a:lnTo>
                    <a:pt x="1129661" y="4012590"/>
                  </a:lnTo>
                  <a:lnTo>
                    <a:pt x="1073895" y="4018106"/>
                  </a:lnTo>
                  <a:lnTo>
                    <a:pt x="1034523" y="4021660"/>
                  </a:lnTo>
                  <a:lnTo>
                    <a:pt x="1010310" y="4023662"/>
                  </a:lnTo>
                  <a:lnTo>
                    <a:pt x="998518" y="4024557"/>
                  </a:lnTo>
                  <a:lnTo>
                    <a:pt x="995097" y="4024796"/>
                  </a:lnTo>
                  <a:lnTo>
                    <a:pt x="994940" y="4024806"/>
                  </a:lnTo>
                  <a:lnTo>
                    <a:pt x="0" y="4024806"/>
                  </a:lnTo>
                  <a:lnTo>
                    <a:pt x="0" y="40248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6" name="pg1775"/>
            <p:cNvSpPr/>
            <p:nvPr/>
          </p:nvSpPr>
          <p:spPr>
            <a:xfrm>
              <a:off x="1199187" y="1488175"/>
              <a:ext cx="12049831" cy="4349726"/>
            </a:xfrm>
            <a:custGeom>
              <a:avLst/>
              <a:pathLst>
                <a:path w="12049831" h="4349726">
                  <a:moveTo>
                    <a:pt x="0" y="4349726"/>
                  </a:moveTo>
                  <a:lnTo>
                    <a:pt x="994940" y="4349726"/>
                  </a:lnTo>
                  <a:lnTo>
                    <a:pt x="996040" y="4349686"/>
                  </a:lnTo>
                  <a:lnTo>
                    <a:pt x="1003304" y="4349399"/>
                  </a:lnTo>
                  <a:lnTo>
                    <a:pt x="1021730" y="4348609"/>
                  </a:lnTo>
                  <a:lnTo>
                    <a:pt x="1054952" y="4347051"/>
                  </a:lnTo>
                  <a:lnTo>
                    <a:pt x="1105041" y="4344474"/>
                  </a:lnTo>
                  <a:lnTo>
                    <a:pt x="1172341" y="4340665"/>
                  </a:lnTo>
                  <a:lnTo>
                    <a:pt x="1255522" y="4335461"/>
                  </a:lnTo>
                  <a:lnTo>
                    <a:pt x="1351870" y="4328764"/>
                  </a:lnTo>
                  <a:lnTo>
                    <a:pt x="1457770" y="4320534"/>
                  </a:lnTo>
                  <a:lnTo>
                    <a:pt x="1569281" y="4310777"/>
                  </a:lnTo>
                  <a:lnTo>
                    <a:pt x="1682642" y="4299522"/>
                  </a:lnTo>
                  <a:lnTo>
                    <a:pt x="1794645" y="4286796"/>
                  </a:lnTo>
                  <a:lnTo>
                    <a:pt x="1902822" y="4272612"/>
                  </a:lnTo>
                  <a:lnTo>
                    <a:pt x="2005484" y="4256946"/>
                  </a:lnTo>
                  <a:lnTo>
                    <a:pt x="2101649" y="4239733"/>
                  </a:lnTo>
                  <a:lnTo>
                    <a:pt x="2190922" y="4220862"/>
                  </a:lnTo>
                  <a:lnTo>
                    <a:pt x="2273350" y="4200174"/>
                  </a:lnTo>
                  <a:lnTo>
                    <a:pt x="2349293" y="4177467"/>
                  </a:lnTo>
                  <a:lnTo>
                    <a:pt x="2419317" y="4152497"/>
                  </a:lnTo>
                  <a:lnTo>
                    <a:pt x="2484107" y="4124991"/>
                  </a:lnTo>
                  <a:lnTo>
                    <a:pt x="2544410" y="4094662"/>
                  </a:lnTo>
                  <a:lnTo>
                    <a:pt x="2600979" y="4061233"/>
                  </a:lnTo>
                  <a:lnTo>
                    <a:pt x="2654539" y="4024478"/>
                  </a:lnTo>
                  <a:lnTo>
                    <a:pt x="2702183" y="3987249"/>
                  </a:lnTo>
                  <a:lnTo>
                    <a:pt x="2750555" y="3944946"/>
                  </a:lnTo>
                  <a:lnTo>
                    <a:pt x="2797644" y="3899306"/>
                  </a:lnTo>
                  <a:lnTo>
                    <a:pt x="2843825" y="3850264"/>
                  </a:lnTo>
                  <a:lnTo>
                    <a:pt x="2889395" y="3797817"/>
                  </a:lnTo>
                  <a:lnTo>
                    <a:pt x="2934586" y="3742033"/>
                  </a:lnTo>
                  <a:lnTo>
                    <a:pt x="2979575" y="3683059"/>
                  </a:lnTo>
                  <a:lnTo>
                    <a:pt x="3024486" y="3621122"/>
                  </a:lnTo>
                  <a:lnTo>
                    <a:pt x="3069406" y="3556530"/>
                  </a:lnTo>
                  <a:lnTo>
                    <a:pt x="3114381" y="3489670"/>
                  </a:lnTo>
                  <a:lnTo>
                    <a:pt x="3159428" y="3421000"/>
                  </a:lnTo>
                  <a:lnTo>
                    <a:pt x="3204542" y="3351034"/>
                  </a:lnTo>
                  <a:lnTo>
                    <a:pt x="3249698" y="3280334"/>
                  </a:lnTo>
                  <a:lnTo>
                    <a:pt x="3294863" y="3209483"/>
                  </a:lnTo>
                  <a:lnTo>
                    <a:pt x="3340002" y="3139071"/>
                  </a:lnTo>
                  <a:lnTo>
                    <a:pt x="3385086" y="3069674"/>
                  </a:lnTo>
                  <a:lnTo>
                    <a:pt x="3430097" y="3001832"/>
                  </a:lnTo>
                  <a:lnTo>
                    <a:pt x="3475041" y="2936032"/>
                  </a:lnTo>
                  <a:lnTo>
                    <a:pt x="3519949" y="2872701"/>
                  </a:lnTo>
                  <a:lnTo>
                    <a:pt x="3564885" y="2812185"/>
                  </a:lnTo>
                  <a:lnTo>
                    <a:pt x="3609954" y="2754754"/>
                  </a:lnTo>
                  <a:lnTo>
                    <a:pt x="3655306" y="2700595"/>
                  </a:lnTo>
                  <a:lnTo>
                    <a:pt x="3701143" y="2649816"/>
                  </a:lnTo>
                  <a:lnTo>
                    <a:pt x="3747728" y="2602449"/>
                  </a:lnTo>
                  <a:lnTo>
                    <a:pt x="3795395" y="2558460"/>
                  </a:lnTo>
                  <a:lnTo>
                    <a:pt x="3820202" y="2537340"/>
                  </a:lnTo>
                  <a:lnTo>
                    <a:pt x="3871556" y="2497394"/>
                  </a:lnTo>
                  <a:lnTo>
                    <a:pt x="3925306" y="2460880"/>
                  </a:lnTo>
                  <a:lnTo>
                    <a:pt x="3982115" y="2427679"/>
                  </a:lnTo>
                  <a:lnTo>
                    <a:pt x="4042710" y="2397560"/>
                  </a:lnTo>
                  <a:lnTo>
                    <a:pt x="4107848" y="2370243"/>
                  </a:lnTo>
                  <a:lnTo>
                    <a:pt x="4178269" y="2345442"/>
                  </a:lnTo>
                  <a:lnTo>
                    <a:pt x="4254655" y="2322885"/>
                  </a:lnTo>
                  <a:lnTo>
                    <a:pt x="4337558" y="2302332"/>
                  </a:lnTo>
                  <a:lnTo>
                    <a:pt x="4427323" y="2283583"/>
                  </a:lnTo>
                  <a:lnTo>
                    <a:pt x="4523968" y="2266483"/>
                  </a:lnTo>
                  <a:lnTo>
                    <a:pt x="4627060" y="2250923"/>
                  </a:lnTo>
                  <a:lnTo>
                    <a:pt x="4735572" y="2236843"/>
                  </a:lnTo>
                  <a:lnTo>
                    <a:pt x="4847762" y="2224221"/>
                  </a:lnTo>
                  <a:lnTo>
                    <a:pt x="4961106" y="2213070"/>
                  </a:lnTo>
                  <a:lnTo>
                    <a:pt x="5072348" y="2203421"/>
                  </a:lnTo>
                  <a:lnTo>
                    <a:pt x="5177700" y="2195300"/>
                  </a:lnTo>
                  <a:lnTo>
                    <a:pt x="5273226" y="2188710"/>
                  </a:lnTo>
                  <a:lnTo>
                    <a:pt x="5355359" y="2183609"/>
                  </a:lnTo>
                  <a:lnTo>
                    <a:pt x="5421465" y="2179893"/>
                  </a:lnTo>
                  <a:lnTo>
                    <a:pt x="5470326" y="2177397"/>
                  </a:lnTo>
                  <a:lnTo>
                    <a:pt x="5502413" y="2175901"/>
                  </a:lnTo>
                  <a:lnTo>
                    <a:pt x="5519911" y="2175155"/>
                  </a:lnTo>
                  <a:lnTo>
                    <a:pt x="5526560" y="2174895"/>
                  </a:lnTo>
                  <a:lnTo>
                    <a:pt x="5527445" y="2174863"/>
                  </a:lnTo>
                  <a:lnTo>
                    <a:pt x="6522385" y="2174863"/>
                  </a:lnTo>
                  <a:lnTo>
                    <a:pt x="6523486" y="2174823"/>
                  </a:lnTo>
                  <a:lnTo>
                    <a:pt x="6530751" y="2174537"/>
                  </a:lnTo>
                  <a:lnTo>
                    <a:pt x="6549179" y="2173748"/>
                  </a:lnTo>
                  <a:lnTo>
                    <a:pt x="6582407" y="2172193"/>
                  </a:lnTo>
                  <a:lnTo>
                    <a:pt x="6632502" y="2169623"/>
                  </a:lnTo>
                  <a:lnTo>
                    <a:pt x="6699810" y="2165822"/>
                  </a:lnTo>
                  <a:lnTo>
                    <a:pt x="6783001" y="2160630"/>
                  </a:lnTo>
                  <a:lnTo>
                    <a:pt x="6879358" y="2153948"/>
                  </a:lnTo>
                  <a:lnTo>
                    <a:pt x="6985267" y="2145737"/>
                  </a:lnTo>
                  <a:lnTo>
                    <a:pt x="7096785" y="2136003"/>
                  </a:lnTo>
                  <a:lnTo>
                    <a:pt x="7210152" y="2124773"/>
                  </a:lnTo>
                  <a:lnTo>
                    <a:pt x="7322160" y="2112076"/>
                  </a:lnTo>
                  <a:lnTo>
                    <a:pt x="7430339" y="2097925"/>
                  </a:lnTo>
                  <a:lnTo>
                    <a:pt x="7533002" y="2082295"/>
                  </a:lnTo>
                  <a:lnTo>
                    <a:pt x="7629167" y="2065121"/>
                  </a:lnTo>
                  <a:lnTo>
                    <a:pt x="7718440" y="2046293"/>
                  </a:lnTo>
                  <a:lnTo>
                    <a:pt x="7800866" y="2025652"/>
                  </a:lnTo>
                  <a:lnTo>
                    <a:pt x="7876807" y="2002996"/>
                  </a:lnTo>
                  <a:lnTo>
                    <a:pt x="7946829" y="1978083"/>
                  </a:lnTo>
                  <a:lnTo>
                    <a:pt x="8011618" y="1950639"/>
                  </a:lnTo>
                  <a:lnTo>
                    <a:pt x="8071919" y="1920379"/>
                  </a:lnTo>
                  <a:lnTo>
                    <a:pt x="8128487" y="1887025"/>
                  </a:lnTo>
                  <a:lnTo>
                    <a:pt x="8182047" y="1850353"/>
                  </a:lnTo>
                  <a:lnTo>
                    <a:pt x="8229629" y="1813259"/>
                  </a:lnTo>
                  <a:lnTo>
                    <a:pt x="8278037" y="1771025"/>
                  </a:lnTo>
                  <a:lnTo>
                    <a:pt x="8325160" y="1725457"/>
                  </a:lnTo>
                  <a:lnTo>
                    <a:pt x="8371375" y="1676490"/>
                  </a:lnTo>
                  <a:lnTo>
                    <a:pt x="8416978" y="1624120"/>
                  </a:lnTo>
                  <a:lnTo>
                    <a:pt x="8462203" y="1568418"/>
                  </a:lnTo>
                  <a:lnTo>
                    <a:pt x="8507224" y="1509529"/>
                  </a:lnTo>
                  <a:lnTo>
                    <a:pt x="8552170" y="1447680"/>
                  </a:lnTo>
                  <a:lnTo>
                    <a:pt x="8597123" y="1383181"/>
                  </a:lnTo>
                  <a:lnTo>
                    <a:pt x="8642133" y="1316419"/>
                  </a:lnTo>
                  <a:lnTo>
                    <a:pt x="8687215" y="1247851"/>
                  </a:lnTo>
                  <a:lnTo>
                    <a:pt x="8732363" y="1177993"/>
                  </a:lnTo>
                  <a:lnTo>
                    <a:pt x="8777554" y="1107406"/>
                  </a:lnTo>
                  <a:lnTo>
                    <a:pt x="8822753" y="1036674"/>
                  </a:lnTo>
                  <a:lnTo>
                    <a:pt x="8867926" y="966386"/>
                  </a:lnTo>
                  <a:lnTo>
                    <a:pt x="8913042" y="897118"/>
                  </a:lnTo>
                  <a:lnTo>
                    <a:pt x="8958087" y="829409"/>
                  </a:lnTo>
                  <a:lnTo>
                    <a:pt x="9003064" y="763747"/>
                  </a:lnTo>
                  <a:lnTo>
                    <a:pt x="9048005" y="700555"/>
                  </a:lnTo>
                  <a:lnTo>
                    <a:pt x="9092977" y="640181"/>
                  </a:lnTo>
                  <a:lnTo>
                    <a:pt x="9138083" y="582893"/>
                  </a:lnTo>
                  <a:lnTo>
                    <a:pt x="9183475" y="528875"/>
                  </a:lnTo>
                  <a:lnTo>
                    <a:pt x="9229357" y="478235"/>
                  </a:lnTo>
                  <a:lnTo>
                    <a:pt x="9275993" y="431005"/>
                  </a:lnTo>
                  <a:lnTo>
                    <a:pt x="9323718" y="387148"/>
                  </a:lnTo>
                  <a:lnTo>
                    <a:pt x="9347647" y="366844"/>
                  </a:lnTo>
                  <a:lnTo>
                    <a:pt x="9399004" y="326992"/>
                  </a:lnTo>
                  <a:lnTo>
                    <a:pt x="9452757" y="290565"/>
                  </a:lnTo>
                  <a:lnTo>
                    <a:pt x="9509570" y="257442"/>
                  </a:lnTo>
                  <a:lnTo>
                    <a:pt x="9570169" y="227394"/>
                  </a:lnTo>
                  <a:lnTo>
                    <a:pt x="9635311" y="200143"/>
                  </a:lnTo>
                  <a:lnTo>
                    <a:pt x="9705738" y="175401"/>
                  </a:lnTo>
                  <a:lnTo>
                    <a:pt x="9782129" y="152898"/>
                  </a:lnTo>
                  <a:lnTo>
                    <a:pt x="9865040" y="132394"/>
                  </a:lnTo>
                  <a:lnTo>
                    <a:pt x="9954812" y="113690"/>
                  </a:lnTo>
                  <a:lnTo>
                    <a:pt x="10051465" y="96631"/>
                  </a:lnTo>
                  <a:lnTo>
                    <a:pt x="10154566" y="81109"/>
                  </a:lnTo>
                  <a:lnTo>
                    <a:pt x="10263087" y="67063"/>
                  </a:lnTo>
                  <a:lnTo>
                    <a:pt x="10375284" y="54472"/>
                  </a:lnTo>
                  <a:lnTo>
                    <a:pt x="10488634" y="43348"/>
                  </a:lnTo>
                  <a:lnTo>
                    <a:pt x="10599878" y="33722"/>
                  </a:lnTo>
                  <a:lnTo>
                    <a:pt x="10705230" y="25622"/>
                  </a:lnTo>
                  <a:lnTo>
                    <a:pt x="10800751" y="19049"/>
                  </a:lnTo>
                  <a:lnTo>
                    <a:pt x="10882874" y="13961"/>
                  </a:lnTo>
                  <a:lnTo>
                    <a:pt x="10948967" y="10256"/>
                  </a:lnTo>
                  <a:lnTo>
                    <a:pt x="10997814" y="7766"/>
                  </a:lnTo>
                  <a:lnTo>
                    <a:pt x="11029886" y="6275"/>
                  </a:lnTo>
                  <a:lnTo>
                    <a:pt x="11047370" y="5531"/>
                  </a:lnTo>
                  <a:lnTo>
                    <a:pt x="11054009" y="527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1" y="40"/>
                  </a:lnTo>
                  <a:lnTo>
                    <a:pt x="11046525" y="325"/>
                  </a:lnTo>
                  <a:lnTo>
                    <a:pt x="11028097" y="1114"/>
                  </a:lnTo>
                  <a:lnTo>
                    <a:pt x="10994870" y="2669"/>
                  </a:lnTo>
                  <a:lnTo>
                    <a:pt x="10944775" y="5239"/>
                  </a:lnTo>
                  <a:lnTo>
                    <a:pt x="10877467" y="9040"/>
                  </a:lnTo>
                  <a:lnTo>
                    <a:pt x="10794276" y="14232"/>
                  </a:lnTo>
                  <a:lnTo>
                    <a:pt x="10697919" y="20914"/>
                  </a:lnTo>
                  <a:lnTo>
                    <a:pt x="10592010" y="29125"/>
                  </a:lnTo>
                  <a:lnTo>
                    <a:pt x="10480492" y="38860"/>
                  </a:lnTo>
                  <a:lnTo>
                    <a:pt x="10367124" y="50090"/>
                  </a:lnTo>
                  <a:lnTo>
                    <a:pt x="10255117" y="62786"/>
                  </a:lnTo>
                  <a:lnTo>
                    <a:pt x="10146937" y="76937"/>
                  </a:lnTo>
                  <a:lnTo>
                    <a:pt x="10044275" y="92567"/>
                  </a:lnTo>
                  <a:lnTo>
                    <a:pt x="9948109" y="109741"/>
                  </a:lnTo>
                  <a:lnTo>
                    <a:pt x="9858837" y="128569"/>
                  </a:lnTo>
                  <a:lnTo>
                    <a:pt x="9776411" y="149210"/>
                  </a:lnTo>
                  <a:lnTo>
                    <a:pt x="9700470" y="171866"/>
                  </a:lnTo>
                  <a:lnTo>
                    <a:pt x="9630448" y="196779"/>
                  </a:lnTo>
                  <a:lnTo>
                    <a:pt x="9565658" y="224223"/>
                  </a:lnTo>
                  <a:lnTo>
                    <a:pt x="9505357" y="254483"/>
                  </a:lnTo>
                  <a:lnTo>
                    <a:pt x="9448789" y="287837"/>
                  </a:lnTo>
                  <a:lnTo>
                    <a:pt x="9395230" y="324509"/>
                  </a:lnTo>
                  <a:lnTo>
                    <a:pt x="9347647" y="361603"/>
                  </a:lnTo>
                  <a:lnTo>
                    <a:pt x="9299239" y="403838"/>
                  </a:lnTo>
                  <a:lnTo>
                    <a:pt x="9252116" y="449405"/>
                  </a:lnTo>
                  <a:lnTo>
                    <a:pt x="9205902" y="498373"/>
                  </a:lnTo>
                  <a:lnTo>
                    <a:pt x="9160299" y="550742"/>
                  </a:lnTo>
                  <a:lnTo>
                    <a:pt x="9115074" y="606444"/>
                  </a:lnTo>
                  <a:lnTo>
                    <a:pt x="9070052" y="665334"/>
                  </a:lnTo>
                  <a:lnTo>
                    <a:pt x="9025107" y="727182"/>
                  </a:lnTo>
                  <a:lnTo>
                    <a:pt x="8980153" y="791681"/>
                  </a:lnTo>
                  <a:lnTo>
                    <a:pt x="8935144" y="858443"/>
                  </a:lnTo>
                  <a:lnTo>
                    <a:pt x="8890061" y="927011"/>
                  </a:lnTo>
                  <a:lnTo>
                    <a:pt x="8844913" y="996869"/>
                  </a:lnTo>
                  <a:lnTo>
                    <a:pt x="8799723" y="1067456"/>
                  </a:lnTo>
                  <a:lnTo>
                    <a:pt x="8754524" y="1138188"/>
                  </a:lnTo>
                  <a:lnTo>
                    <a:pt x="8709351" y="1208476"/>
                  </a:lnTo>
                  <a:lnTo>
                    <a:pt x="8664234" y="1277744"/>
                  </a:lnTo>
                  <a:lnTo>
                    <a:pt x="8619190" y="1345453"/>
                  </a:lnTo>
                  <a:lnTo>
                    <a:pt x="8574212" y="1411115"/>
                  </a:lnTo>
                  <a:lnTo>
                    <a:pt x="8529271" y="1474307"/>
                  </a:lnTo>
                  <a:lnTo>
                    <a:pt x="8484300" y="1534681"/>
                  </a:lnTo>
                  <a:lnTo>
                    <a:pt x="8439193" y="1591970"/>
                  </a:lnTo>
                  <a:lnTo>
                    <a:pt x="8393801" y="1645987"/>
                  </a:lnTo>
                  <a:lnTo>
                    <a:pt x="8347919" y="1696627"/>
                  </a:lnTo>
                  <a:lnTo>
                    <a:pt x="8301284" y="1743857"/>
                  </a:lnTo>
                  <a:lnTo>
                    <a:pt x="8253559" y="1787715"/>
                  </a:lnTo>
                  <a:lnTo>
                    <a:pt x="8229629" y="1808018"/>
                  </a:lnTo>
                  <a:lnTo>
                    <a:pt x="8178272" y="1847870"/>
                  </a:lnTo>
                  <a:lnTo>
                    <a:pt x="8124519" y="1884297"/>
                  </a:lnTo>
                  <a:lnTo>
                    <a:pt x="8067707" y="1917420"/>
                  </a:lnTo>
                  <a:lnTo>
                    <a:pt x="8007107" y="1947468"/>
                  </a:lnTo>
                  <a:lnTo>
                    <a:pt x="7941965" y="1974719"/>
                  </a:lnTo>
                  <a:lnTo>
                    <a:pt x="7871539" y="1999461"/>
                  </a:lnTo>
                  <a:lnTo>
                    <a:pt x="7795147" y="2021964"/>
                  </a:lnTo>
                  <a:lnTo>
                    <a:pt x="7712237" y="2042468"/>
                  </a:lnTo>
                  <a:lnTo>
                    <a:pt x="7622464" y="2061172"/>
                  </a:lnTo>
                  <a:lnTo>
                    <a:pt x="7525811" y="2078231"/>
                  </a:lnTo>
                  <a:lnTo>
                    <a:pt x="7422710" y="2093753"/>
                  </a:lnTo>
                  <a:lnTo>
                    <a:pt x="7314189" y="2107800"/>
                  </a:lnTo>
                  <a:lnTo>
                    <a:pt x="7201992" y="2120391"/>
                  </a:lnTo>
                  <a:lnTo>
                    <a:pt x="7088643" y="2131514"/>
                  </a:lnTo>
                  <a:lnTo>
                    <a:pt x="6977398" y="2141140"/>
                  </a:lnTo>
                  <a:lnTo>
                    <a:pt x="6872046" y="2149240"/>
                  </a:lnTo>
                  <a:lnTo>
                    <a:pt x="6776525" y="2155813"/>
                  </a:lnTo>
                  <a:lnTo>
                    <a:pt x="6694403" y="2160901"/>
                  </a:lnTo>
                  <a:lnTo>
                    <a:pt x="6628309" y="2164607"/>
                  </a:lnTo>
                  <a:lnTo>
                    <a:pt x="6579463" y="2167096"/>
                  </a:lnTo>
                  <a:lnTo>
                    <a:pt x="6547391" y="2168587"/>
                  </a:lnTo>
                  <a:lnTo>
                    <a:pt x="6529907" y="2169331"/>
                  </a:lnTo>
                  <a:lnTo>
                    <a:pt x="6523268" y="2169590"/>
                  </a:lnTo>
                  <a:lnTo>
                    <a:pt x="6522385" y="2169622"/>
                  </a:lnTo>
                  <a:lnTo>
                    <a:pt x="5527445" y="2169622"/>
                  </a:lnTo>
                  <a:lnTo>
                    <a:pt x="5526345" y="2169662"/>
                  </a:lnTo>
                  <a:lnTo>
                    <a:pt x="5519081" y="2169948"/>
                  </a:lnTo>
                  <a:lnTo>
                    <a:pt x="5500655" y="2170739"/>
                  </a:lnTo>
                  <a:lnTo>
                    <a:pt x="5467433" y="2172297"/>
                  </a:lnTo>
                  <a:lnTo>
                    <a:pt x="5417344" y="2174873"/>
                  </a:lnTo>
                  <a:lnTo>
                    <a:pt x="5350044" y="2178683"/>
                  </a:lnTo>
                  <a:lnTo>
                    <a:pt x="5266863" y="2183887"/>
                  </a:lnTo>
                  <a:lnTo>
                    <a:pt x="5170515" y="2190584"/>
                  </a:lnTo>
                  <a:lnTo>
                    <a:pt x="5064615" y="2198813"/>
                  </a:lnTo>
                  <a:lnTo>
                    <a:pt x="4953104" y="2208571"/>
                  </a:lnTo>
                  <a:lnTo>
                    <a:pt x="4839743" y="2219826"/>
                  </a:lnTo>
                  <a:lnTo>
                    <a:pt x="4727740" y="2232551"/>
                  </a:lnTo>
                  <a:lnTo>
                    <a:pt x="4619563" y="2246736"/>
                  </a:lnTo>
                  <a:lnTo>
                    <a:pt x="4516901" y="2262402"/>
                  </a:lnTo>
                  <a:lnTo>
                    <a:pt x="4420736" y="2279615"/>
                  </a:lnTo>
                  <a:lnTo>
                    <a:pt x="4331463" y="2298486"/>
                  </a:lnTo>
                  <a:lnTo>
                    <a:pt x="4249035" y="2319174"/>
                  </a:lnTo>
                  <a:lnTo>
                    <a:pt x="4173092" y="2341881"/>
                  </a:lnTo>
                  <a:lnTo>
                    <a:pt x="4103068" y="2366851"/>
                  </a:lnTo>
                  <a:lnTo>
                    <a:pt x="4038278" y="2394357"/>
                  </a:lnTo>
                  <a:lnTo>
                    <a:pt x="3977975" y="2424686"/>
                  </a:lnTo>
                  <a:lnTo>
                    <a:pt x="3921406" y="2458115"/>
                  </a:lnTo>
                  <a:lnTo>
                    <a:pt x="3867846" y="2494870"/>
                  </a:lnTo>
                  <a:lnTo>
                    <a:pt x="3820202" y="2532099"/>
                  </a:lnTo>
                  <a:lnTo>
                    <a:pt x="3771830" y="2574402"/>
                  </a:lnTo>
                  <a:lnTo>
                    <a:pt x="3724741" y="2620042"/>
                  </a:lnTo>
                  <a:lnTo>
                    <a:pt x="3678560" y="2669084"/>
                  </a:lnTo>
                  <a:lnTo>
                    <a:pt x="3632990" y="2721531"/>
                  </a:lnTo>
                  <a:lnTo>
                    <a:pt x="3587799" y="2777315"/>
                  </a:lnTo>
                  <a:lnTo>
                    <a:pt x="3542810" y="2836289"/>
                  </a:lnTo>
                  <a:lnTo>
                    <a:pt x="3497899" y="2898226"/>
                  </a:lnTo>
                  <a:lnTo>
                    <a:pt x="3452979" y="2962818"/>
                  </a:lnTo>
                  <a:lnTo>
                    <a:pt x="3408004" y="3029678"/>
                  </a:lnTo>
                  <a:lnTo>
                    <a:pt x="3362957" y="3098348"/>
                  </a:lnTo>
                  <a:lnTo>
                    <a:pt x="3317843" y="3168314"/>
                  </a:lnTo>
                  <a:lnTo>
                    <a:pt x="3272687" y="3239014"/>
                  </a:lnTo>
                  <a:lnTo>
                    <a:pt x="3227522" y="3309865"/>
                  </a:lnTo>
                  <a:lnTo>
                    <a:pt x="3182383" y="3380276"/>
                  </a:lnTo>
                  <a:lnTo>
                    <a:pt x="3137299" y="3449674"/>
                  </a:lnTo>
                  <a:lnTo>
                    <a:pt x="3092288" y="3517516"/>
                  </a:lnTo>
                  <a:lnTo>
                    <a:pt x="3047344" y="3583315"/>
                  </a:lnTo>
                  <a:lnTo>
                    <a:pt x="3002436" y="3646647"/>
                  </a:lnTo>
                  <a:lnTo>
                    <a:pt x="2957500" y="3707163"/>
                  </a:lnTo>
                  <a:lnTo>
                    <a:pt x="2912431" y="3764594"/>
                  </a:lnTo>
                  <a:lnTo>
                    <a:pt x="2867079" y="3818753"/>
                  </a:lnTo>
                  <a:lnTo>
                    <a:pt x="2821242" y="3869532"/>
                  </a:lnTo>
                  <a:lnTo>
                    <a:pt x="2774657" y="3916898"/>
                  </a:lnTo>
                  <a:lnTo>
                    <a:pt x="2726990" y="3960888"/>
                  </a:lnTo>
                  <a:lnTo>
                    <a:pt x="2702183" y="3982008"/>
                  </a:lnTo>
                  <a:lnTo>
                    <a:pt x="2650829" y="4021954"/>
                  </a:lnTo>
                  <a:lnTo>
                    <a:pt x="2597079" y="4058467"/>
                  </a:lnTo>
                  <a:lnTo>
                    <a:pt x="2540270" y="4091669"/>
                  </a:lnTo>
                  <a:lnTo>
                    <a:pt x="2479675" y="4121788"/>
                  </a:lnTo>
                  <a:lnTo>
                    <a:pt x="2414537" y="4149105"/>
                  </a:lnTo>
                  <a:lnTo>
                    <a:pt x="2344116" y="4173906"/>
                  </a:lnTo>
                  <a:lnTo>
                    <a:pt x="2267730" y="4196463"/>
                  </a:lnTo>
                  <a:lnTo>
                    <a:pt x="2184827" y="4217016"/>
                  </a:lnTo>
                  <a:lnTo>
                    <a:pt x="2095062" y="4235765"/>
                  </a:lnTo>
                  <a:lnTo>
                    <a:pt x="1998417" y="4252865"/>
                  </a:lnTo>
                  <a:lnTo>
                    <a:pt x="1895325" y="4268425"/>
                  </a:lnTo>
                  <a:lnTo>
                    <a:pt x="1786813" y="4282505"/>
                  </a:lnTo>
                  <a:lnTo>
                    <a:pt x="1674623" y="4295127"/>
                  </a:lnTo>
                  <a:lnTo>
                    <a:pt x="1561279" y="4306278"/>
                  </a:lnTo>
                  <a:lnTo>
                    <a:pt x="1450037" y="4315927"/>
                  </a:lnTo>
                  <a:lnTo>
                    <a:pt x="1344685" y="4324048"/>
                  </a:lnTo>
                  <a:lnTo>
                    <a:pt x="1249159" y="4330638"/>
                  </a:lnTo>
                  <a:lnTo>
                    <a:pt x="1167026" y="4335739"/>
                  </a:lnTo>
                  <a:lnTo>
                    <a:pt x="1100920" y="4339455"/>
                  </a:lnTo>
                  <a:lnTo>
                    <a:pt x="1052059" y="4341951"/>
                  </a:lnTo>
                  <a:lnTo>
                    <a:pt x="1019972" y="4343446"/>
                  </a:lnTo>
                  <a:lnTo>
                    <a:pt x="1002474" y="4344193"/>
                  </a:lnTo>
                  <a:lnTo>
                    <a:pt x="995825" y="4344453"/>
                  </a:lnTo>
                  <a:lnTo>
                    <a:pt x="994940" y="4344485"/>
                  </a:lnTo>
                  <a:lnTo>
                    <a:pt x="0" y="4344485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77" name="pl1776"/>
            <p:cNvSpPr/>
            <p:nvPr/>
          </p:nvSpPr>
          <p:spPr>
            <a:xfrm>
              <a:off x="1199187" y="1493416"/>
              <a:ext cx="12049831" cy="4344485"/>
            </a:xfrm>
            <a:custGeom>
              <a:avLst/>
              <a:pathLst>
                <a:path w="12049831" h="4344485">
                  <a:moveTo>
                    <a:pt x="0" y="4344485"/>
                  </a:moveTo>
                  <a:lnTo>
                    <a:pt x="994940" y="4344485"/>
                  </a:lnTo>
                  <a:lnTo>
                    <a:pt x="996040" y="4344445"/>
                  </a:lnTo>
                  <a:lnTo>
                    <a:pt x="1003304" y="4344159"/>
                  </a:lnTo>
                  <a:lnTo>
                    <a:pt x="1021730" y="4343368"/>
                  </a:lnTo>
                  <a:lnTo>
                    <a:pt x="1054952" y="4341810"/>
                  </a:lnTo>
                  <a:lnTo>
                    <a:pt x="1105041" y="4339234"/>
                  </a:lnTo>
                  <a:lnTo>
                    <a:pt x="1172341" y="4335424"/>
                  </a:lnTo>
                  <a:lnTo>
                    <a:pt x="1255522" y="4330221"/>
                  </a:lnTo>
                  <a:lnTo>
                    <a:pt x="1351870" y="4323524"/>
                  </a:lnTo>
                  <a:lnTo>
                    <a:pt x="1457770" y="4315294"/>
                  </a:lnTo>
                  <a:lnTo>
                    <a:pt x="1569281" y="4305537"/>
                  </a:lnTo>
                  <a:lnTo>
                    <a:pt x="1682642" y="4294281"/>
                  </a:lnTo>
                  <a:lnTo>
                    <a:pt x="1794645" y="4281556"/>
                  </a:lnTo>
                  <a:lnTo>
                    <a:pt x="1902822" y="4267372"/>
                  </a:lnTo>
                  <a:lnTo>
                    <a:pt x="2005484" y="4251706"/>
                  </a:lnTo>
                  <a:lnTo>
                    <a:pt x="2101649" y="4234493"/>
                  </a:lnTo>
                  <a:lnTo>
                    <a:pt x="2190922" y="4215621"/>
                  </a:lnTo>
                  <a:lnTo>
                    <a:pt x="2273350" y="4194934"/>
                  </a:lnTo>
                  <a:lnTo>
                    <a:pt x="2349293" y="4172226"/>
                  </a:lnTo>
                  <a:lnTo>
                    <a:pt x="2419317" y="4147256"/>
                  </a:lnTo>
                  <a:lnTo>
                    <a:pt x="2484107" y="4119750"/>
                  </a:lnTo>
                  <a:lnTo>
                    <a:pt x="2544410" y="4089421"/>
                  </a:lnTo>
                  <a:lnTo>
                    <a:pt x="2600979" y="4055992"/>
                  </a:lnTo>
                  <a:lnTo>
                    <a:pt x="2654539" y="4019238"/>
                  </a:lnTo>
                  <a:lnTo>
                    <a:pt x="2702183" y="3982008"/>
                  </a:lnTo>
                  <a:lnTo>
                    <a:pt x="2750555" y="3939705"/>
                  </a:lnTo>
                  <a:lnTo>
                    <a:pt x="2797644" y="3894066"/>
                  </a:lnTo>
                  <a:lnTo>
                    <a:pt x="2843825" y="3845023"/>
                  </a:lnTo>
                  <a:lnTo>
                    <a:pt x="2889395" y="3792576"/>
                  </a:lnTo>
                  <a:lnTo>
                    <a:pt x="2934586" y="3736792"/>
                  </a:lnTo>
                  <a:lnTo>
                    <a:pt x="2979575" y="3677818"/>
                  </a:lnTo>
                  <a:lnTo>
                    <a:pt x="3024486" y="3615881"/>
                  </a:lnTo>
                  <a:lnTo>
                    <a:pt x="3069406" y="3551289"/>
                  </a:lnTo>
                  <a:lnTo>
                    <a:pt x="3114381" y="3484430"/>
                  </a:lnTo>
                  <a:lnTo>
                    <a:pt x="3159428" y="3415759"/>
                  </a:lnTo>
                  <a:lnTo>
                    <a:pt x="3204542" y="3345794"/>
                  </a:lnTo>
                  <a:lnTo>
                    <a:pt x="3249698" y="3275093"/>
                  </a:lnTo>
                  <a:lnTo>
                    <a:pt x="3294863" y="3204242"/>
                  </a:lnTo>
                  <a:lnTo>
                    <a:pt x="3340002" y="3133831"/>
                  </a:lnTo>
                  <a:lnTo>
                    <a:pt x="3385086" y="3064434"/>
                  </a:lnTo>
                  <a:lnTo>
                    <a:pt x="3430097" y="2996591"/>
                  </a:lnTo>
                  <a:lnTo>
                    <a:pt x="3475041" y="2930792"/>
                  </a:lnTo>
                  <a:lnTo>
                    <a:pt x="3519949" y="2867460"/>
                  </a:lnTo>
                  <a:lnTo>
                    <a:pt x="3564885" y="2806944"/>
                  </a:lnTo>
                  <a:lnTo>
                    <a:pt x="3609954" y="2749513"/>
                  </a:lnTo>
                  <a:lnTo>
                    <a:pt x="3655306" y="2695355"/>
                  </a:lnTo>
                  <a:lnTo>
                    <a:pt x="3701143" y="2644575"/>
                  </a:lnTo>
                  <a:lnTo>
                    <a:pt x="3747728" y="2597209"/>
                  </a:lnTo>
                  <a:lnTo>
                    <a:pt x="3795395" y="2553219"/>
                  </a:lnTo>
                  <a:lnTo>
                    <a:pt x="3820202" y="2532099"/>
                  </a:lnTo>
                  <a:lnTo>
                    <a:pt x="3871556" y="2492153"/>
                  </a:lnTo>
                  <a:lnTo>
                    <a:pt x="3925306" y="2455640"/>
                  </a:lnTo>
                  <a:lnTo>
                    <a:pt x="3982115" y="2422438"/>
                  </a:lnTo>
                  <a:lnTo>
                    <a:pt x="4042710" y="2392319"/>
                  </a:lnTo>
                  <a:lnTo>
                    <a:pt x="4107848" y="2365002"/>
                  </a:lnTo>
                  <a:lnTo>
                    <a:pt x="4178269" y="2340201"/>
                  </a:lnTo>
                  <a:lnTo>
                    <a:pt x="4254655" y="2317644"/>
                  </a:lnTo>
                  <a:lnTo>
                    <a:pt x="4337558" y="2297091"/>
                  </a:lnTo>
                  <a:lnTo>
                    <a:pt x="4427323" y="2278342"/>
                  </a:lnTo>
                  <a:lnTo>
                    <a:pt x="4523968" y="2261242"/>
                  </a:lnTo>
                  <a:lnTo>
                    <a:pt x="4627060" y="2245683"/>
                  </a:lnTo>
                  <a:lnTo>
                    <a:pt x="4735572" y="2231602"/>
                  </a:lnTo>
                  <a:lnTo>
                    <a:pt x="4847762" y="2218980"/>
                  </a:lnTo>
                  <a:lnTo>
                    <a:pt x="4961106" y="2207830"/>
                  </a:lnTo>
                  <a:lnTo>
                    <a:pt x="5072348" y="2198180"/>
                  </a:lnTo>
                  <a:lnTo>
                    <a:pt x="5177700" y="2190059"/>
                  </a:lnTo>
                  <a:lnTo>
                    <a:pt x="5273226" y="2183470"/>
                  </a:lnTo>
                  <a:lnTo>
                    <a:pt x="5355359" y="2178369"/>
                  </a:lnTo>
                  <a:lnTo>
                    <a:pt x="5421465" y="2174653"/>
                  </a:lnTo>
                  <a:lnTo>
                    <a:pt x="5470326" y="2172156"/>
                  </a:lnTo>
                  <a:lnTo>
                    <a:pt x="5502413" y="2170661"/>
                  </a:lnTo>
                  <a:lnTo>
                    <a:pt x="5519911" y="2169915"/>
                  </a:lnTo>
                  <a:lnTo>
                    <a:pt x="5526560" y="2169654"/>
                  </a:lnTo>
                  <a:lnTo>
                    <a:pt x="5527445" y="2169622"/>
                  </a:lnTo>
                  <a:lnTo>
                    <a:pt x="6522385" y="2169622"/>
                  </a:lnTo>
                  <a:lnTo>
                    <a:pt x="6523486" y="2169582"/>
                  </a:lnTo>
                  <a:lnTo>
                    <a:pt x="6530751" y="2169296"/>
                  </a:lnTo>
                  <a:lnTo>
                    <a:pt x="6549179" y="2168508"/>
                  </a:lnTo>
                  <a:lnTo>
                    <a:pt x="6582407" y="2166953"/>
                  </a:lnTo>
                  <a:lnTo>
                    <a:pt x="6632502" y="2164382"/>
                  </a:lnTo>
                  <a:lnTo>
                    <a:pt x="6699810" y="2160582"/>
                  </a:lnTo>
                  <a:lnTo>
                    <a:pt x="6783001" y="2155390"/>
                  </a:lnTo>
                  <a:lnTo>
                    <a:pt x="6879358" y="2148708"/>
                  </a:lnTo>
                  <a:lnTo>
                    <a:pt x="6985267" y="2140497"/>
                  </a:lnTo>
                  <a:lnTo>
                    <a:pt x="7096785" y="2130762"/>
                  </a:lnTo>
                  <a:lnTo>
                    <a:pt x="7210152" y="2119532"/>
                  </a:lnTo>
                  <a:lnTo>
                    <a:pt x="7322160" y="2106836"/>
                  </a:lnTo>
                  <a:lnTo>
                    <a:pt x="7430339" y="2092684"/>
                  </a:lnTo>
                  <a:lnTo>
                    <a:pt x="7533002" y="2077054"/>
                  </a:lnTo>
                  <a:lnTo>
                    <a:pt x="7629167" y="2059881"/>
                  </a:lnTo>
                  <a:lnTo>
                    <a:pt x="7718440" y="2041052"/>
                  </a:lnTo>
                  <a:lnTo>
                    <a:pt x="7800866" y="2020412"/>
                  </a:lnTo>
                  <a:lnTo>
                    <a:pt x="7876807" y="1997756"/>
                  </a:lnTo>
                  <a:lnTo>
                    <a:pt x="7946829" y="1972842"/>
                  </a:lnTo>
                  <a:lnTo>
                    <a:pt x="8011618" y="1945399"/>
                  </a:lnTo>
                  <a:lnTo>
                    <a:pt x="8071919" y="1915138"/>
                  </a:lnTo>
                  <a:lnTo>
                    <a:pt x="8128487" y="1881784"/>
                  </a:lnTo>
                  <a:lnTo>
                    <a:pt x="8182047" y="1845112"/>
                  </a:lnTo>
                  <a:lnTo>
                    <a:pt x="8229629" y="1808018"/>
                  </a:lnTo>
                  <a:lnTo>
                    <a:pt x="8278037" y="1765784"/>
                  </a:lnTo>
                  <a:lnTo>
                    <a:pt x="8325160" y="1720216"/>
                  </a:lnTo>
                  <a:lnTo>
                    <a:pt x="8371375" y="1671249"/>
                  </a:lnTo>
                  <a:lnTo>
                    <a:pt x="8416978" y="1618880"/>
                  </a:lnTo>
                  <a:lnTo>
                    <a:pt x="8462203" y="1563177"/>
                  </a:lnTo>
                  <a:lnTo>
                    <a:pt x="8507224" y="1504288"/>
                  </a:lnTo>
                  <a:lnTo>
                    <a:pt x="8552170" y="1442439"/>
                  </a:lnTo>
                  <a:lnTo>
                    <a:pt x="8597123" y="1377940"/>
                  </a:lnTo>
                  <a:lnTo>
                    <a:pt x="8642133" y="1311178"/>
                  </a:lnTo>
                  <a:lnTo>
                    <a:pt x="8687215" y="1242610"/>
                  </a:lnTo>
                  <a:lnTo>
                    <a:pt x="8732363" y="1172753"/>
                  </a:lnTo>
                  <a:lnTo>
                    <a:pt x="8777554" y="1102165"/>
                  </a:lnTo>
                  <a:lnTo>
                    <a:pt x="8822753" y="1031433"/>
                  </a:lnTo>
                  <a:lnTo>
                    <a:pt x="8867926" y="961146"/>
                  </a:lnTo>
                  <a:lnTo>
                    <a:pt x="8913042" y="891878"/>
                  </a:lnTo>
                  <a:lnTo>
                    <a:pt x="8958087" y="824169"/>
                  </a:lnTo>
                  <a:lnTo>
                    <a:pt x="9003064" y="758507"/>
                  </a:lnTo>
                  <a:lnTo>
                    <a:pt x="9048005" y="695315"/>
                  </a:lnTo>
                  <a:lnTo>
                    <a:pt x="9092977" y="634941"/>
                  </a:lnTo>
                  <a:lnTo>
                    <a:pt x="9138083" y="577652"/>
                  </a:lnTo>
                  <a:lnTo>
                    <a:pt x="9183475" y="523634"/>
                  </a:lnTo>
                  <a:lnTo>
                    <a:pt x="9229357" y="472995"/>
                  </a:lnTo>
                  <a:lnTo>
                    <a:pt x="9275993" y="425764"/>
                  </a:lnTo>
                  <a:lnTo>
                    <a:pt x="9323718" y="381907"/>
                  </a:lnTo>
                  <a:lnTo>
                    <a:pt x="9347647" y="361603"/>
                  </a:lnTo>
                  <a:lnTo>
                    <a:pt x="9399004" y="321752"/>
                  </a:lnTo>
                  <a:lnTo>
                    <a:pt x="9452757" y="285324"/>
                  </a:lnTo>
                  <a:lnTo>
                    <a:pt x="9509570" y="252202"/>
                  </a:lnTo>
                  <a:lnTo>
                    <a:pt x="9570169" y="222154"/>
                  </a:lnTo>
                  <a:lnTo>
                    <a:pt x="9635311" y="194902"/>
                  </a:lnTo>
                  <a:lnTo>
                    <a:pt x="9705738" y="170160"/>
                  </a:lnTo>
                  <a:lnTo>
                    <a:pt x="9782129" y="147657"/>
                  </a:lnTo>
                  <a:lnTo>
                    <a:pt x="9865040" y="127154"/>
                  </a:lnTo>
                  <a:lnTo>
                    <a:pt x="9954812" y="108449"/>
                  </a:lnTo>
                  <a:lnTo>
                    <a:pt x="10051465" y="91390"/>
                  </a:lnTo>
                  <a:lnTo>
                    <a:pt x="10154566" y="75868"/>
                  </a:lnTo>
                  <a:lnTo>
                    <a:pt x="10263087" y="61822"/>
                  </a:lnTo>
                  <a:lnTo>
                    <a:pt x="10375284" y="49231"/>
                  </a:lnTo>
                  <a:lnTo>
                    <a:pt x="10488634" y="38108"/>
                  </a:lnTo>
                  <a:lnTo>
                    <a:pt x="10599878" y="28482"/>
                  </a:lnTo>
                  <a:lnTo>
                    <a:pt x="10705230" y="20381"/>
                  </a:lnTo>
                  <a:lnTo>
                    <a:pt x="10800751" y="13809"/>
                  </a:lnTo>
                  <a:lnTo>
                    <a:pt x="10882874" y="8721"/>
                  </a:lnTo>
                  <a:lnTo>
                    <a:pt x="10948967" y="5015"/>
                  </a:lnTo>
                  <a:lnTo>
                    <a:pt x="10997814" y="2525"/>
                  </a:lnTo>
                  <a:lnTo>
                    <a:pt x="11029886" y="1035"/>
                  </a:lnTo>
                  <a:lnTo>
                    <a:pt x="11047370" y="291"/>
                  </a:lnTo>
                  <a:lnTo>
                    <a:pt x="11054009" y="3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8" name="pl1777"/>
            <p:cNvSpPr/>
            <p:nvPr/>
          </p:nvSpPr>
          <p:spPr>
            <a:xfrm>
              <a:off x="1199187" y="1488175"/>
              <a:ext cx="12049831" cy="4344485"/>
            </a:xfrm>
            <a:custGeom>
              <a:avLst/>
              <a:pathLst>
                <a:path w="12049831" h="4344485">
                  <a:moveTo>
                    <a:pt x="12049831" y="0"/>
                  </a:moveTo>
                  <a:lnTo>
                    <a:pt x="11054891" y="0"/>
                  </a:lnTo>
                  <a:lnTo>
                    <a:pt x="11053791" y="40"/>
                  </a:lnTo>
                  <a:lnTo>
                    <a:pt x="11046525" y="325"/>
                  </a:lnTo>
                  <a:lnTo>
                    <a:pt x="11028097" y="1114"/>
                  </a:lnTo>
                  <a:lnTo>
                    <a:pt x="10994870" y="2669"/>
                  </a:lnTo>
                  <a:lnTo>
                    <a:pt x="10944775" y="5239"/>
                  </a:lnTo>
                  <a:lnTo>
                    <a:pt x="10877467" y="9040"/>
                  </a:lnTo>
                  <a:lnTo>
                    <a:pt x="10794276" y="14232"/>
                  </a:lnTo>
                  <a:lnTo>
                    <a:pt x="10697919" y="20914"/>
                  </a:lnTo>
                  <a:lnTo>
                    <a:pt x="10592010" y="29125"/>
                  </a:lnTo>
                  <a:lnTo>
                    <a:pt x="10480492" y="38860"/>
                  </a:lnTo>
                  <a:lnTo>
                    <a:pt x="10367124" y="50090"/>
                  </a:lnTo>
                  <a:lnTo>
                    <a:pt x="10255117" y="62786"/>
                  </a:lnTo>
                  <a:lnTo>
                    <a:pt x="10146937" y="76937"/>
                  </a:lnTo>
                  <a:lnTo>
                    <a:pt x="10044275" y="92567"/>
                  </a:lnTo>
                  <a:lnTo>
                    <a:pt x="9948109" y="109741"/>
                  </a:lnTo>
                  <a:lnTo>
                    <a:pt x="9858837" y="128569"/>
                  </a:lnTo>
                  <a:lnTo>
                    <a:pt x="9776411" y="149210"/>
                  </a:lnTo>
                  <a:lnTo>
                    <a:pt x="9700470" y="171866"/>
                  </a:lnTo>
                  <a:lnTo>
                    <a:pt x="9630448" y="196779"/>
                  </a:lnTo>
                  <a:lnTo>
                    <a:pt x="9565658" y="224223"/>
                  </a:lnTo>
                  <a:lnTo>
                    <a:pt x="9505357" y="254483"/>
                  </a:lnTo>
                  <a:lnTo>
                    <a:pt x="9448789" y="287837"/>
                  </a:lnTo>
                  <a:lnTo>
                    <a:pt x="9395230" y="324509"/>
                  </a:lnTo>
                  <a:lnTo>
                    <a:pt x="9347647" y="361603"/>
                  </a:lnTo>
                  <a:lnTo>
                    <a:pt x="9299239" y="403838"/>
                  </a:lnTo>
                  <a:lnTo>
                    <a:pt x="9252116" y="449405"/>
                  </a:lnTo>
                  <a:lnTo>
                    <a:pt x="9205902" y="498373"/>
                  </a:lnTo>
                  <a:lnTo>
                    <a:pt x="9160299" y="550742"/>
                  </a:lnTo>
                  <a:lnTo>
                    <a:pt x="9115074" y="606444"/>
                  </a:lnTo>
                  <a:lnTo>
                    <a:pt x="9070052" y="665334"/>
                  </a:lnTo>
                  <a:lnTo>
                    <a:pt x="9025107" y="727182"/>
                  </a:lnTo>
                  <a:lnTo>
                    <a:pt x="8980153" y="791681"/>
                  </a:lnTo>
                  <a:lnTo>
                    <a:pt x="8935144" y="858443"/>
                  </a:lnTo>
                  <a:lnTo>
                    <a:pt x="8890061" y="927011"/>
                  </a:lnTo>
                  <a:lnTo>
                    <a:pt x="8844913" y="996869"/>
                  </a:lnTo>
                  <a:lnTo>
                    <a:pt x="8799723" y="1067456"/>
                  </a:lnTo>
                  <a:lnTo>
                    <a:pt x="8754524" y="1138188"/>
                  </a:lnTo>
                  <a:lnTo>
                    <a:pt x="8709351" y="1208476"/>
                  </a:lnTo>
                  <a:lnTo>
                    <a:pt x="8664234" y="1277744"/>
                  </a:lnTo>
                  <a:lnTo>
                    <a:pt x="8619190" y="1345453"/>
                  </a:lnTo>
                  <a:lnTo>
                    <a:pt x="8574212" y="1411115"/>
                  </a:lnTo>
                  <a:lnTo>
                    <a:pt x="8529271" y="1474307"/>
                  </a:lnTo>
                  <a:lnTo>
                    <a:pt x="8484300" y="1534681"/>
                  </a:lnTo>
                  <a:lnTo>
                    <a:pt x="8439193" y="1591970"/>
                  </a:lnTo>
                  <a:lnTo>
                    <a:pt x="8393801" y="1645987"/>
                  </a:lnTo>
                  <a:lnTo>
                    <a:pt x="8347919" y="1696627"/>
                  </a:lnTo>
                  <a:lnTo>
                    <a:pt x="8301284" y="1743857"/>
                  </a:lnTo>
                  <a:lnTo>
                    <a:pt x="8253559" y="1787715"/>
                  </a:lnTo>
                  <a:lnTo>
                    <a:pt x="8229629" y="1808018"/>
                  </a:lnTo>
                  <a:lnTo>
                    <a:pt x="8178272" y="1847870"/>
                  </a:lnTo>
                  <a:lnTo>
                    <a:pt x="8124519" y="1884297"/>
                  </a:lnTo>
                  <a:lnTo>
                    <a:pt x="8067707" y="1917420"/>
                  </a:lnTo>
                  <a:lnTo>
                    <a:pt x="8007107" y="1947468"/>
                  </a:lnTo>
                  <a:lnTo>
                    <a:pt x="7941965" y="1974719"/>
                  </a:lnTo>
                  <a:lnTo>
                    <a:pt x="7871539" y="1999461"/>
                  </a:lnTo>
                  <a:lnTo>
                    <a:pt x="7795147" y="2021964"/>
                  </a:lnTo>
                  <a:lnTo>
                    <a:pt x="7712237" y="2042468"/>
                  </a:lnTo>
                  <a:lnTo>
                    <a:pt x="7622464" y="2061172"/>
                  </a:lnTo>
                  <a:lnTo>
                    <a:pt x="7525811" y="2078231"/>
                  </a:lnTo>
                  <a:lnTo>
                    <a:pt x="7422710" y="2093753"/>
                  </a:lnTo>
                  <a:lnTo>
                    <a:pt x="7314189" y="2107800"/>
                  </a:lnTo>
                  <a:lnTo>
                    <a:pt x="7201992" y="2120391"/>
                  </a:lnTo>
                  <a:lnTo>
                    <a:pt x="7088643" y="2131514"/>
                  </a:lnTo>
                  <a:lnTo>
                    <a:pt x="6977398" y="2141140"/>
                  </a:lnTo>
                  <a:lnTo>
                    <a:pt x="6872046" y="2149240"/>
                  </a:lnTo>
                  <a:lnTo>
                    <a:pt x="6776525" y="2155813"/>
                  </a:lnTo>
                  <a:lnTo>
                    <a:pt x="6694403" y="2160901"/>
                  </a:lnTo>
                  <a:lnTo>
                    <a:pt x="6628309" y="2164607"/>
                  </a:lnTo>
                  <a:lnTo>
                    <a:pt x="6579463" y="2167096"/>
                  </a:lnTo>
                  <a:lnTo>
                    <a:pt x="6547391" y="2168587"/>
                  </a:lnTo>
                  <a:lnTo>
                    <a:pt x="6529907" y="2169331"/>
                  </a:lnTo>
                  <a:lnTo>
                    <a:pt x="6523268" y="2169590"/>
                  </a:lnTo>
                  <a:lnTo>
                    <a:pt x="6522385" y="2169622"/>
                  </a:lnTo>
                  <a:lnTo>
                    <a:pt x="5527445" y="2169622"/>
                  </a:lnTo>
                  <a:lnTo>
                    <a:pt x="5526345" y="2169662"/>
                  </a:lnTo>
                  <a:lnTo>
                    <a:pt x="5519081" y="2169948"/>
                  </a:lnTo>
                  <a:lnTo>
                    <a:pt x="5500655" y="2170739"/>
                  </a:lnTo>
                  <a:lnTo>
                    <a:pt x="5467433" y="2172297"/>
                  </a:lnTo>
                  <a:lnTo>
                    <a:pt x="5417344" y="2174873"/>
                  </a:lnTo>
                  <a:lnTo>
                    <a:pt x="5350044" y="2178683"/>
                  </a:lnTo>
                  <a:lnTo>
                    <a:pt x="5266863" y="2183887"/>
                  </a:lnTo>
                  <a:lnTo>
                    <a:pt x="5170515" y="2190584"/>
                  </a:lnTo>
                  <a:lnTo>
                    <a:pt x="5064615" y="2198813"/>
                  </a:lnTo>
                  <a:lnTo>
                    <a:pt x="4953104" y="2208571"/>
                  </a:lnTo>
                  <a:lnTo>
                    <a:pt x="4839743" y="2219826"/>
                  </a:lnTo>
                  <a:lnTo>
                    <a:pt x="4727740" y="2232551"/>
                  </a:lnTo>
                  <a:lnTo>
                    <a:pt x="4619563" y="2246736"/>
                  </a:lnTo>
                  <a:lnTo>
                    <a:pt x="4516901" y="2262402"/>
                  </a:lnTo>
                  <a:lnTo>
                    <a:pt x="4420736" y="2279615"/>
                  </a:lnTo>
                  <a:lnTo>
                    <a:pt x="4331463" y="2298486"/>
                  </a:lnTo>
                  <a:lnTo>
                    <a:pt x="4249035" y="2319174"/>
                  </a:lnTo>
                  <a:lnTo>
                    <a:pt x="4173092" y="2341881"/>
                  </a:lnTo>
                  <a:lnTo>
                    <a:pt x="4103068" y="2366851"/>
                  </a:lnTo>
                  <a:lnTo>
                    <a:pt x="4038278" y="2394357"/>
                  </a:lnTo>
                  <a:lnTo>
                    <a:pt x="3977975" y="2424686"/>
                  </a:lnTo>
                  <a:lnTo>
                    <a:pt x="3921406" y="2458115"/>
                  </a:lnTo>
                  <a:lnTo>
                    <a:pt x="3867846" y="2494870"/>
                  </a:lnTo>
                  <a:lnTo>
                    <a:pt x="3820202" y="2532099"/>
                  </a:lnTo>
                  <a:lnTo>
                    <a:pt x="3771830" y="2574402"/>
                  </a:lnTo>
                  <a:lnTo>
                    <a:pt x="3724741" y="2620042"/>
                  </a:lnTo>
                  <a:lnTo>
                    <a:pt x="3678560" y="2669084"/>
                  </a:lnTo>
                  <a:lnTo>
                    <a:pt x="3632990" y="2721531"/>
                  </a:lnTo>
                  <a:lnTo>
                    <a:pt x="3587799" y="2777315"/>
                  </a:lnTo>
                  <a:lnTo>
                    <a:pt x="3542810" y="2836289"/>
                  </a:lnTo>
                  <a:lnTo>
                    <a:pt x="3497899" y="2898226"/>
                  </a:lnTo>
                  <a:lnTo>
                    <a:pt x="3452979" y="2962818"/>
                  </a:lnTo>
                  <a:lnTo>
                    <a:pt x="3408004" y="3029678"/>
                  </a:lnTo>
                  <a:lnTo>
                    <a:pt x="3362957" y="3098348"/>
                  </a:lnTo>
                  <a:lnTo>
                    <a:pt x="3317843" y="3168314"/>
                  </a:lnTo>
                  <a:lnTo>
                    <a:pt x="3272687" y="3239014"/>
                  </a:lnTo>
                  <a:lnTo>
                    <a:pt x="3227522" y="3309865"/>
                  </a:lnTo>
                  <a:lnTo>
                    <a:pt x="3182383" y="3380276"/>
                  </a:lnTo>
                  <a:lnTo>
                    <a:pt x="3137299" y="3449674"/>
                  </a:lnTo>
                  <a:lnTo>
                    <a:pt x="3092288" y="3517516"/>
                  </a:lnTo>
                  <a:lnTo>
                    <a:pt x="3047344" y="3583315"/>
                  </a:lnTo>
                  <a:lnTo>
                    <a:pt x="3002436" y="3646647"/>
                  </a:lnTo>
                  <a:lnTo>
                    <a:pt x="2957500" y="3707163"/>
                  </a:lnTo>
                  <a:lnTo>
                    <a:pt x="2912431" y="3764594"/>
                  </a:lnTo>
                  <a:lnTo>
                    <a:pt x="2867079" y="3818753"/>
                  </a:lnTo>
                  <a:lnTo>
                    <a:pt x="2821242" y="3869532"/>
                  </a:lnTo>
                  <a:lnTo>
                    <a:pt x="2774657" y="3916898"/>
                  </a:lnTo>
                  <a:lnTo>
                    <a:pt x="2726990" y="3960888"/>
                  </a:lnTo>
                  <a:lnTo>
                    <a:pt x="2702183" y="3982008"/>
                  </a:lnTo>
                  <a:lnTo>
                    <a:pt x="2650829" y="4021954"/>
                  </a:lnTo>
                  <a:lnTo>
                    <a:pt x="2597079" y="4058467"/>
                  </a:lnTo>
                  <a:lnTo>
                    <a:pt x="2540270" y="4091669"/>
                  </a:lnTo>
                  <a:lnTo>
                    <a:pt x="2479675" y="4121788"/>
                  </a:lnTo>
                  <a:lnTo>
                    <a:pt x="2414537" y="4149105"/>
                  </a:lnTo>
                  <a:lnTo>
                    <a:pt x="2344116" y="4173906"/>
                  </a:lnTo>
                  <a:lnTo>
                    <a:pt x="2267730" y="4196463"/>
                  </a:lnTo>
                  <a:lnTo>
                    <a:pt x="2184827" y="4217016"/>
                  </a:lnTo>
                  <a:lnTo>
                    <a:pt x="2095062" y="4235765"/>
                  </a:lnTo>
                  <a:lnTo>
                    <a:pt x="1998417" y="4252865"/>
                  </a:lnTo>
                  <a:lnTo>
                    <a:pt x="1895325" y="4268425"/>
                  </a:lnTo>
                  <a:lnTo>
                    <a:pt x="1786813" y="4282505"/>
                  </a:lnTo>
                  <a:lnTo>
                    <a:pt x="1674623" y="4295127"/>
                  </a:lnTo>
                  <a:lnTo>
                    <a:pt x="1561279" y="4306278"/>
                  </a:lnTo>
                  <a:lnTo>
                    <a:pt x="1450037" y="4315927"/>
                  </a:lnTo>
                  <a:lnTo>
                    <a:pt x="1344685" y="4324048"/>
                  </a:lnTo>
                  <a:lnTo>
                    <a:pt x="1249159" y="4330638"/>
                  </a:lnTo>
                  <a:lnTo>
                    <a:pt x="1167026" y="4335739"/>
                  </a:lnTo>
                  <a:lnTo>
                    <a:pt x="1100920" y="4339455"/>
                  </a:lnTo>
                  <a:lnTo>
                    <a:pt x="1052059" y="4341951"/>
                  </a:lnTo>
                  <a:lnTo>
                    <a:pt x="1019972" y="4343446"/>
                  </a:lnTo>
                  <a:lnTo>
                    <a:pt x="1002474" y="4344193"/>
                  </a:lnTo>
                  <a:lnTo>
                    <a:pt x="995825" y="4344453"/>
                  </a:lnTo>
                  <a:lnTo>
                    <a:pt x="994940" y="4344485"/>
                  </a:lnTo>
                  <a:lnTo>
                    <a:pt x="0" y="4344485"/>
                  </a:lnTo>
                  <a:lnTo>
                    <a:pt x="0" y="43444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9" name="pg1778"/>
            <p:cNvSpPr/>
            <p:nvPr/>
          </p:nvSpPr>
          <p:spPr>
            <a:xfrm>
              <a:off x="1199187" y="3338119"/>
              <a:ext cx="12049831" cy="2505023"/>
            </a:xfrm>
            <a:custGeom>
              <a:avLst/>
              <a:pathLst>
                <a:path w="12049831" h="2505023">
                  <a:moveTo>
                    <a:pt x="0" y="2505023"/>
                  </a:moveTo>
                  <a:lnTo>
                    <a:pt x="994940" y="2505023"/>
                  </a:lnTo>
                  <a:lnTo>
                    <a:pt x="996041" y="2504983"/>
                  </a:lnTo>
                  <a:lnTo>
                    <a:pt x="1003316" y="2504703"/>
                  </a:lnTo>
                  <a:lnTo>
                    <a:pt x="1021765" y="2503928"/>
                  </a:lnTo>
                  <a:lnTo>
                    <a:pt x="1055029" y="2502402"/>
                  </a:lnTo>
                  <a:lnTo>
                    <a:pt x="1105177" y="2499878"/>
                  </a:lnTo>
                  <a:lnTo>
                    <a:pt x="1172551" y="2496146"/>
                  </a:lnTo>
                  <a:lnTo>
                    <a:pt x="1255815" y="2491049"/>
                  </a:lnTo>
                  <a:lnTo>
                    <a:pt x="1352247" y="2484488"/>
                  </a:lnTo>
                  <a:lnTo>
                    <a:pt x="1458226" y="2476428"/>
                  </a:lnTo>
                  <a:lnTo>
                    <a:pt x="1569804" y="2466871"/>
                  </a:lnTo>
                  <a:lnTo>
                    <a:pt x="1683219" y="2455847"/>
                  </a:lnTo>
                  <a:lnTo>
                    <a:pt x="1795259" y="2443385"/>
                  </a:lnTo>
                  <a:lnTo>
                    <a:pt x="1903458" y="2429493"/>
                  </a:lnTo>
                  <a:lnTo>
                    <a:pt x="2006129" y="2414151"/>
                  </a:lnTo>
                  <a:lnTo>
                    <a:pt x="2102293" y="2397293"/>
                  </a:lnTo>
                  <a:lnTo>
                    <a:pt x="2191558" y="2378810"/>
                  </a:lnTo>
                  <a:lnTo>
                    <a:pt x="2273973" y="2358547"/>
                  </a:lnTo>
                  <a:lnTo>
                    <a:pt x="2349900" y="2336305"/>
                  </a:lnTo>
                  <a:lnTo>
                    <a:pt x="2419908" y="2311845"/>
                  </a:lnTo>
                  <a:lnTo>
                    <a:pt x="2484686" y="2284900"/>
                  </a:lnTo>
                  <a:lnTo>
                    <a:pt x="2544977" y="2255187"/>
                  </a:lnTo>
                  <a:lnTo>
                    <a:pt x="2601539" y="2222436"/>
                  </a:lnTo>
                  <a:lnTo>
                    <a:pt x="2655095" y="2186427"/>
                  </a:lnTo>
                  <a:lnTo>
                    <a:pt x="2702183" y="2150406"/>
                  </a:lnTo>
                  <a:lnTo>
                    <a:pt x="2750881" y="2108726"/>
                  </a:lnTo>
                  <a:lnTo>
                    <a:pt x="2798281" y="2063737"/>
                  </a:lnTo>
                  <a:lnTo>
                    <a:pt x="2844765" y="2015373"/>
                  </a:lnTo>
                  <a:lnTo>
                    <a:pt x="2890636" y="1963632"/>
                  </a:lnTo>
                  <a:lnTo>
                    <a:pt x="2936128" y="1908586"/>
                  </a:lnTo>
                  <a:lnTo>
                    <a:pt x="2981419" y="1850382"/>
                  </a:lnTo>
                  <a:lnTo>
                    <a:pt x="3026637" y="1789250"/>
                  </a:lnTo>
                  <a:lnTo>
                    <a:pt x="3071866" y="1725502"/>
                  </a:lnTo>
                  <a:lnTo>
                    <a:pt x="3117152" y="1659528"/>
                  </a:lnTo>
                  <a:lnTo>
                    <a:pt x="3162513" y="1591789"/>
                  </a:lnTo>
                  <a:lnTo>
                    <a:pt x="3207939" y="1522802"/>
                  </a:lnTo>
                  <a:lnTo>
                    <a:pt x="3253406" y="1453129"/>
                  </a:lnTo>
                  <a:lnTo>
                    <a:pt x="3298880" y="1383355"/>
                  </a:lnTo>
                  <a:lnTo>
                    <a:pt x="3344323" y="1314069"/>
                  </a:lnTo>
                  <a:lnTo>
                    <a:pt x="3389708" y="1245841"/>
                  </a:lnTo>
                  <a:lnTo>
                    <a:pt x="3435020" y="1179208"/>
                  </a:lnTo>
                  <a:lnTo>
                    <a:pt x="3480265" y="1114650"/>
                  </a:lnTo>
                  <a:lnTo>
                    <a:pt x="3525479" y="1052583"/>
                  </a:lnTo>
                  <a:lnTo>
                    <a:pt x="3570733" y="993347"/>
                  </a:lnTo>
                  <a:lnTo>
                    <a:pt x="3616139" y="937198"/>
                  </a:lnTo>
                  <a:lnTo>
                    <a:pt x="3661857" y="884314"/>
                  </a:lnTo>
                  <a:lnTo>
                    <a:pt x="3708100" y="834790"/>
                  </a:lnTo>
                  <a:lnTo>
                    <a:pt x="3755148" y="788649"/>
                  </a:lnTo>
                  <a:lnTo>
                    <a:pt x="3803353" y="745847"/>
                  </a:lnTo>
                  <a:lnTo>
                    <a:pt x="3820202" y="731941"/>
                  </a:lnTo>
                  <a:lnTo>
                    <a:pt x="3871580" y="692845"/>
                  </a:lnTo>
                  <a:lnTo>
                    <a:pt x="3925357" y="657108"/>
                  </a:lnTo>
                  <a:lnTo>
                    <a:pt x="3982196" y="624616"/>
                  </a:lnTo>
                  <a:lnTo>
                    <a:pt x="4042827" y="595141"/>
                  </a:lnTo>
                  <a:lnTo>
                    <a:pt x="4108005" y="568409"/>
                  </a:lnTo>
                  <a:lnTo>
                    <a:pt x="4178473" y="544141"/>
                  </a:lnTo>
                  <a:lnTo>
                    <a:pt x="4254913" y="522069"/>
                  </a:lnTo>
                  <a:lnTo>
                    <a:pt x="4337878" y="501959"/>
                  </a:lnTo>
                  <a:lnTo>
                    <a:pt x="4427711" y="483615"/>
                  </a:lnTo>
                  <a:lnTo>
                    <a:pt x="4524431" y="466884"/>
                  </a:lnTo>
                  <a:lnTo>
                    <a:pt x="4627600" y="451662"/>
                  </a:lnTo>
                  <a:lnTo>
                    <a:pt x="4736188" y="437888"/>
                  </a:lnTo>
                  <a:lnTo>
                    <a:pt x="4848444" y="425543"/>
                  </a:lnTo>
                  <a:lnTo>
                    <a:pt x="4961838" y="414638"/>
                  </a:lnTo>
                  <a:lnTo>
                    <a:pt x="5073105" y="405203"/>
                  </a:lnTo>
                  <a:lnTo>
                    <a:pt x="5178449" y="397266"/>
                  </a:lnTo>
                  <a:lnTo>
                    <a:pt x="5273930" y="390828"/>
                  </a:lnTo>
                  <a:lnTo>
                    <a:pt x="5355979" y="385846"/>
                  </a:lnTo>
                  <a:lnTo>
                    <a:pt x="5421971" y="382220"/>
                  </a:lnTo>
                  <a:lnTo>
                    <a:pt x="5470699" y="379787"/>
                  </a:lnTo>
                  <a:lnTo>
                    <a:pt x="5502649" y="378331"/>
                  </a:lnTo>
                  <a:lnTo>
                    <a:pt x="5520026" y="377607"/>
                  </a:lnTo>
                  <a:lnTo>
                    <a:pt x="5526589" y="377356"/>
                  </a:lnTo>
                  <a:lnTo>
                    <a:pt x="5527445" y="377325"/>
                  </a:lnTo>
                  <a:lnTo>
                    <a:pt x="6522385" y="377325"/>
                  </a:lnTo>
                  <a:lnTo>
                    <a:pt x="6523521" y="377318"/>
                  </a:lnTo>
                  <a:lnTo>
                    <a:pt x="6531013" y="377267"/>
                  </a:lnTo>
                  <a:lnTo>
                    <a:pt x="6550000" y="377128"/>
                  </a:lnTo>
                  <a:lnTo>
                    <a:pt x="6584196" y="376852"/>
                  </a:lnTo>
                  <a:lnTo>
                    <a:pt x="6635671" y="376397"/>
                  </a:lnTo>
                  <a:lnTo>
                    <a:pt x="6704696" y="375725"/>
                  </a:lnTo>
                  <a:lnTo>
                    <a:pt x="6789802" y="374808"/>
                  </a:lnTo>
                  <a:lnTo>
                    <a:pt x="6888103" y="373628"/>
                  </a:lnTo>
                  <a:lnTo>
                    <a:pt x="6995823" y="372181"/>
                  </a:lnTo>
                  <a:lnTo>
                    <a:pt x="7108887" y="370467"/>
                  </a:lnTo>
                  <a:lnTo>
                    <a:pt x="7223459" y="368492"/>
                  </a:lnTo>
                  <a:lnTo>
                    <a:pt x="7336305" y="366260"/>
                  </a:lnTo>
                  <a:lnTo>
                    <a:pt x="7444977" y="363773"/>
                  </a:lnTo>
                  <a:lnTo>
                    <a:pt x="7547834" y="361026"/>
                  </a:lnTo>
                  <a:lnTo>
                    <a:pt x="7643961" y="358006"/>
                  </a:lnTo>
                  <a:lnTo>
                    <a:pt x="7733028" y="354693"/>
                  </a:lnTo>
                  <a:lnTo>
                    <a:pt x="7815145" y="351056"/>
                  </a:lnTo>
                  <a:lnTo>
                    <a:pt x="7890731" y="347059"/>
                  </a:lnTo>
                  <a:lnTo>
                    <a:pt x="7960398" y="342658"/>
                  </a:lnTo>
                  <a:lnTo>
                    <a:pt x="8024872" y="337803"/>
                  </a:lnTo>
                  <a:lnTo>
                    <a:pt x="8084927" y="332444"/>
                  </a:lnTo>
                  <a:lnTo>
                    <a:pt x="8141338" y="326534"/>
                  </a:lnTo>
                  <a:lnTo>
                    <a:pt x="8194842" y="320035"/>
                  </a:lnTo>
                  <a:lnTo>
                    <a:pt x="8229629" y="315311"/>
                  </a:lnTo>
                  <a:lnTo>
                    <a:pt x="8290560" y="306065"/>
                  </a:lnTo>
                  <a:lnTo>
                    <a:pt x="8349604" y="295901"/>
                  </a:lnTo>
                  <a:lnTo>
                    <a:pt x="8407457" y="284805"/>
                  </a:lnTo>
                  <a:lnTo>
                    <a:pt x="8464631" y="272791"/>
                  </a:lnTo>
                  <a:lnTo>
                    <a:pt x="8521489" y="259909"/>
                  </a:lnTo>
                  <a:lnTo>
                    <a:pt x="8578273" y="246242"/>
                  </a:lnTo>
                  <a:lnTo>
                    <a:pt x="8635117" y="231910"/>
                  </a:lnTo>
                  <a:lnTo>
                    <a:pt x="8692075" y="217064"/>
                  </a:lnTo>
                  <a:lnTo>
                    <a:pt x="8749133" y="201881"/>
                  </a:lnTo>
                  <a:lnTo>
                    <a:pt x="8806240" y="186557"/>
                  </a:lnTo>
                  <a:lnTo>
                    <a:pt x="8863324" y="171296"/>
                  </a:lnTo>
                  <a:lnTo>
                    <a:pt x="8920324" y="156299"/>
                  </a:lnTo>
                  <a:lnTo>
                    <a:pt x="8977210" y="141750"/>
                  </a:lnTo>
                  <a:lnTo>
                    <a:pt x="9034006" y="127812"/>
                  </a:lnTo>
                  <a:lnTo>
                    <a:pt x="9090813" y="114617"/>
                  </a:lnTo>
                  <a:lnTo>
                    <a:pt x="9147830" y="102262"/>
                  </a:lnTo>
                  <a:lnTo>
                    <a:pt x="9205371" y="90811"/>
                  </a:lnTo>
                  <a:lnTo>
                    <a:pt x="9263887" y="80289"/>
                  </a:lnTo>
                  <a:lnTo>
                    <a:pt x="9323998" y="70694"/>
                  </a:lnTo>
                  <a:lnTo>
                    <a:pt x="9347647" y="67254"/>
                  </a:lnTo>
                  <a:lnTo>
                    <a:pt x="9399566" y="60350"/>
                  </a:lnTo>
                  <a:lnTo>
                    <a:pt x="9453939" y="54045"/>
                  </a:lnTo>
                  <a:lnTo>
                    <a:pt x="9511452" y="48319"/>
                  </a:lnTo>
                  <a:lnTo>
                    <a:pt x="9572858" y="43130"/>
                  </a:lnTo>
                  <a:lnTo>
                    <a:pt x="9638938" y="38428"/>
                  </a:lnTo>
                  <a:lnTo>
                    <a:pt x="9710456" y="34164"/>
                  </a:lnTo>
                  <a:lnTo>
                    <a:pt x="9788107" y="30288"/>
                  </a:lnTo>
                  <a:lnTo>
                    <a:pt x="9872452" y="26761"/>
                  </a:lnTo>
                  <a:lnTo>
                    <a:pt x="9963822" y="23545"/>
                  </a:lnTo>
                  <a:lnTo>
                    <a:pt x="10062200" y="20616"/>
                  </a:lnTo>
                  <a:lnTo>
                    <a:pt x="10167082" y="17955"/>
                  </a:lnTo>
                  <a:lnTo>
                    <a:pt x="10277331" y="15551"/>
                  </a:lnTo>
                  <a:lnTo>
                    <a:pt x="10391046" y="13403"/>
                  </a:lnTo>
                  <a:lnTo>
                    <a:pt x="10505518" y="11512"/>
                  </a:lnTo>
                  <a:lnTo>
                    <a:pt x="10617285" y="9884"/>
                  </a:lnTo>
                  <a:lnTo>
                    <a:pt x="10722385" y="8524"/>
                  </a:lnTo>
                  <a:lnTo>
                    <a:pt x="10816776" y="7431"/>
                  </a:lnTo>
                  <a:lnTo>
                    <a:pt x="10896907" y="6596"/>
                  </a:lnTo>
                  <a:lnTo>
                    <a:pt x="10960303" y="5998"/>
                  </a:lnTo>
                  <a:lnTo>
                    <a:pt x="11006038" y="5606"/>
                  </a:lnTo>
                  <a:lnTo>
                    <a:pt x="11034974" y="5379"/>
                  </a:lnTo>
                  <a:lnTo>
                    <a:pt x="11049741" y="5274"/>
                  </a:lnTo>
                  <a:lnTo>
                    <a:pt x="11054536" y="524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6" y="7"/>
                  </a:lnTo>
                  <a:lnTo>
                    <a:pt x="11046263" y="57"/>
                  </a:lnTo>
                  <a:lnTo>
                    <a:pt x="11027276" y="197"/>
                  </a:lnTo>
                  <a:lnTo>
                    <a:pt x="10993080" y="472"/>
                  </a:lnTo>
                  <a:lnTo>
                    <a:pt x="10941605" y="927"/>
                  </a:lnTo>
                  <a:lnTo>
                    <a:pt x="10872581" y="1600"/>
                  </a:lnTo>
                  <a:lnTo>
                    <a:pt x="10787475" y="2517"/>
                  </a:lnTo>
                  <a:lnTo>
                    <a:pt x="10689173" y="3696"/>
                  </a:lnTo>
                  <a:lnTo>
                    <a:pt x="10581454" y="5144"/>
                  </a:lnTo>
                  <a:lnTo>
                    <a:pt x="10468389" y="6858"/>
                  </a:lnTo>
                  <a:lnTo>
                    <a:pt x="10353817" y="8833"/>
                  </a:lnTo>
                  <a:lnTo>
                    <a:pt x="10240972" y="11065"/>
                  </a:lnTo>
                  <a:lnTo>
                    <a:pt x="10132300" y="13552"/>
                  </a:lnTo>
                  <a:lnTo>
                    <a:pt x="10029442" y="16299"/>
                  </a:lnTo>
                  <a:lnTo>
                    <a:pt x="9933316" y="19318"/>
                  </a:lnTo>
                  <a:lnTo>
                    <a:pt x="9844249" y="22632"/>
                  </a:lnTo>
                  <a:lnTo>
                    <a:pt x="9762131" y="26269"/>
                  </a:lnTo>
                  <a:lnTo>
                    <a:pt x="9686545" y="30265"/>
                  </a:lnTo>
                  <a:lnTo>
                    <a:pt x="9616878" y="34667"/>
                  </a:lnTo>
                  <a:lnTo>
                    <a:pt x="9552404" y="39521"/>
                  </a:lnTo>
                  <a:lnTo>
                    <a:pt x="9492350" y="44880"/>
                  </a:lnTo>
                  <a:lnTo>
                    <a:pt x="9435938" y="50791"/>
                  </a:lnTo>
                  <a:lnTo>
                    <a:pt x="9382435" y="57290"/>
                  </a:lnTo>
                  <a:lnTo>
                    <a:pt x="9347647" y="62014"/>
                  </a:lnTo>
                  <a:lnTo>
                    <a:pt x="9286716" y="71260"/>
                  </a:lnTo>
                  <a:lnTo>
                    <a:pt x="9227672" y="81424"/>
                  </a:lnTo>
                  <a:lnTo>
                    <a:pt x="9169819" y="92520"/>
                  </a:lnTo>
                  <a:lnTo>
                    <a:pt x="9112646" y="104534"/>
                  </a:lnTo>
                  <a:lnTo>
                    <a:pt x="9055787" y="117416"/>
                  </a:lnTo>
                  <a:lnTo>
                    <a:pt x="8999004" y="131082"/>
                  </a:lnTo>
                  <a:lnTo>
                    <a:pt x="8942159" y="145415"/>
                  </a:lnTo>
                  <a:lnTo>
                    <a:pt x="8885202" y="160261"/>
                  </a:lnTo>
                  <a:lnTo>
                    <a:pt x="8828143" y="175444"/>
                  </a:lnTo>
                  <a:lnTo>
                    <a:pt x="8771037" y="190768"/>
                  </a:lnTo>
                  <a:lnTo>
                    <a:pt x="8713952" y="206028"/>
                  </a:lnTo>
                  <a:lnTo>
                    <a:pt x="8656952" y="221026"/>
                  </a:lnTo>
                  <a:lnTo>
                    <a:pt x="8600066" y="235575"/>
                  </a:lnTo>
                  <a:lnTo>
                    <a:pt x="8543271" y="249513"/>
                  </a:lnTo>
                  <a:lnTo>
                    <a:pt x="8486463" y="262708"/>
                  </a:lnTo>
                  <a:lnTo>
                    <a:pt x="8429446" y="275062"/>
                  </a:lnTo>
                  <a:lnTo>
                    <a:pt x="8371906" y="286514"/>
                  </a:lnTo>
                  <a:lnTo>
                    <a:pt x="8313390" y="297036"/>
                  </a:lnTo>
                  <a:lnTo>
                    <a:pt x="8253278" y="306630"/>
                  </a:lnTo>
                  <a:lnTo>
                    <a:pt x="8229629" y="310070"/>
                  </a:lnTo>
                  <a:lnTo>
                    <a:pt x="8177711" y="316975"/>
                  </a:lnTo>
                  <a:lnTo>
                    <a:pt x="8123338" y="323279"/>
                  </a:lnTo>
                  <a:lnTo>
                    <a:pt x="8065825" y="329006"/>
                  </a:lnTo>
                  <a:lnTo>
                    <a:pt x="8004418" y="334195"/>
                  </a:lnTo>
                  <a:lnTo>
                    <a:pt x="7938338" y="338897"/>
                  </a:lnTo>
                  <a:lnTo>
                    <a:pt x="7866821" y="343161"/>
                  </a:lnTo>
                  <a:lnTo>
                    <a:pt x="7789170" y="347036"/>
                  </a:lnTo>
                  <a:lnTo>
                    <a:pt x="7704825" y="350564"/>
                  </a:lnTo>
                  <a:lnTo>
                    <a:pt x="7613455" y="353779"/>
                  </a:lnTo>
                  <a:lnTo>
                    <a:pt x="7515076" y="356708"/>
                  </a:lnTo>
                  <a:lnTo>
                    <a:pt x="7410194" y="359370"/>
                  </a:lnTo>
                  <a:lnTo>
                    <a:pt x="7299946" y="361773"/>
                  </a:lnTo>
                  <a:lnTo>
                    <a:pt x="7186230" y="363922"/>
                  </a:lnTo>
                  <a:lnTo>
                    <a:pt x="7071759" y="365813"/>
                  </a:lnTo>
                  <a:lnTo>
                    <a:pt x="6959992" y="367441"/>
                  </a:lnTo>
                  <a:lnTo>
                    <a:pt x="6854892" y="368801"/>
                  </a:lnTo>
                  <a:lnTo>
                    <a:pt x="6760500" y="369894"/>
                  </a:lnTo>
                  <a:lnTo>
                    <a:pt x="6680369" y="370729"/>
                  </a:lnTo>
                  <a:lnTo>
                    <a:pt x="6616974" y="371327"/>
                  </a:lnTo>
                  <a:lnTo>
                    <a:pt x="6571239" y="371719"/>
                  </a:lnTo>
                  <a:lnTo>
                    <a:pt x="6542303" y="371945"/>
                  </a:lnTo>
                  <a:lnTo>
                    <a:pt x="6527536" y="372051"/>
                  </a:lnTo>
                  <a:lnTo>
                    <a:pt x="6522740" y="372082"/>
                  </a:lnTo>
                  <a:lnTo>
                    <a:pt x="6522385" y="372085"/>
                  </a:lnTo>
                  <a:lnTo>
                    <a:pt x="5527445" y="372085"/>
                  </a:lnTo>
                  <a:lnTo>
                    <a:pt x="5526344" y="372124"/>
                  </a:lnTo>
                  <a:lnTo>
                    <a:pt x="5519069" y="372404"/>
                  </a:lnTo>
                  <a:lnTo>
                    <a:pt x="5500620" y="373179"/>
                  </a:lnTo>
                  <a:lnTo>
                    <a:pt x="5467356" y="374705"/>
                  </a:lnTo>
                  <a:lnTo>
                    <a:pt x="5417208" y="377229"/>
                  </a:lnTo>
                  <a:lnTo>
                    <a:pt x="5349834" y="380961"/>
                  </a:lnTo>
                  <a:lnTo>
                    <a:pt x="5266570" y="386059"/>
                  </a:lnTo>
                  <a:lnTo>
                    <a:pt x="5170138" y="392619"/>
                  </a:lnTo>
                  <a:lnTo>
                    <a:pt x="5064159" y="400680"/>
                  </a:lnTo>
                  <a:lnTo>
                    <a:pt x="4952581" y="410236"/>
                  </a:lnTo>
                  <a:lnTo>
                    <a:pt x="4839166" y="421260"/>
                  </a:lnTo>
                  <a:lnTo>
                    <a:pt x="4727126" y="433722"/>
                  </a:lnTo>
                  <a:lnTo>
                    <a:pt x="4618927" y="447614"/>
                  </a:lnTo>
                  <a:lnTo>
                    <a:pt x="4516256" y="462956"/>
                  </a:lnTo>
                  <a:lnTo>
                    <a:pt x="4420091" y="479814"/>
                  </a:lnTo>
                  <a:lnTo>
                    <a:pt x="4330827" y="498297"/>
                  </a:lnTo>
                  <a:lnTo>
                    <a:pt x="4248412" y="518560"/>
                  </a:lnTo>
                  <a:lnTo>
                    <a:pt x="4172485" y="540802"/>
                  </a:lnTo>
                  <a:lnTo>
                    <a:pt x="4102477" y="565262"/>
                  </a:lnTo>
                  <a:lnTo>
                    <a:pt x="4037699" y="592207"/>
                  </a:lnTo>
                  <a:lnTo>
                    <a:pt x="3977408" y="621920"/>
                  </a:lnTo>
                  <a:lnTo>
                    <a:pt x="3920846" y="654671"/>
                  </a:lnTo>
                  <a:lnTo>
                    <a:pt x="3867290" y="690680"/>
                  </a:lnTo>
                  <a:lnTo>
                    <a:pt x="3820202" y="726701"/>
                  </a:lnTo>
                  <a:lnTo>
                    <a:pt x="3771504" y="768381"/>
                  </a:lnTo>
                  <a:lnTo>
                    <a:pt x="3724104" y="813370"/>
                  </a:lnTo>
                  <a:lnTo>
                    <a:pt x="3677620" y="861734"/>
                  </a:lnTo>
                  <a:lnTo>
                    <a:pt x="3631749" y="913475"/>
                  </a:lnTo>
                  <a:lnTo>
                    <a:pt x="3586257" y="968522"/>
                  </a:lnTo>
                  <a:lnTo>
                    <a:pt x="3540966" y="1026726"/>
                  </a:lnTo>
                  <a:lnTo>
                    <a:pt x="3495748" y="1087857"/>
                  </a:lnTo>
                  <a:lnTo>
                    <a:pt x="3450519" y="1151605"/>
                  </a:lnTo>
                  <a:lnTo>
                    <a:pt x="3405233" y="1217579"/>
                  </a:lnTo>
                  <a:lnTo>
                    <a:pt x="3359872" y="1285318"/>
                  </a:lnTo>
                  <a:lnTo>
                    <a:pt x="3314446" y="1354305"/>
                  </a:lnTo>
                  <a:lnTo>
                    <a:pt x="3268979" y="1423978"/>
                  </a:lnTo>
                  <a:lnTo>
                    <a:pt x="3223505" y="1493752"/>
                  </a:lnTo>
                  <a:lnTo>
                    <a:pt x="3178062" y="1563039"/>
                  </a:lnTo>
                  <a:lnTo>
                    <a:pt x="3132677" y="1631266"/>
                  </a:lnTo>
                  <a:lnTo>
                    <a:pt x="3087365" y="1697900"/>
                  </a:lnTo>
                  <a:lnTo>
                    <a:pt x="3042120" y="1762457"/>
                  </a:lnTo>
                  <a:lnTo>
                    <a:pt x="2996906" y="1824524"/>
                  </a:lnTo>
                  <a:lnTo>
                    <a:pt x="2951652" y="1883760"/>
                  </a:lnTo>
                  <a:lnTo>
                    <a:pt x="2906246" y="1939909"/>
                  </a:lnTo>
                  <a:lnTo>
                    <a:pt x="2860528" y="1992793"/>
                  </a:lnTo>
                  <a:lnTo>
                    <a:pt x="2814285" y="2042317"/>
                  </a:lnTo>
                  <a:lnTo>
                    <a:pt x="2767237" y="2088458"/>
                  </a:lnTo>
                  <a:lnTo>
                    <a:pt x="2719032" y="2131260"/>
                  </a:lnTo>
                  <a:lnTo>
                    <a:pt x="2702183" y="2145166"/>
                  </a:lnTo>
                  <a:lnTo>
                    <a:pt x="2650805" y="2184263"/>
                  </a:lnTo>
                  <a:lnTo>
                    <a:pt x="2597028" y="2219999"/>
                  </a:lnTo>
                  <a:lnTo>
                    <a:pt x="2540189" y="2252491"/>
                  </a:lnTo>
                  <a:lnTo>
                    <a:pt x="2479558" y="2281967"/>
                  </a:lnTo>
                  <a:lnTo>
                    <a:pt x="2414380" y="2308698"/>
                  </a:lnTo>
                  <a:lnTo>
                    <a:pt x="2343912" y="2332966"/>
                  </a:lnTo>
                  <a:lnTo>
                    <a:pt x="2267472" y="2355038"/>
                  </a:lnTo>
                  <a:lnTo>
                    <a:pt x="2184507" y="2375148"/>
                  </a:lnTo>
                  <a:lnTo>
                    <a:pt x="2094674" y="2393493"/>
                  </a:lnTo>
                  <a:lnTo>
                    <a:pt x="1997954" y="2410223"/>
                  </a:lnTo>
                  <a:lnTo>
                    <a:pt x="1894785" y="2425445"/>
                  </a:lnTo>
                  <a:lnTo>
                    <a:pt x="1786197" y="2439219"/>
                  </a:lnTo>
                  <a:lnTo>
                    <a:pt x="1673941" y="2451564"/>
                  </a:lnTo>
                  <a:lnTo>
                    <a:pt x="1560547" y="2462469"/>
                  </a:lnTo>
                  <a:lnTo>
                    <a:pt x="1449280" y="2471904"/>
                  </a:lnTo>
                  <a:lnTo>
                    <a:pt x="1343936" y="2479841"/>
                  </a:lnTo>
                  <a:lnTo>
                    <a:pt x="1248455" y="2486280"/>
                  </a:lnTo>
                  <a:lnTo>
                    <a:pt x="1166406" y="2491261"/>
                  </a:lnTo>
                  <a:lnTo>
                    <a:pt x="1100414" y="2494887"/>
                  </a:lnTo>
                  <a:lnTo>
                    <a:pt x="1051686" y="2497321"/>
                  </a:lnTo>
                  <a:lnTo>
                    <a:pt x="1019736" y="2498776"/>
                  </a:lnTo>
                  <a:lnTo>
                    <a:pt x="1002359" y="2499500"/>
                  </a:lnTo>
                  <a:lnTo>
                    <a:pt x="995796" y="2499752"/>
                  </a:lnTo>
                  <a:lnTo>
                    <a:pt x="994940" y="2499782"/>
                  </a:lnTo>
                  <a:lnTo>
                    <a:pt x="0" y="2499782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80" name="pl1779"/>
            <p:cNvSpPr/>
            <p:nvPr/>
          </p:nvSpPr>
          <p:spPr>
            <a:xfrm>
              <a:off x="1199187" y="3343360"/>
              <a:ext cx="12049831" cy="2499782"/>
            </a:xfrm>
            <a:custGeom>
              <a:avLst/>
              <a:pathLst>
                <a:path w="12049831" h="2499782">
                  <a:moveTo>
                    <a:pt x="0" y="2499782"/>
                  </a:moveTo>
                  <a:lnTo>
                    <a:pt x="994940" y="2499782"/>
                  </a:lnTo>
                  <a:lnTo>
                    <a:pt x="996041" y="2499743"/>
                  </a:lnTo>
                  <a:lnTo>
                    <a:pt x="1003316" y="2499462"/>
                  </a:lnTo>
                  <a:lnTo>
                    <a:pt x="1021765" y="2498688"/>
                  </a:lnTo>
                  <a:lnTo>
                    <a:pt x="1055029" y="2497161"/>
                  </a:lnTo>
                  <a:lnTo>
                    <a:pt x="1105177" y="2494637"/>
                  </a:lnTo>
                  <a:lnTo>
                    <a:pt x="1172551" y="2490906"/>
                  </a:lnTo>
                  <a:lnTo>
                    <a:pt x="1255815" y="2485808"/>
                  </a:lnTo>
                  <a:lnTo>
                    <a:pt x="1352247" y="2479248"/>
                  </a:lnTo>
                  <a:lnTo>
                    <a:pt x="1458226" y="2471187"/>
                  </a:lnTo>
                  <a:lnTo>
                    <a:pt x="1569804" y="2461630"/>
                  </a:lnTo>
                  <a:lnTo>
                    <a:pt x="1683219" y="2450607"/>
                  </a:lnTo>
                  <a:lnTo>
                    <a:pt x="1795259" y="2438144"/>
                  </a:lnTo>
                  <a:lnTo>
                    <a:pt x="1903458" y="2424253"/>
                  </a:lnTo>
                  <a:lnTo>
                    <a:pt x="2006129" y="2408910"/>
                  </a:lnTo>
                  <a:lnTo>
                    <a:pt x="2102293" y="2392052"/>
                  </a:lnTo>
                  <a:lnTo>
                    <a:pt x="2191558" y="2373570"/>
                  </a:lnTo>
                  <a:lnTo>
                    <a:pt x="2273973" y="2353307"/>
                  </a:lnTo>
                  <a:lnTo>
                    <a:pt x="2349900" y="2331064"/>
                  </a:lnTo>
                  <a:lnTo>
                    <a:pt x="2419908" y="2306604"/>
                  </a:lnTo>
                  <a:lnTo>
                    <a:pt x="2484686" y="2279659"/>
                  </a:lnTo>
                  <a:lnTo>
                    <a:pt x="2544977" y="2249947"/>
                  </a:lnTo>
                  <a:lnTo>
                    <a:pt x="2601539" y="2217196"/>
                  </a:lnTo>
                  <a:lnTo>
                    <a:pt x="2655095" y="2181187"/>
                  </a:lnTo>
                  <a:lnTo>
                    <a:pt x="2702183" y="2145166"/>
                  </a:lnTo>
                  <a:lnTo>
                    <a:pt x="2750881" y="2103486"/>
                  </a:lnTo>
                  <a:lnTo>
                    <a:pt x="2798281" y="2058496"/>
                  </a:lnTo>
                  <a:lnTo>
                    <a:pt x="2844765" y="2010132"/>
                  </a:lnTo>
                  <a:lnTo>
                    <a:pt x="2890636" y="1958392"/>
                  </a:lnTo>
                  <a:lnTo>
                    <a:pt x="2936128" y="1903345"/>
                  </a:lnTo>
                  <a:lnTo>
                    <a:pt x="2981419" y="1845141"/>
                  </a:lnTo>
                  <a:lnTo>
                    <a:pt x="3026637" y="1784009"/>
                  </a:lnTo>
                  <a:lnTo>
                    <a:pt x="3071866" y="1720261"/>
                  </a:lnTo>
                  <a:lnTo>
                    <a:pt x="3117152" y="1654288"/>
                  </a:lnTo>
                  <a:lnTo>
                    <a:pt x="3162513" y="1586548"/>
                  </a:lnTo>
                  <a:lnTo>
                    <a:pt x="3207939" y="1517561"/>
                  </a:lnTo>
                  <a:lnTo>
                    <a:pt x="3253406" y="1447888"/>
                  </a:lnTo>
                  <a:lnTo>
                    <a:pt x="3298880" y="1378114"/>
                  </a:lnTo>
                  <a:lnTo>
                    <a:pt x="3344323" y="1308828"/>
                  </a:lnTo>
                  <a:lnTo>
                    <a:pt x="3389708" y="1240600"/>
                  </a:lnTo>
                  <a:lnTo>
                    <a:pt x="3435020" y="1173967"/>
                  </a:lnTo>
                  <a:lnTo>
                    <a:pt x="3480265" y="1109409"/>
                  </a:lnTo>
                  <a:lnTo>
                    <a:pt x="3525479" y="1047343"/>
                  </a:lnTo>
                  <a:lnTo>
                    <a:pt x="3570733" y="988106"/>
                  </a:lnTo>
                  <a:lnTo>
                    <a:pt x="3616139" y="931958"/>
                  </a:lnTo>
                  <a:lnTo>
                    <a:pt x="3661857" y="879073"/>
                  </a:lnTo>
                  <a:lnTo>
                    <a:pt x="3708100" y="829549"/>
                  </a:lnTo>
                  <a:lnTo>
                    <a:pt x="3755148" y="783409"/>
                  </a:lnTo>
                  <a:lnTo>
                    <a:pt x="3803353" y="740607"/>
                  </a:lnTo>
                  <a:lnTo>
                    <a:pt x="3820202" y="726701"/>
                  </a:lnTo>
                  <a:lnTo>
                    <a:pt x="3871580" y="687604"/>
                  </a:lnTo>
                  <a:lnTo>
                    <a:pt x="3925357" y="651868"/>
                  </a:lnTo>
                  <a:lnTo>
                    <a:pt x="3982196" y="619375"/>
                  </a:lnTo>
                  <a:lnTo>
                    <a:pt x="4042827" y="589900"/>
                  </a:lnTo>
                  <a:lnTo>
                    <a:pt x="4108005" y="563169"/>
                  </a:lnTo>
                  <a:lnTo>
                    <a:pt x="4178473" y="538900"/>
                  </a:lnTo>
                  <a:lnTo>
                    <a:pt x="4254913" y="516828"/>
                  </a:lnTo>
                  <a:lnTo>
                    <a:pt x="4337878" y="496718"/>
                  </a:lnTo>
                  <a:lnTo>
                    <a:pt x="4427711" y="478374"/>
                  </a:lnTo>
                  <a:lnTo>
                    <a:pt x="4524431" y="461644"/>
                  </a:lnTo>
                  <a:lnTo>
                    <a:pt x="4627600" y="446422"/>
                  </a:lnTo>
                  <a:lnTo>
                    <a:pt x="4736188" y="432648"/>
                  </a:lnTo>
                  <a:lnTo>
                    <a:pt x="4848444" y="420302"/>
                  </a:lnTo>
                  <a:lnTo>
                    <a:pt x="4961838" y="409398"/>
                  </a:lnTo>
                  <a:lnTo>
                    <a:pt x="5073105" y="399963"/>
                  </a:lnTo>
                  <a:lnTo>
                    <a:pt x="5178449" y="392025"/>
                  </a:lnTo>
                  <a:lnTo>
                    <a:pt x="5273930" y="385587"/>
                  </a:lnTo>
                  <a:lnTo>
                    <a:pt x="5355979" y="380606"/>
                  </a:lnTo>
                  <a:lnTo>
                    <a:pt x="5421971" y="376980"/>
                  </a:lnTo>
                  <a:lnTo>
                    <a:pt x="5470699" y="374546"/>
                  </a:lnTo>
                  <a:lnTo>
                    <a:pt x="5502649" y="373090"/>
                  </a:lnTo>
                  <a:lnTo>
                    <a:pt x="5520026" y="372366"/>
                  </a:lnTo>
                  <a:lnTo>
                    <a:pt x="5526589" y="372115"/>
                  </a:lnTo>
                  <a:lnTo>
                    <a:pt x="5527445" y="372085"/>
                  </a:lnTo>
                  <a:lnTo>
                    <a:pt x="6522385" y="372085"/>
                  </a:lnTo>
                  <a:lnTo>
                    <a:pt x="6523521" y="372077"/>
                  </a:lnTo>
                  <a:lnTo>
                    <a:pt x="6531013" y="372027"/>
                  </a:lnTo>
                  <a:lnTo>
                    <a:pt x="6550000" y="371887"/>
                  </a:lnTo>
                  <a:lnTo>
                    <a:pt x="6584196" y="371612"/>
                  </a:lnTo>
                  <a:lnTo>
                    <a:pt x="6635671" y="371157"/>
                  </a:lnTo>
                  <a:lnTo>
                    <a:pt x="6704696" y="370484"/>
                  </a:lnTo>
                  <a:lnTo>
                    <a:pt x="6789802" y="369567"/>
                  </a:lnTo>
                  <a:lnTo>
                    <a:pt x="6888103" y="368388"/>
                  </a:lnTo>
                  <a:lnTo>
                    <a:pt x="6995823" y="366940"/>
                  </a:lnTo>
                  <a:lnTo>
                    <a:pt x="7108887" y="365226"/>
                  </a:lnTo>
                  <a:lnTo>
                    <a:pt x="7223459" y="363251"/>
                  </a:lnTo>
                  <a:lnTo>
                    <a:pt x="7336305" y="361019"/>
                  </a:lnTo>
                  <a:lnTo>
                    <a:pt x="7444977" y="358532"/>
                  </a:lnTo>
                  <a:lnTo>
                    <a:pt x="7547834" y="355785"/>
                  </a:lnTo>
                  <a:lnTo>
                    <a:pt x="7643961" y="352766"/>
                  </a:lnTo>
                  <a:lnTo>
                    <a:pt x="7733028" y="349452"/>
                  </a:lnTo>
                  <a:lnTo>
                    <a:pt x="7815145" y="345816"/>
                  </a:lnTo>
                  <a:lnTo>
                    <a:pt x="7890731" y="341819"/>
                  </a:lnTo>
                  <a:lnTo>
                    <a:pt x="7960398" y="337417"/>
                  </a:lnTo>
                  <a:lnTo>
                    <a:pt x="8024872" y="332563"/>
                  </a:lnTo>
                  <a:lnTo>
                    <a:pt x="8084927" y="327204"/>
                  </a:lnTo>
                  <a:lnTo>
                    <a:pt x="8141338" y="321293"/>
                  </a:lnTo>
                  <a:lnTo>
                    <a:pt x="8194842" y="314794"/>
                  </a:lnTo>
                  <a:lnTo>
                    <a:pt x="8229629" y="310070"/>
                  </a:lnTo>
                  <a:lnTo>
                    <a:pt x="8290560" y="300824"/>
                  </a:lnTo>
                  <a:lnTo>
                    <a:pt x="8349604" y="290660"/>
                  </a:lnTo>
                  <a:lnTo>
                    <a:pt x="8407457" y="279564"/>
                  </a:lnTo>
                  <a:lnTo>
                    <a:pt x="8464631" y="267550"/>
                  </a:lnTo>
                  <a:lnTo>
                    <a:pt x="8521489" y="254668"/>
                  </a:lnTo>
                  <a:lnTo>
                    <a:pt x="8578273" y="241002"/>
                  </a:lnTo>
                  <a:lnTo>
                    <a:pt x="8635117" y="226669"/>
                  </a:lnTo>
                  <a:lnTo>
                    <a:pt x="8692075" y="211823"/>
                  </a:lnTo>
                  <a:lnTo>
                    <a:pt x="8749133" y="196640"/>
                  </a:lnTo>
                  <a:lnTo>
                    <a:pt x="8806240" y="181316"/>
                  </a:lnTo>
                  <a:lnTo>
                    <a:pt x="8863324" y="166056"/>
                  </a:lnTo>
                  <a:lnTo>
                    <a:pt x="8920324" y="151058"/>
                  </a:lnTo>
                  <a:lnTo>
                    <a:pt x="8977210" y="136509"/>
                  </a:lnTo>
                  <a:lnTo>
                    <a:pt x="9034006" y="122571"/>
                  </a:lnTo>
                  <a:lnTo>
                    <a:pt x="9090813" y="109376"/>
                  </a:lnTo>
                  <a:lnTo>
                    <a:pt x="9147830" y="97022"/>
                  </a:lnTo>
                  <a:lnTo>
                    <a:pt x="9205371" y="85570"/>
                  </a:lnTo>
                  <a:lnTo>
                    <a:pt x="9263887" y="75048"/>
                  </a:lnTo>
                  <a:lnTo>
                    <a:pt x="9323998" y="65454"/>
                  </a:lnTo>
                  <a:lnTo>
                    <a:pt x="9347647" y="62014"/>
                  </a:lnTo>
                  <a:lnTo>
                    <a:pt x="9399566" y="55109"/>
                  </a:lnTo>
                  <a:lnTo>
                    <a:pt x="9453939" y="48805"/>
                  </a:lnTo>
                  <a:lnTo>
                    <a:pt x="9511452" y="43078"/>
                  </a:lnTo>
                  <a:lnTo>
                    <a:pt x="9572858" y="37889"/>
                  </a:lnTo>
                  <a:lnTo>
                    <a:pt x="9638938" y="33187"/>
                  </a:lnTo>
                  <a:lnTo>
                    <a:pt x="9710456" y="28923"/>
                  </a:lnTo>
                  <a:lnTo>
                    <a:pt x="9788107" y="25048"/>
                  </a:lnTo>
                  <a:lnTo>
                    <a:pt x="9872452" y="21520"/>
                  </a:lnTo>
                  <a:lnTo>
                    <a:pt x="9963822" y="18305"/>
                  </a:lnTo>
                  <a:lnTo>
                    <a:pt x="10062200" y="15376"/>
                  </a:lnTo>
                  <a:lnTo>
                    <a:pt x="10167082" y="12714"/>
                  </a:lnTo>
                  <a:lnTo>
                    <a:pt x="10277331" y="10311"/>
                  </a:lnTo>
                  <a:lnTo>
                    <a:pt x="10391046" y="8162"/>
                  </a:lnTo>
                  <a:lnTo>
                    <a:pt x="10505518" y="6271"/>
                  </a:lnTo>
                  <a:lnTo>
                    <a:pt x="10617285" y="4643"/>
                  </a:lnTo>
                  <a:lnTo>
                    <a:pt x="10722385" y="3283"/>
                  </a:lnTo>
                  <a:lnTo>
                    <a:pt x="10816776" y="2190"/>
                  </a:lnTo>
                  <a:lnTo>
                    <a:pt x="10896907" y="1355"/>
                  </a:lnTo>
                  <a:lnTo>
                    <a:pt x="10960303" y="757"/>
                  </a:lnTo>
                  <a:lnTo>
                    <a:pt x="11006038" y="365"/>
                  </a:lnTo>
                  <a:lnTo>
                    <a:pt x="11034974" y="139"/>
                  </a:lnTo>
                  <a:lnTo>
                    <a:pt x="11049741" y="33"/>
                  </a:lnTo>
                  <a:lnTo>
                    <a:pt x="11054536" y="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1" name="pl1780"/>
            <p:cNvSpPr/>
            <p:nvPr/>
          </p:nvSpPr>
          <p:spPr>
            <a:xfrm>
              <a:off x="1199187" y="3338119"/>
              <a:ext cx="12049831" cy="2499782"/>
            </a:xfrm>
            <a:custGeom>
              <a:avLst/>
              <a:pathLst>
                <a:path w="12049831" h="2499782">
                  <a:moveTo>
                    <a:pt x="12049831" y="0"/>
                  </a:moveTo>
                  <a:lnTo>
                    <a:pt x="11054891" y="0"/>
                  </a:lnTo>
                  <a:lnTo>
                    <a:pt x="11053756" y="7"/>
                  </a:lnTo>
                  <a:lnTo>
                    <a:pt x="11046263" y="57"/>
                  </a:lnTo>
                  <a:lnTo>
                    <a:pt x="11027276" y="197"/>
                  </a:lnTo>
                  <a:lnTo>
                    <a:pt x="10993080" y="472"/>
                  </a:lnTo>
                  <a:lnTo>
                    <a:pt x="10941605" y="927"/>
                  </a:lnTo>
                  <a:lnTo>
                    <a:pt x="10872581" y="1600"/>
                  </a:lnTo>
                  <a:lnTo>
                    <a:pt x="10787475" y="2517"/>
                  </a:lnTo>
                  <a:lnTo>
                    <a:pt x="10689173" y="3696"/>
                  </a:lnTo>
                  <a:lnTo>
                    <a:pt x="10581454" y="5144"/>
                  </a:lnTo>
                  <a:lnTo>
                    <a:pt x="10468389" y="6858"/>
                  </a:lnTo>
                  <a:lnTo>
                    <a:pt x="10353817" y="8833"/>
                  </a:lnTo>
                  <a:lnTo>
                    <a:pt x="10240972" y="11065"/>
                  </a:lnTo>
                  <a:lnTo>
                    <a:pt x="10132300" y="13552"/>
                  </a:lnTo>
                  <a:lnTo>
                    <a:pt x="10029442" y="16299"/>
                  </a:lnTo>
                  <a:lnTo>
                    <a:pt x="9933316" y="19318"/>
                  </a:lnTo>
                  <a:lnTo>
                    <a:pt x="9844249" y="22632"/>
                  </a:lnTo>
                  <a:lnTo>
                    <a:pt x="9762131" y="26269"/>
                  </a:lnTo>
                  <a:lnTo>
                    <a:pt x="9686545" y="30265"/>
                  </a:lnTo>
                  <a:lnTo>
                    <a:pt x="9616878" y="34667"/>
                  </a:lnTo>
                  <a:lnTo>
                    <a:pt x="9552404" y="39521"/>
                  </a:lnTo>
                  <a:lnTo>
                    <a:pt x="9492350" y="44880"/>
                  </a:lnTo>
                  <a:lnTo>
                    <a:pt x="9435938" y="50791"/>
                  </a:lnTo>
                  <a:lnTo>
                    <a:pt x="9382435" y="57290"/>
                  </a:lnTo>
                  <a:lnTo>
                    <a:pt x="9347647" y="62014"/>
                  </a:lnTo>
                  <a:lnTo>
                    <a:pt x="9286716" y="71260"/>
                  </a:lnTo>
                  <a:lnTo>
                    <a:pt x="9227672" y="81424"/>
                  </a:lnTo>
                  <a:lnTo>
                    <a:pt x="9169819" y="92520"/>
                  </a:lnTo>
                  <a:lnTo>
                    <a:pt x="9112646" y="104534"/>
                  </a:lnTo>
                  <a:lnTo>
                    <a:pt x="9055787" y="117416"/>
                  </a:lnTo>
                  <a:lnTo>
                    <a:pt x="8999004" y="131082"/>
                  </a:lnTo>
                  <a:lnTo>
                    <a:pt x="8942159" y="145415"/>
                  </a:lnTo>
                  <a:lnTo>
                    <a:pt x="8885202" y="160261"/>
                  </a:lnTo>
                  <a:lnTo>
                    <a:pt x="8828143" y="175444"/>
                  </a:lnTo>
                  <a:lnTo>
                    <a:pt x="8771037" y="190768"/>
                  </a:lnTo>
                  <a:lnTo>
                    <a:pt x="8713952" y="206028"/>
                  </a:lnTo>
                  <a:lnTo>
                    <a:pt x="8656952" y="221026"/>
                  </a:lnTo>
                  <a:lnTo>
                    <a:pt x="8600066" y="235575"/>
                  </a:lnTo>
                  <a:lnTo>
                    <a:pt x="8543271" y="249513"/>
                  </a:lnTo>
                  <a:lnTo>
                    <a:pt x="8486463" y="262708"/>
                  </a:lnTo>
                  <a:lnTo>
                    <a:pt x="8429446" y="275062"/>
                  </a:lnTo>
                  <a:lnTo>
                    <a:pt x="8371906" y="286514"/>
                  </a:lnTo>
                  <a:lnTo>
                    <a:pt x="8313390" y="297036"/>
                  </a:lnTo>
                  <a:lnTo>
                    <a:pt x="8253278" y="306630"/>
                  </a:lnTo>
                  <a:lnTo>
                    <a:pt x="8229629" y="310070"/>
                  </a:lnTo>
                  <a:lnTo>
                    <a:pt x="8177711" y="316975"/>
                  </a:lnTo>
                  <a:lnTo>
                    <a:pt x="8123338" y="323279"/>
                  </a:lnTo>
                  <a:lnTo>
                    <a:pt x="8065825" y="329006"/>
                  </a:lnTo>
                  <a:lnTo>
                    <a:pt x="8004418" y="334195"/>
                  </a:lnTo>
                  <a:lnTo>
                    <a:pt x="7938338" y="338897"/>
                  </a:lnTo>
                  <a:lnTo>
                    <a:pt x="7866821" y="343161"/>
                  </a:lnTo>
                  <a:lnTo>
                    <a:pt x="7789170" y="347036"/>
                  </a:lnTo>
                  <a:lnTo>
                    <a:pt x="7704825" y="350564"/>
                  </a:lnTo>
                  <a:lnTo>
                    <a:pt x="7613455" y="353779"/>
                  </a:lnTo>
                  <a:lnTo>
                    <a:pt x="7515076" y="356708"/>
                  </a:lnTo>
                  <a:lnTo>
                    <a:pt x="7410194" y="359370"/>
                  </a:lnTo>
                  <a:lnTo>
                    <a:pt x="7299946" y="361773"/>
                  </a:lnTo>
                  <a:lnTo>
                    <a:pt x="7186230" y="363922"/>
                  </a:lnTo>
                  <a:lnTo>
                    <a:pt x="7071759" y="365813"/>
                  </a:lnTo>
                  <a:lnTo>
                    <a:pt x="6959992" y="367441"/>
                  </a:lnTo>
                  <a:lnTo>
                    <a:pt x="6854892" y="368801"/>
                  </a:lnTo>
                  <a:lnTo>
                    <a:pt x="6760500" y="369894"/>
                  </a:lnTo>
                  <a:lnTo>
                    <a:pt x="6680369" y="370729"/>
                  </a:lnTo>
                  <a:lnTo>
                    <a:pt x="6616974" y="371327"/>
                  </a:lnTo>
                  <a:lnTo>
                    <a:pt x="6571239" y="371719"/>
                  </a:lnTo>
                  <a:lnTo>
                    <a:pt x="6542303" y="371945"/>
                  </a:lnTo>
                  <a:lnTo>
                    <a:pt x="6527536" y="372051"/>
                  </a:lnTo>
                  <a:lnTo>
                    <a:pt x="6522740" y="372082"/>
                  </a:lnTo>
                  <a:lnTo>
                    <a:pt x="6522385" y="372085"/>
                  </a:lnTo>
                  <a:lnTo>
                    <a:pt x="5527445" y="372085"/>
                  </a:lnTo>
                  <a:lnTo>
                    <a:pt x="5526344" y="372124"/>
                  </a:lnTo>
                  <a:lnTo>
                    <a:pt x="5519069" y="372404"/>
                  </a:lnTo>
                  <a:lnTo>
                    <a:pt x="5500620" y="373179"/>
                  </a:lnTo>
                  <a:lnTo>
                    <a:pt x="5467356" y="374705"/>
                  </a:lnTo>
                  <a:lnTo>
                    <a:pt x="5417208" y="377229"/>
                  </a:lnTo>
                  <a:lnTo>
                    <a:pt x="5349834" y="380961"/>
                  </a:lnTo>
                  <a:lnTo>
                    <a:pt x="5266570" y="386059"/>
                  </a:lnTo>
                  <a:lnTo>
                    <a:pt x="5170138" y="392619"/>
                  </a:lnTo>
                  <a:lnTo>
                    <a:pt x="5064159" y="400680"/>
                  </a:lnTo>
                  <a:lnTo>
                    <a:pt x="4952581" y="410236"/>
                  </a:lnTo>
                  <a:lnTo>
                    <a:pt x="4839166" y="421260"/>
                  </a:lnTo>
                  <a:lnTo>
                    <a:pt x="4727126" y="433722"/>
                  </a:lnTo>
                  <a:lnTo>
                    <a:pt x="4618927" y="447614"/>
                  </a:lnTo>
                  <a:lnTo>
                    <a:pt x="4516256" y="462956"/>
                  </a:lnTo>
                  <a:lnTo>
                    <a:pt x="4420091" y="479814"/>
                  </a:lnTo>
                  <a:lnTo>
                    <a:pt x="4330827" y="498297"/>
                  </a:lnTo>
                  <a:lnTo>
                    <a:pt x="4248412" y="518560"/>
                  </a:lnTo>
                  <a:lnTo>
                    <a:pt x="4172485" y="540802"/>
                  </a:lnTo>
                  <a:lnTo>
                    <a:pt x="4102477" y="565262"/>
                  </a:lnTo>
                  <a:lnTo>
                    <a:pt x="4037699" y="592207"/>
                  </a:lnTo>
                  <a:lnTo>
                    <a:pt x="3977408" y="621920"/>
                  </a:lnTo>
                  <a:lnTo>
                    <a:pt x="3920846" y="654671"/>
                  </a:lnTo>
                  <a:lnTo>
                    <a:pt x="3867290" y="690680"/>
                  </a:lnTo>
                  <a:lnTo>
                    <a:pt x="3820202" y="726701"/>
                  </a:lnTo>
                  <a:lnTo>
                    <a:pt x="3771504" y="768381"/>
                  </a:lnTo>
                  <a:lnTo>
                    <a:pt x="3724104" y="813370"/>
                  </a:lnTo>
                  <a:lnTo>
                    <a:pt x="3677620" y="861734"/>
                  </a:lnTo>
                  <a:lnTo>
                    <a:pt x="3631749" y="913475"/>
                  </a:lnTo>
                  <a:lnTo>
                    <a:pt x="3586257" y="968522"/>
                  </a:lnTo>
                  <a:lnTo>
                    <a:pt x="3540966" y="1026726"/>
                  </a:lnTo>
                  <a:lnTo>
                    <a:pt x="3495748" y="1087857"/>
                  </a:lnTo>
                  <a:lnTo>
                    <a:pt x="3450519" y="1151605"/>
                  </a:lnTo>
                  <a:lnTo>
                    <a:pt x="3405233" y="1217579"/>
                  </a:lnTo>
                  <a:lnTo>
                    <a:pt x="3359872" y="1285318"/>
                  </a:lnTo>
                  <a:lnTo>
                    <a:pt x="3314446" y="1354305"/>
                  </a:lnTo>
                  <a:lnTo>
                    <a:pt x="3268979" y="1423978"/>
                  </a:lnTo>
                  <a:lnTo>
                    <a:pt x="3223505" y="1493752"/>
                  </a:lnTo>
                  <a:lnTo>
                    <a:pt x="3178062" y="1563039"/>
                  </a:lnTo>
                  <a:lnTo>
                    <a:pt x="3132677" y="1631266"/>
                  </a:lnTo>
                  <a:lnTo>
                    <a:pt x="3087365" y="1697900"/>
                  </a:lnTo>
                  <a:lnTo>
                    <a:pt x="3042120" y="1762457"/>
                  </a:lnTo>
                  <a:lnTo>
                    <a:pt x="2996906" y="1824524"/>
                  </a:lnTo>
                  <a:lnTo>
                    <a:pt x="2951652" y="1883760"/>
                  </a:lnTo>
                  <a:lnTo>
                    <a:pt x="2906246" y="1939909"/>
                  </a:lnTo>
                  <a:lnTo>
                    <a:pt x="2860528" y="1992793"/>
                  </a:lnTo>
                  <a:lnTo>
                    <a:pt x="2814285" y="2042317"/>
                  </a:lnTo>
                  <a:lnTo>
                    <a:pt x="2767237" y="2088458"/>
                  </a:lnTo>
                  <a:lnTo>
                    <a:pt x="2719032" y="2131260"/>
                  </a:lnTo>
                  <a:lnTo>
                    <a:pt x="2702183" y="2145166"/>
                  </a:lnTo>
                  <a:lnTo>
                    <a:pt x="2650805" y="2184263"/>
                  </a:lnTo>
                  <a:lnTo>
                    <a:pt x="2597028" y="2219999"/>
                  </a:lnTo>
                  <a:lnTo>
                    <a:pt x="2540189" y="2252491"/>
                  </a:lnTo>
                  <a:lnTo>
                    <a:pt x="2479558" y="2281967"/>
                  </a:lnTo>
                  <a:lnTo>
                    <a:pt x="2414380" y="2308698"/>
                  </a:lnTo>
                  <a:lnTo>
                    <a:pt x="2343912" y="2332966"/>
                  </a:lnTo>
                  <a:lnTo>
                    <a:pt x="2267472" y="2355038"/>
                  </a:lnTo>
                  <a:lnTo>
                    <a:pt x="2184507" y="2375148"/>
                  </a:lnTo>
                  <a:lnTo>
                    <a:pt x="2094674" y="2393493"/>
                  </a:lnTo>
                  <a:lnTo>
                    <a:pt x="1997954" y="2410223"/>
                  </a:lnTo>
                  <a:lnTo>
                    <a:pt x="1894785" y="2425445"/>
                  </a:lnTo>
                  <a:lnTo>
                    <a:pt x="1786197" y="2439219"/>
                  </a:lnTo>
                  <a:lnTo>
                    <a:pt x="1673941" y="2451564"/>
                  </a:lnTo>
                  <a:lnTo>
                    <a:pt x="1560547" y="2462469"/>
                  </a:lnTo>
                  <a:lnTo>
                    <a:pt x="1449280" y="2471904"/>
                  </a:lnTo>
                  <a:lnTo>
                    <a:pt x="1343936" y="2479841"/>
                  </a:lnTo>
                  <a:lnTo>
                    <a:pt x="1248455" y="2486280"/>
                  </a:lnTo>
                  <a:lnTo>
                    <a:pt x="1166406" y="2491261"/>
                  </a:lnTo>
                  <a:lnTo>
                    <a:pt x="1100414" y="2494887"/>
                  </a:lnTo>
                  <a:lnTo>
                    <a:pt x="1051686" y="2497321"/>
                  </a:lnTo>
                  <a:lnTo>
                    <a:pt x="1019736" y="2498776"/>
                  </a:lnTo>
                  <a:lnTo>
                    <a:pt x="1002359" y="2499500"/>
                  </a:lnTo>
                  <a:lnTo>
                    <a:pt x="995796" y="2499752"/>
                  </a:lnTo>
                  <a:lnTo>
                    <a:pt x="994940" y="2499782"/>
                  </a:lnTo>
                  <a:lnTo>
                    <a:pt x="0" y="2499782"/>
                  </a:lnTo>
                  <a:lnTo>
                    <a:pt x="0" y="24997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2" name="pg1781"/>
            <p:cNvSpPr/>
            <p:nvPr/>
          </p:nvSpPr>
          <p:spPr>
            <a:xfrm>
              <a:off x="1199187" y="2704002"/>
              <a:ext cx="12049831" cy="3091974"/>
            </a:xfrm>
            <a:custGeom>
              <a:avLst/>
              <a:pathLst>
                <a:path w="12049831" h="3091974">
                  <a:moveTo>
                    <a:pt x="0" y="3091974"/>
                  </a:moveTo>
                  <a:lnTo>
                    <a:pt x="994940" y="3091974"/>
                  </a:lnTo>
                  <a:lnTo>
                    <a:pt x="996006" y="3091918"/>
                  </a:lnTo>
                  <a:lnTo>
                    <a:pt x="1003049" y="3091525"/>
                  </a:lnTo>
                  <a:lnTo>
                    <a:pt x="1020928" y="3090439"/>
                  </a:lnTo>
                  <a:lnTo>
                    <a:pt x="1053202" y="3088298"/>
                  </a:lnTo>
                  <a:lnTo>
                    <a:pt x="1101935" y="3084757"/>
                  </a:lnTo>
                  <a:lnTo>
                    <a:pt x="1167544" y="3079517"/>
                  </a:lnTo>
                  <a:lnTo>
                    <a:pt x="1248828" y="3072351"/>
                  </a:lnTo>
                  <a:lnTo>
                    <a:pt x="1343235" y="3063117"/>
                  </a:lnTo>
                  <a:lnTo>
                    <a:pt x="1447315" y="3051757"/>
                  </a:lnTo>
                  <a:lnTo>
                    <a:pt x="1557256" y="3038272"/>
                  </a:lnTo>
                  <a:lnTo>
                    <a:pt x="1669378" y="3022700"/>
                  </a:lnTo>
                  <a:lnTo>
                    <a:pt x="1780502" y="3005082"/>
                  </a:lnTo>
                  <a:lnTo>
                    <a:pt x="1888146" y="2985439"/>
                  </a:lnTo>
                  <a:lnTo>
                    <a:pt x="1990574" y="2963745"/>
                  </a:lnTo>
                  <a:lnTo>
                    <a:pt x="2086747" y="2939919"/>
                  </a:lnTo>
                  <a:lnTo>
                    <a:pt x="2176202" y="2913819"/>
                  </a:lnTo>
                  <a:lnTo>
                    <a:pt x="2258923" y="2885237"/>
                  </a:lnTo>
                  <a:lnTo>
                    <a:pt x="2335215" y="2853905"/>
                  </a:lnTo>
                  <a:lnTo>
                    <a:pt x="2405595" y="2819498"/>
                  </a:lnTo>
                  <a:lnTo>
                    <a:pt x="2470711" y="2781649"/>
                  </a:lnTo>
                  <a:lnTo>
                    <a:pt x="2531276" y="2739962"/>
                  </a:lnTo>
                  <a:lnTo>
                    <a:pt x="2588022" y="2694051"/>
                  </a:lnTo>
                  <a:lnTo>
                    <a:pt x="2641662" y="2643582"/>
                  </a:lnTo>
                  <a:lnTo>
                    <a:pt x="2692850" y="2588358"/>
                  </a:lnTo>
                  <a:lnTo>
                    <a:pt x="2702183" y="2577518"/>
                  </a:lnTo>
                  <a:lnTo>
                    <a:pt x="2745027" y="2524671"/>
                  </a:lnTo>
                  <a:lnTo>
                    <a:pt x="2786831" y="2468134"/>
                  </a:lnTo>
                  <a:lnTo>
                    <a:pt x="2827863" y="2407831"/>
                  </a:lnTo>
                  <a:lnTo>
                    <a:pt x="2868345" y="2343741"/>
                  </a:lnTo>
                  <a:lnTo>
                    <a:pt x="2908453" y="2275901"/>
                  </a:lnTo>
                  <a:lnTo>
                    <a:pt x="2948329" y="2204416"/>
                  </a:lnTo>
                  <a:lnTo>
                    <a:pt x="2988081" y="2129456"/>
                  </a:lnTo>
                  <a:lnTo>
                    <a:pt x="3027788" y="2051264"/>
                  </a:lnTo>
                  <a:lnTo>
                    <a:pt x="3067506" y="1970154"/>
                  </a:lnTo>
                  <a:lnTo>
                    <a:pt x="3107266" y="1886506"/>
                  </a:lnTo>
                  <a:lnTo>
                    <a:pt x="3147083" y="1800763"/>
                  </a:lnTo>
                  <a:lnTo>
                    <a:pt x="3186955" y="1713420"/>
                  </a:lnTo>
                  <a:lnTo>
                    <a:pt x="3226868" y="1625014"/>
                  </a:lnTo>
                  <a:lnTo>
                    <a:pt x="3266802" y="1536111"/>
                  </a:lnTo>
                  <a:lnTo>
                    <a:pt x="3306733" y="1447289"/>
                  </a:lnTo>
                  <a:lnTo>
                    <a:pt x="3346636" y="1359125"/>
                  </a:lnTo>
                  <a:lnTo>
                    <a:pt x="3386494" y="1272179"/>
                  </a:lnTo>
                  <a:lnTo>
                    <a:pt x="3426294" y="1186977"/>
                  </a:lnTo>
                  <a:lnTo>
                    <a:pt x="3466040" y="1104000"/>
                  </a:lnTo>
                  <a:lnTo>
                    <a:pt x="3505751" y="1023674"/>
                  </a:lnTo>
                  <a:lnTo>
                    <a:pt x="3545464" y="946362"/>
                  </a:lnTo>
                  <a:lnTo>
                    <a:pt x="3585241" y="872356"/>
                  </a:lnTo>
                  <a:lnTo>
                    <a:pt x="3625170" y="801880"/>
                  </a:lnTo>
                  <a:lnTo>
                    <a:pt x="3665368" y="735087"/>
                  </a:lnTo>
                  <a:lnTo>
                    <a:pt x="3705985" y="672059"/>
                  </a:lnTo>
                  <a:lnTo>
                    <a:pt x="3747210" y="612819"/>
                  </a:lnTo>
                  <a:lnTo>
                    <a:pt x="3789276" y="557328"/>
                  </a:lnTo>
                  <a:lnTo>
                    <a:pt x="3820202" y="519696"/>
                  </a:lnTo>
                  <a:lnTo>
                    <a:pt x="3870997" y="463580"/>
                  </a:lnTo>
                  <a:lnTo>
                    <a:pt x="3924132" y="412232"/>
                  </a:lnTo>
                  <a:lnTo>
                    <a:pt x="3980245" y="365492"/>
                  </a:lnTo>
                  <a:lnTo>
                    <a:pt x="4040042" y="323046"/>
                  </a:lnTo>
                  <a:lnTo>
                    <a:pt x="4104253" y="284510"/>
                  </a:lnTo>
                  <a:lnTo>
                    <a:pt x="4173598" y="249489"/>
                  </a:lnTo>
                  <a:lnTo>
                    <a:pt x="4248742" y="217609"/>
                  </a:lnTo>
                  <a:lnTo>
                    <a:pt x="4330232" y="188536"/>
                  </a:lnTo>
                  <a:lnTo>
                    <a:pt x="4418419" y="161990"/>
                  </a:lnTo>
                  <a:lnTo>
                    <a:pt x="4513358" y="137753"/>
                  </a:lnTo>
                  <a:lnTo>
                    <a:pt x="4614678" y="115668"/>
                  </a:lnTo>
                  <a:lnTo>
                    <a:pt x="4721457" y="95645"/>
                  </a:lnTo>
                  <a:lnTo>
                    <a:pt x="4832097" y="77649"/>
                  </a:lnTo>
                  <a:lnTo>
                    <a:pt x="4944256" y="61693"/>
                  </a:lnTo>
                  <a:lnTo>
                    <a:pt x="5054872" y="47815"/>
                  </a:lnTo>
                  <a:lnTo>
                    <a:pt x="5160338" y="36055"/>
                  </a:lnTo>
                  <a:lnTo>
                    <a:pt x="5256832" y="26427"/>
                  </a:lnTo>
                  <a:lnTo>
                    <a:pt x="5340794" y="18883"/>
                  </a:lnTo>
                  <a:lnTo>
                    <a:pt x="5409466" y="13298"/>
                  </a:lnTo>
                  <a:lnTo>
                    <a:pt x="5461369" y="9461"/>
                  </a:lnTo>
                  <a:lnTo>
                    <a:pt x="5496608" y="7084"/>
                  </a:lnTo>
                  <a:lnTo>
                    <a:pt x="5516946" y="5828"/>
                  </a:lnTo>
                  <a:lnTo>
                    <a:pt x="5525681" y="533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63" y="5291"/>
                  </a:lnTo>
                  <a:lnTo>
                    <a:pt x="6530578" y="5653"/>
                  </a:lnTo>
                  <a:lnTo>
                    <a:pt x="6548636" y="6654"/>
                  </a:lnTo>
                  <a:lnTo>
                    <a:pt x="6581221" y="8627"/>
                  </a:lnTo>
                  <a:lnTo>
                    <a:pt x="6630398" y="11890"/>
                  </a:lnTo>
                  <a:lnTo>
                    <a:pt x="6696562" y="16717"/>
                  </a:lnTo>
                  <a:lnTo>
                    <a:pt x="6778469" y="23316"/>
                  </a:lnTo>
                  <a:lnTo>
                    <a:pt x="6873516" y="31816"/>
                  </a:lnTo>
                  <a:lnTo>
                    <a:pt x="6978197" y="42269"/>
                  </a:lnTo>
                  <a:lnTo>
                    <a:pt x="7088658" y="54672"/>
                  </a:lnTo>
                  <a:lnTo>
                    <a:pt x="7201193" y="68990"/>
                  </a:lnTo>
                  <a:lnTo>
                    <a:pt x="7312611" y="85184"/>
                  </a:lnTo>
                  <a:lnTo>
                    <a:pt x="7420435" y="103239"/>
                  </a:lnTo>
                  <a:lnTo>
                    <a:pt x="7522945" y="123179"/>
                  </a:lnTo>
                  <a:lnTo>
                    <a:pt x="7619119" y="145082"/>
                  </a:lnTo>
                  <a:lnTo>
                    <a:pt x="7708516" y="169081"/>
                  </a:lnTo>
                  <a:lnTo>
                    <a:pt x="7791142" y="195372"/>
                  </a:lnTo>
                  <a:lnTo>
                    <a:pt x="7867320" y="224205"/>
                  </a:lnTo>
                  <a:lnTo>
                    <a:pt x="7937582" y="255881"/>
                  </a:lnTo>
                  <a:lnTo>
                    <a:pt x="8002590" y="290742"/>
                  </a:lnTo>
                  <a:lnTo>
                    <a:pt x="8063067" y="329152"/>
                  </a:lnTo>
                  <a:lnTo>
                    <a:pt x="8119753" y="371467"/>
                  </a:lnTo>
                  <a:lnTo>
                    <a:pt x="8173363" y="417986"/>
                  </a:lnTo>
                  <a:lnTo>
                    <a:pt x="8224555" y="468877"/>
                  </a:lnTo>
                  <a:lnTo>
                    <a:pt x="8229629" y="474277"/>
                  </a:lnTo>
                  <a:lnTo>
                    <a:pt x="8273974" y="524231"/>
                  </a:lnTo>
                  <a:lnTo>
                    <a:pt x="8317214" y="577796"/>
                  </a:lnTo>
                  <a:lnTo>
                    <a:pt x="8359646" y="635046"/>
                  </a:lnTo>
                  <a:lnTo>
                    <a:pt x="8401509" y="695996"/>
                  </a:lnTo>
                  <a:lnTo>
                    <a:pt x="8442995" y="760602"/>
                  </a:lnTo>
                  <a:lnTo>
                    <a:pt x="8484255" y="828746"/>
                  </a:lnTo>
                  <a:lnTo>
                    <a:pt x="8525402" y="900243"/>
                  </a:lnTo>
                  <a:lnTo>
                    <a:pt x="8566518" y="974828"/>
                  </a:lnTo>
                  <a:lnTo>
                    <a:pt x="8607657" y="1052167"/>
                  </a:lnTo>
                  <a:lnTo>
                    <a:pt x="8648849" y="1131854"/>
                  </a:lnTo>
                  <a:lnTo>
                    <a:pt x="8690102" y="1213423"/>
                  </a:lnTo>
                  <a:lnTo>
                    <a:pt x="8731410" y="1296355"/>
                  </a:lnTo>
                  <a:lnTo>
                    <a:pt x="8772753" y="1380093"/>
                  </a:lnTo>
                  <a:lnTo>
                    <a:pt x="8814107" y="1464057"/>
                  </a:lnTo>
                  <a:lnTo>
                    <a:pt x="8855445" y="1547659"/>
                  </a:lnTo>
                  <a:lnTo>
                    <a:pt x="8896741" y="1630324"/>
                  </a:lnTo>
                  <a:lnTo>
                    <a:pt x="8937980" y="1711501"/>
                  </a:lnTo>
                  <a:lnTo>
                    <a:pt x="8979158" y="1790684"/>
                  </a:lnTo>
                  <a:lnTo>
                    <a:pt x="9020289" y="1867418"/>
                  </a:lnTo>
                  <a:lnTo>
                    <a:pt x="9061406" y="1941315"/>
                  </a:lnTo>
                  <a:lnTo>
                    <a:pt x="9102571" y="2012055"/>
                  </a:lnTo>
                  <a:lnTo>
                    <a:pt x="9143872" y="2079393"/>
                  </a:lnTo>
                  <a:lnTo>
                    <a:pt x="9185431" y="2143159"/>
                  </a:lnTo>
                  <a:lnTo>
                    <a:pt x="9227407" y="2203254"/>
                  </a:lnTo>
                  <a:lnTo>
                    <a:pt x="9270002" y="2259646"/>
                  </a:lnTo>
                  <a:lnTo>
                    <a:pt x="9313470" y="2312365"/>
                  </a:lnTo>
                  <a:lnTo>
                    <a:pt x="9347647" y="2350424"/>
                  </a:lnTo>
                  <a:lnTo>
                    <a:pt x="9398627" y="2401759"/>
                  </a:lnTo>
                  <a:lnTo>
                    <a:pt x="9451964" y="2448716"/>
                  </a:lnTo>
                  <a:lnTo>
                    <a:pt x="9508306" y="2491445"/>
                  </a:lnTo>
                  <a:lnTo>
                    <a:pt x="9568366" y="2530235"/>
                  </a:lnTo>
                  <a:lnTo>
                    <a:pt x="9632881" y="2565439"/>
                  </a:lnTo>
                  <a:lnTo>
                    <a:pt x="9702579" y="2597422"/>
                  </a:lnTo>
                  <a:lnTo>
                    <a:pt x="9778130" y="2626528"/>
                  </a:lnTo>
                  <a:lnTo>
                    <a:pt x="9860084" y="2653064"/>
                  </a:lnTo>
                  <a:lnTo>
                    <a:pt x="9948789" y="2677286"/>
                  </a:lnTo>
                  <a:lnTo>
                    <a:pt x="10044288" y="2699393"/>
                  </a:lnTo>
                  <a:lnTo>
                    <a:pt x="10146192" y="2719528"/>
                  </a:lnTo>
                  <a:lnTo>
                    <a:pt x="10253543" y="2737772"/>
                  </a:lnTo>
                  <a:lnTo>
                    <a:pt x="10364697" y="2754155"/>
                  </a:lnTo>
                  <a:lnTo>
                    <a:pt x="10477253" y="2768665"/>
                  </a:lnTo>
                  <a:lnTo>
                    <a:pt x="10588087" y="2781264"/>
                  </a:lnTo>
                  <a:lnTo>
                    <a:pt x="10693530" y="2791915"/>
                  </a:lnTo>
                  <a:lnTo>
                    <a:pt x="10789723" y="2800611"/>
                  </a:lnTo>
                  <a:lnTo>
                    <a:pt x="10873099" y="2807398"/>
                  </a:lnTo>
                  <a:lnTo>
                    <a:pt x="10940940" y="2812397"/>
                  </a:lnTo>
                  <a:lnTo>
                    <a:pt x="10991849" y="2815807"/>
                  </a:lnTo>
                  <a:lnTo>
                    <a:pt x="11026048" y="2817896"/>
                  </a:lnTo>
                  <a:lnTo>
                    <a:pt x="11045438" y="2818981"/>
                  </a:lnTo>
                  <a:lnTo>
                    <a:pt x="11053460" y="2819393"/>
                  </a:lnTo>
                  <a:lnTo>
                    <a:pt x="11054891" y="2819461"/>
                  </a:lnTo>
                  <a:lnTo>
                    <a:pt x="12049831" y="2819461"/>
                  </a:lnTo>
                  <a:lnTo>
                    <a:pt x="12049831" y="2814220"/>
                  </a:lnTo>
                  <a:lnTo>
                    <a:pt x="11054891" y="2814220"/>
                  </a:lnTo>
                  <a:lnTo>
                    <a:pt x="11053814" y="2814169"/>
                  </a:lnTo>
                  <a:lnTo>
                    <a:pt x="11046698" y="2813807"/>
                  </a:lnTo>
                  <a:lnTo>
                    <a:pt x="11028641" y="2812806"/>
                  </a:lnTo>
                  <a:lnTo>
                    <a:pt x="10996056" y="2810833"/>
                  </a:lnTo>
                  <a:lnTo>
                    <a:pt x="10946878" y="2807570"/>
                  </a:lnTo>
                  <a:lnTo>
                    <a:pt x="10880715" y="2802743"/>
                  </a:lnTo>
                  <a:lnTo>
                    <a:pt x="10798807" y="2796144"/>
                  </a:lnTo>
                  <a:lnTo>
                    <a:pt x="10703761" y="2787645"/>
                  </a:lnTo>
                  <a:lnTo>
                    <a:pt x="10599080" y="2777191"/>
                  </a:lnTo>
                  <a:lnTo>
                    <a:pt x="10488619" y="2764788"/>
                  </a:lnTo>
                  <a:lnTo>
                    <a:pt x="10376084" y="2750470"/>
                  </a:lnTo>
                  <a:lnTo>
                    <a:pt x="10264665" y="2734276"/>
                  </a:lnTo>
                  <a:lnTo>
                    <a:pt x="10156842" y="2716221"/>
                  </a:lnTo>
                  <a:lnTo>
                    <a:pt x="10054332" y="2696281"/>
                  </a:lnTo>
                  <a:lnTo>
                    <a:pt x="9958158" y="2674378"/>
                  </a:lnTo>
                  <a:lnTo>
                    <a:pt x="9868760" y="2650379"/>
                  </a:lnTo>
                  <a:lnTo>
                    <a:pt x="9786134" y="2624088"/>
                  </a:lnTo>
                  <a:lnTo>
                    <a:pt x="9709957" y="2595255"/>
                  </a:lnTo>
                  <a:lnTo>
                    <a:pt x="9639694" y="2563579"/>
                  </a:lnTo>
                  <a:lnTo>
                    <a:pt x="9574687" y="2528718"/>
                  </a:lnTo>
                  <a:lnTo>
                    <a:pt x="9514210" y="2490308"/>
                  </a:lnTo>
                  <a:lnTo>
                    <a:pt x="9457524" y="2447993"/>
                  </a:lnTo>
                  <a:lnTo>
                    <a:pt x="9403913" y="2401475"/>
                  </a:lnTo>
                  <a:lnTo>
                    <a:pt x="9352722" y="2350583"/>
                  </a:lnTo>
                  <a:lnTo>
                    <a:pt x="9347647" y="2345183"/>
                  </a:lnTo>
                  <a:lnTo>
                    <a:pt x="9303303" y="2295229"/>
                  </a:lnTo>
                  <a:lnTo>
                    <a:pt x="9260063" y="2241664"/>
                  </a:lnTo>
                  <a:lnTo>
                    <a:pt x="9217631" y="2184415"/>
                  </a:lnTo>
                  <a:lnTo>
                    <a:pt x="9175768" y="2123464"/>
                  </a:lnTo>
                  <a:lnTo>
                    <a:pt x="9134282" y="2058859"/>
                  </a:lnTo>
                  <a:lnTo>
                    <a:pt x="9093022" y="1990714"/>
                  </a:lnTo>
                  <a:lnTo>
                    <a:pt x="9051875" y="1919218"/>
                  </a:lnTo>
                  <a:lnTo>
                    <a:pt x="9010759" y="1844632"/>
                  </a:lnTo>
                  <a:lnTo>
                    <a:pt x="8969620" y="1767293"/>
                  </a:lnTo>
                  <a:lnTo>
                    <a:pt x="8928428" y="1687606"/>
                  </a:lnTo>
                  <a:lnTo>
                    <a:pt x="8887175" y="1606037"/>
                  </a:lnTo>
                  <a:lnTo>
                    <a:pt x="8845867" y="1523105"/>
                  </a:lnTo>
                  <a:lnTo>
                    <a:pt x="8804523" y="1439367"/>
                  </a:lnTo>
                  <a:lnTo>
                    <a:pt x="8763169" y="1355403"/>
                  </a:lnTo>
                  <a:lnTo>
                    <a:pt x="8721832" y="1271801"/>
                  </a:lnTo>
                  <a:lnTo>
                    <a:pt x="8680535" y="1189136"/>
                  </a:lnTo>
                  <a:lnTo>
                    <a:pt x="8639296" y="1107959"/>
                  </a:lnTo>
                  <a:lnTo>
                    <a:pt x="8598118" y="1028776"/>
                  </a:lnTo>
                  <a:lnTo>
                    <a:pt x="8556988" y="952042"/>
                  </a:lnTo>
                  <a:lnTo>
                    <a:pt x="8515870" y="878145"/>
                  </a:lnTo>
                  <a:lnTo>
                    <a:pt x="8474705" y="807405"/>
                  </a:lnTo>
                  <a:lnTo>
                    <a:pt x="8433405" y="740067"/>
                  </a:lnTo>
                  <a:lnTo>
                    <a:pt x="8391846" y="676301"/>
                  </a:lnTo>
                  <a:lnTo>
                    <a:pt x="8349870" y="616206"/>
                  </a:lnTo>
                  <a:lnTo>
                    <a:pt x="8307274" y="559814"/>
                  </a:lnTo>
                  <a:lnTo>
                    <a:pt x="8263807" y="507095"/>
                  </a:lnTo>
                  <a:lnTo>
                    <a:pt x="8229629" y="469036"/>
                  </a:lnTo>
                  <a:lnTo>
                    <a:pt x="8178650" y="417701"/>
                  </a:lnTo>
                  <a:lnTo>
                    <a:pt x="8125312" y="370744"/>
                  </a:lnTo>
                  <a:lnTo>
                    <a:pt x="8068970" y="328015"/>
                  </a:lnTo>
                  <a:lnTo>
                    <a:pt x="8008911" y="289225"/>
                  </a:lnTo>
                  <a:lnTo>
                    <a:pt x="7944396" y="254021"/>
                  </a:lnTo>
                  <a:lnTo>
                    <a:pt x="7874697" y="222038"/>
                  </a:lnTo>
                  <a:lnTo>
                    <a:pt x="7799146" y="192932"/>
                  </a:lnTo>
                  <a:lnTo>
                    <a:pt x="7717192" y="166396"/>
                  </a:lnTo>
                  <a:lnTo>
                    <a:pt x="7628487" y="142174"/>
                  </a:lnTo>
                  <a:lnTo>
                    <a:pt x="7532988" y="120067"/>
                  </a:lnTo>
                  <a:lnTo>
                    <a:pt x="7431085" y="99932"/>
                  </a:lnTo>
                  <a:lnTo>
                    <a:pt x="7323733" y="81688"/>
                  </a:lnTo>
                  <a:lnTo>
                    <a:pt x="7212579" y="65305"/>
                  </a:lnTo>
                  <a:lnTo>
                    <a:pt x="7100023" y="50795"/>
                  </a:lnTo>
                  <a:lnTo>
                    <a:pt x="6989190" y="38196"/>
                  </a:lnTo>
                  <a:lnTo>
                    <a:pt x="6883746" y="27545"/>
                  </a:lnTo>
                  <a:lnTo>
                    <a:pt x="6787554" y="18849"/>
                  </a:lnTo>
                  <a:lnTo>
                    <a:pt x="6704177" y="12062"/>
                  </a:lnTo>
                  <a:lnTo>
                    <a:pt x="6636336" y="7063"/>
                  </a:lnTo>
                  <a:lnTo>
                    <a:pt x="6585428" y="3654"/>
                  </a:lnTo>
                  <a:lnTo>
                    <a:pt x="6551228" y="1564"/>
                  </a:lnTo>
                  <a:lnTo>
                    <a:pt x="6531838" y="479"/>
                  </a:lnTo>
                  <a:lnTo>
                    <a:pt x="6523817" y="6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9" y="55"/>
                  </a:lnTo>
                  <a:lnTo>
                    <a:pt x="5519336" y="448"/>
                  </a:lnTo>
                  <a:lnTo>
                    <a:pt x="5501457" y="1534"/>
                  </a:lnTo>
                  <a:lnTo>
                    <a:pt x="5469183" y="3675"/>
                  </a:lnTo>
                  <a:lnTo>
                    <a:pt x="5420450" y="7216"/>
                  </a:lnTo>
                  <a:lnTo>
                    <a:pt x="5354841" y="12457"/>
                  </a:lnTo>
                  <a:lnTo>
                    <a:pt x="5273557" y="19622"/>
                  </a:lnTo>
                  <a:lnTo>
                    <a:pt x="5179150" y="28856"/>
                  </a:lnTo>
                  <a:lnTo>
                    <a:pt x="5075070" y="40216"/>
                  </a:lnTo>
                  <a:lnTo>
                    <a:pt x="4965129" y="53702"/>
                  </a:lnTo>
                  <a:lnTo>
                    <a:pt x="4853007" y="69274"/>
                  </a:lnTo>
                  <a:lnTo>
                    <a:pt x="4741883" y="86891"/>
                  </a:lnTo>
                  <a:lnTo>
                    <a:pt x="4634239" y="106534"/>
                  </a:lnTo>
                  <a:lnTo>
                    <a:pt x="4531811" y="128228"/>
                  </a:lnTo>
                  <a:lnTo>
                    <a:pt x="4435638" y="152054"/>
                  </a:lnTo>
                  <a:lnTo>
                    <a:pt x="4346183" y="178154"/>
                  </a:lnTo>
                  <a:lnTo>
                    <a:pt x="4263462" y="206736"/>
                  </a:lnTo>
                  <a:lnTo>
                    <a:pt x="4187170" y="238068"/>
                  </a:lnTo>
                  <a:lnTo>
                    <a:pt x="4116790" y="272475"/>
                  </a:lnTo>
                  <a:lnTo>
                    <a:pt x="4051674" y="310325"/>
                  </a:lnTo>
                  <a:lnTo>
                    <a:pt x="3991109" y="352011"/>
                  </a:lnTo>
                  <a:lnTo>
                    <a:pt x="3934363" y="397923"/>
                  </a:lnTo>
                  <a:lnTo>
                    <a:pt x="3880723" y="448391"/>
                  </a:lnTo>
                  <a:lnTo>
                    <a:pt x="3829535" y="503615"/>
                  </a:lnTo>
                  <a:lnTo>
                    <a:pt x="3820202" y="514455"/>
                  </a:lnTo>
                  <a:lnTo>
                    <a:pt x="3777358" y="567302"/>
                  </a:lnTo>
                  <a:lnTo>
                    <a:pt x="3735554" y="623839"/>
                  </a:lnTo>
                  <a:lnTo>
                    <a:pt x="3694522" y="684142"/>
                  </a:lnTo>
                  <a:lnTo>
                    <a:pt x="3654040" y="748232"/>
                  </a:lnTo>
                  <a:lnTo>
                    <a:pt x="3613932" y="816072"/>
                  </a:lnTo>
                  <a:lnTo>
                    <a:pt x="3574056" y="887557"/>
                  </a:lnTo>
                  <a:lnTo>
                    <a:pt x="3534304" y="962517"/>
                  </a:lnTo>
                  <a:lnTo>
                    <a:pt x="3494597" y="1040709"/>
                  </a:lnTo>
                  <a:lnTo>
                    <a:pt x="3454879" y="1121819"/>
                  </a:lnTo>
                  <a:lnTo>
                    <a:pt x="3415119" y="1205467"/>
                  </a:lnTo>
                  <a:lnTo>
                    <a:pt x="3375302" y="1291210"/>
                  </a:lnTo>
                  <a:lnTo>
                    <a:pt x="3335430" y="1378553"/>
                  </a:lnTo>
                  <a:lnTo>
                    <a:pt x="3295517" y="1466959"/>
                  </a:lnTo>
                  <a:lnTo>
                    <a:pt x="3255583" y="1555862"/>
                  </a:lnTo>
                  <a:lnTo>
                    <a:pt x="3215652" y="1644684"/>
                  </a:lnTo>
                  <a:lnTo>
                    <a:pt x="3175749" y="1732848"/>
                  </a:lnTo>
                  <a:lnTo>
                    <a:pt x="3135891" y="1819794"/>
                  </a:lnTo>
                  <a:lnTo>
                    <a:pt x="3096091" y="1904996"/>
                  </a:lnTo>
                  <a:lnTo>
                    <a:pt x="3056345" y="1987973"/>
                  </a:lnTo>
                  <a:lnTo>
                    <a:pt x="3016634" y="2068299"/>
                  </a:lnTo>
                  <a:lnTo>
                    <a:pt x="2976921" y="2145612"/>
                  </a:lnTo>
                  <a:lnTo>
                    <a:pt x="2937144" y="2219617"/>
                  </a:lnTo>
                  <a:lnTo>
                    <a:pt x="2897215" y="2290093"/>
                  </a:lnTo>
                  <a:lnTo>
                    <a:pt x="2857017" y="2356886"/>
                  </a:lnTo>
                  <a:lnTo>
                    <a:pt x="2816400" y="2419914"/>
                  </a:lnTo>
                  <a:lnTo>
                    <a:pt x="2775175" y="2479154"/>
                  </a:lnTo>
                  <a:lnTo>
                    <a:pt x="2733109" y="2534645"/>
                  </a:lnTo>
                  <a:lnTo>
                    <a:pt x="2702183" y="2572277"/>
                  </a:lnTo>
                  <a:lnTo>
                    <a:pt x="2651388" y="2628394"/>
                  </a:lnTo>
                  <a:lnTo>
                    <a:pt x="2598253" y="2679741"/>
                  </a:lnTo>
                  <a:lnTo>
                    <a:pt x="2542140" y="2726481"/>
                  </a:lnTo>
                  <a:lnTo>
                    <a:pt x="2482343" y="2768928"/>
                  </a:lnTo>
                  <a:lnTo>
                    <a:pt x="2418132" y="2807463"/>
                  </a:lnTo>
                  <a:lnTo>
                    <a:pt x="2348787" y="2842484"/>
                  </a:lnTo>
                  <a:lnTo>
                    <a:pt x="2273643" y="2874364"/>
                  </a:lnTo>
                  <a:lnTo>
                    <a:pt x="2192153" y="2903437"/>
                  </a:lnTo>
                  <a:lnTo>
                    <a:pt x="2103966" y="2929983"/>
                  </a:lnTo>
                  <a:lnTo>
                    <a:pt x="2009027" y="2954221"/>
                  </a:lnTo>
                  <a:lnTo>
                    <a:pt x="1907707" y="2976305"/>
                  </a:lnTo>
                  <a:lnTo>
                    <a:pt x="1800928" y="2996328"/>
                  </a:lnTo>
                  <a:lnTo>
                    <a:pt x="1690288" y="3014324"/>
                  </a:lnTo>
                  <a:lnTo>
                    <a:pt x="1578129" y="3030280"/>
                  </a:lnTo>
                  <a:lnTo>
                    <a:pt x="1467513" y="3044159"/>
                  </a:lnTo>
                  <a:lnTo>
                    <a:pt x="1362047" y="3055918"/>
                  </a:lnTo>
                  <a:lnTo>
                    <a:pt x="1265553" y="3065546"/>
                  </a:lnTo>
                  <a:lnTo>
                    <a:pt x="1181591" y="3073090"/>
                  </a:lnTo>
                  <a:lnTo>
                    <a:pt x="1112919" y="3078675"/>
                  </a:lnTo>
                  <a:lnTo>
                    <a:pt x="1061016" y="3082512"/>
                  </a:lnTo>
                  <a:lnTo>
                    <a:pt x="1025777" y="3084890"/>
                  </a:lnTo>
                  <a:lnTo>
                    <a:pt x="1005439" y="3086145"/>
                  </a:lnTo>
                  <a:lnTo>
                    <a:pt x="996704" y="3086640"/>
                  </a:lnTo>
                  <a:lnTo>
                    <a:pt x="994940" y="3086733"/>
                  </a:lnTo>
                  <a:lnTo>
                    <a:pt x="0" y="3086733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83" name="pl1782"/>
            <p:cNvSpPr/>
            <p:nvPr/>
          </p:nvSpPr>
          <p:spPr>
            <a:xfrm>
              <a:off x="1199187" y="2709243"/>
              <a:ext cx="12049831" cy="3086733"/>
            </a:xfrm>
            <a:custGeom>
              <a:avLst/>
              <a:pathLst>
                <a:path w="12049831" h="3086733">
                  <a:moveTo>
                    <a:pt x="0" y="3086733"/>
                  </a:moveTo>
                  <a:lnTo>
                    <a:pt x="994940" y="3086733"/>
                  </a:lnTo>
                  <a:lnTo>
                    <a:pt x="996006" y="3086678"/>
                  </a:lnTo>
                  <a:lnTo>
                    <a:pt x="1003049" y="3086285"/>
                  </a:lnTo>
                  <a:lnTo>
                    <a:pt x="1020928" y="3085198"/>
                  </a:lnTo>
                  <a:lnTo>
                    <a:pt x="1053202" y="3083057"/>
                  </a:lnTo>
                  <a:lnTo>
                    <a:pt x="1101935" y="3079516"/>
                  </a:lnTo>
                  <a:lnTo>
                    <a:pt x="1167544" y="3074276"/>
                  </a:lnTo>
                  <a:lnTo>
                    <a:pt x="1248828" y="3067110"/>
                  </a:lnTo>
                  <a:lnTo>
                    <a:pt x="1343235" y="3057877"/>
                  </a:lnTo>
                  <a:lnTo>
                    <a:pt x="1447315" y="3046516"/>
                  </a:lnTo>
                  <a:lnTo>
                    <a:pt x="1557256" y="3033031"/>
                  </a:lnTo>
                  <a:lnTo>
                    <a:pt x="1669378" y="3017459"/>
                  </a:lnTo>
                  <a:lnTo>
                    <a:pt x="1780502" y="2999842"/>
                  </a:lnTo>
                  <a:lnTo>
                    <a:pt x="1888146" y="2980198"/>
                  </a:lnTo>
                  <a:lnTo>
                    <a:pt x="1990574" y="2958504"/>
                  </a:lnTo>
                  <a:lnTo>
                    <a:pt x="2086747" y="2934678"/>
                  </a:lnTo>
                  <a:lnTo>
                    <a:pt x="2176202" y="2908578"/>
                  </a:lnTo>
                  <a:lnTo>
                    <a:pt x="2258923" y="2879996"/>
                  </a:lnTo>
                  <a:lnTo>
                    <a:pt x="2335215" y="2848664"/>
                  </a:lnTo>
                  <a:lnTo>
                    <a:pt x="2405595" y="2814258"/>
                  </a:lnTo>
                  <a:lnTo>
                    <a:pt x="2470711" y="2776408"/>
                  </a:lnTo>
                  <a:lnTo>
                    <a:pt x="2531276" y="2734721"/>
                  </a:lnTo>
                  <a:lnTo>
                    <a:pt x="2588022" y="2688810"/>
                  </a:lnTo>
                  <a:lnTo>
                    <a:pt x="2641662" y="2638341"/>
                  </a:lnTo>
                  <a:lnTo>
                    <a:pt x="2692850" y="2583117"/>
                  </a:lnTo>
                  <a:lnTo>
                    <a:pt x="2702183" y="2572277"/>
                  </a:lnTo>
                  <a:lnTo>
                    <a:pt x="2745027" y="2519431"/>
                  </a:lnTo>
                  <a:lnTo>
                    <a:pt x="2786831" y="2462893"/>
                  </a:lnTo>
                  <a:lnTo>
                    <a:pt x="2827863" y="2402590"/>
                  </a:lnTo>
                  <a:lnTo>
                    <a:pt x="2868345" y="2338500"/>
                  </a:lnTo>
                  <a:lnTo>
                    <a:pt x="2908453" y="2270661"/>
                  </a:lnTo>
                  <a:lnTo>
                    <a:pt x="2948329" y="2199175"/>
                  </a:lnTo>
                  <a:lnTo>
                    <a:pt x="2988081" y="2124215"/>
                  </a:lnTo>
                  <a:lnTo>
                    <a:pt x="3027788" y="2046023"/>
                  </a:lnTo>
                  <a:lnTo>
                    <a:pt x="3067506" y="1964913"/>
                  </a:lnTo>
                  <a:lnTo>
                    <a:pt x="3107266" y="1881266"/>
                  </a:lnTo>
                  <a:lnTo>
                    <a:pt x="3147083" y="1795523"/>
                  </a:lnTo>
                  <a:lnTo>
                    <a:pt x="3186955" y="1708179"/>
                  </a:lnTo>
                  <a:lnTo>
                    <a:pt x="3226868" y="1619774"/>
                  </a:lnTo>
                  <a:lnTo>
                    <a:pt x="3266802" y="1530870"/>
                  </a:lnTo>
                  <a:lnTo>
                    <a:pt x="3306733" y="1442048"/>
                  </a:lnTo>
                  <a:lnTo>
                    <a:pt x="3346636" y="1353885"/>
                  </a:lnTo>
                  <a:lnTo>
                    <a:pt x="3386494" y="1266938"/>
                  </a:lnTo>
                  <a:lnTo>
                    <a:pt x="3426294" y="1181736"/>
                  </a:lnTo>
                  <a:lnTo>
                    <a:pt x="3466040" y="1098759"/>
                  </a:lnTo>
                  <a:lnTo>
                    <a:pt x="3505751" y="1018433"/>
                  </a:lnTo>
                  <a:lnTo>
                    <a:pt x="3545464" y="941121"/>
                  </a:lnTo>
                  <a:lnTo>
                    <a:pt x="3585241" y="867116"/>
                  </a:lnTo>
                  <a:lnTo>
                    <a:pt x="3625170" y="796640"/>
                  </a:lnTo>
                  <a:lnTo>
                    <a:pt x="3665368" y="729846"/>
                  </a:lnTo>
                  <a:lnTo>
                    <a:pt x="3705985" y="666819"/>
                  </a:lnTo>
                  <a:lnTo>
                    <a:pt x="3747210" y="607578"/>
                  </a:lnTo>
                  <a:lnTo>
                    <a:pt x="3789276" y="552088"/>
                  </a:lnTo>
                  <a:lnTo>
                    <a:pt x="3820202" y="514455"/>
                  </a:lnTo>
                  <a:lnTo>
                    <a:pt x="3870997" y="458339"/>
                  </a:lnTo>
                  <a:lnTo>
                    <a:pt x="3924132" y="406992"/>
                  </a:lnTo>
                  <a:lnTo>
                    <a:pt x="3980245" y="360252"/>
                  </a:lnTo>
                  <a:lnTo>
                    <a:pt x="4040042" y="317805"/>
                  </a:lnTo>
                  <a:lnTo>
                    <a:pt x="4104253" y="279269"/>
                  </a:lnTo>
                  <a:lnTo>
                    <a:pt x="4173598" y="244249"/>
                  </a:lnTo>
                  <a:lnTo>
                    <a:pt x="4248742" y="212369"/>
                  </a:lnTo>
                  <a:lnTo>
                    <a:pt x="4330232" y="183295"/>
                  </a:lnTo>
                  <a:lnTo>
                    <a:pt x="4418419" y="156750"/>
                  </a:lnTo>
                  <a:lnTo>
                    <a:pt x="4513358" y="132512"/>
                  </a:lnTo>
                  <a:lnTo>
                    <a:pt x="4614678" y="110428"/>
                  </a:lnTo>
                  <a:lnTo>
                    <a:pt x="4721457" y="90405"/>
                  </a:lnTo>
                  <a:lnTo>
                    <a:pt x="4832097" y="72409"/>
                  </a:lnTo>
                  <a:lnTo>
                    <a:pt x="4944256" y="56452"/>
                  </a:lnTo>
                  <a:lnTo>
                    <a:pt x="5054872" y="42574"/>
                  </a:lnTo>
                  <a:lnTo>
                    <a:pt x="5160338" y="30815"/>
                  </a:lnTo>
                  <a:lnTo>
                    <a:pt x="5256832" y="21187"/>
                  </a:lnTo>
                  <a:lnTo>
                    <a:pt x="5340794" y="13643"/>
                  </a:lnTo>
                  <a:lnTo>
                    <a:pt x="5409466" y="8058"/>
                  </a:lnTo>
                  <a:lnTo>
                    <a:pt x="5461369" y="4220"/>
                  </a:lnTo>
                  <a:lnTo>
                    <a:pt x="5496608" y="1843"/>
                  </a:lnTo>
                  <a:lnTo>
                    <a:pt x="5516946" y="587"/>
                  </a:lnTo>
                  <a:lnTo>
                    <a:pt x="5525681" y="92"/>
                  </a:lnTo>
                  <a:lnTo>
                    <a:pt x="5527438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63" y="50"/>
                  </a:lnTo>
                  <a:lnTo>
                    <a:pt x="6530578" y="413"/>
                  </a:lnTo>
                  <a:lnTo>
                    <a:pt x="6548636" y="1414"/>
                  </a:lnTo>
                  <a:lnTo>
                    <a:pt x="6581221" y="3387"/>
                  </a:lnTo>
                  <a:lnTo>
                    <a:pt x="6630398" y="6650"/>
                  </a:lnTo>
                  <a:lnTo>
                    <a:pt x="6696562" y="11477"/>
                  </a:lnTo>
                  <a:lnTo>
                    <a:pt x="6778469" y="18076"/>
                  </a:lnTo>
                  <a:lnTo>
                    <a:pt x="6873516" y="26575"/>
                  </a:lnTo>
                  <a:lnTo>
                    <a:pt x="6978197" y="37028"/>
                  </a:lnTo>
                  <a:lnTo>
                    <a:pt x="7088658" y="49431"/>
                  </a:lnTo>
                  <a:lnTo>
                    <a:pt x="7201193" y="63749"/>
                  </a:lnTo>
                  <a:lnTo>
                    <a:pt x="7312611" y="79943"/>
                  </a:lnTo>
                  <a:lnTo>
                    <a:pt x="7420435" y="97998"/>
                  </a:lnTo>
                  <a:lnTo>
                    <a:pt x="7522945" y="117939"/>
                  </a:lnTo>
                  <a:lnTo>
                    <a:pt x="7619119" y="139841"/>
                  </a:lnTo>
                  <a:lnTo>
                    <a:pt x="7708516" y="163841"/>
                  </a:lnTo>
                  <a:lnTo>
                    <a:pt x="7791142" y="190131"/>
                  </a:lnTo>
                  <a:lnTo>
                    <a:pt x="7867320" y="218964"/>
                  </a:lnTo>
                  <a:lnTo>
                    <a:pt x="7937582" y="250640"/>
                  </a:lnTo>
                  <a:lnTo>
                    <a:pt x="8002590" y="285502"/>
                  </a:lnTo>
                  <a:lnTo>
                    <a:pt x="8063067" y="323912"/>
                  </a:lnTo>
                  <a:lnTo>
                    <a:pt x="8119753" y="366226"/>
                  </a:lnTo>
                  <a:lnTo>
                    <a:pt x="8173363" y="412745"/>
                  </a:lnTo>
                  <a:lnTo>
                    <a:pt x="8224555" y="463636"/>
                  </a:lnTo>
                  <a:lnTo>
                    <a:pt x="8229629" y="469036"/>
                  </a:lnTo>
                  <a:lnTo>
                    <a:pt x="8273974" y="518990"/>
                  </a:lnTo>
                  <a:lnTo>
                    <a:pt x="8317214" y="572555"/>
                  </a:lnTo>
                  <a:lnTo>
                    <a:pt x="8359646" y="629805"/>
                  </a:lnTo>
                  <a:lnTo>
                    <a:pt x="8401509" y="690756"/>
                  </a:lnTo>
                  <a:lnTo>
                    <a:pt x="8442995" y="755361"/>
                  </a:lnTo>
                  <a:lnTo>
                    <a:pt x="8484255" y="823506"/>
                  </a:lnTo>
                  <a:lnTo>
                    <a:pt x="8525402" y="895002"/>
                  </a:lnTo>
                  <a:lnTo>
                    <a:pt x="8566518" y="969587"/>
                  </a:lnTo>
                  <a:lnTo>
                    <a:pt x="8607657" y="1046926"/>
                  </a:lnTo>
                  <a:lnTo>
                    <a:pt x="8648849" y="1126614"/>
                  </a:lnTo>
                  <a:lnTo>
                    <a:pt x="8690102" y="1208183"/>
                  </a:lnTo>
                  <a:lnTo>
                    <a:pt x="8731410" y="1291115"/>
                  </a:lnTo>
                  <a:lnTo>
                    <a:pt x="8772753" y="1374853"/>
                  </a:lnTo>
                  <a:lnTo>
                    <a:pt x="8814107" y="1458816"/>
                  </a:lnTo>
                  <a:lnTo>
                    <a:pt x="8855445" y="1542419"/>
                  </a:lnTo>
                  <a:lnTo>
                    <a:pt x="8896741" y="1625083"/>
                  </a:lnTo>
                  <a:lnTo>
                    <a:pt x="8937980" y="1706261"/>
                  </a:lnTo>
                  <a:lnTo>
                    <a:pt x="8979158" y="1785443"/>
                  </a:lnTo>
                  <a:lnTo>
                    <a:pt x="9020289" y="1862177"/>
                  </a:lnTo>
                  <a:lnTo>
                    <a:pt x="9061406" y="1936074"/>
                  </a:lnTo>
                  <a:lnTo>
                    <a:pt x="9102571" y="2006814"/>
                  </a:lnTo>
                  <a:lnTo>
                    <a:pt x="9143872" y="2074153"/>
                  </a:lnTo>
                  <a:lnTo>
                    <a:pt x="9185431" y="2137919"/>
                  </a:lnTo>
                  <a:lnTo>
                    <a:pt x="9227407" y="2198013"/>
                  </a:lnTo>
                  <a:lnTo>
                    <a:pt x="9270002" y="2254405"/>
                  </a:lnTo>
                  <a:lnTo>
                    <a:pt x="9313470" y="2307125"/>
                  </a:lnTo>
                  <a:lnTo>
                    <a:pt x="9347647" y="2345183"/>
                  </a:lnTo>
                  <a:lnTo>
                    <a:pt x="9398627" y="2396519"/>
                  </a:lnTo>
                  <a:lnTo>
                    <a:pt x="9451964" y="2443476"/>
                  </a:lnTo>
                  <a:lnTo>
                    <a:pt x="9508306" y="2486204"/>
                  </a:lnTo>
                  <a:lnTo>
                    <a:pt x="9568366" y="2524994"/>
                  </a:lnTo>
                  <a:lnTo>
                    <a:pt x="9632881" y="2560198"/>
                  </a:lnTo>
                  <a:lnTo>
                    <a:pt x="9702579" y="2592181"/>
                  </a:lnTo>
                  <a:lnTo>
                    <a:pt x="9778130" y="2621287"/>
                  </a:lnTo>
                  <a:lnTo>
                    <a:pt x="9860084" y="2647823"/>
                  </a:lnTo>
                  <a:lnTo>
                    <a:pt x="9948789" y="2672045"/>
                  </a:lnTo>
                  <a:lnTo>
                    <a:pt x="10044288" y="2694153"/>
                  </a:lnTo>
                  <a:lnTo>
                    <a:pt x="10146192" y="2714288"/>
                  </a:lnTo>
                  <a:lnTo>
                    <a:pt x="10253543" y="2732532"/>
                  </a:lnTo>
                  <a:lnTo>
                    <a:pt x="10364697" y="2748915"/>
                  </a:lnTo>
                  <a:lnTo>
                    <a:pt x="10477253" y="2763424"/>
                  </a:lnTo>
                  <a:lnTo>
                    <a:pt x="10588087" y="2776023"/>
                  </a:lnTo>
                  <a:lnTo>
                    <a:pt x="10693530" y="2786675"/>
                  </a:lnTo>
                  <a:lnTo>
                    <a:pt x="10789723" y="2795371"/>
                  </a:lnTo>
                  <a:lnTo>
                    <a:pt x="10873099" y="2802158"/>
                  </a:lnTo>
                  <a:lnTo>
                    <a:pt x="10940940" y="2807156"/>
                  </a:lnTo>
                  <a:lnTo>
                    <a:pt x="10991849" y="2810566"/>
                  </a:lnTo>
                  <a:lnTo>
                    <a:pt x="11026048" y="2812656"/>
                  </a:lnTo>
                  <a:lnTo>
                    <a:pt x="11045438" y="2813740"/>
                  </a:lnTo>
                  <a:lnTo>
                    <a:pt x="11053460" y="2814152"/>
                  </a:lnTo>
                  <a:lnTo>
                    <a:pt x="11054890" y="2814220"/>
                  </a:lnTo>
                  <a:lnTo>
                    <a:pt x="11054891" y="2814220"/>
                  </a:lnTo>
                  <a:lnTo>
                    <a:pt x="12049831" y="2814220"/>
                  </a:lnTo>
                  <a:lnTo>
                    <a:pt x="12049831" y="28142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4" name="pl1783"/>
            <p:cNvSpPr/>
            <p:nvPr/>
          </p:nvSpPr>
          <p:spPr>
            <a:xfrm>
              <a:off x="1199187" y="2704002"/>
              <a:ext cx="12049831" cy="3086733"/>
            </a:xfrm>
            <a:custGeom>
              <a:avLst/>
              <a:pathLst>
                <a:path w="12049831" h="3086733">
                  <a:moveTo>
                    <a:pt x="12049831" y="2814220"/>
                  </a:moveTo>
                  <a:lnTo>
                    <a:pt x="11054891" y="2814220"/>
                  </a:lnTo>
                  <a:lnTo>
                    <a:pt x="11053814" y="2814169"/>
                  </a:lnTo>
                  <a:lnTo>
                    <a:pt x="11046698" y="2813807"/>
                  </a:lnTo>
                  <a:lnTo>
                    <a:pt x="11028641" y="2812806"/>
                  </a:lnTo>
                  <a:lnTo>
                    <a:pt x="10996056" y="2810833"/>
                  </a:lnTo>
                  <a:lnTo>
                    <a:pt x="10946878" y="2807570"/>
                  </a:lnTo>
                  <a:lnTo>
                    <a:pt x="10880715" y="2802743"/>
                  </a:lnTo>
                  <a:lnTo>
                    <a:pt x="10798807" y="2796144"/>
                  </a:lnTo>
                  <a:lnTo>
                    <a:pt x="10703761" y="2787645"/>
                  </a:lnTo>
                  <a:lnTo>
                    <a:pt x="10599080" y="2777191"/>
                  </a:lnTo>
                  <a:lnTo>
                    <a:pt x="10488619" y="2764788"/>
                  </a:lnTo>
                  <a:lnTo>
                    <a:pt x="10376084" y="2750470"/>
                  </a:lnTo>
                  <a:lnTo>
                    <a:pt x="10264665" y="2734276"/>
                  </a:lnTo>
                  <a:lnTo>
                    <a:pt x="10156842" y="2716221"/>
                  </a:lnTo>
                  <a:lnTo>
                    <a:pt x="10054332" y="2696281"/>
                  </a:lnTo>
                  <a:lnTo>
                    <a:pt x="9958158" y="2674378"/>
                  </a:lnTo>
                  <a:lnTo>
                    <a:pt x="9868760" y="2650379"/>
                  </a:lnTo>
                  <a:lnTo>
                    <a:pt x="9786134" y="2624088"/>
                  </a:lnTo>
                  <a:lnTo>
                    <a:pt x="9709957" y="2595255"/>
                  </a:lnTo>
                  <a:lnTo>
                    <a:pt x="9639694" y="2563579"/>
                  </a:lnTo>
                  <a:lnTo>
                    <a:pt x="9574687" y="2528718"/>
                  </a:lnTo>
                  <a:lnTo>
                    <a:pt x="9514210" y="2490308"/>
                  </a:lnTo>
                  <a:lnTo>
                    <a:pt x="9457524" y="2447993"/>
                  </a:lnTo>
                  <a:lnTo>
                    <a:pt x="9403913" y="2401475"/>
                  </a:lnTo>
                  <a:lnTo>
                    <a:pt x="9352722" y="2350583"/>
                  </a:lnTo>
                  <a:lnTo>
                    <a:pt x="9347647" y="2345183"/>
                  </a:lnTo>
                  <a:lnTo>
                    <a:pt x="9303303" y="2295229"/>
                  </a:lnTo>
                  <a:lnTo>
                    <a:pt x="9260063" y="2241664"/>
                  </a:lnTo>
                  <a:lnTo>
                    <a:pt x="9217631" y="2184415"/>
                  </a:lnTo>
                  <a:lnTo>
                    <a:pt x="9175768" y="2123464"/>
                  </a:lnTo>
                  <a:lnTo>
                    <a:pt x="9134282" y="2058859"/>
                  </a:lnTo>
                  <a:lnTo>
                    <a:pt x="9093022" y="1990714"/>
                  </a:lnTo>
                  <a:lnTo>
                    <a:pt x="9051875" y="1919218"/>
                  </a:lnTo>
                  <a:lnTo>
                    <a:pt x="9010759" y="1844632"/>
                  </a:lnTo>
                  <a:lnTo>
                    <a:pt x="8969620" y="1767293"/>
                  </a:lnTo>
                  <a:lnTo>
                    <a:pt x="8928428" y="1687606"/>
                  </a:lnTo>
                  <a:lnTo>
                    <a:pt x="8887175" y="1606037"/>
                  </a:lnTo>
                  <a:lnTo>
                    <a:pt x="8845867" y="1523105"/>
                  </a:lnTo>
                  <a:lnTo>
                    <a:pt x="8804523" y="1439367"/>
                  </a:lnTo>
                  <a:lnTo>
                    <a:pt x="8763169" y="1355403"/>
                  </a:lnTo>
                  <a:lnTo>
                    <a:pt x="8721832" y="1271801"/>
                  </a:lnTo>
                  <a:lnTo>
                    <a:pt x="8680535" y="1189136"/>
                  </a:lnTo>
                  <a:lnTo>
                    <a:pt x="8639296" y="1107959"/>
                  </a:lnTo>
                  <a:lnTo>
                    <a:pt x="8598118" y="1028776"/>
                  </a:lnTo>
                  <a:lnTo>
                    <a:pt x="8556988" y="952042"/>
                  </a:lnTo>
                  <a:lnTo>
                    <a:pt x="8515870" y="878145"/>
                  </a:lnTo>
                  <a:lnTo>
                    <a:pt x="8474705" y="807405"/>
                  </a:lnTo>
                  <a:lnTo>
                    <a:pt x="8433405" y="740067"/>
                  </a:lnTo>
                  <a:lnTo>
                    <a:pt x="8391846" y="676301"/>
                  </a:lnTo>
                  <a:lnTo>
                    <a:pt x="8349870" y="616206"/>
                  </a:lnTo>
                  <a:lnTo>
                    <a:pt x="8307274" y="559814"/>
                  </a:lnTo>
                  <a:lnTo>
                    <a:pt x="8263807" y="507095"/>
                  </a:lnTo>
                  <a:lnTo>
                    <a:pt x="8229629" y="469036"/>
                  </a:lnTo>
                  <a:lnTo>
                    <a:pt x="8178650" y="417701"/>
                  </a:lnTo>
                  <a:lnTo>
                    <a:pt x="8125312" y="370744"/>
                  </a:lnTo>
                  <a:lnTo>
                    <a:pt x="8068970" y="328015"/>
                  </a:lnTo>
                  <a:lnTo>
                    <a:pt x="8008911" y="289225"/>
                  </a:lnTo>
                  <a:lnTo>
                    <a:pt x="7944396" y="254021"/>
                  </a:lnTo>
                  <a:lnTo>
                    <a:pt x="7874697" y="222038"/>
                  </a:lnTo>
                  <a:lnTo>
                    <a:pt x="7799146" y="192932"/>
                  </a:lnTo>
                  <a:lnTo>
                    <a:pt x="7717192" y="166396"/>
                  </a:lnTo>
                  <a:lnTo>
                    <a:pt x="7628487" y="142174"/>
                  </a:lnTo>
                  <a:lnTo>
                    <a:pt x="7532988" y="120067"/>
                  </a:lnTo>
                  <a:lnTo>
                    <a:pt x="7431085" y="99932"/>
                  </a:lnTo>
                  <a:lnTo>
                    <a:pt x="7323733" y="81688"/>
                  </a:lnTo>
                  <a:lnTo>
                    <a:pt x="7212579" y="65305"/>
                  </a:lnTo>
                  <a:lnTo>
                    <a:pt x="7100023" y="50795"/>
                  </a:lnTo>
                  <a:lnTo>
                    <a:pt x="6989190" y="38196"/>
                  </a:lnTo>
                  <a:lnTo>
                    <a:pt x="6883746" y="27545"/>
                  </a:lnTo>
                  <a:lnTo>
                    <a:pt x="6787554" y="18849"/>
                  </a:lnTo>
                  <a:lnTo>
                    <a:pt x="6704177" y="12062"/>
                  </a:lnTo>
                  <a:lnTo>
                    <a:pt x="6636336" y="7063"/>
                  </a:lnTo>
                  <a:lnTo>
                    <a:pt x="6585428" y="3654"/>
                  </a:lnTo>
                  <a:lnTo>
                    <a:pt x="6551228" y="1564"/>
                  </a:lnTo>
                  <a:lnTo>
                    <a:pt x="6531838" y="479"/>
                  </a:lnTo>
                  <a:lnTo>
                    <a:pt x="6523817" y="68"/>
                  </a:lnTo>
                  <a:lnTo>
                    <a:pt x="6522387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9" y="55"/>
                  </a:lnTo>
                  <a:lnTo>
                    <a:pt x="5519336" y="448"/>
                  </a:lnTo>
                  <a:lnTo>
                    <a:pt x="5501457" y="1534"/>
                  </a:lnTo>
                  <a:lnTo>
                    <a:pt x="5469183" y="3675"/>
                  </a:lnTo>
                  <a:lnTo>
                    <a:pt x="5420450" y="7216"/>
                  </a:lnTo>
                  <a:lnTo>
                    <a:pt x="5354841" y="12457"/>
                  </a:lnTo>
                  <a:lnTo>
                    <a:pt x="5273557" y="19622"/>
                  </a:lnTo>
                  <a:lnTo>
                    <a:pt x="5179150" y="28856"/>
                  </a:lnTo>
                  <a:lnTo>
                    <a:pt x="5075070" y="40216"/>
                  </a:lnTo>
                  <a:lnTo>
                    <a:pt x="4965129" y="53702"/>
                  </a:lnTo>
                  <a:lnTo>
                    <a:pt x="4853007" y="69274"/>
                  </a:lnTo>
                  <a:lnTo>
                    <a:pt x="4741883" y="86891"/>
                  </a:lnTo>
                  <a:lnTo>
                    <a:pt x="4634239" y="106534"/>
                  </a:lnTo>
                  <a:lnTo>
                    <a:pt x="4531811" y="128228"/>
                  </a:lnTo>
                  <a:lnTo>
                    <a:pt x="4435638" y="152054"/>
                  </a:lnTo>
                  <a:lnTo>
                    <a:pt x="4346183" y="178154"/>
                  </a:lnTo>
                  <a:lnTo>
                    <a:pt x="4263462" y="206736"/>
                  </a:lnTo>
                  <a:lnTo>
                    <a:pt x="4187170" y="238068"/>
                  </a:lnTo>
                  <a:lnTo>
                    <a:pt x="4116790" y="272475"/>
                  </a:lnTo>
                  <a:lnTo>
                    <a:pt x="4051674" y="310325"/>
                  </a:lnTo>
                  <a:lnTo>
                    <a:pt x="3991109" y="352011"/>
                  </a:lnTo>
                  <a:lnTo>
                    <a:pt x="3934363" y="397923"/>
                  </a:lnTo>
                  <a:lnTo>
                    <a:pt x="3880723" y="448391"/>
                  </a:lnTo>
                  <a:lnTo>
                    <a:pt x="3829535" y="503615"/>
                  </a:lnTo>
                  <a:lnTo>
                    <a:pt x="3820202" y="514455"/>
                  </a:lnTo>
                  <a:lnTo>
                    <a:pt x="3777358" y="567302"/>
                  </a:lnTo>
                  <a:lnTo>
                    <a:pt x="3735554" y="623839"/>
                  </a:lnTo>
                  <a:lnTo>
                    <a:pt x="3694522" y="684142"/>
                  </a:lnTo>
                  <a:lnTo>
                    <a:pt x="3654040" y="748232"/>
                  </a:lnTo>
                  <a:lnTo>
                    <a:pt x="3613932" y="816072"/>
                  </a:lnTo>
                  <a:lnTo>
                    <a:pt x="3574056" y="887557"/>
                  </a:lnTo>
                  <a:lnTo>
                    <a:pt x="3534304" y="962517"/>
                  </a:lnTo>
                  <a:lnTo>
                    <a:pt x="3494597" y="1040709"/>
                  </a:lnTo>
                  <a:lnTo>
                    <a:pt x="3454879" y="1121819"/>
                  </a:lnTo>
                  <a:lnTo>
                    <a:pt x="3415119" y="1205467"/>
                  </a:lnTo>
                  <a:lnTo>
                    <a:pt x="3375302" y="1291210"/>
                  </a:lnTo>
                  <a:lnTo>
                    <a:pt x="3335430" y="1378553"/>
                  </a:lnTo>
                  <a:lnTo>
                    <a:pt x="3295517" y="1466959"/>
                  </a:lnTo>
                  <a:lnTo>
                    <a:pt x="3255583" y="1555862"/>
                  </a:lnTo>
                  <a:lnTo>
                    <a:pt x="3215652" y="1644684"/>
                  </a:lnTo>
                  <a:lnTo>
                    <a:pt x="3175749" y="1732848"/>
                  </a:lnTo>
                  <a:lnTo>
                    <a:pt x="3135891" y="1819794"/>
                  </a:lnTo>
                  <a:lnTo>
                    <a:pt x="3096091" y="1904996"/>
                  </a:lnTo>
                  <a:lnTo>
                    <a:pt x="3056345" y="1987973"/>
                  </a:lnTo>
                  <a:lnTo>
                    <a:pt x="3016634" y="2068299"/>
                  </a:lnTo>
                  <a:lnTo>
                    <a:pt x="2976921" y="2145612"/>
                  </a:lnTo>
                  <a:lnTo>
                    <a:pt x="2937144" y="2219617"/>
                  </a:lnTo>
                  <a:lnTo>
                    <a:pt x="2897215" y="2290093"/>
                  </a:lnTo>
                  <a:lnTo>
                    <a:pt x="2857017" y="2356886"/>
                  </a:lnTo>
                  <a:lnTo>
                    <a:pt x="2816400" y="2419914"/>
                  </a:lnTo>
                  <a:lnTo>
                    <a:pt x="2775175" y="2479154"/>
                  </a:lnTo>
                  <a:lnTo>
                    <a:pt x="2733109" y="2534645"/>
                  </a:lnTo>
                  <a:lnTo>
                    <a:pt x="2702183" y="2572277"/>
                  </a:lnTo>
                  <a:lnTo>
                    <a:pt x="2651388" y="2628394"/>
                  </a:lnTo>
                  <a:lnTo>
                    <a:pt x="2598253" y="2679741"/>
                  </a:lnTo>
                  <a:lnTo>
                    <a:pt x="2542140" y="2726481"/>
                  </a:lnTo>
                  <a:lnTo>
                    <a:pt x="2482343" y="2768928"/>
                  </a:lnTo>
                  <a:lnTo>
                    <a:pt x="2418132" y="2807463"/>
                  </a:lnTo>
                  <a:lnTo>
                    <a:pt x="2348787" y="2842484"/>
                  </a:lnTo>
                  <a:lnTo>
                    <a:pt x="2273643" y="2874364"/>
                  </a:lnTo>
                  <a:lnTo>
                    <a:pt x="2192153" y="2903437"/>
                  </a:lnTo>
                  <a:lnTo>
                    <a:pt x="2103966" y="2929983"/>
                  </a:lnTo>
                  <a:lnTo>
                    <a:pt x="2009027" y="2954221"/>
                  </a:lnTo>
                  <a:lnTo>
                    <a:pt x="1907707" y="2976305"/>
                  </a:lnTo>
                  <a:lnTo>
                    <a:pt x="1800928" y="2996328"/>
                  </a:lnTo>
                  <a:lnTo>
                    <a:pt x="1690288" y="3014324"/>
                  </a:lnTo>
                  <a:lnTo>
                    <a:pt x="1578129" y="3030280"/>
                  </a:lnTo>
                  <a:lnTo>
                    <a:pt x="1467513" y="3044159"/>
                  </a:lnTo>
                  <a:lnTo>
                    <a:pt x="1362047" y="3055918"/>
                  </a:lnTo>
                  <a:lnTo>
                    <a:pt x="1265553" y="3065546"/>
                  </a:lnTo>
                  <a:lnTo>
                    <a:pt x="1181591" y="3073090"/>
                  </a:lnTo>
                  <a:lnTo>
                    <a:pt x="1112919" y="3078675"/>
                  </a:lnTo>
                  <a:lnTo>
                    <a:pt x="1061016" y="3082512"/>
                  </a:lnTo>
                  <a:lnTo>
                    <a:pt x="1025777" y="3084890"/>
                  </a:lnTo>
                  <a:lnTo>
                    <a:pt x="1005439" y="3086145"/>
                  </a:lnTo>
                  <a:lnTo>
                    <a:pt x="996704" y="3086640"/>
                  </a:lnTo>
                  <a:lnTo>
                    <a:pt x="994947" y="3086733"/>
                  </a:lnTo>
                  <a:lnTo>
                    <a:pt x="994940" y="3086733"/>
                  </a:lnTo>
                  <a:lnTo>
                    <a:pt x="0" y="3086733"/>
                  </a:lnTo>
                  <a:lnTo>
                    <a:pt x="0" y="30867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5" name="pg1784"/>
            <p:cNvSpPr/>
            <p:nvPr/>
          </p:nvSpPr>
          <p:spPr>
            <a:xfrm>
              <a:off x="1199187" y="2751168"/>
              <a:ext cx="12049831" cy="3102455"/>
            </a:xfrm>
            <a:custGeom>
              <a:avLst/>
              <a:pathLst>
                <a:path w="12049831" h="3102455">
                  <a:moveTo>
                    <a:pt x="0" y="3102455"/>
                  </a:moveTo>
                  <a:lnTo>
                    <a:pt x="994940" y="3102455"/>
                  </a:lnTo>
                  <a:lnTo>
                    <a:pt x="996074" y="3102444"/>
                  </a:lnTo>
                  <a:lnTo>
                    <a:pt x="1003557" y="3102367"/>
                  </a:lnTo>
                  <a:lnTo>
                    <a:pt x="1022521" y="3102155"/>
                  </a:lnTo>
                  <a:lnTo>
                    <a:pt x="1056677" y="3101737"/>
                  </a:lnTo>
                  <a:lnTo>
                    <a:pt x="1108095" y="3101045"/>
                  </a:lnTo>
                  <a:lnTo>
                    <a:pt x="1177049" y="3100024"/>
                  </a:lnTo>
                  <a:lnTo>
                    <a:pt x="1262077" y="3098630"/>
                  </a:lnTo>
                  <a:lnTo>
                    <a:pt x="1360299" y="3096838"/>
                  </a:lnTo>
                  <a:lnTo>
                    <a:pt x="1467945" y="3094639"/>
                  </a:lnTo>
                  <a:lnTo>
                    <a:pt x="1580947" y="3092035"/>
                  </a:lnTo>
                  <a:lnTo>
                    <a:pt x="1695470" y="3089033"/>
                  </a:lnTo>
                  <a:lnTo>
                    <a:pt x="1808283" y="3085642"/>
                  </a:lnTo>
                  <a:lnTo>
                    <a:pt x="1916935" y="3081863"/>
                  </a:lnTo>
                  <a:lnTo>
                    <a:pt x="2019786" y="3077688"/>
                  </a:lnTo>
                  <a:lnTo>
                    <a:pt x="2115914" y="3073100"/>
                  </a:lnTo>
                  <a:lnTo>
                    <a:pt x="2204990" y="3068065"/>
                  </a:lnTo>
                  <a:lnTo>
                    <a:pt x="2287120" y="3062539"/>
                  </a:lnTo>
                  <a:lnTo>
                    <a:pt x="2362721" y="3056466"/>
                  </a:lnTo>
                  <a:lnTo>
                    <a:pt x="2432402" y="3049779"/>
                  </a:lnTo>
                  <a:lnTo>
                    <a:pt x="2496889" y="3042404"/>
                  </a:lnTo>
                  <a:lnTo>
                    <a:pt x="2556953" y="3034263"/>
                  </a:lnTo>
                  <a:lnTo>
                    <a:pt x="2613371" y="3025284"/>
                  </a:lnTo>
                  <a:lnTo>
                    <a:pt x="2666876" y="3015412"/>
                  </a:lnTo>
                  <a:lnTo>
                    <a:pt x="2702183" y="3008123"/>
                  </a:lnTo>
                  <a:lnTo>
                    <a:pt x="2762226" y="2994278"/>
                  </a:lnTo>
                  <a:lnTo>
                    <a:pt x="2820426" y="2979078"/>
                  </a:lnTo>
                  <a:lnTo>
                    <a:pt x="2877453" y="2962501"/>
                  </a:lnTo>
                  <a:lnTo>
                    <a:pt x="2933802" y="2944568"/>
                  </a:lnTo>
                  <a:lnTo>
                    <a:pt x="2989829" y="2925347"/>
                  </a:lnTo>
                  <a:lnTo>
                    <a:pt x="3045769" y="2904957"/>
                  </a:lnTo>
                  <a:lnTo>
                    <a:pt x="3101761" y="2883566"/>
                  </a:lnTo>
                  <a:lnTo>
                    <a:pt x="3157860" y="2861391"/>
                  </a:lnTo>
                  <a:lnTo>
                    <a:pt x="3214061" y="2838686"/>
                  </a:lnTo>
                  <a:lnTo>
                    <a:pt x="3270317" y="2815734"/>
                  </a:lnTo>
                  <a:lnTo>
                    <a:pt x="3326563" y="2792830"/>
                  </a:lnTo>
                  <a:lnTo>
                    <a:pt x="3382734" y="2770267"/>
                  </a:lnTo>
                  <a:lnTo>
                    <a:pt x="3438797" y="2748320"/>
                  </a:lnTo>
                  <a:lnTo>
                    <a:pt x="3494762" y="2727232"/>
                  </a:lnTo>
                  <a:lnTo>
                    <a:pt x="3550710" y="2707205"/>
                  </a:lnTo>
                  <a:lnTo>
                    <a:pt x="3606810" y="2688391"/>
                  </a:lnTo>
                  <a:lnTo>
                    <a:pt x="3663334" y="2670893"/>
                  </a:lnTo>
                  <a:lnTo>
                    <a:pt x="3720680" y="2654762"/>
                  </a:lnTo>
                  <a:lnTo>
                    <a:pt x="3779395" y="2640006"/>
                  </a:lnTo>
                  <a:lnTo>
                    <a:pt x="3820202" y="2630798"/>
                  </a:lnTo>
                  <a:lnTo>
                    <a:pt x="3872097" y="2620300"/>
                  </a:lnTo>
                  <a:lnTo>
                    <a:pt x="3926444" y="2610713"/>
                  </a:lnTo>
                  <a:lnTo>
                    <a:pt x="3983929" y="2602005"/>
                  </a:lnTo>
                  <a:lnTo>
                    <a:pt x="4045303" y="2594114"/>
                  </a:lnTo>
                  <a:lnTo>
                    <a:pt x="4111344" y="2586964"/>
                  </a:lnTo>
                  <a:lnTo>
                    <a:pt x="4182817" y="2580479"/>
                  </a:lnTo>
                  <a:lnTo>
                    <a:pt x="4260416" y="2574585"/>
                  </a:lnTo>
                  <a:lnTo>
                    <a:pt x="4344702" y="2569219"/>
                  </a:lnTo>
                  <a:lnTo>
                    <a:pt x="4436007" y="2564329"/>
                  </a:lnTo>
                  <a:lnTo>
                    <a:pt x="4534314" y="2559874"/>
                  </a:lnTo>
                  <a:lnTo>
                    <a:pt x="4639124" y="2555826"/>
                  </a:lnTo>
                  <a:lnTo>
                    <a:pt x="4749302" y="2552169"/>
                  </a:lnTo>
                  <a:lnTo>
                    <a:pt x="4862957" y="2548900"/>
                  </a:lnTo>
                  <a:lnTo>
                    <a:pt x="4977383" y="2546023"/>
                  </a:lnTo>
                  <a:lnTo>
                    <a:pt x="5089131" y="2543545"/>
                  </a:lnTo>
                  <a:lnTo>
                    <a:pt x="5194244" y="2541475"/>
                  </a:lnTo>
                  <a:lnTo>
                    <a:pt x="5288685" y="2539810"/>
                  </a:lnTo>
                  <a:lnTo>
                    <a:pt x="5368900" y="2538537"/>
                  </a:lnTo>
                  <a:lnTo>
                    <a:pt x="5432408" y="2537625"/>
                  </a:lnTo>
                  <a:lnTo>
                    <a:pt x="5478271" y="2537026"/>
                  </a:lnTo>
                  <a:lnTo>
                    <a:pt x="5507334" y="2536680"/>
                  </a:lnTo>
                  <a:lnTo>
                    <a:pt x="5522209" y="2536519"/>
                  </a:lnTo>
                  <a:lnTo>
                    <a:pt x="5527075" y="2536470"/>
                  </a:lnTo>
                  <a:lnTo>
                    <a:pt x="5527445" y="2536466"/>
                  </a:lnTo>
                  <a:lnTo>
                    <a:pt x="6522385" y="2536466"/>
                  </a:lnTo>
                  <a:lnTo>
                    <a:pt x="6523474" y="2536420"/>
                  </a:lnTo>
                  <a:lnTo>
                    <a:pt x="6530660" y="2536092"/>
                  </a:lnTo>
                  <a:lnTo>
                    <a:pt x="6548893" y="2535184"/>
                  </a:lnTo>
                  <a:lnTo>
                    <a:pt x="6581782" y="2533394"/>
                  </a:lnTo>
                  <a:lnTo>
                    <a:pt x="6631394" y="2530435"/>
                  </a:lnTo>
                  <a:lnTo>
                    <a:pt x="6698100" y="2526059"/>
                  </a:lnTo>
                  <a:lnTo>
                    <a:pt x="6780616" y="2520078"/>
                  </a:lnTo>
                  <a:lnTo>
                    <a:pt x="6876284" y="2512378"/>
                  </a:lnTo>
                  <a:lnTo>
                    <a:pt x="6981549" y="2502912"/>
                  </a:lnTo>
                  <a:lnTo>
                    <a:pt x="7092514" y="2491684"/>
                  </a:lnTo>
                  <a:lnTo>
                    <a:pt x="7205446" y="2478727"/>
                  </a:lnTo>
                  <a:lnTo>
                    <a:pt x="7317147" y="2464075"/>
                  </a:lnTo>
                  <a:lnTo>
                    <a:pt x="7425142" y="2447741"/>
                  </a:lnTo>
                  <a:lnTo>
                    <a:pt x="7527726" y="2429701"/>
                  </a:lnTo>
                  <a:lnTo>
                    <a:pt x="7623898" y="2409883"/>
                  </a:lnTo>
                  <a:lnTo>
                    <a:pt x="7713237" y="2388163"/>
                  </a:lnTo>
                  <a:lnTo>
                    <a:pt x="7795770" y="2364360"/>
                  </a:lnTo>
                  <a:lnTo>
                    <a:pt x="7871835" y="2338245"/>
                  </a:lnTo>
                  <a:lnTo>
                    <a:pt x="7941983" y="2309543"/>
                  </a:lnTo>
                  <a:lnTo>
                    <a:pt x="8006887" y="2277940"/>
                  </a:lnTo>
                  <a:lnTo>
                    <a:pt x="8067279" y="2243107"/>
                  </a:lnTo>
                  <a:lnTo>
                    <a:pt x="8123908" y="2204724"/>
                  </a:lnTo>
                  <a:lnTo>
                    <a:pt x="8177493" y="2162525"/>
                  </a:lnTo>
                  <a:lnTo>
                    <a:pt x="8228691" y="2116370"/>
                  </a:lnTo>
                  <a:lnTo>
                    <a:pt x="8229629" y="2115469"/>
                  </a:lnTo>
                  <a:lnTo>
                    <a:pt x="8275699" y="2068796"/>
                  </a:lnTo>
                  <a:lnTo>
                    <a:pt x="8320589" y="2018617"/>
                  </a:lnTo>
                  <a:lnTo>
                    <a:pt x="8364627" y="1964863"/>
                  </a:lnTo>
                  <a:lnTo>
                    <a:pt x="8408078" y="1907521"/>
                  </a:lnTo>
                  <a:lnTo>
                    <a:pt x="8451149" y="1846649"/>
                  </a:lnTo>
                  <a:lnTo>
                    <a:pt x="8494003" y="1782374"/>
                  </a:lnTo>
                  <a:lnTo>
                    <a:pt x="8536759" y="1714904"/>
                  </a:lnTo>
                  <a:lnTo>
                    <a:pt x="8579501" y="1644521"/>
                  </a:lnTo>
                  <a:lnTo>
                    <a:pt x="8622279" y="1571585"/>
                  </a:lnTo>
                  <a:lnTo>
                    <a:pt x="8665120" y="1496527"/>
                  </a:lnTo>
                  <a:lnTo>
                    <a:pt x="8708026" y="1419837"/>
                  </a:lnTo>
                  <a:lnTo>
                    <a:pt x="8750984" y="1342056"/>
                  </a:lnTo>
                  <a:lnTo>
                    <a:pt x="8793968" y="1263758"/>
                  </a:lnTo>
                  <a:lnTo>
                    <a:pt x="8836948" y="1185533"/>
                  </a:lnTo>
                  <a:lnTo>
                    <a:pt x="8879895" y="1107970"/>
                  </a:lnTo>
                  <a:lnTo>
                    <a:pt x="8922786" y="1031636"/>
                  </a:lnTo>
                  <a:lnTo>
                    <a:pt x="8965610" y="957060"/>
                  </a:lnTo>
                  <a:lnTo>
                    <a:pt x="9008376" y="884720"/>
                  </a:lnTo>
                  <a:lnTo>
                    <a:pt x="9051115" y="815029"/>
                  </a:lnTo>
                  <a:lnTo>
                    <a:pt x="9093886" y="748327"/>
                  </a:lnTo>
                  <a:lnTo>
                    <a:pt x="9136782" y="684881"/>
                  </a:lnTo>
                  <a:lnTo>
                    <a:pt x="9179931" y="624874"/>
                  </a:lnTo>
                  <a:lnTo>
                    <a:pt x="9223506" y="568420"/>
                  </a:lnTo>
                  <a:lnTo>
                    <a:pt x="9267728" y="515555"/>
                  </a:lnTo>
                  <a:lnTo>
                    <a:pt x="9312877" y="466255"/>
                  </a:lnTo>
                  <a:lnTo>
                    <a:pt x="9347647" y="431478"/>
                  </a:lnTo>
                  <a:lnTo>
                    <a:pt x="9398806" y="385249"/>
                  </a:lnTo>
                  <a:lnTo>
                    <a:pt x="9452341" y="342977"/>
                  </a:lnTo>
                  <a:lnTo>
                    <a:pt x="9508906" y="304524"/>
                  </a:lnTo>
                  <a:lnTo>
                    <a:pt x="9569221" y="269628"/>
                  </a:lnTo>
                  <a:lnTo>
                    <a:pt x="9634033" y="237968"/>
                  </a:lnTo>
                  <a:lnTo>
                    <a:pt x="9704077" y="209214"/>
                  </a:lnTo>
                  <a:lnTo>
                    <a:pt x="9780026" y="183054"/>
                  </a:lnTo>
                  <a:lnTo>
                    <a:pt x="9862433" y="159210"/>
                  </a:lnTo>
                  <a:lnTo>
                    <a:pt x="9951644" y="137452"/>
                  </a:lnTo>
                  <a:lnTo>
                    <a:pt x="10047690" y="117600"/>
                  </a:lnTo>
                  <a:lnTo>
                    <a:pt x="10150162" y="99528"/>
                  </a:lnTo>
                  <a:lnTo>
                    <a:pt x="10258069" y="83163"/>
                  </a:lnTo>
                  <a:lnTo>
                    <a:pt x="10369721" y="68479"/>
                  </a:lnTo>
                  <a:lnTo>
                    <a:pt x="10482657" y="55490"/>
                  </a:lnTo>
                  <a:lnTo>
                    <a:pt x="10593692" y="44229"/>
                  </a:lnTo>
                  <a:lnTo>
                    <a:pt x="10699099" y="34730"/>
                  </a:lnTo>
                  <a:lnTo>
                    <a:pt x="10794982" y="26997"/>
                  </a:lnTo>
                  <a:lnTo>
                    <a:pt x="10877772" y="20985"/>
                  </a:lnTo>
                  <a:lnTo>
                    <a:pt x="10944790" y="16580"/>
                  </a:lnTo>
                  <a:lnTo>
                    <a:pt x="10994724" y="13597"/>
                  </a:lnTo>
                  <a:lnTo>
                    <a:pt x="11027912" y="11788"/>
                  </a:lnTo>
                  <a:lnTo>
                    <a:pt x="11046390" y="10866"/>
                  </a:lnTo>
                  <a:lnTo>
                    <a:pt x="11053742" y="10530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3" y="46"/>
                  </a:lnTo>
                  <a:lnTo>
                    <a:pt x="11046617" y="374"/>
                  </a:lnTo>
                  <a:lnTo>
                    <a:pt x="11028384" y="1282"/>
                  </a:lnTo>
                  <a:lnTo>
                    <a:pt x="10995495" y="3072"/>
                  </a:lnTo>
                  <a:lnTo>
                    <a:pt x="10945883" y="6031"/>
                  </a:lnTo>
                  <a:lnTo>
                    <a:pt x="10879177" y="10407"/>
                  </a:lnTo>
                  <a:lnTo>
                    <a:pt x="10796661" y="16388"/>
                  </a:lnTo>
                  <a:lnTo>
                    <a:pt x="10700992" y="24088"/>
                  </a:lnTo>
                  <a:lnTo>
                    <a:pt x="10595727" y="33554"/>
                  </a:lnTo>
                  <a:lnTo>
                    <a:pt x="10484763" y="44782"/>
                  </a:lnTo>
                  <a:lnTo>
                    <a:pt x="10371830" y="57739"/>
                  </a:lnTo>
                  <a:lnTo>
                    <a:pt x="10260130" y="72391"/>
                  </a:lnTo>
                  <a:lnTo>
                    <a:pt x="10152135" y="88725"/>
                  </a:lnTo>
                  <a:lnTo>
                    <a:pt x="10049550" y="106765"/>
                  </a:lnTo>
                  <a:lnTo>
                    <a:pt x="9953378" y="126583"/>
                  </a:lnTo>
                  <a:lnTo>
                    <a:pt x="9864039" y="148303"/>
                  </a:lnTo>
                  <a:lnTo>
                    <a:pt x="9781507" y="172106"/>
                  </a:lnTo>
                  <a:lnTo>
                    <a:pt x="9705441" y="198221"/>
                  </a:lnTo>
                  <a:lnTo>
                    <a:pt x="9635293" y="226923"/>
                  </a:lnTo>
                  <a:lnTo>
                    <a:pt x="9570390" y="258526"/>
                  </a:lnTo>
                  <a:lnTo>
                    <a:pt x="9509997" y="293358"/>
                  </a:lnTo>
                  <a:lnTo>
                    <a:pt x="9453369" y="331742"/>
                  </a:lnTo>
                  <a:lnTo>
                    <a:pt x="9399784" y="373941"/>
                  </a:lnTo>
                  <a:lnTo>
                    <a:pt x="9348586" y="420096"/>
                  </a:lnTo>
                  <a:lnTo>
                    <a:pt x="9347647" y="420997"/>
                  </a:lnTo>
                  <a:lnTo>
                    <a:pt x="9301578" y="467670"/>
                  </a:lnTo>
                  <a:lnTo>
                    <a:pt x="9256688" y="517848"/>
                  </a:lnTo>
                  <a:lnTo>
                    <a:pt x="9212649" y="571603"/>
                  </a:lnTo>
                  <a:lnTo>
                    <a:pt x="9169199" y="628945"/>
                  </a:lnTo>
                  <a:lnTo>
                    <a:pt x="9126127" y="689817"/>
                  </a:lnTo>
                  <a:lnTo>
                    <a:pt x="9083273" y="754091"/>
                  </a:lnTo>
                  <a:lnTo>
                    <a:pt x="9040517" y="821562"/>
                  </a:lnTo>
                  <a:lnTo>
                    <a:pt x="8997776" y="891945"/>
                  </a:lnTo>
                  <a:lnTo>
                    <a:pt x="8954997" y="964881"/>
                  </a:lnTo>
                  <a:lnTo>
                    <a:pt x="8912156" y="1039939"/>
                  </a:lnTo>
                  <a:lnTo>
                    <a:pt x="8869250" y="1116629"/>
                  </a:lnTo>
                  <a:lnTo>
                    <a:pt x="8826292" y="1194410"/>
                  </a:lnTo>
                  <a:lnTo>
                    <a:pt x="8783308" y="1272708"/>
                  </a:lnTo>
                  <a:lnTo>
                    <a:pt x="8740328" y="1350932"/>
                  </a:lnTo>
                  <a:lnTo>
                    <a:pt x="8697381" y="1428495"/>
                  </a:lnTo>
                  <a:lnTo>
                    <a:pt x="8654491" y="1504830"/>
                  </a:lnTo>
                  <a:lnTo>
                    <a:pt x="8611666" y="1579406"/>
                  </a:lnTo>
                  <a:lnTo>
                    <a:pt x="8568900" y="1651746"/>
                  </a:lnTo>
                  <a:lnTo>
                    <a:pt x="8526161" y="1721437"/>
                  </a:lnTo>
                  <a:lnTo>
                    <a:pt x="8483390" y="1788139"/>
                  </a:lnTo>
                  <a:lnTo>
                    <a:pt x="8440495" y="1851585"/>
                  </a:lnTo>
                  <a:lnTo>
                    <a:pt x="8397346" y="1911591"/>
                  </a:lnTo>
                  <a:lnTo>
                    <a:pt x="8353771" y="1968046"/>
                  </a:lnTo>
                  <a:lnTo>
                    <a:pt x="8309548" y="2020911"/>
                  </a:lnTo>
                  <a:lnTo>
                    <a:pt x="8264399" y="2070211"/>
                  </a:lnTo>
                  <a:lnTo>
                    <a:pt x="8229629" y="2104988"/>
                  </a:lnTo>
                  <a:lnTo>
                    <a:pt x="8178470" y="2151217"/>
                  </a:lnTo>
                  <a:lnTo>
                    <a:pt x="8124936" y="2193489"/>
                  </a:lnTo>
                  <a:lnTo>
                    <a:pt x="8068371" y="2231942"/>
                  </a:lnTo>
                  <a:lnTo>
                    <a:pt x="8008055" y="2266838"/>
                  </a:lnTo>
                  <a:lnTo>
                    <a:pt x="7943243" y="2298498"/>
                  </a:lnTo>
                  <a:lnTo>
                    <a:pt x="7873200" y="2327252"/>
                  </a:lnTo>
                  <a:lnTo>
                    <a:pt x="7797250" y="2353412"/>
                  </a:lnTo>
                  <a:lnTo>
                    <a:pt x="7714843" y="2377256"/>
                  </a:lnTo>
                  <a:lnTo>
                    <a:pt x="7625632" y="2399014"/>
                  </a:lnTo>
                  <a:lnTo>
                    <a:pt x="7529586" y="2418866"/>
                  </a:lnTo>
                  <a:lnTo>
                    <a:pt x="7427114" y="2436938"/>
                  </a:lnTo>
                  <a:lnTo>
                    <a:pt x="7319207" y="2453303"/>
                  </a:lnTo>
                  <a:lnTo>
                    <a:pt x="7207556" y="2467987"/>
                  </a:lnTo>
                  <a:lnTo>
                    <a:pt x="7094619" y="2480976"/>
                  </a:lnTo>
                  <a:lnTo>
                    <a:pt x="6983585" y="2492237"/>
                  </a:lnTo>
                  <a:lnTo>
                    <a:pt x="6878177" y="2501736"/>
                  </a:lnTo>
                  <a:lnTo>
                    <a:pt x="6782295" y="2509469"/>
                  </a:lnTo>
                  <a:lnTo>
                    <a:pt x="6699504" y="2515481"/>
                  </a:lnTo>
                  <a:lnTo>
                    <a:pt x="6632486" y="2519886"/>
                  </a:lnTo>
                  <a:lnTo>
                    <a:pt x="6582553" y="2522869"/>
                  </a:lnTo>
                  <a:lnTo>
                    <a:pt x="6549365" y="2524678"/>
                  </a:lnTo>
                  <a:lnTo>
                    <a:pt x="6530886" y="2525600"/>
                  </a:lnTo>
                  <a:lnTo>
                    <a:pt x="6523535" y="2525936"/>
                  </a:lnTo>
                  <a:lnTo>
                    <a:pt x="6522385" y="2525985"/>
                  </a:lnTo>
                  <a:lnTo>
                    <a:pt x="5527445" y="2525985"/>
                  </a:lnTo>
                  <a:lnTo>
                    <a:pt x="5526311" y="2525996"/>
                  </a:lnTo>
                  <a:lnTo>
                    <a:pt x="5518828" y="2526073"/>
                  </a:lnTo>
                  <a:lnTo>
                    <a:pt x="5499864" y="2526285"/>
                  </a:lnTo>
                  <a:lnTo>
                    <a:pt x="5465708" y="2526703"/>
                  </a:lnTo>
                  <a:lnTo>
                    <a:pt x="5414290" y="2527395"/>
                  </a:lnTo>
                  <a:lnTo>
                    <a:pt x="5345336" y="2528416"/>
                  </a:lnTo>
                  <a:lnTo>
                    <a:pt x="5260308" y="2529810"/>
                  </a:lnTo>
                  <a:lnTo>
                    <a:pt x="5162086" y="2531602"/>
                  </a:lnTo>
                  <a:lnTo>
                    <a:pt x="5054440" y="2533801"/>
                  </a:lnTo>
                  <a:lnTo>
                    <a:pt x="4941438" y="2536405"/>
                  </a:lnTo>
                  <a:lnTo>
                    <a:pt x="4826915" y="2539407"/>
                  </a:lnTo>
                  <a:lnTo>
                    <a:pt x="4714102" y="2542798"/>
                  </a:lnTo>
                  <a:lnTo>
                    <a:pt x="4605450" y="2546577"/>
                  </a:lnTo>
                  <a:lnTo>
                    <a:pt x="4502599" y="2550752"/>
                  </a:lnTo>
                  <a:lnTo>
                    <a:pt x="4406471" y="2555340"/>
                  </a:lnTo>
                  <a:lnTo>
                    <a:pt x="4317395" y="2560375"/>
                  </a:lnTo>
                  <a:lnTo>
                    <a:pt x="4235265" y="2565901"/>
                  </a:lnTo>
                  <a:lnTo>
                    <a:pt x="4159664" y="2571974"/>
                  </a:lnTo>
                  <a:lnTo>
                    <a:pt x="4089983" y="2578661"/>
                  </a:lnTo>
                  <a:lnTo>
                    <a:pt x="4025496" y="2586036"/>
                  </a:lnTo>
                  <a:lnTo>
                    <a:pt x="3965432" y="2594177"/>
                  </a:lnTo>
                  <a:lnTo>
                    <a:pt x="3909014" y="2603156"/>
                  </a:lnTo>
                  <a:lnTo>
                    <a:pt x="3855509" y="2613028"/>
                  </a:lnTo>
                  <a:lnTo>
                    <a:pt x="3820202" y="2620317"/>
                  </a:lnTo>
                  <a:lnTo>
                    <a:pt x="3760159" y="2634162"/>
                  </a:lnTo>
                  <a:lnTo>
                    <a:pt x="3701959" y="2649362"/>
                  </a:lnTo>
                  <a:lnTo>
                    <a:pt x="3644932" y="2665939"/>
                  </a:lnTo>
                  <a:lnTo>
                    <a:pt x="3588583" y="2683872"/>
                  </a:lnTo>
                  <a:lnTo>
                    <a:pt x="3532556" y="2703093"/>
                  </a:lnTo>
                  <a:lnTo>
                    <a:pt x="3476616" y="2723483"/>
                  </a:lnTo>
                  <a:lnTo>
                    <a:pt x="3420624" y="2744874"/>
                  </a:lnTo>
                  <a:lnTo>
                    <a:pt x="3364525" y="2767049"/>
                  </a:lnTo>
                  <a:lnTo>
                    <a:pt x="3308324" y="2789754"/>
                  </a:lnTo>
                  <a:lnTo>
                    <a:pt x="3252068" y="2812706"/>
                  </a:lnTo>
                  <a:lnTo>
                    <a:pt x="3195822" y="2835610"/>
                  </a:lnTo>
                  <a:lnTo>
                    <a:pt x="3139651" y="2858173"/>
                  </a:lnTo>
                  <a:lnTo>
                    <a:pt x="3083588" y="2880120"/>
                  </a:lnTo>
                  <a:lnTo>
                    <a:pt x="3027623" y="2901208"/>
                  </a:lnTo>
                  <a:lnTo>
                    <a:pt x="2971675" y="2921235"/>
                  </a:lnTo>
                  <a:lnTo>
                    <a:pt x="2915575" y="2940049"/>
                  </a:lnTo>
                  <a:lnTo>
                    <a:pt x="2859051" y="2957547"/>
                  </a:lnTo>
                  <a:lnTo>
                    <a:pt x="2801705" y="2973678"/>
                  </a:lnTo>
                  <a:lnTo>
                    <a:pt x="2742990" y="2988434"/>
                  </a:lnTo>
                  <a:lnTo>
                    <a:pt x="2702183" y="2997642"/>
                  </a:lnTo>
                  <a:lnTo>
                    <a:pt x="2650288" y="3008140"/>
                  </a:lnTo>
                  <a:lnTo>
                    <a:pt x="2595941" y="3017727"/>
                  </a:lnTo>
                  <a:lnTo>
                    <a:pt x="2538456" y="3026435"/>
                  </a:lnTo>
                  <a:lnTo>
                    <a:pt x="2477082" y="3034326"/>
                  </a:lnTo>
                  <a:lnTo>
                    <a:pt x="2411041" y="3041476"/>
                  </a:lnTo>
                  <a:lnTo>
                    <a:pt x="2339568" y="3047961"/>
                  </a:lnTo>
                  <a:lnTo>
                    <a:pt x="2261969" y="3053855"/>
                  </a:lnTo>
                  <a:lnTo>
                    <a:pt x="2177683" y="3059221"/>
                  </a:lnTo>
                  <a:lnTo>
                    <a:pt x="2086378" y="3064111"/>
                  </a:lnTo>
                  <a:lnTo>
                    <a:pt x="1988071" y="3068566"/>
                  </a:lnTo>
                  <a:lnTo>
                    <a:pt x="1883261" y="3072614"/>
                  </a:lnTo>
                  <a:lnTo>
                    <a:pt x="1773083" y="3076271"/>
                  </a:lnTo>
                  <a:lnTo>
                    <a:pt x="1659428" y="3079540"/>
                  </a:lnTo>
                  <a:lnTo>
                    <a:pt x="1545002" y="3082417"/>
                  </a:lnTo>
                  <a:lnTo>
                    <a:pt x="1433254" y="3084895"/>
                  </a:lnTo>
                  <a:lnTo>
                    <a:pt x="1328141" y="3086965"/>
                  </a:lnTo>
                  <a:lnTo>
                    <a:pt x="1233700" y="3088630"/>
                  </a:lnTo>
                  <a:lnTo>
                    <a:pt x="1153485" y="3089903"/>
                  </a:lnTo>
                  <a:lnTo>
                    <a:pt x="1089977" y="3090815"/>
                  </a:lnTo>
                  <a:lnTo>
                    <a:pt x="1044114" y="3091414"/>
                  </a:lnTo>
                  <a:lnTo>
                    <a:pt x="1015050" y="3091760"/>
                  </a:lnTo>
                  <a:lnTo>
                    <a:pt x="1000176" y="3091921"/>
                  </a:lnTo>
                  <a:lnTo>
                    <a:pt x="995310" y="3091970"/>
                  </a:lnTo>
                  <a:lnTo>
                    <a:pt x="994940" y="3091974"/>
                  </a:lnTo>
                  <a:lnTo>
                    <a:pt x="0" y="3091974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86" name="pl1785"/>
            <p:cNvSpPr/>
            <p:nvPr/>
          </p:nvSpPr>
          <p:spPr>
            <a:xfrm>
              <a:off x="1199187" y="2761649"/>
              <a:ext cx="12049831" cy="3091974"/>
            </a:xfrm>
            <a:custGeom>
              <a:avLst/>
              <a:pathLst>
                <a:path w="12049831" h="3091974">
                  <a:moveTo>
                    <a:pt x="0" y="3091974"/>
                  </a:moveTo>
                  <a:lnTo>
                    <a:pt x="994940" y="3091974"/>
                  </a:lnTo>
                  <a:lnTo>
                    <a:pt x="996074" y="3091963"/>
                  </a:lnTo>
                  <a:lnTo>
                    <a:pt x="1003557" y="3091886"/>
                  </a:lnTo>
                  <a:lnTo>
                    <a:pt x="1022521" y="3091674"/>
                  </a:lnTo>
                  <a:lnTo>
                    <a:pt x="1056677" y="3091255"/>
                  </a:lnTo>
                  <a:lnTo>
                    <a:pt x="1108095" y="3090564"/>
                  </a:lnTo>
                  <a:lnTo>
                    <a:pt x="1177049" y="3089543"/>
                  </a:lnTo>
                  <a:lnTo>
                    <a:pt x="1262077" y="3088149"/>
                  </a:lnTo>
                  <a:lnTo>
                    <a:pt x="1360299" y="3086357"/>
                  </a:lnTo>
                  <a:lnTo>
                    <a:pt x="1467945" y="3084158"/>
                  </a:lnTo>
                  <a:lnTo>
                    <a:pt x="1580947" y="3081553"/>
                  </a:lnTo>
                  <a:lnTo>
                    <a:pt x="1695470" y="3078552"/>
                  </a:lnTo>
                  <a:lnTo>
                    <a:pt x="1808283" y="3075161"/>
                  </a:lnTo>
                  <a:lnTo>
                    <a:pt x="1916935" y="3071382"/>
                  </a:lnTo>
                  <a:lnTo>
                    <a:pt x="2019786" y="3067207"/>
                  </a:lnTo>
                  <a:lnTo>
                    <a:pt x="2115914" y="3062618"/>
                  </a:lnTo>
                  <a:lnTo>
                    <a:pt x="2204990" y="3057583"/>
                  </a:lnTo>
                  <a:lnTo>
                    <a:pt x="2287120" y="3052058"/>
                  </a:lnTo>
                  <a:lnTo>
                    <a:pt x="2362721" y="3045985"/>
                  </a:lnTo>
                  <a:lnTo>
                    <a:pt x="2432402" y="3039298"/>
                  </a:lnTo>
                  <a:lnTo>
                    <a:pt x="2496889" y="3031923"/>
                  </a:lnTo>
                  <a:lnTo>
                    <a:pt x="2556953" y="3023782"/>
                  </a:lnTo>
                  <a:lnTo>
                    <a:pt x="2613371" y="3014803"/>
                  </a:lnTo>
                  <a:lnTo>
                    <a:pt x="2666876" y="3004931"/>
                  </a:lnTo>
                  <a:lnTo>
                    <a:pt x="2702183" y="2997642"/>
                  </a:lnTo>
                  <a:lnTo>
                    <a:pt x="2762226" y="2983797"/>
                  </a:lnTo>
                  <a:lnTo>
                    <a:pt x="2820426" y="2968597"/>
                  </a:lnTo>
                  <a:lnTo>
                    <a:pt x="2877453" y="2952020"/>
                  </a:lnTo>
                  <a:lnTo>
                    <a:pt x="2933802" y="2934087"/>
                  </a:lnTo>
                  <a:lnTo>
                    <a:pt x="2989829" y="2914866"/>
                  </a:lnTo>
                  <a:lnTo>
                    <a:pt x="3045769" y="2894475"/>
                  </a:lnTo>
                  <a:lnTo>
                    <a:pt x="3101761" y="2873085"/>
                  </a:lnTo>
                  <a:lnTo>
                    <a:pt x="3157860" y="2850909"/>
                  </a:lnTo>
                  <a:lnTo>
                    <a:pt x="3214061" y="2828204"/>
                  </a:lnTo>
                  <a:lnTo>
                    <a:pt x="3270317" y="2805252"/>
                  </a:lnTo>
                  <a:lnTo>
                    <a:pt x="3326563" y="2782348"/>
                  </a:lnTo>
                  <a:lnTo>
                    <a:pt x="3382734" y="2759786"/>
                  </a:lnTo>
                  <a:lnTo>
                    <a:pt x="3438797" y="2737838"/>
                  </a:lnTo>
                  <a:lnTo>
                    <a:pt x="3494762" y="2716751"/>
                  </a:lnTo>
                  <a:lnTo>
                    <a:pt x="3550710" y="2696723"/>
                  </a:lnTo>
                  <a:lnTo>
                    <a:pt x="3606810" y="2677910"/>
                  </a:lnTo>
                  <a:lnTo>
                    <a:pt x="3663334" y="2660411"/>
                  </a:lnTo>
                  <a:lnTo>
                    <a:pt x="3720680" y="2644281"/>
                  </a:lnTo>
                  <a:lnTo>
                    <a:pt x="3779395" y="2629525"/>
                  </a:lnTo>
                  <a:lnTo>
                    <a:pt x="3820202" y="2620317"/>
                  </a:lnTo>
                  <a:lnTo>
                    <a:pt x="3872097" y="2609818"/>
                  </a:lnTo>
                  <a:lnTo>
                    <a:pt x="3926444" y="2600232"/>
                  </a:lnTo>
                  <a:lnTo>
                    <a:pt x="3983929" y="2591524"/>
                  </a:lnTo>
                  <a:lnTo>
                    <a:pt x="4045303" y="2583633"/>
                  </a:lnTo>
                  <a:lnTo>
                    <a:pt x="4111344" y="2576483"/>
                  </a:lnTo>
                  <a:lnTo>
                    <a:pt x="4182817" y="2569997"/>
                  </a:lnTo>
                  <a:lnTo>
                    <a:pt x="4260416" y="2564104"/>
                  </a:lnTo>
                  <a:lnTo>
                    <a:pt x="4344702" y="2558738"/>
                  </a:lnTo>
                  <a:lnTo>
                    <a:pt x="4436007" y="2553848"/>
                  </a:lnTo>
                  <a:lnTo>
                    <a:pt x="4534314" y="2549393"/>
                  </a:lnTo>
                  <a:lnTo>
                    <a:pt x="4639124" y="2545344"/>
                  </a:lnTo>
                  <a:lnTo>
                    <a:pt x="4749302" y="2541688"/>
                  </a:lnTo>
                  <a:lnTo>
                    <a:pt x="4862957" y="2538419"/>
                  </a:lnTo>
                  <a:lnTo>
                    <a:pt x="4977383" y="2535541"/>
                  </a:lnTo>
                  <a:lnTo>
                    <a:pt x="5089131" y="2533064"/>
                  </a:lnTo>
                  <a:lnTo>
                    <a:pt x="5194244" y="2530993"/>
                  </a:lnTo>
                  <a:lnTo>
                    <a:pt x="5288685" y="2529329"/>
                  </a:lnTo>
                  <a:lnTo>
                    <a:pt x="5368900" y="2528056"/>
                  </a:lnTo>
                  <a:lnTo>
                    <a:pt x="5432408" y="2527144"/>
                  </a:lnTo>
                  <a:lnTo>
                    <a:pt x="5478271" y="2526545"/>
                  </a:lnTo>
                  <a:lnTo>
                    <a:pt x="5507334" y="2526199"/>
                  </a:lnTo>
                  <a:lnTo>
                    <a:pt x="5522209" y="2526037"/>
                  </a:lnTo>
                  <a:lnTo>
                    <a:pt x="5527075" y="2525989"/>
                  </a:lnTo>
                  <a:lnTo>
                    <a:pt x="5527445" y="2525985"/>
                  </a:lnTo>
                  <a:lnTo>
                    <a:pt x="6522385" y="2525985"/>
                  </a:lnTo>
                  <a:lnTo>
                    <a:pt x="6523474" y="2525939"/>
                  </a:lnTo>
                  <a:lnTo>
                    <a:pt x="6530660" y="2525610"/>
                  </a:lnTo>
                  <a:lnTo>
                    <a:pt x="6548893" y="2524703"/>
                  </a:lnTo>
                  <a:lnTo>
                    <a:pt x="6581782" y="2522913"/>
                  </a:lnTo>
                  <a:lnTo>
                    <a:pt x="6631394" y="2519954"/>
                  </a:lnTo>
                  <a:lnTo>
                    <a:pt x="6698100" y="2515578"/>
                  </a:lnTo>
                  <a:lnTo>
                    <a:pt x="6780616" y="2509597"/>
                  </a:lnTo>
                  <a:lnTo>
                    <a:pt x="6876284" y="2501897"/>
                  </a:lnTo>
                  <a:lnTo>
                    <a:pt x="6981549" y="2492430"/>
                  </a:lnTo>
                  <a:lnTo>
                    <a:pt x="7092514" y="2481203"/>
                  </a:lnTo>
                  <a:lnTo>
                    <a:pt x="7205446" y="2468245"/>
                  </a:lnTo>
                  <a:lnTo>
                    <a:pt x="7317147" y="2453593"/>
                  </a:lnTo>
                  <a:lnTo>
                    <a:pt x="7425142" y="2437260"/>
                  </a:lnTo>
                  <a:lnTo>
                    <a:pt x="7527726" y="2419220"/>
                  </a:lnTo>
                  <a:lnTo>
                    <a:pt x="7623898" y="2399402"/>
                  </a:lnTo>
                  <a:lnTo>
                    <a:pt x="7713237" y="2377681"/>
                  </a:lnTo>
                  <a:lnTo>
                    <a:pt x="7795770" y="2353879"/>
                  </a:lnTo>
                  <a:lnTo>
                    <a:pt x="7871835" y="2327764"/>
                  </a:lnTo>
                  <a:lnTo>
                    <a:pt x="7941983" y="2299061"/>
                  </a:lnTo>
                  <a:lnTo>
                    <a:pt x="8006887" y="2267459"/>
                  </a:lnTo>
                  <a:lnTo>
                    <a:pt x="8067279" y="2232626"/>
                  </a:lnTo>
                  <a:lnTo>
                    <a:pt x="8123908" y="2194243"/>
                  </a:lnTo>
                  <a:lnTo>
                    <a:pt x="8177493" y="2152044"/>
                  </a:lnTo>
                  <a:lnTo>
                    <a:pt x="8228691" y="2105888"/>
                  </a:lnTo>
                  <a:lnTo>
                    <a:pt x="8229629" y="2104988"/>
                  </a:lnTo>
                  <a:lnTo>
                    <a:pt x="8275699" y="2058315"/>
                  </a:lnTo>
                  <a:lnTo>
                    <a:pt x="8320589" y="2008136"/>
                  </a:lnTo>
                  <a:lnTo>
                    <a:pt x="8364627" y="1954382"/>
                  </a:lnTo>
                  <a:lnTo>
                    <a:pt x="8408078" y="1897040"/>
                  </a:lnTo>
                  <a:lnTo>
                    <a:pt x="8451149" y="1836167"/>
                  </a:lnTo>
                  <a:lnTo>
                    <a:pt x="8494003" y="1771893"/>
                  </a:lnTo>
                  <a:lnTo>
                    <a:pt x="8536759" y="1704423"/>
                  </a:lnTo>
                  <a:lnTo>
                    <a:pt x="8579501" y="1634040"/>
                  </a:lnTo>
                  <a:lnTo>
                    <a:pt x="8622279" y="1561104"/>
                  </a:lnTo>
                  <a:lnTo>
                    <a:pt x="8665120" y="1486045"/>
                  </a:lnTo>
                  <a:lnTo>
                    <a:pt x="8708026" y="1409355"/>
                  </a:lnTo>
                  <a:lnTo>
                    <a:pt x="8750984" y="1331574"/>
                  </a:lnTo>
                  <a:lnTo>
                    <a:pt x="8793968" y="1253277"/>
                  </a:lnTo>
                  <a:lnTo>
                    <a:pt x="8836948" y="1175052"/>
                  </a:lnTo>
                  <a:lnTo>
                    <a:pt x="8879895" y="1097489"/>
                  </a:lnTo>
                  <a:lnTo>
                    <a:pt x="8922786" y="1021155"/>
                  </a:lnTo>
                  <a:lnTo>
                    <a:pt x="8965610" y="946579"/>
                  </a:lnTo>
                  <a:lnTo>
                    <a:pt x="9008376" y="874239"/>
                  </a:lnTo>
                  <a:lnTo>
                    <a:pt x="9051115" y="804547"/>
                  </a:lnTo>
                  <a:lnTo>
                    <a:pt x="9093886" y="737846"/>
                  </a:lnTo>
                  <a:lnTo>
                    <a:pt x="9136782" y="674399"/>
                  </a:lnTo>
                  <a:lnTo>
                    <a:pt x="9179931" y="614393"/>
                  </a:lnTo>
                  <a:lnTo>
                    <a:pt x="9223506" y="557938"/>
                  </a:lnTo>
                  <a:lnTo>
                    <a:pt x="9267728" y="505074"/>
                  </a:lnTo>
                  <a:lnTo>
                    <a:pt x="9312877" y="455774"/>
                  </a:lnTo>
                  <a:lnTo>
                    <a:pt x="9347647" y="420997"/>
                  </a:lnTo>
                  <a:lnTo>
                    <a:pt x="9398806" y="374768"/>
                  </a:lnTo>
                  <a:lnTo>
                    <a:pt x="9452341" y="332495"/>
                  </a:lnTo>
                  <a:lnTo>
                    <a:pt x="9508906" y="294043"/>
                  </a:lnTo>
                  <a:lnTo>
                    <a:pt x="9569221" y="259147"/>
                  </a:lnTo>
                  <a:lnTo>
                    <a:pt x="9634033" y="227487"/>
                  </a:lnTo>
                  <a:lnTo>
                    <a:pt x="9704077" y="198733"/>
                  </a:lnTo>
                  <a:lnTo>
                    <a:pt x="9780026" y="172572"/>
                  </a:lnTo>
                  <a:lnTo>
                    <a:pt x="9862433" y="148729"/>
                  </a:lnTo>
                  <a:lnTo>
                    <a:pt x="9951644" y="126971"/>
                  </a:lnTo>
                  <a:lnTo>
                    <a:pt x="10047690" y="107119"/>
                  </a:lnTo>
                  <a:lnTo>
                    <a:pt x="10150162" y="89047"/>
                  </a:lnTo>
                  <a:lnTo>
                    <a:pt x="10258069" y="72681"/>
                  </a:lnTo>
                  <a:lnTo>
                    <a:pt x="10369721" y="57998"/>
                  </a:lnTo>
                  <a:lnTo>
                    <a:pt x="10482657" y="45009"/>
                  </a:lnTo>
                  <a:lnTo>
                    <a:pt x="10593692" y="33748"/>
                  </a:lnTo>
                  <a:lnTo>
                    <a:pt x="10699099" y="24248"/>
                  </a:lnTo>
                  <a:lnTo>
                    <a:pt x="10794982" y="16516"/>
                  </a:lnTo>
                  <a:lnTo>
                    <a:pt x="10877772" y="10504"/>
                  </a:lnTo>
                  <a:lnTo>
                    <a:pt x="10944790" y="6099"/>
                  </a:lnTo>
                  <a:lnTo>
                    <a:pt x="10994724" y="3115"/>
                  </a:lnTo>
                  <a:lnTo>
                    <a:pt x="11027912" y="1307"/>
                  </a:lnTo>
                  <a:lnTo>
                    <a:pt x="11046390" y="385"/>
                  </a:lnTo>
                  <a:lnTo>
                    <a:pt x="11053742" y="48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7" name="pl1786"/>
            <p:cNvSpPr/>
            <p:nvPr/>
          </p:nvSpPr>
          <p:spPr>
            <a:xfrm>
              <a:off x="1199187" y="2751168"/>
              <a:ext cx="12049831" cy="3091974"/>
            </a:xfrm>
            <a:custGeom>
              <a:avLst/>
              <a:pathLst>
                <a:path w="12049831" h="3091974">
                  <a:moveTo>
                    <a:pt x="12049831" y="0"/>
                  </a:moveTo>
                  <a:lnTo>
                    <a:pt x="11054891" y="0"/>
                  </a:lnTo>
                  <a:lnTo>
                    <a:pt x="11053803" y="46"/>
                  </a:lnTo>
                  <a:lnTo>
                    <a:pt x="11046617" y="374"/>
                  </a:lnTo>
                  <a:lnTo>
                    <a:pt x="11028384" y="1282"/>
                  </a:lnTo>
                  <a:lnTo>
                    <a:pt x="10995495" y="3072"/>
                  </a:lnTo>
                  <a:lnTo>
                    <a:pt x="10945883" y="6031"/>
                  </a:lnTo>
                  <a:lnTo>
                    <a:pt x="10879177" y="10407"/>
                  </a:lnTo>
                  <a:lnTo>
                    <a:pt x="10796661" y="16388"/>
                  </a:lnTo>
                  <a:lnTo>
                    <a:pt x="10700992" y="24088"/>
                  </a:lnTo>
                  <a:lnTo>
                    <a:pt x="10595727" y="33554"/>
                  </a:lnTo>
                  <a:lnTo>
                    <a:pt x="10484763" y="44782"/>
                  </a:lnTo>
                  <a:lnTo>
                    <a:pt x="10371830" y="57739"/>
                  </a:lnTo>
                  <a:lnTo>
                    <a:pt x="10260130" y="72391"/>
                  </a:lnTo>
                  <a:lnTo>
                    <a:pt x="10152135" y="88725"/>
                  </a:lnTo>
                  <a:lnTo>
                    <a:pt x="10049550" y="106765"/>
                  </a:lnTo>
                  <a:lnTo>
                    <a:pt x="9953378" y="126583"/>
                  </a:lnTo>
                  <a:lnTo>
                    <a:pt x="9864039" y="148303"/>
                  </a:lnTo>
                  <a:lnTo>
                    <a:pt x="9781507" y="172106"/>
                  </a:lnTo>
                  <a:lnTo>
                    <a:pt x="9705441" y="198221"/>
                  </a:lnTo>
                  <a:lnTo>
                    <a:pt x="9635293" y="226923"/>
                  </a:lnTo>
                  <a:lnTo>
                    <a:pt x="9570390" y="258526"/>
                  </a:lnTo>
                  <a:lnTo>
                    <a:pt x="9509997" y="293358"/>
                  </a:lnTo>
                  <a:lnTo>
                    <a:pt x="9453369" y="331742"/>
                  </a:lnTo>
                  <a:lnTo>
                    <a:pt x="9399784" y="373941"/>
                  </a:lnTo>
                  <a:lnTo>
                    <a:pt x="9348586" y="420096"/>
                  </a:lnTo>
                  <a:lnTo>
                    <a:pt x="9347647" y="420997"/>
                  </a:lnTo>
                  <a:lnTo>
                    <a:pt x="9301578" y="467670"/>
                  </a:lnTo>
                  <a:lnTo>
                    <a:pt x="9256688" y="517848"/>
                  </a:lnTo>
                  <a:lnTo>
                    <a:pt x="9212649" y="571603"/>
                  </a:lnTo>
                  <a:lnTo>
                    <a:pt x="9169199" y="628945"/>
                  </a:lnTo>
                  <a:lnTo>
                    <a:pt x="9126127" y="689817"/>
                  </a:lnTo>
                  <a:lnTo>
                    <a:pt x="9083273" y="754091"/>
                  </a:lnTo>
                  <a:lnTo>
                    <a:pt x="9040517" y="821562"/>
                  </a:lnTo>
                  <a:lnTo>
                    <a:pt x="8997776" y="891945"/>
                  </a:lnTo>
                  <a:lnTo>
                    <a:pt x="8954997" y="964881"/>
                  </a:lnTo>
                  <a:lnTo>
                    <a:pt x="8912156" y="1039939"/>
                  </a:lnTo>
                  <a:lnTo>
                    <a:pt x="8869250" y="1116629"/>
                  </a:lnTo>
                  <a:lnTo>
                    <a:pt x="8826292" y="1194410"/>
                  </a:lnTo>
                  <a:lnTo>
                    <a:pt x="8783308" y="1272708"/>
                  </a:lnTo>
                  <a:lnTo>
                    <a:pt x="8740328" y="1350932"/>
                  </a:lnTo>
                  <a:lnTo>
                    <a:pt x="8697381" y="1428495"/>
                  </a:lnTo>
                  <a:lnTo>
                    <a:pt x="8654491" y="1504830"/>
                  </a:lnTo>
                  <a:lnTo>
                    <a:pt x="8611666" y="1579406"/>
                  </a:lnTo>
                  <a:lnTo>
                    <a:pt x="8568900" y="1651746"/>
                  </a:lnTo>
                  <a:lnTo>
                    <a:pt x="8526161" y="1721437"/>
                  </a:lnTo>
                  <a:lnTo>
                    <a:pt x="8483390" y="1788139"/>
                  </a:lnTo>
                  <a:lnTo>
                    <a:pt x="8440495" y="1851585"/>
                  </a:lnTo>
                  <a:lnTo>
                    <a:pt x="8397346" y="1911591"/>
                  </a:lnTo>
                  <a:lnTo>
                    <a:pt x="8353771" y="1968046"/>
                  </a:lnTo>
                  <a:lnTo>
                    <a:pt x="8309548" y="2020911"/>
                  </a:lnTo>
                  <a:lnTo>
                    <a:pt x="8264399" y="2070211"/>
                  </a:lnTo>
                  <a:lnTo>
                    <a:pt x="8229629" y="2104988"/>
                  </a:lnTo>
                  <a:lnTo>
                    <a:pt x="8178470" y="2151217"/>
                  </a:lnTo>
                  <a:lnTo>
                    <a:pt x="8124936" y="2193489"/>
                  </a:lnTo>
                  <a:lnTo>
                    <a:pt x="8068371" y="2231942"/>
                  </a:lnTo>
                  <a:lnTo>
                    <a:pt x="8008055" y="2266838"/>
                  </a:lnTo>
                  <a:lnTo>
                    <a:pt x="7943243" y="2298498"/>
                  </a:lnTo>
                  <a:lnTo>
                    <a:pt x="7873200" y="2327252"/>
                  </a:lnTo>
                  <a:lnTo>
                    <a:pt x="7797250" y="2353412"/>
                  </a:lnTo>
                  <a:lnTo>
                    <a:pt x="7714843" y="2377256"/>
                  </a:lnTo>
                  <a:lnTo>
                    <a:pt x="7625632" y="2399014"/>
                  </a:lnTo>
                  <a:lnTo>
                    <a:pt x="7529586" y="2418866"/>
                  </a:lnTo>
                  <a:lnTo>
                    <a:pt x="7427114" y="2436938"/>
                  </a:lnTo>
                  <a:lnTo>
                    <a:pt x="7319207" y="2453303"/>
                  </a:lnTo>
                  <a:lnTo>
                    <a:pt x="7207556" y="2467987"/>
                  </a:lnTo>
                  <a:lnTo>
                    <a:pt x="7094619" y="2480976"/>
                  </a:lnTo>
                  <a:lnTo>
                    <a:pt x="6983585" y="2492237"/>
                  </a:lnTo>
                  <a:lnTo>
                    <a:pt x="6878177" y="2501736"/>
                  </a:lnTo>
                  <a:lnTo>
                    <a:pt x="6782295" y="2509469"/>
                  </a:lnTo>
                  <a:lnTo>
                    <a:pt x="6699504" y="2515481"/>
                  </a:lnTo>
                  <a:lnTo>
                    <a:pt x="6632486" y="2519886"/>
                  </a:lnTo>
                  <a:lnTo>
                    <a:pt x="6582553" y="2522869"/>
                  </a:lnTo>
                  <a:lnTo>
                    <a:pt x="6549365" y="2524678"/>
                  </a:lnTo>
                  <a:lnTo>
                    <a:pt x="6530886" y="2525600"/>
                  </a:lnTo>
                  <a:lnTo>
                    <a:pt x="6523535" y="2525936"/>
                  </a:lnTo>
                  <a:lnTo>
                    <a:pt x="6522386" y="2525985"/>
                  </a:lnTo>
                  <a:lnTo>
                    <a:pt x="6522385" y="2525985"/>
                  </a:lnTo>
                  <a:lnTo>
                    <a:pt x="5527445" y="2525985"/>
                  </a:lnTo>
                  <a:lnTo>
                    <a:pt x="5526311" y="2525996"/>
                  </a:lnTo>
                  <a:lnTo>
                    <a:pt x="5518828" y="2526073"/>
                  </a:lnTo>
                  <a:lnTo>
                    <a:pt x="5499864" y="2526285"/>
                  </a:lnTo>
                  <a:lnTo>
                    <a:pt x="5465708" y="2526703"/>
                  </a:lnTo>
                  <a:lnTo>
                    <a:pt x="5414290" y="2527395"/>
                  </a:lnTo>
                  <a:lnTo>
                    <a:pt x="5345336" y="2528416"/>
                  </a:lnTo>
                  <a:lnTo>
                    <a:pt x="5260308" y="2529810"/>
                  </a:lnTo>
                  <a:lnTo>
                    <a:pt x="5162086" y="2531602"/>
                  </a:lnTo>
                  <a:lnTo>
                    <a:pt x="5054440" y="2533801"/>
                  </a:lnTo>
                  <a:lnTo>
                    <a:pt x="4941438" y="2536405"/>
                  </a:lnTo>
                  <a:lnTo>
                    <a:pt x="4826915" y="2539407"/>
                  </a:lnTo>
                  <a:lnTo>
                    <a:pt x="4714102" y="2542798"/>
                  </a:lnTo>
                  <a:lnTo>
                    <a:pt x="4605450" y="2546577"/>
                  </a:lnTo>
                  <a:lnTo>
                    <a:pt x="4502599" y="2550752"/>
                  </a:lnTo>
                  <a:lnTo>
                    <a:pt x="4406471" y="2555340"/>
                  </a:lnTo>
                  <a:lnTo>
                    <a:pt x="4317395" y="2560375"/>
                  </a:lnTo>
                  <a:lnTo>
                    <a:pt x="4235265" y="2565901"/>
                  </a:lnTo>
                  <a:lnTo>
                    <a:pt x="4159664" y="2571974"/>
                  </a:lnTo>
                  <a:lnTo>
                    <a:pt x="4089983" y="2578661"/>
                  </a:lnTo>
                  <a:lnTo>
                    <a:pt x="4025496" y="2586036"/>
                  </a:lnTo>
                  <a:lnTo>
                    <a:pt x="3965432" y="2594177"/>
                  </a:lnTo>
                  <a:lnTo>
                    <a:pt x="3909014" y="2603156"/>
                  </a:lnTo>
                  <a:lnTo>
                    <a:pt x="3855509" y="2613028"/>
                  </a:lnTo>
                  <a:lnTo>
                    <a:pt x="3820202" y="2620317"/>
                  </a:lnTo>
                  <a:lnTo>
                    <a:pt x="3760159" y="2634162"/>
                  </a:lnTo>
                  <a:lnTo>
                    <a:pt x="3701959" y="2649362"/>
                  </a:lnTo>
                  <a:lnTo>
                    <a:pt x="3644932" y="2665939"/>
                  </a:lnTo>
                  <a:lnTo>
                    <a:pt x="3588583" y="2683872"/>
                  </a:lnTo>
                  <a:lnTo>
                    <a:pt x="3532556" y="2703093"/>
                  </a:lnTo>
                  <a:lnTo>
                    <a:pt x="3476616" y="2723483"/>
                  </a:lnTo>
                  <a:lnTo>
                    <a:pt x="3420624" y="2744874"/>
                  </a:lnTo>
                  <a:lnTo>
                    <a:pt x="3364525" y="2767049"/>
                  </a:lnTo>
                  <a:lnTo>
                    <a:pt x="3308324" y="2789754"/>
                  </a:lnTo>
                  <a:lnTo>
                    <a:pt x="3252068" y="2812706"/>
                  </a:lnTo>
                  <a:lnTo>
                    <a:pt x="3195822" y="2835610"/>
                  </a:lnTo>
                  <a:lnTo>
                    <a:pt x="3139651" y="2858173"/>
                  </a:lnTo>
                  <a:lnTo>
                    <a:pt x="3083588" y="2880120"/>
                  </a:lnTo>
                  <a:lnTo>
                    <a:pt x="3027623" y="2901208"/>
                  </a:lnTo>
                  <a:lnTo>
                    <a:pt x="2971675" y="2921235"/>
                  </a:lnTo>
                  <a:lnTo>
                    <a:pt x="2915575" y="2940049"/>
                  </a:lnTo>
                  <a:lnTo>
                    <a:pt x="2859051" y="2957547"/>
                  </a:lnTo>
                  <a:lnTo>
                    <a:pt x="2801705" y="2973678"/>
                  </a:lnTo>
                  <a:lnTo>
                    <a:pt x="2742990" y="2988434"/>
                  </a:lnTo>
                  <a:lnTo>
                    <a:pt x="2702183" y="2997642"/>
                  </a:lnTo>
                  <a:lnTo>
                    <a:pt x="2650288" y="3008140"/>
                  </a:lnTo>
                  <a:lnTo>
                    <a:pt x="2595941" y="3017727"/>
                  </a:lnTo>
                  <a:lnTo>
                    <a:pt x="2538456" y="3026435"/>
                  </a:lnTo>
                  <a:lnTo>
                    <a:pt x="2477082" y="3034326"/>
                  </a:lnTo>
                  <a:lnTo>
                    <a:pt x="2411041" y="3041476"/>
                  </a:lnTo>
                  <a:lnTo>
                    <a:pt x="2339568" y="3047961"/>
                  </a:lnTo>
                  <a:lnTo>
                    <a:pt x="2261969" y="3053855"/>
                  </a:lnTo>
                  <a:lnTo>
                    <a:pt x="2177683" y="3059221"/>
                  </a:lnTo>
                  <a:lnTo>
                    <a:pt x="2086378" y="3064111"/>
                  </a:lnTo>
                  <a:lnTo>
                    <a:pt x="1988071" y="3068566"/>
                  </a:lnTo>
                  <a:lnTo>
                    <a:pt x="1883261" y="3072614"/>
                  </a:lnTo>
                  <a:lnTo>
                    <a:pt x="1773083" y="3076271"/>
                  </a:lnTo>
                  <a:lnTo>
                    <a:pt x="1659428" y="3079540"/>
                  </a:lnTo>
                  <a:lnTo>
                    <a:pt x="1545002" y="3082417"/>
                  </a:lnTo>
                  <a:lnTo>
                    <a:pt x="1433254" y="3084895"/>
                  </a:lnTo>
                  <a:lnTo>
                    <a:pt x="1328141" y="3086965"/>
                  </a:lnTo>
                  <a:lnTo>
                    <a:pt x="1233700" y="3088630"/>
                  </a:lnTo>
                  <a:lnTo>
                    <a:pt x="1153485" y="3089903"/>
                  </a:lnTo>
                  <a:lnTo>
                    <a:pt x="1089977" y="3090815"/>
                  </a:lnTo>
                  <a:lnTo>
                    <a:pt x="1044114" y="3091414"/>
                  </a:lnTo>
                  <a:lnTo>
                    <a:pt x="1015050" y="3091760"/>
                  </a:lnTo>
                  <a:lnTo>
                    <a:pt x="1000176" y="3091921"/>
                  </a:lnTo>
                  <a:lnTo>
                    <a:pt x="995310" y="3091970"/>
                  </a:lnTo>
                  <a:lnTo>
                    <a:pt x="994940" y="3091974"/>
                  </a:lnTo>
                  <a:lnTo>
                    <a:pt x="0" y="3091974"/>
                  </a:lnTo>
                  <a:lnTo>
                    <a:pt x="0" y="30919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8" name="pg1787"/>
            <p:cNvSpPr/>
            <p:nvPr/>
          </p:nvSpPr>
          <p:spPr>
            <a:xfrm>
              <a:off x="1199187" y="4014161"/>
              <a:ext cx="12049831" cy="1844703"/>
            </a:xfrm>
            <a:custGeom>
              <a:avLst/>
              <a:pathLst>
                <a:path w="12049831" h="1844703">
                  <a:moveTo>
                    <a:pt x="0" y="1844703"/>
                  </a:moveTo>
                  <a:lnTo>
                    <a:pt x="994940" y="1844703"/>
                  </a:lnTo>
                  <a:lnTo>
                    <a:pt x="996076" y="1844698"/>
                  </a:lnTo>
                  <a:lnTo>
                    <a:pt x="1003572" y="1844665"/>
                  </a:lnTo>
                  <a:lnTo>
                    <a:pt x="1022569" y="1844572"/>
                  </a:lnTo>
                  <a:lnTo>
                    <a:pt x="1056782" y="1844390"/>
                  </a:lnTo>
                  <a:lnTo>
                    <a:pt x="1108281" y="1844088"/>
                  </a:lnTo>
                  <a:lnTo>
                    <a:pt x="1177336" y="1843643"/>
                  </a:lnTo>
                  <a:lnTo>
                    <a:pt x="1262476" y="1843035"/>
                  </a:lnTo>
                  <a:lnTo>
                    <a:pt x="1360811" y="1842254"/>
                  </a:lnTo>
                  <a:lnTo>
                    <a:pt x="1468562" y="1841296"/>
                  </a:lnTo>
                  <a:lnTo>
                    <a:pt x="1581653" y="1840160"/>
                  </a:lnTo>
                  <a:lnTo>
                    <a:pt x="1696246" y="1838852"/>
                  </a:lnTo>
                  <a:lnTo>
                    <a:pt x="1809106" y="1837374"/>
                  </a:lnTo>
                  <a:lnTo>
                    <a:pt x="1917786" y="1835727"/>
                  </a:lnTo>
                  <a:lnTo>
                    <a:pt x="2020647" y="1833908"/>
                  </a:lnTo>
                  <a:lnTo>
                    <a:pt x="2116772" y="1831908"/>
                  </a:lnTo>
                  <a:lnTo>
                    <a:pt x="2205835" y="1829714"/>
                  </a:lnTo>
                  <a:lnTo>
                    <a:pt x="2287947" y="1827305"/>
                  </a:lnTo>
                  <a:lnTo>
                    <a:pt x="2363527" y="1824658"/>
                  </a:lnTo>
                  <a:lnTo>
                    <a:pt x="2433188" y="1821743"/>
                  </a:lnTo>
                  <a:lnTo>
                    <a:pt x="2497656" y="1818528"/>
                  </a:lnTo>
                  <a:lnTo>
                    <a:pt x="2557707" y="1814978"/>
                  </a:lnTo>
                  <a:lnTo>
                    <a:pt x="2614116" y="1811064"/>
                  </a:lnTo>
                  <a:lnTo>
                    <a:pt x="2667619" y="1806759"/>
                  </a:lnTo>
                  <a:lnTo>
                    <a:pt x="2702183" y="1803651"/>
                  </a:lnTo>
                  <a:lnTo>
                    <a:pt x="2763515" y="1797488"/>
                  </a:lnTo>
                  <a:lnTo>
                    <a:pt x="2822940" y="1790708"/>
                  </a:lnTo>
                  <a:lnTo>
                    <a:pt x="2881166" y="1783303"/>
                  </a:lnTo>
                  <a:lnTo>
                    <a:pt x="2938712" y="1775283"/>
                  </a:lnTo>
                  <a:lnTo>
                    <a:pt x="2995946" y="1766681"/>
                  </a:lnTo>
                  <a:lnTo>
                    <a:pt x="3053111" y="1757556"/>
                  </a:lnTo>
                  <a:lnTo>
                    <a:pt x="3110340" y="1747988"/>
                  </a:lnTo>
                  <a:lnTo>
                    <a:pt x="3167685" y="1738080"/>
                  </a:lnTo>
                  <a:lnTo>
                    <a:pt x="3225130" y="1727953"/>
                  </a:lnTo>
                  <a:lnTo>
                    <a:pt x="3282620" y="1717740"/>
                  </a:lnTo>
                  <a:lnTo>
                    <a:pt x="3340083" y="1707578"/>
                  </a:lnTo>
                  <a:lnTo>
                    <a:pt x="3397457" y="1697603"/>
                  </a:lnTo>
                  <a:lnTo>
                    <a:pt x="3454714" y="1687937"/>
                  </a:lnTo>
                  <a:lnTo>
                    <a:pt x="3511886" y="1678690"/>
                  </a:lnTo>
                  <a:lnTo>
                    <a:pt x="3569084" y="1669949"/>
                  </a:lnTo>
                  <a:lnTo>
                    <a:pt x="3626521" y="1661777"/>
                  </a:lnTo>
                  <a:lnTo>
                    <a:pt x="3684531" y="1654214"/>
                  </a:lnTo>
                  <a:lnTo>
                    <a:pt x="3743592" y="1647275"/>
                  </a:lnTo>
                  <a:lnTo>
                    <a:pt x="3804359" y="1640956"/>
                  </a:lnTo>
                  <a:lnTo>
                    <a:pt x="3820202" y="1639445"/>
                  </a:lnTo>
                  <a:lnTo>
                    <a:pt x="3872130" y="1634873"/>
                  </a:lnTo>
                  <a:lnTo>
                    <a:pt x="3926513" y="1630699"/>
                  </a:lnTo>
                  <a:lnTo>
                    <a:pt x="3984039" y="1626908"/>
                  </a:lnTo>
                  <a:lnTo>
                    <a:pt x="4045460" y="1623472"/>
                  </a:lnTo>
                  <a:lnTo>
                    <a:pt x="4111556" y="1620360"/>
                  </a:lnTo>
                  <a:lnTo>
                    <a:pt x="4183093" y="1617536"/>
                  </a:lnTo>
                  <a:lnTo>
                    <a:pt x="4260766" y="1614971"/>
                  </a:lnTo>
                  <a:lnTo>
                    <a:pt x="4345136" y="1612636"/>
                  </a:lnTo>
                  <a:lnTo>
                    <a:pt x="4436534" y="1610507"/>
                  </a:lnTo>
                  <a:lnTo>
                    <a:pt x="4534943" y="1608568"/>
                  </a:lnTo>
                  <a:lnTo>
                    <a:pt x="4639856" y="1606806"/>
                  </a:lnTo>
                  <a:lnTo>
                    <a:pt x="4750134" y="1605215"/>
                  </a:lnTo>
                  <a:lnTo>
                    <a:pt x="4863877" y="1603793"/>
                  </a:lnTo>
                  <a:lnTo>
                    <a:pt x="4978367" y="1602542"/>
                  </a:lnTo>
                  <a:lnTo>
                    <a:pt x="5090142" y="1601464"/>
                  </a:lnTo>
                  <a:lnTo>
                    <a:pt x="5195236" y="1600564"/>
                  </a:lnTo>
                  <a:lnTo>
                    <a:pt x="5289607" y="1599841"/>
                  </a:lnTo>
                  <a:lnTo>
                    <a:pt x="5369702" y="1599289"/>
                  </a:lnTo>
                  <a:lnTo>
                    <a:pt x="5433049" y="1598893"/>
                  </a:lnTo>
                  <a:lnTo>
                    <a:pt x="5478729" y="1598634"/>
                  </a:lnTo>
                  <a:lnTo>
                    <a:pt x="5507611" y="1598485"/>
                  </a:lnTo>
                  <a:lnTo>
                    <a:pt x="5522331" y="1598415"/>
                  </a:lnTo>
                  <a:lnTo>
                    <a:pt x="5527097" y="1598394"/>
                  </a:lnTo>
                  <a:lnTo>
                    <a:pt x="5527445" y="1598393"/>
                  </a:lnTo>
                  <a:lnTo>
                    <a:pt x="6522385" y="1598393"/>
                  </a:lnTo>
                  <a:lnTo>
                    <a:pt x="6523502" y="1598363"/>
                  </a:lnTo>
                  <a:lnTo>
                    <a:pt x="6530873" y="1598150"/>
                  </a:lnTo>
                  <a:lnTo>
                    <a:pt x="6549562" y="1597562"/>
                  </a:lnTo>
                  <a:lnTo>
                    <a:pt x="6583241" y="1596403"/>
                  </a:lnTo>
                  <a:lnTo>
                    <a:pt x="6633979" y="1594487"/>
                  </a:lnTo>
                  <a:lnTo>
                    <a:pt x="6702089" y="1591655"/>
                  </a:lnTo>
                  <a:lnTo>
                    <a:pt x="6786175" y="1587789"/>
                  </a:lnTo>
                  <a:lnTo>
                    <a:pt x="6883443" y="1582816"/>
                  </a:lnTo>
                  <a:lnTo>
                    <a:pt x="6990202" y="1576708"/>
                  </a:lnTo>
                  <a:lnTo>
                    <a:pt x="7102448" y="1569471"/>
                  </a:lnTo>
                  <a:lnTo>
                    <a:pt x="7216385" y="1561126"/>
                  </a:lnTo>
                  <a:lnTo>
                    <a:pt x="7328790" y="1551695"/>
                  </a:lnTo>
                  <a:lnTo>
                    <a:pt x="7437205" y="1541184"/>
                  </a:lnTo>
                  <a:lnTo>
                    <a:pt x="7539964" y="1529574"/>
                  </a:lnTo>
                  <a:lnTo>
                    <a:pt x="7636115" y="1516815"/>
                  </a:lnTo>
                  <a:lnTo>
                    <a:pt x="7725294" y="1502821"/>
                  </a:lnTo>
                  <a:lnTo>
                    <a:pt x="7807577" y="1487471"/>
                  </a:lnTo>
                  <a:lnTo>
                    <a:pt x="7883352" y="1470613"/>
                  </a:lnTo>
                  <a:lnTo>
                    <a:pt x="7953208" y="1452063"/>
                  </a:lnTo>
                  <a:lnTo>
                    <a:pt x="8017848" y="1431617"/>
                  </a:lnTo>
                  <a:lnTo>
                    <a:pt x="8078032" y="1409060"/>
                  </a:lnTo>
                  <a:lnTo>
                    <a:pt x="8134524" y="1384189"/>
                  </a:lnTo>
                  <a:lnTo>
                    <a:pt x="8188054" y="1356842"/>
                  </a:lnTo>
                  <a:lnTo>
                    <a:pt x="8229629" y="1332867"/>
                  </a:lnTo>
                  <a:lnTo>
                    <a:pt x="8282268" y="1298983"/>
                  </a:lnTo>
                  <a:lnTo>
                    <a:pt x="8333425" y="1262191"/>
                  </a:lnTo>
                  <a:lnTo>
                    <a:pt x="8383573" y="1222436"/>
                  </a:lnTo>
                  <a:lnTo>
                    <a:pt x="8433076" y="1179730"/>
                  </a:lnTo>
                  <a:lnTo>
                    <a:pt x="8482210" y="1134160"/>
                  </a:lnTo>
                  <a:lnTo>
                    <a:pt x="8531176" y="1085897"/>
                  </a:lnTo>
                  <a:lnTo>
                    <a:pt x="8580110" y="1035193"/>
                  </a:lnTo>
                  <a:lnTo>
                    <a:pt x="8629093" y="982385"/>
                  </a:lnTo>
                  <a:lnTo>
                    <a:pt x="8678159" y="927885"/>
                  </a:lnTo>
                  <a:lnTo>
                    <a:pt x="8727306" y="872169"/>
                  </a:lnTo>
                  <a:lnTo>
                    <a:pt x="8776508" y="815762"/>
                  </a:lnTo>
                  <a:lnTo>
                    <a:pt x="8825720" y="759218"/>
                  </a:lnTo>
                  <a:lnTo>
                    <a:pt x="8874899" y="703093"/>
                  </a:lnTo>
                  <a:lnTo>
                    <a:pt x="8924007" y="647931"/>
                  </a:lnTo>
                  <a:lnTo>
                    <a:pt x="8973029" y="594233"/>
                  </a:lnTo>
                  <a:lnTo>
                    <a:pt x="9021980" y="542445"/>
                  </a:lnTo>
                  <a:lnTo>
                    <a:pt x="9070917" y="492942"/>
                  </a:lnTo>
                  <a:lnTo>
                    <a:pt x="9119948" y="446018"/>
                  </a:lnTo>
                  <a:lnTo>
                    <a:pt x="9169239" y="401884"/>
                  </a:lnTo>
                  <a:lnTo>
                    <a:pt x="9219029" y="360668"/>
                  </a:lnTo>
                  <a:lnTo>
                    <a:pt x="9269637" y="322418"/>
                  </a:lnTo>
                  <a:lnTo>
                    <a:pt x="9321479" y="287111"/>
                  </a:lnTo>
                  <a:lnTo>
                    <a:pt x="9347647" y="270766"/>
                  </a:lnTo>
                  <a:lnTo>
                    <a:pt x="9399267" y="241362"/>
                  </a:lnTo>
                  <a:lnTo>
                    <a:pt x="9453310" y="214499"/>
                  </a:lnTo>
                  <a:lnTo>
                    <a:pt x="9510450" y="190084"/>
                  </a:lnTo>
                  <a:lnTo>
                    <a:pt x="9571427" y="167948"/>
                  </a:lnTo>
                  <a:lnTo>
                    <a:pt x="9637007" y="147881"/>
                  </a:lnTo>
                  <a:lnTo>
                    <a:pt x="9707943" y="129670"/>
                  </a:lnTo>
                  <a:lnTo>
                    <a:pt x="9784923" y="113113"/>
                  </a:lnTo>
                  <a:lnTo>
                    <a:pt x="9868504" y="98034"/>
                  </a:lnTo>
                  <a:lnTo>
                    <a:pt x="9959022" y="84285"/>
                  </a:lnTo>
                  <a:lnTo>
                    <a:pt x="10056481" y="71751"/>
                  </a:lnTo>
                  <a:lnTo>
                    <a:pt x="10160416" y="60354"/>
                  </a:lnTo>
                  <a:lnTo>
                    <a:pt x="10269748" y="50050"/>
                  </a:lnTo>
                  <a:lnTo>
                    <a:pt x="10382661" y="40826"/>
                  </a:lnTo>
                  <a:lnTo>
                    <a:pt x="10496544" y="32691"/>
                  </a:lnTo>
                  <a:lnTo>
                    <a:pt x="10608047" y="25669"/>
                  </a:lnTo>
                  <a:lnTo>
                    <a:pt x="10713298" y="19778"/>
                  </a:lnTo>
                  <a:lnTo>
                    <a:pt x="10808310" y="15020"/>
                  </a:lnTo>
                  <a:lnTo>
                    <a:pt x="10889519" y="11359"/>
                  </a:lnTo>
                  <a:lnTo>
                    <a:pt x="10954364" y="8713"/>
                  </a:lnTo>
                  <a:lnTo>
                    <a:pt x="11001759" y="6955"/>
                  </a:lnTo>
                  <a:lnTo>
                    <a:pt x="11032358" y="5920"/>
                  </a:lnTo>
                  <a:lnTo>
                    <a:pt x="11048552" y="5419"/>
                  </a:lnTo>
                  <a:lnTo>
                    <a:pt x="11054295" y="525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4" y="29"/>
                  </a:lnTo>
                  <a:lnTo>
                    <a:pt x="11046403" y="242"/>
                  </a:lnTo>
                  <a:lnTo>
                    <a:pt x="11027715" y="830"/>
                  </a:lnTo>
                  <a:lnTo>
                    <a:pt x="10994036" y="1989"/>
                  </a:lnTo>
                  <a:lnTo>
                    <a:pt x="10943297" y="3905"/>
                  </a:lnTo>
                  <a:lnTo>
                    <a:pt x="10875188" y="6737"/>
                  </a:lnTo>
                  <a:lnTo>
                    <a:pt x="10791101" y="10604"/>
                  </a:lnTo>
                  <a:lnTo>
                    <a:pt x="10693833" y="15577"/>
                  </a:lnTo>
                  <a:lnTo>
                    <a:pt x="10587074" y="21684"/>
                  </a:lnTo>
                  <a:lnTo>
                    <a:pt x="10474828" y="28922"/>
                  </a:lnTo>
                  <a:lnTo>
                    <a:pt x="10360892" y="37266"/>
                  </a:lnTo>
                  <a:lnTo>
                    <a:pt x="10248487" y="46698"/>
                  </a:lnTo>
                  <a:lnTo>
                    <a:pt x="10140071" y="57209"/>
                  </a:lnTo>
                  <a:lnTo>
                    <a:pt x="10037313" y="68819"/>
                  </a:lnTo>
                  <a:lnTo>
                    <a:pt x="9941162" y="81578"/>
                  </a:lnTo>
                  <a:lnTo>
                    <a:pt x="9851983" y="95572"/>
                  </a:lnTo>
                  <a:lnTo>
                    <a:pt x="9769699" y="110921"/>
                  </a:lnTo>
                  <a:lnTo>
                    <a:pt x="9693924" y="127779"/>
                  </a:lnTo>
                  <a:lnTo>
                    <a:pt x="9624069" y="146329"/>
                  </a:lnTo>
                  <a:lnTo>
                    <a:pt x="9559429" y="166775"/>
                  </a:lnTo>
                  <a:lnTo>
                    <a:pt x="9499245" y="189332"/>
                  </a:lnTo>
                  <a:lnTo>
                    <a:pt x="9442753" y="214204"/>
                  </a:lnTo>
                  <a:lnTo>
                    <a:pt x="9389223" y="241550"/>
                  </a:lnTo>
                  <a:lnTo>
                    <a:pt x="9347647" y="265525"/>
                  </a:lnTo>
                  <a:lnTo>
                    <a:pt x="9295009" y="299409"/>
                  </a:lnTo>
                  <a:lnTo>
                    <a:pt x="9243851" y="336201"/>
                  </a:lnTo>
                  <a:lnTo>
                    <a:pt x="9193704" y="375957"/>
                  </a:lnTo>
                  <a:lnTo>
                    <a:pt x="9144201" y="418663"/>
                  </a:lnTo>
                  <a:lnTo>
                    <a:pt x="9095067" y="464232"/>
                  </a:lnTo>
                  <a:lnTo>
                    <a:pt x="9046101" y="512495"/>
                  </a:lnTo>
                  <a:lnTo>
                    <a:pt x="8997167" y="563199"/>
                  </a:lnTo>
                  <a:lnTo>
                    <a:pt x="8948184" y="616007"/>
                  </a:lnTo>
                  <a:lnTo>
                    <a:pt x="8899118" y="670507"/>
                  </a:lnTo>
                  <a:lnTo>
                    <a:pt x="8849970" y="726223"/>
                  </a:lnTo>
                  <a:lnTo>
                    <a:pt x="8800769" y="782630"/>
                  </a:lnTo>
                  <a:lnTo>
                    <a:pt x="8751556" y="839175"/>
                  </a:lnTo>
                  <a:lnTo>
                    <a:pt x="8702378" y="895299"/>
                  </a:lnTo>
                  <a:lnTo>
                    <a:pt x="8653269" y="950461"/>
                  </a:lnTo>
                  <a:lnTo>
                    <a:pt x="8604247" y="1004160"/>
                  </a:lnTo>
                  <a:lnTo>
                    <a:pt x="8555296" y="1055948"/>
                  </a:lnTo>
                  <a:lnTo>
                    <a:pt x="8506359" y="1105451"/>
                  </a:lnTo>
                  <a:lnTo>
                    <a:pt x="8457329" y="1152374"/>
                  </a:lnTo>
                  <a:lnTo>
                    <a:pt x="8408037" y="1196508"/>
                  </a:lnTo>
                  <a:lnTo>
                    <a:pt x="8358247" y="1237724"/>
                  </a:lnTo>
                  <a:lnTo>
                    <a:pt x="8307639" y="1275974"/>
                  </a:lnTo>
                  <a:lnTo>
                    <a:pt x="8255797" y="1311281"/>
                  </a:lnTo>
                  <a:lnTo>
                    <a:pt x="8229629" y="1327627"/>
                  </a:lnTo>
                  <a:lnTo>
                    <a:pt x="8178009" y="1357030"/>
                  </a:lnTo>
                  <a:lnTo>
                    <a:pt x="8123966" y="1383894"/>
                  </a:lnTo>
                  <a:lnTo>
                    <a:pt x="8066826" y="1408308"/>
                  </a:lnTo>
                  <a:lnTo>
                    <a:pt x="8005849" y="1430445"/>
                  </a:lnTo>
                  <a:lnTo>
                    <a:pt x="7940269" y="1450512"/>
                  </a:lnTo>
                  <a:lnTo>
                    <a:pt x="7869333" y="1468723"/>
                  </a:lnTo>
                  <a:lnTo>
                    <a:pt x="7792353" y="1485279"/>
                  </a:lnTo>
                  <a:lnTo>
                    <a:pt x="7708773" y="1500358"/>
                  </a:lnTo>
                  <a:lnTo>
                    <a:pt x="7618255" y="1514107"/>
                  </a:lnTo>
                  <a:lnTo>
                    <a:pt x="7520795" y="1526641"/>
                  </a:lnTo>
                  <a:lnTo>
                    <a:pt x="7416860" y="1538038"/>
                  </a:lnTo>
                  <a:lnTo>
                    <a:pt x="7307529" y="1548342"/>
                  </a:lnTo>
                  <a:lnTo>
                    <a:pt x="7194616" y="1557566"/>
                  </a:lnTo>
                  <a:lnTo>
                    <a:pt x="7080732" y="1565701"/>
                  </a:lnTo>
                  <a:lnTo>
                    <a:pt x="6969230" y="1572724"/>
                  </a:lnTo>
                  <a:lnTo>
                    <a:pt x="6863979" y="1578614"/>
                  </a:lnTo>
                  <a:lnTo>
                    <a:pt x="6768967" y="1583372"/>
                  </a:lnTo>
                  <a:lnTo>
                    <a:pt x="6687757" y="1587034"/>
                  </a:lnTo>
                  <a:lnTo>
                    <a:pt x="6622913" y="1589680"/>
                  </a:lnTo>
                  <a:lnTo>
                    <a:pt x="6575517" y="1591437"/>
                  </a:lnTo>
                  <a:lnTo>
                    <a:pt x="6544919" y="1592472"/>
                  </a:lnTo>
                  <a:lnTo>
                    <a:pt x="6528725" y="1592973"/>
                  </a:lnTo>
                  <a:lnTo>
                    <a:pt x="6522982" y="1593136"/>
                  </a:lnTo>
                  <a:lnTo>
                    <a:pt x="6522385" y="1593152"/>
                  </a:lnTo>
                  <a:lnTo>
                    <a:pt x="5527445" y="1593152"/>
                  </a:lnTo>
                  <a:lnTo>
                    <a:pt x="5526309" y="1593157"/>
                  </a:lnTo>
                  <a:lnTo>
                    <a:pt x="5518813" y="1593190"/>
                  </a:lnTo>
                  <a:lnTo>
                    <a:pt x="5499816" y="1593283"/>
                  </a:lnTo>
                  <a:lnTo>
                    <a:pt x="5465603" y="1593465"/>
                  </a:lnTo>
                  <a:lnTo>
                    <a:pt x="5414104" y="1593767"/>
                  </a:lnTo>
                  <a:lnTo>
                    <a:pt x="5345049" y="1594212"/>
                  </a:lnTo>
                  <a:lnTo>
                    <a:pt x="5259909" y="1594820"/>
                  </a:lnTo>
                  <a:lnTo>
                    <a:pt x="5161574" y="1595601"/>
                  </a:lnTo>
                  <a:lnTo>
                    <a:pt x="5053823" y="1596559"/>
                  </a:lnTo>
                  <a:lnTo>
                    <a:pt x="4940732" y="1597695"/>
                  </a:lnTo>
                  <a:lnTo>
                    <a:pt x="4826139" y="1599003"/>
                  </a:lnTo>
                  <a:lnTo>
                    <a:pt x="4713279" y="1600481"/>
                  </a:lnTo>
                  <a:lnTo>
                    <a:pt x="4604599" y="1602128"/>
                  </a:lnTo>
                  <a:lnTo>
                    <a:pt x="4501738" y="1603947"/>
                  </a:lnTo>
                  <a:lnTo>
                    <a:pt x="4405613" y="1605947"/>
                  </a:lnTo>
                  <a:lnTo>
                    <a:pt x="4316550" y="1608141"/>
                  </a:lnTo>
                  <a:lnTo>
                    <a:pt x="4234438" y="1610550"/>
                  </a:lnTo>
                  <a:lnTo>
                    <a:pt x="4158858" y="1613197"/>
                  </a:lnTo>
                  <a:lnTo>
                    <a:pt x="4089197" y="1616112"/>
                  </a:lnTo>
                  <a:lnTo>
                    <a:pt x="4024729" y="1619327"/>
                  </a:lnTo>
                  <a:lnTo>
                    <a:pt x="3964678" y="1622876"/>
                  </a:lnTo>
                  <a:lnTo>
                    <a:pt x="3908269" y="1626791"/>
                  </a:lnTo>
                  <a:lnTo>
                    <a:pt x="3854766" y="1631096"/>
                  </a:lnTo>
                  <a:lnTo>
                    <a:pt x="3820202" y="1634204"/>
                  </a:lnTo>
                  <a:lnTo>
                    <a:pt x="3758870" y="1640367"/>
                  </a:lnTo>
                  <a:lnTo>
                    <a:pt x="3699445" y="1647147"/>
                  </a:lnTo>
                  <a:lnTo>
                    <a:pt x="3641219" y="1654552"/>
                  </a:lnTo>
                  <a:lnTo>
                    <a:pt x="3583673" y="1662572"/>
                  </a:lnTo>
                  <a:lnTo>
                    <a:pt x="3526439" y="1671174"/>
                  </a:lnTo>
                  <a:lnTo>
                    <a:pt x="3469274" y="1680299"/>
                  </a:lnTo>
                  <a:lnTo>
                    <a:pt x="3412045" y="1689867"/>
                  </a:lnTo>
                  <a:lnTo>
                    <a:pt x="3354700" y="1699775"/>
                  </a:lnTo>
                  <a:lnTo>
                    <a:pt x="3297255" y="1709902"/>
                  </a:lnTo>
                  <a:lnTo>
                    <a:pt x="3239765" y="1720115"/>
                  </a:lnTo>
                  <a:lnTo>
                    <a:pt x="3182302" y="1730277"/>
                  </a:lnTo>
                  <a:lnTo>
                    <a:pt x="3124928" y="1740252"/>
                  </a:lnTo>
                  <a:lnTo>
                    <a:pt x="3067671" y="1749918"/>
                  </a:lnTo>
                  <a:lnTo>
                    <a:pt x="3010499" y="1759165"/>
                  </a:lnTo>
                  <a:lnTo>
                    <a:pt x="2953301" y="1767906"/>
                  </a:lnTo>
                  <a:lnTo>
                    <a:pt x="2895864" y="1776078"/>
                  </a:lnTo>
                  <a:lnTo>
                    <a:pt x="2837854" y="1783641"/>
                  </a:lnTo>
                  <a:lnTo>
                    <a:pt x="2778793" y="1790580"/>
                  </a:lnTo>
                  <a:lnTo>
                    <a:pt x="2718026" y="1796899"/>
                  </a:lnTo>
                  <a:lnTo>
                    <a:pt x="2702183" y="1798410"/>
                  </a:lnTo>
                  <a:lnTo>
                    <a:pt x="2650255" y="1802982"/>
                  </a:lnTo>
                  <a:lnTo>
                    <a:pt x="2595872" y="1807156"/>
                  </a:lnTo>
                  <a:lnTo>
                    <a:pt x="2538346" y="1810947"/>
                  </a:lnTo>
                  <a:lnTo>
                    <a:pt x="2476925" y="1814383"/>
                  </a:lnTo>
                  <a:lnTo>
                    <a:pt x="2410829" y="1817495"/>
                  </a:lnTo>
                  <a:lnTo>
                    <a:pt x="2339292" y="1820319"/>
                  </a:lnTo>
                  <a:lnTo>
                    <a:pt x="2261619" y="1822884"/>
                  </a:lnTo>
                  <a:lnTo>
                    <a:pt x="2177249" y="1825219"/>
                  </a:lnTo>
                  <a:lnTo>
                    <a:pt x="2085851" y="1827348"/>
                  </a:lnTo>
                  <a:lnTo>
                    <a:pt x="1987442" y="1829287"/>
                  </a:lnTo>
                  <a:lnTo>
                    <a:pt x="1882529" y="1831049"/>
                  </a:lnTo>
                  <a:lnTo>
                    <a:pt x="1772251" y="1832640"/>
                  </a:lnTo>
                  <a:lnTo>
                    <a:pt x="1658508" y="1834062"/>
                  </a:lnTo>
                  <a:lnTo>
                    <a:pt x="1544018" y="1835313"/>
                  </a:lnTo>
                  <a:lnTo>
                    <a:pt x="1432243" y="1836391"/>
                  </a:lnTo>
                  <a:lnTo>
                    <a:pt x="1327149" y="1837291"/>
                  </a:lnTo>
                  <a:lnTo>
                    <a:pt x="1232778" y="1838014"/>
                  </a:lnTo>
                  <a:lnTo>
                    <a:pt x="1152683" y="1838566"/>
                  </a:lnTo>
                  <a:lnTo>
                    <a:pt x="1089336" y="1838962"/>
                  </a:lnTo>
                  <a:lnTo>
                    <a:pt x="1043656" y="1839221"/>
                  </a:lnTo>
                  <a:lnTo>
                    <a:pt x="1014774" y="1839370"/>
                  </a:lnTo>
                  <a:lnTo>
                    <a:pt x="1000054" y="1839440"/>
                  </a:lnTo>
                  <a:lnTo>
                    <a:pt x="995288" y="1839461"/>
                  </a:lnTo>
                  <a:lnTo>
                    <a:pt x="994940" y="1839462"/>
                  </a:lnTo>
                  <a:lnTo>
                    <a:pt x="0" y="1839462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89" name="pl1788"/>
            <p:cNvSpPr/>
            <p:nvPr/>
          </p:nvSpPr>
          <p:spPr>
            <a:xfrm>
              <a:off x="1199187" y="4019401"/>
              <a:ext cx="12049831" cy="1839462"/>
            </a:xfrm>
            <a:custGeom>
              <a:avLst/>
              <a:pathLst>
                <a:path w="12049831" h="1839462">
                  <a:moveTo>
                    <a:pt x="0" y="1839462"/>
                  </a:moveTo>
                  <a:lnTo>
                    <a:pt x="994940" y="1839462"/>
                  </a:lnTo>
                  <a:lnTo>
                    <a:pt x="996076" y="1839457"/>
                  </a:lnTo>
                  <a:lnTo>
                    <a:pt x="1003572" y="1839424"/>
                  </a:lnTo>
                  <a:lnTo>
                    <a:pt x="1022569" y="1839331"/>
                  </a:lnTo>
                  <a:lnTo>
                    <a:pt x="1056782" y="1839149"/>
                  </a:lnTo>
                  <a:lnTo>
                    <a:pt x="1108281" y="1838848"/>
                  </a:lnTo>
                  <a:lnTo>
                    <a:pt x="1177336" y="1838402"/>
                  </a:lnTo>
                  <a:lnTo>
                    <a:pt x="1262476" y="1837795"/>
                  </a:lnTo>
                  <a:lnTo>
                    <a:pt x="1360811" y="1837013"/>
                  </a:lnTo>
                  <a:lnTo>
                    <a:pt x="1468562" y="1836055"/>
                  </a:lnTo>
                  <a:lnTo>
                    <a:pt x="1581653" y="1834920"/>
                  </a:lnTo>
                  <a:lnTo>
                    <a:pt x="1696246" y="1833612"/>
                  </a:lnTo>
                  <a:lnTo>
                    <a:pt x="1809106" y="1832134"/>
                  </a:lnTo>
                  <a:lnTo>
                    <a:pt x="1917786" y="1830487"/>
                  </a:lnTo>
                  <a:lnTo>
                    <a:pt x="2020647" y="1828668"/>
                  </a:lnTo>
                  <a:lnTo>
                    <a:pt x="2116772" y="1826668"/>
                  </a:lnTo>
                  <a:lnTo>
                    <a:pt x="2205835" y="1824473"/>
                  </a:lnTo>
                  <a:lnTo>
                    <a:pt x="2287947" y="1822065"/>
                  </a:lnTo>
                  <a:lnTo>
                    <a:pt x="2363527" y="1819418"/>
                  </a:lnTo>
                  <a:lnTo>
                    <a:pt x="2433188" y="1816503"/>
                  </a:lnTo>
                  <a:lnTo>
                    <a:pt x="2497656" y="1813287"/>
                  </a:lnTo>
                  <a:lnTo>
                    <a:pt x="2557707" y="1809738"/>
                  </a:lnTo>
                  <a:lnTo>
                    <a:pt x="2614116" y="1805823"/>
                  </a:lnTo>
                  <a:lnTo>
                    <a:pt x="2667619" y="1801518"/>
                  </a:lnTo>
                  <a:lnTo>
                    <a:pt x="2702183" y="1798410"/>
                  </a:lnTo>
                  <a:lnTo>
                    <a:pt x="2763515" y="1792247"/>
                  </a:lnTo>
                  <a:lnTo>
                    <a:pt x="2822940" y="1785467"/>
                  </a:lnTo>
                  <a:lnTo>
                    <a:pt x="2881166" y="1778062"/>
                  </a:lnTo>
                  <a:lnTo>
                    <a:pt x="2938712" y="1770042"/>
                  </a:lnTo>
                  <a:lnTo>
                    <a:pt x="2995946" y="1761441"/>
                  </a:lnTo>
                  <a:lnTo>
                    <a:pt x="3053111" y="1752315"/>
                  </a:lnTo>
                  <a:lnTo>
                    <a:pt x="3110340" y="1742747"/>
                  </a:lnTo>
                  <a:lnTo>
                    <a:pt x="3167685" y="1732839"/>
                  </a:lnTo>
                  <a:lnTo>
                    <a:pt x="3225130" y="1722712"/>
                  </a:lnTo>
                  <a:lnTo>
                    <a:pt x="3282620" y="1712499"/>
                  </a:lnTo>
                  <a:lnTo>
                    <a:pt x="3340083" y="1702338"/>
                  </a:lnTo>
                  <a:lnTo>
                    <a:pt x="3397457" y="1692362"/>
                  </a:lnTo>
                  <a:lnTo>
                    <a:pt x="3454714" y="1682697"/>
                  </a:lnTo>
                  <a:lnTo>
                    <a:pt x="3511886" y="1673450"/>
                  </a:lnTo>
                  <a:lnTo>
                    <a:pt x="3569084" y="1664709"/>
                  </a:lnTo>
                  <a:lnTo>
                    <a:pt x="3626521" y="1656536"/>
                  </a:lnTo>
                  <a:lnTo>
                    <a:pt x="3684531" y="1648973"/>
                  </a:lnTo>
                  <a:lnTo>
                    <a:pt x="3743592" y="1642034"/>
                  </a:lnTo>
                  <a:lnTo>
                    <a:pt x="3804359" y="1635716"/>
                  </a:lnTo>
                  <a:lnTo>
                    <a:pt x="3820202" y="1634204"/>
                  </a:lnTo>
                  <a:lnTo>
                    <a:pt x="3872130" y="1629633"/>
                  </a:lnTo>
                  <a:lnTo>
                    <a:pt x="3926513" y="1625458"/>
                  </a:lnTo>
                  <a:lnTo>
                    <a:pt x="3984039" y="1621667"/>
                  </a:lnTo>
                  <a:lnTo>
                    <a:pt x="4045460" y="1618232"/>
                  </a:lnTo>
                  <a:lnTo>
                    <a:pt x="4111556" y="1615119"/>
                  </a:lnTo>
                  <a:lnTo>
                    <a:pt x="4183093" y="1612296"/>
                  </a:lnTo>
                  <a:lnTo>
                    <a:pt x="4260766" y="1609730"/>
                  </a:lnTo>
                  <a:lnTo>
                    <a:pt x="4345136" y="1607395"/>
                  </a:lnTo>
                  <a:lnTo>
                    <a:pt x="4436534" y="1605266"/>
                  </a:lnTo>
                  <a:lnTo>
                    <a:pt x="4534943" y="1603327"/>
                  </a:lnTo>
                  <a:lnTo>
                    <a:pt x="4639856" y="1601566"/>
                  </a:lnTo>
                  <a:lnTo>
                    <a:pt x="4750134" y="1599975"/>
                  </a:lnTo>
                  <a:lnTo>
                    <a:pt x="4863877" y="1598552"/>
                  </a:lnTo>
                  <a:lnTo>
                    <a:pt x="4978367" y="1597301"/>
                  </a:lnTo>
                  <a:lnTo>
                    <a:pt x="5090142" y="1596224"/>
                  </a:lnTo>
                  <a:lnTo>
                    <a:pt x="5195236" y="1595324"/>
                  </a:lnTo>
                  <a:lnTo>
                    <a:pt x="5289607" y="1594601"/>
                  </a:lnTo>
                  <a:lnTo>
                    <a:pt x="5369702" y="1594048"/>
                  </a:lnTo>
                  <a:lnTo>
                    <a:pt x="5433049" y="1593653"/>
                  </a:lnTo>
                  <a:lnTo>
                    <a:pt x="5478729" y="1593393"/>
                  </a:lnTo>
                  <a:lnTo>
                    <a:pt x="5507611" y="1593244"/>
                  </a:lnTo>
                  <a:lnTo>
                    <a:pt x="5522331" y="1593174"/>
                  </a:lnTo>
                  <a:lnTo>
                    <a:pt x="5527097" y="1593154"/>
                  </a:lnTo>
                  <a:lnTo>
                    <a:pt x="5527445" y="1593152"/>
                  </a:lnTo>
                  <a:lnTo>
                    <a:pt x="6522385" y="1593152"/>
                  </a:lnTo>
                  <a:lnTo>
                    <a:pt x="6523502" y="1593122"/>
                  </a:lnTo>
                  <a:lnTo>
                    <a:pt x="6530873" y="1592910"/>
                  </a:lnTo>
                  <a:lnTo>
                    <a:pt x="6549562" y="1592321"/>
                  </a:lnTo>
                  <a:lnTo>
                    <a:pt x="6583241" y="1591162"/>
                  </a:lnTo>
                  <a:lnTo>
                    <a:pt x="6633979" y="1589247"/>
                  </a:lnTo>
                  <a:lnTo>
                    <a:pt x="6702089" y="1586415"/>
                  </a:lnTo>
                  <a:lnTo>
                    <a:pt x="6786175" y="1582548"/>
                  </a:lnTo>
                  <a:lnTo>
                    <a:pt x="6883443" y="1577575"/>
                  </a:lnTo>
                  <a:lnTo>
                    <a:pt x="6990202" y="1571467"/>
                  </a:lnTo>
                  <a:lnTo>
                    <a:pt x="7102448" y="1564230"/>
                  </a:lnTo>
                  <a:lnTo>
                    <a:pt x="7216385" y="1555885"/>
                  </a:lnTo>
                  <a:lnTo>
                    <a:pt x="7328790" y="1546454"/>
                  </a:lnTo>
                  <a:lnTo>
                    <a:pt x="7437205" y="1535943"/>
                  </a:lnTo>
                  <a:lnTo>
                    <a:pt x="7539964" y="1524333"/>
                  </a:lnTo>
                  <a:lnTo>
                    <a:pt x="7636115" y="1511574"/>
                  </a:lnTo>
                  <a:lnTo>
                    <a:pt x="7725294" y="1497580"/>
                  </a:lnTo>
                  <a:lnTo>
                    <a:pt x="7807577" y="1482231"/>
                  </a:lnTo>
                  <a:lnTo>
                    <a:pt x="7883352" y="1465373"/>
                  </a:lnTo>
                  <a:lnTo>
                    <a:pt x="7953208" y="1446823"/>
                  </a:lnTo>
                  <a:lnTo>
                    <a:pt x="8017848" y="1426376"/>
                  </a:lnTo>
                  <a:lnTo>
                    <a:pt x="8078032" y="1403819"/>
                  </a:lnTo>
                  <a:lnTo>
                    <a:pt x="8134524" y="1378948"/>
                  </a:lnTo>
                  <a:lnTo>
                    <a:pt x="8188054" y="1351602"/>
                  </a:lnTo>
                  <a:lnTo>
                    <a:pt x="8229629" y="1327627"/>
                  </a:lnTo>
                  <a:lnTo>
                    <a:pt x="8282268" y="1293743"/>
                  </a:lnTo>
                  <a:lnTo>
                    <a:pt x="8333425" y="1256951"/>
                  </a:lnTo>
                  <a:lnTo>
                    <a:pt x="8383573" y="1217195"/>
                  </a:lnTo>
                  <a:lnTo>
                    <a:pt x="8433076" y="1174489"/>
                  </a:lnTo>
                  <a:lnTo>
                    <a:pt x="8482210" y="1128920"/>
                  </a:lnTo>
                  <a:lnTo>
                    <a:pt x="8531176" y="1080656"/>
                  </a:lnTo>
                  <a:lnTo>
                    <a:pt x="8580110" y="1029953"/>
                  </a:lnTo>
                  <a:lnTo>
                    <a:pt x="8629093" y="977145"/>
                  </a:lnTo>
                  <a:lnTo>
                    <a:pt x="8678159" y="922644"/>
                  </a:lnTo>
                  <a:lnTo>
                    <a:pt x="8727306" y="866929"/>
                  </a:lnTo>
                  <a:lnTo>
                    <a:pt x="8776508" y="810522"/>
                  </a:lnTo>
                  <a:lnTo>
                    <a:pt x="8825720" y="753977"/>
                  </a:lnTo>
                  <a:lnTo>
                    <a:pt x="8874899" y="697853"/>
                  </a:lnTo>
                  <a:lnTo>
                    <a:pt x="8924007" y="642690"/>
                  </a:lnTo>
                  <a:lnTo>
                    <a:pt x="8973029" y="588992"/>
                  </a:lnTo>
                  <a:lnTo>
                    <a:pt x="9021980" y="537204"/>
                  </a:lnTo>
                  <a:lnTo>
                    <a:pt x="9070917" y="487701"/>
                  </a:lnTo>
                  <a:lnTo>
                    <a:pt x="9119948" y="440777"/>
                  </a:lnTo>
                  <a:lnTo>
                    <a:pt x="9169239" y="396644"/>
                  </a:lnTo>
                  <a:lnTo>
                    <a:pt x="9219029" y="355428"/>
                  </a:lnTo>
                  <a:lnTo>
                    <a:pt x="9269637" y="317178"/>
                  </a:lnTo>
                  <a:lnTo>
                    <a:pt x="9321479" y="281871"/>
                  </a:lnTo>
                  <a:lnTo>
                    <a:pt x="9347647" y="265525"/>
                  </a:lnTo>
                  <a:lnTo>
                    <a:pt x="9399267" y="236122"/>
                  </a:lnTo>
                  <a:lnTo>
                    <a:pt x="9453310" y="209258"/>
                  </a:lnTo>
                  <a:lnTo>
                    <a:pt x="9510450" y="184844"/>
                  </a:lnTo>
                  <a:lnTo>
                    <a:pt x="9571427" y="162707"/>
                  </a:lnTo>
                  <a:lnTo>
                    <a:pt x="9637007" y="142640"/>
                  </a:lnTo>
                  <a:lnTo>
                    <a:pt x="9707943" y="124429"/>
                  </a:lnTo>
                  <a:lnTo>
                    <a:pt x="9784923" y="107873"/>
                  </a:lnTo>
                  <a:lnTo>
                    <a:pt x="9868504" y="92794"/>
                  </a:lnTo>
                  <a:lnTo>
                    <a:pt x="9959022" y="79044"/>
                  </a:lnTo>
                  <a:lnTo>
                    <a:pt x="10056481" y="66511"/>
                  </a:lnTo>
                  <a:lnTo>
                    <a:pt x="10160416" y="55114"/>
                  </a:lnTo>
                  <a:lnTo>
                    <a:pt x="10269748" y="44810"/>
                  </a:lnTo>
                  <a:lnTo>
                    <a:pt x="10382661" y="35585"/>
                  </a:lnTo>
                  <a:lnTo>
                    <a:pt x="10496544" y="27450"/>
                  </a:lnTo>
                  <a:lnTo>
                    <a:pt x="10608047" y="20428"/>
                  </a:lnTo>
                  <a:lnTo>
                    <a:pt x="10713298" y="14538"/>
                  </a:lnTo>
                  <a:lnTo>
                    <a:pt x="10808310" y="9780"/>
                  </a:lnTo>
                  <a:lnTo>
                    <a:pt x="10889519" y="6118"/>
                  </a:lnTo>
                  <a:lnTo>
                    <a:pt x="10954364" y="3472"/>
                  </a:lnTo>
                  <a:lnTo>
                    <a:pt x="11001759" y="1715"/>
                  </a:lnTo>
                  <a:lnTo>
                    <a:pt x="11032358" y="680"/>
                  </a:lnTo>
                  <a:lnTo>
                    <a:pt x="11048552" y="179"/>
                  </a:lnTo>
                  <a:lnTo>
                    <a:pt x="11054295" y="1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0" name="pl1789"/>
            <p:cNvSpPr/>
            <p:nvPr/>
          </p:nvSpPr>
          <p:spPr>
            <a:xfrm>
              <a:off x="1199187" y="4014161"/>
              <a:ext cx="12049831" cy="1839462"/>
            </a:xfrm>
            <a:custGeom>
              <a:avLst/>
              <a:pathLst>
                <a:path w="12049831" h="1839462">
                  <a:moveTo>
                    <a:pt x="12049831" y="0"/>
                  </a:moveTo>
                  <a:lnTo>
                    <a:pt x="11054891" y="0"/>
                  </a:lnTo>
                  <a:lnTo>
                    <a:pt x="11053774" y="29"/>
                  </a:lnTo>
                  <a:lnTo>
                    <a:pt x="11046403" y="242"/>
                  </a:lnTo>
                  <a:lnTo>
                    <a:pt x="11027715" y="830"/>
                  </a:lnTo>
                  <a:lnTo>
                    <a:pt x="10994036" y="1989"/>
                  </a:lnTo>
                  <a:lnTo>
                    <a:pt x="10943297" y="3905"/>
                  </a:lnTo>
                  <a:lnTo>
                    <a:pt x="10875188" y="6737"/>
                  </a:lnTo>
                  <a:lnTo>
                    <a:pt x="10791101" y="10604"/>
                  </a:lnTo>
                  <a:lnTo>
                    <a:pt x="10693833" y="15577"/>
                  </a:lnTo>
                  <a:lnTo>
                    <a:pt x="10587074" y="21684"/>
                  </a:lnTo>
                  <a:lnTo>
                    <a:pt x="10474828" y="28922"/>
                  </a:lnTo>
                  <a:lnTo>
                    <a:pt x="10360892" y="37266"/>
                  </a:lnTo>
                  <a:lnTo>
                    <a:pt x="10248487" y="46698"/>
                  </a:lnTo>
                  <a:lnTo>
                    <a:pt x="10140071" y="57209"/>
                  </a:lnTo>
                  <a:lnTo>
                    <a:pt x="10037313" y="68819"/>
                  </a:lnTo>
                  <a:lnTo>
                    <a:pt x="9941162" y="81578"/>
                  </a:lnTo>
                  <a:lnTo>
                    <a:pt x="9851983" y="95572"/>
                  </a:lnTo>
                  <a:lnTo>
                    <a:pt x="9769699" y="110921"/>
                  </a:lnTo>
                  <a:lnTo>
                    <a:pt x="9693924" y="127779"/>
                  </a:lnTo>
                  <a:lnTo>
                    <a:pt x="9624069" y="146329"/>
                  </a:lnTo>
                  <a:lnTo>
                    <a:pt x="9559429" y="166775"/>
                  </a:lnTo>
                  <a:lnTo>
                    <a:pt x="9499245" y="189332"/>
                  </a:lnTo>
                  <a:lnTo>
                    <a:pt x="9442753" y="214204"/>
                  </a:lnTo>
                  <a:lnTo>
                    <a:pt x="9389223" y="241550"/>
                  </a:lnTo>
                  <a:lnTo>
                    <a:pt x="9347647" y="265525"/>
                  </a:lnTo>
                  <a:lnTo>
                    <a:pt x="9295009" y="299409"/>
                  </a:lnTo>
                  <a:lnTo>
                    <a:pt x="9243851" y="336201"/>
                  </a:lnTo>
                  <a:lnTo>
                    <a:pt x="9193704" y="375957"/>
                  </a:lnTo>
                  <a:lnTo>
                    <a:pt x="9144201" y="418663"/>
                  </a:lnTo>
                  <a:lnTo>
                    <a:pt x="9095067" y="464232"/>
                  </a:lnTo>
                  <a:lnTo>
                    <a:pt x="9046101" y="512495"/>
                  </a:lnTo>
                  <a:lnTo>
                    <a:pt x="8997167" y="563199"/>
                  </a:lnTo>
                  <a:lnTo>
                    <a:pt x="8948184" y="616007"/>
                  </a:lnTo>
                  <a:lnTo>
                    <a:pt x="8899118" y="670507"/>
                  </a:lnTo>
                  <a:lnTo>
                    <a:pt x="8849970" y="726223"/>
                  </a:lnTo>
                  <a:lnTo>
                    <a:pt x="8800769" y="782630"/>
                  </a:lnTo>
                  <a:lnTo>
                    <a:pt x="8751556" y="839175"/>
                  </a:lnTo>
                  <a:lnTo>
                    <a:pt x="8702378" y="895299"/>
                  </a:lnTo>
                  <a:lnTo>
                    <a:pt x="8653269" y="950461"/>
                  </a:lnTo>
                  <a:lnTo>
                    <a:pt x="8604247" y="1004160"/>
                  </a:lnTo>
                  <a:lnTo>
                    <a:pt x="8555296" y="1055948"/>
                  </a:lnTo>
                  <a:lnTo>
                    <a:pt x="8506359" y="1105451"/>
                  </a:lnTo>
                  <a:lnTo>
                    <a:pt x="8457329" y="1152374"/>
                  </a:lnTo>
                  <a:lnTo>
                    <a:pt x="8408037" y="1196508"/>
                  </a:lnTo>
                  <a:lnTo>
                    <a:pt x="8358247" y="1237724"/>
                  </a:lnTo>
                  <a:lnTo>
                    <a:pt x="8307639" y="1275974"/>
                  </a:lnTo>
                  <a:lnTo>
                    <a:pt x="8255797" y="1311281"/>
                  </a:lnTo>
                  <a:lnTo>
                    <a:pt x="8229629" y="1327627"/>
                  </a:lnTo>
                  <a:lnTo>
                    <a:pt x="8178009" y="1357030"/>
                  </a:lnTo>
                  <a:lnTo>
                    <a:pt x="8123966" y="1383894"/>
                  </a:lnTo>
                  <a:lnTo>
                    <a:pt x="8066826" y="1408308"/>
                  </a:lnTo>
                  <a:lnTo>
                    <a:pt x="8005849" y="1430445"/>
                  </a:lnTo>
                  <a:lnTo>
                    <a:pt x="7940269" y="1450512"/>
                  </a:lnTo>
                  <a:lnTo>
                    <a:pt x="7869333" y="1468723"/>
                  </a:lnTo>
                  <a:lnTo>
                    <a:pt x="7792353" y="1485279"/>
                  </a:lnTo>
                  <a:lnTo>
                    <a:pt x="7708773" y="1500358"/>
                  </a:lnTo>
                  <a:lnTo>
                    <a:pt x="7618255" y="1514107"/>
                  </a:lnTo>
                  <a:lnTo>
                    <a:pt x="7520795" y="1526641"/>
                  </a:lnTo>
                  <a:lnTo>
                    <a:pt x="7416860" y="1538038"/>
                  </a:lnTo>
                  <a:lnTo>
                    <a:pt x="7307529" y="1548342"/>
                  </a:lnTo>
                  <a:lnTo>
                    <a:pt x="7194616" y="1557566"/>
                  </a:lnTo>
                  <a:lnTo>
                    <a:pt x="7080732" y="1565701"/>
                  </a:lnTo>
                  <a:lnTo>
                    <a:pt x="6969230" y="1572724"/>
                  </a:lnTo>
                  <a:lnTo>
                    <a:pt x="6863979" y="1578614"/>
                  </a:lnTo>
                  <a:lnTo>
                    <a:pt x="6768967" y="1583372"/>
                  </a:lnTo>
                  <a:lnTo>
                    <a:pt x="6687757" y="1587034"/>
                  </a:lnTo>
                  <a:lnTo>
                    <a:pt x="6622913" y="1589680"/>
                  </a:lnTo>
                  <a:lnTo>
                    <a:pt x="6575517" y="1591437"/>
                  </a:lnTo>
                  <a:lnTo>
                    <a:pt x="6544919" y="1592472"/>
                  </a:lnTo>
                  <a:lnTo>
                    <a:pt x="6528725" y="1592973"/>
                  </a:lnTo>
                  <a:lnTo>
                    <a:pt x="6522982" y="1593136"/>
                  </a:lnTo>
                  <a:lnTo>
                    <a:pt x="6522385" y="1593152"/>
                  </a:lnTo>
                  <a:lnTo>
                    <a:pt x="5527445" y="1593152"/>
                  </a:lnTo>
                  <a:lnTo>
                    <a:pt x="5526309" y="1593157"/>
                  </a:lnTo>
                  <a:lnTo>
                    <a:pt x="5518813" y="1593190"/>
                  </a:lnTo>
                  <a:lnTo>
                    <a:pt x="5499816" y="1593283"/>
                  </a:lnTo>
                  <a:lnTo>
                    <a:pt x="5465603" y="1593465"/>
                  </a:lnTo>
                  <a:lnTo>
                    <a:pt x="5414104" y="1593767"/>
                  </a:lnTo>
                  <a:lnTo>
                    <a:pt x="5345049" y="1594212"/>
                  </a:lnTo>
                  <a:lnTo>
                    <a:pt x="5259909" y="1594820"/>
                  </a:lnTo>
                  <a:lnTo>
                    <a:pt x="5161574" y="1595601"/>
                  </a:lnTo>
                  <a:lnTo>
                    <a:pt x="5053823" y="1596559"/>
                  </a:lnTo>
                  <a:lnTo>
                    <a:pt x="4940732" y="1597695"/>
                  </a:lnTo>
                  <a:lnTo>
                    <a:pt x="4826139" y="1599003"/>
                  </a:lnTo>
                  <a:lnTo>
                    <a:pt x="4713279" y="1600481"/>
                  </a:lnTo>
                  <a:lnTo>
                    <a:pt x="4604599" y="1602128"/>
                  </a:lnTo>
                  <a:lnTo>
                    <a:pt x="4501738" y="1603947"/>
                  </a:lnTo>
                  <a:lnTo>
                    <a:pt x="4405613" y="1605947"/>
                  </a:lnTo>
                  <a:lnTo>
                    <a:pt x="4316550" y="1608141"/>
                  </a:lnTo>
                  <a:lnTo>
                    <a:pt x="4234438" y="1610550"/>
                  </a:lnTo>
                  <a:lnTo>
                    <a:pt x="4158858" y="1613197"/>
                  </a:lnTo>
                  <a:lnTo>
                    <a:pt x="4089197" y="1616112"/>
                  </a:lnTo>
                  <a:lnTo>
                    <a:pt x="4024729" y="1619327"/>
                  </a:lnTo>
                  <a:lnTo>
                    <a:pt x="3964678" y="1622876"/>
                  </a:lnTo>
                  <a:lnTo>
                    <a:pt x="3908269" y="1626791"/>
                  </a:lnTo>
                  <a:lnTo>
                    <a:pt x="3854766" y="1631096"/>
                  </a:lnTo>
                  <a:lnTo>
                    <a:pt x="3820202" y="1634204"/>
                  </a:lnTo>
                  <a:lnTo>
                    <a:pt x="3758870" y="1640367"/>
                  </a:lnTo>
                  <a:lnTo>
                    <a:pt x="3699445" y="1647147"/>
                  </a:lnTo>
                  <a:lnTo>
                    <a:pt x="3641219" y="1654552"/>
                  </a:lnTo>
                  <a:lnTo>
                    <a:pt x="3583673" y="1662572"/>
                  </a:lnTo>
                  <a:lnTo>
                    <a:pt x="3526439" y="1671174"/>
                  </a:lnTo>
                  <a:lnTo>
                    <a:pt x="3469274" y="1680299"/>
                  </a:lnTo>
                  <a:lnTo>
                    <a:pt x="3412045" y="1689867"/>
                  </a:lnTo>
                  <a:lnTo>
                    <a:pt x="3354700" y="1699775"/>
                  </a:lnTo>
                  <a:lnTo>
                    <a:pt x="3297255" y="1709902"/>
                  </a:lnTo>
                  <a:lnTo>
                    <a:pt x="3239765" y="1720115"/>
                  </a:lnTo>
                  <a:lnTo>
                    <a:pt x="3182302" y="1730277"/>
                  </a:lnTo>
                  <a:lnTo>
                    <a:pt x="3124928" y="1740252"/>
                  </a:lnTo>
                  <a:lnTo>
                    <a:pt x="3067671" y="1749918"/>
                  </a:lnTo>
                  <a:lnTo>
                    <a:pt x="3010499" y="1759165"/>
                  </a:lnTo>
                  <a:lnTo>
                    <a:pt x="2953301" y="1767906"/>
                  </a:lnTo>
                  <a:lnTo>
                    <a:pt x="2895864" y="1776078"/>
                  </a:lnTo>
                  <a:lnTo>
                    <a:pt x="2837854" y="1783641"/>
                  </a:lnTo>
                  <a:lnTo>
                    <a:pt x="2778793" y="1790580"/>
                  </a:lnTo>
                  <a:lnTo>
                    <a:pt x="2718026" y="1796899"/>
                  </a:lnTo>
                  <a:lnTo>
                    <a:pt x="2702183" y="1798410"/>
                  </a:lnTo>
                  <a:lnTo>
                    <a:pt x="2650255" y="1802982"/>
                  </a:lnTo>
                  <a:lnTo>
                    <a:pt x="2595872" y="1807156"/>
                  </a:lnTo>
                  <a:lnTo>
                    <a:pt x="2538346" y="1810947"/>
                  </a:lnTo>
                  <a:lnTo>
                    <a:pt x="2476925" y="1814383"/>
                  </a:lnTo>
                  <a:lnTo>
                    <a:pt x="2410829" y="1817495"/>
                  </a:lnTo>
                  <a:lnTo>
                    <a:pt x="2339292" y="1820319"/>
                  </a:lnTo>
                  <a:lnTo>
                    <a:pt x="2261619" y="1822884"/>
                  </a:lnTo>
                  <a:lnTo>
                    <a:pt x="2177249" y="1825219"/>
                  </a:lnTo>
                  <a:lnTo>
                    <a:pt x="2085851" y="1827348"/>
                  </a:lnTo>
                  <a:lnTo>
                    <a:pt x="1987442" y="1829287"/>
                  </a:lnTo>
                  <a:lnTo>
                    <a:pt x="1882529" y="1831049"/>
                  </a:lnTo>
                  <a:lnTo>
                    <a:pt x="1772251" y="1832640"/>
                  </a:lnTo>
                  <a:lnTo>
                    <a:pt x="1658508" y="1834062"/>
                  </a:lnTo>
                  <a:lnTo>
                    <a:pt x="1544018" y="1835313"/>
                  </a:lnTo>
                  <a:lnTo>
                    <a:pt x="1432243" y="1836391"/>
                  </a:lnTo>
                  <a:lnTo>
                    <a:pt x="1327149" y="1837291"/>
                  </a:lnTo>
                  <a:lnTo>
                    <a:pt x="1232778" y="1838014"/>
                  </a:lnTo>
                  <a:lnTo>
                    <a:pt x="1152683" y="1838566"/>
                  </a:lnTo>
                  <a:lnTo>
                    <a:pt x="1089336" y="1838962"/>
                  </a:lnTo>
                  <a:lnTo>
                    <a:pt x="1043656" y="1839221"/>
                  </a:lnTo>
                  <a:lnTo>
                    <a:pt x="1014774" y="1839370"/>
                  </a:lnTo>
                  <a:lnTo>
                    <a:pt x="1000054" y="1839440"/>
                  </a:lnTo>
                  <a:lnTo>
                    <a:pt x="995288" y="1839461"/>
                  </a:lnTo>
                  <a:lnTo>
                    <a:pt x="994940" y="1839462"/>
                  </a:lnTo>
                  <a:lnTo>
                    <a:pt x="0" y="1839462"/>
                  </a:lnTo>
                  <a:lnTo>
                    <a:pt x="0" y="18394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1" name="pg1790"/>
            <p:cNvSpPr/>
            <p:nvPr/>
          </p:nvSpPr>
          <p:spPr>
            <a:xfrm>
              <a:off x="1199187" y="1404325"/>
              <a:ext cx="12049831" cy="4370688"/>
            </a:xfrm>
            <a:custGeom>
              <a:avLst/>
              <a:pathLst>
                <a:path w="12049831" h="4370688">
                  <a:moveTo>
                    <a:pt x="0" y="4370688"/>
                  </a:moveTo>
                  <a:lnTo>
                    <a:pt x="994940" y="4370688"/>
                  </a:lnTo>
                  <a:lnTo>
                    <a:pt x="995945" y="4370615"/>
                  </a:lnTo>
                  <a:lnTo>
                    <a:pt x="1002592" y="4370091"/>
                  </a:lnTo>
                  <a:lnTo>
                    <a:pt x="1019492" y="4368646"/>
                  </a:lnTo>
                  <a:lnTo>
                    <a:pt x="1050064" y="4365796"/>
                  </a:lnTo>
                  <a:lnTo>
                    <a:pt x="1096354" y="4361078"/>
                  </a:lnTo>
                  <a:lnTo>
                    <a:pt x="1158894" y="4354088"/>
                  </a:lnTo>
                  <a:lnTo>
                    <a:pt x="1236712" y="4344512"/>
                  </a:lnTo>
                  <a:lnTo>
                    <a:pt x="1327545" y="4332146"/>
                  </a:lnTo>
                  <a:lnTo>
                    <a:pt x="1428234" y="4316894"/>
                  </a:lnTo>
                  <a:lnTo>
                    <a:pt x="1535209" y="4298751"/>
                  </a:lnTo>
                  <a:lnTo>
                    <a:pt x="1644950" y="4277760"/>
                  </a:lnTo>
                  <a:lnTo>
                    <a:pt x="1754342" y="4253979"/>
                  </a:lnTo>
                  <a:lnTo>
                    <a:pt x="1860888" y="4227444"/>
                  </a:lnTo>
                  <a:lnTo>
                    <a:pt x="1962783" y="4198137"/>
                  </a:lnTo>
                  <a:lnTo>
                    <a:pt x="2058882" y="4165973"/>
                  </a:lnTo>
                  <a:lnTo>
                    <a:pt x="2148606" y="4130785"/>
                  </a:lnTo>
                  <a:lnTo>
                    <a:pt x="2231825" y="4092324"/>
                  </a:lnTo>
                  <a:lnTo>
                    <a:pt x="2308740" y="4050258"/>
                  </a:lnTo>
                  <a:lnTo>
                    <a:pt x="2379780" y="4004180"/>
                  </a:lnTo>
                  <a:lnTo>
                    <a:pt x="2445517" y="3953617"/>
                  </a:lnTo>
                  <a:lnTo>
                    <a:pt x="2506606" y="3898054"/>
                  </a:lnTo>
                  <a:lnTo>
                    <a:pt x="2563734" y="3836964"/>
                  </a:lnTo>
                  <a:lnTo>
                    <a:pt x="2617583" y="3769864"/>
                  </a:lnTo>
                  <a:lnTo>
                    <a:pt x="2668800" y="3696392"/>
                  </a:lnTo>
                  <a:lnTo>
                    <a:pt x="2702183" y="3643114"/>
                  </a:lnTo>
                  <a:lnTo>
                    <a:pt x="2739383" y="3578635"/>
                  </a:lnTo>
                  <a:lnTo>
                    <a:pt x="2775772" y="3510249"/>
                  </a:lnTo>
                  <a:lnTo>
                    <a:pt x="2811532" y="3437878"/>
                  </a:lnTo>
                  <a:lnTo>
                    <a:pt x="2846818" y="3361484"/>
                  </a:lnTo>
                  <a:lnTo>
                    <a:pt x="2881756" y="3281076"/>
                  </a:lnTo>
                  <a:lnTo>
                    <a:pt x="2916453" y="3196712"/>
                  </a:lnTo>
                  <a:lnTo>
                    <a:pt x="2950993" y="3108503"/>
                  </a:lnTo>
                  <a:lnTo>
                    <a:pt x="2985445" y="3016616"/>
                  </a:lnTo>
                  <a:lnTo>
                    <a:pt x="3019861" y="2921276"/>
                  </a:lnTo>
                  <a:lnTo>
                    <a:pt x="3054279" y="2822761"/>
                  </a:lnTo>
                  <a:lnTo>
                    <a:pt x="3088722" y="2721407"/>
                  </a:lnTo>
                  <a:lnTo>
                    <a:pt x="3123205" y="2617598"/>
                  </a:lnTo>
                  <a:lnTo>
                    <a:pt x="3157731" y="2511767"/>
                  </a:lnTo>
                  <a:lnTo>
                    <a:pt x="3192296" y="2404384"/>
                  </a:lnTo>
                  <a:lnTo>
                    <a:pt x="3226891" y="2295950"/>
                  </a:lnTo>
                  <a:lnTo>
                    <a:pt x="3261502" y="2186988"/>
                  </a:lnTo>
                  <a:lnTo>
                    <a:pt x="3296113" y="2078031"/>
                  </a:lnTo>
                  <a:lnTo>
                    <a:pt x="3330708" y="1969611"/>
                  </a:lnTo>
                  <a:lnTo>
                    <a:pt x="3365273" y="1862251"/>
                  </a:lnTo>
                  <a:lnTo>
                    <a:pt x="3399798" y="1756453"/>
                  </a:lnTo>
                  <a:lnTo>
                    <a:pt x="3434280" y="1652684"/>
                  </a:lnTo>
                  <a:lnTo>
                    <a:pt x="3468723" y="1551377"/>
                  </a:lnTo>
                  <a:lnTo>
                    <a:pt x="3503140" y="1452917"/>
                  </a:lnTo>
                  <a:lnTo>
                    <a:pt x="3537556" y="1357636"/>
                  </a:lnTo>
                  <a:lnTo>
                    <a:pt x="3572009" y="1265813"/>
                  </a:lnTo>
                  <a:lnTo>
                    <a:pt x="3606552" y="1177672"/>
                  </a:lnTo>
                  <a:lnTo>
                    <a:pt x="3641252" y="1093378"/>
                  </a:lnTo>
                  <a:lnTo>
                    <a:pt x="3676195" y="1013041"/>
                  </a:lnTo>
                  <a:lnTo>
                    <a:pt x="3711488" y="936719"/>
                  </a:lnTo>
                  <a:lnTo>
                    <a:pt x="3747259" y="864420"/>
                  </a:lnTo>
                  <a:lnTo>
                    <a:pt x="3783660" y="796105"/>
                  </a:lnTo>
                  <a:lnTo>
                    <a:pt x="3820202" y="732815"/>
                  </a:lnTo>
                  <a:lnTo>
                    <a:pt x="3869971" y="654957"/>
                  </a:lnTo>
                  <a:lnTo>
                    <a:pt x="3921976" y="583582"/>
                  </a:lnTo>
                  <a:lnTo>
                    <a:pt x="3976818" y="518482"/>
                  </a:lnTo>
                  <a:lnTo>
                    <a:pt x="4035156" y="459244"/>
                  </a:lnTo>
                  <a:lnTo>
                    <a:pt x="4097681" y="405364"/>
                  </a:lnTo>
                  <a:lnTo>
                    <a:pt x="4165071" y="356312"/>
                  </a:lnTo>
                  <a:lnTo>
                    <a:pt x="4237962" y="311586"/>
                  </a:lnTo>
                  <a:lnTo>
                    <a:pt x="4316887" y="270732"/>
                  </a:lnTo>
                  <a:lnTo>
                    <a:pt x="4402211" y="233367"/>
                  </a:lnTo>
                  <a:lnTo>
                    <a:pt x="4494040" y="199185"/>
                  </a:lnTo>
                  <a:lnTo>
                    <a:pt x="4592110" y="167963"/>
                  </a:lnTo>
                  <a:lnTo>
                    <a:pt x="4695672" y="139563"/>
                  </a:lnTo>
                  <a:lnTo>
                    <a:pt x="4803375" y="113921"/>
                  </a:lnTo>
                  <a:lnTo>
                    <a:pt x="4913186" y="91041"/>
                  </a:lnTo>
                  <a:lnTo>
                    <a:pt x="5022395" y="70968"/>
                  </a:lnTo>
                  <a:lnTo>
                    <a:pt x="5127726" y="53761"/>
                  </a:lnTo>
                  <a:lnTo>
                    <a:pt x="5225594" y="39452"/>
                  </a:lnTo>
                  <a:lnTo>
                    <a:pt x="5312512" y="28007"/>
                  </a:lnTo>
                  <a:lnTo>
                    <a:pt x="5385559" y="19299"/>
                  </a:lnTo>
                  <a:lnTo>
                    <a:pt x="5442857" y="13086"/>
                  </a:lnTo>
                  <a:lnTo>
                    <a:pt x="5483907" y="9023"/>
                  </a:lnTo>
                  <a:lnTo>
                    <a:pt x="5509743" y="6682"/>
                  </a:lnTo>
                  <a:lnTo>
                    <a:pt x="5522876" y="5589"/>
                  </a:lnTo>
                  <a:lnTo>
                    <a:pt x="5527131" y="526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79" y="5284"/>
                  </a:lnTo>
                  <a:lnTo>
                    <a:pt x="6530703" y="5593"/>
                  </a:lnTo>
                  <a:lnTo>
                    <a:pt x="6549028" y="6447"/>
                  </a:lnTo>
                  <a:lnTo>
                    <a:pt x="6582076" y="8130"/>
                  </a:lnTo>
                  <a:lnTo>
                    <a:pt x="6631916" y="10914"/>
                  </a:lnTo>
                  <a:lnTo>
                    <a:pt x="6698907" y="15030"/>
                  </a:lnTo>
                  <a:lnTo>
                    <a:pt x="6781741" y="20654"/>
                  </a:lnTo>
                  <a:lnTo>
                    <a:pt x="6877735" y="27894"/>
                  </a:lnTo>
                  <a:lnTo>
                    <a:pt x="6983304" y="36793"/>
                  </a:lnTo>
                  <a:lnTo>
                    <a:pt x="7094531" y="47346"/>
                  </a:lnTo>
                  <a:lnTo>
                    <a:pt x="7207670" y="59521"/>
                  </a:lnTo>
                  <a:lnTo>
                    <a:pt x="7319516" y="73288"/>
                  </a:lnTo>
                  <a:lnTo>
                    <a:pt x="7427598" y="88634"/>
                  </a:lnTo>
                  <a:lnTo>
                    <a:pt x="7530220" y="105583"/>
                  </a:lnTo>
                  <a:lnTo>
                    <a:pt x="7626390" y="124204"/>
                  </a:lnTo>
                  <a:lnTo>
                    <a:pt x="7715698" y="144616"/>
                  </a:lnTo>
                  <a:lnTo>
                    <a:pt x="7798180" y="166989"/>
                  </a:lnTo>
                  <a:lnTo>
                    <a:pt x="7874187" y="191540"/>
                  </a:lnTo>
                  <a:lnTo>
                    <a:pt x="7944275" y="218530"/>
                  </a:lnTo>
                  <a:lnTo>
                    <a:pt x="8009125" y="248253"/>
                  </a:lnTo>
                  <a:lnTo>
                    <a:pt x="8069474" y="281021"/>
                  </a:lnTo>
                  <a:lnTo>
                    <a:pt x="8126074" y="317134"/>
                  </a:lnTo>
                  <a:lnTo>
                    <a:pt x="8179646" y="356838"/>
                  </a:lnTo>
                  <a:lnTo>
                    <a:pt x="8229629" y="399161"/>
                  </a:lnTo>
                  <a:lnTo>
                    <a:pt x="8276736" y="443868"/>
                  </a:lnTo>
                  <a:lnTo>
                    <a:pt x="8322618" y="492009"/>
                  </a:lnTo>
                  <a:lnTo>
                    <a:pt x="8367622" y="543652"/>
                  </a:lnTo>
                  <a:lnTo>
                    <a:pt x="8412028" y="598805"/>
                  </a:lnTo>
                  <a:lnTo>
                    <a:pt x="8456054" y="657405"/>
                  </a:lnTo>
                  <a:lnTo>
                    <a:pt x="8499869" y="719316"/>
                  </a:lnTo>
                  <a:lnTo>
                    <a:pt x="8543595" y="784322"/>
                  </a:lnTo>
                  <a:lnTo>
                    <a:pt x="8587317" y="852127"/>
                  </a:lnTo>
                  <a:lnTo>
                    <a:pt x="8631084" y="922360"/>
                  </a:lnTo>
                  <a:lnTo>
                    <a:pt x="8674919" y="994575"/>
                  </a:lnTo>
                  <a:lnTo>
                    <a:pt x="8718820" y="1068271"/>
                  </a:lnTo>
                  <a:lnTo>
                    <a:pt x="8762769" y="1142895"/>
                  </a:lnTo>
                  <a:lnTo>
                    <a:pt x="8806737" y="1217868"/>
                  </a:lnTo>
                  <a:lnTo>
                    <a:pt x="8850692" y="1292597"/>
                  </a:lnTo>
                  <a:lnTo>
                    <a:pt x="8894603" y="1366498"/>
                  </a:lnTo>
                  <a:lnTo>
                    <a:pt x="8938450" y="1439014"/>
                  </a:lnTo>
                  <a:lnTo>
                    <a:pt x="8982229" y="1509631"/>
                  </a:lnTo>
                  <a:lnTo>
                    <a:pt x="9025956" y="1577894"/>
                  </a:lnTo>
                  <a:lnTo>
                    <a:pt x="9069676" y="1643419"/>
                  </a:lnTo>
                  <a:lnTo>
                    <a:pt x="9113467" y="1705895"/>
                  </a:lnTo>
                  <a:lnTo>
                    <a:pt x="9157445" y="1765092"/>
                  </a:lnTo>
                  <a:lnTo>
                    <a:pt x="9201770" y="1820861"/>
                  </a:lnTo>
                  <a:lnTo>
                    <a:pt x="9246650" y="1873126"/>
                  </a:lnTo>
                  <a:lnTo>
                    <a:pt x="9292353" y="1921882"/>
                  </a:lnTo>
                  <a:lnTo>
                    <a:pt x="9339214" y="1967188"/>
                  </a:lnTo>
                  <a:lnTo>
                    <a:pt x="9347647" y="1974845"/>
                  </a:lnTo>
                  <a:lnTo>
                    <a:pt x="9398900" y="2018175"/>
                  </a:lnTo>
                  <a:lnTo>
                    <a:pt x="9452537" y="2057790"/>
                  </a:lnTo>
                  <a:lnTo>
                    <a:pt x="9509219" y="2093818"/>
                  </a:lnTo>
                  <a:lnTo>
                    <a:pt x="9569669" y="2126509"/>
                  </a:lnTo>
                  <a:lnTo>
                    <a:pt x="9634637" y="2156162"/>
                  </a:lnTo>
                  <a:lnTo>
                    <a:pt x="9704861" y="2183090"/>
                  </a:lnTo>
                  <a:lnTo>
                    <a:pt x="9781019" y="2207585"/>
                  </a:lnTo>
                  <a:lnTo>
                    <a:pt x="9863664" y="2229908"/>
                  </a:lnTo>
                  <a:lnTo>
                    <a:pt x="9953140" y="2250274"/>
                  </a:lnTo>
                  <a:lnTo>
                    <a:pt x="10049472" y="2268854"/>
                  </a:lnTo>
                  <a:lnTo>
                    <a:pt x="10152241" y="2285763"/>
                  </a:lnTo>
                  <a:lnTo>
                    <a:pt x="10260438" y="2301071"/>
                  </a:lnTo>
                  <a:lnTo>
                    <a:pt x="10372348" y="2314799"/>
                  </a:lnTo>
                  <a:lnTo>
                    <a:pt x="10485481" y="2326936"/>
                  </a:lnTo>
                  <a:lnTo>
                    <a:pt x="10596616" y="2337449"/>
                  </a:lnTo>
                  <a:lnTo>
                    <a:pt x="10702000" y="2346307"/>
                  </a:lnTo>
                  <a:lnTo>
                    <a:pt x="10797714" y="2353507"/>
                  </a:lnTo>
                  <a:lnTo>
                    <a:pt x="10880191" y="2359093"/>
                  </a:lnTo>
                  <a:lnTo>
                    <a:pt x="10946775" y="2363175"/>
                  </a:lnTo>
                  <a:lnTo>
                    <a:pt x="10996196" y="2365929"/>
                  </a:lnTo>
                  <a:lnTo>
                    <a:pt x="11028856" y="2367589"/>
                  </a:lnTo>
                  <a:lnTo>
                    <a:pt x="11046863" y="2368426"/>
                  </a:lnTo>
                  <a:lnTo>
                    <a:pt x="11053874" y="2368726"/>
                  </a:lnTo>
                  <a:lnTo>
                    <a:pt x="11054891" y="2368766"/>
                  </a:lnTo>
                  <a:lnTo>
                    <a:pt x="12049831" y="2368766"/>
                  </a:lnTo>
                  <a:lnTo>
                    <a:pt x="12049831" y="2363525"/>
                  </a:lnTo>
                  <a:lnTo>
                    <a:pt x="11054891" y="2363525"/>
                  </a:lnTo>
                  <a:lnTo>
                    <a:pt x="11053797" y="2363482"/>
                  </a:lnTo>
                  <a:lnTo>
                    <a:pt x="11046573" y="2363173"/>
                  </a:lnTo>
                  <a:lnTo>
                    <a:pt x="11028249" y="2362319"/>
                  </a:lnTo>
                  <a:lnTo>
                    <a:pt x="10995200" y="2360635"/>
                  </a:lnTo>
                  <a:lnTo>
                    <a:pt x="10945360" y="2357852"/>
                  </a:lnTo>
                  <a:lnTo>
                    <a:pt x="10878370" y="2353735"/>
                  </a:lnTo>
                  <a:lnTo>
                    <a:pt x="10795535" y="2348111"/>
                  </a:lnTo>
                  <a:lnTo>
                    <a:pt x="10699542" y="2340871"/>
                  </a:lnTo>
                  <a:lnTo>
                    <a:pt x="10593972" y="2331972"/>
                  </a:lnTo>
                  <a:lnTo>
                    <a:pt x="10482745" y="2321420"/>
                  </a:lnTo>
                  <a:lnTo>
                    <a:pt x="10369607" y="2309244"/>
                  </a:lnTo>
                  <a:lnTo>
                    <a:pt x="10257761" y="2295477"/>
                  </a:lnTo>
                  <a:lnTo>
                    <a:pt x="10149678" y="2280131"/>
                  </a:lnTo>
                  <a:lnTo>
                    <a:pt x="10047056" y="2263182"/>
                  </a:lnTo>
                  <a:lnTo>
                    <a:pt x="9950887" y="2244561"/>
                  </a:lnTo>
                  <a:lnTo>
                    <a:pt x="9861579" y="2224149"/>
                  </a:lnTo>
                  <a:lnTo>
                    <a:pt x="9779096" y="2201777"/>
                  </a:lnTo>
                  <a:lnTo>
                    <a:pt x="9703090" y="2177226"/>
                  </a:lnTo>
                  <a:lnTo>
                    <a:pt x="9633001" y="2150236"/>
                  </a:lnTo>
                  <a:lnTo>
                    <a:pt x="9568152" y="2120512"/>
                  </a:lnTo>
                  <a:lnTo>
                    <a:pt x="9507802" y="2087744"/>
                  </a:lnTo>
                  <a:lnTo>
                    <a:pt x="9451203" y="2051632"/>
                  </a:lnTo>
                  <a:lnTo>
                    <a:pt x="9397630" y="2011928"/>
                  </a:lnTo>
                  <a:lnTo>
                    <a:pt x="9347647" y="1969604"/>
                  </a:lnTo>
                  <a:lnTo>
                    <a:pt x="9300540" y="1924897"/>
                  </a:lnTo>
                  <a:lnTo>
                    <a:pt x="9254659" y="1876757"/>
                  </a:lnTo>
                  <a:lnTo>
                    <a:pt x="9209655" y="1825114"/>
                  </a:lnTo>
                  <a:lnTo>
                    <a:pt x="9165249" y="1769961"/>
                  </a:lnTo>
                  <a:lnTo>
                    <a:pt x="9121223" y="1711361"/>
                  </a:lnTo>
                  <a:lnTo>
                    <a:pt x="9077408" y="1649450"/>
                  </a:lnTo>
                  <a:lnTo>
                    <a:pt x="9033682" y="1584444"/>
                  </a:lnTo>
                  <a:lnTo>
                    <a:pt x="8989960" y="1516638"/>
                  </a:lnTo>
                  <a:lnTo>
                    <a:pt x="8946192" y="1446406"/>
                  </a:lnTo>
                  <a:lnTo>
                    <a:pt x="8902358" y="1374190"/>
                  </a:lnTo>
                  <a:lnTo>
                    <a:pt x="8858457" y="1300495"/>
                  </a:lnTo>
                  <a:lnTo>
                    <a:pt x="8814508" y="1225870"/>
                  </a:lnTo>
                  <a:lnTo>
                    <a:pt x="8770539" y="1150897"/>
                  </a:lnTo>
                  <a:lnTo>
                    <a:pt x="8726585" y="1076169"/>
                  </a:lnTo>
                  <a:lnTo>
                    <a:pt x="8682674" y="1002268"/>
                  </a:lnTo>
                  <a:lnTo>
                    <a:pt x="8638826" y="929752"/>
                  </a:lnTo>
                  <a:lnTo>
                    <a:pt x="8595048" y="859135"/>
                  </a:lnTo>
                  <a:lnTo>
                    <a:pt x="8551321" y="790871"/>
                  </a:lnTo>
                  <a:lnTo>
                    <a:pt x="8507601" y="725347"/>
                  </a:lnTo>
                  <a:lnTo>
                    <a:pt x="8463809" y="662871"/>
                  </a:lnTo>
                  <a:lnTo>
                    <a:pt x="8419831" y="603673"/>
                  </a:lnTo>
                  <a:lnTo>
                    <a:pt x="8375507" y="547905"/>
                  </a:lnTo>
                  <a:lnTo>
                    <a:pt x="8330627" y="495640"/>
                  </a:lnTo>
                  <a:lnTo>
                    <a:pt x="8284924" y="446884"/>
                  </a:lnTo>
                  <a:lnTo>
                    <a:pt x="8238062" y="401577"/>
                  </a:lnTo>
                  <a:lnTo>
                    <a:pt x="8229629" y="393920"/>
                  </a:lnTo>
                  <a:lnTo>
                    <a:pt x="8178377" y="350590"/>
                  </a:lnTo>
                  <a:lnTo>
                    <a:pt x="8124739" y="310975"/>
                  </a:lnTo>
                  <a:lnTo>
                    <a:pt x="8068057" y="274947"/>
                  </a:lnTo>
                  <a:lnTo>
                    <a:pt x="8007608" y="242257"/>
                  </a:lnTo>
                  <a:lnTo>
                    <a:pt x="7942640" y="212603"/>
                  </a:lnTo>
                  <a:lnTo>
                    <a:pt x="7872415" y="185676"/>
                  </a:lnTo>
                  <a:lnTo>
                    <a:pt x="7796257" y="161181"/>
                  </a:lnTo>
                  <a:lnTo>
                    <a:pt x="7713613" y="138858"/>
                  </a:lnTo>
                  <a:lnTo>
                    <a:pt x="7624137" y="118491"/>
                  </a:lnTo>
                  <a:lnTo>
                    <a:pt x="7527804" y="99912"/>
                  </a:lnTo>
                  <a:lnTo>
                    <a:pt x="7425035" y="83002"/>
                  </a:lnTo>
                  <a:lnTo>
                    <a:pt x="7316838" y="67695"/>
                  </a:lnTo>
                  <a:lnTo>
                    <a:pt x="7204928" y="53966"/>
                  </a:lnTo>
                  <a:lnTo>
                    <a:pt x="7091796" y="41830"/>
                  </a:lnTo>
                  <a:lnTo>
                    <a:pt x="6980660" y="31317"/>
                  </a:lnTo>
                  <a:lnTo>
                    <a:pt x="6875277" y="22458"/>
                  </a:lnTo>
                  <a:lnTo>
                    <a:pt x="6779563" y="15259"/>
                  </a:lnTo>
                  <a:lnTo>
                    <a:pt x="6697085" y="9672"/>
                  </a:lnTo>
                  <a:lnTo>
                    <a:pt x="6630502" y="5591"/>
                  </a:lnTo>
                  <a:lnTo>
                    <a:pt x="6581081" y="2837"/>
                  </a:lnTo>
                  <a:lnTo>
                    <a:pt x="6548421" y="1177"/>
                  </a:lnTo>
                  <a:lnTo>
                    <a:pt x="6530414" y="339"/>
                  </a:lnTo>
                  <a:lnTo>
                    <a:pt x="6523403" y="4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40" y="73"/>
                  </a:lnTo>
                  <a:lnTo>
                    <a:pt x="5519793" y="596"/>
                  </a:lnTo>
                  <a:lnTo>
                    <a:pt x="5502893" y="2042"/>
                  </a:lnTo>
                  <a:lnTo>
                    <a:pt x="5472321" y="4892"/>
                  </a:lnTo>
                  <a:lnTo>
                    <a:pt x="5426031" y="9609"/>
                  </a:lnTo>
                  <a:lnTo>
                    <a:pt x="5363491" y="16599"/>
                  </a:lnTo>
                  <a:lnTo>
                    <a:pt x="5285673" y="26176"/>
                  </a:lnTo>
                  <a:lnTo>
                    <a:pt x="5194840" y="38542"/>
                  </a:lnTo>
                  <a:lnTo>
                    <a:pt x="5094151" y="53793"/>
                  </a:lnTo>
                  <a:lnTo>
                    <a:pt x="4987176" y="71937"/>
                  </a:lnTo>
                  <a:lnTo>
                    <a:pt x="4877435" y="92928"/>
                  </a:lnTo>
                  <a:lnTo>
                    <a:pt x="4768043" y="116708"/>
                  </a:lnTo>
                  <a:lnTo>
                    <a:pt x="4661497" y="143244"/>
                  </a:lnTo>
                  <a:lnTo>
                    <a:pt x="4559602" y="172551"/>
                  </a:lnTo>
                  <a:lnTo>
                    <a:pt x="4463503" y="204715"/>
                  </a:lnTo>
                  <a:lnTo>
                    <a:pt x="4373779" y="239902"/>
                  </a:lnTo>
                  <a:lnTo>
                    <a:pt x="4290560" y="278363"/>
                  </a:lnTo>
                  <a:lnTo>
                    <a:pt x="4213645" y="320429"/>
                  </a:lnTo>
                  <a:lnTo>
                    <a:pt x="4142605" y="366508"/>
                  </a:lnTo>
                  <a:lnTo>
                    <a:pt x="4076868" y="417071"/>
                  </a:lnTo>
                  <a:lnTo>
                    <a:pt x="4015779" y="472634"/>
                  </a:lnTo>
                  <a:lnTo>
                    <a:pt x="3958651" y="533723"/>
                  </a:lnTo>
                  <a:lnTo>
                    <a:pt x="3904802" y="600824"/>
                  </a:lnTo>
                  <a:lnTo>
                    <a:pt x="3853585" y="674296"/>
                  </a:lnTo>
                  <a:lnTo>
                    <a:pt x="3820202" y="727574"/>
                  </a:lnTo>
                  <a:lnTo>
                    <a:pt x="3783002" y="792053"/>
                  </a:lnTo>
                  <a:lnTo>
                    <a:pt x="3746613" y="860438"/>
                  </a:lnTo>
                  <a:lnTo>
                    <a:pt x="3710853" y="932810"/>
                  </a:lnTo>
                  <a:lnTo>
                    <a:pt x="3675567" y="1009204"/>
                  </a:lnTo>
                  <a:lnTo>
                    <a:pt x="3640629" y="1089612"/>
                  </a:lnTo>
                  <a:lnTo>
                    <a:pt x="3605932" y="1173976"/>
                  </a:lnTo>
                  <a:lnTo>
                    <a:pt x="3571392" y="1262185"/>
                  </a:lnTo>
                  <a:lnTo>
                    <a:pt x="3536940" y="1354071"/>
                  </a:lnTo>
                  <a:lnTo>
                    <a:pt x="3502524" y="1449412"/>
                  </a:lnTo>
                  <a:lnTo>
                    <a:pt x="3468106" y="1547927"/>
                  </a:lnTo>
                  <a:lnTo>
                    <a:pt x="3433663" y="1649281"/>
                  </a:lnTo>
                  <a:lnTo>
                    <a:pt x="3399180" y="1753090"/>
                  </a:lnTo>
                  <a:lnTo>
                    <a:pt x="3364654" y="1858921"/>
                  </a:lnTo>
                  <a:lnTo>
                    <a:pt x="3330089" y="1966304"/>
                  </a:lnTo>
                  <a:lnTo>
                    <a:pt x="3295494" y="2074738"/>
                  </a:lnTo>
                  <a:lnTo>
                    <a:pt x="3260883" y="2183700"/>
                  </a:lnTo>
                  <a:lnTo>
                    <a:pt x="3226272" y="2292657"/>
                  </a:lnTo>
                  <a:lnTo>
                    <a:pt x="3191677" y="2401077"/>
                  </a:lnTo>
                  <a:lnTo>
                    <a:pt x="3157112" y="2508436"/>
                  </a:lnTo>
                  <a:lnTo>
                    <a:pt x="3122587" y="2614235"/>
                  </a:lnTo>
                  <a:lnTo>
                    <a:pt x="3088105" y="2718004"/>
                  </a:lnTo>
                  <a:lnTo>
                    <a:pt x="3053662" y="2819311"/>
                  </a:lnTo>
                  <a:lnTo>
                    <a:pt x="3019245" y="2917771"/>
                  </a:lnTo>
                  <a:lnTo>
                    <a:pt x="2984829" y="3013052"/>
                  </a:lnTo>
                  <a:lnTo>
                    <a:pt x="2950376" y="3104875"/>
                  </a:lnTo>
                  <a:lnTo>
                    <a:pt x="2915833" y="3193016"/>
                  </a:lnTo>
                  <a:lnTo>
                    <a:pt x="2881133" y="3277310"/>
                  </a:lnTo>
                  <a:lnTo>
                    <a:pt x="2846190" y="3357647"/>
                  </a:lnTo>
                  <a:lnTo>
                    <a:pt x="2810897" y="3433969"/>
                  </a:lnTo>
                  <a:lnTo>
                    <a:pt x="2775126" y="3506268"/>
                  </a:lnTo>
                  <a:lnTo>
                    <a:pt x="2738725" y="3574583"/>
                  </a:lnTo>
                  <a:lnTo>
                    <a:pt x="2702183" y="3637873"/>
                  </a:lnTo>
                  <a:lnTo>
                    <a:pt x="2652414" y="3715731"/>
                  </a:lnTo>
                  <a:lnTo>
                    <a:pt x="2600409" y="3787106"/>
                  </a:lnTo>
                  <a:lnTo>
                    <a:pt x="2545567" y="3852206"/>
                  </a:lnTo>
                  <a:lnTo>
                    <a:pt x="2487229" y="3911444"/>
                  </a:lnTo>
                  <a:lnTo>
                    <a:pt x="2424704" y="3965324"/>
                  </a:lnTo>
                  <a:lnTo>
                    <a:pt x="2357314" y="4014376"/>
                  </a:lnTo>
                  <a:lnTo>
                    <a:pt x="2284423" y="4059102"/>
                  </a:lnTo>
                  <a:lnTo>
                    <a:pt x="2205498" y="4099956"/>
                  </a:lnTo>
                  <a:lnTo>
                    <a:pt x="2120174" y="4137321"/>
                  </a:lnTo>
                  <a:lnTo>
                    <a:pt x="2028345" y="4171503"/>
                  </a:lnTo>
                  <a:lnTo>
                    <a:pt x="1930275" y="4202724"/>
                  </a:lnTo>
                  <a:lnTo>
                    <a:pt x="1826713" y="4231125"/>
                  </a:lnTo>
                  <a:lnTo>
                    <a:pt x="1719010" y="4256767"/>
                  </a:lnTo>
                  <a:lnTo>
                    <a:pt x="1609199" y="4279647"/>
                  </a:lnTo>
                  <a:lnTo>
                    <a:pt x="1499990" y="4299719"/>
                  </a:lnTo>
                  <a:lnTo>
                    <a:pt x="1394659" y="4316926"/>
                  </a:lnTo>
                  <a:lnTo>
                    <a:pt x="1296791" y="4331236"/>
                  </a:lnTo>
                  <a:lnTo>
                    <a:pt x="1209873" y="4342681"/>
                  </a:lnTo>
                  <a:lnTo>
                    <a:pt x="1136826" y="4351389"/>
                  </a:lnTo>
                  <a:lnTo>
                    <a:pt x="1079528" y="4357602"/>
                  </a:lnTo>
                  <a:lnTo>
                    <a:pt x="1038478" y="4361664"/>
                  </a:lnTo>
                  <a:lnTo>
                    <a:pt x="1012642" y="4364006"/>
                  </a:lnTo>
                  <a:lnTo>
                    <a:pt x="999509" y="4365099"/>
                  </a:lnTo>
                  <a:lnTo>
                    <a:pt x="995254" y="4365425"/>
                  </a:lnTo>
                  <a:lnTo>
                    <a:pt x="994940" y="4365448"/>
                  </a:lnTo>
                  <a:lnTo>
                    <a:pt x="0" y="4365448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92" name="pl1791"/>
            <p:cNvSpPr/>
            <p:nvPr/>
          </p:nvSpPr>
          <p:spPr>
            <a:xfrm>
              <a:off x="1199187" y="1409566"/>
              <a:ext cx="12049831" cy="4365448"/>
            </a:xfrm>
            <a:custGeom>
              <a:avLst/>
              <a:pathLst>
                <a:path w="12049831" h="4365448">
                  <a:moveTo>
                    <a:pt x="0" y="4365448"/>
                  </a:moveTo>
                  <a:lnTo>
                    <a:pt x="994940" y="4365448"/>
                  </a:lnTo>
                  <a:lnTo>
                    <a:pt x="995945" y="4365374"/>
                  </a:lnTo>
                  <a:lnTo>
                    <a:pt x="1002592" y="4364851"/>
                  </a:lnTo>
                  <a:lnTo>
                    <a:pt x="1019492" y="4363405"/>
                  </a:lnTo>
                  <a:lnTo>
                    <a:pt x="1050064" y="4360555"/>
                  </a:lnTo>
                  <a:lnTo>
                    <a:pt x="1096354" y="4355838"/>
                  </a:lnTo>
                  <a:lnTo>
                    <a:pt x="1158894" y="4348848"/>
                  </a:lnTo>
                  <a:lnTo>
                    <a:pt x="1236712" y="4339271"/>
                  </a:lnTo>
                  <a:lnTo>
                    <a:pt x="1327545" y="4326905"/>
                  </a:lnTo>
                  <a:lnTo>
                    <a:pt x="1428234" y="4311654"/>
                  </a:lnTo>
                  <a:lnTo>
                    <a:pt x="1535209" y="4293510"/>
                  </a:lnTo>
                  <a:lnTo>
                    <a:pt x="1644950" y="4272519"/>
                  </a:lnTo>
                  <a:lnTo>
                    <a:pt x="1754342" y="4248739"/>
                  </a:lnTo>
                  <a:lnTo>
                    <a:pt x="1860888" y="4222203"/>
                  </a:lnTo>
                  <a:lnTo>
                    <a:pt x="1962783" y="4192896"/>
                  </a:lnTo>
                  <a:lnTo>
                    <a:pt x="2058882" y="4160732"/>
                  </a:lnTo>
                  <a:lnTo>
                    <a:pt x="2148606" y="4125545"/>
                  </a:lnTo>
                  <a:lnTo>
                    <a:pt x="2231825" y="4087084"/>
                  </a:lnTo>
                  <a:lnTo>
                    <a:pt x="2308740" y="4045018"/>
                  </a:lnTo>
                  <a:lnTo>
                    <a:pt x="2379780" y="3998939"/>
                  </a:lnTo>
                  <a:lnTo>
                    <a:pt x="2445517" y="3948376"/>
                  </a:lnTo>
                  <a:lnTo>
                    <a:pt x="2506606" y="3892813"/>
                  </a:lnTo>
                  <a:lnTo>
                    <a:pt x="2563734" y="3831724"/>
                  </a:lnTo>
                  <a:lnTo>
                    <a:pt x="2617583" y="3764623"/>
                  </a:lnTo>
                  <a:lnTo>
                    <a:pt x="2668800" y="3691151"/>
                  </a:lnTo>
                  <a:lnTo>
                    <a:pt x="2702183" y="3637873"/>
                  </a:lnTo>
                  <a:lnTo>
                    <a:pt x="2739383" y="3573394"/>
                  </a:lnTo>
                  <a:lnTo>
                    <a:pt x="2775772" y="3505009"/>
                  </a:lnTo>
                  <a:lnTo>
                    <a:pt x="2811532" y="3432638"/>
                  </a:lnTo>
                  <a:lnTo>
                    <a:pt x="2846818" y="3356244"/>
                  </a:lnTo>
                  <a:lnTo>
                    <a:pt x="2881756" y="3275835"/>
                  </a:lnTo>
                  <a:lnTo>
                    <a:pt x="2916453" y="3191471"/>
                  </a:lnTo>
                  <a:lnTo>
                    <a:pt x="2950993" y="3103262"/>
                  </a:lnTo>
                  <a:lnTo>
                    <a:pt x="2985445" y="3011376"/>
                  </a:lnTo>
                  <a:lnTo>
                    <a:pt x="3019861" y="2916035"/>
                  </a:lnTo>
                  <a:lnTo>
                    <a:pt x="3054279" y="2817520"/>
                  </a:lnTo>
                  <a:lnTo>
                    <a:pt x="3088722" y="2716166"/>
                  </a:lnTo>
                  <a:lnTo>
                    <a:pt x="3123205" y="2612357"/>
                  </a:lnTo>
                  <a:lnTo>
                    <a:pt x="3157731" y="2506526"/>
                  </a:lnTo>
                  <a:lnTo>
                    <a:pt x="3192296" y="2399143"/>
                  </a:lnTo>
                  <a:lnTo>
                    <a:pt x="3226891" y="2290709"/>
                  </a:lnTo>
                  <a:lnTo>
                    <a:pt x="3261502" y="2181747"/>
                  </a:lnTo>
                  <a:lnTo>
                    <a:pt x="3296113" y="2072790"/>
                  </a:lnTo>
                  <a:lnTo>
                    <a:pt x="3330708" y="1964370"/>
                  </a:lnTo>
                  <a:lnTo>
                    <a:pt x="3365273" y="1857011"/>
                  </a:lnTo>
                  <a:lnTo>
                    <a:pt x="3399798" y="1751212"/>
                  </a:lnTo>
                  <a:lnTo>
                    <a:pt x="3434280" y="1647444"/>
                  </a:lnTo>
                  <a:lnTo>
                    <a:pt x="3468723" y="1546137"/>
                  </a:lnTo>
                  <a:lnTo>
                    <a:pt x="3503140" y="1447676"/>
                  </a:lnTo>
                  <a:lnTo>
                    <a:pt x="3537556" y="1352395"/>
                  </a:lnTo>
                  <a:lnTo>
                    <a:pt x="3572009" y="1260573"/>
                  </a:lnTo>
                  <a:lnTo>
                    <a:pt x="3606552" y="1172431"/>
                  </a:lnTo>
                  <a:lnTo>
                    <a:pt x="3641252" y="1088137"/>
                  </a:lnTo>
                  <a:lnTo>
                    <a:pt x="3676195" y="1007800"/>
                  </a:lnTo>
                  <a:lnTo>
                    <a:pt x="3711488" y="931478"/>
                  </a:lnTo>
                  <a:lnTo>
                    <a:pt x="3747259" y="859179"/>
                  </a:lnTo>
                  <a:lnTo>
                    <a:pt x="3783660" y="790864"/>
                  </a:lnTo>
                  <a:lnTo>
                    <a:pt x="3820202" y="727574"/>
                  </a:lnTo>
                  <a:lnTo>
                    <a:pt x="3869971" y="649717"/>
                  </a:lnTo>
                  <a:lnTo>
                    <a:pt x="3921976" y="578341"/>
                  </a:lnTo>
                  <a:lnTo>
                    <a:pt x="3976818" y="513241"/>
                  </a:lnTo>
                  <a:lnTo>
                    <a:pt x="4035156" y="454004"/>
                  </a:lnTo>
                  <a:lnTo>
                    <a:pt x="4097681" y="400123"/>
                  </a:lnTo>
                  <a:lnTo>
                    <a:pt x="4165071" y="351072"/>
                  </a:lnTo>
                  <a:lnTo>
                    <a:pt x="4237962" y="306345"/>
                  </a:lnTo>
                  <a:lnTo>
                    <a:pt x="4316887" y="265492"/>
                  </a:lnTo>
                  <a:lnTo>
                    <a:pt x="4402211" y="228127"/>
                  </a:lnTo>
                  <a:lnTo>
                    <a:pt x="4494040" y="193944"/>
                  </a:lnTo>
                  <a:lnTo>
                    <a:pt x="4592110" y="162723"/>
                  </a:lnTo>
                  <a:lnTo>
                    <a:pt x="4695672" y="134322"/>
                  </a:lnTo>
                  <a:lnTo>
                    <a:pt x="4803375" y="108680"/>
                  </a:lnTo>
                  <a:lnTo>
                    <a:pt x="4913186" y="85800"/>
                  </a:lnTo>
                  <a:lnTo>
                    <a:pt x="5022395" y="65728"/>
                  </a:lnTo>
                  <a:lnTo>
                    <a:pt x="5127726" y="48521"/>
                  </a:lnTo>
                  <a:lnTo>
                    <a:pt x="5225594" y="34211"/>
                  </a:lnTo>
                  <a:lnTo>
                    <a:pt x="5312512" y="22767"/>
                  </a:lnTo>
                  <a:lnTo>
                    <a:pt x="5385559" y="14058"/>
                  </a:lnTo>
                  <a:lnTo>
                    <a:pt x="5442857" y="7846"/>
                  </a:lnTo>
                  <a:lnTo>
                    <a:pt x="5483907" y="3783"/>
                  </a:lnTo>
                  <a:lnTo>
                    <a:pt x="5509743" y="1442"/>
                  </a:lnTo>
                  <a:lnTo>
                    <a:pt x="5522876" y="349"/>
                  </a:lnTo>
                  <a:lnTo>
                    <a:pt x="5527131" y="2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79" y="43"/>
                  </a:lnTo>
                  <a:lnTo>
                    <a:pt x="6530703" y="352"/>
                  </a:lnTo>
                  <a:lnTo>
                    <a:pt x="6549028" y="1206"/>
                  </a:lnTo>
                  <a:lnTo>
                    <a:pt x="6582076" y="2890"/>
                  </a:lnTo>
                  <a:lnTo>
                    <a:pt x="6631916" y="5673"/>
                  </a:lnTo>
                  <a:lnTo>
                    <a:pt x="6698907" y="9789"/>
                  </a:lnTo>
                  <a:lnTo>
                    <a:pt x="6781741" y="15414"/>
                  </a:lnTo>
                  <a:lnTo>
                    <a:pt x="6877735" y="22654"/>
                  </a:lnTo>
                  <a:lnTo>
                    <a:pt x="6983304" y="31552"/>
                  </a:lnTo>
                  <a:lnTo>
                    <a:pt x="7094531" y="42105"/>
                  </a:lnTo>
                  <a:lnTo>
                    <a:pt x="7207670" y="54281"/>
                  </a:lnTo>
                  <a:lnTo>
                    <a:pt x="7319516" y="68047"/>
                  </a:lnTo>
                  <a:lnTo>
                    <a:pt x="7427598" y="83394"/>
                  </a:lnTo>
                  <a:lnTo>
                    <a:pt x="7530220" y="100343"/>
                  </a:lnTo>
                  <a:lnTo>
                    <a:pt x="7626390" y="118964"/>
                  </a:lnTo>
                  <a:lnTo>
                    <a:pt x="7715698" y="139376"/>
                  </a:lnTo>
                  <a:lnTo>
                    <a:pt x="7798180" y="161748"/>
                  </a:lnTo>
                  <a:lnTo>
                    <a:pt x="7874187" y="186299"/>
                  </a:lnTo>
                  <a:lnTo>
                    <a:pt x="7944275" y="213289"/>
                  </a:lnTo>
                  <a:lnTo>
                    <a:pt x="8009125" y="243013"/>
                  </a:lnTo>
                  <a:lnTo>
                    <a:pt x="8069474" y="275781"/>
                  </a:lnTo>
                  <a:lnTo>
                    <a:pt x="8126074" y="311893"/>
                  </a:lnTo>
                  <a:lnTo>
                    <a:pt x="8179646" y="351597"/>
                  </a:lnTo>
                  <a:lnTo>
                    <a:pt x="8229629" y="393920"/>
                  </a:lnTo>
                  <a:lnTo>
                    <a:pt x="8276736" y="438628"/>
                  </a:lnTo>
                  <a:lnTo>
                    <a:pt x="8322618" y="486768"/>
                  </a:lnTo>
                  <a:lnTo>
                    <a:pt x="8367622" y="538411"/>
                  </a:lnTo>
                  <a:lnTo>
                    <a:pt x="8412028" y="593564"/>
                  </a:lnTo>
                  <a:lnTo>
                    <a:pt x="8456054" y="652164"/>
                  </a:lnTo>
                  <a:lnTo>
                    <a:pt x="8499869" y="714075"/>
                  </a:lnTo>
                  <a:lnTo>
                    <a:pt x="8543595" y="779081"/>
                  </a:lnTo>
                  <a:lnTo>
                    <a:pt x="8587317" y="846887"/>
                  </a:lnTo>
                  <a:lnTo>
                    <a:pt x="8631084" y="917119"/>
                  </a:lnTo>
                  <a:lnTo>
                    <a:pt x="8674919" y="989335"/>
                  </a:lnTo>
                  <a:lnTo>
                    <a:pt x="8718820" y="1063030"/>
                  </a:lnTo>
                  <a:lnTo>
                    <a:pt x="8762769" y="1137655"/>
                  </a:lnTo>
                  <a:lnTo>
                    <a:pt x="8806737" y="1212628"/>
                  </a:lnTo>
                  <a:lnTo>
                    <a:pt x="8850692" y="1287356"/>
                  </a:lnTo>
                  <a:lnTo>
                    <a:pt x="8894603" y="1361257"/>
                  </a:lnTo>
                  <a:lnTo>
                    <a:pt x="8938450" y="1433773"/>
                  </a:lnTo>
                  <a:lnTo>
                    <a:pt x="8982229" y="1504390"/>
                  </a:lnTo>
                  <a:lnTo>
                    <a:pt x="9025956" y="1572654"/>
                  </a:lnTo>
                  <a:lnTo>
                    <a:pt x="9069676" y="1638178"/>
                  </a:lnTo>
                  <a:lnTo>
                    <a:pt x="9113467" y="1700654"/>
                  </a:lnTo>
                  <a:lnTo>
                    <a:pt x="9157445" y="1759852"/>
                  </a:lnTo>
                  <a:lnTo>
                    <a:pt x="9201770" y="1815620"/>
                  </a:lnTo>
                  <a:lnTo>
                    <a:pt x="9246650" y="1867885"/>
                  </a:lnTo>
                  <a:lnTo>
                    <a:pt x="9292353" y="1916641"/>
                  </a:lnTo>
                  <a:lnTo>
                    <a:pt x="9339214" y="1961948"/>
                  </a:lnTo>
                  <a:lnTo>
                    <a:pt x="9347647" y="1969604"/>
                  </a:lnTo>
                  <a:lnTo>
                    <a:pt x="9398900" y="2012935"/>
                  </a:lnTo>
                  <a:lnTo>
                    <a:pt x="9452537" y="2052550"/>
                  </a:lnTo>
                  <a:lnTo>
                    <a:pt x="9509219" y="2088578"/>
                  </a:lnTo>
                  <a:lnTo>
                    <a:pt x="9569669" y="2121268"/>
                  </a:lnTo>
                  <a:lnTo>
                    <a:pt x="9634637" y="2150922"/>
                  </a:lnTo>
                  <a:lnTo>
                    <a:pt x="9704861" y="2177849"/>
                  </a:lnTo>
                  <a:lnTo>
                    <a:pt x="9781019" y="2202344"/>
                  </a:lnTo>
                  <a:lnTo>
                    <a:pt x="9863664" y="2224667"/>
                  </a:lnTo>
                  <a:lnTo>
                    <a:pt x="9953140" y="2245034"/>
                  </a:lnTo>
                  <a:lnTo>
                    <a:pt x="10049472" y="2263613"/>
                  </a:lnTo>
                  <a:lnTo>
                    <a:pt x="10152241" y="2280523"/>
                  </a:lnTo>
                  <a:lnTo>
                    <a:pt x="10260438" y="2295830"/>
                  </a:lnTo>
                  <a:lnTo>
                    <a:pt x="10372348" y="2309559"/>
                  </a:lnTo>
                  <a:lnTo>
                    <a:pt x="10485481" y="2321695"/>
                  </a:lnTo>
                  <a:lnTo>
                    <a:pt x="10596616" y="2332208"/>
                  </a:lnTo>
                  <a:lnTo>
                    <a:pt x="10702000" y="2341066"/>
                  </a:lnTo>
                  <a:lnTo>
                    <a:pt x="10797714" y="2348266"/>
                  </a:lnTo>
                  <a:lnTo>
                    <a:pt x="10880191" y="2353853"/>
                  </a:lnTo>
                  <a:lnTo>
                    <a:pt x="10946775" y="2357934"/>
                  </a:lnTo>
                  <a:lnTo>
                    <a:pt x="10996196" y="2360688"/>
                  </a:lnTo>
                  <a:lnTo>
                    <a:pt x="11028856" y="2362348"/>
                  </a:lnTo>
                  <a:lnTo>
                    <a:pt x="11046863" y="2363186"/>
                  </a:lnTo>
                  <a:lnTo>
                    <a:pt x="11053874" y="2363485"/>
                  </a:lnTo>
                  <a:lnTo>
                    <a:pt x="11054891" y="2363525"/>
                  </a:lnTo>
                  <a:lnTo>
                    <a:pt x="12049831" y="2363525"/>
                  </a:lnTo>
                  <a:lnTo>
                    <a:pt x="12049831" y="23635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3" name="pl1792"/>
            <p:cNvSpPr/>
            <p:nvPr/>
          </p:nvSpPr>
          <p:spPr>
            <a:xfrm>
              <a:off x="1199187" y="1404325"/>
              <a:ext cx="12049831" cy="4365448"/>
            </a:xfrm>
            <a:custGeom>
              <a:avLst/>
              <a:pathLst>
                <a:path w="12049831" h="4365448">
                  <a:moveTo>
                    <a:pt x="12049831" y="2363525"/>
                  </a:moveTo>
                  <a:lnTo>
                    <a:pt x="11054891" y="2363525"/>
                  </a:lnTo>
                  <a:lnTo>
                    <a:pt x="11053797" y="2363482"/>
                  </a:lnTo>
                  <a:lnTo>
                    <a:pt x="11046573" y="2363173"/>
                  </a:lnTo>
                  <a:lnTo>
                    <a:pt x="11028249" y="2362319"/>
                  </a:lnTo>
                  <a:lnTo>
                    <a:pt x="10995200" y="2360635"/>
                  </a:lnTo>
                  <a:lnTo>
                    <a:pt x="10945360" y="2357852"/>
                  </a:lnTo>
                  <a:lnTo>
                    <a:pt x="10878370" y="2353735"/>
                  </a:lnTo>
                  <a:lnTo>
                    <a:pt x="10795535" y="2348111"/>
                  </a:lnTo>
                  <a:lnTo>
                    <a:pt x="10699542" y="2340871"/>
                  </a:lnTo>
                  <a:lnTo>
                    <a:pt x="10593972" y="2331972"/>
                  </a:lnTo>
                  <a:lnTo>
                    <a:pt x="10482745" y="2321420"/>
                  </a:lnTo>
                  <a:lnTo>
                    <a:pt x="10369607" y="2309244"/>
                  </a:lnTo>
                  <a:lnTo>
                    <a:pt x="10257761" y="2295477"/>
                  </a:lnTo>
                  <a:lnTo>
                    <a:pt x="10149678" y="2280131"/>
                  </a:lnTo>
                  <a:lnTo>
                    <a:pt x="10047056" y="2263182"/>
                  </a:lnTo>
                  <a:lnTo>
                    <a:pt x="9950887" y="2244561"/>
                  </a:lnTo>
                  <a:lnTo>
                    <a:pt x="9861579" y="2224149"/>
                  </a:lnTo>
                  <a:lnTo>
                    <a:pt x="9779096" y="2201777"/>
                  </a:lnTo>
                  <a:lnTo>
                    <a:pt x="9703090" y="2177226"/>
                  </a:lnTo>
                  <a:lnTo>
                    <a:pt x="9633001" y="2150236"/>
                  </a:lnTo>
                  <a:lnTo>
                    <a:pt x="9568152" y="2120512"/>
                  </a:lnTo>
                  <a:lnTo>
                    <a:pt x="9507802" y="2087744"/>
                  </a:lnTo>
                  <a:lnTo>
                    <a:pt x="9451203" y="2051632"/>
                  </a:lnTo>
                  <a:lnTo>
                    <a:pt x="9397630" y="2011928"/>
                  </a:lnTo>
                  <a:lnTo>
                    <a:pt x="9347647" y="1969604"/>
                  </a:lnTo>
                  <a:lnTo>
                    <a:pt x="9300540" y="1924897"/>
                  </a:lnTo>
                  <a:lnTo>
                    <a:pt x="9254659" y="1876757"/>
                  </a:lnTo>
                  <a:lnTo>
                    <a:pt x="9209655" y="1825114"/>
                  </a:lnTo>
                  <a:lnTo>
                    <a:pt x="9165249" y="1769961"/>
                  </a:lnTo>
                  <a:lnTo>
                    <a:pt x="9121223" y="1711361"/>
                  </a:lnTo>
                  <a:lnTo>
                    <a:pt x="9077408" y="1649450"/>
                  </a:lnTo>
                  <a:lnTo>
                    <a:pt x="9033682" y="1584444"/>
                  </a:lnTo>
                  <a:lnTo>
                    <a:pt x="8989960" y="1516638"/>
                  </a:lnTo>
                  <a:lnTo>
                    <a:pt x="8946192" y="1446406"/>
                  </a:lnTo>
                  <a:lnTo>
                    <a:pt x="8902358" y="1374190"/>
                  </a:lnTo>
                  <a:lnTo>
                    <a:pt x="8858457" y="1300495"/>
                  </a:lnTo>
                  <a:lnTo>
                    <a:pt x="8814508" y="1225870"/>
                  </a:lnTo>
                  <a:lnTo>
                    <a:pt x="8770539" y="1150897"/>
                  </a:lnTo>
                  <a:lnTo>
                    <a:pt x="8726585" y="1076169"/>
                  </a:lnTo>
                  <a:lnTo>
                    <a:pt x="8682674" y="1002268"/>
                  </a:lnTo>
                  <a:lnTo>
                    <a:pt x="8638826" y="929752"/>
                  </a:lnTo>
                  <a:lnTo>
                    <a:pt x="8595048" y="859135"/>
                  </a:lnTo>
                  <a:lnTo>
                    <a:pt x="8551321" y="790871"/>
                  </a:lnTo>
                  <a:lnTo>
                    <a:pt x="8507601" y="725347"/>
                  </a:lnTo>
                  <a:lnTo>
                    <a:pt x="8463809" y="662871"/>
                  </a:lnTo>
                  <a:lnTo>
                    <a:pt x="8419831" y="603673"/>
                  </a:lnTo>
                  <a:lnTo>
                    <a:pt x="8375507" y="547905"/>
                  </a:lnTo>
                  <a:lnTo>
                    <a:pt x="8330627" y="495640"/>
                  </a:lnTo>
                  <a:lnTo>
                    <a:pt x="8284924" y="446884"/>
                  </a:lnTo>
                  <a:lnTo>
                    <a:pt x="8238062" y="401577"/>
                  </a:lnTo>
                  <a:lnTo>
                    <a:pt x="8229629" y="393920"/>
                  </a:lnTo>
                  <a:lnTo>
                    <a:pt x="8178377" y="350590"/>
                  </a:lnTo>
                  <a:lnTo>
                    <a:pt x="8124739" y="310975"/>
                  </a:lnTo>
                  <a:lnTo>
                    <a:pt x="8068057" y="274947"/>
                  </a:lnTo>
                  <a:lnTo>
                    <a:pt x="8007608" y="242257"/>
                  </a:lnTo>
                  <a:lnTo>
                    <a:pt x="7942640" y="212603"/>
                  </a:lnTo>
                  <a:lnTo>
                    <a:pt x="7872415" y="185676"/>
                  </a:lnTo>
                  <a:lnTo>
                    <a:pt x="7796257" y="161181"/>
                  </a:lnTo>
                  <a:lnTo>
                    <a:pt x="7713613" y="138858"/>
                  </a:lnTo>
                  <a:lnTo>
                    <a:pt x="7624137" y="118491"/>
                  </a:lnTo>
                  <a:lnTo>
                    <a:pt x="7527804" y="99912"/>
                  </a:lnTo>
                  <a:lnTo>
                    <a:pt x="7425035" y="83002"/>
                  </a:lnTo>
                  <a:lnTo>
                    <a:pt x="7316838" y="67695"/>
                  </a:lnTo>
                  <a:lnTo>
                    <a:pt x="7204928" y="53966"/>
                  </a:lnTo>
                  <a:lnTo>
                    <a:pt x="7091796" y="41830"/>
                  </a:lnTo>
                  <a:lnTo>
                    <a:pt x="6980660" y="31317"/>
                  </a:lnTo>
                  <a:lnTo>
                    <a:pt x="6875277" y="22458"/>
                  </a:lnTo>
                  <a:lnTo>
                    <a:pt x="6779563" y="15259"/>
                  </a:lnTo>
                  <a:lnTo>
                    <a:pt x="6697085" y="9672"/>
                  </a:lnTo>
                  <a:lnTo>
                    <a:pt x="6630502" y="5591"/>
                  </a:lnTo>
                  <a:lnTo>
                    <a:pt x="6581081" y="2837"/>
                  </a:lnTo>
                  <a:lnTo>
                    <a:pt x="6548421" y="1177"/>
                  </a:lnTo>
                  <a:lnTo>
                    <a:pt x="6530414" y="339"/>
                  </a:lnTo>
                  <a:lnTo>
                    <a:pt x="6523403" y="4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40" y="73"/>
                  </a:lnTo>
                  <a:lnTo>
                    <a:pt x="5519793" y="596"/>
                  </a:lnTo>
                  <a:lnTo>
                    <a:pt x="5502893" y="2042"/>
                  </a:lnTo>
                  <a:lnTo>
                    <a:pt x="5472321" y="4892"/>
                  </a:lnTo>
                  <a:lnTo>
                    <a:pt x="5426031" y="9609"/>
                  </a:lnTo>
                  <a:lnTo>
                    <a:pt x="5363491" y="16599"/>
                  </a:lnTo>
                  <a:lnTo>
                    <a:pt x="5285673" y="26176"/>
                  </a:lnTo>
                  <a:lnTo>
                    <a:pt x="5194840" y="38542"/>
                  </a:lnTo>
                  <a:lnTo>
                    <a:pt x="5094151" y="53793"/>
                  </a:lnTo>
                  <a:lnTo>
                    <a:pt x="4987176" y="71937"/>
                  </a:lnTo>
                  <a:lnTo>
                    <a:pt x="4877435" y="92928"/>
                  </a:lnTo>
                  <a:lnTo>
                    <a:pt x="4768043" y="116708"/>
                  </a:lnTo>
                  <a:lnTo>
                    <a:pt x="4661497" y="143244"/>
                  </a:lnTo>
                  <a:lnTo>
                    <a:pt x="4559602" y="172551"/>
                  </a:lnTo>
                  <a:lnTo>
                    <a:pt x="4463503" y="204715"/>
                  </a:lnTo>
                  <a:lnTo>
                    <a:pt x="4373779" y="239902"/>
                  </a:lnTo>
                  <a:lnTo>
                    <a:pt x="4290560" y="278363"/>
                  </a:lnTo>
                  <a:lnTo>
                    <a:pt x="4213645" y="320429"/>
                  </a:lnTo>
                  <a:lnTo>
                    <a:pt x="4142605" y="366508"/>
                  </a:lnTo>
                  <a:lnTo>
                    <a:pt x="4076868" y="417071"/>
                  </a:lnTo>
                  <a:lnTo>
                    <a:pt x="4015779" y="472634"/>
                  </a:lnTo>
                  <a:lnTo>
                    <a:pt x="3958651" y="533723"/>
                  </a:lnTo>
                  <a:lnTo>
                    <a:pt x="3904802" y="600824"/>
                  </a:lnTo>
                  <a:lnTo>
                    <a:pt x="3853585" y="674296"/>
                  </a:lnTo>
                  <a:lnTo>
                    <a:pt x="3820202" y="727574"/>
                  </a:lnTo>
                  <a:lnTo>
                    <a:pt x="3783002" y="792053"/>
                  </a:lnTo>
                  <a:lnTo>
                    <a:pt x="3746613" y="860438"/>
                  </a:lnTo>
                  <a:lnTo>
                    <a:pt x="3710853" y="932810"/>
                  </a:lnTo>
                  <a:lnTo>
                    <a:pt x="3675567" y="1009204"/>
                  </a:lnTo>
                  <a:lnTo>
                    <a:pt x="3640629" y="1089612"/>
                  </a:lnTo>
                  <a:lnTo>
                    <a:pt x="3605932" y="1173976"/>
                  </a:lnTo>
                  <a:lnTo>
                    <a:pt x="3571392" y="1262185"/>
                  </a:lnTo>
                  <a:lnTo>
                    <a:pt x="3536940" y="1354071"/>
                  </a:lnTo>
                  <a:lnTo>
                    <a:pt x="3502524" y="1449412"/>
                  </a:lnTo>
                  <a:lnTo>
                    <a:pt x="3468106" y="1547927"/>
                  </a:lnTo>
                  <a:lnTo>
                    <a:pt x="3433663" y="1649281"/>
                  </a:lnTo>
                  <a:lnTo>
                    <a:pt x="3399180" y="1753090"/>
                  </a:lnTo>
                  <a:lnTo>
                    <a:pt x="3364654" y="1858921"/>
                  </a:lnTo>
                  <a:lnTo>
                    <a:pt x="3330089" y="1966304"/>
                  </a:lnTo>
                  <a:lnTo>
                    <a:pt x="3295494" y="2074738"/>
                  </a:lnTo>
                  <a:lnTo>
                    <a:pt x="3260883" y="2183700"/>
                  </a:lnTo>
                  <a:lnTo>
                    <a:pt x="3226272" y="2292657"/>
                  </a:lnTo>
                  <a:lnTo>
                    <a:pt x="3191677" y="2401077"/>
                  </a:lnTo>
                  <a:lnTo>
                    <a:pt x="3157112" y="2508436"/>
                  </a:lnTo>
                  <a:lnTo>
                    <a:pt x="3122587" y="2614235"/>
                  </a:lnTo>
                  <a:lnTo>
                    <a:pt x="3088105" y="2718004"/>
                  </a:lnTo>
                  <a:lnTo>
                    <a:pt x="3053662" y="2819311"/>
                  </a:lnTo>
                  <a:lnTo>
                    <a:pt x="3019245" y="2917771"/>
                  </a:lnTo>
                  <a:lnTo>
                    <a:pt x="2984829" y="3013052"/>
                  </a:lnTo>
                  <a:lnTo>
                    <a:pt x="2950376" y="3104875"/>
                  </a:lnTo>
                  <a:lnTo>
                    <a:pt x="2915833" y="3193016"/>
                  </a:lnTo>
                  <a:lnTo>
                    <a:pt x="2881133" y="3277310"/>
                  </a:lnTo>
                  <a:lnTo>
                    <a:pt x="2846190" y="3357647"/>
                  </a:lnTo>
                  <a:lnTo>
                    <a:pt x="2810897" y="3433969"/>
                  </a:lnTo>
                  <a:lnTo>
                    <a:pt x="2775126" y="3506268"/>
                  </a:lnTo>
                  <a:lnTo>
                    <a:pt x="2738725" y="3574583"/>
                  </a:lnTo>
                  <a:lnTo>
                    <a:pt x="2702183" y="3637873"/>
                  </a:lnTo>
                  <a:lnTo>
                    <a:pt x="2652414" y="3715731"/>
                  </a:lnTo>
                  <a:lnTo>
                    <a:pt x="2600409" y="3787106"/>
                  </a:lnTo>
                  <a:lnTo>
                    <a:pt x="2545567" y="3852206"/>
                  </a:lnTo>
                  <a:lnTo>
                    <a:pt x="2487229" y="3911444"/>
                  </a:lnTo>
                  <a:lnTo>
                    <a:pt x="2424704" y="3965324"/>
                  </a:lnTo>
                  <a:lnTo>
                    <a:pt x="2357314" y="4014376"/>
                  </a:lnTo>
                  <a:lnTo>
                    <a:pt x="2284423" y="4059102"/>
                  </a:lnTo>
                  <a:lnTo>
                    <a:pt x="2205498" y="4099956"/>
                  </a:lnTo>
                  <a:lnTo>
                    <a:pt x="2120174" y="4137321"/>
                  </a:lnTo>
                  <a:lnTo>
                    <a:pt x="2028345" y="4171503"/>
                  </a:lnTo>
                  <a:lnTo>
                    <a:pt x="1930275" y="4202724"/>
                  </a:lnTo>
                  <a:lnTo>
                    <a:pt x="1826713" y="4231125"/>
                  </a:lnTo>
                  <a:lnTo>
                    <a:pt x="1719010" y="4256767"/>
                  </a:lnTo>
                  <a:lnTo>
                    <a:pt x="1609199" y="4279647"/>
                  </a:lnTo>
                  <a:lnTo>
                    <a:pt x="1499990" y="4299719"/>
                  </a:lnTo>
                  <a:lnTo>
                    <a:pt x="1394659" y="4316926"/>
                  </a:lnTo>
                  <a:lnTo>
                    <a:pt x="1296791" y="4331236"/>
                  </a:lnTo>
                  <a:lnTo>
                    <a:pt x="1209873" y="4342681"/>
                  </a:lnTo>
                  <a:lnTo>
                    <a:pt x="1136826" y="4351389"/>
                  </a:lnTo>
                  <a:lnTo>
                    <a:pt x="1079528" y="4357602"/>
                  </a:lnTo>
                  <a:lnTo>
                    <a:pt x="1038478" y="4361664"/>
                  </a:lnTo>
                  <a:lnTo>
                    <a:pt x="1012642" y="4364006"/>
                  </a:lnTo>
                  <a:lnTo>
                    <a:pt x="999509" y="4365099"/>
                  </a:lnTo>
                  <a:lnTo>
                    <a:pt x="995254" y="4365425"/>
                  </a:lnTo>
                  <a:lnTo>
                    <a:pt x="994940" y="4365448"/>
                  </a:lnTo>
                  <a:lnTo>
                    <a:pt x="0" y="4365448"/>
                  </a:lnTo>
                  <a:lnTo>
                    <a:pt x="0" y="43654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4" name="pg1793"/>
            <p:cNvSpPr/>
            <p:nvPr/>
          </p:nvSpPr>
          <p:spPr>
            <a:xfrm>
              <a:off x="1199187" y="2164217"/>
              <a:ext cx="12049831" cy="3621278"/>
            </a:xfrm>
            <a:custGeom>
              <a:avLst/>
              <a:pathLst>
                <a:path w="12049831" h="3621278">
                  <a:moveTo>
                    <a:pt x="0" y="3621278"/>
                  </a:moveTo>
                  <a:lnTo>
                    <a:pt x="994940" y="3621278"/>
                  </a:lnTo>
                  <a:lnTo>
                    <a:pt x="995982" y="3621214"/>
                  </a:lnTo>
                  <a:lnTo>
                    <a:pt x="1002871" y="3620764"/>
                  </a:lnTo>
                  <a:lnTo>
                    <a:pt x="1020370" y="3619521"/>
                  </a:lnTo>
                  <a:lnTo>
                    <a:pt x="1051984" y="3617070"/>
                  </a:lnTo>
                  <a:lnTo>
                    <a:pt x="1099772" y="3613015"/>
                  </a:lnTo>
                  <a:lnTo>
                    <a:pt x="1164195" y="3607012"/>
                  </a:lnTo>
                  <a:lnTo>
                    <a:pt x="1244144" y="3598797"/>
                  </a:lnTo>
                  <a:lnTo>
                    <a:pt x="1337179" y="3588202"/>
                  </a:lnTo>
                  <a:lnTo>
                    <a:pt x="1439963" y="3575155"/>
                  </a:lnTo>
                  <a:lnTo>
                    <a:pt x="1548777" y="3559654"/>
                  </a:lnTo>
                  <a:lnTo>
                    <a:pt x="1660000" y="3541743"/>
                  </a:lnTo>
                  <a:lnTo>
                    <a:pt x="1770477" y="3521468"/>
                  </a:lnTo>
                  <a:lnTo>
                    <a:pt x="1877716" y="3498855"/>
                  </a:lnTo>
                  <a:lnTo>
                    <a:pt x="1979957" y="3473882"/>
                  </a:lnTo>
                  <a:lnTo>
                    <a:pt x="2076115" y="3446463"/>
                  </a:lnTo>
                  <a:lnTo>
                    <a:pt x="2165684" y="3416442"/>
                  </a:lnTo>
                  <a:lnTo>
                    <a:pt x="2248603" y="3383592"/>
                  </a:lnTo>
                  <a:lnTo>
                    <a:pt x="2325137" y="3347612"/>
                  </a:lnTo>
                  <a:lnTo>
                    <a:pt x="2395770" y="3308140"/>
                  </a:lnTo>
                  <a:lnTo>
                    <a:pt x="2461121" y="3264759"/>
                  </a:lnTo>
                  <a:lnTo>
                    <a:pt x="2521881" y="3217021"/>
                  </a:lnTo>
                  <a:lnTo>
                    <a:pt x="2578766" y="3164478"/>
                  </a:lnTo>
                  <a:lnTo>
                    <a:pt x="2632477" y="3106733"/>
                  </a:lnTo>
                  <a:lnTo>
                    <a:pt x="2683666" y="3043525"/>
                  </a:lnTo>
                  <a:lnTo>
                    <a:pt x="2702183" y="3018605"/>
                  </a:lnTo>
                  <a:lnTo>
                    <a:pt x="2742437" y="2960609"/>
                  </a:lnTo>
                  <a:lnTo>
                    <a:pt x="2781758" y="2898809"/>
                  </a:lnTo>
                  <a:lnTo>
                    <a:pt x="2820374" y="2833128"/>
                  </a:lnTo>
                  <a:lnTo>
                    <a:pt x="2858472" y="2763535"/>
                  </a:lnTo>
                  <a:lnTo>
                    <a:pt x="2896207" y="2690055"/>
                  </a:lnTo>
                  <a:lnTo>
                    <a:pt x="2933701" y="2612770"/>
                  </a:lnTo>
                  <a:lnTo>
                    <a:pt x="2971055" y="2531824"/>
                  </a:lnTo>
                  <a:lnTo>
                    <a:pt x="3008343" y="2447425"/>
                  </a:lnTo>
                  <a:lnTo>
                    <a:pt x="3045618" y="2359844"/>
                  </a:lnTo>
                  <a:lnTo>
                    <a:pt x="3082918" y="2269417"/>
                  </a:lnTo>
                  <a:lnTo>
                    <a:pt x="3120263" y="2176540"/>
                  </a:lnTo>
                  <a:lnTo>
                    <a:pt x="3157658" y="2081661"/>
                  </a:lnTo>
                  <a:lnTo>
                    <a:pt x="3195099" y="1985273"/>
                  </a:lnTo>
                  <a:lnTo>
                    <a:pt x="3232574" y="1887904"/>
                  </a:lnTo>
                  <a:lnTo>
                    <a:pt x="3270065" y="1790107"/>
                  </a:lnTo>
                  <a:lnTo>
                    <a:pt x="3307550" y="1692443"/>
                  </a:lnTo>
                  <a:lnTo>
                    <a:pt x="3345011" y="1595471"/>
                  </a:lnTo>
                  <a:lnTo>
                    <a:pt x="3382432" y="1499733"/>
                  </a:lnTo>
                  <a:lnTo>
                    <a:pt x="3419803" y="1405742"/>
                  </a:lnTo>
                  <a:lnTo>
                    <a:pt x="3457125" y="1313972"/>
                  </a:lnTo>
                  <a:lnTo>
                    <a:pt x="3494410" y="1224847"/>
                  </a:lnTo>
                  <a:lnTo>
                    <a:pt x="3531686" y="1138734"/>
                  </a:lnTo>
                  <a:lnTo>
                    <a:pt x="3568996" y="1055939"/>
                  </a:lnTo>
                  <a:lnTo>
                    <a:pt x="3606406" y="976703"/>
                  </a:lnTo>
                  <a:lnTo>
                    <a:pt x="3644000" y="901205"/>
                  </a:lnTo>
                  <a:lnTo>
                    <a:pt x="3681890" y="829559"/>
                  </a:lnTo>
                  <a:lnTo>
                    <a:pt x="3720212" y="761818"/>
                  </a:lnTo>
                  <a:lnTo>
                    <a:pt x="3759136" y="697980"/>
                  </a:lnTo>
                  <a:lnTo>
                    <a:pt x="3798867" y="637993"/>
                  </a:lnTo>
                  <a:lnTo>
                    <a:pt x="3820202" y="607913"/>
                  </a:lnTo>
                  <a:lnTo>
                    <a:pt x="3870603" y="542653"/>
                  </a:lnTo>
                  <a:lnTo>
                    <a:pt x="3923303" y="482896"/>
                  </a:lnTo>
                  <a:lnTo>
                    <a:pt x="3978927" y="428458"/>
                  </a:lnTo>
                  <a:lnTo>
                    <a:pt x="4038162" y="378984"/>
                  </a:lnTo>
                  <a:lnTo>
                    <a:pt x="4101723" y="334036"/>
                  </a:lnTo>
                  <a:lnTo>
                    <a:pt x="4170314" y="293161"/>
                  </a:lnTo>
                  <a:lnTo>
                    <a:pt x="4244587" y="255927"/>
                  </a:lnTo>
                  <a:lnTo>
                    <a:pt x="4325086" y="221951"/>
                  </a:lnTo>
                  <a:lnTo>
                    <a:pt x="4412169" y="190908"/>
                  </a:lnTo>
                  <a:lnTo>
                    <a:pt x="4505908" y="162544"/>
                  </a:lnTo>
                  <a:lnTo>
                    <a:pt x="4605979" y="136674"/>
                  </a:lnTo>
                  <a:lnTo>
                    <a:pt x="4711526" y="113189"/>
                  </a:lnTo>
                  <a:lnTo>
                    <a:pt x="4821051" y="92044"/>
                  </a:lnTo>
                  <a:lnTo>
                    <a:pt x="4932332" y="73248"/>
                  </a:lnTo>
                  <a:lnTo>
                    <a:pt x="5042447" y="56844"/>
                  </a:lnTo>
                  <a:lnTo>
                    <a:pt x="5147912" y="42882"/>
                  </a:lnTo>
                  <a:lnTo>
                    <a:pt x="5244996" y="31379"/>
                  </a:lnTo>
                  <a:lnTo>
                    <a:pt x="5330157" y="22293"/>
                  </a:lnTo>
                  <a:lnTo>
                    <a:pt x="5400564" y="15492"/>
                  </a:lnTo>
                  <a:lnTo>
                    <a:pt x="5454573" y="10749"/>
                  </a:lnTo>
                  <a:lnTo>
                    <a:pt x="5492046" y="7745"/>
                  </a:lnTo>
                  <a:lnTo>
                    <a:pt x="5514460" y="6101"/>
                  </a:lnTo>
                  <a:lnTo>
                    <a:pt x="5524803" y="540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55" y="5294"/>
                  </a:lnTo>
                  <a:lnTo>
                    <a:pt x="6530521" y="5678"/>
                  </a:lnTo>
                  <a:lnTo>
                    <a:pt x="6548456" y="6738"/>
                  </a:lnTo>
                  <a:lnTo>
                    <a:pt x="6580828" y="8828"/>
                  </a:lnTo>
                  <a:lnTo>
                    <a:pt x="6629702" y="12285"/>
                  </a:lnTo>
                  <a:lnTo>
                    <a:pt x="6695485" y="17399"/>
                  </a:lnTo>
                  <a:lnTo>
                    <a:pt x="6776966" y="24392"/>
                  </a:lnTo>
                  <a:lnTo>
                    <a:pt x="6871575" y="33402"/>
                  </a:lnTo>
                  <a:lnTo>
                    <a:pt x="6975845" y="44486"/>
                  </a:lnTo>
                  <a:lnTo>
                    <a:pt x="7085950" y="57642"/>
                  </a:lnTo>
                  <a:lnTo>
                    <a:pt x="7198203" y="72831"/>
                  </a:lnTo>
                  <a:lnTo>
                    <a:pt x="7309420" y="90014"/>
                  </a:lnTo>
                  <a:lnTo>
                    <a:pt x="7417121" y="109173"/>
                  </a:lnTo>
                  <a:lnTo>
                    <a:pt x="7519576" y="130332"/>
                  </a:lnTo>
                  <a:lnTo>
                    <a:pt x="7615750" y="153572"/>
                  </a:lnTo>
                  <a:lnTo>
                    <a:pt x="7705187" y="179031"/>
                  </a:lnTo>
                  <a:lnTo>
                    <a:pt x="7787878" y="206915"/>
                  </a:lnTo>
                  <a:lnTo>
                    <a:pt x="7864134" y="237485"/>
                  </a:lnTo>
                  <a:lnTo>
                    <a:pt x="7934476" y="271060"/>
                  </a:lnTo>
                  <a:lnTo>
                    <a:pt x="7999558" y="308000"/>
                  </a:lnTo>
                  <a:lnTo>
                    <a:pt x="8060095" y="348690"/>
                  </a:lnTo>
                  <a:lnTo>
                    <a:pt x="8116822" y="393507"/>
                  </a:lnTo>
                  <a:lnTo>
                    <a:pt x="8170453" y="442775"/>
                  </a:lnTo>
                  <a:lnTo>
                    <a:pt x="8221642" y="496682"/>
                  </a:lnTo>
                  <a:lnTo>
                    <a:pt x="8229629" y="505721"/>
                  </a:lnTo>
                  <a:lnTo>
                    <a:pt x="8272922" y="557697"/>
                  </a:lnTo>
                  <a:lnTo>
                    <a:pt x="8315155" y="613341"/>
                  </a:lnTo>
                  <a:lnTo>
                    <a:pt x="8356606" y="672728"/>
                  </a:lnTo>
                  <a:lnTo>
                    <a:pt x="8397501" y="735877"/>
                  </a:lnTo>
                  <a:lnTo>
                    <a:pt x="8438022" y="802749"/>
                  </a:lnTo>
                  <a:lnTo>
                    <a:pt x="8478311" y="873236"/>
                  </a:lnTo>
                  <a:lnTo>
                    <a:pt x="8518479" y="947162"/>
                  </a:lnTo>
                  <a:lnTo>
                    <a:pt x="8558608" y="1024278"/>
                  </a:lnTo>
                  <a:lnTo>
                    <a:pt x="8598750" y="1104264"/>
                  </a:lnTo>
                  <a:lnTo>
                    <a:pt x="8638938" y="1186732"/>
                  </a:lnTo>
                  <a:lnTo>
                    <a:pt x="8679184" y="1271231"/>
                  </a:lnTo>
                  <a:lnTo>
                    <a:pt x="8719485" y="1357260"/>
                  </a:lnTo>
                  <a:lnTo>
                    <a:pt x="8759827" y="1444275"/>
                  </a:lnTo>
                  <a:lnTo>
                    <a:pt x="8800186" y="1531705"/>
                  </a:lnTo>
                  <a:lnTo>
                    <a:pt x="8840538" y="1618968"/>
                  </a:lnTo>
                  <a:lnTo>
                    <a:pt x="8880859" y="1705487"/>
                  </a:lnTo>
                  <a:lnTo>
                    <a:pt x="8921130" y="1790706"/>
                  </a:lnTo>
                  <a:lnTo>
                    <a:pt x="8961342" y="1874101"/>
                  </a:lnTo>
                  <a:lnTo>
                    <a:pt x="9001501" y="1955200"/>
                  </a:lnTo>
                  <a:lnTo>
                    <a:pt x="9041630" y="2033587"/>
                  </a:lnTo>
                  <a:lnTo>
                    <a:pt x="9081773" y="2108912"/>
                  </a:lnTo>
                  <a:lnTo>
                    <a:pt x="9121999" y="2180896"/>
                  </a:lnTo>
                  <a:lnTo>
                    <a:pt x="9162405" y="2249331"/>
                  </a:lnTo>
                  <a:lnTo>
                    <a:pt x="9203120" y="2314082"/>
                  </a:lnTo>
                  <a:lnTo>
                    <a:pt x="9244308" y="2375079"/>
                  </a:lnTo>
                  <a:lnTo>
                    <a:pt x="9286176" y="2432318"/>
                  </a:lnTo>
                  <a:lnTo>
                    <a:pt x="9328978" y="2485851"/>
                  </a:lnTo>
                  <a:lnTo>
                    <a:pt x="9347647" y="2507643"/>
                  </a:lnTo>
                  <a:lnTo>
                    <a:pt x="9398501" y="2562293"/>
                  </a:lnTo>
                  <a:lnTo>
                    <a:pt x="9451700" y="2612294"/>
                  </a:lnTo>
                  <a:lnTo>
                    <a:pt x="9507885" y="2657803"/>
                  </a:lnTo>
                  <a:lnTo>
                    <a:pt x="9567765" y="2699127"/>
                  </a:lnTo>
                  <a:lnTo>
                    <a:pt x="9632072" y="2736640"/>
                  </a:lnTo>
                  <a:lnTo>
                    <a:pt x="9701528" y="2770727"/>
                  </a:lnTo>
                  <a:lnTo>
                    <a:pt x="9776800" y="2801755"/>
                  </a:lnTo>
                  <a:lnTo>
                    <a:pt x="9858436" y="2830048"/>
                  </a:lnTo>
                  <a:lnTo>
                    <a:pt x="9946787" y="2855880"/>
                  </a:lnTo>
                  <a:lnTo>
                    <a:pt x="10041902" y="2879462"/>
                  </a:lnTo>
                  <a:lnTo>
                    <a:pt x="10143407" y="2900947"/>
                  </a:lnTo>
                  <a:lnTo>
                    <a:pt x="10250367" y="2920422"/>
                  </a:lnTo>
                  <a:lnTo>
                    <a:pt x="10361169" y="2937921"/>
                  </a:lnTo>
                  <a:lnTo>
                    <a:pt x="10473454" y="2953432"/>
                  </a:lnTo>
                  <a:lnTo>
                    <a:pt x="10584140" y="2966915"/>
                  </a:lnTo>
                  <a:lnTo>
                    <a:pt x="10689601" y="2978331"/>
                  </a:lnTo>
                  <a:lnTo>
                    <a:pt x="10786001" y="2987670"/>
                  </a:lnTo>
                  <a:lnTo>
                    <a:pt x="10869780" y="2994978"/>
                  </a:lnTo>
                  <a:lnTo>
                    <a:pt x="10938191" y="3000380"/>
                  </a:lnTo>
                  <a:lnTo>
                    <a:pt x="10989781" y="3004084"/>
                  </a:lnTo>
                  <a:lnTo>
                    <a:pt x="11024692" y="3006370"/>
                  </a:lnTo>
                  <a:lnTo>
                    <a:pt x="11044730" y="3007571"/>
                  </a:lnTo>
                  <a:lnTo>
                    <a:pt x="11053236" y="3008039"/>
                  </a:lnTo>
                  <a:lnTo>
                    <a:pt x="11054891" y="3008123"/>
                  </a:lnTo>
                  <a:lnTo>
                    <a:pt x="12049831" y="3008123"/>
                  </a:lnTo>
                  <a:lnTo>
                    <a:pt x="12049831" y="3002883"/>
                  </a:lnTo>
                  <a:lnTo>
                    <a:pt x="11054891" y="3002883"/>
                  </a:lnTo>
                  <a:lnTo>
                    <a:pt x="11053822" y="3002829"/>
                  </a:lnTo>
                  <a:lnTo>
                    <a:pt x="11046756" y="3002445"/>
                  </a:lnTo>
                  <a:lnTo>
                    <a:pt x="11028821" y="3001385"/>
                  </a:lnTo>
                  <a:lnTo>
                    <a:pt x="10996448" y="2999295"/>
                  </a:lnTo>
                  <a:lnTo>
                    <a:pt x="10947575" y="2995838"/>
                  </a:lnTo>
                  <a:lnTo>
                    <a:pt x="10881792" y="2990724"/>
                  </a:lnTo>
                  <a:lnTo>
                    <a:pt x="10800311" y="2983731"/>
                  </a:lnTo>
                  <a:lnTo>
                    <a:pt x="10705702" y="2974721"/>
                  </a:lnTo>
                  <a:lnTo>
                    <a:pt x="10601432" y="2963637"/>
                  </a:lnTo>
                  <a:lnTo>
                    <a:pt x="10491327" y="2950481"/>
                  </a:lnTo>
                  <a:lnTo>
                    <a:pt x="10379073" y="2935292"/>
                  </a:lnTo>
                  <a:lnTo>
                    <a:pt x="10267856" y="2918109"/>
                  </a:lnTo>
                  <a:lnTo>
                    <a:pt x="10160155" y="2898950"/>
                  </a:lnTo>
                  <a:lnTo>
                    <a:pt x="10057701" y="2877791"/>
                  </a:lnTo>
                  <a:lnTo>
                    <a:pt x="9961527" y="2854551"/>
                  </a:lnTo>
                  <a:lnTo>
                    <a:pt x="9872090" y="2829092"/>
                  </a:lnTo>
                  <a:lnTo>
                    <a:pt x="9789399" y="2801208"/>
                  </a:lnTo>
                  <a:lnTo>
                    <a:pt x="9713143" y="2770638"/>
                  </a:lnTo>
                  <a:lnTo>
                    <a:pt x="9642800" y="2737063"/>
                  </a:lnTo>
                  <a:lnTo>
                    <a:pt x="9577718" y="2700123"/>
                  </a:lnTo>
                  <a:lnTo>
                    <a:pt x="9517181" y="2659433"/>
                  </a:lnTo>
                  <a:lnTo>
                    <a:pt x="9460454" y="2614616"/>
                  </a:lnTo>
                  <a:lnTo>
                    <a:pt x="9406824" y="2565348"/>
                  </a:lnTo>
                  <a:lnTo>
                    <a:pt x="9355635" y="2511441"/>
                  </a:lnTo>
                  <a:lnTo>
                    <a:pt x="9347647" y="2502402"/>
                  </a:lnTo>
                  <a:lnTo>
                    <a:pt x="9304355" y="2450426"/>
                  </a:lnTo>
                  <a:lnTo>
                    <a:pt x="9262121" y="2394782"/>
                  </a:lnTo>
                  <a:lnTo>
                    <a:pt x="9220670" y="2335395"/>
                  </a:lnTo>
                  <a:lnTo>
                    <a:pt x="9179775" y="2272246"/>
                  </a:lnTo>
                  <a:lnTo>
                    <a:pt x="9139255" y="2205374"/>
                  </a:lnTo>
                  <a:lnTo>
                    <a:pt x="9098966" y="2134887"/>
                  </a:lnTo>
                  <a:lnTo>
                    <a:pt x="9058797" y="2060961"/>
                  </a:lnTo>
                  <a:lnTo>
                    <a:pt x="9018669" y="1983845"/>
                  </a:lnTo>
                  <a:lnTo>
                    <a:pt x="8978527" y="1903859"/>
                  </a:lnTo>
                  <a:lnTo>
                    <a:pt x="8938339" y="1821391"/>
                  </a:lnTo>
                  <a:lnTo>
                    <a:pt x="8898092" y="1736892"/>
                  </a:lnTo>
                  <a:lnTo>
                    <a:pt x="8857791" y="1650863"/>
                  </a:lnTo>
                  <a:lnTo>
                    <a:pt x="8817450" y="1563848"/>
                  </a:lnTo>
                  <a:lnTo>
                    <a:pt x="8777091" y="1476418"/>
                  </a:lnTo>
                  <a:lnTo>
                    <a:pt x="8736738" y="1389155"/>
                  </a:lnTo>
                  <a:lnTo>
                    <a:pt x="8696418" y="1302636"/>
                  </a:lnTo>
                  <a:lnTo>
                    <a:pt x="8656147" y="1217417"/>
                  </a:lnTo>
                  <a:lnTo>
                    <a:pt x="8615935" y="1134022"/>
                  </a:lnTo>
                  <a:lnTo>
                    <a:pt x="8575775" y="1052923"/>
                  </a:lnTo>
                  <a:lnTo>
                    <a:pt x="8535646" y="974536"/>
                  </a:lnTo>
                  <a:lnTo>
                    <a:pt x="8495503" y="899211"/>
                  </a:lnTo>
                  <a:lnTo>
                    <a:pt x="8455277" y="827227"/>
                  </a:lnTo>
                  <a:lnTo>
                    <a:pt x="8414871" y="758792"/>
                  </a:lnTo>
                  <a:lnTo>
                    <a:pt x="8374157" y="694041"/>
                  </a:lnTo>
                  <a:lnTo>
                    <a:pt x="8332968" y="633044"/>
                  </a:lnTo>
                  <a:lnTo>
                    <a:pt x="8291100" y="575805"/>
                  </a:lnTo>
                  <a:lnTo>
                    <a:pt x="8248299" y="522272"/>
                  </a:lnTo>
                  <a:lnTo>
                    <a:pt x="8229629" y="500480"/>
                  </a:lnTo>
                  <a:lnTo>
                    <a:pt x="8178775" y="445830"/>
                  </a:lnTo>
                  <a:lnTo>
                    <a:pt x="8125577" y="395829"/>
                  </a:lnTo>
                  <a:lnTo>
                    <a:pt x="8069391" y="350320"/>
                  </a:lnTo>
                  <a:lnTo>
                    <a:pt x="8009512" y="308996"/>
                  </a:lnTo>
                  <a:lnTo>
                    <a:pt x="7945205" y="271483"/>
                  </a:lnTo>
                  <a:lnTo>
                    <a:pt x="7875748" y="237396"/>
                  </a:lnTo>
                  <a:lnTo>
                    <a:pt x="7800476" y="206368"/>
                  </a:lnTo>
                  <a:lnTo>
                    <a:pt x="7718840" y="178075"/>
                  </a:lnTo>
                  <a:lnTo>
                    <a:pt x="7630489" y="152243"/>
                  </a:lnTo>
                  <a:lnTo>
                    <a:pt x="7535374" y="128661"/>
                  </a:lnTo>
                  <a:lnTo>
                    <a:pt x="7433870" y="107176"/>
                  </a:lnTo>
                  <a:lnTo>
                    <a:pt x="7326910" y="87701"/>
                  </a:lnTo>
                  <a:lnTo>
                    <a:pt x="7216107" y="70202"/>
                  </a:lnTo>
                  <a:lnTo>
                    <a:pt x="7103822" y="54691"/>
                  </a:lnTo>
                  <a:lnTo>
                    <a:pt x="6993136" y="41208"/>
                  </a:lnTo>
                  <a:lnTo>
                    <a:pt x="6887676" y="29792"/>
                  </a:lnTo>
                  <a:lnTo>
                    <a:pt x="6791276" y="20453"/>
                  </a:lnTo>
                  <a:lnTo>
                    <a:pt x="6707496" y="13145"/>
                  </a:lnTo>
                  <a:lnTo>
                    <a:pt x="6639085" y="7743"/>
                  </a:lnTo>
                  <a:lnTo>
                    <a:pt x="6587495" y="4039"/>
                  </a:lnTo>
                  <a:lnTo>
                    <a:pt x="6552585" y="1753"/>
                  </a:lnTo>
                  <a:lnTo>
                    <a:pt x="6532547" y="552"/>
                  </a:lnTo>
                  <a:lnTo>
                    <a:pt x="6524040" y="8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03" y="63"/>
                  </a:lnTo>
                  <a:lnTo>
                    <a:pt x="5519514" y="513"/>
                  </a:lnTo>
                  <a:lnTo>
                    <a:pt x="5502015" y="1756"/>
                  </a:lnTo>
                  <a:lnTo>
                    <a:pt x="5470401" y="4207"/>
                  </a:lnTo>
                  <a:lnTo>
                    <a:pt x="5422613" y="8262"/>
                  </a:lnTo>
                  <a:lnTo>
                    <a:pt x="5358190" y="14265"/>
                  </a:lnTo>
                  <a:lnTo>
                    <a:pt x="5278241" y="22481"/>
                  </a:lnTo>
                  <a:lnTo>
                    <a:pt x="5185206" y="33075"/>
                  </a:lnTo>
                  <a:lnTo>
                    <a:pt x="5082422" y="46122"/>
                  </a:lnTo>
                  <a:lnTo>
                    <a:pt x="4973608" y="61623"/>
                  </a:lnTo>
                  <a:lnTo>
                    <a:pt x="4862385" y="79535"/>
                  </a:lnTo>
                  <a:lnTo>
                    <a:pt x="4751908" y="99809"/>
                  </a:lnTo>
                  <a:lnTo>
                    <a:pt x="4644669" y="122422"/>
                  </a:lnTo>
                  <a:lnTo>
                    <a:pt x="4542428" y="147395"/>
                  </a:lnTo>
                  <a:lnTo>
                    <a:pt x="4446270" y="174814"/>
                  </a:lnTo>
                  <a:lnTo>
                    <a:pt x="4356701" y="204835"/>
                  </a:lnTo>
                  <a:lnTo>
                    <a:pt x="4273782" y="237685"/>
                  </a:lnTo>
                  <a:lnTo>
                    <a:pt x="4197248" y="273665"/>
                  </a:lnTo>
                  <a:lnTo>
                    <a:pt x="4126615" y="313137"/>
                  </a:lnTo>
                  <a:lnTo>
                    <a:pt x="4061264" y="356518"/>
                  </a:lnTo>
                  <a:lnTo>
                    <a:pt x="4000503" y="404256"/>
                  </a:lnTo>
                  <a:lnTo>
                    <a:pt x="3943619" y="456799"/>
                  </a:lnTo>
                  <a:lnTo>
                    <a:pt x="3889908" y="514544"/>
                  </a:lnTo>
                  <a:lnTo>
                    <a:pt x="3838719" y="577752"/>
                  </a:lnTo>
                  <a:lnTo>
                    <a:pt x="3820202" y="602672"/>
                  </a:lnTo>
                  <a:lnTo>
                    <a:pt x="3779948" y="660668"/>
                  </a:lnTo>
                  <a:lnTo>
                    <a:pt x="3740627" y="722468"/>
                  </a:lnTo>
                  <a:lnTo>
                    <a:pt x="3702011" y="788150"/>
                  </a:lnTo>
                  <a:lnTo>
                    <a:pt x="3663913" y="857742"/>
                  </a:lnTo>
                  <a:lnTo>
                    <a:pt x="3626178" y="931222"/>
                  </a:lnTo>
                  <a:lnTo>
                    <a:pt x="3588684" y="1008507"/>
                  </a:lnTo>
                  <a:lnTo>
                    <a:pt x="3551330" y="1089453"/>
                  </a:lnTo>
                  <a:lnTo>
                    <a:pt x="3514042" y="1173853"/>
                  </a:lnTo>
                  <a:lnTo>
                    <a:pt x="3476767" y="1261433"/>
                  </a:lnTo>
                  <a:lnTo>
                    <a:pt x="3439467" y="1351860"/>
                  </a:lnTo>
                  <a:lnTo>
                    <a:pt x="3402122" y="1444737"/>
                  </a:lnTo>
                  <a:lnTo>
                    <a:pt x="3364727" y="1539616"/>
                  </a:lnTo>
                  <a:lnTo>
                    <a:pt x="3327286" y="1636004"/>
                  </a:lnTo>
                  <a:lnTo>
                    <a:pt x="3289811" y="1733373"/>
                  </a:lnTo>
                  <a:lnTo>
                    <a:pt x="3252320" y="1831170"/>
                  </a:lnTo>
                  <a:lnTo>
                    <a:pt x="3214835" y="1928834"/>
                  </a:lnTo>
                  <a:lnTo>
                    <a:pt x="3177374" y="2025806"/>
                  </a:lnTo>
                  <a:lnTo>
                    <a:pt x="3139953" y="2121544"/>
                  </a:lnTo>
                  <a:lnTo>
                    <a:pt x="3102582" y="2215535"/>
                  </a:lnTo>
                  <a:lnTo>
                    <a:pt x="3065260" y="2307305"/>
                  </a:lnTo>
                  <a:lnTo>
                    <a:pt x="3027975" y="2396430"/>
                  </a:lnTo>
                  <a:lnTo>
                    <a:pt x="2990699" y="2482543"/>
                  </a:lnTo>
                  <a:lnTo>
                    <a:pt x="2953389" y="2565338"/>
                  </a:lnTo>
                  <a:lnTo>
                    <a:pt x="2915979" y="2644574"/>
                  </a:lnTo>
                  <a:lnTo>
                    <a:pt x="2878385" y="2720072"/>
                  </a:lnTo>
                  <a:lnTo>
                    <a:pt x="2840495" y="2791718"/>
                  </a:lnTo>
                  <a:lnTo>
                    <a:pt x="2802173" y="2859460"/>
                  </a:lnTo>
                  <a:lnTo>
                    <a:pt x="2763249" y="2923297"/>
                  </a:lnTo>
                  <a:lnTo>
                    <a:pt x="2723518" y="2983284"/>
                  </a:lnTo>
                  <a:lnTo>
                    <a:pt x="2702183" y="3013364"/>
                  </a:lnTo>
                  <a:lnTo>
                    <a:pt x="2651782" y="3078624"/>
                  </a:lnTo>
                  <a:lnTo>
                    <a:pt x="2599082" y="3138382"/>
                  </a:lnTo>
                  <a:lnTo>
                    <a:pt x="2543458" y="3192819"/>
                  </a:lnTo>
                  <a:lnTo>
                    <a:pt x="2484223" y="3242293"/>
                  </a:lnTo>
                  <a:lnTo>
                    <a:pt x="2420662" y="3287241"/>
                  </a:lnTo>
                  <a:lnTo>
                    <a:pt x="2352071" y="3328117"/>
                  </a:lnTo>
                  <a:lnTo>
                    <a:pt x="2277798" y="3365350"/>
                  </a:lnTo>
                  <a:lnTo>
                    <a:pt x="2197299" y="3399326"/>
                  </a:lnTo>
                  <a:lnTo>
                    <a:pt x="2110216" y="3430369"/>
                  </a:lnTo>
                  <a:lnTo>
                    <a:pt x="2016477" y="3458734"/>
                  </a:lnTo>
                  <a:lnTo>
                    <a:pt x="1916406" y="3484603"/>
                  </a:lnTo>
                  <a:lnTo>
                    <a:pt x="1810859" y="3508088"/>
                  </a:lnTo>
                  <a:lnTo>
                    <a:pt x="1701334" y="3529234"/>
                  </a:lnTo>
                  <a:lnTo>
                    <a:pt x="1590053" y="3548029"/>
                  </a:lnTo>
                  <a:lnTo>
                    <a:pt x="1479938" y="3564433"/>
                  </a:lnTo>
                  <a:lnTo>
                    <a:pt x="1374473" y="3578396"/>
                  </a:lnTo>
                  <a:lnTo>
                    <a:pt x="1277389" y="3589898"/>
                  </a:lnTo>
                  <a:lnTo>
                    <a:pt x="1192228" y="3598985"/>
                  </a:lnTo>
                  <a:lnTo>
                    <a:pt x="1121821" y="3605785"/>
                  </a:lnTo>
                  <a:lnTo>
                    <a:pt x="1067812" y="3610528"/>
                  </a:lnTo>
                  <a:lnTo>
                    <a:pt x="1030339" y="3613532"/>
                  </a:lnTo>
                  <a:lnTo>
                    <a:pt x="1007925" y="3615176"/>
                  </a:lnTo>
                  <a:lnTo>
                    <a:pt x="997582" y="3615873"/>
                  </a:lnTo>
                  <a:lnTo>
                    <a:pt x="994940" y="3616037"/>
                  </a:lnTo>
                  <a:lnTo>
                    <a:pt x="0" y="3616037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95" name="pl1794"/>
            <p:cNvSpPr/>
            <p:nvPr/>
          </p:nvSpPr>
          <p:spPr>
            <a:xfrm>
              <a:off x="1199187" y="2169457"/>
              <a:ext cx="12049831" cy="3616037"/>
            </a:xfrm>
            <a:custGeom>
              <a:avLst/>
              <a:pathLst>
                <a:path w="12049831" h="3616037">
                  <a:moveTo>
                    <a:pt x="0" y="3616037"/>
                  </a:moveTo>
                  <a:lnTo>
                    <a:pt x="994940" y="3616037"/>
                  </a:lnTo>
                  <a:lnTo>
                    <a:pt x="995982" y="3615974"/>
                  </a:lnTo>
                  <a:lnTo>
                    <a:pt x="1002871" y="3615524"/>
                  </a:lnTo>
                  <a:lnTo>
                    <a:pt x="1020370" y="3614281"/>
                  </a:lnTo>
                  <a:lnTo>
                    <a:pt x="1051984" y="3611830"/>
                  </a:lnTo>
                  <a:lnTo>
                    <a:pt x="1099772" y="3607775"/>
                  </a:lnTo>
                  <a:lnTo>
                    <a:pt x="1164195" y="3601771"/>
                  </a:lnTo>
                  <a:lnTo>
                    <a:pt x="1244144" y="3593556"/>
                  </a:lnTo>
                  <a:lnTo>
                    <a:pt x="1337179" y="3582961"/>
                  </a:lnTo>
                  <a:lnTo>
                    <a:pt x="1439963" y="3569914"/>
                  </a:lnTo>
                  <a:lnTo>
                    <a:pt x="1548777" y="3554414"/>
                  </a:lnTo>
                  <a:lnTo>
                    <a:pt x="1660000" y="3536502"/>
                  </a:lnTo>
                  <a:lnTo>
                    <a:pt x="1770477" y="3516227"/>
                  </a:lnTo>
                  <a:lnTo>
                    <a:pt x="1877716" y="3493615"/>
                  </a:lnTo>
                  <a:lnTo>
                    <a:pt x="1979957" y="3468641"/>
                  </a:lnTo>
                  <a:lnTo>
                    <a:pt x="2076115" y="3441222"/>
                  </a:lnTo>
                  <a:lnTo>
                    <a:pt x="2165684" y="3411202"/>
                  </a:lnTo>
                  <a:lnTo>
                    <a:pt x="2248603" y="3378351"/>
                  </a:lnTo>
                  <a:lnTo>
                    <a:pt x="2325137" y="3342371"/>
                  </a:lnTo>
                  <a:lnTo>
                    <a:pt x="2395770" y="3302899"/>
                  </a:lnTo>
                  <a:lnTo>
                    <a:pt x="2461121" y="3259518"/>
                  </a:lnTo>
                  <a:lnTo>
                    <a:pt x="2521881" y="3211781"/>
                  </a:lnTo>
                  <a:lnTo>
                    <a:pt x="2578766" y="3159238"/>
                  </a:lnTo>
                  <a:lnTo>
                    <a:pt x="2632477" y="3101493"/>
                  </a:lnTo>
                  <a:lnTo>
                    <a:pt x="2683666" y="3038285"/>
                  </a:lnTo>
                  <a:lnTo>
                    <a:pt x="2702183" y="3013364"/>
                  </a:lnTo>
                  <a:lnTo>
                    <a:pt x="2742437" y="2955368"/>
                  </a:lnTo>
                  <a:lnTo>
                    <a:pt x="2781758" y="2893569"/>
                  </a:lnTo>
                  <a:lnTo>
                    <a:pt x="2820374" y="2827887"/>
                  </a:lnTo>
                  <a:lnTo>
                    <a:pt x="2858472" y="2758294"/>
                  </a:lnTo>
                  <a:lnTo>
                    <a:pt x="2896207" y="2684815"/>
                  </a:lnTo>
                  <a:lnTo>
                    <a:pt x="2933701" y="2607530"/>
                  </a:lnTo>
                  <a:lnTo>
                    <a:pt x="2971055" y="2526584"/>
                  </a:lnTo>
                  <a:lnTo>
                    <a:pt x="3008343" y="2442184"/>
                  </a:lnTo>
                  <a:lnTo>
                    <a:pt x="3045618" y="2354603"/>
                  </a:lnTo>
                  <a:lnTo>
                    <a:pt x="3082918" y="2264177"/>
                  </a:lnTo>
                  <a:lnTo>
                    <a:pt x="3120263" y="2171300"/>
                  </a:lnTo>
                  <a:lnTo>
                    <a:pt x="3157658" y="2076420"/>
                  </a:lnTo>
                  <a:lnTo>
                    <a:pt x="3195099" y="1980032"/>
                  </a:lnTo>
                  <a:lnTo>
                    <a:pt x="3232574" y="1882664"/>
                  </a:lnTo>
                  <a:lnTo>
                    <a:pt x="3270065" y="1784867"/>
                  </a:lnTo>
                  <a:lnTo>
                    <a:pt x="3307550" y="1687203"/>
                  </a:lnTo>
                  <a:lnTo>
                    <a:pt x="3345011" y="1590230"/>
                  </a:lnTo>
                  <a:lnTo>
                    <a:pt x="3382432" y="1494492"/>
                  </a:lnTo>
                  <a:lnTo>
                    <a:pt x="3419803" y="1400502"/>
                  </a:lnTo>
                  <a:lnTo>
                    <a:pt x="3457125" y="1308732"/>
                  </a:lnTo>
                  <a:lnTo>
                    <a:pt x="3494410" y="1219606"/>
                  </a:lnTo>
                  <a:lnTo>
                    <a:pt x="3531686" y="1133493"/>
                  </a:lnTo>
                  <a:lnTo>
                    <a:pt x="3568996" y="1050698"/>
                  </a:lnTo>
                  <a:lnTo>
                    <a:pt x="3606406" y="971463"/>
                  </a:lnTo>
                  <a:lnTo>
                    <a:pt x="3644000" y="895965"/>
                  </a:lnTo>
                  <a:lnTo>
                    <a:pt x="3681890" y="824318"/>
                  </a:lnTo>
                  <a:lnTo>
                    <a:pt x="3720212" y="756577"/>
                  </a:lnTo>
                  <a:lnTo>
                    <a:pt x="3759136" y="692739"/>
                  </a:lnTo>
                  <a:lnTo>
                    <a:pt x="3798867" y="632752"/>
                  </a:lnTo>
                  <a:lnTo>
                    <a:pt x="3820202" y="602672"/>
                  </a:lnTo>
                  <a:lnTo>
                    <a:pt x="3870603" y="537412"/>
                  </a:lnTo>
                  <a:lnTo>
                    <a:pt x="3923303" y="477655"/>
                  </a:lnTo>
                  <a:lnTo>
                    <a:pt x="3978927" y="423218"/>
                  </a:lnTo>
                  <a:lnTo>
                    <a:pt x="4038162" y="373743"/>
                  </a:lnTo>
                  <a:lnTo>
                    <a:pt x="4101723" y="328795"/>
                  </a:lnTo>
                  <a:lnTo>
                    <a:pt x="4170314" y="287920"/>
                  </a:lnTo>
                  <a:lnTo>
                    <a:pt x="4244587" y="250686"/>
                  </a:lnTo>
                  <a:lnTo>
                    <a:pt x="4325086" y="216710"/>
                  </a:lnTo>
                  <a:lnTo>
                    <a:pt x="4412169" y="185668"/>
                  </a:lnTo>
                  <a:lnTo>
                    <a:pt x="4505908" y="157303"/>
                  </a:lnTo>
                  <a:lnTo>
                    <a:pt x="4605979" y="131433"/>
                  </a:lnTo>
                  <a:lnTo>
                    <a:pt x="4711526" y="107948"/>
                  </a:lnTo>
                  <a:lnTo>
                    <a:pt x="4821051" y="86803"/>
                  </a:lnTo>
                  <a:lnTo>
                    <a:pt x="4932332" y="68007"/>
                  </a:lnTo>
                  <a:lnTo>
                    <a:pt x="5042447" y="51604"/>
                  </a:lnTo>
                  <a:lnTo>
                    <a:pt x="5147912" y="37641"/>
                  </a:lnTo>
                  <a:lnTo>
                    <a:pt x="5244996" y="26138"/>
                  </a:lnTo>
                  <a:lnTo>
                    <a:pt x="5330157" y="17052"/>
                  </a:lnTo>
                  <a:lnTo>
                    <a:pt x="5400564" y="10251"/>
                  </a:lnTo>
                  <a:lnTo>
                    <a:pt x="5454573" y="5508"/>
                  </a:lnTo>
                  <a:lnTo>
                    <a:pt x="5492046" y="2505"/>
                  </a:lnTo>
                  <a:lnTo>
                    <a:pt x="5514460" y="860"/>
                  </a:lnTo>
                  <a:lnTo>
                    <a:pt x="5524803" y="164"/>
                  </a:lnTo>
                  <a:lnTo>
                    <a:pt x="5527390" y="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55" y="53"/>
                  </a:lnTo>
                  <a:lnTo>
                    <a:pt x="6530521" y="437"/>
                  </a:lnTo>
                  <a:lnTo>
                    <a:pt x="6548456" y="1497"/>
                  </a:lnTo>
                  <a:lnTo>
                    <a:pt x="6580828" y="3587"/>
                  </a:lnTo>
                  <a:lnTo>
                    <a:pt x="6629702" y="7044"/>
                  </a:lnTo>
                  <a:lnTo>
                    <a:pt x="6695485" y="12158"/>
                  </a:lnTo>
                  <a:lnTo>
                    <a:pt x="6776966" y="19152"/>
                  </a:lnTo>
                  <a:lnTo>
                    <a:pt x="6871575" y="28162"/>
                  </a:lnTo>
                  <a:lnTo>
                    <a:pt x="6975845" y="39246"/>
                  </a:lnTo>
                  <a:lnTo>
                    <a:pt x="7085950" y="52401"/>
                  </a:lnTo>
                  <a:lnTo>
                    <a:pt x="7198203" y="67591"/>
                  </a:lnTo>
                  <a:lnTo>
                    <a:pt x="7309420" y="84774"/>
                  </a:lnTo>
                  <a:lnTo>
                    <a:pt x="7417121" y="103933"/>
                  </a:lnTo>
                  <a:lnTo>
                    <a:pt x="7519576" y="125092"/>
                  </a:lnTo>
                  <a:lnTo>
                    <a:pt x="7615750" y="148331"/>
                  </a:lnTo>
                  <a:lnTo>
                    <a:pt x="7705187" y="173791"/>
                  </a:lnTo>
                  <a:lnTo>
                    <a:pt x="7787878" y="201674"/>
                  </a:lnTo>
                  <a:lnTo>
                    <a:pt x="7864134" y="232244"/>
                  </a:lnTo>
                  <a:lnTo>
                    <a:pt x="7934476" y="265819"/>
                  </a:lnTo>
                  <a:lnTo>
                    <a:pt x="7999558" y="302760"/>
                  </a:lnTo>
                  <a:lnTo>
                    <a:pt x="8060095" y="343449"/>
                  </a:lnTo>
                  <a:lnTo>
                    <a:pt x="8116822" y="388267"/>
                  </a:lnTo>
                  <a:lnTo>
                    <a:pt x="8170453" y="437534"/>
                  </a:lnTo>
                  <a:lnTo>
                    <a:pt x="8221642" y="491441"/>
                  </a:lnTo>
                  <a:lnTo>
                    <a:pt x="8229629" y="500480"/>
                  </a:lnTo>
                  <a:lnTo>
                    <a:pt x="8272922" y="552456"/>
                  </a:lnTo>
                  <a:lnTo>
                    <a:pt x="8315155" y="608101"/>
                  </a:lnTo>
                  <a:lnTo>
                    <a:pt x="8356606" y="667487"/>
                  </a:lnTo>
                  <a:lnTo>
                    <a:pt x="8397501" y="730637"/>
                  </a:lnTo>
                  <a:lnTo>
                    <a:pt x="8438022" y="797508"/>
                  </a:lnTo>
                  <a:lnTo>
                    <a:pt x="8478311" y="867995"/>
                  </a:lnTo>
                  <a:lnTo>
                    <a:pt x="8518479" y="941921"/>
                  </a:lnTo>
                  <a:lnTo>
                    <a:pt x="8558608" y="1019037"/>
                  </a:lnTo>
                  <a:lnTo>
                    <a:pt x="8598750" y="1099023"/>
                  </a:lnTo>
                  <a:lnTo>
                    <a:pt x="8638938" y="1181491"/>
                  </a:lnTo>
                  <a:lnTo>
                    <a:pt x="8679184" y="1265991"/>
                  </a:lnTo>
                  <a:lnTo>
                    <a:pt x="8719485" y="1352020"/>
                  </a:lnTo>
                  <a:lnTo>
                    <a:pt x="8759827" y="1439035"/>
                  </a:lnTo>
                  <a:lnTo>
                    <a:pt x="8800186" y="1526464"/>
                  </a:lnTo>
                  <a:lnTo>
                    <a:pt x="8840538" y="1613728"/>
                  </a:lnTo>
                  <a:lnTo>
                    <a:pt x="8880859" y="1700247"/>
                  </a:lnTo>
                  <a:lnTo>
                    <a:pt x="8921130" y="1785465"/>
                  </a:lnTo>
                  <a:lnTo>
                    <a:pt x="8961342" y="1868860"/>
                  </a:lnTo>
                  <a:lnTo>
                    <a:pt x="9001501" y="1949959"/>
                  </a:lnTo>
                  <a:lnTo>
                    <a:pt x="9041630" y="2028346"/>
                  </a:lnTo>
                  <a:lnTo>
                    <a:pt x="9081773" y="2103671"/>
                  </a:lnTo>
                  <a:lnTo>
                    <a:pt x="9121999" y="2175655"/>
                  </a:lnTo>
                  <a:lnTo>
                    <a:pt x="9162405" y="2244090"/>
                  </a:lnTo>
                  <a:lnTo>
                    <a:pt x="9203120" y="2308841"/>
                  </a:lnTo>
                  <a:lnTo>
                    <a:pt x="9244308" y="2369838"/>
                  </a:lnTo>
                  <a:lnTo>
                    <a:pt x="9286176" y="2427077"/>
                  </a:lnTo>
                  <a:lnTo>
                    <a:pt x="9328978" y="2480610"/>
                  </a:lnTo>
                  <a:lnTo>
                    <a:pt x="9347647" y="2502402"/>
                  </a:lnTo>
                  <a:lnTo>
                    <a:pt x="9398501" y="2557053"/>
                  </a:lnTo>
                  <a:lnTo>
                    <a:pt x="9451700" y="2607053"/>
                  </a:lnTo>
                  <a:lnTo>
                    <a:pt x="9507885" y="2652562"/>
                  </a:lnTo>
                  <a:lnTo>
                    <a:pt x="9567765" y="2693886"/>
                  </a:lnTo>
                  <a:lnTo>
                    <a:pt x="9632072" y="2731399"/>
                  </a:lnTo>
                  <a:lnTo>
                    <a:pt x="9701528" y="2765487"/>
                  </a:lnTo>
                  <a:lnTo>
                    <a:pt x="9776800" y="2796514"/>
                  </a:lnTo>
                  <a:lnTo>
                    <a:pt x="9858436" y="2824808"/>
                  </a:lnTo>
                  <a:lnTo>
                    <a:pt x="9946787" y="2850639"/>
                  </a:lnTo>
                  <a:lnTo>
                    <a:pt x="10041902" y="2874222"/>
                  </a:lnTo>
                  <a:lnTo>
                    <a:pt x="10143407" y="2895706"/>
                  </a:lnTo>
                  <a:lnTo>
                    <a:pt x="10250367" y="2915182"/>
                  </a:lnTo>
                  <a:lnTo>
                    <a:pt x="10361169" y="2932681"/>
                  </a:lnTo>
                  <a:lnTo>
                    <a:pt x="10473454" y="2948191"/>
                  </a:lnTo>
                  <a:lnTo>
                    <a:pt x="10584140" y="2961674"/>
                  </a:lnTo>
                  <a:lnTo>
                    <a:pt x="10689601" y="2973090"/>
                  </a:lnTo>
                  <a:lnTo>
                    <a:pt x="10786001" y="2982429"/>
                  </a:lnTo>
                  <a:lnTo>
                    <a:pt x="10869780" y="2989738"/>
                  </a:lnTo>
                  <a:lnTo>
                    <a:pt x="10938191" y="2995140"/>
                  </a:lnTo>
                  <a:lnTo>
                    <a:pt x="10989781" y="2998843"/>
                  </a:lnTo>
                  <a:lnTo>
                    <a:pt x="11024692" y="3001129"/>
                  </a:lnTo>
                  <a:lnTo>
                    <a:pt x="11044730" y="3002330"/>
                  </a:lnTo>
                  <a:lnTo>
                    <a:pt x="11053236" y="3002799"/>
                  </a:lnTo>
                  <a:lnTo>
                    <a:pt x="11054886" y="3002883"/>
                  </a:lnTo>
                  <a:lnTo>
                    <a:pt x="11054891" y="3002883"/>
                  </a:lnTo>
                  <a:lnTo>
                    <a:pt x="12049831" y="3002883"/>
                  </a:lnTo>
                  <a:lnTo>
                    <a:pt x="12049831" y="30028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6" name="pl1795"/>
            <p:cNvSpPr/>
            <p:nvPr/>
          </p:nvSpPr>
          <p:spPr>
            <a:xfrm>
              <a:off x="1199187" y="2164217"/>
              <a:ext cx="12049831" cy="3616037"/>
            </a:xfrm>
            <a:custGeom>
              <a:avLst/>
              <a:pathLst>
                <a:path w="12049831" h="3616037">
                  <a:moveTo>
                    <a:pt x="12049831" y="3002883"/>
                  </a:moveTo>
                  <a:lnTo>
                    <a:pt x="11054891" y="3002883"/>
                  </a:lnTo>
                  <a:lnTo>
                    <a:pt x="11053822" y="3002829"/>
                  </a:lnTo>
                  <a:lnTo>
                    <a:pt x="11046756" y="3002445"/>
                  </a:lnTo>
                  <a:lnTo>
                    <a:pt x="11028821" y="3001385"/>
                  </a:lnTo>
                  <a:lnTo>
                    <a:pt x="10996448" y="2999295"/>
                  </a:lnTo>
                  <a:lnTo>
                    <a:pt x="10947575" y="2995838"/>
                  </a:lnTo>
                  <a:lnTo>
                    <a:pt x="10881792" y="2990724"/>
                  </a:lnTo>
                  <a:lnTo>
                    <a:pt x="10800311" y="2983731"/>
                  </a:lnTo>
                  <a:lnTo>
                    <a:pt x="10705702" y="2974721"/>
                  </a:lnTo>
                  <a:lnTo>
                    <a:pt x="10601432" y="2963637"/>
                  </a:lnTo>
                  <a:lnTo>
                    <a:pt x="10491327" y="2950481"/>
                  </a:lnTo>
                  <a:lnTo>
                    <a:pt x="10379073" y="2935292"/>
                  </a:lnTo>
                  <a:lnTo>
                    <a:pt x="10267856" y="2918109"/>
                  </a:lnTo>
                  <a:lnTo>
                    <a:pt x="10160155" y="2898950"/>
                  </a:lnTo>
                  <a:lnTo>
                    <a:pt x="10057701" y="2877791"/>
                  </a:lnTo>
                  <a:lnTo>
                    <a:pt x="9961527" y="2854551"/>
                  </a:lnTo>
                  <a:lnTo>
                    <a:pt x="9872090" y="2829092"/>
                  </a:lnTo>
                  <a:lnTo>
                    <a:pt x="9789399" y="2801208"/>
                  </a:lnTo>
                  <a:lnTo>
                    <a:pt x="9713143" y="2770638"/>
                  </a:lnTo>
                  <a:lnTo>
                    <a:pt x="9642800" y="2737063"/>
                  </a:lnTo>
                  <a:lnTo>
                    <a:pt x="9577718" y="2700123"/>
                  </a:lnTo>
                  <a:lnTo>
                    <a:pt x="9517181" y="2659433"/>
                  </a:lnTo>
                  <a:lnTo>
                    <a:pt x="9460454" y="2614616"/>
                  </a:lnTo>
                  <a:lnTo>
                    <a:pt x="9406824" y="2565348"/>
                  </a:lnTo>
                  <a:lnTo>
                    <a:pt x="9355635" y="2511441"/>
                  </a:lnTo>
                  <a:lnTo>
                    <a:pt x="9347647" y="2502402"/>
                  </a:lnTo>
                  <a:lnTo>
                    <a:pt x="9304355" y="2450426"/>
                  </a:lnTo>
                  <a:lnTo>
                    <a:pt x="9262121" y="2394782"/>
                  </a:lnTo>
                  <a:lnTo>
                    <a:pt x="9220670" y="2335395"/>
                  </a:lnTo>
                  <a:lnTo>
                    <a:pt x="9179775" y="2272246"/>
                  </a:lnTo>
                  <a:lnTo>
                    <a:pt x="9139255" y="2205374"/>
                  </a:lnTo>
                  <a:lnTo>
                    <a:pt x="9098966" y="2134887"/>
                  </a:lnTo>
                  <a:lnTo>
                    <a:pt x="9058797" y="2060961"/>
                  </a:lnTo>
                  <a:lnTo>
                    <a:pt x="9018669" y="1983845"/>
                  </a:lnTo>
                  <a:lnTo>
                    <a:pt x="8978527" y="1903859"/>
                  </a:lnTo>
                  <a:lnTo>
                    <a:pt x="8938339" y="1821391"/>
                  </a:lnTo>
                  <a:lnTo>
                    <a:pt x="8898092" y="1736892"/>
                  </a:lnTo>
                  <a:lnTo>
                    <a:pt x="8857791" y="1650863"/>
                  </a:lnTo>
                  <a:lnTo>
                    <a:pt x="8817450" y="1563848"/>
                  </a:lnTo>
                  <a:lnTo>
                    <a:pt x="8777091" y="1476418"/>
                  </a:lnTo>
                  <a:lnTo>
                    <a:pt x="8736738" y="1389155"/>
                  </a:lnTo>
                  <a:lnTo>
                    <a:pt x="8696418" y="1302636"/>
                  </a:lnTo>
                  <a:lnTo>
                    <a:pt x="8656147" y="1217417"/>
                  </a:lnTo>
                  <a:lnTo>
                    <a:pt x="8615935" y="1134022"/>
                  </a:lnTo>
                  <a:lnTo>
                    <a:pt x="8575775" y="1052923"/>
                  </a:lnTo>
                  <a:lnTo>
                    <a:pt x="8535646" y="974536"/>
                  </a:lnTo>
                  <a:lnTo>
                    <a:pt x="8495503" y="899211"/>
                  </a:lnTo>
                  <a:lnTo>
                    <a:pt x="8455277" y="827227"/>
                  </a:lnTo>
                  <a:lnTo>
                    <a:pt x="8414871" y="758792"/>
                  </a:lnTo>
                  <a:lnTo>
                    <a:pt x="8374157" y="694041"/>
                  </a:lnTo>
                  <a:lnTo>
                    <a:pt x="8332968" y="633044"/>
                  </a:lnTo>
                  <a:lnTo>
                    <a:pt x="8291100" y="575805"/>
                  </a:lnTo>
                  <a:lnTo>
                    <a:pt x="8248299" y="522272"/>
                  </a:lnTo>
                  <a:lnTo>
                    <a:pt x="8229629" y="500480"/>
                  </a:lnTo>
                  <a:lnTo>
                    <a:pt x="8178775" y="445830"/>
                  </a:lnTo>
                  <a:lnTo>
                    <a:pt x="8125577" y="395829"/>
                  </a:lnTo>
                  <a:lnTo>
                    <a:pt x="8069391" y="350320"/>
                  </a:lnTo>
                  <a:lnTo>
                    <a:pt x="8009512" y="308996"/>
                  </a:lnTo>
                  <a:lnTo>
                    <a:pt x="7945205" y="271483"/>
                  </a:lnTo>
                  <a:lnTo>
                    <a:pt x="7875748" y="237396"/>
                  </a:lnTo>
                  <a:lnTo>
                    <a:pt x="7800476" y="206368"/>
                  </a:lnTo>
                  <a:lnTo>
                    <a:pt x="7718840" y="178075"/>
                  </a:lnTo>
                  <a:lnTo>
                    <a:pt x="7630489" y="152243"/>
                  </a:lnTo>
                  <a:lnTo>
                    <a:pt x="7535374" y="128661"/>
                  </a:lnTo>
                  <a:lnTo>
                    <a:pt x="7433870" y="107176"/>
                  </a:lnTo>
                  <a:lnTo>
                    <a:pt x="7326910" y="87701"/>
                  </a:lnTo>
                  <a:lnTo>
                    <a:pt x="7216107" y="70202"/>
                  </a:lnTo>
                  <a:lnTo>
                    <a:pt x="7103822" y="54691"/>
                  </a:lnTo>
                  <a:lnTo>
                    <a:pt x="6993136" y="41208"/>
                  </a:lnTo>
                  <a:lnTo>
                    <a:pt x="6887676" y="29792"/>
                  </a:lnTo>
                  <a:lnTo>
                    <a:pt x="6791276" y="20453"/>
                  </a:lnTo>
                  <a:lnTo>
                    <a:pt x="6707496" y="13145"/>
                  </a:lnTo>
                  <a:lnTo>
                    <a:pt x="6639085" y="7743"/>
                  </a:lnTo>
                  <a:lnTo>
                    <a:pt x="6587495" y="4039"/>
                  </a:lnTo>
                  <a:lnTo>
                    <a:pt x="6552585" y="1753"/>
                  </a:lnTo>
                  <a:lnTo>
                    <a:pt x="6532547" y="552"/>
                  </a:lnTo>
                  <a:lnTo>
                    <a:pt x="6524040" y="84"/>
                  </a:lnTo>
                  <a:lnTo>
                    <a:pt x="6522390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03" y="63"/>
                  </a:lnTo>
                  <a:lnTo>
                    <a:pt x="5519514" y="513"/>
                  </a:lnTo>
                  <a:lnTo>
                    <a:pt x="5502015" y="1756"/>
                  </a:lnTo>
                  <a:lnTo>
                    <a:pt x="5470401" y="4207"/>
                  </a:lnTo>
                  <a:lnTo>
                    <a:pt x="5422613" y="8262"/>
                  </a:lnTo>
                  <a:lnTo>
                    <a:pt x="5358190" y="14265"/>
                  </a:lnTo>
                  <a:lnTo>
                    <a:pt x="5278241" y="22481"/>
                  </a:lnTo>
                  <a:lnTo>
                    <a:pt x="5185206" y="33075"/>
                  </a:lnTo>
                  <a:lnTo>
                    <a:pt x="5082422" y="46122"/>
                  </a:lnTo>
                  <a:lnTo>
                    <a:pt x="4973608" y="61623"/>
                  </a:lnTo>
                  <a:lnTo>
                    <a:pt x="4862385" y="79535"/>
                  </a:lnTo>
                  <a:lnTo>
                    <a:pt x="4751908" y="99809"/>
                  </a:lnTo>
                  <a:lnTo>
                    <a:pt x="4644669" y="122422"/>
                  </a:lnTo>
                  <a:lnTo>
                    <a:pt x="4542428" y="147395"/>
                  </a:lnTo>
                  <a:lnTo>
                    <a:pt x="4446270" y="174814"/>
                  </a:lnTo>
                  <a:lnTo>
                    <a:pt x="4356701" y="204835"/>
                  </a:lnTo>
                  <a:lnTo>
                    <a:pt x="4273782" y="237685"/>
                  </a:lnTo>
                  <a:lnTo>
                    <a:pt x="4197248" y="273665"/>
                  </a:lnTo>
                  <a:lnTo>
                    <a:pt x="4126615" y="313137"/>
                  </a:lnTo>
                  <a:lnTo>
                    <a:pt x="4061264" y="356518"/>
                  </a:lnTo>
                  <a:lnTo>
                    <a:pt x="4000503" y="404256"/>
                  </a:lnTo>
                  <a:lnTo>
                    <a:pt x="3943619" y="456799"/>
                  </a:lnTo>
                  <a:lnTo>
                    <a:pt x="3889908" y="514544"/>
                  </a:lnTo>
                  <a:lnTo>
                    <a:pt x="3838719" y="577752"/>
                  </a:lnTo>
                  <a:lnTo>
                    <a:pt x="3820202" y="602672"/>
                  </a:lnTo>
                  <a:lnTo>
                    <a:pt x="3779948" y="660668"/>
                  </a:lnTo>
                  <a:lnTo>
                    <a:pt x="3740627" y="722468"/>
                  </a:lnTo>
                  <a:lnTo>
                    <a:pt x="3702011" y="788150"/>
                  </a:lnTo>
                  <a:lnTo>
                    <a:pt x="3663913" y="857742"/>
                  </a:lnTo>
                  <a:lnTo>
                    <a:pt x="3626178" y="931222"/>
                  </a:lnTo>
                  <a:lnTo>
                    <a:pt x="3588684" y="1008507"/>
                  </a:lnTo>
                  <a:lnTo>
                    <a:pt x="3551330" y="1089453"/>
                  </a:lnTo>
                  <a:lnTo>
                    <a:pt x="3514042" y="1173853"/>
                  </a:lnTo>
                  <a:lnTo>
                    <a:pt x="3476767" y="1261433"/>
                  </a:lnTo>
                  <a:lnTo>
                    <a:pt x="3439467" y="1351860"/>
                  </a:lnTo>
                  <a:lnTo>
                    <a:pt x="3402122" y="1444737"/>
                  </a:lnTo>
                  <a:lnTo>
                    <a:pt x="3364727" y="1539616"/>
                  </a:lnTo>
                  <a:lnTo>
                    <a:pt x="3327286" y="1636004"/>
                  </a:lnTo>
                  <a:lnTo>
                    <a:pt x="3289811" y="1733373"/>
                  </a:lnTo>
                  <a:lnTo>
                    <a:pt x="3252320" y="1831170"/>
                  </a:lnTo>
                  <a:lnTo>
                    <a:pt x="3214835" y="1928834"/>
                  </a:lnTo>
                  <a:lnTo>
                    <a:pt x="3177374" y="2025806"/>
                  </a:lnTo>
                  <a:lnTo>
                    <a:pt x="3139953" y="2121544"/>
                  </a:lnTo>
                  <a:lnTo>
                    <a:pt x="3102582" y="2215535"/>
                  </a:lnTo>
                  <a:lnTo>
                    <a:pt x="3065260" y="2307305"/>
                  </a:lnTo>
                  <a:lnTo>
                    <a:pt x="3027975" y="2396430"/>
                  </a:lnTo>
                  <a:lnTo>
                    <a:pt x="2990699" y="2482543"/>
                  </a:lnTo>
                  <a:lnTo>
                    <a:pt x="2953389" y="2565338"/>
                  </a:lnTo>
                  <a:lnTo>
                    <a:pt x="2915979" y="2644574"/>
                  </a:lnTo>
                  <a:lnTo>
                    <a:pt x="2878385" y="2720072"/>
                  </a:lnTo>
                  <a:lnTo>
                    <a:pt x="2840495" y="2791718"/>
                  </a:lnTo>
                  <a:lnTo>
                    <a:pt x="2802173" y="2859460"/>
                  </a:lnTo>
                  <a:lnTo>
                    <a:pt x="2763249" y="2923297"/>
                  </a:lnTo>
                  <a:lnTo>
                    <a:pt x="2723518" y="2983284"/>
                  </a:lnTo>
                  <a:lnTo>
                    <a:pt x="2702183" y="3013364"/>
                  </a:lnTo>
                  <a:lnTo>
                    <a:pt x="2651782" y="3078624"/>
                  </a:lnTo>
                  <a:lnTo>
                    <a:pt x="2599082" y="3138382"/>
                  </a:lnTo>
                  <a:lnTo>
                    <a:pt x="2543458" y="3192819"/>
                  </a:lnTo>
                  <a:lnTo>
                    <a:pt x="2484223" y="3242293"/>
                  </a:lnTo>
                  <a:lnTo>
                    <a:pt x="2420662" y="3287241"/>
                  </a:lnTo>
                  <a:lnTo>
                    <a:pt x="2352071" y="3328117"/>
                  </a:lnTo>
                  <a:lnTo>
                    <a:pt x="2277798" y="3365350"/>
                  </a:lnTo>
                  <a:lnTo>
                    <a:pt x="2197299" y="3399326"/>
                  </a:lnTo>
                  <a:lnTo>
                    <a:pt x="2110216" y="3430369"/>
                  </a:lnTo>
                  <a:lnTo>
                    <a:pt x="2016477" y="3458734"/>
                  </a:lnTo>
                  <a:lnTo>
                    <a:pt x="1916406" y="3484603"/>
                  </a:lnTo>
                  <a:lnTo>
                    <a:pt x="1810859" y="3508088"/>
                  </a:lnTo>
                  <a:lnTo>
                    <a:pt x="1701334" y="3529234"/>
                  </a:lnTo>
                  <a:lnTo>
                    <a:pt x="1590053" y="3548029"/>
                  </a:lnTo>
                  <a:lnTo>
                    <a:pt x="1479938" y="3564433"/>
                  </a:lnTo>
                  <a:lnTo>
                    <a:pt x="1374473" y="3578396"/>
                  </a:lnTo>
                  <a:lnTo>
                    <a:pt x="1277389" y="3589898"/>
                  </a:lnTo>
                  <a:lnTo>
                    <a:pt x="1192228" y="3598985"/>
                  </a:lnTo>
                  <a:lnTo>
                    <a:pt x="1121821" y="3605785"/>
                  </a:lnTo>
                  <a:lnTo>
                    <a:pt x="1067812" y="3610528"/>
                  </a:lnTo>
                  <a:lnTo>
                    <a:pt x="1030339" y="3613532"/>
                  </a:lnTo>
                  <a:lnTo>
                    <a:pt x="1007925" y="3615176"/>
                  </a:lnTo>
                  <a:lnTo>
                    <a:pt x="997582" y="3615873"/>
                  </a:lnTo>
                  <a:lnTo>
                    <a:pt x="994995" y="3616034"/>
                  </a:lnTo>
                  <a:lnTo>
                    <a:pt x="994940" y="3616037"/>
                  </a:lnTo>
                  <a:lnTo>
                    <a:pt x="0" y="3616037"/>
                  </a:lnTo>
                  <a:lnTo>
                    <a:pt x="0" y="36160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7" name="pg1796"/>
            <p:cNvSpPr/>
            <p:nvPr/>
          </p:nvSpPr>
          <p:spPr>
            <a:xfrm>
              <a:off x="1199187" y="2174698"/>
              <a:ext cx="12049831" cy="3616037"/>
            </a:xfrm>
            <a:custGeom>
              <a:avLst/>
              <a:pathLst>
                <a:path w="12049831" h="3616037">
                  <a:moveTo>
                    <a:pt x="0" y="3616037"/>
                  </a:moveTo>
                  <a:lnTo>
                    <a:pt x="994940" y="3616037"/>
                  </a:lnTo>
                  <a:lnTo>
                    <a:pt x="995982" y="3615974"/>
                  </a:lnTo>
                  <a:lnTo>
                    <a:pt x="1002873" y="3615524"/>
                  </a:lnTo>
                  <a:lnTo>
                    <a:pt x="1020376" y="3614283"/>
                  </a:lnTo>
                  <a:lnTo>
                    <a:pt x="1051997" y="3611835"/>
                  </a:lnTo>
                  <a:lnTo>
                    <a:pt x="1099794" y="3607785"/>
                  </a:lnTo>
                  <a:lnTo>
                    <a:pt x="1164230" y="3601789"/>
                  </a:lnTo>
                  <a:lnTo>
                    <a:pt x="1244193" y="3593583"/>
                  </a:lnTo>
                  <a:lnTo>
                    <a:pt x="1337242" y="3583002"/>
                  </a:lnTo>
                  <a:lnTo>
                    <a:pt x="1440040" y="3569971"/>
                  </a:lnTo>
                  <a:lnTo>
                    <a:pt x="1548866" y="3554490"/>
                  </a:lnTo>
                  <a:lnTo>
                    <a:pt x="1660099" y="3536600"/>
                  </a:lnTo>
                  <a:lnTo>
                    <a:pt x="1770582" y="3516351"/>
                  </a:lnTo>
                  <a:lnTo>
                    <a:pt x="1877826" y="3493767"/>
                  </a:lnTo>
                  <a:lnTo>
                    <a:pt x="1980068" y="3468825"/>
                  </a:lnTo>
                  <a:lnTo>
                    <a:pt x="2076227" y="3441441"/>
                  </a:lnTo>
                  <a:lnTo>
                    <a:pt x="2165794" y="3411458"/>
                  </a:lnTo>
                  <a:lnTo>
                    <a:pt x="2248711" y="3378649"/>
                  </a:lnTo>
                  <a:lnTo>
                    <a:pt x="2325243" y="3342714"/>
                  </a:lnTo>
                  <a:lnTo>
                    <a:pt x="2395873" y="3303290"/>
                  </a:lnTo>
                  <a:lnTo>
                    <a:pt x="2461222" y="3259962"/>
                  </a:lnTo>
                  <a:lnTo>
                    <a:pt x="2521980" y="3212282"/>
                  </a:lnTo>
                  <a:lnTo>
                    <a:pt x="2578864" y="3159803"/>
                  </a:lnTo>
                  <a:lnTo>
                    <a:pt x="2632574" y="3102127"/>
                  </a:lnTo>
                  <a:lnTo>
                    <a:pt x="2683763" y="3038995"/>
                  </a:lnTo>
                  <a:lnTo>
                    <a:pt x="2702183" y="3014238"/>
                  </a:lnTo>
                  <a:lnTo>
                    <a:pt x="2742461" y="2956290"/>
                  </a:lnTo>
                  <a:lnTo>
                    <a:pt x="2781805" y="2894540"/>
                  </a:lnTo>
                  <a:lnTo>
                    <a:pt x="2820443" y="2828908"/>
                  </a:lnTo>
                  <a:lnTo>
                    <a:pt x="2858563" y="2759367"/>
                  </a:lnTo>
                  <a:lnTo>
                    <a:pt x="2896319" y="2685939"/>
                  </a:lnTo>
                  <a:lnTo>
                    <a:pt x="2933835" y="2608708"/>
                  </a:lnTo>
                  <a:lnTo>
                    <a:pt x="2971211" y="2527817"/>
                  </a:lnTo>
                  <a:lnTo>
                    <a:pt x="3008521" y="2443475"/>
                  </a:lnTo>
                  <a:lnTo>
                    <a:pt x="3045819" y="2355954"/>
                  </a:lnTo>
                  <a:lnTo>
                    <a:pt x="3083141" y="2265589"/>
                  </a:lnTo>
                  <a:lnTo>
                    <a:pt x="3120508" y="2172778"/>
                  </a:lnTo>
                  <a:lnTo>
                    <a:pt x="3157926" y="2077967"/>
                  </a:lnTo>
                  <a:lnTo>
                    <a:pt x="3195390" y="1981652"/>
                  </a:lnTo>
                  <a:lnTo>
                    <a:pt x="3232887" y="1884361"/>
                  </a:lnTo>
                  <a:lnTo>
                    <a:pt x="3270400" y="1786646"/>
                  </a:lnTo>
                  <a:lnTo>
                    <a:pt x="3307908" y="1689069"/>
                  </a:lnTo>
                  <a:lnTo>
                    <a:pt x="3345391" y="1592189"/>
                  </a:lnTo>
                  <a:lnTo>
                    <a:pt x="3382833" y="1496549"/>
                  </a:lnTo>
                  <a:lnTo>
                    <a:pt x="3420226" y="1402660"/>
                  </a:lnTo>
                  <a:lnTo>
                    <a:pt x="3457570" y="1310997"/>
                  </a:lnTo>
                  <a:lnTo>
                    <a:pt x="3494877" y="1221983"/>
                  </a:lnTo>
                  <a:lnTo>
                    <a:pt x="3532175" y="1135984"/>
                  </a:lnTo>
                  <a:lnTo>
                    <a:pt x="3569509" y="1053305"/>
                  </a:lnTo>
                  <a:lnTo>
                    <a:pt x="3606943" y="974189"/>
                  </a:lnTo>
                  <a:lnTo>
                    <a:pt x="3644563" y="898811"/>
                  </a:lnTo>
                  <a:lnTo>
                    <a:pt x="3682481" y="827285"/>
                  </a:lnTo>
                  <a:lnTo>
                    <a:pt x="3720834" y="759663"/>
                  </a:lnTo>
                  <a:lnTo>
                    <a:pt x="3759792" y="695944"/>
                  </a:lnTo>
                  <a:lnTo>
                    <a:pt x="3799563" y="636072"/>
                  </a:lnTo>
                  <a:lnTo>
                    <a:pt x="3820202" y="607040"/>
                  </a:lnTo>
                  <a:lnTo>
                    <a:pt x="3870607" y="541869"/>
                  </a:lnTo>
                  <a:lnTo>
                    <a:pt x="3923312" y="482194"/>
                  </a:lnTo>
                  <a:lnTo>
                    <a:pt x="3978941" y="427833"/>
                  </a:lnTo>
                  <a:lnTo>
                    <a:pt x="4038182" y="378427"/>
                  </a:lnTo>
                  <a:lnTo>
                    <a:pt x="4101749" y="333542"/>
                  </a:lnTo>
                  <a:lnTo>
                    <a:pt x="4170348" y="292725"/>
                  </a:lnTo>
                  <a:lnTo>
                    <a:pt x="4244631" y="255544"/>
                  </a:lnTo>
                  <a:lnTo>
                    <a:pt x="4325140" y="221616"/>
                  </a:lnTo>
                  <a:lnTo>
                    <a:pt x="4412234" y="190618"/>
                  </a:lnTo>
                  <a:lnTo>
                    <a:pt x="4505986" y="162294"/>
                  </a:lnTo>
                  <a:lnTo>
                    <a:pt x="4606070" y="136462"/>
                  </a:lnTo>
                  <a:lnTo>
                    <a:pt x="4711630" y="113011"/>
                  </a:lnTo>
                  <a:lnTo>
                    <a:pt x="4821166" y="91897"/>
                  </a:lnTo>
                  <a:lnTo>
                    <a:pt x="4932457" y="73129"/>
                  </a:lnTo>
                  <a:lnTo>
                    <a:pt x="5042577" y="56751"/>
                  </a:lnTo>
                  <a:lnTo>
                    <a:pt x="5148043" y="42811"/>
                  </a:lnTo>
                  <a:lnTo>
                    <a:pt x="5245121" y="31327"/>
                  </a:lnTo>
                  <a:lnTo>
                    <a:pt x="5330270" y="22256"/>
                  </a:lnTo>
                  <a:lnTo>
                    <a:pt x="5400659" y="15468"/>
                  </a:lnTo>
                  <a:lnTo>
                    <a:pt x="5454646" y="10735"/>
                  </a:lnTo>
                  <a:lnTo>
                    <a:pt x="5492096" y="7738"/>
                  </a:lnTo>
                  <a:lnTo>
                    <a:pt x="5514487" y="6098"/>
                  </a:lnTo>
                  <a:lnTo>
                    <a:pt x="5524814" y="540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3" y="5299"/>
                  </a:lnTo>
                  <a:lnTo>
                    <a:pt x="6530428" y="5714"/>
                  </a:lnTo>
                  <a:lnTo>
                    <a:pt x="6548165" y="6862"/>
                  </a:lnTo>
                  <a:lnTo>
                    <a:pt x="6580193" y="9126"/>
                  </a:lnTo>
                  <a:lnTo>
                    <a:pt x="6628574" y="12869"/>
                  </a:lnTo>
                  <a:lnTo>
                    <a:pt x="6693740" y="18411"/>
                  </a:lnTo>
                  <a:lnTo>
                    <a:pt x="6774527" y="25990"/>
                  </a:lnTo>
                  <a:lnTo>
                    <a:pt x="6868424" y="35759"/>
                  </a:lnTo>
                  <a:lnTo>
                    <a:pt x="6972024" y="47784"/>
                  </a:lnTo>
                  <a:lnTo>
                    <a:pt x="7081547" y="62061"/>
                  </a:lnTo>
                  <a:lnTo>
                    <a:pt x="7193337" y="78552"/>
                  </a:lnTo>
                  <a:lnTo>
                    <a:pt x="7304223" y="97212"/>
                  </a:lnTo>
                  <a:lnTo>
                    <a:pt x="7411719" y="118021"/>
                  </a:lnTo>
                  <a:lnTo>
                    <a:pt x="7514080" y="141002"/>
                  </a:lnTo>
                  <a:lnTo>
                    <a:pt x="7610249" y="166238"/>
                  </a:lnTo>
                  <a:lnTo>
                    <a:pt x="7699748" y="193877"/>
                  </a:lnTo>
                  <a:lnTo>
                    <a:pt x="7782544" y="224136"/>
                  </a:lnTo>
                  <a:lnTo>
                    <a:pt x="7858926" y="257296"/>
                  </a:lnTo>
                  <a:lnTo>
                    <a:pt x="7929400" y="293697"/>
                  </a:lnTo>
                  <a:lnTo>
                    <a:pt x="7994603" y="333726"/>
                  </a:lnTo>
                  <a:lnTo>
                    <a:pt x="8055240" y="377799"/>
                  </a:lnTo>
                  <a:lnTo>
                    <a:pt x="8112036" y="426328"/>
                  </a:lnTo>
                  <a:lnTo>
                    <a:pt x="8165701" y="479670"/>
                  </a:lnTo>
                  <a:lnTo>
                    <a:pt x="8216888" y="538046"/>
                  </a:lnTo>
                  <a:lnTo>
                    <a:pt x="8229629" y="553760"/>
                  </a:lnTo>
                  <a:lnTo>
                    <a:pt x="8271425" y="608662"/>
                  </a:lnTo>
                  <a:lnTo>
                    <a:pt x="8312224" y="667304"/>
                  </a:lnTo>
                  <a:lnTo>
                    <a:pt x="8352279" y="729761"/>
                  </a:lnTo>
                  <a:lnTo>
                    <a:pt x="8391796" y="796060"/>
                  </a:lnTo>
                  <a:lnTo>
                    <a:pt x="8430943" y="866168"/>
                  </a:lnTo>
                  <a:lnTo>
                    <a:pt x="8469854" y="939989"/>
                  </a:lnTo>
                  <a:lnTo>
                    <a:pt x="8508633" y="1017365"/>
                  </a:lnTo>
                  <a:lnTo>
                    <a:pt x="8547359" y="1098065"/>
                  </a:lnTo>
                  <a:lnTo>
                    <a:pt x="8586087" y="1181794"/>
                  </a:lnTo>
                  <a:lnTo>
                    <a:pt x="8624850" y="1268188"/>
                  </a:lnTo>
                  <a:lnTo>
                    <a:pt x="8663664" y="1356823"/>
                  </a:lnTo>
                  <a:lnTo>
                    <a:pt x="8702533" y="1447223"/>
                  </a:lnTo>
                  <a:lnTo>
                    <a:pt x="8741446" y="1538866"/>
                  </a:lnTo>
                  <a:lnTo>
                    <a:pt x="8780386" y="1631201"/>
                  </a:lnTo>
                  <a:lnTo>
                    <a:pt x="8819331" y="1723657"/>
                  </a:lnTo>
                  <a:lnTo>
                    <a:pt x="8858258" y="1815662"/>
                  </a:lnTo>
                  <a:lnTo>
                    <a:pt x="8897148" y="1906655"/>
                  </a:lnTo>
                  <a:lnTo>
                    <a:pt x="8935986" y="1996099"/>
                  </a:lnTo>
                  <a:lnTo>
                    <a:pt x="8974770" y="2083498"/>
                  </a:lnTo>
                  <a:lnTo>
                    <a:pt x="9013509" y="2168404"/>
                  </a:lnTo>
                  <a:lnTo>
                    <a:pt x="9052230" y="2250427"/>
                  </a:lnTo>
                  <a:lnTo>
                    <a:pt x="9090979" y="2329244"/>
                  </a:lnTo>
                  <a:lnTo>
                    <a:pt x="9129823" y="2404595"/>
                  </a:lnTo>
                  <a:lnTo>
                    <a:pt x="9168856" y="2476291"/>
                  </a:lnTo>
                  <a:lnTo>
                    <a:pt x="9208197" y="2544212"/>
                  </a:lnTo>
                  <a:lnTo>
                    <a:pt x="9248002" y="2608297"/>
                  </a:lnTo>
                  <a:lnTo>
                    <a:pt x="9288457" y="2668549"/>
                  </a:lnTo>
                  <a:lnTo>
                    <a:pt x="9329797" y="2725024"/>
                  </a:lnTo>
                  <a:lnTo>
                    <a:pt x="9347647" y="2747839"/>
                  </a:lnTo>
                  <a:lnTo>
                    <a:pt x="9398297" y="2807509"/>
                  </a:lnTo>
                  <a:lnTo>
                    <a:pt x="9451269" y="2862122"/>
                  </a:lnTo>
                  <a:lnTo>
                    <a:pt x="9507201" y="2911850"/>
                  </a:lnTo>
                  <a:lnTo>
                    <a:pt x="9566788" y="2957022"/>
                  </a:lnTo>
                  <a:lnTo>
                    <a:pt x="9630757" y="2998044"/>
                  </a:lnTo>
                  <a:lnTo>
                    <a:pt x="9699821" y="3035332"/>
                  </a:lnTo>
                  <a:lnTo>
                    <a:pt x="9774641" y="3069285"/>
                  </a:lnTo>
                  <a:lnTo>
                    <a:pt x="9855761" y="3100255"/>
                  </a:lnTo>
                  <a:lnTo>
                    <a:pt x="9943537" y="3128540"/>
                  </a:lnTo>
                  <a:lnTo>
                    <a:pt x="10038029" y="3154373"/>
                  </a:lnTo>
                  <a:lnTo>
                    <a:pt x="10138884" y="3177920"/>
                  </a:lnTo>
                  <a:lnTo>
                    <a:pt x="10245206" y="3199278"/>
                  </a:lnTo>
                  <a:lnTo>
                    <a:pt x="10355433" y="3218488"/>
                  </a:lnTo>
                  <a:lnTo>
                    <a:pt x="10467269" y="3235536"/>
                  </a:lnTo>
                  <a:lnTo>
                    <a:pt x="10577705" y="3250383"/>
                  </a:lnTo>
                  <a:lnTo>
                    <a:pt x="10683178" y="3262985"/>
                  </a:lnTo>
                  <a:lnTo>
                    <a:pt x="10779900" y="3273326"/>
                  </a:lnTo>
                  <a:lnTo>
                    <a:pt x="10864317" y="3281454"/>
                  </a:lnTo>
                  <a:lnTo>
                    <a:pt x="10933642" y="3287496"/>
                  </a:lnTo>
                  <a:lnTo>
                    <a:pt x="10986333" y="3291672"/>
                  </a:lnTo>
                  <a:lnTo>
                    <a:pt x="11022403" y="3294280"/>
                  </a:lnTo>
                  <a:lnTo>
                    <a:pt x="11043507" y="3295676"/>
                  </a:lnTo>
                  <a:lnTo>
                    <a:pt x="11052827" y="3296242"/>
                  </a:lnTo>
                  <a:lnTo>
                    <a:pt x="11054891" y="3296358"/>
                  </a:lnTo>
                  <a:lnTo>
                    <a:pt x="12049831" y="3296358"/>
                  </a:lnTo>
                  <a:lnTo>
                    <a:pt x="12049831" y="3291118"/>
                  </a:lnTo>
                  <a:lnTo>
                    <a:pt x="11054891" y="3291118"/>
                  </a:lnTo>
                  <a:lnTo>
                    <a:pt x="11053834" y="3291059"/>
                  </a:lnTo>
                  <a:lnTo>
                    <a:pt x="11046848" y="3290644"/>
                  </a:lnTo>
                  <a:lnTo>
                    <a:pt x="11029111" y="3289496"/>
                  </a:lnTo>
                  <a:lnTo>
                    <a:pt x="10997083" y="3287232"/>
                  </a:lnTo>
                  <a:lnTo>
                    <a:pt x="10948703" y="3283488"/>
                  </a:lnTo>
                  <a:lnTo>
                    <a:pt x="10883536" y="3277947"/>
                  </a:lnTo>
                  <a:lnTo>
                    <a:pt x="10802749" y="3270368"/>
                  </a:lnTo>
                  <a:lnTo>
                    <a:pt x="10708852" y="3260598"/>
                  </a:lnTo>
                  <a:lnTo>
                    <a:pt x="10605253" y="3248574"/>
                  </a:lnTo>
                  <a:lnTo>
                    <a:pt x="10495730" y="3234297"/>
                  </a:lnTo>
                  <a:lnTo>
                    <a:pt x="10383939" y="3217806"/>
                  </a:lnTo>
                  <a:lnTo>
                    <a:pt x="10273053" y="3199146"/>
                  </a:lnTo>
                  <a:lnTo>
                    <a:pt x="10165558" y="3178337"/>
                  </a:lnTo>
                  <a:lnTo>
                    <a:pt x="10063197" y="3155356"/>
                  </a:lnTo>
                  <a:lnTo>
                    <a:pt x="9967027" y="3130120"/>
                  </a:lnTo>
                  <a:lnTo>
                    <a:pt x="9877529" y="3102481"/>
                  </a:lnTo>
                  <a:lnTo>
                    <a:pt x="9794733" y="3072221"/>
                  </a:lnTo>
                  <a:lnTo>
                    <a:pt x="9718351" y="3039062"/>
                  </a:lnTo>
                  <a:lnTo>
                    <a:pt x="9647877" y="3002661"/>
                  </a:lnTo>
                  <a:lnTo>
                    <a:pt x="9582674" y="2962632"/>
                  </a:lnTo>
                  <a:lnTo>
                    <a:pt x="9522037" y="2918559"/>
                  </a:lnTo>
                  <a:lnTo>
                    <a:pt x="9465240" y="2870030"/>
                  </a:lnTo>
                  <a:lnTo>
                    <a:pt x="9411575" y="2816688"/>
                  </a:lnTo>
                  <a:lnTo>
                    <a:pt x="9360388" y="2758312"/>
                  </a:lnTo>
                  <a:lnTo>
                    <a:pt x="9347647" y="2742598"/>
                  </a:lnTo>
                  <a:lnTo>
                    <a:pt x="9305852" y="2687696"/>
                  </a:lnTo>
                  <a:lnTo>
                    <a:pt x="9265053" y="2629054"/>
                  </a:lnTo>
                  <a:lnTo>
                    <a:pt x="9224998" y="2566597"/>
                  </a:lnTo>
                  <a:lnTo>
                    <a:pt x="9185481" y="2500298"/>
                  </a:lnTo>
                  <a:lnTo>
                    <a:pt x="9146334" y="2430190"/>
                  </a:lnTo>
                  <a:lnTo>
                    <a:pt x="9107423" y="2356369"/>
                  </a:lnTo>
                  <a:lnTo>
                    <a:pt x="9068643" y="2278993"/>
                  </a:lnTo>
                  <a:lnTo>
                    <a:pt x="9029917" y="2198293"/>
                  </a:lnTo>
                  <a:lnTo>
                    <a:pt x="8991190" y="2114564"/>
                  </a:lnTo>
                  <a:lnTo>
                    <a:pt x="8952427" y="2028170"/>
                  </a:lnTo>
                  <a:lnTo>
                    <a:pt x="8913612" y="1939535"/>
                  </a:lnTo>
                  <a:lnTo>
                    <a:pt x="8874743" y="1849135"/>
                  </a:lnTo>
                  <a:lnTo>
                    <a:pt x="8835830" y="1757492"/>
                  </a:lnTo>
                  <a:lnTo>
                    <a:pt x="8796890" y="1665157"/>
                  </a:lnTo>
                  <a:lnTo>
                    <a:pt x="8757945" y="1572701"/>
                  </a:lnTo>
                  <a:lnTo>
                    <a:pt x="8719018" y="1480695"/>
                  </a:lnTo>
                  <a:lnTo>
                    <a:pt x="8680129" y="1389703"/>
                  </a:lnTo>
                  <a:lnTo>
                    <a:pt x="8641291" y="1300259"/>
                  </a:lnTo>
                  <a:lnTo>
                    <a:pt x="8602507" y="1212860"/>
                  </a:lnTo>
                  <a:lnTo>
                    <a:pt x="8563767" y="1127954"/>
                  </a:lnTo>
                  <a:lnTo>
                    <a:pt x="8525046" y="1045930"/>
                  </a:lnTo>
                  <a:lnTo>
                    <a:pt x="8486297" y="967114"/>
                  </a:lnTo>
                  <a:lnTo>
                    <a:pt x="8447453" y="891763"/>
                  </a:lnTo>
                  <a:lnTo>
                    <a:pt x="8408421" y="820066"/>
                  </a:lnTo>
                  <a:lnTo>
                    <a:pt x="8369079" y="752146"/>
                  </a:lnTo>
                  <a:lnTo>
                    <a:pt x="8329275" y="688061"/>
                  </a:lnTo>
                  <a:lnTo>
                    <a:pt x="8288819" y="627808"/>
                  </a:lnTo>
                  <a:lnTo>
                    <a:pt x="8247480" y="571334"/>
                  </a:lnTo>
                  <a:lnTo>
                    <a:pt x="8229629" y="548519"/>
                  </a:lnTo>
                  <a:lnTo>
                    <a:pt x="8178980" y="488849"/>
                  </a:lnTo>
                  <a:lnTo>
                    <a:pt x="8126007" y="434236"/>
                  </a:lnTo>
                  <a:lnTo>
                    <a:pt x="8070076" y="384508"/>
                  </a:lnTo>
                  <a:lnTo>
                    <a:pt x="8010488" y="339336"/>
                  </a:lnTo>
                  <a:lnTo>
                    <a:pt x="7946519" y="298314"/>
                  </a:lnTo>
                  <a:lnTo>
                    <a:pt x="7877455" y="261026"/>
                  </a:lnTo>
                  <a:lnTo>
                    <a:pt x="7802636" y="227073"/>
                  </a:lnTo>
                  <a:lnTo>
                    <a:pt x="7721515" y="196102"/>
                  </a:lnTo>
                  <a:lnTo>
                    <a:pt x="7633740" y="167817"/>
                  </a:lnTo>
                  <a:lnTo>
                    <a:pt x="7539248" y="141985"/>
                  </a:lnTo>
                  <a:lnTo>
                    <a:pt x="7438392" y="118438"/>
                  </a:lnTo>
                  <a:lnTo>
                    <a:pt x="7332070" y="97079"/>
                  </a:lnTo>
                  <a:lnTo>
                    <a:pt x="7221843" y="77870"/>
                  </a:lnTo>
                  <a:lnTo>
                    <a:pt x="7110007" y="60822"/>
                  </a:lnTo>
                  <a:lnTo>
                    <a:pt x="6999572" y="45975"/>
                  </a:lnTo>
                  <a:lnTo>
                    <a:pt x="6894098" y="33373"/>
                  </a:lnTo>
                  <a:lnTo>
                    <a:pt x="6797376" y="23031"/>
                  </a:lnTo>
                  <a:lnTo>
                    <a:pt x="6712959" y="14904"/>
                  </a:lnTo>
                  <a:lnTo>
                    <a:pt x="6643634" y="8862"/>
                  </a:lnTo>
                  <a:lnTo>
                    <a:pt x="6590944" y="4686"/>
                  </a:lnTo>
                  <a:lnTo>
                    <a:pt x="6554874" y="2078"/>
                  </a:lnTo>
                  <a:lnTo>
                    <a:pt x="6533770" y="682"/>
                  </a:lnTo>
                  <a:lnTo>
                    <a:pt x="6524450" y="11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03" y="63"/>
                  </a:lnTo>
                  <a:lnTo>
                    <a:pt x="5519512" y="512"/>
                  </a:lnTo>
                  <a:lnTo>
                    <a:pt x="5502009" y="1754"/>
                  </a:lnTo>
                  <a:lnTo>
                    <a:pt x="5470388" y="4202"/>
                  </a:lnTo>
                  <a:lnTo>
                    <a:pt x="5422591" y="8252"/>
                  </a:lnTo>
                  <a:lnTo>
                    <a:pt x="5358155" y="14248"/>
                  </a:lnTo>
                  <a:lnTo>
                    <a:pt x="5278192" y="22453"/>
                  </a:lnTo>
                  <a:lnTo>
                    <a:pt x="5185143" y="33035"/>
                  </a:lnTo>
                  <a:lnTo>
                    <a:pt x="5082345" y="46066"/>
                  </a:lnTo>
                  <a:lnTo>
                    <a:pt x="4973519" y="61547"/>
                  </a:lnTo>
                  <a:lnTo>
                    <a:pt x="4862286" y="79436"/>
                  </a:lnTo>
                  <a:lnTo>
                    <a:pt x="4751803" y="99685"/>
                  </a:lnTo>
                  <a:lnTo>
                    <a:pt x="4644559" y="122269"/>
                  </a:lnTo>
                  <a:lnTo>
                    <a:pt x="4542317" y="147211"/>
                  </a:lnTo>
                  <a:lnTo>
                    <a:pt x="4446158" y="174595"/>
                  </a:lnTo>
                  <a:lnTo>
                    <a:pt x="4356591" y="204578"/>
                  </a:lnTo>
                  <a:lnTo>
                    <a:pt x="4273674" y="237388"/>
                  </a:lnTo>
                  <a:lnTo>
                    <a:pt x="4197142" y="273323"/>
                  </a:lnTo>
                  <a:lnTo>
                    <a:pt x="4126512" y="312747"/>
                  </a:lnTo>
                  <a:lnTo>
                    <a:pt x="4061163" y="356074"/>
                  </a:lnTo>
                  <a:lnTo>
                    <a:pt x="4000405" y="403754"/>
                  </a:lnTo>
                  <a:lnTo>
                    <a:pt x="3943521" y="456234"/>
                  </a:lnTo>
                  <a:lnTo>
                    <a:pt x="3889811" y="513910"/>
                  </a:lnTo>
                  <a:lnTo>
                    <a:pt x="3838622" y="577042"/>
                  </a:lnTo>
                  <a:lnTo>
                    <a:pt x="3820202" y="601799"/>
                  </a:lnTo>
                  <a:lnTo>
                    <a:pt x="3779924" y="659746"/>
                  </a:lnTo>
                  <a:lnTo>
                    <a:pt x="3740580" y="721497"/>
                  </a:lnTo>
                  <a:lnTo>
                    <a:pt x="3701942" y="787128"/>
                  </a:lnTo>
                  <a:lnTo>
                    <a:pt x="3663822" y="856670"/>
                  </a:lnTo>
                  <a:lnTo>
                    <a:pt x="3626066" y="930097"/>
                  </a:lnTo>
                  <a:lnTo>
                    <a:pt x="3588550" y="1007328"/>
                  </a:lnTo>
                  <a:lnTo>
                    <a:pt x="3551174" y="1088219"/>
                  </a:lnTo>
                  <a:lnTo>
                    <a:pt x="3513864" y="1172562"/>
                  </a:lnTo>
                  <a:lnTo>
                    <a:pt x="3476566" y="1260083"/>
                  </a:lnTo>
                  <a:lnTo>
                    <a:pt x="3439244" y="1350447"/>
                  </a:lnTo>
                  <a:lnTo>
                    <a:pt x="3401877" y="1443259"/>
                  </a:lnTo>
                  <a:lnTo>
                    <a:pt x="3364459" y="1538069"/>
                  </a:lnTo>
                  <a:lnTo>
                    <a:pt x="3326995" y="1634385"/>
                  </a:lnTo>
                  <a:lnTo>
                    <a:pt x="3289498" y="1731676"/>
                  </a:lnTo>
                  <a:lnTo>
                    <a:pt x="3251985" y="1829391"/>
                  </a:lnTo>
                  <a:lnTo>
                    <a:pt x="3214477" y="1926967"/>
                  </a:lnTo>
                  <a:lnTo>
                    <a:pt x="3176994" y="2023847"/>
                  </a:lnTo>
                  <a:lnTo>
                    <a:pt x="3139552" y="2119488"/>
                  </a:lnTo>
                  <a:lnTo>
                    <a:pt x="3102159" y="2213376"/>
                  </a:lnTo>
                  <a:lnTo>
                    <a:pt x="3064815" y="2305039"/>
                  </a:lnTo>
                  <a:lnTo>
                    <a:pt x="3027508" y="2394054"/>
                  </a:lnTo>
                  <a:lnTo>
                    <a:pt x="2990210" y="2480053"/>
                  </a:lnTo>
                  <a:lnTo>
                    <a:pt x="2952876" y="2562731"/>
                  </a:lnTo>
                  <a:lnTo>
                    <a:pt x="2915442" y="2641848"/>
                  </a:lnTo>
                  <a:lnTo>
                    <a:pt x="2877822" y="2717226"/>
                  </a:lnTo>
                  <a:lnTo>
                    <a:pt x="2839904" y="2788752"/>
                  </a:lnTo>
                  <a:lnTo>
                    <a:pt x="2801551" y="2856374"/>
                  </a:lnTo>
                  <a:lnTo>
                    <a:pt x="2762593" y="2920093"/>
                  </a:lnTo>
                  <a:lnTo>
                    <a:pt x="2722821" y="2979964"/>
                  </a:lnTo>
                  <a:lnTo>
                    <a:pt x="2702183" y="3008997"/>
                  </a:lnTo>
                  <a:lnTo>
                    <a:pt x="2651778" y="3074168"/>
                  </a:lnTo>
                  <a:lnTo>
                    <a:pt x="2599073" y="3133842"/>
                  </a:lnTo>
                  <a:lnTo>
                    <a:pt x="2543444" y="3188204"/>
                  </a:lnTo>
                  <a:lnTo>
                    <a:pt x="2484203" y="3237609"/>
                  </a:lnTo>
                  <a:lnTo>
                    <a:pt x="2420636" y="3282494"/>
                  </a:lnTo>
                  <a:lnTo>
                    <a:pt x="2352037" y="3323312"/>
                  </a:lnTo>
                  <a:lnTo>
                    <a:pt x="2277754" y="3360493"/>
                  </a:lnTo>
                  <a:lnTo>
                    <a:pt x="2197245" y="3394420"/>
                  </a:lnTo>
                  <a:lnTo>
                    <a:pt x="2110151" y="3425419"/>
                  </a:lnTo>
                  <a:lnTo>
                    <a:pt x="2016399" y="3453743"/>
                  </a:lnTo>
                  <a:lnTo>
                    <a:pt x="1916315" y="3479575"/>
                  </a:lnTo>
                  <a:lnTo>
                    <a:pt x="1810755" y="3503025"/>
                  </a:lnTo>
                  <a:lnTo>
                    <a:pt x="1701219" y="3524139"/>
                  </a:lnTo>
                  <a:lnTo>
                    <a:pt x="1589928" y="3542907"/>
                  </a:lnTo>
                  <a:lnTo>
                    <a:pt x="1479808" y="3559285"/>
                  </a:lnTo>
                  <a:lnTo>
                    <a:pt x="1374342" y="3573226"/>
                  </a:lnTo>
                  <a:lnTo>
                    <a:pt x="1277264" y="3584710"/>
                  </a:lnTo>
                  <a:lnTo>
                    <a:pt x="1192115" y="3593780"/>
                  </a:lnTo>
                  <a:lnTo>
                    <a:pt x="1121726" y="3600568"/>
                  </a:lnTo>
                  <a:lnTo>
                    <a:pt x="1067739" y="3605302"/>
                  </a:lnTo>
                  <a:lnTo>
                    <a:pt x="1030289" y="3608299"/>
                  </a:lnTo>
                  <a:lnTo>
                    <a:pt x="1007898" y="3609939"/>
                  </a:lnTo>
                  <a:lnTo>
                    <a:pt x="997571" y="3610633"/>
                  </a:lnTo>
                  <a:lnTo>
                    <a:pt x="994940" y="3610796"/>
                  </a:lnTo>
                  <a:lnTo>
                    <a:pt x="0" y="3610796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798" name="pl1797"/>
            <p:cNvSpPr/>
            <p:nvPr/>
          </p:nvSpPr>
          <p:spPr>
            <a:xfrm>
              <a:off x="1199187" y="2179939"/>
              <a:ext cx="12049831" cy="3610796"/>
            </a:xfrm>
            <a:custGeom>
              <a:avLst/>
              <a:pathLst>
                <a:path w="12049831" h="3610796">
                  <a:moveTo>
                    <a:pt x="0" y="3610796"/>
                  </a:moveTo>
                  <a:lnTo>
                    <a:pt x="994940" y="3610796"/>
                  </a:lnTo>
                  <a:lnTo>
                    <a:pt x="995982" y="3610733"/>
                  </a:lnTo>
                  <a:lnTo>
                    <a:pt x="1002873" y="3610284"/>
                  </a:lnTo>
                  <a:lnTo>
                    <a:pt x="1020376" y="3609042"/>
                  </a:lnTo>
                  <a:lnTo>
                    <a:pt x="1051997" y="3606594"/>
                  </a:lnTo>
                  <a:lnTo>
                    <a:pt x="1099794" y="3602544"/>
                  </a:lnTo>
                  <a:lnTo>
                    <a:pt x="1164230" y="3596548"/>
                  </a:lnTo>
                  <a:lnTo>
                    <a:pt x="1244193" y="3588343"/>
                  </a:lnTo>
                  <a:lnTo>
                    <a:pt x="1337242" y="3577761"/>
                  </a:lnTo>
                  <a:lnTo>
                    <a:pt x="1440040" y="3564730"/>
                  </a:lnTo>
                  <a:lnTo>
                    <a:pt x="1548866" y="3549249"/>
                  </a:lnTo>
                  <a:lnTo>
                    <a:pt x="1660099" y="3531360"/>
                  </a:lnTo>
                  <a:lnTo>
                    <a:pt x="1770582" y="3511111"/>
                  </a:lnTo>
                  <a:lnTo>
                    <a:pt x="1877826" y="3488527"/>
                  </a:lnTo>
                  <a:lnTo>
                    <a:pt x="1980068" y="3463585"/>
                  </a:lnTo>
                  <a:lnTo>
                    <a:pt x="2076227" y="3436200"/>
                  </a:lnTo>
                  <a:lnTo>
                    <a:pt x="2165794" y="3406218"/>
                  </a:lnTo>
                  <a:lnTo>
                    <a:pt x="2248711" y="3373408"/>
                  </a:lnTo>
                  <a:lnTo>
                    <a:pt x="2325243" y="3337473"/>
                  </a:lnTo>
                  <a:lnTo>
                    <a:pt x="2395873" y="3298049"/>
                  </a:lnTo>
                  <a:lnTo>
                    <a:pt x="2461222" y="3254722"/>
                  </a:lnTo>
                  <a:lnTo>
                    <a:pt x="2521980" y="3207042"/>
                  </a:lnTo>
                  <a:lnTo>
                    <a:pt x="2578864" y="3154562"/>
                  </a:lnTo>
                  <a:lnTo>
                    <a:pt x="2632574" y="3096886"/>
                  </a:lnTo>
                  <a:lnTo>
                    <a:pt x="2683763" y="3033754"/>
                  </a:lnTo>
                  <a:lnTo>
                    <a:pt x="2702183" y="3008997"/>
                  </a:lnTo>
                  <a:lnTo>
                    <a:pt x="2742461" y="2951050"/>
                  </a:lnTo>
                  <a:lnTo>
                    <a:pt x="2781805" y="2889299"/>
                  </a:lnTo>
                  <a:lnTo>
                    <a:pt x="2820443" y="2823668"/>
                  </a:lnTo>
                  <a:lnTo>
                    <a:pt x="2858563" y="2754126"/>
                  </a:lnTo>
                  <a:lnTo>
                    <a:pt x="2896319" y="2680699"/>
                  </a:lnTo>
                  <a:lnTo>
                    <a:pt x="2933835" y="2603468"/>
                  </a:lnTo>
                  <a:lnTo>
                    <a:pt x="2971211" y="2522577"/>
                  </a:lnTo>
                  <a:lnTo>
                    <a:pt x="3008521" y="2438234"/>
                  </a:lnTo>
                  <a:lnTo>
                    <a:pt x="3045819" y="2350713"/>
                  </a:lnTo>
                  <a:lnTo>
                    <a:pt x="3083141" y="2260349"/>
                  </a:lnTo>
                  <a:lnTo>
                    <a:pt x="3120508" y="2167537"/>
                  </a:lnTo>
                  <a:lnTo>
                    <a:pt x="3157926" y="2072726"/>
                  </a:lnTo>
                  <a:lnTo>
                    <a:pt x="3195390" y="1976411"/>
                  </a:lnTo>
                  <a:lnTo>
                    <a:pt x="3232887" y="1879120"/>
                  </a:lnTo>
                  <a:lnTo>
                    <a:pt x="3270400" y="1781405"/>
                  </a:lnTo>
                  <a:lnTo>
                    <a:pt x="3307908" y="1683829"/>
                  </a:lnTo>
                  <a:lnTo>
                    <a:pt x="3345391" y="1586949"/>
                  </a:lnTo>
                  <a:lnTo>
                    <a:pt x="3382833" y="1491308"/>
                  </a:lnTo>
                  <a:lnTo>
                    <a:pt x="3420226" y="1397420"/>
                  </a:lnTo>
                  <a:lnTo>
                    <a:pt x="3457570" y="1305756"/>
                  </a:lnTo>
                  <a:lnTo>
                    <a:pt x="3494877" y="1216742"/>
                  </a:lnTo>
                  <a:lnTo>
                    <a:pt x="3532175" y="1130743"/>
                  </a:lnTo>
                  <a:lnTo>
                    <a:pt x="3569509" y="1048065"/>
                  </a:lnTo>
                  <a:lnTo>
                    <a:pt x="3606943" y="968948"/>
                  </a:lnTo>
                  <a:lnTo>
                    <a:pt x="3644563" y="893570"/>
                  </a:lnTo>
                  <a:lnTo>
                    <a:pt x="3682481" y="822044"/>
                  </a:lnTo>
                  <a:lnTo>
                    <a:pt x="3720834" y="754422"/>
                  </a:lnTo>
                  <a:lnTo>
                    <a:pt x="3759792" y="690703"/>
                  </a:lnTo>
                  <a:lnTo>
                    <a:pt x="3799563" y="630832"/>
                  </a:lnTo>
                  <a:lnTo>
                    <a:pt x="3820202" y="601799"/>
                  </a:lnTo>
                  <a:lnTo>
                    <a:pt x="3870607" y="536628"/>
                  </a:lnTo>
                  <a:lnTo>
                    <a:pt x="3923312" y="476953"/>
                  </a:lnTo>
                  <a:lnTo>
                    <a:pt x="3978941" y="422592"/>
                  </a:lnTo>
                  <a:lnTo>
                    <a:pt x="4038182" y="373187"/>
                  </a:lnTo>
                  <a:lnTo>
                    <a:pt x="4101749" y="328302"/>
                  </a:lnTo>
                  <a:lnTo>
                    <a:pt x="4170348" y="287484"/>
                  </a:lnTo>
                  <a:lnTo>
                    <a:pt x="4244631" y="250303"/>
                  </a:lnTo>
                  <a:lnTo>
                    <a:pt x="4325140" y="216376"/>
                  </a:lnTo>
                  <a:lnTo>
                    <a:pt x="4412234" y="185377"/>
                  </a:lnTo>
                  <a:lnTo>
                    <a:pt x="4505986" y="157053"/>
                  </a:lnTo>
                  <a:lnTo>
                    <a:pt x="4606070" y="131221"/>
                  </a:lnTo>
                  <a:lnTo>
                    <a:pt x="4711630" y="107770"/>
                  </a:lnTo>
                  <a:lnTo>
                    <a:pt x="4821166" y="86656"/>
                  </a:lnTo>
                  <a:lnTo>
                    <a:pt x="4932457" y="67889"/>
                  </a:lnTo>
                  <a:lnTo>
                    <a:pt x="5042577" y="51511"/>
                  </a:lnTo>
                  <a:lnTo>
                    <a:pt x="5148043" y="37570"/>
                  </a:lnTo>
                  <a:lnTo>
                    <a:pt x="5245121" y="26086"/>
                  </a:lnTo>
                  <a:lnTo>
                    <a:pt x="5330270" y="17016"/>
                  </a:lnTo>
                  <a:lnTo>
                    <a:pt x="5400659" y="10228"/>
                  </a:lnTo>
                  <a:lnTo>
                    <a:pt x="5454646" y="5494"/>
                  </a:lnTo>
                  <a:lnTo>
                    <a:pt x="5492096" y="2497"/>
                  </a:lnTo>
                  <a:lnTo>
                    <a:pt x="5514487" y="857"/>
                  </a:lnTo>
                  <a:lnTo>
                    <a:pt x="5524814" y="163"/>
                  </a:lnTo>
                  <a:lnTo>
                    <a:pt x="5527391" y="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3" y="58"/>
                  </a:lnTo>
                  <a:lnTo>
                    <a:pt x="6530428" y="474"/>
                  </a:lnTo>
                  <a:lnTo>
                    <a:pt x="6548165" y="1622"/>
                  </a:lnTo>
                  <a:lnTo>
                    <a:pt x="6580193" y="3885"/>
                  </a:lnTo>
                  <a:lnTo>
                    <a:pt x="6628574" y="7629"/>
                  </a:lnTo>
                  <a:lnTo>
                    <a:pt x="6693740" y="13170"/>
                  </a:lnTo>
                  <a:lnTo>
                    <a:pt x="6774527" y="20749"/>
                  </a:lnTo>
                  <a:lnTo>
                    <a:pt x="6868424" y="30519"/>
                  </a:lnTo>
                  <a:lnTo>
                    <a:pt x="6972024" y="42543"/>
                  </a:lnTo>
                  <a:lnTo>
                    <a:pt x="7081547" y="56820"/>
                  </a:lnTo>
                  <a:lnTo>
                    <a:pt x="7193337" y="73311"/>
                  </a:lnTo>
                  <a:lnTo>
                    <a:pt x="7304223" y="91971"/>
                  </a:lnTo>
                  <a:lnTo>
                    <a:pt x="7411719" y="112780"/>
                  </a:lnTo>
                  <a:lnTo>
                    <a:pt x="7514080" y="135761"/>
                  </a:lnTo>
                  <a:lnTo>
                    <a:pt x="7610249" y="160997"/>
                  </a:lnTo>
                  <a:lnTo>
                    <a:pt x="7699748" y="188637"/>
                  </a:lnTo>
                  <a:lnTo>
                    <a:pt x="7782544" y="218896"/>
                  </a:lnTo>
                  <a:lnTo>
                    <a:pt x="7858926" y="252056"/>
                  </a:lnTo>
                  <a:lnTo>
                    <a:pt x="7929400" y="288456"/>
                  </a:lnTo>
                  <a:lnTo>
                    <a:pt x="7994603" y="328485"/>
                  </a:lnTo>
                  <a:lnTo>
                    <a:pt x="8055240" y="372558"/>
                  </a:lnTo>
                  <a:lnTo>
                    <a:pt x="8112036" y="421087"/>
                  </a:lnTo>
                  <a:lnTo>
                    <a:pt x="8165701" y="474429"/>
                  </a:lnTo>
                  <a:lnTo>
                    <a:pt x="8216888" y="532805"/>
                  </a:lnTo>
                  <a:lnTo>
                    <a:pt x="8229629" y="548519"/>
                  </a:lnTo>
                  <a:lnTo>
                    <a:pt x="8271425" y="603421"/>
                  </a:lnTo>
                  <a:lnTo>
                    <a:pt x="8312224" y="662063"/>
                  </a:lnTo>
                  <a:lnTo>
                    <a:pt x="8352279" y="724521"/>
                  </a:lnTo>
                  <a:lnTo>
                    <a:pt x="8391796" y="790820"/>
                  </a:lnTo>
                  <a:lnTo>
                    <a:pt x="8430943" y="860927"/>
                  </a:lnTo>
                  <a:lnTo>
                    <a:pt x="8469854" y="934749"/>
                  </a:lnTo>
                  <a:lnTo>
                    <a:pt x="8508633" y="1012124"/>
                  </a:lnTo>
                  <a:lnTo>
                    <a:pt x="8547359" y="1092824"/>
                  </a:lnTo>
                  <a:lnTo>
                    <a:pt x="8586087" y="1176553"/>
                  </a:lnTo>
                  <a:lnTo>
                    <a:pt x="8624850" y="1262947"/>
                  </a:lnTo>
                  <a:lnTo>
                    <a:pt x="8663664" y="1351582"/>
                  </a:lnTo>
                  <a:lnTo>
                    <a:pt x="8702533" y="1441982"/>
                  </a:lnTo>
                  <a:lnTo>
                    <a:pt x="8741446" y="1533625"/>
                  </a:lnTo>
                  <a:lnTo>
                    <a:pt x="8780386" y="1625960"/>
                  </a:lnTo>
                  <a:lnTo>
                    <a:pt x="8819331" y="1718417"/>
                  </a:lnTo>
                  <a:lnTo>
                    <a:pt x="8858258" y="1810422"/>
                  </a:lnTo>
                  <a:lnTo>
                    <a:pt x="8897148" y="1901414"/>
                  </a:lnTo>
                  <a:lnTo>
                    <a:pt x="8935986" y="1990858"/>
                  </a:lnTo>
                  <a:lnTo>
                    <a:pt x="8974770" y="2078257"/>
                  </a:lnTo>
                  <a:lnTo>
                    <a:pt x="9013509" y="2163163"/>
                  </a:lnTo>
                  <a:lnTo>
                    <a:pt x="9052230" y="2245187"/>
                  </a:lnTo>
                  <a:lnTo>
                    <a:pt x="9090979" y="2324003"/>
                  </a:lnTo>
                  <a:lnTo>
                    <a:pt x="9129823" y="2399354"/>
                  </a:lnTo>
                  <a:lnTo>
                    <a:pt x="9168856" y="2471051"/>
                  </a:lnTo>
                  <a:lnTo>
                    <a:pt x="9208197" y="2538971"/>
                  </a:lnTo>
                  <a:lnTo>
                    <a:pt x="9248002" y="2603057"/>
                  </a:lnTo>
                  <a:lnTo>
                    <a:pt x="9288457" y="2663309"/>
                  </a:lnTo>
                  <a:lnTo>
                    <a:pt x="9329797" y="2719783"/>
                  </a:lnTo>
                  <a:lnTo>
                    <a:pt x="9347647" y="2742598"/>
                  </a:lnTo>
                  <a:lnTo>
                    <a:pt x="9398297" y="2802268"/>
                  </a:lnTo>
                  <a:lnTo>
                    <a:pt x="9451269" y="2856882"/>
                  </a:lnTo>
                  <a:lnTo>
                    <a:pt x="9507201" y="2906609"/>
                  </a:lnTo>
                  <a:lnTo>
                    <a:pt x="9566788" y="2951781"/>
                  </a:lnTo>
                  <a:lnTo>
                    <a:pt x="9630757" y="2992803"/>
                  </a:lnTo>
                  <a:lnTo>
                    <a:pt x="9699821" y="3030091"/>
                  </a:lnTo>
                  <a:lnTo>
                    <a:pt x="9774641" y="3064044"/>
                  </a:lnTo>
                  <a:lnTo>
                    <a:pt x="9855761" y="3095015"/>
                  </a:lnTo>
                  <a:lnTo>
                    <a:pt x="9943537" y="3123300"/>
                  </a:lnTo>
                  <a:lnTo>
                    <a:pt x="10038029" y="3149133"/>
                  </a:lnTo>
                  <a:lnTo>
                    <a:pt x="10138884" y="3172679"/>
                  </a:lnTo>
                  <a:lnTo>
                    <a:pt x="10245206" y="3194038"/>
                  </a:lnTo>
                  <a:lnTo>
                    <a:pt x="10355433" y="3213247"/>
                  </a:lnTo>
                  <a:lnTo>
                    <a:pt x="10467269" y="3230296"/>
                  </a:lnTo>
                  <a:lnTo>
                    <a:pt x="10577705" y="3245142"/>
                  </a:lnTo>
                  <a:lnTo>
                    <a:pt x="10683178" y="3257744"/>
                  </a:lnTo>
                  <a:lnTo>
                    <a:pt x="10779900" y="3268086"/>
                  </a:lnTo>
                  <a:lnTo>
                    <a:pt x="10864317" y="3276214"/>
                  </a:lnTo>
                  <a:lnTo>
                    <a:pt x="10933642" y="3282256"/>
                  </a:lnTo>
                  <a:lnTo>
                    <a:pt x="10986333" y="3286431"/>
                  </a:lnTo>
                  <a:lnTo>
                    <a:pt x="11022403" y="3289039"/>
                  </a:lnTo>
                  <a:lnTo>
                    <a:pt x="11043507" y="3290435"/>
                  </a:lnTo>
                  <a:lnTo>
                    <a:pt x="11052827" y="3291002"/>
                  </a:lnTo>
                  <a:lnTo>
                    <a:pt x="11054873" y="3291117"/>
                  </a:lnTo>
                  <a:lnTo>
                    <a:pt x="11054891" y="3291118"/>
                  </a:lnTo>
                  <a:lnTo>
                    <a:pt x="12049831" y="3291118"/>
                  </a:lnTo>
                  <a:lnTo>
                    <a:pt x="12049831" y="32911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9" name="pl1798"/>
            <p:cNvSpPr/>
            <p:nvPr/>
          </p:nvSpPr>
          <p:spPr>
            <a:xfrm>
              <a:off x="1199187" y="2174698"/>
              <a:ext cx="12049831" cy="3610796"/>
            </a:xfrm>
            <a:custGeom>
              <a:avLst/>
              <a:pathLst>
                <a:path w="12049831" h="3610796">
                  <a:moveTo>
                    <a:pt x="12049831" y="3291118"/>
                  </a:moveTo>
                  <a:lnTo>
                    <a:pt x="11054891" y="3291118"/>
                  </a:lnTo>
                  <a:lnTo>
                    <a:pt x="11053834" y="3291059"/>
                  </a:lnTo>
                  <a:lnTo>
                    <a:pt x="11046848" y="3290644"/>
                  </a:lnTo>
                  <a:lnTo>
                    <a:pt x="11029111" y="3289496"/>
                  </a:lnTo>
                  <a:lnTo>
                    <a:pt x="10997083" y="3287232"/>
                  </a:lnTo>
                  <a:lnTo>
                    <a:pt x="10948703" y="3283488"/>
                  </a:lnTo>
                  <a:lnTo>
                    <a:pt x="10883536" y="3277947"/>
                  </a:lnTo>
                  <a:lnTo>
                    <a:pt x="10802749" y="3270368"/>
                  </a:lnTo>
                  <a:lnTo>
                    <a:pt x="10708852" y="3260598"/>
                  </a:lnTo>
                  <a:lnTo>
                    <a:pt x="10605253" y="3248574"/>
                  </a:lnTo>
                  <a:lnTo>
                    <a:pt x="10495730" y="3234297"/>
                  </a:lnTo>
                  <a:lnTo>
                    <a:pt x="10383939" y="3217806"/>
                  </a:lnTo>
                  <a:lnTo>
                    <a:pt x="10273053" y="3199146"/>
                  </a:lnTo>
                  <a:lnTo>
                    <a:pt x="10165558" y="3178337"/>
                  </a:lnTo>
                  <a:lnTo>
                    <a:pt x="10063197" y="3155356"/>
                  </a:lnTo>
                  <a:lnTo>
                    <a:pt x="9967027" y="3130120"/>
                  </a:lnTo>
                  <a:lnTo>
                    <a:pt x="9877529" y="3102481"/>
                  </a:lnTo>
                  <a:lnTo>
                    <a:pt x="9794733" y="3072221"/>
                  </a:lnTo>
                  <a:lnTo>
                    <a:pt x="9718351" y="3039062"/>
                  </a:lnTo>
                  <a:lnTo>
                    <a:pt x="9647877" y="3002661"/>
                  </a:lnTo>
                  <a:lnTo>
                    <a:pt x="9582674" y="2962632"/>
                  </a:lnTo>
                  <a:lnTo>
                    <a:pt x="9522037" y="2918559"/>
                  </a:lnTo>
                  <a:lnTo>
                    <a:pt x="9465240" y="2870030"/>
                  </a:lnTo>
                  <a:lnTo>
                    <a:pt x="9411575" y="2816688"/>
                  </a:lnTo>
                  <a:lnTo>
                    <a:pt x="9360388" y="2758312"/>
                  </a:lnTo>
                  <a:lnTo>
                    <a:pt x="9347647" y="2742598"/>
                  </a:lnTo>
                  <a:lnTo>
                    <a:pt x="9305852" y="2687696"/>
                  </a:lnTo>
                  <a:lnTo>
                    <a:pt x="9265053" y="2629054"/>
                  </a:lnTo>
                  <a:lnTo>
                    <a:pt x="9224998" y="2566597"/>
                  </a:lnTo>
                  <a:lnTo>
                    <a:pt x="9185481" y="2500298"/>
                  </a:lnTo>
                  <a:lnTo>
                    <a:pt x="9146334" y="2430190"/>
                  </a:lnTo>
                  <a:lnTo>
                    <a:pt x="9107423" y="2356369"/>
                  </a:lnTo>
                  <a:lnTo>
                    <a:pt x="9068643" y="2278993"/>
                  </a:lnTo>
                  <a:lnTo>
                    <a:pt x="9029917" y="2198293"/>
                  </a:lnTo>
                  <a:lnTo>
                    <a:pt x="8991190" y="2114564"/>
                  </a:lnTo>
                  <a:lnTo>
                    <a:pt x="8952427" y="2028170"/>
                  </a:lnTo>
                  <a:lnTo>
                    <a:pt x="8913612" y="1939535"/>
                  </a:lnTo>
                  <a:lnTo>
                    <a:pt x="8874743" y="1849135"/>
                  </a:lnTo>
                  <a:lnTo>
                    <a:pt x="8835830" y="1757492"/>
                  </a:lnTo>
                  <a:lnTo>
                    <a:pt x="8796890" y="1665157"/>
                  </a:lnTo>
                  <a:lnTo>
                    <a:pt x="8757945" y="1572701"/>
                  </a:lnTo>
                  <a:lnTo>
                    <a:pt x="8719018" y="1480695"/>
                  </a:lnTo>
                  <a:lnTo>
                    <a:pt x="8680129" y="1389703"/>
                  </a:lnTo>
                  <a:lnTo>
                    <a:pt x="8641291" y="1300259"/>
                  </a:lnTo>
                  <a:lnTo>
                    <a:pt x="8602507" y="1212860"/>
                  </a:lnTo>
                  <a:lnTo>
                    <a:pt x="8563767" y="1127954"/>
                  </a:lnTo>
                  <a:lnTo>
                    <a:pt x="8525046" y="1045930"/>
                  </a:lnTo>
                  <a:lnTo>
                    <a:pt x="8486297" y="967114"/>
                  </a:lnTo>
                  <a:lnTo>
                    <a:pt x="8447453" y="891763"/>
                  </a:lnTo>
                  <a:lnTo>
                    <a:pt x="8408421" y="820066"/>
                  </a:lnTo>
                  <a:lnTo>
                    <a:pt x="8369079" y="752146"/>
                  </a:lnTo>
                  <a:lnTo>
                    <a:pt x="8329275" y="688061"/>
                  </a:lnTo>
                  <a:lnTo>
                    <a:pt x="8288819" y="627808"/>
                  </a:lnTo>
                  <a:lnTo>
                    <a:pt x="8247480" y="571334"/>
                  </a:lnTo>
                  <a:lnTo>
                    <a:pt x="8229629" y="548519"/>
                  </a:lnTo>
                  <a:lnTo>
                    <a:pt x="8178980" y="488849"/>
                  </a:lnTo>
                  <a:lnTo>
                    <a:pt x="8126007" y="434236"/>
                  </a:lnTo>
                  <a:lnTo>
                    <a:pt x="8070076" y="384508"/>
                  </a:lnTo>
                  <a:lnTo>
                    <a:pt x="8010488" y="339336"/>
                  </a:lnTo>
                  <a:lnTo>
                    <a:pt x="7946519" y="298314"/>
                  </a:lnTo>
                  <a:lnTo>
                    <a:pt x="7877455" y="261026"/>
                  </a:lnTo>
                  <a:lnTo>
                    <a:pt x="7802636" y="227073"/>
                  </a:lnTo>
                  <a:lnTo>
                    <a:pt x="7721515" y="196102"/>
                  </a:lnTo>
                  <a:lnTo>
                    <a:pt x="7633740" y="167817"/>
                  </a:lnTo>
                  <a:lnTo>
                    <a:pt x="7539248" y="141985"/>
                  </a:lnTo>
                  <a:lnTo>
                    <a:pt x="7438392" y="118438"/>
                  </a:lnTo>
                  <a:lnTo>
                    <a:pt x="7332070" y="97079"/>
                  </a:lnTo>
                  <a:lnTo>
                    <a:pt x="7221843" y="77870"/>
                  </a:lnTo>
                  <a:lnTo>
                    <a:pt x="7110007" y="60822"/>
                  </a:lnTo>
                  <a:lnTo>
                    <a:pt x="6999572" y="45975"/>
                  </a:lnTo>
                  <a:lnTo>
                    <a:pt x="6894098" y="33373"/>
                  </a:lnTo>
                  <a:lnTo>
                    <a:pt x="6797376" y="23031"/>
                  </a:lnTo>
                  <a:lnTo>
                    <a:pt x="6712959" y="14904"/>
                  </a:lnTo>
                  <a:lnTo>
                    <a:pt x="6643634" y="8862"/>
                  </a:lnTo>
                  <a:lnTo>
                    <a:pt x="6590944" y="4686"/>
                  </a:lnTo>
                  <a:lnTo>
                    <a:pt x="6554874" y="2078"/>
                  </a:lnTo>
                  <a:lnTo>
                    <a:pt x="6533770" y="682"/>
                  </a:lnTo>
                  <a:lnTo>
                    <a:pt x="6524450" y="115"/>
                  </a:lnTo>
                  <a:lnTo>
                    <a:pt x="6522404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03" y="63"/>
                  </a:lnTo>
                  <a:lnTo>
                    <a:pt x="5519512" y="512"/>
                  </a:lnTo>
                  <a:lnTo>
                    <a:pt x="5502009" y="1754"/>
                  </a:lnTo>
                  <a:lnTo>
                    <a:pt x="5470388" y="4202"/>
                  </a:lnTo>
                  <a:lnTo>
                    <a:pt x="5422591" y="8252"/>
                  </a:lnTo>
                  <a:lnTo>
                    <a:pt x="5358155" y="14248"/>
                  </a:lnTo>
                  <a:lnTo>
                    <a:pt x="5278192" y="22453"/>
                  </a:lnTo>
                  <a:lnTo>
                    <a:pt x="5185143" y="33035"/>
                  </a:lnTo>
                  <a:lnTo>
                    <a:pt x="5082345" y="46066"/>
                  </a:lnTo>
                  <a:lnTo>
                    <a:pt x="4973519" y="61547"/>
                  </a:lnTo>
                  <a:lnTo>
                    <a:pt x="4862286" y="79436"/>
                  </a:lnTo>
                  <a:lnTo>
                    <a:pt x="4751803" y="99685"/>
                  </a:lnTo>
                  <a:lnTo>
                    <a:pt x="4644559" y="122269"/>
                  </a:lnTo>
                  <a:lnTo>
                    <a:pt x="4542317" y="147211"/>
                  </a:lnTo>
                  <a:lnTo>
                    <a:pt x="4446158" y="174595"/>
                  </a:lnTo>
                  <a:lnTo>
                    <a:pt x="4356591" y="204578"/>
                  </a:lnTo>
                  <a:lnTo>
                    <a:pt x="4273674" y="237388"/>
                  </a:lnTo>
                  <a:lnTo>
                    <a:pt x="4197142" y="273323"/>
                  </a:lnTo>
                  <a:lnTo>
                    <a:pt x="4126512" y="312747"/>
                  </a:lnTo>
                  <a:lnTo>
                    <a:pt x="4061163" y="356074"/>
                  </a:lnTo>
                  <a:lnTo>
                    <a:pt x="4000405" y="403754"/>
                  </a:lnTo>
                  <a:lnTo>
                    <a:pt x="3943521" y="456234"/>
                  </a:lnTo>
                  <a:lnTo>
                    <a:pt x="3889811" y="513910"/>
                  </a:lnTo>
                  <a:lnTo>
                    <a:pt x="3838622" y="577042"/>
                  </a:lnTo>
                  <a:lnTo>
                    <a:pt x="3820202" y="601799"/>
                  </a:lnTo>
                  <a:lnTo>
                    <a:pt x="3779924" y="659746"/>
                  </a:lnTo>
                  <a:lnTo>
                    <a:pt x="3740580" y="721497"/>
                  </a:lnTo>
                  <a:lnTo>
                    <a:pt x="3701942" y="787128"/>
                  </a:lnTo>
                  <a:lnTo>
                    <a:pt x="3663822" y="856670"/>
                  </a:lnTo>
                  <a:lnTo>
                    <a:pt x="3626066" y="930097"/>
                  </a:lnTo>
                  <a:lnTo>
                    <a:pt x="3588550" y="1007328"/>
                  </a:lnTo>
                  <a:lnTo>
                    <a:pt x="3551174" y="1088219"/>
                  </a:lnTo>
                  <a:lnTo>
                    <a:pt x="3513864" y="1172562"/>
                  </a:lnTo>
                  <a:lnTo>
                    <a:pt x="3476566" y="1260083"/>
                  </a:lnTo>
                  <a:lnTo>
                    <a:pt x="3439244" y="1350447"/>
                  </a:lnTo>
                  <a:lnTo>
                    <a:pt x="3401877" y="1443259"/>
                  </a:lnTo>
                  <a:lnTo>
                    <a:pt x="3364459" y="1538069"/>
                  </a:lnTo>
                  <a:lnTo>
                    <a:pt x="3326995" y="1634385"/>
                  </a:lnTo>
                  <a:lnTo>
                    <a:pt x="3289498" y="1731676"/>
                  </a:lnTo>
                  <a:lnTo>
                    <a:pt x="3251985" y="1829391"/>
                  </a:lnTo>
                  <a:lnTo>
                    <a:pt x="3214477" y="1926967"/>
                  </a:lnTo>
                  <a:lnTo>
                    <a:pt x="3176994" y="2023847"/>
                  </a:lnTo>
                  <a:lnTo>
                    <a:pt x="3139552" y="2119488"/>
                  </a:lnTo>
                  <a:lnTo>
                    <a:pt x="3102159" y="2213376"/>
                  </a:lnTo>
                  <a:lnTo>
                    <a:pt x="3064815" y="2305039"/>
                  </a:lnTo>
                  <a:lnTo>
                    <a:pt x="3027508" y="2394054"/>
                  </a:lnTo>
                  <a:lnTo>
                    <a:pt x="2990210" y="2480053"/>
                  </a:lnTo>
                  <a:lnTo>
                    <a:pt x="2952876" y="2562731"/>
                  </a:lnTo>
                  <a:lnTo>
                    <a:pt x="2915442" y="2641848"/>
                  </a:lnTo>
                  <a:lnTo>
                    <a:pt x="2877822" y="2717226"/>
                  </a:lnTo>
                  <a:lnTo>
                    <a:pt x="2839904" y="2788752"/>
                  </a:lnTo>
                  <a:lnTo>
                    <a:pt x="2801551" y="2856374"/>
                  </a:lnTo>
                  <a:lnTo>
                    <a:pt x="2762593" y="2920093"/>
                  </a:lnTo>
                  <a:lnTo>
                    <a:pt x="2722821" y="2979964"/>
                  </a:lnTo>
                  <a:lnTo>
                    <a:pt x="2702183" y="3008997"/>
                  </a:lnTo>
                  <a:lnTo>
                    <a:pt x="2651778" y="3074168"/>
                  </a:lnTo>
                  <a:lnTo>
                    <a:pt x="2599073" y="3133842"/>
                  </a:lnTo>
                  <a:lnTo>
                    <a:pt x="2543444" y="3188204"/>
                  </a:lnTo>
                  <a:lnTo>
                    <a:pt x="2484203" y="3237609"/>
                  </a:lnTo>
                  <a:lnTo>
                    <a:pt x="2420636" y="3282494"/>
                  </a:lnTo>
                  <a:lnTo>
                    <a:pt x="2352037" y="3323312"/>
                  </a:lnTo>
                  <a:lnTo>
                    <a:pt x="2277754" y="3360493"/>
                  </a:lnTo>
                  <a:lnTo>
                    <a:pt x="2197245" y="3394420"/>
                  </a:lnTo>
                  <a:lnTo>
                    <a:pt x="2110151" y="3425419"/>
                  </a:lnTo>
                  <a:lnTo>
                    <a:pt x="2016399" y="3453743"/>
                  </a:lnTo>
                  <a:lnTo>
                    <a:pt x="1916315" y="3479575"/>
                  </a:lnTo>
                  <a:lnTo>
                    <a:pt x="1810755" y="3503025"/>
                  </a:lnTo>
                  <a:lnTo>
                    <a:pt x="1701219" y="3524139"/>
                  </a:lnTo>
                  <a:lnTo>
                    <a:pt x="1589928" y="3542907"/>
                  </a:lnTo>
                  <a:lnTo>
                    <a:pt x="1479808" y="3559285"/>
                  </a:lnTo>
                  <a:lnTo>
                    <a:pt x="1374342" y="3573226"/>
                  </a:lnTo>
                  <a:lnTo>
                    <a:pt x="1277264" y="3584710"/>
                  </a:lnTo>
                  <a:lnTo>
                    <a:pt x="1192115" y="3593780"/>
                  </a:lnTo>
                  <a:lnTo>
                    <a:pt x="1121726" y="3600568"/>
                  </a:lnTo>
                  <a:lnTo>
                    <a:pt x="1067739" y="3605302"/>
                  </a:lnTo>
                  <a:lnTo>
                    <a:pt x="1030289" y="3608299"/>
                  </a:lnTo>
                  <a:lnTo>
                    <a:pt x="1007898" y="3609939"/>
                  </a:lnTo>
                  <a:lnTo>
                    <a:pt x="997571" y="3610633"/>
                  </a:lnTo>
                  <a:lnTo>
                    <a:pt x="994994" y="3610793"/>
                  </a:lnTo>
                  <a:lnTo>
                    <a:pt x="994940" y="3610796"/>
                  </a:lnTo>
                  <a:lnTo>
                    <a:pt x="0" y="3610796"/>
                  </a:lnTo>
                  <a:lnTo>
                    <a:pt x="0" y="36107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0" name="pg1799"/>
            <p:cNvSpPr/>
            <p:nvPr/>
          </p:nvSpPr>
          <p:spPr>
            <a:xfrm>
              <a:off x="1199187" y="3327638"/>
              <a:ext cx="12049831" cy="2494541"/>
            </a:xfrm>
            <a:custGeom>
              <a:avLst/>
              <a:pathLst>
                <a:path w="12049831" h="2494541">
                  <a:moveTo>
                    <a:pt x="0" y="2494541"/>
                  </a:moveTo>
                  <a:lnTo>
                    <a:pt x="994940" y="2494541"/>
                  </a:lnTo>
                  <a:lnTo>
                    <a:pt x="996035" y="2494499"/>
                  </a:lnTo>
                  <a:lnTo>
                    <a:pt x="1003267" y="2494194"/>
                  </a:lnTo>
                  <a:lnTo>
                    <a:pt x="1021612" y="2493352"/>
                  </a:lnTo>
                  <a:lnTo>
                    <a:pt x="1054695" y="2491693"/>
                  </a:lnTo>
                  <a:lnTo>
                    <a:pt x="1104584" y="2488949"/>
                  </a:lnTo>
                  <a:lnTo>
                    <a:pt x="1171637" y="2484892"/>
                  </a:lnTo>
                  <a:lnTo>
                    <a:pt x="1254541" y="2479349"/>
                  </a:lnTo>
                  <a:lnTo>
                    <a:pt x="1350605" y="2472214"/>
                  </a:lnTo>
                  <a:lnTo>
                    <a:pt x="1456241" y="2463444"/>
                  </a:lnTo>
                  <a:lnTo>
                    <a:pt x="1567525" y="2453046"/>
                  </a:lnTo>
                  <a:lnTo>
                    <a:pt x="1680708" y="2441048"/>
                  </a:lnTo>
                  <a:lnTo>
                    <a:pt x="1792585" y="2427483"/>
                  </a:lnTo>
                  <a:lnTo>
                    <a:pt x="1900687" y="2412361"/>
                  </a:lnTo>
                  <a:lnTo>
                    <a:pt x="2003317" y="2395660"/>
                  </a:lnTo>
                  <a:lnTo>
                    <a:pt x="2099486" y="2377311"/>
                  </a:lnTo>
                  <a:lnTo>
                    <a:pt x="2188787" y="2357197"/>
                  </a:lnTo>
                  <a:lnTo>
                    <a:pt x="2271259" y="2335150"/>
                  </a:lnTo>
                  <a:lnTo>
                    <a:pt x="2347253" y="2310956"/>
                  </a:lnTo>
                  <a:lnTo>
                    <a:pt x="2417328" y="2284356"/>
                  </a:lnTo>
                  <a:lnTo>
                    <a:pt x="2482166" y="2255060"/>
                  </a:lnTo>
                  <a:lnTo>
                    <a:pt x="2542506" y="2222763"/>
                  </a:lnTo>
                  <a:lnTo>
                    <a:pt x="2599099" y="2187169"/>
                  </a:lnTo>
                  <a:lnTo>
                    <a:pt x="2652669" y="2148034"/>
                  </a:lnTo>
                  <a:lnTo>
                    <a:pt x="2702183" y="2106734"/>
                  </a:lnTo>
                  <a:lnTo>
                    <a:pt x="2749532" y="2062484"/>
                  </a:lnTo>
                  <a:lnTo>
                    <a:pt x="2795643" y="2014818"/>
                  </a:lnTo>
                  <a:lnTo>
                    <a:pt x="2840871" y="1963668"/>
                  </a:lnTo>
                  <a:lnTo>
                    <a:pt x="2885499" y="1909027"/>
                  </a:lnTo>
                  <a:lnTo>
                    <a:pt x="2929747" y="1850958"/>
                  </a:lnTo>
                  <a:lnTo>
                    <a:pt x="2973785" y="1789601"/>
                  </a:lnTo>
                  <a:lnTo>
                    <a:pt x="3017737" y="1725174"/>
                  </a:lnTo>
                  <a:lnTo>
                    <a:pt x="3061686" y="1657974"/>
                  </a:lnTo>
                  <a:lnTo>
                    <a:pt x="3105684" y="1588377"/>
                  </a:lnTo>
                  <a:lnTo>
                    <a:pt x="3149749" y="1516829"/>
                  </a:lnTo>
                  <a:lnTo>
                    <a:pt x="3193881" y="1443836"/>
                  </a:lnTo>
                  <a:lnTo>
                    <a:pt x="3238060" y="1369952"/>
                  </a:lnTo>
                  <a:lnTo>
                    <a:pt x="3282257" y="1295758"/>
                  </a:lnTo>
                  <a:lnTo>
                    <a:pt x="3326437" y="1221847"/>
                  </a:lnTo>
                  <a:lnTo>
                    <a:pt x="3370572" y="1148800"/>
                  </a:lnTo>
                  <a:lnTo>
                    <a:pt x="3414641" y="1077173"/>
                  </a:lnTo>
                  <a:lnTo>
                    <a:pt x="3458641" y="1007474"/>
                  </a:lnTo>
                  <a:lnTo>
                    <a:pt x="3502592" y="940153"/>
                  </a:lnTo>
                  <a:lnTo>
                    <a:pt x="3546542" y="875588"/>
                  </a:lnTo>
                  <a:lnTo>
                    <a:pt x="3590574" y="814082"/>
                  </a:lnTo>
                  <a:lnTo>
                    <a:pt x="3634809" y="755856"/>
                  </a:lnTo>
                  <a:lnTo>
                    <a:pt x="3679414" y="701053"/>
                  </a:lnTo>
                  <a:lnTo>
                    <a:pt x="3724609" y="649739"/>
                  </a:lnTo>
                  <a:lnTo>
                    <a:pt x="3770671" y="601910"/>
                  </a:lnTo>
                  <a:lnTo>
                    <a:pt x="3817952" y="557503"/>
                  </a:lnTo>
                  <a:lnTo>
                    <a:pt x="3820202" y="555507"/>
                  </a:lnTo>
                  <a:lnTo>
                    <a:pt x="3871474" y="512833"/>
                  </a:lnTo>
                  <a:lnTo>
                    <a:pt x="3925135" y="473820"/>
                  </a:lnTo>
                  <a:lnTo>
                    <a:pt x="3981842" y="438341"/>
                  </a:lnTo>
                  <a:lnTo>
                    <a:pt x="4042321" y="406149"/>
                  </a:lnTo>
                  <a:lnTo>
                    <a:pt x="4107323" y="376950"/>
                  </a:lnTo>
                  <a:lnTo>
                    <a:pt x="4177586" y="350435"/>
                  </a:lnTo>
                  <a:lnTo>
                    <a:pt x="4253790" y="326316"/>
                  </a:lnTo>
                  <a:lnTo>
                    <a:pt x="4336486" y="304338"/>
                  </a:lnTo>
                  <a:lnTo>
                    <a:pt x="4426020" y="284285"/>
                  </a:lnTo>
                  <a:lnTo>
                    <a:pt x="4522415" y="265994"/>
                  </a:lnTo>
                  <a:lnTo>
                    <a:pt x="4625249" y="249347"/>
                  </a:lnTo>
                  <a:lnTo>
                    <a:pt x="4733509" y="234278"/>
                  </a:lnTo>
                  <a:lnTo>
                    <a:pt x="4845475" y="220765"/>
                  </a:lnTo>
                  <a:lnTo>
                    <a:pt x="4958650" y="208820"/>
                  </a:lnTo>
                  <a:lnTo>
                    <a:pt x="5069807" y="198475"/>
                  </a:lnTo>
                  <a:lnTo>
                    <a:pt x="5175184" y="189761"/>
                  </a:lnTo>
                  <a:lnTo>
                    <a:pt x="5270861" y="182680"/>
                  </a:lnTo>
                  <a:lnTo>
                    <a:pt x="5353270" y="177189"/>
                  </a:lnTo>
                  <a:lnTo>
                    <a:pt x="5419758" y="173180"/>
                  </a:lnTo>
                  <a:lnTo>
                    <a:pt x="5469067" y="170477"/>
                  </a:lnTo>
                  <a:lnTo>
                    <a:pt x="5501613" y="168849"/>
                  </a:lnTo>
                  <a:lnTo>
                    <a:pt x="5519517" y="168030"/>
                  </a:lnTo>
                  <a:lnTo>
                    <a:pt x="5526455" y="167738"/>
                  </a:lnTo>
                  <a:lnTo>
                    <a:pt x="5527445" y="167700"/>
                  </a:lnTo>
                  <a:lnTo>
                    <a:pt x="6522385" y="167700"/>
                  </a:lnTo>
                  <a:lnTo>
                    <a:pt x="6523522" y="167697"/>
                  </a:lnTo>
                  <a:lnTo>
                    <a:pt x="6531020" y="167675"/>
                  </a:lnTo>
                  <a:lnTo>
                    <a:pt x="6550021" y="167614"/>
                  </a:lnTo>
                  <a:lnTo>
                    <a:pt x="6584242" y="167493"/>
                  </a:lnTo>
                  <a:lnTo>
                    <a:pt x="6635752" y="167294"/>
                  </a:lnTo>
                  <a:lnTo>
                    <a:pt x="6704820" y="167001"/>
                  </a:lnTo>
                  <a:lnTo>
                    <a:pt x="6789974" y="166600"/>
                  </a:lnTo>
                  <a:lnTo>
                    <a:pt x="6888325" y="166084"/>
                  </a:lnTo>
                  <a:lnTo>
                    <a:pt x="6996089" y="165452"/>
                  </a:lnTo>
                  <a:lnTo>
                    <a:pt x="7109192" y="164703"/>
                  </a:lnTo>
                  <a:lnTo>
                    <a:pt x="7223794" y="163840"/>
                  </a:lnTo>
                  <a:lnTo>
                    <a:pt x="7336661" y="162865"/>
                  </a:lnTo>
                  <a:lnTo>
                    <a:pt x="7445344" y="161779"/>
                  </a:lnTo>
                  <a:lnTo>
                    <a:pt x="7548206" y="160579"/>
                  </a:lnTo>
                  <a:lnTo>
                    <a:pt x="7644331" y="159259"/>
                  </a:lnTo>
                  <a:lnTo>
                    <a:pt x="7733393" y="157812"/>
                  </a:lnTo>
                  <a:lnTo>
                    <a:pt x="7815502" y="156223"/>
                  </a:lnTo>
                  <a:lnTo>
                    <a:pt x="7891079" y="154476"/>
                  </a:lnTo>
                  <a:lnTo>
                    <a:pt x="7960738" y="152553"/>
                  </a:lnTo>
                  <a:lnTo>
                    <a:pt x="8025204" y="150432"/>
                  </a:lnTo>
                  <a:lnTo>
                    <a:pt x="8085252" y="148090"/>
                  </a:lnTo>
                  <a:lnTo>
                    <a:pt x="8141660" y="145507"/>
                  </a:lnTo>
                  <a:lnTo>
                    <a:pt x="8195163" y="142668"/>
                  </a:lnTo>
                  <a:lnTo>
                    <a:pt x="8229629" y="140623"/>
                  </a:lnTo>
                  <a:lnTo>
                    <a:pt x="8291142" y="136545"/>
                  </a:lnTo>
                  <a:lnTo>
                    <a:pt x="8350739" y="132058"/>
                  </a:lnTo>
                  <a:lnTo>
                    <a:pt x="8409133" y="127156"/>
                  </a:lnTo>
                  <a:lnTo>
                    <a:pt x="8466847" y="121846"/>
                  </a:lnTo>
                  <a:lnTo>
                    <a:pt x="8524251" y="116151"/>
                  </a:lnTo>
                  <a:lnTo>
                    <a:pt x="8581587" y="110109"/>
                  </a:lnTo>
                  <a:lnTo>
                    <a:pt x="8638991" y="103774"/>
                  </a:lnTo>
                  <a:lnTo>
                    <a:pt x="8696511" y="97215"/>
                  </a:lnTo>
                  <a:lnTo>
                    <a:pt x="8754131" y="90513"/>
                  </a:lnTo>
                  <a:lnTo>
                    <a:pt x="8811793" y="83756"/>
                  </a:lnTo>
                  <a:lnTo>
                    <a:pt x="8869427" y="77036"/>
                  </a:lnTo>
                  <a:lnTo>
                    <a:pt x="8926969" y="70442"/>
                  </a:lnTo>
                  <a:lnTo>
                    <a:pt x="8984394" y="64057"/>
                  </a:lnTo>
                  <a:lnTo>
                    <a:pt x="9041736" y="57953"/>
                  </a:lnTo>
                  <a:lnTo>
                    <a:pt x="9099112" y="52186"/>
                  </a:lnTo>
                  <a:lnTo>
                    <a:pt x="9156740" y="46798"/>
                  </a:lnTo>
                  <a:lnTo>
                    <a:pt x="9214964" y="41814"/>
                  </a:lnTo>
                  <a:lnTo>
                    <a:pt x="9274274" y="37246"/>
                  </a:lnTo>
                  <a:lnTo>
                    <a:pt x="9335343" y="33088"/>
                  </a:lnTo>
                  <a:lnTo>
                    <a:pt x="9347647" y="32317"/>
                  </a:lnTo>
                  <a:lnTo>
                    <a:pt x="9399580" y="29301"/>
                  </a:lnTo>
                  <a:lnTo>
                    <a:pt x="9453968" y="26548"/>
                  </a:lnTo>
                  <a:lnTo>
                    <a:pt x="9511499" y="24047"/>
                  </a:lnTo>
                  <a:lnTo>
                    <a:pt x="9572926" y="21781"/>
                  </a:lnTo>
                  <a:lnTo>
                    <a:pt x="9639030" y="19728"/>
                  </a:lnTo>
                  <a:lnTo>
                    <a:pt x="9710575" y="17866"/>
                  </a:lnTo>
                  <a:lnTo>
                    <a:pt x="9788258" y="16174"/>
                  </a:lnTo>
                  <a:lnTo>
                    <a:pt x="9872639" y="14633"/>
                  </a:lnTo>
                  <a:lnTo>
                    <a:pt x="9964050" y="13229"/>
                  </a:lnTo>
                  <a:lnTo>
                    <a:pt x="10062472" y="11950"/>
                  </a:lnTo>
                  <a:lnTo>
                    <a:pt x="10167399" y="10788"/>
                  </a:lnTo>
                  <a:lnTo>
                    <a:pt x="10277690" y="9739"/>
                  </a:lnTo>
                  <a:lnTo>
                    <a:pt x="10391444" y="8801"/>
                  </a:lnTo>
                  <a:lnTo>
                    <a:pt x="10505942" y="7976"/>
                  </a:lnTo>
                  <a:lnTo>
                    <a:pt x="10617721" y="7265"/>
                  </a:lnTo>
                  <a:lnTo>
                    <a:pt x="10722813" y="6672"/>
                  </a:lnTo>
                  <a:lnTo>
                    <a:pt x="10817174" y="6195"/>
                  </a:lnTo>
                  <a:lnTo>
                    <a:pt x="10897253" y="5831"/>
                  </a:lnTo>
                  <a:lnTo>
                    <a:pt x="10960579" y="5570"/>
                  </a:lnTo>
                  <a:lnTo>
                    <a:pt x="11006235" y="5399"/>
                  </a:lnTo>
                  <a:lnTo>
                    <a:pt x="11035093" y="5301"/>
                  </a:lnTo>
                  <a:lnTo>
                    <a:pt x="11049793" y="5255"/>
                  </a:lnTo>
                  <a:lnTo>
                    <a:pt x="11054546" y="524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3"/>
                  </a:lnTo>
                  <a:lnTo>
                    <a:pt x="11046257" y="25"/>
                  </a:lnTo>
                  <a:lnTo>
                    <a:pt x="11027255" y="86"/>
                  </a:lnTo>
                  <a:lnTo>
                    <a:pt x="10993035" y="206"/>
                  </a:lnTo>
                  <a:lnTo>
                    <a:pt x="10941525" y="405"/>
                  </a:lnTo>
                  <a:lnTo>
                    <a:pt x="10872457" y="699"/>
                  </a:lnTo>
                  <a:lnTo>
                    <a:pt x="10787302" y="1100"/>
                  </a:lnTo>
                  <a:lnTo>
                    <a:pt x="10688952" y="1615"/>
                  </a:lnTo>
                  <a:lnTo>
                    <a:pt x="10581187" y="2247"/>
                  </a:lnTo>
                  <a:lnTo>
                    <a:pt x="10468084" y="2996"/>
                  </a:lnTo>
                  <a:lnTo>
                    <a:pt x="10353482" y="3859"/>
                  </a:lnTo>
                  <a:lnTo>
                    <a:pt x="10240616" y="4834"/>
                  </a:lnTo>
                  <a:lnTo>
                    <a:pt x="10131932" y="5921"/>
                  </a:lnTo>
                  <a:lnTo>
                    <a:pt x="10029070" y="7121"/>
                  </a:lnTo>
                  <a:lnTo>
                    <a:pt x="9932945" y="8440"/>
                  </a:lnTo>
                  <a:lnTo>
                    <a:pt x="9843884" y="9888"/>
                  </a:lnTo>
                  <a:lnTo>
                    <a:pt x="9761774" y="11477"/>
                  </a:lnTo>
                  <a:lnTo>
                    <a:pt x="9686197" y="13223"/>
                  </a:lnTo>
                  <a:lnTo>
                    <a:pt x="9616539" y="15146"/>
                  </a:lnTo>
                  <a:lnTo>
                    <a:pt x="9552073" y="17267"/>
                  </a:lnTo>
                  <a:lnTo>
                    <a:pt x="9492024" y="19609"/>
                  </a:lnTo>
                  <a:lnTo>
                    <a:pt x="9435616" y="22192"/>
                  </a:lnTo>
                  <a:lnTo>
                    <a:pt x="9382114" y="25032"/>
                  </a:lnTo>
                  <a:lnTo>
                    <a:pt x="9347647" y="27076"/>
                  </a:lnTo>
                  <a:lnTo>
                    <a:pt x="9286134" y="31154"/>
                  </a:lnTo>
                  <a:lnTo>
                    <a:pt x="9226537" y="35641"/>
                  </a:lnTo>
                  <a:lnTo>
                    <a:pt x="9168144" y="40543"/>
                  </a:lnTo>
                  <a:lnTo>
                    <a:pt x="9110430" y="45853"/>
                  </a:lnTo>
                  <a:lnTo>
                    <a:pt x="9053026" y="51548"/>
                  </a:lnTo>
                  <a:lnTo>
                    <a:pt x="8995689" y="57591"/>
                  </a:lnTo>
                  <a:lnTo>
                    <a:pt x="8938285" y="63926"/>
                  </a:lnTo>
                  <a:lnTo>
                    <a:pt x="8880766" y="70484"/>
                  </a:lnTo>
                  <a:lnTo>
                    <a:pt x="8823146" y="77186"/>
                  </a:lnTo>
                  <a:lnTo>
                    <a:pt x="8765483" y="83943"/>
                  </a:lnTo>
                  <a:lnTo>
                    <a:pt x="8707850" y="90663"/>
                  </a:lnTo>
                  <a:lnTo>
                    <a:pt x="8650307" y="97257"/>
                  </a:lnTo>
                  <a:lnTo>
                    <a:pt x="8592882" y="103642"/>
                  </a:lnTo>
                  <a:lnTo>
                    <a:pt x="8535540" y="109747"/>
                  </a:lnTo>
                  <a:lnTo>
                    <a:pt x="8478165" y="115514"/>
                  </a:lnTo>
                  <a:lnTo>
                    <a:pt x="8420537" y="120902"/>
                  </a:lnTo>
                  <a:lnTo>
                    <a:pt x="8362313" y="125885"/>
                  </a:lnTo>
                  <a:lnTo>
                    <a:pt x="8303003" y="130454"/>
                  </a:lnTo>
                  <a:lnTo>
                    <a:pt x="8241934" y="134611"/>
                  </a:lnTo>
                  <a:lnTo>
                    <a:pt x="8229629" y="135383"/>
                  </a:lnTo>
                  <a:lnTo>
                    <a:pt x="8177697" y="138398"/>
                  </a:lnTo>
                  <a:lnTo>
                    <a:pt x="8123308" y="141151"/>
                  </a:lnTo>
                  <a:lnTo>
                    <a:pt x="8065777" y="143652"/>
                  </a:lnTo>
                  <a:lnTo>
                    <a:pt x="8004350" y="145918"/>
                  </a:lnTo>
                  <a:lnTo>
                    <a:pt x="7938247" y="147971"/>
                  </a:lnTo>
                  <a:lnTo>
                    <a:pt x="7866702" y="149833"/>
                  </a:lnTo>
                  <a:lnTo>
                    <a:pt x="7789019" y="151526"/>
                  </a:lnTo>
                  <a:lnTo>
                    <a:pt x="7704637" y="153066"/>
                  </a:lnTo>
                  <a:lnTo>
                    <a:pt x="7613227" y="154470"/>
                  </a:lnTo>
                  <a:lnTo>
                    <a:pt x="7514805" y="155749"/>
                  </a:lnTo>
                  <a:lnTo>
                    <a:pt x="7409878" y="156911"/>
                  </a:lnTo>
                  <a:lnTo>
                    <a:pt x="7299586" y="157960"/>
                  </a:lnTo>
                  <a:lnTo>
                    <a:pt x="7185833" y="158898"/>
                  </a:lnTo>
                  <a:lnTo>
                    <a:pt x="7071334" y="159724"/>
                  </a:lnTo>
                  <a:lnTo>
                    <a:pt x="6959555" y="160434"/>
                  </a:lnTo>
                  <a:lnTo>
                    <a:pt x="6854463" y="161028"/>
                  </a:lnTo>
                  <a:lnTo>
                    <a:pt x="6760102" y="161504"/>
                  </a:lnTo>
                  <a:lnTo>
                    <a:pt x="6680023" y="161869"/>
                  </a:lnTo>
                  <a:lnTo>
                    <a:pt x="6616697" y="162129"/>
                  </a:lnTo>
                  <a:lnTo>
                    <a:pt x="6571041" y="162300"/>
                  </a:lnTo>
                  <a:lnTo>
                    <a:pt x="6542184" y="162399"/>
                  </a:lnTo>
                  <a:lnTo>
                    <a:pt x="6527484" y="162445"/>
                  </a:lnTo>
                  <a:lnTo>
                    <a:pt x="6522731" y="162458"/>
                  </a:lnTo>
                  <a:lnTo>
                    <a:pt x="6522385" y="162459"/>
                  </a:lnTo>
                  <a:lnTo>
                    <a:pt x="5527445" y="162459"/>
                  </a:lnTo>
                  <a:lnTo>
                    <a:pt x="5526350" y="162502"/>
                  </a:lnTo>
                  <a:lnTo>
                    <a:pt x="5519118" y="162807"/>
                  </a:lnTo>
                  <a:lnTo>
                    <a:pt x="5500773" y="163648"/>
                  </a:lnTo>
                  <a:lnTo>
                    <a:pt x="5467690" y="165308"/>
                  </a:lnTo>
                  <a:lnTo>
                    <a:pt x="5417801" y="168051"/>
                  </a:lnTo>
                  <a:lnTo>
                    <a:pt x="5350748" y="172108"/>
                  </a:lnTo>
                  <a:lnTo>
                    <a:pt x="5267844" y="177651"/>
                  </a:lnTo>
                  <a:lnTo>
                    <a:pt x="5171780" y="184787"/>
                  </a:lnTo>
                  <a:lnTo>
                    <a:pt x="5066144" y="193556"/>
                  </a:lnTo>
                  <a:lnTo>
                    <a:pt x="4954860" y="203955"/>
                  </a:lnTo>
                  <a:lnTo>
                    <a:pt x="4841677" y="215953"/>
                  </a:lnTo>
                  <a:lnTo>
                    <a:pt x="4729799" y="229518"/>
                  </a:lnTo>
                  <a:lnTo>
                    <a:pt x="4621698" y="244639"/>
                  </a:lnTo>
                  <a:lnTo>
                    <a:pt x="4519068" y="261340"/>
                  </a:lnTo>
                  <a:lnTo>
                    <a:pt x="4422899" y="279689"/>
                  </a:lnTo>
                  <a:lnTo>
                    <a:pt x="4333598" y="299803"/>
                  </a:lnTo>
                  <a:lnTo>
                    <a:pt x="4251126" y="321850"/>
                  </a:lnTo>
                  <a:lnTo>
                    <a:pt x="4175132" y="346045"/>
                  </a:lnTo>
                  <a:lnTo>
                    <a:pt x="4105057" y="372645"/>
                  </a:lnTo>
                  <a:lnTo>
                    <a:pt x="4040219" y="401940"/>
                  </a:lnTo>
                  <a:lnTo>
                    <a:pt x="3979879" y="434237"/>
                  </a:lnTo>
                  <a:lnTo>
                    <a:pt x="3923286" y="469832"/>
                  </a:lnTo>
                  <a:lnTo>
                    <a:pt x="3869716" y="508967"/>
                  </a:lnTo>
                  <a:lnTo>
                    <a:pt x="3820202" y="550266"/>
                  </a:lnTo>
                  <a:lnTo>
                    <a:pt x="3772853" y="594516"/>
                  </a:lnTo>
                  <a:lnTo>
                    <a:pt x="3726742" y="642182"/>
                  </a:lnTo>
                  <a:lnTo>
                    <a:pt x="3681514" y="693333"/>
                  </a:lnTo>
                  <a:lnTo>
                    <a:pt x="3636886" y="747974"/>
                  </a:lnTo>
                  <a:lnTo>
                    <a:pt x="3592638" y="806042"/>
                  </a:lnTo>
                  <a:lnTo>
                    <a:pt x="3548600" y="867399"/>
                  </a:lnTo>
                  <a:lnTo>
                    <a:pt x="3504648" y="931827"/>
                  </a:lnTo>
                  <a:lnTo>
                    <a:pt x="3460699" y="999027"/>
                  </a:lnTo>
                  <a:lnTo>
                    <a:pt x="3416701" y="1068624"/>
                  </a:lnTo>
                  <a:lnTo>
                    <a:pt x="3372636" y="1140172"/>
                  </a:lnTo>
                  <a:lnTo>
                    <a:pt x="3328504" y="1213164"/>
                  </a:lnTo>
                  <a:lnTo>
                    <a:pt x="3284325" y="1287048"/>
                  </a:lnTo>
                  <a:lnTo>
                    <a:pt x="3240128" y="1361242"/>
                  </a:lnTo>
                  <a:lnTo>
                    <a:pt x="3195948" y="1435154"/>
                  </a:lnTo>
                  <a:lnTo>
                    <a:pt x="3151813" y="1508201"/>
                  </a:lnTo>
                  <a:lnTo>
                    <a:pt x="3107744" y="1579828"/>
                  </a:lnTo>
                  <a:lnTo>
                    <a:pt x="3063744" y="1649527"/>
                  </a:lnTo>
                  <a:lnTo>
                    <a:pt x="3019793" y="1716848"/>
                  </a:lnTo>
                  <a:lnTo>
                    <a:pt x="2975843" y="1781412"/>
                  </a:lnTo>
                  <a:lnTo>
                    <a:pt x="2931811" y="1842918"/>
                  </a:lnTo>
                  <a:lnTo>
                    <a:pt x="2887576" y="1901144"/>
                  </a:lnTo>
                  <a:lnTo>
                    <a:pt x="2842971" y="1955948"/>
                  </a:lnTo>
                  <a:lnTo>
                    <a:pt x="2797776" y="2007262"/>
                  </a:lnTo>
                  <a:lnTo>
                    <a:pt x="2751714" y="2055090"/>
                  </a:lnTo>
                  <a:lnTo>
                    <a:pt x="2704433" y="2099498"/>
                  </a:lnTo>
                  <a:lnTo>
                    <a:pt x="2702183" y="2101494"/>
                  </a:lnTo>
                  <a:lnTo>
                    <a:pt x="2650911" y="2144167"/>
                  </a:lnTo>
                  <a:lnTo>
                    <a:pt x="2597250" y="2183180"/>
                  </a:lnTo>
                  <a:lnTo>
                    <a:pt x="2540543" y="2218660"/>
                  </a:lnTo>
                  <a:lnTo>
                    <a:pt x="2480064" y="2250851"/>
                  </a:lnTo>
                  <a:lnTo>
                    <a:pt x="2415062" y="2280051"/>
                  </a:lnTo>
                  <a:lnTo>
                    <a:pt x="2344799" y="2306566"/>
                  </a:lnTo>
                  <a:lnTo>
                    <a:pt x="2268595" y="2330684"/>
                  </a:lnTo>
                  <a:lnTo>
                    <a:pt x="2185899" y="2352663"/>
                  </a:lnTo>
                  <a:lnTo>
                    <a:pt x="2096365" y="2372715"/>
                  </a:lnTo>
                  <a:lnTo>
                    <a:pt x="1999970" y="2391007"/>
                  </a:lnTo>
                  <a:lnTo>
                    <a:pt x="1897136" y="2407654"/>
                  </a:lnTo>
                  <a:lnTo>
                    <a:pt x="1788876" y="2422723"/>
                  </a:lnTo>
                  <a:lnTo>
                    <a:pt x="1676910" y="2436236"/>
                  </a:lnTo>
                  <a:lnTo>
                    <a:pt x="1563735" y="2448181"/>
                  </a:lnTo>
                  <a:lnTo>
                    <a:pt x="1452578" y="2458525"/>
                  </a:lnTo>
                  <a:lnTo>
                    <a:pt x="1347201" y="2467240"/>
                  </a:lnTo>
                  <a:lnTo>
                    <a:pt x="1251524" y="2474320"/>
                  </a:lnTo>
                  <a:lnTo>
                    <a:pt x="1169115" y="2479811"/>
                  </a:lnTo>
                  <a:lnTo>
                    <a:pt x="1102627" y="2483821"/>
                  </a:lnTo>
                  <a:lnTo>
                    <a:pt x="1053318" y="2486524"/>
                  </a:lnTo>
                  <a:lnTo>
                    <a:pt x="1020772" y="2488151"/>
                  </a:lnTo>
                  <a:lnTo>
                    <a:pt x="1002868" y="2488971"/>
                  </a:lnTo>
                  <a:lnTo>
                    <a:pt x="995930" y="2489262"/>
                  </a:lnTo>
                  <a:lnTo>
                    <a:pt x="994940" y="2489301"/>
                  </a:lnTo>
                  <a:lnTo>
                    <a:pt x="0" y="2489301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01" name="pl1800"/>
            <p:cNvSpPr/>
            <p:nvPr/>
          </p:nvSpPr>
          <p:spPr>
            <a:xfrm>
              <a:off x="1199187" y="3332878"/>
              <a:ext cx="12049831" cy="2489301"/>
            </a:xfrm>
            <a:custGeom>
              <a:avLst/>
              <a:pathLst>
                <a:path w="12049831" h="2489301">
                  <a:moveTo>
                    <a:pt x="0" y="2489301"/>
                  </a:moveTo>
                  <a:lnTo>
                    <a:pt x="994940" y="2489301"/>
                  </a:lnTo>
                  <a:lnTo>
                    <a:pt x="996035" y="2489258"/>
                  </a:lnTo>
                  <a:lnTo>
                    <a:pt x="1003267" y="2488953"/>
                  </a:lnTo>
                  <a:lnTo>
                    <a:pt x="1021612" y="2488111"/>
                  </a:lnTo>
                  <a:lnTo>
                    <a:pt x="1054695" y="2486452"/>
                  </a:lnTo>
                  <a:lnTo>
                    <a:pt x="1104584" y="2483709"/>
                  </a:lnTo>
                  <a:lnTo>
                    <a:pt x="1171637" y="2479652"/>
                  </a:lnTo>
                  <a:lnTo>
                    <a:pt x="1254541" y="2474108"/>
                  </a:lnTo>
                  <a:lnTo>
                    <a:pt x="1350605" y="2466973"/>
                  </a:lnTo>
                  <a:lnTo>
                    <a:pt x="1456241" y="2458204"/>
                  </a:lnTo>
                  <a:lnTo>
                    <a:pt x="1567525" y="2447805"/>
                  </a:lnTo>
                  <a:lnTo>
                    <a:pt x="1680708" y="2435807"/>
                  </a:lnTo>
                  <a:lnTo>
                    <a:pt x="1792585" y="2422242"/>
                  </a:lnTo>
                  <a:lnTo>
                    <a:pt x="1900687" y="2407120"/>
                  </a:lnTo>
                  <a:lnTo>
                    <a:pt x="2003317" y="2390420"/>
                  </a:lnTo>
                  <a:lnTo>
                    <a:pt x="2099486" y="2372071"/>
                  </a:lnTo>
                  <a:lnTo>
                    <a:pt x="2188787" y="2351957"/>
                  </a:lnTo>
                  <a:lnTo>
                    <a:pt x="2271259" y="2329910"/>
                  </a:lnTo>
                  <a:lnTo>
                    <a:pt x="2347253" y="2305715"/>
                  </a:lnTo>
                  <a:lnTo>
                    <a:pt x="2417328" y="2279115"/>
                  </a:lnTo>
                  <a:lnTo>
                    <a:pt x="2482166" y="2249820"/>
                  </a:lnTo>
                  <a:lnTo>
                    <a:pt x="2542506" y="2217523"/>
                  </a:lnTo>
                  <a:lnTo>
                    <a:pt x="2599099" y="2181928"/>
                  </a:lnTo>
                  <a:lnTo>
                    <a:pt x="2652669" y="2142793"/>
                  </a:lnTo>
                  <a:lnTo>
                    <a:pt x="2702183" y="2101494"/>
                  </a:lnTo>
                  <a:lnTo>
                    <a:pt x="2749532" y="2057244"/>
                  </a:lnTo>
                  <a:lnTo>
                    <a:pt x="2795643" y="2009577"/>
                  </a:lnTo>
                  <a:lnTo>
                    <a:pt x="2840871" y="1958427"/>
                  </a:lnTo>
                  <a:lnTo>
                    <a:pt x="2885499" y="1903786"/>
                  </a:lnTo>
                  <a:lnTo>
                    <a:pt x="2929747" y="1845717"/>
                  </a:lnTo>
                  <a:lnTo>
                    <a:pt x="2973785" y="1784361"/>
                  </a:lnTo>
                  <a:lnTo>
                    <a:pt x="3017737" y="1719933"/>
                  </a:lnTo>
                  <a:lnTo>
                    <a:pt x="3061686" y="1652733"/>
                  </a:lnTo>
                  <a:lnTo>
                    <a:pt x="3105684" y="1583136"/>
                  </a:lnTo>
                  <a:lnTo>
                    <a:pt x="3149749" y="1511588"/>
                  </a:lnTo>
                  <a:lnTo>
                    <a:pt x="3193881" y="1438596"/>
                  </a:lnTo>
                  <a:lnTo>
                    <a:pt x="3238060" y="1364712"/>
                  </a:lnTo>
                  <a:lnTo>
                    <a:pt x="3282257" y="1290518"/>
                  </a:lnTo>
                  <a:lnTo>
                    <a:pt x="3326437" y="1216606"/>
                  </a:lnTo>
                  <a:lnTo>
                    <a:pt x="3370572" y="1143559"/>
                  </a:lnTo>
                  <a:lnTo>
                    <a:pt x="3414641" y="1071932"/>
                  </a:lnTo>
                  <a:lnTo>
                    <a:pt x="3458641" y="1002233"/>
                  </a:lnTo>
                  <a:lnTo>
                    <a:pt x="3502592" y="934912"/>
                  </a:lnTo>
                  <a:lnTo>
                    <a:pt x="3546542" y="870348"/>
                  </a:lnTo>
                  <a:lnTo>
                    <a:pt x="3590574" y="808842"/>
                  </a:lnTo>
                  <a:lnTo>
                    <a:pt x="3634809" y="750616"/>
                  </a:lnTo>
                  <a:lnTo>
                    <a:pt x="3679414" y="695812"/>
                  </a:lnTo>
                  <a:lnTo>
                    <a:pt x="3724609" y="644498"/>
                  </a:lnTo>
                  <a:lnTo>
                    <a:pt x="3770671" y="596670"/>
                  </a:lnTo>
                  <a:lnTo>
                    <a:pt x="3817952" y="552262"/>
                  </a:lnTo>
                  <a:lnTo>
                    <a:pt x="3820202" y="550266"/>
                  </a:lnTo>
                  <a:lnTo>
                    <a:pt x="3871474" y="507592"/>
                  </a:lnTo>
                  <a:lnTo>
                    <a:pt x="3925135" y="468579"/>
                  </a:lnTo>
                  <a:lnTo>
                    <a:pt x="3981842" y="433100"/>
                  </a:lnTo>
                  <a:lnTo>
                    <a:pt x="4042321" y="400909"/>
                  </a:lnTo>
                  <a:lnTo>
                    <a:pt x="4107323" y="371709"/>
                  </a:lnTo>
                  <a:lnTo>
                    <a:pt x="4177586" y="345194"/>
                  </a:lnTo>
                  <a:lnTo>
                    <a:pt x="4253790" y="321076"/>
                  </a:lnTo>
                  <a:lnTo>
                    <a:pt x="4336486" y="299097"/>
                  </a:lnTo>
                  <a:lnTo>
                    <a:pt x="4426020" y="279045"/>
                  </a:lnTo>
                  <a:lnTo>
                    <a:pt x="4522415" y="260753"/>
                  </a:lnTo>
                  <a:lnTo>
                    <a:pt x="4625249" y="244106"/>
                  </a:lnTo>
                  <a:lnTo>
                    <a:pt x="4733509" y="229037"/>
                  </a:lnTo>
                  <a:lnTo>
                    <a:pt x="4845475" y="215524"/>
                  </a:lnTo>
                  <a:lnTo>
                    <a:pt x="4958650" y="203579"/>
                  </a:lnTo>
                  <a:lnTo>
                    <a:pt x="5069807" y="193235"/>
                  </a:lnTo>
                  <a:lnTo>
                    <a:pt x="5175184" y="184520"/>
                  </a:lnTo>
                  <a:lnTo>
                    <a:pt x="5270861" y="177440"/>
                  </a:lnTo>
                  <a:lnTo>
                    <a:pt x="5353270" y="171949"/>
                  </a:lnTo>
                  <a:lnTo>
                    <a:pt x="5419758" y="167939"/>
                  </a:lnTo>
                  <a:lnTo>
                    <a:pt x="5469067" y="165236"/>
                  </a:lnTo>
                  <a:lnTo>
                    <a:pt x="5501613" y="163608"/>
                  </a:lnTo>
                  <a:lnTo>
                    <a:pt x="5519517" y="162789"/>
                  </a:lnTo>
                  <a:lnTo>
                    <a:pt x="5526455" y="162498"/>
                  </a:lnTo>
                  <a:lnTo>
                    <a:pt x="5527445" y="162459"/>
                  </a:lnTo>
                  <a:lnTo>
                    <a:pt x="6522385" y="162459"/>
                  </a:lnTo>
                  <a:lnTo>
                    <a:pt x="6523522" y="162456"/>
                  </a:lnTo>
                  <a:lnTo>
                    <a:pt x="6531020" y="162434"/>
                  </a:lnTo>
                  <a:lnTo>
                    <a:pt x="6550021" y="162373"/>
                  </a:lnTo>
                  <a:lnTo>
                    <a:pt x="6584242" y="162253"/>
                  </a:lnTo>
                  <a:lnTo>
                    <a:pt x="6635752" y="162054"/>
                  </a:lnTo>
                  <a:lnTo>
                    <a:pt x="6704820" y="161760"/>
                  </a:lnTo>
                  <a:lnTo>
                    <a:pt x="6789974" y="161359"/>
                  </a:lnTo>
                  <a:lnTo>
                    <a:pt x="6888325" y="160844"/>
                  </a:lnTo>
                  <a:lnTo>
                    <a:pt x="6996089" y="160211"/>
                  </a:lnTo>
                  <a:lnTo>
                    <a:pt x="7109192" y="159463"/>
                  </a:lnTo>
                  <a:lnTo>
                    <a:pt x="7223794" y="158600"/>
                  </a:lnTo>
                  <a:lnTo>
                    <a:pt x="7336661" y="157625"/>
                  </a:lnTo>
                  <a:lnTo>
                    <a:pt x="7445344" y="156538"/>
                  </a:lnTo>
                  <a:lnTo>
                    <a:pt x="7548206" y="155338"/>
                  </a:lnTo>
                  <a:lnTo>
                    <a:pt x="7644331" y="154019"/>
                  </a:lnTo>
                  <a:lnTo>
                    <a:pt x="7733393" y="152571"/>
                  </a:lnTo>
                  <a:lnTo>
                    <a:pt x="7815502" y="150982"/>
                  </a:lnTo>
                  <a:lnTo>
                    <a:pt x="7891079" y="149236"/>
                  </a:lnTo>
                  <a:lnTo>
                    <a:pt x="7960738" y="147313"/>
                  </a:lnTo>
                  <a:lnTo>
                    <a:pt x="8025204" y="145191"/>
                  </a:lnTo>
                  <a:lnTo>
                    <a:pt x="8085252" y="142850"/>
                  </a:lnTo>
                  <a:lnTo>
                    <a:pt x="8141660" y="140267"/>
                  </a:lnTo>
                  <a:lnTo>
                    <a:pt x="8195163" y="137427"/>
                  </a:lnTo>
                  <a:lnTo>
                    <a:pt x="8229629" y="135383"/>
                  </a:lnTo>
                  <a:lnTo>
                    <a:pt x="8291142" y="131304"/>
                  </a:lnTo>
                  <a:lnTo>
                    <a:pt x="8350739" y="126817"/>
                  </a:lnTo>
                  <a:lnTo>
                    <a:pt x="8409133" y="121915"/>
                  </a:lnTo>
                  <a:lnTo>
                    <a:pt x="8466847" y="116606"/>
                  </a:lnTo>
                  <a:lnTo>
                    <a:pt x="8524251" y="110910"/>
                  </a:lnTo>
                  <a:lnTo>
                    <a:pt x="8581587" y="104868"/>
                  </a:lnTo>
                  <a:lnTo>
                    <a:pt x="8638991" y="98533"/>
                  </a:lnTo>
                  <a:lnTo>
                    <a:pt x="8696511" y="91974"/>
                  </a:lnTo>
                  <a:lnTo>
                    <a:pt x="8754131" y="85272"/>
                  </a:lnTo>
                  <a:lnTo>
                    <a:pt x="8811793" y="78515"/>
                  </a:lnTo>
                  <a:lnTo>
                    <a:pt x="8869427" y="71795"/>
                  </a:lnTo>
                  <a:lnTo>
                    <a:pt x="8926969" y="65202"/>
                  </a:lnTo>
                  <a:lnTo>
                    <a:pt x="8984394" y="58817"/>
                  </a:lnTo>
                  <a:lnTo>
                    <a:pt x="9041736" y="52712"/>
                  </a:lnTo>
                  <a:lnTo>
                    <a:pt x="9099112" y="46945"/>
                  </a:lnTo>
                  <a:lnTo>
                    <a:pt x="9156740" y="41557"/>
                  </a:lnTo>
                  <a:lnTo>
                    <a:pt x="9214964" y="36574"/>
                  </a:lnTo>
                  <a:lnTo>
                    <a:pt x="9274274" y="32005"/>
                  </a:lnTo>
                  <a:lnTo>
                    <a:pt x="9335343" y="27847"/>
                  </a:lnTo>
                  <a:lnTo>
                    <a:pt x="9347647" y="27076"/>
                  </a:lnTo>
                  <a:lnTo>
                    <a:pt x="9399580" y="24061"/>
                  </a:lnTo>
                  <a:lnTo>
                    <a:pt x="9453968" y="21307"/>
                  </a:lnTo>
                  <a:lnTo>
                    <a:pt x="9511499" y="18807"/>
                  </a:lnTo>
                  <a:lnTo>
                    <a:pt x="9572926" y="16540"/>
                  </a:lnTo>
                  <a:lnTo>
                    <a:pt x="9639030" y="14487"/>
                  </a:lnTo>
                  <a:lnTo>
                    <a:pt x="9710575" y="12625"/>
                  </a:lnTo>
                  <a:lnTo>
                    <a:pt x="9788258" y="10933"/>
                  </a:lnTo>
                  <a:lnTo>
                    <a:pt x="9872639" y="9393"/>
                  </a:lnTo>
                  <a:lnTo>
                    <a:pt x="9964050" y="7989"/>
                  </a:lnTo>
                  <a:lnTo>
                    <a:pt x="10062472" y="6710"/>
                  </a:lnTo>
                  <a:lnTo>
                    <a:pt x="10167399" y="5548"/>
                  </a:lnTo>
                  <a:lnTo>
                    <a:pt x="10277690" y="4498"/>
                  </a:lnTo>
                  <a:lnTo>
                    <a:pt x="10391444" y="3560"/>
                  </a:lnTo>
                  <a:lnTo>
                    <a:pt x="10505942" y="2735"/>
                  </a:lnTo>
                  <a:lnTo>
                    <a:pt x="10617721" y="2025"/>
                  </a:lnTo>
                  <a:lnTo>
                    <a:pt x="10722813" y="1431"/>
                  </a:lnTo>
                  <a:lnTo>
                    <a:pt x="10817174" y="954"/>
                  </a:lnTo>
                  <a:lnTo>
                    <a:pt x="10897253" y="590"/>
                  </a:lnTo>
                  <a:lnTo>
                    <a:pt x="10960579" y="329"/>
                  </a:lnTo>
                  <a:lnTo>
                    <a:pt x="11006235" y="158"/>
                  </a:lnTo>
                  <a:lnTo>
                    <a:pt x="11035093" y="60"/>
                  </a:lnTo>
                  <a:lnTo>
                    <a:pt x="11049793" y="14"/>
                  </a:lnTo>
                  <a:lnTo>
                    <a:pt x="11054546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2" name="pl1801"/>
            <p:cNvSpPr/>
            <p:nvPr/>
          </p:nvSpPr>
          <p:spPr>
            <a:xfrm>
              <a:off x="1199187" y="3327638"/>
              <a:ext cx="12049831" cy="2489301"/>
            </a:xfrm>
            <a:custGeom>
              <a:avLst/>
              <a:pathLst>
                <a:path w="12049831" h="2489301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3"/>
                  </a:lnTo>
                  <a:lnTo>
                    <a:pt x="11046257" y="25"/>
                  </a:lnTo>
                  <a:lnTo>
                    <a:pt x="11027255" y="86"/>
                  </a:lnTo>
                  <a:lnTo>
                    <a:pt x="10993035" y="206"/>
                  </a:lnTo>
                  <a:lnTo>
                    <a:pt x="10941525" y="405"/>
                  </a:lnTo>
                  <a:lnTo>
                    <a:pt x="10872457" y="699"/>
                  </a:lnTo>
                  <a:lnTo>
                    <a:pt x="10787302" y="1100"/>
                  </a:lnTo>
                  <a:lnTo>
                    <a:pt x="10688952" y="1615"/>
                  </a:lnTo>
                  <a:lnTo>
                    <a:pt x="10581187" y="2247"/>
                  </a:lnTo>
                  <a:lnTo>
                    <a:pt x="10468084" y="2996"/>
                  </a:lnTo>
                  <a:lnTo>
                    <a:pt x="10353482" y="3859"/>
                  </a:lnTo>
                  <a:lnTo>
                    <a:pt x="10240616" y="4834"/>
                  </a:lnTo>
                  <a:lnTo>
                    <a:pt x="10131932" y="5921"/>
                  </a:lnTo>
                  <a:lnTo>
                    <a:pt x="10029070" y="7121"/>
                  </a:lnTo>
                  <a:lnTo>
                    <a:pt x="9932945" y="8440"/>
                  </a:lnTo>
                  <a:lnTo>
                    <a:pt x="9843884" y="9888"/>
                  </a:lnTo>
                  <a:lnTo>
                    <a:pt x="9761774" y="11477"/>
                  </a:lnTo>
                  <a:lnTo>
                    <a:pt x="9686197" y="13223"/>
                  </a:lnTo>
                  <a:lnTo>
                    <a:pt x="9616539" y="15146"/>
                  </a:lnTo>
                  <a:lnTo>
                    <a:pt x="9552073" y="17267"/>
                  </a:lnTo>
                  <a:lnTo>
                    <a:pt x="9492024" y="19609"/>
                  </a:lnTo>
                  <a:lnTo>
                    <a:pt x="9435616" y="22192"/>
                  </a:lnTo>
                  <a:lnTo>
                    <a:pt x="9382114" y="25032"/>
                  </a:lnTo>
                  <a:lnTo>
                    <a:pt x="9347647" y="27076"/>
                  </a:lnTo>
                  <a:lnTo>
                    <a:pt x="9286134" y="31154"/>
                  </a:lnTo>
                  <a:lnTo>
                    <a:pt x="9226537" y="35641"/>
                  </a:lnTo>
                  <a:lnTo>
                    <a:pt x="9168144" y="40543"/>
                  </a:lnTo>
                  <a:lnTo>
                    <a:pt x="9110430" y="45853"/>
                  </a:lnTo>
                  <a:lnTo>
                    <a:pt x="9053026" y="51548"/>
                  </a:lnTo>
                  <a:lnTo>
                    <a:pt x="8995689" y="57591"/>
                  </a:lnTo>
                  <a:lnTo>
                    <a:pt x="8938285" y="63926"/>
                  </a:lnTo>
                  <a:lnTo>
                    <a:pt x="8880766" y="70484"/>
                  </a:lnTo>
                  <a:lnTo>
                    <a:pt x="8823146" y="77186"/>
                  </a:lnTo>
                  <a:lnTo>
                    <a:pt x="8765483" y="83943"/>
                  </a:lnTo>
                  <a:lnTo>
                    <a:pt x="8707850" y="90663"/>
                  </a:lnTo>
                  <a:lnTo>
                    <a:pt x="8650307" y="97257"/>
                  </a:lnTo>
                  <a:lnTo>
                    <a:pt x="8592882" y="103642"/>
                  </a:lnTo>
                  <a:lnTo>
                    <a:pt x="8535540" y="109747"/>
                  </a:lnTo>
                  <a:lnTo>
                    <a:pt x="8478165" y="115514"/>
                  </a:lnTo>
                  <a:lnTo>
                    <a:pt x="8420537" y="120902"/>
                  </a:lnTo>
                  <a:lnTo>
                    <a:pt x="8362313" y="125885"/>
                  </a:lnTo>
                  <a:lnTo>
                    <a:pt x="8303003" y="130454"/>
                  </a:lnTo>
                  <a:lnTo>
                    <a:pt x="8241934" y="134611"/>
                  </a:lnTo>
                  <a:lnTo>
                    <a:pt x="8229629" y="135383"/>
                  </a:lnTo>
                  <a:lnTo>
                    <a:pt x="8177697" y="138398"/>
                  </a:lnTo>
                  <a:lnTo>
                    <a:pt x="8123308" y="141151"/>
                  </a:lnTo>
                  <a:lnTo>
                    <a:pt x="8065777" y="143652"/>
                  </a:lnTo>
                  <a:lnTo>
                    <a:pt x="8004350" y="145918"/>
                  </a:lnTo>
                  <a:lnTo>
                    <a:pt x="7938247" y="147971"/>
                  </a:lnTo>
                  <a:lnTo>
                    <a:pt x="7866702" y="149833"/>
                  </a:lnTo>
                  <a:lnTo>
                    <a:pt x="7789019" y="151526"/>
                  </a:lnTo>
                  <a:lnTo>
                    <a:pt x="7704637" y="153066"/>
                  </a:lnTo>
                  <a:lnTo>
                    <a:pt x="7613227" y="154470"/>
                  </a:lnTo>
                  <a:lnTo>
                    <a:pt x="7514805" y="155749"/>
                  </a:lnTo>
                  <a:lnTo>
                    <a:pt x="7409878" y="156911"/>
                  </a:lnTo>
                  <a:lnTo>
                    <a:pt x="7299586" y="157960"/>
                  </a:lnTo>
                  <a:lnTo>
                    <a:pt x="7185833" y="158898"/>
                  </a:lnTo>
                  <a:lnTo>
                    <a:pt x="7071334" y="159724"/>
                  </a:lnTo>
                  <a:lnTo>
                    <a:pt x="6959555" y="160434"/>
                  </a:lnTo>
                  <a:lnTo>
                    <a:pt x="6854463" y="161028"/>
                  </a:lnTo>
                  <a:lnTo>
                    <a:pt x="6760102" y="161504"/>
                  </a:lnTo>
                  <a:lnTo>
                    <a:pt x="6680023" y="161869"/>
                  </a:lnTo>
                  <a:lnTo>
                    <a:pt x="6616697" y="162129"/>
                  </a:lnTo>
                  <a:lnTo>
                    <a:pt x="6571041" y="162300"/>
                  </a:lnTo>
                  <a:lnTo>
                    <a:pt x="6542184" y="162399"/>
                  </a:lnTo>
                  <a:lnTo>
                    <a:pt x="6527484" y="162445"/>
                  </a:lnTo>
                  <a:lnTo>
                    <a:pt x="6522731" y="162458"/>
                  </a:lnTo>
                  <a:lnTo>
                    <a:pt x="6522385" y="162459"/>
                  </a:lnTo>
                  <a:lnTo>
                    <a:pt x="5527445" y="162459"/>
                  </a:lnTo>
                  <a:lnTo>
                    <a:pt x="5526350" y="162502"/>
                  </a:lnTo>
                  <a:lnTo>
                    <a:pt x="5519118" y="162807"/>
                  </a:lnTo>
                  <a:lnTo>
                    <a:pt x="5500773" y="163648"/>
                  </a:lnTo>
                  <a:lnTo>
                    <a:pt x="5467690" y="165308"/>
                  </a:lnTo>
                  <a:lnTo>
                    <a:pt x="5417801" y="168051"/>
                  </a:lnTo>
                  <a:lnTo>
                    <a:pt x="5350748" y="172108"/>
                  </a:lnTo>
                  <a:lnTo>
                    <a:pt x="5267844" y="177651"/>
                  </a:lnTo>
                  <a:lnTo>
                    <a:pt x="5171780" y="184787"/>
                  </a:lnTo>
                  <a:lnTo>
                    <a:pt x="5066144" y="193556"/>
                  </a:lnTo>
                  <a:lnTo>
                    <a:pt x="4954860" y="203955"/>
                  </a:lnTo>
                  <a:lnTo>
                    <a:pt x="4841677" y="215953"/>
                  </a:lnTo>
                  <a:lnTo>
                    <a:pt x="4729799" y="229518"/>
                  </a:lnTo>
                  <a:lnTo>
                    <a:pt x="4621698" y="244639"/>
                  </a:lnTo>
                  <a:lnTo>
                    <a:pt x="4519068" y="261340"/>
                  </a:lnTo>
                  <a:lnTo>
                    <a:pt x="4422899" y="279689"/>
                  </a:lnTo>
                  <a:lnTo>
                    <a:pt x="4333598" y="299803"/>
                  </a:lnTo>
                  <a:lnTo>
                    <a:pt x="4251126" y="321850"/>
                  </a:lnTo>
                  <a:lnTo>
                    <a:pt x="4175132" y="346045"/>
                  </a:lnTo>
                  <a:lnTo>
                    <a:pt x="4105057" y="372645"/>
                  </a:lnTo>
                  <a:lnTo>
                    <a:pt x="4040219" y="401940"/>
                  </a:lnTo>
                  <a:lnTo>
                    <a:pt x="3979879" y="434237"/>
                  </a:lnTo>
                  <a:lnTo>
                    <a:pt x="3923286" y="469832"/>
                  </a:lnTo>
                  <a:lnTo>
                    <a:pt x="3869716" y="508967"/>
                  </a:lnTo>
                  <a:lnTo>
                    <a:pt x="3820202" y="550266"/>
                  </a:lnTo>
                  <a:lnTo>
                    <a:pt x="3772853" y="594516"/>
                  </a:lnTo>
                  <a:lnTo>
                    <a:pt x="3726742" y="642182"/>
                  </a:lnTo>
                  <a:lnTo>
                    <a:pt x="3681514" y="693333"/>
                  </a:lnTo>
                  <a:lnTo>
                    <a:pt x="3636886" y="747974"/>
                  </a:lnTo>
                  <a:lnTo>
                    <a:pt x="3592638" y="806042"/>
                  </a:lnTo>
                  <a:lnTo>
                    <a:pt x="3548600" y="867399"/>
                  </a:lnTo>
                  <a:lnTo>
                    <a:pt x="3504648" y="931827"/>
                  </a:lnTo>
                  <a:lnTo>
                    <a:pt x="3460699" y="999027"/>
                  </a:lnTo>
                  <a:lnTo>
                    <a:pt x="3416701" y="1068624"/>
                  </a:lnTo>
                  <a:lnTo>
                    <a:pt x="3372636" y="1140172"/>
                  </a:lnTo>
                  <a:lnTo>
                    <a:pt x="3328504" y="1213164"/>
                  </a:lnTo>
                  <a:lnTo>
                    <a:pt x="3284325" y="1287048"/>
                  </a:lnTo>
                  <a:lnTo>
                    <a:pt x="3240128" y="1361242"/>
                  </a:lnTo>
                  <a:lnTo>
                    <a:pt x="3195948" y="1435154"/>
                  </a:lnTo>
                  <a:lnTo>
                    <a:pt x="3151813" y="1508201"/>
                  </a:lnTo>
                  <a:lnTo>
                    <a:pt x="3107744" y="1579828"/>
                  </a:lnTo>
                  <a:lnTo>
                    <a:pt x="3063744" y="1649527"/>
                  </a:lnTo>
                  <a:lnTo>
                    <a:pt x="3019793" y="1716848"/>
                  </a:lnTo>
                  <a:lnTo>
                    <a:pt x="2975843" y="1781412"/>
                  </a:lnTo>
                  <a:lnTo>
                    <a:pt x="2931811" y="1842918"/>
                  </a:lnTo>
                  <a:lnTo>
                    <a:pt x="2887576" y="1901144"/>
                  </a:lnTo>
                  <a:lnTo>
                    <a:pt x="2842971" y="1955948"/>
                  </a:lnTo>
                  <a:lnTo>
                    <a:pt x="2797776" y="2007262"/>
                  </a:lnTo>
                  <a:lnTo>
                    <a:pt x="2751714" y="2055090"/>
                  </a:lnTo>
                  <a:lnTo>
                    <a:pt x="2704433" y="2099498"/>
                  </a:lnTo>
                  <a:lnTo>
                    <a:pt x="2702183" y="2101494"/>
                  </a:lnTo>
                  <a:lnTo>
                    <a:pt x="2650911" y="2144167"/>
                  </a:lnTo>
                  <a:lnTo>
                    <a:pt x="2597250" y="2183180"/>
                  </a:lnTo>
                  <a:lnTo>
                    <a:pt x="2540543" y="2218660"/>
                  </a:lnTo>
                  <a:lnTo>
                    <a:pt x="2480064" y="2250851"/>
                  </a:lnTo>
                  <a:lnTo>
                    <a:pt x="2415062" y="2280051"/>
                  </a:lnTo>
                  <a:lnTo>
                    <a:pt x="2344799" y="2306566"/>
                  </a:lnTo>
                  <a:lnTo>
                    <a:pt x="2268595" y="2330684"/>
                  </a:lnTo>
                  <a:lnTo>
                    <a:pt x="2185899" y="2352663"/>
                  </a:lnTo>
                  <a:lnTo>
                    <a:pt x="2096365" y="2372715"/>
                  </a:lnTo>
                  <a:lnTo>
                    <a:pt x="1999970" y="2391007"/>
                  </a:lnTo>
                  <a:lnTo>
                    <a:pt x="1897136" y="2407654"/>
                  </a:lnTo>
                  <a:lnTo>
                    <a:pt x="1788876" y="2422723"/>
                  </a:lnTo>
                  <a:lnTo>
                    <a:pt x="1676910" y="2436236"/>
                  </a:lnTo>
                  <a:lnTo>
                    <a:pt x="1563735" y="2448181"/>
                  </a:lnTo>
                  <a:lnTo>
                    <a:pt x="1452578" y="2458525"/>
                  </a:lnTo>
                  <a:lnTo>
                    <a:pt x="1347201" y="2467240"/>
                  </a:lnTo>
                  <a:lnTo>
                    <a:pt x="1251524" y="2474320"/>
                  </a:lnTo>
                  <a:lnTo>
                    <a:pt x="1169115" y="2479811"/>
                  </a:lnTo>
                  <a:lnTo>
                    <a:pt x="1102627" y="2483821"/>
                  </a:lnTo>
                  <a:lnTo>
                    <a:pt x="1053318" y="2486524"/>
                  </a:lnTo>
                  <a:lnTo>
                    <a:pt x="1020772" y="2488151"/>
                  </a:lnTo>
                  <a:lnTo>
                    <a:pt x="1002868" y="2488971"/>
                  </a:lnTo>
                  <a:lnTo>
                    <a:pt x="995930" y="2489262"/>
                  </a:lnTo>
                  <a:lnTo>
                    <a:pt x="994940" y="2489301"/>
                  </a:lnTo>
                  <a:lnTo>
                    <a:pt x="0" y="2489301"/>
                  </a:lnTo>
                  <a:lnTo>
                    <a:pt x="0" y="24893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3" name="pg1802"/>
            <p:cNvSpPr/>
            <p:nvPr/>
          </p:nvSpPr>
          <p:spPr>
            <a:xfrm>
              <a:off x="1199187" y="3542504"/>
              <a:ext cx="12049831" cy="2284916"/>
            </a:xfrm>
            <a:custGeom>
              <a:avLst/>
              <a:pathLst>
                <a:path w="12049831" h="2284916">
                  <a:moveTo>
                    <a:pt x="0" y="2284916"/>
                  </a:moveTo>
                  <a:lnTo>
                    <a:pt x="994940" y="2284916"/>
                  </a:lnTo>
                  <a:lnTo>
                    <a:pt x="996036" y="2284874"/>
                  </a:lnTo>
                  <a:lnTo>
                    <a:pt x="1003279" y="2284575"/>
                  </a:lnTo>
                  <a:lnTo>
                    <a:pt x="1021649" y="2283749"/>
                  </a:lnTo>
                  <a:lnTo>
                    <a:pt x="1054776" y="2282121"/>
                  </a:lnTo>
                  <a:lnTo>
                    <a:pt x="1104729" y="2279429"/>
                  </a:lnTo>
                  <a:lnTo>
                    <a:pt x="1171860" y="2275449"/>
                  </a:lnTo>
                  <a:lnTo>
                    <a:pt x="1254852" y="2270010"/>
                  </a:lnTo>
                  <a:lnTo>
                    <a:pt x="1351006" y="2263010"/>
                  </a:lnTo>
                  <a:lnTo>
                    <a:pt x="1456725" y="2254408"/>
                  </a:lnTo>
                  <a:lnTo>
                    <a:pt x="1568081" y="2244207"/>
                  </a:lnTo>
                  <a:lnTo>
                    <a:pt x="1681321" y="2232439"/>
                  </a:lnTo>
                  <a:lnTo>
                    <a:pt x="1793238" y="2219133"/>
                  </a:lnTo>
                  <a:lnTo>
                    <a:pt x="1901364" y="2204302"/>
                  </a:lnTo>
                  <a:lnTo>
                    <a:pt x="2004004" y="2187921"/>
                  </a:lnTo>
                  <a:lnTo>
                    <a:pt x="2100172" y="2169923"/>
                  </a:lnTo>
                  <a:lnTo>
                    <a:pt x="2189464" y="2150193"/>
                  </a:lnTo>
                  <a:lnTo>
                    <a:pt x="2271921" y="2128566"/>
                  </a:lnTo>
                  <a:lnTo>
                    <a:pt x="2347899" y="2104831"/>
                  </a:lnTo>
                  <a:lnTo>
                    <a:pt x="2417958" y="2078735"/>
                  </a:lnTo>
                  <a:lnTo>
                    <a:pt x="2482781" y="2049992"/>
                  </a:lnTo>
                  <a:lnTo>
                    <a:pt x="2543109" y="2018303"/>
                  </a:lnTo>
                  <a:lnTo>
                    <a:pt x="2599695" y="1983377"/>
                  </a:lnTo>
                  <a:lnTo>
                    <a:pt x="2653261" y="1944977"/>
                  </a:lnTo>
                  <a:lnTo>
                    <a:pt x="2702183" y="1904970"/>
                  </a:lnTo>
                  <a:lnTo>
                    <a:pt x="2749845" y="1861314"/>
                  </a:lnTo>
                  <a:lnTo>
                    <a:pt x="2796255" y="1814267"/>
                  </a:lnTo>
                  <a:lnTo>
                    <a:pt x="2841775" y="1763759"/>
                  </a:lnTo>
                  <a:lnTo>
                    <a:pt x="2886691" y="1709785"/>
                  </a:lnTo>
                  <a:lnTo>
                    <a:pt x="2931228" y="1652412"/>
                  </a:lnTo>
                  <a:lnTo>
                    <a:pt x="2975556" y="1591779"/>
                  </a:lnTo>
                  <a:lnTo>
                    <a:pt x="3019802" y="1528108"/>
                  </a:lnTo>
                  <a:lnTo>
                    <a:pt x="3064048" y="1461700"/>
                  </a:lnTo>
                  <a:lnTo>
                    <a:pt x="3108344" y="1392933"/>
                  </a:lnTo>
                  <a:lnTo>
                    <a:pt x="3152710" y="1322259"/>
                  </a:lnTo>
                  <a:lnTo>
                    <a:pt x="3197143" y="1250186"/>
                  </a:lnTo>
                  <a:lnTo>
                    <a:pt x="3241621" y="1177270"/>
                  </a:lnTo>
                  <a:lnTo>
                    <a:pt x="3286114" y="1104093"/>
                  </a:lnTo>
                  <a:lnTo>
                    <a:pt x="3330588" y="1031248"/>
                  </a:lnTo>
                  <a:lnTo>
                    <a:pt x="3375013" y="959314"/>
                  </a:lnTo>
                  <a:lnTo>
                    <a:pt x="3419371" y="888843"/>
                  </a:lnTo>
                  <a:lnTo>
                    <a:pt x="3463659" y="820338"/>
                  </a:lnTo>
                  <a:lnTo>
                    <a:pt x="3507902" y="754241"/>
                  </a:lnTo>
                  <a:lnTo>
                    <a:pt x="3552152" y="690921"/>
                  </a:lnTo>
                  <a:lnTo>
                    <a:pt x="3596499" y="630670"/>
                  </a:lnTo>
                  <a:lnTo>
                    <a:pt x="3641071" y="573699"/>
                  </a:lnTo>
                  <a:lnTo>
                    <a:pt x="3686046" y="520140"/>
                  </a:lnTo>
                  <a:lnTo>
                    <a:pt x="3731657" y="470050"/>
                  </a:lnTo>
                  <a:lnTo>
                    <a:pt x="3778197" y="423415"/>
                  </a:lnTo>
                  <a:lnTo>
                    <a:pt x="3820202" y="385186"/>
                  </a:lnTo>
                  <a:lnTo>
                    <a:pt x="3871500" y="343358"/>
                  </a:lnTo>
                  <a:lnTo>
                    <a:pt x="3925189" y="305119"/>
                  </a:lnTo>
                  <a:lnTo>
                    <a:pt x="3981928" y="270346"/>
                  </a:lnTo>
                  <a:lnTo>
                    <a:pt x="4042444" y="238797"/>
                  </a:lnTo>
                  <a:lnTo>
                    <a:pt x="4107489" y="210181"/>
                  </a:lnTo>
                  <a:lnTo>
                    <a:pt x="4177803" y="184198"/>
                  </a:lnTo>
                  <a:lnTo>
                    <a:pt x="4254064" y="160564"/>
                  </a:lnTo>
                  <a:lnTo>
                    <a:pt x="4336826" y="139027"/>
                  </a:lnTo>
                  <a:lnTo>
                    <a:pt x="4426432" y="119379"/>
                  </a:lnTo>
                  <a:lnTo>
                    <a:pt x="4522907" y="101457"/>
                  </a:lnTo>
                  <a:lnTo>
                    <a:pt x="4625822" y="85148"/>
                  </a:lnTo>
                  <a:lnTo>
                    <a:pt x="4734162" y="70386"/>
                  </a:lnTo>
                  <a:lnTo>
                    <a:pt x="4846199" y="57149"/>
                  </a:lnTo>
                  <a:lnTo>
                    <a:pt x="4959428" y="45451"/>
                  </a:lnTo>
                  <a:lnTo>
                    <a:pt x="5070612" y="35323"/>
                  </a:lnTo>
                  <a:lnTo>
                    <a:pt x="5175982" y="26793"/>
                  </a:lnTo>
                  <a:lnTo>
                    <a:pt x="5271612" y="19866"/>
                  </a:lnTo>
                  <a:lnTo>
                    <a:pt x="5353933" y="14496"/>
                  </a:lnTo>
                  <a:lnTo>
                    <a:pt x="5420300" y="10578"/>
                  </a:lnTo>
                  <a:lnTo>
                    <a:pt x="5469468" y="7940"/>
                  </a:lnTo>
                  <a:lnTo>
                    <a:pt x="5501868" y="6354"/>
                  </a:lnTo>
                  <a:lnTo>
                    <a:pt x="5519644" y="5558"/>
                  </a:lnTo>
                  <a:lnTo>
                    <a:pt x="5526489" y="527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5" y="5258"/>
                  </a:lnTo>
                  <a:lnTo>
                    <a:pt x="6530968" y="5386"/>
                  </a:lnTo>
                  <a:lnTo>
                    <a:pt x="6549859" y="5741"/>
                  </a:lnTo>
                  <a:lnTo>
                    <a:pt x="6583889" y="6439"/>
                  </a:lnTo>
                  <a:lnTo>
                    <a:pt x="6635128" y="7593"/>
                  </a:lnTo>
                  <a:lnTo>
                    <a:pt x="6703859" y="9298"/>
                  </a:lnTo>
                  <a:lnTo>
                    <a:pt x="6788638" y="11625"/>
                  </a:lnTo>
                  <a:lnTo>
                    <a:pt x="6886609" y="14617"/>
                  </a:lnTo>
                  <a:lnTo>
                    <a:pt x="6994021" y="18289"/>
                  </a:lnTo>
                  <a:lnTo>
                    <a:pt x="7106824" y="22639"/>
                  </a:lnTo>
                  <a:lnTo>
                    <a:pt x="7221194" y="27653"/>
                  </a:lnTo>
                  <a:lnTo>
                    <a:pt x="7333900" y="33319"/>
                  </a:lnTo>
                  <a:lnTo>
                    <a:pt x="7442491" y="39632"/>
                  </a:lnTo>
                  <a:lnTo>
                    <a:pt x="7545318" y="46606"/>
                  </a:lnTo>
                  <a:lnTo>
                    <a:pt x="7641453" y="54272"/>
                  </a:lnTo>
                  <a:lnTo>
                    <a:pt x="7730556" y="62682"/>
                  </a:lnTo>
                  <a:lnTo>
                    <a:pt x="7812728" y="71910"/>
                  </a:lnTo>
                  <a:lnTo>
                    <a:pt x="7888374" y="82051"/>
                  </a:lnTo>
                  <a:lnTo>
                    <a:pt x="7958101" y="93214"/>
                  </a:lnTo>
                  <a:lnTo>
                    <a:pt x="8022628" y="105525"/>
                  </a:lnTo>
                  <a:lnTo>
                    <a:pt x="8082724" y="119112"/>
                  </a:lnTo>
                  <a:lnTo>
                    <a:pt x="8139160" y="134097"/>
                  </a:lnTo>
                  <a:lnTo>
                    <a:pt x="8192672" y="150572"/>
                  </a:lnTo>
                  <a:lnTo>
                    <a:pt x="8229629" y="163333"/>
                  </a:lnTo>
                  <a:lnTo>
                    <a:pt x="8287219" y="185528"/>
                  </a:lnTo>
                  <a:lnTo>
                    <a:pt x="8343089" y="209807"/>
                  </a:lnTo>
                  <a:lnTo>
                    <a:pt x="8397838" y="236205"/>
                  </a:lnTo>
                  <a:lnTo>
                    <a:pt x="8451916" y="264699"/>
                  </a:lnTo>
                  <a:lnTo>
                    <a:pt x="8505652" y="295200"/>
                  </a:lnTo>
                  <a:lnTo>
                    <a:pt x="8559272" y="327546"/>
                  </a:lnTo>
                  <a:lnTo>
                    <a:pt x="8612916" y="361505"/>
                  </a:lnTo>
                  <a:lnTo>
                    <a:pt x="8666651" y="396776"/>
                  </a:lnTo>
                  <a:lnTo>
                    <a:pt x="8720487" y="432998"/>
                  </a:lnTo>
                  <a:lnTo>
                    <a:pt x="8774393" y="469767"/>
                  </a:lnTo>
                  <a:lnTo>
                    <a:pt x="8828314" y="506652"/>
                  </a:lnTo>
                  <a:lnTo>
                    <a:pt x="8882193" y="543215"/>
                  </a:lnTo>
                  <a:lnTo>
                    <a:pt x="8935983" y="579037"/>
                  </a:lnTo>
                  <a:lnTo>
                    <a:pt x="8989671" y="613730"/>
                  </a:lnTo>
                  <a:lnTo>
                    <a:pt x="9043291" y="646962"/>
                  </a:lnTo>
                  <a:lnTo>
                    <a:pt x="9096943" y="678462"/>
                  </a:lnTo>
                  <a:lnTo>
                    <a:pt x="9150806" y="708032"/>
                  </a:lnTo>
                  <a:lnTo>
                    <a:pt x="9205153" y="735545"/>
                  </a:lnTo>
                  <a:lnTo>
                    <a:pt x="9260366" y="760943"/>
                  </a:lnTo>
                  <a:lnTo>
                    <a:pt x="9316962" y="784231"/>
                  </a:lnTo>
                  <a:lnTo>
                    <a:pt x="9347647" y="795702"/>
                  </a:lnTo>
                  <a:lnTo>
                    <a:pt x="9399470" y="813273"/>
                  </a:lnTo>
                  <a:lnTo>
                    <a:pt x="9453737" y="829321"/>
                  </a:lnTo>
                  <a:lnTo>
                    <a:pt x="9511131" y="843899"/>
                  </a:lnTo>
                  <a:lnTo>
                    <a:pt x="9572400" y="857113"/>
                  </a:lnTo>
                  <a:lnTo>
                    <a:pt x="9638319" y="869086"/>
                  </a:lnTo>
                  <a:lnTo>
                    <a:pt x="9709650" y="879948"/>
                  </a:lnTo>
                  <a:lnTo>
                    <a:pt x="9787086" y="889821"/>
                  </a:lnTo>
                  <a:lnTo>
                    <a:pt x="9871186" y="898809"/>
                  </a:lnTo>
                  <a:lnTo>
                    <a:pt x="9962282" y="907002"/>
                  </a:lnTo>
                  <a:lnTo>
                    <a:pt x="10060366" y="914468"/>
                  </a:lnTo>
                  <a:lnTo>
                    <a:pt x="10164945" y="921253"/>
                  </a:lnTo>
                  <a:lnTo>
                    <a:pt x="10274900" y="927383"/>
                  </a:lnTo>
                  <a:lnTo>
                    <a:pt x="10388360" y="932865"/>
                  </a:lnTo>
                  <a:lnTo>
                    <a:pt x="10502645" y="937693"/>
                  </a:lnTo>
                  <a:lnTo>
                    <a:pt x="10614331" y="941853"/>
                  </a:lnTo>
                  <a:lnTo>
                    <a:pt x="10719483" y="945333"/>
                  </a:lnTo>
                  <a:lnTo>
                    <a:pt x="10814079" y="948134"/>
                  </a:lnTo>
                  <a:lnTo>
                    <a:pt x="10894560" y="950280"/>
                  </a:lnTo>
                  <a:lnTo>
                    <a:pt x="10958423" y="951821"/>
                  </a:lnTo>
                  <a:lnTo>
                    <a:pt x="11004691" y="952835"/>
                  </a:lnTo>
                  <a:lnTo>
                    <a:pt x="11034158" y="953424"/>
                  </a:lnTo>
                  <a:lnTo>
                    <a:pt x="11049377" y="953703"/>
                  </a:lnTo>
                  <a:lnTo>
                    <a:pt x="11054468" y="953788"/>
                  </a:lnTo>
                  <a:lnTo>
                    <a:pt x="11054891" y="953795"/>
                  </a:lnTo>
                  <a:lnTo>
                    <a:pt x="12049831" y="953795"/>
                  </a:lnTo>
                  <a:lnTo>
                    <a:pt x="12049831" y="948554"/>
                  </a:lnTo>
                  <a:lnTo>
                    <a:pt x="11054891" y="948554"/>
                  </a:lnTo>
                  <a:lnTo>
                    <a:pt x="11053762" y="948536"/>
                  </a:lnTo>
                  <a:lnTo>
                    <a:pt x="11046308" y="948408"/>
                  </a:lnTo>
                  <a:lnTo>
                    <a:pt x="11027417" y="948054"/>
                  </a:lnTo>
                  <a:lnTo>
                    <a:pt x="10993387" y="947356"/>
                  </a:lnTo>
                  <a:lnTo>
                    <a:pt x="10942149" y="946202"/>
                  </a:lnTo>
                  <a:lnTo>
                    <a:pt x="10873418" y="944497"/>
                  </a:lnTo>
                  <a:lnTo>
                    <a:pt x="10788639" y="942170"/>
                  </a:lnTo>
                  <a:lnTo>
                    <a:pt x="10690668" y="939178"/>
                  </a:lnTo>
                  <a:lnTo>
                    <a:pt x="10583256" y="935505"/>
                  </a:lnTo>
                  <a:lnTo>
                    <a:pt x="10470452" y="931155"/>
                  </a:lnTo>
                  <a:lnTo>
                    <a:pt x="10356083" y="926141"/>
                  </a:lnTo>
                  <a:lnTo>
                    <a:pt x="10243377" y="920476"/>
                  </a:lnTo>
                  <a:lnTo>
                    <a:pt x="10134786" y="914162"/>
                  </a:lnTo>
                  <a:lnTo>
                    <a:pt x="10031959" y="907188"/>
                  </a:lnTo>
                  <a:lnTo>
                    <a:pt x="9935823" y="899523"/>
                  </a:lnTo>
                  <a:lnTo>
                    <a:pt x="9846720" y="891113"/>
                  </a:lnTo>
                  <a:lnTo>
                    <a:pt x="9764549" y="881884"/>
                  </a:lnTo>
                  <a:lnTo>
                    <a:pt x="9688902" y="871744"/>
                  </a:lnTo>
                  <a:lnTo>
                    <a:pt x="9619175" y="860580"/>
                  </a:lnTo>
                  <a:lnTo>
                    <a:pt x="9554648" y="848269"/>
                  </a:lnTo>
                  <a:lnTo>
                    <a:pt x="9494553" y="834682"/>
                  </a:lnTo>
                  <a:lnTo>
                    <a:pt x="9438116" y="819698"/>
                  </a:lnTo>
                  <a:lnTo>
                    <a:pt x="9384605" y="803222"/>
                  </a:lnTo>
                  <a:lnTo>
                    <a:pt x="9347647" y="790462"/>
                  </a:lnTo>
                  <a:lnTo>
                    <a:pt x="9290057" y="768267"/>
                  </a:lnTo>
                  <a:lnTo>
                    <a:pt x="9234187" y="743988"/>
                  </a:lnTo>
                  <a:lnTo>
                    <a:pt x="9179439" y="717590"/>
                  </a:lnTo>
                  <a:lnTo>
                    <a:pt x="9125361" y="689095"/>
                  </a:lnTo>
                  <a:lnTo>
                    <a:pt x="9071625" y="658594"/>
                  </a:lnTo>
                  <a:lnTo>
                    <a:pt x="9018005" y="626248"/>
                  </a:lnTo>
                  <a:lnTo>
                    <a:pt x="8964361" y="592289"/>
                  </a:lnTo>
                  <a:lnTo>
                    <a:pt x="8910626" y="557019"/>
                  </a:lnTo>
                  <a:lnTo>
                    <a:pt x="8856790" y="520797"/>
                  </a:lnTo>
                  <a:lnTo>
                    <a:pt x="8802884" y="484028"/>
                  </a:lnTo>
                  <a:lnTo>
                    <a:pt x="8748962" y="447143"/>
                  </a:lnTo>
                  <a:lnTo>
                    <a:pt x="8695083" y="410579"/>
                  </a:lnTo>
                  <a:lnTo>
                    <a:pt x="8641294" y="374758"/>
                  </a:lnTo>
                  <a:lnTo>
                    <a:pt x="8587606" y="340064"/>
                  </a:lnTo>
                  <a:lnTo>
                    <a:pt x="8533986" y="306833"/>
                  </a:lnTo>
                  <a:lnTo>
                    <a:pt x="8480333" y="275332"/>
                  </a:lnTo>
                  <a:lnTo>
                    <a:pt x="8426470" y="245762"/>
                  </a:lnTo>
                  <a:lnTo>
                    <a:pt x="8372124" y="218249"/>
                  </a:lnTo>
                  <a:lnTo>
                    <a:pt x="8316911" y="192852"/>
                  </a:lnTo>
                  <a:lnTo>
                    <a:pt x="8260314" y="169563"/>
                  </a:lnTo>
                  <a:lnTo>
                    <a:pt x="8229629" y="158092"/>
                  </a:lnTo>
                  <a:lnTo>
                    <a:pt x="8177807" y="140521"/>
                  </a:lnTo>
                  <a:lnTo>
                    <a:pt x="8123539" y="124474"/>
                  </a:lnTo>
                  <a:lnTo>
                    <a:pt x="8066146" y="109895"/>
                  </a:lnTo>
                  <a:lnTo>
                    <a:pt x="8004877" y="96682"/>
                  </a:lnTo>
                  <a:lnTo>
                    <a:pt x="7938957" y="84708"/>
                  </a:lnTo>
                  <a:lnTo>
                    <a:pt x="7867626" y="73846"/>
                  </a:lnTo>
                  <a:lnTo>
                    <a:pt x="7790191" y="63974"/>
                  </a:lnTo>
                  <a:lnTo>
                    <a:pt x="7706091" y="54985"/>
                  </a:lnTo>
                  <a:lnTo>
                    <a:pt x="7614994" y="46792"/>
                  </a:lnTo>
                  <a:lnTo>
                    <a:pt x="7516911" y="39326"/>
                  </a:lnTo>
                  <a:lnTo>
                    <a:pt x="7412332" y="32542"/>
                  </a:lnTo>
                  <a:lnTo>
                    <a:pt x="7302377" y="26412"/>
                  </a:lnTo>
                  <a:lnTo>
                    <a:pt x="7188917" y="20929"/>
                  </a:lnTo>
                  <a:lnTo>
                    <a:pt x="7074632" y="16101"/>
                  </a:lnTo>
                  <a:lnTo>
                    <a:pt x="6962946" y="11942"/>
                  </a:lnTo>
                  <a:lnTo>
                    <a:pt x="6857793" y="8462"/>
                  </a:lnTo>
                  <a:lnTo>
                    <a:pt x="6763198" y="5660"/>
                  </a:lnTo>
                  <a:lnTo>
                    <a:pt x="6682717" y="3515"/>
                  </a:lnTo>
                  <a:lnTo>
                    <a:pt x="6618854" y="1974"/>
                  </a:lnTo>
                  <a:lnTo>
                    <a:pt x="6572586" y="959"/>
                  </a:lnTo>
                  <a:lnTo>
                    <a:pt x="6543118" y="370"/>
                  </a:lnTo>
                  <a:lnTo>
                    <a:pt x="6527900" y="92"/>
                  </a:lnTo>
                  <a:lnTo>
                    <a:pt x="6522809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9" y="41"/>
                  </a:lnTo>
                  <a:lnTo>
                    <a:pt x="5519106" y="340"/>
                  </a:lnTo>
                  <a:lnTo>
                    <a:pt x="5500736" y="1166"/>
                  </a:lnTo>
                  <a:lnTo>
                    <a:pt x="5467609" y="2795"/>
                  </a:lnTo>
                  <a:lnTo>
                    <a:pt x="5417656" y="5486"/>
                  </a:lnTo>
                  <a:lnTo>
                    <a:pt x="5350525" y="9467"/>
                  </a:lnTo>
                  <a:lnTo>
                    <a:pt x="5267533" y="14905"/>
                  </a:lnTo>
                  <a:lnTo>
                    <a:pt x="5171379" y="21905"/>
                  </a:lnTo>
                  <a:lnTo>
                    <a:pt x="5065660" y="30508"/>
                  </a:lnTo>
                  <a:lnTo>
                    <a:pt x="4954304" y="40708"/>
                  </a:lnTo>
                  <a:lnTo>
                    <a:pt x="4841064" y="52477"/>
                  </a:lnTo>
                  <a:lnTo>
                    <a:pt x="4729147" y="65782"/>
                  </a:lnTo>
                  <a:lnTo>
                    <a:pt x="4621021" y="80614"/>
                  </a:lnTo>
                  <a:lnTo>
                    <a:pt x="4518381" y="96995"/>
                  </a:lnTo>
                  <a:lnTo>
                    <a:pt x="4422213" y="114992"/>
                  </a:lnTo>
                  <a:lnTo>
                    <a:pt x="4332921" y="134722"/>
                  </a:lnTo>
                  <a:lnTo>
                    <a:pt x="4250464" y="156349"/>
                  </a:lnTo>
                  <a:lnTo>
                    <a:pt x="4174486" y="180084"/>
                  </a:lnTo>
                  <a:lnTo>
                    <a:pt x="4104427" y="206181"/>
                  </a:lnTo>
                  <a:lnTo>
                    <a:pt x="4039604" y="234923"/>
                  </a:lnTo>
                  <a:lnTo>
                    <a:pt x="3979276" y="266612"/>
                  </a:lnTo>
                  <a:lnTo>
                    <a:pt x="3922690" y="301538"/>
                  </a:lnTo>
                  <a:lnTo>
                    <a:pt x="3869124" y="339938"/>
                  </a:lnTo>
                  <a:lnTo>
                    <a:pt x="3820202" y="379945"/>
                  </a:lnTo>
                  <a:lnTo>
                    <a:pt x="3772540" y="423601"/>
                  </a:lnTo>
                  <a:lnTo>
                    <a:pt x="3726130" y="470649"/>
                  </a:lnTo>
                  <a:lnTo>
                    <a:pt x="3680610" y="521157"/>
                  </a:lnTo>
                  <a:lnTo>
                    <a:pt x="3635694" y="575130"/>
                  </a:lnTo>
                  <a:lnTo>
                    <a:pt x="3591157" y="632504"/>
                  </a:lnTo>
                  <a:lnTo>
                    <a:pt x="3546829" y="693137"/>
                  </a:lnTo>
                  <a:lnTo>
                    <a:pt x="3502583" y="756808"/>
                  </a:lnTo>
                  <a:lnTo>
                    <a:pt x="3458337" y="823216"/>
                  </a:lnTo>
                  <a:lnTo>
                    <a:pt x="3414041" y="891982"/>
                  </a:lnTo>
                  <a:lnTo>
                    <a:pt x="3369675" y="962656"/>
                  </a:lnTo>
                  <a:lnTo>
                    <a:pt x="3325242" y="1034729"/>
                  </a:lnTo>
                  <a:lnTo>
                    <a:pt x="3280764" y="1107646"/>
                  </a:lnTo>
                  <a:lnTo>
                    <a:pt x="3236271" y="1180822"/>
                  </a:lnTo>
                  <a:lnTo>
                    <a:pt x="3191797" y="1253668"/>
                  </a:lnTo>
                  <a:lnTo>
                    <a:pt x="3147372" y="1325601"/>
                  </a:lnTo>
                  <a:lnTo>
                    <a:pt x="3103014" y="1396072"/>
                  </a:lnTo>
                  <a:lnTo>
                    <a:pt x="3058726" y="1464577"/>
                  </a:lnTo>
                  <a:lnTo>
                    <a:pt x="3014483" y="1530675"/>
                  </a:lnTo>
                  <a:lnTo>
                    <a:pt x="2970233" y="1593995"/>
                  </a:lnTo>
                  <a:lnTo>
                    <a:pt x="2925886" y="1654246"/>
                  </a:lnTo>
                  <a:lnTo>
                    <a:pt x="2881314" y="1711217"/>
                  </a:lnTo>
                  <a:lnTo>
                    <a:pt x="2836339" y="1764775"/>
                  </a:lnTo>
                  <a:lnTo>
                    <a:pt x="2790728" y="1814866"/>
                  </a:lnTo>
                  <a:lnTo>
                    <a:pt x="2744188" y="1861501"/>
                  </a:lnTo>
                  <a:lnTo>
                    <a:pt x="2702183" y="1899729"/>
                  </a:lnTo>
                  <a:lnTo>
                    <a:pt x="2650885" y="1941558"/>
                  </a:lnTo>
                  <a:lnTo>
                    <a:pt x="2597196" y="1979796"/>
                  </a:lnTo>
                  <a:lnTo>
                    <a:pt x="2540457" y="2014570"/>
                  </a:lnTo>
                  <a:lnTo>
                    <a:pt x="2479941" y="2046118"/>
                  </a:lnTo>
                  <a:lnTo>
                    <a:pt x="2414896" y="2074734"/>
                  </a:lnTo>
                  <a:lnTo>
                    <a:pt x="2344582" y="2100717"/>
                  </a:lnTo>
                  <a:lnTo>
                    <a:pt x="2268321" y="2124352"/>
                  </a:lnTo>
                  <a:lnTo>
                    <a:pt x="2185559" y="2145888"/>
                  </a:lnTo>
                  <a:lnTo>
                    <a:pt x="2095953" y="2165536"/>
                  </a:lnTo>
                  <a:lnTo>
                    <a:pt x="1999478" y="2183458"/>
                  </a:lnTo>
                  <a:lnTo>
                    <a:pt x="1896563" y="2199768"/>
                  </a:lnTo>
                  <a:lnTo>
                    <a:pt x="1788223" y="2214530"/>
                  </a:lnTo>
                  <a:lnTo>
                    <a:pt x="1676186" y="2227766"/>
                  </a:lnTo>
                  <a:lnTo>
                    <a:pt x="1562957" y="2239464"/>
                  </a:lnTo>
                  <a:lnTo>
                    <a:pt x="1451773" y="2249593"/>
                  </a:lnTo>
                  <a:lnTo>
                    <a:pt x="1346403" y="2258122"/>
                  </a:lnTo>
                  <a:lnTo>
                    <a:pt x="1250773" y="2265050"/>
                  </a:lnTo>
                  <a:lnTo>
                    <a:pt x="1168452" y="2270419"/>
                  </a:lnTo>
                  <a:lnTo>
                    <a:pt x="1102085" y="2274337"/>
                  </a:lnTo>
                  <a:lnTo>
                    <a:pt x="1052917" y="2276975"/>
                  </a:lnTo>
                  <a:lnTo>
                    <a:pt x="1020517" y="2278561"/>
                  </a:lnTo>
                  <a:lnTo>
                    <a:pt x="1002741" y="2279357"/>
                  </a:lnTo>
                  <a:lnTo>
                    <a:pt x="995896" y="2279639"/>
                  </a:lnTo>
                  <a:lnTo>
                    <a:pt x="994940" y="2279675"/>
                  </a:lnTo>
                  <a:lnTo>
                    <a:pt x="0" y="2279675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04" name="pl1803"/>
            <p:cNvSpPr/>
            <p:nvPr/>
          </p:nvSpPr>
          <p:spPr>
            <a:xfrm>
              <a:off x="1199187" y="3547744"/>
              <a:ext cx="12049831" cy="2279675"/>
            </a:xfrm>
            <a:custGeom>
              <a:avLst/>
              <a:pathLst>
                <a:path w="12049831" h="2279675">
                  <a:moveTo>
                    <a:pt x="0" y="2279675"/>
                  </a:moveTo>
                  <a:lnTo>
                    <a:pt x="994940" y="2279675"/>
                  </a:lnTo>
                  <a:lnTo>
                    <a:pt x="996036" y="2279633"/>
                  </a:lnTo>
                  <a:lnTo>
                    <a:pt x="1003279" y="2279334"/>
                  </a:lnTo>
                  <a:lnTo>
                    <a:pt x="1021649" y="2278508"/>
                  </a:lnTo>
                  <a:lnTo>
                    <a:pt x="1054776" y="2276880"/>
                  </a:lnTo>
                  <a:lnTo>
                    <a:pt x="1104729" y="2274188"/>
                  </a:lnTo>
                  <a:lnTo>
                    <a:pt x="1171860" y="2270208"/>
                  </a:lnTo>
                  <a:lnTo>
                    <a:pt x="1254852" y="2264770"/>
                  </a:lnTo>
                  <a:lnTo>
                    <a:pt x="1351006" y="2257770"/>
                  </a:lnTo>
                  <a:lnTo>
                    <a:pt x="1456725" y="2249167"/>
                  </a:lnTo>
                  <a:lnTo>
                    <a:pt x="1568081" y="2238967"/>
                  </a:lnTo>
                  <a:lnTo>
                    <a:pt x="1681321" y="2227198"/>
                  </a:lnTo>
                  <a:lnTo>
                    <a:pt x="1793238" y="2213893"/>
                  </a:lnTo>
                  <a:lnTo>
                    <a:pt x="1901364" y="2199061"/>
                  </a:lnTo>
                  <a:lnTo>
                    <a:pt x="2004004" y="2182680"/>
                  </a:lnTo>
                  <a:lnTo>
                    <a:pt x="2100172" y="2164683"/>
                  </a:lnTo>
                  <a:lnTo>
                    <a:pt x="2189464" y="2144953"/>
                  </a:lnTo>
                  <a:lnTo>
                    <a:pt x="2271921" y="2123326"/>
                  </a:lnTo>
                  <a:lnTo>
                    <a:pt x="2347899" y="2099591"/>
                  </a:lnTo>
                  <a:lnTo>
                    <a:pt x="2417958" y="2073494"/>
                  </a:lnTo>
                  <a:lnTo>
                    <a:pt x="2482781" y="2044752"/>
                  </a:lnTo>
                  <a:lnTo>
                    <a:pt x="2543109" y="2013063"/>
                  </a:lnTo>
                  <a:lnTo>
                    <a:pt x="2599695" y="1978136"/>
                  </a:lnTo>
                  <a:lnTo>
                    <a:pt x="2653261" y="1939737"/>
                  </a:lnTo>
                  <a:lnTo>
                    <a:pt x="2702183" y="1899729"/>
                  </a:lnTo>
                  <a:lnTo>
                    <a:pt x="2749845" y="1856074"/>
                  </a:lnTo>
                  <a:lnTo>
                    <a:pt x="2796255" y="1809026"/>
                  </a:lnTo>
                  <a:lnTo>
                    <a:pt x="2841775" y="1758518"/>
                  </a:lnTo>
                  <a:lnTo>
                    <a:pt x="2886691" y="1704545"/>
                  </a:lnTo>
                  <a:lnTo>
                    <a:pt x="2931228" y="1647171"/>
                  </a:lnTo>
                  <a:lnTo>
                    <a:pt x="2975556" y="1586538"/>
                  </a:lnTo>
                  <a:lnTo>
                    <a:pt x="3019802" y="1522867"/>
                  </a:lnTo>
                  <a:lnTo>
                    <a:pt x="3064048" y="1456459"/>
                  </a:lnTo>
                  <a:lnTo>
                    <a:pt x="3108344" y="1387693"/>
                  </a:lnTo>
                  <a:lnTo>
                    <a:pt x="3152710" y="1317018"/>
                  </a:lnTo>
                  <a:lnTo>
                    <a:pt x="3197143" y="1244946"/>
                  </a:lnTo>
                  <a:lnTo>
                    <a:pt x="3241621" y="1172029"/>
                  </a:lnTo>
                  <a:lnTo>
                    <a:pt x="3286114" y="1098852"/>
                  </a:lnTo>
                  <a:lnTo>
                    <a:pt x="3330588" y="1026007"/>
                  </a:lnTo>
                  <a:lnTo>
                    <a:pt x="3375013" y="954074"/>
                  </a:lnTo>
                  <a:lnTo>
                    <a:pt x="3419371" y="883603"/>
                  </a:lnTo>
                  <a:lnTo>
                    <a:pt x="3463659" y="815098"/>
                  </a:lnTo>
                  <a:lnTo>
                    <a:pt x="3507902" y="749000"/>
                  </a:lnTo>
                  <a:lnTo>
                    <a:pt x="3552152" y="685680"/>
                  </a:lnTo>
                  <a:lnTo>
                    <a:pt x="3596499" y="625429"/>
                  </a:lnTo>
                  <a:lnTo>
                    <a:pt x="3641071" y="568458"/>
                  </a:lnTo>
                  <a:lnTo>
                    <a:pt x="3686046" y="514900"/>
                  </a:lnTo>
                  <a:lnTo>
                    <a:pt x="3731657" y="464809"/>
                  </a:lnTo>
                  <a:lnTo>
                    <a:pt x="3778197" y="418174"/>
                  </a:lnTo>
                  <a:lnTo>
                    <a:pt x="3820202" y="379945"/>
                  </a:lnTo>
                  <a:lnTo>
                    <a:pt x="3871500" y="338117"/>
                  </a:lnTo>
                  <a:lnTo>
                    <a:pt x="3925189" y="299879"/>
                  </a:lnTo>
                  <a:lnTo>
                    <a:pt x="3981928" y="265105"/>
                  </a:lnTo>
                  <a:lnTo>
                    <a:pt x="4042444" y="233556"/>
                  </a:lnTo>
                  <a:lnTo>
                    <a:pt x="4107489" y="204941"/>
                  </a:lnTo>
                  <a:lnTo>
                    <a:pt x="4177803" y="178957"/>
                  </a:lnTo>
                  <a:lnTo>
                    <a:pt x="4254064" y="155323"/>
                  </a:lnTo>
                  <a:lnTo>
                    <a:pt x="4336826" y="133787"/>
                  </a:lnTo>
                  <a:lnTo>
                    <a:pt x="4426432" y="114139"/>
                  </a:lnTo>
                  <a:lnTo>
                    <a:pt x="4522907" y="96217"/>
                  </a:lnTo>
                  <a:lnTo>
                    <a:pt x="4625822" y="79907"/>
                  </a:lnTo>
                  <a:lnTo>
                    <a:pt x="4734162" y="65145"/>
                  </a:lnTo>
                  <a:lnTo>
                    <a:pt x="4846199" y="51909"/>
                  </a:lnTo>
                  <a:lnTo>
                    <a:pt x="4959428" y="40211"/>
                  </a:lnTo>
                  <a:lnTo>
                    <a:pt x="5070612" y="30082"/>
                  </a:lnTo>
                  <a:lnTo>
                    <a:pt x="5175982" y="21553"/>
                  </a:lnTo>
                  <a:lnTo>
                    <a:pt x="5271612" y="14625"/>
                  </a:lnTo>
                  <a:lnTo>
                    <a:pt x="5353933" y="9256"/>
                  </a:lnTo>
                  <a:lnTo>
                    <a:pt x="5420300" y="5338"/>
                  </a:lnTo>
                  <a:lnTo>
                    <a:pt x="5469468" y="2699"/>
                  </a:lnTo>
                  <a:lnTo>
                    <a:pt x="5501868" y="1114"/>
                  </a:lnTo>
                  <a:lnTo>
                    <a:pt x="5519644" y="318"/>
                  </a:lnTo>
                  <a:lnTo>
                    <a:pt x="5526489" y="36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5" y="18"/>
                  </a:lnTo>
                  <a:lnTo>
                    <a:pt x="6530968" y="146"/>
                  </a:lnTo>
                  <a:lnTo>
                    <a:pt x="6549859" y="500"/>
                  </a:lnTo>
                  <a:lnTo>
                    <a:pt x="6583889" y="1198"/>
                  </a:lnTo>
                  <a:lnTo>
                    <a:pt x="6635128" y="2352"/>
                  </a:lnTo>
                  <a:lnTo>
                    <a:pt x="6703859" y="4057"/>
                  </a:lnTo>
                  <a:lnTo>
                    <a:pt x="6788638" y="6384"/>
                  </a:lnTo>
                  <a:lnTo>
                    <a:pt x="6886609" y="9376"/>
                  </a:lnTo>
                  <a:lnTo>
                    <a:pt x="6994021" y="13049"/>
                  </a:lnTo>
                  <a:lnTo>
                    <a:pt x="7106824" y="17399"/>
                  </a:lnTo>
                  <a:lnTo>
                    <a:pt x="7221194" y="22413"/>
                  </a:lnTo>
                  <a:lnTo>
                    <a:pt x="7333900" y="28078"/>
                  </a:lnTo>
                  <a:lnTo>
                    <a:pt x="7442491" y="34392"/>
                  </a:lnTo>
                  <a:lnTo>
                    <a:pt x="7545318" y="41365"/>
                  </a:lnTo>
                  <a:lnTo>
                    <a:pt x="7641453" y="49031"/>
                  </a:lnTo>
                  <a:lnTo>
                    <a:pt x="7730556" y="57441"/>
                  </a:lnTo>
                  <a:lnTo>
                    <a:pt x="7812728" y="66670"/>
                  </a:lnTo>
                  <a:lnTo>
                    <a:pt x="7888374" y="76810"/>
                  </a:lnTo>
                  <a:lnTo>
                    <a:pt x="7958101" y="87974"/>
                  </a:lnTo>
                  <a:lnTo>
                    <a:pt x="8022628" y="100284"/>
                  </a:lnTo>
                  <a:lnTo>
                    <a:pt x="8082724" y="113871"/>
                  </a:lnTo>
                  <a:lnTo>
                    <a:pt x="8139160" y="128856"/>
                  </a:lnTo>
                  <a:lnTo>
                    <a:pt x="8192672" y="145331"/>
                  </a:lnTo>
                  <a:lnTo>
                    <a:pt x="8229629" y="158092"/>
                  </a:lnTo>
                  <a:lnTo>
                    <a:pt x="8287219" y="180287"/>
                  </a:lnTo>
                  <a:lnTo>
                    <a:pt x="8343089" y="204566"/>
                  </a:lnTo>
                  <a:lnTo>
                    <a:pt x="8397838" y="230964"/>
                  </a:lnTo>
                  <a:lnTo>
                    <a:pt x="8451916" y="259459"/>
                  </a:lnTo>
                  <a:lnTo>
                    <a:pt x="8505652" y="289959"/>
                  </a:lnTo>
                  <a:lnTo>
                    <a:pt x="8559272" y="322306"/>
                  </a:lnTo>
                  <a:lnTo>
                    <a:pt x="8612916" y="356264"/>
                  </a:lnTo>
                  <a:lnTo>
                    <a:pt x="8666651" y="391535"/>
                  </a:lnTo>
                  <a:lnTo>
                    <a:pt x="8720487" y="427757"/>
                  </a:lnTo>
                  <a:lnTo>
                    <a:pt x="8774393" y="464526"/>
                  </a:lnTo>
                  <a:lnTo>
                    <a:pt x="8828314" y="501411"/>
                  </a:lnTo>
                  <a:lnTo>
                    <a:pt x="8882193" y="537975"/>
                  </a:lnTo>
                  <a:lnTo>
                    <a:pt x="8935983" y="573796"/>
                  </a:lnTo>
                  <a:lnTo>
                    <a:pt x="8989671" y="608489"/>
                  </a:lnTo>
                  <a:lnTo>
                    <a:pt x="9043291" y="641721"/>
                  </a:lnTo>
                  <a:lnTo>
                    <a:pt x="9096943" y="673221"/>
                  </a:lnTo>
                  <a:lnTo>
                    <a:pt x="9150806" y="702792"/>
                  </a:lnTo>
                  <a:lnTo>
                    <a:pt x="9205153" y="730304"/>
                  </a:lnTo>
                  <a:lnTo>
                    <a:pt x="9260366" y="755702"/>
                  </a:lnTo>
                  <a:lnTo>
                    <a:pt x="9316962" y="778990"/>
                  </a:lnTo>
                  <a:lnTo>
                    <a:pt x="9347647" y="790462"/>
                  </a:lnTo>
                  <a:lnTo>
                    <a:pt x="9399470" y="808033"/>
                  </a:lnTo>
                  <a:lnTo>
                    <a:pt x="9453737" y="824080"/>
                  </a:lnTo>
                  <a:lnTo>
                    <a:pt x="9511131" y="838659"/>
                  </a:lnTo>
                  <a:lnTo>
                    <a:pt x="9572400" y="851872"/>
                  </a:lnTo>
                  <a:lnTo>
                    <a:pt x="9638319" y="863846"/>
                  </a:lnTo>
                  <a:lnTo>
                    <a:pt x="9709650" y="874708"/>
                  </a:lnTo>
                  <a:lnTo>
                    <a:pt x="9787086" y="884580"/>
                  </a:lnTo>
                  <a:lnTo>
                    <a:pt x="9871186" y="893568"/>
                  </a:lnTo>
                  <a:lnTo>
                    <a:pt x="9962282" y="901762"/>
                  </a:lnTo>
                  <a:lnTo>
                    <a:pt x="10060366" y="909227"/>
                  </a:lnTo>
                  <a:lnTo>
                    <a:pt x="10164945" y="916012"/>
                  </a:lnTo>
                  <a:lnTo>
                    <a:pt x="10274900" y="922142"/>
                  </a:lnTo>
                  <a:lnTo>
                    <a:pt x="10388360" y="927624"/>
                  </a:lnTo>
                  <a:lnTo>
                    <a:pt x="10502645" y="932452"/>
                  </a:lnTo>
                  <a:lnTo>
                    <a:pt x="10614331" y="936612"/>
                  </a:lnTo>
                  <a:lnTo>
                    <a:pt x="10719483" y="940092"/>
                  </a:lnTo>
                  <a:lnTo>
                    <a:pt x="10814079" y="942893"/>
                  </a:lnTo>
                  <a:lnTo>
                    <a:pt x="10894560" y="945039"/>
                  </a:lnTo>
                  <a:lnTo>
                    <a:pt x="10958423" y="946580"/>
                  </a:lnTo>
                  <a:lnTo>
                    <a:pt x="11004691" y="947594"/>
                  </a:lnTo>
                  <a:lnTo>
                    <a:pt x="11034158" y="948184"/>
                  </a:lnTo>
                  <a:lnTo>
                    <a:pt x="11049377" y="948462"/>
                  </a:lnTo>
                  <a:lnTo>
                    <a:pt x="11054468" y="948548"/>
                  </a:lnTo>
                  <a:lnTo>
                    <a:pt x="11054891" y="948554"/>
                  </a:lnTo>
                  <a:lnTo>
                    <a:pt x="12049831" y="948554"/>
                  </a:lnTo>
                  <a:lnTo>
                    <a:pt x="12049831" y="9485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5" name="pl1804"/>
            <p:cNvSpPr/>
            <p:nvPr/>
          </p:nvSpPr>
          <p:spPr>
            <a:xfrm>
              <a:off x="1199187" y="3542504"/>
              <a:ext cx="12049831" cy="2279675"/>
            </a:xfrm>
            <a:custGeom>
              <a:avLst/>
              <a:pathLst>
                <a:path w="12049831" h="2279675">
                  <a:moveTo>
                    <a:pt x="12049831" y="948554"/>
                  </a:moveTo>
                  <a:lnTo>
                    <a:pt x="11054891" y="948554"/>
                  </a:lnTo>
                  <a:lnTo>
                    <a:pt x="11053762" y="948536"/>
                  </a:lnTo>
                  <a:lnTo>
                    <a:pt x="11046308" y="948408"/>
                  </a:lnTo>
                  <a:lnTo>
                    <a:pt x="11027417" y="948054"/>
                  </a:lnTo>
                  <a:lnTo>
                    <a:pt x="10993387" y="947356"/>
                  </a:lnTo>
                  <a:lnTo>
                    <a:pt x="10942149" y="946202"/>
                  </a:lnTo>
                  <a:lnTo>
                    <a:pt x="10873418" y="944497"/>
                  </a:lnTo>
                  <a:lnTo>
                    <a:pt x="10788639" y="942170"/>
                  </a:lnTo>
                  <a:lnTo>
                    <a:pt x="10690668" y="939178"/>
                  </a:lnTo>
                  <a:lnTo>
                    <a:pt x="10583256" y="935505"/>
                  </a:lnTo>
                  <a:lnTo>
                    <a:pt x="10470452" y="931155"/>
                  </a:lnTo>
                  <a:lnTo>
                    <a:pt x="10356083" y="926141"/>
                  </a:lnTo>
                  <a:lnTo>
                    <a:pt x="10243377" y="920476"/>
                  </a:lnTo>
                  <a:lnTo>
                    <a:pt x="10134786" y="914162"/>
                  </a:lnTo>
                  <a:lnTo>
                    <a:pt x="10031959" y="907188"/>
                  </a:lnTo>
                  <a:lnTo>
                    <a:pt x="9935823" y="899523"/>
                  </a:lnTo>
                  <a:lnTo>
                    <a:pt x="9846720" y="891113"/>
                  </a:lnTo>
                  <a:lnTo>
                    <a:pt x="9764549" y="881884"/>
                  </a:lnTo>
                  <a:lnTo>
                    <a:pt x="9688902" y="871744"/>
                  </a:lnTo>
                  <a:lnTo>
                    <a:pt x="9619175" y="860580"/>
                  </a:lnTo>
                  <a:lnTo>
                    <a:pt x="9554648" y="848269"/>
                  </a:lnTo>
                  <a:lnTo>
                    <a:pt x="9494553" y="834682"/>
                  </a:lnTo>
                  <a:lnTo>
                    <a:pt x="9438116" y="819698"/>
                  </a:lnTo>
                  <a:lnTo>
                    <a:pt x="9384605" y="803222"/>
                  </a:lnTo>
                  <a:lnTo>
                    <a:pt x="9347647" y="790462"/>
                  </a:lnTo>
                  <a:lnTo>
                    <a:pt x="9290057" y="768267"/>
                  </a:lnTo>
                  <a:lnTo>
                    <a:pt x="9234187" y="743988"/>
                  </a:lnTo>
                  <a:lnTo>
                    <a:pt x="9179439" y="717590"/>
                  </a:lnTo>
                  <a:lnTo>
                    <a:pt x="9125361" y="689095"/>
                  </a:lnTo>
                  <a:lnTo>
                    <a:pt x="9071625" y="658594"/>
                  </a:lnTo>
                  <a:lnTo>
                    <a:pt x="9018005" y="626248"/>
                  </a:lnTo>
                  <a:lnTo>
                    <a:pt x="8964361" y="592289"/>
                  </a:lnTo>
                  <a:lnTo>
                    <a:pt x="8910626" y="557019"/>
                  </a:lnTo>
                  <a:lnTo>
                    <a:pt x="8856790" y="520797"/>
                  </a:lnTo>
                  <a:lnTo>
                    <a:pt x="8802884" y="484028"/>
                  </a:lnTo>
                  <a:lnTo>
                    <a:pt x="8748962" y="447143"/>
                  </a:lnTo>
                  <a:lnTo>
                    <a:pt x="8695083" y="410579"/>
                  </a:lnTo>
                  <a:lnTo>
                    <a:pt x="8641294" y="374758"/>
                  </a:lnTo>
                  <a:lnTo>
                    <a:pt x="8587606" y="340064"/>
                  </a:lnTo>
                  <a:lnTo>
                    <a:pt x="8533986" y="306833"/>
                  </a:lnTo>
                  <a:lnTo>
                    <a:pt x="8480333" y="275332"/>
                  </a:lnTo>
                  <a:lnTo>
                    <a:pt x="8426470" y="245762"/>
                  </a:lnTo>
                  <a:lnTo>
                    <a:pt x="8372124" y="218249"/>
                  </a:lnTo>
                  <a:lnTo>
                    <a:pt x="8316911" y="192852"/>
                  </a:lnTo>
                  <a:lnTo>
                    <a:pt x="8260314" y="169563"/>
                  </a:lnTo>
                  <a:lnTo>
                    <a:pt x="8229629" y="158092"/>
                  </a:lnTo>
                  <a:lnTo>
                    <a:pt x="8177807" y="140521"/>
                  </a:lnTo>
                  <a:lnTo>
                    <a:pt x="8123539" y="124474"/>
                  </a:lnTo>
                  <a:lnTo>
                    <a:pt x="8066146" y="109895"/>
                  </a:lnTo>
                  <a:lnTo>
                    <a:pt x="8004877" y="96682"/>
                  </a:lnTo>
                  <a:lnTo>
                    <a:pt x="7938957" y="84708"/>
                  </a:lnTo>
                  <a:lnTo>
                    <a:pt x="7867626" y="73846"/>
                  </a:lnTo>
                  <a:lnTo>
                    <a:pt x="7790191" y="63974"/>
                  </a:lnTo>
                  <a:lnTo>
                    <a:pt x="7706091" y="54985"/>
                  </a:lnTo>
                  <a:lnTo>
                    <a:pt x="7614994" y="46792"/>
                  </a:lnTo>
                  <a:lnTo>
                    <a:pt x="7516911" y="39326"/>
                  </a:lnTo>
                  <a:lnTo>
                    <a:pt x="7412332" y="32542"/>
                  </a:lnTo>
                  <a:lnTo>
                    <a:pt x="7302377" y="26412"/>
                  </a:lnTo>
                  <a:lnTo>
                    <a:pt x="7188917" y="20929"/>
                  </a:lnTo>
                  <a:lnTo>
                    <a:pt x="7074632" y="16101"/>
                  </a:lnTo>
                  <a:lnTo>
                    <a:pt x="6962946" y="11942"/>
                  </a:lnTo>
                  <a:lnTo>
                    <a:pt x="6857793" y="8462"/>
                  </a:lnTo>
                  <a:lnTo>
                    <a:pt x="6763198" y="5660"/>
                  </a:lnTo>
                  <a:lnTo>
                    <a:pt x="6682717" y="3515"/>
                  </a:lnTo>
                  <a:lnTo>
                    <a:pt x="6618854" y="1974"/>
                  </a:lnTo>
                  <a:lnTo>
                    <a:pt x="6572586" y="959"/>
                  </a:lnTo>
                  <a:lnTo>
                    <a:pt x="6543118" y="370"/>
                  </a:lnTo>
                  <a:lnTo>
                    <a:pt x="6527900" y="92"/>
                  </a:lnTo>
                  <a:lnTo>
                    <a:pt x="6522809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9" y="41"/>
                  </a:lnTo>
                  <a:lnTo>
                    <a:pt x="5519106" y="340"/>
                  </a:lnTo>
                  <a:lnTo>
                    <a:pt x="5500736" y="1166"/>
                  </a:lnTo>
                  <a:lnTo>
                    <a:pt x="5467609" y="2795"/>
                  </a:lnTo>
                  <a:lnTo>
                    <a:pt x="5417656" y="5486"/>
                  </a:lnTo>
                  <a:lnTo>
                    <a:pt x="5350525" y="9467"/>
                  </a:lnTo>
                  <a:lnTo>
                    <a:pt x="5267533" y="14905"/>
                  </a:lnTo>
                  <a:lnTo>
                    <a:pt x="5171379" y="21905"/>
                  </a:lnTo>
                  <a:lnTo>
                    <a:pt x="5065660" y="30508"/>
                  </a:lnTo>
                  <a:lnTo>
                    <a:pt x="4954304" y="40708"/>
                  </a:lnTo>
                  <a:lnTo>
                    <a:pt x="4841064" y="52477"/>
                  </a:lnTo>
                  <a:lnTo>
                    <a:pt x="4729147" y="65782"/>
                  </a:lnTo>
                  <a:lnTo>
                    <a:pt x="4621021" y="80614"/>
                  </a:lnTo>
                  <a:lnTo>
                    <a:pt x="4518381" y="96995"/>
                  </a:lnTo>
                  <a:lnTo>
                    <a:pt x="4422213" y="114992"/>
                  </a:lnTo>
                  <a:lnTo>
                    <a:pt x="4332921" y="134722"/>
                  </a:lnTo>
                  <a:lnTo>
                    <a:pt x="4250464" y="156349"/>
                  </a:lnTo>
                  <a:lnTo>
                    <a:pt x="4174486" y="180084"/>
                  </a:lnTo>
                  <a:lnTo>
                    <a:pt x="4104427" y="206181"/>
                  </a:lnTo>
                  <a:lnTo>
                    <a:pt x="4039604" y="234923"/>
                  </a:lnTo>
                  <a:lnTo>
                    <a:pt x="3979276" y="266612"/>
                  </a:lnTo>
                  <a:lnTo>
                    <a:pt x="3922690" y="301538"/>
                  </a:lnTo>
                  <a:lnTo>
                    <a:pt x="3869124" y="339938"/>
                  </a:lnTo>
                  <a:lnTo>
                    <a:pt x="3820202" y="379945"/>
                  </a:lnTo>
                  <a:lnTo>
                    <a:pt x="3772540" y="423601"/>
                  </a:lnTo>
                  <a:lnTo>
                    <a:pt x="3726130" y="470649"/>
                  </a:lnTo>
                  <a:lnTo>
                    <a:pt x="3680610" y="521157"/>
                  </a:lnTo>
                  <a:lnTo>
                    <a:pt x="3635694" y="575130"/>
                  </a:lnTo>
                  <a:lnTo>
                    <a:pt x="3591157" y="632504"/>
                  </a:lnTo>
                  <a:lnTo>
                    <a:pt x="3546829" y="693137"/>
                  </a:lnTo>
                  <a:lnTo>
                    <a:pt x="3502583" y="756808"/>
                  </a:lnTo>
                  <a:lnTo>
                    <a:pt x="3458337" y="823216"/>
                  </a:lnTo>
                  <a:lnTo>
                    <a:pt x="3414041" y="891982"/>
                  </a:lnTo>
                  <a:lnTo>
                    <a:pt x="3369675" y="962656"/>
                  </a:lnTo>
                  <a:lnTo>
                    <a:pt x="3325242" y="1034729"/>
                  </a:lnTo>
                  <a:lnTo>
                    <a:pt x="3280764" y="1107646"/>
                  </a:lnTo>
                  <a:lnTo>
                    <a:pt x="3236271" y="1180822"/>
                  </a:lnTo>
                  <a:lnTo>
                    <a:pt x="3191797" y="1253668"/>
                  </a:lnTo>
                  <a:lnTo>
                    <a:pt x="3147372" y="1325601"/>
                  </a:lnTo>
                  <a:lnTo>
                    <a:pt x="3103014" y="1396072"/>
                  </a:lnTo>
                  <a:lnTo>
                    <a:pt x="3058726" y="1464577"/>
                  </a:lnTo>
                  <a:lnTo>
                    <a:pt x="3014483" y="1530675"/>
                  </a:lnTo>
                  <a:lnTo>
                    <a:pt x="2970233" y="1593995"/>
                  </a:lnTo>
                  <a:lnTo>
                    <a:pt x="2925886" y="1654246"/>
                  </a:lnTo>
                  <a:lnTo>
                    <a:pt x="2881314" y="1711217"/>
                  </a:lnTo>
                  <a:lnTo>
                    <a:pt x="2836339" y="1764775"/>
                  </a:lnTo>
                  <a:lnTo>
                    <a:pt x="2790728" y="1814866"/>
                  </a:lnTo>
                  <a:lnTo>
                    <a:pt x="2744188" y="1861501"/>
                  </a:lnTo>
                  <a:lnTo>
                    <a:pt x="2702183" y="1899729"/>
                  </a:lnTo>
                  <a:lnTo>
                    <a:pt x="2650885" y="1941558"/>
                  </a:lnTo>
                  <a:lnTo>
                    <a:pt x="2597196" y="1979796"/>
                  </a:lnTo>
                  <a:lnTo>
                    <a:pt x="2540457" y="2014570"/>
                  </a:lnTo>
                  <a:lnTo>
                    <a:pt x="2479941" y="2046118"/>
                  </a:lnTo>
                  <a:lnTo>
                    <a:pt x="2414896" y="2074734"/>
                  </a:lnTo>
                  <a:lnTo>
                    <a:pt x="2344582" y="2100717"/>
                  </a:lnTo>
                  <a:lnTo>
                    <a:pt x="2268321" y="2124352"/>
                  </a:lnTo>
                  <a:lnTo>
                    <a:pt x="2185559" y="2145888"/>
                  </a:lnTo>
                  <a:lnTo>
                    <a:pt x="2095953" y="2165536"/>
                  </a:lnTo>
                  <a:lnTo>
                    <a:pt x="1999478" y="2183458"/>
                  </a:lnTo>
                  <a:lnTo>
                    <a:pt x="1896563" y="2199768"/>
                  </a:lnTo>
                  <a:lnTo>
                    <a:pt x="1788223" y="2214530"/>
                  </a:lnTo>
                  <a:lnTo>
                    <a:pt x="1676186" y="2227766"/>
                  </a:lnTo>
                  <a:lnTo>
                    <a:pt x="1562957" y="2239464"/>
                  </a:lnTo>
                  <a:lnTo>
                    <a:pt x="1451773" y="2249593"/>
                  </a:lnTo>
                  <a:lnTo>
                    <a:pt x="1346403" y="2258122"/>
                  </a:lnTo>
                  <a:lnTo>
                    <a:pt x="1250773" y="2265050"/>
                  </a:lnTo>
                  <a:lnTo>
                    <a:pt x="1168452" y="2270419"/>
                  </a:lnTo>
                  <a:lnTo>
                    <a:pt x="1102085" y="2274337"/>
                  </a:lnTo>
                  <a:lnTo>
                    <a:pt x="1052917" y="2276975"/>
                  </a:lnTo>
                  <a:lnTo>
                    <a:pt x="1020517" y="2278561"/>
                  </a:lnTo>
                  <a:lnTo>
                    <a:pt x="1002741" y="2279357"/>
                  </a:lnTo>
                  <a:lnTo>
                    <a:pt x="995896" y="2279639"/>
                  </a:lnTo>
                  <a:lnTo>
                    <a:pt x="994940" y="2279675"/>
                  </a:lnTo>
                  <a:lnTo>
                    <a:pt x="0" y="2279675"/>
                  </a:lnTo>
                  <a:lnTo>
                    <a:pt x="0" y="22796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6" name="pg1805"/>
            <p:cNvSpPr/>
            <p:nvPr/>
          </p:nvSpPr>
          <p:spPr>
            <a:xfrm>
              <a:off x="1199187" y="3589669"/>
              <a:ext cx="12049831" cy="2242991"/>
            </a:xfrm>
            <a:custGeom>
              <a:avLst/>
              <a:pathLst>
                <a:path w="12049831" h="2242991">
                  <a:moveTo>
                    <a:pt x="0" y="2242991"/>
                  </a:moveTo>
                  <a:lnTo>
                    <a:pt x="994940" y="2242991"/>
                  </a:lnTo>
                  <a:lnTo>
                    <a:pt x="996038" y="2242950"/>
                  </a:lnTo>
                  <a:lnTo>
                    <a:pt x="1003289" y="2242656"/>
                  </a:lnTo>
                  <a:lnTo>
                    <a:pt x="1021682" y="2241844"/>
                  </a:lnTo>
                  <a:lnTo>
                    <a:pt x="1054848" y="2240244"/>
                  </a:lnTo>
                  <a:lnTo>
                    <a:pt x="1104855" y="2237598"/>
                  </a:lnTo>
                  <a:lnTo>
                    <a:pt x="1172054" y="2233686"/>
                  </a:lnTo>
                  <a:lnTo>
                    <a:pt x="1255123" y="2228341"/>
                  </a:lnTo>
                  <a:lnTo>
                    <a:pt x="1351355" y="2221462"/>
                  </a:lnTo>
                  <a:lnTo>
                    <a:pt x="1457148" y="2213008"/>
                  </a:lnTo>
                  <a:lnTo>
                    <a:pt x="1568567" y="2202984"/>
                  </a:lnTo>
                  <a:lnTo>
                    <a:pt x="1681856" y="2191421"/>
                  </a:lnTo>
                  <a:lnTo>
                    <a:pt x="1793808" y="2178347"/>
                  </a:lnTo>
                  <a:lnTo>
                    <a:pt x="1901954" y="2163773"/>
                  </a:lnTo>
                  <a:lnTo>
                    <a:pt x="2004603" y="2147678"/>
                  </a:lnTo>
                  <a:lnTo>
                    <a:pt x="2100770" y="2129993"/>
                  </a:lnTo>
                  <a:lnTo>
                    <a:pt x="2190055" y="2110606"/>
                  </a:lnTo>
                  <a:lnTo>
                    <a:pt x="2272500" y="2089354"/>
                  </a:lnTo>
                  <a:lnTo>
                    <a:pt x="2348464" y="2066029"/>
                  </a:lnTo>
                  <a:lnTo>
                    <a:pt x="2418509" y="2040382"/>
                  </a:lnTo>
                  <a:lnTo>
                    <a:pt x="2483319" y="2012133"/>
                  </a:lnTo>
                  <a:lnTo>
                    <a:pt x="2543636" y="1980986"/>
                  </a:lnTo>
                  <a:lnTo>
                    <a:pt x="2600215" y="1946657"/>
                  </a:lnTo>
                  <a:lnTo>
                    <a:pt x="2653779" y="1908913"/>
                  </a:lnTo>
                  <a:lnTo>
                    <a:pt x="2702183" y="1870032"/>
                  </a:lnTo>
                  <a:lnTo>
                    <a:pt x="2750127" y="1826913"/>
                  </a:lnTo>
                  <a:lnTo>
                    <a:pt x="2796806" y="1780422"/>
                  </a:lnTo>
                  <a:lnTo>
                    <a:pt x="2842588" y="1730494"/>
                  </a:lnTo>
                  <a:lnTo>
                    <a:pt x="2887764" y="1677124"/>
                  </a:lnTo>
                  <a:lnTo>
                    <a:pt x="2932560" y="1620379"/>
                  </a:lnTo>
                  <a:lnTo>
                    <a:pt x="2977150" y="1560401"/>
                  </a:lnTo>
                  <a:lnTo>
                    <a:pt x="3021660" y="1497415"/>
                  </a:lnTo>
                  <a:lnTo>
                    <a:pt x="3066173" y="1431723"/>
                  </a:lnTo>
                  <a:lnTo>
                    <a:pt x="3110738" y="1363710"/>
                  </a:lnTo>
                  <a:lnTo>
                    <a:pt x="3155375" y="1293826"/>
                  </a:lnTo>
                  <a:lnTo>
                    <a:pt x="3200077" y="1222586"/>
                  </a:lnTo>
                  <a:lnTo>
                    <a:pt x="3244825" y="1150544"/>
                  </a:lnTo>
                  <a:lnTo>
                    <a:pt x="3289584" y="1078287"/>
                  </a:lnTo>
                  <a:lnTo>
                    <a:pt x="3334322" y="1006404"/>
                  </a:lnTo>
                  <a:lnTo>
                    <a:pt x="3379009" y="935475"/>
                  </a:lnTo>
                  <a:lnTo>
                    <a:pt x="3423626" y="866046"/>
                  </a:lnTo>
                  <a:lnTo>
                    <a:pt x="3468174" y="798615"/>
                  </a:lnTo>
                  <a:lnTo>
                    <a:pt x="3512680" y="733616"/>
                  </a:lnTo>
                  <a:lnTo>
                    <a:pt x="3557201" y="671411"/>
                  </a:lnTo>
                  <a:lnTo>
                    <a:pt x="3601833" y="612283"/>
                  </a:lnTo>
                  <a:lnTo>
                    <a:pt x="3646712" y="556433"/>
                  </a:lnTo>
                  <a:lnTo>
                    <a:pt x="3692026" y="503984"/>
                  </a:lnTo>
                  <a:lnTo>
                    <a:pt x="3738017" y="454983"/>
                  </a:lnTo>
                  <a:lnTo>
                    <a:pt x="3784997" y="409407"/>
                  </a:lnTo>
                  <a:lnTo>
                    <a:pt x="3820202" y="378199"/>
                  </a:lnTo>
                  <a:lnTo>
                    <a:pt x="3871523" y="337123"/>
                  </a:lnTo>
                  <a:lnTo>
                    <a:pt x="3925236" y="299573"/>
                  </a:lnTo>
                  <a:lnTo>
                    <a:pt x="3982004" y="265428"/>
                  </a:lnTo>
                  <a:lnTo>
                    <a:pt x="4042552" y="234451"/>
                  </a:lnTo>
                  <a:lnTo>
                    <a:pt x="4107634" y="206355"/>
                  </a:lnTo>
                  <a:lnTo>
                    <a:pt x="4177992" y="180844"/>
                  </a:lnTo>
                  <a:lnTo>
                    <a:pt x="4254303" y="157641"/>
                  </a:lnTo>
                  <a:lnTo>
                    <a:pt x="4337122" y="136497"/>
                  </a:lnTo>
                  <a:lnTo>
                    <a:pt x="4426793" y="117209"/>
                  </a:lnTo>
                  <a:lnTo>
                    <a:pt x="4523336" y="99615"/>
                  </a:lnTo>
                  <a:lnTo>
                    <a:pt x="4626323" y="83606"/>
                  </a:lnTo>
                  <a:lnTo>
                    <a:pt x="4734733" y="69117"/>
                  </a:lnTo>
                  <a:lnTo>
                    <a:pt x="4846832" y="56126"/>
                  </a:lnTo>
                  <a:lnTo>
                    <a:pt x="4960108" y="44647"/>
                  </a:lnTo>
                  <a:lnTo>
                    <a:pt x="5071315" y="34711"/>
                  </a:lnTo>
                  <a:lnTo>
                    <a:pt x="5176678" y="26345"/>
                  </a:lnTo>
                  <a:lnTo>
                    <a:pt x="5272266" y="19553"/>
                  </a:lnTo>
                  <a:lnTo>
                    <a:pt x="5354511" y="14291"/>
                  </a:lnTo>
                  <a:lnTo>
                    <a:pt x="5420773" y="10454"/>
                  </a:lnTo>
                  <a:lnTo>
                    <a:pt x="5469817" y="7873"/>
                  </a:lnTo>
                  <a:lnTo>
                    <a:pt x="5502090" y="6324"/>
                  </a:lnTo>
                  <a:lnTo>
                    <a:pt x="5519753" y="5548"/>
                  </a:lnTo>
                  <a:lnTo>
                    <a:pt x="5526518" y="5275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0" y="5272"/>
                  </a:lnTo>
                  <a:lnTo>
                    <a:pt x="6530858" y="5495"/>
                  </a:lnTo>
                  <a:lnTo>
                    <a:pt x="6549513" y="6113"/>
                  </a:lnTo>
                  <a:lnTo>
                    <a:pt x="6583134" y="7331"/>
                  </a:lnTo>
                  <a:lnTo>
                    <a:pt x="6633790" y="9344"/>
                  </a:lnTo>
                  <a:lnTo>
                    <a:pt x="6701797" y="12319"/>
                  </a:lnTo>
                  <a:lnTo>
                    <a:pt x="6785769" y="16382"/>
                  </a:lnTo>
                  <a:lnTo>
                    <a:pt x="6882920" y="21608"/>
                  </a:lnTo>
                  <a:lnTo>
                    <a:pt x="6989571" y="28026"/>
                  </a:lnTo>
                  <a:lnTo>
                    <a:pt x="7101724" y="35632"/>
                  </a:lnTo>
                  <a:lnTo>
                    <a:pt x="7215588" y="44403"/>
                  </a:lnTo>
                  <a:lnTo>
                    <a:pt x="7327943" y="54316"/>
                  </a:lnTo>
                  <a:lnTo>
                    <a:pt x="7436329" y="65364"/>
                  </a:lnTo>
                  <a:lnTo>
                    <a:pt x="7539076" y="77567"/>
                  </a:lnTo>
                  <a:lnTo>
                    <a:pt x="7635229" y="90978"/>
                  </a:lnTo>
                  <a:lnTo>
                    <a:pt x="7724420" y="105686"/>
                  </a:lnTo>
                  <a:lnTo>
                    <a:pt x="7806722" y="121817"/>
                  </a:lnTo>
                  <a:lnTo>
                    <a:pt x="7882519" y="139532"/>
                  </a:lnTo>
                  <a:lnTo>
                    <a:pt x="7952395" y="159024"/>
                  </a:lnTo>
                  <a:lnTo>
                    <a:pt x="8017054" y="180506"/>
                  </a:lnTo>
                  <a:lnTo>
                    <a:pt x="8077253" y="204205"/>
                  </a:lnTo>
                  <a:lnTo>
                    <a:pt x="8133754" y="230334"/>
                  </a:lnTo>
                  <a:lnTo>
                    <a:pt x="8187288" y="259063"/>
                  </a:lnTo>
                  <a:lnTo>
                    <a:pt x="8229629" y="284741"/>
                  </a:lnTo>
                  <a:lnTo>
                    <a:pt x="8281624" y="319947"/>
                  </a:lnTo>
                  <a:lnTo>
                    <a:pt x="8332169" y="358137"/>
                  </a:lnTo>
                  <a:lnTo>
                    <a:pt x="8381719" y="399370"/>
                  </a:lnTo>
                  <a:lnTo>
                    <a:pt x="8430628" y="443633"/>
                  </a:lnTo>
                  <a:lnTo>
                    <a:pt x="8479166" y="490843"/>
                  </a:lnTo>
                  <a:lnTo>
                    <a:pt x="8527530" y="540832"/>
                  </a:lnTo>
                  <a:lnTo>
                    <a:pt x="8575856" y="593349"/>
                  </a:lnTo>
                  <a:lnTo>
                    <a:pt x="8624224" y="648060"/>
                  </a:lnTo>
                  <a:lnTo>
                    <a:pt x="8672671" y="704554"/>
                  </a:lnTo>
                  <a:lnTo>
                    <a:pt x="8721200" y="762353"/>
                  </a:lnTo>
                  <a:lnTo>
                    <a:pt x="8769786" y="820930"/>
                  </a:lnTo>
                  <a:lnTo>
                    <a:pt x="8818389" y="879728"/>
                  </a:lnTo>
                  <a:lnTo>
                    <a:pt x="8866965" y="938178"/>
                  </a:lnTo>
                  <a:lnTo>
                    <a:pt x="8915477" y="995729"/>
                  </a:lnTo>
                  <a:lnTo>
                    <a:pt x="8963905" y="1051862"/>
                  </a:lnTo>
                  <a:lnTo>
                    <a:pt x="9012259" y="1106114"/>
                  </a:lnTo>
                  <a:lnTo>
                    <a:pt x="9060584" y="1158091"/>
                  </a:lnTo>
                  <a:lnTo>
                    <a:pt x="9108974" y="1207475"/>
                  </a:lnTo>
                  <a:lnTo>
                    <a:pt x="9157576" y="1254036"/>
                  </a:lnTo>
                  <a:lnTo>
                    <a:pt x="9206602" y="1297625"/>
                  </a:lnTo>
                  <a:lnTo>
                    <a:pt x="9256341" y="1338173"/>
                  </a:lnTo>
                  <a:lnTo>
                    <a:pt x="9307167" y="1375688"/>
                  </a:lnTo>
                  <a:lnTo>
                    <a:pt x="9347647" y="1402743"/>
                  </a:lnTo>
                  <a:lnTo>
                    <a:pt x="9399233" y="1433674"/>
                  </a:lnTo>
                  <a:lnTo>
                    <a:pt x="9453240" y="1461937"/>
                  </a:lnTo>
                  <a:lnTo>
                    <a:pt x="9510338" y="1487623"/>
                  </a:lnTo>
                  <a:lnTo>
                    <a:pt x="9571266" y="1510916"/>
                  </a:lnTo>
                  <a:lnTo>
                    <a:pt x="9636790" y="1532031"/>
                  </a:lnTo>
                  <a:lnTo>
                    <a:pt x="9707661" y="1551195"/>
                  </a:lnTo>
                  <a:lnTo>
                    <a:pt x="9784566" y="1568618"/>
                  </a:lnTo>
                  <a:lnTo>
                    <a:pt x="9868060" y="1584488"/>
                  </a:lnTo>
                  <a:lnTo>
                    <a:pt x="9958483" y="1598959"/>
                  </a:lnTo>
                  <a:lnTo>
                    <a:pt x="10055839" y="1612151"/>
                  </a:lnTo>
                  <a:lnTo>
                    <a:pt x="10159668" y="1624148"/>
                  </a:lnTo>
                  <a:lnTo>
                    <a:pt x="10268896" y="1634996"/>
                  </a:lnTo>
                  <a:lnTo>
                    <a:pt x="10381718" y="1644709"/>
                  </a:lnTo>
                  <a:lnTo>
                    <a:pt x="10495534" y="1653276"/>
                  </a:lnTo>
                  <a:lnTo>
                    <a:pt x="10607005" y="1660674"/>
                  </a:lnTo>
                  <a:lnTo>
                    <a:pt x="10712270" y="1666882"/>
                  </a:lnTo>
                  <a:lnTo>
                    <a:pt x="10807349" y="1671900"/>
                  </a:lnTo>
                  <a:lnTo>
                    <a:pt x="10888677" y="1675764"/>
                  </a:lnTo>
                  <a:lnTo>
                    <a:pt x="10953683" y="1678560"/>
                  </a:lnTo>
                  <a:lnTo>
                    <a:pt x="11001265" y="1680419"/>
                  </a:lnTo>
                  <a:lnTo>
                    <a:pt x="11032051" y="1681517"/>
                  </a:lnTo>
                  <a:lnTo>
                    <a:pt x="11048408" y="1682050"/>
                  </a:lnTo>
                  <a:lnTo>
                    <a:pt x="11054262" y="1682226"/>
                  </a:lnTo>
                  <a:lnTo>
                    <a:pt x="11054891" y="1682243"/>
                  </a:lnTo>
                  <a:lnTo>
                    <a:pt x="12049831" y="1682243"/>
                  </a:lnTo>
                  <a:lnTo>
                    <a:pt x="12049831" y="1677002"/>
                  </a:lnTo>
                  <a:lnTo>
                    <a:pt x="11054891" y="1677002"/>
                  </a:lnTo>
                  <a:lnTo>
                    <a:pt x="11053777" y="1676971"/>
                  </a:lnTo>
                  <a:lnTo>
                    <a:pt x="11046419" y="1676747"/>
                  </a:lnTo>
                  <a:lnTo>
                    <a:pt x="11027764" y="1676130"/>
                  </a:lnTo>
                  <a:lnTo>
                    <a:pt x="10994143" y="1674912"/>
                  </a:lnTo>
                  <a:lnTo>
                    <a:pt x="10943487" y="1672899"/>
                  </a:lnTo>
                  <a:lnTo>
                    <a:pt x="10875480" y="1669924"/>
                  </a:lnTo>
                  <a:lnTo>
                    <a:pt x="10791508" y="1665861"/>
                  </a:lnTo>
                  <a:lnTo>
                    <a:pt x="10694356" y="1660635"/>
                  </a:lnTo>
                  <a:lnTo>
                    <a:pt x="10587706" y="1654216"/>
                  </a:lnTo>
                  <a:lnTo>
                    <a:pt x="10475552" y="1646610"/>
                  </a:lnTo>
                  <a:lnTo>
                    <a:pt x="10361688" y="1637840"/>
                  </a:lnTo>
                  <a:lnTo>
                    <a:pt x="10249333" y="1627927"/>
                  </a:lnTo>
                  <a:lnTo>
                    <a:pt x="10140947" y="1616878"/>
                  </a:lnTo>
                  <a:lnTo>
                    <a:pt x="10038201" y="1604675"/>
                  </a:lnTo>
                  <a:lnTo>
                    <a:pt x="9942047" y="1591265"/>
                  </a:lnTo>
                  <a:lnTo>
                    <a:pt x="9852856" y="1576557"/>
                  </a:lnTo>
                  <a:lnTo>
                    <a:pt x="9770554" y="1560426"/>
                  </a:lnTo>
                  <a:lnTo>
                    <a:pt x="9694758" y="1542711"/>
                  </a:lnTo>
                  <a:lnTo>
                    <a:pt x="9624881" y="1523219"/>
                  </a:lnTo>
                  <a:lnTo>
                    <a:pt x="9560222" y="1501736"/>
                  </a:lnTo>
                  <a:lnTo>
                    <a:pt x="9500024" y="1478038"/>
                  </a:lnTo>
                  <a:lnTo>
                    <a:pt x="9443522" y="1451909"/>
                  </a:lnTo>
                  <a:lnTo>
                    <a:pt x="9389989" y="1423180"/>
                  </a:lnTo>
                  <a:lnTo>
                    <a:pt x="9347647" y="1397502"/>
                  </a:lnTo>
                  <a:lnTo>
                    <a:pt x="9295652" y="1362296"/>
                  </a:lnTo>
                  <a:lnTo>
                    <a:pt x="9245108" y="1324105"/>
                  </a:lnTo>
                  <a:lnTo>
                    <a:pt x="9195558" y="1282873"/>
                  </a:lnTo>
                  <a:lnTo>
                    <a:pt x="9146649" y="1238609"/>
                  </a:lnTo>
                  <a:lnTo>
                    <a:pt x="9098111" y="1191399"/>
                  </a:lnTo>
                  <a:lnTo>
                    <a:pt x="9049746" y="1141410"/>
                  </a:lnTo>
                  <a:lnTo>
                    <a:pt x="9001421" y="1088893"/>
                  </a:lnTo>
                  <a:lnTo>
                    <a:pt x="8953053" y="1034183"/>
                  </a:lnTo>
                  <a:lnTo>
                    <a:pt x="8904605" y="977689"/>
                  </a:lnTo>
                  <a:lnTo>
                    <a:pt x="8856076" y="919890"/>
                  </a:lnTo>
                  <a:lnTo>
                    <a:pt x="8807491" y="861312"/>
                  </a:lnTo>
                  <a:lnTo>
                    <a:pt x="8758888" y="802515"/>
                  </a:lnTo>
                  <a:lnTo>
                    <a:pt x="8710312" y="744064"/>
                  </a:lnTo>
                  <a:lnTo>
                    <a:pt x="8661800" y="686513"/>
                  </a:lnTo>
                  <a:lnTo>
                    <a:pt x="8613371" y="630380"/>
                  </a:lnTo>
                  <a:lnTo>
                    <a:pt x="8565017" y="576128"/>
                  </a:lnTo>
                  <a:lnTo>
                    <a:pt x="8516692" y="524152"/>
                  </a:lnTo>
                  <a:lnTo>
                    <a:pt x="8468303" y="474767"/>
                  </a:lnTo>
                  <a:lnTo>
                    <a:pt x="8419701" y="428206"/>
                  </a:lnTo>
                  <a:lnTo>
                    <a:pt x="8370674" y="384618"/>
                  </a:lnTo>
                  <a:lnTo>
                    <a:pt x="8320936" y="344069"/>
                  </a:lnTo>
                  <a:lnTo>
                    <a:pt x="8270110" y="306555"/>
                  </a:lnTo>
                  <a:lnTo>
                    <a:pt x="8229629" y="279500"/>
                  </a:lnTo>
                  <a:lnTo>
                    <a:pt x="8178043" y="248568"/>
                  </a:lnTo>
                  <a:lnTo>
                    <a:pt x="8124037" y="220306"/>
                  </a:lnTo>
                  <a:lnTo>
                    <a:pt x="8066939" y="194619"/>
                  </a:lnTo>
                  <a:lnTo>
                    <a:pt x="8006010" y="171327"/>
                  </a:lnTo>
                  <a:lnTo>
                    <a:pt x="7940486" y="150211"/>
                  </a:lnTo>
                  <a:lnTo>
                    <a:pt x="7869615" y="131048"/>
                  </a:lnTo>
                  <a:lnTo>
                    <a:pt x="7792711" y="113625"/>
                  </a:lnTo>
                  <a:lnTo>
                    <a:pt x="7709216" y="97755"/>
                  </a:lnTo>
                  <a:lnTo>
                    <a:pt x="7618793" y="83284"/>
                  </a:lnTo>
                  <a:lnTo>
                    <a:pt x="7521437" y="70091"/>
                  </a:lnTo>
                  <a:lnTo>
                    <a:pt x="7417609" y="58095"/>
                  </a:lnTo>
                  <a:lnTo>
                    <a:pt x="7308381" y="47247"/>
                  </a:lnTo>
                  <a:lnTo>
                    <a:pt x="7195559" y="37534"/>
                  </a:lnTo>
                  <a:lnTo>
                    <a:pt x="7081743" y="28966"/>
                  </a:lnTo>
                  <a:lnTo>
                    <a:pt x="6970272" y="21568"/>
                  </a:lnTo>
                  <a:lnTo>
                    <a:pt x="6865006" y="15360"/>
                  </a:lnTo>
                  <a:lnTo>
                    <a:pt x="6769927" y="10342"/>
                  </a:lnTo>
                  <a:lnTo>
                    <a:pt x="6688599" y="6478"/>
                  </a:lnTo>
                  <a:lnTo>
                    <a:pt x="6623594" y="3683"/>
                  </a:lnTo>
                  <a:lnTo>
                    <a:pt x="6576012" y="1823"/>
                  </a:lnTo>
                  <a:lnTo>
                    <a:pt x="6545226" y="726"/>
                  </a:lnTo>
                  <a:lnTo>
                    <a:pt x="6528869" y="192"/>
                  </a:lnTo>
                  <a:lnTo>
                    <a:pt x="6523014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7" y="41"/>
                  </a:lnTo>
                  <a:lnTo>
                    <a:pt x="5519096" y="335"/>
                  </a:lnTo>
                  <a:lnTo>
                    <a:pt x="5500703" y="1147"/>
                  </a:lnTo>
                  <a:lnTo>
                    <a:pt x="5467537" y="2747"/>
                  </a:lnTo>
                  <a:lnTo>
                    <a:pt x="5417530" y="5392"/>
                  </a:lnTo>
                  <a:lnTo>
                    <a:pt x="5350331" y="9305"/>
                  </a:lnTo>
                  <a:lnTo>
                    <a:pt x="5267262" y="14650"/>
                  </a:lnTo>
                  <a:lnTo>
                    <a:pt x="5171030" y="21529"/>
                  </a:lnTo>
                  <a:lnTo>
                    <a:pt x="5065237" y="29982"/>
                  </a:lnTo>
                  <a:lnTo>
                    <a:pt x="4953818" y="40006"/>
                  </a:lnTo>
                  <a:lnTo>
                    <a:pt x="4840529" y="51570"/>
                  </a:lnTo>
                  <a:lnTo>
                    <a:pt x="4728577" y="64644"/>
                  </a:lnTo>
                  <a:lnTo>
                    <a:pt x="4620431" y="79217"/>
                  </a:lnTo>
                  <a:lnTo>
                    <a:pt x="4517782" y="95313"/>
                  </a:lnTo>
                  <a:lnTo>
                    <a:pt x="4421615" y="112997"/>
                  </a:lnTo>
                  <a:lnTo>
                    <a:pt x="4332330" y="132384"/>
                  </a:lnTo>
                  <a:lnTo>
                    <a:pt x="4249885" y="153636"/>
                  </a:lnTo>
                  <a:lnTo>
                    <a:pt x="4173921" y="176962"/>
                  </a:lnTo>
                  <a:lnTo>
                    <a:pt x="4103876" y="202609"/>
                  </a:lnTo>
                  <a:lnTo>
                    <a:pt x="4039066" y="230858"/>
                  </a:lnTo>
                  <a:lnTo>
                    <a:pt x="3978749" y="262004"/>
                  </a:lnTo>
                  <a:lnTo>
                    <a:pt x="3922170" y="296333"/>
                  </a:lnTo>
                  <a:lnTo>
                    <a:pt x="3868606" y="334077"/>
                  </a:lnTo>
                  <a:lnTo>
                    <a:pt x="3820202" y="372958"/>
                  </a:lnTo>
                  <a:lnTo>
                    <a:pt x="3772258" y="416078"/>
                  </a:lnTo>
                  <a:lnTo>
                    <a:pt x="3725579" y="462568"/>
                  </a:lnTo>
                  <a:lnTo>
                    <a:pt x="3679797" y="512496"/>
                  </a:lnTo>
                  <a:lnTo>
                    <a:pt x="3634621" y="565866"/>
                  </a:lnTo>
                  <a:lnTo>
                    <a:pt x="3589825" y="622612"/>
                  </a:lnTo>
                  <a:lnTo>
                    <a:pt x="3545235" y="682589"/>
                  </a:lnTo>
                  <a:lnTo>
                    <a:pt x="3500725" y="745576"/>
                  </a:lnTo>
                  <a:lnTo>
                    <a:pt x="3456212" y="811267"/>
                  </a:lnTo>
                  <a:lnTo>
                    <a:pt x="3411647" y="879281"/>
                  </a:lnTo>
                  <a:lnTo>
                    <a:pt x="3367010" y="949164"/>
                  </a:lnTo>
                  <a:lnTo>
                    <a:pt x="3322308" y="1020405"/>
                  </a:lnTo>
                  <a:lnTo>
                    <a:pt x="3277560" y="1092446"/>
                  </a:lnTo>
                  <a:lnTo>
                    <a:pt x="3232801" y="1164703"/>
                  </a:lnTo>
                  <a:lnTo>
                    <a:pt x="3188063" y="1236586"/>
                  </a:lnTo>
                  <a:lnTo>
                    <a:pt x="3143376" y="1307515"/>
                  </a:lnTo>
                  <a:lnTo>
                    <a:pt x="3098759" y="1376944"/>
                  </a:lnTo>
                  <a:lnTo>
                    <a:pt x="3054211" y="1444376"/>
                  </a:lnTo>
                  <a:lnTo>
                    <a:pt x="3009705" y="1509375"/>
                  </a:lnTo>
                  <a:lnTo>
                    <a:pt x="2965184" y="1571580"/>
                  </a:lnTo>
                  <a:lnTo>
                    <a:pt x="2920552" y="1630708"/>
                  </a:lnTo>
                  <a:lnTo>
                    <a:pt x="2875673" y="1686557"/>
                  </a:lnTo>
                  <a:lnTo>
                    <a:pt x="2830359" y="1739006"/>
                  </a:lnTo>
                  <a:lnTo>
                    <a:pt x="2784368" y="1788007"/>
                  </a:lnTo>
                  <a:lnTo>
                    <a:pt x="2737388" y="1833583"/>
                  </a:lnTo>
                  <a:lnTo>
                    <a:pt x="2702183" y="1864792"/>
                  </a:lnTo>
                  <a:lnTo>
                    <a:pt x="2650862" y="1905868"/>
                  </a:lnTo>
                  <a:lnTo>
                    <a:pt x="2597149" y="1943417"/>
                  </a:lnTo>
                  <a:lnTo>
                    <a:pt x="2540381" y="1977562"/>
                  </a:lnTo>
                  <a:lnTo>
                    <a:pt x="2479833" y="2008539"/>
                  </a:lnTo>
                  <a:lnTo>
                    <a:pt x="2414751" y="2036636"/>
                  </a:lnTo>
                  <a:lnTo>
                    <a:pt x="2344393" y="2062146"/>
                  </a:lnTo>
                  <a:lnTo>
                    <a:pt x="2268082" y="2085350"/>
                  </a:lnTo>
                  <a:lnTo>
                    <a:pt x="2185263" y="2106493"/>
                  </a:lnTo>
                  <a:lnTo>
                    <a:pt x="2095592" y="2125782"/>
                  </a:lnTo>
                  <a:lnTo>
                    <a:pt x="1999049" y="2143375"/>
                  </a:lnTo>
                  <a:lnTo>
                    <a:pt x="1896062" y="2159384"/>
                  </a:lnTo>
                  <a:lnTo>
                    <a:pt x="1787652" y="2173874"/>
                  </a:lnTo>
                  <a:lnTo>
                    <a:pt x="1675553" y="2186864"/>
                  </a:lnTo>
                  <a:lnTo>
                    <a:pt x="1562277" y="2198343"/>
                  </a:lnTo>
                  <a:lnTo>
                    <a:pt x="1451070" y="2208280"/>
                  </a:lnTo>
                  <a:lnTo>
                    <a:pt x="1345707" y="2216646"/>
                  </a:lnTo>
                  <a:lnTo>
                    <a:pt x="1250119" y="2223438"/>
                  </a:lnTo>
                  <a:lnTo>
                    <a:pt x="1167874" y="2228699"/>
                  </a:lnTo>
                  <a:lnTo>
                    <a:pt x="1101612" y="2232536"/>
                  </a:lnTo>
                  <a:lnTo>
                    <a:pt x="1052568" y="2235117"/>
                  </a:lnTo>
                  <a:lnTo>
                    <a:pt x="1020295" y="2236667"/>
                  </a:lnTo>
                  <a:lnTo>
                    <a:pt x="1002632" y="2237443"/>
                  </a:lnTo>
                  <a:lnTo>
                    <a:pt x="995867" y="2237716"/>
                  </a:lnTo>
                  <a:lnTo>
                    <a:pt x="994940" y="2237750"/>
                  </a:lnTo>
                  <a:lnTo>
                    <a:pt x="0" y="2237750"/>
                  </a:lnTo>
                  <a:close/>
                </a:path>
              </a:pathLst>
            </a:custGeom>
            <a:solidFill>
              <a:srgbClr val="9E9E9E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07" name="pl1806"/>
            <p:cNvSpPr/>
            <p:nvPr/>
          </p:nvSpPr>
          <p:spPr>
            <a:xfrm>
              <a:off x="1199187" y="3594910"/>
              <a:ext cx="12049831" cy="2237750"/>
            </a:xfrm>
            <a:custGeom>
              <a:avLst/>
              <a:pathLst>
                <a:path w="12049831" h="2237750">
                  <a:moveTo>
                    <a:pt x="0" y="2237750"/>
                  </a:moveTo>
                  <a:lnTo>
                    <a:pt x="994940" y="2237750"/>
                  </a:lnTo>
                  <a:lnTo>
                    <a:pt x="996038" y="2237709"/>
                  </a:lnTo>
                  <a:lnTo>
                    <a:pt x="1003289" y="2237415"/>
                  </a:lnTo>
                  <a:lnTo>
                    <a:pt x="1021682" y="2236603"/>
                  </a:lnTo>
                  <a:lnTo>
                    <a:pt x="1054848" y="2235003"/>
                  </a:lnTo>
                  <a:lnTo>
                    <a:pt x="1104855" y="2232357"/>
                  </a:lnTo>
                  <a:lnTo>
                    <a:pt x="1172054" y="2228445"/>
                  </a:lnTo>
                  <a:lnTo>
                    <a:pt x="1255123" y="2223100"/>
                  </a:lnTo>
                  <a:lnTo>
                    <a:pt x="1351355" y="2216221"/>
                  </a:lnTo>
                  <a:lnTo>
                    <a:pt x="1457148" y="2207767"/>
                  </a:lnTo>
                  <a:lnTo>
                    <a:pt x="1568567" y="2197744"/>
                  </a:lnTo>
                  <a:lnTo>
                    <a:pt x="1681856" y="2186180"/>
                  </a:lnTo>
                  <a:lnTo>
                    <a:pt x="1793808" y="2173106"/>
                  </a:lnTo>
                  <a:lnTo>
                    <a:pt x="1901954" y="2158533"/>
                  </a:lnTo>
                  <a:lnTo>
                    <a:pt x="2004603" y="2142437"/>
                  </a:lnTo>
                  <a:lnTo>
                    <a:pt x="2100770" y="2124753"/>
                  </a:lnTo>
                  <a:lnTo>
                    <a:pt x="2190055" y="2105366"/>
                  </a:lnTo>
                  <a:lnTo>
                    <a:pt x="2272500" y="2084113"/>
                  </a:lnTo>
                  <a:lnTo>
                    <a:pt x="2348464" y="2060788"/>
                  </a:lnTo>
                  <a:lnTo>
                    <a:pt x="2418509" y="2035141"/>
                  </a:lnTo>
                  <a:lnTo>
                    <a:pt x="2483319" y="2006892"/>
                  </a:lnTo>
                  <a:lnTo>
                    <a:pt x="2543636" y="1975745"/>
                  </a:lnTo>
                  <a:lnTo>
                    <a:pt x="2600215" y="1941416"/>
                  </a:lnTo>
                  <a:lnTo>
                    <a:pt x="2653779" y="1903672"/>
                  </a:lnTo>
                  <a:lnTo>
                    <a:pt x="2702183" y="1864792"/>
                  </a:lnTo>
                  <a:lnTo>
                    <a:pt x="2750127" y="1821672"/>
                  </a:lnTo>
                  <a:lnTo>
                    <a:pt x="2796806" y="1775182"/>
                  </a:lnTo>
                  <a:lnTo>
                    <a:pt x="2842588" y="1725254"/>
                  </a:lnTo>
                  <a:lnTo>
                    <a:pt x="2887764" y="1671884"/>
                  </a:lnTo>
                  <a:lnTo>
                    <a:pt x="2932560" y="1615138"/>
                  </a:lnTo>
                  <a:lnTo>
                    <a:pt x="2977150" y="1555160"/>
                  </a:lnTo>
                  <a:lnTo>
                    <a:pt x="3021660" y="1492174"/>
                  </a:lnTo>
                  <a:lnTo>
                    <a:pt x="3066173" y="1426483"/>
                  </a:lnTo>
                  <a:lnTo>
                    <a:pt x="3110738" y="1358469"/>
                  </a:lnTo>
                  <a:lnTo>
                    <a:pt x="3155375" y="1288586"/>
                  </a:lnTo>
                  <a:lnTo>
                    <a:pt x="3200077" y="1217345"/>
                  </a:lnTo>
                  <a:lnTo>
                    <a:pt x="3244825" y="1145304"/>
                  </a:lnTo>
                  <a:lnTo>
                    <a:pt x="3289584" y="1073046"/>
                  </a:lnTo>
                  <a:lnTo>
                    <a:pt x="3334322" y="1001164"/>
                  </a:lnTo>
                  <a:lnTo>
                    <a:pt x="3379009" y="930235"/>
                  </a:lnTo>
                  <a:lnTo>
                    <a:pt x="3423626" y="860805"/>
                  </a:lnTo>
                  <a:lnTo>
                    <a:pt x="3468174" y="793374"/>
                  </a:lnTo>
                  <a:lnTo>
                    <a:pt x="3512680" y="728375"/>
                  </a:lnTo>
                  <a:lnTo>
                    <a:pt x="3557201" y="666170"/>
                  </a:lnTo>
                  <a:lnTo>
                    <a:pt x="3601833" y="607042"/>
                  </a:lnTo>
                  <a:lnTo>
                    <a:pt x="3646712" y="551193"/>
                  </a:lnTo>
                  <a:lnTo>
                    <a:pt x="3692026" y="498744"/>
                  </a:lnTo>
                  <a:lnTo>
                    <a:pt x="3738017" y="449742"/>
                  </a:lnTo>
                  <a:lnTo>
                    <a:pt x="3784997" y="404167"/>
                  </a:lnTo>
                  <a:lnTo>
                    <a:pt x="3820202" y="372958"/>
                  </a:lnTo>
                  <a:lnTo>
                    <a:pt x="3871523" y="331882"/>
                  </a:lnTo>
                  <a:lnTo>
                    <a:pt x="3925236" y="294333"/>
                  </a:lnTo>
                  <a:lnTo>
                    <a:pt x="3982004" y="260188"/>
                  </a:lnTo>
                  <a:lnTo>
                    <a:pt x="4042552" y="229210"/>
                  </a:lnTo>
                  <a:lnTo>
                    <a:pt x="4107634" y="201114"/>
                  </a:lnTo>
                  <a:lnTo>
                    <a:pt x="4177992" y="175603"/>
                  </a:lnTo>
                  <a:lnTo>
                    <a:pt x="4254303" y="152400"/>
                  </a:lnTo>
                  <a:lnTo>
                    <a:pt x="4337122" y="131257"/>
                  </a:lnTo>
                  <a:lnTo>
                    <a:pt x="4426793" y="111968"/>
                  </a:lnTo>
                  <a:lnTo>
                    <a:pt x="4523336" y="94375"/>
                  </a:lnTo>
                  <a:lnTo>
                    <a:pt x="4626323" y="78365"/>
                  </a:lnTo>
                  <a:lnTo>
                    <a:pt x="4734733" y="63876"/>
                  </a:lnTo>
                  <a:lnTo>
                    <a:pt x="4846832" y="50886"/>
                  </a:lnTo>
                  <a:lnTo>
                    <a:pt x="4960108" y="39407"/>
                  </a:lnTo>
                  <a:lnTo>
                    <a:pt x="5071315" y="29470"/>
                  </a:lnTo>
                  <a:lnTo>
                    <a:pt x="5176678" y="21104"/>
                  </a:lnTo>
                  <a:lnTo>
                    <a:pt x="5272266" y="14312"/>
                  </a:lnTo>
                  <a:lnTo>
                    <a:pt x="5354511" y="9050"/>
                  </a:lnTo>
                  <a:lnTo>
                    <a:pt x="5420773" y="5214"/>
                  </a:lnTo>
                  <a:lnTo>
                    <a:pt x="5469817" y="2632"/>
                  </a:lnTo>
                  <a:lnTo>
                    <a:pt x="5502090" y="1083"/>
                  </a:lnTo>
                  <a:lnTo>
                    <a:pt x="5519753" y="307"/>
                  </a:lnTo>
                  <a:lnTo>
                    <a:pt x="5526518" y="34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0" y="31"/>
                  </a:lnTo>
                  <a:lnTo>
                    <a:pt x="6530858" y="255"/>
                  </a:lnTo>
                  <a:lnTo>
                    <a:pt x="6549513" y="872"/>
                  </a:lnTo>
                  <a:lnTo>
                    <a:pt x="6583134" y="2090"/>
                  </a:lnTo>
                  <a:lnTo>
                    <a:pt x="6633790" y="4103"/>
                  </a:lnTo>
                  <a:lnTo>
                    <a:pt x="6701797" y="7078"/>
                  </a:lnTo>
                  <a:lnTo>
                    <a:pt x="6785769" y="11141"/>
                  </a:lnTo>
                  <a:lnTo>
                    <a:pt x="6882920" y="16367"/>
                  </a:lnTo>
                  <a:lnTo>
                    <a:pt x="6989571" y="22785"/>
                  </a:lnTo>
                  <a:lnTo>
                    <a:pt x="7101724" y="30392"/>
                  </a:lnTo>
                  <a:lnTo>
                    <a:pt x="7215588" y="39162"/>
                  </a:lnTo>
                  <a:lnTo>
                    <a:pt x="7327943" y="49075"/>
                  </a:lnTo>
                  <a:lnTo>
                    <a:pt x="7436329" y="60123"/>
                  </a:lnTo>
                  <a:lnTo>
                    <a:pt x="7539076" y="72326"/>
                  </a:lnTo>
                  <a:lnTo>
                    <a:pt x="7635229" y="85737"/>
                  </a:lnTo>
                  <a:lnTo>
                    <a:pt x="7724420" y="100445"/>
                  </a:lnTo>
                  <a:lnTo>
                    <a:pt x="7806722" y="116576"/>
                  </a:lnTo>
                  <a:lnTo>
                    <a:pt x="7882519" y="134291"/>
                  </a:lnTo>
                  <a:lnTo>
                    <a:pt x="7952395" y="153783"/>
                  </a:lnTo>
                  <a:lnTo>
                    <a:pt x="8017054" y="175266"/>
                  </a:lnTo>
                  <a:lnTo>
                    <a:pt x="8077253" y="198964"/>
                  </a:lnTo>
                  <a:lnTo>
                    <a:pt x="8133754" y="225093"/>
                  </a:lnTo>
                  <a:lnTo>
                    <a:pt x="8187288" y="253822"/>
                  </a:lnTo>
                  <a:lnTo>
                    <a:pt x="8229629" y="279500"/>
                  </a:lnTo>
                  <a:lnTo>
                    <a:pt x="8281624" y="314706"/>
                  </a:lnTo>
                  <a:lnTo>
                    <a:pt x="8332169" y="352897"/>
                  </a:lnTo>
                  <a:lnTo>
                    <a:pt x="8381719" y="394129"/>
                  </a:lnTo>
                  <a:lnTo>
                    <a:pt x="8430628" y="438393"/>
                  </a:lnTo>
                  <a:lnTo>
                    <a:pt x="8479166" y="485603"/>
                  </a:lnTo>
                  <a:lnTo>
                    <a:pt x="8527530" y="535592"/>
                  </a:lnTo>
                  <a:lnTo>
                    <a:pt x="8575856" y="588109"/>
                  </a:lnTo>
                  <a:lnTo>
                    <a:pt x="8624224" y="642819"/>
                  </a:lnTo>
                  <a:lnTo>
                    <a:pt x="8672671" y="699313"/>
                  </a:lnTo>
                  <a:lnTo>
                    <a:pt x="8721200" y="757112"/>
                  </a:lnTo>
                  <a:lnTo>
                    <a:pt x="8769786" y="815690"/>
                  </a:lnTo>
                  <a:lnTo>
                    <a:pt x="8818389" y="874487"/>
                  </a:lnTo>
                  <a:lnTo>
                    <a:pt x="8866965" y="932938"/>
                  </a:lnTo>
                  <a:lnTo>
                    <a:pt x="8915477" y="990489"/>
                  </a:lnTo>
                  <a:lnTo>
                    <a:pt x="8963905" y="1046622"/>
                  </a:lnTo>
                  <a:lnTo>
                    <a:pt x="9012259" y="1100874"/>
                  </a:lnTo>
                  <a:lnTo>
                    <a:pt x="9060584" y="1152850"/>
                  </a:lnTo>
                  <a:lnTo>
                    <a:pt x="9108974" y="1202235"/>
                  </a:lnTo>
                  <a:lnTo>
                    <a:pt x="9157576" y="1248795"/>
                  </a:lnTo>
                  <a:lnTo>
                    <a:pt x="9206602" y="1292384"/>
                  </a:lnTo>
                  <a:lnTo>
                    <a:pt x="9256341" y="1332933"/>
                  </a:lnTo>
                  <a:lnTo>
                    <a:pt x="9307167" y="1370447"/>
                  </a:lnTo>
                  <a:lnTo>
                    <a:pt x="9347647" y="1397502"/>
                  </a:lnTo>
                  <a:lnTo>
                    <a:pt x="9399233" y="1428434"/>
                  </a:lnTo>
                  <a:lnTo>
                    <a:pt x="9453240" y="1456696"/>
                  </a:lnTo>
                  <a:lnTo>
                    <a:pt x="9510338" y="1482383"/>
                  </a:lnTo>
                  <a:lnTo>
                    <a:pt x="9571266" y="1505675"/>
                  </a:lnTo>
                  <a:lnTo>
                    <a:pt x="9636790" y="1526790"/>
                  </a:lnTo>
                  <a:lnTo>
                    <a:pt x="9707661" y="1545954"/>
                  </a:lnTo>
                  <a:lnTo>
                    <a:pt x="9784566" y="1563377"/>
                  </a:lnTo>
                  <a:lnTo>
                    <a:pt x="9868060" y="1579247"/>
                  </a:lnTo>
                  <a:lnTo>
                    <a:pt x="9958483" y="1593718"/>
                  </a:lnTo>
                  <a:lnTo>
                    <a:pt x="10055839" y="1606911"/>
                  </a:lnTo>
                  <a:lnTo>
                    <a:pt x="10159668" y="1618907"/>
                  </a:lnTo>
                  <a:lnTo>
                    <a:pt x="10268896" y="1629755"/>
                  </a:lnTo>
                  <a:lnTo>
                    <a:pt x="10381718" y="1639468"/>
                  </a:lnTo>
                  <a:lnTo>
                    <a:pt x="10495534" y="1648035"/>
                  </a:lnTo>
                  <a:lnTo>
                    <a:pt x="10607005" y="1655434"/>
                  </a:lnTo>
                  <a:lnTo>
                    <a:pt x="10712270" y="1661642"/>
                  </a:lnTo>
                  <a:lnTo>
                    <a:pt x="10807349" y="1666660"/>
                  </a:lnTo>
                  <a:lnTo>
                    <a:pt x="10888677" y="1670524"/>
                  </a:lnTo>
                  <a:lnTo>
                    <a:pt x="10953683" y="1673319"/>
                  </a:lnTo>
                  <a:lnTo>
                    <a:pt x="11001265" y="1675179"/>
                  </a:lnTo>
                  <a:lnTo>
                    <a:pt x="11032051" y="1676276"/>
                  </a:lnTo>
                  <a:lnTo>
                    <a:pt x="11048408" y="1676810"/>
                  </a:lnTo>
                  <a:lnTo>
                    <a:pt x="11054262" y="1676985"/>
                  </a:lnTo>
                  <a:lnTo>
                    <a:pt x="11054891" y="1677002"/>
                  </a:lnTo>
                  <a:lnTo>
                    <a:pt x="12049831" y="1677002"/>
                  </a:lnTo>
                  <a:lnTo>
                    <a:pt x="12049831" y="16770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8" name="pl1807"/>
            <p:cNvSpPr/>
            <p:nvPr/>
          </p:nvSpPr>
          <p:spPr>
            <a:xfrm>
              <a:off x="1199187" y="3589669"/>
              <a:ext cx="12049831" cy="2237750"/>
            </a:xfrm>
            <a:custGeom>
              <a:avLst/>
              <a:pathLst>
                <a:path w="12049831" h="2237750">
                  <a:moveTo>
                    <a:pt x="12049831" y="1677002"/>
                  </a:moveTo>
                  <a:lnTo>
                    <a:pt x="11054891" y="1677002"/>
                  </a:lnTo>
                  <a:lnTo>
                    <a:pt x="11053777" y="1676971"/>
                  </a:lnTo>
                  <a:lnTo>
                    <a:pt x="11046419" y="1676747"/>
                  </a:lnTo>
                  <a:lnTo>
                    <a:pt x="11027764" y="1676130"/>
                  </a:lnTo>
                  <a:lnTo>
                    <a:pt x="10994143" y="1674912"/>
                  </a:lnTo>
                  <a:lnTo>
                    <a:pt x="10943487" y="1672899"/>
                  </a:lnTo>
                  <a:lnTo>
                    <a:pt x="10875480" y="1669924"/>
                  </a:lnTo>
                  <a:lnTo>
                    <a:pt x="10791508" y="1665861"/>
                  </a:lnTo>
                  <a:lnTo>
                    <a:pt x="10694356" y="1660635"/>
                  </a:lnTo>
                  <a:lnTo>
                    <a:pt x="10587706" y="1654216"/>
                  </a:lnTo>
                  <a:lnTo>
                    <a:pt x="10475552" y="1646610"/>
                  </a:lnTo>
                  <a:lnTo>
                    <a:pt x="10361688" y="1637840"/>
                  </a:lnTo>
                  <a:lnTo>
                    <a:pt x="10249333" y="1627927"/>
                  </a:lnTo>
                  <a:lnTo>
                    <a:pt x="10140947" y="1616878"/>
                  </a:lnTo>
                  <a:lnTo>
                    <a:pt x="10038201" y="1604675"/>
                  </a:lnTo>
                  <a:lnTo>
                    <a:pt x="9942047" y="1591265"/>
                  </a:lnTo>
                  <a:lnTo>
                    <a:pt x="9852856" y="1576557"/>
                  </a:lnTo>
                  <a:lnTo>
                    <a:pt x="9770554" y="1560426"/>
                  </a:lnTo>
                  <a:lnTo>
                    <a:pt x="9694758" y="1542711"/>
                  </a:lnTo>
                  <a:lnTo>
                    <a:pt x="9624881" y="1523219"/>
                  </a:lnTo>
                  <a:lnTo>
                    <a:pt x="9560222" y="1501736"/>
                  </a:lnTo>
                  <a:lnTo>
                    <a:pt x="9500024" y="1478038"/>
                  </a:lnTo>
                  <a:lnTo>
                    <a:pt x="9443522" y="1451909"/>
                  </a:lnTo>
                  <a:lnTo>
                    <a:pt x="9389989" y="1423180"/>
                  </a:lnTo>
                  <a:lnTo>
                    <a:pt x="9347647" y="1397502"/>
                  </a:lnTo>
                  <a:lnTo>
                    <a:pt x="9295652" y="1362296"/>
                  </a:lnTo>
                  <a:lnTo>
                    <a:pt x="9245108" y="1324105"/>
                  </a:lnTo>
                  <a:lnTo>
                    <a:pt x="9195558" y="1282873"/>
                  </a:lnTo>
                  <a:lnTo>
                    <a:pt x="9146649" y="1238609"/>
                  </a:lnTo>
                  <a:lnTo>
                    <a:pt x="9098111" y="1191399"/>
                  </a:lnTo>
                  <a:lnTo>
                    <a:pt x="9049746" y="1141410"/>
                  </a:lnTo>
                  <a:lnTo>
                    <a:pt x="9001421" y="1088893"/>
                  </a:lnTo>
                  <a:lnTo>
                    <a:pt x="8953053" y="1034183"/>
                  </a:lnTo>
                  <a:lnTo>
                    <a:pt x="8904605" y="977689"/>
                  </a:lnTo>
                  <a:lnTo>
                    <a:pt x="8856076" y="919890"/>
                  </a:lnTo>
                  <a:lnTo>
                    <a:pt x="8807491" y="861312"/>
                  </a:lnTo>
                  <a:lnTo>
                    <a:pt x="8758888" y="802515"/>
                  </a:lnTo>
                  <a:lnTo>
                    <a:pt x="8710312" y="744064"/>
                  </a:lnTo>
                  <a:lnTo>
                    <a:pt x="8661800" y="686513"/>
                  </a:lnTo>
                  <a:lnTo>
                    <a:pt x="8613371" y="630380"/>
                  </a:lnTo>
                  <a:lnTo>
                    <a:pt x="8565017" y="576128"/>
                  </a:lnTo>
                  <a:lnTo>
                    <a:pt x="8516692" y="524152"/>
                  </a:lnTo>
                  <a:lnTo>
                    <a:pt x="8468303" y="474767"/>
                  </a:lnTo>
                  <a:lnTo>
                    <a:pt x="8419701" y="428206"/>
                  </a:lnTo>
                  <a:lnTo>
                    <a:pt x="8370674" y="384618"/>
                  </a:lnTo>
                  <a:lnTo>
                    <a:pt x="8320936" y="344069"/>
                  </a:lnTo>
                  <a:lnTo>
                    <a:pt x="8270110" y="306555"/>
                  </a:lnTo>
                  <a:lnTo>
                    <a:pt x="8229629" y="279500"/>
                  </a:lnTo>
                  <a:lnTo>
                    <a:pt x="8178043" y="248568"/>
                  </a:lnTo>
                  <a:lnTo>
                    <a:pt x="8124037" y="220306"/>
                  </a:lnTo>
                  <a:lnTo>
                    <a:pt x="8066939" y="194619"/>
                  </a:lnTo>
                  <a:lnTo>
                    <a:pt x="8006010" y="171327"/>
                  </a:lnTo>
                  <a:lnTo>
                    <a:pt x="7940486" y="150211"/>
                  </a:lnTo>
                  <a:lnTo>
                    <a:pt x="7869615" y="131048"/>
                  </a:lnTo>
                  <a:lnTo>
                    <a:pt x="7792711" y="113625"/>
                  </a:lnTo>
                  <a:lnTo>
                    <a:pt x="7709216" y="97755"/>
                  </a:lnTo>
                  <a:lnTo>
                    <a:pt x="7618793" y="83284"/>
                  </a:lnTo>
                  <a:lnTo>
                    <a:pt x="7521437" y="70091"/>
                  </a:lnTo>
                  <a:lnTo>
                    <a:pt x="7417609" y="58095"/>
                  </a:lnTo>
                  <a:lnTo>
                    <a:pt x="7308381" y="47247"/>
                  </a:lnTo>
                  <a:lnTo>
                    <a:pt x="7195559" y="37534"/>
                  </a:lnTo>
                  <a:lnTo>
                    <a:pt x="7081743" y="28966"/>
                  </a:lnTo>
                  <a:lnTo>
                    <a:pt x="6970272" y="21568"/>
                  </a:lnTo>
                  <a:lnTo>
                    <a:pt x="6865006" y="15360"/>
                  </a:lnTo>
                  <a:lnTo>
                    <a:pt x="6769927" y="10342"/>
                  </a:lnTo>
                  <a:lnTo>
                    <a:pt x="6688599" y="6478"/>
                  </a:lnTo>
                  <a:lnTo>
                    <a:pt x="6623594" y="3683"/>
                  </a:lnTo>
                  <a:lnTo>
                    <a:pt x="6576012" y="1823"/>
                  </a:lnTo>
                  <a:lnTo>
                    <a:pt x="6545226" y="726"/>
                  </a:lnTo>
                  <a:lnTo>
                    <a:pt x="6528869" y="192"/>
                  </a:lnTo>
                  <a:lnTo>
                    <a:pt x="6523014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7" y="41"/>
                  </a:lnTo>
                  <a:lnTo>
                    <a:pt x="5519096" y="335"/>
                  </a:lnTo>
                  <a:lnTo>
                    <a:pt x="5500703" y="1147"/>
                  </a:lnTo>
                  <a:lnTo>
                    <a:pt x="5467537" y="2747"/>
                  </a:lnTo>
                  <a:lnTo>
                    <a:pt x="5417530" y="5392"/>
                  </a:lnTo>
                  <a:lnTo>
                    <a:pt x="5350331" y="9305"/>
                  </a:lnTo>
                  <a:lnTo>
                    <a:pt x="5267262" y="14650"/>
                  </a:lnTo>
                  <a:lnTo>
                    <a:pt x="5171030" y="21529"/>
                  </a:lnTo>
                  <a:lnTo>
                    <a:pt x="5065237" y="29982"/>
                  </a:lnTo>
                  <a:lnTo>
                    <a:pt x="4953818" y="40006"/>
                  </a:lnTo>
                  <a:lnTo>
                    <a:pt x="4840529" y="51570"/>
                  </a:lnTo>
                  <a:lnTo>
                    <a:pt x="4728577" y="64644"/>
                  </a:lnTo>
                  <a:lnTo>
                    <a:pt x="4620431" y="79217"/>
                  </a:lnTo>
                  <a:lnTo>
                    <a:pt x="4517782" y="95313"/>
                  </a:lnTo>
                  <a:lnTo>
                    <a:pt x="4421615" y="112997"/>
                  </a:lnTo>
                  <a:lnTo>
                    <a:pt x="4332330" y="132384"/>
                  </a:lnTo>
                  <a:lnTo>
                    <a:pt x="4249885" y="153636"/>
                  </a:lnTo>
                  <a:lnTo>
                    <a:pt x="4173921" y="176962"/>
                  </a:lnTo>
                  <a:lnTo>
                    <a:pt x="4103876" y="202609"/>
                  </a:lnTo>
                  <a:lnTo>
                    <a:pt x="4039066" y="230858"/>
                  </a:lnTo>
                  <a:lnTo>
                    <a:pt x="3978749" y="262004"/>
                  </a:lnTo>
                  <a:lnTo>
                    <a:pt x="3922170" y="296333"/>
                  </a:lnTo>
                  <a:lnTo>
                    <a:pt x="3868606" y="334077"/>
                  </a:lnTo>
                  <a:lnTo>
                    <a:pt x="3820202" y="372958"/>
                  </a:lnTo>
                  <a:lnTo>
                    <a:pt x="3772258" y="416078"/>
                  </a:lnTo>
                  <a:lnTo>
                    <a:pt x="3725579" y="462568"/>
                  </a:lnTo>
                  <a:lnTo>
                    <a:pt x="3679797" y="512496"/>
                  </a:lnTo>
                  <a:lnTo>
                    <a:pt x="3634621" y="565866"/>
                  </a:lnTo>
                  <a:lnTo>
                    <a:pt x="3589825" y="622612"/>
                  </a:lnTo>
                  <a:lnTo>
                    <a:pt x="3545235" y="682589"/>
                  </a:lnTo>
                  <a:lnTo>
                    <a:pt x="3500725" y="745576"/>
                  </a:lnTo>
                  <a:lnTo>
                    <a:pt x="3456212" y="811267"/>
                  </a:lnTo>
                  <a:lnTo>
                    <a:pt x="3411647" y="879281"/>
                  </a:lnTo>
                  <a:lnTo>
                    <a:pt x="3367010" y="949164"/>
                  </a:lnTo>
                  <a:lnTo>
                    <a:pt x="3322308" y="1020405"/>
                  </a:lnTo>
                  <a:lnTo>
                    <a:pt x="3277560" y="1092446"/>
                  </a:lnTo>
                  <a:lnTo>
                    <a:pt x="3232801" y="1164703"/>
                  </a:lnTo>
                  <a:lnTo>
                    <a:pt x="3188063" y="1236586"/>
                  </a:lnTo>
                  <a:lnTo>
                    <a:pt x="3143376" y="1307515"/>
                  </a:lnTo>
                  <a:lnTo>
                    <a:pt x="3098759" y="1376944"/>
                  </a:lnTo>
                  <a:lnTo>
                    <a:pt x="3054211" y="1444376"/>
                  </a:lnTo>
                  <a:lnTo>
                    <a:pt x="3009705" y="1509375"/>
                  </a:lnTo>
                  <a:lnTo>
                    <a:pt x="2965184" y="1571580"/>
                  </a:lnTo>
                  <a:lnTo>
                    <a:pt x="2920552" y="1630708"/>
                  </a:lnTo>
                  <a:lnTo>
                    <a:pt x="2875673" y="1686557"/>
                  </a:lnTo>
                  <a:lnTo>
                    <a:pt x="2830359" y="1739006"/>
                  </a:lnTo>
                  <a:lnTo>
                    <a:pt x="2784368" y="1788007"/>
                  </a:lnTo>
                  <a:lnTo>
                    <a:pt x="2737388" y="1833583"/>
                  </a:lnTo>
                  <a:lnTo>
                    <a:pt x="2702183" y="1864792"/>
                  </a:lnTo>
                  <a:lnTo>
                    <a:pt x="2650862" y="1905868"/>
                  </a:lnTo>
                  <a:lnTo>
                    <a:pt x="2597149" y="1943417"/>
                  </a:lnTo>
                  <a:lnTo>
                    <a:pt x="2540381" y="1977562"/>
                  </a:lnTo>
                  <a:lnTo>
                    <a:pt x="2479833" y="2008539"/>
                  </a:lnTo>
                  <a:lnTo>
                    <a:pt x="2414751" y="2036636"/>
                  </a:lnTo>
                  <a:lnTo>
                    <a:pt x="2344393" y="2062146"/>
                  </a:lnTo>
                  <a:lnTo>
                    <a:pt x="2268082" y="2085350"/>
                  </a:lnTo>
                  <a:lnTo>
                    <a:pt x="2185263" y="2106493"/>
                  </a:lnTo>
                  <a:lnTo>
                    <a:pt x="2095592" y="2125782"/>
                  </a:lnTo>
                  <a:lnTo>
                    <a:pt x="1999049" y="2143375"/>
                  </a:lnTo>
                  <a:lnTo>
                    <a:pt x="1896062" y="2159384"/>
                  </a:lnTo>
                  <a:lnTo>
                    <a:pt x="1787652" y="2173874"/>
                  </a:lnTo>
                  <a:lnTo>
                    <a:pt x="1675553" y="2186864"/>
                  </a:lnTo>
                  <a:lnTo>
                    <a:pt x="1562277" y="2198343"/>
                  </a:lnTo>
                  <a:lnTo>
                    <a:pt x="1451070" y="2208280"/>
                  </a:lnTo>
                  <a:lnTo>
                    <a:pt x="1345707" y="2216646"/>
                  </a:lnTo>
                  <a:lnTo>
                    <a:pt x="1250119" y="2223438"/>
                  </a:lnTo>
                  <a:lnTo>
                    <a:pt x="1167874" y="2228699"/>
                  </a:lnTo>
                  <a:lnTo>
                    <a:pt x="1101612" y="2232536"/>
                  </a:lnTo>
                  <a:lnTo>
                    <a:pt x="1052568" y="2235117"/>
                  </a:lnTo>
                  <a:lnTo>
                    <a:pt x="1020295" y="2236667"/>
                  </a:lnTo>
                  <a:lnTo>
                    <a:pt x="1002632" y="2237443"/>
                  </a:lnTo>
                  <a:lnTo>
                    <a:pt x="995867" y="2237716"/>
                  </a:lnTo>
                  <a:lnTo>
                    <a:pt x="994940" y="2237750"/>
                  </a:lnTo>
                  <a:lnTo>
                    <a:pt x="0" y="2237750"/>
                  </a:lnTo>
                  <a:lnTo>
                    <a:pt x="0" y="22377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9" name="pg1808"/>
            <p:cNvSpPr/>
            <p:nvPr/>
          </p:nvSpPr>
          <p:spPr>
            <a:xfrm>
              <a:off x="1199187" y="3228066"/>
              <a:ext cx="12049831" cy="2672723"/>
            </a:xfrm>
            <a:custGeom>
              <a:avLst/>
              <a:pathLst>
                <a:path w="12049831" h="2672723">
                  <a:moveTo>
                    <a:pt x="0" y="2672723"/>
                  </a:moveTo>
                  <a:lnTo>
                    <a:pt x="994940" y="2672723"/>
                  </a:lnTo>
                  <a:lnTo>
                    <a:pt x="996023" y="2672674"/>
                  </a:lnTo>
                  <a:lnTo>
                    <a:pt x="1003175" y="2672329"/>
                  </a:lnTo>
                  <a:lnTo>
                    <a:pt x="1021324" y="2671375"/>
                  </a:lnTo>
                  <a:lnTo>
                    <a:pt x="1054067" y="2669495"/>
                  </a:lnTo>
                  <a:lnTo>
                    <a:pt x="1103470" y="2666385"/>
                  </a:lnTo>
                  <a:lnTo>
                    <a:pt x="1169915" y="2661786"/>
                  </a:lnTo>
                  <a:lnTo>
                    <a:pt x="1252140" y="2655500"/>
                  </a:lnTo>
                  <a:lnTo>
                    <a:pt x="1347510" y="2647404"/>
                  </a:lnTo>
                  <a:lnTo>
                    <a:pt x="1452495" y="2637450"/>
                  </a:lnTo>
                  <a:lnTo>
                    <a:pt x="1563219" y="2625641"/>
                  </a:lnTo>
                  <a:lnTo>
                    <a:pt x="1675961" y="2612012"/>
                  </a:lnTo>
                  <a:lnTo>
                    <a:pt x="1787527" y="2596598"/>
                  </a:lnTo>
                  <a:lnTo>
                    <a:pt x="1895440" y="2579414"/>
                  </a:lnTo>
                  <a:lnTo>
                    <a:pt x="1997989" y="2560436"/>
                  </a:lnTo>
                  <a:lnTo>
                    <a:pt x="2094163" y="2539589"/>
                  </a:lnTo>
                  <a:lnTo>
                    <a:pt x="2183530" y="2516742"/>
                  </a:lnTo>
                  <a:lnTo>
                    <a:pt x="2266108" y="2491710"/>
                  </a:lnTo>
                  <a:lnTo>
                    <a:pt x="2342227" y="2464252"/>
                  </a:lnTo>
                  <a:lnTo>
                    <a:pt x="2412430" y="2434079"/>
                  </a:lnTo>
                  <a:lnTo>
                    <a:pt x="2477383" y="2400864"/>
                  </a:lnTo>
                  <a:lnTo>
                    <a:pt x="2537816" y="2364261"/>
                  </a:lnTo>
                  <a:lnTo>
                    <a:pt x="2594472" y="2323932"/>
                  </a:lnTo>
                  <a:lnTo>
                    <a:pt x="2648069" y="2279595"/>
                  </a:lnTo>
                  <a:lnTo>
                    <a:pt x="2699263" y="2231096"/>
                  </a:lnTo>
                  <a:lnTo>
                    <a:pt x="2702183" y="2228142"/>
                  </a:lnTo>
                  <a:lnTo>
                    <a:pt x="2747388" y="2179828"/>
                  </a:lnTo>
                  <a:lnTo>
                    <a:pt x="2791451" y="2127953"/>
                  </a:lnTo>
                  <a:lnTo>
                    <a:pt x="2834684" y="2072445"/>
                  </a:lnTo>
                  <a:lnTo>
                    <a:pt x="2877338" y="2013291"/>
                  </a:lnTo>
                  <a:lnTo>
                    <a:pt x="2919614" y="1950542"/>
                  </a:lnTo>
                  <a:lnTo>
                    <a:pt x="2961668" y="1884320"/>
                  </a:lnTo>
                  <a:lnTo>
                    <a:pt x="3003617" y="1814822"/>
                  </a:lnTo>
                  <a:lnTo>
                    <a:pt x="3045542" y="1742321"/>
                  </a:lnTo>
                  <a:lnTo>
                    <a:pt x="3087498" y="1667165"/>
                  </a:lnTo>
                  <a:lnTo>
                    <a:pt x="3129512" y="1589772"/>
                  </a:lnTo>
                  <a:lnTo>
                    <a:pt x="3171589" y="1510622"/>
                  </a:lnTo>
                  <a:lnTo>
                    <a:pt x="3213719" y="1430244"/>
                  </a:lnTo>
                  <a:lnTo>
                    <a:pt x="3255881" y="1349207"/>
                  </a:lnTo>
                  <a:lnTo>
                    <a:pt x="3298047" y="1268094"/>
                  </a:lnTo>
                  <a:lnTo>
                    <a:pt x="3340187" y="1187496"/>
                  </a:lnTo>
                  <a:lnTo>
                    <a:pt x="3382279" y="1107985"/>
                  </a:lnTo>
                  <a:lnTo>
                    <a:pt x="3424309" y="1030102"/>
                  </a:lnTo>
                  <a:lnTo>
                    <a:pt x="3466278" y="954341"/>
                  </a:lnTo>
                  <a:lnTo>
                    <a:pt x="3508207" y="881135"/>
                  </a:lnTo>
                  <a:lnTo>
                    <a:pt x="3550143" y="810852"/>
                  </a:lnTo>
                  <a:lnTo>
                    <a:pt x="3592161" y="743783"/>
                  </a:lnTo>
                  <a:lnTo>
                    <a:pt x="3634368" y="680145"/>
                  </a:lnTo>
                  <a:lnTo>
                    <a:pt x="3676910" y="620077"/>
                  </a:lnTo>
                  <a:lnTo>
                    <a:pt x="3719976" y="563650"/>
                  </a:lnTo>
                  <a:lnTo>
                    <a:pt x="3763802" y="510864"/>
                  </a:lnTo>
                  <a:lnTo>
                    <a:pt x="3808686" y="461662"/>
                  </a:lnTo>
                  <a:lnTo>
                    <a:pt x="3820202" y="449821"/>
                  </a:lnTo>
                  <a:lnTo>
                    <a:pt x="3871274" y="401078"/>
                  </a:lnTo>
                  <a:lnTo>
                    <a:pt x="3924714" y="356501"/>
                  </a:lnTo>
                  <a:lnTo>
                    <a:pt x="3981172" y="315946"/>
                  </a:lnTo>
                  <a:lnTo>
                    <a:pt x="4041365" y="279135"/>
                  </a:lnTo>
                  <a:lnTo>
                    <a:pt x="4106035" y="245732"/>
                  </a:lnTo>
                  <a:lnTo>
                    <a:pt x="4175913" y="215391"/>
                  </a:lnTo>
                  <a:lnTo>
                    <a:pt x="4251671" y="187783"/>
                  </a:lnTo>
                  <a:lnTo>
                    <a:pt x="4333860" y="162617"/>
                  </a:lnTo>
                  <a:lnTo>
                    <a:pt x="4422828" y="139649"/>
                  </a:lnTo>
                  <a:lnTo>
                    <a:pt x="4518612" y="118689"/>
                  </a:lnTo>
                  <a:lnTo>
                    <a:pt x="4620811" y="99604"/>
                  </a:lnTo>
                  <a:lnTo>
                    <a:pt x="4728452" y="82317"/>
                  </a:lnTo>
                  <a:lnTo>
                    <a:pt x="4839866" y="66800"/>
                  </a:lnTo>
                  <a:lnTo>
                    <a:pt x="4952620" y="53066"/>
                  </a:lnTo>
                  <a:lnTo>
                    <a:pt x="5063560" y="41150"/>
                  </a:lnTo>
                  <a:lnTo>
                    <a:pt x="5168986" y="31087"/>
                  </a:lnTo>
                  <a:lnTo>
                    <a:pt x="5265020" y="22885"/>
                  </a:lnTo>
                  <a:lnTo>
                    <a:pt x="5348093" y="16495"/>
                  </a:lnTo>
                  <a:lnTo>
                    <a:pt x="5415507" y="11802"/>
                  </a:lnTo>
                  <a:lnTo>
                    <a:pt x="5465909" y="8613"/>
                  </a:lnTo>
                  <a:lnTo>
                    <a:pt x="5499582" y="6669"/>
                  </a:lnTo>
                  <a:lnTo>
                    <a:pt x="5518496" y="5670"/>
                  </a:lnTo>
                  <a:lnTo>
                    <a:pt x="5526166" y="5298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68" y="5289"/>
                  </a:lnTo>
                  <a:lnTo>
                    <a:pt x="6530621" y="5634"/>
                  </a:lnTo>
                  <a:lnTo>
                    <a:pt x="6548769" y="6588"/>
                  </a:lnTo>
                  <a:lnTo>
                    <a:pt x="6581512" y="8468"/>
                  </a:lnTo>
                  <a:lnTo>
                    <a:pt x="6630916" y="11578"/>
                  </a:lnTo>
                  <a:lnTo>
                    <a:pt x="6697361" y="16177"/>
                  </a:lnTo>
                  <a:lnTo>
                    <a:pt x="6779586" y="22463"/>
                  </a:lnTo>
                  <a:lnTo>
                    <a:pt x="6874956" y="30559"/>
                  </a:lnTo>
                  <a:lnTo>
                    <a:pt x="6979941" y="40513"/>
                  </a:lnTo>
                  <a:lnTo>
                    <a:pt x="7090665" y="52322"/>
                  </a:lnTo>
                  <a:lnTo>
                    <a:pt x="7203407" y="65951"/>
                  </a:lnTo>
                  <a:lnTo>
                    <a:pt x="7314972" y="81365"/>
                  </a:lnTo>
                  <a:lnTo>
                    <a:pt x="7422886" y="98549"/>
                  </a:lnTo>
                  <a:lnTo>
                    <a:pt x="7525435" y="117527"/>
                  </a:lnTo>
                  <a:lnTo>
                    <a:pt x="7621608" y="138374"/>
                  </a:lnTo>
                  <a:lnTo>
                    <a:pt x="7710976" y="161221"/>
                  </a:lnTo>
                  <a:lnTo>
                    <a:pt x="7793553" y="186253"/>
                  </a:lnTo>
                  <a:lnTo>
                    <a:pt x="7869673" y="213711"/>
                  </a:lnTo>
                  <a:lnTo>
                    <a:pt x="7939875" y="243884"/>
                  </a:lnTo>
                  <a:lnTo>
                    <a:pt x="8004829" y="277099"/>
                  </a:lnTo>
                  <a:lnTo>
                    <a:pt x="8065262" y="313702"/>
                  </a:lnTo>
                  <a:lnTo>
                    <a:pt x="8121917" y="354031"/>
                  </a:lnTo>
                  <a:lnTo>
                    <a:pt x="8175514" y="398368"/>
                  </a:lnTo>
                  <a:lnTo>
                    <a:pt x="8226709" y="446867"/>
                  </a:lnTo>
                  <a:lnTo>
                    <a:pt x="8229629" y="449821"/>
                  </a:lnTo>
                  <a:lnTo>
                    <a:pt x="8274834" y="498135"/>
                  </a:lnTo>
                  <a:lnTo>
                    <a:pt x="8318897" y="550010"/>
                  </a:lnTo>
                  <a:lnTo>
                    <a:pt x="8362129" y="605518"/>
                  </a:lnTo>
                  <a:lnTo>
                    <a:pt x="8404784" y="664672"/>
                  </a:lnTo>
                  <a:lnTo>
                    <a:pt x="8447060" y="727421"/>
                  </a:lnTo>
                  <a:lnTo>
                    <a:pt x="8489114" y="793643"/>
                  </a:lnTo>
                  <a:lnTo>
                    <a:pt x="8531062" y="863141"/>
                  </a:lnTo>
                  <a:lnTo>
                    <a:pt x="8572988" y="935642"/>
                  </a:lnTo>
                  <a:lnTo>
                    <a:pt x="8614944" y="1010798"/>
                  </a:lnTo>
                  <a:lnTo>
                    <a:pt x="8656957" y="1088191"/>
                  </a:lnTo>
                  <a:lnTo>
                    <a:pt x="8699034" y="1167341"/>
                  </a:lnTo>
                  <a:lnTo>
                    <a:pt x="8741165" y="1247719"/>
                  </a:lnTo>
                  <a:lnTo>
                    <a:pt x="8783327" y="1328757"/>
                  </a:lnTo>
                  <a:lnTo>
                    <a:pt x="8825492" y="1409869"/>
                  </a:lnTo>
                  <a:lnTo>
                    <a:pt x="8867633" y="1490467"/>
                  </a:lnTo>
                  <a:lnTo>
                    <a:pt x="8909725" y="1569978"/>
                  </a:lnTo>
                  <a:lnTo>
                    <a:pt x="8951755" y="1647861"/>
                  </a:lnTo>
                  <a:lnTo>
                    <a:pt x="8993723" y="1723622"/>
                  </a:lnTo>
                  <a:lnTo>
                    <a:pt x="9035653" y="1796828"/>
                  </a:lnTo>
                  <a:lnTo>
                    <a:pt x="9077589" y="1867111"/>
                  </a:lnTo>
                  <a:lnTo>
                    <a:pt x="9119606" y="1934180"/>
                  </a:lnTo>
                  <a:lnTo>
                    <a:pt x="9161814" y="1997818"/>
                  </a:lnTo>
                  <a:lnTo>
                    <a:pt x="9204356" y="2057886"/>
                  </a:lnTo>
                  <a:lnTo>
                    <a:pt x="9247421" y="2114313"/>
                  </a:lnTo>
                  <a:lnTo>
                    <a:pt x="9291248" y="2167099"/>
                  </a:lnTo>
                  <a:lnTo>
                    <a:pt x="9336132" y="2216301"/>
                  </a:lnTo>
                  <a:lnTo>
                    <a:pt x="9347647" y="2228142"/>
                  </a:lnTo>
                  <a:lnTo>
                    <a:pt x="9398720" y="2276885"/>
                  </a:lnTo>
                  <a:lnTo>
                    <a:pt x="9452160" y="2321462"/>
                  </a:lnTo>
                  <a:lnTo>
                    <a:pt x="9508618" y="2362017"/>
                  </a:lnTo>
                  <a:lnTo>
                    <a:pt x="9568811" y="2398828"/>
                  </a:lnTo>
                  <a:lnTo>
                    <a:pt x="9633480" y="2432231"/>
                  </a:lnTo>
                  <a:lnTo>
                    <a:pt x="9703358" y="2462572"/>
                  </a:lnTo>
                  <a:lnTo>
                    <a:pt x="9779117" y="2490180"/>
                  </a:lnTo>
                  <a:lnTo>
                    <a:pt x="9861306" y="2515346"/>
                  </a:lnTo>
                  <a:lnTo>
                    <a:pt x="9950274" y="2538314"/>
                  </a:lnTo>
                  <a:lnTo>
                    <a:pt x="10046058" y="2559274"/>
                  </a:lnTo>
                  <a:lnTo>
                    <a:pt x="10148257" y="2578359"/>
                  </a:lnTo>
                  <a:lnTo>
                    <a:pt x="10255898" y="2595646"/>
                  </a:lnTo>
                  <a:lnTo>
                    <a:pt x="10367311" y="2611163"/>
                  </a:lnTo>
                  <a:lnTo>
                    <a:pt x="10480066" y="2624897"/>
                  </a:lnTo>
                  <a:lnTo>
                    <a:pt x="10591006" y="2636813"/>
                  </a:lnTo>
                  <a:lnTo>
                    <a:pt x="10696432" y="2646876"/>
                  </a:lnTo>
                  <a:lnTo>
                    <a:pt x="10792465" y="2655079"/>
                  </a:lnTo>
                  <a:lnTo>
                    <a:pt x="10875539" y="2661468"/>
                  </a:lnTo>
                  <a:lnTo>
                    <a:pt x="10942953" y="2666161"/>
                  </a:lnTo>
                  <a:lnTo>
                    <a:pt x="10993355" y="2669350"/>
                  </a:lnTo>
                  <a:lnTo>
                    <a:pt x="11027028" y="2671294"/>
                  </a:lnTo>
                  <a:lnTo>
                    <a:pt x="11045942" y="2672293"/>
                  </a:lnTo>
                  <a:lnTo>
                    <a:pt x="11053612" y="2672665"/>
                  </a:lnTo>
                  <a:lnTo>
                    <a:pt x="11054891" y="2672723"/>
                  </a:lnTo>
                  <a:lnTo>
                    <a:pt x="12049831" y="2672723"/>
                  </a:lnTo>
                  <a:lnTo>
                    <a:pt x="12049831" y="2667482"/>
                  </a:lnTo>
                  <a:lnTo>
                    <a:pt x="11054891" y="2667482"/>
                  </a:lnTo>
                  <a:lnTo>
                    <a:pt x="11053808" y="2667434"/>
                  </a:lnTo>
                  <a:lnTo>
                    <a:pt x="11046656" y="2667088"/>
                  </a:lnTo>
                  <a:lnTo>
                    <a:pt x="11028507" y="2666135"/>
                  </a:lnTo>
                  <a:lnTo>
                    <a:pt x="10995764" y="2664254"/>
                  </a:lnTo>
                  <a:lnTo>
                    <a:pt x="10946361" y="2661145"/>
                  </a:lnTo>
                  <a:lnTo>
                    <a:pt x="10879915" y="2656545"/>
                  </a:lnTo>
                  <a:lnTo>
                    <a:pt x="10797691" y="2650259"/>
                  </a:lnTo>
                  <a:lnTo>
                    <a:pt x="10702321" y="2642164"/>
                  </a:lnTo>
                  <a:lnTo>
                    <a:pt x="10597335" y="2632209"/>
                  </a:lnTo>
                  <a:lnTo>
                    <a:pt x="10486612" y="2620401"/>
                  </a:lnTo>
                  <a:lnTo>
                    <a:pt x="10373870" y="2606772"/>
                  </a:lnTo>
                  <a:lnTo>
                    <a:pt x="10262304" y="2591358"/>
                  </a:lnTo>
                  <a:lnTo>
                    <a:pt x="10154391" y="2574174"/>
                  </a:lnTo>
                  <a:lnTo>
                    <a:pt x="10051842" y="2555195"/>
                  </a:lnTo>
                  <a:lnTo>
                    <a:pt x="9955668" y="2534348"/>
                  </a:lnTo>
                  <a:lnTo>
                    <a:pt x="9866301" y="2511501"/>
                  </a:lnTo>
                  <a:lnTo>
                    <a:pt x="9783723" y="2486469"/>
                  </a:lnTo>
                  <a:lnTo>
                    <a:pt x="9707604" y="2459011"/>
                  </a:lnTo>
                  <a:lnTo>
                    <a:pt x="9637401" y="2428838"/>
                  </a:lnTo>
                  <a:lnTo>
                    <a:pt x="9572448" y="2395623"/>
                  </a:lnTo>
                  <a:lnTo>
                    <a:pt x="9512015" y="2359021"/>
                  </a:lnTo>
                  <a:lnTo>
                    <a:pt x="9455359" y="2318692"/>
                  </a:lnTo>
                  <a:lnTo>
                    <a:pt x="9401762" y="2274354"/>
                  </a:lnTo>
                  <a:lnTo>
                    <a:pt x="9350568" y="2225855"/>
                  </a:lnTo>
                  <a:lnTo>
                    <a:pt x="9347647" y="2222902"/>
                  </a:lnTo>
                  <a:lnTo>
                    <a:pt x="9302443" y="2174587"/>
                  </a:lnTo>
                  <a:lnTo>
                    <a:pt x="9258380" y="2122712"/>
                  </a:lnTo>
                  <a:lnTo>
                    <a:pt x="9215147" y="2067204"/>
                  </a:lnTo>
                  <a:lnTo>
                    <a:pt x="9172493" y="2008050"/>
                  </a:lnTo>
                  <a:lnTo>
                    <a:pt x="9130216" y="1945301"/>
                  </a:lnTo>
                  <a:lnTo>
                    <a:pt x="9088162" y="1879079"/>
                  </a:lnTo>
                  <a:lnTo>
                    <a:pt x="9046214" y="1809581"/>
                  </a:lnTo>
                  <a:lnTo>
                    <a:pt x="9004288" y="1737080"/>
                  </a:lnTo>
                  <a:lnTo>
                    <a:pt x="8962333" y="1661924"/>
                  </a:lnTo>
                  <a:lnTo>
                    <a:pt x="8920319" y="1584531"/>
                  </a:lnTo>
                  <a:lnTo>
                    <a:pt x="8878242" y="1505381"/>
                  </a:lnTo>
                  <a:lnTo>
                    <a:pt x="8836112" y="1425004"/>
                  </a:lnTo>
                  <a:lnTo>
                    <a:pt x="8793950" y="1343966"/>
                  </a:lnTo>
                  <a:lnTo>
                    <a:pt x="8751784" y="1262854"/>
                  </a:lnTo>
                  <a:lnTo>
                    <a:pt x="8709643" y="1182255"/>
                  </a:lnTo>
                  <a:lnTo>
                    <a:pt x="8667551" y="1102744"/>
                  </a:lnTo>
                  <a:lnTo>
                    <a:pt x="8625522" y="1024861"/>
                  </a:lnTo>
                  <a:lnTo>
                    <a:pt x="8583553" y="949100"/>
                  </a:lnTo>
                  <a:lnTo>
                    <a:pt x="8541624" y="875895"/>
                  </a:lnTo>
                  <a:lnTo>
                    <a:pt x="8499688" y="805611"/>
                  </a:lnTo>
                  <a:lnTo>
                    <a:pt x="8457670" y="738542"/>
                  </a:lnTo>
                  <a:lnTo>
                    <a:pt x="8415463" y="674904"/>
                  </a:lnTo>
                  <a:lnTo>
                    <a:pt x="8372921" y="614837"/>
                  </a:lnTo>
                  <a:lnTo>
                    <a:pt x="8329855" y="558409"/>
                  </a:lnTo>
                  <a:lnTo>
                    <a:pt x="8286028" y="505624"/>
                  </a:lnTo>
                  <a:lnTo>
                    <a:pt x="8241145" y="456422"/>
                  </a:lnTo>
                  <a:lnTo>
                    <a:pt x="8229629" y="444580"/>
                  </a:lnTo>
                  <a:lnTo>
                    <a:pt x="8178556" y="395838"/>
                  </a:lnTo>
                  <a:lnTo>
                    <a:pt x="8125117" y="351261"/>
                  </a:lnTo>
                  <a:lnTo>
                    <a:pt x="8068658" y="310705"/>
                  </a:lnTo>
                  <a:lnTo>
                    <a:pt x="8008466" y="273894"/>
                  </a:lnTo>
                  <a:lnTo>
                    <a:pt x="7943796" y="240492"/>
                  </a:lnTo>
                  <a:lnTo>
                    <a:pt x="7873918" y="210151"/>
                  </a:lnTo>
                  <a:lnTo>
                    <a:pt x="7798160" y="182543"/>
                  </a:lnTo>
                  <a:lnTo>
                    <a:pt x="7715970" y="157376"/>
                  </a:lnTo>
                  <a:lnTo>
                    <a:pt x="7627002" y="134408"/>
                  </a:lnTo>
                  <a:lnTo>
                    <a:pt x="7531219" y="113448"/>
                  </a:lnTo>
                  <a:lnTo>
                    <a:pt x="7429019" y="94364"/>
                  </a:lnTo>
                  <a:lnTo>
                    <a:pt x="7321379" y="77076"/>
                  </a:lnTo>
                  <a:lnTo>
                    <a:pt x="7209965" y="61559"/>
                  </a:lnTo>
                  <a:lnTo>
                    <a:pt x="7097210" y="47825"/>
                  </a:lnTo>
                  <a:lnTo>
                    <a:pt x="6986271" y="35909"/>
                  </a:lnTo>
                  <a:lnTo>
                    <a:pt x="6880844" y="25847"/>
                  </a:lnTo>
                  <a:lnTo>
                    <a:pt x="6784811" y="17644"/>
                  </a:lnTo>
                  <a:lnTo>
                    <a:pt x="6701738" y="11255"/>
                  </a:lnTo>
                  <a:lnTo>
                    <a:pt x="6634323" y="6562"/>
                  </a:lnTo>
                  <a:lnTo>
                    <a:pt x="6583921" y="3372"/>
                  </a:lnTo>
                  <a:lnTo>
                    <a:pt x="6550249" y="1428"/>
                  </a:lnTo>
                  <a:lnTo>
                    <a:pt x="6531335" y="429"/>
                  </a:lnTo>
                  <a:lnTo>
                    <a:pt x="6523665" y="5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2" y="48"/>
                  </a:lnTo>
                  <a:lnTo>
                    <a:pt x="5519210" y="393"/>
                  </a:lnTo>
                  <a:lnTo>
                    <a:pt x="5501061" y="1347"/>
                  </a:lnTo>
                  <a:lnTo>
                    <a:pt x="5468318" y="3228"/>
                  </a:lnTo>
                  <a:lnTo>
                    <a:pt x="5418915" y="6337"/>
                  </a:lnTo>
                  <a:lnTo>
                    <a:pt x="5352470" y="10936"/>
                  </a:lnTo>
                  <a:lnTo>
                    <a:pt x="5270245" y="17223"/>
                  </a:lnTo>
                  <a:lnTo>
                    <a:pt x="5174875" y="25318"/>
                  </a:lnTo>
                  <a:lnTo>
                    <a:pt x="5069890" y="35272"/>
                  </a:lnTo>
                  <a:lnTo>
                    <a:pt x="4959166" y="47081"/>
                  </a:lnTo>
                  <a:lnTo>
                    <a:pt x="4846424" y="60710"/>
                  </a:lnTo>
                  <a:lnTo>
                    <a:pt x="4734858" y="76124"/>
                  </a:lnTo>
                  <a:lnTo>
                    <a:pt x="4626945" y="93308"/>
                  </a:lnTo>
                  <a:lnTo>
                    <a:pt x="4524396" y="112286"/>
                  </a:lnTo>
                  <a:lnTo>
                    <a:pt x="4428222" y="133134"/>
                  </a:lnTo>
                  <a:lnTo>
                    <a:pt x="4338855" y="155980"/>
                  </a:lnTo>
                  <a:lnTo>
                    <a:pt x="4256277" y="181012"/>
                  </a:lnTo>
                  <a:lnTo>
                    <a:pt x="4180158" y="208471"/>
                  </a:lnTo>
                  <a:lnTo>
                    <a:pt x="4109955" y="238644"/>
                  </a:lnTo>
                  <a:lnTo>
                    <a:pt x="4045002" y="271858"/>
                  </a:lnTo>
                  <a:lnTo>
                    <a:pt x="3984569" y="308461"/>
                  </a:lnTo>
                  <a:lnTo>
                    <a:pt x="3927913" y="348790"/>
                  </a:lnTo>
                  <a:lnTo>
                    <a:pt x="3874316" y="393127"/>
                  </a:lnTo>
                  <a:lnTo>
                    <a:pt x="3823122" y="441627"/>
                  </a:lnTo>
                  <a:lnTo>
                    <a:pt x="3820202" y="444580"/>
                  </a:lnTo>
                  <a:lnTo>
                    <a:pt x="3774997" y="492895"/>
                  </a:lnTo>
                  <a:lnTo>
                    <a:pt x="3730934" y="544770"/>
                  </a:lnTo>
                  <a:lnTo>
                    <a:pt x="3687701" y="600277"/>
                  </a:lnTo>
                  <a:lnTo>
                    <a:pt x="3645047" y="659431"/>
                  </a:lnTo>
                  <a:lnTo>
                    <a:pt x="3602771" y="722181"/>
                  </a:lnTo>
                  <a:lnTo>
                    <a:pt x="3560717" y="788403"/>
                  </a:lnTo>
                  <a:lnTo>
                    <a:pt x="3518768" y="857901"/>
                  </a:lnTo>
                  <a:lnTo>
                    <a:pt x="3476843" y="930402"/>
                  </a:lnTo>
                  <a:lnTo>
                    <a:pt x="3434887" y="1005557"/>
                  </a:lnTo>
                  <a:lnTo>
                    <a:pt x="3392873" y="1082950"/>
                  </a:lnTo>
                  <a:lnTo>
                    <a:pt x="3350796" y="1162101"/>
                  </a:lnTo>
                  <a:lnTo>
                    <a:pt x="3308666" y="1242478"/>
                  </a:lnTo>
                  <a:lnTo>
                    <a:pt x="3266504" y="1323516"/>
                  </a:lnTo>
                  <a:lnTo>
                    <a:pt x="3224338" y="1404628"/>
                  </a:lnTo>
                  <a:lnTo>
                    <a:pt x="3182198" y="1485226"/>
                  </a:lnTo>
                  <a:lnTo>
                    <a:pt x="3140106" y="1564737"/>
                  </a:lnTo>
                  <a:lnTo>
                    <a:pt x="3098076" y="1642620"/>
                  </a:lnTo>
                  <a:lnTo>
                    <a:pt x="3056107" y="1718382"/>
                  </a:lnTo>
                  <a:lnTo>
                    <a:pt x="3014178" y="1791587"/>
                  </a:lnTo>
                  <a:lnTo>
                    <a:pt x="2972242" y="1861870"/>
                  </a:lnTo>
                  <a:lnTo>
                    <a:pt x="2930224" y="1928939"/>
                  </a:lnTo>
                  <a:lnTo>
                    <a:pt x="2888017" y="1992578"/>
                  </a:lnTo>
                  <a:lnTo>
                    <a:pt x="2845475" y="2052645"/>
                  </a:lnTo>
                  <a:lnTo>
                    <a:pt x="2802409" y="2109073"/>
                  </a:lnTo>
                  <a:lnTo>
                    <a:pt x="2758583" y="2161858"/>
                  </a:lnTo>
                  <a:lnTo>
                    <a:pt x="2713699" y="2211060"/>
                  </a:lnTo>
                  <a:lnTo>
                    <a:pt x="2702183" y="2222902"/>
                  </a:lnTo>
                  <a:lnTo>
                    <a:pt x="2651111" y="2271644"/>
                  </a:lnTo>
                  <a:lnTo>
                    <a:pt x="2597671" y="2316221"/>
                  </a:lnTo>
                  <a:lnTo>
                    <a:pt x="2541213" y="2356777"/>
                  </a:lnTo>
                  <a:lnTo>
                    <a:pt x="2481020" y="2393588"/>
                  </a:lnTo>
                  <a:lnTo>
                    <a:pt x="2416350" y="2426990"/>
                  </a:lnTo>
                  <a:lnTo>
                    <a:pt x="2346472" y="2457331"/>
                  </a:lnTo>
                  <a:lnTo>
                    <a:pt x="2270714" y="2484939"/>
                  </a:lnTo>
                  <a:lnTo>
                    <a:pt x="2188525" y="2510105"/>
                  </a:lnTo>
                  <a:lnTo>
                    <a:pt x="2099557" y="2533074"/>
                  </a:lnTo>
                  <a:lnTo>
                    <a:pt x="2003773" y="2554033"/>
                  </a:lnTo>
                  <a:lnTo>
                    <a:pt x="1901574" y="2573118"/>
                  </a:lnTo>
                  <a:lnTo>
                    <a:pt x="1793933" y="2590405"/>
                  </a:lnTo>
                  <a:lnTo>
                    <a:pt x="1682519" y="2605922"/>
                  </a:lnTo>
                  <a:lnTo>
                    <a:pt x="1569765" y="2619656"/>
                  </a:lnTo>
                  <a:lnTo>
                    <a:pt x="1458825" y="2631572"/>
                  </a:lnTo>
                  <a:lnTo>
                    <a:pt x="1353399" y="2641635"/>
                  </a:lnTo>
                  <a:lnTo>
                    <a:pt x="1257365" y="2649838"/>
                  </a:lnTo>
                  <a:lnTo>
                    <a:pt x="1174292" y="2656227"/>
                  </a:lnTo>
                  <a:lnTo>
                    <a:pt x="1106878" y="2660920"/>
                  </a:lnTo>
                  <a:lnTo>
                    <a:pt x="1056476" y="2664110"/>
                  </a:lnTo>
                  <a:lnTo>
                    <a:pt x="1022803" y="2666053"/>
                  </a:lnTo>
                  <a:lnTo>
                    <a:pt x="1003889" y="2667053"/>
                  </a:lnTo>
                  <a:lnTo>
                    <a:pt x="996219" y="2667425"/>
                  </a:lnTo>
                  <a:lnTo>
                    <a:pt x="994940" y="2667482"/>
                  </a:lnTo>
                  <a:lnTo>
                    <a:pt x="0" y="2667482"/>
                  </a:lnTo>
                  <a:close/>
                </a:path>
              </a:pathLst>
            </a:custGeom>
            <a:solidFill>
              <a:srgbClr val="B497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10" name="pl1809"/>
            <p:cNvSpPr/>
            <p:nvPr/>
          </p:nvSpPr>
          <p:spPr>
            <a:xfrm>
              <a:off x="1199187" y="3233306"/>
              <a:ext cx="12049831" cy="2667482"/>
            </a:xfrm>
            <a:custGeom>
              <a:avLst/>
              <a:pathLst>
                <a:path w="12049831" h="2667482">
                  <a:moveTo>
                    <a:pt x="0" y="2667482"/>
                  </a:moveTo>
                  <a:lnTo>
                    <a:pt x="994940" y="2667482"/>
                  </a:lnTo>
                  <a:lnTo>
                    <a:pt x="996023" y="2667434"/>
                  </a:lnTo>
                  <a:lnTo>
                    <a:pt x="1003175" y="2667088"/>
                  </a:lnTo>
                  <a:lnTo>
                    <a:pt x="1021324" y="2666135"/>
                  </a:lnTo>
                  <a:lnTo>
                    <a:pt x="1054067" y="2664254"/>
                  </a:lnTo>
                  <a:lnTo>
                    <a:pt x="1103470" y="2661145"/>
                  </a:lnTo>
                  <a:lnTo>
                    <a:pt x="1169915" y="2656545"/>
                  </a:lnTo>
                  <a:lnTo>
                    <a:pt x="1252140" y="2650259"/>
                  </a:lnTo>
                  <a:lnTo>
                    <a:pt x="1347510" y="2642164"/>
                  </a:lnTo>
                  <a:lnTo>
                    <a:pt x="1452495" y="2632209"/>
                  </a:lnTo>
                  <a:lnTo>
                    <a:pt x="1563219" y="2620401"/>
                  </a:lnTo>
                  <a:lnTo>
                    <a:pt x="1675961" y="2606772"/>
                  </a:lnTo>
                  <a:lnTo>
                    <a:pt x="1787527" y="2591358"/>
                  </a:lnTo>
                  <a:lnTo>
                    <a:pt x="1895440" y="2574174"/>
                  </a:lnTo>
                  <a:lnTo>
                    <a:pt x="1997989" y="2555195"/>
                  </a:lnTo>
                  <a:lnTo>
                    <a:pt x="2094163" y="2534348"/>
                  </a:lnTo>
                  <a:lnTo>
                    <a:pt x="2183530" y="2511501"/>
                  </a:lnTo>
                  <a:lnTo>
                    <a:pt x="2266108" y="2486469"/>
                  </a:lnTo>
                  <a:lnTo>
                    <a:pt x="2342227" y="2459011"/>
                  </a:lnTo>
                  <a:lnTo>
                    <a:pt x="2412430" y="2428838"/>
                  </a:lnTo>
                  <a:lnTo>
                    <a:pt x="2477383" y="2395623"/>
                  </a:lnTo>
                  <a:lnTo>
                    <a:pt x="2537816" y="2359021"/>
                  </a:lnTo>
                  <a:lnTo>
                    <a:pt x="2594472" y="2318692"/>
                  </a:lnTo>
                  <a:lnTo>
                    <a:pt x="2648069" y="2274354"/>
                  </a:lnTo>
                  <a:lnTo>
                    <a:pt x="2699263" y="2225855"/>
                  </a:lnTo>
                  <a:lnTo>
                    <a:pt x="2702183" y="2222902"/>
                  </a:lnTo>
                  <a:lnTo>
                    <a:pt x="2747388" y="2174587"/>
                  </a:lnTo>
                  <a:lnTo>
                    <a:pt x="2791451" y="2122712"/>
                  </a:lnTo>
                  <a:lnTo>
                    <a:pt x="2834684" y="2067204"/>
                  </a:lnTo>
                  <a:lnTo>
                    <a:pt x="2877338" y="2008050"/>
                  </a:lnTo>
                  <a:lnTo>
                    <a:pt x="2919614" y="1945301"/>
                  </a:lnTo>
                  <a:lnTo>
                    <a:pt x="2961668" y="1879079"/>
                  </a:lnTo>
                  <a:lnTo>
                    <a:pt x="3003617" y="1809581"/>
                  </a:lnTo>
                  <a:lnTo>
                    <a:pt x="3045542" y="1737080"/>
                  </a:lnTo>
                  <a:lnTo>
                    <a:pt x="3087498" y="1661924"/>
                  </a:lnTo>
                  <a:lnTo>
                    <a:pt x="3129512" y="1584531"/>
                  </a:lnTo>
                  <a:lnTo>
                    <a:pt x="3171589" y="1505381"/>
                  </a:lnTo>
                  <a:lnTo>
                    <a:pt x="3213719" y="1425004"/>
                  </a:lnTo>
                  <a:lnTo>
                    <a:pt x="3255881" y="1343966"/>
                  </a:lnTo>
                  <a:lnTo>
                    <a:pt x="3298047" y="1262854"/>
                  </a:lnTo>
                  <a:lnTo>
                    <a:pt x="3340187" y="1182255"/>
                  </a:lnTo>
                  <a:lnTo>
                    <a:pt x="3382279" y="1102744"/>
                  </a:lnTo>
                  <a:lnTo>
                    <a:pt x="3424309" y="1024861"/>
                  </a:lnTo>
                  <a:lnTo>
                    <a:pt x="3466278" y="949100"/>
                  </a:lnTo>
                  <a:lnTo>
                    <a:pt x="3508207" y="875895"/>
                  </a:lnTo>
                  <a:lnTo>
                    <a:pt x="3550143" y="805611"/>
                  </a:lnTo>
                  <a:lnTo>
                    <a:pt x="3592161" y="738542"/>
                  </a:lnTo>
                  <a:lnTo>
                    <a:pt x="3634368" y="674904"/>
                  </a:lnTo>
                  <a:lnTo>
                    <a:pt x="3676910" y="614837"/>
                  </a:lnTo>
                  <a:lnTo>
                    <a:pt x="3719976" y="558409"/>
                  </a:lnTo>
                  <a:lnTo>
                    <a:pt x="3763802" y="505624"/>
                  </a:lnTo>
                  <a:lnTo>
                    <a:pt x="3808686" y="456422"/>
                  </a:lnTo>
                  <a:lnTo>
                    <a:pt x="3820202" y="444580"/>
                  </a:lnTo>
                  <a:lnTo>
                    <a:pt x="3871274" y="395838"/>
                  </a:lnTo>
                  <a:lnTo>
                    <a:pt x="3924714" y="351261"/>
                  </a:lnTo>
                  <a:lnTo>
                    <a:pt x="3981172" y="310705"/>
                  </a:lnTo>
                  <a:lnTo>
                    <a:pt x="4041365" y="273894"/>
                  </a:lnTo>
                  <a:lnTo>
                    <a:pt x="4106035" y="240492"/>
                  </a:lnTo>
                  <a:lnTo>
                    <a:pt x="4175913" y="210151"/>
                  </a:lnTo>
                  <a:lnTo>
                    <a:pt x="4251671" y="182543"/>
                  </a:lnTo>
                  <a:lnTo>
                    <a:pt x="4333860" y="157376"/>
                  </a:lnTo>
                  <a:lnTo>
                    <a:pt x="4422828" y="134408"/>
                  </a:lnTo>
                  <a:lnTo>
                    <a:pt x="4518612" y="113448"/>
                  </a:lnTo>
                  <a:lnTo>
                    <a:pt x="4620811" y="94364"/>
                  </a:lnTo>
                  <a:lnTo>
                    <a:pt x="4728452" y="77076"/>
                  </a:lnTo>
                  <a:lnTo>
                    <a:pt x="4839866" y="61559"/>
                  </a:lnTo>
                  <a:lnTo>
                    <a:pt x="4952620" y="47825"/>
                  </a:lnTo>
                  <a:lnTo>
                    <a:pt x="5063560" y="35909"/>
                  </a:lnTo>
                  <a:lnTo>
                    <a:pt x="5168986" y="25847"/>
                  </a:lnTo>
                  <a:lnTo>
                    <a:pt x="5265020" y="17644"/>
                  </a:lnTo>
                  <a:lnTo>
                    <a:pt x="5348093" y="11255"/>
                  </a:lnTo>
                  <a:lnTo>
                    <a:pt x="5415507" y="6562"/>
                  </a:lnTo>
                  <a:lnTo>
                    <a:pt x="5465909" y="3372"/>
                  </a:lnTo>
                  <a:lnTo>
                    <a:pt x="5499582" y="1428"/>
                  </a:lnTo>
                  <a:lnTo>
                    <a:pt x="5518496" y="429"/>
                  </a:lnTo>
                  <a:lnTo>
                    <a:pt x="5526166" y="57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68" y="48"/>
                  </a:lnTo>
                  <a:lnTo>
                    <a:pt x="6530621" y="393"/>
                  </a:lnTo>
                  <a:lnTo>
                    <a:pt x="6548769" y="1347"/>
                  </a:lnTo>
                  <a:lnTo>
                    <a:pt x="6581512" y="3228"/>
                  </a:lnTo>
                  <a:lnTo>
                    <a:pt x="6630916" y="6337"/>
                  </a:lnTo>
                  <a:lnTo>
                    <a:pt x="6697361" y="10936"/>
                  </a:lnTo>
                  <a:lnTo>
                    <a:pt x="6779586" y="17223"/>
                  </a:lnTo>
                  <a:lnTo>
                    <a:pt x="6874956" y="25318"/>
                  </a:lnTo>
                  <a:lnTo>
                    <a:pt x="6979941" y="35272"/>
                  </a:lnTo>
                  <a:lnTo>
                    <a:pt x="7090665" y="47081"/>
                  </a:lnTo>
                  <a:lnTo>
                    <a:pt x="7203407" y="60710"/>
                  </a:lnTo>
                  <a:lnTo>
                    <a:pt x="7314972" y="76124"/>
                  </a:lnTo>
                  <a:lnTo>
                    <a:pt x="7422886" y="93308"/>
                  </a:lnTo>
                  <a:lnTo>
                    <a:pt x="7525435" y="112286"/>
                  </a:lnTo>
                  <a:lnTo>
                    <a:pt x="7621608" y="133134"/>
                  </a:lnTo>
                  <a:lnTo>
                    <a:pt x="7710976" y="155980"/>
                  </a:lnTo>
                  <a:lnTo>
                    <a:pt x="7793553" y="181012"/>
                  </a:lnTo>
                  <a:lnTo>
                    <a:pt x="7869673" y="208471"/>
                  </a:lnTo>
                  <a:lnTo>
                    <a:pt x="7939875" y="238644"/>
                  </a:lnTo>
                  <a:lnTo>
                    <a:pt x="8004829" y="271858"/>
                  </a:lnTo>
                  <a:lnTo>
                    <a:pt x="8065262" y="308461"/>
                  </a:lnTo>
                  <a:lnTo>
                    <a:pt x="8121917" y="348790"/>
                  </a:lnTo>
                  <a:lnTo>
                    <a:pt x="8175514" y="393127"/>
                  </a:lnTo>
                  <a:lnTo>
                    <a:pt x="8226709" y="441627"/>
                  </a:lnTo>
                  <a:lnTo>
                    <a:pt x="8229629" y="444580"/>
                  </a:lnTo>
                  <a:lnTo>
                    <a:pt x="8274834" y="492895"/>
                  </a:lnTo>
                  <a:lnTo>
                    <a:pt x="8318897" y="544770"/>
                  </a:lnTo>
                  <a:lnTo>
                    <a:pt x="8362129" y="600277"/>
                  </a:lnTo>
                  <a:lnTo>
                    <a:pt x="8404784" y="659431"/>
                  </a:lnTo>
                  <a:lnTo>
                    <a:pt x="8447060" y="722181"/>
                  </a:lnTo>
                  <a:lnTo>
                    <a:pt x="8489114" y="788403"/>
                  </a:lnTo>
                  <a:lnTo>
                    <a:pt x="8531062" y="857901"/>
                  </a:lnTo>
                  <a:lnTo>
                    <a:pt x="8572988" y="930402"/>
                  </a:lnTo>
                  <a:lnTo>
                    <a:pt x="8614944" y="1005557"/>
                  </a:lnTo>
                  <a:lnTo>
                    <a:pt x="8656957" y="1082950"/>
                  </a:lnTo>
                  <a:lnTo>
                    <a:pt x="8699034" y="1162101"/>
                  </a:lnTo>
                  <a:lnTo>
                    <a:pt x="8741165" y="1242478"/>
                  </a:lnTo>
                  <a:lnTo>
                    <a:pt x="8783327" y="1323516"/>
                  </a:lnTo>
                  <a:lnTo>
                    <a:pt x="8825492" y="1404628"/>
                  </a:lnTo>
                  <a:lnTo>
                    <a:pt x="8867633" y="1485226"/>
                  </a:lnTo>
                  <a:lnTo>
                    <a:pt x="8909725" y="1564737"/>
                  </a:lnTo>
                  <a:lnTo>
                    <a:pt x="8951755" y="1642620"/>
                  </a:lnTo>
                  <a:lnTo>
                    <a:pt x="8993723" y="1718382"/>
                  </a:lnTo>
                  <a:lnTo>
                    <a:pt x="9035653" y="1791587"/>
                  </a:lnTo>
                  <a:lnTo>
                    <a:pt x="9077589" y="1861870"/>
                  </a:lnTo>
                  <a:lnTo>
                    <a:pt x="9119606" y="1928939"/>
                  </a:lnTo>
                  <a:lnTo>
                    <a:pt x="9161814" y="1992578"/>
                  </a:lnTo>
                  <a:lnTo>
                    <a:pt x="9204356" y="2052645"/>
                  </a:lnTo>
                  <a:lnTo>
                    <a:pt x="9247421" y="2109073"/>
                  </a:lnTo>
                  <a:lnTo>
                    <a:pt x="9291248" y="2161858"/>
                  </a:lnTo>
                  <a:lnTo>
                    <a:pt x="9336132" y="2211060"/>
                  </a:lnTo>
                  <a:lnTo>
                    <a:pt x="9347647" y="2222902"/>
                  </a:lnTo>
                  <a:lnTo>
                    <a:pt x="9398720" y="2271644"/>
                  </a:lnTo>
                  <a:lnTo>
                    <a:pt x="9452160" y="2316221"/>
                  </a:lnTo>
                  <a:lnTo>
                    <a:pt x="9508618" y="2356777"/>
                  </a:lnTo>
                  <a:lnTo>
                    <a:pt x="9568811" y="2393588"/>
                  </a:lnTo>
                  <a:lnTo>
                    <a:pt x="9633480" y="2426990"/>
                  </a:lnTo>
                  <a:lnTo>
                    <a:pt x="9703358" y="2457331"/>
                  </a:lnTo>
                  <a:lnTo>
                    <a:pt x="9779117" y="2484939"/>
                  </a:lnTo>
                  <a:lnTo>
                    <a:pt x="9861306" y="2510105"/>
                  </a:lnTo>
                  <a:lnTo>
                    <a:pt x="9950274" y="2533074"/>
                  </a:lnTo>
                  <a:lnTo>
                    <a:pt x="10046058" y="2554033"/>
                  </a:lnTo>
                  <a:lnTo>
                    <a:pt x="10148257" y="2573118"/>
                  </a:lnTo>
                  <a:lnTo>
                    <a:pt x="10255898" y="2590405"/>
                  </a:lnTo>
                  <a:lnTo>
                    <a:pt x="10367311" y="2605922"/>
                  </a:lnTo>
                  <a:lnTo>
                    <a:pt x="10480066" y="2619656"/>
                  </a:lnTo>
                  <a:lnTo>
                    <a:pt x="10591006" y="2631572"/>
                  </a:lnTo>
                  <a:lnTo>
                    <a:pt x="10696432" y="2641635"/>
                  </a:lnTo>
                  <a:lnTo>
                    <a:pt x="10792465" y="2649838"/>
                  </a:lnTo>
                  <a:lnTo>
                    <a:pt x="10875539" y="2656227"/>
                  </a:lnTo>
                  <a:lnTo>
                    <a:pt x="10942953" y="2660920"/>
                  </a:lnTo>
                  <a:lnTo>
                    <a:pt x="10993355" y="2664110"/>
                  </a:lnTo>
                  <a:lnTo>
                    <a:pt x="11027028" y="2666053"/>
                  </a:lnTo>
                  <a:lnTo>
                    <a:pt x="11045942" y="2667053"/>
                  </a:lnTo>
                  <a:lnTo>
                    <a:pt x="11053612" y="2667425"/>
                  </a:lnTo>
                  <a:lnTo>
                    <a:pt x="11054891" y="2667482"/>
                  </a:lnTo>
                  <a:lnTo>
                    <a:pt x="11054891" y="2667482"/>
                  </a:lnTo>
                  <a:lnTo>
                    <a:pt x="12049831" y="2667482"/>
                  </a:lnTo>
                  <a:lnTo>
                    <a:pt x="12049831" y="26674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1" name="pl1810"/>
            <p:cNvSpPr/>
            <p:nvPr/>
          </p:nvSpPr>
          <p:spPr>
            <a:xfrm>
              <a:off x="1199187" y="3228066"/>
              <a:ext cx="12049831" cy="2667482"/>
            </a:xfrm>
            <a:custGeom>
              <a:avLst/>
              <a:pathLst>
                <a:path w="12049831" h="2667482">
                  <a:moveTo>
                    <a:pt x="12049831" y="2667482"/>
                  </a:moveTo>
                  <a:lnTo>
                    <a:pt x="11054891" y="2667482"/>
                  </a:lnTo>
                  <a:lnTo>
                    <a:pt x="11053808" y="2667434"/>
                  </a:lnTo>
                  <a:lnTo>
                    <a:pt x="11046656" y="2667088"/>
                  </a:lnTo>
                  <a:lnTo>
                    <a:pt x="11028507" y="2666135"/>
                  </a:lnTo>
                  <a:lnTo>
                    <a:pt x="10995764" y="2664254"/>
                  </a:lnTo>
                  <a:lnTo>
                    <a:pt x="10946361" y="2661145"/>
                  </a:lnTo>
                  <a:lnTo>
                    <a:pt x="10879915" y="2656545"/>
                  </a:lnTo>
                  <a:lnTo>
                    <a:pt x="10797691" y="2650259"/>
                  </a:lnTo>
                  <a:lnTo>
                    <a:pt x="10702321" y="2642164"/>
                  </a:lnTo>
                  <a:lnTo>
                    <a:pt x="10597335" y="2632209"/>
                  </a:lnTo>
                  <a:lnTo>
                    <a:pt x="10486612" y="2620401"/>
                  </a:lnTo>
                  <a:lnTo>
                    <a:pt x="10373870" y="2606772"/>
                  </a:lnTo>
                  <a:lnTo>
                    <a:pt x="10262304" y="2591358"/>
                  </a:lnTo>
                  <a:lnTo>
                    <a:pt x="10154391" y="2574174"/>
                  </a:lnTo>
                  <a:lnTo>
                    <a:pt x="10051842" y="2555195"/>
                  </a:lnTo>
                  <a:lnTo>
                    <a:pt x="9955668" y="2534348"/>
                  </a:lnTo>
                  <a:lnTo>
                    <a:pt x="9866301" y="2511501"/>
                  </a:lnTo>
                  <a:lnTo>
                    <a:pt x="9783723" y="2486469"/>
                  </a:lnTo>
                  <a:lnTo>
                    <a:pt x="9707604" y="2459011"/>
                  </a:lnTo>
                  <a:lnTo>
                    <a:pt x="9637401" y="2428838"/>
                  </a:lnTo>
                  <a:lnTo>
                    <a:pt x="9572448" y="2395623"/>
                  </a:lnTo>
                  <a:lnTo>
                    <a:pt x="9512015" y="2359021"/>
                  </a:lnTo>
                  <a:lnTo>
                    <a:pt x="9455359" y="2318692"/>
                  </a:lnTo>
                  <a:lnTo>
                    <a:pt x="9401762" y="2274354"/>
                  </a:lnTo>
                  <a:lnTo>
                    <a:pt x="9350568" y="2225855"/>
                  </a:lnTo>
                  <a:lnTo>
                    <a:pt x="9347647" y="2222902"/>
                  </a:lnTo>
                  <a:lnTo>
                    <a:pt x="9302443" y="2174587"/>
                  </a:lnTo>
                  <a:lnTo>
                    <a:pt x="9258380" y="2122712"/>
                  </a:lnTo>
                  <a:lnTo>
                    <a:pt x="9215147" y="2067204"/>
                  </a:lnTo>
                  <a:lnTo>
                    <a:pt x="9172493" y="2008050"/>
                  </a:lnTo>
                  <a:lnTo>
                    <a:pt x="9130216" y="1945301"/>
                  </a:lnTo>
                  <a:lnTo>
                    <a:pt x="9088162" y="1879079"/>
                  </a:lnTo>
                  <a:lnTo>
                    <a:pt x="9046214" y="1809581"/>
                  </a:lnTo>
                  <a:lnTo>
                    <a:pt x="9004288" y="1737080"/>
                  </a:lnTo>
                  <a:lnTo>
                    <a:pt x="8962333" y="1661924"/>
                  </a:lnTo>
                  <a:lnTo>
                    <a:pt x="8920319" y="1584531"/>
                  </a:lnTo>
                  <a:lnTo>
                    <a:pt x="8878242" y="1505381"/>
                  </a:lnTo>
                  <a:lnTo>
                    <a:pt x="8836112" y="1425004"/>
                  </a:lnTo>
                  <a:lnTo>
                    <a:pt x="8793950" y="1343966"/>
                  </a:lnTo>
                  <a:lnTo>
                    <a:pt x="8751784" y="1262854"/>
                  </a:lnTo>
                  <a:lnTo>
                    <a:pt x="8709643" y="1182255"/>
                  </a:lnTo>
                  <a:lnTo>
                    <a:pt x="8667551" y="1102744"/>
                  </a:lnTo>
                  <a:lnTo>
                    <a:pt x="8625522" y="1024861"/>
                  </a:lnTo>
                  <a:lnTo>
                    <a:pt x="8583553" y="949100"/>
                  </a:lnTo>
                  <a:lnTo>
                    <a:pt x="8541624" y="875895"/>
                  </a:lnTo>
                  <a:lnTo>
                    <a:pt x="8499688" y="805611"/>
                  </a:lnTo>
                  <a:lnTo>
                    <a:pt x="8457670" y="738542"/>
                  </a:lnTo>
                  <a:lnTo>
                    <a:pt x="8415463" y="674904"/>
                  </a:lnTo>
                  <a:lnTo>
                    <a:pt x="8372921" y="614837"/>
                  </a:lnTo>
                  <a:lnTo>
                    <a:pt x="8329855" y="558409"/>
                  </a:lnTo>
                  <a:lnTo>
                    <a:pt x="8286028" y="505624"/>
                  </a:lnTo>
                  <a:lnTo>
                    <a:pt x="8241145" y="456422"/>
                  </a:lnTo>
                  <a:lnTo>
                    <a:pt x="8229629" y="444580"/>
                  </a:lnTo>
                  <a:lnTo>
                    <a:pt x="8178556" y="395838"/>
                  </a:lnTo>
                  <a:lnTo>
                    <a:pt x="8125117" y="351261"/>
                  </a:lnTo>
                  <a:lnTo>
                    <a:pt x="8068658" y="310705"/>
                  </a:lnTo>
                  <a:lnTo>
                    <a:pt x="8008466" y="273894"/>
                  </a:lnTo>
                  <a:lnTo>
                    <a:pt x="7943796" y="240492"/>
                  </a:lnTo>
                  <a:lnTo>
                    <a:pt x="7873918" y="210151"/>
                  </a:lnTo>
                  <a:lnTo>
                    <a:pt x="7798160" y="182543"/>
                  </a:lnTo>
                  <a:lnTo>
                    <a:pt x="7715970" y="157376"/>
                  </a:lnTo>
                  <a:lnTo>
                    <a:pt x="7627002" y="134408"/>
                  </a:lnTo>
                  <a:lnTo>
                    <a:pt x="7531219" y="113448"/>
                  </a:lnTo>
                  <a:lnTo>
                    <a:pt x="7429019" y="94364"/>
                  </a:lnTo>
                  <a:lnTo>
                    <a:pt x="7321379" y="77076"/>
                  </a:lnTo>
                  <a:lnTo>
                    <a:pt x="7209965" y="61559"/>
                  </a:lnTo>
                  <a:lnTo>
                    <a:pt x="7097210" y="47825"/>
                  </a:lnTo>
                  <a:lnTo>
                    <a:pt x="6986271" y="35909"/>
                  </a:lnTo>
                  <a:lnTo>
                    <a:pt x="6880844" y="25847"/>
                  </a:lnTo>
                  <a:lnTo>
                    <a:pt x="6784811" y="17644"/>
                  </a:lnTo>
                  <a:lnTo>
                    <a:pt x="6701738" y="11255"/>
                  </a:lnTo>
                  <a:lnTo>
                    <a:pt x="6634323" y="6562"/>
                  </a:lnTo>
                  <a:lnTo>
                    <a:pt x="6583921" y="3372"/>
                  </a:lnTo>
                  <a:lnTo>
                    <a:pt x="6550249" y="1428"/>
                  </a:lnTo>
                  <a:lnTo>
                    <a:pt x="6531335" y="429"/>
                  </a:lnTo>
                  <a:lnTo>
                    <a:pt x="6523665" y="57"/>
                  </a:lnTo>
                  <a:lnTo>
                    <a:pt x="652238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2" y="48"/>
                  </a:lnTo>
                  <a:lnTo>
                    <a:pt x="5519210" y="393"/>
                  </a:lnTo>
                  <a:lnTo>
                    <a:pt x="5501061" y="1347"/>
                  </a:lnTo>
                  <a:lnTo>
                    <a:pt x="5468318" y="3228"/>
                  </a:lnTo>
                  <a:lnTo>
                    <a:pt x="5418915" y="6337"/>
                  </a:lnTo>
                  <a:lnTo>
                    <a:pt x="5352470" y="10936"/>
                  </a:lnTo>
                  <a:lnTo>
                    <a:pt x="5270245" y="17223"/>
                  </a:lnTo>
                  <a:lnTo>
                    <a:pt x="5174875" y="25318"/>
                  </a:lnTo>
                  <a:lnTo>
                    <a:pt x="5069890" y="35272"/>
                  </a:lnTo>
                  <a:lnTo>
                    <a:pt x="4959166" y="47081"/>
                  </a:lnTo>
                  <a:lnTo>
                    <a:pt x="4846424" y="60710"/>
                  </a:lnTo>
                  <a:lnTo>
                    <a:pt x="4734858" y="76124"/>
                  </a:lnTo>
                  <a:lnTo>
                    <a:pt x="4626945" y="93308"/>
                  </a:lnTo>
                  <a:lnTo>
                    <a:pt x="4524396" y="112286"/>
                  </a:lnTo>
                  <a:lnTo>
                    <a:pt x="4428222" y="133134"/>
                  </a:lnTo>
                  <a:lnTo>
                    <a:pt x="4338855" y="155980"/>
                  </a:lnTo>
                  <a:lnTo>
                    <a:pt x="4256277" y="181012"/>
                  </a:lnTo>
                  <a:lnTo>
                    <a:pt x="4180158" y="208471"/>
                  </a:lnTo>
                  <a:lnTo>
                    <a:pt x="4109955" y="238644"/>
                  </a:lnTo>
                  <a:lnTo>
                    <a:pt x="4045002" y="271858"/>
                  </a:lnTo>
                  <a:lnTo>
                    <a:pt x="3984569" y="308461"/>
                  </a:lnTo>
                  <a:lnTo>
                    <a:pt x="3927913" y="348790"/>
                  </a:lnTo>
                  <a:lnTo>
                    <a:pt x="3874316" y="393127"/>
                  </a:lnTo>
                  <a:lnTo>
                    <a:pt x="3823122" y="441627"/>
                  </a:lnTo>
                  <a:lnTo>
                    <a:pt x="3820202" y="444580"/>
                  </a:lnTo>
                  <a:lnTo>
                    <a:pt x="3774997" y="492895"/>
                  </a:lnTo>
                  <a:lnTo>
                    <a:pt x="3730934" y="544770"/>
                  </a:lnTo>
                  <a:lnTo>
                    <a:pt x="3687701" y="600277"/>
                  </a:lnTo>
                  <a:lnTo>
                    <a:pt x="3645047" y="659431"/>
                  </a:lnTo>
                  <a:lnTo>
                    <a:pt x="3602771" y="722181"/>
                  </a:lnTo>
                  <a:lnTo>
                    <a:pt x="3560717" y="788403"/>
                  </a:lnTo>
                  <a:lnTo>
                    <a:pt x="3518768" y="857901"/>
                  </a:lnTo>
                  <a:lnTo>
                    <a:pt x="3476843" y="930402"/>
                  </a:lnTo>
                  <a:lnTo>
                    <a:pt x="3434887" y="1005557"/>
                  </a:lnTo>
                  <a:lnTo>
                    <a:pt x="3392873" y="1082950"/>
                  </a:lnTo>
                  <a:lnTo>
                    <a:pt x="3350796" y="1162101"/>
                  </a:lnTo>
                  <a:lnTo>
                    <a:pt x="3308666" y="1242478"/>
                  </a:lnTo>
                  <a:lnTo>
                    <a:pt x="3266504" y="1323516"/>
                  </a:lnTo>
                  <a:lnTo>
                    <a:pt x="3224338" y="1404628"/>
                  </a:lnTo>
                  <a:lnTo>
                    <a:pt x="3182198" y="1485226"/>
                  </a:lnTo>
                  <a:lnTo>
                    <a:pt x="3140106" y="1564737"/>
                  </a:lnTo>
                  <a:lnTo>
                    <a:pt x="3098076" y="1642620"/>
                  </a:lnTo>
                  <a:lnTo>
                    <a:pt x="3056107" y="1718382"/>
                  </a:lnTo>
                  <a:lnTo>
                    <a:pt x="3014178" y="1791587"/>
                  </a:lnTo>
                  <a:lnTo>
                    <a:pt x="2972242" y="1861870"/>
                  </a:lnTo>
                  <a:lnTo>
                    <a:pt x="2930224" y="1928939"/>
                  </a:lnTo>
                  <a:lnTo>
                    <a:pt x="2888017" y="1992578"/>
                  </a:lnTo>
                  <a:lnTo>
                    <a:pt x="2845475" y="2052645"/>
                  </a:lnTo>
                  <a:lnTo>
                    <a:pt x="2802409" y="2109073"/>
                  </a:lnTo>
                  <a:lnTo>
                    <a:pt x="2758583" y="2161858"/>
                  </a:lnTo>
                  <a:lnTo>
                    <a:pt x="2713699" y="2211060"/>
                  </a:lnTo>
                  <a:lnTo>
                    <a:pt x="2702183" y="2222902"/>
                  </a:lnTo>
                  <a:lnTo>
                    <a:pt x="2651111" y="2271644"/>
                  </a:lnTo>
                  <a:lnTo>
                    <a:pt x="2597671" y="2316221"/>
                  </a:lnTo>
                  <a:lnTo>
                    <a:pt x="2541213" y="2356777"/>
                  </a:lnTo>
                  <a:lnTo>
                    <a:pt x="2481020" y="2393588"/>
                  </a:lnTo>
                  <a:lnTo>
                    <a:pt x="2416350" y="2426990"/>
                  </a:lnTo>
                  <a:lnTo>
                    <a:pt x="2346472" y="2457331"/>
                  </a:lnTo>
                  <a:lnTo>
                    <a:pt x="2270714" y="2484939"/>
                  </a:lnTo>
                  <a:lnTo>
                    <a:pt x="2188525" y="2510105"/>
                  </a:lnTo>
                  <a:lnTo>
                    <a:pt x="2099557" y="2533074"/>
                  </a:lnTo>
                  <a:lnTo>
                    <a:pt x="2003773" y="2554033"/>
                  </a:lnTo>
                  <a:lnTo>
                    <a:pt x="1901574" y="2573118"/>
                  </a:lnTo>
                  <a:lnTo>
                    <a:pt x="1793933" y="2590405"/>
                  </a:lnTo>
                  <a:lnTo>
                    <a:pt x="1682519" y="2605922"/>
                  </a:lnTo>
                  <a:lnTo>
                    <a:pt x="1569765" y="2619656"/>
                  </a:lnTo>
                  <a:lnTo>
                    <a:pt x="1458825" y="2631572"/>
                  </a:lnTo>
                  <a:lnTo>
                    <a:pt x="1353399" y="2641635"/>
                  </a:lnTo>
                  <a:lnTo>
                    <a:pt x="1257365" y="2649838"/>
                  </a:lnTo>
                  <a:lnTo>
                    <a:pt x="1174292" y="2656227"/>
                  </a:lnTo>
                  <a:lnTo>
                    <a:pt x="1106878" y="2660920"/>
                  </a:lnTo>
                  <a:lnTo>
                    <a:pt x="1056476" y="2664110"/>
                  </a:lnTo>
                  <a:lnTo>
                    <a:pt x="1022803" y="2666053"/>
                  </a:lnTo>
                  <a:lnTo>
                    <a:pt x="1003889" y="2667053"/>
                  </a:lnTo>
                  <a:lnTo>
                    <a:pt x="996219" y="2667425"/>
                  </a:lnTo>
                  <a:lnTo>
                    <a:pt x="994940" y="2667482"/>
                  </a:lnTo>
                  <a:lnTo>
                    <a:pt x="994940" y="2667482"/>
                  </a:lnTo>
                  <a:lnTo>
                    <a:pt x="0" y="2667482"/>
                  </a:lnTo>
                  <a:lnTo>
                    <a:pt x="0" y="26674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2" name="pg1811"/>
            <p:cNvSpPr/>
            <p:nvPr/>
          </p:nvSpPr>
          <p:spPr>
            <a:xfrm>
              <a:off x="1199187" y="2138014"/>
              <a:ext cx="12049831" cy="4061491"/>
            </a:xfrm>
            <a:custGeom>
              <a:avLst/>
              <a:pathLst>
                <a:path w="12049831" h="4061491">
                  <a:moveTo>
                    <a:pt x="0" y="3815181"/>
                  </a:moveTo>
                  <a:lnTo>
                    <a:pt x="994940" y="3815181"/>
                  </a:lnTo>
                  <a:lnTo>
                    <a:pt x="996076" y="3815186"/>
                  </a:lnTo>
                  <a:lnTo>
                    <a:pt x="1003572" y="3815219"/>
                  </a:lnTo>
                  <a:lnTo>
                    <a:pt x="1022569" y="3815312"/>
                  </a:lnTo>
                  <a:lnTo>
                    <a:pt x="1056782" y="3815494"/>
                  </a:lnTo>
                  <a:lnTo>
                    <a:pt x="1108281" y="3815796"/>
                  </a:lnTo>
                  <a:lnTo>
                    <a:pt x="1177336" y="3816241"/>
                  </a:lnTo>
                  <a:lnTo>
                    <a:pt x="1262476" y="3816849"/>
                  </a:lnTo>
                  <a:lnTo>
                    <a:pt x="1360811" y="3817630"/>
                  </a:lnTo>
                  <a:lnTo>
                    <a:pt x="1468562" y="3818588"/>
                  </a:lnTo>
                  <a:lnTo>
                    <a:pt x="1581653" y="3819723"/>
                  </a:lnTo>
                  <a:lnTo>
                    <a:pt x="1696246" y="3821032"/>
                  </a:lnTo>
                  <a:lnTo>
                    <a:pt x="1809106" y="3822509"/>
                  </a:lnTo>
                  <a:lnTo>
                    <a:pt x="1917786" y="3824156"/>
                  </a:lnTo>
                  <a:lnTo>
                    <a:pt x="2020647" y="3825976"/>
                  </a:lnTo>
                  <a:lnTo>
                    <a:pt x="2116772" y="3827975"/>
                  </a:lnTo>
                  <a:lnTo>
                    <a:pt x="2205835" y="3830170"/>
                  </a:lnTo>
                  <a:lnTo>
                    <a:pt x="2287947" y="3832578"/>
                  </a:lnTo>
                  <a:lnTo>
                    <a:pt x="2363527" y="3835226"/>
                  </a:lnTo>
                  <a:lnTo>
                    <a:pt x="2433188" y="3838141"/>
                  </a:lnTo>
                  <a:lnTo>
                    <a:pt x="2497656" y="3841356"/>
                  </a:lnTo>
                  <a:lnTo>
                    <a:pt x="2557707" y="3844905"/>
                  </a:lnTo>
                  <a:lnTo>
                    <a:pt x="2614116" y="3848820"/>
                  </a:lnTo>
                  <a:lnTo>
                    <a:pt x="2667619" y="3853125"/>
                  </a:lnTo>
                  <a:lnTo>
                    <a:pt x="2702183" y="3856233"/>
                  </a:lnTo>
                  <a:lnTo>
                    <a:pt x="2763515" y="3862396"/>
                  </a:lnTo>
                  <a:lnTo>
                    <a:pt x="2822940" y="3869176"/>
                  </a:lnTo>
                  <a:lnTo>
                    <a:pt x="2881166" y="3876581"/>
                  </a:lnTo>
                  <a:lnTo>
                    <a:pt x="2938712" y="3884601"/>
                  </a:lnTo>
                  <a:lnTo>
                    <a:pt x="2995946" y="3893202"/>
                  </a:lnTo>
                  <a:lnTo>
                    <a:pt x="3053111" y="3902328"/>
                  </a:lnTo>
                  <a:lnTo>
                    <a:pt x="3110340" y="3911896"/>
                  </a:lnTo>
                  <a:lnTo>
                    <a:pt x="3167685" y="3921804"/>
                  </a:lnTo>
                  <a:lnTo>
                    <a:pt x="3225130" y="3931931"/>
                  </a:lnTo>
                  <a:lnTo>
                    <a:pt x="3282620" y="3942144"/>
                  </a:lnTo>
                  <a:lnTo>
                    <a:pt x="3340083" y="3952306"/>
                  </a:lnTo>
                  <a:lnTo>
                    <a:pt x="3397457" y="3962281"/>
                  </a:lnTo>
                  <a:lnTo>
                    <a:pt x="3454714" y="3971947"/>
                  </a:lnTo>
                  <a:lnTo>
                    <a:pt x="3511886" y="3981193"/>
                  </a:lnTo>
                  <a:lnTo>
                    <a:pt x="3569084" y="3989935"/>
                  </a:lnTo>
                  <a:lnTo>
                    <a:pt x="3626521" y="3998107"/>
                  </a:lnTo>
                  <a:lnTo>
                    <a:pt x="3684531" y="4005670"/>
                  </a:lnTo>
                  <a:lnTo>
                    <a:pt x="3743592" y="4012609"/>
                  </a:lnTo>
                  <a:lnTo>
                    <a:pt x="3804359" y="4018927"/>
                  </a:lnTo>
                  <a:lnTo>
                    <a:pt x="3820202" y="4020439"/>
                  </a:lnTo>
                  <a:lnTo>
                    <a:pt x="3872130" y="4025011"/>
                  </a:lnTo>
                  <a:lnTo>
                    <a:pt x="3926513" y="4029185"/>
                  </a:lnTo>
                  <a:lnTo>
                    <a:pt x="3984039" y="4032976"/>
                  </a:lnTo>
                  <a:lnTo>
                    <a:pt x="4045460" y="4036412"/>
                  </a:lnTo>
                  <a:lnTo>
                    <a:pt x="4111556" y="4039524"/>
                  </a:lnTo>
                  <a:lnTo>
                    <a:pt x="4183093" y="4042347"/>
                  </a:lnTo>
                  <a:lnTo>
                    <a:pt x="4260766" y="4044913"/>
                  </a:lnTo>
                  <a:lnTo>
                    <a:pt x="4345136" y="4047248"/>
                  </a:lnTo>
                  <a:lnTo>
                    <a:pt x="4436534" y="4049377"/>
                  </a:lnTo>
                  <a:lnTo>
                    <a:pt x="4534943" y="4051316"/>
                  </a:lnTo>
                  <a:lnTo>
                    <a:pt x="4639856" y="4053077"/>
                  </a:lnTo>
                  <a:lnTo>
                    <a:pt x="4750134" y="4054669"/>
                  </a:lnTo>
                  <a:lnTo>
                    <a:pt x="4863877" y="4056091"/>
                  </a:lnTo>
                  <a:lnTo>
                    <a:pt x="4978367" y="4057342"/>
                  </a:lnTo>
                  <a:lnTo>
                    <a:pt x="5090142" y="4058419"/>
                  </a:lnTo>
                  <a:lnTo>
                    <a:pt x="5195236" y="4059319"/>
                  </a:lnTo>
                  <a:lnTo>
                    <a:pt x="5289607" y="4060043"/>
                  </a:lnTo>
                  <a:lnTo>
                    <a:pt x="5369702" y="4060595"/>
                  </a:lnTo>
                  <a:lnTo>
                    <a:pt x="5433049" y="4060991"/>
                  </a:lnTo>
                  <a:lnTo>
                    <a:pt x="5478729" y="4061250"/>
                  </a:lnTo>
                  <a:lnTo>
                    <a:pt x="5507611" y="4061399"/>
                  </a:lnTo>
                  <a:lnTo>
                    <a:pt x="5522331" y="4061469"/>
                  </a:lnTo>
                  <a:lnTo>
                    <a:pt x="5527097" y="4061490"/>
                  </a:lnTo>
                  <a:lnTo>
                    <a:pt x="5527445" y="4061491"/>
                  </a:lnTo>
                  <a:lnTo>
                    <a:pt x="6522385" y="4061491"/>
                  </a:lnTo>
                  <a:lnTo>
                    <a:pt x="6523406" y="4061421"/>
                  </a:lnTo>
                  <a:lnTo>
                    <a:pt x="6530156" y="4060927"/>
                  </a:lnTo>
                  <a:lnTo>
                    <a:pt x="6547311" y="4059562"/>
                  </a:lnTo>
                  <a:lnTo>
                    <a:pt x="6578326" y="4056871"/>
                  </a:lnTo>
                  <a:lnTo>
                    <a:pt x="6625254" y="4052418"/>
                  </a:lnTo>
                  <a:lnTo>
                    <a:pt x="6688597" y="4045821"/>
                  </a:lnTo>
                  <a:lnTo>
                    <a:pt x="6767325" y="4036788"/>
                  </a:lnTo>
                  <a:lnTo>
                    <a:pt x="6859100" y="4025130"/>
                  </a:lnTo>
                  <a:lnTo>
                    <a:pt x="6960688" y="4010761"/>
                  </a:lnTo>
                  <a:lnTo>
                    <a:pt x="7068454" y="3993677"/>
                  </a:lnTo>
                  <a:lnTo>
                    <a:pt x="7178835" y="3973922"/>
                  </a:lnTo>
                  <a:lnTo>
                    <a:pt x="7288698" y="3951550"/>
                  </a:lnTo>
                  <a:lnTo>
                    <a:pt x="7395548" y="3926592"/>
                  </a:lnTo>
                  <a:lnTo>
                    <a:pt x="7497597" y="3899028"/>
                  </a:lnTo>
                  <a:lnTo>
                    <a:pt x="7593727" y="3868772"/>
                  </a:lnTo>
                  <a:lnTo>
                    <a:pt x="7683389" y="3835660"/>
                  </a:lnTo>
                  <a:lnTo>
                    <a:pt x="7766482" y="3799451"/>
                  </a:lnTo>
                  <a:lnTo>
                    <a:pt x="7843236" y="3759824"/>
                  </a:lnTo>
                  <a:lnTo>
                    <a:pt x="7914101" y="3716389"/>
                  </a:lnTo>
                  <a:lnTo>
                    <a:pt x="7979672" y="3668695"/>
                  </a:lnTo>
                  <a:lnTo>
                    <a:pt x="8040618" y="3616254"/>
                  </a:lnTo>
                  <a:lnTo>
                    <a:pt x="8097639" y="3558568"/>
                  </a:lnTo>
                  <a:lnTo>
                    <a:pt x="8151425" y="3495190"/>
                  </a:lnTo>
                  <a:lnTo>
                    <a:pt x="8202627" y="3425801"/>
                  </a:lnTo>
                  <a:lnTo>
                    <a:pt x="8229629" y="3385449"/>
                  </a:lnTo>
                  <a:lnTo>
                    <a:pt x="8268012" y="3323548"/>
                  </a:lnTo>
                  <a:lnTo>
                    <a:pt x="8305538" y="3257777"/>
                  </a:lnTo>
                  <a:lnTo>
                    <a:pt x="8342405" y="3188056"/>
                  </a:lnTo>
                  <a:lnTo>
                    <a:pt x="8378781" y="3114352"/>
                  </a:lnTo>
                  <a:lnTo>
                    <a:pt x="8414802" y="3036679"/>
                  </a:lnTo>
                  <a:lnTo>
                    <a:pt x="8450582" y="2955104"/>
                  </a:lnTo>
                  <a:lnTo>
                    <a:pt x="8486210" y="2869751"/>
                  </a:lnTo>
                  <a:lnTo>
                    <a:pt x="8521759" y="2780802"/>
                  </a:lnTo>
                  <a:lnTo>
                    <a:pt x="8557280" y="2688500"/>
                  </a:lnTo>
                  <a:lnTo>
                    <a:pt x="8592812" y="2593147"/>
                  </a:lnTo>
                  <a:lnTo>
                    <a:pt x="8628377" y="2495100"/>
                  </a:lnTo>
                  <a:lnTo>
                    <a:pt x="8663987" y="2394770"/>
                  </a:lnTo>
                  <a:lnTo>
                    <a:pt x="8699642" y="2292614"/>
                  </a:lnTo>
                  <a:lnTo>
                    <a:pt x="8735335" y="2189127"/>
                  </a:lnTo>
                  <a:lnTo>
                    <a:pt x="8771054" y="2084831"/>
                  </a:lnTo>
                  <a:lnTo>
                    <a:pt x="8806781" y="1980265"/>
                  </a:lnTo>
                  <a:lnTo>
                    <a:pt x="8842500" y="1875977"/>
                  </a:lnTo>
                  <a:lnTo>
                    <a:pt x="8878193" y="1772507"/>
                  </a:lnTo>
                  <a:lnTo>
                    <a:pt x="8913847" y="1670376"/>
                  </a:lnTo>
                  <a:lnTo>
                    <a:pt x="8949456" y="1570079"/>
                  </a:lnTo>
                  <a:lnTo>
                    <a:pt x="8985021" y="1472071"/>
                  </a:lnTo>
                  <a:lnTo>
                    <a:pt x="9020552" y="1376763"/>
                  </a:lnTo>
                  <a:lnTo>
                    <a:pt x="9056073" y="1284511"/>
                  </a:lnTo>
                  <a:lnTo>
                    <a:pt x="9091623" y="1195617"/>
                  </a:lnTo>
                  <a:lnTo>
                    <a:pt x="9127253" y="1110322"/>
                  </a:lnTo>
                  <a:lnTo>
                    <a:pt x="9163036" y="1028807"/>
                  </a:lnTo>
                  <a:lnTo>
                    <a:pt x="9199061" y="951195"/>
                  </a:lnTo>
                  <a:lnTo>
                    <a:pt x="9235444" y="877553"/>
                  </a:lnTo>
                  <a:lnTo>
                    <a:pt x="9272320" y="807895"/>
                  </a:lnTo>
                  <a:lnTo>
                    <a:pt x="9309858" y="742185"/>
                  </a:lnTo>
                  <a:lnTo>
                    <a:pt x="9347647" y="681282"/>
                  </a:lnTo>
                  <a:lnTo>
                    <a:pt x="9397687" y="608570"/>
                  </a:lnTo>
                  <a:lnTo>
                    <a:pt x="9449989" y="541945"/>
                  </a:lnTo>
                  <a:lnTo>
                    <a:pt x="9505165" y="481209"/>
                  </a:lnTo>
                  <a:lnTo>
                    <a:pt x="9563887" y="425972"/>
                  </a:lnTo>
                  <a:lnTo>
                    <a:pt x="9626853" y="375755"/>
                  </a:lnTo>
                  <a:lnTo>
                    <a:pt x="9694756" y="330060"/>
                  </a:lnTo>
                  <a:lnTo>
                    <a:pt x="9768236" y="288412"/>
                  </a:lnTo>
                  <a:lnTo>
                    <a:pt x="9847832" y="250386"/>
                  </a:lnTo>
                  <a:lnTo>
                    <a:pt x="9933906" y="215623"/>
                  </a:lnTo>
                  <a:lnTo>
                    <a:pt x="10026550" y="183837"/>
                  </a:lnTo>
                  <a:lnTo>
                    <a:pt x="10125476" y="154822"/>
                  </a:lnTo>
                  <a:lnTo>
                    <a:pt x="10229889" y="128451"/>
                  </a:lnTo>
                  <a:lnTo>
                    <a:pt x="10338375" y="104670"/>
                  </a:lnTo>
                  <a:lnTo>
                    <a:pt x="10448825" y="83484"/>
                  </a:lnTo>
                  <a:lnTo>
                    <a:pt x="10558436" y="64939"/>
                  </a:lnTo>
                  <a:lnTo>
                    <a:pt x="10663844" y="49088"/>
                  </a:lnTo>
                  <a:lnTo>
                    <a:pt x="10761402" y="35958"/>
                  </a:lnTo>
                  <a:lnTo>
                    <a:pt x="10847592" y="25512"/>
                  </a:lnTo>
                  <a:lnTo>
                    <a:pt x="10919533" y="17619"/>
                  </a:lnTo>
                  <a:lnTo>
                    <a:pt x="10975438" y="12040"/>
                  </a:lnTo>
                  <a:lnTo>
                    <a:pt x="11014961" y="8441"/>
                  </a:lnTo>
                  <a:lnTo>
                    <a:pt x="11039320" y="6410"/>
                  </a:lnTo>
                  <a:lnTo>
                    <a:pt x="11051230" y="5498"/>
                  </a:lnTo>
                  <a:lnTo>
                    <a:pt x="11054722" y="525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70" y="69"/>
                  </a:lnTo>
                  <a:lnTo>
                    <a:pt x="11047120" y="563"/>
                  </a:lnTo>
                  <a:lnTo>
                    <a:pt x="11029965" y="1928"/>
                  </a:lnTo>
                  <a:lnTo>
                    <a:pt x="10998950" y="4619"/>
                  </a:lnTo>
                  <a:lnTo>
                    <a:pt x="10952023" y="9073"/>
                  </a:lnTo>
                  <a:lnTo>
                    <a:pt x="10888679" y="15669"/>
                  </a:lnTo>
                  <a:lnTo>
                    <a:pt x="10809952" y="24703"/>
                  </a:lnTo>
                  <a:lnTo>
                    <a:pt x="10718177" y="36361"/>
                  </a:lnTo>
                  <a:lnTo>
                    <a:pt x="10616589" y="50729"/>
                  </a:lnTo>
                  <a:lnTo>
                    <a:pt x="10508823" y="67813"/>
                  </a:lnTo>
                  <a:lnTo>
                    <a:pt x="10398441" y="87568"/>
                  </a:lnTo>
                  <a:lnTo>
                    <a:pt x="10288579" y="109940"/>
                  </a:lnTo>
                  <a:lnTo>
                    <a:pt x="10181729" y="134898"/>
                  </a:lnTo>
                  <a:lnTo>
                    <a:pt x="10079680" y="162462"/>
                  </a:lnTo>
                  <a:lnTo>
                    <a:pt x="9983550" y="192719"/>
                  </a:lnTo>
                  <a:lnTo>
                    <a:pt x="9893888" y="225831"/>
                  </a:lnTo>
                  <a:lnTo>
                    <a:pt x="9810794" y="262040"/>
                  </a:lnTo>
                  <a:lnTo>
                    <a:pt x="9734041" y="301666"/>
                  </a:lnTo>
                  <a:lnTo>
                    <a:pt x="9663175" y="345101"/>
                  </a:lnTo>
                  <a:lnTo>
                    <a:pt x="9597604" y="392795"/>
                  </a:lnTo>
                  <a:lnTo>
                    <a:pt x="9536658" y="445237"/>
                  </a:lnTo>
                  <a:lnTo>
                    <a:pt x="9479637" y="502922"/>
                  </a:lnTo>
                  <a:lnTo>
                    <a:pt x="9425851" y="566300"/>
                  </a:lnTo>
                  <a:lnTo>
                    <a:pt x="9374650" y="635689"/>
                  </a:lnTo>
                  <a:lnTo>
                    <a:pt x="9347647" y="676041"/>
                  </a:lnTo>
                  <a:lnTo>
                    <a:pt x="9309264" y="737942"/>
                  </a:lnTo>
                  <a:lnTo>
                    <a:pt x="9271739" y="803714"/>
                  </a:lnTo>
                  <a:lnTo>
                    <a:pt x="9234871" y="873434"/>
                  </a:lnTo>
                  <a:lnTo>
                    <a:pt x="9198495" y="947138"/>
                  </a:lnTo>
                  <a:lnTo>
                    <a:pt x="9162474" y="1024812"/>
                  </a:lnTo>
                  <a:lnTo>
                    <a:pt x="9126695" y="1106387"/>
                  </a:lnTo>
                  <a:lnTo>
                    <a:pt x="9091066" y="1191740"/>
                  </a:lnTo>
                  <a:lnTo>
                    <a:pt x="9055518" y="1280689"/>
                  </a:lnTo>
                  <a:lnTo>
                    <a:pt x="9019996" y="1372990"/>
                  </a:lnTo>
                  <a:lnTo>
                    <a:pt x="8984465" y="1468344"/>
                  </a:lnTo>
                  <a:lnTo>
                    <a:pt x="8948899" y="1566391"/>
                  </a:lnTo>
                  <a:lnTo>
                    <a:pt x="8913290" y="1666720"/>
                  </a:lnTo>
                  <a:lnTo>
                    <a:pt x="8877635" y="1768876"/>
                  </a:lnTo>
                  <a:lnTo>
                    <a:pt x="8841941" y="1872363"/>
                  </a:lnTo>
                  <a:lnTo>
                    <a:pt x="8806223" y="1976660"/>
                  </a:lnTo>
                  <a:lnTo>
                    <a:pt x="8770495" y="2081225"/>
                  </a:lnTo>
                  <a:lnTo>
                    <a:pt x="8734777" y="2185513"/>
                  </a:lnTo>
                  <a:lnTo>
                    <a:pt x="8699084" y="2288984"/>
                  </a:lnTo>
                  <a:lnTo>
                    <a:pt x="8663429" y="2391114"/>
                  </a:lnTo>
                  <a:lnTo>
                    <a:pt x="8627820" y="2491412"/>
                  </a:lnTo>
                  <a:lnTo>
                    <a:pt x="8592256" y="2589419"/>
                  </a:lnTo>
                  <a:lnTo>
                    <a:pt x="8556725" y="2684728"/>
                  </a:lnTo>
                  <a:lnTo>
                    <a:pt x="8521203" y="2776979"/>
                  </a:lnTo>
                  <a:lnTo>
                    <a:pt x="8485654" y="2865873"/>
                  </a:lnTo>
                  <a:lnTo>
                    <a:pt x="8450023" y="2951169"/>
                  </a:lnTo>
                  <a:lnTo>
                    <a:pt x="8414241" y="3032684"/>
                  </a:lnTo>
                  <a:lnTo>
                    <a:pt x="8378215" y="3110295"/>
                  </a:lnTo>
                  <a:lnTo>
                    <a:pt x="8341833" y="3183937"/>
                  </a:lnTo>
                  <a:lnTo>
                    <a:pt x="8304956" y="3253595"/>
                  </a:lnTo>
                  <a:lnTo>
                    <a:pt x="8267419" y="3319306"/>
                  </a:lnTo>
                  <a:lnTo>
                    <a:pt x="8229629" y="3380208"/>
                  </a:lnTo>
                  <a:lnTo>
                    <a:pt x="8179589" y="3452920"/>
                  </a:lnTo>
                  <a:lnTo>
                    <a:pt x="8127287" y="3519545"/>
                  </a:lnTo>
                  <a:lnTo>
                    <a:pt x="8072111" y="3580281"/>
                  </a:lnTo>
                  <a:lnTo>
                    <a:pt x="8013390" y="3635518"/>
                  </a:lnTo>
                  <a:lnTo>
                    <a:pt x="7950423" y="3685735"/>
                  </a:lnTo>
                  <a:lnTo>
                    <a:pt x="7882521" y="3731430"/>
                  </a:lnTo>
                  <a:lnTo>
                    <a:pt x="7809040" y="3773078"/>
                  </a:lnTo>
                  <a:lnTo>
                    <a:pt x="7729444" y="3811104"/>
                  </a:lnTo>
                  <a:lnTo>
                    <a:pt x="7643370" y="3845867"/>
                  </a:lnTo>
                  <a:lnTo>
                    <a:pt x="7550726" y="3877653"/>
                  </a:lnTo>
                  <a:lnTo>
                    <a:pt x="7451801" y="3906668"/>
                  </a:lnTo>
                  <a:lnTo>
                    <a:pt x="7347388" y="3933039"/>
                  </a:lnTo>
                  <a:lnTo>
                    <a:pt x="7238901" y="3956821"/>
                  </a:lnTo>
                  <a:lnTo>
                    <a:pt x="7128452" y="3978006"/>
                  </a:lnTo>
                  <a:lnTo>
                    <a:pt x="7018840" y="3996552"/>
                  </a:lnTo>
                  <a:lnTo>
                    <a:pt x="6913432" y="4012402"/>
                  </a:lnTo>
                  <a:lnTo>
                    <a:pt x="6815875" y="4025532"/>
                  </a:lnTo>
                  <a:lnTo>
                    <a:pt x="6729684" y="4035978"/>
                  </a:lnTo>
                  <a:lnTo>
                    <a:pt x="6657744" y="4043872"/>
                  </a:lnTo>
                  <a:lnTo>
                    <a:pt x="6601839" y="4049450"/>
                  </a:lnTo>
                  <a:lnTo>
                    <a:pt x="6562316" y="4053050"/>
                  </a:lnTo>
                  <a:lnTo>
                    <a:pt x="6537957" y="4055081"/>
                  </a:lnTo>
                  <a:lnTo>
                    <a:pt x="6526046" y="4055992"/>
                  </a:lnTo>
                  <a:lnTo>
                    <a:pt x="6522554" y="4056239"/>
                  </a:lnTo>
                  <a:lnTo>
                    <a:pt x="6522385" y="4056250"/>
                  </a:lnTo>
                  <a:lnTo>
                    <a:pt x="5527445" y="4056250"/>
                  </a:lnTo>
                  <a:lnTo>
                    <a:pt x="5526309" y="4056246"/>
                  </a:lnTo>
                  <a:lnTo>
                    <a:pt x="5518813" y="4056212"/>
                  </a:lnTo>
                  <a:lnTo>
                    <a:pt x="5499816" y="4056120"/>
                  </a:lnTo>
                  <a:lnTo>
                    <a:pt x="5465603" y="4055937"/>
                  </a:lnTo>
                  <a:lnTo>
                    <a:pt x="5414104" y="4055636"/>
                  </a:lnTo>
                  <a:lnTo>
                    <a:pt x="5345049" y="4055190"/>
                  </a:lnTo>
                  <a:lnTo>
                    <a:pt x="5259909" y="4054583"/>
                  </a:lnTo>
                  <a:lnTo>
                    <a:pt x="5161574" y="4053802"/>
                  </a:lnTo>
                  <a:lnTo>
                    <a:pt x="5053823" y="4052843"/>
                  </a:lnTo>
                  <a:lnTo>
                    <a:pt x="4940732" y="4051708"/>
                  </a:lnTo>
                  <a:lnTo>
                    <a:pt x="4826139" y="4050400"/>
                  </a:lnTo>
                  <a:lnTo>
                    <a:pt x="4713279" y="4048922"/>
                  </a:lnTo>
                  <a:lnTo>
                    <a:pt x="4604599" y="4047275"/>
                  </a:lnTo>
                  <a:lnTo>
                    <a:pt x="4501738" y="4045456"/>
                  </a:lnTo>
                  <a:lnTo>
                    <a:pt x="4405613" y="4043456"/>
                  </a:lnTo>
                  <a:lnTo>
                    <a:pt x="4316550" y="4041261"/>
                  </a:lnTo>
                  <a:lnTo>
                    <a:pt x="4234438" y="4038853"/>
                  </a:lnTo>
                  <a:lnTo>
                    <a:pt x="4158858" y="4036206"/>
                  </a:lnTo>
                  <a:lnTo>
                    <a:pt x="4089197" y="4033291"/>
                  </a:lnTo>
                  <a:lnTo>
                    <a:pt x="4024729" y="4030075"/>
                  </a:lnTo>
                  <a:lnTo>
                    <a:pt x="3964678" y="4026526"/>
                  </a:lnTo>
                  <a:lnTo>
                    <a:pt x="3908269" y="4022611"/>
                  </a:lnTo>
                  <a:lnTo>
                    <a:pt x="3854766" y="4018307"/>
                  </a:lnTo>
                  <a:lnTo>
                    <a:pt x="3820202" y="4015199"/>
                  </a:lnTo>
                  <a:lnTo>
                    <a:pt x="3758870" y="4009035"/>
                  </a:lnTo>
                  <a:lnTo>
                    <a:pt x="3699445" y="4002256"/>
                  </a:lnTo>
                  <a:lnTo>
                    <a:pt x="3641219" y="3994850"/>
                  </a:lnTo>
                  <a:lnTo>
                    <a:pt x="3583673" y="3986830"/>
                  </a:lnTo>
                  <a:lnTo>
                    <a:pt x="3526439" y="3978229"/>
                  </a:lnTo>
                  <a:lnTo>
                    <a:pt x="3469274" y="3969104"/>
                  </a:lnTo>
                  <a:lnTo>
                    <a:pt x="3412045" y="3959535"/>
                  </a:lnTo>
                  <a:lnTo>
                    <a:pt x="3354700" y="3949627"/>
                  </a:lnTo>
                  <a:lnTo>
                    <a:pt x="3297255" y="3939501"/>
                  </a:lnTo>
                  <a:lnTo>
                    <a:pt x="3239765" y="3929288"/>
                  </a:lnTo>
                  <a:lnTo>
                    <a:pt x="3182302" y="3919126"/>
                  </a:lnTo>
                  <a:lnTo>
                    <a:pt x="3124928" y="3909150"/>
                  </a:lnTo>
                  <a:lnTo>
                    <a:pt x="3067671" y="3899485"/>
                  </a:lnTo>
                  <a:lnTo>
                    <a:pt x="3010499" y="3890238"/>
                  </a:lnTo>
                  <a:lnTo>
                    <a:pt x="2953301" y="3881497"/>
                  </a:lnTo>
                  <a:lnTo>
                    <a:pt x="2895864" y="3873325"/>
                  </a:lnTo>
                  <a:lnTo>
                    <a:pt x="2837854" y="3865761"/>
                  </a:lnTo>
                  <a:lnTo>
                    <a:pt x="2778793" y="3858822"/>
                  </a:lnTo>
                  <a:lnTo>
                    <a:pt x="2718026" y="3852504"/>
                  </a:lnTo>
                  <a:lnTo>
                    <a:pt x="2702183" y="3850992"/>
                  </a:lnTo>
                  <a:lnTo>
                    <a:pt x="2650255" y="3846421"/>
                  </a:lnTo>
                  <a:lnTo>
                    <a:pt x="2595872" y="3842247"/>
                  </a:lnTo>
                  <a:lnTo>
                    <a:pt x="2538346" y="3838455"/>
                  </a:lnTo>
                  <a:lnTo>
                    <a:pt x="2476925" y="3835020"/>
                  </a:lnTo>
                  <a:lnTo>
                    <a:pt x="2410829" y="3831907"/>
                  </a:lnTo>
                  <a:lnTo>
                    <a:pt x="2339292" y="3829084"/>
                  </a:lnTo>
                  <a:lnTo>
                    <a:pt x="2261619" y="3826519"/>
                  </a:lnTo>
                  <a:lnTo>
                    <a:pt x="2177249" y="3824183"/>
                  </a:lnTo>
                  <a:lnTo>
                    <a:pt x="2085851" y="3822055"/>
                  </a:lnTo>
                  <a:lnTo>
                    <a:pt x="1987442" y="3820116"/>
                  </a:lnTo>
                  <a:lnTo>
                    <a:pt x="1882529" y="3818354"/>
                  </a:lnTo>
                  <a:lnTo>
                    <a:pt x="1772251" y="3816763"/>
                  </a:lnTo>
                  <a:lnTo>
                    <a:pt x="1658508" y="3815341"/>
                  </a:lnTo>
                  <a:lnTo>
                    <a:pt x="1544018" y="3814089"/>
                  </a:lnTo>
                  <a:lnTo>
                    <a:pt x="1432243" y="3813012"/>
                  </a:lnTo>
                  <a:lnTo>
                    <a:pt x="1327149" y="3812112"/>
                  </a:lnTo>
                  <a:lnTo>
                    <a:pt x="1232778" y="3811389"/>
                  </a:lnTo>
                  <a:lnTo>
                    <a:pt x="1152683" y="3810836"/>
                  </a:lnTo>
                  <a:lnTo>
                    <a:pt x="1089336" y="3810441"/>
                  </a:lnTo>
                  <a:lnTo>
                    <a:pt x="1043656" y="3810182"/>
                  </a:lnTo>
                  <a:lnTo>
                    <a:pt x="1014774" y="3810032"/>
                  </a:lnTo>
                  <a:lnTo>
                    <a:pt x="1000054" y="3809963"/>
                  </a:lnTo>
                  <a:lnTo>
                    <a:pt x="995288" y="3809942"/>
                  </a:lnTo>
                  <a:lnTo>
                    <a:pt x="994940" y="3809940"/>
                  </a:lnTo>
                  <a:lnTo>
                    <a:pt x="0" y="3809940"/>
                  </a:lnTo>
                  <a:close/>
                </a:path>
              </a:pathLst>
            </a:custGeom>
            <a:solidFill>
              <a:srgbClr val="B497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13" name="pl1812"/>
            <p:cNvSpPr/>
            <p:nvPr/>
          </p:nvSpPr>
          <p:spPr>
            <a:xfrm>
              <a:off x="1199187" y="2143254"/>
              <a:ext cx="12049831" cy="4056250"/>
            </a:xfrm>
            <a:custGeom>
              <a:avLst/>
              <a:pathLst>
                <a:path w="12049831" h="4056250">
                  <a:moveTo>
                    <a:pt x="0" y="3809940"/>
                  </a:moveTo>
                  <a:lnTo>
                    <a:pt x="994940" y="3809940"/>
                  </a:lnTo>
                  <a:lnTo>
                    <a:pt x="996076" y="3809945"/>
                  </a:lnTo>
                  <a:lnTo>
                    <a:pt x="1003572" y="3809979"/>
                  </a:lnTo>
                  <a:lnTo>
                    <a:pt x="1022569" y="3810071"/>
                  </a:lnTo>
                  <a:lnTo>
                    <a:pt x="1056782" y="3810254"/>
                  </a:lnTo>
                  <a:lnTo>
                    <a:pt x="1108281" y="3810555"/>
                  </a:lnTo>
                  <a:lnTo>
                    <a:pt x="1177336" y="3811000"/>
                  </a:lnTo>
                  <a:lnTo>
                    <a:pt x="1262476" y="3811608"/>
                  </a:lnTo>
                  <a:lnTo>
                    <a:pt x="1360811" y="3812389"/>
                  </a:lnTo>
                  <a:lnTo>
                    <a:pt x="1468562" y="3813348"/>
                  </a:lnTo>
                  <a:lnTo>
                    <a:pt x="1581653" y="3814483"/>
                  </a:lnTo>
                  <a:lnTo>
                    <a:pt x="1696246" y="3815791"/>
                  </a:lnTo>
                  <a:lnTo>
                    <a:pt x="1809106" y="3817269"/>
                  </a:lnTo>
                  <a:lnTo>
                    <a:pt x="1917786" y="3818916"/>
                  </a:lnTo>
                  <a:lnTo>
                    <a:pt x="2020647" y="3820735"/>
                  </a:lnTo>
                  <a:lnTo>
                    <a:pt x="2116772" y="3822735"/>
                  </a:lnTo>
                  <a:lnTo>
                    <a:pt x="2205835" y="3824929"/>
                  </a:lnTo>
                  <a:lnTo>
                    <a:pt x="2287947" y="3827338"/>
                  </a:lnTo>
                  <a:lnTo>
                    <a:pt x="2363527" y="3829985"/>
                  </a:lnTo>
                  <a:lnTo>
                    <a:pt x="2433188" y="3832900"/>
                  </a:lnTo>
                  <a:lnTo>
                    <a:pt x="2497656" y="3836115"/>
                  </a:lnTo>
                  <a:lnTo>
                    <a:pt x="2557707" y="3839665"/>
                  </a:lnTo>
                  <a:lnTo>
                    <a:pt x="2614116" y="3843580"/>
                  </a:lnTo>
                  <a:lnTo>
                    <a:pt x="2667619" y="3847884"/>
                  </a:lnTo>
                  <a:lnTo>
                    <a:pt x="2702183" y="3850992"/>
                  </a:lnTo>
                  <a:lnTo>
                    <a:pt x="2763515" y="3857156"/>
                  </a:lnTo>
                  <a:lnTo>
                    <a:pt x="2822940" y="3863935"/>
                  </a:lnTo>
                  <a:lnTo>
                    <a:pt x="2881166" y="3871340"/>
                  </a:lnTo>
                  <a:lnTo>
                    <a:pt x="2938712" y="3879360"/>
                  </a:lnTo>
                  <a:lnTo>
                    <a:pt x="2995946" y="3887962"/>
                  </a:lnTo>
                  <a:lnTo>
                    <a:pt x="3053111" y="3897087"/>
                  </a:lnTo>
                  <a:lnTo>
                    <a:pt x="3110340" y="3906655"/>
                  </a:lnTo>
                  <a:lnTo>
                    <a:pt x="3167685" y="3916563"/>
                  </a:lnTo>
                  <a:lnTo>
                    <a:pt x="3225130" y="3926690"/>
                  </a:lnTo>
                  <a:lnTo>
                    <a:pt x="3282620" y="3936903"/>
                  </a:lnTo>
                  <a:lnTo>
                    <a:pt x="3340083" y="3947065"/>
                  </a:lnTo>
                  <a:lnTo>
                    <a:pt x="3397457" y="3957041"/>
                  </a:lnTo>
                  <a:lnTo>
                    <a:pt x="3454714" y="3966706"/>
                  </a:lnTo>
                  <a:lnTo>
                    <a:pt x="3511886" y="3975953"/>
                  </a:lnTo>
                  <a:lnTo>
                    <a:pt x="3569084" y="3984694"/>
                  </a:lnTo>
                  <a:lnTo>
                    <a:pt x="3626521" y="3992866"/>
                  </a:lnTo>
                  <a:lnTo>
                    <a:pt x="3684531" y="4000430"/>
                  </a:lnTo>
                  <a:lnTo>
                    <a:pt x="3743592" y="4007368"/>
                  </a:lnTo>
                  <a:lnTo>
                    <a:pt x="3804359" y="4013687"/>
                  </a:lnTo>
                  <a:lnTo>
                    <a:pt x="3820202" y="4015199"/>
                  </a:lnTo>
                  <a:lnTo>
                    <a:pt x="3872130" y="4019770"/>
                  </a:lnTo>
                  <a:lnTo>
                    <a:pt x="3926513" y="4023944"/>
                  </a:lnTo>
                  <a:lnTo>
                    <a:pt x="3984039" y="4027735"/>
                  </a:lnTo>
                  <a:lnTo>
                    <a:pt x="4045460" y="4031171"/>
                  </a:lnTo>
                  <a:lnTo>
                    <a:pt x="4111556" y="4034284"/>
                  </a:lnTo>
                  <a:lnTo>
                    <a:pt x="4183093" y="4037107"/>
                  </a:lnTo>
                  <a:lnTo>
                    <a:pt x="4260766" y="4039672"/>
                  </a:lnTo>
                  <a:lnTo>
                    <a:pt x="4345136" y="4042008"/>
                  </a:lnTo>
                  <a:lnTo>
                    <a:pt x="4436534" y="4044136"/>
                  </a:lnTo>
                  <a:lnTo>
                    <a:pt x="4534943" y="4046075"/>
                  </a:lnTo>
                  <a:lnTo>
                    <a:pt x="4639856" y="4047837"/>
                  </a:lnTo>
                  <a:lnTo>
                    <a:pt x="4750134" y="4049428"/>
                  </a:lnTo>
                  <a:lnTo>
                    <a:pt x="4863877" y="4050850"/>
                  </a:lnTo>
                  <a:lnTo>
                    <a:pt x="4978367" y="4052102"/>
                  </a:lnTo>
                  <a:lnTo>
                    <a:pt x="5090142" y="4053179"/>
                  </a:lnTo>
                  <a:lnTo>
                    <a:pt x="5195236" y="4054079"/>
                  </a:lnTo>
                  <a:lnTo>
                    <a:pt x="5289607" y="4054802"/>
                  </a:lnTo>
                  <a:lnTo>
                    <a:pt x="5369702" y="4055354"/>
                  </a:lnTo>
                  <a:lnTo>
                    <a:pt x="5433049" y="4055750"/>
                  </a:lnTo>
                  <a:lnTo>
                    <a:pt x="5478729" y="4056009"/>
                  </a:lnTo>
                  <a:lnTo>
                    <a:pt x="5507611" y="4056158"/>
                  </a:lnTo>
                  <a:lnTo>
                    <a:pt x="5522331" y="4056228"/>
                  </a:lnTo>
                  <a:lnTo>
                    <a:pt x="5527097" y="4056249"/>
                  </a:lnTo>
                  <a:lnTo>
                    <a:pt x="5527445" y="4056250"/>
                  </a:lnTo>
                  <a:lnTo>
                    <a:pt x="6522385" y="4056250"/>
                  </a:lnTo>
                  <a:lnTo>
                    <a:pt x="6523406" y="4056181"/>
                  </a:lnTo>
                  <a:lnTo>
                    <a:pt x="6530156" y="4055687"/>
                  </a:lnTo>
                  <a:lnTo>
                    <a:pt x="6547311" y="4054322"/>
                  </a:lnTo>
                  <a:lnTo>
                    <a:pt x="6578326" y="4051631"/>
                  </a:lnTo>
                  <a:lnTo>
                    <a:pt x="6625254" y="4047177"/>
                  </a:lnTo>
                  <a:lnTo>
                    <a:pt x="6688597" y="4040580"/>
                  </a:lnTo>
                  <a:lnTo>
                    <a:pt x="6767325" y="4031547"/>
                  </a:lnTo>
                  <a:lnTo>
                    <a:pt x="6859100" y="4019889"/>
                  </a:lnTo>
                  <a:lnTo>
                    <a:pt x="6960688" y="4005520"/>
                  </a:lnTo>
                  <a:lnTo>
                    <a:pt x="7068454" y="3988437"/>
                  </a:lnTo>
                  <a:lnTo>
                    <a:pt x="7178835" y="3968682"/>
                  </a:lnTo>
                  <a:lnTo>
                    <a:pt x="7288698" y="3946310"/>
                  </a:lnTo>
                  <a:lnTo>
                    <a:pt x="7395548" y="3921351"/>
                  </a:lnTo>
                  <a:lnTo>
                    <a:pt x="7497597" y="3893787"/>
                  </a:lnTo>
                  <a:lnTo>
                    <a:pt x="7593727" y="3863531"/>
                  </a:lnTo>
                  <a:lnTo>
                    <a:pt x="7683389" y="3830419"/>
                  </a:lnTo>
                  <a:lnTo>
                    <a:pt x="7766482" y="3794210"/>
                  </a:lnTo>
                  <a:lnTo>
                    <a:pt x="7843236" y="3754583"/>
                  </a:lnTo>
                  <a:lnTo>
                    <a:pt x="7914101" y="3711148"/>
                  </a:lnTo>
                  <a:lnTo>
                    <a:pt x="7979672" y="3663455"/>
                  </a:lnTo>
                  <a:lnTo>
                    <a:pt x="8040618" y="3611013"/>
                  </a:lnTo>
                  <a:lnTo>
                    <a:pt x="8097639" y="3553328"/>
                  </a:lnTo>
                  <a:lnTo>
                    <a:pt x="8151425" y="3489950"/>
                  </a:lnTo>
                  <a:lnTo>
                    <a:pt x="8202627" y="3420560"/>
                  </a:lnTo>
                  <a:lnTo>
                    <a:pt x="8229629" y="3380208"/>
                  </a:lnTo>
                  <a:lnTo>
                    <a:pt x="8268012" y="3318308"/>
                  </a:lnTo>
                  <a:lnTo>
                    <a:pt x="8305538" y="3252536"/>
                  </a:lnTo>
                  <a:lnTo>
                    <a:pt x="8342405" y="3182816"/>
                  </a:lnTo>
                  <a:lnTo>
                    <a:pt x="8378781" y="3109112"/>
                  </a:lnTo>
                  <a:lnTo>
                    <a:pt x="8414802" y="3031438"/>
                  </a:lnTo>
                  <a:lnTo>
                    <a:pt x="8450582" y="2949863"/>
                  </a:lnTo>
                  <a:lnTo>
                    <a:pt x="8486210" y="2864510"/>
                  </a:lnTo>
                  <a:lnTo>
                    <a:pt x="8521759" y="2775561"/>
                  </a:lnTo>
                  <a:lnTo>
                    <a:pt x="8557280" y="2683259"/>
                  </a:lnTo>
                  <a:lnTo>
                    <a:pt x="8592812" y="2587906"/>
                  </a:lnTo>
                  <a:lnTo>
                    <a:pt x="8628377" y="2489859"/>
                  </a:lnTo>
                  <a:lnTo>
                    <a:pt x="8663987" y="2389530"/>
                  </a:lnTo>
                  <a:lnTo>
                    <a:pt x="8699642" y="2287374"/>
                  </a:lnTo>
                  <a:lnTo>
                    <a:pt x="8735335" y="2183886"/>
                  </a:lnTo>
                  <a:lnTo>
                    <a:pt x="8771054" y="2079590"/>
                  </a:lnTo>
                  <a:lnTo>
                    <a:pt x="8806781" y="1975025"/>
                  </a:lnTo>
                  <a:lnTo>
                    <a:pt x="8842500" y="1870737"/>
                  </a:lnTo>
                  <a:lnTo>
                    <a:pt x="8878193" y="1767266"/>
                  </a:lnTo>
                  <a:lnTo>
                    <a:pt x="8913847" y="1665135"/>
                  </a:lnTo>
                  <a:lnTo>
                    <a:pt x="8949456" y="1564838"/>
                  </a:lnTo>
                  <a:lnTo>
                    <a:pt x="8985021" y="1466830"/>
                  </a:lnTo>
                  <a:lnTo>
                    <a:pt x="9020552" y="1371522"/>
                  </a:lnTo>
                  <a:lnTo>
                    <a:pt x="9056073" y="1279270"/>
                  </a:lnTo>
                  <a:lnTo>
                    <a:pt x="9091623" y="1190376"/>
                  </a:lnTo>
                  <a:lnTo>
                    <a:pt x="9127253" y="1105081"/>
                  </a:lnTo>
                  <a:lnTo>
                    <a:pt x="9163036" y="1023566"/>
                  </a:lnTo>
                  <a:lnTo>
                    <a:pt x="9199061" y="945955"/>
                  </a:lnTo>
                  <a:lnTo>
                    <a:pt x="9235444" y="872313"/>
                  </a:lnTo>
                  <a:lnTo>
                    <a:pt x="9272320" y="802654"/>
                  </a:lnTo>
                  <a:lnTo>
                    <a:pt x="9309858" y="736944"/>
                  </a:lnTo>
                  <a:lnTo>
                    <a:pt x="9347647" y="676041"/>
                  </a:lnTo>
                  <a:lnTo>
                    <a:pt x="9397687" y="603329"/>
                  </a:lnTo>
                  <a:lnTo>
                    <a:pt x="9449989" y="536705"/>
                  </a:lnTo>
                  <a:lnTo>
                    <a:pt x="9505165" y="475969"/>
                  </a:lnTo>
                  <a:lnTo>
                    <a:pt x="9563887" y="420732"/>
                  </a:lnTo>
                  <a:lnTo>
                    <a:pt x="9626853" y="370514"/>
                  </a:lnTo>
                  <a:lnTo>
                    <a:pt x="9694756" y="324819"/>
                  </a:lnTo>
                  <a:lnTo>
                    <a:pt x="9768236" y="283171"/>
                  </a:lnTo>
                  <a:lnTo>
                    <a:pt x="9847832" y="245146"/>
                  </a:lnTo>
                  <a:lnTo>
                    <a:pt x="9933906" y="210382"/>
                  </a:lnTo>
                  <a:lnTo>
                    <a:pt x="10026550" y="178596"/>
                  </a:lnTo>
                  <a:lnTo>
                    <a:pt x="10125476" y="149582"/>
                  </a:lnTo>
                  <a:lnTo>
                    <a:pt x="10229889" y="123211"/>
                  </a:lnTo>
                  <a:lnTo>
                    <a:pt x="10338375" y="99429"/>
                  </a:lnTo>
                  <a:lnTo>
                    <a:pt x="10448825" y="78243"/>
                  </a:lnTo>
                  <a:lnTo>
                    <a:pt x="10558436" y="59698"/>
                  </a:lnTo>
                  <a:lnTo>
                    <a:pt x="10663844" y="43847"/>
                  </a:lnTo>
                  <a:lnTo>
                    <a:pt x="10761402" y="30718"/>
                  </a:lnTo>
                  <a:lnTo>
                    <a:pt x="10847592" y="20272"/>
                  </a:lnTo>
                  <a:lnTo>
                    <a:pt x="10919533" y="12378"/>
                  </a:lnTo>
                  <a:lnTo>
                    <a:pt x="10975438" y="6800"/>
                  </a:lnTo>
                  <a:lnTo>
                    <a:pt x="11014961" y="3200"/>
                  </a:lnTo>
                  <a:lnTo>
                    <a:pt x="11039320" y="1169"/>
                  </a:lnTo>
                  <a:lnTo>
                    <a:pt x="11051230" y="257"/>
                  </a:lnTo>
                  <a:lnTo>
                    <a:pt x="11054722" y="1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4" name="pl1813"/>
            <p:cNvSpPr/>
            <p:nvPr/>
          </p:nvSpPr>
          <p:spPr>
            <a:xfrm>
              <a:off x="1199187" y="2138014"/>
              <a:ext cx="12049831" cy="4056250"/>
            </a:xfrm>
            <a:custGeom>
              <a:avLst/>
              <a:pathLst>
                <a:path w="12049831" h="4056250">
                  <a:moveTo>
                    <a:pt x="12049831" y="0"/>
                  </a:moveTo>
                  <a:lnTo>
                    <a:pt x="11054891" y="0"/>
                  </a:lnTo>
                  <a:lnTo>
                    <a:pt x="11053870" y="69"/>
                  </a:lnTo>
                  <a:lnTo>
                    <a:pt x="11047120" y="563"/>
                  </a:lnTo>
                  <a:lnTo>
                    <a:pt x="11029965" y="1928"/>
                  </a:lnTo>
                  <a:lnTo>
                    <a:pt x="10998950" y="4619"/>
                  </a:lnTo>
                  <a:lnTo>
                    <a:pt x="10952023" y="9073"/>
                  </a:lnTo>
                  <a:lnTo>
                    <a:pt x="10888679" y="15669"/>
                  </a:lnTo>
                  <a:lnTo>
                    <a:pt x="10809952" y="24703"/>
                  </a:lnTo>
                  <a:lnTo>
                    <a:pt x="10718177" y="36361"/>
                  </a:lnTo>
                  <a:lnTo>
                    <a:pt x="10616589" y="50729"/>
                  </a:lnTo>
                  <a:lnTo>
                    <a:pt x="10508823" y="67813"/>
                  </a:lnTo>
                  <a:lnTo>
                    <a:pt x="10398441" y="87568"/>
                  </a:lnTo>
                  <a:lnTo>
                    <a:pt x="10288579" y="109940"/>
                  </a:lnTo>
                  <a:lnTo>
                    <a:pt x="10181729" y="134898"/>
                  </a:lnTo>
                  <a:lnTo>
                    <a:pt x="10079680" y="162462"/>
                  </a:lnTo>
                  <a:lnTo>
                    <a:pt x="9983550" y="192719"/>
                  </a:lnTo>
                  <a:lnTo>
                    <a:pt x="9893888" y="225831"/>
                  </a:lnTo>
                  <a:lnTo>
                    <a:pt x="9810794" y="262040"/>
                  </a:lnTo>
                  <a:lnTo>
                    <a:pt x="9734041" y="301666"/>
                  </a:lnTo>
                  <a:lnTo>
                    <a:pt x="9663175" y="345101"/>
                  </a:lnTo>
                  <a:lnTo>
                    <a:pt x="9597604" y="392795"/>
                  </a:lnTo>
                  <a:lnTo>
                    <a:pt x="9536658" y="445237"/>
                  </a:lnTo>
                  <a:lnTo>
                    <a:pt x="9479637" y="502922"/>
                  </a:lnTo>
                  <a:lnTo>
                    <a:pt x="9425851" y="566300"/>
                  </a:lnTo>
                  <a:lnTo>
                    <a:pt x="9374650" y="635689"/>
                  </a:lnTo>
                  <a:lnTo>
                    <a:pt x="9347647" y="676041"/>
                  </a:lnTo>
                  <a:lnTo>
                    <a:pt x="9309264" y="737942"/>
                  </a:lnTo>
                  <a:lnTo>
                    <a:pt x="9271739" y="803714"/>
                  </a:lnTo>
                  <a:lnTo>
                    <a:pt x="9234871" y="873434"/>
                  </a:lnTo>
                  <a:lnTo>
                    <a:pt x="9198495" y="947138"/>
                  </a:lnTo>
                  <a:lnTo>
                    <a:pt x="9162474" y="1024812"/>
                  </a:lnTo>
                  <a:lnTo>
                    <a:pt x="9126695" y="1106387"/>
                  </a:lnTo>
                  <a:lnTo>
                    <a:pt x="9091066" y="1191740"/>
                  </a:lnTo>
                  <a:lnTo>
                    <a:pt x="9055518" y="1280689"/>
                  </a:lnTo>
                  <a:lnTo>
                    <a:pt x="9019996" y="1372990"/>
                  </a:lnTo>
                  <a:lnTo>
                    <a:pt x="8984465" y="1468344"/>
                  </a:lnTo>
                  <a:lnTo>
                    <a:pt x="8948899" y="1566391"/>
                  </a:lnTo>
                  <a:lnTo>
                    <a:pt x="8913290" y="1666720"/>
                  </a:lnTo>
                  <a:lnTo>
                    <a:pt x="8877635" y="1768876"/>
                  </a:lnTo>
                  <a:lnTo>
                    <a:pt x="8841941" y="1872363"/>
                  </a:lnTo>
                  <a:lnTo>
                    <a:pt x="8806223" y="1976660"/>
                  </a:lnTo>
                  <a:lnTo>
                    <a:pt x="8770495" y="2081225"/>
                  </a:lnTo>
                  <a:lnTo>
                    <a:pt x="8734777" y="2185513"/>
                  </a:lnTo>
                  <a:lnTo>
                    <a:pt x="8699084" y="2288984"/>
                  </a:lnTo>
                  <a:lnTo>
                    <a:pt x="8663429" y="2391114"/>
                  </a:lnTo>
                  <a:lnTo>
                    <a:pt x="8627820" y="2491412"/>
                  </a:lnTo>
                  <a:lnTo>
                    <a:pt x="8592256" y="2589419"/>
                  </a:lnTo>
                  <a:lnTo>
                    <a:pt x="8556725" y="2684728"/>
                  </a:lnTo>
                  <a:lnTo>
                    <a:pt x="8521203" y="2776979"/>
                  </a:lnTo>
                  <a:lnTo>
                    <a:pt x="8485654" y="2865873"/>
                  </a:lnTo>
                  <a:lnTo>
                    <a:pt x="8450023" y="2951169"/>
                  </a:lnTo>
                  <a:lnTo>
                    <a:pt x="8414241" y="3032684"/>
                  </a:lnTo>
                  <a:lnTo>
                    <a:pt x="8378215" y="3110295"/>
                  </a:lnTo>
                  <a:lnTo>
                    <a:pt x="8341833" y="3183937"/>
                  </a:lnTo>
                  <a:lnTo>
                    <a:pt x="8304956" y="3253595"/>
                  </a:lnTo>
                  <a:lnTo>
                    <a:pt x="8267419" y="3319306"/>
                  </a:lnTo>
                  <a:lnTo>
                    <a:pt x="8229629" y="3380208"/>
                  </a:lnTo>
                  <a:lnTo>
                    <a:pt x="8179589" y="3452920"/>
                  </a:lnTo>
                  <a:lnTo>
                    <a:pt x="8127287" y="3519545"/>
                  </a:lnTo>
                  <a:lnTo>
                    <a:pt x="8072111" y="3580281"/>
                  </a:lnTo>
                  <a:lnTo>
                    <a:pt x="8013390" y="3635518"/>
                  </a:lnTo>
                  <a:lnTo>
                    <a:pt x="7950423" y="3685735"/>
                  </a:lnTo>
                  <a:lnTo>
                    <a:pt x="7882521" y="3731430"/>
                  </a:lnTo>
                  <a:lnTo>
                    <a:pt x="7809040" y="3773078"/>
                  </a:lnTo>
                  <a:lnTo>
                    <a:pt x="7729444" y="3811104"/>
                  </a:lnTo>
                  <a:lnTo>
                    <a:pt x="7643370" y="3845867"/>
                  </a:lnTo>
                  <a:lnTo>
                    <a:pt x="7550726" y="3877653"/>
                  </a:lnTo>
                  <a:lnTo>
                    <a:pt x="7451801" y="3906668"/>
                  </a:lnTo>
                  <a:lnTo>
                    <a:pt x="7347388" y="3933039"/>
                  </a:lnTo>
                  <a:lnTo>
                    <a:pt x="7238901" y="3956821"/>
                  </a:lnTo>
                  <a:lnTo>
                    <a:pt x="7128452" y="3978006"/>
                  </a:lnTo>
                  <a:lnTo>
                    <a:pt x="7018840" y="3996552"/>
                  </a:lnTo>
                  <a:lnTo>
                    <a:pt x="6913432" y="4012402"/>
                  </a:lnTo>
                  <a:lnTo>
                    <a:pt x="6815875" y="4025532"/>
                  </a:lnTo>
                  <a:lnTo>
                    <a:pt x="6729684" y="4035978"/>
                  </a:lnTo>
                  <a:lnTo>
                    <a:pt x="6657744" y="4043872"/>
                  </a:lnTo>
                  <a:lnTo>
                    <a:pt x="6601839" y="4049450"/>
                  </a:lnTo>
                  <a:lnTo>
                    <a:pt x="6562316" y="4053050"/>
                  </a:lnTo>
                  <a:lnTo>
                    <a:pt x="6537957" y="4055081"/>
                  </a:lnTo>
                  <a:lnTo>
                    <a:pt x="6526046" y="4055992"/>
                  </a:lnTo>
                  <a:lnTo>
                    <a:pt x="6522554" y="4056239"/>
                  </a:lnTo>
                  <a:lnTo>
                    <a:pt x="6522385" y="4056250"/>
                  </a:lnTo>
                  <a:lnTo>
                    <a:pt x="5527445" y="4056250"/>
                  </a:lnTo>
                  <a:lnTo>
                    <a:pt x="5526309" y="4056246"/>
                  </a:lnTo>
                  <a:lnTo>
                    <a:pt x="5518813" y="4056212"/>
                  </a:lnTo>
                  <a:lnTo>
                    <a:pt x="5499816" y="4056120"/>
                  </a:lnTo>
                  <a:lnTo>
                    <a:pt x="5465603" y="4055937"/>
                  </a:lnTo>
                  <a:lnTo>
                    <a:pt x="5414104" y="4055636"/>
                  </a:lnTo>
                  <a:lnTo>
                    <a:pt x="5345049" y="4055190"/>
                  </a:lnTo>
                  <a:lnTo>
                    <a:pt x="5259909" y="4054583"/>
                  </a:lnTo>
                  <a:lnTo>
                    <a:pt x="5161574" y="4053802"/>
                  </a:lnTo>
                  <a:lnTo>
                    <a:pt x="5053823" y="4052843"/>
                  </a:lnTo>
                  <a:lnTo>
                    <a:pt x="4940732" y="4051708"/>
                  </a:lnTo>
                  <a:lnTo>
                    <a:pt x="4826139" y="4050400"/>
                  </a:lnTo>
                  <a:lnTo>
                    <a:pt x="4713279" y="4048922"/>
                  </a:lnTo>
                  <a:lnTo>
                    <a:pt x="4604599" y="4047275"/>
                  </a:lnTo>
                  <a:lnTo>
                    <a:pt x="4501738" y="4045456"/>
                  </a:lnTo>
                  <a:lnTo>
                    <a:pt x="4405613" y="4043456"/>
                  </a:lnTo>
                  <a:lnTo>
                    <a:pt x="4316550" y="4041261"/>
                  </a:lnTo>
                  <a:lnTo>
                    <a:pt x="4234438" y="4038853"/>
                  </a:lnTo>
                  <a:lnTo>
                    <a:pt x="4158858" y="4036206"/>
                  </a:lnTo>
                  <a:lnTo>
                    <a:pt x="4089197" y="4033291"/>
                  </a:lnTo>
                  <a:lnTo>
                    <a:pt x="4024729" y="4030075"/>
                  </a:lnTo>
                  <a:lnTo>
                    <a:pt x="3964678" y="4026526"/>
                  </a:lnTo>
                  <a:lnTo>
                    <a:pt x="3908269" y="4022611"/>
                  </a:lnTo>
                  <a:lnTo>
                    <a:pt x="3854766" y="4018307"/>
                  </a:lnTo>
                  <a:lnTo>
                    <a:pt x="3820202" y="4015199"/>
                  </a:lnTo>
                  <a:lnTo>
                    <a:pt x="3758870" y="4009035"/>
                  </a:lnTo>
                  <a:lnTo>
                    <a:pt x="3699445" y="4002256"/>
                  </a:lnTo>
                  <a:lnTo>
                    <a:pt x="3641219" y="3994850"/>
                  </a:lnTo>
                  <a:lnTo>
                    <a:pt x="3583673" y="3986830"/>
                  </a:lnTo>
                  <a:lnTo>
                    <a:pt x="3526439" y="3978229"/>
                  </a:lnTo>
                  <a:lnTo>
                    <a:pt x="3469274" y="3969104"/>
                  </a:lnTo>
                  <a:lnTo>
                    <a:pt x="3412045" y="3959535"/>
                  </a:lnTo>
                  <a:lnTo>
                    <a:pt x="3354700" y="3949627"/>
                  </a:lnTo>
                  <a:lnTo>
                    <a:pt x="3297255" y="3939501"/>
                  </a:lnTo>
                  <a:lnTo>
                    <a:pt x="3239765" y="3929288"/>
                  </a:lnTo>
                  <a:lnTo>
                    <a:pt x="3182302" y="3919126"/>
                  </a:lnTo>
                  <a:lnTo>
                    <a:pt x="3124928" y="3909150"/>
                  </a:lnTo>
                  <a:lnTo>
                    <a:pt x="3067671" y="3899485"/>
                  </a:lnTo>
                  <a:lnTo>
                    <a:pt x="3010499" y="3890238"/>
                  </a:lnTo>
                  <a:lnTo>
                    <a:pt x="2953301" y="3881497"/>
                  </a:lnTo>
                  <a:lnTo>
                    <a:pt x="2895864" y="3873325"/>
                  </a:lnTo>
                  <a:lnTo>
                    <a:pt x="2837854" y="3865761"/>
                  </a:lnTo>
                  <a:lnTo>
                    <a:pt x="2778793" y="3858822"/>
                  </a:lnTo>
                  <a:lnTo>
                    <a:pt x="2718026" y="3852504"/>
                  </a:lnTo>
                  <a:lnTo>
                    <a:pt x="2702183" y="3850992"/>
                  </a:lnTo>
                  <a:lnTo>
                    <a:pt x="2650255" y="3846421"/>
                  </a:lnTo>
                  <a:lnTo>
                    <a:pt x="2595872" y="3842247"/>
                  </a:lnTo>
                  <a:lnTo>
                    <a:pt x="2538346" y="3838455"/>
                  </a:lnTo>
                  <a:lnTo>
                    <a:pt x="2476925" y="3835020"/>
                  </a:lnTo>
                  <a:lnTo>
                    <a:pt x="2410829" y="3831907"/>
                  </a:lnTo>
                  <a:lnTo>
                    <a:pt x="2339292" y="3829084"/>
                  </a:lnTo>
                  <a:lnTo>
                    <a:pt x="2261619" y="3826519"/>
                  </a:lnTo>
                  <a:lnTo>
                    <a:pt x="2177249" y="3824183"/>
                  </a:lnTo>
                  <a:lnTo>
                    <a:pt x="2085851" y="3822055"/>
                  </a:lnTo>
                  <a:lnTo>
                    <a:pt x="1987442" y="3820116"/>
                  </a:lnTo>
                  <a:lnTo>
                    <a:pt x="1882529" y="3818354"/>
                  </a:lnTo>
                  <a:lnTo>
                    <a:pt x="1772251" y="3816763"/>
                  </a:lnTo>
                  <a:lnTo>
                    <a:pt x="1658508" y="3815341"/>
                  </a:lnTo>
                  <a:lnTo>
                    <a:pt x="1544018" y="3814089"/>
                  </a:lnTo>
                  <a:lnTo>
                    <a:pt x="1432243" y="3813012"/>
                  </a:lnTo>
                  <a:lnTo>
                    <a:pt x="1327149" y="3812112"/>
                  </a:lnTo>
                  <a:lnTo>
                    <a:pt x="1232778" y="3811389"/>
                  </a:lnTo>
                  <a:lnTo>
                    <a:pt x="1152683" y="3810836"/>
                  </a:lnTo>
                  <a:lnTo>
                    <a:pt x="1089336" y="3810441"/>
                  </a:lnTo>
                  <a:lnTo>
                    <a:pt x="1043656" y="3810182"/>
                  </a:lnTo>
                  <a:lnTo>
                    <a:pt x="1014774" y="3810032"/>
                  </a:lnTo>
                  <a:lnTo>
                    <a:pt x="1000054" y="3809963"/>
                  </a:lnTo>
                  <a:lnTo>
                    <a:pt x="995288" y="3809942"/>
                  </a:lnTo>
                  <a:lnTo>
                    <a:pt x="994940" y="3809940"/>
                  </a:lnTo>
                  <a:lnTo>
                    <a:pt x="0" y="3809940"/>
                  </a:lnTo>
                  <a:lnTo>
                    <a:pt x="0" y="38099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5" name="pg1814"/>
            <p:cNvSpPr/>
            <p:nvPr/>
          </p:nvSpPr>
          <p:spPr>
            <a:xfrm>
              <a:off x="1199187" y="4627315"/>
              <a:ext cx="12049831" cy="1902350"/>
            </a:xfrm>
            <a:custGeom>
              <a:avLst/>
              <a:pathLst>
                <a:path w="12049831" h="1902350">
                  <a:moveTo>
                    <a:pt x="0" y="1336361"/>
                  </a:moveTo>
                  <a:lnTo>
                    <a:pt x="994940" y="1336361"/>
                  </a:lnTo>
                  <a:lnTo>
                    <a:pt x="996074" y="1336372"/>
                  </a:lnTo>
                  <a:lnTo>
                    <a:pt x="1003557" y="1336449"/>
                  </a:lnTo>
                  <a:lnTo>
                    <a:pt x="1022521" y="1336661"/>
                  </a:lnTo>
                  <a:lnTo>
                    <a:pt x="1056677" y="1337079"/>
                  </a:lnTo>
                  <a:lnTo>
                    <a:pt x="1108095" y="1337771"/>
                  </a:lnTo>
                  <a:lnTo>
                    <a:pt x="1177049" y="1338792"/>
                  </a:lnTo>
                  <a:lnTo>
                    <a:pt x="1262077" y="1340186"/>
                  </a:lnTo>
                  <a:lnTo>
                    <a:pt x="1360299" y="1341978"/>
                  </a:lnTo>
                  <a:lnTo>
                    <a:pt x="1467945" y="1344177"/>
                  </a:lnTo>
                  <a:lnTo>
                    <a:pt x="1580947" y="1346781"/>
                  </a:lnTo>
                  <a:lnTo>
                    <a:pt x="1695470" y="1349783"/>
                  </a:lnTo>
                  <a:lnTo>
                    <a:pt x="1808283" y="1353174"/>
                  </a:lnTo>
                  <a:lnTo>
                    <a:pt x="1916935" y="1356953"/>
                  </a:lnTo>
                  <a:lnTo>
                    <a:pt x="2019786" y="1361128"/>
                  </a:lnTo>
                  <a:lnTo>
                    <a:pt x="2115914" y="1365716"/>
                  </a:lnTo>
                  <a:lnTo>
                    <a:pt x="2204990" y="1370751"/>
                  </a:lnTo>
                  <a:lnTo>
                    <a:pt x="2287120" y="1376277"/>
                  </a:lnTo>
                  <a:lnTo>
                    <a:pt x="2362721" y="1382350"/>
                  </a:lnTo>
                  <a:lnTo>
                    <a:pt x="2432402" y="1389037"/>
                  </a:lnTo>
                  <a:lnTo>
                    <a:pt x="2496889" y="1396412"/>
                  </a:lnTo>
                  <a:lnTo>
                    <a:pt x="2556953" y="1404553"/>
                  </a:lnTo>
                  <a:lnTo>
                    <a:pt x="2613371" y="1413532"/>
                  </a:lnTo>
                  <a:lnTo>
                    <a:pt x="2666876" y="1423404"/>
                  </a:lnTo>
                  <a:lnTo>
                    <a:pt x="2702183" y="1430693"/>
                  </a:lnTo>
                  <a:lnTo>
                    <a:pt x="2762226" y="1444538"/>
                  </a:lnTo>
                  <a:lnTo>
                    <a:pt x="2820426" y="1459738"/>
                  </a:lnTo>
                  <a:lnTo>
                    <a:pt x="2877453" y="1476315"/>
                  </a:lnTo>
                  <a:lnTo>
                    <a:pt x="2933802" y="1494248"/>
                  </a:lnTo>
                  <a:lnTo>
                    <a:pt x="2989829" y="1513469"/>
                  </a:lnTo>
                  <a:lnTo>
                    <a:pt x="3045769" y="1533859"/>
                  </a:lnTo>
                  <a:lnTo>
                    <a:pt x="3101761" y="1555250"/>
                  </a:lnTo>
                  <a:lnTo>
                    <a:pt x="3157860" y="1577425"/>
                  </a:lnTo>
                  <a:lnTo>
                    <a:pt x="3214061" y="1600130"/>
                  </a:lnTo>
                  <a:lnTo>
                    <a:pt x="3270317" y="1623082"/>
                  </a:lnTo>
                  <a:lnTo>
                    <a:pt x="3326563" y="1645986"/>
                  </a:lnTo>
                  <a:lnTo>
                    <a:pt x="3382734" y="1668549"/>
                  </a:lnTo>
                  <a:lnTo>
                    <a:pt x="3438797" y="1690496"/>
                  </a:lnTo>
                  <a:lnTo>
                    <a:pt x="3494762" y="1711584"/>
                  </a:lnTo>
                  <a:lnTo>
                    <a:pt x="3550710" y="1731611"/>
                  </a:lnTo>
                  <a:lnTo>
                    <a:pt x="3606810" y="1750425"/>
                  </a:lnTo>
                  <a:lnTo>
                    <a:pt x="3663334" y="1767923"/>
                  </a:lnTo>
                  <a:lnTo>
                    <a:pt x="3720680" y="1784054"/>
                  </a:lnTo>
                  <a:lnTo>
                    <a:pt x="3779395" y="1798810"/>
                  </a:lnTo>
                  <a:lnTo>
                    <a:pt x="3820202" y="1808018"/>
                  </a:lnTo>
                  <a:lnTo>
                    <a:pt x="3872097" y="1818516"/>
                  </a:lnTo>
                  <a:lnTo>
                    <a:pt x="3926444" y="1828103"/>
                  </a:lnTo>
                  <a:lnTo>
                    <a:pt x="3983929" y="1836811"/>
                  </a:lnTo>
                  <a:lnTo>
                    <a:pt x="4045303" y="1844702"/>
                  </a:lnTo>
                  <a:lnTo>
                    <a:pt x="4111344" y="1851852"/>
                  </a:lnTo>
                  <a:lnTo>
                    <a:pt x="4182817" y="1858337"/>
                  </a:lnTo>
                  <a:lnTo>
                    <a:pt x="4260416" y="1864231"/>
                  </a:lnTo>
                  <a:lnTo>
                    <a:pt x="4344702" y="1869597"/>
                  </a:lnTo>
                  <a:lnTo>
                    <a:pt x="4436007" y="1874487"/>
                  </a:lnTo>
                  <a:lnTo>
                    <a:pt x="4534314" y="1878942"/>
                  </a:lnTo>
                  <a:lnTo>
                    <a:pt x="4639124" y="1882990"/>
                  </a:lnTo>
                  <a:lnTo>
                    <a:pt x="4749302" y="1886647"/>
                  </a:lnTo>
                  <a:lnTo>
                    <a:pt x="4862957" y="1889916"/>
                  </a:lnTo>
                  <a:lnTo>
                    <a:pt x="4977383" y="1892793"/>
                  </a:lnTo>
                  <a:lnTo>
                    <a:pt x="5089131" y="1895271"/>
                  </a:lnTo>
                  <a:lnTo>
                    <a:pt x="5194244" y="1897341"/>
                  </a:lnTo>
                  <a:lnTo>
                    <a:pt x="5288685" y="1899006"/>
                  </a:lnTo>
                  <a:lnTo>
                    <a:pt x="5368900" y="1900279"/>
                  </a:lnTo>
                  <a:lnTo>
                    <a:pt x="5432408" y="1901191"/>
                  </a:lnTo>
                  <a:lnTo>
                    <a:pt x="5478271" y="1901790"/>
                  </a:lnTo>
                  <a:lnTo>
                    <a:pt x="5507334" y="1902136"/>
                  </a:lnTo>
                  <a:lnTo>
                    <a:pt x="5522209" y="1902298"/>
                  </a:lnTo>
                  <a:lnTo>
                    <a:pt x="5527075" y="1902346"/>
                  </a:lnTo>
                  <a:lnTo>
                    <a:pt x="5527445" y="1902350"/>
                  </a:lnTo>
                  <a:lnTo>
                    <a:pt x="6522385" y="1902350"/>
                  </a:lnTo>
                  <a:lnTo>
                    <a:pt x="6523494" y="1902314"/>
                  </a:lnTo>
                  <a:lnTo>
                    <a:pt x="6530813" y="1902063"/>
                  </a:lnTo>
                  <a:lnTo>
                    <a:pt x="6549373" y="1901368"/>
                  </a:lnTo>
                  <a:lnTo>
                    <a:pt x="6582829" y="1899998"/>
                  </a:lnTo>
                  <a:lnTo>
                    <a:pt x="6633251" y="1897733"/>
                  </a:lnTo>
                  <a:lnTo>
                    <a:pt x="6700965" y="1894385"/>
                  </a:lnTo>
                  <a:lnTo>
                    <a:pt x="6784611" y="1889813"/>
                  </a:lnTo>
                  <a:lnTo>
                    <a:pt x="6881430" y="1883930"/>
                  </a:lnTo>
                  <a:lnTo>
                    <a:pt x="6987771" y="1876703"/>
                  </a:lnTo>
                  <a:lnTo>
                    <a:pt x="7099660" y="1868137"/>
                  </a:lnTo>
                  <a:lnTo>
                    <a:pt x="7213318" y="1858258"/>
                  </a:lnTo>
                  <a:lnTo>
                    <a:pt x="7325528" y="1847091"/>
                  </a:lnTo>
                  <a:lnTo>
                    <a:pt x="7433829" y="1834645"/>
                  </a:lnTo>
                  <a:lnTo>
                    <a:pt x="7536541" y="1820898"/>
                  </a:lnTo>
                  <a:lnTo>
                    <a:pt x="7632700" y="1805791"/>
                  </a:lnTo>
                  <a:lnTo>
                    <a:pt x="7721926" y="1789227"/>
                  </a:lnTo>
                  <a:lnTo>
                    <a:pt x="7804280" y="1771062"/>
                  </a:lnTo>
                  <a:lnTo>
                    <a:pt x="7880137" y="1751118"/>
                  </a:lnTo>
                  <a:lnTo>
                    <a:pt x="7950074" y="1729180"/>
                  </a:lnTo>
                  <a:lnTo>
                    <a:pt x="8014787" y="1705006"/>
                  </a:lnTo>
                  <a:lnTo>
                    <a:pt x="8075028" y="1678343"/>
                  </a:lnTo>
                  <a:lnTo>
                    <a:pt x="8131557" y="1648949"/>
                  </a:lnTo>
                  <a:lnTo>
                    <a:pt x="8185101" y="1616631"/>
                  </a:lnTo>
                  <a:lnTo>
                    <a:pt x="8229629" y="1586165"/>
                  </a:lnTo>
                  <a:lnTo>
                    <a:pt x="8279976" y="1547672"/>
                  </a:lnTo>
                  <a:lnTo>
                    <a:pt x="8328948" y="1506020"/>
                  </a:lnTo>
                  <a:lnTo>
                    <a:pt x="8376965" y="1461147"/>
                  </a:lnTo>
                  <a:lnTo>
                    <a:pt x="8424355" y="1413056"/>
                  </a:lnTo>
                  <a:lnTo>
                    <a:pt x="8471368" y="1361827"/>
                  </a:lnTo>
                  <a:lnTo>
                    <a:pt x="8518194" y="1307619"/>
                  </a:lnTo>
                  <a:lnTo>
                    <a:pt x="8564962" y="1250673"/>
                  </a:lnTo>
                  <a:lnTo>
                    <a:pt x="8611758" y="1191314"/>
                  </a:lnTo>
                  <a:lnTo>
                    <a:pt x="8658624" y="1129947"/>
                  </a:lnTo>
                  <a:lnTo>
                    <a:pt x="8705568" y="1067044"/>
                  </a:lnTo>
                  <a:lnTo>
                    <a:pt x="8752574" y="1003131"/>
                  </a:lnTo>
                  <a:lnTo>
                    <a:pt x="8799611" y="938773"/>
                  </a:lnTo>
                  <a:lnTo>
                    <a:pt x="8846639" y="874551"/>
                  </a:lnTo>
                  <a:lnTo>
                    <a:pt x="8893619" y="811041"/>
                  </a:lnTo>
                  <a:lnTo>
                    <a:pt x="8940527" y="748791"/>
                  </a:lnTo>
                  <a:lnTo>
                    <a:pt x="8987357" y="688306"/>
                  </a:lnTo>
                  <a:lnTo>
                    <a:pt x="9034133" y="630028"/>
                  </a:lnTo>
                  <a:lnTo>
                    <a:pt x="9080915" y="574324"/>
                  </a:lnTo>
                  <a:lnTo>
                    <a:pt x="9127808" y="521480"/>
                  </a:lnTo>
                  <a:lnTo>
                    <a:pt x="9174970" y="471701"/>
                  </a:lnTo>
                  <a:lnTo>
                    <a:pt x="9222617" y="425106"/>
                  </a:lnTo>
                  <a:lnTo>
                    <a:pt x="9271034" y="381739"/>
                  </a:lnTo>
                  <a:lnTo>
                    <a:pt x="9320589" y="341572"/>
                  </a:lnTo>
                  <a:lnTo>
                    <a:pt x="9347647" y="321425"/>
                  </a:lnTo>
                  <a:lnTo>
                    <a:pt x="9399138" y="286494"/>
                  </a:lnTo>
                  <a:lnTo>
                    <a:pt x="9453038" y="254573"/>
                  </a:lnTo>
                  <a:lnTo>
                    <a:pt x="9510017" y="225554"/>
                  </a:lnTo>
                  <a:lnTo>
                    <a:pt x="9570808" y="199237"/>
                  </a:lnTo>
                  <a:lnTo>
                    <a:pt x="9636172" y="175374"/>
                  </a:lnTo>
                  <a:lnTo>
                    <a:pt x="9706857" y="153714"/>
                  </a:lnTo>
                  <a:lnTo>
                    <a:pt x="9783547" y="134018"/>
                  </a:lnTo>
                  <a:lnTo>
                    <a:pt x="9866797" y="116075"/>
                  </a:lnTo>
                  <a:lnTo>
                    <a:pt x="9956948" y="99711"/>
                  </a:lnTo>
                  <a:lnTo>
                    <a:pt x="10054010" y="84790"/>
                  </a:lnTo>
                  <a:lnTo>
                    <a:pt x="10157535" y="71219"/>
                  </a:lnTo>
                  <a:lnTo>
                    <a:pt x="10266468" y="58943"/>
                  </a:lnTo>
                  <a:lnTo>
                    <a:pt x="10379029" y="47946"/>
                  </a:lnTo>
                  <a:lnTo>
                    <a:pt x="10492652" y="38239"/>
                  </a:lnTo>
                  <a:lnTo>
                    <a:pt x="10604030" y="29850"/>
                  </a:lnTo>
                  <a:lnTo>
                    <a:pt x="10709335" y="22802"/>
                  </a:lnTo>
                  <a:lnTo>
                    <a:pt x="10804602" y="17096"/>
                  </a:lnTo>
                  <a:lnTo>
                    <a:pt x="10886265" y="12692"/>
                  </a:lnTo>
                  <a:lnTo>
                    <a:pt x="10951727" y="9497"/>
                  </a:lnTo>
                  <a:lnTo>
                    <a:pt x="10999839" y="7363"/>
                  </a:lnTo>
                  <a:lnTo>
                    <a:pt x="11031161" y="6096"/>
                  </a:lnTo>
                  <a:lnTo>
                    <a:pt x="11047986" y="5473"/>
                  </a:lnTo>
                  <a:lnTo>
                    <a:pt x="11054163" y="526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2" y="35"/>
                  </a:lnTo>
                  <a:lnTo>
                    <a:pt x="11046463" y="286"/>
                  </a:lnTo>
                  <a:lnTo>
                    <a:pt x="11027903" y="981"/>
                  </a:lnTo>
                  <a:lnTo>
                    <a:pt x="10994447" y="2351"/>
                  </a:lnTo>
                  <a:lnTo>
                    <a:pt x="10944026" y="4616"/>
                  </a:lnTo>
                  <a:lnTo>
                    <a:pt x="10876311" y="7964"/>
                  </a:lnTo>
                  <a:lnTo>
                    <a:pt x="10792666" y="12537"/>
                  </a:lnTo>
                  <a:lnTo>
                    <a:pt x="10695846" y="18420"/>
                  </a:lnTo>
                  <a:lnTo>
                    <a:pt x="10589505" y="25647"/>
                  </a:lnTo>
                  <a:lnTo>
                    <a:pt x="10477616" y="34212"/>
                  </a:lnTo>
                  <a:lnTo>
                    <a:pt x="10363959" y="44091"/>
                  </a:lnTo>
                  <a:lnTo>
                    <a:pt x="10251748" y="55258"/>
                  </a:lnTo>
                  <a:lnTo>
                    <a:pt x="10143448" y="67705"/>
                  </a:lnTo>
                  <a:lnTo>
                    <a:pt x="10040735" y="81452"/>
                  </a:lnTo>
                  <a:lnTo>
                    <a:pt x="9944576" y="96558"/>
                  </a:lnTo>
                  <a:lnTo>
                    <a:pt x="9855351" y="113123"/>
                  </a:lnTo>
                  <a:lnTo>
                    <a:pt x="9772997" y="131287"/>
                  </a:lnTo>
                  <a:lnTo>
                    <a:pt x="9697140" y="151231"/>
                  </a:lnTo>
                  <a:lnTo>
                    <a:pt x="9627203" y="173170"/>
                  </a:lnTo>
                  <a:lnTo>
                    <a:pt x="9562489" y="197344"/>
                  </a:lnTo>
                  <a:lnTo>
                    <a:pt x="9502248" y="224006"/>
                  </a:lnTo>
                  <a:lnTo>
                    <a:pt x="9445720" y="253400"/>
                  </a:lnTo>
                  <a:lnTo>
                    <a:pt x="9392176" y="285718"/>
                  </a:lnTo>
                  <a:lnTo>
                    <a:pt x="9347647" y="316184"/>
                  </a:lnTo>
                  <a:lnTo>
                    <a:pt x="9297301" y="354677"/>
                  </a:lnTo>
                  <a:lnTo>
                    <a:pt x="9248328" y="396329"/>
                  </a:lnTo>
                  <a:lnTo>
                    <a:pt x="9200311" y="441203"/>
                  </a:lnTo>
                  <a:lnTo>
                    <a:pt x="9152922" y="489293"/>
                  </a:lnTo>
                  <a:lnTo>
                    <a:pt x="9105908" y="540522"/>
                  </a:lnTo>
                  <a:lnTo>
                    <a:pt x="9059083" y="594731"/>
                  </a:lnTo>
                  <a:lnTo>
                    <a:pt x="9012314" y="651677"/>
                  </a:lnTo>
                  <a:lnTo>
                    <a:pt x="8965518" y="711035"/>
                  </a:lnTo>
                  <a:lnTo>
                    <a:pt x="8918653" y="772402"/>
                  </a:lnTo>
                  <a:lnTo>
                    <a:pt x="8871709" y="835305"/>
                  </a:lnTo>
                  <a:lnTo>
                    <a:pt x="8824702" y="899218"/>
                  </a:lnTo>
                  <a:lnTo>
                    <a:pt x="8777665" y="963576"/>
                  </a:lnTo>
                  <a:lnTo>
                    <a:pt x="8730638" y="1027798"/>
                  </a:lnTo>
                  <a:lnTo>
                    <a:pt x="8683657" y="1091309"/>
                  </a:lnTo>
                  <a:lnTo>
                    <a:pt x="8636749" y="1153558"/>
                  </a:lnTo>
                  <a:lnTo>
                    <a:pt x="8589919" y="1214043"/>
                  </a:lnTo>
                  <a:lnTo>
                    <a:pt x="8543144" y="1272321"/>
                  </a:lnTo>
                  <a:lnTo>
                    <a:pt x="8496362" y="1328026"/>
                  </a:lnTo>
                  <a:lnTo>
                    <a:pt x="8449468" y="1380869"/>
                  </a:lnTo>
                  <a:lnTo>
                    <a:pt x="8402306" y="1430649"/>
                  </a:lnTo>
                  <a:lnTo>
                    <a:pt x="8354660" y="1477243"/>
                  </a:lnTo>
                  <a:lnTo>
                    <a:pt x="8306243" y="1520610"/>
                  </a:lnTo>
                  <a:lnTo>
                    <a:pt x="8256687" y="1560777"/>
                  </a:lnTo>
                  <a:lnTo>
                    <a:pt x="8229629" y="1580924"/>
                  </a:lnTo>
                  <a:lnTo>
                    <a:pt x="8178139" y="1615855"/>
                  </a:lnTo>
                  <a:lnTo>
                    <a:pt x="8124238" y="1647777"/>
                  </a:lnTo>
                  <a:lnTo>
                    <a:pt x="8067260" y="1676795"/>
                  </a:lnTo>
                  <a:lnTo>
                    <a:pt x="8006469" y="1703112"/>
                  </a:lnTo>
                  <a:lnTo>
                    <a:pt x="7941104" y="1726975"/>
                  </a:lnTo>
                  <a:lnTo>
                    <a:pt x="7870419" y="1748635"/>
                  </a:lnTo>
                  <a:lnTo>
                    <a:pt x="7793730" y="1768331"/>
                  </a:lnTo>
                  <a:lnTo>
                    <a:pt x="7710479" y="1786274"/>
                  </a:lnTo>
                  <a:lnTo>
                    <a:pt x="7620328" y="1802638"/>
                  </a:lnTo>
                  <a:lnTo>
                    <a:pt x="7523266" y="1817559"/>
                  </a:lnTo>
                  <a:lnTo>
                    <a:pt x="7419742" y="1831131"/>
                  </a:lnTo>
                  <a:lnTo>
                    <a:pt x="7310809" y="1843407"/>
                  </a:lnTo>
                  <a:lnTo>
                    <a:pt x="7198247" y="1854404"/>
                  </a:lnTo>
                  <a:lnTo>
                    <a:pt x="7084624" y="1864110"/>
                  </a:lnTo>
                  <a:lnTo>
                    <a:pt x="6973246" y="1872499"/>
                  </a:lnTo>
                  <a:lnTo>
                    <a:pt x="6867942" y="1879547"/>
                  </a:lnTo>
                  <a:lnTo>
                    <a:pt x="6772675" y="1885253"/>
                  </a:lnTo>
                  <a:lnTo>
                    <a:pt x="6691012" y="1889657"/>
                  </a:lnTo>
                  <a:lnTo>
                    <a:pt x="6625549" y="1892852"/>
                  </a:lnTo>
                  <a:lnTo>
                    <a:pt x="6577438" y="1894986"/>
                  </a:lnTo>
                  <a:lnTo>
                    <a:pt x="6546115" y="1896253"/>
                  </a:lnTo>
                  <a:lnTo>
                    <a:pt x="6529290" y="1896876"/>
                  </a:lnTo>
                  <a:lnTo>
                    <a:pt x="6523113" y="1897086"/>
                  </a:lnTo>
                  <a:lnTo>
                    <a:pt x="6522385" y="1897109"/>
                  </a:lnTo>
                  <a:lnTo>
                    <a:pt x="5527445" y="1897109"/>
                  </a:lnTo>
                  <a:lnTo>
                    <a:pt x="5526311" y="1897098"/>
                  </a:lnTo>
                  <a:lnTo>
                    <a:pt x="5518828" y="1897021"/>
                  </a:lnTo>
                  <a:lnTo>
                    <a:pt x="5499864" y="1896809"/>
                  </a:lnTo>
                  <a:lnTo>
                    <a:pt x="5465708" y="1896391"/>
                  </a:lnTo>
                  <a:lnTo>
                    <a:pt x="5414290" y="1895700"/>
                  </a:lnTo>
                  <a:lnTo>
                    <a:pt x="5345336" y="1894678"/>
                  </a:lnTo>
                  <a:lnTo>
                    <a:pt x="5260308" y="1893284"/>
                  </a:lnTo>
                  <a:lnTo>
                    <a:pt x="5162086" y="1891492"/>
                  </a:lnTo>
                  <a:lnTo>
                    <a:pt x="5054440" y="1889293"/>
                  </a:lnTo>
                  <a:lnTo>
                    <a:pt x="4941438" y="1886689"/>
                  </a:lnTo>
                  <a:lnTo>
                    <a:pt x="4826915" y="1883687"/>
                  </a:lnTo>
                  <a:lnTo>
                    <a:pt x="4714102" y="1880296"/>
                  </a:lnTo>
                  <a:lnTo>
                    <a:pt x="4605450" y="1876517"/>
                  </a:lnTo>
                  <a:lnTo>
                    <a:pt x="4502599" y="1872343"/>
                  </a:lnTo>
                  <a:lnTo>
                    <a:pt x="4406471" y="1867754"/>
                  </a:lnTo>
                  <a:lnTo>
                    <a:pt x="4317395" y="1862719"/>
                  </a:lnTo>
                  <a:lnTo>
                    <a:pt x="4235265" y="1857193"/>
                  </a:lnTo>
                  <a:lnTo>
                    <a:pt x="4159664" y="1851120"/>
                  </a:lnTo>
                  <a:lnTo>
                    <a:pt x="4089983" y="1844434"/>
                  </a:lnTo>
                  <a:lnTo>
                    <a:pt x="4025496" y="1837058"/>
                  </a:lnTo>
                  <a:lnTo>
                    <a:pt x="3965432" y="1828918"/>
                  </a:lnTo>
                  <a:lnTo>
                    <a:pt x="3909014" y="1819939"/>
                  </a:lnTo>
                  <a:lnTo>
                    <a:pt x="3855509" y="1810066"/>
                  </a:lnTo>
                  <a:lnTo>
                    <a:pt x="3820202" y="1802778"/>
                  </a:lnTo>
                  <a:lnTo>
                    <a:pt x="3760159" y="1788932"/>
                  </a:lnTo>
                  <a:lnTo>
                    <a:pt x="3701959" y="1773732"/>
                  </a:lnTo>
                  <a:lnTo>
                    <a:pt x="3644932" y="1757155"/>
                  </a:lnTo>
                  <a:lnTo>
                    <a:pt x="3588583" y="1739222"/>
                  </a:lnTo>
                  <a:lnTo>
                    <a:pt x="3532556" y="1720001"/>
                  </a:lnTo>
                  <a:lnTo>
                    <a:pt x="3476616" y="1699611"/>
                  </a:lnTo>
                  <a:lnTo>
                    <a:pt x="3420624" y="1678220"/>
                  </a:lnTo>
                  <a:lnTo>
                    <a:pt x="3364525" y="1656045"/>
                  </a:lnTo>
                  <a:lnTo>
                    <a:pt x="3308324" y="1633340"/>
                  </a:lnTo>
                  <a:lnTo>
                    <a:pt x="3252068" y="1610388"/>
                  </a:lnTo>
                  <a:lnTo>
                    <a:pt x="3195822" y="1587484"/>
                  </a:lnTo>
                  <a:lnTo>
                    <a:pt x="3139651" y="1564921"/>
                  </a:lnTo>
                  <a:lnTo>
                    <a:pt x="3083588" y="1542974"/>
                  </a:lnTo>
                  <a:lnTo>
                    <a:pt x="3027623" y="1521886"/>
                  </a:lnTo>
                  <a:lnTo>
                    <a:pt x="2971675" y="1501859"/>
                  </a:lnTo>
                  <a:lnTo>
                    <a:pt x="2915575" y="1483045"/>
                  </a:lnTo>
                  <a:lnTo>
                    <a:pt x="2859051" y="1465547"/>
                  </a:lnTo>
                  <a:lnTo>
                    <a:pt x="2801705" y="1449416"/>
                  </a:lnTo>
                  <a:lnTo>
                    <a:pt x="2742990" y="1434660"/>
                  </a:lnTo>
                  <a:lnTo>
                    <a:pt x="2702183" y="1425452"/>
                  </a:lnTo>
                  <a:lnTo>
                    <a:pt x="2650288" y="1414954"/>
                  </a:lnTo>
                  <a:lnTo>
                    <a:pt x="2595941" y="1405367"/>
                  </a:lnTo>
                  <a:lnTo>
                    <a:pt x="2538456" y="1396660"/>
                  </a:lnTo>
                  <a:lnTo>
                    <a:pt x="2477082" y="1388768"/>
                  </a:lnTo>
                  <a:lnTo>
                    <a:pt x="2411041" y="1381618"/>
                  </a:lnTo>
                  <a:lnTo>
                    <a:pt x="2339568" y="1375133"/>
                  </a:lnTo>
                  <a:lnTo>
                    <a:pt x="2261969" y="1369239"/>
                  </a:lnTo>
                  <a:lnTo>
                    <a:pt x="2177683" y="1363874"/>
                  </a:lnTo>
                  <a:lnTo>
                    <a:pt x="2086378" y="1358983"/>
                  </a:lnTo>
                  <a:lnTo>
                    <a:pt x="1988071" y="1354528"/>
                  </a:lnTo>
                  <a:lnTo>
                    <a:pt x="1883261" y="1350480"/>
                  </a:lnTo>
                  <a:lnTo>
                    <a:pt x="1773083" y="1346823"/>
                  </a:lnTo>
                  <a:lnTo>
                    <a:pt x="1659428" y="1343554"/>
                  </a:lnTo>
                  <a:lnTo>
                    <a:pt x="1545002" y="1340677"/>
                  </a:lnTo>
                  <a:lnTo>
                    <a:pt x="1433254" y="1338199"/>
                  </a:lnTo>
                  <a:lnTo>
                    <a:pt x="1328141" y="1336129"/>
                  </a:lnTo>
                  <a:lnTo>
                    <a:pt x="1233700" y="1334464"/>
                  </a:lnTo>
                  <a:lnTo>
                    <a:pt x="1153485" y="1333191"/>
                  </a:lnTo>
                  <a:lnTo>
                    <a:pt x="1089977" y="1332279"/>
                  </a:lnTo>
                  <a:lnTo>
                    <a:pt x="1044114" y="1331680"/>
                  </a:lnTo>
                  <a:lnTo>
                    <a:pt x="1015050" y="1331335"/>
                  </a:lnTo>
                  <a:lnTo>
                    <a:pt x="1000176" y="1331173"/>
                  </a:lnTo>
                  <a:lnTo>
                    <a:pt x="995310" y="1331124"/>
                  </a:lnTo>
                  <a:lnTo>
                    <a:pt x="994940" y="1331121"/>
                  </a:lnTo>
                  <a:lnTo>
                    <a:pt x="0" y="1331121"/>
                  </a:lnTo>
                  <a:close/>
                </a:path>
              </a:pathLst>
            </a:custGeom>
            <a:solidFill>
              <a:srgbClr val="B497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16" name="pl1815"/>
            <p:cNvSpPr/>
            <p:nvPr/>
          </p:nvSpPr>
          <p:spPr>
            <a:xfrm>
              <a:off x="1199187" y="4632556"/>
              <a:ext cx="12049831" cy="1897109"/>
            </a:xfrm>
            <a:custGeom>
              <a:avLst/>
              <a:pathLst>
                <a:path w="12049831" h="1897109">
                  <a:moveTo>
                    <a:pt x="0" y="1331121"/>
                  </a:moveTo>
                  <a:lnTo>
                    <a:pt x="994940" y="1331121"/>
                  </a:lnTo>
                  <a:lnTo>
                    <a:pt x="996074" y="1331131"/>
                  </a:lnTo>
                  <a:lnTo>
                    <a:pt x="1003557" y="1331208"/>
                  </a:lnTo>
                  <a:lnTo>
                    <a:pt x="1022521" y="1331420"/>
                  </a:lnTo>
                  <a:lnTo>
                    <a:pt x="1056677" y="1331839"/>
                  </a:lnTo>
                  <a:lnTo>
                    <a:pt x="1108095" y="1332530"/>
                  </a:lnTo>
                  <a:lnTo>
                    <a:pt x="1177049" y="1333551"/>
                  </a:lnTo>
                  <a:lnTo>
                    <a:pt x="1262077" y="1334945"/>
                  </a:lnTo>
                  <a:lnTo>
                    <a:pt x="1360299" y="1336737"/>
                  </a:lnTo>
                  <a:lnTo>
                    <a:pt x="1467945" y="1338936"/>
                  </a:lnTo>
                  <a:lnTo>
                    <a:pt x="1580947" y="1341541"/>
                  </a:lnTo>
                  <a:lnTo>
                    <a:pt x="1695470" y="1344542"/>
                  </a:lnTo>
                  <a:lnTo>
                    <a:pt x="1808283" y="1347934"/>
                  </a:lnTo>
                  <a:lnTo>
                    <a:pt x="1916935" y="1351713"/>
                  </a:lnTo>
                  <a:lnTo>
                    <a:pt x="2019786" y="1355887"/>
                  </a:lnTo>
                  <a:lnTo>
                    <a:pt x="2115914" y="1360476"/>
                  </a:lnTo>
                  <a:lnTo>
                    <a:pt x="2204990" y="1365511"/>
                  </a:lnTo>
                  <a:lnTo>
                    <a:pt x="2287120" y="1371036"/>
                  </a:lnTo>
                  <a:lnTo>
                    <a:pt x="2362721" y="1377109"/>
                  </a:lnTo>
                  <a:lnTo>
                    <a:pt x="2432402" y="1383796"/>
                  </a:lnTo>
                  <a:lnTo>
                    <a:pt x="2496889" y="1391171"/>
                  </a:lnTo>
                  <a:lnTo>
                    <a:pt x="2556953" y="1399312"/>
                  </a:lnTo>
                  <a:lnTo>
                    <a:pt x="2613371" y="1408291"/>
                  </a:lnTo>
                  <a:lnTo>
                    <a:pt x="2666876" y="1418163"/>
                  </a:lnTo>
                  <a:lnTo>
                    <a:pt x="2702183" y="1425452"/>
                  </a:lnTo>
                  <a:lnTo>
                    <a:pt x="2762226" y="1439297"/>
                  </a:lnTo>
                  <a:lnTo>
                    <a:pt x="2820426" y="1454497"/>
                  </a:lnTo>
                  <a:lnTo>
                    <a:pt x="2877453" y="1471074"/>
                  </a:lnTo>
                  <a:lnTo>
                    <a:pt x="2933802" y="1489007"/>
                  </a:lnTo>
                  <a:lnTo>
                    <a:pt x="2989829" y="1508228"/>
                  </a:lnTo>
                  <a:lnTo>
                    <a:pt x="3045769" y="1528619"/>
                  </a:lnTo>
                  <a:lnTo>
                    <a:pt x="3101761" y="1550010"/>
                  </a:lnTo>
                  <a:lnTo>
                    <a:pt x="3157860" y="1572185"/>
                  </a:lnTo>
                  <a:lnTo>
                    <a:pt x="3214061" y="1594890"/>
                  </a:lnTo>
                  <a:lnTo>
                    <a:pt x="3270317" y="1617842"/>
                  </a:lnTo>
                  <a:lnTo>
                    <a:pt x="3326563" y="1640746"/>
                  </a:lnTo>
                  <a:lnTo>
                    <a:pt x="3382734" y="1663309"/>
                  </a:lnTo>
                  <a:lnTo>
                    <a:pt x="3438797" y="1685256"/>
                  </a:lnTo>
                  <a:lnTo>
                    <a:pt x="3494762" y="1706344"/>
                  </a:lnTo>
                  <a:lnTo>
                    <a:pt x="3550710" y="1726371"/>
                  </a:lnTo>
                  <a:lnTo>
                    <a:pt x="3606810" y="1745185"/>
                  </a:lnTo>
                  <a:lnTo>
                    <a:pt x="3663334" y="1762683"/>
                  </a:lnTo>
                  <a:lnTo>
                    <a:pt x="3720680" y="1778813"/>
                  </a:lnTo>
                  <a:lnTo>
                    <a:pt x="3779395" y="1793570"/>
                  </a:lnTo>
                  <a:lnTo>
                    <a:pt x="3820202" y="1802778"/>
                  </a:lnTo>
                  <a:lnTo>
                    <a:pt x="3872097" y="1813276"/>
                  </a:lnTo>
                  <a:lnTo>
                    <a:pt x="3926444" y="1822862"/>
                  </a:lnTo>
                  <a:lnTo>
                    <a:pt x="3983929" y="1831570"/>
                  </a:lnTo>
                  <a:lnTo>
                    <a:pt x="4045303" y="1839461"/>
                  </a:lnTo>
                  <a:lnTo>
                    <a:pt x="4111344" y="1846611"/>
                  </a:lnTo>
                  <a:lnTo>
                    <a:pt x="4182817" y="1853097"/>
                  </a:lnTo>
                  <a:lnTo>
                    <a:pt x="4260416" y="1858991"/>
                  </a:lnTo>
                  <a:lnTo>
                    <a:pt x="4344702" y="1864356"/>
                  </a:lnTo>
                  <a:lnTo>
                    <a:pt x="4436007" y="1869246"/>
                  </a:lnTo>
                  <a:lnTo>
                    <a:pt x="4534314" y="1873702"/>
                  </a:lnTo>
                  <a:lnTo>
                    <a:pt x="4639124" y="1877750"/>
                  </a:lnTo>
                  <a:lnTo>
                    <a:pt x="4749302" y="1881406"/>
                  </a:lnTo>
                  <a:lnTo>
                    <a:pt x="4862957" y="1884675"/>
                  </a:lnTo>
                  <a:lnTo>
                    <a:pt x="4977383" y="1887553"/>
                  </a:lnTo>
                  <a:lnTo>
                    <a:pt x="5089131" y="1890030"/>
                  </a:lnTo>
                  <a:lnTo>
                    <a:pt x="5194244" y="1892101"/>
                  </a:lnTo>
                  <a:lnTo>
                    <a:pt x="5288685" y="1893766"/>
                  </a:lnTo>
                  <a:lnTo>
                    <a:pt x="5368900" y="1895039"/>
                  </a:lnTo>
                  <a:lnTo>
                    <a:pt x="5432408" y="1895951"/>
                  </a:lnTo>
                  <a:lnTo>
                    <a:pt x="5478271" y="1896549"/>
                  </a:lnTo>
                  <a:lnTo>
                    <a:pt x="5507334" y="1896895"/>
                  </a:lnTo>
                  <a:lnTo>
                    <a:pt x="5522209" y="1897057"/>
                  </a:lnTo>
                  <a:lnTo>
                    <a:pt x="5527075" y="1897106"/>
                  </a:lnTo>
                  <a:lnTo>
                    <a:pt x="5527445" y="1897109"/>
                  </a:lnTo>
                  <a:lnTo>
                    <a:pt x="6522385" y="1897109"/>
                  </a:lnTo>
                  <a:lnTo>
                    <a:pt x="6523494" y="1897074"/>
                  </a:lnTo>
                  <a:lnTo>
                    <a:pt x="6530813" y="1896822"/>
                  </a:lnTo>
                  <a:lnTo>
                    <a:pt x="6549373" y="1896127"/>
                  </a:lnTo>
                  <a:lnTo>
                    <a:pt x="6582829" y="1894757"/>
                  </a:lnTo>
                  <a:lnTo>
                    <a:pt x="6633251" y="1892492"/>
                  </a:lnTo>
                  <a:lnTo>
                    <a:pt x="6700965" y="1889144"/>
                  </a:lnTo>
                  <a:lnTo>
                    <a:pt x="6784611" y="1884572"/>
                  </a:lnTo>
                  <a:lnTo>
                    <a:pt x="6881430" y="1878689"/>
                  </a:lnTo>
                  <a:lnTo>
                    <a:pt x="6987771" y="1871462"/>
                  </a:lnTo>
                  <a:lnTo>
                    <a:pt x="7099660" y="1862896"/>
                  </a:lnTo>
                  <a:lnTo>
                    <a:pt x="7213318" y="1853017"/>
                  </a:lnTo>
                  <a:lnTo>
                    <a:pt x="7325528" y="1841850"/>
                  </a:lnTo>
                  <a:lnTo>
                    <a:pt x="7433829" y="1829404"/>
                  </a:lnTo>
                  <a:lnTo>
                    <a:pt x="7536541" y="1815657"/>
                  </a:lnTo>
                  <a:lnTo>
                    <a:pt x="7632700" y="1800551"/>
                  </a:lnTo>
                  <a:lnTo>
                    <a:pt x="7721926" y="1783986"/>
                  </a:lnTo>
                  <a:lnTo>
                    <a:pt x="7804280" y="1765821"/>
                  </a:lnTo>
                  <a:lnTo>
                    <a:pt x="7880137" y="1745877"/>
                  </a:lnTo>
                  <a:lnTo>
                    <a:pt x="7950074" y="1723939"/>
                  </a:lnTo>
                  <a:lnTo>
                    <a:pt x="8014787" y="1699765"/>
                  </a:lnTo>
                  <a:lnTo>
                    <a:pt x="8075028" y="1673102"/>
                  </a:lnTo>
                  <a:lnTo>
                    <a:pt x="8131557" y="1643709"/>
                  </a:lnTo>
                  <a:lnTo>
                    <a:pt x="8185101" y="1611391"/>
                  </a:lnTo>
                  <a:lnTo>
                    <a:pt x="8229629" y="1580924"/>
                  </a:lnTo>
                  <a:lnTo>
                    <a:pt x="8279976" y="1542432"/>
                  </a:lnTo>
                  <a:lnTo>
                    <a:pt x="8328948" y="1500780"/>
                  </a:lnTo>
                  <a:lnTo>
                    <a:pt x="8376965" y="1455906"/>
                  </a:lnTo>
                  <a:lnTo>
                    <a:pt x="8424355" y="1407815"/>
                  </a:lnTo>
                  <a:lnTo>
                    <a:pt x="8471368" y="1356587"/>
                  </a:lnTo>
                  <a:lnTo>
                    <a:pt x="8518194" y="1302378"/>
                  </a:lnTo>
                  <a:lnTo>
                    <a:pt x="8564962" y="1245432"/>
                  </a:lnTo>
                  <a:lnTo>
                    <a:pt x="8611758" y="1186074"/>
                  </a:lnTo>
                  <a:lnTo>
                    <a:pt x="8658624" y="1124707"/>
                  </a:lnTo>
                  <a:lnTo>
                    <a:pt x="8705568" y="1061803"/>
                  </a:lnTo>
                  <a:lnTo>
                    <a:pt x="8752574" y="997890"/>
                  </a:lnTo>
                  <a:lnTo>
                    <a:pt x="8799611" y="933532"/>
                  </a:lnTo>
                  <a:lnTo>
                    <a:pt x="8846639" y="869310"/>
                  </a:lnTo>
                  <a:lnTo>
                    <a:pt x="8893619" y="805800"/>
                  </a:lnTo>
                  <a:lnTo>
                    <a:pt x="8940527" y="743551"/>
                  </a:lnTo>
                  <a:lnTo>
                    <a:pt x="8987357" y="683066"/>
                  </a:lnTo>
                  <a:lnTo>
                    <a:pt x="9034133" y="624787"/>
                  </a:lnTo>
                  <a:lnTo>
                    <a:pt x="9080915" y="569083"/>
                  </a:lnTo>
                  <a:lnTo>
                    <a:pt x="9127808" y="516239"/>
                  </a:lnTo>
                  <a:lnTo>
                    <a:pt x="9174970" y="466460"/>
                  </a:lnTo>
                  <a:lnTo>
                    <a:pt x="9222617" y="419865"/>
                  </a:lnTo>
                  <a:lnTo>
                    <a:pt x="9271034" y="376498"/>
                  </a:lnTo>
                  <a:lnTo>
                    <a:pt x="9320589" y="336331"/>
                  </a:lnTo>
                  <a:lnTo>
                    <a:pt x="9347647" y="316184"/>
                  </a:lnTo>
                  <a:lnTo>
                    <a:pt x="9399138" y="281254"/>
                  </a:lnTo>
                  <a:lnTo>
                    <a:pt x="9453038" y="249332"/>
                  </a:lnTo>
                  <a:lnTo>
                    <a:pt x="9510017" y="220314"/>
                  </a:lnTo>
                  <a:lnTo>
                    <a:pt x="9570808" y="193996"/>
                  </a:lnTo>
                  <a:lnTo>
                    <a:pt x="9636172" y="170133"/>
                  </a:lnTo>
                  <a:lnTo>
                    <a:pt x="9706857" y="148473"/>
                  </a:lnTo>
                  <a:lnTo>
                    <a:pt x="9783547" y="128777"/>
                  </a:lnTo>
                  <a:lnTo>
                    <a:pt x="9866797" y="110835"/>
                  </a:lnTo>
                  <a:lnTo>
                    <a:pt x="9956948" y="94471"/>
                  </a:lnTo>
                  <a:lnTo>
                    <a:pt x="10054010" y="79550"/>
                  </a:lnTo>
                  <a:lnTo>
                    <a:pt x="10157535" y="65978"/>
                  </a:lnTo>
                  <a:lnTo>
                    <a:pt x="10266468" y="53702"/>
                  </a:lnTo>
                  <a:lnTo>
                    <a:pt x="10379029" y="42705"/>
                  </a:lnTo>
                  <a:lnTo>
                    <a:pt x="10492652" y="32999"/>
                  </a:lnTo>
                  <a:lnTo>
                    <a:pt x="10604030" y="24609"/>
                  </a:lnTo>
                  <a:lnTo>
                    <a:pt x="10709335" y="17561"/>
                  </a:lnTo>
                  <a:lnTo>
                    <a:pt x="10804602" y="11855"/>
                  </a:lnTo>
                  <a:lnTo>
                    <a:pt x="10886265" y="7452"/>
                  </a:lnTo>
                  <a:lnTo>
                    <a:pt x="10951727" y="4257"/>
                  </a:lnTo>
                  <a:lnTo>
                    <a:pt x="10999839" y="2123"/>
                  </a:lnTo>
                  <a:lnTo>
                    <a:pt x="11031161" y="855"/>
                  </a:lnTo>
                  <a:lnTo>
                    <a:pt x="11047986" y="233"/>
                  </a:lnTo>
                  <a:lnTo>
                    <a:pt x="11054163" y="2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7" name="pl1816"/>
            <p:cNvSpPr/>
            <p:nvPr/>
          </p:nvSpPr>
          <p:spPr>
            <a:xfrm>
              <a:off x="1199187" y="4627315"/>
              <a:ext cx="12049831" cy="1897109"/>
            </a:xfrm>
            <a:custGeom>
              <a:avLst/>
              <a:pathLst>
                <a:path w="12049831" h="1897109">
                  <a:moveTo>
                    <a:pt x="12049831" y="0"/>
                  </a:moveTo>
                  <a:lnTo>
                    <a:pt x="11054891" y="0"/>
                  </a:lnTo>
                  <a:lnTo>
                    <a:pt x="11053782" y="35"/>
                  </a:lnTo>
                  <a:lnTo>
                    <a:pt x="11046463" y="286"/>
                  </a:lnTo>
                  <a:lnTo>
                    <a:pt x="11027903" y="981"/>
                  </a:lnTo>
                  <a:lnTo>
                    <a:pt x="10994447" y="2351"/>
                  </a:lnTo>
                  <a:lnTo>
                    <a:pt x="10944026" y="4616"/>
                  </a:lnTo>
                  <a:lnTo>
                    <a:pt x="10876311" y="7964"/>
                  </a:lnTo>
                  <a:lnTo>
                    <a:pt x="10792666" y="12537"/>
                  </a:lnTo>
                  <a:lnTo>
                    <a:pt x="10695846" y="18420"/>
                  </a:lnTo>
                  <a:lnTo>
                    <a:pt x="10589505" y="25647"/>
                  </a:lnTo>
                  <a:lnTo>
                    <a:pt x="10477616" y="34212"/>
                  </a:lnTo>
                  <a:lnTo>
                    <a:pt x="10363959" y="44091"/>
                  </a:lnTo>
                  <a:lnTo>
                    <a:pt x="10251748" y="55258"/>
                  </a:lnTo>
                  <a:lnTo>
                    <a:pt x="10143448" y="67705"/>
                  </a:lnTo>
                  <a:lnTo>
                    <a:pt x="10040735" y="81452"/>
                  </a:lnTo>
                  <a:lnTo>
                    <a:pt x="9944576" y="96558"/>
                  </a:lnTo>
                  <a:lnTo>
                    <a:pt x="9855351" y="113123"/>
                  </a:lnTo>
                  <a:lnTo>
                    <a:pt x="9772997" y="131287"/>
                  </a:lnTo>
                  <a:lnTo>
                    <a:pt x="9697140" y="151231"/>
                  </a:lnTo>
                  <a:lnTo>
                    <a:pt x="9627203" y="173170"/>
                  </a:lnTo>
                  <a:lnTo>
                    <a:pt x="9562489" y="197344"/>
                  </a:lnTo>
                  <a:lnTo>
                    <a:pt x="9502248" y="224006"/>
                  </a:lnTo>
                  <a:lnTo>
                    <a:pt x="9445720" y="253400"/>
                  </a:lnTo>
                  <a:lnTo>
                    <a:pt x="9392176" y="285718"/>
                  </a:lnTo>
                  <a:lnTo>
                    <a:pt x="9347647" y="316184"/>
                  </a:lnTo>
                  <a:lnTo>
                    <a:pt x="9297301" y="354677"/>
                  </a:lnTo>
                  <a:lnTo>
                    <a:pt x="9248328" y="396329"/>
                  </a:lnTo>
                  <a:lnTo>
                    <a:pt x="9200311" y="441203"/>
                  </a:lnTo>
                  <a:lnTo>
                    <a:pt x="9152922" y="489293"/>
                  </a:lnTo>
                  <a:lnTo>
                    <a:pt x="9105908" y="540522"/>
                  </a:lnTo>
                  <a:lnTo>
                    <a:pt x="9059083" y="594731"/>
                  </a:lnTo>
                  <a:lnTo>
                    <a:pt x="9012314" y="651677"/>
                  </a:lnTo>
                  <a:lnTo>
                    <a:pt x="8965518" y="711035"/>
                  </a:lnTo>
                  <a:lnTo>
                    <a:pt x="8918653" y="772402"/>
                  </a:lnTo>
                  <a:lnTo>
                    <a:pt x="8871709" y="835305"/>
                  </a:lnTo>
                  <a:lnTo>
                    <a:pt x="8824702" y="899218"/>
                  </a:lnTo>
                  <a:lnTo>
                    <a:pt x="8777665" y="963576"/>
                  </a:lnTo>
                  <a:lnTo>
                    <a:pt x="8730638" y="1027798"/>
                  </a:lnTo>
                  <a:lnTo>
                    <a:pt x="8683657" y="1091309"/>
                  </a:lnTo>
                  <a:lnTo>
                    <a:pt x="8636749" y="1153558"/>
                  </a:lnTo>
                  <a:lnTo>
                    <a:pt x="8589919" y="1214043"/>
                  </a:lnTo>
                  <a:lnTo>
                    <a:pt x="8543144" y="1272321"/>
                  </a:lnTo>
                  <a:lnTo>
                    <a:pt x="8496362" y="1328026"/>
                  </a:lnTo>
                  <a:lnTo>
                    <a:pt x="8449468" y="1380869"/>
                  </a:lnTo>
                  <a:lnTo>
                    <a:pt x="8402306" y="1430649"/>
                  </a:lnTo>
                  <a:lnTo>
                    <a:pt x="8354660" y="1477243"/>
                  </a:lnTo>
                  <a:lnTo>
                    <a:pt x="8306243" y="1520610"/>
                  </a:lnTo>
                  <a:lnTo>
                    <a:pt x="8256687" y="1560777"/>
                  </a:lnTo>
                  <a:lnTo>
                    <a:pt x="8229629" y="1580924"/>
                  </a:lnTo>
                  <a:lnTo>
                    <a:pt x="8178139" y="1615855"/>
                  </a:lnTo>
                  <a:lnTo>
                    <a:pt x="8124238" y="1647777"/>
                  </a:lnTo>
                  <a:lnTo>
                    <a:pt x="8067260" y="1676795"/>
                  </a:lnTo>
                  <a:lnTo>
                    <a:pt x="8006469" y="1703112"/>
                  </a:lnTo>
                  <a:lnTo>
                    <a:pt x="7941104" y="1726975"/>
                  </a:lnTo>
                  <a:lnTo>
                    <a:pt x="7870419" y="1748635"/>
                  </a:lnTo>
                  <a:lnTo>
                    <a:pt x="7793730" y="1768331"/>
                  </a:lnTo>
                  <a:lnTo>
                    <a:pt x="7710479" y="1786274"/>
                  </a:lnTo>
                  <a:lnTo>
                    <a:pt x="7620328" y="1802638"/>
                  </a:lnTo>
                  <a:lnTo>
                    <a:pt x="7523266" y="1817559"/>
                  </a:lnTo>
                  <a:lnTo>
                    <a:pt x="7419742" y="1831131"/>
                  </a:lnTo>
                  <a:lnTo>
                    <a:pt x="7310809" y="1843407"/>
                  </a:lnTo>
                  <a:lnTo>
                    <a:pt x="7198247" y="1854404"/>
                  </a:lnTo>
                  <a:lnTo>
                    <a:pt x="7084624" y="1864110"/>
                  </a:lnTo>
                  <a:lnTo>
                    <a:pt x="6973246" y="1872499"/>
                  </a:lnTo>
                  <a:lnTo>
                    <a:pt x="6867942" y="1879547"/>
                  </a:lnTo>
                  <a:lnTo>
                    <a:pt x="6772675" y="1885253"/>
                  </a:lnTo>
                  <a:lnTo>
                    <a:pt x="6691012" y="1889657"/>
                  </a:lnTo>
                  <a:lnTo>
                    <a:pt x="6625549" y="1892852"/>
                  </a:lnTo>
                  <a:lnTo>
                    <a:pt x="6577438" y="1894986"/>
                  </a:lnTo>
                  <a:lnTo>
                    <a:pt x="6546115" y="1896253"/>
                  </a:lnTo>
                  <a:lnTo>
                    <a:pt x="6529290" y="1896876"/>
                  </a:lnTo>
                  <a:lnTo>
                    <a:pt x="6523113" y="1897086"/>
                  </a:lnTo>
                  <a:lnTo>
                    <a:pt x="6522385" y="1897109"/>
                  </a:lnTo>
                  <a:lnTo>
                    <a:pt x="5527445" y="1897109"/>
                  </a:lnTo>
                  <a:lnTo>
                    <a:pt x="5526311" y="1897098"/>
                  </a:lnTo>
                  <a:lnTo>
                    <a:pt x="5518828" y="1897021"/>
                  </a:lnTo>
                  <a:lnTo>
                    <a:pt x="5499864" y="1896809"/>
                  </a:lnTo>
                  <a:lnTo>
                    <a:pt x="5465708" y="1896391"/>
                  </a:lnTo>
                  <a:lnTo>
                    <a:pt x="5414290" y="1895700"/>
                  </a:lnTo>
                  <a:lnTo>
                    <a:pt x="5345336" y="1894678"/>
                  </a:lnTo>
                  <a:lnTo>
                    <a:pt x="5260308" y="1893284"/>
                  </a:lnTo>
                  <a:lnTo>
                    <a:pt x="5162086" y="1891492"/>
                  </a:lnTo>
                  <a:lnTo>
                    <a:pt x="5054440" y="1889293"/>
                  </a:lnTo>
                  <a:lnTo>
                    <a:pt x="4941438" y="1886689"/>
                  </a:lnTo>
                  <a:lnTo>
                    <a:pt x="4826915" y="1883687"/>
                  </a:lnTo>
                  <a:lnTo>
                    <a:pt x="4714102" y="1880296"/>
                  </a:lnTo>
                  <a:lnTo>
                    <a:pt x="4605450" y="1876517"/>
                  </a:lnTo>
                  <a:lnTo>
                    <a:pt x="4502599" y="1872343"/>
                  </a:lnTo>
                  <a:lnTo>
                    <a:pt x="4406471" y="1867754"/>
                  </a:lnTo>
                  <a:lnTo>
                    <a:pt x="4317395" y="1862719"/>
                  </a:lnTo>
                  <a:lnTo>
                    <a:pt x="4235265" y="1857193"/>
                  </a:lnTo>
                  <a:lnTo>
                    <a:pt x="4159664" y="1851120"/>
                  </a:lnTo>
                  <a:lnTo>
                    <a:pt x="4089983" y="1844434"/>
                  </a:lnTo>
                  <a:lnTo>
                    <a:pt x="4025496" y="1837058"/>
                  </a:lnTo>
                  <a:lnTo>
                    <a:pt x="3965432" y="1828918"/>
                  </a:lnTo>
                  <a:lnTo>
                    <a:pt x="3909014" y="1819939"/>
                  </a:lnTo>
                  <a:lnTo>
                    <a:pt x="3855509" y="1810066"/>
                  </a:lnTo>
                  <a:lnTo>
                    <a:pt x="3820202" y="1802778"/>
                  </a:lnTo>
                  <a:lnTo>
                    <a:pt x="3760159" y="1788932"/>
                  </a:lnTo>
                  <a:lnTo>
                    <a:pt x="3701959" y="1773732"/>
                  </a:lnTo>
                  <a:lnTo>
                    <a:pt x="3644932" y="1757155"/>
                  </a:lnTo>
                  <a:lnTo>
                    <a:pt x="3588583" y="1739222"/>
                  </a:lnTo>
                  <a:lnTo>
                    <a:pt x="3532556" y="1720001"/>
                  </a:lnTo>
                  <a:lnTo>
                    <a:pt x="3476616" y="1699611"/>
                  </a:lnTo>
                  <a:lnTo>
                    <a:pt x="3420624" y="1678220"/>
                  </a:lnTo>
                  <a:lnTo>
                    <a:pt x="3364525" y="1656045"/>
                  </a:lnTo>
                  <a:lnTo>
                    <a:pt x="3308324" y="1633340"/>
                  </a:lnTo>
                  <a:lnTo>
                    <a:pt x="3252068" y="1610388"/>
                  </a:lnTo>
                  <a:lnTo>
                    <a:pt x="3195822" y="1587484"/>
                  </a:lnTo>
                  <a:lnTo>
                    <a:pt x="3139651" y="1564921"/>
                  </a:lnTo>
                  <a:lnTo>
                    <a:pt x="3083588" y="1542974"/>
                  </a:lnTo>
                  <a:lnTo>
                    <a:pt x="3027623" y="1521886"/>
                  </a:lnTo>
                  <a:lnTo>
                    <a:pt x="2971675" y="1501859"/>
                  </a:lnTo>
                  <a:lnTo>
                    <a:pt x="2915575" y="1483045"/>
                  </a:lnTo>
                  <a:lnTo>
                    <a:pt x="2859051" y="1465547"/>
                  </a:lnTo>
                  <a:lnTo>
                    <a:pt x="2801705" y="1449416"/>
                  </a:lnTo>
                  <a:lnTo>
                    <a:pt x="2742990" y="1434660"/>
                  </a:lnTo>
                  <a:lnTo>
                    <a:pt x="2702183" y="1425452"/>
                  </a:lnTo>
                  <a:lnTo>
                    <a:pt x="2650288" y="1414954"/>
                  </a:lnTo>
                  <a:lnTo>
                    <a:pt x="2595941" y="1405367"/>
                  </a:lnTo>
                  <a:lnTo>
                    <a:pt x="2538456" y="1396660"/>
                  </a:lnTo>
                  <a:lnTo>
                    <a:pt x="2477082" y="1388768"/>
                  </a:lnTo>
                  <a:lnTo>
                    <a:pt x="2411041" y="1381618"/>
                  </a:lnTo>
                  <a:lnTo>
                    <a:pt x="2339568" y="1375133"/>
                  </a:lnTo>
                  <a:lnTo>
                    <a:pt x="2261969" y="1369239"/>
                  </a:lnTo>
                  <a:lnTo>
                    <a:pt x="2177683" y="1363874"/>
                  </a:lnTo>
                  <a:lnTo>
                    <a:pt x="2086378" y="1358983"/>
                  </a:lnTo>
                  <a:lnTo>
                    <a:pt x="1988071" y="1354528"/>
                  </a:lnTo>
                  <a:lnTo>
                    <a:pt x="1883261" y="1350480"/>
                  </a:lnTo>
                  <a:lnTo>
                    <a:pt x="1773083" y="1346823"/>
                  </a:lnTo>
                  <a:lnTo>
                    <a:pt x="1659428" y="1343554"/>
                  </a:lnTo>
                  <a:lnTo>
                    <a:pt x="1545002" y="1340677"/>
                  </a:lnTo>
                  <a:lnTo>
                    <a:pt x="1433254" y="1338199"/>
                  </a:lnTo>
                  <a:lnTo>
                    <a:pt x="1328141" y="1336129"/>
                  </a:lnTo>
                  <a:lnTo>
                    <a:pt x="1233700" y="1334464"/>
                  </a:lnTo>
                  <a:lnTo>
                    <a:pt x="1153485" y="1333191"/>
                  </a:lnTo>
                  <a:lnTo>
                    <a:pt x="1089977" y="1332279"/>
                  </a:lnTo>
                  <a:lnTo>
                    <a:pt x="1044114" y="1331680"/>
                  </a:lnTo>
                  <a:lnTo>
                    <a:pt x="1015050" y="1331335"/>
                  </a:lnTo>
                  <a:lnTo>
                    <a:pt x="1000176" y="1331173"/>
                  </a:lnTo>
                  <a:lnTo>
                    <a:pt x="995310" y="1331124"/>
                  </a:lnTo>
                  <a:lnTo>
                    <a:pt x="994940" y="1331121"/>
                  </a:lnTo>
                  <a:lnTo>
                    <a:pt x="0" y="1331121"/>
                  </a:lnTo>
                  <a:lnTo>
                    <a:pt x="0" y="13311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8" name="pg1817"/>
            <p:cNvSpPr/>
            <p:nvPr/>
          </p:nvSpPr>
          <p:spPr>
            <a:xfrm>
              <a:off x="1199187" y="3013200"/>
              <a:ext cx="12049831" cy="3165342"/>
            </a:xfrm>
            <a:custGeom>
              <a:avLst/>
              <a:pathLst>
                <a:path w="12049831" h="3165342">
                  <a:moveTo>
                    <a:pt x="0" y="2882348"/>
                  </a:moveTo>
                  <a:lnTo>
                    <a:pt x="994940" y="2882348"/>
                  </a:lnTo>
                  <a:lnTo>
                    <a:pt x="996014" y="2882296"/>
                  </a:lnTo>
                  <a:lnTo>
                    <a:pt x="1003114" y="2881927"/>
                  </a:lnTo>
                  <a:lnTo>
                    <a:pt x="1021131" y="2880906"/>
                  </a:lnTo>
                  <a:lnTo>
                    <a:pt x="1053646" y="2878894"/>
                  </a:lnTo>
                  <a:lnTo>
                    <a:pt x="1102724" y="2875566"/>
                  </a:lnTo>
                  <a:lnTo>
                    <a:pt x="1168763" y="2870642"/>
                  </a:lnTo>
                  <a:lnTo>
                    <a:pt x="1250531" y="2863911"/>
                  </a:lnTo>
                  <a:lnTo>
                    <a:pt x="1345434" y="2855240"/>
                  </a:lnTo>
                  <a:lnTo>
                    <a:pt x="1449981" y="2844575"/>
                  </a:lnTo>
                  <a:lnTo>
                    <a:pt x="1560325" y="2831920"/>
                  </a:lnTo>
                  <a:lnTo>
                    <a:pt x="1672768" y="2817310"/>
                  </a:lnTo>
                  <a:lnTo>
                    <a:pt x="1784121" y="2800784"/>
                  </a:lnTo>
                  <a:lnTo>
                    <a:pt x="1891905" y="2782359"/>
                  </a:lnTo>
                  <a:lnTo>
                    <a:pt x="1994397" y="2762010"/>
                  </a:lnTo>
                  <a:lnTo>
                    <a:pt x="2090571" y="2739660"/>
                  </a:lnTo>
                  <a:lnTo>
                    <a:pt x="2179981" y="2715170"/>
                  </a:lnTo>
                  <a:lnTo>
                    <a:pt x="2262629" y="2688346"/>
                  </a:lnTo>
                  <a:lnTo>
                    <a:pt x="2338832" y="2658930"/>
                  </a:lnTo>
                  <a:lnTo>
                    <a:pt x="2409121" y="2626617"/>
                  </a:lnTo>
                  <a:lnTo>
                    <a:pt x="2474153" y="2591058"/>
                  </a:lnTo>
                  <a:lnTo>
                    <a:pt x="2534649" y="2551882"/>
                  </a:lnTo>
                  <a:lnTo>
                    <a:pt x="2591348" y="2508727"/>
                  </a:lnTo>
                  <a:lnTo>
                    <a:pt x="2644965" y="2461285"/>
                  </a:lnTo>
                  <a:lnTo>
                    <a:pt x="2696156" y="2409381"/>
                  </a:lnTo>
                  <a:lnTo>
                    <a:pt x="2702183" y="2402830"/>
                  </a:lnTo>
                  <a:lnTo>
                    <a:pt x="2746171" y="2352192"/>
                  </a:lnTo>
                  <a:lnTo>
                    <a:pt x="2789069" y="2297923"/>
                  </a:lnTo>
                  <a:lnTo>
                    <a:pt x="2831168" y="2239948"/>
                  </a:lnTo>
                  <a:lnTo>
                    <a:pt x="2872702" y="2178252"/>
                  </a:lnTo>
                  <a:lnTo>
                    <a:pt x="2913860" y="2112876"/>
                  </a:lnTo>
                  <a:lnTo>
                    <a:pt x="2954790" y="2043936"/>
                  </a:lnTo>
                  <a:lnTo>
                    <a:pt x="2995605" y="1971613"/>
                  </a:lnTo>
                  <a:lnTo>
                    <a:pt x="3036385" y="1896166"/>
                  </a:lnTo>
                  <a:lnTo>
                    <a:pt x="3077186" y="1817926"/>
                  </a:lnTo>
                  <a:lnTo>
                    <a:pt x="3118036" y="1737292"/>
                  </a:lnTo>
                  <a:lnTo>
                    <a:pt x="3158947" y="1654724"/>
                  </a:lnTo>
                  <a:lnTo>
                    <a:pt x="3199913" y="1570737"/>
                  </a:lnTo>
                  <a:lnTo>
                    <a:pt x="3240917" y="1485884"/>
                  </a:lnTo>
                  <a:lnTo>
                    <a:pt x="3281933" y="1400741"/>
                  </a:lnTo>
                  <a:lnTo>
                    <a:pt x="3322936" y="1315893"/>
                  </a:lnTo>
                  <a:lnTo>
                    <a:pt x="3363902" y="1231920"/>
                  </a:lnTo>
                  <a:lnTo>
                    <a:pt x="3404812" y="1149371"/>
                  </a:lnTo>
                  <a:lnTo>
                    <a:pt x="3445662" y="1068761"/>
                  </a:lnTo>
                  <a:lnTo>
                    <a:pt x="3486462" y="990551"/>
                  </a:lnTo>
                  <a:lnTo>
                    <a:pt x="3527243" y="915138"/>
                  </a:lnTo>
                  <a:lnTo>
                    <a:pt x="3568058" y="842852"/>
                  </a:lnTo>
                  <a:lnTo>
                    <a:pt x="3608990" y="773951"/>
                  </a:lnTo>
                  <a:lnTo>
                    <a:pt x="3650151" y="708617"/>
                  </a:lnTo>
                  <a:lnTo>
                    <a:pt x="3691691" y="646962"/>
                  </a:lnTo>
                  <a:lnTo>
                    <a:pt x="3733797" y="589030"/>
                  </a:lnTo>
                  <a:lnTo>
                    <a:pt x="3776706" y="534803"/>
                  </a:lnTo>
                  <a:lnTo>
                    <a:pt x="3820202" y="484758"/>
                  </a:lnTo>
                  <a:lnTo>
                    <a:pt x="3871140" y="432315"/>
                  </a:lnTo>
                  <a:lnTo>
                    <a:pt x="3924432" y="384342"/>
                  </a:lnTo>
                  <a:lnTo>
                    <a:pt x="3980723" y="340685"/>
                  </a:lnTo>
                  <a:lnTo>
                    <a:pt x="4040723" y="301049"/>
                  </a:lnTo>
                  <a:lnTo>
                    <a:pt x="4105170" y="265074"/>
                  </a:lnTo>
                  <a:lnTo>
                    <a:pt x="4174789" y="232389"/>
                  </a:lnTo>
                  <a:lnTo>
                    <a:pt x="4250249" y="202642"/>
                  </a:lnTo>
                  <a:lnTo>
                    <a:pt x="4332098" y="175519"/>
                  </a:lnTo>
                  <a:lnTo>
                    <a:pt x="4420688" y="150761"/>
                  </a:lnTo>
                  <a:lnTo>
                    <a:pt x="4516061" y="128161"/>
                  </a:lnTo>
                  <a:lnTo>
                    <a:pt x="4617834" y="107577"/>
                  </a:lnTo>
                  <a:lnTo>
                    <a:pt x="4725057" y="88922"/>
                  </a:lnTo>
                  <a:lnTo>
                    <a:pt x="4836096" y="72167"/>
                  </a:lnTo>
                  <a:lnTo>
                    <a:pt x="4948564" y="57325"/>
                  </a:lnTo>
                  <a:lnTo>
                    <a:pt x="5059349" y="44432"/>
                  </a:lnTo>
                  <a:lnTo>
                    <a:pt x="5164799" y="33526"/>
                  </a:lnTo>
                  <a:lnTo>
                    <a:pt x="5261061" y="24617"/>
                  </a:lnTo>
                  <a:lnTo>
                    <a:pt x="5344570" y="17658"/>
                  </a:lnTo>
                  <a:lnTo>
                    <a:pt x="5412598" y="12526"/>
                  </a:lnTo>
                  <a:lnTo>
                    <a:pt x="5463730" y="9020"/>
                  </a:lnTo>
                  <a:lnTo>
                    <a:pt x="5498163" y="6866"/>
                  </a:lnTo>
                  <a:lnTo>
                    <a:pt x="5517764" y="5743"/>
                  </a:lnTo>
                  <a:lnTo>
                    <a:pt x="5525943" y="531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8" y="5297"/>
                  </a:lnTo>
                  <a:lnTo>
                    <a:pt x="6530471" y="5698"/>
                  </a:lnTo>
                  <a:lnTo>
                    <a:pt x="6548300" y="6806"/>
                  </a:lnTo>
                  <a:lnTo>
                    <a:pt x="6580487" y="8992"/>
                  </a:lnTo>
                  <a:lnTo>
                    <a:pt x="6629096" y="12606"/>
                  </a:lnTo>
                  <a:lnTo>
                    <a:pt x="6694548" y="17955"/>
                  </a:lnTo>
                  <a:lnTo>
                    <a:pt x="6775656" y="25271"/>
                  </a:lnTo>
                  <a:lnTo>
                    <a:pt x="6869883" y="34698"/>
                  </a:lnTo>
                  <a:lnTo>
                    <a:pt x="6973794" y="46299"/>
                  </a:lnTo>
                  <a:lnTo>
                    <a:pt x="7083587" y="60070"/>
                  </a:lnTo>
                  <a:lnTo>
                    <a:pt x="7195593" y="75974"/>
                  </a:lnTo>
                  <a:lnTo>
                    <a:pt x="7306633" y="93968"/>
                  </a:lnTo>
                  <a:lnTo>
                    <a:pt x="7414224" y="114033"/>
                  </a:lnTo>
                  <a:lnTo>
                    <a:pt x="7516629" y="136192"/>
                  </a:lnTo>
                  <a:lnTo>
                    <a:pt x="7612801" y="160527"/>
                  </a:lnTo>
                  <a:lnTo>
                    <a:pt x="7702272" y="187183"/>
                  </a:lnTo>
                  <a:lnTo>
                    <a:pt x="7785019" y="216371"/>
                  </a:lnTo>
                  <a:lnTo>
                    <a:pt x="7861343" y="248364"/>
                  </a:lnTo>
                  <a:lnTo>
                    <a:pt x="7931756" y="283492"/>
                  </a:lnTo>
                  <a:lnTo>
                    <a:pt x="7996903" y="322130"/>
                  </a:lnTo>
                  <a:lnTo>
                    <a:pt x="8057493" y="364681"/>
                  </a:lnTo>
                  <a:lnTo>
                    <a:pt x="8114257" y="411540"/>
                  </a:lnTo>
                  <a:lnTo>
                    <a:pt x="8167906" y="463049"/>
                  </a:lnTo>
                  <a:lnTo>
                    <a:pt x="8219093" y="519414"/>
                  </a:lnTo>
                  <a:lnTo>
                    <a:pt x="8229629" y="531924"/>
                  </a:lnTo>
                  <a:lnTo>
                    <a:pt x="8272089" y="585519"/>
                  </a:lnTo>
                  <a:lnTo>
                    <a:pt x="8313525" y="642823"/>
                  </a:lnTo>
                  <a:lnTo>
                    <a:pt x="8354200" y="703912"/>
                  </a:lnTo>
                  <a:lnTo>
                    <a:pt x="8394329" y="768808"/>
                  </a:lnTo>
                  <a:lnTo>
                    <a:pt x="8434085" y="837476"/>
                  </a:lnTo>
                  <a:lnTo>
                    <a:pt x="8473608" y="909816"/>
                  </a:lnTo>
                  <a:lnTo>
                    <a:pt x="8513003" y="985660"/>
                  </a:lnTo>
                  <a:lnTo>
                    <a:pt x="8552351" y="1064770"/>
                  </a:lnTo>
                  <a:lnTo>
                    <a:pt x="8591706" y="1146839"/>
                  </a:lnTo>
                  <a:lnTo>
                    <a:pt x="8631101" y="1231493"/>
                  </a:lnTo>
                  <a:lnTo>
                    <a:pt x="8670551" y="1318296"/>
                  </a:lnTo>
                  <a:lnTo>
                    <a:pt x="8710056" y="1406760"/>
                  </a:lnTo>
                  <a:lnTo>
                    <a:pt x="8749603" y="1496352"/>
                  </a:lnTo>
                  <a:lnTo>
                    <a:pt x="8789174" y="1586513"/>
                  </a:lnTo>
                  <a:lnTo>
                    <a:pt x="8828744" y="1676665"/>
                  </a:lnTo>
                  <a:lnTo>
                    <a:pt x="8868291" y="1766235"/>
                  </a:lnTo>
                  <a:lnTo>
                    <a:pt x="8907794" y="1854660"/>
                  </a:lnTo>
                  <a:lnTo>
                    <a:pt x="8947242" y="1941411"/>
                  </a:lnTo>
                  <a:lnTo>
                    <a:pt x="8986636" y="2026001"/>
                  </a:lnTo>
                  <a:lnTo>
                    <a:pt x="9025990" y="2107994"/>
                  </a:lnTo>
                  <a:lnTo>
                    <a:pt x="9065338" y="2187020"/>
                  </a:lnTo>
                  <a:lnTo>
                    <a:pt x="9104736" y="2262771"/>
                  </a:lnTo>
                  <a:lnTo>
                    <a:pt x="9144264" y="2335014"/>
                  </a:lnTo>
                  <a:lnTo>
                    <a:pt x="9184028" y="2403581"/>
                  </a:lnTo>
                  <a:lnTo>
                    <a:pt x="9224169" y="2468374"/>
                  </a:lnTo>
                  <a:lnTo>
                    <a:pt x="9264862" y="2529360"/>
                  </a:lnTo>
                  <a:lnTo>
                    <a:pt x="9306322" y="2586562"/>
                  </a:lnTo>
                  <a:lnTo>
                    <a:pt x="9347647" y="2638659"/>
                  </a:lnTo>
                  <a:lnTo>
                    <a:pt x="9398391" y="2696054"/>
                  </a:lnTo>
                  <a:lnTo>
                    <a:pt x="9451469" y="2748576"/>
                  </a:lnTo>
                  <a:lnTo>
                    <a:pt x="9507518" y="2796391"/>
                  </a:lnTo>
                  <a:lnTo>
                    <a:pt x="9567241" y="2839818"/>
                  </a:lnTo>
                  <a:lnTo>
                    <a:pt x="9631366" y="2879247"/>
                  </a:lnTo>
                  <a:lnTo>
                    <a:pt x="9700612" y="2915083"/>
                  </a:lnTo>
                  <a:lnTo>
                    <a:pt x="9775641" y="2947708"/>
                  </a:lnTo>
                  <a:lnTo>
                    <a:pt x="9857000" y="2977463"/>
                  </a:lnTo>
                  <a:lnTo>
                    <a:pt x="9945042" y="3004633"/>
                  </a:lnTo>
                  <a:lnTo>
                    <a:pt x="10039823" y="3029444"/>
                  </a:lnTo>
                  <a:lnTo>
                    <a:pt x="10140979" y="3052053"/>
                  </a:lnTo>
                  <a:lnTo>
                    <a:pt x="10247597" y="3072555"/>
                  </a:lnTo>
                  <a:lnTo>
                    <a:pt x="10358091" y="3090986"/>
                  </a:lnTo>
                  <a:lnTo>
                    <a:pt x="10470136" y="3107334"/>
                  </a:lnTo>
                  <a:lnTo>
                    <a:pt x="10580689" y="3121559"/>
                  </a:lnTo>
                  <a:lnTo>
                    <a:pt x="10686159" y="3133620"/>
                  </a:lnTo>
                  <a:lnTo>
                    <a:pt x="10782735" y="3143502"/>
                  </a:lnTo>
                  <a:lnTo>
                    <a:pt x="10866859" y="3151254"/>
                  </a:lnTo>
                  <a:lnTo>
                    <a:pt x="10935762" y="3157002"/>
                  </a:lnTo>
                  <a:lnTo>
                    <a:pt x="10987944" y="3160959"/>
                  </a:lnTo>
                  <a:lnTo>
                    <a:pt x="11023476" y="3163417"/>
                  </a:lnTo>
                  <a:lnTo>
                    <a:pt x="11044085" y="3164722"/>
                  </a:lnTo>
                  <a:lnTo>
                    <a:pt x="11053024" y="3165242"/>
                  </a:lnTo>
                  <a:lnTo>
                    <a:pt x="11054891" y="3165342"/>
                  </a:lnTo>
                  <a:lnTo>
                    <a:pt x="12049831" y="3165342"/>
                  </a:lnTo>
                  <a:lnTo>
                    <a:pt x="12049831" y="3160102"/>
                  </a:lnTo>
                  <a:lnTo>
                    <a:pt x="11054891" y="3160102"/>
                  </a:lnTo>
                  <a:lnTo>
                    <a:pt x="11053828" y="3160045"/>
                  </a:lnTo>
                  <a:lnTo>
                    <a:pt x="11046805" y="3159644"/>
                  </a:lnTo>
                  <a:lnTo>
                    <a:pt x="11028977" y="3158536"/>
                  </a:lnTo>
                  <a:lnTo>
                    <a:pt x="10996789" y="3156350"/>
                  </a:lnTo>
                  <a:lnTo>
                    <a:pt x="10948181" y="3152736"/>
                  </a:lnTo>
                  <a:lnTo>
                    <a:pt x="10882729" y="3147387"/>
                  </a:lnTo>
                  <a:lnTo>
                    <a:pt x="10801620" y="3140071"/>
                  </a:lnTo>
                  <a:lnTo>
                    <a:pt x="10707393" y="3130644"/>
                  </a:lnTo>
                  <a:lnTo>
                    <a:pt x="10603483" y="3119043"/>
                  </a:lnTo>
                  <a:lnTo>
                    <a:pt x="10493689" y="3105272"/>
                  </a:lnTo>
                  <a:lnTo>
                    <a:pt x="10381684" y="3089368"/>
                  </a:lnTo>
                  <a:lnTo>
                    <a:pt x="10270644" y="3071374"/>
                  </a:lnTo>
                  <a:lnTo>
                    <a:pt x="10163052" y="3051309"/>
                  </a:lnTo>
                  <a:lnTo>
                    <a:pt x="10060647" y="3029150"/>
                  </a:lnTo>
                  <a:lnTo>
                    <a:pt x="9964475" y="3004815"/>
                  </a:lnTo>
                  <a:lnTo>
                    <a:pt x="9875005" y="2978159"/>
                  </a:lnTo>
                  <a:lnTo>
                    <a:pt x="9792257" y="2948971"/>
                  </a:lnTo>
                  <a:lnTo>
                    <a:pt x="9715933" y="2916978"/>
                  </a:lnTo>
                  <a:lnTo>
                    <a:pt x="9645520" y="2881850"/>
                  </a:lnTo>
                  <a:lnTo>
                    <a:pt x="9580374" y="2843212"/>
                  </a:lnTo>
                  <a:lnTo>
                    <a:pt x="9519783" y="2800661"/>
                  </a:lnTo>
                  <a:lnTo>
                    <a:pt x="9463019" y="2753802"/>
                  </a:lnTo>
                  <a:lnTo>
                    <a:pt x="9409371" y="2702293"/>
                  </a:lnTo>
                  <a:lnTo>
                    <a:pt x="9358183" y="2645928"/>
                  </a:lnTo>
                  <a:lnTo>
                    <a:pt x="9347647" y="2633418"/>
                  </a:lnTo>
                  <a:lnTo>
                    <a:pt x="9305187" y="2579823"/>
                  </a:lnTo>
                  <a:lnTo>
                    <a:pt x="9263751" y="2522519"/>
                  </a:lnTo>
                  <a:lnTo>
                    <a:pt x="9223076" y="2461430"/>
                  </a:lnTo>
                  <a:lnTo>
                    <a:pt x="9182948" y="2396534"/>
                  </a:lnTo>
                  <a:lnTo>
                    <a:pt x="9143191" y="2327866"/>
                  </a:lnTo>
                  <a:lnTo>
                    <a:pt x="9103669" y="2255526"/>
                  </a:lnTo>
                  <a:lnTo>
                    <a:pt x="9064273" y="2179682"/>
                  </a:lnTo>
                  <a:lnTo>
                    <a:pt x="9024925" y="2100572"/>
                  </a:lnTo>
                  <a:lnTo>
                    <a:pt x="8985570" y="2018503"/>
                  </a:lnTo>
                  <a:lnTo>
                    <a:pt x="8946175" y="1933849"/>
                  </a:lnTo>
                  <a:lnTo>
                    <a:pt x="8906725" y="1847046"/>
                  </a:lnTo>
                  <a:lnTo>
                    <a:pt x="8867221" y="1758582"/>
                  </a:lnTo>
                  <a:lnTo>
                    <a:pt x="8827673" y="1668990"/>
                  </a:lnTo>
                  <a:lnTo>
                    <a:pt x="8788103" y="1578829"/>
                  </a:lnTo>
                  <a:lnTo>
                    <a:pt x="8748532" y="1488677"/>
                  </a:lnTo>
                  <a:lnTo>
                    <a:pt x="8708986" y="1399107"/>
                  </a:lnTo>
                  <a:lnTo>
                    <a:pt x="8669483" y="1310682"/>
                  </a:lnTo>
                  <a:lnTo>
                    <a:pt x="8630034" y="1223931"/>
                  </a:lnTo>
                  <a:lnTo>
                    <a:pt x="8590641" y="1139341"/>
                  </a:lnTo>
                  <a:lnTo>
                    <a:pt x="8551287" y="1057348"/>
                  </a:lnTo>
                  <a:lnTo>
                    <a:pt x="8511938" y="978322"/>
                  </a:lnTo>
                  <a:lnTo>
                    <a:pt x="8472540" y="902571"/>
                  </a:lnTo>
                  <a:lnTo>
                    <a:pt x="8433013" y="830328"/>
                  </a:lnTo>
                  <a:lnTo>
                    <a:pt x="8393248" y="761761"/>
                  </a:lnTo>
                  <a:lnTo>
                    <a:pt x="8353107" y="696968"/>
                  </a:lnTo>
                  <a:lnTo>
                    <a:pt x="8312415" y="635982"/>
                  </a:lnTo>
                  <a:lnTo>
                    <a:pt x="8270955" y="578780"/>
                  </a:lnTo>
                  <a:lnTo>
                    <a:pt x="8229629" y="526683"/>
                  </a:lnTo>
                  <a:lnTo>
                    <a:pt x="8178885" y="469288"/>
                  </a:lnTo>
                  <a:lnTo>
                    <a:pt x="8125808" y="416766"/>
                  </a:lnTo>
                  <a:lnTo>
                    <a:pt x="8069759" y="368951"/>
                  </a:lnTo>
                  <a:lnTo>
                    <a:pt x="8010036" y="325524"/>
                  </a:lnTo>
                  <a:lnTo>
                    <a:pt x="7945910" y="286095"/>
                  </a:lnTo>
                  <a:lnTo>
                    <a:pt x="7876665" y="250259"/>
                  </a:lnTo>
                  <a:lnTo>
                    <a:pt x="7801636" y="217634"/>
                  </a:lnTo>
                  <a:lnTo>
                    <a:pt x="7720276" y="187879"/>
                  </a:lnTo>
                  <a:lnTo>
                    <a:pt x="7632234" y="160709"/>
                  </a:lnTo>
                  <a:lnTo>
                    <a:pt x="7537454" y="135898"/>
                  </a:lnTo>
                  <a:lnTo>
                    <a:pt x="7436298" y="113289"/>
                  </a:lnTo>
                  <a:lnTo>
                    <a:pt x="7329680" y="92787"/>
                  </a:lnTo>
                  <a:lnTo>
                    <a:pt x="7219185" y="74356"/>
                  </a:lnTo>
                  <a:lnTo>
                    <a:pt x="7107140" y="58008"/>
                  </a:lnTo>
                  <a:lnTo>
                    <a:pt x="6996587" y="43783"/>
                  </a:lnTo>
                  <a:lnTo>
                    <a:pt x="6891117" y="31722"/>
                  </a:lnTo>
                  <a:lnTo>
                    <a:pt x="6794542" y="21840"/>
                  </a:lnTo>
                  <a:lnTo>
                    <a:pt x="6710418" y="14088"/>
                  </a:lnTo>
                  <a:lnTo>
                    <a:pt x="6641514" y="8340"/>
                  </a:lnTo>
                  <a:lnTo>
                    <a:pt x="6589333" y="4383"/>
                  </a:lnTo>
                  <a:lnTo>
                    <a:pt x="6553800" y="1925"/>
                  </a:lnTo>
                  <a:lnTo>
                    <a:pt x="6533192" y="620"/>
                  </a:lnTo>
                  <a:lnTo>
                    <a:pt x="6524252" y="10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1" y="51"/>
                  </a:lnTo>
                  <a:lnTo>
                    <a:pt x="5519271" y="421"/>
                  </a:lnTo>
                  <a:lnTo>
                    <a:pt x="5501254" y="1442"/>
                  </a:lnTo>
                  <a:lnTo>
                    <a:pt x="5468739" y="3454"/>
                  </a:lnTo>
                  <a:lnTo>
                    <a:pt x="5419661" y="6782"/>
                  </a:lnTo>
                  <a:lnTo>
                    <a:pt x="5353622" y="11706"/>
                  </a:lnTo>
                  <a:lnTo>
                    <a:pt x="5271854" y="18437"/>
                  </a:lnTo>
                  <a:lnTo>
                    <a:pt x="5176951" y="27108"/>
                  </a:lnTo>
                  <a:lnTo>
                    <a:pt x="5072404" y="37772"/>
                  </a:lnTo>
                  <a:lnTo>
                    <a:pt x="4962060" y="50428"/>
                  </a:lnTo>
                  <a:lnTo>
                    <a:pt x="4849617" y="65038"/>
                  </a:lnTo>
                  <a:lnTo>
                    <a:pt x="4738264" y="81564"/>
                  </a:lnTo>
                  <a:lnTo>
                    <a:pt x="4630480" y="99989"/>
                  </a:lnTo>
                  <a:lnTo>
                    <a:pt x="4527988" y="120338"/>
                  </a:lnTo>
                  <a:lnTo>
                    <a:pt x="4431814" y="142688"/>
                  </a:lnTo>
                  <a:lnTo>
                    <a:pt x="4342404" y="167177"/>
                  </a:lnTo>
                  <a:lnTo>
                    <a:pt x="4259756" y="194002"/>
                  </a:lnTo>
                  <a:lnTo>
                    <a:pt x="4183553" y="223418"/>
                  </a:lnTo>
                  <a:lnTo>
                    <a:pt x="4113264" y="255731"/>
                  </a:lnTo>
                  <a:lnTo>
                    <a:pt x="4048232" y="291290"/>
                  </a:lnTo>
                  <a:lnTo>
                    <a:pt x="3987736" y="330466"/>
                  </a:lnTo>
                  <a:lnTo>
                    <a:pt x="3931037" y="373621"/>
                  </a:lnTo>
                  <a:lnTo>
                    <a:pt x="3877420" y="421063"/>
                  </a:lnTo>
                  <a:lnTo>
                    <a:pt x="3826229" y="472967"/>
                  </a:lnTo>
                  <a:lnTo>
                    <a:pt x="3820202" y="479518"/>
                  </a:lnTo>
                  <a:lnTo>
                    <a:pt x="3776214" y="530156"/>
                  </a:lnTo>
                  <a:lnTo>
                    <a:pt x="3733316" y="584425"/>
                  </a:lnTo>
                  <a:lnTo>
                    <a:pt x="3691217" y="642399"/>
                  </a:lnTo>
                  <a:lnTo>
                    <a:pt x="3649683" y="704096"/>
                  </a:lnTo>
                  <a:lnTo>
                    <a:pt x="3608525" y="769471"/>
                  </a:lnTo>
                  <a:lnTo>
                    <a:pt x="3567595" y="838412"/>
                  </a:lnTo>
                  <a:lnTo>
                    <a:pt x="3526780" y="910735"/>
                  </a:lnTo>
                  <a:lnTo>
                    <a:pt x="3486000" y="986181"/>
                  </a:lnTo>
                  <a:lnTo>
                    <a:pt x="3445199" y="1064422"/>
                  </a:lnTo>
                  <a:lnTo>
                    <a:pt x="3404349" y="1145056"/>
                  </a:lnTo>
                  <a:lnTo>
                    <a:pt x="3363438" y="1227624"/>
                  </a:lnTo>
                  <a:lnTo>
                    <a:pt x="3322472" y="1311611"/>
                  </a:lnTo>
                  <a:lnTo>
                    <a:pt x="3281468" y="1396464"/>
                  </a:lnTo>
                  <a:lnTo>
                    <a:pt x="3240452" y="1481607"/>
                  </a:lnTo>
                  <a:lnTo>
                    <a:pt x="3199449" y="1566454"/>
                  </a:lnTo>
                  <a:lnTo>
                    <a:pt x="3158483" y="1650428"/>
                  </a:lnTo>
                  <a:lnTo>
                    <a:pt x="3117573" y="1732976"/>
                  </a:lnTo>
                  <a:lnTo>
                    <a:pt x="3076723" y="1813586"/>
                  </a:lnTo>
                  <a:lnTo>
                    <a:pt x="3035923" y="1891797"/>
                  </a:lnTo>
                  <a:lnTo>
                    <a:pt x="2995142" y="1967210"/>
                  </a:lnTo>
                  <a:lnTo>
                    <a:pt x="2954327" y="2039496"/>
                  </a:lnTo>
                  <a:lnTo>
                    <a:pt x="2913395" y="2108397"/>
                  </a:lnTo>
                  <a:lnTo>
                    <a:pt x="2872234" y="2173731"/>
                  </a:lnTo>
                  <a:lnTo>
                    <a:pt x="2830694" y="2235386"/>
                  </a:lnTo>
                  <a:lnTo>
                    <a:pt x="2788588" y="2293318"/>
                  </a:lnTo>
                  <a:lnTo>
                    <a:pt x="2745679" y="2347545"/>
                  </a:lnTo>
                  <a:lnTo>
                    <a:pt x="2702183" y="2397590"/>
                  </a:lnTo>
                  <a:lnTo>
                    <a:pt x="2651245" y="2450032"/>
                  </a:lnTo>
                  <a:lnTo>
                    <a:pt x="2597953" y="2498006"/>
                  </a:lnTo>
                  <a:lnTo>
                    <a:pt x="2541662" y="2541663"/>
                  </a:lnTo>
                  <a:lnTo>
                    <a:pt x="2481662" y="2581299"/>
                  </a:lnTo>
                  <a:lnTo>
                    <a:pt x="2417215" y="2617274"/>
                  </a:lnTo>
                  <a:lnTo>
                    <a:pt x="2347596" y="2649959"/>
                  </a:lnTo>
                  <a:lnTo>
                    <a:pt x="2272136" y="2679706"/>
                  </a:lnTo>
                  <a:lnTo>
                    <a:pt x="2190287" y="2706828"/>
                  </a:lnTo>
                  <a:lnTo>
                    <a:pt x="2101697" y="2731587"/>
                  </a:lnTo>
                  <a:lnTo>
                    <a:pt x="2006324" y="2754187"/>
                  </a:lnTo>
                  <a:lnTo>
                    <a:pt x="1904551" y="2774771"/>
                  </a:lnTo>
                  <a:lnTo>
                    <a:pt x="1797328" y="2793426"/>
                  </a:lnTo>
                  <a:lnTo>
                    <a:pt x="1686289" y="2810180"/>
                  </a:lnTo>
                  <a:lnTo>
                    <a:pt x="1573821" y="2825023"/>
                  </a:lnTo>
                  <a:lnTo>
                    <a:pt x="1463036" y="2837916"/>
                  </a:lnTo>
                  <a:lnTo>
                    <a:pt x="1357586" y="2848821"/>
                  </a:lnTo>
                  <a:lnTo>
                    <a:pt x="1261324" y="2857731"/>
                  </a:lnTo>
                  <a:lnTo>
                    <a:pt x="1177815" y="2864690"/>
                  </a:lnTo>
                  <a:lnTo>
                    <a:pt x="1109787" y="2869822"/>
                  </a:lnTo>
                  <a:lnTo>
                    <a:pt x="1058655" y="2873328"/>
                  </a:lnTo>
                  <a:lnTo>
                    <a:pt x="1024222" y="2875482"/>
                  </a:lnTo>
                  <a:lnTo>
                    <a:pt x="1004621" y="2876604"/>
                  </a:lnTo>
                  <a:lnTo>
                    <a:pt x="996442" y="2877034"/>
                  </a:lnTo>
                  <a:lnTo>
                    <a:pt x="994940" y="2877108"/>
                  </a:lnTo>
                  <a:lnTo>
                    <a:pt x="0" y="2877108"/>
                  </a:lnTo>
                  <a:close/>
                </a:path>
              </a:pathLst>
            </a:custGeom>
            <a:solidFill>
              <a:srgbClr val="B497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19" name="pl1818"/>
            <p:cNvSpPr/>
            <p:nvPr/>
          </p:nvSpPr>
          <p:spPr>
            <a:xfrm>
              <a:off x="1199187" y="3018440"/>
              <a:ext cx="12049831" cy="3160102"/>
            </a:xfrm>
            <a:custGeom>
              <a:avLst/>
              <a:pathLst>
                <a:path w="12049831" h="3160102">
                  <a:moveTo>
                    <a:pt x="0" y="2877108"/>
                  </a:moveTo>
                  <a:lnTo>
                    <a:pt x="994940" y="2877108"/>
                  </a:lnTo>
                  <a:lnTo>
                    <a:pt x="996014" y="2877056"/>
                  </a:lnTo>
                  <a:lnTo>
                    <a:pt x="1003114" y="2876686"/>
                  </a:lnTo>
                  <a:lnTo>
                    <a:pt x="1021131" y="2875665"/>
                  </a:lnTo>
                  <a:lnTo>
                    <a:pt x="1053646" y="2873653"/>
                  </a:lnTo>
                  <a:lnTo>
                    <a:pt x="1102724" y="2870325"/>
                  </a:lnTo>
                  <a:lnTo>
                    <a:pt x="1168763" y="2865401"/>
                  </a:lnTo>
                  <a:lnTo>
                    <a:pt x="1250531" y="2858670"/>
                  </a:lnTo>
                  <a:lnTo>
                    <a:pt x="1345434" y="2850000"/>
                  </a:lnTo>
                  <a:lnTo>
                    <a:pt x="1449981" y="2839335"/>
                  </a:lnTo>
                  <a:lnTo>
                    <a:pt x="1560325" y="2826679"/>
                  </a:lnTo>
                  <a:lnTo>
                    <a:pt x="1672768" y="2812069"/>
                  </a:lnTo>
                  <a:lnTo>
                    <a:pt x="1784121" y="2795543"/>
                  </a:lnTo>
                  <a:lnTo>
                    <a:pt x="1891905" y="2777118"/>
                  </a:lnTo>
                  <a:lnTo>
                    <a:pt x="1994397" y="2756769"/>
                  </a:lnTo>
                  <a:lnTo>
                    <a:pt x="2090571" y="2734419"/>
                  </a:lnTo>
                  <a:lnTo>
                    <a:pt x="2179981" y="2709930"/>
                  </a:lnTo>
                  <a:lnTo>
                    <a:pt x="2262629" y="2683105"/>
                  </a:lnTo>
                  <a:lnTo>
                    <a:pt x="2338832" y="2653689"/>
                  </a:lnTo>
                  <a:lnTo>
                    <a:pt x="2409121" y="2621376"/>
                  </a:lnTo>
                  <a:lnTo>
                    <a:pt x="2474153" y="2585817"/>
                  </a:lnTo>
                  <a:lnTo>
                    <a:pt x="2534649" y="2546641"/>
                  </a:lnTo>
                  <a:lnTo>
                    <a:pt x="2591348" y="2503486"/>
                  </a:lnTo>
                  <a:lnTo>
                    <a:pt x="2644965" y="2456044"/>
                  </a:lnTo>
                  <a:lnTo>
                    <a:pt x="2696156" y="2404140"/>
                  </a:lnTo>
                  <a:lnTo>
                    <a:pt x="2702183" y="2397590"/>
                  </a:lnTo>
                  <a:lnTo>
                    <a:pt x="2746171" y="2346951"/>
                  </a:lnTo>
                  <a:lnTo>
                    <a:pt x="2789069" y="2292682"/>
                  </a:lnTo>
                  <a:lnTo>
                    <a:pt x="2831168" y="2234708"/>
                  </a:lnTo>
                  <a:lnTo>
                    <a:pt x="2872702" y="2173011"/>
                  </a:lnTo>
                  <a:lnTo>
                    <a:pt x="2913860" y="2107636"/>
                  </a:lnTo>
                  <a:lnTo>
                    <a:pt x="2954790" y="2038695"/>
                  </a:lnTo>
                  <a:lnTo>
                    <a:pt x="2995605" y="1966372"/>
                  </a:lnTo>
                  <a:lnTo>
                    <a:pt x="3036385" y="1890926"/>
                  </a:lnTo>
                  <a:lnTo>
                    <a:pt x="3077186" y="1812685"/>
                  </a:lnTo>
                  <a:lnTo>
                    <a:pt x="3118036" y="1732051"/>
                  </a:lnTo>
                  <a:lnTo>
                    <a:pt x="3158947" y="1649483"/>
                  </a:lnTo>
                  <a:lnTo>
                    <a:pt x="3199913" y="1565497"/>
                  </a:lnTo>
                  <a:lnTo>
                    <a:pt x="3240917" y="1480643"/>
                  </a:lnTo>
                  <a:lnTo>
                    <a:pt x="3281933" y="1395500"/>
                  </a:lnTo>
                  <a:lnTo>
                    <a:pt x="3322936" y="1310653"/>
                  </a:lnTo>
                  <a:lnTo>
                    <a:pt x="3363902" y="1226679"/>
                  </a:lnTo>
                  <a:lnTo>
                    <a:pt x="3404812" y="1144131"/>
                  </a:lnTo>
                  <a:lnTo>
                    <a:pt x="3445662" y="1063521"/>
                  </a:lnTo>
                  <a:lnTo>
                    <a:pt x="3486462" y="985310"/>
                  </a:lnTo>
                  <a:lnTo>
                    <a:pt x="3527243" y="909897"/>
                  </a:lnTo>
                  <a:lnTo>
                    <a:pt x="3568058" y="837612"/>
                  </a:lnTo>
                  <a:lnTo>
                    <a:pt x="3608990" y="768710"/>
                  </a:lnTo>
                  <a:lnTo>
                    <a:pt x="3650151" y="703376"/>
                  </a:lnTo>
                  <a:lnTo>
                    <a:pt x="3691691" y="641721"/>
                  </a:lnTo>
                  <a:lnTo>
                    <a:pt x="3733797" y="583790"/>
                  </a:lnTo>
                  <a:lnTo>
                    <a:pt x="3776706" y="529562"/>
                  </a:lnTo>
                  <a:lnTo>
                    <a:pt x="3820202" y="479518"/>
                  </a:lnTo>
                  <a:lnTo>
                    <a:pt x="3871140" y="427075"/>
                  </a:lnTo>
                  <a:lnTo>
                    <a:pt x="3924432" y="379101"/>
                  </a:lnTo>
                  <a:lnTo>
                    <a:pt x="3980723" y="335444"/>
                  </a:lnTo>
                  <a:lnTo>
                    <a:pt x="4040723" y="295808"/>
                  </a:lnTo>
                  <a:lnTo>
                    <a:pt x="4105170" y="259833"/>
                  </a:lnTo>
                  <a:lnTo>
                    <a:pt x="4174789" y="227148"/>
                  </a:lnTo>
                  <a:lnTo>
                    <a:pt x="4250249" y="197401"/>
                  </a:lnTo>
                  <a:lnTo>
                    <a:pt x="4332098" y="170279"/>
                  </a:lnTo>
                  <a:lnTo>
                    <a:pt x="4420688" y="145520"/>
                  </a:lnTo>
                  <a:lnTo>
                    <a:pt x="4516061" y="122921"/>
                  </a:lnTo>
                  <a:lnTo>
                    <a:pt x="4617834" y="102336"/>
                  </a:lnTo>
                  <a:lnTo>
                    <a:pt x="4725057" y="83681"/>
                  </a:lnTo>
                  <a:lnTo>
                    <a:pt x="4836096" y="66927"/>
                  </a:lnTo>
                  <a:lnTo>
                    <a:pt x="4948564" y="52084"/>
                  </a:lnTo>
                  <a:lnTo>
                    <a:pt x="5059349" y="39191"/>
                  </a:lnTo>
                  <a:lnTo>
                    <a:pt x="5164799" y="28286"/>
                  </a:lnTo>
                  <a:lnTo>
                    <a:pt x="5261061" y="19376"/>
                  </a:lnTo>
                  <a:lnTo>
                    <a:pt x="5344570" y="12417"/>
                  </a:lnTo>
                  <a:lnTo>
                    <a:pt x="5412598" y="7285"/>
                  </a:lnTo>
                  <a:lnTo>
                    <a:pt x="5463730" y="3779"/>
                  </a:lnTo>
                  <a:lnTo>
                    <a:pt x="5498163" y="1625"/>
                  </a:lnTo>
                  <a:lnTo>
                    <a:pt x="5517764" y="503"/>
                  </a:lnTo>
                  <a:lnTo>
                    <a:pt x="5525943" y="73"/>
                  </a:lnTo>
                  <a:lnTo>
                    <a:pt x="5527443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8" y="56"/>
                  </a:lnTo>
                  <a:lnTo>
                    <a:pt x="6530471" y="457"/>
                  </a:lnTo>
                  <a:lnTo>
                    <a:pt x="6548300" y="1566"/>
                  </a:lnTo>
                  <a:lnTo>
                    <a:pt x="6580487" y="3751"/>
                  </a:lnTo>
                  <a:lnTo>
                    <a:pt x="6629096" y="7366"/>
                  </a:lnTo>
                  <a:lnTo>
                    <a:pt x="6694548" y="12715"/>
                  </a:lnTo>
                  <a:lnTo>
                    <a:pt x="6775656" y="20030"/>
                  </a:lnTo>
                  <a:lnTo>
                    <a:pt x="6869883" y="29457"/>
                  </a:lnTo>
                  <a:lnTo>
                    <a:pt x="6973794" y="41058"/>
                  </a:lnTo>
                  <a:lnTo>
                    <a:pt x="7083587" y="54830"/>
                  </a:lnTo>
                  <a:lnTo>
                    <a:pt x="7195593" y="70734"/>
                  </a:lnTo>
                  <a:lnTo>
                    <a:pt x="7306633" y="88728"/>
                  </a:lnTo>
                  <a:lnTo>
                    <a:pt x="7414224" y="108792"/>
                  </a:lnTo>
                  <a:lnTo>
                    <a:pt x="7516629" y="130951"/>
                  </a:lnTo>
                  <a:lnTo>
                    <a:pt x="7612801" y="155286"/>
                  </a:lnTo>
                  <a:lnTo>
                    <a:pt x="7702272" y="181943"/>
                  </a:lnTo>
                  <a:lnTo>
                    <a:pt x="7785019" y="211131"/>
                  </a:lnTo>
                  <a:lnTo>
                    <a:pt x="7861343" y="243124"/>
                  </a:lnTo>
                  <a:lnTo>
                    <a:pt x="7931756" y="278252"/>
                  </a:lnTo>
                  <a:lnTo>
                    <a:pt x="7996903" y="316890"/>
                  </a:lnTo>
                  <a:lnTo>
                    <a:pt x="8057493" y="359440"/>
                  </a:lnTo>
                  <a:lnTo>
                    <a:pt x="8114257" y="406299"/>
                  </a:lnTo>
                  <a:lnTo>
                    <a:pt x="8167906" y="457808"/>
                  </a:lnTo>
                  <a:lnTo>
                    <a:pt x="8219093" y="514174"/>
                  </a:lnTo>
                  <a:lnTo>
                    <a:pt x="8229629" y="526683"/>
                  </a:lnTo>
                  <a:lnTo>
                    <a:pt x="8272089" y="580278"/>
                  </a:lnTo>
                  <a:lnTo>
                    <a:pt x="8313525" y="637582"/>
                  </a:lnTo>
                  <a:lnTo>
                    <a:pt x="8354200" y="698671"/>
                  </a:lnTo>
                  <a:lnTo>
                    <a:pt x="8394329" y="763568"/>
                  </a:lnTo>
                  <a:lnTo>
                    <a:pt x="8434085" y="832236"/>
                  </a:lnTo>
                  <a:lnTo>
                    <a:pt x="8473608" y="904575"/>
                  </a:lnTo>
                  <a:lnTo>
                    <a:pt x="8513003" y="980419"/>
                  </a:lnTo>
                  <a:lnTo>
                    <a:pt x="8552351" y="1059529"/>
                  </a:lnTo>
                  <a:lnTo>
                    <a:pt x="8591706" y="1141598"/>
                  </a:lnTo>
                  <a:lnTo>
                    <a:pt x="8631101" y="1226252"/>
                  </a:lnTo>
                  <a:lnTo>
                    <a:pt x="8670551" y="1313055"/>
                  </a:lnTo>
                  <a:lnTo>
                    <a:pt x="8710056" y="1401519"/>
                  </a:lnTo>
                  <a:lnTo>
                    <a:pt x="8749603" y="1491111"/>
                  </a:lnTo>
                  <a:lnTo>
                    <a:pt x="8789174" y="1581272"/>
                  </a:lnTo>
                  <a:lnTo>
                    <a:pt x="8828744" y="1671425"/>
                  </a:lnTo>
                  <a:lnTo>
                    <a:pt x="8868291" y="1760994"/>
                  </a:lnTo>
                  <a:lnTo>
                    <a:pt x="8907794" y="1849419"/>
                  </a:lnTo>
                  <a:lnTo>
                    <a:pt x="8947242" y="1936171"/>
                  </a:lnTo>
                  <a:lnTo>
                    <a:pt x="8986636" y="2020760"/>
                  </a:lnTo>
                  <a:lnTo>
                    <a:pt x="9025990" y="2102754"/>
                  </a:lnTo>
                  <a:lnTo>
                    <a:pt x="9065338" y="2181779"/>
                  </a:lnTo>
                  <a:lnTo>
                    <a:pt x="9104736" y="2257531"/>
                  </a:lnTo>
                  <a:lnTo>
                    <a:pt x="9144264" y="2329773"/>
                  </a:lnTo>
                  <a:lnTo>
                    <a:pt x="9184028" y="2398340"/>
                  </a:lnTo>
                  <a:lnTo>
                    <a:pt x="9224169" y="2463133"/>
                  </a:lnTo>
                  <a:lnTo>
                    <a:pt x="9264862" y="2524119"/>
                  </a:lnTo>
                  <a:lnTo>
                    <a:pt x="9306322" y="2581322"/>
                  </a:lnTo>
                  <a:lnTo>
                    <a:pt x="9347647" y="2633418"/>
                  </a:lnTo>
                  <a:lnTo>
                    <a:pt x="9398391" y="2690813"/>
                  </a:lnTo>
                  <a:lnTo>
                    <a:pt x="9451469" y="2743336"/>
                  </a:lnTo>
                  <a:lnTo>
                    <a:pt x="9507518" y="2791150"/>
                  </a:lnTo>
                  <a:lnTo>
                    <a:pt x="9567241" y="2834577"/>
                  </a:lnTo>
                  <a:lnTo>
                    <a:pt x="9631366" y="2874007"/>
                  </a:lnTo>
                  <a:lnTo>
                    <a:pt x="9700612" y="2909842"/>
                  </a:lnTo>
                  <a:lnTo>
                    <a:pt x="9775641" y="2942467"/>
                  </a:lnTo>
                  <a:lnTo>
                    <a:pt x="9857000" y="2972222"/>
                  </a:lnTo>
                  <a:lnTo>
                    <a:pt x="9945042" y="2999393"/>
                  </a:lnTo>
                  <a:lnTo>
                    <a:pt x="10039823" y="3024203"/>
                  </a:lnTo>
                  <a:lnTo>
                    <a:pt x="10140979" y="3046812"/>
                  </a:lnTo>
                  <a:lnTo>
                    <a:pt x="10247597" y="3067315"/>
                  </a:lnTo>
                  <a:lnTo>
                    <a:pt x="10358091" y="3085746"/>
                  </a:lnTo>
                  <a:lnTo>
                    <a:pt x="10470136" y="3102094"/>
                  </a:lnTo>
                  <a:lnTo>
                    <a:pt x="10580689" y="3116319"/>
                  </a:lnTo>
                  <a:lnTo>
                    <a:pt x="10686159" y="3128379"/>
                  </a:lnTo>
                  <a:lnTo>
                    <a:pt x="10782735" y="3138262"/>
                  </a:lnTo>
                  <a:lnTo>
                    <a:pt x="10866859" y="3146014"/>
                  </a:lnTo>
                  <a:lnTo>
                    <a:pt x="10935762" y="3151761"/>
                  </a:lnTo>
                  <a:lnTo>
                    <a:pt x="10987944" y="3155718"/>
                  </a:lnTo>
                  <a:lnTo>
                    <a:pt x="11023476" y="3158177"/>
                  </a:lnTo>
                  <a:lnTo>
                    <a:pt x="11044085" y="3159482"/>
                  </a:lnTo>
                  <a:lnTo>
                    <a:pt x="11053024" y="3160001"/>
                  </a:lnTo>
                  <a:lnTo>
                    <a:pt x="11054881" y="3160101"/>
                  </a:lnTo>
                  <a:lnTo>
                    <a:pt x="11054891" y="3160102"/>
                  </a:lnTo>
                  <a:lnTo>
                    <a:pt x="12049831" y="3160102"/>
                  </a:lnTo>
                  <a:lnTo>
                    <a:pt x="12049831" y="31601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0" name="pl1819"/>
            <p:cNvSpPr/>
            <p:nvPr/>
          </p:nvSpPr>
          <p:spPr>
            <a:xfrm>
              <a:off x="1199187" y="3013200"/>
              <a:ext cx="12049831" cy="3160102"/>
            </a:xfrm>
            <a:custGeom>
              <a:avLst/>
              <a:pathLst>
                <a:path w="12049831" h="3160102">
                  <a:moveTo>
                    <a:pt x="12049831" y="3160102"/>
                  </a:moveTo>
                  <a:lnTo>
                    <a:pt x="11054891" y="3160102"/>
                  </a:lnTo>
                  <a:lnTo>
                    <a:pt x="11053828" y="3160045"/>
                  </a:lnTo>
                  <a:lnTo>
                    <a:pt x="11046805" y="3159644"/>
                  </a:lnTo>
                  <a:lnTo>
                    <a:pt x="11028977" y="3158536"/>
                  </a:lnTo>
                  <a:lnTo>
                    <a:pt x="10996789" y="3156350"/>
                  </a:lnTo>
                  <a:lnTo>
                    <a:pt x="10948181" y="3152736"/>
                  </a:lnTo>
                  <a:lnTo>
                    <a:pt x="10882729" y="3147387"/>
                  </a:lnTo>
                  <a:lnTo>
                    <a:pt x="10801620" y="3140071"/>
                  </a:lnTo>
                  <a:lnTo>
                    <a:pt x="10707393" y="3130644"/>
                  </a:lnTo>
                  <a:lnTo>
                    <a:pt x="10603483" y="3119043"/>
                  </a:lnTo>
                  <a:lnTo>
                    <a:pt x="10493689" y="3105272"/>
                  </a:lnTo>
                  <a:lnTo>
                    <a:pt x="10381684" y="3089368"/>
                  </a:lnTo>
                  <a:lnTo>
                    <a:pt x="10270644" y="3071374"/>
                  </a:lnTo>
                  <a:lnTo>
                    <a:pt x="10163052" y="3051309"/>
                  </a:lnTo>
                  <a:lnTo>
                    <a:pt x="10060647" y="3029150"/>
                  </a:lnTo>
                  <a:lnTo>
                    <a:pt x="9964475" y="3004815"/>
                  </a:lnTo>
                  <a:lnTo>
                    <a:pt x="9875005" y="2978159"/>
                  </a:lnTo>
                  <a:lnTo>
                    <a:pt x="9792257" y="2948971"/>
                  </a:lnTo>
                  <a:lnTo>
                    <a:pt x="9715933" y="2916978"/>
                  </a:lnTo>
                  <a:lnTo>
                    <a:pt x="9645520" y="2881850"/>
                  </a:lnTo>
                  <a:lnTo>
                    <a:pt x="9580374" y="2843212"/>
                  </a:lnTo>
                  <a:lnTo>
                    <a:pt x="9519783" y="2800661"/>
                  </a:lnTo>
                  <a:lnTo>
                    <a:pt x="9463019" y="2753802"/>
                  </a:lnTo>
                  <a:lnTo>
                    <a:pt x="9409371" y="2702293"/>
                  </a:lnTo>
                  <a:lnTo>
                    <a:pt x="9358183" y="2645928"/>
                  </a:lnTo>
                  <a:lnTo>
                    <a:pt x="9347647" y="2633418"/>
                  </a:lnTo>
                  <a:lnTo>
                    <a:pt x="9305187" y="2579823"/>
                  </a:lnTo>
                  <a:lnTo>
                    <a:pt x="9263751" y="2522519"/>
                  </a:lnTo>
                  <a:lnTo>
                    <a:pt x="9223076" y="2461430"/>
                  </a:lnTo>
                  <a:lnTo>
                    <a:pt x="9182948" y="2396534"/>
                  </a:lnTo>
                  <a:lnTo>
                    <a:pt x="9143191" y="2327866"/>
                  </a:lnTo>
                  <a:lnTo>
                    <a:pt x="9103669" y="2255526"/>
                  </a:lnTo>
                  <a:lnTo>
                    <a:pt x="9064273" y="2179682"/>
                  </a:lnTo>
                  <a:lnTo>
                    <a:pt x="9024925" y="2100572"/>
                  </a:lnTo>
                  <a:lnTo>
                    <a:pt x="8985570" y="2018503"/>
                  </a:lnTo>
                  <a:lnTo>
                    <a:pt x="8946175" y="1933849"/>
                  </a:lnTo>
                  <a:lnTo>
                    <a:pt x="8906725" y="1847046"/>
                  </a:lnTo>
                  <a:lnTo>
                    <a:pt x="8867221" y="1758582"/>
                  </a:lnTo>
                  <a:lnTo>
                    <a:pt x="8827673" y="1668990"/>
                  </a:lnTo>
                  <a:lnTo>
                    <a:pt x="8788103" y="1578829"/>
                  </a:lnTo>
                  <a:lnTo>
                    <a:pt x="8748532" y="1488677"/>
                  </a:lnTo>
                  <a:lnTo>
                    <a:pt x="8708986" y="1399107"/>
                  </a:lnTo>
                  <a:lnTo>
                    <a:pt x="8669483" y="1310682"/>
                  </a:lnTo>
                  <a:lnTo>
                    <a:pt x="8630034" y="1223931"/>
                  </a:lnTo>
                  <a:lnTo>
                    <a:pt x="8590641" y="1139341"/>
                  </a:lnTo>
                  <a:lnTo>
                    <a:pt x="8551287" y="1057348"/>
                  </a:lnTo>
                  <a:lnTo>
                    <a:pt x="8511938" y="978322"/>
                  </a:lnTo>
                  <a:lnTo>
                    <a:pt x="8472540" y="902571"/>
                  </a:lnTo>
                  <a:lnTo>
                    <a:pt x="8433013" y="830328"/>
                  </a:lnTo>
                  <a:lnTo>
                    <a:pt x="8393248" y="761761"/>
                  </a:lnTo>
                  <a:lnTo>
                    <a:pt x="8353107" y="696968"/>
                  </a:lnTo>
                  <a:lnTo>
                    <a:pt x="8312415" y="635982"/>
                  </a:lnTo>
                  <a:lnTo>
                    <a:pt x="8270955" y="578780"/>
                  </a:lnTo>
                  <a:lnTo>
                    <a:pt x="8229629" y="526683"/>
                  </a:lnTo>
                  <a:lnTo>
                    <a:pt x="8178885" y="469288"/>
                  </a:lnTo>
                  <a:lnTo>
                    <a:pt x="8125808" y="416766"/>
                  </a:lnTo>
                  <a:lnTo>
                    <a:pt x="8069759" y="368951"/>
                  </a:lnTo>
                  <a:lnTo>
                    <a:pt x="8010036" y="325524"/>
                  </a:lnTo>
                  <a:lnTo>
                    <a:pt x="7945910" y="286095"/>
                  </a:lnTo>
                  <a:lnTo>
                    <a:pt x="7876665" y="250259"/>
                  </a:lnTo>
                  <a:lnTo>
                    <a:pt x="7801636" y="217634"/>
                  </a:lnTo>
                  <a:lnTo>
                    <a:pt x="7720276" y="187879"/>
                  </a:lnTo>
                  <a:lnTo>
                    <a:pt x="7632234" y="160709"/>
                  </a:lnTo>
                  <a:lnTo>
                    <a:pt x="7537454" y="135898"/>
                  </a:lnTo>
                  <a:lnTo>
                    <a:pt x="7436298" y="113289"/>
                  </a:lnTo>
                  <a:lnTo>
                    <a:pt x="7329680" y="92787"/>
                  </a:lnTo>
                  <a:lnTo>
                    <a:pt x="7219185" y="74356"/>
                  </a:lnTo>
                  <a:lnTo>
                    <a:pt x="7107140" y="58008"/>
                  </a:lnTo>
                  <a:lnTo>
                    <a:pt x="6996587" y="43783"/>
                  </a:lnTo>
                  <a:lnTo>
                    <a:pt x="6891117" y="31722"/>
                  </a:lnTo>
                  <a:lnTo>
                    <a:pt x="6794542" y="21840"/>
                  </a:lnTo>
                  <a:lnTo>
                    <a:pt x="6710418" y="14088"/>
                  </a:lnTo>
                  <a:lnTo>
                    <a:pt x="6641514" y="8340"/>
                  </a:lnTo>
                  <a:lnTo>
                    <a:pt x="6589333" y="4383"/>
                  </a:lnTo>
                  <a:lnTo>
                    <a:pt x="6553800" y="1925"/>
                  </a:lnTo>
                  <a:lnTo>
                    <a:pt x="6533192" y="620"/>
                  </a:lnTo>
                  <a:lnTo>
                    <a:pt x="6524252" y="100"/>
                  </a:lnTo>
                  <a:lnTo>
                    <a:pt x="652239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1" y="51"/>
                  </a:lnTo>
                  <a:lnTo>
                    <a:pt x="5519271" y="421"/>
                  </a:lnTo>
                  <a:lnTo>
                    <a:pt x="5501254" y="1442"/>
                  </a:lnTo>
                  <a:lnTo>
                    <a:pt x="5468739" y="3454"/>
                  </a:lnTo>
                  <a:lnTo>
                    <a:pt x="5419661" y="6782"/>
                  </a:lnTo>
                  <a:lnTo>
                    <a:pt x="5353622" y="11706"/>
                  </a:lnTo>
                  <a:lnTo>
                    <a:pt x="5271854" y="18437"/>
                  </a:lnTo>
                  <a:lnTo>
                    <a:pt x="5176951" y="27108"/>
                  </a:lnTo>
                  <a:lnTo>
                    <a:pt x="5072404" y="37772"/>
                  </a:lnTo>
                  <a:lnTo>
                    <a:pt x="4962060" y="50428"/>
                  </a:lnTo>
                  <a:lnTo>
                    <a:pt x="4849617" y="65038"/>
                  </a:lnTo>
                  <a:lnTo>
                    <a:pt x="4738264" y="81564"/>
                  </a:lnTo>
                  <a:lnTo>
                    <a:pt x="4630480" y="99989"/>
                  </a:lnTo>
                  <a:lnTo>
                    <a:pt x="4527988" y="120338"/>
                  </a:lnTo>
                  <a:lnTo>
                    <a:pt x="4431814" y="142688"/>
                  </a:lnTo>
                  <a:lnTo>
                    <a:pt x="4342404" y="167177"/>
                  </a:lnTo>
                  <a:lnTo>
                    <a:pt x="4259756" y="194002"/>
                  </a:lnTo>
                  <a:lnTo>
                    <a:pt x="4183553" y="223418"/>
                  </a:lnTo>
                  <a:lnTo>
                    <a:pt x="4113264" y="255731"/>
                  </a:lnTo>
                  <a:lnTo>
                    <a:pt x="4048232" y="291290"/>
                  </a:lnTo>
                  <a:lnTo>
                    <a:pt x="3987736" y="330466"/>
                  </a:lnTo>
                  <a:lnTo>
                    <a:pt x="3931037" y="373621"/>
                  </a:lnTo>
                  <a:lnTo>
                    <a:pt x="3877420" y="421063"/>
                  </a:lnTo>
                  <a:lnTo>
                    <a:pt x="3826229" y="472967"/>
                  </a:lnTo>
                  <a:lnTo>
                    <a:pt x="3820202" y="479518"/>
                  </a:lnTo>
                  <a:lnTo>
                    <a:pt x="3776214" y="530156"/>
                  </a:lnTo>
                  <a:lnTo>
                    <a:pt x="3733316" y="584425"/>
                  </a:lnTo>
                  <a:lnTo>
                    <a:pt x="3691217" y="642399"/>
                  </a:lnTo>
                  <a:lnTo>
                    <a:pt x="3649683" y="704096"/>
                  </a:lnTo>
                  <a:lnTo>
                    <a:pt x="3608525" y="769471"/>
                  </a:lnTo>
                  <a:lnTo>
                    <a:pt x="3567595" y="838412"/>
                  </a:lnTo>
                  <a:lnTo>
                    <a:pt x="3526780" y="910735"/>
                  </a:lnTo>
                  <a:lnTo>
                    <a:pt x="3486000" y="986181"/>
                  </a:lnTo>
                  <a:lnTo>
                    <a:pt x="3445199" y="1064422"/>
                  </a:lnTo>
                  <a:lnTo>
                    <a:pt x="3404349" y="1145056"/>
                  </a:lnTo>
                  <a:lnTo>
                    <a:pt x="3363438" y="1227624"/>
                  </a:lnTo>
                  <a:lnTo>
                    <a:pt x="3322472" y="1311611"/>
                  </a:lnTo>
                  <a:lnTo>
                    <a:pt x="3281468" y="1396464"/>
                  </a:lnTo>
                  <a:lnTo>
                    <a:pt x="3240452" y="1481607"/>
                  </a:lnTo>
                  <a:lnTo>
                    <a:pt x="3199449" y="1566454"/>
                  </a:lnTo>
                  <a:lnTo>
                    <a:pt x="3158483" y="1650428"/>
                  </a:lnTo>
                  <a:lnTo>
                    <a:pt x="3117573" y="1732976"/>
                  </a:lnTo>
                  <a:lnTo>
                    <a:pt x="3076723" y="1813586"/>
                  </a:lnTo>
                  <a:lnTo>
                    <a:pt x="3035923" y="1891797"/>
                  </a:lnTo>
                  <a:lnTo>
                    <a:pt x="2995142" y="1967210"/>
                  </a:lnTo>
                  <a:lnTo>
                    <a:pt x="2954327" y="2039496"/>
                  </a:lnTo>
                  <a:lnTo>
                    <a:pt x="2913395" y="2108397"/>
                  </a:lnTo>
                  <a:lnTo>
                    <a:pt x="2872234" y="2173731"/>
                  </a:lnTo>
                  <a:lnTo>
                    <a:pt x="2830694" y="2235386"/>
                  </a:lnTo>
                  <a:lnTo>
                    <a:pt x="2788588" y="2293318"/>
                  </a:lnTo>
                  <a:lnTo>
                    <a:pt x="2745679" y="2347545"/>
                  </a:lnTo>
                  <a:lnTo>
                    <a:pt x="2702183" y="2397590"/>
                  </a:lnTo>
                  <a:lnTo>
                    <a:pt x="2651245" y="2450032"/>
                  </a:lnTo>
                  <a:lnTo>
                    <a:pt x="2597953" y="2498006"/>
                  </a:lnTo>
                  <a:lnTo>
                    <a:pt x="2541662" y="2541663"/>
                  </a:lnTo>
                  <a:lnTo>
                    <a:pt x="2481662" y="2581299"/>
                  </a:lnTo>
                  <a:lnTo>
                    <a:pt x="2417215" y="2617274"/>
                  </a:lnTo>
                  <a:lnTo>
                    <a:pt x="2347596" y="2649959"/>
                  </a:lnTo>
                  <a:lnTo>
                    <a:pt x="2272136" y="2679706"/>
                  </a:lnTo>
                  <a:lnTo>
                    <a:pt x="2190287" y="2706828"/>
                  </a:lnTo>
                  <a:lnTo>
                    <a:pt x="2101697" y="2731587"/>
                  </a:lnTo>
                  <a:lnTo>
                    <a:pt x="2006324" y="2754187"/>
                  </a:lnTo>
                  <a:lnTo>
                    <a:pt x="1904551" y="2774771"/>
                  </a:lnTo>
                  <a:lnTo>
                    <a:pt x="1797328" y="2793426"/>
                  </a:lnTo>
                  <a:lnTo>
                    <a:pt x="1686289" y="2810180"/>
                  </a:lnTo>
                  <a:lnTo>
                    <a:pt x="1573821" y="2825023"/>
                  </a:lnTo>
                  <a:lnTo>
                    <a:pt x="1463036" y="2837916"/>
                  </a:lnTo>
                  <a:lnTo>
                    <a:pt x="1357586" y="2848821"/>
                  </a:lnTo>
                  <a:lnTo>
                    <a:pt x="1261324" y="2857731"/>
                  </a:lnTo>
                  <a:lnTo>
                    <a:pt x="1177815" y="2864690"/>
                  </a:lnTo>
                  <a:lnTo>
                    <a:pt x="1109787" y="2869822"/>
                  </a:lnTo>
                  <a:lnTo>
                    <a:pt x="1058655" y="2873328"/>
                  </a:lnTo>
                  <a:lnTo>
                    <a:pt x="1024222" y="2875482"/>
                  </a:lnTo>
                  <a:lnTo>
                    <a:pt x="1004621" y="2876604"/>
                  </a:lnTo>
                  <a:lnTo>
                    <a:pt x="996442" y="2877034"/>
                  </a:lnTo>
                  <a:lnTo>
                    <a:pt x="994942" y="2877108"/>
                  </a:lnTo>
                  <a:lnTo>
                    <a:pt x="994940" y="2877108"/>
                  </a:lnTo>
                  <a:lnTo>
                    <a:pt x="0" y="2877108"/>
                  </a:lnTo>
                  <a:lnTo>
                    <a:pt x="0" y="28771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1" name="pg1820"/>
            <p:cNvSpPr/>
            <p:nvPr/>
          </p:nvSpPr>
          <p:spPr>
            <a:xfrm>
              <a:off x="1199187" y="1514378"/>
              <a:ext cx="12049831" cy="4417854"/>
            </a:xfrm>
            <a:custGeom>
              <a:avLst/>
              <a:pathLst>
                <a:path w="12049831" h="4417854">
                  <a:moveTo>
                    <a:pt x="0" y="4417854"/>
                  </a:moveTo>
                  <a:lnTo>
                    <a:pt x="994940" y="4417854"/>
                  </a:lnTo>
                  <a:lnTo>
                    <a:pt x="996049" y="4417819"/>
                  </a:lnTo>
                  <a:lnTo>
                    <a:pt x="1003373" y="4417571"/>
                  </a:lnTo>
                  <a:lnTo>
                    <a:pt x="1021945" y="4416885"/>
                  </a:lnTo>
                  <a:lnTo>
                    <a:pt x="1055422" y="4415533"/>
                  </a:lnTo>
                  <a:lnTo>
                    <a:pt x="1105872" y="4413298"/>
                  </a:lnTo>
                  <a:lnTo>
                    <a:pt x="1173624" y="4409994"/>
                  </a:lnTo>
                  <a:lnTo>
                    <a:pt x="1257310" y="4405482"/>
                  </a:lnTo>
                  <a:lnTo>
                    <a:pt x="1354171" y="4399677"/>
                  </a:lnTo>
                  <a:lnTo>
                    <a:pt x="1460551" y="4392545"/>
                  </a:lnTo>
                  <a:lnTo>
                    <a:pt x="1572472" y="4384093"/>
                  </a:lnTo>
                  <a:lnTo>
                    <a:pt x="1686156" y="4374345"/>
                  </a:lnTo>
                  <a:lnTo>
                    <a:pt x="1798385" y="4363327"/>
                  </a:lnTo>
                  <a:lnTo>
                    <a:pt x="1906696" y="4351046"/>
                  </a:lnTo>
                  <a:lnTo>
                    <a:pt x="2009412" y="4337482"/>
                  </a:lnTo>
                  <a:lnTo>
                    <a:pt x="2105571" y="4322576"/>
                  </a:lnTo>
                  <a:lnTo>
                    <a:pt x="2194792" y="4306231"/>
                  </a:lnTo>
                  <a:lnTo>
                    <a:pt x="2277140" y="4288307"/>
                  </a:lnTo>
                  <a:lnTo>
                    <a:pt x="2352989" y="4268627"/>
                  </a:lnTo>
                  <a:lnTo>
                    <a:pt x="2422919" y="4246978"/>
                  </a:lnTo>
                  <a:lnTo>
                    <a:pt x="2487625" y="4223122"/>
                  </a:lnTo>
                  <a:lnTo>
                    <a:pt x="2547861" y="4196809"/>
                  </a:lnTo>
                  <a:lnTo>
                    <a:pt x="2604386" y="4167802"/>
                  </a:lnTo>
                  <a:lnTo>
                    <a:pt x="2657929" y="4135908"/>
                  </a:lnTo>
                  <a:lnTo>
                    <a:pt x="2702183" y="4106036"/>
                  </a:lnTo>
                  <a:lnTo>
                    <a:pt x="2752723" y="4067922"/>
                  </a:lnTo>
                  <a:lnTo>
                    <a:pt x="2801879" y="4026667"/>
                  </a:lnTo>
                  <a:lnTo>
                    <a:pt x="2850075" y="3982210"/>
                  </a:lnTo>
                  <a:lnTo>
                    <a:pt x="2897642" y="3934556"/>
                  </a:lnTo>
                  <a:lnTo>
                    <a:pt x="2944834" y="3883786"/>
                  </a:lnTo>
                  <a:lnTo>
                    <a:pt x="2991839" y="3830057"/>
                  </a:lnTo>
                  <a:lnTo>
                    <a:pt x="3038789" y="3773615"/>
                  </a:lnTo>
                  <a:lnTo>
                    <a:pt x="3085769" y="3714785"/>
                  </a:lnTo>
                  <a:lnTo>
                    <a:pt x="3132819" y="3653972"/>
                  </a:lnTo>
                  <a:lnTo>
                    <a:pt x="3179948" y="3591650"/>
                  </a:lnTo>
                  <a:lnTo>
                    <a:pt x="3227139" y="3528346"/>
                  </a:lnTo>
                  <a:lnTo>
                    <a:pt x="3274360" y="3464624"/>
                  </a:lnTo>
                  <a:lnTo>
                    <a:pt x="3321568" y="3401065"/>
                  </a:lnTo>
                  <a:lnTo>
                    <a:pt x="3368728" y="3338240"/>
                  </a:lnTo>
                  <a:lnTo>
                    <a:pt x="3415814" y="3276698"/>
                  </a:lnTo>
                  <a:lnTo>
                    <a:pt x="3462822" y="3216937"/>
                  </a:lnTo>
                  <a:lnTo>
                    <a:pt x="3509778" y="3159394"/>
                  </a:lnTo>
                  <a:lnTo>
                    <a:pt x="3556745" y="3104430"/>
                  </a:lnTo>
                  <a:lnTo>
                    <a:pt x="3603835" y="3052326"/>
                  </a:lnTo>
                  <a:lnTo>
                    <a:pt x="3651208" y="3003279"/>
                  </a:lnTo>
                  <a:lnTo>
                    <a:pt x="3699090" y="2957403"/>
                  </a:lnTo>
                  <a:lnTo>
                    <a:pt x="3747776" y="2914736"/>
                  </a:lnTo>
                  <a:lnTo>
                    <a:pt x="3797644" y="2875244"/>
                  </a:lnTo>
                  <a:lnTo>
                    <a:pt x="3820202" y="2858765"/>
                  </a:lnTo>
                  <a:lnTo>
                    <a:pt x="3871704" y="2824310"/>
                  </a:lnTo>
                  <a:lnTo>
                    <a:pt x="3925618" y="2792823"/>
                  </a:lnTo>
                  <a:lnTo>
                    <a:pt x="3982611" y="2764200"/>
                  </a:lnTo>
                  <a:lnTo>
                    <a:pt x="4043419" y="2738242"/>
                  </a:lnTo>
                  <a:lnTo>
                    <a:pt x="4108804" y="2714706"/>
                  </a:lnTo>
                  <a:lnTo>
                    <a:pt x="4179512" y="2693343"/>
                  </a:lnTo>
                  <a:lnTo>
                    <a:pt x="4256228" y="2673917"/>
                  </a:lnTo>
                  <a:lnTo>
                    <a:pt x="4339509" y="2656221"/>
                  </a:lnTo>
                  <a:lnTo>
                    <a:pt x="4429694" y="2640082"/>
                  </a:lnTo>
                  <a:lnTo>
                    <a:pt x="4526793" y="2625367"/>
                  </a:lnTo>
                  <a:lnTo>
                    <a:pt x="4630355" y="2611983"/>
                  </a:lnTo>
                  <a:lnTo>
                    <a:pt x="4739325" y="2599877"/>
                  </a:lnTo>
                  <a:lnTo>
                    <a:pt x="4851920" y="2589033"/>
                  </a:lnTo>
                  <a:lnTo>
                    <a:pt x="4965567" y="2579463"/>
                  </a:lnTo>
                  <a:lnTo>
                    <a:pt x="5076957" y="2571192"/>
                  </a:lnTo>
                  <a:lnTo>
                    <a:pt x="5182257" y="2564244"/>
                  </a:lnTo>
                  <a:lnTo>
                    <a:pt x="5277500" y="2558621"/>
                  </a:lnTo>
                  <a:lnTo>
                    <a:pt x="5359122" y="2554282"/>
                  </a:lnTo>
                  <a:lnTo>
                    <a:pt x="5424527" y="2551135"/>
                  </a:lnTo>
                  <a:lnTo>
                    <a:pt x="5472572" y="2549034"/>
                  </a:lnTo>
                  <a:lnTo>
                    <a:pt x="5503828" y="2547787"/>
                  </a:lnTo>
                  <a:lnTo>
                    <a:pt x="5520594" y="2547176"/>
                  </a:lnTo>
                  <a:lnTo>
                    <a:pt x="5526730" y="2546970"/>
                  </a:lnTo>
                  <a:lnTo>
                    <a:pt x="5527445" y="2546948"/>
                  </a:lnTo>
                  <a:lnTo>
                    <a:pt x="6522385" y="2546948"/>
                  </a:lnTo>
                  <a:lnTo>
                    <a:pt x="6523473" y="2546901"/>
                  </a:lnTo>
                  <a:lnTo>
                    <a:pt x="6530657" y="2546571"/>
                  </a:lnTo>
                  <a:lnTo>
                    <a:pt x="6548884" y="2545660"/>
                  </a:lnTo>
                  <a:lnTo>
                    <a:pt x="6581762" y="2543864"/>
                  </a:lnTo>
                  <a:lnTo>
                    <a:pt x="6631359" y="2540894"/>
                  </a:lnTo>
                  <a:lnTo>
                    <a:pt x="6698046" y="2536501"/>
                  </a:lnTo>
                  <a:lnTo>
                    <a:pt x="6780541" y="2530497"/>
                  </a:lnTo>
                  <a:lnTo>
                    <a:pt x="6876188" y="2522768"/>
                  </a:lnTo>
                  <a:lnTo>
                    <a:pt x="6981433" y="2513265"/>
                  </a:lnTo>
                  <a:lnTo>
                    <a:pt x="7092380" y="2501994"/>
                  </a:lnTo>
                  <a:lnTo>
                    <a:pt x="7205298" y="2488987"/>
                  </a:lnTo>
                  <a:lnTo>
                    <a:pt x="7316989" y="2474278"/>
                  </a:lnTo>
                  <a:lnTo>
                    <a:pt x="7424978" y="2457881"/>
                  </a:lnTo>
                  <a:lnTo>
                    <a:pt x="7527560" y="2439771"/>
                  </a:lnTo>
                  <a:lnTo>
                    <a:pt x="7623732" y="2419877"/>
                  </a:lnTo>
                  <a:lnTo>
                    <a:pt x="7713074" y="2398072"/>
                  </a:lnTo>
                  <a:lnTo>
                    <a:pt x="7795609" y="2374178"/>
                  </a:lnTo>
                  <a:lnTo>
                    <a:pt x="7871678" y="2347963"/>
                  </a:lnTo>
                  <a:lnTo>
                    <a:pt x="7941830" y="2319151"/>
                  </a:lnTo>
                  <a:lnTo>
                    <a:pt x="8006738" y="2287428"/>
                  </a:lnTo>
                  <a:lnTo>
                    <a:pt x="8067133" y="2252463"/>
                  </a:lnTo>
                  <a:lnTo>
                    <a:pt x="8123764" y="2213935"/>
                  </a:lnTo>
                  <a:lnTo>
                    <a:pt x="8177349" y="2171576"/>
                  </a:lnTo>
                  <a:lnTo>
                    <a:pt x="8228547" y="2125246"/>
                  </a:lnTo>
                  <a:lnTo>
                    <a:pt x="8229629" y="2124203"/>
                  </a:lnTo>
                  <a:lnTo>
                    <a:pt x="8275634" y="2077406"/>
                  </a:lnTo>
                  <a:lnTo>
                    <a:pt x="8320461" y="2027100"/>
                  </a:lnTo>
                  <a:lnTo>
                    <a:pt x="8364439" y="1973213"/>
                  </a:lnTo>
                  <a:lnTo>
                    <a:pt x="8407829" y="1915734"/>
                  </a:lnTo>
                  <a:lnTo>
                    <a:pt x="8450841" y="1854719"/>
                  </a:lnTo>
                  <a:lnTo>
                    <a:pt x="8493634" y="1790298"/>
                  </a:lnTo>
                  <a:lnTo>
                    <a:pt x="8536329" y="1722673"/>
                  </a:lnTo>
                  <a:lnTo>
                    <a:pt x="8579009" y="1652130"/>
                  </a:lnTo>
                  <a:lnTo>
                    <a:pt x="8621725" y="1579025"/>
                  </a:lnTo>
                  <a:lnTo>
                    <a:pt x="8664504" y="1503789"/>
                  </a:lnTo>
                  <a:lnTo>
                    <a:pt x="8707347" y="1426912"/>
                  </a:lnTo>
                  <a:lnTo>
                    <a:pt x="8750243" y="1348934"/>
                  </a:lnTo>
                  <a:lnTo>
                    <a:pt x="8793165" y="1270429"/>
                  </a:lnTo>
                  <a:lnTo>
                    <a:pt x="8836083" y="1191986"/>
                  </a:lnTo>
                  <a:lnTo>
                    <a:pt x="8878969" y="1114193"/>
                  </a:lnTo>
                  <a:lnTo>
                    <a:pt x="8921800" y="1037619"/>
                  </a:lnTo>
                  <a:lnTo>
                    <a:pt x="8964564" y="962793"/>
                  </a:lnTo>
                  <a:lnTo>
                    <a:pt x="9007270" y="890195"/>
                  </a:lnTo>
                  <a:lnTo>
                    <a:pt x="9049948" y="820240"/>
                  </a:lnTo>
                  <a:lnTo>
                    <a:pt x="9092655" y="753270"/>
                  </a:lnTo>
                  <a:lnTo>
                    <a:pt x="9135484" y="689553"/>
                  </a:lnTo>
                  <a:lnTo>
                    <a:pt x="9178560" y="629276"/>
                  </a:lnTo>
                  <a:lnTo>
                    <a:pt x="9222056" y="572552"/>
                  </a:lnTo>
                  <a:lnTo>
                    <a:pt x="9266189" y="519423"/>
                  </a:lnTo>
                  <a:lnTo>
                    <a:pt x="9311234" y="469864"/>
                  </a:lnTo>
                  <a:lnTo>
                    <a:pt x="9347647" y="433225"/>
                  </a:lnTo>
                  <a:lnTo>
                    <a:pt x="9398800" y="386809"/>
                  </a:lnTo>
                  <a:lnTo>
                    <a:pt x="9452327" y="344366"/>
                  </a:lnTo>
                  <a:lnTo>
                    <a:pt x="9508885" y="305757"/>
                  </a:lnTo>
                  <a:lnTo>
                    <a:pt x="9569191" y="270719"/>
                  </a:lnTo>
                  <a:lnTo>
                    <a:pt x="9633993" y="238930"/>
                  </a:lnTo>
                  <a:lnTo>
                    <a:pt x="9704025" y="210058"/>
                  </a:lnTo>
                  <a:lnTo>
                    <a:pt x="9779960" y="183791"/>
                  </a:lnTo>
                  <a:lnTo>
                    <a:pt x="9862352" y="159849"/>
                  </a:lnTo>
                  <a:lnTo>
                    <a:pt x="9951545" y="138001"/>
                  </a:lnTo>
                  <a:lnTo>
                    <a:pt x="10047572" y="118067"/>
                  </a:lnTo>
                  <a:lnTo>
                    <a:pt x="10150024" y="99920"/>
                  </a:lnTo>
                  <a:lnTo>
                    <a:pt x="10257912" y="83487"/>
                  </a:lnTo>
                  <a:lnTo>
                    <a:pt x="10369546" y="68741"/>
                  </a:lnTo>
                  <a:lnTo>
                    <a:pt x="10482469" y="55697"/>
                  </a:lnTo>
                  <a:lnTo>
                    <a:pt x="10593497" y="44388"/>
                  </a:lnTo>
                  <a:lnTo>
                    <a:pt x="10698906" y="34847"/>
                  </a:lnTo>
                  <a:lnTo>
                    <a:pt x="10794800" y="27079"/>
                  </a:lnTo>
                  <a:lnTo>
                    <a:pt x="10877611" y="21040"/>
                  </a:lnTo>
                  <a:lnTo>
                    <a:pt x="10944658" y="16614"/>
                  </a:lnTo>
                  <a:lnTo>
                    <a:pt x="10994625" y="13615"/>
                  </a:lnTo>
                  <a:lnTo>
                    <a:pt x="11027849" y="11797"/>
                  </a:lnTo>
                  <a:lnTo>
                    <a:pt x="11046358" y="10869"/>
                  </a:lnTo>
                  <a:lnTo>
                    <a:pt x="11053733" y="10530"/>
                  </a:lnTo>
                  <a:lnTo>
                    <a:pt x="11054891" y="10481"/>
                  </a:lnTo>
                  <a:lnTo>
                    <a:pt x="12049831" y="10481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3" y="46"/>
                  </a:lnTo>
                  <a:lnTo>
                    <a:pt x="11046619" y="376"/>
                  </a:lnTo>
                  <a:lnTo>
                    <a:pt x="11028393" y="1287"/>
                  </a:lnTo>
                  <a:lnTo>
                    <a:pt x="10995514" y="3083"/>
                  </a:lnTo>
                  <a:lnTo>
                    <a:pt x="10945918" y="6053"/>
                  </a:lnTo>
                  <a:lnTo>
                    <a:pt x="10879230" y="10446"/>
                  </a:lnTo>
                  <a:lnTo>
                    <a:pt x="10796735" y="16450"/>
                  </a:lnTo>
                  <a:lnTo>
                    <a:pt x="10701088" y="24179"/>
                  </a:lnTo>
                  <a:lnTo>
                    <a:pt x="10595844" y="33682"/>
                  </a:lnTo>
                  <a:lnTo>
                    <a:pt x="10484897" y="44953"/>
                  </a:lnTo>
                  <a:lnTo>
                    <a:pt x="10371978" y="57961"/>
                  </a:lnTo>
                  <a:lnTo>
                    <a:pt x="10260287" y="72669"/>
                  </a:lnTo>
                  <a:lnTo>
                    <a:pt x="10152298" y="89067"/>
                  </a:lnTo>
                  <a:lnTo>
                    <a:pt x="10049716" y="107176"/>
                  </a:lnTo>
                  <a:lnTo>
                    <a:pt x="9953544" y="127071"/>
                  </a:lnTo>
                  <a:lnTo>
                    <a:pt x="9864203" y="148875"/>
                  </a:lnTo>
                  <a:lnTo>
                    <a:pt x="9781667" y="172769"/>
                  </a:lnTo>
                  <a:lnTo>
                    <a:pt x="9705598" y="198984"/>
                  </a:lnTo>
                  <a:lnTo>
                    <a:pt x="9635446" y="227797"/>
                  </a:lnTo>
                  <a:lnTo>
                    <a:pt x="9570539" y="259519"/>
                  </a:lnTo>
                  <a:lnTo>
                    <a:pt x="9510143" y="294484"/>
                  </a:lnTo>
                  <a:lnTo>
                    <a:pt x="9453513" y="333012"/>
                  </a:lnTo>
                  <a:lnTo>
                    <a:pt x="9399927" y="375371"/>
                  </a:lnTo>
                  <a:lnTo>
                    <a:pt x="9348729" y="421701"/>
                  </a:lnTo>
                  <a:lnTo>
                    <a:pt x="9347647" y="422744"/>
                  </a:lnTo>
                  <a:lnTo>
                    <a:pt x="9301643" y="469541"/>
                  </a:lnTo>
                  <a:lnTo>
                    <a:pt x="9256816" y="519847"/>
                  </a:lnTo>
                  <a:lnTo>
                    <a:pt x="9212838" y="573734"/>
                  </a:lnTo>
                  <a:lnTo>
                    <a:pt x="9169447" y="631213"/>
                  </a:lnTo>
                  <a:lnTo>
                    <a:pt x="9126436" y="692228"/>
                  </a:lnTo>
                  <a:lnTo>
                    <a:pt x="9083642" y="756650"/>
                  </a:lnTo>
                  <a:lnTo>
                    <a:pt x="9040947" y="824274"/>
                  </a:lnTo>
                  <a:lnTo>
                    <a:pt x="8998268" y="894817"/>
                  </a:lnTo>
                  <a:lnTo>
                    <a:pt x="8955551" y="967922"/>
                  </a:lnTo>
                  <a:lnTo>
                    <a:pt x="8912773" y="1043158"/>
                  </a:lnTo>
                  <a:lnTo>
                    <a:pt x="8869929" y="1120035"/>
                  </a:lnTo>
                  <a:lnTo>
                    <a:pt x="8827034" y="1198013"/>
                  </a:lnTo>
                  <a:lnTo>
                    <a:pt x="8784112" y="1276518"/>
                  </a:lnTo>
                  <a:lnTo>
                    <a:pt x="8741193" y="1354961"/>
                  </a:lnTo>
                  <a:lnTo>
                    <a:pt x="8698307" y="1432754"/>
                  </a:lnTo>
                  <a:lnTo>
                    <a:pt x="8655477" y="1509328"/>
                  </a:lnTo>
                  <a:lnTo>
                    <a:pt x="8612712" y="1584154"/>
                  </a:lnTo>
                  <a:lnTo>
                    <a:pt x="8570006" y="1656752"/>
                  </a:lnTo>
                  <a:lnTo>
                    <a:pt x="8527329" y="1726707"/>
                  </a:lnTo>
                  <a:lnTo>
                    <a:pt x="8484621" y="1793677"/>
                  </a:lnTo>
                  <a:lnTo>
                    <a:pt x="8441793" y="1857395"/>
                  </a:lnTo>
                  <a:lnTo>
                    <a:pt x="8398716" y="1917672"/>
                  </a:lnTo>
                  <a:lnTo>
                    <a:pt x="8355221" y="1974395"/>
                  </a:lnTo>
                  <a:lnTo>
                    <a:pt x="8311088" y="2027524"/>
                  </a:lnTo>
                  <a:lnTo>
                    <a:pt x="8266042" y="2077083"/>
                  </a:lnTo>
                  <a:lnTo>
                    <a:pt x="8229629" y="2113722"/>
                  </a:lnTo>
                  <a:lnTo>
                    <a:pt x="8178477" y="2160138"/>
                  </a:lnTo>
                  <a:lnTo>
                    <a:pt x="8124949" y="2202581"/>
                  </a:lnTo>
                  <a:lnTo>
                    <a:pt x="8068392" y="2241190"/>
                  </a:lnTo>
                  <a:lnTo>
                    <a:pt x="8008085" y="2276228"/>
                  </a:lnTo>
                  <a:lnTo>
                    <a:pt x="7943283" y="2308017"/>
                  </a:lnTo>
                  <a:lnTo>
                    <a:pt x="7873252" y="2336889"/>
                  </a:lnTo>
                  <a:lnTo>
                    <a:pt x="7797316" y="2363157"/>
                  </a:lnTo>
                  <a:lnTo>
                    <a:pt x="7714925" y="2387098"/>
                  </a:lnTo>
                  <a:lnTo>
                    <a:pt x="7625732" y="2408946"/>
                  </a:lnTo>
                  <a:lnTo>
                    <a:pt x="7529704" y="2428880"/>
                  </a:lnTo>
                  <a:lnTo>
                    <a:pt x="7427252" y="2447027"/>
                  </a:lnTo>
                  <a:lnTo>
                    <a:pt x="7319365" y="2463461"/>
                  </a:lnTo>
                  <a:lnTo>
                    <a:pt x="7207731" y="2478206"/>
                  </a:lnTo>
                  <a:lnTo>
                    <a:pt x="7094807" y="2491250"/>
                  </a:lnTo>
                  <a:lnTo>
                    <a:pt x="6983779" y="2502559"/>
                  </a:lnTo>
                  <a:lnTo>
                    <a:pt x="6878370" y="2512100"/>
                  </a:lnTo>
                  <a:lnTo>
                    <a:pt x="6782477" y="2519868"/>
                  </a:lnTo>
                  <a:lnTo>
                    <a:pt x="6699666" y="2525908"/>
                  </a:lnTo>
                  <a:lnTo>
                    <a:pt x="6632619" y="2530334"/>
                  </a:lnTo>
                  <a:lnTo>
                    <a:pt x="6582651" y="2533332"/>
                  </a:lnTo>
                  <a:lnTo>
                    <a:pt x="6549428" y="2535151"/>
                  </a:lnTo>
                  <a:lnTo>
                    <a:pt x="6530918" y="2536078"/>
                  </a:lnTo>
                  <a:lnTo>
                    <a:pt x="6523544" y="2536417"/>
                  </a:lnTo>
                  <a:lnTo>
                    <a:pt x="6522385" y="2536466"/>
                  </a:lnTo>
                  <a:lnTo>
                    <a:pt x="5527445" y="2536466"/>
                  </a:lnTo>
                  <a:lnTo>
                    <a:pt x="5526336" y="2536501"/>
                  </a:lnTo>
                  <a:lnTo>
                    <a:pt x="5519012" y="2536750"/>
                  </a:lnTo>
                  <a:lnTo>
                    <a:pt x="5500440" y="2537435"/>
                  </a:lnTo>
                  <a:lnTo>
                    <a:pt x="5466963" y="2538787"/>
                  </a:lnTo>
                  <a:lnTo>
                    <a:pt x="5416513" y="2541022"/>
                  </a:lnTo>
                  <a:lnTo>
                    <a:pt x="5348761" y="2544326"/>
                  </a:lnTo>
                  <a:lnTo>
                    <a:pt x="5265075" y="2548839"/>
                  </a:lnTo>
                  <a:lnTo>
                    <a:pt x="5168214" y="2554644"/>
                  </a:lnTo>
                  <a:lnTo>
                    <a:pt x="5061834" y="2561775"/>
                  </a:lnTo>
                  <a:lnTo>
                    <a:pt x="4949913" y="2570227"/>
                  </a:lnTo>
                  <a:lnTo>
                    <a:pt x="4836229" y="2579975"/>
                  </a:lnTo>
                  <a:lnTo>
                    <a:pt x="4724000" y="2590994"/>
                  </a:lnTo>
                  <a:lnTo>
                    <a:pt x="4615689" y="2603275"/>
                  </a:lnTo>
                  <a:lnTo>
                    <a:pt x="4512973" y="2616839"/>
                  </a:lnTo>
                  <a:lnTo>
                    <a:pt x="4416814" y="2631744"/>
                  </a:lnTo>
                  <a:lnTo>
                    <a:pt x="4327593" y="2648089"/>
                  </a:lnTo>
                  <a:lnTo>
                    <a:pt x="4245245" y="2666013"/>
                  </a:lnTo>
                  <a:lnTo>
                    <a:pt x="4169396" y="2685694"/>
                  </a:lnTo>
                  <a:lnTo>
                    <a:pt x="4099466" y="2707343"/>
                  </a:lnTo>
                  <a:lnTo>
                    <a:pt x="4034760" y="2731199"/>
                  </a:lnTo>
                  <a:lnTo>
                    <a:pt x="3974524" y="2757511"/>
                  </a:lnTo>
                  <a:lnTo>
                    <a:pt x="3917999" y="2786519"/>
                  </a:lnTo>
                  <a:lnTo>
                    <a:pt x="3864456" y="2818413"/>
                  </a:lnTo>
                  <a:lnTo>
                    <a:pt x="3820202" y="2848284"/>
                  </a:lnTo>
                  <a:lnTo>
                    <a:pt x="3769662" y="2886398"/>
                  </a:lnTo>
                  <a:lnTo>
                    <a:pt x="3720506" y="2927653"/>
                  </a:lnTo>
                  <a:lnTo>
                    <a:pt x="3672310" y="2972110"/>
                  </a:lnTo>
                  <a:lnTo>
                    <a:pt x="3624743" y="3019764"/>
                  </a:lnTo>
                  <a:lnTo>
                    <a:pt x="3577551" y="3070535"/>
                  </a:lnTo>
                  <a:lnTo>
                    <a:pt x="3530546" y="3124263"/>
                  </a:lnTo>
                  <a:lnTo>
                    <a:pt x="3483596" y="3180705"/>
                  </a:lnTo>
                  <a:lnTo>
                    <a:pt x="3436616" y="3239535"/>
                  </a:lnTo>
                  <a:lnTo>
                    <a:pt x="3389566" y="3300348"/>
                  </a:lnTo>
                  <a:lnTo>
                    <a:pt x="3342437" y="3362670"/>
                  </a:lnTo>
                  <a:lnTo>
                    <a:pt x="3295246" y="3425974"/>
                  </a:lnTo>
                  <a:lnTo>
                    <a:pt x="3248025" y="3489696"/>
                  </a:lnTo>
                  <a:lnTo>
                    <a:pt x="3200817" y="3553256"/>
                  </a:lnTo>
                  <a:lnTo>
                    <a:pt x="3153657" y="3616080"/>
                  </a:lnTo>
                  <a:lnTo>
                    <a:pt x="3106571" y="3677622"/>
                  </a:lnTo>
                  <a:lnTo>
                    <a:pt x="3059563" y="3737383"/>
                  </a:lnTo>
                  <a:lnTo>
                    <a:pt x="3012607" y="3794927"/>
                  </a:lnTo>
                  <a:lnTo>
                    <a:pt x="2965640" y="3849891"/>
                  </a:lnTo>
                  <a:lnTo>
                    <a:pt x="2918550" y="3901994"/>
                  </a:lnTo>
                  <a:lnTo>
                    <a:pt x="2871177" y="3951041"/>
                  </a:lnTo>
                  <a:lnTo>
                    <a:pt x="2823295" y="3996917"/>
                  </a:lnTo>
                  <a:lnTo>
                    <a:pt x="2774609" y="4039585"/>
                  </a:lnTo>
                  <a:lnTo>
                    <a:pt x="2724741" y="4079077"/>
                  </a:lnTo>
                  <a:lnTo>
                    <a:pt x="2702183" y="4095555"/>
                  </a:lnTo>
                  <a:lnTo>
                    <a:pt x="2650681" y="4130011"/>
                  </a:lnTo>
                  <a:lnTo>
                    <a:pt x="2596767" y="4161498"/>
                  </a:lnTo>
                  <a:lnTo>
                    <a:pt x="2539774" y="4190120"/>
                  </a:lnTo>
                  <a:lnTo>
                    <a:pt x="2478966" y="4216078"/>
                  </a:lnTo>
                  <a:lnTo>
                    <a:pt x="2413581" y="4239614"/>
                  </a:lnTo>
                  <a:lnTo>
                    <a:pt x="2342873" y="4260978"/>
                  </a:lnTo>
                  <a:lnTo>
                    <a:pt x="2266157" y="4280403"/>
                  </a:lnTo>
                  <a:lnTo>
                    <a:pt x="2182876" y="4298099"/>
                  </a:lnTo>
                  <a:lnTo>
                    <a:pt x="2092691" y="4314238"/>
                  </a:lnTo>
                  <a:lnTo>
                    <a:pt x="1995592" y="4328953"/>
                  </a:lnTo>
                  <a:lnTo>
                    <a:pt x="1892030" y="4342338"/>
                  </a:lnTo>
                  <a:lnTo>
                    <a:pt x="1783060" y="4354443"/>
                  </a:lnTo>
                  <a:lnTo>
                    <a:pt x="1670465" y="4365287"/>
                  </a:lnTo>
                  <a:lnTo>
                    <a:pt x="1556818" y="4374858"/>
                  </a:lnTo>
                  <a:lnTo>
                    <a:pt x="1445428" y="4383129"/>
                  </a:lnTo>
                  <a:lnTo>
                    <a:pt x="1340128" y="4390076"/>
                  </a:lnTo>
                  <a:lnTo>
                    <a:pt x="1244885" y="4395700"/>
                  </a:lnTo>
                  <a:lnTo>
                    <a:pt x="1163263" y="4400039"/>
                  </a:lnTo>
                  <a:lnTo>
                    <a:pt x="1097858" y="4403186"/>
                  </a:lnTo>
                  <a:lnTo>
                    <a:pt x="1049813" y="4405286"/>
                  </a:lnTo>
                  <a:lnTo>
                    <a:pt x="1018557" y="4406533"/>
                  </a:lnTo>
                  <a:lnTo>
                    <a:pt x="1001791" y="4407145"/>
                  </a:lnTo>
                  <a:lnTo>
                    <a:pt x="995655" y="4407350"/>
                  </a:lnTo>
                  <a:lnTo>
                    <a:pt x="994940" y="4407373"/>
                  </a:lnTo>
                  <a:lnTo>
                    <a:pt x="0" y="4407373"/>
                  </a:lnTo>
                  <a:close/>
                </a:path>
              </a:pathLst>
            </a:custGeom>
            <a:solidFill>
              <a:srgbClr val="B497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22" name="pl1821"/>
            <p:cNvSpPr/>
            <p:nvPr/>
          </p:nvSpPr>
          <p:spPr>
            <a:xfrm>
              <a:off x="1199187" y="1524859"/>
              <a:ext cx="12049831" cy="4407373"/>
            </a:xfrm>
            <a:custGeom>
              <a:avLst/>
              <a:pathLst>
                <a:path w="12049831" h="4407373">
                  <a:moveTo>
                    <a:pt x="0" y="4407373"/>
                  </a:moveTo>
                  <a:lnTo>
                    <a:pt x="994940" y="4407373"/>
                  </a:lnTo>
                  <a:lnTo>
                    <a:pt x="996049" y="4407338"/>
                  </a:lnTo>
                  <a:lnTo>
                    <a:pt x="1003373" y="4407090"/>
                  </a:lnTo>
                  <a:lnTo>
                    <a:pt x="1021945" y="4406404"/>
                  </a:lnTo>
                  <a:lnTo>
                    <a:pt x="1055422" y="4405052"/>
                  </a:lnTo>
                  <a:lnTo>
                    <a:pt x="1105872" y="4402817"/>
                  </a:lnTo>
                  <a:lnTo>
                    <a:pt x="1173624" y="4399513"/>
                  </a:lnTo>
                  <a:lnTo>
                    <a:pt x="1257310" y="4395001"/>
                  </a:lnTo>
                  <a:lnTo>
                    <a:pt x="1354171" y="4389195"/>
                  </a:lnTo>
                  <a:lnTo>
                    <a:pt x="1460551" y="4382064"/>
                  </a:lnTo>
                  <a:lnTo>
                    <a:pt x="1572472" y="4373612"/>
                  </a:lnTo>
                  <a:lnTo>
                    <a:pt x="1686156" y="4363864"/>
                  </a:lnTo>
                  <a:lnTo>
                    <a:pt x="1798385" y="4352845"/>
                  </a:lnTo>
                  <a:lnTo>
                    <a:pt x="1906696" y="4340565"/>
                  </a:lnTo>
                  <a:lnTo>
                    <a:pt x="2009412" y="4327000"/>
                  </a:lnTo>
                  <a:lnTo>
                    <a:pt x="2105571" y="4312095"/>
                  </a:lnTo>
                  <a:lnTo>
                    <a:pt x="2194792" y="4295750"/>
                  </a:lnTo>
                  <a:lnTo>
                    <a:pt x="2277140" y="4277826"/>
                  </a:lnTo>
                  <a:lnTo>
                    <a:pt x="2352989" y="4258146"/>
                  </a:lnTo>
                  <a:lnTo>
                    <a:pt x="2422919" y="4236496"/>
                  </a:lnTo>
                  <a:lnTo>
                    <a:pt x="2487625" y="4212640"/>
                  </a:lnTo>
                  <a:lnTo>
                    <a:pt x="2547861" y="4186328"/>
                  </a:lnTo>
                  <a:lnTo>
                    <a:pt x="2604386" y="4157320"/>
                  </a:lnTo>
                  <a:lnTo>
                    <a:pt x="2657929" y="4125426"/>
                  </a:lnTo>
                  <a:lnTo>
                    <a:pt x="2702183" y="4095555"/>
                  </a:lnTo>
                  <a:lnTo>
                    <a:pt x="2752723" y="4057441"/>
                  </a:lnTo>
                  <a:lnTo>
                    <a:pt x="2801879" y="4016186"/>
                  </a:lnTo>
                  <a:lnTo>
                    <a:pt x="2850075" y="3971729"/>
                  </a:lnTo>
                  <a:lnTo>
                    <a:pt x="2897642" y="3924075"/>
                  </a:lnTo>
                  <a:lnTo>
                    <a:pt x="2944834" y="3873304"/>
                  </a:lnTo>
                  <a:lnTo>
                    <a:pt x="2991839" y="3819576"/>
                  </a:lnTo>
                  <a:lnTo>
                    <a:pt x="3038789" y="3763134"/>
                  </a:lnTo>
                  <a:lnTo>
                    <a:pt x="3085769" y="3704304"/>
                  </a:lnTo>
                  <a:lnTo>
                    <a:pt x="3132819" y="3643491"/>
                  </a:lnTo>
                  <a:lnTo>
                    <a:pt x="3179948" y="3581169"/>
                  </a:lnTo>
                  <a:lnTo>
                    <a:pt x="3227139" y="3517865"/>
                  </a:lnTo>
                  <a:lnTo>
                    <a:pt x="3274360" y="3454143"/>
                  </a:lnTo>
                  <a:lnTo>
                    <a:pt x="3321568" y="3390583"/>
                  </a:lnTo>
                  <a:lnTo>
                    <a:pt x="3368728" y="3327759"/>
                  </a:lnTo>
                  <a:lnTo>
                    <a:pt x="3415814" y="3266217"/>
                  </a:lnTo>
                  <a:lnTo>
                    <a:pt x="3462822" y="3206456"/>
                  </a:lnTo>
                  <a:lnTo>
                    <a:pt x="3509778" y="3148912"/>
                  </a:lnTo>
                  <a:lnTo>
                    <a:pt x="3556745" y="3093948"/>
                  </a:lnTo>
                  <a:lnTo>
                    <a:pt x="3603835" y="3041845"/>
                  </a:lnTo>
                  <a:lnTo>
                    <a:pt x="3651208" y="2992798"/>
                  </a:lnTo>
                  <a:lnTo>
                    <a:pt x="3699090" y="2946922"/>
                  </a:lnTo>
                  <a:lnTo>
                    <a:pt x="3747776" y="2904254"/>
                  </a:lnTo>
                  <a:lnTo>
                    <a:pt x="3797644" y="2864762"/>
                  </a:lnTo>
                  <a:lnTo>
                    <a:pt x="3820202" y="2848284"/>
                  </a:lnTo>
                  <a:lnTo>
                    <a:pt x="3871704" y="2813828"/>
                  </a:lnTo>
                  <a:lnTo>
                    <a:pt x="3925618" y="2782341"/>
                  </a:lnTo>
                  <a:lnTo>
                    <a:pt x="3982611" y="2753719"/>
                  </a:lnTo>
                  <a:lnTo>
                    <a:pt x="4043419" y="2727761"/>
                  </a:lnTo>
                  <a:lnTo>
                    <a:pt x="4108804" y="2704225"/>
                  </a:lnTo>
                  <a:lnTo>
                    <a:pt x="4179512" y="2682862"/>
                  </a:lnTo>
                  <a:lnTo>
                    <a:pt x="4256228" y="2663436"/>
                  </a:lnTo>
                  <a:lnTo>
                    <a:pt x="4339509" y="2645740"/>
                  </a:lnTo>
                  <a:lnTo>
                    <a:pt x="4429694" y="2629601"/>
                  </a:lnTo>
                  <a:lnTo>
                    <a:pt x="4526793" y="2614886"/>
                  </a:lnTo>
                  <a:lnTo>
                    <a:pt x="4630355" y="2601502"/>
                  </a:lnTo>
                  <a:lnTo>
                    <a:pt x="4739325" y="2589396"/>
                  </a:lnTo>
                  <a:lnTo>
                    <a:pt x="4851920" y="2578552"/>
                  </a:lnTo>
                  <a:lnTo>
                    <a:pt x="4965567" y="2568981"/>
                  </a:lnTo>
                  <a:lnTo>
                    <a:pt x="5076957" y="2560710"/>
                  </a:lnTo>
                  <a:lnTo>
                    <a:pt x="5182257" y="2553763"/>
                  </a:lnTo>
                  <a:lnTo>
                    <a:pt x="5277500" y="2548139"/>
                  </a:lnTo>
                  <a:lnTo>
                    <a:pt x="5359122" y="2543800"/>
                  </a:lnTo>
                  <a:lnTo>
                    <a:pt x="5424527" y="2540654"/>
                  </a:lnTo>
                  <a:lnTo>
                    <a:pt x="5472572" y="2538553"/>
                  </a:lnTo>
                  <a:lnTo>
                    <a:pt x="5503828" y="2537306"/>
                  </a:lnTo>
                  <a:lnTo>
                    <a:pt x="5520594" y="2536694"/>
                  </a:lnTo>
                  <a:lnTo>
                    <a:pt x="5526730" y="2536489"/>
                  </a:lnTo>
                  <a:lnTo>
                    <a:pt x="5527445" y="2536466"/>
                  </a:lnTo>
                  <a:lnTo>
                    <a:pt x="6522385" y="2536466"/>
                  </a:lnTo>
                  <a:lnTo>
                    <a:pt x="6523473" y="2536420"/>
                  </a:lnTo>
                  <a:lnTo>
                    <a:pt x="6530657" y="2536090"/>
                  </a:lnTo>
                  <a:lnTo>
                    <a:pt x="6548884" y="2535179"/>
                  </a:lnTo>
                  <a:lnTo>
                    <a:pt x="6581762" y="2533383"/>
                  </a:lnTo>
                  <a:lnTo>
                    <a:pt x="6631359" y="2530413"/>
                  </a:lnTo>
                  <a:lnTo>
                    <a:pt x="6698046" y="2526020"/>
                  </a:lnTo>
                  <a:lnTo>
                    <a:pt x="6780541" y="2520016"/>
                  </a:lnTo>
                  <a:lnTo>
                    <a:pt x="6876188" y="2512286"/>
                  </a:lnTo>
                  <a:lnTo>
                    <a:pt x="6981433" y="2502784"/>
                  </a:lnTo>
                  <a:lnTo>
                    <a:pt x="7092380" y="2491512"/>
                  </a:lnTo>
                  <a:lnTo>
                    <a:pt x="7205298" y="2478505"/>
                  </a:lnTo>
                  <a:lnTo>
                    <a:pt x="7316989" y="2463796"/>
                  </a:lnTo>
                  <a:lnTo>
                    <a:pt x="7424978" y="2447399"/>
                  </a:lnTo>
                  <a:lnTo>
                    <a:pt x="7527560" y="2429290"/>
                  </a:lnTo>
                  <a:lnTo>
                    <a:pt x="7623732" y="2409395"/>
                  </a:lnTo>
                  <a:lnTo>
                    <a:pt x="7713074" y="2387591"/>
                  </a:lnTo>
                  <a:lnTo>
                    <a:pt x="7795609" y="2363697"/>
                  </a:lnTo>
                  <a:lnTo>
                    <a:pt x="7871678" y="2337482"/>
                  </a:lnTo>
                  <a:lnTo>
                    <a:pt x="7941830" y="2308669"/>
                  </a:lnTo>
                  <a:lnTo>
                    <a:pt x="8006738" y="2276947"/>
                  </a:lnTo>
                  <a:lnTo>
                    <a:pt x="8067133" y="2241982"/>
                  </a:lnTo>
                  <a:lnTo>
                    <a:pt x="8123764" y="2203454"/>
                  </a:lnTo>
                  <a:lnTo>
                    <a:pt x="8177349" y="2161095"/>
                  </a:lnTo>
                  <a:lnTo>
                    <a:pt x="8228547" y="2114765"/>
                  </a:lnTo>
                  <a:lnTo>
                    <a:pt x="8229629" y="2113722"/>
                  </a:lnTo>
                  <a:lnTo>
                    <a:pt x="8275634" y="2066925"/>
                  </a:lnTo>
                  <a:lnTo>
                    <a:pt x="8320461" y="2016619"/>
                  </a:lnTo>
                  <a:lnTo>
                    <a:pt x="8364439" y="1962732"/>
                  </a:lnTo>
                  <a:lnTo>
                    <a:pt x="8407829" y="1905253"/>
                  </a:lnTo>
                  <a:lnTo>
                    <a:pt x="8450841" y="1844238"/>
                  </a:lnTo>
                  <a:lnTo>
                    <a:pt x="8493634" y="1779816"/>
                  </a:lnTo>
                  <a:lnTo>
                    <a:pt x="8536329" y="1712192"/>
                  </a:lnTo>
                  <a:lnTo>
                    <a:pt x="8579009" y="1641648"/>
                  </a:lnTo>
                  <a:lnTo>
                    <a:pt x="8621725" y="1568544"/>
                  </a:lnTo>
                  <a:lnTo>
                    <a:pt x="8664504" y="1493308"/>
                  </a:lnTo>
                  <a:lnTo>
                    <a:pt x="8707347" y="1416431"/>
                  </a:lnTo>
                  <a:lnTo>
                    <a:pt x="8750243" y="1338453"/>
                  </a:lnTo>
                  <a:lnTo>
                    <a:pt x="8793165" y="1259948"/>
                  </a:lnTo>
                  <a:lnTo>
                    <a:pt x="8836083" y="1181504"/>
                  </a:lnTo>
                  <a:lnTo>
                    <a:pt x="8878969" y="1103712"/>
                  </a:lnTo>
                  <a:lnTo>
                    <a:pt x="8921800" y="1027137"/>
                  </a:lnTo>
                  <a:lnTo>
                    <a:pt x="8964564" y="952312"/>
                  </a:lnTo>
                  <a:lnTo>
                    <a:pt x="9007270" y="879714"/>
                  </a:lnTo>
                  <a:lnTo>
                    <a:pt x="9049948" y="809759"/>
                  </a:lnTo>
                  <a:lnTo>
                    <a:pt x="9092655" y="742789"/>
                  </a:lnTo>
                  <a:lnTo>
                    <a:pt x="9135484" y="679071"/>
                  </a:lnTo>
                  <a:lnTo>
                    <a:pt x="9178560" y="618794"/>
                  </a:lnTo>
                  <a:lnTo>
                    <a:pt x="9222056" y="562071"/>
                  </a:lnTo>
                  <a:lnTo>
                    <a:pt x="9266189" y="508942"/>
                  </a:lnTo>
                  <a:lnTo>
                    <a:pt x="9311234" y="459383"/>
                  </a:lnTo>
                  <a:lnTo>
                    <a:pt x="9347647" y="422744"/>
                  </a:lnTo>
                  <a:lnTo>
                    <a:pt x="9398800" y="376328"/>
                  </a:lnTo>
                  <a:lnTo>
                    <a:pt x="9452327" y="333885"/>
                  </a:lnTo>
                  <a:lnTo>
                    <a:pt x="9508885" y="295276"/>
                  </a:lnTo>
                  <a:lnTo>
                    <a:pt x="9569191" y="260238"/>
                  </a:lnTo>
                  <a:lnTo>
                    <a:pt x="9633993" y="228449"/>
                  </a:lnTo>
                  <a:lnTo>
                    <a:pt x="9704025" y="199577"/>
                  </a:lnTo>
                  <a:lnTo>
                    <a:pt x="9779960" y="173309"/>
                  </a:lnTo>
                  <a:lnTo>
                    <a:pt x="9862352" y="149368"/>
                  </a:lnTo>
                  <a:lnTo>
                    <a:pt x="9951545" y="127520"/>
                  </a:lnTo>
                  <a:lnTo>
                    <a:pt x="10047572" y="107586"/>
                  </a:lnTo>
                  <a:lnTo>
                    <a:pt x="10150024" y="89439"/>
                  </a:lnTo>
                  <a:lnTo>
                    <a:pt x="10257912" y="73005"/>
                  </a:lnTo>
                  <a:lnTo>
                    <a:pt x="10369546" y="58260"/>
                  </a:lnTo>
                  <a:lnTo>
                    <a:pt x="10482469" y="45216"/>
                  </a:lnTo>
                  <a:lnTo>
                    <a:pt x="10593497" y="33907"/>
                  </a:lnTo>
                  <a:lnTo>
                    <a:pt x="10698906" y="24366"/>
                  </a:lnTo>
                  <a:lnTo>
                    <a:pt x="10794800" y="16598"/>
                  </a:lnTo>
                  <a:lnTo>
                    <a:pt x="10877611" y="10558"/>
                  </a:lnTo>
                  <a:lnTo>
                    <a:pt x="10944658" y="6132"/>
                  </a:lnTo>
                  <a:lnTo>
                    <a:pt x="10994625" y="3134"/>
                  </a:lnTo>
                  <a:lnTo>
                    <a:pt x="11027849" y="1315"/>
                  </a:lnTo>
                  <a:lnTo>
                    <a:pt x="11046358" y="388"/>
                  </a:lnTo>
                  <a:lnTo>
                    <a:pt x="11053733" y="49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3" name="pl1822"/>
            <p:cNvSpPr/>
            <p:nvPr/>
          </p:nvSpPr>
          <p:spPr>
            <a:xfrm>
              <a:off x="1199187" y="1514378"/>
              <a:ext cx="12049831" cy="4407373"/>
            </a:xfrm>
            <a:custGeom>
              <a:avLst/>
              <a:pathLst>
                <a:path w="12049831" h="4407373">
                  <a:moveTo>
                    <a:pt x="12049831" y="0"/>
                  </a:moveTo>
                  <a:lnTo>
                    <a:pt x="11054891" y="0"/>
                  </a:lnTo>
                  <a:lnTo>
                    <a:pt x="11053803" y="46"/>
                  </a:lnTo>
                  <a:lnTo>
                    <a:pt x="11046619" y="376"/>
                  </a:lnTo>
                  <a:lnTo>
                    <a:pt x="11028393" y="1287"/>
                  </a:lnTo>
                  <a:lnTo>
                    <a:pt x="10995514" y="3083"/>
                  </a:lnTo>
                  <a:lnTo>
                    <a:pt x="10945918" y="6053"/>
                  </a:lnTo>
                  <a:lnTo>
                    <a:pt x="10879230" y="10446"/>
                  </a:lnTo>
                  <a:lnTo>
                    <a:pt x="10796735" y="16450"/>
                  </a:lnTo>
                  <a:lnTo>
                    <a:pt x="10701088" y="24179"/>
                  </a:lnTo>
                  <a:lnTo>
                    <a:pt x="10595844" y="33682"/>
                  </a:lnTo>
                  <a:lnTo>
                    <a:pt x="10484897" y="44953"/>
                  </a:lnTo>
                  <a:lnTo>
                    <a:pt x="10371978" y="57961"/>
                  </a:lnTo>
                  <a:lnTo>
                    <a:pt x="10260287" y="72669"/>
                  </a:lnTo>
                  <a:lnTo>
                    <a:pt x="10152298" y="89067"/>
                  </a:lnTo>
                  <a:lnTo>
                    <a:pt x="10049716" y="107176"/>
                  </a:lnTo>
                  <a:lnTo>
                    <a:pt x="9953544" y="127071"/>
                  </a:lnTo>
                  <a:lnTo>
                    <a:pt x="9864203" y="148875"/>
                  </a:lnTo>
                  <a:lnTo>
                    <a:pt x="9781667" y="172769"/>
                  </a:lnTo>
                  <a:lnTo>
                    <a:pt x="9705598" y="198984"/>
                  </a:lnTo>
                  <a:lnTo>
                    <a:pt x="9635446" y="227797"/>
                  </a:lnTo>
                  <a:lnTo>
                    <a:pt x="9570539" y="259519"/>
                  </a:lnTo>
                  <a:lnTo>
                    <a:pt x="9510143" y="294484"/>
                  </a:lnTo>
                  <a:lnTo>
                    <a:pt x="9453513" y="333012"/>
                  </a:lnTo>
                  <a:lnTo>
                    <a:pt x="9399927" y="375371"/>
                  </a:lnTo>
                  <a:lnTo>
                    <a:pt x="9348729" y="421701"/>
                  </a:lnTo>
                  <a:lnTo>
                    <a:pt x="9347647" y="422744"/>
                  </a:lnTo>
                  <a:lnTo>
                    <a:pt x="9301643" y="469541"/>
                  </a:lnTo>
                  <a:lnTo>
                    <a:pt x="9256816" y="519847"/>
                  </a:lnTo>
                  <a:lnTo>
                    <a:pt x="9212838" y="573734"/>
                  </a:lnTo>
                  <a:lnTo>
                    <a:pt x="9169447" y="631213"/>
                  </a:lnTo>
                  <a:lnTo>
                    <a:pt x="9126436" y="692228"/>
                  </a:lnTo>
                  <a:lnTo>
                    <a:pt x="9083642" y="756650"/>
                  </a:lnTo>
                  <a:lnTo>
                    <a:pt x="9040947" y="824274"/>
                  </a:lnTo>
                  <a:lnTo>
                    <a:pt x="8998268" y="894817"/>
                  </a:lnTo>
                  <a:lnTo>
                    <a:pt x="8955551" y="967922"/>
                  </a:lnTo>
                  <a:lnTo>
                    <a:pt x="8912773" y="1043158"/>
                  </a:lnTo>
                  <a:lnTo>
                    <a:pt x="8869929" y="1120035"/>
                  </a:lnTo>
                  <a:lnTo>
                    <a:pt x="8827034" y="1198013"/>
                  </a:lnTo>
                  <a:lnTo>
                    <a:pt x="8784112" y="1276518"/>
                  </a:lnTo>
                  <a:lnTo>
                    <a:pt x="8741193" y="1354961"/>
                  </a:lnTo>
                  <a:lnTo>
                    <a:pt x="8698307" y="1432754"/>
                  </a:lnTo>
                  <a:lnTo>
                    <a:pt x="8655477" y="1509328"/>
                  </a:lnTo>
                  <a:lnTo>
                    <a:pt x="8612712" y="1584154"/>
                  </a:lnTo>
                  <a:lnTo>
                    <a:pt x="8570006" y="1656752"/>
                  </a:lnTo>
                  <a:lnTo>
                    <a:pt x="8527329" y="1726707"/>
                  </a:lnTo>
                  <a:lnTo>
                    <a:pt x="8484621" y="1793677"/>
                  </a:lnTo>
                  <a:lnTo>
                    <a:pt x="8441793" y="1857395"/>
                  </a:lnTo>
                  <a:lnTo>
                    <a:pt x="8398716" y="1917672"/>
                  </a:lnTo>
                  <a:lnTo>
                    <a:pt x="8355221" y="1974395"/>
                  </a:lnTo>
                  <a:lnTo>
                    <a:pt x="8311088" y="2027524"/>
                  </a:lnTo>
                  <a:lnTo>
                    <a:pt x="8266042" y="2077083"/>
                  </a:lnTo>
                  <a:lnTo>
                    <a:pt x="8229629" y="2113722"/>
                  </a:lnTo>
                  <a:lnTo>
                    <a:pt x="8178477" y="2160138"/>
                  </a:lnTo>
                  <a:lnTo>
                    <a:pt x="8124949" y="2202581"/>
                  </a:lnTo>
                  <a:lnTo>
                    <a:pt x="8068392" y="2241190"/>
                  </a:lnTo>
                  <a:lnTo>
                    <a:pt x="8008085" y="2276228"/>
                  </a:lnTo>
                  <a:lnTo>
                    <a:pt x="7943283" y="2308017"/>
                  </a:lnTo>
                  <a:lnTo>
                    <a:pt x="7873252" y="2336889"/>
                  </a:lnTo>
                  <a:lnTo>
                    <a:pt x="7797316" y="2363157"/>
                  </a:lnTo>
                  <a:lnTo>
                    <a:pt x="7714925" y="2387098"/>
                  </a:lnTo>
                  <a:lnTo>
                    <a:pt x="7625732" y="2408946"/>
                  </a:lnTo>
                  <a:lnTo>
                    <a:pt x="7529704" y="2428880"/>
                  </a:lnTo>
                  <a:lnTo>
                    <a:pt x="7427252" y="2447027"/>
                  </a:lnTo>
                  <a:lnTo>
                    <a:pt x="7319365" y="2463461"/>
                  </a:lnTo>
                  <a:lnTo>
                    <a:pt x="7207731" y="2478206"/>
                  </a:lnTo>
                  <a:lnTo>
                    <a:pt x="7094807" y="2491250"/>
                  </a:lnTo>
                  <a:lnTo>
                    <a:pt x="6983779" y="2502559"/>
                  </a:lnTo>
                  <a:lnTo>
                    <a:pt x="6878370" y="2512100"/>
                  </a:lnTo>
                  <a:lnTo>
                    <a:pt x="6782477" y="2519868"/>
                  </a:lnTo>
                  <a:lnTo>
                    <a:pt x="6699666" y="2525908"/>
                  </a:lnTo>
                  <a:lnTo>
                    <a:pt x="6632619" y="2530334"/>
                  </a:lnTo>
                  <a:lnTo>
                    <a:pt x="6582651" y="2533332"/>
                  </a:lnTo>
                  <a:lnTo>
                    <a:pt x="6549428" y="2535151"/>
                  </a:lnTo>
                  <a:lnTo>
                    <a:pt x="6530918" y="2536078"/>
                  </a:lnTo>
                  <a:lnTo>
                    <a:pt x="6523544" y="2536417"/>
                  </a:lnTo>
                  <a:lnTo>
                    <a:pt x="6522386" y="2536466"/>
                  </a:lnTo>
                  <a:lnTo>
                    <a:pt x="6522385" y="2536466"/>
                  </a:lnTo>
                  <a:lnTo>
                    <a:pt x="5527445" y="2536466"/>
                  </a:lnTo>
                  <a:lnTo>
                    <a:pt x="5526336" y="2536501"/>
                  </a:lnTo>
                  <a:lnTo>
                    <a:pt x="5519012" y="2536750"/>
                  </a:lnTo>
                  <a:lnTo>
                    <a:pt x="5500440" y="2537435"/>
                  </a:lnTo>
                  <a:lnTo>
                    <a:pt x="5466963" y="2538787"/>
                  </a:lnTo>
                  <a:lnTo>
                    <a:pt x="5416513" y="2541022"/>
                  </a:lnTo>
                  <a:lnTo>
                    <a:pt x="5348761" y="2544326"/>
                  </a:lnTo>
                  <a:lnTo>
                    <a:pt x="5265075" y="2548839"/>
                  </a:lnTo>
                  <a:lnTo>
                    <a:pt x="5168214" y="2554644"/>
                  </a:lnTo>
                  <a:lnTo>
                    <a:pt x="5061834" y="2561775"/>
                  </a:lnTo>
                  <a:lnTo>
                    <a:pt x="4949913" y="2570227"/>
                  </a:lnTo>
                  <a:lnTo>
                    <a:pt x="4836229" y="2579975"/>
                  </a:lnTo>
                  <a:lnTo>
                    <a:pt x="4724000" y="2590994"/>
                  </a:lnTo>
                  <a:lnTo>
                    <a:pt x="4615689" y="2603275"/>
                  </a:lnTo>
                  <a:lnTo>
                    <a:pt x="4512973" y="2616839"/>
                  </a:lnTo>
                  <a:lnTo>
                    <a:pt x="4416814" y="2631744"/>
                  </a:lnTo>
                  <a:lnTo>
                    <a:pt x="4327593" y="2648089"/>
                  </a:lnTo>
                  <a:lnTo>
                    <a:pt x="4245245" y="2666013"/>
                  </a:lnTo>
                  <a:lnTo>
                    <a:pt x="4169396" y="2685694"/>
                  </a:lnTo>
                  <a:lnTo>
                    <a:pt x="4099466" y="2707343"/>
                  </a:lnTo>
                  <a:lnTo>
                    <a:pt x="4034760" y="2731199"/>
                  </a:lnTo>
                  <a:lnTo>
                    <a:pt x="3974524" y="2757511"/>
                  </a:lnTo>
                  <a:lnTo>
                    <a:pt x="3917999" y="2786519"/>
                  </a:lnTo>
                  <a:lnTo>
                    <a:pt x="3864456" y="2818413"/>
                  </a:lnTo>
                  <a:lnTo>
                    <a:pt x="3820202" y="2848284"/>
                  </a:lnTo>
                  <a:lnTo>
                    <a:pt x="3769662" y="2886398"/>
                  </a:lnTo>
                  <a:lnTo>
                    <a:pt x="3720506" y="2927653"/>
                  </a:lnTo>
                  <a:lnTo>
                    <a:pt x="3672310" y="2972110"/>
                  </a:lnTo>
                  <a:lnTo>
                    <a:pt x="3624743" y="3019764"/>
                  </a:lnTo>
                  <a:lnTo>
                    <a:pt x="3577551" y="3070535"/>
                  </a:lnTo>
                  <a:lnTo>
                    <a:pt x="3530546" y="3124263"/>
                  </a:lnTo>
                  <a:lnTo>
                    <a:pt x="3483596" y="3180705"/>
                  </a:lnTo>
                  <a:lnTo>
                    <a:pt x="3436616" y="3239535"/>
                  </a:lnTo>
                  <a:lnTo>
                    <a:pt x="3389566" y="3300348"/>
                  </a:lnTo>
                  <a:lnTo>
                    <a:pt x="3342437" y="3362670"/>
                  </a:lnTo>
                  <a:lnTo>
                    <a:pt x="3295246" y="3425974"/>
                  </a:lnTo>
                  <a:lnTo>
                    <a:pt x="3248025" y="3489696"/>
                  </a:lnTo>
                  <a:lnTo>
                    <a:pt x="3200817" y="3553256"/>
                  </a:lnTo>
                  <a:lnTo>
                    <a:pt x="3153657" y="3616080"/>
                  </a:lnTo>
                  <a:lnTo>
                    <a:pt x="3106571" y="3677622"/>
                  </a:lnTo>
                  <a:lnTo>
                    <a:pt x="3059563" y="3737383"/>
                  </a:lnTo>
                  <a:lnTo>
                    <a:pt x="3012607" y="3794927"/>
                  </a:lnTo>
                  <a:lnTo>
                    <a:pt x="2965640" y="3849891"/>
                  </a:lnTo>
                  <a:lnTo>
                    <a:pt x="2918550" y="3901994"/>
                  </a:lnTo>
                  <a:lnTo>
                    <a:pt x="2871177" y="3951041"/>
                  </a:lnTo>
                  <a:lnTo>
                    <a:pt x="2823295" y="3996917"/>
                  </a:lnTo>
                  <a:lnTo>
                    <a:pt x="2774609" y="4039585"/>
                  </a:lnTo>
                  <a:lnTo>
                    <a:pt x="2724741" y="4079077"/>
                  </a:lnTo>
                  <a:lnTo>
                    <a:pt x="2702183" y="4095555"/>
                  </a:lnTo>
                  <a:lnTo>
                    <a:pt x="2650681" y="4130011"/>
                  </a:lnTo>
                  <a:lnTo>
                    <a:pt x="2596767" y="4161498"/>
                  </a:lnTo>
                  <a:lnTo>
                    <a:pt x="2539774" y="4190120"/>
                  </a:lnTo>
                  <a:lnTo>
                    <a:pt x="2478966" y="4216078"/>
                  </a:lnTo>
                  <a:lnTo>
                    <a:pt x="2413581" y="4239614"/>
                  </a:lnTo>
                  <a:lnTo>
                    <a:pt x="2342873" y="4260978"/>
                  </a:lnTo>
                  <a:lnTo>
                    <a:pt x="2266157" y="4280403"/>
                  </a:lnTo>
                  <a:lnTo>
                    <a:pt x="2182876" y="4298099"/>
                  </a:lnTo>
                  <a:lnTo>
                    <a:pt x="2092691" y="4314238"/>
                  </a:lnTo>
                  <a:lnTo>
                    <a:pt x="1995592" y="4328953"/>
                  </a:lnTo>
                  <a:lnTo>
                    <a:pt x="1892030" y="4342338"/>
                  </a:lnTo>
                  <a:lnTo>
                    <a:pt x="1783060" y="4354443"/>
                  </a:lnTo>
                  <a:lnTo>
                    <a:pt x="1670465" y="4365287"/>
                  </a:lnTo>
                  <a:lnTo>
                    <a:pt x="1556818" y="4374858"/>
                  </a:lnTo>
                  <a:lnTo>
                    <a:pt x="1445428" y="4383129"/>
                  </a:lnTo>
                  <a:lnTo>
                    <a:pt x="1340128" y="4390076"/>
                  </a:lnTo>
                  <a:lnTo>
                    <a:pt x="1244885" y="4395700"/>
                  </a:lnTo>
                  <a:lnTo>
                    <a:pt x="1163263" y="4400039"/>
                  </a:lnTo>
                  <a:lnTo>
                    <a:pt x="1097858" y="4403186"/>
                  </a:lnTo>
                  <a:lnTo>
                    <a:pt x="1049813" y="4405286"/>
                  </a:lnTo>
                  <a:lnTo>
                    <a:pt x="1018557" y="4406533"/>
                  </a:lnTo>
                  <a:lnTo>
                    <a:pt x="1001791" y="4407145"/>
                  </a:lnTo>
                  <a:lnTo>
                    <a:pt x="995655" y="4407350"/>
                  </a:lnTo>
                  <a:lnTo>
                    <a:pt x="994940" y="4407373"/>
                  </a:lnTo>
                  <a:lnTo>
                    <a:pt x="0" y="4407373"/>
                  </a:lnTo>
                  <a:lnTo>
                    <a:pt x="0" y="44073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4" name="pg1823"/>
            <p:cNvSpPr/>
            <p:nvPr/>
          </p:nvSpPr>
          <p:spPr>
            <a:xfrm>
              <a:off x="1199187" y="3359081"/>
              <a:ext cx="12049831" cy="2578391"/>
            </a:xfrm>
            <a:custGeom>
              <a:avLst/>
              <a:pathLst>
                <a:path w="12049831" h="2578391">
                  <a:moveTo>
                    <a:pt x="0" y="2578391"/>
                  </a:moveTo>
                  <a:lnTo>
                    <a:pt x="994940" y="2578391"/>
                  </a:lnTo>
                  <a:lnTo>
                    <a:pt x="996051" y="2578358"/>
                  </a:lnTo>
                  <a:lnTo>
                    <a:pt x="1003391" y="2578121"/>
                  </a:lnTo>
                  <a:lnTo>
                    <a:pt x="1022002" y="2577466"/>
                  </a:lnTo>
                  <a:lnTo>
                    <a:pt x="1055547" y="2576176"/>
                  </a:lnTo>
                  <a:lnTo>
                    <a:pt x="1106095" y="2574043"/>
                  </a:lnTo>
                  <a:lnTo>
                    <a:pt x="1173967" y="2570889"/>
                  </a:lnTo>
                  <a:lnTo>
                    <a:pt x="1257788" y="2566583"/>
                  </a:lnTo>
                  <a:lnTo>
                    <a:pt x="1354786" y="2561043"/>
                  </a:lnTo>
                  <a:lnTo>
                    <a:pt x="1461294" y="2554238"/>
                  </a:lnTo>
                  <a:lnTo>
                    <a:pt x="1573325" y="2546173"/>
                  </a:lnTo>
                  <a:lnTo>
                    <a:pt x="1687094" y="2536873"/>
                  </a:lnTo>
                  <a:lnTo>
                    <a:pt x="1799382" y="2526361"/>
                  </a:lnTo>
                  <a:lnTo>
                    <a:pt x="1907729" y="2514644"/>
                  </a:lnTo>
                  <a:lnTo>
                    <a:pt x="2010460" y="2501704"/>
                  </a:lnTo>
                  <a:lnTo>
                    <a:pt x="2106616" y="2487483"/>
                  </a:lnTo>
                  <a:lnTo>
                    <a:pt x="2195823" y="2471888"/>
                  </a:lnTo>
                  <a:lnTo>
                    <a:pt x="2278149" y="2454785"/>
                  </a:lnTo>
                  <a:lnTo>
                    <a:pt x="2353973" y="2436004"/>
                  </a:lnTo>
                  <a:lnTo>
                    <a:pt x="2423878" y="2415343"/>
                  </a:lnTo>
                  <a:lnTo>
                    <a:pt x="2488562" y="2392573"/>
                  </a:lnTo>
                  <a:lnTo>
                    <a:pt x="2548780" y="2367457"/>
                  </a:lnTo>
                  <a:lnTo>
                    <a:pt x="2605294" y="2339767"/>
                  </a:lnTo>
                  <a:lnTo>
                    <a:pt x="2658832" y="2309321"/>
                  </a:lnTo>
                  <a:lnTo>
                    <a:pt x="2702183" y="2281422"/>
                  </a:lnTo>
                  <a:lnTo>
                    <a:pt x="2753385" y="2244619"/>
                  </a:lnTo>
                  <a:lnTo>
                    <a:pt x="2803174" y="2204744"/>
                  </a:lnTo>
                  <a:lnTo>
                    <a:pt x="2851986" y="2161737"/>
                  </a:lnTo>
                  <a:lnTo>
                    <a:pt x="2900164" y="2115606"/>
                  </a:lnTo>
                  <a:lnTo>
                    <a:pt x="2947968" y="2066432"/>
                  </a:lnTo>
                  <a:lnTo>
                    <a:pt x="2995592" y="2014381"/>
                  </a:lnTo>
                  <a:lnTo>
                    <a:pt x="3043168" y="1959697"/>
                  </a:lnTo>
                  <a:lnTo>
                    <a:pt x="3090779" y="1902713"/>
                  </a:lnTo>
                  <a:lnTo>
                    <a:pt x="3138465" y="1843836"/>
                  </a:lnTo>
                  <a:lnTo>
                    <a:pt x="3186231" y="1783543"/>
                  </a:lnTo>
                  <a:lnTo>
                    <a:pt x="3234057" y="1722361"/>
                  </a:lnTo>
                  <a:lnTo>
                    <a:pt x="3281907" y="1660854"/>
                  </a:lnTo>
                  <a:lnTo>
                    <a:pt x="3329739" y="1599595"/>
                  </a:lnTo>
                  <a:lnTo>
                    <a:pt x="3377515" y="1539151"/>
                  </a:lnTo>
                  <a:lnTo>
                    <a:pt x="3425212" y="1480055"/>
                  </a:lnTo>
                  <a:lnTo>
                    <a:pt x="3472832" y="1422792"/>
                  </a:lnTo>
                  <a:lnTo>
                    <a:pt x="3520408" y="1367779"/>
                  </a:lnTo>
                  <a:lnTo>
                    <a:pt x="3568019" y="1315357"/>
                  </a:lnTo>
                  <a:lnTo>
                    <a:pt x="3615789" y="1265786"/>
                  </a:lnTo>
                  <a:lnTo>
                    <a:pt x="3663903" y="1219240"/>
                  </a:lnTo>
                  <a:lnTo>
                    <a:pt x="3712613" y="1175812"/>
                  </a:lnTo>
                  <a:lnTo>
                    <a:pt x="3762247" y="1135519"/>
                  </a:lnTo>
                  <a:lnTo>
                    <a:pt x="3813230" y="1098309"/>
                  </a:lnTo>
                  <a:lnTo>
                    <a:pt x="3820202" y="1093545"/>
                  </a:lnTo>
                  <a:lnTo>
                    <a:pt x="3871743" y="1060706"/>
                  </a:lnTo>
                  <a:lnTo>
                    <a:pt x="3925701" y="1030700"/>
                  </a:lnTo>
                  <a:lnTo>
                    <a:pt x="3982744" y="1003425"/>
                  </a:lnTo>
                  <a:lnTo>
                    <a:pt x="4043609" y="978690"/>
                  </a:lnTo>
                  <a:lnTo>
                    <a:pt x="4109059" y="956266"/>
                  </a:lnTo>
                  <a:lnTo>
                    <a:pt x="4179844" y="935912"/>
                  </a:lnTo>
                  <a:lnTo>
                    <a:pt x="4256649" y="917406"/>
                  </a:lnTo>
                  <a:lnTo>
                    <a:pt x="4340031" y="900549"/>
                  </a:lnTo>
                  <a:lnTo>
                    <a:pt x="4430328" y="885176"/>
                  </a:lnTo>
                  <a:lnTo>
                    <a:pt x="4527549" y="871161"/>
                  </a:lnTo>
                  <a:lnTo>
                    <a:pt x="4631236" y="858414"/>
                  </a:lnTo>
                  <a:lnTo>
                    <a:pt x="4740328" y="846886"/>
                  </a:lnTo>
                  <a:lnTo>
                    <a:pt x="4853030" y="836562"/>
                  </a:lnTo>
                  <a:lnTo>
                    <a:pt x="4966757" y="827453"/>
                  </a:lnTo>
                  <a:lnTo>
                    <a:pt x="5078186" y="819584"/>
                  </a:lnTo>
                  <a:lnTo>
                    <a:pt x="5183470" y="812977"/>
                  </a:lnTo>
                  <a:lnTo>
                    <a:pt x="5278636" y="807633"/>
                  </a:lnTo>
                  <a:lnTo>
                    <a:pt x="5360119" y="803513"/>
                  </a:lnTo>
                  <a:lnTo>
                    <a:pt x="5425336" y="800528"/>
                  </a:lnTo>
                  <a:lnTo>
                    <a:pt x="5473163" y="798539"/>
                  </a:lnTo>
                  <a:lnTo>
                    <a:pt x="5504197" y="797362"/>
                  </a:lnTo>
                  <a:lnTo>
                    <a:pt x="5520769" y="796787"/>
                  </a:lnTo>
                  <a:lnTo>
                    <a:pt x="5526772" y="796596"/>
                  </a:lnTo>
                  <a:lnTo>
                    <a:pt x="5527445" y="796576"/>
                  </a:lnTo>
                  <a:lnTo>
                    <a:pt x="6522385" y="796576"/>
                  </a:lnTo>
                  <a:lnTo>
                    <a:pt x="6523517" y="796561"/>
                  </a:lnTo>
                  <a:lnTo>
                    <a:pt x="6530984" y="796454"/>
                  </a:lnTo>
                  <a:lnTo>
                    <a:pt x="6549910" y="796158"/>
                  </a:lnTo>
                  <a:lnTo>
                    <a:pt x="6583999" y="795574"/>
                  </a:lnTo>
                  <a:lnTo>
                    <a:pt x="6635322" y="794610"/>
                  </a:lnTo>
                  <a:lnTo>
                    <a:pt x="6704158" y="793184"/>
                  </a:lnTo>
                  <a:lnTo>
                    <a:pt x="6789055" y="791239"/>
                  </a:lnTo>
                  <a:lnTo>
                    <a:pt x="6887144" y="788739"/>
                  </a:lnTo>
                  <a:lnTo>
                    <a:pt x="6994666" y="785670"/>
                  </a:lnTo>
                  <a:lnTo>
                    <a:pt x="7107563" y="782035"/>
                  </a:lnTo>
                  <a:lnTo>
                    <a:pt x="7222005" y="777846"/>
                  </a:lnTo>
                  <a:lnTo>
                    <a:pt x="7334762" y="773112"/>
                  </a:lnTo>
                  <a:lnTo>
                    <a:pt x="7443382" y="767837"/>
                  </a:lnTo>
                  <a:lnTo>
                    <a:pt x="7546220" y="762011"/>
                  </a:lnTo>
                  <a:lnTo>
                    <a:pt x="7642352" y="755606"/>
                  </a:lnTo>
                  <a:lnTo>
                    <a:pt x="7731442" y="748579"/>
                  </a:lnTo>
                  <a:lnTo>
                    <a:pt x="7813594" y="740867"/>
                  </a:lnTo>
                  <a:lnTo>
                    <a:pt x="7889219" y="732393"/>
                  </a:lnTo>
                  <a:lnTo>
                    <a:pt x="7958925" y="723063"/>
                  </a:lnTo>
                  <a:lnTo>
                    <a:pt x="8023433" y="712773"/>
                  </a:lnTo>
                  <a:lnTo>
                    <a:pt x="8083514" y="701416"/>
                  </a:lnTo>
                  <a:lnTo>
                    <a:pt x="8139941" y="688890"/>
                  </a:lnTo>
                  <a:lnTo>
                    <a:pt x="8193450" y="675118"/>
                  </a:lnTo>
                  <a:lnTo>
                    <a:pt x="8229629" y="664687"/>
                  </a:lnTo>
                  <a:lnTo>
                    <a:pt x="8288313" y="645796"/>
                  </a:lnTo>
                  <a:lnTo>
                    <a:pt x="8345222" y="625097"/>
                  </a:lnTo>
                  <a:lnTo>
                    <a:pt x="8400987" y="602562"/>
                  </a:lnTo>
                  <a:lnTo>
                    <a:pt x="8456077" y="578213"/>
                  </a:lnTo>
                  <a:lnTo>
                    <a:pt x="8510834" y="552133"/>
                  </a:lnTo>
                  <a:lnTo>
                    <a:pt x="8565487" y="524471"/>
                  </a:lnTo>
                  <a:lnTo>
                    <a:pt x="8620177" y="495439"/>
                  </a:lnTo>
                  <a:lnTo>
                    <a:pt x="8674966" y="465309"/>
                  </a:lnTo>
                  <a:lnTo>
                    <a:pt x="8729856" y="434406"/>
                  </a:lnTo>
                  <a:lnTo>
                    <a:pt x="8784811" y="403094"/>
                  </a:lnTo>
                  <a:lnTo>
                    <a:pt x="8839770" y="371754"/>
                  </a:lnTo>
                  <a:lnTo>
                    <a:pt x="8894673" y="340772"/>
                  </a:lnTo>
                  <a:lnTo>
                    <a:pt x="8949477" y="310514"/>
                  </a:lnTo>
                  <a:lnTo>
                    <a:pt x="9004178" y="281311"/>
                  </a:lnTo>
                  <a:lnTo>
                    <a:pt x="9058830" y="253444"/>
                  </a:lnTo>
                  <a:lnTo>
                    <a:pt x="9113561" y="227134"/>
                  </a:lnTo>
                  <a:lnTo>
                    <a:pt x="9168587" y="202537"/>
                  </a:lnTo>
                  <a:lnTo>
                    <a:pt x="9224233" y="179746"/>
                  </a:lnTo>
                  <a:lnTo>
                    <a:pt x="9280949" y="158793"/>
                  </a:lnTo>
                  <a:lnTo>
                    <a:pt x="9339341" y="139654"/>
                  </a:lnTo>
                  <a:lnTo>
                    <a:pt x="9347647" y="137129"/>
                  </a:lnTo>
                  <a:lnTo>
                    <a:pt x="9399504" y="122462"/>
                  </a:lnTo>
                  <a:lnTo>
                    <a:pt x="9453809" y="109067"/>
                  </a:lnTo>
                  <a:lnTo>
                    <a:pt x="9511246" y="96899"/>
                  </a:lnTo>
                  <a:lnTo>
                    <a:pt x="9572564" y="85871"/>
                  </a:lnTo>
                  <a:lnTo>
                    <a:pt x="9638541" y="75878"/>
                  </a:lnTo>
                  <a:lnTo>
                    <a:pt x="9709939" y="66813"/>
                  </a:lnTo>
                  <a:lnTo>
                    <a:pt x="9787451" y="58575"/>
                  </a:lnTo>
                  <a:lnTo>
                    <a:pt x="9871639" y="51075"/>
                  </a:lnTo>
                  <a:lnTo>
                    <a:pt x="9962834" y="44239"/>
                  </a:lnTo>
                  <a:lnTo>
                    <a:pt x="10061023" y="38010"/>
                  </a:lnTo>
                  <a:lnTo>
                    <a:pt x="10165710" y="32350"/>
                  </a:lnTo>
                  <a:lnTo>
                    <a:pt x="10275770" y="27237"/>
                  </a:lnTo>
                  <a:lnTo>
                    <a:pt x="10389322" y="22665"/>
                  </a:lnTo>
                  <a:lnTo>
                    <a:pt x="10503674" y="18639"/>
                  </a:lnTo>
                  <a:lnTo>
                    <a:pt x="10615390" y="15172"/>
                  </a:lnTo>
                  <a:lnTo>
                    <a:pt x="10720524" y="12273"/>
                  </a:lnTo>
                  <a:lnTo>
                    <a:pt x="10815047" y="9940"/>
                  </a:lnTo>
                  <a:lnTo>
                    <a:pt x="10895403" y="8155"/>
                  </a:lnTo>
                  <a:lnTo>
                    <a:pt x="10959099" y="6874"/>
                  </a:lnTo>
                  <a:lnTo>
                    <a:pt x="11005176" y="6032"/>
                  </a:lnTo>
                  <a:lnTo>
                    <a:pt x="11034453" y="5545"/>
                  </a:lnTo>
                  <a:lnTo>
                    <a:pt x="11049509" y="5315"/>
                  </a:lnTo>
                  <a:lnTo>
                    <a:pt x="11054493" y="524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0" y="15"/>
                  </a:lnTo>
                  <a:lnTo>
                    <a:pt x="11046292" y="122"/>
                  </a:lnTo>
                  <a:lnTo>
                    <a:pt x="11027367" y="418"/>
                  </a:lnTo>
                  <a:lnTo>
                    <a:pt x="10993277" y="1001"/>
                  </a:lnTo>
                  <a:lnTo>
                    <a:pt x="10941954" y="1966"/>
                  </a:lnTo>
                  <a:lnTo>
                    <a:pt x="10873118" y="3391"/>
                  </a:lnTo>
                  <a:lnTo>
                    <a:pt x="10788222" y="5336"/>
                  </a:lnTo>
                  <a:lnTo>
                    <a:pt x="10690133" y="7836"/>
                  </a:lnTo>
                  <a:lnTo>
                    <a:pt x="10582610" y="10905"/>
                  </a:lnTo>
                  <a:lnTo>
                    <a:pt x="10469713" y="14540"/>
                  </a:lnTo>
                  <a:lnTo>
                    <a:pt x="10355271" y="18730"/>
                  </a:lnTo>
                  <a:lnTo>
                    <a:pt x="10242515" y="23463"/>
                  </a:lnTo>
                  <a:lnTo>
                    <a:pt x="10133895" y="28738"/>
                  </a:lnTo>
                  <a:lnTo>
                    <a:pt x="10031057" y="34565"/>
                  </a:lnTo>
                  <a:lnTo>
                    <a:pt x="9934924" y="40969"/>
                  </a:lnTo>
                  <a:lnTo>
                    <a:pt x="9845834" y="47997"/>
                  </a:lnTo>
                  <a:lnTo>
                    <a:pt x="9763682" y="55708"/>
                  </a:lnTo>
                  <a:lnTo>
                    <a:pt x="9688057" y="64182"/>
                  </a:lnTo>
                  <a:lnTo>
                    <a:pt x="9618351" y="73513"/>
                  </a:lnTo>
                  <a:lnTo>
                    <a:pt x="9553844" y="83802"/>
                  </a:lnTo>
                  <a:lnTo>
                    <a:pt x="9493763" y="95159"/>
                  </a:lnTo>
                  <a:lnTo>
                    <a:pt x="9437335" y="107685"/>
                  </a:lnTo>
                  <a:lnTo>
                    <a:pt x="9383827" y="121457"/>
                  </a:lnTo>
                  <a:lnTo>
                    <a:pt x="9347647" y="131889"/>
                  </a:lnTo>
                  <a:lnTo>
                    <a:pt x="9288964" y="150780"/>
                  </a:lnTo>
                  <a:lnTo>
                    <a:pt x="9232054" y="171478"/>
                  </a:lnTo>
                  <a:lnTo>
                    <a:pt x="9176290" y="194013"/>
                  </a:lnTo>
                  <a:lnTo>
                    <a:pt x="9121199" y="218363"/>
                  </a:lnTo>
                  <a:lnTo>
                    <a:pt x="9066443" y="244442"/>
                  </a:lnTo>
                  <a:lnTo>
                    <a:pt x="9011789" y="272104"/>
                  </a:lnTo>
                  <a:lnTo>
                    <a:pt x="8957099" y="301137"/>
                  </a:lnTo>
                  <a:lnTo>
                    <a:pt x="8902311" y="331266"/>
                  </a:lnTo>
                  <a:lnTo>
                    <a:pt x="8847420" y="362169"/>
                  </a:lnTo>
                  <a:lnTo>
                    <a:pt x="8792465" y="393482"/>
                  </a:lnTo>
                  <a:lnTo>
                    <a:pt x="8737506" y="424821"/>
                  </a:lnTo>
                  <a:lnTo>
                    <a:pt x="8682604" y="455804"/>
                  </a:lnTo>
                  <a:lnTo>
                    <a:pt x="8627800" y="486061"/>
                  </a:lnTo>
                  <a:lnTo>
                    <a:pt x="8573099" y="515264"/>
                  </a:lnTo>
                  <a:lnTo>
                    <a:pt x="8518446" y="543131"/>
                  </a:lnTo>
                  <a:lnTo>
                    <a:pt x="8463716" y="569442"/>
                  </a:lnTo>
                  <a:lnTo>
                    <a:pt x="8408690" y="594038"/>
                  </a:lnTo>
                  <a:lnTo>
                    <a:pt x="8353044" y="616829"/>
                  </a:lnTo>
                  <a:lnTo>
                    <a:pt x="8296328" y="637782"/>
                  </a:lnTo>
                  <a:lnTo>
                    <a:pt x="8237936" y="656921"/>
                  </a:lnTo>
                  <a:lnTo>
                    <a:pt x="8229629" y="659446"/>
                  </a:lnTo>
                  <a:lnTo>
                    <a:pt x="8177772" y="674114"/>
                  </a:lnTo>
                  <a:lnTo>
                    <a:pt x="8123467" y="687509"/>
                  </a:lnTo>
                  <a:lnTo>
                    <a:pt x="8066031" y="699677"/>
                  </a:lnTo>
                  <a:lnTo>
                    <a:pt x="8004712" y="710705"/>
                  </a:lnTo>
                  <a:lnTo>
                    <a:pt x="7938735" y="720697"/>
                  </a:lnTo>
                  <a:lnTo>
                    <a:pt x="7867338" y="729762"/>
                  </a:lnTo>
                  <a:lnTo>
                    <a:pt x="7789825" y="738000"/>
                  </a:lnTo>
                  <a:lnTo>
                    <a:pt x="7705637" y="745500"/>
                  </a:lnTo>
                  <a:lnTo>
                    <a:pt x="7614443" y="752336"/>
                  </a:lnTo>
                  <a:lnTo>
                    <a:pt x="7516254" y="758565"/>
                  </a:lnTo>
                  <a:lnTo>
                    <a:pt x="7411566" y="764225"/>
                  </a:lnTo>
                  <a:lnTo>
                    <a:pt x="7301506" y="769338"/>
                  </a:lnTo>
                  <a:lnTo>
                    <a:pt x="7187954" y="773911"/>
                  </a:lnTo>
                  <a:lnTo>
                    <a:pt x="7073602" y="777936"/>
                  </a:lnTo>
                  <a:lnTo>
                    <a:pt x="6961887" y="781403"/>
                  </a:lnTo>
                  <a:lnTo>
                    <a:pt x="6856753" y="784303"/>
                  </a:lnTo>
                  <a:lnTo>
                    <a:pt x="6762230" y="786635"/>
                  </a:lnTo>
                  <a:lnTo>
                    <a:pt x="6681874" y="788421"/>
                  </a:lnTo>
                  <a:lnTo>
                    <a:pt x="6618178" y="789701"/>
                  </a:lnTo>
                  <a:lnTo>
                    <a:pt x="6572101" y="790543"/>
                  </a:lnTo>
                  <a:lnTo>
                    <a:pt x="6542824" y="791031"/>
                  </a:lnTo>
                  <a:lnTo>
                    <a:pt x="6527767" y="791260"/>
                  </a:lnTo>
                  <a:lnTo>
                    <a:pt x="6522783" y="791330"/>
                  </a:lnTo>
                  <a:lnTo>
                    <a:pt x="6522385" y="791335"/>
                  </a:lnTo>
                  <a:lnTo>
                    <a:pt x="5527445" y="791335"/>
                  </a:lnTo>
                  <a:lnTo>
                    <a:pt x="5526334" y="791369"/>
                  </a:lnTo>
                  <a:lnTo>
                    <a:pt x="5518994" y="791606"/>
                  </a:lnTo>
                  <a:lnTo>
                    <a:pt x="5500383" y="792260"/>
                  </a:lnTo>
                  <a:lnTo>
                    <a:pt x="5466838" y="793551"/>
                  </a:lnTo>
                  <a:lnTo>
                    <a:pt x="5416290" y="795684"/>
                  </a:lnTo>
                  <a:lnTo>
                    <a:pt x="5348418" y="798838"/>
                  </a:lnTo>
                  <a:lnTo>
                    <a:pt x="5264597" y="803144"/>
                  </a:lnTo>
                  <a:lnTo>
                    <a:pt x="5167599" y="808684"/>
                  </a:lnTo>
                  <a:lnTo>
                    <a:pt x="5061091" y="815489"/>
                  </a:lnTo>
                  <a:lnTo>
                    <a:pt x="4949060" y="823554"/>
                  </a:lnTo>
                  <a:lnTo>
                    <a:pt x="4835291" y="832854"/>
                  </a:lnTo>
                  <a:lnTo>
                    <a:pt x="4723003" y="843366"/>
                  </a:lnTo>
                  <a:lnTo>
                    <a:pt x="4614656" y="855082"/>
                  </a:lnTo>
                  <a:lnTo>
                    <a:pt x="4511925" y="868023"/>
                  </a:lnTo>
                  <a:lnTo>
                    <a:pt x="4415769" y="882244"/>
                  </a:lnTo>
                  <a:lnTo>
                    <a:pt x="4326562" y="897839"/>
                  </a:lnTo>
                  <a:lnTo>
                    <a:pt x="4244236" y="914942"/>
                  </a:lnTo>
                  <a:lnTo>
                    <a:pt x="4168412" y="933722"/>
                  </a:lnTo>
                  <a:lnTo>
                    <a:pt x="4098507" y="954384"/>
                  </a:lnTo>
                  <a:lnTo>
                    <a:pt x="4033823" y="977153"/>
                  </a:lnTo>
                  <a:lnTo>
                    <a:pt x="3973605" y="1002270"/>
                  </a:lnTo>
                  <a:lnTo>
                    <a:pt x="3917091" y="1029960"/>
                  </a:lnTo>
                  <a:lnTo>
                    <a:pt x="3863553" y="1060406"/>
                  </a:lnTo>
                  <a:lnTo>
                    <a:pt x="3820202" y="1088305"/>
                  </a:lnTo>
                  <a:lnTo>
                    <a:pt x="3769000" y="1125107"/>
                  </a:lnTo>
                  <a:lnTo>
                    <a:pt x="3719211" y="1164983"/>
                  </a:lnTo>
                  <a:lnTo>
                    <a:pt x="3670399" y="1207990"/>
                  </a:lnTo>
                  <a:lnTo>
                    <a:pt x="3622221" y="1254121"/>
                  </a:lnTo>
                  <a:lnTo>
                    <a:pt x="3574417" y="1303294"/>
                  </a:lnTo>
                  <a:lnTo>
                    <a:pt x="3526793" y="1355346"/>
                  </a:lnTo>
                  <a:lnTo>
                    <a:pt x="3479217" y="1410030"/>
                  </a:lnTo>
                  <a:lnTo>
                    <a:pt x="3431606" y="1467014"/>
                  </a:lnTo>
                  <a:lnTo>
                    <a:pt x="3383920" y="1525890"/>
                  </a:lnTo>
                  <a:lnTo>
                    <a:pt x="3336154" y="1586184"/>
                  </a:lnTo>
                  <a:lnTo>
                    <a:pt x="3288328" y="1647365"/>
                  </a:lnTo>
                  <a:lnTo>
                    <a:pt x="3240478" y="1708873"/>
                  </a:lnTo>
                  <a:lnTo>
                    <a:pt x="3192646" y="1770132"/>
                  </a:lnTo>
                  <a:lnTo>
                    <a:pt x="3144870" y="1830576"/>
                  </a:lnTo>
                  <a:lnTo>
                    <a:pt x="3097173" y="1889672"/>
                  </a:lnTo>
                  <a:lnTo>
                    <a:pt x="3049553" y="1946935"/>
                  </a:lnTo>
                  <a:lnTo>
                    <a:pt x="3001977" y="2001948"/>
                  </a:lnTo>
                  <a:lnTo>
                    <a:pt x="2954366" y="2054369"/>
                  </a:lnTo>
                  <a:lnTo>
                    <a:pt x="2906596" y="2103940"/>
                  </a:lnTo>
                  <a:lnTo>
                    <a:pt x="2858482" y="2150486"/>
                  </a:lnTo>
                  <a:lnTo>
                    <a:pt x="2809772" y="2193915"/>
                  </a:lnTo>
                  <a:lnTo>
                    <a:pt x="2760138" y="2234208"/>
                  </a:lnTo>
                  <a:lnTo>
                    <a:pt x="2709155" y="2271418"/>
                  </a:lnTo>
                  <a:lnTo>
                    <a:pt x="2702183" y="2276182"/>
                  </a:lnTo>
                  <a:lnTo>
                    <a:pt x="2650642" y="2309020"/>
                  </a:lnTo>
                  <a:lnTo>
                    <a:pt x="2596684" y="2339027"/>
                  </a:lnTo>
                  <a:lnTo>
                    <a:pt x="2539641" y="2366302"/>
                  </a:lnTo>
                  <a:lnTo>
                    <a:pt x="2478776" y="2391036"/>
                  </a:lnTo>
                  <a:lnTo>
                    <a:pt x="2413326" y="2413461"/>
                  </a:lnTo>
                  <a:lnTo>
                    <a:pt x="2342541" y="2433814"/>
                  </a:lnTo>
                  <a:lnTo>
                    <a:pt x="2265736" y="2452320"/>
                  </a:lnTo>
                  <a:lnTo>
                    <a:pt x="2182354" y="2469178"/>
                  </a:lnTo>
                  <a:lnTo>
                    <a:pt x="2092057" y="2484550"/>
                  </a:lnTo>
                  <a:lnTo>
                    <a:pt x="1994836" y="2498566"/>
                  </a:lnTo>
                  <a:lnTo>
                    <a:pt x="1891149" y="2511313"/>
                  </a:lnTo>
                  <a:lnTo>
                    <a:pt x="1782057" y="2522840"/>
                  </a:lnTo>
                  <a:lnTo>
                    <a:pt x="1669355" y="2533164"/>
                  </a:lnTo>
                  <a:lnTo>
                    <a:pt x="1555628" y="2542274"/>
                  </a:lnTo>
                  <a:lnTo>
                    <a:pt x="1444199" y="2550143"/>
                  </a:lnTo>
                  <a:lnTo>
                    <a:pt x="1338915" y="2556750"/>
                  </a:lnTo>
                  <a:lnTo>
                    <a:pt x="1243749" y="2562094"/>
                  </a:lnTo>
                  <a:lnTo>
                    <a:pt x="1162266" y="2566214"/>
                  </a:lnTo>
                  <a:lnTo>
                    <a:pt x="1097049" y="2569198"/>
                  </a:lnTo>
                  <a:lnTo>
                    <a:pt x="1049222" y="2571187"/>
                  </a:lnTo>
                  <a:lnTo>
                    <a:pt x="1018188" y="2572364"/>
                  </a:lnTo>
                  <a:lnTo>
                    <a:pt x="1001616" y="2572940"/>
                  </a:lnTo>
                  <a:lnTo>
                    <a:pt x="995613" y="2573131"/>
                  </a:lnTo>
                  <a:lnTo>
                    <a:pt x="994940" y="2573151"/>
                  </a:lnTo>
                  <a:lnTo>
                    <a:pt x="0" y="2573151"/>
                  </a:lnTo>
                  <a:close/>
                </a:path>
              </a:pathLst>
            </a:custGeom>
            <a:solidFill>
              <a:srgbClr val="B497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25" name="pl1824"/>
            <p:cNvSpPr/>
            <p:nvPr/>
          </p:nvSpPr>
          <p:spPr>
            <a:xfrm>
              <a:off x="1199187" y="3364322"/>
              <a:ext cx="12049831" cy="2573151"/>
            </a:xfrm>
            <a:custGeom>
              <a:avLst/>
              <a:pathLst>
                <a:path w="12049831" h="2573151">
                  <a:moveTo>
                    <a:pt x="0" y="2573151"/>
                  </a:moveTo>
                  <a:lnTo>
                    <a:pt x="994940" y="2573151"/>
                  </a:lnTo>
                  <a:lnTo>
                    <a:pt x="996051" y="2573118"/>
                  </a:lnTo>
                  <a:lnTo>
                    <a:pt x="1003391" y="2572881"/>
                  </a:lnTo>
                  <a:lnTo>
                    <a:pt x="1022002" y="2572226"/>
                  </a:lnTo>
                  <a:lnTo>
                    <a:pt x="1055547" y="2570935"/>
                  </a:lnTo>
                  <a:lnTo>
                    <a:pt x="1106095" y="2568802"/>
                  </a:lnTo>
                  <a:lnTo>
                    <a:pt x="1173967" y="2565648"/>
                  </a:lnTo>
                  <a:lnTo>
                    <a:pt x="1257788" y="2561342"/>
                  </a:lnTo>
                  <a:lnTo>
                    <a:pt x="1354786" y="2555802"/>
                  </a:lnTo>
                  <a:lnTo>
                    <a:pt x="1461294" y="2548997"/>
                  </a:lnTo>
                  <a:lnTo>
                    <a:pt x="1573325" y="2540932"/>
                  </a:lnTo>
                  <a:lnTo>
                    <a:pt x="1687094" y="2531632"/>
                  </a:lnTo>
                  <a:lnTo>
                    <a:pt x="1799382" y="2521120"/>
                  </a:lnTo>
                  <a:lnTo>
                    <a:pt x="1907729" y="2509404"/>
                  </a:lnTo>
                  <a:lnTo>
                    <a:pt x="2010460" y="2496463"/>
                  </a:lnTo>
                  <a:lnTo>
                    <a:pt x="2106616" y="2482242"/>
                  </a:lnTo>
                  <a:lnTo>
                    <a:pt x="2195823" y="2466647"/>
                  </a:lnTo>
                  <a:lnTo>
                    <a:pt x="2278149" y="2449544"/>
                  </a:lnTo>
                  <a:lnTo>
                    <a:pt x="2353973" y="2430764"/>
                  </a:lnTo>
                  <a:lnTo>
                    <a:pt x="2423878" y="2410102"/>
                  </a:lnTo>
                  <a:lnTo>
                    <a:pt x="2488562" y="2387333"/>
                  </a:lnTo>
                  <a:lnTo>
                    <a:pt x="2548780" y="2362216"/>
                  </a:lnTo>
                  <a:lnTo>
                    <a:pt x="2605294" y="2334526"/>
                  </a:lnTo>
                  <a:lnTo>
                    <a:pt x="2658832" y="2304080"/>
                  </a:lnTo>
                  <a:lnTo>
                    <a:pt x="2702183" y="2276182"/>
                  </a:lnTo>
                  <a:lnTo>
                    <a:pt x="2753385" y="2239379"/>
                  </a:lnTo>
                  <a:lnTo>
                    <a:pt x="2803174" y="2199503"/>
                  </a:lnTo>
                  <a:lnTo>
                    <a:pt x="2851986" y="2156496"/>
                  </a:lnTo>
                  <a:lnTo>
                    <a:pt x="2900164" y="2110365"/>
                  </a:lnTo>
                  <a:lnTo>
                    <a:pt x="2947968" y="2061192"/>
                  </a:lnTo>
                  <a:lnTo>
                    <a:pt x="2995592" y="2009140"/>
                  </a:lnTo>
                  <a:lnTo>
                    <a:pt x="3043168" y="1954457"/>
                  </a:lnTo>
                  <a:lnTo>
                    <a:pt x="3090779" y="1897472"/>
                  </a:lnTo>
                  <a:lnTo>
                    <a:pt x="3138465" y="1838596"/>
                  </a:lnTo>
                  <a:lnTo>
                    <a:pt x="3186231" y="1778302"/>
                  </a:lnTo>
                  <a:lnTo>
                    <a:pt x="3234057" y="1717121"/>
                  </a:lnTo>
                  <a:lnTo>
                    <a:pt x="3281907" y="1655613"/>
                  </a:lnTo>
                  <a:lnTo>
                    <a:pt x="3329739" y="1594355"/>
                  </a:lnTo>
                  <a:lnTo>
                    <a:pt x="3377515" y="1533910"/>
                  </a:lnTo>
                  <a:lnTo>
                    <a:pt x="3425212" y="1474815"/>
                  </a:lnTo>
                  <a:lnTo>
                    <a:pt x="3472832" y="1417551"/>
                  </a:lnTo>
                  <a:lnTo>
                    <a:pt x="3520408" y="1362538"/>
                  </a:lnTo>
                  <a:lnTo>
                    <a:pt x="3568019" y="1310117"/>
                  </a:lnTo>
                  <a:lnTo>
                    <a:pt x="3615789" y="1260546"/>
                  </a:lnTo>
                  <a:lnTo>
                    <a:pt x="3663903" y="1214000"/>
                  </a:lnTo>
                  <a:lnTo>
                    <a:pt x="3712613" y="1170571"/>
                  </a:lnTo>
                  <a:lnTo>
                    <a:pt x="3762247" y="1130278"/>
                  </a:lnTo>
                  <a:lnTo>
                    <a:pt x="3813230" y="1093068"/>
                  </a:lnTo>
                  <a:lnTo>
                    <a:pt x="3820202" y="1088305"/>
                  </a:lnTo>
                  <a:lnTo>
                    <a:pt x="3871743" y="1055466"/>
                  </a:lnTo>
                  <a:lnTo>
                    <a:pt x="3925701" y="1025459"/>
                  </a:lnTo>
                  <a:lnTo>
                    <a:pt x="3982744" y="998184"/>
                  </a:lnTo>
                  <a:lnTo>
                    <a:pt x="4043609" y="973450"/>
                  </a:lnTo>
                  <a:lnTo>
                    <a:pt x="4109059" y="951025"/>
                  </a:lnTo>
                  <a:lnTo>
                    <a:pt x="4179844" y="930672"/>
                  </a:lnTo>
                  <a:lnTo>
                    <a:pt x="4256649" y="912166"/>
                  </a:lnTo>
                  <a:lnTo>
                    <a:pt x="4340031" y="895309"/>
                  </a:lnTo>
                  <a:lnTo>
                    <a:pt x="4430328" y="879936"/>
                  </a:lnTo>
                  <a:lnTo>
                    <a:pt x="4527549" y="865920"/>
                  </a:lnTo>
                  <a:lnTo>
                    <a:pt x="4631236" y="853173"/>
                  </a:lnTo>
                  <a:lnTo>
                    <a:pt x="4740328" y="841646"/>
                  </a:lnTo>
                  <a:lnTo>
                    <a:pt x="4853030" y="831322"/>
                  </a:lnTo>
                  <a:lnTo>
                    <a:pt x="4966757" y="822212"/>
                  </a:lnTo>
                  <a:lnTo>
                    <a:pt x="5078186" y="814343"/>
                  </a:lnTo>
                  <a:lnTo>
                    <a:pt x="5183470" y="807736"/>
                  </a:lnTo>
                  <a:lnTo>
                    <a:pt x="5278636" y="802392"/>
                  </a:lnTo>
                  <a:lnTo>
                    <a:pt x="5360119" y="798272"/>
                  </a:lnTo>
                  <a:lnTo>
                    <a:pt x="5425336" y="795288"/>
                  </a:lnTo>
                  <a:lnTo>
                    <a:pt x="5473163" y="793299"/>
                  </a:lnTo>
                  <a:lnTo>
                    <a:pt x="5504197" y="792122"/>
                  </a:lnTo>
                  <a:lnTo>
                    <a:pt x="5520769" y="791547"/>
                  </a:lnTo>
                  <a:lnTo>
                    <a:pt x="5526772" y="791355"/>
                  </a:lnTo>
                  <a:lnTo>
                    <a:pt x="5527445" y="791335"/>
                  </a:lnTo>
                  <a:lnTo>
                    <a:pt x="6522385" y="791335"/>
                  </a:lnTo>
                  <a:lnTo>
                    <a:pt x="6523517" y="791320"/>
                  </a:lnTo>
                  <a:lnTo>
                    <a:pt x="6530984" y="791213"/>
                  </a:lnTo>
                  <a:lnTo>
                    <a:pt x="6549910" y="790917"/>
                  </a:lnTo>
                  <a:lnTo>
                    <a:pt x="6583999" y="790333"/>
                  </a:lnTo>
                  <a:lnTo>
                    <a:pt x="6635322" y="789369"/>
                  </a:lnTo>
                  <a:lnTo>
                    <a:pt x="6704158" y="787944"/>
                  </a:lnTo>
                  <a:lnTo>
                    <a:pt x="6789055" y="785999"/>
                  </a:lnTo>
                  <a:lnTo>
                    <a:pt x="6887144" y="783499"/>
                  </a:lnTo>
                  <a:lnTo>
                    <a:pt x="6994666" y="780429"/>
                  </a:lnTo>
                  <a:lnTo>
                    <a:pt x="7107563" y="776795"/>
                  </a:lnTo>
                  <a:lnTo>
                    <a:pt x="7222005" y="772605"/>
                  </a:lnTo>
                  <a:lnTo>
                    <a:pt x="7334762" y="767872"/>
                  </a:lnTo>
                  <a:lnTo>
                    <a:pt x="7443382" y="762597"/>
                  </a:lnTo>
                  <a:lnTo>
                    <a:pt x="7546220" y="756770"/>
                  </a:lnTo>
                  <a:lnTo>
                    <a:pt x="7642352" y="750365"/>
                  </a:lnTo>
                  <a:lnTo>
                    <a:pt x="7731442" y="743338"/>
                  </a:lnTo>
                  <a:lnTo>
                    <a:pt x="7813594" y="735627"/>
                  </a:lnTo>
                  <a:lnTo>
                    <a:pt x="7889219" y="727152"/>
                  </a:lnTo>
                  <a:lnTo>
                    <a:pt x="7958925" y="717822"/>
                  </a:lnTo>
                  <a:lnTo>
                    <a:pt x="8023433" y="707532"/>
                  </a:lnTo>
                  <a:lnTo>
                    <a:pt x="8083514" y="696175"/>
                  </a:lnTo>
                  <a:lnTo>
                    <a:pt x="8139941" y="683649"/>
                  </a:lnTo>
                  <a:lnTo>
                    <a:pt x="8193450" y="669877"/>
                  </a:lnTo>
                  <a:lnTo>
                    <a:pt x="8229629" y="659446"/>
                  </a:lnTo>
                  <a:lnTo>
                    <a:pt x="8288313" y="640555"/>
                  </a:lnTo>
                  <a:lnTo>
                    <a:pt x="8345222" y="619857"/>
                  </a:lnTo>
                  <a:lnTo>
                    <a:pt x="8400987" y="597321"/>
                  </a:lnTo>
                  <a:lnTo>
                    <a:pt x="8456077" y="572972"/>
                  </a:lnTo>
                  <a:lnTo>
                    <a:pt x="8510834" y="546893"/>
                  </a:lnTo>
                  <a:lnTo>
                    <a:pt x="8565487" y="519231"/>
                  </a:lnTo>
                  <a:lnTo>
                    <a:pt x="8620177" y="490198"/>
                  </a:lnTo>
                  <a:lnTo>
                    <a:pt x="8674966" y="460068"/>
                  </a:lnTo>
                  <a:lnTo>
                    <a:pt x="8729856" y="429166"/>
                  </a:lnTo>
                  <a:lnTo>
                    <a:pt x="8784811" y="397853"/>
                  </a:lnTo>
                  <a:lnTo>
                    <a:pt x="8839770" y="366513"/>
                  </a:lnTo>
                  <a:lnTo>
                    <a:pt x="8894673" y="335531"/>
                  </a:lnTo>
                  <a:lnTo>
                    <a:pt x="8949477" y="305273"/>
                  </a:lnTo>
                  <a:lnTo>
                    <a:pt x="9004178" y="276071"/>
                  </a:lnTo>
                  <a:lnTo>
                    <a:pt x="9058830" y="248203"/>
                  </a:lnTo>
                  <a:lnTo>
                    <a:pt x="9113561" y="221893"/>
                  </a:lnTo>
                  <a:lnTo>
                    <a:pt x="9168587" y="197297"/>
                  </a:lnTo>
                  <a:lnTo>
                    <a:pt x="9224233" y="174506"/>
                  </a:lnTo>
                  <a:lnTo>
                    <a:pt x="9280949" y="153553"/>
                  </a:lnTo>
                  <a:lnTo>
                    <a:pt x="9339341" y="134413"/>
                  </a:lnTo>
                  <a:lnTo>
                    <a:pt x="9347647" y="131889"/>
                  </a:lnTo>
                  <a:lnTo>
                    <a:pt x="9399504" y="117221"/>
                  </a:lnTo>
                  <a:lnTo>
                    <a:pt x="9453809" y="103826"/>
                  </a:lnTo>
                  <a:lnTo>
                    <a:pt x="9511246" y="91658"/>
                  </a:lnTo>
                  <a:lnTo>
                    <a:pt x="9572564" y="80630"/>
                  </a:lnTo>
                  <a:lnTo>
                    <a:pt x="9638541" y="70637"/>
                  </a:lnTo>
                  <a:lnTo>
                    <a:pt x="9709939" y="61573"/>
                  </a:lnTo>
                  <a:lnTo>
                    <a:pt x="9787451" y="53335"/>
                  </a:lnTo>
                  <a:lnTo>
                    <a:pt x="9871639" y="45835"/>
                  </a:lnTo>
                  <a:lnTo>
                    <a:pt x="9962834" y="38998"/>
                  </a:lnTo>
                  <a:lnTo>
                    <a:pt x="10061023" y="32770"/>
                  </a:lnTo>
                  <a:lnTo>
                    <a:pt x="10165710" y="27109"/>
                  </a:lnTo>
                  <a:lnTo>
                    <a:pt x="10275770" y="21996"/>
                  </a:lnTo>
                  <a:lnTo>
                    <a:pt x="10389322" y="17424"/>
                  </a:lnTo>
                  <a:lnTo>
                    <a:pt x="10503674" y="13399"/>
                  </a:lnTo>
                  <a:lnTo>
                    <a:pt x="10615390" y="9931"/>
                  </a:lnTo>
                  <a:lnTo>
                    <a:pt x="10720524" y="7032"/>
                  </a:lnTo>
                  <a:lnTo>
                    <a:pt x="10815047" y="4700"/>
                  </a:lnTo>
                  <a:lnTo>
                    <a:pt x="10895403" y="2914"/>
                  </a:lnTo>
                  <a:lnTo>
                    <a:pt x="10959099" y="1634"/>
                  </a:lnTo>
                  <a:lnTo>
                    <a:pt x="11005176" y="792"/>
                  </a:lnTo>
                  <a:lnTo>
                    <a:pt x="11034453" y="304"/>
                  </a:lnTo>
                  <a:lnTo>
                    <a:pt x="11049509" y="75"/>
                  </a:lnTo>
                  <a:lnTo>
                    <a:pt x="11054493" y="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6" name="pl1825"/>
            <p:cNvSpPr/>
            <p:nvPr/>
          </p:nvSpPr>
          <p:spPr>
            <a:xfrm>
              <a:off x="1199187" y="3359081"/>
              <a:ext cx="12049831" cy="2573151"/>
            </a:xfrm>
            <a:custGeom>
              <a:avLst/>
              <a:pathLst>
                <a:path w="12049831" h="2573151">
                  <a:moveTo>
                    <a:pt x="12049831" y="0"/>
                  </a:moveTo>
                  <a:lnTo>
                    <a:pt x="11054891" y="0"/>
                  </a:lnTo>
                  <a:lnTo>
                    <a:pt x="11053760" y="15"/>
                  </a:lnTo>
                  <a:lnTo>
                    <a:pt x="11046292" y="122"/>
                  </a:lnTo>
                  <a:lnTo>
                    <a:pt x="11027367" y="418"/>
                  </a:lnTo>
                  <a:lnTo>
                    <a:pt x="10993277" y="1001"/>
                  </a:lnTo>
                  <a:lnTo>
                    <a:pt x="10941954" y="1966"/>
                  </a:lnTo>
                  <a:lnTo>
                    <a:pt x="10873118" y="3391"/>
                  </a:lnTo>
                  <a:lnTo>
                    <a:pt x="10788222" y="5336"/>
                  </a:lnTo>
                  <a:lnTo>
                    <a:pt x="10690133" y="7836"/>
                  </a:lnTo>
                  <a:lnTo>
                    <a:pt x="10582610" y="10905"/>
                  </a:lnTo>
                  <a:lnTo>
                    <a:pt x="10469713" y="14540"/>
                  </a:lnTo>
                  <a:lnTo>
                    <a:pt x="10355271" y="18730"/>
                  </a:lnTo>
                  <a:lnTo>
                    <a:pt x="10242515" y="23463"/>
                  </a:lnTo>
                  <a:lnTo>
                    <a:pt x="10133895" y="28738"/>
                  </a:lnTo>
                  <a:lnTo>
                    <a:pt x="10031057" y="34565"/>
                  </a:lnTo>
                  <a:lnTo>
                    <a:pt x="9934924" y="40969"/>
                  </a:lnTo>
                  <a:lnTo>
                    <a:pt x="9845834" y="47997"/>
                  </a:lnTo>
                  <a:lnTo>
                    <a:pt x="9763682" y="55708"/>
                  </a:lnTo>
                  <a:lnTo>
                    <a:pt x="9688057" y="64182"/>
                  </a:lnTo>
                  <a:lnTo>
                    <a:pt x="9618351" y="73513"/>
                  </a:lnTo>
                  <a:lnTo>
                    <a:pt x="9553844" y="83802"/>
                  </a:lnTo>
                  <a:lnTo>
                    <a:pt x="9493763" y="95159"/>
                  </a:lnTo>
                  <a:lnTo>
                    <a:pt x="9437335" y="107685"/>
                  </a:lnTo>
                  <a:lnTo>
                    <a:pt x="9383827" y="121457"/>
                  </a:lnTo>
                  <a:lnTo>
                    <a:pt x="9347647" y="131889"/>
                  </a:lnTo>
                  <a:lnTo>
                    <a:pt x="9288964" y="150780"/>
                  </a:lnTo>
                  <a:lnTo>
                    <a:pt x="9232054" y="171478"/>
                  </a:lnTo>
                  <a:lnTo>
                    <a:pt x="9176290" y="194013"/>
                  </a:lnTo>
                  <a:lnTo>
                    <a:pt x="9121199" y="218363"/>
                  </a:lnTo>
                  <a:lnTo>
                    <a:pt x="9066443" y="244442"/>
                  </a:lnTo>
                  <a:lnTo>
                    <a:pt x="9011789" y="272104"/>
                  </a:lnTo>
                  <a:lnTo>
                    <a:pt x="8957099" y="301137"/>
                  </a:lnTo>
                  <a:lnTo>
                    <a:pt x="8902311" y="331266"/>
                  </a:lnTo>
                  <a:lnTo>
                    <a:pt x="8847420" y="362169"/>
                  </a:lnTo>
                  <a:lnTo>
                    <a:pt x="8792465" y="393482"/>
                  </a:lnTo>
                  <a:lnTo>
                    <a:pt x="8737506" y="424821"/>
                  </a:lnTo>
                  <a:lnTo>
                    <a:pt x="8682604" y="455804"/>
                  </a:lnTo>
                  <a:lnTo>
                    <a:pt x="8627800" y="486061"/>
                  </a:lnTo>
                  <a:lnTo>
                    <a:pt x="8573099" y="515264"/>
                  </a:lnTo>
                  <a:lnTo>
                    <a:pt x="8518446" y="543131"/>
                  </a:lnTo>
                  <a:lnTo>
                    <a:pt x="8463716" y="569442"/>
                  </a:lnTo>
                  <a:lnTo>
                    <a:pt x="8408690" y="594038"/>
                  </a:lnTo>
                  <a:lnTo>
                    <a:pt x="8353044" y="616829"/>
                  </a:lnTo>
                  <a:lnTo>
                    <a:pt x="8296328" y="637782"/>
                  </a:lnTo>
                  <a:lnTo>
                    <a:pt x="8237936" y="656921"/>
                  </a:lnTo>
                  <a:lnTo>
                    <a:pt x="8229629" y="659446"/>
                  </a:lnTo>
                  <a:lnTo>
                    <a:pt x="8177772" y="674114"/>
                  </a:lnTo>
                  <a:lnTo>
                    <a:pt x="8123467" y="687509"/>
                  </a:lnTo>
                  <a:lnTo>
                    <a:pt x="8066031" y="699677"/>
                  </a:lnTo>
                  <a:lnTo>
                    <a:pt x="8004712" y="710705"/>
                  </a:lnTo>
                  <a:lnTo>
                    <a:pt x="7938735" y="720697"/>
                  </a:lnTo>
                  <a:lnTo>
                    <a:pt x="7867338" y="729762"/>
                  </a:lnTo>
                  <a:lnTo>
                    <a:pt x="7789825" y="738000"/>
                  </a:lnTo>
                  <a:lnTo>
                    <a:pt x="7705637" y="745500"/>
                  </a:lnTo>
                  <a:lnTo>
                    <a:pt x="7614443" y="752336"/>
                  </a:lnTo>
                  <a:lnTo>
                    <a:pt x="7516254" y="758565"/>
                  </a:lnTo>
                  <a:lnTo>
                    <a:pt x="7411566" y="764225"/>
                  </a:lnTo>
                  <a:lnTo>
                    <a:pt x="7301506" y="769338"/>
                  </a:lnTo>
                  <a:lnTo>
                    <a:pt x="7187954" y="773911"/>
                  </a:lnTo>
                  <a:lnTo>
                    <a:pt x="7073602" y="777936"/>
                  </a:lnTo>
                  <a:lnTo>
                    <a:pt x="6961887" y="781403"/>
                  </a:lnTo>
                  <a:lnTo>
                    <a:pt x="6856753" y="784303"/>
                  </a:lnTo>
                  <a:lnTo>
                    <a:pt x="6762230" y="786635"/>
                  </a:lnTo>
                  <a:lnTo>
                    <a:pt x="6681874" y="788421"/>
                  </a:lnTo>
                  <a:lnTo>
                    <a:pt x="6618178" y="789701"/>
                  </a:lnTo>
                  <a:lnTo>
                    <a:pt x="6572101" y="790543"/>
                  </a:lnTo>
                  <a:lnTo>
                    <a:pt x="6542824" y="791031"/>
                  </a:lnTo>
                  <a:lnTo>
                    <a:pt x="6527767" y="791260"/>
                  </a:lnTo>
                  <a:lnTo>
                    <a:pt x="6522783" y="791330"/>
                  </a:lnTo>
                  <a:lnTo>
                    <a:pt x="6522385" y="791335"/>
                  </a:lnTo>
                  <a:lnTo>
                    <a:pt x="5527445" y="791335"/>
                  </a:lnTo>
                  <a:lnTo>
                    <a:pt x="5526334" y="791369"/>
                  </a:lnTo>
                  <a:lnTo>
                    <a:pt x="5518994" y="791606"/>
                  </a:lnTo>
                  <a:lnTo>
                    <a:pt x="5500383" y="792260"/>
                  </a:lnTo>
                  <a:lnTo>
                    <a:pt x="5466838" y="793551"/>
                  </a:lnTo>
                  <a:lnTo>
                    <a:pt x="5416290" y="795684"/>
                  </a:lnTo>
                  <a:lnTo>
                    <a:pt x="5348418" y="798838"/>
                  </a:lnTo>
                  <a:lnTo>
                    <a:pt x="5264597" y="803144"/>
                  </a:lnTo>
                  <a:lnTo>
                    <a:pt x="5167599" y="808684"/>
                  </a:lnTo>
                  <a:lnTo>
                    <a:pt x="5061091" y="815489"/>
                  </a:lnTo>
                  <a:lnTo>
                    <a:pt x="4949060" y="823554"/>
                  </a:lnTo>
                  <a:lnTo>
                    <a:pt x="4835291" y="832854"/>
                  </a:lnTo>
                  <a:lnTo>
                    <a:pt x="4723003" y="843366"/>
                  </a:lnTo>
                  <a:lnTo>
                    <a:pt x="4614656" y="855082"/>
                  </a:lnTo>
                  <a:lnTo>
                    <a:pt x="4511925" y="868023"/>
                  </a:lnTo>
                  <a:lnTo>
                    <a:pt x="4415769" y="882244"/>
                  </a:lnTo>
                  <a:lnTo>
                    <a:pt x="4326562" y="897839"/>
                  </a:lnTo>
                  <a:lnTo>
                    <a:pt x="4244236" y="914942"/>
                  </a:lnTo>
                  <a:lnTo>
                    <a:pt x="4168412" y="933722"/>
                  </a:lnTo>
                  <a:lnTo>
                    <a:pt x="4098507" y="954384"/>
                  </a:lnTo>
                  <a:lnTo>
                    <a:pt x="4033823" y="977153"/>
                  </a:lnTo>
                  <a:lnTo>
                    <a:pt x="3973605" y="1002270"/>
                  </a:lnTo>
                  <a:lnTo>
                    <a:pt x="3917091" y="1029960"/>
                  </a:lnTo>
                  <a:lnTo>
                    <a:pt x="3863553" y="1060406"/>
                  </a:lnTo>
                  <a:lnTo>
                    <a:pt x="3820202" y="1088305"/>
                  </a:lnTo>
                  <a:lnTo>
                    <a:pt x="3769000" y="1125107"/>
                  </a:lnTo>
                  <a:lnTo>
                    <a:pt x="3719211" y="1164983"/>
                  </a:lnTo>
                  <a:lnTo>
                    <a:pt x="3670399" y="1207990"/>
                  </a:lnTo>
                  <a:lnTo>
                    <a:pt x="3622221" y="1254121"/>
                  </a:lnTo>
                  <a:lnTo>
                    <a:pt x="3574417" y="1303294"/>
                  </a:lnTo>
                  <a:lnTo>
                    <a:pt x="3526793" y="1355346"/>
                  </a:lnTo>
                  <a:lnTo>
                    <a:pt x="3479217" y="1410030"/>
                  </a:lnTo>
                  <a:lnTo>
                    <a:pt x="3431606" y="1467014"/>
                  </a:lnTo>
                  <a:lnTo>
                    <a:pt x="3383920" y="1525890"/>
                  </a:lnTo>
                  <a:lnTo>
                    <a:pt x="3336154" y="1586184"/>
                  </a:lnTo>
                  <a:lnTo>
                    <a:pt x="3288328" y="1647365"/>
                  </a:lnTo>
                  <a:lnTo>
                    <a:pt x="3240478" y="1708873"/>
                  </a:lnTo>
                  <a:lnTo>
                    <a:pt x="3192646" y="1770132"/>
                  </a:lnTo>
                  <a:lnTo>
                    <a:pt x="3144870" y="1830576"/>
                  </a:lnTo>
                  <a:lnTo>
                    <a:pt x="3097173" y="1889672"/>
                  </a:lnTo>
                  <a:lnTo>
                    <a:pt x="3049553" y="1946935"/>
                  </a:lnTo>
                  <a:lnTo>
                    <a:pt x="3001977" y="2001948"/>
                  </a:lnTo>
                  <a:lnTo>
                    <a:pt x="2954366" y="2054369"/>
                  </a:lnTo>
                  <a:lnTo>
                    <a:pt x="2906596" y="2103940"/>
                  </a:lnTo>
                  <a:lnTo>
                    <a:pt x="2858482" y="2150486"/>
                  </a:lnTo>
                  <a:lnTo>
                    <a:pt x="2809772" y="2193915"/>
                  </a:lnTo>
                  <a:lnTo>
                    <a:pt x="2760138" y="2234208"/>
                  </a:lnTo>
                  <a:lnTo>
                    <a:pt x="2709155" y="2271418"/>
                  </a:lnTo>
                  <a:lnTo>
                    <a:pt x="2702183" y="2276182"/>
                  </a:lnTo>
                  <a:lnTo>
                    <a:pt x="2650642" y="2309020"/>
                  </a:lnTo>
                  <a:lnTo>
                    <a:pt x="2596684" y="2339027"/>
                  </a:lnTo>
                  <a:lnTo>
                    <a:pt x="2539641" y="2366302"/>
                  </a:lnTo>
                  <a:lnTo>
                    <a:pt x="2478776" y="2391036"/>
                  </a:lnTo>
                  <a:lnTo>
                    <a:pt x="2413326" y="2413461"/>
                  </a:lnTo>
                  <a:lnTo>
                    <a:pt x="2342541" y="2433814"/>
                  </a:lnTo>
                  <a:lnTo>
                    <a:pt x="2265736" y="2452320"/>
                  </a:lnTo>
                  <a:lnTo>
                    <a:pt x="2182354" y="2469178"/>
                  </a:lnTo>
                  <a:lnTo>
                    <a:pt x="2092057" y="2484550"/>
                  </a:lnTo>
                  <a:lnTo>
                    <a:pt x="1994836" y="2498566"/>
                  </a:lnTo>
                  <a:lnTo>
                    <a:pt x="1891149" y="2511313"/>
                  </a:lnTo>
                  <a:lnTo>
                    <a:pt x="1782057" y="2522840"/>
                  </a:lnTo>
                  <a:lnTo>
                    <a:pt x="1669355" y="2533164"/>
                  </a:lnTo>
                  <a:lnTo>
                    <a:pt x="1555628" y="2542274"/>
                  </a:lnTo>
                  <a:lnTo>
                    <a:pt x="1444199" y="2550143"/>
                  </a:lnTo>
                  <a:lnTo>
                    <a:pt x="1338915" y="2556750"/>
                  </a:lnTo>
                  <a:lnTo>
                    <a:pt x="1243749" y="2562094"/>
                  </a:lnTo>
                  <a:lnTo>
                    <a:pt x="1162266" y="2566214"/>
                  </a:lnTo>
                  <a:lnTo>
                    <a:pt x="1097049" y="2569198"/>
                  </a:lnTo>
                  <a:lnTo>
                    <a:pt x="1049222" y="2571187"/>
                  </a:lnTo>
                  <a:lnTo>
                    <a:pt x="1018188" y="2572364"/>
                  </a:lnTo>
                  <a:lnTo>
                    <a:pt x="1001616" y="2572940"/>
                  </a:lnTo>
                  <a:lnTo>
                    <a:pt x="995613" y="2573131"/>
                  </a:lnTo>
                  <a:lnTo>
                    <a:pt x="994940" y="2573151"/>
                  </a:lnTo>
                  <a:lnTo>
                    <a:pt x="0" y="2573151"/>
                  </a:lnTo>
                  <a:lnTo>
                    <a:pt x="0" y="25731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7" name="pg1826"/>
            <p:cNvSpPr/>
            <p:nvPr/>
          </p:nvSpPr>
          <p:spPr>
            <a:xfrm>
              <a:off x="1199187" y="3998439"/>
              <a:ext cx="12049831" cy="1944275"/>
            </a:xfrm>
            <a:custGeom>
              <a:avLst/>
              <a:pathLst>
                <a:path w="12049831" h="1944275">
                  <a:moveTo>
                    <a:pt x="0" y="1944275"/>
                  </a:moveTo>
                  <a:lnTo>
                    <a:pt x="994940" y="1944275"/>
                  </a:lnTo>
                  <a:lnTo>
                    <a:pt x="996069" y="1944257"/>
                  </a:lnTo>
                  <a:lnTo>
                    <a:pt x="1003522" y="1944129"/>
                  </a:lnTo>
                  <a:lnTo>
                    <a:pt x="1022414" y="1943774"/>
                  </a:lnTo>
                  <a:lnTo>
                    <a:pt x="1056443" y="1943076"/>
                  </a:lnTo>
                  <a:lnTo>
                    <a:pt x="1107682" y="1941922"/>
                  </a:lnTo>
                  <a:lnTo>
                    <a:pt x="1176413" y="1940217"/>
                  </a:lnTo>
                  <a:lnTo>
                    <a:pt x="1261192" y="1937890"/>
                  </a:lnTo>
                  <a:lnTo>
                    <a:pt x="1359163" y="1934898"/>
                  </a:lnTo>
                  <a:lnTo>
                    <a:pt x="1466575" y="1931226"/>
                  </a:lnTo>
                  <a:lnTo>
                    <a:pt x="1579378" y="1926876"/>
                  </a:lnTo>
                  <a:lnTo>
                    <a:pt x="1693748" y="1921862"/>
                  </a:lnTo>
                  <a:lnTo>
                    <a:pt x="1806454" y="1916196"/>
                  </a:lnTo>
                  <a:lnTo>
                    <a:pt x="1915045" y="1909883"/>
                  </a:lnTo>
                  <a:lnTo>
                    <a:pt x="2017872" y="1902909"/>
                  </a:lnTo>
                  <a:lnTo>
                    <a:pt x="2114007" y="1895243"/>
                  </a:lnTo>
                  <a:lnTo>
                    <a:pt x="2203111" y="1886833"/>
                  </a:lnTo>
                  <a:lnTo>
                    <a:pt x="2285282" y="1877605"/>
                  </a:lnTo>
                  <a:lnTo>
                    <a:pt x="2360928" y="1867464"/>
                  </a:lnTo>
                  <a:lnTo>
                    <a:pt x="2430656" y="1856301"/>
                  </a:lnTo>
                  <a:lnTo>
                    <a:pt x="2495182" y="1843990"/>
                  </a:lnTo>
                  <a:lnTo>
                    <a:pt x="2555278" y="1830403"/>
                  </a:lnTo>
                  <a:lnTo>
                    <a:pt x="2611714" y="1815418"/>
                  </a:lnTo>
                  <a:lnTo>
                    <a:pt x="2665226" y="1798943"/>
                  </a:lnTo>
                  <a:lnTo>
                    <a:pt x="2702183" y="1786182"/>
                  </a:lnTo>
                  <a:lnTo>
                    <a:pt x="2759774" y="1763987"/>
                  </a:lnTo>
                  <a:lnTo>
                    <a:pt x="2815644" y="1739708"/>
                  </a:lnTo>
                  <a:lnTo>
                    <a:pt x="2870392" y="1713310"/>
                  </a:lnTo>
                  <a:lnTo>
                    <a:pt x="2924470" y="1684816"/>
                  </a:lnTo>
                  <a:lnTo>
                    <a:pt x="2978206" y="1654315"/>
                  </a:lnTo>
                  <a:lnTo>
                    <a:pt x="3031826" y="1621969"/>
                  </a:lnTo>
                  <a:lnTo>
                    <a:pt x="3085470" y="1588010"/>
                  </a:lnTo>
                  <a:lnTo>
                    <a:pt x="3139205" y="1552739"/>
                  </a:lnTo>
                  <a:lnTo>
                    <a:pt x="3193041" y="1516517"/>
                  </a:lnTo>
                  <a:lnTo>
                    <a:pt x="3246947" y="1479748"/>
                  </a:lnTo>
                  <a:lnTo>
                    <a:pt x="3300869" y="1442863"/>
                  </a:lnTo>
                  <a:lnTo>
                    <a:pt x="3354747" y="1406300"/>
                  </a:lnTo>
                  <a:lnTo>
                    <a:pt x="3408537" y="1370478"/>
                  </a:lnTo>
                  <a:lnTo>
                    <a:pt x="3462225" y="1335785"/>
                  </a:lnTo>
                  <a:lnTo>
                    <a:pt x="3515845" y="1302553"/>
                  </a:lnTo>
                  <a:lnTo>
                    <a:pt x="3569498" y="1271053"/>
                  </a:lnTo>
                  <a:lnTo>
                    <a:pt x="3623361" y="1241483"/>
                  </a:lnTo>
                  <a:lnTo>
                    <a:pt x="3677707" y="1213970"/>
                  </a:lnTo>
                  <a:lnTo>
                    <a:pt x="3732920" y="1188572"/>
                  </a:lnTo>
                  <a:lnTo>
                    <a:pt x="3789516" y="1165284"/>
                  </a:lnTo>
                  <a:lnTo>
                    <a:pt x="3820202" y="1153812"/>
                  </a:lnTo>
                  <a:lnTo>
                    <a:pt x="3872024" y="1136242"/>
                  </a:lnTo>
                  <a:lnTo>
                    <a:pt x="3926291" y="1120194"/>
                  </a:lnTo>
                  <a:lnTo>
                    <a:pt x="3983685" y="1105616"/>
                  </a:lnTo>
                  <a:lnTo>
                    <a:pt x="4044954" y="1092402"/>
                  </a:lnTo>
                  <a:lnTo>
                    <a:pt x="4110874" y="1080429"/>
                  </a:lnTo>
                  <a:lnTo>
                    <a:pt x="4182204" y="1069566"/>
                  </a:lnTo>
                  <a:lnTo>
                    <a:pt x="4259640" y="1059694"/>
                  </a:lnTo>
                  <a:lnTo>
                    <a:pt x="4343740" y="1050706"/>
                  </a:lnTo>
                  <a:lnTo>
                    <a:pt x="4434837" y="1042513"/>
                  </a:lnTo>
                  <a:lnTo>
                    <a:pt x="4532920" y="1035047"/>
                  </a:lnTo>
                  <a:lnTo>
                    <a:pt x="4637499" y="1028262"/>
                  </a:lnTo>
                  <a:lnTo>
                    <a:pt x="4747454" y="1022132"/>
                  </a:lnTo>
                  <a:lnTo>
                    <a:pt x="4860914" y="1016650"/>
                  </a:lnTo>
                  <a:lnTo>
                    <a:pt x="4975199" y="1011822"/>
                  </a:lnTo>
                  <a:lnTo>
                    <a:pt x="5086885" y="1007662"/>
                  </a:lnTo>
                  <a:lnTo>
                    <a:pt x="5192038" y="1004182"/>
                  </a:lnTo>
                  <a:lnTo>
                    <a:pt x="5286633" y="1001381"/>
                  </a:lnTo>
                  <a:lnTo>
                    <a:pt x="5367114" y="999235"/>
                  </a:lnTo>
                  <a:lnTo>
                    <a:pt x="5430977" y="997694"/>
                  </a:lnTo>
                  <a:lnTo>
                    <a:pt x="5477245" y="996680"/>
                  </a:lnTo>
                  <a:lnTo>
                    <a:pt x="5506712" y="996091"/>
                  </a:lnTo>
                  <a:lnTo>
                    <a:pt x="5521931" y="995812"/>
                  </a:lnTo>
                  <a:lnTo>
                    <a:pt x="5527022" y="995727"/>
                  </a:lnTo>
                  <a:lnTo>
                    <a:pt x="5527445" y="995720"/>
                  </a:lnTo>
                  <a:lnTo>
                    <a:pt x="6522385" y="995720"/>
                  </a:lnTo>
                  <a:lnTo>
                    <a:pt x="6523514" y="995701"/>
                  </a:lnTo>
                  <a:lnTo>
                    <a:pt x="6530963" y="995567"/>
                  </a:lnTo>
                  <a:lnTo>
                    <a:pt x="6549844" y="995198"/>
                  </a:lnTo>
                  <a:lnTo>
                    <a:pt x="6583857" y="994469"/>
                  </a:lnTo>
                  <a:lnTo>
                    <a:pt x="6635070" y="993265"/>
                  </a:lnTo>
                  <a:lnTo>
                    <a:pt x="6703770" y="991486"/>
                  </a:lnTo>
                  <a:lnTo>
                    <a:pt x="6788514" y="989057"/>
                  </a:lnTo>
                  <a:lnTo>
                    <a:pt x="6886450" y="985934"/>
                  </a:lnTo>
                  <a:lnTo>
                    <a:pt x="6993829" y="982101"/>
                  </a:lnTo>
                  <a:lnTo>
                    <a:pt x="7106605" y="977561"/>
                  </a:lnTo>
                  <a:lnTo>
                    <a:pt x="7220953" y="972328"/>
                  </a:lnTo>
                  <a:lnTo>
                    <a:pt x="7333644" y="966415"/>
                  </a:lnTo>
                  <a:lnTo>
                    <a:pt x="7442226" y="959825"/>
                  </a:lnTo>
                  <a:lnTo>
                    <a:pt x="7545050" y="952546"/>
                  </a:lnTo>
                  <a:lnTo>
                    <a:pt x="7641186" y="944545"/>
                  </a:lnTo>
                  <a:lnTo>
                    <a:pt x="7730294" y="935768"/>
                  </a:lnTo>
                  <a:lnTo>
                    <a:pt x="7812470" y="926136"/>
                  </a:lnTo>
                  <a:lnTo>
                    <a:pt x="7888123" y="915553"/>
                  </a:lnTo>
                  <a:lnTo>
                    <a:pt x="7957857" y="903902"/>
                  </a:lnTo>
                  <a:lnTo>
                    <a:pt x="8022389" y="891054"/>
                  </a:lnTo>
                  <a:lnTo>
                    <a:pt x="8082489" y="876875"/>
                  </a:lnTo>
                  <a:lnTo>
                    <a:pt x="8138929" y="861238"/>
                  </a:lnTo>
                  <a:lnTo>
                    <a:pt x="8192441" y="844044"/>
                  </a:lnTo>
                  <a:lnTo>
                    <a:pt x="8229629" y="830640"/>
                  </a:lnTo>
                  <a:lnTo>
                    <a:pt x="8286914" y="807595"/>
                  </a:lnTo>
                  <a:lnTo>
                    <a:pt x="8342493" y="782398"/>
                  </a:lnTo>
                  <a:lnTo>
                    <a:pt x="8396957" y="755011"/>
                  </a:lnTo>
                  <a:lnTo>
                    <a:pt x="8450752" y="725458"/>
                  </a:lnTo>
                  <a:lnTo>
                    <a:pt x="8504203" y="693830"/>
                  </a:lnTo>
                  <a:lnTo>
                    <a:pt x="8557534" y="660291"/>
                  </a:lnTo>
                  <a:lnTo>
                    <a:pt x="8610886" y="625076"/>
                  </a:lnTo>
                  <a:lnTo>
                    <a:pt x="8664327" y="588494"/>
                  </a:lnTo>
                  <a:lnTo>
                    <a:pt x="8717868" y="550911"/>
                  </a:lnTo>
                  <a:lnTo>
                    <a:pt x="8771480" y="512743"/>
                  </a:lnTo>
                  <a:lnTo>
                    <a:pt x="8825111" y="474430"/>
                  </a:lnTo>
                  <a:lnTo>
                    <a:pt x="8878703" y="436422"/>
                  </a:lnTo>
                  <a:lnTo>
                    <a:pt x="8932210" y="399155"/>
                  </a:lnTo>
                  <a:lnTo>
                    <a:pt x="8985614" y="363026"/>
                  </a:lnTo>
                  <a:lnTo>
                    <a:pt x="9038947" y="328382"/>
                  </a:lnTo>
                  <a:lnTo>
                    <a:pt x="9092302" y="295508"/>
                  </a:lnTo>
                  <a:lnTo>
                    <a:pt x="9145846" y="264612"/>
                  </a:lnTo>
                  <a:lnTo>
                    <a:pt x="9199838" y="235833"/>
                  </a:lnTo>
                  <a:lnTo>
                    <a:pt x="9254646" y="209236"/>
                  </a:lnTo>
                  <a:lnTo>
                    <a:pt x="9310763" y="184821"/>
                  </a:lnTo>
                  <a:lnTo>
                    <a:pt x="9347647" y="170320"/>
                  </a:lnTo>
                  <a:lnTo>
                    <a:pt x="9399460" y="151976"/>
                  </a:lnTo>
                  <a:lnTo>
                    <a:pt x="9453716" y="135222"/>
                  </a:lnTo>
                  <a:lnTo>
                    <a:pt x="9511097" y="120001"/>
                  </a:lnTo>
                  <a:lnTo>
                    <a:pt x="9572351" y="106206"/>
                  </a:lnTo>
                  <a:lnTo>
                    <a:pt x="9638254" y="93704"/>
                  </a:lnTo>
                  <a:lnTo>
                    <a:pt x="9709565" y="82363"/>
                  </a:lnTo>
                  <a:lnTo>
                    <a:pt x="9786977" y="72055"/>
                  </a:lnTo>
                  <a:lnTo>
                    <a:pt x="9871051" y="62670"/>
                  </a:lnTo>
                  <a:lnTo>
                    <a:pt x="9962119" y="54115"/>
                  </a:lnTo>
                  <a:lnTo>
                    <a:pt x="10060171" y="46320"/>
                  </a:lnTo>
                  <a:lnTo>
                    <a:pt x="10164718" y="39235"/>
                  </a:lnTo>
                  <a:lnTo>
                    <a:pt x="10274642" y="32834"/>
                  </a:lnTo>
                  <a:lnTo>
                    <a:pt x="10388074" y="27108"/>
                  </a:lnTo>
                  <a:lnTo>
                    <a:pt x="10502340" y="22066"/>
                  </a:lnTo>
                  <a:lnTo>
                    <a:pt x="10614017" y="17722"/>
                  </a:lnTo>
                  <a:lnTo>
                    <a:pt x="10719175" y="14086"/>
                  </a:lnTo>
                  <a:lnTo>
                    <a:pt x="10813791" y="11160"/>
                  </a:lnTo>
                  <a:lnTo>
                    <a:pt x="10894309" y="8917"/>
                  </a:lnTo>
                  <a:lnTo>
                    <a:pt x="10958222" y="7306"/>
                  </a:lnTo>
                  <a:lnTo>
                    <a:pt x="11004546" y="6245"/>
                  </a:lnTo>
                  <a:lnTo>
                    <a:pt x="11034070" y="5629"/>
                  </a:lnTo>
                  <a:lnTo>
                    <a:pt x="11049337" y="5337"/>
                  </a:lnTo>
                  <a:lnTo>
                    <a:pt x="11054460" y="524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2" y="18"/>
                  </a:lnTo>
                  <a:lnTo>
                    <a:pt x="11046313" y="152"/>
                  </a:lnTo>
                  <a:lnTo>
                    <a:pt x="11027432" y="522"/>
                  </a:lnTo>
                  <a:lnTo>
                    <a:pt x="10993420" y="1250"/>
                  </a:lnTo>
                  <a:lnTo>
                    <a:pt x="10942207" y="2455"/>
                  </a:lnTo>
                  <a:lnTo>
                    <a:pt x="10873507" y="4234"/>
                  </a:lnTo>
                  <a:lnTo>
                    <a:pt x="10788762" y="6663"/>
                  </a:lnTo>
                  <a:lnTo>
                    <a:pt x="10690827" y="9785"/>
                  </a:lnTo>
                  <a:lnTo>
                    <a:pt x="10583447" y="13618"/>
                  </a:lnTo>
                  <a:lnTo>
                    <a:pt x="10470672" y="18158"/>
                  </a:lnTo>
                  <a:lnTo>
                    <a:pt x="10356324" y="23392"/>
                  </a:lnTo>
                  <a:lnTo>
                    <a:pt x="10243632" y="29305"/>
                  </a:lnTo>
                  <a:lnTo>
                    <a:pt x="10135050" y="35894"/>
                  </a:lnTo>
                  <a:lnTo>
                    <a:pt x="10032226" y="43173"/>
                  </a:lnTo>
                  <a:lnTo>
                    <a:pt x="9936090" y="51174"/>
                  </a:lnTo>
                  <a:lnTo>
                    <a:pt x="9846983" y="59952"/>
                  </a:lnTo>
                  <a:lnTo>
                    <a:pt x="9764806" y="69583"/>
                  </a:lnTo>
                  <a:lnTo>
                    <a:pt x="9689153" y="80167"/>
                  </a:lnTo>
                  <a:lnTo>
                    <a:pt x="9619419" y="91817"/>
                  </a:lnTo>
                  <a:lnTo>
                    <a:pt x="9554887" y="104665"/>
                  </a:lnTo>
                  <a:lnTo>
                    <a:pt x="9494787" y="118844"/>
                  </a:lnTo>
                  <a:lnTo>
                    <a:pt x="9438348" y="134482"/>
                  </a:lnTo>
                  <a:lnTo>
                    <a:pt x="9384836" y="151675"/>
                  </a:lnTo>
                  <a:lnTo>
                    <a:pt x="9347647" y="165079"/>
                  </a:lnTo>
                  <a:lnTo>
                    <a:pt x="9290363" y="188125"/>
                  </a:lnTo>
                  <a:lnTo>
                    <a:pt x="9234784" y="213322"/>
                  </a:lnTo>
                  <a:lnTo>
                    <a:pt x="9180319" y="240708"/>
                  </a:lnTo>
                  <a:lnTo>
                    <a:pt x="9126524" y="270261"/>
                  </a:lnTo>
                  <a:lnTo>
                    <a:pt x="9073074" y="301889"/>
                  </a:lnTo>
                  <a:lnTo>
                    <a:pt x="9019742" y="335429"/>
                  </a:lnTo>
                  <a:lnTo>
                    <a:pt x="8966390" y="370643"/>
                  </a:lnTo>
                  <a:lnTo>
                    <a:pt x="8912950" y="407226"/>
                  </a:lnTo>
                  <a:lnTo>
                    <a:pt x="8859409" y="444808"/>
                  </a:lnTo>
                  <a:lnTo>
                    <a:pt x="8805796" y="482977"/>
                  </a:lnTo>
                  <a:lnTo>
                    <a:pt x="8752165" y="521289"/>
                  </a:lnTo>
                  <a:lnTo>
                    <a:pt x="8698573" y="559297"/>
                  </a:lnTo>
                  <a:lnTo>
                    <a:pt x="8645067" y="596565"/>
                  </a:lnTo>
                  <a:lnTo>
                    <a:pt x="8591662" y="632694"/>
                  </a:lnTo>
                  <a:lnTo>
                    <a:pt x="8538329" y="667337"/>
                  </a:lnTo>
                  <a:lnTo>
                    <a:pt x="8484975" y="700212"/>
                  </a:lnTo>
                  <a:lnTo>
                    <a:pt x="8431431" y="731107"/>
                  </a:lnTo>
                  <a:lnTo>
                    <a:pt x="8377438" y="759887"/>
                  </a:lnTo>
                  <a:lnTo>
                    <a:pt x="8322630" y="786484"/>
                  </a:lnTo>
                  <a:lnTo>
                    <a:pt x="8266514" y="810899"/>
                  </a:lnTo>
                  <a:lnTo>
                    <a:pt x="8229629" y="825399"/>
                  </a:lnTo>
                  <a:lnTo>
                    <a:pt x="8177817" y="843744"/>
                  </a:lnTo>
                  <a:lnTo>
                    <a:pt x="8123561" y="860498"/>
                  </a:lnTo>
                  <a:lnTo>
                    <a:pt x="8066180" y="875718"/>
                  </a:lnTo>
                  <a:lnTo>
                    <a:pt x="8004926" y="889514"/>
                  </a:lnTo>
                  <a:lnTo>
                    <a:pt x="7939023" y="902015"/>
                  </a:lnTo>
                  <a:lnTo>
                    <a:pt x="7867712" y="913357"/>
                  </a:lnTo>
                  <a:lnTo>
                    <a:pt x="7790299" y="923664"/>
                  </a:lnTo>
                  <a:lnTo>
                    <a:pt x="7706225" y="933049"/>
                  </a:lnTo>
                  <a:lnTo>
                    <a:pt x="7615158" y="941604"/>
                  </a:lnTo>
                  <a:lnTo>
                    <a:pt x="7517105" y="949400"/>
                  </a:lnTo>
                  <a:lnTo>
                    <a:pt x="7412559" y="956485"/>
                  </a:lnTo>
                  <a:lnTo>
                    <a:pt x="7302635" y="962886"/>
                  </a:lnTo>
                  <a:lnTo>
                    <a:pt x="7189202" y="968611"/>
                  </a:lnTo>
                  <a:lnTo>
                    <a:pt x="7074937" y="973653"/>
                  </a:lnTo>
                  <a:lnTo>
                    <a:pt x="6963260" y="977998"/>
                  </a:lnTo>
                  <a:lnTo>
                    <a:pt x="6858102" y="981633"/>
                  </a:lnTo>
                  <a:lnTo>
                    <a:pt x="6763485" y="984560"/>
                  </a:lnTo>
                  <a:lnTo>
                    <a:pt x="6682967" y="986802"/>
                  </a:lnTo>
                  <a:lnTo>
                    <a:pt x="6619055" y="988413"/>
                  </a:lnTo>
                  <a:lnTo>
                    <a:pt x="6572730" y="989474"/>
                  </a:lnTo>
                  <a:lnTo>
                    <a:pt x="6543206" y="990091"/>
                  </a:lnTo>
                  <a:lnTo>
                    <a:pt x="6527939" y="990382"/>
                  </a:lnTo>
                  <a:lnTo>
                    <a:pt x="6522816" y="990472"/>
                  </a:lnTo>
                  <a:lnTo>
                    <a:pt x="6522385" y="990479"/>
                  </a:lnTo>
                  <a:lnTo>
                    <a:pt x="5527445" y="990479"/>
                  </a:lnTo>
                  <a:lnTo>
                    <a:pt x="5526316" y="990497"/>
                  </a:lnTo>
                  <a:lnTo>
                    <a:pt x="5518862" y="990626"/>
                  </a:lnTo>
                  <a:lnTo>
                    <a:pt x="5499971" y="990980"/>
                  </a:lnTo>
                  <a:lnTo>
                    <a:pt x="5465942" y="991678"/>
                  </a:lnTo>
                  <a:lnTo>
                    <a:pt x="5414703" y="992832"/>
                  </a:lnTo>
                  <a:lnTo>
                    <a:pt x="5345972" y="994537"/>
                  </a:lnTo>
                  <a:lnTo>
                    <a:pt x="5261193" y="996864"/>
                  </a:lnTo>
                  <a:lnTo>
                    <a:pt x="5163222" y="999856"/>
                  </a:lnTo>
                  <a:lnTo>
                    <a:pt x="5055810" y="1003528"/>
                  </a:lnTo>
                  <a:lnTo>
                    <a:pt x="4943007" y="1007878"/>
                  </a:lnTo>
                  <a:lnTo>
                    <a:pt x="4828637" y="1012893"/>
                  </a:lnTo>
                  <a:lnTo>
                    <a:pt x="4715931" y="1018558"/>
                  </a:lnTo>
                  <a:lnTo>
                    <a:pt x="4607340" y="1024872"/>
                  </a:lnTo>
                  <a:lnTo>
                    <a:pt x="4504513" y="1031845"/>
                  </a:lnTo>
                  <a:lnTo>
                    <a:pt x="4408378" y="1039511"/>
                  </a:lnTo>
                  <a:lnTo>
                    <a:pt x="4319274" y="1047921"/>
                  </a:lnTo>
                  <a:lnTo>
                    <a:pt x="4237103" y="1057150"/>
                  </a:lnTo>
                  <a:lnTo>
                    <a:pt x="4161457" y="1067290"/>
                  </a:lnTo>
                  <a:lnTo>
                    <a:pt x="4091729" y="1078454"/>
                  </a:lnTo>
                  <a:lnTo>
                    <a:pt x="4027203" y="1090764"/>
                  </a:lnTo>
                  <a:lnTo>
                    <a:pt x="3967107" y="1104351"/>
                  </a:lnTo>
                  <a:lnTo>
                    <a:pt x="3910671" y="1119336"/>
                  </a:lnTo>
                  <a:lnTo>
                    <a:pt x="3857159" y="1135811"/>
                  </a:lnTo>
                  <a:lnTo>
                    <a:pt x="3820202" y="1148572"/>
                  </a:lnTo>
                  <a:lnTo>
                    <a:pt x="3762611" y="1170767"/>
                  </a:lnTo>
                  <a:lnTo>
                    <a:pt x="3706741" y="1195046"/>
                  </a:lnTo>
                  <a:lnTo>
                    <a:pt x="3651993" y="1221444"/>
                  </a:lnTo>
                  <a:lnTo>
                    <a:pt x="3597915" y="1249939"/>
                  </a:lnTo>
                  <a:lnTo>
                    <a:pt x="3544179" y="1280439"/>
                  </a:lnTo>
                  <a:lnTo>
                    <a:pt x="3490559" y="1312786"/>
                  </a:lnTo>
                  <a:lnTo>
                    <a:pt x="3436915" y="1346744"/>
                  </a:lnTo>
                  <a:lnTo>
                    <a:pt x="3383180" y="1382015"/>
                  </a:lnTo>
                  <a:lnTo>
                    <a:pt x="3329344" y="1418237"/>
                  </a:lnTo>
                  <a:lnTo>
                    <a:pt x="3275438" y="1455006"/>
                  </a:lnTo>
                  <a:lnTo>
                    <a:pt x="3221516" y="1491891"/>
                  </a:lnTo>
                  <a:lnTo>
                    <a:pt x="3167638" y="1528455"/>
                  </a:lnTo>
                  <a:lnTo>
                    <a:pt x="3113848" y="1564276"/>
                  </a:lnTo>
                  <a:lnTo>
                    <a:pt x="3060160" y="1598969"/>
                  </a:lnTo>
                  <a:lnTo>
                    <a:pt x="3006540" y="1632201"/>
                  </a:lnTo>
                  <a:lnTo>
                    <a:pt x="2952887" y="1663701"/>
                  </a:lnTo>
                  <a:lnTo>
                    <a:pt x="2899024" y="1693271"/>
                  </a:lnTo>
                  <a:lnTo>
                    <a:pt x="2844678" y="1720784"/>
                  </a:lnTo>
                  <a:lnTo>
                    <a:pt x="2789465" y="1746182"/>
                  </a:lnTo>
                  <a:lnTo>
                    <a:pt x="2732869" y="1769470"/>
                  </a:lnTo>
                  <a:lnTo>
                    <a:pt x="2702183" y="1780942"/>
                  </a:lnTo>
                  <a:lnTo>
                    <a:pt x="2650361" y="1798513"/>
                  </a:lnTo>
                  <a:lnTo>
                    <a:pt x="2596094" y="1814560"/>
                  </a:lnTo>
                  <a:lnTo>
                    <a:pt x="2538700" y="1829138"/>
                  </a:lnTo>
                  <a:lnTo>
                    <a:pt x="2477431" y="1842352"/>
                  </a:lnTo>
                  <a:lnTo>
                    <a:pt x="2411511" y="1854325"/>
                  </a:lnTo>
                  <a:lnTo>
                    <a:pt x="2340181" y="1865188"/>
                  </a:lnTo>
                  <a:lnTo>
                    <a:pt x="2262745" y="1875060"/>
                  </a:lnTo>
                  <a:lnTo>
                    <a:pt x="2178645" y="1884048"/>
                  </a:lnTo>
                  <a:lnTo>
                    <a:pt x="2087548" y="1892241"/>
                  </a:lnTo>
                  <a:lnTo>
                    <a:pt x="1989465" y="1899707"/>
                  </a:lnTo>
                  <a:lnTo>
                    <a:pt x="1884886" y="1906492"/>
                  </a:lnTo>
                  <a:lnTo>
                    <a:pt x="1774931" y="1912622"/>
                  </a:lnTo>
                  <a:lnTo>
                    <a:pt x="1661471" y="1918104"/>
                  </a:lnTo>
                  <a:lnTo>
                    <a:pt x="1547186" y="1922932"/>
                  </a:lnTo>
                  <a:lnTo>
                    <a:pt x="1435500" y="1927092"/>
                  </a:lnTo>
                  <a:lnTo>
                    <a:pt x="1330347" y="1930572"/>
                  </a:lnTo>
                  <a:lnTo>
                    <a:pt x="1235752" y="1933373"/>
                  </a:lnTo>
                  <a:lnTo>
                    <a:pt x="1155271" y="1935519"/>
                  </a:lnTo>
                  <a:lnTo>
                    <a:pt x="1091408" y="1937060"/>
                  </a:lnTo>
                  <a:lnTo>
                    <a:pt x="1045140" y="1938074"/>
                  </a:lnTo>
                  <a:lnTo>
                    <a:pt x="1015673" y="1938664"/>
                  </a:lnTo>
                  <a:lnTo>
                    <a:pt x="1000454" y="1938942"/>
                  </a:lnTo>
                  <a:lnTo>
                    <a:pt x="995363" y="1939027"/>
                  </a:lnTo>
                  <a:lnTo>
                    <a:pt x="994940" y="1939034"/>
                  </a:lnTo>
                  <a:lnTo>
                    <a:pt x="0" y="1939034"/>
                  </a:lnTo>
                  <a:close/>
                </a:path>
              </a:pathLst>
            </a:custGeom>
            <a:solidFill>
              <a:srgbClr val="B497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28" name="pl1827"/>
            <p:cNvSpPr/>
            <p:nvPr/>
          </p:nvSpPr>
          <p:spPr>
            <a:xfrm>
              <a:off x="1199187" y="4003679"/>
              <a:ext cx="12049831" cy="1939034"/>
            </a:xfrm>
            <a:custGeom>
              <a:avLst/>
              <a:pathLst>
                <a:path w="12049831" h="1939034">
                  <a:moveTo>
                    <a:pt x="0" y="1939034"/>
                  </a:moveTo>
                  <a:lnTo>
                    <a:pt x="994940" y="1939034"/>
                  </a:lnTo>
                  <a:lnTo>
                    <a:pt x="996069" y="1939016"/>
                  </a:lnTo>
                  <a:lnTo>
                    <a:pt x="1003522" y="1938888"/>
                  </a:lnTo>
                  <a:lnTo>
                    <a:pt x="1022414" y="1938534"/>
                  </a:lnTo>
                  <a:lnTo>
                    <a:pt x="1056443" y="1937835"/>
                  </a:lnTo>
                  <a:lnTo>
                    <a:pt x="1107682" y="1936682"/>
                  </a:lnTo>
                  <a:lnTo>
                    <a:pt x="1176413" y="1934977"/>
                  </a:lnTo>
                  <a:lnTo>
                    <a:pt x="1261192" y="1932650"/>
                  </a:lnTo>
                  <a:lnTo>
                    <a:pt x="1359163" y="1929658"/>
                  </a:lnTo>
                  <a:lnTo>
                    <a:pt x="1466575" y="1925985"/>
                  </a:lnTo>
                  <a:lnTo>
                    <a:pt x="1579378" y="1921635"/>
                  </a:lnTo>
                  <a:lnTo>
                    <a:pt x="1693748" y="1916621"/>
                  </a:lnTo>
                  <a:lnTo>
                    <a:pt x="1806454" y="1910955"/>
                  </a:lnTo>
                  <a:lnTo>
                    <a:pt x="1915045" y="1904642"/>
                  </a:lnTo>
                  <a:lnTo>
                    <a:pt x="2017872" y="1897668"/>
                  </a:lnTo>
                  <a:lnTo>
                    <a:pt x="2114007" y="1890002"/>
                  </a:lnTo>
                  <a:lnTo>
                    <a:pt x="2203111" y="1881592"/>
                  </a:lnTo>
                  <a:lnTo>
                    <a:pt x="2285282" y="1872364"/>
                  </a:lnTo>
                  <a:lnTo>
                    <a:pt x="2360928" y="1862224"/>
                  </a:lnTo>
                  <a:lnTo>
                    <a:pt x="2430656" y="1851060"/>
                  </a:lnTo>
                  <a:lnTo>
                    <a:pt x="2495182" y="1838749"/>
                  </a:lnTo>
                  <a:lnTo>
                    <a:pt x="2555278" y="1825162"/>
                  </a:lnTo>
                  <a:lnTo>
                    <a:pt x="2611714" y="1810178"/>
                  </a:lnTo>
                  <a:lnTo>
                    <a:pt x="2665226" y="1793702"/>
                  </a:lnTo>
                  <a:lnTo>
                    <a:pt x="2702183" y="1780942"/>
                  </a:lnTo>
                  <a:lnTo>
                    <a:pt x="2759774" y="1758747"/>
                  </a:lnTo>
                  <a:lnTo>
                    <a:pt x="2815644" y="1734468"/>
                  </a:lnTo>
                  <a:lnTo>
                    <a:pt x="2870392" y="1708069"/>
                  </a:lnTo>
                  <a:lnTo>
                    <a:pt x="2924470" y="1679575"/>
                  </a:lnTo>
                  <a:lnTo>
                    <a:pt x="2978206" y="1649074"/>
                  </a:lnTo>
                  <a:lnTo>
                    <a:pt x="3031826" y="1616728"/>
                  </a:lnTo>
                  <a:lnTo>
                    <a:pt x="3085470" y="1582769"/>
                  </a:lnTo>
                  <a:lnTo>
                    <a:pt x="3139205" y="1547499"/>
                  </a:lnTo>
                  <a:lnTo>
                    <a:pt x="3193041" y="1511277"/>
                  </a:lnTo>
                  <a:lnTo>
                    <a:pt x="3246947" y="1474507"/>
                  </a:lnTo>
                  <a:lnTo>
                    <a:pt x="3300869" y="1437623"/>
                  </a:lnTo>
                  <a:lnTo>
                    <a:pt x="3354747" y="1401059"/>
                  </a:lnTo>
                  <a:lnTo>
                    <a:pt x="3408537" y="1365238"/>
                  </a:lnTo>
                  <a:lnTo>
                    <a:pt x="3462225" y="1330544"/>
                  </a:lnTo>
                  <a:lnTo>
                    <a:pt x="3515845" y="1297313"/>
                  </a:lnTo>
                  <a:lnTo>
                    <a:pt x="3569498" y="1265812"/>
                  </a:lnTo>
                  <a:lnTo>
                    <a:pt x="3623361" y="1236242"/>
                  </a:lnTo>
                  <a:lnTo>
                    <a:pt x="3677707" y="1208729"/>
                  </a:lnTo>
                  <a:lnTo>
                    <a:pt x="3732920" y="1183331"/>
                  </a:lnTo>
                  <a:lnTo>
                    <a:pt x="3789516" y="1160043"/>
                  </a:lnTo>
                  <a:lnTo>
                    <a:pt x="3820202" y="1148572"/>
                  </a:lnTo>
                  <a:lnTo>
                    <a:pt x="3872024" y="1131001"/>
                  </a:lnTo>
                  <a:lnTo>
                    <a:pt x="3926291" y="1114953"/>
                  </a:lnTo>
                  <a:lnTo>
                    <a:pt x="3983685" y="1100375"/>
                  </a:lnTo>
                  <a:lnTo>
                    <a:pt x="4044954" y="1087162"/>
                  </a:lnTo>
                  <a:lnTo>
                    <a:pt x="4110874" y="1075188"/>
                  </a:lnTo>
                  <a:lnTo>
                    <a:pt x="4182204" y="1064326"/>
                  </a:lnTo>
                  <a:lnTo>
                    <a:pt x="4259640" y="1054454"/>
                  </a:lnTo>
                  <a:lnTo>
                    <a:pt x="4343740" y="1045465"/>
                  </a:lnTo>
                  <a:lnTo>
                    <a:pt x="4434837" y="1037272"/>
                  </a:lnTo>
                  <a:lnTo>
                    <a:pt x="4532920" y="1029806"/>
                  </a:lnTo>
                  <a:lnTo>
                    <a:pt x="4637499" y="1023021"/>
                  </a:lnTo>
                  <a:lnTo>
                    <a:pt x="4747454" y="1016891"/>
                  </a:lnTo>
                  <a:lnTo>
                    <a:pt x="4860914" y="1011409"/>
                  </a:lnTo>
                  <a:lnTo>
                    <a:pt x="4975199" y="1006581"/>
                  </a:lnTo>
                  <a:lnTo>
                    <a:pt x="5086885" y="1002422"/>
                  </a:lnTo>
                  <a:lnTo>
                    <a:pt x="5192038" y="998942"/>
                  </a:lnTo>
                  <a:lnTo>
                    <a:pt x="5286633" y="996140"/>
                  </a:lnTo>
                  <a:lnTo>
                    <a:pt x="5367114" y="993994"/>
                  </a:lnTo>
                  <a:lnTo>
                    <a:pt x="5430977" y="992454"/>
                  </a:lnTo>
                  <a:lnTo>
                    <a:pt x="5477245" y="991439"/>
                  </a:lnTo>
                  <a:lnTo>
                    <a:pt x="5506712" y="990850"/>
                  </a:lnTo>
                  <a:lnTo>
                    <a:pt x="5521931" y="990572"/>
                  </a:lnTo>
                  <a:lnTo>
                    <a:pt x="5527022" y="990486"/>
                  </a:lnTo>
                  <a:lnTo>
                    <a:pt x="5527445" y="990479"/>
                  </a:lnTo>
                  <a:lnTo>
                    <a:pt x="6522385" y="990479"/>
                  </a:lnTo>
                  <a:lnTo>
                    <a:pt x="6523514" y="990461"/>
                  </a:lnTo>
                  <a:lnTo>
                    <a:pt x="6530963" y="990327"/>
                  </a:lnTo>
                  <a:lnTo>
                    <a:pt x="6549844" y="989957"/>
                  </a:lnTo>
                  <a:lnTo>
                    <a:pt x="6583857" y="989228"/>
                  </a:lnTo>
                  <a:lnTo>
                    <a:pt x="6635070" y="988024"/>
                  </a:lnTo>
                  <a:lnTo>
                    <a:pt x="6703770" y="986245"/>
                  </a:lnTo>
                  <a:lnTo>
                    <a:pt x="6788514" y="983816"/>
                  </a:lnTo>
                  <a:lnTo>
                    <a:pt x="6886450" y="980694"/>
                  </a:lnTo>
                  <a:lnTo>
                    <a:pt x="6993829" y="976861"/>
                  </a:lnTo>
                  <a:lnTo>
                    <a:pt x="7106605" y="972321"/>
                  </a:lnTo>
                  <a:lnTo>
                    <a:pt x="7220953" y="967087"/>
                  </a:lnTo>
                  <a:lnTo>
                    <a:pt x="7333644" y="961174"/>
                  </a:lnTo>
                  <a:lnTo>
                    <a:pt x="7442226" y="954584"/>
                  </a:lnTo>
                  <a:lnTo>
                    <a:pt x="7545050" y="947306"/>
                  </a:lnTo>
                  <a:lnTo>
                    <a:pt x="7641186" y="939305"/>
                  </a:lnTo>
                  <a:lnTo>
                    <a:pt x="7730294" y="930527"/>
                  </a:lnTo>
                  <a:lnTo>
                    <a:pt x="7812470" y="920895"/>
                  </a:lnTo>
                  <a:lnTo>
                    <a:pt x="7888123" y="910312"/>
                  </a:lnTo>
                  <a:lnTo>
                    <a:pt x="7957857" y="898661"/>
                  </a:lnTo>
                  <a:lnTo>
                    <a:pt x="8022389" y="885814"/>
                  </a:lnTo>
                  <a:lnTo>
                    <a:pt x="8082489" y="871635"/>
                  </a:lnTo>
                  <a:lnTo>
                    <a:pt x="8138929" y="855997"/>
                  </a:lnTo>
                  <a:lnTo>
                    <a:pt x="8192441" y="838803"/>
                  </a:lnTo>
                  <a:lnTo>
                    <a:pt x="8229629" y="825399"/>
                  </a:lnTo>
                  <a:lnTo>
                    <a:pt x="8286914" y="802354"/>
                  </a:lnTo>
                  <a:lnTo>
                    <a:pt x="8342493" y="777157"/>
                  </a:lnTo>
                  <a:lnTo>
                    <a:pt x="8396957" y="749770"/>
                  </a:lnTo>
                  <a:lnTo>
                    <a:pt x="8450752" y="720218"/>
                  </a:lnTo>
                  <a:lnTo>
                    <a:pt x="8504203" y="688590"/>
                  </a:lnTo>
                  <a:lnTo>
                    <a:pt x="8557534" y="655050"/>
                  </a:lnTo>
                  <a:lnTo>
                    <a:pt x="8610886" y="619836"/>
                  </a:lnTo>
                  <a:lnTo>
                    <a:pt x="8664327" y="583253"/>
                  </a:lnTo>
                  <a:lnTo>
                    <a:pt x="8717868" y="545671"/>
                  </a:lnTo>
                  <a:lnTo>
                    <a:pt x="8771480" y="507502"/>
                  </a:lnTo>
                  <a:lnTo>
                    <a:pt x="8825111" y="469189"/>
                  </a:lnTo>
                  <a:lnTo>
                    <a:pt x="8878703" y="431182"/>
                  </a:lnTo>
                  <a:lnTo>
                    <a:pt x="8932210" y="393914"/>
                  </a:lnTo>
                  <a:lnTo>
                    <a:pt x="8985614" y="357785"/>
                  </a:lnTo>
                  <a:lnTo>
                    <a:pt x="9038947" y="323142"/>
                  </a:lnTo>
                  <a:lnTo>
                    <a:pt x="9092302" y="290267"/>
                  </a:lnTo>
                  <a:lnTo>
                    <a:pt x="9145846" y="259372"/>
                  </a:lnTo>
                  <a:lnTo>
                    <a:pt x="9199838" y="230592"/>
                  </a:lnTo>
                  <a:lnTo>
                    <a:pt x="9254646" y="203995"/>
                  </a:lnTo>
                  <a:lnTo>
                    <a:pt x="9310763" y="179580"/>
                  </a:lnTo>
                  <a:lnTo>
                    <a:pt x="9347647" y="165079"/>
                  </a:lnTo>
                  <a:lnTo>
                    <a:pt x="9399460" y="146735"/>
                  </a:lnTo>
                  <a:lnTo>
                    <a:pt x="9453716" y="129981"/>
                  </a:lnTo>
                  <a:lnTo>
                    <a:pt x="9511097" y="114761"/>
                  </a:lnTo>
                  <a:lnTo>
                    <a:pt x="9572351" y="100965"/>
                  </a:lnTo>
                  <a:lnTo>
                    <a:pt x="9638254" y="88464"/>
                  </a:lnTo>
                  <a:lnTo>
                    <a:pt x="9709565" y="77122"/>
                  </a:lnTo>
                  <a:lnTo>
                    <a:pt x="9786977" y="66815"/>
                  </a:lnTo>
                  <a:lnTo>
                    <a:pt x="9871051" y="57429"/>
                  </a:lnTo>
                  <a:lnTo>
                    <a:pt x="9962119" y="48874"/>
                  </a:lnTo>
                  <a:lnTo>
                    <a:pt x="10060171" y="41079"/>
                  </a:lnTo>
                  <a:lnTo>
                    <a:pt x="10164718" y="33994"/>
                  </a:lnTo>
                  <a:lnTo>
                    <a:pt x="10274642" y="27593"/>
                  </a:lnTo>
                  <a:lnTo>
                    <a:pt x="10388074" y="21868"/>
                  </a:lnTo>
                  <a:lnTo>
                    <a:pt x="10502340" y="16826"/>
                  </a:lnTo>
                  <a:lnTo>
                    <a:pt x="10614017" y="12481"/>
                  </a:lnTo>
                  <a:lnTo>
                    <a:pt x="10719175" y="8846"/>
                  </a:lnTo>
                  <a:lnTo>
                    <a:pt x="10813791" y="5919"/>
                  </a:lnTo>
                  <a:lnTo>
                    <a:pt x="10894309" y="3677"/>
                  </a:lnTo>
                  <a:lnTo>
                    <a:pt x="10958222" y="2066"/>
                  </a:lnTo>
                  <a:lnTo>
                    <a:pt x="11004546" y="1005"/>
                  </a:lnTo>
                  <a:lnTo>
                    <a:pt x="11034070" y="388"/>
                  </a:lnTo>
                  <a:lnTo>
                    <a:pt x="11049337" y="96"/>
                  </a:lnTo>
                  <a:lnTo>
                    <a:pt x="11054460" y="7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9" name="pl1828"/>
            <p:cNvSpPr/>
            <p:nvPr/>
          </p:nvSpPr>
          <p:spPr>
            <a:xfrm>
              <a:off x="1199187" y="3998439"/>
              <a:ext cx="12049831" cy="1939034"/>
            </a:xfrm>
            <a:custGeom>
              <a:avLst/>
              <a:pathLst>
                <a:path w="12049831" h="1939034">
                  <a:moveTo>
                    <a:pt x="12049831" y="0"/>
                  </a:moveTo>
                  <a:lnTo>
                    <a:pt x="11054891" y="0"/>
                  </a:lnTo>
                  <a:lnTo>
                    <a:pt x="11053762" y="18"/>
                  </a:lnTo>
                  <a:lnTo>
                    <a:pt x="11046313" y="152"/>
                  </a:lnTo>
                  <a:lnTo>
                    <a:pt x="11027432" y="522"/>
                  </a:lnTo>
                  <a:lnTo>
                    <a:pt x="10993420" y="1250"/>
                  </a:lnTo>
                  <a:lnTo>
                    <a:pt x="10942207" y="2455"/>
                  </a:lnTo>
                  <a:lnTo>
                    <a:pt x="10873507" y="4234"/>
                  </a:lnTo>
                  <a:lnTo>
                    <a:pt x="10788762" y="6663"/>
                  </a:lnTo>
                  <a:lnTo>
                    <a:pt x="10690827" y="9785"/>
                  </a:lnTo>
                  <a:lnTo>
                    <a:pt x="10583447" y="13618"/>
                  </a:lnTo>
                  <a:lnTo>
                    <a:pt x="10470672" y="18158"/>
                  </a:lnTo>
                  <a:lnTo>
                    <a:pt x="10356324" y="23392"/>
                  </a:lnTo>
                  <a:lnTo>
                    <a:pt x="10243632" y="29305"/>
                  </a:lnTo>
                  <a:lnTo>
                    <a:pt x="10135050" y="35894"/>
                  </a:lnTo>
                  <a:lnTo>
                    <a:pt x="10032226" y="43173"/>
                  </a:lnTo>
                  <a:lnTo>
                    <a:pt x="9936090" y="51174"/>
                  </a:lnTo>
                  <a:lnTo>
                    <a:pt x="9846983" y="59952"/>
                  </a:lnTo>
                  <a:lnTo>
                    <a:pt x="9764806" y="69583"/>
                  </a:lnTo>
                  <a:lnTo>
                    <a:pt x="9689153" y="80167"/>
                  </a:lnTo>
                  <a:lnTo>
                    <a:pt x="9619419" y="91817"/>
                  </a:lnTo>
                  <a:lnTo>
                    <a:pt x="9554887" y="104665"/>
                  </a:lnTo>
                  <a:lnTo>
                    <a:pt x="9494787" y="118844"/>
                  </a:lnTo>
                  <a:lnTo>
                    <a:pt x="9438348" y="134482"/>
                  </a:lnTo>
                  <a:lnTo>
                    <a:pt x="9384836" y="151675"/>
                  </a:lnTo>
                  <a:lnTo>
                    <a:pt x="9347647" y="165079"/>
                  </a:lnTo>
                  <a:lnTo>
                    <a:pt x="9290363" y="188125"/>
                  </a:lnTo>
                  <a:lnTo>
                    <a:pt x="9234784" y="213322"/>
                  </a:lnTo>
                  <a:lnTo>
                    <a:pt x="9180319" y="240708"/>
                  </a:lnTo>
                  <a:lnTo>
                    <a:pt x="9126524" y="270261"/>
                  </a:lnTo>
                  <a:lnTo>
                    <a:pt x="9073074" y="301889"/>
                  </a:lnTo>
                  <a:lnTo>
                    <a:pt x="9019742" y="335429"/>
                  </a:lnTo>
                  <a:lnTo>
                    <a:pt x="8966390" y="370643"/>
                  </a:lnTo>
                  <a:lnTo>
                    <a:pt x="8912950" y="407226"/>
                  </a:lnTo>
                  <a:lnTo>
                    <a:pt x="8859409" y="444808"/>
                  </a:lnTo>
                  <a:lnTo>
                    <a:pt x="8805796" y="482977"/>
                  </a:lnTo>
                  <a:lnTo>
                    <a:pt x="8752165" y="521289"/>
                  </a:lnTo>
                  <a:lnTo>
                    <a:pt x="8698573" y="559297"/>
                  </a:lnTo>
                  <a:lnTo>
                    <a:pt x="8645067" y="596565"/>
                  </a:lnTo>
                  <a:lnTo>
                    <a:pt x="8591662" y="632694"/>
                  </a:lnTo>
                  <a:lnTo>
                    <a:pt x="8538329" y="667337"/>
                  </a:lnTo>
                  <a:lnTo>
                    <a:pt x="8484975" y="700212"/>
                  </a:lnTo>
                  <a:lnTo>
                    <a:pt x="8431431" y="731107"/>
                  </a:lnTo>
                  <a:lnTo>
                    <a:pt x="8377438" y="759887"/>
                  </a:lnTo>
                  <a:lnTo>
                    <a:pt x="8322630" y="786484"/>
                  </a:lnTo>
                  <a:lnTo>
                    <a:pt x="8266514" y="810899"/>
                  </a:lnTo>
                  <a:lnTo>
                    <a:pt x="8229629" y="825399"/>
                  </a:lnTo>
                  <a:lnTo>
                    <a:pt x="8177817" y="843744"/>
                  </a:lnTo>
                  <a:lnTo>
                    <a:pt x="8123561" y="860498"/>
                  </a:lnTo>
                  <a:lnTo>
                    <a:pt x="8066180" y="875718"/>
                  </a:lnTo>
                  <a:lnTo>
                    <a:pt x="8004926" y="889514"/>
                  </a:lnTo>
                  <a:lnTo>
                    <a:pt x="7939023" y="902015"/>
                  </a:lnTo>
                  <a:lnTo>
                    <a:pt x="7867712" y="913357"/>
                  </a:lnTo>
                  <a:lnTo>
                    <a:pt x="7790299" y="923664"/>
                  </a:lnTo>
                  <a:lnTo>
                    <a:pt x="7706225" y="933049"/>
                  </a:lnTo>
                  <a:lnTo>
                    <a:pt x="7615158" y="941604"/>
                  </a:lnTo>
                  <a:lnTo>
                    <a:pt x="7517105" y="949400"/>
                  </a:lnTo>
                  <a:lnTo>
                    <a:pt x="7412559" y="956485"/>
                  </a:lnTo>
                  <a:lnTo>
                    <a:pt x="7302635" y="962886"/>
                  </a:lnTo>
                  <a:lnTo>
                    <a:pt x="7189202" y="968611"/>
                  </a:lnTo>
                  <a:lnTo>
                    <a:pt x="7074937" y="973653"/>
                  </a:lnTo>
                  <a:lnTo>
                    <a:pt x="6963260" y="977998"/>
                  </a:lnTo>
                  <a:lnTo>
                    <a:pt x="6858102" y="981633"/>
                  </a:lnTo>
                  <a:lnTo>
                    <a:pt x="6763485" y="984560"/>
                  </a:lnTo>
                  <a:lnTo>
                    <a:pt x="6682967" y="986802"/>
                  </a:lnTo>
                  <a:lnTo>
                    <a:pt x="6619055" y="988413"/>
                  </a:lnTo>
                  <a:lnTo>
                    <a:pt x="6572730" y="989474"/>
                  </a:lnTo>
                  <a:lnTo>
                    <a:pt x="6543206" y="990091"/>
                  </a:lnTo>
                  <a:lnTo>
                    <a:pt x="6527939" y="990382"/>
                  </a:lnTo>
                  <a:lnTo>
                    <a:pt x="6522816" y="990472"/>
                  </a:lnTo>
                  <a:lnTo>
                    <a:pt x="6522385" y="990479"/>
                  </a:lnTo>
                  <a:lnTo>
                    <a:pt x="5527445" y="990479"/>
                  </a:lnTo>
                  <a:lnTo>
                    <a:pt x="5526316" y="990497"/>
                  </a:lnTo>
                  <a:lnTo>
                    <a:pt x="5518862" y="990626"/>
                  </a:lnTo>
                  <a:lnTo>
                    <a:pt x="5499971" y="990980"/>
                  </a:lnTo>
                  <a:lnTo>
                    <a:pt x="5465942" y="991678"/>
                  </a:lnTo>
                  <a:lnTo>
                    <a:pt x="5414703" y="992832"/>
                  </a:lnTo>
                  <a:lnTo>
                    <a:pt x="5345972" y="994537"/>
                  </a:lnTo>
                  <a:lnTo>
                    <a:pt x="5261193" y="996864"/>
                  </a:lnTo>
                  <a:lnTo>
                    <a:pt x="5163222" y="999856"/>
                  </a:lnTo>
                  <a:lnTo>
                    <a:pt x="5055810" y="1003528"/>
                  </a:lnTo>
                  <a:lnTo>
                    <a:pt x="4943007" y="1007878"/>
                  </a:lnTo>
                  <a:lnTo>
                    <a:pt x="4828637" y="1012893"/>
                  </a:lnTo>
                  <a:lnTo>
                    <a:pt x="4715931" y="1018558"/>
                  </a:lnTo>
                  <a:lnTo>
                    <a:pt x="4607340" y="1024872"/>
                  </a:lnTo>
                  <a:lnTo>
                    <a:pt x="4504513" y="1031845"/>
                  </a:lnTo>
                  <a:lnTo>
                    <a:pt x="4408378" y="1039511"/>
                  </a:lnTo>
                  <a:lnTo>
                    <a:pt x="4319274" y="1047921"/>
                  </a:lnTo>
                  <a:lnTo>
                    <a:pt x="4237103" y="1057150"/>
                  </a:lnTo>
                  <a:lnTo>
                    <a:pt x="4161457" y="1067290"/>
                  </a:lnTo>
                  <a:lnTo>
                    <a:pt x="4091729" y="1078454"/>
                  </a:lnTo>
                  <a:lnTo>
                    <a:pt x="4027203" y="1090764"/>
                  </a:lnTo>
                  <a:lnTo>
                    <a:pt x="3967107" y="1104351"/>
                  </a:lnTo>
                  <a:lnTo>
                    <a:pt x="3910671" y="1119336"/>
                  </a:lnTo>
                  <a:lnTo>
                    <a:pt x="3857159" y="1135811"/>
                  </a:lnTo>
                  <a:lnTo>
                    <a:pt x="3820202" y="1148572"/>
                  </a:lnTo>
                  <a:lnTo>
                    <a:pt x="3762611" y="1170767"/>
                  </a:lnTo>
                  <a:lnTo>
                    <a:pt x="3706741" y="1195046"/>
                  </a:lnTo>
                  <a:lnTo>
                    <a:pt x="3651993" y="1221444"/>
                  </a:lnTo>
                  <a:lnTo>
                    <a:pt x="3597915" y="1249939"/>
                  </a:lnTo>
                  <a:lnTo>
                    <a:pt x="3544179" y="1280439"/>
                  </a:lnTo>
                  <a:lnTo>
                    <a:pt x="3490559" y="1312786"/>
                  </a:lnTo>
                  <a:lnTo>
                    <a:pt x="3436915" y="1346744"/>
                  </a:lnTo>
                  <a:lnTo>
                    <a:pt x="3383180" y="1382015"/>
                  </a:lnTo>
                  <a:lnTo>
                    <a:pt x="3329344" y="1418237"/>
                  </a:lnTo>
                  <a:lnTo>
                    <a:pt x="3275438" y="1455006"/>
                  </a:lnTo>
                  <a:lnTo>
                    <a:pt x="3221516" y="1491891"/>
                  </a:lnTo>
                  <a:lnTo>
                    <a:pt x="3167638" y="1528455"/>
                  </a:lnTo>
                  <a:lnTo>
                    <a:pt x="3113848" y="1564276"/>
                  </a:lnTo>
                  <a:lnTo>
                    <a:pt x="3060160" y="1598969"/>
                  </a:lnTo>
                  <a:lnTo>
                    <a:pt x="3006540" y="1632201"/>
                  </a:lnTo>
                  <a:lnTo>
                    <a:pt x="2952887" y="1663701"/>
                  </a:lnTo>
                  <a:lnTo>
                    <a:pt x="2899024" y="1693271"/>
                  </a:lnTo>
                  <a:lnTo>
                    <a:pt x="2844678" y="1720784"/>
                  </a:lnTo>
                  <a:lnTo>
                    <a:pt x="2789465" y="1746182"/>
                  </a:lnTo>
                  <a:lnTo>
                    <a:pt x="2732869" y="1769470"/>
                  </a:lnTo>
                  <a:lnTo>
                    <a:pt x="2702183" y="1780942"/>
                  </a:lnTo>
                  <a:lnTo>
                    <a:pt x="2650361" y="1798513"/>
                  </a:lnTo>
                  <a:lnTo>
                    <a:pt x="2596094" y="1814560"/>
                  </a:lnTo>
                  <a:lnTo>
                    <a:pt x="2538700" y="1829138"/>
                  </a:lnTo>
                  <a:lnTo>
                    <a:pt x="2477431" y="1842352"/>
                  </a:lnTo>
                  <a:lnTo>
                    <a:pt x="2411511" y="1854325"/>
                  </a:lnTo>
                  <a:lnTo>
                    <a:pt x="2340181" y="1865188"/>
                  </a:lnTo>
                  <a:lnTo>
                    <a:pt x="2262745" y="1875060"/>
                  </a:lnTo>
                  <a:lnTo>
                    <a:pt x="2178645" y="1884048"/>
                  </a:lnTo>
                  <a:lnTo>
                    <a:pt x="2087548" y="1892241"/>
                  </a:lnTo>
                  <a:lnTo>
                    <a:pt x="1989465" y="1899707"/>
                  </a:lnTo>
                  <a:lnTo>
                    <a:pt x="1884886" y="1906492"/>
                  </a:lnTo>
                  <a:lnTo>
                    <a:pt x="1774931" y="1912622"/>
                  </a:lnTo>
                  <a:lnTo>
                    <a:pt x="1661471" y="1918104"/>
                  </a:lnTo>
                  <a:lnTo>
                    <a:pt x="1547186" y="1922932"/>
                  </a:lnTo>
                  <a:lnTo>
                    <a:pt x="1435500" y="1927092"/>
                  </a:lnTo>
                  <a:lnTo>
                    <a:pt x="1330347" y="1930572"/>
                  </a:lnTo>
                  <a:lnTo>
                    <a:pt x="1235752" y="1933373"/>
                  </a:lnTo>
                  <a:lnTo>
                    <a:pt x="1155271" y="1935519"/>
                  </a:lnTo>
                  <a:lnTo>
                    <a:pt x="1091408" y="1937060"/>
                  </a:lnTo>
                  <a:lnTo>
                    <a:pt x="1045140" y="1938074"/>
                  </a:lnTo>
                  <a:lnTo>
                    <a:pt x="1015673" y="1938664"/>
                  </a:lnTo>
                  <a:lnTo>
                    <a:pt x="1000454" y="1938942"/>
                  </a:lnTo>
                  <a:lnTo>
                    <a:pt x="995363" y="1939027"/>
                  </a:lnTo>
                  <a:lnTo>
                    <a:pt x="994940" y="1939034"/>
                  </a:lnTo>
                  <a:lnTo>
                    <a:pt x="0" y="1939034"/>
                  </a:lnTo>
                  <a:lnTo>
                    <a:pt x="0" y="19390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0" name="pg1829"/>
            <p:cNvSpPr/>
            <p:nvPr/>
          </p:nvSpPr>
          <p:spPr>
            <a:xfrm>
              <a:off x="1199187" y="1556303"/>
              <a:ext cx="12049831" cy="4858067"/>
            </a:xfrm>
            <a:custGeom>
              <a:avLst/>
              <a:pathLst>
                <a:path w="12049831" h="4858067">
                  <a:moveTo>
                    <a:pt x="0" y="4402132"/>
                  </a:moveTo>
                  <a:lnTo>
                    <a:pt x="994940" y="4402132"/>
                  </a:lnTo>
                  <a:lnTo>
                    <a:pt x="996075" y="4402141"/>
                  </a:lnTo>
                  <a:lnTo>
                    <a:pt x="1003563" y="4402203"/>
                  </a:lnTo>
                  <a:lnTo>
                    <a:pt x="1022542" y="4402374"/>
                  </a:lnTo>
                  <a:lnTo>
                    <a:pt x="1056722" y="4402711"/>
                  </a:lnTo>
                  <a:lnTo>
                    <a:pt x="1108176" y="4403268"/>
                  </a:lnTo>
                  <a:lnTo>
                    <a:pt x="1177173" y="4404092"/>
                  </a:lnTo>
                  <a:lnTo>
                    <a:pt x="1262249" y="4405216"/>
                  </a:lnTo>
                  <a:lnTo>
                    <a:pt x="1360521" y="4406660"/>
                  </a:lnTo>
                  <a:lnTo>
                    <a:pt x="1468212" y="4408433"/>
                  </a:lnTo>
                  <a:lnTo>
                    <a:pt x="1581252" y="4410532"/>
                  </a:lnTo>
                  <a:lnTo>
                    <a:pt x="1695806" y="4412952"/>
                  </a:lnTo>
                  <a:lnTo>
                    <a:pt x="1808639" y="4415685"/>
                  </a:lnTo>
                  <a:lnTo>
                    <a:pt x="1917303" y="4418731"/>
                  </a:lnTo>
                  <a:lnTo>
                    <a:pt x="2020158" y="4422096"/>
                  </a:lnTo>
                  <a:lnTo>
                    <a:pt x="2116286" y="4425795"/>
                  </a:lnTo>
                  <a:lnTo>
                    <a:pt x="2205356" y="4429854"/>
                  </a:lnTo>
                  <a:lnTo>
                    <a:pt x="2287478" y="4434308"/>
                  </a:lnTo>
                  <a:lnTo>
                    <a:pt x="2363070" y="4439203"/>
                  </a:lnTo>
                  <a:lnTo>
                    <a:pt x="2432742" y="4444594"/>
                  </a:lnTo>
                  <a:lnTo>
                    <a:pt x="2497221" y="4450540"/>
                  </a:lnTo>
                  <a:lnTo>
                    <a:pt x="2557280" y="4457103"/>
                  </a:lnTo>
                  <a:lnTo>
                    <a:pt x="2613693" y="4464342"/>
                  </a:lnTo>
                  <a:lnTo>
                    <a:pt x="2667197" y="4472301"/>
                  </a:lnTo>
                  <a:lnTo>
                    <a:pt x="2702183" y="4478121"/>
                  </a:lnTo>
                  <a:lnTo>
                    <a:pt x="2762767" y="4489382"/>
                  </a:lnTo>
                  <a:lnTo>
                    <a:pt x="2821482" y="4501754"/>
                  </a:lnTo>
                  <a:lnTo>
                    <a:pt x="2879012" y="4515256"/>
                  </a:lnTo>
                  <a:lnTo>
                    <a:pt x="2935864" y="4529869"/>
                  </a:lnTo>
                  <a:lnTo>
                    <a:pt x="2992398" y="4545537"/>
                  </a:lnTo>
                  <a:lnTo>
                    <a:pt x="3048852" y="4562158"/>
                  </a:lnTo>
                  <a:lnTo>
                    <a:pt x="3105363" y="4579591"/>
                  </a:lnTo>
                  <a:lnTo>
                    <a:pt x="3161985" y="4597654"/>
                  </a:lnTo>
                  <a:lnTo>
                    <a:pt x="3218709" y="4616136"/>
                  </a:lnTo>
                  <a:lnTo>
                    <a:pt x="3275483" y="4634801"/>
                  </a:lnTo>
                  <a:lnTo>
                    <a:pt x="3332240" y="4653404"/>
                  </a:lnTo>
                  <a:lnTo>
                    <a:pt x="3388917" y="4671704"/>
                  </a:lnTo>
                  <a:lnTo>
                    <a:pt x="3445481" y="4689475"/>
                  </a:lnTo>
                  <a:lnTo>
                    <a:pt x="3501952" y="4706520"/>
                  </a:lnTo>
                  <a:lnTo>
                    <a:pt x="3558423" y="4722676"/>
                  </a:lnTo>
                  <a:lnTo>
                    <a:pt x="3615080" y="4737822"/>
                  </a:lnTo>
                  <a:lnTo>
                    <a:pt x="3672220" y="4751881"/>
                  </a:lnTo>
                  <a:lnTo>
                    <a:pt x="3730273" y="4764814"/>
                  </a:lnTo>
                  <a:lnTo>
                    <a:pt x="3789830" y="4776623"/>
                  </a:lnTo>
                  <a:lnTo>
                    <a:pt x="3820202" y="4782078"/>
                  </a:lnTo>
                  <a:lnTo>
                    <a:pt x="3872111" y="4790537"/>
                  </a:lnTo>
                  <a:lnTo>
                    <a:pt x="3926474" y="4798261"/>
                  </a:lnTo>
                  <a:lnTo>
                    <a:pt x="3983977" y="4805277"/>
                  </a:lnTo>
                  <a:lnTo>
                    <a:pt x="4045371" y="4811635"/>
                  </a:lnTo>
                  <a:lnTo>
                    <a:pt x="4111436" y="4817396"/>
                  </a:lnTo>
                  <a:lnTo>
                    <a:pt x="4182936" y="4822621"/>
                  </a:lnTo>
                  <a:lnTo>
                    <a:pt x="4260567" y="4827369"/>
                  </a:lnTo>
                  <a:lnTo>
                    <a:pt x="4344890" y="4831692"/>
                  </a:lnTo>
                  <a:lnTo>
                    <a:pt x="4436235" y="4835631"/>
                  </a:lnTo>
                  <a:lnTo>
                    <a:pt x="4534586" y="4839220"/>
                  </a:lnTo>
                  <a:lnTo>
                    <a:pt x="4639441" y="4842482"/>
                  </a:lnTo>
                  <a:lnTo>
                    <a:pt x="4749662" y="4845427"/>
                  </a:lnTo>
                  <a:lnTo>
                    <a:pt x="4863355" y="4848060"/>
                  </a:lnTo>
                  <a:lnTo>
                    <a:pt x="4977809" y="4850377"/>
                  </a:lnTo>
                  <a:lnTo>
                    <a:pt x="5089569" y="4852372"/>
                  </a:lnTo>
                  <a:lnTo>
                    <a:pt x="5194674" y="4854039"/>
                  </a:lnTo>
                  <a:lnTo>
                    <a:pt x="5289084" y="4855379"/>
                  </a:lnTo>
                  <a:lnTo>
                    <a:pt x="5369247" y="4856404"/>
                  </a:lnTo>
                  <a:lnTo>
                    <a:pt x="5432686" y="4857137"/>
                  </a:lnTo>
                  <a:lnTo>
                    <a:pt x="5478470" y="4857618"/>
                  </a:lnTo>
                  <a:lnTo>
                    <a:pt x="5507454" y="4857896"/>
                  </a:lnTo>
                  <a:lnTo>
                    <a:pt x="5522262" y="4858026"/>
                  </a:lnTo>
                  <a:lnTo>
                    <a:pt x="5527085" y="4858065"/>
                  </a:lnTo>
                  <a:lnTo>
                    <a:pt x="5527445" y="4858067"/>
                  </a:lnTo>
                  <a:lnTo>
                    <a:pt x="6522385" y="4858067"/>
                  </a:lnTo>
                  <a:lnTo>
                    <a:pt x="6523257" y="4857997"/>
                  </a:lnTo>
                  <a:lnTo>
                    <a:pt x="6529037" y="4857494"/>
                  </a:lnTo>
                  <a:lnTo>
                    <a:pt x="6543783" y="4856107"/>
                  </a:lnTo>
                  <a:lnTo>
                    <a:pt x="6570585" y="4853370"/>
                  </a:lnTo>
                  <a:lnTo>
                    <a:pt x="6611421" y="4848833"/>
                  </a:lnTo>
                  <a:lnTo>
                    <a:pt x="6667035" y="4842090"/>
                  </a:lnTo>
                  <a:lnTo>
                    <a:pt x="6736911" y="4832815"/>
                  </a:lnTo>
                  <a:lnTo>
                    <a:pt x="6819398" y="4820778"/>
                  </a:lnTo>
                  <a:lnTo>
                    <a:pt x="6911989" y="4805853"/>
                  </a:lnTo>
                  <a:lnTo>
                    <a:pt x="7011680" y="4788003"/>
                  </a:lnTo>
                  <a:lnTo>
                    <a:pt x="7115358" y="4767253"/>
                  </a:lnTo>
                  <a:lnTo>
                    <a:pt x="7220120" y="4743658"/>
                  </a:lnTo>
                  <a:lnTo>
                    <a:pt x="7323501" y="4717268"/>
                  </a:lnTo>
                  <a:lnTo>
                    <a:pt x="7423583" y="4688098"/>
                  </a:lnTo>
                  <a:lnTo>
                    <a:pt x="7519021" y="4656111"/>
                  </a:lnTo>
                  <a:lnTo>
                    <a:pt x="7608990" y="4621200"/>
                  </a:lnTo>
                  <a:lnTo>
                    <a:pt x="7693105" y="4583184"/>
                  </a:lnTo>
                  <a:lnTo>
                    <a:pt x="7771328" y="4541805"/>
                  </a:lnTo>
                  <a:lnTo>
                    <a:pt x="7843873" y="4496729"/>
                  </a:lnTo>
                  <a:lnTo>
                    <a:pt x="7911131" y="4447558"/>
                  </a:lnTo>
                  <a:lnTo>
                    <a:pt x="7973608" y="4393831"/>
                  </a:lnTo>
                  <a:lnTo>
                    <a:pt x="8031869" y="4335053"/>
                  </a:lnTo>
                  <a:lnTo>
                    <a:pt x="8086512" y="4270716"/>
                  </a:lnTo>
                  <a:lnTo>
                    <a:pt x="8138127" y="4200348"/>
                  </a:lnTo>
                  <a:lnTo>
                    <a:pt x="8187278" y="4123584"/>
                  </a:lnTo>
                  <a:lnTo>
                    <a:pt x="8229629" y="4049263"/>
                  </a:lnTo>
                  <a:lnTo>
                    <a:pt x="8265150" y="3980950"/>
                  </a:lnTo>
                  <a:lnTo>
                    <a:pt x="8299925" y="3908686"/>
                  </a:lnTo>
                  <a:lnTo>
                    <a:pt x="8334113" y="3832392"/>
                  </a:lnTo>
                  <a:lnTo>
                    <a:pt x="8367852" y="3752027"/>
                  </a:lnTo>
                  <a:lnTo>
                    <a:pt x="8401255" y="3667592"/>
                  </a:lnTo>
                  <a:lnTo>
                    <a:pt x="8434417" y="3579133"/>
                  </a:lnTo>
                  <a:lnTo>
                    <a:pt x="8467417" y="3486745"/>
                  </a:lnTo>
                  <a:lnTo>
                    <a:pt x="8500320" y="3390572"/>
                  </a:lnTo>
                  <a:lnTo>
                    <a:pt x="8533173" y="3290812"/>
                  </a:lnTo>
                  <a:lnTo>
                    <a:pt x="8566016" y="3187715"/>
                  </a:lnTo>
                  <a:lnTo>
                    <a:pt x="8598873" y="3081581"/>
                  </a:lnTo>
                  <a:lnTo>
                    <a:pt x="8631761" y="2972760"/>
                  </a:lnTo>
                  <a:lnTo>
                    <a:pt x="8664688" y="2861646"/>
                  </a:lnTo>
                  <a:lnTo>
                    <a:pt x="8697654" y="2748673"/>
                  </a:lnTo>
                  <a:lnTo>
                    <a:pt x="8730653" y="2634309"/>
                  </a:lnTo>
                  <a:lnTo>
                    <a:pt x="8763675" y="2519046"/>
                  </a:lnTo>
                  <a:lnTo>
                    <a:pt x="8796708" y="2403393"/>
                  </a:lnTo>
                  <a:lnTo>
                    <a:pt x="8829737" y="2287866"/>
                  </a:lnTo>
                  <a:lnTo>
                    <a:pt x="8862750" y="2172980"/>
                  </a:lnTo>
                  <a:lnTo>
                    <a:pt x="8895734" y="2059235"/>
                  </a:lnTo>
                  <a:lnTo>
                    <a:pt x="8928681" y="1947114"/>
                  </a:lnTo>
                  <a:lnTo>
                    <a:pt x="8961588" y="1837068"/>
                  </a:lnTo>
                  <a:lnTo>
                    <a:pt x="8994460" y="1729513"/>
                  </a:lnTo>
                  <a:lnTo>
                    <a:pt x="9027307" y="1624822"/>
                  </a:lnTo>
                  <a:lnTo>
                    <a:pt x="9060151" y="1523322"/>
                  </a:lnTo>
                  <a:lnTo>
                    <a:pt x="9093023" y="1425287"/>
                  </a:lnTo>
                  <a:lnTo>
                    <a:pt x="9125966" y="1330941"/>
                  </a:lnTo>
                  <a:lnTo>
                    <a:pt x="9159037" y="1240458"/>
                  </a:lnTo>
                  <a:lnTo>
                    <a:pt x="9192306" y="1153956"/>
                  </a:lnTo>
                  <a:lnTo>
                    <a:pt x="9225860" y="1071507"/>
                  </a:lnTo>
                  <a:lnTo>
                    <a:pt x="9259803" y="993133"/>
                  </a:lnTo>
                  <a:lnTo>
                    <a:pt x="9294259" y="918815"/>
                  </a:lnTo>
                  <a:lnTo>
                    <a:pt x="9329377" y="848494"/>
                  </a:lnTo>
                  <a:lnTo>
                    <a:pt x="9347647" y="814045"/>
                  </a:lnTo>
                  <a:lnTo>
                    <a:pt x="9395025" y="731412"/>
                  </a:lnTo>
                  <a:lnTo>
                    <a:pt x="9444408" y="655327"/>
                  </a:lnTo>
                  <a:lnTo>
                    <a:pt x="9496312" y="585607"/>
                  </a:lnTo>
                  <a:lnTo>
                    <a:pt x="9551304" y="521873"/>
                  </a:lnTo>
                  <a:lnTo>
                    <a:pt x="9609978" y="463646"/>
                  </a:lnTo>
                  <a:lnTo>
                    <a:pt x="9672927" y="410417"/>
                  </a:lnTo>
                  <a:lnTo>
                    <a:pt x="9740715" y="361693"/>
                  </a:lnTo>
                  <a:lnTo>
                    <a:pt x="9813836" y="317021"/>
                  </a:lnTo>
                  <a:lnTo>
                    <a:pt x="9892667" y="276007"/>
                  </a:lnTo>
                  <a:lnTo>
                    <a:pt x="9977400" y="238325"/>
                  </a:lnTo>
                  <a:lnTo>
                    <a:pt x="10067964" y="203726"/>
                  </a:lnTo>
                  <a:lnTo>
                    <a:pt x="10163933" y="172037"/>
                  </a:lnTo>
                  <a:lnTo>
                    <a:pt x="10264432" y="143158"/>
                  </a:lnTo>
                  <a:lnTo>
                    <a:pt x="10368056" y="117057"/>
                  </a:lnTo>
                  <a:lnTo>
                    <a:pt x="10472829" y="93756"/>
                  </a:lnTo>
                  <a:lnTo>
                    <a:pt x="10576233" y="73306"/>
                  </a:lnTo>
                  <a:lnTo>
                    <a:pt x="10675330" y="55761"/>
                  </a:lnTo>
                  <a:lnTo>
                    <a:pt x="10767002" y="41140"/>
                  </a:lnTo>
                  <a:lnTo>
                    <a:pt x="10848279" y="29399"/>
                  </a:lnTo>
                  <a:lnTo>
                    <a:pt x="10916726" y="20401"/>
                  </a:lnTo>
                  <a:lnTo>
                    <a:pt x="10970802" y="13905"/>
                  </a:lnTo>
                  <a:lnTo>
                    <a:pt x="11010118" y="9576"/>
                  </a:lnTo>
                  <a:lnTo>
                    <a:pt x="11035549" y="7001"/>
                  </a:lnTo>
                  <a:lnTo>
                    <a:pt x="11049199" y="5728"/>
                  </a:lnTo>
                  <a:lnTo>
                    <a:pt x="11054262" y="529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4020" y="70"/>
                  </a:lnTo>
                  <a:lnTo>
                    <a:pt x="11048240" y="573"/>
                  </a:lnTo>
                  <a:lnTo>
                    <a:pt x="11033493" y="1960"/>
                  </a:lnTo>
                  <a:lnTo>
                    <a:pt x="11006692" y="4697"/>
                  </a:lnTo>
                  <a:lnTo>
                    <a:pt x="10965856" y="9234"/>
                  </a:lnTo>
                  <a:lnTo>
                    <a:pt x="10910241" y="15977"/>
                  </a:lnTo>
                  <a:lnTo>
                    <a:pt x="10840366" y="25252"/>
                  </a:lnTo>
                  <a:lnTo>
                    <a:pt x="10757878" y="37288"/>
                  </a:lnTo>
                  <a:lnTo>
                    <a:pt x="10665288" y="52213"/>
                  </a:lnTo>
                  <a:lnTo>
                    <a:pt x="10565597" y="70064"/>
                  </a:lnTo>
                  <a:lnTo>
                    <a:pt x="10461919" y="90814"/>
                  </a:lnTo>
                  <a:lnTo>
                    <a:pt x="10357156" y="114409"/>
                  </a:lnTo>
                  <a:lnTo>
                    <a:pt x="10253776" y="140799"/>
                  </a:lnTo>
                  <a:lnTo>
                    <a:pt x="10153693" y="169969"/>
                  </a:lnTo>
                  <a:lnTo>
                    <a:pt x="10058255" y="201956"/>
                  </a:lnTo>
                  <a:lnTo>
                    <a:pt x="9968286" y="236867"/>
                  </a:lnTo>
                  <a:lnTo>
                    <a:pt x="9884171" y="274883"/>
                  </a:lnTo>
                  <a:lnTo>
                    <a:pt x="9805949" y="316262"/>
                  </a:lnTo>
                  <a:lnTo>
                    <a:pt x="9733404" y="361337"/>
                  </a:lnTo>
                  <a:lnTo>
                    <a:pt x="9666145" y="410509"/>
                  </a:lnTo>
                  <a:lnTo>
                    <a:pt x="9603669" y="464236"/>
                  </a:lnTo>
                  <a:lnTo>
                    <a:pt x="9545407" y="523014"/>
                  </a:lnTo>
                  <a:lnTo>
                    <a:pt x="9490765" y="587351"/>
                  </a:lnTo>
                  <a:lnTo>
                    <a:pt x="9439150" y="657719"/>
                  </a:lnTo>
                  <a:lnTo>
                    <a:pt x="9389999" y="734483"/>
                  </a:lnTo>
                  <a:lnTo>
                    <a:pt x="9347647" y="808804"/>
                  </a:lnTo>
                  <a:lnTo>
                    <a:pt x="9312126" y="877117"/>
                  </a:lnTo>
                  <a:lnTo>
                    <a:pt x="9277352" y="949380"/>
                  </a:lnTo>
                  <a:lnTo>
                    <a:pt x="9243163" y="1025675"/>
                  </a:lnTo>
                  <a:lnTo>
                    <a:pt x="9209425" y="1106040"/>
                  </a:lnTo>
                  <a:lnTo>
                    <a:pt x="9176022" y="1190475"/>
                  </a:lnTo>
                  <a:lnTo>
                    <a:pt x="9142860" y="1278934"/>
                  </a:lnTo>
                  <a:lnTo>
                    <a:pt x="9109859" y="1371322"/>
                  </a:lnTo>
                  <a:lnTo>
                    <a:pt x="9076957" y="1467495"/>
                  </a:lnTo>
                  <a:lnTo>
                    <a:pt x="9044103" y="1567254"/>
                  </a:lnTo>
                  <a:lnTo>
                    <a:pt x="9011261" y="1670351"/>
                  </a:lnTo>
                  <a:lnTo>
                    <a:pt x="8978404" y="1776485"/>
                  </a:lnTo>
                  <a:lnTo>
                    <a:pt x="8945515" y="1885307"/>
                  </a:lnTo>
                  <a:lnTo>
                    <a:pt x="8912589" y="1996421"/>
                  </a:lnTo>
                  <a:lnTo>
                    <a:pt x="8879623" y="2109394"/>
                  </a:lnTo>
                  <a:lnTo>
                    <a:pt x="8846624" y="2223758"/>
                  </a:lnTo>
                  <a:lnTo>
                    <a:pt x="8813601" y="2339021"/>
                  </a:lnTo>
                  <a:lnTo>
                    <a:pt x="8780569" y="2454674"/>
                  </a:lnTo>
                  <a:lnTo>
                    <a:pt x="8747539" y="2570200"/>
                  </a:lnTo>
                  <a:lnTo>
                    <a:pt x="8714527" y="2685087"/>
                  </a:lnTo>
                  <a:lnTo>
                    <a:pt x="8681543" y="2798831"/>
                  </a:lnTo>
                  <a:lnTo>
                    <a:pt x="8648596" y="2910953"/>
                  </a:lnTo>
                  <a:lnTo>
                    <a:pt x="8615688" y="3020998"/>
                  </a:lnTo>
                  <a:lnTo>
                    <a:pt x="8582817" y="3128553"/>
                  </a:lnTo>
                  <a:lnTo>
                    <a:pt x="8549969" y="3233244"/>
                  </a:lnTo>
                  <a:lnTo>
                    <a:pt x="8517125" y="3334745"/>
                  </a:lnTo>
                  <a:lnTo>
                    <a:pt x="8484253" y="3432780"/>
                  </a:lnTo>
                  <a:lnTo>
                    <a:pt x="8451310" y="3527125"/>
                  </a:lnTo>
                  <a:lnTo>
                    <a:pt x="8418239" y="3617609"/>
                  </a:lnTo>
                  <a:lnTo>
                    <a:pt x="8384970" y="3704111"/>
                  </a:lnTo>
                  <a:lnTo>
                    <a:pt x="8351417" y="3786560"/>
                  </a:lnTo>
                  <a:lnTo>
                    <a:pt x="8317474" y="3864934"/>
                  </a:lnTo>
                  <a:lnTo>
                    <a:pt x="8283017" y="3939251"/>
                  </a:lnTo>
                  <a:lnTo>
                    <a:pt x="8247900" y="4009573"/>
                  </a:lnTo>
                  <a:lnTo>
                    <a:pt x="8229629" y="4044022"/>
                  </a:lnTo>
                  <a:lnTo>
                    <a:pt x="8182251" y="4126655"/>
                  </a:lnTo>
                  <a:lnTo>
                    <a:pt x="8132868" y="4202740"/>
                  </a:lnTo>
                  <a:lnTo>
                    <a:pt x="8080964" y="4272459"/>
                  </a:lnTo>
                  <a:lnTo>
                    <a:pt x="8025972" y="4336194"/>
                  </a:lnTo>
                  <a:lnTo>
                    <a:pt x="7967299" y="4394421"/>
                  </a:lnTo>
                  <a:lnTo>
                    <a:pt x="7904349" y="4447650"/>
                  </a:lnTo>
                  <a:lnTo>
                    <a:pt x="7836562" y="4496374"/>
                  </a:lnTo>
                  <a:lnTo>
                    <a:pt x="7763440" y="4541046"/>
                  </a:lnTo>
                  <a:lnTo>
                    <a:pt x="7684610" y="4582060"/>
                  </a:lnTo>
                  <a:lnTo>
                    <a:pt x="7599877" y="4619742"/>
                  </a:lnTo>
                  <a:lnTo>
                    <a:pt x="7509313" y="4654341"/>
                  </a:lnTo>
                  <a:lnTo>
                    <a:pt x="7413344" y="4686030"/>
                  </a:lnTo>
                  <a:lnTo>
                    <a:pt x="7312845" y="4714909"/>
                  </a:lnTo>
                  <a:lnTo>
                    <a:pt x="7209221" y="4741010"/>
                  </a:lnTo>
                  <a:lnTo>
                    <a:pt x="7104447" y="4764311"/>
                  </a:lnTo>
                  <a:lnTo>
                    <a:pt x="7001044" y="4784760"/>
                  </a:lnTo>
                  <a:lnTo>
                    <a:pt x="6901947" y="4802306"/>
                  </a:lnTo>
                  <a:lnTo>
                    <a:pt x="6810275" y="4816927"/>
                  </a:lnTo>
                  <a:lnTo>
                    <a:pt x="6728998" y="4828668"/>
                  </a:lnTo>
                  <a:lnTo>
                    <a:pt x="6660550" y="4837666"/>
                  </a:lnTo>
                  <a:lnTo>
                    <a:pt x="6606474" y="4844162"/>
                  </a:lnTo>
                  <a:lnTo>
                    <a:pt x="6567159" y="4848491"/>
                  </a:lnTo>
                  <a:lnTo>
                    <a:pt x="6541727" y="4851066"/>
                  </a:lnTo>
                  <a:lnTo>
                    <a:pt x="6528077" y="4852339"/>
                  </a:lnTo>
                  <a:lnTo>
                    <a:pt x="6523015" y="4852776"/>
                  </a:lnTo>
                  <a:lnTo>
                    <a:pt x="6522385" y="4852827"/>
                  </a:lnTo>
                  <a:lnTo>
                    <a:pt x="5527445" y="4852827"/>
                  </a:lnTo>
                  <a:lnTo>
                    <a:pt x="5526310" y="4852818"/>
                  </a:lnTo>
                  <a:lnTo>
                    <a:pt x="5518822" y="4852756"/>
                  </a:lnTo>
                  <a:lnTo>
                    <a:pt x="5499843" y="4852585"/>
                  </a:lnTo>
                  <a:lnTo>
                    <a:pt x="5465663" y="4852248"/>
                  </a:lnTo>
                  <a:lnTo>
                    <a:pt x="5414209" y="4851690"/>
                  </a:lnTo>
                  <a:lnTo>
                    <a:pt x="5345212" y="4850867"/>
                  </a:lnTo>
                  <a:lnTo>
                    <a:pt x="5260136" y="4849743"/>
                  </a:lnTo>
                  <a:lnTo>
                    <a:pt x="5161864" y="4848299"/>
                  </a:lnTo>
                  <a:lnTo>
                    <a:pt x="5054173" y="4846526"/>
                  </a:lnTo>
                  <a:lnTo>
                    <a:pt x="4941133" y="4844427"/>
                  </a:lnTo>
                  <a:lnTo>
                    <a:pt x="4826579" y="4842007"/>
                  </a:lnTo>
                  <a:lnTo>
                    <a:pt x="4713746" y="4839274"/>
                  </a:lnTo>
                  <a:lnTo>
                    <a:pt x="4605081" y="4836227"/>
                  </a:lnTo>
                  <a:lnTo>
                    <a:pt x="4502227" y="4832863"/>
                  </a:lnTo>
                  <a:lnTo>
                    <a:pt x="4406099" y="4829164"/>
                  </a:lnTo>
                  <a:lnTo>
                    <a:pt x="4317029" y="4825105"/>
                  </a:lnTo>
                  <a:lnTo>
                    <a:pt x="4234907" y="4820651"/>
                  </a:lnTo>
                  <a:lnTo>
                    <a:pt x="4159315" y="4815755"/>
                  </a:lnTo>
                  <a:lnTo>
                    <a:pt x="4089643" y="4810365"/>
                  </a:lnTo>
                  <a:lnTo>
                    <a:pt x="4025164" y="4804419"/>
                  </a:lnTo>
                  <a:lnTo>
                    <a:pt x="3965105" y="4797856"/>
                  </a:lnTo>
                  <a:lnTo>
                    <a:pt x="3908692" y="4790617"/>
                  </a:lnTo>
                  <a:lnTo>
                    <a:pt x="3855188" y="4782658"/>
                  </a:lnTo>
                  <a:lnTo>
                    <a:pt x="3820202" y="4776837"/>
                  </a:lnTo>
                  <a:lnTo>
                    <a:pt x="3759618" y="4765577"/>
                  </a:lnTo>
                  <a:lnTo>
                    <a:pt x="3700903" y="4753205"/>
                  </a:lnTo>
                  <a:lnTo>
                    <a:pt x="3643373" y="4739703"/>
                  </a:lnTo>
                  <a:lnTo>
                    <a:pt x="3586521" y="4725089"/>
                  </a:lnTo>
                  <a:lnTo>
                    <a:pt x="3529987" y="4709422"/>
                  </a:lnTo>
                  <a:lnTo>
                    <a:pt x="3473533" y="4692801"/>
                  </a:lnTo>
                  <a:lnTo>
                    <a:pt x="3417022" y="4675368"/>
                  </a:lnTo>
                  <a:lnTo>
                    <a:pt x="3360400" y="4657304"/>
                  </a:lnTo>
                  <a:lnTo>
                    <a:pt x="3303676" y="4638822"/>
                  </a:lnTo>
                  <a:lnTo>
                    <a:pt x="3246902" y="4620157"/>
                  </a:lnTo>
                  <a:lnTo>
                    <a:pt x="3190145" y="4601554"/>
                  </a:lnTo>
                  <a:lnTo>
                    <a:pt x="3133468" y="4583255"/>
                  </a:lnTo>
                  <a:lnTo>
                    <a:pt x="3076904" y="4565484"/>
                  </a:lnTo>
                  <a:lnTo>
                    <a:pt x="3020433" y="4548439"/>
                  </a:lnTo>
                  <a:lnTo>
                    <a:pt x="2963962" y="4532283"/>
                  </a:lnTo>
                  <a:lnTo>
                    <a:pt x="2907305" y="4517136"/>
                  </a:lnTo>
                  <a:lnTo>
                    <a:pt x="2850165" y="4503078"/>
                  </a:lnTo>
                  <a:lnTo>
                    <a:pt x="2792112" y="4490145"/>
                  </a:lnTo>
                  <a:lnTo>
                    <a:pt x="2732555" y="4478336"/>
                  </a:lnTo>
                  <a:lnTo>
                    <a:pt x="2702183" y="4472881"/>
                  </a:lnTo>
                  <a:lnTo>
                    <a:pt x="2650274" y="4464422"/>
                  </a:lnTo>
                  <a:lnTo>
                    <a:pt x="2595911" y="4456697"/>
                  </a:lnTo>
                  <a:lnTo>
                    <a:pt x="2538408" y="4449681"/>
                  </a:lnTo>
                  <a:lnTo>
                    <a:pt x="2477014" y="4443323"/>
                  </a:lnTo>
                  <a:lnTo>
                    <a:pt x="2410949" y="4437563"/>
                  </a:lnTo>
                  <a:lnTo>
                    <a:pt x="2339449" y="4432338"/>
                  </a:lnTo>
                  <a:lnTo>
                    <a:pt x="2261818" y="4427590"/>
                  </a:lnTo>
                  <a:lnTo>
                    <a:pt x="2177495" y="4423267"/>
                  </a:lnTo>
                  <a:lnTo>
                    <a:pt x="2086150" y="4419328"/>
                  </a:lnTo>
                  <a:lnTo>
                    <a:pt x="1987799" y="4415738"/>
                  </a:lnTo>
                  <a:lnTo>
                    <a:pt x="1882944" y="4412477"/>
                  </a:lnTo>
                  <a:lnTo>
                    <a:pt x="1772723" y="4409532"/>
                  </a:lnTo>
                  <a:lnTo>
                    <a:pt x="1659030" y="4406899"/>
                  </a:lnTo>
                  <a:lnTo>
                    <a:pt x="1544576" y="4404582"/>
                  </a:lnTo>
                  <a:lnTo>
                    <a:pt x="1432816" y="4402587"/>
                  </a:lnTo>
                  <a:lnTo>
                    <a:pt x="1327711" y="4400919"/>
                  </a:lnTo>
                  <a:lnTo>
                    <a:pt x="1233301" y="4399580"/>
                  </a:lnTo>
                  <a:lnTo>
                    <a:pt x="1153138" y="4398555"/>
                  </a:lnTo>
                  <a:lnTo>
                    <a:pt x="1089699" y="4397822"/>
                  </a:lnTo>
                  <a:lnTo>
                    <a:pt x="1043915" y="4397341"/>
                  </a:lnTo>
                  <a:lnTo>
                    <a:pt x="1014931" y="4397063"/>
                  </a:lnTo>
                  <a:lnTo>
                    <a:pt x="1000123" y="4396933"/>
                  </a:lnTo>
                  <a:lnTo>
                    <a:pt x="995300" y="4396894"/>
                  </a:lnTo>
                  <a:lnTo>
                    <a:pt x="994940" y="4396892"/>
                  </a:lnTo>
                  <a:lnTo>
                    <a:pt x="0" y="4396892"/>
                  </a:lnTo>
                  <a:close/>
                </a:path>
              </a:pathLst>
            </a:custGeom>
            <a:solidFill>
              <a:srgbClr val="B497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31" name="pl1830"/>
            <p:cNvSpPr/>
            <p:nvPr/>
          </p:nvSpPr>
          <p:spPr>
            <a:xfrm>
              <a:off x="1199187" y="1561544"/>
              <a:ext cx="12049831" cy="4852827"/>
            </a:xfrm>
            <a:custGeom>
              <a:avLst/>
              <a:pathLst>
                <a:path w="12049831" h="4852827">
                  <a:moveTo>
                    <a:pt x="0" y="4396892"/>
                  </a:moveTo>
                  <a:lnTo>
                    <a:pt x="994940" y="4396892"/>
                  </a:lnTo>
                  <a:lnTo>
                    <a:pt x="996075" y="4396900"/>
                  </a:lnTo>
                  <a:lnTo>
                    <a:pt x="1003563" y="4396962"/>
                  </a:lnTo>
                  <a:lnTo>
                    <a:pt x="1022542" y="4397133"/>
                  </a:lnTo>
                  <a:lnTo>
                    <a:pt x="1056722" y="4397471"/>
                  </a:lnTo>
                  <a:lnTo>
                    <a:pt x="1108176" y="4398028"/>
                  </a:lnTo>
                  <a:lnTo>
                    <a:pt x="1177173" y="4398851"/>
                  </a:lnTo>
                  <a:lnTo>
                    <a:pt x="1262249" y="4399975"/>
                  </a:lnTo>
                  <a:lnTo>
                    <a:pt x="1360521" y="4401419"/>
                  </a:lnTo>
                  <a:lnTo>
                    <a:pt x="1468212" y="4403192"/>
                  </a:lnTo>
                  <a:lnTo>
                    <a:pt x="1581252" y="4405292"/>
                  </a:lnTo>
                  <a:lnTo>
                    <a:pt x="1695806" y="4407711"/>
                  </a:lnTo>
                  <a:lnTo>
                    <a:pt x="1808639" y="4410445"/>
                  </a:lnTo>
                  <a:lnTo>
                    <a:pt x="1917303" y="4413491"/>
                  </a:lnTo>
                  <a:lnTo>
                    <a:pt x="2020158" y="4416855"/>
                  </a:lnTo>
                  <a:lnTo>
                    <a:pt x="2116286" y="4420554"/>
                  </a:lnTo>
                  <a:lnTo>
                    <a:pt x="2205356" y="4424613"/>
                  </a:lnTo>
                  <a:lnTo>
                    <a:pt x="2287478" y="4429067"/>
                  </a:lnTo>
                  <a:lnTo>
                    <a:pt x="2363070" y="4433963"/>
                  </a:lnTo>
                  <a:lnTo>
                    <a:pt x="2432742" y="4439353"/>
                  </a:lnTo>
                  <a:lnTo>
                    <a:pt x="2497221" y="4445299"/>
                  </a:lnTo>
                  <a:lnTo>
                    <a:pt x="2557280" y="4451862"/>
                  </a:lnTo>
                  <a:lnTo>
                    <a:pt x="2613693" y="4459101"/>
                  </a:lnTo>
                  <a:lnTo>
                    <a:pt x="2667197" y="4467060"/>
                  </a:lnTo>
                  <a:lnTo>
                    <a:pt x="2702183" y="4472881"/>
                  </a:lnTo>
                  <a:lnTo>
                    <a:pt x="2762767" y="4484141"/>
                  </a:lnTo>
                  <a:lnTo>
                    <a:pt x="2821482" y="4496514"/>
                  </a:lnTo>
                  <a:lnTo>
                    <a:pt x="2879012" y="4510015"/>
                  </a:lnTo>
                  <a:lnTo>
                    <a:pt x="2935864" y="4524629"/>
                  </a:lnTo>
                  <a:lnTo>
                    <a:pt x="2992398" y="4540296"/>
                  </a:lnTo>
                  <a:lnTo>
                    <a:pt x="3048852" y="4556917"/>
                  </a:lnTo>
                  <a:lnTo>
                    <a:pt x="3105363" y="4574350"/>
                  </a:lnTo>
                  <a:lnTo>
                    <a:pt x="3161985" y="4592414"/>
                  </a:lnTo>
                  <a:lnTo>
                    <a:pt x="3218709" y="4610896"/>
                  </a:lnTo>
                  <a:lnTo>
                    <a:pt x="3275483" y="4629561"/>
                  </a:lnTo>
                  <a:lnTo>
                    <a:pt x="3332240" y="4648164"/>
                  </a:lnTo>
                  <a:lnTo>
                    <a:pt x="3388917" y="4666464"/>
                  </a:lnTo>
                  <a:lnTo>
                    <a:pt x="3445481" y="4684235"/>
                  </a:lnTo>
                  <a:lnTo>
                    <a:pt x="3501952" y="4701279"/>
                  </a:lnTo>
                  <a:lnTo>
                    <a:pt x="3558423" y="4717435"/>
                  </a:lnTo>
                  <a:lnTo>
                    <a:pt x="3615080" y="4732582"/>
                  </a:lnTo>
                  <a:lnTo>
                    <a:pt x="3672220" y="4746640"/>
                  </a:lnTo>
                  <a:lnTo>
                    <a:pt x="3730273" y="4759573"/>
                  </a:lnTo>
                  <a:lnTo>
                    <a:pt x="3789830" y="4771382"/>
                  </a:lnTo>
                  <a:lnTo>
                    <a:pt x="3820202" y="4776837"/>
                  </a:lnTo>
                  <a:lnTo>
                    <a:pt x="3872111" y="4785296"/>
                  </a:lnTo>
                  <a:lnTo>
                    <a:pt x="3926474" y="4793021"/>
                  </a:lnTo>
                  <a:lnTo>
                    <a:pt x="3983977" y="4800037"/>
                  </a:lnTo>
                  <a:lnTo>
                    <a:pt x="4045371" y="4806395"/>
                  </a:lnTo>
                  <a:lnTo>
                    <a:pt x="4111436" y="4812155"/>
                  </a:lnTo>
                  <a:lnTo>
                    <a:pt x="4182936" y="4817380"/>
                  </a:lnTo>
                  <a:lnTo>
                    <a:pt x="4260567" y="4822129"/>
                  </a:lnTo>
                  <a:lnTo>
                    <a:pt x="4344890" y="4826451"/>
                  </a:lnTo>
                  <a:lnTo>
                    <a:pt x="4436235" y="4830391"/>
                  </a:lnTo>
                  <a:lnTo>
                    <a:pt x="4534586" y="4833980"/>
                  </a:lnTo>
                  <a:lnTo>
                    <a:pt x="4639441" y="4837241"/>
                  </a:lnTo>
                  <a:lnTo>
                    <a:pt x="4749662" y="4840186"/>
                  </a:lnTo>
                  <a:lnTo>
                    <a:pt x="4863355" y="4842819"/>
                  </a:lnTo>
                  <a:lnTo>
                    <a:pt x="4977809" y="4845137"/>
                  </a:lnTo>
                  <a:lnTo>
                    <a:pt x="5089569" y="4847132"/>
                  </a:lnTo>
                  <a:lnTo>
                    <a:pt x="5194674" y="4848799"/>
                  </a:lnTo>
                  <a:lnTo>
                    <a:pt x="5289084" y="4850139"/>
                  </a:lnTo>
                  <a:lnTo>
                    <a:pt x="5369247" y="4851163"/>
                  </a:lnTo>
                  <a:lnTo>
                    <a:pt x="5432686" y="4851897"/>
                  </a:lnTo>
                  <a:lnTo>
                    <a:pt x="5478470" y="4852378"/>
                  </a:lnTo>
                  <a:lnTo>
                    <a:pt x="5507454" y="4852655"/>
                  </a:lnTo>
                  <a:lnTo>
                    <a:pt x="5522262" y="4852785"/>
                  </a:lnTo>
                  <a:lnTo>
                    <a:pt x="5527085" y="4852824"/>
                  </a:lnTo>
                  <a:lnTo>
                    <a:pt x="5527445" y="4852827"/>
                  </a:lnTo>
                  <a:lnTo>
                    <a:pt x="6522385" y="4852827"/>
                  </a:lnTo>
                  <a:lnTo>
                    <a:pt x="6523257" y="4852756"/>
                  </a:lnTo>
                  <a:lnTo>
                    <a:pt x="6529037" y="4852253"/>
                  </a:lnTo>
                  <a:lnTo>
                    <a:pt x="6543783" y="4850866"/>
                  </a:lnTo>
                  <a:lnTo>
                    <a:pt x="6570585" y="4848129"/>
                  </a:lnTo>
                  <a:lnTo>
                    <a:pt x="6611421" y="4843592"/>
                  </a:lnTo>
                  <a:lnTo>
                    <a:pt x="6667035" y="4836850"/>
                  </a:lnTo>
                  <a:lnTo>
                    <a:pt x="6736911" y="4827574"/>
                  </a:lnTo>
                  <a:lnTo>
                    <a:pt x="6819398" y="4815538"/>
                  </a:lnTo>
                  <a:lnTo>
                    <a:pt x="6911989" y="4800613"/>
                  </a:lnTo>
                  <a:lnTo>
                    <a:pt x="7011680" y="4782763"/>
                  </a:lnTo>
                  <a:lnTo>
                    <a:pt x="7115358" y="4762013"/>
                  </a:lnTo>
                  <a:lnTo>
                    <a:pt x="7220120" y="4738418"/>
                  </a:lnTo>
                  <a:lnTo>
                    <a:pt x="7323501" y="4712027"/>
                  </a:lnTo>
                  <a:lnTo>
                    <a:pt x="7423583" y="4682857"/>
                  </a:lnTo>
                  <a:lnTo>
                    <a:pt x="7519021" y="4650870"/>
                  </a:lnTo>
                  <a:lnTo>
                    <a:pt x="7608990" y="4615959"/>
                  </a:lnTo>
                  <a:lnTo>
                    <a:pt x="7693105" y="4577943"/>
                  </a:lnTo>
                  <a:lnTo>
                    <a:pt x="7771328" y="4536564"/>
                  </a:lnTo>
                  <a:lnTo>
                    <a:pt x="7843873" y="4491489"/>
                  </a:lnTo>
                  <a:lnTo>
                    <a:pt x="7911131" y="4442317"/>
                  </a:lnTo>
                  <a:lnTo>
                    <a:pt x="7973608" y="4388591"/>
                  </a:lnTo>
                  <a:lnTo>
                    <a:pt x="8031869" y="4329812"/>
                  </a:lnTo>
                  <a:lnTo>
                    <a:pt x="8086512" y="4265475"/>
                  </a:lnTo>
                  <a:lnTo>
                    <a:pt x="8138127" y="4195107"/>
                  </a:lnTo>
                  <a:lnTo>
                    <a:pt x="8187278" y="4118344"/>
                  </a:lnTo>
                  <a:lnTo>
                    <a:pt x="8229629" y="4044022"/>
                  </a:lnTo>
                  <a:lnTo>
                    <a:pt x="8265150" y="3975710"/>
                  </a:lnTo>
                  <a:lnTo>
                    <a:pt x="8299925" y="3903446"/>
                  </a:lnTo>
                  <a:lnTo>
                    <a:pt x="8334113" y="3827152"/>
                  </a:lnTo>
                  <a:lnTo>
                    <a:pt x="8367852" y="3746786"/>
                  </a:lnTo>
                  <a:lnTo>
                    <a:pt x="8401255" y="3662351"/>
                  </a:lnTo>
                  <a:lnTo>
                    <a:pt x="8434417" y="3573892"/>
                  </a:lnTo>
                  <a:lnTo>
                    <a:pt x="8467417" y="3481504"/>
                  </a:lnTo>
                  <a:lnTo>
                    <a:pt x="8500320" y="3385331"/>
                  </a:lnTo>
                  <a:lnTo>
                    <a:pt x="8533173" y="3285572"/>
                  </a:lnTo>
                  <a:lnTo>
                    <a:pt x="8566016" y="3182475"/>
                  </a:lnTo>
                  <a:lnTo>
                    <a:pt x="8598873" y="3076341"/>
                  </a:lnTo>
                  <a:lnTo>
                    <a:pt x="8631761" y="2967519"/>
                  </a:lnTo>
                  <a:lnTo>
                    <a:pt x="8664688" y="2856405"/>
                  </a:lnTo>
                  <a:lnTo>
                    <a:pt x="8697654" y="2743433"/>
                  </a:lnTo>
                  <a:lnTo>
                    <a:pt x="8730653" y="2629069"/>
                  </a:lnTo>
                  <a:lnTo>
                    <a:pt x="8763675" y="2513805"/>
                  </a:lnTo>
                  <a:lnTo>
                    <a:pt x="8796708" y="2398152"/>
                  </a:lnTo>
                  <a:lnTo>
                    <a:pt x="8829737" y="2282626"/>
                  </a:lnTo>
                  <a:lnTo>
                    <a:pt x="8862750" y="2167739"/>
                  </a:lnTo>
                  <a:lnTo>
                    <a:pt x="8895734" y="2053995"/>
                  </a:lnTo>
                  <a:lnTo>
                    <a:pt x="8928681" y="1941874"/>
                  </a:lnTo>
                  <a:lnTo>
                    <a:pt x="8961588" y="1831828"/>
                  </a:lnTo>
                  <a:lnTo>
                    <a:pt x="8994460" y="1724273"/>
                  </a:lnTo>
                  <a:lnTo>
                    <a:pt x="9027307" y="1619582"/>
                  </a:lnTo>
                  <a:lnTo>
                    <a:pt x="9060151" y="1518081"/>
                  </a:lnTo>
                  <a:lnTo>
                    <a:pt x="9093023" y="1420046"/>
                  </a:lnTo>
                  <a:lnTo>
                    <a:pt x="9125966" y="1325701"/>
                  </a:lnTo>
                  <a:lnTo>
                    <a:pt x="9159037" y="1235217"/>
                  </a:lnTo>
                  <a:lnTo>
                    <a:pt x="9192306" y="1148715"/>
                  </a:lnTo>
                  <a:lnTo>
                    <a:pt x="9225860" y="1066266"/>
                  </a:lnTo>
                  <a:lnTo>
                    <a:pt x="9259803" y="987892"/>
                  </a:lnTo>
                  <a:lnTo>
                    <a:pt x="9294259" y="913575"/>
                  </a:lnTo>
                  <a:lnTo>
                    <a:pt x="9329377" y="843253"/>
                  </a:lnTo>
                  <a:lnTo>
                    <a:pt x="9347647" y="808804"/>
                  </a:lnTo>
                  <a:lnTo>
                    <a:pt x="9395025" y="726171"/>
                  </a:lnTo>
                  <a:lnTo>
                    <a:pt x="9444408" y="650086"/>
                  </a:lnTo>
                  <a:lnTo>
                    <a:pt x="9496312" y="580367"/>
                  </a:lnTo>
                  <a:lnTo>
                    <a:pt x="9551304" y="516633"/>
                  </a:lnTo>
                  <a:lnTo>
                    <a:pt x="9609978" y="458405"/>
                  </a:lnTo>
                  <a:lnTo>
                    <a:pt x="9672927" y="405176"/>
                  </a:lnTo>
                  <a:lnTo>
                    <a:pt x="9740715" y="356452"/>
                  </a:lnTo>
                  <a:lnTo>
                    <a:pt x="9813836" y="311780"/>
                  </a:lnTo>
                  <a:lnTo>
                    <a:pt x="9892667" y="270766"/>
                  </a:lnTo>
                  <a:lnTo>
                    <a:pt x="9977400" y="233084"/>
                  </a:lnTo>
                  <a:lnTo>
                    <a:pt x="10067964" y="198486"/>
                  </a:lnTo>
                  <a:lnTo>
                    <a:pt x="10163933" y="166796"/>
                  </a:lnTo>
                  <a:lnTo>
                    <a:pt x="10264432" y="137917"/>
                  </a:lnTo>
                  <a:lnTo>
                    <a:pt x="10368056" y="111817"/>
                  </a:lnTo>
                  <a:lnTo>
                    <a:pt x="10472829" y="88516"/>
                  </a:lnTo>
                  <a:lnTo>
                    <a:pt x="10576233" y="68066"/>
                  </a:lnTo>
                  <a:lnTo>
                    <a:pt x="10675330" y="50520"/>
                  </a:lnTo>
                  <a:lnTo>
                    <a:pt x="10767002" y="35900"/>
                  </a:lnTo>
                  <a:lnTo>
                    <a:pt x="10848279" y="24158"/>
                  </a:lnTo>
                  <a:lnTo>
                    <a:pt x="10916726" y="15160"/>
                  </a:lnTo>
                  <a:lnTo>
                    <a:pt x="10970802" y="8664"/>
                  </a:lnTo>
                  <a:lnTo>
                    <a:pt x="11010118" y="4335"/>
                  </a:lnTo>
                  <a:lnTo>
                    <a:pt x="11035549" y="1760"/>
                  </a:lnTo>
                  <a:lnTo>
                    <a:pt x="11049199" y="487"/>
                  </a:lnTo>
                  <a:lnTo>
                    <a:pt x="11054262" y="5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2" name="pl1831"/>
            <p:cNvSpPr/>
            <p:nvPr/>
          </p:nvSpPr>
          <p:spPr>
            <a:xfrm>
              <a:off x="1199187" y="1556303"/>
              <a:ext cx="12049831" cy="4852827"/>
            </a:xfrm>
            <a:custGeom>
              <a:avLst/>
              <a:pathLst>
                <a:path w="12049831" h="4852827">
                  <a:moveTo>
                    <a:pt x="12049831" y="0"/>
                  </a:moveTo>
                  <a:lnTo>
                    <a:pt x="11054891" y="0"/>
                  </a:lnTo>
                  <a:lnTo>
                    <a:pt x="11054020" y="70"/>
                  </a:lnTo>
                  <a:lnTo>
                    <a:pt x="11048240" y="573"/>
                  </a:lnTo>
                  <a:lnTo>
                    <a:pt x="11033493" y="1960"/>
                  </a:lnTo>
                  <a:lnTo>
                    <a:pt x="11006692" y="4697"/>
                  </a:lnTo>
                  <a:lnTo>
                    <a:pt x="10965856" y="9234"/>
                  </a:lnTo>
                  <a:lnTo>
                    <a:pt x="10910241" y="15977"/>
                  </a:lnTo>
                  <a:lnTo>
                    <a:pt x="10840366" y="25252"/>
                  </a:lnTo>
                  <a:lnTo>
                    <a:pt x="10757878" y="37288"/>
                  </a:lnTo>
                  <a:lnTo>
                    <a:pt x="10665288" y="52213"/>
                  </a:lnTo>
                  <a:lnTo>
                    <a:pt x="10565597" y="70064"/>
                  </a:lnTo>
                  <a:lnTo>
                    <a:pt x="10461919" y="90814"/>
                  </a:lnTo>
                  <a:lnTo>
                    <a:pt x="10357156" y="114409"/>
                  </a:lnTo>
                  <a:lnTo>
                    <a:pt x="10253776" y="140799"/>
                  </a:lnTo>
                  <a:lnTo>
                    <a:pt x="10153693" y="169969"/>
                  </a:lnTo>
                  <a:lnTo>
                    <a:pt x="10058255" y="201956"/>
                  </a:lnTo>
                  <a:lnTo>
                    <a:pt x="9968286" y="236867"/>
                  </a:lnTo>
                  <a:lnTo>
                    <a:pt x="9884171" y="274883"/>
                  </a:lnTo>
                  <a:lnTo>
                    <a:pt x="9805949" y="316262"/>
                  </a:lnTo>
                  <a:lnTo>
                    <a:pt x="9733404" y="361337"/>
                  </a:lnTo>
                  <a:lnTo>
                    <a:pt x="9666145" y="410509"/>
                  </a:lnTo>
                  <a:lnTo>
                    <a:pt x="9603669" y="464236"/>
                  </a:lnTo>
                  <a:lnTo>
                    <a:pt x="9545407" y="523014"/>
                  </a:lnTo>
                  <a:lnTo>
                    <a:pt x="9490765" y="587351"/>
                  </a:lnTo>
                  <a:lnTo>
                    <a:pt x="9439150" y="657719"/>
                  </a:lnTo>
                  <a:lnTo>
                    <a:pt x="9389999" y="734483"/>
                  </a:lnTo>
                  <a:lnTo>
                    <a:pt x="9347647" y="808804"/>
                  </a:lnTo>
                  <a:lnTo>
                    <a:pt x="9312126" y="877117"/>
                  </a:lnTo>
                  <a:lnTo>
                    <a:pt x="9277352" y="949380"/>
                  </a:lnTo>
                  <a:lnTo>
                    <a:pt x="9243163" y="1025675"/>
                  </a:lnTo>
                  <a:lnTo>
                    <a:pt x="9209425" y="1106040"/>
                  </a:lnTo>
                  <a:lnTo>
                    <a:pt x="9176022" y="1190475"/>
                  </a:lnTo>
                  <a:lnTo>
                    <a:pt x="9142860" y="1278934"/>
                  </a:lnTo>
                  <a:lnTo>
                    <a:pt x="9109859" y="1371322"/>
                  </a:lnTo>
                  <a:lnTo>
                    <a:pt x="9076957" y="1467495"/>
                  </a:lnTo>
                  <a:lnTo>
                    <a:pt x="9044103" y="1567254"/>
                  </a:lnTo>
                  <a:lnTo>
                    <a:pt x="9011261" y="1670351"/>
                  </a:lnTo>
                  <a:lnTo>
                    <a:pt x="8978404" y="1776485"/>
                  </a:lnTo>
                  <a:lnTo>
                    <a:pt x="8945515" y="1885307"/>
                  </a:lnTo>
                  <a:lnTo>
                    <a:pt x="8912589" y="1996421"/>
                  </a:lnTo>
                  <a:lnTo>
                    <a:pt x="8879623" y="2109394"/>
                  </a:lnTo>
                  <a:lnTo>
                    <a:pt x="8846624" y="2223758"/>
                  </a:lnTo>
                  <a:lnTo>
                    <a:pt x="8813601" y="2339021"/>
                  </a:lnTo>
                  <a:lnTo>
                    <a:pt x="8780569" y="2454674"/>
                  </a:lnTo>
                  <a:lnTo>
                    <a:pt x="8747539" y="2570200"/>
                  </a:lnTo>
                  <a:lnTo>
                    <a:pt x="8714527" y="2685087"/>
                  </a:lnTo>
                  <a:lnTo>
                    <a:pt x="8681543" y="2798831"/>
                  </a:lnTo>
                  <a:lnTo>
                    <a:pt x="8648596" y="2910953"/>
                  </a:lnTo>
                  <a:lnTo>
                    <a:pt x="8615688" y="3020998"/>
                  </a:lnTo>
                  <a:lnTo>
                    <a:pt x="8582817" y="3128553"/>
                  </a:lnTo>
                  <a:lnTo>
                    <a:pt x="8549969" y="3233244"/>
                  </a:lnTo>
                  <a:lnTo>
                    <a:pt x="8517125" y="3334745"/>
                  </a:lnTo>
                  <a:lnTo>
                    <a:pt x="8484253" y="3432780"/>
                  </a:lnTo>
                  <a:lnTo>
                    <a:pt x="8451310" y="3527125"/>
                  </a:lnTo>
                  <a:lnTo>
                    <a:pt x="8418239" y="3617609"/>
                  </a:lnTo>
                  <a:lnTo>
                    <a:pt x="8384970" y="3704111"/>
                  </a:lnTo>
                  <a:lnTo>
                    <a:pt x="8351417" y="3786560"/>
                  </a:lnTo>
                  <a:lnTo>
                    <a:pt x="8317474" y="3864934"/>
                  </a:lnTo>
                  <a:lnTo>
                    <a:pt x="8283017" y="3939251"/>
                  </a:lnTo>
                  <a:lnTo>
                    <a:pt x="8247900" y="4009573"/>
                  </a:lnTo>
                  <a:lnTo>
                    <a:pt x="8229629" y="4044022"/>
                  </a:lnTo>
                  <a:lnTo>
                    <a:pt x="8182251" y="4126655"/>
                  </a:lnTo>
                  <a:lnTo>
                    <a:pt x="8132868" y="4202740"/>
                  </a:lnTo>
                  <a:lnTo>
                    <a:pt x="8080964" y="4272459"/>
                  </a:lnTo>
                  <a:lnTo>
                    <a:pt x="8025972" y="4336194"/>
                  </a:lnTo>
                  <a:lnTo>
                    <a:pt x="7967299" y="4394421"/>
                  </a:lnTo>
                  <a:lnTo>
                    <a:pt x="7904349" y="4447650"/>
                  </a:lnTo>
                  <a:lnTo>
                    <a:pt x="7836562" y="4496374"/>
                  </a:lnTo>
                  <a:lnTo>
                    <a:pt x="7763440" y="4541046"/>
                  </a:lnTo>
                  <a:lnTo>
                    <a:pt x="7684610" y="4582060"/>
                  </a:lnTo>
                  <a:lnTo>
                    <a:pt x="7599877" y="4619742"/>
                  </a:lnTo>
                  <a:lnTo>
                    <a:pt x="7509313" y="4654341"/>
                  </a:lnTo>
                  <a:lnTo>
                    <a:pt x="7413344" y="4686030"/>
                  </a:lnTo>
                  <a:lnTo>
                    <a:pt x="7312845" y="4714909"/>
                  </a:lnTo>
                  <a:lnTo>
                    <a:pt x="7209221" y="4741010"/>
                  </a:lnTo>
                  <a:lnTo>
                    <a:pt x="7104447" y="4764311"/>
                  </a:lnTo>
                  <a:lnTo>
                    <a:pt x="7001044" y="4784760"/>
                  </a:lnTo>
                  <a:lnTo>
                    <a:pt x="6901947" y="4802306"/>
                  </a:lnTo>
                  <a:lnTo>
                    <a:pt x="6810275" y="4816927"/>
                  </a:lnTo>
                  <a:lnTo>
                    <a:pt x="6728998" y="4828668"/>
                  </a:lnTo>
                  <a:lnTo>
                    <a:pt x="6660550" y="4837666"/>
                  </a:lnTo>
                  <a:lnTo>
                    <a:pt x="6606474" y="4844162"/>
                  </a:lnTo>
                  <a:lnTo>
                    <a:pt x="6567159" y="4848491"/>
                  </a:lnTo>
                  <a:lnTo>
                    <a:pt x="6541727" y="4851066"/>
                  </a:lnTo>
                  <a:lnTo>
                    <a:pt x="6528077" y="4852339"/>
                  </a:lnTo>
                  <a:lnTo>
                    <a:pt x="6523015" y="4852776"/>
                  </a:lnTo>
                  <a:lnTo>
                    <a:pt x="6522385" y="4852827"/>
                  </a:lnTo>
                  <a:lnTo>
                    <a:pt x="5527445" y="4852827"/>
                  </a:lnTo>
                  <a:lnTo>
                    <a:pt x="5526310" y="4852818"/>
                  </a:lnTo>
                  <a:lnTo>
                    <a:pt x="5518822" y="4852756"/>
                  </a:lnTo>
                  <a:lnTo>
                    <a:pt x="5499843" y="4852585"/>
                  </a:lnTo>
                  <a:lnTo>
                    <a:pt x="5465663" y="4852248"/>
                  </a:lnTo>
                  <a:lnTo>
                    <a:pt x="5414209" y="4851690"/>
                  </a:lnTo>
                  <a:lnTo>
                    <a:pt x="5345212" y="4850867"/>
                  </a:lnTo>
                  <a:lnTo>
                    <a:pt x="5260136" y="4849743"/>
                  </a:lnTo>
                  <a:lnTo>
                    <a:pt x="5161864" y="4848299"/>
                  </a:lnTo>
                  <a:lnTo>
                    <a:pt x="5054173" y="4846526"/>
                  </a:lnTo>
                  <a:lnTo>
                    <a:pt x="4941133" y="4844427"/>
                  </a:lnTo>
                  <a:lnTo>
                    <a:pt x="4826579" y="4842007"/>
                  </a:lnTo>
                  <a:lnTo>
                    <a:pt x="4713746" y="4839274"/>
                  </a:lnTo>
                  <a:lnTo>
                    <a:pt x="4605081" y="4836227"/>
                  </a:lnTo>
                  <a:lnTo>
                    <a:pt x="4502227" y="4832863"/>
                  </a:lnTo>
                  <a:lnTo>
                    <a:pt x="4406099" y="4829164"/>
                  </a:lnTo>
                  <a:lnTo>
                    <a:pt x="4317029" y="4825105"/>
                  </a:lnTo>
                  <a:lnTo>
                    <a:pt x="4234907" y="4820651"/>
                  </a:lnTo>
                  <a:lnTo>
                    <a:pt x="4159315" y="4815755"/>
                  </a:lnTo>
                  <a:lnTo>
                    <a:pt x="4089643" y="4810365"/>
                  </a:lnTo>
                  <a:lnTo>
                    <a:pt x="4025164" y="4804419"/>
                  </a:lnTo>
                  <a:lnTo>
                    <a:pt x="3965105" y="4797856"/>
                  </a:lnTo>
                  <a:lnTo>
                    <a:pt x="3908692" y="4790617"/>
                  </a:lnTo>
                  <a:lnTo>
                    <a:pt x="3855188" y="4782658"/>
                  </a:lnTo>
                  <a:lnTo>
                    <a:pt x="3820202" y="4776837"/>
                  </a:lnTo>
                  <a:lnTo>
                    <a:pt x="3759618" y="4765577"/>
                  </a:lnTo>
                  <a:lnTo>
                    <a:pt x="3700903" y="4753205"/>
                  </a:lnTo>
                  <a:lnTo>
                    <a:pt x="3643373" y="4739703"/>
                  </a:lnTo>
                  <a:lnTo>
                    <a:pt x="3586521" y="4725089"/>
                  </a:lnTo>
                  <a:lnTo>
                    <a:pt x="3529987" y="4709422"/>
                  </a:lnTo>
                  <a:lnTo>
                    <a:pt x="3473533" y="4692801"/>
                  </a:lnTo>
                  <a:lnTo>
                    <a:pt x="3417022" y="4675368"/>
                  </a:lnTo>
                  <a:lnTo>
                    <a:pt x="3360400" y="4657304"/>
                  </a:lnTo>
                  <a:lnTo>
                    <a:pt x="3303676" y="4638822"/>
                  </a:lnTo>
                  <a:lnTo>
                    <a:pt x="3246902" y="4620157"/>
                  </a:lnTo>
                  <a:lnTo>
                    <a:pt x="3190145" y="4601554"/>
                  </a:lnTo>
                  <a:lnTo>
                    <a:pt x="3133468" y="4583255"/>
                  </a:lnTo>
                  <a:lnTo>
                    <a:pt x="3076904" y="4565484"/>
                  </a:lnTo>
                  <a:lnTo>
                    <a:pt x="3020433" y="4548439"/>
                  </a:lnTo>
                  <a:lnTo>
                    <a:pt x="2963962" y="4532283"/>
                  </a:lnTo>
                  <a:lnTo>
                    <a:pt x="2907305" y="4517136"/>
                  </a:lnTo>
                  <a:lnTo>
                    <a:pt x="2850165" y="4503078"/>
                  </a:lnTo>
                  <a:lnTo>
                    <a:pt x="2792112" y="4490145"/>
                  </a:lnTo>
                  <a:lnTo>
                    <a:pt x="2732555" y="4478336"/>
                  </a:lnTo>
                  <a:lnTo>
                    <a:pt x="2702183" y="4472881"/>
                  </a:lnTo>
                  <a:lnTo>
                    <a:pt x="2650274" y="4464422"/>
                  </a:lnTo>
                  <a:lnTo>
                    <a:pt x="2595911" y="4456697"/>
                  </a:lnTo>
                  <a:lnTo>
                    <a:pt x="2538408" y="4449681"/>
                  </a:lnTo>
                  <a:lnTo>
                    <a:pt x="2477014" y="4443323"/>
                  </a:lnTo>
                  <a:lnTo>
                    <a:pt x="2410949" y="4437563"/>
                  </a:lnTo>
                  <a:lnTo>
                    <a:pt x="2339449" y="4432338"/>
                  </a:lnTo>
                  <a:lnTo>
                    <a:pt x="2261818" y="4427590"/>
                  </a:lnTo>
                  <a:lnTo>
                    <a:pt x="2177495" y="4423267"/>
                  </a:lnTo>
                  <a:lnTo>
                    <a:pt x="2086150" y="4419328"/>
                  </a:lnTo>
                  <a:lnTo>
                    <a:pt x="1987799" y="4415738"/>
                  </a:lnTo>
                  <a:lnTo>
                    <a:pt x="1882944" y="4412477"/>
                  </a:lnTo>
                  <a:lnTo>
                    <a:pt x="1772723" y="4409532"/>
                  </a:lnTo>
                  <a:lnTo>
                    <a:pt x="1659030" y="4406899"/>
                  </a:lnTo>
                  <a:lnTo>
                    <a:pt x="1544576" y="4404582"/>
                  </a:lnTo>
                  <a:lnTo>
                    <a:pt x="1432816" y="4402587"/>
                  </a:lnTo>
                  <a:lnTo>
                    <a:pt x="1327711" y="4400919"/>
                  </a:lnTo>
                  <a:lnTo>
                    <a:pt x="1233301" y="4399580"/>
                  </a:lnTo>
                  <a:lnTo>
                    <a:pt x="1153138" y="4398555"/>
                  </a:lnTo>
                  <a:lnTo>
                    <a:pt x="1089699" y="4397822"/>
                  </a:lnTo>
                  <a:lnTo>
                    <a:pt x="1043915" y="4397341"/>
                  </a:lnTo>
                  <a:lnTo>
                    <a:pt x="1014931" y="4397063"/>
                  </a:lnTo>
                  <a:lnTo>
                    <a:pt x="1000123" y="4396933"/>
                  </a:lnTo>
                  <a:lnTo>
                    <a:pt x="995300" y="4396894"/>
                  </a:lnTo>
                  <a:lnTo>
                    <a:pt x="994940" y="4396892"/>
                  </a:lnTo>
                  <a:lnTo>
                    <a:pt x="0" y="4396892"/>
                  </a:lnTo>
                  <a:lnTo>
                    <a:pt x="0" y="43968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3" name="pg1832"/>
            <p:cNvSpPr/>
            <p:nvPr/>
          </p:nvSpPr>
          <p:spPr>
            <a:xfrm>
              <a:off x="1199187" y="2651596"/>
              <a:ext cx="12049831" cy="3254433"/>
            </a:xfrm>
            <a:custGeom>
              <a:avLst/>
              <a:pathLst>
                <a:path w="12049831" h="3254433">
                  <a:moveTo>
                    <a:pt x="0" y="3254433"/>
                  </a:moveTo>
                  <a:lnTo>
                    <a:pt x="994940" y="3254433"/>
                  </a:lnTo>
                  <a:lnTo>
                    <a:pt x="996025" y="3254386"/>
                  </a:lnTo>
                  <a:lnTo>
                    <a:pt x="1003194" y="3254049"/>
                  </a:lnTo>
                  <a:lnTo>
                    <a:pt x="1021384" y="3253117"/>
                  </a:lnTo>
                  <a:lnTo>
                    <a:pt x="1054198" y="3251280"/>
                  </a:lnTo>
                  <a:lnTo>
                    <a:pt x="1103703" y="3248243"/>
                  </a:lnTo>
                  <a:lnTo>
                    <a:pt x="1170275" y="3243750"/>
                  </a:lnTo>
                  <a:lnTo>
                    <a:pt x="1252642" y="3237611"/>
                  </a:lnTo>
                  <a:lnTo>
                    <a:pt x="1348157" y="3229705"/>
                  </a:lnTo>
                  <a:lnTo>
                    <a:pt x="1453279" y="3219985"/>
                  </a:lnTo>
                  <a:lnTo>
                    <a:pt x="1564120" y="3208455"/>
                  </a:lnTo>
                  <a:lnTo>
                    <a:pt x="1676955" y="3195148"/>
                  </a:lnTo>
                  <a:lnTo>
                    <a:pt x="1788586" y="3180100"/>
                  </a:lnTo>
                  <a:lnTo>
                    <a:pt x="1896540" y="3163324"/>
                  </a:lnTo>
                  <a:lnTo>
                    <a:pt x="1999106" y="3144796"/>
                  </a:lnTo>
                  <a:lnTo>
                    <a:pt x="2095279" y="3124443"/>
                  </a:lnTo>
                  <a:lnTo>
                    <a:pt x="2184633" y="3102137"/>
                  </a:lnTo>
                  <a:lnTo>
                    <a:pt x="2267188" y="3077695"/>
                  </a:lnTo>
                  <a:lnTo>
                    <a:pt x="2343281" y="3050882"/>
                  </a:lnTo>
                  <a:lnTo>
                    <a:pt x="2413457" y="3021414"/>
                  </a:lnTo>
                  <a:lnTo>
                    <a:pt x="2478386" y="2988973"/>
                  </a:lnTo>
                  <a:lnTo>
                    <a:pt x="2538800" y="2953219"/>
                  </a:lnTo>
                  <a:lnTo>
                    <a:pt x="2595442" y="2913823"/>
                  </a:lnTo>
                  <a:lnTo>
                    <a:pt x="2649033" y="2870511"/>
                  </a:lnTo>
                  <a:lnTo>
                    <a:pt x="2700229" y="2823136"/>
                  </a:lnTo>
                  <a:lnTo>
                    <a:pt x="2702183" y="2821208"/>
                  </a:lnTo>
                  <a:lnTo>
                    <a:pt x="2747800" y="2773676"/>
                  </a:lnTo>
                  <a:lnTo>
                    <a:pt x="2792257" y="2722609"/>
                  </a:lnTo>
                  <a:lnTo>
                    <a:pt x="2835874" y="2667936"/>
                  </a:lnTo>
                  <a:lnTo>
                    <a:pt x="2878907" y="2609644"/>
                  </a:lnTo>
                  <a:lnTo>
                    <a:pt x="2921562" y="2547787"/>
                  </a:lnTo>
                  <a:lnTo>
                    <a:pt x="2963997" y="2482491"/>
                  </a:lnTo>
                  <a:lnTo>
                    <a:pt x="3006330" y="2413956"/>
                  </a:lnTo>
                  <a:lnTo>
                    <a:pt x="3048644" y="2342461"/>
                  </a:lnTo>
                  <a:lnTo>
                    <a:pt x="3090992" y="2268359"/>
                  </a:lnTo>
                  <a:lnTo>
                    <a:pt x="3133399" y="2192075"/>
                  </a:lnTo>
                  <a:lnTo>
                    <a:pt x="3175871" y="2114093"/>
                  </a:lnTo>
                  <a:lnTo>
                    <a:pt x="3218396" y="2034948"/>
                  </a:lnTo>
                  <a:lnTo>
                    <a:pt x="3260949" y="1955212"/>
                  </a:lnTo>
                  <a:lnTo>
                    <a:pt x="3303503" y="1875473"/>
                  </a:lnTo>
                  <a:lnTo>
                    <a:pt x="3346028" y="1796319"/>
                  </a:lnTo>
                  <a:lnTo>
                    <a:pt x="3388501" y="1718320"/>
                  </a:lnTo>
                  <a:lnTo>
                    <a:pt x="3430909" y="1642013"/>
                  </a:lnTo>
                  <a:lnTo>
                    <a:pt x="3473257" y="1567884"/>
                  </a:lnTo>
                  <a:lnTo>
                    <a:pt x="3515571" y="1496357"/>
                  </a:lnTo>
                  <a:lnTo>
                    <a:pt x="3557904" y="1427787"/>
                  </a:lnTo>
                  <a:lnTo>
                    <a:pt x="3600337" y="1362452"/>
                  </a:lnTo>
                  <a:lnTo>
                    <a:pt x="3642988" y="1300555"/>
                  </a:lnTo>
                  <a:lnTo>
                    <a:pt x="3686017" y="1242222"/>
                  </a:lnTo>
                  <a:lnTo>
                    <a:pt x="3729625" y="1187508"/>
                  </a:lnTo>
                  <a:lnTo>
                    <a:pt x="3774071" y="1136400"/>
                  </a:lnTo>
                  <a:lnTo>
                    <a:pt x="3819672" y="1088828"/>
                  </a:lnTo>
                  <a:lnTo>
                    <a:pt x="3820202" y="1088305"/>
                  </a:lnTo>
                  <a:lnTo>
                    <a:pt x="3871316" y="1040771"/>
                  </a:lnTo>
                  <a:lnTo>
                    <a:pt x="3924802" y="997302"/>
                  </a:lnTo>
                  <a:lnTo>
                    <a:pt x="3981312" y="957758"/>
                  </a:lnTo>
                  <a:lnTo>
                    <a:pt x="4041565" y="921868"/>
                  </a:lnTo>
                  <a:lnTo>
                    <a:pt x="4106304" y="889304"/>
                  </a:lnTo>
                  <a:lnTo>
                    <a:pt x="4176263" y="859727"/>
                  </a:lnTo>
                  <a:lnTo>
                    <a:pt x="4252114" y="832816"/>
                  </a:lnTo>
                  <a:lnTo>
                    <a:pt x="4334410" y="808286"/>
                  </a:lnTo>
                  <a:lnTo>
                    <a:pt x="4423496" y="785900"/>
                  </a:lnTo>
                  <a:lnTo>
                    <a:pt x="4519407" y="765474"/>
                  </a:lnTo>
                  <a:lnTo>
                    <a:pt x="4621739" y="746877"/>
                  </a:lnTo>
                  <a:lnTo>
                    <a:pt x="4729510" y="730033"/>
                  </a:lnTo>
                  <a:lnTo>
                    <a:pt x="4841039" y="714918"/>
                  </a:lnTo>
                  <a:lnTo>
                    <a:pt x="4953883" y="701543"/>
                  </a:lnTo>
                  <a:lnTo>
                    <a:pt x="5064869" y="689943"/>
                  </a:lnTo>
                  <a:lnTo>
                    <a:pt x="5170287" y="680152"/>
                  </a:lnTo>
                  <a:lnTo>
                    <a:pt x="5266247" y="672176"/>
                  </a:lnTo>
                  <a:lnTo>
                    <a:pt x="5349183" y="665969"/>
                  </a:lnTo>
                  <a:lnTo>
                    <a:pt x="5416405" y="661416"/>
                  </a:lnTo>
                  <a:lnTo>
                    <a:pt x="5466579" y="658326"/>
                  </a:lnTo>
                  <a:lnTo>
                    <a:pt x="5500015" y="656448"/>
                  </a:lnTo>
                  <a:lnTo>
                    <a:pt x="5518716" y="655487"/>
                  </a:lnTo>
                  <a:lnTo>
                    <a:pt x="5526230" y="655132"/>
                  </a:lnTo>
                  <a:lnTo>
                    <a:pt x="5527445" y="655079"/>
                  </a:lnTo>
                  <a:lnTo>
                    <a:pt x="6522385" y="655079"/>
                  </a:lnTo>
                  <a:lnTo>
                    <a:pt x="6523519" y="655066"/>
                  </a:lnTo>
                  <a:lnTo>
                    <a:pt x="6530996" y="654978"/>
                  </a:lnTo>
                  <a:lnTo>
                    <a:pt x="6549948" y="654735"/>
                  </a:lnTo>
                  <a:lnTo>
                    <a:pt x="6584081" y="654255"/>
                  </a:lnTo>
                  <a:lnTo>
                    <a:pt x="6635468" y="653462"/>
                  </a:lnTo>
                  <a:lnTo>
                    <a:pt x="6704383" y="652290"/>
                  </a:lnTo>
                  <a:lnTo>
                    <a:pt x="6789366" y="650690"/>
                  </a:lnTo>
                  <a:lnTo>
                    <a:pt x="6887544" y="648634"/>
                  </a:lnTo>
                  <a:lnTo>
                    <a:pt x="6995149" y="646111"/>
                  </a:lnTo>
                  <a:lnTo>
                    <a:pt x="7108116" y="643123"/>
                  </a:lnTo>
                  <a:lnTo>
                    <a:pt x="7222612" y="639678"/>
                  </a:lnTo>
                  <a:lnTo>
                    <a:pt x="7335406" y="635787"/>
                  </a:lnTo>
                  <a:lnTo>
                    <a:pt x="7444048" y="631450"/>
                  </a:lnTo>
                  <a:lnTo>
                    <a:pt x="7546894" y="626660"/>
                  </a:lnTo>
                  <a:lnTo>
                    <a:pt x="7643024" y="621395"/>
                  </a:lnTo>
                  <a:lnTo>
                    <a:pt x="7732104" y="615617"/>
                  </a:lnTo>
                  <a:lnTo>
                    <a:pt x="7814242" y="609277"/>
                  </a:lnTo>
                  <a:lnTo>
                    <a:pt x="7889851" y="602309"/>
                  </a:lnTo>
                  <a:lnTo>
                    <a:pt x="7959540" y="594636"/>
                  </a:lnTo>
                  <a:lnTo>
                    <a:pt x="8024034" y="586175"/>
                  </a:lnTo>
                  <a:lnTo>
                    <a:pt x="8084104" y="576835"/>
                  </a:lnTo>
                  <a:lnTo>
                    <a:pt x="8140524" y="566533"/>
                  </a:lnTo>
                  <a:lnTo>
                    <a:pt x="8194031" y="555207"/>
                  </a:lnTo>
                  <a:lnTo>
                    <a:pt x="8229629" y="546772"/>
                  </a:lnTo>
                  <a:lnTo>
                    <a:pt x="8289201" y="531009"/>
                  </a:lnTo>
                  <a:lnTo>
                    <a:pt x="8346954" y="513715"/>
                  </a:lnTo>
                  <a:lnTo>
                    <a:pt x="8403544" y="494865"/>
                  </a:lnTo>
                  <a:lnTo>
                    <a:pt x="8459457" y="474482"/>
                  </a:lnTo>
                  <a:lnTo>
                    <a:pt x="8515044" y="452640"/>
                  </a:lnTo>
                  <a:lnTo>
                    <a:pt x="8570538" y="429470"/>
                  </a:lnTo>
                  <a:lnTo>
                    <a:pt x="8626078" y="405159"/>
                  </a:lnTo>
                  <a:lnTo>
                    <a:pt x="8681723" y="379947"/>
                  </a:lnTo>
                  <a:lnTo>
                    <a:pt x="8737471" y="354117"/>
                  </a:lnTo>
                  <a:lnTo>
                    <a:pt x="8793277" y="327984"/>
                  </a:lnTo>
                  <a:lnTo>
                    <a:pt x="8849077" y="301879"/>
                  </a:lnTo>
                  <a:lnTo>
                    <a:pt x="8904810" y="276131"/>
                  </a:lnTo>
                  <a:lnTo>
                    <a:pt x="8960436" y="251050"/>
                  </a:lnTo>
                  <a:lnTo>
                    <a:pt x="9015963" y="226914"/>
                  </a:lnTo>
                  <a:lnTo>
                    <a:pt x="9071460" y="203953"/>
                  </a:lnTo>
                  <a:lnTo>
                    <a:pt x="9127082" y="182346"/>
                  </a:lnTo>
                  <a:lnTo>
                    <a:pt x="9183080" y="162214"/>
                  </a:lnTo>
                  <a:lnTo>
                    <a:pt x="9239825" y="143622"/>
                  </a:lnTo>
                  <a:lnTo>
                    <a:pt x="9297830" y="126585"/>
                  </a:lnTo>
                  <a:lnTo>
                    <a:pt x="9347647" y="113547"/>
                  </a:lnTo>
                  <a:lnTo>
                    <a:pt x="9399530" y="101496"/>
                  </a:lnTo>
                  <a:lnTo>
                    <a:pt x="9453863" y="90491"/>
                  </a:lnTo>
                  <a:lnTo>
                    <a:pt x="9511332" y="80495"/>
                  </a:lnTo>
                  <a:lnTo>
                    <a:pt x="9572687" y="71437"/>
                  </a:lnTo>
                  <a:lnTo>
                    <a:pt x="9638707" y="63229"/>
                  </a:lnTo>
                  <a:lnTo>
                    <a:pt x="9710154" y="55783"/>
                  </a:lnTo>
                  <a:lnTo>
                    <a:pt x="9787725" y="49017"/>
                  </a:lnTo>
                  <a:lnTo>
                    <a:pt x="9871978" y="42857"/>
                  </a:lnTo>
                  <a:lnTo>
                    <a:pt x="9963246" y="37242"/>
                  </a:lnTo>
                  <a:lnTo>
                    <a:pt x="10061514" y="32127"/>
                  </a:lnTo>
                  <a:lnTo>
                    <a:pt x="10166283" y="27479"/>
                  </a:lnTo>
                  <a:lnTo>
                    <a:pt x="10276421" y="23281"/>
                  </a:lnTo>
                  <a:lnTo>
                    <a:pt x="10390042" y="19527"/>
                  </a:lnTo>
                  <a:lnTo>
                    <a:pt x="10504444" y="16223"/>
                  </a:lnTo>
                  <a:lnTo>
                    <a:pt x="10616181" y="13377"/>
                  </a:lnTo>
                  <a:lnTo>
                    <a:pt x="10721301" y="10999"/>
                  </a:lnTo>
                  <a:lnTo>
                    <a:pt x="10815769" y="9086"/>
                  </a:lnTo>
                  <a:lnTo>
                    <a:pt x="10896032" y="7623"/>
                  </a:lnTo>
                  <a:lnTo>
                    <a:pt x="10959602" y="6574"/>
                  </a:lnTo>
                  <a:lnTo>
                    <a:pt x="11005537" y="5886"/>
                  </a:lnTo>
                  <a:lnTo>
                    <a:pt x="11034671" y="5487"/>
                  </a:lnTo>
                  <a:lnTo>
                    <a:pt x="11049606" y="5301"/>
                  </a:lnTo>
                  <a:lnTo>
                    <a:pt x="11054512" y="524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8" y="12"/>
                  </a:lnTo>
                  <a:lnTo>
                    <a:pt x="11046280" y="100"/>
                  </a:lnTo>
                  <a:lnTo>
                    <a:pt x="11027329" y="344"/>
                  </a:lnTo>
                  <a:lnTo>
                    <a:pt x="10993195" y="823"/>
                  </a:lnTo>
                  <a:lnTo>
                    <a:pt x="10941809" y="1617"/>
                  </a:lnTo>
                  <a:lnTo>
                    <a:pt x="10872894" y="2789"/>
                  </a:lnTo>
                  <a:lnTo>
                    <a:pt x="10787910" y="4388"/>
                  </a:lnTo>
                  <a:lnTo>
                    <a:pt x="10689732" y="6444"/>
                  </a:lnTo>
                  <a:lnTo>
                    <a:pt x="10582128" y="8967"/>
                  </a:lnTo>
                  <a:lnTo>
                    <a:pt x="10469161" y="11956"/>
                  </a:lnTo>
                  <a:lnTo>
                    <a:pt x="10354664" y="15400"/>
                  </a:lnTo>
                  <a:lnTo>
                    <a:pt x="10241871" y="19291"/>
                  </a:lnTo>
                  <a:lnTo>
                    <a:pt x="10133229" y="23628"/>
                  </a:lnTo>
                  <a:lnTo>
                    <a:pt x="10030383" y="28418"/>
                  </a:lnTo>
                  <a:lnTo>
                    <a:pt x="9934253" y="33684"/>
                  </a:lnTo>
                  <a:lnTo>
                    <a:pt x="9845172" y="39461"/>
                  </a:lnTo>
                  <a:lnTo>
                    <a:pt x="9763034" y="45802"/>
                  </a:lnTo>
                  <a:lnTo>
                    <a:pt x="9687426" y="52770"/>
                  </a:lnTo>
                  <a:lnTo>
                    <a:pt x="9617736" y="60442"/>
                  </a:lnTo>
                  <a:lnTo>
                    <a:pt x="9553243" y="68904"/>
                  </a:lnTo>
                  <a:lnTo>
                    <a:pt x="9493173" y="78244"/>
                  </a:lnTo>
                  <a:lnTo>
                    <a:pt x="9436752" y="88545"/>
                  </a:lnTo>
                  <a:lnTo>
                    <a:pt x="9383246" y="99871"/>
                  </a:lnTo>
                  <a:lnTo>
                    <a:pt x="9347647" y="108306"/>
                  </a:lnTo>
                  <a:lnTo>
                    <a:pt x="9288076" y="124070"/>
                  </a:lnTo>
                  <a:lnTo>
                    <a:pt x="9230322" y="141364"/>
                  </a:lnTo>
                  <a:lnTo>
                    <a:pt x="9173732" y="160213"/>
                  </a:lnTo>
                  <a:lnTo>
                    <a:pt x="9117819" y="180597"/>
                  </a:lnTo>
                  <a:lnTo>
                    <a:pt x="9062233" y="202439"/>
                  </a:lnTo>
                  <a:lnTo>
                    <a:pt x="9006738" y="225609"/>
                  </a:lnTo>
                  <a:lnTo>
                    <a:pt x="8951198" y="249919"/>
                  </a:lnTo>
                  <a:lnTo>
                    <a:pt x="8895553" y="275131"/>
                  </a:lnTo>
                  <a:lnTo>
                    <a:pt x="8839806" y="300961"/>
                  </a:lnTo>
                  <a:lnTo>
                    <a:pt x="8784000" y="327094"/>
                  </a:lnTo>
                  <a:lnTo>
                    <a:pt x="8728199" y="353199"/>
                  </a:lnTo>
                  <a:lnTo>
                    <a:pt x="8672467" y="378948"/>
                  </a:lnTo>
                  <a:lnTo>
                    <a:pt x="8616841" y="404028"/>
                  </a:lnTo>
                  <a:lnTo>
                    <a:pt x="8561314" y="428165"/>
                  </a:lnTo>
                  <a:lnTo>
                    <a:pt x="8505816" y="451125"/>
                  </a:lnTo>
                  <a:lnTo>
                    <a:pt x="8450195" y="472733"/>
                  </a:lnTo>
                  <a:lnTo>
                    <a:pt x="8394197" y="492865"/>
                  </a:lnTo>
                  <a:lnTo>
                    <a:pt x="8337451" y="511456"/>
                  </a:lnTo>
                  <a:lnTo>
                    <a:pt x="8279446" y="528493"/>
                  </a:lnTo>
                  <a:lnTo>
                    <a:pt x="8229629" y="541532"/>
                  </a:lnTo>
                  <a:lnTo>
                    <a:pt x="8177747" y="553582"/>
                  </a:lnTo>
                  <a:lnTo>
                    <a:pt x="8123413" y="564587"/>
                  </a:lnTo>
                  <a:lnTo>
                    <a:pt x="8065945" y="574583"/>
                  </a:lnTo>
                  <a:lnTo>
                    <a:pt x="8004590" y="583642"/>
                  </a:lnTo>
                  <a:lnTo>
                    <a:pt x="7938570" y="591850"/>
                  </a:lnTo>
                  <a:lnTo>
                    <a:pt x="7867122" y="599295"/>
                  </a:lnTo>
                  <a:lnTo>
                    <a:pt x="7789552" y="606061"/>
                  </a:lnTo>
                  <a:lnTo>
                    <a:pt x="7705298" y="612221"/>
                  </a:lnTo>
                  <a:lnTo>
                    <a:pt x="7614030" y="617836"/>
                  </a:lnTo>
                  <a:lnTo>
                    <a:pt x="7515762" y="622951"/>
                  </a:lnTo>
                  <a:lnTo>
                    <a:pt x="7410994" y="627599"/>
                  </a:lnTo>
                  <a:lnTo>
                    <a:pt x="7300855" y="631798"/>
                  </a:lnTo>
                  <a:lnTo>
                    <a:pt x="7187235" y="635551"/>
                  </a:lnTo>
                  <a:lnTo>
                    <a:pt x="7072833" y="638856"/>
                  </a:lnTo>
                  <a:lnTo>
                    <a:pt x="6961096" y="641701"/>
                  </a:lnTo>
                  <a:lnTo>
                    <a:pt x="6855976" y="644080"/>
                  </a:lnTo>
                  <a:lnTo>
                    <a:pt x="6761507" y="645992"/>
                  </a:lnTo>
                  <a:lnTo>
                    <a:pt x="6681245" y="647455"/>
                  </a:lnTo>
                  <a:lnTo>
                    <a:pt x="6617674" y="648504"/>
                  </a:lnTo>
                  <a:lnTo>
                    <a:pt x="6571740" y="649193"/>
                  </a:lnTo>
                  <a:lnTo>
                    <a:pt x="6542605" y="649591"/>
                  </a:lnTo>
                  <a:lnTo>
                    <a:pt x="6527670" y="649778"/>
                  </a:lnTo>
                  <a:lnTo>
                    <a:pt x="6522765" y="649834"/>
                  </a:lnTo>
                  <a:lnTo>
                    <a:pt x="6522385" y="649838"/>
                  </a:lnTo>
                  <a:lnTo>
                    <a:pt x="5527445" y="649838"/>
                  </a:lnTo>
                  <a:lnTo>
                    <a:pt x="5526360" y="649886"/>
                  </a:lnTo>
                  <a:lnTo>
                    <a:pt x="5519191" y="650223"/>
                  </a:lnTo>
                  <a:lnTo>
                    <a:pt x="5501001" y="651155"/>
                  </a:lnTo>
                  <a:lnTo>
                    <a:pt x="5468187" y="652991"/>
                  </a:lnTo>
                  <a:lnTo>
                    <a:pt x="5418682" y="656029"/>
                  </a:lnTo>
                  <a:lnTo>
                    <a:pt x="5352110" y="660521"/>
                  </a:lnTo>
                  <a:lnTo>
                    <a:pt x="5269743" y="666661"/>
                  </a:lnTo>
                  <a:lnTo>
                    <a:pt x="5174228" y="674566"/>
                  </a:lnTo>
                  <a:lnTo>
                    <a:pt x="5069106" y="684287"/>
                  </a:lnTo>
                  <a:lnTo>
                    <a:pt x="4958265" y="695817"/>
                  </a:lnTo>
                  <a:lnTo>
                    <a:pt x="4845430" y="709123"/>
                  </a:lnTo>
                  <a:lnTo>
                    <a:pt x="4733799" y="724171"/>
                  </a:lnTo>
                  <a:lnTo>
                    <a:pt x="4625845" y="740947"/>
                  </a:lnTo>
                  <a:lnTo>
                    <a:pt x="4523279" y="759475"/>
                  </a:lnTo>
                  <a:lnTo>
                    <a:pt x="4427106" y="779828"/>
                  </a:lnTo>
                  <a:lnTo>
                    <a:pt x="4337752" y="802134"/>
                  </a:lnTo>
                  <a:lnTo>
                    <a:pt x="4255197" y="826576"/>
                  </a:lnTo>
                  <a:lnTo>
                    <a:pt x="4179104" y="853390"/>
                  </a:lnTo>
                  <a:lnTo>
                    <a:pt x="4108928" y="882858"/>
                  </a:lnTo>
                  <a:lnTo>
                    <a:pt x="4043999" y="915299"/>
                  </a:lnTo>
                  <a:lnTo>
                    <a:pt x="3983585" y="951053"/>
                  </a:lnTo>
                  <a:lnTo>
                    <a:pt x="3926943" y="990449"/>
                  </a:lnTo>
                  <a:lnTo>
                    <a:pt x="3873352" y="1033761"/>
                  </a:lnTo>
                  <a:lnTo>
                    <a:pt x="3822156" y="1081136"/>
                  </a:lnTo>
                  <a:lnTo>
                    <a:pt x="3820202" y="1083064"/>
                  </a:lnTo>
                  <a:lnTo>
                    <a:pt x="3774585" y="1130596"/>
                  </a:lnTo>
                  <a:lnTo>
                    <a:pt x="3730128" y="1181663"/>
                  </a:lnTo>
                  <a:lnTo>
                    <a:pt x="3686511" y="1236336"/>
                  </a:lnTo>
                  <a:lnTo>
                    <a:pt x="3643478" y="1294627"/>
                  </a:lnTo>
                  <a:lnTo>
                    <a:pt x="3600823" y="1356484"/>
                  </a:lnTo>
                  <a:lnTo>
                    <a:pt x="3558388" y="1421781"/>
                  </a:lnTo>
                  <a:lnTo>
                    <a:pt x="3516055" y="1490315"/>
                  </a:lnTo>
                  <a:lnTo>
                    <a:pt x="3473741" y="1561810"/>
                  </a:lnTo>
                  <a:lnTo>
                    <a:pt x="3431393" y="1635912"/>
                  </a:lnTo>
                  <a:lnTo>
                    <a:pt x="3388986" y="1712197"/>
                  </a:lnTo>
                  <a:lnTo>
                    <a:pt x="3346514" y="1790179"/>
                  </a:lnTo>
                  <a:lnTo>
                    <a:pt x="3303989" y="1869323"/>
                  </a:lnTo>
                  <a:lnTo>
                    <a:pt x="3261436" y="1949059"/>
                  </a:lnTo>
                  <a:lnTo>
                    <a:pt x="3218882" y="2028798"/>
                  </a:lnTo>
                  <a:lnTo>
                    <a:pt x="3176357" y="2107953"/>
                  </a:lnTo>
                  <a:lnTo>
                    <a:pt x="3133884" y="2185951"/>
                  </a:lnTo>
                  <a:lnTo>
                    <a:pt x="3091476" y="2262258"/>
                  </a:lnTo>
                  <a:lnTo>
                    <a:pt x="3049128" y="2336387"/>
                  </a:lnTo>
                  <a:lnTo>
                    <a:pt x="3006814" y="2407914"/>
                  </a:lnTo>
                  <a:lnTo>
                    <a:pt x="2964481" y="2476485"/>
                  </a:lnTo>
                  <a:lnTo>
                    <a:pt x="2922048" y="2541819"/>
                  </a:lnTo>
                  <a:lnTo>
                    <a:pt x="2879397" y="2603716"/>
                  </a:lnTo>
                  <a:lnTo>
                    <a:pt x="2836368" y="2662049"/>
                  </a:lnTo>
                  <a:lnTo>
                    <a:pt x="2792760" y="2716764"/>
                  </a:lnTo>
                  <a:lnTo>
                    <a:pt x="2748314" y="2767871"/>
                  </a:lnTo>
                  <a:lnTo>
                    <a:pt x="2702713" y="2815443"/>
                  </a:lnTo>
                  <a:lnTo>
                    <a:pt x="2702183" y="2815967"/>
                  </a:lnTo>
                  <a:lnTo>
                    <a:pt x="2651069" y="2863501"/>
                  </a:lnTo>
                  <a:lnTo>
                    <a:pt x="2597583" y="2906969"/>
                  </a:lnTo>
                  <a:lnTo>
                    <a:pt x="2541073" y="2946513"/>
                  </a:lnTo>
                  <a:lnTo>
                    <a:pt x="2480820" y="2982403"/>
                  </a:lnTo>
                  <a:lnTo>
                    <a:pt x="2416081" y="3014967"/>
                  </a:lnTo>
                  <a:lnTo>
                    <a:pt x="2346122" y="3044544"/>
                  </a:lnTo>
                  <a:lnTo>
                    <a:pt x="2270271" y="3071456"/>
                  </a:lnTo>
                  <a:lnTo>
                    <a:pt x="2187975" y="3095985"/>
                  </a:lnTo>
                  <a:lnTo>
                    <a:pt x="2098889" y="3118371"/>
                  </a:lnTo>
                  <a:lnTo>
                    <a:pt x="2002978" y="3138798"/>
                  </a:lnTo>
                  <a:lnTo>
                    <a:pt x="1900646" y="3157395"/>
                  </a:lnTo>
                  <a:lnTo>
                    <a:pt x="1792875" y="3174238"/>
                  </a:lnTo>
                  <a:lnTo>
                    <a:pt x="1681346" y="3189354"/>
                  </a:lnTo>
                  <a:lnTo>
                    <a:pt x="1568502" y="3202729"/>
                  </a:lnTo>
                  <a:lnTo>
                    <a:pt x="1457516" y="3214329"/>
                  </a:lnTo>
                  <a:lnTo>
                    <a:pt x="1352098" y="3224120"/>
                  </a:lnTo>
                  <a:lnTo>
                    <a:pt x="1256138" y="3232096"/>
                  </a:lnTo>
                  <a:lnTo>
                    <a:pt x="1173202" y="3238302"/>
                  </a:lnTo>
                  <a:lnTo>
                    <a:pt x="1105980" y="3242856"/>
                  </a:lnTo>
                  <a:lnTo>
                    <a:pt x="1055806" y="3245945"/>
                  </a:lnTo>
                  <a:lnTo>
                    <a:pt x="1022370" y="3247824"/>
                  </a:lnTo>
                  <a:lnTo>
                    <a:pt x="1003669" y="3248785"/>
                  </a:lnTo>
                  <a:lnTo>
                    <a:pt x="996155" y="3249139"/>
                  </a:lnTo>
                  <a:lnTo>
                    <a:pt x="994940" y="3249193"/>
                  </a:lnTo>
                  <a:lnTo>
                    <a:pt x="0" y="3249193"/>
                  </a:lnTo>
                  <a:close/>
                </a:path>
              </a:pathLst>
            </a:custGeom>
            <a:solidFill>
              <a:srgbClr val="B497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34" name="pl1833"/>
            <p:cNvSpPr/>
            <p:nvPr/>
          </p:nvSpPr>
          <p:spPr>
            <a:xfrm>
              <a:off x="1199187" y="2656836"/>
              <a:ext cx="12049831" cy="3249193"/>
            </a:xfrm>
            <a:custGeom>
              <a:avLst/>
              <a:pathLst>
                <a:path w="12049831" h="3249193">
                  <a:moveTo>
                    <a:pt x="0" y="3249193"/>
                  </a:moveTo>
                  <a:lnTo>
                    <a:pt x="994940" y="3249193"/>
                  </a:lnTo>
                  <a:lnTo>
                    <a:pt x="996025" y="3249145"/>
                  </a:lnTo>
                  <a:lnTo>
                    <a:pt x="1003194" y="3248808"/>
                  </a:lnTo>
                  <a:lnTo>
                    <a:pt x="1021384" y="3247876"/>
                  </a:lnTo>
                  <a:lnTo>
                    <a:pt x="1054198" y="3246039"/>
                  </a:lnTo>
                  <a:lnTo>
                    <a:pt x="1103703" y="3243002"/>
                  </a:lnTo>
                  <a:lnTo>
                    <a:pt x="1170275" y="3238510"/>
                  </a:lnTo>
                  <a:lnTo>
                    <a:pt x="1252642" y="3232370"/>
                  </a:lnTo>
                  <a:lnTo>
                    <a:pt x="1348157" y="3224464"/>
                  </a:lnTo>
                  <a:lnTo>
                    <a:pt x="1453279" y="3214744"/>
                  </a:lnTo>
                  <a:lnTo>
                    <a:pt x="1564120" y="3203214"/>
                  </a:lnTo>
                  <a:lnTo>
                    <a:pt x="1676955" y="3189908"/>
                  </a:lnTo>
                  <a:lnTo>
                    <a:pt x="1788586" y="3174859"/>
                  </a:lnTo>
                  <a:lnTo>
                    <a:pt x="1896540" y="3158084"/>
                  </a:lnTo>
                  <a:lnTo>
                    <a:pt x="1999106" y="3139556"/>
                  </a:lnTo>
                  <a:lnTo>
                    <a:pt x="2095279" y="3119203"/>
                  </a:lnTo>
                  <a:lnTo>
                    <a:pt x="2184633" y="3096896"/>
                  </a:lnTo>
                  <a:lnTo>
                    <a:pt x="2267188" y="3072454"/>
                  </a:lnTo>
                  <a:lnTo>
                    <a:pt x="2343281" y="3045641"/>
                  </a:lnTo>
                  <a:lnTo>
                    <a:pt x="2413457" y="3016173"/>
                  </a:lnTo>
                  <a:lnTo>
                    <a:pt x="2478386" y="2983732"/>
                  </a:lnTo>
                  <a:lnTo>
                    <a:pt x="2538800" y="2947978"/>
                  </a:lnTo>
                  <a:lnTo>
                    <a:pt x="2595442" y="2908582"/>
                  </a:lnTo>
                  <a:lnTo>
                    <a:pt x="2649033" y="2865270"/>
                  </a:lnTo>
                  <a:lnTo>
                    <a:pt x="2700229" y="2817895"/>
                  </a:lnTo>
                  <a:lnTo>
                    <a:pt x="2702183" y="2815967"/>
                  </a:lnTo>
                  <a:lnTo>
                    <a:pt x="2747800" y="2768435"/>
                  </a:lnTo>
                  <a:lnTo>
                    <a:pt x="2792257" y="2717368"/>
                  </a:lnTo>
                  <a:lnTo>
                    <a:pt x="2835874" y="2662695"/>
                  </a:lnTo>
                  <a:lnTo>
                    <a:pt x="2878907" y="2604403"/>
                  </a:lnTo>
                  <a:lnTo>
                    <a:pt x="2921562" y="2542546"/>
                  </a:lnTo>
                  <a:lnTo>
                    <a:pt x="2963997" y="2477250"/>
                  </a:lnTo>
                  <a:lnTo>
                    <a:pt x="3006330" y="2408715"/>
                  </a:lnTo>
                  <a:lnTo>
                    <a:pt x="3048644" y="2337220"/>
                  </a:lnTo>
                  <a:lnTo>
                    <a:pt x="3090992" y="2263119"/>
                  </a:lnTo>
                  <a:lnTo>
                    <a:pt x="3133399" y="2186834"/>
                  </a:lnTo>
                  <a:lnTo>
                    <a:pt x="3175871" y="2108852"/>
                  </a:lnTo>
                  <a:lnTo>
                    <a:pt x="3218396" y="2029708"/>
                  </a:lnTo>
                  <a:lnTo>
                    <a:pt x="3260949" y="1949972"/>
                  </a:lnTo>
                  <a:lnTo>
                    <a:pt x="3303503" y="1870232"/>
                  </a:lnTo>
                  <a:lnTo>
                    <a:pt x="3346028" y="1791078"/>
                  </a:lnTo>
                  <a:lnTo>
                    <a:pt x="3388501" y="1713080"/>
                  </a:lnTo>
                  <a:lnTo>
                    <a:pt x="3430909" y="1636773"/>
                  </a:lnTo>
                  <a:lnTo>
                    <a:pt x="3473257" y="1562643"/>
                  </a:lnTo>
                  <a:lnTo>
                    <a:pt x="3515571" y="1491116"/>
                  </a:lnTo>
                  <a:lnTo>
                    <a:pt x="3557904" y="1422546"/>
                  </a:lnTo>
                  <a:lnTo>
                    <a:pt x="3600337" y="1357212"/>
                  </a:lnTo>
                  <a:lnTo>
                    <a:pt x="3642988" y="1295315"/>
                  </a:lnTo>
                  <a:lnTo>
                    <a:pt x="3686017" y="1236982"/>
                  </a:lnTo>
                  <a:lnTo>
                    <a:pt x="3729625" y="1182267"/>
                  </a:lnTo>
                  <a:lnTo>
                    <a:pt x="3774071" y="1131159"/>
                  </a:lnTo>
                  <a:lnTo>
                    <a:pt x="3819672" y="1083588"/>
                  </a:lnTo>
                  <a:lnTo>
                    <a:pt x="3820202" y="1083064"/>
                  </a:lnTo>
                  <a:lnTo>
                    <a:pt x="3871316" y="1035530"/>
                  </a:lnTo>
                  <a:lnTo>
                    <a:pt x="3924802" y="992061"/>
                  </a:lnTo>
                  <a:lnTo>
                    <a:pt x="3981312" y="952517"/>
                  </a:lnTo>
                  <a:lnTo>
                    <a:pt x="4041565" y="916628"/>
                  </a:lnTo>
                  <a:lnTo>
                    <a:pt x="4106304" y="884064"/>
                  </a:lnTo>
                  <a:lnTo>
                    <a:pt x="4176263" y="854486"/>
                  </a:lnTo>
                  <a:lnTo>
                    <a:pt x="4252114" y="827575"/>
                  </a:lnTo>
                  <a:lnTo>
                    <a:pt x="4334410" y="803045"/>
                  </a:lnTo>
                  <a:lnTo>
                    <a:pt x="4423496" y="780660"/>
                  </a:lnTo>
                  <a:lnTo>
                    <a:pt x="4519407" y="760233"/>
                  </a:lnTo>
                  <a:lnTo>
                    <a:pt x="4621739" y="741636"/>
                  </a:lnTo>
                  <a:lnTo>
                    <a:pt x="4729510" y="724793"/>
                  </a:lnTo>
                  <a:lnTo>
                    <a:pt x="4841039" y="709677"/>
                  </a:lnTo>
                  <a:lnTo>
                    <a:pt x="4953883" y="696302"/>
                  </a:lnTo>
                  <a:lnTo>
                    <a:pt x="5064869" y="684702"/>
                  </a:lnTo>
                  <a:lnTo>
                    <a:pt x="5170287" y="674911"/>
                  </a:lnTo>
                  <a:lnTo>
                    <a:pt x="5266247" y="666935"/>
                  </a:lnTo>
                  <a:lnTo>
                    <a:pt x="5349183" y="660728"/>
                  </a:lnTo>
                  <a:lnTo>
                    <a:pt x="5416405" y="656175"/>
                  </a:lnTo>
                  <a:lnTo>
                    <a:pt x="5466579" y="653085"/>
                  </a:lnTo>
                  <a:lnTo>
                    <a:pt x="5500015" y="651207"/>
                  </a:lnTo>
                  <a:lnTo>
                    <a:pt x="5518716" y="650246"/>
                  </a:lnTo>
                  <a:lnTo>
                    <a:pt x="5526230" y="649891"/>
                  </a:lnTo>
                  <a:lnTo>
                    <a:pt x="5527445" y="649838"/>
                  </a:lnTo>
                  <a:lnTo>
                    <a:pt x="5527445" y="649838"/>
                  </a:lnTo>
                  <a:lnTo>
                    <a:pt x="6522385" y="649838"/>
                  </a:lnTo>
                  <a:lnTo>
                    <a:pt x="6523519" y="649826"/>
                  </a:lnTo>
                  <a:lnTo>
                    <a:pt x="6530996" y="649738"/>
                  </a:lnTo>
                  <a:lnTo>
                    <a:pt x="6549948" y="649494"/>
                  </a:lnTo>
                  <a:lnTo>
                    <a:pt x="6584081" y="649014"/>
                  </a:lnTo>
                  <a:lnTo>
                    <a:pt x="6635468" y="648221"/>
                  </a:lnTo>
                  <a:lnTo>
                    <a:pt x="6704383" y="647049"/>
                  </a:lnTo>
                  <a:lnTo>
                    <a:pt x="6789366" y="645450"/>
                  </a:lnTo>
                  <a:lnTo>
                    <a:pt x="6887544" y="643394"/>
                  </a:lnTo>
                  <a:lnTo>
                    <a:pt x="6995149" y="640870"/>
                  </a:lnTo>
                  <a:lnTo>
                    <a:pt x="7108116" y="637882"/>
                  </a:lnTo>
                  <a:lnTo>
                    <a:pt x="7222612" y="634438"/>
                  </a:lnTo>
                  <a:lnTo>
                    <a:pt x="7335406" y="630546"/>
                  </a:lnTo>
                  <a:lnTo>
                    <a:pt x="7444048" y="626210"/>
                  </a:lnTo>
                  <a:lnTo>
                    <a:pt x="7546894" y="621420"/>
                  </a:lnTo>
                  <a:lnTo>
                    <a:pt x="7643024" y="616154"/>
                  </a:lnTo>
                  <a:lnTo>
                    <a:pt x="7732104" y="610376"/>
                  </a:lnTo>
                  <a:lnTo>
                    <a:pt x="7814242" y="604036"/>
                  </a:lnTo>
                  <a:lnTo>
                    <a:pt x="7889851" y="597068"/>
                  </a:lnTo>
                  <a:lnTo>
                    <a:pt x="7959540" y="589396"/>
                  </a:lnTo>
                  <a:lnTo>
                    <a:pt x="8024034" y="580934"/>
                  </a:lnTo>
                  <a:lnTo>
                    <a:pt x="8084104" y="571594"/>
                  </a:lnTo>
                  <a:lnTo>
                    <a:pt x="8140524" y="561293"/>
                  </a:lnTo>
                  <a:lnTo>
                    <a:pt x="8194031" y="549966"/>
                  </a:lnTo>
                  <a:lnTo>
                    <a:pt x="8229629" y="541532"/>
                  </a:lnTo>
                  <a:lnTo>
                    <a:pt x="8289201" y="525768"/>
                  </a:lnTo>
                  <a:lnTo>
                    <a:pt x="8346954" y="508474"/>
                  </a:lnTo>
                  <a:lnTo>
                    <a:pt x="8403544" y="489624"/>
                  </a:lnTo>
                  <a:lnTo>
                    <a:pt x="8459457" y="469241"/>
                  </a:lnTo>
                  <a:lnTo>
                    <a:pt x="8515044" y="447399"/>
                  </a:lnTo>
                  <a:lnTo>
                    <a:pt x="8570538" y="424229"/>
                  </a:lnTo>
                  <a:lnTo>
                    <a:pt x="8626078" y="399918"/>
                  </a:lnTo>
                  <a:lnTo>
                    <a:pt x="8681723" y="374706"/>
                  </a:lnTo>
                  <a:lnTo>
                    <a:pt x="8737471" y="348876"/>
                  </a:lnTo>
                  <a:lnTo>
                    <a:pt x="8793277" y="322744"/>
                  </a:lnTo>
                  <a:lnTo>
                    <a:pt x="8849077" y="296638"/>
                  </a:lnTo>
                  <a:lnTo>
                    <a:pt x="8904810" y="270890"/>
                  </a:lnTo>
                  <a:lnTo>
                    <a:pt x="8960436" y="245809"/>
                  </a:lnTo>
                  <a:lnTo>
                    <a:pt x="9015963" y="221673"/>
                  </a:lnTo>
                  <a:lnTo>
                    <a:pt x="9071460" y="198712"/>
                  </a:lnTo>
                  <a:lnTo>
                    <a:pt x="9127082" y="177105"/>
                  </a:lnTo>
                  <a:lnTo>
                    <a:pt x="9183080" y="156973"/>
                  </a:lnTo>
                  <a:lnTo>
                    <a:pt x="9239825" y="138382"/>
                  </a:lnTo>
                  <a:lnTo>
                    <a:pt x="9297830" y="121345"/>
                  </a:lnTo>
                  <a:lnTo>
                    <a:pt x="9347647" y="108306"/>
                  </a:lnTo>
                  <a:lnTo>
                    <a:pt x="9399530" y="96255"/>
                  </a:lnTo>
                  <a:lnTo>
                    <a:pt x="9453863" y="85251"/>
                  </a:lnTo>
                  <a:lnTo>
                    <a:pt x="9511332" y="75255"/>
                  </a:lnTo>
                  <a:lnTo>
                    <a:pt x="9572687" y="66196"/>
                  </a:lnTo>
                  <a:lnTo>
                    <a:pt x="9638707" y="57988"/>
                  </a:lnTo>
                  <a:lnTo>
                    <a:pt x="9710154" y="50542"/>
                  </a:lnTo>
                  <a:lnTo>
                    <a:pt x="9787725" y="43776"/>
                  </a:lnTo>
                  <a:lnTo>
                    <a:pt x="9871978" y="37616"/>
                  </a:lnTo>
                  <a:lnTo>
                    <a:pt x="9963246" y="32002"/>
                  </a:lnTo>
                  <a:lnTo>
                    <a:pt x="10061514" y="26887"/>
                  </a:lnTo>
                  <a:lnTo>
                    <a:pt x="10166283" y="22238"/>
                  </a:lnTo>
                  <a:lnTo>
                    <a:pt x="10276421" y="18040"/>
                  </a:lnTo>
                  <a:lnTo>
                    <a:pt x="10390042" y="14286"/>
                  </a:lnTo>
                  <a:lnTo>
                    <a:pt x="10504444" y="10982"/>
                  </a:lnTo>
                  <a:lnTo>
                    <a:pt x="10616181" y="8137"/>
                  </a:lnTo>
                  <a:lnTo>
                    <a:pt x="10721301" y="5758"/>
                  </a:lnTo>
                  <a:lnTo>
                    <a:pt x="10815769" y="3845"/>
                  </a:lnTo>
                  <a:lnTo>
                    <a:pt x="10896032" y="2382"/>
                  </a:lnTo>
                  <a:lnTo>
                    <a:pt x="10959602" y="1334"/>
                  </a:lnTo>
                  <a:lnTo>
                    <a:pt x="11005537" y="645"/>
                  </a:lnTo>
                  <a:lnTo>
                    <a:pt x="11034671" y="247"/>
                  </a:lnTo>
                  <a:lnTo>
                    <a:pt x="11049606" y="60"/>
                  </a:lnTo>
                  <a:lnTo>
                    <a:pt x="11054512" y="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5" name="pl1834"/>
            <p:cNvSpPr/>
            <p:nvPr/>
          </p:nvSpPr>
          <p:spPr>
            <a:xfrm>
              <a:off x="1199187" y="2651596"/>
              <a:ext cx="12049831" cy="3249193"/>
            </a:xfrm>
            <a:custGeom>
              <a:avLst/>
              <a:pathLst>
                <a:path w="12049831" h="3249193">
                  <a:moveTo>
                    <a:pt x="12049831" y="0"/>
                  </a:moveTo>
                  <a:lnTo>
                    <a:pt x="11054891" y="0"/>
                  </a:lnTo>
                  <a:lnTo>
                    <a:pt x="11053758" y="12"/>
                  </a:lnTo>
                  <a:lnTo>
                    <a:pt x="11046280" y="100"/>
                  </a:lnTo>
                  <a:lnTo>
                    <a:pt x="11027329" y="344"/>
                  </a:lnTo>
                  <a:lnTo>
                    <a:pt x="10993195" y="823"/>
                  </a:lnTo>
                  <a:lnTo>
                    <a:pt x="10941809" y="1617"/>
                  </a:lnTo>
                  <a:lnTo>
                    <a:pt x="10872894" y="2789"/>
                  </a:lnTo>
                  <a:lnTo>
                    <a:pt x="10787910" y="4388"/>
                  </a:lnTo>
                  <a:lnTo>
                    <a:pt x="10689732" y="6444"/>
                  </a:lnTo>
                  <a:lnTo>
                    <a:pt x="10582128" y="8967"/>
                  </a:lnTo>
                  <a:lnTo>
                    <a:pt x="10469161" y="11956"/>
                  </a:lnTo>
                  <a:lnTo>
                    <a:pt x="10354664" y="15400"/>
                  </a:lnTo>
                  <a:lnTo>
                    <a:pt x="10241871" y="19291"/>
                  </a:lnTo>
                  <a:lnTo>
                    <a:pt x="10133229" y="23628"/>
                  </a:lnTo>
                  <a:lnTo>
                    <a:pt x="10030383" y="28418"/>
                  </a:lnTo>
                  <a:lnTo>
                    <a:pt x="9934253" y="33684"/>
                  </a:lnTo>
                  <a:lnTo>
                    <a:pt x="9845172" y="39461"/>
                  </a:lnTo>
                  <a:lnTo>
                    <a:pt x="9763034" y="45802"/>
                  </a:lnTo>
                  <a:lnTo>
                    <a:pt x="9687426" y="52770"/>
                  </a:lnTo>
                  <a:lnTo>
                    <a:pt x="9617736" y="60442"/>
                  </a:lnTo>
                  <a:lnTo>
                    <a:pt x="9553243" y="68904"/>
                  </a:lnTo>
                  <a:lnTo>
                    <a:pt x="9493173" y="78244"/>
                  </a:lnTo>
                  <a:lnTo>
                    <a:pt x="9436752" y="88545"/>
                  </a:lnTo>
                  <a:lnTo>
                    <a:pt x="9383246" y="99871"/>
                  </a:lnTo>
                  <a:lnTo>
                    <a:pt x="9347647" y="108306"/>
                  </a:lnTo>
                  <a:lnTo>
                    <a:pt x="9288076" y="124070"/>
                  </a:lnTo>
                  <a:lnTo>
                    <a:pt x="9230322" y="141364"/>
                  </a:lnTo>
                  <a:lnTo>
                    <a:pt x="9173732" y="160213"/>
                  </a:lnTo>
                  <a:lnTo>
                    <a:pt x="9117819" y="180597"/>
                  </a:lnTo>
                  <a:lnTo>
                    <a:pt x="9062233" y="202439"/>
                  </a:lnTo>
                  <a:lnTo>
                    <a:pt x="9006738" y="225609"/>
                  </a:lnTo>
                  <a:lnTo>
                    <a:pt x="8951198" y="249919"/>
                  </a:lnTo>
                  <a:lnTo>
                    <a:pt x="8895553" y="275131"/>
                  </a:lnTo>
                  <a:lnTo>
                    <a:pt x="8839806" y="300961"/>
                  </a:lnTo>
                  <a:lnTo>
                    <a:pt x="8784000" y="327094"/>
                  </a:lnTo>
                  <a:lnTo>
                    <a:pt x="8728199" y="353199"/>
                  </a:lnTo>
                  <a:lnTo>
                    <a:pt x="8672467" y="378948"/>
                  </a:lnTo>
                  <a:lnTo>
                    <a:pt x="8616841" y="404028"/>
                  </a:lnTo>
                  <a:lnTo>
                    <a:pt x="8561314" y="428165"/>
                  </a:lnTo>
                  <a:lnTo>
                    <a:pt x="8505816" y="451125"/>
                  </a:lnTo>
                  <a:lnTo>
                    <a:pt x="8450195" y="472733"/>
                  </a:lnTo>
                  <a:lnTo>
                    <a:pt x="8394197" y="492865"/>
                  </a:lnTo>
                  <a:lnTo>
                    <a:pt x="8337451" y="511456"/>
                  </a:lnTo>
                  <a:lnTo>
                    <a:pt x="8279446" y="528493"/>
                  </a:lnTo>
                  <a:lnTo>
                    <a:pt x="8229629" y="541532"/>
                  </a:lnTo>
                  <a:lnTo>
                    <a:pt x="8177747" y="553582"/>
                  </a:lnTo>
                  <a:lnTo>
                    <a:pt x="8123413" y="564587"/>
                  </a:lnTo>
                  <a:lnTo>
                    <a:pt x="8065945" y="574583"/>
                  </a:lnTo>
                  <a:lnTo>
                    <a:pt x="8004590" y="583642"/>
                  </a:lnTo>
                  <a:lnTo>
                    <a:pt x="7938570" y="591850"/>
                  </a:lnTo>
                  <a:lnTo>
                    <a:pt x="7867122" y="599295"/>
                  </a:lnTo>
                  <a:lnTo>
                    <a:pt x="7789552" y="606061"/>
                  </a:lnTo>
                  <a:lnTo>
                    <a:pt x="7705298" y="612221"/>
                  </a:lnTo>
                  <a:lnTo>
                    <a:pt x="7614030" y="617836"/>
                  </a:lnTo>
                  <a:lnTo>
                    <a:pt x="7515762" y="622951"/>
                  </a:lnTo>
                  <a:lnTo>
                    <a:pt x="7410994" y="627599"/>
                  </a:lnTo>
                  <a:lnTo>
                    <a:pt x="7300855" y="631798"/>
                  </a:lnTo>
                  <a:lnTo>
                    <a:pt x="7187235" y="635551"/>
                  </a:lnTo>
                  <a:lnTo>
                    <a:pt x="7072833" y="638856"/>
                  </a:lnTo>
                  <a:lnTo>
                    <a:pt x="6961096" y="641701"/>
                  </a:lnTo>
                  <a:lnTo>
                    <a:pt x="6855976" y="644080"/>
                  </a:lnTo>
                  <a:lnTo>
                    <a:pt x="6761507" y="645992"/>
                  </a:lnTo>
                  <a:lnTo>
                    <a:pt x="6681245" y="647455"/>
                  </a:lnTo>
                  <a:lnTo>
                    <a:pt x="6617674" y="648504"/>
                  </a:lnTo>
                  <a:lnTo>
                    <a:pt x="6571740" y="649193"/>
                  </a:lnTo>
                  <a:lnTo>
                    <a:pt x="6542605" y="649591"/>
                  </a:lnTo>
                  <a:lnTo>
                    <a:pt x="6527670" y="649778"/>
                  </a:lnTo>
                  <a:lnTo>
                    <a:pt x="6522765" y="649834"/>
                  </a:lnTo>
                  <a:lnTo>
                    <a:pt x="6522385" y="649838"/>
                  </a:lnTo>
                  <a:lnTo>
                    <a:pt x="5527445" y="649838"/>
                  </a:lnTo>
                  <a:lnTo>
                    <a:pt x="5526360" y="649886"/>
                  </a:lnTo>
                  <a:lnTo>
                    <a:pt x="5519191" y="650223"/>
                  </a:lnTo>
                  <a:lnTo>
                    <a:pt x="5501001" y="651155"/>
                  </a:lnTo>
                  <a:lnTo>
                    <a:pt x="5468187" y="652991"/>
                  </a:lnTo>
                  <a:lnTo>
                    <a:pt x="5418682" y="656029"/>
                  </a:lnTo>
                  <a:lnTo>
                    <a:pt x="5352110" y="660521"/>
                  </a:lnTo>
                  <a:lnTo>
                    <a:pt x="5269743" y="666661"/>
                  </a:lnTo>
                  <a:lnTo>
                    <a:pt x="5174228" y="674566"/>
                  </a:lnTo>
                  <a:lnTo>
                    <a:pt x="5069106" y="684287"/>
                  </a:lnTo>
                  <a:lnTo>
                    <a:pt x="4958265" y="695817"/>
                  </a:lnTo>
                  <a:lnTo>
                    <a:pt x="4845430" y="709123"/>
                  </a:lnTo>
                  <a:lnTo>
                    <a:pt x="4733799" y="724171"/>
                  </a:lnTo>
                  <a:lnTo>
                    <a:pt x="4625845" y="740947"/>
                  </a:lnTo>
                  <a:lnTo>
                    <a:pt x="4523279" y="759475"/>
                  </a:lnTo>
                  <a:lnTo>
                    <a:pt x="4427106" y="779828"/>
                  </a:lnTo>
                  <a:lnTo>
                    <a:pt x="4337752" y="802134"/>
                  </a:lnTo>
                  <a:lnTo>
                    <a:pt x="4255197" y="826576"/>
                  </a:lnTo>
                  <a:lnTo>
                    <a:pt x="4179104" y="853390"/>
                  </a:lnTo>
                  <a:lnTo>
                    <a:pt x="4108928" y="882858"/>
                  </a:lnTo>
                  <a:lnTo>
                    <a:pt x="4043999" y="915299"/>
                  </a:lnTo>
                  <a:lnTo>
                    <a:pt x="3983585" y="951053"/>
                  </a:lnTo>
                  <a:lnTo>
                    <a:pt x="3926943" y="990449"/>
                  </a:lnTo>
                  <a:lnTo>
                    <a:pt x="3873352" y="1033761"/>
                  </a:lnTo>
                  <a:lnTo>
                    <a:pt x="3822156" y="1081136"/>
                  </a:lnTo>
                  <a:lnTo>
                    <a:pt x="3820202" y="1083064"/>
                  </a:lnTo>
                  <a:lnTo>
                    <a:pt x="3774585" y="1130596"/>
                  </a:lnTo>
                  <a:lnTo>
                    <a:pt x="3730128" y="1181663"/>
                  </a:lnTo>
                  <a:lnTo>
                    <a:pt x="3686511" y="1236336"/>
                  </a:lnTo>
                  <a:lnTo>
                    <a:pt x="3643478" y="1294627"/>
                  </a:lnTo>
                  <a:lnTo>
                    <a:pt x="3600823" y="1356484"/>
                  </a:lnTo>
                  <a:lnTo>
                    <a:pt x="3558388" y="1421781"/>
                  </a:lnTo>
                  <a:lnTo>
                    <a:pt x="3516055" y="1490315"/>
                  </a:lnTo>
                  <a:lnTo>
                    <a:pt x="3473741" y="1561810"/>
                  </a:lnTo>
                  <a:lnTo>
                    <a:pt x="3431393" y="1635912"/>
                  </a:lnTo>
                  <a:lnTo>
                    <a:pt x="3388986" y="1712197"/>
                  </a:lnTo>
                  <a:lnTo>
                    <a:pt x="3346514" y="1790179"/>
                  </a:lnTo>
                  <a:lnTo>
                    <a:pt x="3303989" y="1869323"/>
                  </a:lnTo>
                  <a:lnTo>
                    <a:pt x="3261436" y="1949059"/>
                  </a:lnTo>
                  <a:lnTo>
                    <a:pt x="3218882" y="2028798"/>
                  </a:lnTo>
                  <a:lnTo>
                    <a:pt x="3176357" y="2107953"/>
                  </a:lnTo>
                  <a:lnTo>
                    <a:pt x="3133884" y="2185951"/>
                  </a:lnTo>
                  <a:lnTo>
                    <a:pt x="3091476" y="2262258"/>
                  </a:lnTo>
                  <a:lnTo>
                    <a:pt x="3049128" y="2336387"/>
                  </a:lnTo>
                  <a:lnTo>
                    <a:pt x="3006814" y="2407914"/>
                  </a:lnTo>
                  <a:lnTo>
                    <a:pt x="2964481" y="2476485"/>
                  </a:lnTo>
                  <a:lnTo>
                    <a:pt x="2922048" y="2541819"/>
                  </a:lnTo>
                  <a:lnTo>
                    <a:pt x="2879397" y="2603716"/>
                  </a:lnTo>
                  <a:lnTo>
                    <a:pt x="2836368" y="2662049"/>
                  </a:lnTo>
                  <a:lnTo>
                    <a:pt x="2792760" y="2716764"/>
                  </a:lnTo>
                  <a:lnTo>
                    <a:pt x="2748314" y="2767871"/>
                  </a:lnTo>
                  <a:lnTo>
                    <a:pt x="2702713" y="2815443"/>
                  </a:lnTo>
                  <a:lnTo>
                    <a:pt x="2702183" y="2815967"/>
                  </a:lnTo>
                  <a:lnTo>
                    <a:pt x="2651069" y="2863501"/>
                  </a:lnTo>
                  <a:lnTo>
                    <a:pt x="2597583" y="2906969"/>
                  </a:lnTo>
                  <a:lnTo>
                    <a:pt x="2541073" y="2946513"/>
                  </a:lnTo>
                  <a:lnTo>
                    <a:pt x="2480820" y="2982403"/>
                  </a:lnTo>
                  <a:lnTo>
                    <a:pt x="2416081" y="3014967"/>
                  </a:lnTo>
                  <a:lnTo>
                    <a:pt x="2346122" y="3044544"/>
                  </a:lnTo>
                  <a:lnTo>
                    <a:pt x="2270271" y="3071456"/>
                  </a:lnTo>
                  <a:lnTo>
                    <a:pt x="2187975" y="3095985"/>
                  </a:lnTo>
                  <a:lnTo>
                    <a:pt x="2098889" y="3118371"/>
                  </a:lnTo>
                  <a:lnTo>
                    <a:pt x="2002978" y="3138798"/>
                  </a:lnTo>
                  <a:lnTo>
                    <a:pt x="1900646" y="3157395"/>
                  </a:lnTo>
                  <a:lnTo>
                    <a:pt x="1792875" y="3174238"/>
                  </a:lnTo>
                  <a:lnTo>
                    <a:pt x="1681346" y="3189354"/>
                  </a:lnTo>
                  <a:lnTo>
                    <a:pt x="1568502" y="3202729"/>
                  </a:lnTo>
                  <a:lnTo>
                    <a:pt x="1457516" y="3214329"/>
                  </a:lnTo>
                  <a:lnTo>
                    <a:pt x="1352098" y="3224120"/>
                  </a:lnTo>
                  <a:lnTo>
                    <a:pt x="1256138" y="3232096"/>
                  </a:lnTo>
                  <a:lnTo>
                    <a:pt x="1173202" y="3238302"/>
                  </a:lnTo>
                  <a:lnTo>
                    <a:pt x="1105980" y="3242856"/>
                  </a:lnTo>
                  <a:lnTo>
                    <a:pt x="1055806" y="3245945"/>
                  </a:lnTo>
                  <a:lnTo>
                    <a:pt x="1022370" y="3247824"/>
                  </a:lnTo>
                  <a:lnTo>
                    <a:pt x="1003669" y="3248785"/>
                  </a:lnTo>
                  <a:lnTo>
                    <a:pt x="996155" y="3249139"/>
                  </a:lnTo>
                  <a:lnTo>
                    <a:pt x="994940" y="3249193"/>
                  </a:lnTo>
                  <a:lnTo>
                    <a:pt x="994940" y="3249193"/>
                  </a:lnTo>
                  <a:lnTo>
                    <a:pt x="0" y="3249193"/>
                  </a:lnTo>
                  <a:lnTo>
                    <a:pt x="0" y="32491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6" name="pg1835"/>
            <p:cNvSpPr/>
            <p:nvPr/>
          </p:nvSpPr>
          <p:spPr>
            <a:xfrm>
              <a:off x="1199187" y="1771169"/>
              <a:ext cx="12049831" cy="4113897"/>
            </a:xfrm>
            <a:custGeom>
              <a:avLst/>
              <a:pathLst>
                <a:path w="12049831" h="4113897">
                  <a:moveTo>
                    <a:pt x="0" y="4113897"/>
                  </a:moveTo>
                  <a:lnTo>
                    <a:pt x="994940" y="4113897"/>
                  </a:lnTo>
                  <a:lnTo>
                    <a:pt x="995958" y="4113827"/>
                  </a:lnTo>
                  <a:lnTo>
                    <a:pt x="1002691" y="4113328"/>
                  </a:lnTo>
                  <a:lnTo>
                    <a:pt x="1019803" y="4111949"/>
                  </a:lnTo>
                  <a:lnTo>
                    <a:pt x="1050744" y="4109230"/>
                  </a:lnTo>
                  <a:lnTo>
                    <a:pt x="1097566" y="4104731"/>
                  </a:lnTo>
                  <a:lnTo>
                    <a:pt x="1160775" y="4098066"/>
                  </a:lnTo>
                  <a:lnTo>
                    <a:pt x="1239352" y="4088939"/>
                  </a:lnTo>
                  <a:lnTo>
                    <a:pt x="1330970" y="4077159"/>
                  </a:lnTo>
                  <a:lnTo>
                    <a:pt x="1432409" y="4062638"/>
                  </a:lnTo>
                  <a:lnTo>
                    <a:pt x="1540044" y="4045371"/>
                  </a:lnTo>
                  <a:lnTo>
                    <a:pt x="1650320" y="4025404"/>
                  </a:lnTo>
                  <a:lnTo>
                    <a:pt x="1760105" y="4002789"/>
                  </a:lnTo>
                  <a:lnTo>
                    <a:pt x="1866905" y="3977559"/>
                  </a:lnTo>
                  <a:lnTo>
                    <a:pt x="1968929" y="3949695"/>
                  </a:lnTo>
                  <a:lnTo>
                    <a:pt x="2065055" y="3919111"/>
                  </a:lnTo>
                  <a:lnTo>
                    <a:pt x="2154727" y="3885642"/>
                  </a:lnTo>
                  <a:lnTo>
                    <a:pt x="2237842" y="3849044"/>
                  </a:lnTo>
                  <a:lnTo>
                    <a:pt x="2314622" y="3808997"/>
                  </a:lnTo>
                  <a:lnTo>
                    <a:pt x="2385517" y="3765106"/>
                  </a:lnTo>
                  <a:lnTo>
                    <a:pt x="2451115" y="3716917"/>
                  </a:lnTo>
                  <a:lnTo>
                    <a:pt x="2512085" y="3663935"/>
                  </a:lnTo>
                  <a:lnTo>
                    <a:pt x="2569123" y="3605661"/>
                  </a:lnTo>
                  <a:lnTo>
                    <a:pt x="2622920" y="3541638"/>
                  </a:lnTo>
                  <a:lnTo>
                    <a:pt x="2674123" y="3471542"/>
                  </a:lnTo>
                  <a:lnTo>
                    <a:pt x="2702183" y="3429121"/>
                  </a:lnTo>
                  <a:lnTo>
                    <a:pt x="2740359" y="3366774"/>
                  </a:lnTo>
                  <a:lnTo>
                    <a:pt x="2777685" y="3300551"/>
                  </a:lnTo>
                  <a:lnTo>
                    <a:pt x="2814358" y="3230371"/>
                  </a:lnTo>
                  <a:lnTo>
                    <a:pt x="2850543" y="3156200"/>
                  </a:lnTo>
                  <a:lnTo>
                    <a:pt x="2886374" y="3078052"/>
                  </a:lnTo>
                  <a:lnTo>
                    <a:pt x="2921963" y="2995993"/>
                  </a:lnTo>
                  <a:lnTo>
                    <a:pt x="2957401" y="2910143"/>
                  </a:lnTo>
                  <a:lnTo>
                    <a:pt x="2992756" y="2820683"/>
                  </a:lnTo>
                  <a:lnTo>
                    <a:pt x="3028084" y="2727851"/>
                  </a:lnTo>
                  <a:lnTo>
                    <a:pt x="3063420" y="2631946"/>
                  </a:lnTo>
                  <a:lnTo>
                    <a:pt x="3098788" y="2533321"/>
                  </a:lnTo>
                  <a:lnTo>
                    <a:pt x="3134199" y="2432384"/>
                  </a:lnTo>
                  <a:lnTo>
                    <a:pt x="3169656" y="2329585"/>
                  </a:lnTo>
                  <a:lnTo>
                    <a:pt x="3205152" y="2225416"/>
                  </a:lnTo>
                  <a:lnTo>
                    <a:pt x="3240673" y="2120395"/>
                  </a:lnTo>
                  <a:lnTo>
                    <a:pt x="3276205" y="2015060"/>
                  </a:lnTo>
                  <a:lnTo>
                    <a:pt x="3311729" y="1909956"/>
                  </a:lnTo>
                  <a:lnTo>
                    <a:pt x="3347230" y="1805620"/>
                  </a:lnTo>
                  <a:lnTo>
                    <a:pt x="3382693" y="1702576"/>
                  </a:lnTo>
                  <a:lnTo>
                    <a:pt x="3418112" y="1601319"/>
                  </a:lnTo>
                  <a:lnTo>
                    <a:pt x="3453487" y="1502308"/>
                  </a:lnTo>
                  <a:lnTo>
                    <a:pt x="3488826" y="1405957"/>
                  </a:lnTo>
                  <a:lnTo>
                    <a:pt x="3524153" y="1312628"/>
                  </a:lnTo>
                  <a:lnTo>
                    <a:pt x="3559501" y="1222628"/>
                  </a:lnTo>
                  <a:lnTo>
                    <a:pt x="3594922" y="1136206"/>
                  </a:lnTo>
                  <a:lnTo>
                    <a:pt x="3630482" y="1053549"/>
                  </a:lnTo>
                  <a:lnTo>
                    <a:pt x="3666269" y="974789"/>
                  </a:lnTo>
                  <a:lnTo>
                    <a:pt x="3702390" y="900000"/>
                  </a:lnTo>
                  <a:lnTo>
                    <a:pt x="3738978" y="829203"/>
                  </a:lnTo>
                  <a:lnTo>
                    <a:pt x="3776191" y="762370"/>
                  </a:lnTo>
                  <a:lnTo>
                    <a:pt x="3814220" y="699429"/>
                  </a:lnTo>
                  <a:lnTo>
                    <a:pt x="3820202" y="690016"/>
                  </a:lnTo>
                  <a:lnTo>
                    <a:pt x="3870197" y="616427"/>
                  </a:lnTo>
                  <a:lnTo>
                    <a:pt x="3922449" y="548993"/>
                  </a:lnTo>
                  <a:lnTo>
                    <a:pt x="3977570" y="487514"/>
                  </a:lnTo>
                  <a:lnTo>
                    <a:pt x="4036227" y="431596"/>
                  </a:lnTo>
                  <a:lnTo>
                    <a:pt x="4099120" y="380755"/>
                  </a:lnTo>
                  <a:lnTo>
                    <a:pt x="4166938" y="334490"/>
                  </a:lnTo>
                  <a:lnTo>
                    <a:pt x="4240320" y="292319"/>
                  </a:lnTo>
                  <a:lnTo>
                    <a:pt x="4319804" y="253813"/>
                  </a:lnTo>
                  <a:lnTo>
                    <a:pt x="4405753" y="218608"/>
                  </a:lnTo>
                  <a:lnTo>
                    <a:pt x="4498262" y="186415"/>
                  </a:lnTo>
                  <a:lnTo>
                    <a:pt x="4597045" y="157026"/>
                  </a:lnTo>
                  <a:lnTo>
                    <a:pt x="4701317" y="130311"/>
                  </a:lnTo>
                  <a:lnTo>
                    <a:pt x="4809673" y="106215"/>
                  </a:lnTo>
                  <a:lnTo>
                    <a:pt x="4920018" y="84743"/>
                  </a:lnTo>
                  <a:lnTo>
                    <a:pt x="5029564" y="65940"/>
                  </a:lnTo>
                  <a:lnTo>
                    <a:pt x="5134961" y="49861"/>
                  </a:lnTo>
                  <a:lnTo>
                    <a:pt x="5232573" y="36534"/>
                  </a:lnTo>
                  <a:lnTo>
                    <a:pt x="5318887" y="25921"/>
                  </a:lnTo>
                  <a:lnTo>
                    <a:pt x="5391013" y="17892"/>
                  </a:lnTo>
                  <a:lnTo>
                    <a:pt x="5447152" y="12209"/>
                  </a:lnTo>
                  <a:lnTo>
                    <a:pt x="5486929" y="8534"/>
                  </a:lnTo>
                  <a:lnTo>
                    <a:pt x="5511532" y="6453"/>
                  </a:lnTo>
                  <a:lnTo>
                    <a:pt x="5523642" y="5512"/>
                  </a:lnTo>
                  <a:lnTo>
                    <a:pt x="5527256" y="525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69" y="5288"/>
                  </a:lnTo>
                  <a:lnTo>
                    <a:pt x="6530630" y="5630"/>
                  </a:lnTo>
                  <a:lnTo>
                    <a:pt x="6548797" y="6573"/>
                  </a:lnTo>
                  <a:lnTo>
                    <a:pt x="6581573" y="8434"/>
                  </a:lnTo>
                  <a:lnTo>
                    <a:pt x="6631024" y="11510"/>
                  </a:lnTo>
                  <a:lnTo>
                    <a:pt x="6697528" y="16060"/>
                  </a:lnTo>
                  <a:lnTo>
                    <a:pt x="6779818" y="22279"/>
                  </a:lnTo>
                  <a:lnTo>
                    <a:pt x="6875256" y="30287"/>
                  </a:lnTo>
                  <a:lnTo>
                    <a:pt x="6980305" y="40133"/>
                  </a:lnTo>
                  <a:lnTo>
                    <a:pt x="7091083" y="51813"/>
                  </a:lnTo>
                  <a:lnTo>
                    <a:pt x="7203868" y="65294"/>
                  </a:lnTo>
                  <a:lnTo>
                    <a:pt x="7315464" y="80539"/>
                  </a:lnTo>
                  <a:lnTo>
                    <a:pt x="7423396" y="97535"/>
                  </a:lnTo>
                  <a:lnTo>
                    <a:pt x="7525954" y="116306"/>
                  </a:lnTo>
                  <a:lnTo>
                    <a:pt x="7622127" y="136926"/>
                  </a:lnTo>
                  <a:lnTo>
                    <a:pt x="7711488" y="159523"/>
                  </a:lnTo>
                  <a:lnTo>
                    <a:pt x="7794055" y="184283"/>
                  </a:lnTo>
                  <a:lnTo>
                    <a:pt x="7870162" y="211444"/>
                  </a:lnTo>
                  <a:lnTo>
                    <a:pt x="7940353" y="241293"/>
                  </a:lnTo>
                  <a:lnTo>
                    <a:pt x="8005295" y="274151"/>
                  </a:lnTo>
                  <a:lnTo>
                    <a:pt x="8065719" y="310363"/>
                  </a:lnTo>
                  <a:lnTo>
                    <a:pt x="8122368" y="350262"/>
                  </a:lnTo>
                  <a:lnTo>
                    <a:pt x="8175962" y="394127"/>
                  </a:lnTo>
                  <a:lnTo>
                    <a:pt x="8227157" y="442109"/>
                  </a:lnTo>
                  <a:lnTo>
                    <a:pt x="8229629" y="444580"/>
                  </a:lnTo>
                  <a:lnTo>
                    <a:pt x="8275023" y="492535"/>
                  </a:lnTo>
                  <a:lnTo>
                    <a:pt x="8319267" y="544039"/>
                  </a:lnTo>
                  <a:lnTo>
                    <a:pt x="8362676" y="599164"/>
                  </a:lnTo>
                  <a:lnTo>
                    <a:pt x="8405504" y="657922"/>
                  </a:lnTo>
                  <a:lnTo>
                    <a:pt x="8447954" y="720262"/>
                  </a:lnTo>
                  <a:lnTo>
                    <a:pt x="8490183" y="786059"/>
                  </a:lnTo>
                  <a:lnTo>
                    <a:pt x="8532308" y="855116"/>
                  </a:lnTo>
                  <a:lnTo>
                    <a:pt x="8574412" y="927156"/>
                  </a:lnTo>
                  <a:lnTo>
                    <a:pt x="8616548" y="1001828"/>
                  </a:lnTo>
                  <a:lnTo>
                    <a:pt x="8658742" y="1078713"/>
                  </a:lnTo>
                  <a:lnTo>
                    <a:pt x="8701000" y="1157328"/>
                  </a:lnTo>
                  <a:lnTo>
                    <a:pt x="8743311" y="1237140"/>
                  </a:lnTo>
                  <a:lnTo>
                    <a:pt x="8785653" y="1317581"/>
                  </a:lnTo>
                  <a:lnTo>
                    <a:pt x="8827997" y="1398064"/>
                  </a:lnTo>
                  <a:lnTo>
                    <a:pt x="8870314" y="1477999"/>
                  </a:lnTo>
                  <a:lnTo>
                    <a:pt x="8912581" y="1556816"/>
                  </a:lnTo>
                  <a:lnTo>
                    <a:pt x="8954784" y="1633975"/>
                  </a:lnTo>
                  <a:lnTo>
                    <a:pt x="8996927" y="1708987"/>
                  </a:lnTo>
                  <a:lnTo>
                    <a:pt x="9039033" y="1781421"/>
                  </a:lnTo>
                  <a:lnTo>
                    <a:pt x="9081151" y="1850916"/>
                  </a:lnTo>
                  <a:lnTo>
                    <a:pt x="9123359" y="1917187"/>
                  </a:lnTo>
                  <a:lnTo>
                    <a:pt x="9165769" y="1980023"/>
                  </a:lnTo>
                  <a:lnTo>
                    <a:pt x="9208533" y="2039292"/>
                  </a:lnTo>
                  <a:lnTo>
                    <a:pt x="9251846" y="2094929"/>
                  </a:lnTo>
                  <a:lnTo>
                    <a:pt x="9295954" y="2146940"/>
                  </a:lnTo>
                  <a:lnTo>
                    <a:pt x="9341164" y="2195389"/>
                  </a:lnTo>
                  <a:lnTo>
                    <a:pt x="9347647" y="2201939"/>
                  </a:lnTo>
                  <a:lnTo>
                    <a:pt x="9398740" y="2250124"/>
                  </a:lnTo>
                  <a:lnTo>
                    <a:pt x="9452201" y="2294190"/>
                  </a:lnTo>
                  <a:lnTo>
                    <a:pt x="9508683" y="2334279"/>
                  </a:lnTo>
                  <a:lnTo>
                    <a:pt x="9568904" y="2370665"/>
                  </a:lnTo>
                  <a:lnTo>
                    <a:pt x="9633606" y="2403680"/>
                  </a:lnTo>
                  <a:lnTo>
                    <a:pt x="9703521" y="2433669"/>
                  </a:lnTo>
                  <a:lnTo>
                    <a:pt x="9779322" y="2460955"/>
                  </a:lnTo>
                  <a:lnTo>
                    <a:pt x="9861561" y="2485828"/>
                  </a:lnTo>
                  <a:lnTo>
                    <a:pt x="9950584" y="2508527"/>
                  </a:lnTo>
                  <a:lnTo>
                    <a:pt x="10046427" y="2529241"/>
                  </a:lnTo>
                  <a:lnTo>
                    <a:pt x="10148688" y="2548101"/>
                  </a:lnTo>
                  <a:lnTo>
                    <a:pt x="10256389" y="2565183"/>
                  </a:lnTo>
                  <a:lnTo>
                    <a:pt x="10367856" y="2580515"/>
                  </a:lnTo>
                  <a:lnTo>
                    <a:pt x="10480652" y="2594083"/>
                  </a:lnTo>
                  <a:lnTo>
                    <a:pt x="10591613" y="2605853"/>
                  </a:lnTo>
                  <a:lnTo>
                    <a:pt x="10697036" y="2615790"/>
                  </a:lnTo>
                  <a:lnTo>
                    <a:pt x="10793035" y="2623888"/>
                  </a:lnTo>
                  <a:lnTo>
                    <a:pt x="10876045" y="2630193"/>
                  </a:lnTo>
                  <a:lnTo>
                    <a:pt x="10943370" y="2634821"/>
                  </a:lnTo>
                  <a:lnTo>
                    <a:pt x="10993666" y="2637965"/>
                  </a:lnTo>
                  <a:lnTo>
                    <a:pt x="11027229" y="2639878"/>
                  </a:lnTo>
                  <a:lnTo>
                    <a:pt x="11046044" y="2640860"/>
                  </a:lnTo>
                  <a:lnTo>
                    <a:pt x="11053642" y="2641224"/>
                  </a:lnTo>
                  <a:lnTo>
                    <a:pt x="11054891" y="2641279"/>
                  </a:lnTo>
                  <a:lnTo>
                    <a:pt x="12049831" y="2641279"/>
                  </a:lnTo>
                  <a:lnTo>
                    <a:pt x="12049831" y="2636038"/>
                  </a:lnTo>
                  <a:lnTo>
                    <a:pt x="11054891" y="2636038"/>
                  </a:lnTo>
                  <a:lnTo>
                    <a:pt x="11053807" y="2635990"/>
                  </a:lnTo>
                  <a:lnTo>
                    <a:pt x="11046647" y="2635649"/>
                  </a:lnTo>
                  <a:lnTo>
                    <a:pt x="11028479" y="2634705"/>
                  </a:lnTo>
                  <a:lnTo>
                    <a:pt x="10995703" y="2632845"/>
                  </a:lnTo>
                  <a:lnTo>
                    <a:pt x="10946253" y="2629769"/>
                  </a:lnTo>
                  <a:lnTo>
                    <a:pt x="10879748" y="2625219"/>
                  </a:lnTo>
                  <a:lnTo>
                    <a:pt x="10797458" y="2619000"/>
                  </a:lnTo>
                  <a:lnTo>
                    <a:pt x="10702020" y="2610992"/>
                  </a:lnTo>
                  <a:lnTo>
                    <a:pt x="10596972" y="2601145"/>
                  </a:lnTo>
                  <a:lnTo>
                    <a:pt x="10486194" y="2589465"/>
                  </a:lnTo>
                  <a:lnTo>
                    <a:pt x="10373408" y="2575985"/>
                  </a:lnTo>
                  <a:lnTo>
                    <a:pt x="10261812" y="2560739"/>
                  </a:lnTo>
                  <a:lnTo>
                    <a:pt x="10153880" y="2543743"/>
                  </a:lnTo>
                  <a:lnTo>
                    <a:pt x="10051323" y="2524973"/>
                  </a:lnTo>
                  <a:lnTo>
                    <a:pt x="9955150" y="2504353"/>
                  </a:lnTo>
                  <a:lnTo>
                    <a:pt x="9865789" y="2481755"/>
                  </a:lnTo>
                  <a:lnTo>
                    <a:pt x="9783221" y="2456995"/>
                  </a:lnTo>
                  <a:lnTo>
                    <a:pt x="9707114" y="2429834"/>
                  </a:lnTo>
                  <a:lnTo>
                    <a:pt x="9636924" y="2399986"/>
                  </a:lnTo>
                  <a:lnTo>
                    <a:pt x="9571982" y="2367128"/>
                  </a:lnTo>
                  <a:lnTo>
                    <a:pt x="9511558" y="2330916"/>
                  </a:lnTo>
                  <a:lnTo>
                    <a:pt x="9454909" y="2291017"/>
                  </a:lnTo>
                  <a:lnTo>
                    <a:pt x="9401314" y="2247152"/>
                  </a:lnTo>
                  <a:lnTo>
                    <a:pt x="9350119" y="2199170"/>
                  </a:lnTo>
                  <a:lnTo>
                    <a:pt x="9347647" y="2196699"/>
                  </a:lnTo>
                  <a:lnTo>
                    <a:pt x="9302253" y="2148743"/>
                  </a:lnTo>
                  <a:lnTo>
                    <a:pt x="9258010" y="2097240"/>
                  </a:lnTo>
                  <a:lnTo>
                    <a:pt x="9214601" y="2042115"/>
                  </a:lnTo>
                  <a:lnTo>
                    <a:pt x="9171772" y="1983356"/>
                  </a:lnTo>
                  <a:lnTo>
                    <a:pt x="9129322" y="1921017"/>
                  </a:lnTo>
                  <a:lnTo>
                    <a:pt x="9087093" y="1855219"/>
                  </a:lnTo>
                  <a:lnTo>
                    <a:pt x="9044969" y="1786163"/>
                  </a:lnTo>
                  <a:lnTo>
                    <a:pt x="9002865" y="1714123"/>
                  </a:lnTo>
                  <a:lnTo>
                    <a:pt x="8960729" y="1639450"/>
                  </a:lnTo>
                  <a:lnTo>
                    <a:pt x="8918535" y="1562565"/>
                  </a:lnTo>
                  <a:lnTo>
                    <a:pt x="8876276" y="1483951"/>
                  </a:lnTo>
                  <a:lnTo>
                    <a:pt x="8833965" y="1404139"/>
                  </a:lnTo>
                  <a:lnTo>
                    <a:pt x="8791623" y="1323698"/>
                  </a:lnTo>
                  <a:lnTo>
                    <a:pt x="8749279" y="1243215"/>
                  </a:lnTo>
                  <a:lnTo>
                    <a:pt x="8706962" y="1163279"/>
                  </a:lnTo>
                  <a:lnTo>
                    <a:pt x="8664695" y="1084462"/>
                  </a:lnTo>
                  <a:lnTo>
                    <a:pt x="8622492" y="1007303"/>
                  </a:lnTo>
                  <a:lnTo>
                    <a:pt x="8580349" y="932292"/>
                  </a:lnTo>
                  <a:lnTo>
                    <a:pt x="8538243" y="859858"/>
                  </a:lnTo>
                  <a:lnTo>
                    <a:pt x="8496126" y="790362"/>
                  </a:lnTo>
                  <a:lnTo>
                    <a:pt x="8453918" y="724092"/>
                  </a:lnTo>
                  <a:lnTo>
                    <a:pt x="8411508" y="661255"/>
                  </a:lnTo>
                  <a:lnTo>
                    <a:pt x="8368743" y="601987"/>
                  </a:lnTo>
                  <a:lnTo>
                    <a:pt x="8325430" y="546350"/>
                  </a:lnTo>
                  <a:lnTo>
                    <a:pt x="8281322" y="494338"/>
                  </a:lnTo>
                  <a:lnTo>
                    <a:pt x="8236112" y="445889"/>
                  </a:lnTo>
                  <a:lnTo>
                    <a:pt x="8229629" y="439339"/>
                  </a:lnTo>
                  <a:lnTo>
                    <a:pt x="8178537" y="391155"/>
                  </a:lnTo>
                  <a:lnTo>
                    <a:pt x="8125076" y="347089"/>
                  </a:lnTo>
                  <a:lnTo>
                    <a:pt x="8068593" y="307000"/>
                  </a:lnTo>
                  <a:lnTo>
                    <a:pt x="8008373" y="270614"/>
                  </a:lnTo>
                  <a:lnTo>
                    <a:pt x="7943671" y="237598"/>
                  </a:lnTo>
                  <a:lnTo>
                    <a:pt x="7873756" y="207610"/>
                  </a:lnTo>
                  <a:lnTo>
                    <a:pt x="7797954" y="180323"/>
                  </a:lnTo>
                  <a:lnTo>
                    <a:pt x="7715715" y="155451"/>
                  </a:lnTo>
                  <a:lnTo>
                    <a:pt x="7626693" y="132751"/>
                  </a:lnTo>
                  <a:lnTo>
                    <a:pt x="7530849" y="112037"/>
                  </a:lnTo>
                  <a:lnTo>
                    <a:pt x="7428589" y="93178"/>
                  </a:lnTo>
                  <a:lnTo>
                    <a:pt x="7320888" y="76095"/>
                  </a:lnTo>
                  <a:lnTo>
                    <a:pt x="7209420" y="60764"/>
                  </a:lnTo>
                  <a:lnTo>
                    <a:pt x="7096624" y="47195"/>
                  </a:lnTo>
                  <a:lnTo>
                    <a:pt x="6985663" y="35426"/>
                  </a:lnTo>
                  <a:lnTo>
                    <a:pt x="6880240" y="25488"/>
                  </a:lnTo>
                  <a:lnTo>
                    <a:pt x="6784241" y="17390"/>
                  </a:lnTo>
                  <a:lnTo>
                    <a:pt x="6701231" y="11086"/>
                  </a:lnTo>
                  <a:lnTo>
                    <a:pt x="6633906" y="6457"/>
                  </a:lnTo>
                  <a:lnTo>
                    <a:pt x="6583610" y="3314"/>
                  </a:lnTo>
                  <a:lnTo>
                    <a:pt x="6550047" y="1400"/>
                  </a:lnTo>
                  <a:lnTo>
                    <a:pt x="6531232" y="419"/>
                  </a:lnTo>
                  <a:lnTo>
                    <a:pt x="6523635" y="5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7" y="70"/>
                  </a:lnTo>
                  <a:lnTo>
                    <a:pt x="5519694" y="569"/>
                  </a:lnTo>
                  <a:lnTo>
                    <a:pt x="5502582" y="1948"/>
                  </a:lnTo>
                  <a:lnTo>
                    <a:pt x="5471641" y="4666"/>
                  </a:lnTo>
                  <a:lnTo>
                    <a:pt x="5424819" y="9166"/>
                  </a:lnTo>
                  <a:lnTo>
                    <a:pt x="5361610" y="15830"/>
                  </a:lnTo>
                  <a:lnTo>
                    <a:pt x="5283033" y="24957"/>
                  </a:lnTo>
                  <a:lnTo>
                    <a:pt x="5191415" y="36738"/>
                  </a:lnTo>
                  <a:lnTo>
                    <a:pt x="5089976" y="51259"/>
                  </a:lnTo>
                  <a:lnTo>
                    <a:pt x="4982341" y="68525"/>
                  </a:lnTo>
                  <a:lnTo>
                    <a:pt x="4872065" y="88493"/>
                  </a:lnTo>
                  <a:lnTo>
                    <a:pt x="4762280" y="111108"/>
                  </a:lnTo>
                  <a:lnTo>
                    <a:pt x="4655480" y="136337"/>
                  </a:lnTo>
                  <a:lnTo>
                    <a:pt x="4553456" y="164201"/>
                  </a:lnTo>
                  <a:lnTo>
                    <a:pt x="4457330" y="194786"/>
                  </a:lnTo>
                  <a:lnTo>
                    <a:pt x="4367658" y="228255"/>
                  </a:lnTo>
                  <a:lnTo>
                    <a:pt x="4284543" y="264852"/>
                  </a:lnTo>
                  <a:lnTo>
                    <a:pt x="4207763" y="304900"/>
                  </a:lnTo>
                  <a:lnTo>
                    <a:pt x="4136868" y="348791"/>
                  </a:lnTo>
                  <a:lnTo>
                    <a:pt x="4071270" y="396980"/>
                  </a:lnTo>
                  <a:lnTo>
                    <a:pt x="4010300" y="449961"/>
                  </a:lnTo>
                  <a:lnTo>
                    <a:pt x="3953262" y="508236"/>
                  </a:lnTo>
                  <a:lnTo>
                    <a:pt x="3899465" y="572259"/>
                  </a:lnTo>
                  <a:lnTo>
                    <a:pt x="3848262" y="642355"/>
                  </a:lnTo>
                  <a:lnTo>
                    <a:pt x="3820202" y="684776"/>
                  </a:lnTo>
                  <a:lnTo>
                    <a:pt x="3782026" y="747122"/>
                  </a:lnTo>
                  <a:lnTo>
                    <a:pt x="3744700" y="813346"/>
                  </a:lnTo>
                  <a:lnTo>
                    <a:pt x="3708027" y="883526"/>
                  </a:lnTo>
                  <a:lnTo>
                    <a:pt x="3671842" y="957696"/>
                  </a:lnTo>
                  <a:lnTo>
                    <a:pt x="3636011" y="1035844"/>
                  </a:lnTo>
                  <a:lnTo>
                    <a:pt x="3600422" y="1117904"/>
                  </a:lnTo>
                  <a:lnTo>
                    <a:pt x="3564984" y="1203754"/>
                  </a:lnTo>
                  <a:lnTo>
                    <a:pt x="3529629" y="1293214"/>
                  </a:lnTo>
                  <a:lnTo>
                    <a:pt x="3494301" y="1386046"/>
                  </a:lnTo>
                  <a:lnTo>
                    <a:pt x="3458965" y="1481951"/>
                  </a:lnTo>
                  <a:lnTo>
                    <a:pt x="3423597" y="1580575"/>
                  </a:lnTo>
                  <a:lnTo>
                    <a:pt x="3388186" y="1681513"/>
                  </a:lnTo>
                  <a:lnTo>
                    <a:pt x="3352729" y="1784312"/>
                  </a:lnTo>
                  <a:lnTo>
                    <a:pt x="3317233" y="1888481"/>
                  </a:lnTo>
                  <a:lnTo>
                    <a:pt x="3281712" y="1993502"/>
                  </a:lnTo>
                  <a:lnTo>
                    <a:pt x="3246180" y="2098836"/>
                  </a:lnTo>
                  <a:lnTo>
                    <a:pt x="3210656" y="2203941"/>
                  </a:lnTo>
                  <a:lnTo>
                    <a:pt x="3175155" y="2308277"/>
                  </a:lnTo>
                  <a:lnTo>
                    <a:pt x="3139692" y="2411321"/>
                  </a:lnTo>
                  <a:lnTo>
                    <a:pt x="3104273" y="2512578"/>
                  </a:lnTo>
                  <a:lnTo>
                    <a:pt x="3068898" y="2611589"/>
                  </a:lnTo>
                  <a:lnTo>
                    <a:pt x="3033559" y="2707940"/>
                  </a:lnTo>
                  <a:lnTo>
                    <a:pt x="2998232" y="2801268"/>
                  </a:lnTo>
                  <a:lnTo>
                    <a:pt x="2962884" y="2891268"/>
                  </a:lnTo>
                  <a:lnTo>
                    <a:pt x="2927463" y="2977691"/>
                  </a:lnTo>
                  <a:lnTo>
                    <a:pt x="2891903" y="3060347"/>
                  </a:lnTo>
                  <a:lnTo>
                    <a:pt x="2856116" y="3139107"/>
                  </a:lnTo>
                  <a:lnTo>
                    <a:pt x="2819995" y="3213897"/>
                  </a:lnTo>
                  <a:lnTo>
                    <a:pt x="2783407" y="3284694"/>
                  </a:lnTo>
                  <a:lnTo>
                    <a:pt x="2746194" y="3351527"/>
                  </a:lnTo>
                  <a:lnTo>
                    <a:pt x="2708165" y="3414467"/>
                  </a:lnTo>
                  <a:lnTo>
                    <a:pt x="2702183" y="3423880"/>
                  </a:lnTo>
                  <a:lnTo>
                    <a:pt x="2652188" y="3497470"/>
                  </a:lnTo>
                  <a:lnTo>
                    <a:pt x="2599936" y="3564904"/>
                  </a:lnTo>
                  <a:lnTo>
                    <a:pt x="2544815" y="3626383"/>
                  </a:lnTo>
                  <a:lnTo>
                    <a:pt x="2486158" y="3682301"/>
                  </a:lnTo>
                  <a:lnTo>
                    <a:pt x="2423265" y="3733141"/>
                  </a:lnTo>
                  <a:lnTo>
                    <a:pt x="2355447" y="3779407"/>
                  </a:lnTo>
                  <a:lnTo>
                    <a:pt x="2282065" y="3821578"/>
                  </a:lnTo>
                  <a:lnTo>
                    <a:pt x="2202581" y="3860084"/>
                  </a:lnTo>
                  <a:lnTo>
                    <a:pt x="2116632" y="3895289"/>
                  </a:lnTo>
                  <a:lnTo>
                    <a:pt x="2024123" y="3927482"/>
                  </a:lnTo>
                  <a:lnTo>
                    <a:pt x="1925340" y="3956871"/>
                  </a:lnTo>
                  <a:lnTo>
                    <a:pt x="1821068" y="3983585"/>
                  </a:lnTo>
                  <a:lnTo>
                    <a:pt x="1712712" y="4007682"/>
                  </a:lnTo>
                  <a:lnTo>
                    <a:pt x="1602367" y="4029154"/>
                  </a:lnTo>
                  <a:lnTo>
                    <a:pt x="1492821" y="4047957"/>
                  </a:lnTo>
                  <a:lnTo>
                    <a:pt x="1387424" y="4064035"/>
                  </a:lnTo>
                  <a:lnTo>
                    <a:pt x="1289812" y="4077363"/>
                  </a:lnTo>
                  <a:lnTo>
                    <a:pt x="1203498" y="4087976"/>
                  </a:lnTo>
                  <a:lnTo>
                    <a:pt x="1131372" y="4096005"/>
                  </a:lnTo>
                  <a:lnTo>
                    <a:pt x="1075233" y="4101688"/>
                  </a:lnTo>
                  <a:lnTo>
                    <a:pt x="1035456" y="4105363"/>
                  </a:lnTo>
                  <a:lnTo>
                    <a:pt x="1010853" y="4107444"/>
                  </a:lnTo>
                  <a:lnTo>
                    <a:pt x="998743" y="4108385"/>
                  </a:lnTo>
                  <a:lnTo>
                    <a:pt x="995129" y="4108644"/>
                  </a:lnTo>
                  <a:lnTo>
                    <a:pt x="994940" y="4108657"/>
                  </a:lnTo>
                  <a:lnTo>
                    <a:pt x="0" y="4108657"/>
                  </a:lnTo>
                  <a:close/>
                </a:path>
              </a:pathLst>
            </a:custGeom>
            <a:solidFill>
              <a:srgbClr val="B497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37" name="pl1836"/>
            <p:cNvSpPr/>
            <p:nvPr/>
          </p:nvSpPr>
          <p:spPr>
            <a:xfrm>
              <a:off x="1199187" y="1776410"/>
              <a:ext cx="12049831" cy="4108657"/>
            </a:xfrm>
            <a:custGeom>
              <a:avLst/>
              <a:pathLst>
                <a:path w="12049831" h="4108657">
                  <a:moveTo>
                    <a:pt x="0" y="4108657"/>
                  </a:moveTo>
                  <a:lnTo>
                    <a:pt x="994940" y="4108657"/>
                  </a:lnTo>
                  <a:lnTo>
                    <a:pt x="995958" y="4108586"/>
                  </a:lnTo>
                  <a:lnTo>
                    <a:pt x="1002691" y="4108087"/>
                  </a:lnTo>
                  <a:lnTo>
                    <a:pt x="1019803" y="4106708"/>
                  </a:lnTo>
                  <a:lnTo>
                    <a:pt x="1050744" y="4103990"/>
                  </a:lnTo>
                  <a:lnTo>
                    <a:pt x="1097566" y="4099491"/>
                  </a:lnTo>
                  <a:lnTo>
                    <a:pt x="1160775" y="4092826"/>
                  </a:lnTo>
                  <a:lnTo>
                    <a:pt x="1239352" y="4083699"/>
                  </a:lnTo>
                  <a:lnTo>
                    <a:pt x="1330970" y="4071918"/>
                  </a:lnTo>
                  <a:lnTo>
                    <a:pt x="1432409" y="4057397"/>
                  </a:lnTo>
                  <a:lnTo>
                    <a:pt x="1540044" y="4040131"/>
                  </a:lnTo>
                  <a:lnTo>
                    <a:pt x="1650320" y="4020163"/>
                  </a:lnTo>
                  <a:lnTo>
                    <a:pt x="1760105" y="3997548"/>
                  </a:lnTo>
                  <a:lnTo>
                    <a:pt x="1866905" y="3972319"/>
                  </a:lnTo>
                  <a:lnTo>
                    <a:pt x="1968929" y="3944455"/>
                  </a:lnTo>
                  <a:lnTo>
                    <a:pt x="2065055" y="3913870"/>
                  </a:lnTo>
                  <a:lnTo>
                    <a:pt x="2154727" y="3880401"/>
                  </a:lnTo>
                  <a:lnTo>
                    <a:pt x="2237842" y="3843804"/>
                  </a:lnTo>
                  <a:lnTo>
                    <a:pt x="2314622" y="3803757"/>
                  </a:lnTo>
                  <a:lnTo>
                    <a:pt x="2385517" y="3759865"/>
                  </a:lnTo>
                  <a:lnTo>
                    <a:pt x="2451115" y="3711676"/>
                  </a:lnTo>
                  <a:lnTo>
                    <a:pt x="2512085" y="3658695"/>
                  </a:lnTo>
                  <a:lnTo>
                    <a:pt x="2569123" y="3600420"/>
                  </a:lnTo>
                  <a:lnTo>
                    <a:pt x="2622920" y="3536397"/>
                  </a:lnTo>
                  <a:lnTo>
                    <a:pt x="2674123" y="3466301"/>
                  </a:lnTo>
                  <a:lnTo>
                    <a:pt x="2702183" y="3423880"/>
                  </a:lnTo>
                  <a:lnTo>
                    <a:pt x="2740359" y="3361534"/>
                  </a:lnTo>
                  <a:lnTo>
                    <a:pt x="2777685" y="3295310"/>
                  </a:lnTo>
                  <a:lnTo>
                    <a:pt x="2814358" y="3225130"/>
                  </a:lnTo>
                  <a:lnTo>
                    <a:pt x="2850543" y="3150960"/>
                  </a:lnTo>
                  <a:lnTo>
                    <a:pt x="2886374" y="3072812"/>
                  </a:lnTo>
                  <a:lnTo>
                    <a:pt x="2921963" y="2990752"/>
                  </a:lnTo>
                  <a:lnTo>
                    <a:pt x="2957401" y="2904902"/>
                  </a:lnTo>
                  <a:lnTo>
                    <a:pt x="2992756" y="2815442"/>
                  </a:lnTo>
                  <a:lnTo>
                    <a:pt x="3028084" y="2722610"/>
                  </a:lnTo>
                  <a:lnTo>
                    <a:pt x="3063420" y="2626705"/>
                  </a:lnTo>
                  <a:lnTo>
                    <a:pt x="3098788" y="2528081"/>
                  </a:lnTo>
                  <a:lnTo>
                    <a:pt x="3134199" y="2427143"/>
                  </a:lnTo>
                  <a:lnTo>
                    <a:pt x="3169656" y="2324344"/>
                  </a:lnTo>
                  <a:lnTo>
                    <a:pt x="3205152" y="2220175"/>
                  </a:lnTo>
                  <a:lnTo>
                    <a:pt x="3240673" y="2115155"/>
                  </a:lnTo>
                  <a:lnTo>
                    <a:pt x="3276205" y="2009820"/>
                  </a:lnTo>
                  <a:lnTo>
                    <a:pt x="3311729" y="1904715"/>
                  </a:lnTo>
                  <a:lnTo>
                    <a:pt x="3347230" y="1800379"/>
                  </a:lnTo>
                  <a:lnTo>
                    <a:pt x="3382693" y="1697335"/>
                  </a:lnTo>
                  <a:lnTo>
                    <a:pt x="3418112" y="1596078"/>
                  </a:lnTo>
                  <a:lnTo>
                    <a:pt x="3453487" y="1497068"/>
                  </a:lnTo>
                  <a:lnTo>
                    <a:pt x="3488826" y="1400716"/>
                  </a:lnTo>
                  <a:lnTo>
                    <a:pt x="3524153" y="1307388"/>
                  </a:lnTo>
                  <a:lnTo>
                    <a:pt x="3559501" y="1217388"/>
                  </a:lnTo>
                  <a:lnTo>
                    <a:pt x="3594922" y="1130965"/>
                  </a:lnTo>
                  <a:lnTo>
                    <a:pt x="3630482" y="1048309"/>
                  </a:lnTo>
                  <a:lnTo>
                    <a:pt x="3666269" y="969549"/>
                  </a:lnTo>
                  <a:lnTo>
                    <a:pt x="3702390" y="894760"/>
                  </a:lnTo>
                  <a:lnTo>
                    <a:pt x="3738978" y="823962"/>
                  </a:lnTo>
                  <a:lnTo>
                    <a:pt x="3776191" y="757130"/>
                  </a:lnTo>
                  <a:lnTo>
                    <a:pt x="3814220" y="694189"/>
                  </a:lnTo>
                  <a:lnTo>
                    <a:pt x="3820202" y="684776"/>
                  </a:lnTo>
                  <a:lnTo>
                    <a:pt x="3870197" y="611186"/>
                  </a:lnTo>
                  <a:lnTo>
                    <a:pt x="3922449" y="543752"/>
                  </a:lnTo>
                  <a:lnTo>
                    <a:pt x="3977570" y="482273"/>
                  </a:lnTo>
                  <a:lnTo>
                    <a:pt x="4036227" y="426355"/>
                  </a:lnTo>
                  <a:lnTo>
                    <a:pt x="4099120" y="375515"/>
                  </a:lnTo>
                  <a:lnTo>
                    <a:pt x="4166938" y="329249"/>
                  </a:lnTo>
                  <a:lnTo>
                    <a:pt x="4240320" y="287078"/>
                  </a:lnTo>
                  <a:lnTo>
                    <a:pt x="4319804" y="248572"/>
                  </a:lnTo>
                  <a:lnTo>
                    <a:pt x="4405753" y="213367"/>
                  </a:lnTo>
                  <a:lnTo>
                    <a:pt x="4498262" y="181174"/>
                  </a:lnTo>
                  <a:lnTo>
                    <a:pt x="4597045" y="151786"/>
                  </a:lnTo>
                  <a:lnTo>
                    <a:pt x="4701317" y="125071"/>
                  </a:lnTo>
                  <a:lnTo>
                    <a:pt x="4809673" y="100974"/>
                  </a:lnTo>
                  <a:lnTo>
                    <a:pt x="4920018" y="79502"/>
                  </a:lnTo>
                  <a:lnTo>
                    <a:pt x="5029564" y="60699"/>
                  </a:lnTo>
                  <a:lnTo>
                    <a:pt x="5134961" y="44621"/>
                  </a:lnTo>
                  <a:lnTo>
                    <a:pt x="5232573" y="31293"/>
                  </a:lnTo>
                  <a:lnTo>
                    <a:pt x="5318887" y="20681"/>
                  </a:lnTo>
                  <a:lnTo>
                    <a:pt x="5391013" y="12652"/>
                  </a:lnTo>
                  <a:lnTo>
                    <a:pt x="5447152" y="6969"/>
                  </a:lnTo>
                  <a:lnTo>
                    <a:pt x="5486929" y="3293"/>
                  </a:lnTo>
                  <a:lnTo>
                    <a:pt x="5511532" y="1212"/>
                  </a:lnTo>
                  <a:lnTo>
                    <a:pt x="5523642" y="271"/>
                  </a:lnTo>
                  <a:lnTo>
                    <a:pt x="5527256" y="1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69" y="47"/>
                  </a:lnTo>
                  <a:lnTo>
                    <a:pt x="6530630" y="389"/>
                  </a:lnTo>
                  <a:lnTo>
                    <a:pt x="6548797" y="1333"/>
                  </a:lnTo>
                  <a:lnTo>
                    <a:pt x="6581573" y="3193"/>
                  </a:lnTo>
                  <a:lnTo>
                    <a:pt x="6631024" y="6269"/>
                  </a:lnTo>
                  <a:lnTo>
                    <a:pt x="6697528" y="10819"/>
                  </a:lnTo>
                  <a:lnTo>
                    <a:pt x="6779818" y="17038"/>
                  </a:lnTo>
                  <a:lnTo>
                    <a:pt x="6875256" y="25046"/>
                  </a:lnTo>
                  <a:lnTo>
                    <a:pt x="6980305" y="34893"/>
                  </a:lnTo>
                  <a:lnTo>
                    <a:pt x="7091083" y="46573"/>
                  </a:lnTo>
                  <a:lnTo>
                    <a:pt x="7203868" y="60053"/>
                  </a:lnTo>
                  <a:lnTo>
                    <a:pt x="7315464" y="75299"/>
                  </a:lnTo>
                  <a:lnTo>
                    <a:pt x="7423396" y="92295"/>
                  </a:lnTo>
                  <a:lnTo>
                    <a:pt x="7525954" y="111065"/>
                  </a:lnTo>
                  <a:lnTo>
                    <a:pt x="7622127" y="131685"/>
                  </a:lnTo>
                  <a:lnTo>
                    <a:pt x="7711488" y="154282"/>
                  </a:lnTo>
                  <a:lnTo>
                    <a:pt x="7794055" y="179043"/>
                  </a:lnTo>
                  <a:lnTo>
                    <a:pt x="7870162" y="206204"/>
                  </a:lnTo>
                  <a:lnTo>
                    <a:pt x="7940353" y="236052"/>
                  </a:lnTo>
                  <a:lnTo>
                    <a:pt x="8005295" y="268910"/>
                  </a:lnTo>
                  <a:lnTo>
                    <a:pt x="8065719" y="305122"/>
                  </a:lnTo>
                  <a:lnTo>
                    <a:pt x="8122368" y="345021"/>
                  </a:lnTo>
                  <a:lnTo>
                    <a:pt x="8175962" y="388886"/>
                  </a:lnTo>
                  <a:lnTo>
                    <a:pt x="8227157" y="436868"/>
                  </a:lnTo>
                  <a:lnTo>
                    <a:pt x="8229629" y="439339"/>
                  </a:lnTo>
                  <a:lnTo>
                    <a:pt x="8275023" y="487294"/>
                  </a:lnTo>
                  <a:lnTo>
                    <a:pt x="8319267" y="538798"/>
                  </a:lnTo>
                  <a:lnTo>
                    <a:pt x="8362676" y="593923"/>
                  </a:lnTo>
                  <a:lnTo>
                    <a:pt x="8405504" y="652681"/>
                  </a:lnTo>
                  <a:lnTo>
                    <a:pt x="8447954" y="715021"/>
                  </a:lnTo>
                  <a:lnTo>
                    <a:pt x="8490183" y="780819"/>
                  </a:lnTo>
                  <a:lnTo>
                    <a:pt x="8532308" y="849875"/>
                  </a:lnTo>
                  <a:lnTo>
                    <a:pt x="8574412" y="921915"/>
                  </a:lnTo>
                  <a:lnTo>
                    <a:pt x="8616548" y="996588"/>
                  </a:lnTo>
                  <a:lnTo>
                    <a:pt x="8658742" y="1073473"/>
                  </a:lnTo>
                  <a:lnTo>
                    <a:pt x="8701000" y="1152087"/>
                  </a:lnTo>
                  <a:lnTo>
                    <a:pt x="8743311" y="1231899"/>
                  </a:lnTo>
                  <a:lnTo>
                    <a:pt x="8785653" y="1312340"/>
                  </a:lnTo>
                  <a:lnTo>
                    <a:pt x="8827997" y="1392823"/>
                  </a:lnTo>
                  <a:lnTo>
                    <a:pt x="8870314" y="1472759"/>
                  </a:lnTo>
                  <a:lnTo>
                    <a:pt x="8912581" y="1551575"/>
                  </a:lnTo>
                  <a:lnTo>
                    <a:pt x="8954784" y="1628735"/>
                  </a:lnTo>
                  <a:lnTo>
                    <a:pt x="8996927" y="1703746"/>
                  </a:lnTo>
                  <a:lnTo>
                    <a:pt x="9039033" y="1776180"/>
                  </a:lnTo>
                  <a:lnTo>
                    <a:pt x="9081151" y="1845676"/>
                  </a:lnTo>
                  <a:lnTo>
                    <a:pt x="9123359" y="1911946"/>
                  </a:lnTo>
                  <a:lnTo>
                    <a:pt x="9165769" y="1974783"/>
                  </a:lnTo>
                  <a:lnTo>
                    <a:pt x="9208533" y="2034051"/>
                  </a:lnTo>
                  <a:lnTo>
                    <a:pt x="9251846" y="2089688"/>
                  </a:lnTo>
                  <a:lnTo>
                    <a:pt x="9295954" y="2141700"/>
                  </a:lnTo>
                  <a:lnTo>
                    <a:pt x="9341164" y="2190149"/>
                  </a:lnTo>
                  <a:lnTo>
                    <a:pt x="9347647" y="2196699"/>
                  </a:lnTo>
                  <a:lnTo>
                    <a:pt x="9398740" y="2244883"/>
                  </a:lnTo>
                  <a:lnTo>
                    <a:pt x="9452201" y="2288949"/>
                  </a:lnTo>
                  <a:lnTo>
                    <a:pt x="9508683" y="2329038"/>
                  </a:lnTo>
                  <a:lnTo>
                    <a:pt x="9568904" y="2365424"/>
                  </a:lnTo>
                  <a:lnTo>
                    <a:pt x="9633606" y="2398440"/>
                  </a:lnTo>
                  <a:lnTo>
                    <a:pt x="9703521" y="2428428"/>
                  </a:lnTo>
                  <a:lnTo>
                    <a:pt x="9779322" y="2455715"/>
                  </a:lnTo>
                  <a:lnTo>
                    <a:pt x="9861561" y="2480587"/>
                  </a:lnTo>
                  <a:lnTo>
                    <a:pt x="9950584" y="2503287"/>
                  </a:lnTo>
                  <a:lnTo>
                    <a:pt x="10046427" y="2524000"/>
                  </a:lnTo>
                  <a:lnTo>
                    <a:pt x="10148688" y="2542860"/>
                  </a:lnTo>
                  <a:lnTo>
                    <a:pt x="10256389" y="2559942"/>
                  </a:lnTo>
                  <a:lnTo>
                    <a:pt x="10367856" y="2575274"/>
                  </a:lnTo>
                  <a:lnTo>
                    <a:pt x="10480652" y="2588843"/>
                  </a:lnTo>
                  <a:lnTo>
                    <a:pt x="10591613" y="2600612"/>
                  </a:lnTo>
                  <a:lnTo>
                    <a:pt x="10697036" y="2610550"/>
                  </a:lnTo>
                  <a:lnTo>
                    <a:pt x="10793035" y="2618648"/>
                  </a:lnTo>
                  <a:lnTo>
                    <a:pt x="10876045" y="2624952"/>
                  </a:lnTo>
                  <a:lnTo>
                    <a:pt x="10943370" y="2629581"/>
                  </a:lnTo>
                  <a:lnTo>
                    <a:pt x="10993666" y="2632724"/>
                  </a:lnTo>
                  <a:lnTo>
                    <a:pt x="11027229" y="2634637"/>
                  </a:lnTo>
                  <a:lnTo>
                    <a:pt x="11046044" y="2635619"/>
                  </a:lnTo>
                  <a:lnTo>
                    <a:pt x="11053642" y="2635983"/>
                  </a:lnTo>
                  <a:lnTo>
                    <a:pt x="11054891" y="2636038"/>
                  </a:lnTo>
                  <a:lnTo>
                    <a:pt x="11054891" y="2636038"/>
                  </a:lnTo>
                  <a:lnTo>
                    <a:pt x="12049831" y="2636038"/>
                  </a:lnTo>
                  <a:lnTo>
                    <a:pt x="12049831" y="26360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8" name="pl1837"/>
            <p:cNvSpPr/>
            <p:nvPr/>
          </p:nvSpPr>
          <p:spPr>
            <a:xfrm>
              <a:off x="1199187" y="1771169"/>
              <a:ext cx="12049831" cy="4108657"/>
            </a:xfrm>
            <a:custGeom>
              <a:avLst/>
              <a:pathLst>
                <a:path w="12049831" h="4108657">
                  <a:moveTo>
                    <a:pt x="12049831" y="2636038"/>
                  </a:moveTo>
                  <a:lnTo>
                    <a:pt x="11054891" y="2636038"/>
                  </a:lnTo>
                  <a:lnTo>
                    <a:pt x="11053807" y="2635990"/>
                  </a:lnTo>
                  <a:lnTo>
                    <a:pt x="11046647" y="2635649"/>
                  </a:lnTo>
                  <a:lnTo>
                    <a:pt x="11028479" y="2634705"/>
                  </a:lnTo>
                  <a:lnTo>
                    <a:pt x="10995703" y="2632845"/>
                  </a:lnTo>
                  <a:lnTo>
                    <a:pt x="10946253" y="2629769"/>
                  </a:lnTo>
                  <a:lnTo>
                    <a:pt x="10879748" y="2625219"/>
                  </a:lnTo>
                  <a:lnTo>
                    <a:pt x="10797458" y="2619000"/>
                  </a:lnTo>
                  <a:lnTo>
                    <a:pt x="10702020" y="2610992"/>
                  </a:lnTo>
                  <a:lnTo>
                    <a:pt x="10596972" y="2601145"/>
                  </a:lnTo>
                  <a:lnTo>
                    <a:pt x="10486194" y="2589465"/>
                  </a:lnTo>
                  <a:lnTo>
                    <a:pt x="10373408" y="2575985"/>
                  </a:lnTo>
                  <a:lnTo>
                    <a:pt x="10261812" y="2560739"/>
                  </a:lnTo>
                  <a:lnTo>
                    <a:pt x="10153880" y="2543743"/>
                  </a:lnTo>
                  <a:lnTo>
                    <a:pt x="10051323" y="2524973"/>
                  </a:lnTo>
                  <a:lnTo>
                    <a:pt x="9955150" y="2504353"/>
                  </a:lnTo>
                  <a:lnTo>
                    <a:pt x="9865789" y="2481755"/>
                  </a:lnTo>
                  <a:lnTo>
                    <a:pt x="9783221" y="2456995"/>
                  </a:lnTo>
                  <a:lnTo>
                    <a:pt x="9707114" y="2429834"/>
                  </a:lnTo>
                  <a:lnTo>
                    <a:pt x="9636924" y="2399986"/>
                  </a:lnTo>
                  <a:lnTo>
                    <a:pt x="9571982" y="2367128"/>
                  </a:lnTo>
                  <a:lnTo>
                    <a:pt x="9511558" y="2330916"/>
                  </a:lnTo>
                  <a:lnTo>
                    <a:pt x="9454909" y="2291017"/>
                  </a:lnTo>
                  <a:lnTo>
                    <a:pt x="9401314" y="2247152"/>
                  </a:lnTo>
                  <a:lnTo>
                    <a:pt x="9350119" y="2199170"/>
                  </a:lnTo>
                  <a:lnTo>
                    <a:pt x="9347647" y="2196699"/>
                  </a:lnTo>
                  <a:lnTo>
                    <a:pt x="9302253" y="2148743"/>
                  </a:lnTo>
                  <a:lnTo>
                    <a:pt x="9258010" y="2097240"/>
                  </a:lnTo>
                  <a:lnTo>
                    <a:pt x="9214601" y="2042115"/>
                  </a:lnTo>
                  <a:lnTo>
                    <a:pt x="9171772" y="1983356"/>
                  </a:lnTo>
                  <a:lnTo>
                    <a:pt x="9129322" y="1921017"/>
                  </a:lnTo>
                  <a:lnTo>
                    <a:pt x="9087093" y="1855219"/>
                  </a:lnTo>
                  <a:lnTo>
                    <a:pt x="9044969" y="1786163"/>
                  </a:lnTo>
                  <a:lnTo>
                    <a:pt x="9002865" y="1714123"/>
                  </a:lnTo>
                  <a:lnTo>
                    <a:pt x="8960729" y="1639450"/>
                  </a:lnTo>
                  <a:lnTo>
                    <a:pt x="8918535" y="1562565"/>
                  </a:lnTo>
                  <a:lnTo>
                    <a:pt x="8876276" y="1483951"/>
                  </a:lnTo>
                  <a:lnTo>
                    <a:pt x="8833965" y="1404139"/>
                  </a:lnTo>
                  <a:lnTo>
                    <a:pt x="8791623" y="1323698"/>
                  </a:lnTo>
                  <a:lnTo>
                    <a:pt x="8749279" y="1243215"/>
                  </a:lnTo>
                  <a:lnTo>
                    <a:pt x="8706962" y="1163279"/>
                  </a:lnTo>
                  <a:lnTo>
                    <a:pt x="8664695" y="1084462"/>
                  </a:lnTo>
                  <a:lnTo>
                    <a:pt x="8622492" y="1007303"/>
                  </a:lnTo>
                  <a:lnTo>
                    <a:pt x="8580349" y="932292"/>
                  </a:lnTo>
                  <a:lnTo>
                    <a:pt x="8538243" y="859858"/>
                  </a:lnTo>
                  <a:lnTo>
                    <a:pt x="8496126" y="790362"/>
                  </a:lnTo>
                  <a:lnTo>
                    <a:pt x="8453918" y="724092"/>
                  </a:lnTo>
                  <a:lnTo>
                    <a:pt x="8411508" y="661255"/>
                  </a:lnTo>
                  <a:lnTo>
                    <a:pt x="8368743" y="601987"/>
                  </a:lnTo>
                  <a:lnTo>
                    <a:pt x="8325430" y="546350"/>
                  </a:lnTo>
                  <a:lnTo>
                    <a:pt x="8281322" y="494338"/>
                  </a:lnTo>
                  <a:lnTo>
                    <a:pt x="8236112" y="445889"/>
                  </a:lnTo>
                  <a:lnTo>
                    <a:pt x="8229629" y="439339"/>
                  </a:lnTo>
                  <a:lnTo>
                    <a:pt x="8178537" y="391155"/>
                  </a:lnTo>
                  <a:lnTo>
                    <a:pt x="8125076" y="347089"/>
                  </a:lnTo>
                  <a:lnTo>
                    <a:pt x="8068593" y="307000"/>
                  </a:lnTo>
                  <a:lnTo>
                    <a:pt x="8008373" y="270614"/>
                  </a:lnTo>
                  <a:lnTo>
                    <a:pt x="7943671" y="237598"/>
                  </a:lnTo>
                  <a:lnTo>
                    <a:pt x="7873756" y="207610"/>
                  </a:lnTo>
                  <a:lnTo>
                    <a:pt x="7797954" y="180323"/>
                  </a:lnTo>
                  <a:lnTo>
                    <a:pt x="7715715" y="155451"/>
                  </a:lnTo>
                  <a:lnTo>
                    <a:pt x="7626693" y="132751"/>
                  </a:lnTo>
                  <a:lnTo>
                    <a:pt x="7530849" y="112037"/>
                  </a:lnTo>
                  <a:lnTo>
                    <a:pt x="7428589" y="93178"/>
                  </a:lnTo>
                  <a:lnTo>
                    <a:pt x="7320888" y="76095"/>
                  </a:lnTo>
                  <a:lnTo>
                    <a:pt x="7209420" y="60764"/>
                  </a:lnTo>
                  <a:lnTo>
                    <a:pt x="7096624" y="47195"/>
                  </a:lnTo>
                  <a:lnTo>
                    <a:pt x="6985663" y="35426"/>
                  </a:lnTo>
                  <a:lnTo>
                    <a:pt x="6880240" y="25488"/>
                  </a:lnTo>
                  <a:lnTo>
                    <a:pt x="6784241" y="17390"/>
                  </a:lnTo>
                  <a:lnTo>
                    <a:pt x="6701231" y="11086"/>
                  </a:lnTo>
                  <a:lnTo>
                    <a:pt x="6633906" y="6457"/>
                  </a:lnTo>
                  <a:lnTo>
                    <a:pt x="6583610" y="3314"/>
                  </a:lnTo>
                  <a:lnTo>
                    <a:pt x="6550047" y="1400"/>
                  </a:lnTo>
                  <a:lnTo>
                    <a:pt x="6531232" y="419"/>
                  </a:lnTo>
                  <a:lnTo>
                    <a:pt x="6523635" y="55"/>
                  </a:lnTo>
                  <a:lnTo>
                    <a:pt x="652238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7" y="70"/>
                  </a:lnTo>
                  <a:lnTo>
                    <a:pt x="5519694" y="569"/>
                  </a:lnTo>
                  <a:lnTo>
                    <a:pt x="5502582" y="1948"/>
                  </a:lnTo>
                  <a:lnTo>
                    <a:pt x="5471641" y="4666"/>
                  </a:lnTo>
                  <a:lnTo>
                    <a:pt x="5424819" y="9166"/>
                  </a:lnTo>
                  <a:lnTo>
                    <a:pt x="5361610" y="15830"/>
                  </a:lnTo>
                  <a:lnTo>
                    <a:pt x="5283033" y="24957"/>
                  </a:lnTo>
                  <a:lnTo>
                    <a:pt x="5191415" y="36738"/>
                  </a:lnTo>
                  <a:lnTo>
                    <a:pt x="5089976" y="51259"/>
                  </a:lnTo>
                  <a:lnTo>
                    <a:pt x="4982341" y="68525"/>
                  </a:lnTo>
                  <a:lnTo>
                    <a:pt x="4872065" y="88493"/>
                  </a:lnTo>
                  <a:lnTo>
                    <a:pt x="4762280" y="111108"/>
                  </a:lnTo>
                  <a:lnTo>
                    <a:pt x="4655480" y="136337"/>
                  </a:lnTo>
                  <a:lnTo>
                    <a:pt x="4553456" y="164201"/>
                  </a:lnTo>
                  <a:lnTo>
                    <a:pt x="4457330" y="194786"/>
                  </a:lnTo>
                  <a:lnTo>
                    <a:pt x="4367658" y="228255"/>
                  </a:lnTo>
                  <a:lnTo>
                    <a:pt x="4284543" y="264852"/>
                  </a:lnTo>
                  <a:lnTo>
                    <a:pt x="4207763" y="304900"/>
                  </a:lnTo>
                  <a:lnTo>
                    <a:pt x="4136868" y="348791"/>
                  </a:lnTo>
                  <a:lnTo>
                    <a:pt x="4071270" y="396980"/>
                  </a:lnTo>
                  <a:lnTo>
                    <a:pt x="4010300" y="449961"/>
                  </a:lnTo>
                  <a:lnTo>
                    <a:pt x="3953262" y="508236"/>
                  </a:lnTo>
                  <a:lnTo>
                    <a:pt x="3899465" y="572259"/>
                  </a:lnTo>
                  <a:lnTo>
                    <a:pt x="3848262" y="642355"/>
                  </a:lnTo>
                  <a:lnTo>
                    <a:pt x="3820202" y="684776"/>
                  </a:lnTo>
                  <a:lnTo>
                    <a:pt x="3782026" y="747122"/>
                  </a:lnTo>
                  <a:lnTo>
                    <a:pt x="3744700" y="813346"/>
                  </a:lnTo>
                  <a:lnTo>
                    <a:pt x="3708027" y="883526"/>
                  </a:lnTo>
                  <a:lnTo>
                    <a:pt x="3671842" y="957696"/>
                  </a:lnTo>
                  <a:lnTo>
                    <a:pt x="3636011" y="1035844"/>
                  </a:lnTo>
                  <a:lnTo>
                    <a:pt x="3600422" y="1117904"/>
                  </a:lnTo>
                  <a:lnTo>
                    <a:pt x="3564984" y="1203754"/>
                  </a:lnTo>
                  <a:lnTo>
                    <a:pt x="3529629" y="1293214"/>
                  </a:lnTo>
                  <a:lnTo>
                    <a:pt x="3494301" y="1386046"/>
                  </a:lnTo>
                  <a:lnTo>
                    <a:pt x="3458965" y="1481951"/>
                  </a:lnTo>
                  <a:lnTo>
                    <a:pt x="3423597" y="1580575"/>
                  </a:lnTo>
                  <a:lnTo>
                    <a:pt x="3388186" y="1681513"/>
                  </a:lnTo>
                  <a:lnTo>
                    <a:pt x="3352729" y="1784312"/>
                  </a:lnTo>
                  <a:lnTo>
                    <a:pt x="3317233" y="1888481"/>
                  </a:lnTo>
                  <a:lnTo>
                    <a:pt x="3281712" y="1993502"/>
                  </a:lnTo>
                  <a:lnTo>
                    <a:pt x="3246180" y="2098836"/>
                  </a:lnTo>
                  <a:lnTo>
                    <a:pt x="3210656" y="2203941"/>
                  </a:lnTo>
                  <a:lnTo>
                    <a:pt x="3175155" y="2308277"/>
                  </a:lnTo>
                  <a:lnTo>
                    <a:pt x="3139692" y="2411321"/>
                  </a:lnTo>
                  <a:lnTo>
                    <a:pt x="3104273" y="2512578"/>
                  </a:lnTo>
                  <a:lnTo>
                    <a:pt x="3068898" y="2611589"/>
                  </a:lnTo>
                  <a:lnTo>
                    <a:pt x="3033559" y="2707940"/>
                  </a:lnTo>
                  <a:lnTo>
                    <a:pt x="2998232" y="2801268"/>
                  </a:lnTo>
                  <a:lnTo>
                    <a:pt x="2962884" y="2891268"/>
                  </a:lnTo>
                  <a:lnTo>
                    <a:pt x="2927463" y="2977691"/>
                  </a:lnTo>
                  <a:lnTo>
                    <a:pt x="2891903" y="3060347"/>
                  </a:lnTo>
                  <a:lnTo>
                    <a:pt x="2856116" y="3139107"/>
                  </a:lnTo>
                  <a:lnTo>
                    <a:pt x="2819995" y="3213897"/>
                  </a:lnTo>
                  <a:lnTo>
                    <a:pt x="2783407" y="3284694"/>
                  </a:lnTo>
                  <a:lnTo>
                    <a:pt x="2746194" y="3351527"/>
                  </a:lnTo>
                  <a:lnTo>
                    <a:pt x="2708165" y="3414467"/>
                  </a:lnTo>
                  <a:lnTo>
                    <a:pt x="2702183" y="3423880"/>
                  </a:lnTo>
                  <a:lnTo>
                    <a:pt x="2652188" y="3497470"/>
                  </a:lnTo>
                  <a:lnTo>
                    <a:pt x="2599936" y="3564904"/>
                  </a:lnTo>
                  <a:lnTo>
                    <a:pt x="2544815" y="3626383"/>
                  </a:lnTo>
                  <a:lnTo>
                    <a:pt x="2486158" y="3682301"/>
                  </a:lnTo>
                  <a:lnTo>
                    <a:pt x="2423265" y="3733141"/>
                  </a:lnTo>
                  <a:lnTo>
                    <a:pt x="2355447" y="3779407"/>
                  </a:lnTo>
                  <a:lnTo>
                    <a:pt x="2282065" y="3821578"/>
                  </a:lnTo>
                  <a:lnTo>
                    <a:pt x="2202581" y="3860084"/>
                  </a:lnTo>
                  <a:lnTo>
                    <a:pt x="2116632" y="3895289"/>
                  </a:lnTo>
                  <a:lnTo>
                    <a:pt x="2024123" y="3927482"/>
                  </a:lnTo>
                  <a:lnTo>
                    <a:pt x="1925340" y="3956871"/>
                  </a:lnTo>
                  <a:lnTo>
                    <a:pt x="1821068" y="3983585"/>
                  </a:lnTo>
                  <a:lnTo>
                    <a:pt x="1712712" y="4007682"/>
                  </a:lnTo>
                  <a:lnTo>
                    <a:pt x="1602367" y="4029154"/>
                  </a:lnTo>
                  <a:lnTo>
                    <a:pt x="1492821" y="4047957"/>
                  </a:lnTo>
                  <a:lnTo>
                    <a:pt x="1387424" y="4064035"/>
                  </a:lnTo>
                  <a:lnTo>
                    <a:pt x="1289812" y="4077363"/>
                  </a:lnTo>
                  <a:lnTo>
                    <a:pt x="1203498" y="4087976"/>
                  </a:lnTo>
                  <a:lnTo>
                    <a:pt x="1131372" y="4096005"/>
                  </a:lnTo>
                  <a:lnTo>
                    <a:pt x="1075233" y="4101688"/>
                  </a:lnTo>
                  <a:lnTo>
                    <a:pt x="1035456" y="4105363"/>
                  </a:lnTo>
                  <a:lnTo>
                    <a:pt x="1010853" y="4107444"/>
                  </a:lnTo>
                  <a:lnTo>
                    <a:pt x="998743" y="4108385"/>
                  </a:lnTo>
                  <a:lnTo>
                    <a:pt x="995129" y="4108644"/>
                  </a:lnTo>
                  <a:lnTo>
                    <a:pt x="994940" y="4108657"/>
                  </a:lnTo>
                  <a:lnTo>
                    <a:pt x="0" y="4108657"/>
                  </a:lnTo>
                  <a:lnTo>
                    <a:pt x="0" y="41086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9" name="pg1838"/>
            <p:cNvSpPr/>
            <p:nvPr/>
          </p:nvSpPr>
          <p:spPr>
            <a:xfrm>
              <a:off x="1199187" y="3820257"/>
              <a:ext cx="12049831" cy="2127697"/>
            </a:xfrm>
            <a:custGeom>
              <a:avLst/>
              <a:pathLst>
                <a:path w="12049831" h="2127697">
                  <a:moveTo>
                    <a:pt x="0" y="2101494"/>
                  </a:moveTo>
                  <a:lnTo>
                    <a:pt x="994940" y="2101494"/>
                  </a:lnTo>
                  <a:lnTo>
                    <a:pt x="996042" y="2101455"/>
                  </a:lnTo>
                  <a:lnTo>
                    <a:pt x="1003323" y="2101178"/>
                  </a:lnTo>
                  <a:lnTo>
                    <a:pt x="1021788" y="2100415"/>
                  </a:lnTo>
                  <a:lnTo>
                    <a:pt x="1055080" y="2098909"/>
                  </a:lnTo>
                  <a:lnTo>
                    <a:pt x="1105266" y="2096420"/>
                  </a:lnTo>
                  <a:lnTo>
                    <a:pt x="1172689" y="2092741"/>
                  </a:lnTo>
                  <a:lnTo>
                    <a:pt x="1256007" y="2087714"/>
                  </a:lnTo>
                  <a:lnTo>
                    <a:pt x="1352494" y="2081246"/>
                  </a:lnTo>
                  <a:lnTo>
                    <a:pt x="1458525" y="2073298"/>
                  </a:lnTo>
                  <a:lnTo>
                    <a:pt x="1570147" y="2063875"/>
                  </a:lnTo>
                  <a:lnTo>
                    <a:pt x="1683597" y="2053007"/>
                  </a:lnTo>
                  <a:lnTo>
                    <a:pt x="1795661" y="2040719"/>
                  </a:lnTo>
                  <a:lnTo>
                    <a:pt x="1903875" y="2027024"/>
                  </a:lnTo>
                  <a:lnTo>
                    <a:pt x="2006552" y="2011898"/>
                  </a:lnTo>
                  <a:lnTo>
                    <a:pt x="2102716" y="1995277"/>
                  </a:lnTo>
                  <a:lnTo>
                    <a:pt x="2191975" y="1977054"/>
                  </a:lnTo>
                  <a:lnTo>
                    <a:pt x="2274381" y="1957075"/>
                  </a:lnTo>
                  <a:lnTo>
                    <a:pt x="2350298" y="1935144"/>
                  </a:lnTo>
                  <a:lnTo>
                    <a:pt x="2420296" y="1911025"/>
                  </a:lnTo>
                  <a:lnTo>
                    <a:pt x="2485064" y="1884455"/>
                  </a:lnTo>
                  <a:lnTo>
                    <a:pt x="2545349" y="1855155"/>
                  </a:lnTo>
                  <a:lnTo>
                    <a:pt x="2601906" y="1822858"/>
                  </a:lnTo>
                  <a:lnTo>
                    <a:pt x="2655460" y="1787348"/>
                  </a:lnTo>
                  <a:lnTo>
                    <a:pt x="2702183" y="1752118"/>
                  </a:lnTo>
                  <a:lnTo>
                    <a:pt x="2751101" y="1710859"/>
                  </a:lnTo>
                  <a:lnTo>
                    <a:pt x="2798710" y="1666309"/>
                  </a:lnTo>
                  <a:lnTo>
                    <a:pt x="2845399" y="1618403"/>
                  </a:lnTo>
                  <a:lnTo>
                    <a:pt x="2891471" y="1567140"/>
                  </a:lnTo>
                  <a:lnTo>
                    <a:pt x="2937166" y="1512593"/>
                  </a:lnTo>
                  <a:lnTo>
                    <a:pt x="2982661" y="1454911"/>
                  </a:lnTo>
                  <a:lnTo>
                    <a:pt x="3028085" y="1394325"/>
                  </a:lnTo>
                  <a:lnTo>
                    <a:pt x="3073522" y="1331150"/>
                  </a:lnTo>
                  <a:lnTo>
                    <a:pt x="3119019" y="1265777"/>
                  </a:lnTo>
                  <a:lnTo>
                    <a:pt x="3164590" y="1198669"/>
                  </a:lnTo>
                  <a:lnTo>
                    <a:pt x="3210227" y="1130345"/>
                  </a:lnTo>
                  <a:lnTo>
                    <a:pt x="3255904" y="1061368"/>
                  </a:lnTo>
                  <a:lnTo>
                    <a:pt x="3301584" y="992323"/>
                  </a:lnTo>
                  <a:lnTo>
                    <a:pt x="3347233" y="923797"/>
                  </a:lnTo>
                  <a:lnTo>
                    <a:pt x="3392821" y="856359"/>
                  </a:lnTo>
                  <a:lnTo>
                    <a:pt x="3438335" y="790541"/>
                  </a:lnTo>
                  <a:lnTo>
                    <a:pt x="3483783" y="726819"/>
                  </a:lnTo>
                  <a:lnTo>
                    <a:pt x="3529204" y="665603"/>
                  </a:lnTo>
                  <a:lnTo>
                    <a:pt x="3574673" y="607225"/>
                  </a:lnTo>
                  <a:lnTo>
                    <a:pt x="3620307" y="551935"/>
                  </a:lnTo>
                  <a:lnTo>
                    <a:pt x="3666274" y="499903"/>
                  </a:lnTo>
                  <a:lnTo>
                    <a:pt x="3712795" y="451218"/>
                  </a:lnTo>
                  <a:lnTo>
                    <a:pt x="3760160" y="405894"/>
                  </a:lnTo>
                  <a:lnTo>
                    <a:pt x="3808735" y="363882"/>
                  </a:lnTo>
                  <a:lnTo>
                    <a:pt x="3820202" y="354616"/>
                  </a:lnTo>
                  <a:lnTo>
                    <a:pt x="3871596" y="316086"/>
                  </a:lnTo>
                  <a:lnTo>
                    <a:pt x="3925391" y="280868"/>
                  </a:lnTo>
                  <a:lnTo>
                    <a:pt x="3982250" y="248848"/>
                  </a:lnTo>
                  <a:lnTo>
                    <a:pt x="4042903" y="219803"/>
                  </a:lnTo>
                  <a:lnTo>
                    <a:pt x="4108107" y="193462"/>
                  </a:lnTo>
                  <a:lnTo>
                    <a:pt x="4178607" y="169549"/>
                  </a:lnTo>
                  <a:lnTo>
                    <a:pt x="4255082" y="147801"/>
                  </a:lnTo>
                  <a:lnTo>
                    <a:pt x="4338088" y="127986"/>
                  </a:lnTo>
                  <a:lnTo>
                    <a:pt x="4427966" y="109912"/>
                  </a:lnTo>
                  <a:lnTo>
                    <a:pt x="4524735" y="93428"/>
                  </a:lnTo>
                  <a:lnTo>
                    <a:pt x="4627954" y="78431"/>
                  </a:lnTo>
                  <a:lnTo>
                    <a:pt x="4736591" y="64862"/>
                  </a:lnTo>
                  <a:lnTo>
                    <a:pt x="4848891" y="52700"/>
                  </a:lnTo>
                  <a:lnTo>
                    <a:pt x="4962318" y="41959"/>
                  </a:lnTo>
                  <a:lnTo>
                    <a:pt x="5073601" y="32667"/>
                  </a:lnTo>
                  <a:lnTo>
                    <a:pt x="5178940" y="24852"/>
                  </a:lnTo>
                  <a:lnTo>
                    <a:pt x="5274390" y="18514"/>
                  </a:lnTo>
                  <a:lnTo>
                    <a:pt x="5356385" y="13612"/>
                  </a:lnTo>
                  <a:lnTo>
                    <a:pt x="5422302" y="10046"/>
                  </a:lnTo>
                  <a:lnTo>
                    <a:pt x="5470942" y="7654"/>
                  </a:lnTo>
                  <a:lnTo>
                    <a:pt x="5502803" y="6225"/>
                  </a:lnTo>
                  <a:lnTo>
                    <a:pt x="5520101" y="5515"/>
                  </a:lnTo>
                  <a:lnTo>
                    <a:pt x="5526608" y="526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7" y="5279"/>
                  </a:lnTo>
                  <a:lnTo>
                    <a:pt x="6530763" y="5559"/>
                  </a:lnTo>
                  <a:lnTo>
                    <a:pt x="6549214" y="6332"/>
                  </a:lnTo>
                  <a:lnTo>
                    <a:pt x="6582483" y="7855"/>
                  </a:lnTo>
                  <a:lnTo>
                    <a:pt x="6632637" y="10373"/>
                  </a:lnTo>
                  <a:lnTo>
                    <a:pt x="6700020" y="14096"/>
                  </a:lnTo>
                  <a:lnTo>
                    <a:pt x="6783293" y="19182"/>
                  </a:lnTo>
                  <a:lnTo>
                    <a:pt x="6879734" y="25727"/>
                  </a:lnTo>
                  <a:lnTo>
                    <a:pt x="6985722" y="33769"/>
                  </a:lnTo>
                  <a:lnTo>
                    <a:pt x="7097307" y="43303"/>
                  </a:lnTo>
                  <a:lnTo>
                    <a:pt x="7210728" y="54301"/>
                  </a:lnTo>
                  <a:lnTo>
                    <a:pt x="7322772" y="66734"/>
                  </a:lnTo>
                  <a:lnTo>
                    <a:pt x="7430974" y="80593"/>
                  </a:lnTo>
                  <a:lnTo>
                    <a:pt x="7533645" y="95899"/>
                  </a:lnTo>
                  <a:lnTo>
                    <a:pt x="7629810" y="112718"/>
                  </a:lnTo>
                  <a:lnTo>
                    <a:pt x="7719074" y="131157"/>
                  </a:lnTo>
                  <a:lnTo>
                    <a:pt x="7801487" y="151373"/>
                  </a:lnTo>
                  <a:lnTo>
                    <a:pt x="7877413" y="173564"/>
                  </a:lnTo>
                  <a:lnTo>
                    <a:pt x="7947419" y="197967"/>
                  </a:lnTo>
                  <a:lnTo>
                    <a:pt x="8012195" y="224849"/>
                  </a:lnTo>
                  <a:lnTo>
                    <a:pt x="8072485" y="254493"/>
                  </a:lnTo>
                  <a:lnTo>
                    <a:pt x="8129046" y="287169"/>
                  </a:lnTo>
                  <a:lnTo>
                    <a:pt x="8182602" y="323095"/>
                  </a:lnTo>
                  <a:lnTo>
                    <a:pt x="8229629" y="358983"/>
                  </a:lnTo>
                  <a:lnTo>
                    <a:pt x="8278364" y="400593"/>
                  </a:lnTo>
                  <a:lnTo>
                    <a:pt x="8325798" y="445509"/>
                  </a:lnTo>
                  <a:lnTo>
                    <a:pt x="8372316" y="493798"/>
                  </a:lnTo>
                  <a:lnTo>
                    <a:pt x="8418220" y="545459"/>
                  </a:lnTo>
                  <a:lnTo>
                    <a:pt x="8463746" y="600423"/>
                  </a:lnTo>
                  <a:lnTo>
                    <a:pt x="8509071" y="658540"/>
                  </a:lnTo>
                  <a:lnTo>
                    <a:pt x="8554323" y="719582"/>
                  </a:lnTo>
                  <a:lnTo>
                    <a:pt x="8599587" y="783235"/>
                  </a:lnTo>
                  <a:lnTo>
                    <a:pt x="8644908" y="849109"/>
                  </a:lnTo>
                  <a:lnTo>
                    <a:pt x="8690304" y="916744"/>
                  </a:lnTo>
                  <a:lnTo>
                    <a:pt x="8735765" y="985621"/>
                  </a:lnTo>
                  <a:lnTo>
                    <a:pt x="8781267" y="1055178"/>
                  </a:lnTo>
                  <a:lnTo>
                    <a:pt x="8826775" y="1124831"/>
                  </a:lnTo>
                  <a:lnTo>
                    <a:pt x="8872253" y="1193992"/>
                  </a:lnTo>
                  <a:lnTo>
                    <a:pt x="8917671" y="1262088"/>
                  </a:lnTo>
                  <a:lnTo>
                    <a:pt x="8963016" y="1328586"/>
                  </a:lnTo>
                  <a:lnTo>
                    <a:pt x="9008295" y="1393005"/>
                  </a:lnTo>
                  <a:lnTo>
                    <a:pt x="9053544" y="1454930"/>
                  </a:lnTo>
                  <a:lnTo>
                    <a:pt x="9098833" y="1514024"/>
                  </a:lnTo>
                  <a:lnTo>
                    <a:pt x="9144277" y="1570030"/>
                  </a:lnTo>
                  <a:lnTo>
                    <a:pt x="9190036" y="1622772"/>
                  </a:lnTo>
                  <a:lnTo>
                    <a:pt x="9236325" y="1672156"/>
                  </a:lnTo>
                  <a:lnTo>
                    <a:pt x="9283425" y="1718161"/>
                  </a:lnTo>
                  <a:lnTo>
                    <a:pt x="9331691" y="1760831"/>
                  </a:lnTo>
                  <a:lnTo>
                    <a:pt x="9347647" y="1773954"/>
                  </a:lnTo>
                  <a:lnTo>
                    <a:pt x="9399029" y="1812957"/>
                  </a:lnTo>
                  <a:lnTo>
                    <a:pt x="9452808" y="1848606"/>
                  </a:lnTo>
                  <a:lnTo>
                    <a:pt x="9509651" y="1881020"/>
                  </a:lnTo>
                  <a:lnTo>
                    <a:pt x="9570285" y="1910424"/>
                  </a:lnTo>
                  <a:lnTo>
                    <a:pt x="9635468" y="1937090"/>
                  </a:lnTo>
                  <a:lnTo>
                    <a:pt x="9705941" y="1961299"/>
                  </a:lnTo>
                  <a:lnTo>
                    <a:pt x="9782387" y="1983317"/>
                  </a:lnTo>
                  <a:lnTo>
                    <a:pt x="9865359" y="2003378"/>
                  </a:lnTo>
                  <a:lnTo>
                    <a:pt x="9955200" y="2021677"/>
                  </a:lnTo>
                  <a:lnTo>
                    <a:pt x="10051928" y="2038366"/>
                  </a:lnTo>
                  <a:lnTo>
                    <a:pt x="10155105" y="2053551"/>
                  </a:lnTo>
                  <a:lnTo>
                    <a:pt x="10263701" y="2067291"/>
                  </a:lnTo>
                  <a:lnTo>
                    <a:pt x="10375965" y="2079605"/>
                  </a:lnTo>
                  <a:lnTo>
                    <a:pt x="10489364" y="2090483"/>
                  </a:lnTo>
                  <a:lnTo>
                    <a:pt x="10600633" y="2099894"/>
                  </a:lnTo>
                  <a:lnTo>
                    <a:pt x="10705977" y="2107811"/>
                  </a:lnTo>
                  <a:lnTo>
                    <a:pt x="10801453" y="2114233"/>
                  </a:lnTo>
                  <a:lnTo>
                    <a:pt x="10883493" y="2119201"/>
                  </a:lnTo>
                  <a:lnTo>
                    <a:pt x="10949472" y="2122817"/>
                  </a:lnTo>
                  <a:lnTo>
                    <a:pt x="10998185" y="2125243"/>
                  </a:lnTo>
                  <a:lnTo>
                    <a:pt x="11030120" y="2126695"/>
                  </a:lnTo>
                  <a:lnTo>
                    <a:pt x="11047484" y="2127416"/>
                  </a:lnTo>
                  <a:lnTo>
                    <a:pt x="11054038" y="2127667"/>
                  </a:lnTo>
                  <a:lnTo>
                    <a:pt x="11054891" y="2127697"/>
                  </a:lnTo>
                  <a:lnTo>
                    <a:pt x="12049831" y="2127697"/>
                  </a:lnTo>
                  <a:lnTo>
                    <a:pt x="12049831" y="2122456"/>
                  </a:lnTo>
                  <a:lnTo>
                    <a:pt x="11054891" y="2122456"/>
                  </a:lnTo>
                  <a:lnTo>
                    <a:pt x="11053789" y="2122417"/>
                  </a:lnTo>
                  <a:lnTo>
                    <a:pt x="11046514" y="2122137"/>
                  </a:lnTo>
                  <a:lnTo>
                    <a:pt x="11028062" y="2121365"/>
                  </a:lnTo>
                  <a:lnTo>
                    <a:pt x="10994793" y="2119842"/>
                  </a:lnTo>
                  <a:lnTo>
                    <a:pt x="10944639" y="2117324"/>
                  </a:lnTo>
                  <a:lnTo>
                    <a:pt x="10877257" y="2113600"/>
                  </a:lnTo>
                  <a:lnTo>
                    <a:pt x="10793983" y="2108515"/>
                  </a:lnTo>
                  <a:lnTo>
                    <a:pt x="10697543" y="2101970"/>
                  </a:lnTo>
                  <a:lnTo>
                    <a:pt x="10591555" y="2093928"/>
                  </a:lnTo>
                  <a:lnTo>
                    <a:pt x="10479969" y="2084394"/>
                  </a:lnTo>
                  <a:lnTo>
                    <a:pt x="10366549" y="2073396"/>
                  </a:lnTo>
                  <a:lnTo>
                    <a:pt x="10254504" y="2060962"/>
                  </a:lnTo>
                  <a:lnTo>
                    <a:pt x="10146303" y="2047104"/>
                  </a:lnTo>
                  <a:lnTo>
                    <a:pt x="10043631" y="2031797"/>
                  </a:lnTo>
                  <a:lnTo>
                    <a:pt x="9947466" y="2014979"/>
                  </a:lnTo>
                  <a:lnTo>
                    <a:pt x="9858203" y="1996539"/>
                  </a:lnTo>
                  <a:lnTo>
                    <a:pt x="9775789" y="1976324"/>
                  </a:lnTo>
                  <a:lnTo>
                    <a:pt x="9699864" y="1954133"/>
                  </a:lnTo>
                  <a:lnTo>
                    <a:pt x="9629857" y="1929730"/>
                  </a:lnTo>
                  <a:lnTo>
                    <a:pt x="9565082" y="1902847"/>
                  </a:lnTo>
                  <a:lnTo>
                    <a:pt x="9504791" y="1873203"/>
                  </a:lnTo>
                  <a:lnTo>
                    <a:pt x="9448231" y="1840528"/>
                  </a:lnTo>
                  <a:lnTo>
                    <a:pt x="9394674" y="1804602"/>
                  </a:lnTo>
                  <a:lnTo>
                    <a:pt x="9347647" y="1768714"/>
                  </a:lnTo>
                  <a:lnTo>
                    <a:pt x="9298913" y="1727103"/>
                  </a:lnTo>
                  <a:lnTo>
                    <a:pt x="9251478" y="1682187"/>
                  </a:lnTo>
                  <a:lnTo>
                    <a:pt x="9204960" y="1633899"/>
                  </a:lnTo>
                  <a:lnTo>
                    <a:pt x="9159056" y="1582237"/>
                  </a:lnTo>
                  <a:lnTo>
                    <a:pt x="9113530" y="1527274"/>
                  </a:lnTo>
                  <a:lnTo>
                    <a:pt x="9068205" y="1469156"/>
                  </a:lnTo>
                  <a:lnTo>
                    <a:pt x="9022953" y="1408115"/>
                  </a:lnTo>
                  <a:lnTo>
                    <a:pt x="8977690" y="1344462"/>
                  </a:lnTo>
                  <a:lnTo>
                    <a:pt x="8932368" y="1278588"/>
                  </a:lnTo>
                  <a:lnTo>
                    <a:pt x="8886973" y="1210953"/>
                  </a:lnTo>
                  <a:lnTo>
                    <a:pt x="8841511" y="1142076"/>
                  </a:lnTo>
                  <a:lnTo>
                    <a:pt x="8796009" y="1072518"/>
                  </a:lnTo>
                  <a:lnTo>
                    <a:pt x="8750502" y="1002865"/>
                  </a:lnTo>
                  <a:lnTo>
                    <a:pt x="8705024" y="933705"/>
                  </a:lnTo>
                  <a:lnTo>
                    <a:pt x="8659605" y="865608"/>
                  </a:lnTo>
                  <a:lnTo>
                    <a:pt x="8614260" y="799110"/>
                  </a:lnTo>
                  <a:lnTo>
                    <a:pt x="8568981" y="734692"/>
                  </a:lnTo>
                  <a:lnTo>
                    <a:pt x="8523733" y="672766"/>
                  </a:lnTo>
                  <a:lnTo>
                    <a:pt x="8478443" y="613672"/>
                  </a:lnTo>
                  <a:lnTo>
                    <a:pt x="8432999" y="557667"/>
                  </a:lnTo>
                  <a:lnTo>
                    <a:pt x="8387241" y="504924"/>
                  </a:lnTo>
                  <a:lnTo>
                    <a:pt x="8340951" y="455540"/>
                  </a:lnTo>
                  <a:lnTo>
                    <a:pt x="8293851" y="409536"/>
                  </a:lnTo>
                  <a:lnTo>
                    <a:pt x="8245585" y="366865"/>
                  </a:lnTo>
                  <a:lnTo>
                    <a:pt x="8229629" y="353742"/>
                  </a:lnTo>
                  <a:lnTo>
                    <a:pt x="8178248" y="314740"/>
                  </a:lnTo>
                  <a:lnTo>
                    <a:pt x="8124468" y="279090"/>
                  </a:lnTo>
                  <a:lnTo>
                    <a:pt x="8067626" y="246676"/>
                  </a:lnTo>
                  <a:lnTo>
                    <a:pt x="8006991" y="217273"/>
                  </a:lnTo>
                  <a:lnTo>
                    <a:pt x="7941809" y="190607"/>
                  </a:lnTo>
                  <a:lnTo>
                    <a:pt x="7871335" y="166397"/>
                  </a:lnTo>
                  <a:lnTo>
                    <a:pt x="7794890" y="144379"/>
                  </a:lnTo>
                  <a:lnTo>
                    <a:pt x="7711917" y="124319"/>
                  </a:lnTo>
                  <a:lnTo>
                    <a:pt x="7622077" y="106019"/>
                  </a:lnTo>
                  <a:lnTo>
                    <a:pt x="7525349" y="89330"/>
                  </a:lnTo>
                  <a:lnTo>
                    <a:pt x="7422171" y="74146"/>
                  </a:lnTo>
                  <a:lnTo>
                    <a:pt x="7313575" y="60406"/>
                  </a:lnTo>
                  <a:lnTo>
                    <a:pt x="7201312" y="48091"/>
                  </a:lnTo>
                  <a:lnTo>
                    <a:pt x="7087912" y="37213"/>
                  </a:lnTo>
                  <a:lnTo>
                    <a:pt x="6976643" y="27802"/>
                  </a:lnTo>
                  <a:lnTo>
                    <a:pt x="6871299" y="19885"/>
                  </a:lnTo>
                  <a:lnTo>
                    <a:pt x="6775824" y="13464"/>
                  </a:lnTo>
                  <a:lnTo>
                    <a:pt x="6693784" y="8496"/>
                  </a:lnTo>
                  <a:lnTo>
                    <a:pt x="6627805" y="4880"/>
                  </a:lnTo>
                  <a:lnTo>
                    <a:pt x="6579091" y="2453"/>
                  </a:lnTo>
                  <a:lnTo>
                    <a:pt x="6547156" y="1002"/>
                  </a:lnTo>
                  <a:lnTo>
                    <a:pt x="6529792" y="280"/>
                  </a:lnTo>
                  <a:lnTo>
                    <a:pt x="6523238" y="3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3" y="38"/>
                  </a:lnTo>
                  <a:lnTo>
                    <a:pt x="5519062" y="315"/>
                  </a:lnTo>
                  <a:lnTo>
                    <a:pt x="5500597" y="1079"/>
                  </a:lnTo>
                  <a:lnTo>
                    <a:pt x="5467305" y="2584"/>
                  </a:lnTo>
                  <a:lnTo>
                    <a:pt x="5417119" y="5073"/>
                  </a:lnTo>
                  <a:lnTo>
                    <a:pt x="5349696" y="8753"/>
                  </a:lnTo>
                  <a:lnTo>
                    <a:pt x="5266378" y="13779"/>
                  </a:lnTo>
                  <a:lnTo>
                    <a:pt x="5169891" y="20248"/>
                  </a:lnTo>
                  <a:lnTo>
                    <a:pt x="5063860" y="28196"/>
                  </a:lnTo>
                  <a:lnTo>
                    <a:pt x="4952238" y="37618"/>
                  </a:lnTo>
                  <a:lnTo>
                    <a:pt x="4838788" y="48487"/>
                  </a:lnTo>
                  <a:lnTo>
                    <a:pt x="4726724" y="60774"/>
                  </a:lnTo>
                  <a:lnTo>
                    <a:pt x="4618510" y="74469"/>
                  </a:lnTo>
                  <a:lnTo>
                    <a:pt x="4515833" y="89596"/>
                  </a:lnTo>
                  <a:lnTo>
                    <a:pt x="4419669" y="106216"/>
                  </a:lnTo>
                  <a:lnTo>
                    <a:pt x="4330410" y="124439"/>
                  </a:lnTo>
                  <a:lnTo>
                    <a:pt x="4248004" y="144418"/>
                  </a:lnTo>
                  <a:lnTo>
                    <a:pt x="4172087" y="166349"/>
                  </a:lnTo>
                  <a:lnTo>
                    <a:pt x="4102089" y="190468"/>
                  </a:lnTo>
                  <a:lnTo>
                    <a:pt x="4037321" y="217038"/>
                  </a:lnTo>
                  <a:lnTo>
                    <a:pt x="3977036" y="246339"/>
                  </a:lnTo>
                  <a:lnTo>
                    <a:pt x="3920479" y="278636"/>
                  </a:lnTo>
                  <a:lnTo>
                    <a:pt x="3866925" y="314146"/>
                  </a:lnTo>
                  <a:lnTo>
                    <a:pt x="3820202" y="349375"/>
                  </a:lnTo>
                  <a:lnTo>
                    <a:pt x="3771284" y="390634"/>
                  </a:lnTo>
                  <a:lnTo>
                    <a:pt x="3723675" y="435184"/>
                  </a:lnTo>
                  <a:lnTo>
                    <a:pt x="3676986" y="483090"/>
                  </a:lnTo>
                  <a:lnTo>
                    <a:pt x="3630914" y="534353"/>
                  </a:lnTo>
                  <a:lnTo>
                    <a:pt x="3585219" y="588900"/>
                  </a:lnTo>
                  <a:lnTo>
                    <a:pt x="3539724" y="646582"/>
                  </a:lnTo>
                  <a:lnTo>
                    <a:pt x="3494300" y="707168"/>
                  </a:lnTo>
                  <a:lnTo>
                    <a:pt x="3448863" y="770343"/>
                  </a:lnTo>
                  <a:lnTo>
                    <a:pt x="3403366" y="835716"/>
                  </a:lnTo>
                  <a:lnTo>
                    <a:pt x="3357795" y="902825"/>
                  </a:lnTo>
                  <a:lnTo>
                    <a:pt x="3312158" y="971148"/>
                  </a:lnTo>
                  <a:lnTo>
                    <a:pt x="3266481" y="1040125"/>
                  </a:lnTo>
                  <a:lnTo>
                    <a:pt x="3220801" y="1109170"/>
                  </a:lnTo>
                  <a:lnTo>
                    <a:pt x="3175152" y="1177697"/>
                  </a:lnTo>
                  <a:lnTo>
                    <a:pt x="3129564" y="1245134"/>
                  </a:lnTo>
                  <a:lnTo>
                    <a:pt x="3084050" y="1310953"/>
                  </a:lnTo>
                  <a:lnTo>
                    <a:pt x="3038602" y="1374674"/>
                  </a:lnTo>
                  <a:lnTo>
                    <a:pt x="2993181" y="1435891"/>
                  </a:lnTo>
                  <a:lnTo>
                    <a:pt x="2947712" y="1494269"/>
                  </a:lnTo>
                  <a:lnTo>
                    <a:pt x="2902078" y="1549558"/>
                  </a:lnTo>
                  <a:lnTo>
                    <a:pt x="2856111" y="1601590"/>
                  </a:lnTo>
                  <a:lnTo>
                    <a:pt x="2809590" y="1650276"/>
                  </a:lnTo>
                  <a:lnTo>
                    <a:pt x="2762225" y="1695599"/>
                  </a:lnTo>
                  <a:lnTo>
                    <a:pt x="2713650" y="1737612"/>
                  </a:lnTo>
                  <a:lnTo>
                    <a:pt x="2702183" y="1746878"/>
                  </a:lnTo>
                  <a:lnTo>
                    <a:pt x="2650789" y="1785408"/>
                  </a:lnTo>
                  <a:lnTo>
                    <a:pt x="2596994" y="1820625"/>
                  </a:lnTo>
                  <a:lnTo>
                    <a:pt x="2540135" y="1852645"/>
                  </a:lnTo>
                  <a:lnTo>
                    <a:pt x="2479482" y="1881690"/>
                  </a:lnTo>
                  <a:lnTo>
                    <a:pt x="2414278" y="1908031"/>
                  </a:lnTo>
                  <a:lnTo>
                    <a:pt x="2343778" y="1931944"/>
                  </a:lnTo>
                  <a:lnTo>
                    <a:pt x="2267303" y="1953692"/>
                  </a:lnTo>
                  <a:lnTo>
                    <a:pt x="2184297" y="1973507"/>
                  </a:lnTo>
                  <a:lnTo>
                    <a:pt x="2094419" y="1991582"/>
                  </a:lnTo>
                  <a:lnTo>
                    <a:pt x="1997650" y="2008065"/>
                  </a:lnTo>
                  <a:lnTo>
                    <a:pt x="1894430" y="2023062"/>
                  </a:lnTo>
                  <a:lnTo>
                    <a:pt x="1785794" y="2036632"/>
                  </a:lnTo>
                  <a:lnTo>
                    <a:pt x="1673494" y="2048793"/>
                  </a:lnTo>
                  <a:lnTo>
                    <a:pt x="1560067" y="2059534"/>
                  </a:lnTo>
                  <a:lnTo>
                    <a:pt x="1448784" y="2068826"/>
                  </a:lnTo>
                  <a:lnTo>
                    <a:pt x="1343445" y="2076642"/>
                  </a:lnTo>
                  <a:lnTo>
                    <a:pt x="1247995" y="2082979"/>
                  </a:lnTo>
                  <a:lnTo>
                    <a:pt x="1166000" y="2087881"/>
                  </a:lnTo>
                  <a:lnTo>
                    <a:pt x="1100083" y="2091447"/>
                  </a:lnTo>
                  <a:lnTo>
                    <a:pt x="1051443" y="2093839"/>
                  </a:lnTo>
                  <a:lnTo>
                    <a:pt x="1019582" y="2095269"/>
                  </a:lnTo>
                  <a:lnTo>
                    <a:pt x="1002284" y="2095979"/>
                  </a:lnTo>
                  <a:lnTo>
                    <a:pt x="995777" y="2096224"/>
                  </a:lnTo>
                  <a:lnTo>
                    <a:pt x="994940" y="2096253"/>
                  </a:lnTo>
                  <a:lnTo>
                    <a:pt x="0" y="2096253"/>
                  </a:lnTo>
                  <a:close/>
                </a:path>
              </a:pathLst>
            </a:custGeom>
            <a:solidFill>
              <a:srgbClr val="B497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40" name="pl1839"/>
            <p:cNvSpPr/>
            <p:nvPr/>
          </p:nvSpPr>
          <p:spPr>
            <a:xfrm>
              <a:off x="1199187" y="3825498"/>
              <a:ext cx="12049831" cy="2122456"/>
            </a:xfrm>
            <a:custGeom>
              <a:avLst/>
              <a:pathLst>
                <a:path w="12049831" h="2122456">
                  <a:moveTo>
                    <a:pt x="0" y="2096253"/>
                  </a:moveTo>
                  <a:lnTo>
                    <a:pt x="994940" y="2096253"/>
                  </a:lnTo>
                  <a:lnTo>
                    <a:pt x="996042" y="2096214"/>
                  </a:lnTo>
                  <a:lnTo>
                    <a:pt x="1003323" y="2095938"/>
                  </a:lnTo>
                  <a:lnTo>
                    <a:pt x="1021788" y="2095174"/>
                  </a:lnTo>
                  <a:lnTo>
                    <a:pt x="1055080" y="2093669"/>
                  </a:lnTo>
                  <a:lnTo>
                    <a:pt x="1105266" y="2091180"/>
                  </a:lnTo>
                  <a:lnTo>
                    <a:pt x="1172689" y="2087500"/>
                  </a:lnTo>
                  <a:lnTo>
                    <a:pt x="1256007" y="2082473"/>
                  </a:lnTo>
                  <a:lnTo>
                    <a:pt x="1352494" y="2076005"/>
                  </a:lnTo>
                  <a:lnTo>
                    <a:pt x="1458525" y="2068057"/>
                  </a:lnTo>
                  <a:lnTo>
                    <a:pt x="1570147" y="2058635"/>
                  </a:lnTo>
                  <a:lnTo>
                    <a:pt x="1683597" y="2047766"/>
                  </a:lnTo>
                  <a:lnTo>
                    <a:pt x="1795661" y="2035479"/>
                  </a:lnTo>
                  <a:lnTo>
                    <a:pt x="1903875" y="2021783"/>
                  </a:lnTo>
                  <a:lnTo>
                    <a:pt x="2006552" y="2006657"/>
                  </a:lnTo>
                  <a:lnTo>
                    <a:pt x="2102716" y="1990036"/>
                  </a:lnTo>
                  <a:lnTo>
                    <a:pt x="2191975" y="1971813"/>
                  </a:lnTo>
                  <a:lnTo>
                    <a:pt x="2274381" y="1951835"/>
                  </a:lnTo>
                  <a:lnTo>
                    <a:pt x="2350298" y="1929903"/>
                  </a:lnTo>
                  <a:lnTo>
                    <a:pt x="2420296" y="1905785"/>
                  </a:lnTo>
                  <a:lnTo>
                    <a:pt x="2485064" y="1879214"/>
                  </a:lnTo>
                  <a:lnTo>
                    <a:pt x="2545349" y="1849914"/>
                  </a:lnTo>
                  <a:lnTo>
                    <a:pt x="2601906" y="1817617"/>
                  </a:lnTo>
                  <a:lnTo>
                    <a:pt x="2655460" y="1782107"/>
                  </a:lnTo>
                  <a:lnTo>
                    <a:pt x="2702183" y="1746878"/>
                  </a:lnTo>
                  <a:lnTo>
                    <a:pt x="2751101" y="1705618"/>
                  </a:lnTo>
                  <a:lnTo>
                    <a:pt x="2798710" y="1661068"/>
                  </a:lnTo>
                  <a:lnTo>
                    <a:pt x="2845399" y="1613162"/>
                  </a:lnTo>
                  <a:lnTo>
                    <a:pt x="2891471" y="1561900"/>
                  </a:lnTo>
                  <a:lnTo>
                    <a:pt x="2937166" y="1507353"/>
                  </a:lnTo>
                  <a:lnTo>
                    <a:pt x="2982661" y="1449670"/>
                  </a:lnTo>
                  <a:lnTo>
                    <a:pt x="3028085" y="1389085"/>
                  </a:lnTo>
                  <a:lnTo>
                    <a:pt x="3073522" y="1325909"/>
                  </a:lnTo>
                  <a:lnTo>
                    <a:pt x="3119019" y="1260536"/>
                  </a:lnTo>
                  <a:lnTo>
                    <a:pt x="3164590" y="1193428"/>
                  </a:lnTo>
                  <a:lnTo>
                    <a:pt x="3210227" y="1125104"/>
                  </a:lnTo>
                  <a:lnTo>
                    <a:pt x="3255904" y="1056127"/>
                  </a:lnTo>
                  <a:lnTo>
                    <a:pt x="3301584" y="987082"/>
                  </a:lnTo>
                  <a:lnTo>
                    <a:pt x="3347233" y="918556"/>
                  </a:lnTo>
                  <a:lnTo>
                    <a:pt x="3392821" y="851118"/>
                  </a:lnTo>
                  <a:lnTo>
                    <a:pt x="3438335" y="785300"/>
                  </a:lnTo>
                  <a:lnTo>
                    <a:pt x="3483783" y="721578"/>
                  </a:lnTo>
                  <a:lnTo>
                    <a:pt x="3529204" y="660362"/>
                  </a:lnTo>
                  <a:lnTo>
                    <a:pt x="3574673" y="601984"/>
                  </a:lnTo>
                  <a:lnTo>
                    <a:pt x="3620307" y="546695"/>
                  </a:lnTo>
                  <a:lnTo>
                    <a:pt x="3666274" y="494662"/>
                  </a:lnTo>
                  <a:lnTo>
                    <a:pt x="3712795" y="445977"/>
                  </a:lnTo>
                  <a:lnTo>
                    <a:pt x="3760160" y="400653"/>
                  </a:lnTo>
                  <a:lnTo>
                    <a:pt x="3808735" y="358641"/>
                  </a:lnTo>
                  <a:lnTo>
                    <a:pt x="3820202" y="349375"/>
                  </a:lnTo>
                  <a:lnTo>
                    <a:pt x="3871596" y="310845"/>
                  </a:lnTo>
                  <a:lnTo>
                    <a:pt x="3925391" y="275628"/>
                  </a:lnTo>
                  <a:lnTo>
                    <a:pt x="3982250" y="243608"/>
                  </a:lnTo>
                  <a:lnTo>
                    <a:pt x="4042903" y="214562"/>
                  </a:lnTo>
                  <a:lnTo>
                    <a:pt x="4108107" y="188222"/>
                  </a:lnTo>
                  <a:lnTo>
                    <a:pt x="4178607" y="164308"/>
                  </a:lnTo>
                  <a:lnTo>
                    <a:pt x="4255082" y="142560"/>
                  </a:lnTo>
                  <a:lnTo>
                    <a:pt x="4338088" y="122745"/>
                  </a:lnTo>
                  <a:lnTo>
                    <a:pt x="4427966" y="104671"/>
                  </a:lnTo>
                  <a:lnTo>
                    <a:pt x="4524735" y="88187"/>
                  </a:lnTo>
                  <a:lnTo>
                    <a:pt x="4627954" y="73190"/>
                  </a:lnTo>
                  <a:lnTo>
                    <a:pt x="4736591" y="59621"/>
                  </a:lnTo>
                  <a:lnTo>
                    <a:pt x="4848891" y="47460"/>
                  </a:lnTo>
                  <a:lnTo>
                    <a:pt x="4962318" y="36719"/>
                  </a:lnTo>
                  <a:lnTo>
                    <a:pt x="5073601" y="27427"/>
                  </a:lnTo>
                  <a:lnTo>
                    <a:pt x="5178940" y="19611"/>
                  </a:lnTo>
                  <a:lnTo>
                    <a:pt x="5274390" y="13273"/>
                  </a:lnTo>
                  <a:lnTo>
                    <a:pt x="5356385" y="8372"/>
                  </a:lnTo>
                  <a:lnTo>
                    <a:pt x="5422302" y="4805"/>
                  </a:lnTo>
                  <a:lnTo>
                    <a:pt x="5470942" y="2413"/>
                  </a:lnTo>
                  <a:lnTo>
                    <a:pt x="5502803" y="984"/>
                  </a:lnTo>
                  <a:lnTo>
                    <a:pt x="5520101" y="274"/>
                  </a:lnTo>
                  <a:lnTo>
                    <a:pt x="5526608" y="29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7" y="39"/>
                  </a:lnTo>
                  <a:lnTo>
                    <a:pt x="6530763" y="318"/>
                  </a:lnTo>
                  <a:lnTo>
                    <a:pt x="6549214" y="1091"/>
                  </a:lnTo>
                  <a:lnTo>
                    <a:pt x="6582483" y="2614"/>
                  </a:lnTo>
                  <a:lnTo>
                    <a:pt x="6632637" y="5132"/>
                  </a:lnTo>
                  <a:lnTo>
                    <a:pt x="6700020" y="8855"/>
                  </a:lnTo>
                  <a:lnTo>
                    <a:pt x="6783293" y="13941"/>
                  </a:lnTo>
                  <a:lnTo>
                    <a:pt x="6879734" y="20486"/>
                  </a:lnTo>
                  <a:lnTo>
                    <a:pt x="6985722" y="28528"/>
                  </a:lnTo>
                  <a:lnTo>
                    <a:pt x="7097307" y="38062"/>
                  </a:lnTo>
                  <a:lnTo>
                    <a:pt x="7210728" y="49060"/>
                  </a:lnTo>
                  <a:lnTo>
                    <a:pt x="7322772" y="61494"/>
                  </a:lnTo>
                  <a:lnTo>
                    <a:pt x="7430974" y="75352"/>
                  </a:lnTo>
                  <a:lnTo>
                    <a:pt x="7533645" y="90659"/>
                  </a:lnTo>
                  <a:lnTo>
                    <a:pt x="7629810" y="107477"/>
                  </a:lnTo>
                  <a:lnTo>
                    <a:pt x="7719074" y="125917"/>
                  </a:lnTo>
                  <a:lnTo>
                    <a:pt x="7801487" y="146132"/>
                  </a:lnTo>
                  <a:lnTo>
                    <a:pt x="7877413" y="168323"/>
                  </a:lnTo>
                  <a:lnTo>
                    <a:pt x="7947419" y="192726"/>
                  </a:lnTo>
                  <a:lnTo>
                    <a:pt x="8012195" y="219609"/>
                  </a:lnTo>
                  <a:lnTo>
                    <a:pt x="8072485" y="249253"/>
                  </a:lnTo>
                  <a:lnTo>
                    <a:pt x="8129046" y="281928"/>
                  </a:lnTo>
                  <a:lnTo>
                    <a:pt x="8182602" y="317854"/>
                  </a:lnTo>
                  <a:lnTo>
                    <a:pt x="8229629" y="353742"/>
                  </a:lnTo>
                  <a:lnTo>
                    <a:pt x="8278364" y="395352"/>
                  </a:lnTo>
                  <a:lnTo>
                    <a:pt x="8325798" y="440269"/>
                  </a:lnTo>
                  <a:lnTo>
                    <a:pt x="8372316" y="488557"/>
                  </a:lnTo>
                  <a:lnTo>
                    <a:pt x="8418220" y="540218"/>
                  </a:lnTo>
                  <a:lnTo>
                    <a:pt x="8463746" y="595182"/>
                  </a:lnTo>
                  <a:lnTo>
                    <a:pt x="8509071" y="653300"/>
                  </a:lnTo>
                  <a:lnTo>
                    <a:pt x="8554323" y="714341"/>
                  </a:lnTo>
                  <a:lnTo>
                    <a:pt x="8599587" y="777994"/>
                  </a:lnTo>
                  <a:lnTo>
                    <a:pt x="8644908" y="843868"/>
                  </a:lnTo>
                  <a:lnTo>
                    <a:pt x="8690304" y="911503"/>
                  </a:lnTo>
                  <a:lnTo>
                    <a:pt x="8735765" y="980380"/>
                  </a:lnTo>
                  <a:lnTo>
                    <a:pt x="8781267" y="1049937"/>
                  </a:lnTo>
                  <a:lnTo>
                    <a:pt x="8826775" y="1119591"/>
                  </a:lnTo>
                  <a:lnTo>
                    <a:pt x="8872253" y="1188751"/>
                  </a:lnTo>
                  <a:lnTo>
                    <a:pt x="8917671" y="1256847"/>
                  </a:lnTo>
                  <a:lnTo>
                    <a:pt x="8963016" y="1323346"/>
                  </a:lnTo>
                  <a:lnTo>
                    <a:pt x="9008295" y="1387764"/>
                  </a:lnTo>
                  <a:lnTo>
                    <a:pt x="9053544" y="1449690"/>
                  </a:lnTo>
                  <a:lnTo>
                    <a:pt x="9098833" y="1508783"/>
                  </a:lnTo>
                  <a:lnTo>
                    <a:pt x="9144277" y="1564789"/>
                  </a:lnTo>
                  <a:lnTo>
                    <a:pt x="9190036" y="1617531"/>
                  </a:lnTo>
                  <a:lnTo>
                    <a:pt x="9236325" y="1666916"/>
                  </a:lnTo>
                  <a:lnTo>
                    <a:pt x="9283425" y="1712920"/>
                  </a:lnTo>
                  <a:lnTo>
                    <a:pt x="9331691" y="1755590"/>
                  </a:lnTo>
                  <a:lnTo>
                    <a:pt x="9347647" y="1768714"/>
                  </a:lnTo>
                  <a:lnTo>
                    <a:pt x="9399029" y="1807716"/>
                  </a:lnTo>
                  <a:lnTo>
                    <a:pt x="9452808" y="1843366"/>
                  </a:lnTo>
                  <a:lnTo>
                    <a:pt x="9509651" y="1875780"/>
                  </a:lnTo>
                  <a:lnTo>
                    <a:pt x="9570285" y="1905183"/>
                  </a:lnTo>
                  <a:lnTo>
                    <a:pt x="9635468" y="1931849"/>
                  </a:lnTo>
                  <a:lnTo>
                    <a:pt x="9705941" y="1956058"/>
                  </a:lnTo>
                  <a:lnTo>
                    <a:pt x="9782387" y="1978076"/>
                  </a:lnTo>
                  <a:lnTo>
                    <a:pt x="9865359" y="1998137"/>
                  </a:lnTo>
                  <a:lnTo>
                    <a:pt x="9955200" y="2016437"/>
                  </a:lnTo>
                  <a:lnTo>
                    <a:pt x="10051928" y="2033126"/>
                  </a:lnTo>
                  <a:lnTo>
                    <a:pt x="10155105" y="2048310"/>
                  </a:lnTo>
                  <a:lnTo>
                    <a:pt x="10263701" y="2062050"/>
                  </a:lnTo>
                  <a:lnTo>
                    <a:pt x="10375965" y="2074365"/>
                  </a:lnTo>
                  <a:lnTo>
                    <a:pt x="10489364" y="2085242"/>
                  </a:lnTo>
                  <a:lnTo>
                    <a:pt x="10600633" y="2094653"/>
                  </a:lnTo>
                  <a:lnTo>
                    <a:pt x="10705977" y="2102571"/>
                  </a:lnTo>
                  <a:lnTo>
                    <a:pt x="10801453" y="2108992"/>
                  </a:lnTo>
                  <a:lnTo>
                    <a:pt x="10883493" y="2113960"/>
                  </a:lnTo>
                  <a:lnTo>
                    <a:pt x="10949472" y="2117576"/>
                  </a:lnTo>
                  <a:lnTo>
                    <a:pt x="10998185" y="2120003"/>
                  </a:lnTo>
                  <a:lnTo>
                    <a:pt x="11030120" y="2121454"/>
                  </a:lnTo>
                  <a:lnTo>
                    <a:pt x="11047484" y="2122176"/>
                  </a:lnTo>
                  <a:lnTo>
                    <a:pt x="11054038" y="2122426"/>
                  </a:lnTo>
                  <a:lnTo>
                    <a:pt x="11054891" y="2122456"/>
                  </a:lnTo>
                  <a:lnTo>
                    <a:pt x="12049831" y="2122456"/>
                  </a:lnTo>
                  <a:lnTo>
                    <a:pt x="12049831" y="21224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1" name="pl1840"/>
            <p:cNvSpPr/>
            <p:nvPr/>
          </p:nvSpPr>
          <p:spPr>
            <a:xfrm>
              <a:off x="1199187" y="3820257"/>
              <a:ext cx="12049831" cy="2122456"/>
            </a:xfrm>
            <a:custGeom>
              <a:avLst/>
              <a:pathLst>
                <a:path w="12049831" h="2122456">
                  <a:moveTo>
                    <a:pt x="12049831" y="2122456"/>
                  </a:moveTo>
                  <a:lnTo>
                    <a:pt x="11054891" y="2122456"/>
                  </a:lnTo>
                  <a:lnTo>
                    <a:pt x="11053789" y="2122417"/>
                  </a:lnTo>
                  <a:lnTo>
                    <a:pt x="11046514" y="2122137"/>
                  </a:lnTo>
                  <a:lnTo>
                    <a:pt x="11028062" y="2121365"/>
                  </a:lnTo>
                  <a:lnTo>
                    <a:pt x="10994793" y="2119842"/>
                  </a:lnTo>
                  <a:lnTo>
                    <a:pt x="10944639" y="2117324"/>
                  </a:lnTo>
                  <a:lnTo>
                    <a:pt x="10877257" y="2113600"/>
                  </a:lnTo>
                  <a:lnTo>
                    <a:pt x="10793983" y="2108515"/>
                  </a:lnTo>
                  <a:lnTo>
                    <a:pt x="10697543" y="2101970"/>
                  </a:lnTo>
                  <a:lnTo>
                    <a:pt x="10591555" y="2093928"/>
                  </a:lnTo>
                  <a:lnTo>
                    <a:pt x="10479969" y="2084394"/>
                  </a:lnTo>
                  <a:lnTo>
                    <a:pt x="10366549" y="2073396"/>
                  </a:lnTo>
                  <a:lnTo>
                    <a:pt x="10254504" y="2060962"/>
                  </a:lnTo>
                  <a:lnTo>
                    <a:pt x="10146303" y="2047104"/>
                  </a:lnTo>
                  <a:lnTo>
                    <a:pt x="10043631" y="2031797"/>
                  </a:lnTo>
                  <a:lnTo>
                    <a:pt x="9947466" y="2014979"/>
                  </a:lnTo>
                  <a:lnTo>
                    <a:pt x="9858203" y="1996539"/>
                  </a:lnTo>
                  <a:lnTo>
                    <a:pt x="9775789" y="1976324"/>
                  </a:lnTo>
                  <a:lnTo>
                    <a:pt x="9699864" y="1954133"/>
                  </a:lnTo>
                  <a:lnTo>
                    <a:pt x="9629857" y="1929730"/>
                  </a:lnTo>
                  <a:lnTo>
                    <a:pt x="9565082" y="1902847"/>
                  </a:lnTo>
                  <a:lnTo>
                    <a:pt x="9504791" y="1873203"/>
                  </a:lnTo>
                  <a:lnTo>
                    <a:pt x="9448231" y="1840528"/>
                  </a:lnTo>
                  <a:lnTo>
                    <a:pt x="9394674" y="1804602"/>
                  </a:lnTo>
                  <a:lnTo>
                    <a:pt x="9347647" y="1768714"/>
                  </a:lnTo>
                  <a:lnTo>
                    <a:pt x="9298913" y="1727103"/>
                  </a:lnTo>
                  <a:lnTo>
                    <a:pt x="9251478" y="1682187"/>
                  </a:lnTo>
                  <a:lnTo>
                    <a:pt x="9204960" y="1633899"/>
                  </a:lnTo>
                  <a:lnTo>
                    <a:pt x="9159056" y="1582237"/>
                  </a:lnTo>
                  <a:lnTo>
                    <a:pt x="9113530" y="1527274"/>
                  </a:lnTo>
                  <a:lnTo>
                    <a:pt x="9068205" y="1469156"/>
                  </a:lnTo>
                  <a:lnTo>
                    <a:pt x="9022953" y="1408115"/>
                  </a:lnTo>
                  <a:lnTo>
                    <a:pt x="8977690" y="1344462"/>
                  </a:lnTo>
                  <a:lnTo>
                    <a:pt x="8932368" y="1278588"/>
                  </a:lnTo>
                  <a:lnTo>
                    <a:pt x="8886973" y="1210953"/>
                  </a:lnTo>
                  <a:lnTo>
                    <a:pt x="8841511" y="1142076"/>
                  </a:lnTo>
                  <a:lnTo>
                    <a:pt x="8796009" y="1072518"/>
                  </a:lnTo>
                  <a:lnTo>
                    <a:pt x="8750502" y="1002865"/>
                  </a:lnTo>
                  <a:lnTo>
                    <a:pt x="8705024" y="933705"/>
                  </a:lnTo>
                  <a:lnTo>
                    <a:pt x="8659605" y="865608"/>
                  </a:lnTo>
                  <a:lnTo>
                    <a:pt x="8614260" y="799110"/>
                  </a:lnTo>
                  <a:lnTo>
                    <a:pt x="8568981" y="734692"/>
                  </a:lnTo>
                  <a:lnTo>
                    <a:pt x="8523733" y="672766"/>
                  </a:lnTo>
                  <a:lnTo>
                    <a:pt x="8478443" y="613672"/>
                  </a:lnTo>
                  <a:lnTo>
                    <a:pt x="8432999" y="557667"/>
                  </a:lnTo>
                  <a:lnTo>
                    <a:pt x="8387241" y="504924"/>
                  </a:lnTo>
                  <a:lnTo>
                    <a:pt x="8340951" y="455540"/>
                  </a:lnTo>
                  <a:lnTo>
                    <a:pt x="8293851" y="409536"/>
                  </a:lnTo>
                  <a:lnTo>
                    <a:pt x="8245585" y="366865"/>
                  </a:lnTo>
                  <a:lnTo>
                    <a:pt x="8229629" y="353742"/>
                  </a:lnTo>
                  <a:lnTo>
                    <a:pt x="8178248" y="314740"/>
                  </a:lnTo>
                  <a:lnTo>
                    <a:pt x="8124468" y="279090"/>
                  </a:lnTo>
                  <a:lnTo>
                    <a:pt x="8067626" y="246676"/>
                  </a:lnTo>
                  <a:lnTo>
                    <a:pt x="8006991" y="217273"/>
                  </a:lnTo>
                  <a:lnTo>
                    <a:pt x="7941809" y="190607"/>
                  </a:lnTo>
                  <a:lnTo>
                    <a:pt x="7871335" y="166397"/>
                  </a:lnTo>
                  <a:lnTo>
                    <a:pt x="7794890" y="144379"/>
                  </a:lnTo>
                  <a:lnTo>
                    <a:pt x="7711917" y="124319"/>
                  </a:lnTo>
                  <a:lnTo>
                    <a:pt x="7622077" y="106019"/>
                  </a:lnTo>
                  <a:lnTo>
                    <a:pt x="7525349" y="89330"/>
                  </a:lnTo>
                  <a:lnTo>
                    <a:pt x="7422171" y="74146"/>
                  </a:lnTo>
                  <a:lnTo>
                    <a:pt x="7313575" y="60406"/>
                  </a:lnTo>
                  <a:lnTo>
                    <a:pt x="7201312" y="48091"/>
                  </a:lnTo>
                  <a:lnTo>
                    <a:pt x="7087912" y="37213"/>
                  </a:lnTo>
                  <a:lnTo>
                    <a:pt x="6976643" y="27802"/>
                  </a:lnTo>
                  <a:lnTo>
                    <a:pt x="6871299" y="19885"/>
                  </a:lnTo>
                  <a:lnTo>
                    <a:pt x="6775824" y="13464"/>
                  </a:lnTo>
                  <a:lnTo>
                    <a:pt x="6693784" y="8496"/>
                  </a:lnTo>
                  <a:lnTo>
                    <a:pt x="6627805" y="4880"/>
                  </a:lnTo>
                  <a:lnTo>
                    <a:pt x="6579091" y="2453"/>
                  </a:lnTo>
                  <a:lnTo>
                    <a:pt x="6547156" y="1002"/>
                  </a:lnTo>
                  <a:lnTo>
                    <a:pt x="6529792" y="280"/>
                  </a:lnTo>
                  <a:lnTo>
                    <a:pt x="6523238" y="3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3" y="38"/>
                  </a:lnTo>
                  <a:lnTo>
                    <a:pt x="5519062" y="315"/>
                  </a:lnTo>
                  <a:lnTo>
                    <a:pt x="5500597" y="1079"/>
                  </a:lnTo>
                  <a:lnTo>
                    <a:pt x="5467305" y="2584"/>
                  </a:lnTo>
                  <a:lnTo>
                    <a:pt x="5417119" y="5073"/>
                  </a:lnTo>
                  <a:lnTo>
                    <a:pt x="5349696" y="8753"/>
                  </a:lnTo>
                  <a:lnTo>
                    <a:pt x="5266378" y="13779"/>
                  </a:lnTo>
                  <a:lnTo>
                    <a:pt x="5169891" y="20248"/>
                  </a:lnTo>
                  <a:lnTo>
                    <a:pt x="5063860" y="28196"/>
                  </a:lnTo>
                  <a:lnTo>
                    <a:pt x="4952238" y="37618"/>
                  </a:lnTo>
                  <a:lnTo>
                    <a:pt x="4838788" y="48487"/>
                  </a:lnTo>
                  <a:lnTo>
                    <a:pt x="4726724" y="60774"/>
                  </a:lnTo>
                  <a:lnTo>
                    <a:pt x="4618510" y="74469"/>
                  </a:lnTo>
                  <a:lnTo>
                    <a:pt x="4515833" y="89596"/>
                  </a:lnTo>
                  <a:lnTo>
                    <a:pt x="4419669" y="106216"/>
                  </a:lnTo>
                  <a:lnTo>
                    <a:pt x="4330410" y="124439"/>
                  </a:lnTo>
                  <a:lnTo>
                    <a:pt x="4248004" y="144418"/>
                  </a:lnTo>
                  <a:lnTo>
                    <a:pt x="4172087" y="166349"/>
                  </a:lnTo>
                  <a:lnTo>
                    <a:pt x="4102089" y="190468"/>
                  </a:lnTo>
                  <a:lnTo>
                    <a:pt x="4037321" y="217038"/>
                  </a:lnTo>
                  <a:lnTo>
                    <a:pt x="3977036" y="246339"/>
                  </a:lnTo>
                  <a:lnTo>
                    <a:pt x="3920479" y="278636"/>
                  </a:lnTo>
                  <a:lnTo>
                    <a:pt x="3866925" y="314146"/>
                  </a:lnTo>
                  <a:lnTo>
                    <a:pt x="3820202" y="349375"/>
                  </a:lnTo>
                  <a:lnTo>
                    <a:pt x="3771284" y="390634"/>
                  </a:lnTo>
                  <a:lnTo>
                    <a:pt x="3723675" y="435184"/>
                  </a:lnTo>
                  <a:lnTo>
                    <a:pt x="3676986" y="483090"/>
                  </a:lnTo>
                  <a:lnTo>
                    <a:pt x="3630914" y="534353"/>
                  </a:lnTo>
                  <a:lnTo>
                    <a:pt x="3585219" y="588900"/>
                  </a:lnTo>
                  <a:lnTo>
                    <a:pt x="3539724" y="646582"/>
                  </a:lnTo>
                  <a:lnTo>
                    <a:pt x="3494300" y="707168"/>
                  </a:lnTo>
                  <a:lnTo>
                    <a:pt x="3448863" y="770343"/>
                  </a:lnTo>
                  <a:lnTo>
                    <a:pt x="3403366" y="835716"/>
                  </a:lnTo>
                  <a:lnTo>
                    <a:pt x="3357795" y="902825"/>
                  </a:lnTo>
                  <a:lnTo>
                    <a:pt x="3312158" y="971148"/>
                  </a:lnTo>
                  <a:lnTo>
                    <a:pt x="3266481" y="1040125"/>
                  </a:lnTo>
                  <a:lnTo>
                    <a:pt x="3220801" y="1109170"/>
                  </a:lnTo>
                  <a:lnTo>
                    <a:pt x="3175152" y="1177697"/>
                  </a:lnTo>
                  <a:lnTo>
                    <a:pt x="3129564" y="1245134"/>
                  </a:lnTo>
                  <a:lnTo>
                    <a:pt x="3084050" y="1310953"/>
                  </a:lnTo>
                  <a:lnTo>
                    <a:pt x="3038602" y="1374674"/>
                  </a:lnTo>
                  <a:lnTo>
                    <a:pt x="2993181" y="1435891"/>
                  </a:lnTo>
                  <a:lnTo>
                    <a:pt x="2947712" y="1494269"/>
                  </a:lnTo>
                  <a:lnTo>
                    <a:pt x="2902078" y="1549558"/>
                  </a:lnTo>
                  <a:lnTo>
                    <a:pt x="2856111" y="1601590"/>
                  </a:lnTo>
                  <a:lnTo>
                    <a:pt x="2809590" y="1650276"/>
                  </a:lnTo>
                  <a:lnTo>
                    <a:pt x="2762225" y="1695599"/>
                  </a:lnTo>
                  <a:lnTo>
                    <a:pt x="2713650" y="1737612"/>
                  </a:lnTo>
                  <a:lnTo>
                    <a:pt x="2702183" y="1746878"/>
                  </a:lnTo>
                  <a:lnTo>
                    <a:pt x="2650789" y="1785408"/>
                  </a:lnTo>
                  <a:lnTo>
                    <a:pt x="2596994" y="1820625"/>
                  </a:lnTo>
                  <a:lnTo>
                    <a:pt x="2540135" y="1852645"/>
                  </a:lnTo>
                  <a:lnTo>
                    <a:pt x="2479482" y="1881690"/>
                  </a:lnTo>
                  <a:lnTo>
                    <a:pt x="2414278" y="1908031"/>
                  </a:lnTo>
                  <a:lnTo>
                    <a:pt x="2343778" y="1931944"/>
                  </a:lnTo>
                  <a:lnTo>
                    <a:pt x="2267303" y="1953692"/>
                  </a:lnTo>
                  <a:lnTo>
                    <a:pt x="2184297" y="1973507"/>
                  </a:lnTo>
                  <a:lnTo>
                    <a:pt x="2094419" y="1991582"/>
                  </a:lnTo>
                  <a:lnTo>
                    <a:pt x="1997650" y="2008065"/>
                  </a:lnTo>
                  <a:lnTo>
                    <a:pt x="1894430" y="2023062"/>
                  </a:lnTo>
                  <a:lnTo>
                    <a:pt x="1785794" y="2036632"/>
                  </a:lnTo>
                  <a:lnTo>
                    <a:pt x="1673494" y="2048793"/>
                  </a:lnTo>
                  <a:lnTo>
                    <a:pt x="1560067" y="2059534"/>
                  </a:lnTo>
                  <a:lnTo>
                    <a:pt x="1448784" y="2068826"/>
                  </a:lnTo>
                  <a:lnTo>
                    <a:pt x="1343445" y="2076642"/>
                  </a:lnTo>
                  <a:lnTo>
                    <a:pt x="1247995" y="2082979"/>
                  </a:lnTo>
                  <a:lnTo>
                    <a:pt x="1166000" y="2087881"/>
                  </a:lnTo>
                  <a:lnTo>
                    <a:pt x="1100083" y="2091447"/>
                  </a:lnTo>
                  <a:lnTo>
                    <a:pt x="1051443" y="2093839"/>
                  </a:lnTo>
                  <a:lnTo>
                    <a:pt x="1019582" y="2095269"/>
                  </a:lnTo>
                  <a:lnTo>
                    <a:pt x="1002284" y="2095979"/>
                  </a:lnTo>
                  <a:lnTo>
                    <a:pt x="995777" y="2096224"/>
                  </a:lnTo>
                  <a:lnTo>
                    <a:pt x="994940" y="2096253"/>
                  </a:lnTo>
                  <a:lnTo>
                    <a:pt x="0" y="2096253"/>
                  </a:lnTo>
                  <a:lnTo>
                    <a:pt x="0" y="20962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2" name="pg1841"/>
            <p:cNvSpPr/>
            <p:nvPr/>
          </p:nvSpPr>
          <p:spPr>
            <a:xfrm>
              <a:off x="1199187" y="2761649"/>
              <a:ext cx="12049831" cy="3186305"/>
            </a:xfrm>
            <a:custGeom>
              <a:avLst/>
              <a:pathLst>
                <a:path w="12049831" h="3186305">
                  <a:moveTo>
                    <a:pt x="0" y="3186305"/>
                  </a:moveTo>
                  <a:lnTo>
                    <a:pt x="994940" y="3186305"/>
                  </a:lnTo>
                  <a:lnTo>
                    <a:pt x="996073" y="3186293"/>
                  </a:lnTo>
                  <a:lnTo>
                    <a:pt x="1003550" y="3186204"/>
                  </a:lnTo>
                  <a:lnTo>
                    <a:pt x="1022501" y="3185958"/>
                  </a:lnTo>
                  <a:lnTo>
                    <a:pt x="1056633" y="3185474"/>
                  </a:lnTo>
                  <a:lnTo>
                    <a:pt x="1108017" y="3184675"/>
                  </a:lnTo>
                  <a:lnTo>
                    <a:pt x="1176929" y="3183494"/>
                  </a:lnTo>
                  <a:lnTo>
                    <a:pt x="1261910" y="3181881"/>
                  </a:lnTo>
                  <a:lnTo>
                    <a:pt x="1360085" y="3179809"/>
                  </a:lnTo>
                  <a:lnTo>
                    <a:pt x="1467687" y="3177265"/>
                  </a:lnTo>
                  <a:lnTo>
                    <a:pt x="1580651" y="3174253"/>
                  </a:lnTo>
                  <a:lnTo>
                    <a:pt x="1695146" y="3170781"/>
                  </a:lnTo>
                  <a:lnTo>
                    <a:pt x="1807939" y="3166858"/>
                  </a:lnTo>
                  <a:lnTo>
                    <a:pt x="1916580" y="3162487"/>
                  </a:lnTo>
                  <a:lnTo>
                    <a:pt x="2019425" y="3157658"/>
                  </a:lnTo>
                  <a:lnTo>
                    <a:pt x="2115556" y="3152351"/>
                  </a:lnTo>
                  <a:lnTo>
                    <a:pt x="2204636" y="3146527"/>
                  </a:lnTo>
                  <a:lnTo>
                    <a:pt x="2286775" y="3140135"/>
                  </a:lnTo>
                  <a:lnTo>
                    <a:pt x="2362384" y="3133112"/>
                  </a:lnTo>
                  <a:lnTo>
                    <a:pt x="2432074" y="3125378"/>
                  </a:lnTo>
                  <a:lnTo>
                    <a:pt x="2496568" y="3116848"/>
                  </a:lnTo>
                  <a:lnTo>
                    <a:pt x="2556638" y="3107433"/>
                  </a:lnTo>
                  <a:lnTo>
                    <a:pt x="2613059" y="3097049"/>
                  </a:lnTo>
                  <a:lnTo>
                    <a:pt x="2666566" y="3085632"/>
                  </a:lnTo>
                  <a:lnTo>
                    <a:pt x="2702183" y="3077125"/>
                  </a:lnTo>
                  <a:lnTo>
                    <a:pt x="2761724" y="3061243"/>
                  </a:lnTo>
                  <a:lnTo>
                    <a:pt x="2819448" y="3043820"/>
                  </a:lnTo>
                  <a:lnTo>
                    <a:pt x="2876009" y="3024830"/>
                  </a:lnTo>
                  <a:lnTo>
                    <a:pt x="2931894" y="3004296"/>
                  </a:lnTo>
                  <a:lnTo>
                    <a:pt x="2987451" y="2982293"/>
                  </a:lnTo>
                  <a:lnTo>
                    <a:pt x="3042917" y="2958952"/>
                  </a:lnTo>
                  <a:lnTo>
                    <a:pt x="3098427" y="2934462"/>
                  </a:lnTo>
                  <a:lnTo>
                    <a:pt x="3154042" y="2909063"/>
                  </a:lnTo>
                  <a:lnTo>
                    <a:pt x="3209760" y="2883041"/>
                  </a:lnTo>
                  <a:lnTo>
                    <a:pt x="3265536" y="2856712"/>
                  </a:lnTo>
                  <a:lnTo>
                    <a:pt x="3321307" y="2830409"/>
                  </a:lnTo>
                  <a:lnTo>
                    <a:pt x="3377011" y="2804463"/>
                  </a:lnTo>
                  <a:lnTo>
                    <a:pt x="3432609" y="2779188"/>
                  </a:lnTo>
                  <a:lnTo>
                    <a:pt x="3488107" y="2754863"/>
                  </a:lnTo>
                  <a:lnTo>
                    <a:pt x="3543575" y="2731719"/>
                  </a:lnTo>
                  <a:lnTo>
                    <a:pt x="3599165" y="2709937"/>
                  </a:lnTo>
                  <a:lnTo>
                    <a:pt x="3655129" y="2689640"/>
                  </a:lnTo>
                  <a:lnTo>
                    <a:pt x="3711835" y="2670895"/>
                  </a:lnTo>
                  <a:lnTo>
                    <a:pt x="3769795" y="2653714"/>
                  </a:lnTo>
                  <a:lnTo>
                    <a:pt x="3820202" y="2640406"/>
                  </a:lnTo>
                  <a:lnTo>
                    <a:pt x="3872083" y="2628258"/>
                  </a:lnTo>
                  <a:lnTo>
                    <a:pt x="3926416" y="2617165"/>
                  </a:lnTo>
                  <a:lnTo>
                    <a:pt x="3983883" y="2607088"/>
                  </a:lnTo>
                  <a:lnTo>
                    <a:pt x="4045237" y="2597957"/>
                  </a:lnTo>
                  <a:lnTo>
                    <a:pt x="4111256" y="2589682"/>
                  </a:lnTo>
                  <a:lnTo>
                    <a:pt x="4182701" y="2582177"/>
                  </a:lnTo>
                  <a:lnTo>
                    <a:pt x="4260270" y="2575356"/>
                  </a:lnTo>
                  <a:lnTo>
                    <a:pt x="4344521" y="2569147"/>
                  </a:lnTo>
                  <a:lnTo>
                    <a:pt x="4435786" y="2563487"/>
                  </a:lnTo>
                  <a:lnTo>
                    <a:pt x="4534052" y="2558330"/>
                  </a:lnTo>
                  <a:lnTo>
                    <a:pt x="4638818" y="2553645"/>
                  </a:lnTo>
                  <a:lnTo>
                    <a:pt x="4748954" y="2549413"/>
                  </a:lnTo>
                  <a:lnTo>
                    <a:pt x="4862572" y="2545628"/>
                  </a:lnTo>
                  <a:lnTo>
                    <a:pt x="4976972" y="2542297"/>
                  </a:lnTo>
                  <a:lnTo>
                    <a:pt x="5088708" y="2539429"/>
                  </a:lnTo>
                  <a:lnTo>
                    <a:pt x="5193829" y="2537031"/>
                  </a:lnTo>
                  <a:lnTo>
                    <a:pt x="5288299" y="2535103"/>
                  </a:lnTo>
                  <a:lnTo>
                    <a:pt x="5368565" y="2533628"/>
                  </a:lnTo>
                  <a:lnTo>
                    <a:pt x="5432140" y="2532571"/>
                  </a:lnTo>
                  <a:lnTo>
                    <a:pt x="5478079" y="2531877"/>
                  </a:lnTo>
                  <a:lnTo>
                    <a:pt x="5507218" y="2531475"/>
                  </a:lnTo>
                  <a:lnTo>
                    <a:pt x="5522157" y="2531287"/>
                  </a:lnTo>
                  <a:lnTo>
                    <a:pt x="5527065" y="2531230"/>
                  </a:lnTo>
                  <a:lnTo>
                    <a:pt x="5527445" y="2531226"/>
                  </a:lnTo>
                  <a:lnTo>
                    <a:pt x="6522385" y="2531226"/>
                  </a:lnTo>
                  <a:lnTo>
                    <a:pt x="6523474" y="2531180"/>
                  </a:lnTo>
                  <a:lnTo>
                    <a:pt x="6530660" y="2530851"/>
                  </a:lnTo>
                  <a:lnTo>
                    <a:pt x="6548893" y="2529943"/>
                  </a:lnTo>
                  <a:lnTo>
                    <a:pt x="6581782" y="2528154"/>
                  </a:lnTo>
                  <a:lnTo>
                    <a:pt x="6631394" y="2525195"/>
                  </a:lnTo>
                  <a:lnTo>
                    <a:pt x="6698100" y="2520818"/>
                  </a:lnTo>
                  <a:lnTo>
                    <a:pt x="6780616" y="2514838"/>
                  </a:lnTo>
                  <a:lnTo>
                    <a:pt x="6876284" y="2507138"/>
                  </a:lnTo>
                  <a:lnTo>
                    <a:pt x="6981549" y="2497671"/>
                  </a:lnTo>
                  <a:lnTo>
                    <a:pt x="7092514" y="2486443"/>
                  </a:lnTo>
                  <a:lnTo>
                    <a:pt x="7205446" y="2473486"/>
                  </a:lnTo>
                  <a:lnTo>
                    <a:pt x="7317147" y="2458834"/>
                  </a:lnTo>
                  <a:lnTo>
                    <a:pt x="7425142" y="2442500"/>
                  </a:lnTo>
                  <a:lnTo>
                    <a:pt x="7527726" y="2424460"/>
                  </a:lnTo>
                  <a:lnTo>
                    <a:pt x="7623898" y="2404643"/>
                  </a:lnTo>
                  <a:lnTo>
                    <a:pt x="7713237" y="2382922"/>
                  </a:lnTo>
                  <a:lnTo>
                    <a:pt x="7795770" y="2359119"/>
                  </a:lnTo>
                  <a:lnTo>
                    <a:pt x="7871835" y="2333005"/>
                  </a:lnTo>
                  <a:lnTo>
                    <a:pt x="7941983" y="2304302"/>
                  </a:lnTo>
                  <a:lnTo>
                    <a:pt x="8006887" y="2272699"/>
                  </a:lnTo>
                  <a:lnTo>
                    <a:pt x="8067279" y="2237867"/>
                  </a:lnTo>
                  <a:lnTo>
                    <a:pt x="8123908" y="2199484"/>
                  </a:lnTo>
                  <a:lnTo>
                    <a:pt x="8177493" y="2157284"/>
                  </a:lnTo>
                  <a:lnTo>
                    <a:pt x="8228691" y="2111129"/>
                  </a:lnTo>
                  <a:lnTo>
                    <a:pt x="8229629" y="2110228"/>
                  </a:lnTo>
                  <a:lnTo>
                    <a:pt x="8275699" y="2063555"/>
                  </a:lnTo>
                  <a:lnTo>
                    <a:pt x="8320589" y="2013377"/>
                  </a:lnTo>
                  <a:lnTo>
                    <a:pt x="8364627" y="1959622"/>
                  </a:lnTo>
                  <a:lnTo>
                    <a:pt x="8408078" y="1902281"/>
                  </a:lnTo>
                  <a:lnTo>
                    <a:pt x="8451149" y="1841408"/>
                  </a:lnTo>
                  <a:lnTo>
                    <a:pt x="8494003" y="1777134"/>
                  </a:lnTo>
                  <a:lnTo>
                    <a:pt x="8536759" y="1709663"/>
                  </a:lnTo>
                  <a:lnTo>
                    <a:pt x="8579501" y="1639281"/>
                  </a:lnTo>
                  <a:lnTo>
                    <a:pt x="8622279" y="1566345"/>
                  </a:lnTo>
                  <a:lnTo>
                    <a:pt x="8665120" y="1491286"/>
                  </a:lnTo>
                  <a:lnTo>
                    <a:pt x="8708026" y="1414596"/>
                  </a:lnTo>
                  <a:lnTo>
                    <a:pt x="8750984" y="1336815"/>
                  </a:lnTo>
                  <a:lnTo>
                    <a:pt x="8793968" y="1258517"/>
                  </a:lnTo>
                  <a:lnTo>
                    <a:pt x="8836948" y="1180293"/>
                  </a:lnTo>
                  <a:lnTo>
                    <a:pt x="8879895" y="1102730"/>
                  </a:lnTo>
                  <a:lnTo>
                    <a:pt x="8922786" y="1026395"/>
                  </a:lnTo>
                  <a:lnTo>
                    <a:pt x="8965610" y="951820"/>
                  </a:lnTo>
                  <a:lnTo>
                    <a:pt x="9008376" y="879479"/>
                  </a:lnTo>
                  <a:lnTo>
                    <a:pt x="9051115" y="809788"/>
                  </a:lnTo>
                  <a:lnTo>
                    <a:pt x="9093886" y="743087"/>
                  </a:lnTo>
                  <a:lnTo>
                    <a:pt x="9136782" y="679640"/>
                  </a:lnTo>
                  <a:lnTo>
                    <a:pt x="9179931" y="619634"/>
                  </a:lnTo>
                  <a:lnTo>
                    <a:pt x="9223506" y="563179"/>
                  </a:lnTo>
                  <a:lnTo>
                    <a:pt x="9267728" y="510315"/>
                  </a:lnTo>
                  <a:lnTo>
                    <a:pt x="9312877" y="461014"/>
                  </a:lnTo>
                  <a:lnTo>
                    <a:pt x="9347647" y="426238"/>
                  </a:lnTo>
                  <a:lnTo>
                    <a:pt x="9398806" y="380008"/>
                  </a:lnTo>
                  <a:lnTo>
                    <a:pt x="9452341" y="337736"/>
                  </a:lnTo>
                  <a:lnTo>
                    <a:pt x="9508906" y="299284"/>
                  </a:lnTo>
                  <a:lnTo>
                    <a:pt x="9569221" y="264387"/>
                  </a:lnTo>
                  <a:lnTo>
                    <a:pt x="9634033" y="232728"/>
                  </a:lnTo>
                  <a:lnTo>
                    <a:pt x="9704077" y="203973"/>
                  </a:lnTo>
                  <a:lnTo>
                    <a:pt x="9780026" y="177813"/>
                  </a:lnTo>
                  <a:lnTo>
                    <a:pt x="9862433" y="153969"/>
                  </a:lnTo>
                  <a:lnTo>
                    <a:pt x="9951644" y="132212"/>
                  </a:lnTo>
                  <a:lnTo>
                    <a:pt x="10047690" y="112359"/>
                  </a:lnTo>
                  <a:lnTo>
                    <a:pt x="10150162" y="94287"/>
                  </a:lnTo>
                  <a:lnTo>
                    <a:pt x="10258069" y="77922"/>
                  </a:lnTo>
                  <a:lnTo>
                    <a:pt x="10369721" y="63238"/>
                  </a:lnTo>
                  <a:lnTo>
                    <a:pt x="10482657" y="50249"/>
                  </a:lnTo>
                  <a:lnTo>
                    <a:pt x="10593692" y="38989"/>
                  </a:lnTo>
                  <a:lnTo>
                    <a:pt x="10699099" y="29489"/>
                  </a:lnTo>
                  <a:lnTo>
                    <a:pt x="10794982" y="21756"/>
                  </a:lnTo>
                  <a:lnTo>
                    <a:pt x="10877772" y="15744"/>
                  </a:lnTo>
                  <a:lnTo>
                    <a:pt x="10944790" y="11339"/>
                  </a:lnTo>
                  <a:lnTo>
                    <a:pt x="10994724" y="8356"/>
                  </a:lnTo>
                  <a:lnTo>
                    <a:pt x="11027912" y="6547"/>
                  </a:lnTo>
                  <a:lnTo>
                    <a:pt x="11046390" y="5626"/>
                  </a:lnTo>
                  <a:lnTo>
                    <a:pt x="11053742" y="528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3" y="46"/>
                  </a:lnTo>
                  <a:lnTo>
                    <a:pt x="11046617" y="374"/>
                  </a:lnTo>
                  <a:lnTo>
                    <a:pt x="11028384" y="1282"/>
                  </a:lnTo>
                  <a:lnTo>
                    <a:pt x="10995495" y="3072"/>
                  </a:lnTo>
                  <a:lnTo>
                    <a:pt x="10945883" y="6031"/>
                  </a:lnTo>
                  <a:lnTo>
                    <a:pt x="10879177" y="10407"/>
                  </a:lnTo>
                  <a:lnTo>
                    <a:pt x="10796661" y="16388"/>
                  </a:lnTo>
                  <a:lnTo>
                    <a:pt x="10700992" y="24088"/>
                  </a:lnTo>
                  <a:lnTo>
                    <a:pt x="10595727" y="33554"/>
                  </a:lnTo>
                  <a:lnTo>
                    <a:pt x="10484763" y="44782"/>
                  </a:lnTo>
                  <a:lnTo>
                    <a:pt x="10371830" y="57739"/>
                  </a:lnTo>
                  <a:lnTo>
                    <a:pt x="10260130" y="72391"/>
                  </a:lnTo>
                  <a:lnTo>
                    <a:pt x="10152135" y="88725"/>
                  </a:lnTo>
                  <a:lnTo>
                    <a:pt x="10049550" y="106765"/>
                  </a:lnTo>
                  <a:lnTo>
                    <a:pt x="9953378" y="126583"/>
                  </a:lnTo>
                  <a:lnTo>
                    <a:pt x="9864039" y="148303"/>
                  </a:lnTo>
                  <a:lnTo>
                    <a:pt x="9781507" y="172106"/>
                  </a:lnTo>
                  <a:lnTo>
                    <a:pt x="9705441" y="198221"/>
                  </a:lnTo>
                  <a:lnTo>
                    <a:pt x="9635293" y="226923"/>
                  </a:lnTo>
                  <a:lnTo>
                    <a:pt x="9570390" y="258526"/>
                  </a:lnTo>
                  <a:lnTo>
                    <a:pt x="9509997" y="293358"/>
                  </a:lnTo>
                  <a:lnTo>
                    <a:pt x="9453369" y="331742"/>
                  </a:lnTo>
                  <a:lnTo>
                    <a:pt x="9399784" y="373941"/>
                  </a:lnTo>
                  <a:lnTo>
                    <a:pt x="9348586" y="420096"/>
                  </a:lnTo>
                  <a:lnTo>
                    <a:pt x="9347647" y="420997"/>
                  </a:lnTo>
                  <a:lnTo>
                    <a:pt x="9301578" y="467670"/>
                  </a:lnTo>
                  <a:lnTo>
                    <a:pt x="9256688" y="517848"/>
                  </a:lnTo>
                  <a:lnTo>
                    <a:pt x="9212649" y="571603"/>
                  </a:lnTo>
                  <a:lnTo>
                    <a:pt x="9169199" y="628945"/>
                  </a:lnTo>
                  <a:lnTo>
                    <a:pt x="9126127" y="689817"/>
                  </a:lnTo>
                  <a:lnTo>
                    <a:pt x="9083273" y="754091"/>
                  </a:lnTo>
                  <a:lnTo>
                    <a:pt x="9040517" y="821562"/>
                  </a:lnTo>
                  <a:lnTo>
                    <a:pt x="8997776" y="891945"/>
                  </a:lnTo>
                  <a:lnTo>
                    <a:pt x="8954997" y="964881"/>
                  </a:lnTo>
                  <a:lnTo>
                    <a:pt x="8912156" y="1039939"/>
                  </a:lnTo>
                  <a:lnTo>
                    <a:pt x="8869250" y="1116629"/>
                  </a:lnTo>
                  <a:lnTo>
                    <a:pt x="8826292" y="1194410"/>
                  </a:lnTo>
                  <a:lnTo>
                    <a:pt x="8783308" y="1272708"/>
                  </a:lnTo>
                  <a:lnTo>
                    <a:pt x="8740328" y="1350932"/>
                  </a:lnTo>
                  <a:lnTo>
                    <a:pt x="8697381" y="1428495"/>
                  </a:lnTo>
                  <a:lnTo>
                    <a:pt x="8654491" y="1504830"/>
                  </a:lnTo>
                  <a:lnTo>
                    <a:pt x="8611666" y="1579406"/>
                  </a:lnTo>
                  <a:lnTo>
                    <a:pt x="8568900" y="1651746"/>
                  </a:lnTo>
                  <a:lnTo>
                    <a:pt x="8526161" y="1721437"/>
                  </a:lnTo>
                  <a:lnTo>
                    <a:pt x="8483390" y="1788139"/>
                  </a:lnTo>
                  <a:lnTo>
                    <a:pt x="8440495" y="1851585"/>
                  </a:lnTo>
                  <a:lnTo>
                    <a:pt x="8397346" y="1911591"/>
                  </a:lnTo>
                  <a:lnTo>
                    <a:pt x="8353771" y="1968046"/>
                  </a:lnTo>
                  <a:lnTo>
                    <a:pt x="8309548" y="2020911"/>
                  </a:lnTo>
                  <a:lnTo>
                    <a:pt x="8264399" y="2070211"/>
                  </a:lnTo>
                  <a:lnTo>
                    <a:pt x="8229629" y="2104988"/>
                  </a:lnTo>
                  <a:lnTo>
                    <a:pt x="8178470" y="2151217"/>
                  </a:lnTo>
                  <a:lnTo>
                    <a:pt x="8124936" y="2193489"/>
                  </a:lnTo>
                  <a:lnTo>
                    <a:pt x="8068371" y="2231942"/>
                  </a:lnTo>
                  <a:lnTo>
                    <a:pt x="8008055" y="2266838"/>
                  </a:lnTo>
                  <a:lnTo>
                    <a:pt x="7943243" y="2298498"/>
                  </a:lnTo>
                  <a:lnTo>
                    <a:pt x="7873200" y="2327252"/>
                  </a:lnTo>
                  <a:lnTo>
                    <a:pt x="7797250" y="2353412"/>
                  </a:lnTo>
                  <a:lnTo>
                    <a:pt x="7714843" y="2377256"/>
                  </a:lnTo>
                  <a:lnTo>
                    <a:pt x="7625632" y="2399014"/>
                  </a:lnTo>
                  <a:lnTo>
                    <a:pt x="7529586" y="2418866"/>
                  </a:lnTo>
                  <a:lnTo>
                    <a:pt x="7427114" y="2436938"/>
                  </a:lnTo>
                  <a:lnTo>
                    <a:pt x="7319207" y="2453303"/>
                  </a:lnTo>
                  <a:lnTo>
                    <a:pt x="7207556" y="2467987"/>
                  </a:lnTo>
                  <a:lnTo>
                    <a:pt x="7094619" y="2480976"/>
                  </a:lnTo>
                  <a:lnTo>
                    <a:pt x="6983585" y="2492237"/>
                  </a:lnTo>
                  <a:lnTo>
                    <a:pt x="6878177" y="2501736"/>
                  </a:lnTo>
                  <a:lnTo>
                    <a:pt x="6782295" y="2509469"/>
                  </a:lnTo>
                  <a:lnTo>
                    <a:pt x="6699504" y="2515481"/>
                  </a:lnTo>
                  <a:lnTo>
                    <a:pt x="6632486" y="2519886"/>
                  </a:lnTo>
                  <a:lnTo>
                    <a:pt x="6582553" y="2522869"/>
                  </a:lnTo>
                  <a:lnTo>
                    <a:pt x="6549365" y="2524678"/>
                  </a:lnTo>
                  <a:lnTo>
                    <a:pt x="6530886" y="2525600"/>
                  </a:lnTo>
                  <a:lnTo>
                    <a:pt x="6523535" y="2525936"/>
                  </a:lnTo>
                  <a:lnTo>
                    <a:pt x="6522385" y="2525985"/>
                  </a:lnTo>
                  <a:lnTo>
                    <a:pt x="5527445" y="2525985"/>
                  </a:lnTo>
                  <a:lnTo>
                    <a:pt x="5526312" y="2525998"/>
                  </a:lnTo>
                  <a:lnTo>
                    <a:pt x="5518835" y="2526086"/>
                  </a:lnTo>
                  <a:lnTo>
                    <a:pt x="5499884" y="2526332"/>
                  </a:lnTo>
                  <a:lnTo>
                    <a:pt x="5465752" y="2526816"/>
                  </a:lnTo>
                  <a:lnTo>
                    <a:pt x="5414368" y="2527615"/>
                  </a:lnTo>
                  <a:lnTo>
                    <a:pt x="5345456" y="2528797"/>
                  </a:lnTo>
                  <a:lnTo>
                    <a:pt x="5260475" y="2530409"/>
                  </a:lnTo>
                  <a:lnTo>
                    <a:pt x="5162300" y="2532481"/>
                  </a:lnTo>
                  <a:lnTo>
                    <a:pt x="5054698" y="2535025"/>
                  </a:lnTo>
                  <a:lnTo>
                    <a:pt x="4941734" y="2538037"/>
                  </a:lnTo>
                  <a:lnTo>
                    <a:pt x="4827239" y="2541509"/>
                  </a:lnTo>
                  <a:lnTo>
                    <a:pt x="4714446" y="2545432"/>
                  </a:lnTo>
                  <a:lnTo>
                    <a:pt x="4605805" y="2549803"/>
                  </a:lnTo>
                  <a:lnTo>
                    <a:pt x="4502960" y="2554632"/>
                  </a:lnTo>
                  <a:lnTo>
                    <a:pt x="4406829" y="2559940"/>
                  </a:lnTo>
                  <a:lnTo>
                    <a:pt x="4317749" y="2565763"/>
                  </a:lnTo>
                  <a:lnTo>
                    <a:pt x="4235610" y="2572155"/>
                  </a:lnTo>
                  <a:lnTo>
                    <a:pt x="4160001" y="2579179"/>
                  </a:lnTo>
                  <a:lnTo>
                    <a:pt x="4090311" y="2586912"/>
                  </a:lnTo>
                  <a:lnTo>
                    <a:pt x="4025817" y="2595442"/>
                  </a:lnTo>
                  <a:lnTo>
                    <a:pt x="3965747" y="2604857"/>
                  </a:lnTo>
                  <a:lnTo>
                    <a:pt x="3909326" y="2615241"/>
                  </a:lnTo>
                  <a:lnTo>
                    <a:pt x="3855819" y="2626658"/>
                  </a:lnTo>
                  <a:lnTo>
                    <a:pt x="3820202" y="2635165"/>
                  </a:lnTo>
                  <a:lnTo>
                    <a:pt x="3760661" y="2651047"/>
                  </a:lnTo>
                  <a:lnTo>
                    <a:pt x="3702937" y="2668470"/>
                  </a:lnTo>
                  <a:lnTo>
                    <a:pt x="3646376" y="2687460"/>
                  </a:lnTo>
                  <a:lnTo>
                    <a:pt x="3590491" y="2707994"/>
                  </a:lnTo>
                  <a:lnTo>
                    <a:pt x="3534934" y="2729997"/>
                  </a:lnTo>
                  <a:lnTo>
                    <a:pt x="3479468" y="2753338"/>
                  </a:lnTo>
                  <a:lnTo>
                    <a:pt x="3423958" y="2777828"/>
                  </a:lnTo>
                  <a:lnTo>
                    <a:pt x="3368343" y="2803227"/>
                  </a:lnTo>
                  <a:lnTo>
                    <a:pt x="3312625" y="2829249"/>
                  </a:lnTo>
                  <a:lnTo>
                    <a:pt x="3256849" y="2855578"/>
                  </a:lnTo>
                  <a:lnTo>
                    <a:pt x="3201078" y="2881881"/>
                  </a:lnTo>
                  <a:lnTo>
                    <a:pt x="3145374" y="2907827"/>
                  </a:lnTo>
                  <a:lnTo>
                    <a:pt x="3089776" y="2933102"/>
                  </a:lnTo>
                  <a:lnTo>
                    <a:pt x="3034278" y="2957428"/>
                  </a:lnTo>
                  <a:lnTo>
                    <a:pt x="2978810" y="2980571"/>
                  </a:lnTo>
                  <a:lnTo>
                    <a:pt x="2923220" y="3002353"/>
                  </a:lnTo>
                  <a:lnTo>
                    <a:pt x="2867256" y="3022650"/>
                  </a:lnTo>
                  <a:lnTo>
                    <a:pt x="2810550" y="3041396"/>
                  </a:lnTo>
                  <a:lnTo>
                    <a:pt x="2752590" y="3058576"/>
                  </a:lnTo>
                  <a:lnTo>
                    <a:pt x="2702183" y="3071885"/>
                  </a:lnTo>
                  <a:lnTo>
                    <a:pt x="2650302" y="3084032"/>
                  </a:lnTo>
                  <a:lnTo>
                    <a:pt x="2595969" y="3095125"/>
                  </a:lnTo>
                  <a:lnTo>
                    <a:pt x="2538502" y="3105202"/>
                  </a:lnTo>
                  <a:lnTo>
                    <a:pt x="2477148" y="3114334"/>
                  </a:lnTo>
                  <a:lnTo>
                    <a:pt x="2411129" y="3122608"/>
                  </a:lnTo>
                  <a:lnTo>
                    <a:pt x="2339684" y="3130113"/>
                  </a:lnTo>
                  <a:lnTo>
                    <a:pt x="2262115" y="3136934"/>
                  </a:lnTo>
                  <a:lnTo>
                    <a:pt x="2177864" y="3143144"/>
                  </a:lnTo>
                  <a:lnTo>
                    <a:pt x="2086599" y="3148803"/>
                  </a:lnTo>
                  <a:lnTo>
                    <a:pt x="1988333" y="3153960"/>
                  </a:lnTo>
                  <a:lnTo>
                    <a:pt x="1883567" y="3158645"/>
                  </a:lnTo>
                  <a:lnTo>
                    <a:pt x="1773431" y="3162878"/>
                  </a:lnTo>
                  <a:lnTo>
                    <a:pt x="1659813" y="3166662"/>
                  </a:lnTo>
                  <a:lnTo>
                    <a:pt x="1545413" y="3169993"/>
                  </a:lnTo>
                  <a:lnTo>
                    <a:pt x="1433677" y="3172861"/>
                  </a:lnTo>
                  <a:lnTo>
                    <a:pt x="1328556" y="3175259"/>
                  </a:lnTo>
                  <a:lnTo>
                    <a:pt x="1234086" y="3177187"/>
                  </a:lnTo>
                  <a:lnTo>
                    <a:pt x="1153820" y="3178662"/>
                  </a:lnTo>
                  <a:lnTo>
                    <a:pt x="1090245" y="3179719"/>
                  </a:lnTo>
                  <a:lnTo>
                    <a:pt x="1044306" y="3180414"/>
                  </a:lnTo>
                  <a:lnTo>
                    <a:pt x="1015167" y="3180815"/>
                  </a:lnTo>
                  <a:lnTo>
                    <a:pt x="1000228" y="3181003"/>
                  </a:lnTo>
                  <a:lnTo>
                    <a:pt x="995320" y="3181060"/>
                  </a:lnTo>
                  <a:lnTo>
                    <a:pt x="994940" y="3181064"/>
                  </a:lnTo>
                  <a:lnTo>
                    <a:pt x="0" y="3181064"/>
                  </a:lnTo>
                  <a:close/>
                </a:path>
              </a:pathLst>
            </a:custGeom>
            <a:solidFill>
              <a:srgbClr val="B497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43" name="pl1842"/>
            <p:cNvSpPr/>
            <p:nvPr/>
          </p:nvSpPr>
          <p:spPr>
            <a:xfrm>
              <a:off x="1199187" y="2766890"/>
              <a:ext cx="12049831" cy="3181064"/>
            </a:xfrm>
            <a:custGeom>
              <a:avLst/>
              <a:pathLst>
                <a:path w="12049831" h="3181064">
                  <a:moveTo>
                    <a:pt x="0" y="3181064"/>
                  </a:moveTo>
                  <a:lnTo>
                    <a:pt x="994940" y="3181064"/>
                  </a:lnTo>
                  <a:lnTo>
                    <a:pt x="996073" y="3181052"/>
                  </a:lnTo>
                  <a:lnTo>
                    <a:pt x="1003550" y="3180963"/>
                  </a:lnTo>
                  <a:lnTo>
                    <a:pt x="1022501" y="3180718"/>
                  </a:lnTo>
                  <a:lnTo>
                    <a:pt x="1056633" y="3180234"/>
                  </a:lnTo>
                  <a:lnTo>
                    <a:pt x="1108017" y="3179434"/>
                  </a:lnTo>
                  <a:lnTo>
                    <a:pt x="1176929" y="3178253"/>
                  </a:lnTo>
                  <a:lnTo>
                    <a:pt x="1261910" y="3176641"/>
                  </a:lnTo>
                  <a:lnTo>
                    <a:pt x="1360085" y="3174568"/>
                  </a:lnTo>
                  <a:lnTo>
                    <a:pt x="1467687" y="3172025"/>
                  </a:lnTo>
                  <a:lnTo>
                    <a:pt x="1580651" y="3169012"/>
                  </a:lnTo>
                  <a:lnTo>
                    <a:pt x="1695146" y="3165540"/>
                  </a:lnTo>
                  <a:lnTo>
                    <a:pt x="1807939" y="3161618"/>
                  </a:lnTo>
                  <a:lnTo>
                    <a:pt x="1916580" y="3157246"/>
                  </a:lnTo>
                  <a:lnTo>
                    <a:pt x="2019425" y="3152418"/>
                  </a:lnTo>
                  <a:lnTo>
                    <a:pt x="2115556" y="3147110"/>
                  </a:lnTo>
                  <a:lnTo>
                    <a:pt x="2204636" y="3141286"/>
                  </a:lnTo>
                  <a:lnTo>
                    <a:pt x="2286775" y="3134895"/>
                  </a:lnTo>
                  <a:lnTo>
                    <a:pt x="2362384" y="3127871"/>
                  </a:lnTo>
                  <a:lnTo>
                    <a:pt x="2432074" y="3120137"/>
                  </a:lnTo>
                  <a:lnTo>
                    <a:pt x="2496568" y="3111608"/>
                  </a:lnTo>
                  <a:lnTo>
                    <a:pt x="2556638" y="3102193"/>
                  </a:lnTo>
                  <a:lnTo>
                    <a:pt x="2613059" y="3091809"/>
                  </a:lnTo>
                  <a:lnTo>
                    <a:pt x="2666566" y="3080391"/>
                  </a:lnTo>
                  <a:lnTo>
                    <a:pt x="2702183" y="3071885"/>
                  </a:lnTo>
                  <a:lnTo>
                    <a:pt x="2761724" y="3056003"/>
                  </a:lnTo>
                  <a:lnTo>
                    <a:pt x="2819448" y="3038579"/>
                  </a:lnTo>
                  <a:lnTo>
                    <a:pt x="2876009" y="3019590"/>
                  </a:lnTo>
                  <a:lnTo>
                    <a:pt x="2931894" y="2999056"/>
                  </a:lnTo>
                  <a:lnTo>
                    <a:pt x="2987451" y="2977053"/>
                  </a:lnTo>
                  <a:lnTo>
                    <a:pt x="3042917" y="2953712"/>
                  </a:lnTo>
                  <a:lnTo>
                    <a:pt x="3098427" y="2929221"/>
                  </a:lnTo>
                  <a:lnTo>
                    <a:pt x="3154042" y="2903823"/>
                  </a:lnTo>
                  <a:lnTo>
                    <a:pt x="3209760" y="2877800"/>
                  </a:lnTo>
                  <a:lnTo>
                    <a:pt x="3265536" y="2851471"/>
                  </a:lnTo>
                  <a:lnTo>
                    <a:pt x="3321307" y="2825168"/>
                  </a:lnTo>
                  <a:lnTo>
                    <a:pt x="3377011" y="2799223"/>
                  </a:lnTo>
                  <a:lnTo>
                    <a:pt x="3432609" y="2773948"/>
                  </a:lnTo>
                  <a:lnTo>
                    <a:pt x="3488107" y="2749622"/>
                  </a:lnTo>
                  <a:lnTo>
                    <a:pt x="3543575" y="2726478"/>
                  </a:lnTo>
                  <a:lnTo>
                    <a:pt x="3599165" y="2704697"/>
                  </a:lnTo>
                  <a:lnTo>
                    <a:pt x="3655129" y="2684400"/>
                  </a:lnTo>
                  <a:lnTo>
                    <a:pt x="3711835" y="2665654"/>
                  </a:lnTo>
                  <a:lnTo>
                    <a:pt x="3769795" y="2648473"/>
                  </a:lnTo>
                  <a:lnTo>
                    <a:pt x="3820202" y="2635165"/>
                  </a:lnTo>
                  <a:lnTo>
                    <a:pt x="3872083" y="2623017"/>
                  </a:lnTo>
                  <a:lnTo>
                    <a:pt x="3926416" y="2611924"/>
                  </a:lnTo>
                  <a:lnTo>
                    <a:pt x="3983883" y="2601848"/>
                  </a:lnTo>
                  <a:lnTo>
                    <a:pt x="4045237" y="2592716"/>
                  </a:lnTo>
                  <a:lnTo>
                    <a:pt x="4111256" y="2584442"/>
                  </a:lnTo>
                  <a:lnTo>
                    <a:pt x="4182701" y="2576936"/>
                  </a:lnTo>
                  <a:lnTo>
                    <a:pt x="4260270" y="2570116"/>
                  </a:lnTo>
                  <a:lnTo>
                    <a:pt x="4344521" y="2563906"/>
                  </a:lnTo>
                  <a:lnTo>
                    <a:pt x="4435786" y="2558246"/>
                  </a:lnTo>
                  <a:lnTo>
                    <a:pt x="4534052" y="2553090"/>
                  </a:lnTo>
                  <a:lnTo>
                    <a:pt x="4638818" y="2548404"/>
                  </a:lnTo>
                  <a:lnTo>
                    <a:pt x="4748954" y="2544172"/>
                  </a:lnTo>
                  <a:lnTo>
                    <a:pt x="4862572" y="2540388"/>
                  </a:lnTo>
                  <a:lnTo>
                    <a:pt x="4976972" y="2537057"/>
                  </a:lnTo>
                  <a:lnTo>
                    <a:pt x="5088708" y="2534188"/>
                  </a:lnTo>
                  <a:lnTo>
                    <a:pt x="5193829" y="2531791"/>
                  </a:lnTo>
                  <a:lnTo>
                    <a:pt x="5288299" y="2529862"/>
                  </a:lnTo>
                  <a:lnTo>
                    <a:pt x="5368565" y="2528387"/>
                  </a:lnTo>
                  <a:lnTo>
                    <a:pt x="5432140" y="2527330"/>
                  </a:lnTo>
                  <a:lnTo>
                    <a:pt x="5478079" y="2526636"/>
                  </a:lnTo>
                  <a:lnTo>
                    <a:pt x="5507218" y="2526234"/>
                  </a:lnTo>
                  <a:lnTo>
                    <a:pt x="5522157" y="2526046"/>
                  </a:lnTo>
                  <a:lnTo>
                    <a:pt x="5527065" y="2525989"/>
                  </a:lnTo>
                  <a:lnTo>
                    <a:pt x="5527445" y="2525985"/>
                  </a:lnTo>
                  <a:lnTo>
                    <a:pt x="6522385" y="2525985"/>
                  </a:lnTo>
                  <a:lnTo>
                    <a:pt x="6523474" y="2525939"/>
                  </a:lnTo>
                  <a:lnTo>
                    <a:pt x="6530660" y="2525610"/>
                  </a:lnTo>
                  <a:lnTo>
                    <a:pt x="6548893" y="2524703"/>
                  </a:lnTo>
                  <a:lnTo>
                    <a:pt x="6581782" y="2522913"/>
                  </a:lnTo>
                  <a:lnTo>
                    <a:pt x="6631394" y="2519954"/>
                  </a:lnTo>
                  <a:lnTo>
                    <a:pt x="6698100" y="2515578"/>
                  </a:lnTo>
                  <a:lnTo>
                    <a:pt x="6780616" y="2509597"/>
                  </a:lnTo>
                  <a:lnTo>
                    <a:pt x="6876284" y="2501897"/>
                  </a:lnTo>
                  <a:lnTo>
                    <a:pt x="6981549" y="2492430"/>
                  </a:lnTo>
                  <a:lnTo>
                    <a:pt x="7092514" y="2481203"/>
                  </a:lnTo>
                  <a:lnTo>
                    <a:pt x="7205446" y="2468245"/>
                  </a:lnTo>
                  <a:lnTo>
                    <a:pt x="7317147" y="2453593"/>
                  </a:lnTo>
                  <a:lnTo>
                    <a:pt x="7425142" y="2437260"/>
                  </a:lnTo>
                  <a:lnTo>
                    <a:pt x="7527726" y="2419220"/>
                  </a:lnTo>
                  <a:lnTo>
                    <a:pt x="7623898" y="2399402"/>
                  </a:lnTo>
                  <a:lnTo>
                    <a:pt x="7713237" y="2377681"/>
                  </a:lnTo>
                  <a:lnTo>
                    <a:pt x="7795770" y="2353879"/>
                  </a:lnTo>
                  <a:lnTo>
                    <a:pt x="7871835" y="2327764"/>
                  </a:lnTo>
                  <a:lnTo>
                    <a:pt x="7941983" y="2299061"/>
                  </a:lnTo>
                  <a:lnTo>
                    <a:pt x="8006887" y="2267459"/>
                  </a:lnTo>
                  <a:lnTo>
                    <a:pt x="8067279" y="2232626"/>
                  </a:lnTo>
                  <a:lnTo>
                    <a:pt x="8123908" y="2194243"/>
                  </a:lnTo>
                  <a:lnTo>
                    <a:pt x="8177493" y="2152044"/>
                  </a:lnTo>
                  <a:lnTo>
                    <a:pt x="8228691" y="2105888"/>
                  </a:lnTo>
                  <a:lnTo>
                    <a:pt x="8229629" y="2104988"/>
                  </a:lnTo>
                  <a:lnTo>
                    <a:pt x="8275699" y="2058315"/>
                  </a:lnTo>
                  <a:lnTo>
                    <a:pt x="8320589" y="2008136"/>
                  </a:lnTo>
                  <a:lnTo>
                    <a:pt x="8364627" y="1954382"/>
                  </a:lnTo>
                  <a:lnTo>
                    <a:pt x="8408078" y="1897040"/>
                  </a:lnTo>
                  <a:lnTo>
                    <a:pt x="8451149" y="1836167"/>
                  </a:lnTo>
                  <a:lnTo>
                    <a:pt x="8494003" y="1771893"/>
                  </a:lnTo>
                  <a:lnTo>
                    <a:pt x="8536759" y="1704423"/>
                  </a:lnTo>
                  <a:lnTo>
                    <a:pt x="8579501" y="1634040"/>
                  </a:lnTo>
                  <a:lnTo>
                    <a:pt x="8622279" y="1561104"/>
                  </a:lnTo>
                  <a:lnTo>
                    <a:pt x="8665120" y="1486045"/>
                  </a:lnTo>
                  <a:lnTo>
                    <a:pt x="8708026" y="1409355"/>
                  </a:lnTo>
                  <a:lnTo>
                    <a:pt x="8750984" y="1331574"/>
                  </a:lnTo>
                  <a:lnTo>
                    <a:pt x="8793968" y="1253277"/>
                  </a:lnTo>
                  <a:lnTo>
                    <a:pt x="8836948" y="1175052"/>
                  </a:lnTo>
                  <a:lnTo>
                    <a:pt x="8879895" y="1097489"/>
                  </a:lnTo>
                  <a:lnTo>
                    <a:pt x="8922786" y="1021155"/>
                  </a:lnTo>
                  <a:lnTo>
                    <a:pt x="8965610" y="946579"/>
                  </a:lnTo>
                  <a:lnTo>
                    <a:pt x="9008376" y="874239"/>
                  </a:lnTo>
                  <a:lnTo>
                    <a:pt x="9051115" y="804547"/>
                  </a:lnTo>
                  <a:lnTo>
                    <a:pt x="9093886" y="737846"/>
                  </a:lnTo>
                  <a:lnTo>
                    <a:pt x="9136782" y="674399"/>
                  </a:lnTo>
                  <a:lnTo>
                    <a:pt x="9179931" y="614393"/>
                  </a:lnTo>
                  <a:lnTo>
                    <a:pt x="9223506" y="557938"/>
                  </a:lnTo>
                  <a:lnTo>
                    <a:pt x="9267728" y="505074"/>
                  </a:lnTo>
                  <a:lnTo>
                    <a:pt x="9312877" y="455774"/>
                  </a:lnTo>
                  <a:lnTo>
                    <a:pt x="9347647" y="420997"/>
                  </a:lnTo>
                  <a:lnTo>
                    <a:pt x="9398806" y="374768"/>
                  </a:lnTo>
                  <a:lnTo>
                    <a:pt x="9452341" y="332495"/>
                  </a:lnTo>
                  <a:lnTo>
                    <a:pt x="9508906" y="294043"/>
                  </a:lnTo>
                  <a:lnTo>
                    <a:pt x="9569221" y="259147"/>
                  </a:lnTo>
                  <a:lnTo>
                    <a:pt x="9634033" y="227487"/>
                  </a:lnTo>
                  <a:lnTo>
                    <a:pt x="9704077" y="198733"/>
                  </a:lnTo>
                  <a:lnTo>
                    <a:pt x="9780026" y="172572"/>
                  </a:lnTo>
                  <a:lnTo>
                    <a:pt x="9862433" y="148729"/>
                  </a:lnTo>
                  <a:lnTo>
                    <a:pt x="9951644" y="126971"/>
                  </a:lnTo>
                  <a:lnTo>
                    <a:pt x="10047690" y="107119"/>
                  </a:lnTo>
                  <a:lnTo>
                    <a:pt x="10150162" y="89047"/>
                  </a:lnTo>
                  <a:lnTo>
                    <a:pt x="10258069" y="72681"/>
                  </a:lnTo>
                  <a:lnTo>
                    <a:pt x="10369721" y="57998"/>
                  </a:lnTo>
                  <a:lnTo>
                    <a:pt x="10482657" y="45009"/>
                  </a:lnTo>
                  <a:lnTo>
                    <a:pt x="10593692" y="33748"/>
                  </a:lnTo>
                  <a:lnTo>
                    <a:pt x="10699099" y="24248"/>
                  </a:lnTo>
                  <a:lnTo>
                    <a:pt x="10794982" y="16516"/>
                  </a:lnTo>
                  <a:lnTo>
                    <a:pt x="10877772" y="10504"/>
                  </a:lnTo>
                  <a:lnTo>
                    <a:pt x="10944790" y="6099"/>
                  </a:lnTo>
                  <a:lnTo>
                    <a:pt x="10994724" y="3115"/>
                  </a:lnTo>
                  <a:lnTo>
                    <a:pt x="11027912" y="1307"/>
                  </a:lnTo>
                  <a:lnTo>
                    <a:pt x="11046390" y="385"/>
                  </a:lnTo>
                  <a:lnTo>
                    <a:pt x="11053742" y="48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4" name="pl1843"/>
            <p:cNvSpPr/>
            <p:nvPr/>
          </p:nvSpPr>
          <p:spPr>
            <a:xfrm>
              <a:off x="1199187" y="2761649"/>
              <a:ext cx="12049831" cy="3181064"/>
            </a:xfrm>
            <a:custGeom>
              <a:avLst/>
              <a:pathLst>
                <a:path w="12049831" h="3181064">
                  <a:moveTo>
                    <a:pt x="12049831" y="0"/>
                  </a:moveTo>
                  <a:lnTo>
                    <a:pt x="11054891" y="0"/>
                  </a:lnTo>
                  <a:lnTo>
                    <a:pt x="11053803" y="46"/>
                  </a:lnTo>
                  <a:lnTo>
                    <a:pt x="11046617" y="374"/>
                  </a:lnTo>
                  <a:lnTo>
                    <a:pt x="11028384" y="1282"/>
                  </a:lnTo>
                  <a:lnTo>
                    <a:pt x="10995495" y="3072"/>
                  </a:lnTo>
                  <a:lnTo>
                    <a:pt x="10945883" y="6031"/>
                  </a:lnTo>
                  <a:lnTo>
                    <a:pt x="10879177" y="10407"/>
                  </a:lnTo>
                  <a:lnTo>
                    <a:pt x="10796661" y="16388"/>
                  </a:lnTo>
                  <a:lnTo>
                    <a:pt x="10700992" y="24088"/>
                  </a:lnTo>
                  <a:lnTo>
                    <a:pt x="10595727" y="33554"/>
                  </a:lnTo>
                  <a:lnTo>
                    <a:pt x="10484763" y="44782"/>
                  </a:lnTo>
                  <a:lnTo>
                    <a:pt x="10371830" y="57739"/>
                  </a:lnTo>
                  <a:lnTo>
                    <a:pt x="10260130" y="72391"/>
                  </a:lnTo>
                  <a:lnTo>
                    <a:pt x="10152135" y="88725"/>
                  </a:lnTo>
                  <a:lnTo>
                    <a:pt x="10049550" y="106765"/>
                  </a:lnTo>
                  <a:lnTo>
                    <a:pt x="9953378" y="126583"/>
                  </a:lnTo>
                  <a:lnTo>
                    <a:pt x="9864039" y="148303"/>
                  </a:lnTo>
                  <a:lnTo>
                    <a:pt x="9781507" y="172106"/>
                  </a:lnTo>
                  <a:lnTo>
                    <a:pt x="9705441" y="198221"/>
                  </a:lnTo>
                  <a:lnTo>
                    <a:pt x="9635293" y="226923"/>
                  </a:lnTo>
                  <a:lnTo>
                    <a:pt x="9570390" y="258526"/>
                  </a:lnTo>
                  <a:lnTo>
                    <a:pt x="9509997" y="293358"/>
                  </a:lnTo>
                  <a:lnTo>
                    <a:pt x="9453369" y="331742"/>
                  </a:lnTo>
                  <a:lnTo>
                    <a:pt x="9399784" y="373941"/>
                  </a:lnTo>
                  <a:lnTo>
                    <a:pt x="9348586" y="420096"/>
                  </a:lnTo>
                  <a:lnTo>
                    <a:pt x="9347647" y="420997"/>
                  </a:lnTo>
                  <a:lnTo>
                    <a:pt x="9301578" y="467670"/>
                  </a:lnTo>
                  <a:lnTo>
                    <a:pt x="9256688" y="517848"/>
                  </a:lnTo>
                  <a:lnTo>
                    <a:pt x="9212649" y="571603"/>
                  </a:lnTo>
                  <a:lnTo>
                    <a:pt x="9169199" y="628945"/>
                  </a:lnTo>
                  <a:lnTo>
                    <a:pt x="9126127" y="689817"/>
                  </a:lnTo>
                  <a:lnTo>
                    <a:pt x="9083273" y="754091"/>
                  </a:lnTo>
                  <a:lnTo>
                    <a:pt x="9040517" y="821562"/>
                  </a:lnTo>
                  <a:lnTo>
                    <a:pt x="8997776" y="891945"/>
                  </a:lnTo>
                  <a:lnTo>
                    <a:pt x="8954997" y="964881"/>
                  </a:lnTo>
                  <a:lnTo>
                    <a:pt x="8912156" y="1039939"/>
                  </a:lnTo>
                  <a:lnTo>
                    <a:pt x="8869250" y="1116629"/>
                  </a:lnTo>
                  <a:lnTo>
                    <a:pt x="8826292" y="1194410"/>
                  </a:lnTo>
                  <a:lnTo>
                    <a:pt x="8783308" y="1272708"/>
                  </a:lnTo>
                  <a:lnTo>
                    <a:pt x="8740328" y="1350932"/>
                  </a:lnTo>
                  <a:lnTo>
                    <a:pt x="8697381" y="1428495"/>
                  </a:lnTo>
                  <a:lnTo>
                    <a:pt x="8654491" y="1504830"/>
                  </a:lnTo>
                  <a:lnTo>
                    <a:pt x="8611666" y="1579406"/>
                  </a:lnTo>
                  <a:lnTo>
                    <a:pt x="8568900" y="1651746"/>
                  </a:lnTo>
                  <a:lnTo>
                    <a:pt x="8526161" y="1721437"/>
                  </a:lnTo>
                  <a:lnTo>
                    <a:pt x="8483390" y="1788139"/>
                  </a:lnTo>
                  <a:lnTo>
                    <a:pt x="8440495" y="1851585"/>
                  </a:lnTo>
                  <a:lnTo>
                    <a:pt x="8397346" y="1911591"/>
                  </a:lnTo>
                  <a:lnTo>
                    <a:pt x="8353771" y="1968046"/>
                  </a:lnTo>
                  <a:lnTo>
                    <a:pt x="8309548" y="2020911"/>
                  </a:lnTo>
                  <a:lnTo>
                    <a:pt x="8264399" y="2070211"/>
                  </a:lnTo>
                  <a:lnTo>
                    <a:pt x="8229629" y="2104988"/>
                  </a:lnTo>
                  <a:lnTo>
                    <a:pt x="8178470" y="2151217"/>
                  </a:lnTo>
                  <a:lnTo>
                    <a:pt x="8124936" y="2193489"/>
                  </a:lnTo>
                  <a:lnTo>
                    <a:pt x="8068371" y="2231942"/>
                  </a:lnTo>
                  <a:lnTo>
                    <a:pt x="8008055" y="2266838"/>
                  </a:lnTo>
                  <a:lnTo>
                    <a:pt x="7943243" y="2298498"/>
                  </a:lnTo>
                  <a:lnTo>
                    <a:pt x="7873200" y="2327252"/>
                  </a:lnTo>
                  <a:lnTo>
                    <a:pt x="7797250" y="2353412"/>
                  </a:lnTo>
                  <a:lnTo>
                    <a:pt x="7714843" y="2377256"/>
                  </a:lnTo>
                  <a:lnTo>
                    <a:pt x="7625632" y="2399014"/>
                  </a:lnTo>
                  <a:lnTo>
                    <a:pt x="7529586" y="2418866"/>
                  </a:lnTo>
                  <a:lnTo>
                    <a:pt x="7427114" y="2436938"/>
                  </a:lnTo>
                  <a:lnTo>
                    <a:pt x="7319207" y="2453303"/>
                  </a:lnTo>
                  <a:lnTo>
                    <a:pt x="7207556" y="2467987"/>
                  </a:lnTo>
                  <a:lnTo>
                    <a:pt x="7094619" y="2480976"/>
                  </a:lnTo>
                  <a:lnTo>
                    <a:pt x="6983585" y="2492237"/>
                  </a:lnTo>
                  <a:lnTo>
                    <a:pt x="6878177" y="2501736"/>
                  </a:lnTo>
                  <a:lnTo>
                    <a:pt x="6782295" y="2509469"/>
                  </a:lnTo>
                  <a:lnTo>
                    <a:pt x="6699504" y="2515481"/>
                  </a:lnTo>
                  <a:lnTo>
                    <a:pt x="6632486" y="2519886"/>
                  </a:lnTo>
                  <a:lnTo>
                    <a:pt x="6582553" y="2522869"/>
                  </a:lnTo>
                  <a:lnTo>
                    <a:pt x="6549365" y="2524678"/>
                  </a:lnTo>
                  <a:lnTo>
                    <a:pt x="6530886" y="2525600"/>
                  </a:lnTo>
                  <a:lnTo>
                    <a:pt x="6523535" y="2525936"/>
                  </a:lnTo>
                  <a:lnTo>
                    <a:pt x="6522386" y="2525985"/>
                  </a:lnTo>
                  <a:lnTo>
                    <a:pt x="6522385" y="2525985"/>
                  </a:lnTo>
                  <a:lnTo>
                    <a:pt x="5527445" y="2525985"/>
                  </a:lnTo>
                  <a:lnTo>
                    <a:pt x="5526312" y="2525998"/>
                  </a:lnTo>
                  <a:lnTo>
                    <a:pt x="5518835" y="2526086"/>
                  </a:lnTo>
                  <a:lnTo>
                    <a:pt x="5499884" y="2526332"/>
                  </a:lnTo>
                  <a:lnTo>
                    <a:pt x="5465752" y="2526816"/>
                  </a:lnTo>
                  <a:lnTo>
                    <a:pt x="5414368" y="2527615"/>
                  </a:lnTo>
                  <a:lnTo>
                    <a:pt x="5345456" y="2528797"/>
                  </a:lnTo>
                  <a:lnTo>
                    <a:pt x="5260475" y="2530409"/>
                  </a:lnTo>
                  <a:lnTo>
                    <a:pt x="5162300" y="2532481"/>
                  </a:lnTo>
                  <a:lnTo>
                    <a:pt x="5054698" y="2535025"/>
                  </a:lnTo>
                  <a:lnTo>
                    <a:pt x="4941734" y="2538037"/>
                  </a:lnTo>
                  <a:lnTo>
                    <a:pt x="4827239" y="2541509"/>
                  </a:lnTo>
                  <a:lnTo>
                    <a:pt x="4714446" y="2545432"/>
                  </a:lnTo>
                  <a:lnTo>
                    <a:pt x="4605805" y="2549803"/>
                  </a:lnTo>
                  <a:lnTo>
                    <a:pt x="4502960" y="2554632"/>
                  </a:lnTo>
                  <a:lnTo>
                    <a:pt x="4406829" y="2559940"/>
                  </a:lnTo>
                  <a:lnTo>
                    <a:pt x="4317749" y="2565763"/>
                  </a:lnTo>
                  <a:lnTo>
                    <a:pt x="4235610" y="2572155"/>
                  </a:lnTo>
                  <a:lnTo>
                    <a:pt x="4160001" y="2579179"/>
                  </a:lnTo>
                  <a:lnTo>
                    <a:pt x="4090311" y="2586912"/>
                  </a:lnTo>
                  <a:lnTo>
                    <a:pt x="4025817" y="2595442"/>
                  </a:lnTo>
                  <a:lnTo>
                    <a:pt x="3965747" y="2604857"/>
                  </a:lnTo>
                  <a:lnTo>
                    <a:pt x="3909326" y="2615241"/>
                  </a:lnTo>
                  <a:lnTo>
                    <a:pt x="3855819" y="2626658"/>
                  </a:lnTo>
                  <a:lnTo>
                    <a:pt x="3820202" y="2635165"/>
                  </a:lnTo>
                  <a:lnTo>
                    <a:pt x="3760661" y="2651047"/>
                  </a:lnTo>
                  <a:lnTo>
                    <a:pt x="3702937" y="2668470"/>
                  </a:lnTo>
                  <a:lnTo>
                    <a:pt x="3646376" y="2687460"/>
                  </a:lnTo>
                  <a:lnTo>
                    <a:pt x="3590491" y="2707994"/>
                  </a:lnTo>
                  <a:lnTo>
                    <a:pt x="3534934" y="2729997"/>
                  </a:lnTo>
                  <a:lnTo>
                    <a:pt x="3479468" y="2753338"/>
                  </a:lnTo>
                  <a:lnTo>
                    <a:pt x="3423958" y="2777828"/>
                  </a:lnTo>
                  <a:lnTo>
                    <a:pt x="3368343" y="2803227"/>
                  </a:lnTo>
                  <a:lnTo>
                    <a:pt x="3312625" y="2829249"/>
                  </a:lnTo>
                  <a:lnTo>
                    <a:pt x="3256849" y="2855578"/>
                  </a:lnTo>
                  <a:lnTo>
                    <a:pt x="3201078" y="2881881"/>
                  </a:lnTo>
                  <a:lnTo>
                    <a:pt x="3145374" y="2907827"/>
                  </a:lnTo>
                  <a:lnTo>
                    <a:pt x="3089776" y="2933102"/>
                  </a:lnTo>
                  <a:lnTo>
                    <a:pt x="3034278" y="2957428"/>
                  </a:lnTo>
                  <a:lnTo>
                    <a:pt x="2978810" y="2980571"/>
                  </a:lnTo>
                  <a:lnTo>
                    <a:pt x="2923220" y="3002353"/>
                  </a:lnTo>
                  <a:lnTo>
                    <a:pt x="2867256" y="3022650"/>
                  </a:lnTo>
                  <a:lnTo>
                    <a:pt x="2810550" y="3041396"/>
                  </a:lnTo>
                  <a:lnTo>
                    <a:pt x="2752590" y="3058576"/>
                  </a:lnTo>
                  <a:lnTo>
                    <a:pt x="2702183" y="3071885"/>
                  </a:lnTo>
                  <a:lnTo>
                    <a:pt x="2650302" y="3084032"/>
                  </a:lnTo>
                  <a:lnTo>
                    <a:pt x="2595969" y="3095125"/>
                  </a:lnTo>
                  <a:lnTo>
                    <a:pt x="2538502" y="3105202"/>
                  </a:lnTo>
                  <a:lnTo>
                    <a:pt x="2477148" y="3114334"/>
                  </a:lnTo>
                  <a:lnTo>
                    <a:pt x="2411129" y="3122608"/>
                  </a:lnTo>
                  <a:lnTo>
                    <a:pt x="2339684" y="3130113"/>
                  </a:lnTo>
                  <a:lnTo>
                    <a:pt x="2262115" y="3136934"/>
                  </a:lnTo>
                  <a:lnTo>
                    <a:pt x="2177864" y="3143144"/>
                  </a:lnTo>
                  <a:lnTo>
                    <a:pt x="2086599" y="3148803"/>
                  </a:lnTo>
                  <a:lnTo>
                    <a:pt x="1988333" y="3153960"/>
                  </a:lnTo>
                  <a:lnTo>
                    <a:pt x="1883567" y="3158645"/>
                  </a:lnTo>
                  <a:lnTo>
                    <a:pt x="1773431" y="3162878"/>
                  </a:lnTo>
                  <a:lnTo>
                    <a:pt x="1659813" y="3166662"/>
                  </a:lnTo>
                  <a:lnTo>
                    <a:pt x="1545413" y="3169993"/>
                  </a:lnTo>
                  <a:lnTo>
                    <a:pt x="1433677" y="3172861"/>
                  </a:lnTo>
                  <a:lnTo>
                    <a:pt x="1328556" y="3175259"/>
                  </a:lnTo>
                  <a:lnTo>
                    <a:pt x="1234086" y="3177187"/>
                  </a:lnTo>
                  <a:lnTo>
                    <a:pt x="1153820" y="3178662"/>
                  </a:lnTo>
                  <a:lnTo>
                    <a:pt x="1090245" y="3179719"/>
                  </a:lnTo>
                  <a:lnTo>
                    <a:pt x="1044306" y="3180414"/>
                  </a:lnTo>
                  <a:lnTo>
                    <a:pt x="1015167" y="3180815"/>
                  </a:lnTo>
                  <a:lnTo>
                    <a:pt x="1000228" y="3181003"/>
                  </a:lnTo>
                  <a:lnTo>
                    <a:pt x="995320" y="3181060"/>
                  </a:lnTo>
                  <a:lnTo>
                    <a:pt x="994940" y="3181064"/>
                  </a:lnTo>
                  <a:lnTo>
                    <a:pt x="0" y="3181064"/>
                  </a:lnTo>
                  <a:lnTo>
                    <a:pt x="0" y="31810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5" name="pg1844"/>
            <p:cNvSpPr/>
            <p:nvPr/>
          </p:nvSpPr>
          <p:spPr>
            <a:xfrm>
              <a:off x="1199187" y="5963677"/>
              <a:ext cx="12049831" cy="623635"/>
            </a:xfrm>
            <a:custGeom>
              <a:avLst/>
              <a:pathLst>
                <a:path w="12049831" h="623635">
                  <a:moveTo>
                    <a:pt x="0" y="5240"/>
                  </a:moveTo>
                  <a:lnTo>
                    <a:pt x="994940" y="5240"/>
                  </a:lnTo>
                  <a:lnTo>
                    <a:pt x="996073" y="5252"/>
                  </a:lnTo>
                  <a:lnTo>
                    <a:pt x="1003553" y="5336"/>
                  </a:lnTo>
                  <a:lnTo>
                    <a:pt x="1022509" y="5568"/>
                  </a:lnTo>
                  <a:lnTo>
                    <a:pt x="1056652" y="6024"/>
                  </a:lnTo>
                  <a:lnTo>
                    <a:pt x="1108050" y="6779"/>
                  </a:lnTo>
                  <a:lnTo>
                    <a:pt x="1176981" y="7895"/>
                  </a:lnTo>
                  <a:lnTo>
                    <a:pt x="1261982" y="9417"/>
                  </a:lnTo>
                  <a:lnTo>
                    <a:pt x="1360177" y="11374"/>
                  </a:lnTo>
                  <a:lnTo>
                    <a:pt x="1467798" y="13776"/>
                  </a:lnTo>
                  <a:lnTo>
                    <a:pt x="1580778" y="16621"/>
                  </a:lnTo>
                  <a:lnTo>
                    <a:pt x="1695285" y="19899"/>
                  </a:lnTo>
                  <a:lnTo>
                    <a:pt x="1808086" y="23603"/>
                  </a:lnTo>
                  <a:lnTo>
                    <a:pt x="1916732" y="27731"/>
                  </a:lnTo>
                  <a:lnTo>
                    <a:pt x="2019580" y="32290"/>
                  </a:lnTo>
                  <a:lnTo>
                    <a:pt x="2115710" y="37302"/>
                  </a:lnTo>
                  <a:lnTo>
                    <a:pt x="2204788" y="42801"/>
                  </a:lnTo>
                  <a:lnTo>
                    <a:pt x="2286923" y="48836"/>
                  </a:lnTo>
                  <a:lnTo>
                    <a:pt x="2362528" y="55469"/>
                  </a:lnTo>
                  <a:lnTo>
                    <a:pt x="2432215" y="62772"/>
                  </a:lnTo>
                  <a:lnTo>
                    <a:pt x="2496706" y="70826"/>
                  </a:lnTo>
                  <a:lnTo>
                    <a:pt x="2556774" y="79717"/>
                  </a:lnTo>
                  <a:lnTo>
                    <a:pt x="2613193" y="89523"/>
                  </a:lnTo>
                  <a:lnTo>
                    <a:pt x="2666699" y="100304"/>
                  </a:lnTo>
                  <a:lnTo>
                    <a:pt x="2702183" y="108306"/>
                  </a:lnTo>
                  <a:lnTo>
                    <a:pt x="2761937" y="123356"/>
                  </a:lnTo>
                  <a:lnTo>
                    <a:pt x="2819863" y="139871"/>
                  </a:lnTo>
                  <a:lnTo>
                    <a:pt x="2876622" y="157876"/>
                  </a:lnTo>
                  <a:lnTo>
                    <a:pt x="2932704" y="177349"/>
                  </a:lnTo>
                  <a:lnTo>
                    <a:pt x="2988460" y="198217"/>
                  </a:lnTo>
                  <a:lnTo>
                    <a:pt x="3044127" y="220355"/>
                  </a:lnTo>
                  <a:lnTo>
                    <a:pt x="3099841" y="243581"/>
                  </a:lnTo>
                  <a:lnTo>
                    <a:pt x="3155662" y="267664"/>
                  </a:lnTo>
                  <a:lnTo>
                    <a:pt x="3211585" y="292332"/>
                  </a:lnTo>
                  <a:lnTo>
                    <a:pt x="3267565" y="317281"/>
                  </a:lnTo>
                  <a:lnTo>
                    <a:pt x="3323537" y="342194"/>
                  </a:lnTo>
                  <a:lnTo>
                    <a:pt x="3379439" y="366755"/>
                  </a:lnTo>
                  <a:lnTo>
                    <a:pt x="3435234" y="390666"/>
                  </a:lnTo>
                  <a:lnTo>
                    <a:pt x="3490930" y="413663"/>
                  </a:lnTo>
                  <a:lnTo>
                    <a:pt x="3546602" y="435525"/>
                  </a:lnTo>
                  <a:lnTo>
                    <a:pt x="3602408" y="456085"/>
                  </a:lnTo>
                  <a:lnTo>
                    <a:pt x="3658608" y="475228"/>
                  </a:lnTo>
                  <a:lnTo>
                    <a:pt x="3715584" y="492894"/>
                  </a:lnTo>
                  <a:lnTo>
                    <a:pt x="3773861" y="509072"/>
                  </a:lnTo>
                  <a:lnTo>
                    <a:pt x="3820202" y="520569"/>
                  </a:lnTo>
                  <a:lnTo>
                    <a:pt x="3872089" y="532038"/>
                  </a:lnTo>
                  <a:lnTo>
                    <a:pt x="3926428" y="542511"/>
                  </a:lnTo>
                  <a:lnTo>
                    <a:pt x="3983903" y="552024"/>
                  </a:lnTo>
                  <a:lnTo>
                    <a:pt x="4045265" y="560645"/>
                  </a:lnTo>
                  <a:lnTo>
                    <a:pt x="4111294" y="568456"/>
                  </a:lnTo>
                  <a:lnTo>
                    <a:pt x="4182751" y="575542"/>
                  </a:lnTo>
                  <a:lnTo>
                    <a:pt x="4260333" y="581981"/>
                  </a:lnTo>
                  <a:lnTo>
                    <a:pt x="4344599" y="587843"/>
                  </a:lnTo>
                  <a:lnTo>
                    <a:pt x="4435881" y="593185"/>
                  </a:lnTo>
                  <a:lnTo>
                    <a:pt x="4534165" y="598053"/>
                  </a:lnTo>
                  <a:lnTo>
                    <a:pt x="4638949" y="602476"/>
                  </a:lnTo>
                  <a:lnTo>
                    <a:pt x="4749103" y="606472"/>
                  </a:lnTo>
                  <a:lnTo>
                    <a:pt x="4862737" y="610044"/>
                  </a:lnTo>
                  <a:lnTo>
                    <a:pt x="4977149" y="613188"/>
                  </a:lnTo>
                  <a:lnTo>
                    <a:pt x="5088890" y="615895"/>
                  </a:lnTo>
                  <a:lnTo>
                    <a:pt x="5194007" y="618158"/>
                  </a:lnTo>
                  <a:lnTo>
                    <a:pt x="5288465" y="619978"/>
                  </a:lnTo>
                  <a:lnTo>
                    <a:pt x="5368709" y="621370"/>
                  </a:lnTo>
                  <a:lnTo>
                    <a:pt x="5432255" y="622367"/>
                  </a:lnTo>
                  <a:lnTo>
                    <a:pt x="5478161" y="623022"/>
                  </a:lnTo>
                  <a:lnTo>
                    <a:pt x="5507268" y="623400"/>
                  </a:lnTo>
                  <a:lnTo>
                    <a:pt x="5522180" y="623578"/>
                  </a:lnTo>
                  <a:lnTo>
                    <a:pt x="5527070" y="623631"/>
                  </a:lnTo>
                  <a:lnTo>
                    <a:pt x="5527445" y="623635"/>
                  </a:lnTo>
                  <a:lnTo>
                    <a:pt x="6522385" y="623635"/>
                  </a:lnTo>
                  <a:lnTo>
                    <a:pt x="6523522" y="623634"/>
                  </a:lnTo>
                  <a:lnTo>
                    <a:pt x="6531021" y="623628"/>
                  </a:lnTo>
                  <a:lnTo>
                    <a:pt x="6550026" y="623610"/>
                  </a:lnTo>
                  <a:lnTo>
                    <a:pt x="6584252" y="623575"/>
                  </a:lnTo>
                  <a:lnTo>
                    <a:pt x="6635769" y="623517"/>
                  </a:lnTo>
                  <a:lnTo>
                    <a:pt x="6704846" y="623432"/>
                  </a:lnTo>
                  <a:lnTo>
                    <a:pt x="6790011" y="623316"/>
                  </a:lnTo>
                  <a:lnTo>
                    <a:pt x="6888372" y="623166"/>
                  </a:lnTo>
                  <a:lnTo>
                    <a:pt x="6996147" y="622982"/>
                  </a:lnTo>
                  <a:lnTo>
                    <a:pt x="7109258" y="622765"/>
                  </a:lnTo>
                  <a:lnTo>
                    <a:pt x="7223867" y="622514"/>
                  </a:lnTo>
                  <a:lnTo>
                    <a:pt x="7336737" y="622231"/>
                  </a:lnTo>
                  <a:lnTo>
                    <a:pt x="7445424" y="621916"/>
                  </a:lnTo>
                  <a:lnTo>
                    <a:pt x="7548286" y="621567"/>
                  </a:lnTo>
                  <a:lnTo>
                    <a:pt x="7644411" y="621184"/>
                  </a:lnTo>
                  <a:lnTo>
                    <a:pt x="7733471" y="620764"/>
                  </a:lnTo>
                  <a:lnTo>
                    <a:pt x="7815580" y="620302"/>
                  </a:lnTo>
                  <a:lnTo>
                    <a:pt x="7891154" y="619795"/>
                  </a:lnTo>
                  <a:lnTo>
                    <a:pt x="7960811" y="619237"/>
                  </a:lnTo>
                  <a:lnTo>
                    <a:pt x="8025275" y="618621"/>
                  </a:lnTo>
                  <a:lnTo>
                    <a:pt x="8085323" y="617941"/>
                  </a:lnTo>
                  <a:lnTo>
                    <a:pt x="8141730" y="617191"/>
                  </a:lnTo>
                  <a:lnTo>
                    <a:pt x="8195232" y="616366"/>
                  </a:lnTo>
                  <a:lnTo>
                    <a:pt x="8229629" y="615774"/>
                  </a:lnTo>
                  <a:lnTo>
                    <a:pt x="8291271" y="614587"/>
                  </a:lnTo>
                  <a:lnTo>
                    <a:pt x="8350991" y="613282"/>
                  </a:lnTo>
                  <a:lnTo>
                    <a:pt x="8409505" y="611855"/>
                  </a:lnTo>
                  <a:lnTo>
                    <a:pt x="8467339" y="610309"/>
                  </a:lnTo>
                  <a:lnTo>
                    <a:pt x="8524864" y="608651"/>
                  </a:lnTo>
                  <a:lnTo>
                    <a:pt x="8582324" y="606892"/>
                  </a:lnTo>
                  <a:lnTo>
                    <a:pt x="8639852" y="605048"/>
                  </a:lnTo>
                  <a:lnTo>
                    <a:pt x="8697496" y="603139"/>
                  </a:lnTo>
                  <a:lnTo>
                    <a:pt x="8755241" y="601188"/>
                  </a:lnTo>
                  <a:lnTo>
                    <a:pt x="8813027" y="599222"/>
                  </a:lnTo>
                  <a:lnTo>
                    <a:pt x="8870783" y="597268"/>
                  </a:lnTo>
                  <a:lnTo>
                    <a:pt x="8928445" y="595350"/>
                  </a:lnTo>
                  <a:lnTo>
                    <a:pt x="8985990" y="593495"/>
                  </a:lnTo>
                  <a:lnTo>
                    <a:pt x="9043454" y="591721"/>
                  </a:lnTo>
                  <a:lnTo>
                    <a:pt x="9100956" y="590047"/>
                  </a:lnTo>
                  <a:lnTo>
                    <a:pt x="9158721" y="588483"/>
                  </a:lnTo>
                  <a:lnTo>
                    <a:pt x="9217099" y="587037"/>
                  </a:lnTo>
                  <a:lnTo>
                    <a:pt x="9276588" y="585712"/>
                  </a:lnTo>
                  <a:lnTo>
                    <a:pt x="9337875" y="584508"/>
                  </a:lnTo>
                  <a:lnTo>
                    <a:pt x="9347647" y="584330"/>
                  </a:lnTo>
                  <a:lnTo>
                    <a:pt x="9399583" y="583455"/>
                  </a:lnTo>
                  <a:lnTo>
                    <a:pt x="9453975" y="582655"/>
                  </a:lnTo>
                  <a:lnTo>
                    <a:pt x="9511510" y="581929"/>
                  </a:lnTo>
                  <a:lnTo>
                    <a:pt x="9572941" y="581271"/>
                  </a:lnTo>
                  <a:lnTo>
                    <a:pt x="9639050" y="580675"/>
                  </a:lnTo>
                  <a:lnTo>
                    <a:pt x="9710601" y="580135"/>
                  </a:lnTo>
                  <a:lnTo>
                    <a:pt x="9788291" y="579643"/>
                  </a:lnTo>
                  <a:lnTo>
                    <a:pt x="9872680" y="579196"/>
                  </a:lnTo>
                  <a:lnTo>
                    <a:pt x="9964099" y="578789"/>
                  </a:lnTo>
                  <a:lnTo>
                    <a:pt x="10062530" y="578417"/>
                  </a:lnTo>
                  <a:lnTo>
                    <a:pt x="10167467" y="578080"/>
                  </a:lnTo>
                  <a:lnTo>
                    <a:pt x="10277768" y="577775"/>
                  </a:lnTo>
                  <a:lnTo>
                    <a:pt x="10391530" y="577503"/>
                  </a:lnTo>
                  <a:lnTo>
                    <a:pt x="10506034" y="577263"/>
                  </a:lnTo>
                  <a:lnTo>
                    <a:pt x="10617816" y="577057"/>
                  </a:lnTo>
                  <a:lnTo>
                    <a:pt x="10722906" y="576885"/>
                  </a:lnTo>
                  <a:lnTo>
                    <a:pt x="10817260" y="576746"/>
                  </a:lnTo>
                  <a:lnTo>
                    <a:pt x="10897328" y="576641"/>
                  </a:lnTo>
                  <a:lnTo>
                    <a:pt x="10960639" y="576565"/>
                  </a:lnTo>
                  <a:lnTo>
                    <a:pt x="11006278" y="576515"/>
                  </a:lnTo>
                  <a:lnTo>
                    <a:pt x="11035119" y="576487"/>
                  </a:lnTo>
                  <a:lnTo>
                    <a:pt x="11049804" y="576473"/>
                  </a:lnTo>
                  <a:lnTo>
                    <a:pt x="11054548" y="576470"/>
                  </a:lnTo>
                  <a:lnTo>
                    <a:pt x="11054891" y="576469"/>
                  </a:lnTo>
                  <a:lnTo>
                    <a:pt x="12049831" y="576469"/>
                  </a:lnTo>
                  <a:lnTo>
                    <a:pt x="12049831" y="571229"/>
                  </a:lnTo>
                  <a:lnTo>
                    <a:pt x="11054891" y="571229"/>
                  </a:lnTo>
                  <a:lnTo>
                    <a:pt x="11053755" y="571230"/>
                  </a:lnTo>
                  <a:lnTo>
                    <a:pt x="11046255" y="571236"/>
                  </a:lnTo>
                  <a:lnTo>
                    <a:pt x="11027251" y="571254"/>
                  </a:lnTo>
                  <a:lnTo>
                    <a:pt x="10993025" y="571289"/>
                  </a:lnTo>
                  <a:lnTo>
                    <a:pt x="10941508" y="571346"/>
                  </a:lnTo>
                  <a:lnTo>
                    <a:pt x="10872430" y="571432"/>
                  </a:lnTo>
                  <a:lnTo>
                    <a:pt x="10787265" y="571548"/>
                  </a:lnTo>
                  <a:lnTo>
                    <a:pt x="10688904" y="571698"/>
                  </a:lnTo>
                  <a:lnTo>
                    <a:pt x="10581129" y="571881"/>
                  </a:lnTo>
                  <a:lnTo>
                    <a:pt x="10468018" y="572099"/>
                  </a:lnTo>
                  <a:lnTo>
                    <a:pt x="10353410" y="572349"/>
                  </a:lnTo>
                  <a:lnTo>
                    <a:pt x="10240539" y="572632"/>
                  </a:lnTo>
                  <a:lnTo>
                    <a:pt x="10131853" y="572948"/>
                  </a:lnTo>
                  <a:lnTo>
                    <a:pt x="10028990" y="573296"/>
                  </a:lnTo>
                  <a:lnTo>
                    <a:pt x="9932865" y="573679"/>
                  </a:lnTo>
                  <a:lnTo>
                    <a:pt x="9843805" y="574100"/>
                  </a:lnTo>
                  <a:lnTo>
                    <a:pt x="9761697" y="574561"/>
                  </a:lnTo>
                  <a:lnTo>
                    <a:pt x="9686122" y="575068"/>
                  </a:lnTo>
                  <a:lnTo>
                    <a:pt x="9616466" y="575627"/>
                  </a:lnTo>
                  <a:lnTo>
                    <a:pt x="9552001" y="576243"/>
                  </a:lnTo>
                  <a:lnTo>
                    <a:pt x="9491954" y="576923"/>
                  </a:lnTo>
                  <a:lnTo>
                    <a:pt x="9435547" y="577673"/>
                  </a:lnTo>
                  <a:lnTo>
                    <a:pt x="9382045" y="578497"/>
                  </a:lnTo>
                  <a:lnTo>
                    <a:pt x="9347647" y="579090"/>
                  </a:lnTo>
                  <a:lnTo>
                    <a:pt x="9286005" y="580276"/>
                  </a:lnTo>
                  <a:lnTo>
                    <a:pt x="9226285" y="581582"/>
                  </a:lnTo>
                  <a:lnTo>
                    <a:pt x="9167772" y="583009"/>
                  </a:lnTo>
                  <a:lnTo>
                    <a:pt x="9109938" y="584555"/>
                  </a:lnTo>
                  <a:lnTo>
                    <a:pt x="9052412" y="586213"/>
                  </a:lnTo>
                  <a:lnTo>
                    <a:pt x="8994953" y="587972"/>
                  </a:lnTo>
                  <a:lnTo>
                    <a:pt x="8937425" y="589816"/>
                  </a:lnTo>
                  <a:lnTo>
                    <a:pt x="8879780" y="591725"/>
                  </a:lnTo>
                  <a:lnTo>
                    <a:pt x="8822036" y="593675"/>
                  </a:lnTo>
                  <a:lnTo>
                    <a:pt x="8764249" y="595641"/>
                  </a:lnTo>
                  <a:lnTo>
                    <a:pt x="8706494" y="597596"/>
                  </a:lnTo>
                  <a:lnTo>
                    <a:pt x="8648831" y="599513"/>
                  </a:lnTo>
                  <a:lnTo>
                    <a:pt x="8591286" y="601369"/>
                  </a:lnTo>
                  <a:lnTo>
                    <a:pt x="8533823" y="603142"/>
                  </a:lnTo>
                  <a:lnTo>
                    <a:pt x="8476320" y="604817"/>
                  </a:lnTo>
                  <a:lnTo>
                    <a:pt x="8418555" y="606381"/>
                  </a:lnTo>
                  <a:lnTo>
                    <a:pt x="8360178" y="607826"/>
                  </a:lnTo>
                  <a:lnTo>
                    <a:pt x="8300688" y="609151"/>
                  </a:lnTo>
                  <a:lnTo>
                    <a:pt x="8239402" y="610356"/>
                  </a:lnTo>
                  <a:lnTo>
                    <a:pt x="8229629" y="610533"/>
                  </a:lnTo>
                  <a:lnTo>
                    <a:pt x="8177694" y="611409"/>
                  </a:lnTo>
                  <a:lnTo>
                    <a:pt x="8123302" y="612208"/>
                  </a:lnTo>
                  <a:lnTo>
                    <a:pt x="8065767" y="612934"/>
                  </a:lnTo>
                  <a:lnTo>
                    <a:pt x="8004335" y="613592"/>
                  </a:lnTo>
                  <a:lnTo>
                    <a:pt x="7938227" y="614188"/>
                  </a:lnTo>
                  <a:lnTo>
                    <a:pt x="7866676" y="614729"/>
                  </a:lnTo>
                  <a:lnTo>
                    <a:pt x="7788986" y="615220"/>
                  </a:lnTo>
                  <a:lnTo>
                    <a:pt x="7704597" y="615667"/>
                  </a:lnTo>
                  <a:lnTo>
                    <a:pt x="7613177" y="616075"/>
                  </a:lnTo>
                  <a:lnTo>
                    <a:pt x="7514746" y="616446"/>
                  </a:lnTo>
                  <a:lnTo>
                    <a:pt x="7409809" y="616784"/>
                  </a:lnTo>
                  <a:lnTo>
                    <a:pt x="7299509" y="617088"/>
                  </a:lnTo>
                  <a:lnTo>
                    <a:pt x="7185747" y="617361"/>
                  </a:lnTo>
                  <a:lnTo>
                    <a:pt x="7071242" y="617600"/>
                  </a:lnTo>
                  <a:lnTo>
                    <a:pt x="6959461" y="617807"/>
                  </a:lnTo>
                  <a:lnTo>
                    <a:pt x="6854371" y="617979"/>
                  </a:lnTo>
                  <a:lnTo>
                    <a:pt x="6760016" y="618117"/>
                  </a:lnTo>
                  <a:lnTo>
                    <a:pt x="6679949" y="618223"/>
                  </a:lnTo>
                  <a:lnTo>
                    <a:pt x="6616637" y="618299"/>
                  </a:lnTo>
                  <a:lnTo>
                    <a:pt x="6570999" y="618348"/>
                  </a:lnTo>
                  <a:lnTo>
                    <a:pt x="6542158" y="618377"/>
                  </a:lnTo>
                  <a:lnTo>
                    <a:pt x="6527472" y="618390"/>
                  </a:lnTo>
                  <a:lnTo>
                    <a:pt x="6522729" y="618394"/>
                  </a:lnTo>
                  <a:lnTo>
                    <a:pt x="6522385" y="618394"/>
                  </a:lnTo>
                  <a:lnTo>
                    <a:pt x="5527445" y="618394"/>
                  </a:lnTo>
                  <a:lnTo>
                    <a:pt x="5526312" y="618383"/>
                  </a:lnTo>
                  <a:lnTo>
                    <a:pt x="5518832" y="618299"/>
                  </a:lnTo>
                  <a:lnTo>
                    <a:pt x="5499876" y="618067"/>
                  </a:lnTo>
                  <a:lnTo>
                    <a:pt x="5465733" y="617610"/>
                  </a:lnTo>
                  <a:lnTo>
                    <a:pt x="5414335" y="616855"/>
                  </a:lnTo>
                  <a:lnTo>
                    <a:pt x="5345404" y="615740"/>
                  </a:lnTo>
                  <a:lnTo>
                    <a:pt x="5260403" y="614217"/>
                  </a:lnTo>
                  <a:lnTo>
                    <a:pt x="5162208" y="612260"/>
                  </a:lnTo>
                  <a:lnTo>
                    <a:pt x="5054587" y="609858"/>
                  </a:lnTo>
                  <a:lnTo>
                    <a:pt x="4941607" y="607014"/>
                  </a:lnTo>
                  <a:lnTo>
                    <a:pt x="4827100" y="603735"/>
                  </a:lnTo>
                  <a:lnTo>
                    <a:pt x="4714299" y="600031"/>
                  </a:lnTo>
                  <a:lnTo>
                    <a:pt x="4605653" y="595904"/>
                  </a:lnTo>
                  <a:lnTo>
                    <a:pt x="4502805" y="591345"/>
                  </a:lnTo>
                  <a:lnTo>
                    <a:pt x="4406675" y="586333"/>
                  </a:lnTo>
                  <a:lnTo>
                    <a:pt x="4317597" y="580833"/>
                  </a:lnTo>
                  <a:lnTo>
                    <a:pt x="4235462" y="574798"/>
                  </a:lnTo>
                  <a:lnTo>
                    <a:pt x="4159857" y="568166"/>
                  </a:lnTo>
                  <a:lnTo>
                    <a:pt x="4090170" y="560863"/>
                  </a:lnTo>
                  <a:lnTo>
                    <a:pt x="4025679" y="552808"/>
                  </a:lnTo>
                  <a:lnTo>
                    <a:pt x="3965611" y="543918"/>
                  </a:lnTo>
                  <a:lnTo>
                    <a:pt x="3909192" y="534112"/>
                  </a:lnTo>
                  <a:lnTo>
                    <a:pt x="3855686" y="523330"/>
                  </a:lnTo>
                  <a:lnTo>
                    <a:pt x="3820202" y="515329"/>
                  </a:lnTo>
                  <a:lnTo>
                    <a:pt x="3760448" y="500279"/>
                  </a:lnTo>
                  <a:lnTo>
                    <a:pt x="3702522" y="483763"/>
                  </a:lnTo>
                  <a:lnTo>
                    <a:pt x="3645763" y="465759"/>
                  </a:lnTo>
                  <a:lnTo>
                    <a:pt x="3589681" y="446286"/>
                  </a:lnTo>
                  <a:lnTo>
                    <a:pt x="3533925" y="425417"/>
                  </a:lnTo>
                  <a:lnTo>
                    <a:pt x="3478258" y="403280"/>
                  </a:lnTo>
                  <a:lnTo>
                    <a:pt x="3422544" y="380054"/>
                  </a:lnTo>
                  <a:lnTo>
                    <a:pt x="3366723" y="355970"/>
                  </a:lnTo>
                  <a:lnTo>
                    <a:pt x="3310800" y="331303"/>
                  </a:lnTo>
                  <a:lnTo>
                    <a:pt x="3254820" y="306353"/>
                  </a:lnTo>
                  <a:lnTo>
                    <a:pt x="3198848" y="281440"/>
                  </a:lnTo>
                  <a:lnTo>
                    <a:pt x="3142946" y="256880"/>
                  </a:lnTo>
                  <a:lnTo>
                    <a:pt x="3087151" y="232969"/>
                  </a:lnTo>
                  <a:lnTo>
                    <a:pt x="3031455" y="209972"/>
                  </a:lnTo>
                  <a:lnTo>
                    <a:pt x="2975783" y="188109"/>
                  </a:lnTo>
                  <a:lnTo>
                    <a:pt x="2919977" y="167549"/>
                  </a:lnTo>
                  <a:lnTo>
                    <a:pt x="2863777" y="148406"/>
                  </a:lnTo>
                  <a:lnTo>
                    <a:pt x="2806801" y="130740"/>
                  </a:lnTo>
                  <a:lnTo>
                    <a:pt x="2748524" y="114562"/>
                  </a:lnTo>
                  <a:lnTo>
                    <a:pt x="2702183" y="103065"/>
                  </a:lnTo>
                  <a:lnTo>
                    <a:pt x="2650296" y="91597"/>
                  </a:lnTo>
                  <a:lnTo>
                    <a:pt x="2595957" y="81124"/>
                  </a:lnTo>
                  <a:lnTo>
                    <a:pt x="2538482" y="71611"/>
                  </a:lnTo>
                  <a:lnTo>
                    <a:pt x="2477120" y="62990"/>
                  </a:lnTo>
                  <a:lnTo>
                    <a:pt x="2411091" y="55178"/>
                  </a:lnTo>
                  <a:lnTo>
                    <a:pt x="2339634" y="48093"/>
                  </a:lnTo>
                  <a:lnTo>
                    <a:pt x="2262052" y="41654"/>
                  </a:lnTo>
                  <a:lnTo>
                    <a:pt x="2177786" y="35792"/>
                  </a:lnTo>
                  <a:lnTo>
                    <a:pt x="2086504" y="30449"/>
                  </a:lnTo>
                  <a:lnTo>
                    <a:pt x="1988220" y="25581"/>
                  </a:lnTo>
                  <a:lnTo>
                    <a:pt x="1883436" y="21158"/>
                  </a:lnTo>
                  <a:lnTo>
                    <a:pt x="1773282" y="17163"/>
                  </a:lnTo>
                  <a:lnTo>
                    <a:pt x="1659648" y="13591"/>
                  </a:lnTo>
                  <a:lnTo>
                    <a:pt x="1545236" y="10447"/>
                  </a:lnTo>
                  <a:lnTo>
                    <a:pt x="1433495" y="7739"/>
                  </a:lnTo>
                  <a:lnTo>
                    <a:pt x="1328378" y="5476"/>
                  </a:lnTo>
                  <a:lnTo>
                    <a:pt x="1233920" y="3657"/>
                  </a:lnTo>
                  <a:lnTo>
                    <a:pt x="1153676" y="2265"/>
                  </a:lnTo>
                  <a:lnTo>
                    <a:pt x="1090130" y="1268"/>
                  </a:lnTo>
                  <a:lnTo>
                    <a:pt x="1044224" y="613"/>
                  </a:lnTo>
                  <a:lnTo>
                    <a:pt x="1015117" y="234"/>
                  </a:lnTo>
                  <a:lnTo>
                    <a:pt x="1000205" y="57"/>
                  </a:lnTo>
                  <a:lnTo>
                    <a:pt x="995315" y="3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497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46" name="pl1845"/>
            <p:cNvSpPr/>
            <p:nvPr/>
          </p:nvSpPr>
          <p:spPr>
            <a:xfrm>
              <a:off x="1199187" y="5968917"/>
              <a:ext cx="12049831" cy="618394"/>
            </a:xfrm>
            <a:custGeom>
              <a:avLst/>
              <a:pathLst>
                <a:path w="12049831" h="618394">
                  <a:moveTo>
                    <a:pt x="0" y="0"/>
                  </a:moveTo>
                  <a:lnTo>
                    <a:pt x="994940" y="0"/>
                  </a:lnTo>
                  <a:lnTo>
                    <a:pt x="996073" y="11"/>
                  </a:lnTo>
                  <a:lnTo>
                    <a:pt x="1003553" y="95"/>
                  </a:lnTo>
                  <a:lnTo>
                    <a:pt x="1022509" y="327"/>
                  </a:lnTo>
                  <a:lnTo>
                    <a:pt x="1056652" y="784"/>
                  </a:lnTo>
                  <a:lnTo>
                    <a:pt x="1108050" y="1539"/>
                  </a:lnTo>
                  <a:lnTo>
                    <a:pt x="1176981" y="2654"/>
                  </a:lnTo>
                  <a:lnTo>
                    <a:pt x="1261982" y="4177"/>
                  </a:lnTo>
                  <a:lnTo>
                    <a:pt x="1360177" y="6134"/>
                  </a:lnTo>
                  <a:lnTo>
                    <a:pt x="1467798" y="8536"/>
                  </a:lnTo>
                  <a:lnTo>
                    <a:pt x="1580778" y="11380"/>
                  </a:lnTo>
                  <a:lnTo>
                    <a:pt x="1695285" y="14658"/>
                  </a:lnTo>
                  <a:lnTo>
                    <a:pt x="1808086" y="18362"/>
                  </a:lnTo>
                  <a:lnTo>
                    <a:pt x="1916732" y="22490"/>
                  </a:lnTo>
                  <a:lnTo>
                    <a:pt x="2019580" y="27049"/>
                  </a:lnTo>
                  <a:lnTo>
                    <a:pt x="2115710" y="32061"/>
                  </a:lnTo>
                  <a:lnTo>
                    <a:pt x="2204788" y="37560"/>
                  </a:lnTo>
                  <a:lnTo>
                    <a:pt x="2286923" y="43595"/>
                  </a:lnTo>
                  <a:lnTo>
                    <a:pt x="2362528" y="50228"/>
                  </a:lnTo>
                  <a:lnTo>
                    <a:pt x="2432215" y="57531"/>
                  </a:lnTo>
                  <a:lnTo>
                    <a:pt x="2496706" y="65585"/>
                  </a:lnTo>
                  <a:lnTo>
                    <a:pt x="2556774" y="74476"/>
                  </a:lnTo>
                  <a:lnTo>
                    <a:pt x="2613193" y="84282"/>
                  </a:lnTo>
                  <a:lnTo>
                    <a:pt x="2666699" y="95064"/>
                  </a:lnTo>
                  <a:lnTo>
                    <a:pt x="2702183" y="103065"/>
                  </a:lnTo>
                  <a:lnTo>
                    <a:pt x="2761937" y="118115"/>
                  </a:lnTo>
                  <a:lnTo>
                    <a:pt x="2819863" y="134630"/>
                  </a:lnTo>
                  <a:lnTo>
                    <a:pt x="2876622" y="152635"/>
                  </a:lnTo>
                  <a:lnTo>
                    <a:pt x="2932704" y="172108"/>
                  </a:lnTo>
                  <a:lnTo>
                    <a:pt x="2988460" y="192976"/>
                  </a:lnTo>
                  <a:lnTo>
                    <a:pt x="3044127" y="215114"/>
                  </a:lnTo>
                  <a:lnTo>
                    <a:pt x="3099841" y="238340"/>
                  </a:lnTo>
                  <a:lnTo>
                    <a:pt x="3155662" y="262423"/>
                  </a:lnTo>
                  <a:lnTo>
                    <a:pt x="3211585" y="287091"/>
                  </a:lnTo>
                  <a:lnTo>
                    <a:pt x="3267565" y="312041"/>
                  </a:lnTo>
                  <a:lnTo>
                    <a:pt x="3323537" y="336953"/>
                  </a:lnTo>
                  <a:lnTo>
                    <a:pt x="3379439" y="361514"/>
                  </a:lnTo>
                  <a:lnTo>
                    <a:pt x="3435234" y="385425"/>
                  </a:lnTo>
                  <a:lnTo>
                    <a:pt x="3490930" y="408422"/>
                  </a:lnTo>
                  <a:lnTo>
                    <a:pt x="3546602" y="430284"/>
                  </a:lnTo>
                  <a:lnTo>
                    <a:pt x="3602408" y="450844"/>
                  </a:lnTo>
                  <a:lnTo>
                    <a:pt x="3658608" y="469987"/>
                  </a:lnTo>
                  <a:lnTo>
                    <a:pt x="3715584" y="487653"/>
                  </a:lnTo>
                  <a:lnTo>
                    <a:pt x="3773861" y="503832"/>
                  </a:lnTo>
                  <a:lnTo>
                    <a:pt x="3820202" y="515329"/>
                  </a:lnTo>
                  <a:lnTo>
                    <a:pt x="3872089" y="526797"/>
                  </a:lnTo>
                  <a:lnTo>
                    <a:pt x="3926428" y="537270"/>
                  </a:lnTo>
                  <a:lnTo>
                    <a:pt x="3983903" y="546783"/>
                  </a:lnTo>
                  <a:lnTo>
                    <a:pt x="4045265" y="555404"/>
                  </a:lnTo>
                  <a:lnTo>
                    <a:pt x="4111294" y="563215"/>
                  </a:lnTo>
                  <a:lnTo>
                    <a:pt x="4182751" y="570301"/>
                  </a:lnTo>
                  <a:lnTo>
                    <a:pt x="4260333" y="576740"/>
                  </a:lnTo>
                  <a:lnTo>
                    <a:pt x="4344599" y="582602"/>
                  </a:lnTo>
                  <a:lnTo>
                    <a:pt x="4435881" y="587945"/>
                  </a:lnTo>
                  <a:lnTo>
                    <a:pt x="4534165" y="592813"/>
                  </a:lnTo>
                  <a:lnTo>
                    <a:pt x="4638949" y="597236"/>
                  </a:lnTo>
                  <a:lnTo>
                    <a:pt x="4749103" y="601231"/>
                  </a:lnTo>
                  <a:lnTo>
                    <a:pt x="4862737" y="604803"/>
                  </a:lnTo>
                  <a:lnTo>
                    <a:pt x="4977149" y="607947"/>
                  </a:lnTo>
                  <a:lnTo>
                    <a:pt x="5088890" y="610655"/>
                  </a:lnTo>
                  <a:lnTo>
                    <a:pt x="5194007" y="612918"/>
                  </a:lnTo>
                  <a:lnTo>
                    <a:pt x="5288465" y="614737"/>
                  </a:lnTo>
                  <a:lnTo>
                    <a:pt x="5368709" y="616129"/>
                  </a:lnTo>
                  <a:lnTo>
                    <a:pt x="5432255" y="617126"/>
                  </a:lnTo>
                  <a:lnTo>
                    <a:pt x="5478161" y="617781"/>
                  </a:lnTo>
                  <a:lnTo>
                    <a:pt x="5507268" y="618160"/>
                  </a:lnTo>
                  <a:lnTo>
                    <a:pt x="5522180" y="618337"/>
                  </a:lnTo>
                  <a:lnTo>
                    <a:pt x="5527070" y="618390"/>
                  </a:lnTo>
                  <a:lnTo>
                    <a:pt x="5527445" y="618394"/>
                  </a:lnTo>
                  <a:lnTo>
                    <a:pt x="6522385" y="618394"/>
                  </a:lnTo>
                  <a:lnTo>
                    <a:pt x="6523522" y="618393"/>
                  </a:lnTo>
                  <a:lnTo>
                    <a:pt x="6531021" y="618387"/>
                  </a:lnTo>
                  <a:lnTo>
                    <a:pt x="6550026" y="618369"/>
                  </a:lnTo>
                  <a:lnTo>
                    <a:pt x="6584252" y="618334"/>
                  </a:lnTo>
                  <a:lnTo>
                    <a:pt x="6635769" y="618277"/>
                  </a:lnTo>
                  <a:lnTo>
                    <a:pt x="6704846" y="618191"/>
                  </a:lnTo>
                  <a:lnTo>
                    <a:pt x="6790011" y="618075"/>
                  </a:lnTo>
                  <a:lnTo>
                    <a:pt x="6888372" y="617925"/>
                  </a:lnTo>
                  <a:lnTo>
                    <a:pt x="6996147" y="617742"/>
                  </a:lnTo>
                  <a:lnTo>
                    <a:pt x="7109258" y="617524"/>
                  </a:lnTo>
                  <a:lnTo>
                    <a:pt x="7223867" y="617274"/>
                  </a:lnTo>
                  <a:lnTo>
                    <a:pt x="7336737" y="616991"/>
                  </a:lnTo>
                  <a:lnTo>
                    <a:pt x="7445424" y="616675"/>
                  </a:lnTo>
                  <a:lnTo>
                    <a:pt x="7548286" y="616327"/>
                  </a:lnTo>
                  <a:lnTo>
                    <a:pt x="7644411" y="615944"/>
                  </a:lnTo>
                  <a:lnTo>
                    <a:pt x="7733471" y="615523"/>
                  </a:lnTo>
                  <a:lnTo>
                    <a:pt x="7815580" y="615062"/>
                  </a:lnTo>
                  <a:lnTo>
                    <a:pt x="7891154" y="614555"/>
                  </a:lnTo>
                  <a:lnTo>
                    <a:pt x="7960811" y="613996"/>
                  </a:lnTo>
                  <a:lnTo>
                    <a:pt x="8025275" y="613380"/>
                  </a:lnTo>
                  <a:lnTo>
                    <a:pt x="8085323" y="612700"/>
                  </a:lnTo>
                  <a:lnTo>
                    <a:pt x="8141730" y="611950"/>
                  </a:lnTo>
                  <a:lnTo>
                    <a:pt x="8195232" y="611126"/>
                  </a:lnTo>
                  <a:lnTo>
                    <a:pt x="8229629" y="610533"/>
                  </a:lnTo>
                  <a:lnTo>
                    <a:pt x="8291271" y="609347"/>
                  </a:lnTo>
                  <a:lnTo>
                    <a:pt x="8350991" y="608041"/>
                  </a:lnTo>
                  <a:lnTo>
                    <a:pt x="8409505" y="606614"/>
                  </a:lnTo>
                  <a:lnTo>
                    <a:pt x="8467339" y="605068"/>
                  </a:lnTo>
                  <a:lnTo>
                    <a:pt x="8524864" y="603410"/>
                  </a:lnTo>
                  <a:lnTo>
                    <a:pt x="8582324" y="601651"/>
                  </a:lnTo>
                  <a:lnTo>
                    <a:pt x="8639852" y="599807"/>
                  </a:lnTo>
                  <a:lnTo>
                    <a:pt x="8697496" y="597898"/>
                  </a:lnTo>
                  <a:lnTo>
                    <a:pt x="8755241" y="595947"/>
                  </a:lnTo>
                  <a:lnTo>
                    <a:pt x="8813027" y="593982"/>
                  </a:lnTo>
                  <a:lnTo>
                    <a:pt x="8870783" y="592027"/>
                  </a:lnTo>
                  <a:lnTo>
                    <a:pt x="8928445" y="590110"/>
                  </a:lnTo>
                  <a:lnTo>
                    <a:pt x="8985990" y="588254"/>
                  </a:lnTo>
                  <a:lnTo>
                    <a:pt x="9043454" y="586481"/>
                  </a:lnTo>
                  <a:lnTo>
                    <a:pt x="9100956" y="584806"/>
                  </a:lnTo>
                  <a:lnTo>
                    <a:pt x="9158721" y="583242"/>
                  </a:lnTo>
                  <a:lnTo>
                    <a:pt x="9217099" y="581797"/>
                  </a:lnTo>
                  <a:lnTo>
                    <a:pt x="9276588" y="580472"/>
                  </a:lnTo>
                  <a:lnTo>
                    <a:pt x="9337875" y="579267"/>
                  </a:lnTo>
                  <a:lnTo>
                    <a:pt x="9347647" y="579090"/>
                  </a:lnTo>
                  <a:lnTo>
                    <a:pt x="9399583" y="578214"/>
                  </a:lnTo>
                  <a:lnTo>
                    <a:pt x="9453975" y="577415"/>
                  </a:lnTo>
                  <a:lnTo>
                    <a:pt x="9511510" y="576689"/>
                  </a:lnTo>
                  <a:lnTo>
                    <a:pt x="9572941" y="576031"/>
                  </a:lnTo>
                  <a:lnTo>
                    <a:pt x="9639050" y="575435"/>
                  </a:lnTo>
                  <a:lnTo>
                    <a:pt x="9710601" y="574894"/>
                  </a:lnTo>
                  <a:lnTo>
                    <a:pt x="9788291" y="574403"/>
                  </a:lnTo>
                  <a:lnTo>
                    <a:pt x="9872680" y="573955"/>
                  </a:lnTo>
                  <a:lnTo>
                    <a:pt x="9964099" y="573548"/>
                  </a:lnTo>
                  <a:lnTo>
                    <a:pt x="10062530" y="573177"/>
                  </a:lnTo>
                  <a:lnTo>
                    <a:pt x="10167467" y="572839"/>
                  </a:lnTo>
                  <a:lnTo>
                    <a:pt x="10277768" y="572535"/>
                  </a:lnTo>
                  <a:lnTo>
                    <a:pt x="10391530" y="572262"/>
                  </a:lnTo>
                  <a:lnTo>
                    <a:pt x="10506034" y="572023"/>
                  </a:lnTo>
                  <a:lnTo>
                    <a:pt x="10617816" y="571816"/>
                  </a:lnTo>
                  <a:lnTo>
                    <a:pt x="10722906" y="571644"/>
                  </a:lnTo>
                  <a:lnTo>
                    <a:pt x="10817260" y="571506"/>
                  </a:lnTo>
                  <a:lnTo>
                    <a:pt x="10897328" y="571400"/>
                  </a:lnTo>
                  <a:lnTo>
                    <a:pt x="10960639" y="571324"/>
                  </a:lnTo>
                  <a:lnTo>
                    <a:pt x="11006278" y="571275"/>
                  </a:lnTo>
                  <a:lnTo>
                    <a:pt x="11035119" y="571246"/>
                  </a:lnTo>
                  <a:lnTo>
                    <a:pt x="11049804" y="571233"/>
                  </a:lnTo>
                  <a:lnTo>
                    <a:pt x="11054548" y="571229"/>
                  </a:lnTo>
                  <a:lnTo>
                    <a:pt x="11054891" y="571229"/>
                  </a:lnTo>
                  <a:lnTo>
                    <a:pt x="12049831" y="571229"/>
                  </a:lnTo>
                  <a:lnTo>
                    <a:pt x="12049831" y="5712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7" name="pl1846"/>
            <p:cNvSpPr/>
            <p:nvPr/>
          </p:nvSpPr>
          <p:spPr>
            <a:xfrm>
              <a:off x="1199187" y="5963677"/>
              <a:ext cx="12049831" cy="618394"/>
            </a:xfrm>
            <a:custGeom>
              <a:avLst/>
              <a:pathLst>
                <a:path w="12049831" h="618394">
                  <a:moveTo>
                    <a:pt x="12049831" y="571229"/>
                  </a:moveTo>
                  <a:lnTo>
                    <a:pt x="11054891" y="571229"/>
                  </a:lnTo>
                  <a:lnTo>
                    <a:pt x="11053755" y="571230"/>
                  </a:lnTo>
                  <a:lnTo>
                    <a:pt x="11046255" y="571236"/>
                  </a:lnTo>
                  <a:lnTo>
                    <a:pt x="11027251" y="571254"/>
                  </a:lnTo>
                  <a:lnTo>
                    <a:pt x="10993025" y="571289"/>
                  </a:lnTo>
                  <a:lnTo>
                    <a:pt x="10941508" y="571346"/>
                  </a:lnTo>
                  <a:lnTo>
                    <a:pt x="10872430" y="571432"/>
                  </a:lnTo>
                  <a:lnTo>
                    <a:pt x="10787265" y="571548"/>
                  </a:lnTo>
                  <a:lnTo>
                    <a:pt x="10688904" y="571698"/>
                  </a:lnTo>
                  <a:lnTo>
                    <a:pt x="10581129" y="571881"/>
                  </a:lnTo>
                  <a:lnTo>
                    <a:pt x="10468018" y="572099"/>
                  </a:lnTo>
                  <a:lnTo>
                    <a:pt x="10353410" y="572349"/>
                  </a:lnTo>
                  <a:lnTo>
                    <a:pt x="10240539" y="572632"/>
                  </a:lnTo>
                  <a:lnTo>
                    <a:pt x="10131853" y="572948"/>
                  </a:lnTo>
                  <a:lnTo>
                    <a:pt x="10028990" y="573296"/>
                  </a:lnTo>
                  <a:lnTo>
                    <a:pt x="9932865" y="573679"/>
                  </a:lnTo>
                  <a:lnTo>
                    <a:pt x="9843805" y="574100"/>
                  </a:lnTo>
                  <a:lnTo>
                    <a:pt x="9761697" y="574561"/>
                  </a:lnTo>
                  <a:lnTo>
                    <a:pt x="9686122" y="575068"/>
                  </a:lnTo>
                  <a:lnTo>
                    <a:pt x="9616466" y="575627"/>
                  </a:lnTo>
                  <a:lnTo>
                    <a:pt x="9552001" y="576243"/>
                  </a:lnTo>
                  <a:lnTo>
                    <a:pt x="9491954" y="576923"/>
                  </a:lnTo>
                  <a:lnTo>
                    <a:pt x="9435547" y="577673"/>
                  </a:lnTo>
                  <a:lnTo>
                    <a:pt x="9382045" y="578497"/>
                  </a:lnTo>
                  <a:lnTo>
                    <a:pt x="9347647" y="579090"/>
                  </a:lnTo>
                  <a:lnTo>
                    <a:pt x="9286005" y="580276"/>
                  </a:lnTo>
                  <a:lnTo>
                    <a:pt x="9226285" y="581582"/>
                  </a:lnTo>
                  <a:lnTo>
                    <a:pt x="9167772" y="583009"/>
                  </a:lnTo>
                  <a:lnTo>
                    <a:pt x="9109938" y="584555"/>
                  </a:lnTo>
                  <a:lnTo>
                    <a:pt x="9052412" y="586213"/>
                  </a:lnTo>
                  <a:lnTo>
                    <a:pt x="8994953" y="587972"/>
                  </a:lnTo>
                  <a:lnTo>
                    <a:pt x="8937425" y="589816"/>
                  </a:lnTo>
                  <a:lnTo>
                    <a:pt x="8879780" y="591725"/>
                  </a:lnTo>
                  <a:lnTo>
                    <a:pt x="8822036" y="593675"/>
                  </a:lnTo>
                  <a:lnTo>
                    <a:pt x="8764249" y="595641"/>
                  </a:lnTo>
                  <a:lnTo>
                    <a:pt x="8706494" y="597596"/>
                  </a:lnTo>
                  <a:lnTo>
                    <a:pt x="8648831" y="599513"/>
                  </a:lnTo>
                  <a:lnTo>
                    <a:pt x="8591286" y="601369"/>
                  </a:lnTo>
                  <a:lnTo>
                    <a:pt x="8533823" y="603142"/>
                  </a:lnTo>
                  <a:lnTo>
                    <a:pt x="8476320" y="604817"/>
                  </a:lnTo>
                  <a:lnTo>
                    <a:pt x="8418555" y="606381"/>
                  </a:lnTo>
                  <a:lnTo>
                    <a:pt x="8360178" y="607826"/>
                  </a:lnTo>
                  <a:lnTo>
                    <a:pt x="8300688" y="609151"/>
                  </a:lnTo>
                  <a:lnTo>
                    <a:pt x="8239402" y="610356"/>
                  </a:lnTo>
                  <a:lnTo>
                    <a:pt x="8229629" y="610533"/>
                  </a:lnTo>
                  <a:lnTo>
                    <a:pt x="8177694" y="611409"/>
                  </a:lnTo>
                  <a:lnTo>
                    <a:pt x="8123302" y="612208"/>
                  </a:lnTo>
                  <a:lnTo>
                    <a:pt x="8065767" y="612934"/>
                  </a:lnTo>
                  <a:lnTo>
                    <a:pt x="8004335" y="613592"/>
                  </a:lnTo>
                  <a:lnTo>
                    <a:pt x="7938227" y="614188"/>
                  </a:lnTo>
                  <a:lnTo>
                    <a:pt x="7866676" y="614729"/>
                  </a:lnTo>
                  <a:lnTo>
                    <a:pt x="7788986" y="615220"/>
                  </a:lnTo>
                  <a:lnTo>
                    <a:pt x="7704597" y="615667"/>
                  </a:lnTo>
                  <a:lnTo>
                    <a:pt x="7613177" y="616075"/>
                  </a:lnTo>
                  <a:lnTo>
                    <a:pt x="7514746" y="616446"/>
                  </a:lnTo>
                  <a:lnTo>
                    <a:pt x="7409809" y="616784"/>
                  </a:lnTo>
                  <a:lnTo>
                    <a:pt x="7299509" y="617088"/>
                  </a:lnTo>
                  <a:lnTo>
                    <a:pt x="7185747" y="617361"/>
                  </a:lnTo>
                  <a:lnTo>
                    <a:pt x="7071242" y="617600"/>
                  </a:lnTo>
                  <a:lnTo>
                    <a:pt x="6959461" y="617807"/>
                  </a:lnTo>
                  <a:lnTo>
                    <a:pt x="6854371" y="617979"/>
                  </a:lnTo>
                  <a:lnTo>
                    <a:pt x="6760016" y="618117"/>
                  </a:lnTo>
                  <a:lnTo>
                    <a:pt x="6679949" y="618223"/>
                  </a:lnTo>
                  <a:lnTo>
                    <a:pt x="6616637" y="618299"/>
                  </a:lnTo>
                  <a:lnTo>
                    <a:pt x="6570999" y="618348"/>
                  </a:lnTo>
                  <a:lnTo>
                    <a:pt x="6542158" y="618377"/>
                  </a:lnTo>
                  <a:lnTo>
                    <a:pt x="6527472" y="618390"/>
                  </a:lnTo>
                  <a:lnTo>
                    <a:pt x="6522729" y="618394"/>
                  </a:lnTo>
                  <a:lnTo>
                    <a:pt x="6522385" y="618394"/>
                  </a:lnTo>
                  <a:lnTo>
                    <a:pt x="5527445" y="618394"/>
                  </a:lnTo>
                  <a:lnTo>
                    <a:pt x="5526312" y="618383"/>
                  </a:lnTo>
                  <a:lnTo>
                    <a:pt x="5518832" y="618299"/>
                  </a:lnTo>
                  <a:lnTo>
                    <a:pt x="5499876" y="618067"/>
                  </a:lnTo>
                  <a:lnTo>
                    <a:pt x="5465733" y="617610"/>
                  </a:lnTo>
                  <a:lnTo>
                    <a:pt x="5414335" y="616855"/>
                  </a:lnTo>
                  <a:lnTo>
                    <a:pt x="5345404" y="615740"/>
                  </a:lnTo>
                  <a:lnTo>
                    <a:pt x="5260403" y="614217"/>
                  </a:lnTo>
                  <a:lnTo>
                    <a:pt x="5162208" y="612260"/>
                  </a:lnTo>
                  <a:lnTo>
                    <a:pt x="5054587" y="609858"/>
                  </a:lnTo>
                  <a:lnTo>
                    <a:pt x="4941607" y="607014"/>
                  </a:lnTo>
                  <a:lnTo>
                    <a:pt x="4827100" y="603735"/>
                  </a:lnTo>
                  <a:lnTo>
                    <a:pt x="4714299" y="600031"/>
                  </a:lnTo>
                  <a:lnTo>
                    <a:pt x="4605653" y="595904"/>
                  </a:lnTo>
                  <a:lnTo>
                    <a:pt x="4502805" y="591345"/>
                  </a:lnTo>
                  <a:lnTo>
                    <a:pt x="4406675" y="586333"/>
                  </a:lnTo>
                  <a:lnTo>
                    <a:pt x="4317597" y="580833"/>
                  </a:lnTo>
                  <a:lnTo>
                    <a:pt x="4235462" y="574798"/>
                  </a:lnTo>
                  <a:lnTo>
                    <a:pt x="4159857" y="568166"/>
                  </a:lnTo>
                  <a:lnTo>
                    <a:pt x="4090170" y="560863"/>
                  </a:lnTo>
                  <a:lnTo>
                    <a:pt x="4025679" y="552808"/>
                  </a:lnTo>
                  <a:lnTo>
                    <a:pt x="3965611" y="543918"/>
                  </a:lnTo>
                  <a:lnTo>
                    <a:pt x="3909192" y="534112"/>
                  </a:lnTo>
                  <a:lnTo>
                    <a:pt x="3855686" y="523330"/>
                  </a:lnTo>
                  <a:lnTo>
                    <a:pt x="3820202" y="515329"/>
                  </a:lnTo>
                  <a:lnTo>
                    <a:pt x="3760448" y="500279"/>
                  </a:lnTo>
                  <a:lnTo>
                    <a:pt x="3702522" y="483763"/>
                  </a:lnTo>
                  <a:lnTo>
                    <a:pt x="3645763" y="465759"/>
                  </a:lnTo>
                  <a:lnTo>
                    <a:pt x="3589681" y="446286"/>
                  </a:lnTo>
                  <a:lnTo>
                    <a:pt x="3533925" y="425417"/>
                  </a:lnTo>
                  <a:lnTo>
                    <a:pt x="3478258" y="403280"/>
                  </a:lnTo>
                  <a:lnTo>
                    <a:pt x="3422544" y="380054"/>
                  </a:lnTo>
                  <a:lnTo>
                    <a:pt x="3366723" y="355970"/>
                  </a:lnTo>
                  <a:lnTo>
                    <a:pt x="3310800" y="331303"/>
                  </a:lnTo>
                  <a:lnTo>
                    <a:pt x="3254820" y="306353"/>
                  </a:lnTo>
                  <a:lnTo>
                    <a:pt x="3198848" y="281440"/>
                  </a:lnTo>
                  <a:lnTo>
                    <a:pt x="3142946" y="256880"/>
                  </a:lnTo>
                  <a:lnTo>
                    <a:pt x="3087151" y="232969"/>
                  </a:lnTo>
                  <a:lnTo>
                    <a:pt x="3031455" y="209972"/>
                  </a:lnTo>
                  <a:lnTo>
                    <a:pt x="2975783" y="188109"/>
                  </a:lnTo>
                  <a:lnTo>
                    <a:pt x="2919977" y="167549"/>
                  </a:lnTo>
                  <a:lnTo>
                    <a:pt x="2863777" y="148406"/>
                  </a:lnTo>
                  <a:lnTo>
                    <a:pt x="2806801" y="130740"/>
                  </a:lnTo>
                  <a:lnTo>
                    <a:pt x="2748524" y="114562"/>
                  </a:lnTo>
                  <a:lnTo>
                    <a:pt x="2702183" y="103065"/>
                  </a:lnTo>
                  <a:lnTo>
                    <a:pt x="2650296" y="91597"/>
                  </a:lnTo>
                  <a:lnTo>
                    <a:pt x="2595957" y="81124"/>
                  </a:lnTo>
                  <a:lnTo>
                    <a:pt x="2538482" y="71611"/>
                  </a:lnTo>
                  <a:lnTo>
                    <a:pt x="2477120" y="62990"/>
                  </a:lnTo>
                  <a:lnTo>
                    <a:pt x="2411091" y="55178"/>
                  </a:lnTo>
                  <a:lnTo>
                    <a:pt x="2339634" y="48093"/>
                  </a:lnTo>
                  <a:lnTo>
                    <a:pt x="2262052" y="41654"/>
                  </a:lnTo>
                  <a:lnTo>
                    <a:pt x="2177786" y="35792"/>
                  </a:lnTo>
                  <a:lnTo>
                    <a:pt x="2086504" y="30449"/>
                  </a:lnTo>
                  <a:lnTo>
                    <a:pt x="1988220" y="25581"/>
                  </a:lnTo>
                  <a:lnTo>
                    <a:pt x="1883436" y="21158"/>
                  </a:lnTo>
                  <a:lnTo>
                    <a:pt x="1773282" y="17163"/>
                  </a:lnTo>
                  <a:lnTo>
                    <a:pt x="1659648" y="13591"/>
                  </a:lnTo>
                  <a:lnTo>
                    <a:pt x="1545236" y="10447"/>
                  </a:lnTo>
                  <a:lnTo>
                    <a:pt x="1433495" y="7739"/>
                  </a:lnTo>
                  <a:lnTo>
                    <a:pt x="1328378" y="5476"/>
                  </a:lnTo>
                  <a:lnTo>
                    <a:pt x="1233920" y="3657"/>
                  </a:lnTo>
                  <a:lnTo>
                    <a:pt x="1153676" y="2265"/>
                  </a:lnTo>
                  <a:lnTo>
                    <a:pt x="1090130" y="1268"/>
                  </a:lnTo>
                  <a:lnTo>
                    <a:pt x="1044224" y="613"/>
                  </a:lnTo>
                  <a:lnTo>
                    <a:pt x="1015117" y="234"/>
                  </a:lnTo>
                  <a:lnTo>
                    <a:pt x="1000205" y="57"/>
                  </a:lnTo>
                  <a:lnTo>
                    <a:pt x="995315" y="3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8" name="pg1847"/>
            <p:cNvSpPr/>
            <p:nvPr/>
          </p:nvSpPr>
          <p:spPr>
            <a:xfrm>
              <a:off x="1199187" y="1519619"/>
              <a:ext cx="12049831" cy="4360207"/>
            </a:xfrm>
            <a:custGeom>
              <a:avLst/>
              <a:pathLst>
                <a:path w="12049831" h="4360207">
                  <a:moveTo>
                    <a:pt x="0" y="4360207"/>
                  </a:moveTo>
                  <a:lnTo>
                    <a:pt x="994940" y="4360207"/>
                  </a:lnTo>
                  <a:lnTo>
                    <a:pt x="995945" y="4360134"/>
                  </a:lnTo>
                  <a:lnTo>
                    <a:pt x="1002596" y="4359611"/>
                  </a:lnTo>
                  <a:lnTo>
                    <a:pt x="1019505" y="4358169"/>
                  </a:lnTo>
                  <a:lnTo>
                    <a:pt x="1050092" y="4355324"/>
                  </a:lnTo>
                  <a:lnTo>
                    <a:pt x="1096404" y="4350615"/>
                  </a:lnTo>
                  <a:lnTo>
                    <a:pt x="1158972" y="4343638"/>
                  </a:lnTo>
                  <a:lnTo>
                    <a:pt x="1236821" y="4334079"/>
                  </a:lnTo>
                  <a:lnTo>
                    <a:pt x="1327687" y="4321736"/>
                  </a:lnTo>
                  <a:lnTo>
                    <a:pt x="1428407" y="4306515"/>
                  </a:lnTo>
                  <a:lnTo>
                    <a:pt x="1535410" y="4288406"/>
                  </a:lnTo>
                  <a:lnTo>
                    <a:pt x="1645173" y="4267457"/>
                  </a:lnTo>
                  <a:lnTo>
                    <a:pt x="1754581" y="4243723"/>
                  </a:lnTo>
                  <a:lnTo>
                    <a:pt x="1861138" y="4217240"/>
                  </a:lnTo>
                  <a:lnTo>
                    <a:pt x="1963039" y="4187991"/>
                  </a:lnTo>
                  <a:lnTo>
                    <a:pt x="2059139" y="4155890"/>
                  </a:lnTo>
                  <a:lnTo>
                    <a:pt x="2148861" y="4120772"/>
                  </a:lnTo>
                  <a:lnTo>
                    <a:pt x="2232076" y="4082386"/>
                  </a:lnTo>
                  <a:lnTo>
                    <a:pt x="2308986" y="4040401"/>
                  </a:lnTo>
                  <a:lnTo>
                    <a:pt x="2380019" y="3994410"/>
                  </a:lnTo>
                  <a:lnTo>
                    <a:pt x="2445750" y="3943942"/>
                  </a:lnTo>
                  <a:lnTo>
                    <a:pt x="2506834" y="3888482"/>
                  </a:lnTo>
                  <a:lnTo>
                    <a:pt x="2563958" y="3827506"/>
                  </a:lnTo>
                  <a:lnTo>
                    <a:pt x="2617805" y="3760528"/>
                  </a:lnTo>
                  <a:lnTo>
                    <a:pt x="2669022" y="3687190"/>
                  </a:lnTo>
                  <a:lnTo>
                    <a:pt x="2702183" y="3634379"/>
                  </a:lnTo>
                  <a:lnTo>
                    <a:pt x="2739421" y="3569986"/>
                  </a:lnTo>
                  <a:lnTo>
                    <a:pt x="2775847" y="3501687"/>
                  </a:lnTo>
                  <a:lnTo>
                    <a:pt x="2811644" y="3429403"/>
                  </a:lnTo>
                  <a:lnTo>
                    <a:pt x="2846965" y="3353098"/>
                  </a:lnTo>
                  <a:lnTo>
                    <a:pt x="2881939" y="3272780"/>
                  </a:lnTo>
                  <a:lnTo>
                    <a:pt x="2916670" y="3188508"/>
                  </a:lnTo>
                  <a:lnTo>
                    <a:pt x="2951246" y="3100393"/>
                  </a:lnTo>
                  <a:lnTo>
                    <a:pt x="2985734" y="3008603"/>
                  </a:lnTo>
                  <a:lnTo>
                    <a:pt x="3020186" y="2913362"/>
                  </a:lnTo>
                  <a:lnTo>
                    <a:pt x="3054639" y="2814951"/>
                  </a:lnTo>
                  <a:lnTo>
                    <a:pt x="3089119" y="2713705"/>
                  </a:lnTo>
                  <a:lnTo>
                    <a:pt x="3123638" y="2610010"/>
                  </a:lnTo>
                  <a:lnTo>
                    <a:pt x="3158201" y="2504299"/>
                  </a:lnTo>
                  <a:lnTo>
                    <a:pt x="3192803" y="2397043"/>
                  </a:lnTo>
                  <a:lnTo>
                    <a:pt x="3227435" y="2288745"/>
                  </a:lnTo>
                  <a:lnTo>
                    <a:pt x="3262083" y="2179926"/>
                  </a:lnTo>
                  <a:lnTo>
                    <a:pt x="3296729" y="2071121"/>
                  </a:lnTo>
                  <a:lnTo>
                    <a:pt x="3331360" y="1962864"/>
                  </a:lnTo>
                  <a:lnTo>
                    <a:pt x="3365960" y="1855675"/>
                  </a:lnTo>
                  <a:lnTo>
                    <a:pt x="3400521" y="1750057"/>
                  </a:lnTo>
                  <a:lnTo>
                    <a:pt x="3435038" y="1646478"/>
                  </a:lnTo>
                  <a:lnTo>
                    <a:pt x="3469516" y="1545368"/>
                  </a:lnTo>
                  <a:lnTo>
                    <a:pt x="3503969" y="1447112"/>
                  </a:lnTo>
                  <a:lnTo>
                    <a:pt x="3538422" y="1352042"/>
                  </a:lnTo>
                  <a:lnTo>
                    <a:pt x="3572913" y="1260436"/>
                  </a:lnTo>
                  <a:lnTo>
                    <a:pt x="3607495" y="1172515"/>
                  </a:lnTo>
                  <a:lnTo>
                    <a:pt x="3642237" y="1088444"/>
                  </a:lnTo>
                  <a:lnTo>
                    <a:pt x="3677225" y="1008331"/>
                  </a:lnTo>
                  <a:lnTo>
                    <a:pt x="3712567" y="932232"/>
                  </a:lnTo>
                  <a:lnTo>
                    <a:pt x="3748392" y="860155"/>
                  </a:lnTo>
                  <a:lnTo>
                    <a:pt x="3784855" y="792059"/>
                  </a:lnTo>
                  <a:lnTo>
                    <a:pt x="3820202" y="731068"/>
                  </a:lnTo>
                  <a:lnTo>
                    <a:pt x="3869981" y="653383"/>
                  </a:lnTo>
                  <a:lnTo>
                    <a:pt x="3921996" y="582168"/>
                  </a:lnTo>
                  <a:lnTo>
                    <a:pt x="3976849" y="517215"/>
                  </a:lnTo>
                  <a:lnTo>
                    <a:pt x="4035201" y="458113"/>
                  </a:lnTo>
                  <a:lnTo>
                    <a:pt x="4097740" y="404356"/>
                  </a:lnTo>
                  <a:lnTo>
                    <a:pt x="4165149" y="355418"/>
                  </a:lnTo>
                  <a:lnTo>
                    <a:pt x="4238060" y="310795"/>
                  </a:lnTo>
                  <a:lnTo>
                    <a:pt x="4317008" y="270037"/>
                  </a:lnTo>
                  <a:lnTo>
                    <a:pt x="4402358" y="232760"/>
                  </a:lnTo>
                  <a:lnTo>
                    <a:pt x="4494215" y="198659"/>
                  </a:lnTo>
                  <a:lnTo>
                    <a:pt x="4592315" y="167513"/>
                  </a:lnTo>
                  <a:lnTo>
                    <a:pt x="4695907" y="139181"/>
                  </a:lnTo>
                  <a:lnTo>
                    <a:pt x="4803636" y="113602"/>
                  </a:lnTo>
                  <a:lnTo>
                    <a:pt x="4913470" y="90780"/>
                  </a:lnTo>
                  <a:lnTo>
                    <a:pt x="5022694" y="70759"/>
                  </a:lnTo>
                  <a:lnTo>
                    <a:pt x="5128027" y="53599"/>
                  </a:lnTo>
                  <a:lnTo>
                    <a:pt x="5225886" y="39330"/>
                  </a:lnTo>
                  <a:lnTo>
                    <a:pt x="5312778" y="27919"/>
                  </a:lnTo>
                  <a:lnTo>
                    <a:pt x="5385788" y="19239"/>
                  </a:lnTo>
                  <a:lnTo>
                    <a:pt x="5443038" y="13049"/>
                  </a:lnTo>
                  <a:lnTo>
                    <a:pt x="5484035" y="9002"/>
                  </a:lnTo>
                  <a:lnTo>
                    <a:pt x="5509819" y="6672"/>
                  </a:lnTo>
                  <a:lnTo>
                    <a:pt x="5522910" y="5586"/>
                  </a:lnTo>
                  <a:lnTo>
                    <a:pt x="5527137" y="5262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28" y="5303"/>
                  </a:lnTo>
                  <a:lnTo>
                    <a:pt x="6530323" y="5752"/>
                  </a:lnTo>
                  <a:lnTo>
                    <a:pt x="6547833" y="6990"/>
                  </a:lnTo>
                  <a:lnTo>
                    <a:pt x="6579468" y="9432"/>
                  </a:lnTo>
                  <a:lnTo>
                    <a:pt x="6627285" y="13472"/>
                  </a:lnTo>
                  <a:lnTo>
                    <a:pt x="6691746" y="19454"/>
                  </a:lnTo>
                  <a:lnTo>
                    <a:pt x="6771736" y="27639"/>
                  </a:lnTo>
                  <a:lnTo>
                    <a:pt x="6864814" y="38195"/>
                  </a:lnTo>
                  <a:lnTo>
                    <a:pt x="6967639" y="51193"/>
                  </a:lnTo>
                  <a:lnTo>
                    <a:pt x="7076489" y="66635"/>
                  </a:lnTo>
                  <a:lnTo>
                    <a:pt x="7187741" y="84480"/>
                  </a:lnTo>
                  <a:lnTo>
                    <a:pt x="7298238" y="104678"/>
                  </a:lnTo>
                  <a:lnTo>
                    <a:pt x="7405490" y="127204"/>
                  </a:lnTo>
                  <a:lnTo>
                    <a:pt x="7507737" y="152083"/>
                  </a:lnTo>
                  <a:lnTo>
                    <a:pt x="7603896" y="179398"/>
                  </a:lnTo>
                  <a:lnTo>
                    <a:pt x="7693461" y="209305"/>
                  </a:lnTo>
                  <a:lnTo>
                    <a:pt x="7776374" y="242032"/>
                  </a:lnTo>
                  <a:lnTo>
                    <a:pt x="7852901" y="277878"/>
                  </a:lnTo>
                  <a:lnTo>
                    <a:pt x="7923526" y="317205"/>
                  </a:lnTo>
                  <a:lnTo>
                    <a:pt x="7988870" y="360426"/>
                  </a:lnTo>
                  <a:lnTo>
                    <a:pt x="8049624" y="407990"/>
                  </a:lnTo>
                  <a:lnTo>
                    <a:pt x="8106504" y="460344"/>
                  </a:lnTo>
                  <a:lnTo>
                    <a:pt x="8160212" y="517880"/>
                  </a:lnTo>
                  <a:lnTo>
                    <a:pt x="8211401" y="580860"/>
                  </a:lnTo>
                  <a:lnTo>
                    <a:pt x="8229629" y="605293"/>
                  </a:lnTo>
                  <a:lnTo>
                    <a:pt x="8269954" y="663143"/>
                  </a:lnTo>
                  <a:lnTo>
                    <a:pt x="8309344" y="724795"/>
                  </a:lnTo>
                  <a:lnTo>
                    <a:pt x="8348026" y="790326"/>
                  </a:lnTo>
                  <a:lnTo>
                    <a:pt x="8386190" y="859765"/>
                  </a:lnTo>
                  <a:lnTo>
                    <a:pt x="8423990" y="933087"/>
                  </a:lnTo>
                  <a:lnTo>
                    <a:pt x="8461550" y="1010211"/>
                  </a:lnTo>
                  <a:lnTo>
                    <a:pt x="8498969" y="1090991"/>
                  </a:lnTo>
                  <a:lnTo>
                    <a:pt x="8536323" y="1175219"/>
                  </a:lnTo>
                  <a:lnTo>
                    <a:pt x="8573666" y="1262621"/>
                  </a:lnTo>
                  <a:lnTo>
                    <a:pt x="8611033" y="1352861"/>
                  </a:lnTo>
                  <a:lnTo>
                    <a:pt x="8648446" y="1445542"/>
                  </a:lnTo>
                  <a:lnTo>
                    <a:pt x="8685909" y="1540214"/>
                  </a:lnTo>
                  <a:lnTo>
                    <a:pt x="8723418" y="1636383"/>
                  </a:lnTo>
                  <a:lnTo>
                    <a:pt x="8760961" y="1733519"/>
                  </a:lnTo>
                  <a:lnTo>
                    <a:pt x="8798519" y="1831069"/>
                  </a:lnTo>
                  <a:lnTo>
                    <a:pt x="8836071" y="1928471"/>
                  </a:lnTo>
                  <a:lnTo>
                    <a:pt x="8873598" y="2025166"/>
                  </a:lnTo>
                  <a:lnTo>
                    <a:pt x="8911085" y="2120611"/>
                  </a:lnTo>
                  <a:lnTo>
                    <a:pt x="8948521" y="2214295"/>
                  </a:lnTo>
                  <a:lnTo>
                    <a:pt x="8985908" y="2305744"/>
                  </a:lnTo>
                  <a:lnTo>
                    <a:pt x="9023259" y="2394537"/>
                  </a:lnTo>
                  <a:lnTo>
                    <a:pt x="9060602" y="2480307"/>
                  </a:lnTo>
                  <a:lnTo>
                    <a:pt x="9097983" y="2562751"/>
                  </a:lnTo>
                  <a:lnTo>
                    <a:pt x="9135465" y="2641629"/>
                  </a:lnTo>
                  <a:lnTo>
                    <a:pt x="9173137" y="2716767"/>
                  </a:lnTo>
                  <a:lnTo>
                    <a:pt x="9211111" y="2788052"/>
                  </a:lnTo>
                  <a:lnTo>
                    <a:pt x="9249527" y="2855435"/>
                  </a:lnTo>
                  <a:lnTo>
                    <a:pt x="9288555" y="2918918"/>
                  </a:lnTo>
                  <a:lnTo>
                    <a:pt x="9328406" y="2978557"/>
                  </a:lnTo>
                  <a:lnTo>
                    <a:pt x="9347647" y="3005503"/>
                  </a:lnTo>
                  <a:lnTo>
                    <a:pt x="9398061" y="3070495"/>
                  </a:lnTo>
                  <a:lnTo>
                    <a:pt x="9450775" y="3130004"/>
                  </a:lnTo>
                  <a:lnTo>
                    <a:pt x="9506414" y="3184215"/>
                  </a:lnTo>
                  <a:lnTo>
                    <a:pt x="9565667" y="3233482"/>
                  </a:lnTo>
                  <a:lnTo>
                    <a:pt x="9629248" y="3278241"/>
                  </a:lnTo>
                  <a:lnTo>
                    <a:pt x="9697862" y="3318943"/>
                  </a:lnTo>
                  <a:lnTo>
                    <a:pt x="9772163" y="3356018"/>
                  </a:lnTo>
                  <a:lnTo>
                    <a:pt x="9852693" y="3389849"/>
                  </a:lnTo>
                  <a:lnTo>
                    <a:pt x="9939810" y="3420759"/>
                  </a:lnTo>
                  <a:lnTo>
                    <a:pt x="10033587" y="3449001"/>
                  </a:lnTo>
                  <a:lnTo>
                    <a:pt x="10133697" y="3474758"/>
                  </a:lnTo>
                  <a:lnTo>
                    <a:pt x="10239283" y="3498140"/>
                  </a:lnTo>
                  <a:lnTo>
                    <a:pt x="10348843" y="3519192"/>
                  </a:lnTo>
                  <a:lnTo>
                    <a:pt x="10460152" y="3537903"/>
                  </a:lnTo>
                  <a:lnTo>
                    <a:pt x="10570283" y="3554230"/>
                  </a:lnTo>
                  <a:lnTo>
                    <a:pt x="10675750" y="3568127"/>
                  </a:lnTo>
                  <a:lnTo>
                    <a:pt x="10772816" y="3579573"/>
                  </a:lnTo>
                  <a:lnTo>
                    <a:pt x="10857941" y="3588612"/>
                  </a:lnTo>
                  <a:lnTo>
                    <a:pt x="10928294" y="3595374"/>
                  </a:lnTo>
                  <a:lnTo>
                    <a:pt x="10982238" y="3600089"/>
                  </a:lnTo>
                  <a:lnTo>
                    <a:pt x="11019641" y="3603073"/>
                  </a:lnTo>
                  <a:lnTo>
                    <a:pt x="11041989" y="3604704"/>
                  </a:lnTo>
                  <a:lnTo>
                    <a:pt x="11052280" y="3605394"/>
                  </a:lnTo>
                  <a:lnTo>
                    <a:pt x="11054891" y="3605556"/>
                  </a:lnTo>
                  <a:lnTo>
                    <a:pt x="12049831" y="3605556"/>
                  </a:lnTo>
                  <a:lnTo>
                    <a:pt x="12049831" y="3600315"/>
                  </a:lnTo>
                  <a:lnTo>
                    <a:pt x="11054891" y="3600315"/>
                  </a:lnTo>
                  <a:lnTo>
                    <a:pt x="11053848" y="3600252"/>
                  </a:lnTo>
                  <a:lnTo>
                    <a:pt x="11046954" y="3599804"/>
                  </a:lnTo>
                  <a:lnTo>
                    <a:pt x="11029443" y="3598565"/>
                  </a:lnTo>
                  <a:lnTo>
                    <a:pt x="10997808" y="3596123"/>
                  </a:lnTo>
                  <a:lnTo>
                    <a:pt x="10949991" y="3592083"/>
                  </a:lnTo>
                  <a:lnTo>
                    <a:pt x="10885531" y="3586101"/>
                  </a:lnTo>
                  <a:lnTo>
                    <a:pt x="10805540" y="3577916"/>
                  </a:lnTo>
                  <a:lnTo>
                    <a:pt x="10712462" y="3567361"/>
                  </a:lnTo>
                  <a:lnTo>
                    <a:pt x="10609637" y="3554362"/>
                  </a:lnTo>
                  <a:lnTo>
                    <a:pt x="10500788" y="3538920"/>
                  </a:lnTo>
                  <a:lnTo>
                    <a:pt x="10389536" y="3521076"/>
                  </a:lnTo>
                  <a:lnTo>
                    <a:pt x="10279039" y="3500878"/>
                  </a:lnTo>
                  <a:lnTo>
                    <a:pt x="10171786" y="3478351"/>
                  </a:lnTo>
                  <a:lnTo>
                    <a:pt x="10069540" y="3453472"/>
                  </a:lnTo>
                  <a:lnTo>
                    <a:pt x="9973381" y="3426157"/>
                  </a:lnTo>
                  <a:lnTo>
                    <a:pt x="9883815" y="3396250"/>
                  </a:lnTo>
                  <a:lnTo>
                    <a:pt x="9800902" y="3363523"/>
                  </a:lnTo>
                  <a:lnTo>
                    <a:pt x="9724376" y="3327677"/>
                  </a:lnTo>
                  <a:lnTo>
                    <a:pt x="9653751" y="3288351"/>
                  </a:lnTo>
                  <a:lnTo>
                    <a:pt x="9588407" y="3245129"/>
                  </a:lnTo>
                  <a:lnTo>
                    <a:pt x="9527653" y="3197565"/>
                  </a:lnTo>
                  <a:lnTo>
                    <a:pt x="9470772" y="3145212"/>
                  </a:lnTo>
                  <a:lnTo>
                    <a:pt x="9417064" y="3087675"/>
                  </a:lnTo>
                  <a:lnTo>
                    <a:pt x="9365875" y="3024695"/>
                  </a:lnTo>
                  <a:lnTo>
                    <a:pt x="9347647" y="3000263"/>
                  </a:lnTo>
                  <a:lnTo>
                    <a:pt x="9307322" y="2942412"/>
                  </a:lnTo>
                  <a:lnTo>
                    <a:pt x="9267933" y="2880760"/>
                  </a:lnTo>
                  <a:lnTo>
                    <a:pt x="9229250" y="2815230"/>
                  </a:lnTo>
                  <a:lnTo>
                    <a:pt x="9191087" y="2745791"/>
                  </a:lnTo>
                  <a:lnTo>
                    <a:pt x="9153287" y="2672468"/>
                  </a:lnTo>
                  <a:lnTo>
                    <a:pt x="9115727" y="2595345"/>
                  </a:lnTo>
                  <a:lnTo>
                    <a:pt x="9078307" y="2514564"/>
                  </a:lnTo>
                  <a:lnTo>
                    <a:pt x="9040953" y="2430336"/>
                  </a:lnTo>
                  <a:lnTo>
                    <a:pt x="9003611" y="2342934"/>
                  </a:lnTo>
                  <a:lnTo>
                    <a:pt x="8966243" y="2252695"/>
                  </a:lnTo>
                  <a:lnTo>
                    <a:pt x="8928831" y="2160014"/>
                  </a:lnTo>
                  <a:lnTo>
                    <a:pt x="8891368" y="2065341"/>
                  </a:lnTo>
                  <a:lnTo>
                    <a:pt x="8853858" y="1969172"/>
                  </a:lnTo>
                  <a:lnTo>
                    <a:pt x="8816315" y="1872037"/>
                  </a:lnTo>
                  <a:lnTo>
                    <a:pt x="8778758" y="1774486"/>
                  </a:lnTo>
                  <a:lnTo>
                    <a:pt x="8741205" y="1677085"/>
                  </a:lnTo>
                  <a:lnTo>
                    <a:pt x="8703678" y="1580390"/>
                  </a:lnTo>
                  <a:lnTo>
                    <a:pt x="8666192" y="1484944"/>
                  </a:lnTo>
                  <a:lnTo>
                    <a:pt x="8628756" y="1391261"/>
                  </a:lnTo>
                  <a:lnTo>
                    <a:pt x="8591368" y="1299811"/>
                  </a:lnTo>
                  <a:lnTo>
                    <a:pt x="8554017" y="1211019"/>
                  </a:lnTo>
                  <a:lnTo>
                    <a:pt x="8516674" y="1125248"/>
                  </a:lnTo>
                  <a:lnTo>
                    <a:pt x="8479294" y="1042804"/>
                  </a:lnTo>
                  <a:lnTo>
                    <a:pt x="8441811" y="963926"/>
                  </a:lnTo>
                  <a:lnTo>
                    <a:pt x="8404139" y="888788"/>
                  </a:lnTo>
                  <a:lnTo>
                    <a:pt x="8366165" y="817503"/>
                  </a:lnTo>
                  <a:lnTo>
                    <a:pt x="8327750" y="750121"/>
                  </a:lnTo>
                  <a:lnTo>
                    <a:pt x="8288721" y="686638"/>
                  </a:lnTo>
                  <a:lnTo>
                    <a:pt x="8248871" y="626998"/>
                  </a:lnTo>
                  <a:lnTo>
                    <a:pt x="8229629" y="600052"/>
                  </a:lnTo>
                  <a:lnTo>
                    <a:pt x="8179215" y="535061"/>
                  </a:lnTo>
                  <a:lnTo>
                    <a:pt x="8126501" y="475551"/>
                  </a:lnTo>
                  <a:lnTo>
                    <a:pt x="8070862" y="421340"/>
                  </a:lnTo>
                  <a:lnTo>
                    <a:pt x="8011609" y="372073"/>
                  </a:lnTo>
                  <a:lnTo>
                    <a:pt x="7948029" y="327314"/>
                  </a:lnTo>
                  <a:lnTo>
                    <a:pt x="7879414" y="286612"/>
                  </a:lnTo>
                  <a:lnTo>
                    <a:pt x="7805113" y="249537"/>
                  </a:lnTo>
                  <a:lnTo>
                    <a:pt x="7724583" y="215706"/>
                  </a:lnTo>
                  <a:lnTo>
                    <a:pt x="7637466" y="184796"/>
                  </a:lnTo>
                  <a:lnTo>
                    <a:pt x="7543689" y="156554"/>
                  </a:lnTo>
                  <a:lnTo>
                    <a:pt x="7443580" y="130797"/>
                  </a:lnTo>
                  <a:lnTo>
                    <a:pt x="7337993" y="107415"/>
                  </a:lnTo>
                  <a:lnTo>
                    <a:pt x="7228434" y="86363"/>
                  </a:lnTo>
                  <a:lnTo>
                    <a:pt x="7117124" y="67652"/>
                  </a:lnTo>
                  <a:lnTo>
                    <a:pt x="7006993" y="51325"/>
                  </a:lnTo>
                  <a:lnTo>
                    <a:pt x="6901526" y="37429"/>
                  </a:lnTo>
                  <a:lnTo>
                    <a:pt x="6804460" y="25983"/>
                  </a:lnTo>
                  <a:lnTo>
                    <a:pt x="6719336" y="16944"/>
                  </a:lnTo>
                  <a:lnTo>
                    <a:pt x="6648982" y="10181"/>
                  </a:lnTo>
                  <a:lnTo>
                    <a:pt x="6595039" y="5466"/>
                  </a:lnTo>
                  <a:lnTo>
                    <a:pt x="6557635" y="2482"/>
                  </a:lnTo>
                  <a:lnTo>
                    <a:pt x="6535288" y="851"/>
                  </a:lnTo>
                  <a:lnTo>
                    <a:pt x="6524996" y="16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40" y="73"/>
                  </a:lnTo>
                  <a:lnTo>
                    <a:pt x="5519789" y="595"/>
                  </a:lnTo>
                  <a:lnTo>
                    <a:pt x="5502880" y="2038"/>
                  </a:lnTo>
                  <a:lnTo>
                    <a:pt x="5472293" y="4883"/>
                  </a:lnTo>
                  <a:lnTo>
                    <a:pt x="5425981" y="9592"/>
                  </a:lnTo>
                  <a:lnTo>
                    <a:pt x="5363413" y="16569"/>
                  </a:lnTo>
                  <a:lnTo>
                    <a:pt x="5285564" y="26127"/>
                  </a:lnTo>
                  <a:lnTo>
                    <a:pt x="5194698" y="38470"/>
                  </a:lnTo>
                  <a:lnTo>
                    <a:pt x="5093978" y="53692"/>
                  </a:lnTo>
                  <a:lnTo>
                    <a:pt x="4986975" y="71800"/>
                  </a:lnTo>
                  <a:lnTo>
                    <a:pt x="4877212" y="92750"/>
                  </a:lnTo>
                  <a:lnTo>
                    <a:pt x="4767804" y="116484"/>
                  </a:lnTo>
                  <a:lnTo>
                    <a:pt x="4661247" y="142967"/>
                  </a:lnTo>
                  <a:lnTo>
                    <a:pt x="4559346" y="172216"/>
                  </a:lnTo>
                  <a:lnTo>
                    <a:pt x="4463246" y="204316"/>
                  </a:lnTo>
                  <a:lnTo>
                    <a:pt x="4373524" y="239435"/>
                  </a:lnTo>
                  <a:lnTo>
                    <a:pt x="4290309" y="277821"/>
                  </a:lnTo>
                  <a:lnTo>
                    <a:pt x="4213399" y="319806"/>
                  </a:lnTo>
                  <a:lnTo>
                    <a:pt x="4142366" y="365797"/>
                  </a:lnTo>
                  <a:lnTo>
                    <a:pt x="4076635" y="416265"/>
                  </a:lnTo>
                  <a:lnTo>
                    <a:pt x="4015551" y="471724"/>
                  </a:lnTo>
                  <a:lnTo>
                    <a:pt x="3958427" y="532701"/>
                  </a:lnTo>
                  <a:lnTo>
                    <a:pt x="3904580" y="599679"/>
                  </a:lnTo>
                  <a:lnTo>
                    <a:pt x="3853363" y="673016"/>
                  </a:lnTo>
                  <a:lnTo>
                    <a:pt x="3820202" y="725827"/>
                  </a:lnTo>
                  <a:lnTo>
                    <a:pt x="3782964" y="790221"/>
                  </a:lnTo>
                  <a:lnTo>
                    <a:pt x="3746538" y="858520"/>
                  </a:lnTo>
                  <a:lnTo>
                    <a:pt x="3710741" y="930803"/>
                  </a:lnTo>
                  <a:lnTo>
                    <a:pt x="3675420" y="1007108"/>
                  </a:lnTo>
                  <a:lnTo>
                    <a:pt x="3640446" y="1087427"/>
                  </a:lnTo>
                  <a:lnTo>
                    <a:pt x="3605715" y="1171699"/>
                  </a:lnTo>
                  <a:lnTo>
                    <a:pt x="3571139" y="1259814"/>
                  </a:lnTo>
                  <a:lnTo>
                    <a:pt x="3536651" y="1351604"/>
                  </a:lnTo>
                  <a:lnTo>
                    <a:pt x="3502199" y="1446844"/>
                  </a:lnTo>
                  <a:lnTo>
                    <a:pt x="3467746" y="1545255"/>
                  </a:lnTo>
                  <a:lnTo>
                    <a:pt x="3433266" y="1646502"/>
                  </a:lnTo>
                  <a:lnTo>
                    <a:pt x="3398747" y="1750196"/>
                  </a:lnTo>
                  <a:lnTo>
                    <a:pt x="3364184" y="1855907"/>
                  </a:lnTo>
                  <a:lnTo>
                    <a:pt x="3329582" y="1963163"/>
                  </a:lnTo>
                  <a:lnTo>
                    <a:pt x="3294950" y="2071462"/>
                  </a:lnTo>
                  <a:lnTo>
                    <a:pt x="3260302" y="2180280"/>
                  </a:lnTo>
                  <a:lnTo>
                    <a:pt x="3225656" y="2289085"/>
                  </a:lnTo>
                  <a:lnTo>
                    <a:pt x="3191025" y="2397343"/>
                  </a:lnTo>
                  <a:lnTo>
                    <a:pt x="3156424" y="2504531"/>
                  </a:lnTo>
                  <a:lnTo>
                    <a:pt x="3121864" y="2610150"/>
                  </a:lnTo>
                  <a:lnTo>
                    <a:pt x="3087347" y="2713729"/>
                  </a:lnTo>
                  <a:lnTo>
                    <a:pt x="3052869" y="2814839"/>
                  </a:lnTo>
                  <a:lnTo>
                    <a:pt x="3018416" y="2913095"/>
                  </a:lnTo>
                  <a:lnTo>
                    <a:pt x="2983963" y="3008164"/>
                  </a:lnTo>
                  <a:lnTo>
                    <a:pt x="2949472" y="3099770"/>
                  </a:lnTo>
                  <a:lnTo>
                    <a:pt x="2914890" y="3187691"/>
                  </a:lnTo>
                  <a:lnTo>
                    <a:pt x="2880148" y="3271763"/>
                  </a:lnTo>
                  <a:lnTo>
                    <a:pt x="2845160" y="3351876"/>
                  </a:lnTo>
                  <a:lnTo>
                    <a:pt x="2809818" y="3427974"/>
                  </a:lnTo>
                  <a:lnTo>
                    <a:pt x="2773993" y="3500052"/>
                  </a:lnTo>
                  <a:lnTo>
                    <a:pt x="2737530" y="3568148"/>
                  </a:lnTo>
                  <a:lnTo>
                    <a:pt x="2702183" y="3629139"/>
                  </a:lnTo>
                  <a:lnTo>
                    <a:pt x="2652404" y="3706823"/>
                  </a:lnTo>
                  <a:lnTo>
                    <a:pt x="2600389" y="3778038"/>
                  </a:lnTo>
                  <a:lnTo>
                    <a:pt x="2545536" y="3842991"/>
                  </a:lnTo>
                  <a:lnTo>
                    <a:pt x="2487184" y="3902094"/>
                  </a:lnTo>
                  <a:lnTo>
                    <a:pt x="2424645" y="3955851"/>
                  </a:lnTo>
                  <a:lnTo>
                    <a:pt x="2357236" y="4004789"/>
                  </a:lnTo>
                  <a:lnTo>
                    <a:pt x="2284325" y="4049411"/>
                  </a:lnTo>
                  <a:lnTo>
                    <a:pt x="2205377" y="4090169"/>
                  </a:lnTo>
                  <a:lnTo>
                    <a:pt x="2120027" y="4127446"/>
                  </a:lnTo>
                  <a:lnTo>
                    <a:pt x="2028170" y="4161547"/>
                  </a:lnTo>
                  <a:lnTo>
                    <a:pt x="1930070" y="4192694"/>
                  </a:lnTo>
                  <a:lnTo>
                    <a:pt x="1826478" y="4221026"/>
                  </a:lnTo>
                  <a:lnTo>
                    <a:pt x="1718749" y="4246605"/>
                  </a:lnTo>
                  <a:lnTo>
                    <a:pt x="1608915" y="4269427"/>
                  </a:lnTo>
                  <a:lnTo>
                    <a:pt x="1499691" y="4289447"/>
                  </a:lnTo>
                  <a:lnTo>
                    <a:pt x="1394358" y="4306608"/>
                  </a:lnTo>
                  <a:lnTo>
                    <a:pt x="1296499" y="4320877"/>
                  </a:lnTo>
                  <a:lnTo>
                    <a:pt x="1209607" y="4332287"/>
                  </a:lnTo>
                  <a:lnTo>
                    <a:pt x="1136597" y="4340967"/>
                  </a:lnTo>
                  <a:lnTo>
                    <a:pt x="1079347" y="4347158"/>
                  </a:lnTo>
                  <a:lnTo>
                    <a:pt x="1038350" y="4351204"/>
                  </a:lnTo>
                  <a:lnTo>
                    <a:pt x="1012566" y="4353534"/>
                  </a:lnTo>
                  <a:lnTo>
                    <a:pt x="999475" y="4354621"/>
                  </a:lnTo>
                  <a:lnTo>
                    <a:pt x="995248" y="4354944"/>
                  </a:lnTo>
                  <a:lnTo>
                    <a:pt x="994940" y="4354966"/>
                  </a:lnTo>
                  <a:lnTo>
                    <a:pt x="0" y="4354966"/>
                  </a:lnTo>
                  <a:close/>
                </a:path>
              </a:pathLst>
            </a:custGeom>
            <a:solidFill>
              <a:srgbClr val="B497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49" name="pl1848"/>
            <p:cNvSpPr/>
            <p:nvPr/>
          </p:nvSpPr>
          <p:spPr>
            <a:xfrm>
              <a:off x="1199187" y="1524859"/>
              <a:ext cx="12049831" cy="4354966"/>
            </a:xfrm>
            <a:custGeom>
              <a:avLst/>
              <a:pathLst>
                <a:path w="12049831" h="4354966">
                  <a:moveTo>
                    <a:pt x="0" y="4354966"/>
                  </a:moveTo>
                  <a:lnTo>
                    <a:pt x="994940" y="4354966"/>
                  </a:lnTo>
                  <a:lnTo>
                    <a:pt x="995945" y="4354893"/>
                  </a:lnTo>
                  <a:lnTo>
                    <a:pt x="1002596" y="4354371"/>
                  </a:lnTo>
                  <a:lnTo>
                    <a:pt x="1019505" y="4352928"/>
                  </a:lnTo>
                  <a:lnTo>
                    <a:pt x="1050092" y="4350083"/>
                  </a:lnTo>
                  <a:lnTo>
                    <a:pt x="1096404" y="4345374"/>
                  </a:lnTo>
                  <a:lnTo>
                    <a:pt x="1158972" y="4338397"/>
                  </a:lnTo>
                  <a:lnTo>
                    <a:pt x="1236821" y="4328839"/>
                  </a:lnTo>
                  <a:lnTo>
                    <a:pt x="1327687" y="4316496"/>
                  </a:lnTo>
                  <a:lnTo>
                    <a:pt x="1428407" y="4301274"/>
                  </a:lnTo>
                  <a:lnTo>
                    <a:pt x="1535410" y="4283166"/>
                  </a:lnTo>
                  <a:lnTo>
                    <a:pt x="1645173" y="4262216"/>
                  </a:lnTo>
                  <a:lnTo>
                    <a:pt x="1754581" y="4238482"/>
                  </a:lnTo>
                  <a:lnTo>
                    <a:pt x="1861138" y="4211999"/>
                  </a:lnTo>
                  <a:lnTo>
                    <a:pt x="1963039" y="4182750"/>
                  </a:lnTo>
                  <a:lnTo>
                    <a:pt x="2059139" y="4150650"/>
                  </a:lnTo>
                  <a:lnTo>
                    <a:pt x="2148861" y="4115531"/>
                  </a:lnTo>
                  <a:lnTo>
                    <a:pt x="2232076" y="4077145"/>
                  </a:lnTo>
                  <a:lnTo>
                    <a:pt x="2308986" y="4035160"/>
                  </a:lnTo>
                  <a:lnTo>
                    <a:pt x="2380019" y="3989169"/>
                  </a:lnTo>
                  <a:lnTo>
                    <a:pt x="2445750" y="3938701"/>
                  </a:lnTo>
                  <a:lnTo>
                    <a:pt x="2506834" y="3883242"/>
                  </a:lnTo>
                  <a:lnTo>
                    <a:pt x="2563958" y="3822265"/>
                  </a:lnTo>
                  <a:lnTo>
                    <a:pt x="2617805" y="3755287"/>
                  </a:lnTo>
                  <a:lnTo>
                    <a:pt x="2669022" y="3681950"/>
                  </a:lnTo>
                  <a:lnTo>
                    <a:pt x="2702183" y="3629139"/>
                  </a:lnTo>
                  <a:lnTo>
                    <a:pt x="2739421" y="3564745"/>
                  </a:lnTo>
                  <a:lnTo>
                    <a:pt x="2775847" y="3496446"/>
                  </a:lnTo>
                  <a:lnTo>
                    <a:pt x="2811644" y="3424163"/>
                  </a:lnTo>
                  <a:lnTo>
                    <a:pt x="2846965" y="3347858"/>
                  </a:lnTo>
                  <a:lnTo>
                    <a:pt x="2881939" y="3267539"/>
                  </a:lnTo>
                  <a:lnTo>
                    <a:pt x="2916670" y="3183267"/>
                  </a:lnTo>
                  <a:lnTo>
                    <a:pt x="2951246" y="3095152"/>
                  </a:lnTo>
                  <a:lnTo>
                    <a:pt x="2985734" y="3003362"/>
                  </a:lnTo>
                  <a:lnTo>
                    <a:pt x="3020186" y="2908122"/>
                  </a:lnTo>
                  <a:lnTo>
                    <a:pt x="3054639" y="2809710"/>
                  </a:lnTo>
                  <a:lnTo>
                    <a:pt x="3089119" y="2708464"/>
                  </a:lnTo>
                  <a:lnTo>
                    <a:pt x="3123638" y="2604770"/>
                  </a:lnTo>
                  <a:lnTo>
                    <a:pt x="3158201" y="2499059"/>
                  </a:lnTo>
                  <a:lnTo>
                    <a:pt x="3192803" y="2391803"/>
                  </a:lnTo>
                  <a:lnTo>
                    <a:pt x="3227435" y="2283504"/>
                  </a:lnTo>
                  <a:lnTo>
                    <a:pt x="3262083" y="2174686"/>
                  </a:lnTo>
                  <a:lnTo>
                    <a:pt x="3296729" y="2065881"/>
                  </a:lnTo>
                  <a:lnTo>
                    <a:pt x="3331360" y="1957623"/>
                  </a:lnTo>
                  <a:lnTo>
                    <a:pt x="3365960" y="1850435"/>
                  </a:lnTo>
                  <a:lnTo>
                    <a:pt x="3400521" y="1744816"/>
                  </a:lnTo>
                  <a:lnTo>
                    <a:pt x="3435038" y="1641237"/>
                  </a:lnTo>
                  <a:lnTo>
                    <a:pt x="3469516" y="1540127"/>
                  </a:lnTo>
                  <a:lnTo>
                    <a:pt x="3503969" y="1441871"/>
                  </a:lnTo>
                  <a:lnTo>
                    <a:pt x="3538422" y="1346802"/>
                  </a:lnTo>
                  <a:lnTo>
                    <a:pt x="3572913" y="1255196"/>
                  </a:lnTo>
                  <a:lnTo>
                    <a:pt x="3607495" y="1167275"/>
                  </a:lnTo>
                  <a:lnTo>
                    <a:pt x="3642237" y="1083203"/>
                  </a:lnTo>
                  <a:lnTo>
                    <a:pt x="3677225" y="1003090"/>
                  </a:lnTo>
                  <a:lnTo>
                    <a:pt x="3712567" y="926992"/>
                  </a:lnTo>
                  <a:lnTo>
                    <a:pt x="3748392" y="854914"/>
                  </a:lnTo>
                  <a:lnTo>
                    <a:pt x="3784855" y="786818"/>
                  </a:lnTo>
                  <a:lnTo>
                    <a:pt x="3820202" y="725827"/>
                  </a:lnTo>
                  <a:lnTo>
                    <a:pt x="3869981" y="648143"/>
                  </a:lnTo>
                  <a:lnTo>
                    <a:pt x="3921996" y="576928"/>
                  </a:lnTo>
                  <a:lnTo>
                    <a:pt x="3976849" y="511974"/>
                  </a:lnTo>
                  <a:lnTo>
                    <a:pt x="4035201" y="452872"/>
                  </a:lnTo>
                  <a:lnTo>
                    <a:pt x="4097740" y="399115"/>
                  </a:lnTo>
                  <a:lnTo>
                    <a:pt x="4165149" y="350177"/>
                  </a:lnTo>
                  <a:lnTo>
                    <a:pt x="4238060" y="305555"/>
                  </a:lnTo>
                  <a:lnTo>
                    <a:pt x="4317008" y="264797"/>
                  </a:lnTo>
                  <a:lnTo>
                    <a:pt x="4402358" y="227520"/>
                  </a:lnTo>
                  <a:lnTo>
                    <a:pt x="4494215" y="193419"/>
                  </a:lnTo>
                  <a:lnTo>
                    <a:pt x="4592315" y="162272"/>
                  </a:lnTo>
                  <a:lnTo>
                    <a:pt x="4695907" y="133940"/>
                  </a:lnTo>
                  <a:lnTo>
                    <a:pt x="4803636" y="108361"/>
                  </a:lnTo>
                  <a:lnTo>
                    <a:pt x="4913470" y="85539"/>
                  </a:lnTo>
                  <a:lnTo>
                    <a:pt x="5022694" y="65519"/>
                  </a:lnTo>
                  <a:lnTo>
                    <a:pt x="5128027" y="48358"/>
                  </a:lnTo>
                  <a:lnTo>
                    <a:pt x="5225886" y="34089"/>
                  </a:lnTo>
                  <a:lnTo>
                    <a:pt x="5312778" y="22679"/>
                  </a:lnTo>
                  <a:lnTo>
                    <a:pt x="5385788" y="13999"/>
                  </a:lnTo>
                  <a:lnTo>
                    <a:pt x="5443038" y="7808"/>
                  </a:lnTo>
                  <a:lnTo>
                    <a:pt x="5484035" y="3762"/>
                  </a:lnTo>
                  <a:lnTo>
                    <a:pt x="5509819" y="1431"/>
                  </a:lnTo>
                  <a:lnTo>
                    <a:pt x="5522910" y="345"/>
                  </a:lnTo>
                  <a:lnTo>
                    <a:pt x="5527137" y="2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28" y="63"/>
                  </a:lnTo>
                  <a:lnTo>
                    <a:pt x="6530323" y="511"/>
                  </a:lnTo>
                  <a:lnTo>
                    <a:pt x="6547833" y="1750"/>
                  </a:lnTo>
                  <a:lnTo>
                    <a:pt x="6579468" y="4192"/>
                  </a:lnTo>
                  <a:lnTo>
                    <a:pt x="6627285" y="8232"/>
                  </a:lnTo>
                  <a:lnTo>
                    <a:pt x="6691746" y="14213"/>
                  </a:lnTo>
                  <a:lnTo>
                    <a:pt x="6771736" y="22399"/>
                  </a:lnTo>
                  <a:lnTo>
                    <a:pt x="6864814" y="32954"/>
                  </a:lnTo>
                  <a:lnTo>
                    <a:pt x="6967639" y="45953"/>
                  </a:lnTo>
                  <a:lnTo>
                    <a:pt x="7076489" y="61395"/>
                  </a:lnTo>
                  <a:lnTo>
                    <a:pt x="7187741" y="79239"/>
                  </a:lnTo>
                  <a:lnTo>
                    <a:pt x="7298238" y="99437"/>
                  </a:lnTo>
                  <a:lnTo>
                    <a:pt x="7405490" y="121964"/>
                  </a:lnTo>
                  <a:lnTo>
                    <a:pt x="7507737" y="146842"/>
                  </a:lnTo>
                  <a:lnTo>
                    <a:pt x="7603896" y="174157"/>
                  </a:lnTo>
                  <a:lnTo>
                    <a:pt x="7693461" y="204065"/>
                  </a:lnTo>
                  <a:lnTo>
                    <a:pt x="7776374" y="236792"/>
                  </a:lnTo>
                  <a:lnTo>
                    <a:pt x="7852901" y="272638"/>
                  </a:lnTo>
                  <a:lnTo>
                    <a:pt x="7923526" y="311964"/>
                  </a:lnTo>
                  <a:lnTo>
                    <a:pt x="7988870" y="355186"/>
                  </a:lnTo>
                  <a:lnTo>
                    <a:pt x="8049624" y="402750"/>
                  </a:lnTo>
                  <a:lnTo>
                    <a:pt x="8106504" y="455103"/>
                  </a:lnTo>
                  <a:lnTo>
                    <a:pt x="8160212" y="512640"/>
                  </a:lnTo>
                  <a:lnTo>
                    <a:pt x="8211401" y="575619"/>
                  </a:lnTo>
                  <a:lnTo>
                    <a:pt x="8229629" y="600052"/>
                  </a:lnTo>
                  <a:lnTo>
                    <a:pt x="8269954" y="657903"/>
                  </a:lnTo>
                  <a:lnTo>
                    <a:pt x="8309344" y="719554"/>
                  </a:lnTo>
                  <a:lnTo>
                    <a:pt x="8348026" y="785085"/>
                  </a:lnTo>
                  <a:lnTo>
                    <a:pt x="8386190" y="854524"/>
                  </a:lnTo>
                  <a:lnTo>
                    <a:pt x="8423990" y="927846"/>
                  </a:lnTo>
                  <a:lnTo>
                    <a:pt x="8461550" y="1004970"/>
                  </a:lnTo>
                  <a:lnTo>
                    <a:pt x="8498969" y="1085750"/>
                  </a:lnTo>
                  <a:lnTo>
                    <a:pt x="8536323" y="1169978"/>
                  </a:lnTo>
                  <a:lnTo>
                    <a:pt x="8573666" y="1257380"/>
                  </a:lnTo>
                  <a:lnTo>
                    <a:pt x="8611033" y="1347620"/>
                  </a:lnTo>
                  <a:lnTo>
                    <a:pt x="8648446" y="1440301"/>
                  </a:lnTo>
                  <a:lnTo>
                    <a:pt x="8685909" y="1534973"/>
                  </a:lnTo>
                  <a:lnTo>
                    <a:pt x="8723418" y="1631142"/>
                  </a:lnTo>
                  <a:lnTo>
                    <a:pt x="8760961" y="1728278"/>
                  </a:lnTo>
                  <a:lnTo>
                    <a:pt x="8798519" y="1825828"/>
                  </a:lnTo>
                  <a:lnTo>
                    <a:pt x="8836071" y="1923230"/>
                  </a:lnTo>
                  <a:lnTo>
                    <a:pt x="8873598" y="2019925"/>
                  </a:lnTo>
                  <a:lnTo>
                    <a:pt x="8911085" y="2115370"/>
                  </a:lnTo>
                  <a:lnTo>
                    <a:pt x="8948521" y="2209054"/>
                  </a:lnTo>
                  <a:lnTo>
                    <a:pt x="8985908" y="2300503"/>
                  </a:lnTo>
                  <a:lnTo>
                    <a:pt x="9023259" y="2389296"/>
                  </a:lnTo>
                  <a:lnTo>
                    <a:pt x="9060602" y="2475066"/>
                  </a:lnTo>
                  <a:lnTo>
                    <a:pt x="9097983" y="2557510"/>
                  </a:lnTo>
                  <a:lnTo>
                    <a:pt x="9135465" y="2636388"/>
                  </a:lnTo>
                  <a:lnTo>
                    <a:pt x="9173137" y="2711526"/>
                  </a:lnTo>
                  <a:lnTo>
                    <a:pt x="9211111" y="2782812"/>
                  </a:lnTo>
                  <a:lnTo>
                    <a:pt x="9249527" y="2850194"/>
                  </a:lnTo>
                  <a:lnTo>
                    <a:pt x="9288555" y="2913677"/>
                  </a:lnTo>
                  <a:lnTo>
                    <a:pt x="9328406" y="2973316"/>
                  </a:lnTo>
                  <a:lnTo>
                    <a:pt x="9347647" y="3000263"/>
                  </a:lnTo>
                  <a:lnTo>
                    <a:pt x="9398061" y="3065254"/>
                  </a:lnTo>
                  <a:lnTo>
                    <a:pt x="9450775" y="3124764"/>
                  </a:lnTo>
                  <a:lnTo>
                    <a:pt x="9506414" y="3178974"/>
                  </a:lnTo>
                  <a:lnTo>
                    <a:pt x="9565667" y="3228241"/>
                  </a:lnTo>
                  <a:lnTo>
                    <a:pt x="9629248" y="3273000"/>
                  </a:lnTo>
                  <a:lnTo>
                    <a:pt x="9697862" y="3313703"/>
                  </a:lnTo>
                  <a:lnTo>
                    <a:pt x="9772163" y="3350778"/>
                  </a:lnTo>
                  <a:lnTo>
                    <a:pt x="9852693" y="3384609"/>
                  </a:lnTo>
                  <a:lnTo>
                    <a:pt x="9939810" y="3415518"/>
                  </a:lnTo>
                  <a:lnTo>
                    <a:pt x="10033587" y="3443760"/>
                  </a:lnTo>
                  <a:lnTo>
                    <a:pt x="10133697" y="3469518"/>
                  </a:lnTo>
                  <a:lnTo>
                    <a:pt x="10239283" y="3492900"/>
                  </a:lnTo>
                  <a:lnTo>
                    <a:pt x="10348843" y="3513951"/>
                  </a:lnTo>
                  <a:lnTo>
                    <a:pt x="10460152" y="3532662"/>
                  </a:lnTo>
                  <a:lnTo>
                    <a:pt x="10570283" y="3548990"/>
                  </a:lnTo>
                  <a:lnTo>
                    <a:pt x="10675750" y="3562886"/>
                  </a:lnTo>
                  <a:lnTo>
                    <a:pt x="10772816" y="3574332"/>
                  </a:lnTo>
                  <a:lnTo>
                    <a:pt x="10857941" y="3583371"/>
                  </a:lnTo>
                  <a:lnTo>
                    <a:pt x="10928294" y="3590134"/>
                  </a:lnTo>
                  <a:lnTo>
                    <a:pt x="10982238" y="3594849"/>
                  </a:lnTo>
                  <a:lnTo>
                    <a:pt x="11019641" y="3597832"/>
                  </a:lnTo>
                  <a:lnTo>
                    <a:pt x="11041989" y="3599464"/>
                  </a:lnTo>
                  <a:lnTo>
                    <a:pt x="11052280" y="3600154"/>
                  </a:lnTo>
                  <a:lnTo>
                    <a:pt x="11054838" y="3600312"/>
                  </a:lnTo>
                  <a:lnTo>
                    <a:pt x="11054891" y="3600315"/>
                  </a:lnTo>
                  <a:lnTo>
                    <a:pt x="12049831" y="3600315"/>
                  </a:lnTo>
                  <a:lnTo>
                    <a:pt x="12049831" y="36003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0" name="pl1849"/>
            <p:cNvSpPr/>
            <p:nvPr/>
          </p:nvSpPr>
          <p:spPr>
            <a:xfrm>
              <a:off x="1199187" y="1519619"/>
              <a:ext cx="12049831" cy="4354966"/>
            </a:xfrm>
            <a:custGeom>
              <a:avLst/>
              <a:pathLst>
                <a:path w="12049831" h="4354966">
                  <a:moveTo>
                    <a:pt x="12049831" y="3600315"/>
                  </a:moveTo>
                  <a:lnTo>
                    <a:pt x="11054891" y="3600315"/>
                  </a:lnTo>
                  <a:lnTo>
                    <a:pt x="11053848" y="3600252"/>
                  </a:lnTo>
                  <a:lnTo>
                    <a:pt x="11046954" y="3599804"/>
                  </a:lnTo>
                  <a:lnTo>
                    <a:pt x="11029443" y="3598565"/>
                  </a:lnTo>
                  <a:lnTo>
                    <a:pt x="10997808" y="3596123"/>
                  </a:lnTo>
                  <a:lnTo>
                    <a:pt x="10949991" y="3592083"/>
                  </a:lnTo>
                  <a:lnTo>
                    <a:pt x="10885531" y="3586101"/>
                  </a:lnTo>
                  <a:lnTo>
                    <a:pt x="10805540" y="3577916"/>
                  </a:lnTo>
                  <a:lnTo>
                    <a:pt x="10712462" y="3567361"/>
                  </a:lnTo>
                  <a:lnTo>
                    <a:pt x="10609637" y="3554362"/>
                  </a:lnTo>
                  <a:lnTo>
                    <a:pt x="10500788" y="3538920"/>
                  </a:lnTo>
                  <a:lnTo>
                    <a:pt x="10389536" y="3521076"/>
                  </a:lnTo>
                  <a:lnTo>
                    <a:pt x="10279039" y="3500878"/>
                  </a:lnTo>
                  <a:lnTo>
                    <a:pt x="10171786" y="3478351"/>
                  </a:lnTo>
                  <a:lnTo>
                    <a:pt x="10069540" y="3453472"/>
                  </a:lnTo>
                  <a:lnTo>
                    <a:pt x="9973381" y="3426157"/>
                  </a:lnTo>
                  <a:lnTo>
                    <a:pt x="9883815" y="3396250"/>
                  </a:lnTo>
                  <a:lnTo>
                    <a:pt x="9800902" y="3363523"/>
                  </a:lnTo>
                  <a:lnTo>
                    <a:pt x="9724376" y="3327677"/>
                  </a:lnTo>
                  <a:lnTo>
                    <a:pt x="9653751" y="3288351"/>
                  </a:lnTo>
                  <a:lnTo>
                    <a:pt x="9588407" y="3245129"/>
                  </a:lnTo>
                  <a:lnTo>
                    <a:pt x="9527653" y="3197565"/>
                  </a:lnTo>
                  <a:lnTo>
                    <a:pt x="9470772" y="3145212"/>
                  </a:lnTo>
                  <a:lnTo>
                    <a:pt x="9417064" y="3087675"/>
                  </a:lnTo>
                  <a:lnTo>
                    <a:pt x="9365875" y="3024695"/>
                  </a:lnTo>
                  <a:lnTo>
                    <a:pt x="9347647" y="3000263"/>
                  </a:lnTo>
                  <a:lnTo>
                    <a:pt x="9307322" y="2942412"/>
                  </a:lnTo>
                  <a:lnTo>
                    <a:pt x="9267933" y="2880760"/>
                  </a:lnTo>
                  <a:lnTo>
                    <a:pt x="9229250" y="2815230"/>
                  </a:lnTo>
                  <a:lnTo>
                    <a:pt x="9191087" y="2745791"/>
                  </a:lnTo>
                  <a:lnTo>
                    <a:pt x="9153287" y="2672468"/>
                  </a:lnTo>
                  <a:lnTo>
                    <a:pt x="9115727" y="2595345"/>
                  </a:lnTo>
                  <a:lnTo>
                    <a:pt x="9078307" y="2514564"/>
                  </a:lnTo>
                  <a:lnTo>
                    <a:pt x="9040953" y="2430336"/>
                  </a:lnTo>
                  <a:lnTo>
                    <a:pt x="9003611" y="2342934"/>
                  </a:lnTo>
                  <a:lnTo>
                    <a:pt x="8966243" y="2252695"/>
                  </a:lnTo>
                  <a:lnTo>
                    <a:pt x="8928831" y="2160014"/>
                  </a:lnTo>
                  <a:lnTo>
                    <a:pt x="8891368" y="2065341"/>
                  </a:lnTo>
                  <a:lnTo>
                    <a:pt x="8853858" y="1969172"/>
                  </a:lnTo>
                  <a:lnTo>
                    <a:pt x="8816315" y="1872037"/>
                  </a:lnTo>
                  <a:lnTo>
                    <a:pt x="8778758" y="1774486"/>
                  </a:lnTo>
                  <a:lnTo>
                    <a:pt x="8741205" y="1677085"/>
                  </a:lnTo>
                  <a:lnTo>
                    <a:pt x="8703678" y="1580390"/>
                  </a:lnTo>
                  <a:lnTo>
                    <a:pt x="8666192" y="1484944"/>
                  </a:lnTo>
                  <a:lnTo>
                    <a:pt x="8628756" y="1391261"/>
                  </a:lnTo>
                  <a:lnTo>
                    <a:pt x="8591368" y="1299811"/>
                  </a:lnTo>
                  <a:lnTo>
                    <a:pt x="8554017" y="1211019"/>
                  </a:lnTo>
                  <a:lnTo>
                    <a:pt x="8516674" y="1125248"/>
                  </a:lnTo>
                  <a:lnTo>
                    <a:pt x="8479294" y="1042804"/>
                  </a:lnTo>
                  <a:lnTo>
                    <a:pt x="8441811" y="963926"/>
                  </a:lnTo>
                  <a:lnTo>
                    <a:pt x="8404139" y="888788"/>
                  </a:lnTo>
                  <a:lnTo>
                    <a:pt x="8366165" y="817503"/>
                  </a:lnTo>
                  <a:lnTo>
                    <a:pt x="8327750" y="750121"/>
                  </a:lnTo>
                  <a:lnTo>
                    <a:pt x="8288721" y="686638"/>
                  </a:lnTo>
                  <a:lnTo>
                    <a:pt x="8248871" y="626998"/>
                  </a:lnTo>
                  <a:lnTo>
                    <a:pt x="8229629" y="600052"/>
                  </a:lnTo>
                  <a:lnTo>
                    <a:pt x="8179215" y="535061"/>
                  </a:lnTo>
                  <a:lnTo>
                    <a:pt x="8126501" y="475551"/>
                  </a:lnTo>
                  <a:lnTo>
                    <a:pt x="8070862" y="421340"/>
                  </a:lnTo>
                  <a:lnTo>
                    <a:pt x="8011609" y="372073"/>
                  </a:lnTo>
                  <a:lnTo>
                    <a:pt x="7948029" y="327314"/>
                  </a:lnTo>
                  <a:lnTo>
                    <a:pt x="7879414" y="286612"/>
                  </a:lnTo>
                  <a:lnTo>
                    <a:pt x="7805113" y="249537"/>
                  </a:lnTo>
                  <a:lnTo>
                    <a:pt x="7724583" y="215706"/>
                  </a:lnTo>
                  <a:lnTo>
                    <a:pt x="7637466" y="184796"/>
                  </a:lnTo>
                  <a:lnTo>
                    <a:pt x="7543689" y="156554"/>
                  </a:lnTo>
                  <a:lnTo>
                    <a:pt x="7443580" y="130797"/>
                  </a:lnTo>
                  <a:lnTo>
                    <a:pt x="7337993" y="107415"/>
                  </a:lnTo>
                  <a:lnTo>
                    <a:pt x="7228434" y="86363"/>
                  </a:lnTo>
                  <a:lnTo>
                    <a:pt x="7117124" y="67652"/>
                  </a:lnTo>
                  <a:lnTo>
                    <a:pt x="7006993" y="51325"/>
                  </a:lnTo>
                  <a:lnTo>
                    <a:pt x="6901526" y="37429"/>
                  </a:lnTo>
                  <a:lnTo>
                    <a:pt x="6804460" y="25983"/>
                  </a:lnTo>
                  <a:lnTo>
                    <a:pt x="6719336" y="16944"/>
                  </a:lnTo>
                  <a:lnTo>
                    <a:pt x="6648982" y="10181"/>
                  </a:lnTo>
                  <a:lnTo>
                    <a:pt x="6595039" y="5466"/>
                  </a:lnTo>
                  <a:lnTo>
                    <a:pt x="6557635" y="2482"/>
                  </a:lnTo>
                  <a:lnTo>
                    <a:pt x="6535288" y="851"/>
                  </a:lnTo>
                  <a:lnTo>
                    <a:pt x="6524996" y="161"/>
                  </a:lnTo>
                  <a:lnTo>
                    <a:pt x="6522438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40" y="73"/>
                  </a:lnTo>
                  <a:lnTo>
                    <a:pt x="5519789" y="595"/>
                  </a:lnTo>
                  <a:lnTo>
                    <a:pt x="5502880" y="2038"/>
                  </a:lnTo>
                  <a:lnTo>
                    <a:pt x="5472293" y="4883"/>
                  </a:lnTo>
                  <a:lnTo>
                    <a:pt x="5425981" y="9592"/>
                  </a:lnTo>
                  <a:lnTo>
                    <a:pt x="5363413" y="16569"/>
                  </a:lnTo>
                  <a:lnTo>
                    <a:pt x="5285564" y="26127"/>
                  </a:lnTo>
                  <a:lnTo>
                    <a:pt x="5194698" y="38470"/>
                  </a:lnTo>
                  <a:lnTo>
                    <a:pt x="5093978" y="53692"/>
                  </a:lnTo>
                  <a:lnTo>
                    <a:pt x="4986975" y="71800"/>
                  </a:lnTo>
                  <a:lnTo>
                    <a:pt x="4877212" y="92750"/>
                  </a:lnTo>
                  <a:lnTo>
                    <a:pt x="4767804" y="116484"/>
                  </a:lnTo>
                  <a:lnTo>
                    <a:pt x="4661247" y="142967"/>
                  </a:lnTo>
                  <a:lnTo>
                    <a:pt x="4559346" y="172216"/>
                  </a:lnTo>
                  <a:lnTo>
                    <a:pt x="4463246" y="204316"/>
                  </a:lnTo>
                  <a:lnTo>
                    <a:pt x="4373524" y="239435"/>
                  </a:lnTo>
                  <a:lnTo>
                    <a:pt x="4290309" y="277821"/>
                  </a:lnTo>
                  <a:lnTo>
                    <a:pt x="4213399" y="319806"/>
                  </a:lnTo>
                  <a:lnTo>
                    <a:pt x="4142366" y="365797"/>
                  </a:lnTo>
                  <a:lnTo>
                    <a:pt x="4076635" y="416265"/>
                  </a:lnTo>
                  <a:lnTo>
                    <a:pt x="4015551" y="471724"/>
                  </a:lnTo>
                  <a:lnTo>
                    <a:pt x="3958427" y="532701"/>
                  </a:lnTo>
                  <a:lnTo>
                    <a:pt x="3904580" y="599679"/>
                  </a:lnTo>
                  <a:lnTo>
                    <a:pt x="3853363" y="673016"/>
                  </a:lnTo>
                  <a:lnTo>
                    <a:pt x="3820202" y="725827"/>
                  </a:lnTo>
                  <a:lnTo>
                    <a:pt x="3782964" y="790221"/>
                  </a:lnTo>
                  <a:lnTo>
                    <a:pt x="3746538" y="858520"/>
                  </a:lnTo>
                  <a:lnTo>
                    <a:pt x="3710741" y="930803"/>
                  </a:lnTo>
                  <a:lnTo>
                    <a:pt x="3675420" y="1007108"/>
                  </a:lnTo>
                  <a:lnTo>
                    <a:pt x="3640446" y="1087427"/>
                  </a:lnTo>
                  <a:lnTo>
                    <a:pt x="3605715" y="1171699"/>
                  </a:lnTo>
                  <a:lnTo>
                    <a:pt x="3571139" y="1259814"/>
                  </a:lnTo>
                  <a:lnTo>
                    <a:pt x="3536651" y="1351604"/>
                  </a:lnTo>
                  <a:lnTo>
                    <a:pt x="3502199" y="1446844"/>
                  </a:lnTo>
                  <a:lnTo>
                    <a:pt x="3467746" y="1545255"/>
                  </a:lnTo>
                  <a:lnTo>
                    <a:pt x="3433266" y="1646502"/>
                  </a:lnTo>
                  <a:lnTo>
                    <a:pt x="3398747" y="1750196"/>
                  </a:lnTo>
                  <a:lnTo>
                    <a:pt x="3364184" y="1855907"/>
                  </a:lnTo>
                  <a:lnTo>
                    <a:pt x="3329582" y="1963163"/>
                  </a:lnTo>
                  <a:lnTo>
                    <a:pt x="3294950" y="2071462"/>
                  </a:lnTo>
                  <a:lnTo>
                    <a:pt x="3260302" y="2180280"/>
                  </a:lnTo>
                  <a:lnTo>
                    <a:pt x="3225656" y="2289085"/>
                  </a:lnTo>
                  <a:lnTo>
                    <a:pt x="3191025" y="2397343"/>
                  </a:lnTo>
                  <a:lnTo>
                    <a:pt x="3156424" y="2504531"/>
                  </a:lnTo>
                  <a:lnTo>
                    <a:pt x="3121864" y="2610150"/>
                  </a:lnTo>
                  <a:lnTo>
                    <a:pt x="3087347" y="2713729"/>
                  </a:lnTo>
                  <a:lnTo>
                    <a:pt x="3052869" y="2814839"/>
                  </a:lnTo>
                  <a:lnTo>
                    <a:pt x="3018416" y="2913095"/>
                  </a:lnTo>
                  <a:lnTo>
                    <a:pt x="2983963" y="3008164"/>
                  </a:lnTo>
                  <a:lnTo>
                    <a:pt x="2949472" y="3099770"/>
                  </a:lnTo>
                  <a:lnTo>
                    <a:pt x="2914890" y="3187691"/>
                  </a:lnTo>
                  <a:lnTo>
                    <a:pt x="2880148" y="3271763"/>
                  </a:lnTo>
                  <a:lnTo>
                    <a:pt x="2845160" y="3351876"/>
                  </a:lnTo>
                  <a:lnTo>
                    <a:pt x="2809818" y="3427974"/>
                  </a:lnTo>
                  <a:lnTo>
                    <a:pt x="2773993" y="3500052"/>
                  </a:lnTo>
                  <a:lnTo>
                    <a:pt x="2737530" y="3568148"/>
                  </a:lnTo>
                  <a:lnTo>
                    <a:pt x="2702183" y="3629139"/>
                  </a:lnTo>
                  <a:lnTo>
                    <a:pt x="2652404" y="3706823"/>
                  </a:lnTo>
                  <a:lnTo>
                    <a:pt x="2600389" y="3778038"/>
                  </a:lnTo>
                  <a:lnTo>
                    <a:pt x="2545536" y="3842991"/>
                  </a:lnTo>
                  <a:lnTo>
                    <a:pt x="2487184" y="3902094"/>
                  </a:lnTo>
                  <a:lnTo>
                    <a:pt x="2424645" y="3955851"/>
                  </a:lnTo>
                  <a:lnTo>
                    <a:pt x="2357236" y="4004789"/>
                  </a:lnTo>
                  <a:lnTo>
                    <a:pt x="2284325" y="4049411"/>
                  </a:lnTo>
                  <a:lnTo>
                    <a:pt x="2205377" y="4090169"/>
                  </a:lnTo>
                  <a:lnTo>
                    <a:pt x="2120027" y="4127446"/>
                  </a:lnTo>
                  <a:lnTo>
                    <a:pt x="2028170" y="4161547"/>
                  </a:lnTo>
                  <a:lnTo>
                    <a:pt x="1930070" y="4192694"/>
                  </a:lnTo>
                  <a:lnTo>
                    <a:pt x="1826478" y="4221026"/>
                  </a:lnTo>
                  <a:lnTo>
                    <a:pt x="1718749" y="4246605"/>
                  </a:lnTo>
                  <a:lnTo>
                    <a:pt x="1608915" y="4269427"/>
                  </a:lnTo>
                  <a:lnTo>
                    <a:pt x="1499691" y="4289447"/>
                  </a:lnTo>
                  <a:lnTo>
                    <a:pt x="1394358" y="4306608"/>
                  </a:lnTo>
                  <a:lnTo>
                    <a:pt x="1296499" y="4320877"/>
                  </a:lnTo>
                  <a:lnTo>
                    <a:pt x="1209607" y="4332287"/>
                  </a:lnTo>
                  <a:lnTo>
                    <a:pt x="1136597" y="4340967"/>
                  </a:lnTo>
                  <a:lnTo>
                    <a:pt x="1079347" y="4347158"/>
                  </a:lnTo>
                  <a:lnTo>
                    <a:pt x="1038350" y="4351204"/>
                  </a:lnTo>
                  <a:lnTo>
                    <a:pt x="1012566" y="4353534"/>
                  </a:lnTo>
                  <a:lnTo>
                    <a:pt x="999475" y="4354621"/>
                  </a:lnTo>
                  <a:lnTo>
                    <a:pt x="995248" y="4354944"/>
                  </a:lnTo>
                  <a:lnTo>
                    <a:pt x="994940" y="4354966"/>
                  </a:lnTo>
                  <a:lnTo>
                    <a:pt x="0" y="4354966"/>
                  </a:lnTo>
                  <a:lnTo>
                    <a:pt x="0" y="43549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1" name="pg1850"/>
            <p:cNvSpPr/>
            <p:nvPr/>
          </p:nvSpPr>
          <p:spPr>
            <a:xfrm>
              <a:off x="1199187" y="1304753"/>
              <a:ext cx="12049831" cy="4585554"/>
            </a:xfrm>
            <a:custGeom>
              <a:avLst/>
              <a:pathLst>
                <a:path w="12049831" h="4585554">
                  <a:moveTo>
                    <a:pt x="0" y="4585554"/>
                  </a:moveTo>
                  <a:lnTo>
                    <a:pt x="994940" y="4585554"/>
                  </a:lnTo>
                  <a:lnTo>
                    <a:pt x="995965" y="4585486"/>
                  </a:lnTo>
                  <a:lnTo>
                    <a:pt x="1002746" y="4585001"/>
                  </a:lnTo>
                  <a:lnTo>
                    <a:pt x="1019976" y="4583662"/>
                  </a:lnTo>
                  <a:lnTo>
                    <a:pt x="1051123" y="4581021"/>
                  </a:lnTo>
                  <a:lnTo>
                    <a:pt x="1098240" y="4576650"/>
                  </a:lnTo>
                  <a:lnTo>
                    <a:pt x="1161821" y="4570178"/>
                  </a:lnTo>
                  <a:lnTo>
                    <a:pt x="1240818" y="4561315"/>
                  </a:lnTo>
                  <a:lnTo>
                    <a:pt x="1332872" y="4549880"/>
                  </a:lnTo>
                  <a:lnTo>
                    <a:pt x="1434725" y="4535788"/>
                  </a:lnTo>
                  <a:lnTo>
                    <a:pt x="1542723" y="4519036"/>
                  </a:lnTo>
                  <a:lnTo>
                    <a:pt x="1653292" y="4499668"/>
                  </a:lnTo>
                  <a:lnTo>
                    <a:pt x="1763292" y="4477736"/>
                  </a:lnTo>
                  <a:lnTo>
                    <a:pt x="1870229" y="4453271"/>
                  </a:lnTo>
                  <a:lnTo>
                    <a:pt x="1972322" y="4426251"/>
                  </a:lnTo>
                  <a:lnTo>
                    <a:pt x="2068460" y="4396591"/>
                  </a:lnTo>
                  <a:lnTo>
                    <a:pt x="2158102" y="4364128"/>
                  </a:lnTo>
                  <a:lnTo>
                    <a:pt x="2241158" y="4328624"/>
                  </a:lnTo>
                  <a:lnTo>
                    <a:pt x="2317863" y="4289762"/>
                  </a:lnTo>
                  <a:lnTo>
                    <a:pt x="2388677" y="4247156"/>
                  </a:lnTo>
                  <a:lnTo>
                    <a:pt x="2454199" y="4200364"/>
                  </a:lnTo>
                  <a:lnTo>
                    <a:pt x="2515104" y="4148905"/>
                  </a:lnTo>
                  <a:lnTo>
                    <a:pt x="2572094" y="4092292"/>
                  </a:lnTo>
                  <a:lnTo>
                    <a:pt x="2625863" y="4030089"/>
                  </a:lnTo>
                  <a:lnTo>
                    <a:pt x="2677060" y="3961988"/>
                  </a:lnTo>
                  <a:lnTo>
                    <a:pt x="2702183" y="3925234"/>
                  </a:lnTo>
                  <a:lnTo>
                    <a:pt x="2740948" y="3864146"/>
                  </a:lnTo>
                  <a:lnTo>
                    <a:pt x="2778840" y="3799199"/>
                  </a:lnTo>
                  <a:lnTo>
                    <a:pt x="2816064" y="3730316"/>
                  </a:lnTo>
                  <a:lnTo>
                    <a:pt x="2852791" y="3657463"/>
                  </a:lnTo>
                  <a:lnTo>
                    <a:pt x="2889162" y="3580656"/>
                  </a:lnTo>
                  <a:lnTo>
                    <a:pt x="2925291" y="3499967"/>
                  </a:lnTo>
                  <a:lnTo>
                    <a:pt x="2961271" y="3415521"/>
                  </a:lnTo>
                  <a:lnTo>
                    <a:pt x="2997173" y="3327508"/>
                  </a:lnTo>
                  <a:lnTo>
                    <a:pt x="3033052" y="3236176"/>
                  </a:lnTo>
                  <a:lnTo>
                    <a:pt x="3068943" y="3141833"/>
                  </a:lnTo>
                  <a:lnTo>
                    <a:pt x="3104871" y="3044845"/>
                  </a:lnTo>
                  <a:lnTo>
                    <a:pt x="3140844" y="2945631"/>
                  </a:lnTo>
                  <a:lnTo>
                    <a:pt x="3176864" y="2844654"/>
                  </a:lnTo>
                  <a:lnTo>
                    <a:pt x="3212921" y="2742418"/>
                  </a:lnTo>
                  <a:lnTo>
                    <a:pt x="3249001" y="2639450"/>
                  </a:lnTo>
                  <a:lnTo>
                    <a:pt x="3285088" y="2536296"/>
                  </a:lnTo>
                  <a:lnTo>
                    <a:pt x="3321162" y="2433506"/>
                  </a:lnTo>
                  <a:lnTo>
                    <a:pt x="3357208" y="2331621"/>
                  </a:lnTo>
                  <a:lnTo>
                    <a:pt x="3393213" y="2231163"/>
                  </a:lnTo>
                  <a:lnTo>
                    <a:pt x="3429172" y="2132622"/>
                  </a:lnTo>
                  <a:lnTo>
                    <a:pt x="3465086" y="2036448"/>
                  </a:lnTo>
                  <a:lnTo>
                    <a:pt x="3500970" y="1943045"/>
                  </a:lnTo>
                  <a:lnTo>
                    <a:pt x="3536852" y="1852758"/>
                  </a:lnTo>
                  <a:lnTo>
                    <a:pt x="3572772" y="1765878"/>
                  </a:lnTo>
                  <a:lnTo>
                    <a:pt x="3608792" y="1682633"/>
                  </a:lnTo>
                  <a:lnTo>
                    <a:pt x="3644988" y="1603192"/>
                  </a:lnTo>
                  <a:lnTo>
                    <a:pt x="3681460" y="1527662"/>
                  </a:lnTo>
                  <a:lnTo>
                    <a:pt x="3718332" y="1456098"/>
                  </a:lnTo>
                  <a:lnTo>
                    <a:pt x="3755753" y="1388497"/>
                  </a:lnTo>
                  <a:lnTo>
                    <a:pt x="3793903" y="1324812"/>
                  </a:lnTo>
                  <a:lnTo>
                    <a:pt x="3820202" y="1283955"/>
                  </a:lnTo>
                  <a:lnTo>
                    <a:pt x="3870321" y="1212828"/>
                  </a:lnTo>
                  <a:lnTo>
                    <a:pt x="3922711" y="1147664"/>
                  </a:lnTo>
                  <a:lnTo>
                    <a:pt x="3977986" y="1088270"/>
                  </a:lnTo>
                  <a:lnTo>
                    <a:pt x="4036821" y="1034261"/>
                  </a:lnTo>
                  <a:lnTo>
                    <a:pt x="4099918" y="985168"/>
                  </a:lnTo>
                  <a:lnTo>
                    <a:pt x="4167973" y="940501"/>
                  </a:lnTo>
                  <a:lnTo>
                    <a:pt x="4241628" y="899796"/>
                  </a:lnTo>
                  <a:lnTo>
                    <a:pt x="4321423" y="862636"/>
                  </a:lnTo>
                  <a:lnTo>
                    <a:pt x="4407719" y="828669"/>
                  </a:lnTo>
                  <a:lnTo>
                    <a:pt x="4500605" y="797615"/>
                  </a:lnTo>
                  <a:lnTo>
                    <a:pt x="4599783" y="769274"/>
                  </a:lnTo>
                  <a:lnTo>
                    <a:pt x="4704447" y="743522"/>
                  </a:lnTo>
                  <a:lnTo>
                    <a:pt x="4813164" y="720306"/>
                  </a:lnTo>
                  <a:lnTo>
                    <a:pt x="4923799" y="699635"/>
                  </a:lnTo>
                  <a:lnTo>
                    <a:pt x="5033525" y="681552"/>
                  </a:lnTo>
                  <a:lnTo>
                    <a:pt x="5138951" y="666110"/>
                  </a:lnTo>
                  <a:lnTo>
                    <a:pt x="5236409" y="653334"/>
                  </a:lnTo>
                  <a:lnTo>
                    <a:pt x="5322378" y="643185"/>
                  </a:lnTo>
                  <a:lnTo>
                    <a:pt x="5393985" y="635533"/>
                  </a:lnTo>
                  <a:lnTo>
                    <a:pt x="5449474" y="630140"/>
                  </a:lnTo>
                  <a:lnTo>
                    <a:pt x="5488545" y="626674"/>
                  </a:lnTo>
                  <a:lnTo>
                    <a:pt x="5512471" y="624731"/>
                  </a:lnTo>
                  <a:lnTo>
                    <a:pt x="5524028" y="623870"/>
                  </a:lnTo>
                  <a:lnTo>
                    <a:pt x="5527309" y="623644"/>
                  </a:lnTo>
                  <a:lnTo>
                    <a:pt x="5527445" y="623635"/>
                  </a:lnTo>
                  <a:lnTo>
                    <a:pt x="6522385" y="623635"/>
                  </a:lnTo>
                  <a:lnTo>
                    <a:pt x="6523519" y="623623"/>
                  </a:lnTo>
                  <a:lnTo>
                    <a:pt x="6530999" y="623539"/>
                  </a:lnTo>
                  <a:lnTo>
                    <a:pt x="6549955" y="623307"/>
                  </a:lnTo>
                  <a:lnTo>
                    <a:pt x="6584098" y="622851"/>
                  </a:lnTo>
                  <a:lnTo>
                    <a:pt x="6635496" y="622096"/>
                  </a:lnTo>
                  <a:lnTo>
                    <a:pt x="6704426" y="620980"/>
                  </a:lnTo>
                  <a:lnTo>
                    <a:pt x="6789427" y="619458"/>
                  </a:lnTo>
                  <a:lnTo>
                    <a:pt x="6887623" y="617501"/>
                  </a:lnTo>
                  <a:lnTo>
                    <a:pt x="6995243" y="615099"/>
                  </a:lnTo>
                  <a:lnTo>
                    <a:pt x="7108224" y="612254"/>
                  </a:lnTo>
                  <a:lnTo>
                    <a:pt x="7222731" y="608976"/>
                  </a:lnTo>
                  <a:lnTo>
                    <a:pt x="7335532" y="605272"/>
                  </a:lnTo>
                  <a:lnTo>
                    <a:pt x="7444178" y="601144"/>
                  </a:lnTo>
                  <a:lnTo>
                    <a:pt x="7547026" y="596585"/>
                  </a:lnTo>
                  <a:lnTo>
                    <a:pt x="7643155" y="591573"/>
                  </a:lnTo>
                  <a:lnTo>
                    <a:pt x="7732234" y="586074"/>
                  </a:lnTo>
                  <a:lnTo>
                    <a:pt x="7814369" y="580039"/>
                  </a:lnTo>
                  <a:lnTo>
                    <a:pt x="7889974" y="573406"/>
                  </a:lnTo>
                  <a:lnTo>
                    <a:pt x="7959661" y="566104"/>
                  </a:lnTo>
                  <a:lnTo>
                    <a:pt x="8024151" y="558049"/>
                  </a:lnTo>
                  <a:lnTo>
                    <a:pt x="8084219" y="549158"/>
                  </a:lnTo>
                  <a:lnTo>
                    <a:pt x="8140639" y="539352"/>
                  </a:lnTo>
                  <a:lnTo>
                    <a:pt x="8194145" y="528571"/>
                  </a:lnTo>
                  <a:lnTo>
                    <a:pt x="8229629" y="520569"/>
                  </a:lnTo>
                  <a:lnTo>
                    <a:pt x="8289383" y="505519"/>
                  </a:lnTo>
                  <a:lnTo>
                    <a:pt x="8347309" y="489004"/>
                  </a:lnTo>
                  <a:lnTo>
                    <a:pt x="8404068" y="470999"/>
                  </a:lnTo>
                  <a:lnTo>
                    <a:pt x="8460149" y="451526"/>
                  </a:lnTo>
                  <a:lnTo>
                    <a:pt x="8515906" y="430658"/>
                  </a:lnTo>
                  <a:lnTo>
                    <a:pt x="8571572" y="408520"/>
                  </a:lnTo>
                  <a:lnTo>
                    <a:pt x="8627287" y="385295"/>
                  </a:lnTo>
                  <a:lnTo>
                    <a:pt x="8683108" y="361211"/>
                  </a:lnTo>
                  <a:lnTo>
                    <a:pt x="8739030" y="336543"/>
                  </a:lnTo>
                  <a:lnTo>
                    <a:pt x="8795010" y="311594"/>
                  </a:lnTo>
                  <a:lnTo>
                    <a:pt x="8850983" y="286681"/>
                  </a:lnTo>
                  <a:lnTo>
                    <a:pt x="8906885" y="262120"/>
                  </a:lnTo>
                  <a:lnTo>
                    <a:pt x="8962680" y="238209"/>
                  </a:lnTo>
                  <a:lnTo>
                    <a:pt x="9018376" y="215213"/>
                  </a:lnTo>
                  <a:lnTo>
                    <a:pt x="9074047" y="193350"/>
                  </a:lnTo>
                  <a:lnTo>
                    <a:pt x="9129853" y="172790"/>
                  </a:lnTo>
                  <a:lnTo>
                    <a:pt x="9186054" y="153647"/>
                  </a:lnTo>
                  <a:lnTo>
                    <a:pt x="9243030" y="135981"/>
                  </a:lnTo>
                  <a:lnTo>
                    <a:pt x="9301307" y="119803"/>
                  </a:lnTo>
                  <a:lnTo>
                    <a:pt x="9347647" y="108306"/>
                  </a:lnTo>
                  <a:lnTo>
                    <a:pt x="9399535" y="96837"/>
                  </a:lnTo>
                  <a:lnTo>
                    <a:pt x="9453874" y="86365"/>
                  </a:lnTo>
                  <a:lnTo>
                    <a:pt x="9511349" y="76852"/>
                  </a:lnTo>
                  <a:lnTo>
                    <a:pt x="9572711" y="68230"/>
                  </a:lnTo>
                  <a:lnTo>
                    <a:pt x="9638739" y="60419"/>
                  </a:lnTo>
                  <a:lnTo>
                    <a:pt x="9710197" y="53334"/>
                  </a:lnTo>
                  <a:lnTo>
                    <a:pt x="9787778" y="46894"/>
                  </a:lnTo>
                  <a:lnTo>
                    <a:pt x="9872045" y="41032"/>
                  </a:lnTo>
                  <a:lnTo>
                    <a:pt x="9963327" y="35690"/>
                  </a:lnTo>
                  <a:lnTo>
                    <a:pt x="10061610" y="30822"/>
                  </a:lnTo>
                  <a:lnTo>
                    <a:pt x="10166395" y="26399"/>
                  </a:lnTo>
                  <a:lnTo>
                    <a:pt x="10276549" y="22403"/>
                  </a:lnTo>
                  <a:lnTo>
                    <a:pt x="10390183" y="18831"/>
                  </a:lnTo>
                  <a:lnTo>
                    <a:pt x="10504594" y="15687"/>
                  </a:lnTo>
                  <a:lnTo>
                    <a:pt x="10616336" y="12980"/>
                  </a:lnTo>
                  <a:lnTo>
                    <a:pt x="10721453" y="10717"/>
                  </a:lnTo>
                  <a:lnTo>
                    <a:pt x="10815911" y="8897"/>
                  </a:lnTo>
                  <a:lnTo>
                    <a:pt x="10896155" y="7505"/>
                  </a:lnTo>
                  <a:lnTo>
                    <a:pt x="10959701" y="6508"/>
                  </a:lnTo>
                  <a:lnTo>
                    <a:pt x="11005607" y="5853"/>
                  </a:lnTo>
                  <a:lnTo>
                    <a:pt x="11034714" y="5475"/>
                  </a:lnTo>
                  <a:lnTo>
                    <a:pt x="11049625" y="5297"/>
                  </a:lnTo>
                  <a:lnTo>
                    <a:pt x="11054515" y="524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8" y="11"/>
                  </a:lnTo>
                  <a:lnTo>
                    <a:pt x="11046278" y="95"/>
                  </a:lnTo>
                  <a:lnTo>
                    <a:pt x="11027322" y="327"/>
                  </a:lnTo>
                  <a:lnTo>
                    <a:pt x="10993179" y="784"/>
                  </a:lnTo>
                  <a:lnTo>
                    <a:pt x="10941780" y="1539"/>
                  </a:lnTo>
                  <a:lnTo>
                    <a:pt x="10872850" y="2654"/>
                  </a:lnTo>
                  <a:lnTo>
                    <a:pt x="10787849" y="4177"/>
                  </a:lnTo>
                  <a:lnTo>
                    <a:pt x="10689654" y="6134"/>
                  </a:lnTo>
                  <a:lnTo>
                    <a:pt x="10582033" y="8536"/>
                  </a:lnTo>
                  <a:lnTo>
                    <a:pt x="10469053" y="11380"/>
                  </a:lnTo>
                  <a:lnTo>
                    <a:pt x="10354545" y="14658"/>
                  </a:lnTo>
                  <a:lnTo>
                    <a:pt x="10241744" y="18362"/>
                  </a:lnTo>
                  <a:lnTo>
                    <a:pt x="10133098" y="22490"/>
                  </a:lnTo>
                  <a:lnTo>
                    <a:pt x="10030251" y="27049"/>
                  </a:lnTo>
                  <a:lnTo>
                    <a:pt x="9934121" y="32061"/>
                  </a:lnTo>
                  <a:lnTo>
                    <a:pt x="9845043" y="37560"/>
                  </a:lnTo>
                  <a:lnTo>
                    <a:pt x="9762908" y="43595"/>
                  </a:lnTo>
                  <a:lnTo>
                    <a:pt x="9687302" y="50228"/>
                  </a:lnTo>
                  <a:lnTo>
                    <a:pt x="9617616" y="57531"/>
                  </a:lnTo>
                  <a:lnTo>
                    <a:pt x="9553125" y="65585"/>
                  </a:lnTo>
                  <a:lnTo>
                    <a:pt x="9493057" y="74476"/>
                  </a:lnTo>
                  <a:lnTo>
                    <a:pt x="9436638" y="84282"/>
                  </a:lnTo>
                  <a:lnTo>
                    <a:pt x="9383132" y="95064"/>
                  </a:lnTo>
                  <a:lnTo>
                    <a:pt x="9347647" y="103065"/>
                  </a:lnTo>
                  <a:lnTo>
                    <a:pt x="9287894" y="118115"/>
                  </a:lnTo>
                  <a:lnTo>
                    <a:pt x="9229968" y="134630"/>
                  </a:lnTo>
                  <a:lnTo>
                    <a:pt x="9173209" y="152635"/>
                  </a:lnTo>
                  <a:lnTo>
                    <a:pt x="9117127" y="172108"/>
                  </a:lnTo>
                  <a:lnTo>
                    <a:pt x="9061371" y="192976"/>
                  </a:lnTo>
                  <a:lnTo>
                    <a:pt x="9005704" y="215114"/>
                  </a:lnTo>
                  <a:lnTo>
                    <a:pt x="8949989" y="238340"/>
                  </a:lnTo>
                  <a:lnTo>
                    <a:pt x="8894169" y="262423"/>
                  </a:lnTo>
                  <a:lnTo>
                    <a:pt x="8838246" y="287091"/>
                  </a:lnTo>
                  <a:lnTo>
                    <a:pt x="8782266" y="312041"/>
                  </a:lnTo>
                  <a:lnTo>
                    <a:pt x="8726294" y="336953"/>
                  </a:lnTo>
                  <a:lnTo>
                    <a:pt x="8670392" y="361514"/>
                  </a:lnTo>
                  <a:lnTo>
                    <a:pt x="8614597" y="385425"/>
                  </a:lnTo>
                  <a:lnTo>
                    <a:pt x="8558901" y="408422"/>
                  </a:lnTo>
                  <a:lnTo>
                    <a:pt x="8503229" y="430284"/>
                  </a:lnTo>
                  <a:lnTo>
                    <a:pt x="8447423" y="450844"/>
                  </a:lnTo>
                  <a:lnTo>
                    <a:pt x="8391223" y="469987"/>
                  </a:lnTo>
                  <a:lnTo>
                    <a:pt x="8334247" y="487653"/>
                  </a:lnTo>
                  <a:lnTo>
                    <a:pt x="8275970" y="503832"/>
                  </a:lnTo>
                  <a:lnTo>
                    <a:pt x="8229629" y="515329"/>
                  </a:lnTo>
                  <a:lnTo>
                    <a:pt x="8177742" y="526797"/>
                  </a:lnTo>
                  <a:lnTo>
                    <a:pt x="8123403" y="537270"/>
                  </a:lnTo>
                  <a:lnTo>
                    <a:pt x="8065928" y="546783"/>
                  </a:lnTo>
                  <a:lnTo>
                    <a:pt x="8004566" y="555404"/>
                  </a:lnTo>
                  <a:lnTo>
                    <a:pt x="7938537" y="563215"/>
                  </a:lnTo>
                  <a:lnTo>
                    <a:pt x="7867080" y="570301"/>
                  </a:lnTo>
                  <a:lnTo>
                    <a:pt x="7789498" y="576740"/>
                  </a:lnTo>
                  <a:lnTo>
                    <a:pt x="7705232" y="582602"/>
                  </a:lnTo>
                  <a:lnTo>
                    <a:pt x="7613950" y="587945"/>
                  </a:lnTo>
                  <a:lnTo>
                    <a:pt x="7515666" y="592813"/>
                  </a:lnTo>
                  <a:lnTo>
                    <a:pt x="7410881" y="597236"/>
                  </a:lnTo>
                  <a:lnTo>
                    <a:pt x="7300728" y="601231"/>
                  </a:lnTo>
                  <a:lnTo>
                    <a:pt x="7187094" y="604803"/>
                  </a:lnTo>
                  <a:lnTo>
                    <a:pt x="7072682" y="607947"/>
                  </a:lnTo>
                  <a:lnTo>
                    <a:pt x="6960941" y="610655"/>
                  </a:lnTo>
                  <a:lnTo>
                    <a:pt x="6855824" y="612918"/>
                  </a:lnTo>
                  <a:lnTo>
                    <a:pt x="6761366" y="614737"/>
                  </a:lnTo>
                  <a:lnTo>
                    <a:pt x="6681122" y="616129"/>
                  </a:lnTo>
                  <a:lnTo>
                    <a:pt x="6617576" y="617126"/>
                  </a:lnTo>
                  <a:lnTo>
                    <a:pt x="6571669" y="617781"/>
                  </a:lnTo>
                  <a:lnTo>
                    <a:pt x="6542563" y="618160"/>
                  </a:lnTo>
                  <a:lnTo>
                    <a:pt x="6527651" y="618337"/>
                  </a:lnTo>
                  <a:lnTo>
                    <a:pt x="6522761" y="618390"/>
                  </a:lnTo>
                  <a:lnTo>
                    <a:pt x="6522385" y="618394"/>
                  </a:lnTo>
                  <a:lnTo>
                    <a:pt x="5527445" y="618394"/>
                  </a:lnTo>
                  <a:lnTo>
                    <a:pt x="5526420" y="618462"/>
                  </a:lnTo>
                  <a:lnTo>
                    <a:pt x="5519639" y="618947"/>
                  </a:lnTo>
                  <a:lnTo>
                    <a:pt x="5502409" y="620287"/>
                  </a:lnTo>
                  <a:lnTo>
                    <a:pt x="5471262" y="622928"/>
                  </a:lnTo>
                  <a:lnTo>
                    <a:pt x="5424145" y="627298"/>
                  </a:lnTo>
                  <a:lnTo>
                    <a:pt x="5360564" y="633771"/>
                  </a:lnTo>
                  <a:lnTo>
                    <a:pt x="5281567" y="642633"/>
                  </a:lnTo>
                  <a:lnTo>
                    <a:pt x="5189513" y="654069"/>
                  </a:lnTo>
                  <a:lnTo>
                    <a:pt x="5087660" y="668161"/>
                  </a:lnTo>
                  <a:lnTo>
                    <a:pt x="4979662" y="684913"/>
                  </a:lnTo>
                  <a:lnTo>
                    <a:pt x="4869093" y="704281"/>
                  </a:lnTo>
                  <a:lnTo>
                    <a:pt x="4759093" y="726212"/>
                  </a:lnTo>
                  <a:lnTo>
                    <a:pt x="4652156" y="750678"/>
                  </a:lnTo>
                  <a:lnTo>
                    <a:pt x="4550063" y="777698"/>
                  </a:lnTo>
                  <a:lnTo>
                    <a:pt x="4453925" y="807358"/>
                  </a:lnTo>
                  <a:lnTo>
                    <a:pt x="4364283" y="839820"/>
                  </a:lnTo>
                  <a:lnTo>
                    <a:pt x="4281227" y="875325"/>
                  </a:lnTo>
                  <a:lnTo>
                    <a:pt x="4204522" y="914187"/>
                  </a:lnTo>
                  <a:lnTo>
                    <a:pt x="4133708" y="956793"/>
                  </a:lnTo>
                  <a:lnTo>
                    <a:pt x="4068186" y="1003584"/>
                  </a:lnTo>
                  <a:lnTo>
                    <a:pt x="4007281" y="1055044"/>
                  </a:lnTo>
                  <a:lnTo>
                    <a:pt x="3950291" y="1111656"/>
                  </a:lnTo>
                  <a:lnTo>
                    <a:pt x="3896522" y="1173860"/>
                  </a:lnTo>
                  <a:lnTo>
                    <a:pt x="3845325" y="1241961"/>
                  </a:lnTo>
                  <a:lnTo>
                    <a:pt x="3820202" y="1278714"/>
                  </a:lnTo>
                  <a:lnTo>
                    <a:pt x="3781437" y="1339803"/>
                  </a:lnTo>
                  <a:lnTo>
                    <a:pt x="3743545" y="1404750"/>
                  </a:lnTo>
                  <a:lnTo>
                    <a:pt x="3706321" y="1473633"/>
                  </a:lnTo>
                  <a:lnTo>
                    <a:pt x="3669594" y="1546486"/>
                  </a:lnTo>
                  <a:lnTo>
                    <a:pt x="3633223" y="1623292"/>
                  </a:lnTo>
                  <a:lnTo>
                    <a:pt x="3597094" y="1703982"/>
                  </a:lnTo>
                  <a:lnTo>
                    <a:pt x="3561114" y="1788427"/>
                  </a:lnTo>
                  <a:lnTo>
                    <a:pt x="3525212" y="1876440"/>
                  </a:lnTo>
                  <a:lnTo>
                    <a:pt x="3489333" y="1967772"/>
                  </a:lnTo>
                  <a:lnTo>
                    <a:pt x="3453442" y="2062115"/>
                  </a:lnTo>
                  <a:lnTo>
                    <a:pt x="3417514" y="2159103"/>
                  </a:lnTo>
                  <a:lnTo>
                    <a:pt x="3381541" y="2258318"/>
                  </a:lnTo>
                  <a:lnTo>
                    <a:pt x="3345521" y="2359294"/>
                  </a:lnTo>
                  <a:lnTo>
                    <a:pt x="3309464" y="2461531"/>
                  </a:lnTo>
                  <a:lnTo>
                    <a:pt x="3273384" y="2564499"/>
                  </a:lnTo>
                  <a:lnTo>
                    <a:pt x="3237297" y="2667652"/>
                  </a:lnTo>
                  <a:lnTo>
                    <a:pt x="3201223" y="2770442"/>
                  </a:lnTo>
                  <a:lnTo>
                    <a:pt x="3165177" y="2872327"/>
                  </a:lnTo>
                  <a:lnTo>
                    <a:pt x="3129172" y="2972786"/>
                  </a:lnTo>
                  <a:lnTo>
                    <a:pt x="3093213" y="3071327"/>
                  </a:lnTo>
                  <a:lnTo>
                    <a:pt x="3057299" y="3167500"/>
                  </a:lnTo>
                  <a:lnTo>
                    <a:pt x="3021415" y="3260904"/>
                  </a:lnTo>
                  <a:lnTo>
                    <a:pt x="2985533" y="3351191"/>
                  </a:lnTo>
                  <a:lnTo>
                    <a:pt x="2949613" y="3438071"/>
                  </a:lnTo>
                  <a:lnTo>
                    <a:pt x="2913593" y="3521316"/>
                  </a:lnTo>
                  <a:lnTo>
                    <a:pt x="2877397" y="3600757"/>
                  </a:lnTo>
                  <a:lnTo>
                    <a:pt x="2840925" y="3676286"/>
                  </a:lnTo>
                  <a:lnTo>
                    <a:pt x="2804053" y="3747851"/>
                  </a:lnTo>
                  <a:lnTo>
                    <a:pt x="2766632" y="3815451"/>
                  </a:lnTo>
                  <a:lnTo>
                    <a:pt x="2728482" y="3879136"/>
                  </a:lnTo>
                  <a:lnTo>
                    <a:pt x="2702183" y="3919994"/>
                  </a:lnTo>
                  <a:lnTo>
                    <a:pt x="2652064" y="3991121"/>
                  </a:lnTo>
                  <a:lnTo>
                    <a:pt x="2599674" y="4056285"/>
                  </a:lnTo>
                  <a:lnTo>
                    <a:pt x="2544399" y="4115679"/>
                  </a:lnTo>
                  <a:lnTo>
                    <a:pt x="2485564" y="4169688"/>
                  </a:lnTo>
                  <a:lnTo>
                    <a:pt x="2422467" y="4218781"/>
                  </a:lnTo>
                  <a:lnTo>
                    <a:pt x="2354412" y="4263447"/>
                  </a:lnTo>
                  <a:lnTo>
                    <a:pt x="2280757" y="4304152"/>
                  </a:lnTo>
                  <a:lnTo>
                    <a:pt x="2200962" y="4341312"/>
                  </a:lnTo>
                  <a:lnTo>
                    <a:pt x="2114666" y="4375280"/>
                  </a:lnTo>
                  <a:lnTo>
                    <a:pt x="2021780" y="4406334"/>
                  </a:lnTo>
                  <a:lnTo>
                    <a:pt x="1922602" y="4434675"/>
                  </a:lnTo>
                  <a:lnTo>
                    <a:pt x="1817938" y="4460427"/>
                  </a:lnTo>
                  <a:lnTo>
                    <a:pt x="1709221" y="4483642"/>
                  </a:lnTo>
                  <a:lnTo>
                    <a:pt x="1598586" y="4504314"/>
                  </a:lnTo>
                  <a:lnTo>
                    <a:pt x="1488860" y="4522397"/>
                  </a:lnTo>
                  <a:lnTo>
                    <a:pt x="1383434" y="4537839"/>
                  </a:lnTo>
                  <a:lnTo>
                    <a:pt x="1285976" y="4550615"/>
                  </a:lnTo>
                  <a:lnTo>
                    <a:pt x="1200007" y="4560763"/>
                  </a:lnTo>
                  <a:lnTo>
                    <a:pt x="1128400" y="4568416"/>
                  </a:lnTo>
                  <a:lnTo>
                    <a:pt x="1072911" y="4573809"/>
                  </a:lnTo>
                  <a:lnTo>
                    <a:pt x="1033840" y="4577275"/>
                  </a:lnTo>
                  <a:lnTo>
                    <a:pt x="1009914" y="4579217"/>
                  </a:lnTo>
                  <a:lnTo>
                    <a:pt x="998357" y="4580079"/>
                  </a:lnTo>
                  <a:lnTo>
                    <a:pt x="995076" y="4580305"/>
                  </a:lnTo>
                  <a:lnTo>
                    <a:pt x="994940" y="4580314"/>
                  </a:lnTo>
                  <a:lnTo>
                    <a:pt x="0" y="4580314"/>
                  </a:lnTo>
                  <a:close/>
                </a:path>
              </a:pathLst>
            </a:custGeom>
            <a:solidFill>
              <a:srgbClr val="B497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52" name="pl1851"/>
            <p:cNvSpPr/>
            <p:nvPr/>
          </p:nvSpPr>
          <p:spPr>
            <a:xfrm>
              <a:off x="1199187" y="1309993"/>
              <a:ext cx="12049831" cy="4580314"/>
            </a:xfrm>
            <a:custGeom>
              <a:avLst/>
              <a:pathLst>
                <a:path w="12049831" h="4580314">
                  <a:moveTo>
                    <a:pt x="0" y="4580314"/>
                  </a:moveTo>
                  <a:lnTo>
                    <a:pt x="994940" y="4580314"/>
                  </a:lnTo>
                  <a:lnTo>
                    <a:pt x="995965" y="4580246"/>
                  </a:lnTo>
                  <a:lnTo>
                    <a:pt x="1002746" y="4579761"/>
                  </a:lnTo>
                  <a:lnTo>
                    <a:pt x="1019976" y="4578421"/>
                  </a:lnTo>
                  <a:lnTo>
                    <a:pt x="1051123" y="4575780"/>
                  </a:lnTo>
                  <a:lnTo>
                    <a:pt x="1098240" y="4571410"/>
                  </a:lnTo>
                  <a:lnTo>
                    <a:pt x="1161821" y="4564937"/>
                  </a:lnTo>
                  <a:lnTo>
                    <a:pt x="1240818" y="4556075"/>
                  </a:lnTo>
                  <a:lnTo>
                    <a:pt x="1332872" y="4544639"/>
                  </a:lnTo>
                  <a:lnTo>
                    <a:pt x="1434725" y="4530547"/>
                  </a:lnTo>
                  <a:lnTo>
                    <a:pt x="1542723" y="4513795"/>
                  </a:lnTo>
                  <a:lnTo>
                    <a:pt x="1653292" y="4494427"/>
                  </a:lnTo>
                  <a:lnTo>
                    <a:pt x="1763292" y="4472496"/>
                  </a:lnTo>
                  <a:lnTo>
                    <a:pt x="1870229" y="4448030"/>
                  </a:lnTo>
                  <a:lnTo>
                    <a:pt x="1972322" y="4421010"/>
                  </a:lnTo>
                  <a:lnTo>
                    <a:pt x="2068460" y="4391350"/>
                  </a:lnTo>
                  <a:lnTo>
                    <a:pt x="2158102" y="4358888"/>
                  </a:lnTo>
                  <a:lnTo>
                    <a:pt x="2241158" y="4323383"/>
                  </a:lnTo>
                  <a:lnTo>
                    <a:pt x="2317863" y="4284521"/>
                  </a:lnTo>
                  <a:lnTo>
                    <a:pt x="2388677" y="4241916"/>
                  </a:lnTo>
                  <a:lnTo>
                    <a:pt x="2454199" y="4195124"/>
                  </a:lnTo>
                  <a:lnTo>
                    <a:pt x="2515104" y="4143664"/>
                  </a:lnTo>
                  <a:lnTo>
                    <a:pt x="2572094" y="4087052"/>
                  </a:lnTo>
                  <a:lnTo>
                    <a:pt x="2625863" y="4024848"/>
                  </a:lnTo>
                  <a:lnTo>
                    <a:pt x="2677060" y="3956747"/>
                  </a:lnTo>
                  <a:lnTo>
                    <a:pt x="2702183" y="3919994"/>
                  </a:lnTo>
                  <a:lnTo>
                    <a:pt x="2740948" y="3858905"/>
                  </a:lnTo>
                  <a:lnTo>
                    <a:pt x="2778840" y="3793958"/>
                  </a:lnTo>
                  <a:lnTo>
                    <a:pt x="2816064" y="3725075"/>
                  </a:lnTo>
                  <a:lnTo>
                    <a:pt x="2852791" y="3652222"/>
                  </a:lnTo>
                  <a:lnTo>
                    <a:pt x="2889162" y="3575416"/>
                  </a:lnTo>
                  <a:lnTo>
                    <a:pt x="2925291" y="3494726"/>
                  </a:lnTo>
                  <a:lnTo>
                    <a:pt x="2961271" y="3410281"/>
                  </a:lnTo>
                  <a:lnTo>
                    <a:pt x="2997173" y="3322268"/>
                  </a:lnTo>
                  <a:lnTo>
                    <a:pt x="3033052" y="3230936"/>
                  </a:lnTo>
                  <a:lnTo>
                    <a:pt x="3068943" y="3136593"/>
                  </a:lnTo>
                  <a:lnTo>
                    <a:pt x="3104871" y="3039605"/>
                  </a:lnTo>
                  <a:lnTo>
                    <a:pt x="3140844" y="2940390"/>
                  </a:lnTo>
                  <a:lnTo>
                    <a:pt x="3176864" y="2839414"/>
                  </a:lnTo>
                  <a:lnTo>
                    <a:pt x="3212921" y="2737177"/>
                  </a:lnTo>
                  <a:lnTo>
                    <a:pt x="3249001" y="2634209"/>
                  </a:lnTo>
                  <a:lnTo>
                    <a:pt x="3285088" y="2531056"/>
                  </a:lnTo>
                  <a:lnTo>
                    <a:pt x="3321162" y="2428266"/>
                  </a:lnTo>
                  <a:lnTo>
                    <a:pt x="3357208" y="2326381"/>
                  </a:lnTo>
                  <a:lnTo>
                    <a:pt x="3393213" y="2225922"/>
                  </a:lnTo>
                  <a:lnTo>
                    <a:pt x="3429172" y="2127381"/>
                  </a:lnTo>
                  <a:lnTo>
                    <a:pt x="3465086" y="2031208"/>
                  </a:lnTo>
                  <a:lnTo>
                    <a:pt x="3500970" y="1937804"/>
                  </a:lnTo>
                  <a:lnTo>
                    <a:pt x="3536852" y="1847517"/>
                  </a:lnTo>
                  <a:lnTo>
                    <a:pt x="3572772" y="1760637"/>
                  </a:lnTo>
                  <a:lnTo>
                    <a:pt x="3608792" y="1677392"/>
                  </a:lnTo>
                  <a:lnTo>
                    <a:pt x="3644988" y="1597951"/>
                  </a:lnTo>
                  <a:lnTo>
                    <a:pt x="3681460" y="1522422"/>
                  </a:lnTo>
                  <a:lnTo>
                    <a:pt x="3718332" y="1450857"/>
                  </a:lnTo>
                  <a:lnTo>
                    <a:pt x="3755753" y="1383257"/>
                  </a:lnTo>
                  <a:lnTo>
                    <a:pt x="3793903" y="1319572"/>
                  </a:lnTo>
                  <a:lnTo>
                    <a:pt x="3820202" y="1278714"/>
                  </a:lnTo>
                  <a:lnTo>
                    <a:pt x="3870321" y="1207587"/>
                  </a:lnTo>
                  <a:lnTo>
                    <a:pt x="3922711" y="1142424"/>
                  </a:lnTo>
                  <a:lnTo>
                    <a:pt x="3977986" y="1083029"/>
                  </a:lnTo>
                  <a:lnTo>
                    <a:pt x="4036821" y="1029020"/>
                  </a:lnTo>
                  <a:lnTo>
                    <a:pt x="4099918" y="979927"/>
                  </a:lnTo>
                  <a:lnTo>
                    <a:pt x="4167973" y="935261"/>
                  </a:lnTo>
                  <a:lnTo>
                    <a:pt x="4241628" y="894556"/>
                  </a:lnTo>
                  <a:lnTo>
                    <a:pt x="4321423" y="857396"/>
                  </a:lnTo>
                  <a:lnTo>
                    <a:pt x="4407719" y="823428"/>
                  </a:lnTo>
                  <a:lnTo>
                    <a:pt x="4500605" y="792374"/>
                  </a:lnTo>
                  <a:lnTo>
                    <a:pt x="4599783" y="764033"/>
                  </a:lnTo>
                  <a:lnTo>
                    <a:pt x="4704447" y="738281"/>
                  </a:lnTo>
                  <a:lnTo>
                    <a:pt x="4813164" y="715066"/>
                  </a:lnTo>
                  <a:lnTo>
                    <a:pt x="4923799" y="694394"/>
                  </a:lnTo>
                  <a:lnTo>
                    <a:pt x="5033525" y="676311"/>
                  </a:lnTo>
                  <a:lnTo>
                    <a:pt x="5138951" y="660869"/>
                  </a:lnTo>
                  <a:lnTo>
                    <a:pt x="5236409" y="648093"/>
                  </a:lnTo>
                  <a:lnTo>
                    <a:pt x="5322378" y="637945"/>
                  </a:lnTo>
                  <a:lnTo>
                    <a:pt x="5393985" y="630292"/>
                  </a:lnTo>
                  <a:lnTo>
                    <a:pt x="5449474" y="624899"/>
                  </a:lnTo>
                  <a:lnTo>
                    <a:pt x="5488545" y="621434"/>
                  </a:lnTo>
                  <a:lnTo>
                    <a:pt x="5512471" y="619491"/>
                  </a:lnTo>
                  <a:lnTo>
                    <a:pt x="5524028" y="618629"/>
                  </a:lnTo>
                  <a:lnTo>
                    <a:pt x="5527309" y="618403"/>
                  </a:lnTo>
                  <a:lnTo>
                    <a:pt x="5527445" y="618394"/>
                  </a:lnTo>
                  <a:lnTo>
                    <a:pt x="6522385" y="618394"/>
                  </a:lnTo>
                  <a:lnTo>
                    <a:pt x="6523519" y="618383"/>
                  </a:lnTo>
                  <a:lnTo>
                    <a:pt x="6530999" y="618299"/>
                  </a:lnTo>
                  <a:lnTo>
                    <a:pt x="6549955" y="618067"/>
                  </a:lnTo>
                  <a:lnTo>
                    <a:pt x="6584098" y="617610"/>
                  </a:lnTo>
                  <a:lnTo>
                    <a:pt x="6635496" y="616855"/>
                  </a:lnTo>
                  <a:lnTo>
                    <a:pt x="6704426" y="615740"/>
                  </a:lnTo>
                  <a:lnTo>
                    <a:pt x="6789427" y="614217"/>
                  </a:lnTo>
                  <a:lnTo>
                    <a:pt x="6887623" y="612260"/>
                  </a:lnTo>
                  <a:lnTo>
                    <a:pt x="6995243" y="609858"/>
                  </a:lnTo>
                  <a:lnTo>
                    <a:pt x="7108224" y="607014"/>
                  </a:lnTo>
                  <a:lnTo>
                    <a:pt x="7222731" y="603735"/>
                  </a:lnTo>
                  <a:lnTo>
                    <a:pt x="7335532" y="600031"/>
                  </a:lnTo>
                  <a:lnTo>
                    <a:pt x="7444178" y="595904"/>
                  </a:lnTo>
                  <a:lnTo>
                    <a:pt x="7547026" y="591345"/>
                  </a:lnTo>
                  <a:lnTo>
                    <a:pt x="7643155" y="586333"/>
                  </a:lnTo>
                  <a:lnTo>
                    <a:pt x="7732234" y="580833"/>
                  </a:lnTo>
                  <a:lnTo>
                    <a:pt x="7814369" y="574798"/>
                  </a:lnTo>
                  <a:lnTo>
                    <a:pt x="7889974" y="568166"/>
                  </a:lnTo>
                  <a:lnTo>
                    <a:pt x="7959661" y="560863"/>
                  </a:lnTo>
                  <a:lnTo>
                    <a:pt x="8024151" y="552808"/>
                  </a:lnTo>
                  <a:lnTo>
                    <a:pt x="8084219" y="543918"/>
                  </a:lnTo>
                  <a:lnTo>
                    <a:pt x="8140639" y="534112"/>
                  </a:lnTo>
                  <a:lnTo>
                    <a:pt x="8194145" y="523330"/>
                  </a:lnTo>
                  <a:lnTo>
                    <a:pt x="8229629" y="515329"/>
                  </a:lnTo>
                  <a:lnTo>
                    <a:pt x="8289383" y="500279"/>
                  </a:lnTo>
                  <a:lnTo>
                    <a:pt x="8347309" y="483763"/>
                  </a:lnTo>
                  <a:lnTo>
                    <a:pt x="8404068" y="465759"/>
                  </a:lnTo>
                  <a:lnTo>
                    <a:pt x="8460149" y="446286"/>
                  </a:lnTo>
                  <a:lnTo>
                    <a:pt x="8515906" y="425417"/>
                  </a:lnTo>
                  <a:lnTo>
                    <a:pt x="8571572" y="403280"/>
                  </a:lnTo>
                  <a:lnTo>
                    <a:pt x="8627287" y="380054"/>
                  </a:lnTo>
                  <a:lnTo>
                    <a:pt x="8683108" y="355970"/>
                  </a:lnTo>
                  <a:lnTo>
                    <a:pt x="8739030" y="331303"/>
                  </a:lnTo>
                  <a:lnTo>
                    <a:pt x="8795010" y="306353"/>
                  </a:lnTo>
                  <a:lnTo>
                    <a:pt x="8850983" y="281440"/>
                  </a:lnTo>
                  <a:lnTo>
                    <a:pt x="8906885" y="256880"/>
                  </a:lnTo>
                  <a:lnTo>
                    <a:pt x="8962680" y="232969"/>
                  </a:lnTo>
                  <a:lnTo>
                    <a:pt x="9018376" y="209972"/>
                  </a:lnTo>
                  <a:lnTo>
                    <a:pt x="9074047" y="188109"/>
                  </a:lnTo>
                  <a:lnTo>
                    <a:pt x="9129853" y="167549"/>
                  </a:lnTo>
                  <a:lnTo>
                    <a:pt x="9186054" y="148406"/>
                  </a:lnTo>
                  <a:lnTo>
                    <a:pt x="9243030" y="130740"/>
                  </a:lnTo>
                  <a:lnTo>
                    <a:pt x="9301307" y="114562"/>
                  </a:lnTo>
                  <a:lnTo>
                    <a:pt x="9347647" y="103065"/>
                  </a:lnTo>
                  <a:lnTo>
                    <a:pt x="9399535" y="91597"/>
                  </a:lnTo>
                  <a:lnTo>
                    <a:pt x="9453874" y="81124"/>
                  </a:lnTo>
                  <a:lnTo>
                    <a:pt x="9511349" y="71611"/>
                  </a:lnTo>
                  <a:lnTo>
                    <a:pt x="9572711" y="62990"/>
                  </a:lnTo>
                  <a:lnTo>
                    <a:pt x="9638739" y="55178"/>
                  </a:lnTo>
                  <a:lnTo>
                    <a:pt x="9710197" y="48093"/>
                  </a:lnTo>
                  <a:lnTo>
                    <a:pt x="9787778" y="41654"/>
                  </a:lnTo>
                  <a:lnTo>
                    <a:pt x="9872045" y="35792"/>
                  </a:lnTo>
                  <a:lnTo>
                    <a:pt x="9963327" y="30449"/>
                  </a:lnTo>
                  <a:lnTo>
                    <a:pt x="10061610" y="25581"/>
                  </a:lnTo>
                  <a:lnTo>
                    <a:pt x="10166395" y="21158"/>
                  </a:lnTo>
                  <a:lnTo>
                    <a:pt x="10276549" y="17163"/>
                  </a:lnTo>
                  <a:lnTo>
                    <a:pt x="10390183" y="13591"/>
                  </a:lnTo>
                  <a:lnTo>
                    <a:pt x="10504594" y="10447"/>
                  </a:lnTo>
                  <a:lnTo>
                    <a:pt x="10616336" y="7739"/>
                  </a:lnTo>
                  <a:lnTo>
                    <a:pt x="10721453" y="5476"/>
                  </a:lnTo>
                  <a:lnTo>
                    <a:pt x="10815911" y="3657"/>
                  </a:lnTo>
                  <a:lnTo>
                    <a:pt x="10896155" y="2265"/>
                  </a:lnTo>
                  <a:lnTo>
                    <a:pt x="10959701" y="1268"/>
                  </a:lnTo>
                  <a:lnTo>
                    <a:pt x="11005607" y="613"/>
                  </a:lnTo>
                  <a:lnTo>
                    <a:pt x="11034714" y="234"/>
                  </a:lnTo>
                  <a:lnTo>
                    <a:pt x="11049625" y="57"/>
                  </a:lnTo>
                  <a:lnTo>
                    <a:pt x="11054515" y="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3" name="pl1852"/>
            <p:cNvSpPr/>
            <p:nvPr/>
          </p:nvSpPr>
          <p:spPr>
            <a:xfrm>
              <a:off x="1199187" y="1304753"/>
              <a:ext cx="12049831" cy="4580314"/>
            </a:xfrm>
            <a:custGeom>
              <a:avLst/>
              <a:pathLst>
                <a:path w="12049831" h="4580314">
                  <a:moveTo>
                    <a:pt x="12049831" y="0"/>
                  </a:moveTo>
                  <a:lnTo>
                    <a:pt x="11054891" y="0"/>
                  </a:lnTo>
                  <a:lnTo>
                    <a:pt x="11053758" y="11"/>
                  </a:lnTo>
                  <a:lnTo>
                    <a:pt x="11046278" y="95"/>
                  </a:lnTo>
                  <a:lnTo>
                    <a:pt x="11027322" y="327"/>
                  </a:lnTo>
                  <a:lnTo>
                    <a:pt x="10993179" y="784"/>
                  </a:lnTo>
                  <a:lnTo>
                    <a:pt x="10941780" y="1539"/>
                  </a:lnTo>
                  <a:lnTo>
                    <a:pt x="10872850" y="2654"/>
                  </a:lnTo>
                  <a:lnTo>
                    <a:pt x="10787849" y="4177"/>
                  </a:lnTo>
                  <a:lnTo>
                    <a:pt x="10689654" y="6134"/>
                  </a:lnTo>
                  <a:lnTo>
                    <a:pt x="10582033" y="8536"/>
                  </a:lnTo>
                  <a:lnTo>
                    <a:pt x="10469053" y="11380"/>
                  </a:lnTo>
                  <a:lnTo>
                    <a:pt x="10354545" y="14658"/>
                  </a:lnTo>
                  <a:lnTo>
                    <a:pt x="10241744" y="18362"/>
                  </a:lnTo>
                  <a:lnTo>
                    <a:pt x="10133098" y="22490"/>
                  </a:lnTo>
                  <a:lnTo>
                    <a:pt x="10030251" y="27049"/>
                  </a:lnTo>
                  <a:lnTo>
                    <a:pt x="9934121" y="32061"/>
                  </a:lnTo>
                  <a:lnTo>
                    <a:pt x="9845043" y="37560"/>
                  </a:lnTo>
                  <a:lnTo>
                    <a:pt x="9762908" y="43595"/>
                  </a:lnTo>
                  <a:lnTo>
                    <a:pt x="9687302" y="50228"/>
                  </a:lnTo>
                  <a:lnTo>
                    <a:pt x="9617616" y="57531"/>
                  </a:lnTo>
                  <a:lnTo>
                    <a:pt x="9553125" y="65585"/>
                  </a:lnTo>
                  <a:lnTo>
                    <a:pt x="9493057" y="74476"/>
                  </a:lnTo>
                  <a:lnTo>
                    <a:pt x="9436638" y="84282"/>
                  </a:lnTo>
                  <a:lnTo>
                    <a:pt x="9383132" y="95064"/>
                  </a:lnTo>
                  <a:lnTo>
                    <a:pt x="9347647" y="103065"/>
                  </a:lnTo>
                  <a:lnTo>
                    <a:pt x="9287894" y="118115"/>
                  </a:lnTo>
                  <a:lnTo>
                    <a:pt x="9229968" y="134630"/>
                  </a:lnTo>
                  <a:lnTo>
                    <a:pt x="9173209" y="152635"/>
                  </a:lnTo>
                  <a:lnTo>
                    <a:pt x="9117127" y="172108"/>
                  </a:lnTo>
                  <a:lnTo>
                    <a:pt x="9061371" y="192976"/>
                  </a:lnTo>
                  <a:lnTo>
                    <a:pt x="9005704" y="215114"/>
                  </a:lnTo>
                  <a:lnTo>
                    <a:pt x="8949989" y="238340"/>
                  </a:lnTo>
                  <a:lnTo>
                    <a:pt x="8894169" y="262423"/>
                  </a:lnTo>
                  <a:lnTo>
                    <a:pt x="8838246" y="287091"/>
                  </a:lnTo>
                  <a:lnTo>
                    <a:pt x="8782266" y="312041"/>
                  </a:lnTo>
                  <a:lnTo>
                    <a:pt x="8726294" y="336953"/>
                  </a:lnTo>
                  <a:lnTo>
                    <a:pt x="8670392" y="361514"/>
                  </a:lnTo>
                  <a:lnTo>
                    <a:pt x="8614597" y="385425"/>
                  </a:lnTo>
                  <a:lnTo>
                    <a:pt x="8558901" y="408422"/>
                  </a:lnTo>
                  <a:lnTo>
                    <a:pt x="8503229" y="430284"/>
                  </a:lnTo>
                  <a:lnTo>
                    <a:pt x="8447423" y="450844"/>
                  </a:lnTo>
                  <a:lnTo>
                    <a:pt x="8391223" y="469987"/>
                  </a:lnTo>
                  <a:lnTo>
                    <a:pt x="8334247" y="487653"/>
                  </a:lnTo>
                  <a:lnTo>
                    <a:pt x="8275970" y="503832"/>
                  </a:lnTo>
                  <a:lnTo>
                    <a:pt x="8229629" y="515329"/>
                  </a:lnTo>
                  <a:lnTo>
                    <a:pt x="8177742" y="526797"/>
                  </a:lnTo>
                  <a:lnTo>
                    <a:pt x="8123403" y="537270"/>
                  </a:lnTo>
                  <a:lnTo>
                    <a:pt x="8065928" y="546783"/>
                  </a:lnTo>
                  <a:lnTo>
                    <a:pt x="8004566" y="555404"/>
                  </a:lnTo>
                  <a:lnTo>
                    <a:pt x="7938537" y="563215"/>
                  </a:lnTo>
                  <a:lnTo>
                    <a:pt x="7867080" y="570301"/>
                  </a:lnTo>
                  <a:lnTo>
                    <a:pt x="7789498" y="576740"/>
                  </a:lnTo>
                  <a:lnTo>
                    <a:pt x="7705232" y="582602"/>
                  </a:lnTo>
                  <a:lnTo>
                    <a:pt x="7613950" y="587945"/>
                  </a:lnTo>
                  <a:lnTo>
                    <a:pt x="7515666" y="592813"/>
                  </a:lnTo>
                  <a:lnTo>
                    <a:pt x="7410881" y="597236"/>
                  </a:lnTo>
                  <a:lnTo>
                    <a:pt x="7300728" y="601231"/>
                  </a:lnTo>
                  <a:lnTo>
                    <a:pt x="7187094" y="604803"/>
                  </a:lnTo>
                  <a:lnTo>
                    <a:pt x="7072682" y="607947"/>
                  </a:lnTo>
                  <a:lnTo>
                    <a:pt x="6960941" y="610655"/>
                  </a:lnTo>
                  <a:lnTo>
                    <a:pt x="6855824" y="612918"/>
                  </a:lnTo>
                  <a:lnTo>
                    <a:pt x="6761366" y="614737"/>
                  </a:lnTo>
                  <a:lnTo>
                    <a:pt x="6681122" y="616129"/>
                  </a:lnTo>
                  <a:lnTo>
                    <a:pt x="6617576" y="617126"/>
                  </a:lnTo>
                  <a:lnTo>
                    <a:pt x="6571669" y="617781"/>
                  </a:lnTo>
                  <a:lnTo>
                    <a:pt x="6542563" y="618160"/>
                  </a:lnTo>
                  <a:lnTo>
                    <a:pt x="6527651" y="618337"/>
                  </a:lnTo>
                  <a:lnTo>
                    <a:pt x="6522761" y="618390"/>
                  </a:lnTo>
                  <a:lnTo>
                    <a:pt x="6522385" y="618394"/>
                  </a:lnTo>
                  <a:lnTo>
                    <a:pt x="5527445" y="618394"/>
                  </a:lnTo>
                  <a:lnTo>
                    <a:pt x="5526420" y="618462"/>
                  </a:lnTo>
                  <a:lnTo>
                    <a:pt x="5519639" y="618947"/>
                  </a:lnTo>
                  <a:lnTo>
                    <a:pt x="5502409" y="620287"/>
                  </a:lnTo>
                  <a:lnTo>
                    <a:pt x="5471262" y="622928"/>
                  </a:lnTo>
                  <a:lnTo>
                    <a:pt x="5424145" y="627298"/>
                  </a:lnTo>
                  <a:lnTo>
                    <a:pt x="5360564" y="633771"/>
                  </a:lnTo>
                  <a:lnTo>
                    <a:pt x="5281567" y="642633"/>
                  </a:lnTo>
                  <a:lnTo>
                    <a:pt x="5189513" y="654069"/>
                  </a:lnTo>
                  <a:lnTo>
                    <a:pt x="5087660" y="668161"/>
                  </a:lnTo>
                  <a:lnTo>
                    <a:pt x="4979662" y="684913"/>
                  </a:lnTo>
                  <a:lnTo>
                    <a:pt x="4869093" y="704281"/>
                  </a:lnTo>
                  <a:lnTo>
                    <a:pt x="4759093" y="726212"/>
                  </a:lnTo>
                  <a:lnTo>
                    <a:pt x="4652156" y="750678"/>
                  </a:lnTo>
                  <a:lnTo>
                    <a:pt x="4550063" y="777698"/>
                  </a:lnTo>
                  <a:lnTo>
                    <a:pt x="4453925" y="807358"/>
                  </a:lnTo>
                  <a:lnTo>
                    <a:pt x="4364283" y="839820"/>
                  </a:lnTo>
                  <a:lnTo>
                    <a:pt x="4281227" y="875325"/>
                  </a:lnTo>
                  <a:lnTo>
                    <a:pt x="4204522" y="914187"/>
                  </a:lnTo>
                  <a:lnTo>
                    <a:pt x="4133708" y="956793"/>
                  </a:lnTo>
                  <a:lnTo>
                    <a:pt x="4068186" y="1003584"/>
                  </a:lnTo>
                  <a:lnTo>
                    <a:pt x="4007281" y="1055044"/>
                  </a:lnTo>
                  <a:lnTo>
                    <a:pt x="3950291" y="1111656"/>
                  </a:lnTo>
                  <a:lnTo>
                    <a:pt x="3896522" y="1173860"/>
                  </a:lnTo>
                  <a:lnTo>
                    <a:pt x="3845325" y="1241961"/>
                  </a:lnTo>
                  <a:lnTo>
                    <a:pt x="3820202" y="1278714"/>
                  </a:lnTo>
                  <a:lnTo>
                    <a:pt x="3781437" y="1339803"/>
                  </a:lnTo>
                  <a:lnTo>
                    <a:pt x="3743545" y="1404750"/>
                  </a:lnTo>
                  <a:lnTo>
                    <a:pt x="3706321" y="1473633"/>
                  </a:lnTo>
                  <a:lnTo>
                    <a:pt x="3669594" y="1546486"/>
                  </a:lnTo>
                  <a:lnTo>
                    <a:pt x="3633223" y="1623292"/>
                  </a:lnTo>
                  <a:lnTo>
                    <a:pt x="3597094" y="1703982"/>
                  </a:lnTo>
                  <a:lnTo>
                    <a:pt x="3561114" y="1788427"/>
                  </a:lnTo>
                  <a:lnTo>
                    <a:pt x="3525212" y="1876440"/>
                  </a:lnTo>
                  <a:lnTo>
                    <a:pt x="3489333" y="1967772"/>
                  </a:lnTo>
                  <a:lnTo>
                    <a:pt x="3453442" y="2062115"/>
                  </a:lnTo>
                  <a:lnTo>
                    <a:pt x="3417514" y="2159103"/>
                  </a:lnTo>
                  <a:lnTo>
                    <a:pt x="3381541" y="2258318"/>
                  </a:lnTo>
                  <a:lnTo>
                    <a:pt x="3345521" y="2359294"/>
                  </a:lnTo>
                  <a:lnTo>
                    <a:pt x="3309464" y="2461531"/>
                  </a:lnTo>
                  <a:lnTo>
                    <a:pt x="3273384" y="2564499"/>
                  </a:lnTo>
                  <a:lnTo>
                    <a:pt x="3237297" y="2667652"/>
                  </a:lnTo>
                  <a:lnTo>
                    <a:pt x="3201223" y="2770442"/>
                  </a:lnTo>
                  <a:lnTo>
                    <a:pt x="3165177" y="2872327"/>
                  </a:lnTo>
                  <a:lnTo>
                    <a:pt x="3129172" y="2972786"/>
                  </a:lnTo>
                  <a:lnTo>
                    <a:pt x="3093213" y="3071327"/>
                  </a:lnTo>
                  <a:lnTo>
                    <a:pt x="3057299" y="3167500"/>
                  </a:lnTo>
                  <a:lnTo>
                    <a:pt x="3021415" y="3260904"/>
                  </a:lnTo>
                  <a:lnTo>
                    <a:pt x="2985533" y="3351191"/>
                  </a:lnTo>
                  <a:lnTo>
                    <a:pt x="2949613" y="3438071"/>
                  </a:lnTo>
                  <a:lnTo>
                    <a:pt x="2913593" y="3521316"/>
                  </a:lnTo>
                  <a:lnTo>
                    <a:pt x="2877397" y="3600757"/>
                  </a:lnTo>
                  <a:lnTo>
                    <a:pt x="2840925" y="3676286"/>
                  </a:lnTo>
                  <a:lnTo>
                    <a:pt x="2804053" y="3747851"/>
                  </a:lnTo>
                  <a:lnTo>
                    <a:pt x="2766632" y="3815451"/>
                  </a:lnTo>
                  <a:lnTo>
                    <a:pt x="2728482" y="3879136"/>
                  </a:lnTo>
                  <a:lnTo>
                    <a:pt x="2702183" y="3919994"/>
                  </a:lnTo>
                  <a:lnTo>
                    <a:pt x="2652064" y="3991121"/>
                  </a:lnTo>
                  <a:lnTo>
                    <a:pt x="2599674" y="4056285"/>
                  </a:lnTo>
                  <a:lnTo>
                    <a:pt x="2544399" y="4115679"/>
                  </a:lnTo>
                  <a:lnTo>
                    <a:pt x="2485564" y="4169688"/>
                  </a:lnTo>
                  <a:lnTo>
                    <a:pt x="2422467" y="4218781"/>
                  </a:lnTo>
                  <a:lnTo>
                    <a:pt x="2354412" y="4263447"/>
                  </a:lnTo>
                  <a:lnTo>
                    <a:pt x="2280757" y="4304152"/>
                  </a:lnTo>
                  <a:lnTo>
                    <a:pt x="2200962" y="4341312"/>
                  </a:lnTo>
                  <a:lnTo>
                    <a:pt x="2114666" y="4375280"/>
                  </a:lnTo>
                  <a:lnTo>
                    <a:pt x="2021780" y="4406334"/>
                  </a:lnTo>
                  <a:lnTo>
                    <a:pt x="1922602" y="4434675"/>
                  </a:lnTo>
                  <a:lnTo>
                    <a:pt x="1817938" y="4460427"/>
                  </a:lnTo>
                  <a:lnTo>
                    <a:pt x="1709221" y="4483642"/>
                  </a:lnTo>
                  <a:lnTo>
                    <a:pt x="1598586" y="4504314"/>
                  </a:lnTo>
                  <a:lnTo>
                    <a:pt x="1488860" y="4522397"/>
                  </a:lnTo>
                  <a:lnTo>
                    <a:pt x="1383434" y="4537839"/>
                  </a:lnTo>
                  <a:lnTo>
                    <a:pt x="1285976" y="4550615"/>
                  </a:lnTo>
                  <a:lnTo>
                    <a:pt x="1200007" y="4560763"/>
                  </a:lnTo>
                  <a:lnTo>
                    <a:pt x="1128400" y="4568416"/>
                  </a:lnTo>
                  <a:lnTo>
                    <a:pt x="1072911" y="4573809"/>
                  </a:lnTo>
                  <a:lnTo>
                    <a:pt x="1033840" y="4577275"/>
                  </a:lnTo>
                  <a:lnTo>
                    <a:pt x="1009914" y="4579217"/>
                  </a:lnTo>
                  <a:lnTo>
                    <a:pt x="998357" y="4580079"/>
                  </a:lnTo>
                  <a:lnTo>
                    <a:pt x="995076" y="4580305"/>
                  </a:lnTo>
                  <a:lnTo>
                    <a:pt x="994940" y="4580314"/>
                  </a:lnTo>
                  <a:lnTo>
                    <a:pt x="0" y="4580314"/>
                  </a:lnTo>
                  <a:lnTo>
                    <a:pt x="0" y="45803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4" name="pg1853"/>
            <p:cNvSpPr/>
            <p:nvPr/>
          </p:nvSpPr>
          <p:spPr>
            <a:xfrm>
              <a:off x="1199187" y="3495338"/>
              <a:ext cx="12049831" cy="2415932"/>
            </a:xfrm>
            <a:custGeom>
              <a:avLst/>
              <a:pathLst>
                <a:path w="12049831" h="2415932">
                  <a:moveTo>
                    <a:pt x="0" y="2415932"/>
                  </a:moveTo>
                  <a:lnTo>
                    <a:pt x="994940" y="2415932"/>
                  </a:lnTo>
                  <a:lnTo>
                    <a:pt x="996032" y="2415888"/>
                  </a:lnTo>
                  <a:lnTo>
                    <a:pt x="1003245" y="2415573"/>
                  </a:lnTo>
                  <a:lnTo>
                    <a:pt x="1021544" y="2414703"/>
                  </a:lnTo>
                  <a:lnTo>
                    <a:pt x="1054547" y="2412989"/>
                  </a:lnTo>
                  <a:lnTo>
                    <a:pt x="1104322" y="2410154"/>
                  </a:lnTo>
                  <a:lnTo>
                    <a:pt x="1171231" y="2405962"/>
                  </a:lnTo>
                  <a:lnTo>
                    <a:pt x="1253975" y="2400233"/>
                  </a:lnTo>
                  <a:lnTo>
                    <a:pt x="1349876" y="2392859"/>
                  </a:lnTo>
                  <a:lnTo>
                    <a:pt x="1455359" y="2383795"/>
                  </a:lnTo>
                  <a:lnTo>
                    <a:pt x="1566512" y="2373045"/>
                  </a:lnTo>
                  <a:lnTo>
                    <a:pt x="1679592" y="2360641"/>
                  </a:lnTo>
                  <a:lnTo>
                    <a:pt x="1791396" y="2346616"/>
                  </a:lnTo>
                  <a:lnTo>
                    <a:pt x="1899454" y="2330982"/>
                  </a:lnTo>
                  <a:lnTo>
                    <a:pt x="2002066" y="2313715"/>
                  </a:lnTo>
                  <a:lnTo>
                    <a:pt x="2098236" y="2294745"/>
                  </a:lnTo>
                  <a:lnTo>
                    <a:pt x="2187553" y="2273952"/>
                  </a:lnTo>
                  <a:lnTo>
                    <a:pt x="2270049" y="2251162"/>
                  </a:lnTo>
                  <a:lnTo>
                    <a:pt x="2346073" y="2226155"/>
                  </a:lnTo>
                  <a:lnTo>
                    <a:pt x="2416178" y="2198665"/>
                  </a:lnTo>
                  <a:lnTo>
                    <a:pt x="2481043" y="2168393"/>
                  </a:lnTo>
                  <a:lnTo>
                    <a:pt x="2541405" y="2135022"/>
                  </a:lnTo>
                  <a:lnTo>
                    <a:pt x="2598012" y="2098246"/>
                  </a:lnTo>
                  <a:lnTo>
                    <a:pt x="2651588" y="2057813"/>
                  </a:lnTo>
                  <a:lnTo>
                    <a:pt x="2702183" y="2014150"/>
                  </a:lnTo>
                  <a:lnTo>
                    <a:pt x="2748985" y="1968863"/>
                  </a:lnTo>
                  <a:lnTo>
                    <a:pt x="2794573" y="1920120"/>
                  </a:lnTo>
                  <a:lnTo>
                    <a:pt x="2839293" y="1867852"/>
                  </a:lnTo>
                  <a:lnTo>
                    <a:pt x="2883416" y="1812051"/>
                  </a:lnTo>
                  <a:lnTo>
                    <a:pt x="2927161" y="1752778"/>
                  </a:lnTo>
                  <a:lnTo>
                    <a:pt x="2970692" y="1690166"/>
                  </a:lnTo>
                  <a:lnTo>
                    <a:pt x="3014132" y="1624428"/>
                  </a:lnTo>
                  <a:lnTo>
                    <a:pt x="3057564" y="1555858"/>
                  </a:lnTo>
                  <a:lnTo>
                    <a:pt x="3101040" y="1484822"/>
                  </a:lnTo>
                  <a:lnTo>
                    <a:pt x="3144581" y="1411762"/>
                  </a:lnTo>
                  <a:lnTo>
                    <a:pt x="3188188" y="1337177"/>
                  </a:lnTo>
                  <a:lnTo>
                    <a:pt x="3231845" y="1261616"/>
                  </a:lnTo>
                  <a:lnTo>
                    <a:pt x="3275523" y="1185658"/>
                  </a:lnTo>
                  <a:lnTo>
                    <a:pt x="3319190" y="1109893"/>
                  </a:lnTo>
                  <a:lnTo>
                    <a:pt x="3362817" y="1034909"/>
                  </a:lnTo>
                  <a:lnTo>
                    <a:pt x="3406382" y="961266"/>
                  </a:lnTo>
                  <a:lnTo>
                    <a:pt x="3449879" y="889481"/>
                  </a:lnTo>
                  <a:lnTo>
                    <a:pt x="3493322" y="820018"/>
                  </a:lnTo>
                  <a:lnTo>
                    <a:pt x="3536752" y="753269"/>
                  </a:lnTo>
                  <a:lnTo>
                    <a:pt x="3580240" y="689555"/>
                  </a:lnTo>
                  <a:lnTo>
                    <a:pt x="3623894" y="629114"/>
                  </a:lnTo>
                  <a:lnTo>
                    <a:pt x="3667866" y="572109"/>
                  </a:lnTo>
                  <a:lnTo>
                    <a:pt x="3712353" y="518624"/>
                  </a:lnTo>
                  <a:lnTo>
                    <a:pt x="3757608" y="468674"/>
                  </a:lnTo>
                  <a:lnTo>
                    <a:pt x="3803948" y="422210"/>
                  </a:lnTo>
                  <a:lnTo>
                    <a:pt x="3820202" y="407022"/>
                  </a:lnTo>
                  <a:lnTo>
                    <a:pt x="3871427" y="362849"/>
                  </a:lnTo>
                  <a:lnTo>
                    <a:pt x="3925036" y="322461"/>
                  </a:lnTo>
                  <a:lnTo>
                    <a:pt x="3981684" y="285728"/>
                  </a:lnTo>
                  <a:lnTo>
                    <a:pt x="4042096" y="252396"/>
                  </a:lnTo>
                  <a:lnTo>
                    <a:pt x="4107019" y="222160"/>
                  </a:lnTo>
                  <a:lnTo>
                    <a:pt x="4177192" y="194701"/>
                  </a:lnTo>
                  <a:lnTo>
                    <a:pt x="4253291" y="169723"/>
                  </a:lnTo>
                  <a:lnTo>
                    <a:pt x="4335868" y="146958"/>
                  </a:lnTo>
                  <a:lnTo>
                    <a:pt x="4425268" y="126187"/>
                  </a:lnTo>
                  <a:lnTo>
                    <a:pt x="4521520" y="107238"/>
                  </a:lnTo>
                  <a:lnTo>
                    <a:pt x="4624204" y="89991"/>
                  </a:lnTo>
                  <a:lnTo>
                    <a:pt x="4732319" y="74377"/>
                  </a:lnTo>
                  <a:lnTo>
                    <a:pt x="4844155" y="60371"/>
                  </a:lnTo>
                  <a:lnTo>
                    <a:pt x="4957232" y="47987"/>
                  </a:lnTo>
                  <a:lnTo>
                    <a:pt x="5068339" y="37258"/>
                  </a:lnTo>
                  <a:lnTo>
                    <a:pt x="5173730" y="28214"/>
                  </a:lnTo>
                  <a:lnTo>
                    <a:pt x="5269492" y="20860"/>
                  </a:lnTo>
                  <a:lnTo>
                    <a:pt x="5352059" y="15151"/>
                  </a:lnTo>
                  <a:lnTo>
                    <a:pt x="5418767" y="10976"/>
                  </a:lnTo>
                  <a:lnTo>
                    <a:pt x="5468334" y="8157"/>
                  </a:lnTo>
                  <a:lnTo>
                    <a:pt x="5501144" y="6454"/>
                  </a:lnTo>
                  <a:lnTo>
                    <a:pt x="5519284" y="5593"/>
                  </a:lnTo>
                  <a:lnTo>
                    <a:pt x="5526391" y="528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2" y="5242"/>
                  </a:lnTo>
                  <a:lnTo>
                    <a:pt x="6531021" y="5256"/>
                  </a:lnTo>
                  <a:lnTo>
                    <a:pt x="6550024" y="5293"/>
                  </a:lnTo>
                  <a:lnTo>
                    <a:pt x="6584249" y="5367"/>
                  </a:lnTo>
                  <a:lnTo>
                    <a:pt x="6635763" y="5489"/>
                  </a:lnTo>
                  <a:lnTo>
                    <a:pt x="6704838" y="5669"/>
                  </a:lnTo>
                  <a:lnTo>
                    <a:pt x="6789999" y="5914"/>
                  </a:lnTo>
                  <a:lnTo>
                    <a:pt x="6888357" y="6230"/>
                  </a:lnTo>
                  <a:lnTo>
                    <a:pt x="6996129" y="6618"/>
                  </a:lnTo>
                  <a:lnTo>
                    <a:pt x="7109237" y="7077"/>
                  </a:lnTo>
                  <a:lnTo>
                    <a:pt x="7223844" y="7606"/>
                  </a:lnTo>
                  <a:lnTo>
                    <a:pt x="7336713" y="8204"/>
                  </a:lnTo>
                  <a:lnTo>
                    <a:pt x="7445398" y="8870"/>
                  </a:lnTo>
                  <a:lnTo>
                    <a:pt x="7548261" y="9605"/>
                  </a:lnTo>
                  <a:lnTo>
                    <a:pt x="7644386" y="10414"/>
                  </a:lnTo>
                  <a:lnTo>
                    <a:pt x="7733446" y="11301"/>
                  </a:lnTo>
                  <a:lnTo>
                    <a:pt x="7815555" y="12275"/>
                  </a:lnTo>
                  <a:lnTo>
                    <a:pt x="7891130" y="13346"/>
                  </a:lnTo>
                  <a:lnTo>
                    <a:pt x="7960787" y="14524"/>
                  </a:lnTo>
                  <a:lnTo>
                    <a:pt x="8025252" y="15825"/>
                  </a:lnTo>
                  <a:lnTo>
                    <a:pt x="8085300" y="17260"/>
                  </a:lnTo>
                  <a:lnTo>
                    <a:pt x="8141707" y="18843"/>
                  </a:lnTo>
                  <a:lnTo>
                    <a:pt x="8195210" y="20584"/>
                  </a:lnTo>
                  <a:lnTo>
                    <a:pt x="8229629" y="21835"/>
                  </a:lnTo>
                  <a:lnTo>
                    <a:pt x="8291230" y="24339"/>
                  </a:lnTo>
                  <a:lnTo>
                    <a:pt x="8350911" y="27093"/>
                  </a:lnTo>
                  <a:lnTo>
                    <a:pt x="8409386" y="30103"/>
                  </a:lnTo>
                  <a:lnTo>
                    <a:pt x="8467182" y="33364"/>
                  </a:lnTo>
                  <a:lnTo>
                    <a:pt x="8524668" y="36861"/>
                  </a:lnTo>
                  <a:lnTo>
                    <a:pt x="8582089" y="40571"/>
                  </a:lnTo>
                  <a:lnTo>
                    <a:pt x="8639577" y="44461"/>
                  </a:lnTo>
                  <a:lnTo>
                    <a:pt x="8697182" y="48488"/>
                  </a:lnTo>
                  <a:lnTo>
                    <a:pt x="8754886" y="52602"/>
                  </a:lnTo>
                  <a:lnTo>
                    <a:pt x="8812633" y="56750"/>
                  </a:lnTo>
                  <a:lnTo>
                    <a:pt x="8870350" y="60874"/>
                  </a:lnTo>
                  <a:lnTo>
                    <a:pt x="8927974" y="64919"/>
                  </a:lnTo>
                  <a:lnTo>
                    <a:pt x="8985481" y="68835"/>
                  </a:lnTo>
                  <a:lnTo>
                    <a:pt x="9042905" y="72579"/>
                  </a:lnTo>
                  <a:lnTo>
                    <a:pt x="9100367" y="76114"/>
                  </a:lnTo>
                  <a:lnTo>
                    <a:pt x="9158088" y="79416"/>
                  </a:lnTo>
                  <a:lnTo>
                    <a:pt x="9216417" y="82468"/>
                  </a:lnTo>
                  <a:lnTo>
                    <a:pt x="9275849" y="85266"/>
                  </a:lnTo>
                  <a:lnTo>
                    <a:pt x="9337066" y="87811"/>
                  </a:lnTo>
                  <a:lnTo>
                    <a:pt x="9347647" y="88217"/>
                  </a:lnTo>
                  <a:lnTo>
                    <a:pt x="9399582" y="90065"/>
                  </a:lnTo>
                  <a:lnTo>
                    <a:pt x="9453973" y="91753"/>
                  </a:lnTo>
                  <a:lnTo>
                    <a:pt x="9511506" y="93285"/>
                  </a:lnTo>
                  <a:lnTo>
                    <a:pt x="9572936" y="94674"/>
                  </a:lnTo>
                  <a:lnTo>
                    <a:pt x="9639043" y="95933"/>
                  </a:lnTo>
                  <a:lnTo>
                    <a:pt x="9710592" y="97074"/>
                  </a:lnTo>
                  <a:lnTo>
                    <a:pt x="9788280" y="98111"/>
                  </a:lnTo>
                  <a:lnTo>
                    <a:pt x="9872667" y="99055"/>
                  </a:lnTo>
                  <a:lnTo>
                    <a:pt x="9964083" y="99916"/>
                  </a:lnTo>
                  <a:lnTo>
                    <a:pt x="10062512" y="100700"/>
                  </a:lnTo>
                  <a:lnTo>
                    <a:pt x="10167445" y="101412"/>
                  </a:lnTo>
                  <a:lnTo>
                    <a:pt x="10277743" y="102055"/>
                  </a:lnTo>
                  <a:lnTo>
                    <a:pt x="10391503" y="102630"/>
                  </a:lnTo>
                  <a:lnTo>
                    <a:pt x="10506005" y="103136"/>
                  </a:lnTo>
                  <a:lnTo>
                    <a:pt x="10617786" y="103571"/>
                  </a:lnTo>
                  <a:lnTo>
                    <a:pt x="10722876" y="103935"/>
                  </a:lnTo>
                  <a:lnTo>
                    <a:pt x="10817233" y="104227"/>
                  </a:lnTo>
                  <a:lnTo>
                    <a:pt x="10897304" y="104450"/>
                  </a:lnTo>
                  <a:lnTo>
                    <a:pt x="10960620" y="104610"/>
                  </a:lnTo>
                  <a:lnTo>
                    <a:pt x="11006264" y="104715"/>
                  </a:lnTo>
                  <a:lnTo>
                    <a:pt x="11035110" y="104775"/>
                  </a:lnTo>
                  <a:lnTo>
                    <a:pt x="11049801" y="104803"/>
                  </a:lnTo>
                  <a:lnTo>
                    <a:pt x="11054547" y="104812"/>
                  </a:lnTo>
                  <a:lnTo>
                    <a:pt x="11054891" y="104812"/>
                  </a:lnTo>
                  <a:lnTo>
                    <a:pt x="12049831" y="104812"/>
                  </a:lnTo>
                  <a:lnTo>
                    <a:pt x="12049831" y="99572"/>
                  </a:lnTo>
                  <a:lnTo>
                    <a:pt x="11054891" y="99572"/>
                  </a:lnTo>
                  <a:lnTo>
                    <a:pt x="11053755" y="99570"/>
                  </a:lnTo>
                  <a:lnTo>
                    <a:pt x="11046256" y="99556"/>
                  </a:lnTo>
                  <a:lnTo>
                    <a:pt x="11027252" y="99519"/>
                  </a:lnTo>
                  <a:lnTo>
                    <a:pt x="10993028" y="99445"/>
                  </a:lnTo>
                  <a:lnTo>
                    <a:pt x="10941513" y="99323"/>
                  </a:lnTo>
                  <a:lnTo>
                    <a:pt x="10872439" y="99143"/>
                  </a:lnTo>
                  <a:lnTo>
                    <a:pt x="10787277" y="98897"/>
                  </a:lnTo>
                  <a:lnTo>
                    <a:pt x="10688919" y="98581"/>
                  </a:lnTo>
                  <a:lnTo>
                    <a:pt x="10581148" y="98194"/>
                  </a:lnTo>
                  <a:lnTo>
                    <a:pt x="10468039" y="97735"/>
                  </a:lnTo>
                  <a:lnTo>
                    <a:pt x="10353433" y="97206"/>
                  </a:lnTo>
                  <a:lnTo>
                    <a:pt x="10240564" y="96608"/>
                  </a:lnTo>
                  <a:lnTo>
                    <a:pt x="10131878" y="95942"/>
                  </a:lnTo>
                  <a:lnTo>
                    <a:pt x="10029016" y="95207"/>
                  </a:lnTo>
                  <a:lnTo>
                    <a:pt x="9932891" y="94398"/>
                  </a:lnTo>
                  <a:lnTo>
                    <a:pt x="9843830" y="93510"/>
                  </a:lnTo>
                  <a:lnTo>
                    <a:pt x="9761722" y="92537"/>
                  </a:lnTo>
                  <a:lnTo>
                    <a:pt x="9686146" y="91466"/>
                  </a:lnTo>
                  <a:lnTo>
                    <a:pt x="9616489" y="90287"/>
                  </a:lnTo>
                  <a:lnTo>
                    <a:pt x="9552024" y="88987"/>
                  </a:lnTo>
                  <a:lnTo>
                    <a:pt x="9491976" y="87552"/>
                  </a:lnTo>
                  <a:lnTo>
                    <a:pt x="9435569" y="85968"/>
                  </a:lnTo>
                  <a:lnTo>
                    <a:pt x="9382067" y="84228"/>
                  </a:lnTo>
                  <a:lnTo>
                    <a:pt x="9347647" y="82976"/>
                  </a:lnTo>
                  <a:lnTo>
                    <a:pt x="9286046" y="80473"/>
                  </a:lnTo>
                  <a:lnTo>
                    <a:pt x="9226366" y="77718"/>
                  </a:lnTo>
                  <a:lnTo>
                    <a:pt x="9167890" y="74708"/>
                  </a:lnTo>
                  <a:lnTo>
                    <a:pt x="9110095" y="71448"/>
                  </a:lnTo>
                  <a:lnTo>
                    <a:pt x="9052608" y="67951"/>
                  </a:lnTo>
                  <a:lnTo>
                    <a:pt x="8995188" y="64241"/>
                  </a:lnTo>
                  <a:lnTo>
                    <a:pt x="8937700" y="60351"/>
                  </a:lnTo>
                  <a:lnTo>
                    <a:pt x="8880095" y="56324"/>
                  </a:lnTo>
                  <a:lnTo>
                    <a:pt x="8822390" y="52209"/>
                  </a:lnTo>
                  <a:lnTo>
                    <a:pt x="8764643" y="48062"/>
                  </a:lnTo>
                  <a:lnTo>
                    <a:pt x="8706927" y="43938"/>
                  </a:lnTo>
                  <a:lnTo>
                    <a:pt x="8649303" y="39893"/>
                  </a:lnTo>
                  <a:lnTo>
                    <a:pt x="8591796" y="35976"/>
                  </a:lnTo>
                  <a:lnTo>
                    <a:pt x="8534371" y="32233"/>
                  </a:lnTo>
                  <a:lnTo>
                    <a:pt x="8476909" y="28698"/>
                  </a:lnTo>
                  <a:lnTo>
                    <a:pt x="8419188" y="25396"/>
                  </a:lnTo>
                  <a:lnTo>
                    <a:pt x="8360860" y="22343"/>
                  </a:lnTo>
                  <a:lnTo>
                    <a:pt x="8301427" y="19546"/>
                  </a:lnTo>
                  <a:lnTo>
                    <a:pt x="8240211" y="17001"/>
                  </a:lnTo>
                  <a:lnTo>
                    <a:pt x="8229629" y="16595"/>
                  </a:lnTo>
                  <a:lnTo>
                    <a:pt x="8177695" y="14747"/>
                  </a:lnTo>
                  <a:lnTo>
                    <a:pt x="8123304" y="13059"/>
                  </a:lnTo>
                  <a:lnTo>
                    <a:pt x="8065770" y="11526"/>
                  </a:lnTo>
                  <a:lnTo>
                    <a:pt x="8004340" y="10137"/>
                  </a:lnTo>
                  <a:lnTo>
                    <a:pt x="7938233" y="8879"/>
                  </a:lnTo>
                  <a:lnTo>
                    <a:pt x="7866684" y="7738"/>
                  </a:lnTo>
                  <a:lnTo>
                    <a:pt x="7788996" y="6700"/>
                  </a:lnTo>
                  <a:lnTo>
                    <a:pt x="7704609" y="5756"/>
                  </a:lnTo>
                  <a:lnTo>
                    <a:pt x="7613193" y="4896"/>
                  </a:lnTo>
                  <a:lnTo>
                    <a:pt x="7514765" y="4112"/>
                  </a:lnTo>
                  <a:lnTo>
                    <a:pt x="7409831" y="3400"/>
                  </a:lnTo>
                  <a:lnTo>
                    <a:pt x="7299533" y="2757"/>
                  </a:lnTo>
                  <a:lnTo>
                    <a:pt x="7185774" y="2182"/>
                  </a:lnTo>
                  <a:lnTo>
                    <a:pt x="7071272" y="1676"/>
                  </a:lnTo>
                  <a:lnTo>
                    <a:pt x="6959491" y="1240"/>
                  </a:lnTo>
                  <a:lnTo>
                    <a:pt x="6854400" y="877"/>
                  </a:lnTo>
                  <a:lnTo>
                    <a:pt x="6760044" y="584"/>
                  </a:lnTo>
                  <a:lnTo>
                    <a:pt x="6679972" y="361"/>
                  </a:lnTo>
                  <a:lnTo>
                    <a:pt x="6616656" y="201"/>
                  </a:lnTo>
                  <a:lnTo>
                    <a:pt x="6571012" y="97"/>
                  </a:lnTo>
                  <a:lnTo>
                    <a:pt x="6542166" y="37"/>
                  </a:lnTo>
                  <a:lnTo>
                    <a:pt x="6527476" y="8"/>
                  </a:lnTo>
                  <a:lnTo>
                    <a:pt x="6522729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3" y="44"/>
                  </a:lnTo>
                  <a:lnTo>
                    <a:pt x="5519140" y="359"/>
                  </a:lnTo>
                  <a:lnTo>
                    <a:pt x="5500841" y="1228"/>
                  </a:lnTo>
                  <a:lnTo>
                    <a:pt x="5467838" y="2943"/>
                  </a:lnTo>
                  <a:lnTo>
                    <a:pt x="5418063" y="5778"/>
                  </a:lnTo>
                  <a:lnTo>
                    <a:pt x="5351154" y="9970"/>
                  </a:lnTo>
                  <a:lnTo>
                    <a:pt x="5268410" y="15698"/>
                  </a:lnTo>
                  <a:lnTo>
                    <a:pt x="5172509" y="23072"/>
                  </a:lnTo>
                  <a:lnTo>
                    <a:pt x="5067026" y="32137"/>
                  </a:lnTo>
                  <a:lnTo>
                    <a:pt x="4955873" y="42886"/>
                  </a:lnTo>
                  <a:lnTo>
                    <a:pt x="4842793" y="55290"/>
                  </a:lnTo>
                  <a:lnTo>
                    <a:pt x="4730989" y="69315"/>
                  </a:lnTo>
                  <a:lnTo>
                    <a:pt x="4622931" y="84949"/>
                  </a:lnTo>
                  <a:lnTo>
                    <a:pt x="4520319" y="102216"/>
                  </a:lnTo>
                  <a:lnTo>
                    <a:pt x="4424149" y="121186"/>
                  </a:lnTo>
                  <a:lnTo>
                    <a:pt x="4334832" y="141980"/>
                  </a:lnTo>
                  <a:lnTo>
                    <a:pt x="4252336" y="164769"/>
                  </a:lnTo>
                  <a:lnTo>
                    <a:pt x="4176312" y="189777"/>
                  </a:lnTo>
                  <a:lnTo>
                    <a:pt x="4106207" y="217267"/>
                  </a:lnTo>
                  <a:lnTo>
                    <a:pt x="4041342" y="247539"/>
                  </a:lnTo>
                  <a:lnTo>
                    <a:pt x="3980980" y="280909"/>
                  </a:lnTo>
                  <a:lnTo>
                    <a:pt x="3924373" y="317685"/>
                  </a:lnTo>
                  <a:lnTo>
                    <a:pt x="3870797" y="358118"/>
                  </a:lnTo>
                  <a:lnTo>
                    <a:pt x="3820202" y="401781"/>
                  </a:lnTo>
                  <a:lnTo>
                    <a:pt x="3773400" y="447069"/>
                  </a:lnTo>
                  <a:lnTo>
                    <a:pt x="3727812" y="495811"/>
                  </a:lnTo>
                  <a:lnTo>
                    <a:pt x="3683092" y="548079"/>
                  </a:lnTo>
                  <a:lnTo>
                    <a:pt x="3638969" y="603880"/>
                  </a:lnTo>
                  <a:lnTo>
                    <a:pt x="3595224" y="663154"/>
                  </a:lnTo>
                  <a:lnTo>
                    <a:pt x="3551693" y="725766"/>
                  </a:lnTo>
                  <a:lnTo>
                    <a:pt x="3508253" y="791503"/>
                  </a:lnTo>
                  <a:lnTo>
                    <a:pt x="3464821" y="860074"/>
                  </a:lnTo>
                  <a:lnTo>
                    <a:pt x="3421345" y="931109"/>
                  </a:lnTo>
                  <a:lnTo>
                    <a:pt x="3377804" y="1004169"/>
                  </a:lnTo>
                  <a:lnTo>
                    <a:pt x="3334197" y="1078754"/>
                  </a:lnTo>
                  <a:lnTo>
                    <a:pt x="3290540" y="1154315"/>
                  </a:lnTo>
                  <a:lnTo>
                    <a:pt x="3246862" y="1230274"/>
                  </a:lnTo>
                  <a:lnTo>
                    <a:pt x="3203195" y="1306038"/>
                  </a:lnTo>
                  <a:lnTo>
                    <a:pt x="3159568" y="1381022"/>
                  </a:lnTo>
                  <a:lnTo>
                    <a:pt x="3116003" y="1454666"/>
                  </a:lnTo>
                  <a:lnTo>
                    <a:pt x="3072506" y="1526450"/>
                  </a:lnTo>
                  <a:lnTo>
                    <a:pt x="3029063" y="1595914"/>
                  </a:lnTo>
                  <a:lnTo>
                    <a:pt x="2985633" y="1662662"/>
                  </a:lnTo>
                  <a:lnTo>
                    <a:pt x="2942145" y="1726377"/>
                  </a:lnTo>
                  <a:lnTo>
                    <a:pt x="2898491" y="1786817"/>
                  </a:lnTo>
                  <a:lnTo>
                    <a:pt x="2854519" y="1843823"/>
                  </a:lnTo>
                  <a:lnTo>
                    <a:pt x="2810032" y="1897308"/>
                  </a:lnTo>
                  <a:lnTo>
                    <a:pt x="2764777" y="1947257"/>
                  </a:lnTo>
                  <a:lnTo>
                    <a:pt x="2718437" y="1993721"/>
                  </a:lnTo>
                  <a:lnTo>
                    <a:pt x="2702183" y="2008909"/>
                  </a:lnTo>
                  <a:lnTo>
                    <a:pt x="2650958" y="2053083"/>
                  </a:lnTo>
                  <a:lnTo>
                    <a:pt x="2597349" y="2093470"/>
                  </a:lnTo>
                  <a:lnTo>
                    <a:pt x="2540701" y="2130203"/>
                  </a:lnTo>
                  <a:lnTo>
                    <a:pt x="2480289" y="2163535"/>
                  </a:lnTo>
                  <a:lnTo>
                    <a:pt x="2415366" y="2193772"/>
                  </a:lnTo>
                  <a:lnTo>
                    <a:pt x="2345193" y="2221230"/>
                  </a:lnTo>
                  <a:lnTo>
                    <a:pt x="2269094" y="2246209"/>
                  </a:lnTo>
                  <a:lnTo>
                    <a:pt x="2186517" y="2268973"/>
                  </a:lnTo>
                  <a:lnTo>
                    <a:pt x="2097117" y="2289744"/>
                  </a:lnTo>
                  <a:lnTo>
                    <a:pt x="2000865" y="2308693"/>
                  </a:lnTo>
                  <a:lnTo>
                    <a:pt x="1898181" y="2325940"/>
                  </a:lnTo>
                  <a:lnTo>
                    <a:pt x="1790066" y="2341555"/>
                  </a:lnTo>
                  <a:lnTo>
                    <a:pt x="1678230" y="2355560"/>
                  </a:lnTo>
                  <a:lnTo>
                    <a:pt x="1565153" y="2367944"/>
                  </a:lnTo>
                  <a:lnTo>
                    <a:pt x="1454046" y="2378673"/>
                  </a:lnTo>
                  <a:lnTo>
                    <a:pt x="1348655" y="2387717"/>
                  </a:lnTo>
                  <a:lnTo>
                    <a:pt x="1252893" y="2395071"/>
                  </a:lnTo>
                  <a:lnTo>
                    <a:pt x="1170326" y="2400780"/>
                  </a:lnTo>
                  <a:lnTo>
                    <a:pt x="1103618" y="2404955"/>
                  </a:lnTo>
                  <a:lnTo>
                    <a:pt x="1054051" y="2407775"/>
                  </a:lnTo>
                  <a:lnTo>
                    <a:pt x="1021241" y="2409477"/>
                  </a:lnTo>
                  <a:lnTo>
                    <a:pt x="1003101" y="2410339"/>
                  </a:lnTo>
                  <a:lnTo>
                    <a:pt x="995994" y="2410649"/>
                  </a:lnTo>
                  <a:lnTo>
                    <a:pt x="994940" y="2410691"/>
                  </a:lnTo>
                  <a:lnTo>
                    <a:pt x="0" y="2410691"/>
                  </a:lnTo>
                  <a:close/>
                </a:path>
              </a:pathLst>
            </a:custGeom>
            <a:solidFill>
              <a:srgbClr val="B497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55" name="pl1854"/>
            <p:cNvSpPr/>
            <p:nvPr/>
          </p:nvSpPr>
          <p:spPr>
            <a:xfrm>
              <a:off x="1199187" y="3500579"/>
              <a:ext cx="12049831" cy="2410691"/>
            </a:xfrm>
            <a:custGeom>
              <a:avLst/>
              <a:pathLst>
                <a:path w="12049831" h="2410691">
                  <a:moveTo>
                    <a:pt x="0" y="2410691"/>
                  </a:moveTo>
                  <a:lnTo>
                    <a:pt x="994940" y="2410691"/>
                  </a:lnTo>
                  <a:lnTo>
                    <a:pt x="996032" y="2410647"/>
                  </a:lnTo>
                  <a:lnTo>
                    <a:pt x="1003245" y="2410332"/>
                  </a:lnTo>
                  <a:lnTo>
                    <a:pt x="1021544" y="2409462"/>
                  </a:lnTo>
                  <a:lnTo>
                    <a:pt x="1054547" y="2407748"/>
                  </a:lnTo>
                  <a:lnTo>
                    <a:pt x="1104322" y="2404913"/>
                  </a:lnTo>
                  <a:lnTo>
                    <a:pt x="1171231" y="2400721"/>
                  </a:lnTo>
                  <a:lnTo>
                    <a:pt x="1253975" y="2394993"/>
                  </a:lnTo>
                  <a:lnTo>
                    <a:pt x="1349876" y="2387618"/>
                  </a:lnTo>
                  <a:lnTo>
                    <a:pt x="1455359" y="2378554"/>
                  </a:lnTo>
                  <a:lnTo>
                    <a:pt x="1566512" y="2367804"/>
                  </a:lnTo>
                  <a:lnTo>
                    <a:pt x="1679592" y="2355401"/>
                  </a:lnTo>
                  <a:lnTo>
                    <a:pt x="1791396" y="2341376"/>
                  </a:lnTo>
                  <a:lnTo>
                    <a:pt x="1899454" y="2325742"/>
                  </a:lnTo>
                  <a:lnTo>
                    <a:pt x="2002066" y="2308475"/>
                  </a:lnTo>
                  <a:lnTo>
                    <a:pt x="2098236" y="2289505"/>
                  </a:lnTo>
                  <a:lnTo>
                    <a:pt x="2187553" y="2268711"/>
                  </a:lnTo>
                  <a:lnTo>
                    <a:pt x="2270049" y="2245921"/>
                  </a:lnTo>
                  <a:lnTo>
                    <a:pt x="2346073" y="2220914"/>
                  </a:lnTo>
                  <a:lnTo>
                    <a:pt x="2416178" y="2193424"/>
                  </a:lnTo>
                  <a:lnTo>
                    <a:pt x="2481043" y="2163152"/>
                  </a:lnTo>
                  <a:lnTo>
                    <a:pt x="2541405" y="2129781"/>
                  </a:lnTo>
                  <a:lnTo>
                    <a:pt x="2598012" y="2093005"/>
                  </a:lnTo>
                  <a:lnTo>
                    <a:pt x="2651588" y="2052573"/>
                  </a:lnTo>
                  <a:lnTo>
                    <a:pt x="2702183" y="2008909"/>
                  </a:lnTo>
                  <a:lnTo>
                    <a:pt x="2748985" y="1963622"/>
                  </a:lnTo>
                  <a:lnTo>
                    <a:pt x="2794573" y="1914879"/>
                  </a:lnTo>
                  <a:lnTo>
                    <a:pt x="2839293" y="1862612"/>
                  </a:lnTo>
                  <a:lnTo>
                    <a:pt x="2883416" y="1806811"/>
                  </a:lnTo>
                  <a:lnTo>
                    <a:pt x="2927161" y="1747537"/>
                  </a:lnTo>
                  <a:lnTo>
                    <a:pt x="2970692" y="1684925"/>
                  </a:lnTo>
                  <a:lnTo>
                    <a:pt x="3014132" y="1619188"/>
                  </a:lnTo>
                  <a:lnTo>
                    <a:pt x="3057564" y="1550617"/>
                  </a:lnTo>
                  <a:lnTo>
                    <a:pt x="3101040" y="1479582"/>
                  </a:lnTo>
                  <a:lnTo>
                    <a:pt x="3144581" y="1406521"/>
                  </a:lnTo>
                  <a:lnTo>
                    <a:pt x="3188188" y="1331937"/>
                  </a:lnTo>
                  <a:lnTo>
                    <a:pt x="3231845" y="1256376"/>
                  </a:lnTo>
                  <a:lnTo>
                    <a:pt x="3275523" y="1180417"/>
                  </a:lnTo>
                  <a:lnTo>
                    <a:pt x="3319190" y="1104653"/>
                  </a:lnTo>
                  <a:lnTo>
                    <a:pt x="3362817" y="1029669"/>
                  </a:lnTo>
                  <a:lnTo>
                    <a:pt x="3406382" y="956025"/>
                  </a:lnTo>
                  <a:lnTo>
                    <a:pt x="3449879" y="884241"/>
                  </a:lnTo>
                  <a:lnTo>
                    <a:pt x="3493322" y="814777"/>
                  </a:lnTo>
                  <a:lnTo>
                    <a:pt x="3536752" y="748029"/>
                  </a:lnTo>
                  <a:lnTo>
                    <a:pt x="3580240" y="684314"/>
                  </a:lnTo>
                  <a:lnTo>
                    <a:pt x="3623894" y="623873"/>
                  </a:lnTo>
                  <a:lnTo>
                    <a:pt x="3667866" y="566868"/>
                  </a:lnTo>
                  <a:lnTo>
                    <a:pt x="3712353" y="513383"/>
                  </a:lnTo>
                  <a:lnTo>
                    <a:pt x="3757608" y="463433"/>
                  </a:lnTo>
                  <a:lnTo>
                    <a:pt x="3803948" y="416969"/>
                  </a:lnTo>
                  <a:lnTo>
                    <a:pt x="3820202" y="401781"/>
                  </a:lnTo>
                  <a:lnTo>
                    <a:pt x="3871427" y="357608"/>
                  </a:lnTo>
                  <a:lnTo>
                    <a:pt x="3925036" y="317220"/>
                  </a:lnTo>
                  <a:lnTo>
                    <a:pt x="3981684" y="280487"/>
                  </a:lnTo>
                  <a:lnTo>
                    <a:pt x="4042096" y="247156"/>
                  </a:lnTo>
                  <a:lnTo>
                    <a:pt x="4107019" y="216919"/>
                  </a:lnTo>
                  <a:lnTo>
                    <a:pt x="4177192" y="189461"/>
                  </a:lnTo>
                  <a:lnTo>
                    <a:pt x="4253291" y="164482"/>
                  </a:lnTo>
                  <a:lnTo>
                    <a:pt x="4335868" y="141718"/>
                  </a:lnTo>
                  <a:lnTo>
                    <a:pt x="4425268" y="120947"/>
                  </a:lnTo>
                  <a:lnTo>
                    <a:pt x="4521520" y="101998"/>
                  </a:lnTo>
                  <a:lnTo>
                    <a:pt x="4624204" y="84751"/>
                  </a:lnTo>
                  <a:lnTo>
                    <a:pt x="4732319" y="69136"/>
                  </a:lnTo>
                  <a:lnTo>
                    <a:pt x="4844155" y="55131"/>
                  </a:lnTo>
                  <a:lnTo>
                    <a:pt x="4957232" y="42747"/>
                  </a:lnTo>
                  <a:lnTo>
                    <a:pt x="5068339" y="32017"/>
                  </a:lnTo>
                  <a:lnTo>
                    <a:pt x="5173730" y="22973"/>
                  </a:lnTo>
                  <a:lnTo>
                    <a:pt x="5269492" y="15619"/>
                  </a:lnTo>
                  <a:lnTo>
                    <a:pt x="5352059" y="9910"/>
                  </a:lnTo>
                  <a:lnTo>
                    <a:pt x="5418767" y="5736"/>
                  </a:lnTo>
                  <a:lnTo>
                    <a:pt x="5468334" y="2916"/>
                  </a:lnTo>
                  <a:lnTo>
                    <a:pt x="5501144" y="1213"/>
                  </a:lnTo>
                  <a:lnTo>
                    <a:pt x="5519284" y="352"/>
                  </a:lnTo>
                  <a:lnTo>
                    <a:pt x="5526391" y="4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2" y="1"/>
                  </a:lnTo>
                  <a:lnTo>
                    <a:pt x="6531021" y="15"/>
                  </a:lnTo>
                  <a:lnTo>
                    <a:pt x="6550024" y="52"/>
                  </a:lnTo>
                  <a:lnTo>
                    <a:pt x="6584249" y="126"/>
                  </a:lnTo>
                  <a:lnTo>
                    <a:pt x="6635763" y="248"/>
                  </a:lnTo>
                  <a:lnTo>
                    <a:pt x="6704838" y="428"/>
                  </a:lnTo>
                  <a:lnTo>
                    <a:pt x="6789999" y="674"/>
                  </a:lnTo>
                  <a:lnTo>
                    <a:pt x="6888357" y="990"/>
                  </a:lnTo>
                  <a:lnTo>
                    <a:pt x="6996129" y="1377"/>
                  </a:lnTo>
                  <a:lnTo>
                    <a:pt x="7109237" y="1836"/>
                  </a:lnTo>
                  <a:lnTo>
                    <a:pt x="7223844" y="2365"/>
                  </a:lnTo>
                  <a:lnTo>
                    <a:pt x="7336713" y="2963"/>
                  </a:lnTo>
                  <a:lnTo>
                    <a:pt x="7445398" y="3629"/>
                  </a:lnTo>
                  <a:lnTo>
                    <a:pt x="7548261" y="4365"/>
                  </a:lnTo>
                  <a:lnTo>
                    <a:pt x="7644386" y="5173"/>
                  </a:lnTo>
                  <a:lnTo>
                    <a:pt x="7733446" y="6061"/>
                  </a:lnTo>
                  <a:lnTo>
                    <a:pt x="7815555" y="7035"/>
                  </a:lnTo>
                  <a:lnTo>
                    <a:pt x="7891130" y="8105"/>
                  </a:lnTo>
                  <a:lnTo>
                    <a:pt x="7960787" y="9284"/>
                  </a:lnTo>
                  <a:lnTo>
                    <a:pt x="8025252" y="10584"/>
                  </a:lnTo>
                  <a:lnTo>
                    <a:pt x="8085300" y="12020"/>
                  </a:lnTo>
                  <a:lnTo>
                    <a:pt x="8141707" y="13603"/>
                  </a:lnTo>
                  <a:lnTo>
                    <a:pt x="8195210" y="15343"/>
                  </a:lnTo>
                  <a:lnTo>
                    <a:pt x="8229629" y="16595"/>
                  </a:lnTo>
                  <a:lnTo>
                    <a:pt x="8291230" y="19098"/>
                  </a:lnTo>
                  <a:lnTo>
                    <a:pt x="8350911" y="21853"/>
                  </a:lnTo>
                  <a:lnTo>
                    <a:pt x="8409386" y="24863"/>
                  </a:lnTo>
                  <a:lnTo>
                    <a:pt x="8467182" y="28123"/>
                  </a:lnTo>
                  <a:lnTo>
                    <a:pt x="8524668" y="31620"/>
                  </a:lnTo>
                  <a:lnTo>
                    <a:pt x="8582089" y="35330"/>
                  </a:lnTo>
                  <a:lnTo>
                    <a:pt x="8639577" y="39220"/>
                  </a:lnTo>
                  <a:lnTo>
                    <a:pt x="8697182" y="43247"/>
                  </a:lnTo>
                  <a:lnTo>
                    <a:pt x="8754886" y="47362"/>
                  </a:lnTo>
                  <a:lnTo>
                    <a:pt x="8812633" y="51509"/>
                  </a:lnTo>
                  <a:lnTo>
                    <a:pt x="8870350" y="55633"/>
                  </a:lnTo>
                  <a:lnTo>
                    <a:pt x="8927974" y="59679"/>
                  </a:lnTo>
                  <a:lnTo>
                    <a:pt x="8985481" y="63595"/>
                  </a:lnTo>
                  <a:lnTo>
                    <a:pt x="9042905" y="67338"/>
                  </a:lnTo>
                  <a:lnTo>
                    <a:pt x="9100367" y="70873"/>
                  </a:lnTo>
                  <a:lnTo>
                    <a:pt x="9158088" y="74175"/>
                  </a:lnTo>
                  <a:lnTo>
                    <a:pt x="9216417" y="77228"/>
                  </a:lnTo>
                  <a:lnTo>
                    <a:pt x="9275849" y="80025"/>
                  </a:lnTo>
                  <a:lnTo>
                    <a:pt x="9337066" y="82570"/>
                  </a:lnTo>
                  <a:lnTo>
                    <a:pt x="9347647" y="82976"/>
                  </a:lnTo>
                  <a:lnTo>
                    <a:pt x="9399582" y="84824"/>
                  </a:lnTo>
                  <a:lnTo>
                    <a:pt x="9453973" y="86512"/>
                  </a:lnTo>
                  <a:lnTo>
                    <a:pt x="9511506" y="88045"/>
                  </a:lnTo>
                  <a:lnTo>
                    <a:pt x="9572936" y="89434"/>
                  </a:lnTo>
                  <a:lnTo>
                    <a:pt x="9639043" y="90692"/>
                  </a:lnTo>
                  <a:lnTo>
                    <a:pt x="9710592" y="91833"/>
                  </a:lnTo>
                  <a:lnTo>
                    <a:pt x="9788280" y="92871"/>
                  </a:lnTo>
                  <a:lnTo>
                    <a:pt x="9872667" y="93815"/>
                  </a:lnTo>
                  <a:lnTo>
                    <a:pt x="9964083" y="94675"/>
                  </a:lnTo>
                  <a:lnTo>
                    <a:pt x="10062512" y="95459"/>
                  </a:lnTo>
                  <a:lnTo>
                    <a:pt x="10167445" y="96171"/>
                  </a:lnTo>
                  <a:lnTo>
                    <a:pt x="10277743" y="96814"/>
                  </a:lnTo>
                  <a:lnTo>
                    <a:pt x="10391503" y="97389"/>
                  </a:lnTo>
                  <a:lnTo>
                    <a:pt x="10506005" y="97895"/>
                  </a:lnTo>
                  <a:lnTo>
                    <a:pt x="10617786" y="98331"/>
                  </a:lnTo>
                  <a:lnTo>
                    <a:pt x="10722876" y="98694"/>
                  </a:lnTo>
                  <a:lnTo>
                    <a:pt x="10817233" y="98987"/>
                  </a:lnTo>
                  <a:lnTo>
                    <a:pt x="10897304" y="99210"/>
                  </a:lnTo>
                  <a:lnTo>
                    <a:pt x="10960620" y="99370"/>
                  </a:lnTo>
                  <a:lnTo>
                    <a:pt x="11006264" y="99474"/>
                  </a:lnTo>
                  <a:lnTo>
                    <a:pt x="11035110" y="99535"/>
                  </a:lnTo>
                  <a:lnTo>
                    <a:pt x="11049801" y="99563"/>
                  </a:lnTo>
                  <a:lnTo>
                    <a:pt x="11054547" y="99571"/>
                  </a:lnTo>
                  <a:lnTo>
                    <a:pt x="11054891" y="99572"/>
                  </a:lnTo>
                  <a:lnTo>
                    <a:pt x="12049831" y="99572"/>
                  </a:lnTo>
                  <a:lnTo>
                    <a:pt x="12049831" y="995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6" name="pl1855"/>
            <p:cNvSpPr/>
            <p:nvPr/>
          </p:nvSpPr>
          <p:spPr>
            <a:xfrm>
              <a:off x="1199187" y="3495338"/>
              <a:ext cx="12049831" cy="2410691"/>
            </a:xfrm>
            <a:custGeom>
              <a:avLst/>
              <a:pathLst>
                <a:path w="12049831" h="2410691">
                  <a:moveTo>
                    <a:pt x="12049831" y="99572"/>
                  </a:moveTo>
                  <a:lnTo>
                    <a:pt x="11054891" y="99572"/>
                  </a:lnTo>
                  <a:lnTo>
                    <a:pt x="11053755" y="99570"/>
                  </a:lnTo>
                  <a:lnTo>
                    <a:pt x="11046256" y="99556"/>
                  </a:lnTo>
                  <a:lnTo>
                    <a:pt x="11027252" y="99519"/>
                  </a:lnTo>
                  <a:lnTo>
                    <a:pt x="10993028" y="99445"/>
                  </a:lnTo>
                  <a:lnTo>
                    <a:pt x="10941513" y="99323"/>
                  </a:lnTo>
                  <a:lnTo>
                    <a:pt x="10872439" y="99143"/>
                  </a:lnTo>
                  <a:lnTo>
                    <a:pt x="10787277" y="98897"/>
                  </a:lnTo>
                  <a:lnTo>
                    <a:pt x="10688919" y="98581"/>
                  </a:lnTo>
                  <a:lnTo>
                    <a:pt x="10581148" y="98194"/>
                  </a:lnTo>
                  <a:lnTo>
                    <a:pt x="10468039" y="97735"/>
                  </a:lnTo>
                  <a:lnTo>
                    <a:pt x="10353433" y="97206"/>
                  </a:lnTo>
                  <a:lnTo>
                    <a:pt x="10240564" y="96608"/>
                  </a:lnTo>
                  <a:lnTo>
                    <a:pt x="10131878" y="95942"/>
                  </a:lnTo>
                  <a:lnTo>
                    <a:pt x="10029016" y="95207"/>
                  </a:lnTo>
                  <a:lnTo>
                    <a:pt x="9932891" y="94398"/>
                  </a:lnTo>
                  <a:lnTo>
                    <a:pt x="9843830" y="93510"/>
                  </a:lnTo>
                  <a:lnTo>
                    <a:pt x="9761722" y="92537"/>
                  </a:lnTo>
                  <a:lnTo>
                    <a:pt x="9686146" y="91466"/>
                  </a:lnTo>
                  <a:lnTo>
                    <a:pt x="9616489" y="90287"/>
                  </a:lnTo>
                  <a:lnTo>
                    <a:pt x="9552024" y="88987"/>
                  </a:lnTo>
                  <a:lnTo>
                    <a:pt x="9491976" y="87552"/>
                  </a:lnTo>
                  <a:lnTo>
                    <a:pt x="9435569" y="85968"/>
                  </a:lnTo>
                  <a:lnTo>
                    <a:pt x="9382067" y="84228"/>
                  </a:lnTo>
                  <a:lnTo>
                    <a:pt x="9347647" y="82976"/>
                  </a:lnTo>
                  <a:lnTo>
                    <a:pt x="9286046" y="80473"/>
                  </a:lnTo>
                  <a:lnTo>
                    <a:pt x="9226366" y="77718"/>
                  </a:lnTo>
                  <a:lnTo>
                    <a:pt x="9167890" y="74708"/>
                  </a:lnTo>
                  <a:lnTo>
                    <a:pt x="9110095" y="71448"/>
                  </a:lnTo>
                  <a:lnTo>
                    <a:pt x="9052608" y="67951"/>
                  </a:lnTo>
                  <a:lnTo>
                    <a:pt x="8995188" y="64241"/>
                  </a:lnTo>
                  <a:lnTo>
                    <a:pt x="8937700" y="60351"/>
                  </a:lnTo>
                  <a:lnTo>
                    <a:pt x="8880095" y="56324"/>
                  </a:lnTo>
                  <a:lnTo>
                    <a:pt x="8822390" y="52209"/>
                  </a:lnTo>
                  <a:lnTo>
                    <a:pt x="8764643" y="48062"/>
                  </a:lnTo>
                  <a:lnTo>
                    <a:pt x="8706927" y="43938"/>
                  </a:lnTo>
                  <a:lnTo>
                    <a:pt x="8649303" y="39893"/>
                  </a:lnTo>
                  <a:lnTo>
                    <a:pt x="8591796" y="35976"/>
                  </a:lnTo>
                  <a:lnTo>
                    <a:pt x="8534371" y="32233"/>
                  </a:lnTo>
                  <a:lnTo>
                    <a:pt x="8476909" y="28698"/>
                  </a:lnTo>
                  <a:lnTo>
                    <a:pt x="8419188" y="25396"/>
                  </a:lnTo>
                  <a:lnTo>
                    <a:pt x="8360860" y="22343"/>
                  </a:lnTo>
                  <a:lnTo>
                    <a:pt x="8301427" y="19546"/>
                  </a:lnTo>
                  <a:lnTo>
                    <a:pt x="8240211" y="17001"/>
                  </a:lnTo>
                  <a:lnTo>
                    <a:pt x="8229629" y="16595"/>
                  </a:lnTo>
                  <a:lnTo>
                    <a:pt x="8177695" y="14747"/>
                  </a:lnTo>
                  <a:lnTo>
                    <a:pt x="8123304" y="13059"/>
                  </a:lnTo>
                  <a:lnTo>
                    <a:pt x="8065770" y="11526"/>
                  </a:lnTo>
                  <a:lnTo>
                    <a:pt x="8004340" y="10137"/>
                  </a:lnTo>
                  <a:lnTo>
                    <a:pt x="7938233" y="8879"/>
                  </a:lnTo>
                  <a:lnTo>
                    <a:pt x="7866684" y="7738"/>
                  </a:lnTo>
                  <a:lnTo>
                    <a:pt x="7788996" y="6700"/>
                  </a:lnTo>
                  <a:lnTo>
                    <a:pt x="7704609" y="5756"/>
                  </a:lnTo>
                  <a:lnTo>
                    <a:pt x="7613193" y="4896"/>
                  </a:lnTo>
                  <a:lnTo>
                    <a:pt x="7514765" y="4112"/>
                  </a:lnTo>
                  <a:lnTo>
                    <a:pt x="7409831" y="3400"/>
                  </a:lnTo>
                  <a:lnTo>
                    <a:pt x="7299533" y="2757"/>
                  </a:lnTo>
                  <a:lnTo>
                    <a:pt x="7185774" y="2182"/>
                  </a:lnTo>
                  <a:lnTo>
                    <a:pt x="7071272" y="1676"/>
                  </a:lnTo>
                  <a:lnTo>
                    <a:pt x="6959491" y="1240"/>
                  </a:lnTo>
                  <a:lnTo>
                    <a:pt x="6854400" y="877"/>
                  </a:lnTo>
                  <a:lnTo>
                    <a:pt x="6760044" y="584"/>
                  </a:lnTo>
                  <a:lnTo>
                    <a:pt x="6679972" y="361"/>
                  </a:lnTo>
                  <a:lnTo>
                    <a:pt x="6616656" y="201"/>
                  </a:lnTo>
                  <a:lnTo>
                    <a:pt x="6571012" y="97"/>
                  </a:lnTo>
                  <a:lnTo>
                    <a:pt x="6542166" y="37"/>
                  </a:lnTo>
                  <a:lnTo>
                    <a:pt x="6527476" y="8"/>
                  </a:lnTo>
                  <a:lnTo>
                    <a:pt x="6522729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3" y="44"/>
                  </a:lnTo>
                  <a:lnTo>
                    <a:pt x="5519140" y="359"/>
                  </a:lnTo>
                  <a:lnTo>
                    <a:pt x="5500841" y="1228"/>
                  </a:lnTo>
                  <a:lnTo>
                    <a:pt x="5467838" y="2943"/>
                  </a:lnTo>
                  <a:lnTo>
                    <a:pt x="5418063" y="5778"/>
                  </a:lnTo>
                  <a:lnTo>
                    <a:pt x="5351154" y="9970"/>
                  </a:lnTo>
                  <a:lnTo>
                    <a:pt x="5268410" y="15698"/>
                  </a:lnTo>
                  <a:lnTo>
                    <a:pt x="5172509" y="23072"/>
                  </a:lnTo>
                  <a:lnTo>
                    <a:pt x="5067026" y="32137"/>
                  </a:lnTo>
                  <a:lnTo>
                    <a:pt x="4955873" y="42886"/>
                  </a:lnTo>
                  <a:lnTo>
                    <a:pt x="4842793" y="55290"/>
                  </a:lnTo>
                  <a:lnTo>
                    <a:pt x="4730989" y="69315"/>
                  </a:lnTo>
                  <a:lnTo>
                    <a:pt x="4622931" y="84949"/>
                  </a:lnTo>
                  <a:lnTo>
                    <a:pt x="4520319" y="102216"/>
                  </a:lnTo>
                  <a:lnTo>
                    <a:pt x="4424149" y="121186"/>
                  </a:lnTo>
                  <a:lnTo>
                    <a:pt x="4334832" y="141980"/>
                  </a:lnTo>
                  <a:lnTo>
                    <a:pt x="4252336" y="164769"/>
                  </a:lnTo>
                  <a:lnTo>
                    <a:pt x="4176312" y="189777"/>
                  </a:lnTo>
                  <a:lnTo>
                    <a:pt x="4106207" y="217267"/>
                  </a:lnTo>
                  <a:lnTo>
                    <a:pt x="4041342" y="247539"/>
                  </a:lnTo>
                  <a:lnTo>
                    <a:pt x="3980980" y="280909"/>
                  </a:lnTo>
                  <a:lnTo>
                    <a:pt x="3924373" y="317685"/>
                  </a:lnTo>
                  <a:lnTo>
                    <a:pt x="3870797" y="358118"/>
                  </a:lnTo>
                  <a:lnTo>
                    <a:pt x="3820202" y="401781"/>
                  </a:lnTo>
                  <a:lnTo>
                    <a:pt x="3773400" y="447069"/>
                  </a:lnTo>
                  <a:lnTo>
                    <a:pt x="3727812" y="495811"/>
                  </a:lnTo>
                  <a:lnTo>
                    <a:pt x="3683092" y="548079"/>
                  </a:lnTo>
                  <a:lnTo>
                    <a:pt x="3638969" y="603880"/>
                  </a:lnTo>
                  <a:lnTo>
                    <a:pt x="3595224" y="663154"/>
                  </a:lnTo>
                  <a:lnTo>
                    <a:pt x="3551693" y="725766"/>
                  </a:lnTo>
                  <a:lnTo>
                    <a:pt x="3508253" y="791503"/>
                  </a:lnTo>
                  <a:lnTo>
                    <a:pt x="3464821" y="860074"/>
                  </a:lnTo>
                  <a:lnTo>
                    <a:pt x="3421345" y="931109"/>
                  </a:lnTo>
                  <a:lnTo>
                    <a:pt x="3377804" y="1004169"/>
                  </a:lnTo>
                  <a:lnTo>
                    <a:pt x="3334197" y="1078754"/>
                  </a:lnTo>
                  <a:lnTo>
                    <a:pt x="3290540" y="1154315"/>
                  </a:lnTo>
                  <a:lnTo>
                    <a:pt x="3246862" y="1230274"/>
                  </a:lnTo>
                  <a:lnTo>
                    <a:pt x="3203195" y="1306038"/>
                  </a:lnTo>
                  <a:lnTo>
                    <a:pt x="3159568" y="1381022"/>
                  </a:lnTo>
                  <a:lnTo>
                    <a:pt x="3116003" y="1454666"/>
                  </a:lnTo>
                  <a:lnTo>
                    <a:pt x="3072506" y="1526450"/>
                  </a:lnTo>
                  <a:lnTo>
                    <a:pt x="3029063" y="1595914"/>
                  </a:lnTo>
                  <a:lnTo>
                    <a:pt x="2985633" y="1662662"/>
                  </a:lnTo>
                  <a:lnTo>
                    <a:pt x="2942145" y="1726377"/>
                  </a:lnTo>
                  <a:lnTo>
                    <a:pt x="2898491" y="1786817"/>
                  </a:lnTo>
                  <a:lnTo>
                    <a:pt x="2854519" y="1843823"/>
                  </a:lnTo>
                  <a:lnTo>
                    <a:pt x="2810032" y="1897308"/>
                  </a:lnTo>
                  <a:lnTo>
                    <a:pt x="2764777" y="1947257"/>
                  </a:lnTo>
                  <a:lnTo>
                    <a:pt x="2718437" y="1993721"/>
                  </a:lnTo>
                  <a:lnTo>
                    <a:pt x="2702183" y="2008909"/>
                  </a:lnTo>
                  <a:lnTo>
                    <a:pt x="2650958" y="2053083"/>
                  </a:lnTo>
                  <a:lnTo>
                    <a:pt x="2597349" y="2093470"/>
                  </a:lnTo>
                  <a:lnTo>
                    <a:pt x="2540701" y="2130203"/>
                  </a:lnTo>
                  <a:lnTo>
                    <a:pt x="2480289" y="2163535"/>
                  </a:lnTo>
                  <a:lnTo>
                    <a:pt x="2415366" y="2193772"/>
                  </a:lnTo>
                  <a:lnTo>
                    <a:pt x="2345193" y="2221230"/>
                  </a:lnTo>
                  <a:lnTo>
                    <a:pt x="2269094" y="2246209"/>
                  </a:lnTo>
                  <a:lnTo>
                    <a:pt x="2186517" y="2268973"/>
                  </a:lnTo>
                  <a:lnTo>
                    <a:pt x="2097117" y="2289744"/>
                  </a:lnTo>
                  <a:lnTo>
                    <a:pt x="2000865" y="2308693"/>
                  </a:lnTo>
                  <a:lnTo>
                    <a:pt x="1898181" y="2325940"/>
                  </a:lnTo>
                  <a:lnTo>
                    <a:pt x="1790066" y="2341555"/>
                  </a:lnTo>
                  <a:lnTo>
                    <a:pt x="1678230" y="2355560"/>
                  </a:lnTo>
                  <a:lnTo>
                    <a:pt x="1565153" y="2367944"/>
                  </a:lnTo>
                  <a:lnTo>
                    <a:pt x="1454046" y="2378673"/>
                  </a:lnTo>
                  <a:lnTo>
                    <a:pt x="1348655" y="2387717"/>
                  </a:lnTo>
                  <a:lnTo>
                    <a:pt x="1252893" y="2395071"/>
                  </a:lnTo>
                  <a:lnTo>
                    <a:pt x="1170326" y="2400780"/>
                  </a:lnTo>
                  <a:lnTo>
                    <a:pt x="1103618" y="2404955"/>
                  </a:lnTo>
                  <a:lnTo>
                    <a:pt x="1054051" y="2407775"/>
                  </a:lnTo>
                  <a:lnTo>
                    <a:pt x="1021241" y="2409477"/>
                  </a:lnTo>
                  <a:lnTo>
                    <a:pt x="1003101" y="2410339"/>
                  </a:lnTo>
                  <a:lnTo>
                    <a:pt x="995994" y="2410649"/>
                  </a:lnTo>
                  <a:lnTo>
                    <a:pt x="994940" y="2410691"/>
                  </a:lnTo>
                  <a:lnTo>
                    <a:pt x="0" y="2410691"/>
                  </a:lnTo>
                  <a:lnTo>
                    <a:pt x="0" y="24106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7" name="pg1856"/>
            <p:cNvSpPr/>
            <p:nvPr/>
          </p:nvSpPr>
          <p:spPr>
            <a:xfrm>
              <a:off x="1199187" y="3642076"/>
              <a:ext cx="12049831" cy="2300638"/>
            </a:xfrm>
            <a:custGeom>
              <a:avLst/>
              <a:pathLst>
                <a:path w="12049831" h="2300638">
                  <a:moveTo>
                    <a:pt x="0" y="2274435"/>
                  </a:moveTo>
                  <a:lnTo>
                    <a:pt x="994940" y="2274435"/>
                  </a:lnTo>
                  <a:lnTo>
                    <a:pt x="996037" y="2274393"/>
                  </a:lnTo>
                  <a:lnTo>
                    <a:pt x="1003281" y="2274095"/>
                  </a:lnTo>
                  <a:lnTo>
                    <a:pt x="1021657" y="2273273"/>
                  </a:lnTo>
                  <a:lnTo>
                    <a:pt x="1054794" y="2271652"/>
                  </a:lnTo>
                  <a:lnTo>
                    <a:pt x="1104760" y="2268971"/>
                  </a:lnTo>
                  <a:lnTo>
                    <a:pt x="1171909" y="2265008"/>
                  </a:lnTo>
                  <a:lnTo>
                    <a:pt x="1254920" y="2259593"/>
                  </a:lnTo>
                  <a:lnTo>
                    <a:pt x="1351094" y="2252623"/>
                  </a:lnTo>
                  <a:lnTo>
                    <a:pt x="1456832" y="2244058"/>
                  </a:lnTo>
                  <a:lnTo>
                    <a:pt x="1568203" y="2233901"/>
                  </a:lnTo>
                  <a:lnTo>
                    <a:pt x="1681455" y="2222184"/>
                  </a:lnTo>
                  <a:lnTo>
                    <a:pt x="1793381" y="2208936"/>
                  </a:lnTo>
                  <a:lnTo>
                    <a:pt x="1901512" y="2194169"/>
                  </a:lnTo>
                  <a:lnTo>
                    <a:pt x="2004155" y="2177860"/>
                  </a:lnTo>
                  <a:lnTo>
                    <a:pt x="2100322" y="2159940"/>
                  </a:lnTo>
                  <a:lnTo>
                    <a:pt x="2189613" y="2140296"/>
                  </a:lnTo>
                  <a:lnTo>
                    <a:pt x="2272067" y="2118763"/>
                  </a:lnTo>
                  <a:lnTo>
                    <a:pt x="2348041" y="2095130"/>
                  </a:lnTo>
                  <a:lnTo>
                    <a:pt x="2418097" y="2069145"/>
                  </a:lnTo>
                  <a:lnTo>
                    <a:pt x="2482916" y="2040526"/>
                  </a:lnTo>
                  <a:lnTo>
                    <a:pt x="2543242" y="2008972"/>
                  </a:lnTo>
                  <a:lnTo>
                    <a:pt x="2599826" y="1974195"/>
                  </a:lnTo>
                  <a:lnTo>
                    <a:pt x="2653391" y="1935959"/>
                  </a:lnTo>
                  <a:lnTo>
                    <a:pt x="2702183" y="1896236"/>
                  </a:lnTo>
                  <a:lnTo>
                    <a:pt x="2749915" y="1852713"/>
                  </a:lnTo>
                  <a:lnTo>
                    <a:pt x="2796392" y="1805804"/>
                  </a:lnTo>
                  <a:lnTo>
                    <a:pt x="2841978" y="1755440"/>
                  </a:lnTo>
                  <a:lnTo>
                    <a:pt x="2886958" y="1701617"/>
                  </a:lnTo>
                  <a:lnTo>
                    <a:pt x="2931559" y="1644400"/>
                  </a:lnTo>
                  <a:lnTo>
                    <a:pt x="2975953" y="1583929"/>
                  </a:lnTo>
                  <a:lnTo>
                    <a:pt x="3020264" y="1520428"/>
                  </a:lnTo>
                  <a:lnTo>
                    <a:pt x="3064577" y="1454198"/>
                  </a:lnTo>
                  <a:lnTo>
                    <a:pt x="3108940" y="1385619"/>
                  </a:lnTo>
                  <a:lnTo>
                    <a:pt x="3153374" y="1315141"/>
                  </a:lnTo>
                  <a:lnTo>
                    <a:pt x="3197873" y="1243275"/>
                  </a:lnTo>
                  <a:lnTo>
                    <a:pt x="3242418" y="1170576"/>
                  </a:lnTo>
                  <a:lnTo>
                    <a:pt x="3286978" y="1097628"/>
                  </a:lnTo>
                  <a:lnTo>
                    <a:pt x="3331518" y="1025022"/>
                  </a:lnTo>
                  <a:lnTo>
                    <a:pt x="3376008" y="953338"/>
                  </a:lnTo>
                  <a:lnTo>
                    <a:pt x="3420430" y="883126"/>
                  </a:lnTo>
                  <a:lnTo>
                    <a:pt x="3464783" y="814889"/>
                  </a:lnTo>
                  <a:lnTo>
                    <a:pt x="3509092" y="749065"/>
                  </a:lnTo>
                  <a:lnTo>
                    <a:pt x="3553409" y="686023"/>
                  </a:lnTo>
                  <a:lnTo>
                    <a:pt x="3597826" y="626052"/>
                  </a:lnTo>
                  <a:lnTo>
                    <a:pt x="3642475" y="569361"/>
                  </a:lnTo>
                  <a:lnTo>
                    <a:pt x="3687534" y="516079"/>
                  </a:lnTo>
                  <a:lnTo>
                    <a:pt x="3733239" y="466261"/>
                  </a:lnTo>
                  <a:lnTo>
                    <a:pt x="3779887" y="419891"/>
                  </a:lnTo>
                  <a:lnTo>
                    <a:pt x="3820202" y="383439"/>
                  </a:lnTo>
                  <a:lnTo>
                    <a:pt x="3871506" y="341799"/>
                  </a:lnTo>
                  <a:lnTo>
                    <a:pt x="3925201" y="303733"/>
                  </a:lnTo>
                  <a:lnTo>
                    <a:pt x="3981947" y="269116"/>
                  </a:lnTo>
                  <a:lnTo>
                    <a:pt x="4042471" y="237710"/>
                  </a:lnTo>
                  <a:lnTo>
                    <a:pt x="4107525" y="209224"/>
                  </a:lnTo>
                  <a:lnTo>
                    <a:pt x="4177850" y="183359"/>
                  </a:lnTo>
                  <a:lnTo>
                    <a:pt x="4254124" y="159833"/>
                  </a:lnTo>
                  <a:lnTo>
                    <a:pt x="4336900" y="138394"/>
                  </a:lnTo>
                  <a:lnTo>
                    <a:pt x="4426523" y="118836"/>
                  </a:lnTo>
                  <a:lnTo>
                    <a:pt x="4523015" y="100996"/>
                  </a:lnTo>
                  <a:lnTo>
                    <a:pt x="4625948" y="84762"/>
                  </a:lnTo>
                  <a:lnTo>
                    <a:pt x="4734306" y="70068"/>
                  </a:lnTo>
                  <a:lnTo>
                    <a:pt x="4846358" y="56893"/>
                  </a:lnTo>
                  <a:lnTo>
                    <a:pt x="4959599" y="45250"/>
                  </a:lnTo>
                  <a:lnTo>
                    <a:pt x="5070789" y="35170"/>
                  </a:lnTo>
                  <a:lnTo>
                    <a:pt x="5176157" y="26681"/>
                  </a:lnTo>
                  <a:lnTo>
                    <a:pt x="5271776" y="19787"/>
                  </a:lnTo>
                  <a:lnTo>
                    <a:pt x="5354079" y="14445"/>
                  </a:lnTo>
                  <a:lnTo>
                    <a:pt x="5420419" y="10547"/>
                  </a:lnTo>
                  <a:lnTo>
                    <a:pt x="5469556" y="7923"/>
                  </a:lnTo>
                  <a:lnTo>
                    <a:pt x="5501924" y="6347"/>
                  </a:lnTo>
                  <a:lnTo>
                    <a:pt x="5519671" y="5556"/>
                  </a:lnTo>
                  <a:lnTo>
                    <a:pt x="5526496" y="5276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2" y="5282"/>
                  </a:lnTo>
                  <a:lnTo>
                    <a:pt x="6530720" y="5583"/>
                  </a:lnTo>
                  <a:lnTo>
                    <a:pt x="6549082" y="6415"/>
                  </a:lnTo>
                  <a:lnTo>
                    <a:pt x="6582195" y="8053"/>
                  </a:lnTo>
                  <a:lnTo>
                    <a:pt x="6632127" y="10762"/>
                  </a:lnTo>
                  <a:lnTo>
                    <a:pt x="6699231" y="14768"/>
                  </a:lnTo>
                  <a:lnTo>
                    <a:pt x="6782194" y="20242"/>
                  </a:lnTo>
                  <a:lnTo>
                    <a:pt x="6878319" y="27286"/>
                  </a:lnTo>
                  <a:lnTo>
                    <a:pt x="6984011" y="35945"/>
                  </a:lnTo>
                  <a:lnTo>
                    <a:pt x="7095342" y="46211"/>
                  </a:lnTo>
                  <a:lnTo>
                    <a:pt x="7208563" y="58056"/>
                  </a:lnTo>
                  <a:lnTo>
                    <a:pt x="7320468" y="71449"/>
                  </a:lnTo>
                  <a:lnTo>
                    <a:pt x="7428585" y="86377"/>
                  </a:lnTo>
                  <a:lnTo>
                    <a:pt x="7531222" y="102865"/>
                  </a:lnTo>
                  <a:lnTo>
                    <a:pt x="7627390" y="120980"/>
                  </a:lnTo>
                  <a:lnTo>
                    <a:pt x="7716685" y="140838"/>
                  </a:lnTo>
                  <a:lnTo>
                    <a:pt x="7799148" y="162605"/>
                  </a:lnTo>
                  <a:lnTo>
                    <a:pt x="7875131" y="186493"/>
                  </a:lnTo>
                  <a:lnTo>
                    <a:pt x="7945195" y="212758"/>
                  </a:lnTo>
                  <a:lnTo>
                    <a:pt x="8010023" y="241685"/>
                  </a:lnTo>
                  <a:lnTo>
                    <a:pt x="8070355" y="273577"/>
                  </a:lnTo>
                  <a:lnTo>
                    <a:pt x="8126943" y="308726"/>
                  </a:lnTo>
                  <a:lnTo>
                    <a:pt x="8180511" y="347371"/>
                  </a:lnTo>
                  <a:lnTo>
                    <a:pt x="8229629" y="387806"/>
                  </a:lnTo>
                  <a:lnTo>
                    <a:pt x="8277186" y="431661"/>
                  </a:lnTo>
                  <a:lnTo>
                    <a:pt x="8323496" y="478916"/>
                  </a:lnTo>
                  <a:lnTo>
                    <a:pt x="8368918" y="529639"/>
                  </a:lnTo>
                  <a:lnTo>
                    <a:pt x="8413738" y="583837"/>
                  </a:lnTo>
                  <a:lnTo>
                    <a:pt x="8458178" y="641443"/>
                  </a:lnTo>
                  <a:lnTo>
                    <a:pt x="8502409" y="702319"/>
                  </a:lnTo>
                  <a:lnTo>
                    <a:pt x="8546556" y="766244"/>
                  </a:lnTo>
                  <a:lnTo>
                    <a:pt x="8590703" y="832918"/>
                  </a:lnTo>
                  <a:lnTo>
                    <a:pt x="8634899" y="901962"/>
                  </a:lnTo>
                  <a:lnTo>
                    <a:pt x="8679165" y="972930"/>
                  </a:lnTo>
                  <a:lnTo>
                    <a:pt x="8723497" y="1045311"/>
                  </a:lnTo>
                  <a:lnTo>
                    <a:pt x="8767875" y="1118552"/>
                  </a:lnTo>
                  <a:lnTo>
                    <a:pt x="8812268" y="1192070"/>
                  </a:lnTo>
                  <a:lnTo>
                    <a:pt x="8856644" y="1265273"/>
                  </a:lnTo>
                  <a:lnTo>
                    <a:pt x="8900972" y="1337579"/>
                  </a:lnTo>
                  <a:lnTo>
                    <a:pt x="8945233" y="1408437"/>
                  </a:lnTo>
                  <a:lnTo>
                    <a:pt x="8989425" y="1477342"/>
                  </a:lnTo>
                  <a:lnTo>
                    <a:pt x="9033570" y="1543849"/>
                  </a:lnTo>
                  <a:lnTo>
                    <a:pt x="9077720" y="1607585"/>
                  </a:lnTo>
                  <a:lnTo>
                    <a:pt x="9121961" y="1668255"/>
                  </a:lnTo>
                  <a:lnTo>
                    <a:pt x="9166419" y="1725645"/>
                  </a:lnTo>
                  <a:lnTo>
                    <a:pt x="9211270" y="1779619"/>
                  </a:lnTo>
                  <a:lnTo>
                    <a:pt x="9256741" y="1830118"/>
                  </a:lnTo>
                  <a:lnTo>
                    <a:pt x="9303120" y="1877150"/>
                  </a:lnTo>
                  <a:lnTo>
                    <a:pt x="9347647" y="1918072"/>
                  </a:lnTo>
                  <a:lnTo>
                    <a:pt x="9398937" y="1960182"/>
                  </a:lnTo>
                  <a:lnTo>
                    <a:pt x="9452617" y="1998679"/>
                  </a:lnTo>
                  <a:lnTo>
                    <a:pt x="9509345" y="2033687"/>
                  </a:lnTo>
                  <a:lnTo>
                    <a:pt x="9569849" y="2065450"/>
                  </a:lnTo>
                  <a:lnTo>
                    <a:pt x="9634880" y="2094261"/>
                  </a:lnTo>
                  <a:lnTo>
                    <a:pt x="9705177" y="2120421"/>
                  </a:lnTo>
                  <a:lnTo>
                    <a:pt x="9781419" y="2144217"/>
                  </a:lnTo>
                  <a:lnTo>
                    <a:pt x="9864159" y="2165901"/>
                  </a:lnTo>
                  <a:lnTo>
                    <a:pt x="9953741" y="2185684"/>
                  </a:lnTo>
                  <a:lnTo>
                    <a:pt x="10050189" y="2203729"/>
                  </a:lnTo>
                  <a:lnTo>
                    <a:pt x="10153078" y="2220151"/>
                  </a:lnTo>
                  <a:lnTo>
                    <a:pt x="10261392" y="2235016"/>
                  </a:lnTo>
                  <a:lnTo>
                    <a:pt x="10373405" y="2248344"/>
                  </a:lnTo>
                  <a:lnTo>
                    <a:pt x="10486616" y="2260124"/>
                  </a:lnTo>
                  <a:lnTo>
                    <a:pt x="10597791" y="2270325"/>
                  </a:lnTo>
                  <a:lnTo>
                    <a:pt x="10703163" y="2278916"/>
                  </a:lnTo>
                  <a:lnTo>
                    <a:pt x="10798809" y="2285894"/>
                  </a:lnTo>
                  <a:lnTo>
                    <a:pt x="10881159" y="2291304"/>
                  </a:lnTo>
                  <a:lnTo>
                    <a:pt x="10947567" y="2295253"/>
                  </a:lnTo>
                  <a:lnTo>
                    <a:pt x="10996781" y="2297912"/>
                  </a:lnTo>
                  <a:lnTo>
                    <a:pt x="11029229" y="2299512"/>
                  </a:lnTo>
                  <a:lnTo>
                    <a:pt x="11047048" y="2300316"/>
                  </a:lnTo>
                  <a:lnTo>
                    <a:pt x="11053924" y="2300601"/>
                  </a:lnTo>
                  <a:lnTo>
                    <a:pt x="11054891" y="2300638"/>
                  </a:lnTo>
                  <a:lnTo>
                    <a:pt x="12049831" y="2300638"/>
                  </a:lnTo>
                  <a:lnTo>
                    <a:pt x="12049831" y="2295397"/>
                  </a:lnTo>
                  <a:lnTo>
                    <a:pt x="11054891" y="2295397"/>
                  </a:lnTo>
                  <a:lnTo>
                    <a:pt x="11053795" y="2295355"/>
                  </a:lnTo>
                  <a:lnTo>
                    <a:pt x="11046556" y="2295054"/>
                  </a:lnTo>
                  <a:lnTo>
                    <a:pt x="11028194" y="2294223"/>
                  </a:lnTo>
                  <a:lnTo>
                    <a:pt x="10995081" y="2292584"/>
                  </a:lnTo>
                  <a:lnTo>
                    <a:pt x="10945150" y="2289875"/>
                  </a:lnTo>
                  <a:lnTo>
                    <a:pt x="10878045" y="2285869"/>
                  </a:lnTo>
                  <a:lnTo>
                    <a:pt x="10795082" y="2280396"/>
                  </a:lnTo>
                  <a:lnTo>
                    <a:pt x="10698958" y="2273351"/>
                  </a:lnTo>
                  <a:lnTo>
                    <a:pt x="10593266" y="2264693"/>
                  </a:lnTo>
                  <a:lnTo>
                    <a:pt x="10481934" y="2254426"/>
                  </a:lnTo>
                  <a:lnTo>
                    <a:pt x="10368713" y="2242581"/>
                  </a:lnTo>
                  <a:lnTo>
                    <a:pt x="10256809" y="2229189"/>
                  </a:lnTo>
                  <a:lnTo>
                    <a:pt x="10148691" y="2214260"/>
                  </a:lnTo>
                  <a:lnTo>
                    <a:pt x="10046054" y="2197773"/>
                  </a:lnTo>
                  <a:lnTo>
                    <a:pt x="9949886" y="2179658"/>
                  </a:lnTo>
                  <a:lnTo>
                    <a:pt x="9860591" y="2159800"/>
                  </a:lnTo>
                  <a:lnTo>
                    <a:pt x="9778129" y="2138033"/>
                  </a:lnTo>
                  <a:lnTo>
                    <a:pt x="9702146" y="2114144"/>
                  </a:lnTo>
                  <a:lnTo>
                    <a:pt x="9632081" y="2087880"/>
                  </a:lnTo>
                  <a:lnTo>
                    <a:pt x="9567254" y="2058953"/>
                  </a:lnTo>
                  <a:lnTo>
                    <a:pt x="9506921" y="2027061"/>
                  </a:lnTo>
                  <a:lnTo>
                    <a:pt x="9450333" y="1991911"/>
                  </a:lnTo>
                  <a:lnTo>
                    <a:pt x="9396766" y="1953266"/>
                  </a:lnTo>
                  <a:lnTo>
                    <a:pt x="9347647" y="1912831"/>
                  </a:lnTo>
                  <a:lnTo>
                    <a:pt x="9300091" y="1868976"/>
                  </a:lnTo>
                  <a:lnTo>
                    <a:pt x="9253781" y="1821721"/>
                  </a:lnTo>
                  <a:lnTo>
                    <a:pt x="9208358" y="1770998"/>
                  </a:lnTo>
                  <a:lnTo>
                    <a:pt x="9163539" y="1716801"/>
                  </a:lnTo>
                  <a:lnTo>
                    <a:pt x="9119099" y="1659194"/>
                  </a:lnTo>
                  <a:lnTo>
                    <a:pt x="9074867" y="1598319"/>
                  </a:lnTo>
                  <a:lnTo>
                    <a:pt x="9030720" y="1534394"/>
                  </a:lnTo>
                  <a:lnTo>
                    <a:pt x="8986573" y="1467720"/>
                  </a:lnTo>
                  <a:lnTo>
                    <a:pt x="8942377" y="1398675"/>
                  </a:lnTo>
                  <a:lnTo>
                    <a:pt x="8898112" y="1327707"/>
                  </a:lnTo>
                  <a:lnTo>
                    <a:pt x="8853780" y="1255326"/>
                  </a:lnTo>
                  <a:lnTo>
                    <a:pt x="8809402" y="1182085"/>
                  </a:lnTo>
                  <a:lnTo>
                    <a:pt x="8765008" y="1108567"/>
                  </a:lnTo>
                  <a:lnTo>
                    <a:pt x="8720632" y="1035365"/>
                  </a:lnTo>
                  <a:lnTo>
                    <a:pt x="8676304" y="963058"/>
                  </a:lnTo>
                  <a:lnTo>
                    <a:pt x="8632043" y="892200"/>
                  </a:lnTo>
                  <a:lnTo>
                    <a:pt x="8587851" y="823296"/>
                  </a:lnTo>
                  <a:lnTo>
                    <a:pt x="8543706" y="756789"/>
                  </a:lnTo>
                  <a:lnTo>
                    <a:pt x="8499557" y="693052"/>
                  </a:lnTo>
                  <a:lnTo>
                    <a:pt x="8455316" y="632382"/>
                  </a:lnTo>
                  <a:lnTo>
                    <a:pt x="8410857" y="574992"/>
                  </a:lnTo>
                  <a:lnTo>
                    <a:pt x="8366006" y="521018"/>
                  </a:lnTo>
                  <a:lnTo>
                    <a:pt x="8320536" y="470520"/>
                  </a:lnTo>
                  <a:lnTo>
                    <a:pt x="8274157" y="423487"/>
                  </a:lnTo>
                  <a:lnTo>
                    <a:pt x="8229629" y="382566"/>
                  </a:lnTo>
                  <a:lnTo>
                    <a:pt x="8178339" y="340456"/>
                  </a:lnTo>
                  <a:lnTo>
                    <a:pt x="8124660" y="301959"/>
                  </a:lnTo>
                  <a:lnTo>
                    <a:pt x="8067931" y="266950"/>
                  </a:lnTo>
                  <a:lnTo>
                    <a:pt x="8007428" y="235187"/>
                  </a:lnTo>
                  <a:lnTo>
                    <a:pt x="7942397" y="206376"/>
                  </a:lnTo>
                  <a:lnTo>
                    <a:pt x="7872100" y="180216"/>
                  </a:lnTo>
                  <a:lnTo>
                    <a:pt x="7795858" y="156420"/>
                  </a:lnTo>
                  <a:lnTo>
                    <a:pt x="7713118" y="134736"/>
                  </a:lnTo>
                  <a:lnTo>
                    <a:pt x="7623535" y="114954"/>
                  </a:lnTo>
                  <a:lnTo>
                    <a:pt x="7527087" y="96908"/>
                  </a:lnTo>
                  <a:lnTo>
                    <a:pt x="7424199" y="80486"/>
                  </a:lnTo>
                  <a:lnTo>
                    <a:pt x="7315885" y="65622"/>
                  </a:lnTo>
                  <a:lnTo>
                    <a:pt x="7203872" y="52293"/>
                  </a:lnTo>
                  <a:lnTo>
                    <a:pt x="7090660" y="40513"/>
                  </a:lnTo>
                  <a:lnTo>
                    <a:pt x="6979486" y="30313"/>
                  </a:lnTo>
                  <a:lnTo>
                    <a:pt x="6874113" y="21722"/>
                  </a:lnTo>
                  <a:lnTo>
                    <a:pt x="6778468" y="14743"/>
                  </a:lnTo>
                  <a:lnTo>
                    <a:pt x="6696117" y="9333"/>
                  </a:lnTo>
                  <a:lnTo>
                    <a:pt x="6629710" y="5385"/>
                  </a:lnTo>
                  <a:lnTo>
                    <a:pt x="6580495" y="2725"/>
                  </a:lnTo>
                  <a:lnTo>
                    <a:pt x="6548047" y="1125"/>
                  </a:lnTo>
                  <a:lnTo>
                    <a:pt x="6530229" y="322"/>
                  </a:lnTo>
                  <a:lnTo>
                    <a:pt x="6523353" y="3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8" y="41"/>
                  </a:lnTo>
                  <a:lnTo>
                    <a:pt x="5519104" y="339"/>
                  </a:lnTo>
                  <a:lnTo>
                    <a:pt x="5500728" y="1161"/>
                  </a:lnTo>
                  <a:lnTo>
                    <a:pt x="5467591" y="2783"/>
                  </a:lnTo>
                  <a:lnTo>
                    <a:pt x="5417624" y="5463"/>
                  </a:lnTo>
                  <a:lnTo>
                    <a:pt x="5350476" y="9426"/>
                  </a:lnTo>
                  <a:lnTo>
                    <a:pt x="5267465" y="14841"/>
                  </a:lnTo>
                  <a:lnTo>
                    <a:pt x="5171291" y="21811"/>
                  </a:lnTo>
                  <a:lnTo>
                    <a:pt x="5065553" y="30377"/>
                  </a:lnTo>
                  <a:lnTo>
                    <a:pt x="4954182" y="40533"/>
                  </a:lnTo>
                  <a:lnTo>
                    <a:pt x="4840930" y="52250"/>
                  </a:lnTo>
                  <a:lnTo>
                    <a:pt x="4729004" y="65498"/>
                  </a:lnTo>
                  <a:lnTo>
                    <a:pt x="4620873" y="80265"/>
                  </a:lnTo>
                  <a:lnTo>
                    <a:pt x="4518230" y="96575"/>
                  </a:lnTo>
                  <a:lnTo>
                    <a:pt x="4422063" y="114494"/>
                  </a:lnTo>
                  <a:lnTo>
                    <a:pt x="4332772" y="134138"/>
                  </a:lnTo>
                  <a:lnTo>
                    <a:pt x="4250318" y="155672"/>
                  </a:lnTo>
                  <a:lnTo>
                    <a:pt x="4174344" y="179304"/>
                  </a:lnTo>
                  <a:lnTo>
                    <a:pt x="4104288" y="205289"/>
                  </a:lnTo>
                  <a:lnTo>
                    <a:pt x="4039469" y="233908"/>
                  </a:lnTo>
                  <a:lnTo>
                    <a:pt x="3979143" y="265462"/>
                  </a:lnTo>
                  <a:lnTo>
                    <a:pt x="3922559" y="300239"/>
                  </a:lnTo>
                  <a:lnTo>
                    <a:pt x="3868994" y="338475"/>
                  </a:lnTo>
                  <a:lnTo>
                    <a:pt x="3820202" y="378199"/>
                  </a:lnTo>
                  <a:lnTo>
                    <a:pt x="3772470" y="421721"/>
                  </a:lnTo>
                  <a:lnTo>
                    <a:pt x="3725993" y="468630"/>
                  </a:lnTo>
                  <a:lnTo>
                    <a:pt x="3680407" y="518994"/>
                  </a:lnTo>
                  <a:lnTo>
                    <a:pt x="3635427" y="572817"/>
                  </a:lnTo>
                  <a:lnTo>
                    <a:pt x="3590826" y="630035"/>
                  </a:lnTo>
                  <a:lnTo>
                    <a:pt x="3546432" y="690505"/>
                  </a:lnTo>
                  <a:lnTo>
                    <a:pt x="3502121" y="754006"/>
                  </a:lnTo>
                  <a:lnTo>
                    <a:pt x="3457808" y="820236"/>
                  </a:lnTo>
                  <a:lnTo>
                    <a:pt x="3413445" y="888815"/>
                  </a:lnTo>
                  <a:lnTo>
                    <a:pt x="3369011" y="959293"/>
                  </a:lnTo>
                  <a:lnTo>
                    <a:pt x="3324512" y="1031159"/>
                  </a:lnTo>
                  <a:lnTo>
                    <a:pt x="3279967" y="1103858"/>
                  </a:lnTo>
                  <a:lnTo>
                    <a:pt x="3235407" y="1176806"/>
                  </a:lnTo>
                  <a:lnTo>
                    <a:pt x="3190867" y="1249413"/>
                  </a:lnTo>
                  <a:lnTo>
                    <a:pt x="3146377" y="1321096"/>
                  </a:lnTo>
                  <a:lnTo>
                    <a:pt x="3101955" y="1391308"/>
                  </a:lnTo>
                  <a:lnTo>
                    <a:pt x="3057602" y="1459545"/>
                  </a:lnTo>
                  <a:lnTo>
                    <a:pt x="3013293" y="1525369"/>
                  </a:lnTo>
                  <a:lnTo>
                    <a:pt x="2968976" y="1588412"/>
                  </a:lnTo>
                  <a:lnTo>
                    <a:pt x="2924559" y="1648382"/>
                  </a:lnTo>
                  <a:lnTo>
                    <a:pt x="2879910" y="1705073"/>
                  </a:lnTo>
                  <a:lnTo>
                    <a:pt x="2834851" y="1758355"/>
                  </a:lnTo>
                  <a:lnTo>
                    <a:pt x="2789146" y="1808173"/>
                  </a:lnTo>
                  <a:lnTo>
                    <a:pt x="2742498" y="1854543"/>
                  </a:lnTo>
                  <a:lnTo>
                    <a:pt x="2702183" y="1890995"/>
                  </a:lnTo>
                  <a:lnTo>
                    <a:pt x="2650879" y="1932635"/>
                  </a:lnTo>
                  <a:lnTo>
                    <a:pt x="2597184" y="1970701"/>
                  </a:lnTo>
                  <a:lnTo>
                    <a:pt x="2540438" y="2005318"/>
                  </a:lnTo>
                  <a:lnTo>
                    <a:pt x="2479914" y="2036724"/>
                  </a:lnTo>
                  <a:lnTo>
                    <a:pt x="2414860" y="2065210"/>
                  </a:lnTo>
                  <a:lnTo>
                    <a:pt x="2344535" y="2091075"/>
                  </a:lnTo>
                  <a:lnTo>
                    <a:pt x="2268261" y="2114602"/>
                  </a:lnTo>
                  <a:lnTo>
                    <a:pt x="2185485" y="2136040"/>
                  </a:lnTo>
                  <a:lnTo>
                    <a:pt x="2095862" y="2155598"/>
                  </a:lnTo>
                  <a:lnTo>
                    <a:pt x="1999370" y="2173438"/>
                  </a:lnTo>
                  <a:lnTo>
                    <a:pt x="1896437" y="2189672"/>
                  </a:lnTo>
                  <a:lnTo>
                    <a:pt x="1788079" y="2204366"/>
                  </a:lnTo>
                  <a:lnTo>
                    <a:pt x="1676027" y="2217541"/>
                  </a:lnTo>
                  <a:lnTo>
                    <a:pt x="1562786" y="2229184"/>
                  </a:lnTo>
                  <a:lnTo>
                    <a:pt x="1451596" y="2239265"/>
                  </a:lnTo>
                  <a:lnTo>
                    <a:pt x="1346228" y="2247753"/>
                  </a:lnTo>
                  <a:lnTo>
                    <a:pt x="1250609" y="2254647"/>
                  </a:lnTo>
                  <a:lnTo>
                    <a:pt x="1168306" y="2259989"/>
                  </a:lnTo>
                  <a:lnTo>
                    <a:pt x="1101966" y="2263887"/>
                  </a:lnTo>
                  <a:lnTo>
                    <a:pt x="1052829" y="2266511"/>
                  </a:lnTo>
                  <a:lnTo>
                    <a:pt x="1020461" y="2268088"/>
                  </a:lnTo>
                  <a:lnTo>
                    <a:pt x="1002714" y="2268879"/>
                  </a:lnTo>
                  <a:lnTo>
                    <a:pt x="995889" y="2269158"/>
                  </a:lnTo>
                  <a:lnTo>
                    <a:pt x="994940" y="2269194"/>
                  </a:lnTo>
                  <a:lnTo>
                    <a:pt x="0" y="2269194"/>
                  </a:lnTo>
                  <a:close/>
                </a:path>
              </a:pathLst>
            </a:custGeom>
            <a:solidFill>
              <a:srgbClr val="B497D6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58" name="pl1857"/>
            <p:cNvSpPr/>
            <p:nvPr/>
          </p:nvSpPr>
          <p:spPr>
            <a:xfrm>
              <a:off x="1199187" y="3647316"/>
              <a:ext cx="12049831" cy="2295397"/>
            </a:xfrm>
            <a:custGeom>
              <a:avLst/>
              <a:pathLst>
                <a:path w="12049831" h="2295397">
                  <a:moveTo>
                    <a:pt x="0" y="2269194"/>
                  </a:moveTo>
                  <a:lnTo>
                    <a:pt x="994940" y="2269194"/>
                  </a:lnTo>
                  <a:lnTo>
                    <a:pt x="996037" y="2269152"/>
                  </a:lnTo>
                  <a:lnTo>
                    <a:pt x="1003281" y="2268855"/>
                  </a:lnTo>
                  <a:lnTo>
                    <a:pt x="1021657" y="2268032"/>
                  </a:lnTo>
                  <a:lnTo>
                    <a:pt x="1054794" y="2266411"/>
                  </a:lnTo>
                  <a:lnTo>
                    <a:pt x="1104760" y="2263731"/>
                  </a:lnTo>
                  <a:lnTo>
                    <a:pt x="1171909" y="2259767"/>
                  </a:lnTo>
                  <a:lnTo>
                    <a:pt x="1254920" y="2254352"/>
                  </a:lnTo>
                  <a:lnTo>
                    <a:pt x="1351094" y="2247383"/>
                  </a:lnTo>
                  <a:lnTo>
                    <a:pt x="1456832" y="2238817"/>
                  </a:lnTo>
                  <a:lnTo>
                    <a:pt x="1568203" y="2228661"/>
                  </a:lnTo>
                  <a:lnTo>
                    <a:pt x="1681455" y="2216943"/>
                  </a:lnTo>
                  <a:lnTo>
                    <a:pt x="1793381" y="2203696"/>
                  </a:lnTo>
                  <a:lnTo>
                    <a:pt x="1901512" y="2188929"/>
                  </a:lnTo>
                  <a:lnTo>
                    <a:pt x="2004155" y="2172619"/>
                  </a:lnTo>
                  <a:lnTo>
                    <a:pt x="2100322" y="2154699"/>
                  </a:lnTo>
                  <a:lnTo>
                    <a:pt x="2189613" y="2135055"/>
                  </a:lnTo>
                  <a:lnTo>
                    <a:pt x="2272067" y="2113522"/>
                  </a:lnTo>
                  <a:lnTo>
                    <a:pt x="2348041" y="2089889"/>
                  </a:lnTo>
                  <a:lnTo>
                    <a:pt x="2418097" y="2063905"/>
                  </a:lnTo>
                  <a:lnTo>
                    <a:pt x="2482916" y="2035286"/>
                  </a:lnTo>
                  <a:lnTo>
                    <a:pt x="2543242" y="2003732"/>
                  </a:lnTo>
                  <a:lnTo>
                    <a:pt x="2599826" y="1968955"/>
                  </a:lnTo>
                  <a:lnTo>
                    <a:pt x="2653391" y="1930719"/>
                  </a:lnTo>
                  <a:lnTo>
                    <a:pt x="2702183" y="1890995"/>
                  </a:lnTo>
                  <a:lnTo>
                    <a:pt x="2749915" y="1847473"/>
                  </a:lnTo>
                  <a:lnTo>
                    <a:pt x="2796392" y="1800564"/>
                  </a:lnTo>
                  <a:lnTo>
                    <a:pt x="2841978" y="1750200"/>
                  </a:lnTo>
                  <a:lnTo>
                    <a:pt x="2886958" y="1696376"/>
                  </a:lnTo>
                  <a:lnTo>
                    <a:pt x="2931559" y="1639159"/>
                  </a:lnTo>
                  <a:lnTo>
                    <a:pt x="2975953" y="1578689"/>
                  </a:lnTo>
                  <a:lnTo>
                    <a:pt x="3020264" y="1515188"/>
                  </a:lnTo>
                  <a:lnTo>
                    <a:pt x="3064577" y="1448958"/>
                  </a:lnTo>
                  <a:lnTo>
                    <a:pt x="3108940" y="1380378"/>
                  </a:lnTo>
                  <a:lnTo>
                    <a:pt x="3153374" y="1309900"/>
                  </a:lnTo>
                  <a:lnTo>
                    <a:pt x="3197873" y="1238034"/>
                  </a:lnTo>
                  <a:lnTo>
                    <a:pt x="3242418" y="1165335"/>
                  </a:lnTo>
                  <a:lnTo>
                    <a:pt x="3286978" y="1092387"/>
                  </a:lnTo>
                  <a:lnTo>
                    <a:pt x="3331518" y="1019781"/>
                  </a:lnTo>
                  <a:lnTo>
                    <a:pt x="3376008" y="948097"/>
                  </a:lnTo>
                  <a:lnTo>
                    <a:pt x="3420430" y="877886"/>
                  </a:lnTo>
                  <a:lnTo>
                    <a:pt x="3464783" y="809648"/>
                  </a:lnTo>
                  <a:lnTo>
                    <a:pt x="3509092" y="743824"/>
                  </a:lnTo>
                  <a:lnTo>
                    <a:pt x="3553409" y="680782"/>
                  </a:lnTo>
                  <a:lnTo>
                    <a:pt x="3597826" y="620811"/>
                  </a:lnTo>
                  <a:lnTo>
                    <a:pt x="3642475" y="564120"/>
                  </a:lnTo>
                  <a:lnTo>
                    <a:pt x="3687534" y="510839"/>
                  </a:lnTo>
                  <a:lnTo>
                    <a:pt x="3733239" y="461021"/>
                  </a:lnTo>
                  <a:lnTo>
                    <a:pt x="3779887" y="414650"/>
                  </a:lnTo>
                  <a:lnTo>
                    <a:pt x="3820202" y="378199"/>
                  </a:lnTo>
                  <a:lnTo>
                    <a:pt x="3871506" y="336558"/>
                  </a:lnTo>
                  <a:lnTo>
                    <a:pt x="3925201" y="298492"/>
                  </a:lnTo>
                  <a:lnTo>
                    <a:pt x="3981947" y="263876"/>
                  </a:lnTo>
                  <a:lnTo>
                    <a:pt x="4042471" y="232470"/>
                  </a:lnTo>
                  <a:lnTo>
                    <a:pt x="4107525" y="203984"/>
                  </a:lnTo>
                  <a:lnTo>
                    <a:pt x="4177850" y="178119"/>
                  </a:lnTo>
                  <a:lnTo>
                    <a:pt x="4254124" y="154592"/>
                  </a:lnTo>
                  <a:lnTo>
                    <a:pt x="4336900" y="133154"/>
                  </a:lnTo>
                  <a:lnTo>
                    <a:pt x="4426523" y="113596"/>
                  </a:lnTo>
                  <a:lnTo>
                    <a:pt x="4523015" y="95756"/>
                  </a:lnTo>
                  <a:lnTo>
                    <a:pt x="4625948" y="79521"/>
                  </a:lnTo>
                  <a:lnTo>
                    <a:pt x="4734306" y="64827"/>
                  </a:lnTo>
                  <a:lnTo>
                    <a:pt x="4846358" y="51653"/>
                  </a:lnTo>
                  <a:lnTo>
                    <a:pt x="4959599" y="40009"/>
                  </a:lnTo>
                  <a:lnTo>
                    <a:pt x="5070789" y="29929"/>
                  </a:lnTo>
                  <a:lnTo>
                    <a:pt x="5176157" y="21440"/>
                  </a:lnTo>
                  <a:lnTo>
                    <a:pt x="5271776" y="14547"/>
                  </a:lnTo>
                  <a:lnTo>
                    <a:pt x="5354079" y="9204"/>
                  </a:lnTo>
                  <a:lnTo>
                    <a:pt x="5420419" y="5307"/>
                  </a:lnTo>
                  <a:lnTo>
                    <a:pt x="5469556" y="2683"/>
                  </a:lnTo>
                  <a:lnTo>
                    <a:pt x="5501924" y="1106"/>
                  </a:lnTo>
                  <a:lnTo>
                    <a:pt x="5519671" y="315"/>
                  </a:lnTo>
                  <a:lnTo>
                    <a:pt x="5526496" y="36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2" y="42"/>
                  </a:lnTo>
                  <a:lnTo>
                    <a:pt x="6530720" y="343"/>
                  </a:lnTo>
                  <a:lnTo>
                    <a:pt x="6549082" y="1174"/>
                  </a:lnTo>
                  <a:lnTo>
                    <a:pt x="6582195" y="2812"/>
                  </a:lnTo>
                  <a:lnTo>
                    <a:pt x="6632127" y="5522"/>
                  </a:lnTo>
                  <a:lnTo>
                    <a:pt x="6699231" y="9528"/>
                  </a:lnTo>
                  <a:lnTo>
                    <a:pt x="6782194" y="15001"/>
                  </a:lnTo>
                  <a:lnTo>
                    <a:pt x="6878319" y="22046"/>
                  </a:lnTo>
                  <a:lnTo>
                    <a:pt x="6984011" y="30704"/>
                  </a:lnTo>
                  <a:lnTo>
                    <a:pt x="7095342" y="40971"/>
                  </a:lnTo>
                  <a:lnTo>
                    <a:pt x="7208563" y="52816"/>
                  </a:lnTo>
                  <a:lnTo>
                    <a:pt x="7320468" y="66208"/>
                  </a:lnTo>
                  <a:lnTo>
                    <a:pt x="7428585" y="81136"/>
                  </a:lnTo>
                  <a:lnTo>
                    <a:pt x="7531222" y="97624"/>
                  </a:lnTo>
                  <a:lnTo>
                    <a:pt x="7627390" y="115739"/>
                  </a:lnTo>
                  <a:lnTo>
                    <a:pt x="7716685" y="135597"/>
                  </a:lnTo>
                  <a:lnTo>
                    <a:pt x="7799148" y="157364"/>
                  </a:lnTo>
                  <a:lnTo>
                    <a:pt x="7875131" y="181253"/>
                  </a:lnTo>
                  <a:lnTo>
                    <a:pt x="7945195" y="207517"/>
                  </a:lnTo>
                  <a:lnTo>
                    <a:pt x="8010023" y="236444"/>
                  </a:lnTo>
                  <a:lnTo>
                    <a:pt x="8070355" y="268336"/>
                  </a:lnTo>
                  <a:lnTo>
                    <a:pt x="8126943" y="303486"/>
                  </a:lnTo>
                  <a:lnTo>
                    <a:pt x="8180511" y="342131"/>
                  </a:lnTo>
                  <a:lnTo>
                    <a:pt x="8229629" y="382566"/>
                  </a:lnTo>
                  <a:lnTo>
                    <a:pt x="8277186" y="426420"/>
                  </a:lnTo>
                  <a:lnTo>
                    <a:pt x="8323496" y="473675"/>
                  </a:lnTo>
                  <a:lnTo>
                    <a:pt x="8368918" y="524399"/>
                  </a:lnTo>
                  <a:lnTo>
                    <a:pt x="8413738" y="578596"/>
                  </a:lnTo>
                  <a:lnTo>
                    <a:pt x="8458178" y="636203"/>
                  </a:lnTo>
                  <a:lnTo>
                    <a:pt x="8502409" y="697078"/>
                  </a:lnTo>
                  <a:lnTo>
                    <a:pt x="8546556" y="761003"/>
                  </a:lnTo>
                  <a:lnTo>
                    <a:pt x="8590703" y="827677"/>
                  </a:lnTo>
                  <a:lnTo>
                    <a:pt x="8634899" y="896722"/>
                  </a:lnTo>
                  <a:lnTo>
                    <a:pt x="8679165" y="967689"/>
                  </a:lnTo>
                  <a:lnTo>
                    <a:pt x="8723497" y="1040071"/>
                  </a:lnTo>
                  <a:lnTo>
                    <a:pt x="8767875" y="1113312"/>
                  </a:lnTo>
                  <a:lnTo>
                    <a:pt x="8812268" y="1186829"/>
                  </a:lnTo>
                  <a:lnTo>
                    <a:pt x="8856644" y="1260032"/>
                  </a:lnTo>
                  <a:lnTo>
                    <a:pt x="8900972" y="1332338"/>
                  </a:lnTo>
                  <a:lnTo>
                    <a:pt x="8945233" y="1403197"/>
                  </a:lnTo>
                  <a:lnTo>
                    <a:pt x="8989425" y="1472101"/>
                  </a:lnTo>
                  <a:lnTo>
                    <a:pt x="9033570" y="1538608"/>
                  </a:lnTo>
                  <a:lnTo>
                    <a:pt x="9077720" y="1602344"/>
                  </a:lnTo>
                  <a:lnTo>
                    <a:pt x="9121961" y="1663015"/>
                  </a:lnTo>
                  <a:lnTo>
                    <a:pt x="9166419" y="1720405"/>
                  </a:lnTo>
                  <a:lnTo>
                    <a:pt x="9211270" y="1774379"/>
                  </a:lnTo>
                  <a:lnTo>
                    <a:pt x="9256741" y="1824877"/>
                  </a:lnTo>
                  <a:lnTo>
                    <a:pt x="9303120" y="1871910"/>
                  </a:lnTo>
                  <a:lnTo>
                    <a:pt x="9347647" y="1912831"/>
                  </a:lnTo>
                  <a:lnTo>
                    <a:pt x="9398937" y="1954941"/>
                  </a:lnTo>
                  <a:lnTo>
                    <a:pt x="9452617" y="1993438"/>
                  </a:lnTo>
                  <a:lnTo>
                    <a:pt x="9509345" y="2028447"/>
                  </a:lnTo>
                  <a:lnTo>
                    <a:pt x="9569849" y="2060210"/>
                  </a:lnTo>
                  <a:lnTo>
                    <a:pt x="9634880" y="2089020"/>
                  </a:lnTo>
                  <a:lnTo>
                    <a:pt x="9705177" y="2115181"/>
                  </a:lnTo>
                  <a:lnTo>
                    <a:pt x="9781419" y="2138976"/>
                  </a:lnTo>
                  <a:lnTo>
                    <a:pt x="9864159" y="2160660"/>
                  </a:lnTo>
                  <a:lnTo>
                    <a:pt x="9953741" y="2180443"/>
                  </a:lnTo>
                  <a:lnTo>
                    <a:pt x="10050189" y="2198488"/>
                  </a:lnTo>
                  <a:lnTo>
                    <a:pt x="10153078" y="2214911"/>
                  </a:lnTo>
                  <a:lnTo>
                    <a:pt x="10261392" y="2229775"/>
                  </a:lnTo>
                  <a:lnTo>
                    <a:pt x="10373405" y="2243103"/>
                  </a:lnTo>
                  <a:lnTo>
                    <a:pt x="10486616" y="2254884"/>
                  </a:lnTo>
                  <a:lnTo>
                    <a:pt x="10597791" y="2265084"/>
                  </a:lnTo>
                  <a:lnTo>
                    <a:pt x="10703163" y="2273675"/>
                  </a:lnTo>
                  <a:lnTo>
                    <a:pt x="10798809" y="2280654"/>
                  </a:lnTo>
                  <a:lnTo>
                    <a:pt x="10881159" y="2286064"/>
                  </a:lnTo>
                  <a:lnTo>
                    <a:pt x="10947567" y="2290012"/>
                  </a:lnTo>
                  <a:lnTo>
                    <a:pt x="10996781" y="2292672"/>
                  </a:lnTo>
                  <a:lnTo>
                    <a:pt x="11029229" y="2294271"/>
                  </a:lnTo>
                  <a:lnTo>
                    <a:pt x="11047048" y="2295075"/>
                  </a:lnTo>
                  <a:lnTo>
                    <a:pt x="11053924" y="2295360"/>
                  </a:lnTo>
                  <a:lnTo>
                    <a:pt x="11054891" y="2295397"/>
                  </a:lnTo>
                  <a:lnTo>
                    <a:pt x="12049831" y="2295397"/>
                  </a:lnTo>
                  <a:lnTo>
                    <a:pt x="12049831" y="22953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9" name="pl1858"/>
            <p:cNvSpPr/>
            <p:nvPr/>
          </p:nvSpPr>
          <p:spPr>
            <a:xfrm>
              <a:off x="1199187" y="3642076"/>
              <a:ext cx="12049831" cy="2295397"/>
            </a:xfrm>
            <a:custGeom>
              <a:avLst/>
              <a:pathLst>
                <a:path w="12049831" h="2295397">
                  <a:moveTo>
                    <a:pt x="12049831" y="2295397"/>
                  </a:moveTo>
                  <a:lnTo>
                    <a:pt x="11054891" y="2295397"/>
                  </a:lnTo>
                  <a:lnTo>
                    <a:pt x="11053795" y="2295355"/>
                  </a:lnTo>
                  <a:lnTo>
                    <a:pt x="11046556" y="2295054"/>
                  </a:lnTo>
                  <a:lnTo>
                    <a:pt x="11028194" y="2294223"/>
                  </a:lnTo>
                  <a:lnTo>
                    <a:pt x="10995081" y="2292584"/>
                  </a:lnTo>
                  <a:lnTo>
                    <a:pt x="10945150" y="2289875"/>
                  </a:lnTo>
                  <a:lnTo>
                    <a:pt x="10878045" y="2285869"/>
                  </a:lnTo>
                  <a:lnTo>
                    <a:pt x="10795082" y="2280396"/>
                  </a:lnTo>
                  <a:lnTo>
                    <a:pt x="10698958" y="2273351"/>
                  </a:lnTo>
                  <a:lnTo>
                    <a:pt x="10593266" y="2264693"/>
                  </a:lnTo>
                  <a:lnTo>
                    <a:pt x="10481934" y="2254426"/>
                  </a:lnTo>
                  <a:lnTo>
                    <a:pt x="10368713" y="2242581"/>
                  </a:lnTo>
                  <a:lnTo>
                    <a:pt x="10256809" y="2229189"/>
                  </a:lnTo>
                  <a:lnTo>
                    <a:pt x="10148691" y="2214260"/>
                  </a:lnTo>
                  <a:lnTo>
                    <a:pt x="10046054" y="2197773"/>
                  </a:lnTo>
                  <a:lnTo>
                    <a:pt x="9949886" y="2179658"/>
                  </a:lnTo>
                  <a:lnTo>
                    <a:pt x="9860591" y="2159800"/>
                  </a:lnTo>
                  <a:lnTo>
                    <a:pt x="9778129" y="2138033"/>
                  </a:lnTo>
                  <a:lnTo>
                    <a:pt x="9702146" y="2114144"/>
                  </a:lnTo>
                  <a:lnTo>
                    <a:pt x="9632081" y="2087880"/>
                  </a:lnTo>
                  <a:lnTo>
                    <a:pt x="9567254" y="2058953"/>
                  </a:lnTo>
                  <a:lnTo>
                    <a:pt x="9506921" y="2027061"/>
                  </a:lnTo>
                  <a:lnTo>
                    <a:pt x="9450333" y="1991911"/>
                  </a:lnTo>
                  <a:lnTo>
                    <a:pt x="9396766" y="1953266"/>
                  </a:lnTo>
                  <a:lnTo>
                    <a:pt x="9347647" y="1912831"/>
                  </a:lnTo>
                  <a:lnTo>
                    <a:pt x="9300091" y="1868976"/>
                  </a:lnTo>
                  <a:lnTo>
                    <a:pt x="9253781" y="1821721"/>
                  </a:lnTo>
                  <a:lnTo>
                    <a:pt x="9208358" y="1770998"/>
                  </a:lnTo>
                  <a:lnTo>
                    <a:pt x="9163539" y="1716801"/>
                  </a:lnTo>
                  <a:lnTo>
                    <a:pt x="9119099" y="1659194"/>
                  </a:lnTo>
                  <a:lnTo>
                    <a:pt x="9074867" y="1598319"/>
                  </a:lnTo>
                  <a:lnTo>
                    <a:pt x="9030720" y="1534394"/>
                  </a:lnTo>
                  <a:lnTo>
                    <a:pt x="8986573" y="1467720"/>
                  </a:lnTo>
                  <a:lnTo>
                    <a:pt x="8942377" y="1398675"/>
                  </a:lnTo>
                  <a:lnTo>
                    <a:pt x="8898112" y="1327707"/>
                  </a:lnTo>
                  <a:lnTo>
                    <a:pt x="8853780" y="1255326"/>
                  </a:lnTo>
                  <a:lnTo>
                    <a:pt x="8809402" y="1182085"/>
                  </a:lnTo>
                  <a:lnTo>
                    <a:pt x="8765008" y="1108567"/>
                  </a:lnTo>
                  <a:lnTo>
                    <a:pt x="8720632" y="1035365"/>
                  </a:lnTo>
                  <a:lnTo>
                    <a:pt x="8676304" y="963058"/>
                  </a:lnTo>
                  <a:lnTo>
                    <a:pt x="8632043" y="892200"/>
                  </a:lnTo>
                  <a:lnTo>
                    <a:pt x="8587851" y="823296"/>
                  </a:lnTo>
                  <a:lnTo>
                    <a:pt x="8543706" y="756789"/>
                  </a:lnTo>
                  <a:lnTo>
                    <a:pt x="8499557" y="693052"/>
                  </a:lnTo>
                  <a:lnTo>
                    <a:pt x="8455316" y="632382"/>
                  </a:lnTo>
                  <a:lnTo>
                    <a:pt x="8410857" y="574992"/>
                  </a:lnTo>
                  <a:lnTo>
                    <a:pt x="8366006" y="521018"/>
                  </a:lnTo>
                  <a:lnTo>
                    <a:pt x="8320536" y="470520"/>
                  </a:lnTo>
                  <a:lnTo>
                    <a:pt x="8274157" y="423487"/>
                  </a:lnTo>
                  <a:lnTo>
                    <a:pt x="8229629" y="382566"/>
                  </a:lnTo>
                  <a:lnTo>
                    <a:pt x="8178339" y="340456"/>
                  </a:lnTo>
                  <a:lnTo>
                    <a:pt x="8124660" y="301959"/>
                  </a:lnTo>
                  <a:lnTo>
                    <a:pt x="8067931" y="266950"/>
                  </a:lnTo>
                  <a:lnTo>
                    <a:pt x="8007428" y="235187"/>
                  </a:lnTo>
                  <a:lnTo>
                    <a:pt x="7942397" y="206376"/>
                  </a:lnTo>
                  <a:lnTo>
                    <a:pt x="7872100" y="180216"/>
                  </a:lnTo>
                  <a:lnTo>
                    <a:pt x="7795858" y="156420"/>
                  </a:lnTo>
                  <a:lnTo>
                    <a:pt x="7713118" y="134736"/>
                  </a:lnTo>
                  <a:lnTo>
                    <a:pt x="7623535" y="114954"/>
                  </a:lnTo>
                  <a:lnTo>
                    <a:pt x="7527087" y="96908"/>
                  </a:lnTo>
                  <a:lnTo>
                    <a:pt x="7424199" y="80486"/>
                  </a:lnTo>
                  <a:lnTo>
                    <a:pt x="7315885" y="65622"/>
                  </a:lnTo>
                  <a:lnTo>
                    <a:pt x="7203872" y="52293"/>
                  </a:lnTo>
                  <a:lnTo>
                    <a:pt x="7090660" y="40513"/>
                  </a:lnTo>
                  <a:lnTo>
                    <a:pt x="6979486" y="30313"/>
                  </a:lnTo>
                  <a:lnTo>
                    <a:pt x="6874113" y="21722"/>
                  </a:lnTo>
                  <a:lnTo>
                    <a:pt x="6778468" y="14743"/>
                  </a:lnTo>
                  <a:lnTo>
                    <a:pt x="6696117" y="9333"/>
                  </a:lnTo>
                  <a:lnTo>
                    <a:pt x="6629710" y="5385"/>
                  </a:lnTo>
                  <a:lnTo>
                    <a:pt x="6580495" y="2725"/>
                  </a:lnTo>
                  <a:lnTo>
                    <a:pt x="6548047" y="1125"/>
                  </a:lnTo>
                  <a:lnTo>
                    <a:pt x="6530229" y="322"/>
                  </a:lnTo>
                  <a:lnTo>
                    <a:pt x="6523353" y="3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8" y="41"/>
                  </a:lnTo>
                  <a:lnTo>
                    <a:pt x="5519104" y="339"/>
                  </a:lnTo>
                  <a:lnTo>
                    <a:pt x="5500728" y="1161"/>
                  </a:lnTo>
                  <a:lnTo>
                    <a:pt x="5467591" y="2783"/>
                  </a:lnTo>
                  <a:lnTo>
                    <a:pt x="5417624" y="5463"/>
                  </a:lnTo>
                  <a:lnTo>
                    <a:pt x="5350476" y="9426"/>
                  </a:lnTo>
                  <a:lnTo>
                    <a:pt x="5267465" y="14841"/>
                  </a:lnTo>
                  <a:lnTo>
                    <a:pt x="5171291" y="21811"/>
                  </a:lnTo>
                  <a:lnTo>
                    <a:pt x="5065553" y="30377"/>
                  </a:lnTo>
                  <a:lnTo>
                    <a:pt x="4954182" y="40533"/>
                  </a:lnTo>
                  <a:lnTo>
                    <a:pt x="4840930" y="52250"/>
                  </a:lnTo>
                  <a:lnTo>
                    <a:pt x="4729004" y="65498"/>
                  </a:lnTo>
                  <a:lnTo>
                    <a:pt x="4620873" y="80265"/>
                  </a:lnTo>
                  <a:lnTo>
                    <a:pt x="4518230" y="96575"/>
                  </a:lnTo>
                  <a:lnTo>
                    <a:pt x="4422063" y="114494"/>
                  </a:lnTo>
                  <a:lnTo>
                    <a:pt x="4332772" y="134138"/>
                  </a:lnTo>
                  <a:lnTo>
                    <a:pt x="4250318" y="155672"/>
                  </a:lnTo>
                  <a:lnTo>
                    <a:pt x="4174344" y="179304"/>
                  </a:lnTo>
                  <a:lnTo>
                    <a:pt x="4104288" y="205289"/>
                  </a:lnTo>
                  <a:lnTo>
                    <a:pt x="4039469" y="233908"/>
                  </a:lnTo>
                  <a:lnTo>
                    <a:pt x="3979143" y="265462"/>
                  </a:lnTo>
                  <a:lnTo>
                    <a:pt x="3922559" y="300239"/>
                  </a:lnTo>
                  <a:lnTo>
                    <a:pt x="3868994" y="338475"/>
                  </a:lnTo>
                  <a:lnTo>
                    <a:pt x="3820202" y="378199"/>
                  </a:lnTo>
                  <a:lnTo>
                    <a:pt x="3772470" y="421721"/>
                  </a:lnTo>
                  <a:lnTo>
                    <a:pt x="3725993" y="468630"/>
                  </a:lnTo>
                  <a:lnTo>
                    <a:pt x="3680407" y="518994"/>
                  </a:lnTo>
                  <a:lnTo>
                    <a:pt x="3635427" y="572817"/>
                  </a:lnTo>
                  <a:lnTo>
                    <a:pt x="3590826" y="630035"/>
                  </a:lnTo>
                  <a:lnTo>
                    <a:pt x="3546432" y="690505"/>
                  </a:lnTo>
                  <a:lnTo>
                    <a:pt x="3502121" y="754006"/>
                  </a:lnTo>
                  <a:lnTo>
                    <a:pt x="3457808" y="820236"/>
                  </a:lnTo>
                  <a:lnTo>
                    <a:pt x="3413445" y="888815"/>
                  </a:lnTo>
                  <a:lnTo>
                    <a:pt x="3369011" y="959293"/>
                  </a:lnTo>
                  <a:lnTo>
                    <a:pt x="3324512" y="1031159"/>
                  </a:lnTo>
                  <a:lnTo>
                    <a:pt x="3279967" y="1103858"/>
                  </a:lnTo>
                  <a:lnTo>
                    <a:pt x="3235407" y="1176806"/>
                  </a:lnTo>
                  <a:lnTo>
                    <a:pt x="3190867" y="1249413"/>
                  </a:lnTo>
                  <a:lnTo>
                    <a:pt x="3146377" y="1321096"/>
                  </a:lnTo>
                  <a:lnTo>
                    <a:pt x="3101955" y="1391308"/>
                  </a:lnTo>
                  <a:lnTo>
                    <a:pt x="3057602" y="1459545"/>
                  </a:lnTo>
                  <a:lnTo>
                    <a:pt x="3013293" y="1525369"/>
                  </a:lnTo>
                  <a:lnTo>
                    <a:pt x="2968976" y="1588412"/>
                  </a:lnTo>
                  <a:lnTo>
                    <a:pt x="2924559" y="1648382"/>
                  </a:lnTo>
                  <a:lnTo>
                    <a:pt x="2879910" y="1705073"/>
                  </a:lnTo>
                  <a:lnTo>
                    <a:pt x="2834851" y="1758355"/>
                  </a:lnTo>
                  <a:lnTo>
                    <a:pt x="2789146" y="1808173"/>
                  </a:lnTo>
                  <a:lnTo>
                    <a:pt x="2742498" y="1854543"/>
                  </a:lnTo>
                  <a:lnTo>
                    <a:pt x="2702183" y="1890995"/>
                  </a:lnTo>
                  <a:lnTo>
                    <a:pt x="2650879" y="1932635"/>
                  </a:lnTo>
                  <a:lnTo>
                    <a:pt x="2597184" y="1970701"/>
                  </a:lnTo>
                  <a:lnTo>
                    <a:pt x="2540438" y="2005318"/>
                  </a:lnTo>
                  <a:lnTo>
                    <a:pt x="2479914" y="2036724"/>
                  </a:lnTo>
                  <a:lnTo>
                    <a:pt x="2414860" y="2065210"/>
                  </a:lnTo>
                  <a:lnTo>
                    <a:pt x="2344535" y="2091075"/>
                  </a:lnTo>
                  <a:lnTo>
                    <a:pt x="2268261" y="2114602"/>
                  </a:lnTo>
                  <a:lnTo>
                    <a:pt x="2185485" y="2136040"/>
                  </a:lnTo>
                  <a:lnTo>
                    <a:pt x="2095862" y="2155598"/>
                  </a:lnTo>
                  <a:lnTo>
                    <a:pt x="1999370" y="2173438"/>
                  </a:lnTo>
                  <a:lnTo>
                    <a:pt x="1896437" y="2189672"/>
                  </a:lnTo>
                  <a:lnTo>
                    <a:pt x="1788079" y="2204366"/>
                  </a:lnTo>
                  <a:lnTo>
                    <a:pt x="1676027" y="2217541"/>
                  </a:lnTo>
                  <a:lnTo>
                    <a:pt x="1562786" y="2229184"/>
                  </a:lnTo>
                  <a:lnTo>
                    <a:pt x="1451596" y="2239265"/>
                  </a:lnTo>
                  <a:lnTo>
                    <a:pt x="1346228" y="2247753"/>
                  </a:lnTo>
                  <a:lnTo>
                    <a:pt x="1250609" y="2254647"/>
                  </a:lnTo>
                  <a:lnTo>
                    <a:pt x="1168306" y="2259989"/>
                  </a:lnTo>
                  <a:lnTo>
                    <a:pt x="1101966" y="2263887"/>
                  </a:lnTo>
                  <a:lnTo>
                    <a:pt x="1052829" y="2266511"/>
                  </a:lnTo>
                  <a:lnTo>
                    <a:pt x="1020461" y="2268088"/>
                  </a:lnTo>
                  <a:lnTo>
                    <a:pt x="1002714" y="2268879"/>
                  </a:lnTo>
                  <a:lnTo>
                    <a:pt x="995889" y="2269158"/>
                  </a:lnTo>
                  <a:lnTo>
                    <a:pt x="994940" y="2269194"/>
                  </a:lnTo>
                  <a:lnTo>
                    <a:pt x="0" y="2269194"/>
                  </a:lnTo>
                  <a:lnTo>
                    <a:pt x="0" y="22691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0" name="pg1859"/>
            <p:cNvSpPr/>
            <p:nvPr/>
          </p:nvSpPr>
          <p:spPr>
            <a:xfrm>
              <a:off x="1199187" y="1650635"/>
              <a:ext cx="12049831" cy="4533148"/>
            </a:xfrm>
            <a:custGeom>
              <a:avLst/>
              <a:pathLst>
                <a:path w="12049831" h="4533148">
                  <a:moveTo>
                    <a:pt x="0" y="4391651"/>
                  </a:moveTo>
                  <a:lnTo>
                    <a:pt x="994940" y="4391651"/>
                  </a:lnTo>
                  <a:lnTo>
                    <a:pt x="996076" y="4391654"/>
                  </a:lnTo>
                  <a:lnTo>
                    <a:pt x="1003575" y="4391673"/>
                  </a:lnTo>
                  <a:lnTo>
                    <a:pt x="1022577" y="4391726"/>
                  </a:lnTo>
                  <a:lnTo>
                    <a:pt x="1056799" y="4391831"/>
                  </a:lnTo>
                  <a:lnTo>
                    <a:pt x="1108310" y="4392004"/>
                  </a:lnTo>
                  <a:lnTo>
                    <a:pt x="1177381" y="4392260"/>
                  </a:lnTo>
                  <a:lnTo>
                    <a:pt x="1262538" y="4392609"/>
                  </a:lnTo>
                  <a:lnTo>
                    <a:pt x="1360892" y="4393058"/>
                  </a:lnTo>
                  <a:lnTo>
                    <a:pt x="1468659" y="4393609"/>
                  </a:lnTo>
                  <a:lnTo>
                    <a:pt x="1581764" y="4394261"/>
                  </a:lnTo>
                  <a:lnTo>
                    <a:pt x="1696368" y="4395013"/>
                  </a:lnTo>
                  <a:lnTo>
                    <a:pt x="1809235" y="4395862"/>
                  </a:lnTo>
                  <a:lnTo>
                    <a:pt x="1917919" y="4396808"/>
                  </a:lnTo>
                  <a:lnTo>
                    <a:pt x="2020782" y="4397853"/>
                  </a:lnTo>
                  <a:lnTo>
                    <a:pt x="2116907" y="4399003"/>
                  </a:lnTo>
                  <a:lnTo>
                    <a:pt x="2205968" y="4400264"/>
                  </a:lnTo>
                  <a:lnTo>
                    <a:pt x="2288077" y="4401647"/>
                  </a:lnTo>
                  <a:lnTo>
                    <a:pt x="2363653" y="4403169"/>
                  </a:lnTo>
                  <a:lnTo>
                    <a:pt x="2433311" y="4404844"/>
                  </a:lnTo>
                  <a:lnTo>
                    <a:pt x="2497777" y="4406691"/>
                  </a:lnTo>
                  <a:lnTo>
                    <a:pt x="2557825" y="4408731"/>
                  </a:lnTo>
                  <a:lnTo>
                    <a:pt x="2614233" y="4410981"/>
                  </a:lnTo>
                  <a:lnTo>
                    <a:pt x="2667735" y="4413454"/>
                  </a:lnTo>
                  <a:lnTo>
                    <a:pt x="2702183" y="4415234"/>
                  </a:lnTo>
                  <a:lnTo>
                    <a:pt x="2763730" y="4418788"/>
                  </a:lnTo>
                  <a:lnTo>
                    <a:pt x="2823360" y="4422698"/>
                  </a:lnTo>
                  <a:lnTo>
                    <a:pt x="2881785" y="4426971"/>
                  </a:lnTo>
                  <a:lnTo>
                    <a:pt x="2939530" y="4431599"/>
                  </a:lnTo>
                  <a:lnTo>
                    <a:pt x="2996966" y="4436563"/>
                  </a:lnTo>
                  <a:lnTo>
                    <a:pt x="3054335" y="4441829"/>
                  </a:lnTo>
                  <a:lnTo>
                    <a:pt x="3111771" y="4447351"/>
                  </a:lnTo>
                  <a:lnTo>
                    <a:pt x="3169324" y="4453067"/>
                  </a:lnTo>
                  <a:lnTo>
                    <a:pt x="3226976" y="4458908"/>
                  </a:lnTo>
                  <a:lnTo>
                    <a:pt x="3284672" y="4464796"/>
                  </a:lnTo>
                  <a:lnTo>
                    <a:pt x="3342337" y="4470652"/>
                  </a:lnTo>
                  <a:lnTo>
                    <a:pt x="3399911" y="4476397"/>
                  </a:lnTo>
                  <a:lnTo>
                    <a:pt x="3457368" y="4481960"/>
                  </a:lnTo>
                  <a:lnTo>
                    <a:pt x="3514742" y="4487278"/>
                  </a:lnTo>
                  <a:lnTo>
                    <a:pt x="3572150" y="4492301"/>
                  </a:lnTo>
                  <a:lnTo>
                    <a:pt x="3629814" y="4496993"/>
                  </a:lnTo>
                  <a:lnTo>
                    <a:pt x="3688078" y="4501333"/>
                  </a:lnTo>
                  <a:lnTo>
                    <a:pt x="3747436" y="4505311"/>
                  </a:lnTo>
                  <a:lnTo>
                    <a:pt x="3808561" y="4508930"/>
                  </a:lnTo>
                  <a:lnTo>
                    <a:pt x="3820202" y="4509565"/>
                  </a:lnTo>
                  <a:lnTo>
                    <a:pt x="3872135" y="4512191"/>
                  </a:lnTo>
                  <a:lnTo>
                    <a:pt x="3926524" y="4514590"/>
                  </a:lnTo>
                  <a:lnTo>
                    <a:pt x="3984056" y="4516768"/>
                  </a:lnTo>
                  <a:lnTo>
                    <a:pt x="4045484" y="4518741"/>
                  </a:lnTo>
                  <a:lnTo>
                    <a:pt x="4111589" y="4520530"/>
                  </a:lnTo>
                  <a:lnTo>
                    <a:pt x="4183136" y="4522152"/>
                  </a:lnTo>
                  <a:lnTo>
                    <a:pt x="4260821" y="4523625"/>
                  </a:lnTo>
                  <a:lnTo>
                    <a:pt x="4345204" y="4524967"/>
                  </a:lnTo>
                  <a:lnTo>
                    <a:pt x="4436617" y="4526190"/>
                  </a:lnTo>
                  <a:lnTo>
                    <a:pt x="4535041" y="4527304"/>
                  </a:lnTo>
                  <a:lnTo>
                    <a:pt x="4639971" y="4528316"/>
                  </a:lnTo>
                  <a:lnTo>
                    <a:pt x="4750265" y="4529230"/>
                  </a:lnTo>
                  <a:lnTo>
                    <a:pt x="4864021" y="4530047"/>
                  </a:lnTo>
                  <a:lnTo>
                    <a:pt x="4978521" y="4530766"/>
                  </a:lnTo>
                  <a:lnTo>
                    <a:pt x="5090300" y="4531384"/>
                  </a:lnTo>
                  <a:lnTo>
                    <a:pt x="5195392" y="4531901"/>
                  </a:lnTo>
                  <a:lnTo>
                    <a:pt x="5289751" y="4532317"/>
                  </a:lnTo>
                  <a:lnTo>
                    <a:pt x="5369827" y="4532634"/>
                  </a:lnTo>
                  <a:lnTo>
                    <a:pt x="5433149" y="4532861"/>
                  </a:lnTo>
                  <a:lnTo>
                    <a:pt x="5478801" y="4533010"/>
                  </a:lnTo>
                  <a:lnTo>
                    <a:pt x="5507654" y="4533095"/>
                  </a:lnTo>
                  <a:lnTo>
                    <a:pt x="5522350" y="4533135"/>
                  </a:lnTo>
                  <a:lnTo>
                    <a:pt x="5527101" y="4533147"/>
                  </a:lnTo>
                  <a:lnTo>
                    <a:pt x="5527445" y="4533148"/>
                  </a:lnTo>
                  <a:lnTo>
                    <a:pt x="6522385" y="4533148"/>
                  </a:lnTo>
                  <a:lnTo>
                    <a:pt x="6523382" y="4533072"/>
                  </a:lnTo>
                  <a:lnTo>
                    <a:pt x="6529974" y="4532534"/>
                  </a:lnTo>
                  <a:lnTo>
                    <a:pt x="6546737" y="4531048"/>
                  </a:lnTo>
                  <a:lnTo>
                    <a:pt x="6577068" y="4528118"/>
                  </a:lnTo>
                  <a:lnTo>
                    <a:pt x="6623014" y="4523267"/>
                  </a:lnTo>
                  <a:lnTo>
                    <a:pt x="6685119" y="4516078"/>
                  </a:lnTo>
                  <a:lnTo>
                    <a:pt x="6762444" y="4506227"/>
                  </a:lnTo>
                  <a:lnTo>
                    <a:pt x="6852764" y="4493501"/>
                  </a:lnTo>
                  <a:lnTo>
                    <a:pt x="6952963" y="4477802"/>
                  </a:lnTo>
                  <a:lnTo>
                    <a:pt x="7059506" y="4459120"/>
                  </a:lnTo>
                  <a:lnTo>
                    <a:pt x="7168895" y="4437499"/>
                  </a:lnTo>
                  <a:lnTo>
                    <a:pt x="7278026" y="4413000"/>
                  </a:lnTo>
                  <a:lnTo>
                    <a:pt x="7384402" y="4385659"/>
                  </a:lnTo>
                  <a:lnTo>
                    <a:pt x="7486210" y="4355463"/>
                  </a:lnTo>
                  <a:lnTo>
                    <a:pt x="7582289" y="4322325"/>
                  </a:lnTo>
                  <a:lnTo>
                    <a:pt x="7672044" y="4286079"/>
                  </a:lnTo>
                  <a:lnTo>
                    <a:pt x="7755329" y="4246471"/>
                  </a:lnTo>
                  <a:lnTo>
                    <a:pt x="7832331" y="4203164"/>
                  </a:lnTo>
                  <a:lnTo>
                    <a:pt x="7903465" y="4155742"/>
                  </a:lnTo>
                  <a:lnTo>
                    <a:pt x="7969293" y="4103725"/>
                  </a:lnTo>
                  <a:lnTo>
                    <a:pt x="8030461" y="4046583"/>
                  </a:lnTo>
                  <a:lnTo>
                    <a:pt x="8087649" y="3983774"/>
                  </a:lnTo>
                  <a:lnTo>
                    <a:pt x="8141535" y="3914796"/>
                  </a:lnTo>
                  <a:lnTo>
                    <a:pt x="8192763" y="3839265"/>
                  </a:lnTo>
                  <a:lnTo>
                    <a:pt x="8229629" y="3778497"/>
                  </a:lnTo>
                  <a:lnTo>
                    <a:pt x="8266245" y="3712711"/>
                  </a:lnTo>
                  <a:lnTo>
                    <a:pt x="8302073" y="3643002"/>
                  </a:lnTo>
                  <a:lnTo>
                    <a:pt x="8337288" y="3569291"/>
                  </a:lnTo>
                  <a:lnTo>
                    <a:pt x="8372036" y="3491539"/>
                  </a:lnTo>
                  <a:lnTo>
                    <a:pt x="8406440" y="3409753"/>
                  </a:lnTo>
                  <a:lnTo>
                    <a:pt x="8440603" y="3323986"/>
                  </a:lnTo>
                  <a:lnTo>
                    <a:pt x="8474608" y="3234344"/>
                  </a:lnTo>
                  <a:lnTo>
                    <a:pt x="8508521" y="3140986"/>
                  </a:lnTo>
                  <a:lnTo>
                    <a:pt x="8542393" y="3044126"/>
                  </a:lnTo>
                  <a:lnTo>
                    <a:pt x="8576262" y="2944033"/>
                  </a:lnTo>
                  <a:lnTo>
                    <a:pt x="8610154" y="2841031"/>
                  </a:lnTo>
                  <a:lnTo>
                    <a:pt x="8644082" y="2735493"/>
                  </a:lnTo>
                  <a:lnTo>
                    <a:pt x="8678052" y="2627837"/>
                  </a:lnTo>
                  <a:lnTo>
                    <a:pt x="8712061" y="2518521"/>
                  </a:lnTo>
                  <a:lnTo>
                    <a:pt x="8746102" y="2408036"/>
                  </a:lnTo>
                  <a:lnTo>
                    <a:pt x="8780161" y="2296894"/>
                  </a:lnTo>
                  <a:lnTo>
                    <a:pt x="8814224" y="2185620"/>
                  </a:lnTo>
                  <a:lnTo>
                    <a:pt x="8848276" y="2074742"/>
                  </a:lnTo>
                  <a:lnTo>
                    <a:pt x="8882303" y="1964782"/>
                  </a:lnTo>
                  <a:lnTo>
                    <a:pt x="8916293" y="1856240"/>
                  </a:lnTo>
                  <a:lnTo>
                    <a:pt x="8950241" y="1749593"/>
                  </a:lnTo>
                  <a:lnTo>
                    <a:pt x="8984150" y="1645279"/>
                  </a:lnTo>
                  <a:lnTo>
                    <a:pt x="9018027" y="1543695"/>
                  </a:lnTo>
                  <a:lnTo>
                    <a:pt x="9051894" y="1445189"/>
                  </a:lnTo>
                  <a:lnTo>
                    <a:pt x="9085781" y="1350058"/>
                  </a:lnTo>
                  <a:lnTo>
                    <a:pt x="9119733" y="1258543"/>
                  </a:lnTo>
                  <a:lnTo>
                    <a:pt x="9153808" y="1170830"/>
                  </a:lnTo>
                  <a:lnTo>
                    <a:pt x="9188081" y="1087053"/>
                  </a:lnTo>
                  <a:lnTo>
                    <a:pt x="9222644" y="1007289"/>
                  </a:lnTo>
                  <a:lnTo>
                    <a:pt x="9257609" y="931569"/>
                  </a:lnTo>
                  <a:lnTo>
                    <a:pt x="9293112" y="859876"/>
                  </a:lnTo>
                  <a:lnTo>
                    <a:pt x="9329312" y="792150"/>
                  </a:lnTo>
                  <a:lnTo>
                    <a:pt x="9347647" y="759891"/>
                  </a:lnTo>
                  <a:lnTo>
                    <a:pt x="9397270" y="679360"/>
                  </a:lnTo>
                  <a:lnTo>
                    <a:pt x="9449114" y="605514"/>
                  </a:lnTo>
                  <a:lnTo>
                    <a:pt x="9503773" y="538141"/>
                  </a:lnTo>
                  <a:lnTo>
                    <a:pt x="9561905" y="476818"/>
                  </a:lnTo>
                  <a:lnTo>
                    <a:pt x="9624189" y="421025"/>
                  </a:lnTo>
                  <a:lnTo>
                    <a:pt x="9691302" y="370221"/>
                  </a:lnTo>
                  <a:lnTo>
                    <a:pt x="9763874" y="323884"/>
                  </a:lnTo>
                  <a:lnTo>
                    <a:pt x="9842435" y="281551"/>
                  </a:lnTo>
                  <a:lnTo>
                    <a:pt x="9927353" y="242823"/>
                  </a:lnTo>
                  <a:lnTo>
                    <a:pt x="10018740" y="207384"/>
                  </a:lnTo>
                  <a:lnTo>
                    <a:pt x="10116346" y="175004"/>
                  </a:lnTo>
                  <a:lnTo>
                    <a:pt x="10219445" y="145536"/>
                  </a:lnTo>
                  <a:lnTo>
                    <a:pt x="10326718" y="118914"/>
                  </a:lnTo>
                  <a:lnTo>
                    <a:pt x="10436177" y="95139"/>
                  </a:lnTo>
                  <a:lnTo>
                    <a:pt x="10545158" y="74257"/>
                  </a:lnTo>
                  <a:lnTo>
                    <a:pt x="10650434" y="56327"/>
                  </a:lnTo>
                  <a:lnTo>
                    <a:pt x="10748457" y="41385"/>
                  </a:lnTo>
                  <a:lnTo>
                    <a:pt x="10835753" y="29401"/>
                  </a:lnTo>
                  <a:lnTo>
                    <a:pt x="10909388" y="20248"/>
                  </a:lnTo>
                  <a:lnTo>
                    <a:pt x="10967433" y="13686"/>
                  </a:lnTo>
                  <a:lnTo>
                    <a:pt x="11009311" y="9364"/>
                  </a:lnTo>
                  <a:lnTo>
                    <a:pt x="11035956" y="6846"/>
                  </a:lnTo>
                  <a:lnTo>
                    <a:pt x="11049773" y="5647"/>
                  </a:lnTo>
                  <a:lnTo>
                    <a:pt x="11054471" y="527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95" y="75"/>
                  </a:lnTo>
                  <a:lnTo>
                    <a:pt x="11047303" y="613"/>
                  </a:lnTo>
                  <a:lnTo>
                    <a:pt x="11030540" y="2099"/>
                  </a:lnTo>
                  <a:lnTo>
                    <a:pt x="11000208" y="5030"/>
                  </a:lnTo>
                  <a:lnTo>
                    <a:pt x="10954263" y="9880"/>
                  </a:lnTo>
                  <a:lnTo>
                    <a:pt x="10892157" y="17069"/>
                  </a:lnTo>
                  <a:lnTo>
                    <a:pt x="10814833" y="26921"/>
                  </a:lnTo>
                  <a:lnTo>
                    <a:pt x="10724513" y="39646"/>
                  </a:lnTo>
                  <a:lnTo>
                    <a:pt x="10624313" y="55345"/>
                  </a:lnTo>
                  <a:lnTo>
                    <a:pt x="10517771" y="74028"/>
                  </a:lnTo>
                  <a:lnTo>
                    <a:pt x="10408382" y="95649"/>
                  </a:lnTo>
                  <a:lnTo>
                    <a:pt x="10299251" y="120148"/>
                  </a:lnTo>
                  <a:lnTo>
                    <a:pt x="10192874" y="147488"/>
                  </a:lnTo>
                  <a:lnTo>
                    <a:pt x="10091067" y="177685"/>
                  </a:lnTo>
                  <a:lnTo>
                    <a:pt x="9994988" y="210823"/>
                  </a:lnTo>
                  <a:lnTo>
                    <a:pt x="9905233" y="247069"/>
                  </a:lnTo>
                  <a:lnTo>
                    <a:pt x="9821947" y="286677"/>
                  </a:lnTo>
                  <a:lnTo>
                    <a:pt x="9744945" y="329984"/>
                  </a:lnTo>
                  <a:lnTo>
                    <a:pt x="9673811" y="377405"/>
                  </a:lnTo>
                  <a:lnTo>
                    <a:pt x="9607983" y="429423"/>
                  </a:lnTo>
                  <a:lnTo>
                    <a:pt x="9546816" y="486565"/>
                  </a:lnTo>
                  <a:lnTo>
                    <a:pt x="9489627" y="549373"/>
                  </a:lnTo>
                  <a:lnTo>
                    <a:pt x="9435741" y="618352"/>
                  </a:lnTo>
                  <a:lnTo>
                    <a:pt x="9384513" y="693883"/>
                  </a:lnTo>
                  <a:lnTo>
                    <a:pt x="9347647" y="754651"/>
                  </a:lnTo>
                  <a:lnTo>
                    <a:pt x="9311031" y="820437"/>
                  </a:lnTo>
                  <a:lnTo>
                    <a:pt x="9275203" y="890146"/>
                  </a:lnTo>
                  <a:lnTo>
                    <a:pt x="9239989" y="963857"/>
                  </a:lnTo>
                  <a:lnTo>
                    <a:pt x="9205241" y="1041608"/>
                  </a:lnTo>
                  <a:lnTo>
                    <a:pt x="9170836" y="1123395"/>
                  </a:lnTo>
                  <a:lnTo>
                    <a:pt x="9136673" y="1209162"/>
                  </a:lnTo>
                  <a:lnTo>
                    <a:pt x="9102668" y="1298804"/>
                  </a:lnTo>
                  <a:lnTo>
                    <a:pt x="9068755" y="1392162"/>
                  </a:lnTo>
                  <a:lnTo>
                    <a:pt x="9034883" y="1489022"/>
                  </a:lnTo>
                  <a:lnTo>
                    <a:pt x="9001014" y="1589114"/>
                  </a:lnTo>
                  <a:lnTo>
                    <a:pt x="8967123" y="1692116"/>
                  </a:lnTo>
                  <a:lnTo>
                    <a:pt x="8933195" y="1797655"/>
                  </a:lnTo>
                  <a:lnTo>
                    <a:pt x="8899225" y="1905311"/>
                  </a:lnTo>
                  <a:lnTo>
                    <a:pt x="8865215" y="2014626"/>
                  </a:lnTo>
                  <a:lnTo>
                    <a:pt x="8831175" y="2125112"/>
                  </a:lnTo>
                  <a:lnTo>
                    <a:pt x="8797115" y="2236254"/>
                  </a:lnTo>
                  <a:lnTo>
                    <a:pt x="8763052" y="2347528"/>
                  </a:lnTo>
                  <a:lnTo>
                    <a:pt x="8729000" y="2458405"/>
                  </a:lnTo>
                  <a:lnTo>
                    <a:pt x="8694974" y="2568366"/>
                  </a:lnTo>
                  <a:lnTo>
                    <a:pt x="8660984" y="2676907"/>
                  </a:lnTo>
                  <a:lnTo>
                    <a:pt x="8627035" y="2783555"/>
                  </a:lnTo>
                  <a:lnTo>
                    <a:pt x="8593127" y="2887869"/>
                  </a:lnTo>
                  <a:lnTo>
                    <a:pt x="8559249" y="2989453"/>
                  </a:lnTo>
                  <a:lnTo>
                    <a:pt x="8525382" y="3087959"/>
                  </a:lnTo>
                  <a:lnTo>
                    <a:pt x="8491495" y="3183090"/>
                  </a:lnTo>
                  <a:lnTo>
                    <a:pt x="8457543" y="3274605"/>
                  </a:lnTo>
                  <a:lnTo>
                    <a:pt x="8423468" y="3362317"/>
                  </a:lnTo>
                  <a:lnTo>
                    <a:pt x="8389196" y="3446095"/>
                  </a:lnTo>
                  <a:lnTo>
                    <a:pt x="8354633" y="3525858"/>
                  </a:lnTo>
                  <a:lnTo>
                    <a:pt x="8319667" y="3601578"/>
                  </a:lnTo>
                  <a:lnTo>
                    <a:pt x="8284164" y="3673271"/>
                  </a:lnTo>
                  <a:lnTo>
                    <a:pt x="8247964" y="3740998"/>
                  </a:lnTo>
                  <a:lnTo>
                    <a:pt x="8229629" y="3773256"/>
                  </a:lnTo>
                  <a:lnTo>
                    <a:pt x="8180006" y="3853787"/>
                  </a:lnTo>
                  <a:lnTo>
                    <a:pt x="8128163" y="3927633"/>
                  </a:lnTo>
                  <a:lnTo>
                    <a:pt x="8073503" y="3995007"/>
                  </a:lnTo>
                  <a:lnTo>
                    <a:pt x="8015372" y="4056330"/>
                  </a:lnTo>
                  <a:lnTo>
                    <a:pt x="7953087" y="4112122"/>
                  </a:lnTo>
                  <a:lnTo>
                    <a:pt x="7885974" y="4162927"/>
                  </a:lnTo>
                  <a:lnTo>
                    <a:pt x="7813403" y="4209263"/>
                  </a:lnTo>
                  <a:lnTo>
                    <a:pt x="7734841" y="4251597"/>
                  </a:lnTo>
                  <a:lnTo>
                    <a:pt x="7649923" y="4290325"/>
                  </a:lnTo>
                  <a:lnTo>
                    <a:pt x="7558537" y="4325763"/>
                  </a:lnTo>
                  <a:lnTo>
                    <a:pt x="7460931" y="4358144"/>
                  </a:lnTo>
                  <a:lnTo>
                    <a:pt x="7357832" y="4387612"/>
                  </a:lnTo>
                  <a:lnTo>
                    <a:pt x="7250559" y="4414234"/>
                  </a:lnTo>
                  <a:lnTo>
                    <a:pt x="7141100" y="4438009"/>
                  </a:lnTo>
                  <a:lnTo>
                    <a:pt x="7032118" y="4458891"/>
                  </a:lnTo>
                  <a:lnTo>
                    <a:pt x="6926843" y="4476821"/>
                  </a:lnTo>
                  <a:lnTo>
                    <a:pt x="6828819" y="4491763"/>
                  </a:lnTo>
                  <a:lnTo>
                    <a:pt x="6741524" y="4503747"/>
                  </a:lnTo>
                  <a:lnTo>
                    <a:pt x="6667889" y="4512899"/>
                  </a:lnTo>
                  <a:lnTo>
                    <a:pt x="6609844" y="4519461"/>
                  </a:lnTo>
                  <a:lnTo>
                    <a:pt x="6567965" y="4523783"/>
                  </a:lnTo>
                  <a:lnTo>
                    <a:pt x="6541320" y="4526301"/>
                  </a:lnTo>
                  <a:lnTo>
                    <a:pt x="6527504" y="4527500"/>
                  </a:lnTo>
                  <a:lnTo>
                    <a:pt x="6522806" y="4527876"/>
                  </a:lnTo>
                  <a:lnTo>
                    <a:pt x="6522385" y="4527907"/>
                  </a:lnTo>
                  <a:lnTo>
                    <a:pt x="5527445" y="4527907"/>
                  </a:lnTo>
                  <a:lnTo>
                    <a:pt x="5526309" y="4527905"/>
                  </a:lnTo>
                  <a:lnTo>
                    <a:pt x="5518810" y="4527885"/>
                  </a:lnTo>
                  <a:lnTo>
                    <a:pt x="5499808" y="4527832"/>
                  </a:lnTo>
                  <a:lnTo>
                    <a:pt x="5465586" y="4527727"/>
                  </a:lnTo>
                  <a:lnTo>
                    <a:pt x="5414075" y="4527554"/>
                  </a:lnTo>
                  <a:lnTo>
                    <a:pt x="5345004" y="4527298"/>
                  </a:lnTo>
                  <a:lnTo>
                    <a:pt x="5259847" y="4526949"/>
                  </a:lnTo>
                  <a:lnTo>
                    <a:pt x="5161493" y="4526500"/>
                  </a:lnTo>
                  <a:lnTo>
                    <a:pt x="5053726" y="4525950"/>
                  </a:lnTo>
                  <a:lnTo>
                    <a:pt x="4940621" y="4525297"/>
                  </a:lnTo>
                  <a:lnTo>
                    <a:pt x="4826017" y="4524546"/>
                  </a:lnTo>
                  <a:lnTo>
                    <a:pt x="4713150" y="4523696"/>
                  </a:lnTo>
                  <a:lnTo>
                    <a:pt x="4604466" y="4522750"/>
                  </a:lnTo>
                  <a:lnTo>
                    <a:pt x="4501603" y="4521705"/>
                  </a:lnTo>
                  <a:lnTo>
                    <a:pt x="4405478" y="4520556"/>
                  </a:lnTo>
                  <a:lnTo>
                    <a:pt x="4316417" y="4519295"/>
                  </a:lnTo>
                  <a:lnTo>
                    <a:pt x="4234308" y="4517911"/>
                  </a:lnTo>
                  <a:lnTo>
                    <a:pt x="4158732" y="4516390"/>
                  </a:lnTo>
                  <a:lnTo>
                    <a:pt x="4089074" y="4514715"/>
                  </a:lnTo>
                  <a:lnTo>
                    <a:pt x="4024608" y="4512867"/>
                  </a:lnTo>
                  <a:lnTo>
                    <a:pt x="3964560" y="4510827"/>
                  </a:lnTo>
                  <a:lnTo>
                    <a:pt x="3908152" y="4508578"/>
                  </a:lnTo>
                  <a:lnTo>
                    <a:pt x="3854650" y="4506104"/>
                  </a:lnTo>
                  <a:lnTo>
                    <a:pt x="3820202" y="4504325"/>
                  </a:lnTo>
                  <a:lnTo>
                    <a:pt x="3758655" y="4500770"/>
                  </a:lnTo>
                  <a:lnTo>
                    <a:pt x="3699025" y="4496860"/>
                  </a:lnTo>
                  <a:lnTo>
                    <a:pt x="3640600" y="4492588"/>
                  </a:lnTo>
                  <a:lnTo>
                    <a:pt x="3582855" y="4487960"/>
                  </a:lnTo>
                  <a:lnTo>
                    <a:pt x="3525419" y="4482996"/>
                  </a:lnTo>
                  <a:lnTo>
                    <a:pt x="3468050" y="4477729"/>
                  </a:lnTo>
                  <a:lnTo>
                    <a:pt x="3410614" y="4472208"/>
                  </a:lnTo>
                  <a:lnTo>
                    <a:pt x="3353061" y="4466491"/>
                  </a:lnTo>
                  <a:lnTo>
                    <a:pt x="3295409" y="4460650"/>
                  </a:lnTo>
                  <a:lnTo>
                    <a:pt x="3237713" y="4454762"/>
                  </a:lnTo>
                  <a:lnTo>
                    <a:pt x="3180048" y="4448906"/>
                  </a:lnTo>
                  <a:lnTo>
                    <a:pt x="3122474" y="4443161"/>
                  </a:lnTo>
                  <a:lnTo>
                    <a:pt x="3065017" y="4437598"/>
                  </a:lnTo>
                  <a:lnTo>
                    <a:pt x="3007643" y="4432280"/>
                  </a:lnTo>
                  <a:lnTo>
                    <a:pt x="2950235" y="4427257"/>
                  </a:lnTo>
                  <a:lnTo>
                    <a:pt x="2892571" y="4422565"/>
                  </a:lnTo>
                  <a:lnTo>
                    <a:pt x="2834307" y="4418225"/>
                  </a:lnTo>
                  <a:lnTo>
                    <a:pt x="2774949" y="4414248"/>
                  </a:lnTo>
                  <a:lnTo>
                    <a:pt x="2713824" y="4410628"/>
                  </a:lnTo>
                  <a:lnTo>
                    <a:pt x="2702183" y="4409993"/>
                  </a:lnTo>
                  <a:lnTo>
                    <a:pt x="2650250" y="4407367"/>
                  </a:lnTo>
                  <a:lnTo>
                    <a:pt x="2595861" y="4404969"/>
                  </a:lnTo>
                  <a:lnTo>
                    <a:pt x="2538329" y="4402791"/>
                  </a:lnTo>
                  <a:lnTo>
                    <a:pt x="2476901" y="4400817"/>
                  </a:lnTo>
                  <a:lnTo>
                    <a:pt x="2410796" y="4399029"/>
                  </a:lnTo>
                  <a:lnTo>
                    <a:pt x="2339249" y="4397407"/>
                  </a:lnTo>
                  <a:lnTo>
                    <a:pt x="2261564" y="4395933"/>
                  </a:lnTo>
                  <a:lnTo>
                    <a:pt x="2177181" y="4394591"/>
                  </a:lnTo>
                  <a:lnTo>
                    <a:pt x="2085768" y="4393368"/>
                  </a:lnTo>
                  <a:lnTo>
                    <a:pt x="1987344" y="4392255"/>
                  </a:lnTo>
                  <a:lnTo>
                    <a:pt x="1882414" y="4391242"/>
                  </a:lnTo>
                  <a:lnTo>
                    <a:pt x="1772120" y="4390328"/>
                  </a:lnTo>
                  <a:lnTo>
                    <a:pt x="1658364" y="4389512"/>
                  </a:lnTo>
                  <a:lnTo>
                    <a:pt x="1543864" y="4388793"/>
                  </a:lnTo>
                  <a:lnTo>
                    <a:pt x="1432085" y="4388174"/>
                  </a:lnTo>
                  <a:lnTo>
                    <a:pt x="1326993" y="4387657"/>
                  </a:lnTo>
                  <a:lnTo>
                    <a:pt x="1232634" y="4387242"/>
                  </a:lnTo>
                  <a:lnTo>
                    <a:pt x="1152558" y="4386924"/>
                  </a:lnTo>
                  <a:lnTo>
                    <a:pt x="1089236" y="4386697"/>
                  </a:lnTo>
                  <a:lnTo>
                    <a:pt x="1043584" y="4386549"/>
                  </a:lnTo>
                  <a:lnTo>
                    <a:pt x="1014731" y="4386463"/>
                  </a:lnTo>
                  <a:lnTo>
                    <a:pt x="1000035" y="4386423"/>
                  </a:lnTo>
                  <a:lnTo>
                    <a:pt x="995284" y="4386411"/>
                  </a:lnTo>
                  <a:lnTo>
                    <a:pt x="994940" y="4386410"/>
                  </a:lnTo>
                  <a:lnTo>
                    <a:pt x="0" y="4386410"/>
                  </a:lnTo>
                  <a:close/>
                </a:path>
              </a:pathLst>
            </a:custGeom>
            <a:solidFill>
              <a:srgbClr val="6FA8D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61" name="pl1860"/>
            <p:cNvSpPr/>
            <p:nvPr/>
          </p:nvSpPr>
          <p:spPr>
            <a:xfrm>
              <a:off x="1199187" y="1655875"/>
              <a:ext cx="12049831" cy="4527907"/>
            </a:xfrm>
            <a:custGeom>
              <a:avLst/>
              <a:pathLst>
                <a:path w="12049831" h="4527907">
                  <a:moveTo>
                    <a:pt x="0" y="4386410"/>
                  </a:moveTo>
                  <a:lnTo>
                    <a:pt x="994940" y="4386410"/>
                  </a:lnTo>
                  <a:lnTo>
                    <a:pt x="996076" y="4386413"/>
                  </a:lnTo>
                  <a:lnTo>
                    <a:pt x="1003575" y="4386432"/>
                  </a:lnTo>
                  <a:lnTo>
                    <a:pt x="1022577" y="4386485"/>
                  </a:lnTo>
                  <a:lnTo>
                    <a:pt x="1056799" y="4386590"/>
                  </a:lnTo>
                  <a:lnTo>
                    <a:pt x="1108310" y="4386763"/>
                  </a:lnTo>
                  <a:lnTo>
                    <a:pt x="1177381" y="4387019"/>
                  </a:lnTo>
                  <a:lnTo>
                    <a:pt x="1262538" y="4387368"/>
                  </a:lnTo>
                  <a:lnTo>
                    <a:pt x="1360892" y="4387817"/>
                  </a:lnTo>
                  <a:lnTo>
                    <a:pt x="1468659" y="4388368"/>
                  </a:lnTo>
                  <a:lnTo>
                    <a:pt x="1581764" y="4389020"/>
                  </a:lnTo>
                  <a:lnTo>
                    <a:pt x="1696368" y="4389772"/>
                  </a:lnTo>
                  <a:lnTo>
                    <a:pt x="1809235" y="4390621"/>
                  </a:lnTo>
                  <a:lnTo>
                    <a:pt x="1917919" y="4391567"/>
                  </a:lnTo>
                  <a:lnTo>
                    <a:pt x="2020782" y="4392613"/>
                  </a:lnTo>
                  <a:lnTo>
                    <a:pt x="2116907" y="4393762"/>
                  </a:lnTo>
                  <a:lnTo>
                    <a:pt x="2205968" y="4395023"/>
                  </a:lnTo>
                  <a:lnTo>
                    <a:pt x="2288077" y="4396407"/>
                  </a:lnTo>
                  <a:lnTo>
                    <a:pt x="2363653" y="4397928"/>
                  </a:lnTo>
                  <a:lnTo>
                    <a:pt x="2433311" y="4399603"/>
                  </a:lnTo>
                  <a:lnTo>
                    <a:pt x="2497777" y="4401451"/>
                  </a:lnTo>
                  <a:lnTo>
                    <a:pt x="2557825" y="4403490"/>
                  </a:lnTo>
                  <a:lnTo>
                    <a:pt x="2614233" y="4405740"/>
                  </a:lnTo>
                  <a:lnTo>
                    <a:pt x="2667735" y="4408213"/>
                  </a:lnTo>
                  <a:lnTo>
                    <a:pt x="2702183" y="4409993"/>
                  </a:lnTo>
                  <a:lnTo>
                    <a:pt x="2763730" y="4413547"/>
                  </a:lnTo>
                  <a:lnTo>
                    <a:pt x="2823360" y="4417458"/>
                  </a:lnTo>
                  <a:lnTo>
                    <a:pt x="2881785" y="4421730"/>
                  </a:lnTo>
                  <a:lnTo>
                    <a:pt x="2939530" y="4426358"/>
                  </a:lnTo>
                  <a:lnTo>
                    <a:pt x="2996966" y="4431322"/>
                  </a:lnTo>
                  <a:lnTo>
                    <a:pt x="3054335" y="4436588"/>
                  </a:lnTo>
                  <a:lnTo>
                    <a:pt x="3111771" y="4442110"/>
                  </a:lnTo>
                  <a:lnTo>
                    <a:pt x="3169324" y="4447826"/>
                  </a:lnTo>
                  <a:lnTo>
                    <a:pt x="3226976" y="4453667"/>
                  </a:lnTo>
                  <a:lnTo>
                    <a:pt x="3284672" y="4459556"/>
                  </a:lnTo>
                  <a:lnTo>
                    <a:pt x="3342337" y="4465411"/>
                  </a:lnTo>
                  <a:lnTo>
                    <a:pt x="3399911" y="4471156"/>
                  </a:lnTo>
                  <a:lnTo>
                    <a:pt x="3457368" y="4476719"/>
                  </a:lnTo>
                  <a:lnTo>
                    <a:pt x="3514742" y="4482037"/>
                  </a:lnTo>
                  <a:lnTo>
                    <a:pt x="3572150" y="4487060"/>
                  </a:lnTo>
                  <a:lnTo>
                    <a:pt x="3629814" y="4491753"/>
                  </a:lnTo>
                  <a:lnTo>
                    <a:pt x="3688078" y="4496092"/>
                  </a:lnTo>
                  <a:lnTo>
                    <a:pt x="3747436" y="4500070"/>
                  </a:lnTo>
                  <a:lnTo>
                    <a:pt x="3808561" y="4503689"/>
                  </a:lnTo>
                  <a:lnTo>
                    <a:pt x="3820202" y="4504325"/>
                  </a:lnTo>
                  <a:lnTo>
                    <a:pt x="3872135" y="4506951"/>
                  </a:lnTo>
                  <a:lnTo>
                    <a:pt x="3926524" y="4509349"/>
                  </a:lnTo>
                  <a:lnTo>
                    <a:pt x="3984056" y="4511527"/>
                  </a:lnTo>
                  <a:lnTo>
                    <a:pt x="4045484" y="4513501"/>
                  </a:lnTo>
                  <a:lnTo>
                    <a:pt x="4111589" y="4515289"/>
                  </a:lnTo>
                  <a:lnTo>
                    <a:pt x="4183136" y="4516911"/>
                  </a:lnTo>
                  <a:lnTo>
                    <a:pt x="4260821" y="4518385"/>
                  </a:lnTo>
                  <a:lnTo>
                    <a:pt x="4345204" y="4519726"/>
                  </a:lnTo>
                  <a:lnTo>
                    <a:pt x="4436617" y="4520949"/>
                  </a:lnTo>
                  <a:lnTo>
                    <a:pt x="4535041" y="4522063"/>
                  </a:lnTo>
                  <a:lnTo>
                    <a:pt x="4639971" y="4523075"/>
                  </a:lnTo>
                  <a:lnTo>
                    <a:pt x="4750265" y="4523989"/>
                  </a:lnTo>
                  <a:lnTo>
                    <a:pt x="4864021" y="4524806"/>
                  </a:lnTo>
                  <a:lnTo>
                    <a:pt x="4978521" y="4525525"/>
                  </a:lnTo>
                  <a:lnTo>
                    <a:pt x="5090300" y="4526144"/>
                  </a:lnTo>
                  <a:lnTo>
                    <a:pt x="5195392" y="4526661"/>
                  </a:lnTo>
                  <a:lnTo>
                    <a:pt x="5289751" y="4527076"/>
                  </a:lnTo>
                  <a:lnTo>
                    <a:pt x="5369827" y="4527393"/>
                  </a:lnTo>
                  <a:lnTo>
                    <a:pt x="5433149" y="4527620"/>
                  </a:lnTo>
                  <a:lnTo>
                    <a:pt x="5478801" y="4527769"/>
                  </a:lnTo>
                  <a:lnTo>
                    <a:pt x="5507654" y="4527855"/>
                  </a:lnTo>
                  <a:lnTo>
                    <a:pt x="5522350" y="4527895"/>
                  </a:lnTo>
                  <a:lnTo>
                    <a:pt x="5527101" y="4527907"/>
                  </a:lnTo>
                  <a:lnTo>
                    <a:pt x="5527445" y="4527907"/>
                  </a:lnTo>
                  <a:lnTo>
                    <a:pt x="6522385" y="4527907"/>
                  </a:lnTo>
                  <a:lnTo>
                    <a:pt x="6523382" y="4527832"/>
                  </a:lnTo>
                  <a:lnTo>
                    <a:pt x="6529974" y="4527294"/>
                  </a:lnTo>
                  <a:lnTo>
                    <a:pt x="6546737" y="4525808"/>
                  </a:lnTo>
                  <a:lnTo>
                    <a:pt x="6577068" y="4522877"/>
                  </a:lnTo>
                  <a:lnTo>
                    <a:pt x="6623014" y="4518027"/>
                  </a:lnTo>
                  <a:lnTo>
                    <a:pt x="6685119" y="4510838"/>
                  </a:lnTo>
                  <a:lnTo>
                    <a:pt x="6762444" y="4500986"/>
                  </a:lnTo>
                  <a:lnTo>
                    <a:pt x="6852764" y="4488261"/>
                  </a:lnTo>
                  <a:lnTo>
                    <a:pt x="6952963" y="4472561"/>
                  </a:lnTo>
                  <a:lnTo>
                    <a:pt x="7059506" y="4453879"/>
                  </a:lnTo>
                  <a:lnTo>
                    <a:pt x="7168895" y="4432258"/>
                  </a:lnTo>
                  <a:lnTo>
                    <a:pt x="7278026" y="4407759"/>
                  </a:lnTo>
                  <a:lnTo>
                    <a:pt x="7384402" y="4380418"/>
                  </a:lnTo>
                  <a:lnTo>
                    <a:pt x="7486210" y="4350222"/>
                  </a:lnTo>
                  <a:lnTo>
                    <a:pt x="7582289" y="4317084"/>
                  </a:lnTo>
                  <a:lnTo>
                    <a:pt x="7672044" y="4280838"/>
                  </a:lnTo>
                  <a:lnTo>
                    <a:pt x="7755329" y="4241230"/>
                  </a:lnTo>
                  <a:lnTo>
                    <a:pt x="7832331" y="4197923"/>
                  </a:lnTo>
                  <a:lnTo>
                    <a:pt x="7903465" y="4150502"/>
                  </a:lnTo>
                  <a:lnTo>
                    <a:pt x="7969293" y="4098484"/>
                  </a:lnTo>
                  <a:lnTo>
                    <a:pt x="8030461" y="4041342"/>
                  </a:lnTo>
                  <a:lnTo>
                    <a:pt x="8087649" y="3978534"/>
                  </a:lnTo>
                  <a:lnTo>
                    <a:pt x="8141535" y="3909555"/>
                  </a:lnTo>
                  <a:lnTo>
                    <a:pt x="8192763" y="3834024"/>
                  </a:lnTo>
                  <a:lnTo>
                    <a:pt x="8229629" y="3773256"/>
                  </a:lnTo>
                  <a:lnTo>
                    <a:pt x="8266245" y="3707470"/>
                  </a:lnTo>
                  <a:lnTo>
                    <a:pt x="8302073" y="3637761"/>
                  </a:lnTo>
                  <a:lnTo>
                    <a:pt x="8337288" y="3564050"/>
                  </a:lnTo>
                  <a:lnTo>
                    <a:pt x="8372036" y="3486299"/>
                  </a:lnTo>
                  <a:lnTo>
                    <a:pt x="8406440" y="3404512"/>
                  </a:lnTo>
                  <a:lnTo>
                    <a:pt x="8440603" y="3318745"/>
                  </a:lnTo>
                  <a:lnTo>
                    <a:pt x="8474608" y="3229103"/>
                  </a:lnTo>
                  <a:lnTo>
                    <a:pt x="8508521" y="3135745"/>
                  </a:lnTo>
                  <a:lnTo>
                    <a:pt x="8542393" y="3038885"/>
                  </a:lnTo>
                  <a:lnTo>
                    <a:pt x="8576262" y="2938793"/>
                  </a:lnTo>
                  <a:lnTo>
                    <a:pt x="8610154" y="2835791"/>
                  </a:lnTo>
                  <a:lnTo>
                    <a:pt x="8644082" y="2730252"/>
                  </a:lnTo>
                  <a:lnTo>
                    <a:pt x="8678052" y="2622596"/>
                  </a:lnTo>
                  <a:lnTo>
                    <a:pt x="8712061" y="2513280"/>
                  </a:lnTo>
                  <a:lnTo>
                    <a:pt x="8746102" y="2402795"/>
                  </a:lnTo>
                  <a:lnTo>
                    <a:pt x="8780161" y="2291653"/>
                  </a:lnTo>
                  <a:lnTo>
                    <a:pt x="8814224" y="2180379"/>
                  </a:lnTo>
                  <a:lnTo>
                    <a:pt x="8848276" y="2069502"/>
                  </a:lnTo>
                  <a:lnTo>
                    <a:pt x="8882303" y="1959541"/>
                  </a:lnTo>
                  <a:lnTo>
                    <a:pt x="8916293" y="1851000"/>
                  </a:lnTo>
                  <a:lnTo>
                    <a:pt x="8950241" y="1744352"/>
                  </a:lnTo>
                  <a:lnTo>
                    <a:pt x="8984150" y="1640038"/>
                  </a:lnTo>
                  <a:lnTo>
                    <a:pt x="9018027" y="1538454"/>
                  </a:lnTo>
                  <a:lnTo>
                    <a:pt x="9051894" y="1439948"/>
                  </a:lnTo>
                  <a:lnTo>
                    <a:pt x="9085781" y="1344817"/>
                  </a:lnTo>
                  <a:lnTo>
                    <a:pt x="9119733" y="1253302"/>
                  </a:lnTo>
                  <a:lnTo>
                    <a:pt x="9153808" y="1165590"/>
                  </a:lnTo>
                  <a:lnTo>
                    <a:pt x="9188081" y="1081812"/>
                  </a:lnTo>
                  <a:lnTo>
                    <a:pt x="9222644" y="1002049"/>
                  </a:lnTo>
                  <a:lnTo>
                    <a:pt x="9257609" y="926329"/>
                  </a:lnTo>
                  <a:lnTo>
                    <a:pt x="9293112" y="854635"/>
                  </a:lnTo>
                  <a:lnTo>
                    <a:pt x="9329312" y="786909"/>
                  </a:lnTo>
                  <a:lnTo>
                    <a:pt x="9347647" y="754651"/>
                  </a:lnTo>
                  <a:lnTo>
                    <a:pt x="9397270" y="674120"/>
                  </a:lnTo>
                  <a:lnTo>
                    <a:pt x="9449114" y="600273"/>
                  </a:lnTo>
                  <a:lnTo>
                    <a:pt x="9503773" y="532900"/>
                  </a:lnTo>
                  <a:lnTo>
                    <a:pt x="9561905" y="471577"/>
                  </a:lnTo>
                  <a:lnTo>
                    <a:pt x="9624189" y="415785"/>
                  </a:lnTo>
                  <a:lnTo>
                    <a:pt x="9691302" y="364980"/>
                  </a:lnTo>
                  <a:lnTo>
                    <a:pt x="9763874" y="318644"/>
                  </a:lnTo>
                  <a:lnTo>
                    <a:pt x="9842435" y="276310"/>
                  </a:lnTo>
                  <a:lnTo>
                    <a:pt x="9927353" y="237582"/>
                  </a:lnTo>
                  <a:lnTo>
                    <a:pt x="10018740" y="202144"/>
                  </a:lnTo>
                  <a:lnTo>
                    <a:pt x="10116346" y="169763"/>
                  </a:lnTo>
                  <a:lnTo>
                    <a:pt x="10219445" y="140295"/>
                  </a:lnTo>
                  <a:lnTo>
                    <a:pt x="10326718" y="113673"/>
                  </a:lnTo>
                  <a:lnTo>
                    <a:pt x="10436177" y="89898"/>
                  </a:lnTo>
                  <a:lnTo>
                    <a:pt x="10545158" y="69016"/>
                  </a:lnTo>
                  <a:lnTo>
                    <a:pt x="10650434" y="51086"/>
                  </a:lnTo>
                  <a:lnTo>
                    <a:pt x="10748457" y="36144"/>
                  </a:lnTo>
                  <a:lnTo>
                    <a:pt x="10835753" y="24160"/>
                  </a:lnTo>
                  <a:lnTo>
                    <a:pt x="10909388" y="15008"/>
                  </a:lnTo>
                  <a:lnTo>
                    <a:pt x="10967433" y="8446"/>
                  </a:lnTo>
                  <a:lnTo>
                    <a:pt x="11009311" y="4124"/>
                  </a:lnTo>
                  <a:lnTo>
                    <a:pt x="11035956" y="1606"/>
                  </a:lnTo>
                  <a:lnTo>
                    <a:pt x="11049773" y="407"/>
                  </a:lnTo>
                  <a:lnTo>
                    <a:pt x="11054471" y="3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2" name="pl1861"/>
            <p:cNvSpPr/>
            <p:nvPr/>
          </p:nvSpPr>
          <p:spPr>
            <a:xfrm>
              <a:off x="1199187" y="1650635"/>
              <a:ext cx="12049831" cy="4527907"/>
            </a:xfrm>
            <a:custGeom>
              <a:avLst/>
              <a:pathLst>
                <a:path w="12049831" h="4527907">
                  <a:moveTo>
                    <a:pt x="12049831" y="0"/>
                  </a:moveTo>
                  <a:lnTo>
                    <a:pt x="11054891" y="0"/>
                  </a:lnTo>
                  <a:lnTo>
                    <a:pt x="11053895" y="75"/>
                  </a:lnTo>
                  <a:lnTo>
                    <a:pt x="11047303" y="613"/>
                  </a:lnTo>
                  <a:lnTo>
                    <a:pt x="11030540" y="2099"/>
                  </a:lnTo>
                  <a:lnTo>
                    <a:pt x="11000208" y="5030"/>
                  </a:lnTo>
                  <a:lnTo>
                    <a:pt x="10954263" y="9880"/>
                  </a:lnTo>
                  <a:lnTo>
                    <a:pt x="10892157" y="17069"/>
                  </a:lnTo>
                  <a:lnTo>
                    <a:pt x="10814833" y="26921"/>
                  </a:lnTo>
                  <a:lnTo>
                    <a:pt x="10724513" y="39646"/>
                  </a:lnTo>
                  <a:lnTo>
                    <a:pt x="10624313" y="55345"/>
                  </a:lnTo>
                  <a:lnTo>
                    <a:pt x="10517771" y="74028"/>
                  </a:lnTo>
                  <a:lnTo>
                    <a:pt x="10408382" y="95649"/>
                  </a:lnTo>
                  <a:lnTo>
                    <a:pt x="10299251" y="120148"/>
                  </a:lnTo>
                  <a:lnTo>
                    <a:pt x="10192874" y="147488"/>
                  </a:lnTo>
                  <a:lnTo>
                    <a:pt x="10091067" y="177685"/>
                  </a:lnTo>
                  <a:lnTo>
                    <a:pt x="9994988" y="210823"/>
                  </a:lnTo>
                  <a:lnTo>
                    <a:pt x="9905233" y="247069"/>
                  </a:lnTo>
                  <a:lnTo>
                    <a:pt x="9821947" y="286677"/>
                  </a:lnTo>
                  <a:lnTo>
                    <a:pt x="9744945" y="329984"/>
                  </a:lnTo>
                  <a:lnTo>
                    <a:pt x="9673811" y="377405"/>
                  </a:lnTo>
                  <a:lnTo>
                    <a:pt x="9607983" y="429423"/>
                  </a:lnTo>
                  <a:lnTo>
                    <a:pt x="9546816" y="486565"/>
                  </a:lnTo>
                  <a:lnTo>
                    <a:pt x="9489627" y="549373"/>
                  </a:lnTo>
                  <a:lnTo>
                    <a:pt x="9435741" y="618352"/>
                  </a:lnTo>
                  <a:lnTo>
                    <a:pt x="9384513" y="693883"/>
                  </a:lnTo>
                  <a:lnTo>
                    <a:pt x="9347647" y="754651"/>
                  </a:lnTo>
                  <a:lnTo>
                    <a:pt x="9311031" y="820437"/>
                  </a:lnTo>
                  <a:lnTo>
                    <a:pt x="9275203" y="890146"/>
                  </a:lnTo>
                  <a:lnTo>
                    <a:pt x="9239989" y="963857"/>
                  </a:lnTo>
                  <a:lnTo>
                    <a:pt x="9205241" y="1041608"/>
                  </a:lnTo>
                  <a:lnTo>
                    <a:pt x="9170836" y="1123395"/>
                  </a:lnTo>
                  <a:lnTo>
                    <a:pt x="9136673" y="1209162"/>
                  </a:lnTo>
                  <a:lnTo>
                    <a:pt x="9102668" y="1298804"/>
                  </a:lnTo>
                  <a:lnTo>
                    <a:pt x="9068755" y="1392162"/>
                  </a:lnTo>
                  <a:lnTo>
                    <a:pt x="9034883" y="1489022"/>
                  </a:lnTo>
                  <a:lnTo>
                    <a:pt x="9001014" y="1589114"/>
                  </a:lnTo>
                  <a:lnTo>
                    <a:pt x="8967123" y="1692116"/>
                  </a:lnTo>
                  <a:lnTo>
                    <a:pt x="8933195" y="1797655"/>
                  </a:lnTo>
                  <a:lnTo>
                    <a:pt x="8899225" y="1905311"/>
                  </a:lnTo>
                  <a:lnTo>
                    <a:pt x="8865215" y="2014626"/>
                  </a:lnTo>
                  <a:lnTo>
                    <a:pt x="8831175" y="2125112"/>
                  </a:lnTo>
                  <a:lnTo>
                    <a:pt x="8797115" y="2236254"/>
                  </a:lnTo>
                  <a:lnTo>
                    <a:pt x="8763052" y="2347528"/>
                  </a:lnTo>
                  <a:lnTo>
                    <a:pt x="8729000" y="2458405"/>
                  </a:lnTo>
                  <a:lnTo>
                    <a:pt x="8694974" y="2568366"/>
                  </a:lnTo>
                  <a:lnTo>
                    <a:pt x="8660984" y="2676907"/>
                  </a:lnTo>
                  <a:lnTo>
                    <a:pt x="8627035" y="2783555"/>
                  </a:lnTo>
                  <a:lnTo>
                    <a:pt x="8593127" y="2887869"/>
                  </a:lnTo>
                  <a:lnTo>
                    <a:pt x="8559249" y="2989453"/>
                  </a:lnTo>
                  <a:lnTo>
                    <a:pt x="8525382" y="3087959"/>
                  </a:lnTo>
                  <a:lnTo>
                    <a:pt x="8491495" y="3183090"/>
                  </a:lnTo>
                  <a:lnTo>
                    <a:pt x="8457543" y="3274605"/>
                  </a:lnTo>
                  <a:lnTo>
                    <a:pt x="8423468" y="3362317"/>
                  </a:lnTo>
                  <a:lnTo>
                    <a:pt x="8389196" y="3446095"/>
                  </a:lnTo>
                  <a:lnTo>
                    <a:pt x="8354633" y="3525858"/>
                  </a:lnTo>
                  <a:lnTo>
                    <a:pt x="8319667" y="3601578"/>
                  </a:lnTo>
                  <a:lnTo>
                    <a:pt x="8284164" y="3673271"/>
                  </a:lnTo>
                  <a:lnTo>
                    <a:pt x="8247964" y="3740998"/>
                  </a:lnTo>
                  <a:lnTo>
                    <a:pt x="8229629" y="3773256"/>
                  </a:lnTo>
                  <a:lnTo>
                    <a:pt x="8180006" y="3853787"/>
                  </a:lnTo>
                  <a:lnTo>
                    <a:pt x="8128163" y="3927633"/>
                  </a:lnTo>
                  <a:lnTo>
                    <a:pt x="8073503" y="3995007"/>
                  </a:lnTo>
                  <a:lnTo>
                    <a:pt x="8015372" y="4056330"/>
                  </a:lnTo>
                  <a:lnTo>
                    <a:pt x="7953087" y="4112122"/>
                  </a:lnTo>
                  <a:lnTo>
                    <a:pt x="7885974" y="4162927"/>
                  </a:lnTo>
                  <a:lnTo>
                    <a:pt x="7813403" y="4209263"/>
                  </a:lnTo>
                  <a:lnTo>
                    <a:pt x="7734841" y="4251597"/>
                  </a:lnTo>
                  <a:lnTo>
                    <a:pt x="7649923" y="4290325"/>
                  </a:lnTo>
                  <a:lnTo>
                    <a:pt x="7558537" y="4325763"/>
                  </a:lnTo>
                  <a:lnTo>
                    <a:pt x="7460931" y="4358144"/>
                  </a:lnTo>
                  <a:lnTo>
                    <a:pt x="7357832" y="4387612"/>
                  </a:lnTo>
                  <a:lnTo>
                    <a:pt x="7250559" y="4414234"/>
                  </a:lnTo>
                  <a:lnTo>
                    <a:pt x="7141100" y="4438009"/>
                  </a:lnTo>
                  <a:lnTo>
                    <a:pt x="7032118" y="4458891"/>
                  </a:lnTo>
                  <a:lnTo>
                    <a:pt x="6926843" y="4476821"/>
                  </a:lnTo>
                  <a:lnTo>
                    <a:pt x="6828819" y="4491763"/>
                  </a:lnTo>
                  <a:lnTo>
                    <a:pt x="6741524" y="4503747"/>
                  </a:lnTo>
                  <a:lnTo>
                    <a:pt x="6667889" y="4512899"/>
                  </a:lnTo>
                  <a:lnTo>
                    <a:pt x="6609844" y="4519461"/>
                  </a:lnTo>
                  <a:lnTo>
                    <a:pt x="6567965" y="4523783"/>
                  </a:lnTo>
                  <a:lnTo>
                    <a:pt x="6541320" y="4526301"/>
                  </a:lnTo>
                  <a:lnTo>
                    <a:pt x="6527504" y="4527500"/>
                  </a:lnTo>
                  <a:lnTo>
                    <a:pt x="6522806" y="4527876"/>
                  </a:lnTo>
                  <a:lnTo>
                    <a:pt x="6522385" y="4527907"/>
                  </a:lnTo>
                  <a:lnTo>
                    <a:pt x="5527445" y="4527907"/>
                  </a:lnTo>
                  <a:lnTo>
                    <a:pt x="5526309" y="4527905"/>
                  </a:lnTo>
                  <a:lnTo>
                    <a:pt x="5518810" y="4527885"/>
                  </a:lnTo>
                  <a:lnTo>
                    <a:pt x="5499808" y="4527832"/>
                  </a:lnTo>
                  <a:lnTo>
                    <a:pt x="5465586" y="4527727"/>
                  </a:lnTo>
                  <a:lnTo>
                    <a:pt x="5414075" y="4527554"/>
                  </a:lnTo>
                  <a:lnTo>
                    <a:pt x="5345004" y="4527298"/>
                  </a:lnTo>
                  <a:lnTo>
                    <a:pt x="5259847" y="4526949"/>
                  </a:lnTo>
                  <a:lnTo>
                    <a:pt x="5161493" y="4526500"/>
                  </a:lnTo>
                  <a:lnTo>
                    <a:pt x="5053726" y="4525950"/>
                  </a:lnTo>
                  <a:lnTo>
                    <a:pt x="4940621" y="4525297"/>
                  </a:lnTo>
                  <a:lnTo>
                    <a:pt x="4826017" y="4524546"/>
                  </a:lnTo>
                  <a:lnTo>
                    <a:pt x="4713150" y="4523696"/>
                  </a:lnTo>
                  <a:lnTo>
                    <a:pt x="4604466" y="4522750"/>
                  </a:lnTo>
                  <a:lnTo>
                    <a:pt x="4501603" y="4521705"/>
                  </a:lnTo>
                  <a:lnTo>
                    <a:pt x="4405478" y="4520556"/>
                  </a:lnTo>
                  <a:lnTo>
                    <a:pt x="4316417" y="4519295"/>
                  </a:lnTo>
                  <a:lnTo>
                    <a:pt x="4234308" y="4517911"/>
                  </a:lnTo>
                  <a:lnTo>
                    <a:pt x="4158732" y="4516390"/>
                  </a:lnTo>
                  <a:lnTo>
                    <a:pt x="4089074" y="4514715"/>
                  </a:lnTo>
                  <a:lnTo>
                    <a:pt x="4024608" y="4512867"/>
                  </a:lnTo>
                  <a:lnTo>
                    <a:pt x="3964560" y="4510827"/>
                  </a:lnTo>
                  <a:lnTo>
                    <a:pt x="3908152" y="4508578"/>
                  </a:lnTo>
                  <a:lnTo>
                    <a:pt x="3854650" y="4506104"/>
                  </a:lnTo>
                  <a:lnTo>
                    <a:pt x="3820202" y="4504325"/>
                  </a:lnTo>
                  <a:lnTo>
                    <a:pt x="3758655" y="4500770"/>
                  </a:lnTo>
                  <a:lnTo>
                    <a:pt x="3699025" y="4496860"/>
                  </a:lnTo>
                  <a:lnTo>
                    <a:pt x="3640600" y="4492588"/>
                  </a:lnTo>
                  <a:lnTo>
                    <a:pt x="3582855" y="4487960"/>
                  </a:lnTo>
                  <a:lnTo>
                    <a:pt x="3525419" y="4482996"/>
                  </a:lnTo>
                  <a:lnTo>
                    <a:pt x="3468050" y="4477729"/>
                  </a:lnTo>
                  <a:lnTo>
                    <a:pt x="3410614" y="4472208"/>
                  </a:lnTo>
                  <a:lnTo>
                    <a:pt x="3353061" y="4466491"/>
                  </a:lnTo>
                  <a:lnTo>
                    <a:pt x="3295409" y="4460650"/>
                  </a:lnTo>
                  <a:lnTo>
                    <a:pt x="3237713" y="4454762"/>
                  </a:lnTo>
                  <a:lnTo>
                    <a:pt x="3180048" y="4448906"/>
                  </a:lnTo>
                  <a:lnTo>
                    <a:pt x="3122474" y="4443161"/>
                  </a:lnTo>
                  <a:lnTo>
                    <a:pt x="3065017" y="4437598"/>
                  </a:lnTo>
                  <a:lnTo>
                    <a:pt x="3007643" y="4432280"/>
                  </a:lnTo>
                  <a:lnTo>
                    <a:pt x="2950235" y="4427257"/>
                  </a:lnTo>
                  <a:lnTo>
                    <a:pt x="2892571" y="4422565"/>
                  </a:lnTo>
                  <a:lnTo>
                    <a:pt x="2834307" y="4418225"/>
                  </a:lnTo>
                  <a:lnTo>
                    <a:pt x="2774949" y="4414248"/>
                  </a:lnTo>
                  <a:lnTo>
                    <a:pt x="2713824" y="4410628"/>
                  </a:lnTo>
                  <a:lnTo>
                    <a:pt x="2702183" y="4409993"/>
                  </a:lnTo>
                  <a:lnTo>
                    <a:pt x="2650250" y="4407367"/>
                  </a:lnTo>
                  <a:lnTo>
                    <a:pt x="2595861" y="4404969"/>
                  </a:lnTo>
                  <a:lnTo>
                    <a:pt x="2538329" y="4402791"/>
                  </a:lnTo>
                  <a:lnTo>
                    <a:pt x="2476901" y="4400817"/>
                  </a:lnTo>
                  <a:lnTo>
                    <a:pt x="2410796" y="4399029"/>
                  </a:lnTo>
                  <a:lnTo>
                    <a:pt x="2339249" y="4397407"/>
                  </a:lnTo>
                  <a:lnTo>
                    <a:pt x="2261564" y="4395933"/>
                  </a:lnTo>
                  <a:lnTo>
                    <a:pt x="2177181" y="4394591"/>
                  </a:lnTo>
                  <a:lnTo>
                    <a:pt x="2085768" y="4393368"/>
                  </a:lnTo>
                  <a:lnTo>
                    <a:pt x="1987344" y="4392255"/>
                  </a:lnTo>
                  <a:lnTo>
                    <a:pt x="1882414" y="4391242"/>
                  </a:lnTo>
                  <a:lnTo>
                    <a:pt x="1772120" y="4390328"/>
                  </a:lnTo>
                  <a:lnTo>
                    <a:pt x="1658364" y="4389512"/>
                  </a:lnTo>
                  <a:lnTo>
                    <a:pt x="1543864" y="4388793"/>
                  </a:lnTo>
                  <a:lnTo>
                    <a:pt x="1432085" y="4388174"/>
                  </a:lnTo>
                  <a:lnTo>
                    <a:pt x="1326993" y="4387657"/>
                  </a:lnTo>
                  <a:lnTo>
                    <a:pt x="1232634" y="4387242"/>
                  </a:lnTo>
                  <a:lnTo>
                    <a:pt x="1152558" y="4386924"/>
                  </a:lnTo>
                  <a:lnTo>
                    <a:pt x="1089236" y="4386697"/>
                  </a:lnTo>
                  <a:lnTo>
                    <a:pt x="1043584" y="4386549"/>
                  </a:lnTo>
                  <a:lnTo>
                    <a:pt x="1014731" y="4386463"/>
                  </a:lnTo>
                  <a:lnTo>
                    <a:pt x="1000035" y="4386423"/>
                  </a:lnTo>
                  <a:lnTo>
                    <a:pt x="995284" y="4386411"/>
                  </a:lnTo>
                  <a:lnTo>
                    <a:pt x="994940" y="4386410"/>
                  </a:lnTo>
                  <a:lnTo>
                    <a:pt x="0" y="4386410"/>
                  </a:lnTo>
                  <a:lnTo>
                    <a:pt x="0" y="43864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3" name="pg1862"/>
            <p:cNvSpPr/>
            <p:nvPr/>
          </p:nvSpPr>
          <p:spPr>
            <a:xfrm>
              <a:off x="1199187" y="1551063"/>
              <a:ext cx="12049831" cy="4727051"/>
            </a:xfrm>
            <a:custGeom>
              <a:avLst/>
              <a:pathLst>
                <a:path w="12049831" h="4727051">
                  <a:moveTo>
                    <a:pt x="0" y="4496464"/>
                  </a:moveTo>
                  <a:lnTo>
                    <a:pt x="994940" y="4496464"/>
                  </a:lnTo>
                  <a:lnTo>
                    <a:pt x="996076" y="4496468"/>
                  </a:lnTo>
                  <a:lnTo>
                    <a:pt x="1003573" y="4496499"/>
                  </a:lnTo>
                  <a:lnTo>
                    <a:pt x="1022571" y="4496586"/>
                  </a:lnTo>
                  <a:lnTo>
                    <a:pt x="1056785" y="4496757"/>
                  </a:lnTo>
                  <a:lnTo>
                    <a:pt x="1108287" y="4497039"/>
                  </a:lnTo>
                  <a:lnTo>
                    <a:pt x="1177344" y="4497456"/>
                  </a:lnTo>
                  <a:lnTo>
                    <a:pt x="1262487" y="4498025"/>
                  </a:lnTo>
                  <a:lnTo>
                    <a:pt x="1360826" y="4498756"/>
                  </a:lnTo>
                  <a:lnTo>
                    <a:pt x="1468580" y="4499653"/>
                  </a:lnTo>
                  <a:lnTo>
                    <a:pt x="1581674" y="4500716"/>
                  </a:lnTo>
                  <a:lnTo>
                    <a:pt x="1696268" y="4501941"/>
                  </a:lnTo>
                  <a:lnTo>
                    <a:pt x="1809130" y="4503324"/>
                  </a:lnTo>
                  <a:lnTo>
                    <a:pt x="1917811" y="4504866"/>
                  </a:lnTo>
                  <a:lnTo>
                    <a:pt x="2020672" y="4506569"/>
                  </a:lnTo>
                  <a:lnTo>
                    <a:pt x="2116797" y="4508442"/>
                  </a:lnTo>
                  <a:lnTo>
                    <a:pt x="2205860" y="4510496"/>
                  </a:lnTo>
                  <a:lnTo>
                    <a:pt x="2287971" y="4512751"/>
                  </a:lnTo>
                  <a:lnTo>
                    <a:pt x="2363550" y="4515229"/>
                  </a:lnTo>
                  <a:lnTo>
                    <a:pt x="2433211" y="4517959"/>
                  </a:lnTo>
                  <a:lnTo>
                    <a:pt x="2497679" y="4520969"/>
                  </a:lnTo>
                  <a:lnTo>
                    <a:pt x="2557729" y="4524292"/>
                  </a:lnTo>
                  <a:lnTo>
                    <a:pt x="2614137" y="4527957"/>
                  </a:lnTo>
                  <a:lnTo>
                    <a:pt x="2667640" y="4531987"/>
                  </a:lnTo>
                  <a:lnTo>
                    <a:pt x="2702183" y="4534895"/>
                  </a:lnTo>
                  <a:lnTo>
                    <a:pt x="2763555" y="4540669"/>
                  </a:lnTo>
                  <a:lnTo>
                    <a:pt x="2823017" y="4547021"/>
                  </a:lnTo>
                  <a:lnTo>
                    <a:pt x="2881279" y="4553958"/>
                  </a:lnTo>
                  <a:lnTo>
                    <a:pt x="2938862" y="4561473"/>
                  </a:lnTo>
                  <a:lnTo>
                    <a:pt x="2996133" y="4569532"/>
                  </a:lnTo>
                  <a:lnTo>
                    <a:pt x="3053335" y="4578082"/>
                  </a:lnTo>
                  <a:lnTo>
                    <a:pt x="3110602" y="4587047"/>
                  </a:lnTo>
                  <a:lnTo>
                    <a:pt x="3167985" y="4596330"/>
                  </a:lnTo>
                  <a:lnTo>
                    <a:pt x="3225468" y="4605817"/>
                  </a:lnTo>
                  <a:lnTo>
                    <a:pt x="3282996" y="4615385"/>
                  </a:lnTo>
                  <a:lnTo>
                    <a:pt x="3340496" y="4624903"/>
                  </a:lnTo>
                  <a:lnTo>
                    <a:pt x="3397906" y="4634247"/>
                  </a:lnTo>
                  <a:lnTo>
                    <a:pt x="3455200" y="4643298"/>
                  </a:lnTo>
                  <a:lnTo>
                    <a:pt x="3512409" y="4651956"/>
                  </a:lnTo>
                  <a:lnTo>
                    <a:pt x="3569646" y="4660140"/>
                  </a:lnTo>
                  <a:lnTo>
                    <a:pt x="3627124" y="4667790"/>
                  </a:lnTo>
                  <a:lnTo>
                    <a:pt x="3685180" y="4674869"/>
                  </a:lnTo>
                  <a:lnTo>
                    <a:pt x="3744295" y="4681363"/>
                  </a:lnTo>
                  <a:lnTo>
                    <a:pt x="3805128" y="4687275"/>
                  </a:lnTo>
                  <a:lnTo>
                    <a:pt x="3820202" y="4688620"/>
                  </a:lnTo>
                  <a:lnTo>
                    <a:pt x="3872131" y="4692900"/>
                  </a:lnTo>
                  <a:lnTo>
                    <a:pt x="3926515" y="4696808"/>
                  </a:lnTo>
                  <a:lnTo>
                    <a:pt x="3984042" y="4700357"/>
                  </a:lnTo>
                  <a:lnTo>
                    <a:pt x="4045464" y="4703573"/>
                  </a:lnTo>
                  <a:lnTo>
                    <a:pt x="4111562" y="4706487"/>
                  </a:lnTo>
                  <a:lnTo>
                    <a:pt x="4183100" y="4709130"/>
                  </a:lnTo>
                  <a:lnTo>
                    <a:pt x="4260776" y="4711532"/>
                  </a:lnTo>
                  <a:lnTo>
                    <a:pt x="4345149" y="4713718"/>
                  </a:lnTo>
                  <a:lnTo>
                    <a:pt x="4436550" y="4715711"/>
                  </a:lnTo>
                  <a:lnTo>
                    <a:pt x="4534961" y="4717526"/>
                  </a:lnTo>
                  <a:lnTo>
                    <a:pt x="4639877" y="4719175"/>
                  </a:lnTo>
                  <a:lnTo>
                    <a:pt x="4750158" y="4720665"/>
                  </a:lnTo>
                  <a:lnTo>
                    <a:pt x="4863903" y="4721996"/>
                  </a:lnTo>
                  <a:lnTo>
                    <a:pt x="4978395" y="4723168"/>
                  </a:lnTo>
                  <a:lnTo>
                    <a:pt x="5090171" y="4724176"/>
                  </a:lnTo>
                  <a:lnTo>
                    <a:pt x="5195265" y="4725019"/>
                  </a:lnTo>
                  <a:lnTo>
                    <a:pt x="5289634" y="4725696"/>
                  </a:lnTo>
                  <a:lnTo>
                    <a:pt x="5369725" y="4726213"/>
                  </a:lnTo>
                  <a:lnTo>
                    <a:pt x="5433068" y="4726583"/>
                  </a:lnTo>
                  <a:lnTo>
                    <a:pt x="5478742" y="4726826"/>
                  </a:lnTo>
                  <a:lnTo>
                    <a:pt x="5507619" y="4726966"/>
                  </a:lnTo>
                  <a:lnTo>
                    <a:pt x="5522335" y="4727031"/>
                  </a:lnTo>
                  <a:lnTo>
                    <a:pt x="5527098" y="4727050"/>
                  </a:lnTo>
                  <a:lnTo>
                    <a:pt x="5527445" y="4727051"/>
                  </a:lnTo>
                  <a:lnTo>
                    <a:pt x="6522385" y="4727051"/>
                  </a:lnTo>
                  <a:lnTo>
                    <a:pt x="6523263" y="4726982"/>
                  </a:lnTo>
                  <a:lnTo>
                    <a:pt x="6529083" y="4726490"/>
                  </a:lnTo>
                  <a:lnTo>
                    <a:pt x="6543928" y="4725130"/>
                  </a:lnTo>
                  <a:lnTo>
                    <a:pt x="6570903" y="4722448"/>
                  </a:lnTo>
                  <a:lnTo>
                    <a:pt x="6611991" y="4718002"/>
                  </a:lnTo>
                  <a:lnTo>
                    <a:pt x="6667928" y="4711396"/>
                  </a:lnTo>
                  <a:lnTo>
                    <a:pt x="6738177" y="4702310"/>
                  </a:lnTo>
                  <a:lnTo>
                    <a:pt x="6821062" y="4690521"/>
                  </a:lnTo>
                  <a:lnTo>
                    <a:pt x="6914044" y="4675908"/>
                  </a:lnTo>
                  <a:lnTo>
                    <a:pt x="7014094" y="4658435"/>
                  </a:lnTo>
                  <a:lnTo>
                    <a:pt x="7118077" y="4638128"/>
                  </a:lnTo>
                  <a:lnTo>
                    <a:pt x="7223078" y="4615041"/>
                  </a:lnTo>
                  <a:lnTo>
                    <a:pt x="7326630" y="4589222"/>
                  </a:lnTo>
                  <a:lnTo>
                    <a:pt x="7426818" y="4560686"/>
                  </a:lnTo>
                  <a:lnTo>
                    <a:pt x="7522304" y="4529394"/>
                  </a:lnTo>
                  <a:lnTo>
                    <a:pt x="7612275" y="4495238"/>
                  </a:lnTo>
                  <a:lnTo>
                    <a:pt x="7696358" y="4458038"/>
                  </a:lnTo>
                  <a:lnTo>
                    <a:pt x="7774524" y="4417539"/>
                  </a:lnTo>
                  <a:lnTo>
                    <a:pt x="7847000" y="4373411"/>
                  </a:lnTo>
                  <a:lnTo>
                    <a:pt x="7914185" y="4325260"/>
                  </a:lnTo>
                  <a:lnTo>
                    <a:pt x="7976590" y="4272633"/>
                  </a:lnTo>
                  <a:lnTo>
                    <a:pt x="8034791" y="4215043"/>
                  </a:lnTo>
                  <a:lnTo>
                    <a:pt x="8089387" y="4151994"/>
                  </a:lnTo>
                  <a:lnTo>
                    <a:pt x="8140972" y="4083026"/>
                  </a:lnTo>
                  <a:lnTo>
                    <a:pt x="8190113" y="4007790"/>
                  </a:lnTo>
                  <a:lnTo>
                    <a:pt x="8229629" y="3940083"/>
                  </a:lnTo>
                  <a:lnTo>
                    <a:pt x="8265581" y="3872776"/>
                  </a:lnTo>
                  <a:lnTo>
                    <a:pt x="8300770" y="3801528"/>
                  </a:lnTo>
                  <a:lnTo>
                    <a:pt x="8335362" y="3726261"/>
                  </a:lnTo>
                  <a:lnTo>
                    <a:pt x="8369497" y="3646934"/>
                  </a:lnTo>
                  <a:lnTo>
                    <a:pt x="8403294" y="3563551"/>
                  </a:lnTo>
                  <a:lnTo>
                    <a:pt x="8436850" y="3476160"/>
                  </a:lnTo>
                  <a:lnTo>
                    <a:pt x="8470245" y="3384861"/>
                  </a:lnTo>
                  <a:lnTo>
                    <a:pt x="8503544" y="3289804"/>
                  </a:lnTo>
                  <a:lnTo>
                    <a:pt x="8536798" y="3191192"/>
                  </a:lnTo>
                  <a:lnTo>
                    <a:pt x="8570044" y="3089284"/>
                  </a:lnTo>
                  <a:lnTo>
                    <a:pt x="8603307" y="2984388"/>
                  </a:lnTo>
                  <a:lnTo>
                    <a:pt x="8636604" y="2876864"/>
                  </a:lnTo>
                  <a:lnTo>
                    <a:pt x="8669941" y="2767115"/>
                  </a:lnTo>
                  <a:lnTo>
                    <a:pt x="8703317" y="2655586"/>
                  </a:lnTo>
                  <a:lnTo>
                    <a:pt x="8736726" y="2542752"/>
                  </a:lnTo>
                  <a:lnTo>
                    <a:pt x="8770156" y="2429114"/>
                  </a:lnTo>
                  <a:lnTo>
                    <a:pt x="8803594" y="2315188"/>
                  </a:lnTo>
                  <a:lnTo>
                    <a:pt x="8837026" y="2201495"/>
                  </a:lnTo>
                  <a:lnTo>
                    <a:pt x="8870438" y="2088552"/>
                  </a:lnTo>
                  <a:lnTo>
                    <a:pt x="8903818" y="1976862"/>
                  </a:lnTo>
                  <a:lnTo>
                    <a:pt x="8937159" y="1866904"/>
                  </a:lnTo>
                  <a:lnTo>
                    <a:pt x="8970460" y="1759125"/>
                  </a:lnTo>
                  <a:lnTo>
                    <a:pt x="9003726" y="1653934"/>
                  </a:lnTo>
                  <a:lnTo>
                    <a:pt x="9036973" y="1551696"/>
                  </a:lnTo>
                  <a:lnTo>
                    <a:pt x="9070224" y="1452724"/>
                  </a:lnTo>
                  <a:lnTo>
                    <a:pt x="9103517" y="1357281"/>
                  </a:lnTo>
                  <a:lnTo>
                    <a:pt x="9136899" y="1265577"/>
                  </a:lnTo>
                  <a:lnTo>
                    <a:pt x="9170434" y="1177769"/>
                  </a:lnTo>
                  <a:lnTo>
                    <a:pt x="9204201" y="1093960"/>
                  </a:lnTo>
                  <a:lnTo>
                    <a:pt x="9238295" y="1014204"/>
                  </a:lnTo>
                  <a:lnTo>
                    <a:pt x="9272833" y="938510"/>
                  </a:lnTo>
                  <a:lnTo>
                    <a:pt x="9307952" y="866842"/>
                  </a:lnTo>
                  <a:lnTo>
                    <a:pt x="9343814" y="799124"/>
                  </a:lnTo>
                  <a:lnTo>
                    <a:pt x="9347647" y="792209"/>
                  </a:lnTo>
                  <a:lnTo>
                    <a:pt x="9395139" y="711624"/>
                  </a:lnTo>
                  <a:lnTo>
                    <a:pt x="9444647" y="637441"/>
                  </a:lnTo>
                  <a:lnTo>
                    <a:pt x="9496690" y="569480"/>
                  </a:lnTo>
                  <a:lnTo>
                    <a:pt x="9551840" y="507366"/>
                  </a:lnTo>
                  <a:lnTo>
                    <a:pt x="9610695" y="450631"/>
                  </a:lnTo>
                  <a:lnTo>
                    <a:pt x="9673852" y="398777"/>
                  </a:lnTo>
                  <a:lnTo>
                    <a:pt x="9741879" y="351320"/>
                  </a:lnTo>
                  <a:lnTo>
                    <a:pt x="9815271" y="307818"/>
                  </a:lnTo>
                  <a:lnTo>
                    <a:pt x="9894406" y="267885"/>
                  </a:lnTo>
                  <a:lnTo>
                    <a:pt x="9979471" y="231204"/>
                  </a:lnTo>
                  <a:lnTo>
                    <a:pt x="10070390" y="197532"/>
                  </a:lnTo>
                  <a:lnTo>
                    <a:pt x="10166723" y="166700"/>
                  </a:lnTo>
                  <a:lnTo>
                    <a:pt x="10267574" y="138615"/>
                  </a:lnTo>
                  <a:lnTo>
                    <a:pt x="10371513" y="113245"/>
                  </a:lnTo>
                  <a:lnTo>
                    <a:pt x="10476531" y="90614"/>
                  </a:lnTo>
                  <a:lnTo>
                    <a:pt x="10580074" y="70772"/>
                  </a:lnTo>
                  <a:lnTo>
                    <a:pt x="10679173" y="53771"/>
                  </a:lnTo>
                  <a:lnTo>
                    <a:pt x="10770687" y="39629"/>
                  </a:lnTo>
                  <a:lnTo>
                    <a:pt x="10851639" y="28298"/>
                  </a:lnTo>
                  <a:lnTo>
                    <a:pt x="10919611" y="19640"/>
                  </a:lnTo>
                  <a:lnTo>
                    <a:pt x="10973097" y="13416"/>
                  </a:lnTo>
                  <a:lnTo>
                    <a:pt x="11011768" y="9290"/>
                  </a:lnTo>
                  <a:lnTo>
                    <a:pt x="11036569" y="6858"/>
                  </a:lnTo>
                  <a:lnTo>
                    <a:pt x="11049681" y="5673"/>
                  </a:lnTo>
                  <a:lnTo>
                    <a:pt x="11054377" y="5280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4014" y="69"/>
                  </a:lnTo>
                  <a:lnTo>
                    <a:pt x="11048194" y="561"/>
                  </a:lnTo>
                  <a:lnTo>
                    <a:pt x="11033349" y="1921"/>
                  </a:lnTo>
                  <a:lnTo>
                    <a:pt x="11006374" y="4603"/>
                  </a:lnTo>
                  <a:lnTo>
                    <a:pt x="10965285" y="9049"/>
                  </a:lnTo>
                  <a:lnTo>
                    <a:pt x="10909348" y="15655"/>
                  </a:lnTo>
                  <a:lnTo>
                    <a:pt x="10839099" y="24741"/>
                  </a:lnTo>
                  <a:lnTo>
                    <a:pt x="10756214" y="36530"/>
                  </a:lnTo>
                  <a:lnTo>
                    <a:pt x="10663232" y="51143"/>
                  </a:lnTo>
                  <a:lnTo>
                    <a:pt x="10563183" y="68616"/>
                  </a:lnTo>
                  <a:lnTo>
                    <a:pt x="10459200" y="88923"/>
                  </a:lnTo>
                  <a:lnTo>
                    <a:pt x="10354198" y="112010"/>
                  </a:lnTo>
                  <a:lnTo>
                    <a:pt x="10250647" y="137829"/>
                  </a:lnTo>
                  <a:lnTo>
                    <a:pt x="10150459" y="166364"/>
                  </a:lnTo>
                  <a:lnTo>
                    <a:pt x="10054972" y="197657"/>
                  </a:lnTo>
                  <a:lnTo>
                    <a:pt x="9965001" y="231813"/>
                  </a:lnTo>
                  <a:lnTo>
                    <a:pt x="9880919" y="269012"/>
                  </a:lnTo>
                  <a:lnTo>
                    <a:pt x="9802752" y="309512"/>
                  </a:lnTo>
                  <a:lnTo>
                    <a:pt x="9730277" y="353640"/>
                  </a:lnTo>
                  <a:lnTo>
                    <a:pt x="9663092" y="401791"/>
                  </a:lnTo>
                  <a:lnTo>
                    <a:pt x="9600686" y="454418"/>
                  </a:lnTo>
                  <a:lnTo>
                    <a:pt x="9542485" y="512007"/>
                  </a:lnTo>
                  <a:lnTo>
                    <a:pt x="9487890" y="575057"/>
                  </a:lnTo>
                  <a:lnTo>
                    <a:pt x="9436304" y="644025"/>
                  </a:lnTo>
                  <a:lnTo>
                    <a:pt x="9387164" y="719261"/>
                  </a:lnTo>
                  <a:lnTo>
                    <a:pt x="9347647" y="786968"/>
                  </a:lnTo>
                  <a:lnTo>
                    <a:pt x="9311696" y="854275"/>
                  </a:lnTo>
                  <a:lnTo>
                    <a:pt x="9276507" y="925523"/>
                  </a:lnTo>
                  <a:lnTo>
                    <a:pt x="9241915" y="1000790"/>
                  </a:lnTo>
                  <a:lnTo>
                    <a:pt x="9207779" y="1080117"/>
                  </a:lnTo>
                  <a:lnTo>
                    <a:pt x="9173983" y="1163500"/>
                  </a:lnTo>
                  <a:lnTo>
                    <a:pt x="9140427" y="1250891"/>
                  </a:lnTo>
                  <a:lnTo>
                    <a:pt x="9107032" y="1342190"/>
                  </a:lnTo>
                  <a:lnTo>
                    <a:pt x="9073732" y="1437247"/>
                  </a:lnTo>
                  <a:lnTo>
                    <a:pt x="9040478" y="1535859"/>
                  </a:lnTo>
                  <a:lnTo>
                    <a:pt x="9007233" y="1637767"/>
                  </a:lnTo>
                  <a:lnTo>
                    <a:pt x="8973969" y="1742663"/>
                  </a:lnTo>
                  <a:lnTo>
                    <a:pt x="8940672" y="1850187"/>
                  </a:lnTo>
                  <a:lnTo>
                    <a:pt x="8907336" y="1959936"/>
                  </a:lnTo>
                  <a:lnTo>
                    <a:pt x="8873960" y="2071465"/>
                  </a:lnTo>
                  <a:lnTo>
                    <a:pt x="8840551" y="2184299"/>
                  </a:lnTo>
                  <a:lnTo>
                    <a:pt x="8807121" y="2297937"/>
                  </a:lnTo>
                  <a:lnTo>
                    <a:pt x="8773682" y="2411863"/>
                  </a:lnTo>
                  <a:lnTo>
                    <a:pt x="8740250" y="2525556"/>
                  </a:lnTo>
                  <a:lnTo>
                    <a:pt x="8706839" y="2638499"/>
                  </a:lnTo>
                  <a:lnTo>
                    <a:pt x="8673459" y="2750189"/>
                  </a:lnTo>
                  <a:lnTo>
                    <a:pt x="8640118" y="2860147"/>
                  </a:lnTo>
                  <a:lnTo>
                    <a:pt x="8606817" y="2967926"/>
                  </a:lnTo>
                  <a:lnTo>
                    <a:pt x="8573550" y="3073117"/>
                  </a:lnTo>
                  <a:lnTo>
                    <a:pt x="8540304" y="3175355"/>
                  </a:lnTo>
                  <a:lnTo>
                    <a:pt x="8507052" y="3274327"/>
                  </a:lnTo>
                  <a:lnTo>
                    <a:pt x="8473760" y="3369770"/>
                  </a:lnTo>
                  <a:lnTo>
                    <a:pt x="8440378" y="3461474"/>
                  </a:lnTo>
                  <a:lnTo>
                    <a:pt x="8406842" y="3549282"/>
                  </a:lnTo>
                  <a:lnTo>
                    <a:pt x="8373076" y="3633091"/>
                  </a:lnTo>
                  <a:lnTo>
                    <a:pt x="8338981" y="3712847"/>
                  </a:lnTo>
                  <a:lnTo>
                    <a:pt x="8304443" y="3788541"/>
                  </a:lnTo>
                  <a:lnTo>
                    <a:pt x="8269325" y="3860209"/>
                  </a:lnTo>
                  <a:lnTo>
                    <a:pt x="8233462" y="3927927"/>
                  </a:lnTo>
                  <a:lnTo>
                    <a:pt x="8229629" y="3934842"/>
                  </a:lnTo>
                  <a:lnTo>
                    <a:pt x="8182137" y="4015427"/>
                  </a:lnTo>
                  <a:lnTo>
                    <a:pt x="8132629" y="4089610"/>
                  </a:lnTo>
                  <a:lnTo>
                    <a:pt x="8080587" y="4157571"/>
                  </a:lnTo>
                  <a:lnTo>
                    <a:pt x="8025437" y="4219685"/>
                  </a:lnTo>
                  <a:lnTo>
                    <a:pt x="7966582" y="4276420"/>
                  </a:lnTo>
                  <a:lnTo>
                    <a:pt x="7903424" y="4328274"/>
                  </a:lnTo>
                  <a:lnTo>
                    <a:pt x="7835398" y="4375731"/>
                  </a:lnTo>
                  <a:lnTo>
                    <a:pt x="7762005" y="4419233"/>
                  </a:lnTo>
                  <a:lnTo>
                    <a:pt x="7682871" y="4459166"/>
                  </a:lnTo>
                  <a:lnTo>
                    <a:pt x="7597805" y="4495847"/>
                  </a:lnTo>
                  <a:lnTo>
                    <a:pt x="7506886" y="4529519"/>
                  </a:lnTo>
                  <a:lnTo>
                    <a:pt x="7410554" y="4560351"/>
                  </a:lnTo>
                  <a:lnTo>
                    <a:pt x="7309702" y="4588436"/>
                  </a:lnTo>
                  <a:lnTo>
                    <a:pt x="7205764" y="4613806"/>
                  </a:lnTo>
                  <a:lnTo>
                    <a:pt x="7100746" y="4636437"/>
                  </a:lnTo>
                  <a:lnTo>
                    <a:pt x="6997203" y="4656279"/>
                  </a:lnTo>
                  <a:lnTo>
                    <a:pt x="6898104" y="4673280"/>
                  </a:lnTo>
                  <a:lnTo>
                    <a:pt x="6806590" y="4687422"/>
                  </a:lnTo>
                  <a:lnTo>
                    <a:pt x="6725637" y="4698753"/>
                  </a:lnTo>
                  <a:lnTo>
                    <a:pt x="6657666" y="4707411"/>
                  </a:lnTo>
                  <a:lnTo>
                    <a:pt x="6604179" y="4713635"/>
                  </a:lnTo>
                  <a:lnTo>
                    <a:pt x="6565509" y="4717761"/>
                  </a:lnTo>
                  <a:lnTo>
                    <a:pt x="6540708" y="4720193"/>
                  </a:lnTo>
                  <a:lnTo>
                    <a:pt x="6527596" y="4721378"/>
                  </a:lnTo>
                  <a:lnTo>
                    <a:pt x="6522900" y="4721771"/>
                  </a:lnTo>
                  <a:lnTo>
                    <a:pt x="6522385" y="4721811"/>
                  </a:lnTo>
                  <a:lnTo>
                    <a:pt x="5527445" y="4721811"/>
                  </a:lnTo>
                  <a:lnTo>
                    <a:pt x="5526309" y="4721806"/>
                  </a:lnTo>
                  <a:lnTo>
                    <a:pt x="5518812" y="4721775"/>
                  </a:lnTo>
                  <a:lnTo>
                    <a:pt x="5499814" y="4721688"/>
                  </a:lnTo>
                  <a:lnTo>
                    <a:pt x="5465600" y="4721518"/>
                  </a:lnTo>
                  <a:lnTo>
                    <a:pt x="5414098" y="4721235"/>
                  </a:lnTo>
                  <a:lnTo>
                    <a:pt x="5345041" y="4720819"/>
                  </a:lnTo>
                  <a:lnTo>
                    <a:pt x="5259898" y="4720250"/>
                  </a:lnTo>
                  <a:lnTo>
                    <a:pt x="5161559" y="4719518"/>
                  </a:lnTo>
                  <a:lnTo>
                    <a:pt x="5053805" y="4718621"/>
                  </a:lnTo>
                  <a:lnTo>
                    <a:pt x="4940711" y="4717558"/>
                  </a:lnTo>
                  <a:lnTo>
                    <a:pt x="4826117" y="4716334"/>
                  </a:lnTo>
                  <a:lnTo>
                    <a:pt x="4713255" y="4714950"/>
                  </a:lnTo>
                  <a:lnTo>
                    <a:pt x="4604574" y="4713408"/>
                  </a:lnTo>
                  <a:lnTo>
                    <a:pt x="4501713" y="4711705"/>
                  </a:lnTo>
                  <a:lnTo>
                    <a:pt x="4405588" y="4709833"/>
                  </a:lnTo>
                  <a:lnTo>
                    <a:pt x="4316525" y="4707778"/>
                  </a:lnTo>
                  <a:lnTo>
                    <a:pt x="4234414" y="4705523"/>
                  </a:lnTo>
                  <a:lnTo>
                    <a:pt x="4158835" y="4703045"/>
                  </a:lnTo>
                  <a:lnTo>
                    <a:pt x="4089174" y="4700316"/>
                  </a:lnTo>
                  <a:lnTo>
                    <a:pt x="4024706" y="4697306"/>
                  </a:lnTo>
                  <a:lnTo>
                    <a:pt x="3964656" y="4693983"/>
                  </a:lnTo>
                  <a:lnTo>
                    <a:pt x="3908248" y="4690317"/>
                  </a:lnTo>
                  <a:lnTo>
                    <a:pt x="3854745" y="4686287"/>
                  </a:lnTo>
                  <a:lnTo>
                    <a:pt x="3820202" y="4683380"/>
                  </a:lnTo>
                  <a:lnTo>
                    <a:pt x="3758830" y="4677605"/>
                  </a:lnTo>
                  <a:lnTo>
                    <a:pt x="3699368" y="4671254"/>
                  </a:lnTo>
                  <a:lnTo>
                    <a:pt x="3641106" y="4664316"/>
                  </a:lnTo>
                  <a:lnTo>
                    <a:pt x="3583523" y="4656802"/>
                  </a:lnTo>
                  <a:lnTo>
                    <a:pt x="3526252" y="4648742"/>
                  </a:lnTo>
                  <a:lnTo>
                    <a:pt x="3469050" y="4640192"/>
                  </a:lnTo>
                  <a:lnTo>
                    <a:pt x="3411783" y="4631227"/>
                  </a:lnTo>
                  <a:lnTo>
                    <a:pt x="3354400" y="4621945"/>
                  </a:lnTo>
                  <a:lnTo>
                    <a:pt x="3296917" y="4612457"/>
                  </a:lnTo>
                  <a:lnTo>
                    <a:pt x="3239389" y="4602890"/>
                  </a:lnTo>
                  <a:lnTo>
                    <a:pt x="3181889" y="4593371"/>
                  </a:lnTo>
                  <a:lnTo>
                    <a:pt x="3124479" y="4584028"/>
                  </a:lnTo>
                  <a:lnTo>
                    <a:pt x="3067185" y="4574976"/>
                  </a:lnTo>
                  <a:lnTo>
                    <a:pt x="3009976" y="4566318"/>
                  </a:lnTo>
                  <a:lnTo>
                    <a:pt x="2952739" y="4558134"/>
                  </a:lnTo>
                  <a:lnTo>
                    <a:pt x="2895261" y="4550484"/>
                  </a:lnTo>
                  <a:lnTo>
                    <a:pt x="2837205" y="4543405"/>
                  </a:lnTo>
                  <a:lnTo>
                    <a:pt x="2778090" y="4536912"/>
                  </a:lnTo>
                  <a:lnTo>
                    <a:pt x="2717257" y="4531000"/>
                  </a:lnTo>
                  <a:lnTo>
                    <a:pt x="2702183" y="4529654"/>
                  </a:lnTo>
                  <a:lnTo>
                    <a:pt x="2650254" y="4525375"/>
                  </a:lnTo>
                  <a:lnTo>
                    <a:pt x="2595870" y="4521467"/>
                  </a:lnTo>
                  <a:lnTo>
                    <a:pt x="2538343" y="4517918"/>
                  </a:lnTo>
                  <a:lnTo>
                    <a:pt x="2476921" y="4514701"/>
                  </a:lnTo>
                  <a:lnTo>
                    <a:pt x="2410823" y="4511787"/>
                  </a:lnTo>
                  <a:lnTo>
                    <a:pt x="2339285" y="4509144"/>
                  </a:lnTo>
                  <a:lnTo>
                    <a:pt x="2261609" y="4506743"/>
                  </a:lnTo>
                  <a:lnTo>
                    <a:pt x="2177236" y="4504556"/>
                  </a:lnTo>
                  <a:lnTo>
                    <a:pt x="2085835" y="4502564"/>
                  </a:lnTo>
                  <a:lnTo>
                    <a:pt x="1987424" y="4500748"/>
                  </a:lnTo>
                  <a:lnTo>
                    <a:pt x="1882508" y="4499099"/>
                  </a:lnTo>
                  <a:lnTo>
                    <a:pt x="1772226" y="4497610"/>
                  </a:lnTo>
                  <a:lnTo>
                    <a:pt x="1658482" y="4496278"/>
                  </a:lnTo>
                  <a:lnTo>
                    <a:pt x="1543990" y="4495107"/>
                  </a:lnTo>
                  <a:lnTo>
                    <a:pt x="1432214" y="4494098"/>
                  </a:lnTo>
                  <a:lnTo>
                    <a:pt x="1327120" y="4493256"/>
                  </a:lnTo>
                  <a:lnTo>
                    <a:pt x="1232751" y="4492579"/>
                  </a:lnTo>
                  <a:lnTo>
                    <a:pt x="1152660" y="4492061"/>
                  </a:lnTo>
                  <a:lnTo>
                    <a:pt x="1089317" y="4491691"/>
                  </a:lnTo>
                  <a:lnTo>
                    <a:pt x="1043643" y="4491449"/>
                  </a:lnTo>
                  <a:lnTo>
                    <a:pt x="1014766" y="4491309"/>
                  </a:lnTo>
                  <a:lnTo>
                    <a:pt x="1000050" y="4491244"/>
                  </a:lnTo>
                  <a:lnTo>
                    <a:pt x="995287" y="4491224"/>
                  </a:lnTo>
                  <a:lnTo>
                    <a:pt x="994940" y="4491223"/>
                  </a:lnTo>
                  <a:lnTo>
                    <a:pt x="0" y="4491223"/>
                  </a:lnTo>
                  <a:close/>
                </a:path>
              </a:pathLst>
            </a:custGeom>
            <a:solidFill>
              <a:srgbClr val="6FA8D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64" name="pl1863"/>
            <p:cNvSpPr/>
            <p:nvPr/>
          </p:nvSpPr>
          <p:spPr>
            <a:xfrm>
              <a:off x="1199187" y="1556303"/>
              <a:ext cx="12049831" cy="4721811"/>
            </a:xfrm>
            <a:custGeom>
              <a:avLst/>
              <a:pathLst>
                <a:path w="12049831" h="4721811">
                  <a:moveTo>
                    <a:pt x="0" y="4491223"/>
                  </a:moveTo>
                  <a:lnTo>
                    <a:pt x="994940" y="4491223"/>
                  </a:lnTo>
                  <a:lnTo>
                    <a:pt x="996076" y="4491227"/>
                  </a:lnTo>
                  <a:lnTo>
                    <a:pt x="1003573" y="4491259"/>
                  </a:lnTo>
                  <a:lnTo>
                    <a:pt x="1022571" y="4491345"/>
                  </a:lnTo>
                  <a:lnTo>
                    <a:pt x="1056785" y="4491516"/>
                  </a:lnTo>
                  <a:lnTo>
                    <a:pt x="1108287" y="4491798"/>
                  </a:lnTo>
                  <a:lnTo>
                    <a:pt x="1177344" y="4492215"/>
                  </a:lnTo>
                  <a:lnTo>
                    <a:pt x="1262487" y="4492784"/>
                  </a:lnTo>
                  <a:lnTo>
                    <a:pt x="1360826" y="4493515"/>
                  </a:lnTo>
                  <a:lnTo>
                    <a:pt x="1468580" y="4494413"/>
                  </a:lnTo>
                  <a:lnTo>
                    <a:pt x="1581674" y="4495475"/>
                  </a:lnTo>
                  <a:lnTo>
                    <a:pt x="1696268" y="4496700"/>
                  </a:lnTo>
                  <a:lnTo>
                    <a:pt x="1809130" y="4498084"/>
                  </a:lnTo>
                  <a:lnTo>
                    <a:pt x="1917811" y="4499626"/>
                  </a:lnTo>
                  <a:lnTo>
                    <a:pt x="2020672" y="4501329"/>
                  </a:lnTo>
                  <a:lnTo>
                    <a:pt x="2116797" y="4503201"/>
                  </a:lnTo>
                  <a:lnTo>
                    <a:pt x="2205860" y="4505256"/>
                  </a:lnTo>
                  <a:lnTo>
                    <a:pt x="2287971" y="4507510"/>
                  </a:lnTo>
                  <a:lnTo>
                    <a:pt x="2363550" y="4509989"/>
                  </a:lnTo>
                  <a:lnTo>
                    <a:pt x="2433211" y="4512718"/>
                  </a:lnTo>
                  <a:lnTo>
                    <a:pt x="2497679" y="4515728"/>
                  </a:lnTo>
                  <a:lnTo>
                    <a:pt x="2557729" y="4519051"/>
                  </a:lnTo>
                  <a:lnTo>
                    <a:pt x="2614137" y="4522716"/>
                  </a:lnTo>
                  <a:lnTo>
                    <a:pt x="2667640" y="4526746"/>
                  </a:lnTo>
                  <a:lnTo>
                    <a:pt x="2702183" y="4529654"/>
                  </a:lnTo>
                  <a:lnTo>
                    <a:pt x="2763555" y="4535428"/>
                  </a:lnTo>
                  <a:lnTo>
                    <a:pt x="2823017" y="4541780"/>
                  </a:lnTo>
                  <a:lnTo>
                    <a:pt x="2881279" y="4548718"/>
                  </a:lnTo>
                  <a:lnTo>
                    <a:pt x="2938862" y="4556232"/>
                  </a:lnTo>
                  <a:lnTo>
                    <a:pt x="2996133" y="4564291"/>
                  </a:lnTo>
                  <a:lnTo>
                    <a:pt x="3053335" y="4572841"/>
                  </a:lnTo>
                  <a:lnTo>
                    <a:pt x="3110602" y="4581806"/>
                  </a:lnTo>
                  <a:lnTo>
                    <a:pt x="3167985" y="4591089"/>
                  </a:lnTo>
                  <a:lnTo>
                    <a:pt x="3225468" y="4600577"/>
                  </a:lnTo>
                  <a:lnTo>
                    <a:pt x="3282996" y="4610144"/>
                  </a:lnTo>
                  <a:lnTo>
                    <a:pt x="3340496" y="4619663"/>
                  </a:lnTo>
                  <a:lnTo>
                    <a:pt x="3397906" y="4629006"/>
                  </a:lnTo>
                  <a:lnTo>
                    <a:pt x="3455200" y="4638057"/>
                  </a:lnTo>
                  <a:lnTo>
                    <a:pt x="3512409" y="4646716"/>
                  </a:lnTo>
                  <a:lnTo>
                    <a:pt x="3569646" y="4654900"/>
                  </a:lnTo>
                  <a:lnTo>
                    <a:pt x="3627124" y="4662549"/>
                  </a:lnTo>
                  <a:lnTo>
                    <a:pt x="3685180" y="4669629"/>
                  </a:lnTo>
                  <a:lnTo>
                    <a:pt x="3744295" y="4676122"/>
                  </a:lnTo>
                  <a:lnTo>
                    <a:pt x="3805128" y="4682034"/>
                  </a:lnTo>
                  <a:lnTo>
                    <a:pt x="3820202" y="4683380"/>
                  </a:lnTo>
                  <a:lnTo>
                    <a:pt x="3872131" y="4687659"/>
                  </a:lnTo>
                  <a:lnTo>
                    <a:pt x="3926515" y="4691567"/>
                  </a:lnTo>
                  <a:lnTo>
                    <a:pt x="3984042" y="4695116"/>
                  </a:lnTo>
                  <a:lnTo>
                    <a:pt x="4045464" y="4698333"/>
                  </a:lnTo>
                  <a:lnTo>
                    <a:pt x="4111562" y="4701246"/>
                  </a:lnTo>
                  <a:lnTo>
                    <a:pt x="4183100" y="4703890"/>
                  </a:lnTo>
                  <a:lnTo>
                    <a:pt x="4260776" y="4706291"/>
                  </a:lnTo>
                  <a:lnTo>
                    <a:pt x="4345149" y="4708478"/>
                  </a:lnTo>
                  <a:lnTo>
                    <a:pt x="4436550" y="4710470"/>
                  </a:lnTo>
                  <a:lnTo>
                    <a:pt x="4534961" y="4712285"/>
                  </a:lnTo>
                  <a:lnTo>
                    <a:pt x="4639877" y="4713935"/>
                  </a:lnTo>
                  <a:lnTo>
                    <a:pt x="4750158" y="4715424"/>
                  </a:lnTo>
                  <a:lnTo>
                    <a:pt x="4863903" y="4716756"/>
                  </a:lnTo>
                  <a:lnTo>
                    <a:pt x="4978395" y="4717927"/>
                  </a:lnTo>
                  <a:lnTo>
                    <a:pt x="5090171" y="4718936"/>
                  </a:lnTo>
                  <a:lnTo>
                    <a:pt x="5195265" y="4719778"/>
                  </a:lnTo>
                  <a:lnTo>
                    <a:pt x="5289634" y="4720455"/>
                  </a:lnTo>
                  <a:lnTo>
                    <a:pt x="5369725" y="4720972"/>
                  </a:lnTo>
                  <a:lnTo>
                    <a:pt x="5433068" y="4721343"/>
                  </a:lnTo>
                  <a:lnTo>
                    <a:pt x="5478742" y="4721585"/>
                  </a:lnTo>
                  <a:lnTo>
                    <a:pt x="5507619" y="4721725"/>
                  </a:lnTo>
                  <a:lnTo>
                    <a:pt x="5522335" y="4721790"/>
                  </a:lnTo>
                  <a:lnTo>
                    <a:pt x="5527098" y="4721810"/>
                  </a:lnTo>
                  <a:lnTo>
                    <a:pt x="5527445" y="4721811"/>
                  </a:lnTo>
                  <a:lnTo>
                    <a:pt x="6522385" y="4721811"/>
                  </a:lnTo>
                  <a:lnTo>
                    <a:pt x="6523263" y="4721742"/>
                  </a:lnTo>
                  <a:lnTo>
                    <a:pt x="6529083" y="4721249"/>
                  </a:lnTo>
                  <a:lnTo>
                    <a:pt x="6543928" y="4719889"/>
                  </a:lnTo>
                  <a:lnTo>
                    <a:pt x="6570903" y="4717207"/>
                  </a:lnTo>
                  <a:lnTo>
                    <a:pt x="6611991" y="4712761"/>
                  </a:lnTo>
                  <a:lnTo>
                    <a:pt x="6667928" y="4706155"/>
                  </a:lnTo>
                  <a:lnTo>
                    <a:pt x="6738177" y="4697069"/>
                  </a:lnTo>
                  <a:lnTo>
                    <a:pt x="6821062" y="4685281"/>
                  </a:lnTo>
                  <a:lnTo>
                    <a:pt x="6914044" y="4670667"/>
                  </a:lnTo>
                  <a:lnTo>
                    <a:pt x="7014094" y="4653194"/>
                  </a:lnTo>
                  <a:lnTo>
                    <a:pt x="7118077" y="4632887"/>
                  </a:lnTo>
                  <a:lnTo>
                    <a:pt x="7223078" y="4609800"/>
                  </a:lnTo>
                  <a:lnTo>
                    <a:pt x="7326630" y="4583982"/>
                  </a:lnTo>
                  <a:lnTo>
                    <a:pt x="7426818" y="4555446"/>
                  </a:lnTo>
                  <a:lnTo>
                    <a:pt x="7522304" y="4524153"/>
                  </a:lnTo>
                  <a:lnTo>
                    <a:pt x="7612275" y="4489998"/>
                  </a:lnTo>
                  <a:lnTo>
                    <a:pt x="7696358" y="4452798"/>
                  </a:lnTo>
                  <a:lnTo>
                    <a:pt x="7774524" y="4412299"/>
                  </a:lnTo>
                  <a:lnTo>
                    <a:pt x="7847000" y="4368171"/>
                  </a:lnTo>
                  <a:lnTo>
                    <a:pt x="7914185" y="4320019"/>
                  </a:lnTo>
                  <a:lnTo>
                    <a:pt x="7976590" y="4267393"/>
                  </a:lnTo>
                  <a:lnTo>
                    <a:pt x="8034791" y="4209803"/>
                  </a:lnTo>
                  <a:lnTo>
                    <a:pt x="8089387" y="4146753"/>
                  </a:lnTo>
                  <a:lnTo>
                    <a:pt x="8140972" y="4077785"/>
                  </a:lnTo>
                  <a:lnTo>
                    <a:pt x="8190113" y="4002550"/>
                  </a:lnTo>
                  <a:lnTo>
                    <a:pt x="8229629" y="3934842"/>
                  </a:lnTo>
                  <a:lnTo>
                    <a:pt x="8265581" y="3867535"/>
                  </a:lnTo>
                  <a:lnTo>
                    <a:pt x="8300770" y="3796288"/>
                  </a:lnTo>
                  <a:lnTo>
                    <a:pt x="8335362" y="3721020"/>
                  </a:lnTo>
                  <a:lnTo>
                    <a:pt x="8369497" y="3641694"/>
                  </a:lnTo>
                  <a:lnTo>
                    <a:pt x="8403294" y="3558310"/>
                  </a:lnTo>
                  <a:lnTo>
                    <a:pt x="8436850" y="3470920"/>
                  </a:lnTo>
                  <a:lnTo>
                    <a:pt x="8470245" y="3379620"/>
                  </a:lnTo>
                  <a:lnTo>
                    <a:pt x="8503544" y="3284563"/>
                  </a:lnTo>
                  <a:lnTo>
                    <a:pt x="8536798" y="3185952"/>
                  </a:lnTo>
                  <a:lnTo>
                    <a:pt x="8570044" y="3084043"/>
                  </a:lnTo>
                  <a:lnTo>
                    <a:pt x="8603307" y="2979148"/>
                  </a:lnTo>
                  <a:lnTo>
                    <a:pt x="8636604" y="2871623"/>
                  </a:lnTo>
                  <a:lnTo>
                    <a:pt x="8669941" y="2761875"/>
                  </a:lnTo>
                  <a:lnTo>
                    <a:pt x="8703317" y="2650345"/>
                  </a:lnTo>
                  <a:lnTo>
                    <a:pt x="8736726" y="2537511"/>
                  </a:lnTo>
                  <a:lnTo>
                    <a:pt x="8770156" y="2423873"/>
                  </a:lnTo>
                  <a:lnTo>
                    <a:pt x="8803594" y="2309947"/>
                  </a:lnTo>
                  <a:lnTo>
                    <a:pt x="8837026" y="2196254"/>
                  </a:lnTo>
                  <a:lnTo>
                    <a:pt x="8870438" y="2083311"/>
                  </a:lnTo>
                  <a:lnTo>
                    <a:pt x="8903818" y="1971621"/>
                  </a:lnTo>
                  <a:lnTo>
                    <a:pt x="8937159" y="1861663"/>
                  </a:lnTo>
                  <a:lnTo>
                    <a:pt x="8970460" y="1753884"/>
                  </a:lnTo>
                  <a:lnTo>
                    <a:pt x="9003726" y="1648694"/>
                  </a:lnTo>
                  <a:lnTo>
                    <a:pt x="9036973" y="1546455"/>
                  </a:lnTo>
                  <a:lnTo>
                    <a:pt x="9070224" y="1447483"/>
                  </a:lnTo>
                  <a:lnTo>
                    <a:pt x="9103517" y="1352040"/>
                  </a:lnTo>
                  <a:lnTo>
                    <a:pt x="9136899" y="1260337"/>
                  </a:lnTo>
                  <a:lnTo>
                    <a:pt x="9170434" y="1172528"/>
                  </a:lnTo>
                  <a:lnTo>
                    <a:pt x="9204201" y="1088719"/>
                  </a:lnTo>
                  <a:lnTo>
                    <a:pt x="9238295" y="1008964"/>
                  </a:lnTo>
                  <a:lnTo>
                    <a:pt x="9272833" y="933270"/>
                  </a:lnTo>
                  <a:lnTo>
                    <a:pt x="9307952" y="861601"/>
                  </a:lnTo>
                  <a:lnTo>
                    <a:pt x="9343814" y="793883"/>
                  </a:lnTo>
                  <a:lnTo>
                    <a:pt x="9347647" y="786968"/>
                  </a:lnTo>
                  <a:lnTo>
                    <a:pt x="9395139" y="706384"/>
                  </a:lnTo>
                  <a:lnTo>
                    <a:pt x="9444647" y="632201"/>
                  </a:lnTo>
                  <a:lnTo>
                    <a:pt x="9496690" y="564239"/>
                  </a:lnTo>
                  <a:lnTo>
                    <a:pt x="9551840" y="502125"/>
                  </a:lnTo>
                  <a:lnTo>
                    <a:pt x="9610695" y="445390"/>
                  </a:lnTo>
                  <a:lnTo>
                    <a:pt x="9673852" y="393536"/>
                  </a:lnTo>
                  <a:lnTo>
                    <a:pt x="9741879" y="346080"/>
                  </a:lnTo>
                  <a:lnTo>
                    <a:pt x="9815271" y="302577"/>
                  </a:lnTo>
                  <a:lnTo>
                    <a:pt x="9894406" y="262644"/>
                  </a:lnTo>
                  <a:lnTo>
                    <a:pt x="9979471" y="225963"/>
                  </a:lnTo>
                  <a:lnTo>
                    <a:pt x="10070390" y="192291"/>
                  </a:lnTo>
                  <a:lnTo>
                    <a:pt x="10166723" y="161460"/>
                  </a:lnTo>
                  <a:lnTo>
                    <a:pt x="10267574" y="133374"/>
                  </a:lnTo>
                  <a:lnTo>
                    <a:pt x="10371513" y="108005"/>
                  </a:lnTo>
                  <a:lnTo>
                    <a:pt x="10476531" y="85373"/>
                  </a:lnTo>
                  <a:lnTo>
                    <a:pt x="10580074" y="65532"/>
                  </a:lnTo>
                  <a:lnTo>
                    <a:pt x="10679173" y="48531"/>
                  </a:lnTo>
                  <a:lnTo>
                    <a:pt x="10770687" y="34388"/>
                  </a:lnTo>
                  <a:lnTo>
                    <a:pt x="10851639" y="23058"/>
                  </a:lnTo>
                  <a:lnTo>
                    <a:pt x="10919611" y="14400"/>
                  </a:lnTo>
                  <a:lnTo>
                    <a:pt x="10973097" y="8175"/>
                  </a:lnTo>
                  <a:lnTo>
                    <a:pt x="11011768" y="4049"/>
                  </a:lnTo>
                  <a:lnTo>
                    <a:pt x="11036569" y="1617"/>
                  </a:lnTo>
                  <a:lnTo>
                    <a:pt x="11049681" y="432"/>
                  </a:lnTo>
                  <a:lnTo>
                    <a:pt x="11054377" y="4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5" name="pl1864"/>
            <p:cNvSpPr/>
            <p:nvPr/>
          </p:nvSpPr>
          <p:spPr>
            <a:xfrm>
              <a:off x="1199187" y="1551063"/>
              <a:ext cx="12049831" cy="4721811"/>
            </a:xfrm>
            <a:custGeom>
              <a:avLst/>
              <a:pathLst>
                <a:path w="12049831" h="4721811">
                  <a:moveTo>
                    <a:pt x="12049831" y="0"/>
                  </a:moveTo>
                  <a:lnTo>
                    <a:pt x="11054891" y="0"/>
                  </a:lnTo>
                  <a:lnTo>
                    <a:pt x="11054014" y="69"/>
                  </a:lnTo>
                  <a:lnTo>
                    <a:pt x="11048194" y="561"/>
                  </a:lnTo>
                  <a:lnTo>
                    <a:pt x="11033349" y="1921"/>
                  </a:lnTo>
                  <a:lnTo>
                    <a:pt x="11006374" y="4603"/>
                  </a:lnTo>
                  <a:lnTo>
                    <a:pt x="10965285" y="9049"/>
                  </a:lnTo>
                  <a:lnTo>
                    <a:pt x="10909348" y="15655"/>
                  </a:lnTo>
                  <a:lnTo>
                    <a:pt x="10839099" y="24741"/>
                  </a:lnTo>
                  <a:lnTo>
                    <a:pt x="10756214" y="36530"/>
                  </a:lnTo>
                  <a:lnTo>
                    <a:pt x="10663232" y="51143"/>
                  </a:lnTo>
                  <a:lnTo>
                    <a:pt x="10563183" y="68616"/>
                  </a:lnTo>
                  <a:lnTo>
                    <a:pt x="10459200" y="88923"/>
                  </a:lnTo>
                  <a:lnTo>
                    <a:pt x="10354198" y="112010"/>
                  </a:lnTo>
                  <a:lnTo>
                    <a:pt x="10250647" y="137829"/>
                  </a:lnTo>
                  <a:lnTo>
                    <a:pt x="10150459" y="166364"/>
                  </a:lnTo>
                  <a:lnTo>
                    <a:pt x="10054972" y="197657"/>
                  </a:lnTo>
                  <a:lnTo>
                    <a:pt x="9965001" y="231813"/>
                  </a:lnTo>
                  <a:lnTo>
                    <a:pt x="9880919" y="269012"/>
                  </a:lnTo>
                  <a:lnTo>
                    <a:pt x="9802752" y="309512"/>
                  </a:lnTo>
                  <a:lnTo>
                    <a:pt x="9730277" y="353640"/>
                  </a:lnTo>
                  <a:lnTo>
                    <a:pt x="9663092" y="401791"/>
                  </a:lnTo>
                  <a:lnTo>
                    <a:pt x="9600686" y="454418"/>
                  </a:lnTo>
                  <a:lnTo>
                    <a:pt x="9542485" y="512007"/>
                  </a:lnTo>
                  <a:lnTo>
                    <a:pt x="9487890" y="575057"/>
                  </a:lnTo>
                  <a:lnTo>
                    <a:pt x="9436304" y="644025"/>
                  </a:lnTo>
                  <a:lnTo>
                    <a:pt x="9387164" y="719261"/>
                  </a:lnTo>
                  <a:lnTo>
                    <a:pt x="9347647" y="786968"/>
                  </a:lnTo>
                  <a:lnTo>
                    <a:pt x="9311696" y="854275"/>
                  </a:lnTo>
                  <a:lnTo>
                    <a:pt x="9276507" y="925523"/>
                  </a:lnTo>
                  <a:lnTo>
                    <a:pt x="9241915" y="1000790"/>
                  </a:lnTo>
                  <a:lnTo>
                    <a:pt x="9207779" y="1080117"/>
                  </a:lnTo>
                  <a:lnTo>
                    <a:pt x="9173983" y="1163500"/>
                  </a:lnTo>
                  <a:lnTo>
                    <a:pt x="9140427" y="1250891"/>
                  </a:lnTo>
                  <a:lnTo>
                    <a:pt x="9107032" y="1342190"/>
                  </a:lnTo>
                  <a:lnTo>
                    <a:pt x="9073732" y="1437247"/>
                  </a:lnTo>
                  <a:lnTo>
                    <a:pt x="9040478" y="1535859"/>
                  </a:lnTo>
                  <a:lnTo>
                    <a:pt x="9007233" y="1637767"/>
                  </a:lnTo>
                  <a:lnTo>
                    <a:pt x="8973969" y="1742663"/>
                  </a:lnTo>
                  <a:lnTo>
                    <a:pt x="8940672" y="1850187"/>
                  </a:lnTo>
                  <a:lnTo>
                    <a:pt x="8907336" y="1959936"/>
                  </a:lnTo>
                  <a:lnTo>
                    <a:pt x="8873960" y="2071465"/>
                  </a:lnTo>
                  <a:lnTo>
                    <a:pt x="8840551" y="2184299"/>
                  </a:lnTo>
                  <a:lnTo>
                    <a:pt x="8807121" y="2297937"/>
                  </a:lnTo>
                  <a:lnTo>
                    <a:pt x="8773682" y="2411863"/>
                  </a:lnTo>
                  <a:lnTo>
                    <a:pt x="8740250" y="2525556"/>
                  </a:lnTo>
                  <a:lnTo>
                    <a:pt x="8706839" y="2638499"/>
                  </a:lnTo>
                  <a:lnTo>
                    <a:pt x="8673459" y="2750189"/>
                  </a:lnTo>
                  <a:lnTo>
                    <a:pt x="8640118" y="2860147"/>
                  </a:lnTo>
                  <a:lnTo>
                    <a:pt x="8606817" y="2967926"/>
                  </a:lnTo>
                  <a:lnTo>
                    <a:pt x="8573550" y="3073117"/>
                  </a:lnTo>
                  <a:lnTo>
                    <a:pt x="8540304" y="3175355"/>
                  </a:lnTo>
                  <a:lnTo>
                    <a:pt x="8507052" y="3274327"/>
                  </a:lnTo>
                  <a:lnTo>
                    <a:pt x="8473760" y="3369770"/>
                  </a:lnTo>
                  <a:lnTo>
                    <a:pt x="8440378" y="3461474"/>
                  </a:lnTo>
                  <a:lnTo>
                    <a:pt x="8406842" y="3549282"/>
                  </a:lnTo>
                  <a:lnTo>
                    <a:pt x="8373076" y="3633091"/>
                  </a:lnTo>
                  <a:lnTo>
                    <a:pt x="8338981" y="3712847"/>
                  </a:lnTo>
                  <a:lnTo>
                    <a:pt x="8304443" y="3788541"/>
                  </a:lnTo>
                  <a:lnTo>
                    <a:pt x="8269325" y="3860209"/>
                  </a:lnTo>
                  <a:lnTo>
                    <a:pt x="8233462" y="3927927"/>
                  </a:lnTo>
                  <a:lnTo>
                    <a:pt x="8229629" y="3934842"/>
                  </a:lnTo>
                  <a:lnTo>
                    <a:pt x="8182137" y="4015427"/>
                  </a:lnTo>
                  <a:lnTo>
                    <a:pt x="8132629" y="4089610"/>
                  </a:lnTo>
                  <a:lnTo>
                    <a:pt x="8080587" y="4157571"/>
                  </a:lnTo>
                  <a:lnTo>
                    <a:pt x="8025437" y="4219685"/>
                  </a:lnTo>
                  <a:lnTo>
                    <a:pt x="7966582" y="4276420"/>
                  </a:lnTo>
                  <a:lnTo>
                    <a:pt x="7903424" y="4328274"/>
                  </a:lnTo>
                  <a:lnTo>
                    <a:pt x="7835398" y="4375731"/>
                  </a:lnTo>
                  <a:lnTo>
                    <a:pt x="7762005" y="4419233"/>
                  </a:lnTo>
                  <a:lnTo>
                    <a:pt x="7682871" y="4459166"/>
                  </a:lnTo>
                  <a:lnTo>
                    <a:pt x="7597805" y="4495847"/>
                  </a:lnTo>
                  <a:lnTo>
                    <a:pt x="7506886" y="4529519"/>
                  </a:lnTo>
                  <a:lnTo>
                    <a:pt x="7410554" y="4560351"/>
                  </a:lnTo>
                  <a:lnTo>
                    <a:pt x="7309702" y="4588436"/>
                  </a:lnTo>
                  <a:lnTo>
                    <a:pt x="7205764" y="4613806"/>
                  </a:lnTo>
                  <a:lnTo>
                    <a:pt x="7100746" y="4636437"/>
                  </a:lnTo>
                  <a:lnTo>
                    <a:pt x="6997203" y="4656279"/>
                  </a:lnTo>
                  <a:lnTo>
                    <a:pt x="6898104" y="4673280"/>
                  </a:lnTo>
                  <a:lnTo>
                    <a:pt x="6806590" y="4687422"/>
                  </a:lnTo>
                  <a:lnTo>
                    <a:pt x="6725637" y="4698753"/>
                  </a:lnTo>
                  <a:lnTo>
                    <a:pt x="6657666" y="4707411"/>
                  </a:lnTo>
                  <a:lnTo>
                    <a:pt x="6604179" y="4713635"/>
                  </a:lnTo>
                  <a:lnTo>
                    <a:pt x="6565509" y="4717761"/>
                  </a:lnTo>
                  <a:lnTo>
                    <a:pt x="6540708" y="4720193"/>
                  </a:lnTo>
                  <a:lnTo>
                    <a:pt x="6527596" y="4721378"/>
                  </a:lnTo>
                  <a:lnTo>
                    <a:pt x="6522900" y="4721771"/>
                  </a:lnTo>
                  <a:lnTo>
                    <a:pt x="6522385" y="4721811"/>
                  </a:lnTo>
                  <a:lnTo>
                    <a:pt x="5527445" y="4721811"/>
                  </a:lnTo>
                  <a:lnTo>
                    <a:pt x="5526309" y="4721806"/>
                  </a:lnTo>
                  <a:lnTo>
                    <a:pt x="5518812" y="4721775"/>
                  </a:lnTo>
                  <a:lnTo>
                    <a:pt x="5499814" y="4721688"/>
                  </a:lnTo>
                  <a:lnTo>
                    <a:pt x="5465600" y="4721518"/>
                  </a:lnTo>
                  <a:lnTo>
                    <a:pt x="5414098" y="4721235"/>
                  </a:lnTo>
                  <a:lnTo>
                    <a:pt x="5345041" y="4720819"/>
                  </a:lnTo>
                  <a:lnTo>
                    <a:pt x="5259898" y="4720250"/>
                  </a:lnTo>
                  <a:lnTo>
                    <a:pt x="5161559" y="4719518"/>
                  </a:lnTo>
                  <a:lnTo>
                    <a:pt x="5053805" y="4718621"/>
                  </a:lnTo>
                  <a:lnTo>
                    <a:pt x="4940711" y="4717558"/>
                  </a:lnTo>
                  <a:lnTo>
                    <a:pt x="4826117" y="4716334"/>
                  </a:lnTo>
                  <a:lnTo>
                    <a:pt x="4713255" y="4714950"/>
                  </a:lnTo>
                  <a:lnTo>
                    <a:pt x="4604574" y="4713408"/>
                  </a:lnTo>
                  <a:lnTo>
                    <a:pt x="4501713" y="4711705"/>
                  </a:lnTo>
                  <a:lnTo>
                    <a:pt x="4405588" y="4709833"/>
                  </a:lnTo>
                  <a:lnTo>
                    <a:pt x="4316525" y="4707778"/>
                  </a:lnTo>
                  <a:lnTo>
                    <a:pt x="4234414" y="4705523"/>
                  </a:lnTo>
                  <a:lnTo>
                    <a:pt x="4158835" y="4703045"/>
                  </a:lnTo>
                  <a:lnTo>
                    <a:pt x="4089174" y="4700316"/>
                  </a:lnTo>
                  <a:lnTo>
                    <a:pt x="4024706" y="4697306"/>
                  </a:lnTo>
                  <a:lnTo>
                    <a:pt x="3964656" y="4693983"/>
                  </a:lnTo>
                  <a:lnTo>
                    <a:pt x="3908248" y="4690317"/>
                  </a:lnTo>
                  <a:lnTo>
                    <a:pt x="3854745" y="4686287"/>
                  </a:lnTo>
                  <a:lnTo>
                    <a:pt x="3820202" y="4683380"/>
                  </a:lnTo>
                  <a:lnTo>
                    <a:pt x="3758830" y="4677605"/>
                  </a:lnTo>
                  <a:lnTo>
                    <a:pt x="3699368" y="4671254"/>
                  </a:lnTo>
                  <a:lnTo>
                    <a:pt x="3641106" y="4664316"/>
                  </a:lnTo>
                  <a:lnTo>
                    <a:pt x="3583523" y="4656802"/>
                  </a:lnTo>
                  <a:lnTo>
                    <a:pt x="3526252" y="4648742"/>
                  </a:lnTo>
                  <a:lnTo>
                    <a:pt x="3469050" y="4640192"/>
                  </a:lnTo>
                  <a:lnTo>
                    <a:pt x="3411783" y="4631227"/>
                  </a:lnTo>
                  <a:lnTo>
                    <a:pt x="3354400" y="4621945"/>
                  </a:lnTo>
                  <a:lnTo>
                    <a:pt x="3296917" y="4612457"/>
                  </a:lnTo>
                  <a:lnTo>
                    <a:pt x="3239389" y="4602890"/>
                  </a:lnTo>
                  <a:lnTo>
                    <a:pt x="3181889" y="4593371"/>
                  </a:lnTo>
                  <a:lnTo>
                    <a:pt x="3124479" y="4584028"/>
                  </a:lnTo>
                  <a:lnTo>
                    <a:pt x="3067185" y="4574976"/>
                  </a:lnTo>
                  <a:lnTo>
                    <a:pt x="3009976" y="4566318"/>
                  </a:lnTo>
                  <a:lnTo>
                    <a:pt x="2952739" y="4558134"/>
                  </a:lnTo>
                  <a:lnTo>
                    <a:pt x="2895261" y="4550484"/>
                  </a:lnTo>
                  <a:lnTo>
                    <a:pt x="2837205" y="4543405"/>
                  </a:lnTo>
                  <a:lnTo>
                    <a:pt x="2778090" y="4536912"/>
                  </a:lnTo>
                  <a:lnTo>
                    <a:pt x="2717257" y="4531000"/>
                  </a:lnTo>
                  <a:lnTo>
                    <a:pt x="2702183" y="4529654"/>
                  </a:lnTo>
                  <a:lnTo>
                    <a:pt x="2650254" y="4525375"/>
                  </a:lnTo>
                  <a:lnTo>
                    <a:pt x="2595870" y="4521467"/>
                  </a:lnTo>
                  <a:lnTo>
                    <a:pt x="2538343" y="4517918"/>
                  </a:lnTo>
                  <a:lnTo>
                    <a:pt x="2476921" y="4514701"/>
                  </a:lnTo>
                  <a:lnTo>
                    <a:pt x="2410823" y="4511787"/>
                  </a:lnTo>
                  <a:lnTo>
                    <a:pt x="2339285" y="4509144"/>
                  </a:lnTo>
                  <a:lnTo>
                    <a:pt x="2261609" y="4506743"/>
                  </a:lnTo>
                  <a:lnTo>
                    <a:pt x="2177236" y="4504556"/>
                  </a:lnTo>
                  <a:lnTo>
                    <a:pt x="2085835" y="4502564"/>
                  </a:lnTo>
                  <a:lnTo>
                    <a:pt x="1987424" y="4500748"/>
                  </a:lnTo>
                  <a:lnTo>
                    <a:pt x="1882508" y="4499099"/>
                  </a:lnTo>
                  <a:lnTo>
                    <a:pt x="1772226" y="4497610"/>
                  </a:lnTo>
                  <a:lnTo>
                    <a:pt x="1658482" y="4496278"/>
                  </a:lnTo>
                  <a:lnTo>
                    <a:pt x="1543990" y="4495107"/>
                  </a:lnTo>
                  <a:lnTo>
                    <a:pt x="1432214" y="4494098"/>
                  </a:lnTo>
                  <a:lnTo>
                    <a:pt x="1327120" y="4493256"/>
                  </a:lnTo>
                  <a:lnTo>
                    <a:pt x="1232751" y="4492579"/>
                  </a:lnTo>
                  <a:lnTo>
                    <a:pt x="1152660" y="4492061"/>
                  </a:lnTo>
                  <a:lnTo>
                    <a:pt x="1089317" y="4491691"/>
                  </a:lnTo>
                  <a:lnTo>
                    <a:pt x="1043643" y="4491449"/>
                  </a:lnTo>
                  <a:lnTo>
                    <a:pt x="1014766" y="4491309"/>
                  </a:lnTo>
                  <a:lnTo>
                    <a:pt x="1000050" y="4491244"/>
                  </a:lnTo>
                  <a:lnTo>
                    <a:pt x="995287" y="4491224"/>
                  </a:lnTo>
                  <a:lnTo>
                    <a:pt x="994940" y="4491223"/>
                  </a:lnTo>
                  <a:lnTo>
                    <a:pt x="0" y="4491223"/>
                  </a:lnTo>
                  <a:lnTo>
                    <a:pt x="0" y="44912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6" name="pg1865"/>
            <p:cNvSpPr/>
            <p:nvPr/>
          </p:nvSpPr>
          <p:spPr>
            <a:xfrm>
              <a:off x="1199187" y="1902185"/>
              <a:ext cx="12049831" cy="4386410"/>
            </a:xfrm>
            <a:custGeom>
              <a:avLst/>
              <a:pathLst>
                <a:path w="12049831" h="4386410">
                  <a:moveTo>
                    <a:pt x="0" y="4150582"/>
                  </a:moveTo>
                  <a:lnTo>
                    <a:pt x="994940" y="4150582"/>
                  </a:lnTo>
                  <a:lnTo>
                    <a:pt x="996076" y="4150586"/>
                  </a:lnTo>
                  <a:lnTo>
                    <a:pt x="1003572" y="4150618"/>
                  </a:lnTo>
                  <a:lnTo>
                    <a:pt x="1022570" y="4150707"/>
                  </a:lnTo>
                  <a:lnTo>
                    <a:pt x="1056784" y="4150882"/>
                  </a:lnTo>
                  <a:lnTo>
                    <a:pt x="1108285" y="4151170"/>
                  </a:lnTo>
                  <a:lnTo>
                    <a:pt x="1177342" y="4151596"/>
                  </a:lnTo>
                  <a:lnTo>
                    <a:pt x="1262483" y="4152178"/>
                  </a:lnTo>
                  <a:lnTo>
                    <a:pt x="1360821" y="4152926"/>
                  </a:lnTo>
                  <a:lnTo>
                    <a:pt x="1468574" y="4153844"/>
                  </a:lnTo>
                  <a:lnTo>
                    <a:pt x="1581667" y="4154931"/>
                  </a:lnTo>
                  <a:lnTo>
                    <a:pt x="1696261" y="4156183"/>
                  </a:lnTo>
                  <a:lnTo>
                    <a:pt x="1809122" y="4157598"/>
                  </a:lnTo>
                  <a:lnTo>
                    <a:pt x="1917803" y="4159175"/>
                  </a:lnTo>
                  <a:lnTo>
                    <a:pt x="2020663" y="4160917"/>
                  </a:lnTo>
                  <a:lnTo>
                    <a:pt x="2116789" y="4162832"/>
                  </a:lnTo>
                  <a:lnTo>
                    <a:pt x="2205852" y="4164933"/>
                  </a:lnTo>
                  <a:lnTo>
                    <a:pt x="2287964" y="4167239"/>
                  </a:lnTo>
                  <a:lnTo>
                    <a:pt x="2363543" y="4169774"/>
                  </a:lnTo>
                  <a:lnTo>
                    <a:pt x="2433203" y="4172565"/>
                  </a:lnTo>
                  <a:lnTo>
                    <a:pt x="2497671" y="4175643"/>
                  </a:lnTo>
                  <a:lnTo>
                    <a:pt x="2557722" y="4179042"/>
                  </a:lnTo>
                  <a:lnTo>
                    <a:pt x="2614130" y="4182790"/>
                  </a:lnTo>
                  <a:lnTo>
                    <a:pt x="2667633" y="4186912"/>
                  </a:lnTo>
                  <a:lnTo>
                    <a:pt x="2702183" y="4189886"/>
                  </a:lnTo>
                  <a:lnTo>
                    <a:pt x="2763542" y="4195790"/>
                  </a:lnTo>
                  <a:lnTo>
                    <a:pt x="2822992" y="4202285"/>
                  </a:lnTo>
                  <a:lnTo>
                    <a:pt x="2881242" y="4209379"/>
                  </a:lnTo>
                  <a:lnTo>
                    <a:pt x="2938813" y="4217062"/>
                  </a:lnTo>
                  <a:lnTo>
                    <a:pt x="2996072" y="4225302"/>
                  </a:lnTo>
                  <a:lnTo>
                    <a:pt x="3053262" y="4234044"/>
                  </a:lnTo>
                  <a:lnTo>
                    <a:pt x="3110517" y="4243210"/>
                  </a:lnTo>
                  <a:lnTo>
                    <a:pt x="3167887" y="4252701"/>
                  </a:lnTo>
                  <a:lnTo>
                    <a:pt x="3225358" y="4262402"/>
                  </a:lnTo>
                  <a:lnTo>
                    <a:pt x="3282873" y="4272185"/>
                  </a:lnTo>
                  <a:lnTo>
                    <a:pt x="3340361" y="4281918"/>
                  </a:lnTo>
                  <a:lnTo>
                    <a:pt x="3397760" y="4291472"/>
                  </a:lnTo>
                  <a:lnTo>
                    <a:pt x="3455041" y="4300728"/>
                  </a:lnTo>
                  <a:lnTo>
                    <a:pt x="3512238" y="4309583"/>
                  </a:lnTo>
                  <a:lnTo>
                    <a:pt x="3569463" y="4317952"/>
                  </a:lnTo>
                  <a:lnTo>
                    <a:pt x="3626928" y="4325776"/>
                  </a:lnTo>
                  <a:lnTo>
                    <a:pt x="3684968" y="4333017"/>
                  </a:lnTo>
                  <a:lnTo>
                    <a:pt x="3744066" y="4339659"/>
                  </a:lnTo>
                  <a:lnTo>
                    <a:pt x="3804877" y="4345706"/>
                  </a:lnTo>
                  <a:lnTo>
                    <a:pt x="3820202" y="4347105"/>
                  </a:lnTo>
                  <a:lnTo>
                    <a:pt x="3872130" y="4351482"/>
                  </a:lnTo>
                  <a:lnTo>
                    <a:pt x="3926515" y="4355479"/>
                  </a:lnTo>
                  <a:lnTo>
                    <a:pt x="3984041" y="4359109"/>
                  </a:lnTo>
                  <a:lnTo>
                    <a:pt x="4045463" y="4362398"/>
                  </a:lnTo>
                  <a:lnTo>
                    <a:pt x="4111560" y="4365378"/>
                  </a:lnTo>
                  <a:lnTo>
                    <a:pt x="4183098" y="4368082"/>
                  </a:lnTo>
                  <a:lnTo>
                    <a:pt x="4260773" y="4370538"/>
                  </a:lnTo>
                  <a:lnTo>
                    <a:pt x="4345145" y="4372774"/>
                  </a:lnTo>
                  <a:lnTo>
                    <a:pt x="4436545" y="4374812"/>
                  </a:lnTo>
                  <a:lnTo>
                    <a:pt x="4534955" y="4376668"/>
                  </a:lnTo>
                  <a:lnTo>
                    <a:pt x="4639871" y="4378355"/>
                  </a:lnTo>
                  <a:lnTo>
                    <a:pt x="4750151" y="4379878"/>
                  </a:lnTo>
                  <a:lnTo>
                    <a:pt x="4863895" y="4381240"/>
                  </a:lnTo>
                  <a:lnTo>
                    <a:pt x="4978386" y="4382438"/>
                  </a:lnTo>
                  <a:lnTo>
                    <a:pt x="5090162" y="4383470"/>
                  </a:lnTo>
                  <a:lnTo>
                    <a:pt x="5195256" y="4384331"/>
                  </a:lnTo>
                  <a:lnTo>
                    <a:pt x="5289625" y="4385024"/>
                  </a:lnTo>
                  <a:lnTo>
                    <a:pt x="5369717" y="4385553"/>
                  </a:lnTo>
                  <a:lnTo>
                    <a:pt x="5433062" y="4385931"/>
                  </a:lnTo>
                  <a:lnTo>
                    <a:pt x="5478738" y="4386179"/>
                  </a:lnTo>
                  <a:lnTo>
                    <a:pt x="5507616" y="4386322"/>
                  </a:lnTo>
                  <a:lnTo>
                    <a:pt x="5522334" y="4386389"/>
                  </a:lnTo>
                  <a:lnTo>
                    <a:pt x="5527098" y="4386409"/>
                  </a:lnTo>
                  <a:lnTo>
                    <a:pt x="5527445" y="4386410"/>
                  </a:lnTo>
                  <a:lnTo>
                    <a:pt x="6522385" y="4386410"/>
                  </a:lnTo>
                  <a:lnTo>
                    <a:pt x="6523390" y="4386336"/>
                  </a:lnTo>
                  <a:lnTo>
                    <a:pt x="6530032" y="4385812"/>
                  </a:lnTo>
                  <a:lnTo>
                    <a:pt x="6546919" y="4384362"/>
                  </a:lnTo>
                  <a:lnTo>
                    <a:pt x="6577467" y="4381504"/>
                  </a:lnTo>
                  <a:lnTo>
                    <a:pt x="6623724" y="4376774"/>
                  </a:lnTo>
                  <a:lnTo>
                    <a:pt x="6686223" y="4369764"/>
                  </a:lnTo>
                  <a:lnTo>
                    <a:pt x="6763993" y="4360161"/>
                  </a:lnTo>
                  <a:lnTo>
                    <a:pt x="6854777" y="4347759"/>
                  </a:lnTo>
                  <a:lnTo>
                    <a:pt x="6955419" y="4332464"/>
                  </a:lnTo>
                  <a:lnTo>
                    <a:pt x="7062353" y="4314268"/>
                  </a:lnTo>
                  <a:lnTo>
                    <a:pt x="7172060" y="4293216"/>
                  </a:lnTo>
                  <a:lnTo>
                    <a:pt x="7281427" y="4269365"/>
                  </a:lnTo>
                  <a:lnTo>
                    <a:pt x="7387957" y="4242751"/>
                  </a:lnTo>
                  <a:lnTo>
                    <a:pt x="7489844" y="4213357"/>
                  </a:lnTo>
                  <a:lnTo>
                    <a:pt x="7585941" y="4181098"/>
                  </a:lnTo>
                  <a:lnTo>
                    <a:pt x="7675669" y="4145807"/>
                  </a:lnTo>
                  <a:lnTo>
                    <a:pt x="7758894" y="4107234"/>
                  </a:lnTo>
                  <a:lnTo>
                    <a:pt x="7835818" y="4065046"/>
                  </a:lnTo>
                  <a:lnTo>
                    <a:pt x="7906866" y="4018836"/>
                  </a:lnTo>
                  <a:lnTo>
                    <a:pt x="7972612" y="3968131"/>
                  </a:lnTo>
                  <a:lnTo>
                    <a:pt x="8033708" y="3912414"/>
                  </a:lnTo>
                  <a:lnTo>
                    <a:pt x="8090842" y="3851156"/>
                  </a:lnTo>
                  <a:lnTo>
                    <a:pt x="8144695" y="3783871"/>
                  </a:lnTo>
                  <a:lnTo>
                    <a:pt x="8195912" y="3710197"/>
                  </a:lnTo>
                  <a:lnTo>
                    <a:pt x="8229629" y="3656215"/>
                  </a:lnTo>
                  <a:lnTo>
                    <a:pt x="8266771" y="3591609"/>
                  </a:lnTo>
                  <a:lnTo>
                    <a:pt x="8303105" y="3523094"/>
                  </a:lnTo>
                  <a:lnTo>
                    <a:pt x="8338811" y="3450591"/>
                  </a:lnTo>
                  <a:lnTo>
                    <a:pt x="8374044" y="3374064"/>
                  </a:lnTo>
                  <a:lnTo>
                    <a:pt x="8408930" y="3293521"/>
                  </a:lnTo>
                  <a:lnTo>
                    <a:pt x="8443573" y="3209019"/>
                  </a:lnTo>
                  <a:lnTo>
                    <a:pt x="8478061" y="3120670"/>
                  </a:lnTo>
                  <a:lnTo>
                    <a:pt x="8512460" y="3028639"/>
                  </a:lnTo>
                  <a:lnTo>
                    <a:pt x="8546822" y="2933149"/>
                  </a:lnTo>
                  <a:lnTo>
                    <a:pt x="8581185" y="2834479"/>
                  </a:lnTo>
                  <a:lnTo>
                    <a:pt x="8615574" y="2732963"/>
                  </a:lnTo>
                  <a:lnTo>
                    <a:pt x="8650002" y="2628984"/>
                  </a:lnTo>
                  <a:lnTo>
                    <a:pt x="8684473" y="2522973"/>
                  </a:lnTo>
                  <a:lnTo>
                    <a:pt x="8718984" y="2415400"/>
                  </a:lnTo>
                  <a:lnTo>
                    <a:pt x="8753524" y="2306764"/>
                  </a:lnTo>
                  <a:lnTo>
                    <a:pt x="8788081" y="2197587"/>
                  </a:lnTo>
                  <a:lnTo>
                    <a:pt x="8822638" y="2088402"/>
                  </a:lnTo>
                  <a:lnTo>
                    <a:pt x="8857179" y="1979740"/>
                  </a:lnTo>
                  <a:lnTo>
                    <a:pt x="8891691" y="1872125"/>
                  </a:lnTo>
                  <a:lnTo>
                    <a:pt x="8926163" y="1766056"/>
                  </a:lnTo>
                  <a:lnTo>
                    <a:pt x="8960593" y="1662005"/>
                  </a:lnTo>
                  <a:lnTo>
                    <a:pt x="8994983" y="1560403"/>
                  </a:lnTo>
                  <a:lnTo>
                    <a:pt x="9029346" y="1461636"/>
                  </a:lnTo>
                  <a:lnTo>
                    <a:pt x="9063708" y="1366039"/>
                  </a:lnTo>
                  <a:lnTo>
                    <a:pt x="9098105" y="1273892"/>
                  </a:lnTo>
                  <a:lnTo>
                    <a:pt x="9132589" y="1185421"/>
                  </a:lnTo>
                  <a:lnTo>
                    <a:pt x="9167226" y="1100793"/>
                  </a:lnTo>
                  <a:lnTo>
                    <a:pt x="9202103" y="1020121"/>
                  </a:lnTo>
                  <a:lnTo>
                    <a:pt x="9237322" y="943464"/>
                  </a:lnTo>
                  <a:lnTo>
                    <a:pt x="9273011" y="870832"/>
                  </a:lnTo>
                  <a:lnTo>
                    <a:pt x="9309322" y="802190"/>
                  </a:lnTo>
                  <a:lnTo>
                    <a:pt x="9346435" y="737459"/>
                  </a:lnTo>
                  <a:lnTo>
                    <a:pt x="9347647" y="735435"/>
                  </a:lnTo>
                  <a:lnTo>
                    <a:pt x="9397403" y="657318"/>
                  </a:lnTo>
                  <a:lnTo>
                    <a:pt x="9449392" y="585703"/>
                  </a:lnTo>
                  <a:lnTo>
                    <a:pt x="9504216" y="520382"/>
                  </a:lnTo>
                  <a:lnTo>
                    <a:pt x="9562535" y="460942"/>
                  </a:lnTo>
                  <a:lnTo>
                    <a:pt x="9625036" y="406876"/>
                  </a:lnTo>
                  <a:lnTo>
                    <a:pt x="9692400" y="357655"/>
                  </a:lnTo>
                  <a:lnTo>
                    <a:pt x="9765261" y="312772"/>
                  </a:lnTo>
                  <a:lnTo>
                    <a:pt x="9844151" y="271775"/>
                  </a:lnTo>
                  <a:lnTo>
                    <a:pt x="9929436" y="234278"/>
                  </a:lnTo>
                  <a:lnTo>
                    <a:pt x="10021222" y="199974"/>
                  </a:lnTo>
                  <a:lnTo>
                    <a:pt x="10119248" y="168641"/>
                  </a:lnTo>
                  <a:lnTo>
                    <a:pt x="10222766" y="140137"/>
                  </a:lnTo>
                  <a:lnTo>
                    <a:pt x="10330427" y="114400"/>
                  </a:lnTo>
                  <a:lnTo>
                    <a:pt x="10440205" y="91434"/>
                  </a:lnTo>
                  <a:lnTo>
                    <a:pt x="10549393" y="71283"/>
                  </a:lnTo>
                  <a:lnTo>
                    <a:pt x="10654718" y="54006"/>
                  </a:lnTo>
                  <a:lnTo>
                    <a:pt x="10752602" y="39636"/>
                  </a:lnTo>
                  <a:lnTo>
                    <a:pt x="10839556" y="28140"/>
                  </a:lnTo>
                  <a:lnTo>
                    <a:pt x="10912660" y="19389"/>
                  </a:lnTo>
                  <a:lnTo>
                    <a:pt x="10970030" y="13143"/>
                  </a:lnTo>
                  <a:lnTo>
                    <a:pt x="11011160" y="9055"/>
                  </a:lnTo>
                  <a:lnTo>
                    <a:pt x="11037073" y="6697"/>
                  </a:lnTo>
                  <a:lnTo>
                    <a:pt x="11050271" y="5595"/>
                  </a:lnTo>
                  <a:lnTo>
                    <a:pt x="11054567" y="526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87" y="73"/>
                  </a:lnTo>
                  <a:lnTo>
                    <a:pt x="11047245" y="598"/>
                  </a:lnTo>
                  <a:lnTo>
                    <a:pt x="11030358" y="2047"/>
                  </a:lnTo>
                  <a:lnTo>
                    <a:pt x="10999810" y="4905"/>
                  </a:lnTo>
                  <a:lnTo>
                    <a:pt x="10953553" y="9636"/>
                  </a:lnTo>
                  <a:lnTo>
                    <a:pt x="10891054" y="16645"/>
                  </a:lnTo>
                  <a:lnTo>
                    <a:pt x="10813283" y="26249"/>
                  </a:lnTo>
                  <a:lnTo>
                    <a:pt x="10722500" y="38650"/>
                  </a:lnTo>
                  <a:lnTo>
                    <a:pt x="10621857" y="53945"/>
                  </a:lnTo>
                  <a:lnTo>
                    <a:pt x="10514923" y="72142"/>
                  </a:lnTo>
                  <a:lnTo>
                    <a:pt x="10405216" y="93194"/>
                  </a:lnTo>
                  <a:lnTo>
                    <a:pt x="10295849" y="117045"/>
                  </a:lnTo>
                  <a:lnTo>
                    <a:pt x="10189319" y="143659"/>
                  </a:lnTo>
                  <a:lnTo>
                    <a:pt x="10087432" y="173053"/>
                  </a:lnTo>
                  <a:lnTo>
                    <a:pt x="9991335" y="205312"/>
                  </a:lnTo>
                  <a:lnTo>
                    <a:pt x="9901608" y="240603"/>
                  </a:lnTo>
                  <a:lnTo>
                    <a:pt x="9818382" y="279176"/>
                  </a:lnTo>
                  <a:lnTo>
                    <a:pt x="9741459" y="321363"/>
                  </a:lnTo>
                  <a:lnTo>
                    <a:pt x="9670411" y="367573"/>
                  </a:lnTo>
                  <a:lnTo>
                    <a:pt x="9604665" y="418279"/>
                  </a:lnTo>
                  <a:lnTo>
                    <a:pt x="9543568" y="473996"/>
                  </a:lnTo>
                  <a:lnTo>
                    <a:pt x="9486435" y="535254"/>
                  </a:lnTo>
                  <a:lnTo>
                    <a:pt x="9432582" y="602539"/>
                  </a:lnTo>
                  <a:lnTo>
                    <a:pt x="9381364" y="676213"/>
                  </a:lnTo>
                  <a:lnTo>
                    <a:pt x="9347647" y="730195"/>
                  </a:lnTo>
                  <a:lnTo>
                    <a:pt x="9310505" y="794801"/>
                  </a:lnTo>
                  <a:lnTo>
                    <a:pt x="9274172" y="863316"/>
                  </a:lnTo>
                  <a:lnTo>
                    <a:pt x="9238465" y="935818"/>
                  </a:lnTo>
                  <a:lnTo>
                    <a:pt x="9203233" y="1012345"/>
                  </a:lnTo>
                  <a:lnTo>
                    <a:pt x="9168347" y="1092889"/>
                  </a:lnTo>
                  <a:lnTo>
                    <a:pt x="9133703" y="1177391"/>
                  </a:lnTo>
                  <a:lnTo>
                    <a:pt x="9099216" y="1265740"/>
                  </a:lnTo>
                  <a:lnTo>
                    <a:pt x="9064817" y="1357771"/>
                  </a:lnTo>
                  <a:lnTo>
                    <a:pt x="9030454" y="1453261"/>
                  </a:lnTo>
                  <a:lnTo>
                    <a:pt x="8996091" y="1551931"/>
                  </a:lnTo>
                  <a:lnTo>
                    <a:pt x="8961702" y="1653447"/>
                  </a:lnTo>
                  <a:lnTo>
                    <a:pt x="8927274" y="1757426"/>
                  </a:lnTo>
                  <a:lnTo>
                    <a:pt x="8892803" y="1863437"/>
                  </a:lnTo>
                  <a:lnTo>
                    <a:pt x="8858293" y="1971010"/>
                  </a:lnTo>
                  <a:lnTo>
                    <a:pt x="8823752" y="2079646"/>
                  </a:lnTo>
                  <a:lnTo>
                    <a:pt x="8789196" y="2188823"/>
                  </a:lnTo>
                  <a:lnTo>
                    <a:pt x="8754639" y="2298008"/>
                  </a:lnTo>
                  <a:lnTo>
                    <a:pt x="8720097" y="2406669"/>
                  </a:lnTo>
                  <a:lnTo>
                    <a:pt x="8685586" y="2514285"/>
                  </a:lnTo>
                  <a:lnTo>
                    <a:pt x="8651113" y="2620354"/>
                  </a:lnTo>
                  <a:lnTo>
                    <a:pt x="8616684" y="2724405"/>
                  </a:lnTo>
                  <a:lnTo>
                    <a:pt x="8582294" y="2826007"/>
                  </a:lnTo>
                  <a:lnTo>
                    <a:pt x="8547930" y="2924774"/>
                  </a:lnTo>
                  <a:lnTo>
                    <a:pt x="8513568" y="3020371"/>
                  </a:lnTo>
                  <a:lnTo>
                    <a:pt x="8479171" y="3112517"/>
                  </a:lnTo>
                  <a:lnTo>
                    <a:pt x="8444688" y="3200988"/>
                  </a:lnTo>
                  <a:lnTo>
                    <a:pt x="8410050" y="3285616"/>
                  </a:lnTo>
                  <a:lnTo>
                    <a:pt x="8375174" y="3366289"/>
                  </a:lnTo>
                  <a:lnTo>
                    <a:pt x="8339954" y="3442946"/>
                  </a:lnTo>
                  <a:lnTo>
                    <a:pt x="8304265" y="3515577"/>
                  </a:lnTo>
                  <a:lnTo>
                    <a:pt x="8267954" y="3584220"/>
                  </a:lnTo>
                  <a:lnTo>
                    <a:pt x="8230842" y="3648951"/>
                  </a:lnTo>
                  <a:lnTo>
                    <a:pt x="8229629" y="3650975"/>
                  </a:lnTo>
                  <a:lnTo>
                    <a:pt x="8179874" y="3729092"/>
                  </a:lnTo>
                  <a:lnTo>
                    <a:pt x="8127884" y="3800707"/>
                  </a:lnTo>
                  <a:lnTo>
                    <a:pt x="8073060" y="3866028"/>
                  </a:lnTo>
                  <a:lnTo>
                    <a:pt x="8014741" y="3925468"/>
                  </a:lnTo>
                  <a:lnTo>
                    <a:pt x="7952240" y="3979534"/>
                  </a:lnTo>
                  <a:lnTo>
                    <a:pt x="7884876" y="4028755"/>
                  </a:lnTo>
                  <a:lnTo>
                    <a:pt x="7812016" y="4073637"/>
                  </a:lnTo>
                  <a:lnTo>
                    <a:pt x="7733126" y="4114634"/>
                  </a:lnTo>
                  <a:lnTo>
                    <a:pt x="7647841" y="4152132"/>
                  </a:lnTo>
                  <a:lnTo>
                    <a:pt x="7556054" y="4186435"/>
                  </a:lnTo>
                  <a:lnTo>
                    <a:pt x="7458028" y="4217769"/>
                  </a:lnTo>
                  <a:lnTo>
                    <a:pt x="7354510" y="4246273"/>
                  </a:lnTo>
                  <a:lnTo>
                    <a:pt x="7246849" y="4272010"/>
                  </a:lnTo>
                  <a:lnTo>
                    <a:pt x="7137072" y="4294976"/>
                  </a:lnTo>
                  <a:lnTo>
                    <a:pt x="7027884" y="4315127"/>
                  </a:lnTo>
                  <a:lnTo>
                    <a:pt x="6922558" y="4332403"/>
                  </a:lnTo>
                  <a:lnTo>
                    <a:pt x="6824674" y="4346774"/>
                  </a:lnTo>
                  <a:lnTo>
                    <a:pt x="6737720" y="4358270"/>
                  </a:lnTo>
                  <a:lnTo>
                    <a:pt x="6664616" y="4367021"/>
                  </a:lnTo>
                  <a:lnTo>
                    <a:pt x="6607247" y="4373267"/>
                  </a:lnTo>
                  <a:lnTo>
                    <a:pt x="6566117" y="4377354"/>
                  </a:lnTo>
                  <a:lnTo>
                    <a:pt x="6540204" y="4379712"/>
                  </a:lnTo>
                  <a:lnTo>
                    <a:pt x="6527005" y="4380815"/>
                  </a:lnTo>
                  <a:lnTo>
                    <a:pt x="6522709" y="4381146"/>
                  </a:lnTo>
                  <a:lnTo>
                    <a:pt x="6522385" y="4381170"/>
                  </a:lnTo>
                  <a:lnTo>
                    <a:pt x="5527445" y="4381170"/>
                  </a:lnTo>
                  <a:lnTo>
                    <a:pt x="5526309" y="4381165"/>
                  </a:lnTo>
                  <a:lnTo>
                    <a:pt x="5518813" y="4381133"/>
                  </a:lnTo>
                  <a:lnTo>
                    <a:pt x="5499815" y="4381044"/>
                  </a:lnTo>
                  <a:lnTo>
                    <a:pt x="5465601" y="4380870"/>
                  </a:lnTo>
                  <a:lnTo>
                    <a:pt x="5414100" y="4380581"/>
                  </a:lnTo>
                  <a:lnTo>
                    <a:pt x="5345043" y="4380155"/>
                  </a:lnTo>
                  <a:lnTo>
                    <a:pt x="5259902" y="4379573"/>
                  </a:lnTo>
                  <a:lnTo>
                    <a:pt x="5161564" y="4378825"/>
                  </a:lnTo>
                  <a:lnTo>
                    <a:pt x="5053811" y="4377907"/>
                  </a:lnTo>
                  <a:lnTo>
                    <a:pt x="4940718" y="4376820"/>
                  </a:lnTo>
                  <a:lnTo>
                    <a:pt x="4826124" y="4375568"/>
                  </a:lnTo>
                  <a:lnTo>
                    <a:pt x="4713263" y="4374153"/>
                  </a:lnTo>
                  <a:lnTo>
                    <a:pt x="4604582" y="4372576"/>
                  </a:lnTo>
                  <a:lnTo>
                    <a:pt x="4501722" y="4370834"/>
                  </a:lnTo>
                  <a:lnTo>
                    <a:pt x="4405596" y="4368919"/>
                  </a:lnTo>
                  <a:lnTo>
                    <a:pt x="4316533" y="4366818"/>
                  </a:lnTo>
                  <a:lnTo>
                    <a:pt x="4234421" y="4364512"/>
                  </a:lnTo>
                  <a:lnTo>
                    <a:pt x="4158842" y="4361978"/>
                  </a:lnTo>
                  <a:lnTo>
                    <a:pt x="4089182" y="4359186"/>
                  </a:lnTo>
                  <a:lnTo>
                    <a:pt x="4024714" y="4356108"/>
                  </a:lnTo>
                  <a:lnTo>
                    <a:pt x="3964663" y="4352709"/>
                  </a:lnTo>
                  <a:lnTo>
                    <a:pt x="3908255" y="4348961"/>
                  </a:lnTo>
                  <a:lnTo>
                    <a:pt x="3854752" y="4344839"/>
                  </a:lnTo>
                  <a:lnTo>
                    <a:pt x="3820202" y="4341865"/>
                  </a:lnTo>
                  <a:lnTo>
                    <a:pt x="3758843" y="4335961"/>
                  </a:lnTo>
                  <a:lnTo>
                    <a:pt x="3699393" y="4329467"/>
                  </a:lnTo>
                  <a:lnTo>
                    <a:pt x="3641143" y="4322373"/>
                  </a:lnTo>
                  <a:lnTo>
                    <a:pt x="3583572" y="4314690"/>
                  </a:lnTo>
                  <a:lnTo>
                    <a:pt x="3526313" y="4306450"/>
                  </a:lnTo>
                  <a:lnTo>
                    <a:pt x="3469123" y="4297708"/>
                  </a:lnTo>
                  <a:lnTo>
                    <a:pt x="3411868" y="4288541"/>
                  </a:lnTo>
                  <a:lnTo>
                    <a:pt x="3354498" y="4279050"/>
                  </a:lnTo>
                  <a:lnTo>
                    <a:pt x="3297027" y="4269349"/>
                  </a:lnTo>
                  <a:lnTo>
                    <a:pt x="3239512" y="4259566"/>
                  </a:lnTo>
                  <a:lnTo>
                    <a:pt x="3182024" y="4249833"/>
                  </a:lnTo>
                  <a:lnTo>
                    <a:pt x="3124625" y="4240279"/>
                  </a:lnTo>
                  <a:lnTo>
                    <a:pt x="3067344" y="4231023"/>
                  </a:lnTo>
                  <a:lnTo>
                    <a:pt x="3010147" y="4222169"/>
                  </a:lnTo>
                  <a:lnTo>
                    <a:pt x="2952922" y="4213799"/>
                  </a:lnTo>
                  <a:lnTo>
                    <a:pt x="2895457" y="4205975"/>
                  </a:lnTo>
                  <a:lnTo>
                    <a:pt x="2837417" y="4198734"/>
                  </a:lnTo>
                  <a:lnTo>
                    <a:pt x="2778319" y="4192093"/>
                  </a:lnTo>
                  <a:lnTo>
                    <a:pt x="2717508" y="4186045"/>
                  </a:lnTo>
                  <a:lnTo>
                    <a:pt x="2702183" y="4184646"/>
                  </a:lnTo>
                  <a:lnTo>
                    <a:pt x="2650255" y="4180269"/>
                  </a:lnTo>
                  <a:lnTo>
                    <a:pt x="2595870" y="4176272"/>
                  </a:lnTo>
                  <a:lnTo>
                    <a:pt x="2538344" y="4172642"/>
                  </a:lnTo>
                  <a:lnTo>
                    <a:pt x="2476922" y="4169353"/>
                  </a:lnTo>
                  <a:lnTo>
                    <a:pt x="2410825" y="4166373"/>
                  </a:lnTo>
                  <a:lnTo>
                    <a:pt x="2339287" y="4163670"/>
                  </a:lnTo>
                  <a:lnTo>
                    <a:pt x="2261612" y="4161213"/>
                  </a:lnTo>
                  <a:lnTo>
                    <a:pt x="2177240" y="4158977"/>
                  </a:lnTo>
                  <a:lnTo>
                    <a:pt x="2085840" y="4156940"/>
                  </a:lnTo>
                  <a:lnTo>
                    <a:pt x="1987430" y="4155083"/>
                  </a:lnTo>
                  <a:lnTo>
                    <a:pt x="1882514" y="4153396"/>
                  </a:lnTo>
                  <a:lnTo>
                    <a:pt x="1772234" y="4151873"/>
                  </a:lnTo>
                  <a:lnTo>
                    <a:pt x="1658490" y="4150511"/>
                  </a:lnTo>
                  <a:lnTo>
                    <a:pt x="1543999" y="4149313"/>
                  </a:lnTo>
                  <a:lnTo>
                    <a:pt x="1432223" y="4148282"/>
                  </a:lnTo>
                  <a:lnTo>
                    <a:pt x="1327129" y="4147420"/>
                  </a:lnTo>
                  <a:lnTo>
                    <a:pt x="1232760" y="4146728"/>
                  </a:lnTo>
                  <a:lnTo>
                    <a:pt x="1152668" y="4146199"/>
                  </a:lnTo>
                  <a:lnTo>
                    <a:pt x="1089323" y="4145820"/>
                  </a:lnTo>
                  <a:lnTo>
                    <a:pt x="1043647" y="4145572"/>
                  </a:lnTo>
                  <a:lnTo>
                    <a:pt x="1014769" y="4145429"/>
                  </a:lnTo>
                  <a:lnTo>
                    <a:pt x="1000051" y="4145362"/>
                  </a:lnTo>
                  <a:lnTo>
                    <a:pt x="995287" y="4145342"/>
                  </a:lnTo>
                  <a:lnTo>
                    <a:pt x="994940" y="4145341"/>
                  </a:lnTo>
                  <a:lnTo>
                    <a:pt x="0" y="4145341"/>
                  </a:lnTo>
                  <a:close/>
                </a:path>
              </a:pathLst>
            </a:custGeom>
            <a:solidFill>
              <a:srgbClr val="6FA8D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67" name="pl1866"/>
            <p:cNvSpPr/>
            <p:nvPr/>
          </p:nvSpPr>
          <p:spPr>
            <a:xfrm>
              <a:off x="1199187" y="1907426"/>
              <a:ext cx="12049831" cy="4381170"/>
            </a:xfrm>
            <a:custGeom>
              <a:avLst/>
              <a:pathLst>
                <a:path w="12049831" h="4381170">
                  <a:moveTo>
                    <a:pt x="0" y="4145341"/>
                  </a:moveTo>
                  <a:lnTo>
                    <a:pt x="994940" y="4145341"/>
                  </a:lnTo>
                  <a:lnTo>
                    <a:pt x="996076" y="4145346"/>
                  </a:lnTo>
                  <a:lnTo>
                    <a:pt x="1003572" y="4145378"/>
                  </a:lnTo>
                  <a:lnTo>
                    <a:pt x="1022570" y="4145466"/>
                  </a:lnTo>
                  <a:lnTo>
                    <a:pt x="1056784" y="4145641"/>
                  </a:lnTo>
                  <a:lnTo>
                    <a:pt x="1108285" y="4145929"/>
                  </a:lnTo>
                  <a:lnTo>
                    <a:pt x="1177342" y="4146356"/>
                  </a:lnTo>
                  <a:lnTo>
                    <a:pt x="1262483" y="4146938"/>
                  </a:lnTo>
                  <a:lnTo>
                    <a:pt x="1360821" y="4147686"/>
                  </a:lnTo>
                  <a:lnTo>
                    <a:pt x="1468574" y="4148603"/>
                  </a:lnTo>
                  <a:lnTo>
                    <a:pt x="1581667" y="4149690"/>
                  </a:lnTo>
                  <a:lnTo>
                    <a:pt x="1696261" y="4150943"/>
                  </a:lnTo>
                  <a:lnTo>
                    <a:pt x="1809122" y="4152358"/>
                  </a:lnTo>
                  <a:lnTo>
                    <a:pt x="1917803" y="4153935"/>
                  </a:lnTo>
                  <a:lnTo>
                    <a:pt x="2020663" y="4155677"/>
                  </a:lnTo>
                  <a:lnTo>
                    <a:pt x="2116789" y="4157591"/>
                  </a:lnTo>
                  <a:lnTo>
                    <a:pt x="2205852" y="4159692"/>
                  </a:lnTo>
                  <a:lnTo>
                    <a:pt x="2287964" y="4161999"/>
                  </a:lnTo>
                  <a:lnTo>
                    <a:pt x="2363543" y="4164533"/>
                  </a:lnTo>
                  <a:lnTo>
                    <a:pt x="2433203" y="4167324"/>
                  </a:lnTo>
                  <a:lnTo>
                    <a:pt x="2497671" y="4170403"/>
                  </a:lnTo>
                  <a:lnTo>
                    <a:pt x="2557722" y="4173801"/>
                  </a:lnTo>
                  <a:lnTo>
                    <a:pt x="2614130" y="4177550"/>
                  </a:lnTo>
                  <a:lnTo>
                    <a:pt x="2667633" y="4181671"/>
                  </a:lnTo>
                  <a:lnTo>
                    <a:pt x="2702183" y="4184646"/>
                  </a:lnTo>
                  <a:lnTo>
                    <a:pt x="2763542" y="4190550"/>
                  </a:lnTo>
                  <a:lnTo>
                    <a:pt x="2822992" y="4197044"/>
                  </a:lnTo>
                  <a:lnTo>
                    <a:pt x="2881242" y="4204138"/>
                  </a:lnTo>
                  <a:lnTo>
                    <a:pt x="2938813" y="4211821"/>
                  </a:lnTo>
                  <a:lnTo>
                    <a:pt x="2996072" y="4220061"/>
                  </a:lnTo>
                  <a:lnTo>
                    <a:pt x="3053262" y="4228803"/>
                  </a:lnTo>
                  <a:lnTo>
                    <a:pt x="3110517" y="4237969"/>
                  </a:lnTo>
                  <a:lnTo>
                    <a:pt x="3167887" y="4247461"/>
                  </a:lnTo>
                  <a:lnTo>
                    <a:pt x="3225358" y="4257161"/>
                  </a:lnTo>
                  <a:lnTo>
                    <a:pt x="3282873" y="4266944"/>
                  </a:lnTo>
                  <a:lnTo>
                    <a:pt x="3340361" y="4276677"/>
                  </a:lnTo>
                  <a:lnTo>
                    <a:pt x="3397760" y="4286231"/>
                  </a:lnTo>
                  <a:lnTo>
                    <a:pt x="3455041" y="4295488"/>
                  </a:lnTo>
                  <a:lnTo>
                    <a:pt x="3512238" y="4304342"/>
                  </a:lnTo>
                  <a:lnTo>
                    <a:pt x="3569463" y="4312712"/>
                  </a:lnTo>
                  <a:lnTo>
                    <a:pt x="3626928" y="4320536"/>
                  </a:lnTo>
                  <a:lnTo>
                    <a:pt x="3684968" y="4327776"/>
                  </a:lnTo>
                  <a:lnTo>
                    <a:pt x="3744066" y="4334418"/>
                  </a:lnTo>
                  <a:lnTo>
                    <a:pt x="3804877" y="4340465"/>
                  </a:lnTo>
                  <a:lnTo>
                    <a:pt x="3820202" y="4341865"/>
                  </a:lnTo>
                  <a:lnTo>
                    <a:pt x="3872130" y="4346242"/>
                  </a:lnTo>
                  <a:lnTo>
                    <a:pt x="3926515" y="4350238"/>
                  </a:lnTo>
                  <a:lnTo>
                    <a:pt x="3984041" y="4353868"/>
                  </a:lnTo>
                  <a:lnTo>
                    <a:pt x="4045463" y="4357158"/>
                  </a:lnTo>
                  <a:lnTo>
                    <a:pt x="4111560" y="4360138"/>
                  </a:lnTo>
                  <a:lnTo>
                    <a:pt x="4183098" y="4362841"/>
                  </a:lnTo>
                  <a:lnTo>
                    <a:pt x="4260773" y="4365297"/>
                  </a:lnTo>
                  <a:lnTo>
                    <a:pt x="4345145" y="4367533"/>
                  </a:lnTo>
                  <a:lnTo>
                    <a:pt x="4436545" y="4369571"/>
                  </a:lnTo>
                  <a:lnTo>
                    <a:pt x="4534955" y="4371428"/>
                  </a:lnTo>
                  <a:lnTo>
                    <a:pt x="4639871" y="4373114"/>
                  </a:lnTo>
                  <a:lnTo>
                    <a:pt x="4750151" y="4374638"/>
                  </a:lnTo>
                  <a:lnTo>
                    <a:pt x="4863895" y="4375999"/>
                  </a:lnTo>
                  <a:lnTo>
                    <a:pt x="4978386" y="4377198"/>
                  </a:lnTo>
                  <a:lnTo>
                    <a:pt x="5090162" y="4378229"/>
                  </a:lnTo>
                  <a:lnTo>
                    <a:pt x="5195256" y="4379091"/>
                  </a:lnTo>
                  <a:lnTo>
                    <a:pt x="5289625" y="4379783"/>
                  </a:lnTo>
                  <a:lnTo>
                    <a:pt x="5369717" y="4380312"/>
                  </a:lnTo>
                  <a:lnTo>
                    <a:pt x="5433062" y="4380691"/>
                  </a:lnTo>
                  <a:lnTo>
                    <a:pt x="5478738" y="4380939"/>
                  </a:lnTo>
                  <a:lnTo>
                    <a:pt x="5507616" y="4381082"/>
                  </a:lnTo>
                  <a:lnTo>
                    <a:pt x="5522334" y="4381148"/>
                  </a:lnTo>
                  <a:lnTo>
                    <a:pt x="5527098" y="4381168"/>
                  </a:lnTo>
                  <a:lnTo>
                    <a:pt x="5527445" y="4381170"/>
                  </a:lnTo>
                  <a:lnTo>
                    <a:pt x="6522385" y="4381170"/>
                  </a:lnTo>
                  <a:lnTo>
                    <a:pt x="6523390" y="4381096"/>
                  </a:lnTo>
                  <a:lnTo>
                    <a:pt x="6530032" y="4380571"/>
                  </a:lnTo>
                  <a:lnTo>
                    <a:pt x="6546919" y="4379122"/>
                  </a:lnTo>
                  <a:lnTo>
                    <a:pt x="6577467" y="4376264"/>
                  </a:lnTo>
                  <a:lnTo>
                    <a:pt x="6623724" y="4371533"/>
                  </a:lnTo>
                  <a:lnTo>
                    <a:pt x="6686223" y="4364524"/>
                  </a:lnTo>
                  <a:lnTo>
                    <a:pt x="6763993" y="4354920"/>
                  </a:lnTo>
                  <a:lnTo>
                    <a:pt x="6854777" y="4342519"/>
                  </a:lnTo>
                  <a:lnTo>
                    <a:pt x="6955419" y="4327224"/>
                  </a:lnTo>
                  <a:lnTo>
                    <a:pt x="7062353" y="4309028"/>
                  </a:lnTo>
                  <a:lnTo>
                    <a:pt x="7172060" y="4287975"/>
                  </a:lnTo>
                  <a:lnTo>
                    <a:pt x="7281427" y="4264124"/>
                  </a:lnTo>
                  <a:lnTo>
                    <a:pt x="7387957" y="4237510"/>
                  </a:lnTo>
                  <a:lnTo>
                    <a:pt x="7489844" y="4208116"/>
                  </a:lnTo>
                  <a:lnTo>
                    <a:pt x="7585941" y="4175857"/>
                  </a:lnTo>
                  <a:lnTo>
                    <a:pt x="7675669" y="4140566"/>
                  </a:lnTo>
                  <a:lnTo>
                    <a:pt x="7758894" y="4101993"/>
                  </a:lnTo>
                  <a:lnTo>
                    <a:pt x="7835818" y="4059806"/>
                  </a:lnTo>
                  <a:lnTo>
                    <a:pt x="7906866" y="4013596"/>
                  </a:lnTo>
                  <a:lnTo>
                    <a:pt x="7972612" y="3962890"/>
                  </a:lnTo>
                  <a:lnTo>
                    <a:pt x="8033708" y="3907173"/>
                  </a:lnTo>
                  <a:lnTo>
                    <a:pt x="8090842" y="3845915"/>
                  </a:lnTo>
                  <a:lnTo>
                    <a:pt x="8144695" y="3778630"/>
                  </a:lnTo>
                  <a:lnTo>
                    <a:pt x="8195912" y="3704956"/>
                  </a:lnTo>
                  <a:lnTo>
                    <a:pt x="8229629" y="3650975"/>
                  </a:lnTo>
                  <a:lnTo>
                    <a:pt x="8266771" y="3586368"/>
                  </a:lnTo>
                  <a:lnTo>
                    <a:pt x="8303105" y="3517853"/>
                  </a:lnTo>
                  <a:lnTo>
                    <a:pt x="8338811" y="3445351"/>
                  </a:lnTo>
                  <a:lnTo>
                    <a:pt x="8374044" y="3368824"/>
                  </a:lnTo>
                  <a:lnTo>
                    <a:pt x="8408930" y="3288280"/>
                  </a:lnTo>
                  <a:lnTo>
                    <a:pt x="8443573" y="3203778"/>
                  </a:lnTo>
                  <a:lnTo>
                    <a:pt x="8478061" y="3115429"/>
                  </a:lnTo>
                  <a:lnTo>
                    <a:pt x="8512460" y="3023398"/>
                  </a:lnTo>
                  <a:lnTo>
                    <a:pt x="8546822" y="2927908"/>
                  </a:lnTo>
                  <a:lnTo>
                    <a:pt x="8581185" y="2829239"/>
                  </a:lnTo>
                  <a:lnTo>
                    <a:pt x="8615574" y="2727722"/>
                  </a:lnTo>
                  <a:lnTo>
                    <a:pt x="8650002" y="2623743"/>
                  </a:lnTo>
                  <a:lnTo>
                    <a:pt x="8684473" y="2517733"/>
                  </a:lnTo>
                  <a:lnTo>
                    <a:pt x="8718984" y="2410159"/>
                  </a:lnTo>
                  <a:lnTo>
                    <a:pt x="8753524" y="2301523"/>
                  </a:lnTo>
                  <a:lnTo>
                    <a:pt x="8788081" y="2192347"/>
                  </a:lnTo>
                  <a:lnTo>
                    <a:pt x="8822638" y="2083161"/>
                  </a:lnTo>
                  <a:lnTo>
                    <a:pt x="8857179" y="1974500"/>
                  </a:lnTo>
                  <a:lnTo>
                    <a:pt x="8891691" y="1866884"/>
                  </a:lnTo>
                  <a:lnTo>
                    <a:pt x="8926163" y="1760815"/>
                  </a:lnTo>
                  <a:lnTo>
                    <a:pt x="8960593" y="1656764"/>
                  </a:lnTo>
                  <a:lnTo>
                    <a:pt x="8994983" y="1555162"/>
                  </a:lnTo>
                  <a:lnTo>
                    <a:pt x="9029346" y="1456395"/>
                  </a:lnTo>
                  <a:lnTo>
                    <a:pt x="9063708" y="1360798"/>
                  </a:lnTo>
                  <a:lnTo>
                    <a:pt x="9098105" y="1268652"/>
                  </a:lnTo>
                  <a:lnTo>
                    <a:pt x="9132589" y="1180181"/>
                  </a:lnTo>
                  <a:lnTo>
                    <a:pt x="9167226" y="1095553"/>
                  </a:lnTo>
                  <a:lnTo>
                    <a:pt x="9202103" y="1014881"/>
                  </a:lnTo>
                  <a:lnTo>
                    <a:pt x="9237322" y="938224"/>
                  </a:lnTo>
                  <a:lnTo>
                    <a:pt x="9273011" y="865592"/>
                  </a:lnTo>
                  <a:lnTo>
                    <a:pt x="9309322" y="796949"/>
                  </a:lnTo>
                  <a:lnTo>
                    <a:pt x="9346435" y="732218"/>
                  </a:lnTo>
                  <a:lnTo>
                    <a:pt x="9347647" y="730195"/>
                  </a:lnTo>
                  <a:lnTo>
                    <a:pt x="9397403" y="652077"/>
                  </a:lnTo>
                  <a:lnTo>
                    <a:pt x="9449392" y="580462"/>
                  </a:lnTo>
                  <a:lnTo>
                    <a:pt x="9504216" y="515141"/>
                  </a:lnTo>
                  <a:lnTo>
                    <a:pt x="9562535" y="455701"/>
                  </a:lnTo>
                  <a:lnTo>
                    <a:pt x="9625036" y="401635"/>
                  </a:lnTo>
                  <a:lnTo>
                    <a:pt x="9692400" y="352414"/>
                  </a:lnTo>
                  <a:lnTo>
                    <a:pt x="9765261" y="307532"/>
                  </a:lnTo>
                  <a:lnTo>
                    <a:pt x="9844151" y="266535"/>
                  </a:lnTo>
                  <a:lnTo>
                    <a:pt x="9929436" y="229038"/>
                  </a:lnTo>
                  <a:lnTo>
                    <a:pt x="10021222" y="194734"/>
                  </a:lnTo>
                  <a:lnTo>
                    <a:pt x="10119248" y="163400"/>
                  </a:lnTo>
                  <a:lnTo>
                    <a:pt x="10222766" y="134896"/>
                  </a:lnTo>
                  <a:lnTo>
                    <a:pt x="10330427" y="109159"/>
                  </a:lnTo>
                  <a:lnTo>
                    <a:pt x="10440205" y="86193"/>
                  </a:lnTo>
                  <a:lnTo>
                    <a:pt x="10549393" y="66042"/>
                  </a:lnTo>
                  <a:lnTo>
                    <a:pt x="10654718" y="48766"/>
                  </a:lnTo>
                  <a:lnTo>
                    <a:pt x="10752602" y="34395"/>
                  </a:lnTo>
                  <a:lnTo>
                    <a:pt x="10839556" y="22899"/>
                  </a:lnTo>
                  <a:lnTo>
                    <a:pt x="10912660" y="14148"/>
                  </a:lnTo>
                  <a:lnTo>
                    <a:pt x="10970030" y="7902"/>
                  </a:lnTo>
                  <a:lnTo>
                    <a:pt x="11011160" y="3815"/>
                  </a:lnTo>
                  <a:lnTo>
                    <a:pt x="11037073" y="1457"/>
                  </a:lnTo>
                  <a:lnTo>
                    <a:pt x="11050271" y="354"/>
                  </a:lnTo>
                  <a:lnTo>
                    <a:pt x="11054567" y="2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8" name="pl1867"/>
            <p:cNvSpPr/>
            <p:nvPr/>
          </p:nvSpPr>
          <p:spPr>
            <a:xfrm>
              <a:off x="1199187" y="1902185"/>
              <a:ext cx="12049831" cy="4381170"/>
            </a:xfrm>
            <a:custGeom>
              <a:avLst/>
              <a:pathLst>
                <a:path w="12049831" h="4381170">
                  <a:moveTo>
                    <a:pt x="12049831" y="0"/>
                  </a:moveTo>
                  <a:lnTo>
                    <a:pt x="11054891" y="0"/>
                  </a:lnTo>
                  <a:lnTo>
                    <a:pt x="11053887" y="73"/>
                  </a:lnTo>
                  <a:lnTo>
                    <a:pt x="11047245" y="598"/>
                  </a:lnTo>
                  <a:lnTo>
                    <a:pt x="11030358" y="2047"/>
                  </a:lnTo>
                  <a:lnTo>
                    <a:pt x="10999810" y="4905"/>
                  </a:lnTo>
                  <a:lnTo>
                    <a:pt x="10953553" y="9636"/>
                  </a:lnTo>
                  <a:lnTo>
                    <a:pt x="10891054" y="16645"/>
                  </a:lnTo>
                  <a:lnTo>
                    <a:pt x="10813283" y="26249"/>
                  </a:lnTo>
                  <a:lnTo>
                    <a:pt x="10722500" y="38650"/>
                  </a:lnTo>
                  <a:lnTo>
                    <a:pt x="10621857" y="53945"/>
                  </a:lnTo>
                  <a:lnTo>
                    <a:pt x="10514923" y="72142"/>
                  </a:lnTo>
                  <a:lnTo>
                    <a:pt x="10405216" y="93194"/>
                  </a:lnTo>
                  <a:lnTo>
                    <a:pt x="10295849" y="117045"/>
                  </a:lnTo>
                  <a:lnTo>
                    <a:pt x="10189319" y="143659"/>
                  </a:lnTo>
                  <a:lnTo>
                    <a:pt x="10087432" y="173053"/>
                  </a:lnTo>
                  <a:lnTo>
                    <a:pt x="9991335" y="205312"/>
                  </a:lnTo>
                  <a:lnTo>
                    <a:pt x="9901608" y="240603"/>
                  </a:lnTo>
                  <a:lnTo>
                    <a:pt x="9818382" y="279176"/>
                  </a:lnTo>
                  <a:lnTo>
                    <a:pt x="9741459" y="321363"/>
                  </a:lnTo>
                  <a:lnTo>
                    <a:pt x="9670411" y="367573"/>
                  </a:lnTo>
                  <a:lnTo>
                    <a:pt x="9604665" y="418279"/>
                  </a:lnTo>
                  <a:lnTo>
                    <a:pt x="9543568" y="473996"/>
                  </a:lnTo>
                  <a:lnTo>
                    <a:pt x="9486435" y="535254"/>
                  </a:lnTo>
                  <a:lnTo>
                    <a:pt x="9432582" y="602539"/>
                  </a:lnTo>
                  <a:lnTo>
                    <a:pt x="9381364" y="676213"/>
                  </a:lnTo>
                  <a:lnTo>
                    <a:pt x="9347647" y="730195"/>
                  </a:lnTo>
                  <a:lnTo>
                    <a:pt x="9310505" y="794801"/>
                  </a:lnTo>
                  <a:lnTo>
                    <a:pt x="9274172" y="863316"/>
                  </a:lnTo>
                  <a:lnTo>
                    <a:pt x="9238465" y="935818"/>
                  </a:lnTo>
                  <a:lnTo>
                    <a:pt x="9203233" y="1012345"/>
                  </a:lnTo>
                  <a:lnTo>
                    <a:pt x="9168347" y="1092889"/>
                  </a:lnTo>
                  <a:lnTo>
                    <a:pt x="9133703" y="1177391"/>
                  </a:lnTo>
                  <a:lnTo>
                    <a:pt x="9099216" y="1265740"/>
                  </a:lnTo>
                  <a:lnTo>
                    <a:pt x="9064817" y="1357771"/>
                  </a:lnTo>
                  <a:lnTo>
                    <a:pt x="9030454" y="1453261"/>
                  </a:lnTo>
                  <a:lnTo>
                    <a:pt x="8996091" y="1551931"/>
                  </a:lnTo>
                  <a:lnTo>
                    <a:pt x="8961702" y="1653447"/>
                  </a:lnTo>
                  <a:lnTo>
                    <a:pt x="8927274" y="1757426"/>
                  </a:lnTo>
                  <a:lnTo>
                    <a:pt x="8892803" y="1863437"/>
                  </a:lnTo>
                  <a:lnTo>
                    <a:pt x="8858293" y="1971010"/>
                  </a:lnTo>
                  <a:lnTo>
                    <a:pt x="8823752" y="2079646"/>
                  </a:lnTo>
                  <a:lnTo>
                    <a:pt x="8789196" y="2188823"/>
                  </a:lnTo>
                  <a:lnTo>
                    <a:pt x="8754639" y="2298008"/>
                  </a:lnTo>
                  <a:lnTo>
                    <a:pt x="8720097" y="2406669"/>
                  </a:lnTo>
                  <a:lnTo>
                    <a:pt x="8685586" y="2514285"/>
                  </a:lnTo>
                  <a:lnTo>
                    <a:pt x="8651113" y="2620354"/>
                  </a:lnTo>
                  <a:lnTo>
                    <a:pt x="8616684" y="2724405"/>
                  </a:lnTo>
                  <a:lnTo>
                    <a:pt x="8582294" y="2826007"/>
                  </a:lnTo>
                  <a:lnTo>
                    <a:pt x="8547930" y="2924774"/>
                  </a:lnTo>
                  <a:lnTo>
                    <a:pt x="8513568" y="3020371"/>
                  </a:lnTo>
                  <a:lnTo>
                    <a:pt x="8479171" y="3112517"/>
                  </a:lnTo>
                  <a:lnTo>
                    <a:pt x="8444688" y="3200988"/>
                  </a:lnTo>
                  <a:lnTo>
                    <a:pt x="8410050" y="3285616"/>
                  </a:lnTo>
                  <a:lnTo>
                    <a:pt x="8375174" y="3366289"/>
                  </a:lnTo>
                  <a:lnTo>
                    <a:pt x="8339954" y="3442946"/>
                  </a:lnTo>
                  <a:lnTo>
                    <a:pt x="8304265" y="3515577"/>
                  </a:lnTo>
                  <a:lnTo>
                    <a:pt x="8267954" y="3584220"/>
                  </a:lnTo>
                  <a:lnTo>
                    <a:pt x="8230842" y="3648951"/>
                  </a:lnTo>
                  <a:lnTo>
                    <a:pt x="8229629" y="3650975"/>
                  </a:lnTo>
                  <a:lnTo>
                    <a:pt x="8179874" y="3729092"/>
                  </a:lnTo>
                  <a:lnTo>
                    <a:pt x="8127884" y="3800707"/>
                  </a:lnTo>
                  <a:lnTo>
                    <a:pt x="8073060" y="3866028"/>
                  </a:lnTo>
                  <a:lnTo>
                    <a:pt x="8014741" y="3925468"/>
                  </a:lnTo>
                  <a:lnTo>
                    <a:pt x="7952240" y="3979534"/>
                  </a:lnTo>
                  <a:lnTo>
                    <a:pt x="7884876" y="4028755"/>
                  </a:lnTo>
                  <a:lnTo>
                    <a:pt x="7812016" y="4073637"/>
                  </a:lnTo>
                  <a:lnTo>
                    <a:pt x="7733126" y="4114634"/>
                  </a:lnTo>
                  <a:lnTo>
                    <a:pt x="7647841" y="4152132"/>
                  </a:lnTo>
                  <a:lnTo>
                    <a:pt x="7556054" y="4186435"/>
                  </a:lnTo>
                  <a:lnTo>
                    <a:pt x="7458028" y="4217769"/>
                  </a:lnTo>
                  <a:lnTo>
                    <a:pt x="7354510" y="4246273"/>
                  </a:lnTo>
                  <a:lnTo>
                    <a:pt x="7246849" y="4272010"/>
                  </a:lnTo>
                  <a:lnTo>
                    <a:pt x="7137072" y="4294976"/>
                  </a:lnTo>
                  <a:lnTo>
                    <a:pt x="7027884" y="4315127"/>
                  </a:lnTo>
                  <a:lnTo>
                    <a:pt x="6922558" y="4332403"/>
                  </a:lnTo>
                  <a:lnTo>
                    <a:pt x="6824674" y="4346774"/>
                  </a:lnTo>
                  <a:lnTo>
                    <a:pt x="6737720" y="4358270"/>
                  </a:lnTo>
                  <a:lnTo>
                    <a:pt x="6664616" y="4367021"/>
                  </a:lnTo>
                  <a:lnTo>
                    <a:pt x="6607247" y="4373267"/>
                  </a:lnTo>
                  <a:lnTo>
                    <a:pt x="6566117" y="4377354"/>
                  </a:lnTo>
                  <a:lnTo>
                    <a:pt x="6540204" y="4379712"/>
                  </a:lnTo>
                  <a:lnTo>
                    <a:pt x="6527005" y="4380815"/>
                  </a:lnTo>
                  <a:lnTo>
                    <a:pt x="6522709" y="4381146"/>
                  </a:lnTo>
                  <a:lnTo>
                    <a:pt x="6522385" y="4381170"/>
                  </a:lnTo>
                  <a:lnTo>
                    <a:pt x="5527445" y="4381170"/>
                  </a:lnTo>
                  <a:lnTo>
                    <a:pt x="5526309" y="4381165"/>
                  </a:lnTo>
                  <a:lnTo>
                    <a:pt x="5518813" y="4381133"/>
                  </a:lnTo>
                  <a:lnTo>
                    <a:pt x="5499815" y="4381044"/>
                  </a:lnTo>
                  <a:lnTo>
                    <a:pt x="5465601" y="4380870"/>
                  </a:lnTo>
                  <a:lnTo>
                    <a:pt x="5414100" y="4380581"/>
                  </a:lnTo>
                  <a:lnTo>
                    <a:pt x="5345043" y="4380155"/>
                  </a:lnTo>
                  <a:lnTo>
                    <a:pt x="5259902" y="4379573"/>
                  </a:lnTo>
                  <a:lnTo>
                    <a:pt x="5161564" y="4378825"/>
                  </a:lnTo>
                  <a:lnTo>
                    <a:pt x="5053811" y="4377907"/>
                  </a:lnTo>
                  <a:lnTo>
                    <a:pt x="4940718" y="4376820"/>
                  </a:lnTo>
                  <a:lnTo>
                    <a:pt x="4826124" y="4375568"/>
                  </a:lnTo>
                  <a:lnTo>
                    <a:pt x="4713263" y="4374153"/>
                  </a:lnTo>
                  <a:lnTo>
                    <a:pt x="4604582" y="4372576"/>
                  </a:lnTo>
                  <a:lnTo>
                    <a:pt x="4501722" y="4370834"/>
                  </a:lnTo>
                  <a:lnTo>
                    <a:pt x="4405596" y="4368919"/>
                  </a:lnTo>
                  <a:lnTo>
                    <a:pt x="4316533" y="4366818"/>
                  </a:lnTo>
                  <a:lnTo>
                    <a:pt x="4234421" y="4364512"/>
                  </a:lnTo>
                  <a:lnTo>
                    <a:pt x="4158842" y="4361978"/>
                  </a:lnTo>
                  <a:lnTo>
                    <a:pt x="4089182" y="4359186"/>
                  </a:lnTo>
                  <a:lnTo>
                    <a:pt x="4024714" y="4356108"/>
                  </a:lnTo>
                  <a:lnTo>
                    <a:pt x="3964663" y="4352709"/>
                  </a:lnTo>
                  <a:lnTo>
                    <a:pt x="3908255" y="4348961"/>
                  </a:lnTo>
                  <a:lnTo>
                    <a:pt x="3854752" y="4344839"/>
                  </a:lnTo>
                  <a:lnTo>
                    <a:pt x="3820202" y="4341865"/>
                  </a:lnTo>
                  <a:lnTo>
                    <a:pt x="3758843" y="4335961"/>
                  </a:lnTo>
                  <a:lnTo>
                    <a:pt x="3699393" y="4329467"/>
                  </a:lnTo>
                  <a:lnTo>
                    <a:pt x="3641143" y="4322373"/>
                  </a:lnTo>
                  <a:lnTo>
                    <a:pt x="3583572" y="4314690"/>
                  </a:lnTo>
                  <a:lnTo>
                    <a:pt x="3526313" y="4306450"/>
                  </a:lnTo>
                  <a:lnTo>
                    <a:pt x="3469123" y="4297708"/>
                  </a:lnTo>
                  <a:lnTo>
                    <a:pt x="3411868" y="4288541"/>
                  </a:lnTo>
                  <a:lnTo>
                    <a:pt x="3354498" y="4279050"/>
                  </a:lnTo>
                  <a:lnTo>
                    <a:pt x="3297027" y="4269349"/>
                  </a:lnTo>
                  <a:lnTo>
                    <a:pt x="3239512" y="4259566"/>
                  </a:lnTo>
                  <a:lnTo>
                    <a:pt x="3182024" y="4249833"/>
                  </a:lnTo>
                  <a:lnTo>
                    <a:pt x="3124625" y="4240279"/>
                  </a:lnTo>
                  <a:lnTo>
                    <a:pt x="3067344" y="4231023"/>
                  </a:lnTo>
                  <a:lnTo>
                    <a:pt x="3010147" y="4222169"/>
                  </a:lnTo>
                  <a:lnTo>
                    <a:pt x="2952922" y="4213799"/>
                  </a:lnTo>
                  <a:lnTo>
                    <a:pt x="2895457" y="4205975"/>
                  </a:lnTo>
                  <a:lnTo>
                    <a:pt x="2837417" y="4198734"/>
                  </a:lnTo>
                  <a:lnTo>
                    <a:pt x="2778319" y="4192093"/>
                  </a:lnTo>
                  <a:lnTo>
                    <a:pt x="2717508" y="4186045"/>
                  </a:lnTo>
                  <a:lnTo>
                    <a:pt x="2702183" y="4184646"/>
                  </a:lnTo>
                  <a:lnTo>
                    <a:pt x="2650255" y="4180269"/>
                  </a:lnTo>
                  <a:lnTo>
                    <a:pt x="2595870" y="4176272"/>
                  </a:lnTo>
                  <a:lnTo>
                    <a:pt x="2538344" y="4172642"/>
                  </a:lnTo>
                  <a:lnTo>
                    <a:pt x="2476922" y="4169353"/>
                  </a:lnTo>
                  <a:lnTo>
                    <a:pt x="2410825" y="4166373"/>
                  </a:lnTo>
                  <a:lnTo>
                    <a:pt x="2339287" y="4163670"/>
                  </a:lnTo>
                  <a:lnTo>
                    <a:pt x="2261612" y="4161213"/>
                  </a:lnTo>
                  <a:lnTo>
                    <a:pt x="2177240" y="4158977"/>
                  </a:lnTo>
                  <a:lnTo>
                    <a:pt x="2085840" y="4156940"/>
                  </a:lnTo>
                  <a:lnTo>
                    <a:pt x="1987430" y="4155083"/>
                  </a:lnTo>
                  <a:lnTo>
                    <a:pt x="1882514" y="4153396"/>
                  </a:lnTo>
                  <a:lnTo>
                    <a:pt x="1772234" y="4151873"/>
                  </a:lnTo>
                  <a:lnTo>
                    <a:pt x="1658490" y="4150511"/>
                  </a:lnTo>
                  <a:lnTo>
                    <a:pt x="1543999" y="4149313"/>
                  </a:lnTo>
                  <a:lnTo>
                    <a:pt x="1432223" y="4148282"/>
                  </a:lnTo>
                  <a:lnTo>
                    <a:pt x="1327129" y="4147420"/>
                  </a:lnTo>
                  <a:lnTo>
                    <a:pt x="1232760" y="4146728"/>
                  </a:lnTo>
                  <a:lnTo>
                    <a:pt x="1152668" y="4146199"/>
                  </a:lnTo>
                  <a:lnTo>
                    <a:pt x="1089323" y="4145820"/>
                  </a:lnTo>
                  <a:lnTo>
                    <a:pt x="1043647" y="4145572"/>
                  </a:lnTo>
                  <a:lnTo>
                    <a:pt x="1014769" y="4145429"/>
                  </a:lnTo>
                  <a:lnTo>
                    <a:pt x="1000051" y="4145362"/>
                  </a:lnTo>
                  <a:lnTo>
                    <a:pt x="995287" y="4145342"/>
                  </a:lnTo>
                  <a:lnTo>
                    <a:pt x="994940" y="4145341"/>
                  </a:lnTo>
                  <a:lnTo>
                    <a:pt x="0" y="4145341"/>
                  </a:lnTo>
                  <a:lnTo>
                    <a:pt x="0" y="41453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9" name="pg1868"/>
            <p:cNvSpPr/>
            <p:nvPr/>
          </p:nvSpPr>
          <p:spPr>
            <a:xfrm>
              <a:off x="1199187" y="3432450"/>
              <a:ext cx="12049831" cy="2567910"/>
            </a:xfrm>
            <a:custGeom>
              <a:avLst/>
              <a:pathLst>
                <a:path w="12049831" h="2567910">
                  <a:moveTo>
                    <a:pt x="0" y="2567910"/>
                  </a:moveTo>
                  <a:lnTo>
                    <a:pt x="994940" y="2567910"/>
                  </a:lnTo>
                  <a:lnTo>
                    <a:pt x="996026" y="2567863"/>
                  </a:lnTo>
                  <a:lnTo>
                    <a:pt x="1003204" y="2567530"/>
                  </a:lnTo>
                  <a:lnTo>
                    <a:pt x="1021416" y="2566611"/>
                  </a:lnTo>
                  <a:lnTo>
                    <a:pt x="1054267" y="2564797"/>
                  </a:lnTo>
                  <a:lnTo>
                    <a:pt x="1103826" y="2561799"/>
                  </a:lnTo>
                  <a:lnTo>
                    <a:pt x="1170466" y="2557365"/>
                  </a:lnTo>
                  <a:lnTo>
                    <a:pt x="1252907" y="2551304"/>
                  </a:lnTo>
                  <a:lnTo>
                    <a:pt x="1348500" y="2543501"/>
                  </a:lnTo>
                  <a:lnTo>
                    <a:pt x="1453694" y="2533908"/>
                  </a:lnTo>
                  <a:lnTo>
                    <a:pt x="1564597" y="2522529"/>
                  </a:lnTo>
                  <a:lnTo>
                    <a:pt x="1677481" y="2509396"/>
                  </a:lnTo>
                  <a:lnTo>
                    <a:pt x="1789147" y="2494546"/>
                  </a:lnTo>
                  <a:lnTo>
                    <a:pt x="1897121" y="2477991"/>
                  </a:lnTo>
                  <a:lnTo>
                    <a:pt x="1999697" y="2459707"/>
                  </a:lnTo>
                  <a:lnTo>
                    <a:pt x="2095869" y="2439621"/>
                  </a:lnTo>
                  <a:lnTo>
                    <a:pt x="2185216" y="2417607"/>
                  </a:lnTo>
                  <a:lnTo>
                    <a:pt x="2267760" y="2393484"/>
                  </a:lnTo>
                  <a:lnTo>
                    <a:pt x="2343839" y="2367020"/>
                  </a:lnTo>
                  <a:lnTo>
                    <a:pt x="2414001" y="2337934"/>
                  </a:lnTo>
                  <a:lnTo>
                    <a:pt x="2478917" y="2305911"/>
                  </a:lnTo>
                  <a:lnTo>
                    <a:pt x="2539320" y="2270617"/>
                  </a:lnTo>
                  <a:lnTo>
                    <a:pt x="2595955" y="2231726"/>
                  </a:lnTo>
                  <a:lnTo>
                    <a:pt x="2649543" y="2188970"/>
                  </a:lnTo>
                  <a:lnTo>
                    <a:pt x="2700740" y="2142203"/>
                  </a:lnTo>
                  <a:lnTo>
                    <a:pt x="2702183" y="2140799"/>
                  </a:lnTo>
                  <a:lnTo>
                    <a:pt x="2748026" y="2093694"/>
                  </a:lnTo>
                  <a:lnTo>
                    <a:pt x="2792698" y="2043069"/>
                  </a:lnTo>
                  <a:lnTo>
                    <a:pt x="2836524" y="1988853"/>
                  </a:lnTo>
                  <a:lnTo>
                    <a:pt x="2879765" y="1931033"/>
                  </a:lnTo>
                  <a:lnTo>
                    <a:pt x="2922627" y="1869665"/>
                  </a:lnTo>
                  <a:lnTo>
                    <a:pt x="2965271" y="1804877"/>
                  </a:lnTo>
                  <a:lnTo>
                    <a:pt x="3007814" y="1736870"/>
                  </a:lnTo>
                  <a:lnTo>
                    <a:pt x="3050340" y="1665928"/>
                  </a:lnTo>
                  <a:lnTo>
                    <a:pt x="3092902" y="1592405"/>
                  </a:lnTo>
                  <a:lnTo>
                    <a:pt x="3135525" y="1516729"/>
                  </a:lnTo>
                  <a:lnTo>
                    <a:pt x="3178213" y="1439388"/>
                  </a:lnTo>
                  <a:lnTo>
                    <a:pt x="3220953" y="1360921"/>
                  </a:lnTo>
                  <a:lnTo>
                    <a:pt x="3263721" y="1281899"/>
                  </a:lnTo>
                  <a:lnTo>
                    <a:pt x="3306487" y="1202913"/>
                  </a:lnTo>
                  <a:lnTo>
                    <a:pt x="3349222" y="1124549"/>
                  </a:lnTo>
                  <a:lnTo>
                    <a:pt x="3391902" y="1047378"/>
                  </a:lnTo>
                  <a:lnTo>
                    <a:pt x="3434517" y="971932"/>
                  </a:lnTo>
                  <a:lnTo>
                    <a:pt x="3477073" y="898694"/>
                  </a:lnTo>
                  <a:lnTo>
                    <a:pt x="3519599" y="828081"/>
                  </a:lnTo>
                  <a:lnTo>
                    <a:pt x="3562149" y="760442"/>
                  </a:lnTo>
                  <a:lnTo>
                    <a:pt x="3604811" y="696049"/>
                  </a:lnTo>
                  <a:lnTo>
                    <a:pt x="3647709" y="635095"/>
                  </a:lnTo>
                  <a:lnTo>
                    <a:pt x="3691007" y="577700"/>
                  </a:lnTo>
                  <a:lnTo>
                    <a:pt x="3734919" y="523910"/>
                  </a:lnTo>
                  <a:lnTo>
                    <a:pt x="3779711" y="473706"/>
                  </a:lnTo>
                  <a:lnTo>
                    <a:pt x="3820202" y="432352"/>
                  </a:lnTo>
                  <a:lnTo>
                    <a:pt x="3871338" y="385470"/>
                  </a:lnTo>
                  <a:lnTo>
                    <a:pt x="3924849" y="342599"/>
                  </a:lnTo>
                  <a:lnTo>
                    <a:pt x="3981387" y="303601"/>
                  </a:lnTo>
                  <a:lnTo>
                    <a:pt x="4041671" y="268207"/>
                  </a:lnTo>
                  <a:lnTo>
                    <a:pt x="4106447" y="236095"/>
                  </a:lnTo>
                  <a:lnTo>
                    <a:pt x="4176448" y="206930"/>
                  </a:lnTo>
                  <a:lnTo>
                    <a:pt x="4252349" y="180394"/>
                  </a:lnTo>
                  <a:lnTo>
                    <a:pt x="4334700" y="156207"/>
                  </a:lnTo>
                  <a:lnTo>
                    <a:pt x="4423849" y="134135"/>
                  </a:lnTo>
                  <a:lnTo>
                    <a:pt x="4519829" y="113996"/>
                  </a:lnTo>
                  <a:lnTo>
                    <a:pt x="4622231" y="95661"/>
                  </a:lnTo>
                  <a:lnTo>
                    <a:pt x="4730070" y="79057"/>
                  </a:lnTo>
                  <a:lnTo>
                    <a:pt x="4841661" y="64157"/>
                  </a:lnTo>
                  <a:lnTo>
                    <a:pt x="4954551" y="50975"/>
                  </a:lnTo>
                  <a:lnTo>
                    <a:pt x="5065562" y="39545"/>
                  </a:lnTo>
                  <a:lnTo>
                    <a:pt x="5170975" y="29900"/>
                  </a:lnTo>
                  <a:lnTo>
                    <a:pt x="5266896" y="22046"/>
                  </a:lnTo>
                  <a:lnTo>
                    <a:pt x="5349759" y="15936"/>
                  </a:lnTo>
                  <a:lnTo>
                    <a:pt x="5416878" y="11457"/>
                  </a:lnTo>
                  <a:lnTo>
                    <a:pt x="5466931" y="8421"/>
                  </a:lnTo>
                  <a:lnTo>
                    <a:pt x="5500243" y="6578"/>
                  </a:lnTo>
                  <a:lnTo>
                    <a:pt x="5518832" y="5637"/>
                  </a:lnTo>
                  <a:lnTo>
                    <a:pt x="5526264" y="529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75" y="5286"/>
                  </a:lnTo>
                  <a:lnTo>
                    <a:pt x="6530671" y="5609"/>
                  </a:lnTo>
                  <a:lnTo>
                    <a:pt x="6548928" y="6503"/>
                  </a:lnTo>
                  <a:lnTo>
                    <a:pt x="6581859" y="8266"/>
                  </a:lnTo>
                  <a:lnTo>
                    <a:pt x="6631531" y="11180"/>
                  </a:lnTo>
                  <a:lnTo>
                    <a:pt x="6698312" y="15489"/>
                  </a:lnTo>
                  <a:lnTo>
                    <a:pt x="6780912" y="21378"/>
                  </a:lnTo>
                  <a:lnTo>
                    <a:pt x="6876666" y="28960"/>
                  </a:lnTo>
                  <a:lnTo>
                    <a:pt x="6982012" y="38281"/>
                  </a:lnTo>
                  <a:lnTo>
                    <a:pt x="7093046" y="49336"/>
                  </a:lnTo>
                  <a:lnTo>
                    <a:pt x="7206032" y="62092"/>
                  </a:lnTo>
                  <a:lnTo>
                    <a:pt x="7317771" y="76517"/>
                  </a:lnTo>
                  <a:lnTo>
                    <a:pt x="7425789" y="92597"/>
                  </a:lnTo>
                  <a:lnTo>
                    <a:pt x="7528384" y="110356"/>
                  </a:lnTo>
                  <a:lnTo>
                    <a:pt x="7624555" y="129867"/>
                  </a:lnTo>
                  <a:lnTo>
                    <a:pt x="7713886" y="151251"/>
                  </a:lnTo>
                  <a:lnTo>
                    <a:pt x="7796405" y="174687"/>
                  </a:lnTo>
                  <a:lnTo>
                    <a:pt x="7872455" y="200400"/>
                  </a:lnTo>
                  <a:lnTo>
                    <a:pt x="7942588" y="228663"/>
                  </a:lnTo>
                  <a:lnTo>
                    <a:pt x="8007477" y="259784"/>
                  </a:lnTo>
                  <a:lnTo>
                    <a:pt x="8067858" y="294087"/>
                  </a:lnTo>
                  <a:lnTo>
                    <a:pt x="8124479" y="331888"/>
                  </a:lnTo>
                  <a:lnTo>
                    <a:pt x="8178061" y="373447"/>
                  </a:lnTo>
                  <a:lnTo>
                    <a:pt x="8229260" y="418901"/>
                  </a:lnTo>
                  <a:lnTo>
                    <a:pt x="8229629" y="419250"/>
                  </a:lnTo>
                  <a:lnTo>
                    <a:pt x="8275962" y="465424"/>
                  </a:lnTo>
                  <a:lnTo>
                    <a:pt x="8321103" y="515087"/>
                  </a:lnTo>
                  <a:lnTo>
                    <a:pt x="8365387" y="568307"/>
                  </a:lnTo>
                  <a:lnTo>
                    <a:pt x="8409080" y="625095"/>
                  </a:lnTo>
                  <a:lnTo>
                    <a:pt x="8452394" y="685394"/>
                  </a:lnTo>
                  <a:lnTo>
                    <a:pt x="8495491" y="749072"/>
                  </a:lnTo>
                  <a:lnTo>
                    <a:pt x="8538493" y="815921"/>
                  </a:lnTo>
                  <a:lnTo>
                    <a:pt x="8581483" y="885654"/>
                  </a:lnTo>
                  <a:lnTo>
                    <a:pt x="8624512" y="957909"/>
                  </a:lnTo>
                  <a:lnTo>
                    <a:pt x="8667605" y="1032251"/>
                  </a:lnTo>
                  <a:lnTo>
                    <a:pt x="8710764" y="1108187"/>
                  </a:lnTo>
                  <a:lnTo>
                    <a:pt x="8753973" y="1185172"/>
                  </a:lnTo>
                  <a:lnTo>
                    <a:pt x="8797207" y="1262630"/>
                  </a:lnTo>
                  <a:lnTo>
                    <a:pt x="8840434" y="1339971"/>
                  </a:lnTo>
                  <a:lnTo>
                    <a:pt x="8883626" y="1416608"/>
                  </a:lnTo>
                  <a:lnTo>
                    <a:pt x="8926759" y="1491974"/>
                  </a:lnTo>
                  <a:lnTo>
                    <a:pt x="8969826" y="1565545"/>
                  </a:lnTo>
                  <a:lnTo>
                    <a:pt x="9012835" y="1636849"/>
                  </a:lnTo>
                  <a:lnTo>
                    <a:pt x="9055822" y="1705478"/>
                  </a:lnTo>
                  <a:lnTo>
                    <a:pt x="9098850" y="1771100"/>
                  </a:lnTo>
                  <a:lnTo>
                    <a:pt x="9142016" y="1833459"/>
                  </a:lnTo>
                  <a:lnTo>
                    <a:pt x="9185458" y="1892378"/>
                  </a:lnTo>
                  <a:lnTo>
                    <a:pt x="9229357" y="1947755"/>
                  </a:lnTo>
                  <a:lnTo>
                    <a:pt x="9273945" y="1999561"/>
                  </a:lnTo>
                  <a:lnTo>
                    <a:pt x="9319515" y="2047829"/>
                  </a:lnTo>
                  <a:lnTo>
                    <a:pt x="9347647" y="2075291"/>
                  </a:lnTo>
                  <a:lnTo>
                    <a:pt x="9398831" y="2120773"/>
                  </a:lnTo>
                  <a:lnTo>
                    <a:pt x="9452392" y="2162361"/>
                  </a:lnTo>
                  <a:lnTo>
                    <a:pt x="9508988" y="2200189"/>
                  </a:lnTo>
                  <a:lnTo>
                    <a:pt x="9569339" y="2234516"/>
                  </a:lnTo>
                  <a:lnTo>
                    <a:pt x="9634192" y="2265659"/>
                  </a:lnTo>
                  <a:lnTo>
                    <a:pt x="9704284" y="2293942"/>
                  </a:lnTo>
                  <a:lnTo>
                    <a:pt x="9780288" y="2319673"/>
                  </a:lnTo>
                  <a:lnTo>
                    <a:pt x="9862758" y="2343125"/>
                  </a:lnTo>
                  <a:lnTo>
                    <a:pt x="9952038" y="2364524"/>
                  </a:lnTo>
                  <a:lnTo>
                    <a:pt x="10048160" y="2384047"/>
                  </a:lnTo>
                  <a:lnTo>
                    <a:pt x="10150710" y="2401819"/>
                  </a:lnTo>
                  <a:lnTo>
                    <a:pt x="10258694" y="2417912"/>
                  </a:lnTo>
                  <a:lnTo>
                    <a:pt x="10370413" y="2432349"/>
                  </a:lnTo>
                  <a:lnTo>
                    <a:pt x="10483402" y="2445117"/>
                  </a:lnTo>
                  <a:lnTo>
                    <a:pt x="10594463" y="2456185"/>
                  </a:lnTo>
                  <a:lnTo>
                    <a:pt x="10699864" y="2465518"/>
                  </a:lnTo>
                  <a:lnTo>
                    <a:pt x="10795703" y="2473113"/>
                  </a:lnTo>
                  <a:lnTo>
                    <a:pt x="10878411" y="2479014"/>
                  </a:lnTo>
                  <a:lnTo>
                    <a:pt x="10945315" y="2483335"/>
                  </a:lnTo>
                  <a:lnTo>
                    <a:pt x="10995114" y="2486258"/>
                  </a:lnTo>
                  <a:lnTo>
                    <a:pt x="11028163" y="2488028"/>
                  </a:lnTo>
                  <a:lnTo>
                    <a:pt x="11046516" y="2488927"/>
                  </a:lnTo>
                  <a:lnTo>
                    <a:pt x="11053778" y="2489254"/>
                  </a:lnTo>
                  <a:lnTo>
                    <a:pt x="11054891" y="2489301"/>
                  </a:lnTo>
                  <a:lnTo>
                    <a:pt x="12049831" y="2489301"/>
                  </a:lnTo>
                  <a:lnTo>
                    <a:pt x="12049831" y="2484060"/>
                  </a:lnTo>
                  <a:lnTo>
                    <a:pt x="11054891" y="2484060"/>
                  </a:lnTo>
                  <a:lnTo>
                    <a:pt x="11053801" y="2484015"/>
                  </a:lnTo>
                  <a:lnTo>
                    <a:pt x="11046605" y="2483691"/>
                  </a:lnTo>
                  <a:lnTo>
                    <a:pt x="11028348" y="2482797"/>
                  </a:lnTo>
                  <a:lnTo>
                    <a:pt x="10995417" y="2481035"/>
                  </a:lnTo>
                  <a:lnTo>
                    <a:pt x="10945745" y="2478121"/>
                  </a:lnTo>
                  <a:lnTo>
                    <a:pt x="10878964" y="2473811"/>
                  </a:lnTo>
                  <a:lnTo>
                    <a:pt x="10796364" y="2467922"/>
                  </a:lnTo>
                  <a:lnTo>
                    <a:pt x="10700610" y="2460340"/>
                  </a:lnTo>
                  <a:lnTo>
                    <a:pt x="10595265" y="2451019"/>
                  </a:lnTo>
                  <a:lnTo>
                    <a:pt x="10484231" y="2439965"/>
                  </a:lnTo>
                  <a:lnTo>
                    <a:pt x="10371244" y="2427208"/>
                  </a:lnTo>
                  <a:lnTo>
                    <a:pt x="10259505" y="2412783"/>
                  </a:lnTo>
                  <a:lnTo>
                    <a:pt x="10151487" y="2396703"/>
                  </a:lnTo>
                  <a:lnTo>
                    <a:pt x="10048893" y="2378944"/>
                  </a:lnTo>
                  <a:lnTo>
                    <a:pt x="9952721" y="2359433"/>
                  </a:lnTo>
                  <a:lnTo>
                    <a:pt x="9863390" y="2338049"/>
                  </a:lnTo>
                  <a:lnTo>
                    <a:pt x="9780871" y="2314613"/>
                  </a:lnTo>
                  <a:lnTo>
                    <a:pt x="9704821" y="2288900"/>
                  </a:lnTo>
                  <a:lnTo>
                    <a:pt x="9634689" y="2260637"/>
                  </a:lnTo>
                  <a:lnTo>
                    <a:pt x="9569799" y="2229516"/>
                  </a:lnTo>
                  <a:lnTo>
                    <a:pt x="9509418" y="2195213"/>
                  </a:lnTo>
                  <a:lnTo>
                    <a:pt x="9452797" y="2157412"/>
                  </a:lnTo>
                  <a:lnTo>
                    <a:pt x="9399216" y="2115853"/>
                  </a:lnTo>
                  <a:lnTo>
                    <a:pt x="9348017" y="2070399"/>
                  </a:lnTo>
                  <a:lnTo>
                    <a:pt x="9347647" y="2070050"/>
                  </a:lnTo>
                  <a:lnTo>
                    <a:pt x="9301314" y="2023876"/>
                  </a:lnTo>
                  <a:lnTo>
                    <a:pt x="9256173" y="1974214"/>
                  </a:lnTo>
                  <a:lnTo>
                    <a:pt x="9211890" y="1920993"/>
                  </a:lnTo>
                  <a:lnTo>
                    <a:pt x="9168197" y="1864205"/>
                  </a:lnTo>
                  <a:lnTo>
                    <a:pt x="9124883" y="1803906"/>
                  </a:lnTo>
                  <a:lnTo>
                    <a:pt x="9081785" y="1740228"/>
                  </a:lnTo>
                  <a:lnTo>
                    <a:pt x="9038784" y="1673380"/>
                  </a:lnTo>
                  <a:lnTo>
                    <a:pt x="8995794" y="1603646"/>
                  </a:lnTo>
                  <a:lnTo>
                    <a:pt x="8952764" y="1531392"/>
                  </a:lnTo>
                  <a:lnTo>
                    <a:pt x="8909671" y="1457049"/>
                  </a:lnTo>
                  <a:lnTo>
                    <a:pt x="8866513" y="1381114"/>
                  </a:lnTo>
                  <a:lnTo>
                    <a:pt x="8823304" y="1304129"/>
                  </a:lnTo>
                  <a:lnTo>
                    <a:pt x="8780070" y="1226670"/>
                  </a:lnTo>
                  <a:lnTo>
                    <a:pt x="8736842" y="1149329"/>
                  </a:lnTo>
                  <a:lnTo>
                    <a:pt x="8693651" y="1072692"/>
                  </a:lnTo>
                  <a:lnTo>
                    <a:pt x="8650517" y="997326"/>
                  </a:lnTo>
                  <a:lnTo>
                    <a:pt x="8607451" y="923755"/>
                  </a:lnTo>
                  <a:lnTo>
                    <a:pt x="8564441" y="852451"/>
                  </a:lnTo>
                  <a:lnTo>
                    <a:pt x="8521455" y="783822"/>
                  </a:lnTo>
                  <a:lnTo>
                    <a:pt x="8478427" y="718200"/>
                  </a:lnTo>
                  <a:lnTo>
                    <a:pt x="8435260" y="655841"/>
                  </a:lnTo>
                  <a:lnTo>
                    <a:pt x="8391818" y="596922"/>
                  </a:lnTo>
                  <a:lnTo>
                    <a:pt x="8347919" y="541545"/>
                  </a:lnTo>
                  <a:lnTo>
                    <a:pt x="8303331" y="489740"/>
                  </a:lnTo>
                  <a:lnTo>
                    <a:pt x="8257762" y="441471"/>
                  </a:lnTo>
                  <a:lnTo>
                    <a:pt x="8229629" y="414010"/>
                  </a:lnTo>
                  <a:lnTo>
                    <a:pt x="8178446" y="368527"/>
                  </a:lnTo>
                  <a:lnTo>
                    <a:pt x="8124884" y="326939"/>
                  </a:lnTo>
                  <a:lnTo>
                    <a:pt x="8068288" y="289111"/>
                  </a:lnTo>
                  <a:lnTo>
                    <a:pt x="8007937" y="254784"/>
                  </a:lnTo>
                  <a:lnTo>
                    <a:pt x="7943084" y="223641"/>
                  </a:lnTo>
                  <a:lnTo>
                    <a:pt x="7872993" y="195358"/>
                  </a:lnTo>
                  <a:lnTo>
                    <a:pt x="7796989" y="169627"/>
                  </a:lnTo>
                  <a:lnTo>
                    <a:pt x="7714519" y="146176"/>
                  </a:lnTo>
                  <a:lnTo>
                    <a:pt x="7625238" y="124777"/>
                  </a:lnTo>
                  <a:lnTo>
                    <a:pt x="7529117" y="105253"/>
                  </a:lnTo>
                  <a:lnTo>
                    <a:pt x="7426567" y="87481"/>
                  </a:lnTo>
                  <a:lnTo>
                    <a:pt x="7318583" y="71389"/>
                  </a:lnTo>
                  <a:lnTo>
                    <a:pt x="7206863" y="56952"/>
                  </a:lnTo>
                  <a:lnTo>
                    <a:pt x="7093875" y="44183"/>
                  </a:lnTo>
                  <a:lnTo>
                    <a:pt x="6982814" y="33116"/>
                  </a:lnTo>
                  <a:lnTo>
                    <a:pt x="6877412" y="23782"/>
                  </a:lnTo>
                  <a:lnTo>
                    <a:pt x="6781573" y="16187"/>
                  </a:lnTo>
                  <a:lnTo>
                    <a:pt x="6698865" y="10286"/>
                  </a:lnTo>
                  <a:lnTo>
                    <a:pt x="6631961" y="5965"/>
                  </a:lnTo>
                  <a:lnTo>
                    <a:pt x="6582163" y="3042"/>
                  </a:lnTo>
                  <a:lnTo>
                    <a:pt x="6549114" y="1272"/>
                  </a:lnTo>
                  <a:lnTo>
                    <a:pt x="6530760" y="373"/>
                  </a:lnTo>
                  <a:lnTo>
                    <a:pt x="6523499" y="4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9" y="46"/>
                  </a:lnTo>
                  <a:lnTo>
                    <a:pt x="5519181" y="379"/>
                  </a:lnTo>
                  <a:lnTo>
                    <a:pt x="5500969" y="1299"/>
                  </a:lnTo>
                  <a:lnTo>
                    <a:pt x="5468118" y="3112"/>
                  </a:lnTo>
                  <a:lnTo>
                    <a:pt x="5418559" y="6110"/>
                  </a:lnTo>
                  <a:lnTo>
                    <a:pt x="5351919" y="10545"/>
                  </a:lnTo>
                  <a:lnTo>
                    <a:pt x="5269478" y="16605"/>
                  </a:lnTo>
                  <a:lnTo>
                    <a:pt x="5173885" y="24408"/>
                  </a:lnTo>
                  <a:lnTo>
                    <a:pt x="5068691" y="34002"/>
                  </a:lnTo>
                  <a:lnTo>
                    <a:pt x="4957788" y="45381"/>
                  </a:lnTo>
                  <a:lnTo>
                    <a:pt x="4844904" y="58513"/>
                  </a:lnTo>
                  <a:lnTo>
                    <a:pt x="4733238" y="73364"/>
                  </a:lnTo>
                  <a:lnTo>
                    <a:pt x="4625264" y="89919"/>
                  </a:lnTo>
                  <a:lnTo>
                    <a:pt x="4522688" y="108203"/>
                  </a:lnTo>
                  <a:lnTo>
                    <a:pt x="4426516" y="128289"/>
                  </a:lnTo>
                  <a:lnTo>
                    <a:pt x="4337169" y="150303"/>
                  </a:lnTo>
                  <a:lnTo>
                    <a:pt x="4254625" y="174425"/>
                  </a:lnTo>
                  <a:lnTo>
                    <a:pt x="4178546" y="200890"/>
                  </a:lnTo>
                  <a:lnTo>
                    <a:pt x="4108384" y="229976"/>
                  </a:lnTo>
                  <a:lnTo>
                    <a:pt x="4043468" y="261999"/>
                  </a:lnTo>
                  <a:lnTo>
                    <a:pt x="3983065" y="297293"/>
                  </a:lnTo>
                  <a:lnTo>
                    <a:pt x="3926430" y="336183"/>
                  </a:lnTo>
                  <a:lnTo>
                    <a:pt x="3872842" y="378940"/>
                  </a:lnTo>
                  <a:lnTo>
                    <a:pt x="3821645" y="425707"/>
                  </a:lnTo>
                  <a:lnTo>
                    <a:pt x="3820202" y="427111"/>
                  </a:lnTo>
                  <a:lnTo>
                    <a:pt x="3774359" y="474216"/>
                  </a:lnTo>
                  <a:lnTo>
                    <a:pt x="3729687" y="524841"/>
                  </a:lnTo>
                  <a:lnTo>
                    <a:pt x="3685861" y="579057"/>
                  </a:lnTo>
                  <a:lnTo>
                    <a:pt x="3642620" y="636877"/>
                  </a:lnTo>
                  <a:lnTo>
                    <a:pt x="3599758" y="698245"/>
                  </a:lnTo>
                  <a:lnTo>
                    <a:pt x="3557114" y="763033"/>
                  </a:lnTo>
                  <a:lnTo>
                    <a:pt x="3514571" y="831039"/>
                  </a:lnTo>
                  <a:lnTo>
                    <a:pt x="3472045" y="901982"/>
                  </a:lnTo>
                  <a:lnTo>
                    <a:pt x="3429483" y="975505"/>
                  </a:lnTo>
                  <a:lnTo>
                    <a:pt x="3386860" y="1051181"/>
                  </a:lnTo>
                  <a:lnTo>
                    <a:pt x="3344172" y="1128522"/>
                  </a:lnTo>
                  <a:lnTo>
                    <a:pt x="3301432" y="1206989"/>
                  </a:lnTo>
                  <a:lnTo>
                    <a:pt x="3258664" y="1286010"/>
                  </a:lnTo>
                  <a:lnTo>
                    <a:pt x="3215898" y="1364997"/>
                  </a:lnTo>
                  <a:lnTo>
                    <a:pt x="3173163" y="1443360"/>
                  </a:lnTo>
                  <a:lnTo>
                    <a:pt x="3130483" y="1520532"/>
                  </a:lnTo>
                  <a:lnTo>
                    <a:pt x="3087868" y="1595977"/>
                  </a:lnTo>
                  <a:lnTo>
                    <a:pt x="3045312" y="1669216"/>
                  </a:lnTo>
                  <a:lnTo>
                    <a:pt x="3002786" y="1739829"/>
                  </a:lnTo>
                  <a:lnTo>
                    <a:pt x="2960236" y="1807468"/>
                  </a:lnTo>
                  <a:lnTo>
                    <a:pt x="2917574" y="1871861"/>
                  </a:lnTo>
                  <a:lnTo>
                    <a:pt x="2874676" y="1932815"/>
                  </a:lnTo>
                  <a:lnTo>
                    <a:pt x="2831378" y="1990210"/>
                  </a:lnTo>
                  <a:lnTo>
                    <a:pt x="2787466" y="2044000"/>
                  </a:lnTo>
                  <a:lnTo>
                    <a:pt x="2742674" y="2094204"/>
                  </a:lnTo>
                  <a:lnTo>
                    <a:pt x="2702183" y="2135558"/>
                  </a:lnTo>
                  <a:lnTo>
                    <a:pt x="2651047" y="2182440"/>
                  </a:lnTo>
                  <a:lnTo>
                    <a:pt x="2597536" y="2225311"/>
                  </a:lnTo>
                  <a:lnTo>
                    <a:pt x="2540998" y="2264309"/>
                  </a:lnTo>
                  <a:lnTo>
                    <a:pt x="2480714" y="2299702"/>
                  </a:lnTo>
                  <a:lnTo>
                    <a:pt x="2415938" y="2331814"/>
                  </a:lnTo>
                  <a:lnTo>
                    <a:pt x="2345937" y="2360980"/>
                  </a:lnTo>
                  <a:lnTo>
                    <a:pt x="2270036" y="2387516"/>
                  </a:lnTo>
                  <a:lnTo>
                    <a:pt x="2187685" y="2411703"/>
                  </a:lnTo>
                  <a:lnTo>
                    <a:pt x="2098536" y="2433775"/>
                  </a:lnTo>
                  <a:lnTo>
                    <a:pt x="2002556" y="2453914"/>
                  </a:lnTo>
                  <a:lnTo>
                    <a:pt x="1900154" y="2472249"/>
                  </a:lnTo>
                  <a:lnTo>
                    <a:pt x="1792315" y="2488853"/>
                  </a:lnTo>
                  <a:lnTo>
                    <a:pt x="1680724" y="2503752"/>
                  </a:lnTo>
                  <a:lnTo>
                    <a:pt x="1567834" y="2516934"/>
                  </a:lnTo>
                  <a:lnTo>
                    <a:pt x="1456823" y="2528365"/>
                  </a:lnTo>
                  <a:lnTo>
                    <a:pt x="1351410" y="2538010"/>
                  </a:lnTo>
                  <a:lnTo>
                    <a:pt x="1255489" y="2545864"/>
                  </a:lnTo>
                  <a:lnTo>
                    <a:pt x="1172626" y="2551973"/>
                  </a:lnTo>
                  <a:lnTo>
                    <a:pt x="1105507" y="2556452"/>
                  </a:lnTo>
                  <a:lnTo>
                    <a:pt x="1055454" y="2559488"/>
                  </a:lnTo>
                  <a:lnTo>
                    <a:pt x="1022142" y="2561332"/>
                  </a:lnTo>
                  <a:lnTo>
                    <a:pt x="1003553" y="2562273"/>
                  </a:lnTo>
                  <a:lnTo>
                    <a:pt x="996121" y="2562619"/>
                  </a:lnTo>
                  <a:lnTo>
                    <a:pt x="994940" y="2562670"/>
                  </a:lnTo>
                  <a:lnTo>
                    <a:pt x="0" y="2562670"/>
                  </a:lnTo>
                  <a:close/>
                </a:path>
              </a:pathLst>
            </a:custGeom>
            <a:solidFill>
              <a:srgbClr val="6FA8D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70" name="pl1869"/>
            <p:cNvSpPr/>
            <p:nvPr/>
          </p:nvSpPr>
          <p:spPr>
            <a:xfrm>
              <a:off x="1199187" y="3437691"/>
              <a:ext cx="12049831" cy="2562670"/>
            </a:xfrm>
            <a:custGeom>
              <a:avLst/>
              <a:pathLst>
                <a:path w="12049831" h="2562670">
                  <a:moveTo>
                    <a:pt x="0" y="2562670"/>
                  </a:moveTo>
                  <a:lnTo>
                    <a:pt x="994940" y="2562670"/>
                  </a:lnTo>
                  <a:lnTo>
                    <a:pt x="996026" y="2562623"/>
                  </a:lnTo>
                  <a:lnTo>
                    <a:pt x="1003204" y="2562290"/>
                  </a:lnTo>
                  <a:lnTo>
                    <a:pt x="1021416" y="2561370"/>
                  </a:lnTo>
                  <a:lnTo>
                    <a:pt x="1054267" y="2559557"/>
                  </a:lnTo>
                  <a:lnTo>
                    <a:pt x="1103826" y="2556559"/>
                  </a:lnTo>
                  <a:lnTo>
                    <a:pt x="1170466" y="2552124"/>
                  </a:lnTo>
                  <a:lnTo>
                    <a:pt x="1252907" y="2546064"/>
                  </a:lnTo>
                  <a:lnTo>
                    <a:pt x="1348500" y="2538261"/>
                  </a:lnTo>
                  <a:lnTo>
                    <a:pt x="1453694" y="2528667"/>
                  </a:lnTo>
                  <a:lnTo>
                    <a:pt x="1564597" y="2517288"/>
                  </a:lnTo>
                  <a:lnTo>
                    <a:pt x="1677481" y="2504156"/>
                  </a:lnTo>
                  <a:lnTo>
                    <a:pt x="1789147" y="2489305"/>
                  </a:lnTo>
                  <a:lnTo>
                    <a:pt x="1897121" y="2472750"/>
                  </a:lnTo>
                  <a:lnTo>
                    <a:pt x="1999697" y="2454466"/>
                  </a:lnTo>
                  <a:lnTo>
                    <a:pt x="2095869" y="2434380"/>
                  </a:lnTo>
                  <a:lnTo>
                    <a:pt x="2185216" y="2412366"/>
                  </a:lnTo>
                  <a:lnTo>
                    <a:pt x="2267760" y="2388244"/>
                  </a:lnTo>
                  <a:lnTo>
                    <a:pt x="2343839" y="2361779"/>
                  </a:lnTo>
                  <a:lnTo>
                    <a:pt x="2414001" y="2332693"/>
                  </a:lnTo>
                  <a:lnTo>
                    <a:pt x="2478917" y="2300670"/>
                  </a:lnTo>
                  <a:lnTo>
                    <a:pt x="2539320" y="2265376"/>
                  </a:lnTo>
                  <a:lnTo>
                    <a:pt x="2595955" y="2226486"/>
                  </a:lnTo>
                  <a:lnTo>
                    <a:pt x="2649543" y="2183729"/>
                  </a:lnTo>
                  <a:lnTo>
                    <a:pt x="2700740" y="2136963"/>
                  </a:lnTo>
                  <a:lnTo>
                    <a:pt x="2702183" y="2135558"/>
                  </a:lnTo>
                  <a:lnTo>
                    <a:pt x="2748026" y="2088453"/>
                  </a:lnTo>
                  <a:lnTo>
                    <a:pt x="2792698" y="2037828"/>
                  </a:lnTo>
                  <a:lnTo>
                    <a:pt x="2836524" y="1983612"/>
                  </a:lnTo>
                  <a:lnTo>
                    <a:pt x="2879765" y="1925792"/>
                  </a:lnTo>
                  <a:lnTo>
                    <a:pt x="2922627" y="1864425"/>
                  </a:lnTo>
                  <a:lnTo>
                    <a:pt x="2965271" y="1799636"/>
                  </a:lnTo>
                  <a:lnTo>
                    <a:pt x="3007814" y="1731630"/>
                  </a:lnTo>
                  <a:lnTo>
                    <a:pt x="3050340" y="1660687"/>
                  </a:lnTo>
                  <a:lnTo>
                    <a:pt x="3092902" y="1587164"/>
                  </a:lnTo>
                  <a:lnTo>
                    <a:pt x="3135525" y="1511488"/>
                  </a:lnTo>
                  <a:lnTo>
                    <a:pt x="3178213" y="1434148"/>
                  </a:lnTo>
                  <a:lnTo>
                    <a:pt x="3220953" y="1355680"/>
                  </a:lnTo>
                  <a:lnTo>
                    <a:pt x="3263721" y="1276659"/>
                  </a:lnTo>
                  <a:lnTo>
                    <a:pt x="3306487" y="1197672"/>
                  </a:lnTo>
                  <a:lnTo>
                    <a:pt x="3349222" y="1119309"/>
                  </a:lnTo>
                  <a:lnTo>
                    <a:pt x="3391902" y="1042138"/>
                  </a:lnTo>
                  <a:lnTo>
                    <a:pt x="3434517" y="966692"/>
                  </a:lnTo>
                  <a:lnTo>
                    <a:pt x="3477073" y="893453"/>
                  </a:lnTo>
                  <a:lnTo>
                    <a:pt x="3519599" y="822840"/>
                  </a:lnTo>
                  <a:lnTo>
                    <a:pt x="3562149" y="755201"/>
                  </a:lnTo>
                  <a:lnTo>
                    <a:pt x="3604811" y="690808"/>
                  </a:lnTo>
                  <a:lnTo>
                    <a:pt x="3647709" y="629855"/>
                  </a:lnTo>
                  <a:lnTo>
                    <a:pt x="3691007" y="572459"/>
                  </a:lnTo>
                  <a:lnTo>
                    <a:pt x="3734919" y="518669"/>
                  </a:lnTo>
                  <a:lnTo>
                    <a:pt x="3779711" y="468465"/>
                  </a:lnTo>
                  <a:lnTo>
                    <a:pt x="3820202" y="427111"/>
                  </a:lnTo>
                  <a:lnTo>
                    <a:pt x="3871338" y="380229"/>
                  </a:lnTo>
                  <a:lnTo>
                    <a:pt x="3924849" y="337358"/>
                  </a:lnTo>
                  <a:lnTo>
                    <a:pt x="3981387" y="298360"/>
                  </a:lnTo>
                  <a:lnTo>
                    <a:pt x="4041671" y="262967"/>
                  </a:lnTo>
                  <a:lnTo>
                    <a:pt x="4106447" y="230855"/>
                  </a:lnTo>
                  <a:lnTo>
                    <a:pt x="4176448" y="201689"/>
                  </a:lnTo>
                  <a:lnTo>
                    <a:pt x="4252349" y="175153"/>
                  </a:lnTo>
                  <a:lnTo>
                    <a:pt x="4334700" y="150966"/>
                  </a:lnTo>
                  <a:lnTo>
                    <a:pt x="4423849" y="128894"/>
                  </a:lnTo>
                  <a:lnTo>
                    <a:pt x="4519829" y="108755"/>
                  </a:lnTo>
                  <a:lnTo>
                    <a:pt x="4622231" y="90420"/>
                  </a:lnTo>
                  <a:lnTo>
                    <a:pt x="4730070" y="73816"/>
                  </a:lnTo>
                  <a:lnTo>
                    <a:pt x="4841661" y="58917"/>
                  </a:lnTo>
                  <a:lnTo>
                    <a:pt x="4954551" y="45735"/>
                  </a:lnTo>
                  <a:lnTo>
                    <a:pt x="5065562" y="34304"/>
                  </a:lnTo>
                  <a:lnTo>
                    <a:pt x="5170975" y="24659"/>
                  </a:lnTo>
                  <a:lnTo>
                    <a:pt x="5266896" y="16805"/>
                  </a:lnTo>
                  <a:lnTo>
                    <a:pt x="5349759" y="10696"/>
                  </a:lnTo>
                  <a:lnTo>
                    <a:pt x="5416878" y="6217"/>
                  </a:lnTo>
                  <a:lnTo>
                    <a:pt x="5466931" y="3181"/>
                  </a:lnTo>
                  <a:lnTo>
                    <a:pt x="5500243" y="1337"/>
                  </a:lnTo>
                  <a:lnTo>
                    <a:pt x="5518832" y="396"/>
                  </a:lnTo>
                  <a:lnTo>
                    <a:pt x="5526264" y="50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75" y="45"/>
                  </a:lnTo>
                  <a:lnTo>
                    <a:pt x="6530671" y="369"/>
                  </a:lnTo>
                  <a:lnTo>
                    <a:pt x="6548928" y="1263"/>
                  </a:lnTo>
                  <a:lnTo>
                    <a:pt x="6581859" y="3025"/>
                  </a:lnTo>
                  <a:lnTo>
                    <a:pt x="6631531" y="5939"/>
                  </a:lnTo>
                  <a:lnTo>
                    <a:pt x="6698312" y="10249"/>
                  </a:lnTo>
                  <a:lnTo>
                    <a:pt x="6780912" y="16138"/>
                  </a:lnTo>
                  <a:lnTo>
                    <a:pt x="6876666" y="23720"/>
                  </a:lnTo>
                  <a:lnTo>
                    <a:pt x="6982012" y="33041"/>
                  </a:lnTo>
                  <a:lnTo>
                    <a:pt x="7093046" y="44095"/>
                  </a:lnTo>
                  <a:lnTo>
                    <a:pt x="7206032" y="56851"/>
                  </a:lnTo>
                  <a:lnTo>
                    <a:pt x="7317771" y="71276"/>
                  </a:lnTo>
                  <a:lnTo>
                    <a:pt x="7425789" y="87356"/>
                  </a:lnTo>
                  <a:lnTo>
                    <a:pt x="7528384" y="105116"/>
                  </a:lnTo>
                  <a:lnTo>
                    <a:pt x="7624555" y="124626"/>
                  </a:lnTo>
                  <a:lnTo>
                    <a:pt x="7713886" y="146011"/>
                  </a:lnTo>
                  <a:lnTo>
                    <a:pt x="7796405" y="169446"/>
                  </a:lnTo>
                  <a:lnTo>
                    <a:pt x="7872455" y="195159"/>
                  </a:lnTo>
                  <a:lnTo>
                    <a:pt x="7942588" y="223423"/>
                  </a:lnTo>
                  <a:lnTo>
                    <a:pt x="8007477" y="254543"/>
                  </a:lnTo>
                  <a:lnTo>
                    <a:pt x="8067858" y="288846"/>
                  </a:lnTo>
                  <a:lnTo>
                    <a:pt x="8124479" y="326647"/>
                  </a:lnTo>
                  <a:lnTo>
                    <a:pt x="8178061" y="368206"/>
                  </a:lnTo>
                  <a:lnTo>
                    <a:pt x="8229260" y="413660"/>
                  </a:lnTo>
                  <a:lnTo>
                    <a:pt x="8229629" y="414010"/>
                  </a:lnTo>
                  <a:lnTo>
                    <a:pt x="8275962" y="460184"/>
                  </a:lnTo>
                  <a:lnTo>
                    <a:pt x="8321103" y="509846"/>
                  </a:lnTo>
                  <a:lnTo>
                    <a:pt x="8365387" y="563066"/>
                  </a:lnTo>
                  <a:lnTo>
                    <a:pt x="8409080" y="619854"/>
                  </a:lnTo>
                  <a:lnTo>
                    <a:pt x="8452394" y="680153"/>
                  </a:lnTo>
                  <a:lnTo>
                    <a:pt x="8495491" y="743831"/>
                  </a:lnTo>
                  <a:lnTo>
                    <a:pt x="8538493" y="810680"/>
                  </a:lnTo>
                  <a:lnTo>
                    <a:pt x="8581483" y="880413"/>
                  </a:lnTo>
                  <a:lnTo>
                    <a:pt x="8624512" y="952668"/>
                  </a:lnTo>
                  <a:lnTo>
                    <a:pt x="8667605" y="1027010"/>
                  </a:lnTo>
                  <a:lnTo>
                    <a:pt x="8710764" y="1102946"/>
                  </a:lnTo>
                  <a:lnTo>
                    <a:pt x="8753973" y="1179931"/>
                  </a:lnTo>
                  <a:lnTo>
                    <a:pt x="8797207" y="1257389"/>
                  </a:lnTo>
                  <a:lnTo>
                    <a:pt x="8840434" y="1334731"/>
                  </a:lnTo>
                  <a:lnTo>
                    <a:pt x="8883626" y="1411367"/>
                  </a:lnTo>
                  <a:lnTo>
                    <a:pt x="8926759" y="1486734"/>
                  </a:lnTo>
                  <a:lnTo>
                    <a:pt x="8969826" y="1560305"/>
                  </a:lnTo>
                  <a:lnTo>
                    <a:pt x="9012835" y="1631608"/>
                  </a:lnTo>
                  <a:lnTo>
                    <a:pt x="9055822" y="1700238"/>
                  </a:lnTo>
                  <a:lnTo>
                    <a:pt x="9098850" y="1765860"/>
                  </a:lnTo>
                  <a:lnTo>
                    <a:pt x="9142016" y="1828219"/>
                  </a:lnTo>
                  <a:lnTo>
                    <a:pt x="9185458" y="1887138"/>
                  </a:lnTo>
                  <a:lnTo>
                    <a:pt x="9229357" y="1942515"/>
                  </a:lnTo>
                  <a:lnTo>
                    <a:pt x="9273945" y="1994320"/>
                  </a:lnTo>
                  <a:lnTo>
                    <a:pt x="9319515" y="2042588"/>
                  </a:lnTo>
                  <a:lnTo>
                    <a:pt x="9347647" y="2070050"/>
                  </a:lnTo>
                  <a:lnTo>
                    <a:pt x="9398831" y="2115533"/>
                  </a:lnTo>
                  <a:lnTo>
                    <a:pt x="9452392" y="2157120"/>
                  </a:lnTo>
                  <a:lnTo>
                    <a:pt x="9508988" y="2194948"/>
                  </a:lnTo>
                  <a:lnTo>
                    <a:pt x="9569339" y="2229276"/>
                  </a:lnTo>
                  <a:lnTo>
                    <a:pt x="9634192" y="2260418"/>
                  </a:lnTo>
                  <a:lnTo>
                    <a:pt x="9704284" y="2288702"/>
                  </a:lnTo>
                  <a:lnTo>
                    <a:pt x="9780288" y="2314433"/>
                  </a:lnTo>
                  <a:lnTo>
                    <a:pt x="9862758" y="2337884"/>
                  </a:lnTo>
                  <a:lnTo>
                    <a:pt x="9952038" y="2359283"/>
                  </a:lnTo>
                  <a:lnTo>
                    <a:pt x="10048160" y="2378807"/>
                  </a:lnTo>
                  <a:lnTo>
                    <a:pt x="10150710" y="2396579"/>
                  </a:lnTo>
                  <a:lnTo>
                    <a:pt x="10258694" y="2412671"/>
                  </a:lnTo>
                  <a:lnTo>
                    <a:pt x="10370413" y="2427108"/>
                  </a:lnTo>
                  <a:lnTo>
                    <a:pt x="10483402" y="2439877"/>
                  </a:lnTo>
                  <a:lnTo>
                    <a:pt x="10594463" y="2450944"/>
                  </a:lnTo>
                  <a:lnTo>
                    <a:pt x="10699864" y="2460278"/>
                  </a:lnTo>
                  <a:lnTo>
                    <a:pt x="10795703" y="2467872"/>
                  </a:lnTo>
                  <a:lnTo>
                    <a:pt x="10878411" y="2473774"/>
                  </a:lnTo>
                  <a:lnTo>
                    <a:pt x="10945315" y="2478094"/>
                  </a:lnTo>
                  <a:lnTo>
                    <a:pt x="10995114" y="2481018"/>
                  </a:lnTo>
                  <a:lnTo>
                    <a:pt x="11028163" y="2482787"/>
                  </a:lnTo>
                  <a:lnTo>
                    <a:pt x="11046516" y="2483687"/>
                  </a:lnTo>
                  <a:lnTo>
                    <a:pt x="11053778" y="2484014"/>
                  </a:lnTo>
                  <a:lnTo>
                    <a:pt x="11054891" y="2484060"/>
                  </a:lnTo>
                  <a:lnTo>
                    <a:pt x="11054891" y="2484060"/>
                  </a:lnTo>
                  <a:lnTo>
                    <a:pt x="12049831" y="2484060"/>
                  </a:lnTo>
                  <a:lnTo>
                    <a:pt x="12049831" y="24840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1" name="pl1870"/>
            <p:cNvSpPr/>
            <p:nvPr/>
          </p:nvSpPr>
          <p:spPr>
            <a:xfrm>
              <a:off x="1199187" y="3432450"/>
              <a:ext cx="12049831" cy="2562670"/>
            </a:xfrm>
            <a:custGeom>
              <a:avLst/>
              <a:pathLst>
                <a:path w="12049831" h="2562670">
                  <a:moveTo>
                    <a:pt x="12049831" y="2484060"/>
                  </a:moveTo>
                  <a:lnTo>
                    <a:pt x="11054891" y="2484060"/>
                  </a:lnTo>
                  <a:lnTo>
                    <a:pt x="11053801" y="2484015"/>
                  </a:lnTo>
                  <a:lnTo>
                    <a:pt x="11046605" y="2483691"/>
                  </a:lnTo>
                  <a:lnTo>
                    <a:pt x="11028348" y="2482797"/>
                  </a:lnTo>
                  <a:lnTo>
                    <a:pt x="10995417" y="2481035"/>
                  </a:lnTo>
                  <a:lnTo>
                    <a:pt x="10945745" y="2478121"/>
                  </a:lnTo>
                  <a:lnTo>
                    <a:pt x="10878964" y="2473811"/>
                  </a:lnTo>
                  <a:lnTo>
                    <a:pt x="10796364" y="2467922"/>
                  </a:lnTo>
                  <a:lnTo>
                    <a:pt x="10700610" y="2460340"/>
                  </a:lnTo>
                  <a:lnTo>
                    <a:pt x="10595265" y="2451019"/>
                  </a:lnTo>
                  <a:lnTo>
                    <a:pt x="10484231" y="2439965"/>
                  </a:lnTo>
                  <a:lnTo>
                    <a:pt x="10371244" y="2427208"/>
                  </a:lnTo>
                  <a:lnTo>
                    <a:pt x="10259505" y="2412783"/>
                  </a:lnTo>
                  <a:lnTo>
                    <a:pt x="10151487" y="2396703"/>
                  </a:lnTo>
                  <a:lnTo>
                    <a:pt x="10048893" y="2378944"/>
                  </a:lnTo>
                  <a:lnTo>
                    <a:pt x="9952721" y="2359433"/>
                  </a:lnTo>
                  <a:lnTo>
                    <a:pt x="9863390" y="2338049"/>
                  </a:lnTo>
                  <a:lnTo>
                    <a:pt x="9780871" y="2314613"/>
                  </a:lnTo>
                  <a:lnTo>
                    <a:pt x="9704821" y="2288900"/>
                  </a:lnTo>
                  <a:lnTo>
                    <a:pt x="9634689" y="2260637"/>
                  </a:lnTo>
                  <a:lnTo>
                    <a:pt x="9569799" y="2229516"/>
                  </a:lnTo>
                  <a:lnTo>
                    <a:pt x="9509418" y="2195213"/>
                  </a:lnTo>
                  <a:lnTo>
                    <a:pt x="9452797" y="2157412"/>
                  </a:lnTo>
                  <a:lnTo>
                    <a:pt x="9399216" y="2115853"/>
                  </a:lnTo>
                  <a:lnTo>
                    <a:pt x="9348017" y="2070399"/>
                  </a:lnTo>
                  <a:lnTo>
                    <a:pt x="9347647" y="2070050"/>
                  </a:lnTo>
                  <a:lnTo>
                    <a:pt x="9301314" y="2023876"/>
                  </a:lnTo>
                  <a:lnTo>
                    <a:pt x="9256173" y="1974214"/>
                  </a:lnTo>
                  <a:lnTo>
                    <a:pt x="9211890" y="1920993"/>
                  </a:lnTo>
                  <a:lnTo>
                    <a:pt x="9168197" y="1864205"/>
                  </a:lnTo>
                  <a:lnTo>
                    <a:pt x="9124883" y="1803906"/>
                  </a:lnTo>
                  <a:lnTo>
                    <a:pt x="9081785" y="1740228"/>
                  </a:lnTo>
                  <a:lnTo>
                    <a:pt x="9038784" y="1673380"/>
                  </a:lnTo>
                  <a:lnTo>
                    <a:pt x="8995794" y="1603646"/>
                  </a:lnTo>
                  <a:lnTo>
                    <a:pt x="8952764" y="1531392"/>
                  </a:lnTo>
                  <a:lnTo>
                    <a:pt x="8909671" y="1457049"/>
                  </a:lnTo>
                  <a:lnTo>
                    <a:pt x="8866513" y="1381114"/>
                  </a:lnTo>
                  <a:lnTo>
                    <a:pt x="8823304" y="1304129"/>
                  </a:lnTo>
                  <a:lnTo>
                    <a:pt x="8780070" y="1226670"/>
                  </a:lnTo>
                  <a:lnTo>
                    <a:pt x="8736842" y="1149329"/>
                  </a:lnTo>
                  <a:lnTo>
                    <a:pt x="8693651" y="1072692"/>
                  </a:lnTo>
                  <a:lnTo>
                    <a:pt x="8650517" y="997326"/>
                  </a:lnTo>
                  <a:lnTo>
                    <a:pt x="8607451" y="923755"/>
                  </a:lnTo>
                  <a:lnTo>
                    <a:pt x="8564441" y="852451"/>
                  </a:lnTo>
                  <a:lnTo>
                    <a:pt x="8521455" y="783822"/>
                  </a:lnTo>
                  <a:lnTo>
                    <a:pt x="8478427" y="718200"/>
                  </a:lnTo>
                  <a:lnTo>
                    <a:pt x="8435260" y="655841"/>
                  </a:lnTo>
                  <a:lnTo>
                    <a:pt x="8391818" y="596922"/>
                  </a:lnTo>
                  <a:lnTo>
                    <a:pt x="8347919" y="541545"/>
                  </a:lnTo>
                  <a:lnTo>
                    <a:pt x="8303331" y="489740"/>
                  </a:lnTo>
                  <a:lnTo>
                    <a:pt x="8257762" y="441471"/>
                  </a:lnTo>
                  <a:lnTo>
                    <a:pt x="8229629" y="414010"/>
                  </a:lnTo>
                  <a:lnTo>
                    <a:pt x="8178446" y="368527"/>
                  </a:lnTo>
                  <a:lnTo>
                    <a:pt x="8124884" y="326939"/>
                  </a:lnTo>
                  <a:lnTo>
                    <a:pt x="8068288" y="289111"/>
                  </a:lnTo>
                  <a:lnTo>
                    <a:pt x="8007937" y="254784"/>
                  </a:lnTo>
                  <a:lnTo>
                    <a:pt x="7943084" y="223641"/>
                  </a:lnTo>
                  <a:lnTo>
                    <a:pt x="7872993" y="195358"/>
                  </a:lnTo>
                  <a:lnTo>
                    <a:pt x="7796989" y="169627"/>
                  </a:lnTo>
                  <a:lnTo>
                    <a:pt x="7714519" y="146176"/>
                  </a:lnTo>
                  <a:lnTo>
                    <a:pt x="7625238" y="124777"/>
                  </a:lnTo>
                  <a:lnTo>
                    <a:pt x="7529117" y="105253"/>
                  </a:lnTo>
                  <a:lnTo>
                    <a:pt x="7426567" y="87481"/>
                  </a:lnTo>
                  <a:lnTo>
                    <a:pt x="7318583" y="71389"/>
                  </a:lnTo>
                  <a:lnTo>
                    <a:pt x="7206863" y="56952"/>
                  </a:lnTo>
                  <a:lnTo>
                    <a:pt x="7093875" y="44183"/>
                  </a:lnTo>
                  <a:lnTo>
                    <a:pt x="6982814" y="33116"/>
                  </a:lnTo>
                  <a:lnTo>
                    <a:pt x="6877412" y="23782"/>
                  </a:lnTo>
                  <a:lnTo>
                    <a:pt x="6781573" y="16187"/>
                  </a:lnTo>
                  <a:lnTo>
                    <a:pt x="6698865" y="10286"/>
                  </a:lnTo>
                  <a:lnTo>
                    <a:pt x="6631961" y="5965"/>
                  </a:lnTo>
                  <a:lnTo>
                    <a:pt x="6582163" y="3042"/>
                  </a:lnTo>
                  <a:lnTo>
                    <a:pt x="6549114" y="1272"/>
                  </a:lnTo>
                  <a:lnTo>
                    <a:pt x="6530760" y="373"/>
                  </a:lnTo>
                  <a:lnTo>
                    <a:pt x="6523499" y="46"/>
                  </a:lnTo>
                  <a:lnTo>
                    <a:pt x="6522385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9" y="46"/>
                  </a:lnTo>
                  <a:lnTo>
                    <a:pt x="5519181" y="379"/>
                  </a:lnTo>
                  <a:lnTo>
                    <a:pt x="5500969" y="1299"/>
                  </a:lnTo>
                  <a:lnTo>
                    <a:pt x="5468118" y="3112"/>
                  </a:lnTo>
                  <a:lnTo>
                    <a:pt x="5418559" y="6110"/>
                  </a:lnTo>
                  <a:lnTo>
                    <a:pt x="5351919" y="10545"/>
                  </a:lnTo>
                  <a:lnTo>
                    <a:pt x="5269478" y="16605"/>
                  </a:lnTo>
                  <a:lnTo>
                    <a:pt x="5173885" y="24408"/>
                  </a:lnTo>
                  <a:lnTo>
                    <a:pt x="5068691" y="34002"/>
                  </a:lnTo>
                  <a:lnTo>
                    <a:pt x="4957788" y="45381"/>
                  </a:lnTo>
                  <a:lnTo>
                    <a:pt x="4844904" y="58513"/>
                  </a:lnTo>
                  <a:lnTo>
                    <a:pt x="4733238" y="73364"/>
                  </a:lnTo>
                  <a:lnTo>
                    <a:pt x="4625264" y="89919"/>
                  </a:lnTo>
                  <a:lnTo>
                    <a:pt x="4522688" y="108203"/>
                  </a:lnTo>
                  <a:lnTo>
                    <a:pt x="4426516" y="128289"/>
                  </a:lnTo>
                  <a:lnTo>
                    <a:pt x="4337169" y="150303"/>
                  </a:lnTo>
                  <a:lnTo>
                    <a:pt x="4254625" y="174425"/>
                  </a:lnTo>
                  <a:lnTo>
                    <a:pt x="4178546" y="200890"/>
                  </a:lnTo>
                  <a:lnTo>
                    <a:pt x="4108384" y="229976"/>
                  </a:lnTo>
                  <a:lnTo>
                    <a:pt x="4043468" y="261999"/>
                  </a:lnTo>
                  <a:lnTo>
                    <a:pt x="3983065" y="297293"/>
                  </a:lnTo>
                  <a:lnTo>
                    <a:pt x="3926430" y="336183"/>
                  </a:lnTo>
                  <a:lnTo>
                    <a:pt x="3872842" y="378940"/>
                  </a:lnTo>
                  <a:lnTo>
                    <a:pt x="3821645" y="425707"/>
                  </a:lnTo>
                  <a:lnTo>
                    <a:pt x="3820202" y="427111"/>
                  </a:lnTo>
                  <a:lnTo>
                    <a:pt x="3774359" y="474216"/>
                  </a:lnTo>
                  <a:lnTo>
                    <a:pt x="3729687" y="524841"/>
                  </a:lnTo>
                  <a:lnTo>
                    <a:pt x="3685861" y="579057"/>
                  </a:lnTo>
                  <a:lnTo>
                    <a:pt x="3642620" y="636877"/>
                  </a:lnTo>
                  <a:lnTo>
                    <a:pt x="3599758" y="698245"/>
                  </a:lnTo>
                  <a:lnTo>
                    <a:pt x="3557114" y="763033"/>
                  </a:lnTo>
                  <a:lnTo>
                    <a:pt x="3514571" y="831039"/>
                  </a:lnTo>
                  <a:lnTo>
                    <a:pt x="3472045" y="901982"/>
                  </a:lnTo>
                  <a:lnTo>
                    <a:pt x="3429483" y="975505"/>
                  </a:lnTo>
                  <a:lnTo>
                    <a:pt x="3386860" y="1051181"/>
                  </a:lnTo>
                  <a:lnTo>
                    <a:pt x="3344172" y="1128522"/>
                  </a:lnTo>
                  <a:lnTo>
                    <a:pt x="3301432" y="1206989"/>
                  </a:lnTo>
                  <a:lnTo>
                    <a:pt x="3258664" y="1286010"/>
                  </a:lnTo>
                  <a:lnTo>
                    <a:pt x="3215898" y="1364997"/>
                  </a:lnTo>
                  <a:lnTo>
                    <a:pt x="3173163" y="1443360"/>
                  </a:lnTo>
                  <a:lnTo>
                    <a:pt x="3130483" y="1520532"/>
                  </a:lnTo>
                  <a:lnTo>
                    <a:pt x="3087868" y="1595977"/>
                  </a:lnTo>
                  <a:lnTo>
                    <a:pt x="3045312" y="1669216"/>
                  </a:lnTo>
                  <a:lnTo>
                    <a:pt x="3002786" y="1739829"/>
                  </a:lnTo>
                  <a:lnTo>
                    <a:pt x="2960236" y="1807468"/>
                  </a:lnTo>
                  <a:lnTo>
                    <a:pt x="2917574" y="1871861"/>
                  </a:lnTo>
                  <a:lnTo>
                    <a:pt x="2874676" y="1932815"/>
                  </a:lnTo>
                  <a:lnTo>
                    <a:pt x="2831378" y="1990210"/>
                  </a:lnTo>
                  <a:lnTo>
                    <a:pt x="2787466" y="2044000"/>
                  </a:lnTo>
                  <a:lnTo>
                    <a:pt x="2742674" y="2094204"/>
                  </a:lnTo>
                  <a:lnTo>
                    <a:pt x="2702183" y="2135558"/>
                  </a:lnTo>
                  <a:lnTo>
                    <a:pt x="2651047" y="2182440"/>
                  </a:lnTo>
                  <a:lnTo>
                    <a:pt x="2597536" y="2225311"/>
                  </a:lnTo>
                  <a:lnTo>
                    <a:pt x="2540998" y="2264309"/>
                  </a:lnTo>
                  <a:lnTo>
                    <a:pt x="2480714" y="2299702"/>
                  </a:lnTo>
                  <a:lnTo>
                    <a:pt x="2415938" y="2331814"/>
                  </a:lnTo>
                  <a:lnTo>
                    <a:pt x="2345937" y="2360980"/>
                  </a:lnTo>
                  <a:lnTo>
                    <a:pt x="2270036" y="2387516"/>
                  </a:lnTo>
                  <a:lnTo>
                    <a:pt x="2187685" y="2411703"/>
                  </a:lnTo>
                  <a:lnTo>
                    <a:pt x="2098536" y="2433775"/>
                  </a:lnTo>
                  <a:lnTo>
                    <a:pt x="2002556" y="2453914"/>
                  </a:lnTo>
                  <a:lnTo>
                    <a:pt x="1900154" y="2472249"/>
                  </a:lnTo>
                  <a:lnTo>
                    <a:pt x="1792315" y="2488853"/>
                  </a:lnTo>
                  <a:lnTo>
                    <a:pt x="1680724" y="2503752"/>
                  </a:lnTo>
                  <a:lnTo>
                    <a:pt x="1567834" y="2516934"/>
                  </a:lnTo>
                  <a:lnTo>
                    <a:pt x="1456823" y="2528365"/>
                  </a:lnTo>
                  <a:lnTo>
                    <a:pt x="1351410" y="2538010"/>
                  </a:lnTo>
                  <a:lnTo>
                    <a:pt x="1255489" y="2545864"/>
                  </a:lnTo>
                  <a:lnTo>
                    <a:pt x="1172626" y="2551973"/>
                  </a:lnTo>
                  <a:lnTo>
                    <a:pt x="1105507" y="2556452"/>
                  </a:lnTo>
                  <a:lnTo>
                    <a:pt x="1055454" y="2559488"/>
                  </a:lnTo>
                  <a:lnTo>
                    <a:pt x="1022142" y="2561332"/>
                  </a:lnTo>
                  <a:lnTo>
                    <a:pt x="1003553" y="2562273"/>
                  </a:lnTo>
                  <a:lnTo>
                    <a:pt x="996121" y="2562619"/>
                  </a:lnTo>
                  <a:lnTo>
                    <a:pt x="994940" y="2562670"/>
                  </a:lnTo>
                  <a:lnTo>
                    <a:pt x="994940" y="2562670"/>
                  </a:lnTo>
                  <a:lnTo>
                    <a:pt x="0" y="2562670"/>
                  </a:lnTo>
                  <a:lnTo>
                    <a:pt x="0" y="25626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2" name="pg1871"/>
            <p:cNvSpPr/>
            <p:nvPr/>
          </p:nvSpPr>
          <p:spPr>
            <a:xfrm>
              <a:off x="1199187" y="3343360"/>
              <a:ext cx="12049831" cy="2662242"/>
            </a:xfrm>
            <a:custGeom>
              <a:avLst/>
              <a:pathLst>
                <a:path w="12049831" h="2662242">
                  <a:moveTo>
                    <a:pt x="0" y="2662242"/>
                  </a:moveTo>
                  <a:lnTo>
                    <a:pt x="994940" y="2662242"/>
                  </a:lnTo>
                  <a:lnTo>
                    <a:pt x="996036" y="2662200"/>
                  </a:lnTo>
                  <a:lnTo>
                    <a:pt x="1003277" y="2661900"/>
                  </a:lnTo>
                  <a:lnTo>
                    <a:pt x="1021645" y="2661072"/>
                  </a:lnTo>
                  <a:lnTo>
                    <a:pt x="1054767" y="2659441"/>
                  </a:lnTo>
                  <a:lnTo>
                    <a:pt x="1104713" y="2656743"/>
                  </a:lnTo>
                  <a:lnTo>
                    <a:pt x="1171835" y="2652754"/>
                  </a:lnTo>
                  <a:lnTo>
                    <a:pt x="1254817" y="2647304"/>
                  </a:lnTo>
                  <a:lnTo>
                    <a:pt x="1350961" y="2640289"/>
                  </a:lnTo>
                  <a:lnTo>
                    <a:pt x="1456672" y="2631668"/>
                  </a:lnTo>
                  <a:lnTo>
                    <a:pt x="1568019" y="2621445"/>
                  </a:lnTo>
                  <a:lnTo>
                    <a:pt x="1681253" y="2609651"/>
                  </a:lnTo>
                  <a:lnTo>
                    <a:pt x="1793166" y="2596317"/>
                  </a:lnTo>
                  <a:lnTo>
                    <a:pt x="1901289" y="2581453"/>
                  </a:lnTo>
                  <a:lnTo>
                    <a:pt x="2003928" y="2565037"/>
                  </a:lnTo>
                  <a:lnTo>
                    <a:pt x="2100096" y="2547000"/>
                  </a:lnTo>
                  <a:lnTo>
                    <a:pt x="2189389" y="2527227"/>
                  </a:lnTo>
                  <a:lnTo>
                    <a:pt x="2271848" y="2505554"/>
                  </a:lnTo>
                  <a:lnTo>
                    <a:pt x="2347828" y="2481767"/>
                  </a:lnTo>
                  <a:lnTo>
                    <a:pt x="2417889" y="2455615"/>
                  </a:lnTo>
                  <a:lnTo>
                    <a:pt x="2482713" y="2426811"/>
                  </a:lnTo>
                  <a:lnTo>
                    <a:pt x="2543043" y="2395054"/>
                  </a:lnTo>
                  <a:lnTo>
                    <a:pt x="2599629" y="2360053"/>
                  </a:lnTo>
                  <a:lnTo>
                    <a:pt x="2653196" y="2321572"/>
                  </a:lnTo>
                  <a:lnTo>
                    <a:pt x="2702183" y="2281422"/>
                  </a:lnTo>
                  <a:lnTo>
                    <a:pt x="2749810" y="2237700"/>
                  </a:lnTo>
                  <a:lnTo>
                    <a:pt x="2796187" y="2190583"/>
                  </a:lnTo>
                  <a:lnTo>
                    <a:pt x="2841674" y="2140003"/>
                  </a:lnTo>
                  <a:lnTo>
                    <a:pt x="2886558" y="2085955"/>
                  </a:lnTo>
                  <a:lnTo>
                    <a:pt x="2931062" y="2028504"/>
                  </a:lnTo>
                  <a:lnTo>
                    <a:pt x="2975358" y="1967790"/>
                  </a:lnTo>
                  <a:lnTo>
                    <a:pt x="3019571" y="1904034"/>
                  </a:lnTo>
                  <a:lnTo>
                    <a:pt x="3063784" y="1837537"/>
                  </a:lnTo>
                  <a:lnTo>
                    <a:pt x="3108047" y="1768678"/>
                  </a:lnTo>
                  <a:lnTo>
                    <a:pt x="3152379" y="1697905"/>
                  </a:lnTo>
                  <a:lnTo>
                    <a:pt x="3196778" y="1625730"/>
                  </a:lnTo>
                  <a:lnTo>
                    <a:pt x="3241223" y="1552705"/>
                  </a:lnTo>
                  <a:lnTo>
                    <a:pt x="3285683" y="1479414"/>
                  </a:lnTo>
                  <a:lnTo>
                    <a:pt x="3330124" y="1406449"/>
                  </a:lnTo>
                  <a:lnTo>
                    <a:pt x="3374517" y="1334391"/>
                  </a:lnTo>
                  <a:lnTo>
                    <a:pt x="3418842" y="1263791"/>
                  </a:lnTo>
                  <a:lnTo>
                    <a:pt x="3463099" y="1195153"/>
                  </a:lnTo>
                  <a:lnTo>
                    <a:pt x="3507309" y="1128919"/>
                  </a:lnTo>
                  <a:lnTo>
                    <a:pt x="3551525" y="1065460"/>
                  </a:lnTo>
                  <a:lnTo>
                    <a:pt x="3595836" y="1005069"/>
                  </a:lnTo>
                  <a:lnTo>
                    <a:pt x="3640371" y="947958"/>
                  </a:lnTo>
                  <a:lnTo>
                    <a:pt x="3685305" y="894261"/>
                  </a:lnTo>
                  <a:lnTo>
                    <a:pt x="3730868" y="844035"/>
                  </a:lnTo>
                  <a:lnTo>
                    <a:pt x="3777354" y="797267"/>
                  </a:lnTo>
                  <a:lnTo>
                    <a:pt x="3820202" y="758145"/>
                  </a:lnTo>
                  <a:lnTo>
                    <a:pt x="3871497" y="716222"/>
                  </a:lnTo>
                  <a:lnTo>
                    <a:pt x="3925183" y="677898"/>
                  </a:lnTo>
                  <a:lnTo>
                    <a:pt x="3981919" y="643046"/>
                  </a:lnTo>
                  <a:lnTo>
                    <a:pt x="4042430" y="611426"/>
                  </a:lnTo>
                  <a:lnTo>
                    <a:pt x="4107471" y="582745"/>
                  </a:lnTo>
                  <a:lnTo>
                    <a:pt x="4177779" y="556702"/>
                  </a:lnTo>
                  <a:lnTo>
                    <a:pt x="4254033" y="533014"/>
                  </a:lnTo>
                  <a:lnTo>
                    <a:pt x="4336788" y="511429"/>
                  </a:lnTo>
                  <a:lnTo>
                    <a:pt x="4426387" y="491736"/>
                  </a:lnTo>
                  <a:lnTo>
                    <a:pt x="4522852" y="473773"/>
                  </a:lnTo>
                  <a:lnTo>
                    <a:pt x="4625759" y="457426"/>
                  </a:lnTo>
                  <a:lnTo>
                    <a:pt x="4734090" y="442630"/>
                  </a:lnTo>
                  <a:lnTo>
                    <a:pt x="4846119" y="429363"/>
                  </a:lnTo>
                  <a:lnTo>
                    <a:pt x="4959342" y="417637"/>
                  </a:lnTo>
                  <a:lnTo>
                    <a:pt x="5070523" y="407485"/>
                  </a:lnTo>
                  <a:lnTo>
                    <a:pt x="5175894" y="398934"/>
                  </a:lnTo>
                  <a:lnTo>
                    <a:pt x="5271529" y="391990"/>
                  </a:lnTo>
                  <a:lnTo>
                    <a:pt x="5353860" y="386607"/>
                  </a:lnTo>
                  <a:lnTo>
                    <a:pt x="5420241" y="382679"/>
                  </a:lnTo>
                  <a:lnTo>
                    <a:pt x="5469424" y="380034"/>
                  </a:lnTo>
                  <a:lnTo>
                    <a:pt x="5501840" y="378443"/>
                  </a:lnTo>
                  <a:lnTo>
                    <a:pt x="5519630" y="377645"/>
                  </a:lnTo>
                  <a:lnTo>
                    <a:pt x="5526485" y="377362"/>
                  </a:lnTo>
                  <a:lnTo>
                    <a:pt x="5527445" y="377325"/>
                  </a:lnTo>
                  <a:lnTo>
                    <a:pt x="6522385" y="377325"/>
                  </a:lnTo>
                  <a:lnTo>
                    <a:pt x="6523521" y="377318"/>
                  </a:lnTo>
                  <a:lnTo>
                    <a:pt x="6531013" y="377267"/>
                  </a:lnTo>
                  <a:lnTo>
                    <a:pt x="6550000" y="377128"/>
                  </a:lnTo>
                  <a:lnTo>
                    <a:pt x="6584196" y="376852"/>
                  </a:lnTo>
                  <a:lnTo>
                    <a:pt x="6635671" y="376397"/>
                  </a:lnTo>
                  <a:lnTo>
                    <a:pt x="6704696" y="375725"/>
                  </a:lnTo>
                  <a:lnTo>
                    <a:pt x="6789802" y="374808"/>
                  </a:lnTo>
                  <a:lnTo>
                    <a:pt x="6888103" y="373628"/>
                  </a:lnTo>
                  <a:lnTo>
                    <a:pt x="6995823" y="372181"/>
                  </a:lnTo>
                  <a:lnTo>
                    <a:pt x="7108887" y="370467"/>
                  </a:lnTo>
                  <a:lnTo>
                    <a:pt x="7223459" y="368492"/>
                  </a:lnTo>
                  <a:lnTo>
                    <a:pt x="7336305" y="366260"/>
                  </a:lnTo>
                  <a:lnTo>
                    <a:pt x="7444977" y="363773"/>
                  </a:lnTo>
                  <a:lnTo>
                    <a:pt x="7547834" y="361026"/>
                  </a:lnTo>
                  <a:lnTo>
                    <a:pt x="7643961" y="358006"/>
                  </a:lnTo>
                  <a:lnTo>
                    <a:pt x="7733028" y="354693"/>
                  </a:lnTo>
                  <a:lnTo>
                    <a:pt x="7815145" y="351056"/>
                  </a:lnTo>
                  <a:lnTo>
                    <a:pt x="7890731" y="347059"/>
                  </a:lnTo>
                  <a:lnTo>
                    <a:pt x="7960398" y="342658"/>
                  </a:lnTo>
                  <a:lnTo>
                    <a:pt x="8024872" y="337803"/>
                  </a:lnTo>
                  <a:lnTo>
                    <a:pt x="8084927" y="332444"/>
                  </a:lnTo>
                  <a:lnTo>
                    <a:pt x="8141338" y="326534"/>
                  </a:lnTo>
                  <a:lnTo>
                    <a:pt x="8194842" y="320035"/>
                  </a:lnTo>
                  <a:lnTo>
                    <a:pt x="8229629" y="315311"/>
                  </a:lnTo>
                  <a:lnTo>
                    <a:pt x="8290560" y="306065"/>
                  </a:lnTo>
                  <a:lnTo>
                    <a:pt x="8349604" y="295901"/>
                  </a:lnTo>
                  <a:lnTo>
                    <a:pt x="8407457" y="284805"/>
                  </a:lnTo>
                  <a:lnTo>
                    <a:pt x="8464631" y="272791"/>
                  </a:lnTo>
                  <a:lnTo>
                    <a:pt x="8521489" y="259909"/>
                  </a:lnTo>
                  <a:lnTo>
                    <a:pt x="8578273" y="246242"/>
                  </a:lnTo>
                  <a:lnTo>
                    <a:pt x="8635117" y="231910"/>
                  </a:lnTo>
                  <a:lnTo>
                    <a:pt x="8692075" y="217064"/>
                  </a:lnTo>
                  <a:lnTo>
                    <a:pt x="8749133" y="201881"/>
                  </a:lnTo>
                  <a:lnTo>
                    <a:pt x="8806240" y="186557"/>
                  </a:lnTo>
                  <a:lnTo>
                    <a:pt x="8863324" y="171296"/>
                  </a:lnTo>
                  <a:lnTo>
                    <a:pt x="8920324" y="156299"/>
                  </a:lnTo>
                  <a:lnTo>
                    <a:pt x="8977210" y="141750"/>
                  </a:lnTo>
                  <a:lnTo>
                    <a:pt x="9034006" y="127812"/>
                  </a:lnTo>
                  <a:lnTo>
                    <a:pt x="9090813" y="114617"/>
                  </a:lnTo>
                  <a:lnTo>
                    <a:pt x="9147830" y="102262"/>
                  </a:lnTo>
                  <a:lnTo>
                    <a:pt x="9205371" y="90811"/>
                  </a:lnTo>
                  <a:lnTo>
                    <a:pt x="9263887" y="80289"/>
                  </a:lnTo>
                  <a:lnTo>
                    <a:pt x="9323998" y="70694"/>
                  </a:lnTo>
                  <a:lnTo>
                    <a:pt x="9347647" y="67254"/>
                  </a:lnTo>
                  <a:lnTo>
                    <a:pt x="9399566" y="60350"/>
                  </a:lnTo>
                  <a:lnTo>
                    <a:pt x="9453939" y="54045"/>
                  </a:lnTo>
                  <a:lnTo>
                    <a:pt x="9511452" y="48319"/>
                  </a:lnTo>
                  <a:lnTo>
                    <a:pt x="9572858" y="43130"/>
                  </a:lnTo>
                  <a:lnTo>
                    <a:pt x="9638938" y="38428"/>
                  </a:lnTo>
                  <a:lnTo>
                    <a:pt x="9710456" y="34164"/>
                  </a:lnTo>
                  <a:lnTo>
                    <a:pt x="9788107" y="30288"/>
                  </a:lnTo>
                  <a:lnTo>
                    <a:pt x="9872452" y="26761"/>
                  </a:lnTo>
                  <a:lnTo>
                    <a:pt x="9963822" y="23545"/>
                  </a:lnTo>
                  <a:lnTo>
                    <a:pt x="10062200" y="20616"/>
                  </a:lnTo>
                  <a:lnTo>
                    <a:pt x="10167082" y="17955"/>
                  </a:lnTo>
                  <a:lnTo>
                    <a:pt x="10277331" y="15551"/>
                  </a:lnTo>
                  <a:lnTo>
                    <a:pt x="10391046" y="13403"/>
                  </a:lnTo>
                  <a:lnTo>
                    <a:pt x="10505518" y="11512"/>
                  </a:lnTo>
                  <a:lnTo>
                    <a:pt x="10617285" y="9884"/>
                  </a:lnTo>
                  <a:lnTo>
                    <a:pt x="10722385" y="8524"/>
                  </a:lnTo>
                  <a:lnTo>
                    <a:pt x="10816776" y="7431"/>
                  </a:lnTo>
                  <a:lnTo>
                    <a:pt x="10896907" y="6596"/>
                  </a:lnTo>
                  <a:lnTo>
                    <a:pt x="10960303" y="5998"/>
                  </a:lnTo>
                  <a:lnTo>
                    <a:pt x="11006038" y="5606"/>
                  </a:lnTo>
                  <a:lnTo>
                    <a:pt x="11034974" y="5379"/>
                  </a:lnTo>
                  <a:lnTo>
                    <a:pt x="11049741" y="5274"/>
                  </a:lnTo>
                  <a:lnTo>
                    <a:pt x="11054536" y="524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6" y="7"/>
                  </a:lnTo>
                  <a:lnTo>
                    <a:pt x="11046263" y="57"/>
                  </a:lnTo>
                  <a:lnTo>
                    <a:pt x="11027276" y="197"/>
                  </a:lnTo>
                  <a:lnTo>
                    <a:pt x="10993080" y="472"/>
                  </a:lnTo>
                  <a:lnTo>
                    <a:pt x="10941605" y="927"/>
                  </a:lnTo>
                  <a:lnTo>
                    <a:pt x="10872581" y="1600"/>
                  </a:lnTo>
                  <a:lnTo>
                    <a:pt x="10787475" y="2517"/>
                  </a:lnTo>
                  <a:lnTo>
                    <a:pt x="10689173" y="3696"/>
                  </a:lnTo>
                  <a:lnTo>
                    <a:pt x="10581454" y="5144"/>
                  </a:lnTo>
                  <a:lnTo>
                    <a:pt x="10468389" y="6858"/>
                  </a:lnTo>
                  <a:lnTo>
                    <a:pt x="10353817" y="8833"/>
                  </a:lnTo>
                  <a:lnTo>
                    <a:pt x="10240972" y="11065"/>
                  </a:lnTo>
                  <a:lnTo>
                    <a:pt x="10132300" y="13552"/>
                  </a:lnTo>
                  <a:lnTo>
                    <a:pt x="10029442" y="16299"/>
                  </a:lnTo>
                  <a:lnTo>
                    <a:pt x="9933316" y="19318"/>
                  </a:lnTo>
                  <a:lnTo>
                    <a:pt x="9844249" y="22632"/>
                  </a:lnTo>
                  <a:lnTo>
                    <a:pt x="9762131" y="26269"/>
                  </a:lnTo>
                  <a:lnTo>
                    <a:pt x="9686545" y="30265"/>
                  </a:lnTo>
                  <a:lnTo>
                    <a:pt x="9616878" y="34667"/>
                  </a:lnTo>
                  <a:lnTo>
                    <a:pt x="9552404" y="39521"/>
                  </a:lnTo>
                  <a:lnTo>
                    <a:pt x="9492350" y="44880"/>
                  </a:lnTo>
                  <a:lnTo>
                    <a:pt x="9435938" y="50791"/>
                  </a:lnTo>
                  <a:lnTo>
                    <a:pt x="9382435" y="57290"/>
                  </a:lnTo>
                  <a:lnTo>
                    <a:pt x="9347647" y="62014"/>
                  </a:lnTo>
                  <a:lnTo>
                    <a:pt x="9286716" y="71260"/>
                  </a:lnTo>
                  <a:lnTo>
                    <a:pt x="9227672" y="81424"/>
                  </a:lnTo>
                  <a:lnTo>
                    <a:pt x="9169819" y="92520"/>
                  </a:lnTo>
                  <a:lnTo>
                    <a:pt x="9112646" y="104534"/>
                  </a:lnTo>
                  <a:lnTo>
                    <a:pt x="9055787" y="117416"/>
                  </a:lnTo>
                  <a:lnTo>
                    <a:pt x="8999004" y="131082"/>
                  </a:lnTo>
                  <a:lnTo>
                    <a:pt x="8942159" y="145415"/>
                  </a:lnTo>
                  <a:lnTo>
                    <a:pt x="8885202" y="160261"/>
                  </a:lnTo>
                  <a:lnTo>
                    <a:pt x="8828143" y="175444"/>
                  </a:lnTo>
                  <a:lnTo>
                    <a:pt x="8771037" y="190768"/>
                  </a:lnTo>
                  <a:lnTo>
                    <a:pt x="8713952" y="206028"/>
                  </a:lnTo>
                  <a:lnTo>
                    <a:pt x="8656952" y="221026"/>
                  </a:lnTo>
                  <a:lnTo>
                    <a:pt x="8600066" y="235575"/>
                  </a:lnTo>
                  <a:lnTo>
                    <a:pt x="8543271" y="249513"/>
                  </a:lnTo>
                  <a:lnTo>
                    <a:pt x="8486463" y="262708"/>
                  </a:lnTo>
                  <a:lnTo>
                    <a:pt x="8429446" y="275062"/>
                  </a:lnTo>
                  <a:lnTo>
                    <a:pt x="8371906" y="286514"/>
                  </a:lnTo>
                  <a:lnTo>
                    <a:pt x="8313390" y="297036"/>
                  </a:lnTo>
                  <a:lnTo>
                    <a:pt x="8253278" y="306630"/>
                  </a:lnTo>
                  <a:lnTo>
                    <a:pt x="8229629" y="310070"/>
                  </a:lnTo>
                  <a:lnTo>
                    <a:pt x="8177711" y="316975"/>
                  </a:lnTo>
                  <a:lnTo>
                    <a:pt x="8123338" y="323279"/>
                  </a:lnTo>
                  <a:lnTo>
                    <a:pt x="8065825" y="329006"/>
                  </a:lnTo>
                  <a:lnTo>
                    <a:pt x="8004418" y="334195"/>
                  </a:lnTo>
                  <a:lnTo>
                    <a:pt x="7938338" y="338897"/>
                  </a:lnTo>
                  <a:lnTo>
                    <a:pt x="7866821" y="343161"/>
                  </a:lnTo>
                  <a:lnTo>
                    <a:pt x="7789170" y="347036"/>
                  </a:lnTo>
                  <a:lnTo>
                    <a:pt x="7704825" y="350564"/>
                  </a:lnTo>
                  <a:lnTo>
                    <a:pt x="7613455" y="353779"/>
                  </a:lnTo>
                  <a:lnTo>
                    <a:pt x="7515076" y="356708"/>
                  </a:lnTo>
                  <a:lnTo>
                    <a:pt x="7410194" y="359370"/>
                  </a:lnTo>
                  <a:lnTo>
                    <a:pt x="7299946" y="361773"/>
                  </a:lnTo>
                  <a:lnTo>
                    <a:pt x="7186230" y="363922"/>
                  </a:lnTo>
                  <a:lnTo>
                    <a:pt x="7071759" y="365813"/>
                  </a:lnTo>
                  <a:lnTo>
                    <a:pt x="6959992" y="367441"/>
                  </a:lnTo>
                  <a:lnTo>
                    <a:pt x="6854892" y="368801"/>
                  </a:lnTo>
                  <a:lnTo>
                    <a:pt x="6760500" y="369894"/>
                  </a:lnTo>
                  <a:lnTo>
                    <a:pt x="6680369" y="370729"/>
                  </a:lnTo>
                  <a:lnTo>
                    <a:pt x="6616974" y="371327"/>
                  </a:lnTo>
                  <a:lnTo>
                    <a:pt x="6571239" y="371719"/>
                  </a:lnTo>
                  <a:lnTo>
                    <a:pt x="6542303" y="371945"/>
                  </a:lnTo>
                  <a:lnTo>
                    <a:pt x="6527536" y="372051"/>
                  </a:lnTo>
                  <a:lnTo>
                    <a:pt x="6522740" y="372082"/>
                  </a:lnTo>
                  <a:lnTo>
                    <a:pt x="6522385" y="372085"/>
                  </a:lnTo>
                  <a:lnTo>
                    <a:pt x="5527445" y="372085"/>
                  </a:lnTo>
                  <a:lnTo>
                    <a:pt x="5526349" y="372127"/>
                  </a:lnTo>
                  <a:lnTo>
                    <a:pt x="5519108" y="372426"/>
                  </a:lnTo>
                  <a:lnTo>
                    <a:pt x="5500740" y="373254"/>
                  </a:lnTo>
                  <a:lnTo>
                    <a:pt x="5467618" y="374886"/>
                  </a:lnTo>
                  <a:lnTo>
                    <a:pt x="5417672" y="377583"/>
                  </a:lnTo>
                  <a:lnTo>
                    <a:pt x="5350550" y="381572"/>
                  </a:lnTo>
                  <a:lnTo>
                    <a:pt x="5267568" y="387022"/>
                  </a:lnTo>
                  <a:lnTo>
                    <a:pt x="5171424" y="394037"/>
                  </a:lnTo>
                  <a:lnTo>
                    <a:pt x="5065713" y="402658"/>
                  </a:lnTo>
                  <a:lnTo>
                    <a:pt x="4954366" y="412881"/>
                  </a:lnTo>
                  <a:lnTo>
                    <a:pt x="4841132" y="424675"/>
                  </a:lnTo>
                  <a:lnTo>
                    <a:pt x="4729219" y="438009"/>
                  </a:lnTo>
                  <a:lnTo>
                    <a:pt x="4621096" y="452873"/>
                  </a:lnTo>
                  <a:lnTo>
                    <a:pt x="4518457" y="469290"/>
                  </a:lnTo>
                  <a:lnTo>
                    <a:pt x="4422289" y="487326"/>
                  </a:lnTo>
                  <a:lnTo>
                    <a:pt x="4332996" y="507099"/>
                  </a:lnTo>
                  <a:lnTo>
                    <a:pt x="4250537" y="528773"/>
                  </a:lnTo>
                  <a:lnTo>
                    <a:pt x="4174557" y="552559"/>
                  </a:lnTo>
                  <a:lnTo>
                    <a:pt x="4104496" y="578711"/>
                  </a:lnTo>
                  <a:lnTo>
                    <a:pt x="4039672" y="607515"/>
                  </a:lnTo>
                  <a:lnTo>
                    <a:pt x="3979342" y="639272"/>
                  </a:lnTo>
                  <a:lnTo>
                    <a:pt x="3922756" y="674273"/>
                  </a:lnTo>
                  <a:lnTo>
                    <a:pt x="3869189" y="712754"/>
                  </a:lnTo>
                  <a:lnTo>
                    <a:pt x="3820202" y="752904"/>
                  </a:lnTo>
                  <a:lnTo>
                    <a:pt x="3772575" y="796626"/>
                  </a:lnTo>
                  <a:lnTo>
                    <a:pt x="3726198" y="843743"/>
                  </a:lnTo>
                  <a:lnTo>
                    <a:pt x="3680711" y="894323"/>
                  </a:lnTo>
                  <a:lnTo>
                    <a:pt x="3635827" y="948371"/>
                  </a:lnTo>
                  <a:lnTo>
                    <a:pt x="3591323" y="1005822"/>
                  </a:lnTo>
                  <a:lnTo>
                    <a:pt x="3547027" y="1066536"/>
                  </a:lnTo>
                  <a:lnTo>
                    <a:pt x="3502814" y="1130292"/>
                  </a:lnTo>
                  <a:lnTo>
                    <a:pt x="3458601" y="1196789"/>
                  </a:lnTo>
                  <a:lnTo>
                    <a:pt x="3414338" y="1265648"/>
                  </a:lnTo>
                  <a:lnTo>
                    <a:pt x="3370006" y="1336421"/>
                  </a:lnTo>
                  <a:lnTo>
                    <a:pt x="3325607" y="1408597"/>
                  </a:lnTo>
                  <a:lnTo>
                    <a:pt x="3281162" y="1481621"/>
                  </a:lnTo>
                  <a:lnTo>
                    <a:pt x="3236702" y="1554912"/>
                  </a:lnTo>
                  <a:lnTo>
                    <a:pt x="3192261" y="1627877"/>
                  </a:lnTo>
                  <a:lnTo>
                    <a:pt x="3147868" y="1699935"/>
                  </a:lnTo>
                  <a:lnTo>
                    <a:pt x="3103543" y="1770535"/>
                  </a:lnTo>
                  <a:lnTo>
                    <a:pt x="3059286" y="1839173"/>
                  </a:lnTo>
                  <a:lnTo>
                    <a:pt x="3015076" y="1905407"/>
                  </a:lnTo>
                  <a:lnTo>
                    <a:pt x="2970860" y="1968866"/>
                  </a:lnTo>
                  <a:lnTo>
                    <a:pt x="2926549" y="2029257"/>
                  </a:lnTo>
                  <a:lnTo>
                    <a:pt x="2882014" y="2086368"/>
                  </a:lnTo>
                  <a:lnTo>
                    <a:pt x="2837080" y="2140065"/>
                  </a:lnTo>
                  <a:lnTo>
                    <a:pt x="2791517" y="2190291"/>
                  </a:lnTo>
                  <a:lnTo>
                    <a:pt x="2745031" y="2237059"/>
                  </a:lnTo>
                  <a:lnTo>
                    <a:pt x="2702183" y="2276182"/>
                  </a:lnTo>
                  <a:lnTo>
                    <a:pt x="2650888" y="2318104"/>
                  </a:lnTo>
                  <a:lnTo>
                    <a:pt x="2597202" y="2356428"/>
                  </a:lnTo>
                  <a:lnTo>
                    <a:pt x="2540466" y="2391280"/>
                  </a:lnTo>
                  <a:lnTo>
                    <a:pt x="2479955" y="2422901"/>
                  </a:lnTo>
                  <a:lnTo>
                    <a:pt x="2414914" y="2451581"/>
                  </a:lnTo>
                  <a:lnTo>
                    <a:pt x="2344606" y="2477624"/>
                  </a:lnTo>
                  <a:lnTo>
                    <a:pt x="2268352" y="2501312"/>
                  </a:lnTo>
                  <a:lnTo>
                    <a:pt x="2185597" y="2522897"/>
                  </a:lnTo>
                  <a:lnTo>
                    <a:pt x="2095998" y="2542590"/>
                  </a:lnTo>
                  <a:lnTo>
                    <a:pt x="1999533" y="2560553"/>
                  </a:lnTo>
                  <a:lnTo>
                    <a:pt x="1896626" y="2576900"/>
                  </a:lnTo>
                  <a:lnTo>
                    <a:pt x="1788295" y="2591697"/>
                  </a:lnTo>
                  <a:lnTo>
                    <a:pt x="1676266" y="2604964"/>
                  </a:lnTo>
                  <a:lnTo>
                    <a:pt x="1563043" y="2616689"/>
                  </a:lnTo>
                  <a:lnTo>
                    <a:pt x="1451862" y="2626841"/>
                  </a:lnTo>
                  <a:lnTo>
                    <a:pt x="1346491" y="2635392"/>
                  </a:lnTo>
                  <a:lnTo>
                    <a:pt x="1250856" y="2642336"/>
                  </a:lnTo>
                  <a:lnTo>
                    <a:pt x="1168525" y="2647719"/>
                  </a:lnTo>
                  <a:lnTo>
                    <a:pt x="1102144" y="2651647"/>
                  </a:lnTo>
                  <a:lnTo>
                    <a:pt x="1052961" y="2654293"/>
                  </a:lnTo>
                  <a:lnTo>
                    <a:pt x="1020545" y="2655883"/>
                  </a:lnTo>
                  <a:lnTo>
                    <a:pt x="1002755" y="2656682"/>
                  </a:lnTo>
                  <a:lnTo>
                    <a:pt x="995900" y="2656964"/>
                  </a:lnTo>
                  <a:lnTo>
                    <a:pt x="994940" y="2657001"/>
                  </a:lnTo>
                  <a:lnTo>
                    <a:pt x="0" y="2657001"/>
                  </a:lnTo>
                  <a:close/>
                </a:path>
              </a:pathLst>
            </a:custGeom>
            <a:solidFill>
              <a:srgbClr val="6FA8D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73" name="pl1872"/>
            <p:cNvSpPr/>
            <p:nvPr/>
          </p:nvSpPr>
          <p:spPr>
            <a:xfrm>
              <a:off x="1199187" y="3348600"/>
              <a:ext cx="12049831" cy="2657001"/>
            </a:xfrm>
            <a:custGeom>
              <a:avLst/>
              <a:pathLst>
                <a:path w="12049831" h="2657001">
                  <a:moveTo>
                    <a:pt x="0" y="2657001"/>
                  </a:moveTo>
                  <a:lnTo>
                    <a:pt x="994940" y="2657001"/>
                  </a:lnTo>
                  <a:lnTo>
                    <a:pt x="996036" y="2656959"/>
                  </a:lnTo>
                  <a:lnTo>
                    <a:pt x="1003277" y="2656659"/>
                  </a:lnTo>
                  <a:lnTo>
                    <a:pt x="1021645" y="2655832"/>
                  </a:lnTo>
                  <a:lnTo>
                    <a:pt x="1054767" y="2654200"/>
                  </a:lnTo>
                  <a:lnTo>
                    <a:pt x="1104713" y="2651502"/>
                  </a:lnTo>
                  <a:lnTo>
                    <a:pt x="1171835" y="2647513"/>
                  </a:lnTo>
                  <a:lnTo>
                    <a:pt x="1254817" y="2642063"/>
                  </a:lnTo>
                  <a:lnTo>
                    <a:pt x="1350961" y="2635049"/>
                  </a:lnTo>
                  <a:lnTo>
                    <a:pt x="1456672" y="2626427"/>
                  </a:lnTo>
                  <a:lnTo>
                    <a:pt x="1568019" y="2616205"/>
                  </a:lnTo>
                  <a:lnTo>
                    <a:pt x="1681253" y="2604411"/>
                  </a:lnTo>
                  <a:lnTo>
                    <a:pt x="1793166" y="2591076"/>
                  </a:lnTo>
                  <a:lnTo>
                    <a:pt x="1901289" y="2576212"/>
                  </a:lnTo>
                  <a:lnTo>
                    <a:pt x="2003928" y="2559796"/>
                  </a:lnTo>
                  <a:lnTo>
                    <a:pt x="2100096" y="2541759"/>
                  </a:lnTo>
                  <a:lnTo>
                    <a:pt x="2189389" y="2521987"/>
                  </a:lnTo>
                  <a:lnTo>
                    <a:pt x="2271848" y="2500313"/>
                  </a:lnTo>
                  <a:lnTo>
                    <a:pt x="2347828" y="2476527"/>
                  </a:lnTo>
                  <a:lnTo>
                    <a:pt x="2417889" y="2450374"/>
                  </a:lnTo>
                  <a:lnTo>
                    <a:pt x="2482713" y="2421570"/>
                  </a:lnTo>
                  <a:lnTo>
                    <a:pt x="2543043" y="2389813"/>
                  </a:lnTo>
                  <a:lnTo>
                    <a:pt x="2599629" y="2354813"/>
                  </a:lnTo>
                  <a:lnTo>
                    <a:pt x="2653196" y="2316331"/>
                  </a:lnTo>
                  <a:lnTo>
                    <a:pt x="2702183" y="2276182"/>
                  </a:lnTo>
                  <a:lnTo>
                    <a:pt x="2749810" y="2232460"/>
                  </a:lnTo>
                  <a:lnTo>
                    <a:pt x="2796187" y="2185343"/>
                  </a:lnTo>
                  <a:lnTo>
                    <a:pt x="2841674" y="2134763"/>
                  </a:lnTo>
                  <a:lnTo>
                    <a:pt x="2886558" y="2080715"/>
                  </a:lnTo>
                  <a:lnTo>
                    <a:pt x="2931062" y="2023263"/>
                  </a:lnTo>
                  <a:lnTo>
                    <a:pt x="2975358" y="1962549"/>
                  </a:lnTo>
                  <a:lnTo>
                    <a:pt x="3019571" y="1898793"/>
                  </a:lnTo>
                  <a:lnTo>
                    <a:pt x="3063784" y="1832296"/>
                  </a:lnTo>
                  <a:lnTo>
                    <a:pt x="3108047" y="1763437"/>
                  </a:lnTo>
                  <a:lnTo>
                    <a:pt x="3152379" y="1692665"/>
                  </a:lnTo>
                  <a:lnTo>
                    <a:pt x="3196778" y="1620489"/>
                  </a:lnTo>
                  <a:lnTo>
                    <a:pt x="3241223" y="1547464"/>
                  </a:lnTo>
                  <a:lnTo>
                    <a:pt x="3285683" y="1474173"/>
                  </a:lnTo>
                  <a:lnTo>
                    <a:pt x="3330124" y="1401209"/>
                  </a:lnTo>
                  <a:lnTo>
                    <a:pt x="3374517" y="1329151"/>
                  </a:lnTo>
                  <a:lnTo>
                    <a:pt x="3418842" y="1258551"/>
                  </a:lnTo>
                  <a:lnTo>
                    <a:pt x="3463099" y="1189912"/>
                  </a:lnTo>
                  <a:lnTo>
                    <a:pt x="3507309" y="1123678"/>
                  </a:lnTo>
                  <a:lnTo>
                    <a:pt x="3551525" y="1060219"/>
                  </a:lnTo>
                  <a:lnTo>
                    <a:pt x="3595836" y="999828"/>
                  </a:lnTo>
                  <a:lnTo>
                    <a:pt x="3640371" y="942718"/>
                  </a:lnTo>
                  <a:lnTo>
                    <a:pt x="3685305" y="889021"/>
                  </a:lnTo>
                  <a:lnTo>
                    <a:pt x="3730868" y="838794"/>
                  </a:lnTo>
                  <a:lnTo>
                    <a:pt x="3777354" y="792026"/>
                  </a:lnTo>
                  <a:lnTo>
                    <a:pt x="3820202" y="752904"/>
                  </a:lnTo>
                  <a:lnTo>
                    <a:pt x="3871497" y="710982"/>
                  </a:lnTo>
                  <a:lnTo>
                    <a:pt x="3925183" y="672657"/>
                  </a:lnTo>
                  <a:lnTo>
                    <a:pt x="3981919" y="637805"/>
                  </a:lnTo>
                  <a:lnTo>
                    <a:pt x="4042430" y="606185"/>
                  </a:lnTo>
                  <a:lnTo>
                    <a:pt x="4107471" y="577504"/>
                  </a:lnTo>
                  <a:lnTo>
                    <a:pt x="4177779" y="551462"/>
                  </a:lnTo>
                  <a:lnTo>
                    <a:pt x="4254033" y="527774"/>
                  </a:lnTo>
                  <a:lnTo>
                    <a:pt x="4336788" y="506188"/>
                  </a:lnTo>
                  <a:lnTo>
                    <a:pt x="4426387" y="486495"/>
                  </a:lnTo>
                  <a:lnTo>
                    <a:pt x="4522852" y="468532"/>
                  </a:lnTo>
                  <a:lnTo>
                    <a:pt x="4625759" y="452185"/>
                  </a:lnTo>
                  <a:lnTo>
                    <a:pt x="4734090" y="437389"/>
                  </a:lnTo>
                  <a:lnTo>
                    <a:pt x="4846119" y="424122"/>
                  </a:lnTo>
                  <a:lnTo>
                    <a:pt x="4959342" y="412397"/>
                  </a:lnTo>
                  <a:lnTo>
                    <a:pt x="5070523" y="402244"/>
                  </a:lnTo>
                  <a:lnTo>
                    <a:pt x="5175894" y="393694"/>
                  </a:lnTo>
                  <a:lnTo>
                    <a:pt x="5271529" y="386749"/>
                  </a:lnTo>
                  <a:lnTo>
                    <a:pt x="5353860" y="381366"/>
                  </a:lnTo>
                  <a:lnTo>
                    <a:pt x="5420241" y="377438"/>
                  </a:lnTo>
                  <a:lnTo>
                    <a:pt x="5469424" y="374793"/>
                  </a:lnTo>
                  <a:lnTo>
                    <a:pt x="5501840" y="373203"/>
                  </a:lnTo>
                  <a:lnTo>
                    <a:pt x="5519630" y="372404"/>
                  </a:lnTo>
                  <a:lnTo>
                    <a:pt x="5526485" y="372121"/>
                  </a:lnTo>
                  <a:lnTo>
                    <a:pt x="5527445" y="372085"/>
                  </a:lnTo>
                  <a:lnTo>
                    <a:pt x="6522385" y="372085"/>
                  </a:lnTo>
                  <a:lnTo>
                    <a:pt x="6523521" y="372077"/>
                  </a:lnTo>
                  <a:lnTo>
                    <a:pt x="6531013" y="372027"/>
                  </a:lnTo>
                  <a:lnTo>
                    <a:pt x="6550000" y="371887"/>
                  </a:lnTo>
                  <a:lnTo>
                    <a:pt x="6584196" y="371612"/>
                  </a:lnTo>
                  <a:lnTo>
                    <a:pt x="6635671" y="371157"/>
                  </a:lnTo>
                  <a:lnTo>
                    <a:pt x="6704696" y="370484"/>
                  </a:lnTo>
                  <a:lnTo>
                    <a:pt x="6789802" y="369567"/>
                  </a:lnTo>
                  <a:lnTo>
                    <a:pt x="6888103" y="368388"/>
                  </a:lnTo>
                  <a:lnTo>
                    <a:pt x="6995823" y="366940"/>
                  </a:lnTo>
                  <a:lnTo>
                    <a:pt x="7108887" y="365226"/>
                  </a:lnTo>
                  <a:lnTo>
                    <a:pt x="7223459" y="363251"/>
                  </a:lnTo>
                  <a:lnTo>
                    <a:pt x="7336305" y="361019"/>
                  </a:lnTo>
                  <a:lnTo>
                    <a:pt x="7444977" y="358532"/>
                  </a:lnTo>
                  <a:lnTo>
                    <a:pt x="7547834" y="355785"/>
                  </a:lnTo>
                  <a:lnTo>
                    <a:pt x="7643961" y="352766"/>
                  </a:lnTo>
                  <a:lnTo>
                    <a:pt x="7733028" y="349452"/>
                  </a:lnTo>
                  <a:lnTo>
                    <a:pt x="7815145" y="345816"/>
                  </a:lnTo>
                  <a:lnTo>
                    <a:pt x="7890731" y="341819"/>
                  </a:lnTo>
                  <a:lnTo>
                    <a:pt x="7960398" y="337417"/>
                  </a:lnTo>
                  <a:lnTo>
                    <a:pt x="8024872" y="332563"/>
                  </a:lnTo>
                  <a:lnTo>
                    <a:pt x="8084927" y="327204"/>
                  </a:lnTo>
                  <a:lnTo>
                    <a:pt x="8141338" y="321293"/>
                  </a:lnTo>
                  <a:lnTo>
                    <a:pt x="8194842" y="314794"/>
                  </a:lnTo>
                  <a:lnTo>
                    <a:pt x="8229629" y="310070"/>
                  </a:lnTo>
                  <a:lnTo>
                    <a:pt x="8290560" y="300824"/>
                  </a:lnTo>
                  <a:lnTo>
                    <a:pt x="8349604" y="290660"/>
                  </a:lnTo>
                  <a:lnTo>
                    <a:pt x="8407457" y="279564"/>
                  </a:lnTo>
                  <a:lnTo>
                    <a:pt x="8464631" y="267550"/>
                  </a:lnTo>
                  <a:lnTo>
                    <a:pt x="8521489" y="254668"/>
                  </a:lnTo>
                  <a:lnTo>
                    <a:pt x="8578273" y="241002"/>
                  </a:lnTo>
                  <a:lnTo>
                    <a:pt x="8635117" y="226669"/>
                  </a:lnTo>
                  <a:lnTo>
                    <a:pt x="8692075" y="211823"/>
                  </a:lnTo>
                  <a:lnTo>
                    <a:pt x="8749133" y="196640"/>
                  </a:lnTo>
                  <a:lnTo>
                    <a:pt x="8806240" y="181316"/>
                  </a:lnTo>
                  <a:lnTo>
                    <a:pt x="8863324" y="166056"/>
                  </a:lnTo>
                  <a:lnTo>
                    <a:pt x="8920324" y="151058"/>
                  </a:lnTo>
                  <a:lnTo>
                    <a:pt x="8977210" y="136509"/>
                  </a:lnTo>
                  <a:lnTo>
                    <a:pt x="9034006" y="122571"/>
                  </a:lnTo>
                  <a:lnTo>
                    <a:pt x="9090813" y="109376"/>
                  </a:lnTo>
                  <a:lnTo>
                    <a:pt x="9147830" y="97022"/>
                  </a:lnTo>
                  <a:lnTo>
                    <a:pt x="9205371" y="85570"/>
                  </a:lnTo>
                  <a:lnTo>
                    <a:pt x="9263887" y="75048"/>
                  </a:lnTo>
                  <a:lnTo>
                    <a:pt x="9323998" y="65454"/>
                  </a:lnTo>
                  <a:lnTo>
                    <a:pt x="9347647" y="62014"/>
                  </a:lnTo>
                  <a:lnTo>
                    <a:pt x="9399566" y="55109"/>
                  </a:lnTo>
                  <a:lnTo>
                    <a:pt x="9453939" y="48805"/>
                  </a:lnTo>
                  <a:lnTo>
                    <a:pt x="9511452" y="43078"/>
                  </a:lnTo>
                  <a:lnTo>
                    <a:pt x="9572858" y="37889"/>
                  </a:lnTo>
                  <a:lnTo>
                    <a:pt x="9638938" y="33187"/>
                  </a:lnTo>
                  <a:lnTo>
                    <a:pt x="9710456" y="28923"/>
                  </a:lnTo>
                  <a:lnTo>
                    <a:pt x="9788107" y="25048"/>
                  </a:lnTo>
                  <a:lnTo>
                    <a:pt x="9872452" y="21520"/>
                  </a:lnTo>
                  <a:lnTo>
                    <a:pt x="9963822" y="18305"/>
                  </a:lnTo>
                  <a:lnTo>
                    <a:pt x="10062200" y="15376"/>
                  </a:lnTo>
                  <a:lnTo>
                    <a:pt x="10167082" y="12714"/>
                  </a:lnTo>
                  <a:lnTo>
                    <a:pt x="10277331" y="10311"/>
                  </a:lnTo>
                  <a:lnTo>
                    <a:pt x="10391046" y="8162"/>
                  </a:lnTo>
                  <a:lnTo>
                    <a:pt x="10505518" y="6271"/>
                  </a:lnTo>
                  <a:lnTo>
                    <a:pt x="10617285" y="4643"/>
                  </a:lnTo>
                  <a:lnTo>
                    <a:pt x="10722385" y="3283"/>
                  </a:lnTo>
                  <a:lnTo>
                    <a:pt x="10816776" y="2190"/>
                  </a:lnTo>
                  <a:lnTo>
                    <a:pt x="10896907" y="1355"/>
                  </a:lnTo>
                  <a:lnTo>
                    <a:pt x="10960303" y="757"/>
                  </a:lnTo>
                  <a:lnTo>
                    <a:pt x="11006038" y="365"/>
                  </a:lnTo>
                  <a:lnTo>
                    <a:pt x="11034974" y="139"/>
                  </a:lnTo>
                  <a:lnTo>
                    <a:pt x="11049741" y="33"/>
                  </a:lnTo>
                  <a:lnTo>
                    <a:pt x="11054536" y="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4" name="pl1873"/>
            <p:cNvSpPr/>
            <p:nvPr/>
          </p:nvSpPr>
          <p:spPr>
            <a:xfrm>
              <a:off x="1199187" y="3343360"/>
              <a:ext cx="12049831" cy="2657001"/>
            </a:xfrm>
            <a:custGeom>
              <a:avLst/>
              <a:pathLst>
                <a:path w="12049831" h="2657001">
                  <a:moveTo>
                    <a:pt x="12049831" y="0"/>
                  </a:moveTo>
                  <a:lnTo>
                    <a:pt x="11054891" y="0"/>
                  </a:lnTo>
                  <a:lnTo>
                    <a:pt x="11053756" y="7"/>
                  </a:lnTo>
                  <a:lnTo>
                    <a:pt x="11046263" y="57"/>
                  </a:lnTo>
                  <a:lnTo>
                    <a:pt x="11027276" y="197"/>
                  </a:lnTo>
                  <a:lnTo>
                    <a:pt x="10993080" y="472"/>
                  </a:lnTo>
                  <a:lnTo>
                    <a:pt x="10941605" y="927"/>
                  </a:lnTo>
                  <a:lnTo>
                    <a:pt x="10872581" y="1600"/>
                  </a:lnTo>
                  <a:lnTo>
                    <a:pt x="10787475" y="2517"/>
                  </a:lnTo>
                  <a:lnTo>
                    <a:pt x="10689173" y="3696"/>
                  </a:lnTo>
                  <a:lnTo>
                    <a:pt x="10581454" y="5144"/>
                  </a:lnTo>
                  <a:lnTo>
                    <a:pt x="10468389" y="6858"/>
                  </a:lnTo>
                  <a:lnTo>
                    <a:pt x="10353817" y="8833"/>
                  </a:lnTo>
                  <a:lnTo>
                    <a:pt x="10240972" y="11065"/>
                  </a:lnTo>
                  <a:lnTo>
                    <a:pt x="10132300" y="13552"/>
                  </a:lnTo>
                  <a:lnTo>
                    <a:pt x="10029442" y="16299"/>
                  </a:lnTo>
                  <a:lnTo>
                    <a:pt x="9933316" y="19318"/>
                  </a:lnTo>
                  <a:lnTo>
                    <a:pt x="9844249" y="22632"/>
                  </a:lnTo>
                  <a:lnTo>
                    <a:pt x="9762131" y="26269"/>
                  </a:lnTo>
                  <a:lnTo>
                    <a:pt x="9686545" y="30265"/>
                  </a:lnTo>
                  <a:lnTo>
                    <a:pt x="9616878" y="34667"/>
                  </a:lnTo>
                  <a:lnTo>
                    <a:pt x="9552404" y="39521"/>
                  </a:lnTo>
                  <a:lnTo>
                    <a:pt x="9492350" y="44880"/>
                  </a:lnTo>
                  <a:lnTo>
                    <a:pt x="9435938" y="50791"/>
                  </a:lnTo>
                  <a:lnTo>
                    <a:pt x="9382435" y="57290"/>
                  </a:lnTo>
                  <a:lnTo>
                    <a:pt x="9347647" y="62014"/>
                  </a:lnTo>
                  <a:lnTo>
                    <a:pt x="9286716" y="71260"/>
                  </a:lnTo>
                  <a:lnTo>
                    <a:pt x="9227672" y="81424"/>
                  </a:lnTo>
                  <a:lnTo>
                    <a:pt x="9169819" y="92520"/>
                  </a:lnTo>
                  <a:lnTo>
                    <a:pt x="9112646" y="104534"/>
                  </a:lnTo>
                  <a:lnTo>
                    <a:pt x="9055787" y="117416"/>
                  </a:lnTo>
                  <a:lnTo>
                    <a:pt x="8999004" y="131082"/>
                  </a:lnTo>
                  <a:lnTo>
                    <a:pt x="8942159" y="145415"/>
                  </a:lnTo>
                  <a:lnTo>
                    <a:pt x="8885202" y="160261"/>
                  </a:lnTo>
                  <a:lnTo>
                    <a:pt x="8828143" y="175444"/>
                  </a:lnTo>
                  <a:lnTo>
                    <a:pt x="8771037" y="190768"/>
                  </a:lnTo>
                  <a:lnTo>
                    <a:pt x="8713952" y="206028"/>
                  </a:lnTo>
                  <a:lnTo>
                    <a:pt x="8656952" y="221026"/>
                  </a:lnTo>
                  <a:lnTo>
                    <a:pt x="8600066" y="235575"/>
                  </a:lnTo>
                  <a:lnTo>
                    <a:pt x="8543271" y="249513"/>
                  </a:lnTo>
                  <a:lnTo>
                    <a:pt x="8486463" y="262708"/>
                  </a:lnTo>
                  <a:lnTo>
                    <a:pt x="8429446" y="275062"/>
                  </a:lnTo>
                  <a:lnTo>
                    <a:pt x="8371906" y="286514"/>
                  </a:lnTo>
                  <a:lnTo>
                    <a:pt x="8313390" y="297036"/>
                  </a:lnTo>
                  <a:lnTo>
                    <a:pt x="8253278" y="306630"/>
                  </a:lnTo>
                  <a:lnTo>
                    <a:pt x="8229629" y="310070"/>
                  </a:lnTo>
                  <a:lnTo>
                    <a:pt x="8177711" y="316975"/>
                  </a:lnTo>
                  <a:lnTo>
                    <a:pt x="8123338" y="323279"/>
                  </a:lnTo>
                  <a:lnTo>
                    <a:pt x="8065825" y="329006"/>
                  </a:lnTo>
                  <a:lnTo>
                    <a:pt x="8004418" y="334195"/>
                  </a:lnTo>
                  <a:lnTo>
                    <a:pt x="7938338" y="338897"/>
                  </a:lnTo>
                  <a:lnTo>
                    <a:pt x="7866821" y="343161"/>
                  </a:lnTo>
                  <a:lnTo>
                    <a:pt x="7789170" y="347036"/>
                  </a:lnTo>
                  <a:lnTo>
                    <a:pt x="7704825" y="350564"/>
                  </a:lnTo>
                  <a:lnTo>
                    <a:pt x="7613455" y="353779"/>
                  </a:lnTo>
                  <a:lnTo>
                    <a:pt x="7515076" y="356708"/>
                  </a:lnTo>
                  <a:lnTo>
                    <a:pt x="7410194" y="359370"/>
                  </a:lnTo>
                  <a:lnTo>
                    <a:pt x="7299946" y="361773"/>
                  </a:lnTo>
                  <a:lnTo>
                    <a:pt x="7186230" y="363922"/>
                  </a:lnTo>
                  <a:lnTo>
                    <a:pt x="7071759" y="365813"/>
                  </a:lnTo>
                  <a:lnTo>
                    <a:pt x="6959992" y="367441"/>
                  </a:lnTo>
                  <a:lnTo>
                    <a:pt x="6854892" y="368801"/>
                  </a:lnTo>
                  <a:lnTo>
                    <a:pt x="6760500" y="369894"/>
                  </a:lnTo>
                  <a:lnTo>
                    <a:pt x="6680369" y="370729"/>
                  </a:lnTo>
                  <a:lnTo>
                    <a:pt x="6616974" y="371327"/>
                  </a:lnTo>
                  <a:lnTo>
                    <a:pt x="6571239" y="371719"/>
                  </a:lnTo>
                  <a:lnTo>
                    <a:pt x="6542303" y="371945"/>
                  </a:lnTo>
                  <a:lnTo>
                    <a:pt x="6527536" y="372051"/>
                  </a:lnTo>
                  <a:lnTo>
                    <a:pt x="6522740" y="372082"/>
                  </a:lnTo>
                  <a:lnTo>
                    <a:pt x="6522385" y="372085"/>
                  </a:lnTo>
                  <a:lnTo>
                    <a:pt x="5527445" y="372085"/>
                  </a:lnTo>
                  <a:lnTo>
                    <a:pt x="5526349" y="372127"/>
                  </a:lnTo>
                  <a:lnTo>
                    <a:pt x="5519108" y="372426"/>
                  </a:lnTo>
                  <a:lnTo>
                    <a:pt x="5500740" y="373254"/>
                  </a:lnTo>
                  <a:lnTo>
                    <a:pt x="5467618" y="374886"/>
                  </a:lnTo>
                  <a:lnTo>
                    <a:pt x="5417672" y="377583"/>
                  </a:lnTo>
                  <a:lnTo>
                    <a:pt x="5350550" y="381572"/>
                  </a:lnTo>
                  <a:lnTo>
                    <a:pt x="5267568" y="387022"/>
                  </a:lnTo>
                  <a:lnTo>
                    <a:pt x="5171424" y="394037"/>
                  </a:lnTo>
                  <a:lnTo>
                    <a:pt x="5065713" y="402658"/>
                  </a:lnTo>
                  <a:lnTo>
                    <a:pt x="4954366" y="412881"/>
                  </a:lnTo>
                  <a:lnTo>
                    <a:pt x="4841132" y="424675"/>
                  </a:lnTo>
                  <a:lnTo>
                    <a:pt x="4729219" y="438009"/>
                  </a:lnTo>
                  <a:lnTo>
                    <a:pt x="4621096" y="452873"/>
                  </a:lnTo>
                  <a:lnTo>
                    <a:pt x="4518457" y="469290"/>
                  </a:lnTo>
                  <a:lnTo>
                    <a:pt x="4422289" y="487326"/>
                  </a:lnTo>
                  <a:lnTo>
                    <a:pt x="4332996" y="507099"/>
                  </a:lnTo>
                  <a:lnTo>
                    <a:pt x="4250537" y="528773"/>
                  </a:lnTo>
                  <a:lnTo>
                    <a:pt x="4174557" y="552559"/>
                  </a:lnTo>
                  <a:lnTo>
                    <a:pt x="4104496" y="578711"/>
                  </a:lnTo>
                  <a:lnTo>
                    <a:pt x="4039672" y="607515"/>
                  </a:lnTo>
                  <a:lnTo>
                    <a:pt x="3979342" y="639272"/>
                  </a:lnTo>
                  <a:lnTo>
                    <a:pt x="3922756" y="674273"/>
                  </a:lnTo>
                  <a:lnTo>
                    <a:pt x="3869189" y="712754"/>
                  </a:lnTo>
                  <a:lnTo>
                    <a:pt x="3820202" y="752904"/>
                  </a:lnTo>
                  <a:lnTo>
                    <a:pt x="3772575" y="796626"/>
                  </a:lnTo>
                  <a:lnTo>
                    <a:pt x="3726198" y="843743"/>
                  </a:lnTo>
                  <a:lnTo>
                    <a:pt x="3680711" y="894323"/>
                  </a:lnTo>
                  <a:lnTo>
                    <a:pt x="3635827" y="948371"/>
                  </a:lnTo>
                  <a:lnTo>
                    <a:pt x="3591323" y="1005822"/>
                  </a:lnTo>
                  <a:lnTo>
                    <a:pt x="3547027" y="1066536"/>
                  </a:lnTo>
                  <a:lnTo>
                    <a:pt x="3502814" y="1130292"/>
                  </a:lnTo>
                  <a:lnTo>
                    <a:pt x="3458601" y="1196789"/>
                  </a:lnTo>
                  <a:lnTo>
                    <a:pt x="3414338" y="1265648"/>
                  </a:lnTo>
                  <a:lnTo>
                    <a:pt x="3370006" y="1336421"/>
                  </a:lnTo>
                  <a:lnTo>
                    <a:pt x="3325607" y="1408597"/>
                  </a:lnTo>
                  <a:lnTo>
                    <a:pt x="3281162" y="1481621"/>
                  </a:lnTo>
                  <a:lnTo>
                    <a:pt x="3236702" y="1554912"/>
                  </a:lnTo>
                  <a:lnTo>
                    <a:pt x="3192261" y="1627877"/>
                  </a:lnTo>
                  <a:lnTo>
                    <a:pt x="3147868" y="1699935"/>
                  </a:lnTo>
                  <a:lnTo>
                    <a:pt x="3103543" y="1770535"/>
                  </a:lnTo>
                  <a:lnTo>
                    <a:pt x="3059286" y="1839173"/>
                  </a:lnTo>
                  <a:lnTo>
                    <a:pt x="3015076" y="1905407"/>
                  </a:lnTo>
                  <a:lnTo>
                    <a:pt x="2970860" y="1968866"/>
                  </a:lnTo>
                  <a:lnTo>
                    <a:pt x="2926549" y="2029257"/>
                  </a:lnTo>
                  <a:lnTo>
                    <a:pt x="2882014" y="2086368"/>
                  </a:lnTo>
                  <a:lnTo>
                    <a:pt x="2837080" y="2140065"/>
                  </a:lnTo>
                  <a:lnTo>
                    <a:pt x="2791517" y="2190291"/>
                  </a:lnTo>
                  <a:lnTo>
                    <a:pt x="2745031" y="2237059"/>
                  </a:lnTo>
                  <a:lnTo>
                    <a:pt x="2702183" y="2276182"/>
                  </a:lnTo>
                  <a:lnTo>
                    <a:pt x="2650888" y="2318104"/>
                  </a:lnTo>
                  <a:lnTo>
                    <a:pt x="2597202" y="2356428"/>
                  </a:lnTo>
                  <a:lnTo>
                    <a:pt x="2540466" y="2391280"/>
                  </a:lnTo>
                  <a:lnTo>
                    <a:pt x="2479955" y="2422901"/>
                  </a:lnTo>
                  <a:lnTo>
                    <a:pt x="2414914" y="2451581"/>
                  </a:lnTo>
                  <a:lnTo>
                    <a:pt x="2344606" y="2477624"/>
                  </a:lnTo>
                  <a:lnTo>
                    <a:pt x="2268352" y="2501312"/>
                  </a:lnTo>
                  <a:lnTo>
                    <a:pt x="2185597" y="2522897"/>
                  </a:lnTo>
                  <a:lnTo>
                    <a:pt x="2095998" y="2542590"/>
                  </a:lnTo>
                  <a:lnTo>
                    <a:pt x="1999533" y="2560553"/>
                  </a:lnTo>
                  <a:lnTo>
                    <a:pt x="1896626" y="2576900"/>
                  </a:lnTo>
                  <a:lnTo>
                    <a:pt x="1788295" y="2591697"/>
                  </a:lnTo>
                  <a:lnTo>
                    <a:pt x="1676266" y="2604964"/>
                  </a:lnTo>
                  <a:lnTo>
                    <a:pt x="1563043" y="2616689"/>
                  </a:lnTo>
                  <a:lnTo>
                    <a:pt x="1451862" y="2626841"/>
                  </a:lnTo>
                  <a:lnTo>
                    <a:pt x="1346491" y="2635392"/>
                  </a:lnTo>
                  <a:lnTo>
                    <a:pt x="1250856" y="2642336"/>
                  </a:lnTo>
                  <a:lnTo>
                    <a:pt x="1168525" y="2647719"/>
                  </a:lnTo>
                  <a:lnTo>
                    <a:pt x="1102144" y="2651647"/>
                  </a:lnTo>
                  <a:lnTo>
                    <a:pt x="1052961" y="2654293"/>
                  </a:lnTo>
                  <a:lnTo>
                    <a:pt x="1020545" y="2655883"/>
                  </a:lnTo>
                  <a:lnTo>
                    <a:pt x="1002755" y="2656682"/>
                  </a:lnTo>
                  <a:lnTo>
                    <a:pt x="995900" y="2656964"/>
                  </a:lnTo>
                  <a:lnTo>
                    <a:pt x="994940" y="2657001"/>
                  </a:lnTo>
                  <a:lnTo>
                    <a:pt x="0" y="2657001"/>
                  </a:lnTo>
                  <a:lnTo>
                    <a:pt x="0" y="26570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5" name="pg1874"/>
            <p:cNvSpPr/>
            <p:nvPr/>
          </p:nvSpPr>
          <p:spPr>
            <a:xfrm>
              <a:off x="1199187" y="1703041"/>
              <a:ext cx="12049831" cy="4292079"/>
            </a:xfrm>
            <a:custGeom>
              <a:avLst/>
              <a:pathLst>
                <a:path w="12049831" h="4292079">
                  <a:moveTo>
                    <a:pt x="0" y="4292079"/>
                  </a:moveTo>
                  <a:lnTo>
                    <a:pt x="994940" y="4292079"/>
                  </a:lnTo>
                  <a:lnTo>
                    <a:pt x="995989" y="4292018"/>
                  </a:lnTo>
                  <a:lnTo>
                    <a:pt x="1002928" y="4291585"/>
                  </a:lnTo>
                  <a:lnTo>
                    <a:pt x="1020548" y="4290389"/>
                  </a:lnTo>
                  <a:lnTo>
                    <a:pt x="1052372" y="4288031"/>
                  </a:lnTo>
                  <a:lnTo>
                    <a:pt x="1100461" y="4284129"/>
                  </a:lnTo>
                  <a:lnTo>
                    <a:pt x="1165262" y="4278355"/>
                  </a:lnTo>
                  <a:lnTo>
                    <a:pt x="1245637" y="4270454"/>
                  </a:lnTo>
                  <a:lnTo>
                    <a:pt x="1339110" y="4260268"/>
                  </a:lnTo>
                  <a:lnTo>
                    <a:pt x="1442310" y="4247727"/>
                  </a:lnTo>
                  <a:lnTo>
                    <a:pt x="1551485" y="4232833"/>
                  </a:lnTo>
                  <a:lnTo>
                    <a:pt x="1662998" y="4215625"/>
                  </a:lnTo>
                  <a:lnTo>
                    <a:pt x="1773684" y="4196151"/>
                  </a:lnTo>
                  <a:lnTo>
                    <a:pt x="1881055" y="4174432"/>
                  </a:lnTo>
                  <a:lnTo>
                    <a:pt x="1983357" y="4150447"/>
                  </a:lnTo>
                  <a:lnTo>
                    <a:pt x="2079522" y="4124110"/>
                  </a:lnTo>
                  <a:lnTo>
                    <a:pt x="2169056" y="4095270"/>
                  </a:lnTo>
                  <a:lnTo>
                    <a:pt x="2251913" y="4063703"/>
                  </a:lnTo>
                  <a:lnTo>
                    <a:pt x="2328370" y="4029120"/>
                  </a:lnTo>
                  <a:lnTo>
                    <a:pt x="2398922" y="3991168"/>
                  </a:lnTo>
                  <a:lnTo>
                    <a:pt x="2464197" y="3949446"/>
                  </a:lnTo>
                  <a:lnTo>
                    <a:pt x="2524894" y="3903520"/>
                  </a:lnTo>
                  <a:lnTo>
                    <a:pt x="2581734" y="3852962"/>
                  </a:lnTo>
                  <a:lnTo>
                    <a:pt x="2635421" y="3797393"/>
                  </a:lnTo>
                  <a:lnTo>
                    <a:pt x="2686608" y="3736572"/>
                  </a:lnTo>
                  <a:lnTo>
                    <a:pt x="2702183" y="3716483"/>
                  </a:lnTo>
                  <a:lnTo>
                    <a:pt x="2743190" y="3660009"/>
                  </a:lnTo>
                  <a:lnTo>
                    <a:pt x="2783232" y="3599761"/>
                  </a:lnTo>
                  <a:lnTo>
                    <a:pt x="2822551" y="3535663"/>
                  </a:lnTo>
                  <a:lnTo>
                    <a:pt x="2861342" y="3467686"/>
                  </a:lnTo>
                  <a:lnTo>
                    <a:pt x="2899765" y="3395860"/>
                  </a:lnTo>
                  <a:lnTo>
                    <a:pt x="2937951" y="3320271"/>
                  </a:lnTo>
                  <a:lnTo>
                    <a:pt x="2976000" y="3241072"/>
                  </a:lnTo>
                  <a:lnTo>
                    <a:pt x="3013989" y="3158481"/>
                  </a:lnTo>
                  <a:lnTo>
                    <a:pt x="3051973" y="3072782"/>
                  </a:lnTo>
                  <a:lnTo>
                    <a:pt x="3089986" y="2984325"/>
                  </a:lnTo>
                  <a:lnTo>
                    <a:pt x="3128048" y="2893518"/>
                  </a:lnTo>
                  <a:lnTo>
                    <a:pt x="3166162" y="2800824"/>
                  </a:lnTo>
                  <a:lnTo>
                    <a:pt x="3204322" y="2706751"/>
                  </a:lnTo>
                  <a:lnTo>
                    <a:pt x="3242512" y="2611839"/>
                  </a:lnTo>
                  <a:lnTo>
                    <a:pt x="3280713" y="2516648"/>
                  </a:lnTo>
                  <a:lnTo>
                    <a:pt x="3318903" y="2421749"/>
                  </a:lnTo>
                  <a:lnTo>
                    <a:pt x="3357062" y="2327700"/>
                  </a:lnTo>
                  <a:lnTo>
                    <a:pt x="3395175" y="2235042"/>
                  </a:lnTo>
                  <a:lnTo>
                    <a:pt x="3433236" y="2144282"/>
                  </a:lnTo>
                  <a:lnTo>
                    <a:pt x="3471248" y="2055881"/>
                  </a:lnTo>
                  <a:lnTo>
                    <a:pt x="3509231" y="1970247"/>
                  </a:lnTo>
                  <a:lnTo>
                    <a:pt x="3547221" y="1887728"/>
                  </a:lnTo>
                  <a:lnTo>
                    <a:pt x="3585272" y="1808607"/>
                  </a:lnTo>
                  <a:lnTo>
                    <a:pt x="3623462" y="1733099"/>
                  </a:lnTo>
                  <a:lnTo>
                    <a:pt x="3661892" y="1661357"/>
                  </a:lnTo>
                  <a:lnTo>
                    <a:pt x="3700693" y="1593465"/>
                  </a:lnTo>
                  <a:lnTo>
                    <a:pt x="3740025" y="1529452"/>
                  </a:lnTo>
                  <a:lnTo>
                    <a:pt x="3780086" y="1469289"/>
                  </a:lnTo>
                  <a:lnTo>
                    <a:pt x="3820202" y="1414097"/>
                  </a:lnTo>
                  <a:lnTo>
                    <a:pt x="3870729" y="1351623"/>
                  </a:lnTo>
                  <a:lnTo>
                    <a:pt x="3923568" y="1294430"/>
                  </a:lnTo>
                  <a:lnTo>
                    <a:pt x="3979348" y="1242341"/>
                  </a:lnTo>
                  <a:lnTo>
                    <a:pt x="4038763" y="1195013"/>
                  </a:lnTo>
                  <a:lnTo>
                    <a:pt x="4102531" y="1152024"/>
                  </a:lnTo>
                  <a:lnTo>
                    <a:pt x="4171362" y="1112939"/>
                  </a:lnTo>
                  <a:lnTo>
                    <a:pt x="4245913" y="1077344"/>
                  </a:lnTo>
                  <a:lnTo>
                    <a:pt x="4326728" y="1044869"/>
                  </a:lnTo>
                  <a:lnTo>
                    <a:pt x="4414163" y="1015204"/>
                  </a:lnTo>
                  <a:lnTo>
                    <a:pt x="4508285" y="988104"/>
                  </a:lnTo>
                  <a:lnTo>
                    <a:pt x="4608754" y="963396"/>
                  </a:lnTo>
                  <a:lnTo>
                    <a:pt x="4714696" y="940975"/>
                  </a:lnTo>
                  <a:lnTo>
                    <a:pt x="4824579" y="920799"/>
                  </a:lnTo>
                  <a:lnTo>
                    <a:pt x="4936144" y="902878"/>
                  </a:lnTo>
                  <a:lnTo>
                    <a:pt x="5046424" y="887256"/>
                  </a:lnTo>
                  <a:lnTo>
                    <a:pt x="5151897" y="873977"/>
                  </a:lnTo>
                  <a:lnTo>
                    <a:pt x="5248801" y="863059"/>
                  </a:lnTo>
                  <a:lnTo>
                    <a:pt x="5333587" y="854456"/>
                  </a:lnTo>
                  <a:lnTo>
                    <a:pt x="5403447" y="848040"/>
                  </a:lnTo>
                  <a:lnTo>
                    <a:pt x="5456787" y="843586"/>
                  </a:lnTo>
                  <a:lnTo>
                    <a:pt x="5493546" y="840784"/>
                  </a:lnTo>
                  <a:lnTo>
                    <a:pt x="5515291" y="839268"/>
                  </a:lnTo>
                  <a:lnTo>
                    <a:pt x="5525109" y="838639"/>
                  </a:lnTo>
                  <a:lnTo>
                    <a:pt x="5527445" y="838501"/>
                  </a:lnTo>
                  <a:lnTo>
                    <a:pt x="6522385" y="838501"/>
                  </a:lnTo>
                  <a:lnTo>
                    <a:pt x="6523516" y="838485"/>
                  </a:lnTo>
                  <a:lnTo>
                    <a:pt x="6530980" y="838372"/>
                  </a:lnTo>
                  <a:lnTo>
                    <a:pt x="6549897" y="838061"/>
                  </a:lnTo>
                  <a:lnTo>
                    <a:pt x="6583972" y="837446"/>
                  </a:lnTo>
                  <a:lnTo>
                    <a:pt x="6635274" y="836431"/>
                  </a:lnTo>
                  <a:lnTo>
                    <a:pt x="6704084" y="834932"/>
                  </a:lnTo>
                  <a:lnTo>
                    <a:pt x="6788951" y="832884"/>
                  </a:lnTo>
                  <a:lnTo>
                    <a:pt x="6887010" y="830253"/>
                  </a:lnTo>
                  <a:lnTo>
                    <a:pt x="6994505" y="827022"/>
                  </a:lnTo>
                  <a:lnTo>
                    <a:pt x="7107379" y="823197"/>
                  </a:lnTo>
                  <a:lnTo>
                    <a:pt x="7221803" y="818787"/>
                  </a:lnTo>
                  <a:lnTo>
                    <a:pt x="7334547" y="813804"/>
                  </a:lnTo>
                  <a:lnTo>
                    <a:pt x="7443160" y="808252"/>
                  </a:lnTo>
                  <a:lnTo>
                    <a:pt x="7545995" y="802119"/>
                  </a:lnTo>
                  <a:lnTo>
                    <a:pt x="7642128" y="795378"/>
                  </a:lnTo>
                  <a:lnTo>
                    <a:pt x="7731222" y="787981"/>
                  </a:lnTo>
                  <a:lnTo>
                    <a:pt x="7813378" y="779864"/>
                  </a:lnTo>
                  <a:lnTo>
                    <a:pt x="7889009" y="770945"/>
                  </a:lnTo>
                  <a:lnTo>
                    <a:pt x="7958720" y="761125"/>
                  </a:lnTo>
                  <a:lnTo>
                    <a:pt x="8023232" y="750295"/>
                  </a:lnTo>
                  <a:lnTo>
                    <a:pt x="8083317" y="738342"/>
                  </a:lnTo>
                  <a:lnTo>
                    <a:pt x="8139746" y="725159"/>
                  </a:lnTo>
                  <a:lnTo>
                    <a:pt x="8193256" y="710664"/>
                  </a:lnTo>
                  <a:lnTo>
                    <a:pt x="8229629" y="699624"/>
                  </a:lnTo>
                  <a:lnTo>
                    <a:pt x="8288031" y="679834"/>
                  </a:lnTo>
                  <a:lnTo>
                    <a:pt x="8344672" y="658160"/>
                  </a:lnTo>
                  <a:lnTo>
                    <a:pt x="8400174" y="634570"/>
                  </a:lnTo>
                  <a:lnTo>
                    <a:pt x="8455004" y="609089"/>
                  </a:lnTo>
                  <a:lnTo>
                    <a:pt x="8509497" y="581800"/>
                  </a:lnTo>
                  <a:lnTo>
                    <a:pt x="8563883" y="552857"/>
                  </a:lnTo>
                  <a:lnTo>
                    <a:pt x="8618303" y="522477"/>
                  </a:lnTo>
                  <a:lnTo>
                    <a:pt x="8672819" y="490943"/>
                  </a:lnTo>
                  <a:lnTo>
                    <a:pt x="8727438" y="458588"/>
                  </a:lnTo>
                  <a:lnTo>
                    <a:pt x="8782122" y="425789"/>
                  </a:lnTo>
                  <a:lnTo>
                    <a:pt x="8836814" y="392941"/>
                  </a:lnTo>
                  <a:lnTo>
                    <a:pt x="8891453" y="360446"/>
                  </a:lnTo>
                  <a:lnTo>
                    <a:pt x="8945995" y="328684"/>
                  </a:lnTo>
                  <a:lnTo>
                    <a:pt x="9000434" y="298001"/>
                  </a:lnTo>
                  <a:lnTo>
                    <a:pt x="9054819" y="268694"/>
                  </a:lnTo>
                  <a:lnTo>
                    <a:pt x="9109270" y="240995"/>
                  </a:lnTo>
                  <a:lnTo>
                    <a:pt x="9163993" y="215072"/>
                  </a:lnTo>
                  <a:lnTo>
                    <a:pt x="9219298" y="191027"/>
                  </a:lnTo>
                  <a:lnTo>
                    <a:pt x="9275618" y="168898"/>
                  </a:lnTo>
                  <a:lnTo>
                    <a:pt x="9333534" y="148664"/>
                  </a:lnTo>
                  <a:lnTo>
                    <a:pt x="9347647" y="144117"/>
                  </a:lnTo>
                  <a:lnTo>
                    <a:pt x="9399496" y="128675"/>
                  </a:lnTo>
                  <a:lnTo>
                    <a:pt x="9453791" y="114572"/>
                  </a:lnTo>
                  <a:lnTo>
                    <a:pt x="9511217" y="101761"/>
                  </a:lnTo>
                  <a:lnTo>
                    <a:pt x="9572523" y="90150"/>
                  </a:lnTo>
                  <a:lnTo>
                    <a:pt x="9638486" y="79628"/>
                  </a:lnTo>
                  <a:lnTo>
                    <a:pt x="9709867" y="70084"/>
                  </a:lnTo>
                  <a:lnTo>
                    <a:pt x="9787360" y="61410"/>
                  </a:lnTo>
                  <a:lnTo>
                    <a:pt x="9871526" y="53513"/>
                  </a:lnTo>
                  <a:lnTo>
                    <a:pt x="9962696" y="46315"/>
                  </a:lnTo>
                  <a:lnTo>
                    <a:pt x="10060859" y="39757"/>
                  </a:lnTo>
                  <a:lnTo>
                    <a:pt x="10165520" y="33796"/>
                  </a:lnTo>
                  <a:lnTo>
                    <a:pt x="10275553" y="28412"/>
                  </a:lnTo>
                  <a:lnTo>
                    <a:pt x="10389082" y="23597"/>
                  </a:lnTo>
                  <a:lnTo>
                    <a:pt x="10503418" y="19358"/>
                  </a:lnTo>
                  <a:lnTo>
                    <a:pt x="10615126" y="15706"/>
                  </a:lnTo>
                  <a:lnTo>
                    <a:pt x="10720264" y="12652"/>
                  </a:lnTo>
                  <a:lnTo>
                    <a:pt x="10814806" y="10195"/>
                  </a:lnTo>
                  <a:lnTo>
                    <a:pt x="10895193" y="8314"/>
                  </a:lnTo>
                  <a:lnTo>
                    <a:pt x="10958930" y="6964"/>
                  </a:lnTo>
                  <a:lnTo>
                    <a:pt x="11005055" y="6077"/>
                  </a:lnTo>
                  <a:lnTo>
                    <a:pt x="11034380" y="5562"/>
                  </a:lnTo>
                  <a:lnTo>
                    <a:pt x="11049476" y="5320"/>
                  </a:lnTo>
                  <a:lnTo>
                    <a:pt x="11054487" y="524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0" y="15"/>
                  </a:lnTo>
                  <a:lnTo>
                    <a:pt x="11046296" y="128"/>
                  </a:lnTo>
                  <a:lnTo>
                    <a:pt x="11027379" y="440"/>
                  </a:lnTo>
                  <a:lnTo>
                    <a:pt x="10993305" y="1054"/>
                  </a:lnTo>
                  <a:lnTo>
                    <a:pt x="10942003" y="2069"/>
                  </a:lnTo>
                  <a:lnTo>
                    <a:pt x="10873193" y="3569"/>
                  </a:lnTo>
                  <a:lnTo>
                    <a:pt x="10788326" y="5616"/>
                  </a:lnTo>
                  <a:lnTo>
                    <a:pt x="10690266" y="8248"/>
                  </a:lnTo>
                  <a:lnTo>
                    <a:pt x="10582771" y="11478"/>
                  </a:lnTo>
                  <a:lnTo>
                    <a:pt x="10469898" y="15304"/>
                  </a:lnTo>
                  <a:lnTo>
                    <a:pt x="10355473" y="19713"/>
                  </a:lnTo>
                  <a:lnTo>
                    <a:pt x="10242730" y="24696"/>
                  </a:lnTo>
                  <a:lnTo>
                    <a:pt x="10134117" y="30248"/>
                  </a:lnTo>
                  <a:lnTo>
                    <a:pt x="10031282" y="36381"/>
                  </a:lnTo>
                  <a:lnTo>
                    <a:pt x="9935148" y="43123"/>
                  </a:lnTo>
                  <a:lnTo>
                    <a:pt x="9846055" y="50520"/>
                  </a:lnTo>
                  <a:lnTo>
                    <a:pt x="9763898" y="58636"/>
                  </a:lnTo>
                  <a:lnTo>
                    <a:pt x="9688268" y="67556"/>
                  </a:lnTo>
                  <a:lnTo>
                    <a:pt x="9618557" y="77376"/>
                  </a:lnTo>
                  <a:lnTo>
                    <a:pt x="9554044" y="88205"/>
                  </a:lnTo>
                  <a:lnTo>
                    <a:pt x="9493960" y="100158"/>
                  </a:lnTo>
                  <a:lnTo>
                    <a:pt x="9437530" y="113341"/>
                  </a:lnTo>
                  <a:lnTo>
                    <a:pt x="9384021" y="127836"/>
                  </a:lnTo>
                  <a:lnTo>
                    <a:pt x="9347647" y="138876"/>
                  </a:lnTo>
                  <a:lnTo>
                    <a:pt x="9289246" y="158666"/>
                  </a:lnTo>
                  <a:lnTo>
                    <a:pt x="9232604" y="180340"/>
                  </a:lnTo>
                  <a:lnTo>
                    <a:pt x="9177102" y="203930"/>
                  </a:lnTo>
                  <a:lnTo>
                    <a:pt x="9122273" y="229412"/>
                  </a:lnTo>
                  <a:lnTo>
                    <a:pt x="9067780" y="256700"/>
                  </a:lnTo>
                  <a:lnTo>
                    <a:pt x="9013393" y="285644"/>
                  </a:lnTo>
                  <a:lnTo>
                    <a:pt x="8958974" y="316023"/>
                  </a:lnTo>
                  <a:lnTo>
                    <a:pt x="8904457" y="347558"/>
                  </a:lnTo>
                  <a:lnTo>
                    <a:pt x="8849839" y="379912"/>
                  </a:lnTo>
                  <a:lnTo>
                    <a:pt x="8795154" y="412712"/>
                  </a:lnTo>
                  <a:lnTo>
                    <a:pt x="8740462" y="445559"/>
                  </a:lnTo>
                  <a:lnTo>
                    <a:pt x="8685824" y="478055"/>
                  </a:lnTo>
                  <a:lnTo>
                    <a:pt x="8631282" y="509817"/>
                  </a:lnTo>
                  <a:lnTo>
                    <a:pt x="8576842" y="540499"/>
                  </a:lnTo>
                  <a:lnTo>
                    <a:pt x="8522457" y="569807"/>
                  </a:lnTo>
                  <a:lnTo>
                    <a:pt x="8468007" y="597506"/>
                  </a:lnTo>
                  <a:lnTo>
                    <a:pt x="8413284" y="623428"/>
                  </a:lnTo>
                  <a:lnTo>
                    <a:pt x="8357979" y="647473"/>
                  </a:lnTo>
                  <a:lnTo>
                    <a:pt x="8301659" y="669603"/>
                  </a:lnTo>
                  <a:lnTo>
                    <a:pt x="8243743" y="689836"/>
                  </a:lnTo>
                  <a:lnTo>
                    <a:pt x="8229629" y="694384"/>
                  </a:lnTo>
                  <a:lnTo>
                    <a:pt x="8177781" y="709826"/>
                  </a:lnTo>
                  <a:lnTo>
                    <a:pt x="8123485" y="723929"/>
                  </a:lnTo>
                  <a:lnTo>
                    <a:pt x="8066059" y="736740"/>
                  </a:lnTo>
                  <a:lnTo>
                    <a:pt x="8004753" y="748351"/>
                  </a:lnTo>
                  <a:lnTo>
                    <a:pt x="7938791" y="758872"/>
                  </a:lnTo>
                  <a:lnTo>
                    <a:pt x="7867410" y="768416"/>
                  </a:lnTo>
                  <a:lnTo>
                    <a:pt x="7789916" y="777090"/>
                  </a:lnTo>
                  <a:lnTo>
                    <a:pt x="7705750" y="784987"/>
                  </a:lnTo>
                  <a:lnTo>
                    <a:pt x="7614580" y="792185"/>
                  </a:lnTo>
                  <a:lnTo>
                    <a:pt x="7516417" y="798744"/>
                  </a:lnTo>
                  <a:lnTo>
                    <a:pt x="7411757" y="804704"/>
                  </a:lnTo>
                  <a:lnTo>
                    <a:pt x="7301723" y="810088"/>
                  </a:lnTo>
                  <a:lnTo>
                    <a:pt x="7188194" y="814903"/>
                  </a:lnTo>
                  <a:lnTo>
                    <a:pt x="7073859" y="819142"/>
                  </a:lnTo>
                  <a:lnTo>
                    <a:pt x="6962151" y="822794"/>
                  </a:lnTo>
                  <a:lnTo>
                    <a:pt x="6857012" y="825848"/>
                  </a:lnTo>
                  <a:lnTo>
                    <a:pt x="6762471" y="828305"/>
                  </a:lnTo>
                  <a:lnTo>
                    <a:pt x="6682084" y="830187"/>
                  </a:lnTo>
                  <a:lnTo>
                    <a:pt x="6618346" y="831536"/>
                  </a:lnTo>
                  <a:lnTo>
                    <a:pt x="6572221" y="832424"/>
                  </a:lnTo>
                  <a:lnTo>
                    <a:pt x="6542897" y="832938"/>
                  </a:lnTo>
                  <a:lnTo>
                    <a:pt x="6527800" y="833181"/>
                  </a:lnTo>
                  <a:lnTo>
                    <a:pt x="6522789" y="833255"/>
                  </a:lnTo>
                  <a:lnTo>
                    <a:pt x="6522385" y="833260"/>
                  </a:lnTo>
                  <a:lnTo>
                    <a:pt x="5527445" y="833260"/>
                  </a:lnTo>
                  <a:lnTo>
                    <a:pt x="5526396" y="833321"/>
                  </a:lnTo>
                  <a:lnTo>
                    <a:pt x="5519457" y="833754"/>
                  </a:lnTo>
                  <a:lnTo>
                    <a:pt x="5501837" y="834950"/>
                  </a:lnTo>
                  <a:lnTo>
                    <a:pt x="5470013" y="837309"/>
                  </a:lnTo>
                  <a:lnTo>
                    <a:pt x="5421924" y="841210"/>
                  </a:lnTo>
                  <a:lnTo>
                    <a:pt x="5357123" y="846984"/>
                  </a:lnTo>
                  <a:lnTo>
                    <a:pt x="5276748" y="854885"/>
                  </a:lnTo>
                  <a:lnTo>
                    <a:pt x="5183275" y="865071"/>
                  </a:lnTo>
                  <a:lnTo>
                    <a:pt x="5080075" y="877612"/>
                  </a:lnTo>
                  <a:lnTo>
                    <a:pt x="4970900" y="892506"/>
                  </a:lnTo>
                  <a:lnTo>
                    <a:pt x="4859387" y="909714"/>
                  </a:lnTo>
                  <a:lnTo>
                    <a:pt x="4748701" y="929189"/>
                  </a:lnTo>
                  <a:lnTo>
                    <a:pt x="4641330" y="950907"/>
                  </a:lnTo>
                  <a:lnTo>
                    <a:pt x="4539028" y="974892"/>
                  </a:lnTo>
                  <a:lnTo>
                    <a:pt x="4442863" y="1001229"/>
                  </a:lnTo>
                  <a:lnTo>
                    <a:pt x="4353329" y="1030069"/>
                  </a:lnTo>
                  <a:lnTo>
                    <a:pt x="4270472" y="1061636"/>
                  </a:lnTo>
                  <a:lnTo>
                    <a:pt x="4194015" y="1096219"/>
                  </a:lnTo>
                  <a:lnTo>
                    <a:pt x="4123463" y="1134171"/>
                  </a:lnTo>
                  <a:lnTo>
                    <a:pt x="4058188" y="1175893"/>
                  </a:lnTo>
                  <a:lnTo>
                    <a:pt x="3997491" y="1221819"/>
                  </a:lnTo>
                  <a:lnTo>
                    <a:pt x="3940651" y="1272378"/>
                  </a:lnTo>
                  <a:lnTo>
                    <a:pt x="3886964" y="1327947"/>
                  </a:lnTo>
                  <a:lnTo>
                    <a:pt x="3835777" y="1388767"/>
                  </a:lnTo>
                  <a:lnTo>
                    <a:pt x="3820202" y="1408857"/>
                  </a:lnTo>
                  <a:lnTo>
                    <a:pt x="3779195" y="1465330"/>
                  </a:lnTo>
                  <a:lnTo>
                    <a:pt x="3739153" y="1525578"/>
                  </a:lnTo>
                  <a:lnTo>
                    <a:pt x="3699834" y="1589676"/>
                  </a:lnTo>
                  <a:lnTo>
                    <a:pt x="3661043" y="1657653"/>
                  </a:lnTo>
                  <a:lnTo>
                    <a:pt x="3622620" y="1729480"/>
                  </a:lnTo>
                  <a:lnTo>
                    <a:pt x="3584434" y="1805068"/>
                  </a:lnTo>
                  <a:lnTo>
                    <a:pt x="3546385" y="1884267"/>
                  </a:lnTo>
                  <a:lnTo>
                    <a:pt x="3508396" y="1966858"/>
                  </a:lnTo>
                  <a:lnTo>
                    <a:pt x="3470412" y="2052557"/>
                  </a:lnTo>
                  <a:lnTo>
                    <a:pt x="3432399" y="2141014"/>
                  </a:lnTo>
                  <a:lnTo>
                    <a:pt x="3394337" y="2231821"/>
                  </a:lnTo>
                  <a:lnTo>
                    <a:pt x="3356223" y="2324515"/>
                  </a:lnTo>
                  <a:lnTo>
                    <a:pt x="3318063" y="2418588"/>
                  </a:lnTo>
                  <a:lnTo>
                    <a:pt x="3279873" y="2513501"/>
                  </a:lnTo>
                  <a:lnTo>
                    <a:pt x="3241672" y="2608691"/>
                  </a:lnTo>
                  <a:lnTo>
                    <a:pt x="3203482" y="2703591"/>
                  </a:lnTo>
                  <a:lnTo>
                    <a:pt x="3165323" y="2797639"/>
                  </a:lnTo>
                  <a:lnTo>
                    <a:pt x="3127210" y="2890297"/>
                  </a:lnTo>
                  <a:lnTo>
                    <a:pt x="3089149" y="2981057"/>
                  </a:lnTo>
                  <a:lnTo>
                    <a:pt x="3051137" y="3069458"/>
                  </a:lnTo>
                  <a:lnTo>
                    <a:pt x="3013154" y="3155092"/>
                  </a:lnTo>
                  <a:lnTo>
                    <a:pt x="2975164" y="3237611"/>
                  </a:lnTo>
                  <a:lnTo>
                    <a:pt x="2937113" y="3316732"/>
                  </a:lnTo>
                  <a:lnTo>
                    <a:pt x="2898923" y="3392240"/>
                  </a:lnTo>
                  <a:lnTo>
                    <a:pt x="2860493" y="3463982"/>
                  </a:lnTo>
                  <a:lnTo>
                    <a:pt x="2821692" y="3531874"/>
                  </a:lnTo>
                  <a:lnTo>
                    <a:pt x="2782360" y="3595887"/>
                  </a:lnTo>
                  <a:lnTo>
                    <a:pt x="2742299" y="3656051"/>
                  </a:lnTo>
                  <a:lnTo>
                    <a:pt x="2702183" y="3711242"/>
                  </a:lnTo>
                  <a:lnTo>
                    <a:pt x="2651656" y="3773716"/>
                  </a:lnTo>
                  <a:lnTo>
                    <a:pt x="2598817" y="3830909"/>
                  </a:lnTo>
                  <a:lnTo>
                    <a:pt x="2543037" y="3882998"/>
                  </a:lnTo>
                  <a:lnTo>
                    <a:pt x="2483622" y="3930326"/>
                  </a:lnTo>
                  <a:lnTo>
                    <a:pt x="2419854" y="3973315"/>
                  </a:lnTo>
                  <a:lnTo>
                    <a:pt x="2351023" y="4012400"/>
                  </a:lnTo>
                  <a:lnTo>
                    <a:pt x="2276472" y="4047995"/>
                  </a:lnTo>
                  <a:lnTo>
                    <a:pt x="2195657" y="4080470"/>
                  </a:lnTo>
                  <a:lnTo>
                    <a:pt x="2108222" y="4110135"/>
                  </a:lnTo>
                  <a:lnTo>
                    <a:pt x="2014100" y="4137235"/>
                  </a:lnTo>
                  <a:lnTo>
                    <a:pt x="1913631" y="4161943"/>
                  </a:lnTo>
                  <a:lnTo>
                    <a:pt x="1807689" y="4184364"/>
                  </a:lnTo>
                  <a:lnTo>
                    <a:pt x="1697806" y="4204541"/>
                  </a:lnTo>
                  <a:lnTo>
                    <a:pt x="1586241" y="4222461"/>
                  </a:lnTo>
                  <a:lnTo>
                    <a:pt x="1475961" y="4238084"/>
                  </a:lnTo>
                  <a:lnTo>
                    <a:pt x="1370488" y="4251362"/>
                  </a:lnTo>
                  <a:lnTo>
                    <a:pt x="1273584" y="4262281"/>
                  </a:lnTo>
                  <a:lnTo>
                    <a:pt x="1188798" y="4270883"/>
                  </a:lnTo>
                  <a:lnTo>
                    <a:pt x="1118938" y="4277299"/>
                  </a:lnTo>
                  <a:lnTo>
                    <a:pt x="1065598" y="4281753"/>
                  </a:lnTo>
                  <a:lnTo>
                    <a:pt x="1028839" y="4284555"/>
                  </a:lnTo>
                  <a:lnTo>
                    <a:pt x="1007094" y="4286071"/>
                  </a:lnTo>
                  <a:lnTo>
                    <a:pt x="997276" y="4286700"/>
                  </a:lnTo>
                  <a:lnTo>
                    <a:pt x="994940" y="4286838"/>
                  </a:lnTo>
                  <a:lnTo>
                    <a:pt x="0" y="4286838"/>
                  </a:lnTo>
                  <a:close/>
                </a:path>
              </a:pathLst>
            </a:custGeom>
            <a:solidFill>
              <a:srgbClr val="6FA8D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76" name="pl1875"/>
            <p:cNvSpPr/>
            <p:nvPr/>
          </p:nvSpPr>
          <p:spPr>
            <a:xfrm>
              <a:off x="1199187" y="1708282"/>
              <a:ext cx="12049831" cy="4286838"/>
            </a:xfrm>
            <a:custGeom>
              <a:avLst/>
              <a:pathLst>
                <a:path w="12049831" h="4286838">
                  <a:moveTo>
                    <a:pt x="0" y="4286838"/>
                  </a:moveTo>
                  <a:lnTo>
                    <a:pt x="994940" y="4286838"/>
                  </a:lnTo>
                  <a:lnTo>
                    <a:pt x="995989" y="4286777"/>
                  </a:lnTo>
                  <a:lnTo>
                    <a:pt x="1002928" y="4286344"/>
                  </a:lnTo>
                  <a:lnTo>
                    <a:pt x="1020548" y="4285148"/>
                  </a:lnTo>
                  <a:lnTo>
                    <a:pt x="1052372" y="4282790"/>
                  </a:lnTo>
                  <a:lnTo>
                    <a:pt x="1100461" y="4278889"/>
                  </a:lnTo>
                  <a:lnTo>
                    <a:pt x="1165262" y="4273114"/>
                  </a:lnTo>
                  <a:lnTo>
                    <a:pt x="1245637" y="4265213"/>
                  </a:lnTo>
                  <a:lnTo>
                    <a:pt x="1339110" y="4255027"/>
                  </a:lnTo>
                  <a:lnTo>
                    <a:pt x="1442310" y="4242486"/>
                  </a:lnTo>
                  <a:lnTo>
                    <a:pt x="1551485" y="4227592"/>
                  </a:lnTo>
                  <a:lnTo>
                    <a:pt x="1662998" y="4210384"/>
                  </a:lnTo>
                  <a:lnTo>
                    <a:pt x="1773684" y="4190910"/>
                  </a:lnTo>
                  <a:lnTo>
                    <a:pt x="1881055" y="4169192"/>
                  </a:lnTo>
                  <a:lnTo>
                    <a:pt x="1983357" y="4145206"/>
                  </a:lnTo>
                  <a:lnTo>
                    <a:pt x="2079522" y="4118870"/>
                  </a:lnTo>
                  <a:lnTo>
                    <a:pt x="2169056" y="4090029"/>
                  </a:lnTo>
                  <a:lnTo>
                    <a:pt x="2251913" y="4058463"/>
                  </a:lnTo>
                  <a:lnTo>
                    <a:pt x="2328370" y="4023879"/>
                  </a:lnTo>
                  <a:lnTo>
                    <a:pt x="2398922" y="3985928"/>
                  </a:lnTo>
                  <a:lnTo>
                    <a:pt x="2464197" y="3944205"/>
                  </a:lnTo>
                  <a:lnTo>
                    <a:pt x="2524894" y="3898280"/>
                  </a:lnTo>
                  <a:lnTo>
                    <a:pt x="2581734" y="3847721"/>
                  </a:lnTo>
                  <a:lnTo>
                    <a:pt x="2635421" y="3792152"/>
                  </a:lnTo>
                  <a:lnTo>
                    <a:pt x="2686608" y="3731332"/>
                  </a:lnTo>
                  <a:lnTo>
                    <a:pt x="2702183" y="3711242"/>
                  </a:lnTo>
                  <a:lnTo>
                    <a:pt x="2743190" y="3654768"/>
                  </a:lnTo>
                  <a:lnTo>
                    <a:pt x="2783232" y="3594521"/>
                  </a:lnTo>
                  <a:lnTo>
                    <a:pt x="2822551" y="3530422"/>
                  </a:lnTo>
                  <a:lnTo>
                    <a:pt x="2861342" y="3462446"/>
                  </a:lnTo>
                  <a:lnTo>
                    <a:pt x="2899765" y="3390619"/>
                  </a:lnTo>
                  <a:lnTo>
                    <a:pt x="2937951" y="3315030"/>
                  </a:lnTo>
                  <a:lnTo>
                    <a:pt x="2976000" y="3235831"/>
                  </a:lnTo>
                  <a:lnTo>
                    <a:pt x="3013989" y="3153240"/>
                  </a:lnTo>
                  <a:lnTo>
                    <a:pt x="3051973" y="3067542"/>
                  </a:lnTo>
                  <a:lnTo>
                    <a:pt x="3089986" y="2979084"/>
                  </a:lnTo>
                  <a:lnTo>
                    <a:pt x="3128048" y="2888277"/>
                  </a:lnTo>
                  <a:lnTo>
                    <a:pt x="3166162" y="2795584"/>
                  </a:lnTo>
                  <a:lnTo>
                    <a:pt x="3204322" y="2701510"/>
                  </a:lnTo>
                  <a:lnTo>
                    <a:pt x="3242512" y="2606598"/>
                  </a:lnTo>
                  <a:lnTo>
                    <a:pt x="3280713" y="2511408"/>
                  </a:lnTo>
                  <a:lnTo>
                    <a:pt x="3318903" y="2416508"/>
                  </a:lnTo>
                  <a:lnTo>
                    <a:pt x="3357062" y="2322459"/>
                  </a:lnTo>
                  <a:lnTo>
                    <a:pt x="3395175" y="2229802"/>
                  </a:lnTo>
                  <a:lnTo>
                    <a:pt x="3433236" y="2139042"/>
                  </a:lnTo>
                  <a:lnTo>
                    <a:pt x="3471248" y="2050641"/>
                  </a:lnTo>
                  <a:lnTo>
                    <a:pt x="3509231" y="1965007"/>
                  </a:lnTo>
                  <a:lnTo>
                    <a:pt x="3547221" y="1882488"/>
                  </a:lnTo>
                  <a:lnTo>
                    <a:pt x="3585272" y="1803366"/>
                  </a:lnTo>
                  <a:lnTo>
                    <a:pt x="3623462" y="1727859"/>
                  </a:lnTo>
                  <a:lnTo>
                    <a:pt x="3661892" y="1656116"/>
                  </a:lnTo>
                  <a:lnTo>
                    <a:pt x="3700693" y="1588225"/>
                  </a:lnTo>
                  <a:lnTo>
                    <a:pt x="3740025" y="1524211"/>
                  </a:lnTo>
                  <a:lnTo>
                    <a:pt x="3780086" y="1464048"/>
                  </a:lnTo>
                  <a:lnTo>
                    <a:pt x="3820202" y="1408857"/>
                  </a:lnTo>
                  <a:lnTo>
                    <a:pt x="3870729" y="1346382"/>
                  </a:lnTo>
                  <a:lnTo>
                    <a:pt x="3923568" y="1289189"/>
                  </a:lnTo>
                  <a:lnTo>
                    <a:pt x="3979348" y="1237101"/>
                  </a:lnTo>
                  <a:lnTo>
                    <a:pt x="4038763" y="1189772"/>
                  </a:lnTo>
                  <a:lnTo>
                    <a:pt x="4102531" y="1146784"/>
                  </a:lnTo>
                  <a:lnTo>
                    <a:pt x="4171362" y="1107699"/>
                  </a:lnTo>
                  <a:lnTo>
                    <a:pt x="4245913" y="1072103"/>
                  </a:lnTo>
                  <a:lnTo>
                    <a:pt x="4326728" y="1039628"/>
                  </a:lnTo>
                  <a:lnTo>
                    <a:pt x="4414163" y="1009963"/>
                  </a:lnTo>
                  <a:lnTo>
                    <a:pt x="4508285" y="982864"/>
                  </a:lnTo>
                  <a:lnTo>
                    <a:pt x="4608754" y="958156"/>
                  </a:lnTo>
                  <a:lnTo>
                    <a:pt x="4714696" y="935734"/>
                  </a:lnTo>
                  <a:lnTo>
                    <a:pt x="4824579" y="915558"/>
                  </a:lnTo>
                  <a:lnTo>
                    <a:pt x="4936144" y="897637"/>
                  </a:lnTo>
                  <a:lnTo>
                    <a:pt x="5046424" y="882015"/>
                  </a:lnTo>
                  <a:lnTo>
                    <a:pt x="5151897" y="868736"/>
                  </a:lnTo>
                  <a:lnTo>
                    <a:pt x="5248801" y="857818"/>
                  </a:lnTo>
                  <a:lnTo>
                    <a:pt x="5333587" y="849216"/>
                  </a:lnTo>
                  <a:lnTo>
                    <a:pt x="5403447" y="842799"/>
                  </a:lnTo>
                  <a:lnTo>
                    <a:pt x="5456787" y="838345"/>
                  </a:lnTo>
                  <a:lnTo>
                    <a:pt x="5493546" y="835544"/>
                  </a:lnTo>
                  <a:lnTo>
                    <a:pt x="5515291" y="834027"/>
                  </a:lnTo>
                  <a:lnTo>
                    <a:pt x="5525109" y="833398"/>
                  </a:lnTo>
                  <a:lnTo>
                    <a:pt x="5527412" y="833262"/>
                  </a:lnTo>
                  <a:lnTo>
                    <a:pt x="5527445" y="833260"/>
                  </a:lnTo>
                  <a:lnTo>
                    <a:pt x="6522385" y="833260"/>
                  </a:lnTo>
                  <a:lnTo>
                    <a:pt x="6523516" y="833244"/>
                  </a:lnTo>
                  <a:lnTo>
                    <a:pt x="6530980" y="833132"/>
                  </a:lnTo>
                  <a:lnTo>
                    <a:pt x="6549897" y="832820"/>
                  </a:lnTo>
                  <a:lnTo>
                    <a:pt x="6583972" y="832206"/>
                  </a:lnTo>
                  <a:lnTo>
                    <a:pt x="6635274" y="831191"/>
                  </a:lnTo>
                  <a:lnTo>
                    <a:pt x="6704084" y="829691"/>
                  </a:lnTo>
                  <a:lnTo>
                    <a:pt x="6788951" y="827644"/>
                  </a:lnTo>
                  <a:lnTo>
                    <a:pt x="6887010" y="825012"/>
                  </a:lnTo>
                  <a:lnTo>
                    <a:pt x="6994505" y="821782"/>
                  </a:lnTo>
                  <a:lnTo>
                    <a:pt x="7107379" y="817956"/>
                  </a:lnTo>
                  <a:lnTo>
                    <a:pt x="7221803" y="813546"/>
                  </a:lnTo>
                  <a:lnTo>
                    <a:pt x="7334547" y="808564"/>
                  </a:lnTo>
                  <a:lnTo>
                    <a:pt x="7443160" y="803012"/>
                  </a:lnTo>
                  <a:lnTo>
                    <a:pt x="7545995" y="796879"/>
                  </a:lnTo>
                  <a:lnTo>
                    <a:pt x="7642128" y="790137"/>
                  </a:lnTo>
                  <a:lnTo>
                    <a:pt x="7731222" y="782740"/>
                  </a:lnTo>
                  <a:lnTo>
                    <a:pt x="7813378" y="774624"/>
                  </a:lnTo>
                  <a:lnTo>
                    <a:pt x="7889009" y="765704"/>
                  </a:lnTo>
                  <a:lnTo>
                    <a:pt x="7958720" y="755884"/>
                  </a:lnTo>
                  <a:lnTo>
                    <a:pt x="8023232" y="745054"/>
                  </a:lnTo>
                  <a:lnTo>
                    <a:pt x="8083317" y="733101"/>
                  </a:lnTo>
                  <a:lnTo>
                    <a:pt x="8139746" y="719918"/>
                  </a:lnTo>
                  <a:lnTo>
                    <a:pt x="8193256" y="705424"/>
                  </a:lnTo>
                  <a:lnTo>
                    <a:pt x="8229629" y="694384"/>
                  </a:lnTo>
                  <a:lnTo>
                    <a:pt x="8288031" y="674594"/>
                  </a:lnTo>
                  <a:lnTo>
                    <a:pt x="8344672" y="652919"/>
                  </a:lnTo>
                  <a:lnTo>
                    <a:pt x="8400174" y="629330"/>
                  </a:lnTo>
                  <a:lnTo>
                    <a:pt x="8455004" y="603848"/>
                  </a:lnTo>
                  <a:lnTo>
                    <a:pt x="8509497" y="576559"/>
                  </a:lnTo>
                  <a:lnTo>
                    <a:pt x="8563883" y="547616"/>
                  </a:lnTo>
                  <a:lnTo>
                    <a:pt x="8618303" y="517237"/>
                  </a:lnTo>
                  <a:lnTo>
                    <a:pt x="8672819" y="485702"/>
                  </a:lnTo>
                  <a:lnTo>
                    <a:pt x="8727438" y="453348"/>
                  </a:lnTo>
                  <a:lnTo>
                    <a:pt x="8782122" y="420548"/>
                  </a:lnTo>
                  <a:lnTo>
                    <a:pt x="8836814" y="387701"/>
                  </a:lnTo>
                  <a:lnTo>
                    <a:pt x="8891453" y="355205"/>
                  </a:lnTo>
                  <a:lnTo>
                    <a:pt x="8945995" y="323443"/>
                  </a:lnTo>
                  <a:lnTo>
                    <a:pt x="9000434" y="292761"/>
                  </a:lnTo>
                  <a:lnTo>
                    <a:pt x="9054819" y="263453"/>
                  </a:lnTo>
                  <a:lnTo>
                    <a:pt x="9109270" y="235754"/>
                  </a:lnTo>
                  <a:lnTo>
                    <a:pt x="9163993" y="209831"/>
                  </a:lnTo>
                  <a:lnTo>
                    <a:pt x="9219298" y="185787"/>
                  </a:lnTo>
                  <a:lnTo>
                    <a:pt x="9275618" y="163657"/>
                  </a:lnTo>
                  <a:lnTo>
                    <a:pt x="9333534" y="143424"/>
                  </a:lnTo>
                  <a:lnTo>
                    <a:pt x="9347647" y="138876"/>
                  </a:lnTo>
                  <a:lnTo>
                    <a:pt x="9399496" y="123434"/>
                  </a:lnTo>
                  <a:lnTo>
                    <a:pt x="9453791" y="109331"/>
                  </a:lnTo>
                  <a:lnTo>
                    <a:pt x="9511217" y="96520"/>
                  </a:lnTo>
                  <a:lnTo>
                    <a:pt x="9572523" y="84909"/>
                  </a:lnTo>
                  <a:lnTo>
                    <a:pt x="9638486" y="74388"/>
                  </a:lnTo>
                  <a:lnTo>
                    <a:pt x="9709867" y="64844"/>
                  </a:lnTo>
                  <a:lnTo>
                    <a:pt x="9787360" y="56170"/>
                  </a:lnTo>
                  <a:lnTo>
                    <a:pt x="9871526" y="48273"/>
                  </a:lnTo>
                  <a:lnTo>
                    <a:pt x="9962696" y="41075"/>
                  </a:lnTo>
                  <a:lnTo>
                    <a:pt x="10060859" y="34516"/>
                  </a:lnTo>
                  <a:lnTo>
                    <a:pt x="10165520" y="28556"/>
                  </a:lnTo>
                  <a:lnTo>
                    <a:pt x="10275553" y="23172"/>
                  </a:lnTo>
                  <a:lnTo>
                    <a:pt x="10389082" y="18357"/>
                  </a:lnTo>
                  <a:lnTo>
                    <a:pt x="10503418" y="14117"/>
                  </a:lnTo>
                  <a:lnTo>
                    <a:pt x="10615126" y="10466"/>
                  </a:lnTo>
                  <a:lnTo>
                    <a:pt x="10720264" y="7412"/>
                  </a:lnTo>
                  <a:lnTo>
                    <a:pt x="10814806" y="4954"/>
                  </a:lnTo>
                  <a:lnTo>
                    <a:pt x="10895193" y="3073"/>
                  </a:lnTo>
                  <a:lnTo>
                    <a:pt x="10958930" y="1724"/>
                  </a:lnTo>
                  <a:lnTo>
                    <a:pt x="11005055" y="836"/>
                  </a:lnTo>
                  <a:lnTo>
                    <a:pt x="11034380" y="321"/>
                  </a:lnTo>
                  <a:lnTo>
                    <a:pt x="11049476" y="79"/>
                  </a:lnTo>
                  <a:lnTo>
                    <a:pt x="11054487" y="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7" name="pl1876"/>
            <p:cNvSpPr/>
            <p:nvPr/>
          </p:nvSpPr>
          <p:spPr>
            <a:xfrm>
              <a:off x="1199187" y="1703041"/>
              <a:ext cx="12049831" cy="4286838"/>
            </a:xfrm>
            <a:custGeom>
              <a:avLst/>
              <a:pathLst>
                <a:path w="12049831" h="4286838">
                  <a:moveTo>
                    <a:pt x="12049831" y="0"/>
                  </a:moveTo>
                  <a:lnTo>
                    <a:pt x="11054891" y="0"/>
                  </a:lnTo>
                  <a:lnTo>
                    <a:pt x="11053760" y="15"/>
                  </a:lnTo>
                  <a:lnTo>
                    <a:pt x="11046296" y="128"/>
                  </a:lnTo>
                  <a:lnTo>
                    <a:pt x="11027379" y="440"/>
                  </a:lnTo>
                  <a:lnTo>
                    <a:pt x="10993305" y="1054"/>
                  </a:lnTo>
                  <a:lnTo>
                    <a:pt x="10942003" y="2069"/>
                  </a:lnTo>
                  <a:lnTo>
                    <a:pt x="10873193" y="3569"/>
                  </a:lnTo>
                  <a:lnTo>
                    <a:pt x="10788326" y="5616"/>
                  </a:lnTo>
                  <a:lnTo>
                    <a:pt x="10690266" y="8248"/>
                  </a:lnTo>
                  <a:lnTo>
                    <a:pt x="10582771" y="11478"/>
                  </a:lnTo>
                  <a:lnTo>
                    <a:pt x="10469898" y="15304"/>
                  </a:lnTo>
                  <a:lnTo>
                    <a:pt x="10355473" y="19713"/>
                  </a:lnTo>
                  <a:lnTo>
                    <a:pt x="10242730" y="24696"/>
                  </a:lnTo>
                  <a:lnTo>
                    <a:pt x="10134117" y="30248"/>
                  </a:lnTo>
                  <a:lnTo>
                    <a:pt x="10031282" y="36381"/>
                  </a:lnTo>
                  <a:lnTo>
                    <a:pt x="9935148" y="43123"/>
                  </a:lnTo>
                  <a:lnTo>
                    <a:pt x="9846055" y="50520"/>
                  </a:lnTo>
                  <a:lnTo>
                    <a:pt x="9763898" y="58636"/>
                  </a:lnTo>
                  <a:lnTo>
                    <a:pt x="9688268" y="67556"/>
                  </a:lnTo>
                  <a:lnTo>
                    <a:pt x="9618557" y="77376"/>
                  </a:lnTo>
                  <a:lnTo>
                    <a:pt x="9554044" y="88205"/>
                  </a:lnTo>
                  <a:lnTo>
                    <a:pt x="9493960" y="100158"/>
                  </a:lnTo>
                  <a:lnTo>
                    <a:pt x="9437530" y="113341"/>
                  </a:lnTo>
                  <a:lnTo>
                    <a:pt x="9384021" y="127836"/>
                  </a:lnTo>
                  <a:lnTo>
                    <a:pt x="9347647" y="138876"/>
                  </a:lnTo>
                  <a:lnTo>
                    <a:pt x="9289246" y="158666"/>
                  </a:lnTo>
                  <a:lnTo>
                    <a:pt x="9232604" y="180340"/>
                  </a:lnTo>
                  <a:lnTo>
                    <a:pt x="9177102" y="203930"/>
                  </a:lnTo>
                  <a:lnTo>
                    <a:pt x="9122273" y="229412"/>
                  </a:lnTo>
                  <a:lnTo>
                    <a:pt x="9067780" y="256700"/>
                  </a:lnTo>
                  <a:lnTo>
                    <a:pt x="9013393" y="285644"/>
                  </a:lnTo>
                  <a:lnTo>
                    <a:pt x="8958974" y="316023"/>
                  </a:lnTo>
                  <a:lnTo>
                    <a:pt x="8904457" y="347558"/>
                  </a:lnTo>
                  <a:lnTo>
                    <a:pt x="8849839" y="379912"/>
                  </a:lnTo>
                  <a:lnTo>
                    <a:pt x="8795154" y="412712"/>
                  </a:lnTo>
                  <a:lnTo>
                    <a:pt x="8740462" y="445559"/>
                  </a:lnTo>
                  <a:lnTo>
                    <a:pt x="8685824" y="478055"/>
                  </a:lnTo>
                  <a:lnTo>
                    <a:pt x="8631282" y="509817"/>
                  </a:lnTo>
                  <a:lnTo>
                    <a:pt x="8576842" y="540499"/>
                  </a:lnTo>
                  <a:lnTo>
                    <a:pt x="8522457" y="569807"/>
                  </a:lnTo>
                  <a:lnTo>
                    <a:pt x="8468007" y="597506"/>
                  </a:lnTo>
                  <a:lnTo>
                    <a:pt x="8413284" y="623428"/>
                  </a:lnTo>
                  <a:lnTo>
                    <a:pt x="8357979" y="647473"/>
                  </a:lnTo>
                  <a:lnTo>
                    <a:pt x="8301659" y="669603"/>
                  </a:lnTo>
                  <a:lnTo>
                    <a:pt x="8243743" y="689836"/>
                  </a:lnTo>
                  <a:lnTo>
                    <a:pt x="8229629" y="694384"/>
                  </a:lnTo>
                  <a:lnTo>
                    <a:pt x="8177781" y="709826"/>
                  </a:lnTo>
                  <a:lnTo>
                    <a:pt x="8123485" y="723929"/>
                  </a:lnTo>
                  <a:lnTo>
                    <a:pt x="8066059" y="736740"/>
                  </a:lnTo>
                  <a:lnTo>
                    <a:pt x="8004753" y="748351"/>
                  </a:lnTo>
                  <a:lnTo>
                    <a:pt x="7938791" y="758872"/>
                  </a:lnTo>
                  <a:lnTo>
                    <a:pt x="7867410" y="768416"/>
                  </a:lnTo>
                  <a:lnTo>
                    <a:pt x="7789916" y="777090"/>
                  </a:lnTo>
                  <a:lnTo>
                    <a:pt x="7705750" y="784987"/>
                  </a:lnTo>
                  <a:lnTo>
                    <a:pt x="7614580" y="792185"/>
                  </a:lnTo>
                  <a:lnTo>
                    <a:pt x="7516417" y="798744"/>
                  </a:lnTo>
                  <a:lnTo>
                    <a:pt x="7411757" y="804704"/>
                  </a:lnTo>
                  <a:lnTo>
                    <a:pt x="7301723" y="810088"/>
                  </a:lnTo>
                  <a:lnTo>
                    <a:pt x="7188194" y="814903"/>
                  </a:lnTo>
                  <a:lnTo>
                    <a:pt x="7073859" y="819142"/>
                  </a:lnTo>
                  <a:lnTo>
                    <a:pt x="6962151" y="822794"/>
                  </a:lnTo>
                  <a:lnTo>
                    <a:pt x="6857012" y="825848"/>
                  </a:lnTo>
                  <a:lnTo>
                    <a:pt x="6762471" y="828305"/>
                  </a:lnTo>
                  <a:lnTo>
                    <a:pt x="6682084" y="830187"/>
                  </a:lnTo>
                  <a:lnTo>
                    <a:pt x="6618346" y="831536"/>
                  </a:lnTo>
                  <a:lnTo>
                    <a:pt x="6572221" y="832424"/>
                  </a:lnTo>
                  <a:lnTo>
                    <a:pt x="6542897" y="832938"/>
                  </a:lnTo>
                  <a:lnTo>
                    <a:pt x="6527800" y="833181"/>
                  </a:lnTo>
                  <a:lnTo>
                    <a:pt x="6522789" y="833255"/>
                  </a:lnTo>
                  <a:lnTo>
                    <a:pt x="6522385" y="833260"/>
                  </a:lnTo>
                  <a:lnTo>
                    <a:pt x="5527445" y="833260"/>
                  </a:lnTo>
                  <a:lnTo>
                    <a:pt x="5526396" y="833321"/>
                  </a:lnTo>
                  <a:lnTo>
                    <a:pt x="5519457" y="833754"/>
                  </a:lnTo>
                  <a:lnTo>
                    <a:pt x="5501837" y="834950"/>
                  </a:lnTo>
                  <a:lnTo>
                    <a:pt x="5470013" y="837309"/>
                  </a:lnTo>
                  <a:lnTo>
                    <a:pt x="5421924" y="841210"/>
                  </a:lnTo>
                  <a:lnTo>
                    <a:pt x="5357123" y="846984"/>
                  </a:lnTo>
                  <a:lnTo>
                    <a:pt x="5276748" y="854885"/>
                  </a:lnTo>
                  <a:lnTo>
                    <a:pt x="5183275" y="865071"/>
                  </a:lnTo>
                  <a:lnTo>
                    <a:pt x="5080075" y="877612"/>
                  </a:lnTo>
                  <a:lnTo>
                    <a:pt x="4970900" y="892506"/>
                  </a:lnTo>
                  <a:lnTo>
                    <a:pt x="4859387" y="909714"/>
                  </a:lnTo>
                  <a:lnTo>
                    <a:pt x="4748701" y="929189"/>
                  </a:lnTo>
                  <a:lnTo>
                    <a:pt x="4641330" y="950907"/>
                  </a:lnTo>
                  <a:lnTo>
                    <a:pt x="4539028" y="974892"/>
                  </a:lnTo>
                  <a:lnTo>
                    <a:pt x="4442863" y="1001229"/>
                  </a:lnTo>
                  <a:lnTo>
                    <a:pt x="4353329" y="1030069"/>
                  </a:lnTo>
                  <a:lnTo>
                    <a:pt x="4270472" y="1061636"/>
                  </a:lnTo>
                  <a:lnTo>
                    <a:pt x="4194015" y="1096219"/>
                  </a:lnTo>
                  <a:lnTo>
                    <a:pt x="4123463" y="1134171"/>
                  </a:lnTo>
                  <a:lnTo>
                    <a:pt x="4058188" y="1175893"/>
                  </a:lnTo>
                  <a:lnTo>
                    <a:pt x="3997491" y="1221819"/>
                  </a:lnTo>
                  <a:lnTo>
                    <a:pt x="3940651" y="1272378"/>
                  </a:lnTo>
                  <a:lnTo>
                    <a:pt x="3886964" y="1327947"/>
                  </a:lnTo>
                  <a:lnTo>
                    <a:pt x="3835777" y="1388767"/>
                  </a:lnTo>
                  <a:lnTo>
                    <a:pt x="3820202" y="1408857"/>
                  </a:lnTo>
                  <a:lnTo>
                    <a:pt x="3779195" y="1465330"/>
                  </a:lnTo>
                  <a:lnTo>
                    <a:pt x="3739153" y="1525578"/>
                  </a:lnTo>
                  <a:lnTo>
                    <a:pt x="3699834" y="1589676"/>
                  </a:lnTo>
                  <a:lnTo>
                    <a:pt x="3661043" y="1657653"/>
                  </a:lnTo>
                  <a:lnTo>
                    <a:pt x="3622620" y="1729480"/>
                  </a:lnTo>
                  <a:lnTo>
                    <a:pt x="3584434" y="1805068"/>
                  </a:lnTo>
                  <a:lnTo>
                    <a:pt x="3546385" y="1884267"/>
                  </a:lnTo>
                  <a:lnTo>
                    <a:pt x="3508396" y="1966858"/>
                  </a:lnTo>
                  <a:lnTo>
                    <a:pt x="3470412" y="2052557"/>
                  </a:lnTo>
                  <a:lnTo>
                    <a:pt x="3432399" y="2141014"/>
                  </a:lnTo>
                  <a:lnTo>
                    <a:pt x="3394337" y="2231821"/>
                  </a:lnTo>
                  <a:lnTo>
                    <a:pt x="3356223" y="2324515"/>
                  </a:lnTo>
                  <a:lnTo>
                    <a:pt x="3318063" y="2418588"/>
                  </a:lnTo>
                  <a:lnTo>
                    <a:pt x="3279873" y="2513501"/>
                  </a:lnTo>
                  <a:lnTo>
                    <a:pt x="3241672" y="2608691"/>
                  </a:lnTo>
                  <a:lnTo>
                    <a:pt x="3203482" y="2703591"/>
                  </a:lnTo>
                  <a:lnTo>
                    <a:pt x="3165323" y="2797639"/>
                  </a:lnTo>
                  <a:lnTo>
                    <a:pt x="3127210" y="2890297"/>
                  </a:lnTo>
                  <a:lnTo>
                    <a:pt x="3089149" y="2981057"/>
                  </a:lnTo>
                  <a:lnTo>
                    <a:pt x="3051137" y="3069458"/>
                  </a:lnTo>
                  <a:lnTo>
                    <a:pt x="3013154" y="3155092"/>
                  </a:lnTo>
                  <a:lnTo>
                    <a:pt x="2975164" y="3237611"/>
                  </a:lnTo>
                  <a:lnTo>
                    <a:pt x="2937113" y="3316732"/>
                  </a:lnTo>
                  <a:lnTo>
                    <a:pt x="2898923" y="3392240"/>
                  </a:lnTo>
                  <a:lnTo>
                    <a:pt x="2860493" y="3463982"/>
                  </a:lnTo>
                  <a:lnTo>
                    <a:pt x="2821692" y="3531874"/>
                  </a:lnTo>
                  <a:lnTo>
                    <a:pt x="2782360" y="3595887"/>
                  </a:lnTo>
                  <a:lnTo>
                    <a:pt x="2742299" y="3656051"/>
                  </a:lnTo>
                  <a:lnTo>
                    <a:pt x="2702183" y="3711242"/>
                  </a:lnTo>
                  <a:lnTo>
                    <a:pt x="2651656" y="3773716"/>
                  </a:lnTo>
                  <a:lnTo>
                    <a:pt x="2598817" y="3830909"/>
                  </a:lnTo>
                  <a:lnTo>
                    <a:pt x="2543037" y="3882998"/>
                  </a:lnTo>
                  <a:lnTo>
                    <a:pt x="2483622" y="3930326"/>
                  </a:lnTo>
                  <a:lnTo>
                    <a:pt x="2419854" y="3973315"/>
                  </a:lnTo>
                  <a:lnTo>
                    <a:pt x="2351023" y="4012400"/>
                  </a:lnTo>
                  <a:lnTo>
                    <a:pt x="2276472" y="4047995"/>
                  </a:lnTo>
                  <a:lnTo>
                    <a:pt x="2195657" y="4080470"/>
                  </a:lnTo>
                  <a:lnTo>
                    <a:pt x="2108222" y="4110135"/>
                  </a:lnTo>
                  <a:lnTo>
                    <a:pt x="2014100" y="4137235"/>
                  </a:lnTo>
                  <a:lnTo>
                    <a:pt x="1913631" y="4161943"/>
                  </a:lnTo>
                  <a:lnTo>
                    <a:pt x="1807689" y="4184364"/>
                  </a:lnTo>
                  <a:lnTo>
                    <a:pt x="1697806" y="4204541"/>
                  </a:lnTo>
                  <a:lnTo>
                    <a:pt x="1586241" y="4222461"/>
                  </a:lnTo>
                  <a:lnTo>
                    <a:pt x="1475961" y="4238084"/>
                  </a:lnTo>
                  <a:lnTo>
                    <a:pt x="1370488" y="4251362"/>
                  </a:lnTo>
                  <a:lnTo>
                    <a:pt x="1273584" y="4262281"/>
                  </a:lnTo>
                  <a:lnTo>
                    <a:pt x="1188798" y="4270883"/>
                  </a:lnTo>
                  <a:lnTo>
                    <a:pt x="1118938" y="4277299"/>
                  </a:lnTo>
                  <a:lnTo>
                    <a:pt x="1065598" y="4281753"/>
                  </a:lnTo>
                  <a:lnTo>
                    <a:pt x="1028839" y="4284555"/>
                  </a:lnTo>
                  <a:lnTo>
                    <a:pt x="1007094" y="4286071"/>
                  </a:lnTo>
                  <a:lnTo>
                    <a:pt x="997276" y="4286700"/>
                  </a:lnTo>
                  <a:lnTo>
                    <a:pt x="994973" y="4286836"/>
                  </a:lnTo>
                  <a:lnTo>
                    <a:pt x="994940" y="4286838"/>
                  </a:lnTo>
                  <a:lnTo>
                    <a:pt x="0" y="4286838"/>
                  </a:lnTo>
                  <a:lnTo>
                    <a:pt x="0" y="42868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8" name="pg1877"/>
            <p:cNvSpPr/>
            <p:nvPr/>
          </p:nvSpPr>
          <p:spPr>
            <a:xfrm>
              <a:off x="1199187" y="4008920"/>
              <a:ext cx="12049831" cy="2001922"/>
            </a:xfrm>
            <a:custGeom>
              <a:avLst/>
              <a:pathLst>
                <a:path w="12049831" h="2001922">
                  <a:moveTo>
                    <a:pt x="0" y="2001922"/>
                  </a:moveTo>
                  <a:lnTo>
                    <a:pt x="994940" y="2001922"/>
                  </a:lnTo>
                  <a:lnTo>
                    <a:pt x="996045" y="2001885"/>
                  </a:lnTo>
                  <a:lnTo>
                    <a:pt x="1003346" y="2001621"/>
                  </a:lnTo>
                  <a:lnTo>
                    <a:pt x="1021859" y="2000891"/>
                  </a:lnTo>
                  <a:lnTo>
                    <a:pt x="1055235" y="1999453"/>
                  </a:lnTo>
                  <a:lnTo>
                    <a:pt x="1105541" y="1997076"/>
                  </a:lnTo>
                  <a:lnTo>
                    <a:pt x="1173113" y="1993561"/>
                  </a:lnTo>
                  <a:lnTo>
                    <a:pt x="1256599" y="1988761"/>
                  </a:lnTo>
                  <a:lnTo>
                    <a:pt x="1353256" y="1982584"/>
                  </a:lnTo>
                  <a:lnTo>
                    <a:pt x="1459445" y="1974995"/>
                  </a:lnTo>
                  <a:lnTo>
                    <a:pt x="1571204" y="1966000"/>
                  </a:lnTo>
                  <a:lnTo>
                    <a:pt x="1684760" y="1955624"/>
                  </a:lnTo>
                  <a:lnTo>
                    <a:pt x="1796900" y="1943895"/>
                  </a:lnTo>
                  <a:lnTo>
                    <a:pt x="1905158" y="1930823"/>
                  </a:lnTo>
                  <a:lnTo>
                    <a:pt x="2007853" y="1916384"/>
                  </a:lnTo>
                  <a:lnTo>
                    <a:pt x="2104014" y="1900518"/>
                  </a:lnTo>
                  <a:lnTo>
                    <a:pt x="2193256" y="1883121"/>
                  </a:lnTo>
                  <a:lnTo>
                    <a:pt x="2275636" y="1864046"/>
                  </a:lnTo>
                  <a:lnTo>
                    <a:pt x="2351523" y="1843105"/>
                  </a:lnTo>
                  <a:lnTo>
                    <a:pt x="2421489" y="1820072"/>
                  </a:lnTo>
                  <a:lnTo>
                    <a:pt x="2486229" y="1794695"/>
                  </a:lnTo>
                  <a:lnTo>
                    <a:pt x="2546492" y="1766709"/>
                  </a:lnTo>
                  <a:lnTo>
                    <a:pt x="2603034" y="1735857"/>
                  </a:lnTo>
                  <a:lnTo>
                    <a:pt x="2656583" y="1701936"/>
                  </a:lnTo>
                  <a:lnTo>
                    <a:pt x="2702183" y="1669141"/>
                  </a:lnTo>
                  <a:lnTo>
                    <a:pt x="2751807" y="1629243"/>
                  </a:lnTo>
                  <a:lnTo>
                    <a:pt x="2800091" y="1586116"/>
                  </a:lnTo>
                  <a:lnTo>
                    <a:pt x="2847436" y="1539697"/>
                  </a:lnTo>
                  <a:lnTo>
                    <a:pt x="2894159" y="1489989"/>
                  </a:lnTo>
                  <a:lnTo>
                    <a:pt x="2940505" y="1437066"/>
                  </a:lnTo>
                  <a:lnTo>
                    <a:pt x="2986658" y="1381083"/>
                  </a:lnTo>
                  <a:lnTo>
                    <a:pt x="3032746" y="1322277"/>
                  </a:lnTo>
                  <a:lnTo>
                    <a:pt x="3078854" y="1260967"/>
                  </a:lnTo>
                  <a:lnTo>
                    <a:pt x="3125027" y="1197553"/>
                  </a:lnTo>
                  <a:lnTo>
                    <a:pt x="3171277" y="1132501"/>
                  </a:lnTo>
                  <a:lnTo>
                    <a:pt x="3217591" y="1066336"/>
                  </a:lnTo>
                  <a:lnTo>
                    <a:pt x="3263940" y="999622"/>
                  </a:lnTo>
                  <a:lnTo>
                    <a:pt x="3310287" y="932942"/>
                  </a:lnTo>
                  <a:lnTo>
                    <a:pt x="3356595" y="866880"/>
                  </a:lnTo>
                  <a:lnTo>
                    <a:pt x="3402836" y="801996"/>
                  </a:lnTo>
                  <a:lnTo>
                    <a:pt x="3449000" y="738808"/>
                  </a:lnTo>
                  <a:lnTo>
                    <a:pt x="3495103" y="677776"/>
                  </a:lnTo>
                  <a:lnTo>
                    <a:pt x="3541193" y="619289"/>
                  </a:lnTo>
                  <a:lnTo>
                    <a:pt x="3587361" y="563658"/>
                  </a:lnTo>
                  <a:lnTo>
                    <a:pt x="3633741" y="511110"/>
                  </a:lnTo>
                  <a:lnTo>
                    <a:pt x="3680524" y="461789"/>
                  </a:lnTo>
                  <a:lnTo>
                    <a:pt x="3727962" y="415762"/>
                  </a:lnTo>
                  <a:lnTo>
                    <a:pt x="3776382" y="373022"/>
                  </a:lnTo>
                  <a:lnTo>
                    <a:pt x="3820202" y="338020"/>
                  </a:lnTo>
                  <a:lnTo>
                    <a:pt x="3871645" y="301288"/>
                  </a:lnTo>
                  <a:lnTo>
                    <a:pt x="3925494" y="267716"/>
                  </a:lnTo>
                  <a:lnTo>
                    <a:pt x="3982414" y="237196"/>
                  </a:lnTo>
                  <a:lnTo>
                    <a:pt x="4043138" y="209513"/>
                  </a:lnTo>
                  <a:lnTo>
                    <a:pt x="4108424" y="184410"/>
                  </a:lnTo>
                  <a:lnTo>
                    <a:pt x="4179018" y="161623"/>
                  </a:lnTo>
                  <a:lnTo>
                    <a:pt x="4255603" y="140900"/>
                  </a:lnTo>
                  <a:lnTo>
                    <a:pt x="4338734" y="122021"/>
                  </a:lnTo>
                  <a:lnTo>
                    <a:pt x="4428751" y="104802"/>
                  </a:lnTo>
                  <a:lnTo>
                    <a:pt x="4525670" y="89099"/>
                  </a:lnTo>
                  <a:lnTo>
                    <a:pt x="4629046" y="74815"/>
                  </a:lnTo>
                  <a:lnTo>
                    <a:pt x="4737834" y="61892"/>
                  </a:lnTo>
                  <a:lnTo>
                    <a:pt x="4850268" y="50313"/>
                  </a:lnTo>
                  <a:lnTo>
                    <a:pt x="4963795" y="40090"/>
                  </a:lnTo>
                  <a:lnTo>
                    <a:pt x="5075127" y="31251"/>
                  </a:lnTo>
                  <a:lnTo>
                    <a:pt x="5180449" y="23819"/>
                  </a:lnTo>
                  <a:lnTo>
                    <a:pt x="5275806" y="17799"/>
                  </a:lnTo>
                  <a:lnTo>
                    <a:pt x="5357632" y="13147"/>
                  </a:lnTo>
                  <a:lnTo>
                    <a:pt x="5423317" y="9768"/>
                  </a:lnTo>
                  <a:lnTo>
                    <a:pt x="5471687" y="7506"/>
                  </a:lnTo>
                  <a:lnTo>
                    <a:pt x="5503272" y="6159"/>
                  </a:lnTo>
                  <a:lnTo>
                    <a:pt x="5520328" y="5493"/>
                  </a:lnTo>
                  <a:lnTo>
                    <a:pt x="5526665" y="5266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93" y="5276"/>
                  </a:lnTo>
                  <a:lnTo>
                    <a:pt x="6530803" y="5534"/>
                  </a:lnTo>
                  <a:lnTo>
                    <a:pt x="6549341" y="6245"/>
                  </a:lnTo>
                  <a:lnTo>
                    <a:pt x="6582760" y="7648"/>
                  </a:lnTo>
                  <a:lnTo>
                    <a:pt x="6633127" y="9966"/>
                  </a:lnTo>
                  <a:lnTo>
                    <a:pt x="6700775" y="13393"/>
                  </a:lnTo>
                  <a:lnTo>
                    <a:pt x="6784346" y="18073"/>
                  </a:lnTo>
                  <a:lnTo>
                    <a:pt x="6881089" y="24096"/>
                  </a:lnTo>
                  <a:lnTo>
                    <a:pt x="6987360" y="31494"/>
                  </a:lnTo>
                  <a:lnTo>
                    <a:pt x="7099188" y="40264"/>
                  </a:lnTo>
                  <a:lnTo>
                    <a:pt x="7212798" y="50379"/>
                  </a:lnTo>
                  <a:lnTo>
                    <a:pt x="7324975" y="61812"/>
                  </a:lnTo>
                  <a:lnTo>
                    <a:pt x="7433256" y="74556"/>
                  </a:lnTo>
                  <a:lnTo>
                    <a:pt x="7535960" y="88631"/>
                  </a:lnTo>
                  <a:lnTo>
                    <a:pt x="7632120" y="104098"/>
                  </a:lnTo>
                  <a:lnTo>
                    <a:pt x="7721353" y="121057"/>
                  </a:lnTo>
                  <a:lnTo>
                    <a:pt x="7803719" y="139654"/>
                  </a:lnTo>
                  <a:lnTo>
                    <a:pt x="7879590" y="160071"/>
                  </a:lnTo>
                  <a:lnTo>
                    <a:pt x="7949541" y="182529"/>
                  </a:lnTo>
                  <a:lnTo>
                    <a:pt x="8014267" y="207274"/>
                  </a:lnTo>
                  <a:lnTo>
                    <a:pt x="8074518" y="234565"/>
                  </a:lnTo>
                  <a:lnTo>
                    <a:pt x="8131053" y="264651"/>
                  </a:lnTo>
                  <a:lnTo>
                    <a:pt x="8184599" y="297730"/>
                  </a:lnTo>
                  <a:lnTo>
                    <a:pt x="8229629" y="329286"/>
                  </a:lnTo>
                  <a:lnTo>
                    <a:pt x="8279631" y="368450"/>
                  </a:lnTo>
                  <a:lnTo>
                    <a:pt x="8328276" y="410808"/>
                  </a:lnTo>
                  <a:lnTo>
                    <a:pt x="8375973" y="456421"/>
                  </a:lnTo>
                  <a:lnTo>
                    <a:pt x="8423045" y="505286"/>
                  </a:lnTo>
                  <a:lnTo>
                    <a:pt x="8469740" y="557326"/>
                  </a:lnTo>
                  <a:lnTo>
                    <a:pt x="8516245" y="612385"/>
                  </a:lnTo>
                  <a:lnTo>
                    <a:pt x="8562689" y="670223"/>
                  </a:lnTo>
                  <a:lnTo>
                    <a:pt x="8609158" y="730516"/>
                  </a:lnTo>
                  <a:lnTo>
                    <a:pt x="8655693" y="792865"/>
                  </a:lnTo>
                  <a:lnTo>
                    <a:pt x="8702306" y="856798"/>
                  </a:lnTo>
                  <a:lnTo>
                    <a:pt x="8748983" y="921789"/>
                  </a:lnTo>
                  <a:lnTo>
                    <a:pt x="8795692" y="987275"/>
                  </a:lnTo>
                  <a:lnTo>
                    <a:pt x="8842396" y="1052673"/>
                  </a:lnTo>
                  <a:lnTo>
                    <a:pt x="8889056" y="1117403"/>
                  </a:lnTo>
                  <a:lnTo>
                    <a:pt x="8935646" y="1180910"/>
                  </a:lnTo>
                  <a:lnTo>
                    <a:pt x="8982159" y="1242685"/>
                  </a:lnTo>
                  <a:lnTo>
                    <a:pt x="9028613" y="1302276"/>
                  </a:lnTo>
                  <a:lnTo>
                    <a:pt x="9075065" y="1359304"/>
                  </a:lnTo>
                  <a:lnTo>
                    <a:pt x="9121611" y="1413473"/>
                  </a:lnTo>
                  <a:lnTo>
                    <a:pt x="9168398" y="1464567"/>
                  </a:lnTo>
                  <a:lnTo>
                    <a:pt x="9215630" y="1512455"/>
                  </a:lnTo>
                  <a:lnTo>
                    <a:pt x="9263575" y="1557082"/>
                  </a:lnTo>
                  <a:lnTo>
                    <a:pt x="9312582" y="1598465"/>
                  </a:lnTo>
                  <a:lnTo>
                    <a:pt x="9347647" y="1625470"/>
                  </a:lnTo>
                  <a:lnTo>
                    <a:pt x="9399116" y="1661254"/>
                  </a:lnTo>
                  <a:lnTo>
                    <a:pt x="9452992" y="1693958"/>
                  </a:lnTo>
                  <a:lnTo>
                    <a:pt x="9509943" y="1723688"/>
                  </a:lnTo>
                  <a:lnTo>
                    <a:pt x="9570703" y="1750653"/>
                  </a:lnTo>
                  <a:lnTo>
                    <a:pt x="9636031" y="1775103"/>
                  </a:lnTo>
                  <a:lnTo>
                    <a:pt x="9706673" y="1797297"/>
                  </a:lnTo>
                  <a:lnTo>
                    <a:pt x="9783314" y="1817480"/>
                  </a:lnTo>
                  <a:lnTo>
                    <a:pt x="9866508" y="1835866"/>
                  </a:lnTo>
                  <a:lnTo>
                    <a:pt x="9956597" y="1852635"/>
                  </a:lnTo>
                  <a:lnTo>
                    <a:pt x="10053592" y="1867927"/>
                  </a:lnTo>
                  <a:lnTo>
                    <a:pt x="10157046" y="1881836"/>
                  </a:lnTo>
                  <a:lnTo>
                    <a:pt x="10265912" y="1894418"/>
                  </a:lnTo>
                  <a:lnTo>
                    <a:pt x="10378414" y="1905691"/>
                  </a:lnTo>
                  <a:lnTo>
                    <a:pt x="10491992" y="1915642"/>
                  </a:lnTo>
                  <a:lnTo>
                    <a:pt x="10603349" y="1924244"/>
                  </a:lnTo>
                  <a:lnTo>
                    <a:pt x="10708661" y="1931473"/>
                  </a:lnTo>
                  <a:lnTo>
                    <a:pt x="10803971" y="1937328"/>
                  </a:lnTo>
                  <a:lnTo>
                    <a:pt x="10885710" y="1941849"/>
                  </a:lnTo>
                  <a:lnTo>
                    <a:pt x="10951276" y="1945131"/>
                  </a:lnTo>
                  <a:lnTo>
                    <a:pt x="10999509" y="1947325"/>
                  </a:lnTo>
                  <a:lnTo>
                    <a:pt x="11030954" y="1948630"/>
                  </a:lnTo>
                  <a:lnTo>
                    <a:pt x="11047887" y="1949273"/>
                  </a:lnTo>
                  <a:lnTo>
                    <a:pt x="11054139" y="1949491"/>
                  </a:lnTo>
                  <a:lnTo>
                    <a:pt x="11054891" y="1949515"/>
                  </a:lnTo>
                  <a:lnTo>
                    <a:pt x="12049831" y="1949515"/>
                  </a:lnTo>
                  <a:lnTo>
                    <a:pt x="12049831" y="1944275"/>
                  </a:lnTo>
                  <a:lnTo>
                    <a:pt x="11054891" y="1944275"/>
                  </a:lnTo>
                  <a:lnTo>
                    <a:pt x="11053784" y="1944239"/>
                  </a:lnTo>
                  <a:lnTo>
                    <a:pt x="11046474" y="1943981"/>
                  </a:lnTo>
                  <a:lnTo>
                    <a:pt x="11027935" y="1943270"/>
                  </a:lnTo>
                  <a:lnTo>
                    <a:pt x="10994517" y="1941867"/>
                  </a:lnTo>
                  <a:lnTo>
                    <a:pt x="10944149" y="1939549"/>
                  </a:lnTo>
                  <a:lnTo>
                    <a:pt x="10876501" y="1936122"/>
                  </a:lnTo>
                  <a:lnTo>
                    <a:pt x="10792930" y="1931442"/>
                  </a:lnTo>
                  <a:lnTo>
                    <a:pt x="10696187" y="1925419"/>
                  </a:lnTo>
                  <a:lnTo>
                    <a:pt x="10589917" y="1918020"/>
                  </a:lnTo>
                  <a:lnTo>
                    <a:pt x="10478089" y="1909251"/>
                  </a:lnTo>
                  <a:lnTo>
                    <a:pt x="10364479" y="1899136"/>
                  </a:lnTo>
                  <a:lnTo>
                    <a:pt x="10252302" y="1887703"/>
                  </a:lnTo>
                  <a:lnTo>
                    <a:pt x="10144021" y="1874959"/>
                  </a:lnTo>
                  <a:lnTo>
                    <a:pt x="10041317" y="1860884"/>
                  </a:lnTo>
                  <a:lnTo>
                    <a:pt x="9945156" y="1845417"/>
                  </a:lnTo>
                  <a:lnTo>
                    <a:pt x="9855923" y="1828458"/>
                  </a:lnTo>
                  <a:lnTo>
                    <a:pt x="9773557" y="1809861"/>
                  </a:lnTo>
                  <a:lnTo>
                    <a:pt x="9697686" y="1789444"/>
                  </a:lnTo>
                  <a:lnTo>
                    <a:pt x="9627735" y="1766986"/>
                  </a:lnTo>
                  <a:lnTo>
                    <a:pt x="9563009" y="1742241"/>
                  </a:lnTo>
                  <a:lnTo>
                    <a:pt x="9502758" y="1714950"/>
                  </a:lnTo>
                  <a:lnTo>
                    <a:pt x="9446223" y="1684864"/>
                  </a:lnTo>
                  <a:lnTo>
                    <a:pt x="9392677" y="1651785"/>
                  </a:lnTo>
                  <a:lnTo>
                    <a:pt x="9347647" y="1620229"/>
                  </a:lnTo>
                  <a:lnTo>
                    <a:pt x="9297645" y="1581064"/>
                  </a:lnTo>
                  <a:lnTo>
                    <a:pt x="9249001" y="1538707"/>
                  </a:lnTo>
                  <a:lnTo>
                    <a:pt x="9201304" y="1493094"/>
                  </a:lnTo>
                  <a:lnTo>
                    <a:pt x="9154232" y="1444229"/>
                  </a:lnTo>
                  <a:lnTo>
                    <a:pt x="9107536" y="1392189"/>
                  </a:lnTo>
                  <a:lnTo>
                    <a:pt x="9061032" y="1337130"/>
                  </a:lnTo>
                  <a:lnTo>
                    <a:pt x="9014587" y="1279292"/>
                  </a:lnTo>
                  <a:lnTo>
                    <a:pt x="8968119" y="1218999"/>
                  </a:lnTo>
                  <a:lnTo>
                    <a:pt x="8921584" y="1156650"/>
                  </a:lnTo>
                  <a:lnTo>
                    <a:pt x="8874970" y="1092717"/>
                  </a:lnTo>
                  <a:lnTo>
                    <a:pt x="8828294" y="1027726"/>
                  </a:lnTo>
                  <a:lnTo>
                    <a:pt x="8781584" y="962240"/>
                  </a:lnTo>
                  <a:lnTo>
                    <a:pt x="8734881" y="896842"/>
                  </a:lnTo>
                  <a:lnTo>
                    <a:pt x="8688221" y="832112"/>
                  </a:lnTo>
                  <a:lnTo>
                    <a:pt x="8641631" y="768604"/>
                  </a:lnTo>
                  <a:lnTo>
                    <a:pt x="8595118" y="706830"/>
                  </a:lnTo>
                  <a:lnTo>
                    <a:pt x="8548663" y="647239"/>
                  </a:lnTo>
                  <a:lnTo>
                    <a:pt x="8502211" y="590211"/>
                  </a:lnTo>
                  <a:lnTo>
                    <a:pt x="8455665" y="536042"/>
                  </a:lnTo>
                  <a:lnTo>
                    <a:pt x="8408878" y="484948"/>
                  </a:lnTo>
                  <a:lnTo>
                    <a:pt x="8361647" y="437060"/>
                  </a:lnTo>
                  <a:lnTo>
                    <a:pt x="8313701" y="392433"/>
                  </a:lnTo>
                  <a:lnTo>
                    <a:pt x="8264695" y="351050"/>
                  </a:lnTo>
                  <a:lnTo>
                    <a:pt x="8229629" y="324045"/>
                  </a:lnTo>
                  <a:lnTo>
                    <a:pt x="8178161" y="288260"/>
                  </a:lnTo>
                  <a:lnTo>
                    <a:pt x="8124285" y="255557"/>
                  </a:lnTo>
                  <a:lnTo>
                    <a:pt x="8067333" y="225827"/>
                  </a:lnTo>
                  <a:lnTo>
                    <a:pt x="8006574" y="198862"/>
                  </a:lnTo>
                  <a:lnTo>
                    <a:pt x="7941246" y="174412"/>
                  </a:lnTo>
                  <a:lnTo>
                    <a:pt x="7870603" y="152217"/>
                  </a:lnTo>
                  <a:lnTo>
                    <a:pt x="7793963" y="132035"/>
                  </a:lnTo>
                  <a:lnTo>
                    <a:pt x="7710768" y="113649"/>
                  </a:lnTo>
                  <a:lnTo>
                    <a:pt x="7620680" y="96879"/>
                  </a:lnTo>
                  <a:lnTo>
                    <a:pt x="7523685" y="81588"/>
                  </a:lnTo>
                  <a:lnTo>
                    <a:pt x="7420230" y="67679"/>
                  </a:lnTo>
                  <a:lnTo>
                    <a:pt x="7311365" y="55097"/>
                  </a:lnTo>
                  <a:lnTo>
                    <a:pt x="7198863" y="43824"/>
                  </a:lnTo>
                  <a:lnTo>
                    <a:pt x="7085285" y="33873"/>
                  </a:lnTo>
                  <a:lnTo>
                    <a:pt x="6973928" y="25271"/>
                  </a:lnTo>
                  <a:lnTo>
                    <a:pt x="6868615" y="18042"/>
                  </a:lnTo>
                  <a:lnTo>
                    <a:pt x="6773306" y="12187"/>
                  </a:lnTo>
                  <a:lnTo>
                    <a:pt x="6691567" y="7666"/>
                  </a:lnTo>
                  <a:lnTo>
                    <a:pt x="6626000" y="4384"/>
                  </a:lnTo>
                  <a:lnTo>
                    <a:pt x="6577768" y="2190"/>
                  </a:lnTo>
                  <a:lnTo>
                    <a:pt x="6546322" y="885"/>
                  </a:lnTo>
                  <a:lnTo>
                    <a:pt x="6529389" y="242"/>
                  </a:lnTo>
                  <a:lnTo>
                    <a:pt x="6523137" y="2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0" y="37"/>
                  </a:lnTo>
                  <a:lnTo>
                    <a:pt x="5519039" y="301"/>
                  </a:lnTo>
                  <a:lnTo>
                    <a:pt x="5500526" y="1030"/>
                  </a:lnTo>
                  <a:lnTo>
                    <a:pt x="5467150" y="2468"/>
                  </a:lnTo>
                  <a:lnTo>
                    <a:pt x="5416844" y="4845"/>
                  </a:lnTo>
                  <a:lnTo>
                    <a:pt x="5349272" y="8360"/>
                  </a:lnTo>
                  <a:lnTo>
                    <a:pt x="5265786" y="13160"/>
                  </a:lnTo>
                  <a:lnTo>
                    <a:pt x="5169129" y="19337"/>
                  </a:lnTo>
                  <a:lnTo>
                    <a:pt x="5062940" y="26926"/>
                  </a:lnTo>
                  <a:lnTo>
                    <a:pt x="4951181" y="35921"/>
                  </a:lnTo>
                  <a:lnTo>
                    <a:pt x="4837625" y="46297"/>
                  </a:lnTo>
                  <a:lnTo>
                    <a:pt x="4725485" y="58026"/>
                  </a:lnTo>
                  <a:lnTo>
                    <a:pt x="4617227" y="71099"/>
                  </a:lnTo>
                  <a:lnTo>
                    <a:pt x="4514532" y="85538"/>
                  </a:lnTo>
                  <a:lnTo>
                    <a:pt x="4418371" y="101403"/>
                  </a:lnTo>
                  <a:lnTo>
                    <a:pt x="4329129" y="118800"/>
                  </a:lnTo>
                  <a:lnTo>
                    <a:pt x="4246749" y="137875"/>
                  </a:lnTo>
                  <a:lnTo>
                    <a:pt x="4170862" y="158816"/>
                  </a:lnTo>
                  <a:lnTo>
                    <a:pt x="4100896" y="181849"/>
                  </a:lnTo>
                  <a:lnTo>
                    <a:pt x="4036156" y="207226"/>
                  </a:lnTo>
                  <a:lnTo>
                    <a:pt x="3975893" y="235213"/>
                  </a:lnTo>
                  <a:lnTo>
                    <a:pt x="3919351" y="266064"/>
                  </a:lnTo>
                  <a:lnTo>
                    <a:pt x="3865802" y="299985"/>
                  </a:lnTo>
                  <a:lnTo>
                    <a:pt x="3820202" y="332780"/>
                  </a:lnTo>
                  <a:lnTo>
                    <a:pt x="3770578" y="372678"/>
                  </a:lnTo>
                  <a:lnTo>
                    <a:pt x="3722294" y="415805"/>
                  </a:lnTo>
                  <a:lnTo>
                    <a:pt x="3674949" y="462224"/>
                  </a:lnTo>
                  <a:lnTo>
                    <a:pt x="3628226" y="511932"/>
                  </a:lnTo>
                  <a:lnTo>
                    <a:pt x="3581880" y="564855"/>
                  </a:lnTo>
                  <a:lnTo>
                    <a:pt x="3535727" y="620838"/>
                  </a:lnTo>
                  <a:lnTo>
                    <a:pt x="3489639" y="679645"/>
                  </a:lnTo>
                  <a:lnTo>
                    <a:pt x="3443531" y="740954"/>
                  </a:lnTo>
                  <a:lnTo>
                    <a:pt x="3397358" y="804369"/>
                  </a:lnTo>
                  <a:lnTo>
                    <a:pt x="3351108" y="869421"/>
                  </a:lnTo>
                  <a:lnTo>
                    <a:pt x="3304794" y="935586"/>
                  </a:lnTo>
                  <a:lnTo>
                    <a:pt x="3258445" y="1002300"/>
                  </a:lnTo>
                  <a:lnTo>
                    <a:pt x="3212098" y="1068979"/>
                  </a:lnTo>
                  <a:lnTo>
                    <a:pt x="3165790" y="1135041"/>
                  </a:lnTo>
                  <a:lnTo>
                    <a:pt x="3119549" y="1199925"/>
                  </a:lnTo>
                  <a:lnTo>
                    <a:pt x="3073385" y="1263113"/>
                  </a:lnTo>
                  <a:lnTo>
                    <a:pt x="3027282" y="1324145"/>
                  </a:lnTo>
                  <a:lnTo>
                    <a:pt x="2981192" y="1382632"/>
                  </a:lnTo>
                  <a:lnTo>
                    <a:pt x="2935024" y="1438263"/>
                  </a:lnTo>
                  <a:lnTo>
                    <a:pt x="2888644" y="1490811"/>
                  </a:lnTo>
                  <a:lnTo>
                    <a:pt x="2841861" y="1540132"/>
                  </a:lnTo>
                  <a:lnTo>
                    <a:pt x="2794423" y="1586159"/>
                  </a:lnTo>
                  <a:lnTo>
                    <a:pt x="2746003" y="1628899"/>
                  </a:lnTo>
                  <a:lnTo>
                    <a:pt x="2702183" y="1663901"/>
                  </a:lnTo>
                  <a:lnTo>
                    <a:pt x="2650740" y="1700634"/>
                  </a:lnTo>
                  <a:lnTo>
                    <a:pt x="2596891" y="1734205"/>
                  </a:lnTo>
                  <a:lnTo>
                    <a:pt x="2539971" y="1764726"/>
                  </a:lnTo>
                  <a:lnTo>
                    <a:pt x="2479247" y="1792408"/>
                  </a:lnTo>
                  <a:lnTo>
                    <a:pt x="2413961" y="1817511"/>
                  </a:lnTo>
                  <a:lnTo>
                    <a:pt x="2343367" y="1840298"/>
                  </a:lnTo>
                  <a:lnTo>
                    <a:pt x="2266782" y="1861021"/>
                  </a:lnTo>
                  <a:lnTo>
                    <a:pt x="2183651" y="1879900"/>
                  </a:lnTo>
                  <a:lnTo>
                    <a:pt x="2093634" y="1897120"/>
                  </a:lnTo>
                  <a:lnTo>
                    <a:pt x="1996715" y="1912822"/>
                  </a:lnTo>
                  <a:lnTo>
                    <a:pt x="1893339" y="1927106"/>
                  </a:lnTo>
                  <a:lnTo>
                    <a:pt x="1784551" y="1940029"/>
                  </a:lnTo>
                  <a:lnTo>
                    <a:pt x="1672117" y="1951608"/>
                  </a:lnTo>
                  <a:lnTo>
                    <a:pt x="1558590" y="1961831"/>
                  </a:lnTo>
                  <a:lnTo>
                    <a:pt x="1447258" y="1970671"/>
                  </a:lnTo>
                  <a:lnTo>
                    <a:pt x="1341936" y="1978102"/>
                  </a:lnTo>
                  <a:lnTo>
                    <a:pt x="1246579" y="1984122"/>
                  </a:lnTo>
                  <a:lnTo>
                    <a:pt x="1164753" y="1988774"/>
                  </a:lnTo>
                  <a:lnTo>
                    <a:pt x="1099068" y="1992153"/>
                  </a:lnTo>
                  <a:lnTo>
                    <a:pt x="1050698" y="1994415"/>
                  </a:lnTo>
                  <a:lnTo>
                    <a:pt x="1019113" y="1995762"/>
                  </a:lnTo>
                  <a:lnTo>
                    <a:pt x="1002057" y="1996428"/>
                  </a:lnTo>
                  <a:lnTo>
                    <a:pt x="995720" y="1996655"/>
                  </a:lnTo>
                  <a:lnTo>
                    <a:pt x="994940" y="1996681"/>
                  </a:lnTo>
                  <a:lnTo>
                    <a:pt x="0" y="1996681"/>
                  </a:lnTo>
                  <a:close/>
                </a:path>
              </a:pathLst>
            </a:custGeom>
            <a:solidFill>
              <a:srgbClr val="6FA8D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79" name="pl1878"/>
            <p:cNvSpPr/>
            <p:nvPr/>
          </p:nvSpPr>
          <p:spPr>
            <a:xfrm>
              <a:off x="1199187" y="4014161"/>
              <a:ext cx="12049831" cy="1996681"/>
            </a:xfrm>
            <a:custGeom>
              <a:avLst/>
              <a:pathLst>
                <a:path w="12049831" h="1996681">
                  <a:moveTo>
                    <a:pt x="0" y="1996681"/>
                  </a:moveTo>
                  <a:lnTo>
                    <a:pt x="994940" y="1996681"/>
                  </a:lnTo>
                  <a:lnTo>
                    <a:pt x="996045" y="1996644"/>
                  </a:lnTo>
                  <a:lnTo>
                    <a:pt x="1003346" y="1996380"/>
                  </a:lnTo>
                  <a:lnTo>
                    <a:pt x="1021859" y="1995650"/>
                  </a:lnTo>
                  <a:lnTo>
                    <a:pt x="1055235" y="1994212"/>
                  </a:lnTo>
                  <a:lnTo>
                    <a:pt x="1105541" y="1991835"/>
                  </a:lnTo>
                  <a:lnTo>
                    <a:pt x="1173113" y="1988321"/>
                  </a:lnTo>
                  <a:lnTo>
                    <a:pt x="1256599" y="1983520"/>
                  </a:lnTo>
                  <a:lnTo>
                    <a:pt x="1353256" y="1977343"/>
                  </a:lnTo>
                  <a:lnTo>
                    <a:pt x="1459445" y="1969755"/>
                  </a:lnTo>
                  <a:lnTo>
                    <a:pt x="1571204" y="1960759"/>
                  </a:lnTo>
                  <a:lnTo>
                    <a:pt x="1684760" y="1950384"/>
                  </a:lnTo>
                  <a:lnTo>
                    <a:pt x="1796900" y="1938655"/>
                  </a:lnTo>
                  <a:lnTo>
                    <a:pt x="1905158" y="1925582"/>
                  </a:lnTo>
                  <a:lnTo>
                    <a:pt x="2007853" y="1911143"/>
                  </a:lnTo>
                  <a:lnTo>
                    <a:pt x="2104014" y="1895277"/>
                  </a:lnTo>
                  <a:lnTo>
                    <a:pt x="2193256" y="1877881"/>
                  </a:lnTo>
                  <a:lnTo>
                    <a:pt x="2275636" y="1858806"/>
                  </a:lnTo>
                  <a:lnTo>
                    <a:pt x="2351523" y="1837864"/>
                  </a:lnTo>
                  <a:lnTo>
                    <a:pt x="2421489" y="1814832"/>
                  </a:lnTo>
                  <a:lnTo>
                    <a:pt x="2486229" y="1789455"/>
                  </a:lnTo>
                  <a:lnTo>
                    <a:pt x="2546492" y="1761468"/>
                  </a:lnTo>
                  <a:lnTo>
                    <a:pt x="2603034" y="1730616"/>
                  </a:lnTo>
                  <a:lnTo>
                    <a:pt x="2656583" y="1696696"/>
                  </a:lnTo>
                  <a:lnTo>
                    <a:pt x="2702183" y="1663901"/>
                  </a:lnTo>
                  <a:lnTo>
                    <a:pt x="2751807" y="1624002"/>
                  </a:lnTo>
                  <a:lnTo>
                    <a:pt x="2800091" y="1580875"/>
                  </a:lnTo>
                  <a:lnTo>
                    <a:pt x="2847436" y="1534457"/>
                  </a:lnTo>
                  <a:lnTo>
                    <a:pt x="2894159" y="1484748"/>
                  </a:lnTo>
                  <a:lnTo>
                    <a:pt x="2940505" y="1431825"/>
                  </a:lnTo>
                  <a:lnTo>
                    <a:pt x="2986658" y="1375842"/>
                  </a:lnTo>
                  <a:lnTo>
                    <a:pt x="3032746" y="1317036"/>
                  </a:lnTo>
                  <a:lnTo>
                    <a:pt x="3078854" y="1255727"/>
                  </a:lnTo>
                  <a:lnTo>
                    <a:pt x="3125027" y="1192312"/>
                  </a:lnTo>
                  <a:lnTo>
                    <a:pt x="3171277" y="1127260"/>
                  </a:lnTo>
                  <a:lnTo>
                    <a:pt x="3217591" y="1061095"/>
                  </a:lnTo>
                  <a:lnTo>
                    <a:pt x="3263940" y="994381"/>
                  </a:lnTo>
                  <a:lnTo>
                    <a:pt x="3310287" y="927702"/>
                  </a:lnTo>
                  <a:lnTo>
                    <a:pt x="3356595" y="861640"/>
                  </a:lnTo>
                  <a:lnTo>
                    <a:pt x="3402836" y="796756"/>
                  </a:lnTo>
                  <a:lnTo>
                    <a:pt x="3449000" y="733567"/>
                  </a:lnTo>
                  <a:lnTo>
                    <a:pt x="3495103" y="672535"/>
                  </a:lnTo>
                  <a:lnTo>
                    <a:pt x="3541193" y="614049"/>
                  </a:lnTo>
                  <a:lnTo>
                    <a:pt x="3587361" y="558417"/>
                  </a:lnTo>
                  <a:lnTo>
                    <a:pt x="3633741" y="505869"/>
                  </a:lnTo>
                  <a:lnTo>
                    <a:pt x="3680524" y="456548"/>
                  </a:lnTo>
                  <a:lnTo>
                    <a:pt x="3727962" y="410521"/>
                  </a:lnTo>
                  <a:lnTo>
                    <a:pt x="3776382" y="367782"/>
                  </a:lnTo>
                  <a:lnTo>
                    <a:pt x="3820202" y="332780"/>
                  </a:lnTo>
                  <a:lnTo>
                    <a:pt x="3871645" y="296047"/>
                  </a:lnTo>
                  <a:lnTo>
                    <a:pt x="3925494" y="262476"/>
                  </a:lnTo>
                  <a:lnTo>
                    <a:pt x="3982414" y="231955"/>
                  </a:lnTo>
                  <a:lnTo>
                    <a:pt x="4043138" y="204272"/>
                  </a:lnTo>
                  <a:lnTo>
                    <a:pt x="4108424" y="179170"/>
                  </a:lnTo>
                  <a:lnTo>
                    <a:pt x="4179018" y="156382"/>
                  </a:lnTo>
                  <a:lnTo>
                    <a:pt x="4255603" y="135659"/>
                  </a:lnTo>
                  <a:lnTo>
                    <a:pt x="4338734" y="116780"/>
                  </a:lnTo>
                  <a:lnTo>
                    <a:pt x="4428751" y="99561"/>
                  </a:lnTo>
                  <a:lnTo>
                    <a:pt x="4525670" y="83859"/>
                  </a:lnTo>
                  <a:lnTo>
                    <a:pt x="4629046" y="69574"/>
                  </a:lnTo>
                  <a:lnTo>
                    <a:pt x="4737834" y="56652"/>
                  </a:lnTo>
                  <a:lnTo>
                    <a:pt x="4850268" y="45073"/>
                  </a:lnTo>
                  <a:lnTo>
                    <a:pt x="4963795" y="34850"/>
                  </a:lnTo>
                  <a:lnTo>
                    <a:pt x="5075127" y="26010"/>
                  </a:lnTo>
                  <a:lnTo>
                    <a:pt x="5180449" y="18579"/>
                  </a:lnTo>
                  <a:lnTo>
                    <a:pt x="5275806" y="12558"/>
                  </a:lnTo>
                  <a:lnTo>
                    <a:pt x="5357632" y="7907"/>
                  </a:lnTo>
                  <a:lnTo>
                    <a:pt x="5423317" y="4527"/>
                  </a:lnTo>
                  <a:lnTo>
                    <a:pt x="5471687" y="2265"/>
                  </a:lnTo>
                  <a:lnTo>
                    <a:pt x="5503272" y="918"/>
                  </a:lnTo>
                  <a:lnTo>
                    <a:pt x="5520328" y="253"/>
                  </a:lnTo>
                  <a:lnTo>
                    <a:pt x="5526665" y="25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93" y="36"/>
                  </a:lnTo>
                  <a:lnTo>
                    <a:pt x="6530803" y="293"/>
                  </a:lnTo>
                  <a:lnTo>
                    <a:pt x="6549341" y="1005"/>
                  </a:lnTo>
                  <a:lnTo>
                    <a:pt x="6582760" y="2407"/>
                  </a:lnTo>
                  <a:lnTo>
                    <a:pt x="6633127" y="4725"/>
                  </a:lnTo>
                  <a:lnTo>
                    <a:pt x="6700775" y="8152"/>
                  </a:lnTo>
                  <a:lnTo>
                    <a:pt x="6784346" y="12833"/>
                  </a:lnTo>
                  <a:lnTo>
                    <a:pt x="6881089" y="18855"/>
                  </a:lnTo>
                  <a:lnTo>
                    <a:pt x="6987360" y="26254"/>
                  </a:lnTo>
                  <a:lnTo>
                    <a:pt x="7099188" y="35023"/>
                  </a:lnTo>
                  <a:lnTo>
                    <a:pt x="7212798" y="45138"/>
                  </a:lnTo>
                  <a:lnTo>
                    <a:pt x="7324975" y="56572"/>
                  </a:lnTo>
                  <a:lnTo>
                    <a:pt x="7433256" y="69315"/>
                  </a:lnTo>
                  <a:lnTo>
                    <a:pt x="7535960" y="83390"/>
                  </a:lnTo>
                  <a:lnTo>
                    <a:pt x="7632120" y="98857"/>
                  </a:lnTo>
                  <a:lnTo>
                    <a:pt x="7721353" y="115817"/>
                  </a:lnTo>
                  <a:lnTo>
                    <a:pt x="7803719" y="134413"/>
                  </a:lnTo>
                  <a:lnTo>
                    <a:pt x="7879590" y="154830"/>
                  </a:lnTo>
                  <a:lnTo>
                    <a:pt x="7949541" y="177288"/>
                  </a:lnTo>
                  <a:lnTo>
                    <a:pt x="8014267" y="202033"/>
                  </a:lnTo>
                  <a:lnTo>
                    <a:pt x="8074518" y="229324"/>
                  </a:lnTo>
                  <a:lnTo>
                    <a:pt x="8131053" y="259410"/>
                  </a:lnTo>
                  <a:lnTo>
                    <a:pt x="8184599" y="292489"/>
                  </a:lnTo>
                  <a:lnTo>
                    <a:pt x="8229629" y="324045"/>
                  </a:lnTo>
                  <a:lnTo>
                    <a:pt x="8279631" y="363210"/>
                  </a:lnTo>
                  <a:lnTo>
                    <a:pt x="8328276" y="405567"/>
                  </a:lnTo>
                  <a:lnTo>
                    <a:pt x="8375973" y="451180"/>
                  </a:lnTo>
                  <a:lnTo>
                    <a:pt x="8423045" y="500045"/>
                  </a:lnTo>
                  <a:lnTo>
                    <a:pt x="8469740" y="552086"/>
                  </a:lnTo>
                  <a:lnTo>
                    <a:pt x="8516245" y="607144"/>
                  </a:lnTo>
                  <a:lnTo>
                    <a:pt x="8562689" y="664982"/>
                  </a:lnTo>
                  <a:lnTo>
                    <a:pt x="8609158" y="725276"/>
                  </a:lnTo>
                  <a:lnTo>
                    <a:pt x="8655693" y="787624"/>
                  </a:lnTo>
                  <a:lnTo>
                    <a:pt x="8702306" y="851557"/>
                  </a:lnTo>
                  <a:lnTo>
                    <a:pt x="8748983" y="916549"/>
                  </a:lnTo>
                  <a:lnTo>
                    <a:pt x="8795692" y="982035"/>
                  </a:lnTo>
                  <a:lnTo>
                    <a:pt x="8842396" y="1047432"/>
                  </a:lnTo>
                  <a:lnTo>
                    <a:pt x="8889056" y="1112162"/>
                  </a:lnTo>
                  <a:lnTo>
                    <a:pt x="8935646" y="1175670"/>
                  </a:lnTo>
                  <a:lnTo>
                    <a:pt x="8982159" y="1237444"/>
                  </a:lnTo>
                  <a:lnTo>
                    <a:pt x="9028613" y="1297035"/>
                  </a:lnTo>
                  <a:lnTo>
                    <a:pt x="9075065" y="1354064"/>
                  </a:lnTo>
                  <a:lnTo>
                    <a:pt x="9121611" y="1408232"/>
                  </a:lnTo>
                  <a:lnTo>
                    <a:pt x="9168398" y="1459327"/>
                  </a:lnTo>
                  <a:lnTo>
                    <a:pt x="9215630" y="1507214"/>
                  </a:lnTo>
                  <a:lnTo>
                    <a:pt x="9263575" y="1551841"/>
                  </a:lnTo>
                  <a:lnTo>
                    <a:pt x="9312582" y="1593225"/>
                  </a:lnTo>
                  <a:lnTo>
                    <a:pt x="9347647" y="1620229"/>
                  </a:lnTo>
                  <a:lnTo>
                    <a:pt x="9399116" y="1656014"/>
                  </a:lnTo>
                  <a:lnTo>
                    <a:pt x="9452992" y="1688717"/>
                  </a:lnTo>
                  <a:lnTo>
                    <a:pt x="9509943" y="1718448"/>
                  </a:lnTo>
                  <a:lnTo>
                    <a:pt x="9570703" y="1745412"/>
                  </a:lnTo>
                  <a:lnTo>
                    <a:pt x="9636031" y="1769862"/>
                  </a:lnTo>
                  <a:lnTo>
                    <a:pt x="9706673" y="1792057"/>
                  </a:lnTo>
                  <a:lnTo>
                    <a:pt x="9783314" y="1812239"/>
                  </a:lnTo>
                  <a:lnTo>
                    <a:pt x="9866508" y="1830626"/>
                  </a:lnTo>
                  <a:lnTo>
                    <a:pt x="9956597" y="1847395"/>
                  </a:lnTo>
                  <a:lnTo>
                    <a:pt x="10053592" y="1862686"/>
                  </a:lnTo>
                  <a:lnTo>
                    <a:pt x="10157046" y="1876595"/>
                  </a:lnTo>
                  <a:lnTo>
                    <a:pt x="10265912" y="1889177"/>
                  </a:lnTo>
                  <a:lnTo>
                    <a:pt x="10378414" y="1900450"/>
                  </a:lnTo>
                  <a:lnTo>
                    <a:pt x="10491992" y="1910401"/>
                  </a:lnTo>
                  <a:lnTo>
                    <a:pt x="10603349" y="1919003"/>
                  </a:lnTo>
                  <a:lnTo>
                    <a:pt x="10708661" y="1926233"/>
                  </a:lnTo>
                  <a:lnTo>
                    <a:pt x="10803971" y="1932087"/>
                  </a:lnTo>
                  <a:lnTo>
                    <a:pt x="10885710" y="1936608"/>
                  </a:lnTo>
                  <a:lnTo>
                    <a:pt x="10951276" y="1939890"/>
                  </a:lnTo>
                  <a:lnTo>
                    <a:pt x="10999509" y="1942085"/>
                  </a:lnTo>
                  <a:lnTo>
                    <a:pt x="11030954" y="1943389"/>
                  </a:lnTo>
                  <a:lnTo>
                    <a:pt x="11047887" y="1944032"/>
                  </a:lnTo>
                  <a:lnTo>
                    <a:pt x="11054139" y="1944250"/>
                  </a:lnTo>
                  <a:lnTo>
                    <a:pt x="11054891" y="1944275"/>
                  </a:lnTo>
                  <a:lnTo>
                    <a:pt x="12049831" y="1944275"/>
                  </a:lnTo>
                  <a:lnTo>
                    <a:pt x="12049831" y="19442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0" name="pl1879"/>
            <p:cNvSpPr/>
            <p:nvPr/>
          </p:nvSpPr>
          <p:spPr>
            <a:xfrm>
              <a:off x="1199187" y="4008920"/>
              <a:ext cx="12049831" cy="1996681"/>
            </a:xfrm>
            <a:custGeom>
              <a:avLst/>
              <a:pathLst>
                <a:path w="12049831" h="1996681">
                  <a:moveTo>
                    <a:pt x="12049831" y="1944275"/>
                  </a:moveTo>
                  <a:lnTo>
                    <a:pt x="11054891" y="1944275"/>
                  </a:lnTo>
                  <a:lnTo>
                    <a:pt x="11053784" y="1944239"/>
                  </a:lnTo>
                  <a:lnTo>
                    <a:pt x="11046474" y="1943981"/>
                  </a:lnTo>
                  <a:lnTo>
                    <a:pt x="11027935" y="1943270"/>
                  </a:lnTo>
                  <a:lnTo>
                    <a:pt x="10994517" y="1941867"/>
                  </a:lnTo>
                  <a:lnTo>
                    <a:pt x="10944149" y="1939549"/>
                  </a:lnTo>
                  <a:lnTo>
                    <a:pt x="10876501" y="1936122"/>
                  </a:lnTo>
                  <a:lnTo>
                    <a:pt x="10792930" y="1931442"/>
                  </a:lnTo>
                  <a:lnTo>
                    <a:pt x="10696187" y="1925419"/>
                  </a:lnTo>
                  <a:lnTo>
                    <a:pt x="10589917" y="1918020"/>
                  </a:lnTo>
                  <a:lnTo>
                    <a:pt x="10478089" y="1909251"/>
                  </a:lnTo>
                  <a:lnTo>
                    <a:pt x="10364479" y="1899136"/>
                  </a:lnTo>
                  <a:lnTo>
                    <a:pt x="10252302" y="1887703"/>
                  </a:lnTo>
                  <a:lnTo>
                    <a:pt x="10144021" y="1874959"/>
                  </a:lnTo>
                  <a:lnTo>
                    <a:pt x="10041317" y="1860884"/>
                  </a:lnTo>
                  <a:lnTo>
                    <a:pt x="9945156" y="1845417"/>
                  </a:lnTo>
                  <a:lnTo>
                    <a:pt x="9855923" y="1828458"/>
                  </a:lnTo>
                  <a:lnTo>
                    <a:pt x="9773557" y="1809861"/>
                  </a:lnTo>
                  <a:lnTo>
                    <a:pt x="9697686" y="1789444"/>
                  </a:lnTo>
                  <a:lnTo>
                    <a:pt x="9627735" y="1766986"/>
                  </a:lnTo>
                  <a:lnTo>
                    <a:pt x="9563009" y="1742241"/>
                  </a:lnTo>
                  <a:lnTo>
                    <a:pt x="9502758" y="1714950"/>
                  </a:lnTo>
                  <a:lnTo>
                    <a:pt x="9446223" y="1684864"/>
                  </a:lnTo>
                  <a:lnTo>
                    <a:pt x="9392677" y="1651785"/>
                  </a:lnTo>
                  <a:lnTo>
                    <a:pt x="9347647" y="1620229"/>
                  </a:lnTo>
                  <a:lnTo>
                    <a:pt x="9297645" y="1581064"/>
                  </a:lnTo>
                  <a:lnTo>
                    <a:pt x="9249001" y="1538707"/>
                  </a:lnTo>
                  <a:lnTo>
                    <a:pt x="9201304" y="1493094"/>
                  </a:lnTo>
                  <a:lnTo>
                    <a:pt x="9154232" y="1444229"/>
                  </a:lnTo>
                  <a:lnTo>
                    <a:pt x="9107536" y="1392189"/>
                  </a:lnTo>
                  <a:lnTo>
                    <a:pt x="9061032" y="1337130"/>
                  </a:lnTo>
                  <a:lnTo>
                    <a:pt x="9014587" y="1279292"/>
                  </a:lnTo>
                  <a:lnTo>
                    <a:pt x="8968119" y="1218999"/>
                  </a:lnTo>
                  <a:lnTo>
                    <a:pt x="8921584" y="1156650"/>
                  </a:lnTo>
                  <a:lnTo>
                    <a:pt x="8874970" y="1092717"/>
                  </a:lnTo>
                  <a:lnTo>
                    <a:pt x="8828294" y="1027726"/>
                  </a:lnTo>
                  <a:lnTo>
                    <a:pt x="8781584" y="962240"/>
                  </a:lnTo>
                  <a:lnTo>
                    <a:pt x="8734881" y="896842"/>
                  </a:lnTo>
                  <a:lnTo>
                    <a:pt x="8688221" y="832112"/>
                  </a:lnTo>
                  <a:lnTo>
                    <a:pt x="8641631" y="768604"/>
                  </a:lnTo>
                  <a:lnTo>
                    <a:pt x="8595118" y="706830"/>
                  </a:lnTo>
                  <a:lnTo>
                    <a:pt x="8548663" y="647239"/>
                  </a:lnTo>
                  <a:lnTo>
                    <a:pt x="8502211" y="590211"/>
                  </a:lnTo>
                  <a:lnTo>
                    <a:pt x="8455665" y="536042"/>
                  </a:lnTo>
                  <a:lnTo>
                    <a:pt x="8408878" y="484948"/>
                  </a:lnTo>
                  <a:lnTo>
                    <a:pt x="8361647" y="437060"/>
                  </a:lnTo>
                  <a:lnTo>
                    <a:pt x="8313701" y="392433"/>
                  </a:lnTo>
                  <a:lnTo>
                    <a:pt x="8264695" y="351050"/>
                  </a:lnTo>
                  <a:lnTo>
                    <a:pt x="8229629" y="324045"/>
                  </a:lnTo>
                  <a:lnTo>
                    <a:pt x="8178161" y="288260"/>
                  </a:lnTo>
                  <a:lnTo>
                    <a:pt x="8124285" y="255557"/>
                  </a:lnTo>
                  <a:lnTo>
                    <a:pt x="8067333" y="225827"/>
                  </a:lnTo>
                  <a:lnTo>
                    <a:pt x="8006574" y="198862"/>
                  </a:lnTo>
                  <a:lnTo>
                    <a:pt x="7941246" y="174412"/>
                  </a:lnTo>
                  <a:lnTo>
                    <a:pt x="7870603" y="152217"/>
                  </a:lnTo>
                  <a:lnTo>
                    <a:pt x="7793963" y="132035"/>
                  </a:lnTo>
                  <a:lnTo>
                    <a:pt x="7710768" y="113649"/>
                  </a:lnTo>
                  <a:lnTo>
                    <a:pt x="7620680" y="96879"/>
                  </a:lnTo>
                  <a:lnTo>
                    <a:pt x="7523685" y="81588"/>
                  </a:lnTo>
                  <a:lnTo>
                    <a:pt x="7420230" y="67679"/>
                  </a:lnTo>
                  <a:lnTo>
                    <a:pt x="7311365" y="55097"/>
                  </a:lnTo>
                  <a:lnTo>
                    <a:pt x="7198863" y="43824"/>
                  </a:lnTo>
                  <a:lnTo>
                    <a:pt x="7085285" y="33873"/>
                  </a:lnTo>
                  <a:lnTo>
                    <a:pt x="6973928" y="25271"/>
                  </a:lnTo>
                  <a:lnTo>
                    <a:pt x="6868615" y="18042"/>
                  </a:lnTo>
                  <a:lnTo>
                    <a:pt x="6773306" y="12187"/>
                  </a:lnTo>
                  <a:lnTo>
                    <a:pt x="6691567" y="7666"/>
                  </a:lnTo>
                  <a:lnTo>
                    <a:pt x="6626000" y="4384"/>
                  </a:lnTo>
                  <a:lnTo>
                    <a:pt x="6577768" y="2190"/>
                  </a:lnTo>
                  <a:lnTo>
                    <a:pt x="6546322" y="885"/>
                  </a:lnTo>
                  <a:lnTo>
                    <a:pt x="6529389" y="242"/>
                  </a:lnTo>
                  <a:lnTo>
                    <a:pt x="6523137" y="2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0" y="37"/>
                  </a:lnTo>
                  <a:lnTo>
                    <a:pt x="5519039" y="301"/>
                  </a:lnTo>
                  <a:lnTo>
                    <a:pt x="5500526" y="1030"/>
                  </a:lnTo>
                  <a:lnTo>
                    <a:pt x="5467150" y="2468"/>
                  </a:lnTo>
                  <a:lnTo>
                    <a:pt x="5416844" y="4845"/>
                  </a:lnTo>
                  <a:lnTo>
                    <a:pt x="5349272" y="8360"/>
                  </a:lnTo>
                  <a:lnTo>
                    <a:pt x="5265786" y="13160"/>
                  </a:lnTo>
                  <a:lnTo>
                    <a:pt x="5169129" y="19337"/>
                  </a:lnTo>
                  <a:lnTo>
                    <a:pt x="5062940" y="26926"/>
                  </a:lnTo>
                  <a:lnTo>
                    <a:pt x="4951181" y="35921"/>
                  </a:lnTo>
                  <a:lnTo>
                    <a:pt x="4837625" y="46297"/>
                  </a:lnTo>
                  <a:lnTo>
                    <a:pt x="4725485" y="58026"/>
                  </a:lnTo>
                  <a:lnTo>
                    <a:pt x="4617227" y="71099"/>
                  </a:lnTo>
                  <a:lnTo>
                    <a:pt x="4514532" y="85538"/>
                  </a:lnTo>
                  <a:lnTo>
                    <a:pt x="4418371" y="101403"/>
                  </a:lnTo>
                  <a:lnTo>
                    <a:pt x="4329129" y="118800"/>
                  </a:lnTo>
                  <a:lnTo>
                    <a:pt x="4246749" y="137875"/>
                  </a:lnTo>
                  <a:lnTo>
                    <a:pt x="4170862" y="158816"/>
                  </a:lnTo>
                  <a:lnTo>
                    <a:pt x="4100896" y="181849"/>
                  </a:lnTo>
                  <a:lnTo>
                    <a:pt x="4036156" y="207226"/>
                  </a:lnTo>
                  <a:lnTo>
                    <a:pt x="3975893" y="235213"/>
                  </a:lnTo>
                  <a:lnTo>
                    <a:pt x="3919351" y="266064"/>
                  </a:lnTo>
                  <a:lnTo>
                    <a:pt x="3865802" y="299985"/>
                  </a:lnTo>
                  <a:lnTo>
                    <a:pt x="3820202" y="332780"/>
                  </a:lnTo>
                  <a:lnTo>
                    <a:pt x="3770578" y="372678"/>
                  </a:lnTo>
                  <a:lnTo>
                    <a:pt x="3722294" y="415805"/>
                  </a:lnTo>
                  <a:lnTo>
                    <a:pt x="3674949" y="462224"/>
                  </a:lnTo>
                  <a:lnTo>
                    <a:pt x="3628226" y="511932"/>
                  </a:lnTo>
                  <a:lnTo>
                    <a:pt x="3581880" y="564855"/>
                  </a:lnTo>
                  <a:lnTo>
                    <a:pt x="3535727" y="620838"/>
                  </a:lnTo>
                  <a:lnTo>
                    <a:pt x="3489639" y="679645"/>
                  </a:lnTo>
                  <a:lnTo>
                    <a:pt x="3443531" y="740954"/>
                  </a:lnTo>
                  <a:lnTo>
                    <a:pt x="3397358" y="804369"/>
                  </a:lnTo>
                  <a:lnTo>
                    <a:pt x="3351108" y="869421"/>
                  </a:lnTo>
                  <a:lnTo>
                    <a:pt x="3304794" y="935586"/>
                  </a:lnTo>
                  <a:lnTo>
                    <a:pt x="3258445" y="1002300"/>
                  </a:lnTo>
                  <a:lnTo>
                    <a:pt x="3212098" y="1068979"/>
                  </a:lnTo>
                  <a:lnTo>
                    <a:pt x="3165790" y="1135041"/>
                  </a:lnTo>
                  <a:lnTo>
                    <a:pt x="3119549" y="1199925"/>
                  </a:lnTo>
                  <a:lnTo>
                    <a:pt x="3073385" y="1263113"/>
                  </a:lnTo>
                  <a:lnTo>
                    <a:pt x="3027282" y="1324145"/>
                  </a:lnTo>
                  <a:lnTo>
                    <a:pt x="2981192" y="1382632"/>
                  </a:lnTo>
                  <a:lnTo>
                    <a:pt x="2935024" y="1438263"/>
                  </a:lnTo>
                  <a:lnTo>
                    <a:pt x="2888644" y="1490811"/>
                  </a:lnTo>
                  <a:lnTo>
                    <a:pt x="2841861" y="1540132"/>
                  </a:lnTo>
                  <a:lnTo>
                    <a:pt x="2794423" y="1586159"/>
                  </a:lnTo>
                  <a:lnTo>
                    <a:pt x="2746003" y="1628899"/>
                  </a:lnTo>
                  <a:lnTo>
                    <a:pt x="2702183" y="1663901"/>
                  </a:lnTo>
                  <a:lnTo>
                    <a:pt x="2650740" y="1700634"/>
                  </a:lnTo>
                  <a:lnTo>
                    <a:pt x="2596891" y="1734205"/>
                  </a:lnTo>
                  <a:lnTo>
                    <a:pt x="2539971" y="1764726"/>
                  </a:lnTo>
                  <a:lnTo>
                    <a:pt x="2479247" y="1792408"/>
                  </a:lnTo>
                  <a:lnTo>
                    <a:pt x="2413961" y="1817511"/>
                  </a:lnTo>
                  <a:lnTo>
                    <a:pt x="2343367" y="1840298"/>
                  </a:lnTo>
                  <a:lnTo>
                    <a:pt x="2266782" y="1861021"/>
                  </a:lnTo>
                  <a:lnTo>
                    <a:pt x="2183651" y="1879900"/>
                  </a:lnTo>
                  <a:lnTo>
                    <a:pt x="2093634" y="1897120"/>
                  </a:lnTo>
                  <a:lnTo>
                    <a:pt x="1996715" y="1912822"/>
                  </a:lnTo>
                  <a:lnTo>
                    <a:pt x="1893339" y="1927106"/>
                  </a:lnTo>
                  <a:lnTo>
                    <a:pt x="1784551" y="1940029"/>
                  </a:lnTo>
                  <a:lnTo>
                    <a:pt x="1672117" y="1951608"/>
                  </a:lnTo>
                  <a:lnTo>
                    <a:pt x="1558590" y="1961831"/>
                  </a:lnTo>
                  <a:lnTo>
                    <a:pt x="1447258" y="1970671"/>
                  </a:lnTo>
                  <a:lnTo>
                    <a:pt x="1341936" y="1978102"/>
                  </a:lnTo>
                  <a:lnTo>
                    <a:pt x="1246579" y="1984122"/>
                  </a:lnTo>
                  <a:lnTo>
                    <a:pt x="1164753" y="1988774"/>
                  </a:lnTo>
                  <a:lnTo>
                    <a:pt x="1099068" y="1992153"/>
                  </a:lnTo>
                  <a:lnTo>
                    <a:pt x="1050698" y="1994415"/>
                  </a:lnTo>
                  <a:lnTo>
                    <a:pt x="1019113" y="1995762"/>
                  </a:lnTo>
                  <a:lnTo>
                    <a:pt x="1002057" y="1996428"/>
                  </a:lnTo>
                  <a:lnTo>
                    <a:pt x="995720" y="1996655"/>
                  </a:lnTo>
                  <a:lnTo>
                    <a:pt x="994940" y="1996681"/>
                  </a:lnTo>
                  <a:lnTo>
                    <a:pt x="0" y="1996681"/>
                  </a:lnTo>
                  <a:lnTo>
                    <a:pt x="0" y="19966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1" name="pg1880"/>
            <p:cNvSpPr/>
            <p:nvPr/>
          </p:nvSpPr>
          <p:spPr>
            <a:xfrm>
              <a:off x="1199187" y="4302396"/>
              <a:ext cx="12049831" cy="1713687"/>
            </a:xfrm>
            <a:custGeom>
              <a:avLst/>
              <a:pathLst>
                <a:path w="12049831" h="1713687">
                  <a:moveTo>
                    <a:pt x="0" y="1713687"/>
                  </a:moveTo>
                  <a:lnTo>
                    <a:pt x="994940" y="1713687"/>
                  </a:lnTo>
                  <a:lnTo>
                    <a:pt x="996071" y="1713671"/>
                  </a:lnTo>
                  <a:lnTo>
                    <a:pt x="1003535" y="1713558"/>
                  </a:lnTo>
                  <a:lnTo>
                    <a:pt x="1022452" y="1713247"/>
                  </a:lnTo>
                  <a:lnTo>
                    <a:pt x="1056526" y="1712632"/>
                  </a:lnTo>
                  <a:lnTo>
                    <a:pt x="1107828" y="1711617"/>
                  </a:lnTo>
                  <a:lnTo>
                    <a:pt x="1176638" y="1710117"/>
                  </a:lnTo>
                  <a:lnTo>
                    <a:pt x="1261505" y="1708070"/>
                  </a:lnTo>
                  <a:lnTo>
                    <a:pt x="1359565" y="1705439"/>
                  </a:lnTo>
                  <a:lnTo>
                    <a:pt x="1467060" y="1702208"/>
                  </a:lnTo>
                  <a:lnTo>
                    <a:pt x="1579933" y="1698383"/>
                  </a:lnTo>
                  <a:lnTo>
                    <a:pt x="1694357" y="1693973"/>
                  </a:lnTo>
                  <a:lnTo>
                    <a:pt x="1807101" y="1688990"/>
                  </a:lnTo>
                  <a:lnTo>
                    <a:pt x="1915714" y="1683438"/>
                  </a:lnTo>
                  <a:lnTo>
                    <a:pt x="2018549" y="1677305"/>
                  </a:lnTo>
                  <a:lnTo>
                    <a:pt x="2114682" y="1670563"/>
                  </a:lnTo>
                  <a:lnTo>
                    <a:pt x="2203776" y="1663167"/>
                  </a:lnTo>
                  <a:lnTo>
                    <a:pt x="2285933" y="1655050"/>
                  </a:lnTo>
                  <a:lnTo>
                    <a:pt x="2361563" y="1646131"/>
                  </a:lnTo>
                  <a:lnTo>
                    <a:pt x="2431274" y="1636311"/>
                  </a:lnTo>
                  <a:lnTo>
                    <a:pt x="2495787" y="1625481"/>
                  </a:lnTo>
                  <a:lnTo>
                    <a:pt x="2555871" y="1613528"/>
                  </a:lnTo>
                  <a:lnTo>
                    <a:pt x="2612301" y="1600345"/>
                  </a:lnTo>
                  <a:lnTo>
                    <a:pt x="2665810" y="1585850"/>
                  </a:lnTo>
                  <a:lnTo>
                    <a:pt x="2702183" y="1574810"/>
                  </a:lnTo>
                  <a:lnTo>
                    <a:pt x="2760585" y="1555020"/>
                  </a:lnTo>
                  <a:lnTo>
                    <a:pt x="2817226" y="1533346"/>
                  </a:lnTo>
                  <a:lnTo>
                    <a:pt x="2872729" y="1509756"/>
                  </a:lnTo>
                  <a:lnTo>
                    <a:pt x="2927558" y="1484274"/>
                  </a:lnTo>
                  <a:lnTo>
                    <a:pt x="2982051" y="1456986"/>
                  </a:lnTo>
                  <a:lnTo>
                    <a:pt x="3036438" y="1428043"/>
                  </a:lnTo>
                  <a:lnTo>
                    <a:pt x="3090857" y="1397663"/>
                  </a:lnTo>
                  <a:lnTo>
                    <a:pt x="3145374" y="1366129"/>
                  </a:lnTo>
                  <a:lnTo>
                    <a:pt x="3199992" y="1333774"/>
                  </a:lnTo>
                  <a:lnTo>
                    <a:pt x="3254677" y="1300975"/>
                  </a:lnTo>
                  <a:lnTo>
                    <a:pt x="3309368" y="1268127"/>
                  </a:lnTo>
                  <a:lnTo>
                    <a:pt x="3364007" y="1235632"/>
                  </a:lnTo>
                  <a:lnTo>
                    <a:pt x="3418549" y="1203870"/>
                  </a:lnTo>
                  <a:lnTo>
                    <a:pt x="3472989" y="1173187"/>
                  </a:lnTo>
                  <a:lnTo>
                    <a:pt x="3527374" y="1143879"/>
                  </a:lnTo>
                  <a:lnTo>
                    <a:pt x="3581824" y="1116180"/>
                  </a:lnTo>
                  <a:lnTo>
                    <a:pt x="3636547" y="1090258"/>
                  </a:lnTo>
                  <a:lnTo>
                    <a:pt x="3691852" y="1066213"/>
                  </a:lnTo>
                  <a:lnTo>
                    <a:pt x="3748172" y="1044084"/>
                  </a:lnTo>
                  <a:lnTo>
                    <a:pt x="3806088" y="1023850"/>
                  </a:lnTo>
                  <a:lnTo>
                    <a:pt x="3820202" y="1019303"/>
                  </a:lnTo>
                  <a:lnTo>
                    <a:pt x="3872050" y="1003860"/>
                  </a:lnTo>
                  <a:lnTo>
                    <a:pt x="3926346" y="989758"/>
                  </a:lnTo>
                  <a:lnTo>
                    <a:pt x="3983771" y="976946"/>
                  </a:lnTo>
                  <a:lnTo>
                    <a:pt x="4045077" y="965335"/>
                  </a:lnTo>
                  <a:lnTo>
                    <a:pt x="4111040" y="954814"/>
                  </a:lnTo>
                  <a:lnTo>
                    <a:pt x="4182421" y="945270"/>
                  </a:lnTo>
                  <a:lnTo>
                    <a:pt x="4259915" y="936596"/>
                  </a:lnTo>
                  <a:lnTo>
                    <a:pt x="4344080" y="928699"/>
                  </a:lnTo>
                  <a:lnTo>
                    <a:pt x="4435250" y="921501"/>
                  </a:lnTo>
                  <a:lnTo>
                    <a:pt x="4533413" y="914942"/>
                  </a:lnTo>
                  <a:lnTo>
                    <a:pt x="4638074" y="908982"/>
                  </a:lnTo>
                  <a:lnTo>
                    <a:pt x="4748108" y="903598"/>
                  </a:lnTo>
                  <a:lnTo>
                    <a:pt x="4861637" y="898783"/>
                  </a:lnTo>
                  <a:lnTo>
                    <a:pt x="4975972" y="894544"/>
                  </a:lnTo>
                  <a:lnTo>
                    <a:pt x="5087680" y="890892"/>
                  </a:lnTo>
                  <a:lnTo>
                    <a:pt x="5192819" y="887838"/>
                  </a:lnTo>
                  <a:lnTo>
                    <a:pt x="5287360" y="885381"/>
                  </a:lnTo>
                  <a:lnTo>
                    <a:pt x="5367747" y="883500"/>
                  </a:lnTo>
                  <a:lnTo>
                    <a:pt x="5431485" y="882150"/>
                  </a:lnTo>
                  <a:lnTo>
                    <a:pt x="5477610" y="881262"/>
                  </a:lnTo>
                  <a:lnTo>
                    <a:pt x="5506934" y="880748"/>
                  </a:lnTo>
                  <a:lnTo>
                    <a:pt x="5522031" y="880506"/>
                  </a:lnTo>
                  <a:lnTo>
                    <a:pt x="5527041" y="880432"/>
                  </a:lnTo>
                  <a:lnTo>
                    <a:pt x="5527445" y="880426"/>
                  </a:lnTo>
                  <a:lnTo>
                    <a:pt x="6522385" y="880426"/>
                  </a:lnTo>
                  <a:lnTo>
                    <a:pt x="6523516" y="880409"/>
                  </a:lnTo>
                  <a:lnTo>
                    <a:pt x="6530976" y="880291"/>
                  </a:lnTo>
                  <a:lnTo>
                    <a:pt x="6549884" y="879964"/>
                  </a:lnTo>
                  <a:lnTo>
                    <a:pt x="6583943" y="879319"/>
                  </a:lnTo>
                  <a:lnTo>
                    <a:pt x="6635223" y="878253"/>
                  </a:lnTo>
                  <a:lnTo>
                    <a:pt x="6704005" y="876679"/>
                  </a:lnTo>
                  <a:lnTo>
                    <a:pt x="6788842" y="874530"/>
                  </a:lnTo>
                  <a:lnTo>
                    <a:pt x="6886870" y="871767"/>
                  </a:lnTo>
                  <a:lnTo>
                    <a:pt x="6994336" y="868376"/>
                  </a:lnTo>
                  <a:lnTo>
                    <a:pt x="7107185" y="864359"/>
                  </a:lnTo>
                  <a:lnTo>
                    <a:pt x="7221590" y="859729"/>
                  </a:lnTo>
                  <a:lnTo>
                    <a:pt x="7334321" y="854498"/>
                  </a:lnTo>
                  <a:lnTo>
                    <a:pt x="7442926" y="848669"/>
                  </a:lnTo>
                  <a:lnTo>
                    <a:pt x="7545759" y="842230"/>
                  </a:lnTo>
                  <a:lnTo>
                    <a:pt x="7641893" y="835152"/>
                  </a:lnTo>
                  <a:lnTo>
                    <a:pt x="7730990" y="827386"/>
                  </a:lnTo>
                  <a:lnTo>
                    <a:pt x="7813151" y="818865"/>
                  </a:lnTo>
                  <a:lnTo>
                    <a:pt x="7888787" y="809501"/>
                  </a:lnTo>
                  <a:lnTo>
                    <a:pt x="7958504" y="799192"/>
                  </a:lnTo>
                  <a:lnTo>
                    <a:pt x="8023022" y="787822"/>
                  </a:lnTo>
                  <a:lnTo>
                    <a:pt x="8083110" y="775274"/>
                  </a:lnTo>
                  <a:lnTo>
                    <a:pt x="8139542" y="761435"/>
                  </a:lnTo>
                  <a:lnTo>
                    <a:pt x="8193052" y="746220"/>
                  </a:lnTo>
                  <a:lnTo>
                    <a:pt x="8229629" y="734562"/>
                  </a:lnTo>
                  <a:lnTo>
                    <a:pt x="8287741" y="713886"/>
                  </a:lnTo>
                  <a:lnTo>
                    <a:pt x="8344107" y="691251"/>
                  </a:lnTo>
                  <a:lnTo>
                    <a:pt x="8399341" y="666625"/>
                  </a:lnTo>
                  <a:lnTo>
                    <a:pt x="8453902" y="640030"/>
                  </a:lnTo>
                  <a:lnTo>
                    <a:pt x="8508125" y="611554"/>
                  </a:lnTo>
                  <a:lnTo>
                    <a:pt x="8562238" y="581353"/>
                  </a:lnTo>
                  <a:lnTo>
                    <a:pt x="8616381" y="549650"/>
                  </a:lnTo>
                  <a:lnTo>
                    <a:pt x="8670618" y="516736"/>
                  </a:lnTo>
                  <a:lnTo>
                    <a:pt x="8724958" y="482954"/>
                  </a:lnTo>
                  <a:lnTo>
                    <a:pt x="8779364" y="448690"/>
                  </a:lnTo>
                  <a:lnTo>
                    <a:pt x="8833782" y="414356"/>
                  </a:lnTo>
                  <a:lnTo>
                    <a:pt x="8888149" y="380365"/>
                  </a:lnTo>
                  <a:lnTo>
                    <a:pt x="8942423" y="347113"/>
                  </a:lnTo>
                  <a:lnTo>
                    <a:pt x="8996594" y="314962"/>
                  </a:lnTo>
                  <a:lnTo>
                    <a:pt x="9050706" y="284221"/>
                  </a:lnTo>
                  <a:lnTo>
                    <a:pt x="9104870" y="255136"/>
                  </a:lnTo>
                  <a:lnTo>
                    <a:pt x="9159284" y="227887"/>
                  </a:lnTo>
                  <a:lnTo>
                    <a:pt x="9214244" y="202584"/>
                  </a:lnTo>
                  <a:lnTo>
                    <a:pt x="9270163" y="179272"/>
                  </a:lnTo>
                  <a:lnTo>
                    <a:pt x="9327601" y="157935"/>
                  </a:lnTo>
                  <a:lnTo>
                    <a:pt x="9347647" y="151104"/>
                  </a:lnTo>
                  <a:lnTo>
                    <a:pt x="9399487" y="134888"/>
                  </a:lnTo>
                  <a:lnTo>
                    <a:pt x="9453772" y="120077"/>
                  </a:lnTo>
                  <a:lnTo>
                    <a:pt x="9511187" y="106623"/>
                  </a:lnTo>
                  <a:lnTo>
                    <a:pt x="9572480" y="94430"/>
                  </a:lnTo>
                  <a:lnTo>
                    <a:pt x="9638428" y="83380"/>
                  </a:lnTo>
                  <a:lnTo>
                    <a:pt x="9709791" y="73357"/>
                  </a:lnTo>
                  <a:lnTo>
                    <a:pt x="9787265" y="64247"/>
                  </a:lnTo>
                  <a:lnTo>
                    <a:pt x="9871407" y="55953"/>
                  </a:lnTo>
                  <a:lnTo>
                    <a:pt x="9962552" y="48393"/>
                  </a:lnTo>
                  <a:lnTo>
                    <a:pt x="10060687" y="41504"/>
                  </a:lnTo>
                  <a:lnTo>
                    <a:pt x="10165319" y="35244"/>
                  </a:lnTo>
                  <a:lnTo>
                    <a:pt x="10275325" y="29589"/>
                  </a:lnTo>
                  <a:lnTo>
                    <a:pt x="10388830" y="24531"/>
                  </a:lnTo>
                  <a:lnTo>
                    <a:pt x="10503148" y="20078"/>
                  </a:lnTo>
                  <a:lnTo>
                    <a:pt x="10614848" y="16242"/>
                  </a:lnTo>
                  <a:lnTo>
                    <a:pt x="10719992" y="13033"/>
                  </a:lnTo>
                  <a:lnTo>
                    <a:pt x="10814552" y="10451"/>
                  </a:lnTo>
                  <a:lnTo>
                    <a:pt x="10894972" y="8474"/>
                  </a:lnTo>
                  <a:lnTo>
                    <a:pt x="10958753" y="7055"/>
                  </a:lnTo>
                  <a:lnTo>
                    <a:pt x="11004928" y="6121"/>
                  </a:lnTo>
                  <a:lnTo>
                    <a:pt x="11034302" y="5580"/>
                  </a:lnTo>
                  <a:lnTo>
                    <a:pt x="11049442" y="5324"/>
                  </a:lnTo>
                  <a:lnTo>
                    <a:pt x="11054480" y="524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1" y="16"/>
                  </a:lnTo>
                  <a:lnTo>
                    <a:pt x="11046300" y="135"/>
                  </a:lnTo>
                  <a:lnTo>
                    <a:pt x="11027392" y="462"/>
                  </a:lnTo>
                  <a:lnTo>
                    <a:pt x="10993334" y="1106"/>
                  </a:lnTo>
                  <a:lnTo>
                    <a:pt x="10942054" y="2172"/>
                  </a:lnTo>
                  <a:lnTo>
                    <a:pt x="10873271" y="3747"/>
                  </a:lnTo>
                  <a:lnTo>
                    <a:pt x="10788435" y="5896"/>
                  </a:lnTo>
                  <a:lnTo>
                    <a:pt x="10690406" y="8658"/>
                  </a:lnTo>
                  <a:lnTo>
                    <a:pt x="10582940" y="12050"/>
                  </a:lnTo>
                  <a:lnTo>
                    <a:pt x="10470091" y="16066"/>
                  </a:lnTo>
                  <a:lnTo>
                    <a:pt x="10355686" y="20696"/>
                  </a:lnTo>
                  <a:lnTo>
                    <a:pt x="10242955" y="25927"/>
                  </a:lnTo>
                  <a:lnTo>
                    <a:pt x="10134350" y="31757"/>
                  </a:lnTo>
                  <a:lnTo>
                    <a:pt x="10031518" y="38196"/>
                  </a:lnTo>
                  <a:lnTo>
                    <a:pt x="9935384" y="45274"/>
                  </a:lnTo>
                  <a:lnTo>
                    <a:pt x="9846287" y="53039"/>
                  </a:lnTo>
                  <a:lnTo>
                    <a:pt x="9764125" y="61561"/>
                  </a:lnTo>
                  <a:lnTo>
                    <a:pt x="9688489" y="70925"/>
                  </a:lnTo>
                  <a:lnTo>
                    <a:pt x="9618772" y="81234"/>
                  </a:lnTo>
                  <a:lnTo>
                    <a:pt x="9554255" y="92603"/>
                  </a:lnTo>
                  <a:lnTo>
                    <a:pt x="9494167" y="105151"/>
                  </a:lnTo>
                  <a:lnTo>
                    <a:pt x="9437735" y="118990"/>
                  </a:lnTo>
                  <a:lnTo>
                    <a:pt x="9384225" y="134206"/>
                  </a:lnTo>
                  <a:lnTo>
                    <a:pt x="9347647" y="145864"/>
                  </a:lnTo>
                  <a:lnTo>
                    <a:pt x="9289535" y="166540"/>
                  </a:lnTo>
                  <a:lnTo>
                    <a:pt x="9233169" y="189174"/>
                  </a:lnTo>
                  <a:lnTo>
                    <a:pt x="9177936" y="213801"/>
                  </a:lnTo>
                  <a:lnTo>
                    <a:pt x="9123375" y="240396"/>
                  </a:lnTo>
                  <a:lnTo>
                    <a:pt x="9069152" y="268871"/>
                  </a:lnTo>
                  <a:lnTo>
                    <a:pt x="9015039" y="299073"/>
                  </a:lnTo>
                  <a:lnTo>
                    <a:pt x="8960896" y="330775"/>
                  </a:lnTo>
                  <a:lnTo>
                    <a:pt x="8906658" y="363690"/>
                  </a:lnTo>
                  <a:lnTo>
                    <a:pt x="8852319" y="397472"/>
                  </a:lnTo>
                  <a:lnTo>
                    <a:pt x="8797912" y="431735"/>
                  </a:lnTo>
                  <a:lnTo>
                    <a:pt x="8743495" y="466069"/>
                  </a:lnTo>
                  <a:lnTo>
                    <a:pt x="8689127" y="500061"/>
                  </a:lnTo>
                  <a:lnTo>
                    <a:pt x="8634853" y="533312"/>
                  </a:lnTo>
                  <a:lnTo>
                    <a:pt x="8580682" y="565463"/>
                  </a:lnTo>
                  <a:lnTo>
                    <a:pt x="8526571" y="596205"/>
                  </a:lnTo>
                  <a:lnTo>
                    <a:pt x="8472406" y="625289"/>
                  </a:lnTo>
                  <a:lnTo>
                    <a:pt x="8417992" y="652538"/>
                  </a:lnTo>
                  <a:lnTo>
                    <a:pt x="8363033" y="677841"/>
                  </a:lnTo>
                  <a:lnTo>
                    <a:pt x="8307113" y="701154"/>
                  </a:lnTo>
                  <a:lnTo>
                    <a:pt x="8249676" y="722490"/>
                  </a:lnTo>
                  <a:lnTo>
                    <a:pt x="8229629" y="729321"/>
                  </a:lnTo>
                  <a:lnTo>
                    <a:pt x="8177790" y="745538"/>
                  </a:lnTo>
                  <a:lnTo>
                    <a:pt x="8123504" y="760348"/>
                  </a:lnTo>
                  <a:lnTo>
                    <a:pt x="8066089" y="773802"/>
                  </a:lnTo>
                  <a:lnTo>
                    <a:pt x="8004796" y="785996"/>
                  </a:lnTo>
                  <a:lnTo>
                    <a:pt x="7938849" y="797045"/>
                  </a:lnTo>
                  <a:lnTo>
                    <a:pt x="7867485" y="807069"/>
                  </a:lnTo>
                  <a:lnTo>
                    <a:pt x="7790012" y="816179"/>
                  </a:lnTo>
                  <a:lnTo>
                    <a:pt x="7705869" y="824473"/>
                  </a:lnTo>
                  <a:lnTo>
                    <a:pt x="7614725" y="832033"/>
                  </a:lnTo>
                  <a:lnTo>
                    <a:pt x="7516590" y="838921"/>
                  </a:lnTo>
                  <a:lnTo>
                    <a:pt x="7411958" y="845181"/>
                  </a:lnTo>
                  <a:lnTo>
                    <a:pt x="7301951" y="850837"/>
                  </a:lnTo>
                  <a:lnTo>
                    <a:pt x="7188446" y="855894"/>
                  </a:lnTo>
                  <a:lnTo>
                    <a:pt x="7074128" y="860347"/>
                  </a:lnTo>
                  <a:lnTo>
                    <a:pt x="6962428" y="864184"/>
                  </a:lnTo>
                  <a:lnTo>
                    <a:pt x="6857285" y="867392"/>
                  </a:lnTo>
                  <a:lnTo>
                    <a:pt x="6762725" y="869975"/>
                  </a:lnTo>
                  <a:lnTo>
                    <a:pt x="6682305" y="871952"/>
                  </a:lnTo>
                  <a:lnTo>
                    <a:pt x="6618523" y="873371"/>
                  </a:lnTo>
                  <a:lnTo>
                    <a:pt x="6572348" y="874304"/>
                  </a:lnTo>
                  <a:lnTo>
                    <a:pt x="6542974" y="874846"/>
                  </a:lnTo>
                  <a:lnTo>
                    <a:pt x="6527835" y="875101"/>
                  </a:lnTo>
                  <a:lnTo>
                    <a:pt x="6522796" y="875179"/>
                  </a:lnTo>
                  <a:lnTo>
                    <a:pt x="6522385" y="875185"/>
                  </a:lnTo>
                  <a:lnTo>
                    <a:pt x="5527445" y="875185"/>
                  </a:lnTo>
                  <a:lnTo>
                    <a:pt x="5526314" y="875201"/>
                  </a:lnTo>
                  <a:lnTo>
                    <a:pt x="5518850" y="875314"/>
                  </a:lnTo>
                  <a:lnTo>
                    <a:pt x="5499933" y="875626"/>
                  </a:lnTo>
                  <a:lnTo>
                    <a:pt x="5465859" y="876240"/>
                  </a:lnTo>
                  <a:lnTo>
                    <a:pt x="5414557" y="877255"/>
                  </a:lnTo>
                  <a:lnTo>
                    <a:pt x="5345747" y="878755"/>
                  </a:lnTo>
                  <a:lnTo>
                    <a:pt x="5260880" y="880802"/>
                  </a:lnTo>
                  <a:lnTo>
                    <a:pt x="5162820" y="883434"/>
                  </a:lnTo>
                  <a:lnTo>
                    <a:pt x="5055325" y="886664"/>
                  </a:lnTo>
                  <a:lnTo>
                    <a:pt x="4942452" y="890490"/>
                  </a:lnTo>
                  <a:lnTo>
                    <a:pt x="4828028" y="894899"/>
                  </a:lnTo>
                  <a:lnTo>
                    <a:pt x="4715284" y="899882"/>
                  </a:lnTo>
                  <a:lnTo>
                    <a:pt x="4606671" y="905434"/>
                  </a:lnTo>
                  <a:lnTo>
                    <a:pt x="4503836" y="911567"/>
                  </a:lnTo>
                  <a:lnTo>
                    <a:pt x="4407703" y="918309"/>
                  </a:lnTo>
                  <a:lnTo>
                    <a:pt x="4318609" y="925705"/>
                  </a:lnTo>
                  <a:lnTo>
                    <a:pt x="4236452" y="933822"/>
                  </a:lnTo>
                  <a:lnTo>
                    <a:pt x="4160822" y="942742"/>
                  </a:lnTo>
                  <a:lnTo>
                    <a:pt x="4091111" y="952562"/>
                  </a:lnTo>
                  <a:lnTo>
                    <a:pt x="4026598" y="963391"/>
                  </a:lnTo>
                  <a:lnTo>
                    <a:pt x="3966514" y="975344"/>
                  </a:lnTo>
                  <a:lnTo>
                    <a:pt x="3910084" y="988527"/>
                  </a:lnTo>
                  <a:lnTo>
                    <a:pt x="3856575" y="1003022"/>
                  </a:lnTo>
                  <a:lnTo>
                    <a:pt x="3820202" y="1014062"/>
                  </a:lnTo>
                  <a:lnTo>
                    <a:pt x="3761800" y="1033852"/>
                  </a:lnTo>
                  <a:lnTo>
                    <a:pt x="3705159" y="1055526"/>
                  </a:lnTo>
                  <a:lnTo>
                    <a:pt x="3649656" y="1079116"/>
                  </a:lnTo>
                  <a:lnTo>
                    <a:pt x="3594827" y="1104598"/>
                  </a:lnTo>
                  <a:lnTo>
                    <a:pt x="3540334" y="1131886"/>
                  </a:lnTo>
                  <a:lnTo>
                    <a:pt x="3485947" y="1160830"/>
                  </a:lnTo>
                  <a:lnTo>
                    <a:pt x="3431528" y="1191209"/>
                  </a:lnTo>
                  <a:lnTo>
                    <a:pt x="3377011" y="1222744"/>
                  </a:lnTo>
                  <a:lnTo>
                    <a:pt x="3322393" y="1255098"/>
                  </a:lnTo>
                  <a:lnTo>
                    <a:pt x="3267708" y="1287898"/>
                  </a:lnTo>
                  <a:lnTo>
                    <a:pt x="3213017" y="1320745"/>
                  </a:lnTo>
                  <a:lnTo>
                    <a:pt x="3158378" y="1353240"/>
                  </a:lnTo>
                  <a:lnTo>
                    <a:pt x="3103836" y="1385002"/>
                  </a:lnTo>
                  <a:lnTo>
                    <a:pt x="3049396" y="1415685"/>
                  </a:lnTo>
                  <a:lnTo>
                    <a:pt x="2995011" y="1444993"/>
                  </a:lnTo>
                  <a:lnTo>
                    <a:pt x="2940561" y="1472692"/>
                  </a:lnTo>
                  <a:lnTo>
                    <a:pt x="2885838" y="1498614"/>
                  </a:lnTo>
                  <a:lnTo>
                    <a:pt x="2830533" y="1522659"/>
                  </a:lnTo>
                  <a:lnTo>
                    <a:pt x="2774213" y="1544789"/>
                  </a:lnTo>
                  <a:lnTo>
                    <a:pt x="2716297" y="1565022"/>
                  </a:lnTo>
                  <a:lnTo>
                    <a:pt x="2702183" y="1569569"/>
                  </a:lnTo>
                  <a:lnTo>
                    <a:pt x="2650335" y="1585012"/>
                  </a:lnTo>
                  <a:lnTo>
                    <a:pt x="2596039" y="1599115"/>
                  </a:lnTo>
                  <a:lnTo>
                    <a:pt x="2538614" y="1611926"/>
                  </a:lnTo>
                  <a:lnTo>
                    <a:pt x="2477308" y="1623537"/>
                  </a:lnTo>
                  <a:lnTo>
                    <a:pt x="2411345" y="1634058"/>
                  </a:lnTo>
                  <a:lnTo>
                    <a:pt x="2339964" y="1643602"/>
                  </a:lnTo>
                  <a:lnTo>
                    <a:pt x="2262470" y="1652276"/>
                  </a:lnTo>
                  <a:lnTo>
                    <a:pt x="2178305" y="1660173"/>
                  </a:lnTo>
                  <a:lnTo>
                    <a:pt x="2087134" y="1667371"/>
                  </a:lnTo>
                  <a:lnTo>
                    <a:pt x="1988972" y="1673930"/>
                  </a:lnTo>
                  <a:lnTo>
                    <a:pt x="1884311" y="1679890"/>
                  </a:lnTo>
                  <a:lnTo>
                    <a:pt x="1774277" y="1685274"/>
                  </a:lnTo>
                  <a:lnTo>
                    <a:pt x="1660748" y="1690089"/>
                  </a:lnTo>
                  <a:lnTo>
                    <a:pt x="1546413" y="1694328"/>
                  </a:lnTo>
                  <a:lnTo>
                    <a:pt x="1434705" y="1697980"/>
                  </a:lnTo>
                  <a:lnTo>
                    <a:pt x="1329566" y="1701034"/>
                  </a:lnTo>
                  <a:lnTo>
                    <a:pt x="1235025" y="1703491"/>
                  </a:lnTo>
                  <a:lnTo>
                    <a:pt x="1154638" y="1705372"/>
                  </a:lnTo>
                  <a:lnTo>
                    <a:pt x="1090900" y="1706722"/>
                  </a:lnTo>
                  <a:lnTo>
                    <a:pt x="1044775" y="1707610"/>
                  </a:lnTo>
                  <a:lnTo>
                    <a:pt x="1015451" y="1708124"/>
                  </a:lnTo>
                  <a:lnTo>
                    <a:pt x="1000354" y="1708367"/>
                  </a:lnTo>
                  <a:lnTo>
                    <a:pt x="995344" y="1708441"/>
                  </a:lnTo>
                  <a:lnTo>
                    <a:pt x="994940" y="1708446"/>
                  </a:lnTo>
                  <a:lnTo>
                    <a:pt x="0" y="1708446"/>
                  </a:lnTo>
                  <a:close/>
                </a:path>
              </a:pathLst>
            </a:custGeom>
            <a:solidFill>
              <a:srgbClr val="6FA8D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82" name="pl1881"/>
            <p:cNvSpPr/>
            <p:nvPr/>
          </p:nvSpPr>
          <p:spPr>
            <a:xfrm>
              <a:off x="1199187" y="4307636"/>
              <a:ext cx="12049831" cy="1708446"/>
            </a:xfrm>
            <a:custGeom>
              <a:avLst/>
              <a:pathLst>
                <a:path w="12049831" h="1708446">
                  <a:moveTo>
                    <a:pt x="0" y="1708446"/>
                  </a:moveTo>
                  <a:lnTo>
                    <a:pt x="994940" y="1708446"/>
                  </a:lnTo>
                  <a:lnTo>
                    <a:pt x="996071" y="1708430"/>
                  </a:lnTo>
                  <a:lnTo>
                    <a:pt x="1003535" y="1708318"/>
                  </a:lnTo>
                  <a:lnTo>
                    <a:pt x="1022452" y="1708006"/>
                  </a:lnTo>
                  <a:lnTo>
                    <a:pt x="1056526" y="1707392"/>
                  </a:lnTo>
                  <a:lnTo>
                    <a:pt x="1107828" y="1706377"/>
                  </a:lnTo>
                  <a:lnTo>
                    <a:pt x="1176638" y="1704877"/>
                  </a:lnTo>
                  <a:lnTo>
                    <a:pt x="1261505" y="1702830"/>
                  </a:lnTo>
                  <a:lnTo>
                    <a:pt x="1359565" y="1700198"/>
                  </a:lnTo>
                  <a:lnTo>
                    <a:pt x="1467060" y="1696968"/>
                  </a:lnTo>
                  <a:lnTo>
                    <a:pt x="1579933" y="1693142"/>
                  </a:lnTo>
                  <a:lnTo>
                    <a:pt x="1694357" y="1688732"/>
                  </a:lnTo>
                  <a:lnTo>
                    <a:pt x="1807101" y="1683750"/>
                  </a:lnTo>
                  <a:lnTo>
                    <a:pt x="1915714" y="1678197"/>
                  </a:lnTo>
                  <a:lnTo>
                    <a:pt x="2018549" y="1672064"/>
                  </a:lnTo>
                  <a:lnTo>
                    <a:pt x="2114682" y="1665323"/>
                  </a:lnTo>
                  <a:lnTo>
                    <a:pt x="2203776" y="1657926"/>
                  </a:lnTo>
                  <a:lnTo>
                    <a:pt x="2285933" y="1649809"/>
                  </a:lnTo>
                  <a:lnTo>
                    <a:pt x="2361563" y="1640890"/>
                  </a:lnTo>
                  <a:lnTo>
                    <a:pt x="2431274" y="1631070"/>
                  </a:lnTo>
                  <a:lnTo>
                    <a:pt x="2495787" y="1620240"/>
                  </a:lnTo>
                  <a:lnTo>
                    <a:pt x="2555871" y="1608287"/>
                  </a:lnTo>
                  <a:lnTo>
                    <a:pt x="2612301" y="1595104"/>
                  </a:lnTo>
                  <a:lnTo>
                    <a:pt x="2665810" y="1580610"/>
                  </a:lnTo>
                  <a:lnTo>
                    <a:pt x="2702183" y="1569569"/>
                  </a:lnTo>
                  <a:lnTo>
                    <a:pt x="2760585" y="1549779"/>
                  </a:lnTo>
                  <a:lnTo>
                    <a:pt x="2817226" y="1528105"/>
                  </a:lnTo>
                  <a:lnTo>
                    <a:pt x="2872729" y="1504516"/>
                  </a:lnTo>
                  <a:lnTo>
                    <a:pt x="2927558" y="1479034"/>
                  </a:lnTo>
                  <a:lnTo>
                    <a:pt x="2982051" y="1451745"/>
                  </a:lnTo>
                  <a:lnTo>
                    <a:pt x="3036438" y="1422802"/>
                  </a:lnTo>
                  <a:lnTo>
                    <a:pt x="3090857" y="1392422"/>
                  </a:lnTo>
                  <a:lnTo>
                    <a:pt x="3145374" y="1360888"/>
                  </a:lnTo>
                  <a:lnTo>
                    <a:pt x="3199992" y="1328533"/>
                  </a:lnTo>
                  <a:lnTo>
                    <a:pt x="3254677" y="1295734"/>
                  </a:lnTo>
                  <a:lnTo>
                    <a:pt x="3309368" y="1262887"/>
                  </a:lnTo>
                  <a:lnTo>
                    <a:pt x="3364007" y="1230391"/>
                  </a:lnTo>
                  <a:lnTo>
                    <a:pt x="3418549" y="1198629"/>
                  </a:lnTo>
                  <a:lnTo>
                    <a:pt x="3472989" y="1167947"/>
                  </a:lnTo>
                  <a:lnTo>
                    <a:pt x="3527374" y="1138639"/>
                  </a:lnTo>
                  <a:lnTo>
                    <a:pt x="3581824" y="1110940"/>
                  </a:lnTo>
                  <a:lnTo>
                    <a:pt x="3636547" y="1085017"/>
                  </a:lnTo>
                  <a:lnTo>
                    <a:pt x="3691852" y="1060972"/>
                  </a:lnTo>
                  <a:lnTo>
                    <a:pt x="3748172" y="1038843"/>
                  </a:lnTo>
                  <a:lnTo>
                    <a:pt x="3806088" y="1018610"/>
                  </a:lnTo>
                  <a:lnTo>
                    <a:pt x="3820202" y="1014062"/>
                  </a:lnTo>
                  <a:lnTo>
                    <a:pt x="3872050" y="998620"/>
                  </a:lnTo>
                  <a:lnTo>
                    <a:pt x="3926346" y="984517"/>
                  </a:lnTo>
                  <a:lnTo>
                    <a:pt x="3983771" y="971706"/>
                  </a:lnTo>
                  <a:lnTo>
                    <a:pt x="4045077" y="960095"/>
                  </a:lnTo>
                  <a:lnTo>
                    <a:pt x="4111040" y="949574"/>
                  </a:lnTo>
                  <a:lnTo>
                    <a:pt x="4182421" y="940030"/>
                  </a:lnTo>
                  <a:lnTo>
                    <a:pt x="4259915" y="931356"/>
                  </a:lnTo>
                  <a:lnTo>
                    <a:pt x="4344080" y="923459"/>
                  </a:lnTo>
                  <a:lnTo>
                    <a:pt x="4435250" y="916261"/>
                  </a:lnTo>
                  <a:lnTo>
                    <a:pt x="4533413" y="909702"/>
                  </a:lnTo>
                  <a:lnTo>
                    <a:pt x="4638074" y="903742"/>
                  </a:lnTo>
                  <a:lnTo>
                    <a:pt x="4748108" y="898357"/>
                  </a:lnTo>
                  <a:lnTo>
                    <a:pt x="4861637" y="893543"/>
                  </a:lnTo>
                  <a:lnTo>
                    <a:pt x="4975972" y="889303"/>
                  </a:lnTo>
                  <a:lnTo>
                    <a:pt x="5087680" y="885652"/>
                  </a:lnTo>
                  <a:lnTo>
                    <a:pt x="5192819" y="882598"/>
                  </a:lnTo>
                  <a:lnTo>
                    <a:pt x="5287360" y="880140"/>
                  </a:lnTo>
                  <a:lnTo>
                    <a:pt x="5367747" y="878259"/>
                  </a:lnTo>
                  <a:lnTo>
                    <a:pt x="5431485" y="876909"/>
                  </a:lnTo>
                  <a:lnTo>
                    <a:pt x="5477610" y="876022"/>
                  </a:lnTo>
                  <a:lnTo>
                    <a:pt x="5506934" y="875507"/>
                  </a:lnTo>
                  <a:lnTo>
                    <a:pt x="5522031" y="875265"/>
                  </a:lnTo>
                  <a:lnTo>
                    <a:pt x="5527041" y="875191"/>
                  </a:lnTo>
                  <a:lnTo>
                    <a:pt x="5527445" y="875185"/>
                  </a:lnTo>
                  <a:lnTo>
                    <a:pt x="6522385" y="875185"/>
                  </a:lnTo>
                  <a:lnTo>
                    <a:pt x="6523516" y="875169"/>
                  </a:lnTo>
                  <a:lnTo>
                    <a:pt x="6530976" y="875050"/>
                  </a:lnTo>
                  <a:lnTo>
                    <a:pt x="6549884" y="874723"/>
                  </a:lnTo>
                  <a:lnTo>
                    <a:pt x="6583943" y="874078"/>
                  </a:lnTo>
                  <a:lnTo>
                    <a:pt x="6635223" y="873013"/>
                  </a:lnTo>
                  <a:lnTo>
                    <a:pt x="6704005" y="871438"/>
                  </a:lnTo>
                  <a:lnTo>
                    <a:pt x="6788842" y="869289"/>
                  </a:lnTo>
                  <a:lnTo>
                    <a:pt x="6886870" y="866526"/>
                  </a:lnTo>
                  <a:lnTo>
                    <a:pt x="6994336" y="863135"/>
                  </a:lnTo>
                  <a:lnTo>
                    <a:pt x="7107185" y="859118"/>
                  </a:lnTo>
                  <a:lnTo>
                    <a:pt x="7221590" y="854489"/>
                  </a:lnTo>
                  <a:lnTo>
                    <a:pt x="7334321" y="849258"/>
                  </a:lnTo>
                  <a:lnTo>
                    <a:pt x="7442926" y="843428"/>
                  </a:lnTo>
                  <a:lnTo>
                    <a:pt x="7545759" y="836989"/>
                  </a:lnTo>
                  <a:lnTo>
                    <a:pt x="7641893" y="829911"/>
                  </a:lnTo>
                  <a:lnTo>
                    <a:pt x="7730990" y="822146"/>
                  </a:lnTo>
                  <a:lnTo>
                    <a:pt x="7813151" y="813624"/>
                  </a:lnTo>
                  <a:lnTo>
                    <a:pt x="7888787" y="804260"/>
                  </a:lnTo>
                  <a:lnTo>
                    <a:pt x="7958504" y="793951"/>
                  </a:lnTo>
                  <a:lnTo>
                    <a:pt x="8023022" y="782582"/>
                  </a:lnTo>
                  <a:lnTo>
                    <a:pt x="8083110" y="770034"/>
                  </a:lnTo>
                  <a:lnTo>
                    <a:pt x="8139542" y="756195"/>
                  </a:lnTo>
                  <a:lnTo>
                    <a:pt x="8193052" y="740979"/>
                  </a:lnTo>
                  <a:lnTo>
                    <a:pt x="8229629" y="729321"/>
                  </a:lnTo>
                  <a:lnTo>
                    <a:pt x="8287741" y="708645"/>
                  </a:lnTo>
                  <a:lnTo>
                    <a:pt x="8344107" y="686010"/>
                  </a:lnTo>
                  <a:lnTo>
                    <a:pt x="8399341" y="661384"/>
                  </a:lnTo>
                  <a:lnTo>
                    <a:pt x="8453902" y="634789"/>
                  </a:lnTo>
                  <a:lnTo>
                    <a:pt x="8508125" y="606313"/>
                  </a:lnTo>
                  <a:lnTo>
                    <a:pt x="8562238" y="576112"/>
                  </a:lnTo>
                  <a:lnTo>
                    <a:pt x="8616381" y="544410"/>
                  </a:lnTo>
                  <a:lnTo>
                    <a:pt x="8670618" y="511495"/>
                  </a:lnTo>
                  <a:lnTo>
                    <a:pt x="8724958" y="477713"/>
                  </a:lnTo>
                  <a:lnTo>
                    <a:pt x="8779364" y="443450"/>
                  </a:lnTo>
                  <a:lnTo>
                    <a:pt x="8833782" y="409115"/>
                  </a:lnTo>
                  <a:lnTo>
                    <a:pt x="8888149" y="375124"/>
                  </a:lnTo>
                  <a:lnTo>
                    <a:pt x="8942423" y="341873"/>
                  </a:lnTo>
                  <a:lnTo>
                    <a:pt x="8996594" y="309722"/>
                  </a:lnTo>
                  <a:lnTo>
                    <a:pt x="9050706" y="278980"/>
                  </a:lnTo>
                  <a:lnTo>
                    <a:pt x="9104870" y="249896"/>
                  </a:lnTo>
                  <a:lnTo>
                    <a:pt x="9159284" y="222647"/>
                  </a:lnTo>
                  <a:lnTo>
                    <a:pt x="9214244" y="197344"/>
                  </a:lnTo>
                  <a:lnTo>
                    <a:pt x="9270163" y="174031"/>
                  </a:lnTo>
                  <a:lnTo>
                    <a:pt x="9327601" y="152695"/>
                  </a:lnTo>
                  <a:lnTo>
                    <a:pt x="9347647" y="145864"/>
                  </a:lnTo>
                  <a:lnTo>
                    <a:pt x="9399487" y="129647"/>
                  </a:lnTo>
                  <a:lnTo>
                    <a:pt x="9453772" y="114837"/>
                  </a:lnTo>
                  <a:lnTo>
                    <a:pt x="9511187" y="101383"/>
                  </a:lnTo>
                  <a:lnTo>
                    <a:pt x="9572480" y="89189"/>
                  </a:lnTo>
                  <a:lnTo>
                    <a:pt x="9638428" y="78140"/>
                  </a:lnTo>
                  <a:lnTo>
                    <a:pt x="9709791" y="68116"/>
                  </a:lnTo>
                  <a:lnTo>
                    <a:pt x="9787265" y="59006"/>
                  </a:lnTo>
                  <a:lnTo>
                    <a:pt x="9871407" y="50712"/>
                  </a:lnTo>
                  <a:lnTo>
                    <a:pt x="9962552" y="43152"/>
                  </a:lnTo>
                  <a:lnTo>
                    <a:pt x="10060687" y="36264"/>
                  </a:lnTo>
                  <a:lnTo>
                    <a:pt x="10165319" y="30004"/>
                  </a:lnTo>
                  <a:lnTo>
                    <a:pt x="10275325" y="24348"/>
                  </a:lnTo>
                  <a:lnTo>
                    <a:pt x="10388830" y="19291"/>
                  </a:lnTo>
                  <a:lnTo>
                    <a:pt x="10503148" y="14838"/>
                  </a:lnTo>
                  <a:lnTo>
                    <a:pt x="10614848" y="11001"/>
                  </a:lnTo>
                  <a:lnTo>
                    <a:pt x="10719992" y="7793"/>
                  </a:lnTo>
                  <a:lnTo>
                    <a:pt x="10814552" y="5210"/>
                  </a:lnTo>
                  <a:lnTo>
                    <a:pt x="10894972" y="3233"/>
                  </a:lnTo>
                  <a:lnTo>
                    <a:pt x="10958753" y="1814"/>
                  </a:lnTo>
                  <a:lnTo>
                    <a:pt x="11004928" y="880"/>
                  </a:lnTo>
                  <a:lnTo>
                    <a:pt x="11034302" y="339"/>
                  </a:lnTo>
                  <a:lnTo>
                    <a:pt x="11049442" y="84"/>
                  </a:lnTo>
                  <a:lnTo>
                    <a:pt x="11054480" y="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3" name="pl1882"/>
            <p:cNvSpPr/>
            <p:nvPr/>
          </p:nvSpPr>
          <p:spPr>
            <a:xfrm>
              <a:off x="1199187" y="4302396"/>
              <a:ext cx="12049831" cy="1708446"/>
            </a:xfrm>
            <a:custGeom>
              <a:avLst/>
              <a:pathLst>
                <a:path w="12049831" h="1708446">
                  <a:moveTo>
                    <a:pt x="12049831" y="0"/>
                  </a:moveTo>
                  <a:lnTo>
                    <a:pt x="11054891" y="0"/>
                  </a:lnTo>
                  <a:lnTo>
                    <a:pt x="11053761" y="16"/>
                  </a:lnTo>
                  <a:lnTo>
                    <a:pt x="11046300" y="135"/>
                  </a:lnTo>
                  <a:lnTo>
                    <a:pt x="11027392" y="462"/>
                  </a:lnTo>
                  <a:lnTo>
                    <a:pt x="10993334" y="1106"/>
                  </a:lnTo>
                  <a:lnTo>
                    <a:pt x="10942054" y="2172"/>
                  </a:lnTo>
                  <a:lnTo>
                    <a:pt x="10873271" y="3747"/>
                  </a:lnTo>
                  <a:lnTo>
                    <a:pt x="10788435" y="5896"/>
                  </a:lnTo>
                  <a:lnTo>
                    <a:pt x="10690406" y="8658"/>
                  </a:lnTo>
                  <a:lnTo>
                    <a:pt x="10582940" y="12050"/>
                  </a:lnTo>
                  <a:lnTo>
                    <a:pt x="10470091" y="16066"/>
                  </a:lnTo>
                  <a:lnTo>
                    <a:pt x="10355686" y="20696"/>
                  </a:lnTo>
                  <a:lnTo>
                    <a:pt x="10242955" y="25927"/>
                  </a:lnTo>
                  <a:lnTo>
                    <a:pt x="10134350" y="31757"/>
                  </a:lnTo>
                  <a:lnTo>
                    <a:pt x="10031518" y="38196"/>
                  </a:lnTo>
                  <a:lnTo>
                    <a:pt x="9935384" y="45274"/>
                  </a:lnTo>
                  <a:lnTo>
                    <a:pt x="9846287" y="53039"/>
                  </a:lnTo>
                  <a:lnTo>
                    <a:pt x="9764125" y="61561"/>
                  </a:lnTo>
                  <a:lnTo>
                    <a:pt x="9688489" y="70925"/>
                  </a:lnTo>
                  <a:lnTo>
                    <a:pt x="9618772" y="81234"/>
                  </a:lnTo>
                  <a:lnTo>
                    <a:pt x="9554255" y="92603"/>
                  </a:lnTo>
                  <a:lnTo>
                    <a:pt x="9494167" y="105151"/>
                  </a:lnTo>
                  <a:lnTo>
                    <a:pt x="9437735" y="118990"/>
                  </a:lnTo>
                  <a:lnTo>
                    <a:pt x="9384225" y="134206"/>
                  </a:lnTo>
                  <a:lnTo>
                    <a:pt x="9347647" y="145864"/>
                  </a:lnTo>
                  <a:lnTo>
                    <a:pt x="9289535" y="166540"/>
                  </a:lnTo>
                  <a:lnTo>
                    <a:pt x="9233169" y="189174"/>
                  </a:lnTo>
                  <a:lnTo>
                    <a:pt x="9177936" y="213801"/>
                  </a:lnTo>
                  <a:lnTo>
                    <a:pt x="9123375" y="240396"/>
                  </a:lnTo>
                  <a:lnTo>
                    <a:pt x="9069152" y="268871"/>
                  </a:lnTo>
                  <a:lnTo>
                    <a:pt x="9015039" y="299073"/>
                  </a:lnTo>
                  <a:lnTo>
                    <a:pt x="8960896" y="330775"/>
                  </a:lnTo>
                  <a:lnTo>
                    <a:pt x="8906658" y="363690"/>
                  </a:lnTo>
                  <a:lnTo>
                    <a:pt x="8852319" y="397472"/>
                  </a:lnTo>
                  <a:lnTo>
                    <a:pt x="8797912" y="431735"/>
                  </a:lnTo>
                  <a:lnTo>
                    <a:pt x="8743495" y="466069"/>
                  </a:lnTo>
                  <a:lnTo>
                    <a:pt x="8689127" y="500061"/>
                  </a:lnTo>
                  <a:lnTo>
                    <a:pt x="8634853" y="533312"/>
                  </a:lnTo>
                  <a:lnTo>
                    <a:pt x="8580682" y="565463"/>
                  </a:lnTo>
                  <a:lnTo>
                    <a:pt x="8526571" y="596205"/>
                  </a:lnTo>
                  <a:lnTo>
                    <a:pt x="8472406" y="625289"/>
                  </a:lnTo>
                  <a:lnTo>
                    <a:pt x="8417992" y="652538"/>
                  </a:lnTo>
                  <a:lnTo>
                    <a:pt x="8363033" y="677841"/>
                  </a:lnTo>
                  <a:lnTo>
                    <a:pt x="8307113" y="701154"/>
                  </a:lnTo>
                  <a:lnTo>
                    <a:pt x="8249676" y="722490"/>
                  </a:lnTo>
                  <a:lnTo>
                    <a:pt x="8229629" y="729321"/>
                  </a:lnTo>
                  <a:lnTo>
                    <a:pt x="8177790" y="745538"/>
                  </a:lnTo>
                  <a:lnTo>
                    <a:pt x="8123504" y="760348"/>
                  </a:lnTo>
                  <a:lnTo>
                    <a:pt x="8066089" y="773802"/>
                  </a:lnTo>
                  <a:lnTo>
                    <a:pt x="8004796" y="785996"/>
                  </a:lnTo>
                  <a:lnTo>
                    <a:pt x="7938849" y="797045"/>
                  </a:lnTo>
                  <a:lnTo>
                    <a:pt x="7867485" y="807069"/>
                  </a:lnTo>
                  <a:lnTo>
                    <a:pt x="7790012" y="816179"/>
                  </a:lnTo>
                  <a:lnTo>
                    <a:pt x="7705869" y="824473"/>
                  </a:lnTo>
                  <a:lnTo>
                    <a:pt x="7614725" y="832033"/>
                  </a:lnTo>
                  <a:lnTo>
                    <a:pt x="7516590" y="838921"/>
                  </a:lnTo>
                  <a:lnTo>
                    <a:pt x="7411958" y="845181"/>
                  </a:lnTo>
                  <a:lnTo>
                    <a:pt x="7301951" y="850837"/>
                  </a:lnTo>
                  <a:lnTo>
                    <a:pt x="7188446" y="855894"/>
                  </a:lnTo>
                  <a:lnTo>
                    <a:pt x="7074128" y="860347"/>
                  </a:lnTo>
                  <a:lnTo>
                    <a:pt x="6962428" y="864184"/>
                  </a:lnTo>
                  <a:lnTo>
                    <a:pt x="6857285" y="867392"/>
                  </a:lnTo>
                  <a:lnTo>
                    <a:pt x="6762725" y="869975"/>
                  </a:lnTo>
                  <a:lnTo>
                    <a:pt x="6682305" y="871952"/>
                  </a:lnTo>
                  <a:lnTo>
                    <a:pt x="6618523" y="873371"/>
                  </a:lnTo>
                  <a:lnTo>
                    <a:pt x="6572348" y="874304"/>
                  </a:lnTo>
                  <a:lnTo>
                    <a:pt x="6542974" y="874846"/>
                  </a:lnTo>
                  <a:lnTo>
                    <a:pt x="6527835" y="875101"/>
                  </a:lnTo>
                  <a:lnTo>
                    <a:pt x="6522796" y="875179"/>
                  </a:lnTo>
                  <a:lnTo>
                    <a:pt x="6522385" y="875185"/>
                  </a:lnTo>
                  <a:lnTo>
                    <a:pt x="5527445" y="875185"/>
                  </a:lnTo>
                  <a:lnTo>
                    <a:pt x="5526314" y="875201"/>
                  </a:lnTo>
                  <a:lnTo>
                    <a:pt x="5518850" y="875314"/>
                  </a:lnTo>
                  <a:lnTo>
                    <a:pt x="5499933" y="875626"/>
                  </a:lnTo>
                  <a:lnTo>
                    <a:pt x="5465859" y="876240"/>
                  </a:lnTo>
                  <a:lnTo>
                    <a:pt x="5414557" y="877255"/>
                  </a:lnTo>
                  <a:lnTo>
                    <a:pt x="5345747" y="878755"/>
                  </a:lnTo>
                  <a:lnTo>
                    <a:pt x="5260880" y="880802"/>
                  </a:lnTo>
                  <a:lnTo>
                    <a:pt x="5162820" y="883434"/>
                  </a:lnTo>
                  <a:lnTo>
                    <a:pt x="5055325" y="886664"/>
                  </a:lnTo>
                  <a:lnTo>
                    <a:pt x="4942452" y="890490"/>
                  </a:lnTo>
                  <a:lnTo>
                    <a:pt x="4828028" y="894899"/>
                  </a:lnTo>
                  <a:lnTo>
                    <a:pt x="4715284" y="899882"/>
                  </a:lnTo>
                  <a:lnTo>
                    <a:pt x="4606671" y="905434"/>
                  </a:lnTo>
                  <a:lnTo>
                    <a:pt x="4503836" y="911567"/>
                  </a:lnTo>
                  <a:lnTo>
                    <a:pt x="4407703" y="918309"/>
                  </a:lnTo>
                  <a:lnTo>
                    <a:pt x="4318609" y="925705"/>
                  </a:lnTo>
                  <a:lnTo>
                    <a:pt x="4236452" y="933822"/>
                  </a:lnTo>
                  <a:lnTo>
                    <a:pt x="4160822" y="942742"/>
                  </a:lnTo>
                  <a:lnTo>
                    <a:pt x="4091111" y="952562"/>
                  </a:lnTo>
                  <a:lnTo>
                    <a:pt x="4026598" y="963391"/>
                  </a:lnTo>
                  <a:lnTo>
                    <a:pt x="3966514" y="975344"/>
                  </a:lnTo>
                  <a:lnTo>
                    <a:pt x="3910084" y="988527"/>
                  </a:lnTo>
                  <a:lnTo>
                    <a:pt x="3856575" y="1003022"/>
                  </a:lnTo>
                  <a:lnTo>
                    <a:pt x="3820202" y="1014062"/>
                  </a:lnTo>
                  <a:lnTo>
                    <a:pt x="3761800" y="1033852"/>
                  </a:lnTo>
                  <a:lnTo>
                    <a:pt x="3705159" y="1055526"/>
                  </a:lnTo>
                  <a:lnTo>
                    <a:pt x="3649656" y="1079116"/>
                  </a:lnTo>
                  <a:lnTo>
                    <a:pt x="3594827" y="1104598"/>
                  </a:lnTo>
                  <a:lnTo>
                    <a:pt x="3540334" y="1131886"/>
                  </a:lnTo>
                  <a:lnTo>
                    <a:pt x="3485947" y="1160830"/>
                  </a:lnTo>
                  <a:lnTo>
                    <a:pt x="3431528" y="1191209"/>
                  </a:lnTo>
                  <a:lnTo>
                    <a:pt x="3377011" y="1222744"/>
                  </a:lnTo>
                  <a:lnTo>
                    <a:pt x="3322393" y="1255098"/>
                  </a:lnTo>
                  <a:lnTo>
                    <a:pt x="3267708" y="1287898"/>
                  </a:lnTo>
                  <a:lnTo>
                    <a:pt x="3213017" y="1320745"/>
                  </a:lnTo>
                  <a:lnTo>
                    <a:pt x="3158378" y="1353240"/>
                  </a:lnTo>
                  <a:lnTo>
                    <a:pt x="3103836" y="1385002"/>
                  </a:lnTo>
                  <a:lnTo>
                    <a:pt x="3049396" y="1415685"/>
                  </a:lnTo>
                  <a:lnTo>
                    <a:pt x="2995011" y="1444993"/>
                  </a:lnTo>
                  <a:lnTo>
                    <a:pt x="2940561" y="1472692"/>
                  </a:lnTo>
                  <a:lnTo>
                    <a:pt x="2885838" y="1498614"/>
                  </a:lnTo>
                  <a:lnTo>
                    <a:pt x="2830533" y="1522659"/>
                  </a:lnTo>
                  <a:lnTo>
                    <a:pt x="2774213" y="1544789"/>
                  </a:lnTo>
                  <a:lnTo>
                    <a:pt x="2716297" y="1565022"/>
                  </a:lnTo>
                  <a:lnTo>
                    <a:pt x="2702183" y="1569569"/>
                  </a:lnTo>
                  <a:lnTo>
                    <a:pt x="2650335" y="1585012"/>
                  </a:lnTo>
                  <a:lnTo>
                    <a:pt x="2596039" y="1599115"/>
                  </a:lnTo>
                  <a:lnTo>
                    <a:pt x="2538614" y="1611926"/>
                  </a:lnTo>
                  <a:lnTo>
                    <a:pt x="2477308" y="1623537"/>
                  </a:lnTo>
                  <a:lnTo>
                    <a:pt x="2411345" y="1634058"/>
                  </a:lnTo>
                  <a:lnTo>
                    <a:pt x="2339964" y="1643602"/>
                  </a:lnTo>
                  <a:lnTo>
                    <a:pt x="2262470" y="1652276"/>
                  </a:lnTo>
                  <a:lnTo>
                    <a:pt x="2178305" y="1660173"/>
                  </a:lnTo>
                  <a:lnTo>
                    <a:pt x="2087134" y="1667371"/>
                  </a:lnTo>
                  <a:lnTo>
                    <a:pt x="1988972" y="1673930"/>
                  </a:lnTo>
                  <a:lnTo>
                    <a:pt x="1884311" y="1679890"/>
                  </a:lnTo>
                  <a:lnTo>
                    <a:pt x="1774277" y="1685274"/>
                  </a:lnTo>
                  <a:lnTo>
                    <a:pt x="1660748" y="1690089"/>
                  </a:lnTo>
                  <a:lnTo>
                    <a:pt x="1546413" y="1694328"/>
                  </a:lnTo>
                  <a:lnTo>
                    <a:pt x="1434705" y="1697980"/>
                  </a:lnTo>
                  <a:lnTo>
                    <a:pt x="1329566" y="1701034"/>
                  </a:lnTo>
                  <a:lnTo>
                    <a:pt x="1235025" y="1703491"/>
                  </a:lnTo>
                  <a:lnTo>
                    <a:pt x="1154638" y="1705372"/>
                  </a:lnTo>
                  <a:lnTo>
                    <a:pt x="1090900" y="1706722"/>
                  </a:lnTo>
                  <a:lnTo>
                    <a:pt x="1044775" y="1707610"/>
                  </a:lnTo>
                  <a:lnTo>
                    <a:pt x="1015451" y="1708124"/>
                  </a:lnTo>
                  <a:lnTo>
                    <a:pt x="1000354" y="1708367"/>
                  </a:lnTo>
                  <a:lnTo>
                    <a:pt x="995344" y="1708441"/>
                  </a:lnTo>
                  <a:lnTo>
                    <a:pt x="994940" y="1708446"/>
                  </a:lnTo>
                  <a:lnTo>
                    <a:pt x="0" y="1708446"/>
                  </a:lnTo>
                  <a:lnTo>
                    <a:pt x="0" y="17084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4" name="pg1883"/>
            <p:cNvSpPr/>
            <p:nvPr/>
          </p:nvSpPr>
          <p:spPr>
            <a:xfrm>
              <a:off x="1199187" y="5193303"/>
              <a:ext cx="12049831" cy="828020"/>
            </a:xfrm>
            <a:custGeom>
              <a:avLst/>
              <a:pathLst>
                <a:path w="12049831" h="828020">
                  <a:moveTo>
                    <a:pt x="0" y="828020"/>
                  </a:moveTo>
                  <a:lnTo>
                    <a:pt x="994940" y="828020"/>
                  </a:lnTo>
                  <a:lnTo>
                    <a:pt x="996071" y="828004"/>
                  </a:lnTo>
                  <a:lnTo>
                    <a:pt x="1003536" y="827893"/>
                  </a:lnTo>
                  <a:lnTo>
                    <a:pt x="1022455" y="827585"/>
                  </a:lnTo>
                  <a:lnTo>
                    <a:pt x="1056533" y="826978"/>
                  </a:lnTo>
                  <a:lnTo>
                    <a:pt x="1107840" y="825976"/>
                  </a:lnTo>
                  <a:lnTo>
                    <a:pt x="1176657" y="824495"/>
                  </a:lnTo>
                  <a:lnTo>
                    <a:pt x="1261531" y="822473"/>
                  </a:lnTo>
                  <a:lnTo>
                    <a:pt x="1359599" y="819874"/>
                  </a:lnTo>
                  <a:lnTo>
                    <a:pt x="1467101" y="816684"/>
                  </a:lnTo>
                  <a:lnTo>
                    <a:pt x="1579980" y="812906"/>
                  </a:lnTo>
                  <a:lnTo>
                    <a:pt x="1694409" y="808552"/>
                  </a:lnTo>
                  <a:lnTo>
                    <a:pt x="1807156" y="803631"/>
                  </a:lnTo>
                  <a:lnTo>
                    <a:pt x="1915771" y="798148"/>
                  </a:lnTo>
                  <a:lnTo>
                    <a:pt x="2018607" y="792092"/>
                  </a:lnTo>
                  <a:lnTo>
                    <a:pt x="2114739" y="785434"/>
                  </a:lnTo>
                  <a:lnTo>
                    <a:pt x="2203832" y="778130"/>
                  </a:lnTo>
                  <a:lnTo>
                    <a:pt x="2285988" y="770115"/>
                  </a:lnTo>
                  <a:lnTo>
                    <a:pt x="2361617" y="761306"/>
                  </a:lnTo>
                  <a:lnTo>
                    <a:pt x="2431326" y="751609"/>
                  </a:lnTo>
                  <a:lnTo>
                    <a:pt x="2495838" y="740914"/>
                  </a:lnTo>
                  <a:lnTo>
                    <a:pt x="2555921" y="729110"/>
                  </a:lnTo>
                  <a:lnTo>
                    <a:pt x="2612350" y="716091"/>
                  </a:lnTo>
                  <a:lnTo>
                    <a:pt x="2665859" y="701777"/>
                  </a:lnTo>
                  <a:lnTo>
                    <a:pt x="2702183" y="690890"/>
                  </a:lnTo>
                  <a:lnTo>
                    <a:pt x="2760656" y="671323"/>
                  </a:lnTo>
                  <a:lnTo>
                    <a:pt x="2817365" y="649892"/>
                  </a:lnTo>
                  <a:lnTo>
                    <a:pt x="2872934" y="626564"/>
                  </a:lnTo>
                  <a:lnTo>
                    <a:pt x="2927829" y="601363"/>
                  </a:lnTo>
                  <a:lnTo>
                    <a:pt x="2982388" y="574375"/>
                  </a:lnTo>
                  <a:lnTo>
                    <a:pt x="3036843" y="545750"/>
                  </a:lnTo>
                  <a:lnTo>
                    <a:pt x="3091330" y="515705"/>
                  </a:lnTo>
                  <a:lnTo>
                    <a:pt x="3145916" y="484519"/>
                  </a:lnTo>
                  <a:lnTo>
                    <a:pt x="3200603" y="452526"/>
                  </a:lnTo>
                  <a:lnTo>
                    <a:pt x="3255356" y="420096"/>
                  </a:lnTo>
                  <a:lnTo>
                    <a:pt x="3310115" y="387623"/>
                  </a:lnTo>
                  <a:lnTo>
                    <a:pt x="3364820" y="355505"/>
                  </a:lnTo>
                  <a:lnTo>
                    <a:pt x="3419428" y="324117"/>
                  </a:lnTo>
                  <a:lnTo>
                    <a:pt x="3473934" y="293804"/>
                  </a:lnTo>
                  <a:lnTo>
                    <a:pt x="3528386" y="264855"/>
                  </a:lnTo>
                  <a:lnTo>
                    <a:pt x="3582908" y="237503"/>
                  </a:lnTo>
                  <a:lnTo>
                    <a:pt x="3637707" y="211912"/>
                  </a:lnTo>
                  <a:lnTo>
                    <a:pt x="3693097" y="188181"/>
                  </a:lnTo>
                  <a:lnTo>
                    <a:pt x="3749517" y="166347"/>
                  </a:lnTo>
                  <a:lnTo>
                    <a:pt x="3807552" y="146388"/>
                  </a:lnTo>
                  <a:lnTo>
                    <a:pt x="3820202" y="142370"/>
                  </a:lnTo>
                  <a:lnTo>
                    <a:pt x="3872052" y="127121"/>
                  </a:lnTo>
                  <a:lnTo>
                    <a:pt x="3926350" y="113195"/>
                  </a:lnTo>
                  <a:lnTo>
                    <a:pt x="3983779" y="100545"/>
                  </a:lnTo>
                  <a:lnTo>
                    <a:pt x="4045088" y="89080"/>
                  </a:lnTo>
                  <a:lnTo>
                    <a:pt x="4111054" y="78691"/>
                  </a:lnTo>
                  <a:lnTo>
                    <a:pt x="4182439" y="69266"/>
                  </a:lnTo>
                  <a:lnTo>
                    <a:pt x="4259938" y="60702"/>
                  </a:lnTo>
                  <a:lnTo>
                    <a:pt x="4344109" y="52904"/>
                  </a:lnTo>
                  <a:lnTo>
                    <a:pt x="4435286" y="45796"/>
                  </a:lnTo>
                  <a:lnTo>
                    <a:pt x="4533455" y="39320"/>
                  </a:lnTo>
                  <a:lnTo>
                    <a:pt x="4638122" y="33435"/>
                  </a:lnTo>
                  <a:lnTo>
                    <a:pt x="4748163" y="28118"/>
                  </a:lnTo>
                  <a:lnTo>
                    <a:pt x="4861698" y="23364"/>
                  </a:lnTo>
                  <a:lnTo>
                    <a:pt x="4976037" y="19178"/>
                  </a:lnTo>
                  <a:lnTo>
                    <a:pt x="5087747" y="15573"/>
                  </a:lnTo>
                  <a:lnTo>
                    <a:pt x="5192885" y="12557"/>
                  </a:lnTo>
                  <a:lnTo>
                    <a:pt x="5287421" y="10131"/>
                  </a:lnTo>
                  <a:lnTo>
                    <a:pt x="5367801" y="8274"/>
                  </a:lnTo>
                  <a:lnTo>
                    <a:pt x="5431528" y="6942"/>
                  </a:lnTo>
                  <a:lnTo>
                    <a:pt x="5477640" y="6066"/>
                  </a:lnTo>
                  <a:lnTo>
                    <a:pt x="5506952" y="5558"/>
                  </a:lnTo>
                  <a:lnTo>
                    <a:pt x="5522039" y="5318"/>
                  </a:lnTo>
                  <a:lnTo>
                    <a:pt x="5527043" y="5246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0" y="5250"/>
                  </a:lnTo>
                  <a:lnTo>
                    <a:pt x="6531007" y="5317"/>
                  </a:lnTo>
                  <a:lnTo>
                    <a:pt x="6549980" y="5504"/>
                  </a:lnTo>
                  <a:lnTo>
                    <a:pt x="6584152" y="5872"/>
                  </a:lnTo>
                  <a:lnTo>
                    <a:pt x="6635593" y="6481"/>
                  </a:lnTo>
                  <a:lnTo>
                    <a:pt x="6704575" y="7380"/>
                  </a:lnTo>
                  <a:lnTo>
                    <a:pt x="6789634" y="8606"/>
                  </a:lnTo>
                  <a:lnTo>
                    <a:pt x="6887888" y="10183"/>
                  </a:lnTo>
                  <a:lnTo>
                    <a:pt x="6995563" y="12118"/>
                  </a:lnTo>
                  <a:lnTo>
                    <a:pt x="7108589" y="14410"/>
                  </a:lnTo>
                  <a:lnTo>
                    <a:pt x="7223132" y="17052"/>
                  </a:lnTo>
                  <a:lnTo>
                    <a:pt x="7335958" y="20036"/>
                  </a:lnTo>
                  <a:lnTo>
                    <a:pt x="7444618" y="23361"/>
                  </a:lnTo>
                  <a:lnTo>
                    <a:pt x="7547471" y="27035"/>
                  </a:lnTo>
                  <a:lnTo>
                    <a:pt x="7643599" y="31073"/>
                  </a:lnTo>
                  <a:lnTo>
                    <a:pt x="7732671" y="35504"/>
                  </a:lnTo>
                  <a:lnTo>
                    <a:pt x="7814797" y="40366"/>
                  </a:lnTo>
                  <a:lnTo>
                    <a:pt x="7890391" y="45711"/>
                  </a:lnTo>
                  <a:lnTo>
                    <a:pt x="7960067" y="51595"/>
                  </a:lnTo>
                  <a:lnTo>
                    <a:pt x="8024549" y="58086"/>
                  </a:lnTo>
                  <a:lnTo>
                    <a:pt x="8084609" y="65251"/>
                  </a:lnTo>
                  <a:lnTo>
                    <a:pt x="8141024" y="73153"/>
                  </a:lnTo>
                  <a:lnTo>
                    <a:pt x="8194529" y="81842"/>
                  </a:lnTo>
                  <a:lnTo>
                    <a:pt x="8229629" y="88217"/>
                  </a:lnTo>
                  <a:lnTo>
                    <a:pt x="8290018" y="100471"/>
                  </a:lnTo>
                  <a:lnTo>
                    <a:pt x="8348547" y="113930"/>
                  </a:lnTo>
                  <a:lnTo>
                    <a:pt x="8405895" y="128615"/>
                  </a:lnTo>
                  <a:lnTo>
                    <a:pt x="8462566" y="144506"/>
                  </a:lnTo>
                  <a:lnTo>
                    <a:pt x="8518917" y="161542"/>
                  </a:lnTo>
                  <a:lnTo>
                    <a:pt x="8575185" y="179614"/>
                  </a:lnTo>
                  <a:lnTo>
                    <a:pt x="8631509" y="198571"/>
                  </a:lnTo>
                  <a:lnTo>
                    <a:pt x="8687942" y="218217"/>
                  </a:lnTo>
                  <a:lnTo>
                    <a:pt x="8744477" y="238323"/>
                  </a:lnTo>
                  <a:lnTo>
                    <a:pt x="8801065" y="258635"/>
                  </a:lnTo>
                  <a:lnTo>
                    <a:pt x="8857638" y="278889"/>
                  </a:lnTo>
                  <a:lnTo>
                    <a:pt x="8914132" y="298823"/>
                  </a:lnTo>
                  <a:lnTo>
                    <a:pt x="8970515" y="318192"/>
                  </a:lnTo>
                  <a:lnTo>
                    <a:pt x="9026803" y="336782"/>
                  </a:lnTo>
                  <a:lnTo>
                    <a:pt x="9083086" y="354415"/>
                  </a:lnTo>
                  <a:lnTo>
                    <a:pt x="9139541" y="370959"/>
                  </a:lnTo>
                  <a:lnTo>
                    <a:pt x="9196457" y="386325"/>
                  </a:lnTo>
                  <a:lnTo>
                    <a:pt x="9254253" y="400472"/>
                  </a:lnTo>
                  <a:lnTo>
                    <a:pt x="9313503" y="413398"/>
                  </a:lnTo>
                  <a:lnTo>
                    <a:pt x="9347647" y="420124"/>
                  </a:lnTo>
                  <a:lnTo>
                    <a:pt x="9399552" y="429360"/>
                  </a:lnTo>
                  <a:lnTo>
                    <a:pt x="9453909" y="437793"/>
                  </a:lnTo>
                  <a:lnTo>
                    <a:pt x="9511405" y="445454"/>
                  </a:lnTo>
                  <a:lnTo>
                    <a:pt x="9572792" y="452396"/>
                  </a:lnTo>
                  <a:lnTo>
                    <a:pt x="9638849" y="458686"/>
                  </a:lnTo>
                  <a:lnTo>
                    <a:pt x="9710339" y="464392"/>
                  </a:lnTo>
                  <a:lnTo>
                    <a:pt x="9787959" y="469576"/>
                  </a:lnTo>
                  <a:lnTo>
                    <a:pt x="9872269" y="474296"/>
                  </a:lnTo>
                  <a:lnTo>
                    <a:pt x="9963600" y="478598"/>
                  </a:lnTo>
                  <a:lnTo>
                    <a:pt x="10061935" y="482517"/>
                  </a:lnTo>
                  <a:lnTo>
                    <a:pt x="10166774" y="486078"/>
                  </a:lnTo>
                  <a:lnTo>
                    <a:pt x="10276980" y="489294"/>
                  </a:lnTo>
                  <a:lnTo>
                    <a:pt x="10390659" y="492169"/>
                  </a:lnTo>
                  <a:lnTo>
                    <a:pt x="10505103" y="494700"/>
                  </a:lnTo>
                  <a:lnTo>
                    <a:pt x="10616859" y="496879"/>
                  </a:lnTo>
                  <a:lnTo>
                    <a:pt x="10721967" y="498700"/>
                  </a:lnTo>
                  <a:lnTo>
                    <a:pt x="10816388" y="500163"/>
                  </a:lnTo>
                  <a:lnTo>
                    <a:pt x="10896570" y="501282"/>
                  </a:lnTo>
                  <a:lnTo>
                    <a:pt x="10960033" y="502083"/>
                  </a:lnTo>
                  <a:lnTo>
                    <a:pt x="11005845" y="502609"/>
                  </a:lnTo>
                  <a:lnTo>
                    <a:pt x="11034858" y="502913"/>
                  </a:lnTo>
                  <a:lnTo>
                    <a:pt x="11049689" y="503055"/>
                  </a:lnTo>
                  <a:lnTo>
                    <a:pt x="11054527" y="503097"/>
                  </a:lnTo>
                  <a:lnTo>
                    <a:pt x="11054891" y="503100"/>
                  </a:lnTo>
                  <a:lnTo>
                    <a:pt x="12049831" y="503100"/>
                  </a:lnTo>
                  <a:lnTo>
                    <a:pt x="12049831" y="497860"/>
                  </a:lnTo>
                  <a:lnTo>
                    <a:pt x="11054891" y="497860"/>
                  </a:lnTo>
                  <a:lnTo>
                    <a:pt x="11053757" y="497850"/>
                  </a:lnTo>
                  <a:lnTo>
                    <a:pt x="11046270" y="497783"/>
                  </a:lnTo>
                  <a:lnTo>
                    <a:pt x="11027297" y="497596"/>
                  </a:lnTo>
                  <a:lnTo>
                    <a:pt x="10993125" y="497228"/>
                  </a:lnTo>
                  <a:lnTo>
                    <a:pt x="10941684" y="496619"/>
                  </a:lnTo>
                  <a:lnTo>
                    <a:pt x="10872702" y="495720"/>
                  </a:lnTo>
                  <a:lnTo>
                    <a:pt x="10787643" y="494494"/>
                  </a:lnTo>
                  <a:lnTo>
                    <a:pt x="10689389" y="492917"/>
                  </a:lnTo>
                  <a:lnTo>
                    <a:pt x="10581714" y="490981"/>
                  </a:lnTo>
                  <a:lnTo>
                    <a:pt x="10468687" y="488690"/>
                  </a:lnTo>
                  <a:lnTo>
                    <a:pt x="10354144" y="486048"/>
                  </a:lnTo>
                  <a:lnTo>
                    <a:pt x="10241318" y="483064"/>
                  </a:lnTo>
                  <a:lnTo>
                    <a:pt x="10132658" y="479738"/>
                  </a:lnTo>
                  <a:lnTo>
                    <a:pt x="10029805" y="476065"/>
                  </a:lnTo>
                  <a:lnTo>
                    <a:pt x="9933677" y="472027"/>
                  </a:lnTo>
                  <a:lnTo>
                    <a:pt x="9844605" y="467596"/>
                  </a:lnTo>
                  <a:lnTo>
                    <a:pt x="9762480" y="462734"/>
                  </a:lnTo>
                  <a:lnTo>
                    <a:pt x="9686885" y="457389"/>
                  </a:lnTo>
                  <a:lnTo>
                    <a:pt x="9617209" y="451505"/>
                  </a:lnTo>
                  <a:lnTo>
                    <a:pt x="9552728" y="445014"/>
                  </a:lnTo>
                  <a:lnTo>
                    <a:pt x="9492667" y="437849"/>
                  </a:lnTo>
                  <a:lnTo>
                    <a:pt x="9436252" y="429947"/>
                  </a:lnTo>
                  <a:lnTo>
                    <a:pt x="9382748" y="421258"/>
                  </a:lnTo>
                  <a:lnTo>
                    <a:pt x="9347647" y="414883"/>
                  </a:lnTo>
                  <a:lnTo>
                    <a:pt x="9287259" y="402629"/>
                  </a:lnTo>
                  <a:lnTo>
                    <a:pt x="9228730" y="389170"/>
                  </a:lnTo>
                  <a:lnTo>
                    <a:pt x="9171381" y="374485"/>
                  </a:lnTo>
                  <a:lnTo>
                    <a:pt x="9114711" y="358594"/>
                  </a:lnTo>
                  <a:lnTo>
                    <a:pt x="9058360" y="341558"/>
                  </a:lnTo>
                  <a:lnTo>
                    <a:pt x="9002091" y="323486"/>
                  </a:lnTo>
                  <a:lnTo>
                    <a:pt x="8945768" y="304529"/>
                  </a:lnTo>
                  <a:lnTo>
                    <a:pt x="8889334" y="284883"/>
                  </a:lnTo>
                  <a:lnTo>
                    <a:pt x="8832799" y="264777"/>
                  </a:lnTo>
                  <a:lnTo>
                    <a:pt x="8776211" y="244465"/>
                  </a:lnTo>
                  <a:lnTo>
                    <a:pt x="8719639" y="224211"/>
                  </a:lnTo>
                  <a:lnTo>
                    <a:pt x="8663144" y="204277"/>
                  </a:lnTo>
                  <a:lnTo>
                    <a:pt x="8606761" y="184908"/>
                  </a:lnTo>
                  <a:lnTo>
                    <a:pt x="8550473" y="166318"/>
                  </a:lnTo>
                  <a:lnTo>
                    <a:pt x="8494191" y="148685"/>
                  </a:lnTo>
                  <a:lnTo>
                    <a:pt x="8437736" y="132141"/>
                  </a:lnTo>
                  <a:lnTo>
                    <a:pt x="8380819" y="116775"/>
                  </a:lnTo>
                  <a:lnTo>
                    <a:pt x="8323024" y="102628"/>
                  </a:lnTo>
                  <a:lnTo>
                    <a:pt x="8263773" y="89702"/>
                  </a:lnTo>
                  <a:lnTo>
                    <a:pt x="8229629" y="82976"/>
                  </a:lnTo>
                  <a:lnTo>
                    <a:pt x="8177725" y="73740"/>
                  </a:lnTo>
                  <a:lnTo>
                    <a:pt x="8123367" y="65306"/>
                  </a:lnTo>
                  <a:lnTo>
                    <a:pt x="8065871" y="57646"/>
                  </a:lnTo>
                  <a:lnTo>
                    <a:pt x="8004484" y="50704"/>
                  </a:lnTo>
                  <a:lnTo>
                    <a:pt x="7938428" y="44414"/>
                  </a:lnTo>
                  <a:lnTo>
                    <a:pt x="7866937" y="38708"/>
                  </a:lnTo>
                  <a:lnTo>
                    <a:pt x="7789317" y="33524"/>
                  </a:lnTo>
                  <a:lnTo>
                    <a:pt x="7705007" y="28804"/>
                  </a:lnTo>
                  <a:lnTo>
                    <a:pt x="7613677" y="24502"/>
                  </a:lnTo>
                  <a:lnTo>
                    <a:pt x="7515341" y="20583"/>
                  </a:lnTo>
                  <a:lnTo>
                    <a:pt x="7410503" y="17022"/>
                  </a:lnTo>
                  <a:lnTo>
                    <a:pt x="7300297" y="13806"/>
                  </a:lnTo>
                  <a:lnTo>
                    <a:pt x="7186618" y="10930"/>
                  </a:lnTo>
                  <a:lnTo>
                    <a:pt x="7072173" y="8400"/>
                  </a:lnTo>
                  <a:lnTo>
                    <a:pt x="6960418" y="6221"/>
                  </a:lnTo>
                  <a:lnTo>
                    <a:pt x="6855310" y="4400"/>
                  </a:lnTo>
                  <a:lnTo>
                    <a:pt x="6760888" y="2937"/>
                  </a:lnTo>
                  <a:lnTo>
                    <a:pt x="6680707" y="1818"/>
                  </a:lnTo>
                  <a:lnTo>
                    <a:pt x="6617244" y="1016"/>
                  </a:lnTo>
                  <a:lnTo>
                    <a:pt x="6571432" y="491"/>
                  </a:lnTo>
                  <a:lnTo>
                    <a:pt x="6542419" y="187"/>
                  </a:lnTo>
                  <a:lnTo>
                    <a:pt x="6527587" y="45"/>
                  </a:lnTo>
                  <a:lnTo>
                    <a:pt x="6522749" y="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4" y="15"/>
                  </a:lnTo>
                  <a:lnTo>
                    <a:pt x="5518849" y="127"/>
                  </a:lnTo>
                  <a:lnTo>
                    <a:pt x="5499930" y="434"/>
                  </a:lnTo>
                  <a:lnTo>
                    <a:pt x="5465852" y="1041"/>
                  </a:lnTo>
                  <a:lnTo>
                    <a:pt x="5414545" y="2043"/>
                  </a:lnTo>
                  <a:lnTo>
                    <a:pt x="5345728" y="3524"/>
                  </a:lnTo>
                  <a:lnTo>
                    <a:pt x="5260854" y="5546"/>
                  </a:lnTo>
                  <a:lnTo>
                    <a:pt x="5162786" y="8145"/>
                  </a:lnTo>
                  <a:lnTo>
                    <a:pt x="5055284" y="11335"/>
                  </a:lnTo>
                  <a:lnTo>
                    <a:pt x="4942405" y="15113"/>
                  </a:lnTo>
                  <a:lnTo>
                    <a:pt x="4827976" y="19468"/>
                  </a:lnTo>
                  <a:lnTo>
                    <a:pt x="4715229" y="24388"/>
                  </a:lnTo>
                  <a:lnTo>
                    <a:pt x="4606614" y="29871"/>
                  </a:lnTo>
                  <a:lnTo>
                    <a:pt x="4503778" y="35927"/>
                  </a:lnTo>
                  <a:lnTo>
                    <a:pt x="4407646" y="42585"/>
                  </a:lnTo>
                  <a:lnTo>
                    <a:pt x="4318553" y="49889"/>
                  </a:lnTo>
                  <a:lnTo>
                    <a:pt x="4236397" y="57905"/>
                  </a:lnTo>
                  <a:lnTo>
                    <a:pt x="4160768" y="66713"/>
                  </a:lnTo>
                  <a:lnTo>
                    <a:pt x="4091059" y="76410"/>
                  </a:lnTo>
                  <a:lnTo>
                    <a:pt x="4026547" y="87105"/>
                  </a:lnTo>
                  <a:lnTo>
                    <a:pt x="3966464" y="98909"/>
                  </a:lnTo>
                  <a:lnTo>
                    <a:pt x="3910035" y="111928"/>
                  </a:lnTo>
                  <a:lnTo>
                    <a:pt x="3856526" y="126242"/>
                  </a:lnTo>
                  <a:lnTo>
                    <a:pt x="3820202" y="137129"/>
                  </a:lnTo>
                  <a:lnTo>
                    <a:pt x="3761729" y="156696"/>
                  </a:lnTo>
                  <a:lnTo>
                    <a:pt x="3705020" y="178127"/>
                  </a:lnTo>
                  <a:lnTo>
                    <a:pt x="3649451" y="201455"/>
                  </a:lnTo>
                  <a:lnTo>
                    <a:pt x="3594556" y="226656"/>
                  </a:lnTo>
                  <a:lnTo>
                    <a:pt x="3539997" y="253644"/>
                  </a:lnTo>
                  <a:lnTo>
                    <a:pt x="3485542" y="282269"/>
                  </a:lnTo>
                  <a:lnTo>
                    <a:pt x="3431055" y="312314"/>
                  </a:lnTo>
                  <a:lnTo>
                    <a:pt x="3376469" y="343500"/>
                  </a:lnTo>
                  <a:lnTo>
                    <a:pt x="3321782" y="375494"/>
                  </a:lnTo>
                  <a:lnTo>
                    <a:pt x="3267029" y="407923"/>
                  </a:lnTo>
                  <a:lnTo>
                    <a:pt x="3212270" y="440396"/>
                  </a:lnTo>
                  <a:lnTo>
                    <a:pt x="3157565" y="472515"/>
                  </a:lnTo>
                  <a:lnTo>
                    <a:pt x="3102957" y="503902"/>
                  </a:lnTo>
                  <a:lnTo>
                    <a:pt x="3048451" y="534216"/>
                  </a:lnTo>
                  <a:lnTo>
                    <a:pt x="2993999" y="563164"/>
                  </a:lnTo>
                  <a:lnTo>
                    <a:pt x="2939477" y="590516"/>
                  </a:lnTo>
                  <a:lnTo>
                    <a:pt x="2884678" y="616107"/>
                  </a:lnTo>
                  <a:lnTo>
                    <a:pt x="2829288" y="639838"/>
                  </a:lnTo>
                  <a:lnTo>
                    <a:pt x="2772868" y="661673"/>
                  </a:lnTo>
                  <a:lnTo>
                    <a:pt x="2714833" y="681632"/>
                  </a:lnTo>
                  <a:lnTo>
                    <a:pt x="2702183" y="685649"/>
                  </a:lnTo>
                  <a:lnTo>
                    <a:pt x="2650333" y="700898"/>
                  </a:lnTo>
                  <a:lnTo>
                    <a:pt x="2596035" y="714824"/>
                  </a:lnTo>
                  <a:lnTo>
                    <a:pt x="2538606" y="727474"/>
                  </a:lnTo>
                  <a:lnTo>
                    <a:pt x="2477297" y="738940"/>
                  </a:lnTo>
                  <a:lnTo>
                    <a:pt x="2411331" y="749328"/>
                  </a:lnTo>
                  <a:lnTo>
                    <a:pt x="2339946" y="758753"/>
                  </a:lnTo>
                  <a:lnTo>
                    <a:pt x="2262447" y="767318"/>
                  </a:lnTo>
                  <a:lnTo>
                    <a:pt x="2178276" y="775116"/>
                  </a:lnTo>
                  <a:lnTo>
                    <a:pt x="2087099" y="782223"/>
                  </a:lnTo>
                  <a:lnTo>
                    <a:pt x="1988930" y="788699"/>
                  </a:lnTo>
                  <a:lnTo>
                    <a:pt x="1884263" y="794584"/>
                  </a:lnTo>
                  <a:lnTo>
                    <a:pt x="1774222" y="799901"/>
                  </a:lnTo>
                  <a:lnTo>
                    <a:pt x="1660687" y="804655"/>
                  </a:lnTo>
                  <a:lnTo>
                    <a:pt x="1546348" y="808841"/>
                  </a:lnTo>
                  <a:lnTo>
                    <a:pt x="1434638" y="812447"/>
                  </a:lnTo>
                  <a:lnTo>
                    <a:pt x="1329500" y="815462"/>
                  </a:lnTo>
                  <a:lnTo>
                    <a:pt x="1234964" y="817888"/>
                  </a:lnTo>
                  <a:lnTo>
                    <a:pt x="1154584" y="819745"/>
                  </a:lnTo>
                  <a:lnTo>
                    <a:pt x="1090857" y="821078"/>
                  </a:lnTo>
                  <a:lnTo>
                    <a:pt x="1044745" y="821954"/>
                  </a:lnTo>
                  <a:lnTo>
                    <a:pt x="1015433" y="822462"/>
                  </a:lnTo>
                  <a:lnTo>
                    <a:pt x="1000346" y="822701"/>
                  </a:lnTo>
                  <a:lnTo>
                    <a:pt x="995342" y="822774"/>
                  </a:lnTo>
                  <a:lnTo>
                    <a:pt x="994940" y="822779"/>
                  </a:lnTo>
                  <a:lnTo>
                    <a:pt x="0" y="822779"/>
                  </a:lnTo>
                  <a:close/>
                </a:path>
              </a:pathLst>
            </a:custGeom>
            <a:solidFill>
              <a:srgbClr val="6FA8D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85" name="pl1884"/>
            <p:cNvSpPr/>
            <p:nvPr/>
          </p:nvSpPr>
          <p:spPr>
            <a:xfrm>
              <a:off x="1199187" y="5198544"/>
              <a:ext cx="12049831" cy="822779"/>
            </a:xfrm>
            <a:custGeom>
              <a:avLst/>
              <a:pathLst>
                <a:path w="12049831" h="822779">
                  <a:moveTo>
                    <a:pt x="0" y="822779"/>
                  </a:moveTo>
                  <a:lnTo>
                    <a:pt x="994940" y="822779"/>
                  </a:lnTo>
                  <a:lnTo>
                    <a:pt x="996071" y="822763"/>
                  </a:lnTo>
                  <a:lnTo>
                    <a:pt x="1003536" y="822652"/>
                  </a:lnTo>
                  <a:lnTo>
                    <a:pt x="1022455" y="822344"/>
                  </a:lnTo>
                  <a:lnTo>
                    <a:pt x="1056533" y="821738"/>
                  </a:lnTo>
                  <a:lnTo>
                    <a:pt x="1107840" y="820735"/>
                  </a:lnTo>
                  <a:lnTo>
                    <a:pt x="1176657" y="819254"/>
                  </a:lnTo>
                  <a:lnTo>
                    <a:pt x="1261531" y="817233"/>
                  </a:lnTo>
                  <a:lnTo>
                    <a:pt x="1359599" y="814634"/>
                  </a:lnTo>
                  <a:lnTo>
                    <a:pt x="1467101" y="811444"/>
                  </a:lnTo>
                  <a:lnTo>
                    <a:pt x="1579980" y="807666"/>
                  </a:lnTo>
                  <a:lnTo>
                    <a:pt x="1694409" y="803311"/>
                  </a:lnTo>
                  <a:lnTo>
                    <a:pt x="1807156" y="798391"/>
                  </a:lnTo>
                  <a:lnTo>
                    <a:pt x="1915771" y="792908"/>
                  </a:lnTo>
                  <a:lnTo>
                    <a:pt x="2018607" y="786851"/>
                  </a:lnTo>
                  <a:lnTo>
                    <a:pt x="2114739" y="780194"/>
                  </a:lnTo>
                  <a:lnTo>
                    <a:pt x="2203832" y="772889"/>
                  </a:lnTo>
                  <a:lnTo>
                    <a:pt x="2285988" y="764874"/>
                  </a:lnTo>
                  <a:lnTo>
                    <a:pt x="2361617" y="756066"/>
                  </a:lnTo>
                  <a:lnTo>
                    <a:pt x="2431326" y="746368"/>
                  </a:lnTo>
                  <a:lnTo>
                    <a:pt x="2495838" y="735673"/>
                  </a:lnTo>
                  <a:lnTo>
                    <a:pt x="2555921" y="723869"/>
                  </a:lnTo>
                  <a:lnTo>
                    <a:pt x="2612350" y="710850"/>
                  </a:lnTo>
                  <a:lnTo>
                    <a:pt x="2665859" y="696536"/>
                  </a:lnTo>
                  <a:lnTo>
                    <a:pt x="2702183" y="685649"/>
                  </a:lnTo>
                  <a:lnTo>
                    <a:pt x="2760656" y="666083"/>
                  </a:lnTo>
                  <a:lnTo>
                    <a:pt x="2817365" y="644651"/>
                  </a:lnTo>
                  <a:lnTo>
                    <a:pt x="2872934" y="621323"/>
                  </a:lnTo>
                  <a:lnTo>
                    <a:pt x="2927829" y="596123"/>
                  </a:lnTo>
                  <a:lnTo>
                    <a:pt x="2982388" y="569135"/>
                  </a:lnTo>
                  <a:lnTo>
                    <a:pt x="3036843" y="540509"/>
                  </a:lnTo>
                  <a:lnTo>
                    <a:pt x="3091330" y="510464"/>
                  </a:lnTo>
                  <a:lnTo>
                    <a:pt x="3145916" y="479279"/>
                  </a:lnTo>
                  <a:lnTo>
                    <a:pt x="3200603" y="447285"/>
                  </a:lnTo>
                  <a:lnTo>
                    <a:pt x="3255356" y="414855"/>
                  </a:lnTo>
                  <a:lnTo>
                    <a:pt x="3310115" y="382383"/>
                  </a:lnTo>
                  <a:lnTo>
                    <a:pt x="3364820" y="350264"/>
                  </a:lnTo>
                  <a:lnTo>
                    <a:pt x="3419428" y="318877"/>
                  </a:lnTo>
                  <a:lnTo>
                    <a:pt x="3473934" y="288563"/>
                  </a:lnTo>
                  <a:lnTo>
                    <a:pt x="3528386" y="259615"/>
                  </a:lnTo>
                  <a:lnTo>
                    <a:pt x="3582908" y="232263"/>
                  </a:lnTo>
                  <a:lnTo>
                    <a:pt x="3637707" y="206672"/>
                  </a:lnTo>
                  <a:lnTo>
                    <a:pt x="3693097" y="182941"/>
                  </a:lnTo>
                  <a:lnTo>
                    <a:pt x="3749517" y="161106"/>
                  </a:lnTo>
                  <a:lnTo>
                    <a:pt x="3807552" y="141147"/>
                  </a:lnTo>
                  <a:lnTo>
                    <a:pt x="3820202" y="137129"/>
                  </a:lnTo>
                  <a:lnTo>
                    <a:pt x="3872052" y="121881"/>
                  </a:lnTo>
                  <a:lnTo>
                    <a:pt x="3926350" y="107955"/>
                  </a:lnTo>
                  <a:lnTo>
                    <a:pt x="3983779" y="95304"/>
                  </a:lnTo>
                  <a:lnTo>
                    <a:pt x="4045088" y="83839"/>
                  </a:lnTo>
                  <a:lnTo>
                    <a:pt x="4111054" y="73450"/>
                  </a:lnTo>
                  <a:lnTo>
                    <a:pt x="4182439" y="64026"/>
                  </a:lnTo>
                  <a:lnTo>
                    <a:pt x="4259938" y="55461"/>
                  </a:lnTo>
                  <a:lnTo>
                    <a:pt x="4344109" y="47663"/>
                  </a:lnTo>
                  <a:lnTo>
                    <a:pt x="4435286" y="40555"/>
                  </a:lnTo>
                  <a:lnTo>
                    <a:pt x="4533455" y="34079"/>
                  </a:lnTo>
                  <a:lnTo>
                    <a:pt x="4638122" y="28194"/>
                  </a:lnTo>
                  <a:lnTo>
                    <a:pt x="4748163" y="22878"/>
                  </a:lnTo>
                  <a:lnTo>
                    <a:pt x="4861698" y="18123"/>
                  </a:lnTo>
                  <a:lnTo>
                    <a:pt x="4976037" y="13938"/>
                  </a:lnTo>
                  <a:lnTo>
                    <a:pt x="5087747" y="10332"/>
                  </a:lnTo>
                  <a:lnTo>
                    <a:pt x="5192885" y="7317"/>
                  </a:lnTo>
                  <a:lnTo>
                    <a:pt x="5287421" y="4891"/>
                  </a:lnTo>
                  <a:lnTo>
                    <a:pt x="5367801" y="3033"/>
                  </a:lnTo>
                  <a:lnTo>
                    <a:pt x="5431528" y="1701"/>
                  </a:lnTo>
                  <a:lnTo>
                    <a:pt x="5477640" y="825"/>
                  </a:lnTo>
                  <a:lnTo>
                    <a:pt x="5506952" y="317"/>
                  </a:lnTo>
                  <a:lnTo>
                    <a:pt x="5522039" y="78"/>
                  </a:lnTo>
                  <a:lnTo>
                    <a:pt x="5527043" y="5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0" y="9"/>
                  </a:lnTo>
                  <a:lnTo>
                    <a:pt x="6531007" y="77"/>
                  </a:lnTo>
                  <a:lnTo>
                    <a:pt x="6549980" y="263"/>
                  </a:lnTo>
                  <a:lnTo>
                    <a:pt x="6584152" y="632"/>
                  </a:lnTo>
                  <a:lnTo>
                    <a:pt x="6635593" y="1240"/>
                  </a:lnTo>
                  <a:lnTo>
                    <a:pt x="6704575" y="2139"/>
                  </a:lnTo>
                  <a:lnTo>
                    <a:pt x="6789634" y="3366"/>
                  </a:lnTo>
                  <a:lnTo>
                    <a:pt x="6887888" y="4942"/>
                  </a:lnTo>
                  <a:lnTo>
                    <a:pt x="6995563" y="6878"/>
                  </a:lnTo>
                  <a:lnTo>
                    <a:pt x="7108589" y="9170"/>
                  </a:lnTo>
                  <a:lnTo>
                    <a:pt x="7223132" y="11811"/>
                  </a:lnTo>
                  <a:lnTo>
                    <a:pt x="7335958" y="14795"/>
                  </a:lnTo>
                  <a:lnTo>
                    <a:pt x="7444618" y="18121"/>
                  </a:lnTo>
                  <a:lnTo>
                    <a:pt x="7547471" y="21794"/>
                  </a:lnTo>
                  <a:lnTo>
                    <a:pt x="7643599" y="25832"/>
                  </a:lnTo>
                  <a:lnTo>
                    <a:pt x="7732671" y="30263"/>
                  </a:lnTo>
                  <a:lnTo>
                    <a:pt x="7814797" y="35126"/>
                  </a:lnTo>
                  <a:lnTo>
                    <a:pt x="7890391" y="40470"/>
                  </a:lnTo>
                  <a:lnTo>
                    <a:pt x="7960067" y="46355"/>
                  </a:lnTo>
                  <a:lnTo>
                    <a:pt x="8024549" y="52845"/>
                  </a:lnTo>
                  <a:lnTo>
                    <a:pt x="8084609" y="60010"/>
                  </a:lnTo>
                  <a:lnTo>
                    <a:pt x="8141024" y="67912"/>
                  </a:lnTo>
                  <a:lnTo>
                    <a:pt x="8194529" y="76601"/>
                  </a:lnTo>
                  <a:lnTo>
                    <a:pt x="8229629" y="82976"/>
                  </a:lnTo>
                  <a:lnTo>
                    <a:pt x="8290018" y="95230"/>
                  </a:lnTo>
                  <a:lnTo>
                    <a:pt x="8348547" y="108690"/>
                  </a:lnTo>
                  <a:lnTo>
                    <a:pt x="8405895" y="123375"/>
                  </a:lnTo>
                  <a:lnTo>
                    <a:pt x="8462566" y="139266"/>
                  </a:lnTo>
                  <a:lnTo>
                    <a:pt x="8518917" y="156301"/>
                  </a:lnTo>
                  <a:lnTo>
                    <a:pt x="8575185" y="174373"/>
                  </a:lnTo>
                  <a:lnTo>
                    <a:pt x="8631509" y="193330"/>
                  </a:lnTo>
                  <a:lnTo>
                    <a:pt x="8687942" y="212976"/>
                  </a:lnTo>
                  <a:lnTo>
                    <a:pt x="8744477" y="233082"/>
                  </a:lnTo>
                  <a:lnTo>
                    <a:pt x="8801065" y="253394"/>
                  </a:lnTo>
                  <a:lnTo>
                    <a:pt x="8857638" y="273648"/>
                  </a:lnTo>
                  <a:lnTo>
                    <a:pt x="8914132" y="293582"/>
                  </a:lnTo>
                  <a:lnTo>
                    <a:pt x="8970515" y="312952"/>
                  </a:lnTo>
                  <a:lnTo>
                    <a:pt x="9026803" y="331542"/>
                  </a:lnTo>
                  <a:lnTo>
                    <a:pt x="9083086" y="349175"/>
                  </a:lnTo>
                  <a:lnTo>
                    <a:pt x="9139541" y="365718"/>
                  </a:lnTo>
                  <a:lnTo>
                    <a:pt x="9196457" y="381084"/>
                  </a:lnTo>
                  <a:lnTo>
                    <a:pt x="9254253" y="395231"/>
                  </a:lnTo>
                  <a:lnTo>
                    <a:pt x="9313503" y="408157"/>
                  </a:lnTo>
                  <a:lnTo>
                    <a:pt x="9347647" y="414883"/>
                  </a:lnTo>
                  <a:lnTo>
                    <a:pt x="9399552" y="424119"/>
                  </a:lnTo>
                  <a:lnTo>
                    <a:pt x="9453909" y="432553"/>
                  </a:lnTo>
                  <a:lnTo>
                    <a:pt x="9511405" y="440213"/>
                  </a:lnTo>
                  <a:lnTo>
                    <a:pt x="9572792" y="447156"/>
                  </a:lnTo>
                  <a:lnTo>
                    <a:pt x="9638849" y="453446"/>
                  </a:lnTo>
                  <a:lnTo>
                    <a:pt x="9710339" y="459151"/>
                  </a:lnTo>
                  <a:lnTo>
                    <a:pt x="9787959" y="464336"/>
                  </a:lnTo>
                  <a:lnTo>
                    <a:pt x="9872269" y="469055"/>
                  </a:lnTo>
                  <a:lnTo>
                    <a:pt x="9963600" y="473357"/>
                  </a:lnTo>
                  <a:lnTo>
                    <a:pt x="10061935" y="477276"/>
                  </a:lnTo>
                  <a:lnTo>
                    <a:pt x="10166774" y="480837"/>
                  </a:lnTo>
                  <a:lnTo>
                    <a:pt x="10276980" y="484054"/>
                  </a:lnTo>
                  <a:lnTo>
                    <a:pt x="10390659" y="486929"/>
                  </a:lnTo>
                  <a:lnTo>
                    <a:pt x="10505103" y="489459"/>
                  </a:lnTo>
                  <a:lnTo>
                    <a:pt x="10616859" y="491638"/>
                  </a:lnTo>
                  <a:lnTo>
                    <a:pt x="10721967" y="493459"/>
                  </a:lnTo>
                  <a:lnTo>
                    <a:pt x="10816388" y="494922"/>
                  </a:lnTo>
                  <a:lnTo>
                    <a:pt x="10896570" y="496041"/>
                  </a:lnTo>
                  <a:lnTo>
                    <a:pt x="10960033" y="496843"/>
                  </a:lnTo>
                  <a:lnTo>
                    <a:pt x="11005845" y="497369"/>
                  </a:lnTo>
                  <a:lnTo>
                    <a:pt x="11034858" y="497672"/>
                  </a:lnTo>
                  <a:lnTo>
                    <a:pt x="11049689" y="497814"/>
                  </a:lnTo>
                  <a:lnTo>
                    <a:pt x="11054527" y="497857"/>
                  </a:lnTo>
                  <a:lnTo>
                    <a:pt x="11054891" y="497860"/>
                  </a:lnTo>
                  <a:lnTo>
                    <a:pt x="12049831" y="497860"/>
                  </a:lnTo>
                  <a:lnTo>
                    <a:pt x="12049831" y="4978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6" name="pl1885"/>
            <p:cNvSpPr/>
            <p:nvPr/>
          </p:nvSpPr>
          <p:spPr>
            <a:xfrm>
              <a:off x="1199187" y="5193303"/>
              <a:ext cx="12049831" cy="822779"/>
            </a:xfrm>
            <a:custGeom>
              <a:avLst/>
              <a:pathLst>
                <a:path w="12049831" h="822779">
                  <a:moveTo>
                    <a:pt x="12049831" y="497860"/>
                  </a:moveTo>
                  <a:lnTo>
                    <a:pt x="11054891" y="497860"/>
                  </a:lnTo>
                  <a:lnTo>
                    <a:pt x="11053757" y="497850"/>
                  </a:lnTo>
                  <a:lnTo>
                    <a:pt x="11046270" y="497783"/>
                  </a:lnTo>
                  <a:lnTo>
                    <a:pt x="11027297" y="497596"/>
                  </a:lnTo>
                  <a:lnTo>
                    <a:pt x="10993125" y="497228"/>
                  </a:lnTo>
                  <a:lnTo>
                    <a:pt x="10941684" y="496619"/>
                  </a:lnTo>
                  <a:lnTo>
                    <a:pt x="10872702" y="495720"/>
                  </a:lnTo>
                  <a:lnTo>
                    <a:pt x="10787643" y="494494"/>
                  </a:lnTo>
                  <a:lnTo>
                    <a:pt x="10689389" y="492917"/>
                  </a:lnTo>
                  <a:lnTo>
                    <a:pt x="10581714" y="490981"/>
                  </a:lnTo>
                  <a:lnTo>
                    <a:pt x="10468687" y="488690"/>
                  </a:lnTo>
                  <a:lnTo>
                    <a:pt x="10354144" y="486048"/>
                  </a:lnTo>
                  <a:lnTo>
                    <a:pt x="10241318" y="483064"/>
                  </a:lnTo>
                  <a:lnTo>
                    <a:pt x="10132658" y="479738"/>
                  </a:lnTo>
                  <a:lnTo>
                    <a:pt x="10029805" y="476065"/>
                  </a:lnTo>
                  <a:lnTo>
                    <a:pt x="9933677" y="472027"/>
                  </a:lnTo>
                  <a:lnTo>
                    <a:pt x="9844605" y="467596"/>
                  </a:lnTo>
                  <a:lnTo>
                    <a:pt x="9762480" y="462734"/>
                  </a:lnTo>
                  <a:lnTo>
                    <a:pt x="9686885" y="457389"/>
                  </a:lnTo>
                  <a:lnTo>
                    <a:pt x="9617209" y="451505"/>
                  </a:lnTo>
                  <a:lnTo>
                    <a:pt x="9552728" y="445014"/>
                  </a:lnTo>
                  <a:lnTo>
                    <a:pt x="9492667" y="437849"/>
                  </a:lnTo>
                  <a:lnTo>
                    <a:pt x="9436252" y="429947"/>
                  </a:lnTo>
                  <a:lnTo>
                    <a:pt x="9382748" y="421258"/>
                  </a:lnTo>
                  <a:lnTo>
                    <a:pt x="9347647" y="414883"/>
                  </a:lnTo>
                  <a:lnTo>
                    <a:pt x="9287259" y="402629"/>
                  </a:lnTo>
                  <a:lnTo>
                    <a:pt x="9228730" y="389170"/>
                  </a:lnTo>
                  <a:lnTo>
                    <a:pt x="9171381" y="374485"/>
                  </a:lnTo>
                  <a:lnTo>
                    <a:pt x="9114711" y="358594"/>
                  </a:lnTo>
                  <a:lnTo>
                    <a:pt x="9058360" y="341558"/>
                  </a:lnTo>
                  <a:lnTo>
                    <a:pt x="9002091" y="323486"/>
                  </a:lnTo>
                  <a:lnTo>
                    <a:pt x="8945768" y="304529"/>
                  </a:lnTo>
                  <a:lnTo>
                    <a:pt x="8889334" y="284883"/>
                  </a:lnTo>
                  <a:lnTo>
                    <a:pt x="8832799" y="264777"/>
                  </a:lnTo>
                  <a:lnTo>
                    <a:pt x="8776211" y="244465"/>
                  </a:lnTo>
                  <a:lnTo>
                    <a:pt x="8719639" y="224211"/>
                  </a:lnTo>
                  <a:lnTo>
                    <a:pt x="8663144" y="204277"/>
                  </a:lnTo>
                  <a:lnTo>
                    <a:pt x="8606761" y="184908"/>
                  </a:lnTo>
                  <a:lnTo>
                    <a:pt x="8550473" y="166318"/>
                  </a:lnTo>
                  <a:lnTo>
                    <a:pt x="8494191" y="148685"/>
                  </a:lnTo>
                  <a:lnTo>
                    <a:pt x="8437736" y="132141"/>
                  </a:lnTo>
                  <a:lnTo>
                    <a:pt x="8380819" y="116775"/>
                  </a:lnTo>
                  <a:lnTo>
                    <a:pt x="8323024" y="102628"/>
                  </a:lnTo>
                  <a:lnTo>
                    <a:pt x="8263773" y="89702"/>
                  </a:lnTo>
                  <a:lnTo>
                    <a:pt x="8229629" y="82976"/>
                  </a:lnTo>
                  <a:lnTo>
                    <a:pt x="8177725" y="73740"/>
                  </a:lnTo>
                  <a:lnTo>
                    <a:pt x="8123367" y="65306"/>
                  </a:lnTo>
                  <a:lnTo>
                    <a:pt x="8065871" y="57646"/>
                  </a:lnTo>
                  <a:lnTo>
                    <a:pt x="8004484" y="50704"/>
                  </a:lnTo>
                  <a:lnTo>
                    <a:pt x="7938428" y="44414"/>
                  </a:lnTo>
                  <a:lnTo>
                    <a:pt x="7866937" y="38708"/>
                  </a:lnTo>
                  <a:lnTo>
                    <a:pt x="7789317" y="33524"/>
                  </a:lnTo>
                  <a:lnTo>
                    <a:pt x="7705007" y="28804"/>
                  </a:lnTo>
                  <a:lnTo>
                    <a:pt x="7613677" y="24502"/>
                  </a:lnTo>
                  <a:lnTo>
                    <a:pt x="7515341" y="20583"/>
                  </a:lnTo>
                  <a:lnTo>
                    <a:pt x="7410503" y="17022"/>
                  </a:lnTo>
                  <a:lnTo>
                    <a:pt x="7300297" y="13806"/>
                  </a:lnTo>
                  <a:lnTo>
                    <a:pt x="7186618" y="10930"/>
                  </a:lnTo>
                  <a:lnTo>
                    <a:pt x="7072173" y="8400"/>
                  </a:lnTo>
                  <a:lnTo>
                    <a:pt x="6960418" y="6221"/>
                  </a:lnTo>
                  <a:lnTo>
                    <a:pt x="6855310" y="4400"/>
                  </a:lnTo>
                  <a:lnTo>
                    <a:pt x="6760888" y="2937"/>
                  </a:lnTo>
                  <a:lnTo>
                    <a:pt x="6680707" y="1818"/>
                  </a:lnTo>
                  <a:lnTo>
                    <a:pt x="6617244" y="1016"/>
                  </a:lnTo>
                  <a:lnTo>
                    <a:pt x="6571432" y="491"/>
                  </a:lnTo>
                  <a:lnTo>
                    <a:pt x="6542419" y="187"/>
                  </a:lnTo>
                  <a:lnTo>
                    <a:pt x="6527587" y="45"/>
                  </a:lnTo>
                  <a:lnTo>
                    <a:pt x="6522749" y="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4" y="15"/>
                  </a:lnTo>
                  <a:lnTo>
                    <a:pt x="5518849" y="127"/>
                  </a:lnTo>
                  <a:lnTo>
                    <a:pt x="5499930" y="434"/>
                  </a:lnTo>
                  <a:lnTo>
                    <a:pt x="5465852" y="1041"/>
                  </a:lnTo>
                  <a:lnTo>
                    <a:pt x="5414545" y="2043"/>
                  </a:lnTo>
                  <a:lnTo>
                    <a:pt x="5345728" y="3524"/>
                  </a:lnTo>
                  <a:lnTo>
                    <a:pt x="5260854" y="5546"/>
                  </a:lnTo>
                  <a:lnTo>
                    <a:pt x="5162786" y="8145"/>
                  </a:lnTo>
                  <a:lnTo>
                    <a:pt x="5055284" y="11335"/>
                  </a:lnTo>
                  <a:lnTo>
                    <a:pt x="4942405" y="15113"/>
                  </a:lnTo>
                  <a:lnTo>
                    <a:pt x="4827976" y="19468"/>
                  </a:lnTo>
                  <a:lnTo>
                    <a:pt x="4715229" y="24388"/>
                  </a:lnTo>
                  <a:lnTo>
                    <a:pt x="4606614" y="29871"/>
                  </a:lnTo>
                  <a:lnTo>
                    <a:pt x="4503778" y="35927"/>
                  </a:lnTo>
                  <a:lnTo>
                    <a:pt x="4407646" y="42585"/>
                  </a:lnTo>
                  <a:lnTo>
                    <a:pt x="4318553" y="49889"/>
                  </a:lnTo>
                  <a:lnTo>
                    <a:pt x="4236397" y="57905"/>
                  </a:lnTo>
                  <a:lnTo>
                    <a:pt x="4160768" y="66713"/>
                  </a:lnTo>
                  <a:lnTo>
                    <a:pt x="4091059" y="76410"/>
                  </a:lnTo>
                  <a:lnTo>
                    <a:pt x="4026547" y="87105"/>
                  </a:lnTo>
                  <a:lnTo>
                    <a:pt x="3966464" y="98909"/>
                  </a:lnTo>
                  <a:lnTo>
                    <a:pt x="3910035" y="111928"/>
                  </a:lnTo>
                  <a:lnTo>
                    <a:pt x="3856526" y="126242"/>
                  </a:lnTo>
                  <a:lnTo>
                    <a:pt x="3820202" y="137129"/>
                  </a:lnTo>
                  <a:lnTo>
                    <a:pt x="3761729" y="156696"/>
                  </a:lnTo>
                  <a:lnTo>
                    <a:pt x="3705020" y="178127"/>
                  </a:lnTo>
                  <a:lnTo>
                    <a:pt x="3649451" y="201455"/>
                  </a:lnTo>
                  <a:lnTo>
                    <a:pt x="3594556" y="226656"/>
                  </a:lnTo>
                  <a:lnTo>
                    <a:pt x="3539997" y="253644"/>
                  </a:lnTo>
                  <a:lnTo>
                    <a:pt x="3485542" y="282269"/>
                  </a:lnTo>
                  <a:lnTo>
                    <a:pt x="3431055" y="312314"/>
                  </a:lnTo>
                  <a:lnTo>
                    <a:pt x="3376469" y="343500"/>
                  </a:lnTo>
                  <a:lnTo>
                    <a:pt x="3321782" y="375494"/>
                  </a:lnTo>
                  <a:lnTo>
                    <a:pt x="3267029" y="407923"/>
                  </a:lnTo>
                  <a:lnTo>
                    <a:pt x="3212270" y="440396"/>
                  </a:lnTo>
                  <a:lnTo>
                    <a:pt x="3157565" y="472515"/>
                  </a:lnTo>
                  <a:lnTo>
                    <a:pt x="3102957" y="503902"/>
                  </a:lnTo>
                  <a:lnTo>
                    <a:pt x="3048451" y="534216"/>
                  </a:lnTo>
                  <a:lnTo>
                    <a:pt x="2993999" y="563164"/>
                  </a:lnTo>
                  <a:lnTo>
                    <a:pt x="2939477" y="590516"/>
                  </a:lnTo>
                  <a:lnTo>
                    <a:pt x="2884678" y="616107"/>
                  </a:lnTo>
                  <a:lnTo>
                    <a:pt x="2829288" y="639838"/>
                  </a:lnTo>
                  <a:lnTo>
                    <a:pt x="2772868" y="661673"/>
                  </a:lnTo>
                  <a:lnTo>
                    <a:pt x="2714833" y="681632"/>
                  </a:lnTo>
                  <a:lnTo>
                    <a:pt x="2702183" y="685649"/>
                  </a:lnTo>
                  <a:lnTo>
                    <a:pt x="2650333" y="700898"/>
                  </a:lnTo>
                  <a:lnTo>
                    <a:pt x="2596035" y="714824"/>
                  </a:lnTo>
                  <a:lnTo>
                    <a:pt x="2538606" y="727474"/>
                  </a:lnTo>
                  <a:lnTo>
                    <a:pt x="2477297" y="738940"/>
                  </a:lnTo>
                  <a:lnTo>
                    <a:pt x="2411331" y="749328"/>
                  </a:lnTo>
                  <a:lnTo>
                    <a:pt x="2339946" y="758753"/>
                  </a:lnTo>
                  <a:lnTo>
                    <a:pt x="2262447" y="767318"/>
                  </a:lnTo>
                  <a:lnTo>
                    <a:pt x="2178276" y="775116"/>
                  </a:lnTo>
                  <a:lnTo>
                    <a:pt x="2087099" y="782223"/>
                  </a:lnTo>
                  <a:lnTo>
                    <a:pt x="1988930" y="788699"/>
                  </a:lnTo>
                  <a:lnTo>
                    <a:pt x="1884263" y="794584"/>
                  </a:lnTo>
                  <a:lnTo>
                    <a:pt x="1774222" y="799901"/>
                  </a:lnTo>
                  <a:lnTo>
                    <a:pt x="1660687" y="804655"/>
                  </a:lnTo>
                  <a:lnTo>
                    <a:pt x="1546348" y="808841"/>
                  </a:lnTo>
                  <a:lnTo>
                    <a:pt x="1434638" y="812447"/>
                  </a:lnTo>
                  <a:lnTo>
                    <a:pt x="1329500" y="815462"/>
                  </a:lnTo>
                  <a:lnTo>
                    <a:pt x="1234964" y="817888"/>
                  </a:lnTo>
                  <a:lnTo>
                    <a:pt x="1154584" y="819745"/>
                  </a:lnTo>
                  <a:lnTo>
                    <a:pt x="1090857" y="821078"/>
                  </a:lnTo>
                  <a:lnTo>
                    <a:pt x="1044745" y="821954"/>
                  </a:lnTo>
                  <a:lnTo>
                    <a:pt x="1015433" y="822462"/>
                  </a:lnTo>
                  <a:lnTo>
                    <a:pt x="1000346" y="822701"/>
                  </a:lnTo>
                  <a:lnTo>
                    <a:pt x="995342" y="822774"/>
                  </a:lnTo>
                  <a:lnTo>
                    <a:pt x="994940" y="822779"/>
                  </a:lnTo>
                  <a:lnTo>
                    <a:pt x="0" y="822779"/>
                  </a:lnTo>
                  <a:lnTo>
                    <a:pt x="0" y="8227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7" name="pg1886"/>
            <p:cNvSpPr/>
            <p:nvPr/>
          </p:nvSpPr>
          <p:spPr>
            <a:xfrm>
              <a:off x="1199187" y="2473414"/>
              <a:ext cx="12049831" cy="3516465"/>
            </a:xfrm>
            <a:custGeom>
              <a:avLst/>
              <a:pathLst>
                <a:path w="12049831" h="3516465">
                  <a:moveTo>
                    <a:pt x="0" y="3516465"/>
                  </a:moveTo>
                  <a:lnTo>
                    <a:pt x="994940" y="3516465"/>
                  </a:lnTo>
                  <a:lnTo>
                    <a:pt x="995987" y="3516403"/>
                  </a:lnTo>
                  <a:lnTo>
                    <a:pt x="1002908" y="3515964"/>
                  </a:lnTo>
                  <a:lnTo>
                    <a:pt x="1020485" y="3514751"/>
                  </a:lnTo>
                  <a:lnTo>
                    <a:pt x="1052236" y="3512360"/>
                  </a:lnTo>
                  <a:lnTo>
                    <a:pt x="1100219" y="3508404"/>
                  </a:lnTo>
                  <a:lnTo>
                    <a:pt x="1164887" y="3502547"/>
                  </a:lnTo>
                  <a:lnTo>
                    <a:pt x="1245112" y="3494534"/>
                  </a:lnTo>
                  <a:lnTo>
                    <a:pt x="1338432" y="3484202"/>
                  </a:lnTo>
                  <a:lnTo>
                    <a:pt x="1441486" y="3471480"/>
                  </a:lnTo>
                  <a:lnTo>
                    <a:pt x="1550534" y="3456370"/>
                  </a:lnTo>
                  <a:lnTo>
                    <a:pt x="1661946" y="3438911"/>
                  </a:lnTo>
                  <a:lnTo>
                    <a:pt x="1772558" y="3419151"/>
                  </a:lnTo>
                  <a:lnTo>
                    <a:pt x="1879884" y="3397113"/>
                  </a:lnTo>
                  <a:lnTo>
                    <a:pt x="1982165" y="3372776"/>
                  </a:lnTo>
                  <a:lnTo>
                    <a:pt x="2078327" y="3346053"/>
                  </a:lnTo>
                  <a:lnTo>
                    <a:pt x="2167873" y="3316791"/>
                  </a:lnTo>
                  <a:lnTo>
                    <a:pt x="2250752" y="3284766"/>
                  </a:lnTo>
                  <a:lnTo>
                    <a:pt x="2327236" y="3249684"/>
                  </a:lnTo>
                  <a:lnTo>
                    <a:pt x="2397817" y="3211190"/>
                  </a:lnTo>
                  <a:lnTo>
                    <a:pt x="2463119" y="3168875"/>
                  </a:lnTo>
                  <a:lnTo>
                    <a:pt x="2523838" y="3122302"/>
                  </a:lnTo>
                  <a:lnTo>
                    <a:pt x="2580693" y="3071033"/>
                  </a:lnTo>
                  <a:lnTo>
                    <a:pt x="2634388" y="3014686"/>
                  </a:lnTo>
                  <a:lnTo>
                    <a:pt x="2685576" y="2953012"/>
                  </a:lnTo>
                  <a:lnTo>
                    <a:pt x="2702183" y="2931261"/>
                  </a:lnTo>
                  <a:lnTo>
                    <a:pt x="2742919" y="2874242"/>
                  </a:lnTo>
                  <a:lnTo>
                    <a:pt x="2782701" y="2813437"/>
                  </a:lnTo>
                  <a:lnTo>
                    <a:pt x="2821767" y="2748771"/>
                  </a:lnTo>
                  <a:lnTo>
                    <a:pt x="2860308" y="2680214"/>
                  </a:lnTo>
                  <a:lnTo>
                    <a:pt x="2898483" y="2607794"/>
                  </a:lnTo>
                  <a:lnTo>
                    <a:pt x="2936420" y="2531595"/>
                  </a:lnTo>
                  <a:lnTo>
                    <a:pt x="2974218" y="2451768"/>
                  </a:lnTo>
                  <a:lnTo>
                    <a:pt x="3011954" y="2368526"/>
                  </a:lnTo>
                  <a:lnTo>
                    <a:pt x="3049683" y="2282150"/>
                  </a:lnTo>
                  <a:lnTo>
                    <a:pt x="3087439" y="2192984"/>
                  </a:lnTo>
                  <a:lnTo>
                    <a:pt x="3125242" y="2101431"/>
                  </a:lnTo>
                  <a:lnTo>
                    <a:pt x="3163097" y="2007950"/>
                  </a:lnTo>
                  <a:lnTo>
                    <a:pt x="3200998" y="1913043"/>
                  </a:lnTo>
                  <a:lnTo>
                    <a:pt x="3238931" y="1817245"/>
                  </a:lnTo>
                  <a:lnTo>
                    <a:pt x="3276876" y="1721116"/>
                  </a:lnTo>
                  <a:lnTo>
                    <a:pt x="3314813" y="1625221"/>
                  </a:lnTo>
                  <a:lnTo>
                    <a:pt x="3352720" y="1530120"/>
                  </a:lnTo>
                  <a:lnTo>
                    <a:pt x="3390584" y="1436355"/>
                  </a:lnTo>
                  <a:lnTo>
                    <a:pt x="3428396" y="1344434"/>
                  </a:lnTo>
                  <a:lnTo>
                    <a:pt x="3466160" y="1254823"/>
                  </a:lnTo>
                  <a:lnTo>
                    <a:pt x="3503891" y="1167937"/>
                  </a:lnTo>
                  <a:lnTo>
                    <a:pt x="3541622" y="1084130"/>
                  </a:lnTo>
                  <a:lnTo>
                    <a:pt x="3579405" y="1003694"/>
                  </a:lnTo>
                  <a:lnTo>
                    <a:pt x="3617311" y="926854"/>
                  </a:lnTo>
                  <a:lnTo>
                    <a:pt x="3655437" y="853770"/>
                  </a:lnTo>
                  <a:lnTo>
                    <a:pt x="3693904" y="784540"/>
                  </a:lnTo>
                  <a:lnTo>
                    <a:pt x="3732866" y="719200"/>
                  </a:lnTo>
                  <a:lnTo>
                    <a:pt x="3772509" y="657730"/>
                  </a:lnTo>
                  <a:lnTo>
                    <a:pt x="3813060" y="600062"/>
                  </a:lnTo>
                  <a:lnTo>
                    <a:pt x="3820202" y="590444"/>
                  </a:lnTo>
                  <a:lnTo>
                    <a:pt x="3870685" y="526979"/>
                  </a:lnTo>
                  <a:lnTo>
                    <a:pt x="3923475" y="468874"/>
                  </a:lnTo>
                  <a:lnTo>
                    <a:pt x="3979201" y="415951"/>
                  </a:lnTo>
                  <a:lnTo>
                    <a:pt x="4038552" y="367860"/>
                  </a:lnTo>
                  <a:lnTo>
                    <a:pt x="4102247" y="324175"/>
                  </a:lnTo>
                  <a:lnTo>
                    <a:pt x="4170994" y="284454"/>
                  </a:lnTo>
                  <a:lnTo>
                    <a:pt x="4245447" y="248277"/>
                  </a:lnTo>
                  <a:lnTo>
                    <a:pt x="4326152" y="215269"/>
                  </a:lnTo>
                  <a:lnTo>
                    <a:pt x="4413462" y="185115"/>
                  </a:lnTo>
                  <a:lnTo>
                    <a:pt x="4507450" y="157566"/>
                  </a:lnTo>
                  <a:lnTo>
                    <a:pt x="4607780" y="132446"/>
                  </a:lnTo>
                  <a:lnTo>
                    <a:pt x="4713583" y="109647"/>
                  </a:lnTo>
                  <a:lnTo>
                    <a:pt x="4823340" y="89127"/>
                  </a:lnTo>
                  <a:lnTo>
                    <a:pt x="4934806" y="70897"/>
                  </a:lnTo>
                  <a:lnTo>
                    <a:pt x="5045029" y="54998"/>
                  </a:lnTo>
                  <a:lnTo>
                    <a:pt x="5150500" y="41477"/>
                  </a:lnTo>
                  <a:lnTo>
                    <a:pt x="5247468" y="30352"/>
                  </a:lnTo>
                  <a:lnTo>
                    <a:pt x="5332386" y="21579"/>
                  </a:lnTo>
                  <a:lnTo>
                    <a:pt x="5402439" y="15028"/>
                  </a:lnTo>
                  <a:lnTo>
                    <a:pt x="5456014" y="10472"/>
                  </a:lnTo>
                  <a:lnTo>
                    <a:pt x="5493024" y="7600"/>
                  </a:lnTo>
                  <a:lnTo>
                    <a:pt x="5515003" y="6039"/>
                  </a:lnTo>
                  <a:lnTo>
                    <a:pt x="5525004" y="538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2" y="5282"/>
                  </a:lnTo>
                  <a:lnTo>
                    <a:pt x="6530724" y="5581"/>
                  </a:lnTo>
                  <a:lnTo>
                    <a:pt x="6549095" y="6407"/>
                  </a:lnTo>
                  <a:lnTo>
                    <a:pt x="6582222" y="8035"/>
                  </a:lnTo>
                  <a:lnTo>
                    <a:pt x="6632175" y="10727"/>
                  </a:lnTo>
                  <a:lnTo>
                    <a:pt x="6699305" y="14708"/>
                  </a:lnTo>
                  <a:lnTo>
                    <a:pt x="6782297" y="20146"/>
                  </a:lnTo>
                  <a:lnTo>
                    <a:pt x="6878451" y="27146"/>
                  </a:lnTo>
                  <a:lnTo>
                    <a:pt x="6984171" y="35748"/>
                  </a:lnTo>
                  <a:lnTo>
                    <a:pt x="7095527" y="45949"/>
                  </a:lnTo>
                  <a:lnTo>
                    <a:pt x="7208766" y="57717"/>
                  </a:lnTo>
                  <a:lnTo>
                    <a:pt x="7320684" y="71023"/>
                  </a:lnTo>
                  <a:lnTo>
                    <a:pt x="7428809" y="85854"/>
                  </a:lnTo>
                  <a:lnTo>
                    <a:pt x="7531449" y="102235"/>
                  </a:lnTo>
                  <a:lnTo>
                    <a:pt x="7627617" y="120233"/>
                  </a:lnTo>
                  <a:lnTo>
                    <a:pt x="7716910" y="139963"/>
                  </a:lnTo>
                  <a:lnTo>
                    <a:pt x="7799367" y="161590"/>
                  </a:lnTo>
                  <a:lnTo>
                    <a:pt x="7875345" y="185325"/>
                  </a:lnTo>
                  <a:lnTo>
                    <a:pt x="7945404" y="211421"/>
                  </a:lnTo>
                  <a:lnTo>
                    <a:pt x="8010227" y="240164"/>
                  </a:lnTo>
                  <a:lnTo>
                    <a:pt x="8070555" y="271853"/>
                  </a:lnTo>
                  <a:lnTo>
                    <a:pt x="8127141" y="306779"/>
                  </a:lnTo>
                  <a:lnTo>
                    <a:pt x="8180707" y="345179"/>
                  </a:lnTo>
                  <a:lnTo>
                    <a:pt x="8229629" y="385186"/>
                  </a:lnTo>
                  <a:lnTo>
                    <a:pt x="8277291" y="428842"/>
                  </a:lnTo>
                  <a:lnTo>
                    <a:pt x="8323701" y="475889"/>
                  </a:lnTo>
                  <a:lnTo>
                    <a:pt x="8369221" y="526397"/>
                  </a:lnTo>
                  <a:lnTo>
                    <a:pt x="8414137" y="580371"/>
                  </a:lnTo>
                  <a:lnTo>
                    <a:pt x="8458674" y="637744"/>
                  </a:lnTo>
                  <a:lnTo>
                    <a:pt x="8503002" y="698377"/>
                  </a:lnTo>
                  <a:lnTo>
                    <a:pt x="8547248" y="762048"/>
                  </a:lnTo>
                  <a:lnTo>
                    <a:pt x="8591494" y="828457"/>
                  </a:lnTo>
                  <a:lnTo>
                    <a:pt x="8635790" y="897223"/>
                  </a:lnTo>
                  <a:lnTo>
                    <a:pt x="8680156" y="967897"/>
                  </a:lnTo>
                  <a:lnTo>
                    <a:pt x="8724588" y="1039970"/>
                  </a:lnTo>
                  <a:lnTo>
                    <a:pt x="8769067" y="1112886"/>
                  </a:lnTo>
                  <a:lnTo>
                    <a:pt x="8813560" y="1186063"/>
                  </a:lnTo>
                  <a:lnTo>
                    <a:pt x="8858034" y="1258908"/>
                  </a:lnTo>
                  <a:lnTo>
                    <a:pt x="8902459" y="1330842"/>
                  </a:lnTo>
                  <a:lnTo>
                    <a:pt x="8946817" y="1401313"/>
                  </a:lnTo>
                  <a:lnTo>
                    <a:pt x="8991105" y="1469818"/>
                  </a:lnTo>
                  <a:lnTo>
                    <a:pt x="9035348" y="1535915"/>
                  </a:lnTo>
                  <a:lnTo>
                    <a:pt x="9079598" y="1599236"/>
                  </a:lnTo>
                  <a:lnTo>
                    <a:pt x="9123944" y="1659487"/>
                  </a:lnTo>
                  <a:lnTo>
                    <a:pt x="9168517" y="1716457"/>
                  </a:lnTo>
                  <a:lnTo>
                    <a:pt x="9213492" y="1770016"/>
                  </a:lnTo>
                  <a:lnTo>
                    <a:pt x="9259103" y="1820106"/>
                  </a:lnTo>
                  <a:lnTo>
                    <a:pt x="9305643" y="1866741"/>
                  </a:lnTo>
                  <a:lnTo>
                    <a:pt x="9347647" y="1904970"/>
                  </a:lnTo>
                  <a:lnTo>
                    <a:pt x="9398946" y="1946798"/>
                  </a:lnTo>
                  <a:lnTo>
                    <a:pt x="9452635" y="1985037"/>
                  </a:lnTo>
                  <a:lnTo>
                    <a:pt x="9509374" y="2019810"/>
                  </a:lnTo>
                  <a:lnTo>
                    <a:pt x="9569890" y="2051359"/>
                  </a:lnTo>
                  <a:lnTo>
                    <a:pt x="9634935" y="2079975"/>
                  </a:lnTo>
                  <a:lnTo>
                    <a:pt x="9705248" y="2105958"/>
                  </a:lnTo>
                  <a:lnTo>
                    <a:pt x="9781509" y="2129592"/>
                  </a:lnTo>
                  <a:lnTo>
                    <a:pt x="9864271" y="2151129"/>
                  </a:lnTo>
                  <a:lnTo>
                    <a:pt x="9953878" y="2170777"/>
                  </a:lnTo>
                  <a:lnTo>
                    <a:pt x="10050352" y="2188699"/>
                  </a:lnTo>
                  <a:lnTo>
                    <a:pt x="10153268" y="2205008"/>
                  </a:lnTo>
                  <a:lnTo>
                    <a:pt x="10261608" y="2219771"/>
                  </a:lnTo>
                  <a:lnTo>
                    <a:pt x="10373645" y="2233007"/>
                  </a:lnTo>
                  <a:lnTo>
                    <a:pt x="10486874" y="2244705"/>
                  </a:lnTo>
                  <a:lnTo>
                    <a:pt x="10598058" y="2254833"/>
                  </a:lnTo>
                  <a:lnTo>
                    <a:pt x="10703428" y="2263363"/>
                  </a:lnTo>
                  <a:lnTo>
                    <a:pt x="10799057" y="2270290"/>
                  </a:lnTo>
                  <a:lnTo>
                    <a:pt x="10881379" y="2275660"/>
                  </a:lnTo>
                  <a:lnTo>
                    <a:pt x="10947746" y="2279578"/>
                  </a:lnTo>
                  <a:lnTo>
                    <a:pt x="10996914" y="2282216"/>
                  </a:lnTo>
                  <a:lnTo>
                    <a:pt x="11029314" y="2283802"/>
                  </a:lnTo>
                  <a:lnTo>
                    <a:pt x="11047089" y="2284598"/>
                  </a:lnTo>
                  <a:lnTo>
                    <a:pt x="11053935" y="2284879"/>
                  </a:lnTo>
                  <a:lnTo>
                    <a:pt x="11054891" y="2284916"/>
                  </a:lnTo>
                  <a:lnTo>
                    <a:pt x="12049831" y="2284916"/>
                  </a:lnTo>
                  <a:lnTo>
                    <a:pt x="12049831" y="2279675"/>
                  </a:lnTo>
                  <a:lnTo>
                    <a:pt x="11054891" y="2279675"/>
                  </a:lnTo>
                  <a:lnTo>
                    <a:pt x="11053794" y="2279633"/>
                  </a:lnTo>
                  <a:lnTo>
                    <a:pt x="11046552" y="2279334"/>
                  </a:lnTo>
                  <a:lnTo>
                    <a:pt x="11028182" y="2278508"/>
                  </a:lnTo>
                  <a:lnTo>
                    <a:pt x="10995054" y="2276880"/>
                  </a:lnTo>
                  <a:lnTo>
                    <a:pt x="10945102" y="2274188"/>
                  </a:lnTo>
                  <a:lnTo>
                    <a:pt x="10877971" y="2270208"/>
                  </a:lnTo>
                  <a:lnTo>
                    <a:pt x="10794979" y="2264770"/>
                  </a:lnTo>
                  <a:lnTo>
                    <a:pt x="10698825" y="2257770"/>
                  </a:lnTo>
                  <a:lnTo>
                    <a:pt x="10593106" y="2249167"/>
                  </a:lnTo>
                  <a:lnTo>
                    <a:pt x="10481750" y="2238967"/>
                  </a:lnTo>
                  <a:lnTo>
                    <a:pt x="10368510" y="2227198"/>
                  </a:lnTo>
                  <a:lnTo>
                    <a:pt x="10256593" y="2213893"/>
                  </a:lnTo>
                  <a:lnTo>
                    <a:pt x="10148467" y="2199061"/>
                  </a:lnTo>
                  <a:lnTo>
                    <a:pt x="10045827" y="2182680"/>
                  </a:lnTo>
                  <a:lnTo>
                    <a:pt x="9949659" y="2164683"/>
                  </a:lnTo>
                  <a:lnTo>
                    <a:pt x="9860367" y="2144953"/>
                  </a:lnTo>
                  <a:lnTo>
                    <a:pt x="9777909" y="2123326"/>
                  </a:lnTo>
                  <a:lnTo>
                    <a:pt x="9701931" y="2099591"/>
                  </a:lnTo>
                  <a:lnTo>
                    <a:pt x="9631873" y="2073494"/>
                  </a:lnTo>
                  <a:lnTo>
                    <a:pt x="9567050" y="2044752"/>
                  </a:lnTo>
                  <a:lnTo>
                    <a:pt x="9506722" y="2013063"/>
                  </a:lnTo>
                  <a:lnTo>
                    <a:pt x="9450136" y="1978136"/>
                  </a:lnTo>
                  <a:lnTo>
                    <a:pt x="9396569" y="1939737"/>
                  </a:lnTo>
                  <a:lnTo>
                    <a:pt x="9347647" y="1899729"/>
                  </a:lnTo>
                  <a:lnTo>
                    <a:pt x="9299986" y="1856074"/>
                  </a:lnTo>
                  <a:lnTo>
                    <a:pt x="9253576" y="1809026"/>
                  </a:lnTo>
                  <a:lnTo>
                    <a:pt x="9208056" y="1758518"/>
                  </a:lnTo>
                  <a:lnTo>
                    <a:pt x="9163140" y="1704545"/>
                  </a:lnTo>
                  <a:lnTo>
                    <a:pt x="9118603" y="1647171"/>
                  </a:lnTo>
                  <a:lnTo>
                    <a:pt x="9074274" y="1586538"/>
                  </a:lnTo>
                  <a:lnTo>
                    <a:pt x="9030029" y="1522867"/>
                  </a:lnTo>
                  <a:lnTo>
                    <a:pt x="8985783" y="1456459"/>
                  </a:lnTo>
                  <a:lnTo>
                    <a:pt x="8941487" y="1387693"/>
                  </a:lnTo>
                  <a:lnTo>
                    <a:pt x="8897120" y="1317018"/>
                  </a:lnTo>
                  <a:lnTo>
                    <a:pt x="8852688" y="1244946"/>
                  </a:lnTo>
                  <a:lnTo>
                    <a:pt x="8808210" y="1172029"/>
                  </a:lnTo>
                  <a:lnTo>
                    <a:pt x="8763717" y="1098852"/>
                  </a:lnTo>
                  <a:lnTo>
                    <a:pt x="8719243" y="1026007"/>
                  </a:lnTo>
                  <a:lnTo>
                    <a:pt x="8674817" y="954074"/>
                  </a:lnTo>
                  <a:lnTo>
                    <a:pt x="8630460" y="883603"/>
                  </a:lnTo>
                  <a:lnTo>
                    <a:pt x="8586171" y="815098"/>
                  </a:lnTo>
                  <a:lnTo>
                    <a:pt x="8541929" y="749000"/>
                  </a:lnTo>
                  <a:lnTo>
                    <a:pt x="8497678" y="685680"/>
                  </a:lnTo>
                  <a:lnTo>
                    <a:pt x="8453332" y="625429"/>
                  </a:lnTo>
                  <a:lnTo>
                    <a:pt x="8408760" y="568458"/>
                  </a:lnTo>
                  <a:lnTo>
                    <a:pt x="8363784" y="514900"/>
                  </a:lnTo>
                  <a:lnTo>
                    <a:pt x="8318174" y="464809"/>
                  </a:lnTo>
                  <a:lnTo>
                    <a:pt x="8271634" y="418174"/>
                  </a:lnTo>
                  <a:lnTo>
                    <a:pt x="8229629" y="379945"/>
                  </a:lnTo>
                  <a:lnTo>
                    <a:pt x="8178331" y="338117"/>
                  </a:lnTo>
                  <a:lnTo>
                    <a:pt x="8124642" y="299879"/>
                  </a:lnTo>
                  <a:lnTo>
                    <a:pt x="8067902" y="265105"/>
                  </a:lnTo>
                  <a:lnTo>
                    <a:pt x="8007387" y="233556"/>
                  </a:lnTo>
                  <a:lnTo>
                    <a:pt x="7942342" y="204941"/>
                  </a:lnTo>
                  <a:lnTo>
                    <a:pt x="7872028" y="178957"/>
                  </a:lnTo>
                  <a:lnTo>
                    <a:pt x="7795767" y="155323"/>
                  </a:lnTo>
                  <a:lnTo>
                    <a:pt x="7713005" y="133787"/>
                  </a:lnTo>
                  <a:lnTo>
                    <a:pt x="7623399" y="114139"/>
                  </a:lnTo>
                  <a:lnTo>
                    <a:pt x="7526924" y="96217"/>
                  </a:lnTo>
                  <a:lnTo>
                    <a:pt x="7424009" y="79907"/>
                  </a:lnTo>
                  <a:lnTo>
                    <a:pt x="7315668" y="65145"/>
                  </a:lnTo>
                  <a:lnTo>
                    <a:pt x="7203632" y="51909"/>
                  </a:lnTo>
                  <a:lnTo>
                    <a:pt x="7090403" y="40211"/>
                  </a:lnTo>
                  <a:lnTo>
                    <a:pt x="6979219" y="30082"/>
                  </a:lnTo>
                  <a:lnTo>
                    <a:pt x="6873849" y="21553"/>
                  </a:lnTo>
                  <a:lnTo>
                    <a:pt x="6778219" y="14625"/>
                  </a:lnTo>
                  <a:lnTo>
                    <a:pt x="6695898" y="9256"/>
                  </a:lnTo>
                  <a:lnTo>
                    <a:pt x="6629530" y="5338"/>
                  </a:lnTo>
                  <a:lnTo>
                    <a:pt x="6580363" y="2699"/>
                  </a:lnTo>
                  <a:lnTo>
                    <a:pt x="6547963" y="1114"/>
                  </a:lnTo>
                  <a:lnTo>
                    <a:pt x="6530187" y="318"/>
                  </a:lnTo>
                  <a:lnTo>
                    <a:pt x="6523342" y="3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98" y="61"/>
                  </a:lnTo>
                  <a:lnTo>
                    <a:pt x="5519477" y="500"/>
                  </a:lnTo>
                  <a:lnTo>
                    <a:pt x="5501900" y="1713"/>
                  </a:lnTo>
                  <a:lnTo>
                    <a:pt x="5470149" y="4105"/>
                  </a:lnTo>
                  <a:lnTo>
                    <a:pt x="5422166" y="8061"/>
                  </a:lnTo>
                  <a:lnTo>
                    <a:pt x="5357498" y="13917"/>
                  </a:lnTo>
                  <a:lnTo>
                    <a:pt x="5277273" y="21930"/>
                  </a:lnTo>
                  <a:lnTo>
                    <a:pt x="5183953" y="32262"/>
                  </a:lnTo>
                  <a:lnTo>
                    <a:pt x="5080899" y="44984"/>
                  </a:lnTo>
                  <a:lnTo>
                    <a:pt x="4971851" y="60095"/>
                  </a:lnTo>
                  <a:lnTo>
                    <a:pt x="4860439" y="77554"/>
                  </a:lnTo>
                  <a:lnTo>
                    <a:pt x="4749827" y="97314"/>
                  </a:lnTo>
                  <a:lnTo>
                    <a:pt x="4642501" y="119351"/>
                  </a:lnTo>
                  <a:lnTo>
                    <a:pt x="4540220" y="143689"/>
                  </a:lnTo>
                  <a:lnTo>
                    <a:pt x="4444058" y="170412"/>
                  </a:lnTo>
                  <a:lnTo>
                    <a:pt x="4354512" y="199673"/>
                  </a:lnTo>
                  <a:lnTo>
                    <a:pt x="4271633" y="231698"/>
                  </a:lnTo>
                  <a:lnTo>
                    <a:pt x="4195149" y="266780"/>
                  </a:lnTo>
                  <a:lnTo>
                    <a:pt x="4124568" y="305275"/>
                  </a:lnTo>
                  <a:lnTo>
                    <a:pt x="4059266" y="347590"/>
                  </a:lnTo>
                  <a:lnTo>
                    <a:pt x="3998547" y="394163"/>
                  </a:lnTo>
                  <a:lnTo>
                    <a:pt x="3941692" y="445431"/>
                  </a:lnTo>
                  <a:lnTo>
                    <a:pt x="3887997" y="501778"/>
                  </a:lnTo>
                  <a:lnTo>
                    <a:pt x="3836809" y="563452"/>
                  </a:lnTo>
                  <a:lnTo>
                    <a:pt x="3820202" y="585204"/>
                  </a:lnTo>
                  <a:lnTo>
                    <a:pt x="3779466" y="642223"/>
                  </a:lnTo>
                  <a:lnTo>
                    <a:pt x="3739684" y="703027"/>
                  </a:lnTo>
                  <a:lnTo>
                    <a:pt x="3700618" y="767694"/>
                  </a:lnTo>
                  <a:lnTo>
                    <a:pt x="3662077" y="836250"/>
                  </a:lnTo>
                  <a:lnTo>
                    <a:pt x="3623902" y="908671"/>
                  </a:lnTo>
                  <a:lnTo>
                    <a:pt x="3585965" y="984869"/>
                  </a:lnTo>
                  <a:lnTo>
                    <a:pt x="3548167" y="1064696"/>
                  </a:lnTo>
                  <a:lnTo>
                    <a:pt x="3510431" y="1147938"/>
                  </a:lnTo>
                  <a:lnTo>
                    <a:pt x="3472702" y="1234314"/>
                  </a:lnTo>
                  <a:lnTo>
                    <a:pt x="3434946" y="1323481"/>
                  </a:lnTo>
                  <a:lnTo>
                    <a:pt x="3397143" y="1415033"/>
                  </a:lnTo>
                  <a:lnTo>
                    <a:pt x="3359288" y="1508514"/>
                  </a:lnTo>
                  <a:lnTo>
                    <a:pt x="3321387" y="1603422"/>
                  </a:lnTo>
                  <a:lnTo>
                    <a:pt x="3283454" y="1699219"/>
                  </a:lnTo>
                  <a:lnTo>
                    <a:pt x="3245509" y="1795348"/>
                  </a:lnTo>
                  <a:lnTo>
                    <a:pt x="3207572" y="1891243"/>
                  </a:lnTo>
                  <a:lnTo>
                    <a:pt x="3169665" y="1986344"/>
                  </a:lnTo>
                  <a:lnTo>
                    <a:pt x="3131801" y="2080110"/>
                  </a:lnTo>
                  <a:lnTo>
                    <a:pt x="3093989" y="2172031"/>
                  </a:lnTo>
                  <a:lnTo>
                    <a:pt x="3056225" y="2261641"/>
                  </a:lnTo>
                  <a:lnTo>
                    <a:pt x="3018494" y="2348528"/>
                  </a:lnTo>
                  <a:lnTo>
                    <a:pt x="2980763" y="2432335"/>
                  </a:lnTo>
                  <a:lnTo>
                    <a:pt x="2942980" y="2512771"/>
                  </a:lnTo>
                  <a:lnTo>
                    <a:pt x="2905074" y="2589611"/>
                  </a:lnTo>
                  <a:lnTo>
                    <a:pt x="2866948" y="2662694"/>
                  </a:lnTo>
                  <a:lnTo>
                    <a:pt x="2828481" y="2731924"/>
                  </a:lnTo>
                  <a:lnTo>
                    <a:pt x="2789519" y="2797265"/>
                  </a:lnTo>
                  <a:lnTo>
                    <a:pt x="2749876" y="2858734"/>
                  </a:lnTo>
                  <a:lnTo>
                    <a:pt x="2709325" y="2916402"/>
                  </a:lnTo>
                  <a:lnTo>
                    <a:pt x="2702183" y="2926020"/>
                  </a:lnTo>
                  <a:lnTo>
                    <a:pt x="2651700" y="2989485"/>
                  </a:lnTo>
                  <a:lnTo>
                    <a:pt x="2598910" y="3047590"/>
                  </a:lnTo>
                  <a:lnTo>
                    <a:pt x="2543184" y="3100513"/>
                  </a:lnTo>
                  <a:lnTo>
                    <a:pt x="2483833" y="3148604"/>
                  </a:lnTo>
                  <a:lnTo>
                    <a:pt x="2420138" y="3192289"/>
                  </a:lnTo>
                  <a:lnTo>
                    <a:pt x="2351391" y="3232010"/>
                  </a:lnTo>
                  <a:lnTo>
                    <a:pt x="2276938" y="3268187"/>
                  </a:lnTo>
                  <a:lnTo>
                    <a:pt x="2196233" y="3301195"/>
                  </a:lnTo>
                  <a:lnTo>
                    <a:pt x="2108923" y="3331350"/>
                  </a:lnTo>
                  <a:lnTo>
                    <a:pt x="2014935" y="3358898"/>
                  </a:lnTo>
                  <a:lnTo>
                    <a:pt x="1914605" y="3384018"/>
                  </a:lnTo>
                  <a:lnTo>
                    <a:pt x="1808802" y="3406817"/>
                  </a:lnTo>
                  <a:lnTo>
                    <a:pt x="1699045" y="3427337"/>
                  </a:lnTo>
                  <a:lnTo>
                    <a:pt x="1587579" y="3445568"/>
                  </a:lnTo>
                  <a:lnTo>
                    <a:pt x="1477356" y="3461467"/>
                  </a:lnTo>
                  <a:lnTo>
                    <a:pt x="1371885" y="3474987"/>
                  </a:lnTo>
                  <a:lnTo>
                    <a:pt x="1274917" y="3486112"/>
                  </a:lnTo>
                  <a:lnTo>
                    <a:pt x="1189999" y="3494885"/>
                  </a:lnTo>
                  <a:lnTo>
                    <a:pt x="1119946" y="3501437"/>
                  </a:lnTo>
                  <a:lnTo>
                    <a:pt x="1066371" y="3505992"/>
                  </a:lnTo>
                  <a:lnTo>
                    <a:pt x="1029361" y="3508864"/>
                  </a:lnTo>
                  <a:lnTo>
                    <a:pt x="1007382" y="3510425"/>
                  </a:lnTo>
                  <a:lnTo>
                    <a:pt x="997381" y="3511077"/>
                  </a:lnTo>
                  <a:lnTo>
                    <a:pt x="994940" y="3511224"/>
                  </a:lnTo>
                  <a:lnTo>
                    <a:pt x="0" y="3511224"/>
                  </a:lnTo>
                  <a:close/>
                </a:path>
              </a:pathLst>
            </a:custGeom>
            <a:solidFill>
              <a:srgbClr val="6FA8D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88" name="pl1887"/>
            <p:cNvSpPr/>
            <p:nvPr/>
          </p:nvSpPr>
          <p:spPr>
            <a:xfrm>
              <a:off x="1199187" y="2478655"/>
              <a:ext cx="12049831" cy="3511224"/>
            </a:xfrm>
            <a:custGeom>
              <a:avLst/>
              <a:pathLst>
                <a:path w="12049831" h="3511224">
                  <a:moveTo>
                    <a:pt x="0" y="3511224"/>
                  </a:moveTo>
                  <a:lnTo>
                    <a:pt x="994940" y="3511224"/>
                  </a:lnTo>
                  <a:lnTo>
                    <a:pt x="995987" y="3511163"/>
                  </a:lnTo>
                  <a:lnTo>
                    <a:pt x="1002908" y="3510724"/>
                  </a:lnTo>
                  <a:lnTo>
                    <a:pt x="1020485" y="3509511"/>
                  </a:lnTo>
                  <a:lnTo>
                    <a:pt x="1052236" y="3507119"/>
                  </a:lnTo>
                  <a:lnTo>
                    <a:pt x="1100219" y="3503163"/>
                  </a:lnTo>
                  <a:lnTo>
                    <a:pt x="1164887" y="3497307"/>
                  </a:lnTo>
                  <a:lnTo>
                    <a:pt x="1245112" y="3489293"/>
                  </a:lnTo>
                  <a:lnTo>
                    <a:pt x="1338432" y="3478961"/>
                  </a:lnTo>
                  <a:lnTo>
                    <a:pt x="1441486" y="3466240"/>
                  </a:lnTo>
                  <a:lnTo>
                    <a:pt x="1550534" y="3451129"/>
                  </a:lnTo>
                  <a:lnTo>
                    <a:pt x="1661946" y="3433670"/>
                  </a:lnTo>
                  <a:lnTo>
                    <a:pt x="1772558" y="3413910"/>
                  </a:lnTo>
                  <a:lnTo>
                    <a:pt x="1879884" y="3391873"/>
                  </a:lnTo>
                  <a:lnTo>
                    <a:pt x="1982165" y="3367535"/>
                  </a:lnTo>
                  <a:lnTo>
                    <a:pt x="2078327" y="3340812"/>
                  </a:lnTo>
                  <a:lnTo>
                    <a:pt x="2167873" y="3311550"/>
                  </a:lnTo>
                  <a:lnTo>
                    <a:pt x="2250752" y="3279526"/>
                  </a:lnTo>
                  <a:lnTo>
                    <a:pt x="2327236" y="3244444"/>
                  </a:lnTo>
                  <a:lnTo>
                    <a:pt x="2397817" y="3205949"/>
                  </a:lnTo>
                  <a:lnTo>
                    <a:pt x="2463119" y="3163634"/>
                  </a:lnTo>
                  <a:lnTo>
                    <a:pt x="2523838" y="3117061"/>
                  </a:lnTo>
                  <a:lnTo>
                    <a:pt x="2580693" y="3065793"/>
                  </a:lnTo>
                  <a:lnTo>
                    <a:pt x="2634388" y="3009446"/>
                  </a:lnTo>
                  <a:lnTo>
                    <a:pt x="2685576" y="2947772"/>
                  </a:lnTo>
                  <a:lnTo>
                    <a:pt x="2702183" y="2926020"/>
                  </a:lnTo>
                  <a:lnTo>
                    <a:pt x="2742919" y="2869001"/>
                  </a:lnTo>
                  <a:lnTo>
                    <a:pt x="2782701" y="2808197"/>
                  </a:lnTo>
                  <a:lnTo>
                    <a:pt x="2821767" y="2743530"/>
                  </a:lnTo>
                  <a:lnTo>
                    <a:pt x="2860308" y="2674973"/>
                  </a:lnTo>
                  <a:lnTo>
                    <a:pt x="2898483" y="2602553"/>
                  </a:lnTo>
                  <a:lnTo>
                    <a:pt x="2936420" y="2526355"/>
                  </a:lnTo>
                  <a:lnTo>
                    <a:pt x="2974218" y="2446527"/>
                  </a:lnTo>
                  <a:lnTo>
                    <a:pt x="3011954" y="2363286"/>
                  </a:lnTo>
                  <a:lnTo>
                    <a:pt x="3049683" y="2276910"/>
                  </a:lnTo>
                  <a:lnTo>
                    <a:pt x="3087439" y="2187743"/>
                  </a:lnTo>
                  <a:lnTo>
                    <a:pt x="3125242" y="2096191"/>
                  </a:lnTo>
                  <a:lnTo>
                    <a:pt x="3163097" y="2002709"/>
                  </a:lnTo>
                  <a:lnTo>
                    <a:pt x="3200998" y="1907802"/>
                  </a:lnTo>
                  <a:lnTo>
                    <a:pt x="3238931" y="1812005"/>
                  </a:lnTo>
                  <a:lnTo>
                    <a:pt x="3276876" y="1715876"/>
                  </a:lnTo>
                  <a:lnTo>
                    <a:pt x="3314813" y="1619980"/>
                  </a:lnTo>
                  <a:lnTo>
                    <a:pt x="3352720" y="1524880"/>
                  </a:lnTo>
                  <a:lnTo>
                    <a:pt x="3390584" y="1431114"/>
                  </a:lnTo>
                  <a:lnTo>
                    <a:pt x="3428396" y="1339193"/>
                  </a:lnTo>
                  <a:lnTo>
                    <a:pt x="3466160" y="1249582"/>
                  </a:lnTo>
                  <a:lnTo>
                    <a:pt x="3503891" y="1162696"/>
                  </a:lnTo>
                  <a:lnTo>
                    <a:pt x="3541622" y="1078889"/>
                  </a:lnTo>
                  <a:lnTo>
                    <a:pt x="3579405" y="998453"/>
                  </a:lnTo>
                  <a:lnTo>
                    <a:pt x="3617311" y="921613"/>
                  </a:lnTo>
                  <a:lnTo>
                    <a:pt x="3655437" y="848530"/>
                  </a:lnTo>
                  <a:lnTo>
                    <a:pt x="3693904" y="779300"/>
                  </a:lnTo>
                  <a:lnTo>
                    <a:pt x="3732866" y="713959"/>
                  </a:lnTo>
                  <a:lnTo>
                    <a:pt x="3772509" y="652490"/>
                  </a:lnTo>
                  <a:lnTo>
                    <a:pt x="3813060" y="594822"/>
                  </a:lnTo>
                  <a:lnTo>
                    <a:pt x="3820202" y="585204"/>
                  </a:lnTo>
                  <a:lnTo>
                    <a:pt x="3870685" y="521739"/>
                  </a:lnTo>
                  <a:lnTo>
                    <a:pt x="3923475" y="463634"/>
                  </a:lnTo>
                  <a:lnTo>
                    <a:pt x="3979201" y="410711"/>
                  </a:lnTo>
                  <a:lnTo>
                    <a:pt x="4038552" y="362620"/>
                  </a:lnTo>
                  <a:lnTo>
                    <a:pt x="4102247" y="318935"/>
                  </a:lnTo>
                  <a:lnTo>
                    <a:pt x="4170994" y="279214"/>
                  </a:lnTo>
                  <a:lnTo>
                    <a:pt x="4245447" y="243036"/>
                  </a:lnTo>
                  <a:lnTo>
                    <a:pt x="4326152" y="210029"/>
                  </a:lnTo>
                  <a:lnTo>
                    <a:pt x="4413462" y="179874"/>
                  </a:lnTo>
                  <a:lnTo>
                    <a:pt x="4507450" y="152326"/>
                  </a:lnTo>
                  <a:lnTo>
                    <a:pt x="4607780" y="127206"/>
                  </a:lnTo>
                  <a:lnTo>
                    <a:pt x="4713583" y="104407"/>
                  </a:lnTo>
                  <a:lnTo>
                    <a:pt x="4823340" y="83887"/>
                  </a:lnTo>
                  <a:lnTo>
                    <a:pt x="4934806" y="65656"/>
                  </a:lnTo>
                  <a:lnTo>
                    <a:pt x="5045029" y="49757"/>
                  </a:lnTo>
                  <a:lnTo>
                    <a:pt x="5150500" y="36236"/>
                  </a:lnTo>
                  <a:lnTo>
                    <a:pt x="5247468" y="25112"/>
                  </a:lnTo>
                  <a:lnTo>
                    <a:pt x="5332386" y="16339"/>
                  </a:lnTo>
                  <a:lnTo>
                    <a:pt x="5402439" y="9787"/>
                  </a:lnTo>
                  <a:lnTo>
                    <a:pt x="5456014" y="5232"/>
                  </a:lnTo>
                  <a:lnTo>
                    <a:pt x="5493024" y="2360"/>
                  </a:lnTo>
                  <a:lnTo>
                    <a:pt x="5515003" y="799"/>
                  </a:lnTo>
                  <a:lnTo>
                    <a:pt x="5525004" y="146"/>
                  </a:lnTo>
                  <a:lnTo>
                    <a:pt x="5527405" y="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2" y="41"/>
                  </a:lnTo>
                  <a:lnTo>
                    <a:pt x="6530724" y="340"/>
                  </a:lnTo>
                  <a:lnTo>
                    <a:pt x="6549095" y="1166"/>
                  </a:lnTo>
                  <a:lnTo>
                    <a:pt x="6582222" y="2795"/>
                  </a:lnTo>
                  <a:lnTo>
                    <a:pt x="6632175" y="5486"/>
                  </a:lnTo>
                  <a:lnTo>
                    <a:pt x="6699305" y="9467"/>
                  </a:lnTo>
                  <a:lnTo>
                    <a:pt x="6782297" y="14905"/>
                  </a:lnTo>
                  <a:lnTo>
                    <a:pt x="6878451" y="21905"/>
                  </a:lnTo>
                  <a:lnTo>
                    <a:pt x="6984171" y="30508"/>
                  </a:lnTo>
                  <a:lnTo>
                    <a:pt x="7095527" y="40708"/>
                  </a:lnTo>
                  <a:lnTo>
                    <a:pt x="7208766" y="52477"/>
                  </a:lnTo>
                  <a:lnTo>
                    <a:pt x="7320684" y="65782"/>
                  </a:lnTo>
                  <a:lnTo>
                    <a:pt x="7428809" y="80614"/>
                  </a:lnTo>
                  <a:lnTo>
                    <a:pt x="7531449" y="96995"/>
                  </a:lnTo>
                  <a:lnTo>
                    <a:pt x="7627617" y="114992"/>
                  </a:lnTo>
                  <a:lnTo>
                    <a:pt x="7716910" y="134722"/>
                  </a:lnTo>
                  <a:lnTo>
                    <a:pt x="7799367" y="156349"/>
                  </a:lnTo>
                  <a:lnTo>
                    <a:pt x="7875345" y="180084"/>
                  </a:lnTo>
                  <a:lnTo>
                    <a:pt x="7945404" y="206181"/>
                  </a:lnTo>
                  <a:lnTo>
                    <a:pt x="8010227" y="234923"/>
                  </a:lnTo>
                  <a:lnTo>
                    <a:pt x="8070555" y="266612"/>
                  </a:lnTo>
                  <a:lnTo>
                    <a:pt x="8127141" y="301538"/>
                  </a:lnTo>
                  <a:lnTo>
                    <a:pt x="8180707" y="339938"/>
                  </a:lnTo>
                  <a:lnTo>
                    <a:pt x="8229629" y="379945"/>
                  </a:lnTo>
                  <a:lnTo>
                    <a:pt x="8277291" y="423601"/>
                  </a:lnTo>
                  <a:lnTo>
                    <a:pt x="8323701" y="470649"/>
                  </a:lnTo>
                  <a:lnTo>
                    <a:pt x="8369221" y="521157"/>
                  </a:lnTo>
                  <a:lnTo>
                    <a:pt x="8414137" y="575130"/>
                  </a:lnTo>
                  <a:lnTo>
                    <a:pt x="8458674" y="632504"/>
                  </a:lnTo>
                  <a:lnTo>
                    <a:pt x="8503002" y="693137"/>
                  </a:lnTo>
                  <a:lnTo>
                    <a:pt x="8547248" y="756808"/>
                  </a:lnTo>
                  <a:lnTo>
                    <a:pt x="8591494" y="823216"/>
                  </a:lnTo>
                  <a:lnTo>
                    <a:pt x="8635790" y="891982"/>
                  </a:lnTo>
                  <a:lnTo>
                    <a:pt x="8680156" y="962656"/>
                  </a:lnTo>
                  <a:lnTo>
                    <a:pt x="8724588" y="1034729"/>
                  </a:lnTo>
                  <a:lnTo>
                    <a:pt x="8769067" y="1107646"/>
                  </a:lnTo>
                  <a:lnTo>
                    <a:pt x="8813560" y="1180822"/>
                  </a:lnTo>
                  <a:lnTo>
                    <a:pt x="8858034" y="1253668"/>
                  </a:lnTo>
                  <a:lnTo>
                    <a:pt x="8902459" y="1325601"/>
                  </a:lnTo>
                  <a:lnTo>
                    <a:pt x="8946817" y="1396072"/>
                  </a:lnTo>
                  <a:lnTo>
                    <a:pt x="8991105" y="1464577"/>
                  </a:lnTo>
                  <a:lnTo>
                    <a:pt x="9035348" y="1530675"/>
                  </a:lnTo>
                  <a:lnTo>
                    <a:pt x="9079598" y="1593995"/>
                  </a:lnTo>
                  <a:lnTo>
                    <a:pt x="9123944" y="1654246"/>
                  </a:lnTo>
                  <a:lnTo>
                    <a:pt x="9168517" y="1711217"/>
                  </a:lnTo>
                  <a:lnTo>
                    <a:pt x="9213492" y="1764775"/>
                  </a:lnTo>
                  <a:lnTo>
                    <a:pt x="9259103" y="1814866"/>
                  </a:lnTo>
                  <a:lnTo>
                    <a:pt x="9305643" y="1861501"/>
                  </a:lnTo>
                  <a:lnTo>
                    <a:pt x="9347647" y="1899729"/>
                  </a:lnTo>
                  <a:lnTo>
                    <a:pt x="9398946" y="1941558"/>
                  </a:lnTo>
                  <a:lnTo>
                    <a:pt x="9452635" y="1979796"/>
                  </a:lnTo>
                  <a:lnTo>
                    <a:pt x="9509374" y="2014570"/>
                  </a:lnTo>
                  <a:lnTo>
                    <a:pt x="9569890" y="2046118"/>
                  </a:lnTo>
                  <a:lnTo>
                    <a:pt x="9634935" y="2074734"/>
                  </a:lnTo>
                  <a:lnTo>
                    <a:pt x="9705248" y="2100717"/>
                  </a:lnTo>
                  <a:lnTo>
                    <a:pt x="9781509" y="2124352"/>
                  </a:lnTo>
                  <a:lnTo>
                    <a:pt x="9864271" y="2145888"/>
                  </a:lnTo>
                  <a:lnTo>
                    <a:pt x="9953878" y="2165536"/>
                  </a:lnTo>
                  <a:lnTo>
                    <a:pt x="10050352" y="2183458"/>
                  </a:lnTo>
                  <a:lnTo>
                    <a:pt x="10153268" y="2199768"/>
                  </a:lnTo>
                  <a:lnTo>
                    <a:pt x="10261608" y="2214530"/>
                  </a:lnTo>
                  <a:lnTo>
                    <a:pt x="10373645" y="2227766"/>
                  </a:lnTo>
                  <a:lnTo>
                    <a:pt x="10486874" y="2239464"/>
                  </a:lnTo>
                  <a:lnTo>
                    <a:pt x="10598058" y="2249593"/>
                  </a:lnTo>
                  <a:lnTo>
                    <a:pt x="10703428" y="2258122"/>
                  </a:lnTo>
                  <a:lnTo>
                    <a:pt x="10799057" y="2265050"/>
                  </a:lnTo>
                  <a:lnTo>
                    <a:pt x="10881379" y="2270419"/>
                  </a:lnTo>
                  <a:lnTo>
                    <a:pt x="10947746" y="2274337"/>
                  </a:lnTo>
                  <a:lnTo>
                    <a:pt x="10996914" y="2276975"/>
                  </a:lnTo>
                  <a:lnTo>
                    <a:pt x="11029314" y="2278561"/>
                  </a:lnTo>
                  <a:lnTo>
                    <a:pt x="11047089" y="2279357"/>
                  </a:lnTo>
                  <a:lnTo>
                    <a:pt x="11053935" y="2279639"/>
                  </a:lnTo>
                  <a:lnTo>
                    <a:pt x="11054891" y="2279675"/>
                  </a:lnTo>
                  <a:lnTo>
                    <a:pt x="12049831" y="2279675"/>
                  </a:lnTo>
                  <a:lnTo>
                    <a:pt x="12049831" y="22796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9" name="pl1888"/>
            <p:cNvSpPr/>
            <p:nvPr/>
          </p:nvSpPr>
          <p:spPr>
            <a:xfrm>
              <a:off x="1199187" y="2473414"/>
              <a:ext cx="12049831" cy="3511224"/>
            </a:xfrm>
            <a:custGeom>
              <a:avLst/>
              <a:pathLst>
                <a:path w="12049831" h="3511224">
                  <a:moveTo>
                    <a:pt x="12049831" y="2279675"/>
                  </a:moveTo>
                  <a:lnTo>
                    <a:pt x="11054891" y="2279675"/>
                  </a:lnTo>
                  <a:lnTo>
                    <a:pt x="11053794" y="2279633"/>
                  </a:lnTo>
                  <a:lnTo>
                    <a:pt x="11046552" y="2279334"/>
                  </a:lnTo>
                  <a:lnTo>
                    <a:pt x="11028182" y="2278508"/>
                  </a:lnTo>
                  <a:lnTo>
                    <a:pt x="10995054" y="2276880"/>
                  </a:lnTo>
                  <a:lnTo>
                    <a:pt x="10945102" y="2274188"/>
                  </a:lnTo>
                  <a:lnTo>
                    <a:pt x="10877971" y="2270208"/>
                  </a:lnTo>
                  <a:lnTo>
                    <a:pt x="10794979" y="2264770"/>
                  </a:lnTo>
                  <a:lnTo>
                    <a:pt x="10698825" y="2257770"/>
                  </a:lnTo>
                  <a:lnTo>
                    <a:pt x="10593106" y="2249167"/>
                  </a:lnTo>
                  <a:lnTo>
                    <a:pt x="10481750" y="2238967"/>
                  </a:lnTo>
                  <a:lnTo>
                    <a:pt x="10368510" y="2227198"/>
                  </a:lnTo>
                  <a:lnTo>
                    <a:pt x="10256593" y="2213893"/>
                  </a:lnTo>
                  <a:lnTo>
                    <a:pt x="10148467" y="2199061"/>
                  </a:lnTo>
                  <a:lnTo>
                    <a:pt x="10045827" y="2182680"/>
                  </a:lnTo>
                  <a:lnTo>
                    <a:pt x="9949659" y="2164683"/>
                  </a:lnTo>
                  <a:lnTo>
                    <a:pt x="9860367" y="2144953"/>
                  </a:lnTo>
                  <a:lnTo>
                    <a:pt x="9777909" y="2123326"/>
                  </a:lnTo>
                  <a:lnTo>
                    <a:pt x="9701931" y="2099591"/>
                  </a:lnTo>
                  <a:lnTo>
                    <a:pt x="9631873" y="2073494"/>
                  </a:lnTo>
                  <a:lnTo>
                    <a:pt x="9567050" y="2044752"/>
                  </a:lnTo>
                  <a:lnTo>
                    <a:pt x="9506722" y="2013063"/>
                  </a:lnTo>
                  <a:lnTo>
                    <a:pt x="9450136" y="1978136"/>
                  </a:lnTo>
                  <a:lnTo>
                    <a:pt x="9396569" y="1939737"/>
                  </a:lnTo>
                  <a:lnTo>
                    <a:pt x="9347647" y="1899729"/>
                  </a:lnTo>
                  <a:lnTo>
                    <a:pt x="9299986" y="1856074"/>
                  </a:lnTo>
                  <a:lnTo>
                    <a:pt x="9253576" y="1809026"/>
                  </a:lnTo>
                  <a:lnTo>
                    <a:pt x="9208056" y="1758518"/>
                  </a:lnTo>
                  <a:lnTo>
                    <a:pt x="9163140" y="1704545"/>
                  </a:lnTo>
                  <a:lnTo>
                    <a:pt x="9118603" y="1647171"/>
                  </a:lnTo>
                  <a:lnTo>
                    <a:pt x="9074274" y="1586538"/>
                  </a:lnTo>
                  <a:lnTo>
                    <a:pt x="9030029" y="1522867"/>
                  </a:lnTo>
                  <a:lnTo>
                    <a:pt x="8985783" y="1456459"/>
                  </a:lnTo>
                  <a:lnTo>
                    <a:pt x="8941487" y="1387693"/>
                  </a:lnTo>
                  <a:lnTo>
                    <a:pt x="8897120" y="1317018"/>
                  </a:lnTo>
                  <a:lnTo>
                    <a:pt x="8852688" y="1244946"/>
                  </a:lnTo>
                  <a:lnTo>
                    <a:pt x="8808210" y="1172029"/>
                  </a:lnTo>
                  <a:lnTo>
                    <a:pt x="8763717" y="1098852"/>
                  </a:lnTo>
                  <a:lnTo>
                    <a:pt x="8719243" y="1026007"/>
                  </a:lnTo>
                  <a:lnTo>
                    <a:pt x="8674817" y="954074"/>
                  </a:lnTo>
                  <a:lnTo>
                    <a:pt x="8630460" y="883603"/>
                  </a:lnTo>
                  <a:lnTo>
                    <a:pt x="8586171" y="815098"/>
                  </a:lnTo>
                  <a:lnTo>
                    <a:pt x="8541929" y="749000"/>
                  </a:lnTo>
                  <a:lnTo>
                    <a:pt x="8497678" y="685680"/>
                  </a:lnTo>
                  <a:lnTo>
                    <a:pt x="8453332" y="625429"/>
                  </a:lnTo>
                  <a:lnTo>
                    <a:pt x="8408760" y="568458"/>
                  </a:lnTo>
                  <a:lnTo>
                    <a:pt x="8363784" y="514900"/>
                  </a:lnTo>
                  <a:lnTo>
                    <a:pt x="8318174" y="464809"/>
                  </a:lnTo>
                  <a:lnTo>
                    <a:pt x="8271634" y="418174"/>
                  </a:lnTo>
                  <a:lnTo>
                    <a:pt x="8229629" y="379945"/>
                  </a:lnTo>
                  <a:lnTo>
                    <a:pt x="8178331" y="338117"/>
                  </a:lnTo>
                  <a:lnTo>
                    <a:pt x="8124642" y="299879"/>
                  </a:lnTo>
                  <a:lnTo>
                    <a:pt x="8067902" y="265105"/>
                  </a:lnTo>
                  <a:lnTo>
                    <a:pt x="8007387" y="233556"/>
                  </a:lnTo>
                  <a:lnTo>
                    <a:pt x="7942342" y="204941"/>
                  </a:lnTo>
                  <a:lnTo>
                    <a:pt x="7872028" y="178957"/>
                  </a:lnTo>
                  <a:lnTo>
                    <a:pt x="7795767" y="155323"/>
                  </a:lnTo>
                  <a:lnTo>
                    <a:pt x="7713005" y="133787"/>
                  </a:lnTo>
                  <a:lnTo>
                    <a:pt x="7623399" y="114139"/>
                  </a:lnTo>
                  <a:lnTo>
                    <a:pt x="7526924" y="96217"/>
                  </a:lnTo>
                  <a:lnTo>
                    <a:pt x="7424009" y="79907"/>
                  </a:lnTo>
                  <a:lnTo>
                    <a:pt x="7315668" y="65145"/>
                  </a:lnTo>
                  <a:lnTo>
                    <a:pt x="7203632" y="51909"/>
                  </a:lnTo>
                  <a:lnTo>
                    <a:pt x="7090403" y="40211"/>
                  </a:lnTo>
                  <a:lnTo>
                    <a:pt x="6979219" y="30082"/>
                  </a:lnTo>
                  <a:lnTo>
                    <a:pt x="6873849" y="21553"/>
                  </a:lnTo>
                  <a:lnTo>
                    <a:pt x="6778219" y="14625"/>
                  </a:lnTo>
                  <a:lnTo>
                    <a:pt x="6695898" y="9256"/>
                  </a:lnTo>
                  <a:lnTo>
                    <a:pt x="6629530" y="5338"/>
                  </a:lnTo>
                  <a:lnTo>
                    <a:pt x="6580363" y="2699"/>
                  </a:lnTo>
                  <a:lnTo>
                    <a:pt x="6547963" y="1114"/>
                  </a:lnTo>
                  <a:lnTo>
                    <a:pt x="6530187" y="318"/>
                  </a:lnTo>
                  <a:lnTo>
                    <a:pt x="6523342" y="3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98" y="61"/>
                  </a:lnTo>
                  <a:lnTo>
                    <a:pt x="5519477" y="500"/>
                  </a:lnTo>
                  <a:lnTo>
                    <a:pt x="5501900" y="1713"/>
                  </a:lnTo>
                  <a:lnTo>
                    <a:pt x="5470149" y="4105"/>
                  </a:lnTo>
                  <a:lnTo>
                    <a:pt x="5422166" y="8061"/>
                  </a:lnTo>
                  <a:lnTo>
                    <a:pt x="5357498" y="13917"/>
                  </a:lnTo>
                  <a:lnTo>
                    <a:pt x="5277273" y="21930"/>
                  </a:lnTo>
                  <a:lnTo>
                    <a:pt x="5183953" y="32262"/>
                  </a:lnTo>
                  <a:lnTo>
                    <a:pt x="5080899" y="44984"/>
                  </a:lnTo>
                  <a:lnTo>
                    <a:pt x="4971851" y="60095"/>
                  </a:lnTo>
                  <a:lnTo>
                    <a:pt x="4860439" y="77554"/>
                  </a:lnTo>
                  <a:lnTo>
                    <a:pt x="4749827" y="97314"/>
                  </a:lnTo>
                  <a:lnTo>
                    <a:pt x="4642501" y="119351"/>
                  </a:lnTo>
                  <a:lnTo>
                    <a:pt x="4540220" y="143689"/>
                  </a:lnTo>
                  <a:lnTo>
                    <a:pt x="4444058" y="170412"/>
                  </a:lnTo>
                  <a:lnTo>
                    <a:pt x="4354512" y="199673"/>
                  </a:lnTo>
                  <a:lnTo>
                    <a:pt x="4271633" y="231698"/>
                  </a:lnTo>
                  <a:lnTo>
                    <a:pt x="4195149" y="266780"/>
                  </a:lnTo>
                  <a:lnTo>
                    <a:pt x="4124568" y="305275"/>
                  </a:lnTo>
                  <a:lnTo>
                    <a:pt x="4059266" y="347590"/>
                  </a:lnTo>
                  <a:lnTo>
                    <a:pt x="3998547" y="394163"/>
                  </a:lnTo>
                  <a:lnTo>
                    <a:pt x="3941692" y="445431"/>
                  </a:lnTo>
                  <a:lnTo>
                    <a:pt x="3887997" y="501778"/>
                  </a:lnTo>
                  <a:lnTo>
                    <a:pt x="3836809" y="563452"/>
                  </a:lnTo>
                  <a:lnTo>
                    <a:pt x="3820202" y="585204"/>
                  </a:lnTo>
                  <a:lnTo>
                    <a:pt x="3779466" y="642223"/>
                  </a:lnTo>
                  <a:lnTo>
                    <a:pt x="3739684" y="703027"/>
                  </a:lnTo>
                  <a:lnTo>
                    <a:pt x="3700618" y="767694"/>
                  </a:lnTo>
                  <a:lnTo>
                    <a:pt x="3662077" y="836250"/>
                  </a:lnTo>
                  <a:lnTo>
                    <a:pt x="3623902" y="908671"/>
                  </a:lnTo>
                  <a:lnTo>
                    <a:pt x="3585965" y="984869"/>
                  </a:lnTo>
                  <a:lnTo>
                    <a:pt x="3548167" y="1064696"/>
                  </a:lnTo>
                  <a:lnTo>
                    <a:pt x="3510431" y="1147938"/>
                  </a:lnTo>
                  <a:lnTo>
                    <a:pt x="3472702" y="1234314"/>
                  </a:lnTo>
                  <a:lnTo>
                    <a:pt x="3434946" y="1323481"/>
                  </a:lnTo>
                  <a:lnTo>
                    <a:pt x="3397143" y="1415033"/>
                  </a:lnTo>
                  <a:lnTo>
                    <a:pt x="3359288" y="1508514"/>
                  </a:lnTo>
                  <a:lnTo>
                    <a:pt x="3321387" y="1603422"/>
                  </a:lnTo>
                  <a:lnTo>
                    <a:pt x="3283454" y="1699219"/>
                  </a:lnTo>
                  <a:lnTo>
                    <a:pt x="3245509" y="1795348"/>
                  </a:lnTo>
                  <a:lnTo>
                    <a:pt x="3207572" y="1891243"/>
                  </a:lnTo>
                  <a:lnTo>
                    <a:pt x="3169665" y="1986344"/>
                  </a:lnTo>
                  <a:lnTo>
                    <a:pt x="3131801" y="2080110"/>
                  </a:lnTo>
                  <a:lnTo>
                    <a:pt x="3093989" y="2172031"/>
                  </a:lnTo>
                  <a:lnTo>
                    <a:pt x="3056225" y="2261641"/>
                  </a:lnTo>
                  <a:lnTo>
                    <a:pt x="3018494" y="2348528"/>
                  </a:lnTo>
                  <a:lnTo>
                    <a:pt x="2980763" y="2432335"/>
                  </a:lnTo>
                  <a:lnTo>
                    <a:pt x="2942980" y="2512771"/>
                  </a:lnTo>
                  <a:lnTo>
                    <a:pt x="2905074" y="2589611"/>
                  </a:lnTo>
                  <a:lnTo>
                    <a:pt x="2866948" y="2662694"/>
                  </a:lnTo>
                  <a:lnTo>
                    <a:pt x="2828481" y="2731924"/>
                  </a:lnTo>
                  <a:lnTo>
                    <a:pt x="2789519" y="2797265"/>
                  </a:lnTo>
                  <a:lnTo>
                    <a:pt x="2749876" y="2858734"/>
                  </a:lnTo>
                  <a:lnTo>
                    <a:pt x="2709325" y="2916402"/>
                  </a:lnTo>
                  <a:lnTo>
                    <a:pt x="2702183" y="2926020"/>
                  </a:lnTo>
                  <a:lnTo>
                    <a:pt x="2651700" y="2989485"/>
                  </a:lnTo>
                  <a:lnTo>
                    <a:pt x="2598910" y="3047590"/>
                  </a:lnTo>
                  <a:lnTo>
                    <a:pt x="2543184" y="3100513"/>
                  </a:lnTo>
                  <a:lnTo>
                    <a:pt x="2483833" y="3148604"/>
                  </a:lnTo>
                  <a:lnTo>
                    <a:pt x="2420138" y="3192289"/>
                  </a:lnTo>
                  <a:lnTo>
                    <a:pt x="2351391" y="3232010"/>
                  </a:lnTo>
                  <a:lnTo>
                    <a:pt x="2276938" y="3268187"/>
                  </a:lnTo>
                  <a:lnTo>
                    <a:pt x="2196233" y="3301195"/>
                  </a:lnTo>
                  <a:lnTo>
                    <a:pt x="2108923" y="3331350"/>
                  </a:lnTo>
                  <a:lnTo>
                    <a:pt x="2014935" y="3358898"/>
                  </a:lnTo>
                  <a:lnTo>
                    <a:pt x="1914605" y="3384018"/>
                  </a:lnTo>
                  <a:lnTo>
                    <a:pt x="1808802" y="3406817"/>
                  </a:lnTo>
                  <a:lnTo>
                    <a:pt x="1699045" y="3427337"/>
                  </a:lnTo>
                  <a:lnTo>
                    <a:pt x="1587579" y="3445568"/>
                  </a:lnTo>
                  <a:lnTo>
                    <a:pt x="1477356" y="3461467"/>
                  </a:lnTo>
                  <a:lnTo>
                    <a:pt x="1371885" y="3474987"/>
                  </a:lnTo>
                  <a:lnTo>
                    <a:pt x="1274917" y="3486112"/>
                  </a:lnTo>
                  <a:lnTo>
                    <a:pt x="1189999" y="3494885"/>
                  </a:lnTo>
                  <a:lnTo>
                    <a:pt x="1119946" y="3501437"/>
                  </a:lnTo>
                  <a:lnTo>
                    <a:pt x="1066371" y="3505992"/>
                  </a:lnTo>
                  <a:lnTo>
                    <a:pt x="1029361" y="3508864"/>
                  </a:lnTo>
                  <a:lnTo>
                    <a:pt x="1007382" y="3510425"/>
                  </a:lnTo>
                  <a:lnTo>
                    <a:pt x="997381" y="3511077"/>
                  </a:lnTo>
                  <a:lnTo>
                    <a:pt x="994980" y="3511222"/>
                  </a:lnTo>
                  <a:lnTo>
                    <a:pt x="994940" y="3511224"/>
                  </a:lnTo>
                  <a:lnTo>
                    <a:pt x="0" y="3511224"/>
                  </a:lnTo>
                  <a:lnTo>
                    <a:pt x="0" y="35112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0" name="pg1889"/>
            <p:cNvSpPr/>
            <p:nvPr/>
          </p:nvSpPr>
          <p:spPr>
            <a:xfrm>
              <a:off x="1199187" y="2033201"/>
              <a:ext cx="12049831" cy="3993363"/>
            </a:xfrm>
            <a:custGeom>
              <a:avLst/>
              <a:pathLst>
                <a:path w="12049831" h="3993363">
                  <a:moveTo>
                    <a:pt x="0" y="3993363"/>
                  </a:moveTo>
                  <a:lnTo>
                    <a:pt x="994940" y="3993363"/>
                  </a:lnTo>
                  <a:lnTo>
                    <a:pt x="996073" y="3993351"/>
                  </a:lnTo>
                  <a:lnTo>
                    <a:pt x="1003552" y="3993265"/>
                  </a:lnTo>
                  <a:lnTo>
                    <a:pt x="1022506" y="3993027"/>
                  </a:lnTo>
                  <a:lnTo>
                    <a:pt x="1056644" y="3992559"/>
                  </a:lnTo>
                  <a:lnTo>
                    <a:pt x="1108036" y="3991784"/>
                  </a:lnTo>
                  <a:lnTo>
                    <a:pt x="1176959" y="3990641"/>
                  </a:lnTo>
                  <a:lnTo>
                    <a:pt x="1261951" y="3989080"/>
                  </a:lnTo>
                  <a:lnTo>
                    <a:pt x="1360138" y="3987073"/>
                  </a:lnTo>
                  <a:lnTo>
                    <a:pt x="1467751" y="3984611"/>
                  </a:lnTo>
                  <a:lnTo>
                    <a:pt x="1580725" y="3981694"/>
                  </a:lnTo>
                  <a:lnTo>
                    <a:pt x="1695227" y="3978333"/>
                  </a:lnTo>
                  <a:lnTo>
                    <a:pt x="1808024" y="3974535"/>
                  </a:lnTo>
                  <a:lnTo>
                    <a:pt x="1916668" y="3970303"/>
                  </a:lnTo>
                  <a:lnTo>
                    <a:pt x="2019515" y="3965628"/>
                  </a:lnTo>
                  <a:lnTo>
                    <a:pt x="2115645" y="3960490"/>
                  </a:lnTo>
                  <a:lnTo>
                    <a:pt x="2204724" y="3954851"/>
                  </a:lnTo>
                  <a:lnTo>
                    <a:pt x="2286860" y="3948663"/>
                  </a:lnTo>
                  <a:lnTo>
                    <a:pt x="2362467" y="3941863"/>
                  </a:lnTo>
                  <a:lnTo>
                    <a:pt x="2432155" y="3934376"/>
                  </a:lnTo>
                  <a:lnTo>
                    <a:pt x="2496648" y="3926117"/>
                  </a:lnTo>
                  <a:lnTo>
                    <a:pt x="2556717" y="3917002"/>
                  </a:lnTo>
                  <a:lnTo>
                    <a:pt x="2613136" y="3906948"/>
                  </a:lnTo>
                  <a:lnTo>
                    <a:pt x="2666643" y="3895894"/>
                  </a:lnTo>
                  <a:lnTo>
                    <a:pt x="2702183" y="3887677"/>
                  </a:lnTo>
                  <a:lnTo>
                    <a:pt x="2761847" y="3872269"/>
                  </a:lnTo>
                  <a:lnTo>
                    <a:pt x="2819687" y="3855363"/>
                  </a:lnTo>
                  <a:lnTo>
                    <a:pt x="2876362" y="3836935"/>
                  </a:lnTo>
                  <a:lnTo>
                    <a:pt x="2932361" y="3817006"/>
                  </a:lnTo>
                  <a:lnTo>
                    <a:pt x="2988033" y="3795649"/>
                  </a:lnTo>
                  <a:lnTo>
                    <a:pt x="3043614" y="3772994"/>
                  </a:lnTo>
                  <a:lnTo>
                    <a:pt x="3099242" y="3749224"/>
                  </a:lnTo>
                  <a:lnTo>
                    <a:pt x="3154976" y="3724575"/>
                  </a:lnTo>
                  <a:lnTo>
                    <a:pt x="3210811" y="3699324"/>
                  </a:lnTo>
                  <a:lnTo>
                    <a:pt x="3266705" y="3673782"/>
                  </a:lnTo>
                  <a:lnTo>
                    <a:pt x="3322592" y="3648271"/>
                  </a:lnTo>
                  <a:lnTo>
                    <a:pt x="3378410" y="3623116"/>
                  </a:lnTo>
                  <a:lnTo>
                    <a:pt x="3434122" y="3598619"/>
                  </a:lnTo>
                  <a:lnTo>
                    <a:pt x="3489734" y="3575052"/>
                  </a:lnTo>
                  <a:lnTo>
                    <a:pt x="3545319" y="3552640"/>
                  </a:lnTo>
                  <a:lnTo>
                    <a:pt x="3601034" y="3531556"/>
                  </a:lnTo>
                  <a:lnTo>
                    <a:pt x="3657134" y="3511919"/>
                  </a:lnTo>
                  <a:lnTo>
                    <a:pt x="3713995" y="3493791"/>
                  </a:lnTo>
                  <a:lnTo>
                    <a:pt x="3772137" y="3477184"/>
                  </a:lnTo>
                  <a:lnTo>
                    <a:pt x="3820202" y="3464932"/>
                  </a:lnTo>
                  <a:lnTo>
                    <a:pt x="3872087" y="3453173"/>
                  </a:lnTo>
                  <a:lnTo>
                    <a:pt x="3926423" y="3442434"/>
                  </a:lnTo>
                  <a:lnTo>
                    <a:pt x="3983895" y="3432679"/>
                  </a:lnTo>
                  <a:lnTo>
                    <a:pt x="4045253" y="3423839"/>
                  </a:lnTo>
                  <a:lnTo>
                    <a:pt x="4111278" y="3415830"/>
                  </a:lnTo>
                  <a:lnTo>
                    <a:pt x="4182730" y="3408564"/>
                  </a:lnTo>
                  <a:lnTo>
                    <a:pt x="4260306" y="3401961"/>
                  </a:lnTo>
                  <a:lnTo>
                    <a:pt x="4344566" y="3395950"/>
                  </a:lnTo>
                  <a:lnTo>
                    <a:pt x="4435841" y="3390472"/>
                  </a:lnTo>
                  <a:lnTo>
                    <a:pt x="4534117" y="3385480"/>
                  </a:lnTo>
                  <a:lnTo>
                    <a:pt x="4638894" y="3380945"/>
                  </a:lnTo>
                  <a:lnTo>
                    <a:pt x="4749040" y="3376848"/>
                  </a:lnTo>
                  <a:lnTo>
                    <a:pt x="4862667" y="3373185"/>
                  </a:lnTo>
                  <a:lnTo>
                    <a:pt x="4977074" y="3369961"/>
                  </a:lnTo>
                  <a:lnTo>
                    <a:pt x="5088813" y="3367184"/>
                  </a:lnTo>
                  <a:lnTo>
                    <a:pt x="5193932" y="3364864"/>
                  </a:lnTo>
                  <a:lnTo>
                    <a:pt x="5288395" y="3362997"/>
                  </a:lnTo>
                  <a:lnTo>
                    <a:pt x="5368648" y="3361570"/>
                  </a:lnTo>
                  <a:lnTo>
                    <a:pt x="5432206" y="3360547"/>
                  </a:lnTo>
                  <a:lnTo>
                    <a:pt x="5478127" y="3359875"/>
                  </a:lnTo>
                  <a:lnTo>
                    <a:pt x="5507247" y="3359487"/>
                  </a:lnTo>
                  <a:lnTo>
                    <a:pt x="5522170" y="3359305"/>
                  </a:lnTo>
                  <a:lnTo>
                    <a:pt x="5527068" y="3359250"/>
                  </a:lnTo>
                  <a:lnTo>
                    <a:pt x="5527445" y="3359246"/>
                  </a:lnTo>
                  <a:lnTo>
                    <a:pt x="6522385" y="3359246"/>
                  </a:lnTo>
                  <a:lnTo>
                    <a:pt x="6523440" y="3359187"/>
                  </a:lnTo>
                  <a:lnTo>
                    <a:pt x="6530407" y="3358764"/>
                  </a:lnTo>
                  <a:lnTo>
                    <a:pt x="6548099" y="3357597"/>
                  </a:lnTo>
                  <a:lnTo>
                    <a:pt x="6580049" y="3355297"/>
                  </a:lnTo>
                  <a:lnTo>
                    <a:pt x="6628318" y="3351492"/>
                  </a:lnTo>
                  <a:lnTo>
                    <a:pt x="6693345" y="3345860"/>
                  </a:lnTo>
                  <a:lnTo>
                    <a:pt x="6773974" y="3338155"/>
                  </a:lnTo>
                  <a:lnTo>
                    <a:pt x="6867709" y="3328223"/>
                  </a:lnTo>
                  <a:lnTo>
                    <a:pt x="6971155" y="3315998"/>
                  </a:lnTo>
                  <a:lnTo>
                    <a:pt x="7080545" y="3301481"/>
                  </a:lnTo>
                  <a:lnTo>
                    <a:pt x="7192230" y="3284711"/>
                  </a:lnTo>
                  <a:lnTo>
                    <a:pt x="7303039" y="3265734"/>
                  </a:lnTo>
                  <a:lnTo>
                    <a:pt x="7410488" y="3244571"/>
                  </a:lnTo>
                  <a:lnTo>
                    <a:pt x="7512826" y="3221200"/>
                  </a:lnTo>
                  <a:lnTo>
                    <a:pt x="7608994" y="3195535"/>
                  </a:lnTo>
                  <a:lnTo>
                    <a:pt x="7698506" y="3167428"/>
                  </a:lnTo>
                  <a:lnTo>
                    <a:pt x="7781326" y="3136660"/>
                  </a:lnTo>
                  <a:lnTo>
                    <a:pt x="7857737" y="3102946"/>
                  </a:lnTo>
                  <a:lnTo>
                    <a:pt x="7928240" y="3065942"/>
                  </a:lnTo>
                  <a:lnTo>
                    <a:pt x="7993471" y="3025253"/>
                  </a:lnTo>
                  <a:lnTo>
                    <a:pt x="8054131" y="2980458"/>
                  </a:lnTo>
                  <a:lnTo>
                    <a:pt x="8110944" y="2931138"/>
                  </a:lnTo>
                  <a:lnTo>
                    <a:pt x="8164617" y="2876928"/>
                  </a:lnTo>
                  <a:lnTo>
                    <a:pt x="8215804" y="2817599"/>
                  </a:lnTo>
                  <a:lnTo>
                    <a:pt x="8229629" y="2800245"/>
                  </a:lnTo>
                  <a:lnTo>
                    <a:pt x="8271115" y="2744728"/>
                  </a:lnTo>
                  <a:lnTo>
                    <a:pt x="8311617" y="2685458"/>
                  </a:lnTo>
                  <a:lnTo>
                    <a:pt x="8351382" y="2622358"/>
                  </a:lnTo>
                  <a:lnTo>
                    <a:pt x="8390614" y="2555402"/>
                  </a:lnTo>
                  <a:lnTo>
                    <a:pt x="8429477" y="2484621"/>
                  </a:lnTo>
                  <a:lnTo>
                    <a:pt x="8468103" y="2410106"/>
                  </a:lnTo>
                  <a:lnTo>
                    <a:pt x="8506595" y="2332016"/>
                  </a:lnTo>
                  <a:lnTo>
                    <a:pt x="8545032" y="2250573"/>
                  </a:lnTo>
                  <a:lnTo>
                    <a:pt x="8583467" y="2166071"/>
                  </a:lnTo>
                  <a:lnTo>
                    <a:pt x="8621935" y="2078866"/>
                  </a:lnTo>
                  <a:lnTo>
                    <a:pt x="8660454" y="1989378"/>
                  </a:lnTo>
                  <a:lnTo>
                    <a:pt x="8699027" y="1898076"/>
                  </a:lnTo>
                  <a:lnTo>
                    <a:pt x="8737644" y="1805478"/>
                  </a:lnTo>
                  <a:lnTo>
                    <a:pt x="8776290" y="1712131"/>
                  </a:lnTo>
                  <a:lnTo>
                    <a:pt x="8814942" y="1618600"/>
                  </a:lnTo>
                  <a:lnTo>
                    <a:pt x="8853580" y="1525459"/>
                  </a:lnTo>
                  <a:lnTo>
                    <a:pt x="8892183" y="1433267"/>
                  </a:lnTo>
                  <a:lnTo>
                    <a:pt x="8930736" y="1342563"/>
                  </a:lnTo>
                  <a:lnTo>
                    <a:pt x="8969236" y="1253847"/>
                  </a:lnTo>
                  <a:lnTo>
                    <a:pt x="9007689" y="1167573"/>
                  </a:lnTo>
                  <a:lnTo>
                    <a:pt x="9046120" y="1084138"/>
                  </a:lnTo>
                  <a:lnTo>
                    <a:pt x="9084569" y="1003875"/>
                  </a:lnTo>
                  <a:lnTo>
                    <a:pt x="9123100" y="927053"/>
                  </a:lnTo>
                  <a:lnTo>
                    <a:pt x="9161798" y="853872"/>
                  </a:lnTo>
                  <a:lnTo>
                    <a:pt x="9200777" y="784464"/>
                  </a:lnTo>
                  <a:lnTo>
                    <a:pt x="9240181" y="718900"/>
                  </a:lnTo>
                  <a:lnTo>
                    <a:pt x="9280187" y="657189"/>
                  </a:lnTo>
                  <a:lnTo>
                    <a:pt x="9321013" y="599285"/>
                  </a:lnTo>
                  <a:lnTo>
                    <a:pt x="9347647" y="564241"/>
                  </a:lnTo>
                  <a:lnTo>
                    <a:pt x="9398250" y="503483"/>
                  </a:lnTo>
                  <a:lnTo>
                    <a:pt x="9451172" y="447869"/>
                  </a:lnTo>
                  <a:lnTo>
                    <a:pt x="9507045" y="397227"/>
                  </a:lnTo>
                  <a:lnTo>
                    <a:pt x="9566566" y="351218"/>
                  </a:lnTo>
                  <a:lnTo>
                    <a:pt x="9630458" y="309435"/>
                  </a:lnTo>
                  <a:lnTo>
                    <a:pt x="9699433" y="271450"/>
                  </a:lnTo>
                  <a:lnTo>
                    <a:pt x="9774150" y="236861"/>
                  </a:lnTo>
                  <a:lnTo>
                    <a:pt x="9855153" y="205308"/>
                  </a:lnTo>
                  <a:lnTo>
                    <a:pt x="9942798" y="176488"/>
                  </a:lnTo>
                  <a:lnTo>
                    <a:pt x="10037149" y="150165"/>
                  </a:lnTo>
                  <a:lnTo>
                    <a:pt x="10137856" y="126169"/>
                  </a:lnTo>
                  <a:lnTo>
                    <a:pt x="10244033" y="104399"/>
                  </a:lnTo>
                  <a:lnTo>
                    <a:pt x="10354128" y="84815"/>
                  </a:lnTo>
                  <a:lnTo>
                    <a:pt x="10465861" y="67430"/>
                  </a:lnTo>
                  <a:lnTo>
                    <a:pt x="10576238" y="52283"/>
                  </a:lnTo>
                  <a:lnTo>
                    <a:pt x="10681712" y="39420"/>
                  </a:lnTo>
                  <a:lnTo>
                    <a:pt x="10778504" y="28856"/>
                  </a:lnTo>
                  <a:lnTo>
                    <a:pt x="10863063" y="20546"/>
                  </a:lnTo>
                  <a:lnTo>
                    <a:pt x="10932594" y="14360"/>
                  </a:lnTo>
                  <a:lnTo>
                    <a:pt x="10985533" y="10078"/>
                  </a:lnTo>
                  <a:lnTo>
                    <a:pt x="11021867" y="7396"/>
                  </a:lnTo>
                  <a:lnTo>
                    <a:pt x="11043216" y="5954"/>
                  </a:lnTo>
                  <a:lnTo>
                    <a:pt x="11052725" y="536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37" y="59"/>
                  </a:lnTo>
                  <a:lnTo>
                    <a:pt x="11046869" y="481"/>
                  </a:lnTo>
                  <a:lnTo>
                    <a:pt x="11029177" y="1648"/>
                  </a:lnTo>
                  <a:lnTo>
                    <a:pt x="10997227" y="3948"/>
                  </a:lnTo>
                  <a:lnTo>
                    <a:pt x="10948959" y="7754"/>
                  </a:lnTo>
                  <a:lnTo>
                    <a:pt x="10883932" y="13386"/>
                  </a:lnTo>
                  <a:lnTo>
                    <a:pt x="10803303" y="21090"/>
                  </a:lnTo>
                  <a:lnTo>
                    <a:pt x="10709568" y="31022"/>
                  </a:lnTo>
                  <a:lnTo>
                    <a:pt x="10606121" y="43247"/>
                  </a:lnTo>
                  <a:lnTo>
                    <a:pt x="10496731" y="57765"/>
                  </a:lnTo>
                  <a:lnTo>
                    <a:pt x="10385047" y="74535"/>
                  </a:lnTo>
                  <a:lnTo>
                    <a:pt x="10274237" y="93512"/>
                  </a:lnTo>
                  <a:lnTo>
                    <a:pt x="10166789" y="114674"/>
                  </a:lnTo>
                  <a:lnTo>
                    <a:pt x="10064450" y="138046"/>
                  </a:lnTo>
                  <a:lnTo>
                    <a:pt x="9968282" y="163710"/>
                  </a:lnTo>
                  <a:lnTo>
                    <a:pt x="9878770" y="191817"/>
                  </a:lnTo>
                  <a:lnTo>
                    <a:pt x="9795951" y="222585"/>
                  </a:lnTo>
                  <a:lnTo>
                    <a:pt x="9719540" y="256299"/>
                  </a:lnTo>
                  <a:lnTo>
                    <a:pt x="9649036" y="293304"/>
                  </a:lnTo>
                  <a:lnTo>
                    <a:pt x="9583805" y="333992"/>
                  </a:lnTo>
                  <a:lnTo>
                    <a:pt x="9523146" y="378787"/>
                  </a:lnTo>
                  <a:lnTo>
                    <a:pt x="9466333" y="428107"/>
                  </a:lnTo>
                  <a:lnTo>
                    <a:pt x="9412660" y="482317"/>
                  </a:lnTo>
                  <a:lnTo>
                    <a:pt x="9361472" y="541646"/>
                  </a:lnTo>
                  <a:lnTo>
                    <a:pt x="9347647" y="559000"/>
                  </a:lnTo>
                  <a:lnTo>
                    <a:pt x="9306162" y="614517"/>
                  </a:lnTo>
                  <a:lnTo>
                    <a:pt x="9265660" y="673787"/>
                  </a:lnTo>
                  <a:lnTo>
                    <a:pt x="9225894" y="736887"/>
                  </a:lnTo>
                  <a:lnTo>
                    <a:pt x="9186662" y="803843"/>
                  </a:lnTo>
                  <a:lnTo>
                    <a:pt x="9147800" y="874624"/>
                  </a:lnTo>
                  <a:lnTo>
                    <a:pt x="9109174" y="949139"/>
                  </a:lnTo>
                  <a:lnTo>
                    <a:pt x="9070681" y="1027230"/>
                  </a:lnTo>
                  <a:lnTo>
                    <a:pt x="9032245" y="1108672"/>
                  </a:lnTo>
                  <a:lnTo>
                    <a:pt x="8993810" y="1193174"/>
                  </a:lnTo>
                  <a:lnTo>
                    <a:pt x="8955341" y="1280379"/>
                  </a:lnTo>
                  <a:lnTo>
                    <a:pt x="8916822" y="1369868"/>
                  </a:lnTo>
                  <a:lnTo>
                    <a:pt x="8878250" y="1461169"/>
                  </a:lnTo>
                  <a:lnTo>
                    <a:pt x="8839633" y="1553767"/>
                  </a:lnTo>
                  <a:lnTo>
                    <a:pt x="8800987" y="1647115"/>
                  </a:lnTo>
                  <a:lnTo>
                    <a:pt x="8762334" y="1740645"/>
                  </a:lnTo>
                  <a:lnTo>
                    <a:pt x="8723696" y="1833787"/>
                  </a:lnTo>
                  <a:lnTo>
                    <a:pt x="8685094" y="1925979"/>
                  </a:lnTo>
                  <a:lnTo>
                    <a:pt x="8646540" y="2016683"/>
                  </a:lnTo>
                  <a:lnTo>
                    <a:pt x="8608041" y="2105399"/>
                  </a:lnTo>
                  <a:lnTo>
                    <a:pt x="8569587" y="2191673"/>
                  </a:lnTo>
                  <a:lnTo>
                    <a:pt x="8531156" y="2275108"/>
                  </a:lnTo>
                  <a:lnTo>
                    <a:pt x="8492707" y="2355370"/>
                  </a:lnTo>
                  <a:lnTo>
                    <a:pt x="8454177" y="2432192"/>
                  </a:lnTo>
                  <a:lnTo>
                    <a:pt x="8415479" y="2505374"/>
                  </a:lnTo>
                  <a:lnTo>
                    <a:pt x="8376499" y="2574781"/>
                  </a:lnTo>
                  <a:lnTo>
                    <a:pt x="8337096" y="2640345"/>
                  </a:lnTo>
                  <a:lnTo>
                    <a:pt x="8297090" y="2702057"/>
                  </a:lnTo>
                  <a:lnTo>
                    <a:pt x="8256264" y="2759960"/>
                  </a:lnTo>
                  <a:lnTo>
                    <a:pt x="8229629" y="2795004"/>
                  </a:lnTo>
                  <a:lnTo>
                    <a:pt x="8179026" y="2855762"/>
                  </a:lnTo>
                  <a:lnTo>
                    <a:pt x="8126105" y="2911376"/>
                  </a:lnTo>
                  <a:lnTo>
                    <a:pt x="8070231" y="2962019"/>
                  </a:lnTo>
                  <a:lnTo>
                    <a:pt x="8010710" y="3008027"/>
                  </a:lnTo>
                  <a:lnTo>
                    <a:pt x="7946818" y="3049811"/>
                  </a:lnTo>
                  <a:lnTo>
                    <a:pt x="7877843" y="3087796"/>
                  </a:lnTo>
                  <a:lnTo>
                    <a:pt x="7803127" y="3122385"/>
                  </a:lnTo>
                  <a:lnTo>
                    <a:pt x="7722123" y="3153938"/>
                  </a:lnTo>
                  <a:lnTo>
                    <a:pt x="7634478" y="3182757"/>
                  </a:lnTo>
                  <a:lnTo>
                    <a:pt x="7540128" y="3209081"/>
                  </a:lnTo>
                  <a:lnTo>
                    <a:pt x="7439420" y="3233077"/>
                  </a:lnTo>
                  <a:lnTo>
                    <a:pt x="7333244" y="3254847"/>
                  </a:lnTo>
                  <a:lnTo>
                    <a:pt x="7223148" y="3274430"/>
                  </a:lnTo>
                  <a:lnTo>
                    <a:pt x="7111416" y="3291816"/>
                  </a:lnTo>
                  <a:lnTo>
                    <a:pt x="7001039" y="3306962"/>
                  </a:lnTo>
                  <a:lnTo>
                    <a:pt x="6895565" y="3319825"/>
                  </a:lnTo>
                  <a:lnTo>
                    <a:pt x="6798772" y="3330389"/>
                  </a:lnTo>
                  <a:lnTo>
                    <a:pt x="6714213" y="3338700"/>
                  </a:lnTo>
                  <a:lnTo>
                    <a:pt x="6644683" y="3344885"/>
                  </a:lnTo>
                  <a:lnTo>
                    <a:pt x="6591743" y="3349167"/>
                  </a:lnTo>
                  <a:lnTo>
                    <a:pt x="6555410" y="3351849"/>
                  </a:lnTo>
                  <a:lnTo>
                    <a:pt x="6534061" y="3353291"/>
                  </a:lnTo>
                  <a:lnTo>
                    <a:pt x="6524551" y="3353881"/>
                  </a:lnTo>
                  <a:lnTo>
                    <a:pt x="6522385" y="3354005"/>
                  </a:lnTo>
                  <a:lnTo>
                    <a:pt x="5527445" y="3354005"/>
                  </a:lnTo>
                  <a:lnTo>
                    <a:pt x="5526312" y="3354017"/>
                  </a:lnTo>
                  <a:lnTo>
                    <a:pt x="5518833" y="3354103"/>
                  </a:lnTo>
                  <a:lnTo>
                    <a:pt x="5499879" y="3354341"/>
                  </a:lnTo>
                  <a:lnTo>
                    <a:pt x="5465741" y="3354809"/>
                  </a:lnTo>
                  <a:lnTo>
                    <a:pt x="5414349" y="3355584"/>
                  </a:lnTo>
                  <a:lnTo>
                    <a:pt x="5345426" y="3356727"/>
                  </a:lnTo>
                  <a:lnTo>
                    <a:pt x="5260434" y="3358288"/>
                  </a:lnTo>
                  <a:lnTo>
                    <a:pt x="5162247" y="3360295"/>
                  </a:lnTo>
                  <a:lnTo>
                    <a:pt x="5054634" y="3362757"/>
                  </a:lnTo>
                  <a:lnTo>
                    <a:pt x="4941660" y="3365674"/>
                  </a:lnTo>
                  <a:lnTo>
                    <a:pt x="4827158" y="3369035"/>
                  </a:lnTo>
                  <a:lnTo>
                    <a:pt x="4714361" y="3372833"/>
                  </a:lnTo>
                  <a:lnTo>
                    <a:pt x="4605717" y="3377065"/>
                  </a:lnTo>
                  <a:lnTo>
                    <a:pt x="4502870" y="3381740"/>
                  </a:lnTo>
                  <a:lnTo>
                    <a:pt x="4406740" y="3386878"/>
                  </a:lnTo>
                  <a:lnTo>
                    <a:pt x="4317661" y="3392517"/>
                  </a:lnTo>
                  <a:lnTo>
                    <a:pt x="4235525" y="3398705"/>
                  </a:lnTo>
                  <a:lnTo>
                    <a:pt x="4159918" y="3405505"/>
                  </a:lnTo>
                  <a:lnTo>
                    <a:pt x="4090230" y="3412992"/>
                  </a:lnTo>
                  <a:lnTo>
                    <a:pt x="4025737" y="3421251"/>
                  </a:lnTo>
                  <a:lnTo>
                    <a:pt x="3965668" y="3430366"/>
                  </a:lnTo>
                  <a:lnTo>
                    <a:pt x="3909249" y="3440420"/>
                  </a:lnTo>
                  <a:lnTo>
                    <a:pt x="3855742" y="3451474"/>
                  </a:lnTo>
                  <a:lnTo>
                    <a:pt x="3820202" y="3459691"/>
                  </a:lnTo>
                  <a:lnTo>
                    <a:pt x="3760538" y="3475099"/>
                  </a:lnTo>
                  <a:lnTo>
                    <a:pt x="3702698" y="3492005"/>
                  </a:lnTo>
                  <a:lnTo>
                    <a:pt x="3646023" y="3510433"/>
                  </a:lnTo>
                  <a:lnTo>
                    <a:pt x="3590024" y="3530362"/>
                  </a:lnTo>
                  <a:lnTo>
                    <a:pt x="3534352" y="3551719"/>
                  </a:lnTo>
                  <a:lnTo>
                    <a:pt x="3478771" y="3574374"/>
                  </a:lnTo>
                  <a:lnTo>
                    <a:pt x="3423143" y="3598144"/>
                  </a:lnTo>
                  <a:lnTo>
                    <a:pt x="3367409" y="3622793"/>
                  </a:lnTo>
                  <a:lnTo>
                    <a:pt x="3311574" y="3648044"/>
                  </a:lnTo>
                  <a:lnTo>
                    <a:pt x="3255680" y="3673586"/>
                  </a:lnTo>
                  <a:lnTo>
                    <a:pt x="3199793" y="3699097"/>
                  </a:lnTo>
                  <a:lnTo>
                    <a:pt x="3143975" y="3724252"/>
                  </a:lnTo>
                  <a:lnTo>
                    <a:pt x="3088263" y="3748749"/>
                  </a:lnTo>
                  <a:lnTo>
                    <a:pt x="3032651" y="3772316"/>
                  </a:lnTo>
                  <a:lnTo>
                    <a:pt x="2977066" y="3794728"/>
                  </a:lnTo>
                  <a:lnTo>
                    <a:pt x="2921351" y="3815812"/>
                  </a:lnTo>
                  <a:lnTo>
                    <a:pt x="2865251" y="3835449"/>
                  </a:lnTo>
                  <a:lnTo>
                    <a:pt x="2808390" y="3853577"/>
                  </a:lnTo>
                  <a:lnTo>
                    <a:pt x="2750248" y="3870184"/>
                  </a:lnTo>
                  <a:lnTo>
                    <a:pt x="2702183" y="3882436"/>
                  </a:lnTo>
                  <a:lnTo>
                    <a:pt x="2650298" y="3894195"/>
                  </a:lnTo>
                  <a:lnTo>
                    <a:pt x="2595962" y="3904934"/>
                  </a:lnTo>
                  <a:lnTo>
                    <a:pt x="2538490" y="3914689"/>
                  </a:lnTo>
                  <a:lnTo>
                    <a:pt x="2477132" y="3923529"/>
                  </a:lnTo>
                  <a:lnTo>
                    <a:pt x="2411107" y="3931538"/>
                  </a:lnTo>
                  <a:lnTo>
                    <a:pt x="2339655" y="3938804"/>
                  </a:lnTo>
                  <a:lnTo>
                    <a:pt x="2262079" y="3945407"/>
                  </a:lnTo>
                  <a:lnTo>
                    <a:pt x="2177819" y="3951418"/>
                  </a:lnTo>
                  <a:lnTo>
                    <a:pt x="2086544" y="3956896"/>
                  </a:lnTo>
                  <a:lnTo>
                    <a:pt x="1988268" y="3961888"/>
                  </a:lnTo>
                  <a:lnTo>
                    <a:pt x="1883491" y="3966423"/>
                  </a:lnTo>
                  <a:lnTo>
                    <a:pt x="1773345" y="3970520"/>
                  </a:lnTo>
                  <a:lnTo>
                    <a:pt x="1659718" y="3974183"/>
                  </a:lnTo>
                  <a:lnTo>
                    <a:pt x="1545311" y="3977407"/>
                  </a:lnTo>
                  <a:lnTo>
                    <a:pt x="1433572" y="3980184"/>
                  </a:lnTo>
                  <a:lnTo>
                    <a:pt x="1328453" y="3982504"/>
                  </a:lnTo>
                  <a:lnTo>
                    <a:pt x="1233990" y="3984371"/>
                  </a:lnTo>
                  <a:lnTo>
                    <a:pt x="1153737" y="3985798"/>
                  </a:lnTo>
                  <a:lnTo>
                    <a:pt x="1090179" y="3986821"/>
                  </a:lnTo>
                  <a:lnTo>
                    <a:pt x="1044258" y="3987493"/>
                  </a:lnTo>
                  <a:lnTo>
                    <a:pt x="1015138" y="3987881"/>
                  </a:lnTo>
                  <a:lnTo>
                    <a:pt x="1000215" y="3988063"/>
                  </a:lnTo>
                  <a:lnTo>
                    <a:pt x="995317" y="3988118"/>
                  </a:lnTo>
                  <a:lnTo>
                    <a:pt x="994940" y="3988122"/>
                  </a:lnTo>
                  <a:lnTo>
                    <a:pt x="0" y="3988122"/>
                  </a:lnTo>
                  <a:close/>
                </a:path>
              </a:pathLst>
            </a:custGeom>
            <a:solidFill>
              <a:srgbClr val="6FA8D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91" name="pl1890"/>
            <p:cNvSpPr/>
            <p:nvPr/>
          </p:nvSpPr>
          <p:spPr>
            <a:xfrm>
              <a:off x="1199187" y="2038442"/>
              <a:ext cx="12049831" cy="3988122"/>
            </a:xfrm>
            <a:custGeom>
              <a:avLst/>
              <a:pathLst>
                <a:path w="12049831" h="3988122">
                  <a:moveTo>
                    <a:pt x="0" y="3988122"/>
                  </a:moveTo>
                  <a:lnTo>
                    <a:pt x="994940" y="3988122"/>
                  </a:lnTo>
                  <a:lnTo>
                    <a:pt x="996073" y="3988110"/>
                  </a:lnTo>
                  <a:lnTo>
                    <a:pt x="1003552" y="3988024"/>
                  </a:lnTo>
                  <a:lnTo>
                    <a:pt x="1022506" y="3987786"/>
                  </a:lnTo>
                  <a:lnTo>
                    <a:pt x="1056644" y="3987318"/>
                  </a:lnTo>
                  <a:lnTo>
                    <a:pt x="1108036" y="3986544"/>
                  </a:lnTo>
                  <a:lnTo>
                    <a:pt x="1176959" y="3985400"/>
                  </a:lnTo>
                  <a:lnTo>
                    <a:pt x="1261951" y="3983839"/>
                  </a:lnTo>
                  <a:lnTo>
                    <a:pt x="1360138" y="3981833"/>
                  </a:lnTo>
                  <a:lnTo>
                    <a:pt x="1467751" y="3979370"/>
                  </a:lnTo>
                  <a:lnTo>
                    <a:pt x="1580725" y="3976454"/>
                  </a:lnTo>
                  <a:lnTo>
                    <a:pt x="1695227" y="3973092"/>
                  </a:lnTo>
                  <a:lnTo>
                    <a:pt x="1808024" y="3969295"/>
                  </a:lnTo>
                  <a:lnTo>
                    <a:pt x="1916668" y="3965062"/>
                  </a:lnTo>
                  <a:lnTo>
                    <a:pt x="2019515" y="3960388"/>
                  </a:lnTo>
                  <a:lnTo>
                    <a:pt x="2115645" y="3955249"/>
                  </a:lnTo>
                  <a:lnTo>
                    <a:pt x="2204724" y="3949611"/>
                  </a:lnTo>
                  <a:lnTo>
                    <a:pt x="2286860" y="3943423"/>
                  </a:lnTo>
                  <a:lnTo>
                    <a:pt x="2362467" y="3936623"/>
                  </a:lnTo>
                  <a:lnTo>
                    <a:pt x="2432155" y="3929135"/>
                  </a:lnTo>
                  <a:lnTo>
                    <a:pt x="2496648" y="3920877"/>
                  </a:lnTo>
                  <a:lnTo>
                    <a:pt x="2556717" y="3911761"/>
                  </a:lnTo>
                  <a:lnTo>
                    <a:pt x="2613136" y="3901708"/>
                  </a:lnTo>
                  <a:lnTo>
                    <a:pt x="2666643" y="3890654"/>
                  </a:lnTo>
                  <a:lnTo>
                    <a:pt x="2702183" y="3882436"/>
                  </a:lnTo>
                  <a:lnTo>
                    <a:pt x="2761847" y="3867028"/>
                  </a:lnTo>
                  <a:lnTo>
                    <a:pt x="2819687" y="3850123"/>
                  </a:lnTo>
                  <a:lnTo>
                    <a:pt x="2876362" y="3831694"/>
                  </a:lnTo>
                  <a:lnTo>
                    <a:pt x="2932361" y="3811765"/>
                  </a:lnTo>
                  <a:lnTo>
                    <a:pt x="2988033" y="3790408"/>
                  </a:lnTo>
                  <a:lnTo>
                    <a:pt x="3043614" y="3767753"/>
                  </a:lnTo>
                  <a:lnTo>
                    <a:pt x="3099242" y="3743983"/>
                  </a:lnTo>
                  <a:lnTo>
                    <a:pt x="3154976" y="3719334"/>
                  </a:lnTo>
                  <a:lnTo>
                    <a:pt x="3210811" y="3694083"/>
                  </a:lnTo>
                  <a:lnTo>
                    <a:pt x="3266705" y="3668541"/>
                  </a:lnTo>
                  <a:lnTo>
                    <a:pt x="3322592" y="3643031"/>
                  </a:lnTo>
                  <a:lnTo>
                    <a:pt x="3378410" y="3617875"/>
                  </a:lnTo>
                  <a:lnTo>
                    <a:pt x="3434122" y="3593378"/>
                  </a:lnTo>
                  <a:lnTo>
                    <a:pt x="3489734" y="3569811"/>
                  </a:lnTo>
                  <a:lnTo>
                    <a:pt x="3545319" y="3547399"/>
                  </a:lnTo>
                  <a:lnTo>
                    <a:pt x="3601034" y="3526316"/>
                  </a:lnTo>
                  <a:lnTo>
                    <a:pt x="3657134" y="3506678"/>
                  </a:lnTo>
                  <a:lnTo>
                    <a:pt x="3713995" y="3488550"/>
                  </a:lnTo>
                  <a:lnTo>
                    <a:pt x="3772137" y="3471943"/>
                  </a:lnTo>
                  <a:lnTo>
                    <a:pt x="3820202" y="3459691"/>
                  </a:lnTo>
                  <a:lnTo>
                    <a:pt x="3872087" y="3447932"/>
                  </a:lnTo>
                  <a:lnTo>
                    <a:pt x="3926423" y="3437193"/>
                  </a:lnTo>
                  <a:lnTo>
                    <a:pt x="3983895" y="3427439"/>
                  </a:lnTo>
                  <a:lnTo>
                    <a:pt x="4045253" y="3418599"/>
                  </a:lnTo>
                  <a:lnTo>
                    <a:pt x="4111278" y="3410589"/>
                  </a:lnTo>
                  <a:lnTo>
                    <a:pt x="4182730" y="3403323"/>
                  </a:lnTo>
                  <a:lnTo>
                    <a:pt x="4260306" y="3396721"/>
                  </a:lnTo>
                  <a:lnTo>
                    <a:pt x="4344566" y="3390710"/>
                  </a:lnTo>
                  <a:lnTo>
                    <a:pt x="4435841" y="3385231"/>
                  </a:lnTo>
                  <a:lnTo>
                    <a:pt x="4534117" y="3380240"/>
                  </a:lnTo>
                  <a:lnTo>
                    <a:pt x="4638894" y="3375704"/>
                  </a:lnTo>
                  <a:lnTo>
                    <a:pt x="4749040" y="3371607"/>
                  </a:lnTo>
                  <a:lnTo>
                    <a:pt x="4862667" y="3367944"/>
                  </a:lnTo>
                  <a:lnTo>
                    <a:pt x="4977074" y="3364720"/>
                  </a:lnTo>
                  <a:lnTo>
                    <a:pt x="5088813" y="3361944"/>
                  </a:lnTo>
                  <a:lnTo>
                    <a:pt x="5193932" y="3359623"/>
                  </a:lnTo>
                  <a:lnTo>
                    <a:pt x="5288395" y="3357757"/>
                  </a:lnTo>
                  <a:lnTo>
                    <a:pt x="5368648" y="3356329"/>
                  </a:lnTo>
                  <a:lnTo>
                    <a:pt x="5432206" y="3355306"/>
                  </a:lnTo>
                  <a:lnTo>
                    <a:pt x="5478127" y="3354635"/>
                  </a:lnTo>
                  <a:lnTo>
                    <a:pt x="5507247" y="3354246"/>
                  </a:lnTo>
                  <a:lnTo>
                    <a:pt x="5522170" y="3354064"/>
                  </a:lnTo>
                  <a:lnTo>
                    <a:pt x="5527068" y="3354009"/>
                  </a:lnTo>
                  <a:lnTo>
                    <a:pt x="5527445" y="3354005"/>
                  </a:lnTo>
                  <a:lnTo>
                    <a:pt x="6522385" y="3354005"/>
                  </a:lnTo>
                  <a:lnTo>
                    <a:pt x="6523440" y="3353946"/>
                  </a:lnTo>
                  <a:lnTo>
                    <a:pt x="6530407" y="3353524"/>
                  </a:lnTo>
                  <a:lnTo>
                    <a:pt x="6548099" y="3352357"/>
                  </a:lnTo>
                  <a:lnTo>
                    <a:pt x="6580049" y="3350056"/>
                  </a:lnTo>
                  <a:lnTo>
                    <a:pt x="6628318" y="3346251"/>
                  </a:lnTo>
                  <a:lnTo>
                    <a:pt x="6693345" y="3340619"/>
                  </a:lnTo>
                  <a:lnTo>
                    <a:pt x="6773974" y="3332914"/>
                  </a:lnTo>
                  <a:lnTo>
                    <a:pt x="6867709" y="3322983"/>
                  </a:lnTo>
                  <a:lnTo>
                    <a:pt x="6971155" y="3310758"/>
                  </a:lnTo>
                  <a:lnTo>
                    <a:pt x="7080545" y="3296240"/>
                  </a:lnTo>
                  <a:lnTo>
                    <a:pt x="7192230" y="3279470"/>
                  </a:lnTo>
                  <a:lnTo>
                    <a:pt x="7303039" y="3260493"/>
                  </a:lnTo>
                  <a:lnTo>
                    <a:pt x="7410488" y="3239331"/>
                  </a:lnTo>
                  <a:lnTo>
                    <a:pt x="7512826" y="3215959"/>
                  </a:lnTo>
                  <a:lnTo>
                    <a:pt x="7608994" y="3190295"/>
                  </a:lnTo>
                  <a:lnTo>
                    <a:pt x="7698506" y="3162188"/>
                  </a:lnTo>
                  <a:lnTo>
                    <a:pt x="7781326" y="3131420"/>
                  </a:lnTo>
                  <a:lnTo>
                    <a:pt x="7857737" y="3097706"/>
                  </a:lnTo>
                  <a:lnTo>
                    <a:pt x="7928240" y="3060701"/>
                  </a:lnTo>
                  <a:lnTo>
                    <a:pt x="7993471" y="3020012"/>
                  </a:lnTo>
                  <a:lnTo>
                    <a:pt x="8054131" y="2975218"/>
                  </a:lnTo>
                  <a:lnTo>
                    <a:pt x="8110944" y="2925898"/>
                  </a:lnTo>
                  <a:lnTo>
                    <a:pt x="8164617" y="2871688"/>
                  </a:lnTo>
                  <a:lnTo>
                    <a:pt x="8215804" y="2812359"/>
                  </a:lnTo>
                  <a:lnTo>
                    <a:pt x="8229629" y="2795004"/>
                  </a:lnTo>
                  <a:lnTo>
                    <a:pt x="8271115" y="2739488"/>
                  </a:lnTo>
                  <a:lnTo>
                    <a:pt x="8311617" y="2680218"/>
                  </a:lnTo>
                  <a:lnTo>
                    <a:pt x="8351382" y="2617118"/>
                  </a:lnTo>
                  <a:lnTo>
                    <a:pt x="8390614" y="2550162"/>
                  </a:lnTo>
                  <a:lnTo>
                    <a:pt x="8429477" y="2479380"/>
                  </a:lnTo>
                  <a:lnTo>
                    <a:pt x="8468103" y="2404866"/>
                  </a:lnTo>
                  <a:lnTo>
                    <a:pt x="8506595" y="2326775"/>
                  </a:lnTo>
                  <a:lnTo>
                    <a:pt x="8545032" y="2245333"/>
                  </a:lnTo>
                  <a:lnTo>
                    <a:pt x="8583467" y="2160830"/>
                  </a:lnTo>
                  <a:lnTo>
                    <a:pt x="8621935" y="2073626"/>
                  </a:lnTo>
                  <a:lnTo>
                    <a:pt x="8660454" y="1984137"/>
                  </a:lnTo>
                  <a:lnTo>
                    <a:pt x="8699027" y="1892836"/>
                  </a:lnTo>
                  <a:lnTo>
                    <a:pt x="8737644" y="1800238"/>
                  </a:lnTo>
                  <a:lnTo>
                    <a:pt x="8776290" y="1706890"/>
                  </a:lnTo>
                  <a:lnTo>
                    <a:pt x="8814942" y="1613360"/>
                  </a:lnTo>
                  <a:lnTo>
                    <a:pt x="8853580" y="1520218"/>
                  </a:lnTo>
                  <a:lnTo>
                    <a:pt x="8892183" y="1428026"/>
                  </a:lnTo>
                  <a:lnTo>
                    <a:pt x="8930736" y="1337322"/>
                  </a:lnTo>
                  <a:lnTo>
                    <a:pt x="8969236" y="1248606"/>
                  </a:lnTo>
                  <a:lnTo>
                    <a:pt x="9007689" y="1162332"/>
                  </a:lnTo>
                  <a:lnTo>
                    <a:pt x="9046120" y="1078897"/>
                  </a:lnTo>
                  <a:lnTo>
                    <a:pt x="9084569" y="998634"/>
                  </a:lnTo>
                  <a:lnTo>
                    <a:pt x="9123100" y="921812"/>
                  </a:lnTo>
                  <a:lnTo>
                    <a:pt x="9161798" y="848631"/>
                  </a:lnTo>
                  <a:lnTo>
                    <a:pt x="9200777" y="779224"/>
                  </a:lnTo>
                  <a:lnTo>
                    <a:pt x="9240181" y="713660"/>
                  </a:lnTo>
                  <a:lnTo>
                    <a:pt x="9280187" y="651948"/>
                  </a:lnTo>
                  <a:lnTo>
                    <a:pt x="9321013" y="594045"/>
                  </a:lnTo>
                  <a:lnTo>
                    <a:pt x="9347647" y="559000"/>
                  </a:lnTo>
                  <a:lnTo>
                    <a:pt x="9398250" y="498243"/>
                  </a:lnTo>
                  <a:lnTo>
                    <a:pt x="9451172" y="442629"/>
                  </a:lnTo>
                  <a:lnTo>
                    <a:pt x="9507045" y="391986"/>
                  </a:lnTo>
                  <a:lnTo>
                    <a:pt x="9566566" y="345978"/>
                  </a:lnTo>
                  <a:lnTo>
                    <a:pt x="9630458" y="304194"/>
                  </a:lnTo>
                  <a:lnTo>
                    <a:pt x="9699433" y="266209"/>
                  </a:lnTo>
                  <a:lnTo>
                    <a:pt x="9774150" y="231620"/>
                  </a:lnTo>
                  <a:lnTo>
                    <a:pt x="9855153" y="200067"/>
                  </a:lnTo>
                  <a:lnTo>
                    <a:pt x="9942798" y="171247"/>
                  </a:lnTo>
                  <a:lnTo>
                    <a:pt x="10037149" y="144924"/>
                  </a:lnTo>
                  <a:lnTo>
                    <a:pt x="10137856" y="120928"/>
                  </a:lnTo>
                  <a:lnTo>
                    <a:pt x="10244033" y="99158"/>
                  </a:lnTo>
                  <a:lnTo>
                    <a:pt x="10354128" y="79575"/>
                  </a:lnTo>
                  <a:lnTo>
                    <a:pt x="10465861" y="62189"/>
                  </a:lnTo>
                  <a:lnTo>
                    <a:pt x="10576238" y="47042"/>
                  </a:lnTo>
                  <a:lnTo>
                    <a:pt x="10681712" y="34180"/>
                  </a:lnTo>
                  <a:lnTo>
                    <a:pt x="10778504" y="23616"/>
                  </a:lnTo>
                  <a:lnTo>
                    <a:pt x="10863063" y="15305"/>
                  </a:lnTo>
                  <a:lnTo>
                    <a:pt x="10932594" y="9119"/>
                  </a:lnTo>
                  <a:lnTo>
                    <a:pt x="10985533" y="4837"/>
                  </a:lnTo>
                  <a:lnTo>
                    <a:pt x="11021867" y="2156"/>
                  </a:lnTo>
                  <a:lnTo>
                    <a:pt x="11043216" y="713"/>
                  </a:lnTo>
                  <a:lnTo>
                    <a:pt x="11052725" y="124"/>
                  </a:lnTo>
                  <a:lnTo>
                    <a:pt x="11054868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2" name="pl1891"/>
            <p:cNvSpPr/>
            <p:nvPr/>
          </p:nvSpPr>
          <p:spPr>
            <a:xfrm>
              <a:off x="1199187" y="2033201"/>
              <a:ext cx="12049831" cy="3988122"/>
            </a:xfrm>
            <a:custGeom>
              <a:avLst/>
              <a:pathLst>
                <a:path w="12049831" h="3988122">
                  <a:moveTo>
                    <a:pt x="12049831" y="0"/>
                  </a:moveTo>
                  <a:lnTo>
                    <a:pt x="11054891" y="0"/>
                  </a:lnTo>
                  <a:lnTo>
                    <a:pt x="11053837" y="59"/>
                  </a:lnTo>
                  <a:lnTo>
                    <a:pt x="11046869" y="481"/>
                  </a:lnTo>
                  <a:lnTo>
                    <a:pt x="11029177" y="1648"/>
                  </a:lnTo>
                  <a:lnTo>
                    <a:pt x="10997227" y="3948"/>
                  </a:lnTo>
                  <a:lnTo>
                    <a:pt x="10948959" y="7754"/>
                  </a:lnTo>
                  <a:lnTo>
                    <a:pt x="10883932" y="13386"/>
                  </a:lnTo>
                  <a:lnTo>
                    <a:pt x="10803303" y="21090"/>
                  </a:lnTo>
                  <a:lnTo>
                    <a:pt x="10709568" y="31022"/>
                  </a:lnTo>
                  <a:lnTo>
                    <a:pt x="10606121" y="43247"/>
                  </a:lnTo>
                  <a:lnTo>
                    <a:pt x="10496731" y="57765"/>
                  </a:lnTo>
                  <a:lnTo>
                    <a:pt x="10385047" y="74535"/>
                  </a:lnTo>
                  <a:lnTo>
                    <a:pt x="10274237" y="93512"/>
                  </a:lnTo>
                  <a:lnTo>
                    <a:pt x="10166789" y="114674"/>
                  </a:lnTo>
                  <a:lnTo>
                    <a:pt x="10064450" y="138046"/>
                  </a:lnTo>
                  <a:lnTo>
                    <a:pt x="9968282" y="163710"/>
                  </a:lnTo>
                  <a:lnTo>
                    <a:pt x="9878770" y="191817"/>
                  </a:lnTo>
                  <a:lnTo>
                    <a:pt x="9795951" y="222585"/>
                  </a:lnTo>
                  <a:lnTo>
                    <a:pt x="9719540" y="256299"/>
                  </a:lnTo>
                  <a:lnTo>
                    <a:pt x="9649036" y="293304"/>
                  </a:lnTo>
                  <a:lnTo>
                    <a:pt x="9583805" y="333992"/>
                  </a:lnTo>
                  <a:lnTo>
                    <a:pt x="9523146" y="378787"/>
                  </a:lnTo>
                  <a:lnTo>
                    <a:pt x="9466333" y="428107"/>
                  </a:lnTo>
                  <a:lnTo>
                    <a:pt x="9412660" y="482317"/>
                  </a:lnTo>
                  <a:lnTo>
                    <a:pt x="9361472" y="541646"/>
                  </a:lnTo>
                  <a:lnTo>
                    <a:pt x="9347647" y="559000"/>
                  </a:lnTo>
                  <a:lnTo>
                    <a:pt x="9306162" y="614517"/>
                  </a:lnTo>
                  <a:lnTo>
                    <a:pt x="9265660" y="673787"/>
                  </a:lnTo>
                  <a:lnTo>
                    <a:pt x="9225894" y="736887"/>
                  </a:lnTo>
                  <a:lnTo>
                    <a:pt x="9186662" y="803843"/>
                  </a:lnTo>
                  <a:lnTo>
                    <a:pt x="9147800" y="874624"/>
                  </a:lnTo>
                  <a:lnTo>
                    <a:pt x="9109174" y="949139"/>
                  </a:lnTo>
                  <a:lnTo>
                    <a:pt x="9070681" y="1027230"/>
                  </a:lnTo>
                  <a:lnTo>
                    <a:pt x="9032245" y="1108672"/>
                  </a:lnTo>
                  <a:lnTo>
                    <a:pt x="8993810" y="1193174"/>
                  </a:lnTo>
                  <a:lnTo>
                    <a:pt x="8955341" y="1280379"/>
                  </a:lnTo>
                  <a:lnTo>
                    <a:pt x="8916822" y="1369868"/>
                  </a:lnTo>
                  <a:lnTo>
                    <a:pt x="8878250" y="1461169"/>
                  </a:lnTo>
                  <a:lnTo>
                    <a:pt x="8839633" y="1553767"/>
                  </a:lnTo>
                  <a:lnTo>
                    <a:pt x="8800987" y="1647115"/>
                  </a:lnTo>
                  <a:lnTo>
                    <a:pt x="8762334" y="1740645"/>
                  </a:lnTo>
                  <a:lnTo>
                    <a:pt x="8723696" y="1833787"/>
                  </a:lnTo>
                  <a:lnTo>
                    <a:pt x="8685094" y="1925979"/>
                  </a:lnTo>
                  <a:lnTo>
                    <a:pt x="8646540" y="2016683"/>
                  </a:lnTo>
                  <a:lnTo>
                    <a:pt x="8608041" y="2105399"/>
                  </a:lnTo>
                  <a:lnTo>
                    <a:pt x="8569587" y="2191673"/>
                  </a:lnTo>
                  <a:lnTo>
                    <a:pt x="8531156" y="2275108"/>
                  </a:lnTo>
                  <a:lnTo>
                    <a:pt x="8492707" y="2355370"/>
                  </a:lnTo>
                  <a:lnTo>
                    <a:pt x="8454177" y="2432192"/>
                  </a:lnTo>
                  <a:lnTo>
                    <a:pt x="8415479" y="2505374"/>
                  </a:lnTo>
                  <a:lnTo>
                    <a:pt x="8376499" y="2574781"/>
                  </a:lnTo>
                  <a:lnTo>
                    <a:pt x="8337096" y="2640345"/>
                  </a:lnTo>
                  <a:lnTo>
                    <a:pt x="8297090" y="2702057"/>
                  </a:lnTo>
                  <a:lnTo>
                    <a:pt x="8256264" y="2759960"/>
                  </a:lnTo>
                  <a:lnTo>
                    <a:pt x="8229629" y="2795004"/>
                  </a:lnTo>
                  <a:lnTo>
                    <a:pt x="8179026" y="2855762"/>
                  </a:lnTo>
                  <a:lnTo>
                    <a:pt x="8126105" y="2911376"/>
                  </a:lnTo>
                  <a:lnTo>
                    <a:pt x="8070231" y="2962019"/>
                  </a:lnTo>
                  <a:lnTo>
                    <a:pt x="8010710" y="3008027"/>
                  </a:lnTo>
                  <a:lnTo>
                    <a:pt x="7946818" y="3049811"/>
                  </a:lnTo>
                  <a:lnTo>
                    <a:pt x="7877843" y="3087796"/>
                  </a:lnTo>
                  <a:lnTo>
                    <a:pt x="7803127" y="3122385"/>
                  </a:lnTo>
                  <a:lnTo>
                    <a:pt x="7722123" y="3153938"/>
                  </a:lnTo>
                  <a:lnTo>
                    <a:pt x="7634478" y="3182757"/>
                  </a:lnTo>
                  <a:lnTo>
                    <a:pt x="7540128" y="3209081"/>
                  </a:lnTo>
                  <a:lnTo>
                    <a:pt x="7439420" y="3233077"/>
                  </a:lnTo>
                  <a:lnTo>
                    <a:pt x="7333244" y="3254847"/>
                  </a:lnTo>
                  <a:lnTo>
                    <a:pt x="7223148" y="3274430"/>
                  </a:lnTo>
                  <a:lnTo>
                    <a:pt x="7111416" y="3291816"/>
                  </a:lnTo>
                  <a:lnTo>
                    <a:pt x="7001039" y="3306962"/>
                  </a:lnTo>
                  <a:lnTo>
                    <a:pt x="6895565" y="3319825"/>
                  </a:lnTo>
                  <a:lnTo>
                    <a:pt x="6798772" y="3330389"/>
                  </a:lnTo>
                  <a:lnTo>
                    <a:pt x="6714213" y="3338700"/>
                  </a:lnTo>
                  <a:lnTo>
                    <a:pt x="6644683" y="3344885"/>
                  </a:lnTo>
                  <a:lnTo>
                    <a:pt x="6591743" y="3349167"/>
                  </a:lnTo>
                  <a:lnTo>
                    <a:pt x="6555410" y="3351849"/>
                  </a:lnTo>
                  <a:lnTo>
                    <a:pt x="6534061" y="3353291"/>
                  </a:lnTo>
                  <a:lnTo>
                    <a:pt x="6524551" y="3353881"/>
                  </a:lnTo>
                  <a:lnTo>
                    <a:pt x="6522409" y="3354004"/>
                  </a:lnTo>
                  <a:lnTo>
                    <a:pt x="6522385" y="3354005"/>
                  </a:lnTo>
                  <a:lnTo>
                    <a:pt x="5527445" y="3354005"/>
                  </a:lnTo>
                  <a:lnTo>
                    <a:pt x="5526312" y="3354017"/>
                  </a:lnTo>
                  <a:lnTo>
                    <a:pt x="5518833" y="3354103"/>
                  </a:lnTo>
                  <a:lnTo>
                    <a:pt x="5499879" y="3354341"/>
                  </a:lnTo>
                  <a:lnTo>
                    <a:pt x="5465741" y="3354809"/>
                  </a:lnTo>
                  <a:lnTo>
                    <a:pt x="5414349" y="3355584"/>
                  </a:lnTo>
                  <a:lnTo>
                    <a:pt x="5345426" y="3356727"/>
                  </a:lnTo>
                  <a:lnTo>
                    <a:pt x="5260434" y="3358288"/>
                  </a:lnTo>
                  <a:lnTo>
                    <a:pt x="5162247" y="3360295"/>
                  </a:lnTo>
                  <a:lnTo>
                    <a:pt x="5054634" y="3362757"/>
                  </a:lnTo>
                  <a:lnTo>
                    <a:pt x="4941660" y="3365674"/>
                  </a:lnTo>
                  <a:lnTo>
                    <a:pt x="4827158" y="3369035"/>
                  </a:lnTo>
                  <a:lnTo>
                    <a:pt x="4714361" y="3372833"/>
                  </a:lnTo>
                  <a:lnTo>
                    <a:pt x="4605717" y="3377065"/>
                  </a:lnTo>
                  <a:lnTo>
                    <a:pt x="4502870" y="3381740"/>
                  </a:lnTo>
                  <a:lnTo>
                    <a:pt x="4406740" y="3386878"/>
                  </a:lnTo>
                  <a:lnTo>
                    <a:pt x="4317661" y="3392517"/>
                  </a:lnTo>
                  <a:lnTo>
                    <a:pt x="4235525" y="3398705"/>
                  </a:lnTo>
                  <a:lnTo>
                    <a:pt x="4159918" y="3405505"/>
                  </a:lnTo>
                  <a:lnTo>
                    <a:pt x="4090230" y="3412992"/>
                  </a:lnTo>
                  <a:lnTo>
                    <a:pt x="4025737" y="3421251"/>
                  </a:lnTo>
                  <a:lnTo>
                    <a:pt x="3965668" y="3430366"/>
                  </a:lnTo>
                  <a:lnTo>
                    <a:pt x="3909249" y="3440420"/>
                  </a:lnTo>
                  <a:lnTo>
                    <a:pt x="3855742" y="3451474"/>
                  </a:lnTo>
                  <a:lnTo>
                    <a:pt x="3820202" y="3459691"/>
                  </a:lnTo>
                  <a:lnTo>
                    <a:pt x="3760538" y="3475099"/>
                  </a:lnTo>
                  <a:lnTo>
                    <a:pt x="3702698" y="3492005"/>
                  </a:lnTo>
                  <a:lnTo>
                    <a:pt x="3646023" y="3510433"/>
                  </a:lnTo>
                  <a:lnTo>
                    <a:pt x="3590024" y="3530362"/>
                  </a:lnTo>
                  <a:lnTo>
                    <a:pt x="3534352" y="3551719"/>
                  </a:lnTo>
                  <a:lnTo>
                    <a:pt x="3478771" y="3574374"/>
                  </a:lnTo>
                  <a:lnTo>
                    <a:pt x="3423143" y="3598144"/>
                  </a:lnTo>
                  <a:lnTo>
                    <a:pt x="3367409" y="3622793"/>
                  </a:lnTo>
                  <a:lnTo>
                    <a:pt x="3311574" y="3648044"/>
                  </a:lnTo>
                  <a:lnTo>
                    <a:pt x="3255680" y="3673586"/>
                  </a:lnTo>
                  <a:lnTo>
                    <a:pt x="3199793" y="3699097"/>
                  </a:lnTo>
                  <a:lnTo>
                    <a:pt x="3143975" y="3724252"/>
                  </a:lnTo>
                  <a:lnTo>
                    <a:pt x="3088263" y="3748749"/>
                  </a:lnTo>
                  <a:lnTo>
                    <a:pt x="3032651" y="3772316"/>
                  </a:lnTo>
                  <a:lnTo>
                    <a:pt x="2977066" y="3794728"/>
                  </a:lnTo>
                  <a:lnTo>
                    <a:pt x="2921351" y="3815812"/>
                  </a:lnTo>
                  <a:lnTo>
                    <a:pt x="2865251" y="3835449"/>
                  </a:lnTo>
                  <a:lnTo>
                    <a:pt x="2808390" y="3853577"/>
                  </a:lnTo>
                  <a:lnTo>
                    <a:pt x="2750248" y="3870184"/>
                  </a:lnTo>
                  <a:lnTo>
                    <a:pt x="2702183" y="3882436"/>
                  </a:lnTo>
                  <a:lnTo>
                    <a:pt x="2650298" y="3894195"/>
                  </a:lnTo>
                  <a:lnTo>
                    <a:pt x="2595962" y="3904934"/>
                  </a:lnTo>
                  <a:lnTo>
                    <a:pt x="2538490" y="3914689"/>
                  </a:lnTo>
                  <a:lnTo>
                    <a:pt x="2477132" y="3923529"/>
                  </a:lnTo>
                  <a:lnTo>
                    <a:pt x="2411107" y="3931538"/>
                  </a:lnTo>
                  <a:lnTo>
                    <a:pt x="2339655" y="3938804"/>
                  </a:lnTo>
                  <a:lnTo>
                    <a:pt x="2262079" y="3945407"/>
                  </a:lnTo>
                  <a:lnTo>
                    <a:pt x="2177819" y="3951418"/>
                  </a:lnTo>
                  <a:lnTo>
                    <a:pt x="2086544" y="3956896"/>
                  </a:lnTo>
                  <a:lnTo>
                    <a:pt x="1988268" y="3961888"/>
                  </a:lnTo>
                  <a:lnTo>
                    <a:pt x="1883491" y="3966423"/>
                  </a:lnTo>
                  <a:lnTo>
                    <a:pt x="1773345" y="3970520"/>
                  </a:lnTo>
                  <a:lnTo>
                    <a:pt x="1659718" y="3974183"/>
                  </a:lnTo>
                  <a:lnTo>
                    <a:pt x="1545311" y="3977407"/>
                  </a:lnTo>
                  <a:lnTo>
                    <a:pt x="1433572" y="3980184"/>
                  </a:lnTo>
                  <a:lnTo>
                    <a:pt x="1328453" y="3982504"/>
                  </a:lnTo>
                  <a:lnTo>
                    <a:pt x="1233990" y="3984371"/>
                  </a:lnTo>
                  <a:lnTo>
                    <a:pt x="1153737" y="3985798"/>
                  </a:lnTo>
                  <a:lnTo>
                    <a:pt x="1090179" y="3986821"/>
                  </a:lnTo>
                  <a:lnTo>
                    <a:pt x="1044258" y="3987493"/>
                  </a:lnTo>
                  <a:lnTo>
                    <a:pt x="1015138" y="3987881"/>
                  </a:lnTo>
                  <a:lnTo>
                    <a:pt x="1000215" y="3988063"/>
                  </a:lnTo>
                  <a:lnTo>
                    <a:pt x="995317" y="3988118"/>
                  </a:lnTo>
                  <a:lnTo>
                    <a:pt x="994940" y="3988122"/>
                  </a:lnTo>
                  <a:lnTo>
                    <a:pt x="0" y="3988122"/>
                  </a:lnTo>
                  <a:lnTo>
                    <a:pt x="0" y="39881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3" name="pg1892"/>
            <p:cNvSpPr/>
            <p:nvPr/>
          </p:nvSpPr>
          <p:spPr>
            <a:xfrm>
              <a:off x="1199187" y="5512982"/>
              <a:ext cx="12049831" cy="518822"/>
            </a:xfrm>
            <a:custGeom>
              <a:avLst/>
              <a:pathLst>
                <a:path w="12049831" h="518822">
                  <a:moveTo>
                    <a:pt x="0" y="518822"/>
                  </a:moveTo>
                  <a:lnTo>
                    <a:pt x="994940" y="518822"/>
                  </a:lnTo>
                  <a:lnTo>
                    <a:pt x="996074" y="518812"/>
                  </a:lnTo>
                  <a:lnTo>
                    <a:pt x="1003560" y="518743"/>
                  </a:lnTo>
                  <a:lnTo>
                    <a:pt x="1022531" y="518550"/>
                  </a:lnTo>
                  <a:lnTo>
                    <a:pt x="1056700" y="518170"/>
                  </a:lnTo>
                  <a:lnTo>
                    <a:pt x="1108135" y="517543"/>
                  </a:lnTo>
                  <a:lnTo>
                    <a:pt x="1177111" y="516616"/>
                  </a:lnTo>
                  <a:lnTo>
                    <a:pt x="1262164" y="515350"/>
                  </a:lnTo>
                  <a:lnTo>
                    <a:pt x="1360411" y="513724"/>
                  </a:lnTo>
                  <a:lnTo>
                    <a:pt x="1468079" y="511727"/>
                  </a:lnTo>
                  <a:lnTo>
                    <a:pt x="1581100" y="509363"/>
                  </a:lnTo>
                  <a:lnTo>
                    <a:pt x="1695639" y="506639"/>
                  </a:lnTo>
                  <a:lnTo>
                    <a:pt x="1808462" y="503561"/>
                  </a:lnTo>
                  <a:lnTo>
                    <a:pt x="1917120" y="500131"/>
                  </a:lnTo>
                  <a:lnTo>
                    <a:pt x="2019973" y="496342"/>
                  </a:lnTo>
                  <a:lnTo>
                    <a:pt x="2116101" y="492176"/>
                  </a:lnTo>
                  <a:lnTo>
                    <a:pt x="2205174" y="487606"/>
                  </a:lnTo>
                  <a:lnTo>
                    <a:pt x="2287300" y="482590"/>
                  </a:lnTo>
                  <a:lnTo>
                    <a:pt x="2362896" y="477078"/>
                  </a:lnTo>
                  <a:lnTo>
                    <a:pt x="2432573" y="471008"/>
                  </a:lnTo>
                  <a:lnTo>
                    <a:pt x="2497056" y="464313"/>
                  </a:lnTo>
                  <a:lnTo>
                    <a:pt x="2557117" y="456923"/>
                  </a:lnTo>
                  <a:lnTo>
                    <a:pt x="2613533" y="448772"/>
                  </a:lnTo>
                  <a:lnTo>
                    <a:pt x="2667038" y="439810"/>
                  </a:lnTo>
                  <a:lnTo>
                    <a:pt x="2702183" y="433225"/>
                  </a:lnTo>
                  <a:lnTo>
                    <a:pt x="2762495" y="420602"/>
                  </a:lnTo>
                  <a:lnTo>
                    <a:pt x="2820951" y="406737"/>
                  </a:lnTo>
                  <a:lnTo>
                    <a:pt x="2878229" y="391612"/>
                  </a:lnTo>
                  <a:lnTo>
                    <a:pt x="2934828" y="375246"/>
                  </a:lnTo>
                  <a:lnTo>
                    <a:pt x="2991106" y="357702"/>
                  </a:lnTo>
                  <a:lnTo>
                    <a:pt x="3047302" y="339090"/>
                  </a:lnTo>
                  <a:lnTo>
                    <a:pt x="3103552" y="319567"/>
                  </a:lnTo>
                  <a:lnTo>
                    <a:pt x="3159911" y="299333"/>
                  </a:lnTo>
                  <a:lnTo>
                    <a:pt x="3216372" y="278623"/>
                  </a:lnTo>
                  <a:lnTo>
                    <a:pt x="3272887" y="257697"/>
                  </a:lnTo>
                  <a:lnTo>
                    <a:pt x="3329386" y="236828"/>
                  </a:lnTo>
                  <a:lnTo>
                    <a:pt x="3385809" y="216284"/>
                  </a:lnTo>
                  <a:lnTo>
                    <a:pt x="3442121" y="196318"/>
                  </a:lnTo>
                  <a:lnTo>
                    <a:pt x="3498338" y="177150"/>
                  </a:lnTo>
                  <a:lnTo>
                    <a:pt x="3554546" y="158963"/>
                  </a:lnTo>
                  <a:lnTo>
                    <a:pt x="3610922" y="141896"/>
                  </a:lnTo>
                  <a:lnTo>
                    <a:pt x="3667751" y="126039"/>
                  </a:lnTo>
                  <a:lnTo>
                    <a:pt x="3725446" y="111435"/>
                  </a:lnTo>
                  <a:lnTo>
                    <a:pt x="3784577" y="98089"/>
                  </a:lnTo>
                  <a:lnTo>
                    <a:pt x="3820202" y="90837"/>
                  </a:lnTo>
                  <a:lnTo>
                    <a:pt x="3872104" y="81310"/>
                  </a:lnTo>
                  <a:lnTo>
                    <a:pt x="3926459" y="72610"/>
                  </a:lnTo>
                  <a:lnTo>
                    <a:pt x="3983953" y="64708"/>
                  </a:lnTo>
                  <a:lnTo>
                    <a:pt x="4045337" y="57546"/>
                  </a:lnTo>
                  <a:lnTo>
                    <a:pt x="4111390" y="51058"/>
                  </a:lnTo>
                  <a:lnTo>
                    <a:pt x="4182877" y="45173"/>
                  </a:lnTo>
                  <a:lnTo>
                    <a:pt x="4260492" y="39824"/>
                  </a:lnTo>
                  <a:lnTo>
                    <a:pt x="4344797" y="34955"/>
                  </a:lnTo>
                  <a:lnTo>
                    <a:pt x="4436122" y="30518"/>
                  </a:lnTo>
                  <a:lnTo>
                    <a:pt x="4534451" y="26475"/>
                  </a:lnTo>
                  <a:lnTo>
                    <a:pt x="4639283" y="22802"/>
                  </a:lnTo>
                  <a:lnTo>
                    <a:pt x="4749483" y="19484"/>
                  </a:lnTo>
                  <a:lnTo>
                    <a:pt x="4863157" y="16518"/>
                  </a:lnTo>
                  <a:lnTo>
                    <a:pt x="4977597" y="13907"/>
                  </a:lnTo>
                  <a:lnTo>
                    <a:pt x="5089351" y="11659"/>
                  </a:lnTo>
                  <a:lnTo>
                    <a:pt x="5194460" y="9781"/>
                  </a:lnTo>
                  <a:lnTo>
                    <a:pt x="5288886" y="8271"/>
                  </a:lnTo>
                  <a:lnTo>
                    <a:pt x="5369075" y="7117"/>
                  </a:lnTo>
                  <a:lnTo>
                    <a:pt x="5432548" y="6290"/>
                  </a:lnTo>
                  <a:lnTo>
                    <a:pt x="5478371" y="5747"/>
                  </a:lnTo>
                  <a:lnTo>
                    <a:pt x="5507395" y="5434"/>
                  </a:lnTo>
                  <a:lnTo>
                    <a:pt x="5522236" y="5287"/>
                  </a:lnTo>
                  <a:lnTo>
                    <a:pt x="5527080" y="524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0" y="5250"/>
                  </a:lnTo>
                  <a:lnTo>
                    <a:pt x="6531006" y="5319"/>
                  </a:lnTo>
                  <a:lnTo>
                    <a:pt x="6549978" y="5510"/>
                  </a:lnTo>
                  <a:lnTo>
                    <a:pt x="6584148" y="5885"/>
                  </a:lnTo>
                  <a:lnTo>
                    <a:pt x="6635585" y="6507"/>
                  </a:lnTo>
                  <a:lnTo>
                    <a:pt x="6704563" y="7424"/>
                  </a:lnTo>
                  <a:lnTo>
                    <a:pt x="6789617" y="8677"/>
                  </a:lnTo>
                  <a:lnTo>
                    <a:pt x="6887867" y="10287"/>
                  </a:lnTo>
                  <a:lnTo>
                    <a:pt x="6995538" y="12263"/>
                  </a:lnTo>
                  <a:lnTo>
                    <a:pt x="7108561" y="14603"/>
                  </a:lnTo>
                  <a:lnTo>
                    <a:pt x="7223101" y="17300"/>
                  </a:lnTo>
                  <a:lnTo>
                    <a:pt x="7335925" y="20346"/>
                  </a:lnTo>
                  <a:lnTo>
                    <a:pt x="7444584" y="23742"/>
                  </a:lnTo>
                  <a:lnTo>
                    <a:pt x="7547436" y="27492"/>
                  </a:lnTo>
                  <a:lnTo>
                    <a:pt x="7643565" y="31615"/>
                  </a:lnTo>
                  <a:lnTo>
                    <a:pt x="7732637" y="36139"/>
                  </a:lnTo>
                  <a:lnTo>
                    <a:pt x="7814763" y="41104"/>
                  </a:lnTo>
                  <a:lnTo>
                    <a:pt x="7890359" y="46560"/>
                  </a:lnTo>
                  <a:lnTo>
                    <a:pt x="7960035" y="52568"/>
                  </a:lnTo>
                  <a:lnTo>
                    <a:pt x="8024518" y="59195"/>
                  </a:lnTo>
                  <a:lnTo>
                    <a:pt x="8084579" y="66510"/>
                  </a:lnTo>
                  <a:lnTo>
                    <a:pt x="8140994" y="74578"/>
                  </a:lnTo>
                  <a:lnTo>
                    <a:pt x="8194499" y="83449"/>
                  </a:lnTo>
                  <a:lnTo>
                    <a:pt x="8229629" y="89964"/>
                  </a:lnTo>
                  <a:lnTo>
                    <a:pt x="8289967" y="102464"/>
                  </a:lnTo>
                  <a:lnTo>
                    <a:pt x="8348447" y="116194"/>
                  </a:lnTo>
                  <a:lnTo>
                    <a:pt x="8405749" y="131172"/>
                  </a:lnTo>
                  <a:lnTo>
                    <a:pt x="8462372" y="147380"/>
                  </a:lnTo>
                  <a:lnTo>
                    <a:pt x="8518675" y="164755"/>
                  </a:lnTo>
                  <a:lnTo>
                    <a:pt x="8574895" y="183187"/>
                  </a:lnTo>
                  <a:lnTo>
                    <a:pt x="8631170" y="202522"/>
                  </a:lnTo>
                  <a:lnTo>
                    <a:pt x="8687554" y="222560"/>
                  </a:lnTo>
                  <a:lnTo>
                    <a:pt x="8744040" y="243070"/>
                  </a:lnTo>
                  <a:lnTo>
                    <a:pt x="8800579" y="263791"/>
                  </a:lnTo>
                  <a:lnTo>
                    <a:pt x="8857103" y="284455"/>
                  </a:lnTo>
                  <a:lnTo>
                    <a:pt x="8913550" y="304796"/>
                  </a:lnTo>
                  <a:lnTo>
                    <a:pt x="8969886" y="324564"/>
                  </a:lnTo>
                  <a:lnTo>
                    <a:pt x="9026126" y="343539"/>
                  </a:lnTo>
                  <a:lnTo>
                    <a:pt x="9082359" y="361541"/>
                  </a:lnTo>
                  <a:lnTo>
                    <a:pt x="9138762" y="378434"/>
                  </a:lnTo>
                  <a:lnTo>
                    <a:pt x="9195620" y="394128"/>
                  </a:lnTo>
                  <a:lnTo>
                    <a:pt x="9253349" y="408579"/>
                  </a:lnTo>
                  <a:lnTo>
                    <a:pt x="9312520" y="421785"/>
                  </a:lnTo>
                  <a:lnTo>
                    <a:pt x="9347647" y="428858"/>
                  </a:lnTo>
                  <a:lnTo>
                    <a:pt x="9399550" y="438288"/>
                  </a:lnTo>
                  <a:lnTo>
                    <a:pt x="9453907" y="446899"/>
                  </a:lnTo>
                  <a:lnTo>
                    <a:pt x="9511401" y="454721"/>
                  </a:lnTo>
                  <a:lnTo>
                    <a:pt x="9572786" y="461809"/>
                  </a:lnTo>
                  <a:lnTo>
                    <a:pt x="9638840" y="468232"/>
                  </a:lnTo>
                  <a:lnTo>
                    <a:pt x="9710328" y="474057"/>
                  </a:lnTo>
                  <a:lnTo>
                    <a:pt x="9787945" y="479351"/>
                  </a:lnTo>
                  <a:lnTo>
                    <a:pt x="9872252" y="484170"/>
                  </a:lnTo>
                  <a:lnTo>
                    <a:pt x="9963578" y="488562"/>
                  </a:lnTo>
                  <a:lnTo>
                    <a:pt x="10061910" y="492564"/>
                  </a:lnTo>
                  <a:lnTo>
                    <a:pt x="10166744" y="496200"/>
                  </a:lnTo>
                  <a:lnTo>
                    <a:pt x="10276946" y="499484"/>
                  </a:lnTo>
                  <a:lnTo>
                    <a:pt x="10390621" y="502420"/>
                  </a:lnTo>
                  <a:lnTo>
                    <a:pt x="10505063" y="505004"/>
                  </a:lnTo>
                  <a:lnTo>
                    <a:pt x="10616818" y="507228"/>
                  </a:lnTo>
                  <a:lnTo>
                    <a:pt x="10721926" y="509087"/>
                  </a:lnTo>
                  <a:lnTo>
                    <a:pt x="10816351" y="510582"/>
                  </a:lnTo>
                  <a:lnTo>
                    <a:pt x="10896537" y="511725"/>
                  </a:lnTo>
                  <a:lnTo>
                    <a:pt x="10960007" y="512543"/>
                  </a:lnTo>
                  <a:lnTo>
                    <a:pt x="11005826" y="513080"/>
                  </a:lnTo>
                  <a:lnTo>
                    <a:pt x="11034846" y="513390"/>
                  </a:lnTo>
                  <a:lnTo>
                    <a:pt x="11049684" y="513535"/>
                  </a:lnTo>
                  <a:lnTo>
                    <a:pt x="11054526" y="513579"/>
                  </a:lnTo>
                  <a:lnTo>
                    <a:pt x="11054891" y="513582"/>
                  </a:lnTo>
                  <a:lnTo>
                    <a:pt x="12049831" y="513582"/>
                  </a:lnTo>
                  <a:lnTo>
                    <a:pt x="12049831" y="508341"/>
                  </a:lnTo>
                  <a:lnTo>
                    <a:pt x="11054891" y="508341"/>
                  </a:lnTo>
                  <a:lnTo>
                    <a:pt x="11053757" y="508331"/>
                  </a:lnTo>
                  <a:lnTo>
                    <a:pt x="11046270" y="508262"/>
                  </a:lnTo>
                  <a:lnTo>
                    <a:pt x="11027298" y="508072"/>
                  </a:lnTo>
                  <a:lnTo>
                    <a:pt x="10993129" y="507696"/>
                  </a:lnTo>
                  <a:lnTo>
                    <a:pt x="10941691" y="507075"/>
                  </a:lnTo>
                  <a:lnTo>
                    <a:pt x="10872713" y="506157"/>
                  </a:lnTo>
                  <a:lnTo>
                    <a:pt x="10787659" y="504904"/>
                  </a:lnTo>
                  <a:lnTo>
                    <a:pt x="10689410" y="503294"/>
                  </a:lnTo>
                  <a:lnTo>
                    <a:pt x="10581739" y="501318"/>
                  </a:lnTo>
                  <a:lnTo>
                    <a:pt x="10468716" y="498978"/>
                  </a:lnTo>
                  <a:lnTo>
                    <a:pt x="10354176" y="496282"/>
                  </a:lnTo>
                  <a:lnTo>
                    <a:pt x="10241352" y="493235"/>
                  </a:lnTo>
                  <a:lnTo>
                    <a:pt x="10132693" y="489839"/>
                  </a:lnTo>
                  <a:lnTo>
                    <a:pt x="10029840" y="486089"/>
                  </a:lnTo>
                  <a:lnTo>
                    <a:pt x="9933712" y="481966"/>
                  </a:lnTo>
                  <a:lnTo>
                    <a:pt x="9844639" y="477442"/>
                  </a:lnTo>
                  <a:lnTo>
                    <a:pt x="9762513" y="472478"/>
                  </a:lnTo>
                  <a:lnTo>
                    <a:pt x="9686918" y="467021"/>
                  </a:lnTo>
                  <a:lnTo>
                    <a:pt x="9617241" y="461013"/>
                  </a:lnTo>
                  <a:lnTo>
                    <a:pt x="9552759" y="454386"/>
                  </a:lnTo>
                  <a:lnTo>
                    <a:pt x="9492698" y="447071"/>
                  </a:lnTo>
                  <a:lnTo>
                    <a:pt x="9436282" y="439003"/>
                  </a:lnTo>
                  <a:lnTo>
                    <a:pt x="9382778" y="430132"/>
                  </a:lnTo>
                  <a:lnTo>
                    <a:pt x="9347647" y="423617"/>
                  </a:lnTo>
                  <a:lnTo>
                    <a:pt x="9287310" y="411117"/>
                  </a:lnTo>
                  <a:lnTo>
                    <a:pt x="9228829" y="397387"/>
                  </a:lnTo>
                  <a:lnTo>
                    <a:pt x="9171528" y="382409"/>
                  </a:lnTo>
                  <a:lnTo>
                    <a:pt x="9114905" y="366201"/>
                  </a:lnTo>
                  <a:lnTo>
                    <a:pt x="9058602" y="348826"/>
                  </a:lnTo>
                  <a:lnTo>
                    <a:pt x="9002382" y="330394"/>
                  </a:lnTo>
                  <a:lnTo>
                    <a:pt x="8946107" y="311059"/>
                  </a:lnTo>
                  <a:lnTo>
                    <a:pt x="8889723" y="291021"/>
                  </a:lnTo>
                  <a:lnTo>
                    <a:pt x="8833237" y="270512"/>
                  </a:lnTo>
                  <a:lnTo>
                    <a:pt x="8776698" y="249790"/>
                  </a:lnTo>
                  <a:lnTo>
                    <a:pt x="8720174" y="229126"/>
                  </a:lnTo>
                  <a:lnTo>
                    <a:pt x="8663727" y="208785"/>
                  </a:lnTo>
                  <a:lnTo>
                    <a:pt x="8607391" y="189017"/>
                  </a:lnTo>
                  <a:lnTo>
                    <a:pt x="8551150" y="170042"/>
                  </a:lnTo>
                  <a:lnTo>
                    <a:pt x="8494917" y="152040"/>
                  </a:lnTo>
                  <a:lnTo>
                    <a:pt x="8438515" y="135147"/>
                  </a:lnTo>
                  <a:lnTo>
                    <a:pt x="8381656" y="119454"/>
                  </a:lnTo>
                  <a:lnTo>
                    <a:pt x="8323927" y="105003"/>
                  </a:lnTo>
                  <a:lnTo>
                    <a:pt x="8264757" y="91796"/>
                  </a:lnTo>
                  <a:lnTo>
                    <a:pt x="8229629" y="84723"/>
                  </a:lnTo>
                  <a:lnTo>
                    <a:pt x="8177726" y="75293"/>
                  </a:lnTo>
                  <a:lnTo>
                    <a:pt x="8123370" y="66682"/>
                  </a:lnTo>
                  <a:lnTo>
                    <a:pt x="8065875" y="58860"/>
                  </a:lnTo>
                  <a:lnTo>
                    <a:pt x="8004491" y="51772"/>
                  </a:lnTo>
                  <a:lnTo>
                    <a:pt x="7938436" y="45349"/>
                  </a:lnTo>
                  <a:lnTo>
                    <a:pt x="7866948" y="39524"/>
                  </a:lnTo>
                  <a:lnTo>
                    <a:pt x="7789331" y="34230"/>
                  </a:lnTo>
                  <a:lnTo>
                    <a:pt x="7705025" y="29411"/>
                  </a:lnTo>
                  <a:lnTo>
                    <a:pt x="7613698" y="25019"/>
                  </a:lnTo>
                  <a:lnTo>
                    <a:pt x="7515367" y="21017"/>
                  </a:lnTo>
                  <a:lnTo>
                    <a:pt x="7410532" y="17381"/>
                  </a:lnTo>
                  <a:lnTo>
                    <a:pt x="7300331" y="14097"/>
                  </a:lnTo>
                  <a:lnTo>
                    <a:pt x="7186655" y="11161"/>
                  </a:lnTo>
                  <a:lnTo>
                    <a:pt x="7072213" y="8577"/>
                  </a:lnTo>
                  <a:lnTo>
                    <a:pt x="6960459" y="6353"/>
                  </a:lnTo>
                  <a:lnTo>
                    <a:pt x="6855350" y="4494"/>
                  </a:lnTo>
                  <a:lnTo>
                    <a:pt x="6760926" y="2999"/>
                  </a:lnTo>
                  <a:lnTo>
                    <a:pt x="6680739" y="1857"/>
                  </a:lnTo>
                  <a:lnTo>
                    <a:pt x="6617270" y="1038"/>
                  </a:lnTo>
                  <a:lnTo>
                    <a:pt x="6571450" y="501"/>
                  </a:lnTo>
                  <a:lnTo>
                    <a:pt x="6542430" y="191"/>
                  </a:lnTo>
                  <a:lnTo>
                    <a:pt x="6527592" y="46"/>
                  </a:lnTo>
                  <a:lnTo>
                    <a:pt x="6522750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1" y="9"/>
                  </a:lnTo>
                  <a:lnTo>
                    <a:pt x="5518825" y="79"/>
                  </a:lnTo>
                  <a:lnTo>
                    <a:pt x="5499854" y="272"/>
                  </a:lnTo>
                  <a:lnTo>
                    <a:pt x="5465685" y="651"/>
                  </a:lnTo>
                  <a:lnTo>
                    <a:pt x="5414250" y="1279"/>
                  </a:lnTo>
                  <a:lnTo>
                    <a:pt x="5345274" y="2206"/>
                  </a:lnTo>
                  <a:lnTo>
                    <a:pt x="5260221" y="3472"/>
                  </a:lnTo>
                  <a:lnTo>
                    <a:pt x="5161974" y="5098"/>
                  </a:lnTo>
                  <a:lnTo>
                    <a:pt x="5054306" y="7094"/>
                  </a:lnTo>
                  <a:lnTo>
                    <a:pt x="4941284" y="9458"/>
                  </a:lnTo>
                  <a:lnTo>
                    <a:pt x="4826746" y="12183"/>
                  </a:lnTo>
                  <a:lnTo>
                    <a:pt x="4713923" y="15261"/>
                  </a:lnTo>
                  <a:lnTo>
                    <a:pt x="4605265" y="18691"/>
                  </a:lnTo>
                  <a:lnTo>
                    <a:pt x="4502412" y="22480"/>
                  </a:lnTo>
                  <a:lnTo>
                    <a:pt x="4406284" y="26645"/>
                  </a:lnTo>
                  <a:lnTo>
                    <a:pt x="4317211" y="31216"/>
                  </a:lnTo>
                  <a:lnTo>
                    <a:pt x="4235085" y="36232"/>
                  </a:lnTo>
                  <a:lnTo>
                    <a:pt x="4159489" y="41744"/>
                  </a:lnTo>
                  <a:lnTo>
                    <a:pt x="4089812" y="47814"/>
                  </a:lnTo>
                  <a:lnTo>
                    <a:pt x="4025329" y="54509"/>
                  </a:lnTo>
                  <a:lnTo>
                    <a:pt x="3965267" y="61899"/>
                  </a:lnTo>
                  <a:lnTo>
                    <a:pt x="3908852" y="70050"/>
                  </a:lnTo>
                  <a:lnTo>
                    <a:pt x="3855347" y="79012"/>
                  </a:lnTo>
                  <a:lnTo>
                    <a:pt x="3820202" y="85597"/>
                  </a:lnTo>
                  <a:lnTo>
                    <a:pt x="3759890" y="98220"/>
                  </a:lnTo>
                  <a:lnTo>
                    <a:pt x="3701434" y="112084"/>
                  </a:lnTo>
                  <a:lnTo>
                    <a:pt x="3644156" y="127209"/>
                  </a:lnTo>
                  <a:lnTo>
                    <a:pt x="3587557" y="143575"/>
                  </a:lnTo>
                  <a:lnTo>
                    <a:pt x="3531279" y="161120"/>
                  </a:lnTo>
                  <a:lnTo>
                    <a:pt x="3475083" y="179731"/>
                  </a:lnTo>
                  <a:lnTo>
                    <a:pt x="3418833" y="199254"/>
                  </a:lnTo>
                  <a:lnTo>
                    <a:pt x="3362474" y="219489"/>
                  </a:lnTo>
                  <a:lnTo>
                    <a:pt x="3306013" y="240199"/>
                  </a:lnTo>
                  <a:lnTo>
                    <a:pt x="3249498" y="261125"/>
                  </a:lnTo>
                  <a:lnTo>
                    <a:pt x="3192999" y="281994"/>
                  </a:lnTo>
                  <a:lnTo>
                    <a:pt x="3136576" y="302537"/>
                  </a:lnTo>
                  <a:lnTo>
                    <a:pt x="3080264" y="322504"/>
                  </a:lnTo>
                  <a:lnTo>
                    <a:pt x="3024047" y="341672"/>
                  </a:lnTo>
                  <a:lnTo>
                    <a:pt x="2967839" y="359858"/>
                  </a:lnTo>
                  <a:lnTo>
                    <a:pt x="2911463" y="376926"/>
                  </a:lnTo>
                  <a:lnTo>
                    <a:pt x="2854634" y="392783"/>
                  </a:lnTo>
                  <a:lnTo>
                    <a:pt x="2796939" y="407387"/>
                  </a:lnTo>
                  <a:lnTo>
                    <a:pt x="2737808" y="420733"/>
                  </a:lnTo>
                  <a:lnTo>
                    <a:pt x="2702183" y="427985"/>
                  </a:lnTo>
                  <a:lnTo>
                    <a:pt x="2650281" y="437512"/>
                  </a:lnTo>
                  <a:lnTo>
                    <a:pt x="2595926" y="446212"/>
                  </a:lnTo>
                  <a:lnTo>
                    <a:pt x="2538432" y="454114"/>
                  </a:lnTo>
                  <a:lnTo>
                    <a:pt x="2477048" y="461275"/>
                  </a:lnTo>
                  <a:lnTo>
                    <a:pt x="2410995" y="467764"/>
                  </a:lnTo>
                  <a:lnTo>
                    <a:pt x="2339508" y="473649"/>
                  </a:lnTo>
                  <a:lnTo>
                    <a:pt x="2261893" y="478997"/>
                  </a:lnTo>
                  <a:lnTo>
                    <a:pt x="2177588" y="483866"/>
                  </a:lnTo>
                  <a:lnTo>
                    <a:pt x="2086263" y="488304"/>
                  </a:lnTo>
                  <a:lnTo>
                    <a:pt x="1987934" y="492347"/>
                  </a:lnTo>
                  <a:lnTo>
                    <a:pt x="1883102" y="496020"/>
                  </a:lnTo>
                  <a:lnTo>
                    <a:pt x="1772902" y="499338"/>
                  </a:lnTo>
                  <a:lnTo>
                    <a:pt x="1659228" y="502304"/>
                  </a:lnTo>
                  <a:lnTo>
                    <a:pt x="1544788" y="504915"/>
                  </a:lnTo>
                  <a:lnTo>
                    <a:pt x="1433034" y="507162"/>
                  </a:lnTo>
                  <a:lnTo>
                    <a:pt x="1327925" y="509041"/>
                  </a:lnTo>
                  <a:lnTo>
                    <a:pt x="1233499" y="510551"/>
                  </a:lnTo>
                  <a:lnTo>
                    <a:pt x="1153310" y="511705"/>
                  </a:lnTo>
                  <a:lnTo>
                    <a:pt x="1089837" y="512532"/>
                  </a:lnTo>
                  <a:lnTo>
                    <a:pt x="1044014" y="513075"/>
                  </a:lnTo>
                  <a:lnTo>
                    <a:pt x="1014990" y="513388"/>
                  </a:lnTo>
                  <a:lnTo>
                    <a:pt x="1000149" y="513535"/>
                  </a:lnTo>
                  <a:lnTo>
                    <a:pt x="995305" y="513579"/>
                  </a:lnTo>
                  <a:lnTo>
                    <a:pt x="994940" y="513582"/>
                  </a:lnTo>
                  <a:lnTo>
                    <a:pt x="0" y="513582"/>
                  </a:lnTo>
                  <a:close/>
                </a:path>
              </a:pathLst>
            </a:custGeom>
            <a:solidFill>
              <a:srgbClr val="6FA8D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94" name="pl1893"/>
            <p:cNvSpPr/>
            <p:nvPr/>
          </p:nvSpPr>
          <p:spPr>
            <a:xfrm>
              <a:off x="1199187" y="5518223"/>
              <a:ext cx="12049831" cy="513582"/>
            </a:xfrm>
            <a:custGeom>
              <a:avLst/>
              <a:pathLst>
                <a:path w="12049831" h="513582">
                  <a:moveTo>
                    <a:pt x="0" y="513582"/>
                  </a:moveTo>
                  <a:lnTo>
                    <a:pt x="994940" y="513582"/>
                  </a:lnTo>
                  <a:lnTo>
                    <a:pt x="996074" y="513572"/>
                  </a:lnTo>
                  <a:lnTo>
                    <a:pt x="1003560" y="513502"/>
                  </a:lnTo>
                  <a:lnTo>
                    <a:pt x="1022531" y="513309"/>
                  </a:lnTo>
                  <a:lnTo>
                    <a:pt x="1056700" y="512930"/>
                  </a:lnTo>
                  <a:lnTo>
                    <a:pt x="1108135" y="512302"/>
                  </a:lnTo>
                  <a:lnTo>
                    <a:pt x="1177111" y="511375"/>
                  </a:lnTo>
                  <a:lnTo>
                    <a:pt x="1262164" y="510110"/>
                  </a:lnTo>
                  <a:lnTo>
                    <a:pt x="1360411" y="508483"/>
                  </a:lnTo>
                  <a:lnTo>
                    <a:pt x="1468079" y="506487"/>
                  </a:lnTo>
                  <a:lnTo>
                    <a:pt x="1581100" y="504123"/>
                  </a:lnTo>
                  <a:lnTo>
                    <a:pt x="1695639" y="501398"/>
                  </a:lnTo>
                  <a:lnTo>
                    <a:pt x="1808462" y="498320"/>
                  </a:lnTo>
                  <a:lnTo>
                    <a:pt x="1917120" y="494890"/>
                  </a:lnTo>
                  <a:lnTo>
                    <a:pt x="2019973" y="491101"/>
                  </a:lnTo>
                  <a:lnTo>
                    <a:pt x="2116101" y="486936"/>
                  </a:lnTo>
                  <a:lnTo>
                    <a:pt x="2205174" y="482365"/>
                  </a:lnTo>
                  <a:lnTo>
                    <a:pt x="2287300" y="477350"/>
                  </a:lnTo>
                  <a:lnTo>
                    <a:pt x="2362896" y="471837"/>
                  </a:lnTo>
                  <a:lnTo>
                    <a:pt x="2432573" y="465767"/>
                  </a:lnTo>
                  <a:lnTo>
                    <a:pt x="2497056" y="459072"/>
                  </a:lnTo>
                  <a:lnTo>
                    <a:pt x="2557117" y="451682"/>
                  </a:lnTo>
                  <a:lnTo>
                    <a:pt x="2613533" y="443531"/>
                  </a:lnTo>
                  <a:lnTo>
                    <a:pt x="2667038" y="434569"/>
                  </a:lnTo>
                  <a:lnTo>
                    <a:pt x="2702183" y="427985"/>
                  </a:lnTo>
                  <a:lnTo>
                    <a:pt x="2762495" y="415361"/>
                  </a:lnTo>
                  <a:lnTo>
                    <a:pt x="2820951" y="401497"/>
                  </a:lnTo>
                  <a:lnTo>
                    <a:pt x="2878229" y="386372"/>
                  </a:lnTo>
                  <a:lnTo>
                    <a:pt x="2934828" y="370006"/>
                  </a:lnTo>
                  <a:lnTo>
                    <a:pt x="2991106" y="352462"/>
                  </a:lnTo>
                  <a:lnTo>
                    <a:pt x="3047302" y="333850"/>
                  </a:lnTo>
                  <a:lnTo>
                    <a:pt x="3103552" y="314327"/>
                  </a:lnTo>
                  <a:lnTo>
                    <a:pt x="3159911" y="294092"/>
                  </a:lnTo>
                  <a:lnTo>
                    <a:pt x="3216372" y="273382"/>
                  </a:lnTo>
                  <a:lnTo>
                    <a:pt x="3272887" y="252457"/>
                  </a:lnTo>
                  <a:lnTo>
                    <a:pt x="3329386" y="231587"/>
                  </a:lnTo>
                  <a:lnTo>
                    <a:pt x="3385809" y="211044"/>
                  </a:lnTo>
                  <a:lnTo>
                    <a:pt x="3442121" y="191077"/>
                  </a:lnTo>
                  <a:lnTo>
                    <a:pt x="3498338" y="171909"/>
                  </a:lnTo>
                  <a:lnTo>
                    <a:pt x="3554546" y="153723"/>
                  </a:lnTo>
                  <a:lnTo>
                    <a:pt x="3610922" y="136656"/>
                  </a:lnTo>
                  <a:lnTo>
                    <a:pt x="3667751" y="120798"/>
                  </a:lnTo>
                  <a:lnTo>
                    <a:pt x="3725446" y="106195"/>
                  </a:lnTo>
                  <a:lnTo>
                    <a:pt x="3784577" y="92848"/>
                  </a:lnTo>
                  <a:lnTo>
                    <a:pt x="3820202" y="85597"/>
                  </a:lnTo>
                  <a:lnTo>
                    <a:pt x="3872104" y="76069"/>
                  </a:lnTo>
                  <a:lnTo>
                    <a:pt x="3926459" y="67369"/>
                  </a:lnTo>
                  <a:lnTo>
                    <a:pt x="3983953" y="59467"/>
                  </a:lnTo>
                  <a:lnTo>
                    <a:pt x="4045337" y="52306"/>
                  </a:lnTo>
                  <a:lnTo>
                    <a:pt x="4111390" y="45817"/>
                  </a:lnTo>
                  <a:lnTo>
                    <a:pt x="4182877" y="39932"/>
                  </a:lnTo>
                  <a:lnTo>
                    <a:pt x="4260492" y="34584"/>
                  </a:lnTo>
                  <a:lnTo>
                    <a:pt x="4344797" y="29715"/>
                  </a:lnTo>
                  <a:lnTo>
                    <a:pt x="4436122" y="25277"/>
                  </a:lnTo>
                  <a:lnTo>
                    <a:pt x="4534451" y="21234"/>
                  </a:lnTo>
                  <a:lnTo>
                    <a:pt x="4639283" y="17561"/>
                  </a:lnTo>
                  <a:lnTo>
                    <a:pt x="4749483" y="14243"/>
                  </a:lnTo>
                  <a:lnTo>
                    <a:pt x="4863157" y="11277"/>
                  </a:lnTo>
                  <a:lnTo>
                    <a:pt x="4977597" y="8666"/>
                  </a:lnTo>
                  <a:lnTo>
                    <a:pt x="5089351" y="6419"/>
                  </a:lnTo>
                  <a:lnTo>
                    <a:pt x="5194460" y="4540"/>
                  </a:lnTo>
                  <a:lnTo>
                    <a:pt x="5288886" y="3030"/>
                  </a:lnTo>
                  <a:lnTo>
                    <a:pt x="5369075" y="1876"/>
                  </a:lnTo>
                  <a:lnTo>
                    <a:pt x="5432548" y="1049"/>
                  </a:lnTo>
                  <a:lnTo>
                    <a:pt x="5478371" y="506"/>
                  </a:lnTo>
                  <a:lnTo>
                    <a:pt x="5507395" y="193"/>
                  </a:lnTo>
                  <a:lnTo>
                    <a:pt x="5522236" y="47"/>
                  </a:lnTo>
                  <a:lnTo>
                    <a:pt x="5527080" y="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0" y="9"/>
                  </a:lnTo>
                  <a:lnTo>
                    <a:pt x="6531006" y="78"/>
                  </a:lnTo>
                  <a:lnTo>
                    <a:pt x="6549978" y="269"/>
                  </a:lnTo>
                  <a:lnTo>
                    <a:pt x="6584148" y="645"/>
                  </a:lnTo>
                  <a:lnTo>
                    <a:pt x="6635585" y="1266"/>
                  </a:lnTo>
                  <a:lnTo>
                    <a:pt x="6704563" y="2184"/>
                  </a:lnTo>
                  <a:lnTo>
                    <a:pt x="6789617" y="3436"/>
                  </a:lnTo>
                  <a:lnTo>
                    <a:pt x="6887867" y="5046"/>
                  </a:lnTo>
                  <a:lnTo>
                    <a:pt x="6995538" y="7022"/>
                  </a:lnTo>
                  <a:lnTo>
                    <a:pt x="7108561" y="9362"/>
                  </a:lnTo>
                  <a:lnTo>
                    <a:pt x="7223101" y="12059"/>
                  </a:lnTo>
                  <a:lnTo>
                    <a:pt x="7335925" y="15106"/>
                  </a:lnTo>
                  <a:lnTo>
                    <a:pt x="7444584" y="18501"/>
                  </a:lnTo>
                  <a:lnTo>
                    <a:pt x="7547436" y="22252"/>
                  </a:lnTo>
                  <a:lnTo>
                    <a:pt x="7643565" y="26374"/>
                  </a:lnTo>
                  <a:lnTo>
                    <a:pt x="7732637" y="30898"/>
                  </a:lnTo>
                  <a:lnTo>
                    <a:pt x="7814763" y="35863"/>
                  </a:lnTo>
                  <a:lnTo>
                    <a:pt x="7890359" y="41319"/>
                  </a:lnTo>
                  <a:lnTo>
                    <a:pt x="7960035" y="47328"/>
                  </a:lnTo>
                  <a:lnTo>
                    <a:pt x="8024518" y="53954"/>
                  </a:lnTo>
                  <a:lnTo>
                    <a:pt x="8084579" y="61269"/>
                  </a:lnTo>
                  <a:lnTo>
                    <a:pt x="8140994" y="69337"/>
                  </a:lnTo>
                  <a:lnTo>
                    <a:pt x="8194499" y="78208"/>
                  </a:lnTo>
                  <a:lnTo>
                    <a:pt x="8229629" y="84723"/>
                  </a:lnTo>
                  <a:lnTo>
                    <a:pt x="8289967" y="97223"/>
                  </a:lnTo>
                  <a:lnTo>
                    <a:pt x="8348447" y="110953"/>
                  </a:lnTo>
                  <a:lnTo>
                    <a:pt x="8405749" y="125932"/>
                  </a:lnTo>
                  <a:lnTo>
                    <a:pt x="8462372" y="142140"/>
                  </a:lnTo>
                  <a:lnTo>
                    <a:pt x="8518675" y="159514"/>
                  </a:lnTo>
                  <a:lnTo>
                    <a:pt x="8574895" y="177947"/>
                  </a:lnTo>
                  <a:lnTo>
                    <a:pt x="8631170" y="197281"/>
                  </a:lnTo>
                  <a:lnTo>
                    <a:pt x="8687554" y="217320"/>
                  </a:lnTo>
                  <a:lnTo>
                    <a:pt x="8744040" y="237829"/>
                  </a:lnTo>
                  <a:lnTo>
                    <a:pt x="8800579" y="258550"/>
                  </a:lnTo>
                  <a:lnTo>
                    <a:pt x="8857103" y="279215"/>
                  </a:lnTo>
                  <a:lnTo>
                    <a:pt x="8913550" y="299555"/>
                  </a:lnTo>
                  <a:lnTo>
                    <a:pt x="8969886" y="319323"/>
                  </a:lnTo>
                  <a:lnTo>
                    <a:pt x="9026126" y="338298"/>
                  </a:lnTo>
                  <a:lnTo>
                    <a:pt x="9082359" y="356300"/>
                  </a:lnTo>
                  <a:lnTo>
                    <a:pt x="9138762" y="373193"/>
                  </a:lnTo>
                  <a:lnTo>
                    <a:pt x="9195620" y="388887"/>
                  </a:lnTo>
                  <a:lnTo>
                    <a:pt x="9253349" y="403338"/>
                  </a:lnTo>
                  <a:lnTo>
                    <a:pt x="9312520" y="416544"/>
                  </a:lnTo>
                  <a:lnTo>
                    <a:pt x="9347647" y="423617"/>
                  </a:lnTo>
                  <a:lnTo>
                    <a:pt x="9399550" y="433048"/>
                  </a:lnTo>
                  <a:lnTo>
                    <a:pt x="9453907" y="441659"/>
                  </a:lnTo>
                  <a:lnTo>
                    <a:pt x="9511401" y="449481"/>
                  </a:lnTo>
                  <a:lnTo>
                    <a:pt x="9572786" y="456569"/>
                  </a:lnTo>
                  <a:lnTo>
                    <a:pt x="9638840" y="462991"/>
                  </a:lnTo>
                  <a:lnTo>
                    <a:pt x="9710328" y="468816"/>
                  </a:lnTo>
                  <a:lnTo>
                    <a:pt x="9787945" y="474110"/>
                  </a:lnTo>
                  <a:lnTo>
                    <a:pt x="9872252" y="478929"/>
                  </a:lnTo>
                  <a:lnTo>
                    <a:pt x="9963578" y="483322"/>
                  </a:lnTo>
                  <a:lnTo>
                    <a:pt x="10061910" y="487323"/>
                  </a:lnTo>
                  <a:lnTo>
                    <a:pt x="10166744" y="490959"/>
                  </a:lnTo>
                  <a:lnTo>
                    <a:pt x="10276946" y="494243"/>
                  </a:lnTo>
                  <a:lnTo>
                    <a:pt x="10390621" y="497179"/>
                  </a:lnTo>
                  <a:lnTo>
                    <a:pt x="10505063" y="499763"/>
                  </a:lnTo>
                  <a:lnTo>
                    <a:pt x="10616818" y="501988"/>
                  </a:lnTo>
                  <a:lnTo>
                    <a:pt x="10721926" y="503847"/>
                  </a:lnTo>
                  <a:lnTo>
                    <a:pt x="10816351" y="505341"/>
                  </a:lnTo>
                  <a:lnTo>
                    <a:pt x="10896537" y="506484"/>
                  </a:lnTo>
                  <a:lnTo>
                    <a:pt x="10960007" y="507302"/>
                  </a:lnTo>
                  <a:lnTo>
                    <a:pt x="11005826" y="507839"/>
                  </a:lnTo>
                  <a:lnTo>
                    <a:pt x="11034846" y="508149"/>
                  </a:lnTo>
                  <a:lnTo>
                    <a:pt x="11049684" y="508294"/>
                  </a:lnTo>
                  <a:lnTo>
                    <a:pt x="11054526" y="508338"/>
                  </a:lnTo>
                  <a:lnTo>
                    <a:pt x="11054891" y="508341"/>
                  </a:lnTo>
                  <a:lnTo>
                    <a:pt x="12049831" y="508341"/>
                  </a:lnTo>
                  <a:lnTo>
                    <a:pt x="12049831" y="5083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5" name="pl1894"/>
            <p:cNvSpPr/>
            <p:nvPr/>
          </p:nvSpPr>
          <p:spPr>
            <a:xfrm>
              <a:off x="1199187" y="5512982"/>
              <a:ext cx="12049831" cy="513582"/>
            </a:xfrm>
            <a:custGeom>
              <a:avLst/>
              <a:pathLst>
                <a:path w="12049831" h="513582">
                  <a:moveTo>
                    <a:pt x="12049831" y="508341"/>
                  </a:moveTo>
                  <a:lnTo>
                    <a:pt x="11054891" y="508341"/>
                  </a:lnTo>
                  <a:lnTo>
                    <a:pt x="11053757" y="508331"/>
                  </a:lnTo>
                  <a:lnTo>
                    <a:pt x="11046270" y="508262"/>
                  </a:lnTo>
                  <a:lnTo>
                    <a:pt x="11027298" y="508072"/>
                  </a:lnTo>
                  <a:lnTo>
                    <a:pt x="10993129" y="507696"/>
                  </a:lnTo>
                  <a:lnTo>
                    <a:pt x="10941691" y="507075"/>
                  </a:lnTo>
                  <a:lnTo>
                    <a:pt x="10872713" y="506157"/>
                  </a:lnTo>
                  <a:lnTo>
                    <a:pt x="10787659" y="504904"/>
                  </a:lnTo>
                  <a:lnTo>
                    <a:pt x="10689410" y="503294"/>
                  </a:lnTo>
                  <a:lnTo>
                    <a:pt x="10581739" y="501318"/>
                  </a:lnTo>
                  <a:lnTo>
                    <a:pt x="10468716" y="498978"/>
                  </a:lnTo>
                  <a:lnTo>
                    <a:pt x="10354176" y="496282"/>
                  </a:lnTo>
                  <a:lnTo>
                    <a:pt x="10241352" y="493235"/>
                  </a:lnTo>
                  <a:lnTo>
                    <a:pt x="10132693" y="489839"/>
                  </a:lnTo>
                  <a:lnTo>
                    <a:pt x="10029840" y="486089"/>
                  </a:lnTo>
                  <a:lnTo>
                    <a:pt x="9933712" y="481966"/>
                  </a:lnTo>
                  <a:lnTo>
                    <a:pt x="9844639" y="477442"/>
                  </a:lnTo>
                  <a:lnTo>
                    <a:pt x="9762513" y="472478"/>
                  </a:lnTo>
                  <a:lnTo>
                    <a:pt x="9686918" y="467021"/>
                  </a:lnTo>
                  <a:lnTo>
                    <a:pt x="9617241" y="461013"/>
                  </a:lnTo>
                  <a:lnTo>
                    <a:pt x="9552759" y="454386"/>
                  </a:lnTo>
                  <a:lnTo>
                    <a:pt x="9492698" y="447071"/>
                  </a:lnTo>
                  <a:lnTo>
                    <a:pt x="9436282" y="439003"/>
                  </a:lnTo>
                  <a:lnTo>
                    <a:pt x="9382778" y="430132"/>
                  </a:lnTo>
                  <a:lnTo>
                    <a:pt x="9347647" y="423617"/>
                  </a:lnTo>
                  <a:lnTo>
                    <a:pt x="9287310" y="411117"/>
                  </a:lnTo>
                  <a:lnTo>
                    <a:pt x="9228829" y="397387"/>
                  </a:lnTo>
                  <a:lnTo>
                    <a:pt x="9171528" y="382409"/>
                  </a:lnTo>
                  <a:lnTo>
                    <a:pt x="9114905" y="366201"/>
                  </a:lnTo>
                  <a:lnTo>
                    <a:pt x="9058602" y="348826"/>
                  </a:lnTo>
                  <a:lnTo>
                    <a:pt x="9002382" y="330394"/>
                  </a:lnTo>
                  <a:lnTo>
                    <a:pt x="8946107" y="311059"/>
                  </a:lnTo>
                  <a:lnTo>
                    <a:pt x="8889723" y="291021"/>
                  </a:lnTo>
                  <a:lnTo>
                    <a:pt x="8833237" y="270512"/>
                  </a:lnTo>
                  <a:lnTo>
                    <a:pt x="8776698" y="249790"/>
                  </a:lnTo>
                  <a:lnTo>
                    <a:pt x="8720174" y="229126"/>
                  </a:lnTo>
                  <a:lnTo>
                    <a:pt x="8663727" y="208785"/>
                  </a:lnTo>
                  <a:lnTo>
                    <a:pt x="8607391" y="189017"/>
                  </a:lnTo>
                  <a:lnTo>
                    <a:pt x="8551150" y="170042"/>
                  </a:lnTo>
                  <a:lnTo>
                    <a:pt x="8494917" y="152040"/>
                  </a:lnTo>
                  <a:lnTo>
                    <a:pt x="8438515" y="135147"/>
                  </a:lnTo>
                  <a:lnTo>
                    <a:pt x="8381656" y="119454"/>
                  </a:lnTo>
                  <a:lnTo>
                    <a:pt x="8323927" y="105003"/>
                  </a:lnTo>
                  <a:lnTo>
                    <a:pt x="8264757" y="91796"/>
                  </a:lnTo>
                  <a:lnTo>
                    <a:pt x="8229629" y="84723"/>
                  </a:lnTo>
                  <a:lnTo>
                    <a:pt x="8177726" y="75293"/>
                  </a:lnTo>
                  <a:lnTo>
                    <a:pt x="8123370" y="66682"/>
                  </a:lnTo>
                  <a:lnTo>
                    <a:pt x="8065875" y="58860"/>
                  </a:lnTo>
                  <a:lnTo>
                    <a:pt x="8004491" y="51772"/>
                  </a:lnTo>
                  <a:lnTo>
                    <a:pt x="7938436" y="45349"/>
                  </a:lnTo>
                  <a:lnTo>
                    <a:pt x="7866948" y="39524"/>
                  </a:lnTo>
                  <a:lnTo>
                    <a:pt x="7789331" y="34230"/>
                  </a:lnTo>
                  <a:lnTo>
                    <a:pt x="7705025" y="29411"/>
                  </a:lnTo>
                  <a:lnTo>
                    <a:pt x="7613698" y="25019"/>
                  </a:lnTo>
                  <a:lnTo>
                    <a:pt x="7515367" y="21017"/>
                  </a:lnTo>
                  <a:lnTo>
                    <a:pt x="7410532" y="17381"/>
                  </a:lnTo>
                  <a:lnTo>
                    <a:pt x="7300331" y="14097"/>
                  </a:lnTo>
                  <a:lnTo>
                    <a:pt x="7186655" y="11161"/>
                  </a:lnTo>
                  <a:lnTo>
                    <a:pt x="7072213" y="8577"/>
                  </a:lnTo>
                  <a:lnTo>
                    <a:pt x="6960459" y="6353"/>
                  </a:lnTo>
                  <a:lnTo>
                    <a:pt x="6855350" y="4494"/>
                  </a:lnTo>
                  <a:lnTo>
                    <a:pt x="6760926" y="2999"/>
                  </a:lnTo>
                  <a:lnTo>
                    <a:pt x="6680739" y="1857"/>
                  </a:lnTo>
                  <a:lnTo>
                    <a:pt x="6617270" y="1038"/>
                  </a:lnTo>
                  <a:lnTo>
                    <a:pt x="6571450" y="501"/>
                  </a:lnTo>
                  <a:lnTo>
                    <a:pt x="6542430" y="191"/>
                  </a:lnTo>
                  <a:lnTo>
                    <a:pt x="6527592" y="46"/>
                  </a:lnTo>
                  <a:lnTo>
                    <a:pt x="6522750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1" y="9"/>
                  </a:lnTo>
                  <a:lnTo>
                    <a:pt x="5518825" y="79"/>
                  </a:lnTo>
                  <a:lnTo>
                    <a:pt x="5499854" y="272"/>
                  </a:lnTo>
                  <a:lnTo>
                    <a:pt x="5465685" y="651"/>
                  </a:lnTo>
                  <a:lnTo>
                    <a:pt x="5414250" y="1279"/>
                  </a:lnTo>
                  <a:lnTo>
                    <a:pt x="5345274" y="2206"/>
                  </a:lnTo>
                  <a:lnTo>
                    <a:pt x="5260221" y="3472"/>
                  </a:lnTo>
                  <a:lnTo>
                    <a:pt x="5161974" y="5098"/>
                  </a:lnTo>
                  <a:lnTo>
                    <a:pt x="5054306" y="7094"/>
                  </a:lnTo>
                  <a:lnTo>
                    <a:pt x="4941284" y="9458"/>
                  </a:lnTo>
                  <a:lnTo>
                    <a:pt x="4826746" y="12183"/>
                  </a:lnTo>
                  <a:lnTo>
                    <a:pt x="4713923" y="15261"/>
                  </a:lnTo>
                  <a:lnTo>
                    <a:pt x="4605265" y="18691"/>
                  </a:lnTo>
                  <a:lnTo>
                    <a:pt x="4502412" y="22480"/>
                  </a:lnTo>
                  <a:lnTo>
                    <a:pt x="4406284" y="26645"/>
                  </a:lnTo>
                  <a:lnTo>
                    <a:pt x="4317211" y="31216"/>
                  </a:lnTo>
                  <a:lnTo>
                    <a:pt x="4235085" y="36232"/>
                  </a:lnTo>
                  <a:lnTo>
                    <a:pt x="4159489" y="41744"/>
                  </a:lnTo>
                  <a:lnTo>
                    <a:pt x="4089812" y="47814"/>
                  </a:lnTo>
                  <a:lnTo>
                    <a:pt x="4025329" y="54509"/>
                  </a:lnTo>
                  <a:lnTo>
                    <a:pt x="3965267" y="61899"/>
                  </a:lnTo>
                  <a:lnTo>
                    <a:pt x="3908852" y="70050"/>
                  </a:lnTo>
                  <a:lnTo>
                    <a:pt x="3855347" y="79012"/>
                  </a:lnTo>
                  <a:lnTo>
                    <a:pt x="3820202" y="85597"/>
                  </a:lnTo>
                  <a:lnTo>
                    <a:pt x="3759890" y="98220"/>
                  </a:lnTo>
                  <a:lnTo>
                    <a:pt x="3701434" y="112084"/>
                  </a:lnTo>
                  <a:lnTo>
                    <a:pt x="3644156" y="127209"/>
                  </a:lnTo>
                  <a:lnTo>
                    <a:pt x="3587557" y="143575"/>
                  </a:lnTo>
                  <a:lnTo>
                    <a:pt x="3531279" y="161120"/>
                  </a:lnTo>
                  <a:lnTo>
                    <a:pt x="3475083" y="179731"/>
                  </a:lnTo>
                  <a:lnTo>
                    <a:pt x="3418833" y="199254"/>
                  </a:lnTo>
                  <a:lnTo>
                    <a:pt x="3362474" y="219489"/>
                  </a:lnTo>
                  <a:lnTo>
                    <a:pt x="3306013" y="240199"/>
                  </a:lnTo>
                  <a:lnTo>
                    <a:pt x="3249498" y="261125"/>
                  </a:lnTo>
                  <a:lnTo>
                    <a:pt x="3192999" y="281994"/>
                  </a:lnTo>
                  <a:lnTo>
                    <a:pt x="3136576" y="302537"/>
                  </a:lnTo>
                  <a:lnTo>
                    <a:pt x="3080264" y="322504"/>
                  </a:lnTo>
                  <a:lnTo>
                    <a:pt x="3024047" y="341672"/>
                  </a:lnTo>
                  <a:lnTo>
                    <a:pt x="2967839" y="359858"/>
                  </a:lnTo>
                  <a:lnTo>
                    <a:pt x="2911463" y="376926"/>
                  </a:lnTo>
                  <a:lnTo>
                    <a:pt x="2854634" y="392783"/>
                  </a:lnTo>
                  <a:lnTo>
                    <a:pt x="2796939" y="407387"/>
                  </a:lnTo>
                  <a:lnTo>
                    <a:pt x="2737808" y="420733"/>
                  </a:lnTo>
                  <a:lnTo>
                    <a:pt x="2702183" y="427985"/>
                  </a:lnTo>
                  <a:lnTo>
                    <a:pt x="2650281" y="437512"/>
                  </a:lnTo>
                  <a:lnTo>
                    <a:pt x="2595926" y="446212"/>
                  </a:lnTo>
                  <a:lnTo>
                    <a:pt x="2538432" y="454114"/>
                  </a:lnTo>
                  <a:lnTo>
                    <a:pt x="2477048" y="461275"/>
                  </a:lnTo>
                  <a:lnTo>
                    <a:pt x="2410995" y="467764"/>
                  </a:lnTo>
                  <a:lnTo>
                    <a:pt x="2339508" y="473649"/>
                  </a:lnTo>
                  <a:lnTo>
                    <a:pt x="2261893" y="478997"/>
                  </a:lnTo>
                  <a:lnTo>
                    <a:pt x="2177588" y="483866"/>
                  </a:lnTo>
                  <a:lnTo>
                    <a:pt x="2086263" y="488304"/>
                  </a:lnTo>
                  <a:lnTo>
                    <a:pt x="1987934" y="492347"/>
                  </a:lnTo>
                  <a:lnTo>
                    <a:pt x="1883102" y="496020"/>
                  </a:lnTo>
                  <a:lnTo>
                    <a:pt x="1772902" y="499338"/>
                  </a:lnTo>
                  <a:lnTo>
                    <a:pt x="1659228" y="502304"/>
                  </a:lnTo>
                  <a:lnTo>
                    <a:pt x="1544788" y="504915"/>
                  </a:lnTo>
                  <a:lnTo>
                    <a:pt x="1433034" y="507162"/>
                  </a:lnTo>
                  <a:lnTo>
                    <a:pt x="1327925" y="509041"/>
                  </a:lnTo>
                  <a:lnTo>
                    <a:pt x="1233499" y="510551"/>
                  </a:lnTo>
                  <a:lnTo>
                    <a:pt x="1153310" y="511705"/>
                  </a:lnTo>
                  <a:lnTo>
                    <a:pt x="1089837" y="512532"/>
                  </a:lnTo>
                  <a:lnTo>
                    <a:pt x="1044014" y="513075"/>
                  </a:lnTo>
                  <a:lnTo>
                    <a:pt x="1014990" y="513388"/>
                  </a:lnTo>
                  <a:lnTo>
                    <a:pt x="1000149" y="513535"/>
                  </a:lnTo>
                  <a:lnTo>
                    <a:pt x="995305" y="513579"/>
                  </a:lnTo>
                  <a:lnTo>
                    <a:pt x="994940" y="513582"/>
                  </a:lnTo>
                  <a:lnTo>
                    <a:pt x="0" y="513582"/>
                  </a:lnTo>
                  <a:lnTo>
                    <a:pt x="0" y="5135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6" name="pg1895"/>
            <p:cNvSpPr/>
            <p:nvPr/>
          </p:nvSpPr>
          <p:spPr>
            <a:xfrm>
              <a:off x="1199187" y="2279511"/>
              <a:ext cx="12049831" cy="3757534"/>
            </a:xfrm>
            <a:custGeom>
              <a:avLst/>
              <a:pathLst>
                <a:path w="12049831" h="3757534">
                  <a:moveTo>
                    <a:pt x="0" y="3757534"/>
                  </a:moveTo>
                  <a:lnTo>
                    <a:pt x="994940" y="3757534"/>
                  </a:lnTo>
                  <a:lnTo>
                    <a:pt x="996075" y="3757528"/>
                  </a:lnTo>
                  <a:lnTo>
                    <a:pt x="1003569" y="3757482"/>
                  </a:lnTo>
                  <a:lnTo>
                    <a:pt x="1022559" y="3757356"/>
                  </a:lnTo>
                  <a:lnTo>
                    <a:pt x="1056761" y="3757108"/>
                  </a:lnTo>
                  <a:lnTo>
                    <a:pt x="1108244" y="3756698"/>
                  </a:lnTo>
                  <a:lnTo>
                    <a:pt x="1177279" y="3756092"/>
                  </a:lnTo>
                  <a:lnTo>
                    <a:pt x="1262396" y="3755264"/>
                  </a:lnTo>
                  <a:lnTo>
                    <a:pt x="1360709" y="3754201"/>
                  </a:lnTo>
                  <a:lnTo>
                    <a:pt x="1468439" y="3752896"/>
                  </a:lnTo>
                  <a:lnTo>
                    <a:pt x="1581512" y="3751351"/>
                  </a:lnTo>
                  <a:lnTo>
                    <a:pt x="1696091" y="3749570"/>
                  </a:lnTo>
                  <a:lnTo>
                    <a:pt x="1808942" y="3747558"/>
                  </a:lnTo>
                  <a:lnTo>
                    <a:pt x="1917616" y="3745316"/>
                  </a:lnTo>
                  <a:lnTo>
                    <a:pt x="2020475" y="3742840"/>
                  </a:lnTo>
                  <a:lnTo>
                    <a:pt x="2116601" y="3740117"/>
                  </a:lnTo>
                  <a:lnTo>
                    <a:pt x="2205666" y="3737130"/>
                  </a:lnTo>
                  <a:lnTo>
                    <a:pt x="2287782" y="3733851"/>
                  </a:lnTo>
                  <a:lnTo>
                    <a:pt x="2363366" y="3730248"/>
                  </a:lnTo>
                  <a:lnTo>
                    <a:pt x="2433031" y="3726280"/>
                  </a:lnTo>
                  <a:lnTo>
                    <a:pt x="2497503" y="3721903"/>
                  </a:lnTo>
                  <a:lnTo>
                    <a:pt x="2557557" y="3717072"/>
                  </a:lnTo>
                  <a:lnTo>
                    <a:pt x="2613967" y="3711743"/>
                  </a:lnTo>
                  <a:lnTo>
                    <a:pt x="2667470" y="3705884"/>
                  </a:lnTo>
                  <a:lnTo>
                    <a:pt x="2702183" y="3701634"/>
                  </a:lnTo>
                  <a:lnTo>
                    <a:pt x="2763247" y="3693280"/>
                  </a:lnTo>
                  <a:lnTo>
                    <a:pt x="2822417" y="3684095"/>
                  </a:lnTo>
                  <a:lnTo>
                    <a:pt x="2880392" y="3674066"/>
                  </a:lnTo>
                  <a:lnTo>
                    <a:pt x="2937689" y="3663207"/>
                  </a:lnTo>
                  <a:lnTo>
                    <a:pt x="2994672" y="3651562"/>
                  </a:lnTo>
                  <a:lnTo>
                    <a:pt x="3051581" y="3639207"/>
                  </a:lnTo>
                  <a:lnTo>
                    <a:pt x="3108552" y="3626252"/>
                  </a:lnTo>
                  <a:lnTo>
                    <a:pt x="3165637" y="3612833"/>
                  </a:lnTo>
                  <a:lnTo>
                    <a:pt x="3222823" y="3599113"/>
                  </a:lnTo>
                  <a:lnTo>
                    <a:pt x="3280057" y="3585269"/>
                  </a:lnTo>
                  <a:lnTo>
                    <a:pt x="3337266" y="3571486"/>
                  </a:lnTo>
                  <a:lnTo>
                    <a:pt x="3394390" y="3557945"/>
                  </a:lnTo>
                  <a:lnTo>
                    <a:pt x="3451398" y="3544815"/>
                  </a:lnTo>
                  <a:lnTo>
                    <a:pt x="3508318" y="3532242"/>
                  </a:lnTo>
                  <a:lnTo>
                    <a:pt x="3565254" y="3520345"/>
                  </a:lnTo>
                  <a:lnTo>
                    <a:pt x="3622409" y="3509211"/>
                  </a:lnTo>
                  <a:lnTo>
                    <a:pt x="3680104" y="3498896"/>
                  </a:lnTo>
                  <a:lnTo>
                    <a:pt x="3738798" y="3489423"/>
                  </a:lnTo>
                  <a:lnTo>
                    <a:pt x="3799124" y="3480789"/>
                  </a:lnTo>
                  <a:lnTo>
                    <a:pt x="3820202" y="3478034"/>
                  </a:lnTo>
                  <a:lnTo>
                    <a:pt x="3872123" y="3471810"/>
                  </a:lnTo>
                  <a:lnTo>
                    <a:pt x="3926500" y="3466126"/>
                  </a:lnTo>
                  <a:lnTo>
                    <a:pt x="3984017" y="3460964"/>
                  </a:lnTo>
                  <a:lnTo>
                    <a:pt x="4045428" y="3456286"/>
                  </a:lnTo>
                  <a:lnTo>
                    <a:pt x="4111514" y="3452048"/>
                  </a:lnTo>
                  <a:lnTo>
                    <a:pt x="4183037" y="3448204"/>
                  </a:lnTo>
                  <a:lnTo>
                    <a:pt x="4260696" y="3444711"/>
                  </a:lnTo>
                  <a:lnTo>
                    <a:pt x="4345050" y="3441531"/>
                  </a:lnTo>
                  <a:lnTo>
                    <a:pt x="4436429" y="3438633"/>
                  </a:lnTo>
                  <a:lnTo>
                    <a:pt x="4534817" y="3435992"/>
                  </a:lnTo>
                  <a:lnTo>
                    <a:pt x="4639710" y="3433593"/>
                  </a:lnTo>
                  <a:lnTo>
                    <a:pt x="4749968" y="3431427"/>
                  </a:lnTo>
                  <a:lnTo>
                    <a:pt x="4863693" y="3429490"/>
                  </a:lnTo>
                  <a:lnTo>
                    <a:pt x="4978170" y="3427786"/>
                  </a:lnTo>
                  <a:lnTo>
                    <a:pt x="5089940" y="3426318"/>
                  </a:lnTo>
                  <a:lnTo>
                    <a:pt x="5195038" y="3425093"/>
                  </a:lnTo>
                  <a:lnTo>
                    <a:pt x="5289423" y="3424108"/>
                  </a:lnTo>
                  <a:lnTo>
                    <a:pt x="5369542" y="3423355"/>
                  </a:lnTo>
                  <a:lnTo>
                    <a:pt x="5432921" y="3422816"/>
                  </a:lnTo>
                  <a:lnTo>
                    <a:pt x="5478638" y="3422463"/>
                  </a:lnTo>
                  <a:lnTo>
                    <a:pt x="5507556" y="3422259"/>
                  </a:lnTo>
                  <a:lnTo>
                    <a:pt x="5522307" y="3422164"/>
                  </a:lnTo>
                  <a:lnTo>
                    <a:pt x="5527093" y="3422136"/>
                  </a:lnTo>
                  <a:lnTo>
                    <a:pt x="5527445" y="3422134"/>
                  </a:lnTo>
                  <a:lnTo>
                    <a:pt x="6522385" y="3422134"/>
                  </a:lnTo>
                  <a:lnTo>
                    <a:pt x="6523437" y="3422073"/>
                  </a:lnTo>
                  <a:lnTo>
                    <a:pt x="6530386" y="3421644"/>
                  </a:lnTo>
                  <a:lnTo>
                    <a:pt x="6548033" y="3420459"/>
                  </a:lnTo>
                  <a:lnTo>
                    <a:pt x="6579904" y="3418122"/>
                  </a:lnTo>
                  <a:lnTo>
                    <a:pt x="6628059" y="3414256"/>
                  </a:lnTo>
                  <a:lnTo>
                    <a:pt x="6692944" y="3408533"/>
                  </a:lnTo>
                  <a:lnTo>
                    <a:pt x="6773413" y="3400705"/>
                  </a:lnTo>
                  <a:lnTo>
                    <a:pt x="6866984" y="3390612"/>
                  </a:lnTo>
                  <a:lnTo>
                    <a:pt x="6970275" y="3378187"/>
                  </a:lnTo>
                  <a:lnTo>
                    <a:pt x="7079530" y="3363431"/>
                  </a:lnTo>
                  <a:lnTo>
                    <a:pt x="7191106" y="3346384"/>
                  </a:lnTo>
                  <a:lnTo>
                    <a:pt x="7301838" y="3327092"/>
                  </a:lnTo>
                  <a:lnTo>
                    <a:pt x="7409238" y="3305578"/>
                  </a:lnTo>
                  <a:lnTo>
                    <a:pt x="7511554" y="3281818"/>
                  </a:lnTo>
                  <a:lnTo>
                    <a:pt x="7607720" y="3255728"/>
                  </a:lnTo>
                  <a:lnTo>
                    <a:pt x="7697246" y="3227157"/>
                  </a:lnTo>
                  <a:lnTo>
                    <a:pt x="7780089" y="3195884"/>
                  </a:lnTo>
                  <a:lnTo>
                    <a:pt x="7856529" y="3161620"/>
                  </a:lnTo>
                  <a:lnTo>
                    <a:pt x="7927063" y="3124016"/>
                  </a:lnTo>
                  <a:lnTo>
                    <a:pt x="7992322" y="3082672"/>
                  </a:lnTo>
                  <a:lnTo>
                    <a:pt x="8053005" y="3037162"/>
                  </a:lnTo>
                  <a:lnTo>
                    <a:pt x="8109835" y="2987057"/>
                  </a:lnTo>
                  <a:lnTo>
                    <a:pt x="8163516" y="2931987"/>
                  </a:lnTo>
                  <a:lnTo>
                    <a:pt x="8214703" y="2871714"/>
                  </a:lnTo>
                  <a:lnTo>
                    <a:pt x="8229629" y="2852651"/>
                  </a:lnTo>
                  <a:lnTo>
                    <a:pt x="8270810" y="2796528"/>
                  </a:lnTo>
                  <a:lnTo>
                    <a:pt x="8311021" y="2736638"/>
                  </a:lnTo>
                  <a:lnTo>
                    <a:pt x="8350502" y="2672905"/>
                  </a:lnTo>
                  <a:lnTo>
                    <a:pt x="8389454" y="2605302"/>
                  </a:lnTo>
                  <a:lnTo>
                    <a:pt x="8428038" y="2533857"/>
                  </a:lnTo>
                  <a:lnTo>
                    <a:pt x="8466384" y="2458661"/>
                  </a:lnTo>
                  <a:lnTo>
                    <a:pt x="8504595" y="2379867"/>
                  </a:lnTo>
                  <a:lnTo>
                    <a:pt x="8542748" y="2297695"/>
                  </a:lnTo>
                  <a:lnTo>
                    <a:pt x="8580896" y="2212434"/>
                  </a:lnTo>
                  <a:lnTo>
                    <a:pt x="8619075" y="2124434"/>
                  </a:lnTo>
                  <a:lnTo>
                    <a:pt x="8657304" y="2034108"/>
                  </a:lnTo>
                  <a:lnTo>
                    <a:pt x="8695585" y="1941922"/>
                  </a:lnTo>
                  <a:lnTo>
                    <a:pt x="8733912" y="1848387"/>
                  </a:lnTo>
                  <a:lnTo>
                    <a:pt x="8772269" y="1754046"/>
                  </a:lnTo>
                  <a:lnTo>
                    <a:pt x="8810635" y="1659462"/>
                  </a:lnTo>
                  <a:lnTo>
                    <a:pt x="8848988" y="1565204"/>
                  </a:lnTo>
                  <a:lnTo>
                    <a:pt x="8887309" y="1471833"/>
                  </a:lnTo>
                  <a:lnTo>
                    <a:pt x="8925583" y="1379889"/>
                  </a:lnTo>
                  <a:lnTo>
                    <a:pt x="8963804" y="1289877"/>
                  </a:lnTo>
                  <a:lnTo>
                    <a:pt x="9001977" y="1202254"/>
                  </a:lnTo>
                  <a:lnTo>
                    <a:pt x="9040124" y="1117425"/>
                  </a:lnTo>
                  <a:lnTo>
                    <a:pt x="9078281" y="1035732"/>
                  </a:lnTo>
                  <a:lnTo>
                    <a:pt x="9116506" y="957454"/>
                  </a:lnTo>
                  <a:lnTo>
                    <a:pt x="9154880" y="882800"/>
                  </a:lnTo>
                  <a:lnTo>
                    <a:pt x="9193509" y="811914"/>
                  </a:lnTo>
                  <a:lnTo>
                    <a:pt x="9232528" y="744878"/>
                  </a:lnTo>
                  <a:lnTo>
                    <a:pt x="9272103" y="681712"/>
                  </a:lnTo>
                  <a:lnTo>
                    <a:pt x="9312439" y="622380"/>
                  </a:lnTo>
                  <a:lnTo>
                    <a:pt x="9347647" y="574722"/>
                  </a:lnTo>
                  <a:lnTo>
                    <a:pt x="9398203" y="512880"/>
                  </a:lnTo>
                  <a:lnTo>
                    <a:pt x="9451072" y="456268"/>
                  </a:lnTo>
                  <a:lnTo>
                    <a:pt x="9506887" y="404711"/>
                  </a:lnTo>
                  <a:lnTo>
                    <a:pt x="9566341" y="357869"/>
                  </a:lnTo>
                  <a:lnTo>
                    <a:pt x="9630155" y="315324"/>
                  </a:lnTo>
                  <a:lnTo>
                    <a:pt x="9699040" y="276644"/>
                  </a:lnTo>
                  <a:lnTo>
                    <a:pt x="9773652" y="241419"/>
                  </a:lnTo>
                  <a:lnTo>
                    <a:pt x="9854537" y="209283"/>
                  </a:lnTo>
                  <a:lnTo>
                    <a:pt x="9942050" y="179930"/>
                  </a:lnTo>
                  <a:lnTo>
                    <a:pt x="10036256" y="153116"/>
                  </a:lnTo>
                  <a:lnTo>
                    <a:pt x="10136814" y="128671"/>
                  </a:lnTo>
                  <a:lnTo>
                    <a:pt x="10242843" y="106489"/>
                  </a:lnTo>
                  <a:lnTo>
                    <a:pt x="10352805" y="86531"/>
                  </a:lnTo>
                  <a:lnTo>
                    <a:pt x="10464432" y="68808"/>
                  </a:lnTo>
                  <a:lnTo>
                    <a:pt x="10574749" y="53361"/>
                  </a:lnTo>
                  <a:lnTo>
                    <a:pt x="10680222" y="40236"/>
                  </a:lnTo>
                  <a:lnTo>
                    <a:pt x="10777085" y="29448"/>
                  </a:lnTo>
                  <a:lnTo>
                    <a:pt x="10861787" y="20954"/>
                  </a:lnTo>
                  <a:lnTo>
                    <a:pt x="10931525" y="14623"/>
                  </a:lnTo>
                  <a:lnTo>
                    <a:pt x="10984717" y="10233"/>
                  </a:lnTo>
                  <a:lnTo>
                    <a:pt x="11021318" y="7476"/>
                  </a:lnTo>
                  <a:lnTo>
                    <a:pt x="11042916" y="5987"/>
                  </a:lnTo>
                  <a:lnTo>
                    <a:pt x="11052619" y="537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40" y="60"/>
                  </a:lnTo>
                  <a:lnTo>
                    <a:pt x="11046891" y="489"/>
                  </a:lnTo>
                  <a:lnTo>
                    <a:pt x="11029244" y="1674"/>
                  </a:lnTo>
                  <a:lnTo>
                    <a:pt x="10997373" y="4011"/>
                  </a:lnTo>
                  <a:lnTo>
                    <a:pt x="10949218" y="7877"/>
                  </a:lnTo>
                  <a:lnTo>
                    <a:pt x="10884333" y="13600"/>
                  </a:lnTo>
                  <a:lnTo>
                    <a:pt x="10803864" y="21429"/>
                  </a:lnTo>
                  <a:lnTo>
                    <a:pt x="10710293" y="31521"/>
                  </a:lnTo>
                  <a:lnTo>
                    <a:pt x="10607002" y="43946"/>
                  </a:lnTo>
                  <a:lnTo>
                    <a:pt x="10497747" y="58702"/>
                  </a:lnTo>
                  <a:lnTo>
                    <a:pt x="10386170" y="75749"/>
                  </a:lnTo>
                  <a:lnTo>
                    <a:pt x="10275438" y="95041"/>
                  </a:lnTo>
                  <a:lnTo>
                    <a:pt x="10168039" y="116555"/>
                  </a:lnTo>
                  <a:lnTo>
                    <a:pt x="10065722" y="140315"/>
                  </a:lnTo>
                  <a:lnTo>
                    <a:pt x="9969557" y="166405"/>
                  </a:lnTo>
                  <a:lnTo>
                    <a:pt x="9880031" y="194976"/>
                  </a:lnTo>
                  <a:lnTo>
                    <a:pt x="9797188" y="226249"/>
                  </a:lnTo>
                  <a:lnTo>
                    <a:pt x="9720748" y="260513"/>
                  </a:lnTo>
                  <a:lnTo>
                    <a:pt x="9650214" y="298118"/>
                  </a:lnTo>
                  <a:lnTo>
                    <a:pt x="9584955" y="339461"/>
                  </a:lnTo>
                  <a:lnTo>
                    <a:pt x="9524272" y="384971"/>
                  </a:lnTo>
                  <a:lnTo>
                    <a:pt x="9467442" y="435076"/>
                  </a:lnTo>
                  <a:lnTo>
                    <a:pt x="9413760" y="490146"/>
                  </a:lnTo>
                  <a:lnTo>
                    <a:pt x="9362573" y="550420"/>
                  </a:lnTo>
                  <a:lnTo>
                    <a:pt x="9347647" y="569482"/>
                  </a:lnTo>
                  <a:lnTo>
                    <a:pt x="9306466" y="625605"/>
                  </a:lnTo>
                  <a:lnTo>
                    <a:pt x="9266256" y="685495"/>
                  </a:lnTo>
                  <a:lnTo>
                    <a:pt x="9226774" y="749228"/>
                  </a:lnTo>
                  <a:lnTo>
                    <a:pt x="9187822" y="816831"/>
                  </a:lnTo>
                  <a:lnTo>
                    <a:pt x="9149238" y="888276"/>
                  </a:lnTo>
                  <a:lnTo>
                    <a:pt x="9110892" y="963472"/>
                  </a:lnTo>
                  <a:lnTo>
                    <a:pt x="9072681" y="1042266"/>
                  </a:lnTo>
                  <a:lnTo>
                    <a:pt x="9034529" y="1124438"/>
                  </a:lnTo>
                  <a:lnTo>
                    <a:pt x="8996381" y="1209699"/>
                  </a:lnTo>
                  <a:lnTo>
                    <a:pt x="8958201" y="1297700"/>
                  </a:lnTo>
                  <a:lnTo>
                    <a:pt x="8919973" y="1388025"/>
                  </a:lnTo>
                  <a:lnTo>
                    <a:pt x="8881691" y="1480211"/>
                  </a:lnTo>
                  <a:lnTo>
                    <a:pt x="8843364" y="1573746"/>
                  </a:lnTo>
                  <a:lnTo>
                    <a:pt x="8805008" y="1668087"/>
                  </a:lnTo>
                  <a:lnTo>
                    <a:pt x="8766642" y="1762672"/>
                  </a:lnTo>
                  <a:lnTo>
                    <a:pt x="8728288" y="1856929"/>
                  </a:lnTo>
                  <a:lnTo>
                    <a:pt x="8689967" y="1950300"/>
                  </a:lnTo>
                  <a:lnTo>
                    <a:pt x="8651693" y="2042244"/>
                  </a:lnTo>
                  <a:lnTo>
                    <a:pt x="8613473" y="2132256"/>
                  </a:lnTo>
                  <a:lnTo>
                    <a:pt x="8575299" y="2219879"/>
                  </a:lnTo>
                  <a:lnTo>
                    <a:pt x="8537153" y="2304708"/>
                  </a:lnTo>
                  <a:lnTo>
                    <a:pt x="8498996" y="2386401"/>
                  </a:lnTo>
                  <a:lnTo>
                    <a:pt x="8460771" y="2464679"/>
                  </a:lnTo>
                  <a:lnTo>
                    <a:pt x="8422396" y="2539333"/>
                  </a:lnTo>
                  <a:lnTo>
                    <a:pt x="8383767" y="2610219"/>
                  </a:lnTo>
                  <a:lnTo>
                    <a:pt x="8344749" y="2677255"/>
                  </a:lnTo>
                  <a:lnTo>
                    <a:pt x="8305174" y="2740421"/>
                  </a:lnTo>
                  <a:lnTo>
                    <a:pt x="8264837" y="2799753"/>
                  </a:lnTo>
                  <a:lnTo>
                    <a:pt x="8229629" y="2847411"/>
                  </a:lnTo>
                  <a:lnTo>
                    <a:pt x="8179074" y="2909253"/>
                  </a:lnTo>
                  <a:lnTo>
                    <a:pt x="8126204" y="2965865"/>
                  </a:lnTo>
                  <a:lnTo>
                    <a:pt x="8070389" y="3017422"/>
                  </a:lnTo>
                  <a:lnTo>
                    <a:pt x="8010935" y="3064264"/>
                  </a:lnTo>
                  <a:lnTo>
                    <a:pt x="7947121" y="3106809"/>
                  </a:lnTo>
                  <a:lnTo>
                    <a:pt x="7878237" y="3145489"/>
                  </a:lnTo>
                  <a:lnTo>
                    <a:pt x="7803624" y="3180714"/>
                  </a:lnTo>
                  <a:lnTo>
                    <a:pt x="7722740" y="3212850"/>
                  </a:lnTo>
                  <a:lnTo>
                    <a:pt x="7635227" y="3242203"/>
                  </a:lnTo>
                  <a:lnTo>
                    <a:pt x="7541020" y="3269017"/>
                  </a:lnTo>
                  <a:lnTo>
                    <a:pt x="7440462" y="3293463"/>
                  </a:lnTo>
                  <a:lnTo>
                    <a:pt x="7334433" y="3315644"/>
                  </a:lnTo>
                  <a:lnTo>
                    <a:pt x="7224471" y="3335602"/>
                  </a:lnTo>
                  <a:lnTo>
                    <a:pt x="7112844" y="3353325"/>
                  </a:lnTo>
                  <a:lnTo>
                    <a:pt x="7002528" y="3368772"/>
                  </a:lnTo>
                  <a:lnTo>
                    <a:pt x="6897054" y="3381897"/>
                  </a:lnTo>
                  <a:lnTo>
                    <a:pt x="6800192" y="3392685"/>
                  </a:lnTo>
                  <a:lnTo>
                    <a:pt x="6715489" y="3401179"/>
                  </a:lnTo>
                  <a:lnTo>
                    <a:pt x="6645751" y="3407510"/>
                  </a:lnTo>
                  <a:lnTo>
                    <a:pt x="6592560" y="3411900"/>
                  </a:lnTo>
                  <a:lnTo>
                    <a:pt x="6555958" y="3414657"/>
                  </a:lnTo>
                  <a:lnTo>
                    <a:pt x="6534361" y="3416146"/>
                  </a:lnTo>
                  <a:lnTo>
                    <a:pt x="6524658" y="3416760"/>
                  </a:lnTo>
                  <a:lnTo>
                    <a:pt x="6522385" y="3416893"/>
                  </a:lnTo>
                  <a:lnTo>
                    <a:pt x="5527445" y="3416893"/>
                  </a:lnTo>
                  <a:lnTo>
                    <a:pt x="5526310" y="3416899"/>
                  </a:lnTo>
                  <a:lnTo>
                    <a:pt x="5518816" y="3416945"/>
                  </a:lnTo>
                  <a:lnTo>
                    <a:pt x="5499826" y="3417071"/>
                  </a:lnTo>
                  <a:lnTo>
                    <a:pt x="5465624" y="3417319"/>
                  </a:lnTo>
                  <a:lnTo>
                    <a:pt x="5414141" y="3417729"/>
                  </a:lnTo>
                  <a:lnTo>
                    <a:pt x="5345106" y="3418336"/>
                  </a:lnTo>
                  <a:lnTo>
                    <a:pt x="5259989" y="3419163"/>
                  </a:lnTo>
                  <a:lnTo>
                    <a:pt x="5161676" y="3420226"/>
                  </a:lnTo>
                  <a:lnTo>
                    <a:pt x="5053946" y="3421531"/>
                  </a:lnTo>
                  <a:lnTo>
                    <a:pt x="4940873" y="3423076"/>
                  </a:lnTo>
                  <a:lnTo>
                    <a:pt x="4826294" y="3424857"/>
                  </a:lnTo>
                  <a:lnTo>
                    <a:pt x="4713443" y="3426869"/>
                  </a:lnTo>
                  <a:lnTo>
                    <a:pt x="4604769" y="3429111"/>
                  </a:lnTo>
                  <a:lnTo>
                    <a:pt x="4501910" y="3431587"/>
                  </a:lnTo>
                  <a:lnTo>
                    <a:pt x="4405784" y="3434310"/>
                  </a:lnTo>
                  <a:lnTo>
                    <a:pt x="4316719" y="3437297"/>
                  </a:lnTo>
                  <a:lnTo>
                    <a:pt x="4234603" y="3440576"/>
                  </a:lnTo>
                  <a:lnTo>
                    <a:pt x="4159019" y="3444179"/>
                  </a:lnTo>
                  <a:lnTo>
                    <a:pt x="4089354" y="3448147"/>
                  </a:lnTo>
                  <a:lnTo>
                    <a:pt x="4024882" y="3452524"/>
                  </a:lnTo>
                  <a:lnTo>
                    <a:pt x="3964828" y="3457355"/>
                  </a:lnTo>
                  <a:lnTo>
                    <a:pt x="3908418" y="3462684"/>
                  </a:lnTo>
                  <a:lnTo>
                    <a:pt x="3854915" y="3468543"/>
                  </a:lnTo>
                  <a:lnTo>
                    <a:pt x="3820202" y="3472793"/>
                  </a:lnTo>
                  <a:lnTo>
                    <a:pt x="3759138" y="3481147"/>
                  </a:lnTo>
                  <a:lnTo>
                    <a:pt x="3699968" y="3490332"/>
                  </a:lnTo>
                  <a:lnTo>
                    <a:pt x="3641993" y="3500361"/>
                  </a:lnTo>
                  <a:lnTo>
                    <a:pt x="3584696" y="3511220"/>
                  </a:lnTo>
                  <a:lnTo>
                    <a:pt x="3527713" y="3522865"/>
                  </a:lnTo>
                  <a:lnTo>
                    <a:pt x="3470804" y="3535220"/>
                  </a:lnTo>
                  <a:lnTo>
                    <a:pt x="3413833" y="3548175"/>
                  </a:lnTo>
                  <a:lnTo>
                    <a:pt x="3356748" y="3561594"/>
                  </a:lnTo>
                  <a:lnTo>
                    <a:pt x="3299562" y="3575314"/>
                  </a:lnTo>
                  <a:lnTo>
                    <a:pt x="3242328" y="3589158"/>
                  </a:lnTo>
                  <a:lnTo>
                    <a:pt x="3185119" y="3602941"/>
                  </a:lnTo>
                  <a:lnTo>
                    <a:pt x="3127995" y="3616482"/>
                  </a:lnTo>
                  <a:lnTo>
                    <a:pt x="3070987" y="3629612"/>
                  </a:lnTo>
                  <a:lnTo>
                    <a:pt x="3014067" y="3642185"/>
                  </a:lnTo>
                  <a:lnTo>
                    <a:pt x="2957131" y="3654082"/>
                  </a:lnTo>
                  <a:lnTo>
                    <a:pt x="2899976" y="3665216"/>
                  </a:lnTo>
                  <a:lnTo>
                    <a:pt x="2842281" y="3675531"/>
                  </a:lnTo>
                  <a:lnTo>
                    <a:pt x="2783587" y="3685004"/>
                  </a:lnTo>
                  <a:lnTo>
                    <a:pt x="2723261" y="3693638"/>
                  </a:lnTo>
                  <a:lnTo>
                    <a:pt x="2702183" y="3696393"/>
                  </a:lnTo>
                  <a:lnTo>
                    <a:pt x="2650262" y="3702617"/>
                  </a:lnTo>
                  <a:lnTo>
                    <a:pt x="2595885" y="3708301"/>
                  </a:lnTo>
                  <a:lnTo>
                    <a:pt x="2538368" y="3713463"/>
                  </a:lnTo>
                  <a:lnTo>
                    <a:pt x="2476957" y="3718141"/>
                  </a:lnTo>
                  <a:lnTo>
                    <a:pt x="2410871" y="3722379"/>
                  </a:lnTo>
                  <a:lnTo>
                    <a:pt x="2339348" y="3726223"/>
                  </a:lnTo>
                  <a:lnTo>
                    <a:pt x="2261689" y="3729716"/>
                  </a:lnTo>
                  <a:lnTo>
                    <a:pt x="2177335" y="3732896"/>
                  </a:lnTo>
                  <a:lnTo>
                    <a:pt x="2085956" y="3735795"/>
                  </a:lnTo>
                  <a:lnTo>
                    <a:pt x="1987568" y="3738435"/>
                  </a:lnTo>
                  <a:lnTo>
                    <a:pt x="1882675" y="3740834"/>
                  </a:lnTo>
                  <a:lnTo>
                    <a:pt x="1772417" y="3743000"/>
                  </a:lnTo>
                  <a:lnTo>
                    <a:pt x="1658692" y="3744937"/>
                  </a:lnTo>
                  <a:lnTo>
                    <a:pt x="1544215" y="3746642"/>
                  </a:lnTo>
                  <a:lnTo>
                    <a:pt x="1432445" y="3748109"/>
                  </a:lnTo>
                  <a:lnTo>
                    <a:pt x="1327347" y="3749334"/>
                  </a:lnTo>
                  <a:lnTo>
                    <a:pt x="1232962" y="3750319"/>
                  </a:lnTo>
                  <a:lnTo>
                    <a:pt x="1152843" y="3751072"/>
                  </a:lnTo>
                  <a:lnTo>
                    <a:pt x="1089464" y="3751611"/>
                  </a:lnTo>
                  <a:lnTo>
                    <a:pt x="1043747" y="3751964"/>
                  </a:lnTo>
                  <a:lnTo>
                    <a:pt x="1014829" y="3752168"/>
                  </a:lnTo>
                  <a:lnTo>
                    <a:pt x="1000078" y="3752263"/>
                  </a:lnTo>
                  <a:lnTo>
                    <a:pt x="995292" y="3752292"/>
                  </a:lnTo>
                  <a:lnTo>
                    <a:pt x="994940" y="3752294"/>
                  </a:lnTo>
                  <a:lnTo>
                    <a:pt x="0" y="3752294"/>
                  </a:lnTo>
                  <a:close/>
                </a:path>
              </a:pathLst>
            </a:custGeom>
            <a:solidFill>
              <a:srgbClr val="6FA8D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897" name="pl1896"/>
            <p:cNvSpPr/>
            <p:nvPr/>
          </p:nvSpPr>
          <p:spPr>
            <a:xfrm>
              <a:off x="1199187" y="2284751"/>
              <a:ext cx="12049831" cy="3752294"/>
            </a:xfrm>
            <a:custGeom>
              <a:avLst/>
              <a:pathLst>
                <a:path w="12049831" h="3752294">
                  <a:moveTo>
                    <a:pt x="0" y="3752294"/>
                  </a:moveTo>
                  <a:lnTo>
                    <a:pt x="994940" y="3752294"/>
                  </a:lnTo>
                  <a:lnTo>
                    <a:pt x="996075" y="3752287"/>
                  </a:lnTo>
                  <a:lnTo>
                    <a:pt x="1003569" y="3752242"/>
                  </a:lnTo>
                  <a:lnTo>
                    <a:pt x="1022559" y="3752116"/>
                  </a:lnTo>
                  <a:lnTo>
                    <a:pt x="1056761" y="3751867"/>
                  </a:lnTo>
                  <a:lnTo>
                    <a:pt x="1108244" y="3751457"/>
                  </a:lnTo>
                  <a:lnTo>
                    <a:pt x="1177279" y="3750851"/>
                  </a:lnTo>
                  <a:lnTo>
                    <a:pt x="1262396" y="3750024"/>
                  </a:lnTo>
                  <a:lnTo>
                    <a:pt x="1360709" y="3748960"/>
                  </a:lnTo>
                  <a:lnTo>
                    <a:pt x="1468439" y="3747656"/>
                  </a:lnTo>
                  <a:lnTo>
                    <a:pt x="1581512" y="3746110"/>
                  </a:lnTo>
                  <a:lnTo>
                    <a:pt x="1696091" y="3744330"/>
                  </a:lnTo>
                  <a:lnTo>
                    <a:pt x="1808942" y="3742318"/>
                  </a:lnTo>
                  <a:lnTo>
                    <a:pt x="1917616" y="3740076"/>
                  </a:lnTo>
                  <a:lnTo>
                    <a:pt x="2020475" y="3737599"/>
                  </a:lnTo>
                  <a:lnTo>
                    <a:pt x="2116601" y="3734877"/>
                  </a:lnTo>
                  <a:lnTo>
                    <a:pt x="2205666" y="3731889"/>
                  </a:lnTo>
                  <a:lnTo>
                    <a:pt x="2287782" y="3728611"/>
                  </a:lnTo>
                  <a:lnTo>
                    <a:pt x="2363366" y="3725007"/>
                  </a:lnTo>
                  <a:lnTo>
                    <a:pt x="2433031" y="3721039"/>
                  </a:lnTo>
                  <a:lnTo>
                    <a:pt x="2497503" y="3716663"/>
                  </a:lnTo>
                  <a:lnTo>
                    <a:pt x="2557557" y="3711831"/>
                  </a:lnTo>
                  <a:lnTo>
                    <a:pt x="2613967" y="3706502"/>
                  </a:lnTo>
                  <a:lnTo>
                    <a:pt x="2667470" y="3700643"/>
                  </a:lnTo>
                  <a:lnTo>
                    <a:pt x="2702183" y="3696393"/>
                  </a:lnTo>
                  <a:lnTo>
                    <a:pt x="2763247" y="3688040"/>
                  </a:lnTo>
                  <a:lnTo>
                    <a:pt x="2822417" y="3678855"/>
                  </a:lnTo>
                  <a:lnTo>
                    <a:pt x="2880392" y="3668826"/>
                  </a:lnTo>
                  <a:lnTo>
                    <a:pt x="2937689" y="3657966"/>
                  </a:lnTo>
                  <a:lnTo>
                    <a:pt x="2994672" y="3646321"/>
                  </a:lnTo>
                  <a:lnTo>
                    <a:pt x="3051581" y="3633967"/>
                  </a:lnTo>
                  <a:lnTo>
                    <a:pt x="3108552" y="3621011"/>
                  </a:lnTo>
                  <a:lnTo>
                    <a:pt x="3165637" y="3607592"/>
                  </a:lnTo>
                  <a:lnTo>
                    <a:pt x="3222823" y="3593872"/>
                  </a:lnTo>
                  <a:lnTo>
                    <a:pt x="3280057" y="3580028"/>
                  </a:lnTo>
                  <a:lnTo>
                    <a:pt x="3337266" y="3566245"/>
                  </a:lnTo>
                  <a:lnTo>
                    <a:pt x="3394390" y="3552705"/>
                  </a:lnTo>
                  <a:lnTo>
                    <a:pt x="3451398" y="3539574"/>
                  </a:lnTo>
                  <a:lnTo>
                    <a:pt x="3508318" y="3527001"/>
                  </a:lnTo>
                  <a:lnTo>
                    <a:pt x="3565254" y="3515104"/>
                  </a:lnTo>
                  <a:lnTo>
                    <a:pt x="3622409" y="3503970"/>
                  </a:lnTo>
                  <a:lnTo>
                    <a:pt x="3680104" y="3493655"/>
                  </a:lnTo>
                  <a:lnTo>
                    <a:pt x="3738798" y="3484183"/>
                  </a:lnTo>
                  <a:lnTo>
                    <a:pt x="3799124" y="3475549"/>
                  </a:lnTo>
                  <a:lnTo>
                    <a:pt x="3820202" y="3472793"/>
                  </a:lnTo>
                  <a:lnTo>
                    <a:pt x="3872123" y="3466569"/>
                  </a:lnTo>
                  <a:lnTo>
                    <a:pt x="3926500" y="3460886"/>
                  </a:lnTo>
                  <a:lnTo>
                    <a:pt x="3984017" y="3455724"/>
                  </a:lnTo>
                  <a:lnTo>
                    <a:pt x="4045428" y="3451046"/>
                  </a:lnTo>
                  <a:lnTo>
                    <a:pt x="4111514" y="3446808"/>
                  </a:lnTo>
                  <a:lnTo>
                    <a:pt x="4183037" y="3442963"/>
                  </a:lnTo>
                  <a:lnTo>
                    <a:pt x="4260696" y="3439470"/>
                  </a:lnTo>
                  <a:lnTo>
                    <a:pt x="4345050" y="3436290"/>
                  </a:lnTo>
                  <a:lnTo>
                    <a:pt x="4436429" y="3433392"/>
                  </a:lnTo>
                  <a:lnTo>
                    <a:pt x="4534817" y="3430752"/>
                  </a:lnTo>
                  <a:lnTo>
                    <a:pt x="4639710" y="3428353"/>
                  </a:lnTo>
                  <a:lnTo>
                    <a:pt x="4749968" y="3426186"/>
                  </a:lnTo>
                  <a:lnTo>
                    <a:pt x="4863693" y="3424249"/>
                  </a:lnTo>
                  <a:lnTo>
                    <a:pt x="4978170" y="3422545"/>
                  </a:lnTo>
                  <a:lnTo>
                    <a:pt x="5089940" y="3421078"/>
                  </a:lnTo>
                  <a:lnTo>
                    <a:pt x="5195038" y="3419852"/>
                  </a:lnTo>
                  <a:lnTo>
                    <a:pt x="5289423" y="3418867"/>
                  </a:lnTo>
                  <a:lnTo>
                    <a:pt x="5369542" y="3418114"/>
                  </a:lnTo>
                  <a:lnTo>
                    <a:pt x="5432921" y="3417575"/>
                  </a:lnTo>
                  <a:lnTo>
                    <a:pt x="5478638" y="3417222"/>
                  </a:lnTo>
                  <a:lnTo>
                    <a:pt x="5507556" y="3417018"/>
                  </a:lnTo>
                  <a:lnTo>
                    <a:pt x="5522307" y="3416923"/>
                  </a:lnTo>
                  <a:lnTo>
                    <a:pt x="5527093" y="3416895"/>
                  </a:lnTo>
                  <a:lnTo>
                    <a:pt x="5527445" y="3416893"/>
                  </a:lnTo>
                  <a:lnTo>
                    <a:pt x="6522385" y="3416893"/>
                  </a:lnTo>
                  <a:lnTo>
                    <a:pt x="6523437" y="3416833"/>
                  </a:lnTo>
                  <a:lnTo>
                    <a:pt x="6530386" y="3416403"/>
                  </a:lnTo>
                  <a:lnTo>
                    <a:pt x="6548033" y="3415218"/>
                  </a:lnTo>
                  <a:lnTo>
                    <a:pt x="6579904" y="3412881"/>
                  </a:lnTo>
                  <a:lnTo>
                    <a:pt x="6628059" y="3409015"/>
                  </a:lnTo>
                  <a:lnTo>
                    <a:pt x="6692944" y="3403293"/>
                  </a:lnTo>
                  <a:lnTo>
                    <a:pt x="6773413" y="3395464"/>
                  </a:lnTo>
                  <a:lnTo>
                    <a:pt x="6866984" y="3385371"/>
                  </a:lnTo>
                  <a:lnTo>
                    <a:pt x="6970275" y="3372946"/>
                  </a:lnTo>
                  <a:lnTo>
                    <a:pt x="7079530" y="3358190"/>
                  </a:lnTo>
                  <a:lnTo>
                    <a:pt x="7191106" y="3341143"/>
                  </a:lnTo>
                  <a:lnTo>
                    <a:pt x="7301838" y="3321852"/>
                  </a:lnTo>
                  <a:lnTo>
                    <a:pt x="7409238" y="3300337"/>
                  </a:lnTo>
                  <a:lnTo>
                    <a:pt x="7511554" y="3276577"/>
                  </a:lnTo>
                  <a:lnTo>
                    <a:pt x="7607720" y="3250488"/>
                  </a:lnTo>
                  <a:lnTo>
                    <a:pt x="7697246" y="3221917"/>
                  </a:lnTo>
                  <a:lnTo>
                    <a:pt x="7780089" y="3190643"/>
                  </a:lnTo>
                  <a:lnTo>
                    <a:pt x="7856529" y="3156379"/>
                  </a:lnTo>
                  <a:lnTo>
                    <a:pt x="7927063" y="3118775"/>
                  </a:lnTo>
                  <a:lnTo>
                    <a:pt x="7992322" y="3077432"/>
                  </a:lnTo>
                  <a:lnTo>
                    <a:pt x="8053005" y="3031921"/>
                  </a:lnTo>
                  <a:lnTo>
                    <a:pt x="8109835" y="2981817"/>
                  </a:lnTo>
                  <a:lnTo>
                    <a:pt x="8163516" y="2926746"/>
                  </a:lnTo>
                  <a:lnTo>
                    <a:pt x="8214703" y="2866473"/>
                  </a:lnTo>
                  <a:lnTo>
                    <a:pt x="8229629" y="2847411"/>
                  </a:lnTo>
                  <a:lnTo>
                    <a:pt x="8270810" y="2791287"/>
                  </a:lnTo>
                  <a:lnTo>
                    <a:pt x="8311021" y="2731398"/>
                  </a:lnTo>
                  <a:lnTo>
                    <a:pt x="8350502" y="2667664"/>
                  </a:lnTo>
                  <a:lnTo>
                    <a:pt x="8389454" y="2600061"/>
                  </a:lnTo>
                  <a:lnTo>
                    <a:pt x="8428038" y="2528617"/>
                  </a:lnTo>
                  <a:lnTo>
                    <a:pt x="8466384" y="2453420"/>
                  </a:lnTo>
                  <a:lnTo>
                    <a:pt x="8504595" y="2374626"/>
                  </a:lnTo>
                  <a:lnTo>
                    <a:pt x="8542748" y="2292455"/>
                  </a:lnTo>
                  <a:lnTo>
                    <a:pt x="8580896" y="2207193"/>
                  </a:lnTo>
                  <a:lnTo>
                    <a:pt x="8619075" y="2119193"/>
                  </a:lnTo>
                  <a:lnTo>
                    <a:pt x="8657304" y="2028867"/>
                  </a:lnTo>
                  <a:lnTo>
                    <a:pt x="8695585" y="1936681"/>
                  </a:lnTo>
                  <a:lnTo>
                    <a:pt x="8733912" y="1843146"/>
                  </a:lnTo>
                  <a:lnTo>
                    <a:pt x="8772269" y="1748805"/>
                  </a:lnTo>
                  <a:lnTo>
                    <a:pt x="8810635" y="1654221"/>
                  </a:lnTo>
                  <a:lnTo>
                    <a:pt x="8848988" y="1559963"/>
                  </a:lnTo>
                  <a:lnTo>
                    <a:pt x="8887309" y="1466593"/>
                  </a:lnTo>
                  <a:lnTo>
                    <a:pt x="8925583" y="1374649"/>
                  </a:lnTo>
                  <a:lnTo>
                    <a:pt x="8963804" y="1284636"/>
                  </a:lnTo>
                  <a:lnTo>
                    <a:pt x="9001977" y="1197013"/>
                  </a:lnTo>
                  <a:lnTo>
                    <a:pt x="9040124" y="1112184"/>
                  </a:lnTo>
                  <a:lnTo>
                    <a:pt x="9078281" y="1030492"/>
                  </a:lnTo>
                  <a:lnTo>
                    <a:pt x="9116506" y="952213"/>
                  </a:lnTo>
                  <a:lnTo>
                    <a:pt x="9154880" y="877559"/>
                  </a:lnTo>
                  <a:lnTo>
                    <a:pt x="9193509" y="806674"/>
                  </a:lnTo>
                  <a:lnTo>
                    <a:pt x="9232528" y="739638"/>
                  </a:lnTo>
                  <a:lnTo>
                    <a:pt x="9272103" y="676471"/>
                  </a:lnTo>
                  <a:lnTo>
                    <a:pt x="9312439" y="617140"/>
                  </a:lnTo>
                  <a:lnTo>
                    <a:pt x="9347647" y="569482"/>
                  </a:lnTo>
                  <a:lnTo>
                    <a:pt x="9398203" y="507639"/>
                  </a:lnTo>
                  <a:lnTo>
                    <a:pt x="9451072" y="451027"/>
                  </a:lnTo>
                  <a:lnTo>
                    <a:pt x="9506887" y="399471"/>
                  </a:lnTo>
                  <a:lnTo>
                    <a:pt x="9566341" y="352628"/>
                  </a:lnTo>
                  <a:lnTo>
                    <a:pt x="9630155" y="310083"/>
                  </a:lnTo>
                  <a:lnTo>
                    <a:pt x="9699040" y="271403"/>
                  </a:lnTo>
                  <a:lnTo>
                    <a:pt x="9773652" y="236178"/>
                  </a:lnTo>
                  <a:lnTo>
                    <a:pt x="9854537" y="204043"/>
                  </a:lnTo>
                  <a:lnTo>
                    <a:pt x="9942050" y="174689"/>
                  </a:lnTo>
                  <a:lnTo>
                    <a:pt x="10036256" y="147876"/>
                  </a:lnTo>
                  <a:lnTo>
                    <a:pt x="10136814" y="123430"/>
                  </a:lnTo>
                  <a:lnTo>
                    <a:pt x="10242843" y="101248"/>
                  </a:lnTo>
                  <a:lnTo>
                    <a:pt x="10352805" y="81291"/>
                  </a:lnTo>
                  <a:lnTo>
                    <a:pt x="10464432" y="63567"/>
                  </a:lnTo>
                  <a:lnTo>
                    <a:pt x="10574749" y="48120"/>
                  </a:lnTo>
                  <a:lnTo>
                    <a:pt x="10680222" y="34995"/>
                  </a:lnTo>
                  <a:lnTo>
                    <a:pt x="10777085" y="24208"/>
                  </a:lnTo>
                  <a:lnTo>
                    <a:pt x="10861787" y="15714"/>
                  </a:lnTo>
                  <a:lnTo>
                    <a:pt x="10931525" y="9383"/>
                  </a:lnTo>
                  <a:lnTo>
                    <a:pt x="10984717" y="4992"/>
                  </a:lnTo>
                  <a:lnTo>
                    <a:pt x="11021318" y="2235"/>
                  </a:lnTo>
                  <a:lnTo>
                    <a:pt x="11042916" y="747"/>
                  </a:lnTo>
                  <a:lnTo>
                    <a:pt x="11052619" y="132"/>
                  </a:lnTo>
                  <a:lnTo>
                    <a:pt x="11054862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8" name="pl1897"/>
            <p:cNvSpPr/>
            <p:nvPr/>
          </p:nvSpPr>
          <p:spPr>
            <a:xfrm>
              <a:off x="1199187" y="2279511"/>
              <a:ext cx="12049831" cy="3752294"/>
            </a:xfrm>
            <a:custGeom>
              <a:avLst/>
              <a:pathLst>
                <a:path w="12049831" h="3752294">
                  <a:moveTo>
                    <a:pt x="12049831" y="0"/>
                  </a:moveTo>
                  <a:lnTo>
                    <a:pt x="11054891" y="0"/>
                  </a:lnTo>
                  <a:lnTo>
                    <a:pt x="11053840" y="60"/>
                  </a:lnTo>
                  <a:lnTo>
                    <a:pt x="11046891" y="489"/>
                  </a:lnTo>
                  <a:lnTo>
                    <a:pt x="11029244" y="1674"/>
                  </a:lnTo>
                  <a:lnTo>
                    <a:pt x="10997373" y="4011"/>
                  </a:lnTo>
                  <a:lnTo>
                    <a:pt x="10949218" y="7877"/>
                  </a:lnTo>
                  <a:lnTo>
                    <a:pt x="10884333" y="13600"/>
                  </a:lnTo>
                  <a:lnTo>
                    <a:pt x="10803864" y="21429"/>
                  </a:lnTo>
                  <a:lnTo>
                    <a:pt x="10710293" y="31521"/>
                  </a:lnTo>
                  <a:lnTo>
                    <a:pt x="10607002" y="43946"/>
                  </a:lnTo>
                  <a:lnTo>
                    <a:pt x="10497747" y="58702"/>
                  </a:lnTo>
                  <a:lnTo>
                    <a:pt x="10386170" y="75749"/>
                  </a:lnTo>
                  <a:lnTo>
                    <a:pt x="10275438" y="95041"/>
                  </a:lnTo>
                  <a:lnTo>
                    <a:pt x="10168039" y="116555"/>
                  </a:lnTo>
                  <a:lnTo>
                    <a:pt x="10065722" y="140315"/>
                  </a:lnTo>
                  <a:lnTo>
                    <a:pt x="9969557" y="166405"/>
                  </a:lnTo>
                  <a:lnTo>
                    <a:pt x="9880031" y="194976"/>
                  </a:lnTo>
                  <a:lnTo>
                    <a:pt x="9797188" y="226249"/>
                  </a:lnTo>
                  <a:lnTo>
                    <a:pt x="9720748" y="260513"/>
                  </a:lnTo>
                  <a:lnTo>
                    <a:pt x="9650214" y="298118"/>
                  </a:lnTo>
                  <a:lnTo>
                    <a:pt x="9584955" y="339461"/>
                  </a:lnTo>
                  <a:lnTo>
                    <a:pt x="9524272" y="384971"/>
                  </a:lnTo>
                  <a:lnTo>
                    <a:pt x="9467442" y="435076"/>
                  </a:lnTo>
                  <a:lnTo>
                    <a:pt x="9413760" y="490146"/>
                  </a:lnTo>
                  <a:lnTo>
                    <a:pt x="9362573" y="550420"/>
                  </a:lnTo>
                  <a:lnTo>
                    <a:pt x="9347647" y="569482"/>
                  </a:lnTo>
                  <a:lnTo>
                    <a:pt x="9306466" y="625605"/>
                  </a:lnTo>
                  <a:lnTo>
                    <a:pt x="9266256" y="685495"/>
                  </a:lnTo>
                  <a:lnTo>
                    <a:pt x="9226774" y="749228"/>
                  </a:lnTo>
                  <a:lnTo>
                    <a:pt x="9187822" y="816831"/>
                  </a:lnTo>
                  <a:lnTo>
                    <a:pt x="9149238" y="888276"/>
                  </a:lnTo>
                  <a:lnTo>
                    <a:pt x="9110892" y="963472"/>
                  </a:lnTo>
                  <a:lnTo>
                    <a:pt x="9072681" y="1042266"/>
                  </a:lnTo>
                  <a:lnTo>
                    <a:pt x="9034529" y="1124438"/>
                  </a:lnTo>
                  <a:lnTo>
                    <a:pt x="8996381" y="1209699"/>
                  </a:lnTo>
                  <a:lnTo>
                    <a:pt x="8958201" y="1297700"/>
                  </a:lnTo>
                  <a:lnTo>
                    <a:pt x="8919973" y="1388025"/>
                  </a:lnTo>
                  <a:lnTo>
                    <a:pt x="8881691" y="1480211"/>
                  </a:lnTo>
                  <a:lnTo>
                    <a:pt x="8843364" y="1573746"/>
                  </a:lnTo>
                  <a:lnTo>
                    <a:pt x="8805008" y="1668087"/>
                  </a:lnTo>
                  <a:lnTo>
                    <a:pt x="8766642" y="1762672"/>
                  </a:lnTo>
                  <a:lnTo>
                    <a:pt x="8728288" y="1856929"/>
                  </a:lnTo>
                  <a:lnTo>
                    <a:pt x="8689967" y="1950300"/>
                  </a:lnTo>
                  <a:lnTo>
                    <a:pt x="8651693" y="2042244"/>
                  </a:lnTo>
                  <a:lnTo>
                    <a:pt x="8613473" y="2132256"/>
                  </a:lnTo>
                  <a:lnTo>
                    <a:pt x="8575299" y="2219879"/>
                  </a:lnTo>
                  <a:lnTo>
                    <a:pt x="8537153" y="2304708"/>
                  </a:lnTo>
                  <a:lnTo>
                    <a:pt x="8498996" y="2386401"/>
                  </a:lnTo>
                  <a:lnTo>
                    <a:pt x="8460771" y="2464679"/>
                  </a:lnTo>
                  <a:lnTo>
                    <a:pt x="8422396" y="2539333"/>
                  </a:lnTo>
                  <a:lnTo>
                    <a:pt x="8383767" y="2610219"/>
                  </a:lnTo>
                  <a:lnTo>
                    <a:pt x="8344749" y="2677255"/>
                  </a:lnTo>
                  <a:lnTo>
                    <a:pt x="8305174" y="2740421"/>
                  </a:lnTo>
                  <a:lnTo>
                    <a:pt x="8264837" y="2799753"/>
                  </a:lnTo>
                  <a:lnTo>
                    <a:pt x="8229629" y="2847411"/>
                  </a:lnTo>
                  <a:lnTo>
                    <a:pt x="8179074" y="2909253"/>
                  </a:lnTo>
                  <a:lnTo>
                    <a:pt x="8126204" y="2965865"/>
                  </a:lnTo>
                  <a:lnTo>
                    <a:pt x="8070389" y="3017422"/>
                  </a:lnTo>
                  <a:lnTo>
                    <a:pt x="8010935" y="3064264"/>
                  </a:lnTo>
                  <a:lnTo>
                    <a:pt x="7947121" y="3106809"/>
                  </a:lnTo>
                  <a:lnTo>
                    <a:pt x="7878237" y="3145489"/>
                  </a:lnTo>
                  <a:lnTo>
                    <a:pt x="7803624" y="3180714"/>
                  </a:lnTo>
                  <a:lnTo>
                    <a:pt x="7722740" y="3212850"/>
                  </a:lnTo>
                  <a:lnTo>
                    <a:pt x="7635227" y="3242203"/>
                  </a:lnTo>
                  <a:lnTo>
                    <a:pt x="7541020" y="3269017"/>
                  </a:lnTo>
                  <a:lnTo>
                    <a:pt x="7440462" y="3293463"/>
                  </a:lnTo>
                  <a:lnTo>
                    <a:pt x="7334433" y="3315644"/>
                  </a:lnTo>
                  <a:lnTo>
                    <a:pt x="7224471" y="3335602"/>
                  </a:lnTo>
                  <a:lnTo>
                    <a:pt x="7112844" y="3353325"/>
                  </a:lnTo>
                  <a:lnTo>
                    <a:pt x="7002528" y="3368772"/>
                  </a:lnTo>
                  <a:lnTo>
                    <a:pt x="6897054" y="3381897"/>
                  </a:lnTo>
                  <a:lnTo>
                    <a:pt x="6800192" y="3392685"/>
                  </a:lnTo>
                  <a:lnTo>
                    <a:pt x="6715489" y="3401179"/>
                  </a:lnTo>
                  <a:lnTo>
                    <a:pt x="6645751" y="3407510"/>
                  </a:lnTo>
                  <a:lnTo>
                    <a:pt x="6592560" y="3411900"/>
                  </a:lnTo>
                  <a:lnTo>
                    <a:pt x="6555958" y="3414657"/>
                  </a:lnTo>
                  <a:lnTo>
                    <a:pt x="6534361" y="3416146"/>
                  </a:lnTo>
                  <a:lnTo>
                    <a:pt x="6524658" y="3416760"/>
                  </a:lnTo>
                  <a:lnTo>
                    <a:pt x="6522415" y="3416891"/>
                  </a:lnTo>
                  <a:lnTo>
                    <a:pt x="6522385" y="3416893"/>
                  </a:lnTo>
                  <a:lnTo>
                    <a:pt x="5527445" y="3416893"/>
                  </a:lnTo>
                  <a:lnTo>
                    <a:pt x="5526310" y="3416899"/>
                  </a:lnTo>
                  <a:lnTo>
                    <a:pt x="5518816" y="3416945"/>
                  </a:lnTo>
                  <a:lnTo>
                    <a:pt x="5499826" y="3417071"/>
                  </a:lnTo>
                  <a:lnTo>
                    <a:pt x="5465624" y="3417319"/>
                  </a:lnTo>
                  <a:lnTo>
                    <a:pt x="5414141" y="3417729"/>
                  </a:lnTo>
                  <a:lnTo>
                    <a:pt x="5345106" y="3418336"/>
                  </a:lnTo>
                  <a:lnTo>
                    <a:pt x="5259989" y="3419163"/>
                  </a:lnTo>
                  <a:lnTo>
                    <a:pt x="5161676" y="3420226"/>
                  </a:lnTo>
                  <a:lnTo>
                    <a:pt x="5053946" y="3421531"/>
                  </a:lnTo>
                  <a:lnTo>
                    <a:pt x="4940873" y="3423076"/>
                  </a:lnTo>
                  <a:lnTo>
                    <a:pt x="4826294" y="3424857"/>
                  </a:lnTo>
                  <a:lnTo>
                    <a:pt x="4713443" y="3426869"/>
                  </a:lnTo>
                  <a:lnTo>
                    <a:pt x="4604769" y="3429111"/>
                  </a:lnTo>
                  <a:lnTo>
                    <a:pt x="4501910" y="3431587"/>
                  </a:lnTo>
                  <a:lnTo>
                    <a:pt x="4405784" y="3434310"/>
                  </a:lnTo>
                  <a:lnTo>
                    <a:pt x="4316719" y="3437297"/>
                  </a:lnTo>
                  <a:lnTo>
                    <a:pt x="4234603" y="3440576"/>
                  </a:lnTo>
                  <a:lnTo>
                    <a:pt x="4159019" y="3444179"/>
                  </a:lnTo>
                  <a:lnTo>
                    <a:pt x="4089354" y="3448147"/>
                  </a:lnTo>
                  <a:lnTo>
                    <a:pt x="4024882" y="3452524"/>
                  </a:lnTo>
                  <a:lnTo>
                    <a:pt x="3964828" y="3457355"/>
                  </a:lnTo>
                  <a:lnTo>
                    <a:pt x="3908418" y="3462684"/>
                  </a:lnTo>
                  <a:lnTo>
                    <a:pt x="3854915" y="3468543"/>
                  </a:lnTo>
                  <a:lnTo>
                    <a:pt x="3820202" y="3472793"/>
                  </a:lnTo>
                  <a:lnTo>
                    <a:pt x="3759138" y="3481147"/>
                  </a:lnTo>
                  <a:lnTo>
                    <a:pt x="3699968" y="3490332"/>
                  </a:lnTo>
                  <a:lnTo>
                    <a:pt x="3641993" y="3500361"/>
                  </a:lnTo>
                  <a:lnTo>
                    <a:pt x="3584696" y="3511220"/>
                  </a:lnTo>
                  <a:lnTo>
                    <a:pt x="3527713" y="3522865"/>
                  </a:lnTo>
                  <a:lnTo>
                    <a:pt x="3470804" y="3535220"/>
                  </a:lnTo>
                  <a:lnTo>
                    <a:pt x="3413833" y="3548175"/>
                  </a:lnTo>
                  <a:lnTo>
                    <a:pt x="3356748" y="3561594"/>
                  </a:lnTo>
                  <a:lnTo>
                    <a:pt x="3299562" y="3575314"/>
                  </a:lnTo>
                  <a:lnTo>
                    <a:pt x="3242328" y="3589158"/>
                  </a:lnTo>
                  <a:lnTo>
                    <a:pt x="3185119" y="3602941"/>
                  </a:lnTo>
                  <a:lnTo>
                    <a:pt x="3127995" y="3616482"/>
                  </a:lnTo>
                  <a:lnTo>
                    <a:pt x="3070987" y="3629612"/>
                  </a:lnTo>
                  <a:lnTo>
                    <a:pt x="3014067" y="3642185"/>
                  </a:lnTo>
                  <a:lnTo>
                    <a:pt x="2957131" y="3654082"/>
                  </a:lnTo>
                  <a:lnTo>
                    <a:pt x="2899976" y="3665216"/>
                  </a:lnTo>
                  <a:lnTo>
                    <a:pt x="2842281" y="3675531"/>
                  </a:lnTo>
                  <a:lnTo>
                    <a:pt x="2783587" y="3685004"/>
                  </a:lnTo>
                  <a:lnTo>
                    <a:pt x="2723261" y="3693638"/>
                  </a:lnTo>
                  <a:lnTo>
                    <a:pt x="2702183" y="3696393"/>
                  </a:lnTo>
                  <a:lnTo>
                    <a:pt x="2650262" y="3702617"/>
                  </a:lnTo>
                  <a:lnTo>
                    <a:pt x="2595885" y="3708301"/>
                  </a:lnTo>
                  <a:lnTo>
                    <a:pt x="2538368" y="3713463"/>
                  </a:lnTo>
                  <a:lnTo>
                    <a:pt x="2476957" y="3718141"/>
                  </a:lnTo>
                  <a:lnTo>
                    <a:pt x="2410871" y="3722379"/>
                  </a:lnTo>
                  <a:lnTo>
                    <a:pt x="2339348" y="3726223"/>
                  </a:lnTo>
                  <a:lnTo>
                    <a:pt x="2261689" y="3729716"/>
                  </a:lnTo>
                  <a:lnTo>
                    <a:pt x="2177335" y="3732896"/>
                  </a:lnTo>
                  <a:lnTo>
                    <a:pt x="2085956" y="3735795"/>
                  </a:lnTo>
                  <a:lnTo>
                    <a:pt x="1987568" y="3738435"/>
                  </a:lnTo>
                  <a:lnTo>
                    <a:pt x="1882675" y="3740834"/>
                  </a:lnTo>
                  <a:lnTo>
                    <a:pt x="1772417" y="3743000"/>
                  </a:lnTo>
                  <a:lnTo>
                    <a:pt x="1658692" y="3744937"/>
                  </a:lnTo>
                  <a:lnTo>
                    <a:pt x="1544215" y="3746642"/>
                  </a:lnTo>
                  <a:lnTo>
                    <a:pt x="1432445" y="3748109"/>
                  </a:lnTo>
                  <a:lnTo>
                    <a:pt x="1327347" y="3749334"/>
                  </a:lnTo>
                  <a:lnTo>
                    <a:pt x="1232962" y="3750319"/>
                  </a:lnTo>
                  <a:lnTo>
                    <a:pt x="1152843" y="3751072"/>
                  </a:lnTo>
                  <a:lnTo>
                    <a:pt x="1089464" y="3751611"/>
                  </a:lnTo>
                  <a:lnTo>
                    <a:pt x="1043747" y="3751964"/>
                  </a:lnTo>
                  <a:lnTo>
                    <a:pt x="1014829" y="3752168"/>
                  </a:lnTo>
                  <a:lnTo>
                    <a:pt x="1000078" y="3752263"/>
                  </a:lnTo>
                  <a:lnTo>
                    <a:pt x="995292" y="3752292"/>
                  </a:lnTo>
                  <a:lnTo>
                    <a:pt x="994940" y="3752294"/>
                  </a:lnTo>
                  <a:lnTo>
                    <a:pt x="0" y="3752294"/>
                  </a:lnTo>
                  <a:lnTo>
                    <a:pt x="0" y="37522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9" name="pg1898"/>
            <p:cNvSpPr/>
            <p:nvPr/>
          </p:nvSpPr>
          <p:spPr>
            <a:xfrm>
              <a:off x="1199187" y="1304753"/>
              <a:ext cx="12049831" cy="4669404"/>
            </a:xfrm>
            <a:custGeom>
              <a:avLst/>
              <a:pathLst>
                <a:path w="12049831" h="4669404">
                  <a:moveTo>
                    <a:pt x="0" y="4669404"/>
                  </a:moveTo>
                  <a:lnTo>
                    <a:pt x="994940" y="4669404"/>
                  </a:lnTo>
                  <a:lnTo>
                    <a:pt x="995929" y="4669327"/>
                  </a:lnTo>
                  <a:lnTo>
                    <a:pt x="1002473" y="4668777"/>
                  </a:lnTo>
                  <a:lnTo>
                    <a:pt x="1019119" y="4667258"/>
                  </a:lnTo>
                  <a:lnTo>
                    <a:pt x="1049247" y="4664262"/>
                  </a:lnTo>
                  <a:lnTo>
                    <a:pt x="1094898" y="4659302"/>
                  </a:lnTo>
                  <a:lnTo>
                    <a:pt x="1156634" y="4651951"/>
                  </a:lnTo>
                  <a:lnTo>
                    <a:pt x="1233536" y="4641874"/>
                  </a:lnTo>
                  <a:lnTo>
                    <a:pt x="1323418" y="4628854"/>
                  </a:lnTo>
                  <a:lnTo>
                    <a:pt x="1423198" y="4612788"/>
                  </a:lnTo>
                  <a:lnTo>
                    <a:pt x="1529369" y="4593663"/>
                  </a:lnTo>
                  <a:lnTo>
                    <a:pt x="1638454" y="4571524"/>
                  </a:lnTo>
                  <a:lnTo>
                    <a:pt x="1747360" y="4546434"/>
                  </a:lnTo>
                  <a:lnTo>
                    <a:pt x="1853589" y="4518431"/>
                  </a:lnTo>
                  <a:lnTo>
                    <a:pt x="1955319" y="4487503"/>
                  </a:lnTo>
                  <a:lnTo>
                    <a:pt x="2051378" y="4453564"/>
                  </a:lnTo>
                  <a:lnTo>
                    <a:pt x="2141159" y="4416446"/>
                  </a:lnTo>
                  <a:lnTo>
                    <a:pt x="2224500" y="4375895"/>
                  </a:lnTo>
                  <a:lnTo>
                    <a:pt x="2301576" y="4331569"/>
                  </a:lnTo>
                  <a:lnTo>
                    <a:pt x="2372790" y="4283046"/>
                  </a:lnTo>
                  <a:lnTo>
                    <a:pt x="2438697" y="4229837"/>
                  </a:lnTo>
                  <a:lnTo>
                    <a:pt x="2499933" y="4171403"/>
                  </a:lnTo>
                  <a:lnTo>
                    <a:pt x="2557173" y="4107190"/>
                  </a:lnTo>
                  <a:lnTo>
                    <a:pt x="2611092" y="4036677"/>
                  </a:lnTo>
                  <a:lnTo>
                    <a:pt x="2662331" y="3959466"/>
                  </a:lnTo>
                  <a:lnTo>
                    <a:pt x="2702183" y="3892044"/>
                  </a:lnTo>
                  <a:lnTo>
                    <a:pt x="2738329" y="3825185"/>
                  </a:lnTo>
                  <a:lnTo>
                    <a:pt x="2773705" y="3754390"/>
                  </a:lnTo>
                  <a:lnTo>
                    <a:pt x="2808479" y="3679581"/>
                  </a:lnTo>
                  <a:lnTo>
                    <a:pt x="2842793" y="3600717"/>
                  </a:lnTo>
                  <a:lnTo>
                    <a:pt x="2876767" y="3517804"/>
                  </a:lnTo>
                  <a:lnTo>
                    <a:pt x="2910500" y="3430890"/>
                  </a:lnTo>
                  <a:lnTo>
                    <a:pt x="2944073" y="3340078"/>
                  </a:lnTo>
                  <a:lnTo>
                    <a:pt x="2977552" y="3245520"/>
                  </a:lnTo>
                  <a:lnTo>
                    <a:pt x="3010986" y="3147422"/>
                  </a:lnTo>
                  <a:lnTo>
                    <a:pt x="3044414" y="3046047"/>
                  </a:lnTo>
                  <a:lnTo>
                    <a:pt x="3077861" y="2941706"/>
                  </a:lnTo>
                  <a:lnTo>
                    <a:pt x="3111342" y="2834764"/>
                  </a:lnTo>
                  <a:lnTo>
                    <a:pt x="3144863" y="2725628"/>
                  </a:lnTo>
                  <a:lnTo>
                    <a:pt x="3178424" y="2614746"/>
                  </a:lnTo>
                  <a:lnTo>
                    <a:pt x="3212018" y="2502600"/>
                  </a:lnTo>
                  <a:lnTo>
                    <a:pt x="3245632" y="2389692"/>
                  </a:lnTo>
                  <a:lnTo>
                    <a:pt x="3279253" y="2276542"/>
                  </a:lnTo>
                  <a:lnTo>
                    <a:pt x="3312866" y="2163674"/>
                  </a:lnTo>
                  <a:lnTo>
                    <a:pt x="3346457" y="2051604"/>
                  </a:lnTo>
                  <a:lnTo>
                    <a:pt x="3380016" y="1940836"/>
                  </a:lnTo>
                  <a:lnTo>
                    <a:pt x="3413534" y="1831848"/>
                  </a:lnTo>
                  <a:lnTo>
                    <a:pt x="3447012" y="1725086"/>
                  </a:lnTo>
                  <a:lnTo>
                    <a:pt x="3480457" y="1620954"/>
                  </a:lnTo>
                  <a:lnTo>
                    <a:pt x="3513884" y="1519812"/>
                  </a:lnTo>
                  <a:lnTo>
                    <a:pt x="3547320" y="1421969"/>
                  </a:lnTo>
                  <a:lnTo>
                    <a:pt x="3580804" y="1327683"/>
                  </a:lnTo>
                  <a:lnTo>
                    <a:pt x="3614387" y="1237156"/>
                  </a:lnTo>
                  <a:lnTo>
                    <a:pt x="3648135" y="1150537"/>
                  </a:lnTo>
                  <a:lnTo>
                    <a:pt x="3682130" y="1067923"/>
                  </a:lnTo>
                  <a:lnTo>
                    <a:pt x="3716475" y="989362"/>
                  </a:lnTo>
                  <a:lnTo>
                    <a:pt x="3751288" y="914853"/>
                  </a:lnTo>
                  <a:lnTo>
                    <a:pt x="3786715" y="844354"/>
                  </a:lnTo>
                  <a:lnTo>
                    <a:pt x="3820202" y="782601"/>
                  </a:lnTo>
                  <a:lnTo>
                    <a:pt x="3869699" y="699843"/>
                  </a:lnTo>
                  <a:lnTo>
                    <a:pt x="3921404" y="623939"/>
                  </a:lnTo>
                  <a:lnTo>
                    <a:pt x="3975909" y="554670"/>
                  </a:lnTo>
                  <a:lnTo>
                    <a:pt x="4033863" y="491607"/>
                  </a:lnTo>
                  <a:lnTo>
                    <a:pt x="4095943" y="434218"/>
                  </a:lnTo>
                  <a:lnTo>
                    <a:pt x="4162819" y="381948"/>
                  </a:lnTo>
                  <a:lnTo>
                    <a:pt x="4235118" y="334266"/>
                  </a:lnTo>
                  <a:lnTo>
                    <a:pt x="4313369" y="290694"/>
                  </a:lnTo>
                  <a:lnTo>
                    <a:pt x="4397941" y="250825"/>
                  </a:lnTo>
                  <a:lnTo>
                    <a:pt x="4488949" y="214334"/>
                  </a:lnTo>
                  <a:lnTo>
                    <a:pt x="4586159" y="180982"/>
                  </a:lnTo>
                  <a:lnTo>
                    <a:pt x="4688861" y="150619"/>
                  </a:lnTo>
                  <a:lnTo>
                    <a:pt x="4795766" y="123173"/>
                  </a:lnTo>
                  <a:lnTo>
                    <a:pt x="4904920" y="98645"/>
                  </a:lnTo>
                  <a:lnTo>
                    <a:pt x="5013702" y="77080"/>
                  </a:lnTo>
                  <a:lnTo>
                    <a:pt x="5118924" y="58539"/>
                  </a:lnTo>
                  <a:lnTo>
                    <a:pt x="5217071" y="43060"/>
                  </a:lnTo>
                  <a:lnTo>
                    <a:pt x="5304682" y="30616"/>
                  </a:lnTo>
                  <a:lnTo>
                    <a:pt x="5378811" y="21082"/>
                  </a:lnTo>
                  <a:lnTo>
                    <a:pt x="5437490" y="14218"/>
                  </a:lnTo>
                  <a:lnTo>
                    <a:pt x="5480074" y="9670"/>
                  </a:lnTo>
                  <a:lnTo>
                    <a:pt x="5507415" y="6997"/>
                  </a:lnTo>
                  <a:lnTo>
                    <a:pt x="5521825" y="5703"/>
                  </a:lnTo>
                  <a:lnTo>
                    <a:pt x="5526918" y="528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0" y="5272"/>
                  </a:lnTo>
                  <a:lnTo>
                    <a:pt x="6530858" y="5495"/>
                  </a:lnTo>
                  <a:lnTo>
                    <a:pt x="6549513" y="6113"/>
                  </a:lnTo>
                  <a:lnTo>
                    <a:pt x="6583134" y="7331"/>
                  </a:lnTo>
                  <a:lnTo>
                    <a:pt x="6633790" y="9344"/>
                  </a:lnTo>
                  <a:lnTo>
                    <a:pt x="6701797" y="12319"/>
                  </a:lnTo>
                  <a:lnTo>
                    <a:pt x="6785769" y="16382"/>
                  </a:lnTo>
                  <a:lnTo>
                    <a:pt x="6882920" y="21608"/>
                  </a:lnTo>
                  <a:lnTo>
                    <a:pt x="6989571" y="28026"/>
                  </a:lnTo>
                  <a:lnTo>
                    <a:pt x="7101724" y="35632"/>
                  </a:lnTo>
                  <a:lnTo>
                    <a:pt x="7215588" y="44403"/>
                  </a:lnTo>
                  <a:lnTo>
                    <a:pt x="7327943" y="54316"/>
                  </a:lnTo>
                  <a:lnTo>
                    <a:pt x="7436329" y="65364"/>
                  </a:lnTo>
                  <a:lnTo>
                    <a:pt x="7539076" y="77567"/>
                  </a:lnTo>
                  <a:lnTo>
                    <a:pt x="7635229" y="90978"/>
                  </a:lnTo>
                  <a:lnTo>
                    <a:pt x="7724420" y="105686"/>
                  </a:lnTo>
                  <a:lnTo>
                    <a:pt x="7806722" y="121817"/>
                  </a:lnTo>
                  <a:lnTo>
                    <a:pt x="7882519" y="139532"/>
                  </a:lnTo>
                  <a:lnTo>
                    <a:pt x="7952395" y="159024"/>
                  </a:lnTo>
                  <a:lnTo>
                    <a:pt x="8017054" y="180506"/>
                  </a:lnTo>
                  <a:lnTo>
                    <a:pt x="8077253" y="204205"/>
                  </a:lnTo>
                  <a:lnTo>
                    <a:pt x="8133754" y="230334"/>
                  </a:lnTo>
                  <a:lnTo>
                    <a:pt x="8187288" y="259063"/>
                  </a:lnTo>
                  <a:lnTo>
                    <a:pt x="8229629" y="284741"/>
                  </a:lnTo>
                  <a:lnTo>
                    <a:pt x="8281624" y="319947"/>
                  </a:lnTo>
                  <a:lnTo>
                    <a:pt x="8332169" y="358137"/>
                  </a:lnTo>
                  <a:lnTo>
                    <a:pt x="8381719" y="399370"/>
                  </a:lnTo>
                  <a:lnTo>
                    <a:pt x="8430628" y="443633"/>
                  </a:lnTo>
                  <a:lnTo>
                    <a:pt x="8479166" y="490843"/>
                  </a:lnTo>
                  <a:lnTo>
                    <a:pt x="8527530" y="540832"/>
                  </a:lnTo>
                  <a:lnTo>
                    <a:pt x="8575856" y="593349"/>
                  </a:lnTo>
                  <a:lnTo>
                    <a:pt x="8624224" y="648060"/>
                  </a:lnTo>
                  <a:lnTo>
                    <a:pt x="8672671" y="704554"/>
                  </a:lnTo>
                  <a:lnTo>
                    <a:pt x="8721200" y="762353"/>
                  </a:lnTo>
                  <a:lnTo>
                    <a:pt x="8769786" y="820930"/>
                  </a:lnTo>
                  <a:lnTo>
                    <a:pt x="8818389" y="879728"/>
                  </a:lnTo>
                  <a:lnTo>
                    <a:pt x="8866965" y="938178"/>
                  </a:lnTo>
                  <a:lnTo>
                    <a:pt x="8915477" y="995729"/>
                  </a:lnTo>
                  <a:lnTo>
                    <a:pt x="8963905" y="1051862"/>
                  </a:lnTo>
                  <a:lnTo>
                    <a:pt x="9012259" y="1106114"/>
                  </a:lnTo>
                  <a:lnTo>
                    <a:pt x="9060584" y="1158091"/>
                  </a:lnTo>
                  <a:lnTo>
                    <a:pt x="9108974" y="1207475"/>
                  </a:lnTo>
                  <a:lnTo>
                    <a:pt x="9157576" y="1254036"/>
                  </a:lnTo>
                  <a:lnTo>
                    <a:pt x="9206602" y="1297625"/>
                  </a:lnTo>
                  <a:lnTo>
                    <a:pt x="9256341" y="1338173"/>
                  </a:lnTo>
                  <a:lnTo>
                    <a:pt x="9307167" y="1375688"/>
                  </a:lnTo>
                  <a:lnTo>
                    <a:pt x="9347647" y="1402743"/>
                  </a:lnTo>
                  <a:lnTo>
                    <a:pt x="9399233" y="1433674"/>
                  </a:lnTo>
                  <a:lnTo>
                    <a:pt x="9453240" y="1461937"/>
                  </a:lnTo>
                  <a:lnTo>
                    <a:pt x="9510338" y="1487623"/>
                  </a:lnTo>
                  <a:lnTo>
                    <a:pt x="9571266" y="1510916"/>
                  </a:lnTo>
                  <a:lnTo>
                    <a:pt x="9636790" y="1532031"/>
                  </a:lnTo>
                  <a:lnTo>
                    <a:pt x="9707661" y="1551195"/>
                  </a:lnTo>
                  <a:lnTo>
                    <a:pt x="9784566" y="1568618"/>
                  </a:lnTo>
                  <a:lnTo>
                    <a:pt x="9868060" y="1584488"/>
                  </a:lnTo>
                  <a:lnTo>
                    <a:pt x="9958483" y="1598959"/>
                  </a:lnTo>
                  <a:lnTo>
                    <a:pt x="10055839" y="1612151"/>
                  </a:lnTo>
                  <a:lnTo>
                    <a:pt x="10159668" y="1624148"/>
                  </a:lnTo>
                  <a:lnTo>
                    <a:pt x="10268896" y="1634996"/>
                  </a:lnTo>
                  <a:lnTo>
                    <a:pt x="10381718" y="1644709"/>
                  </a:lnTo>
                  <a:lnTo>
                    <a:pt x="10495534" y="1653276"/>
                  </a:lnTo>
                  <a:lnTo>
                    <a:pt x="10607005" y="1660674"/>
                  </a:lnTo>
                  <a:lnTo>
                    <a:pt x="10712270" y="1666882"/>
                  </a:lnTo>
                  <a:lnTo>
                    <a:pt x="10807349" y="1671900"/>
                  </a:lnTo>
                  <a:lnTo>
                    <a:pt x="10888677" y="1675764"/>
                  </a:lnTo>
                  <a:lnTo>
                    <a:pt x="10953683" y="1678560"/>
                  </a:lnTo>
                  <a:lnTo>
                    <a:pt x="11001265" y="1680419"/>
                  </a:lnTo>
                  <a:lnTo>
                    <a:pt x="11032051" y="1681517"/>
                  </a:lnTo>
                  <a:lnTo>
                    <a:pt x="11048408" y="1682050"/>
                  </a:lnTo>
                  <a:lnTo>
                    <a:pt x="11054262" y="1682226"/>
                  </a:lnTo>
                  <a:lnTo>
                    <a:pt x="11054891" y="1682243"/>
                  </a:lnTo>
                  <a:lnTo>
                    <a:pt x="12049831" y="1682243"/>
                  </a:lnTo>
                  <a:lnTo>
                    <a:pt x="12049831" y="1677002"/>
                  </a:lnTo>
                  <a:lnTo>
                    <a:pt x="11054891" y="1677002"/>
                  </a:lnTo>
                  <a:lnTo>
                    <a:pt x="11053777" y="1676971"/>
                  </a:lnTo>
                  <a:lnTo>
                    <a:pt x="11046419" y="1676747"/>
                  </a:lnTo>
                  <a:lnTo>
                    <a:pt x="11027764" y="1676130"/>
                  </a:lnTo>
                  <a:lnTo>
                    <a:pt x="10994143" y="1674912"/>
                  </a:lnTo>
                  <a:lnTo>
                    <a:pt x="10943487" y="1672899"/>
                  </a:lnTo>
                  <a:lnTo>
                    <a:pt x="10875480" y="1669924"/>
                  </a:lnTo>
                  <a:lnTo>
                    <a:pt x="10791508" y="1665861"/>
                  </a:lnTo>
                  <a:lnTo>
                    <a:pt x="10694356" y="1660635"/>
                  </a:lnTo>
                  <a:lnTo>
                    <a:pt x="10587706" y="1654216"/>
                  </a:lnTo>
                  <a:lnTo>
                    <a:pt x="10475552" y="1646610"/>
                  </a:lnTo>
                  <a:lnTo>
                    <a:pt x="10361688" y="1637840"/>
                  </a:lnTo>
                  <a:lnTo>
                    <a:pt x="10249333" y="1627927"/>
                  </a:lnTo>
                  <a:lnTo>
                    <a:pt x="10140947" y="1616878"/>
                  </a:lnTo>
                  <a:lnTo>
                    <a:pt x="10038201" y="1604675"/>
                  </a:lnTo>
                  <a:lnTo>
                    <a:pt x="9942047" y="1591265"/>
                  </a:lnTo>
                  <a:lnTo>
                    <a:pt x="9852856" y="1576557"/>
                  </a:lnTo>
                  <a:lnTo>
                    <a:pt x="9770554" y="1560426"/>
                  </a:lnTo>
                  <a:lnTo>
                    <a:pt x="9694758" y="1542711"/>
                  </a:lnTo>
                  <a:lnTo>
                    <a:pt x="9624881" y="1523219"/>
                  </a:lnTo>
                  <a:lnTo>
                    <a:pt x="9560222" y="1501736"/>
                  </a:lnTo>
                  <a:lnTo>
                    <a:pt x="9500024" y="1478038"/>
                  </a:lnTo>
                  <a:lnTo>
                    <a:pt x="9443522" y="1451909"/>
                  </a:lnTo>
                  <a:lnTo>
                    <a:pt x="9389989" y="1423180"/>
                  </a:lnTo>
                  <a:lnTo>
                    <a:pt x="9347647" y="1397502"/>
                  </a:lnTo>
                  <a:lnTo>
                    <a:pt x="9295652" y="1362296"/>
                  </a:lnTo>
                  <a:lnTo>
                    <a:pt x="9245108" y="1324105"/>
                  </a:lnTo>
                  <a:lnTo>
                    <a:pt x="9195558" y="1282873"/>
                  </a:lnTo>
                  <a:lnTo>
                    <a:pt x="9146649" y="1238609"/>
                  </a:lnTo>
                  <a:lnTo>
                    <a:pt x="9098111" y="1191399"/>
                  </a:lnTo>
                  <a:lnTo>
                    <a:pt x="9049746" y="1141410"/>
                  </a:lnTo>
                  <a:lnTo>
                    <a:pt x="9001421" y="1088893"/>
                  </a:lnTo>
                  <a:lnTo>
                    <a:pt x="8953053" y="1034183"/>
                  </a:lnTo>
                  <a:lnTo>
                    <a:pt x="8904605" y="977689"/>
                  </a:lnTo>
                  <a:lnTo>
                    <a:pt x="8856076" y="919890"/>
                  </a:lnTo>
                  <a:lnTo>
                    <a:pt x="8807491" y="861312"/>
                  </a:lnTo>
                  <a:lnTo>
                    <a:pt x="8758888" y="802515"/>
                  </a:lnTo>
                  <a:lnTo>
                    <a:pt x="8710312" y="744064"/>
                  </a:lnTo>
                  <a:lnTo>
                    <a:pt x="8661800" y="686513"/>
                  </a:lnTo>
                  <a:lnTo>
                    <a:pt x="8613371" y="630380"/>
                  </a:lnTo>
                  <a:lnTo>
                    <a:pt x="8565017" y="576128"/>
                  </a:lnTo>
                  <a:lnTo>
                    <a:pt x="8516692" y="524152"/>
                  </a:lnTo>
                  <a:lnTo>
                    <a:pt x="8468303" y="474767"/>
                  </a:lnTo>
                  <a:lnTo>
                    <a:pt x="8419701" y="428206"/>
                  </a:lnTo>
                  <a:lnTo>
                    <a:pt x="8370674" y="384618"/>
                  </a:lnTo>
                  <a:lnTo>
                    <a:pt x="8320936" y="344069"/>
                  </a:lnTo>
                  <a:lnTo>
                    <a:pt x="8270110" y="306555"/>
                  </a:lnTo>
                  <a:lnTo>
                    <a:pt x="8229629" y="279500"/>
                  </a:lnTo>
                  <a:lnTo>
                    <a:pt x="8178043" y="248568"/>
                  </a:lnTo>
                  <a:lnTo>
                    <a:pt x="8124037" y="220306"/>
                  </a:lnTo>
                  <a:lnTo>
                    <a:pt x="8066939" y="194619"/>
                  </a:lnTo>
                  <a:lnTo>
                    <a:pt x="8006010" y="171327"/>
                  </a:lnTo>
                  <a:lnTo>
                    <a:pt x="7940486" y="150211"/>
                  </a:lnTo>
                  <a:lnTo>
                    <a:pt x="7869615" y="131048"/>
                  </a:lnTo>
                  <a:lnTo>
                    <a:pt x="7792711" y="113625"/>
                  </a:lnTo>
                  <a:lnTo>
                    <a:pt x="7709216" y="97755"/>
                  </a:lnTo>
                  <a:lnTo>
                    <a:pt x="7618793" y="83284"/>
                  </a:lnTo>
                  <a:lnTo>
                    <a:pt x="7521437" y="70091"/>
                  </a:lnTo>
                  <a:lnTo>
                    <a:pt x="7417609" y="58095"/>
                  </a:lnTo>
                  <a:lnTo>
                    <a:pt x="7308381" y="47247"/>
                  </a:lnTo>
                  <a:lnTo>
                    <a:pt x="7195559" y="37534"/>
                  </a:lnTo>
                  <a:lnTo>
                    <a:pt x="7081743" y="28966"/>
                  </a:lnTo>
                  <a:lnTo>
                    <a:pt x="6970272" y="21568"/>
                  </a:lnTo>
                  <a:lnTo>
                    <a:pt x="6865006" y="15360"/>
                  </a:lnTo>
                  <a:lnTo>
                    <a:pt x="6769927" y="10342"/>
                  </a:lnTo>
                  <a:lnTo>
                    <a:pt x="6688599" y="6478"/>
                  </a:lnTo>
                  <a:lnTo>
                    <a:pt x="6623594" y="3683"/>
                  </a:lnTo>
                  <a:lnTo>
                    <a:pt x="6576012" y="1823"/>
                  </a:lnTo>
                  <a:lnTo>
                    <a:pt x="6545226" y="726"/>
                  </a:lnTo>
                  <a:lnTo>
                    <a:pt x="6528869" y="192"/>
                  </a:lnTo>
                  <a:lnTo>
                    <a:pt x="6523014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56" y="77"/>
                  </a:lnTo>
                  <a:lnTo>
                    <a:pt x="5519912" y="627"/>
                  </a:lnTo>
                  <a:lnTo>
                    <a:pt x="5503266" y="2146"/>
                  </a:lnTo>
                  <a:lnTo>
                    <a:pt x="5473138" y="5142"/>
                  </a:lnTo>
                  <a:lnTo>
                    <a:pt x="5427487" y="10102"/>
                  </a:lnTo>
                  <a:lnTo>
                    <a:pt x="5365751" y="17453"/>
                  </a:lnTo>
                  <a:lnTo>
                    <a:pt x="5288849" y="27530"/>
                  </a:lnTo>
                  <a:lnTo>
                    <a:pt x="5198967" y="40550"/>
                  </a:lnTo>
                  <a:lnTo>
                    <a:pt x="5099187" y="56616"/>
                  </a:lnTo>
                  <a:lnTo>
                    <a:pt x="4993016" y="75741"/>
                  </a:lnTo>
                  <a:lnTo>
                    <a:pt x="4883931" y="97880"/>
                  </a:lnTo>
                  <a:lnTo>
                    <a:pt x="4775025" y="122970"/>
                  </a:lnTo>
                  <a:lnTo>
                    <a:pt x="4668796" y="150973"/>
                  </a:lnTo>
                  <a:lnTo>
                    <a:pt x="4567066" y="181901"/>
                  </a:lnTo>
                  <a:lnTo>
                    <a:pt x="4471007" y="215840"/>
                  </a:lnTo>
                  <a:lnTo>
                    <a:pt x="4381226" y="252958"/>
                  </a:lnTo>
                  <a:lnTo>
                    <a:pt x="4297885" y="293509"/>
                  </a:lnTo>
                  <a:lnTo>
                    <a:pt x="4220809" y="337835"/>
                  </a:lnTo>
                  <a:lnTo>
                    <a:pt x="4149595" y="386358"/>
                  </a:lnTo>
                  <a:lnTo>
                    <a:pt x="4083688" y="439567"/>
                  </a:lnTo>
                  <a:lnTo>
                    <a:pt x="4022452" y="498001"/>
                  </a:lnTo>
                  <a:lnTo>
                    <a:pt x="3965212" y="562214"/>
                  </a:lnTo>
                  <a:lnTo>
                    <a:pt x="3911293" y="632727"/>
                  </a:lnTo>
                  <a:lnTo>
                    <a:pt x="3860054" y="709938"/>
                  </a:lnTo>
                  <a:lnTo>
                    <a:pt x="3820202" y="777360"/>
                  </a:lnTo>
                  <a:lnTo>
                    <a:pt x="3784056" y="844219"/>
                  </a:lnTo>
                  <a:lnTo>
                    <a:pt x="3748680" y="915014"/>
                  </a:lnTo>
                  <a:lnTo>
                    <a:pt x="3713906" y="989823"/>
                  </a:lnTo>
                  <a:lnTo>
                    <a:pt x="3679592" y="1068686"/>
                  </a:lnTo>
                  <a:lnTo>
                    <a:pt x="3645618" y="1151600"/>
                  </a:lnTo>
                  <a:lnTo>
                    <a:pt x="3611885" y="1238514"/>
                  </a:lnTo>
                  <a:lnTo>
                    <a:pt x="3578312" y="1329326"/>
                  </a:lnTo>
                  <a:lnTo>
                    <a:pt x="3544833" y="1423884"/>
                  </a:lnTo>
                  <a:lnTo>
                    <a:pt x="3511399" y="1521982"/>
                  </a:lnTo>
                  <a:lnTo>
                    <a:pt x="3477971" y="1623357"/>
                  </a:lnTo>
                  <a:lnTo>
                    <a:pt x="3444524" y="1727698"/>
                  </a:lnTo>
                  <a:lnTo>
                    <a:pt x="3411043" y="1834640"/>
                  </a:lnTo>
                  <a:lnTo>
                    <a:pt x="3377522" y="1943776"/>
                  </a:lnTo>
                  <a:lnTo>
                    <a:pt x="3343961" y="2054658"/>
                  </a:lnTo>
                  <a:lnTo>
                    <a:pt x="3310367" y="2166804"/>
                  </a:lnTo>
                  <a:lnTo>
                    <a:pt x="3276753" y="2279712"/>
                  </a:lnTo>
                  <a:lnTo>
                    <a:pt x="3243132" y="2392862"/>
                  </a:lnTo>
                  <a:lnTo>
                    <a:pt x="3209519" y="2505730"/>
                  </a:lnTo>
                  <a:lnTo>
                    <a:pt x="3175928" y="2617800"/>
                  </a:lnTo>
                  <a:lnTo>
                    <a:pt x="3142369" y="2728568"/>
                  </a:lnTo>
                  <a:lnTo>
                    <a:pt x="3108851" y="2837556"/>
                  </a:lnTo>
                  <a:lnTo>
                    <a:pt x="3075373" y="2944318"/>
                  </a:lnTo>
                  <a:lnTo>
                    <a:pt x="3041928" y="3048450"/>
                  </a:lnTo>
                  <a:lnTo>
                    <a:pt x="3008501" y="3149592"/>
                  </a:lnTo>
                  <a:lnTo>
                    <a:pt x="2975065" y="3247435"/>
                  </a:lnTo>
                  <a:lnTo>
                    <a:pt x="2941581" y="3341721"/>
                  </a:lnTo>
                  <a:lnTo>
                    <a:pt x="2907998" y="3432248"/>
                  </a:lnTo>
                  <a:lnTo>
                    <a:pt x="2874250" y="3518867"/>
                  </a:lnTo>
                  <a:lnTo>
                    <a:pt x="2840255" y="3601481"/>
                  </a:lnTo>
                  <a:lnTo>
                    <a:pt x="2805910" y="3680042"/>
                  </a:lnTo>
                  <a:lnTo>
                    <a:pt x="2771097" y="3754551"/>
                  </a:lnTo>
                  <a:lnTo>
                    <a:pt x="2735670" y="3825050"/>
                  </a:lnTo>
                  <a:lnTo>
                    <a:pt x="2702183" y="3886803"/>
                  </a:lnTo>
                  <a:lnTo>
                    <a:pt x="2652686" y="3969561"/>
                  </a:lnTo>
                  <a:lnTo>
                    <a:pt x="2600981" y="4045465"/>
                  </a:lnTo>
                  <a:lnTo>
                    <a:pt x="2546476" y="4114734"/>
                  </a:lnTo>
                  <a:lnTo>
                    <a:pt x="2488522" y="4177797"/>
                  </a:lnTo>
                  <a:lnTo>
                    <a:pt x="2426442" y="4235186"/>
                  </a:lnTo>
                  <a:lnTo>
                    <a:pt x="2359566" y="4287456"/>
                  </a:lnTo>
                  <a:lnTo>
                    <a:pt x="2287267" y="4335138"/>
                  </a:lnTo>
                  <a:lnTo>
                    <a:pt x="2209016" y="4378710"/>
                  </a:lnTo>
                  <a:lnTo>
                    <a:pt x="2124444" y="4418579"/>
                  </a:lnTo>
                  <a:lnTo>
                    <a:pt x="2033435" y="4455070"/>
                  </a:lnTo>
                  <a:lnTo>
                    <a:pt x="1936226" y="4488422"/>
                  </a:lnTo>
                  <a:lnTo>
                    <a:pt x="1833524" y="4518785"/>
                  </a:lnTo>
                  <a:lnTo>
                    <a:pt x="1726619" y="4546231"/>
                  </a:lnTo>
                  <a:lnTo>
                    <a:pt x="1617465" y="4570759"/>
                  </a:lnTo>
                  <a:lnTo>
                    <a:pt x="1508683" y="4592324"/>
                  </a:lnTo>
                  <a:lnTo>
                    <a:pt x="1403461" y="4610865"/>
                  </a:lnTo>
                  <a:lnTo>
                    <a:pt x="1305314" y="4626344"/>
                  </a:lnTo>
                  <a:lnTo>
                    <a:pt x="1217703" y="4638788"/>
                  </a:lnTo>
                  <a:lnTo>
                    <a:pt x="1143574" y="4648322"/>
                  </a:lnTo>
                  <a:lnTo>
                    <a:pt x="1084895" y="4655186"/>
                  </a:lnTo>
                  <a:lnTo>
                    <a:pt x="1042311" y="4659733"/>
                  </a:lnTo>
                  <a:lnTo>
                    <a:pt x="1014970" y="4662407"/>
                  </a:lnTo>
                  <a:lnTo>
                    <a:pt x="1000560" y="4663701"/>
                  </a:lnTo>
                  <a:lnTo>
                    <a:pt x="995467" y="4664123"/>
                  </a:lnTo>
                  <a:lnTo>
                    <a:pt x="994940" y="4664164"/>
                  </a:lnTo>
                  <a:lnTo>
                    <a:pt x="0" y="4664164"/>
                  </a:lnTo>
                  <a:close/>
                </a:path>
              </a:pathLst>
            </a:custGeom>
            <a:solidFill>
              <a:srgbClr val="6FA8D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00" name="pl1899"/>
            <p:cNvSpPr/>
            <p:nvPr/>
          </p:nvSpPr>
          <p:spPr>
            <a:xfrm>
              <a:off x="1199187" y="1309993"/>
              <a:ext cx="12049831" cy="4664164"/>
            </a:xfrm>
            <a:custGeom>
              <a:avLst/>
              <a:pathLst>
                <a:path w="12049831" h="4664164">
                  <a:moveTo>
                    <a:pt x="0" y="4664164"/>
                  </a:moveTo>
                  <a:lnTo>
                    <a:pt x="994940" y="4664164"/>
                  </a:lnTo>
                  <a:lnTo>
                    <a:pt x="995929" y="4664087"/>
                  </a:lnTo>
                  <a:lnTo>
                    <a:pt x="1002473" y="4663536"/>
                  </a:lnTo>
                  <a:lnTo>
                    <a:pt x="1019119" y="4662017"/>
                  </a:lnTo>
                  <a:lnTo>
                    <a:pt x="1049247" y="4659021"/>
                  </a:lnTo>
                  <a:lnTo>
                    <a:pt x="1094898" y="4654062"/>
                  </a:lnTo>
                  <a:lnTo>
                    <a:pt x="1156634" y="4646710"/>
                  </a:lnTo>
                  <a:lnTo>
                    <a:pt x="1233536" y="4636633"/>
                  </a:lnTo>
                  <a:lnTo>
                    <a:pt x="1323418" y="4623614"/>
                  </a:lnTo>
                  <a:lnTo>
                    <a:pt x="1423198" y="4607547"/>
                  </a:lnTo>
                  <a:lnTo>
                    <a:pt x="1529369" y="4588422"/>
                  </a:lnTo>
                  <a:lnTo>
                    <a:pt x="1638454" y="4566284"/>
                  </a:lnTo>
                  <a:lnTo>
                    <a:pt x="1747360" y="4541194"/>
                  </a:lnTo>
                  <a:lnTo>
                    <a:pt x="1853589" y="4513191"/>
                  </a:lnTo>
                  <a:lnTo>
                    <a:pt x="1955319" y="4482262"/>
                  </a:lnTo>
                  <a:lnTo>
                    <a:pt x="2051378" y="4448323"/>
                  </a:lnTo>
                  <a:lnTo>
                    <a:pt x="2141159" y="4411206"/>
                  </a:lnTo>
                  <a:lnTo>
                    <a:pt x="2224500" y="4370654"/>
                  </a:lnTo>
                  <a:lnTo>
                    <a:pt x="2301576" y="4326328"/>
                  </a:lnTo>
                  <a:lnTo>
                    <a:pt x="2372790" y="4277806"/>
                  </a:lnTo>
                  <a:lnTo>
                    <a:pt x="2438697" y="4224597"/>
                  </a:lnTo>
                  <a:lnTo>
                    <a:pt x="2499933" y="4166163"/>
                  </a:lnTo>
                  <a:lnTo>
                    <a:pt x="2557173" y="4101949"/>
                  </a:lnTo>
                  <a:lnTo>
                    <a:pt x="2611092" y="4031437"/>
                  </a:lnTo>
                  <a:lnTo>
                    <a:pt x="2662331" y="3954226"/>
                  </a:lnTo>
                  <a:lnTo>
                    <a:pt x="2702183" y="3886803"/>
                  </a:lnTo>
                  <a:lnTo>
                    <a:pt x="2738329" y="3819944"/>
                  </a:lnTo>
                  <a:lnTo>
                    <a:pt x="2773705" y="3749149"/>
                  </a:lnTo>
                  <a:lnTo>
                    <a:pt x="2808479" y="3674340"/>
                  </a:lnTo>
                  <a:lnTo>
                    <a:pt x="2842793" y="3595477"/>
                  </a:lnTo>
                  <a:lnTo>
                    <a:pt x="2876767" y="3512563"/>
                  </a:lnTo>
                  <a:lnTo>
                    <a:pt x="2910500" y="3425650"/>
                  </a:lnTo>
                  <a:lnTo>
                    <a:pt x="2944073" y="3334837"/>
                  </a:lnTo>
                  <a:lnTo>
                    <a:pt x="2977552" y="3240279"/>
                  </a:lnTo>
                  <a:lnTo>
                    <a:pt x="3010986" y="3142182"/>
                  </a:lnTo>
                  <a:lnTo>
                    <a:pt x="3044414" y="3040806"/>
                  </a:lnTo>
                  <a:lnTo>
                    <a:pt x="3077861" y="2936465"/>
                  </a:lnTo>
                  <a:lnTo>
                    <a:pt x="3111342" y="2829523"/>
                  </a:lnTo>
                  <a:lnTo>
                    <a:pt x="3144863" y="2720387"/>
                  </a:lnTo>
                  <a:lnTo>
                    <a:pt x="3178424" y="2609506"/>
                  </a:lnTo>
                  <a:lnTo>
                    <a:pt x="3212018" y="2497359"/>
                  </a:lnTo>
                  <a:lnTo>
                    <a:pt x="3245632" y="2384451"/>
                  </a:lnTo>
                  <a:lnTo>
                    <a:pt x="3279253" y="2271302"/>
                  </a:lnTo>
                  <a:lnTo>
                    <a:pt x="3312866" y="2158433"/>
                  </a:lnTo>
                  <a:lnTo>
                    <a:pt x="3346457" y="2046363"/>
                  </a:lnTo>
                  <a:lnTo>
                    <a:pt x="3380016" y="1935595"/>
                  </a:lnTo>
                  <a:lnTo>
                    <a:pt x="3413534" y="1826608"/>
                  </a:lnTo>
                  <a:lnTo>
                    <a:pt x="3447012" y="1719845"/>
                  </a:lnTo>
                  <a:lnTo>
                    <a:pt x="3480457" y="1615713"/>
                  </a:lnTo>
                  <a:lnTo>
                    <a:pt x="3513884" y="1514571"/>
                  </a:lnTo>
                  <a:lnTo>
                    <a:pt x="3547320" y="1416729"/>
                  </a:lnTo>
                  <a:lnTo>
                    <a:pt x="3580804" y="1322442"/>
                  </a:lnTo>
                  <a:lnTo>
                    <a:pt x="3614387" y="1231915"/>
                  </a:lnTo>
                  <a:lnTo>
                    <a:pt x="3648135" y="1145296"/>
                  </a:lnTo>
                  <a:lnTo>
                    <a:pt x="3682130" y="1062683"/>
                  </a:lnTo>
                  <a:lnTo>
                    <a:pt x="3716475" y="984121"/>
                  </a:lnTo>
                  <a:lnTo>
                    <a:pt x="3751288" y="909612"/>
                  </a:lnTo>
                  <a:lnTo>
                    <a:pt x="3786715" y="839113"/>
                  </a:lnTo>
                  <a:lnTo>
                    <a:pt x="3820202" y="777360"/>
                  </a:lnTo>
                  <a:lnTo>
                    <a:pt x="3869699" y="694603"/>
                  </a:lnTo>
                  <a:lnTo>
                    <a:pt x="3921404" y="618698"/>
                  </a:lnTo>
                  <a:lnTo>
                    <a:pt x="3975909" y="549429"/>
                  </a:lnTo>
                  <a:lnTo>
                    <a:pt x="4033863" y="486366"/>
                  </a:lnTo>
                  <a:lnTo>
                    <a:pt x="4095943" y="428977"/>
                  </a:lnTo>
                  <a:lnTo>
                    <a:pt x="4162819" y="376707"/>
                  </a:lnTo>
                  <a:lnTo>
                    <a:pt x="4235118" y="329025"/>
                  </a:lnTo>
                  <a:lnTo>
                    <a:pt x="4313369" y="285453"/>
                  </a:lnTo>
                  <a:lnTo>
                    <a:pt x="4397941" y="245584"/>
                  </a:lnTo>
                  <a:lnTo>
                    <a:pt x="4488949" y="209093"/>
                  </a:lnTo>
                  <a:lnTo>
                    <a:pt x="4586159" y="175742"/>
                  </a:lnTo>
                  <a:lnTo>
                    <a:pt x="4688861" y="145378"/>
                  </a:lnTo>
                  <a:lnTo>
                    <a:pt x="4795766" y="117933"/>
                  </a:lnTo>
                  <a:lnTo>
                    <a:pt x="4904920" y="93404"/>
                  </a:lnTo>
                  <a:lnTo>
                    <a:pt x="5013702" y="71839"/>
                  </a:lnTo>
                  <a:lnTo>
                    <a:pt x="5118924" y="53298"/>
                  </a:lnTo>
                  <a:lnTo>
                    <a:pt x="5217071" y="37819"/>
                  </a:lnTo>
                  <a:lnTo>
                    <a:pt x="5304682" y="25375"/>
                  </a:lnTo>
                  <a:lnTo>
                    <a:pt x="5378811" y="15841"/>
                  </a:lnTo>
                  <a:lnTo>
                    <a:pt x="5437490" y="8978"/>
                  </a:lnTo>
                  <a:lnTo>
                    <a:pt x="5480074" y="4430"/>
                  </a:lnTo>
                  <a:lnTo>
                    <a:pt x="5507415" y="1756"/>
                  </a:lnTo>
                  <a:lnTo>
                    <a:pt x="5521825" y="462"/>
                  </a:lnTo>
                  <a:lnTo>
                    <a:pt x="5526918" y="4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0" y="31"/>
                  </a:lnTo>
                  <a:lnTo>
                    <a:pt x="6530858" y="255"/>
                  </a:lnTo>
                  <a:lnTo>
                    <a:pt x="6549513" y="872"/>
                  </a:lnTo>
                  <a:lnTo>
                    <a:pt x="6583134" y="2090"/>
                  </a:lnTo>
                  <a:lnTo>
                    <a:pt x="6633790" y="4103"/>
                  </a:lnTo>
                  <a:lnTo>
                    <a:pt x="6701797" y="7078"/>
                  </a:lnTo>
                  <a:lnTo>
                    <a:pt x="6785769" y="11141"/>
                  </a:lnTo>
                  <a:lnTo>
                    <a:pt x="6882920" y="16367"/>
                  </a:lnTo>
                  <a:lnTo>
                    <a:pt x="6989571" y="22785"/>
                  </a:lnTo>
                  <a:lnTo>
                    <a:pt x="7101724" y="30392"/>
                  </a:lnTo>
                  <a:lnTo>
                    <a:pt x="7215588" y="39162"/>
                  </a:lnTo>
                  <a:lnTo>
                    <a:pt x="7327943" y="49075"/>
                  </a:lnTo>
                  <a:lnTo>
                    <a:pt x="7436329" y="60123"/>
                  </a:lnTo>
                  <a:lnTo>
                    <a:pt x="7539076" y="72326"/>
                  </a:lnTo>
                  <a:lnTo>
                    <a:pt x="7635229" y="85737"/>
                  </a:lnTo>
                  <a:lnTo>
                    <a:pt x="7724420" y="100445"/>
                  </a:lnTo>
                  <a:lnTo>
                    <a:pt x="7806722" y="116576"/>
                  </a:lnTo>
                  <a:lnTo>
                    <a:pt x="7882519" y="134291"/>
                  </a:lnTo>
                  <a:lnTo>
                    <a:pt x="7952395" y="153783"/>
                  </a:lnTo>
                  <a:lnTo>
                    <a:pt x="8017054" y="175266"/>
                  </a:lnTo>
                  <a:lnTo>
                    <a:pt x="8077253" y="198964"/>
                  </a:lnTo>
                  <a:lnTo>
                    <a:pt x="8133754" y="225093"/>
                  </a:lnTo>
                  <a:lnTo>
                    <a:pt x="8187288" y="253822"/>
                  </a:lnTo>
                  <a:lnTo>
                    <a:pt x="8229629" y="279500"/>
                  </a:lnTo>
                  <a:lnTo>
                    <a:pt x="8281624" y="314706"/>
                  </a:lnTo>
                  <a:lnTo>
                    <a:pt x="8332169" y="352897"/>
                  </a:lnTo>
                  <a:lnTo>
                    <a:pt x="8381719" y="394129"/>
                  </a:lnTo>
                  <a:lnTo>
                    <a:pt x="8430628" y="438393"/>
                  </a:lnTo>
                  <a:lnTo>
                    <a:pt x="8479166" y="485603"/>
                  </a:lnTo>
                  <a:lnTo>
                    <a:pt x="8527530" y="535592"/>
                  </a:lnTo>
                  <a:lnTo>
                    <a:pt x="8575856" y="588109"/>
                  </a:lnTo>
                  <a:lnTo>
                    <a:pt x="8624224" y="642819"/>
                  </a:lnTo>
                  <a:lnTo>
                    <a:pt x="8672671" y="699313"/>
                  </a:lnTo>
                  <a:lnTo>
                    <a:pt x="8721200" y="757112"/>
                  </a:lnTo>
                  <a:lnTo>
                    <a:pt x="8769786" y="815690"/>
                  </a:lnTo>
                  <a:lnTo>
                    <a:pt x="8818389" y="874487"/>
                  </a:lnTo>
                  <a:lnTo>
                    <a:pt x="8866965" y="932938"/>
                  </a:lnTo>
                  <a:lnTo>
                    <a:pt x="8915477" y="990489"/>
                  </a:lnTo>
                  <a:lnTo>
                    <a:pt x="8963905" y="1046622"/>
                  </a:lnTo>
                  <a:lnTo>
                    <a:pt x="9012259" y="1100874"/>
                  </a:lnTo>
                  <a:lnTo>
                    <a:pt x="9060584" y="1152850"/>
                  </a:lnTo>
                  <a:lnTo>
                    <a:pt x="9108974" y="1202235"/>
                  </a:lnTo>
                  <a:lnTo>
                    <a:pt x="9157576" y="1248795"/>
                  </a:lnTo>
                  <a:lnTo>
                    <a:pt x="9206602" y="1292384"/>
                  </a:lnTo>
                  <a:lnTo>
                    <a:pt x="9256341" y="1332933"/>
                  </a:lnTo>
                  <a:lnTo>
                    <a:pt x="9307167" y="1370447"/>
                  </a:lnTo>
                  <a:lnTo>
                    <a:pt x="9347647" y="1397502"/>
                  </a:lnTo>
                  <a:lnTo>
                    <a:pt x="9399233" y="1428434"/>
                  </a:lnTo>
                  <a:lnTo>
                    <a:pt x="9453240" y="1456696"/>
                  </a:lnTo>
                  <a:lnTo>
                    <a:pt x="9510338" y="1482383"/>
                  </a:lnTo>
                  <a:lnTo>
                    <a:pt x="9571266" y="1505675"/>
                  </a:lnTo>
                  <a:lnTo>
                    <a:pt x="9636790" y="1526790"/>
                  </a:lnTo>
                  <a:lnTo>
                    <a:pt x="9707661" y="1545954"/>
                  </a:lnTo>
                  <a:lnTo>
                    <a:pt x="9784566" y="1563377"/>
                  </a:lnTo>
                  <a:lnTo>
                    <a:pt x="9868060" y="1579247"/>
                  </a:lnTo>
                  <a:lnTo>
                    <a:pt x="9958483" y="1593718"/>
                  </a:lnTo>
                  <a:lnTo>
                    <a:pt x="10055839" y="1606911"/>
                  </a:lnTo>
                  <a:lnTo>
                    <a:pt x="10159668" y="1618907"/>
                  </a:lnTo>
                  <a:lnTo>
                    <a:pt x="10268896" y="1629755"/>
                  </a:lnTo>
                  <a:lnTo>
                    <a:pt x="10381718" y="1639468"/>
                  </a:lnTo>
                  <a:lnTo>
                    <a:pt x="10495534" y="1648035"/>
                  </a:lnTo>
                  <a:lnTo>
                    <a:pt x="10607005" y="1655434"/>
                  </a:lnTo>
                  <a:lnTo>
                    <a:pt x="10712270" y="1661642"/>
                  </a:lnTo>
                  <a:lnTo>
                    <a:pt x="10807349" y="1666660"/>
                  </a:lnTo>
                  <a:lnTo>
                    <a:pt x="10888677" y="1670524"/>
                  </a:lnTo>
                  <a:lnTo>
                    <a:pt x="10953683" y="1673319"/>
                  </a:lnTo>
                  <a:lnTo>
                    <a:pt x="11001265" y="1675179"/>
                  </a:lnTo>
                  <a:lnTo>
                    <a:pt x="11032051" y="1676276"/>
                  </a:lnTo>
                  <a:lnTo>
                    <a:pt x="11048408" y="1676810"/>
                  </a:lnTo>
                  <a:lnTo>
                    <a:pt x="11054262" y="1676985"/>
                  </a:lnTo>
                  <a:lnTo>
                    <a:pt x="11054891" y="1677002"/>
                  </a:lnTo>
                  <a:lnTo>
                    <a:pt x="12049831" y="1677002"/>
                  </a:lnTo>
                  <a:lnTo>
                    <a:pt x="12049831" y="16770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1" name="pl1900"/>
            <p:cNvSpPr/>
            <p:nvPr/>
          </p:nvSpPr>
          <p:spPr>
            <a:xfrm>
              <a:off x="1199187" y="1304753"/>
              <a:ext cx="12049831" cy="4664164"/>
            </a:xfrm>
            <a:custGeom>
              <a:avLst/>
              <a:pathLst>
                <a:path w="12049831" h="4664164">
                  <a:moveTo>
                    <a:pt x="12049831" y="1677002"/>
                  </a:moveTo>
                  <a:lnTo>
                    <a:pt x="11054891" y="1677002"/>
                  </a:lnTo>
                  <a:lnTo>
                    <a:pt x="11053777" y="1676971"/>
                  </a:lnTo>
                  <a:lnTo>
                    <a:pt x="11046419" y="1676747"/>
                  </a:lnTo>
                  <a:lnTo>
                    <a:pt x="11027764" y="1676130"/>
                  </a:lnTo>
                  <a:lnTo>
                    <a:pt x="10994143" y="1674912"/>
                  </a:lnTo>
                  <a:lnTo>
                    <a:pt x="10943487" y="1672899"/>
                  </a:lnTo>
                  <a:lnTo>
                    <a:pt x="10875480" y="1669924"/>
                  </a:lnTo>
                  <a:lnTo>
                    <a:pt x="10791508" y="1665861"/>
                  </a:lnTo>
                  <a:lnTo>
                    <a:pt x="10694356" y="1660635"/>
                  </a:lnTo>
                  <a:lnTo>
                    <a:pt x="10587706" y="1654216"/>
                  </a:lnTo>
                  <a:lnTo>
                    <a:pt x="10475552" y="1646610"/>
                  </a:lnTo>
                  <a:lnTo>
                    <a:pt x="10361688" y="1637840"/>
                  </a:lnTo>
                  <a:lnTo>
                    <a:pt x="10249333" y="1627927"/>
                  </a:lnTo>
                  <a:lnTo>
                    <a:pt x="10140947" y="1616878"/>
                  </a:lnTo>
                  <a:lnTo>
                    <a:pt x="10038201" y="1604675"/>
                  </a:lnTo>
                  <a:lnTo>
                    <a:pt x="9942047" y="1591265"/>
                  </a:lnTo>
                  <a:lnTo>
                    <a:pt x="9852856" y="1576557"/>
                  </a:lnTo>
                  <a:lnTo>
                    <a:pt x="9770554" y="1560426"/>
                  </a:lnTo>
                  <a:lnTo>
                    <a:pt x="9694758" y="1542711"/>
                  </a:lnTo>
                  <a:lnTo>
                    <a:pt x="9624881" y="1523219"/>
                  </a:lnTo>
                  <a:lnTo>
                    <a:pt x="9560222" y="1501736"/>
                  </a:lnTo>
                  <a:lnTo>
                    <a:pt x="9500024" y="1478038"/>
                  </a:lnTo>
                  <a:lnTo>
                    <a:pt x="9443522" y="1451909"/>
                  </a:lnTo>
                  <a:lnTo>
                    <a:pt x="9389989" y="1423180"/>
                  </a:lnTo>
                  <a:lnTo>
                    <a:pt x="9347647" y="1397502"/>
                  </a:lnTo>
                  <a:lnTo>
                    <a:pt x="9295652" y="1362296"/>
                  </a:lnTo>
                  <a:lnTo>
                    <a:pt x="9245108" y="1324105"/>
                  </a:lnTo>
                  <a:lnTo>
                    <a:pt x="9195558" y="1282873"/>
                  </a:lnTo>
                  <a:lnTo>
                    <a:pt x="9146649" y="1238609"/>
                  </a:lnTo>
                  <a:lnTo>
                    <a:pt x="9098111" y="1191399"/>
                  </a:lnTo>
                  <a:lnTo>
                    <a:pt x="9049746" y="1141410"/>
                  </a:lnTo>
                  <a:lnTo>
                    <a:pt x="9001421" y="1088893"/>
                  </a:lnTo>
                  <a:lnTo>
                    <a:pt x="8953053" y="1034183"/>
                  </a:lnTo>
                  <a:lnTo>
                    <a:pt x="8904605" y="977689"/>
                  </a:lnTo>
                  <a:lnTo>
                    <a:pt x="8856076" y="919890"/>
                  </a:lnTo>
                  <a:lnTo>
                    <a:pt x="8807491" y="861312"/>
                  </a:lnTo>
                  <a:lnTo>
                    <a:pt x="8758888" y="802515"/>
                  </a:lnTo>
                  <a:lnTo>
                    <a:pt x="8710312" y="744064"/>
                  </a:lnTo>
                  <a:lnTo>
                    <a:pt x="8661800" y="686513"/>
                  </a:lnTo>
                  <a:lnTo>
                    <a:pt x="8613371" y="630380"/>
                  </a:lnTo>
                  <a:lnTo>
                    <a:pt x="8565017" y="576128"/>
                  </a:lnTo>
                  <a:lnTo>
                    <a:pt x="8516692" y="524152"/>
                  </a:lnTo>
                  <a:lnTo>
                    <a:pt x="8468303" y="474767"/>
                  </a:lnTo>
                  <a:lnTo>
                    <a:pt x="8419701" y="428206"/>
                  </a:lnTo>
                  <a:lnTo>
                    <a:pt x="8370674" y="384618"/>
                  </a:lnTo>
                  <a:lnTo>
                    <a:pt x="8320936" y="344069"/>
                  </a:lnTo>
                  <a:lnTo>
                    <a:pt x="8270110" y="306555"/>
                  </a:lnTo>
                  <a:lnTo>
                    <a:pt x="8229629" y="279500"/>
                  </a:lnTo>
                  <a:lnTo>
                    <a:pt x="8178043" y="248568"/>
                  </a:lnTo>
                  <a:lnTo>
                    <a:pt x="8124037" y="220306"/>
                  </a:lnTo>
                  <a:lnTo>
                    <a:pt x="8066939" y="194619"/>
                  </a:lnTo>
                  <a:lnTo>
                    <a:pt x="8006010" y="171327"/>
                  </a:lnTo>
                  <a:lnTo>
                    <a:pt x="7940486" y="150211"/>
                  </a:lnTo>
                  <a:lnTo>
                    <a:pt x="7869615" y="131048"/>
                  </a:lnTo>
                  <a:lnTo>
                    <a:pt x="7792711" y="113625"/>
                  </a:lnTo>
                  <a:lnTo>
                    <a:pt x="7709216" y="97755"/>
                  </a:lnTo>
                  <a:lnTo>
                    <a:pt x="7618793" y="83284"/>
                  </a:lnTo>
                  <a:lnTo>
                    <a:pt x="7521437" y="70091"/>
                  </a:lnTo>
                  <a:lnTo>
                    <a:pt x="7417609" y="58095"/>
                  </a:lnTo>
                  <a:lnTo>
                    <a:pt x="7308381" y="47247"/>
                  </a:lnTo>
                  <a:lnTo>
                    <a:pt x="7195559" y="37534"/>
                  </a:lnTo>
                  <a:lnTo>
                    <a:pt x="7081743" y="28966"/>
                  </a:lnTo>
                  <a:lnTo>
                    <a:pt x="6970272" y="21568"/>
                  </a:lnTo>
                  <a:lnTo>
                    <a:pt x="6865006" y="15360"/>
                  </a:lnTo>
                  <a:lnTo>
                    <a:pt x="6769927" y="10342"/>
                  </a:lnTo>
                  <a:lnTo>
                    <a:pt x="6688599" y="6478"/>
                  </a:lnTo>
                  <a:lnTo>
                    <a:pt x="6623594" y="3683"/>
                  </a:lnTo>
                  <a:lnTo>
                    <a:pt x="6576012" y="1823"/>
                  </a:lnTo>
                  <a:lnTo>
                    <a:pt x="6545226" y="726"/>
                  </a:lnTo>
                  <a:lnTo>
                    <a:pt x="6528869" y="192"/>
                  </a:lnTo>
                  <a:lnTo>
                    <a:pt x="6523014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56" y="77"/>
                  </a:lnTo>
                  <a:lnTo>
                    <a:pt x="5519912" y="627"/>
                  </a:lnTo>
                  <a:lnTo>
                    <a:pt x="5503266" y="2146"/>
                  </a:lnTo>
                  <a:lnTo>
                    <a:pt x="5473138" y="5142"/>
                  </a:lnTo>
                  <a:lnTo>
                    <a:pt x="5427487" y="10102"/>
                  </a:lnTo>
                  <a:lnTo>
                    <a:pt x="5365751" y="17453"/>
                  </a:lnTo>
                  <a:lnTo>
                    <a:pt x="5288849" y="27530"/>
                  </a:lnTo>
                  <a:lnTo>
                    <a:pt x="5198967" y="40550"/>
                  </a:lnTo>
                  <a:lnTo>
                    <a:pt x="5099187" y="56616"/>
                  </a:lnTo>
                  <a:lnTo>
                    <a:pt x="4993016" y="75741"/>
                  </a:lnTo>
                  <a:lnTo>
                    <a:pt x="4883931" y="97880"/>
                  </a:lnTo>
                  <a:lnTo>
                    <a:pt x="4775025" y="122970"/>
                  </a:lnTo>
                  <a:lnTo>
                    <a:pt x="4668796" y="150973"/>
                  </a:lnTo>
                  <a:lnTo>
                    <a:pt x="4567066" y="181901"/>
                  </a:lnTo>
                  <a:lnTo>
                    <a:pt x="4471007" y="215840"/>
                  </a:lnTo>
                  <a:lnTo>
                    <a:pt x="4381226" y="252958"/>
                  </a:lnTo>
                  <a:lnTo>
                    <a:pt x="4297885" y="293509"/>
                  </a:lnTo>
                  <a:lnTo>
                    <a:pt x="4220809" y="337835"/>
                  </a:lnTo>
                  <a:lnTo>
                    <a:pt x="4149595" y="386358"/>
                  </a:lnTo>
                  <a:lnTo>
                    <a:pt x="4083688" y="439567"/>
                  </a:lnTo>
                  <a:lnTo>
                    <a:pt x="4022452" y="498001"/>
                  </a:lnTo>
                  <a:lnTo>
                    <a:pt x="3965212" y="562214"/>
                  </a:lnTo>
                  <a:lnTo>
                    <a:pt x="3911293" y="632727"/>
                  </a:lnTo>
                  <a:lnTo>
                    <a:pt x="3860054" y="709938"/>
                  </a:lnTo>
                  <a:lnTo>
                    <a:pt x="3820202" y="777360"/>
                  </a:lnTo>
                  <a:lnTo>
                    <a:pt x="3784056" y="844219"/>
                  </a:lnTo>
                  <a:lnTo>
                    <a:pt x="3748680" y="915014"/>
                  </a:lnTo>
                  <a:lnTo>
                    <a:pt x="3713906" y="989823"/>
                  </a:lnTo>
                  <a:lnTo>
                    <a:pt x="3679592" y="1068686"/>
                  </a:lnTo>
                  <a:lnTo>
                    <a:pt x="3645618" y="1151600"/>
                  </a:lnTo>
                  <a:lnTo>
                    <a:pt x="3611885" y="1238514"/>
                  </a:lnTo>
                  <a:lnTo>
                    <a:pt x="3578312" y="1329326"/>
                  </a:lnTo>
                  <a:lnTo>
                    <a:pt x="3544833" y="1423884"/>
                  </a:lnTo>
                  <a:lnTo>
                    <a:pt x="3511399" y="1521982"/>
                  </a:lnTo>
                  <a:lnTo>
                    <a:pt x="3477971" y="1623357"/>
                  </a:lnTo>
                  <a:lnTo>
                    <a:pt x="3444524" y="1727698"/>
                  </a:lnTo>
                  <a:lnTo>
                    <a:pt x="3411043" y="1834640"/>
                  </a:lnTo>
                  <a:lnTo>
                    <a:pt x="3377522" y="1943776"/>
                  </a:lnTo>
                  <a:lnTo>
                    <a:pt x="3343961" y="2054658"/>
                  </a:lnTo>
                  <a:lnTo>
                    <a:pt x="3310367" y="2166804"/>
                  </a:lnTo>
                  <a:lnTo>
                    <a:pt x="3276753" y="2279712"/>
                  </a:lnTo>
                  <a:lnTo>
                    <a:pt x="3243132" y="2392862"/>
                  </a:lnTo>
                  <a:lnTo>
                    <a:pt x="3209519" y="2505730"/>
                  </a:lnTo>
                  <a:lnTo>
                    <a:pt x="3175928" y="2617800"/>
                  </a:lnTo>
                  <a:lnTo>
                    <a:pt x="3142369" y="2728568"/>
                  </a:lnTo>
                  <a:lnTo>
                    <a:pt x="3108851" y="2837556"/>
                  </a:lnTo>
                  <a:lnTo>
                    <a:pt x="3075373" y="2944318"/>
                  </a:lnTo>
                  <a:lnTo>
                    <a:pt x="3041928" y="3048450"/>
                  </a:lnTo>
                  <a:lnTo>
                    <a:pt x="3008501" y="3149592"/>
                  </a:lnTo>
                  <a:lnTo>
                    <a:pt x="2975065" y="3247435"/>
                  </a:lnTo>
                  <a:lnTo>
                    <a:pt x="2941581" y="3341721"/>
                  </a:lnTo>
                  <a:lnTo>
                    <a:pt x="2907998" y="3432248"/>
                  </a:lnTo>
                  <a:lnTo>
                    <a:pt x="2874250" y="3518867"/>
                  </a:lnTo>
                  <a:lnTo>
                    <a:pt x="2840255" y="3601481"/>
                  </a:lnTo>
                  <a:lnTo>
                    <a:pt x="2805910" y="3680042"/>
                  </a:lnTo>
                  <a:lnTo>
                    <a:pt x="2771097" y="3754551"/>
                  </a:lnTo>
                  <a:lnTo>
                    <a:pt x="2735670" y="3825050"/>
                  </a:lnTo>
                  <a:lnTo>
                    <a:pt x="2702183" y="3886803"/>
                  </a:lnTo>
                  <a:lnTo>
                    <a:pt x="2652686" y="3969561"/>
                  </a:lnTo>
                  <a:lnTo>
                    <a:pt x="2600981" y="4045465"/>
                  </a:lnTo>
                  <a:lnTo>
                    <a:pt x="2546476" y="4114734"/>
                  </a:lnTo>
                  <a:lnTo>
                    <a:pt x="2488522" y="4177797"/>
                  </a:lnTo>
                  <a:lnTo>
                    <a:pt x="2426442" y="4235186"/>
                  </a:lnTo>
                  <a:lnTo>
                    <a:pt x="2359566" y="4287456"/>
                  </a:lnTo>
                  <a:lnTo>
                    <a:pt x="2287267" y="4335138"/>
                  </a:lnTo>
                  <a:lnTo>
                    <a:pt x="2209016" y="4378710"/>
                  </a:lnTo>
                  <a:lnTo>
                    <a:pt x="2124444" y="4418579"/>
                  </a:lnTo>
                  <a:lnTo>
                    <a:pt x="2033435" y="4455070"/>
                  </a:lnTo>
                  <a:lnTo>
                    <a:pt x="1936226" y="4488422"/>
                  </a:lnTo>
                  <a:lnTo>
                    <a:pt x="1833524" y="4518785"/>
                  </a:lnTo>
                  <a:lnTo>
                    <a:pt x="1726619" y="4546231"/>
                  </a:lnTo>
                  <a:lnTo>
                    <a:pt x="1617465" y="4570759"/>
                  </a:lnTo>
                  <a:lnTo>
                    <a:pt x="1508683" y="4592324"/>
                  </a:lnTo>
                  <a:lnTo>
                    <a:pt x="1403461" y="4610865"/>
                  </a:lnTo>
                  <a:lnTo>
                    <a:pt x="1305314" y="4626344"/>
                  </a:lnTo>
                  <a:lnTo>
                    <a:pt x="1217703" y="4638788"/>
                  </a:lnTo>
                  <a:lnTo>
                    <a:pt x="1143574" y="4648322"/>
                  </a:lnTo>
                  <a:lnTo>
                    <a:pt x="1084895" y="4655186"/>
                  </a:lnTo>
                  <a:lnTo>
                    <a:pt x="1042311" y="4659733"/>
                  </a:lnTo>
                  <a:lnTo>
                    <a:pt x="1014970" y="4662407"/>
                  </a:lnTo>
                  <a:lnTo>
                    <a:pt x="1000560" y="4663701"/>
                  </a:lnTo>
                  <a:lnTo>
                    <a:pt x="995467" y="4664123"/>
                  </a:lnTo>
                  <a:lnTo>
                    <a:pt x="994940" y="4664164"/>
                  </a:lnTo>
                  <a:lnTo>
                    <a:pt x="0" y="4664164"/>
                  </a:lnTo>
                  <a:lnTo>
                    <a:pt x="0" y="46641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2" name="pg1901"/>
            <p:cNvSpPr/>
            <p:nvPr/>
          </p:nvSpPr>
          <p:spPr>
            <a:xfrm>
              <a:off x="1199187" y="1414806"/>
              <a:ext cx="12049831" cy="4564592"/>
            </a:xfrm>
            <a:custGeom>
              <a:avLst/>
              <a:pathLst>
                <a:path w="12049831" h="4564592">
                  <a:moveTo>
                    <a:pt x="0" y="4564592"/>
                  </a:moveTo>
                  <a:lnTo>
                    <a:pt x="994940" y="4564592"/>
                  </a:lnTo>
                  <a:lnTo>
                    <a:pt x="995934" y="4564516"/>
                  </a:lnTo>
                  <a:lnTo>
                    <a:pt x="1002515" y="4563975"/>
                  </a:lnTo>
                  <a:lnTo>
                    <a:pt x="1019251" y="4562481"/>
                  </a:lnTo>
                  <a:lnTo>
                    <a:pt x="1049536" y="4559536"/>
                  </a:lnTo>
                  <a:lnTo>
                    <a:pt x="1095414" y="4554659"/>
                  </a:lnTo>
                  <a:lnTo>
                    <a:pt x="1157435" y="4547433"/>
                  </a:lnTo>
                  <a:lnTo>
                    <a:pt x="1234663" y="4537529"/>
                  </a:lnTo>
                  <a:lnTo>
                    <a:pt x="1324882" y="4524735"/>
                  </a:lnTo>
                  <a:lnTo>
                    <a:pt x="1424985" y="4508950"/>
                  </a:lnTo>
                  <a:lnTo>
                    <a:pt x="1531443" y="4490165"/>
                  </a:lnTo>
                  <a:lnTo>
                    <a:pt x="1640762" y="4468424"/>
                  </a:lnTo>
                  <a:lnTo>
                    <a:pt x="1749842" y="4443787"/>
                  </a:lnTo>
                  <a:lnTo>
                    <a:pt x="1856185" y="4416293"/>
                  </a:lnTo>
                  <a:lnTo>
                    <a:pt x="1957975" y="4385926"/>
                  </a:lnTo>
                  <a:lnTo>
                    <a:pt x="2054049" y="4352602"/>
                  </a:lnTo>
                  <a:lnTo>
                    <a:pt x="2143811" y="4316154"/>
                  </a:lnTo>
                  <a:lnTo>
                    <a:pt x="2227109" y="4276326"/>
                  </a:lnTo>
                  <a:lnTo>
                    <a:pt x="2304128" y="4232782"/>
                  </a:lnTo>
                  <a:lnTo>
                    <a:pt x="2375280" y="4185105"/>
                  </a:lnTo>
                  <a:lnTo>
                    <a:pt x="2441126" y="4132810"/>
                  </a:lnTo>
                  <a:lnTo>
                    <a:pt x="2502310" y="4075367"/>
                  </a:lnTo>
                  <a:lnTo>
                    <a:pt x="2559510" y="4012232"/>
                  </a:lnTo>
                  <a:lnTo>
                    <a:pt x="2613403" y="3942896"/>
                  </a:lnTo>
                  <a:lnTo>
                    <a:pt x="2664633" y="3866973"/>
                  </a:lnTo>
                  <a:lnTo>
                    <a:pt x="2702183" y="3804700"/>
                  </a:lnTo>
                  <a:lnTo>
                    <a:pt x="2738690" y="3738665"/>
                  </a:lnTo>
                  <a:lnTo>
                    <a:pt x="2774412" y="3668703"/>
                  </a:lnTo>
                  <a:lnTo>
                    <a:pt x="2809523" y="3594737"/>
                  </a:lnTo>
                  <a:lnTo>
                    <a:pt x="2844170" y="3516726"/>
                  </a:lnTo>
                  <a:lnTo>
                    <a:pt x="2878474" y="3434678"/>
                  </a:lnTo>
                  <a:lnTo>
                    <a:pt x="2912536" y="3348644"/>
                  </a:lnTo>
                  <a:lnTo>
                    <a:pt x="2946440" y="3258729"/>
                  </a:lnTo>
                  <a:lnTo>
                    <a:pt x="2980251" y="3165091"/>
                  </a:lnTo>
                  <a:lnTo>
                    <a:pt x="3014021" y="3067943"/>
                  </a:lnTo>
                  <a:lnTo>
                    <a:pt x="3047787" y="2967551"/>
                  </a:lnTo>
                  <a:lnTo>
                    <a:pt x="3081574" y="2864237"/>
                  </a:lnTo>
                  <a:lnTo>
                    <a:pt x="3115397" y="2758371"/>
                  </a:lnTo>
                  <a:lnTo>
                    <a:pt x="3149262" y="2650369"/>
                  </a:lnTo>
                  <a:lnTo>
                    <a:pt x="3183167" y="2540688"/>
                  </a:lnTo>
                  <a:lnTo>
                    <a:pt x="3217103" y="2429815"/>
                  </a:lnTo>
                  <a:lnTo>
                    <a:pt x="3251058" y="2318260"/>
                  </a:lnTo>
                  <a:lnTo>
                    <a:pt x="3285018" y="2206548"/>
                  </a:lnTo>
                  <a:lnTo>
                    <a:pt x="3318967" y="2095206"/>
                  </a:lnTo>
                  <a:lnTo>
                    <a:pt x="3352892" y="1984753"/>
                  </a:lnTo>
                  <a:lnTo>
                    <a:pt x="3386781" y="1875691"/>
                  </a:lnTo>
                  <a:lnTo>
                    <a:pt x="3420629" y="1768498"/>
                  </a:lnTo>
                  <a:lnTo>
                    <a:pt x="3454437" y="1663613"/>
                  </a:lnTo>
                  <a:lnTo>
                    <a:pt x="3488213" y="1561435"/>
                  </a:lnTo>
                  <a:lnTo>
                    <a:pt x="3521977" y="1462315"/>
                  </a:lnTo>
                  <a:lnTo>
                    <a:pt x="3555758" y="1366553"/>
                  </a:lnTo>
                  <a:lnTo>
                    <a:pt x="3589600" y="1274394"/>
                  </a:lnTo>
                  <a:lnTo>
                    <a:pt x="3623559" y="1186028"/>
                  </a:lnTo>
                  <a:lnTo>
                    <a:pt x="3657707" y="1101591"/>
                  </a:lnTo>
                  <a:lnTo>
                    <a:pt x="3692136" y="1021167"/>
                  </a:lnTo>
                  <a:lnTo>
                    <a:pt x="3726954" y="944789"/>
                  </a:lnTo>
                  <a:lnTo>
                    <a:pt x="3762293" y="872444"/>
                  </a:lnTo>
                  <a:lnTo>
                    <a:pt x="3798308" y="804077"/>
                  </a:lnTo>
                  <a:lnTo>
                    <a:pt x="3820202" y="765132"/>
                  </a:lnTo>
                  <a:lnTo>
                    <a:pt x="3869796" y="684086"/>
                  </a:lnTo>
                  <a:lnTo>
                    <a:pt x="3921607" y="609763"/>
                  </a:lnTo>
                  <a:lnTo>
                    <a:pt x="3976232" y="541952"/>
                  </a:lnTo>
                  <a:lnTo>
                    <a:pt x="4034322" y="480227"/>
                  </a:lnTo>
                  <a:lnTo>
                    <a:pt x="4096560" y="424065"/>
                  </a:lnTo>
                  <a:lnTo>
                    <a:pt x="4163619" y="372922"/>
                  </a:lnTo>
                  <a:lnTo>
                    <a:pt x="4236127" y="326275"/>
                  </a:lnTo>
                  <a:lnTo>
                    <a:pt x="4314618" y="283655"/>
                  </a:lnTo>
                  <a:lnTo>
                    <a:pt x="4399456" y="244663"/>
                  </a:lnTo>
                  <a:lnTo>
                    <a:pt x="4490756" y="208982"/>
                  </a:lnTo>
                  <a:lnTo>
                    <a:pt x="4588271" y="176378"/>
                  </a:lnTo>
                  <a:lnTo>
                    <a:pt x="4691279" y="146703"/>
                  </a:lnTo>
                  <a:lnTo>
                    <a:pt x="4798468" y="119891"/>
                  </a:lnTo>
                  <a:lnTo>
                    <a:pt x="4907857" y="95942"/>
                  </a:lnTo>
                  <a:lnTo>
                    <a:pt x="5016794" y="74903"/>
                  </a:lnTo>
                  <a:lnTo>
                    <a:pt x="5122057" y="56832"/>
                  </a:lnTo>
                  <a:lnTo>
                    <a:pt x="5220110" y="41767"/>
                  </a:lnTo>
                  <a:lnTo>
                    <a:pt x="5307479" y="29677"/>
                  </a:lnTo>
                  <a:lnTo>
                    <a:pt x="5381227" y="20438"/>
                  </a:lnTo>
                  <a:lnTo>
                    <a:pt x="5439418" y="13807"/>
                  </a:lnTo>
                  <a:lnTo>
                    <a:pt x="5481459" y="9433"/>
                  </a:lnTo>
                  <a:lnTo>
                    <a:pt x="5508263" y="6880"/>
                  </a:lnTo>
                  <a:lnTo>
                    <a:pt x="5522214" y="5660"/>
                  </a:lnTo>
                  <a:lnTo>
                    <a:pt x="5527002" y="527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69" y="5288"/>
                  </a:lnTo>
                  <a:lnTo>
                    <a:pt x="6530628" y="5630"/>
                  </a:lnTo>
                  <a:lnTo>
                    <a:pt x="6548793" y="6576"/>
                  </a:lnTo>
                  <a:lnTo>
                    <a:pt x="6581563" y="8439"/>
                  </a:lnTo>
                  <a:lnTo>
                    <a:pt x="6631006" y="11521"/>
                  </a:lnTo>
                  <a:lnTo>
                    <a:pt x="6697500" y="16080"/>
                  </a:lnTo>
                  <a:lnTo>
                    <a:pt x="6779780" y="22310"/>
                  </a:lnTo>
                  <a:lnTo>
                    <a:pt x="6875206" y="30332"/>
                  </a:lnTo>
                  <a:lnTo>
                    <a:pt x="6980244" y="40197"/>
                  </a:lnTo>
                  <a:lnTo>
                    <a:pt x="7091013" y="51898"/>
                  </a:lnTo>
                  <a:lnTo>
                    <a:pt x="7203792" y="65404"/>
                  </a:lnTo>
                  <a:lnTo>
                    <a:pt x="7315383" y="80677"/>
                  </a:lnTo>
                  <a:lnTo>
                    <a:pt x="7423312" y="97704"/>
                  </a:lnTo>
                  <a:lnTo>
                    <a:pt x="7525867" y="116510"/>
                  </a:lnTo>
                  <a:lnTo>
                    <a:pt x="7622041" y="137167"/>
                  </a:lnTo>
                  <a:lnTo>
                    <a:pt x="7711403" y="159806"/>
                  </a:lnTo>
                  <a:lnTo>
                    <a:pt x="7793972" y="184612"/>
                  </a:lnTo>
                  <a:lnTo>
                    <a:pt x="7870081" y="211823"/>
                  </a:lnTo>
                  <a:lnTo>
                    <a:pt x="7940273" y="241725"/>
                  </a:lnTo>
                  <a:lnTo>
                    <a:pt x="8005217" y="274643"/>
                  </a:lnTo>
                  <a:lnTo>
                    <a:pt x="8065643" y="310920"/>
                  </a:lnTo>
                  <a:lnTo>
                    <a:pt x="8122293" y="350891"/>
                  </a:lnTo>
                  <a:lnTo>
                    <a:pt x="8175888" y="394835"/>
                  </a:lnTo>
                  <a:lnTo>
                    <a:pt x="8227083" y="442903"/>
                  </a:lnTo>
                  <a:lnTo>
                    <a:pt x="8229629" y="445453"/>
                  </a:lnTo>
                  <a:lnTo>
                    <a:pt x="8274991" y="493469"/>
                  </a:lnTo>
                  <a:lnTo>
                    <a:pt x="8319205" y="545035"/>
                  </a:lnTo>
                  <a:lnTo>
                    <a:pt x="8362584" y="600223"/>
                  </a:lnTo>
                  <a:lnTo>
                    <a:pt x="8405384" y="659048"/>
                  </a:lnTo>
                  <a:lnTo>
                    <a:pt x="8447805" y="721456"/>
                  </a:lnTo>
                  <a:lnTo>
                    <a:pt x="8490004" y="787325"/>
                  </a:lnTo>
                  <a:lnTo>
                    <a:pt x="8532100" y="856455"/>
                  </a:lnTo>
                  <a:lnTo>
                    <a:pt x="8574174" y="928572"/>
                  </a:lnTo>
                  <a:lnTo>
                    <a:pt x="8616279" y="1003326"/>
                  </a:lnTo>
                  <a:lnTo>
                    <a:pt x="8658443" y="1080296"/>
                  </a:lnTo>
                  <a:lnTo>
                    <a:pt x="8700671" y="1159000"/>
                  </a:lnTo>
                  <a:lnTo>
                    <a:pt x="8742952" y="1238907"/>
                  </a:lnTo>
                  <a:lnTo>
                    <a:pt x="8785264" y="1319448"/>
                  </a:lnTo>
                  <a:lnTo>
                    <a:pt x="8827578" y="1400036"/>
                  </a:lnTo>
                  <a:lnTo>
                    <a:pt x="8869866" y="1480083"/>
                  </a:lnTo>
                  <a:lnTo>
                    <a:pt x="8912103" y="1559016"/>
                  </a:lnTo>
                  <a:lnTo>
                    <a:pt x="8954278" y="1636296"/>
                  </a:lnTo>
                  <a:lnTo>
                    <a:pt x="8996391" y="1711433"/>
                  </a:lnTo>
                  <a:lnTo>
                    <a:pt x="9038468" y="1783996"/>
                  </a:lnTo>
                  <a:lnTo>
                    <a:pt x="9080555" y="1853623"/>
                  </a:lnTo>
                  <a:lnTo>
                    <a:pt x="9122731" y="1920027"/>
                  </a:lnTo>
                  <a:lnTo>
                    <a:pt x="9165107" y="1982997"/>
                  </a:lnTo>
                  <a:lnTo>
                    <a:pt x="9207834" y="2042399"/>
                  </a:lnTo>
                  <a:lnTo>
                    <a:pt x="9251105" y="2098168"/>
                  </a:lnTo>
                  <a:lnTo>
                    <a:pt x="9295166" y="2150308"/>
                  </a:lnTo>
                  <a:lnTo>
                    <a:pt x="9340321" y="2198883"/>
                  </a:lnTo>
                  <a:lnTo>
                    <a:pt x="9347647" y="2206306"/>
                  </a:lnTo>
                  <a:lnTo>
                    <a:pt x="9398736" y="2254584"/>
                  </a:lnTo>
                  <a:lnTo>
                    <a:pt x="9452194" y="2298735"/>
                  </a:lnTo>
                  <a:lnTo>
                    <a:pt x="9508672" y="2338902"/>
                  </a:lnTo>
                  <a:lnTo>
                    <a:pt x="9568888" y="2375359"/>
                  </a:lnTo>
                  <a:lnTo>
                    <a:pt x="9633585" y="2408439"/>
                  </a:lnTo>
                  <a:lnTo>
                    <a:pt x="9703494" y="2438486"/>
                  </a:lnTo>
                  <a:lnTo>
                    <a:pt x="9779288" y="2465826"/>
                  </a:lnTo>
                  <a:lnTo>
                    <a:pt x="9861519" y="2490748"/>
                  </a:lnTo>
                  <a:lnTo>
                    <a:pt x="9950533" y="2513492"/>
                  </a:lnTo>
                  <a:lnTo>
                    <a:pt x="10046366" y="2534247"/>
                  </a:lnTo>
                  <a:lnTo>
                    <a:pt x="10148616" y="2553144"/>
                  </a:lnTo>
                  <a:lnTo>
                    <a:pt x="10256307" y="2570260"/>
                  </a:lnTo>
                  <a:lnTo>
                    <a:pt x="10367766" y="2585623"/>
                  </a:lnTo>
                  <a:lnTo>
                    <a:pt x="10480555" y="2599219"/>
                  </a:lnTo>
                  <a:lnTo>
                    <a:pt x="10591513" y="2611013"/>
                  </a:lnTo>
                  <a:lnTo>
                    <a:pt x="10696936" y="2620971"/>
                  </a:lnTo>
                  <a:lnTo>
                    <a:pt x="10792941" y="2629087"/>
                  </a:lnTo>
                  <a:lnTo>
                    <a:pt x="10875961" y="2635406"/>
                  </a:lnTo>
                  <a:lnTo>
                    <a:pt x="10943301" y="2640045"/>
                  </a:lnTo>
                  <a:lnTo>
                    <a:pt x="10993615" y="2643196"/>
                  </a:lnTo>
                  <a:lnTo>
                    <a:pt x="11027196" y="2645114"/>
                  </a:lnTo>
                  <a:lnTo>
                    <a:pt x="11046027" y="2646099"/>
                  </a:lnTo>
                  <a:lnTo>
                    <a:pt x="11053637" y="2646464"/>
                  </a:lnTo>
                  <a:lnTo>
                    <a:pt x="11054891" y="2646520"/>
                  </a:lnTo>
                  <a:lnTo>
                    <a:pt x="12049831" y="2646520"/>
                  </a:lnTo>
                  <a:lnTo>
                    <a:pt x="12049831" y="2641279"/>
                  </a:lnTo>
                  <a:lnTo>
                    <a:pt x="11054891" y="2641279"/>
                  </a:lnTo>
                  <a:lnTo>
                    <a:pt x="11053807" y="2641231"/>
                  </a:lnTo>
                  <a:lnTo>
                    <a:pt x="11046648" y="2640889"/>
                  </a:lnTo>
                  <a:lnTo>
                    <a:pt x="11028484" y="2639943"/>
                  </a:lnTo>
                  <a:lnTo>
                    <a:pt x="10995713" y="2638080"/>
                  </a:lnTo>
                  <a:lnTo>
                    <a:pt x="10946271" y="2634998"/>
                  </a:lnTo>
                  <a:lnTo>
                    <a:pt x="10879776" y="2630440"/>
                  </a:lnTo>
                  <a:lnTo>
                    <a:pt x="10797497" y="2624210"/>
                  </a:lnTo>
                  <a:lnTo>
                    <a:pt x="10702070" y="2616187"/>
                  </a:lnTo>
                  <a:lnTo>
                    <a:pt x="10597032" y="2606323"/>
                  </a:lnTo>
                  <a:lnTo>
                    <a:pt x="10486263" y="2594621"/>
                  </a:lnTo>
                  <a:lnTo>
                    <a:pt x="10373485" y="2581116"/>
                  </a:lnTo>
                  <a:lnTo>
                    <a:pt x="10261894" y="2565842"/>
                  </a:lnTo>
                  <a:lnTo>
                    <a:pt x="10153965" y="2548815"/>
                  </a:lnTo>
                  <a:lnTo>
                    <a:pt x="10051409" y="2530010"/>
                  </a:lnTo>
                  <a:lnTo>
                    <a:pt x="9955236" y="2509352"/>
                  </a:lnTo>
                  <a:lnTo>
                    <a:pt x="9865874" y="2486713"/>
                  </a:lnTo>
                  <a:lnTo>
                    <a:pt x="9783305" y="2461907"/>
                  </a:lnTo>
                  <a:lnTo>
                    <a:pt x="9707196" y="2434696"/>
                  </a:lnTo>
                  <a:lnTo>
                    <a:pt x="9637003" y="2404794"/>
                  </a:lnTo>
                  <a:lnTo>
                    <a:pt x="9572059" y="2371876"/>
                  </a:lnTo>
                  <a:lnTo>
                    <a:pt x="9511634" y="2335599"/>
                  </a:lnTo>
                  <a:lnTo>
                    <a:pt x="9454983" y="2295628"/>
                  </a:lnTo>
                  <a:lnTo>
                    <a:pt x="9401389" y="2251684"/>
                  </a:lnTo>
                  <a:lnTo>
                    <a:pt x="9350194" y="2203617"/>
                  </a:lnTo>
                  <a:lnTo>
                    <a:pt x="9347647" y="2201066"/>
                  </a:lnTo>
                  <a:lnTo>
                    <a:pt x="9302285" y="2153051"/>
                  </a:lnTo>
                  <a:lnTo>
                    <a:pt x="9258072" y="2101485"/>
                  </a:lnTo>
                  <a:lnTo>
                    <a:pt x="9214692" y="2046296"/>
                  </a:lnTo>
                  <a:lnTo>
                    <a:pt x="9171893" y="1987471"/>
                  </a:lnTo>
                  <a:lnTo>
                    <a:pt x="9129472" y="1925063"/>
                  </a:lnTo>
                  <a:lnTo>
                    <a:pt x="9087272" y="1859194"/>
                  </a:lnTo>
                  <a:lnTo>
                    <a:pt x="9045177" y="1790064"/>
                  </a:lnTo>
                  <a:lnTo>
                    <a:pt x="9003103" y="1717947"/>
                  </a:lnTo>
                  <a:lnTo>
                    <a:pt x="8960997" y="1643193"/>
                  </a:lnTo>
                  <a:lnTo>
                    <a:pt x="8918833" y="1566223"/>
                  </a:lnTo>
                  <a:lnTo>
                    <a:pt x="8876605" y="1487519"/>
                  </a:lnTo>
                  <a:lnTo>
                    <a:pt x="8834324" y="1407612"/>
                  </a:lnTo>
                  <a:lnTo>
                    <a:pt x="8792013" y="1327071"/>
                  </a:lnTo>
                  <a:lnTo>
                    <a:pt x="8749698" y="1246483"/>
                  </a:lnTo>
                  <a:lnTo>
                    <a:pt x="8707411" y="1166437"/>
                  </a:lnTo>
                  <a:lnTo>
                    <a:pt x="8665173" y="1087504"/>
                  </a:lnTo>
                  <a:lnTo>
                    <a:pt x="8622999" y="1010223"/>
                  </a:lnTo>
                  <a:lnTo>
                    <a:pt x="8580885" y="935086"/>
                  </a:lnTo>
                  <a:lnTo>
                    <a:pt x="8538809" y="862523"/>
                  </a:lnTo>
                  <a:lnTo>
                    <a:pt x="8496722" y="792896"/>
                  </a:lnTo>
                  <a:lnTo>
                    <a:pt x="8454546" y="726492"/>
                  </a:lnTo>
                  <a:lnTo>
                    <a:pt x="8412170" y="663522"/>
                  </a:lnTo>
                  <a:lnTo>
                    <a:pt x="8369443" y="604121"/>
                  </a:lnTo>
                  <a:lnTo>
                    <a:pt x="8326171" y="548351"/>
                  </a:lnTo>
                  <a:lnTo>
                    <a:pt x="8282110" y="496211"/>
                  </a:lnTo>
                  <a:lnTo>
                    <a:pt x="8236955" y="447636"/>
                  </a:lnTo>
                  <a:lnTo>
                    <a:pt x="8229629" y="440213"/>
                  </a:lnTo>
                  <a:lnTo>
                    <a:pt x="8178540" y="391935"/>
                  </a:lnTo>
                  <a:lnTo>
                    <a:pt x="8125082" y="347784"/>
                  </a:lnTo>
                  <a:lnTo>
                    <a:pt x="8068604" y="307617"/>
                  </a:lnTo>
                  <a:lnTo>
                    <a:pt x="8008388" y="271160"/>
                  </a:lnTo>
                  <a:lnTo>
                    <a:pt x="7943692" y="238080"/>
                  </a:lnTo>
                  <a:lnTo>
                    <a:pt x="7873783" y="208033"/>
                  </a:lnTo>
                  <a:lnTo>
                    <a:pt x="7797988" y="180693"/>
                  </a:lnTo>
                  <a:lnTo>
                    <a:pt x="7715758" y="155771"/>
                  </a:lnTo>
                  <a:lnTo>
                    <a:pt x="7626744" y="133027"/>
                  </a:lnTo>
                  <a:lnTo>
                    <a:pt x="7530911" y="112272"/>
                  </a:lnTo>
                  <a:lnTo>
                    <a:pt x="7428660" y="93375"/>
                  </a:lnTo>
                  <a:lnTo>
                    <a:pt x="7320969" y="76259"/>
                  </a:lnTo>
                  <a:lnTo>
                    <a:pt x="7209511" y="60896"/>
                  </a:lnTo>
                  <a:lnTo>
                    <a:pt x="7096721" y="47300"/>
                  </a:lnTo>
                  <a:lnTo>
                    <a:pt x="6985764" y="35506"/>
                  </a:lnTo>
                  <a:lnTo>
                    <a:pt x="6880341" y="25548"/>
                  </a:lnTo>
                  <a:lnTo>
                    <a:pt x="6784336" y="17433"/>
                  </a:lnTo>
                  <a:lnTo>
                    <a:pt x="6701315" y="11114"/>
                  </a:lnTo>
                  <a:lnTo>
                    <a:pt x="6633975" y="6474"/>
                  </a:lnTo>
                  <a:lnTo>
                    <a:pt x="6583662" y="3324"/>
                  </a:lnTo>
                  <a:lnTo>
                    <a:pt x="6550081" y="1405"/>
                  </a:lnTo>
                  <a:lnTo>
                    <a:pt x="6531249" y="421"/>
                  </a:lnTo>
                  <a:lnTo>
                    <a:pt x="6523640" y="5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51" y="76"/>
                  </a:lnTo>
                  <a:lnTo>
                    <a:pt x="5519870" y="616"/>
                  </a:lnTo>
                  <a:lnTo>
                    <a:pt x="5503134" y="2110"/>
                  </a:lnTo>
                  <a:lnTo>
                    <a:pt x="5472849" y="5056"/>
                  </a:lnTo>
                  <a:lnTo>
                    <a:pt x="5426971" y="9932"/>
                  </a:lnTo>
                  <a:lnTo>
                    <a:pt x="5364950" y="17159"/>
                  </a:lnTo>
                  <a:lnTo>
                    <a:pt x="5287722" y="27063"/>
                  </a:lnTo>
                  <a:lnTo>
                    <a:pt x="5197503" y="39857"/>
                  </a:lnTo>
                  <a:lnTo>
                    <a:pt x="5097400" y="55641"/>
                  </a:lnTo>
                  <a:lnTo>
                    <a:pt x="4990942" y="74427"/>
                  </a:lnTo>
                  <a:lnTo>
                    <a:pt x="4881622" y="96168"/>
                  </a:lnTo>
                  <a:lnTo>
                    <a:pt x="4772543" y="120804"/>
                  </a:lnTo>
                  <a:lnTo>
                    <a:pt x="4666200" y="148299"/>
                  </a:lnTo>
                  <a:lnTo>
                    <a:pt x="4564410" y="178665"/>
                  </a:lnTo>
                  <a:lnTo>
                    <a:pt x="4468336" y="211989"/>
                  </a:lnTo>
                  <a:lnTo>
                    <a:pt x="4378574" y="248438"/>
                  </a:lnTo>
                  <a:lnTo>
                    <a:pt x="4295276" y="288265"/>
                  </a:lnTo>
                  <a:lnTo>
                    <a:pt x="4218257" y="331809"/>
                  </a:lnTo>
                  <a:lnTo>
                    <a:pt x="4147105" y="379486"/>
                  </a:lnTo>
                  <a:lnTo>
                    <a:pt x="4081259" y="431781"/>
                  </a:lnTo>
                  <a:lnTo>
                    <a:pt x="4020075" y="489224"/>
                  </a:lnTo>
                  <a:lnTo>
                    <a:pt x="3962875" y="552360"/>
                  </a:lnTo>
                  <a:lnTo>
                    <a:pt x="3908982" y="621696"/>
                  </a:lnTo>
                  <a:lnTo>
                    <a:pt x="3857752" y="697618"/>
                  </a:lnTo>
                  <a:lnTo>
                    <a:pt x="3820202" y="759891"/>
                  </a:lnTo>
                  <a:lnTo>
                    <a:pt x="3783695" y="825927"/>
                  </a:lnTo>
                  <a:lnTo>
                    <a:pt x="3747973" y="895888"/>
                  </a:lnTo>
                  <a:lnTo>
                    <a:pt x="3712862" y="969855"/>
                  </a:lnTo>
                  <a:lnTo>
                    <a:pt x="3678215" y="1047865"/>
                  </a:lnTo>
                  <a:lnTo>
                    <a:pt x="3643911" y="1129914"/>
                  </a:lnTo>
                  <a:lnTo>
                    <a:pt x="3609849" y="1215948"/>
                  </a:lnTo>
                  <a:lnTo>
                    <a:pt x="3575945" y="1305862"/>
                  </a:lnTo>
                  <a:lnTo>
                    <a:pt x="3542134" y="1399500"/>
                  </a:lnTo>
                  <a:lnTo>
                    <a:pt x="3508364" y="1496648"/>
                  </a:lnTo>
                  <a:lnTo>
                    <a:pt x="3474598" y="1597040"/>
                  </a:lnTo>
                  <a:lnTo>
                    <a:pt x="3440811" y="1700354"/>
                  </a:lnTo>
                  <a:lnTo>
                    <a:pt x="3406988" y="1806221"/>
                  </a:lnTo>
                  <a:lnTo>
                    <a:pt x="3373123" y="1914222"/>
                  </a:lnTo>
                  <a:lnTo>
                    <a:pt x="3339218" y="2023903"/>
                  </a:lnTo>
                  <a:lnTo>
                    <a:pt x="3305282" y="2134777"/>
                  </a:lnTo>
                  <a:lnTo>
                    <a:pt x="3271327" y="2246331"/>
                  </a:lnTo>
                  <a:lnTo>
                    <a:pt x="3237367" y="2358043"/>
                  </a:lnTo>
                  <a:lnTo>
                    <a:pt x="3203418" y="2469386"/>
                  </a:lnTo>
                  <a:lnTo>
                    <a:pt x="3169493" y="2579839"/>
                  </a:lnTo>
                  <a:lnTo>
                    <a:pt x="3135604" y="2688900"/>
                  </a:lnTo>
                  <a:lnTo>
                    <a:pt x="3101756" y="2796093"/>
                  </a:lnTo>
                  <a:lnTo>
                    <a:pt x="3067948" y="2900978"/>
                  </a:lnTo>
                  <a:lnTo>
                    <a:pt x="3034172" y="3003156"/>
                  </a:lnTo>
                  <a:lnTo>
                    <a:pt x="3000408" y="3102276"/>
                  </a:lnTo>
                  <a:lnTo>
                    <a:pt x="2966627" y="3198038"/>
                  </a:lnTo>
                  <a:lnTo>
                    <a:pt x="2932785" y="3290197"/>
                  </a:lnTo>
                  <a:lnTo>
                    <a:pt x="2898826" y="3378563"/>
                  </a:lnTo>
                  <a:lnTo>
                    <a:pt x="2864678" y="3463000"/>
                  </a:lnTo>
                  <a:lnTo>
                    <a:pt x="2830249" y="3543424"/>
                  </a:lnTo>
                  <a:lnTo>
                    <a:pt x="2795431" y="3619802"/>
                  </a:lnTo>
                  <a:lnTo>
                    <a:pt x="2760092" y="3692147"/>
                  </a:lnTo>
                  <a:lnTo>
                    <a:pt x="2724077" y="3760514"/>
                  </a:lnTo>
                  <a:lnTo>
                    <a:pt x="2702183" y="3799459"/>
                  </a:lnTo>
                  <a:lnTo>
                    <a:pt x="2652589" y="3880506"/>
                  </a:lnTo>
                  <a:lnTo>
                    <a:pt x="2600778" y="3954828"/>
                  </a:lnTo>
                  <a:lnTo>
                    <a:pt x="2546153" y="4022639"/>
                  </a:lnTo>
                  <a:lnTo>
                    <a:pt x="2488063" y="4084365"/>
                  </a:lnTo>
                  <a:lnTo>
                    <a:pt x="2425825" y="4140526"/>
                  </a:lnTo>
                  <a:lnTo>
                    <a:pt x="2358766" y="4191670"/>
                  </a:lnTo>
                  <a:lnTo>
                    <a:pt x="2286258" y="4238317"/>
                  </a:lnTo>
                  <a:lnTo>
                    <a:pt x="2207767" y="4280936"/>
                  </a:lnTo>
                  <a:lnTo>
                    <a:pt x="2122929" y="4319928"/>
                  </a:lnTo>
                  <a:lnTo>
                    <a:pt x="2031629" y="4355609"/>
                  </a:lnTo>
                  <a:lnTo>
                    <a:pt x="1934114" y="4388214"/>
                  </a:lnTo>
                  <a:lnTo>
                    <a:pt x="1831106" y="4417888"/>
                  </a:lnTo>
                  <a:lnTo>
                    <a:pt x="1723917" y="4444700"/>
                  </a:lnTo>
                  <a:lnTo>
                    <a:pt x="1614528" y="4468649"/>
                  </a:lnTo>
                  <a:lnTo>
                    <a:pt x="1505591" y="4489689"/>
                  </a:lnTo>
                  <a:lnTo>
                    <a:pt x="1400328" y="4507759"/>
                  </a:lnTo>
                  <a:lnTo>
                    <a:pt x="1302275" y="4522824"/>
                  </a:lnTo>
                  <a:lnTo>
                    <a:pt x="1214906" y="4534914"/>
                  </a:lnTo>
                  <a:lnTo>
                    <a:pt x="1141158" y="4544154"/>
                  </a:lnTo>
                  <a:lnTo>
                    <a:pt x="1082967" y="4550785"/>
                  </a:lnTo>
                  <a:lnTo>
                    <a:pt x="1040926" y="4555158"/>
                  </a:lnTo>
                  <a:lnTo>
                    <a:pt x="1014122" y="4557711"/>
                  </a:lnTo>
                  <a:lnTo>
                    <a:pt x="1000171" y="4558932"/>
                  </a:lnTo>
                  <a:lnTo>
                    <a:pt x="995383" y="4559318"/>
                  </a:lnTo>
                  <a:lnTo>
                    <a:pt x="994940" y="4559351"/>
                  </a:lnTo>
                  <a:lnTo>
                    <a:pt x="0" y="4559351"/>
                  </a:lnTo>
                  <a:close/>
                </a:path>
              </a:pathLst>
            </a:custGeom>
            <a:solidFill>
              <a:srgbClr val="6FA8D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03" name="pl1902"/>
            <p:cNvSpPr/>
            <p:nvPr/>
          </p:nvSpPr>
          <p:spPr>
            <a:xfrm>
              <a:off x="1199187" y="1420047"/>
              <a:ext cx="12049831" cy="4559351"/>
            </a:xfrm>
            <a:custGeom>
              <a:avLst/>
              <a:pathLst>
                <a:path w="12049831" h="4559351">
                  <a:moveTo>
                    <a:pt x="0" y="4559351"/>
                  </a:moveTo>
                  <a:lnTo>
                    <a:pt x="994940" y="4559351"/>
                  </a:lnTo>
                  <a:lnTo>
                    <a:pt x="995934" y="4559275"/>
                  </a:lnTo>
                  <a:lnTo>
                    <a:pt x="1002515" y="4558734"/>
                  </a:lnTo>
                  <a:lnTo>
                    <a:pt x="1019251" y="4557240"/>
                  </a:lnTo>
                  <a:lnTo>
                    <a:pt x="1049536" y="4554295"/>
                  </a:lnTo>
                  <a:lnTo>
                    <a:pt x="1095414" y="4549419"/>
                  </a:lnTo>
                  <a:lnTo>
                    <a:pt x="1157435" y="4542192"/>
                  </a:lnTo>
                  <a:lnTo>
                    <a:pt x="1234663" y="4532288"/>
                  </a:lnTo>
                  <a:lnTo>
                    <a:pt x="1324882" y="4519494"/>
                  </a:lnTo>
                  <a:lnTo>
                    <a:pt x="1424985" y="4503709"/>
                  </a:lnTo>
                  <a:lnTo>
                    <a:pt x="1531443" y="4484924"/>
                  </a:lnTo>
                  <a:lnTo>
                    <a:pt x="1640762" y="4463183"/>
                  </a:lnTo>
                  <a:lnTo>
                    <a:pt x="1749842" y="4438547"/>
                  </a:lnTo>
                  <a:lnTo>
                    <a:pt x="1856185" y="4411052"/>
                  </a:lnTo>
                  <a:lnTo>
                    <a:pt x="1957975" y="4380686"/>
                  </a:lnTo>
                  <a:lnTo>
                    <a:pt x="2054049" y="4347362"/>
                  </a:lnTo>
                  <a:lnTo>
                    <a:pt x="2143811" y="4310913"/>
                  </a:lnTo>
                  <a:lnTo>
                    <a:pt x="2227109" y="4271086"/>
                  </a:lnTo>
                  <a:lnTo>
                    <a:pt x="2304128" y="4227542"/>
                  </a:lnTo>
                  <a:lnTo>
                    <a:pt x="2375280" y="4179864"/>
                  </a:lnTo>
                  <a:lnTo>
                    <a:pt x="2441126" y="4127570"/>
                  </a:lnTo>
                  <a:lnTo>
                    <a:pt x="2502310" y="4070127"/>
                  </a:lnTo>
                  <a:lnTo>
                    <a:pt x="2559510" y="4006991"/>
                  </a:lnTo>
                  <a:lnTo>
                    <a:pt x="2613403" y="3937655"/>
                  </a:lnTo>
                  <a:lnTo>
                    <a:pt x="2664633" y="3861733"/>
                  </a:lnTo>
                  <a:lnTo>
                    <a:pt x="2702183" y="3799459"/>
                  </a:lnTo>
                  <a:lnTo>
                    <a:pt x="2738690" y="3733424"/>
                  </a:lnTo>
                  <a:lnTo>
                    <a:pt x="2774412" y="3663463"/>
                  </a:lnTo>
                  <a:lnTo>
                    <a:pt x="2809523" y="3589496"/>
                  </a:lnTo>
                  <a:lnTo>
                    <a:pt x="2844170" y="3511486"/>
                  </a:lnTo>
                  <a:lnTo>
                    <a:pt x="2878474" y="3429437"/>
                  </a:lnTo>
                  <a:lnTo>
                    <a:pt x="2912536" y="3343403"/>
                  </a:lnTo>
                  <a:lnTo>
                    <a:pt x="2946440" y="3253488"/>
                  </a:lnTo>
                  <a:lnTo>
                    <a:pt x="2980251" y="3159851"/>
                  </a:lnTo>
                  <a:lnTo>
                    <a:pt x="3014021" y="3062702"/>
                  </a:lnTo>
                  <a:lnTo>
                    <a:pt x="3047787" y="2962311"/>
                  </a:lnTo>
                  <a:lnTo>
                    <a:pt x="3081574" y="2858996"/>
                  </a:lnTo>
                  <a:lnTo>
                    <a:pt x="3115397" y="2753130"/>
                  </a:lnTo>
                  <a:lnTo>
                    <a:pt x="3149262" y="2645129"/>
                  </a:lnTo>
                  <a:lnTo>
                    <a:pt x="3183167" y="2535447"/>
                  </a:lnTo>
                  <a:lnTo>
                    <a:pt x="3217103" y="2424574"/>
                  </a:lnTo>
                  <a:lnTo>
                    <a:pt x="3251058" y="2313019"/>
                  </a:lnTo>
                  <a:lnTo>
                    <a:pt x="3285018" y="2201307"/>
                  </a:lnTo>
                  <a:lnTo>
                    <a:pt x="3318967" y="2089965"/>
                  </a:lnTo>
                  <a:lnTo>
                    <a:pt x="3352892" y="1979512"/>
                  </a:lnTo>
                  <a:lnTo>
                    <a:pt x="3386781" y="1870451"/>
                  </a:lnTo>
                  <a:lnTo>
                    <a:pt x="3420629" y="1763257"/>
                  </a:lnTo>
                  <a:lnTo>
                    <a:pt x="3454437" y="1658372"/>
                  </a:lnTo>
                  <a:lnTo>
                    <a:pt x="3488213" y="1556194"/>
                  </a:lnTo>
                  <a:lnTo>
                    <a:pt x="3521977" y="1457075"/>
                  </a:lnTo>
                  <a:lnTo>
                    <a:pt x="3555758" y="1361313"/>
                  </a:lnTo>
                  <a:lnTo>
                    <a:pt x="3589600" y="1269153"/>
                  </a:lnTo>
                  <a:lnTo>
                    <a:pt x="3623559" y="1180787"/>
                  </a:lnTo>
                  <a:lnTo>
                    <a:pt x="3657707" y="1096351"/>
                  </a:lnTo>
                  <a:lnTo>
                    <a:pt x="3692136" y="1015926"/>
                  </a:lnTo>
                  <a:lnTo>
                    <a:pt x="3726954" y="939548"/>
                  </a:lnTo>
                  <a:lnTo>
                    <a:pt x="3762293" y="867204"/>
                  </a:lnTo>
                  <a:lnTo>
                    <a:pt x="3798308" y="798837"/>
                  </a:lnTo>
                  <a:lnTo>
                    <a:pt x="3820202" y="759891"/>
                  </a:lnTo>
                  <a:lnTo>
                    <a:pt x="3869796" y="678845"/>
                  </a:lnTo>
                  <a:lnTo>
                    <a:pt x="3921607" y="604523"/>
                  </a:lnTo>
                  <a:lnTo>
                    <a:pt x="3976232" y="536711"/>
                  </a:lnTo>
                  <a:lnTo>
                    <a:pt x="4034322" y="474986"/>
                  </a:lnTo>
                  <a:lnTo>
                    <a:pt x="4096560" y="418824"/>
                  </a:lnTo>
                  <a:lnTo>
                    <a:pt x="4163619" y="367681"/>
                  </a:lnTo>
                  <a:lnTo>
                    <a:pt x="4236127" y="321034"/>
                  </a:lnTo>
                  <a:lnTo>
                    <a:pt x="4314618" y="278414"/>
                  </a:lnTo>
                  <a:lnTo>
                    <a:pt x="4399456" y="239423"/>
                  </a:lnTo>
                  <a:lnTo>
                    <a:pt x="4490756" y="203741"/>
                  </a:lnTo>
                  <a:lnTo>
                    <a:pt x="4588271" y="171137"/>
                  </a:lnTo>
                  <a:lnTo>
                    <a:pt x="4691279" y="141462"/>
                  </a:lnTo>
                  <a:lnTo>
                    <a:pt x="4798468" y="114650"/>
                  </a:lnTo>
                  <a:lnTo>
                    <a:pt x="4907857" y="90702"/>
                  </a:lnTo>
                  <a:lnTo>
                    <a:pt x="5016794" y="69662"/>
                  </a:lnTo>
                  <a:lnTo>
                    <a:pt x="5122057" y="51592"/>
                  </a:lnTo>
                  <a:lnTo>
                    <a:pt x="5220110" y="36526"/>
                  </a:lnTo>
                  <a:lnTo>
                    <a:pt x="5307479" y="24437"/>
                  </a:lnTo>
                  <a:lnTo>
                    <a:pt x="5381227" y="15197"/>
                  </a:lnTo>
                  <a:lnTo>
                    <a:pt x="5439418" y="8566"/>
                  </a:lnTo>
                  <a:lnTo>
                    <a:pt x="5481459" y="4193"/>
                  </a:lnTo>
                  <a:lnTo>
                    <a:pt x="5508263" y="1639"/>
                  </a:lnTo>
                  <a:lnTo>
                    <a:pt x="5522214" y="419"/>
                  </a:lnTo>
                  <a:lnTo>
                    <a:pt x="5527002" y="3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69" y="48"/>
                  </a:lnTo>
                  <a:lnTo>
                    <a:pt x="6530628" y="390"/>
                  </a:lnTo>
                  <a:lnTo>
                    <a:pt x="6548793" y="1335"/>
                  </a:lnTo>
                  <a:lnTo>
                    <a:pt x="6581563" y="3199"/>
                  </a:lnTo>
                  <a:lnTo>
                    <a:pt x="6631006" y="6281"/>
                  </a:lnTo>
                  <a:lnTo>
                    <a:pt x="6697500" y="10839"/>
                  </a:lnTo>
                  <a:lnTo>
                    <a:pt x="6779780" y="17069"/>
                  </a:lnTo>
                  <a:lnTo>
                    <a:pt x="6875206" y="25092"/>
                  </a:lnTo>
                  <a:lnTo>
                    <a:pt x="6980244" y="34956"/>
                  </a:lnTo>
                  <a:lnTo>
                    <a:pt x="7091013" y="46658"/>
                  </a:lnTo>
                  <a:lnTo>
                    <a:pt x="7203792" y="60163"/>
                  </a:lnTo>
                  <a:lnTo>
                    <a:pt x="7315383" y="75436"/>
                  </a:lnTo>
                  <a:lnTo>
                    <a:pt x="7423312" y="92464"/>
                  </a:lnTo>
                  <a:lnTo>
                    <a:pt x="7525867" y="111269"/>
                  </a:lnTo>
                  <a:lnTo>
                    <a:pt x="7622041" y="131927"/>
                  </a:lnTo>
                  <a:lnTo>
                    <a:pt x="7711403" y="154566"/>
                  </a:lnTo>
                  <a:lnTo>
                    <a:pt x="7793972" y="179371"/>
                  </a:lnTo>
                  <a:lnTo>
                    <a:pt x="7870081" y="206582"/>
                  </a:lnTo>
                  <a:lnTo>
                    <a:pt x="7940273" y="236484"/>
                  </a:lnTo>
                  <a:lnTo>
                    <a:pt x="8005217" y="269402"/>
                  </a:lnTo>
                  <a:lnTo>
                    <a:pt x="8065643" y="305679"/>
                  </a:lnTo>
                  <a:lnTo>
                    <a:pt x="8122293" y="345650"/>
                  </a:lnTo>
                  <a:lnTo>
                    <a:pt x="8175888" y="389594"/>
                  </a:lnTo>
                  <a:lnTo>
                    <a:pt x="8227083" y="437662"/>
                  </a:lnTo>
                  <a:lnTo>
                    <a:pt x="8229629" y="440213"/>
                  </a:lnTo>
                  <a:lnTo>
                    <a:pt x="8274991" y="488228"/>
                  </a:lnTo>
                  <a:lnTo>
                    <a:pt x="8319205" y="539794"/>
                  </a:lnTo>
                  <a:lnTo>
                    <a:pt x="8362584" y="594983"/>
                  </a:lnTo>
                  <a:lnTo>
                    <a:pt x="8405384" y="653807"/>
                  </a:lnTo>
                  <a:lnTo>
                    <a:pt x="8447805" y="716216"/>
                  </a:lnTo>
                  <a:lnTo>
                    <a:pt x="8490004" y="782084"/>
                  </a:lnTo>
                  <a:lnTo>
                    <a:pt x="8532100" y="851215"/>
                  </a:lnTo>
                  <a:lnTo>
                    <a:pt x="8574174" y="923332"/>
                  </a:lnTo>
                  <a:lnTo>
                    <a:pt x="8616279" y="998085"/>
                  </a:lnTo>
                  <a:lnTo>
                    <a:pt x="8658443" y="1075055"/>
                  </a:lnTo>
                  <a:lnTo>
                    <a:pt x="8700671" y="1153760"/>
                  </a:lnTo>
                  <a:lnTo>
                    <a:pt x="8742952" y="1233666"/>
                  </a:lnTo>
                  <a:lnTo>
                    <a:pt x="8785264" y="1314207"/>
                  </a:lnTo>
                  <a:lnTo>
                    <a:pt x="8827578" y="1394795"/>
                  </a:lnTo>
                  <a:lnTo>
                    <a:pt x="8869866" y="1474842"/>
                  </a:lnTo>
                  <a:lnTo>
                    <a:pt x="8912103" y="1553775"/>
                  </a:lnTo>
                  <a:lnTo>
                    <a:pt x="8954278" y="1631055"/>
                  </a:lnTo>
                  <a:lnTo>
                    <a:pt x="8996391" y="1706192"/>
                  </a:lnTo>
                  <a:lnTo>
                    <a:pt x="9038468" y="1778755"/>
                  </a:lnTo>
                  <a:lnTo>
                    <a:pt x="9080555" y="1848382"/>
                  </a:lnTo>
                  <a:lnTo>
                    <a:pt x="9122731" y="1914786"/>
                  </a:lnTo>
                  <a:lnTo>
                    <a:pt x="9165107" y="1977756"/>
                  </a:lnTo>
                  <a:lnTo>
                    <a:pt x="9207834" y="2037158"/>
                  </a:lnTo>
                  <a:lnTo>
                    <a:pt x="9251105" y="2092927"/>
                  </a:lnTo>
                  <a:lnTo>
                    <a:pt x="9295166" y="2145068"/>
                  </a:lnTo>
                  <a:lnTo>
                    <a:pt x="9340321" y="2193642"/>
                  </a:lnTo>
                  <a:lnTo>
                    <a:pt x="9347647" y="2201066"/>
                  </a:lnTo>
                  <a:lnTo>
                    <a:pt x="9398736" y="2249343"/>
                  </a:lnTo>
                  <a:lnTo>
                    <a:pt x="9452194" y="2293495"/>
                  </a:lnTo>
                  <a:lnTo>
                    <a:pt x="9508672" y="2333661"/>
                  </a:lnTo>
                  <a:lnTo>
                    <a:pt x="9568888" y="2370118"/>
                  </a:lnTo>
                  <a:lnTo>
                    <a:pt x="9633585" y="2403198"/>
                  </a:lnTo>
                  <a:lnTo>
                    <a:pt x="9703494" y="2433246"/>
                  </a:lnTo>
                  <a:lnTo>
                    <a:pt x="9779288" y="2460586"/>
                  </a:lnTo>
                  <a:lnTo>
                    <a:pt x="9861519" y="2485507"/>
                  </a:lnTo>
                  <a:lnTo>
                    <a:pt x="9950533" y="2508251"/>
                  </a:lnTo>
                  <a:lnTo>
                    <a:pt x="10046366" y="2529006"/>
                  </a:lnTo>
                  <a:lnTo>
                    <a:pt x="10148616" y="2547903"/>
                  </a:lnTo>
                  <a:lnTo>
                    <a:pt x="10256307" y="2565020"/>
                  </a:lnTo>
                  <a:lnTo>
                    <a:pt x="10367766" y="2580382"/>
                  </a:lnTo>
                  <a:lnTo>
                    <a:pt x="10480555" y="2593978"/>
                  </a:lnTo>
                  <a:lnTo>
                    <a:pt x="10591513" y="2605773"/>
                  </a:lnTo>
                  <a:lnTo>
                    <a:pt x="10696936" y="2615731"/>
                  </a:lnTo>
                  <a:lnTo>
                    <a:pt x="10792941" y="2623846"/>
                  </a:lnTo>
                  <a:lnTo>
                    <a:pt x="10875961" y="2630165"/>
                  </a:lnTo>
                  <a:lnTo>
                    <a:pt x="10943301" y="2634804"/>
                  </a:lnTo>
                  <a:lnTo>
                    <a:pt x="10993615" y="2637955"/>
                  </a:lnTo>
                  <a:lnTo>
                    <a:pt x="11027196" y="2639874"/>
                  </a:lnTo>
                  <a:lnTo>
                    <a:pt x="11046027" y="2640858"/>
                  </a:lnTo>
                  <a:lnTo>
                    <a:pt x="11053637" y="2641223"/>
                  </a:lnTo>
                  <a:lnTo>
                    <a:pt x="11054891" y="2641279"/>
                  </a:lnTo>
                  <a:lnTo>
                    <a:pt x="11054891" y="2641279"/>
                  </a:lnTo>
                  <a:lnTo>
                    <a:pt x="12049831" y="2641279"/>
                  </a:lnTo>
                  <a:lnTo>
                    <a:pt x="12049831" y="26412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4" name="pl1903"/>
            <p:cNvSpPr/>
            <p:nvPr/>
          </p:nvSpPr>
          <p:spPr>
            <a:xfrm>
              <a:off x="1199187" y="1414806"/>
              <a:ext cx="12049831" cy="4559351"/>
            </a:xfrm>
            <a:custGeom>
              <a:avLst/>
              <a:pathLst>
                <a:path w="12049831" h="4559351">
                  <a:moveTo>
                    <a:pt x="12049831" y="2641279"/>
                  </a:moveTo>
                  <a:lnTo>
                    <a:pt x="11054891" y="2641279"/>
                  </a:lnTo>
                  <a:lnTo>
                    <a:pt x="11053807" y="2641231"/>
                  </a:lnTo>
                  <a:lnTo>
                    <a:pt x="11046648" y="2640889"/>
                  </a:lnTo>
                  <a:lnTo>
                    <a:pt x="11028484" y="2639943"/>
                  </a:lnTo>
                  <a:lnTo>
                    <a:pt x="10995713" y="2638080"/>
                  </a:lnTo>
                  <a:lnTo>
                    <a:pt x="10946271" y="2634998"/>
                  </a:lnTo>
                  <a:lnTo>
                    <a:pt x="10879776" y="2630440"/>
                  </a:lnTo>
                  <a:lnTo>
                    <a:pt x="10797497" y="2624210"/>
                  </a:lnTo>
                  <a:lnTo>
                    <a:pt x="10702070" y="2616187"/>
                  </a:lnTo>
                  <a:lnTo>
                    <a:pt x="10597032" y="2606323"/>
                  </a:lnTo>
                  <a:lnTo>
                    <a:pt x="10486263" y="2594621"/>
                  </a:lnTo>
                  <a:lnTo>
                    <a:pt x="10373485" y="2581116"/>
                  </a:lnTo>
                  <a:lnTo>
                    <a:pt x="10261894" y="2565842"/>
                  </a:lnTo>
                  <a:lnTo>
                    <a:pt x="10153965" y="2548815"/>
                  </a:lnTo>
                  <a:lnTo>
                    <a:pt x="10051409" y="2530010"/>
                  </a:lnTo>
                  <a:lnTo>
                    <a:pt x="9955236" y="2509352"/>
                  </a:lnTo>
                  <a:lnTo>
                    <a:pt x="9865874" y="2486713"/>
                  </a:lnTo>
                  <a:lnTo>
                    <a:pt x="9783305" y="2461907"/>
                  </a:lnTo>
                  <a:lnTo>
                    <a:pt x="9707196" y="2434696"/>
                  </a:lnTo>
                  <a:lnTo>
                    <a:pt x="9637003" y="2404794"/>
                  </a:lnTo>
                  <a:lnTo>
                    <a:pt x="9572059" y="2371876"/>
                  </a:lnTo>
                  <a:lnTo>
                    <a:pt x="9511634" y="2335599"/>
                  </a:lnTo>
                  <a:lnTo>
                    <a:pt x="9454983" y="2295628"/>
                  </a:lnTo>
                  <a:lnTo>
                    <a:pt x="9401389" y="2251684"/>
                  </a:lnTo>
                  <a:lnTo>
                    <a:pt x="9350194" y="2203617"/>
                  </a:lnTo>
                  <a:lnTo>
                    <a:pt x="9347647" y="2201066"/>
                  </a:lnTo>
                  <a:lnTo>
                    <a:pt x="9302285" y="2153051"/>
                  </a:lnTo>
                  <a:lnTo>
                    <a:pt x="9258072" y="2101485"/>
                  </a:lnTo>
                  <a:lnTo>
                    <a:pt x="9214692" y="2046296"/>
                  </a:lnTo>
                  <a:lnTo>
                    <a:pt x="9171893" y="1987471"/>
                  </a:lnTo>
                  <a:lnTo>
                    <a:pt x="9129472" y="1925063"/>
                  </a:lnTo>
                  <a:lnTo>
                    <a:pt x="9087272" y="1859194"/>
                  </a:lnTo>
                  <a:lnTo>
                    <a:pt x="9045177" y="1790064"/>
                  </a:lnTo>
                  <a:lnTo>
                    <a:pt x="9003103" y="1717947"/>
                  </a:lnTo>
                  <a:lnTo>
                    <a:pt x="8960997" y="1643193"/>
                  </a:lnTo>
                  <a:lnTo>
                    <a:pt x="8918833" y="1566223"/>
                  </a:lnTo>
                  <a:lnTo>
                    <a:pt x="8876605" y="1487519"/>
                  </a:lnTo>
                  <a:lnTo>
                    <a:pt x="8834324" y="1407612"/>
                  </a:lnTo>
                  <a:lnTo>
                    <a:pt x="8792013" y="1327071"/>
                  </a:lnTo>
                  <a:lnTo>
                    <a:pt x="8749698" y="1246483"/>
                  </a:lnTo>
                  <a:lnTo>
                    <a:pt x="8707411" y="1166437"/>
                  </a:lnTo>
                  <a:lnTo>
                    <a:pt x="8665173" y="1087504"/>
                  </a:lnTo>
                  <a:lnTo>
                    <a:pt x="8622999" y="1010223"/>
                  </a:lnTo>
                  <a:lnTo>
                    <a:pt x="8580885" y="935086"/>
                  </a:lnTo>
                  <a:lnTo>
                    <a:pt x="8538809" y="862523"/>
                  </a:lnTo>
                  <a:lnTo>
                    <a:pt x="8496722" y="792896"/>
                  </a:lnTo>
                  <a:lnTo>
                    <a:pt x="8454546" y="726492"/>
                  </a:lnTo>
                  <a:lnTo>
                    <a:pt x="8412170" y="663522"/>
                  </a:lnTo>
                  <a:lnTo>
                    <a:pt x="8369443" y="604121"/>
                  </a:lnTo>
                  <a:lnTo>
                    <a:pt x="8326171" y="548351"/>
                  </a:lnTo>
                  <a:lnTo>
                    <a:pt x="8282110" y="496211"/>
                  </a:lnTo>
                  <a:lnTo>
                    <a:pt x="8236955" y="447636"/>
                  </a:lnTo>
                  <a:lnTo>
                    <a:pt x="8229629" y="440213"/>
                  </a:lnTo>
                  <a:lnTo>
                    <a:pt x="8178540" y="391935"/>
                  </a:lnTo>
                  <a:lnTo>
                    <a:pt x="8125082" y="347784"/>
                  </a:lnTo>
                  <a:lnTo>
                    <a:pt x="8068604" y="307617"/>
                  </a:lnTo>
                  <a:lnTo>
                    <a:pt x="8008388" y="271160"/>
                  </a:lnTo>
                  <a:lnTo>
                    <a:pt x="7943692" y="238080"/>
                  </a:lnTo>
                  <a:lnTo>
                    <a:pt x="7873783" y="208033"/>
                  </a:lnTo>
                  <a:lnTo>
                    <a:pt x="7797988" y="180693"/>
                  </a:lnTo>
                  <a:lnTo>
                    <a:pt x="7715758" y="155771"/>
                  </a:lnTo>
                  <a:lnTo>
                    <a:pt x="7626744" y="133027"/>
                  </a:lnTo>
                  <a:lnTo>
                    <a:pt x="7530911" y="112272"/>
                  </a:lnTo>
                  <a:lnTo>
                    <a:pt x="7428660" y="93375"/>
                  </a:lnTo>
                  <a:lnTo>
                    <a:pt x="7320969" y="76259"/>
                  </a:lnTo>
                  <a:lnTo>
                    <a:pt x="7209511" y="60896"/>
                  </a:lnTo>
                  <a:lnTo>
                    <a:pt x="7096721" y="47300"/>
                  </a:lnTo>
                  <a:lnTo>
                    <a:pt x="6985764" y="35506"/>
                  </a:lnTo>
                  <a:lnTo>
                    <a:pt x="6880341" y="25548"/>
                  </a:lnTo>
                  <a:lnTo>
                    <a:pt x="6784336" y="17433"/>
                  </a:lnTo>
                  <a:lnTo>
                    <a:pt x="6701315" y="11114"/>
                  </a:lnTo>
                  <a:lnTo>
                    <a:pt x="6633975" y="6474"/>
                  </a:lnTo>
                  <a:lnTo>
                    <a:pt x="6583662" y="3324"/>
                  </a:lnTo>
                  <a:lnTo>
                    <a:pt x="6550081" y="1405"/>
                  </a:lnTo>
                  <a:lnTo>
                    <a:pt x="6531249" y="421"/>
                  </a:lnTo>
                  <a:lnTo>
                    <a:pt x="6523640" y="55"/>
                  </a:lnTo>
                  <a:lnTo>
                    <a:pt x="652238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51" y="76"/>
                  </a:lnTo>
                  <a:lnTo>
                    <a:pt x="5519870" y="616"/>
                  </a:lnTo>
                  <a:lnTo>
                    <a:pt x="5503134" y="2110"/>
                  </a:lnTo>
                  <a:lnTo>
                    <a:pt x="5472849" y="5056"/>
                  </a:lnTo>
                  <a:lnTo>
                    <a:pt x="5426971" y="9932"/>
                  </a:lnTo>
                  <a:lnTo>
                    <a:pt x="5364950" y="17159"/>
                  </a:lnTo>
                  <a:lnTo>
                    <a:pt x="5287722" y="27063"/>
                  </a:lnTo>
                  <a:lnTo>
                    <a:pt x="5197503" y="39857"/>
                  </a:lnTo>
                  <a:lnTo>
                    <a:pt x="5097400" y="55641"/>
                  </a:lnTo>
                  <a:lnTo>
                    <a:pt x="4990942" y="74427"/>
                  </a:lnTo>
                  <a:lnTo>
                    <a:pt x="4881622" y="96168"/>
                  </a:lnTo>
                  <a:lnTo>
                    <a:pt x="4772543" y="120804"/>
                  </a:lnTo>
                  <a:lnTo>
                    <a:pt x="4666200" y="148299"/>
                  </a:lnTo>
                  <a:lnTo>
                    <a:pt x="4564410" y="178665"/>
                  </a:lnTo>
                  <a:lnTo>
                    <a:pt x="4468336" y="211989"/>
                  </a:lnTo>
                  <a:lnTo>
                    <a:pt x="4378574" y="248438"/>
                  </a:lnTo>
                  <a:lnTo>
                    <a:pt x="4295276" y="288265"/>
                  </a:lnTo>
                  <a:lnTo>
                    <a:pt x="4218257" y="331809"/>
                  </a:lnTo>
                  <a:lnTo>
                    <a:pt x="4147105" y="379486"/>
                  </a:lnTo>
                  <a:lnTo>
                    <a:pt x="4081259" y="431781"/>
                  </a:lnTo>
                  <a:lnTo>
                    <a:pt x="4020075" y="489224"/>
                  </a:lnTo>
                  <a:lnTo>
                    <a:pt x="3962875" y="552360"/>
                  </a:lnTo>
                  <a:lnTo>
                    <a:pt x="3908982" y="621696"/>
                  </a:lnTo>
                  <a:lnTo>
                    <a:pt x="3857752" y="697618"/>
                  </a:lnTo>
                  <a:lnTo>
                    <a:pt x="3820202" y="759891"/>
                  </a:lnTo>
                  <a:lnTo>
                    <a:pt x="3783695" y="825927"/>
                  </a:lnTo>
                  <a:lnTo>
                    <a:pt x="3747973" y="895888"/>
                  </a:lnTo>
                  <a:lnTo>
                    <a:pt x="3712862" y="969855"/>
                  </a:lnTo>
                  <a:lnTo>
                    <a:pt x="3678215" y="1047865"/>
                  </a:lnTo>
                  <a:lnTo>
                    <a:pt x="3643911" y="1129914"/>
                  </a:lnTo>
                  <a:lnTo>
                    <a:pt x="3609849" y="1215948"/>
                  </a:lnTo>
                  <a:lnTo>
                    <a:pt x="3575945" y="1305862"/>
                  </a:lnTo>
                  <a:lnTo>
                    <a:pt x="3542134" y="1399500"/>
                  </a:lnTo>
                  <a:lnTo>
                    <a:pt x="3508364" y="1496648"/>
                  </a:lnTo>
                  <a:lnTo>
                    <a:pt x="3474598" y="1597040"/>
                  </a:lnTo>
                  <a:lnTo>
                    <a:pt x="3440811" y="1700354"/>
                  </a:lnTo>
                  <a:lnTo>
                    <a:pt x="3406988" y="1806221"/>
                  </a:lnTo>
                  <a:lnTo>
                    <a:pt x="3373123" y="1914222"/>
                  </a:lnTo>
                  <a:lnTo>
                    <a:pt x="3339218" y="2023903"/>
                  </a:lnTo>
                  <a:lnTo>
                    <a:pt x="3305282" y="2134777"/>
                  </a:lnTo>
                  <a:lnTo>
                    <a:pt x="3271327" y="2246331"/>
                  </a:lnTo>
                  <a:lnTo>
                    <a:pt x="3237367" y="2358043"/>
                  </a:lnTo>
                  <a:lnTo>
                    <a:pt x="3203418" y="2469386"/>
                  </a:lnTo>
                  <a:lnTo>
                    <a:pt x="3169493" y="2579839"/>
                  </a:lnTo>
                  <a:lnTo>
                    <a:pt x="3135604" y="2688900"/>
                  </a:lnTo>
                  <a:lnTo>
                    <a:pt x="3101756" y="2796093"/>
                  </a:lnTo>
                  <a:lnTo>
                    <a:pt x="3067948" y="2900978"/>
                  </a:lnTo>
                  <a:lnTo>
                    <a:pt x="3034172" y="3003156"/>
                  </a:lnTo>
                  <a:lnTo>
                    <a:pt x="3000408" y="3102276"/>
                  </a:lnTo>
                  <a:lnTo>
                    <a:pt x="2966627" y="3198038"/>
                  </a:lnTo>
                  <a:lnTo>
                    <a:pt x="2932785" y="3290197"/>
                  </a:lnTo>
                  <a:lnTo>
                    <a:pt x="2898826" y="3378563"/>
                  </a:lnTo>
                  <a:lnTo>
                    <a:pt x="2864678" y="3463000"/>
                  </a:lnTo>
                  <a:lnTo>
                    <a:pt x="2830249" y="3543424"/>
                  </a:lnTo>
                  <a:lnTo>
                    <a:pt x="2795431" y="3619802"/>
                  </a:lnTo>
                  <a:lnTo>
                    <a:pt x="2760092" y="3692147"/>
                  </a:lnTo>
                  <a:lnTo>
                    <a:pt x="2724077" y="3760514"/>
                  </a:lnTo>
                  <a:lnTo>
                    <a:pt x="2702183" y="3799459"/>
                  </a:lnTo>
                  <a:lnTo>
                    <a:pt x="2652589" y="3880506"/>
                  </a:lnTo>
                  <a:lnTo>
                    <a:pt x="2600778" y="3954828"/>
                  </a:lnTo>
                  <a:lnTo>
                    <a:pt x="2546153" y="4022639"/>
                  </a:lnTo>
                  <a:lnTo>
                    <a:pt x="2488063" y="4084365"/>
                  </a:lnTo>
                  <a:lnTo>
                    <a:pt x="2425825" y="4140526"/>
                  </a:lnTo>
                  <a:lnTo>
                    <a:pt x="2358766" y="4191670"/>
                  </a:lnTo>
                  <a:lnTo>
                    <a:pt x="2286258" y="4238317"/>
                  </a:lnTo>
                  <a:lnTo>
                    <a:pt x="2207767" y="4280936"/>
                  </a:lnTo>
                  <a:lnTo>
                    <a:pt x="2122929" y="4319928"/>
                  </a:lnTo>
                  <a:lnTo>
                    <a:pt x="2031629" y="4355609"/>
                  </a:lnTo>
                  <a:lnTo>
                    <a:pt x="1934114" y="4388214"/>
                  </a:lnTo>
                  <a:lnTo>
                    <a:pt x="1831106" y="4417888"/>
                  </a:lnTo>
                  <a:lnTo>
                    <a:pt x="1723917" y="4444700"/>
                  </a:lnTo>
                  <a:lnTo>
                    <a:pt x="1614528" y="4468649"/>
                  </a:lnTo>
                  <a:lnTo>
                    <a:pt x="1505591" y="4489689"/>
                  </a:lnTo>
                  <a:lnTo>
                    <a:pt x="1400328" y="4507759"/>
                  </a:lnTo>
                  <a:lnTo>
                    <a:pt x="1302275" y="4522824"/>
                  </a:lnTo>
                  <a:lnTo>
                    <a:pt x="1214906" y="4534914"/>
                  </a:lnTo>
                  <a:lnTo>
                    <a:pt x="1141158" y="4544154"/>
                  </a:lnTo>
                  <a:lnTo>
                    <a:pt x="1082967" y="4550785"/>
                  </a:lnTo>
                  <a:lnTo>
                    <a:pt x="1040926" y="4555158"/>
                  </a:lnTo>
                  <a:lnTo>
                    <a:pt x="1014122" y="4557711"/>
                  </a:lnTo>
                  <a:lnTo>
                    <a:pt x="1000171" y="4558932"/>
                  </a:lnTo>
                  <a:lnTo>
                    <a:pt x="995383" y="4559318"/>
                  </a:lnTo>
                  <a:lnTo>
                    <a:pt x="994940" y="4559351"/>
                  </a:lnTo>
                  <a:lnTo>
                    <a:pt x="0" y="4559351"/>
                  </a:lnTo>
                  <a:lnTo>
                    <a:pt x="0" y="45593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5" name="pg1904"/>
            <p:cNvSpPr/>
            <p:nvPr/>
          </p:nvSpPr>
          <p:spPr>
            <a:xfrm>
              <a:off x="1199187" y="1482934"/>
              <a:ext cx="12049831" cy="4501704"/>
            </a:xfrm>
            <a:custGeom>
              <a:avLst/>
              <a:pathLst>
                <a:path w="12049831" h="4501704">
                  <a:moveTo>
                    <a:pt x="0" y="4501704"/>
                  </a:moveTo>
                  <a:lnTo>
                    <a:pt x="994940" y="4501704"/>
                  </a:lnTo>
                  <a:lnTo>
                    <a:pt x="995938" y="4501629"/>
                  </a:lnTo>
                  <a:lnTo>
                    <a:pt x="1002540" y="4501094"/>
                  </a:lnTo>
                  <a:lnTo>
                    <a:pt x="1019330" y="4499615"/>
                  </a:lnTo>
                  <a:lnTo>
                    <a:pt x="1049709" y="4496700"/>
                  </a:lnTo>
                  <a:lnTo>
                    <a:pt x="1095721" y="4491875"/>
                  </a:lnTo>
                  <a:lnTo>
                    <a:pt x="1157912" y="4484724"/>
                  </a:lnTo>
                  <a:lnTo>
                    <a:pt x="1235332" y="4474925"/>
                  </a:lnTo>
                  <a:lnTo>
                    <a:pt x="1325753" y="4462269"/>
                  </a:lnTo>
                  <a:lnTo>
                    <a:pt x="1426048" y="4446655"/>
                  </a:lnTo>
                  <a:lnTo>
                    <a:pt x="1532675" y="4428076"/>
                  </a:lnTo>
                  <a:lnTo>
                    <a:pt x="1642133" y="4406577"/>
                  </a:lnTo>
                  <a:lnTo>
                    <a:pt x="1751315" y="4382215"/>
                  </a:lnTo>
                  <a:lnTo>
                    <a:pt x="1857725" y="4355029"/>
                  </a:lnTo>
                  <a:lnTo>
                    <a:pt x="1959550" y="4325004"/>
                  </a:lnTo>
                  <a:lnTo>
                    <a:pt x="2055632" y="4292053"/>
                  </a:lnTo>
                  <a:lnTo>
                    <a:pt x="2145382" y="4256010"/>
                  </a:lnTo>
                  <a:lnTo>
                    <a:pt x="2228655" y="4216622"/>
                  </a:lnTo>
                  <a:lnTo>
                    <a:pt x="2305640" y="4173553"/>
                  </a:lnTo>
                  <a:lnTo>
                    <a:pt x="2376755" y="4126389"/>
                  </a:lnTo>
                  <a:lnTo>
                    <a:pt x="2442565" y="4074650"/>
                  </a:lnTo>
                  <a:lnTo>
                    <a:pt x="2503717" y="4017810"/>
                  </a:lnTo>
                  <a:lnTo>
                    <a:pt x="2560894" y="3955331"/>
                  </a:lnTo>
                  <a:lnTo>
                    <a:pt x="2614773" y="3886711"/>
                  </a:lnTo>
                  <a:lnTo>
                    <a:pt x="2665998" y="3811574"/>
                  </a:lnTo>
                  <a:lnTo>
                    <a:pt x="2702183" y="3752294"/>
                  </a:lnTo>
                  <a:lnTo>
                    <a:pt x="2738911" y="3686758"/>
                  </a:lnTo>
                  <a:lnTo>
                    <a:pt x="2774845" y="3617303"/>
                  </a:lnTo>
                  <a:lnTo>
                    <a:pt x="2810164" y="3543849"/>
                  </a:lnTo>
                  <a:lnTo>
                    <a:pt x="2845014" y="3466357"/>
                  </a:lnTo>
                  <a:lnTo>
                    <a:pt x="2879520" y="3384834"/>
                  </a:lnTo>
                  <a:lnTo>
                    <a:pt x="2913784" y="3299336"/>
                  </a:lnTo>
                  <a:lnTo>
                    <a:pt x="2947891" y="3209968"/>
                  </a:lnTo>
                  <a:lnTo>
                    <a:pt x="2981906" y="3116891"/>
                  </a:lnTo>
                  <a:lnTo>
                    <a:pt x="3015882" y="3020321"/>
                  </a:lnTo>
                  <a:lnTo>
                    <a:pt x="3049855" y="2920530"/>
                  </a:lnTo>
                  <a:lnTo>
                    <a:pt x="3083852" y="2817842"/>
                  </a:lnTo>
                  <a:lnTo>
                    <a:pt x="3117885" y="2712634"/>
                  </a:lnTo>
                  <a:lnTo>
                    <a:pt x="3151961" y="2605326"/>
                  </a:lnTo>
                  <a:lnTo>
                    <a:pt x="3186076" y="2496378"/>
                  </a:lnTo>
                  <a:lnTo>
                    <a:pt x="3220222" y="2386284"/>
                  </a:lnTo>
                  <a:lnTo>
                    <a:pt x="3254386" y="2275557"/>
                  </a:lnTo>
                  <a:lnTo>
                    <a:pt x="3288554" y="2164725"/>
                  </a:lnTo>
                  <a:lnTo>
                    <a:pt x="3322709" y="2054316"/>
                  </a:lnTo>
                  <a:lnTo>
                    <a:pt x="3356838" y="1944851"/>
                  </a:lnTo>
                  <a:lnTo>
                    <a:pt x="3390930" y="1836833"/>
                  </a:lnTo>
                  <a:lnTo>
                    <a:pt x="3424980" y="1730735"/>
                  </a:lnTo>
                  <a:lnTo>
                    <a:pt x="3458990" y="1626995"/>
                  </a:lnTo>
                  <a:lnTo>
                    <a:pt x="3492970" y="1526009"/>
                  </a:lnTo>
                  <a:lnTo>
                    <a:pt x="3526941" y="1428120"/>
                  </a:lnTo>
                  <a:lnTo>
                    <a:pt x="3560935" y="1333623"/>
                  </a:lnTo>
                  <a:lnTo>
                    <a:pt x="3594998" y="1242755"/>
                  </a:lnTo>
                  <a:lnTo>
                    <a:pt x="3629191" y="1155699"/>
                  </a:lnTo>
                  <a:lnTo>
                    <a:pt x="3663590" y="1072583"/>
                  </a:lnTo>
                  <a:lnTo>
                    <a:pt x="3698289" y="993482"/>
                  </a:lnTo>
                  <a:lnTo>
                    <a:pt x="3733405" y="918421"/>
                  </a:lnTo>
                  <a:lnTo>
                    <a:pt x="3769074" y="847380"/>
                  </a:lnTo>
                  <a:lnTo>
                    <a:pt x="3805463" y="780295"/>
                  </a:lnTo>
                  <a:lnTo>
                    <a:pt x="3820202" y="754651"/>
                  </a:lnTo>
                  <a:lnTo>
                    <a:pt x="3869853" y="674635"/>
                  </a:lnTo>
                  <a:lnTo>
                    <a:pt x="3921728" y="601266"/>
                  </a:lnTo>
                  <a:lnTo>
                    <a:pt x="3976423" y="534332"/>
                  </a:lnTo>
                  <a:lnTo>
                    <a:pt x="4034595" y="473411"/>
                  </a:lnTo>
                  <a:lnTo>
                    <a:pt x="4096926" y="417988"/>
                  </a:lnTo>
                  <a:lnTo>
                    <a:pt x="4164094" y="367522"/>
                  </a:lnTo>
                  <a:lnTo>
                    <a:pt x="4236727" y="321497"/>
                  </a:lnTo>
                  <a:lnTo>
                    <a:pt x="4315360" y="279450"/>
                  </a:lnTo>
                  <a:lnTo>
                    <a:pt x="4400357" y="240985"/>
                  </a:lnTo>
                  <a:lnTo>
                    <a:pt x="4491830" y="205790"/>
                  </a:lnTo>
                  <a:lnTo>
                    <a:pt x="4589527" y="173634"/>
                  </a:lnTo>
                  <a:lnTo>
                    <a:pt x="4692716" y="144372"/>
                  </a:lnTo>
                  <a:lnTo>
                    <a:pt x="4800073" y="117940"/>
                  </a:lnTo>
                  <a:lnTo>
                    <a:pt x="4909601" y="94339"/>
                  </a:lnTo>
                  <a:lnTo>
                    <a:pt x="5018628" y="73614"/>
                  </a:lnTo>
                  <a:lnTo>
                    <a:pt x="5123914" y="55824"/>
                  </a:lnTo>
                  <a:lnTo>
                    <a:pt x="5221908" y="41005"/>
                  </a:lnTo>
                  <a:lnTo>
                    <a:pt x="5309131" y="29127"/>
                  </a:lnTo>
                  <a:lnTo>
                    <a:pt x="5382652" y="20061"/>
                  </a:lnTo>
                  <a:lnTo>
                    <a:pt x="5440552" y="13567"/>
                  </a:lnTo>
                  <a:lnTo>
                    <a:pt x="5482269" y="9296"/>
                  </a:lnTo>
                  <a:lnTo>
                    <a:pt x="5508755" y="6813"/>
                  </a:lnTo>
                  <a:lnTo>
                    <a:pt x="5522437" y="5636"/>
                  </a:lnTo>
                  <a:lnTo>
                    <a:pt x="5527047" y="527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6" y="5297"/>
                  </a:lnTo>
                  <a:lnTo>
                    <a:pt x="6530452" y="5705"/>
                  </a:lnTo>
                  <a:lnTo>
                    <a:pt x="6548241" y="6831"/>
                  </a:lnTo>
                  <a:lnTo>
                    <a:pt x="6580359" y="9051"/>
                  </a:lnTo>
                  <a:lnTo>
                    <a:pt x="6628868" y="12723"/>
                  </a:lnTo>
                  <a:lnTo>
                    <a:pt x="6694195" y="18157"/>
                  </a:lnTo>
                  <a:lnTo>
                    <a:pt x="6775163" y="25589"/>
                  </a:lnTo>
                  <a:lnTo>
                    <a:pt x="6869247" y="35167"/>
                  </a:lnTo>
                  <a:lnTo>
                    <a:pt x="6973022" y="46955"/>
                  </a:lnTo>
                  <a:lnTo>
                    <a:pt x="7082697" y="60950"/>
                  </a:lnTo>
                  <a:lnTo>
                    <a:pt x="7194609" y="77113"/>
                  </a:lnTo>
                  <a:lnTo>
                    <a:pt x="7305582" y="95401"/>
                  </a:lnTo>
                  <a:lnTo>
                    <a:pt x="7413132" y="115794"/>
                  </a:lnTo>
                  <a:lnTo>
                    <a:pt x="7515518" y="138316"/>
                  </a:lnTo>
                  <a:lnTo>
                    <a:pt x="7611689" y="163049"/>
                  </a:lnTo>
                  <a:lnTo>
                    <a:pt x="7701172" y="190140"/>
                  </a:lnTo>
                  <a:lnTo>
                    <a:pt x="7783940" y="219801"/>
                  </a:lnTo>
                  <a:lnTo>
                    <a:pt x="7860290" y="252310"/>
                  </a:lnTo>
                  <a:lnTo>
                    <a:pt x="7930729" y="288000"/>
                  </a:lnTo>
                  <a:lnTo>
                    <a:pt x="7995900" y="327253"/>
                  </a:lnTo>
                  <a:lnTo>
                    <a:pt x="8056511" y="370476"/>
                  </a:lnTo>
                  <a:lnTo>
                    <a:pt x="8113289" y="418074"/>
                  </a:lnTo>
                  <a:lnTo>
                    <a:pt x="8166945" y="470393"/>
                  </a:lnTo>
                  <a:lnTo>
                    <a:pt x="8218132" y="527648"/>
                  </a:lnTo>
                  <a:lnTo>
                    <a:pt x="8229629" y="541532"/>
                  </a:lnTo>
                  <a:lnTo>
                    <a:pt x="8271794" y="595706"/>
                  </a:lnTo>
                  <a:lnTo>
                    <a:pt x="8312946" y="653604"/>
                  </a:lnTo>
                  <a:lnTo>
                    <a:pt x="8353345" y="715300"/>
                  </a:lnTo>
                  <a:lnTo>
                    <a:pt x="8393202" y="780820"/>
                  </a:lnTo>
                  <a:lnTo>
                    <a:pt x="8432687" y="850127"/>
                  </a:lnTo>
                  <a:lnTo>
                    <a:pt x="8471938" y="923125"/>
                  </a:lnTo>
                  <a:lnTo>
                    <a:pt x="8511059" y="999650"/>
                  </a:lnTo>
                  <a:lnTo>
                    <a:pt x="8550131" y="1079467"/>
                  </a:lnTo>
                  <a:lnTo>
                    <a:pt x="8589206" y="1162275"/>
                  </a:lnTo>
                  <a:lnTo>
                    <a:pt x="8628320" y="1247703"/>
                  </a:lnTo>
                  <a:lnTo>
                    <a:pt x="8667487" y="1335322"/>
                  </a:lnTo>
                  <a:lnTo>
                    <a:pt x="8706709" y="1424647"/>
                  </a:lnTo>
                  <a:lnTo>
                    <a:pt x="8745975" y="1515153"/>
                  </a:lnTo>
                  <a:lnTo>
                    <a:pt x="8785265" y="1606281"/>
                  </a:lnTo>
                  <a:lnTo>
                    <a:pt x="8824557" y="1697459"/>
                  </a:lnTo>
                  <a:lnTo>
                    <a:pt x="8863828" y="1788111"/>
                  </a:lnTo>
                  <a:lnTo>
                    <a:pt x="8903058" y="1877678"/>
                  </a:lnTo>
                  <a:lnTo>
                    <a:pt x="8942235" y="1965625"/>
                  </a:lnTo>
                  <a:lnTo>
                    <a:pt x="8981358" y="2051462"/>
                  </a:lnTo>
                  <a:lnTo>
                    <a:pt x="9020438" y="2134747"/>
                  </a:lnTo>
                  <a:lnTo>
                    <a:pt x="9059507" y="2215101"/>
                  </a:lnTo>
                  <a:lnTo>
                    <a:pt x="9098615" y="2292210"/>
                  </a:lnTo>
                  <a:lnTo>
                    <a:pt x="9137836" y="2365827"/>
                  </a:lnTo>
                  <a:lnTo>
                    <a:pt x="9177273" y="2435777"/>
                  </a:lnTo>
                  <a:lnTo>
                    <a:pt x="9217054" y="2501951"/>
                  </a:lnTo>
                  <a:lnTo>
                    <a:pt x="9257346" y="2564304"/>
                  </a:lnTo>
                  <a:lnTo>
                    <a:pt x="9298353" y="2622850"/>
                  </a:lnTo>
                  <a:lnTo>
                    <a:pt x="9340323" y="2677656"/>
                  </a:lnTo>
                  <a:lnTo>
                    <a:pt x="9347647" y="2686698"/>
                  </a:lnTo>
                  <a:lnTo>
                    <a:pt x="9398350" y="2745095"/>
                  </a:lnTo>
                  <a:lnTo>
                    <a:pt x="9451382" y="2798539"/>
                  </a:lnTo>
                  <a:lnTo>
                    <a:pt x="9507380" y="2847196"/>
                  </a:lnTo>
                  <a:lnTo>
                    <a:pt x="9567043" y="2891392"/>
                  </a:lnTo>
                  <a:lnTo>
                    <a:pt x="9631100" y="2931522"/>
                  </a:lnTo>
                  <a:lnTo>
                    <a:pt x="9700267" y="2967998"/>
                  </a:lnTo>
                  <a:lnTo>
                    <a:pt x="9775204" y="3001207"/>
                  </a:lnTo>
                  <a:lnTo>
                    <a:pt x="9856460" y="3031497"/>
                  </a:lnTo>
                  <a:lnTo>
                    <a:pt x="9944385" y="3059159"/>
                  </a:lnTo>
                  <a:lnTo>
                    <a:pt x="10039040" y="3084419"/>
                  </a:lnTo>
                  <a:lnTo>
                    <a:pt x="10140065" y="3107440"/>
                  </a:lnTo>
                  <a:lnTo>
                    <a:pt x="10246554" y="3128320"/>
                  </a:lnTo>
                  <a:lnTo>
                    <a:pt x="10356932" y="3147093"/>
                  </a:lnTo>
                  <a:lnTo>
                    <a:pt x="10468886" y="3163749"/>
                  </a:lnTo>
                  <a:lnTo>
                    <a:pt x="10579388" y="3178247"/>
                  </a:lnTo>
                  <a:lnTo>
                    <a:pt x="10684860" y="3190545"/>
                  </a:lnTo>
                  <a:lnTo>
                    <a:pt x="10781500" y="3200629"/>
                  </a:lnTo>
                  <a:lnTo>
                    <a:pt x="10865752" y="3208546"/>
                  </a:lnTo>
                  <a:lnTo>
                    <a:pt x="10934840" y="3214422"/>
                  </a:lnTo>
                  <a:lnTo>
                    <a:pt x="10987244" y="3218474"/>
                  </a:lnTo>
                  <a:lnTo>
                    <a:pt x="11023011" y="3220998"/>
                  </a:lnTo>
                  <a:lnTo>
                    <a:pt x="11043835" y="3222343"/>
                  </a:lnTo>
                  <a:lnTo>
                    <a:pt x="11052940" y="3222882"/>
                  </a:lnTo>
                  <a:lnTo>
                    <a:pt x="11054891" y="3222989"/>
                  </a:lnTo>
                  <a:lnTo>
                    <a:pt x="12049831" y="3222989"/>
                  </a:lnTo>
                  <a:lnTo>
                    <a:pt x="12049831" y="3217749"/>
                  </a:lnTo>
                  <a:lnTo>
                    <a:pt x="11054891" y="3217749"/>
                  </a:lnTo>
                  <a:lnTo>
                    <a:pt x="11053831" y="3217692"/>
                  </a:lnTo>
                  <a:lnTo>
                    <a:pt x="11046824" y="3217284"/>
                  </a:lnTo>
                  <a:lnTo>
                    <a:pt x="11029036" y="3216158"/>
                  </a:lnTo>
                  <a:lnTo>
                    <a:pt x="10996918" y="3213938"/>
                  </a:lnTo>
                  <a:lnTo>
                    <a:pt x="10948409" y="3210266"/>
                  </a:lnTo>
                  <a:lnTo>
                    <a:pt x="10883081" y="3204832"/>
                  </a:lnTo>
                  <a:lnTo>
                    <a:pt x="10802113" y="3197400"/>
                  </a:lnTo>
                  <a:lnTo>
                    <a:pt x="10708030" y="3187822"/>
                  </a:lnTo>
                  <a:lnTo>
                    <a:pt x="10604255" y="3176034"/>
                  </a:lnTo>
                  <a:lnTo>
                    <a:pt x="10494579" y="3162039"/>
                  </a:lnTo>
                  <a:lnTo>
                    <a:pt x="10382667" y="3145876"/>
                  </a:lnTo>
                  <a:lnTo>
                    <a:pt x="10271694" y="3127588"/>
                  </a:lnTo>
                  <a:lnTo>
                    <a:pt x="10164144" y="3107195"/>
                  </a:lnTo>
                  <a:lnTo>
                    <a:pt x="10061758" y="3084673"/>
                  </a:lnTo>
                  <a:lnTo>
                    <a:pt x="9965588" y="3059940"/>
                  </a:lnTo>
                  <a:lnTo>
                    <a:pt x="9876105" y="3032849"/>
                  </a:lnTo>
                  <a:lnTo>
                    <a:pt x="9793336" y="3003188"/>
                  </a:lnTo>
                  <a:lnTo>
                    <a:pt x="9716987" y="2970679"/>
                  </a:lnTo>
                  <a:lnTo>
                    <a:pt x="9646547" y="2934989"/>
                  </a:lnTo>
                  <a:lnTo>
                    <a:pt x="9581376" y="2895736"/>
                  </a:lnTo>
                  <a:lnTo>
                    <a:pt x="9520765" y="2852513"/>
                  </a:lnTo>
                  <a:lnTo>
                    <a:pt x="9463987" y="2804915"/>
                  </a:lnTo>
                  <a:lnTo>
                    <a:pt x="9410332" y="2752596"/>
                  </a:lnTo>
                  <a:lnTo>
                    <a:pt x="9359145" y="2695341"/>
                  </a:lnTo>
                  <a:lnTo>
                    <a:pt x="9347647" y="2681457"/>
                  </a:lnTo>
                  <a:lnTo>
                    <a:pt x="9305483" y="2627283"/>
                  </a:lnTo>
                  <a:lnTo>
                    <a:pt x="9264330" y="2569385"/>
                  </a:lnTo>
                  <a:lnTo>
                    <a:pt x="9223931" y="2507689"/>
                  </a:lnTo>
                  <a:lnTo>
                    <a:pt x="9184074" y="2442169"/>
                  </a:lnTo>
                  <a:lnTo>
                    <a:pt x="9144589" y="2372862"/>
                  </a:lnTo>
                  <a:lnTo>
                    <a:pt x="9105339" y="2299864"/>
                  </a:lnTo>
                  <a:lnTo>
                    <a:pt x="9066217" y="2223339"/>
                  </a:lnTo>
                  <a:lnTo>
                    <a:pt x="9027146" y="2143521"/>
                  </a:lnTo>
                  <a:lnTo>
                    <a:pt x="8988070" y="2060714"/>
                  </a:lnTo>
                  <a:lnTo>
                    <a:pt x="8948956" y="1975286"/>
                  </a:lnTo>
                  <a:lnTo>
                    <a:pt x="8909789" y="1887667"/>
                  </a:lnTo>
                  <a:lnTo>
                    <a:pt x="8870567" y="1798342"/>
                  </a:lnTo>
                  <a:lnTo>
                    <a:pt x="8831302" y="1707836"/>
                  </a:lnTo>
                  <a:lnTo>
                    <a:pt x="8792012" y="1616708"/>
                  </a:lnTo>
                  <a:lnTo>
                    <a:pt x="8752720" y="1525530"/>
                  </a:lnTo>
                  <a:lnTo>
                    <a:pt x="8713448" y="1434878"/>
                  </a:lnTo>
                  <a:lnTo>
                    <a:pt x="8674218" y="1345311"/>
                  </a:lnTo>
                  <a:lnTo>
                    <a:pt x="8635041" y="1257364"/>
                  </a:lnTo>
                  <a:lnTo>
                    <a:pt x="8595919" y="1171527"/>
                  </a:lnTo>
                  <a:lnTo>
                    <a:pt x="8556838" y="1088242"/>
                  </a:lnTo>
                  <a:lnTo>
                    <a:pt x="8517770" y="1007888"/>
                  </a:lnTo>
                  <a:lnTo>
                    <a:pt x="8478662" y="930779"/>
                  </a:lnTo>
                  <a:lnTo>
                    <a:pt x="8439440" y="857162"/>
                  </a:lnTo>
                  <a:lnTo>
                    <a:pt x="8400004" y="787212"/>
                  </a:lnTo>
                  <a:lnTo>
                    <a:pt x="8360222" y="721038"/>
                  </a:lnTo>
                  <a:lnTo>
                    <a:pt x="8319930" y="658685"/>
                  </a:lnTo>
                  <a:lnTo>
                    <a:pt x="8278924" y="600139"/>
                  </a:lnTo>
                  <a:lnTo>
                    <a:pt x="8236954" y="545333"/>
                  </a:lnTo>
                  <a:lnTo>
                    <a:pt x="8229629" y="536291"/>
                  </a:lnTo>
                  <a:lnTo>
                    <a:pt x="8178926" y="477894"/>
                  </a:lnTo>
                  <a:lnTo>
                    <a:pt x="8125895" y="424450"/>
                  </a:lnTo>
                  <a:lnTo>
                    <a:pt x="8069897" y="375793"/>
                  </a:lnTo>
                  <a:lnTo>
                    <a:pt x="8010233" y="331597"/>
                  </a:lnTo>
                  <a:lnTo>
                    <a:pt x="7946176" y="291466"/>
                  </a:lnTo>
                  <a:lnTo>
                    <a:pt x="7877010" y="254991"/>
                  </a:lnTo>
                  <a:lnTo>
                    <a:pt x="7802072" y="221782"/>
                  </a:lnTo>
                  <a:lnTo>
                    <a:pt x="7720817" y="191492"/>
                  </a:lnTo>
                  <a:lnTo>
                    <a:pt x="7632891" y="163830"/>
                  </a:lnTo>
                  <a:lnTo>
                    <a:pt x="7538236" y="138570"/>
                  </a:lnTo>
                  <a:lnTo>
                    <a:pt x="7437211" y="115548"/>
                  </a:lnTo>
                  <a:lnTo>
                    <a:pt x="7330723" y="94669"/>
                  </a:lnTo>
                  <a:lnTo>
                    <a:pt x="7220345" y="75896"/>
                  </a:lnTo>
                  <a:lnTo>
                    <a:pt x="7108391" y="59240"/>
                  </a:lnTo>
                  <a:lnTo>
                    <a:pt x="6997888" y="44742"/>
                  </a:lnTo>
                  <a:lnTo>
                    <a:pt x="6892416" y="32444"/>
                  </a:lnTo>
                  <a:lnTo>
                    <a:pt x="6795776" y="22360"/>
                  </a:lnTo>
                  <a:lnTo>
                    <a:pt x="6711524" y="14443"/>
                  </a:lnTo>
                  <a:lnTo>
                    <a:pt x="6642436" y="8567"/>
                  </a:lnTo>
                  <a:lnTo>
                    <a:pt x="6590033" y="4515"/>
                  </a:lnTo>
                  <a:lnTo>
                    <a:pt x="6554266" y="1991"/>
                  </a:lnTo>
                  <a:lnTo>
                    <a:pt x="6533442" y="646"/>
                  </a:lnTo>
                  <a:lnTo>
                    <a:pt x="6524337" y="10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47" y="75"/>
                  </a:lnTo>
                  <a:lnTo>
                    <a:pt x="5519845" y="610"/>
                  </a:lnTo>
                  <a:lnTo>
                    <a:pt x="5503055" y="2088"/>
                  </a:lnTo>
                  <a:lnTo>
                    <a:pt x="5472676" y="5003"/>
                  </a:lnTo>
                  <a:lnTo>
                    <a:pt x="5426664" y="9828"/>
                  </a:lnTo>
                  <a:lnTo>
                    <a:pt x="5364473" y="16979"/>
                  </a:lnTo>
                  <a:lnTo>
                    <a:pt x="5287053" y="26778"/>
                  </a:lnTo>
                  <a:lnTo>
                    <a:pt x="5196632" y="39435"/>
                  </a:lnTo>
                  <a:lnTo>
                    <a:pt x="5096337" y="55048"/>
                  </a:lnTo>
                  <a:lnTo>
                    <a:pt x="4989710" y="73627"/>
                  </a:lnTo>
                  <a:lnTo>
                    <a:pt x="4880252" y="95127"/>
                  </a:lnTo>
                  <a:lnTo>
                    <a:pt x="4771070" y="119488"/>
                  </a:lnTo>
                  <a:lnTo>
                    <a:pt x="4664660" y="146675"/>
                  </a:lnTo>
                  <a:lnTo>
                    <a:pt x="4562835" y="176700"/>
                  </a:lnTo>
                  <a:lnTo>
                    <a:pt x="4466753" y="209651"/>
                  </a:lnTo>
                  <a:lnTo>
                    <a:pt x="4377003" y="245694"/>
                  </a:lnTo>
                  <a:lnTo>
                    <a:pt x="4293730" y="285082"/>
                  </a:lnTo>
                  <a:lnTo>
                    <a:pt x="4216745" y="328151"/>
                  </a:lnTo>
                  <a:lnTo>
                    <a:pt x="4145630" y="375315"/>
                  </a:lnTo>
                  <a:lnTo>
                    <a:pt x="4079820" y="427054"/>
                  </a:lnTo>
                  <a:lnTo>
                    <a:pt x="4018668" y="483893"/>
                  </a:lnTo>
                  <a:lnTo>
                    <a:pt x="3961491" y="546373"/>
                  </a:lnTo>
                  <a:lnTo>
                    <a:pt x="3907612" y="614992"/>
                  </a:lnTo>
                  <a:lnTo>
                    <a:pt x="3856387" y="690129"/>
                  </a:lnTo>
                  <a:lnTo>
                    <a:pt x="3820202" y="749410"/>
                  </a:lnTo>
                  <a:lnTo>
                    <a:pt x="3783474" y="814945"/>
                  </a:lnTo>
                  <a:lnTo>
                    <a:pt x="3747540" y="884401"/>
                  </a:lnTo>
                  <a:lnTo>
                    <a:pt x="3712221" y="957855"/>
                  </a:lnTo>
                  <a:lnTo>
                    <a:pt x="3677371" y="1035347"/>
                  </a:lnTo>
                  <a:lnTo>
                    <a:pt x="3642865" y="1116869"/>
                  </a:lnTo>
                  <a:lnTo>
                    <a:pt x="3608601" y="1202368"/>
                  </a:lnTo>
                  <a:lnTo>
                    <a:pt x="3574494" y="1291736"/>
                  </a:lnTo>
                  <a:lnTo>
                    <a:pt x="3540478" y="1384813"/>
                  </a:lnTo>
                  <a:lnTo>
                    <a:pt x="3506503" y="1481383"/>
                  </a:lnTo>
                  <a:lnTo>
                    <a:pt x="3472530" y="1581174"/>
                  </a:lnTo>
                  <a:lnTo>
                    <a:pt x="3438533" y="1683861"/>
                  </a:lnTo>
                  <a:lnTo>
                    <a:pt x="3404500" y="1789070"/>
                  </a:lnTo>
                  <a:lnTo>
                    <a:pt x="3370424" y="1896378"/>
                  </a:lnTo>
                  <a:lnTo>
                    <a:pt x="3336309" y="2005325"/>
                  </a:lnTo>
                  <a:lnTo>
                    <a:pt x="3302163" y="2115420"/>
                  </a:lnTo>
                  <a:lnTo>
                    <a:pt x="3267999" y="2226147"/>
                  </a:lnTo>
                  <a:lnTo>
                    <a:pt x="3233831" y="2336979"/>
                  </a:lnTo>
                  <a:lnTo>
                    <a:pt x="3199676" y="2447388"/>
                  </a:lnTo>
                  <a:lnTo>
                    <a:pt x="3165547" y="2556852"/>
                  </a:lnTo>
                  <a:lnTo>
                    <a:pt x="3131455" y="2664871"/>
                  </a:lnTo>
                  <a:lnTo>
                    <a:pt x="3097405" y="2770969"/>
                  </a:lnTo>
                  <a:lnTo>
                    <a:pt x="3063395" y="2874708"/>
                  </a:lnTo>
                  <a:lnTo>
                    <a:pt x="3029415" y="2975695"/>
                  </a:lnTo>
                  <a:lnTo>
                    <a:pt x="2995444" y="3073584"/>
                  </a:lnTo>
                  <a:lnTo>
                    <a:pt x="2961450" y="3168081"/>
                  </a:lnTo>
                  <a:lnTo>
                    <a:pt x="2927387" y="3258949"/>
                  </a:lnTo>
                  <a:lnTo>
                    <a:pt x="2893194" y="3346005"/>
                  </a:lnTo>
                  <a:lnTo>
                    <a:pt x="2858795" y="3429121"/>
                  </a:lnTo>
                  <a:lnTo>
                    <a:pt x="2824096" y="3508222"/>
                  </a:lnTo>
                  <a:lnTo>
                    <a:pt x="2788980" y="3583282"/>
                  </a:lnTo>
                  <a:lnTo>
                    <a:pt x="2753311" y="3654323"/>
                  </a:lnTo>
                  <a:lnTo>
                    <a:pt x="2716922" y="3721408"/>
                  </a:lnTo>
                  <a:lnTo>
                    <a:pt x="2702183" y="3747053"/>
                  </a:lnTo>
                  <a:lnTo>
                    <a:pt x="2652532" y="3827068"/>
                  </a:lnTo>
                  <a:lnTo>
                    <a:pt x="2600657" y="3900438"/>
                  </a:lnTo>
                  <a:lnTo>
                    <a:pt x="2545962" y="3967372"/>
                  </a:lnTo>
                  <a:lnTo>
                    <a:pt x="2487790" y="4028292"/>
                  </a:lnTo>
                  <a:lnTo>
                    <a:pt x="2425459" y="4083715"/>
                  </a:lnTo>
                  <a:lnTo>
                    <a:pt x="2358291" y="4134181"/>
                  </a:lnTo>
                  <a:lnTo>
                    <a:pt x="2285658" y="4180206"/>
                  </a:lnTo>
                  <a:lnTo>
                    <a:pt x="2207025" y="4222254"/>
                  </a:lnTo>
                  <a:lnTo>
                    <a:pt x="2122028" y="4260718"/>
                  </a:lnTo>
                  <a:lnTo>
                    <a:pt x="2030555" y="4295914"/>
                  </a:lnTo>
                  <a:lnTo>
                    <a:pt x="1932858" y="4328070"/>
                  </a:lnTo>
                  <a:lnTo>
                    <a:pt x="1829669" y="4357331"/>
                  </a:lnTo>
                  <a:lnTo>
                    <a:pt x="1722312" y="4383763"/>
                  </a:lnTo>
                  <a:lnTo>
                    <a:pt x="1612784" y="4407365"/>
                  </a:lnTo>
                  <a:lnTo>
                    <a:pt x="1503757" y="4428090"/>
                  </a:lnTo>
                  <a:lnTo>
                    <a:pt x="1398471" y="4445879"/>
                  </a:lnTo>
                  <a:lnTo>
                    <a:pt x="1300477" y="4460698"/>
                  </a:lnTo>
                  <a:lnTo>
                    <a:pt x="1213254" y="4472577"/>
                  </a:lnTo>
                  <a:lnTo>
                    <a:pt x="1139733" y="4481643"/>
                  </a:lnTo>
                  <a:lnTo>
                    <a:pt x="1081833" y="4488136"/>
                  </a:lnTo>
                  <a:lnTo>
                    <a:pt x="1040116" y="4492407"/>
                  </a:lnTo>
                  <a:lnTo>
                    <a:pt x="1013630" y="4494890"/>
                  </a:lnTo>
                  <a:lnTo>
                    <a:pt x="999948" y="4496068"/>
                  </a:lnTo>
                  <a:lnTo>
                    <a:pt x="995338" y="4496434"/>
                  </a:lnTo>
                  <a:lnTo>
                    <a:pt x="994940" y="4496464"/>
                  </a:lnTo>
                  <a:lnTo>
                    <a:pt x="0" y="4496464"/>
                  </a:lnTo>
                  <a:close/>
                </a:path>
              </a:pathLst>
            </a:custGeom>
            <a:solidFill>
              <a:srgbClr val="6FA8D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06" name="pl1905"/>
            <p:cNvSpPr/>
            <p:nvPr/>
          </p:nvSpPr>
          <p:spPr>
            <a:xfrm>
              <a:off x="1199187" y="1488175"/>
              <a:ext cx="12049831" cy="4496464"/>
            </a:xfrm>
            <a:custGeom>
              <a:avLst/>
              <a:pathLst>
                <a:path w="12049831" h="4496464">
                  <a:moveTo>
                    <a:pt x="0" y="4496464"/>
                  </a:moveTo>
                  <a:lnTo>
                    <a:pt x="994940" y="4496464"/>
                  </a:lnTo>
                  <a:lnTo>
                    <a:pt x="995938" y="4496388"/>
                  </a:lnTo>
                  <a:lnTo>
                    <a:pt x="1002540" y="4495853"/>
                  </a:lnTo>
                  <a:lnTo>
                    <a:pt x="1019330" y="4494375"/>
                  </a:lnTo>
                  <a:lnTo>
                    <a:pt x="1049709" y="4491460"/>
                  </a:lnTo>
                  <a:lnTo>
                    <a:pt x="1095721" y="4486635"/>
                  </a:lnTo>
                  <a:lnTo>
                    <a:pt x="1157912" y="4479484"/>
                  </a:lnTo>
                  <a:lnTo>
                    <a:pt x="1235332" y="4469685"/>
                  </a:lnTo>
                  <a:lnTo>
                    <a:pt x="1325753" y="4457028"/>
                  </a:lnTo>
                  <a:lnTo>
                    <a:pt x="1426048" y="4441415"/>
                  </a:lnTo>
                  <a:lnTo>
                    <a:pt x="1532675" y="4422836"/>
                  </a:lnTo>
                  <a:lnTo>
                    <a:pt x="1642133" y="4401336"/>
                  </a:lnTo>
                  <a:lnTo>
                    <a:pt x="1751315" y="4376975"/>
                  </a:lnTo>
                  <a:lnTo>
                    <a:pt x="1857725" y="4349789"/>
                  </a:lnTo>
                  <a:lnTo>
                    <a:pt x="1959550" y="4319763"/>
                  </a:lnTo>
                  <a:lnTo>
                    <a:pt x="2055632" y="4286812"/>
                  </a:lnTo>
                  <a:lnTo>
                    <a:pt x="2145382" y="4250769"/>
                  </a:lnTo>
                  <a:lnTo>
                    <a:pt x="2228655" y="4211381"/>
                  </a:lnTo>
                  <a:lnTo>
                    <a:pt x="2305640" y="4168312"/>
                  </a:lnTo>
                  <a:lnTo>
                    <a:pt x="2376755" y="4121148"/>
                  </a:lnTo>
                  <a:lnTo>
                    <a:pt x="2442565" y="4069409"/>
                  </a:lnTo>
                  <a:lnTo>
                    <a:pt x="2503717" y="4012570"/>
                  </a:lnTo>
                  <a:lnTo>
                    <a:pt x="2560894" y="3950090"/>
                  </a:lnTo>
                  <a:lnTo>
                    <a:pt x="2614773" y="3881471"/>
                  </a:lnTo>
                  <a:lnTo>
                    <a:pt x="2665998" y="3806334"/>
                  </a:lnTo>
                  <a:lnTo>
                    <a:pt x="2702183" y="3747053"/>
                  </a:lnTo>
                  <a:lnTo>
                    <a:pt x="2738911" y="3681518"/>
                  </a:lnTo>
                  <a:lnTo>
                    <a:pt x="2774845" y="3612062"/>
                  </a:lnTo>
                  <a:lnTo>
                    <a:pt x="2810164" y="3538608"/>
                  </a:lnTo>
                  <a:lnTo>
                    <a:pt x="2845014" y="3461116"/>
                  </a:lnTo>
                  <a:lnTo>
                    <a:pt x="2879520" y="3379594"/>
                  </a:lnTo>
                  <a:lnTo>
                    <a:pt x="2913784" y="3294095"/>
                  </a:lnTo>
                  <a:lnTo>
                    <a:pt x="2947891" y="3204727"/>
                  </a:lnTo>
                  <a:lnTo>
                    <a:pt x="2981906" y="3111650"/>
                  </a:lnTo>
                  <a:lnTo>
                    <a:pt x="3015882" y="3015081"/>
                  </a:lnTo>
                  <a:lnTo>
                    <a:pt x="3049855" y="2915289"/>
                  </a:lnTo>
                  <a:lnTo>
                    <a:pt x="3083852" y="2812602"/>
                  </a:lnTo>
                  <a:lnTo>
                    <a:pt x="3117885" y="2707393"/>
                  </a:lnTo>
                  <a:lnTo>
                    <a:pt x="3151961" y="2600085"/>
                  </a:lnTo>
                  <a:lnTo>
                    <a:pt x="3186076" y="2491138"/>
                  </a:lnTo>
                  <a:lnTo>
                    <a:pt x="3220222" y="2381043"/>
                  </a:lnTo>
                  <a:lnTo>
                    <a:pt x="3254386" y="2270317"/>
                  </a:lnTo>
                  <a:lnTo>
                    <a:pt x="3288554" y="2159484"/>
                  </a:lnTo>
                  <a:lnTo>
                    <a:pt x="3322709" y="2049075"/>
                  </a:lnTo>
                  <a:lnTo>
                    <a:pt x="3356838" y="1939611"/>
                  </a:lnTo>
                  <a:lnTo>
                    <a:pt x="3390930" y="1831592"/>
                  </a:lnTo>
                  <a:lnTo>
                    <a:pt x="3424980" y="1725494"/>
                  </a:lnTo>
                  <a:lnTo>
                    <a:pt x="3458990" y="1621755"/>
                  </a:lnTo>
                  <a:lnTo>
                    <a:pt x="3492970" y="1520768"/>
                  </a:lnTo>
                  <a:lnTo>
                    <a:pt x="3526941" y="1422879"/>
                  </a:lnTo>
                  <a:lnTo>
                    <a:pt x="3560935" y="1328382"/>
                  </a:lnTo>
                  <a:lnTo>
                    <a:pt x="3594998" y="1237514"/>
                  </a:lnTo>
                  <a:lnTo>
                    <a:pt x="3629191" y="1150458"/>
                  </a:lnTo>
                  <a:lnTo>
                    <a:pt x="3663590" y="1067342"/>
                  </a:lnTo>
                  <a:lnTo>
                    <a:pt x="3698289" y="988241"/>
                  </a:lnTo>
                  <a:lnTo>
                    <a:pt x="3733405" y="913181"/>
                  </a:lnTo>
                  <a:lnTo>
                    <a:pt x="3769074" y="842140"/>
                  </a:lnTo>
                  <a:lnTo>
                    <a:pt x="3805463" y="775055"/>
                  </a:lnTo>
                  <a:lnTo>
                    <a:pt x="3820202" y="749410"/>
                  </a:lnTo>
                  <a:lnTo>
                    <a:pt x="3869853" y="669395"/>
                  </a:lnTo>
                  <a:lnTo>
                    <a:pt x="3921728" y="596026"/>
                  </a:lnTo>
                  <a:lnTo>
                    <a:pt x="3976423" y="529091"/>
                  </a:lnTo>
                  <a:lnTo>
                    <a:pt x="4034595" y="468171"/>
                  </a:lnTo>
                  <a:lnTo>
                    <a:pt x="4096926" y="412748"/>
                  </a:lnTo>
                  <a:lnTo>
                    <a:pt x="4164094" y="362282"/>
                  </a:lnTo>
                  <a:lnTo>
                    <a:pt x="4236727" y="316257"/>
                  </a:lnTo>
                  <a:lnTo>
                    <a:pt x="4315360" y="274209"/>
                  </a:lnTo>
                  <a:lnTo>
                    <a:pt x="4400357" y="235745"/>
                  </a:lnTo>
                  <a:lnTo>
                    <a:pt x="4491830" y="200549"/>
                  </a:lnTo>
                  <a:lnTo>
                    <a:pt x="4589527" y="168393"/>
                  </a:lnTo>
                  <a:lnTo>
                    <a:pt x="4692716" y="139132"/>
                  </a:lnTo>
                  <a:lnTo>
                    <a:pt x="4800073" y="112700"/>
                  </a:lnTo>
                  <a:lnTo>
                    <a:pt x="4909601" y="89098"/>
                  </a:lnTo>
                  <a:lnTo>
                    <a:pt x="5018628" y="68373"/>
                  </a:lnTo>
                  <a:lnTo>
                    <a:pt x="5123914" y="50584"/>
                  </a:lnTo>
                  <a:lnTo>
                    <a:pt x="5221908" y="35765"/>
                  </a:lnTo>
                  <a:lnTo>
                    <a:pt x="5309131" y="23886"/>
                  </a:lnTo>
                  <a:lnTo>
                    <a:pt x="5382652" y="14820"/>
                  </a:lnTo>
                  <a:lnTo>
                    <a:pt x="5440552" y="8327"/>
                  </a:lnTo>
                  <a:lnTo>
                    <a:pt x="5482269" y="4056"/>
                  </a:lnTo>
                  <a:lnTo>
                    <a:pt x="5508755" y="1573"/>
                  </a:lnTo>
                  <a:lnTo>
                    <a:pt x="5522437" y="395"/>
                  </a:lnTo>
                  <a:lnTo>
                    <a:pt x="5527047" y="29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6" y="57"/>
                  </a:lnTo>
                  <a:lnTo>
                    <a:pt x="6530452" y="464"/>
                  </a:lnTo>
                  <a:lnTo>
                    <a:pt x="6548241" y="1590"/>
                  </a:lnTo>
                  <a:lnTo>
                    <a:pt x="6580359" y="3810"/>
                  </a:lnTo>
                  <a:lnTo>
                    <a:pt x="6628868" y="7482"/>
                  </a:lnTo>
                  <a:lnTo>
                    <a:pt x="6694195" y="12916"/>
                  </a:lnTo>
                  <a:lnTo>
                    <a:pt x="6775163" y="20348"/>
                  </a:lnTo>
                  <a:lnTo>
                    <a:pt x="6869247" y="29927"/>
                  </a:lnTo>
                  <a:lnTo>
                    <a:pt x="6973022" y="41714"/>
                  </a:lnTo>
                  <a:lnTo>
                    <a:pt x="7082697" y="55709"/>
                  </a:lnTo>
                  <a:lnTo>
                    <a:pt x="7194609" y="71872"/>
                  </a:lnTo>
                  <a:lnTo>
                    <a:pt x="7305582" y="90161"/>
                  </a:lnTo>
                  <a:lnTo>
                    <a:pt x="7413132" y="110554"/>
                  </a:lnTo>
                  <a:lnTo>
                    <a:pt x="7515518" y="133076"/>
                  </a:lnTo>
                  <a:lnTo>
                    <a:pt x="7611689" y="157809"/>
                  </a:lnTo>
                  <a:lnTo>
                    <a:pt x="7701172" y="184899"/>
                  </a:lnTo>
                  <a:lnTo>
                    <a:pt x="7783940" y="214560"/>
                  </a:lnTo>
                  <a:lnTo>
                    <a:pt x="7860290" y="247069"/>
                  </a:lnTo>
                  <a:lnTo>
                    <a:pt x="7930729" y="282759"/>
                  </a:lnTo>
                  <a:lnTo>
                    <a:pt x="7995900" y="322012"/>
                  </a:lnTo>
                  <a:lnTo>
                    <a:pt x="8056511" y="365236"/>
                  </a:lnTo>
                  <a:lnTo>
                    <a:pt x="8113289" y="412833"/>
                  </a:lnTo>
                  <a:lnTo>
                    <a:pt x="8166945" y="465152"/>
                  </a:lnTo>
                  <a:lnTo>
                    <a:pt x="8218132" y="522407"/>
                  </a:lnTo>
                  <a:lnTo>
                    <a:pt x="8229629" y="536291"/>
                  </a:lnTo>
                  <a:lnTo>
                    <a:pt x="8271794" y="590466"/>
                  </a:lnTo>
                  <a:lnTo>
                    <a:pt x="8312946" y="648363"/>
                  </a:lnTo>
                  <a:lnTo>
                    <a:pt x="8353345" y="710060"/>
                  </a:lnTo>
                  <a:lnTo>
                    <a:pt x="8393202" y="775579"/>
                  </a:lnTo>
                  <a:lnTo>
                    <a:pt x="8432687" y="844886"/>
                  </a:lnTo>
                  <a:lnTo>
                    <a:pt x="8471938" y="917885"/>
                  </a:lnTo>
                  <a:lnTo>
                    <a:pt x="8511059" y="994409"/>
                  </a:lnTo>
                  <a:lnTo>
                    <a:pt x="8550131" y="1074227"/>
                  </a:lnTo>
                  <a:lnTo>
                    <a:pt x="8589206" y="1157034"/>
                  </a:lnTo>
                  <a:lnTo>
                    <a:pt x="8628320" y="1242463"/>
                  </a:lnTo>
                  <a:lnTo>
                    <a:pt x="8667487" y="1330081"/>
                  </a:lnTo>
                  <a:lnTo>
                    <a:pt x="8706709" y="1419407"/>
                  </a:lnTo>
                  <a:lnTo>
                    <a:pt x="8745975" y="1509912"/>
                  </a:lnTo>
                  <a:lnTo>
                    <a:pt x="8785265" y="1601040"/>
                  </a:lnTo>
                  <a:lnTo>
                    <a:pt x="8824557" y="1692218"/>
                  </a:lnTo>
                  <a:lnTo>
                    <a:pt x="8863828" y="1782870"/>
                  </a:lnTo>
                  <a:lnTo>
                    <a:pt x="8903058" y="1872437"/>
                  </a:lnTo>
                  <a:lnTo>
                    <a:pt x="8942235" y="1960384"/>
                  </a:lnTo>
                  <a:lnTo>
                    <a:pt x="8981358" y="2046221"/>
                  </a:lnTo>
                  <a:lnTo>
                    <a:pt x="9020438" y="2129507"/>
                  </a:lnTo>
                  <a:lnTo>
                    <a:pt x="9059507" y="2209861"/>
                  </a:lnTo>
                  <a:lnTo>
                    <a:pt x="9098615" y="2286969"/>
                  </a:lnTo>
                  <a:lnTo>
                    <a:pt x="9137836" y="2360587"/>
                  </a:lnTo>
                  <a:lnTo>
                    <a:pt x="9177273" y="2430537"/>
                  </a:lnTo>
                  <a:lnTo>
                    <a:pt x="9217054" y="2496711"/>
                  </a:lnTo>
                  <a:lnTo>
                    <a:pt x="9257346" y="2559063"/>
                  </a:lnTo>
                  <a:lnTo>
                    <a:pt x="9298353" y="2617609"/>
                  </a:lnTo>
                  <a:lnTo>
                    <a:pt x="9340323" y="2672415"/>
                  </a:lnTo>
                  <a:lnTo>
                    <a:pt x="9347647" y="2681457"/>
                  </a:lnTo>
                  <a:lnTo>
                    <a:pt x="9398350" y="2739855"/>
                  </a:lnTo>
                  <a:lnTo>
                    <a:pt x="9451382" y="2793298"/>
                  </a:lnTo>
                  <a:lnTo>
                    <a:pt x="9507380" y="2841956"/>
                  </a:lnTo>
                  <a:lnTo>
                    <a:pt x="9567043" y="2886151"/>
                  </a:lnTo>
                  <a:lnTo>
                    <a:pt x="9631100" y="2926282"/>
                  </a:lnTo>
                  <a:lnTo>
                    <a:pt x="9700267" y="2962757"/>
                  </a:lnTo>
                  <a:lnTo>
                    <a:pt x="9775204" y="2995967"/>
                  </a:lnTo>
                  <a:lnTo>
                    <a:pt x="9856460" y="3026257"/>
                  </a:lnTo>
                  <a:lnTo>
                    <a:pt x="9944385" y="3053918"/>
                  </a:lnTo>
                  <a:lnTo>
                    <a:pt x="10039040" y="3079178"/>
                  </a:lnTo>
                  <a:lnTo>
                    <a:pt x="10140065" y="3102200"/>
                  </a:lnTo>
                  <a:lnTo>
                    <a:pt x="10246554" y="3123079"/>
                  </a:lnTo>
                  <a:lnTo>
                    <a:pt x="10356932" y="3141852"/>
                  </a:lnTo>
                  <a:lnTo>
                    <a:pt x="10468886" y="3158508"/>
                  </a:lnTo>
                  <a:lnTo>
                    <a:pt x="10579388" y="3173006"/>
                  </a:lnTo>
                  <a:lnTo>
                    <a:pt x="10684860" y="3185304"/>
                  </a:lnTo>
                  <a:lnTo>
                    <a:pt x="10781500" y="3195389"/>
                  </a:lnTo>
                  <a:lnTo>
                    <a:pt x="10865752" y="3203305"/>
                  </a:lnTo>
                  <a:lnTo>
                    <a:pt x="10934840" y="3209181"/>
                  </a:lnTo>
                  <a:lnTo>
                    <a:pt x="10987244" y="3213234"/>
                  </a:lnTo>
                  <a:lnTo>
                    <a:pt x="11023011" y="3215757"/>
                  </a:lnTo>
                  <a:lnTo>
                    <a:pt x="11043835" y="3217102"/>
                  </a:lnTo>
                  <a:lnTo>
                    <a:pt x="11052940" y="3217642"/>
                  </a:lnTo>
                  <a:lnTo>
                    <a:pt x="11054878" y="3217748"/>
                  </a:lnTo>
                  <a:lnTo>
                    <a:pt x="11054891" y="3217749"/>
                  </a:lnTo>
                  <a:lnTo>
                    <a:pt x="12049831" y="3217749"/>
                  </a:lnTo>
                  <a:lnTo>
                    <a:pt x="12049831" y="32177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7" name="pl1906"/>
            <p:cNvSpPr/>
            <p:nvPr/>
          </p:nvSpPr>
          <p:spPr>
            <a:xfrm>
              <a:off x="1199187" y="1482934"/>
              <a:ext cx="12049831" cy="4496464"/>
            </a:xfrm>
            <a:custGeom>
              <a:avLst/>
              <a:pathLst>
                <a:path w="12049831" h="4496464">
                  <a:moveTo>
                    <a:pt x="12049831" y="3217749"/>
                  </a:moveTo>
                  <a:lnTo>
                    <a:pt x="11054891" y="3217749"/>
                  </a:lnTo>
                  <a:lnTo>
                    <a:pt x="11053831" y="3217692"/>
                  </a:lnTo>
                  <a:lnTo>
                    <a:pt x="11046824" y="3217284"/>
                  </a:lnTo>
                  <a:lnTo>
                    <a:pt x="11029036" y="3216158"/>
                  </a:lnTo>
                  <a:lnTo>
                    <a:pt x="10996918" y="3213938"/>
                  </a:lnTo>
                  <a:lnTo>
                    <a:pt x="10948409" y="3210266"/>
                  </a:lnTo>
                  <a:lnTo>
                    <a:pt x="10883081" y="3204832"/>
                  </a:lnTo>
                  <a:lnTo>
                    <a:pt x="10802113" y="3197400"/>
                  </a:lnTo>
                  <a:lnTo>
                    <a:pt x="10708030" y="3187822"/>
                  </a:lnTo>
                  <a:lnTo>
                    <a:pt x="10604255" y="3176034"/>
                  </a:lnTo>
                  <a:lnTo>
                    <a:pt x="10494579" y="3162039"/>
                  </a:lnTo>
                  <a:lnTo>
                    <a:pt x="10382667" y="3145876"/>
                  </a:lnTo>
                  <a:lnTo>
                    <a:pt x="10271694" y="3127588"/>
                  </a:lnTo>
                  <a:lnTo>
                    <a:pt x="10164144" y="3107195"/>
                  </a:lnTo>
                  <a:lnTo>
                    <a:pt x="10061758" y="3084673"/>
                  </a:lnTo>
                  <a:lnTo>
                    <a:pt x="9965588" y="3059940"/>
                  </a:lnTo>
                  <a:lnTo>
                    <a:pt x="9876105" y="3032849"/>
                  </a:lnTo>
                  <a:lnTo>
                    <a:pt x="9793336" y="3003188"/>
                  </a:lnTo>
                  <a:lnTo>
                    <a:pt x="9716987" y="2970679"/>
                  </a:lnTo>
                  <a:lnTo>
                    <a:pt x="9646547" y="2934989"/>
                  </a:lnTo>
                  <a:lnTo>
                    <a:pt x="9581376" y="2895736"/>
                  </a:lnTo>
                  <a:lnTo>
                    <a:pt x="9520765" y="2852513"/>
                  </a:lnTo>
                  <a:lnTo>
                    <a:pt x="9463987" y="2804915"/>
                  </a:lnTo>
                  <a:lnTo>
                    <a:pt x="9410332" y="2752596"/>
                  </a:lnTo>
                  <a:lnTo>
                    <a:pt x="9359145" y="2695341"/>
                  </a:lnTo>
                  <a:lnTo>
                    <a:pt x="9347647" y="2681457"/>
                  </a:lnTo>
                  <a:lnTo>
                    <a:pt x="9305483" y="2627283"/>
                  </a:lnTo>
                  <a:lnTo>
                    <a:pt x="9264330" y="2569385"/>
                  </a:lnTo>
                  <a:lnTo>
                    <a:pt x="9223931" y="2507689"/>
                  </a:lnTo>
                  <a:lnTo>
                    <a:pt x="9184074" y="2442169"/>
                  </a:lnTo>
                  <a:lnTo>
                    <a:pt x="9144589" y="2372862"/>
                  </a:lnTo>
                  <a:lnTo>
                    <a:pt x="9105339" y="2299864"/>
                  </a:lnTo>
                  <a:lnTo>
                    <a:pt x="9066217" y="2223339"/>
                  </a:lnTo>
                  <a:lnTo>
                    <a:pt x="9027146" y="2143521"/>
                  </a:lnTo>
                  <a:lnTo>
                    <a:pt x="8988070" y="2060714"/>
                  </a:lnTo>
                  <a:lnTo>
                    <a:pt x="8948956" y="1975286"/>
                  </a:lnTo>
                  <a:lnTo>
                    <a:pt x="8909789" y="1887667"/>
                  </a:lnTo>
                  <a:lnTo>
                    <a:pt x="8870567" y="1798342"/>
                  </a:lnTo>
                  <a:lnTo>
                    <a:pt x="8831302" y="1707836"/>
                  </a:lnTo>
                  <a:lnTo>
                    <a:pt x="8792012" y="1616708"/>
                  </a:lnTo>
                  <a:lnTo>
                    <a:pt x="8752720" y="1525530"/>
                  </a:lnTo>
                  <a:lnTo>
                    <a:pt x="8713448" y="1434878"/>
                  </a:lnTo>
                  <a:lnTo>
                    <a:pt x="8674218" y="1345311"/>
                  </a:lnTo>
                  <a:lnTo>
                    <a:pt x="8635041" y="1257364"/>
                  </a:lnTo>
                  <a:lnTo>
                    <a:pt x="8595919" y="1171527"/>
                  </a:lnTo>
                  <a:lnTo>
                    <a:pt x="8556838" y="1088242"/>
                  </a:lnTo>
                  <a:lnTo>
                    <a:pt x="8517770" y="1007888"/>
                  </a:lnTo>
                  <a:lnTo>
                    <a:pt x="8478662" y="930779"/>
                  </a:lnTo>
                  <a:lnTo>
                    <a:pt x="8439440" y="857162"/>
                  </a:lnTo>
                  <a:lnTo>
                    <a:pt x="8400004" y="787212"/>
                  </a:lnTo>
                  <a:lnTo>
                    <a:pt x="8360222" y="721038"/>
                  </a:lnTo>
                  <a:lnTo>
                    <a:pt x="8319930" y="658685"/>
                  </a:lnTo>
                  <a:lnTo>
                    <a:pt x="8278924" y="600139"/>
                  </a:lnTo>
                  <a:lnTo>
                    <a:pt x="8236954" y="545333"/>
                  </a:lnTo>
                  <a:lnTo>
                    <a:pt x="8229629" y="536291"/>
                  </a:lnTo>
                  <a:lnTo>
                    <a:pt x="8178926" y="477894"/>
                  </a:lnTo>
                  <a:lnTo>
                    <a:pt x="8125895" y="424450"/>
                  </a:lnTo>
                  <a:lnTo>
                    <a:pt x="8069897" y="375793"/>
                  </a:lnTo>
                  <a:lnTo>
                    <a:pt x="8010233" y="331597"/>
                  </a:lnTo>
                  <a:lnTo>
                    <a:pt x="7946176" y="291466"/>
                  </a:lnTo>
                  <a:lnTo>
                    <a:pt x="7877010" y="254991"/>
                  </a:lnTo>
                  <a:lnTo>
                    <a:pt x="7802072" y="221782"/>
                  </a:lnTo>
                  <a:lnTo>
                    <a:pt x="7720817" y="191492"/>
                  </a:lnTo>
                  <a:lnTo>
                    <a:pt x="7632891" y="163830"/>
                  </a:lnTo>
                  <a:lnTo>
                    <a:pt x="7538236" y="138570"/>
                  </a:lnTo>
                  <a:lnTo>
                    <a:pt x="7437211" y="115548"/>
                  </a:lnTo>
                  <a:lnTo>
                    <a:pt x="7330723" y="94669"/>
                  </a:lnTo>
                  <a:lnTo>
                    <a:pt x="7220345" y="75896"/>
                  </a:lnTo>
                  <a:lnTo>
                    <a:pt x="7108391" y="59240"/>
                  </a:lnTo>
                  <a:lnTo>
                    <a:pt x="6997888" y="44742"/>
                  </a:lnTo>
                  <a:lnTo>
                    <a:pt x="6892416" y="32444"/>
                  </a:lnTo>
                  <a:lnTo>
                    <a:pt x="6795776" y="22360"/>
                  </a:lnTo>
                  <a:lnTo>
                    <a:pt x="6711524" y="14443"/>
                  </a:lnTo>
                  <a:lnTo>
                    <a:pt x="6642436" y="8567"/>
                  </a:lnTo>
                  <a:lnTo>
                    <a:pt x="6590033" y="4515"/>
                  </a:lnTo>
                  <a:lnTo>
                    <a:pt x="6554266" y="1991"/>
                  </a:lnTo>
                  <a:lnTo>
                    <a:pt x="6533442" y="646"/>
                  </a:lnTo>
                  <a:lnTo>
                    <a:pt x="6524337" y="106"/>
                  </a:lnTo>
                  <a:lnTo>
                    <a:pt x="6522399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47" y="75"/>
                  </a:lnTo>
                  <a:lnTo>
                    <a:pt x="5519845" y="610"/>
                  </a:lnTo>
                  <a:lnTo>
                    <a:pt x="5503055" y="2088"/>
                  </a:lnTo>
                  <a:lnTo>
                    <a:pt x="5472676" y="5003"/>
                  </a:lnTo>
                  <a:lnTo>
                    <a:pt x="5426664" y="9828"/>
                  </a:lnTo>
                  <a:lnTo>
                    <a:pt x="5364473" y="16979"/>
                  </a:lnTo>
                  <a:lnTo>
                    <a:pt x="5287053" y="26778"/>
                  </a:lnTo>
                  <a:lnTo>
                    <a:pt x="5196632" y="39435"/>
                  </a:lnTo>
                  <a:lnTo>
                    <a:pt x="5096337" y="55048"/>
                  </a:lnTo>
                  <a:lnTo>
                    <a:pt x="4989710" y="73627"/>
                  </a:lnTo>
                  <a:lnTo>
                    <a:pt x="4880252" y="95127"/>
                  </a:lnTo>
                  <a:lnTo>
                    <a:pt x="4771070" y="119488"/>
                  </a:lnTo>
                  <a:lnTo>
                    <a:pt x="4664660" y="146675"/>
                  </a:lnTo>
                  <a:lnTo>
                    <a:pt x="4562835" y="176700"/>
                  </a:lnTo>
                  <a:lnTo>
                    <a:pt x="4466753" y="209651"/>
                  </a:lnTo>
                  <a:lnTo>
                    <a:pt x="4377003" y="245694"/>
                  </a:lnTo>
                  <a:lnTo>
                    <a:pt x="4293730" y="285082"/>
                  </a:lnTo>
                  <a:lnTo>
                    <a:pt x="4216745" y="328151"/>
                  </a:lnTo>
                  <a:lnTo>
                    <a:pt x="4145630" y="375315"/>
                  </a:lnTo>
                  <a:lnTo>
                    <a:pt x="4079820" y="427054"/>
                  </a:lnTo>
                  <a:lnTo>
                    <a:pt x="4018668" y="483893"/>
                  </a:lnTo>
                  <a:lnTo>
                    <a:pt x="3961491" y="546373"/>
                  </a:lnTo>
                  <a:lnTo>
                    <a:pt x="3907612" y="614992"/>
                  </a:lnTo>
                  <a:lnTo>
                    <a:pt x="3856387" y="690129"/>
                  </a:lnTo>
                  <a:lnTo>
                    <a:pt x="3820202" y="749410"/>
                  </a:lnTo>
                  <a:lnTo>
                    <a:pt x="3783474" y="814945"/>
                  </a:lnTo>
                  <a:lnTo>
                    <a:pt x="3747540" y="884401"/>
                  </a:lnTo>
                  <a:lnTo>
                    <a:pt x="3712221" y="957855"/>
                  </a:lnTo>
                  <a:lnTo>
                    <a:pt x="3677371" y="1035347"/>
                  </a:lnTo>
                  <a:lnTo>
                    <a:pt x="3642865" y="1116869"/>
                  </a:lnTo>
                  <a:lnTo>
                    <a:pt x="3608601" y="1202368"/>
                  </a:lnTo>
                  <a:lnTo>
                    <a:pt x="3574494" y="1291736"/>
                  </a:lnTo>
                  <a:lnTo>
                    <a:pt x="3540478" y="1384813"/>
                  </a:lnTo>
                  <a:lnTo>
                    <a:pt x="3506503" y="1481383"/>
                  </a:lnTo>
                  <a:lnTo>
                    <a:pt x="3472530" y="1581174"/>
                  </a:lnTo>
                  <a:lnTo>
                    <a:pt x="3438533" y="1683861"/>
                  </a:lnTo>
                  <a:lnTo>
                    <a:pt x="3404500" y="1789070"/>
                  </a:lnTo>
                  <a:lnTo>
                    <a:pt x="3370424" y="1896378"/>
                  </a:lnTo>
                  <a:lnTo>
                    <a:pt x="3336309" y="2005325"/>
                  </a:lnTo>
                  <a:lnTo>
                    <a:pt x="3302163" y="2115420"/>
                  </a:lnTo>
                  <a:lnTo>
                    <a:pt x="3267999" y="2226147"/>
                  </a:lnTo>
                  <a:lnTo>
                    <a:pt x="3233831" y="2336979"/>
                  </a:lnTo>
                  <a:lnTo>
                    <a:pt x="3199676" y="2447388"/>
                  </a:lnTo>
                  <a:lnTo>
                    <a:pt x="3165547" y="2556852"/>
                  </a:lnTo>
                  <a:lnTo>
                    <a:pt x="3131455" y="2664871"/>
                  </a:lnTo>
                  <a:lnTo>
                    <a:pt x="3097405" y="2770969"/>
                  </a:lnTo>
                  <a:lnTo>
                    <a:pt x="3063395" y="2874708"/>
                  </a:lnTo>
                  <a:lnTo>
                    <a:pt x="3029415" y="2975695"/>
                  </a:lnTo>
                  <a:lnTo>
                    <a:pt x="2995444" y="3073584"/>
                  </a:lnTo>
                  <a:lnTo>
                    <a:pt x="2961450" y="3168081"/>
                  </a:lnTo>
                  <a:lnTo>
                    <a:pt x="2927387" y="3258949"/>
                  </a:lnTo>
                  <a:lnTo>
                    <a:pt x="2893194" y="3346005"/>
                  </a:lnTo>
                  <a:lnTo>
                    <a:pt x="2858795" y="3429121"/>
                  </a:lnTo>
                  <a:lnTo>
                    <a:pt x="2824096" y="3508222"/>
                  </a:lnTo>
                  <a:lnTo>
                    <a:pt x="2788980" y="3583282"/>
                  </a:lnTo>
                  <a:lnTo>
                    <a:pt x="2753311" y="3654323"/>
                  </a:lnTo>
                  <a:lnTo>
                    <a:pt x="2716922" y="3721408"/>
                  </a:lnTo>
                  <a:lnTo>
                    <a:pt x="2702183" y="3747053"/>
                  </a:lnTo>
                  <a:lnTo>
                    <a:pt x="2652532" y="3827068"/>
                  </a:lnTo>
                  <a:lnTo>
                    <a:pt x="2600657" y="3900438"/>
                  </a:lnTo>
                  <a:lnTo>
                    <a:pt x="2545962" y="3967372"/>
                  </a:lnTo>
                  <a:lnTo>
                    <a:pt x="2487790" y="4028292"/>
                  </a:lnTo>
                  <a:lnTo>
                    <a:pt x="2425459" y="4083715"/>
                  </a:lnTo>
                  <a:lnTo>
                    <a:pt x="2358291" y="4134181"/>
                  </a:lnTo>
                  <a:lnTo>
                    <a:pt x="2285658" y="4180206"/>
                  </a:lnTo>
                  <a:lnTo>
                    <a:pt x="2207025" y="4222254"/>
                  </a:lnTo>
                  <a:lnTo>
                    <a:pt x="2122028" y="4260718"/>
                  </a:lnTo>
                  <a:lnTo>
                    <a:pt x="2030555" y="4295914"/>
                  </a:lnTo>
                  <a:lnTo>
                    <a:pt x="1932858" y="4328070"/>
                  </a:lnTo>
                  <a:lnTo>
                    <a:pt x="1829669" y="4357331"/>
                  </a:lnTo>
                  <a:lnTo>
                    <a:pt x="1722312" y="4383763"/>
                  </a:lnTo>
                  <a:lnTo>
                    <a:pt x="1612784" y="4407365"/>
                  </a:lnTo>
                  <a:lnTo>
                    <a:pt x="1503757" y="4428090"/>
                  </a:lnTo>
                  <a:lnTo>
                    <a:pt x="1398471" y="4445879"/>
                  </a:lnTo>
                  <a:lnTo>
                    <a:pt x="1300477" y="4460698"/>
                  </a:lnTo>
                  <a:lnTo>
                    <a:pt x="1213254" y="4472577"/>
                  </a:lnTo>
                  <a:lnTo>
                    <a:pt x="1139733" y="4481643"/>
                  </a:lnTo>
                  <a:lnTo>
                    <a:pt x="1081833" y="4488136"/>
                  </a:lnTo>
                  <a:lnTo>
                    <a:pt x="1040116" y="4492407"/>
                  </a:lnTo>
                  <a:lnTo>
                    <a:pt x="1013630" y="4494890"/>
                  </a:lnTo>
                  <a:lnTo>
                    <a:pt x="999948" y="4496068"/>
                  </a:lnTo>
                  <a:lnTo>
                    <a:pt x="995338" y="4496434"/>
                  </a:lnTo>
                  <a:lnTo>
                    <a:pt x="994940" y="4496464"/>
                  </a:lnTo>
                  <a:lnTo>
                    <a:pt x="0" y="4496464"/>
                  </a:lnTo>
                  <a:lnTo>
                    <a:pt x="0" y="44964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8" name="pg1907"/>
            <p:cNvSpPr/>
            <p:nvPr/>
          </p:nvSpPr>
          <p:spPr>
            <a:xfrm>
              <a:off x="1199187" y="2048923"/>
              <a:ext cx="12049831" cy="4145341"/>
            </a:xfrm>
            <a:custGeom>
              <a:avLst/>
              <a:pathLst>
                <a:path w="12049831" h="4145341">
                  <a:moveTo>
                    <a:pt x="0" y="4056250"/>
                  </a:moveTo>
                  <a:lnTo>
                    <a:pt x="994940" y="4056250"/>
                  </a:lnTo>
                  <a:lnTo>
                    <a:pt x="996076" y="4056252"/>
                  </a:lnTo>
                  <a:lnTo>
                    <a:pt x="1003575" y="4056264"/>
                  </a:lnTo>
                  <a:lnTo>
                    <a:pt x="1022579" y="4056298"/>
                  </a:lnTo>
                  <a:lnTo>
                    <a:pt x="1056804" y="4056364"/>
                  </a:lnTo>
                  <a:lnTo>
                    <a:pt x="1108319" y="4056473"/>
                  </a:lnTo>
                  <a:lnTo>
                    <a:pt x="1177394" y="4056634"/>
                  </a:lnTo>
                  <a:lnTo>
                    <a:pt x="1262557" y="4056854"/>
                  </a:lnTo>
                  <a:lnTo>
                    <a:pt x="1360915" y="4057136"/>
                  </a:lnTo>
                  <a:lnTo>
                    <a:pt x="1468688" y="4057483"/>
                  </a:lnTo>
                  <a:lnTo>
                    <a:pt x="1581797" y="4057894"/>
                  </a:lnTo>
                  <a:lnTo>
                    <a:pt x="1696404" y="4058367"/>
                  </a:lnTo>
                  <a:lnTo>
                    <a:pt x="1809274" y="4058902"/>
                  </a:lnTo>
                  <a:lnTo>
                    <a:pt x="1917959" y="4059498"/>
                  </a:lnTo>
                  <a:lnTo>
                    <a:pt x="2020822" y="4060156"/>
                  </a:lnTo>
                  <a:lnTo>
                    <a:pt x="2116947" y="4060879"/>
                  </a:lnTo>
                  <a:lnTo>
                    <a:pt x="2206007" y="4061673"/>
                  </a:lnTo>
                  <a:lnTo>
                    <a:pt x="2288116" y="4062545"/>
                  </a:lnTo>
                  <a:lnTo>
                    <a:pt x="2363691" y="4063503"/>
                  </a:lnTo>
                  <a:lnTo>
                    <a:pt x="2433348" y="4064557"/>
                  </a:lnTo>
                  <a:lnTo>
                    <a:pt x="2497812" y="4065721"/>
                  </a:lnTo>
                  <a:lnTo>
                    <a:pt x="2557860" y="4067005"/>
                  </a:lnTo>
                  <a:lnTo>
                    <a:pt x="2614267" y="4068422"/>
                  </a:lnTo>
                  <a:lnTo>
                    <a:pt x="2667770" y="4069979"/>
                  </a:lnTo>
                  <a:lnTo>
                    <a:pt x="2702183" y="4071099"/>
                  </a:lnTo>
                  <a:lnTo>
                    <a:pt x="2763795" y="4073339"/>
                  </a:lnTo>
                  <a:lnTo>
                    <a:pt x="2823486" y="4075804"/>
                  </a:lnTo>
                  <a:lnTo>
                    <a:pt x="2881971" y="4078498"/>
                  </a:lnTo>
                  <a:lnTo>
                    <a:pt x="2939776" y="4081415"/>
                  </a:lnTo>
                  <a:lnTo>
                    <a:pt x="2997273" y="4084545"/>
                  </a:lnTo>
                  <a:lnTo>
                    <a:pt x="3054703" y="4087866"/>
                  </a:lnTo>
                  <a:lnTo>
                    <a:pt x="3112202" y="4091347"/>
                  </a:lnTo>
                  <a:lnTo>
                    <a:pt x="3169817" y="4094951"/>
                  </a:lnTo>
                  <a:lnTo>
                    <a:pt x="3227532" y="4098633"/>
                  </a:lnTo>
                  <a:lnTo>
                    <a:pt x="3285289" y="4102344"/>
                  </a:lnTo>
                  <a:lnTo>
                    <a:pt x="3343015" y="4106035"/>
                  </a:lnTo>
                  <a:lnTo>
                    <a:pt x="3400649" y="4109655"/>
                  </a:lnTo>
                  <a:lnTo>
                    <a:pt x="3458166" y="4113159"/>
                  </a:lnTo>
                  <a:lnTo>
                    <a:pt x="3515601" y="4116509"/>
                  </a:lnTo>
                  <a:lnTo>
                    <a:pt x="3573073" y="4119672"/>
                  </a:lnTo>
                  <a:lnTo>
                    <a:pt x="3630805" y="4122626"/>
                  </a:lnTo>
                  <a:lnTo>
                    <a:pt x="3689146" y="4125357"/>
                  </a:lnTo>
                  <a:lnTo>
                    <a:pt x="3748593" y="4127860"/>
                  </a:lnTo>
                  <a:lnTo>
                    <a:pt x="3809828" y="4130137"/>
                  </a:lnTo>
                  <a:lnTo>
                    <a:pt x="3820202" y="4130493"/>
                  </a:lnTo>
                  <a:lnTo>
                    <a:pt x="3872136" y="4132146"/>
                  </a:lnTo>
                  <a:lnTo>
                    <a:pt x="3926527" y="4133656"/>
                  </a:lnTo>
                  <a:lnTo>
                    <a:pt x="3984061" y="4135028"/>
                  </a:lnTo>
                  <a:lnTo>
                    <a:pt x="4045492" y="4136270"/>
                  </a:lnTo>
                  <a:lnTo>
                    <a:pt x="4111599" y="4137396"/>
                  </a:lnTo>
                  <a:lnTo>
                    <a:pt x="4183149" y="4138418"/>
                  </a:lnTo>
                  <a:lnTo>
                    <a:pt x="4260837" y="4139346"/>
                  </a:lnTo>
                  <a:lnTo>
                    <a:pt x="4345225" y="4140190"/>
                  </a:lnTo>
                  <a:lnTo>
                    <a:pt x="4436642" y="4140960"/>
                  </a:lnTo>
                  <a:lnTo>
                    <a:pt x="4535071" y="4141662"/>
                  </a:lnTo>
                  <a:lnTo>
                    <a:pt x="4640005" y="4142299"/>
                  </a:lnTo>
                  <a:lnTo>
                    <a:pt x="4750304" y="4142874"/>
                  </a:lnTo>
                  <a:lnTo>
                    <a:pt x="4864064" y="4143389"/>
                  </a:lnTo>
                  <a:lnTo>
                    <a:pt x="4978567" y="4143841"/>
                  </a:lnTo>
                  <a:lnTo>
                    <a:pt x="5090348" y="4144231"/>
                  </a:lnTo>
                  <a:lnTo>
                    <a:pt x="5195438" y="4144556"/>
                  </a:lnTo>
                  <a:lnTo>
                    <a:pt x="5289794" y="4144818"/>
                  </a:lnTo>
                  <a:lnTo>
                    <a:pt x="5369865" y="4145017"/>
                  </a:lnTo>
                  <a:lnTo>
                    <a:pt x="5433179" y="4145160"/>
                  </a:lnTo>
                  <a:lnTo>
                    <a:pt x="5478822" y="4145254"/>
                  </a:lnTo>
                  <a:lnTo>
                    <a:pt x="5507667" y="4145308"/>
                  </a:lnTo>
                  <a:lnTo>
                    <a:pt x="5522356" y="4145333"/>
                  </a:lnTo>
                  <a:lnTo>
                    <a:pt x="5527102" y="4145341"/>
                  </a:lnTo>
                  <a:lnTo>
                    <a:pt x="5527445" y="4145341"/>
                  </a:lnTo>
                  <a:lnTo>
                    <a:pt x="6522385" y="4145341"/>
                  </a:lnTo>
                  <a:lnTo>
                    <a:pt x="6523402" y="4145270"/>
                  </a:lnTo>
                  <a:lnTo>
                    <a:pt x="6530125" y="4144768"/>
                  </a:lnTo>
                  <a:lnTo>
                    <a:pt x="6547211" y="4143381"/>
                  </a:lnTo>
                  <a:lnTo>
                    <a:pt x="6578108" y="4140646"/>
                  </a:lnTo>
                  <a:lnTo>
                    <a:pt x="6624865" y="4136120"/>
                  </a:lnTo>
                  <a:lnTo>
                    <a:pt x="6687994" y="4129414"/>
                  </a:lnTo>
                  <a:lnTo>
                    <a:pt x="6766479" y="4120231"/>
                  </a:lnTo>
                  <a:lnTo>
                    <a:pt x="6858003" y="4108378"/>
                  </a:lnTo>
                  <a:lnTo>
                    <a:pt x="6959352" y="4093766"/>
                  </a:lnTo>
                  <a:lnTo>
                    <a:pt x="7066908" y="4076391"/>
                  </a:lnTo>
                  <a:lnTo>
                    <a:pt x="7177119" y="4056296"/>
                  </a:lnTo>
                  <a:lnTo>
                    <a:pt x="7286857" y="4033536"/>
                  </a:lnTo>
                  <a:lnTo>
                    <a:pt x="7393627" y="4008144"/>
                  </a:lnTo>
                  <a:lnTo>
                    <a:pt x="7495636" y="3980101"/>
                  </a:lnTo>
                  <a:lnTo>
                    <a:pt x="7591759" y="3949321"/>
                  </a:lnTo>
                  <a:lnTo>
                    <a:pt x="7681438" y="3915638"/>
                  </a:lnTo>
                  <a:lnTo>
                    <a:pt x="7764565" y="3878810"/>
                  </a:lnTo>
                  <a:lnTo>
                    <a:pt x="7841362" y="3838511"/>
                  </a:lnTo>
                  <a:lnTo>
                    <a:pt x="7912274" y="3794348"/>
                  </a:lnTo>
                  <a:lnTo>
                    <a:pt x="7977889" y="3745863"/>
                  </a:lnTo>
                  <a:lnTo>
                    <a:pt x="8038873" y="3692560"/>
                  </a:lnTo>
                  <a:lnTo>
                    <a:pt x="8095922" y="3633934"/>
                  </a:lnTo>
                  <a:lnTo>
                    <a:pt x="8149724" y="3569528"/>
                  </a:lnTo>
                  <a:lnTo>
                    <a:pt x="8200929" y="3499010"/>
                  </a:lnTo>
                  <a:lnTo>
                    <a:pt x="8229629" y="3455324"/>
                  </a:lnTo>
                  <a:lnTo>
                    <a:pt x="8267681" y="3392712"/>
                  </a:lnTo>
                  <a:lnTo>
                    <a:pt x="8304889" y="3326219"/>
                  </a:lnTo>
                  <a:lnTo>
                    <a:pt x="8341447" y="3255765"/>
                  </a:lnTo>
                  <a:lnTo>
                    <a:pt x="8377518" y="3181317"/>
                  </a:lnTo>
                  <a:lnTo>
                    <a:pt x="8413237" y="3102886"/>
                  </a:lnTo>
                  <a:lnTo>
                    <a:pt x="8448713" y="3020538"/>
                  </a:lnTo>
                  <a:lnTo>
                    <a:pt x="8484037" y="2934393"/>
                  </a:lnTo>
                  <a:lnTo>
                    <a:pt x="8519279" y="2844629"/>
                  </a:lnTo>
                  <a:lnTo>
                    <a:pt x="8554491" y="2751483"/>
                  </a:lnTo>
                  <a:lnTo>
                    <a:pt x="8589711" y="2655250"/>
                  </a:lnTo>
                  <a:lnTo>
                    <a:pt x="8624962" y="2556282"/>
                  </a:lnTo>
                  <a:lnTo>
                    <a:pt x="8660256" y="2454983"/>
                  </a:lnTo>
                  <a:lnTo>
                    <a:pt x="8695596" y="2351803"/>
                  </a:lnTo>
                  <a:lnTo>
                    <a:pt x="8730974" y="2247229"/>
                  </a:lnTo>
                  <a:lnTo>
                    <a:pt x="8766379" y="2141778"/>
                  </a:lnTo>
                  <a:lnTo>
                    <a:pt x="8801794" y="2035987"/>
                  </a:lnTo>
                  <a:lnTo>
                    <a:pt x="8837203" y="1930397"/>
                  </a:lnTo>
                  <a:lnTo>
                    <a:pt x="8872590" y="1825548"/>
                  </a:lnTo>
                  <a:lnTo>
                    <a:pt x="8907940" y="1721961"/>
                  </a:lnTo>
                  <a:lnTo>
                    <a:pt x="8943246" y="1620134"/>
                  </a:lnTo>
                  <a:lnTo>
                    <a:pt x="8978508" y="1520526"/>
                  </a:lnTo>
                  <a:lnTo>
                    <a:pt x="9013734" y="1423555"/>
                  </a:lnTo>
                  <a:lnTo>
                    <a:pt x="9048945" y="1329585"/>
                  </a:lnTo>
                  <a:lnTo>
                    <a:pt x="9084174" y="1238926"/>
                  </a:lnTo>
                  <a:lnTo>
                    <a:pt x="9119471" y="1151831"/>
                  </a:lnTo>
                  <a:lnTo>
                    <a:pt x="9154901" y="1068493"/>
                  </a:lnTo>
                  <a:lnTo>
                    <a:pt x="9190548" y="989047"/>
                  </a:lnTo>
                  <a:lnTo>
                    <a:pt x="9226516" y="913572"/>
                  </a:lnTo>
                  <a:lnTo>
                    <a:pt x="9262935" y="842093"/>
                  </a:lnTo>
                  <a:lnTo>
                    <a:pt x="9299958" y="774588"/>
                  </a:lnTo>
                  <a:lnTo>
                    <a:pt x="9337773" y="710987"/>
                  </a:lnTo>
                  <a:lnTo>
                    <a:pt x="9347647" y="695257"/>
                  </a:lnTo>
                  <a:lnTo>
                    <a:pt x="9397615" y="621142"/>
                  </a:lnTo>
                  <a:lnTo>
                    <a:pt x="9449838" y="553223"/>
                  </a:lnTo>
                  <a:lnTo>
                    <a:pt x="9504925" y="491299"/>
                  </a:lnTo>
                  <a:lnTo>
                    <a:pt x="9563544" y="434973"/>
                  </a:lnTo>
                  <a:lnTo>
                    <a:pt x="9626393" y="383759"/>
                  </a:lnTo>
                  <a:lnTo>
                    <a:pt x="9694158" y="337151"/>
                  </a:lnTo>
                  <a:lnTo>
                    <a:pt x="9767481" y="294667"/>
                  </a:lnTo>
                  <a:lnTo>
                    <a:pt x="9846899" y="255873"/>
                  </a:lnTo>
                  <a:lnTo>
                    <a:pt x="9932772" y="220403"/>
                  </a:lnTo>
                  <a:lnTo>
                    <a:pt x="10025199" y="187966"/>
                  </a:lnTo>
                  <a:lnTo>
                    <a:pt x="10123896" y="158353"/>
                  </a:lnTo>
                  <a:lnTo>
                    <a:pt x="10228083" y="131432"/>
                  </a:lnTo>
                  <a:lnTo>
                    <a:pt x="10336361" y="107147"/>
                  </a:lnTo>
                  <a:lnTo>
                    <a:pt x="10446642" y="85502"/>
                  </a:lnTo>
                  <a:lnTo>
                    <a:pt x="10556148" y="66545"/>
                  </a:lnTo>
                  <a:lnTo>
                    <a:pt x="10661538" y="50329"/>
                  </a:lnTo>
                  <a:lnTo>
                    <a:pt x="10759182" y="36882"/>
                  </a:lnTo>
                  <a:lnTo>
                    <a:pt x="10845570" y="26169"/>
                  </a:lnTo>
                  <a:lnTo>
                    <a:pt x="10917809" y="18058"/>
                  </a:lnTo>
                  <a:lnTo>
                    <a:pt x="10974087" y="12312"/>
                  </a:lnTo>
                  <a:lnTo>
                    <a:pt x="11014018" y="8591"/>
                  </a:lnTo>
                  <a:lnTo>
                    <a:pt x="11038768" y="6479"/>
                  </a:lnTo>
                  <a:lnTo>
                    <a:pt x="11051001" y="5520"/>
                  </a:lnTo>
                  <a:lnTo>
                    <a:pt x="11054689" y="525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75" y="70"/>
                  </a:lnTo>
                  <a:lnTo>
                    <a:pt x="11047152" y="572"/>
                  </a:lnTo>
                  <a:lnTo>
                    <a:pt x="11030065" y="1959"/>
                  </a:lnTo>
                  <a:lnTo>
                    <a:pt x="10999169" y="4694"/>
                  </a:lnTo>
                  <a:lnTo>
                    <a:pt x="10952411" y="9221"/>
                  </a:lnTo>
                  <a:lnTo>
                    <a:pt x="10889283" y="15926"/>
                  </a:lnTo>
                  <a:lnTo>
                    <a:pt x="10810797" y="25109"/>
                  </a:lnTo>
                  <a:lnTo>
                    <a:pt x="10719274" y="36963"/>
                  </a:lnTo>
                  <a:lnTo>
                    <a:pt x="10617925" y="51575"/>
                  </a:lnTo>
                  <a:lnTo>
                    <a:pt x="10510369" y="68950"/>
                  </a:lnTo>
                  <a:lnTo>
                    <a:pt x="10400157" y="89045"/>
                  </a:lnTo>
                  <a:lnTo>
                    <a:pt x="10290419" y="111804"/>
                  </a:lnTo>
                  <a:lnTo>
                    <a:pt x="10183649" y="137196"/>
                  </a:lnTo>
                  <a:lnTo>
                    <a:pt x="10081640" y="165239"/>
                  </a:lnTo>
                  <a:lnTo>
                    <a:pt x="9985518" y="196020"/>
                  </a:lnTo>
                  <a:lnTo>
                    <a:pt x="9895839" y="229702"/>
                  </a:lnTo>
                  <a:lnTo>
                    <a:pt x="9812711" y="266531"/>
                  </a:lnTo>
                  <a:lnTo>
                    <a:pt x="9735914" y="306829"/>
                  </a:lnTo>
                  <a:lnTo>
                    <a:pt x="9665002" y="350993"/>
                  </a:lnTo>
                  <a:lnTo>
                    <a:pt x="9599387" y="399477"/>
                  </a:lnTo>
                  <a:lnTo>
                    <a:pt x="9538404" y="452781"/>
                  </a:lnTo>
                  <a:lnTo>
                    <a:pt x="9481355" y="511406"/>
                  </a:lnTo>
                  <a:lnTo>
                    <a:pt x="9427552" y="575813"/>
                  </a:lnTo>
                  <a:lnTo>
                    <a:pt x="9376347" y="646331"/>
                  </a:lnTo>
                  <a:lnTo>
                    <a:pt x="9347647" y="690016"/>
                  </a:lnTo>
                  <a:lnTo>
                    <a:pt x="9309595" y="752629"/>
                  </a:lnTo>
                  <a:lnTo>
                    <a:pt x="9272387" y="819122"/>
                  </a:lnTo>
                  <a:lnTo>
                    <a:pt x="9235829" y="889575"/>
                  </a:lnTo>
                  <a:lnTo>
                    <a:pt x="9199758" y="964024"/>
                  </a:lnTo>
                  <a:lnTo>
                    <a:pt x="9164040" y="1042454"/>
                  </a:lnTo>
                  <a:lnTo>
                    <a:pt x="9128563" y="1124802"/>
                  </a:lnTo>
                  <a:lnTo>
                    <a:pt x="9093239" y="1210947"/>
                  </a:lnTo>
                  <a:lnTo>
                    <a:pt x="9057997" y="1300712"/>
                  </a:lnTo>
                  <a:lnTo>
                    <a:pt x="9022785" y="1393858"/>
                  </a:lnTo>
                  <a:lnTo>
                    <a:pt x="8987566" y="1490091"/>
                  </a:lnTo>
                  <a:lnTo>
                    <a:pt x="8952314" y="1589059"/>
                  </a:lnTo>
                  <a:lnTo>
                    <a:pt x="8917020" y="1690357"/>
                  </a:lnTo>
                  <a:lnTo>
                    <a:pt x="8881681" y="1793538"/>
                  </a:lnTo>
                  <a:lnTo>
                    <a:pt x="8846303" y="1898112"/>
                  </a:lnTo>
                  <a:lnTo>
                    <a:pt x="8810898" y="2003562"/>
                  </a:lnTo>
                  <a:lnTo>
                    <a:pt x="8775482" y="2109354"/>
                  </a:lnTo>
                  <a:lnTo>
                    <a:pt x="8740073" y="2214943"/>
                  </a:lnTo>
                  <a:lnTo>
                    <a:pt x="8704687" y="2319793"/>
                  </a:lnTo>
                  <a:lnTo>
                    <a:pt x="8669337" y="2423380"/>
                  </a:lnTo>
                  <a:lnTo>
                    <a:pt x="8634031" y="2525207"/>
                  </a:lnTo>
                  <a:lnTo>
                    <a:pt x="8598769" y="2624814"/>
                  </a:lnTo>
                  <a:lnTo>
                    <a:pt x="8563543" y="2721786"/>
                  </a:lnTo>
                  <a:lnTo>
                    <a:pt x="8528332" y="2815756"/>
                  </a:lnTo>
                  <a:lnTo>
                    <a:pt x="8493102" y="2906415"/>
                  </a:lnTo>
                  <a:lnTo>
                    <a:pt x="8457805" y="2993510"/>
                  </a:lnTo>
                  <a:lnTo>
                    <a:pt x="8422376" y="3076848"/>
                  </a:lnTo>
                  <a:lnTo>
                    <a:pt x="8386729" y="3156293"/>
                  </a:lnTo>
                  <a:lnTo>
                    <a:pt x="8350761" y="3231769"/>
                  </a:lnTo>
                  <a:lnTo>
                    <a:pt x="8314342" y="3303247"/>
                  </a:lnTo>
                  <a:lnTo>
                    <a:pt x="8277318" y="3370753"/>
                  </a:lnTo>
                  <a:lnTo>
                    <a:pt x="8239504" y="3434353"/>
                  </a:lnTo>
                  <a:lnTo>
                    <a:pt x="8229629" y="3450084"/>
                  </a:lnTo>
                  <a:lnTo>
                    <a:pt x="8179661" y="3524198"/>
                  </a:lnTo>
                  <a:lnTo>
                    <a:pt x="8127438" y="3592117"/>
                  </a:lnTo>
                  <a:lnTo>
                    <a:pt x="8072352" y="3654042"/>
                  </a:lnTo>
                  <a:lnTo>
                    <a:pt x="8013732" y="3710368"/>
                  </a:lnTo>
                  <a:lnTo>
                    <a:pt x="7950884" y="3761582"/>
                  </a:lnTo>
                  <a:lnTo>
                    <a:pt x="7883118" y="3808189"/>
                  </a:lnTo>
                  <a:lnTo>
                    <a:pt x="7809795" y="3850674"/>
                  </a:lnTo>
                  <a:lnTo>
                    <a:pt x="7730378" y="3889468"/>
                  </a:lnTo>
                  <a:lnTo>
                    <a:pt x="7644504" y="3924938"/>
                  </a:lnTo>
                  <a:lnTo>
                    <a:pt x="7552078" y="3957374"/>
                  </a:lnTo>
                  <a:lnTo>
                    <a:pt x="7453380" y="3986988"/>
                  </a:lnTo>
                  <a:lnTo>
                    <a:pt x="7349194" y="4013909"/>
                  </a:lnTo>
                  <a:lnTo>
                    <a:pt x="7240916" y="4038194"/>
                  </a:lnTo>
                  <a:lnTo>
                    <a:pt x="7130635" y="4059838"/>
                  </a:lnTo>
                  <a:lnTo>
                    <a:pt x="7021129" y="4078796"/>
                  </a:lnTo>
                  <a:lnTo>
                    <a:pt x="6915738" y="4095012"/>
                  </a:lnTo>
                  <a:lnTo>
                    <a:pt x="6818094" y="4108458"/>
                  </a:lnTo>
                  <a:lnTo>
                    <a:pt x="6731706" y="4119171"/>
                  </a:lnTo>
                  <a:lnTo>
                    <a:pt x="6659468" y="4127282"/>
                  </a:lnTo>
                  <a:lnTo>
                    <a:pt x="6603189" y="4133029"/>
                  </a:lnTo>
                  <a:lnTo>
                    <a:pt x="6563259" y="4136750"/>
                  </a:lnTo>
                  <a:lnTo>
                    <a:pt x="6538508" y="4138862"/>
                  </a:lnTo>
                  <a:lnTo>
                    <a:pt x="6526276" y="4139820"/>
                  </a:lnTo>
                  <a:lnTo>
                    <a:pt x="6522587" y="4140087"/>
                  </a:lnTo>
                  <a:lnTo>
                    <a:pt x="6522385" y="4140100"/>
                  </a:lnTo>
                  <a:lnTo>
                    <a:pt x="5527445" y="4140100"/>
                  </a:lnTo>
                  <a:lnTo>
                    <a:pt x="5526309" y="4140099"/>
                  </a:lnTo>
                  <a:lnTo>
                    <a:pt x="5518810" y="4140087"/>
                  </a:lnTo>
                  <a:lnTo>
                    <a:pt x="5499806" y="4140053"/>
                  </a:lnTo>
                  <a:lnTo>
                    <a:pt x="5465581" y="4139987"/>
                  </a:lnTo>
                  <a:lnTo>
                    <a:pt x="5414066" y="4139878"/>
                  </a:lnTo>
                  <a:lnTo>
                    <a:pt x="5344991" y="4139717"/>
                  </a:lnTo>
                  <a:lnTo>
                    <a:pt x="5259828" y="4139497"/>
                  </a:lnTo>
                  <a:lnTo>
                    <a:pt x="5161470" y="4139214"/>
                  </a:lnTo>
                  <a:lnTo>
                    <a:pt x="5053697" y="4138868"/>
                  </a:lnTo>
                  <a:lnTo>
                    <a:pt x="4940588" y="4138457"/>
                  </a:lnTo>
                  <a:lnTo>
                    <a:pt x="4825981" y="4137984"/>
                  </a:lnTo>
                  <a:lnTo>
                    <a:pt x="4713111" y="4137449"/>
                  </a:lnTo>
                  <a:lnTo>
                    <a:pt x="4604426" y="4136853"/>
                  </a:lnTo>
                  <a:lnTo>
                    <a:pt x="4501563" y="4136195"/>
                  </a:lnTo>
                  <a:lnTo>
                    <a:pt x="4405438" y="4135471"/>
                  </a:lnTo>
                  <a:lnTo>
                    <a:pt x="4316378" y="4134677"/>
                  </a:lnTo>
                  <a:lnTo>
                    <a:pt x="4234269" y="4133806"/>
                  </a:lnTo>
                  <a:lnTo>
                    <a:pt x="4158694" y="4132848"/>
                  </a:lnTo>
                  <a:lnTo>
                    <a:pt x="4089037" y="4131793"/>
                  </a:lnTo>
                  <a:lnTo>
                    <a:pt x="4024573" y="4130630"/>
                  </a:lnTo>
                  <a:lnTo>
                    <a:pt x="3964525" y="4129346"/>
                  </a:lnTo>
                  <a:lnTo>
                    <a:pt x="3908118" y="4127929"/>
                  </a:lnTo>
                  <a:lnTo>
                    <a:pt x="3854615" y="4126371"/>
                  </a:lnTo>
                  <a:lnTo>
                    <a:pt x="3820202" y="4125252"/>
                  </a:lnTo>
                  <a:lnTo>
                    <a:pt x="3758590" y="4123012"/>
                  </a:lnTo>
                  <a:lnTo>
                    <a:pt x="3698899" y="4120547"/>
                  </a:lnTo>
                  <a:lnTo>
                    <a:pt x="3640414" y="4117853"/>
                  </a:lnTo>
                  <a:lnTo>
                    <a:pt x="3582609" y="4114935"/>
                  </a:lnTo>
                  <a:lnTo>
                    <a:pt x="3525112" y="4111805"/>
                  </a:lnTo>
                  <a:lnTo>
                    <a:pt x="3467682" y="4108485"/>
                  </a:lnTo>
                  <a:lnTo>
                    <a:pt x="3410183" y="4105004"/>
                  </a:lnTo>
                  <a:lnTo>
                    <a:pt x="3352568" y="4101400"/>
                  </a:lnTo>
                  <a:lnTo>
                    <a:pt x="3294853" y="4097718"/>
                  </a:lnTo>
                  <a:lnTo>
                    <a:pt x="3237096" y="4094006"/>
                  </a:lnTo>
                  <a:lnTo>
                    <a:pt x="3179370" y="4090316"/>
                  </a:lnTo>
                  <a:lnTo>
                    <a:pt x="3121736" y="4086696"/>
                  </a:lnTo>
                  <a:lnTo>
                    <a:pt x="3064219" y="4083192"/>
                  </a:lnTo>
                  <a:lnTo>
                    <a:pt x="3006784" y="4079842"/>
                  </a:lnTo>
                  <a:lnTo>
                    <a:pt x="2949312" y="4076679"/>
                  </a:lnTo>
                  <a:lnTo>
                    <a:pt x="2891580" y="4073725"/>
                  </a:lnTo>
                  <a:lnTo>
                    <a:pt x="2833239" y="4070994"/>
                  </a:lnTo>
                  <a:lnTo>
                    <a:pt x="2773792" y="4068491"/>
                  </a:lnTo>
                  <a:lnTo>
                    <a:pt x="2712557" y="4066214"/>
                  </a:lnTo>
                  <a:lnTo>
                    <a:pt x="2702183" y="4065858"/>
                  </a:lnTo>
                  <a:lnTo>
                    <a:pt x="2650249" y="4064204"/>
                  </a:lnTo>
                  <a:lnTo>
                    <a:pt x="2595858" y="4062695"/>
                  </a:lnTo>
                  <a:lnTo>
                    <a:pt x="2538324" y="4061323"/>
                  </a:lnTo>
                  <a:lnTo>
                    <a:pt x="2476893" y="4060080"/>
                  </a:lnTo>
                  <a:lnTo>
                    <a:pt x="2410786" y="4058954"/>
                  </a:lnTo>
                  <a:lnTo>
                    <a:pt x="2339236" y="4057933"/>
                  </a:lnTo>
                  <a:lnTo>
                    <a:pt x="2261548" y="4057005"/>
                  </a:lnTo>
                  <a:lnTo>
                    <a:pt x="2177160" y="4056160"/>
                  </a:lnTo>
                  <a:lnTo>
                    <a:pt x="2085743" y="4055391"/>
                  </a:lnTo>
                  <a:lnTo>
                    <a:pt x="1987314" y="4054689"/>
                  </a:lnTo>
                  <a:lnTo>
                    <a:pt x="1882380" y="4054052"/>
                  </a:lnTo>
                  <a:lnTo>
                    <a:pt x="1772081" y="4053477"/>
                  </a:lnTo>
                  <a:lnTo>
                    <a:pt x="1658321" y="4052962"/>
                  </a:lnTo>
                  <a:lnTo>
                    <a:pt x="1543818" y="4052509"/>
                  </a:lnTo>
                  <a:lnTo>
                    <a:pt x="1432037" y="4052120"/>
                  </a:lnTo>
                  <a:lnTo>
                    <a:pt x="1326947" y="4051794"/>
                  </a:lnTo>
                  <a:lnTo>
                    <a:pt x="1232591" y="4051533"/>
                  </a:lnTo>
                  <a:lnTo>
                    <a:pt x="1152520" y="4051333"/>
                  </a:lnTo>
                  <a:lnTo>
                    <a:pt x="1089206" y="4051190"/>
                  </a:lnTo>
                  <a:lnTo>
                    <a:pt x="1043563" y="4051097"/>
                  </a:lnTo>
                  <a:lnTo>
                    <a:pt x="1014718" y="4051043"/>
                  </a:lnTo>
                  <a:lnTo>
                    <a:pt x="1000029" y="4051018"/>
                  </a:lnTo>
                  <a:lnTo>
                    <a:pt x="995283" y="4051010"/>
                  </a:lnTo>
                  <a:lnTo>
                    <a:pt x="994940" y="4051010"/>
                  </a:lnTo>
                  <a:lnTo>
                    <a:pt x="0" y="4051010"/>
                  </a:lnTo>
                  <a:close/>
                </a:path>
              </a:pathLst>
            </a:custGeom>
            <a:solidFill>
              <a:srgbClr val="26C6D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09" name="pl1908"/>
            <p:cNvSpPr/>
            <p:nvPr/>
          </p:nvSpPr>
          <p:spPr>
            <a:xfrm>
              <a:off x="1199187" y="2054164"/>
              <a:ext cx="12049831" cy="4140100"/>
            </a:xfrm>
            <a:custGeom>
              <a:avLst/>
              <a:pathLst>
                <a:path w="12049831" h="4140100">
                  <a:moveTo>
                    <a:pt x="0" y="4051010"/>
                  </a:moveTo>
                  <a:lnTo>
                    <a:pt x="994940" y="4051010"/>
                  </a:lnTo>
                  <a:lnTo>
                    <a:pt x="996076" y="4051011"/>
                  </a:lnTo>
                  <a:lnTo>
                    <a:pt x="1003575" y="4051023"/>
                  </a:lnTo>
                  <a:lnTo>
                    <a:pt x="1022579" y="4051057"/>
                  </a:lnTo>
                  <a:lnTo>
                    <a:pt x="1056804" y="4051123"/>
                  </a:lnTo>
                  <a:lnTo>
                    <a:pt x="1108319" y="4051232"/>
                  </a:lnTo>
                  <a:lnTo>
                    <a:pt x="1177394" y="4051393"/>
                  </a:lnTo>
                  <a:lnTo>
                    <a:pt x="1262557" y="4051613"/>
                  </a:lnTo>
                  <a:lnTo>
                    <a:pt x="1360915" y="4051896"/>
                  </a:lnTo>
                  <a:lnTo>
                    <a:pt x="1468688" y="4052242"/>
                  </a:lnTo>
                  <a:lnTo>
                    <a:pt x="1581797" y="4052653"/>
                  </a:lnTo>
                  <a:lnTo>
                    <a:pt x="1696404" y="4053126"/>
                  </a:lnTo>
                  <a:lnTo>
                    <a:pt x="1809274" y="4053661"/>
                  </a:lnTo>
                  <a:lnTo>
                    <a:pt x="1917959" y="4054257"/>
                  </a:lnTo>
                  <a:lnTo>
                    <a:pt x="2020822" y="4054915"/>
                  </a:lnTo>
                  <a:lnTo>
                    <a:pt x="2116947" y="4055639"/>
                  </a:lnTo>
                  <a:lnTo>
                    <a:pt x="2206007" y="4056433"/>
                  </a:lnTo>
                  <a:lnTo>
                    <a:pt x="2288116" y="4057304"/>
                  </a:lnTo>
                  <a:lnTo>
                    <a:pt x="2363691" y="4058262"/>
                  </a:lnTo>
                  <a:lnTo>
                    <a:pt x="2433348" y="4059317"/>
                  </a:lnTo>
                  <a:lnTo>
                    <a:pt x="2497812" y="4060480"/>
                  </a:lnTo>
                  <a:lnTo>
                    <a:pt x="2557860" y="4061765"/>
                  </a:lnTo>
                  <a:lnTo>
                    <a:pt x="2614267" y="4063181"/>
                  </a:lnTo>
                  <a:lnTo>
                    <a:pt x="2667770" y="4064739"/>
                  </a:lnTo>
                  <a:lnTo>
                    <a:pt x="2702183" y="4065858"/>
                  </a:lnTo>
                  <a:lnTo>
                    <a:pt x="2763795" y="4068098"/>
                  </a:lnTo>
                  <a:lnTo>
                    <a:pt x="2823486" y="4070564"/>
                  </a:lnTo>
                  <a:lnTo>
                    <a:pt x="2881971" y="4073257"/>
                  </a:lnTo>
                  <a:lnTo>
                    <a:pt x="2939776" y="4076175"/>
                  </a:lnTo>
                  <a:lnTo>
                    <a:pt x="2997273" y="4079305"/>
                  </a:lnTo>
                  <a:lnTo>
                    <a:pt x="3054703" y="4082625"/>
                  </a:lnTo>
                  <a:lnTo>
                    <a:pt x="3112202" y="4086106"/>
                  </a:lnTo>
                  <a:lnTo>
                    <a:pt x="3169817" y="4089710"/>
                  </a:lnTo>
                  <a:lnTo>
                    <a:pt x="3227532" y="4093392"/>
                  </a:lnTo>
                  <a:lnTo>
                    <a:pt x="3285289" y="4097104"/>
                  </a:lnTo>
                  <a:lnTo>
                    <a:pt x="3343015" y="4100794"/>
                  </a:lnTo>
                  <a:lnTo>
                    <a:pt x="3400649" y="4104414"/>
                  </a:lnTo>
                  <a:lnTo>
                    <a:pt x="3458166" y="4107919"/>
                  </a:lnTo>
                  <a:lnTo>
                    <a:pt x="3515601" y="4111268"/>
                  </a:lnTo>
                  <a:lnTo>
                    <a:pt x="3573073" y="4114431"/>
                  </a:lnTo>
                  <a:lnTo>
                    <a:pt x="3630805" y="4117385"/>
                  </a:lnTo>
                  <a:lnTo>
                    <a:pt x="3689146" y="4120116"/>
                  </a:lnTo>
                  <a:lnTo>
                    <a:pt x="3748593" y="4122619"/>
                  </a:lnTo>
                  <a:lnTo>
                    <a:pt x="3809828" y="4124896"/>
                  </a:lnTo>
                  <a:lnTo>
                    <a:pt x="3820202" y="4125252"/>
                  </a:lnTo>
                  <a:lnTo>
                    <a:pt x="3872136" y="4126906"/>
                  </a:lnTo>
                  <a:lnTo>
                    <a:pt x="3926527" y="4128416"/>
                  </a:lnTo>
                  <a:lnTo>
                    <a:pt x="3984061" y="4129787"/>
                  </a:lnTo>
                  <a:lnTo>
                    <a:pt x="4045492" y="4131030"/>
                  </a:lnTo>
                  <a:lnTo>
                    <a:pt x="4111599" y="4132156"/>
                  </a:lnTo>
                  <a:lnTo>
                    <a:pt x="4183149" y="4133177"/>
                  </a:lnTo>
                  <a:lnTo>
                    <a:pt x="4260837" y="4134105"/>
                  </a:lnTo>
                  <a:lnTo>
                    <a:pt x="4345225" y="4134950"/>
                  </a:lnTo>
                  <a:lnTo>
                    <a:pt x="4436642" y="4135720"/>
                  </a:lnTo>
                  <a:lnTo>
                    <a:pt x="4535071" y="4136421"/>
                  </a:lnTo>
                  <a:lnTo>
                    <a:pt x="4640005" y="4137058"/>
                  </a:lnTo>
                  <a:lnTo>
                    <a:pt x="4750304" y="4137634"/>
                  </a:lnTo>
                  <a:lnTo>
                    <a:pt x="4864064" y="4138148"/>
                  </a:lnTo>
                  <a:lnTo>
                    <a:pt x="4978567" y="4138601"/>
                  </a:lnTo>
                  <a:lnTo>
                    <a:pt x="5090348" y="4138990"/>
                  </a:lnTo>
                  <a:lnTo>
                    <a:pt x="5195438" y="4139316"/>
                  </a:lnTo>
                  <a:lnTo>
                    <a:pt x="5289794" y="4139577"/>
                  </a:lnTo>
                  <a:lnTo>
                    <a:pt x="5369865" y="4139777"/>
                  </a:lnTo>
                  <a:lnTo>
                    <a:pt x="5433179" y="4139920"/>
                  </a:lnTo>
                  <a:lnTo>
                    <a:pt x="5478822" y="4140013"/>
                  </a:lnTo>
                  <a:lnTo>
                    <a:pt x="5507667" y="4140067"/>
                  </a:lnTo>
                  <a:lnTo>
                    <a:pt x="5522356" y="4140092"/>
                  </a:lnTo>
                  <a:lnTo>
                    <a:pt x="5527102" y="4140100"/>
                  </a:lnTo>
                  <a:lnTo>
                    <a:pt x="5527445" y="4140100"/>
                  </a:lnTo>
                  <a:lnTo>
                    <a:pt x="6522385" y="4140100"/>
                  </a:lnTo>
                  <a:lnTo>
                    <a:pt x="6523402" y="4140030"/>
                  </a:lnTo>
                  <a:lnTo>
                    <a:pt x="6530125" y="4139528"/>
                  </a:lnTo>
                  <a:lnTo>
                    <a:pt x="6547211" y="4138141"/>
                  </a:lnTo>
                  <a:lnTo>
                    <a:pt x="6578108" y="4135405"/>
                  </a:lnTo>
                  <a:lnTo>
                    <a:pt x="6624865" y="4130879"/>
                  </a:lnTo>
                  <a:lnTo>
                    <a:pt x="6687994" y="4124174"/>
                  </a:lnTo>
                  <a:lnTo>
                    <a:pt x="6766479" y="4114991"/>
                  </a:lnTo>
                  <a:lnTo>
                    <a:pt x="6858003" y="4103137"/>
                  </a:lnTo>
                  <a:lnTo>
                    <a:pt x="6959352" y="4088525"/>
                  </a:lnTo>
                  <a:lnTo>
                    <a:pt x="7066908" y="4071150"/>
                  </a:lnTo>
                  <a:lnTo>
                    <a:pt x="7177119" y="4051055"/>
                  </a:lnTo>
                  <a:lnTo>
                    <a:pt x="7286857" y="4028296"/>
                  </a:lnTo>
                  <a:lnTo>
                    <a:pt x="7393627" y="4002904"/>
                  </a:lnTo>
                  <a:lnTo>
                    <a:pt x="7495636" y="3974861"/>
                  </a:lnTo>
                  <a:lnTo>
                    <a:pt x="7591759" y="3944080"/>
                  </a:lnTo>
                  <a:lnTo>
                    <a:pt x="7681438" y="3910398"/>
                  </a:lnTo>
                  <a:lnTo>
                    <a:pt x="7764565" y="3873569"/>
                  </a:lnTo>
                  <a:lnTo>
                    <a:pt x="7841362" y="3833271"/>
                  </a:lnTo>
                  <a:lnTo>
                    <a:pt x="7912274" y="3789107"/>
                  </a:lnTo>
                  <a:lnTo>
                    <a:pt x="7977889" y="3740622"/>
                  </a:lnTo>
                  <a:lnTo>
                    <a:pt x="8038873" y="3687319"/>
                  </a:lnTo>
                  <a:lnTo>
                    <a:pt x="8095922" y="3628694"/>
                  </a:lnTo>
                  <a:lnTo>
                    <a:pt x="8149724" y="3564287"/>
                  </a:lnTo>
                  <a:lnTo>
                    <a:pt x="8200929" y="3493769"/>
                  </a:lnTo>
                  <a:lnTo>
                    <a:pt x="8229629" y="3450084"/>
                  </a:lnTo>
                  <a:lnTo>
                    <a:pt x="8267681" y="3387471"/>
                  </a:lnTo>
                  <a:lnTo>
                    <a:pt x="8304889" y="3320978"/>
                  </a:lnTo>
                  <a:lnTo>
                    <a:pt x="8341447" y="3250525"/>
                  </a:lnTo>
                  <a:lnTo>
                    <a:pt x="8377518" y="3176076"/>
                  </a:lnTo>
                  <a:lnTo>
                    <a:pt x="8413237" y="3097646"/>
                  </a:lnTo>
                  <a:lnTo>
                    <a:pt x="8448713" y="3015298"/>
                  </a:lnTo>
                  <a:lnTo>
                    <a:pt x="8484037" y="2929152"/>
                  </a:lnTo>
                  <a:lnTo>
                    <a:pt x="8519279" y="2839388"/>
                  </a:lnTo>
                  <a:lnTo>
                    <a:pt x="8554491" y="2746242"/>
                  </a:lnTo>
                  <a:lnTo>
                    <a:pt x="8589711" y="2650009"/>
                  </a:lnTo>
                  <a:lnTo>
                    <a:pt x="8624962" y="2551041"/>
                  </a:lnTo>
                  <a:lnTo>
                    <a:pt x="8660256" y="2449743"/>
                  </a:lnTo>
                  <a:lnTo>
                    <a:pt x="8695596" y="2346562"/>
                  </a:lnTo>
                  <a:lnTo>
                    <a:pt x="8730974" y="2241988"/>
                  </a:lnTo>
                  <a:lnTo>
                    <a:pt x="8766379" y="2136538"/>
                  </a:lnTo>
                  <a:lnTo>
                    <a:pt x="8801794" y="2030746"/>
                  </a:lnTo>
                  <a:lnTo>
                    <a:pt x="8837203" y="1925157"/>
                  </a:lnTo>
                  <a:lnTo>
                    <a:pt x="8872590" y="1820307"/>
                  </a:lnTo>
                  <a:lnTo>
                    <a:pt x="8907940" y="1716720"/>
                  </a:lnTo>
                  <a:lnTo>
                    <a:pt x="8943246" y="1614893"/>
                  </a:lnTo>
                  <a:lnTo>
                    <a:pt x="8978508" y="1515286"/>
                  </a:lnTo>
                  <a:lnTo>
                    <a:pt x="9013734" y="1418314"/>
                  </a:lnTo>
                  <a:lnTo>
                    <a:pt x="9048945" y="1324344"/>
                  </a:lnTo>
                  <a:lnTo>
                    <a:pt x="9084174" y="1233685"/>
                  </a:lnTo>
                  <a:lnTo>
                    <a:pt x="9119471" y="1146590"/>
                  </a:lnTo>
                  <a:lnTo>
                    <a:pt x="9154901" y="1063252"/>
                  </a:lnTo>
                  <a:lnTo>
                    <a:pt x="9190548" y="983806"/>
                  </a:lnTo>
                  <a:lnTo>
                    <a:pt x="9226516" y="908331"/>
                  </a:lnTo>
                  <a:lnTo>
                    <a:pt x="9262935" y="836853"/>
                  </a:lnTo>
                  <a:lnTo>
                    <a:pt x="9299958" y="769347"/>
                  </a:lnTo>
                  <a:lnTo>
                    <a:pt x="9337773" y="705747"/>
                  </a:lnTo>
                  <a:lnTo>
                    <a:pt x="9347647" y="690016"/>
                  </a:lnTo>
                  <a:lnTo>
                    <a:pt x="9397615" y="615902"/>
                  </a:lnTo>
                  <a:lnTo>
                    <a:pt x="9449838" y="547982"/>
                  </a:lnTo>
                  <a:lnTo>
                    <a:pt x="9504925" y="486058"/>
                  </a:lnTo>
                  <a:lnTo>
                    <a:pt x="9563544" y="429732"/>
                  </a:lnTo>
                  <a:lnTo>
                    <a:pt x="9626393" y="378518"/>
                  </a:lnTo>
                  <a:lnTo>
                    <a:pt x="9694158" y="331911"/>
                  </a:lnTo>
                  <a:lnTo>
                    <a:pt x="9767481" y="289426"/>
                  </a:lnTo>
                  <a:lnTo>
                    <a:pt x="9846899" y="250632"/>
                  </a:lnTo>
                  <a:lnTo>
                    <a:pt x="9932772" y="215162"/>
                  </a:lnTo>
                  <a:lnTo>
                    <a:pt x="10025199" y="182726"/>
                  </a:lnTo>
                  <a:lnTo>
                    <a:pt x="10123896" y="153112"/>
                  </a:lnTo>
                  <a:lnTo>
                    <a:pt x="10228083" y="126191"/>
                  </a:lnTo>
                  <a:lnTo>
                    <a:pt x="10336361" y="101906"/>
                  </a:lnTo>
                  <a:lnTo>
                    <a:pt x="10446642" y="80262"/>
                  </a:lnTo>
                  <a:lnTo>
                    <a:pt x="10556148" y="61304"/>
                  </a:lnTo>
                  <a:lnTo>
                    <a:pt x="10661538" y="45088"/>
                  </a:lnTo>
                  <a:lnTo>
                    <a:pt x="10759182" y="31642"/>
                  </a:lnTo>
                  <a:lnTo>
                    <a:pt x="10845570" y="20929"/>
                  </a:lnTo>
                  <a:lnTo>
                    <a:pt x="10917809" y="12818"/>
                  </a:lnTo>
                  <a:lnTo>
                    <a:pt x="10974087" y="7071"/>
                  </a:lnTo>
                  <a:lnTo>
                    <a:pt x="11014018" y="3350"/>
                  </a:lnTo>
                  <a:lnTo>
                    <a:pt x="11038768" y="1238"/>
                  </a:lnTo>
                  <a:lnTo>
                    <a:pt x="11051001" y="280"/>
                  </a:lnTo>
                  <a:lnTo>
                    <a:pt x="11054689" y="1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0" name="pl1909"/>
            <p:cNvSpPr/>
            <p:nvPr/>
          </p:nvSpPr>
          <p:spPr>
            <a:xfrm>
              <a:off x="1199187" y="2048923"/>
              <a:ext cx="12049831" cy="4140100"/>
            </a:xfrm>
            <a:custGeom>
              <a:avLst/>
              <a:pathLst>
                <a:path w="12049831" h="4140100">
                  <a:moveTo>
                    <a:pt x="12049831" y="0"/>
                  </a:moveTo>
                  <a:lnTo>
                    <a:pt x="11054891" y="0"/>
                  </a:lnTo>
                  <a:lnTo>
                    <a:pt x="11053875" y="70"/>
                  </a:lnTo>
                  <a:lnTo>
                    <a:pt x="11047152" y="572"/>
                  </a:lnTo>
                  <a:lnTo>
                    <a:pt x="11030065" y="1959"/>
                  </a:lnTo>
                  <a:lnTo>
                    <a:pt x="10999169" y="4694"/>
                  </a:lnTo>
                  <a:lnTo>
                    <a:pt x="10952411" y="9221"/>
                  </a:lnTo>
                  <a:lnTo>
                    <a:pt x="10889283" y="15926"/>
                  </a:lnTo>
                  <a:lnTo>
                    <a:pt x="10810797" y="25109"/>
                  </a:lnTo>
                  <a:lnTo>
                    <a:pt x="10719274" y="36963"/>
                  </a:lnTo>
                  <a:lnTo>
                    <a:pt x="10617925" y="51575"/>
                  </a:lnTo>
                  <a:lnTo>
                    <a:pt x="10510369" y="68950"/>
                  </a:lnTo>
                  <a:lnTo>
                    <a:pt x="10400157" y="89045"/>
                  </a:lnTo>
                  <a:lnTo>
                    <a:pt x="10290419" y="111804"/>
                  </a:lnTo>
                  <a:lnTo>
                    <a:pt x="10183649" y="137196"/>
                  </a:lnTo>
                  <a:lnTo>
                    <a:pt x="10081640" y="165239"/>
                  </a:lnTo>
                  <a:lnTo>
                    <a:pt x="9985518" y="196020"/>
                  </a:lnTo>
                  <a:lnTo>
                    <a:pt x="9895839" y="229702"/>
                  </a:lnTo>
                  <a:lnTo>
                    <a:pt x="9812711" y="266531"/>
                  </a:lnTo>
                  <a:lnTo>
                    <a:pt x="9735914" y="306829"/>
                  </a:lnTo>
                  <a:lnTo>
                    <a:pt x="9665002" y="350993"/>
                  </a:lnTo>
                  <a:lnTo>
                    <a:pt x="9599387" y="399477"/>
                  </a:lnTo>
                  <a:lnTo>
                    <a:pt x="9538404" y="452781"/>
                  </a:lnTo>
                  <a:lnTo>
                    <a:pt x="9481355" y="511406"/>
                  </a:lnTo>
                  <a:lnTo>
                    <a:pt x="9427552" y="575813"/>
                  </a:lnTo>
                  <a:lnTo>
                    <a:pt x="9376347" y="646331"/>
                  </a:lnTo>
                  <a:lnTo>
                    <a:pt x="9347647" y="690016"/>
                  </a:lnTo>
                  <a:lnTo>
                    <a:pt x="9309595" y="752629"/>
                  </a:lnTo>
                  <a:lnTo>
                    <a:pt x="9272387" y="819122"/>
                  </a:lnTo>
                  <a:lnTo>
                    <a:pt x="9235829" y="889575"/>
                  </a:lnTo>
                  <a:lnTo>
                    <a:pt x="9199758" y="964024"/>
                  </a:lnTo>
                  <a:lnTo>
                    <a:pt x="9164040" y="1042454"/>
                  </a:lnTo>
                  <a:lnTo>
                    <a:pt x="9128563" y="1124802"/>
                  </a:lnTo>
                  <a:lnTo>
                    <a:pt x="9093239" y="1210947"/>
                  </a:lnTo>
                  <a:lnTo>
                    <a:pt x="9057997" y="1300712"/>
                  </a:lnTo>
                  <a:lnTo>
                    <a:pt x="9022785" y="1393858"/>
                  </a:lnTo>
                  <a:lnTo>
                    <a:pt x="8987566" y="1490091"/>
                  </a:lnTo>
                  <a:lnTo>
                    <a:pt x="8952314" y="1589059"/>
                  </a:lnTo>
                  <a:lnTo>
                    <a:pt x="8917020" y="1690357"/>
                  </a:lnTo>
                  <a:lnTo>
                    <a:pt x="8881681" y="1793538"/>
                  </a:lnTo>
                  <a:lnTo>
                    <a:pt x="8846303" y="1898112"/>
                  </a:lnTo>
                  <a:lnTo>
                    <a:pt x="8810898" y="2003562"/>
                  </a:lnTo>
                  <a:lnTo>
                    <a:pt x="8775482" y="2109354"/>
                  </a:lnTo>
                  <a:lnTo>
                    <a:pt x="8740073" y="2214943"/>
                  </a:lnTo>
                  <a:lnTo>
                    <a:pt x="8704687" y="2319793"/>
                  </a:lnTo>
                  <a:lnTo>
                    <a:pt x="8669337" y="2423380"/>
                  </a:lnTo>
                  <a:lnTo>
                    <a:pt x="8634031" y="2525207"/>
                  </a:lnTo>
                  <a:lnTo>
                    <a:pt x="8598769" y="2624814"/>
                  </a:lnTo>
                  <a:lnTo>
                    <a:pt x="8563543" y="2721786"/>
                  </a:lnTo>
                  <a:lnTo>
                    <a:pt x="8528332" y="2815756"/>
                  </a:lnTo>
                  <a:lnTo>
                    <a:pt x="8493102" y="2906415"/>
                  </a:lnTo>
                  <a:lnTo>
                    <a:pt x="8457805" y="2993510"/>
                  </a:lnTo>
                  <a:lnTo>
                    <a:pt x="8422376" y="3076848"/>
                  </a:lnTo>
                  <a:lnTo>
                    <a:pt x="8386729" y="3156293"/>
                  </a:lnTo>
                  <a:lnTo>
                    <a:pt x="8350761" y="3231769"/>
                  </a:lnTo>
                  <a:lnTo>
                    <a:pt x="8314342" y="3303247"/>
                  </a:lnTo>
                  <a:lnTo>
                    <a:pt x="8277318" y="3370753"/>
                  </a:lnTo>
                  <a:lnTo>
                    <a:pt x="8239504" y="3434353"/>
                  </a:lnTo>
                  <a:lnTo>
                    <a:pt x="8229629" y="3450084"/>
                  </a:lnTo>
                  <a:lnTo>
                    <a:pt x="8179661" y="3524198"/>
                  </a:lnTo>
                  <a:lnTo>
                    <a:pt x="8127438" y="3592117"/>
                  </a:lnTo>
                  <a:lnTo>
                    <a:pt x="8072352" y="3654042"/>
                  </a:lnTo>
                  <a:lnTo>
                    <a:pt x="8013732" y="3710368"/>
                  </a:lnTo>
                  <a:lnTo>
                    <a:pt x="7950884" y="3761582"/>
                  </a:lnTo>
                  <a:lnTo>
                    <a:pt x="7883118" y="3808189"/>
                  </a:lnTo>
                  <a:lnTo>
                    <a:pt x="7809795" y="3850674"/>
                  </a:lnTo>
                  <a:lnTo>
                    <a:pt x="7730378" y="3889468"/>
                  </a:lnTo>
                  <a:lnTo>
                    <a:pt x="7644504" y="3924938"/>
                  </a:lnTo>
                  <a:lnTo>
                    <a:pt x="7552078" y="3957374"/>
                  </a:lnTo>
                  <a:lnTo>
                    <a:pt x="7453380" y="3986988"/>
                  </a:lnTo>
                  <a:lnTo>
                    <a:pt x="7349194" y="4013909"/>
                  </a:lnTo>
                  <a:lnTo>
                    <a:pt x="7240916" y="4038194"/>
                  </a:lnTo>
                  <a:lnTo>
                    <a:pt x="7130635" y="4059838"/>
                  </a:lnTo>
                  <a:lnTo>
                    <a:pt x="7021129" y="4078796"/>
                  </a:lnTo>
                  <a:lnTo>
                    <a:pt x="6915738" y="4095012"/>
                  </a:lnTo>
                  <a:lnTo>
                    <a:pt x="6818094" y="4108458"/>
                  </a:lnTo>
                  <a:lnTo>
                    <a:pt x="6731706" y="4119171"/>
                  </a:lnTo>
                  <a:lnTo>
                    <a:pt x="6659468" y="4127282"/>
                  </a:lnTo>
                  <a:lnTo>
                    <a:pt x="6603189" y="4133029"/>
                  </a:lnTo>
                  <a:lnTo>
                    <a:pt x="6563259" y="4136750"/>
                  </a:lnTo>
                  <a:lnTo>
                    <a:pt x="6538508" y="4138862"/>
                  </a:lnTo>
                  <a:lnTo>
                    <a:pt x="6526276" y="4139820"/>
                  </a:lnTo>
                  <a:lnTo>
                    <a:pt x="6522587" y="4140087"/>
                  </a:lnTo>
                  <a:lnTo>
                    <a:pt x="6522385" y="4140100"/>
                  </a:lnTo>
                  <a:lnTo>
                    <a:pt x="5527445" y="4140100"/>
                  </a:lnTo>
                  <a:lnTo>
                    <a:pt x="5526309" y="4140099"/>
                  </a:lnTo>
                  <a:lnTo>
                    <a:pt x="5518810" y="4140087"/>
                  </a:lnTo>
                  <a:lnTo>
                    <a:pt x="5499806" y="4140053"/>
                  </a:lnTo>
                  <a:lnTo>
                    <a:pt x="5465581" y="4139987"/>
                  </a:lnTo>
                  <a:lnTo>
                    <a:pt x="5414066" y="4139878"/>
                  </a:lnTo>
                  <a:lnTo>
                    <a:pt x="5344991" y="4139717"/>
                  </a:lnTo>
                  <a:lnTo>
                    <a:pt x="5259828" y="4139497"/>
                  </a:lnTo>
                  <a:lnTo>
                    <a:pt x="5161470" y="4139214"/>
                  </a:lnTo>
                  <a:lnTo>
                    <a:pt x="5053697" y="4138868"/>
                  </a:lnTo>
                  <a:lnTo>
                    <a:pt x="4940588" y="4138457"/>
                  </a:lnTo>
                  <a:lnTo>
                    <a:pt x="4825981" y="4137984"/>
                  </a:lnTo>
                  <a:lnTo>
                    <a:pt x="4713111" y="4137449"/>
                  </a:lnTo>
                  <a:lnTo>
                    <a:pt x="4604426" y="4136853"/>
                  </a:lnTo>
                  <a:lnTo>
                    <a:pt x="4501563" y="4136195"/>
                  </a:lnTo>
                  <a:lnTo>
                    <a:pt x="4405438" y="4135471"/>
                  </a:lnTo>
                  <a:lnTo>
                    <a:pt x="4316378" y="4134677"/>
                  </a:lnTo>
                  <a:lnTo>
                    <a:pt x="4234269" y="4133806"/>
                  </a:lnTo>
                  <a:lnTo>
                    <a:pt x="4158694" y="4132848"/>
                  </a:lnTo>
                  <a:lnTo>
                    <a:pt x="4089037" y="4131793"/>
                  </a:lnTo>
                  <a:lnTo>
                    <a:pt x="4024573" y="4130630"/>
                  </a:lnTo>
                  <a:lnTo>
                    <a:pt x="3964525" y="4129346"/>
                  </a:lnTo>
                  <a:lnTo>
                    <a:pt x="3908118" y="4127929"/>
                  </a:lnTo>
                  <a:lnTo>
                    <a:pt x="3854615" y="4126371"/>
                  </a:lnTo>
                  <a:lnTo>
                    <a:pt x="3820202" y="4125252"/>
                  </a:lnTo>
                  <a:lnTo>
                    <a:pt x="3758590" y="4123012"/>
                  </a:lnTo>
                  <a:lnTo>
                    <a:pt x="3698899" y="4120547"/>
                  </a:lnTo>
                  <a:lnTo>
                    <a:pt x="3640414" y="4117853"/>
                  </a:lnTo>
                  <a:lnTo>
                    <a:pt x="3582609" y="4114935"/>
                  </a:lnTo>
                  <a:lnTo>
                    <a:pt x="3525112" y="4111805"/>
                  </a:lnTo>
                  <a:lnTo>
                    <a:pt x="3467682" y="4108485"/>
                  </a:lnTo>
                  <a:lnTo>
                    <a:pt x="3410183" y="4105004"/>
                  </a:lnTo>
                  <a:lnTo>
                    <a:pt x="3352568" y="4101400"/>
                  </a:lnTo>
                  <a:lnTo>
                    <a:pt x="3294853" y="4097718"/>
                  </a:lnTo>
                  <a:lnTo>
                    <a:pt x="3237096" y="4094006"/>
                  </a:lnTo>
                  <a:lnTo>
                    <a:pt x="3179370" y="4090316"/>
                  </a:lnTo>
                  <a:lnTo>
                    <a:pt x="3121736" y="4086696"/>
                  </a:lnTo>
                  <a:lnTo>
                    <a:pt x="3064219" y="4083192"/>
                  </a:lnTo>
                  <a:lnTo>
                    <a:pt x="3006784" y="4079842"/>
                  </a:lnTo>
                  <a:lnTo>
                    <a:pt x="2949312" y="4076679"/>
                  </a:lnTo>
                  <a:lnTo>
                    <a:pt x="2891580" y="4073725"/>
                  </a:lnTo>
                  <a:lnTo>
                    <a:pt x="2833239" y="4070994"/>
                  </a:lnTo>
                  <a:lnTo>
                    <a:pt x="2773792" y="4068491"/>
                  </a:lnTo>
                  <a:lnTo>
                    <a:pt x="2712557" y="4066214"/>
                  </a:lnTo>
                  <a:lnTo>
                    <a:pt x="2702183" y="4065858"/>
                  </a:lnTo>
                  <a:lnTo>
                    <a:pt x="2650249" y="4064204"/>
                  </a:lnTo>
                  <a:lnTo>
                    <a:pt x="2595858" y="4062695"/>
                  </a:lnTo>
                  <a:lnTo>
                    <a:pt x="2538324" y="4061323"/>
                  </a:lnTo>
                  <a:lnTo>
                    <a:pt x="2476893" y="4060080"/>
                  </a:lnTo>
                  <a:lnTo>
                    <a:pt x="2410786" y="4058954"/>
                  </a:lnTo>
                  <a:lnTo>
                    <a:pt x="2339236" y="4057933"/>
                  </a:lnTo>
                  <a:lnTo>
                    <a:pt x="2261548" y="4057005"/>
                  </a:lnTo>
                  <a:lnTo>
                    <a:pt x="2177160" y="4056160"/>
                  </a:lnTo>
                  <a:lnTo>
                    <a:pt x="2085743" y="4055391"/>
                  </a:lnTo>
                  <a:lnTo>
                    <a:pt x="1987314" y="4054689"/>
                  </a:lnTo>
                  <a:lnTo>
                    <a:pt x="1882380" y="4054052"/>
                  </a:lnTo>
                  <a:lnTo>
                    <a:pt x="1772081" y="4053477"/>
                  </a:lnTo>
                  <a:lnTo>
                    <a:pt x="1658321" y="4052962"/>
                  </a:lnTo>
                  <a:lnTo>
                    <a:pt x="1543818" y="4052509"/>
                  </a:lnTo>
                  <a:lnTo>
                    <a:pt x="1432037" y="4052120"/>
                  </a:lnTo>
                  <a:lnTo>
                    <a:pt x="1326947" y="4051794"/>
                  </a:lnTo>
                  <a:lnTo>
                    <a:pt x="1232591" y="4051533"/>
                  </a:lnTo>
                  <a:lnTo>
                    <a:pt x="1152520" y="4051333"/>
                  </a:lnTo>
                  <a:lnTo>
                    <a:pt x="1089206" y="4051190"/>
                  </a:lnTo>
                  <a:lnTo>
                    <a:pt x="1043563" y="4051097"/>
                  </a:lnTo>
                  <a:lnTo>
                    <a:pt x="1014718" y="4051043"/>
                  </a:lnTo>
                  <a:lnTo>
                    <a:pt x="1000029" y="4051018"/>
                  </a:lnTo>
                  <a:lnTo>
                    <a:pt x="995283" y="4051010"/>
                  </a:lnTo>
                  <a:lnTo>
                    <a:pt x="994940" y="4051010"/>
                  </a:lnTo>
                  <a:lnTo>
                    <a:pt x="0" y="4051010"/>
                  </a:lnTo>
                  <a:lnTo>
                    <a:pt x="0" y="40510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1" name="pg1910"/>
            <p:cNvSpPr/>
            <p:nvPr/>
          </p:nvSpPr>
          <p:spPr>
            <a:xfrm>
              <a:off x="1199187" y="1341437"/>
              <a:ext cx="12049831" cy="4920955"/>
            </a:xfrm>
            <a:custGeom>
              <a:avLst/>
              <a:pathLst>
                <a:path w="12049831" h="4920955">
                  <a:moveTo>
                    <a:pt x="0" y="4768977"/>
                  </a:moveTo>
                  <a:lnTo>
                    <a:pt x="994940" y="4768977"/>
                  </a:lnTo>
                  <a:lnTo>
                    <a:pt x="996076" y="4768979"/>
                  </a:lnTo>
                  <a:lnTo>
                    <a:pt x="1003574" y="4769000"/>
                  </a:lnTo>
                  <a:lnTo>
                    <a:pt x="1022576" y="4769057"/>
                  </a:lnTo>
                  <a:lnTo>
                    <a:pt x="1056797" y="4769170"/>
                  </a:lnTo>
                  <a:lnTo>
                    <a:pt x="1108308" y="4769356"/>
                  </a:lnTo>
                  <a:lnTo>
                    <a:pt x="1177378" y="4769631"/>
                  </a:lnTo>
                  <a:lnTo>
                    <a:pt x="1262533" y="4770006"/>
                  </a:lnTo>
                  <a:lnTo>
                    <a:pt x="1360885" y="4770488"/>
                  </a:lnTo>
                  <a:lnTo>
                    <a:pt x="1468652" y="4771079"/>
                  </a:lnTo>
                  <a:lnTo>
                    <a:pt x="1581756" y="4771780"/>
                  </a:lnTo>
                  <a:lnTo>
                    <a:pt x="1696358" y="4772587"/>
                  </a:lnTo>
                  <a:lnTo>
                    <a:pt x="1809225" y="4773499"/>
                  </a:lnTo>
                  <a:lnTo>
                    <a:pt x="1917909" y="4774516"/>
                  </a:lnTo>
                  <a:lnTo>
                    <a:pt x="2020771" y="4775638"/>
                  </a:lnTo>
                  <a:lnTo>
                    <a:pt x="2116897" y="4776873"/>
                  </a:lnTo>
                  <a:lnTo>
                    <a:pt x="2205958" y="4778227"/>
                  </a:lnTo>
                  <a:lnTo>
                    <a:pt x="2288067" y="4779713"/>
                  </a:lnTo>
                  <a:lnTo>
                    <a:pt x="2363644" y="4781347"/>
                  </a:lnTo>
                  <a:lnTo>
                    <a:pt x="2433302" y="4783146"/>
                  </a:lnTo>
                  <a:lnTo>
                    <a:pt x="2497768" y="4785131"/>
                  </a:lnTo>
                  <a:lnTo>
                    <a:pt x="2557816" y="4787321"/>
                  </a:lnTo>
                  <a:lnTo>
                    <a:pt x="2614224" y="4789738"/>
                  </a:lnTo>
                  <a:lnTo>
                    <a:pt x="2667726" y="4792394"/>
                  </a:lnTo>
                  <a:lnTo>
                    <a:pt x="2702183" y="4794306"/>
                  </a:lnTo>
                  <a:lnTo>
                    <a:pt x="2763714" y="4798122"/>
                  </a:lnTo>
                  <a:lnTo>
                    <a:pt x="2823328" y="4802321"/>
                  </a:lnTo>
                  <a:lnTo>
                    <a:pt x="2881737" y="4806909"/>
                  </a:lnTo>
                  <a:lnTo>
                    <a:pt x="2939468" y="4811878"/>
                  </a:lnTo>
                  <a:lnTo>
                    <a:pt x="2996888" y="4817208"/>
                  </a:lnTo>
                  <a:lnTo>
                    <a:pt x="3054242" y="4822862"/>
                  </a:lnTo>
                  <a:lnTo>
                    <a:pt x="3111662" y="4828791"/>
                  </a:lnTo>
                  <a:lnTo>
                    <a:pt x="3169199" y="4834928"/>
                  </a:lnTo>
                  <a:lnTo>
                    <a:pt x="3226835" y="4841200"/>
                  </a:lnTo>
                  <a:lnTo>
                    <a:pt x="3284515" y="4847523"/>
                  </a:lnTo>
                  <a:lnTo>
                    <a:pt x="3342165" y="4853811"/>
                  </a:lnTo>
                  <a:lnTo>
                    <a:pt x="3399724" y="4859980"/>
                  </a:lnTo>
                  <a:lnTo>
                    <a:pt x="3457165" y="4865954"/>
                  </a:lnTo>
                  <a:lnTo>
                    <a:pt x="3514524" y="4871666"/>
                  </a:lnTo>
                  <a:lnTo>
                    <a:pt x="3571916" y="4877061"/>
                  </a:lnTo>
                  <a:lnTo>
                    <a:pt x="3629563" y="4882101"/>
                  </a:lnTo>
                  <a:lnTo>
                    <a:pt x="3687807" y="4886762"/>
                  </a:lnTo>
                  <a:lnTo>
                    <a:pt x="3747142" y="4891036"/>
                  </a:lnTo>
                  <a:lnTo>
                    <a:pt x="3808240" y="4894924"/>
                  </a:lnTo>
                  <a:lnTo>
                    <a:pt x="3820202" y="4895625"/>
                  </a:lnTo>
                  <a:lnTo>
                    <a:pt x="3872134" y="4898446"/>
                  </a:lnTo>
                  <a:lnTo>
                    <a:pt x="3926523" y="4901022"/>
                  </a:lnTo>
                  <a:lnTo>
                    <a:pt x="3984055" y="4903361"/>
                  </a:lnTo>
                  <a:lnTo>
                    <a:pt x="4045483" y="4905481"/>
                  </a:lnTo>
                  <a:lnTo>
                    <a:pt x="4111587" y="4907402"/>
                  </a:lnTo>
                  <a:lnTo>
                    <a:pt x="4183133" y="4909144"/>
                  </a:lnTo>
                  <a:lnTo>
                    <a:pt x="4260817" y="4910727"/>
                  </a:lnTo>
                  <a:lnTo>
                    <a:pt x="4345199" y="4912168"/>
                  </a:lnTo>
                  <a:lnTo>
                    <a:pt x="4436611" y="4913481"/>
                  </a:lnTo>
                  <a:lnTo>
                    <a:pt x="4535034" y="4914678"/>
                  </a:lnTo>
                  <a:lnTo>
                    <a:pt x="4639962" y="4915765"/>
                  </a:lnTo>
                  <a:lnTo>
                    <a:pt x="4750255" y="4916746"/>
                  </a:lnTo>
                  <a:lnTo>
                    <a:pt x="4864010" y="4917624"/>
                  </a:lnTo>
                  <a:lnTo>
                    <a:pt x="4978509" y="4918396"/>
                  </a:lnTo>
                  <a:lnTo>
                    <a:pt x="5090288" y="4919061"/>
                  </a:lnTo>
                  <a:lnTo>
                    <a:pt x="5195380" y="4919616"/>
                  </a:lnTo>
                  <a:lnTo>
                    <a:pt x="5289740" y="4920062"/>
                  </a:lnTo>
                  <a:lnTo>
                    <a:pt x="5369818" y="4920403"/>
                  </a:lnTo>
                  <a:lnTo>
                    <a:pt x="5433142" y="4920647"/>
                  </a:lnTo>
                  <a:lnTo>
                    <a:pt x="5478795" y="4920806"/>
                  </a:lnTo>
                  <a:lnTo>
                    <a:pt x="5507651" y="4920898"/>
                  </a:lnTo>
                  <a:lnTo>
                    <a:pt x="5522349" y="4920941"/>
                  </a:lnTo>
                  <a:lnTo>
                    <a:pt x="5527100" y="4920954"/>
                  </a:lnTo>
                  <a:lnTo>
                    <a:pt x="5527445" y="4920955"/>
                  </a:lnTo>
                  <a:lnTo>
                    <a:pt x="6522385" y="4920955"/>
                  </a:lnTo>
                  <a:lnTo>
                    <a:pt x="6523254" y="4920884"/>
                  </a:lnTo>
                  <a:lnTo>
                    <a:pt x="6529015" y="4920376"/>
                  </a:lnTo>
                  <a:lnTo>
                    <a:pt x="6543714" y="4918976"/>
                  </a:lnTo>
                  <a:lnTo>
                    <a:pt x="6570431" y="4916213"/>
                  </a:lnTo>
                  <a:lnTo>
                    <a:pt x="6611145" y="4911633"/>
                  </a:lnTo>
                  <a:lnTo>
                    <a:pt x="6666603" y="4904826"/>
                  </a:lnTo>
                  <a:lnTo>
                    <a:pt x="6736297" y="4895462"/>
                  </a:lnTo>
                  <a:lnTo>
                    <a:pt x="6818592" y="4883308"/>
                  </a:lnTo>
                  <a:lnTo>
                    <a:pt x="6910992" y="4868235"/>
                  </a:lnTo>
                  <a:lnTo>
                    <a:pt x="7010509" y="4850207"/>
                  </a:lnTo>
                  <a:lnTo>
                    <a:pt x="7114039" y="4829247"/>
                  </a:lnTo>
                  <a:lnTo>
                    <a:pt x="7218684" y="4805411"/>
                  </a:lnTo>
                  <a:lnTo>
                    <a:pt x="7321981" y="4778750"/>
                  </a:lnTo>
                  <a:lnTo>
                    <a:pt x="7422012" y="4749279"/>
                  </a:lnTo>
                  <a:lnTo>
                    <a:pt x="7517425" y="4716963"/>
                  </a:lnTo>
                  <a:lnTo>
                    <a:pt x="7607393" y="4681694"/>
                  </a:lnTo>
                  <a:lnTo>
                    <a:pt x="7691524" y="4643291"/>
                  </a:lnTo>
                  <a:lnTo>
                    <a:pt x="7769773" y="4601495"/>
                  </a:lnTo>
                  <a:lnTo>
                    <a:pt x="7842351" y="4555971"/>
                  </a:lnTo>
                  <a:lnTo>
                    <a:pt x="7909646" y="4506317"/>
                  </a:lnTo>
                  <a:lnTo>
                    <a:pt x="7972156" y="4452070"/>
                  </a:lnTo>
                  <a:lnTo>
                    <a:pt x="8030448" y="4392731"/>
                  </a:lnTo>
                  <a:lnTo>
                    <a:pt x="8085113" y="4327786"/>
                  </a:lnTo>
                  <a:lnTo>
                    <a:pt x="8136743" y="4256758"/>
                  </a:lnTo>
                  <a:lnTo>
                    <a:pt x="8185899" y="4179273"/>
                  </a:lnTo>
                  <a:lnTo>
                    <a:pt x="8229629" y="4101669"/>
                  </a:lnTo>
                  <a:lnTo>
                    <a:pt x="8264949" y="4032880"/>
                  </a:lnTo>
                  <a:lnTo>
                    <a:pt x="8299529" y="3960135"/>
                  </a:lnTo>
                  <a:lnTo>
                    <a:pt x="8333529" y="3883354"/>
                  </a:lnTo>
                  <a:lnTo>
                    <a:pt x="8367081" y="3802498"/>
                  </a:lnTo>
                  <a:lnTo>
                    <a:pt x="8400299" y="3717565"/>
                  </a:lnTo>
                  <a:lnTo>
                    <a:pt x="8433277" y="3628601"/>
                  </a:lnTo>
                  <a:lnTo>
                    <a:pt x="8466093" y="3535698"/>
                  </a:lnTo>
                  <a:lnTo>
                    <a:pt x="8498810" y="3438999"/>
                  </a:lnTo>
                  <a:lnTo>
                    <a:pt x="8531476" y="3338698"/>
                  </a:lnTo>
                  <a:lnTo>
                    <a:pt x="8564130" y="3235040"/>
                  </a:lnTo>
                  <a:lnTo>
                    <a:pt x="8596797" y="3128323"/>
                  </a:lnTo>
                  <a:lnTo>
                    <a:pt x="8629494" y="3018891"/>
                  </a:lnTo>
                  <a:lnTo>
                    <a:pt x="8662229" y="2907135"/>
                  </a:lnTo>
                  <a:lnTo>
                    <a:pt x="8695002" y="2793484"/>
                  </a:lnTo>
                  <a:lnTo>
                    <a:pt x="8727809" y="2678401"/>
                  </a:lnTo>
                  <a:lnTo>
                    <a:pt x="8760640" y="2562374"/>
                  </a:lnTo>
                  <a:lnTo>
                    <a:pt x="8793483" y="2445910"/>
                  </a:lnTo>
                  <a:lnTo>
                    <a:pt x="8826324" y="2329521"/>
                  </a:lnTo>
                  <a:lnTo>
                    <a:pt x="8859149" y="2213721"/>
                  </a:lnTo>
                  <a:lnTo>
                    <a:pt x="8891947" y="2099011"/>
                  </a:lnTo>
                  <a:lnTo>
                    <a:pt x="8924710" y="1985872"/>
                  </a:lnTo>
                  <a:lnTo>
                    <a:pt x="8957433" y="1874758"/>
                  </a:lnTo>
                  <a:lnTo>
                    <a:pt x="8990120" y="1766089"/>
                  </a:lnTo>
                  <a:lnTo>
                    <a:pt x="9022781" y="1660241"/>
                  </a:lnTo>
                  <a:lnTo>
                    <a:pt x="9055435" y="1557545"/>
                  </a:lnTo>
                  <a:lnTo>
                    <a:pt x="9088112" y="1458283"/>
                  </a:lnTo>
                  <a:lnTo>
                    <a:pt x="9120852" y="1362686"/>
                  </a:lnTo>
                  <a:lnTo>
                    <a:pt x="9153709" y="1270932"/>
                  </a:lnTo>
                  <a:lnTo>
                    <a:pt x="9186749" y="1183150"/>
                  </a:lnTo>
                  <a:lnTo>
                    <a:pt x="9220055" y="1099418"/>
                  </a:lnTo>
                  <a:lnTo>
                    <a:pt x="9253727" y="1019766"/>
                  </a:lnTo>
                  <a:lnTo>
                    <a:pt x="9287883" y="944182"/>
                  </a:lnTo>
                  <a:lnTo>
                    <a:pt x="9322663" y="872613"/>
                  </a:lnTo>
                  <a:lnTo>
                    <a:pt x="9347647" y="824526"/>
                  </a:lnTo>
                  <a:lnTo>
                    <a:pt x="9394970" y="740914"/>
                  </a:lnTo>
                  <a:lnTo>
                    <a:pt x="9444293" y="663920"/>
                  </a:lnTo>
                  <a:lnTo>
                    <a:pt x="9496129" y="593361"/>
                  </a:lnTo>
                  <a:lnTo>
                    <a:pt x="9551044" y="528851"/>
                  </a:lnTo>
                  <a:lnTo>
                    <a:pt x="9609630" y="469909"/>
                  </a:lnTo>
                  <a:lnTo>
                    <a:pt x="9672478" y="416022"/>
                  </a:lnTo>
                  <a:lnTo>
                    <a:pt x="9740151" y="366691"/>
                  </a:lnTo>
                  <a:lnTo>
                    <a:pt x="9813140" y="321459"/>
                  </a:lnTo>
                  <a:lnTo>
                    <a:pt x="9891824" y="279926"/>
                  </a:lnTo>
                  <a:lnTo>
                    <a:pt x="9976395" y="241765"/>
                  </a:lnTo>
                  <a:lnTo>
                    <a:pt x="10066787" y="206722"/>
                  </a:lnTo>
                  <a:lnTo>
                    <a:pt x="10162580" y="174620"/>
                  </a:lnTo>
                  <a:lnTo>
                    <a:pt x="10262908" y="145360"/>
                  </a:lnTo>
                  <a:lnTo>
                    <a:pt x="10366378" y="118908"/>
                  </a:lnTo>
                  <a:lnTo>
                    <a:pt x="10471032" y="95285"/>
                  </a:lnTo>
                  <a:lnTo>
                    <a:pt x="10574366" y="74542"/>
                  </a:lnTo>
                  <a:lnTo>
                    <a:pt x="10673460" y="56733"/>
                  </a:lnTo>
                  <a:lnTo>
                    <a:pt x="10765206" y="41881"/>
                  </a:lnTo>
                  <a:lnTo>
                    <a:pt x="10846639" y="29941"/>
                  </a:lnTo>
                  <a:lnTo>
                    <a:pt x="10915315" y="20776"/>
                  </a:lnTo>
                  <a:lnTo>
                    <a:pt x="10969675" y="14148"/>
                  </a:lnTo>
                  <a:lnTo>
                    <a:pt x="11009304" y="9719"/>
                  </a:lnTo>
                  <a:lnTo>
                    <a:pt x="11035042" y="7074"/>
                  </a:lnTo>
                  <a:lnTo>
                    <a:pt x="11048955" y="5756"/>
                  </a:lnTo>
                  <a:lnTo>
                    <a:pt x="11054200" y="529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4023" y="71"/>
                  </a:lnTo>
                  <a:lnTo>
                    <a:pt x="11048262" y="578"/>
                  </a:lnTo>
                  <a:lnTo>
                    <a:pt x="11033563" y="1979"/>
                  </a:lnTo>
                  <a:lnTo>
                    <a:pt x="11006845" y="4741"/>
                  </a:lnTo>
                  <a:lnTo>
                    <a:pt x="10966131" y="9321"/>
                  </a:lnTo>
                  <a:lnTo>
                    <a:pt x="10910674" y="16128"/>
                  </a:lnTo>
                  <a:lnTo>
                    <a:pt x="10840979" y="25493"/>
                  </a:lnTo>
                  <a:lnTo>
                    <a:pt x="10758685" y="37647"/>
                  </a:lnTo>
                  <a:lnTo>
                    <a:pt x="10666284" y="52719"/>
                  </a:lnTo>
                  <a:lnTo>
                    <a:pt x="10566767" y="70748"/>
                  </a:lnTo>
                  <a:lnTo>
                    <a:pt x="10463238" y="91707"/>
                  </a:lnTo>
                  <a:lnTo>
                    <a:pt x="10358593" y="115543"/>
                  </a:lnTo>
                  <a:lnTo>
                    <a:pt x="10255296" y="142205"/>
                  </a:lnTo>
                  <a:lnTo>
                    <a:pt x="10155265" y="171675"/>
                  </a:lnTo>
                  <a:lnTo>
                    <a:pt x="10059851" y="203991"/>
                  </a:lnTo>
                  <a:lnTo>
                    <a:pt x="9969884" y="239260"/>
                  </a:lnTo>
                  <a:lnTo>
                    <a:pt x="9885753" y="277663"/>
                  </a:lnTo>
                  <a:lnTo>
                    <a:pt x="9807504" y="319460"/>
                  </a:lnTo>
                  <a:lnTo>
                    <a:pt x="9734925" y="364983"/>
                  </a:lnTo>
                  <a:lnTo>
                    <a:pt x="9667631" y="414638"/>
                  </a:lnTo>
                  <a:lnTo>
                    <a:pt x="9605121" y="468884"/>
                  </a:lnTo>
                  <a:lnTo>
                    <a:pt x="9546829" y="528223"/>
                  </a:lnTo>
                  <a:lnTo>
                    <a:pt x="9492163" y="593168"/>
                  </a:lnTo>
                  <a:lnTo>
                    <a:pt x="9440534" y="664197"/>
                  </a:lnTo>
                  <a:lnTo>
                    <a:pt x="9391377" y="741681"/>
                  </a:lnTo>
                  <a:lnTo>
                    <a:pt x="9347647" y="819285"/>
                  </a:lnTo>
                  <a:lnTo>
                    <a:pt x="9312328" y="888074"/>
                  </a:lnTo>
                  <a:lnTo>
                    <a:pt x="9277747" y="960820"/>
                  </a:lnTo>
                  <a:lnTo>
                    <a:pt x="9243748" y="1037600"/>
                  </a:lnTo>
                  <a:lnTo>
                    <a:pt x="9210195" y="1118457"/>
                  </a:lnTo>
                  <a:lnTo>
                    <a:pt x="9176977" y="1203389"/>
                  </a:lnTo>
                  <a:lnTo>
                    <a:pt x="9143999" y="1292353"/>
                  </a:lnTo>
                  <a:lnTo>
                    <a:pt x="9111183" y="1385256"/>
                  </a:lnTo>
                  <a:lnTo>
                    <a:pt x="9078467" y="1481955"/>
                  </a:lnTo>
                  <a:lnTo>
                    <a:pt x="9045801" y="1582257"/>
                  </a:lnTo>
                  <a:lnTo>
                    <a:pt x="9013147" y="1685914"/>
                  </a:lnTo>
                  <a:lnTo>
                    <a:pt x="8980480" y="1792631"/>
                  </a:lnTo>
                  <a:lnTo>
                    <a:pt x="8947783" y="1902063"/>
                  </a:lnTo>
                  <a:lnTo>
                    <a:pt x="8915048" y="2013820"/>
                  </a:lnTo>
                  <a:lnTo>
                    <a:pt x="8882274" y="2127471"/>
                  </a:lnTo>
                  <a:lnTo>
                    <a:pt x="8849467" y="2242554"/>
                  </a:lnTo>
                  <a:lnTo>
                    <a:pt x="8816636" y="2358580"/>
                  </a:lnTo>
                  <a:lnTo>
                    <a:pt x="8783793" y="2475045"/>
                  </a:lnTo>
                  <a:lnTo>
                    <a:pt x="8750953" y="2591433"/>
                  </a:lnTo>
                  <a:lnTo>
                    <a:pt x="8718127" y="2707233"/>
                  </a:lnTo>
                  <a:lnTo>
                    <a:pt x="8685329" y="2821944"/>
                  </a:lnTo>
                  <a:lnTo>
                    <a:pt x="8652567" y="2935082"/>
                  </a:lnTo>
                  <a:lnTo>
                    <a:pt x="8619843" y="3046196"/>
                  </a:lnTo>
                  <a:lnTo>
                    <a:pt x="8587156" y="3154865"/>
                  </a:lnTo>
                  <a:lnTo>
                    <a:pt x="8554495" y="3260714"/>
                  </a:lnTo>
                  <a:lnTo>
                    <a:pt x="8521841" y="3363410"/>
                  </a:lnTo>
                  <a:lnTo>
                    <a:pt x="8489165" y="3462672"/>
                  </a:lnTo>
                  <a:lnTo>
                    <a:pt x="8456424" y="3558269"/>
                  </a:lnTo>
                  <a:lnTo>
                    <a:pt x="8423568" y="3650022"/>
                  </a:lnTo>
                  <a:lnTo>
                    <a:pt x="8390528" y="3737804"/>
                  </a:lnTo>
                  <a:lnTo>
                    <a:pt x="8357222" y="3821537"/>
                  </a:lnTo>
                  <a:lnTo>
                    <a:pt x="8323550" y="3901189"/>
                  </a:lnTo>
                  <a:lnTo>
                    <a:pt x="8289394" y="3976773"/>
                  </a:lnTo>
                  <a:lnTo>
                    <a:pt x="8254613" y="4048341"/>
                  </a:lnTo>
                  <a:lnTo>
                    <a:pt x="8229629" y="4096428"/>
                  </a:lnTo>
                  <a:lnTo>
                    <a:pt x="8182306" y="4180040"/>
                  </a:lnTo>
                  <a:lnTo>
                    <a:pt x="8132984" y="4257034"/>
                  </a:lnTo>
                  <a:lnTo>
                    <a:pt x="8081148" y="4327594"/>
                  </a:lnTo>
                  <a:lnTo>
                    <a:pt x="8026232" y="4392103"/>
                  </a:lnTo>
                  <a:lnTo>
                    <a:pt x="7967646" y="4451045"/>
                  </a:lnTo>
                  <a:lnTo>
                    <a:pt x="7904798" y="4504932"/>
                  </a:lnTo>
                  <a:lnTo>
                    <a:pt x="7837126" y="4554263"/>
                  </a:lnTo>
                  <a:lnTo>
                    <a:pt x="7764136" y="4599496"/>
                  </a:lnTo>
                  <a:lnTo>
                    <a:pt x="7685453" y="4641028"/>
                  </a:lnTo>
                  <a:lnTo>
                    <a:pt x="7600881" y="4679190"/>
                  </a:lnTo>
                  <a:lnTo>
                    <a:pt x="7510489" y="4714233"/>
                  </a:lnTo>
                  <a:lnTo>
                    <a:pt x="7414697" y="4746334"/>
                  </a:lnTo>
                  <a:lnTo>
                    <a:pt x="7314369" y="4775594"/>
                  </a:lnTo>
                  <a:lnTo>
                    <a:pt x="7210898" y="4802046"/>
                  </a:lnTo>
                  <a:lnTo>
                    <a:pt x="7106245" y="4825670"/>
                  </a:lnTo>
                  <a:lnTo>
                    <a:pt x="7002910" y="4846413"/>
                  </a:lnTo>
                  <a:lnTo>
                    <a:pt x="6903816" y="4864221"/>
                  </a:lnTo>
                  <a:lnTo>
                    <a:pt x="6812070" y="4879073"/>
                  </a:lnTo>
                  <a:lnTo>
                    <a:pt x="6730638" y="4891014"/>
                  </a:lnTo>
                  <a:lnTo>
                    <a:pt x="6661962" y="4900178"/>
                  </a:lnTo>
                  <a:lnTo>
                    <a:pt x="6607601" y="4906806"/>
                  </a:lnTo>
                  <a:lnTo>
                    <a:pt x="6567973" y="4911236"/>
                  </a:lnTo>
                  <a:lnTo>
                    <a:pt x="6542234" y="4913881"/>
                  </a:lnTo>
                  <a:lnTo>
                    <a:pt x="6528321" y="4915198"/>
                  </a:lnTo>
                  <a:lnTo>
                    <a:pt x="6523076" y="4915658"/>
                  </a:lnTo>
                  <a:lnTo>
                    <a:pt x="6522385" y="4915714"/>
                  </a:lnTo>
                  <a:lnTo>
                    <a:pt x="5527445" y="4915714"/>
                  </a:lnTo>
                  <a:lnTo>
                    <a:pt x="5526309" y="4915711"/>
                  </a:lnTo>
                  <a:lnTo>
                    <a:pt x="5518811" y="4915691"/>
                  </a:lnTo>
                  <a:lnTo>
                    <a:pt x="5499809" y="4915634"/>
                  </a:lnTo>
                  <a:lnTo>
                    <a:pt x="5465588" y="4915521"/>
                  </a:lnTo>
                  <a:lnTo>
                    <a:pt x="5414077" y="4915335"/>
                  </a:lnTo>
                  <a:lnTo>
                    <a:pt x="5345007" y="4915060"/>
                  </a:lnTo>
                  <a:lnTo>
                    <a:pt x="5259852" y="4914685"/>
                  </a:lnTo>
                  <a:lnTo>
                    <a:pt x="5161500" y="4914203"/>
                  </a:lnTo>
                  <a:lnTo>
                    <a:pt x="5053733" y="4913611"/>
                  </a:lnTo>
                  <a:lnTo>
                    <a:pt x="4940629" y="4912911"/>
                  </a:lnTo>
                  <a:lnTo>
                    <a:pt x="4826027" y="4912104"/>
                  </a:lnTo>
                  <a:lnTo>
                    <a:pt x="4713160" y="4911191"/>
                  </a:lnTo>
                  <a:lnTo>
                    <a:pt x="4604476" y="4910175"/>
                  </a:lnTo>
                  <a:lnTo>
                    <a:pt x="4501614" y="4909052"/>
                  </a:lnTo>
                  <a:lnTo>
                    <a:pt x="4405488" y="4907818"/>
                  </a:lnTo>
                  <a:lnTo>
                    <a:pt x="4316427" y="4906464"/>
                  </a:lnTo>
                  <a:lnTo>
                    <a:pt x="4234318" y="4904977"/>
                  </a:lnTo>
                  <a:lnTo>
                    <a:pt x="4158741" y="4903344"/>
                  </a:lnTo>
                  <a:lnTo>
                    <a:pt x="4089083" y="4901545"/>
                  </a:lnTo>
                  <a:lnTo>
                    <a:pt x="4024617" y="4899560"/>
                  </a:lnTo>
                  <a:lnTo>
                    <a:pt x="3964569" y="4897369"/>
                  </a:lnTo>
                  <a:lnTo>
                    <a:pt x="3908161" y="4894953"/>
                  </a:lnTo>
                  <a:lnTo>
                    <a:pt x="3854659" y="4892297"/>
                  </a:lnTo>
                  <a:lnTo>
                    <a:pt x="3820202" y="4890385"/>
                  </a:lnTo>
                  <a:lnTo>
                    <a:pt x="3758671" y="4886568"/>
                  </a:lnTo>
                  <a:lnTo>
                    <a:pt x="3699057" y="4882370"/>
                  </a:lnTo>
                  <a:lnTo>
                    <a:pt x="3640647" y="4877782"/>
                  </a:lnTo>
                  <a:lnTo>
                    <a:pt x="3582917" y="4872813"/>
                  </a:lnTo>
                  <a:lnTo>
                    <a:pt x="3525497" y="4867483"/>
                  </a:lnTo>
                  <a:lnTo>
                    <a:pt x="3468143" y="4861829"/>
                  </a:lnTo>
                  <a:lnTo>
                    <a:pt x="3410723" y="4855900"/>
                  </a:lnTo>
                  <a:lnTo>
                    <a:pt x="3353186" y="4849762"/>
                  </a:lnTo>
                  <a:lnTo>
                    <a:pt x="3295549" y="4843491"/>
                  </a:lnTo>
                  <a:lnTo>
                    <a:pt x="3237870" y="4837168"/>
                  </a:lnTo>
                  <a:lnTo>
                    <a:pt x="3180220" y="4830880"/>
                  </a:lnTo>
                  <a:lnTo>
                    <a:pt x="3122661" y="4824710"/>
                  </a:lnTo>
                  <a:lnTo>
                    <a:pt x="3065220" y="4818736"/>
                  </a:lnTo>
                  <a:lnTo>
                    <a:pt x="3007861" y="4813025"/>
                  </a:lnTo>
                  <a:lnTo>
                    <a:pt x="2950469" y="4807630"/>
                  </a:lnTo>
                  <a:lnTo>
                    <a:pt x="2892822" y="4802590"/>
                  </a:lnTo>
                  <a:lnTo>
                    <a:pt x="2834577" y="4797928"/>
                  </a:lnTo>
                  <a:lnTo>
                    <a:pt x="2775243" y="4793655"/>
                  </a:lnTo>
                  <a:lnTo>
                    <a:pt x="2714145" y="4789767"/>
                  </a:lnTo>
                  <a:lnTo>
                    <a:pt x="2702183" y="4789066"/>
                  </a:lnTo>
                  <a:lnTo>
                    <a:pt x="2650251" y="4786245"/>
                  </a:lnTo>
                  <a:lnTo>
                    <a:pt x="2595862" y="4783669"/>
                  </a:lnTo>
                  <a:lnTo>
                    <a:pt x="2538330" y="4781330"/>
                  </a:lnTo>
                  <a:lnTo>
                    <a:pt x="2476902" y="4779210"/>
                  </a:lnTo>
                  <a:lnTo>
                    <a:pt x="2410798" y="4777289"/>
                  </a:lnTo>
                  <a:lnTo>
                    <a:pt x="2339252" y="4775547"/>
                  </a:lnTo>
                  <a:lnTo>
                    <a:pt x="2261568" y="4773964"/>
                  </a:lnTo>
                  <a:lnTo>
                    <a:pt x="2177186" y="4772523"/>
                  </a:lnTo>
                  <a:lnTo>
                    <a:pt x="2085774" y="4771210"/>
                  </a:lnTo>
                  <a:lnTo>
                    <a:pt x="1987351" y="4770013"/>
                  </a:lnTo>
                  <a:lnTo>
                    <a:pt x="1882423" y="4768926"/>
                  </a:lnTo>
                  <a:lnTo>
                    <a:pt x="1772130" y="4767944"/>
                  </a:lnTo>
                  <a:lnTo>
                    <a:pt x="1658375" y="4767067"/>
                  </a:lnTo>
                  <a:lnTo>
                    <a:pt x="1543876" y="4766295"/>
                  </a:lnTo>
                  <a:lnTo>
                    <a:pt x="1432097" y="4765630"/>
                  </a:lnTo>
                  <a:lnTo>
                    <a:pt x="1327005" y="4765075"/>
                  </a:lnTo>
                  <a:lnTo>
                    <a:pt x="1232645" y="4764629"/>
                  </a:lnTo>
                  <a:lnTo>
                    <a:pt x="1152567" y="4764288"/>
                  </a:lnTo>
                  <a:lnTo>
                    <a:pt x="1089243" y="4764044"/>
                  </a:lnTo>
                  <a:lnTo>
                    <a:pt x="1043590" y="4763885"/>
                  </a:lnTo>
                  <a:lnTo>
                    <a:pt x="1014734" y="4763792"/>
                  </a:lnTo>
                  <a:lnTo>
                    <a:pt x="1000036" y="4763750"/>
                  </a:lnTo>
                  <a:lnTo>
                    <a:pt x="995285" y="4763737"/>
                  </a:lnTo>
                  <a:lnTo>
                    <a:pt x="994940" y="4763736"/>
                  </a:lnTo>
                  <a:lnTo>
                    <a:pt x="0" y="4763736"/>
                  </a:lnTo>
                  <a:close/>
                </a:path>
              </a:pathLst>
            </a:custGeom>
            <a:solidFill>
              <a:srgbClr val="26C6D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12" name="pl1911"/>
            <p:cNvSpPr/>
            <p:nvPr/>
          </p:nvSpPr>
          <p:spPr>
            <a:xfrm>
              <a:off x="1199187" y="1346678"/>
              <a:ext cx="12049831" cy="4915714"/>
            </a:xfrm>
            <a:custGeom>
              <a:avLst/>
              <a:pathLst>
                <a:path w="12049831" h="4915714">
                  <a:moveTo>
                    <a:pt x="0" y="4763736"/>
                  </a:moveTo>
                  <a:lnTo>
                    <a:pt x="994940" y="4763736"/>
                  </a:lnTo>
                  <a:lnTo>
                    <a:pt x="996076" y="4763739"/>
                  </a:lnTo>
                  <a:lnTo>
                    <a:pt x="1003574" y="4763759"/>
                  </a:lnTo>
                  <a:lnTo>
                    <a:pt x="1022576" y="4763817"/>
                  </a:lnTo>
                  <a:lnTo>
                    <a:pt x="1056797" y="4763929"/>
                  </a:lnTo>
                  <a:lnTo>
                    <a:pt x="1108308" y="4764115"/>
                  </a:lnTo>
                  <a:lnTo>
                    <a:pt x="1177378" y="4764390"/>
                  </a:lnTo>
                  <a:lnTo>
                    <a:pt x="1262533" y="4764765"/>
                  </a:lnTo>
                  <a:lnTo>
                    <a:pt x="1360885" y="4765247"/>
                  </a:lnTo>
                  <a:lnTo>
                    <a:pt x="1468652" y="4765839"/>
                  </a:lnTo>
                  <a:lnTo>
                    <a:pt x="1581756" y="4766539"/>
                  </a:lnTo>
                  <a:lnTo>
                    <a:pt x="1696358" y="4767347"/>
                  </a:lnTo>
                  <a:lnTo>
                    <a:pt x="1809225" y="4768259"/>
                  </a:lnTo>
                  <a:lnTo>
                    <a:pt x="1917909" y="4769275"/>
                  </a:lnTo>
                  <a:lnTo>
                    <a:pt x="2020771" y="4770398"/>
                  </a:lnTo>
                  <a:lnTo>
                    <a:pt x="2116897" y="4771632"/>
                  </a:lnTo>
                  <a:lnTo>
                    <a:pt x="2205958" y="4772986"/>
                  </a:lnTo>
                  <a:lnTo>
                    <a:pt x="2288067" y="4774473"/>
                  </a:lnTo>
                  <a:lnTo>
                    <a:pt x="2363644" y="4776107"/>
                  </a:lnTo>
                  <a:lnTo>
                    <a:pt x="2433302" y="4777906"/>
                  </a:lnTo>
                  <a:lnTo>
                    <a:pt x="2497768" y="4779890"/>
                  </a:lnTo>
                  <a:lnTo>
                    <a:pt x="2557816" y="4782081"/>
                  </a:lnTo>
                  <a:lnTo>
                    <a:pt x="2614224" y="4784497"/>
                  </a:lnTo>
                  <a:lnTo>
                    <a:pt x="2667726" y="4787154"/>
                  </a:lnTo>
                  <a:lnTo>
                    <a:pt x="2702183" y="4789066"/>
                  </a:lnTo>
                  <a:lnTo>
                    <a:pt x="2763714" y="4792882"/>
                  </a:lnTo>
                  <a:lnTo>
                    <a:pt x="2823328" y="4797081"/>
                  </a:lnTo>
                  <a:lnTo>
                    <a:pt x="2881737" y="4801668"/>
                  </a:lnTo>
                  <a:lnTo>
                    <a:pt x="2939468" y="4806637"/>
                  </a:lnTo>
                  <a:lnTo>
                    <a:pt x="2996888" y="4811967"/>
                  </a:lnTo>
                  <a:lnTo>
                    <a:pt x="3054242" y="4817622"/>
                  </a:lnTo>
                  <a:lnTo>
                    <a:pt x="3111662" y="4823550"/>
                  </a:lnTo>
                  <a:lnTo>
                    <a:pt x="3169199" y="4829688"/>
                  </a:lnTo>
                  <a:lnTo>
                    <a:pt x="3226835" y="4835960"/>
                  </a:lnTo>
                  <a:lnTo>
                    <a:pt x="3284515" y="4842282"/>
                  </a:lnTo>
                  <a:lnTo>
                    <a:pt x="3342165" y="4848570"/>
                  </a:lnTo>
                  <a:lnTo>
                    <a:pt x="3399724" y="4854740"/>
                  </a:lnTo>
                  <a:lnTo>
                    <a:pt x="3457165" y="4860714"/>
                  </a:lnTo>
                  <a:lnTo>
                    <a:pt x="3514524" y="4866425"/>
                  </a:lnTo>
                  <a:lnTo>
                    <a:pt x="3571916" y="4871820"/>
                  </a:lnTo>
                  <a:lnTo>
                    <a:pt x="3629563" y="4876861"/>
                  </a:lnTo>
                  <a:lnTo>
                    <a:pt x="3687807" y="4881522"/>
                  </a:lnTo>
                  <a:lnTo>
                    <a:pt x="3747142" y="4885795"/>
                  </a:lnTo>
                  <a:lnTo>
                    <a:pt x="3808240" y="4889683"/>
                  </a:lnTo>
                  <a:lnTo>
                    <a:pt x="3820202" y="4890385"/>
                  </a:lnTo>
                  <a:lnTo>
                    <a:pt x="3872134" y="4893205"/>
                  </a:lnTo>
                  <a:lnTo>
                    <a:pt x="3926523" y="4895781"/>
                  </a:lnTo>
                  <a:lnTo>
                    <a:pt x="3984055" y="4898121"/>
                  </a:lnTo>
                  <a:lnTo>
                    <a:pt x="4045483" y="4900241"/>
                  </a:lnTo>
                  <a:lnTo>
                    <a:pt x="4111587" y="4902161"/>
                  </a:lnTo>
                  <a:lnTo>
                    <a:pt x="4183133" y="4903903"/>
                  </a:lnTo>
                  <a:lnTo>
                    <a:pt x="4260817" y="4905486"/>
                  </a:lnTo>
                  <a:lnTo>
                    <a:pt x="4345199" y="4906927"/>
                  </a:lnTo>
                  <a:lnTo>
                    <a:pt x="4436611" y="4908241"/>
                  </a:lnTo>
                  <a:lnTo>
                    <a:pt x="4535034" y="4909437"/>
                  </a:lnTo>
                  <a:lnTo>
                    <a:pt x="4639962" y="4910524"/>
                  </a:lnTo>
                  <a:lnTo>
                    <a:pt x="4750255" y="4911506"/>
                  </a:lnTo>
                  <a:lnTo>
                    <a:pt x="4864010" y="4912383"/>
                  </a:lnTo>
                  <a:lnTo>
                    <a:pt x="4978509" y="4913155"/>
                  </a:lnTo>
                  <a:lnTo>
                    <a:pt x="5090288" y="4913820"/>
                  </a:lnTo>
                  <a:lnTo>
                    <a:pt x="5195380" y="4914375"/>
                  </a:lnTo>
                  <a:lnTo>
                    <a:pt x="5289740" y="4914821"/>
                  </a:lnTo>
                  <a:lnTo>
                    <a:pt x="5369818" y="4915162"/>
                  </a:lnTo>
                  <a:lnTo>
                    <a:pt x="5433142" y="4915406"/>
                  </a:lnTo>
                  <a:lnTo>
                    <a:pt x="5478795" y="4915566"/>
                  </a:lnTo>
                  <a:lnTo>
                    <a:pt x="5507651" y="4915658"/>
                  </a:lnTo>
                  <a:lnTo>
                    <a:pt x="5522349" y="4915701"/>
                  </a:lnTo>
                  <a:lnTo>
                    <a:pt x="5527100" y="4915713"/>
                  </a:lnTo>
                  <a:lnTo>
                    <a:pt x="5527445" y="4915714"/>
                  </a:lnTo>
                  <a:lnTo>
                    <a:pt x="6522385" y="4915714"/>
                  </a:lnTo>
                  <a:lnTo>
                    <a:pt x="6523254" y="4915643"/>
                  </a:lnTo>
                  <a:lnTo>
                    <a:pt x="6529015" y="4915136"/>
                  </a:lnTo>
                  <a:lnTo>
                    <a:pt x="6543714" y="4913735"/>
                  </a:lnTo>
                  <a:lnTo>
                    <a:pt x="6570431" y="4910973"/>
                  </a:lnTo>
                  <a:lnTo>
                    <a:pt x="6611145" y="4906392"/>
                  </a:lnTo>
                  <a:lnTo>
                    <a:pt x="6666603" y="4899586"/>
                  </a:lnTo>
                  <a:lnTo>
                    <a:pt x="6736297" y="4890221"/>
                  </a:lnTo>
                  <a:lnTo>
                    <a:pt x="6818592" y="4878067"/>
                  </a:lnTo>
                  <a:lnTo>
                    <a:pt x="6910992" y="4862995"/>
                  </a:lnTo>
                  <a:lnTo>
                    <a:pt x="7010509" y="4844966"/>
                  </a:lnTo>
                  <a:lnTo>
                    <a:pt x="7114039" y="4824006"/>
                  </a:lnTo>
                  <a:lnTo>
                    <a:pt x="7218684" y="4800170"/>
                  </a:lnTo>
                  <a:lnTo>
                    <a:pt x="7321981" y="4773509"/>
                  </a:lnTo>
                  <a:lnTo>
                    <a:pt x="7422012" y="4744039"/>
                  </a:lnTo>
                  <a:lnTo>
                    <a:pt x="7517425" y="4711722"/>
                  </a:lnTo>
                  <a:lnTo>
                    <a:pt x="7607393" y="4676453"/>
                  </a:lnTo>
                  <a:lnTo>
                    <a:pt x="7691524" y="4638051"/>
                  </a:lnTo>
                  <a:lnTo>
                    <a:pt x="7769773" y="4596254"/>
                  </a:lnTo>
                  <a:lnTo>
                    <a:pt x="7842351" y="4550731"/>
                  </a:lnTo>
                  <a:lnTo>
                    <a:pt x="7909646" y="4501076"/>
                  </a:lnTo>
                  <a:lnTo>
                    <a:pt x="7972156" y="4446830"/>
                  </a:lnTo>
                  <a:lnTo>
                    <a:pt x="8030448" y="4387490"/>
                  </a:lnTo>
                  <a:lnTo>
                    <a:pt x="8085113" y="4322545"/>
                  </a:lnTo>
                  <a:lnTo>
                    <a:pt x="8136743" y="4251517"/>
                  </a:lnTo>
                  <a:lnTo>
                    <a:pt x="8185899" y="4174033"/>
                  </a:lnTo>
                  <a:lnTo>
                    <a:pt x="8229629" y="4096428"/>
                  </a:lnTo>
                  <a:lnTo>
                    <a:pt x="8264949" y="4027639"/>
                  </a:lnTo>
                  <a:lnTo>
                    <a:pt x="8299529" y="3954894"/>
                  </a:lnTo>
                  <a:lnTo>
                    <a:pt x="8333529" y="3878114"/>
                  </a:lnTo>
                  <a:lnTo>
                    <a:pt x="8367081" y="3797257"/>
                  </a:lnTo>
                  <a:lnTo>
                    <a:pt x="8400299" y="3712324"/>
                  </a:lnTo>
                  <a:lnTo>
                    <a:pt x="8433277" y="3623360"/>
                  </a:lnTo>
                  <a:lnTo>
                    <a:pt x="8466093" y="3530458"/>
                  </a:lnTo>
                  <a:lnTo>
                    <a:pt x="8498810" y="3433758"/>
                  </a:lnTo>
                  <a:lnTo>
                    <a:pt x="8531476" y="3333457"/>
                  </a:lnTo>
                  <a:lnTo>
                    <a:pt x="8564130" y="3229800"/>
                  </a:lnTo>
                  <a:lnTo>
                    <a:pt x="8596797" y="3123082"/>
                  </a:lnTo>
                  <a:lnTo>
                    <a:pt x="8629494" y="3013651"/>
                  </a:lnTo>
                  <a:lnTo>
                    <a:pt x="8662229" y="2901894"/>
                  </a:lnTo>
                  <a:lnTo>
                    <a:pt x="8695002" y="2788243"/>
                  </a:lnTo>
                  <a:lnTo>
                    <a:pt x="8727809" y="2673160"/>
                  </a:lnTo>
                  <a:lnTo>
                    <a:pt x="8760640" y="2557134"/>
                  </a:lnTo>
                  <a:lnTo>
                    <a:pt x="8793483" y="2440669"/>
                  </a:lnTo>
                  <a:lnTo>
                    <a:pt x="8826324" y="2324281"/>
                  </a:lnTo>
                  <a:lnTo>
                    <a:pt x="8859149" y="2208481"/>
                  </a:lnTo>
                  <a:lnTo>
                    <a:pt x="8891947" y="2093770"/>
                  </a:lnTo>
                  <a:lnTo>
                    <a:pt x="8924710" y="1980631"/>
                  </a:lnTo>
                  <a:lnTo>
                    <a:pt x="8957433" y="1869518"/>
                  </a:lnTo>
                  <a:lnTo>
                    <a:pt x="8990120" y="1760848"/>
                  </a:lnTo>
                  <a:lnTo>
                    <a:pt x="9022781" y="1655000"/>
                  </a:lnTo>
                  <a:lnTo>
                    <a:pt x="9055435" y="1552304"/>
                  </a:lnTo>
                  <a:lnTo>
                    <a:pt x="9088112" y="1453042"/>
                  </a:lnTo>
                  <a:lnTo>
                    <a:pt x="9120852" y="1357445"/>
                  </a:lnTo>
                  <a:lnTo>
                    <a:pt x="9153709" y="1265692"/>
                  </a:lnTo>
                  <a:lnTo>
                    <a:pt x="9186749" y="1177910"/>
                  </a:lnTo>
                  <a:lnTo>
                    <a:pt x="9220055" y="1094177"/>
                  </a:lnTo>
                  <a:lnTo>
                    <a:pt x="9253727" y="1014525"/>
                  </a:lnTo>
                  <a:lnTo>
                    <a:pt x="9287883" y="938941"/>
                  </a:lnTo>
                  <a:lnTo>
                    <a:pt x="9322663" y="867373"/>
                  </a:lnTo>
                  <a:lnTo>
                    <a:pt x="9347647" y="819285"/>
                  </a:lnTo>
                  <a:lnTo>
                    <a:pt x="9394970" y="735674"/>
                  </a:lnTo>
                  <a:lnTo>
                    <a:pt x="9444293" y="658680"/>
                  </a:lnTo>
                  <a:lnTo>
                    <a:pt x="9496129" y="588120"/>
                  </a:lnTo>
                  <a:lnTo>
                    <a:pt x="9551044" y="523610"/>
                  </a:lnTo>
                  <a:lnTo>
                    <a:pt x="9609630" y="464669"/>
                  </a:lnTo>
                  <a:lnTo>
                    <a:pt x="9672478" y="410782"/>
                  </a:lnTo>
                  <a:lnTo>
                    <a:pt x="9740151" y="361451"/>
                  </a:lnTo>
                  <a:lnTo>
                    <a:pt x="9813140" y="316218"/>
                  </a:lnTo>
                  <a:lnTo>
                    <a:pt x="9891824" y="274685"/>
                  </a:lnTo>
                  <a:lnTo>
                    <a:pt x="9976395" y="236524"/>
                  </a:lnTo>
                  <a:lnTo>
                    <a:pt x="10066787" y="201481"/>
                  </a:lnTo>
                  <a:lnTo>
                    <a:pt x="10162580" y="169380"/>
                  </a:lnTo>
                  <a:lnTo>
                    <a:pt x="10262908" y="140119"/>
                  </a:lnTo>
                  <a:lnTo>
                    <a:pt x="10366378" y="113667"/>
                  </a:lnTo>
                  <a:lnTo>
                    <a:pt x="10471032" y="90044"/>
                  </a:lnTo>
                  <a:lnTo>
                    <a:pt x="10574366" y="69301"/>
                  </a:lnTo>
                  <a:lnTo>
                    <a:pt x="10673460" y="51493"/>
                  </a:lnTo>
                  <a:lnTo>
                    <a:pt x="10765206" y="36641"/>
                  </a:lnTo>
                  <a:lnTo>
                    <a:pt x="10846639" y="24700"/>
                  </a:lnTo>
                  <a:lnTo>
                    <a:pt x="10915315" y="15536"/>
                  </a:lnTo>
                  <a:lnTo>
                    <a:pt x="10969675" y="8908"/>
                  </a:lnTo>
                  <a:lnTo>
                    <a:pt x="11009304" y="4478"/>
                  </a:lnTo>
                  <a:lnTo>
                    <a:pt x="11035042" y="1833"/>
                  </a:lnTo>
                  <a:lnTo>
                    <a:pt x="11048955" y="515"/>
                  </a:lnTo>
                  <a:lnTo>
                    <a:pt x="11054200" y="56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3" name="pl1912"/>
            <p:cNvSpPr/>
            <p:nvPr/>
          </p:nvSpPr>
          <p:spPr>
            <a:xfrm>
              <a:off x="1199187" y="1341437"/>
              <a:ext cx="12049831" cy="4915714"/>
            </a:xfrm>
            <a:custGeom>
              <a:avLst/>
              <a:pathLst>
                <a:path w="12049831" h="4915714">
                  <a:moveTo>
                    <a:pt x="12049831" y="0"/>
                  </a:moveTo>
                  <a:lnTo>
                    <a:pt x="11054891" y="0"/>
                  </a:lnTo>
                  <a:lnTo>
                    <a:pt x="11054023" y="71"/>
                  </a:lnTo>
                  <a:lnTo>
                    <a:pt x="11048262" y="578"/>
                  </a:lnTo>
                  <a:lnTo>
                    <a:pt x="11033563" y="1979"/>
                  </a:lnTo>
                  <a:lnTo>
                    <a:pt x="11006845" y="4741"/>
                  </a:lnTo>
                  <a:lnTo>
                    <a:pt x="10966131" y="9321"/>
                  </a:lnTo>
                  <a:lnTo>
                    <a:pt x="10910674" y="16128"/>
                  </a:lnTo>
                  <a:lnTo>
                    <a:pt x="10840979" y="25493"/>
                  </a:lnTo>
                  <a:lnTo>
                    <a:pt x="10758685" y="37647"/>
                  </a:lnTo>
                  <a:lnTo>
                    <a:pt x="10666284" y="52719"/>
                  </a:lnTo>
                  <a:lnTo>
                    <a:pt x="10566767" y="70748"/>
                  </a:lnTo>
                  <a:lnTo>
                    <a:pt x="10463238" y="91707"/>
                  </a:lnTo>
                  <a:lnTo>
                    <a:pt x="10358593" y="115543"/>
                  </a:lnTo>
                  <a:lnTo>
                    <a:pt x="10255296" y="142205"/>
                  </a:lnTo>
                  <a:lnTo>
                    <a:pt x="10155265" y="171675"/>
                  </a:lnTo>
                  <a:lnTo>
                    <a:pt x="10059851" y="203991"/>
                  </a:lnTo>
                  <a:lnTo>
                    <a:pt x="9969884" y="239260"/>
                  </a:lnTo>
                  <a:lnTo>
                    <a:pt x="9885753" y="277663"/>
                  </a:lnTo>
                  <a:lnTo>
                    <a:pt x="9807504" y="319460"/>
                  </a:lnTo>
                  <a:lnTo>
                    <a:pt x="9734925" y="364983"/>
                  </a:lnTo>
                  <a:lnTo>
                    <a:pt x="9667631" y="414638"/>
                  </a:lnTo>
                  <a:lnTo>
                    <a:pt x="9605121" y="468884"/>
                  </a:lnTo>
                  <a:lnTo>
                    <a:pt x="9546829" y="528223"/>
                  </a:lnTo>
                  <a:lnTo>
                    <a:pt x="9492163" y="593168"/>
                  </a:lnTo>
                  <a:lnTo>
                    <a:pt x="9440534" y="664197"/>
                  </a:lnTo>
                  <a:lnTo>
                    <a:pt x="9391377" y="741681"/>
                  </a:lnTo>
                  <a:lnTo>
                    <a:pt x="9347647" y="819285"/>
                  </a:lnTo>
                  <a:lnTo>
                    <a:pt x="9312328" y="888074"/>
                  </a:lnTo>
                  <a:lnTo>
                    <a:pt x="9277747" y="960820"/>
                  </a:lnTo>
                  <a:lnTo>
                    <a:pt x="9243748" y="1037600"/>
                  </a:lnTo>
                  <a:lnTo>
                    <a:pt x="9210195" y="1118457"/>
                  </a:lnTo>
                  <a:lnTo>
                    <a:pt x="9176977" y="1203389"/>
                  </a:lnTo>
                  <a:lnTo>
                    <a:pt x="9143999" y="1292353"/>
                  </a:lnTo>
                  <a:lnTo>
                    <a:pt x="9111183" y="1385256"/>
                  </a:lnTo>
                  <a:lnTo>
                    <a:pt x="9078467" y="1481955"/>
                  </a:lnTo>
                  <a:lnTo>
                    <a:pt x="9045801" y="1582257"/>
                  </a:lnTo>
                  <a:lnTo>
                    <a:pt x="9013147" y="1685914"/>
                  </a:lnTo>
                  <a:lnTo>
                    <a:pt x="8980480" y="1792631"/>
                  </a:lnTo>
                  <a:lnTo>
                    <a:pt x="8947783" y="1902063"/>
                  </a:lnTo>
                  <a:lnTo>
                    <a:pt x="8915048" y="2013820"/>
                  </a:lnTo>
                  <a:lnTo>
                    <a:pt x="8882274" y="2127471"/>
                  </a:lnTo>
                  <a:lnTo>
                    <a:pt x="8849467" y="2242554"/>
                  </a:lnTo>
                  <a:lnTo>
                    <a:pt x="8816636" y="2358580"/>
                  </a:lnTo>
                  <a:lnTo>
                    <a:pt x="8783793" y="2475045"/>
                  </a:lnTo>
                  <a:lnTo>
                    <a:pt x="8750953" y="2591433"/>
                  </a:lnTo>
                  <a:lnTo>
                    <a:pt x="8718127" y="2707233"/>
                  </a:lnTo>
                  <a:lnTo>
                    <a:pt x="8685329" y="2821944"/>
                  </a:lnTo>
                  <a:lnTo>
                    <a:pt x="8652567" y="2935082"/>
                  </a:lnTo>
                  <a:lnTo>
                    <a:pt x="8619843" y="3046196"/>
                  </a:lnTo>
                  <a:lnTo>
                    <a:pt x="8587156" y="3154865"/>
                  </a:lnTo>
                  <a:lnTo>
                    <a:pt x="8554495" y="3260714"/>
                  </a:lnTo>
                  <a:lnTo>
                    <a:pt x="8521841" y="3363410"/>
                  </a:lnTo>
                  <a:lnTo>
                    <a:pt x="8489165" y="3462672"/>
                  </a:lnTo>
                  <a:lnTo>
                    <a:pt x="8456424" y="3558269"/>
                  </a:lnTo>
                  <a:lnTo>
                    <a:pt x="8423568" y="3650022"/>
                  </a:lnTo>
                  <a:lnTo>
                    <a:pt x="8390528" y="3737804"/>
                  </a:lnTo>
                  <a:lnTo>
                    <a:pt x="8357222" y="3821537"/>
                  </a:lnTo>
                  <a:lnTo>
                    <a:pt x="8323550" y="3901189"/>
                  </a:lnTo>
                  <a:lnTo>
                    <a:pt x="8289394" y="3976773"/>
                  </a:lnTo>
                  <a:lnTo>
                    <a:pt x="8254613" y="4048341"/>
                  </a:lnTo>
                  <a:lnTo>
                    <a:pt x="8229629" y="4096428"/>
                  </a:lnTo>
                  <a:lnTo>
                    <a:pt x="8182306" y="4180040"/>
                  </a:lnTo>
                  <a:lnTo>
                    <a:pt x="8132984" y="4257034"/>
                  </a:lnTo>
                  <a:lnTo>
                    <a:pt x="8081148" y="4327594"/>
                  </a:lnTo>
                  <a:lnTo>
                    <a:pt x="8026232" y="4392103"/>
                  </a:lnTo>
                  <a:lnTo>
                    <a:pt x="7967646" y="4451045"/>
                  </a:lnTo>
                  <a:lnTo>
                    <a:pt x="7904798" y="4504932"/>
                  </a:lnTo>
                  <a:lnTo>
                    <a:pt x="7837126" y="4554263"/>
                  </a:lnTo>
                  <a:lnTo>
                    <a:pt x="7764136" y="4599496"/>
                  </a:lnTo>
                  <a:lnTo>
                    <a:pt x="7685453" y="4641028"/>
                  </a:lnTo>
                  <a:lnTo>
                    <a:pt x="7600881" y="4679190"/>
                  </a:lnTo>
                  <a:lnTo>
                    <a:pt x="7510489" y="4714233"/>
                  </a:lnTo>
                  <a:lnTo>
                    <a:pt x="7414697" y="4746334"/>
                  </a:lnTo>
                  <a:lnTo>
                    <a:pt x="7314369" y="4775594"/>
                  </a:lnTo>
                  <a:lnTo>
                    <a:pt x="7210898" y="4802046"/>
                  </a:lnTo>
                  <a:lnTo>
                    <a:pt x="7106245" y="4825670"/>
                  </a:lnTo>
                  <a:lnTo>
                    <a:pt x="7002910" y="4846413"/>
                  </a:lnTo>
                  <a:lnTo>
                    <a:pt x="6903816" y="4864221"/>
                  </a:lnTo>
                  <a:lnTo>
                    <a:pt x="6812070" y="4879073"/>
                  </a:lnTo>
                  <a:lnTo>
                    <a:pt x="6730638" y="4891014"/>
                  </a:lnTo>
                  <a:lnTo>
                    <a:pt x="6661962" y="4900178"/>
                  </a:lnTo>
                  <a:lnTo>
                    <a:pt x="6607601" y="4906806"/>
                  </a:lnTo>
                  <a:lnTo>
                    <a:pt x="6567973" y="4911236"/>
                  </a:lnTo>
                  <a:lnTo>
                    <a:pt x="6542234" y="4913881"/>
                  </a:lnTo>
                  <a:lnTo>
                    <a:pt x="6528321" y="4915198"/>
                  </a:lnTo>
                  <a:lnTo>
                    <a:pt x="6523076" y="4915658"/>
                  </a:lnTo>
                  <a:lnTo>
                    <a:pt x="6522385" y="4915714"/>
                  </a:lnTo>
                  <a:lnTo>
                    <a:pt x="5527445" y="4915714"/>
                  </a:lnTo>
                  <a:lnTo>
                    <a:pt x="5526309" y="4915711"/>
                  </a:lnTo>
                  <a:lnTo>
                    <a:pt x="5518811" y="4915691"/>
                  </a:lnTo>
                  <a:lnTo>
                    <a:pt x="5499809" y="4915634"/>
                  </a:lnTo>
                  <a:lnTo>
                    <a:pt x="5465588" y="4915521"/>
                  </a:lnTo>
                  <a:lnTo>
                    <a:pt x="5414077" y="4915335"/>
                  </a:lnTo>
                  <a:lnTo>
                    <a:pt x="5345007" y="4915060"/>
                  </a:lnTo>
                  <a:lnTo>
                    <a:pt x="5259852" y="4914685"/>
                  </a:lnTo>
                  <a:lnTo>
                    <a:pt x="5161500" y="4914203"/>
                  </a:lnTo>
                  <a:lnTo>
                    <a:pt x="5053733" y="4913611"/>
                  </a:lnTo>
                  <a:lnTo>
                    <a:pt x="4940629" y="4912911"/>
                  </a:lnTo>
                  <a:lnTo>
                    <a:pt x="4826027" y="4912104"/>
                  </a:lnTo>
                  <a:lnTo>
                    <a:pt x="4713160" y="4911191"/>
                  </a:lnTo>
                  <a:lnTo>
                    <a:pt x="4604476" y="4910175"/>
                  </a:lnTo>
                  <a:lnTo>
                    <a:pt x="4501614" y="4909052"/>
                  </a:lnTo>
                  <a:lnTo>
                    <a:pt x="4405488" y="4907818"/>
                  </a:lnTo>
                  <a:lnTo>
                    <a:pt x="4316427" y="4906464"/>
                  </a:lnTo>
                  <a:lnTo>
                    <a:pt x="4234318" y="4904977"/>
                  </a:lnTo>
                  <a:lnTo>
                    <a:pt x="4158741" y="4903344"/>
                  </a:lnTo>
                  <a:lnTo>
                    <a:pt x="4089083" y="4901545"/>
                  </a:lnTo>
                  <a:lnTo>
                    <a:pt x="4024617" y="4899560"/>
                  </a:lnTo>
                  <a:lnTo>
                    <a:pt x="3964569" y="4897369"/>
                  </a:lnTo>
                  <a:lnTo>
                    <a:pt x="3908161" y="4894953"/>
                  </a:lnTo>
                  <a:lnTo>
                    <a:pt x="3854659" y="4892297"/>
                  </a:lnTo>
                  <a:lnTo>
                    <a:pt x="3820202" y="4890385"/>
                  </a:lnTo>
                  <a:lnTo>
                    <a:pt x="3758671" y="4886568"/>
                  </a:lnTo>
                  <a:lnTo>
                    <a:pt x="3699057" y="4882370"/>
                  </a:lnTo>
                  <a:lnTo>
                    <a:pt x="3640647" y="4877782"/>
                  </a:lnTo>
                  <a:lnTo>
                    <a:pt x="3582917" y="4872813"/>
                  </a:lnTo>
                  <a:lnTo>
                    <a:pt x="3525497" y="4867483"/>
                  </a:lnTo>
                  <a:lnTo>
                    <a:pt x="3468143" y="4861829"/>
                  </a:lnTo>
                  <a:lnTo>
                    <a:pt x="3410723" y="4855900"/>
                  </a:lnTo>
                  <a:lnTo>
                    <a:pt x="3353186" y="4849762"/>
                  </a:lnTo>
                  <a:lnTo>
                    <a:pt x="3295549" y="4843491"/>
                  </a:lnTo>
                  <a:lnTo>
                    <a:pt x="3237870" y="4837168"/>
                  </a:lnTo>
                  <a:lnTo>
                    <a:pt x="3180220" y="4830880"/>
                  </a:lnTo>
                  <a:lnTo>
                    <a:pt x="3122661" y="4824710"/>
                  </a:lnTo>
                  <a:lnTo>
                    <a:pt x="3065220" y="4818736"/>
                  </a:lnTo>
                  <a:lnTo>
                    <a:pt x="3007861" y="4813025"/>
                  </a:lnTo>
                  <a:lnTo>
                    <a:pt x="2950469" y="4807630"/>
                  </a:lnTo>
                  <a:lnTo>
                    <a:pt x="2892822" y="4802590"/>
                  </a:lnTo>
                  <a:lnTo>
                    <a:pt x="2834577" y="4797928"/>
                  </a:lnTo>
                  <a:lnTo>
                    <a:pt x="2775243" y="4793655"/>
                  </a:lnTo>
                  <a:lnTo>
                    <a:pt x="2714145" y="4789767"/>
                  </a:lnTo>
                  <a:lnTo>
                    <a:pt x="2702183" y="4789066"/>
                  </a:lnTo>
                  <a:lnTo>
                    <a:pt x="2650251" y="4786245"/>
                  </a:lnTo>
                  <a:lnTo>
                    <a:pt x="2595862" y="4783669"/>
                  </a:lnTo>
                  <a:lnTo>
                    <a:pt x="2538330" y="4781330"/>
                  </a:lnTo>
                  <a:lnTo>
                    <a:pt x="2476902" y="4779210"/>
                  </a:lnTo>
                  <a:lnTo>
                    <a:pt x="2410798" y="4777289"/>
                  </a:lnTo>
                  <a:lnTo>
                    <a:pt x="2339252" y="4775547"/>
                  </a:lnTo>
                  <a:lnTo>
                    <a:pt x="2261568" y="4773964"/>
                  </a:lnTo>
                  <a:lnTo>
                    <a:pt x="2177186" y="4772523"/>
                  </a:lnTo>
                  <a:lnTo>
                    <a:pt x="2085774" y="4771210"/>
                  </a:lnTo>
                  <a:lnTo>
                    <a:pt x="1987351" y="4770013"/>
                  </a:lnTo>
                  <a:lnTo>
                    <a:pt x="1882423" y="4768926"/>
                  </a:lnTo>
                  <a:lnTo>
                    <a:pt x="1772130" y="4767944"/>
                  </a:lnTo>
                  <a:lnTo>
                    <a:pt x="1658375" y="4767067"/>
                  </a:lnTo>
                  <a:lnTo>
                    <a:pt x="1543876" y="4766295"/>
                  </a:lnTo>
                  <a:lnTo>
                    <a:pt x="1432097" y="4765630"/>
                  </a:lnTo>
                  <a:lnTo>
                    <a:pt x="1327005" y="4765075"/>
                  </a:lnTo>
                  <a:lnTo>
                    <a:pt x="1232645" y="4764629"/>
                  </a:lnTo>
                  <a:lnTo>
                    <a:pt x="1152567" y="4764288"/>
                  </a:lnTo>
                  <a:lnTo>
                    <a:pt x="1089243" y="4764044"/>
                  </a:lnTo>
                  <a:lnTo>
                    <a:pt x="1043590" y="4763885"/>
                  </a:lnTo>
                  <a:lnTo>
                    <a:pt x="1014734" y="4763792"/>
                  </a:lnTo>
                  <a:lnTo>
                    <a:pt x="1000036" y="4763750"/>
                  </a:lnTo>
                  <a:lnTo>
                    <a:pt x="995285" y="4763737"/>
                  </a:lnTo>
                  <a:lnTo>
                    <a:pt x="994940" y="4763736"/>
                  </a:lnTo>
                  <a:lnTo>
                    <a:pt x="0" y="4763736"/>
                  </a:lnTo>
                  <a:lnTo>
                    <a:pt x="0" y="47637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4" name="pg1913"/>
            <p:cNvSpPr/>
            <p:nvPr/>
          </p:nvSpPr>
          <p:spPr>
            <a:xfrm>
              <a:off x="1199187" y="1907426"/>
              <a:ext cx="12049831" cy="4386410"/>
            </a:xfrm>
            <a:custGeom>
              <a:avLst/>
              <a:pathLst>
                <a:path w="12049831" h="4386410">
                  <a:moveTo>
                    <a:pt x="0" y="4208229"/>
                  </a:moveTo>
                  <a:lnTo>
                    <a:pt x="994940" y="4208229"/>
                  </a:lnTo>
                  <a:lnTo>
                    <a:pt x="996076" y="4208232"/>
                  </a:lnTo>
                  <a:lnTo>
                    <a:pt x="1003574" y="4208256"/>
                  </a:lnTo>
                  <a:lnTo>
                    <a:pt x="1022575" y="4208323"/>
                  </a:lnTo>
                  <a:lnTo>
                    <a:pt x="1056794" y="4208455"/>
                  </a:lnTo>
                  <a:lnTo>
                    <a:pt x="1108302" y="4208673"/>
                  </a:lnTo>
                  <a:lnTo>
                    <a:pt x="1177368" y="4208996"/>
                  </a:lnTo>
                  <a:lnTo>
                    <a:pt x="1262520" y="4209435"/>
                  </a:lnTo>
                  <a:lnTo>
                    <a:pt x="1360868" y="4210000"/>
                  </a:lnTo>
                  <a:lnTo>
                    <a:pt x="1468631" y="4210694"/>
                  </a:lnTo>
                  <a:lnTo>
                    <a:pt x="1581732" y="4211515"/>
                  </a:lnTo>
                  <a:lnTo>
                    <a:pt x="1696332" y="4212462"/>
                  </a:lnTo>
                  <a:lnTo>
                    <a:pt x="1809198" y="4213531"/>
                  </a:lnTo>
                  <a:lnTo>
                    <a:pt x="1917881" y="4214723"/>
                  </a:lnTo>
                  <a:lnTo>
                    <a:pt x="2020743" y="4216039"/>
                  </a:lnTo>
                  <a:lnTo>
                    <a:pt x="2116868" y="4217486"/>
                  </a:lnTo>
                  <a:lnTo>
                    <a:pt x="2205929" y="4219073"/>
                  </a:lnTo>
                  <a:lnTo>
                    <a:pt x="2288040" y="4220816"/>
                  </a:lnTo>
                  <a:lnTo>
                    <a:pt x="2363617" y="4222731"/>
                  </a:lnTo>
                  <a:lnTo>
                    <a:pt x="2433276" y="4224841"/>
                  </a:lnTo>
                  <a:lnTo>
                    <a:pt x="2497742" y="4227167"/>
                  </a:lnTo>
                  <a:lnTo>
                    <a:pt x="2557791" y="4229735"/>
                  </a:lnTo>
                  <a:lnTo>
                    <a:pt x="2614199" y="4232568"/>
                  </a:lnTo>
                  <a:lnTo>
                    <a:pt x="2667701" y="4235682"/>
                  </a:lnTo>
                  <a:lnTo>
                    <a:pt x="2702183" y="4237926"/>
                  </a:lnTo>
                  <a:lnTo>
                    <a:pt x="2763668" y="4242396"/>
                  </a:lnTo>
                  <a:lnTo>
                    <a:pt x="2823238" y="4247315"/>
                  </a:lnTo>
                  <a:lnTo>
                    <a:pt x="2881605" y="4252688"/>
                  </a:lnTo>
                  <a:lnTo>
                    <a:pt x="2939293" y="4258508"/>
                  </a:lnTo>
                  <a:lnTo>
                    <a:pt x="2996670" y="4264751"/>
                  </a:lnTo>
                  <a:lnTo>
                    <a:pt x="3053980" y="4271374"/>
                  </a:lnTo>
                  <a:lnTo>
                    <a:pt x="3111356" y="4278318"/>
                  </a:lnTo>
                  <a:lnTo>
                    <a:pt x="3168848" y="4285507"/>
                  </a:lnTo>
                  <a:lnTo>
                    <a:pt x="3226440" y="4292854"/>
                  </a:lnTo>
                  <a:lnTo>
                    <a:pt x="3284076" y="4300261"/>
                  </a:lnTo>
                  <a:lnTo>
                    <a:pt x="3341683" y="4307628"/>
                  </a:lnTo>
                  <a:lnTo>
                    <a:pt x="3399199" y="4314858"/>
                  </a:lnTo>
                  <a:lnTo>
                    <a:pt x="3456597" y="4321859"/>
                  </a:lnTo>
                  <a:lnTo>
                    <a:pt x="3513913" y="4328553"/>
                  </a:lnTo>
                  <a:lnTo>
                    <a:pt x="3571260" y="4334878"/>
                  </a:lnTo>
                  <a:lnTo>
                    <a:pt x="3628858" y="4340788"/>
                  </a:lnTo>
                  <a:lnTo>
                    <a:pt x="3687048" y="4346255"/>
                  </a:lnTo>
                  <a:lnTo>
                    <a:pt x="3746319" y="4351267"/>
                  </a:lnTo>
                  <a:lnTo>
                    <a:pt x="3807340" y="4355828"/>
                  </a:lnTo>
                  <a:lnTo>
                    <a:pt x="3820202" y="4356713"/>
                  </a:lnTo>
                  <a:lnTo>
                    <a:pt x="3872133" y="4360020"/>
                  </a:lnTo>
                  <a:lnTo>
                    <a:pt x="3926521" y="4363040"/>
                  </a:lnTo>
                  <a:lnTo>
                    <a:pt x="3984051" y="4365783"/>
                  </a:lnTo>
                  <a:lnTo>
                    <a:pt x="4045477" y="4368268"/>
                  </a:lnTo>
                  <a:lnTo>
                    <a:pt x="4111580" y="4370520"/>
                  </a:lnTo>
                  <a:lnTo>
                    <a:pt x="4183123" y="4372563"/>
                  </a:lnTo>
                  <a:lnTo>
                    <a:pt x="4260805" y="4374418"/>
                  </a:lnTo>
                  <a:lnTo>
                    <a:pt x="4345185" y="4376108"/>
                  </a:lnTo>
                  <a:lnTo>
                    <a:pt x="4436593" y="4377648"/>
                  </a:lnTo>
                  <a:lnTo>
                    <a:pt x="4535013" y="4379050"/>
                  </a:lnTo>
                  <a:lnTo>
                    <a:pt x="4639938" y="4380325"/>
                  </a:lnTo>
                  <a:lnTo>
                    <a:pt x="4750227" y="4381476"/>
                  </a:lnTo>
                  <a:lnTo>
                    <a:pt x="4863979" y="4382505"/>
                  </a:lnTo>
                  <a:lnTo>
                    <a:pt x="4978476" y="4383410"/>
                  </a:lnTo>
                  <a:lnTo>
                    <a:pt x="5090255" y="4384189"/>
                  </a:lnTo>
                  <a:lnTo>
                    <a:pt x="5195347" y="4384840"/>
                  </a:lnTo>
                  <a:lnTo>
                    <a:pt x="5289710" y="4385363"/>
                  </a:lnTo>
                  <a:lnTo>
                    <a:pt x="5369791" y="4385763"/>
                  </a:lnTo>
                  <a:lnTo>
                    <a:pt x="5433120" y="4386049"/>
                  </a:lnTo>
                  <a:lnTo>
                    <a:pt x="5478780" y="4386236"/>
                  </a:lnTo>
                  <a:lnTo>
                    <a:pt x="5507642" y="4386344"/>
                  </a:lnTo>
                  <a:lnTo>
                    <a:pt x="5522345" y="4386394"/>
                  </a:lnTo>
                  <a:lnTo>
                    <a:pt x="5527100" y="4386409"/>
                  </a:lnTo>
                  <a:lnTo>
                    <a:pt x="5527445" y="4386410"/>
                  </a:lnTo>
                  <a:lnTo>
                    <a:pt x="6522385" y="4386410"/>
                  </a:lnTo>
                  <a:lnTo>
                    <a:pt x="6523390" y="4386336"/>
                  </a:lnTo>
                  <a:lnTo>
                    <a:pt x="6530032" y="4385812"/>
                  </a:lnTo>
                  <a:lnTo>
                    <a:pt x="6546919" y="4384362"/>
                  </a:lnTo>
                  <a:lnTo>
                    <a:pt x="6577467" y="4381504"/>
                  </a:lnTo>
                  <a:lnTo>
                    <a:pt x="6623724" y="4376774"/>
                  </a:lnTo>
                  <a:lnTo>
                    <a:pt x="6686223" y="4369764"/>
                  </a:lnTo>
                  <a:lnTo>
                    <a:pt x="6763993" y="4360161"/>
                  </a:lnTo>
                  <a:lnTo>
                    <a:pt x="6854777" y="4347759"/>
                  </a:lnTo>
                  <a:lnTo>
                    <a:pt x="6955419" y="4332464"/>
                  </a:lnTo>
                  <a:lnTo>
                    <a:pt x="7062353" y="4314268"/>
                  </a:lnTo>
                  <a:lnTo>
                    <a:pt x="7172060" y="4293216"/>
                  </a:lnTo>
                  <a:lnTo>
                    <a:pt x="7281427" y="4269365"/>
                  </a:lnTo>
                  <a:lnTo>
                    <a:pt x="7387957" y="4242751"/>
                  </a:lnTo>
                  <a:lnTo>
                    <a:pt x="7489844" y="4213357"/>
                  </a:lnTo>
                  <a:lnTo>
                    <a:pt x="7585941" y="4181098"/>
                  </a:lnTo>
                  <a:lnTo>
                    <a:pt x="7675669" y="4145807"/>
                  </a:lnTo>
                  <a:lnTo>
                    <a:pt x="7758894" y="4107234"/>
                  </a:lnTo>
                  <a:lnTo>
                    <a:pt x="7835818" y="4065046"/>
                  </a:lnTo>
                  <a:lnTo>
                    <a:pt x="7906866" y="4018836"/>
                  </a:lnTo>
                  <a:lnTo>
                    <a:pt x="7972612" y="3968131"/>
                  </a:lnTo>
                  <a:lnTo>
                    <a:pt x="8033708" y="3912414"/>
                  </a:lnTo>
                  <a:lnTo>
                    <a:pt x="8090842" y="3851156"/>
                  </a:lnTo>
                  <a:lnTo>
                    <a:pt x="8144695" y="3783871"/>
                  </a:lnTo>
                  <a:lnTo>
                    <a:pt x="8195912" y="3710197"/>
                  </a:lnTo>
                  <a:lnTo>
                    <a:pt x="8229629" y="3656215"/>
                  </a:lnTo>
                  <a:lnTo>
                    <a:pt x="8266771" y="3591609"/>
                  </a:lnTo>
                  <a:lnTo>
                    <a:pt x="8303105" y="3523094"/>
                  </a:lnTo>
                  <a:lnTo>
                    <a:pt x="8338811" y="3450591"/>
                  </a:lnTo>
                  <a:lnTo>
                    <a:pt x="8374044" y="3374064"/>
                  </a:lnTo>
                  <a:lnTo>
                    <a:pt x="8408930" y="3293521"/>
                  </a:lnTo>
                  <a:lnTo>
                    <a:pt x="8443573" y="3209019"/>
                  </a:lnTo>
                  <a:lnTo>
                    <a:pt x="8478061" y="3120670"/>
                  </a:lnTo>
                  <a:lnTo>
                    <a:pt x="8512460" y="3028639"/>
                  </a:lnTo>
                  <a:lnTo>
                    <a:pt x="8546822" y="2933149"/>
                  </a:lnTo>
                  <a:lnTo>
                    <a:pt x="8581185" y="2834479"/>
                  </a:lnTo>
                  <a:lnTo>
                    <a:pt x="8615574" y="2732963"/>
                  </a:lnTo>
                  <a:lnTo>
                    <a:pt x="8650002" y="2628984"/>
                  </a:lnTo>
                  <a:lnTo>
                    <a:pt x="8684473" y="2522973"/>
                  </a:lnTo>
                  <a:lnTo>
                    <a:pt x="8718984" y="2415400"/>
                  </a:lnTo>
                  <a:lnTo>
                    <a:pt x="8753524" y="2306764"/>
                  </a:lnTo>
                  <a:lnTo>
                    <a:pt x="8788081" y="2197587"/>
                  </a:lnTo>
                  <a:lnTo>
                    <a:pt x="8822638" y="2088402"/>
                  </a:lnTo>
                  <a:lnTo>
                    <a:pt x="8857179" y="1979740"/>
                  </a:lnTo>
                  <a:lnTo>
                    <a:pt x="8891691" y="1872125"/>
                  </a:lnTo>
                  <a:lnTo>
                    <a:pt x="8926163" y="1766056"/>
                  </a:lnTo>
                  <a:lnTo>
                    <a:pt x="8960593" y="1662005"/>
                  </a:lnTo>
                  <a:lnTo>
                    <a:pt x="8994983" y="1560403"/>
                  </a:lnTo>
                  <a:lnTo>
                    <a:pt x="9029346" y="1461636"/>
                  </a:lnTo>
                  <a:lnTo>
                    <a:pt x="9063708" y="1366039"/>
                  </a:lnTo>
                  <a:lnTo>
                    <a:pt x="9098105" y="1273892"/>
                  </a:lnTo>
                  <a:lnTo>
                    <a:pt x="9132589" y="1185421"/>
                  </a:lnTo>
                  <a:lnTo>
                    <a:pt x="9167226" y="1100793"/>
                  </a:lnTo>
                  <a:lnTo>
                    <a:pt x="9202103" y="1020121"/>
                  </a:lnTo>
                  <a:lnTo>
                    <a:pt x="9237322" y="943464"/>
                  </a:lnTo>
                  <a:lnTo>
                    <a:pt x="9273011" y="870832"/>
                  </a:lnTo>
                  <a:lnTo>
                    <a:pt x="9309322" y="802190"/>
                  </a:lnTo>
                  <a:lnTo>
                    <a:pt x="9346435" y="737459"/>
                  </a:lnTo>
                  <a:lnTo>
                    <a:pt x="9347647" y="735435"/>
                  </a:lnTo>
                  <a:lnTo>
                    <a:pt x="9397403" y="657318"/>
                  </a:lnTo>
                  <a:lnTo>
                    <a:pt x="9449392" y="585703"/>
                  </a:lnTo>
                  <a:lnTo>
                    <a:pt x="9504216" y="520382"/>
                  </a:lnTo>
                  <a:lnTo>
                    <a:pt x="9562535" y="460942"/>
                  </a:lnTo>
                  <a:lnTo>
                    <a:pt x="9625036" y="406876"/>
                  </a:lnTo>
                  <a:lnTo>
                    <a:pt x="9692400" y="357655"/>
                  </a:lnTo>
                  <a:lnTo>
                    <a:pt x="9765261" y="312772"/>
                  </a:lnTo>
                  <a:lnTo>
                    <a:pt x="9844151" y="271775"/>
                  </a:lnTo>
                  <a:lnTo>
                    <a:pt x="9929436" y="234278"/>
                  </a:lnTo>
                  <a:lnTo>
                    <a:pt x="10021222" y="199974"/>
                  </a:lnTo>
                  <a:lnTo>
                    <a:pt x="10119248" y="168641"/>
                  </a:lnTo>
                  <a:lnTo>
                    <a:pt x="10222766" y="140137"/>
                  </a:lnTo>
                  <a:lnTo>
                    <a:pt x="10330427" y="114400"/>
                  </a:lnTo>
                  <a:lnTo>
                    <a:pt x="10440205" y="91434"/>
                  </a:lnTo>
                  <a:lnTo>
                    <a:pt x="10549393" y="71283"/>
                  </a:lnTo>
                  <a:lnTo>
                    <a:pt x="10654718" y="54006"/>
                  </a:lnTo>
                  <a:lnTo>
                    <a:pt x="10752602" y="39636"/>
                  </a:lnTo>
                  <a:lnTo>
                    <a:pt x="10839556" y="28140"/>
                  </a:lnTo>
                  <a:lnTo>
                    <a:pt x="10912660" y="19389"/>
                  </a:lnTo>
                  <a:lnTo>
                    <a:pt x="10970030" y="13143"/>
                  </a:lnTo>
                  <a:lnTo>
                    <a:pt x="11011160" y="9055"/>
                  </a:lnTo>
                  <a:lnTo>
                    <a:pt x="11037073" y="6697"/>
                  </a:lnTo>
                  <a:lnTo>
                    <a:pt x="11050271" y="5595"/>
                  </a:lnTo>
                  <a:lnTo>
                    <a:pt x="11054567" y="526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87" y="73"/>
                  </a:lnTo>
                  <a:lnTo>
                    <a:pt x="11047245" y="598"/>
                  </a:lnTo>
                  <a:lnTo>
                    <a:pt x="11030358" y="2047"/>
                  </a:lnTo>
                  <a:lnTo>
                    <a:pt x="10999810" y="4905"/>
                  </a:lnTo>
                  <a:lnTo>
                    <a:pt x="10953553" y="9636"/>
                  </a:lnTo>
                  <a:lnTo>
                    <a:pt x="10891054" y="16645"/>
                  </a:lnTo>
                  <a:lnTo>
                    <a:pt x="10813283" y="26249"/>
                  </a:lnTo>
                  <a:lnTo>
                    <a:pt x="10722500" y="38650"/>
                  </a:lnTo>
                  <a:lnTo>
                    <a:pt x="10621857" y="53945"/>
                  </a:lnTo>
                  <a:lnTo>
                    <a:pt x="10514923" y="72142"/>
                  </a:lnTo>
                  <a:lnTo>
                    <a:pt x="10405216" y="93194"/>
                  </a:lnTo>
                  <a:lnTo>
                    <a:pt x="10295849" y="117045"/>
                  </a:lnTo>
                  <a:lnTo>
                    <a:pt x="10189319" y="143659"/>
                  </a:lnTo>
                  <a:lnTo>
                    <a:pt x="10087432" y="173053"/>
                  </a:lnTo>
                  <a:lnTo>
                    <a:pt x="9991335" y="205312"/>
                  </a:lnTo>
                  <a:lnTo>
                    <a:pt x="9901608" y="240603"/>
                  </a:lnTo>
                  <a:lnTo>
                    <a:pt x="9818382" y="279176"/>
                  </a:lnTo>
                  <a:lnTo>
                    <a:pt x="9741459" y="321363"/>
                  </a:lnTo>
                  <a:lnTo>
                    <a:pt x="9670411" y="367573"/>
                  </a:lnTo>
                  <a:lnTo>
                    <a:pt x="9604665" y="418279"/>
                  </a:lnTo>
                  <a:lnTo>
                    <a:pt x="9543568" y="473996"/>
                  </a:lnTo>
                  <a:lnTo>
                    <a:pt x="9486435" y="535254"/>
                  </a:lnTo>
                  <a:lnTo>
                    <a:pt x="9432582" y="602539"/>
                  </a:lnTo>
                  <a:lnTo>
                    <a:pt x="9381364" y="676213"/>
                  </a:lnTo>
                  <a:lnTo>
                    <a:pt x="9347647" y="730195"/>
                  </a:lnTo>
                  <a:lnTo>
                    <a:pt x="9310505" y="794801"/>
                  </a:lnTo>
                  <a:lnTo>
                    <a:pt x="9274172" y="863316"/>
                  </a:lnTo>
                  <a:lnTo>
                    <a:pt x="9238465" y="935818"/>
                  </a:lnTo>
                  <a:lnTo>
                    <a:pt x="9203233" y="1012345"/>
                  </a:lnTo>
                  <a:lnTo>
                    <a:pt x="9168347" y="1092889"/>
                  </a:lnTo>
                  <a:lnTo>
                    <a:pt x="9133703" y="1177391"/>
                  </a:lnTo>
                  <a:lnTo>
                    <a:pt x="9099216" y="1265740"/>
                  </a:lnTo>
                  <a:lnTo>
                    <a:pt x="9064817" y="1357771"/>
                  </a:lnTo>
                  <a:lnTo>
                    <a:pt x="9030454" y="1453261"/>
                  </a:lnTo>
                  <a:lnTo>
                    <a:pt x="8996091" y="1551931"/>
                  </a:lnTo>
                  <a:lnTo>
                    <a:pt x="8961702" y="1653447"/>
                  </a:lnTo>
                  <a:lnTo>
                    <a:pt x="8927274" y="1757426"/>
                  </a:lnTo>
                  <a:lnTo>
                    <a:pt x="8892803" y="1863437"/>
                  </a:lnTo>
                  <a:lnTo>
                    <a:pt x="8858293" y="1971010"/>
                  </a:lnTo>
                  <a:lnTo>
                    <a:pt x="8823752" y="2079646"/>
                  </a:lnTo>
                  <a:lnTo>
                    <a:pt x="8789196" y="2188823"/>
                  </a:lnTo>
                  <a:lnTo>
                    <a:pt x="8754639" y="2298008"/>
                  </a:lnTo>
                  <a:lnTo>
                    <a:pt x="8720097" y="2406669"/>
                  </a:lnTo>
                  <a:lnTo>
                    <a:pt x="8685586" y="2514285"/>
                  </a:lnTo>
                  <a:lnTo>
                    <a:pt x="8651113" y="2620354"/>
                  </a:lnTo>
                  <a:lnTo>
                    <a:pt x="8616684" y="2724405"/>
                  </a:lnTo>
                  <a:lnTo>
                    <a:pt x="8582294" y="2826007"/>
                  </a:lnTo>
                  <a:lnTo>
                    <a:pt x="8547930" y="2924774"/>
                  </a:lnTo>
                  <a:lnTo>
                    <a:pt x="8513568" y="3020371"/>
                  </a:lnTo>
                  <a:lnTo>
                    <a:pt x="8479171" y="3112517"/>
                  </a:lnTo>
                  <a:lnTo>
                    <a:pt x="8444688" y="3200988"/>
                  </a:lnTo>
                  <a:lnTo>
                    <a:pt x="8410050" y="3285616"/>
                  </a:lnTo>
                  <a:lnTo>
                    <a:pt x="8375174" y="3366289"/>
                  </a:lnTo>
                  <a:lnTo>
                    <a:pt x="8339954" y="3442946"/>
                  </a:lnTo>
                  <a:lnTo>
                    <a:pt x="8304265" y="3515577"/>
                  </a:lnTo>
                  <a:lnTo>
                    <a:pt x="8267954" y="3584220"/>
                  </a:lnTo>
                  <a:lnTo>
                    <a:pt x="8230842" y="3648951"/>
                  </a:lnTo>
                  <a:lnTo>
                    <a:pt x="8229629" y="3650975"/>
                  </a:lnTo>
                  <a:lnTo>
                    <a:pt x="8179874" y="3729092"/>
                  </a:lnTo>
                  <a:lnTo>
                    <a:pt x="8127884" y="3800707"/>
                  </a:lnTo>
                  <a:lnTo>
                    <a:pt x="8073060" y="3866028"/>
                  </a:lnTo>
                  <a:lnTo>
                    <a:pt x="8014741" y="3925468"/>
                  </a:lnTo>
                  <a:lnTo>
                    <a:pt x="7952240" y="3979534"/>
                  </a:lnTo>
                  <a:lnTo>
                    <a:pt x="7884876" y="4028755"/>
                  </a:lnTo>
                  <a:lnTo>
                    <a:pt x="7812016" y="4073637"/>
                  </a:lnTo>
                  <a:lnTo>
                    <a:pt x="7733126" y="4114634"/>
                  </a:lnTo>
                  <a:lnTo>
                    <a:pt x="7647841" y="4152132"/>
                  </a:lnTo>
                  <a:lnTo>
                    <a:pt x="7556054" y="4186435"/>
                  </a:lnTo>
                  <a:lnTo>
                    <a:pt x="7458028" y="4217769"/>
                  </a:lnTo>
                  <a:lnTo>
                    <a:pt x="7354510" y="4246273"/>
                  </a:lnTo>
                  <a:lnTo>
                    <a:pt x="7246849" y="4272010"/>
                  </a:lnTo>
                  <a:lnTo>
                    <a:pt x="7137072" y="4294976"/>
                  </a:lnTo>
                  <a:lnTo>
                    <a:pt x="7027884" y="4315127"/>
                  </a:lnTo>
                  <a:lnTo>
                    <a:pt x="6922558" y="4332403"/>
                  </a:lnTo>
                  <a:lnTo>
                    <a:pt x="6824674" y="4346774"/>
                  </a:lnTo>
                  <a:lnTo>
                    <a:pt x="6737720" y="4358270"/>
                  </a:lnTo>
                  <a:lnTo>
                    <a:pt x="6664616" y="4367021"/>
                  </a:lnTo>
                  <a:lnTo>
                    <a:pt x="6607247" y="4373267"/>
                  </a:lnTo>
                  <a:lnTo>
                    <a:pt x="6566117" y="4377354"/>
                  </a:lnTo>
                  <a:lnTo>
                    <a:pt x="6540204" y="4379712"/>
                  </a:lnTo>
                  <a:lnTo>
                    <a:pt x="6527005" y="4380815"/>
                  </a:lnTo>
                  <a:lnTo>
                    <a:pt x="6522709" y="4381146"/>
                  </a:lnTo>
                  <a:lnTo>
                    <a:pt x="6522385" y="4381170"/>
                  </a:lnTo>
                  <a:lnTo>
                    <a:pt x="5527445" y="4381170"/>
                  </a:lnTo>
                  <a:lnTo>
                    <a:pt x="5526309" y="4381166"/>
                  </a:lnTo>
                  <a:lnTo>
                    <a:pt x="5518811" y="4381142"/>
                  </a:lnTo>
                  <a:lnTo>
                    <a:pt x="5499810" y="4381075"/>
                  </a:lnTo>
                  <a:lnTo>
                    <a:pt x="5465591" y="4380943"/>
                  </a:lnTo>
                  <a:lnTo>
                    <a:pt x="5414083" y="4380725"/>
                  </a:lnTo>
                  <a:lnTo>
                    <a:pt x="5345017" y="4380403"/>
                  </a:lnTo>
                  <a:lnTo>
                    <a:pt x="5259865" y="4379963"/>
                  </a:lnTo>
                  <a:lnTo>
                    <a:pt x="5161517" y="4379398"/>
                  </a:lnTo>
                  <a:lnTo>
                    <a:pt x="5053754" y="4378704"/>
                  </a:lnTo>
                  <a:lnTo>
                    <a:pt x="4940653" y="4377883"/>
                  </a:lnTo>
                  <a:lnTo>
                    <a:pt x="4826053" y="4376937"/>
                  </a:lnTo>
                  <a:lnTo>
                    <a:pt x="4713187" y="4375867"/>
                  </a:lnTo>
                  <a:lnTo>
                    <a:pt x="4604504" y="4374676"/>
                  </a:lnTo>
                  <a:lnTo>
                    <a:pt x="4501642" y="4373360"/>
                  </a:lnTo>
                  <a:lnTo>
                    <a:pt x="4405517" y="4371913"/>
                  </a:lnTo>
                  <a:lnTo>
                    <a:pt x="4316456" y="4370325"/>
                  </a:lnTo>
                  <a:lnTo>
                    <a:pt x="4234345" y="4368582"/>
                  </a:lnTo>
                  <a:lnTo>
                    <a:pt x="4158768" y="4366667"/>
                  </a:lnTo>
                  <a:lnTo>
                    <a:pt x="4089109" y="4364558"/>
                  </a:lnTo>
                  <a:lnTo>
                    <a:pt x="4024643" y="4362231"/>
                  </a:lnTo>
                  <a:lnTo>
                    <a:pt x="3964594" y="4359663"/>
                  </a:lnTo>
                  <a:lnTo>
                    <a:pt x="3908186" y="4356830"/>
                  </a:lnTo>
                  <a:lnTo>
                    <a:pt x="3854684" y="4353716"/>
                  </a:lnTo>
                  <a:lnTo>
                    <a:pt x="3820202" y="4351473"/>
                  </a:lnTo>
                  <a:lnTo>
                    <a:pt x="3758717" y="4347002"/>
                  </a:lnTo>
                  <a:lnTo>
                    <a:pt x="3699147" y="4342084"/>
                  </a:lnTo>
                  <a:lnTo>
                    <a:pt x="3640780" y="4336710"/>
                  </a:lnTo>
                  <a:lnTo>
                    <a:pt x="3583092" y="4330890"/>
                  </a:lnTo>
                  <a:lnTo>
                    <a:pt x="3525715" y="4324647"/>
                  </a:lnTo>
                  <a:lnTo>
                    <a:pt x="3468405" y="4318024"/>
                  </a:lnTo>
                  <a:lnTo>
                    <a:pt x="3411029" y="4311080"/>
                  </a:lnTo>
                  <a:lnTo>
                    <a:pt x="3353537" y="4303891"/>
                  </a:lnTo>
                  <a:lnTo>
                    <a:pt x="3295945" y="4296544"/>
                  </a:lnTo>
                  <a:lnTo>
                    <a:pt x="3238309" y="4289137"/>
                  </a:lnTo>
                  <a:lnTo>
                    <a:pt x="3180702" y="4281770"/>
                  </a:lnTo>
                  <a:lnTo>
                    <a:pt x="3123186" y="4274541"/>
                  </a:lnTo>
                  <a:lnTo>
                    <a:pt x="3065788" y="4267539"/>
                  </a:lnTo>
                  <a:lnTo>
                    <a:pt x="3008472" y="4260845"/>
                  </a:lnTo>
                  <a:lnTo>
                    <a:pt x="2951125" y="4254520"/>
                  </a:lnTo>
                  <a:lnTo>
                    <a:pt x="2893527" y="4248610"/>
                  </a:lnTo>
                  <a:lnTo>
                    <a:pt x="2835337" y="4243144"/>
                  </a:lnTo>
                  <a:lnTo>
                    <a:pt x="2776066" y="4238131"/>
                  </a:lnTo>
                  <a:lnTo>
                    <a:pt x="2715045" y="4233570"/>
                  </a:lnTo>
                  <a:lnTo>
                    <a:pt x="2702183" y="4232685"/>
                  </a:lnTo>
                  <a:lnTo>
                    <a:pt x="2650252" y="4229378"/>
                  </a:lnTo>
                  <a:lnTo>
                    <a:pt x="2595864" y="4226358"/>
                  </a:lnTo>
                  <a:lnTo>
                    <a:pt x="2538334" y="4223615"/>
                  </a:lnTo>
                  <a:lnTo>
                    <a:pt x="2476908" y="4221130"/>
                  </a:lnTo>
                  <a:lnTo>
                    <a:pt x="2410805" y="4218878"/>
                  </a:lnTo>
                  <a:lnTo>
                    <a:pt x="2339262" y="4216836"/>
                  </a:lnTo>
                  <a:lnTo>
                    <a:pt x="2261580" y="4214980"/>
                  </a:lnTo>
                  <a:lnTo>
                    <a:pt x="2177200" y="4213290"/>
                  </a:lnTo>
                  <a:lnTo>
                    <a:pt x="2085792" y="4211751"/>
                  </a:lnTo>
                  <a:lnTo>
                    <a:pt x="1987372" y="4210348"/>
                  </a:lnTo>
                  <a:lnTo>
                    <a:pt x="1882447" y="4209073"/>
                  </a:lnTo>
                  <a:lnTo>
                    <a:pt x="1772158" y="4207922"/>
                  </a:lnTo>
                  <a:lnTo>
                    <a:pt x="1658406" y="4206894"/>
                  </a:lnTo>
                  <a:lnTo>
                    <a:pt x="1543909" y="4205988"/>
                  </a:lnTo>
                  <a:lnTo>
                    <a:pt x="1432130" y="4205209"/>
                  </a:lnTo>
                  <a:lnTo>
                    <a:pt x="1327038" y="4204558"/>
                  </a:lnTo>
                  <a:lnTo>
                    <a:pt x="1232675" y="4204035"/>
                  </a:lnTo>
                  <a:lnTo>
                    <a:pt x="1152594" y="4203636"/>
                  </a:lnTo>
                  <a:lnTo>
                    <a:pt x="1089265" y="4203350"/>
                  </a:lnTo>
                  <a:lnTo>
                    <a:pt x="1043605" y="4203162"/>
                  </a:lnTo>
                  <a:lnTo>
                    <a:pt x="1014743" y="4203054"/>
                  </a:lnTo>
                  <a:lnTo>
                    <a:pt x="1000040" y="4203004"/>
                  </a:lnTo>
                  <a:lnTo>
                    <a:pt x="995285" y="4202989"/>
                  </a:lnTo>
                  <a:lnTo>
                    <a:pt x="994940" y="4202988"/>
                  </a:lnTo>
                  <a:lnTo>
                    <a:pt x="0" y="4202988"/>
                  </a:lnTo>
                  <a:close/>
                </a:path>
              </a:pathLst>
            </a:custGeom>
            <a:solidFill>
              <a:srgbClr val="26C6D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15" name="pl1914"/>
            <p:cNvSpPr/>
            <p:nvPr/>
          </p:nvSpPr>
          <p:spPr>
            <a:xfrm>
              <a:off x="1199187" y="1912666"/>
              <a:ext cx="12049831" cy="4381170"/>
            </a:xfrm>
            <a:custGeom>
              <a:avLst/>
              <a:pathLst>
                <a:path w="12049831" h="4381170">
                  <a:moveTo>
                    <a:pt x="0" y="4202988"/>
                  </a:moveTo>
                  <a:lnTo>
                    <a:pt x="994940" y="4202988"/>
                  </a:lnTo>
                  <a:lnTo>
                    <a:pt x="996076" y="4202991"/>
                  </a:lnTo>
                  <a:lnTo>
                    <a:pt x="1003574" y="4203016"/>
                  </a:lnTo>
                  <a:lnTo>
                    <a:pt x="1022575" y="4203083"/>
                  </a:lnTo>
                  <a:lnTo>
                    <a:pt x="1056794" y="4203215"/>
                  </a:lnTo>
                  <a:lnTo>
                    <a:pt x="1108302" y="4203433"/>
                  </a:lnTo>
                  <a:lnTo>
                    <a:pt x="1177368" y="4203755"/>
                  </a:lnTo>
                  <a:lnTo>
                    <a:pt x="1262520" y="4204195"/>
                  </a:lnTo>
                  <a:lnTo>
                    <a:pt x="1360868" y="4204760"/>
                  </a:lnTo>
                  <a:lnTo>
                    <a:pt x="1468631" y="4205453"/>
                  </a:lnTo>
                  <a:lnTo>
                    <a:pt x="1581732" y="4206275"/>
                  </a:lnTo>
                  <a:lnTo>
                    <a:pt x="1696332" y="4207221"/>
                  </a:lnTo>
                  <a:lnTo>
                    <a:pt x="1809198" y="4208290"/>
                  </a:lnTo>
                  <a:lnTo>
                    <a:pt x="1917881" y="4209482"/>
                  </a:lnTo>
                  <a:lnTo>
                    <a:pt x="2020743" y="4210798"/>
                  </a:lnTo>
                  <a:lnTo>
                    <a:pt x="2116868" y="4212245"/>
                  </a:lnTo>
                  <a:lnTo>
                    <a:pt x="2205929" y="4213833"/>
                  </a:lnTo>
                  <a:lnTo>
                    <a:pt x="2288040" y="4215575"/>
                  </a:lnTo>
                  <a:lnTo>
                    <a:pt x="2363617" y="4217491"/>
                  </a:lnTo>
                  <a:lnTo>
                    <a:pt x="2433276" y="4219600"/>
                  </a:lnTo>
                  <a:lnTo>
                    <a:pt x="2497742" y="4221926"/>
                  </a:lnTo>
                  <a:lnTo>
                    <a:pt x="2557791" y="4224495"/>
                  </a:lnTo>
                  <a:lnTo>
                    <a:pt x="2614199" y="4227327"/>
                  </a:lnTo>
                  <a:lnTo>
                    <a:pt x="2667701" y="4230442"/>
                  </a:lnTo>
                  <a:lnTo>
                    <a:pt x="2702183" y="4232685"/>
                  </a:lnTo>
                  <a:lnTo>
                    <a:pt x="2763668" y="4237156"/>
                  </a:lnTo>
                  <a:lnTo>
                    <a:pt x="2823238" y="4242074"/>
                  </a:lnTo>
                  <a:lnTo>
                    <a:pt x="2881605" y="4247447"/>
                  </a:lnTo>
                  <a:lnTo>
                    <a:pt x="2939293" y="4253268"/>
                  </a:lnTo>
                  <a:lnTo>
                    <a:pt x="2996670" y="4259510"/>
                  </a:lnTo>
                  <a:lnTo>
                    <a:pt x="3053980" y="4266133"/>
                  </a:lnTo>
                  <a:lnTo>
                    <a:pt x="3111356" y="4273077"/>
                  </a:lnTo>
                  <a:lnTo>
                    <a:pt x="3168848" y="4280267"/>
                  </a:lnTo>
                  <a:lnTo>
                    <a:pt x="3226440" y="4287613"/>
                  </a:lnTo>
                  <a:lnTo>
                    <a:pt x="3284076" y="4295020"/>
                  </a:lnTo>
                  <a:lnTo>
                    <a:pt x="3341683" y="4302388"/>
                  </a:lnTo>
                  <a:lnTo>
                    <a:pt x="3399199" y="4309617"/>
                  </a:lnTo>
                  <a:lnTo>
                    <a:pt x="3456597" y="4316618"/>
                  </a:lnTo>
                  <a:lnTo>
                    <a:pt x="3513913" y="4323313"/>
                  </a:lnTo>
                  <a:lnTo>
                    <a:pt x="3571260" y="4329638"/>
                  </a:lnTo>
                  <a:lnTo>
                    <a:pt x="3628858" y="4335548"/>
                  </a:lnTo>
                  <a:lnTo>
                    <a:pt x="3687048" y="4341014"/>
                  </a:lnTo>
                  <a:lnTo>
                    <a:pt x="3746319" y="4346026"/>
                  </a:lnTo>
                  <a:lnTo>
                    <a:pt x="3807340" y="4350588"/>
                  </a:lnTo>
                  <a:lnTo>
                    <a:pt x="3820202" y="4351473"/>
                  </a:lnTo>
                  <a:lnTo>
                    <a:pt x="3872133" y="4354780"/>
                  </a:lnTo>
                  <a:lnTo>
                    <a:pt x="3926521" y="4357800"/>
                  </a:lnTo>
                  <a:lnTo>
                    <a:pt x="3984051" y="4360542"/>
                  </a:lnTo>
                  <a:lnTo>
                    <a:pt x="4045477" y="4363028"/>
                  </a:lnTo>
                  <a:lnTo>
                    <a:pt x="4111580" y="4365280"/>
                  </a:lnTo>
                  <a:lnTo>
                    <a:pt x="4183123" y="4367322"/>
                  </a:lnTo>
                  <a:lnTo>
                    <a:pt x="4260805" y="4369178"/>
                  </a:lnTo>
                  <a:lnTo>
                    <a:pt x="4345185" y="4370867"/>
                  </a:lnTo>
                  <a:lnTo>
                    <a:pt x="4436593" y="4372407"/>
                  </a:lnTo>
                  <a:lnTo>
                    <a:pt x="4535013" y="4373810"/>
                  </a:lnTo>
                  <a:lnTo>
                    <a:pt x="4639938" y="4375084"/>
                  </a:lnTo>
                  <a:lnTo>
                    <a:pt x="4750227" y="4376235"/>
                  </a:lnTo>
                  <a:lnTo>
                    <a:pt x="4863979" y="4377264"/>
                  </a:lnTo>
                  <a:lnTo>
                    <a:pt x="4978476" y="4378169"/>
                  </a:lnTo>
                  <a:lnTo>
                    <a:pt x="5090255" y="4378948"/>
                  </a:lnTo>
                  <a:lnTo>
                    <a:pt x="5195347" y="4379599"/>
                  </a:lnTo>
                  <a:lnTo>
                    <a:pt x="5289710" y="4380122"/>
                  </a:lnTo>
                  <a:lnTo>
                    <a:pt x="5369791" y="4380522"/>
                  </a:lnTo>
                  <a:lnTo>
                    <a:pt x="5433120" y="4380808"/>
                  </a:lnTo>
                  <a:lnTo>
                    <a:pt x="5478780" y="4380995"/>
                  </a:lnTo>
                  <a:lnTo>
                    <a:pt x="5507642" y="4381103"/>
                  </a:lnTo>
                  <a:lnTo>
                    <a:pt x="5522345" y="4381154"/>
                  </a:lnTo>
                  <a:lnTo>
                    <a:pt x="5527100" y="4381169"/>
                  </a:lnTo>
                  <a:lnTo>
                    <a:pt x="5527445" y="4381170"/>
                  </a:lnTo>
                  <a:lnTo>
                    <a:pt x="6522385" y="4381170"/>
                  </a:lnTo>
                  <a:lnTo>
                    <a:pt x="6523390" y="4381096"/>
                  </a:lnTo>
                  <a:lnTo>
                    <a:pt x="6530032" y="4380571"/>
                  </a:lnTo>
                  <a:lnTo>
                    <a:pt x="6546919" y="4379122"/>
                  </a:lnTo>
                  <a:lnTo>
                    <a:pt x="6577467" y="4376264"/>
                  </a:lnTo>
                  <a:lnTo>
                    <a:pt x="6623724" y="4371533"/>
                  </a:lnTo>
                  <a:lnTo>
                    <a:pt x="6686223" y="4364524"/>
                  </a:lnTo>
                  <a:lnTo>
                    <a:pt x="6763993" y="4354920"/>
                  </a:lnTo>
                  <a:lnTo>
                    <a:pt x="6854777" y="4342519"/>
                  </a:lnTo>
                  <a:lnTo>
                    <a:pt x="6955419" y="4327224"/>
                  </a:lnTo>
                  <a:lnTo>
                    <a:pt x="7062353" y="4309028"/>
                  </a:lnTo>
                  <a:lnTo>
                    <a:pt x="7172060" y="4287975"/>
                  </a:lnTo>
                  <a:lnTo>
                    <a:pt x="7281427" y="4264124"/>
                  </a:lnTo>
                  <a:lnTo>
                    <a:pt x="7387957" y="4237510"/>
                  </a:lnTo>
                  <a:lnTo>
                    <a:pt x="7489844" y="4208116"/>
                  </a:lnTo>
                  <a:lnTo>
                    <a:pt x="7585941" y="4175857"/>
                  </a:lnTo>
                  <a:lnTo>
                    <a:pt x="7675669" y="4140566"/>
                  </a:lnTo>
                  <a:lnTo>
                    <a:pt x="7758894" y="4101993"/>
                  </a:lnTo>
                  <a:lnTo>
                    <a:pt x="7835818" y="4059806"/>
                  </a:lnTo>
                  <a:lnTo>
                    <a:pt x="7906866" y="4013596"/>
                  </a:lnTo>
                  <a:lnTo>
                    <a:pt x="7972612" y="3962890"/>
                  </a:lnTo>
                  <a:lnTo>
                    <a:pt x="8033708" y="3907173"/>
                  </a:lnTo>
                  <a:lnTo>
                    <a:pt x="8090842" y="3845915"/>
                  </a:lnTo>
                  <a:lnTo>
                    <a:pt x="8144695" y="3778630"/>
                  </a:lnTo>
                  <a:lnTo>
                    <a:pt x="8195912" y="3704956"/>
                  </a:lnTo>
                  <a:lnTo>
                    <a:pt x="8229629" y="3650975"/>
                  </a:lnTo>
                  <a:lnTo>
                    <a:pt x="8266771" y="3586368"/>
                  </a:lnTo>
                  <a:lnTo>
                    <a:pt x="8303105" y="3517853"/>
                  </a:lnTo>
                  <a:lnTo>
                    <a:pt x="8338811" y="3445351"/>
                  </a:lnTo>
                  <a:lnTo>
                    <a:pt x="8374044" y="3368824"/>
                  </a:lnTo>
                  <a:lnTo>
                    <a:pt x="8408930" y="3288280"/>
                  </a:lnTo>
                  <a:lnTo>
                    <a:pt x="8443573" y="3203778"/>
                  </a:lnTo>
                  <a:lnTo>
                    <a:pt x="8478061" y="3115429"/>
                  </a:lnTo>
                  <a:lnTo>
                    <a:pt x="8512460" y="3023398"/>
                  </a:lnTo>
                  <a:lnTo>
                    <a:pt x="8546822" y="2927908"/>
                  </a:lnTo>
                  <a:lnTo>
                    <a:pt x="8581185" y="2829239"/>
                  </a:lnTo>
                  <a:lnTo>
                    <a:pt x="8615574" y="2727722"/>
                  </a:lnTo>
                  <a:lnTo>
                    <a:pt x="8650002" y="2623743"/>
                  </a:lnTo>
                  <a:lnTo>
                    <a:pt x="8684473" y="2517733"/>
                  </a:lnTo>
                  <a:lnTo>
                    <a:pt x="8718984" y="2410159"/>
                  </a:lnTo>
                  <a:lnTo>
                    <a:pt x="8753524" y="2301523"/>
                  </a:lnTo>
                  <a:lnTo>
                    <a:pt x="8788081" y="2192347"/>
                  </a:lnTo>
                  <a:lnTo>
                    <a:pt x="8822638" y="2083161"/>
                  </a:lnTo>
                  <a:lnTo>
                    <a:pt x="8857179" y="1974500"/>
                  </a:lnTo>
                  <a:lnTo>
                    <a:pt x="8891691" y="1866884"/>
                  </a:lnTo>
                  <a:lnTo>
                    <a:pt x="8926163" y="1760815"/>
                  </a:lnTo>
                  <a:lnTo>
                    <a:pt x="8960593" y="1656764"/>
                  </a:lnTo>
                  <a:lnTo>
                    <a:pt x="8994983" y="1555162"/>
                  </a:lnTo>
                  <a:lnTo>
                    <a:pt x="9029346" y="1456395"/>
                  </a:lnTo>
                  <a:lnTo>
                    <a:pt x="9063708" y="1360798"/>
                  </a:lnTo>
                  <a:lnTo>
                    <a:pt x="9098105" y="1268652"/>
                  </a:lnTo>
                  <a:lnTo>
                    <a:pt x="9132589" y="1180181"/>
                  </a:lnTo>
                  <a:lnTo>
                    <a:pt x="9167226" y="1095553"/>
                  </a:lnTo>
                  <a:lnTo>
                    <a:pt x="9202103" y="1014881"/>
                  </a:lnTo>
                  <a:lnTo>
                    <a:pt x="9237322" y="938224"/>
                  </a:lnTo>
                  <a:lnTo>
                    <a:pt x="9273011" y="865592"/>
                  </a:lnTo>
                  <a:lnTo>
                    <a:pt x="9309322" y="796949"/>
                  </a:lnTo>
                  <a:lnTo>
                    <a:pt x="9346435" y="732218"/>
                  </a:lnTo>
                  <a:lnTo>
                    <a:pt x="9347647" y="730195"/>
                  </a:lnTo>
                  <a:lnTo>
                    <a:pt x="9397403" y="652077"/>
                  </a:lnTo>
                  <a:lnTo>
                    <a:pt x="9449392" y="580462"/>
                  </a:lnTo>
                  <a:lnTo>
                    <a:pt x="9504216" y="515141"/>
                  </a:lnTo>
                  <a:lnTo>
                    <a:pt x="9562535" y="455701"/>
                  </a:lnTo>
                  <a:lnTo>
                    <a:pt x="9625036" y="401635"/>
                  </a:lnTo>
                  <a:lnTo>
                    <a:pt x="9692400" y="352414"/>
                  </a:lnTo>
                  <a:lnTo>
                    <a:pt x="9765261" y="307532"/>
                  </a:lnTo>
                  <a:lnTo>
                    <a:pt x="9844151" y="266535"/>
                  </a:lnTo>
                  <a:lnTo>
                    <a:pt x="9929436" y="229038"/>
                  </a:lnTo>
                  <a:lnTo>
                    <a:pt x="10021222" y="194734"/>
                  </a:lnTo>
                  <a:lnTo>
                    <a:pt x="10119248" y="163400"/>
                  </a:lnTo>
                  <a:lnTo>
                    <a:pt x="10222766" y="134896"/>
                  </a:lnTo>
                  <a:lnTo>
                    <a:pt x="10330427" y="109159"/>
                  </a:lnTo>
                  <a:lnTo>
                    <a:pt x="10440205" y="86193"/>
                  </a:lnTo>
                  <a:lnTo>
                    <a:pt x="10549393" y="66042"/>
                  </a:lnTo>
                  <a:lnTo>
                    <a:pt x="10654718" y="48766"/>
                  </a:lnTo>
                  <a:lnTo>
                    <a:pt x="10752602" y="34395"/>
                  </a:lnTo>
                  <a:lnTo>
                    <a:pt x="10839556" y="22899"/>
                  </a:lnTo>
                  <a:lnTo>
                    <a:pt x="10912660" y="14148"/>
                  </a:lnTo>
                  <a:lnTo>
                    <a:pt x="10970030" y="7902"/>
                  </a:lnTo>
                  <a:lnTo>
                    <a:pt x="11011160" y="3815"/>
                  </a:lnTo>
                  <a:lnTo>
                    <a:pt x="11037073" y="1457"/>
                  </a:lnTo>
                  <a:lnTo>
                    <a:pt x="11050271" y="354"/>
                  </a:lnTo>
                  <a:lnTo>
                    <a:pt x="11054567" y="2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6" name="pl1915"/>
            <p:cNvSpPr/>
            <p:nvPr/>
          </p:nvSpPr>
          <p:spPr>
            <a:xfrm>
              <a:off x="1199187" y="1907426"/>
              <a:ext cx="12049831" cy="4381170"/>
            </a:xfrm>
            <a:custGeom>
              <a:avLst/>
              <a:pathLst>
                <a:path w="12049831" h="4381170">
                  <a:moveTo>
                    <a:pt x="12049831" y="0"/>
                  </a:moveTo>
                  <a:lnTo>
                    <a:pt x="11054891" y="0"/>
                  </a:lnTo>
                  <a:lnTo>
                    <a:pt x="11053887" y="73"/>
                  </a:lnTo>
                  <a:lnTo>
                    <a:pt x="11047245" y="598"/>
                  </a:lnTo>
                  <a:lnTo>
                    <a:pt x="11030358" y="2047"/>
                  </a:lnTo>
                  <a:lnTo>
                    <a:pt x="10999810" y="4905"/>
                  </a:lnTo>
                  <a:lnTo>
                    <a:pt x="10953553" y="9636"/>
                  </a:lnTo>
                  <a:lnTo>
                    <a:pt x="10891054" y="16645"/>
                  </a:lnTo>
                  <a:lnTo>
                    <a:pt x="10813283" y="26249"/>
                  </a:lnTo>
                  <a:lnTo>
                    <a:pt x="10722500" y="38650"/>
                  </a:lnTo>
                  <a:lnTo>
                    <a:pt x="10621857" y="53945"/>
                  </a:lnTo>
                  <a:lnTo>
                    <a:pt x="10514923" y="72142"/>
                  </a:lnTo>
                  <a:lnTo>
                    <a:pt x="10405216" y="93194"/>
                  </a:lnTo>
                  <a:lnTo>
                    <a:pt x="10295849" y="117045"/>
                  </a:lnTo>
                  <a:lnTo>
                    <a:pt x="10189319" y="143659"/>
                  </a:lnTo>
                  <a:lnTo>
                    <a:pt x="10087432" y="173053"/>
                  </a:lnTo>
                  <a:lnTo>
                    <a:pt x="9991335" y="205312"/>
                  </a:lnTo>
                  <a:lnTo>
                    <a:pt x="9901608" y="240603"/>
                  </a:lnTo>
                  <a:lnTo>
                    <a:pt x="9818382" y="279176"/>
                  </a:lnTo>
                  <a:lnTo>
                    <a:pt x="9741459" y="321363"/>
                  </a:lnTo>
                  <a:lnTo>
                    <a:pt x="9670411" y="367573"/>
                  </a:lnTo>
                  <a:lnTo>
                    <a:pt x="9604665" y="418279"/>
                  </a:lnTo>
                  <a:lnTo>
                    <a:pt x="9543568" y="473996"/>
                  </a:lnTo>
                  <a:lnTo>
                    <a:pt x="9486435" y="535254"/>
                  </a:lnTo>
                  <a:lnTo>
                    <a:pt x="9432582" y="602539"/>
                  </a:lnTo>
                  <a:lnTo>
                    <a:pt x="9381364" y="676213"/>
                  </a:lnTo>
                  <a:lnTo>
                    <a:pt x="9347647" y="730195"/>
                  </a:lnTo>
                  <a:lnTo>
                    <a:pt x="9310505" y="794801"/>
                  </a:lnTo>
                  <a:lnTo>
                    <a:pt x="9274172" y="863316"/>
                  </a:lnTo>
                  <a:lnTo>
                    <a:pt x="9238465" y="935818"/>
                  </a:lnTo>
                  <a:lnTo>
                    <a:pt x="9203233" y="1012345"/>
                  </a:lnTo>
                  <a:lnTo>
                    <a:pt x="9168347" y="1092889"/>
                  </a:lnTo>
                  <a:lnTo>
                    <a:pt x="9133703" y="1177391"/>
                  </a:lnTo>
                  <a:lnTo>
                    <a:pt x="9099216" y="1265740"/>
                  </a:lnTo>
                  <a:lnTo>
                    <a:pt x="9064817" y="1357771"/>
                  </a:lnTo>
                  <a:lnTo>
                    <a:pt x="9030454" y="1453261"/>
                  </a:lnTo>
                  <a:lnTo>
                    <a:pt x="8996091" y="1551931"/>
                  </a:lnTo>
                  <a:lnTo>
                    <a:pt x="8961702" y="1653447"/>
                  </a:lnTo>
                  <a:lnTo>
                    <a:pt x="8927274" y="1757426"/>
                  </a:lnTo>
                  <a:lnTo>
                    <a:pt x="8892803" y="1863437"/>
                  </a:lnTo>
                  <a:lnTo>
                    <a:pt x="8858293" y="1971010"/>
                  </a:lnTo>
                  <a:lnTo>
                    <a:pt x="8823752" y="2079646"/>
                  </a:lnTo>
                  <a:lnTo>
                    <a:pt x="8789196" y="2188823"/>
                  </a:lnTo>
                  <a:lnTo>
                    <a:pt x="8754639" y="2298008"/>
                  </a:lnTo>
                  <a:lnTo>
                    <a:pt x="8720097" y="2406669"/>
                  </a:lnTo>
                  <a:lnTo>
                    <a:pt x="8685586" y="2514285"/>
                  </a:lnTo>
                  <a:lnTo>
                    <a:pt x="8651113" y="2620354"/>
                  </a:lnTo>
                  <a:lnTo>
                    <a:pt x="8616684" y="2724405"/>
                  </a:lnTo>
                  <a:lnTo>
                    <a:pt x="8582294" y="2826007"/>
                  </a:lnTo>
                  <a:lnTo>
                    <a:pt x="8547930" y="2924774"/>
                  </a:lnTo>
                  <a:lnTo>
                    <a:pt x="8513568" y="3020371"/>
                  </a:lnTo>
                  <a:lnTo>
                    <a:pt x="8479171" y="3112517"/>
                  </a:lnTo>
                  <a:lnTo>
                    <a:pt x="8444688" y="3200988"/>
                  </a:lnTo>
                  <a:lnTo>
                    <a:pt x="8410050" y="3285616"/>
                  </a:lnTo>
                  <a:lnTo>
                    <a:pt x="8375174" y="3366289"/>
                  </a:lnTo>
                  <a:lnTo>
                    <a:pt x="8339954" y="3442946"/>
                  </a:lnTo>
                  <a:lnTo>
                    <a:pt x="8304265" y="3515577"/>
                  </a:lnTo>
                  <a:lnTo>
                    <a:pt x="8267954" y="3584220"/>
                  </a:lnTo>
                  <a:lnTo>
                    <a:pt x="8230842" y="3648951"/>
                  </a:lnTo>
                  <a:lnTo>
                    <a:pt x="8229629" y="3650975"/>
                  </a:lnTo>
                  <a:lnTo>
                    <a:pt x="8179874" y="3729092"/>
                  </a:lnTo>
                  <a:lnTo>
                    <a:pt x="8127884" y="3800707"/>
                  </a:lnTo>
                  <a:lnTo>
                    <a:pt x="8073060" y="3866028"/>
                  </a:lnTo>
                  <a:lnTo>
                    <a:pt x="8014741" y="3925468"/>
                  </a:lnTo>
                  <a:lnTo>
                    <a:pt x="7952240" y="3979534"/>
                  </a:lnTo>
                  <a:lnTo>
                    <a:pt x="7884876" y="4028755"/>
                  </a:lnTo>
                  <a:lnTo>
                    <a:pt x="7812016" y="4073637"/>
                  </a:lnTo>
                  <a:lnTo>
                    <a:pt x="7733126" y="4114634"/>
                  </a:lnTo>
                  <a:lnTo>
                    <a:pt x="7647841" y="4152132"/>
                  </a:lnTo>
                  <a:lnTo>
                    <a:pt x="7556054" y="4186435"/>
                  </a:lnTo>
                  <a:lnTo>
                    <a:pt x="7458028" y="4217769"/>
                  </a:lnTo>
                  <a:lnTo>
                    <a:pt x="7354510" y="4246273"/>
                  </a:lnTo>
                  <a:lnTo>
                    <a:pt x="7246849" y="4272010"/>
                  </a:lnTo>
                  <a:lnTo>
                    <a:pt x="7137072" y="4294976"/>
                  </a:lnTo>
                  <a:lnTo>
                    <a:pt x="7027884" y="4315127"/>
                  </a:lnTo>
                  <a:lnTo>
                    <a:pt x="6922558" y="4332403"/>
                  </a:lnTo>
                  <a:lnTo>
                    <a:pt x="6824674" y="4346774"/>
                  </a:lnTo>
                  <a:lnTo>
                    <a:pt x="6737720" y="4358270"/>
                  </a:lnTo>
                  <a:lnTo>
                    <a:pt x="6664616" y="4367021"/>
                  </a:lnTo>
                  <a:lnTo>
                    <a:pt x="6607247" y="4373267"/>
                  </a:lnTo>
                  <a:lnTo>
                    <a:pt x="6566117" y="4377354"/>
                  </a:lnTo>
                  <a:lnTo>
                    <a:pt x="6540204" y="4379712"/>
                  </a:lnTo>
                  <a:lnTo>
                    <a:pt x="6527005" y="4380815"/>
                  </a:lnTo>
                  <a:lnTo>
                    <a:pt x="6522709" y="4381146"/>
                  </a:lnTo>
                  <a:lnTo>
                    <a:pt x="6522385" y="4381170"/>
                  </a:lnTo>
                  <a:lnTo>
                    <a:pt x="5527445" y="4381170"/>
                  </a:lnTo>
                  <a:lnTo>
                    <a:pt x="5526309" y="4381166"/>
                  </a:lnTo>
                  <a:lnTo>
                    <a:pt x="5518811" y="4381142"/>
                  </a:lnTo>
                  <a:lnTo>
                    <a:pt x="5499810" y="4381075"/>
                  </a:lnTo>
                  <a:lnTo>
                    <a:pt x="5465591" y="4380943"/>
                  </a:lnTo>
                  <a:lnTo>
                    <a:pt x="5414083" y="4380725"/>
                  </a:lnTo>
                  <a:lnTo>
                    <a:pt x="5345017" y="4380403"/>
                  </a:lnTo>
                  <a:lnTo>
                    <a:pt x="5259865" y="4379963"/>
                  </a:lnTo>
                  <a:lnTo>
                    <a:pt x="5161517" y="4379398"/>
                  </a:lnTo>
                  <a:lnTo>
                    <a:pt x="5053754" y="4378704"/>
                  </a:lnTo>
                  <a:lnTo>
                    <a:pt x="4940653" y="4377883"/>
                  </a:lnTo>
                  <a:lnTo>
                    <a:pt x="4826053" y="4376937"/>
                  </a:lnTo>
                  <a:lnTo>
                    <a:pt x="4713187" y="4375867"/>
                  </a:lnTo>
                  <a:lnTo>
                    <a:pt x="4604504" y="4374676"/>
                  </a:lnTo>
                  <a:lnTo>
                    <a:pt x="4501642" y="4373360"/>
                  </a:lnTo>
                  <a:lnTo>
                    <a:pt x="4405517" y="4371913"/>
                  </a:lnTo>
                  <a:lnTo>
                    <a:pt x="4316456" y="4370325"/>
                  </a:lnTo>
                  <a:lnTo>
                    <a:pt x="4234345" y="4368582"/>
                  </a:lnTo>
                  <a:lnTo>
                    <a:pt x="4158768" y="4366667"/>
                  </a:lnTo>
                  <a:lnTo>
                    <a:pt x="4089109" y="4364558"/>
                  </a:lnTo>
                  <a:lnTo>
                    <a:pt x="4024643" y="4362231"/>
                  </a:lnTo>
                  <a:lnTo>
                    <a:pt x="3964594" y="4359663"/>
                  </a:lnTo>
                  <a:lnTo>
                    <a:pt x="3908186" y="4356830"/>
                  </a:lnTo>
                  <a:lnTo>
                    <a:pt x="3854684" y="4353716"/>
                  </a:lnTo>
                  <a:lnTo>
                    <a:pt x="3820202" y="4351473"/>
                  </a:lnTo>
                  <a:lnTo>
                    <a:pt x="3758717" y="4347002"/>
                  </a:lnTo>
                  <a:lnTo>
                    <a:pt x="3699147" y="4342084"/>
                  </a:lnTo>
                  <a:lnTo>
                    <a:pt x="3640780" y="4336710"/>
                  </a:lnTo>
                  <a:lnTo>
                    <a:pt x="3583092" y="4330890"/>
                  </a:lnTo>
                  <a:lnTo>
                    <a:pt x="3525715" y="4324647"/>
                  </a:lnTo>
                  <a:lnTo>
                    <a:pt x="3468405" y="4318024"/>
                  </a:lnTo>
                  <a:lnTo>
                    <a:pt x="3411029" y="4311080"/>
                  </a:lnTo>
                  <a:lnTo>
                    <a:pt x="3353537" y="4303891"/>
                  </a:lnTo>
                  <a:lnTo>
                    <a:pt x="3295945" y="4296544"/>
                  </a:lnTo>
                  <a:lnTo>
                    <a:pt x="3238309" y="4289137"/>
                  </a:lnTo>
                  <a:lnTo>
                    <a:pt x="3180702" y="4281770"/>
                  </a:lnTo>
                  <a:lnTo>
                    <a:pt x="3123186" y="4274541"/>
                  </a:lnTo>
                  <a:lnTo>
                    <a:pt x="3065788" y="4267539"/>
                  </a:lnTo>
                  <a:lnTo>
                    <a:pt x="3008472" y="4260845"/>
                  </a:lnTo>
                  <a:lnTo>
                    <a:pt x="2951125" y="4254520"/>
                  </a:lnTo>
                  <a:lnTo>
                    <a:pt x="2893527" y="4248610"/>
                  </a:lnTo>
                  <a:lnTo>
                    <a:pt x="2835337" y="4243144"/>
                  </a:lnTo>
                  <a:lnTo>
                    <a:pt x="2776066" y="4238131"/>
                  </a:lnTo>
                  <a:lnTo>
                    <a:pt x="2715045" y="4233570"/>
                  </a:lnTo>
                  <a:lnTo>
                    <a:pt x="2702183" y="4232685"/>
                  </a:lnTo>
                  <a:lnTo>
                    <a:pt x="2650252" y="4229378"/>
                  </a:lnTo>
                  <a:lnTo>
                    <a:pt x="2595864" y="4226358"/>
                  </a:lnTo>
                  <a:lnTo>
                    <a:pt x="2538334" y="4223615"/>
                  </a:lnTo>
                  <a:lnTo>
                    <a:pt x="2476908" y="4221130"/>
                  </a:lnTo>
                  <a:lnTo>
                    <a:pt x="2410805" y="4218878"/>
                  </a:lnTo>
                  <a:lnTo>
                    <a:pt x="2339262" y="4216836"/>
                  </a:lnTo>
                  <a:lnTo>
                    <a:pt x="2261580" y="4214980"/>
                  </a:lnTo>
                  <a:lnTo>
                    <a:pt x="2177200" y="4213290"/>
                  </a:lnTo>
                  <a:lnTo>
                    <a:pt x="2085792" y="4211751"/>
                  </a:lnTo>
                  <a:lnTo>
                    <a:pt x="1987372" y="4210348"/>
                  </a:lnTo>
                  <a:lnTo>
                    <a:pt x="1882447" y="4209073"/>
                  </a:lnTo>
                  <a:lnTo>
                    <a:pt x="1772158" y="4207922"/>
                  </a:lnTo>
                  <a:lnTo>
                    <a:pt x="1658406" y="4206894"/>
                  </a:lnTo>
                  <a:lnTo>
                    <a:pt x="1543909" y="4205988"/>
                  </a:lnTo>
                  <a:lnTo>
                    <a:pt x="1432130" y="4205209"/>
                  </a:lnTo>
                  <a:lnTo>
                    <a:pt x="1327038" y="4204558"/>
                  </a:lnTo>
                  <a:lnTo>
                    <a:pt x="1232675" y="4204035"/>
                  </a:lnTo>
                  <a:lnTo>
                    <a:pt x="1152594" y="4203636"/>
                  </a:lnTo>
                  <a:lnTo>
                    <a:pt x="1089265" y="4203350"/>
                  </a:lnTo>
                  <a:lnTo>
                    <a:pt x="1043605" y="4203162"/>
                  </a:lnTo>
                  <a:lnTo>
                    <a:pt x="1014743" y="4203054"/>
                  </a:lnTo>
                  <a:lnTo>
                    <a:pt x="1000040" y="4203004"/>
                  </a:lnTo>
                  <a:lnTo>
                    <a:pt x="995285" y="4202989"/>
                  </a:lnTo>
                  <a:lnTo>
                    <a:pt x="994940" y="4202988"/>
                  </a:lnTo>
                  <a:lnTo>
                    <a:pt x="0" y="4202988"/>
                  </a:lnTo>
                  <a:lnTo>
                    <a:pt x="0" y="42029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7" name="pg1916"/>
            <p:cNvSpPr/>
            <p:nvPr/>
          </p:nvSpPr>
          <p:spPr>
            <a:xfrm>
              <a:off x="1199187" y="6115655"/>
              <a:ext cx="12049831" cy="414010"/>
            </a:xfrm>
            <a:custGeom>
              <a:avLst/>
              <a:pathLst>
                <a:path w="12049831" h="414010">
                  <a:moveTo>
                    <a:pt x="0" y="5240"/>
                  </a:moveTo>
                  <a:lnTo>
                    <a:pt x="994940" y="5240"/>
                  </a:lnTo>
                  <a:lnTo>
                    <a:pt x="996076" y="5246"/>
                  </a:lnTo>
                  <a:lnTo>
                    <a:pt x="1003571" y="5284"/>
                  </a:lnTo>
                  <a:lnTo>
                    <a:pt x="1022565" y="5390"/>
                  </a:lnTo>
                  <a:lnTo>
                    <a:pt x="1056774" y="5600"/>
                  </a:lnTo>
                  <a:lnTo>
                    <a:pt x="1108267" y="5946"/>
                  </a:lnTo>
                  <a:lnTo>
                    <a:pt x="1177314" y="6458"/>
                  </a:lnTo>
                  <a:lnTo>
                    <a:pt x="1262446" y="7156"/>
                  </a:lnTo>
                  <a:lnTo>
                    <a:pt x="1360773" y="8053"/>
                  </a:lnTo>
                  <a:lnTo>
                    <a:pt x="1468516" y="9154"/>
                  </a:lnTo>
                  <a:lnTo>
                    <a:pt x="1581600" y="10458"/>
                  </a:lnTo>
                  <a:lnTo>
                    <a:pt x="1696188" y="11961"/>
                  </a:lnTo>
                  <a:lnTo>
                    <a:pt x="1809044" y="13659"/>
                  </a:lnTo>
                  <a:lnTo>
                    <a:pt x="1917722" y="15551"/>
                  </a:lnTo>
                  <a:lnTo>
                    <a:pt x="2020582" y="17641"/>
                  </a:lnTo>
                  <a:lnTo>
                    <a:pt x="2116708" y="19938"/>
                  </a:lnTo>
                  <a:lnTo>
                    <a:pt x="2205772" y="22459"/>
                  </a:lnTo>
                  <a:lnTo>
                    <a:pt x="2287885" y="25226"/>
                  </a:lnTo>
                  <a:lnTo>
                    <a:pt x="2363467" y="28267"/>
                  </a:lnTo>
                  <a:lnTo>
                    <a:pt x="2433129" y="31616"/>
                  </a:lnTo>
                  <a:lnTo>
                    <a:pt x="2497599" y="35310"/>
                  </a:lnTo>
                  <a:lnTo>
                    <a:pt x="2557651" y="39387"/>
                  </a:lnTo>
                  <a:lnTo>
                    <a:pt x="2614060" y="43885"/>
                  </a:lnTo>
                  <a:lnTo>
                    <a:pt x="2667563" y="48829"/>
                  </a:lnTo>
                  <a:lnTo>
                    <a:pt x="2702183" y="52406"/>
                  </a:lnTo>
                  <a:lnTo>
                    <a:pt x="2763414" y="59475"/>
                  </a:lnTo>
                  <a:lnTo>
                    <a:pt x="2822743" y="67249"/>
                  </a:lnTo>
                  <a:lnTo>
                    <a:pt x="2880874" y="75740"/>
                  </a:lnTo>
                  <a:lnTo>
                    <a:pt x="2938326" y="84935"/>
                  </a:lnTo>
                  <a:lnTo>
                    <a:pt x="2995465" y="94796"/>
                  </a:lnTo>
                  <a:lnTo>
                    <a:pt x="3052533" y="105258"/>
                  </a:lnTo>
                  <a:lnTo>
                    <a:pt x="3109666" y="116227"/>
                  </a:lnTo>
                  <a:lnTo>
                    <a:pt x="3166913" y="127588"/>
                  </a:lnTo>
                  <a:lnTo>
                    <a:pt x="3224260" y="139201"/>
                  </a:lnTo>
                  <a:lnTo>
                    <a:pt x="3281653" y="150915"/>
                  </a:lnTo>
                  <a:lnTo>
                    <a:pt x="3339020" y="162573"/>
                  </a:lnTo>
                  <a:lnTo>
                    <a:pt x="3396300" y="174021"/>
                  </a:lnTo>
                  <a:lnTo>
                    <a:pt x="3453463" y="185115"/>
                  </a:lnTo>
                  <a:lnTo>
                    <a:pt x="3510540" y="195734"/>
                  </a:lnTo>
                  <a:lnTo>
                    <a:pt x="3567639" y="205775"/>
                  </a:lnTo>
                  <a:lnTo>
                    <a:pt x="3624970" y="215166"/>
                  </a:lnTo>
                  <a:lnTo>
                    <a:pt x="3682860" y="223861"/>
                  </a:lnTo>
                  <a:lnTo>
                    <a:pt x="3741782" y="231841"/>
                  </a:lnTo>
                  <a:lnTo>
                    <a:pt x="3802382" y="239110"/>
                  </a:lnTo>
                  <a:lnTo>
                    <a:pt x="3820202" y="241069"/>
                  </a:lnTo>
                  <a:lnTo>
                    <a:pt x="3872127" y="246321"/>
                  </a:lnTo>
                  <a:lnTo>
                    <a:pt x="3926508" y="251116"/>
                  </a:lnTo>
                  <a:lnTo>
                    <a:pt x="3984031" y="255472"/>
                  </a:lnTo>
                  <a:lnTo>
                    <a:pt x="4045448" y="259419"/>
                  </a:lnTo>
                  <a:lnTo>
                    <a:pt x="4111540" y="262995"/>
                  </a:lnTo>
                  <a:lnTo>
                    <a:pt x="4183072" y="266239"/>
                  </a:lnTo>
                  <a:lnTo>
                    <a:pt x="4260740" y="269186"/>
                  </a:lnTo>
                  <a:lnTo>
                    <a:pt x="4345104" y="271870"/>
                  </a:lnTo>
                  <a:lnTo>
                    <a:pt x="4436495" y="274315"/>
                  </a:lnTo>
                  <a:lnTo>
                    <a:pt x="4534896" y="276543"/>
                  </a:lnTo>
                  <a:lnTo>
                    <a:pt x="4639801" y="278567"/>
                  </a:lnTo>
                  <a:lnTo>
                    <a:pt x="4750072" y="280395"/>
                  </a:lnTo>
                  <a:lnTo>
                    <a:pt x="4863808" y="282029"/>
                  </a:lnTo>
                  <a:lnTo>
                    <a:pt x="4978293" y="283467"/>
                  </a:lnTo>
                  <a:lnTo>
                    <a:pt x="5090066" y="284705"/>
                  </a:lnTo>
                  <a:lnTo>
                    <a:pt x="5195162" y="285739"/>
                  </a:lnTo>
                  <a:lnTo>
                    <a:pt x="5289538" y="286570"/>
                  </a:lnTo>
                  <a:lnTo>
                    <a:pt x="5369642" y="287205"/>
                  </a:lnTo>
                  <a:lnTo>
                    <a:pt x="5433001" y="287659"/>
                  </a:lnTo>
                  <a:lnTo>
                    <a:pt x="5478695" y="287957"/>
                  </a:lnTo>
                  <a:lnTo>
                    <a:pt x="5507590" y="288129"/>
                  </a:lnTo>
                  <a:lnTo>
                    <a:pt x="5522322" y="288209"/>
                  </a:lnTo>
                  <a:lnTo>
                    <a:pt x="5527096" y="288233"/>
                  </a:lnTo>
                  <a:lnTo>
                    <a:pt x="5527445" y="288234"/>
                  </a:lnTo>
                  <a:lnTo>
                    <a:pt x="6522385" y="288234"/>
                  </a:lnTo>
                  <a:lnTo>
                    <a:pt x="6523522" y="288237"/>
                  </a:lnTo>
                  <a:lnTo>
                    <a:pt x="6531021" y="288254"/>
                  </a:lnTo>
                  <a:lnTo>
                    <a:pt x="6550023" y="288301"/>
                  </a:lnTo>
                  <a:lnTo>
                    <a:pt x="6584246" y="288394"/>
                  </a:lnTo>
                  <a:lnTo>
                    <a:pt x="6635759" y="288548"/>
                  </a:lnTo>
                  <a:lnTo>
                    <a:pt x="6704831" y="288776"/>
                  </a:lnTo>
                  <a:lnTo>
                    <a:pt x="6789990" y="289086"/>
                  </a:lnTo>
                  <a:lnTo>
                    <a:pt x="6888346" y="289485"/>
                  </a:lnTo>
                  <a:lnTo>
                    <a:pt x="6996115" y="289975"/>
                  </a:lnTo>
                  <a:lnTo>
                    <a:pt x="7109221" y="290554"/>
                  </a:lnTo>
                  <a:lnTo>
                    <a:pt x="7223826" y="291223"/>
                  </a:lnTo>
                  <a:lnTo>
                    <a:pt x="7336694" y="291978"/>
                  </a:lnTo>
                  <a:lnTo>
                    <a:pt x="7445379" y="292819"/>
                  </a:lnTo>
                  <a:lnTo>
                    <a:pt x="7548241" y="293748"/>
                  </a:lnTo>
                  <a:lnTo>
                    <a:pt x="7644366" y="294769"/>
                  </a:lnTo>
                  <a:lnTo>
                    <a:pt x="7733427" y="295890"/>
                  </a:lnTo>
                  <a:lnTo>
                    <a:pt x="7815536" y="297120"/>
                  </a:lnTo>
                  <a:lnTo>
                    <a:pt x="7891112" y="298473"/>
                  </a:lnTo>
                  <a:lnTo>
                    <a:pt x="7960770" y="299962"/>
                  </a:lnTo>
                  <a:lnTo>
                    <a:pt x="8025235" y="301604"/>
                  </a:lnTo>
                  <a:lnTo>
                    <a:pt x="8085283" y="303417"/>
                  </a:lnTo>
                  <a:lnTo>
                    <a:pt x="8141690" y="305417"/>
                  </a:lnTo>
                  <a:lnTo>
                    <a:pt x="8195193" y="307615"/>
                  </a:lnTo>
                  <a:lnTo>
                    <a:pt x="8229629" y="309197"/>
                  </a:lnTo>
                  <a:lnTo>
                    <a:pt x="8291198" y="312357"/>
                  </a:lnTo>
                  <a:lnTo>
                    <a:pt x="8350849" y="315835"/>
                  </a:lnTo>
                  <a:lnTo>
                    <a:pt x="8409295" y="319634"/>
                  </a:lnTo>
                  <a:lnTo>
                    <a:pt x="8467061" y="323750"/>
                  </a:lnTo>
                  <a:lnTo>
                    <a:pt x="8524519" y="328164"/>
                  </a:lnTo>
                  <a:lnTo>
                    <a:pt x="8581909" y="332848"/>
                  </a:lnTo>
                  <a:lnTo>
                    <a:pt x="8639367" y="337758"/>
                  </a:lnTo>
                  <a:lnTo>
                    <a:pt x="8696941" y="342842"/>
                  </a:lnTo>
                  <a:lnTo>
                    <a:pt x="8754615" y="348036"/>
                  </a:lnTo>
                  <a:lnTo>
                    <a:pt x="8812332" y="353272"/>
                  </a:lnTo>
                  <a:lnTo>
                    <a:pt x="8870018" y="358479"/>
                  </a:lnTo>
                  <a:lnTo>
                    <a:pt x="8927613" y="363587"/>
                  </a:lnTo>
                  <a:lnTo>
                    <a:pt x="8985090" y="368532"/>
                  </a:lnTo>
                  <a:lnTo>
                    <a:pt x="9042486" y="373260"/>
                  </a:lnTo>
                  <a:lnTo>
                    <a:pt x="9099916" y="377725"/>
                  </a:lnTo>
                  <a:lnTo>
                    <a:pt x="9157604" y="381896"/>
                  </a:lnTo>
                  <a:lnTo>
                    <a:pt x="9215895" y="385753"/>
                  </a:lnTo>
                  <a:lnTo>
                    <a:pt x="9275283" y="389288"/>
                  </a:lnTo>
                  <a:lnTo>
                    <a:pt x="9336447" y="392504"/>
                  </a:lnTo>
                  <a:lnTo>
                    <a:pt x="9347647" y="393047"/>
                  </a:lnTo>
                  <a:lnTo>
                    <a:pt x="9399581" y="395382"/>
                  </a:lnTo>
                  <a:lnTo>
                    <a:pt x="9453971" y="397513"/>
                  </a:lnTo>
                  <a:lnTo>
                    <a:pt x="9511504" y="399449"/>
                  </a:lnTo>
                  <a:lnTo>
                    <a:pt x="9572933" y="401204"/>
                  </a:lnTo>
                  <a:lnTo>
                    <a:pt x="9639039" y="402793"/>
                  </a:lnTo>
                  <a:lnTo>
                    <a:pt x="9710586" y="404235"/>
                  </a:lnTo>
                  <a:lnTo>
                    <a:pt x="9788272" y="405545"/>
                  </a:lnTo>
                  <a:lnTo>
                    <a:pt x="9872657" y="406738"/>
                  </a:lnTo>
                  <a:lnTo>
                    <a:pt x="9964071" y="407825"/>
                  </a:lnTo>
                  <a:lnTo>
                    <a:pt x="10062497" y="408815"/>
                  </a:lnTo>
                  <a:lnTo>
                    <a:pt x="10167429" y="409714"/>
                  </a:lnTo>
                  <a:lnTo>
                    <a:pt x="10277724" y="410527"/>
                  </a:lnTo>
                  <a:lnTo>
                    <a:pt x="10391482" y="411253"/>
                  </a:lnTo>
                  <a:lnTo>
                    <a:pt x="10505983" y="411892"/>
                  </a:lnTo>
                  <a:lnTo>
                    <a:pt x="10617763" y="412442"/>
                  </a:lnTo>
                  <a:lnTo>
                    <a:pt x="10722854" y="412901"/>
                  </a:lnTo>
                  <a:lnTo>
                    <a:pt x="10817212" y="413271"/>
                  </a:lnTo>
                  <a:lnTo>
                    <a:pt x="10897286" y="413553"/>
                  </a:lnTo>
                  <a:lnTo>
                    <a:pt x="10960605" y="413754"/>
                  </a:lnTo>
                  <a:lnTo>
                    <a:pt x="11006254" y="413887"/>
                  </a:lnTo>
                  <a:lnTo>
                    <a:pt x="11035104" y="413963"/>
                  </a:lnTo>
                  <a:lnTo>
                    <a:pt x="11049798" y="413998"/>
                  </a:lnTo>
                  <a:lnTo>
                    <a:pt x="11054547" y="414009"/>
                  </a:lnTo>
                  <a:lnTo>
                    <a:pt x="11054891" y="414010"/>
                  </a:lnTo>
                  <a:lnTo>
                    <a:pt x="12049831" y="414010"/>
                  </a:lnTo>
                  <a:lnTo>
                    <a:pt x="12049831" y="408769"/>
                  </a:lnTo>
                  <a:lnTo>
                    <a:pt x="11054891" y="408769"/>
                  </a:lnTo>
                  <a:lnTo>
                    <a:pt x="11053755" y="408767"/>
                  </a:lnTo>
                  <a:lnTo>
                    <a:pt x="11046256" y="408749"/>
                  </a:lnTo>
                  <a:lnTo>
                    <a:pt x="11027253" y="408702"/>
                  </a:lnTo>
                  <a:lnTo>
                    <a:pt x="10993030" y="408609"/>
                  </a:lnTo>
                  <a:lnTo>
                    <a:pt x="10941517" y="408455"/>
                  </a:lnTo>
                  <a:lnTo>
                    <a:pt x="10872445" y="408228"/>
                  </a:lnTo>
                  <a:lnTo>
                    <a:pt x="10787286" y="407917"/>
                  </a:lnTo>
                  <a:lnTo>
                    <a:pt x="10688931" y="407518"/>
                  </a:lnTo>
                  <a:lnTo>
                    <a:pt x="10581162" y="407029"/>
                  </a:lnTo>
                  <a:lnTo>
                    <a:pt x="10468055" y="406449"/>
                  </a:lnTo>
                  <a:lnTo>
                    <a:pt x="10353451" y="405781"/>
                  </a:lnTo>
                  <a:lnTo>
                    <a:pt x="10240582" y="405026"/>
                  </a:lnTo>
                  <a:lnTo>
                    <a:pt x="10131898" y="404185"/>
                  </a:lnTo>
                  <a:lnTo>
                    <a:pt x="10029035" y="403255"/>
                  </a:lnTo>
                  <a:lnTo>
                    <a:pt x="9932910" y="402234"/>
                  </a:lnTo>
                  <a:lnTo>
                    <a:pt x="9843849" y="401113"/>
                  </a:lnTo>
                  <a:lnTo>
                    <a:pt x="9761740" y="399883"/>
                  </a:lnTo>
                  <a:lnTo>
                    <a:pt x="9686164" y="398531"/>
                  </a:lnTo>
                  <a:lnTo>
                    <a:pt x="9616507" y="397042"/>
                  </a:lnTo>
                  <a:lnTo>
                    <a:pt x="9552042" y="395399"/>
                  </a:lnTo>
                  <a:lnTo>
                    <a:pt x="9491993" y="393586"/>
                  </a:lnTo>
                  <a:lnTo>
                    <a:pt x="9435586" y="391587"/>
                  </a:lnTo>
                  <a:lnTo>
                    <a:pt x="9382084" y="389388"/>
                  </a:lnTo>
                  <a:lnTo>
                    <a:pt x="9347647" y="387806"/>
                  </a:lnTo>
                  <a:lnTo>
                    <a:pt x="9286078" y="384646"/>
                  </a:lnTo>
                  <a:lnTo>
                    <a:pt x="9226427" y="381169"/>
                  </a:lnTo>
                  <a:lnTo>
                    <a:pt x="9167981" y="377369"/>
                  </a:lnTo>
                  <a:lnTo>
                    <a:pt x="9110215" y="373254"/>
                  </a:lnTo>
                  <a:lnTo>
                    <a:pt x="9052758" y="368839"/>
                  </a:lnTo>
                  <a:lnTo>
                    <a:pt x="8995368" y="364155"/>
                  </a:lnTo>
                  <a:lnTo>
                    <a:pt x="8937910" y="359245"/>
                  </a:lnTo>
                  <a:lnTo>
                    <a:pt x="8880336" y="354162"/>
                  </a:lnTo>
                  <a:lnTo>
                    <a:pt x="8822662" y="348967"/>
                  </a:lnTo>
                  <a:lnTo>
                    <a:pt x="8764945" y="343731"/>
                  </a:lnTo>
                  <a:lnTo>
                    <a:pt x="8707258" y="338525"/>
                  </a:lnTo>
                  <a:lnTo>
                    <a:pt x="8649663" y="333417"/>
                  </a:lnTo>
                  <a:lnTo>
                    <a:pt x="8592186" y="328471"/>
                  </a:lnTo>
                  <a:lnTo>
                    <a:pt x="8534791" y="323743"/>
                  </a:lnTo>
                  <a:lnTo>
                    <a:pt x="8477360" y="319278"/>
                  </a:lnTo>
                  <a:lnTo>
                    <a:pt x="8419673" y="315107"/>
                  </a:lnTo>
                  <a:lnTo>
                    <a:pt x="8361382" y="311251"/>
                  </a:lnTo>
                  <a:lnTo>
                    <a:pt x="8301993" y="307716"/>
                  </a:lnTo>
                  <a:lnTo>
                    <a:pt x="8240830" y="304499"/>
                  </a:lnTo>
                  <a:lnTo>
                    <a:pt x="8229629" y="303956"/>
                  </a:lnTo>
                  <a:lnTo>
                    <a:pt x="8177695" y="301622"/>
                  </a:lnTo>
                  <a:lnTo>
                    <a:pt x="8123305" y="299490"/>
                  </a:lnTo>
                  <a:lnTo>
                    <a:pt x="8065773" y="297554"/>
                  </a:lnTo>
                  <a:lnTo>
                    <a:pt x="8004344" y="295799"/>
                  </a:lnTo>
                  <a:lnTo>
                    <a:pt x="7938238" y="294210"/>
                  </a:lnTo>
                  <a:lnTo>
                    <a:pt x="7866690" y="292768"/>
                  </a:lnTo>
                  <a:lnTo>
                    <a:pt x="7789004" y="291458"/>
                  </a:lnTo>
                  <a:lnTo>
                    <a:pt x="7704619" y="290266"/>
                  </a:lnTo>
                  <a:lnTo>
                    <a:pt x="7613205" y="289179"/>
                  </a:lnTo>
                  <a:lnTo>
                    <a:pt x="7514779" y="288189"/>
                  </a:lnTo>
                  <a:lnTo>
                    <a:pt x="7409848" y="287289"/>
                  </a:lnTo>
                  <a:lnTo>
                    <a:pt x="7299552" y="286477"/>
                  </a:lnTo>
                  <a:lnTo>
                    <a:pt x="7185795" y="285750"/>
                  </a:lnTo>
                  <a:lnTo>
                    <a:pt x="7071294" y="285111"/>
                  </a:lnTo>
                  <a:lnTo>
                    <a:pt x="6959514" y="284561"/>
                  </a:lnTo>
                  <a:lnTo>
                    <a:pt x="6854423" y="284102"/>
                  </a:lnTo>
                  <a:lnTo>
                    <a:pt x="6760065" y="283733"/>
                  </a:lnTo>
                  <a:lnTo>
                    <a:pt x="6679991" y="283451"/>
                  </a:lnTo>
                  <a:lnTo>
                    <a:pt x="6616671" y="283249"/>
                  </a:lnTo>
                  <a:lnTo>
                    <a:pt x="6571023" y="283117"/>
                  </a:lnTo>
                  <a:lnTo>
                    <a:pt x="6542172" y="283040"/>
                  </a:lnTo>
                  <a:lnTo>
                    <a:pt x="6527479" y="283005"/>
                  </a:lnTo>
                  <a:lnTo>
                    <a:pt x="6522730" y="282994"/>
                  </a:lnTo>
                  <a:lnTo>
                    <a:pt x="6522385" y="282994"/>
                  </a:lnTo>
                  <a:lnTo>
                    <a:pt x="5527445" y="282994"/>
                  </a:lnTo>
                  <a:lnTo>
                    <a:pt x="5526309" y="282988"/>
                  </a:lnTo>
                  <a:lnTo>
                    <a:pt x="5518814" y="282950"/>
                  </a:lnTo>
                  <a:lnTo>
                    <a:pt x="5499820" y="282844"/>
                  </a:lnTo>
                  <a:lnTo>
                    <a:pt x="5465611" y="282634"/>
                  </a:lnTo>
                  <a:lnTo>
                    <a:pt x="5414118" y="282288"/>
                  </a:lnTo>
                  <a:lnTo>
                    <a:pt x="5345071" y="281776"/>
                  </a:lnTo>
                  <a:lnTo>
                    <a:pt x="5259939" y="281078"/>
                  </a:lnTo>
                  <a:lnTo>
                    <a:pt x="5161612" y="280181"/>
                  </a:lnTo>
                  <a:lnTo>
                    <a:pt x="5053869" y="279080"/>
                  </a:lnTo>
                  <a:lnTo>
                    <a:pt x="4940785" y="277776"/>
                  </a:lnTo>
                  <a:lnTo>
                    <a:pt x="4826197" y="276273"/>
                  </a:lnTo>
                  <a:lnTo>
                    <a:pt x="4713341" y="274575"/>
                  </a:lnTo>
                  <a:lnTo>
                    <a:pt x="4604663" y="272683"/>
                  </a:lnTo>
                  <a:lnTo>
                    <a:pt x="4501803" y="270593"/>
                  </a:lnTo>
                  <a:lnTo>
                    <a:pt x="4405677" y="268296"/>
                  </a:lnTo>
                  <a:lnTo>
                    <a:pt x="4316613" y="265775"/>
                  </a:lnTo>
                  <a:lnTo>
                    <a:pt x="4234499" y="263008"/>
                  </a:lnTo>
                  <a:lnTo>
                    <a:pt x="4158918" y="259967"/>
                  </a:lnTo>
                  <a:lnTo>
                    <a:pt x="4089256" y="256618"/>
                  </a:lnTo>
                  <a:lnTo>
                    <a:pt x="4024786" y="252924"/>
                  </a:lnTo>
                  <a:lnTo>
                    <a:pt x="3964734" y="248847"/>
                  </a:lnTo>
                  <a:lnTo>
                    <a:pt x="3908325" y="244349"/>
                  </a:lnTo>
                  <a:lnTo>
                    <a:pt x="3854822" y="239404"/>
                  </a:lnTo>
                  <a:lnTo>
                    <a:pt x="3820202" y="235828"/>
                  </a:lnTo>
                  <a:lnTo>
                    <a:pt x="3758971" y="228759"/>
                  </a:lnTo>
                  <a:lnTo>
                    <a:pt x="3699642" y="220985"/>
                  </a:lnTo>
                  <a:lnTo>
                    <a:pt x="3641511" y="212494"/>
                  </a:lnTo>
                  <a:lnTo>
                    <a:pt x="3584059" y="203299"/>
                  </a:lnTo>
                  <a:lnTo>
                    <a:pt x="3526920" y="193438"/>
                  </a:lnTo>
                  <a:lnTo>
                    <a:pt x="3469852" y="182976"/>
                  </a:lnTo>
                  <a:lnTo>
                    <a:pt x="3412719" y="172006"/>
                  </a:lnTo>
                  <a:lnTo>
                    <a:pt x="3355472" y="160646"/>
                  </a:lnTo>
                  <a:lnTo>
                    <a:pt x="3298125" y="149033"/>
                  </a:lnTo>
                  <a:lnTo>
                    <a:pt x="3240732" y="137319"/>
                  </a:lnTo>
                  <a:lnTo>
                    <a:pt x="3183365" y="125661"/>
                  </a:lnTo>
                  <a:lnTo>
                    <a:pt x="3126085" y="114213"/>
                  </a:lnTo>
                  <a:lnTo>
                    <a:pt x="3068922" y="103118"/>
                  </a:lnTo>
                  <a:lnTo>
                    <a:pt x="3011845" y="92500"/>
                  </a:lnTo>
                  <a:lnTo>
                    <a:pt x="2954746" y="82459"/>
                  </a:lnTo>
                  <a:lnTo>
                    <a:pt x="2897415" y="73068"/>
                  </a:lnTo>
                  <a:lnTo>
                    <a:pt x="2839525" y="64373"/>
                  </a:lnTo>
                  <a:lnTo>
                    <a:pt x="2780603" y="56393"/>
                  </a:lnTo>
                  <a:lnTo>
                    <a:pt x="2720003" y="49124"/>
                  </a:lnTo>
                  <a:lnTo>
                    <a:pt x="2702183" y="47165"/>
                  </a:lnTo>
                  <a:lnTo>
                    <a:pt x="2650258" y="41913"/>
                  </a:lnTo>
                  <a:lnTo>
                    <a:pt x="2595877" y="37118"/>
                  </a:lnTo>
                  <a:lnTo>
                    <a:pt x="2538354" y="32762"/>
                  </a:lnTo>
                  <a:lnTo>
                    <a:pt x="2476937" y="28815"/>
                  </a:lnTo>
                  <a:lnTo>
                    <a:pt x="2410845" y="25239"/>
                  </a:lnTo>
                  <a:lnTo>
                    <a:pt x="2339313" y="21995"/>
                  </a:lnTo>
                  <a:lnTo>
                    <a:pt x="2261645" y="19048"/>
                  </a:lnTo>
                  <a:lnTo>
                    <a:pt x="2177281" y="16364"/>
                  </a:lnTo>
                  <a:lnTo>
                    <a:pt x="2085890" y="13919"/>
                  </a:lnTo>
                  <a:lnTo>
                    <a:pt x="1987489" y="11691"/>
                  </a:lnTo>
                  <a:lnTo>
                    <a:pt x="1882584" y="9667"/>
                  </a:lnTo>
                  <a:lnTo>
                    <a:pt x="1772313" y="7839"/>
                  </a:lnTo>
                  <a:lnTo>
                    <a:pt x="1658577" y="6205"/>
                  </a:lnTo>
                  <a:lnTo>
                    <a:pt x="1544092" y="4767"/>
                  </a:lnTo>
                  <a:lnTo>
                    <a:pt x="1432319" y="3529"/>
                  </a:lnTo>
                  <a:lnTo>
                    <a:pt x="1327223" y="2495"/>
                  </a:lnTo>
                  <a:lnTo>
                    <a:pt x="1232847" y="1664"/>
                  </a:lnTo>
                  <a:lnTo>
                    <a:pt x="1152743" y="1029"/>
                  </a:lnTo>
                  <a:lnTo>
                    <a:pt x="1089384" y="575"/>
                  </a:lnTo>
                  <a:lnTo>
                    <a:pt x="1043690" y="277"/>
                  </a:lnTo>
                  <a:lnTo>
                    <a:pt x="1014795" y="105"/>
                  </a:lnTo>
                  <a:lnTo>
                    <a:pt x="1000063" y="25"/>
                  </a:lnTo>
                  <a:lnTo>
                    <a:pt x="995289" y="1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6C6D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18" name="pl1917"/>
            <p:cNvSpPr/>
            <p:nvPr/>
          </p:nvSpPr>
          <p:spPr>
            <a:xfrm>
              <a:off x="1199187" y="6120896"/>
              <a:ext cx="12049831" cy="408769"/>
            </a:xfrm>
            <a:custGeom>
              <a:avLst/>
              <a:pathLst>
                <a:path w="12049831" h="408769">
                  <a:moveTo>
                    <a:pt x="0" y="0"/>
                  </a:moveTo>
                  <a:lnTo>
                    <a:pt x="994940" y="0"/>
                  </a:lnTo>
                  <a:lnTo>
                    <a:pt x="996076" y="5"/>
                  </a:lnTo>
                  <a:lnTo>
                    <a:pt x="1003571" y="43"/>
                  </a:lnTo>
                  <a:lnTo>
                    <a:pt x="1022565" y="150"/>
                  </a:lnTo>
                  <a:lnTo>
                    <a:pt x="1056774" y="359"/>
                  </a:lnTo>
                  <a:lnTo>
                    <a:pt x="1108267" y="705"/>
                  </a:lnTo>
                  <a:lnTo>
                    <a:pt x="1177314" y="1217"/>
                  </a:lnTo>
                  <a:lnTo>
                    <a:pt x="1262446" y="1915"/>
                  </a:lnTo>
                  <a:lnTo>
                    <a:pt x="1360773" y="2812"/>
                  </a:lnTo>
                  <a:lnTo>
                    <a:pt x="1468516" y="3914"/>
                  </a:lnTo>
                  <a:lnTo>
                    <a:pt x="1581600" y="5218"/>
                  </a:lnTo>
                  <a:lnTo>
                    <a:pt x="1696188" y="6720"/>
                  </a:lnTo>
                  <a:lnTo>
                    <a:pt x="1809044" y="8418"/>
                  </a:lnTo>
                  <a:lnTo>
                    <a:pt x="1917722" y="10310"/>
                  </a:lnTo>
                  <a:lnTo>
                    <a:pt x="2020582" y="12400"/>
                  </a:lnTo>
                  <a:lnTo>
                    <a:pt x="2116708" y="14698"/>
                  </a:lnTo>
                  <a:lnTo>
                    <a:pt x="2205772" y="17219"/>
                  </a:lnTo>
                  <a:lnTo>
                    <a:pt x="2287885" y="19986"/>
                  </a:lnTo>
                  <a:lnTo>
                    <a:pt x="2363467" y="23027"/>
                  </a:lnTo>
                  <a:lnTo>
                    <a:pt x="2433129" y="26375"/>
                  </a:lnTo>
                  <a:lnTo>
                    <a:pt x="2497599" y="30069"/>
                  </a:lnTo>
                  <a:lnTo>
                    <a:pt x="2557651" y="34147"/>
                  </a:lnTo>
                  <a:lnTo>
                    <a:pt x="2614060" y="38644"/>
                  </a:lnTo>
                  <a:lnTo>
                    <a:pt x="2667563" y="43589"/>
                  </a:lnTo>
                  <a:lnTo>
                    <a:pt x="2702183" y="47165"/>
                  </a:lnTo>
                  <a:lnTo>
                    <a:pt x="2763414" y="54234"/>
                  </a:lnTo>
                  <a:lnTo>
                    <a:pt x="2822743" y="62009"/>
                  </a:lnTo>
                  <a:lnTo>
                    <a:pt x="2880874" y="70499"/>
                  </a:lnTo>
                  <a:lnTo>
                    <a:pt x="2938326" y="79694"/>
                  </a:lnTo>
                  <a:lnTo>
                    <a:pt x="2995465" y="89555"/>
                  </a:lnTo>
                  <a:lnTo>
                    <a:pt x="3052533" y="100017"/>
                  </a:lnTo>
                  <a:lnTo>
                    <a:pt x="3109666" y="110987"/>
                  </a:lnTo>
                  <a:lnTo>
                    <a:pt x="3166913" y="122347"/>
                  </a:lnTo>
                  <a:lnTo>
                    <a:pt x="3224260" y="133960"/>
                  </a:lnTo>
                  <a:lnTo>
                    <a:pt x="3281653" y="145674"/>
                  </a:lnTo>
                  <a:lnTo>
                    <a:pt x="3339020" y="157332"/>
                  </a:lnTo>
                  <a:lnTo>
                    <a:pt x="3396300" y="168780"/>
                  </a:lnTo>
                  <a:lnTo>
                    <a:pt x="3453463" y="179875"/>
                  </a:lnTo>
                  <a:lnTo>
                    <a:pt x="3510540" y="190493"/>
                  </a:lnTo>
                  <a:lnTo>
                    <a:pt x="3567639" y="200534"/>
                  </a:lnTo>
                  <a:lnTo>
                    <a:pt x="3624970" y="209926"/>
                  </a:lnTo>
                  <a:lnTo>
                    <a:pt x="3682860" y="218621"/>
                  </a:lnTo>
                  <a:lnTo>
                    <a:pt x="3741782" y="226601"/>
                  </a:lnTo>
                  <a:lnTo>
                    <a:pt x="3802382" y="233870"/>
                  </a:lnTo>
                  <a:lnTo>
                    <a:pt x="3820202" y="235828"/>
                  </a:lnTo>
                  <a:lnTo>
                    <a:pt x="3872127" y="241080"/>
                  </a:lnTo>
                  <a:lnTo>
                    <a:pt x="3926508" y="245876"/>
                  </a:lnTo>
                  <a:lnTo>
                    <a:pt x="3984031" y="250231"/>
                  </a:lnTo>
                  <a:lnTo>
                    <a:pt x="4045448" y="254178"/>
                  </a:lnTo>
                  <a:lnTo>
                    <a:pt x="4111540" y="257755"/>
                  </a:lnTo>
                  <a:lnTo>
                    <a:pt x="4183072" y="260998"/>
                  </a:lnTo>
                  <a:lnTo>
                    <a:pt x="4260740" y="263946"/>
                  </a:lnTo>
                  <a:lnTo>
                    <a:pt x="4345104" y="266629"/>
                  </a:lnTo>
                  <a:lnTo>
                    <a:pt x="4436495" y="269074"/>
                  </a:lnTo>
                  <a:lnTo>
                    <a:pt x="4534896" y="271302"/>
                  </a:lnTo>
                  <a:lnTo>
                    <a:pt x="4639801" y="273326"/>
                  </a:lnTo>
                  <a:lnTo>
                    <a:pt x="4750072" y="275154"/>
                  </a:lnTo>
                  <a:lnTo>
                    <a:pt x="4863808" y="276788"/>
                  </a:lnTo>
                  <a:lnTo>
                    <a:pt x="4978293" y="278226"/>
                  </a:lnTo>
                  <a:lnTo>
                    <a:pt x="5090066" y="279464"/>
                  </a:lnTo>
                  <a:lnTo>
                    <a:pt x="5195162" y="280498"/>
                  </a:lnTo>
                  <a:lnTo>
                    <a:pt x="5289538" y="281329"/>
                  </a:lnTo>
                  <a:lnTo>
                    <a:pt x="5369642" y="281964"/>
                  </a:lnTo>
                  <a:lnTo>
                    <a:pt x="5433001" y="282419"/>
                  </a:lnTo>
                  <a:lnTo>
                    <a:pt x="5478695" y="282716"/>
                  </a:lnTo>
                  <a:lnTo>
                    <a:pt x="5507590" y="282888"/>
                  </a:lnTo>
                  <a:lnTo>
                    <a:pt x="5522322" y="282968"/>
                  </a:lnTo>
                  <a:lnTo>
                    <a:pt x="5527096" y="282992"/>
                  </a:lnTo>
                  <a:lnTo>
                    <a:pt x="5527445" y="282994"/>
                  </a:lnTo>
                  <a:lnTo>
                    <a:pt x="6522385" y="282994"/>
                  </a:lnTo>
                  <a:lnTo>
                    <a:pt x="6523522" y="282996"/>
                  </a:lnTo>
                  <a:lnTo>
                    <a:pt x="6531021" y="283013"/>
                  </a:lnTo>
                  <a:lnTo>
                    <a:pt x="6550023" y="283061"/>
                  </a:lnTo>
                  <a:lnTo>
                    <a:pt x="6584246" y="283154"/>
                  </a:lnTo>
                  <a:lnTo>
                    <a:pt x="6635759" y="283308"/>
                  </a:lnTo>
                  <a:lnTo>
                    <a:pt x="6704831" y="283535"/>
                  </a:lnTo>
                  <a:lnTo>
                    <a:pt x="6789990" y="283845"/>
                  </a:lnTo>
                  <a:lnTo>
                    <a:pt x="6888346" y="284244"/>
                  </a:lnTo>
                  <a:lnTo>
                    <a:pt x="6996115" y="284734"/>
                  </a:lnTo>
                  <a:lnTo>
                    <a:pt x="7109221" y="285314"/>
                  </a:lnTo>
                  <a:lnTo>
                    <a:pt x="7223826" y="285982"/>
                  </a:lnTo>
                  <a:lnTo>
                    <a:pt x="7336694" y="286737"/>
                  </a:lnTo>
                  <a:lnTo>
                    <a:pt x="7445379" y="287578"/>
                  </a:lnTo>
                  <a:lnTo>
                    <a:pt x="7548241" y="288507"/>
                  </a:lnTo>
                  <a:lnTo>
                    <a:pt x="7644366" y="289529"/>
                  </a:lnTo>
                  <a:lnTo>
                    <a:pt x="7733427" y="290650"/>
                  </a:lnTo>
                  <a:lnTo>
                    <a:pt x="7815536" y="291880"/>
                  </a:lnTo>
                  <a:lnTo>
                    <a:pt x="7891112" y="293232"/>
                  </a:lnTo>
                  <a:lnTo>
                    <a:pt x="7960770" y="294721"/>
                  </a:lnTo>
                  <a:lnTo>
                    <a:pt x="8025235" y="296363"/>
                  </a:lnTo>
                  <a:lnTo>
                    <a:pt x="8085283" y="298176"/>
                  </a:lnTo>
                  <a:lnTo>
                    <a:pt x="8141690" y="300176"/>
                  </a:lnTo>
                  <a:lnTo>
                    <a:pt x="8195193" y="302375"/>
                  </a:lnTo>
                  <a:lnTo>
                    <a:pt x="8229629" y="303956"/>
                  </a:lnTo>
                  <a:lnTo>
                    <a:pt x="8291198" y="307117"/>
                  </a:lnTo>
                  <a:lnTo>
                    <a:pt x="8350849" y="310594"/>
                  </a:lnTo>
                  <a:lnTo>
                    <a:pt x="8409295" y="314393"/>
                  </a:lnTo>
                  <a:lnTo>
                    <a:pt x="8467061" y="318509"/>
                  </a:lnTo>
                  <a:lnTo>
                    <a:pt x="8524519" y="322924"/>
                  </a:lnTo>
                  <a:lnTo>
                    <a:pt x="8581909" y="327607"/>
                  </a:lnTo>
                  <a:lnTo>
                    <a:pt x="8639367" y="332518"/>
                  </a:lnTo>
                  <a:lnTo>
                    <a:pt x="8696941" y="337601"/>
                  </a:lnTo>
                  <a:lnTo>
                    <a:pt x="8754615" y="342795"/>
                  </a:lnTo>
                  <a:lnTo>
                    <a:pt x="8812332" y="348031"/>
                  </a:lnTo>
                  <a:lnTo>
                    <a:pt x="8870018" y="353238"/>
                  </a:lnTo>
                  <a:lnTo>
                    <a:pt x="8927613" y="358346"/>
                  </a:lnTo>
                  <a:lnTo>
                    <a:pt x="8985090" y="363292"/>
                  </a:lnTo>
                  <a:lnTo>
                    <a:pt x="9042486" y="368019"/>
                  </a:lnTo>
                  <a:lnTo>
                    <a:pt x="9099916" y="372485"/>
                  </a:lnTo>
                  <a:lnTo>
                    <a:pt x="9157604" y="376655"/>
                  </a:lnTo>
                  <a:lnTo>
                    <a:pt x="9215895" y="380512"/>
                  </a:lnTo>
                  <a:lnTo>
                    <a:pt x="9275283" y="384047"/>
                  </a:lnTo>
                  <a:lnTo>
                    <a:pt x="9336447" y="387264"/>
                  </a:lnTo>
                  <a:lnTo>
                    <a:pt x="9347647" y="387806"/>
                  </a:lnTo>
                  <a:lnTo>
                    <a:pt x="9399581" y="390141"/>
                  </a:lnTo>
                  <a:lnTo>
                    <a:pt x="9453971" y="392273"/>
                  </a:lnTo>
                  <a:lnTo>
                    <a:pt x="9511504" y="394209"/>
                  </a:lnTo>
                  <a:lnTo>
                    <a:pt x="9572933" y="395963"/>
                  </a:lnTo>
                  <a:lnTo>
                    <a:pt x="9639039" y="397553"/>
                  </a:lnTo>
                  <a:lnTo>
                    <a:pt x="9710586" y="398994"/>
                  </a:lnTo>
                  <a:lnTo>
                    <a:pt x="9788272" y="400305"/>
                  </a:lnTo>
                  <a:lnTo>
                    <a:pt x="9872657" y="401497"/>
                  </a:lnTo>
                  <a:lnTo>
                    <a:pt x="9964071" y="402584"/>
                  </a:lnTo>
                  <a:lnTo>
                    <a:pt x="10062497" y="403574"/>
                  </a:lnTo>
                  <a:lnTo>
                    <a:pt x="10167429" y="404474"/>
                  </a:lnTo>
                  <a:lnTo>
                    <a:pt x="10277724" y="405286"/>
                  </a:lnTo>
                  <a:lnTo>
                    <a:pt x="10391482" y="406012"/>
                  </a:lnTo>
                  <a:lnTo>
                    <a:pt x="10505983" y="406651"/>
                  </a:lnTo>
                  <a:lnTo>
                    <a:pt x="10617763" y="407201"/>
                  </a:lnTo>
                  <a:lnTo>
                    <a:pt x="10722854" y="407661"/>
                  </a:lnTo>
                  <a:lnTo>
                    <a:pt x="10817212" y="408030"/>
                  </a:lnTo>
                  <a:lnTo>
                    <a:pt x="10897286" y="408312"/>
                  </a:lnTo>
                  <a:lnTo>
                    <a:pt x="10960605" y="408514"/>
                  </a:lnTo>
                  <a:lnTo>
                    <a:pt x="11006254" y="408646"/>
                  </a:lnTo>
                  <a:lnTo>
                    <a:pt x="11035104" y="408722"/>
                  </a:lnTo>
                  <a:lnTo>
                    <a:pt x="11049798" y="408758"/>
                  </a:lnTo>
                  <a:lnTo>
                    <a:pt x="11054547" y="408768"/>
                  </a:lnTo>
                  <a:lnTo>
                    <a:pt x="11054891" y="408769"/>
                  </a:lnTo>
                  <a:lnTo>
                    <a:pt x="12049831" y="408769"/>
                  </a:lnTo>
                  <a:lnTo>
                    <a:pt x="12049831" y="4087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9" name="pl1918"/>
            <p:cNvSpPr/>
            <p:nvPr/>
          </p:nvSpPr>
          <p:spPr>
            <a:xfrm>
              <a:off x="1199187" y="6115655"/>
              <a:ext cx="12049831" cy="408769"/>
            </a:xfrm>
            <a:custGeom>
              <a:avLst/>
              <a:pathLst>
                <a:path w="12049831" h="408769">
                  <a:moveTo>
                    <a:pt x="12049831" y="408769"/>
                  </a:moveTo>
                  <a:lnTo>
                    <a:pt x="11054891" y="408769"/>
                  </a:lnTo>
                  <a:lnTo>
                    <a:pt x="11053755" y="408767"/>
                  </a:lnTo>
                  <a:lnTo>
                    <a:pt x="11046256" y="408749"/>
                  </a:lnTo>
                  <a:lnTo>
                    <a:pt x="11027253" y="408702"/>
                  </a:lnTo>
                  <a:lnTo>
                    <a:pt x="10993030" y="408609"/>
                  </a:lnTo>
                  <a:lnTo>
                    <a:pt x="10941517" y="408455"/>
                  </a:lnTo>
                  <a:lnTo>
                    <a:pt x="10872445" y="408228"/>
                  </a:lnTo>
                  <a:lnTo>
                    <a:pt x="10787286" y="407917"/>
                  </a:lnTo>
                  <a:lnTo>
                    <a:pt x="10688931" y="407518"/>
                  </a:lnTo>
                  <a:lnTo>
                    <a:pt x="10581162" y="407029"/>
                  </a:lnTo>
                  <a:lnTo>
                    <a:pt x="10468055" y="406449"/>
                  </a:lnTo>
                  <a:lnTo>
                    <a:pt x="10353451" y="405781"/>
                  </a:lnTo>
                  <a:lnTo>
                    <a:pt x="10240582" y="405026"/>
                  </a:lnTo>
                  <a:lnTo>
                    <a:pt x="10131898" y="404185"/>
                  </a:lnTo>
                  <a:lnTo>
                    <a:pt x="10029035" y="403255"/>
                  </a:lnTo>
                  <a:lnTo>
                    <a:pt x="9932910" y="402234"/>
                  </a:lnTo>
                  <a:lnTo>
                    <a:pt x="9843849" y="401113"/>
                  </a:lnTo>
                  <a:lnTo>
                    <a:pt x="9761740" y="399883"/>
                  </a:lnTo>
                  <a:lnTo>
                    <a:pt x="9686164" y="398531"/>
                  </a:lnTo>
                  <a:lnTo>
                    <a:pt x="9616507" y="397042"/>
                  </a:lnTo>
                  <a:lnTo>
                    <a:pt x="9552042" y="395399"/>
                  </a:lnTo>
                  <a:lnTo>
                    <a:pt x="9491993" y="393586"/>
                  </a:lnTo>
                  <a:lnTo>
                    <a:pt x="9435586" y="391587"/>
                  </a:lnTo>
                  <a:lnTo>
                    <a:pt x="9382084" y="389388"/>
                  </a:lnTo>
                  <a:lnTo>
                    <a:pt x="9347647" y="387806"/>
                  </a:lnTo>
                  <a:lnTo>
                    <a:pt x="9286078" y="384646"/>
                  </a:lnTo>
                  <a:lnTo>
                    <a:pt x="9226427" y="381169"/>
                  </a:lnTo>
                  <a:lnTo>
                    <a:pt x="9167981" y="377369"/>
                  </a:lnTo>
                  <a:lnTo>
                    <a:pt x="9110215" y="373254"/>
                  </a:lnTo>
                  <a:lnTo>
                    <a:pt x="9052758" y="368839"/>
                  </a:lnTo>
                  <a:lnTo>
                    <a:pt x="8995368" y="364155"/>
                  </a:lnTo>
                  <a:lnTo>
                    <a:pt x="8937910" y="359245"/>
                  </a:lnTo>
                  <a:lnTo>
                    <a:pt x="8880336" y="354162"/>
                  </a:lnTo>
                  <a:lnTo>
                    <a:pt x="8822662" y="348967"/>
                  </a:lnTo>
                  <a:lnTo>
                    <a:pt x="8764945" y="343731"/>
                  </a:lnTo>
                  <a:lnTo>
                    <a:pt x="8707258" y="338525"/>
                  </a:lnTo>
                  <a:lnTo>
                    <a:pt x="8649663" y="333417"/>
                  </a:lnTo>
                  <a:lnTo>
                    <a:pt x="8592186" y="328471"/>
                  </a:lnTo>
                  <a:lnTo>
                    <a:pt x="8534791" y="323743"/>
                  </a:lnTo>
                  <a:lnTo>
                    <a:pt x="8477360" y="319278"/>
                  </a:lnTo>
                  <a:lnTo>
                    <a:pt x="8419673" y="315107"/>
                  </a:lnTo>
                  <a:lnTo>
                    <a:pt x="8361382" y="311251"/>
                  </a:lnTo>
                  <a:lnTo>
                    <a:pt x="8301993" y="307716"/>
                  </a:lnTo>
                  <a:lnTo>
                    <a:pt x="8240830" y="304499"/>
                  </a:lnTo>
                  <a:lnTo>
                    <a:pt x="8229629" y="303956"/>
                  </a:lnTo>
                  <a:lnTo>
                    <a:pt x="8177695" y="301622"/>
                  </a:lnTo>
                  <a:lnTo>
                    <a:pt x="8123305" y="299490"/>
                  </a:lnTo>
                  <a:lnTo>
                    <a:pt x="8065773" y="297554"/>
                  </a:lnTo>
                  <a:lnTo>
                    <a:pt x="8004344" y="295799"/>
                  </a:lnTo>
                  <a:lnTo>
                    <a:pt x="7938238" y="294210"/>
                  </a:lnTo>
                  <a:lnTo>
                    <a:pt x="7866690" y="292768"/>
                  </a:lnTo>
                  <a:lnTo>
                    <a:pt x="7789004" y="291458"/>
                  </a:lnTo>
                  <a:lnTo>
                    <a:pt x="7704619" y="290266"/>
                  </a:lnTo>
                  <a:lnTo>
                    <a:pt x="7613205" y="289179"/>
                  </a:lnTo>
                  <a:lnTo>
                    <a:pt x="7514779" y="288189"/>
                  </a:lnTo>
                  <a:lnTo>
                    <a:pt x="7409848" y="287289"/>
                  </a:lnTo>
                  <a:lnTo>
                    <a:pt x="7299552" y="286477"/>
                  </a:lnTo>
                  <a:lnTo>
                    <a:pt x="7185795" y="285750"/>
                  </a:lnTo>
                  <a:lnTo>
                    <a:pt x="7071294" y="285111"/>
                  </a:lnTo>
                  <a:lnTo>
                    <a:pt x="6959514" y="284561"/>
                  </a:lnTo>
                  <a:lnTo>
                    <a:pt x="6854423" y="284102"/>
                  </a:lnTo>
                  <a:lnTo>
                    <a:pt x="6760065" y="283733"/>
                  </a:lnTo>
                  <a:lnTo>
                    <a:pt x="6679991" y="283451"/>
                  </a:lnTo>
                  <a:lnTo>
                    <a:pt x="6616671" y="283249"/>
                  </a:lnTo>
                  <a:lnTo>
                    <a:pt x="6571023" y="283117"/>
                  </a:lnTo>
                  <a:lnTo>
                    <a:pt x="6542172" y="283040"/>
                  </a:lnTo>
                  <a:lnTo>
                    <a:pt x="6527479" y="283005"/>
                  </a:lnTo>
                  <a:lnTo>
                    <a:pt x="6522730" y="282994"/>
                  </a:lnTo>
                  <a:lnTo>
                    <a:pt x="6522385" y="282994"/>
                  </a:lnTo>
                  <a:lnTo>
                    <a:pt x="5527445" y="282994"/>
                  </a:lnTo>
                  <a:lnTo>
                    <a:pt x="5526309" y="282988"/>
                  </a:lnTo>
                  <a:lnTo>
                    <a:pt x="5518814" y="282950"/>
                  </a:lnTo>
                  <a:lnTo>
                    <a:pt x="5499820" y="282844"/>
                  </a:lnTo>
                  <a:lnTo>
                    <a:pt x="5465611" y="282634"/>
                  </a:lnTo>
                  <a:lnTo>
                    <a:pt x="5414118" y="282288"/>
                  </a:lnTo>
                  <a:lnTo>
                    <a:pt x="5345071" y="281776"/>
                  </a:lnTo>
                  <a:lnTo>
                    <a:pt x="5259939" y="281078"/>
                  </a:lnTo>
                  <a:lnTo>
                    <a:pt x="5161612" y="280181"/>
                  </a:lnTo>
                  <a:lnTo>
                    <a:pt x="5053869" y="279080"/>
                  </a:lnTo>
                  <a:lnTo>
                    <a:pt x="4940785" y="277776"/>
                  </a:lnTo>
                  <a:lnTo>
                    <a:pt x="4826197" y="276273"/>
                  </a:lnTo>
                  <a:lnTo>
                    <a:pt x="4713341" y="274575"/>
                  </a:lnTo>
                  <a:lnTo>
                    <a:pt x="4604663" y="272683"/>
                  </a:lnTo>
                  <a:lnTo>
                    <a:pt x="4501803" y="270593"/>
                  </a:lnTo>
                  <a:lnTo>
                    <a:pt x="4405677" y="268296"/>
                  </a:lnTo>
                  <a:lnTo>
                    <a:pt x="4316613" y="265775"/>
                  </a:lnTo>
                  <a:lnTo>
                    <a:pt x="4234499" y="263008"/>
                  </a:lnTo>
                  <a:lnTo>
                    <a:pt x="4158918" y="259967"/>
                  </a:lnTo>
                  <a:lnTo>
                    <a:pt x="4089256" y="256618"/>
                  </a:lnTo>
                  <a:lnTo>
                    <a:pt x="4024786" y="252924"/>
                  </a:lnTo>
                  <a:lnTo>
                    <a:pt x="3964734" y="248847"/>
                  </a:lnTo>
                  <a:lnTo>
                    <a:pt x="3908325" y="244349"/>
                  </a:lnTo>
                  <a:lnTo>
                    <a:pt x="3854822" y="239404"/>
                  </a:lnTo>
                  <a:lnTo>
                    <a:pt x="3820202" y="235828"/>
                  </a:lnTo>
                  <a:lnTo>
                    <a:pt x="3758971" y="228759"/>
                  </a:lnTo>
                  <a:lnTo>
                    <a:pt x="3699642" y="220985"/>
                  </a:lnTo>
                  <a:lnTo>
                    <a:pt x="3641511" y="212494"/>
                  </a:lnTo>
                  <a:lnTo>
                    <a:pt x="3584059" y="203299"/>
                  </a:lnTo>
                  <a:lnTo>
                    <a:pt x="3526920" y="193438"/>
                  </a:lnTo>
                  <a:lnTo>
                    <a:pt x="3469852" y="182976"/>
                  </a:lnTo>
                  <a:lnTo>
                    <a:pt x="3412719" y="172006"/>
                  </a:lnTo>
                  <a:lnTo>
                    <a:pt x="3355472" y="160646"/>
                  </a:lnTo>
                  <a:lnTo>
                    <a:pt x="3298125" y="149033"/>
                  </a:lnTo>
                  <a:lnTo>
                    <a:pt x="3240732" y="137319"/>
                  </a:lnTo>
                  <a:lnTo>
                    <a:pt x="3183365" y="125661"/>
                  </a:lnTo>
                  <a:lnTo>
                    <a:pt x="3126085" y="114213"/>
                  </a:lnTo>
                  <a:lnTo>
                    <a:pt x="3068922" y="103118"/>
                  </a:lnTo>
                  <a:lnTo>
                    <a:pt x="3011845" y="92500"/>
                  </a:lnTo>
                  <a:lnTo>
                    <a:pt x="2954746" y="82459"/>
                  </a:lnTo>
                  <a:lnTo>
                    <a:pt x="2897415" y="73068"/>
                  </a:lnTo>
                  <a:lnTo>
                    <a:pt x="2839525" y="64373"/>
                  </a:lnTo>
                  <a:lnTo>
                    <a:pt x="2780603" y="56393"/>
                  </a:lnTo>
                  <a:lnTo>
                    <a:pt x="2720003" y="49124"/>
                  </a:lnTo>
                  <a:lnTo>
                    <a:pt x="2702183" y="47165"/>
                  </a:lnTo>
                  <a:lnTo>
                    <a:pt x="2650258" y="41913"/>
                  </a:lnTo>
                  <a:lnTo>
                    <a:pt x="2595877" y="37118"/>
                  </a:lnTo>
                  <a:lnTo>
                    <a:pt x="2538354" y="32762"/>
                  </a:lnTo>
                  <a:lnTo>
                    <a:pt x="2476937" y="28815"/>
                  </a:lnTo>
                  <a:lnTo>
                    <a:pt x="2410845" y="25239"/>
                  </a:lnTo>
                  <a:lnTo>
                    <a:pt x="2339313" y="21995"/>
                  </a:lnTo>
                  <a:lnTo>
                    <a:pt x="2261645" y="19048"/>
                  </a:lnTo>
                  <a:lnTo>
                    <a:pt x="2177281" y="16364"/>
                  </a:lnTo>
                  <a:lnTo>
                    <a:pt x="2085890" y="13919"/>
                  </a:lnTo>
                  <a:lnTo>
                    <a:pt x="1987489" y="11691"/>
                  </a:lnTo>
                  <a:lnTo>
                    <a:pt x="1882584" y="9667"/>
                  </a:lnTo>
                  <a:lnTo>
                    <a:pt x="1772313" y="7839"/>
                  </a:lnTo>
                  <a:lnTo>
                    <a:pt x="1658577" y="6205"/>
                  </a:lnTo>
                  <a:lnTo>
                    <a:pt x="1544092" y="4767"/>
                  </a:lnTo>
                  <a:lnTo>
                    <a:pt x="1432319" y="3529"/>
                  </a:lnTo>
                  <a:lnTo>
                    <a:pt x="1327223" y="2495"/>
                  </a:lnTo>
                  <a:lnTo>
                    <a:pt x="1232847" y="1664"/>
                  </a:lnTo>
                  <a:lnTo>
                    <a:pt x="1152743" y="1029"/>
                  </a:lnTo>
                  <a:lnTo>
                    <a:pt x="1089384" y="575"/>
                  </a:lnTo>
                  <a:lnTo>
                    <a:pt x="1043690" y="277"/>
                  </a:lnTo>
                  <a:lnTo>
                    <a:pt x="1014795" y="105"/>
                  </a:lnTo>
                  <a:lnTo>
                    <a:pt x="1000063" y="25"/>
                  </a:lnTo>
                  <a:lnTo>
                    <a:pt x="995289" y="1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0" name="pg1919"/>
            <p:cNvSpPr/>
            <p:nvPr/>
          </p:nvSpPr>
          <p:spPr>
            <a:xfrm>
              <a:off x="1199187" y="4375764"/>
              <a:ext cx="12049831" cy="2064809"/>
            </a:xfrm>
            <a:custGeom>
              <a:avLst/>
              <a:pathLst>
                <a:path w="12049831" h="2064809">
                  <a:moveTo>
                    <a:pt x="0" y="1750371"/>
                  </a:moveTo>
                  <a:lnTo>
                    <a:pt x="994940" y="1750371"/>
                  </a:lnTo>
                  <a:lnTo>
                    <a:pt x="996075" y="1750377"/>
                  </a:lnTo>
                  <a:lnTo>
                    <a:pt x="1003570" y="1750420"/>
                  </a:lnTo>
                  <a:lnTo>
                    <a:pt x="1022562" y="1750538"/>
                  </a:lnTo>
                  <a:lnTo>
                    <a:pt x="1056767" y="1750771"/>
                  </a:lnTo>
                  <a:lnTo>
                    <a:pt x="1108254" y="1751156"/>
                  </a:lnTo>
                  <a:lnTo>
                    <a:pt x="1177294" y="1751724"/>
                  </a:lnTo>
                  <a:lnTo>
                    <a:pt x="1262417" y="1752499"/>
                  </a:lnTo>
                  <a:lnTo>
                    <a:pt x="1360736" y="1753496"/>
                  </a:lnTo>
                  <a:lnTo>
                    <a:pt x="1468471" y="1754720"/>
                  </a:lnTo>
                  <a:lnTo>
                    <a:pt x="1581549" y="1756169"/>
                  </a:lnTo>
                  <a:lnTo>
                    <a:pt x="1696132" y="1757838"/>
                  </a:lnTo>
                  <a:lnTo>
                    <a:pt x="1808985" y="1759724"/>
                  </a:lnTo>
                  <a:lnTo>
                    <a:pt x="1917661" y="1761826"/>
                  </a:lnTo>
                  <a:lnTo>
                    <a:pt x="2020520" y="1764148"/>
                  </a:lnTo>
                  <a:lnTo>
                    <a:pt x="2116646" y="1766701"/>
                  </a:lnTo>
                  <a:lnTo>
                    <a:pt x="2205711" y="1769502"/>
                  </a:lnTo>
                  <a:lnTo>
                    <a:pt x="2287826" y="1772576"/>
                  </a:lnTo>
                  <a:lnTo>
                    <a:pt x="2363408" y="1775954"/>
                  </a:lnTo>
                  <a:lnTo>
                    <a:pt x="2433072" y="1779675"/>
                  </a:lnTo>
                  <a:lnTo>
                    <a:pt x="2497543" y="1783778"/>
                  </a:lnTo>
                  <a:lnTo>
                    <a:pt x="2557596" y="1788308"/>
                  </a:lnTo>
                  <a:lnTo>
                    <a:pt x="2614006" y="1793304"/>
                  </a:lnTo>
                  <a:lnTo>
                    <a:pt x="2667509" y="1798798"/>
                  </a:lnTo>
                  <a:lnTo>
                    <a:pt x="2702183" y="1802778"/>
                  </a:lnTo>
                  <a:lnTo>
                    <a:pt x="2763317" y="1810619"/>
                  </a:lnTo>
                  <a:lnTo>
                    <a:pt x="2822553" y="1819241"/>
                  </a:lnTo>
                  <a:lnTo>
                    <a:pt x="2880594" y="1828657"/>
                  </a:lnTo>
                  <a:lnTo>
                    <a:pt x="2937956" y="1838852"/>
                  </a:lnTo>
                  <a:lnTo>
                    <a:pt x="2995004" y="1849786"/>
                  </a:lnTo>
                  <a:lnTo>
                    <a:pt x="3051980" y="1861386"/>
                  </a:lnTo>
                  <a:lnTo>
                    <a:pt x="3109018" y="1873550"/>
                  </a:lnTo>
                  <a:lnTo>
                    <a:pt x="3166171" y="1886148"/>
                  </a:lnTo>
                  <a:lnTo>
                    <a:pt x="3223425" y="1899027"/>
                  </a:lnTo>
                  <a:lnTo>
                    <a:pt x="3280725" y="1912022"/>
                  </a:lnTo>
                  <a:lnTo>
                    <a:pt x="3338000" y="1924956"/>
                  </a:lnTo>
                  <a:lnTo>
                    <a:pt x="3395189" y="1937661"/>
                  </a:lnTo>
                  <a:lnTo>
                    <a:pt x="3452262" y="1949979"/>
                  </a:lnTo>
                  <a:lnTo>
                    <a:pt x="3509248" y="1961770"/>
                  </a:lnTo>
                  <a:lnTo>
                    <a:pt x="3566252" y="1972926"/>
                  </a:lnTo>
                  <a:lnTo>
                    <a:pt x="3623481" y="1983362"/>
                  </a:lnTo>
                  <a:lnTo>
                    <a:pt x="3681257" y="1993029"/>
                  </a:lnTo>
                  <a:lnTo>
                    <a:pt x="3740047" y="2001903"/>
                  </a:lnTo>
                  <a:lnTo>
                    <a:pt x="3800487" y="2009990"/>
                  </a:lnTo>
                  <a:lnTo>
                    <a:pt x="3820202" y="2012403"/>
                  </a:lnTo>
                  <a:lnTo>
                    <a:pt x="3872125" y="2018238"/>
                  </a:lnTo>
                  <a:lnTo>
                    <a:pt x="3926503" y="2023566"/>
                  </a:lnTo>
                  <a:lnTo>
                    <a:pt x="3984023" y="2028406"/>
                  </a:lnTo>
                  <a:lnTo>
                    <a:pt x="4045437" y="2032792"/>
                  </a:lnTo>
                  <a:lnTo>
                    <a:pt x="4111525" y="2036765"/>
                  </a:lnTo>
                  <a:lnTo>
                    <a:pt x="4183052" y="2040369"/>
                  </a:lnTo>
                  <a:lnTo>
                    <a:pt x="4260714" y="2043644"/>
                  </a:lnTo>
                  <a:lnTo>
                    <a:pt x="4345072" y="2046625"/>
                  </a:lnTo>
                  <a:lnTo>
                    <a:pt x="4436457" y="2049342"/>
                  </a:lnTo>
                  <a:lnTo>
                    <a:pt x="4534850" y="2051818"/>
                  </a:lnTo>
                  <a:lnTo>
                    <a:pt x="4639748" y="2054067"/>
                  </a:lnTo>
                  <a:lnTo>
                    <a:pt x="4750012" y="2056098"/>
                  </a:lnTo>
                  <a:lnTo>
                    <a:pt x="4863741" y="2057913"/>
                  </a:lnTo>
                  <a:lnTo>
                    <a:pt x="4978222" y="2059511"/>
                  </a:lnTo>
                  <a:lnTo>
                    <a:pt x="5089993" y="2060887"/>
                  </a:lnTo>
                  <a:lnTo>
                    <a:pt x="5195090" y="2062036"/>
                  </a:lnTo>
                  <a:lnTo>
                    <a:pt x="5289471" y="2062959"/>
                  </a:lnTo>
                  <a:lnTo>
                    <a:pt x="5369584" y="2063665"/>
                  </a:lnTo>
                  <a:lnTo>
                    <a:pt x="5432955" y="2064170"/>
                  </a:lnTo>
                  <a:lnTo>
                    <a:pt x="5478662" y="2064501"/>
                  </a:lnTo>
                  <a:lnTo>
                    <a:pt x="5507570" y="2064692"/>
                  </a:lnTo>
                  <a:lnTo>
                    <a:pt x="5522313" y="2064781"/>
                  </a:lnTo>
                  <a:lnTo>
                    <a:pt x="5527094" y="2064808"/>
                  </a:lnTo>
                  <a:lnTo>
                    <a:pt x="5527445" y="2064809"/>
                  </a:lnTo>
                  <a:lnTo>
                    <a:pt x="6522385" y="2064809"/>
                  </a:lnTo>
                  <a:lnTo>
                    <a:pt x="6523489" y="2064771"/>
                  </a:lnTo>
                  <a:lnTo>
                    <a:pt x="6530777" y="2064499"/>
                  </a:lnTo>
                  <a:lnTo>
                    <a:pt x="6549260" y="2063748"/>
                  </a:lnTo>
                  <a:lnTo>
                    <a:pt x="6582583" y="2062267"/>
                  </a:lnTo>
                  <a:lnTo>
                    <a:pt x="6632815" y="2059820"/>
                  </a:lnTo>
                  <a:lnTo>
                    <a:pt x="6700293" y="2056200"/>
                  </a:lnTo>
                  <a:lnTo>
                    <a:pt x="6783674" y="2051257"/>
                  </a:lnTo>
                  <a:lnTo>
                    <a:pt x="6880224" y="2044896"/>
                  </a:lnTo>
                  <a:lnTo>
                    <a:pt x="6986314" y="2037080"/>
                  </a:lnTo>
                  <a:lnTo>
                    <a:pt x="7097988" y="2027814"/>
                  </a:lnTo>
                  <a:lnTo>
                    <a:pt x="7211477" y="2017127"/>
                  </a:lnTo>
                  <a:lnTo>
                    <a:pt x="7323570" y="2005045"/>
                  </a:lnTo>
                  <a:lnTo>
                    <a:pt x="7431800" y="1991579"/>
                  </a:lnTo>
                  <a:lnTo>
                    <a:pt x="7534484" y="1976705"/>
                  </a:lnTo>
                  <a:lnTo>
                    <a:pt x="7630647" y="1960362"/>
                  </a:lnTo>
                  <a:lnTo>
                    <a:pt x="7719900" y="1942443"/>
                  </a:lnTo>
                  <a:lnTo>
                    <a:pt x="7802296" y="1922796"/>
                  </a:lnTo>
                  <a:lnTo>
                    <a:pt x="7878202" y="1901229"/>
                  </a:lnTo>
                  <a:lnTo>
                    <a:pt x="7948188" y="1877509"/>
                  </a:lnTo>
                  <a:lnTo>
                    <a:pt x="8012945" y="1851377"/>
                  </a:lnTo>
                  <a:lnTo>
                    <a:pt x="8073222" y="1822560"/>
                  </a:lnTo>
                  <a:lnTo>
                    <a:pt x="8129773" y="1790794"/>
                  </a:lnTo>
                  <a:lnTo>
                    <a:pt x="8183326" y="1755868"/>
                  </a:lnTo>
                  <a:lnTo>
                    <a:pt x="8229629" y="1721548"/>
                  </a:lnTo>
                  <a:lnTo>
                    <a:pt x="8278805" y="1680785"/>
                  </a:lnTo>
                  <a:lnTo>
                    <a:pt x="8326661" y="1636753"/>
                  </a:lnTo>
                  <a:lnTo>
                    <a:pt x="8373589" y="1589389"/>
                  </a:lnTo>
                  <a:lnTo>
                    <a:pt x="8419900" y="1538692"/>
                  </a:lnTo>
                  <a:lnTo>
                    <a:pt x="8465833" y="1484735"/>
                  </a:lnTo>
                  <a:lnTo>
                    <a:pt x="8511568" y="1427670"/>
                  </a:lnTo>
                  <a:lnTo>
                    <a:pt x="8557235" y="1367731"/>
                  </a:lnTo>
                  <a:lnTo>
                    <a:pt x="8602918" y="1305234"/>
                  </a:lnTo>
                  <a:lnTo>
                    <a:pt x="8648661" y="1240572"/>
                  </a:lnTo>
                  <a:lnTo>
                    <a:pt x="8694481" y="1174211"/>
                  </a:lnTo>
                  <a:lnTo>
                    <a:pt x="8740365" y="1106672"/>
                  </a:lnTo>
                  <a:lnTo>
                    <a:pt x="8786288" y="1038519"/>
                  </a:lnTo>
                  <a:lnTo>
                    <a:pt x="8832212" y="970335"/>
                  </a:lnTo>
                  <a:lnTo>
                    <a:pt x="8878102" y="902706"/>
                  </a:lnTo>
                  <a:lnTo>
                    <a:pt x="8923929" y="836200"/>
                  </a:lnTo>
                  <a:lnTo>
                    <a:pt x="8969680" y="771342"/>
                  </a:lnTo>
                  <a:lnTo>
                    <a:pt x="9015367" y="708604"/>
                  </a:lnTo>
                  <a:lnTo>
                    <a:pt x="9061033" y="648387"/>
                  </a:lnTo>
                  <a:lnTo>
                    <a:pt x="9106756" y="591016"/>
                  </a:lnTo>
                  <a:lnTo>
                    <a:pt x="9152661" y="536733"/>
                  </a:lnTo>
                  <a:lnTo>
                    <a:pt x="9198923" y="485698"/>
                  </a:lnTo>
                  <a:lnTo>
                    <a:pt x="9245775" y="437991"/>
                  </a:lnTo>
                  <a:lnTo>
                    <a:pt x="9293520" y="393620"/>
                  </a:lnTo>
                  <a:lnTo>
                    <a:pt x="9342540" y="352527"/>
                  </a:lnTo>
                  <a:lnTo>
                    <a:pt x="9347647" y="348502"/>
                  </a:lnTo>
                  <a:lnTo>
                    <a:pt x="9399060" y="310633"/>
                  </a:lnTo>
                  <a:lnTo>
                    <a:pt x="9452875" y="276022"/>
                  </a:lnTo>
                  <a:lnTo>
                    <a:pt x="9509757" y="244554"/>
                  </a:lnTo>
                  <a:lnTo>
                    <a:pt x="9570436" y="216010"/>
                  </a:lnTo>
                  <a:lnTo>
                    <a:pt x="9635671" y="190126"/>
                  </a:lnTo>
                  <a:lnTo>
                    <a:pt x="9706206" y="166627"/>
                  </a:lnTo>
                  <a:lnTo>
                    <a:pt x="9782722" y="145256"/>
                  </a:lnTo>
                  <a:lnTo>
                    <a:pt x="9865775" y="125786"/>
                  </a:lnTo>
                  <a:lnTo>
                    <a:pt x="9955705" y="108027"/>
                  </a:lnTo>
                  <a:lnTo>
                    <a:pt x="10052530" y="91831"/>
                  </a:lnTo>
                  <a:lnTo>
                    <a:pt x="10155808" y="77096"/>
                  </a:lnTo>
                  <a:lnTo>
                    <a:pt x="10264501" y="63765"/>
                  </a:lnTo>
                  <a:lnTo>
                    <a:pt x="10376851" y="51819"/>
                  </a:lnTo>
                  <a:lnTo>
                    <a:pt x="10490316" y="41268"/>
                  </a:lnTo>
                  <a:lnTo>
                    <a:pt x="10601617" y="32143"/>
                  </a:lnTo>
                  <a:lnTo>
                    <a:pt x="10706950" y="24470"/>
                  </a:lnTo>
                  <a:lnTo>
                    <a:pt x="10802365" y="18249"/>
                  </a:lnTo>
                  <a:lnTo>
                    <a:pt x="10884297" y="13440"/>
                  </a:lnTo>
                  <a:lnTo>
                    <a:pt x="10950127" y="9943"/>
                  </a:lnTo>
                  <a:lnTo>
                    <a:pt x="10998666" y="7599"/>
                  </a:lnTo>
                  <a:lnTo>
                    <a:pt x="11030424" y="6200"/>
                  </a:lnTo>
                  <a:lnTo>
                    <a:pt x="11047632" y="5507"/>
                  </a:lnTo>
                  <a:lnTo>
                    <a:pt x="11054076" y="526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7" y="38"/>
                  </a:lnTo>
                  <a:lnTo>
                    <a:pt x="11046499" y="310"/>
                  </a:lnTo>
                  <a:lnTo>
                    <a:pt x="11028016" y="1061"/>
                  </a:lnTo>
                  <a:lnTo>
                    <a:pt x="10994693" y="2541"/>
                  </a:lnTo>
                  <a:lnTo>
                    <a:pt x="10944462" y="4989"/>
                  </a:lnTo>
                  <a:lnTo>
                    <a:pt x="10876983" y="8608"/>
                  </a:lnTo>
                  <a:lnTo>
                    <a:pt x="10793602" y="13552"/>
                  </a:lnTo>
                  <a:lnTo>
                    <a:pt x="10697052" y="19913"/>
                  </a:lnTo>
                  <a:lnTo>
                    <a:pt x="10590962" y="27729"/>
                  </a:lnTo>
                  <a:lnTo>
                    <a:pt x="10479289" y="36994"/>
                  </a:lnTo>
                  <a:lnTo>
                    <a:pt x="10365799" y="47682"/>
                  </a:lnTo>
                  <a:lnTo>
                    <a:pt x="10253707" y="59764"/>
                  </a:lnTo>
                  <a:lnTo>
                    <a:pt x="10145477" y="73230"/>
                  </a:lnTo>
                  <a:lnTo>
                    <a:pt x="10042793" y="88104"/>
                  </a:lnTo>
                  <a:lnTo>
                    <a:pt x="9946630" y="104447"/>
                  </a:lnTo>
                  <a:lnTo>
                    <a:pt x="9857377" y="122366"/>
                  </a:lnTo>
                  <a:lnTo>
                    <a:pt x="9774981" y="142013"/>
                  </a:lnTo>
                  <a:lnTo>
                    <a:pt x="9699075" y="163580"/>
                  </a:lnTo>
                  <a:lnTo>
                    <a:pt x="9629089" y="187300"/>
                  </a:lnTo>
                  <a:lnTo>
                    <a:pt x="9564331" y="213432"/>
                  </a:lnTo>
                  <a:lnTo>
                    <a:pt x="9504055" y="242249"/>
                  </a:lnTo>
                  <a:lnTo>
                    <a:pt x="9447504" y="274015"/>
                  </a:lnTo>
                  <a:lnTo>
                    <a:pt x="9393951" y="308941"/>
                  </a:lnTo>
                  <a:lnTo>
                    <a:pt x="9347647" y="343261"/>
                  </a:lnTo>
                  <a:lnTo>
                    <a:pt x="9298472" y="384024"/>
                  </a:lnTo>
                  <a:lnTo>
                    <a:pt x="9250616" y="428056"/>
                  </a:lnTo>
                  <a:lnTo>
                    <a:pt x="9203687" y="475420"/>
                  </a:lnTo>
                  <a:lnTo>
                    <a:pt x="9157377" y="526117"/>
                  </a:lnTo>
                  <a:lnTo>
                    <a:pt x="9111444" y="580074"/>
                  </a:lnTo>
                  <a:lnTo>
                    <a:pt x="9065708" y="637138"/>
                  </a:lnTo>
                  <a:lnTo>
                    <a:pt x="9020041" y="697078"/>
                  </a:lnTo>
                  <a:lnTo>
                    <a:pt x="8974359" y="759575"/>
                  </a:lnTo>
                  <a:lnTo>
                    <a:pt x="8928615" y="824236"/>
                  </a:lnTo>
                  <a:lnTo>
                    <a:pt x="8882796" y="890598"/>
                  </a:lnTo>
                  <a:lnTo>
                    <a:pt x="8836911" y="958136"/>
                  </a:lnTo>
                  <a:lnTo>
                    <a:pt x="8790989" y="1026290"/>
                  </a:lnTo>
                  <a:lnTo>
                    <a:pt x="8745065" y="1094474"/>
                  </a:lnTo>
                  <a:lnTo>
                    <a:pt x="8699175" y="1162102"/>
                  </a:lnTo>
                  <a:lnTo>
                    <a:pt x="8653348" y="1228609"/>
                  </a:lnTo>
                  <a:lnTo>
                    <a:pt x="8607596" y="1293467"/>
                  </a:lnTo>
                  <a:lnTo>
                    <a:pt x="8561909" y="1356205"/>
                  </a:lnTo>
                  <a:lnTo>
                    <a:pt x="8516244" y="1416422"/>
                  </a:lnTo>
                  <a:lnTo>
                    <a:pt x="8470521" y="1473793"/>
                  </a:lnTo>
                  <a:lnTo>
                    <a:pt x="8424615" y="1528076"/>
                  </a:lnTo>
                  <a:lnTo>
                    <a:pt x="8378353" y="1579111"/>
                  </a:lnTo>
                  <a:lnTo>
                    <a:pt x="8331501" y="1626818"/>
                  </a:lnTo>
                  <a:lnTo>
                    <a:pt x="8283757" y="1671189"/>
                  </a:lnTo>
                  <a:lnTo>
                    <a:pt x="8234737" y="1712282"/>
                  </a:lnTo>
                  <a:lnTo>
                    <a:pt x="8229629" y="1716307"/>
                  </a:lnTo>
                  <a:lnTo>
                    <a:pt x="8178216" y="1754176"/>
                  </a:lnTo>
                  <a:lnTo>
                    <a:pt x="8124402" y="1788787"/>
                  </a:lnTo>
                  <a:lnTo>
                    <a:pt x="8067520" y="1820255"/>
                  </a:lnTo>
                  <a:lnTo>
                    <a:pt x="8006840" y="1848799"/>
                  </a:lnTo>
                  <a:lnTo>
                    <a:pt x="7941605" y="1874683"/>
                  </a:lnTo>
                  <a:lnTo>
                    <a:pt x="7871071" y="1898182"/>
                  </a:lnTo>
                  <a:lnTo>
                    <a:pt x="7794554" y="1919552"/>
                  </a:lnTo>
                  <a:lnTo>
                    <a:pt x="7711502" y="1939023"/>
                  </a:lnTo>
                  <a:lnTo>
                    <a:pt x="7621571" y="1956782"/>
                  </a:lnTo>
                  <a:lnTo>
                    <a:pt x="7524747" y="1972978"/>
                  </a:lnTo>
                  <a:lnTo>
                    <a:pt x="7421469" y="1987712"/>
                  </a:lnTo>
                  <a:lnTo>
                    <a:pt x="7312775" y="2001044"/>
                  </a:lnTo>
                  <a:lnTo>
                    <a:pt x="7200425" y="2012990"/>
                  </a:lnTo>
                  <a:lnTo>
                    <a:pt x="7086961" y="2023540"/>
                  </a:lnTo>
                  <a:lnTo>
                    <a:pt x="6975660" y="2032665"/>
                  </a:lnTo>
                  <a:lnTo>
                    <a:pt x="6870327" y="2040339"/>
                  </a:lnTo>
                  <a:lnTo>
                    <a:pt x="6774911" y="2046560"/>
                  </a:lnTo>
                  <a:lnTo>
                    <a:pt x="6692980" y="2051369"/>
                  </a:lnTo>
                  <a:lnTo>
                    <a:pt x="6627149" y="2054866"/>
                  </a:lnTo>
                  <a:lnTo>
                    <a:pt x="6578610" y="2057210"/>
                  </a:lnTo>
                  <a:lnTo>
                    <a:pt x="6546852" y="2058609"/>
                  </a:lnTo>
                  <a:lnTo>
                    <a:pt x="6529645" y="2059302"/>
                  </a:lnTo>
                  <a:lnTo>
                    <a:pt x="6523201" y="2059541"/>
                  </a:lnTo>
                  <a:lnTo>
                    <a:pt x="6522385" y="2059569"/>
                  </a:lnTo>
                  <a:lnTo>
                    <a:pt x="5527445" y="2059569"/>
                  </a:lnTo>
                  <a:lnTo>
                    <a:pt x="5526310" y="2059563"/>
                  </a:lnTo>
                  <a:lnTo>
                    <a:pt x="5518815" y="2059520"/>
                  </a:lnTo>
                  <a:lnTo>
                    <a:pt x="5499823" y="2059402"/>
                  </a:lnTo>
                  <a:lnTo>
                    <a:pt x="5465618" y="2059169"/>
                  </a:lnTo>
                  <a:lnTo>
                    <a:pt x="5414131" y="2058784"/>
                  </a:lnTo>
                  <a:lnTo>
                    <a:pt x="5345091" y="2058216"/>
                  </a:lnTo>
                  <a:lnTo>
                    <a:pt x="5259968" y="2057441"/>
                  </a:lnTo>
                  <a:lnTo>
                    <a:pt x="5161649" y="2056444"/>
                  </a:lnTo>
                  <a:lnTo>
                    <a:pt x="5053914" y="2055220"/>
                  </a:lnTo>
                  <a:lnTo>
                    <a:pt x="4940836" y="2053771"/>
                  </a:lnTo>
                  <a:lnTo>
                    <a:pt x="4826253" y="2052102"/>
                  </a:lnTo>
                  <a:lnTo>
                    <a:pt x="4713400" y="2050216"/>
                  </a:lnTo>
                  <a:lnTo>
                    <a:pt x="4604724" y="2048114"/>
                  </a:lnTo>
                  <a:lnTo>
                    <a:pt x="4501865" y="2045792"/>
                  </a:lnTo>
                  <a:lnTo>
                    <a:pt x="4405739" y="2043239"/>
                  </a:lnTo>
                  <a:lnTo>
                    <a:pt x="4316674" y="2040438"/>
                  </a:lnTo>
                  <a:lnTo>
                    <a:pt x="4234559" y="2037364"/>
                  </a:lnTo>
                  <a:lnTo>
                    <a:pt x="4158977" y="2033986"/>
                  </a:lnTo>
                  <a:lnTo>
                    <a:pt x="4089313" y="2030265"/>
                  </a:lnTo>
                  <a:lnTo>
                    <a:pt x="4024842" y="2026162"/>
                  </a:lnTo>
                  <a:lnTo>
                    <a:pt x="3964789" y="2021632"/>
                  </a:lnTo>
                  <a:lnTo>
                    <a:pt x="3908379" y="2016636"/>
                  </a:lnTo>
                  <a:lnTo>
                    <a:pt x="3854876" y="2011142"/>
                  </a:lnTo>
                  <a:lnTo>
                    <a:pt x="3820202" y="2007162"/>
                  </a:lnTo>
                  <a:lnTo>
                    <a:pt x="3759068" y="1999321"/>
                  </a:lnTo>
                  <a:lnTo>
                    <a:pt x="3699832" y="1990699"/>
                  </a:lnTo>
                  <a:lnTo>
                    <a:pt x="3641791" y="1981283"/>
                  </a:lnTo>
                  <a:lnTo>
                    <a:pt x="3584429" y="1971088"/>
                  </a:lnTo>
                  <a:lnTo>
                    <a:pt x="3527381" y="1960154"/>
                  </a:lnTo>
                  <a:lnTo>
                    <a:pt x="3470405" y="1948554"/>
                  </a:lnTo>
                  <a:lnTo>
                    <a:pt x="3413367" y="1936390"/>
                  </a:lnTo>
                  <a:lnTo>
                    <a:pt x="3356214" y="1923792"/>
                  </a:lnTo>
                  <a:lnTo>
                    <a:pt x="3298960" y="1910913"/>
                  </a:lnTo>
                  <a:lnTo>
                    <a:pt x="3241660" y="1897918"/>
                  </a:lnTo>
                  <a:lnTo>
                    <a:pt x="3184385" y="1884984"/>
                  </a:lnTo>
                  <a:lnTo>
                    <a:pt x="3127196" y="1872279"/>
                  </a:lnTo>
                  <a:lnTo>
                    <a:pt x="3070123" y="1859961"/>
                  </a:lnTo>
                  <a:lnTo>
                    <a:pt x="3013137" y="1848170"/>
                  </a:lnTo>
                  <a:lnTo>
                    <a:pt x="2956133" y="1837014"/>
                  </a:lnTo>
                  <a:lnTo>
                    <a:pt x="2898904" y="1826578"/>
                  </a:lnTo>
                  <a:lnTo>
                    <a:pt x="2841128" y="1816911"/>
                  </a:lnTo>
                  <a:lnTo>
                    <a:pt x="2782338" y="1808037"/>
                  </a:lnTo>
                  <a:lnTo>
                    <a:pt x="2721898" y="1799950"/>
                  </a:lnTo>
                  <a:lnTo>
                    <a:pt x="2702183" y="1797537"/>
                  </a:lnTo>
                  <a:lnTo>
                    <a:pt x="2650260" y="1791702"/>
                  </a:lnTo>
                  <a:lnTo>
                    <a:pt x="2595882" y="1786374"/>
                  </a:lnTo>
                  <a:lnTo>
                    <a:pt x="2538362" y="1781534"/>
                  </a:lnTo>
                  <a:lnTo>
                    <a:pt x="2476948" y="1777148"/>
                  </a:lnTo>
                  <a:lnTo>
                    <a:pt x="2410860" y="1773175"/>
                  </a:lnTo>
                  <a:lnTo>
                    <a:pt x="2339333" y="1769571"/>
                  </a:lnTo>
                  <a:lnTo>
                    <a:pt x="2261671" y="1766296"/>
                  </a:lnTo>
                  <a:lnTo>
                    <a:pt x="2177313" y="1763315"/>
                  </a:lnTo>
                  <a:lnTo>
                    <a:pt x="2085928" y="1760598"/>
                  </a:lnTo>
                  <a:lnTo>
                    <a:pt x="1987535" y="1758122"/>
                  </a:lnTo>
                  <a:lnTo>
                    <a:pt x="1882637" y="1755873"/>
                  </a:lnTo>
                  <a:lnTo>
                    <a:pt x="1772373" y="1753842"/>
                  </a:lnTo>
                  <a:lnTo>
                    <a:pt x="1658644" y="1752027"/>
                  </a:lnTo>
                  <a:lnTo>
                    <a:pt x="1544163" y="1750429"/>
                  </a:lnTo>
                  <a:lnTo>
                    <a:pt x="1432392" y="1749053"/>
                  </a:lnTo>
                  <a:lnTo>
                    <a:pt x="1327295" y="1747904"/>
                  </a:lnTo>
                  <a:lnTo>
                    <a:pt x="1232914" y="1746981"/>
                  </a:lnTo>
                  <a:lnTo>
                    <a:pt x="1152801" y="1746275"/>
                  </a:lnTo>
                  <a:lnTo>
                    <a:pt x="1089430" y="1745770"/>
                  </a:lnTo>
                  <a:lnTo>
                    <a:pt x="1043723" y="1745439"/>
                  </a:lnTo>
                  <a:lnTo>
                    <a:pt x="1014815" y="1745248"/>
                  </a:lnTo>
                  <a:lnTo>
                    <a:pt x="1000072" y="1745159"/>
                  </a:lnTo>
                  <a:lnTo>
                    <a:pt x="995291" y="1745132"/>
                  </a:lnTo>
                  <a:lnTo>
                    <a:pt x="994940" y="1745131"/>
                  </a:lnTo>
                  <a:lnTo>
                    <a:pt x="0" y="1745131"/>
                  </a:lnTo>
                  <a:close/>
                </a:path>
              </a:pathLst>
            </a:custGeom>
            <a:solidFill>
              <a:srgbClr val="26C6D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21" name="pl1920"/>
            <p:cNvSpPr/>
            <p:nvPr/>
          </p:nvSpPr>
          <p:spPr>
            <a:xfrm>
              <a:off x="1199187" y="4381005"/>
              <a:ext cx="12049831" cy="2059569"/>
            </a:xfrm>
            <a:custGeom>
              <a:avLst/>
              <a:pathLst>
                <a:path w="12049831" h="2059569">
                  <a:moveTo>
                    <a:pt x="0" y="1745131"/>
                  </a:moveTo>
                  <a:lnTo>
                    <a:pt x="994940" y="1745131"/>
                  </a:lnTo>
                  <a:lnTo>
                    <a:pt x="996075" y="1745137"/>
                  </a:lnTo>
                  <a:lnTo>
                    <a:pt x="1003570" y="1745179"/>
                  </a:lnTo>
                  <a:lnTo>
                    <a:pt x="1022562" y="1745298"/>
                  </a:lnTo>
                  <a:lnTo>
                    <a:pt x="1056767" y="1745530"/>
                  </a:lnTo>
                  <a:lnTo>
                    <a:pt x="1108254" y="1745915"/>
                  </a:lnTo>
                  <a:lnTo>
                    <a:pt x="1177294" y="1746483"/>
                  </a:lnTo>
                  <a:lnTo>
                    <a:pt x="1262417" y="1747259"/>
                  </a:lnTo>
                  <a:lnTo>
                    <a:pt x="1360736" y="1748256"/>
                  </a:lnTo>
                  <a:lnTo>
                    <a:pt x="1468471" y="1749479"/>
                  </a:lnTo>
                  <a:lnTo>
                    <a:pt x="1581549" y="1750928"/>
                  </a:lnTo>
                  <a:lnTo>
                    <a:pt x="1696132" y="1752598"/>
                  </a:lnTo>
                  <a:lnTo>
                    <a:pt x="1808985" y="1754484"/>
                  </a:lnTo>
                  <a:lnTo>
                    <a:pt x="1917661" y="1756586"/>
                  </a:lnTo>
                  <a:lnTo>
                    <a:pt x="2020520" y="1758908"/>
                  </a:lnTo>
                  <a:lnTo>
                    <a:pt x="2116646" y="1761460"/>
                  </a:lnTo>
                  <a:lnTo>
                    <a:pt x="2205711" y="1764261"/>
                  </a:lnTo>
                  <a:lnTo>
                    <a:pt x="2287826" y="1767335"/>
                  </a:lnTo>
                  <a:lnTo>
                    <a:pt x="2363408" y="1770714"/>
                  </a:lnTo>
                  <a:lnTo>
                    <a:pt x="2433072" y="1774434"/>
                  </a:lnTo>
                  <a:lnTo>
                    <a:pt x="2497543" y="1778537"/>
                  </a:lnTo>
                  <a:lnTo>
                    <a:pt x="2557596" y="1783067"/>
                  </a:lnTo>
                  <a:lnTo>
                    <a:pt x="2614006" y="1788064"/>
                  </a:lnTo>
                  <a:lnTo>
                    <a:pt x="2667509" y="1793557"/>
                  </a:lnTo>
                  <a:lnTo>
                    <a:pt x="2702183" y="1797537"/>
                  </a:lnTo>
                  <a:lnTo>
                    <a:pt x="2763317" y="1805378"/>
                  </a:lnTo>
                  <a:lnTo>
                    <a:pt x="2822553" y="1814000"/>
                  </a:lnTo>
                  <a:lnTo>
                    <a:pt x="2880594" y="1823416"/>
                  </a:lnTo>
                  <a:lnTo>
                    <a:pt x="2937956" y="1833612"/>
                  </a:lnTo>
                  <a:lnTo>
                    <a:pt x="2995004" y="1844546"/>
                  </a:lnTo>
                  <a:lnTo>
                    <a:pt x="3051980" y="1856145"/>
                  </a:lnTo>
                  <a:lnTo>
                    <a:pt x="3109018" y="1868309"/>
                  </a:lnTo>
                  <a:lnTo>
                    <a:pt x="3166171" y="1880907"/>
                  </a:lnTo>
                  <a:lnTo>
                    <a:pt x="3223425" y="1893787"/>
                  </a:lnTo>
                  <a:lnTo>
                    <a:pt x="3280725" y="1906781"/>
                  </a:lnTo>
                  <a:lnTo>
                    <a:pt x="3338000" y="1919716"/>
                  </a:lnTo>
                  <a:lnTo>
                    <a:pt x="3395189" y="1932421"/>
                  </a:lnTo>
                  <a:lnTo>
                    <a:pt x="3452262" y="1944738"/>
                  </a:lnTo>
                  <a:lnTo>
                    <a:pt x="3509248" y="1956530"/>
                  </a:lnTo>
                  <a:lnTo>
                    <a:pt x="3566252" y="1967685"/>
                  </a:lnTo>
                  <a:lnTo>
                    <a:pt x="3623481" y="1978121"/>
                  </a:lnTo>
                  <a:lnTo>
                    <a:pt x="3681257" y="1987788"/>
                  </a:lnTo>
                  <a:lnTo>
                    <a:pt x="3740047" y="1996663"/>
                  </a:lnTo>
                  <a:lnTo>
                    <a:pt x="3800487" y="2004750"/>
                  </a:lnTo>
                  <a:lnTo>
                    <a:pt x="3820202" y="2007162"/>
                  </a:lnTo>
                  <a:lnTo>
                    <a:pt x="3872125" y="2012998"/>
                  </a:lnTo>
                  <a:lnTo>
                    <a:pt x="3926503" y="2018326"/>
                  </a:lnTo>
                  <a:lnTo>
                    <a:pt x="3984023" y="2023165"/>
                  </a:lnTo>
                  <a:lnTo>
                    <a:pt x="4045437" y="2027551"/>
                  </a:lnTo>
                  <a:lnTo>
                    <a:pt x="4111525" y="2031524"/>
                  </a:lnTo>
                  <a:lnTo>
                    <a:pt x="4183052" y="2035128"/>
                  </a:lnTo>
                  <a:lnTo>
                    <a:pt x="4260714" y="2038403"/>
                  </a:lnTo>
                  <a:lnTo>
                    <a:pt x="4345072" y="2041385"/>
                  </a:lnTo>
                  <a:lnTo>
                    <a:pt x="4436457" y="2044102"/>
                  </a:lnTo>
                  <a:lnTo>
                    <a:pt x="4534850" y="2046577"/>
                  </a:lnTo>
                  <a:lnTo>
                    <a:pt x="4639748" y="2048826"/>
                  </a:lnTo>
                  <a:lnTo>
                    <a:pt x="4750012" y="2050857"/>
                  </a:lnTo>
                  <a:lnTo>
                    <a:pt x="4863741" y="2052673"/>
                  </a:lnTo>
                  <a:lnTo>
                    <a:pt x="4978222" y="2054271"/>
                  </a:lnTo>
                  <a:lnTo>
                    <a:pt x="5089993" y="2055646"/>
                  </a:lnTo>
                  <a:lnTo>
                    <a:pt x="5195090" y="2056795"/>
                  </a:lnTo>
                  <a:lnTo>
                    <a:pt x="5289471" y="2057718"/>
                  </a:lnTo>
                  <a:lnTo>
                    <a:pt x="5369584" y="2058424"/>
                  </a:lnTo>
                  <a:lnTo>
                    <a:pt x="5432955" y="2058929"/>
                  </a:lnTo>
                  <a:lnTo>
                    <a:pt x="5478662" y="2059260"/>
                  </a:lnTo>
                  <a:lnTo>
                    <a:pt x="5507570" y="2059451"/>
                  </a:lnTo>
                  <a:lnTo>
                    <a:pt x="5522313" y="2059540"/>
                  </a:lnTo>
                  <a:lnTo>
                    <a:pt x="5527094" y="2059567"/>
                  </a:lnTo>
                  <a:lnTo>
                    <a:pt x="5527445" y="2059569"/>
                  </a:lnTo>
                  <a:lnTo>
                    <a:pt x="6522385" y="2059569"/>
                  </a:lnTo>
                  <a:lnTo>
                    <a:pt x="6523489" y="2059531"/>
                  </a:lnTo>
                  <a:lnTo>
                    <a:pt x="6530777" y="2059259"/>
                  </a:lnTo>
                  <a:lnTo>
                    <a:pt x="6549260" y="2058507"/>
                  </a:lnTo>
                  <a:lnTo>
                    <a:pt x="6582583" y="2057027"/>
                  </a:lnTo>
                  <a:lnTo>
                    <a:pt x="6632815" y="2054579"/>
                  </a:lnTo>
                  <a:lnTo>
                    <a:pt x="6700293" y="2050960"/>
                  </a:lnTo>
                  <a:lnTo>
                    <a:pt x="6783674" y="2046016"/>
                  </a:lnTo>
                  <a:lnTo>
                    <a:pt x="6880224" y="2039655"/>
                  </a:lnTo>
                  <a:lnTo>
                    <a:pt x="6986314" y="2031839"/>
                  </a:lnTo>
                  <a:lnTo>
                    <a:pt x="7097988" y="2022574"/>
                  </a:lnTo>
                  <a:lnTo>
                    <a:pt x="7211477" y="2011886"/>
                  </a:lnTo>
                  <a:lnTo>
                    <a:pt x="7323570" y="1999805"/>
                  </a:lnTo>
                  <a:lnTo>
                    <a:pt x="7431800" y="1986338"/>
                  </a:lnTo>
                  <a:lnTo>
                    <a:pt x="7534484" y="1971464"/>
                  </a:lnTo>
                  <a:lnTo>
                    <a:pt x="7630647" y="1955121"/>
                  </a:lnTo>
                  <a:lnTo>
                    <a:pt x="7719900" y="1937202"/>
                  </a:lnTo>
                  <a:lnTo>
                    <a:pt x="7802296" y="1917556"/>
                  </a:lnTo>
                  <a:lnTo>
                    <a:pt x="7878202" y="1895988"/>
                  </a:lnTo>
                  <a:lnTo>
                    <a:pt x="7948188" y="1872268"/>
                  </a:lnTo>
                  <a:lnTo>
                    <a:pt x="8012945" y="1846137"/>
                  </a:lnTo>
                  <a:lnTo>
                    <a:pt x="8073222" y="1817319"/>
                  </a:lnTo>
                  <a:lnTo>
                    <a:pt x="8129773" y="1785553"/>
                  </a:lnTo>
                  <a:lnTo>
                    <a:pt x="8183326" y="1750627"/>
                  </a:lnTo>
                  <a:lnTo>
                    <a:pt x="8229629" y="1716307"/>
                  </a:lnTo>
                  <a:lnTo>
                    <a:pt x="8278805" y="1675544"/>
                  </a:lnTo>
                  <a:lnTo>
                    <a:pt x="8326661" y="1631512"/>
                  </a:lnTo>
                  <a:lnTo>
                    <a:pt x="8373589" y="1584148"/>
                  </a:lnTo>
                  <a:lnTo>
                    <a:pt x="8419900" y="1533451"/>
                  </a:lnTo>
                  <a:lnTo>
                    <a:pt x="8465833" y="1479494"/>
                  </a:lnTo>
                  <a:lnTo>
                    <a:pt x="8511568" y="1422430"/>
                  </a:lnTo>
                  <a:lnTo>
                    <a:pt x="8557235" y="1362491"/>
                  </a:lnTo>
                  <a:lnTo>
                    <a:pt x="8602918" y="1299993"/>
                  </a:lnTo>
                  <a:lnTo>
                    <a:pt x="8648661" y="1235332"/>
                  </a:lnTo>
                  <a:lnTo>
                    <a:pt x="8694481" y="1168971"/>
                  </a:lnTo>
                  <a:lnTo>
                    <a:pt x="8740365" y="1101432"/>
                  </a:lnTo>
                  <a:lnTo>
                    <a:pt x="8786288" y="1033278"/>
                  </a:lnTo>
                  <a:lnTo>
                    <a:pt x="8832212" y="965094"/>
                  </a:lnTo>
                  <a:lnTo>
                    <a:pt x="8878102" y="897466"/>
                  </a:lnTo>
                  <a:lnTo>
                    <a:pt x="8923929" y="830959"/>
                  </a:lnTo>
                  <a:lnTo>
                    <a:pt x="8969680" y="766101"/>
                  </a:lnTo>
                  <a:lnTo>
                    <a:pt x="9015367" y="703363"/>
                  </a:lnTo>
                  <a:lnTo>
                    <a:pt x="9061033" y="643146"/>
                  </a:lnTo>
                  <a:lnTo>
                    <a:pt x="9106756" y="585775"/>
                  </a:lnTo>
                  <a:lnTo>
                    <a:pt x="9152661" y="531492"/>
                  </a:lnTo>
                  <a:lnTo>
                    <a:pt x="9198923" y="480457"/>
                  </a:lnTo>
                  <a:lnTo>
                    <a:pt x="9245775" y="432750"/>
                  </a:lnTo>
                  <a:lnTo>
                    <a:pt x="9293520" y="388379"/>
                  </a:lnTo>
                  <a:lnTo>
                    <a:pt x="9342540" y="347286"/>
                  </a:lnTo>
                  <a:lnTo>
                    <a:pt x="9347647" y="343261"/>
                  </a:lnTo>
                  <a:lnTo>
                    <a:pt x="9399060" y="305392"/>
                  </a:lnTo>
                  <a:lnTo>
                    <a:pt x="9452875" y="270781"/>
                  </a:lnTo>
                  <a:lnTo>
                    <a:pt x="9509757" y="239313"/>
                  </a:lnTo>
                  <a:lnTo>
                    <a:pt x="9570436" y="210770"/>
                  </a:lnTo>
                  <a:lnTo>
                    <a:pt x="9635671" y="184885"/>
                  </a:lnTo>
                  <a:lnTo>
                    <a:pt x="9706206" y="161386"/>
                  </a:lnTo>
                  <a:lnTo>
                    <a:pt x="9782722" y="140016"/>
                  </a:lnTo>
                  <a:lnTo>
                    <a:pt x="9865775" y="120546"/>
                  </a:lnTo>
                  <a:lnTo>
                    <a:pt x="9955705" y="102786"/>
                  </a:lnTo>
                  <a:lnTo>
                    <a:pt x="10052530" y="86590"/>
                  </a:lnTo>
                  <a:lnTo>
                    <a:pt x="10155808" y="71856"/>
                  </a:lnTo>
                  <a:lnTo>
                    <a:pt x="10264501" y="58525"/>
                  </a:lnTo>
                  <a:lnTo>
                    <a:pt x="10376851" y="46578"/>
                  </a:lnTo>
                  <a:lnTo>
                    <a:pt x="10490316" y="36028"/>
                  </a:lnTo>
                  <a:lnTo>
                    <a:pt x="10601617" y="26903"/>
                  </a:lnTo>
                  <a:lnTo>
                    <a:pt x="10706950" y="19229"/>
                  </a:lnTo>
                  <a:lnTo>
                    <a:pt x="10802365" y="13008"/>
                  </a:lnTo>
                  <a:lnTo>
                    <a:pt x="10884297" y="8199"/>
                  </a:lnTo>
                  <a:lnTo>
                    <a:pt x="10950127" y="4702"/>
                  </a:lnTo>
                  <a:lnTo>
                    <a:pt x="10998666" y="2358"/>
                  </a:lnTo>
                  <a:lnTo>
                    <a:pt x="11030424" y="959"/>
                  </a:lnTo>
                  <a:lnTo>
                    <a:pt x="11047632" y="266"/>
                  </a:lnTo>
                  <a:lnTo>
                    <a:pt x="11054076" y="2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2" name="pl1921"/>
            <p:cNvSpPr/>
            <p:nvPr/>
          </p:nvSpPr>
          <p:spPr>
            <a:xfrm>
              <a:off x="1199187" y="4375764"/>
              <a:ext cx="12049831" cy="2059569"/>
            </a:xfrm>
            <a:custGeom>
              <a:avLst/>
              <a:pathLst>
                <a:path w="12049831" h="2059569">
                  <a:moveTo>
                    <a:pt x="12049831" y="0"/>
                  </a:moveTo>
                  <a:lnTo>
                    <a:pt x="11054891" y="0"/>
                  </a:lnTo>
                  <a:lnTo>
                    <a:pt x="11053787" y="38"/>
                  </a:lnTo>
                  <a:lnTo>
                    <a:pt x="11046499" y="310"/>
                  </a:lnTo>
                  <a:lnTo>
                    <a:pt x="11028016" y="1061"/>
                  </a:lnTo>
                  <a:lnTo>
                    <a:pt x="10994693" y="2541"/>
                  </a:lnTo>
                  <a:lnTo>
                    <a:pt x="10944462" y="4989"/>
                  </a:lnTo>
                  <a:lnTo>
                    <a:pt x="10876983" y="8608"/>
                  </a:lnTo>
                  <a:lnTo>
                    <a:pt x="10793602" y="13552"/>
                  </a:lnTo>
                  <a:lnTo>
                    <a:pt x="10697052" y="19913"/>
                  </a:lnTo>
                  <a:lnTo>
                    <a:pt x="10590962" y="27729"/>
                  </a:lnTo>
                  <a:lnTo>
                    <a:pt x="10479289" y="36994"/>
                  </a:lnTo>
                  <a:lnTo>
                    <a:pt x="10365799" y="47682"/>
                  </a:lnTo>
                  <a:lnTo>
                    <a:pt x="10253707" y="59764"/>
                  </a:lnTo>
                  <a:lnTo>
                    <a:pt x="10145477" y="73230"/>
                  </a:lnTo>
                  <a:lnTo>
                    <a:pt x="10042793" y="88104"/>
                  </a:lnTo>
                  <a:lnTo>
                    <a:pt x="9946630" y="104447"/>
                  </a:lnTo>
                  <a:lnTo>
                    <a:pt x="9857377" y="122366"/>
                  </a:lnTo>
                  <a:lnTo>
                    <a:pt x="9774981" y="142013"/>
                  </a:lnTo>
                  <a:lnTo>
                    <a:pt x="9699075" y="163580"/>
                  </a:lnTo>
                  <a:lnTo>
                    <a:pt x="9629089" y="187300"/>
                  </a:lnTo>
                  <a:lnTo>
                    <a:pt x="9564331" y="213432"/>
                  </a:lnTo>
                  <a:lnTo>
                    <a:pt x="9504055" y="242249"/>
                  </a:lnTo>
                  <a:lnTo>
                    <a:pt x="9447504" y="274015"/>
                  </a:lnTo>
                  <a:lnTo>
                    <a:pt x="9393951" y="308941"/>
                  </a:lnTo>
                  <a:lnTo>
                    <a:pt x="9347647" y="343261"/>
                  </a:lnTo>
                  <a:lnTo>
                    <a:pt x="9298472" y="384024"/>
                  </a:lnTo>
                  <a:lnTo>
                    <a:pt x="9250616" y="428056"/>
                  </a:lnTo>
                  <a:lnTo>
                    <a:pt x="9203687" y="475420"/>
                  </a:lnTo>
                  <a:lnTo>
                    <a:pt x="9157377" y="526117"/>
                  </a:lnTo>
                  <a:lnTo>
                    <a:pt x="9111444" y="580074"/>
                  </a:lnTo>
                  <a:lnTo>
                    <a:pt x="9065708" y="637138"/>
                  </a:lnTo>
                  <a:lnTo>
                    <a:pt x="9020041" y="697078"/>
                  </a:lnTo>
                  <a:lnTo>
                    <a:pt x="8974359" y="759575"/>
                  </a:lnTo>
                  <a:lnTo>
                    <a:pt x="8928615" y="824236"/>
                  </a:lnTo>
                  <a:lnTo>
                    <a:pt x="8882796" y="890598"/>
                  </a:lnTo>
                  <a:lnTo>
                    <a:pt x="8836911" y="958136"/>
                  </a:lnTo>
                  <a:lnTo>
                    <a:pt x="8790989" y="1026290"/>
                  </a:lnTo>
                  <a:lnTo>
                    <a:pt x="8745065" y="1094474"/>
                  </a:lnTo>
                  <a:lnTo>
                    <a:pt x="8699175" y="1162102"/>
                  </a:lnTo>
                  <a:lnTo>
                    <a:pt x="8653348" y="1228609"/>
                  </a:lnTo>
                  <a:lnTo>
                    <a:pt x="8607596" y="1293467"/>
                  </a:lnTo>
                  <a:lnTo>
                    <a:pt x="8561909" y="1356205"/>
                  </a:lnTo>
                  <a:lnTo>
                    <a:pt x="8516244" y="1416422"/>
                  </a:lnTo>
                  <a:lnTo>
                    <a:pt x="8470521" y="1473793"/>
                  </a:lnTo>
                  <a:lnTo>
                    <a:pt x="8424615" y="1528076"/>
                  </a:lnTo>
                  <a:lnTo>
                    <a:pt x="8378353" y="1579111"/>
                  </a:lnTo>
                  <a:lnTo>
                    <a:pt x="8331501" y="1626818"/>
                  </a:lnTo>
                  <a:lnTo>
                    <a:pt x="8283757" y="1671189"/>
                  </a:lnTo>
                  <a:lnTo>
                    <a:pt x="8234737" y="1712282"/>
                  </a:lnTo>
                  <a:lnTo>
                    <a:pt x="8229629" y="1716307"/>
                  </a:lnTo>
                  <a:lnTo>
                    <a:pt x="8178216" y="1754176"/>
                  </a:lnTo>
                  <a:lnTo>
                    <a:pt x="8124402" y="1788787"/>
                  </a:lnTo>
                  <a:lnTo>
                    <a:pt x="8067520" y="1820255"/>
                  </a:lnTo>
                  <a:lnTo>
                    <a:pt x="8006840" y="1848799"/>
                  </a:lnTo>
                  <a:lnTo>
                    <a:pt x="7941605" y="1874683"/>
                  </a:lnTo>
                  <a:lnTo>
                    <a:pt x="7871071" y="1898182"/>
                  </a:lnTo>
                  <a:lnTo>
                    <a:pt x="7794554" y="1919552"/>
                  </a:lnTo>
                  <a:lnTo>
                    <a:pt x="7711502" y="1939023"/>
                  </a:lnTo>
                  <a:lnTo>
                    <a:pt x="7621571" y="1956782"/>
                  </a:lnTo>
                  <a:lnTo>
                    <a:pt x="7524747" y="1972978"/>
                  </a:lnTo>
                  <a:lnTo>
                    <a:pt x="7421469" y="1987712"/>
                  </a:lnTo>
                  <a:lnTo>
                    <a:pt x="7312775" y="2001044"/>
                  </a:lnTo>
                  <a:lnTo>
                    <a:pt x="7200425" y="2012990"/>
                  </a:lnTo>
                  <a:lnTo>
                    <a:pt x="7086961" y="2023540"/>
                  </a:lnTo>
                  <a:lnTo>
                    <a:pt x="6975660" y="2032665"/>
                  </a:lnTo>
                  <a:lnTo>
                    <a:pt x="6870327" y="2040339"/>
                  </a:lnTo>
                  <a:lnTo>
                    <a:pt x="6774911" y="2046560"/>
                  </a:lnTo>
                  <a:lnTo>
                    <a:pt x="6692980" y="2051369"/>
                  </a:lnTo>
                  <a:lnTo>
                    <a:pt x="6627149" y="2054866"/>
                  </a:lnTo>
                  <a:lnTo>
                    <a:pt x="6578610" y="2057210"/>
                  </a:lnTo>
                  <a:lnTo>
                    <a:pt x="6546852" y="2058609"/>
                  </a:lnTo>
                  <a:lnTo>
                    <a:pt x="6529645" y="2059302"/>
                  </a:lnTo>
                  <a:lnTo>
                    <a:pt x="6523201" y="2059541"/>
                  </a:lnTo>
                  <a:lnTo>
                    <a:pt x="6522385" y="2059569"/>
                  </a:lnTo>
                  <a:lnTo>
                    <a:pt x="5527445" y="2059569"/>
                  </a:lnTo>
                  <a:lnTo>
                    <a:pt x="5526310" y="2059563"/>
                  </a:lnTo>
                  <a:lnTo>
                    <a:pt x="5518815" y="2059520"/>
                  </a:lnTo>
                  <a:lnTo>
                    <a:pt x="5499823" y="2059402"/>
                  </a:lnTo>
                  <a:lnTo>
                    <a:pt x="5465618" y="2059169"/>
                  </a:lnTo>
                  <a:lnTo>
                    <a:pt x="5414131" y="2058784"/>
                  </a:lnTo>
                  <a:lnTo>
                    <a:pt x="5345091" y="2058216"/>
                  </a:lnTo>
                  <a:lnTo>
                    <a:pt x="5259968" y="2057441"/>
                  </a:lnTo>
                  <a:lnTo>
                    <a:pt x="5161649" y="2056444"/>
                  </a:lnTo>
                  <a:lnTo>
                    <a:pt x="5053914" y="2055220"/>
                  </a:lnTo>
                  <a:lnTo>
                    <a:pt x="4940836" y="2053771"/>
                  </a:lnTo>
                  <a:lnTo>
                    <a:pt x="4826253" y="2052102"/>
                  </a:lnTo>
                  <a:lnTo>
                    <a:pt x="4713400" y="2050216"/>
                  </a:lnTo>
                  <a:lnTo>
                    <a:pt x="4604724" y="2048114"/>
                  </a:lnTo>
                  <a:lnTo>
                    <a:pt x="4501865" y="2045792"/>
                  </a:lnTo>
                  <a:lnTo>
                    <a:pt x="4405739" y="2043239"/>
                  </a:lnTo>
                  <a:lnTo>
                    <a:pt x="4316674" y="2040438"/>
                  </a:lnTo>
                  <a:lnTo>
                    <a:pt x="4234559" y="2037364"/>
                  </a:lnTo>
                  <a:lnTo>
                    <a:pt x="4158977" y="2033986"/>
                  </a:lnTo>
                  <a:lnTo>
                    <a:pt x="4089313" y="2030265"/>
                  </a:lnTo>
                  <a:lnTo>
                    <a:pt x="4024842" y="2026162"/>
                  </a:lnTo>
                  <a:lnTo>
                    <a:pt x="3964789" y="2021632"/>
                  </a:lnTo>
                  <a:lnTo>
                    <a:pt x="3908379" y="2016636"/>
                  </a:lnTo>
                  <a:lnTo>
                    <a:pt x="3854876" y="2011142"/>
                  </a:lnTo>
                  <a:lnTo>
                    <a:pt x="3820202" y="2007162"/>
                  </a:lnTo>
                  <a:lnTo>
                    <a:pt x="3759068" y="1999321"/>
                  </a:lnTo>
                  <a:lnTo>
                    <a:pt x="3699832" y="1990699"/>
                  </a:lnTo>
                  <a:lnTo>
                    <a:pt x="3641791" y="1981283"/>
                  </a:lnTo>
                  <a:lnTo>
                    <a:pt x="3584429" y="1971088"/>
                  </a:lnTo>
                  <a:lnTo>
                    <a:pt x="3527381" y="1960154"/>
                  </a:lnTo>
                  <a:lnTo>
                    <a:pt x="3470405" y="1948554"/>
                  </a:lnTo>
                  <a:lnTo>
                    <a:pt x="3413367" y="1936390"/>
                  </a:lnTo>
                  <a:lnTo>
                    <a:pt x="3356214" y="1923792"/>
                  </a:lnTo>
                  <a:lnTo>
                    <a:pt x="3298960" y="1910913"/>
                  </a:lnTo>
                  <a:lnTo>
                    <a:pt x="3241660" y="1897918"/>
                  </a:lnTo>
                  <a:lnTo>
                    <a:pt x="3184385" y="1884984"/>
                  </a:lnTo>
                  <a:lnTo>
                    <a:pt x="3127196" y="1872279"/>
                  </a:lnTo>
                  <a:lnTo>
                    <a:pt x="3070123" y="1859961"/>
                  </a:lnTo>
                  <a:lnTo>
                    <a:pt x="3013137" y="1848170"/>
                  </a:lnTo>
                  <a:lnTo>
                    <a:pt x="2956133" y="1837014"/>
                  </a:lnTo>
                  <a:lnTo>
                    <a:pt x="2898904" y="1826578"/>
                  </a:lnTo>
                  <a:lnTo>
                    <a:pt x="2841128" y="1816911"/>
                  </a:lnTo>
                  <a:lnTo>
                    <a:pt x="2782338" y="1808037"/>
                  </a:lnTo>
                  <a:lnTo>
                    <a:pt x="2721898" y="1799950"/>
                  </a:lnTo>
                  <a:lnTo>
                    <a:pt x="2702183" y="1797537"/>
                  </a:lnTo>
                  <a:lnTo>
                    <a:pt x="2650260" y="1791702"/>
                  </a:lnTo>
                  <a:lnTo>
                    <a:pt x="2595882" y="1786374"/>
                  </a:lnTo>
                  <a:lnTo>
                    <a:pt x="2538362" y="1781534"/>
                  </a:lnTo>
                  <a:lnTo>
                    <a:pt x="2476948" y="1777148"/>
                  </a:lnTo>
                  <a:lnTo>
                    <a:pt x="2410860" y="1773175"/>
                  </a:lnTo>
                  <a:lnTo>
                    <a:pt x="2339333" y="1769571"/>
                  </a:lnTo>
                  <a:lnTo>
                    <a:pt x="2261671" y="1766296"/>
                  </a:lnTo>
                  <a:lnTo>
                    <a:pt x="2177313" y="1763315"/>
                  </a:lnTo>
                  <a:lnTo>
                    <a:pt x="2085928" y="1760598"/>
                  </a:lnTo>
                  <a:lnTo>
                    <a:pt x="1987535" y="1758122"/>
                  </a:lnTo>
                  <a:lnTo>
                    <a:pt x="1882637" y="1755873"/>
                  </a:lnTo>
                  <a:lnTo>
                    <a:pt x="1772373" y="1753842"/>
                  </a:lnTo>
                  <a:lnTo>
                    <a:pt x="1658644" y="1752027"/>
                  </a:lnTo>
                  <a:lnTo>
                    <a:pt x="1544163" y="1750429"/>
                  </a:lnTo>
                  <a:lnTo>
                    <a:pt x="1432392" y="1749053"/>
                  </a:lnTo>
                  <a:lnTo>
                    <a:pt x="1327295" y="1747904"/>
                  </a:lnTo>
                  <a:lnTo>
                    <a:pt x="1232914" y="1746981"/>
                  </a:lnTo>
                  <a:lnTo>
                    <a:pt x="1152801" y="1746275"/>
                  </a:lnTo>
                  <a:lnTo>
                    <a:pt x="1089430" y="1745770"/>
                  </a:lnTo>
                  <a:lnTo>
                    <a:pt x="1043723" y="1745439"/>
                  </a:lnTo>
                  <a:lnTo>
                    <a:pt x="1014815" y="1745248"/>
                  </a:lnTo>
                  <a:lnTo>
                    <a:pt x="1000072" y="1745159"/>
                  </a:lnTo>
                  <a:lnTo>
                    <a:pt x="995291" y="1745132"/>
                  </a:lnTo>
                  <a:lnTo>
                    <a:pt x="994940" y="1745131"/>
                  </a:lnTo>
                  <a:lnTo>
                    <a:pt x="0" y="1745131"/>
                  </a:lnTo>
                  <a:lnTo>
                    <a:pt x="0" y="17451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3" name="pg1922"/>
            <p:cNvSpPr/>
            <p:nvPr/>
          </p:nvSpPr>
          <p:spPr>
            <a:xfrm>
              <a:off x="1199187" y="2373842"/>
              <a:ext cx="12049831" cy="3694647"/>
            </a:xfrm>
            <a:custGeom>
              <a:avLst/>
              <a:pathLst>
                <a:path w="12049831" h="3694647">
                  <a:moveTo>
                    <a:pt x="0" y="3694647"/>
                  </a:moveTo>
                  <a:lnTo>
                    <a:pt x="994940" y="3694647"/>
                  </a:lnTo>
                  <a:lnTo>
                    <a:pt x="995988" y="3694585"/>
                  </a:lnTo>
                  <a:lnTo>
                    <a:pt x="1002913" y="3694148"/>
                  </a:lnTo>
                  <a:lnTo>
                    <a:pt x="1020502" y="3692939"/>
                  </a:lnTo>
                  <a:lnTo>
                    <a:pt x="1052273" y="3690557"/>
                  </a:lnTo>
                  <a:lnTo>
                    <a:pt x="1100285" y="3686616"/>
                  </a:lnTo>
                  <a:lnTo>
                    <a:pt x="1164990" y="3680781"/>
                  </a:lnTo>
                  <a:lnTo>
                    <a:pt x="1245256" y="3672799"/>
                  </a:lnTo>
                  <a:lnTo>
                    <a:pt x="1338618" y="3662506"/>
                  </a:lnTo>
                  <a:lnTo>
                    <a:pt x="1441711" y="3649834"/>
                  </a:lnTo>
                  <a:lnTo>
                    <a:pt x="1550795" y="3634782"/>
                  </a:lnTo>
                  <a:lnTo>
                    <a:pt x="1662234" y="3617392"/>
                  </a:lnTo>
                  <a:lnTo>
                    <a:pt x="1772867" y="3597709"/>
                  </a:lnTo>
                  <a:lnTo>
                    <a:pt x="1880205" y="3575759"/>
                  </a:lnTo>
                  <a:lnTo>
                    <a:pt x="1982491" y="3551517"/>
                  </a:lnTo>
                  <a:lnTo>
                    <a:pt x="2078655" y="3524899"/>
                  </a:lnTo>
                  <a:lnTo>
                    <a:pt x="2168197" y="3495752"/>
                  </a:lnTo>
                  <a:lnTo>
                    <a:pt x="2251070" y="3463852"/>
                  </a:lnTo>
                  <a:lnTo>
                    <a:pt x="2327547" y="3428906"/>
                  </a:lnTo>
                  <a:lnTo>
                    <a:pt x="2398120" y="3390559"/>
                  </a:lnTo>
                  <a:lnTo>
                    <a:pt x="2463414" y="3348405"/>
                  </a:lnTo>
                  <a:lnTo>
                    <a:pt x="2524128" y="3302008"/>
                  </a:lnTo>
                  <a:lnTo>
                    <a:pt x="2580979" y="3250933"/>
                  </a:lnTo>
                  <a:lnTo>
                    <a:pt x="2634671" y="3194797"/>
                  </a:lnTo>
                  <a:lnTo>
                    <a:pt x="2685859" y="3133355"/>
                  </a:lnTo>
                  <a:lnTo>
                    <a:pt x="2702183" y="3112063"/>
                  </a:lnTo>
                  <a:lnTo>
                    <a:pt x="2742992" y="3055192"/>
                  </a:lnTo>
                  <a:lnTo>
                    <a:pt x="2782845" y="2994539"/>
                  </a:lnTo>
                  <a:lnTo>
                    <a:pt x="2821979" y="2930026"/>
                  </a:lnTo>
                  <a:lnTo>
                    <a:pt x="2860588" y="2861627"/>
                  </a:lnTo>
                  <a:lnTo>
                    <a:pt x="2898831" y="2789368"/>
                  </a:lnTo>
                  <a:lnTo>
                    <a:pt x="2936835" y="2713335"/>
                  </a:lnTo>
                  <a:lnTo>
                    <a:pt x="2974701" y="2633678"/>
                  </a:lnTo>
                  <a:lnTo>
                    <a:pt x="3012506" y="2550613"/>
                  </a:lnTo>
                  <a:lnTo>
                    <a:pt x="3050303" y="2464420"/>
                  </a:lnTo>
                  <a:lnTo>
                    <a:pt x="3088129" y="2375446"/>
                  </a:lnTo>
                  <a:lnTo>
                    <a:pt x="3126003" y="2284096"/>
                  </a:lnTo>
                  <a:lnTo>
                    <a:pt x="3163928" y="2190828"/>
                  </a:lnTo>
                  <a:lnTo>
                    <a:pt x="3201899" y="2096147"/>
                  </a:lnTo>
                  <a:lnTo>
                    <a:pt x="3239902" y="2000589"/>
                  </a:lnTo>
                  <a:lnTo>
                    <a:pt x="3277916" y="1904714"/>
                  </a:lnTo>
                  <a:lnTo>
                    <a:pt x="3315921" y="1809089"/>
                  </a:lnTo>
                  <a:lnTo>
                    <a:pt x="3353897" y="1714274"/>
                  </a:lnTo>
                  <a:lnTo>
                    <a:pt x="3391828" y="1620809"/>
                  </a:lnTo>
                  <a:lnTo>
                    <a:pt x="3429708" y="1529203"/>
                  </a:lnTo>
                  <a:lnTo>
                    <a:pt x="3467539" y="1439920"/>
                  </a:lnTo>
                  <a:lnTo>
                    <a:pt x="3505338" y="1353374"/>
                  </a:lnTo>
                  <a:lnTo>
                    <a:pt x="3543140" y="1269917"/>
                  </a:lnTo>
                  <a:lnTo>
                    <a:pt x="3580995" y="1189838"/>
                  </a:lnTo>
                  <a:lnTo>
                    <a:pt x="3618978" y="1113361"/>
                  </a:lnTo>
                  <a:lnTo>
                    <a:pt x="3657186" y="1040642"/>
                  </a:lnTo>
                  <a:lnTo>
                    <a:pt x="3695743" y="971776"/>
                  </a:lnTo>
                  <a:lnTo>
                    <a:pt x="3734804" y="906798"/>
                  </a:lnTo>
                  <a:lnTo>
                    <a:pt x="3774559" y="845684"/>
                  </a:lnTo>
                  <a:lnTo>
                    <a:pt x="3815239" y="788364"/>
                  </a:lnTo>
                  <a:lnTo>
                    <a:pt x="3820202" y="781727"/>
                  </a:lnTo>
                  <a:lnTo>
                    <a:pt x="3870697" y="718532"/>
                  </a:lnTo>
                  <a:lnTo>
                    <a:pt x="3923501" y="660676"/>
                  </a:lnTo>
                  <a:lnTo>
                    <a:pt x="3979241" y="607980"/>
                  </a:lnTo>
                  <a:lnTo>
                    <a:pt x="4038610" y="560097"/>
                  </a:lnTo>
                  <a:lnTo>
                    <a:pt x="4102325" y="516602"/>
                  </a:lnTo>
                  <a:lnTo>
                    <a:pt x="4171095" y="477054"/>
                  </a:lnTo>
                  <a:lnTo>
                    <a:pt x="4245575" y="441036"/>
                  </a:lnTo>
                  <a:lnTo>
                    <a:pt x="4326309" y="408173"/>
                  </a:lnTo>
                  <a:lnTo>
                    <a:pt x="4413654" y="378152"/>
                  </a:lnTo>
                  <a:lnTo>
                    <a:pt x="4507679" y="350726"/>
                  </a:lnTo>
                  <a:lnTo>
                    <a:pt x="4608047" y="325718"/>
                  </a:lnTo>
                  <a:lnTo>
                    <a:pt x="4713888" y="303022"/>
                  </a:lnTo>
                  <a:lnTo>
                    <a:pt x="4823680" y="282596"/>
                  </a:lnTo>
                  <a:lnTo>
                    <a:pt x="4935173" y="264450"/>
                  </a:lnTo>
                  <a:lnTo>
                    <a:pt x="5045411" y="248627"/>
                  </a:lnTo>
                  <a:lnTo>
                    <a:pt x="5150883" y="235172"/>
                  </a:lnTo>
                  <a:lnTo>
                    <a:pt x="5247833" y="224104"/>
                  </a:lnTo>
                  <a:lnTo>
                    <a:pt x="5332716" y="215378"/>
                  </a:lnTo>
                  <a:lnTo>
                    <a:pt x="5402715" y="208863"/>
                  </a:lnTo>
                  <a:lnTo>
                    <a:pt x="5456226" y="204335"/>
                  </a:lnTo>
                  <a:lnTo>
                    <a:pt x="5493168" y="201483"/>
                  </a:lnTo>
                  <a:lnTo>
                    <a:pt x="5515083" y="199934"/>
                  </a:lnTo>
                  <a:lnTo>
                    <a:pt x="5525033" y="199288"/>
                  </a:lnTo>
                  <a:lnTo>
                    <a:pt x="5527445" y="199144"/>
                  </a:lnTo>
                  <a:lnTo>
                    <a:pt x="6522385" y="199144"/>
                  </a:lnTo>
                  <a:lnTo>
                    <a:pt x="6523522" y="199140"/>
                  </a:lnTo>
                  <a:lnTo>
                    <a:pt x="6531019" y="199114"/>
                  </a:lnTo>
                  <a:lnTo>
                    <a:pt x="6550019" y="199041"/>
                  </a:lnTo>
                  <a:lnTo>
                    <a:pt x="6584237" y="198897"/>
                  </a:lnTo>
                  <a:lnTo>
                    <a:pt x="6635744" y="198660"/>
                  </a:lnTo>
                  <a:lnTo>
                    <a:pt x="6704807" y="198309"/>
                  </a:lnTo>
                  <a:lnTo>
                    <a:pt x="6789957" y="197831"/>
                  </a:lnTo>
                  <a:lnTo>
                    <a:pt x="6888303" y="197216"/>
                  </a:lnTo>
                  <a:lnTo>
                    <a:pt x="6996063" y="196461"/>
                  </a:lnTo>
                  <a:lnTo>
                    <a:pt x="7109162" y="195567"/>
                  </a:lnTo>
                  <a:lnTo>
                    <a:pt x="7223761" y="194537"/>
                  </a:lnTo>
                  <a:lnTo>
                    <a:pt x="7336625" y="193374"/>
                  </a:lnTo>
                  <a:lnTo>
                    <a:pt x="7445308" y="192077"/>
                  </a:lnTo>
                  <a:lnTo>
                    <a:pt x="7548169" y="190645"/>
                  </a:lnTo>
                  <a:lnTo>
                    <a:pt x="7644294" y="189070"/>
                  </a:lnTo>
                  <a:lnTo>
                    <a:pt x="7733356" y="187342"/>
                  </a:lnTo>
                  <a:lnTo>
                    <a:pt x="7815467" y="185446"/>
                  </a:lnTo>
                  <a:lnTo>
                    <a:pt x="7891044" y="183362"/>
                  </a:lnTo>
                  <a:lnTo>
                    <a:pt x="7960704" y="181067"/>
                  </a:lnTo>
                  <a:lnTo>
                    <a:pt x="8025170" y="178535"/>
                  </a:lnTo>
                  <a:lnTo>
                    <a:pt x="8085220" y="175740"/>
                  </a:lnTo>
                  <a:lnTo>
                    <a:pt x="8141628" y="172658"/>
                  </a:lnTo>
                  <a:lnTo>
                    <a:pt x="8195130" y="169269"/>
                  </a:lnTo>
                  <a:lnTo>
                    <a:pt x="8229629" y="166826"/>
                  </a:lnTo>
                  <a:lnTo>
                    <a:pt x="8291083" y="161964"/>
                  </a:lnTo>
                  <a:lnTo>
                    <a:pt x="8350623" y="156615"/>
                  </a:lnTo>
                  <a:lnTo>
                    <a:pt x="8408962" y="150771"/>
                  </a:lnTo>
                  <a:lnTo>
                    <a:pt x="8466620" y="144441"/>
                  </a:lnTo>
                  <a:lnTo>
                    <a:pt x="8523969" y="137652"/>
                  </a:lnTo>
                  <a:lnTo>
                    <a:pt x="8581249" y="130449"/>
                  </a:lnTo>
                  <a:lnTo>
                    <a:pt x="8638595" y="122898"/>
                  </a:lnTo>
                  <a:lnTo>
                    <a:pt x="8696057" y="115079"/>
                  </a:lnTo>
                  <a:lnTo>
                    <a:pt x="8753620" y="107089"/>
                  </a:lnTo>
                  <a:lnTo>
                    <a:pt x="8811226" y="99032"/>
                  </a:lnTo>
                  <a:lnTo>
                    <a:pt x="8868803" y="91018"/>
                  </a:lnTo>
                  <a:lnTo>
                    <a:pt x="8926290" y="83154"/>
                  </a:lnTo>
                  <a:lnTo>
                    <a:pt x="8983660" y="75537"/>
                  </a:lnTo>
                  <a:lnTo>
                    <a:pt x="9040946" y="68253"/>
                  </a:lnTo>
                  <a:lnTo>
                    <a:pt x="9098264" y="61370"/>
                  </a:lnTo>
                  <a:lnTo>
                    <a:pt x="9155829" y="54939"/>
                  </a:lnTo>
                  <a:lnTo>
                    <a:pt x="9213982" y="48989"/>
                  </a:lnTo>
                  <a:lnTo>
                    <a:pt x="9273210" y="43533"/>
                  </a:lnTo>
                  <a:lnTo>
                    <a:pt x="9334179" y="38566"/>
                  </a:lnTo>
                  <a:lnTo>
                    <a:pt x="9347647" y="37557"/>
                  </a:lnTo>
                  <a:lnTo>
                    <a:pt x="9399578" y="33959"/>
                  </a:lnTo>
                  <a:lnTo>
                    <a:pt x="9453965" y="30672"/>
                  </a:lnTo>
                  <a:lnTo>
                    <a:pt x="9511495" y="27688"/>
                  </a:lnTo>
                  <a:lnTo>
                    <a:pt x="9572920" y="24983"/>
                  </a:lnTo>
                  <a:lnTo>
                    <a:pt x="9639021" y="22532"/>
                  </a:lnTo>
                  <a:lnTo>
                    <a:pt x="9710563" y="20310"/>
                  </a:lnTo>
                  <a:lnTo>
                    <a:pt x="9788243" y="18290"/>
                  </a:lnTo>
                  <a:lnTo>
                    <a:pt x="9872621" y="16452"/>
                  </a:lnTo>
                  <a:lnTo>
                    <a:pt x="9964027" y="14776"/>
                  </a:lnTo>
                  <a:lnTo>
                    <a:pt x="10062444" y="13250"/>
                  </a:lnTo>
                  <a:lnTo>
                    <a:pt x="10167367" y="11863"/>
                  </a:lnTo>
                  <a:lnTo>
                    <a:pt x="10277654" y="10610"/>
                  </a:lnTo>
                  <a:lnTo>
                    <a:pt x="10391404" y="9491"/>
                  </a:lnTo>
                  <a:lnTo>
                    <a:pt x="10505900" y="8505"/>
                  </a:lnTo>
                  <a:lnTo>
                    <a:pt x="10617678" y="7657"/>
                  </a:lnTo>
                  <a:lnTo>
                    <a:pt x="10722770" y="6949"/>
                  </a:lnTo>
                  <a:lnTo>
                    <a:pt x="10817135" y="6380"/>
                  </a:lnTo>
                  <a:lnTo>
                    <a:pt x="10897219" y="5945"/>
                  </a:lnTo>
                  <a:lnTo>
                    <a:pt x="10960552" y="5634"/>
                  </a:lnTo>
                  <a:lnTo>
                    <a:pt x="11006215" y="5430"/>
                  </a:lnTo>
                  <a:lnTo>
                    <a:pt x="11035081" y="5312"/>
                  </a:lnTo>
                  <a:lnTo>
                    <a:pt x="11049788" y="5258"/>
                  </a:lnTo>
                  <a:lnTo>
                    <a:pt x="11054545" y="524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3"/>
                  </a:lnTo>
                  <a:lnTo>
                    <a:pt x="11046257" y="30"/>
                  </a:lnTo>
                  <a:lnTo>
                    <a:pt x="11027257" y="102"/>
                  </a:lnTo>
                  <a:lnTo>
                    <a:pt x="10993039" y="246"/>
                  </a:lnTo>
                  <a:lnTo>
                    <a:pt x="10941533" y="483"/>
                  </a:lnTo>
                  <a:lnTo>
                    <a:pt x="10872469" y="834"/>
                  </a:lnTo>
                  <a:lnTo>
                    <a:pt x="10787320" y="1312"/>
                  </a:lnTo>
                  <a:lnTo>
                    <a:pt x="10688974" y="1927"/>
                  </a:lnTo>
                  <a:lnTo>
                    <a:pt x="10581214" y="2682"/>
                  </a:lnTo>
                  <a:lnTo>
                    <a:pt x="10468115" y="3576"/>
                  </a:lnTo>
                  <a:lnTo>
                    <a:pt x="10353516" y="4606"/>
                  </a:lnTo>
                  <a:lnTo>
                    <a:pt x="10240651" y="5769"/>
                  </a:lnTo>
                  <a:lnTo>
                    <a:pt x="10131969" y="7066"/>
                  </a:lnTo>
                  <a:lnTo>
                    <a:pt x="10029108" y="8498"/>
                  </a:lnTo>
                  <a:lnTo>
                    <a:pt x="9932982" y="10073"/>
                  </a:lnTo>
                  <a:lnTo>
                    <a:pt x="9843920" y="11801"/>
                  </a:lnTo>
                  <a:lnTo>
                    <a:pt x="9761810" y="13697"/>
                  </a:lnTo>
                  <a:lnTo>
                    <a:pt x="9686232" y="15781"/>
                  </a:lnTo>
                  <a:lnTo>
                    <a:pt x="9616573" y="18076"/>
                  </a:lnTo>
                  <a:lnTo>
                    <a:pt x="9552106" y="20608"/>
                  </a:lnTo>
                  <a:lnTo>
                    <a:pt x="9492057" y="23403"/>
                  </a:lnTo>
                  <a:lnTo>
                    <a:pt x="9435649" y="26485"/>
                  </a:lnTo>
                  <a:lnTo>
                    <a:pt x="9382146" y="29875"/>
                  </a:lnTo>
                  <a:lnTo>
                    <a:pt x="9347647" y="32317"/>
                  </a:lnTo>
                  <a:lnTo>
                    <a:pt x="9286194" y="37179"/>
                  </a:lnTo>
                  <a:lnTo>
                    <a:pt x="9226653" y="42529"/>
                  </a:lnTo>
                  <a:lnTo>
                    <a:pt x="9168315" y="48372"/>
                  </a:lnTo>
                  <a:lnTo>
                    <a:pt x="9110656" y="54702"/>
                  </a:lnTo>
                  <a:lnTo>
                    <a:pt x="9053308" y="61491"/>
                  </a:lnTo>
                  <a:lnTo>
                    <a:pt x="8996028" y="68694"/>
                  </a:lnTo>
                  <a:lnTo>
                    <a:pt x="8938681" y="76245"/>
                  </a:lnTo>
                  <a:lnTo>
                    <a:pt x="8881219" y="84064"/>
                  </a:lnTo>
                  <a:lnTo>
                    <a:pt x="8823657" y="92055"/>
                  </a:lnTo>
                  <a:lnTo>
                    <a:pt x="8766051" y="100111"/>
                  </a:lnTo>
                  <a:lnTo>
                    <a:pt x="8708473" y="108125"/>
                  </a:lnTo>
                  <a:lnTo>
                    <a:pt x="8650986" y="115989"/>
                  </a:lnTo>
                  <a:lnTo>
                    <a:pt x="8593616" y="123606"/>
                  </a:lnTo>
                  <a:lnTo>
                    <a:pt x="8536330" y="130890"/>
                  </a:lnTo>
                  <a:lnTo>
                    <a:pt x="8479013" y="137773"/>
                  </a:lnTo>
                  <a:lnTo>
                    <a:pt x="8421448" y="144205"/>
                  </a:lnTo>
                  <a:lnTo>
                    <a:pt x="8363295" y="150155"/>
                  </a:lnTo>
                  <a:lnTo>
                    <a:pt x="8304067" y="155611"/>
                  </a:lnTo>
                  <a:lnTo>
                    <a:pt x="8243097" y="160577"/>
                  </a:lnTo>
                  <a:lnTo>
                    <a:pt x="8229629" y="161586"/>
                  </a:lnTo>
                  <a:lnTo>
                    <a:pt x="8177698" y="165185"/>
                  </a:lnTo>
                  <a:lnTo>
                    <a:pt x="8123311" y="168471"/>
                  </a:lnTo>
                  <a:lnTo>
                    <a:pt x="8065782" y="171456"/>
                  </a:lnTo>
                  <a:lnTo>
                    <a:pt x="8004357" y="174160"/>
                  </a:lnTo>
                  <a:lnTo>
                    <a:pt x="7938256" y="176611"/>
                  </a:lnTo>
                  <a:lnTo>
                    <a:pt x="7866714" y="178833"/>
                  </a:lnTo>
                  <a:lnTo>
                    <a:pt x="7789034" y="180853"/>
                  </a:lnTo>
                  <a:lnTo>
                    <a:pt x="7704656" y="182691"/>
                  </a:lnTo>
                  <a:lnTo>
                    <a:pt x="7613250" y="184367"/>
                  </a:lnTo>
                  <a:lnTo>
                    <a:pt x="7514832" y="185894"/>
                  </a:lnTo>
                  <a:lnTo>
                    <a:pt x="7409909" y="187280"/>
                  </a:lnTo>
                  <a:lnTo>
                    <a:pt x="7299622" y="188533"/>
                  </a:lnTo>
                  <a:lnTo>
                    <a:pt x="7185872" y="189653"/>
                  </a:lnTo>
                  <a:lnTo>
                    <a:pt x="7071377" y="190638"/>
                  </a:lnTo>
                  <a:lnTo>
                    <a:pt x="6959599" y="191486"/>
                  </a:lnTo>
                  <a:lnTo>
                    <a:pt x="6854506" y="192194"/>
                  </a:lnTo>
                  <a:lnTo>
                    <a:pt x="6760142" y="192763"/>
                  </a:lnTo>
                  <a:lnTo>
                    <a:pt x="6680058" y="193198"/>
                  </a:lnTo>
                  <a:lnTo>
                    <a:pt x="6616725" y="193509"/>
                  </a:lnTo>
                  <a:lnTo>
                    <a:pt x="6571061" y="193713"/>
                  </a:lnTo>
                  <a:lnTo>
                    <a:pt x="6542195" y="193831"/>
                  </a:lnTo>
                  <a:lnTo>
                    <a:pt x="6527489" y="193886"/>
                  </a:lnTo>
                  <a:lnTo>
                    <a:pt x="6522732" y="193902"/>
                  </a:lnTo>
                  <a:lnTo>
                    <a:pt x="6522385" y="193903"/>
                  </a:lnTo>
                  <a:lnTo>
                    <a:pt x="5527445" y="193903"/>
                  </a:lnTo>
                  <a:lnTo>
                    <a:pt x="5526397" y="193964"/>
                  </a:lnTo>
                  <a:lnTo>
                    <a:pt x="5519472" y="194402"/>
                  </a:lnTo>
                  <a:lnTo>
                    <a:pt x="5501883" y="195610"/>
                  </a:lnTo>
                  <a:lnTo>
                    <a:pt x="5470112" y="197993"/>
                  </a:lnTo>
                  <a:lnTo>
                    <a:pt x="5422100" y="201934"/>
                  </a:lnTo>
                  <a:lnTo>
                    <a:pt x="5357395" y="207768"/>
                  </a:lnTo>
                  <a:lnTo>
                    <a:pt x="5277129" y="215751"/>
                  </a:lnTo>
                  <a:lnTo>
                    <a:pt x="5183767" y="226043"/>
                  </a:lnTo>
                  <a:lnTo>
                    <a:pt x="5080674" y="238715"/>
                  </a:lnTo>
                  <a:lnTo>
                    <a:pt x="4971590" y="253767"/>
                  </a:lnTo>
                  <a:lnTo>
                    <a:pt x="4860151" y="271158"/>
                  </a:lnTo>
                  <a:lnTo>
                    <a:pt x="4749518" y="290840"/>
                  </a:lnTo>
                  <a:lnTo>
                    <a:pt x="4642180" y="312791"/>
                  </a:lnTo>
                  <a:lnTo>
                    <a:pt x="4539894" y="337033"/>
                  </a:lnTo>
                  <a:lnTo>
                    <a:pt x="4443730" y="363650"/>
                  </a:lnTo>
                  <a:lnTo>
                    <a:pt x="4354188" y="392797"/>
                  </a:lnTo>
                  <a:lnTo>
                    <a:pt x="4271315" y="424697"/>
                  </a:lnTo>
                  <a:lnTo>
                    <a:pt x="4194838" y="459644"/>
                  </a:lnTo>
                  <a:lnTo>
                    <a:pt x="4124265" y="497991"/>
                  </a:lnTo>
                  <a:lnTo>
                    <a:pt x="4058971" y="540145"/>
                  </a:lnTo>
                  <a:lnTo>
                    <a:pt x="3998257" y="586542"/>
                  </a:lnTo>
                  <a:lnTo>
                    <a:pt x="3941406" y="637617"/>
                  </a:lnTo>
                  <a:lnTo>
                    <a:pt x="3887714" y="693752"/>
                  </a:lnTo>
                  <a:lnTo>
                    <a:pt x="3836526" y="755194"/>
                  </a:lnTo>
                  <a:lnTo>
                    <a:pt x="3820202" y="776487"/>
                  </a:lnTo>
                  <a:lnTo>
                    <a:pt x="3779393" y="833358"/>
                  </a:lnTo>
                  <a:lnTo>
                    <a:pt x="3739540" y="894011"/>
                  </a:lnTo>
                  <a:lnTo>
                    <a:pt x="3700406" y="958523"/>
                  </a:lnTo>
                  <a:lnTo>
                    <a:pt x="3661797" y="1026922"/>
                  </a:lnTo>
                  <a:lnTo>
                    <a:pt x="3623554" y="1099182"/>
                  </a:lnTo>
                  <a:lnTo>
                    <a:pt x="3585550" y="1175215"/>
                  </a:lnTo>
                  <a:lnTo>
                    <a:pt x="3547684" y="1254872"/>
                  </a:lnTo>
                  <a:lnTo>
                    <a:pt x="3509879" y="1337937"/>
                  </a:lnTo>
                  <a:lnTo>
                    <a:pt x="3472082" y="1424129"/>
                  </a:lnTo>
                  <a:lnTo>
                    <a:pt x="3434256" y="1513103"/>
                  </a:lnTo>
                  <a:lnTo>
                    <a:pt x="3396382" y="1604454"/>
                  </a:lnTo>
                  <a:lnTo>
                    <a:pt x="3358457" y="1697722"/>
                  </a:lnTo>
                  <a:lnTo>
                    <a:pt x="3320486" y="1792403"/>
                  </a:lnTo>
                  <a:lnTo>
                    <a:pt x="3282483" y="1887960"/>
                  </a:lnTo>
                  <a:lnTo>
                    <a:pt x="3244469" y="1983835"/>
                  </a:lnTo>
                  <a:lnTo>
                    <a:pt x="3206464" y="2079460"/>
                  </a:lnTo>
                  <a:lnTo>
                    <a:pt x="3168488" y="2174276"/>
                  </a:lnTo>
                  <a:lnTo>
                    <a:pt x="3130557" y="2267741"/>
                  </a:lnTo>
                  <a:lnTo>
                    <a:pt x="3092677" y="2359347"/>
                  </a:lnTo>
                  <a:lnTo>
                    <a:pt x="3054846" y="2448629"/>
                  </a:lnTo>
                  <a:lnTo>
                    <a:pt x="3017047" y="2535175"/>
                  </a:lnTo>
                  <a:lnTo>
                    <a:pt x="2979245" y="2618632"/>
                  </a:lnTo>
                  <a:lnTo>
                    <a:pt x="2941390" y="2698711"/>
                  </a:lnTo>
                  <a:lnTo>
                    <a:pt x="2903407" y="2775189"/>
                  </a:lnTo>
                  <a:lnTo>
                    <a:pt x="2865199" y="2847907"/>
                  </a:lnTo>
                  <a:lnTo>
                    <a:pt x="2826642" y="2916773"/>
                  </a:lnTo>
                  <a:lnTo>
                    <a:pt x="2787581" y="2981752"/>
                  </a:lnTo>
                  <a:lnTo>
                    <a:pt x="2747826" y="3042866"/>
                  </a:lnTo>
                  <a:lnTo>
                    <a:pt x="2707146" y="3100185"/>
                  </a:lnTo>
                  <a:lnTo>
                    <a:pt x="2702183" y="3106822"/>
                  </a:lnTo>
                  <a:lnTo>
                    <a:pt x="2651688" y="3170017"/>
                  </a:lnTo>
                  <a:lnTo>
                    <a:pt x="2598884" y="3227874"/>
                  </a:lnTo>
                  <a:lnTo>
                    <a:pt x="2543144" y="3280569"/>
                  </a:lnTo>
                  <a:lnTo>
                    <a:pt x="2483775" y="3328452"/>
                  </a:lnTo>
                  <a:lnTo>
                    <a:pt x="2420060" y="3371948"/>
                  </a:lnTo>
                  <a:lnTo>
                    <a:pt x="2351290" y="3411495"/>
                  </a:lnTo>
                  <a:lnTo>
                    <a:pt x="2276810" y="3447514"/>
                  </a:lnTo>
                  <a:lnTo>
                    <a:pt x="2196076" y="3480376"/>
                  </a:lnTo>
                  <a:lnTo>
                    <a:pt x="2108731" y="3510397"/>
                  </a:lnTo>
                  <a:lnTo>
                    <a:pt x="2014706" y="3537823"/>
                  </a:lnTo>
                  <a:lnTo>
                    <a:pt x="1914338" y="3562831"/>
                  </a:lnTo>
                  <a:lnTo>
                    <a:pt x="1808497" y="3585527"/>
                  </a:lnTo>
                  <a:lnTo>
                    <a:pt x="1698705" y="3605953"/>
                  </a:lnTo>
                  <a:lnTo>
                    <a:pt x="1587212" y="3624099"/>
                  </a:lnTo>
                  <a:lnTo>
                    <a:pt x="1476974" y="3639923"/>
                  </a:lnTo>
                  <a:lnTo>
                    <a:pt x="1371502" y="3653377"/>
                  </a:lnTo>
                  <a:lnTo>
                    <a:pt x="1274552" y="3664446"/>
                  </a:lnTo>
                  <a:lnTo>
                    <a:pt x="1189669" y="3673172"/>
                  </a:lnTo>
                  <a:lnTo>
                    <a:pt x="1119670" y="3679686"/>
                  </a:lnTo>
                  <a:lnTo>
                    <a:pt x="1066159" y="3684214"/>
                  </a:lnTo>
                  <a:lnTo>
                    <a:pt x="1029217" y="3687067"/>
                  </a:lnTo>
                  <a:lnTo>
                    <a:pt x="1007302" y="3688616"/>
                  </a:lnTo>
                  <a:lnTo>
                    <a:pt x="997352" y="3689261"/>
                  </a:lnTo>
                  <a:lnTo>
                    <a:pt x="994940" y="3689406"/>
                  </a:lnTo>
                  <a:lnTo>
                    <a:pt x="0" y="3689406"/>
                  </a:lnTo>
                  <a:close/>
                </a:path>
              </a:pathLst>
            </a:custGeom>
            <a:solidFill>
              <a:srgbClr val="26C6D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24" name="pl1923"/>
            <p:cNvSpPr/>
            <p:nvPr/>
          </p:nvSpPr>
          <p:spPr>
            <a:xfrm>
              <a:off x="1199187" y="2379083"/>
              <a:ext cx="12049831" cy="3689406"/>
            </a:xfrm>
            <a:custGeom>
              <a:avLst/>
              <a:pathLst>
                <a:path w="12049831" h="3689406">
                  <a:moveTo>
                    <a:pt x="0" y="3689406"/>
                  </a:moveTo>
                  <a:lnTo>
                    <a:pt x="994940" y="3689406"/>
                  </a:lnTo>
                  <a:lnTo>
                    <a:pt x="995988" y="3689344"/>
                  </a:lnTo>
                  <a:lnTo>
                    <a:pt x="1002913" y="3688907"/>
                  </a:lnTo>
                  <a:lnTo>
                    <a:pt x="1020502" y="3687699"/>
                  </a:lnTo>
                  <a:lnTo>
                    <a:pt x="1052273" y="3685316"/>
                  </a:lnTo>
                  <a:lnTo>
                    <a:pt x="1100285" y="3681375"/>
                  </a:lnTo>
                  <a:lnTo>
                    <a:pt x="1164990" y="3675541"/>
                  </a:lnTo>
                  <a:lnTo>
                    <a:pt x="1245256" y="3667558"/>
                  </a:lnTo>
                  <a:lnTo>
                    <a:pt x="1338618" y="3657266"/>
                  </a:lnTo>
                  <a:lnTo>
                    <a:pt x="1441711" y="3644594"/>
                  </a:lnTo>
                  <a:lnTo>
                    <a:pt x="1550795" y="3629542"/>
                  </a:lnTo>
                  <a:lnTo>
                    <a:pt x="1662234" y="3612151"/>
                  </a:lnTo>
                  <a:lnTo>
                    <a:pt x="1772867" y="3592469"/>
                  </a:lnTo>
                  <a:lnTo>
                    <a:pt x="1880205" y="3570518"/>
                  </a:lnTo>
                  <a:lnTo>
                    <a:pt x="1982491" y="3546276"/>
                  </a:lnTo>
                  <a:lnTo>
                    <a:pt x="2078655" y="3519658"/>
                  </a:lnTo>
                  <a:lnTo>
                    <a:pt x="2168197" y="3490512"/>
                  </a:lnTo>
                  <a:lnTo>
                    <a:pt x="2251070" y="3458611"/>
                  </a:lnTo>
                  <a:lnTo>
                    <a:pt x="2327547" y="3423665"/>
                  </a:lnTo>
                  <a:lnTo>
                    <a:pt x="2398120" y="3385318"/>
                  </a:lnTo>
                  <a:lnTo>
                    <a:pt x="2463414" y="3343164"/>
                  </a:lnTo>
                  <a:lnTo>
                    <a:pt x="2524128" y="3296767"/>
                  </a:lnTo>
                  <a:lnTo>
                    <a:pt x="2580979" y="3245692"/>
                  </a:lnTo>
                  <a:lnTo>
                    <a:pt x="2634671" y="3189557"/>
                  </a:lnTo>
                  <a:lnTo>
                    <a:pt x="2685859" y="3128115"/>
                  </a:lnTo>
                  <a:lnTo>
                    <a:pt x="2702183" y="3106822"/>
                  </a:lnTo>
                  <a:lnTo>
                    <a:pt x="2742992" y="3049951"/>
                  </a:lnTo>
                  <a:lnTo>
                    <a:pt x="2782845" y="2989298"/>
                  </a:lnTo>
                  <a:lnTo>
                    <a:pt x="2821979" y="2924786"/>
                  </a:lnTo>
                  <a:lnTo>
                    <a:pt x="2860588" y="2856386"/>
                  </a:lnTo>
                  <a:lnTo>
                    <a:pt x="2898831" y="2784127"/>
                  </a:lnTo>
                  <a:lnTo>
                    <a:pt x="2936835" y="2708094"/>
                  </a:lnTo>
                  <a:lnTo>
                    <a:pt x="2974701" y="2628437"/>
                  </a:lnTo>
                  <a:lnTo>
                    <a:pt x="3012506" y="2545372"/>
                  </a:lnTo>
                  <a:lnTo>
                    <a:pt x="3050303" y="2459180"/>
                  </a:lnTo>
                  <a:lnTo>
                    <a:pt x="3088129" y="2370205"/>
                  </a:lnTo>
                  <a:lnTo>
                    <a:pt x="3126003" y="2278855"/>
                  </a:lnTo>
                  <a:lnTo>
                    <a:pt x="3163928" y="2185587"/>
                  </a:lnTo>
                  <a:lnTo>
                    <a:pt x="3201899" y="2090906"/>
                  </a:lnTo>
                  <a:lnTo>
                    <a:pt x="3239902" y="1995349"/>
                  </a:lnTo>
                  <a:lnTo>
                    <a:pt x="3277916" y="1899474"/>
                  </a:lnTo>
                  <a:lnTo>
                    <a:pt x="3315921" y="1803849"/>
                  </a:lnTo>
                  <a:lnTo>
                    <a:pt x="3353897" y="1709033"/>
                  </a:lnTo>
                  <a:lnTo>
                    <a:pt x="3391828" y="1615568"/>
                  </a:lnTo>
                  <a:lnTo>
                    <a:pt x="3429708" y="1523962"/>
                  </a:lnTo>
                  <a:lnTo>
                    <a:pt x="3467539" y="1434680"/>
                  </a:lnTo>
                  <a:lnTo>
                    <a:pt x="3505338" y="1348134"/>
                  </a:lnTo>
                  <a:lnTo>
                    <a:pt x="3543140" y="1264676"/>
                  </a:lnTo>
                  <a:lnTo>
                    <a:pt x="3580995" y="1184597"/>
                  </a:lnTo>
                  <a:lnTo>
                    <a:pt x="3618978" y="1108120"/>
                  </a:lnTo>
                  <a:lnTo>
                    <a:pt x="3657186" y="1035401"/>
                  </a:lnTo>
                  <a:lnTo>
                    <a:pt x="3695743" y="966536"/>
                  </a:lnTo>
                  <a:lnTo>
                    <a:pt x="3734804" y="901557"/>
                  </a:lnTo>
                  <a:lnTo>
                    <a:pt x="3774559" y="840443"/>
                  </a:lnTo>
                  <a:lnTo>
                    <a:pt x="3815239" y="783123"/>
                  </a:lnTo>
                  <a:lnTo>
                    <a:pt x="3820202" y="776487"/>
                  </a:lnTo>
                  <a:lnTo>
                    <a:pt x="3870697" y="713292"/>
                  </a:lnTo>
                  <a:lnTo>
                    <a:pt x="3923501" y="655435"/>
                  </a:lnTo>
                  <a:lnTo>
                    <a:pt x="3979241" y="602740"/>
                  </a:lnTo>
                  <a:lnTo>
                    <a:pt x="4038610" y="554856"/>
                  </a:lnTo>
                  <a:lnTo>
                    <a:pt x="4102325" y="511361"/>
                  </a:lnTo>
                  <a:lnTo>
                    <a:pt x="4171095" y="471814"/>
                  </a:lnTo>
                  <a:lnTo>
                    <a:pt x="4245575" y="435795"/>
                  </a:lnTo>
                  <a:lnTo>
                    <a:pt x="4326309" y="402933"/>
                  </a:lnTo>
                  <a:lnTo>
                    <a:pt x="4413654" y="372912"/>
                  </a:lnTo>
                  <a:lnTo>
                    <a:pt x="4507679" y="345486"/>
                  </a:lnTo>
                  <a:lnTo>
                    <a:pt x="4608047" y="320478"/>
                  </a:lnTo>
                  <a:lnTo>
                    <a:pt x="4713888" y="297782"/>
                  </a:lnTo>
                  <a:lnTo>
                    <a:pt x="4823680" y="277356"/>
                  </a:lnTo>
                  <a:lnTo>
                    <a:pt x="4935173" y="259210"/>
                  </a:lnTo>
                  <a:lnTo>
                    <a:pt x="5045411" y="243386"/>
                  </a:lnTo>
                  <a:lnTo>
                    <a:pt x="5150883" y="229932"/>
                  </a:lnTo>
                  <a:lnTo>
                    <a:pt x="5247833" y="218863"/>
                  </a:lnTo>
                  <a:lnTo>
                    <a:pt x="5332716" y="210137"/>
                  </a:lnTo>
                  <a:lnTo>
                    <a:pt x="5402715" y="203622"/>
                  </a:lnTo>
                  <a:lnTo>
                    <a:pt x="5456226" y="199094"/>
                  </a:lnTo>
                  <a:lnTo>
                    <a:pt x="5493168" y="196242"/>
                  </a:lnTo>
                  <a:lnTo>
                    <a:pt x="5515083" y="194693"/>
                  </a:lnTo>
                  <a:lnTo>
                    <a:pt x="5525033" y="194047"/>
                  </a:lnTo>
                  <a:lnTo>
                    <a:pt x="5527407" y="193905"/>
                  </a:lnTo>
                  <a:lnTo>
                    <a:pt x="5527445" y="193903"/>
                  </a:lnTo>
                  <a:lnTo>
                    <a:pt x="6522385" y="193903"/>
                  </a:lnTo>
                  <a:lnTo>
                    <a:pt x="6523522" y="193899"/>
                  </a:lnTo>
                  <a:lnTo>
                    <a:pt x="6531019" y="193873"/>
                  </a:lnTo>
                  <a:lnTo>
                    <a:pt x="6550019" y="193800"/>
                  </a:lnTo>
                  <a:lnTo>
                    <a:pt x="6584237" y="193656"/>
                  </a:lnTo>
                  <a:lnTo>
                    <a:pt x="6635744" y="193419"/>
                  </a:lnTo>
                  <a:lnTo>
                    <a:pt x="6704807" y="193068"/>
                  </a:lnTo>
                  <a:lnTo>
                    <a:pt x="6789957" y="192590"/>
                  </a:lnTo>
                  <a:lnTo>
                    <a:pt x="6888303" y="191975"/>
                  </a:lnTo>
                  <a:lnTo>
                    <a:pt x="6996063" y="191220"/>
                  </a:lnTo>
                  <a:lnTo>
                    <a:pt x="7109162" y="190327"/>
                  </a:lnTo>
                  <a:lnTo>
                    <a:pt x="7223761" y="189297"/>
                  </a:lnTo>
                  <a:lnTo>
                    <a:pt x="7336625" y="188133"/>
                  </a:lnTo>
                  <a:lnTo>
                    <a:pt x="7445308" y="186836"/>
                  </a:lnTo>
                  <a:lnTo>
                    <a:pt x="7548169" y="185404"/>
                  </a:lnTo>
                  <a:lnTo>
                    <a:pt x="7644294" y="183829"/>
                  </a:lnTo>
                  <a:lnTo>
                    <a:pt x="7733356" y="182102"/>
                  </a:lnTo>
                  <a:lnTo>
                    <a:pt x="7815467" y="180205"/>
                  </a:lnTo>
                  <a:lnTo>
                    <a:pt x="7891044" y="178121"/>
                  </a:lnTo>
                  <a:lnTo>
                    <a:pt x="7960704" y="175826"/>
                  </a:lnTo>
                  <a:lnTo>
                    <a:pt x="8025170" y="173294"/>
                  </a:lnTo>
                  <a:lnTo>
                    <a:pt x="8085220" y="170500"/>
                  </a:lnTo>
                  <a:lnTo>
                    <a:pt x="8141628" y="167417"/>
                  </a:lnTo>
                  <a:lnTo>
                    <a:pt x="8195130" y="164028"/>
                  </a:lnTo>
                  <a:lnTo>
                    <a:pt x="8229629" y="161586"/>
                  </a:lnTo>
                  <a:lnTo>
                    <a:pt x="8291083" y="156723"/>
                  </a:lnTo>
                  <a:lnTo>
                    <a:pt x="8350623" y="151374"/>
                  </a:lnTo>
                  <a:lnTo>
                    <a:pt x="8408962" y="145530"/>
                  </a:lnTo>
                  <a:lnTo>
                    <a:pt x="8466620" y="139200"/>
                  </a:lnTo>
                  <a:lnTo>
                    <a:pt x="8523969" y="132411"/>
                  </a:lnTo>
                  <a:lnTo>
                    <a:pt x="8581249" y="125209"/>
                  </a:lnTo>
                  <a:lnTo>
                    <a:pt x="8638595" y="117657"/>
                  </a:lnTo>
                  <a:lnTo>
                    <a:pt x="8696057" y="109838"/>
                  </a:lnTo>
                  <a:lnTo>
                    <a:pt x="8753620" y="101848"/>
                  </a:lnTo>
                  <a:lnTo>
                    <a:pt x="8811226" y="93791"/>
                  </a:lnTo>
                  <a:lnTo>
                    <a:pt x="8868803" y="85778"/>
                  </a:lnTo>
                  <a:lnTo>
                    <a:pt x="8926290" y="77913"/>
                  </a:lnTo>
                  <a:lnTo>
                    <a:pt x="8983660" y="70296"/>
                  </a:lnTo>
                  <a:lnTo>
                    <a:pt x="9040946" y="63012"/>
                  </a:lnTo>
                  <a:lnTo>
                    <a:pt x="9098264" y="56130"/>
                  </a:lnTo>
                  <a:lnTo>
                    <a:pt x="9155829" y="49698"/>
                  </a:lnTo>
                  <a:lnTo>
                    <a:pt x="9213982" y="43748"/>
                  </a:lnTo>
                  <a:lnTo>
                    <a:pt x="9273210" y="38292"/>
                  </a:lnTo>
                  <a:lnTo>
                    <a:pt x="9334179" y="33326"/>
                  </a:lnTo>
                  <a:lnTo>
                    <a:pt x="9347647" y="32317"/>
                  </a:lnTo>
                  <a:lnTo>
                    <a:pt x="9399578" y="28718"/>
                  </a:lnTo>
                  <a:lnTo>
                    <a:pt x="9453965" y="25432"/>
                  </a:lnTo>
                  <a:lnTo>
                    <a:pt x="9511495" y="22447"/>
                  </a:lnTo>
                  <a:lnTo>
                    <a:pt x="9572920" y="19742"/>
                  </a:lnTo>
                  <a:lnTo>
                    <a:pt x="9639021" y="17292"/>
                  </a:lnTo>
                  <a:lnTo>
                    <a:pt x="9710563" y="15069"/>
                  </a:lnTo>
                  <a:lnTo>
                    <a:pt x="9788243" y="13050"/>
                  </a:lnTo>
                  <a:lnTo>
                    <a:pt x="9872621" y="11211"/>
                  </a:lnTo>
                  <a:lnTo>
                    <a:pt x="9964027" y="9535"/>
                  </a:lnTo>
                  <a:lnTo>
                    <a:pt x="10062444" y="8009"/>
                  </a:lnTo>
                  <a:lnTo>
                    <a:pt x="10167367" y="6622"/>
                  </a:lnTo>
                  <a:lnTo>
                    <a:pt x="10277654" y="5370"/>
                  </a:lnTo>
                  <a:lnTo>
                    <a:pt x="10391404" y="4250"/>
                  </a:lnTo>
                  <a:lnTo>
                    <a:pt x="10505900" y="3265"/>
                  </a:lnTo>
                  <a:lnTo>
                    <a:pt x="10617678" y="2417"/>
                  </a:lnTo>
                  <a:lnTo>
                    <a:pt x="10722770" y="1708"/>
                  </a:lnTo>
                  <a:lnTo>
                    <a:pt x="10817135" y="1139"/>
                  </a:lnTo>
                  <a:lnTo>
                    <a:pt x="10897219" y="704"/>
                  </a:lnTo>
                  <a:lnTo>
                    <a:pt x="10960552" y="393"/>
                  </a:lnTo>
                  <a:lnTo>
                    <a:pt x="11006215" y="189"/>
                  </a:lnTo>
                  <a:lnTo>
                    <a:pt x="11035081" y="72"/>
                  </a:lnTo>
                  <a:lnTo>
                    <a:pt x="11049788" y="17"/>
                  </a:lnTo>
                  <a:lnTo>
                    <a:pt x="11054545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5" name="pl1924"/>
            <p:cNvSpPr/>
            <p:nvPr/>
          </p:nvSpPr>
          <p:spPr>
            <a:xfrm>
              <a:off x="1199187" y="2373842"/>
              <a:ext cx="12049831" cy="3689406"/>
            </a:xfrm>
            <a:custGeom>
              <a:avLst/>
              <a:pathLst>
                <a:path w="12049831" h="3689406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3"/>
                  </a:lnTo>
                  <a:lnTo>
                    <a:pt x="11046257" y="30"/>
                  </a:lnTo>
                  <a:lnTo>
                    <a:pt x="11027257" y="102"/>
                  </a:lnTo>
                  <a:lnTo>
                    <a:pt x="10993039" y="246"/>
                  </a:lnTo>
                  <a:lnTo>
                    <a:pt x="10941533" y="483"/>
                  </a:lnTo>
                  <a:lnTo>
                    <a:pt x="10872469" y="834"/>
                  </a:lnTo>
                  <a:lnTo>
                    <a:pt x="10787320" y="1312"/>
                  </a:lnTo>
                  <a:lnTo>
                    <a:pt x="10688974" y="1927"/>
                  </a:lnTo>
                  <a:lnTo>
                    <a:pt x="10581214" y="2682"/>
                  </a:lnTo>
                  <a:lnTo>
                    <a:pt x="10468115" y="3576"/>
                  </a:lnTo>
                  <a:lnTo>
                    <a:pt x="10353516" y="4606"/>
                  </a:lnTo>
                  <a:lnTo>
                    <a:pt x="10240651" y="5769"/>
                  </a:lnTo>
                  <a:lnTo>
                    <a:pt x="10131969" y="7066"/>
                  </a:lnTo>
                  <a:lnTo>
                    <a:pt x="10029108" y="8498"/>
                  </a:lnTo>
                  <a:lnTo>
                    <a:pt x="9932982" y="10073"/>
                  </a:lnTo>
                  <a:lnTo>
                    <a:pt x="9843920" y="11801"/>
                  </a:lnTo>
                  <a:lnTo>
                    <a:pt x="9761810" y="13697"/>
                  </a:lnTo>
                  <a:lnTo>
                    <a:pt x="9686232" y="15781"/>
                  </a:lnTo>
                  <a:lnTo>
                    <a:pt x="9616573" y="18076"/>
                  </a:lnTo>
                  <a:lnTo>
                    <a:pt x="9552106" y="20608"/>
                  </a:lnTo>
                  <a:lnTo>
                    <a:pt x="9492057" y="23403"/>
                  </a:lnTo>
                  <a:lnTo>
                    <a:pt x="9435649" y="26485"/>
                  </a:lnTo>
                  <a:lnTo>
                    <a:pt x="9382146" y="29875"/>
                  </a:lnTo>
                  <a:lnTo>
                    <a:pt x="9347647" y="32317"/>
                  </a:lnTo>
                  <a:lnTo>
                    <a:pt x="9286194" y="37179"/>
                  </a:lnTo>
                  <a:lnTo>
                    <a:pt x="9226653" y="42529"/>
                  </a:lnTo>
                  <a:lnTo>
                    <a:pt x="9168315" y="48372"/>
                  </a:lnTo>
                  <a:lnTo>
                    <a:pt x="9110656" y="54702"/>
                  </a:lnTo>
                  <a:lnTo>
                    <a:pt x="9053308" y="61491"/>
                  </a:lnTo>
                  <a:lnTo>
                    <a:pt x="8996028" y="68694"/>
                  </a:lnTo>
                  <a:lnTo>
                    <a:pt x="8938681" y="76245"/>
                  </a:lnTo>
                  <a:lnTo>
                    <a:pt x="8881219" y="84064"/>
                  </a:lnTo>
                  <a:lnTo>
                    <a:pt x="8823657" y="92055"/>
                  </a:lnTo>
                  <a:lnTo>
                    <a:pt x="8766051" y="100111"/>
                  </a:lnTo>
                  <a:lnTo>
                    <a:pt x="8708473" y="108125"/>
                  </a:lnTo>
                  <a:lnTo>
                    <a:pt x="8650986" y="115989"/>
                  </a:lnTo>
                  <a:lnTo>
                    <a:pt x="8593616" y="123606"/>
                  </a:lnTo>
                  <a:lnTo>
                    <a:pt x="8536330" y="130890"/>
                  </a:lnTo>
                  <a:lnTo>
                    <a:pt x="8479013" y="137773"/>
                  </a:lnTo>
                  <a:lnTo>
                    <a:pt x="8421448" y="144205"/>
                  </a:lnTo>
                  <a:lnTo>
                    <a:pt x="8363295" y="150155"/>
                  </a:lnTo>
                  <a:lnTo>
                    <a:pt x="8304067" y="155611"/>
                  </a:lnTo>
                  <a:lnTo>
                    <a:pt x="8243097" y="160577"/>
                  </a:lnTo>
                  <a:lnTo>
                    <a:pt x="8229629" y="161586"/>
                  </a:lnTo>
                  <a:lnTo>
                    <a:pt x="8177698" y="165185"/>
                  </a:lnTo>
                  <a:lnTo>
                    <a:pt x="8123311" y="168471"/>
                  </a:lnTo>
                  <a:lnTo>
                    <a:pt x="8065782" y="171456"/>
                  </a:lnTo>
                  <a:lnTo>
                    <a:pt x="8004357" y="174160"/>
                  </a:lnTo>
                  <a:lnTo>
                    <a:pt x="7938256" y="176611"/>
                  </a:lnTo>
                  <a:lnTo>
                    <a:pt x="7866714" y="178833"/>
                  </a:lnTo>
                  <a:lnTo>
                    <a:pt x="7789034" y="180853"/>
                  </a:lnTo>
                  <a:lnTo>
                    <a:pt x="7704656" y="182691"/>
                  </a:lnTo>
                  <a:lnTo>
                    <a:pt x="7613250" y="184367"/>
                  </a:lnTo>
                  <a:lnTo>
                    <a:pt x="7514832" y="185894"/>
                  </a:lnTo>
                  <a:lnTo>
                    <a:pt x="7409909" y="187280"/>
                  </a:lnTo>
                  <a:lnTo>
                    <a:pt x="7299622" y="188533"/>
                  </a:lnTo>
                  <a:lnTo>
                    <a:pt x="7185872" y="189653"/>
                  </a:lnTo>
                  <a:lnTo>
                    <a:pt x="7071377" y="190638"/>
                  </a:lnTo>
                  <a:lnTo>
                    <a:pt x="6959599" y="191486"/>
                  </a:lnTo>
                  <a:lnTo>
                    <a:pt x="6854506" y="192194"/>
                  </a:lnTo>
                  <a:lnTo>
                    <a:pt x="6760142" y="192763"/>
                  </a:lnTo>
                  <a:lnTo>
                    <a:pt x="6680058" y="193198"/>
                  </a:lnTo>
                  <a:lnTo>
                    <a:pt x="6616725" y="193509"/>
                  </a:lnTo>
                  <a:lnTo>
                    <a:pt x="6571061" y="193713"/>
                  </a:lnTo>
                  <a:lnTo>
                    <a:pt x="6542195" y="193831"/>
                  </a:lnTo>
                  <a:lnTo>
                    <a:pt x="6527489" y="193886"/>
                  </a:lnTo>
                  <a:lnTo>
                    <a:pt x="6522732" y="193902"/>
                  </a:lnTo>
                  <a:lnTo>
                    <a:pt x="6522385" y="193903"/>
                  </a:lnTo>
                  <a:lnTo>
                    <a:pt x="5527445" y="193903"/>
                  </a:lnTo>
                  <a:lnTo>
                    <a:pt x="5526397" y="193964"/>
                  </a:lnTo>
                  <a:lnTo>
                    <a:pt x="5519472" y="194402"/>
                  </a:lnTo>
                  <a:lnTo>
                    <a:pt x="5501883" y="195610"/>
                  </a:lnTo>
                  <a:lnTo>
                    <a:pt x="5470112" y="197993"/>
                  </a:lnTo>
                  <a:lnTo>
                    <a:pt x="5422100" y="201934"/>
                  </a:lnTo>
                  <a:lnTo>
                    <a:pt x="5357395" y="207768"/>
                  </a:lnTo>
                  <a:lnTo>
                    <a:pt x="5277129" y="215751"/>
                  </a:lnTo>
                  <a:lnTo>
                    <a:pt x="5183767" y="226043"/>
                  </a:lnTo>
                  <a:lnTo>
                    <a:pt x="5080674" y="238715"/>
                  </a:lnTo>
                  <a:lnTo>
                    <a:pt x="4971590" y="253767"/>
                  </a:lnTo>
                  <a:lnTo>
                    <a:pt x="4860151" y="271158"/>
                  </a:lnTo>
                  <a:lnTo>
                    <a:pt x="4749518" y="290840"/>
                  </a:lnTo>
                  <a:lnTo>
                    <a:pt x="4642180" y="312791"/>
                  </a:lnTo>
                  <a:lnTo>
                    <a:pt x="4539894" y="337033"/>
                  </a:lnTo>
                  <a:lnTo>
                    <a:pt x="4443730" y="363650"/>
                  </a:lnTo>
                  <a:lnTo>
                    <a:pt x="4354188" y="392797"/>
                  </a:lnTo>
                  <a:lnTo>
                    <a:pt x="4271315" y="424697"/>
                  </a:lnTo>
                  <a:lnTo>
                    <a:pt x="4194838" y="459644"/>
                  </a:lnTo>
                  <a:lnTo>
                    <a:pt x="4124265" y="497991"/>
                  </a:lnTo>
                  <a:lnTo>
                    <a:pt x="4058971" y="540145"/>
                  </a:lnTo>
                  <a:lnTo>
                    <a:pt x="3998257" y="586542"/>
                  </a:lnTo>
                  <a:lnTo>
                    <a:pt x="3941406" y="637617"/>
                  </a:lnTo>
                  <a:lnTo>
                    <a:pt x="3887714" y="693752"/>
                  </a:lnTo>
                  <a:lnTo>
                    <a:pt x="3836526" y="755194"/>
                  </a:lnTo>
                  <a:lnTo>
                    <a:pt x="3820202" y="776487"/>
                  </a:lnTo>
                  <a:lnTo>
                    <a:pt x="3779393" y="833358"/>
                  </a:lnTo>
                  <a:lnTo>
                    <a:pt x="3739540" y="894011"/>
                  </a:lnTo>
                  <a:lnTo>
                    <a:pt x="3700406" y="958523"/>
                  </a:lnTo>
                  <a:lnTo>
                    <a:pt x="3661797" y="1026922"/>
                  </a:lnTo>
                  <a:lnTo>
                    <a:pt x="3623554" y="1099182"/>
                  </a:lnTo>
                  <a:lnTo>
                    <a:pt x="3585550" y="1175215"/>
                  </a:lnTo>
                  <a:lnTo>
                    <a:pt x="3547684" y="1254872"/>
                  </a:lnTo>
                  <a:lnTo>
                    <a:pt x="3509879" y="1337937"/>
                  </a:lnTo>
                  <a:lnTo>
                    <a:pt x="3472082" y="1424129"/>
                  </a:lnTo>
                  <a:lnTo>
                    <a:pt x="3434256" y="1513103"/>
                  </a:lnTo>
                  <a:lnTo>
                    <a:pt x="3396382" y="1604454"/>
                  </a:lnTo>
                  <a:lnTo>
                    <a:pt x="3358457" y="1697722"/>
                  </a:lnTo>
                  <a:lnTo>
                    <a:pt x="3320486" y="1792403"/>
                  </a:lnTo>
                  <a:lnTo>
                    <a:pt x="3282483" y="1887960"/>
                  </a:lnTo>
                  <a:lnTo>
                    <a:pt x="3244469" y="1983835"/>
                  </a:lnTo>
                  <a:lnTo>
                    <a:pt x="3206464" y="2079460"/>
                  </a:lnTo>
                  <a:lnTo>
                    <a:pt x="3168488" y="2174276"/>
                  </a:lnTo>
                  <a:lnTo>
                    <a:pt x="3130557" y="2267741"/>
                  </a:lnTo>
                  <a:lnTo>
                    <a:pt x="3092677" y="2359347"/>
                  </a:lnTo>
                  <a:lnTo>
                    <a:pt x="3054846" y="2448629"/>
                  </a:lnTo>
                  <a:lnTo>
                    <a:pt x="3017047" y="2535175"/>
                  </a:lnTo>
                  <a:lnTo>
                    <a:pt x="2979245" y="2618632"/>
                  </a:lnTo>
                  <a:lnTo>
                    <a:pt x="2941390" y="2698711"/>
                  </a:lnTo>
                  <a:lnTo>
                    <a:pt x="2903407" y="2775189"/>
                  </a:lnTo>
                  <a:lnTo>
                    <a:pt x="2865199" y="2847907"/>
                  </a:lnTo>
                  <a:lnTo>
                    <a:pt x="2826642" y="2916773"/>
                  </a:lnTo>
                  <a:lnTo>
                    <a:pt x="2787581" y="2981752"/>
                  </a:lnTo>
                  <a:lnTo>
                    <a:pt x="2747826" y="3042866"/>
                  </a:lnTo>
                  <a:lnTo>
                    <a:pt x="2707146" y="3100185"/>
                  </a:lnTo>
                  <a:lnTo>
                    <a:pt x="2702183" y="3106822"/>
                  </a:lnTo>
                  <a:lnTo>
                    <a:pt x="2651688" y="3170017"/>
                  </a:lnTo>
                  <a:lnTo>
                    <a:pt x="2598884" y="3227874"/>
                  </a:lnTo>
                  <a:lnTo>
                    <a:pt x="2543144" y="3280569"/>
                  </a:lnTo>
                  <a:lnTo>
                    <a:pt x="2483775" y="3328452"/>
                  </a:lnTo>
                  <a:lnTo>
                    <a:pt x="2420060" y="3371948"/>
                  </a:lnTo>
                  <a:lnTo>
                    <a:pt x="2351290" y="3411495"/>
                  </a:lnTo>
                  <a:lnTo>
                    <a:pt x="2276810" y="3447514"/>
                  </a:lnTo>
                  <a:lnTo>
                    <a:pt x="2196076" y="3480376"/>
                  </a:lnTo>
                  <a:lnTo>
                    <a:pt x="2108731" y="3510397"/>
                  </a:lnTo>
                  <a:lnTo>
                    <a:pt x="2014706" y="3537823"/>
                  </a:lnTo>
                  <a:lnTo>
                    <a:pt x="1914338" y="3562831"/>
                  </a:lnTo>
                  <a:lnTo>
                    <a:pt x="1808497" y="3585527"/>
                  </a:lnTo>
                  <a:lnTo>
                    <a:pt x="1698705" y="3605953"/>
                  </a:lnTo>
                  <a:lnTo>
                    <a:pt x="1587212" y="3624099"/>
                  </a:lnTo>
                  <a:lnTo>
                    <a:pt x="1476974" y="3639923"/>
                  </a:lnTo>
                  <a:lnTo>
                    <a:pt x="1371502" y="3653377"/>
                  </a:lnTo>
                  <a:lnTo>
                    <a:pt x="1274552" y="3664446"/>
                  </a:lnTo>
                  <a:lnTo>
                    <a:pt x="1189669" y="3673172"/>
                  </a:lnTo>
                  <a:lnTo>
                    <a:pt x="1119670" y="3679686"/>
                  </a:lnTo>
                  <a:lnTo>
                    <a:pt x="1066159" y="3684214"/>
                  </a:lnTo>
                  <a:lnTo>
                    <a:pt x="1029217" y="3687067"/>
                  </a:lnTo>
                  <a:lnTo>
                    <a:pt x="1007302" y="3688616"/>
                  </a:lnTo>
                  <a:lnTo>
                    <a:pt x="997352" y="3689261"/>
                  </a:lnTo>
                  <a:lnTo>
                    <a:pt x="994978" y="3689404"/>
                  </a:lnTo>
                  <a:lnTo>
                    <a:pt x="994940" y="3689406"/>
                  </a:lnTo>
                  <a:lnTo>
                    <a:pt x="0" y="3689406"/>
                  </a:lnTo>
                  <a:lnTo>
                    <a:pt x="0" y="36894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6" name="pg1925"/>
            <p:cNvSpPr/>
            <p:nvPr/>
          </p:nvSpPr>
          <p:spPr>
            <a:xfrm>
              <a:off x="1199187" y="2766890"/>
              <a:ext cx="12049831" cy="3395930"/>
            </a:xfrm>
            <a:custGeom>
              <a:avLst/>
              <a:pathLst>
                <a:path w="12049831" h="3395930">
                  <a:moveTo>
                    <a:pt x="0" y="3306840"/>
                  </a:moveTo>
                  <a:lnTo>
                    <a:pt x="994940" y="3306840"/>
                  </a:lnTo>
                  <a:lnTo>
                    <a:pt x="995996" y="3306781"/>
                  </a:lnTo>
                  <a:lnTo>
                    <a:pt x="1002979" y="3306364"/>
                  </a:lnTo>
                  <a:lnTo>
                    <a:pt x="1020709" y="3305213"/>
                  </a:lnTo>
                  <a:lnTo>
                    <a:pt x="1052724" y="3302944"/>
                  </a:lnTo>
                  <a:lnTo>
                    <a:pt x="1101086" y="3299189"/>
                  </a:lnTo>
                  <a:lnTo>
                    <a:pt x="1166229" y="3293633"/>
                  </a:lnTo>
                  <a:lnTo>
                    <a:pt x="1246990" y="3286033"/>
                  </a:lnTo>
                  <a:lnTo>
                    <a:pt x="1340860" y="3276236"/>
                  </a:lnTo>
                  <a:lnTo>
                    <a:pt x="1444434" y="3264178"/>
                  </a:lnTo>
                  <a:lnTo>
                    <a:pt x="1553935" y="3249861"/>
                  </a:lnTo>
                  <a:lnTo>
                    <a:pt x="1665708" y="3233323"/>
                  </a:lnTo>
                  <a:lnTo>
                    <a:pt x="1776581" y="3214610"/>
                  </a:lnTo>
                  <a:lnTo>
                    <a:pt x="1884069" y="3193742"/>
                  </a:lnTo>
                  <a:lnTo>
                    <a:pt x="1986427" y="3170696"/>
                  </a:lnTo>
                  <a:lnTo>
                    <a:pt x="2082596" y="3145389"/>
                  </a:lnTo>
                  <a:lnTo>
                    <a:pt x="2172097" y="3117671"/>
                  </a:lnTo>
                  <a:lnTo>
                    <a:pt x="2254896" y="3087327"/>
                  </a:lnTo>
                  <a:lnTo>
                    <a:pt x="2331283" y="3054074"/>
                  </a:lnTo>
                  <a:lnTo>
                    <a:pt x="2401762" y="3017573"/>
                  </a:lnTo>
                  <a:lnTo>
                    <a:pt x="2466970" y="2977433"/>
                  </a:lnTo>
                  <a:lnTo>
                    <a:pt x="2527610" y="2933239"/>
                  </a:lnTo>
                  <a:lnTo>
                    <a:pt x="2584410" y="2884578"/>
                  </a:lnTo>
                  <a:lnTo>
                    <a:pt x="2638076" y="2831091"/>
                  </a:lnTo>
                  <a:lnTo>
                    <a:pt x="2689263" y="2772556"/>
                  </a:lnTo>
                  <a:lnTo>
                    <a:pt x="2702183" y="2756573"/>
                  </a:lnTo>
                  <a:lnTo>
                    <a:pt x="2743927" y="2701568"/>
                  </a:lnTo>
                  <a:lnTo>
                    <a:pt x="2784676" y="2642821"/>
                  </a:lnTo>
                  <a:lnTo>
                    <a:pt x="2824682" y="2580256"/>
                  </a:lnTo>
                  <a:lnTo>
                    <a:pt x="2864151" y="2513847"/>
                  </a:lnTo>
                  <a:lnTo>
                    <a:pt x="2903251" y="2443626"/>
                  </a:lnTo>
                  <a:lnTo>
                    <a:pt x="2942114" y="2369688"/>
                  </a:lnTo>
                  <a:lnTo>
                    <a:pt x="2980845" y="2292192"/>
                  </a:lnTo>
                  <a:lnTo>
                    <a:pt x="3019523" y="2211367"/>
                  </a:lnTo>
                  <a:lnTo>
                    <a:pt x="3058201" y="2127509"/>
                  </a:lnTo>
                  <a:lnTo>
                    <a:pt x="3096914" y="2040979"/>
                  </a:lnTo>
                  <a:lnTo>
                    <a:pt x="3135679" y="1952200"/>
                  </a:lnTo>
                  <a:lnTo>
                    <a:pt x="3174498" y="1861649"/>
                  </a:lnTo>
                  <a:lnTo>
                    <a:pt x="3213362" y="1769845"/>
                  </a:lnTo>
                  <a:lnTo>
                    <a:pt x="3252253" y="1677340"/>
                  </a:lnTo>
                  <a:lnTo>
                    <a:pt x="3291148" y="1584703"/>
                  </a:lnTo>
                  <a:lnTo>
                    <a:pt x="3330027" y="1492507"/>
                  </a:lnTo>
                  <a:lnTo>
                    <a:pt x="3368868" y="1401314"/>
                  </a:lnTo>
                  <a:lnTo>
                    <a:pt x="3407658" y="1311658"/>
                  </a:lnTo>
                  <a:lnTo>
                    <a:pt x="3446395" y="1224038"/>
                  </a:lnTo>
                  <a:lnTo>
                    <a:pt x="3485086" y="1138903"/>
                  </a:lnTo>
                  <a:lnTo>
                    <a:pt x="3523758" y="1056643"/>
                  </a:lnTo>
                  <a:lnTo>
                    <a:pt x="3562457" y="977584"/>
                  </a:lnTo>
                  <a:lnTo>
                    <a:pt x="3601248" y="901987"/>
                  </a:lnTo>
                  <a:lnTo>
                    <a:pt x="3640224" y="830042"/>
                  </a:lnTo>
                  <a:lnTo>
                    <a:pt x="3679504" y="761874"/>
                  </a:lnTo>
                  <a:lnTo>
                    <a:pt x="3719240" y="697541"/>
                  </a:lnTo>
                  <a:lnTo>
                    <a:pt x="3759620" y="637045"/>
                  </a:lnTo>
                  <a:lnTo>
                    <a:pt x="3800872" y="580333"/>
                  </a:lnTo>
                  <a:lnTo>
                    <a:pt x="3820202" y="555507"/>
                  </a:lnTo>
                  <a:lnTo>
                    <a:pt x="3870843" y="495655"/>
                  </a:lnTo>
                  <a:lnTo>
                    <a:pt x="3923807" y="440875"/>
                  </a:lnTo>
                  <a:lnTo>
                    <a:pt x="3979729" y="390995"/>
                  </a:lnTo>
                  <a:lnTo>
                    <a:pt x="4039306" y="345683"/>
                  </a:lnTo>
                  <a:lnTo>
                    <a:pt x="4103262" y="304534"/>
                  </a:lnTo>
                  <a:lnTo>
                    <a:pt x="4172311" y="267130"/>
                  </a:lnTo>
                  <a:lnTo>
                    <a:pt x="4247113" y="233071"/>
                  </a:lnTo>
                  <a:lnTo>
                    <a:pt x="4328215" y="202003"/>
                  </a:lnTo>
                  <a:lnTo>
                    <a:pt x="4415969" y="173629"/>
                  </a:lnTo>
                  <a:lnTo>
                    <a:pt x="4510437" y="147714"/>
                  </a:lnTo>
                  <a:lnTo>
                    <a:pt x="4611268" y="124093"/>
                  </a:lnTo>
                  <a:lnTo>
                    <a:pt x="4717566" y="102666"/>
                  </a:lnTo>
                  <a:lnTo>
                    <a:pt x="4827771" y="83394"/>
                  </a:lnTo>
                  <a:lnTo>
                    <a:pt x="4939590" y="66289"/>
                  </a:lnTo>
                  <a:lnTo>
                    <a:pt x="5050016" y="51393"/>
                  </a:lnTo>
                  <a:lnTo>
                    <a:pt x="5155490" y="38748"/>
                  </a:lnTo>
                  <a:lnTo>
                    <a:pt x="5252223" y="28369"/>
                  </a:lnTo>
                  <a:lnTo>
                    <a:pt x="5336664" y="20211"/>
                  </a:lnTo>
                  <a:lnTo>
                    <a:pt x="5406023" y="14145"/>
                  </a:lnTo>
                  <a:lnTo>
                    <a:pt x="5458755" y="9952"/>
                  </a:lnTo>
                  <a:lnTo>
                    <a:pt x="5494868" y="7332"/>
                  </a:lnTo>
                  <a:lnTo>
                    <a:pt x="5516013" y="5928"/>
                  </a:lnTo>
                  <a:lnTo>
                    <a:pt x="5525364" y="535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38" y="5300"/>
                  </a:lnTo>
                  <a:lnTo>
                    <a:pt x="6530395" y="5726"/>
                  </a:lnTo>
                  <a:lnTo>
                    <a:pt x="6548060" y="6904"/>
                  </a:lnTo>
                  <a:lnTo>
                    <a:pt x="6579964" y="9226"/>
                  </a:lnTo>
                  <a:lnTo>
                    <a:pt x="6628167" y="13066"/>
                  </a:lnTo>
                  <a:lnTo>
                    <a:pt x="6693111" y="18751"/>
                  </a:lnTo>
                  <a:lnTo>
                    <a:pt x="6773647" y="26529"/>
                  </a:lnTo>
                  <a:lnTo>
                    <a:pt x="6867287" y="36554"/>
                  </a:lnTo>
                  <a:lnTo>
                    <a:pt x="6970643" y="48896"/>
                  </a:lnTo>
                  <a:lnTo>
                    <a:pt x="7079955" y="63553"/>
                  </a:lnTo>
                  <a:lnTo>
                    <a:pt x="7191576" y="80485"/>
                  </a:lnTo>
                  <a:lnTo>
                    <a:pt x="7302341" y="99646"/>
                  </a:lnTo>
                  <a:lnTo>
                    <a:pt x="7409761" y="121014"/>
                  </a:lnTo>
                  <a:lnTo>
                    <a:pt x="7512087" y="144612"/>
                  </a:lnTo>
                  <a:lnTo>
                    <a:pt x="7608253" y="170525"/>
                  </a:lnTo>
                  <a:lnTo>
                    <a:pt x="7697773" y="198903"/>
                  </a:lnTo>
                  <a:lnTo>
                    <a:pt x="7780606" y="229966"/>
                  </a:lnTo>
                  <a:lnTo>
                    <a:pt x="7857034" y="264002"/>
                  </a:lnTo>
                  <a:lnTo>
                    <a:pt x="7927556" y="301357"/>
                  </a:lnTo>
                  <a:lnTo>
                    <a:pt x="7992803" y="342428"/>
                  </a:lnTo>
                  <a:lnTo>
                    <a:pt x="8053476" y="387641"/>
                  </a:lnTo>
                  <a:lnTo>
                    <a:pt x="8110299" y="437419"/>
                  </a:lnTo>
                  <a:lnTo>
                    <a:pt x="8163977" y="492132"/>
                  </a:lnTo>
                  <a:lnTo>
                    <a:pt x="8215164" y="552013"/>
                  </a:lnTo>
                  <a:lnTo>
                    <a:pt x="8229629" y="570355"/>
                  </a:lnTo>
                  <a:lnTo>
                    <a:pt x="8270936" y="626227"/>
                  </a:lnTo>
                  <a:lnTo>
                    <a:pt x="8311268" y="685859"/>
                  </a:lnTo>
                  <a:lnTo>
                    <a:pt x="8350867" y="749330"/>
                  </a:lnTo>
                  <a:lnTo>
                    <a:pt x="8389935" y="816664"/>
                  </a:lnTo>
                  <a:lnTo>
                    <a:pt x="8428634" y="887834"/>
                  </a:lnTo>
                  <a:lnTo>
                    <a:pt x="8467097" y="962747"/>
                  </a:lnTo>
                  <a:lnTo>
                    <a:pt x="8505424" y="1041250"/>
                  </a:lnTo>
                  <a:lnTo>
                    <a:pt x="8543694" y="1123119"/>
                  </a:lnTo>
                  <a:lnTo>
                    <a:pt x="8581961" y="1208066"/>
                  </a:lnTo>
                  <a:lnTo>
                    <a:pt x="8620260" y="1295737"/>
                  </a:lnTo>
                  <a:lnTo>
                    <a:pt x="8658609" y="1385716"/>
                  </a:lnTo>
                  <a:lnTo>
                    <a:pt x="8697011" y="1477535"/>
                  </a:lnTo>
                  <a:lnTo>
                    <a:pt x="8735459" y="1570682"/>
                  </a:lnTo>
                  <a:lnTo>
                    <a:pt x="8773935" y="1664611"/>
                  </a:lnTo>
                  <a:lnTo>
                    <a:pt x="8812420" y="1758759"/>
                  </a:lnTo>
                  <a:lnTo>
                    <a:pt x="8850891" y="1852554"/>
                  </a:lnTo>
                  <a:lnTo>
                    <a:pt x="8889329" y="1945436"/>
                  </a:lnTo>
                  <a:lnTo>
                    <a:pt x="8927719" y="2036865"/>
                  </a:lnTo>
                  <a:lnTo>
                    <a:pt x="8966055" y="2126340"/>
                  </a:lnTo>
                  <a:lnTo>
                    <a:pt x="9004344" y="2213403"/>
                  </a:lnTo>
                  <a:lnTo>
                    <a:pt x="9042608" y="2297654"/>
                  </a:lnTo>
                  <a:lnTo>
                    <a:pt x="9080886" y="2378753"/>
                  </a:lnTo>
                  <a:lnTo>
                    <a:pt x="9119238" y="2456426"/>
                  </a:lnTo>
                  <a:lnTo>
                    <a:pt x="9157746" y="2530468"/>
                  </a:lnTo>
                  <a:lnTo>
                    <a:pt x="9196519" y="2600738"/>
                  </a:lnTo>
                  <a:lnTo>
                    <a:pt x="9235696" y="2667162"/>
                  </a:lnTo>
                  <a:lnTo>
                    <a:pt x="9275449" y="2729723"/>
                  </a:lnTo>
                  <a:lnTo>
                    <a:pt x="9315987" y="2788459"/>
                  </a:lnTo>
                  <a:lnTo>
                    <a:pt x="9347647" y="2830815"/>
                  </a:lnTo>
                  <a:lnTo>
                    <a:pt x="9398223" y="2892206"/>
                  </a:lnTo>
                  <a:lnTo>
                    <a:pt x="9451114" y="2948403"/>
                  </a:lnTo>
                  <a:lnTo>
                    <a:pt x="9506953" y="2999579"/>
                  </a:lnTo>
                  <a:lnTo>
                    <a:pt x="9566435" y="3046074"/>
                  </a:lnTo>
                  <a:lnTo>
                    <a:pt x="9630282" y="3088302"/>
                  </a:lnTo>
                  <a:lnTo>
                    <a:pt x="9699204" y="3126692"/>
                  </a:lnTo>
                  <a:lnTo>
                    <a:pt x="9773860" y="3161652"/>
                  </a:lnTo>
                  <a:lnTo>
                    <a:pt x="9854795" y="3193545"/>
                  </a:lnTo>
                  <a:lnTo>
                    <a:pt x="9942363" y="3222676"/>
                  </a:lnTo>
                  <a:lnTo>
                    <a:pt x="10036630" y="3249286"/>
                  </a:lnTo>
                  <a:lnTo>
                    <a:pt x="10137250" y="3273544"/>
                  </a:lnTo>
                  <a:lnTo>
                    <a:pt x="10243341" y="3295554"/>
                  </a:lnTo>
                  <a:lnTo>
                    <a:pt x="10353359" y="3315356"/>
                  </a:lnTo>
                  <a:lnTo>
                    <a:pt x="10465030" y="3332938"/>
                  </a:lnTo>
                  <a:lnTo>
                    <a:pt x="10575372" y="3348260"/>
                  </a:lnTo>
                  <a:lnTo>
                    <a:pt x="10680846" y="3361276"/>
                  </a:lnTo>
                  <a:lnTo>
                    <a:pt x="10777679" y="3371970"/>
                  </a:lnTo>
                  <a:lnTo>
                    <a:pt x="10862322" y="3380387"/>
                  </a:lnTo>
                  <a:lnTo>
                    <a:pt x="10931973" y="3386658"/>
                  </a:lnTo>
                  <a:lnTo>
                    <a:pt x="10985059" y="3391003"/>
                  </a:lnTo>
                  <a:lnTo>
                    <a:pt x="11021549" y="3393728"/>
                  </a:lnTo>
                  <a:lnTo>
                    <a:pt x="11043042" y="3395197"/>
                  </a:lnTo>
                  <a:lnTo>
                    <a:pt x="11052664" y="3395801"/>
                  </a:lnTo>
                  <a:lnTo>
                    <a:pt x="11054891" y="3395930"/>
                  </a:lnTo>
                  <a:lnTo>
                    <a:pt x="12049831" y="3395930"/>
                  </a:lnTo>
                  <a:lnTo>
                    <a:pt x="12049831" y="3390690"/>
                  </a:lnTo>
                  <a:lnTo>
                    <a:pt x="11054891" y="3390690"/>
                  </a:lnTo>
                  <a:lnTo>
                    <a:pt x="11053838" y="3390630"/>
                  </a:lnTo>
                  <a:lnTo>
                    <a:pt x="11046882" y="3390204"/>
                  </a:lnTo>
                  <a:lnTo>
                    <a:pt x="11029216" y="3389026"/>
                  </a:lnTo>
                  <a:lnTo>
                    <a:pt x="10997312" y="3386704"/>
                  </a:lnTo>
                  <a:lnTo>
                    <a:pt x="10949109" y="3382863"/>
                  </a:lnTo>
                  <a:lnTo>
                    <a:pt x="10884165" y="3377178"/>
                  </a:lnTo>
                  <a:lnTo>
                    <a:pt x="10803629" y="3369401"/>
                  </a:lnTo>
                  <a:lnTo>
                    <a:pt x="10709990" y="3359376"/>
                  </a:lnTo>
                  <a:lnTo>
                    <a:pt x="10606634" y="3347034"/>
                  </a:lnTo>
                  <a:lnTo>
                    <a:pt x="10497322" y="3332377"/>
                  </a:lnTo>
                  <a:lnTo>
                    <a:pt x="10385700" y="3315445"/>
                  </a:lnTo>
                  <a:lnTo>
                    <a:pt x="10274936" y="3296284"/>
                  </a:lnTo>
                  <a:lnTo>
                    <a:pt x="10167516" y="3274916"/>
                  </a:lnTo>
                  <a:lnTo>
                    <a:pt x="10065190" y="3251318"/>
                  </a:lnTo>
                  <a:lnTo>
                    <a:pt x="9969023" y="3225405"/>
                  </a:lnTo>
                  <a:lnTo>
                    <a:pt x="9879503" y="3197027"/>
                  </a:lnTo>
                  <a:lnTo>
                    <a:pt x="9796670" y="3165964"/>
                  </a:lnTo>
                  <a:lnTo>
                    <a:pt x="9720242" y="3131928"/>
                  </a:lnTo>
                  <a:lnTo>
                    <a:pt x="9649721" y="3094573"/>
                  </a:lnTo>
                  <a:lnTo>
                    <a:pt x="9584474" y="3053502"/>
                  </a:lnTo>
                  <a:lnTo>
                    <a:pt x="9523800" y="3008289"/>
                  </a:lnTo>
                  <a:lnTo>
                    <a:pt x="9466978" y="2958511"/>
                  </a:lnTo>
                  <a:lnTo>
                    <a:pt x="9413300" y="2903798"/>
                  </a:lnTo>
                  <a:lnTo>
                    <a:pt x="9362113" y="2843917"/>
                  </a:lnTo>
                  <a:lnTo>
                    <a:pt x="9347647" y="2825575"/>
                  </a:lnTo>
                  <a:lnTo>
                    <a:pt x="9306340" y="2769703"/>
                  </a:lnTo>
                  <a:lnTo>
                    <a:pt x="9266009" y="2710071"/>
                  </a:lnTo>
                  <a:lnTo>
                    <a:pt x="9226409" y="2646600"/>
                  </a:lnTo>
                  <a:lnTo>
                    <a:pt x="9187342" y="2579265"/>
                  </a:lnTo>
                  <a:lnTo>
                    <a:pt x="9148642" y="2508096"/>
                  </a:lnTo>
                  <a:lnTo>
                    <a:pt x="9110180" y="2433182"/>
                  </a:lnTo>
                  <a:lnTo>
                    <a:pt x="9071852" y="2354680"/>
                  </a:lnTo>
                  <a:lnTo>
                    <a:pt x="9033582" y="2272811"/>
                  </a:lnTo>
                  <a:lnTo>
                    <a:pt x="8995315" y="2187864"/>
                  </a:lnTo>
                  <a:lnTo>
                    <a:pt x="8957016" y="2100193"/>
                  </a:lnTo>
                  <a:lnTo>
                    <a:pt x="8918667" y="2010214"/>
                  </a:lnTo>
                  <a:lnTo>
                    <a:pt x="8880265" y="1918395"/>
                  </a:lnTo>
                  <a:lnTo>
                    <a:pt x="8841818" y="1825248"/>
                  </a:lnTo>
                  <a:lnTo>
                    <a:pt x="8803342" y="1731319"/>
                  </a:lnTo>
                  <a:lnTo>
                    <a:pt x="8764857" y="1637171"/>
                  </a:lnTo>
                  <a:lnTo>
                    <a:pt x="8726385" y="1543376"/>
                  </a:lnTo>
                  <a:lnTo>
                    <a:pt x="8687948" y="1450494"/>
                  </a:lnTo>
                  <a:lnTo>
                    <a:pt x="8649558" y="1359064"/>
                  </a:lnTo>
                  <a:lnTo>
                    <a:pt x="8611221" y="1269590"/>
                  </a:lnTo>
                  <a:lnTo>
                    <a:pt x="8572932" y="1182527"/>
                  </a:lnTo>
                  <a:lnTo>
                    <a:pt x="8534668" y="1098276"/>
                  </a:lnTo>
                  <a:lnTo>
                    <a:pt x="8496390" y="1017177"/>
                  </a:lnTo>
                  <a:lnTo>
                    <a:pt x="8458039" y="939504"/>
                  </a:lnTo>
                  <a:lnTo>
                    <a:pt x="8419531" y="865462"/>
                  </a:lnTo>
                  <a:lnTo>
                    <a:pt x="8380757" y="795192"/>
                  </a:lnTo>
                  <a:lnTo>
                    <a:pt x="8341580" y="728768"/>
                  </a:lnTo>
                  <a:lnTo>
                    <a:pt x="8301828" y="666207"/>
                  </a:lnTo>
                  <a:lnTo>
                    <a:pt x="8261290" y="607471"/>
                  </a:lnTo>
                  <a:lnTo>
                    <a:pt x="8229629" y="565115"/>
                  </a:lnTo>
                  <a:lnTo>
                    <a:pt x="8179054" y="503724"/>
                  </a:lnTo>
                  <a:lnTo>
                    <a:pt x="8126163" y="447527"/>
                  </a:lnTo>
                  <a:lnTo>
                    <a:pt x="8070323" y="396351"/>
                  </a:lnTo>
                  <a:lnTo>
                    <a:pt x="8010841" y="349856"/>
                  </a:lnTo>
                  <a:lnTo>
                    <a:pt x="7946995" y="307628"/>
                  </a:lnTo>
                  <a:lnTo>
                    <a:pt x="7878072" y="269238"/>
                  </a:lnTo>
                  <a:lnTo>
                    <a:pt x="7803416" y="234278"/>
                  </a:lnTo>
                  <a:lnTo>
                    <a:pt x="7722482" y="202385"/>
                  </a:lnTo>
                  <a:lnTo>
                    <a:pt x="7634914" y="173254"/>
                  </a:lnTo>
                  <a:lnTo>
                    <a:pt x="7540647" y="146644"/>
                  </a:lnTo>
                  <a:lnTo>
                    <a:pt x="7440026" y="122386"/>
                  </a:lnTo>
                  <a:lnTo>
                    <a:pt x="7333936" y="100376"/>
                  </a:lnTo>
                  <a:lnTo>
                    <a:pt x="7223918" y="80574"/>
                  </a:lnTo>
                  <a:lnTo>
                    <a:pt x="7112246" y="62992"/>
                  </a:lnTo>
                  <a:lnTo>
                    <a:pt x="7001905" y="47670"/>
                  </a:lnTo>
                  <a:lnTo>
                    <a:pt x="6896431" y="34654"/>
                  </a:lnTo>
                  <a:lnTo>
                    <a:pt x="6799598" y="23960"/>
                  </a:lnTo>
                  <a:lnTo>
                    <a:pt x="6714955" y="15543"/>
                  </a:lnTo>
                  <a:lnTo>
                    <a:pt x="6645304" y="9272"/>
                  </a:lnTo>
                  <a:lnTo>
                    <a:pt x="6592218" y="4927"/>
                  </a:lnTo>
                  <a:lnTo>
                    <a:pt x="6555728" y="2202"/>
                  </a:lnTo>
                  <a:lnTo>
                    <a:pt x="6534235" y="733"/>
                  </a:lnTo>
                  <a:lnTo>
                    <a:pt x="6524613" y="12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9" y="58"/>
                  </a:lnTo>
                  <a:lnTo>
                    <a:pt x="5519406" y="475"/>
                  </a:lnTo>
                  <a:lnTo>
                    <a:pt x="5501676" y="1626"/>
                  </a:lnTo>
                  <a:lnTo>
                    <a:pt x="5469661" y="3896"/>
                  </a:lnTo>
                  <a:lnTo>
                    <a:pt x="5421299" y="7650"/>
                  </a:lnTo>
                  <a:lnTo>
                    <a:pt x="5356156" y="13206"/>
                  </a:lnTo>
                  <a:lnTo>
                    <a:pt x="5275395" y="20807"/>
                  </a:lnTo>
                  <a:lnTo>
                    <a:pt x="5181525" y="30603"/>
                  </a:lnTo>
                  <a:lnTo>
                    <a:pt x="5077951" y="42661"/>
                  </a:lnTo>
                  <a:lnTo>
                    <a:pt x="4968450" y="56978"/>
                  </a:lnTo>
                  <a:lnTo>
                    <a:pt x="4856677" y="73516"/>
                  </a:lnTo>
                  <a:lnTo>
                    <a:pt x="4745804" y="92229"/>
                  </a:lnTo>
                  <a:lnTo>
                    <a:pt x="4638316" y="113097"/>
                  </a:lnTo>
                  <a:lnTo>
                    <a:pt x="4535958" y="136143"/>
                  </a:lnTo>
                  <a:lnTo>
                    <a:pt x="4439789" y="161451"/>
                  </a:lnTo>
                  <a:lnTo>
                    <a:pt x="4350288" y="189168"/>
                  </a:lnTo>
                  <a:lnTo>
                    <a:pt x="4267489" y="219512"/>
                  </a:lnTo>
                  <a:lnTo>
                    <a:pt x="4191102" y="252765"/>
                  </a:lnTo>
                  <a:lnTo>
                    <a:pt x="4120623" y="289267"/>
                  </a:lnTo>
                  <a:lnTo>
                    <a:pt x="4055415" y="329406"/>
                  </a:lnTo>
                  <a:lnTo>
                    <a:pt x="3994775" y="373600"/>
                  </a:lnTo>
                  <a:lnTo>
                    <a:pt x="3937975" y="422261"/>
                  </a:lnTo>
                  <a:lnTo>
                    <a:pt x="3884309" y="475748"/>
                  </a:lnTo>
                  <a:lnTo>
                    <a:pt x="3833122" y="534284"/>
                  </a:lnTo>
                  <a:lnTo>
                    <a:pt x="3820202" y="550266"/>
                  </a:lnTo>
                  <a:lnTo>
                    <a:pt x="3778458" y="605271"/>
                  </a:lnTo>
                  <a:lnTo>
                    <a:pt x="3737709" y="664018"/>
                  </a:lnTo>
                  <a:lnTo>
                    <a:pt x="3697703" y="726584"/>
                  </a:lnTo>
                  <a:lnTo>
                    <a:pt x="3658234" y="792993"/>
                  </a:lnTo>
                  <a:lnTo>
                    <a:pt x="3619134" y="863213"/>
                  </a:lnTo>
                  <a:lnTo>
                    <a:pt x="3580271" y="937151"/>
                  </a:lnTo>
                  <a:lnTo>
                    <a:pt x="3541540" y="1014647"/>
                  </a:lnTo>
                  <a:lnTo>
                    <a:pt x="3502862" y="1095472"/>
                  </a:lnTo>
                  <a:lnTo>
                    <a:pt x="3464184" y="1179330"/>
                  </a:lnTo>
                  <a:lnTo>
                    <a:pt x="3425471" y="1265860"/>
                  </a:lnTo>
                  <a:lnTo>
                    <a:pt x="3386706" y="1354639"/>
                  </a:lnTo>
                  <a:lnTo>
                    <a:pt x="3347887" y="1445190"/>
                  </a:lnTo>
                  <a:lnTo>
                    <a:pt x="3309023" y="1536994"/>
                  </a:lnTo>
                  <a:lnTo>
                    <a:pt x="3270132" y="1629499"/>
                  </a:lnTo>
                  <a:lnTo>
                    <a:pt x="3231237" y="1722136"/>
                  </a:lnTo>
                  <a:lnTo>
                    <a:pt x="3192358" y="1814332"/>
                  </a:lnTo>
                  <a:lnTo>
                    <a:pt x="3153517" y="1905525"/>
                  </a:lnTo>
                  <a:lnTo>
                    <a:pt x="3114727" y="1995181"/>
                  </a:lnTo>
                  <a:lnTo>
                    <a:pt x="3075990" y="2082801"/>
                  </a:lnTo>
                  <a:lnTo>
                    <a:pt x="3037299" y="2167936"/>
                  </a:lnTo>
                  <a:lnTo>
                    <a:pt x="2998627" y="2250196"/>
                  </a:lnTo>
                  <a:lnTo>
                    <a:pt x="2959928" y="2329255"/>
                  </a:lnTo>
                  <a:lnTo>
                    <a:pt x="2921137" y="2404852"/>
                  </a:lnTo>
                  <a:lnTo>
                    <a:pt x="2882161" y="2476797"/>
                  </a:lnTo>
                  <a:lnTo>
                    <a:pt x="2842881" y="2544966"/>
                  </a:lnTo>
                  <a:lnTo>
                    <a:pt x="2803145" y="2609298"/>
                  </a:lnTo>
                  <a:lnTo>
                    <a:pt x="2762765" y="2669794"/>
                  </a:lnTo>
                  <a:lnTo>
                    <a:pt x="2721513" y="2726506"/>
                  </a:lnTo>
                  <a:lnTo>
                    <a:pt x="2702183" y="2751332"/>
                  </a:lnTo>
                  <a:lnTo>
                    <a:pt x="2651542" y="2811184"/>
                  </a:lnTo>
                  <a:lnTo>
                    <a:pt x="2598578" y="2865964"/>
                  </a:lnTo>
                  <a:lnTo>
                    <a:pt x="2542656" y="2915844"/>
                  </a:lnTo>
                  <a:lnTo>
                    <a:pt x="2483079" y="2961156"/>
                  </a:lnTo>
                  <a:lnTo>
                    <a:pt x="2419123" y="3002305"/>
                  </a:lnTo>
                  <a:lnTo>
                    <a:pt x="2350074" y="3039710"/>
                  </a:lnTo>
                  <a:lnTo>
                    <a:pt x="2275272" y="3073768"/>
                  </a:lnTo>
                  <a:lnTo>
                    <a:pt x="2194170" y="3104836"/>
                  </a:lnTo>
                  <a:lnTo>
                    <a:pt x="2106416" y="3133210"/>
                  </a:lnTo>
                  <a:lnTo>
                    <a:pt x="2011948" y="3159125"/>
                  </a:lnTo>
                  <a:lnTo>
                    <a:pt x="1911117" y="3182746"/>
                  </a:lnTo>
                  <a:lnTo>
                    <a:pt x="1804819" y="3204173"/>
                  </a:lnTo>
                  <a:lnTo>
                    <a:pt x="1694614" y="3223445"/>
                  </a:lnTo>
                  <a:lnTo>
                    <a:pt x="1582795" y="3240550"/>
                  </a:lnTo>
                  <a:lnTo>
                    <a:pt x="1472369" y="3255446"/>
                  </a:lnTo>
                  <a:lnTo>
                    <a:pt x="1366895" y="3268092"/>
                  </a:lnTo>
                  <a:lnTo>
                    <a:pt x="1270162" y="3278470"/>
                  </a:lnTo>
                  <a:lnTo>
                    <a:pt x="1185721" y="3286628"/>
                  </a:lnTo>
                  <a:lnTo>
                    <a:pt x="1116362" y="3292694"/>
                  </a:lnTo>
                  <a:lnTo>
                    <a:pt x="1063630" y="3296887"/>
                  </a:lnTo>
                  <a:lnTo>
                    <a:pt x="1027517" y="3299507"/>
                  </a:lnTo>
                  <a:lnTo>
                    <a:pt x="1006372" y="3300912"/>
                  </a:lnTo>
                  <a:lnTo>
                    <a:pt x="997021" y="3301482"/>
                  </a:lnTo>
                  <a:lnTo>
                    <a:pt x="994940" y="3301599"/>
                  </a:lnTo>
                  <a:lnTo>
                    <a:pt x="0" y="3301599"/>
                  </a:lnTo>
                  <a:close/>
                </a:path>
              </a:pathLst>
            </a:custGeom>
            <a:solidFill>
              <a:srgbClr val="26C6D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27" name="pl1926"/>
            <p:cNvSpPr/>
            <p:nvPr/>
          </p:nvSpPr>
          <p:spPr>
            <a:xfrm>
              <a:off x="1199187" y="2772130"/>
              <a:ext cx="12049831" cy="3390690"/>
            </a:xfrm>
            <a:custGeom>
              <a:avLst/>
              <a:pathLst>
                <a:path w="12049831" h="3390690">
                  <a:moveTo>
                    <a:pt x="0" y="3301599"/>
                  </a:moveTo>
                  <a:lnTo>
                    <a:pt x="994940" y="3301599"/>
                  </a:lnTo>
                  <a:lnTo>
                    <a:pt x="995996" y="3301540"/>
                  </a:lnTo>
                  <a:lnTo>
                    <a:pt x="1002979" y="3301124"/>
                  </a:lnTo>
                  <a:lnTo>
                    <a:pt x="1020709" y="3299972"/>
                  </a:lnTo>
                  <a:lnTo>
                    <a:pt x="1052724" y="3297703"/>
                  </a:lnTo>
                  <a:lnTo>
                    <a:pt x="1101086" y="3293949"/>
                  </a:lnTo>
                  <a:lnTo>
                    <a:pt x="1166229" y="3288392"/>
                  </a:lnTo>
                  <a:lnTo>
                    <a:pt x="1246990" y="3280792"/>
                  </a:lnTo>
                  <a:lnTo>
                    <a:pt x="1340860" y="3270996"/>
                  </a:lnTo>
                  <a:lnTo>
                    <a:pt x="1444434" y="3258938"/>
                  </a:lnTo>
                  <a:lnTo>
                    <a:pt x="1553935" y="3244620"/>
                  </a:lnTo>
                  <a:lnTo>
                    <a:pt x="1665708" y="3228083"/>
                  </a:lnTo>
                  <a:lnTo>
                    <a:pt x="1776581" y="3209370"/>
                  </a:lnTo>
                  <a:lnTo>
                    <a:pt x="1884069" y="3188502"/>
                  </a:lnTo>
                  <a:lnTo>
                    <a:pt x="1986427" y="3165456"/>
                  </a:lnTo>
                  <a:lnTo>
                    <a:pt x="2082596" y="3140148"/>
                  </a:lnTo>
                  <a:lnTo>
                    <a:pt x="2172097" y="3112430"/>
                  </a:lnTo>
                  <a:lnTo>
                    <a:pt x="2254896" y="3082086"/>
                  </a:lnTo>
                  <a:lnTo>
                    <a:pt x="2331283" y="3048834"/>
                  </a:lnTo>
                  <a:lnTo>
                    <a:pt x="2401762" y="3012332"/>
                  </a:lnTo>
                  <a:lnTo>
                    <a:pt x="2466970" y="2972193"/>
                  </a:lnTo>
                  <a:lnTo>
                    <a:pt x="2527610" y="2927999"/>
                  </a:lnTo>
                  <a:lnTo>
                    <a:pt x="2584410" y="2879338"/>
                  </a:lnTo>
                  <a:lnTo>
                    <a:pt x="2638076" y="2825851"/>
                  </a:lnTo>
                  <a:lnTo>
                    <a:pt x="2689263" y="2767315"/>
                  </a:lnTo>
                  <a:lnTo>
                    <a:pt x="2702183" y="2751332"/>
                  </a:lnTo>
                  <a:lnTo>
                    <a:pt x="2743927" y="2696327"/>
                  </a:lnTo>
                  <a:lnTo>
                    <a:pt x="2784676" y="2637580"/>
                  </a:lnTo>
                  <a:lnTo>
                    <a:pt x="2824682" y="2575015"/>
                  </a:lnTo>
                  <a:lnTo>
                    <a:pt x="2864151" y="2508606"/>
                  </a:lnTo>
                  <a:lnTo>
                    <a:pt x="2903251" y="2438385"/>
                  </a:lnTo>
                  <a:lnTo>
                    <a:pt x="2942114" y="2364447"/>
                  </a:lnTo>
                  <a:lnTo>
                    <a:pt x="2980845" y="2286952"/>
                  </a:lnTo>
                  <a:lnTo>
                    <a:pt x="3019523" y="2206127"/>
                  </a:lnTo>
                  <a:lnTo>
                    <a:pt x="3058201" y="2122268"/>
                  </a:lnTo>
                  <a:lnTo>
                    <a:pt x="3096914" y="2035738"/>
                  </a:lnTo>
                  <a:lnTo>
                    <a:pt x="3135679" y="1946959"/>
                  </a:lnTo>
                  <a:lnTo>
                    <a:pt x="3174498" y="1856408"/>
                  </a:lnTo>
                  <a:lnTo>
                    <a:pt x="3213362" y="1764604"/>
                  </a:lnTo>
                  <a:lnTo>
                    <a:pt x="3252253" y="1672100"/>
                  </a:lnTo>
                  <a:lnTo>
                    <a:pt x="3291148" y="1579463"/>
                  </a:lnTo>
                  <a:lnTo>
                    <a:pt x="3330027" y="1487267"/>
                  </a:lnTo>
                  <a:lnTo>
                    <a:pt x="3368868" y="1396073"/>
                  </a:lnTo>
                  <a:lnTo>
                    <a:pt x="3407658" y="1306417"/>
                  </a:lnTo>
                  <a:lnTo>
                    <a:pt x="3446395" y="1218798"/>
                  </a:lnTo>
                  <a:lnTo>
                    <a:pt x="3485086" y="1133662"/>
                  </a:lnTo>
                  <a:lnTo>
                    <a:pt x="3523758" y="1051402"/>
                  </a:lnTo>
                  <a:lnTo>
                    <a:pt x="3562457" y="972344"/>
                  </a:lnTo>
                  <a:lnTo>
                    <a:pt x="3601248" y="896747"/>
                  </a:lnTo>
                  <a:lnTo>
                    <a:pt x="3640224" y="824802"/>
                  </a:lnTo>
                  <a:lnTo>
                    <a:pt x="3679504" y="756633"/>
                  </a:lnTo>
                  <a:lnTo>
                    <a:pt x="3719240" y="692301"/>
                  </a:lnTo>
                  <a:lnTo>
                    <a:pt x="3759620" y="631805"/>
                  </a:lnTo>
                  <a:lnTo>
                    <a:pt x="3800872" y="575092"/>
                  </a:lnTo>
                  <a:lnTo>
                    <a:pt x="3820202" y="550266"/>
                  </a:lnTo>
                  <a:lnTo>
                    <a:pt x="3870843" y="490415"/>
                  </a:lnTo>
                  <a:lnTo>
                    <a:pt x="3923807" y="435634"/>
                  </a:lnTo>
                  <a:lnTo>
                    <a:pt x="3979729" y="385754"/>
                  </a:lnTo>
                  <a:lnTo>
                    <a:pt x="4039306" y="340442"/>
                  </a:lnTo>
                  <a:lnTo>
                    <a:pt x="4103262" y="299294"/>
                  </a:lnTo>
                  <a:lnTo>
                    <a:pt x="4172311" y="261889"/>
                  </a:lnTo>
                  <a:lnTo>
                    <a:pt x="4247113" y="227830"/>
                  </a:lnTo>
                  <a:lnTo>
                    <a:pt x="4328215" y="196762"/>
                  </a:lnTo>
                  <a:lnTo>
                    <a:pt x="4415969" y="168388"/>
                  </a:lnTo>
                  <a:lnTo>
                    <a:pt x="4510437" y="142474"/>
                  </a:lnTo>
                  <a:lnTo>
                    <a:pt x="4611268" y="118852"/>
                  </a:lnTo>
                  <a:lnTo>
                    <a:pt x="4717566" y="97425"/>
                  </a:lnTo>
                  <a:lnTo>
                    <a:pt x="4827771" y="78153"/>
                  </a:lnTo>
                  <a:lnTo>
                    <a:pt x="4939590" y="61049"/>
                  </a:lnTo>
                  <a:lnTo>
                    <a:pt x="5050016" y="46152"/>
                  </a:lnTo>
                  <a:lnTo>
                    <a:pt x="5155490" y="33507"/>
                  </a:lnTo>
                  <a:lnTo>
                    <a:pt x="5252223" y="23128"/>
                  </a:lnTo>
                  <a:lnTo>
                    <a:pt x="5336664" y="14970"/>
                  </a:lnTo>
                  <a:lnTo>
                    <a:pt x="5406023" y="8904"/>
                  </a:lnTo>
                  <a:lnTo>
                    <a:pt x="5458755" y="4711"/>
                  </a:lnTo>
                  <a:lnTo>
                    <a:pt x="5494868" y="2091"/>
                  </a:lnTo>
                  <a:lnTo>
                    <a:pt x="5516013" y="687"/>
                  </a:lnTo>
                  <a:lnTo>
                    <a:pt x="5525364" y="117"/>
                  </a:lnTo>
                  <a:lnTo>
                    <a:pt x="5527426" y="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38" y="59"/>
                  </a:lnTo>
                  <a:lnTo>
                    <a:pt x="6530395" y="486"/>
                  </a:lnTo>
                  <a:lnTo>
                    <a:pt x="6548060" y="1663"/>
                  </a:lnTo>
                  <a:lnTo>
                    <a:pt x="6579964" y="3985"/>
                  </a:lnTo>
                  <a:lnTo>
                    <a:pt x="6628167" y="7826"/>
                  </a:lnTo>
                  <a:lnTo>
                    <a:pt x="6693111" y="13511"/>
                  </a:lnTo>
                  <a:lnTo>
                    <a:pt x="6773647" y="21288"/>
                  </a:lnTo>
                  <a:lnTo>
                    <a:pt x="6867287" y="31314"/>
                  </a:lnTo>
                  <a:lnTo>
                    <a:pt x="6970643" y="43656"/>
                  </a:lnTo>
                  <a:lnTo>
                    <a:pt x="7079955" y="58312"/>
                  </a:lnTo>
                  <a:lnTo>
                    <a:pt x="7191576" y="75244"/>
                  </a:lnTo>
                  <a:lnTo>
                    <a:pt x="7302341" y="94405"/>
                  </a:lnTo>
                  <a:lnTo>
                    <a:pt x="7409761" y="115773"/>
                  </a:lnTo>
                  <a:lnTo>
                    <a:pt x="7512087" y="139372"/>
                  </a:lnTo>
                  <a:lnTo>
                    <a:pt x="7608253" y="165284"/>
                  </a:lnTo>
                  <a:lnTo>
                    <a:pt x="7697773" y="193662"/>
                  </a:lnTo>
                  <a:lnTo>
                    <a:pt x="7780606" y="224726"/>
                  </a:lnTo>
                  <a:lnTo>
                    <a:pt x="7857034" y="258761"/>
                  </a:lnTo>
                  <a:lnTo>
                    <a:pt x="7927556" y="296116"/>
                  </a:lnTo>
                  <a:lnTo>
                    <a:pt x="7992803" y="337187"/>
                  </a:lnTo>
                  <a:lnTo>
                    <a:pt x="8053476" y="382400"/>
                  </a:lnTo>
                  <a:lnTo>
                    <a:pt x="8110299" y="432179"/>
                  </a:lnTo>
                  <a:lnTo>
                    <a:pt x="8163977" y="486891"/>
                  </a:lnTo>
                  <a:lnTo>
                    <a:pt x="8215164" y="546772"/>
                  </a:lnTo>
                  <a:lnTo>
                    <a:pt x="8229629" y="565115"/>
                  </a:lnTo>
                  <a:lnTo>
                    <a:pt x="8270936" y="620986"/>
                  </a:lnTo>
                  <a:lnTo>
                    <a:pt x="8311268" y="680619"/>
                  </a:lnTo>
                  <a:lnTo>
                    <a:pt x="8350867" y="744089"/>
                  </a:lnTo>
                  <a:lnTo>
                    <a:pt x="8389935" y="811424"/>
                  </a:lnTo>
                  <a:lnTo>
                    <a:pt x="8428634" y="882593"/>
                  </a:lnTo>
                  <a:lnTo>
                    <a:pt x="8467097" y="957507"/>
                  </a:lnTo>
                  <a:lnTo>
                    <a:pt x="8505424" y="1036009"/>
                  </a:lnTo>
                  <a:lnTo>
                    <a:pt x="8543694" y="1117879"/>
                  </a:lnTo>
                  <a:lnTo>
                    <a:pt x="8581961" y="1202826"/>
                  </a:lnTo>
                  <a:lnTo>
                    <a:pt x="8620260" y="1290496"/>
                  </a:lnTo>
                  <a:lnTo>
                    <a:pt x="8658609" y="1380475"/>
                  </a:lnTo>
                  <a:lnTo>
                    <a:pt x="8697011" y="1472294"/>
                  </a:lnTo>
                  <a:lnTo>
                    <a:pt x="8735459" y="1565441"/>
                  </a:lnTo>
                  <a:lnTo>
                    <a:pt x="8773935" y="1659370"/>
                  </a:lnTo>
                  <a:lnTo>
                    <a:pt x="8812420" y="1753518"/>
                  </a:lnTo>
                  <a:lnTo>
                    <a:pt x="8850891" y="1847313"/>
                  </a:lnTo>
                  <a:lnTo>
                    <a:pt x="8889329" y="1940195"/>
                  </a:lnTo>
                  <a:lnTo>
                    <a:pt x="8927719" y="2031625"/>
                  </a:lnTo>
                  <a:lnTo>
                    <a:pt x="8966055" y="2121100"/>
                  </a:lnTo>
                  <a:lnTo>
                    <a:pt x="9004344" y="2208163"/>
                  </a:lnTo>
                  <a:lnTo>
                    <a:pt x="9042608" y="2292413"/>
                  </a:lnTo>
                  <a:lnTo>
                    <a:pt x="9080886" y="2373512"/>
                  </a:lnTo>
                  <a:lnTo>
                    <a:pt x="9119238" y="2451185"/>
                  </a:lnTo>
                  <a:lnTo>
                    <a:pt x="9157746" y="2525227"/>
                  </a:lnTo>
                  <a:lnTo>
                    <a:pt x="9196519" y="2595498"/>
                  </a:lnTo>
                  <a:lnTo>
                    <a:pt x="9235696" y="2661921"/>
                  </a:lnTo>
                  <a:lnTo>
                    <a:pt x="9275449" y="2724482"/>
                  </a:lnTo>
                  <a:lnTo>
                    <a:pt x="9315987" y="2783219"/>
                  </a:lnTo>
                  <a:lnTo>
                    <a:pt x="9347647" y="2825575"/>
                  </a:lnTo>
                  <a:lnTo>
                    <a:pt x="9398223" y="2886966"/>
                  </a:lnTo>
                  <a:lnTo>
                    <a:pt x="9451114" y="2943162"/>
                  </a:lnTo>
                  <a:lnTo>
                    <a:pt x="9506953" y="2994338"/>
                  </a:lnTo>
                  <a:lnTo>
                    <a:pt x="9566435" y="3040833"/>
                  </a:lnTo>
                  <a:lnTo>
                    <a:pt x="9630282" y="3083061"/>
                  </a:lnTo>
                  <a:lnTo>
                    <a:pt x="9699204" y="3121451"/>
                  </a:lnTo>
                  <a:lnTo>
                    <a:pt x="9773860" y="3156411"/>
                  </a:lnTo>
                  <a:lnTo>
                    <a:pt x="9854795" y="3188304"/>
                  </a:lnTo>
                  <a:lnTo>
                    <a:pt x="9942363" y="3217436"/>
                  </a:lnTo>
                  <a:lnTo>
                    <a:pt x="10036630" y="3244045"/>
                  </a:lnTo>
                  <a:lnTo>
                    <a:pt x="10137250" y="3268303"/>
                  </a:lnTo>
                  <a:lnTo>
                    <a:pt x="10243341" y="3290313"/>
                  </a:lnTo>
                  <a:lnTo>
                    <a:pt x="10353359" y="3310115"/>
                  </a:lnTo>
                  <a:lnTo>
                    <a:pt x="10465030" y="3327698"/>
                  </a:lnTo>
                  <a:lnTo>
                    <a:pt x="10575372" y="3343019"/>
                  </a:lnTo>
                  <a:lnTo>
                    <a:pt x="10680846" y="3356035"/>
                  </a:lnTo>
                  <a:lnTo>
                    <a:pt x="10777679" y="3366729"/>
                  </a:lnTo>
                  <a:lnTo>
                    <a:pt x="10862322" y="3375147"/>
                  </a:lnTo>
                  <a:lnTo>
                    <a:pt x="10931973" y="3381417"/>
                  </a:lnTo>
                  <a:lnTo>
                    <a:pt x="10985059" y="3385762"/>
                  </a:lnTo>
                  <a:lnTo>
                    <a:pt x="11021549" y="3388487"/>
                  </a:lnTo>
                  <a:lnTo>
                    <a:pt x="11043042" y="3389957"/>
                  </a:lnTo>
                  <a:lnTo>
                    <a:pt x="11052664" y="3390561"/>
                  </a:lnTo>
                  <a:lnTo>
                    <a:pt x="11054864" y="3390688"/>
                  </a:lnTo>
                  <a:lnTo>
                    <a:pt x="11054891" y="3390690"/>
                  </a:lnTo>
                  <a:lnTo>
                    <a:pt x="12049831" y="3390690"/>
                  </a:lnTo>
                  <a:lnTo>
                    <a:pt x="12049831" y="33906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8" name="pl1927"/>
            <p:cNvSpPr/>
            <p:nvPr/>
          </p:nvSpPr>
          <p:spPr>
            <a:xfrm>
              <a:off x="1199187" y="2766890"/>
              <a:ext cx="12049831" cy="3390690"/>
            </a:xfrm>
            <a:custGeom>
              <a:avLst/>
              <a:pathLst>
                <a:path w="12049831" h="3390690">
                  <a:moveTo>
                    <a:pt x="12049831" y="3390690"/>
                  </a:moveTo>
                  <a:lnTo>
                    <a:pt x="11054891" y="3390690"/>
                  </a:lnTo>
                  <a:lnTo>
                    <a:pt x="11053838" y="3390630"/>
                  </a:lnTo>
                  <a:lnTo>
                    <a:pt x="11046882" y="3390204"/>
                  </a:lnTo>
                  <a:lnTo>
                    <a:pt x="11029216" y="3389026"/>
                  </a:lnTo>
                  <a:lnTo>
                    <a:pt x="10997312" y="3386704"/>
                  </a:lnTo>
                  <a:lnTo>
                    <a:pt x="10949109" y="3382863"/>
                  </a:lnTo>
                  <a:lnTo>
                    <a:pt x="10884165" y="3377178"/>
                  </a:lnTo>
                  <a:lnTo>
                    <a:pt x="10803629" y="3369401"/>
                  </a:lnTo>
                  <a:lnTo>
                    <a:pt x="10709990" y="3359376"/>
                  </a:lnTo>
                  <a:lnTo>
                    <a:pt x="10606634" y="3347034"/>
                  </a:lnTo>
                  <a:lnTo>
                    <a:pt x="10497322" y="3332377"/>
                  </a:lnTo>
                  <a:lnTo>
                    <a:pt x="10385700" y="3315445"/>
                  </a:lnTo>
                  <a:lnTo>
                    <a:pt x="10274936" y="3296284"/>
                  </a:lnTo>
                  <a:lnTo>
                    <a:pt x="10167516" y="3274916"/>
                  </a:lnTo>
                  <a:lnTo>
                    <a:pt x="10065190" y="3251318"/>
                  </a:lnTo>
                  <a:lnTo>
                    <a:pt x="9969023" y="3225405"/>
                  </a:lnTo>
                  <a:lnTo>
                    <a:pt x="9879503" y="3197027"/>
                  </a:lnTo>
                  <a:lnTo>
                    <a:pt x="9796670" y="3165964"/>
                  </a:lnTo>
                  <a:lnTo>
                    <a:pt x="9720242" y="3131928"/>
                  </a:lnTo>
                  <a:lnTo>
                    <a:pt x="9649721" y="3094573"/>
                  </a:lnTo>
                  <a:lnTo>
                    <a:pt x="9584474" y="3053502"/>
                  </a:lnTo>
                  <a:lnTo>
                    <a:pt x="9523800" y="3008289"/>
                  </a:lnTo>
                  <a:lnTo>
                    <a:pt x="9466978" y="2958511"/>
                  </a:lnTo>
                  <a:lnTo>
                    <a:pt x="9413300" y="2903798"/>
                  </a:lnTo>
                  <a:lnTo>
                    <a:pt x="9362113" y="2843917"/>
                  </a:lnTo>
                  <a:lnTo>
                    <a:pt x="9347647" y="2825575"/>
                  </a:lnTo>
                  <a:lnTo>
                    <a:pt x="9306340" y="2769703"/>
                  </a:lnTo>
                  <a:lnTo>
                    <a:pt x="9266009" y="2710071"/>
                  </a:lnTo>
                  <a:lnTo>
                    <a:pt x="9226409" y="2646600"/>
                  </a:lnTo>
                  <a:lnTo>
                    <a:pt x="9187342" y="2579265"/>
                  </a:lnTo>
                  <a:lnTo>
                    <a:pt x="9148642" y="2508096"/>
                  </a:lnTo>
                  <a:lnTo>
                    <a:pt x="9110180" y="2433182"/>
                  </a:lnTo>
                  <a:lnTo>
                    <a:pt x="9071852" y="2354680"/>
                  </a:lnTo>
                  <a:lnTo>
                    <a:pt x="9033582" y="2272811"/>
                  </a:lnTo>
                  <a:lnTo>
                    <a:pt x="8995315" y="2187864"/>
                  </a:lnTo>
                  <a:lnTo>
                    <a:pt x="8957016" y="2100193"/>
                  </a:lnTo>
                  <a:lnTo>
                    <a:pt x="8918667" y="2010214"/>
                  </a:lnTo>
                  <a:lnTo>
                    <a:pt x="8880265" y="1918395"/>
                  </a:lnTo>
                  <a:lnTo>
                    <a:pt x="8841818" y="1825248"/>
                  </a:lnTo>
                  <a:lnTo>
                    <a:pt x="8803342" y="1731319"/>
                  </a:lnTo>
                  <a:lnTo>
                    <a:pt x="8764857" y="1637171"/>
                  </a:lnTo>
                  <a:lnTo>
                    <a:pt x="8726385" y="1543376"/>
                  </a:lnTo>
                  <a:lnTo>
                    <a:pt x="8687948" y="1450494"/>
                  </a:lnTo>
                  <a:lnTo>
                    <a:pt x="8649558" y="1359064"/>
                  </a:lnTo>
                  <a:lnTo>
                    <a:pt x="8611221" y="1269590"/>
                  </a:lnTo>
                  <a:lnTo>
                    <a:pt x="8572932" y="1182527"/>
                  </a:lnTo>
                  <a:lnTo>
                    <a:pt x="8534668" y="1098276"/>
                  </a:lnTo>
                  <a:lnTo>
                    <a:pt x="8496390" y="1017177"/>
                  </a:lnTo>
                  <a:lnTo>
                    <a:pt x="8458039" y="939504"/>
                  </a:lnTo>
                  <a:lnTo>
                    <a:pt x="8419531" y="865462"/>
                  </a:lnTo>
                  <a:lnTo>
                    <a:pt x="8380757" y="795192"/>
                  </a:lnTo>
                  <a:lnTo>
                    <a:pt x="8341580" y="728768"/>
                  </a:lnTo>
                  <a:lnTo>
                    <a:pt x="8301828" y="666207"/>
                  </a:lnTo>
                  <a:lnTo>
                    <a:pt x="8261290" y="607471"/>
                  </a:lnTo>
                  <a:lnTo>
                    <a:pt x="8229629" y="565115"/>
                  </a:lnTo>
                  <a:lnTo>
                    <a:pt x="8179054" y="503724"/>
                  </a:lnTo>
                  <a:lnTo>
                    <a:pt x="8126163" y="447527"/>
                  </a:lnTo>
                  <a:lnTo>
                    <a:pt x="8070323" y="396351"/>
                  </a:lnTo>
                  <a:lnTo>
                    <a:pt x="8010841" y="349856"/>
                  </a:lnTo>
                  <a:lnTo>
                    <a:pt x="7946995" y="307628"/>
                  </a:lnTo>
                  <a:lnTo>
                    <a:pt x="7878072" y="269238"/>
                  </a:lnTo>
                  <a:lnTo>
                    <a:pt x="7803416" y="234278"/>
                  </a:lnTo>
                  <a:lnTo>
                    <a:pt x="7722482" y="202385"/>
                  </a:lnTo>
                  <a:lnTo>
                    <a:pt x="7634914" y="173254"/>
                  </a:lnTo>
                  <a:lnTo>
                    <a:pt x="7540647" y="146644"/>
                  </a:lnTo>
                  <a:lnTo>
                    <a:pt x="7440026" y="122386"/>
                  </a:lnTo>
                  <a:lnTo>
                    <a:pt x="7333936" y="100376"/>
                  </a:lnTo>
                  <a:lnTo>
                    <a:pt x="7223918" y="80574"/>
                  </a:lnTo>
                  <a:lnTo>
                    <a:pt x="7112246" y="62992"/>
                  </a:lnTo>
                  <a:lnTo>
                    <a:pt x="7001905" y="47670"/>
                  </a:lnTo>
                  <a:lnTo>
                    <a:pt x="6896431" y="34654"/>
                  </a:lnTo>
                  <a:lnTo>
                    <a:pt x="6799598" y="23960"/>
                  </a:lnTo>
                  <a:lnTo>
                    <a:pt x="6714955" y="15543"/>
                  </a:lnTo>
                  <a:lnTo>
                    <a:pt x="6645304" y="9272"/>
                  </a:lnTo>
                  <a:lnTo>
                    <a:pt x="6592218" y="4927"/>
                  </a:lnTo>
                  <a:lnTo>
                    <a:pt x="6555728" y="2202"/>
                  </a:lnTo>
                  <a:lnTo>
                    <a:pt x="6534235" y="733"/>
                  </a:lnTo>
                  <a:lnTo>
                    <a:pt x="6524613" y="129"/>
                  </a:lnTo>
                  <a:lnTo>
                    <a:pt x="6522412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9" y="58"/>
                  </a:lnTo>
                  <a:lnTo>
                    <a:pt x="5519406" y="475"/>
                  </a:lnTo>
                  <a:lnTo>
                    <a:pt x="5501676" y="1626"/>
                  </a:lnTo>
                  <a:lnTo>
                    <a:pt x="5469661" y="3896"/>
                  </a:lnTo>
                  <a:lnTo>
                    <a:pt x="5421299" y="7650"/>
                  </a:lnTo>
                  <a:lnTo>
                    <a:pt x="5356156" y="13206"/>
                  </a:lnTo>
                  <a:lnTo>
                    <a:pt x="5275395" y="20807"/>
                  </a:lnTo>
                  <a:lnTo>
                    <a:pt x="5181525" y="30603"/>
                  </a:lnTo>
                  <a:lnTo>
                    <a:pt x="5077951" y="42661"/>
                  </a:lnTo>
                  <a:lnTo>
                    <a:pt x="4968450" y="56978"/>
                  </a:lnTo>
                  <a:lnTo>
                    <a:pt x="4856677" y="73516"/>
                  </a:lnTo>
                  <a:lnTo>
                    <a:pt x="4745804" y="92229"/>
                  </a:lnTo>
                  <a:lnTo>
                    <a:pt x="4638316" y="113097"/>
                  </a:lnTo>
                  <a:lnTo>
                    <a:pt x="4535958" y="136143"/>
                  </a:lnTo>
                  <a:lnTo>
                    <a:pt x="4439789" y="161451"/>
                  </a:lnTo>
                  <a:lnTo>
                    <a:pt x="4350288" y="189168"/>
                  </a:lnTo>
                  <a:lnTo>
                    <a:pt x="4267489" y="219512"/>
                  </a:lnTo>
                  <a:lnTo>
                    <a:pt x="4191102" y="252765"/>
                  </a:lnTo>
                  <a:lnTo>
                    <a:pt x="4120623" y="289267"/>
                  </a:lnTo>
                  <a:lnTo>
                    <a:pt x="4055415" y="329406"/>
                  </a:lnTo>
                  <a:lnTo>
                    <a:pt x="3994775" y="373600"/>
                  </a:lnTo>
                  <a:lnTo>
                    <a:pt x="3937975" y="422261"/>
                  </a:lnTo>
                  <a:lnTo>
                    <a:pt x="3884309" y="475748"/>
                  </a:lnTo>
                  <a:lnTo>
                    <a:pt x="3833122" y="534284"/>
                  </a:lnTo>
                  <a:lnTo>
                    <a:pt x="3820202" y="550266"/>
                  </a:lnTo>
                  <a:lnTo>
                    <a:pt x="3778458" y="605271"/>
                  </a:lnTo>
                  <a:lnTo>
                    <a:pt x="3737709" y="664018"/>
                  </a:lnTo>
                  <a:lnTo>
                    <a:pt x="3697703" y="726584"/>
                  </a:lnTo>
                  <a:lnTo>
                    <a:pt x="3658234" y="792993"/>
                  </a:lnTo>
                  <a:lnTo>
                    <a:pt x="3619134" y="863213"/>
                  </a:lnTo>
                  <a:lnTo>
                    <a:pt x="3580271" y="937151"/>
                  </a:lnTo>
                  <a:lnTo>
                    <a:pt x="3541540" y="1014647"/>
                  </a:lnTo>
                  <a:lnTo>
                    <a:pt x="3502862" y="1095472"/>
                  </a:lnTo>
                  <a:lnTo>
                    <a:pt x="3464184" y="1179330"/>
                  </a:lnTo>
                  <a:lnTo>
                    <a:pt x="3425471" y="1265860"/>
                  </a:lnTo>
                  <a:lnTo>
                    <a:pt x="3386706" y="1354639"/>
                  </a:lnTo>
                  <a:lnTo>
                    <a:pt x="3347887" y="1445190"/>
                  </a:lnTo>
                  <a:lnTo>
                    <a:pt x="3309023" y="1536994"/>
                  </a:lnTo>
                  <a:lnTo>
                    <a:pt x="3270132" y="1629499"/>
                  </a:lnTo>
                  <a:lnTo>
                    <a:pt x="3231237" y="1722136"/>
                  </a:lnTo>
                  <a:lnTo>
                    <a:pt x="3192358" y="1814332"/>
                  </a:lnTo>
                  <a:lnTo>
                    <a:pt x="3153517" y="1905525"/>
                  </a:lnTo>
                  <a:lnTo>
                    <a:pt x="3114727" y="1995181"/>
                  </a:lnTo>
                  <a:lnTo>
                    <a:pt x="3075990" y="2082801"/>
                  </a:lnTo>
                  <a:lnTo>
                    <a:pt x="3037299" y="2167936"/>
                  </a:lnTo>
                  <a:lnTo>
                    <a:pt x="2998627" y="2250196"/>
                  </a:lnTo>
                  <a:lnTo>
                    <a:pt x="2959928" y="2329255"/>
                  </a:lnTo>
                  <a:lnTo>
                    <a:pt x="2921137" y="2404852"/>
                  </a:lnTo>
                  <a:lnTo>
                    <a:pt x="2882161" y="2476797"/>
                  </a:lnTo>
                  <a:lnTo>
                    <a:pt x="2842881" y="2544966"/>
                  </a:lnTo>
                  <a:lnTo>
                    <a:pt x="2803145" y="2609298"/>
                  </a:lnTo>
                  <a:lnTo>
                    <a:pt x="2762765" y="2669794"/>
                  </a:lnTo>
                  <a:lnTo>
                    <a:pt x="2721513" y="2726506"/>
                  </a:lnTo>
                  <a:lnTo>
                    <a:pt x="2702183" y="2751332"/>
                  </a:lnTo>
                  <a:lnTo>
                    <a:pt x="2651542" y="2811184"/>
                  </a:lnTo>
                  <a:lnTo>
                    <a:pt x="2598578" y="2865964"/>
                  </a:lnTo>
                  <a:lnTo>
                    <a:pt x="2542656" y="2915844"/>
                  </a:lnTo>
                  <a:lnTo>
                    <a:pt x="2483079" y="2961156"/>
                  </a:lnTo>
                  <a:lnTo>
                    <a:pt x="2419123" y="3002305"/>
                  </a:lnTo>
                  <a:lnTo>
                    <a:pt x="2350074" y="3039710"/>
                  </a:lnTo>
                  <a:lnTo>
                    <a:pt x="2275272" y="3073768"/>
                  </a:lnTo>
                  <a:lnTo>
                    <a:pt x="2194170" y="3104836"/>
                  </a:lnTo>
                  <a:lnTo>
                    <a:pt x="2106416" y="3133210"/>
                  </a:lnTo>
                  <a:lnTo>
                    <a:pt x="2011948" y="3159125"/>
                  </a:lnTo>
                  <a:lnTo>
                    <a:pt x="1911117" y="3182746"/>
                  </a:lnTo>
                  <a:lnTo>
                    <a:pt x="1804819" y="3204173"/>
                  </a:lnTo>
                  <a:lnTo>
                    <a:pt x="1694614" y="3223445"/>
                  </a:lnTo>
                  <a:lnTo>
                    <a:pt x="1582795" y="3240550"/>
                  </a:lnTo>
                  <a:lnTo>
                    <a:pt x="1472369" y="3255446"/>
                  </a:lnTo>
                  <a:lnTo>
                    <a:pt x="1366895" y="3268092"/>
                  </a:lnTo>
                  <a:lnTo>
                    <a:pt x="1270162" y="3278470"/>
                  </a:lnTo>
                  <a:lnTo>
                    <a:pt x="1185721" y="3286628"/>
                  </a:lnTo>
                  <a:lnTo>
                    <a:pt x="1116362" y="3292694"/>
                  </a:lnTo>
                  <a:lnTo>
                    <a:pt x="1063630" y="3296887"/>
                  </a:lnTo>
                  <a:lnTo>
                    <a:pt x="1027517" y="3299507"/>
                  </a:lnTo>
                  <a:lnTo>
                    <a:pt x="1006372" y="3300912"/>
                  </a:lnTo>
                  <a:lnTo>
                    <a:pt x="997021" y="3301482"/>
                  </a:lnTo>
                  <a:lnTo>
                    <a:pt x="994959" y="3301598"/>
                  </a:lnTo>
                  <a:lnTo>
                    <a:pt x="994940" y="3301599"/>
                  </a:lnTo>
                  <a:lnTo>
                    <a:pt x="0" y="3301599"/>
                  </a:lnTo>
                  <a:lnTo>
                    <a:pt x="0" y="33015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9" name="pg1928"/>
            <p:cNvSpPr/>
            <p:nvPr/>
          </p:nvSpPr>
          <p:spPr>
            <a:xfrm>
              <a:off x="1199187" y="2766890"/>
              <a:ext cx="12049831" cy="3333043"/>
            </a:xfrm>
            <a:custGeom>
              <a:avLst/>
              <a:pathLst>
                <a:path w="12049831" h="3333043">
                  <a:moveTo>
                    <a:pt x="0" y="3333043"/>
                  </a:moveTo>
                  <a:lnTo>
                    <a:pt x="994940" y="3333043"/>
                  </a:lnTo>
                  <a:lnTo>
                    <a:pt x="996071" y="3333028"/>
                  </a:lnTo>
                  <a:lnTo>
                    <a:pt x="1003538" y="3332919"/>
                  </a:lnTo>
                  <a:lnTo>
                    <a:pt x="1022461" y="3332619"/>
                  </a:lnTo>
                  <a:lnTo>
                    <a:pt x="1056547" y="3332028"/>
                  </a:lnTo>
                  <a:lnTo>
                    <a:pt x="1107864" y="3331051"/>
                  </a:lnTo>
                  <a:lnTo>
                    <a:pt x="1176694" y="3329607"/>
                  </a:lnTo>
                  <a:lnTo>
                    <a:pt x="1261583" y="3327636"/>
                  </a:lnTo>
                  <a:lnTo>
                    <a:pt x="1359665" y="3325103"/>
                  </a:lnTo>
                  <a:lnTo>
                    <a:pt x="1467181" y="3321994"/>
                  </a:lnTo>
                  <a:lnTo>
                    <a:pt x="1580072" y="3318311"/>
                  </a:lnTo>
                  <a:lnTo>
                    <a:pt x="1694510" y="3314067"/>
                  </a:lnTo>
                  <a:lnTo>
                    <a:pt x="1807263" y="3309271"/>
                  </a:lnTo>
                  <a:lnTo>
                    <a:pt x="1915882" y="3303927"/>
                  </a:lnTo>
                  <a:lnTo>
                    <a:pt x="2018719" y="3298023"/>
                  </a:lnTo>
                  <a:lnTo>
                    <a:pt x="2114852" y="3291534"/>
                  </a:lnTo>
                  <a:lnTo>
                    <a:pt x="2203943" y="3284415"/>
                  </a:lnTo>
                  <a:lnTo>
                    <a:pt x="2286096" y="3276602"/>
                  </a:lnTo>
                  <a:lnTo>
                    <a:pt x="2361722" y="3268016"/>
                  </a:lnTo>
                  <a:lnTo>
                    <a:pt x="2431429" y="3258563"/>
                  </a:lnTo>
                  <a:lnTo>
                    <a:pt x="2495938" y="3248139"/>
                  </a:lnTo>
                  <a:lnTo>
                    <a:pt x="2556020" y="3236632"/>
                  </a:lnTo>
                  <a:lnTo>
                    <a:pt x="2612448" y="3223942"/>
                  </a:lnTo>
                  <a:lnTo>
                    <a:pt x="2665956" y="3209989"/>
                  </a:lnTo>
                  <a:lnTo>
                    <a:pt x="2702183" y="3199407"/>
                  </a:lnTo>
                  <a:lnTo>
                    <a:pt x="2760797" y="3180290"/>
                  </a:lnTo>
                  <a:lnTo>
                    <a:pt x="2817640" y="3159346"/>
                  </a:lnTo>
                  <a:lnTo>
                    <a:pt x="2873340" y="3136546"/>
                  </a:lnTo>
                  <a:lnTo>
                    <a:pt x="2928366" y="3111911"/>
                  </a:lnTo>
                  <a:lnTo>
                    <a:pt x="2983057" y="3085527"/>
                  </a:lnTo>
                  <a:lnTo>
                    <a:pt x="3037645" y="3057543"/>
                  </a:lnTo>
                  <a:lnTo>
                    <a:pt x="3092268" y="3028171"/>
                  </a:lnTo>
                  <a:lnTo>
                    <a:pt x="3146989" y="2997688"/>
                  </a:lnTo>
                  <a:lnTo>
                    <a:pt x="3201812" y="2966420"/>
                  </a:lnTo>
                  <a:lnTo>
                    <a:pt x="3256700" y="2934734"/>
                  </a:lnTo>
                  <a:lnTo>
                    <a:pt x="3311593" y="2903015"/>
                  </a:lnTo>
                  <a:lnTo>
                    <a:pt x="3366430" y="2871653"/>
                  </a:lnTo>
                  <a:lnTo>
                    <a:pt x="3421169" y="2841018"/>
                  </a:lnTo>
                  <a:lnTo>
                    <a:pt x="3475806" y="2811444"/>
                  </a:lnTo>
                  <a:lnTo>
                    <a:pt x="3530392" y="2783216"/>
                  </a:lnTo>
                  <a:lnTo>
                    <a:pt x="3585053" y="2756559"/>
                  </a:lnTo>
                  <a:lnTo>
                    <a:pt x="3640004" y="2731631"/>
                  </a:lnTo>
                  <a:lnTo>
                    <a:pt x="3695565" y="2708527"/>
                  </a:lnTo>
                  <a:lnTo>
                    <a:pt x="3752183" y="2687280"/>
                  </a:lnTo>
                  <a:lnTo>
                    <a:pt x="3810456" y="2667868"/>
                  </a:lnTo>
                  <a:lnTo>
                    <a:pt x="3820202" y="2664862"/>
                  </a:lnTo>
                  <a:lnTo>
                    <a:pt x="3872056" y="2650001"/>
                  </a:lnTo>
                  <a:lnTo>
                    <a:pt x="3926359" y="2636428"/>
                  </a:lnTo>
                  <a:lnTo>
                    <a:pt x="3983793" y="2624100"/>
                  </a:lnTo>
                  <a:lnTo>
                    <a:pt x="4045108" y="2612926"/>
                  </a:lnTo>
                  <a:lnTo>
                    <a:pt x="4111082" y="2602801"/>
                  </a:lnTo>
                  <a:lnTo>
                    <a:pt x="4182475" y="2593617"/>
                  </a:lnTo>
                  <a:lnTo>
                    <a:pt x="4259983" y="2585270"/>
                  </a:lnTo>
                  <a:lnTo>
                    <a:pt x="4344166" y="2577670"/>
                  </a:lnTo>
                  <a:lnTo>
                    <a:pt x="4435354" y="2570744"/>
                  </a:lnTo>
                  <a:lnTo>
                    <a:pt x="4533537" y="2564432"/>
                  </a:lnTo>
                  <a:lnTo>
                    <a:pt x="4638218" y="2558697"/>
                  </a:lnTo>
                  <a:lnTo>
                    <a:pt x="4748271" y="2553516"/>
                  </a:lnTo>
                  <a:lnTo>
                    <a:pt x="4861818" y="2548883"/>
                  </a:lnTo>
                  <a:lnTo>
                    <a:pt x="4976166" y="2544804"/>
                  </a:lnTo>
                  <a:lnTo>
                    <a:pt x="5087879" y="2541291"/>
                  </a:lnTo>
                  <a:lnTo>
                    <a:pt x="5193014" y="2538353"/>
                  </a:lnTo>
                  <a:lnTo>
                    <a:pt x="5287542" y="2535989"/>
                  </a:lnTo>
                  <a:lnTo>
                    <a:pt x="5367906" y="2534180"/>
                  </a:lnTo>
                  <a:lnTo>
                    <a:pt x="5431612" y="2532882"/>
                  </a:lnTo>
                  <a:lnTo>
                    <a:pt x="5477701" y="2532029"/>
                  </a:lnTo>
                  <a:lnTo>
                    <a:pt x="5506989" y="2531535"/>
                  </a:lnTo>
                  <a:lnTo>
                    <a:pt x="5522055" y="2531302"/>
                  </a:lnTo>
                  <a:lnTo>
                    <a:pt x="5527046" y="2531231"/>
                  </a:lnTo>
                  <a:lnTo>
                    <a:pt x="5527445" y="2531226"/>
                  </a:lnTo>
                  <a:lnTo>
                    <a:pt x="6522385" y="2531226"/>
                  </a:lnTo>
                  <a:lnTo>
                    <a:pt x="6523474" y="2531180"/>
                  </a:lnTo>
                  <a:lnTo>
                    <a:pt x="6530660" y="2530851"/>
                  </a:lnTo>
                  <a:lnTo>
                    <a:pt x="6548893" y="2529943"/>
                  </a:lnTo>
                  <a:lnTo>
                    <a:pt x="6581782" y="2528154"/>
                  </a:lnTo>
                  <a:lnTo>
                    <a:pt x="6631394" y="2525195"/>
                  </a:lnTo>
                  <a:lnTo>
                    <a:pt x="6698100" y="2520818"/>
                  </a:lnTo>
                  <a:lnTo>
                    <a:pt x="6780616" y="2514838"/>
                  </a:lnTo>
                  <a:lnTo>
                    <a:pt x="6876284" y="2507138"/>
                  </a:lnTo>
                  <a:lnTo>
                    <a:pt x="6981549" y="2497671"/>
                  </a:lnTo>
                  <a:lnTo>
                    <a:pt x="7092514" y="2486443"/>
                  </a:lnTo>
                  <a:lnTo>
                    <a:pt x="7205446" y="2473486"/>
                  </a:lnTo>
                  <a:lnTo>
                    <a:pt x="7317147" y="2458834"/>
                  </a:lnTo>
                  <a:lnTo>
                    <a:pt x="7425142" y="2442500"/>
                  </a:lnTo>
                  <a:lnTo>
                    <a:pt x="7527726" y="2424460"/>
                  </a:lnTo>
                  <a:lnTo>
                    <a:pt x="7623898" y="2404643"/>
                  </a:lnTo>
                  <a:lnTo>
                    <a:pt x="7713237" y="2382922"/>
                  </a:lnTo>
                  <a:lnTo>
                    <a:pt x="7795770" y="2359119"/>
                  </a:lnTo>
                  <a:lnTo>
                    <a:pt x="7871835" y="2333005"/>
                  </a:lnTo>
                  <a:lnTo>
                    <a:pt x="7941983" y="2304302"/>
                  </a:lnTo>
                  <a:lnTo>
                    <a:pt x="8006887" y="2272699"/>
                  </a:lnTo>
                  <a:lnTo>
                    <a:pt x="8067279" y="2237867"/>
                  </a:lnTo>
                  <a:lnTo>
                    <a:pt x="8123908" y="2199484"/>
                  </a:lnTo>
                  <a:lnTo>
                    <a:pt x="8177493" y="2157284"/>
                  </a:lnTo>
                  <a:lnTo>
                    <a:pt x="8228691" y="2111129"/>
                  </a:lnTo>
                  <a:lnTo>
                    <a:pt x="8229629" y="2110228"/>
                  </a:lnTo>
                  <a:lnTo>
                    <a:pt x="8275699" y="2063555"/>
                  </a:lnTo>
                  <a:lnTo>
                    <a:pt x="8320589" y="2013377"/>
                  </a:lnTo>
                  <a:lnTo>
                    <a:pt x="8364627" y="1959622"/>
                  </a:lnTo>
                  <a:lnTo>
                    <a:pt x="8408078" y="1902281"/>
                  </a:lnTo>
                  <a:lnTo>
                    <a:pt x="8451149" y="1841408"/>
                  </a:lnTo>
                  <a:lnTo>
                    <a:pt x="8494003" y="1777134"/>
                  </a:lnTo>
                  <a:lnTo>
                    <a:pt x="8536759" y="1709663"/>
                  </a:lnTo>
                  <a:lnTo>
                    <a:pt x="8579501" y="1639281"/>
                  </a:lnTo>
                  <a:lnTo>
                    <a:pt x="8622279" y="1566345"/>
                  </a:lnTo>
                  <a:lnTo>
                    <a:pt x="8665120" y="1491286"/>
                  </a:lnTo>
                  <a:lnTo>
                    <a:pt x="8708026" y="1414596"/>
                  </a:lnTo>
                  <a:lnTo>
                    <a:pt x="8750984" y="1336815"/>
                  </a:lnTo>
                  <a:lnTo>
                    <a:pt x="8793968" y="1258517"/>
                  </a:lnTo>
                  <a:lnTo>
                    <a:pt x="8836948" y="1180293"/>
                  </a:lnTo>
                  <a:lnTo>
                    <a:pt x="8879895" y="1102730"/>
                  </a:lnTo>
                  <a:lnTo>
                    <a:pt x="8922786" y="1026395"/>
                  </a:lnTo>
                  <a:lnTo>
                    <a:pt x="8965610" y="951820"/>
                  </a:lnTo>
                  <a:lnTo>
                    <a:pt x="9008376" y="879479"/>
                  </a:lnTo>
                  <a:lnTo>
                    <a:pt x="9051115" y="809788"/>
                  </a:lnTo>
                  <a:lnTo>
                    <a:pt x="9093886" y="743087"/>
                  </a:lnTo>
                  <a:lnTo>
                    <a:pt x="9136782" y="679640"/>
                  </a:lnTo>
                  <a:lnTo>
                    <a:pt x="9179931" y="619634"/>
                  </a:lnTo>
                  <a:lnTo>
                    <a:pt x="9223506" y="563179"/>
                  </a:lnTo>
                  <a:lnTo>
                    <a:pt x="9267728" y="510315"/>
                  </a:lnTo>
                  <a:lnTo>
                    <a:pt x="9312877" y="461014"/>
                  </a:lnTo>
                  <a:lnTo>
                    <a:pt x="9347647" y="426238"/>
                  </a:lnTo>
                  <a:lnTo>
                    <a:pt x="9398806" y="380008"/>
                  </a:lnTo>
                  <a:lnTo>
                    <a:pt x="9452341" y="337736"/>
                  </a:lnTo>
                  <a:lnTo>
                    <a:pt x="9508906" y="299284"/>
                  </a:lnTo>
                  <a:lnTo>
                    <a:pt x="9569221" y="264387"/>
                  </a:lnTo>
                  <a:lnTo>
                    <a:pt x="9634033" y="232728"/>
                  </a:lnTo>
                  <a:lnTo>
                    <a:pt x="9704077" y="203973"/>
                  </a:lnTo>
                  <a:lnTo>
                    <a:pt x="9780026" y="177813"/>
                  </a:lnTo>
                  <a:lnTo>
                    <a:pt x="9862433" y="153969"/>
                  </a:lnTo>
                  <a:lnTo>
                    <a:pt x="9951644" y="132212"/>
                  </a:lnTo>
                  <a:lnTo>
                    <a:pt x="10047690" y="112359"/>
                  </a:lnTo>
                  <a:lnTo>
                    <a:pt x="10150162" y="94287"/>
                  </a:lnTo>
                  <a:lnTo>
                    <a:pt x="10258069" y="77922"/>
                  </a:lnTo>
                  <a:lnTo>
                    <a:pt x="10369721" y="63238"/>
                  </a:lnTo>
                  <a:lnTo>
                    <a:pt x="10482657" y="50249"/>
                  </a:lnTo>
                  <a:lnTo>
                    <a:pt x="10593692" y="38989"/>
                  </a:lnTo>
                  <a:lnTo>
                    <a:pt x="10699099" y="29489"/>
                  </a:lnTo>
                  <a:lnTo>
                    <a:pt x="10794982" y="21756"/>
                  </a:lnTo>
                  <a:lnTo>
                    <a:pt x="10877772" y="15744"/>
                  </a:lnTo>
                  <a:lnTo>
                    <a:pt x="10944790" y="11339"/>
                  </a:lnTo>
                  <a:lnTo>
                    <a:pt x="10994724" y="8356"/>
                  </a:lnTo>
                  <a:lnTo>
                    <a:pt x="11027912" y="6547"/>
                  </a:lnTo>
                  <a:lnTo>
                    <a:pt x="11046390" y="5626"/>
                  </a:lnTo>
                  <a:lnTo>
                    <a:pt x="11053742" y="528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3" y="46"/>
                  </a:lnTo>
                  <a:lnTo>
                    <a:pt x="11046617" y="374"/>
                  </a:lnTo>
                  <a:lnTo>
                    <a:pt x="11028384" y="1282"/>
                  </a:lnTo>
                  <a:lnTo>
                    <a:pt x="10995495" y="3072"/>
                  </a:lnTo>
                  <a:lnTo>
                    <a:pt x="10945883" y="6031"/>
                  </a:lnTo>
                  <a:lnTo>
                    <a:pt x="10879177" y="10407"/>
                  </a:lnTo>
                  <a:lnTo>
                    <a:pt x="10796661" y="16388"/>
                  </a:lnTo>
                  <a:lnTo>
                    <a:pt x="10700992" y="24088"/>
                  </a:lnTo>
                  <a:lnTo>
                    <a:pt x="10595727" y="33554"/>
                  </a:lnTo>
                  <a:lnTo>
                    <a:pt x="10484763" y="44782"/>
                  </a:lnTo>
                  <a:lnTo>
                    <a:pt x="10371830" y="57739"/>
                  </a:lnTo>
                  <a:lnTo>
                    <a:pt x="10260130" y="72391"/>
                  </a:lnTo>
                  <a:lnTo>
                    <a:pt x="10152135" y="88725"/>
                  </a:lnTo>
                  <a:lnTo>
                    <a:pt x="10049550" y="106765"/>
                  </a:lnTo>
                  <a:lnTo>
                    <a:pt x="9953378" y="126583"/>
                  </a:lnTo>
                  <a:lnTo>
                    <a:pt x="9864039" y="148303"/>
                  </a:lnTo>
                  <a:lnTo>
                    <a:pt x="9781507" y="172106"/>
                  </a:lnTo>
                  <a:lnTo>
                    <a:pt x="9705441" y="198221"/>
                  </a:lnTo>
                  <a:lnTo>
                    <a:pt x="9635293" y="226923"/>
                  </a:lnTo>
                  <a:lnTo>
                    <a:pt x="9570390" y="258526"/>
                  </a:lnTo>
                  <a:lnTo>
                    <a:pt x="9509997" y="293358"/>
                  </a:lnTo>
                  <a:lnTo>
                    <a:pt x="9453369" y="331742"/>
                  </a:lnTo>
                  <a:lnTo>
                    <a:pt x="9399784" y="373941"/>
                  </a:lnTo>
                  <a:lnTo>
                    <a:pt x="9348586" y="420096"/>
                  </a:lnTo>
                  <a:lnTo>
                    <a:pt x="9347647" y="420997"/>
                  </a:lnTo>
                  <a:lnTo>
                    <a:pt x="9301578" y="467670"/>
                  </a:lnTo>
                  <a:lnTo>
                    <a:pt x="9256688" y="517848"/>
                  </a:lnTo>
                  <a:lnTo>
                    <a:pt x="9212649" y="571603"/>
                  </a:lnTo>
                  <a:lnTo>
                    <a:pt x="9169199" y="628945"/>
                  </a:lnTo>
                  <a:lnTo>
                    <a:pt x="9126127" y="689817"/>
                  </a:lnTo>
                  <a:lnTo>
                    <a:pt x="9083273" y="754091"/>
                  </a:lnTo>
                  <a:lnTo>
                    <a:pt x="9040517" y="821562"/>
                  </a:lnTo>
                  <a:lnTo>
                    <a:pt x="8997776" y="891945"/>
                  </a:lnTo>
                  <a:lnTo>
                    <a:pt x="8954997" y="964881"/>
                  </a:lnTo>
                  <a:lnTo>
                    <a:pt x="8912156" y="1039939"/>
                  </a:lnTo>
                  <a:lnTo>
                    <a:pt x="8869250" y="1116629"/>
                  </a:lnTo>
                  <a:lnTo>
                    <a:pt x="8826292" y="1194410"/>
                  </a:lnTo>
                  <a:lnTo>
                    <a:pt x="8783308" y="1272708"/>
                  </a:lnTo>
                  <a:lnTo>
                    <a:pt x="8740328" y="1350932"/>
                  </a:lnTo>
                  <a:lnTo>
                    <a:pt x="8697381" y="1428495"/>
                  </a:lnTo>
                  <a:lnTo>
                    <a:pt x="8654491" y="1504830"/>
                  </a:lnTo>
                  <a:lnTo>
                    <a:pt x="8611666" y="1579406"/>
                  </a:lnTo>
                  <a:lnTo>
                    <a:pt x="8568900" y="1651746"/>
                  </a:lnTo>
                  <a:lnTo>
                    <a:pt x="8526161" y="1721437"/>
                  </a:lnTo>
                  <a:lnTo>
                    <a:pt x="8483390" y="1788139"/>
                  </a:lnTo>
                  <a:lnTo>
                    <a:pt x="8440495" y="1851585"/>
                  </a:lnTo>
                  <a:lnTo>
                    <a:pt x="8397346" y="1911591"/>
                  </a:lnTo>
                  <a:lnTo>
                    <a:pt x="8353771" y="1968046"/>
                  </a:lnTo>
                  <a:lnTo>
                    <a:pt x="8309548" y="2020911"/>
                  </a:lnTo>
                  <a:lnTo>
                    <a:pt x="8264399" y="2070211"/>
                  </a:lnTo>
                  <a:lnTo>
                    <a:pt x="8229629" y="2104988"/>
                  </a:lnTo>
                  <a:lnTo>
                    <a:pt x="8178470" y="2151217"/>
                  </a:lnTo>
                  <a:lnTo>
                    <a:pt x="8124936" y="2193489"/>
                  </a:lnTo>
                  <a:lnTo>
                    <a:pt x="8068371" y="2231942"/>
                  </a:lnTo>
                  <a:lnTo>
                    <a:pt x="8008055" y="2266838"/>
                  </a:lnTo>
                  <a:lnTo>
                    <a:pt x="7943243" y="2298498"/>
                  </a:lnTo>
                  <a:lnTo>
                    <a:pt x="7873200" y="2327252"/>
                  </a:lnTo>
                  <a:lnTo>
                    <a:pt x="7797250" y="2353412"/>
                  </a:lnTo>
                  <a:lnTo>
                    <a:pt x="7714843" y="2377256"/>
                  </a:lnTo>
                  <a:lnTo>
                    <a:pt x="7625632" y="2399014"/>
                  </a:lnTo>
                  <a:lnTo>
                    <a:pt x="7529586" y="2418866"/>
                  </a:lnTo>
                  <a:lnTo>
                    <a:pt x="7427114" y="2436938"/>
                  </a:lnTo>
                  <a:lnTo>
                    <a:pt x="7319207" y="2453303"/>
                  </a:lnTo>
                  <a:lnTo>
                    <a:pt x="7207556" y="2467987"/>
                  </a:lnTo>
                  <a:lnTo>
                    <a:pt x="7094619" y="2480976"/>
                  </a:lnTo>
                  <a:lnTo>
                    <a:pt x="6983585" y="2492237"/>
                  </a:lnTo>
                  <a:lnTo>
                    <a:pt x="6878177" y="2501736"/>
                  </a:lnTo>
                  <a:lnTo>
                    <a:pt x="6782295" y="2509469"/>
                  </a:lnTo>
                  <a:lnTo>
                    <a:pt x="6699504" y="2515481"/>
                  </a:lnTo>
                  <a:lnTo>
                    <a:pt x="6632486" y="2519886"/>
                  </a:lnTo>
                  <a:lnTo>
                    <a:pt x="6582553" y="2522869"/>
                  </a:lnTo>
                  <a:lnTo>
                    <a:pt x="6549365" y="2524678"/>
                  </a:lnTo>
                  <a:lnTo>
                    <a:pt x="6530886" y="2525600"/>
                  </a:lnTo>
                  <a:lnTo>
                    <a:pt x="6523535" y="2525936"/>
                  </a:lnTo>
                  <a:lnTo>
                    <a:pt x="6522385" y="2525985"/>
                  </a:lnTo>
                  <a:lnTo>
                    <a:pt x="5527445" y="2525985"/>
                  </a:lnTo>
                  <a:lnTo>
                    <a:pt x="5526314" y="2526000"/>
                  </a:lnTo>
                  <a:lnTo>
                    <a:pt x="5518847" y="2526109"/>
                  </a:lnTo>
                  <a:lnTo>
                    <a:pt x="5499924" y="2526409"/>
                  </a:lnTo>
                  <a:lnTo>
                    <a:pt x="5465838" y="2527000"/>
                  </a:lnTo>
                  <a:lnTo>
                    <a:pt x="5414520" y="2527977"/>
                  </a:lnTo>
                  <a:lnTo>
                    <a:pt x="5345691" y="2529421"/>
                  </a:lnTo>
                  <a:lnTo>
                    <a:pt x="5260802" y="2531392"/>
                  </a:lnTo>
                  <a:lnTo>
                    <a:pt x="5162720" y="2533925"/>
                  </a:lnTo>
                  <a:lnTo>
                    <a:pt x="5055204" y="2537034"/>
                  </a:lnTo>
                  <a:lnTo>
                    <a:pt x="4942313" y="2540717"/>
                  </a:lnTo>
                  <a:lnTo>
                    <a:pt x="4827875" y="2544961"/>
                  </a:lnTo>
                  <a:lnTo>
                    <a:pt x="4715122" y="2549757"/>
                  </a:lnTo>
                  <a:lnTo>
                    <a:pt x="4606503" y="2555101"/>
                  </a:lnTo>
                  <a:lnTo>
                    <a:pt x="4503666" y="2561005"/>
                  </a:lnTo>
                  <a:lnTo>
                    <a:pt x="4407533" y="2567494"/>
                  </a:lnTo>
                  <a:lnTo>
                    <a:pt x="4318442" y="2574613"/>
                  </a:lnTo>
                  <a:lnTo>
                    <a:pt x="4236289" y="2582426"/>
                  </a:lnTo>
                  <a:lnTo>
                    <a:pt x="4160663" y="2591012"/>
                  </a:lnTo>
                  <a:lnTo>
                    <a:pt x="4090956" y="2600464"/>
                  </a:lnTo>
                  <a:lnTo>
                    <a:pt x="4026447" y="2610889"/>
                  </a:lnTo>
                  <a:lnTo>
                    <a:pt x="3966365" y="2622395"/>
                  </a:lnTo>
                  <a:lnTo>
                    <a:pt x="3909937" y="2635086"/>
                  </a:lnTo>
                  <a:lnTo>
                    <a:pt x="3856429" y="2649039"/>
                  </a:lnTo>
                  <a:lnTo>
                    <a:pt x="3820202" y="2659621"/>
                  </a:lnTo>
                  <a:lnTo>
                    <a:pt x="3761588" y="2678738"/>
                  </a:lnTo>
                  <a:lnTo>
                    <a:pt x="3704745" y="2699682"/>
                  </a:lnTo>
                  <a:lnTo>
                    <a:pt x="3649045" y="2722482"/>
                  </a:lnTo>
                  <a:lnTo>
                    <a:pt x="3594019" y="2747117"/>
                  </a:lnTo>
                  <a:lnTo>
                    <a:pt x="3539328" y="2773500"/>
                  </a:lnTo>
                  <a:lnTo>
                    <a:pt x="3484740" y="2801485"/>
                  </a:lnTo>
                  <a:lnTo>
                    <a:pt x="3430117" y="2830857"/>
                  </a:lnTo>
                  <a:lnTo>
                    <a:pt x="3375396" y="2861340"/>
                  </a:lnTo>
                  <a:lnTo>
                    <a:pt x="3320573" y="2892608"/>
                  </a:lnTo>
                  <a:lnTo>
                    <a:pt x="3265685" y="2924294"/>
                  </a:lnTo>
                  <a:lnTo>
                    <a:pt x="3210792" y="2956013"/>
                  </a:lnTo>
                  <a:lnTo>
                    <a:pt x="3155955" y="2987375"/>
                  </a:lnTo>
                  <a:lnTo>
                    <a:pt x="3101216" y="3018010"/>
                  </a:lnTo>
                  <a:lnTo>
                    <a:pt x="3046579" y="3047584"/>
                  </a:lnTo>
                  <a:lnTo>
                    <a:pt x="2991993" y="3075812"/>
                  </a:lnTo>
                  <a:lnTo>
                    <a:pt x="2937332" y="3102469"/>
                  </a:lnTo>
                  <a:lnTo>
                    <a:pt x="2882381" y="3127397"/>
                  </a:lnTo>
                  <a:lnTo>
                    <a:pt x="2826820" y="3150501"/>
                  </a:lnTo>
                  <a:lnTo>
                    <a:pt x="2770202" y="3171748"/>
                  </a:lnTo>
                  <a:lnTo>
                    <a:pt x="2711929" y="3191160"/>
                  </a:lnTo>
                  <a:lnTo>
                    <a:pt x="2702183" y="3194166"/>
                  </a:lnTo>
                  <a:lnTo>
                    <a:pt x="2650329" y="3209027"/>
                  </a:lnTo>
                  <a:lnTo>
                    <a:pt x="2596026" y="3222599"/>
                  </a:lnTo>
                  <a:lnTo>
                    <a:pt x="2538592" y="3234928"/>
                  </a:lnTo>
                  <a:lnTo>
                    <a:pt x="2477277" y="3246102"/>
                  </a:lnTo>
                  <a:lnTo>
                    <a:pt x="2411303" y="3256227"/>
                  </a:lnTo>
                  <a:lnTo>
                    <a:pt x="2339910" y="3265411"/>
                  </a:lnTo>
                  <a:lnTo>
                    <a:pt x="2262402" y="3273758"/>
                  </a:lnTo>
                  <a:lnTo>
                    <a:pt x="2178219" y="3281358"/>
                  </a:lnTo>
                  <a:lnTo>
                    <a:pt x="2087031" y="3288284"/>
                  </a:lnTo>
                  <a:lnTo>
                    <a:pt x="1988848" y="3294596"/>
                  </a:lnTo>
                  <a:lnTo>
                    <a:pt x="1884167" y="3300331"/>
                  </a:lnTo>
                  <a:lnTo>
                    <a:pt x="1774114" y="3305512"/>
                  </a:lnTo>
                  <a:lnTo>
                    <a:pt x="1660567" y="3310145"/>
                  </a:lnTo>
                  <a:lnTo>
                    <a:pt x="1546219" y="3314223"/>
                  </a:lnTo>
                  <a:lnTo>
                    <a:pt x="1434506" y="3317737"/>
                  </a:lnTo>
                  <a:lnTo>
                    <a:pt x="1329371" y="3320675"/>
                  </a:lnTo>
                  <a:lnTo>
                    <a:pt x="1234843" y="3323038"/>
                  </a:lnTo>
                  <a:lnTo>
                    <a:pt x="1154479" y="3324848"/>
                  </a:lnTo>
                  <a:lnTo>
                    <a:pt x="1090773" y="3326146"/>
                  </a:lnTo>
                  <a:lnTo>
                    <a:pt x="1044684" y="3326999"/>
                  </a:lnTo>
                  <a:lnTo>
                    <a:pt x="1015396" y="3327493"/>
                  </a:lnTo>
                  <a:lnTo>
                    <a:pt x="1000330" y="3327726"/>
                  </a:lnTo>
                  <a:lnTo>
                    <a:pt x="995339" y="3327797"/>
                  </a:lnTo>
                  <a:lnTo>
                    <a:pt x="994940" y="3327802"/>
                  </a:lnTo>
                  <a:lnTo>
                    <a:pt x="0" y="3327802"/>
                  </a:lnTo>
                  <a:close/>
                </a:path>
              </a:pathLst>
            </a:custGeom>
            <a:solidFill>
              <a:srgbClr val="26C6D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30" name="pl1929"/>
            <p:cNvSpPr/>
            <p:nvPr/>
          </p:nvSpPr>
          <p:spPr>
            <a:xfrm>
              <a:off x="1199187" y="2772130"/>
              <a:ext cx="12049831" cy="3327802"/>
            </a:xfrm>
            <a:custGeom>
              <a:avLst/>
              <a:pathLst>
                <a:path w="12049831" h="3327802">
                  <a:moveTo>
                    <a:pt x="0" y="3327802"/>
                  </a:moveTo>
                  <a:lnTo>
                    <a:pt x="994940" y="3327802"/>
                  </a:lnTo>
                  <a:lnTo>
                    <a:pt x="996071" y="3327787"/>
                  </a:lnTo>
                  <a:lnTo>
                    <a:pt x="1003538" y="3327678"/>
                  </a:lnTo>
                  <a:lnTo>
                    <a:pt x="1022461" y="3327378"/>
                  </a:lnTo>
                  <a:lnTo>
                    <a:pt x="1056547" y="3326787"/>
                  </a:lnTo>
                  <a:lnTo>
                    <a:pt x="1107864" y="3325810"/>
                  </a:lnTo>
                  <a:lnTo>
                    <a:pt x="1176694" y="3324366"/>
                  </a:lnTo>
                  <a:lnTo>
                    <a:pt x="1261583" y="3322396"/>
                  </a:lnTo>
                  <a:lnTo>
                    <a:pt x="1359665" y="3319863"/>
                  </a:lnTo>
                  <a:lnTo>
                    <a:pt x="1467181" y="3316753"/>
                  </a:lnTo>
                  <a:lnTo>
                    <a:pt x="1580072" y="3313071"/>
                  </a:lnTo>
                  <a:lnTo>
                    <a:pt x="1694510" y="3308826"/>
                  </a:lnTo>
                  <a:lnTo>
                    <a:pt x="1807263" y="3304030"/>
                  </a:lnTo>
                  <a:lnTo>
                    <a:pt x="1915882" y="3298686"/>
                  </a:lnTo>
                  <a:lnTo>
                    <a:pt x="2018719" y="3292783"/>
                  </a:lnTo>
                  <a:lnTo>
                    <a:pt x="2114852" y="3286294"/>
                  </a:lnTo>
                  <a:lnTo>
                    <a:pt x="2203943" y="3279174"/>
                  </a:lnTo>
                  <a:lnTo>
                    <a:pt x="2286096" y="3271361"/>
                  </a:lnTo>
                  <a:lnTo>
                    <a:pt x="2361722" y="3262776"/>
                  </a:lnTo>
                  <a:lnTo>
                    <a:pt x="2431429" y="3253323"/>
                  </a:lnTo>
                  <a:lnTo>
                    <a:pt x="2495938" y="3242898"/>
                  </a:lnTo>
                  <a:lnTo>
                    <a:pt x="2556020" y="3231392"/>
                  </a:lnTo>
                  <a:lnTo>
                    <a:pt x="2612448" y="3218702"/>
                  </a:lnTo>
                  <a:lnTo>
                    <a:pt x="2665956" y="3204749"/>
                  </a:lnTo>
                  <a:lnTo>
                    <a:pt x="2702183" y="3194166"/>
                  </a:lnTo>
                  <a:lnTo>
                    <a:pt x="2760797" y="3175049"/>
                  </a:lnTo>
                  <a:lnTo>
                    <a:pt x="2817640" y="3154105"/>
                  </a:lnTo>
                  <a:lnTo>
                    <a:pt x="2873340" y="3131305"/>
                  </a:lnTo>
                  <a:lnTo>
                    <a:pt x="2928366" y="3106671"/>
                  </a:lnTo>
                  <a:lnTo>
                    <a:pt x="2983057" y="3080287"/>
                  </a:lnTo>
                  <a:lnTo>
                    <a:pt x="3037645" y="3052302"/>
                  </a:lnTo>
                  <a:lnTo>
                    <a:pt x="3092268" y="3022931"/>
                  </a:lnTo>
                  <a:lnTo>
                    <a:pt x="3146989" y="2992448"/>
                  </a:lnTo>
                  <a:lnTo>
                    <a:pt x="3201812" y="2961180"/>
                  </a:lnTo>
                  <a:lnTo>
                    <a:pt x="3256700" y="2929493"/>
                  </a:lnTo>
                  <a:lnTo>
                    <a:pt x="3311593" y="2897775"/>
                  </a:lnTo>
                  <a:lnTo>
                    <a:pt x="3366430" y="2866413"/>
                  </a:lnTo>
                  <a:lnTo>
                    <a:pt x="3421169" y="2835777"/>
                  </a:lnTo>
                  <a:lnTo>
                    <a:pt x="3475806" y="2806204"/>
                  </a:lnTo>
                  <a:lnTo>
                    <a:pt x="3530392" y="2777976"/>
                  </a:lnTo>
                  <a:lnTo>
                    <a:pt x="3585053" y="2751318"/>
                  </a:lnTo>
                  <a:lnTo>
                    <a:pt x="3640004" y="2726390"/>
                  </a:lnTo>
                  <a:lnTo>
                    <a:pt x="3695565" y="2703286"/>
                  </a:lnTo>
                  <a:lnTo>
                    <a:pt x="3752183" y="2682039"/>
                  </a:lnTo>
                  <a:lnTo>
                    <a:pt x="3810456" y="2662628"/>
                  </a:lnTo>
                  <a:lnTo>
                    <a:pt x="3820202" y="2659621"/>
                  </a:lnTo>
                  <a:lnTo>
                    <a:pt x="3872056" y="2644760"/>
                  </a:lnTo>
                  <a:lnTo>
                    <a:pt x="3926359" y="2631188"/>
                  </a:lnTo>
                  <a:lnTo>
                    <a:pt x="3983793" y="2618859"/>
                  </a:lnTo>
                  <a:lnTo>
                    <a:pt x="4045108" y="2607685"/>
                  </a:lnTo>
                  <a:lnTo>
                    <a:pt x="4111082" y="2597561"/>
                  </a:lnTo>
                  <a:lnTo>
                    <a:pt x="4182475" y="2588376"/>
                  </a:lnTo>
                  <a:lnTo>
                    <a:pt x="4259983" y="2580029"/>
                  </a:lnTo>
                  <a:lnTo>
                    <a:pt x="4344166" y="2572430"/>
                  </a:lnTo>
                  <a:lnTo>
                    <a:pt x="4435354" y="2565503"/>
                  </a:lnTo>
                  <a:lnTo>
                    <a:pt x="4533537" y="2559192"/>
                  </a:lnTo>
                  <a:lnTo>
                    <a:pt x="4638218" y="2553457"/>
                  </a:lnTo>
                  <a:lnTo>
                    <a:pt x="4748271" y="2548276"/>
                  </a:lnTo>
                  <a:lnTo>
                    <a:pt x="4861818" y="2543643"/>
                  </a:lnTo>
                  <a:lnTo>
                    <a:pt x="4976166" y="2539564"/>
                  </a:lnTo>
                  <a:lnTo>
                    <a:pt x="5087879" y="2536051"/>
                  </a:lnTo>
                  <a:lnTo>
                    <a:pt x="5193014" y="2533113"/>
                  </a:lnTo>
                  <a:lnTo>
                    <a:pt x="5287542" y="2530749"/>
                  </a:lnTo>
                  <a:lnTo>
                    <a:pt x="5367906" y="2528940"/>
                  </a:lnTo>
                  <a:lnTo>
                    <a:pt x="5431612" y="2527642"/>
                  </a:lnTo>
                  <a:lnTo>
                    <a:pt x="5477701" y="2526788"/>
                  </a:lnTo>
                  <a:lnTo>
                    <a:pt x="5506989" y="2526294"/>
                  </a:lnTo>
                  <a:lnTo>
                    <a:pt x="5522055" y="2526061"/>
                  </a:lnTo>
                  <a:lnTo>
                    <a:pt x="5527046" y="2525990"/>
                  </a:lnTo>
                  <a:lnTo>
                    <a:pt x="5527445" y="2525985"/>
                  </a:lnTo>
                  <a:lnTo>
                    <a:pt x="6522385" y="2525985"/>
                  </a:lnTo>
                  <a:lnTo>
                    <a:pt x="6523474" y="2525939"/>
                  </a:lnTo>
                  <a:lnTo>
                    <a:pt x="6530660" y="2525610"/>
                  </a:lnTo>
                  <a:lnTo>
                    <a:pt x="6548893" y="2524703"/>
                  </a:lnTo>
                  <a:lnTo>
                    <a:pt x="6581782" y="2522913"/>
                  </a:lnTo>
                  <a:lnTo>
                    <a:pt x="6631394" y="2519954"/>
                  </a:lnTo>
                  <a:lnTo>
                    <a:pt x="6698100" y="2515578"/>
                  </a:lnTo>
                  <a:lnTo>
                    <a:pt x="6780616" y="2509597"/>
                  </a:lnTo>
                  <a:lnTo>
                    <a:pt x="6876284" y="2501897"/>
                  </a:lnTo>
                  <a:lnTo>
                    <a:pt x="6981549" y="2492430"/>
                  </a:lnTo>
                  <a:lnTo>
                    <a:pt x="7092514" y="2481203"/>
                  </a:lnTo>
                  <a:lnTo>
                    <a:pt x="7205446" y="2468245"/>
                  </a:lnTo>
                  <a:lnTo>
                    <a:pt x="7317147" y="2453593"/>
                  </a:lnTo>
                  <a:lnTo>
                    <a:pt x="7425142" y="2437260"/>
                  </a:lnTo>
                  <a:lnTo>
                    <a:pt x="7527726" y="2419220"/>
                  </a:lnTo>
                  <a:lnTo>
                    <a:pt x="7623898" y="2399402"/>
                  </a:lnTo>
                  <a:lnTo>
                    <a:pt x="7713237" y="2377681"/>
                  </a:lnTo>
                  <a:lnTo>
                    <a:pt x="7795770" y="2353879"/>
                  </a:lnTo>
                  <a:lnTo>
                    <a:pt x="7871835" y="2327764"/>
                  </a:lnTo>
                  <a:lnTo>
                    <a:pt x="7941983" y="2299061"/>
                  </a:lnTo>
                  <a:lnTo>
                    <a:pt x="8006887" y="2267459"/>
                  </a:lnTo>
                  <a:lnTo>
                    <a:pt x="8067279" y="2232626"/>
                  </a:lnTo>
                  <a:lnTo>
                    <a:pt x="8123908" y="2194243"/>
                  </a:lnTo>
                  <a:lnTo>
                    <a:pt x="8177493" y="2152044"/>
                  </a:lnTo>
                  <a:lnTo>
                    <a:pt x="8228691" y="2105888"/>
                  </a:lnTo>
                  <a:lnTo>
                    <a:pt x="8229629" y="2104988"/>
                  </a:lnTo>
                  <a:lnTo>
                    <a:pt x="8275699" y="2058315"/>
                  </a:lnTo>
                  <a:lnTo>
                    <a:pt x="8320589" y="2008136"/>
                  </a:lnTo>
                  <a:lnTo>
                    <a:pt x="8364627" y="1954382"/>
                  </a:lnTo>
                  <a:lnTo>
                    <a:pt x="8408078" y="1897040"/>
                  </a:lnTo>
                  <a:lnTo>
                    <a:pt x="8451149" y="1836167"/>
                  </a:lnTo>
                  <a:lnTo>
                    <a:pt x="8494003" y="1771893"/>
                  </a:lnTo>
                  <a:lnTo>
                    <a:pt x="8536759" y="1704423"/>
                  </a:lnTo>
                  <a:lnTo>
                    <a:pt x="8579501" y="1634040"/>
                  </a:lnTo>
                  <a:lnTo>
                    <a:pt x="8622279" y="1561104"/>
                  </a:lnTo>
                  <a:lnTo>
                    <a:pt x="8665120" y="1486045"/>
                  </a:lnTo>
                  <a:lnTo>
                    <a:pt x="8708026" y="1409355"/>
                  </a:lnTo>
                  <a:lnTo>
                    <a:pt x="8750984" y="1331574"/>
                  </a:lnTo>
                  <a:lnTo>
                    <a:pt x="8793968" y="1253277"/>
                  </a:lnTo>
                  <a:lnTo>
                    <a:pt x="8836948" y="1175052"/>
                  </a:lnTo>
                  <a:lnTo>
                    <a:pt x="8879895" y="1097489"/>
                  </a:lnTo>
                  <a:lnTo>
                    <a:pt x="8922786" y="1021155"/>
                  </a:lnTo>
                  <a:lnTo>
                    <a:pt x="8965610" y="946579"/>
                  </a:lnTo>
                  <a:lnTo>
                    <a:pt x="9008376" y="874239"/>
                  </a:lnTo>
                  <a:lnTo>
                    <a:pt x="9051115" y="804547"/>
                  </a:lnTo>
                  <a:lnTo>
                    <a:pt x="9093886" y="737846"/>
                  </a:lnTo>
                  <a:lnTo>
                    <a:pt x="9136782" y="674399"/>
                  </a:lnTo>
                  <a:lnTo>
                    <a:pt x="9179931" y="614393"/>
                  </a:lnTo>
                  <a:lnTo>
                    <a:pt x="9223506" y="557938"/>
                  </a:lnTo>
                  <a:lnTo>
                    <a:pt x="9267728" y="505074"/>
                  </a:lnTo>
                  <a:lnTo>
                    <a:pt x="9312877" y="455774"/>
                  </a:lnTo>
                  <a:lnTo>
                    <a:pt x="9347647" y="420997"/>
                  </a:lnTo>
                  <a:lnTo>
                    <a:pt x="9398806" y="374768"/>
                  </a:lnTo>
                  <a:lnTo>
                    <a:pt x="9452341" y="332495"/>
                  </a:lnTo>
                  <a:lnTo>
                    <a:pt x="9508906" y="294043"/>
                  </a:lnTo>
                  <a:lnTo>
                    <a:pt x="9569221" y="259147"/>
                  </a:lnTo>
                  <a:lnTo>
                    <a:pt x="9634033" y="227487"/>
                  </a:lnTo>
                  <a:lnTo>
                    <a:pt x="9704077" y="198733"/>
                  </a:lnTo>
                  <a:lnTo>
                    <a:pt x="9780026" y="172572"/>
                  </a:lnTo>
                  <a:lnTo>
                    <a:pt x="9862433" y="148729"/>
                  </a:lnTo>
                  <a:lnTo>
                    <a:pt x="9951644" y="126971"/>
                  </a:lnTo>
                  <a:lnTo>
                    <a:pt x="10047690" y="107119"/>
                  </a:lnTo>
                  <a:lnTo>
                    <a:pt x="10150162" y="89047"/>
                  </a:lnTo>
                  <a:lnTo>
                    <a:pt x="10258069" y="72681"/>
                  </a:lnTo>
                  <a:lnTo>
                    <a:pt x="10369721" y="57998"/>
                  </a:lnTo>
                  <a:lnTo>
                    <a:pt x="10482657" y="45009"/>
                  </a:lnTo>
                  <a:lnTo>
                    <a:pt x="10593692" y="33748"/>
                  </a:lnTo>
                  <a:lnTo>
                    <a:pt x="10699099" y="24248"/>
                  </a:lnTo>
                  <a:lnTo>
                    <a:pt x="10794982" y="16516"/>
                  </a:lnTo>
                  <a:lnTo>
                    <a:pt x="10877772" y="10504"/>
                  </a:lnTo>
                  <a:lnTo>
                    <a:pt x="10944790" y="6099"/>
                  </a:lnTo>
                  <a:lnTo>
                    <a:pt x="10994724" y="3115"/>
                  </a:lnTo>
                  <a:lnTo>
                    <a:pt x="11027912" y="1307"/>
                  </a:lnTo>
                  <a:lnTo>
                    <a:pt x="11046390" y="385"/>
                  </a:lnTo>
                  <a:lnTo>
                    <a:pt x="11053742" y="48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1" name="pl1930"/>
            <p:cNvSpPr/>
            <p:nvPr/>
          </p:nvSpPr>
          <p:spPr>
            <a:xfrm>
              <a:off x="1199187" y="2766890"/>
              <a:ext cx="12049831" cy="3327802"/>
            </a:xfrm>
            <a:custGeom>
              <a:avLst/>
              <a:pathLst>
                <a:path w="12049831" h="3327802">
                  <a:moveTo>
                    <a:pt x="12049831" y="0"/>
                  </a:moveTo>
                  <a:lnTo>
                    <a:pt x="11054891" y="0"/>
                  </a:lnTo>
                  <a:lnTo>
                    <a:pt x="11053803" y="46"/>
                  </a:lnTo>
                  <a:lnTo>
                    <a:pt x="11046617" y="374"/>
                  </a:lnTo>
                  <a:lnTo>
                    <a:pt x="11028384" y="1282"/>
                  </a:lnTo>
                  <a:lnTo>
                    <a:pt x="10995495" y="3072"/>
                  </a:lnTo>
                  <a:lnTo>
                    <a:pt x="10945883" y="6031"/>
                  </a:lnTo>
                  <a:lnTo>
                    <a:pt x="10879177" y="10407"/>
                  </a:lnTo>
                  <a:lnTo>
                    <a:pt x="10796661" y="16388"/>
                  </a:lnTo>
                  <a:lnTo>
                    <a:pt x="10700992" y="24088"/>
                  </a:lnTo>
                  <a:lnTo>
                    <a:pt x="10595727" y="33554"/>
                  </a:lnTo>
                  <a:lnTo>
                    <a:pt x="10484763" y="44782"/>
                  </a:lnTo>
                  <a:lnTo>
                    <a:pt x="10371830" y="57739"/>
                  </a:lnTo>
                  <a:lnTo>
                    <a:pt x="10260130" y="72391"/>
                  </a:lnTo>
                  <a:lnTo>
                    <a:pt x="10152135" y="88725"/>
                  </a:lnTo>
                  <a:lnTo>
                    <a:pt x="10049550" y="106765"/>
                  </a:lnTo>
                  <a:lnTo>
                    <a:pt x="9953378" y="126583"/>
                  </a:lnTo>
                  <a:lnTo>
                    <a:pt x="9864039" y="148303"/>
                  </a:lnTo>
                  <a:lnTo>
                    <a:pt x="9781507" y="172106"/>
                  </a:lnTo>
                  <a:lnTo>
                    <a:pt x="9705441" y="198221"/>
                  </a:lnTo>
                  <a:lnTo>
                    <a:pt x="9635293" y="226923"/>
                  </a:lnTo>
                  <a:lnTo>
                    <a:pt x="9570390" y="258526"/>
                  </a:lnTo>
                  <a:lnTo>
                    <a:pt x="9509997" y="293358"/>
                  </a:lnTo>
                  <a:lnTo>
                    <a:pt x="9453369" y="331742"/>
                  </a:lnTo>
                  <a:lnTo>
                    <a:pt x="9399784" y="373941"/>
                  </a:lnTo>
                  <a:lnTo>
                    <a:pt x="9348586" y="420096"/>
                  </a:lnTo>
                  <a:lnTo>
                    <a:pt x="9347647" y="420997"/>
                  </a:lnTo>
                  <a:lnTo>
                    <a:pt x="9301578" y="467670"/>
                  </a:lnTo>
                  <a:lnTo>
                    <a:pt x="9256688" y="517848"/>
                  </a:lnTo>
                  <a:lnTo>
                    <a:pt x="9212649" y="571603"/>
                  </a:lnTo>
                  <a:lnTo>
                    <a:pt x="9169199" y="628945"/>
                  </a:lnTo>
                  <a:lnTo>
                    <a:pt x="9126127" y="689817"/>
                  </a:lnTo>
                  <a:lnTo>
                    <a:pt x="9083273" y="754091"/>
                  </a:lnTo>
                  <a:lnTo>
                    <a:pt x="9040517" y="821562"/>
                  </a:lnTo>
                  <a:lnTo>
                    <a:pt x="8997776" y="891945"/>
                  </a:lnTo>
                  <a:lnTo>
                    <a:pt x="8954997" y="964881"/>
                  </a:lnTo>
                  <a:lnTo>
                    <a:pt x="8912156" y="1039939"/>
                  </a:lnTo>
                  <a:lnTo>
                    <a:pt x="8869250" y="1116629"/>
                  </a:lnTo>
                  <a:lnTo>
                    <a:pt x="8826292" y="1194410"/>
                  </a:lnTo>
                  <a:lnTo>
                    <a:pt x="8783308" y="1272708"/>
                  </a:lnTo>
                  <a:lnTo>
                    <a:pt x="8740328" y="1350932"/>
                  </a:lnTo>
                  <a:lnTo>
                    <a:pt x="8697381" y="1428495"/>
                  </a:lnTo>
                  <a:lnTo>
                    <a:pt x="8654491" y="1504830"/>
                  </a:lnTo>
                  <a:lnTo>
                    <a:pt x="8611666" y="1579406"/>
                  </a:lnTo>
                  <a:lnTo>
                    <a:pt x="8568900" y="1651746"/>
                  </a:lnTo>
                  <a:lnTo>
                    <a:pt x="8526161" y="1721437"/>
                  </a:lnTo>
                  <a:lnTo>
                    <a:pt x="8483390" y="1788139"/>
                  </a:lnTo>
                  <a:lnTo>
                    <a:pt x="8440495" y="1851585"/>
                  </a:lnTo>
                  <a:lnTo>
                    <a:pt x="8397346" y="1911591"/>
                  </a:lnTo>
                  <a:lnTo>
                    <a:pt x="8353771" y="1968046"/>
                  </a:lnTo>
                  <a:lnTo>
                    <a:pt x="8309548" y="2020911"/>
                  </a:lnTo>
                  <a:lnTo>
                    <a:pt x="8264399" y="2070211"/>
                  </a:lnTo>
                  <a:lnTo>
                    <a:pt x="8229629" y="2104988"/>
                  </a:lnTo>
                  <a:lnTo>
                    <a:pt x="8178470" y="2151217"/>
                  </a:lnTo>
                  <a:lnTo>
                    <a:pt x="8124936" y="2193489"/>
                  </a:lnTo>
                  <a:lnTo>
                    <a:pt x="8068371" y="2231942"/>
                  </a:lnTo>
                  <a:lnTo>
                    <a:pt x="8008055" y="2266838"/>
                  </a:lnTo>
                  <a:lnTo>
                    <a:pt x="7943243" y="2298498"/>
                  </a:lnTo>
                  <a:lnTo>
                    <a:pt x="7873200" y="2327252"/>
                  </a:lnTo>
                  <a:lnTo>
                    <a:pt x="7797250" y="2353412"/>
                  </a:lnTo>
                  <a:lnTo>
                    <a:pt x="7714843" y="2377256"/>
                  </a:lnTo>
                  <a:lnTo>
                    <a:pt x="7625632" y="2399014"/>
                  </a:lnTo>
                  <a:lnTo>
                    <a:pt x="7529586" y="2418866"/>
                  </a:lnTo>
                  <a:lnTo>
                    <a:pt x="7427114" y="2436938"/>
                  </a:lnTo>
                  <a:lnTo>
                    <a:pt x="7319207" y="2453303"/>
                  </a:lnTo>
                  <a:lnTo>
                    <a:pt x="7207556" y="2467987"/>
                  </a:lnTo>
                  <a:lnTo>
                    <a:pt x="7094619" y="2480976"/>
                  </a:lnTo>
                  <a:lnTo>
                    <a:pt x="6983585" y="2492237"/>
                  </a:lnTo>
                  <a:lnTo>
                    <a:pt x="6878177" y="2501736"/>
                  </a:lnTo>
                  <a:lnTo>
                    <a:pt x="6782295" y="2509469"/>
                  </a:lnTo>
                  <a:lnTo>
                    <a:pt x="6699504" y="2515481"/>
                  </a:lnTo>
                  <a:lnTo>
                    <a:pt x="6632486" y="2519886"/>
                  </a:lnTo>
                  <a:lnTo>
                    <a:pt x="6582553" y="2522869"/>
                  </a:lnTo>
                  <a:lnTo>
                    <a:pt x="6549365" y="2524678"/>
                  </a:lnTo>
                  <a:lnTo>
                    <a:pt x="6530886" y="2525600"/>
                  </a:lnTo>
                  <a:lnTo>
                    <a:pt x="6523535" y="2525936"/>
                  </a:lnTo>
                  <a:lnTo>
                    <a:pt x="6522386" y="2525985"/>
                  </a:lnTo>
                  <a:lnTo>
                    <a:pt x="6522385" y="2525985"/>
                  </a:lnTo>
                  <a:lnTo>
                    <a:pt x="5527445" y="2525985"/>
                  </a:lnTo>
                  <a:lnTo>
                    <a:pt x="5526314" y="2526000"/>
                  </a:lnTo>
                  <a:lnTo>
                    <a:pt x="5518847" y="2526109"/>
                  </a:lnTo>
                  <a:lnTo>
                    <a:pt x="5499924" y="2526409"/>
                  </a:lnTo>
                  <a:lnTo>
                    <a:pt x="5465838" y="2527000"/>
                  </a:lnTo>
                  <a:lnTo>
                    <a:pt x="5414520" y="2527977"/>
                  </a:lnTo>
                  <a:lnTo>
                    <a:pt x="5345691" y="2529421"/>
                  </a:lnTo>
                  <a:lnTo>
                    <a:pt x="5260802" y="2531392"/>
                  </a:lnTo>
                  <a:lnTo>
                    <a:pt x="5162720" y="2533925"/>
                  </a:lnTo>
                  <a:lnTo>
                    <a:pt x="5055204" y="2537034"/>
                  </a:lnTo>
                  <a:lnTo>
                    <a:pt x="4942313" y="2540717"/>
                  </a:lnTo>
                  <a:lnTo>
                    <a:pt x="4827875" y="2544961"/>
                  </a:lnTo>
                  <a:lnTo>
                    <a:pt x="4715122" y="2549757"/>
                  </a:lnTo>
                  <a:lnTo>
                    <a:pt x="4606503" y="2555101"/>
                  </a:lnTo>
                  <a:lnTo>
                    <a:pt x="4503666" y="2561005"/>
                  </a:lnTo>
                  <a:lnTo>
                    <a:pt x="4407533" y="2567494"/>
                  </a:lnTo>
                  <a:lnTo>
                    <a:pt x="4318442" y="2574613"/>
                  </a:lnTo>
                  <a:lnTo>
                    <a:pt x="4236289" y="2582426"/>
                  </a:lnTo>
                  <a:lnTo>
                    <a:pt x="4160663" y="2591012"/>
                  </a:lnTo>
                  <a:lnTo>
                    <a:pt x="4090956" y="2600464"/>
                  </a:lnTo>
                  <a:lnTo>
                    <a:pt x="4026447" y="2610889"/>
                  </a:lnTo>
                  <a:lnTo>
                    <a:pt x="3966365" y="2622395"/>
                  </a:lnTo>
                  <a:lnTo>
                    <a:pt x="3909937" y="2635086"/>
                  </a:lnTo>
                  <a:lnTo>
                    <a:pt x="3856429" y="2649039"/>
                  </a:lnTo>
                  <a:lnTo>
                    <a:pt x="3820202" y="2659621"/>
                  </a:lnTo>
                  <a:lnTo>
                    <a:pt x="3761588" y="2678738"/>
                  </a:lnTo>
                  <a:lnTo>
                    <a:pt x="3704745" y="2699682"/>
                  </a:lnTo>
                  <a:lnTo>
                    <a:pt x="3649045" y="2722482"/>
                  </a:lnTo>
                  <a:lnTo>
                    <a:pt x="3594019" y="2747117"/>
                  </a:lnTo>
                  <a:lnTo>
                    <a:pt x="3539328" y="2773500"/>
                  </a:lnTo>
                  <a:lnTo>
                    <a:pt x="3484740" y="2801485"/>
                  </a:lnTo>
                  <a:lnTo>
                    <a:pt x="3430117" y="2830857"/>
                  </a:lnTo>
                  <a:lnTo>
                    <a:pt x="3375396" y="2861340"/>
                  </a:lnTo>
                  <a:lnTo>
                    <a:pt x="3320573" y="2892608"/>
                  </a:lnTo>
                  <a:lnTo>
                    <a:pt x="3265685" y="2924294"/>
                  </a:lnTo>
                  <a:lnTo>
                    <a:pt x="3210792" y="2956013"/>
                  </a:lnTo>
                  <a:lnTo>
                    <a:pt x="3155955" y="2987375"/>
                  </a:lnTo>
                  <a:lnTo>
                    <a:pt x="3101216" y="3018010"/>
                  </a:lnTo>
                  <a:lnTo>
                    <a:pt x="3046579" y="3047584"/>
                  </a:lnTo>
                  <a:lnTo>
                    <a:pt x="2991993" y="3075812"/>
                  </a:lnTo>
                  <a:lnTo>
                    <a:pt x="2937332" y="3102469"/>
                  </a:lnTo>
                  <a:lnTo>
                    <a:pt x="2882381" y="3127397"/>
                  </a:lnTo>
                  <a:lnTo>
                    <a:pt x="2826820" y="3150501"/>
                  </a:lnTo>
                  <a:lnTo>
                    <a:pt x="2770202" y="3171748"/>
                  </a:lnTo>
                  <a:lnTo>
                    <a:pt x="2711929" y="3191160"/>
                  </a:lnTo>
                  <a:lnTo>
                    <a:pt x="2702183" y="3194166"/>
                  </a:lnTo>
                  <a:lnTo>
                    <a:pt x="2650329" y="3209027"/>
                  </a:lnTo>
                  <a:lnTo>
                    <a:pt x="2596026" y="3222599"/>
                  </a:lnTo>
                  <a:lnTo>
                    <a:pt x="2538592" y="3234928"/>
                  </a:lnTo>
                  <a:lnTo>
                    <a:pt x="2477277" y="3246102"/>
                  </a:lnTo>
                  <a:lnTo>
                    <a:pt x="2411303" y="3256227"/>
                  </a:lnTo>
                  <a:lnTo>
                    <a:pt x="2339910" y="3265411"/>
                  </a:lnTo>
                  <a:lnTo>
                    <a:pt x="2262402" y="3273758"/>
                  </a:lnTo>
                  <a:lnTo>
                    <a:pt x="2178219" y="3281358"/>
                  </a:lnTo>
                  <a:lnTo>
                    <a:pt x="2087031" y="3288284"/>
                  </a:lnTo>
                  <a:lnTo>
                    <a:pt x="1988848" y="3294596"/>
                  </a:lnTo>
                  <a:lnTo>
                    <a:pt x="1884167" y="3300331"/>
                  </a:lnTo>
                  <a:lnTo>
                    <a:pt x="1774114" y="3305512"/>
                  </a:lnTo>
                  <a:lnTo>
                    <a:pt x="1660567" y="3310145"/>
                  </a:lnTo>
                  <a:lnTo>
                    <a:pt x="1546219" y="3314223"/>
                  </a:lnTo>
                  <a:lnTo>
                    <a:pt x="1434506" y="3317737"/>
                  </a:lnTo>
                  <a:lnTo>
                    <a:pt x="1329371" y="3320675"/>
                  </a:lnTo>
                  <a:lnTo>
                    <a:pt x="1234843" y="3323038"/>
                  </a:lnTo>
                  <a:lnTo>
                    <a:pt x="1154479" y="3324848"/>
                  </a:lnTo>
                  <a:lnTo>
                    <a:pt x="1090773" y="3326146"/>
                  </a:lnTo>
                  <a:lnTo>
                    <a:pt x="1044684" y="3326999"/>
                  </a:lnTo>
                  <a:lnTo>
                    <a:pt x="1015396" y="3327493"/>
                  </a:lnTo>
                  <a:lnTo>
                    <a:pt x="1000330" y="3327726"/>
                  </a:lnTo>
                  <a:lnTo>
                    <a:pt x="995339" y="3327797"/>
                  </a:lnTo>
                  <a:lnTo>
                    <a:pt x="994940" y="3327802"/>
                  </a:lnTo>
                  <a:lnTo>
                    <a:pt x="0" y="3327802"/>
                  </a:lnTo>
                  <a:lnTo>
                    <a:pt x="0" y="33278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2" name="pg1931"/>
            <p:cNvSpPr/>
            <p:nvPr/>
          </p:nvSpPr>
          <p:spPr>
            <a:xfrm>
              <a:off x="1199187" y="3972236"/>
              <a:ext cx="12049831" cy="2122456"/>
            </a:xfrm>
            <a:custGeom>
              <a:avLst/>
              <a:pathLst>
                <a:path w="12049831" h="2122456">
                  <a:moveTo>
                    <a:pt x="0" y="2122456"/>
                  </a:moveTo>
                  <a:lnTo>
                    <a:pt x="994940" y="2122456"/>
                  </a:lnTo>
                  <a:lnTo>
                    <a:pt x="996042" y="2122417"/>
                  </a:lnTo>
                  <a:lnTo>
                    <a:pt x="1003319" y="2122139"/>
                  </a:lnTo>
                  <a:lnTo>
                    <a:pt x="1021776" y="2121370"/>
                  </a:lnTo>
                  <a:lnTo>
                    <a:pt x="1055054" y="2119854"/>
                  </a:lnTo>
                  <a:lnTo>
                    <a:pt x="1105222" y="2117347"/>
                  </a:lnTo>
                  <a:lnTo>
                    <a:pt x="1172620" y="2113642"/>
                  </a:lnTo>
                  <a:lnTo>
                    <a:pt x="1255912" y="2108579"/>
                  </a:lnTo>
                  <a:lnTo>
                    <a:pt x="1352371" y="2102065"/>
                  </a:lnTo>
                  <a:lnTo>
                    <a:pt x="1458376" y="2094061"/>
                  </a:lnTo>
                  <a:lnTo>
                    <a:pt x="1569976" y="2084571"/>
                  </a:lnTo>
                  <a:lnTo>
                    <a:pt x="1683408" y="2073625"/>
                  </a:lnTo>
                  <a:lnTo>
                    <a:pt x="1795461" y="2061250"/>
                  </a:lnTo>
                  <a:lnTo>
                    <a:pt x="1903667" y="2047457"/>
                  </a:lnTo>
                  <a:lnTo>
                    <a:pt x="2006341" y="2032222"/>
                  </a:lnTo>
                  <a:lnTo>
                    <a:pt x="2102505" y="2015483"/>
                  </a:lnTo>
                  <a:lnTo>
                    <a:pt x="2191767" y="1997130"/>
                  </a:lnTo>
                  <a:lnTo>
                    <a:pt x="2274178" y="1977009"/>
                  </a:lnTo>
                  <a:lnTo>
                    <a:pt x="2350100" y="1954922"/>
                  </a:lnTo>
                  <a:lnTo>
                    <a:pt x="2420103" y="1930632"/>
                  </a:lnTo>
                  <a:lnTo>
                    <a:pt x="2484876" y="1903875"/>
                  </a:lnTo>
                  <a:lnTo>
                    <a:pt x="2545164" y="1874368"/>
                  </a:lnTo>
                  <a:lnTo>
                    <a:pt x="2601723" y="1841844"/>
                  </a:lnTo>
                  <a:lnTo>
                    <a:pt x="2655278" y="1806084"/>
                  </a:lnTo>
                  <a:lnTo>
                    <a:pt x="2702183" y="1770460"/>
                  </a:lnTo>
                  <a:lnTo>
                    <a:pt x="2750991" y="1728990"/>
                  </a:lnTo>
                  <a:lnTo>
                    <a:pt x="2798495" y="1684220"/>
                  </a:lnTo>
                  <a:lnTo>
                    <a:pt x="2845081" y="1636084"/>
                  </a:lnTo>
                  <a:lnTo>
                    <a:pt x="2891053" y="1584582"/>
                  </a:lnTo>
                  <a:lnTo>
                    <a:pt x="2936646" y="1529784"/>
                  </a:lnTo>
                  <a:lnTo>
                    <a:pt x="2982039" y="1471840"/>
                  </a:lnTo>
                  <a:lnTo>
                    <a:pt x="3027360" y="1410981"/>
                  </a:lnTo>
                  <a:lnTo>
                    <a:pt x="3072692" y="1347518"/>
                  </a:lnTo>
                  <a:lnTo>
                    <a:pt x="3118084" y="1281844"/>
                  </a:lnTo>
                  <a:lnTo>
                    <a:pt x="3163550" y="1214419"/>
                  </a:lnTo>
                  <a:lnTo>
                    <a:pt x="3209081" y="1145762"/>
                  </a:lnTo>
                  <a:lnTo>
                    <a:pt x="3254653" y="1076436"/>
                  </a:lnTo>
                  <a:lnTo>
                    <a:pt x="3300229" y="1007026"/>
                  </a:lnTo>
                  <a:lnTo>
                    <a:pt x="3345775" y="938118"/>
                  </a:lnTo>
                  <a:lnTo>
                    <a:pt x="3391262" y="870285"/>
                  </a:lnTo>
                  <a:lnTo>
                    <a:pt x="3436674" y="804058"/>
                  </a:lnTo>
                  <a:lnTo>
                    <a:pt x="3482020" y="739917"/>
                  </a:lnTo>
                  <a:lnTo>
                    <a:pt x="3527338" y="678275"/>
                  </a:lnTo>
                  <a:lnTo>
                    <a:pt x="3572699" y="619467"/>
                  </a:lnTo>
                  <a:lnTo>
                    <a:pt x="3618219" y="563748"/>
                  </a:lnTo>
                  <a:lnTo>
                    <a:pt x="3664060" y="511289"/>
                  </a:lnTo>
                  <a:lnTo>
                    <a:pt x="3710442" y="462185"/>
                  </a:lnTo>
                  <a:lnTo>
                    <a:pt x="3757647" y="416453"/>
                  </a:lnTo>
                  <a:lnTo>
                    <a:pt x="3806036" y="374046"/>
                  </a:lnTo>
                  <a:lnTo>
                    <a:pt x="3820202" y="362477"/>
                  </a:lnTo>
                  <a:lnTo>
                    <a:pt x="3871588" y="323663"/>
                  </a:lnTo>
                  <a:lnTo>
                    <a:pt x="3925374" y="288186"/>
                  </a:lnTo>
                  <a:lnTo>
                    <a:pt x="3982223" y="255930"/>
                  </a:lnTo>
                  <a:lnTo>
                    <a:pt x="4042865" y="226670"/>
                  </a:lnTo>
                  <a:lnTo>
                    <a:pt x="4108056" y="200134"/>
                  </a:lnTo>
                  <a:lnTo>
                    <a:pt x="4178540" y="176043"/>
                  </a:lnTo>
                  <a:lnTo>
                    <a:pt x="4254998" y="154133"/>
                  </a:lnTo>
                  <a:lnTo>
                    <a:pt x="4337983" y="134170"/>
                  </a:lnTo>
                  <a:lnTo>
                    <a:pt x="4427839" y="115961"/>
                  </a:lnTo>
                  <a:lnTo>
                    <a:pt x="4524583" y="99354"/>
                  </a:lnTo>
                  <a:lnTo>
                    <a:pt x="4627778" y="84245"/>
                  </a:lnTo>
                  <a:lnTo>
                    <a:pt x="4736390" y="70573"/>
                  </a:lnTo>
                  <a:lnTo>
                    <a:pt x="4848668" y="58320"/>
                  </a:lnTo>
                  <a:lnTo>
                    <a:pt x="4962079" y="47497"/>
                  </a:lnTo>
                  <a:lnTo>
                    <a:pt x="5073353" y="38133"/>
                  </a:lnTo>
                  <a:lnTo>
                    <a:pt x="5178695" y="30257"/>
                  </a:lnTo>
                  <a:lnTo>
                    <a:pt x="5274161" y="23869"/>
                  </a:lnTo>
                  <a:lnTo>
                    <a:pt x="5356183" y="18927"/>
                  </a:lnTo>
                  <a:lnTo>
                    <a:pt x="5422137" y="15331"/>
                  </a:lnTo>
                  <a:lnTo>
                    <a:pt x="5470821" y="12918"/>
                  </a:lnTo>
                  <a:lnTo>
                    <a:pt x="5502726" y="11476"/>
                  </a:lnTo>
                  <a:lnTo>
                    <a:pt x="5520064" y="10759"/>
                  </a:lnTo>
                  <a:lnTo>
                    <a:pt x="5526599" y="10511"/>
                  </a:lnTo>
                  <a:lnTo>
                    <a:pt x="5527445" y="10481"/>
                  </a:lnTo>
                  <a:lnTo>
                    <a:pt x="6522385" y="10481"/>
                  </a:lnTo>
                  <a:lnTo>
                    <a:pt x="6523520" y="10491"/>
                  </a:lnTo>
                  <a:lnTo>
                    <a:pt x="6531004" y="10564"/>
                  </a:lnTo>
                  <a:lnTo>
                    <a:pt x="6549973" y="10764"/>
                  </a:lnTo>
                  <a:lnTo>
                    <a:pt x="6584137" y="11159"/>
                  </a:lnTo>
                  <a:lnTo>
                    <a:pt x="6635565" y="11812"/>
                  </a:lnTo>
                  <a:lnTo>
                    <a:pt x="6704533" y="12777"/>
                  </a:lnTo>
                  <a:lnTo>
                    <a:pt x="6789576" y="14094"/>
                  </a:lnTo>
                  <a:lnTo>
                    <a:pt x="6887813" y="15787"/>
                  </a:lnTo>
                  <a:lnTo>
                    <a:pt x="6995473" y="17864"/>
                  </a:lnTo>
                  <a:lnTo>
                    <a:pt x="7108487" y="20324"/>
                  </a:lnTo>
                  <a:lnTo>
                    <a:pt x="7223019" y="23160"/>
                  </a:lnTo>
                  <a:lnTo>
                    <a:pt x="7335838" y="26363"/>
                  </a:lnTo>
                  <a:lnTo>
                    <a:pt x="7444494" y="29933"/>
                  </a:lnTo>
                  <a:lnTo>
                    <a:pt x="7547346" y="33876"/>
                  </a:lnTo>
                  <a:lnTo>
                    <a:pt x="7643474" y="38211"/>
                  </a:lnTo>
                  <a:lnTo>
                    <a:pt x="7732548" y="42967"/>
                  </a:lnTo>
                  <a:lnTo>
                    <a:pt x="7814676" y="48187"/>
                  </a:lnTo>
                  <a:lnTo>
                    <a:pt x="7890274" y="53923"/>
                  </a:lnTo>
                  <a:lnTo>
                    <a:pt x="7959953" y="60240"/>
                  </a:lnTo>
                  <a:lnTo>
                    <a:pt x="8024437" y="67207"/>
                  </a:lnTo>
                  <a:lnTo>
                    <a:pt x="8084500" y="74898"/>
                  </a:lnTo>
                  <a:lnTo>
                    <a:pt x="8140916" y="83380"/>
                  </a:lnTo>
                  <a:lnTo>
                    <a:pt x="8194421" y="92706"/>
                  </a:lnTo>
                  <a:lnTo>
                    <a:pt x="8229629" y="99572"/>
                  </a:lnTo>
                  <a:lnTo>
                    <a:pt x="8289835" y="112686"/>
                  </a:lnTo>
                  <a:lnTo>
                    <a:pt x="8348192" y="127087"/>
                  </a:lnTo>
                  <a:lnTo>
                    <a:pt x="8405371" y="142795"/>
                  </a:lnTo>
                  <a:lnTo>
                    <a:pt x="8461873" y="159791"/>
                  </a:lnTo>
                  <a:lnTo>
                    <a:pt x="8518053" y="178010"/>
                  </a:lnTo>
                  <a:lnTo>
                    <a:pt x="8574148" y="197337"/>
                  </a:lnTo>
                  <a:lnTo>
                    <a:pt x="8630297" y="217611"/>
                  </a:lnTo>
                  <a:lnTo>
                    <a:pt x="8686555" y="238625"/>
                  </a:lnTo>
                  <a:lnTo>
                    <a:pt x="8742914" y="260137"/>
                  </a:lnTo>
                  <a:lnTo>
                    <a:pt x="8799328" y="281876"/>
                  </a:lnTo>
                  <a:lnTo>
                    <a:pt x="8855728" y="303563"/>
                  </a:lnTo>
                  <a:lnTo>
                    <a:pt x="8912053" y="324916"/>
                  </a:lnTo>
                  <a:lnTo>
                    <a:pt x="8968267" y="345677"/>
                  </a:lnTo>
                  <a:lnTo>
                    <a:pt x="9024385" y="365614"/>
                  </a:lnTo>
                  <a:lnTo>
                    <a:pt x="9080492" y="384538"/>
                  </a:lnTo>
                  <a:lnTo>
                    <a:pt x="9136760" y="402303"/>
                  </a:lnTo>
                  <a:lnTo>
                    <a:pt x="9193469" y="418817"/>
                  </a:lnTo>
                  <a:lnTo>
                    <a:pt x="9251027" y="434030"/>
                  </a:lnTo>
                  <a:lnTo>
                    <a:pt x="9309994" y="447939"/>
                  </a:lnTo>
                  <a:lnTo>
                    <a:pt x="9347647" y="455935"/>
                  </a:lnTo>
                  <a:lnTo>
                    <a:pt x="9399547" y="465850"/>
                  </a:lnTo>
                  <a:lnTo>
                    <a:pt x="9453899" y="474905"/>
                  </a:lnTo>
                  <a:lnTo>
                    <a:pt x="9511389" y="483129"/>
                  </a:lnTo>
                  <a:lnTo>
                    <a:pt x="9572769" y="490583"/>
                  </a:lnTo>
                  <a:lnTo>
                    <a:pt x="9638818" y="497336"/>
                  </a:lnTo>
                  <a:lnTo>
                    <a:pt x="9710299" y="503461"/>
                  </a:lnTo>
                  <a:lnTo>
                    <a:pt x="9787908" y="509028"/>
                  </a:lnTo>
                  <a:lnTo>
                    <a:pt x="9872206" y="514095"/>
                  </a:lnTo>
                  <a:lnTo>
                    <a:pt x="9963523" y="518714"/>
                  </a:lnTo>
                  <a:lnTo>
                    <a:pt x="10061844" y="522922"/>
                  </a:lnTo>
                  <a:lnTo>
                    <a:pt x="10166667" y="526745"/>
                  </a:lnTo>
                  <a:lnTo>
                    <a:pt x="10276858" y="530198"/>
                  </a:lnTo>
                  <a:lnTo>
                    <a:pt x="10390525" y="533286"/>
                  </a:lnTo>
                  <a:lnTo>
                    <a:pt x="10504960" y="536003"/>
                  </a:lnTo>
                  <a:lnTo>
                    <a:pt x="10616712" y="538343"/>
                  </a:lnTo>
                  <a:lnTo>
                    <a:pt x="10721822" y="540298"/>
                  </a:lnTo>
                  <a:lnTo>
                    <a:pt x="10816254" y="541870"/>
                  </a:lnTo>
                  <a:lnTo>
                    <a:pt x="10896453" y="543071"/>
                  </a:lnTo>
                  <a:lnTo>
                    <a:pt x="10959940" y="543932"/>
                  </a:lnTo>
                  <a:lnTo>
                    <a:pt x="11005778" y="544497"/>
                  </a:lnTo>
                  <a:lnTo>
                    <a:pt x="11034817" y="544824"/>
                  </a:lnTo>
                  <a:lnTo>
                    <a:pt x="11049671" y="544976"/>
                  </a:lnTo>
                  <a:lnTo>
                    <a:pt x="11054524" y="545022"/>
                  </a:lnTo>
                  <a:lnTo>
                    <a:pt x="11054891" y="545025"/>
                  </a:lnTo>
                  <a:lnTo>
                    <a:pt x="12049831" y="545025"/>
                  </a:lnTo>
                  <a:lnTo>
                    <a:pt x="12049831" y="534544"/>
                  </a:lnTo>
                  <a:lnTo>
                    <a:pt x="11054891" y="534544"/>
                  </a:lnTo>
                  <a:lnTo>
                    <a:pt x="11053757" y="534534"/>
                  </a:lnTo>
                  <a:lnTo>
                    <a:pt x="11046272" y="534461"/>
                  </a:lnTo>
                  <a:lnTo>
                    <a:pt x="11027304" y="534261"/>
                  </a:lnTo>
                  <a:lnTo>
                    <a:pt x="10993140" y="533866"/>
                  </a:lnTo>
                  <a:lnTo>
                    <a:pt x="10941711" y="533213"/>
                  </a:lnTo>
                  <a:lnTo>
                    <a:pt x="10872744" y="532248"/>
                  </a:lnTo>
                  <a:lnTo>
                    <a:pt x="10787701" y="530931"/>
                  </a:lnTo>
                  <a:lnTo>
                    <a:pt x="10689464" y="529238"/>
                  </a:lnTo>
                  <a:lnTo>
                    <a:pt x="10581804" y="527161"/>
                  </a:lnTo>
                  <a:lnTo>
                    <a:pt x="10468790" y="524701"/>
                  </a:lnTo>
                  <a:lnTo>
                    <a:pt x="10354257" y="521865"/>
                  </a:lnTo>
                  <a:lnTo>
                    <a:pt x="10241438" y="518662"/>
                  </a:lnTo>
                  <a:lnTo>
                    <a:pt x="10132782" y="515092"/>
                  </a:lnTo>
                  <a:lnTo>
                    <a:pt x="10029931" y="511149"/>
                  </a:lnTo>
                  <a:lnTo>
                    <a:pt x="9933802" y="506814"/>
                  </a:lnTo>
                  <a:lnTo>
                    <a:pt x="9844728" y="502058"/>
                  </a:lnTo>
                  <a:lnTo>
                    <a:pt x="9762600" y="496838"/>
                  </a:lnTo>
                  <a:lnTo>
                    <a:pt x="9687003" y="491101"/>
                  </a:lnTo>
                  <a:lnTo>
                    <a:pt x="9617324" y="484785"/>
                  </a:lnTo>
                  <a:lnTo>
                    <a:pt x="9552840" y="477818"/>
                  </a:lnTo>
                  <a:lnTo>
                    <a:pt x="9492777" y="470127"/>
                  </a:lnTo>
                  <a:lnTo>
                    <a:pt x="9436361" y="461645"/>
                  </a:lnTo>
                  <a:lnTo>
                    <a:pt x="9382856" y="452319"/>
                  </a:lnTo>
                  <a:lnTo>
                    <a:pt x="9347647" y="445453"/>
                  </a:lnTo>
                  <a:lnTo>
                    <a:pt x="9287441" y="432339"/>
                  </a:lnTo>
                  <a:lnTo>
                    <a:pt x="9229085" y="417938"/>
                  </a:lnTo>
                  <a:lnTo>
                    <a:pt x="9171906" y="402230"/>
                  </a:lnTo>
                  <a:lnTo>
                    <a:pt x="9115404" y="385234"/>
                  </a:lnTo>
                  <a:lnTo>
                    <a:pt x="9059224" y="367015"/>
                  </a:lnTo>
                  <a:lnTo>
                    <a:pt x="9003128" y="347688"/>
                  </a:lnTo>
                  <a:lnTo>
                    <a:pt x="8946979" y="327414"/>
                  </a:lnTo>
                  <a:lnTo>
                    <a:pt x="8890722" y="306400"/>
                  </a:lnTo>
                  <a:lnTo>
                    <a:pt x="8834362" y="284888"/>
                  </a:lnTo>
                  <a:lnTo>
                    <a:pt x="8777949" y="263148"/>
                  </a:lnTo>
                  <a:lnTo>
                    <a:pt x="8721549" y="241462"/>
                  </a:lnTo>
                  <a:lnTo>
                    <a:pt x="8665224" y="220109"/>
                  </a:lnTo>
                  <a:lnTo>
                    <a:pt x="8609010" y="199348"/>
                  </a:lnTo>
                  <a:lnTo>
                    <a:pt x="8552891" y="179411"/>
                  </a:lnTo>
                  <a:lnTo>
                    <a:pt x="8496785" y="160487"/>
                  </a:lnTo>
                  <a:lnTo>
                    <a:pt x="8440517" y="142721"/>
                  </a:lnTo>
                  <a:lnTo>
                    <a:pt x="8383808" y="126208"/>
                  </a:lnTo>
                  <a:lnTo>
                    <a:pt x="8326250" y="110995"/>
                  </a:lnTo>
                  <a:lnTo>
                    <a:pt x="8267282" y="97086"/>
                  </a:lnTo>
                  <a:lnTo>
                    <a:pt x="8229629" y="89090"/>
                  </a:lnTo>
                  <a:lnTo>
                    <a:pt x="8177729" y="79175"/>
                  </a:lnTo>
                  <a:lnTo>
                    <a:pt x="8123377" y="70120"/>
                  </a:lnTo>
                  <a:lnTo>
                    <a:pt x="8065887" y="61895"/>
                  </a:lnTo>
                  <a:lnTo>
                    <a:pt x="8004507" y="54442"/>
                  </a:lnTo>
                  <a:lnTo>
                    <a:pt x="7938458" y="47689"/>
                  </a:lnTo>
                  <a:lnTo>
                    <a:pt x="7866977" y="41564"/>
                  </a:lnTo>
                  <a:lnTo>
                    <a:pt x="7789368" y="35997"/>
                  </a:lnTo>
                  <a:lnTo>
                    <a:pt x="7705071" y="30930"/>
                  </a:lnTo>
                  <a:lnTo>
                    <a:pt x="7613754" y="26311"/>
                  </a:lnTo>
                  <a:lnTo>
                    <a:pt x="7515433" y="22103"/>
                  </a:lnTo>
                  <a:lnTo>
                    <a:pt x="7410609" y="18280"/>
                  </a:lnTo>
                  <a:lnTo>
                    <a:pt x="7300418" y="14827"/>
                  </a:lnTo>
                  <a:lnTo>
                    <a:pt x="7186752" y="11739"/>
                  </a:lnTo>
                  <a:lnTo>
                    <a:pt x="7072317" y="9022"/>
                  </a:lnTo>
                  <a:lnTo>
                    <a:pt x="6960565" y="6682"/>
                  </a:lnTo>
                  <a:lnTo>
                    <a:pt x="6855455" y="4727"/>
                  </a:lnTo>
                  <a:lnTo>
                    <a:pt x="6761023" y="3155"/>
                  </a:lnTo>
                  <a:lnTo>
                    <a:pt x="6680824" y="1953"/>
                  </a:lnTo>
                  <a:lnTo>
                    <a:pt x="6617337" y="1093"/>
                  </a:lnTo>
                  <a:lnTo>
                    <a:pt x="6571499" y="528"/>
                  </a:lnTo>
                  <a:lnTo>
                    <a:pt x="6542459" y="201"/>
                  </a:lnTo>
                  <a:lnTo>
                    <a:pt x="6527605" y="49"/>
                  </a:lnTo>
                  <a:lnTo>
                    <a:pt x="6522753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3" y="39"/>
                  </a:lnTo>
                  <a:lnTo>
                    <a:pt x="5519066" y="317"/>
                  </a:lnTo>
                  <a:lnTo>
                    <a:pt x="5500609" y="1086"/>
                  </a:lnTo>
                  <a:lnTo>
                    <a:pt x="5467331" y="2602"/>
                  </a:lnTo>
                  <a:lnTo>
                    <a:pt x="5417163" y="5109"/>
                  </a:lnTo>
                  <a:lnTo>
                    <a:pt x="5349765" y="8814"/>
                  </a:lnTo>
                  <a:lnTo>
                    <a:pt x="5266473" y="13876"/>
                  </a:lnTo>
                  <a:lnTo>
                    <a:pt x="5170014" y="20391"/>
                  </a:lnTo>
                  <a:lnTo>
                    <a:pt x="5064009" y="28395"/>
                  </a:lnTo>
                  <a:lnTo>
                    <a:pt x="4952409" y="37885"/>
                  </a:lnTo>
                  <a:lnTo>
                    <a:pt x="4838977" y="48831"/>
                  </a:lnTo>
                  <a:lnTo>
                    <a:pt x="4726924" y="61206"/>
                  </a:lnTo>
                  <a:lnTo>
                    <a:pt x="4618718" y="74999"/>
                  </a:lnTo>
                  <a:lnTo>
                    <a:pt x="4516044" y="90234"/>
                  </a:lnTo>
                  <a:lnTo>
                    <a:pt x="4419880" y="106973"/>
                  </a:lnTo>
                  <a:lnTo>
                    <a:pt x="4330618" y="125326"/>
                  </a:lnTo>
                  <a:lnTo>
                    <a:pt x="4248207" y="145447"/>
                  </a:lnTo>
                  <a:lnTo>
                    <a:pt x="4172285" y="167534"/>
                  </a:lnTo>
                  <a:lnTo>
                    <a:pt x="4102282" y="191823"/>
                  </a:lnTo>
                  <a:lnTo>
                    <a:pt x="4037509" y="218581"/>
                  </a:lnTo>
                  <a:lnTo>
                    <a:pt x="3977221" y="248088"/>
                  </a:lnTo>
                  <a:lnTo>
                    <a:pt x="3920662" y="280612"/>
                  </a:lnTo>
                  <a:lnTo>
                    <a:pt x="3867107" y="316372"/>
                  </a:lnTo>
                  <a:lnTo>
                    <a:pt x="3820202" y="351995"/>
                  </a:lnTo>
                  <a:lnTo>
                    <a:pt x="3771394" y="393466"/>
                  </a:lnTo>
                  <a:lnTo>
                    <a:pt x="3723890" y="438236"/>
                  </a:lnTo>
                  <a:lnTo>
                    <a:pt x="3677304" y="486372"/>
                  </a:lnTo>
                  <a:lnTo>
                    <a:pt x="3631332" y="537874"/>
                  </a:lnTo>
                  <a:lnTo>
                    <a:pt x="3585739" y="592672"/>
                  </a:lnTo>
                  <a:lnTo>
                    <a:pt x="3540346" y="650616"/>
                  </a:lnTo>
                  <a:lnTo>
                    <a:pt x="3495025" y="711475"/>
                  </a:lnTo>
                  <a:lnTo>
                    <a:pt x="3449693" y="774938"/>
                  </a:lnTo>
                  <a:lnTo>
                    <a:pt x="3404301" y="840612"/>
                  </a:lnTo>
                  <a:lnTo>
                    <a:pt x="3358835" y="908037"/>
                  </a:lnTo>
                  <a:lnTo>
                    <a:pt x="3313304" y="976694"/>
                  </a:lnTo>
                  <a:lnTo>
                    <a:pt x="3267732" y="1046020"/>
                  </a:lnTo>
                  <a:lnTo>
                    <a:pt x="3222156" y="1115430"/>
                  </a:lnTo>
                  <a:lnTo>
                    <a:pt x="3176610" y="1184338"/>
                  </a:lnTo>
                  <a:lnTo>
                    <a:pt x="3131123" y="1252171"/>
                  </a:lnTo>
                  <a:lnTo>
                    <a:pt x="3085711" y="1318398"/>
                  </a:lnTo>
                  <a:lnTo>
                    <a:pt x="3040365" y="1382538"/>
                  </a:lnTo>
                  <a:lnTo>
                    <a:pt x="2995047" y="1444181"/>
                  </a:lnTo>
                  <a:lnTo>
                    <a:pt x="2949686" y="1502988"/>
                  </a:lnTo>
                  <a:lnTo>
                    <a:pt x="2904166" y="1558708"/>
                  </a:lnTo>
                  <a:lnTo>
                    <a:pt x="2858325" y="1611166"/>
                  </a:lnTo>
                  <a:lnTo>
                    <a:pt x="2811943" y="1660271"/>
                  </a:lnTo>
                  <a:lnTo>
                    <a:pt x="2764738" y="1706003"/>
                  </a:lnTo>
                  <a:lnTo>
                    <a:pt x="2716349" y="1748410"/>
                  </a:lnTo>
                  <a:lnTo>
                    <a:pt x="2702183" y="1759979"/>
                  </a:lnTo>
                  <a:lnTo>
                    <a:pt x="2650797" y="1798793"/>
                  </a:lnTo>
                  <a:lnTo>
                    <a:pt x="2597011" y="1834269"/>
                  </a:lnTo>
                  <a:lnTo>
                    <a:pt x="2540162" y="1866526"/>
                  </a:lnTo>
                  <a:lnTo>
                    <a:pt x="2479520" y="1895786"/>
                  </a:lnTo>
                  <a:lnTo>
                    <a:pt x="2414329" y="1922322"/>
                  </a:lnTo>
                  <a:lnTo>
                    <a:pt x="2343845" y="1946413"/>
                  </a:lnTo>
                  <a:lnTo>
                    <a:pt x="2267387" y="1968323"/>
                  </a:lnTo>
                  <a:lnTo>
                    <a:pt x="2184402" y="1988285"/>
                  </a:lnTo>
                  <a:lnTo>
                    <a:pt x="2094546" y="2006495"/>
                  </a:lnTo>
                  <a:lnTo>
                    <a:pt x="1997802" y="2023102"/>
                  </a:lnTo>
                  <a:lnTo>
                    <a:pt x="1894607" y="2038211"/>
                  </a:lnTo>
                  <a:lnTo>
                    <a:pt x="1785995" y="2051883"/>
                  </a:lnTo>
                  <a:lnTo>
                    <a:pt x="1673717" y="2064136"/>
                  </a:lnTo>
                  <a:lnTo>
                    <a:pt x="1560306" y="2074959"/>
                  </a:lnTo>
                  <a:lnTo>
                    <a:pt x="1449032" y="2084323"/>
                  </a:lnTo>
                  <a:lnTo>
                    <a:pt x="1343690" y="2092199"/>
                  </a:lnTo>
                  <a:lnTo>
                    <a:pt x="1248224" y="2098587"/>
                  </a:lnTo>
                  <a:lnTo>
                    <a:pt x="1166202" y="2103529"/>
                  </a:lnTo>
                  <a:lnTo>
                    <a:pt x="1100248" y="2107125"/>
                  </a:lnTo>
                  <a:lnTo>
                    <a:pt x="1051564" y="2109538"/>
                  </a:lnTo>
                  <a:lnTo>
                    <a:pt x="1019659" y="2110980"/>
                  </a:lnTo>
                  <a:lnTo>
                    <a:pt x="1002321" y="2111697"/>
                  </a:lnTo>
                  <a:lnTo>
                    <a:pt x="995786" y="2111945"/>
                  </a:lnTo>
                  <a:lnTo>
                    <a:pt x="994940" y="2111975"/>
                  </a:lnTo>
                  <a:lnTo>
                    <a:pt x="0" y="2111975"/>
                  </a:lnTo>
                  <a:close/>
                </a:path>
              </a:pathLst>
            </a:custGeom>
            <a:solidFill>
              <a:srgbClr val="26C6D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33" name="pl1932"/>
            <p:cNvSpPr/>
            <p:nvPr/>
          </p:nvSpPr>
          <p:spPr>
            <a:xfrm>
              <a:off x="1199187" y="3982717"/>
              <a:ext cx="12049831" cy="2111975"/>
            </a:xfrm>
            <a:custGeom>
              <a:avLst/>
              <a:pathLst>
                <a:path w="12049831" h="2111975">
                  <a:moveTo>
                    <a:pt x="0" y="2111975"/>
                  </a:moveTo>
                  <a:lnTo>
                    <a:pt x="994940" y="2111975"/>
                  </a:lnTo>
                  <a:lnTo>
                    <a:pt x="996042" y="2111936"/>
                  </a:lnTo>
                  <a:lnTo>
                    <a:pt x="1003319" y="2111658"/>
                  </a:lnTo>
                  <a:lnTo>
                    <a:pt x="1021776" y="2110888"/>
                  </a:lnTo>
                  <a:lnTo>
                    <a:pt x="1055054" y="2109372"/>
                  </a:lnTo>
                  <a:lnTo>
                    <a:pt x="1105222" y="2106866"/>
                  </a:lnTo>
                  <a:lnTo>
                    <a:pt x="1172620" y="2103160"/>
                  </a:lnTo>
                  <a:lnTo>
                    <a:pt x="1255912" y="2098098"/>
                  </a:lnTo>
                  <a:lnTo>
                    <a:pt x="1352371" y="2091584"/>
                  </a:lnTo>
                  <a:lnTo>
                    <a:pt x="1458376" y="2083579"/>
                  </a:lnTo>
                  <a:lnTo>
                    <a:pt x="1569976" y="2074090"/>
                  </a:lnTo>
                  <a:lnTo>
                    <a:pt x="1683408" y="2063144"/>
                  </a:lnTo>
                  <a:lnTo>
                    <a:pt x="1795461" y="2050769"/>
                  </a:lnTo>
                  <a:lnTo>
                    <a:pt x="1903667" y="2036975"/>
                  </a:lnTo>
                  <a:lnTo>
                    <a:pt x="2006341" y="2021741"/>
                  </a:lnTo>
                  <a:lnTo>
                    <a:pt x="2102505" y="2005001"/>
                  </a:lnTo>
                  <a:lnTo>
                    <a:pt x="2191767" y="1986648"/>
                  </a:lnTo>
                  <a:lnTo>
                    <a:pt x="2274178" y="1966528"/>
                  </a:lnTo>
                  <a:lnTo>
                    <a:pt x="2350100" y="1944441"/>
                  </a:lnTo>
                  <a:lnTo>
                    <a:pt x="2420103" y="1920151"/>
                  </a:lnTo>
                  <a:lnTo>
                    <a:pt x="2484876" y="1893393"/>
                  </a:lnTo>
                  <a:lnTo>
                    <a:pt x="2545164" y="1863887"/>
                  </a:lnTo>
                  <a:lnTo>
                    <a:pt x="2601723" y="1831363"/>
                  </a:lnTo>
                  <a:lnTo>
                    <a:pt x="2655278" y="1795603"/>
                  </a:lnTo>
                  <a:lnTo>
                    <a:pt x="2702183" y="1759979"/>
                  </a:lnTo>
                  <a:lnTo>
                    <a:pt x="2750991" y="1718509"/>
                  </a:lnTo>
                  <a:lnTo>
                    <a:pt x="2798495" y="1673739"/>
                  </a:lnTo>
                  <a:lnTo>
                    <a:pt x="2845081" y="1625603"/>
                  </a:lnTo>
                  <a:lnTo>
                    <a:pt x="2891053" y="1574101"/>
                  </a:lnTo>
                  <a:lnTo>
                    <a:pt x="2936646" y="1519303"/>
                  </a:lnTo>
                  <a:lnTo>
                    <a:pt x="2982039" y="1461359"/>
                  </a:lnTo>
                  <a:lnTo>
                    <a:pt x="3027360" y="1400499"/>
                  </a:lnTo>
                  <a:lnTo>
                    <a:pt x="3072692" y="1337037"/>
                  </a:lnTo>
                  <a:lnTo>
                    <a:pt x="3118084" y="1271362"/>
                  </a:lnTo>
                  <a:lnTo>
                    <a:pt x="3163550" y="1203937"/>
                  </a:lnTo>
                  <a:lnTo>
                    <a:pt x="3209081" y="1135281"/>
                  </a:lnTo>
                  <a:lnTo>
                    <a:pt x="3254653" y="1065955"/>
                  </a:lnTo>
                  <a:lnTo>
                    <a:pt x="3300229" y="996544"/>
                  </a:lnTo>
                  <a:lnTo>
                    <a:pt x="3345775" y="927637"/>
                  </a:lnTo>
                  <a:lnTo>
                    <a:pt x="3391262" y="859803"/>
                  </a:lnTo>
                  <a:lnTo>
                    <a:pt x="3436674" y="793577"/>
                  </a:lnTo>
                  <a:lnTo>
                    <a:pt x="3482020" y="729436"/>
                  </a:lnTo>
                  <a:lnTo>
                    <a:pt x="3527338" y="667794"/>
                  </a:lnTo>
                  <a:lnTo>
                    <a:pt x="3572699" y="608986"/>
                  </a:lnTo>
                  <a:lnTo>
                    <a:pt x="3618219" y="553267"/>
                  </a:lnTo>
                  <a:lnTo>
                    <a:pt x="3664060" y="500808"/>
                  </a:lnTo>
                  <a:lnTo>
                    <a:pt x="3710442" y="451703"/>
                  </a:lnTo>
                  <a:lnTo>
                    <a:pt x="3757647" y="405971"/>
                  </a:lnTo>
                  <a:lnTo>
                    <a:pt x="3806036" y="363564"/>
                  </a:lnTo>
                  <a:lnTo>
                    <a:pt x="3820202" y="351995"/>
                  </a:lnTo>
                  <a:lnTo>
                    <a:pt x="3871588" y="313182"/>
                  </a:lnTo>
                  <a:lnTo>
                    <a:pt x="3925374" y="277705"/>
                  </a:lnTo>
                  <a:lnTo>
                    <a:pt x="3982223" y="245449"/>
                  </a:lnTo>
                  <a:lnTo>
                    <a:pt x="4042865" y="216188"/>
                  </a:lnTo>
                  <a:lnTo>
                    <a:pt x="4108056" y="189653"/>
                  </a:lnTo>
                  <a:lnTo>
                    <a:pt x="4178540" y="165562"/>
                  </a:lnTo>
                  <a:lnTo>
                    <a:pt x="4254998" y="143652"/>
                  </a:lnTo>
                  <a:lnTo>
                    <a:pt x="4337983" y="123689"/>
                  </a:lnTo>
                  <a:lnTo>
                    <a:pt x="4427839" y="105480"/>
                  </a:lnTo>
                  <a:lnTo>
                    <a:pt x="4524583" y="88873"/>
                  </a:lnTo>
                  <a:lnTo>
                    <a:pt x="4627778" y="73763"/>
                  </a:lnTo>
                  <a:lnTo>
                    <a:pt x="4736390" y="60092"/>
                  </a:lnTo>
                  <a:lnTo>
                    <a:pt x="4848668" y="47838"/>
                  </a:lnTo>
                  <a:lnTo>
                    <a:pt x="4962079" y="37015"/>
                  </a:lnTo>
                  <a:lnTo>
                    <a:pt x="5073353" y="27652"/>
                  </a:lnTo>
                  <a:lnTo>
                    <a:pt x="5178695" y="19775"/>
                  </a:lnTo>
                  <a:lnTo>
                    <a:pt x="5274161" y="13387"/>
                  </a:lnTo>
                  <a:lnTo>
                    <a:pt x="5356183" y="8446"/>
                  </a:lnTo>
                  <a:lnTo>
                    <a:pt x="5422137" y="4850"/>
                  </a:lnTo>
                  <a:lnTo>
                    <a:pt x="5470821" y="2437"/>
                  </a:lnTo>
                  <a:lnTo>
                    <a:pt x="5502726" y="995"/>
                  </a:lnTo>
                  <a:lnTo>
                    <a:pt x="5520064" y="278"/>
                  </a:lnTo>
                  <a:lnTo>
                    <a:pt x="5526599" y="29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0" y="10"/>
                  </a:lnTo>
                  <a:lnTo>
                    <a:pt x="6531004" y="82"/>
                  </a:lnTo>
                  <a:lnTo>
                    <a:pt x="6549973" y="283"/>
                  </a:lnTo>
                  <a:lnTo>
                    <a:pt x="6584137" y="678"/>
                  </a:lnTo>
                  <a:lnTo>
                    <a:pt x="6635565" y="1331"/>
                  </a:lnTo>
                  <a:lnTo>
                    <a:pt x="6704533" y="2296"/>
                  </a:lnTo>
                  <a:lnTo>
                    <a:pt x="6789576" y="3613"/>
                  </a:lnTo>
                  <a:lnTo>
                    <a:pt x="6887813" y="5305"/>
                  </a:lnTo>
                  <a:lnTo>
                    <a:pt x="6995473" y="7383"/>
                  </a:lnTo>
                  <a:lnTo>
                    <a:pt x="7108487" y="9843"/>
                  </a:lnTo>
                  <a:lnTo>
                    <a:pt x="7223019" y="12678"/>
                  </a:lnTo>
                  <a:lnTo>
                    <a:pt x="7335838" y="15882"/>
                  </a:lnTo>
                  <a:lnTo>
                    <a:pt x="7444494" y="19452"/>
                  </a:lnTo>
                  <a:lnTo>
                    <a:pt x="7547346" y="23395"/>
                  </a:lnTo>
                  <a:lnTo>
                    <a:pt x="7643474" y="27729"/>
                  </a:lnTo>
                  <a:lnTo>
                    <a:pt x="7732548" y="32486"/>
                  </a:lnTo>
                  <a:lnTo>
                    <a:pt x="7814676" y="37706"/>
                  </a:lnTo>
                  <a:lnTo>
                    <a:pt x="7890274" y="43442"/>
                  </a:lnTo>
                  <a:lnTo>
                    <a:pt x="7959953" y="49759"/>
                  </a:lnTo>
                  <a:lnTo>
                    <a:pt x="8024437" y="56726"/>
                  </a:lnTo>
                  <a:lnTo>
                    <a:pt x="8084500" y="64417"/>
                  </a:lnTo>
                  <a:lnTo>
                    <a:pt x="8140916" y="72899"/>
                  </a:lnTo>
                  <a:lnTo>
                    <a:pt x="8194421" y="82225"/>
                  </a:lnTo>
                  <a:lnTo>
                    <a:pt x="8229629" y="89090"/>
                  </a:lnTo>
                  <a:lnTo>
                    <a:pt x="8289835" y="102204"/>
                  </a:lnTo>
                  <a:lnTo>
                    <a:pt x="8348192" y="116606"/>
                  </a:lnTo>
                  <a:lnTo>
                    <a:pt x="8405371" y="132314"/>
                  </a:lnTo>
                  <a:lnTo>
                    <a:pt x="8461873" y="149310"/>
                  </a:lnTo>
                  <a:lnTo>
                    <a:pt x="8518053" y="167528"/>
                  </a:lnTo>
                  <a:lnTo>
                    <a:pt x="8574148" y="186855"/>
                  </a:lnTo>
                  <a:lnTo>
                    <a:pt x="8630297" y="207129"/>
                  </a:lnTo>
                  <a:lnTo>
                    <a:pt x="8686555" y="228144"/>
                  </a:lnTo>
                  <a:lnTo>
                    <a:pt x="8742914" y="249656"/>
                  </a:lnTo>
                  <a:lnTo>
                    <a:pt x="8799328" y="271395"/>
                  </a:lnTo>
                  <a:lnTo>
                    <a:pt x="8855728" y="293081"/>
                  </a:lnTo>
                  <a:lnTo>
                    <a:pt x="8912053" y="314435"/>
                  </a:lnTo>
                  <a:lnTo>
                    <a:pt x="8968267" y="335196"/>
                  </a:lnTo>
                  <a:lnTo>
                    <a:pt x="9024385" y="355133"/>
                  </a:lnTo>
                  <a:lnTo>
                    <a:pt x="9080492" y="374056"/>
                  </a:lnTo>
                  <a:lnTo>
                    <a:pt x="9136760" y="391822"/>
                  </a:lnTo>
                  <a:lnTo>
                    <a:pt x="9193469" y="408335"/>
                  </a:lnTo>
                  <a:lnTo>
                    <a:pt x="9251027" y="423549"/>
                  </a:lnTo>
                  <a:lnTo>
                    <a:pt x="9309994" y="437458"/>
                  </a:lnTo>
                  <a:lnTo>
                    <a:pt x="9347647" y="445453"/>
                  </a:lnTo>
                  <a:lnTo>
                    <a:pt x="9399547" y="455369"/>
                  </a:lnTo>
                  <a:lnTo>
                    <a:pt x="9453899" y="464424"/>
                  </a:lnTo>
                  <a:lnTo>
                    <a:pt x="9511389" y="472648"/>
                  </a:lnTo>
                  <a:lnTo>
                    <a:pt x="9572769" y="480101"/>
                  </a:lnTo>
                  <a:lnTo>
                    <a:pt x="9638818" y="486854"/>
                  </a:lnTo>
                  <a:lnTo>
                    <a:pt x="9710299" y="492980"/>
                  </a:lnTo>
                  <a:lnTo>
                    <a:pt x="9787908" y="498546"/>
                  </a:lnTo>
                  <a:lnTo>
                    <a:pt x="9872206" y="503614"/>
                  </a:lnTo>
                  <a:lnTo>
                    <a:pt x="9963523" y="508233"/>
                  </a:lnTo>
                  <a:lnTo>
                    <a:pt x="10061844" y="512440"/>
                  </a:lnTo>
                  <a:lnTo>
                    <a:pt x="10166667" y="516264"/>
                  </a:lnTo>
                  <a:lnTo>
                    <a:pt x="10276858" y="519717"/>
                  </a:lnTo>
                  <a:lnTo>
                    <a:pt x="10390525" y="522804"/>
                  </a:lnTo>
                  <a:lnTo>
                    <a:pt x="10504960" y="525522"/>
                  </a:lnTo>
                  <a:lnTo>
                    <a:pt x="10616712" y="527861"/>
                  </a:lnTo>
                  <a:lnTo>
                    <a:pt x="10721822" y="529817"/>
                  </a:lnTo>
                  <a:lnTo>
                    <a:pt x="10816254" y="531388"/>
                  </a:lnTo>
                  <a:lnTo>
                    <a:pt x="10896453" y="532590"/>
                  </a:lnTo>
                  <a:lnTo>
                    <a:pt x="10959940" y="533451"/>
                  </a:lnTo>
                  <a:lnTo>
                    <a:pt x="11005778" y="534016"/>
                  </a:lnTo>
                  <a:lnTo>
                    <a:pt x="11034817" y="534342"/>
                  </a:lnTo>
                  <a:lnTo>
                    <a:pt x="11049671" y="534495"/>
                  </a:lnTo>
                  <a:lnTo>
                    <a:pt x="11054524" y="534541"/>
                  </a:lnTo>
                  <a:lnTo>
                    <a:pt x="11054891" y="534544"/>
                  </a:lnTo>
                  <a:lnTo>
                    <a:pt x="12049831" y="534544"/>
                  </a:lnTo>
                  <a:lnTo>
                    <a:pt x="12049831" y="5345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4" name="pl1933"/>
            <p:cNvSpPr/>
            <p:nvPr/>
          </p:nvSpPr>
          <p:spPr>
            <a:xfrm>
              <a:off x="1199187" y="3972236"/>
              <a:ext cx="12049831" cy="2111975"/>
            </a:xfrm>
            <a:custGeom>
              <a:avLst/>
              <a:pathLst>
                <a:path w="12049831" h="2111975">
                  <a:moveTo>
                    <a:pt x="12049831" y="534544"/>
                  </a:moveTo>
                  <a:lnTo>
                    <a:pt x="11054891" y="534544"/>
                  </a:lnTo>
                  <a:lnTo>
                    <a:pt x="11053757" y="534534"/>
                  </a:lnTo>
                  <a:lnTo>
                    <a:pt x="11046272" y="534461"/>
                  </a:lnTo>
                  <a:lnTo>
                    <a:pt x="11027304" y="534261"/>
                  </a:lnTo>
                  <a:lnTo>
                    <a:pt x="10993140" y="533866"/>
                  </a:lnTo>
                  <a:lnTo>
                    <a:pt x="10941711" y="533213"/>
                  </a:lnTo>
                  <a:lnTo>
                    <a:pt x="10872744" y="532248"/>
                  </a:lnTo>
                  <a:lnTo>
                    <a:pt x="10787701" y="530931"/>
                  </a:lnTo>
                  <a:lnTo>
                    <a:pt x="10689464" y="529238"/>
                  </a:lnTo>
                  <a:lnTo>
                    <a:pt x="10581804" y="527161"/>
                  </a:lnTo>
                  <a:lnTo>
                    <a:pt x="10468790" y="524701"/>
                  </a:lnTo>
                  <a:lnTo>
                    <a:pt x="10354257" y="521865"/>
                  </a:lnTo>
                  <a:lnTo>
                    <a:pt x="10241438" y="518662"/>
                  </a:lnTo>
                  <a:lnTo>
                    <a:pt x="10132782" y="515092"/>
                  </a:lnTo>
                  <a:lnTo>
                    <a:pt x="10029931" y="511149"/>
                  </a:lnTo>
                  <a:lnTo>
                    <a:pt x="9933802" y="506814"/>
                  </a:lnTo>
                  <a:lnTo>
                    <a:pt x="9844728" y="502058"/>
                  </a:lnTo>
                  <a:lnTo>
                    <a:pt x="9762600" y="496838"/>
                  </a:lnTo>
                  <a:lnTo>
                    <a:pt x="9687003" y="491101"/>
                  </a:lnTo>
                  <a:lnTo>
                    <a:pt x="9617324" y="484785"/>
                  </a:lnTo>
                  <a:lnTo>
                    <a:pt x="9552840" y="477818"/>
                  </a:lnTo>
                  <a:lnTo>
                    <a:pt x="9492777" y="470127"/>
                  </a:lnTo>
                  <a:lnTo>
                    <a:pt x="9436361" y="461645"/>
                  </a:lnTo>
                  <a:lnTo>
                    <a:pt x="9382856" y="452319"/>
                  </a:lnTo>
                  <a:lnTo>
                    <a:pt x="9347647" y="445453"/>
                  </a:lnTo>
                  <a:lnTo>
                    <a:pt x="9287441" y="432339"/>
                  </a:lnTo>
                  <a:lnTo>
                    <a:pt x="9229085" y="417938"/>
                  </a:lnTo>
                  <a:lnTo>
                    <a:pt x="9171906" y="402230"/>
                  </a:lnTo>
                  <a:lnTo>
                    <a:pt x="9115404" y="385234"/>
                  </a:lnTo>
                  <a:lnTo>
                    <a:pt x="9059224" y="367015"/>
                  </a:lnTo>
                  <a:lnTo>
                    <a:pt x="9003128" y="347688"/>
                  </a:lnTo>
                  <a:lnTo>
                    <a:pt x="8946979" y="327414"/>
                  </a:lnTo>
                  <a:lnTo>
                    <a:pt x="8890722" y="306400"/>
                  </a:lnTo>
                  <a:lnTo>
                    <a:pt x="8834362" y="284888"/>
                  </a:lnTo>
                  <a:lnTo>
                    <a:pt x="8777949" y="263148"/>
                  </a:lnTo>
                  <a:lnTo>
                    <a:pt x="8721549" y="241462"/>
                  </a:lnTo>
                  <a:lnTo>
                    <a:pt x="8665224" y="220109"/>
                  </a:lnTo>
                  <a:lnTo>
                    <a:pt x="8609010" y="199348"/>
                  </a:lnTo>
                  <a:lnTo>
                    <a:pt x="8552891" y="179411"/>
                  </a:lnTo>
                  <a:lnTo>
                    <a:pt x="8496785" y="160487"/>
                  </a:lnTo>
                  <a:lnTo>
                    <a:pt x="8440517" y="142721"/>
                  </a:lnTo>
                  <a:lnTo>
                    <a:pt x="8383808" y="126208"/>
                  </a:lnTo>
                  <a:lnTo>
                    <a:pt x="8326250" y="110995"/>
                  </a:lnTo>
                  <a:lnTo>
                    <a:pt x="8267282" y="97086"/>
                  </a:lnTo>
                  <a:lnTo>
                    <a:pt x="8229629" y="89090"/>
                  </a:lnTo>
                  <a:lnTo>
                    <a:pt x="8177729" y="79175"/>
                  </a:lnTo>
                  <a:lnTo>
                    <a:pt x="8123377" y="70120"/>
                  </a:lnTo>
                  <a:lnTo>
                    <a:pt x="8065887" y="61895"/>
                  </a:lnTo>
                  <a:lnTo>
                    <a:pt x="8004507" y="54442"/>
                  </a:lnTo>
                  <a:lnTo>
                    <a:pt x="7938458" y="47689"/>
                  </a:lnTo>
                  <a:lnTo>
                    <a:pt x="7866977" y="41564"/>
                  </a:lnTo>
                  <a:lnTo>
                    <a:pt x="7789368" y="35997"/>
                  </a:lnTo>
                  <a:lnTo>
                    <a:pt x="7705071" y="30930"/>
                  </a:lnTo>
                  <a:lnTo>
                    <a:pt x="7613754" y="26311"/>
                  </a:lnTo>
                  <a:lnTo>
                    <a:pt x="7515433" y="22103"/>
                  </a:lnTo>
                  <a:lnTo>
                    <a:pt x="7410609" y="18280"/>
                  </a:lnTo>
                  <a:lnTo>
                    <a:pt x="7300418" y="14827"/>
                  </a:lnTo>
                  <a:lnTo>
                    <a:pt x="7186752" y="11739"/>
                  </a:lnTo>
                  <a:lnTo>
                    <a:pt x="7072317" y="9022"/>
                  </a:lnTo>
                  <a:lnTo>
                    <a:pt x="6960565" y="6682"/>
                  </a:lnTo>
                  <a:lnTo>
                    <a:pt x="6855455" y="4727"/>
                  </a:lnTo>
                  <a:lnTo>
                    <a:pt x="6761023" y="3155"/>
                  </a:lnTo>
                  <a:lnTo>
                    <a:pt x="6680824" y="1953"/>
                  </a:lnTo>
                  <a:lnTo>
                    <a:pt x="6617337" y="1093"/>
                  </a:lnTo>
                  <a:lnTo>
                    <a:pt x="6571499" y="528"/>
                  </a:lnTo>
                  <a:lnTo>
                    <a:pt x="6542459" y="201"/>
                  </a:lnTo>
                  <a:lnTo>
                    <a:pt x="6527605" y="49"/>
                  </a:lnTo>
                  <a:lnTo>
                    <a:pt x="6522753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3" y="39"/>
                  </a:lnTo>
                  <a:lnTo>
                    <a:pt x="5519066" y="317"/>
                  </a:lnTo>
                  <a:lnTo>
                    <a:pt x="5500609" y="1086"/>
                  </a:lnTo>
                  <a:lnTo>
                    <a:pt x="5467331" y="2602"/>
                  </a:lnTo>
                  <a:lnTo>
                    <a:pt x="5417163" y="5109"/>
                  </a:lnTo>
                  <a:lnTo>
                    <a:pt x="5349765" y="8814"/>
                  </a:lnTo>
                  <a:lnTo>
                    <a:pt x="5266473" y="13876"/>
                  </a:lnTo>
                  <a:lnTo>
                    <a:pt x="5170014" y="20391"/>
                  </a:lnTo>
                  <a:lnTo>
                    <a:pt x="5064009" y="28395"/>
                  </a:lnTo>
                  <a:lnTo>
                    <a:pt x="4952409" y="37885"/>
                  </a:lnTo>
                  <a:lnTo>
                    <a:pt x="4838977" y="48831"/>
                  </a:lnTo>
                  <a:lnTo>
                    <a:pt x="4726924" y="61206"/>
                  </a:lnTo>
                  <a:lnTo>
                    <a:pt x="4618718" y="74999"/>
                  </a:lnTo>
                  <a:lnTo>
                    <a:pt x="4516044" y="90234"/>
                  </a:lnTo>
                  <a:lnTo>
                    <a:pt x="4419880" y="106973"/>
                  </a:lnTo>
                  <a:lnTo>
                    <a:pt x="4330618" y="125326"/>
                  </a:lnTo>
                  <a:lnTo>
                    <a:pt x="4248207" y="145447"/>
                  </a:lnTo>
                  <a:lnTo>
                    <a:pt x="4172285" y="167534"/>
                  </a:lnTo>
                  <a:lnTo>
                    <a:pt x="4102282" y="191823"/>
                  </a:lnTo>
                  <a:lnTo>
                    <a:pt x="4037509" y="218581"/>
                  </a:lnTo>
                  <a:lnTo>
                    <a:pt x="3977221" y="248088"/>
                  </a:lnTo>
                  <a:lnTo>
                    <a:pt x="3920662" y="280612"/>
                  </a:lnTo>
                  <a:lnTo>
                    <a:pt x="3867107" y="316372"/>
                  </a:lnTo>
                  <a:lnTo>
                    <a:pt x="3820202" y="351995"/>
                  </a:lnTo>
                  <a:lnTo>
                    <a:pt x="3771394" y="393466"/>
                  </a:lnTo>
                  <a:lnTo>
                    <a:pt x="3723890" y="438236"/>
                  </a:lnTo>
                  <a:lnTo>
                    <a:pt x="3677304" y="486372"/>
                  </a:lnTo>
                  <a:lnTo>
                    <a:pt x="3631332" y="537874"/>
                  </a:lnTo>
                  <a:lnTo>
                    <a:pt x="3585739" y="592672"/>
                  </a:lnTo>
                  <a:lnTo>
                    <a:pt x="3540346" y="650616"/>
                  </a:lnTo>
                  <a:lnTo>
                    <a:pt x="3495025" y="711475"/>
                  </a:lnTo>
                  <a:lnTo>
                    <a:pt x="3449693" y="774938"/>
                  </a:lnTo>
                  <a:lnTo>
                    <a:pt x="3404301" y="840612"/>
                  </a:lnTo>
                  <a:lnTo>
                    <a:pt x="3358835" y="908037"/>
                  </a:lnTo>
                  <a:lnTo>
                    <a:pt x="3313304" y="976694"/>
                  </a:lnTo>
                  <a:lnTo>
                    <a:pt x="3267732" y="1046020"/>
                  </a:lnTo>
                  <a:lnTo>
                    <a:pt x="3222156" y="1115430"/>
                  </a:lnTo>
                  <a:lnTo>
                    <a:pt x="3176610" y="1184338"/>
                  </a:lnTo>
                  <a:lnTo>
                    <a:pt x="3131123" y="1252171"/>
                  </a:lnTo>
                  <a:lnTo>
                    <a:pt x="3085711" y="1318398"/>
                  </a:lnTo>
                  <a:lnTo>
                    <a:pt x="3040365" y="1382538"/>
                  </a:lnTo>
                  <a:lnTo>
                    <a:pt x="2995047" y="1444181"/>
                  </a:lnTo>
                  <a:lnTo>
                    <a:pt x="2949686" y="1502988"/>
                  </a:lnTo>
                  <a:lnTo>
                    <a:pt x="2904166" y="1558708"/>
                  </a:lnTo>
                  <a:lnTo>
                    <a:pt x="2858325" y="1611166"/>
                  </a:lnTo>
                  <a:lnTo>
                    <a:pt x="2811943" y="1660271"/>
                  </a:lnTo>
                  <a:lnTo>
                    <a:pt x="2764738" y="1706003"/>
                  </a:lnTo>
                  <a:lnTo>
                    <a:pt x="2716349" y="1748410"/>
                  </a:lnTo>
                  <a:lnTo>
                    <a:pt x="2702183" y="1759979"/>
                  </a:lnTo>
                  <a:lnTo>
                    <a:pt x="2650797" y="1798793"/>
                  </a:lnTo>
                  <a:lnTo>
                    <a:pt x="2597011" y="1834269"/>
                  </a:lnTo>
                  <a:lnTo>
                    <a:pt x="2540162" y="1866526"/>
                  </a:lnTo>
                  <a:lnTo>
                    <a:pt x="2479520" y="1895786"/>
                  </a:lnTo>
                  <a:lnTo>
                    <a:pt x="2414329" y="1922322"/>
                  </a:lnTo>
                  <a:lnTo>
                    <a:pt x="2343845" y="1946413"/>
                  </a:lnTo>
                  <a:lnTo>
                    <a:pt x="2267387" y="1968323"/>
                  </a:lnTo>
                  <a:lnTo>
                    <a:pt x="2184402" y="1988285"/>
                  </a:lnTo>
                  <a:lnTo>
                    <a:pt x="2094546" y="2006495"/>
                  </a:lnTo>
                  <a:lnTo>
                    <a:pt x="1997802" y="2023102"/>
                  </a:lnTo>
                  <a:lnTo>
                    <a:pt x="1894607" y="2038211"/>
                  </a:lnTo>
                  <a:lnTo>
                    <a:pt x="1785995" y="2051883"/>
                  </a:lnTo>
                  <a:lnTo>
                    <a:pt x="1673717" y="2064136"/>
                  </a:lnTo>
                  <a:lnTo>
                    <a:pt x="1560306" y="2074959"/>
                  </a:lnTo>
                  <a:lnTo>
                    <a:pt x="1449032" y="2084323"/>
                  </a:lnTo>
                  <a:lnTo>
                    <a:pt x="1343690" y="2092199"/>
                  </a:lnTo>
                  <a:lnTo>
                    <a:pt x="1248224" y="2098587"/>
                  </a:lnTo>
                  <a:lnTo>
                    <a:pt x="1166202" y="2103529"/>
                  </a:lnTo>
                  <a:lnTo>
                    <a:pt x="1100248" y="2107125"/>
                  </a:lnTo>
                  <a:lnTo>
                    <a:pt x="1051564" y="2109538"/>
                  </a:lnTo>
                  <a:lnTo>
                    <a:pt x="1019659" y="2110980"/>
                  </a:lnTo>
                  <a:lnTo>
                    <a:pt x="1002321" y="2111697"/>
                  </a:lnTo>
                  <a:lnTo>
                    <a:pt x="995786" y="2111945"/>
                  </a:lnTo>
                  <a:lnTo>
                    <a:pt x="994940" y="2111975"/>
                  </a:lnTo>
                  <a:lnTo>
                    <a:pt x="0" y="2111975"/>
                  </a:lnTo>
                  <a:lnTo>
                    <a:pt x="0" y="21119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5" name="pg1934"/>
            <p:cNvSpPr/>
            <p:nvPr/>
          </p:nvSpPr>
          <p:spPr>
            <a:xfrm>
              <a:off x="1199187" y="2426249"/>
              <a:ext cx="12049831" cy="3637000"/>
            </a:xfrm>
            <a:custGeom>
              <a:avLst/>
              <a:pathLst>
                <a:path w="12049831" h="3637000">
                  <a:moveTo>
                    <a:pt x="0" y="3637000"/>
                  </a:moveTo>
                  <a:lnTo>
                    <a:pt x="994940" y="3637000"/>
                  </a:lnTo>
                  <a:lnTo>
                    <a:pt x="995981" y="3636936"/>
                  </a:lnTo>
                  <a:lnTo>
                    <a:pt x="1002866" y="3636484"/>
                  </a:lnTo>
                  <a:lnTo>
                    <a:pt x="1020353" y="3635237"/>
                  </a:lnTo>
                  <a:lnTo>
                    <a:pt x="1051946" y="3632777"/>
                  </a:lnTo>
                  <a:lnTo>
                    <a:pt x="1099704" y="3628707"/>
                  </a:lnTo>
                  <a:lnTo>
                    <a:pt x="1164090" y="3622682"/>
                  </a:lnTo>
                  <a:lnTo>
                    <a:pt x="1243997" y="3614437"/>
                  </a:lnTo>
                  <a:lnTo>
                    <a:pt x="1336989" y="3603803"/>
                  </a:lnTo>
                  <a:lnTo>
                    <a:pt x="1439732" y="3590707"/>
                  </a:lnTo>
                  <a:lnTo>
                    <a:pt x="1548510" y="3575149"/>
                  </a:lnTo>
                  <a:lnTo>
                    <a:pt x="1659705" y="3557170"/>
                  </a:lnTo>
                  <a:lnTo>
                    <a:pt x="1770161" y="3536818"/>
                  </a:lnTo>
                  <a:lnTo>
                    <a:pt x="1877387" y="3514120"/>
                  </a:lnTo>
                  <a:lnTo>
                    <a:pt x="1979621" y="3489052"/>
                  </a:lnTo>
                  <a:lnTo>
                    <a:pt x="2075779" y="3461529"/>
                  </a:lnTo>
                  <a:lnTo>
                    <a:pt x="2165351" y="3431395"/>
                  </a:lnTo>
                  <a:lnTo>
                    <a:pt x="2248276" y="3398422"/>
                  </a:lnTo>
                  <a:lnTo>
                    <a:pt x="2324818" y="3362308"/>
                  </a:lnTo>
                  <a:lnTo>
                    <a:pt x="2395459" y="3322691"/>
                  </a:lnTo>
                  <a:lnTo>
                    <a:pt x="2460817" y="3279151"/>
                  </a:lnTo>
                  <a:lnTo>
                    <a:pt x="2521584" y="3231240"/>
                  </a:lnTo>
                  <a:lnTo>
                    <a:pt x="2578473" y="3178508"/>
                  </a:lnTo>
                  <a:lnTo>
                    <a:pt x="2632187" y="3120555"/>
                  </a:lnTo>
                  <a:lnTo>
                    <a:pt x="2683376" y="3057119"/>
                  </a:lnTo>
                  <a:lnTo>
                    <a:pt x="2702183" y="3031706"/>
                  </a:lnTo>
                  <a:lnTo>
                    <a:pt x="2742366" y="2973566"/>
                  </a:lnTo>
                  <a:lnTo>
                    <a:pt x="2781619" y="2911618"/>
                  </a:lnTo>
                  <a:lnTo>
                    <a:pt x="2820169" y="2845787"/>
                  </a:lnTo>
                  <a:lnTo>
                    <a:pt x="2858202" y="2776041"/>
                  </a:lnTo>
                  <a:lnTo>
                    <a:pt x="2895871" y="2702404"/>
                  </a:lnTo>
                  <a:lnTo>
                    <a:pt x="2933301" y="2624959"/>
                  </a:lnTo>
                  <a:lnTo>
                    <a:pt x="2970589" y="2543847"/>
                  </a:lnTo>
                  <a:lnTo>
                    <a:pt x="3007810" y="2459276"/>
                  </a:lnTo>
                  <a:lnTo>
                    <a:pt x="3045019" y="2371518"/>
                  </a:lnTo>
                  <a:lnTo>
                    <a:pt x="3082252" y="2280906"/>
                  </a:lnTo>
                  <a:lnTo>
                    <a:pt x="3119529" y="2187833"/>
                  </a:lnTo>
                  <a:lnTo>
                    <a:pt x="3156856" y="2092748"/>
                  </a:lnTo>
                  <a:lnTo>
                    <a:pt x="3194230" y="1996141"/>
                  </a:lnTo>
                  <a:lnTo>
                    <a:pt x="3231637" y="1898541"/>
                  </a:lnTo>
                  <a:lnTo>
                    <a:pt x="3269061" y="1800498"/>
                  </a:lnTo>
                  <a:lnTo>
                    <a:pt x="3306480" y="1702573"/>
                  </a:lnTo>
                  <a:lnTo>
                    <a:pt x="3343875" y="1605325"/>
                  </a:lnTo>
                  <a:lnTo>
                    <a:pt x="3381230" y="1509296"/>
                  </a:lnTo>
                  <a:lnTo>
                    <a:pt x="3418536" y="1414999"/>
                  </a:lnTo>
                  <a:lnTo>
                    <a:pt x="3455793" y="1322910"/>
                  </a:lnTo>
                  <a:lnTo>
                    <a:pt x="3493013" y="1233453"/>
                  </a:lnTo>
                  <a:lnTo>
                    <a:pt x="3530221" y="1146997"/>
                  </a:lnTo>
                  <a:lnTo>
                    <a:pt x="3567463" y="1063852"/>
                  </a:lnTo>
                  <a:lnTo>
                    <a:pt x="3604800" y="984260"/>
                  </a:lnTo>
                  <a:lnTo>
                    <a:pt x="3642317" y="908403"/>
                  </a:lnTo>
                  <a:lnTo>
                    <a:pt x="3680123" y="836396"/>
                  </a:lnTo>
                  <a:lnTo>
                    <a:pt x="3718352" y="768296"/>
                  </a:lnTo>
                  <a:lnTo>
                    <a:pt x="3757173" y="704104"/>
                  </a:lnTo>
                  <a:lnTo>
                    <a:pt x="3796787" y="643769"/>
                  </a:lnTo>
                  <a:lnTo>
                    <a:pt x="3820202" y="610533"/>
                  </a:lnTo>
                  <a:lnTo>
                    <a:pt x="3870591" y="545005"/>
                  </a:lnTo>
                  <a:lnTo>
                    <a:pt x="3923277" y="485000"/>
                  </a:lnTo>
                  <a:lnTo>
                    <a:pt x="3978886" y="430336"/>
                  </a:lnTo>
                  <a:lnTo>
                    <a:pt x="4038103" y="380655"/>
                  </a:lnTo>
                  <a:lnTo>
                    <a:pt x="4101643" y="335517"/>
                  </a:lnTo>
                  <a:lnTo>
                    <a:pt x="4170210" y="294469"/>
                  </a:lnTo>
                  <a:lnTo>
                    <a:pt x="4244457" y="257077"/>
                  </a:lnTo>
                  <a:lnTo>
                    <a:pt x="4324925" y="222956"/>
                  </a:lnTo>
                  <a:lnTo>
                    <a:pt x="4411972" y="191780"/>
                  </a:lnTo>
                  <a:lnTo>
                    <a:pt x="4505674" y="163293"/>
                  </a:lnTo>
                  <a:lnTo>
                    <a:pt x="4605705" y="137311"/>
                  </a:lnTo>
                  <a:lnTo>
                    <a:pt x="4711214" y="113723"/>
                  </a:lnTo>
                  <a:lnTo>
                    <a:pt x="4820703" y="92484"/>
                  </a:lnTo>
                  <a:lnTo>
                    <a:pt x="4931956" y="73603"/>
                  </a:lnTo>
                  <a:lnTo>
                    <a:pt x="5042054" y="57124"/>
                  </a:lnTo>
                  <a:lnTo>
                    <a:pt x="5147519" y="43095"/>
                  </a:lnTo>
                  <a:lnTo>
                    <a:pt x="5244620" y="31535"/>
                  </a:lnTo>
                  <a:lnTo>
                    <a:pt x="5329817" y="22401"/>
                  </a:lnTo>
                  <a:lnTo>
                    <a:pt x="5400278" y="15563"/>
                  </a:lnTo>
                  <a:lnTo>
                    <a:pt x="5454352" y="10791"/>
                  </a:lnTo>
                  <a:lnTo>
                    <a:pt x="5491896" y="7768"/>
                  </a:lnTo>
                  <a:lnTo>
                    <a:pt x="5514376" y="6111"/>
                  </a:lnTo>
                  <a:lnTo>
                    <a:pt x="5524772" y="540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0" y="5272"/>
                  </a:lnTo>
                  <a:lnTo>
                    <a:pt x="6530857" y="5496"/>
                  </a:lnTo>
                  <a:lnTo>
                    <a:pt x="6549510" y="6116"/>
                  </a:lnTo>
                  <a:lnTo>
                    <a:pt x="6583127" y="7337"/>
                  </a:lnTo>
                  <a:lnTo>
                    <a:pt x="6633778" y="9356"/>
                  </a:lnTo>
                  <a:lnTo>
                    <a:pt x="6701778" y="12340"/>
                  </a:lnTo>
                  <a:lnTo>
                    <a:pt x="6785743" y="16415"/>
                  </a:lnTo>
                  <a:lnTo>
                    <a:pt x="6882887" y="21657"/>
                  </a:lnTo>
                  <a:lnTo>
                    <a:pt x="6989530" y="28095"/>
                  </a:lnTo>
                  <a:lnTo>
                    <a:pt x="7101678" y="35724"/>
                  </a:lnTo>
                  <a:lnTo>
                    <a:pt x="7215537" y="44521"/>
                  </a:lnTo>
                  <a:lnTo>
                    <a:pt x="7327889" y="54464"/>
                  </a:lnTo>
                  <a:lnTo>
                    <a:pt x="7436273" y="65546"/>
                  </a:lnTo>
                  <a:lnTo>
                    <a:pt x="7539019" y="77786"/>
                  </a:lnTo>
                  <a:lnTo>
                    <a:pt x="7635172" y="91237"/>
                  </a:lnTo>
                  <a:lnTo>
                    <a:pt x="7724364" y="105989"/>
                  </a:lnTo>
                  <a:lnTo>
                    <a:pt x="7806667" y="122169"/>
                  </a:lnTo>
                  <a:lnTo>
                    <a:pt x="7882465" y="139938"/>
                  </a:lnTo>
                  <a:lnTo>
                    <a:pt x="7952343" y="159488"/>
                  </a:lnTo>
                  <a:lnTo>
                    <a:pt x="8017003" y="181035"/>
                  </a:lnTo>
                  <a:lnTo>
                    <a:pt x="8077203" y="204805"/>
                  </a:lnTo>
                  <a:lnTo>
                    <a:pt x="8133705" y="231013"/>
                  </a:lnTo>
                  <a:lnTo>
                    <a:pt x="8187239" y="259828"/>
                  </a:lnTo>
                  <a:lnTo>
                    <a:pt x="8229629" y="285614"/>
                  </a:lnTo>
                  <a:lnTo>
                    <a:pt x="8281584" y="320901"/>
                  </a:lnTo>
                  <a:lnTo>
                    <a:pt x="8332091" y="359178"/>
                  </a:lnTo>
                  <a:lnTo>
                    <a:pt x="8381603" y="400501"/>
                  </a:lnTo>
                  <a:lnTo>
                    <a:pt x="8430476" y="444860"/>
                  </a:lnTo>
                  <a:lnTo>
                    <a:pt x="8478977" y="492170"/>
                  </a:lnTo>
                  <a:lnTo>
                    <a:pt x="8527304" y="542265"/>
                  </a:lnTo>
                  <a:lnTo>
                    <a:pt x="8575591" y="594893"/>
                  </a:lnTo>
                  <a:lnTo>
                    <a:pt x="8623921" y="649720"/>
                  </a:lnTo>
                  <a:lnTo>
                    <a:pt x="8672330" y="706336"/>
                  </a:lnTo>
                  <a:lnTo>
                    <a:pt x="8720821" y="764262"/>
                  </a:lnTo>
                  <a:lnTo>
                    <a:pt x="8769368" y="822973"/>
                  </a:lnTo>
                  <a:lnTo>
                    <a:pt x="8817933" y="881908"/>
                  </a:lnTo>
                  <a:lnTo>
                    <a:pt x="8866472" y="940502"/>
                  </a:lnTo>
                  <a:lnTo>
                    <a:pt x="8914947" y="998200"/>
                  </a:lnTo>
                  <a:lnTo>
                    <a:pt x="8963338" y="1054484"/>
                  </a:lnTo>
                  <a:lnTo>
                    <a:pt x="9011655" y="1108888"/>
                  </a:lnTo>
                  <a:lnTo>
                    <a:pt x="9059943" y="1161018"/>
                  </a:lnTo>
                  <a:lnTo>
                    <a:pt x="9108292" y="1210555"/>
                  </a:lnTo>
                  <a:lnTo>
                    <a:pt x="9156852" y="1257267"/>
                  </a:lnTo>
                  <a:lnTo>
                    <a:pt x="9205832" y="1301004"/>
                  </a:lnTo>
                  <a:lnTo>
                    <a:pt x="9255518" y="1341696"/>
                  </a:lnTo>
                  <a:lnTo>
                    <a:pt x="9306282" y="1379349"/>
                  </a:lnTo>
                  <a:lnTo>
                    <a:pt x="9347647" y="1407110"/>
                  </a:lnTo>
                  <a:lnTo>
                    <a:pt x="9399231" y="1438137"/>
                  </a:lnTo>
                  <a:lnTo>
                    <a:pt x="9453235" y="1466487"/>
                  </a:lnTo>
                  <a:lnTo>
                    <a:pt x="9510330" y="1492253"/>
                  </a:lnTo>
                  <a:lnTo>
                    <a:pt x="9571256" y="1515617"/>
                  </a:lnTo>
                  <a:lnTo>
                    <a:pt x="9636777" y="1536798"/>
                  </a:lnTo>
                  <a:lnTo>
                    <a:pt x="9707643" y="1556021"/>
                  </a:lnTo>
                  <a:lnTo>
                    <a:pt x="9784543" y="1573499"/>
                  </a:lnTo>
                  <a:lnTo>
                    <a:pt x="9868032" y="1589418"/>
                  </a:lnTo>
                  <a:lnTo>
                    <a:pt x="9958449" y="1603934"/>
                  </a:lnTo>
                  <a:lnTo>
                    <a:pt x="10055798" y="1617168"/>
                  </a:lnTo>
                  <a:lnTo>
                    <a:pt x="10159620" y="1629202"/>
                  </a:lnTo>
                  <a:lnTo>
                    <a:pt x="10268841" y="1640084"/>
                  </a:lnTo>
                  <a:lnTo>
                    <a:pt x="10381657" y="1649827"/>
                  </a:lnTo>
                  <a:lnTo>
                    <a:pt x="10495469" y="1658422"/>
                  </a:lnTo>
                  <a:lnTo>
                    <a:pt x="10606938" y="1665843"/>
                  </a:lnTo>
                  <a:lnTo>
                    <a:pt x="10712205" y="1672071"/>
                  </a:lnTo>
                  <a:lnTo>
                    <a:pt x="10807288" y="1677105"/>
                  </a:lnTo>
                  <a:lnTo>
                    <a:pt x="10888623" y="1680982"/>
                  </a:lnTo>
                  <a:lnTo>
                    <a:pt x="10953639" y="1683787"/>
                  </a:lnTo>
                  <a:lnTo>
                    <a:pt x="11001233" y="1685653"/>
                  </a:lnTo>
                  <a:lnTo>
                    <a:pt x="11032031" y="1686754"/>
                  </a:lnTo>
                  <a:lnTo>
                    <a:pt x="11048398" y="1687290"/>
                  </a:lnTo>
                  <a:lnTo>
                    <a:pt x="11054260" y="1687466"/>
                  </a:lnTo>
                  <a:lnTo>
                    <a:pt x="11054891" y="1687484"/>
                  </a:lnTo>
                  <a:lnTo>
                    <a:pt x="12049831" y="1687484"/>
                  </a:lnTo>
                  <a:lnTo>
                    <a:pt x="12049831" y="1682243"/>
                  </a:lnTo>
                  <a:lnTo>
                    <a:pt x="11054891" y="1682243"/>
                  </a:lnTo>
                  <a:lnTo>
                    <a:pt x="11053777" y="1682212"/>
                  </a:lnTo>
                  <a:lnTo>
                    <a:pt x="11046420" y="1681987"/>
                  </a:lnTo>
                  <a:lnTo>
                    <a:pt x="11027767" y="1681368"/>
                  </a:lnTo>
                  <a:lnTo>
                    <a:pt x="10994150" y="1680146"/>
                  </a:lnTo>
                  <a:lnTo>
                    <a:pt x="10943499" y="1678127"/>
                  </a:lnTo>
                  <a:lnTo>
                    <a:pt x="10875498" y="1675143"/>
                  </a:lnTo>
                  <a:lnTo>
                    <a:pt x="10791534" y="1671068"/>
                  </a:lnTo>
                  <a:lnTo>
                    <a:pt x="10694390" y="1665826"/>
                  </a:lnTo>
                  <a:lnTo>
                    <a:pt x="10587746" y="1659388"/>
                  </a:lnTo>
                  <a:lnTo>
                    <a:pt x="10475599" y="1651759"/>
                  </a:lnTo>
                  <a:lnTo>
                    <a:pt x="10361739" y="1642962"/>
                  </a:lnTo>
                  <a:lnTo>
                    <a:pt x="10249387" y="1633019"/>
                  </a:lnTo>
                  <a:lnTo>
                    <a:pt x="10141004" y="1621937"/>
                  </a:lnTo>
                  <a:lnTo>
                    <a:pt x="10038258" y="1609697"/>
                  </a:lnTo>
                  <a:lnTo>
                    <a:pt x="9942104" y="1596246"/>
                  </a:lnTo>
                  <a:lnTo>
                    <a:pt x="9852912" y="1581494"/>
                  </a:lnTo>
                  <a:lnTo>
                    <a:pt x="9770609" y="1565314"/>
                  </a:lnTo>
                  <a:lnTo>
                    <a:pt x="9694811" y="1547545"/>
                  </a:lnTo>
                  <a:lnTo>
                    <a:pt x="9624934" y="1527995"/>
                  </a:lnTo>
                  <a:lnTo>
                    <a:pt x="9560273" y="1506448"/>
                  </a:lnTo>
                  <a:lnTo>
                    <a:pt x="9500074" y="1482678"/>
                  </a:lnTo>
                  <a:lnTo>
                    <a:pt x="9443572" y="1456471"/>
                  </a:lnTo>
                  <a:lnTo>
                    <a:pt x="9390038" y="1427655"/>
                  </a:lnTo>
                  <a:lnTo>
                    <a:pt x="9347647" y="1401869"/>
                  </a:lnTo>
                  <a:lnTo>
                    <a:pt x="9295692" y="1366582"/>
                  </a:lnTo>
                  <a:lnTo>
                    <a:pt x="9245186" y="1328305"/>
                  </a:lnTo>
                  <a:lnTo>
                    <a:pt x="9195673" y="1286982"/>
                  </a:lnTo>
                  <a:lnTo>
                    <a:pt x="9146801" y="1242623"/>
                  </a:lnTo>
                  <a:lnTo>
                    <a:pt x="9098300" y="1195313"/>
                  </a:lnTo>
                  <a:lnTo>
                    <a:pt x="9049973" y="1145218"/>
                  </a:lnTo>
                  <a:lnTo>
                    <a:pt x="9001685" y="1092591"/>
                  </a:lnTo>
                  <a:lnTo>
                    <a:pt x="8953355" y="1037763"/>
                  </a:lnTo>
                  <a:lnTo>
                    <a:pt x="8904946" y="981148"/>
                  </a:lnTo>
                  <a:lnTo>
                    <a:pt x="8856456" y="923221"/>
                  </a:lnTo>
                  <a:lnTo>
                    <a:pt x="8807908" y="864510"/>
                  </a:lnTo>
                  <a:lnTo>
                    <a:pt x="8759343" y="805575"/>
                  </a:lnTo>
                  <a:lnTo>
                    <a:pt x="8710805" y="746981"/>
                  </a:lnTo>
                  <a:lnTo>
                    <a:pt x="8662330" y="689283"/>
                  </a:lnTo>
                  <a:lnTo>
                    <a:pt x="8613938" y="633000"/>
                  </a:lnTo>
                  <a:lnTo>
                    <a:pt x="8565621" y="578595"/>
                  </a:lnTo>
                  <a:lnTo>
                    <a:pt x="8517334" y="526466"/>
                  </a:lnTo>
                  <a:lnTo>
                    <a:pt x="8468984" y="476928"/>
                  </a:lnTo>
                  <a:lnTo>
                    <a:pt x="8420425" y="430216"/>
                  </a:lnTo>
                  <a:lnTo>
                    <a:pt x="8371445" y="386479"/>
                  </a:lnTo>
                  <a:lnTo>
                    <a:pt x="8321759" y="345787"/>
                  </a:lnTo>
                  <a:lnTo>
                    <a:pt x="8270994" y="308134"/>
                  </a:lnTo>
                  <a:lnTo>
                    <a:pt x="8229629" y="280373"/>
                  </a:lnTo>
                  <a:lnTo>
                    <a:pt x="8178045" y="249346"/>
                  </a:lnTo>
                  <a:lnTo>
                    <a:pt x="8124042" y="220997"/>
                  </a:lnTo>
                  <a:lnTo>
                    <a:pt x="8066946" y="195230"/>
                  </a:lnTo>
                  <a:lnTo>
                    <a:pt x="8006021" y="171866"/>
                  </a:lnTo>
                  <a:lnTo>
                    <a:pt x="7940500" y="150685"/>
                  </a:lnTo>
                  <a:lnTo>
                    <a:pt x="7869633" y="131462"/>
                  </a:lnTo>
                  <a:lnTo>
                    <a:pt x="7792734" y="113984"/>
                  </a:lnTo>
                  <a:lnTo>
                    <a:pt x="7709245" y="98065"/>
                  </a:lnTo>
                  <a:lnTo>
                    <a:pt x="7618828" y="83549"/>
                  </a:lnTo>
                  <a:lnTo>
                    <a:pt x="7521478" y="70315"/>
                  </a:lnTo>
                  <a:lnTo>
                    <a:pt x="7417657" y="58281"/>
                  </a:lnTo>
                  <a:lnTo>
                    <a:pt x="7308435" y="47400"/>
                  </a:lnTo>
                  <a:lnTo>
                    <a:pt x="7195619" y="37656"/>
                  </a:lnTo>
                  <a:lnTo>
                    <a:pt x="7081807" y="29062"/>
                  </a:lnTo>
                  <a:lnTo>
                    <a:pt x="6970339" y="21640"/>
                  </a:lnTo>
                  <a:lnTo>
                    <a:pt x="6865072" y="15412"/>
                  </a:lnTo>
                  <a:lnTo>
                    <a:pt x="6769989" y="10378"/>
                  </a:lnTo>
                  <a:lnTo>
                    <a:pt x="6688653" y="6501"/>
                  </a:lnTo>
                  <a:lnTo>
                    <a:pt x="6623637" y="3696"/>
                  </a:lnTo>
                  <a:lnTo>
                    <a:pt x="6576044" y="1830"/>
                  </a:lnTo>
                  <a:lnTo>
                    <a:pt x="6545245" y="729"/>
                  </a:lnTo>
                  <a:lnTo>
                    <a:pt x="6528878" y="193"/>
                  </a:lnTo>
                  <a:lnTo>
                    <a:pt x="6523016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04" y="63"/>
                  </a:lnTo>
                  <a:lnTo>
                    <a:pt x="5519519" y="515"/>
                  </a:lnTo>
                  <a:lnTo>
                    <a:pt x="5502032" y="1762"/>
                  </a:lnTo>
                  <a:lnTo>
                    <a:pt x="5470439" y="4222"/>
                  </a:lnTo>
                  <a:lnTo>
                    <a:pt x="5422681" y="8292"/>
                  </a:lnTo>
                  <a:lnTo>
                    <a:pt x="5358295" y="14317"/>
                  </a:lnTo>
                  <a:lnTo>
                    <a:pt x="5278388" y="22562"/>
                  </a:lnTo>
                  <a:lnTo>
                    <a:pt x="5185396" y="33196"/>
                  </a:lnTo>
                  <a:lnTo>
                    <a:pt x="5082653" y="46292"/>
                  </a:lnTo>
                  <a:lnTo>
                    <a:pt x="4973875" y="61850"/>
                  </a:lnTo>
                  <a:lnTo>
                    <a:pt x="4862680" y="79829"/>
                  </a:lnTo>
                  <a:lnTo>
                    <a:pt x="4752224" y="100181"/>
                  </a:lnTo>
                  <a:lnTo>
                    <a:pt x="4644998" y="122879"/>
                  </a:lnTo>
                  <a:lnTo>
                    <a:pt x="4542764" y="147947"/>
                  </a:lnTo>
                  <a:lnTo>
                    <a:pt x="4446606" y="175470"/>
                  </a:lnTo>
                  <a:lnTo>
                    <a:pt x="4357034" y="205604"/>
                  </a:lnTo>
                  <a:lnTo>
                    <a:pt x="4274109" y="238577"/>
                  </a:lnTo>
                  <a:lnTo>
                    <a:pt x="4197567" y="274691"/>
                  </a:lnTo>
                  <a:lnTo>
                    <a:pt x="4126926" y="314309"/>
                  </a:lnTo>
                  <a:lnTo>
                    <a:pt x="4061568" y="357848"/>
                  </a:lnTo>
                  <a:lnTo>
                    <a:pt x="4000801" y="405759"/>
                  </a:lnTo>
                  <a:lnTo>
                    <a:pt x="3943912" y="458491"/>
                  </a:lnTo>
                  <a:lnTo>
                    <a:pt x="3890198" y="516444"/>
                  </a:lnTo>
                  <a:lnTo>
                    <a:pt x="3839009" y="579880"/>
                  </a:lnTo>
                  <a:lnTo>
                    <a:pt x="3820202" y="605293"/>
                  </a:lnTo>
                  <a:lnTo>
                    <a:pt x="3780019" y="663433"/>
                  </a:lnTo>
                  <a:lnTo>
                    <a:pt x="3740766" y="725381"/>
                  </a:lnTo>
                  <a:lnTo>
                    <a:pt x="3702216" y="791213"/>
                  </a:lnTo>
                  <a:lnTo>
                    <a:pt x="3664183" y="860959"/>
                  </a:lnTo>
                  <a:lnTo>
                    <a:pt x="3626514" y="934595"/>
                  </a:lnTo>
                  <a:lnTo>
                    <a:pt x="3589084" y="1012040"/>
                  </a:lnTo>
                  <a:lnTo>
                    <a:pt x="3551796" y="1093152"/>
                  </a:lnTo>
                  <a:lnTo>
                    <a:pt x="3514575" y="1177723"/>
                  </a:lnTo>
                  <a:lnTo>
                    <a:pt x="3477366" y="1265481"/>
                  </a:lnTo>
                  <a:lnTo>
                    <a:pt x="3440133" y="1356093"/>
                  </a:lnTo>
                  <a:lnTo>
                    <a:pt x="3402856" y="1449166"/>
                  </a:lnTo>
                  <a:lnTo>
                    <a:pt x="3365529" y="1544251"/>
                  </a:lnTo>
                  <a:lnTo>
                    <a:pt x="3328155" y="1640858"/>
                  </a:lnTo>
                  <a:lnTo>
                    <a:pt x="3290748" y="1738458"/>
                  </a:lnTo>
                  <a:lnTo>
                    <a:pt x="3253324" y="1836501"/>
                  </a:lnTo>
                  <a:lnTo>
                    <a:pt x="3215905" y="1934426"/>
                  </a:lnTo>
                  <a:lnTo>
                    <a:pt x="3178510" y="2031674"/>
                  </a:lnTo>
                  <a:lnTo>
                    <a:pt x="3141155" y="2127703"/>
                  </a:lnTo>
                  <a:lnTo>
                    <a:pt x="3103849" y="2222000"/>
                  </a:lnTo>
                  <a:lnTo>
                    <a:pt x="3066592" y="2314089"/>
                  </a:lnTo>
                  <a:lnTo>
                    <a:pt x="3029372" y="2403546"/>
                  </a:lnTo>
                  <a:lnTo>
                    <a:pt x="2992164" y="2490002"/>
                  </a:lnTo>
                  <a:lnTo>
                    <a:pt x="2954922" y="2573147"/>
                  </a:lnTo>
                  <a:lnTo>
                    <a:pt x="2917585" y="2652739"/>
                  </a:lnTo>
                  <a:lnTo>
                    <a:pt x="2880068" y="2728596"/>
                  </a:lnTo>
                  <a:lnTo>
                    <a:pt x="2842262" y="2800603"/>
                  </a:lnTo>
                  <a:lnTo>
                    <a:pt x="2804033" y="2868703"/>
                  </a:lnTo>
                  <a:lnTo>
                    <a:pt x="2765212" y="2932895"/>
                  </a:lnTo>
                  <a:lnTo>
                    <a:pt x="2725598" y="2993230"/>
                  </a:lnTo>
                  <a:lnTo>
                    <a:pt x="2702183" y="3026466"/>
                  </a:lnTo>
                  <a:lnTo>
                    <a:pt x="2651794" y="3091994"/>
                  </a:lnTo>
                  <a:lnTo>
                    <a:pt x="2599108" y="3151999"/>
                  </a:lnTo>
                  <a:lnTo>
                    <a:pt x="2543499" y="3206663"/>
                  </a:lnTo>
                  <a:lnTo>
                    <a:pt x="2484282" y="3256344"/>
                  </a:lnTo>
                  <a:lnTo>
                    <a:pt x="2420742" y="3301482"/>
                  </a:lnTo>
                  <a:lnTo>
                    <a:pt x="2352175" y="3342530"/>
                  </a:lnTo>
                  <a:lnTo>
                    <a:pt x="2277928" y="3379922"/>
                  </a:lnTo>
                  <a:lnTo>
                    <a:pt x="2197460" y="3414043"/>
                  </a:lnTo>
                  <a:lnTo>
                    <a:pt x="2110413" y="3445219"/>
                  </a:lnTo>
                  <a:lnTo>
                    <a:pt x="2016711" y="3473706"/>
                  </a:lnTo>
                  <a:lnTo>
                    <a:pt x="1916680" y="3499688"/>
                  </a:lnTo>
                  <a:lnTo>
                    <a:pt x="1811171" y="3523276"/>
                  </a:lnTo>
                  <a:lnTo>
                    <a:pt x="1701682" y="3544515"/>
                  </a:lnTo>
                  <a:lnTo>
                    <a:pt x="1590429" y="3563396"/>
                  </a:lnTo>
                  <a:lnTo>
                    <a:pt x="1480331" y="3579875"/>
                  </a:lnTo>
                  <a:lnTo>
                    <a:pt x="1374866" y="3593904"/>
                  </a:lnTo>
                  <a:lnTo>
                    <a:pt x="1277765" y="3605464"/>
                  </a:lnTo>
                  <a:lnTo>
                    <a:pt x="1192568" y="3614598"/>
                  </a:lnTo>
                  <a:lnTo>
                    <a:pt x="1122107" y="3621436"/>
                  </a:lnTo>
                  <a:lnTo>
                    <a:pt x="1068033" y="3626208"/>
                  </a:lnTo>
                  <a:lnTo>
                    <a:pt x="1030489" y="3629231"/>
                  </a:lnTo>
                  <a:lnTo>
                    <a:pt x="1008009" y="3630888"/>
                  </a:lnTo>
                  <a:lnTo>
                    <a:pt x="997613" y="3631592"/>
                  </a:lnTo>
                  <a:lnTo>
                    <a:pt x="994940" y="3631759"/>
                  </a:lnTo>
                  <a:lnTo>
                    <a:pt x="0" y="3631759"/>
                  </a:lnTo>
                  <a:close/>
                </a:path>
              </a:pathLst>
            </a:custGeom>
            <a:solidFill>
              <a:srgbClr val="26C6D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36" name="pl1935"/>
            <p:cNvSpPr/>
            <p:nvPr/>
          </p:nvSpPr>
          <p:spPr>
            <a:xfrm>
              <a:off x="1199187" y="2431489"/>
              <a:ext cx="12049831" cy="3631759"/>
            </a:xfrm>
            <a:custGeom>
              <a:avLst/>
              <a:pathLst>
                <a:path w="12049831" h="3631759">
                  <a:moveTo>
                    <a:pt x="0" y="3631759"/>
                  </a:moveTo>
                  <a:lnTo>
                    <a:pt x="994940" y="3631759"/>
                  </a:lnTo>
                  <a:lnTo>
                    <a:pt x="995981" y="3631695"/>
                  </a:lnTo>
                  <a:lnTo>
                    <a:pt x="1002866" y="3631244"/>
                  </a:lnTo>
                  <a:lnTo>
                    <a:pt x="1020353" y="3629996"/>
                  </a:lnTo>
                  <a:lnTo>
                    <a:pt x="1051946" y="3627536"/>
                  </a:lnTo>
                  <a:lnTo>
                    <a:pt x="1099704" y="3623467"/>
                  </a:lnTo>
                  <a:lnTo>
                    <a:pt x="1164090" y="3617442"/>
                  </a:lnTo>
                  <a:lnTo>
                    <a:pt x="1243997" y="3609196"/>
                  </a:lnTo>
                  <a:lnTo>
                    <a:pt x="1336989" y="3598562"/>
                  </a:lnTo>
                  <a:lnTo>
                    <a:pt x="1439732" y="3585467"/>
                  </a:lnTo>
                  <a:lnTo>
                    <a:pt x="1548510" y="3569908"/>
                  </a:lnTo>
                  <a:lnTo>
                    <a:pt x="1659705" y="3551929"/>
                  </a:lnTo>
                  <a:lnTo>
                    <a:pt x="1770161" y="3531578"/>
                  </a:lnTo>
                  <a:lnTo>
                    <a:pt x="1877387" y="3508879"/>
                  </a:lnTo>
                  <a:lnTo>
                    <a:pt x="1979621" y="3483811"/>
                  </a:lnTo>
                  <a:lnTo>
                    <a:pt x="2075779" y="3456288"/>
                  </a:lnTo>
                  <a:lnTo>
                    <a:pt x="2165351" y="3426155"/>
                  </a:lnTo>
                  <a:lnTo>
                    <a:pt x="2248276" y="3393181"/>
                  </a:lnTo>
                  <a:lnTo>
                    <a:pt x="2324818" y="3357068"/>
                  </a:lnTo>
                  <a:lnTo>
                    <a:pt x="2395459" y="3317450"/>
                  </a:lnTo>
                  <a:lnTo>
                    <a:pt x="2460817" y="3273911"/>
                  </a:lnTo>
                  <a:lnTo>
                    <a:pt x="2521584" y="3226000"/>
                  </a:lnTo>
                  <a:lnTo>
                    <a:pt x="2578473" y="3173267"/>
                  </a:lnTo>
                  <a:lnTo>
                    <a:pt x="2632187" y="3115314"/>
                  </a:lnTo>
                  <a:lnTo>
                    <a:pt x="2683376" y="3051878"/>
                  </a:lnTo>
                  <a:lnTo>
                    <a:pt x="2702183" y="3026466"/>
                  </a:lnTo>
                  <a:lnTo>
                    <a:pt x="2742366" y="2968325"/>
                  </a:lnTo>
                  <a:lnTo>
                    <a:pt x="2781619" y="2906378"/>
                  </a:lnTo>
                  <a:lnTo>
                    <a:pt x="2820169" y="2840546"/>
                  </a:lnTo>
                  <a:lnTo>
                    <a:pt x="2858202" y="2770800"/>
                  </a:lnTo>
                  <a:lnTo>
                    <a:pt x="2895871" y="2697163"/>
                  </a:lnTo>
                  <a:lnTo>
                    <a:pt x="2933301" y="2619718"/>
                  </a:lnTo>
                  <a:lnTo>
                    <a:pt x="2970589" y="2538606"/>
                  </a:lnTo>
                  <a:lnTo>
                    <a:pt x="3007810" y="2454036"/>
                  </a:lnTo>
                  <a:lnTo>
                    <a:pt x="3045019" y="2366277"/>
                  </a:lnTo>
                  <a:lnTo>
                    <a:pt x="3082252" y="2275665"/>
                  </a:lnTo>
                  <a:lnTo>
                    <a:pt x="3119529" y="2182593"/>
                  </a:lnTo>
                  <a:lnTo>
                    <a:pt x="3156856" y="2087507"/>
                  </a:lnTo>
                  <a:lnTo>
                    <a:pt x="3194230" y="1990901"/>
                  </a:lnTo>
                  <a:lnTo>
                    <a:pt x="3231637" y="1893301"/>
                  </a:lnTo>
                  <a:lnTo>
                    <a:pt x="3269061" y="1795258"/>
                  </a:lnTo>
                  <a:lnTo>
                    <a:pt x="3306480" y="1697333"/>
                  </a:lnTo>
                  <a:lnTo>
                    <a:pt x="3343875" y="1600084"/>
                  </a:lnTo>
                  <a:lnTo>
                    <a:pt x="3381230" y="1504055"/>
                  </a:lnTo>
                  <a:lnTo>
                    <a:pt x="3418536" y="1409758"/>
                  </a:lnTo>
                  <a:lnTo>
                    <a:pt x="3455793" y="1317669"/>
                  </a:lnTo>
                  <a:lnTo>
                    <a:pt x="3493013" y="1228212"/>
                  </a:lnTo>
                  <a:lnTo>
                    <a:pt x="3530221" y="1141757"/>
                  </a:lnTo>
                  <a:lnTo>
                    <a:pt x="3567463" y="1058611"/>
                  </a:lnTo>
                  <a:lnTo>
                    <a:pt x="3604800" y="979020"/>
                  </a:lnTo>
                  <a:lnTo>
                    <a:pt x="3642317" y="903162"/>
                  </a:lnTo>
                  <a:lnTo>
                    <a:pt x="3680123" y="831155"/>
                  </a:lnTo>
                  <a:lnTo>
                    <a:pt x="3718352" y="763055"/>
                  </a:lnTo>
                  <a:lnTo>
                    <a:pt x="3757173" y="698863"/>
                  </a:lnTo>
                  <a:lnTo>
                    <a:pt x="3796787" y="638529"/>
                  </a:lnTo>
                  <a:lnTo>
                    <a:pt x="3820202" y="605293"/>
                  </a:lnTo>
                  <a:lnTo>
                    <a:pt x="3870591" y="539764"/>
                  </a:lnTo>
                  <a:lnTo>
                    <a:pt x="3923277" y="479759"/>
                  </a:lnTo>
                  <a:lnTo>
                    <a:pt x="3978886" y="425096"/>
                  </a:lnTo>
                  <a:lnTo>
                    <a:pt x="4038103" y="375414"/>
                  </a:lnTo>
                  <a:lnTo>
                    <a:pt x="4101643" y="330277"/>
                  </a:lnTo>
                  <a:lnTo>
                    <a:pt x="4170210" y="289228"/>
                  </a:lnTo>
                  <a:lnTo>
                    <a:pt x="4244457" y="251837"/>
                  </a:lnTo>
                  <a:lnTo>
                    <a:pt x="4324925" y="217716"/>
                  </a:lnTo>
                  <a:lnTo>
                    <a:pt x="4411972" y="186540"/>
                  </a:lnTo>
                  <a:lnTo>
                    <a:pt x="4505674" y="158053"/>
                  </a:lnTo>
                  <a:lnTo>
                    <a:pt x="4605705" y="132071"/>
                  </a:lnTo>
                  <a:lnTo>
                    <a:pt x="4711214" y="108483"/>
                  </a:lnTo>
                  <a:lnTo>
                    <a:pt x="4820703" y="87243"/>
                  </a:lnTo>
                  <a:lnTo>
                    <a:pt x="4931956" y="68363"/>
                  </a:lnTo>
                  <a:lnTo>
                    <a:pt x="5042054" y="51883"/>
                  </a:lnTo>
                  <a:lnTo>
                    <a:pt x="5147519" y="37854"/>
                  </a:lnTo>
                  <a:lnTo>
                    <a:pt x="5244620" y="26294"/>
                  </a:lnTo>
                  <a:lnTo>
                    <a:pt x="5329817" y="17161"/>
                  </a:lnTo>
                  <a:lnTo>
                    <a:pt x="5400278" y="10322"/>
                  </a:lnTo>
                  <a:lnTo>
                    <a:pt x="5454352" y="5551"/>
                  </a:lnTo>
                  <a:lnTo>
                    <a:pt x="5491896" y="2527"/>
                  </a:lnTo>
                  <a:lnTo>
                    <a:pt x="5514376" y="870"/>
                  </a:lnTo>
                  <a:lnTo>
                    <a:pt x="5524772" y="166"/>
                  </a:lnTo>
                  <a:lnTo>
                    <a:pt x="5527387" y="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0" y="31"/>
                  </a:lnTo>
                  <a:lnTo>
                    <a:pt x="6530857" y="255"/>
                  </a:lnTo>
                  <a:lnTo>
                    <a:pt x="6549510" y="875"/>
                  </a:lnTo>
                  <a:lnTo>
                    <a:pt x="6583127" y="2096"/>
                  </a:lnTo>
                  <a:lnTo>
                    <a:pt x="6633778" y="4115"/>
                  </a:lnTo>
                  <a:lnTo>
                    <a:pt x="6701778" y="7099"/>
                  </a:lnTo>
                  <a:lnTo>
                    <a:pt x="6785743" y="11174"/>
                  </a:lnTo>
                  <a:lnTo>
                    <a:pt x="6882887" y="16416"/>
                  </a:lnTo>
                  <a:lnTo>
                    <a:pt x="6989530" y="22854"/>
                  </a:lnTo>
                  <a:lnTo>
                    <a:pt x="7101678" y="30483"/>
                  </a:lnTo>
                  <a:lnTo>
                    <a:pt x="7215537" y="39280"/>
                  </a:lnTo>
                  <a:lnTo>
                    <a:pt x="7327889" y="49223"/>
                  </a:lnTo>
                  <a:lnTo>
                    <a:pt x="7436273" y="60305"/>
                  </a:lnTo>
                  <a:lnTo>
                    <a:pt x="7539019" y="72545"/>
                  </a:lnTo>
                  <a:lnTo>
                    <a:pt x="7635172" y="85996"/>
                  </a:lnTo>
                  <a:lnTo>
                    <a:pt x="7724364" y="100749"/>
                  </a:lnTo>
                  <a:lnTo>
                    <a:pt x="7806667" y="116928"/>
                  </a:lnTo>
                  <a:lnTo>
                    <a:pt x="7882465" y="134697"/>
                  </a:lnTo>
                  <a:lnTo>
                    <a:pt x="7952343" y="154248"/>
                  </a:lnTo>
                  <a:lnTo>
                    <a:pt x="8017003" y="175795"/>
                  </a:lnTo>
                  <a:lnTo>
                    <a:pt x="8077203" y="199565"/>
                  </a:lnTo>
                  <a:lnTo>
                    <a:pt x="8133705" y="225772"/>
                  </a:lnTo>
                  <a:lnTo>
                    <a:pt x="8187239" y="254587"/>
                  </a:lnTo>
                  <a:lnTo>
                    <a:pt x="8229629" y="280373"/>
                  </a:lnTo>
                  <a:lnTo>
                    <a:pt x="8281584" y="315661"/>
                  </a:lnTo>
                  <a:lnTo>
                    <a:pt x="8332091" y="353937"/>
                  </a:lnTo>
                  <a:lnTo>
                    <a:pt x="8381603" y="395260"/>
                  </a:lnTo>
                  <a:lnTo>
                    <a:pt x="8430476" y="439619"/>
                  </a:lnTo>
                  <a:lnTo>
                    <a:pt x="8478977" y="486930"/>
                  </a:lnTo>
                  <a:lnTo>
                    <a:pt x="8527304" y="537024"/>
                  </a:lnTo>
                  <a:lnTo>
                    <a:pt x="8575591" y="589652"/>
                  </a:lnTo>
                  <a:lnTo>
                    <a:pt x="8623921" y="644479"/>
                  </a:lnTo>
                  <a:lnTo>
                    <a:pt x="8672330" y="701095"/>
                  </a:lnTo>
                  <a:lnTo>
                    <a:pt x="8720821" y="759022"/>
                  </a:lnTo>
                  <a:lnTo>
                    <a:pt x="8769368" y="817732"/>
                  </a:lnTo>
                  <a:lnTo>
                    <a:pt x="8817933" y="876668"/>
                  </a:lnTo>
                  <a:lnTo>
                    <a:pt x="8866472" y="935262"/>
                  </a:lnTo>
                  <a:lnTo>
                    <a:pt x="8914947" y="992959"/>
                  </a:lnTo>
                  <a:lnTo>
                    <a:pt x="8963338" y="1049243"/>
                  </a:lnTo>
                  <a:lnTo>
                    <a:pt x="9011655" y="1103647"/>
                  </a:lnTo>
                  <a:lnTo>
                    <a:pt x="9059943" y="1155777"/>
                  </a:lnTo>
                  <a:lnTo>
                    <a:pt x="9108292" y="1205315"/>
                  </a:lnTo>
                  <a:lnTo>
                    <a:pt x="9156852" y="1252026"/>
                  </a:lnTo>
                  <a:lnTo>
                    <a:pt x="9205832" y="1295763"/>
                  </a:lnTo>
                  <a:lnTo>
                    <a:pt x="9255518" y="1336456"/>
                  </a:lnTo>
                  <a:lnTo>
                    <a:pt x="9306282" y="1374108"/>
                  </a:lnTo>
                  <a:lnTo>
                    <a:pt x="9347647" y="1401869"/>
                  </a:lnTo>
                  <a:lnTo>
                    <a:pt x="9399231" y="1432896"/>
                  </a:lnTo>
                  <a:lnTo>
                    <a:pt x="9453235" y="1461246"/>
                  </a:lnTo>
                  <a:lnTo>
                    <a:pt x="9510330" y="1487012"/>
                  </a:lnTo>
                  <a:lnTo>
                    <a:pt x="9571256" y="1510376"/>
                  </a:lnTo>
                  <a:lnTo>
                    <a:pt x="9636777" y="1531558"/>
                  </a:lnTo>
                  <a:lnTo>
                    <a:pt x="9707643" y="1550781"/>
                  </a:lnTo>
                  <a:lnTo>
                    <a:pt x="9784543" y="1568258"/>
                  </a:lnTo>
                  <a:lnTo>
                    <a:pt x="9868032" y="1584177"/>
                  </a:lnTo>
                  <a:lnTo>
                    <a:pt x="9958449" y="1598693"/>
                  </a:lnTo>
                  <a:lnTo>
                    <a:pt x="10055798" y="1611927"/>
                  </a:lnTo>
                  <a:lnTo>
                    <a:pt x="10159620" y="1623961"/>
                  </a:lnTo>
                  <a:lnTo>
                    <a:pt x="10268841" y="1634843"/>
                  </a:lnTo>
                  <a:lnTo>
                    <a:pt x="10381657" y="1644586"/>
                  </a:lnTo>
                  <a:lnTo>
                    <a:pt x="10495469" y="1653181"/>
                  </a:lnTo>
                  <a:lnTo>
                    <a:pt x="10606938" y="1660603"/>
                  </a:lnTo>
                  <a:lnTo>
                    <a:pt x="10712205" y="1666831"/>
                  </a:lnTo>
                  <a:lnTo>
                    <a:pt x="10807288" y="1671865"/>
                  </a:lnTo>
                  <a:lnTo>
                    <a:pt x="10888623" y="1675742"/>
                  </a:lnTo>
                  <a:lnTo>
                    <a:pt x="10953639" y="1678546"/>
                  </a:lnTo>
                  <a:lnTo>
                    <a:pt x="11001233" y="1680412"/>
                  </a:lnTo>
                  <a:lnTo>
                    <a:pt x="11032031" y="1681514"/>
                  </a:lnTo>
                  <a:lnTo>
                    <a:pt x="11048398" y="1682049"/>
                  </a:lnTo>
                  <a:lnTo>
                    <a:pt x="11054260" y="1682225"/>
                  </a:lnTo>
                  <a:lnTo>
                    <a:pt x="11054891" y="1682243"/>
                  </a:lnTo>
                  <a:lnTo>
                    <a:pt x="12049831" y="1682243"/>
                  </a:lnTo>
                  <a:lnTo>
                    <a:pt x="12049831" y="16822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7" name="pl1936"/>
            <p:cNvSpPr/>
            <p:nvPr/>
          </p:nvSpPr>
          <p:spPr>
            <a:xfrm>
              <a:off x="1199187" y="2426249"/>
              <a:ext cx="12049831" cy="3631759"/>
            </a:xfrm>
            <a:custGeom>
              <a:avLst/>
              <a:pathLst>
                <a:path w="12049831" h="3631759">
                  <a:moveTo>
                    <a:pt x="12049831" y="1682243"/>
                  </a:moveTo>
                  <a:lnTo>
                    <a:pt x="11054891" y="1682243"/>
                  </a:lnTo>
                  <a:lnTo>
                    <a:pt x="11053777" y="1682212"/>
                  </a:lnTo>
                  <a:lnTo>
                    <a:pt x="11046420" y="1681987"/>
                  </a:lnTo>
                  <a:lnTo>
                    <a:pt x="11027767" y="1681368"/>
                  </a:lnTo>
                  <a:lnTo>
                    <a:pt x="10994150" y="1680146"/>
                  </a:lnTo>
                  <a:lnTo>
                    <a:pt x="10943499" y="1678127"/>
                  </a:lnTo>
                  <a:lnTo>
                    <a:pt x="10875498" y="1675143"/>
                  </a:lnTo>
                  <a:lnTo>
                    <a:pt x="10791534" y="1671068"/>
                  </a:lnTo>
                  <a:lnTo>
                    <a:pt x="10694390" y="1665826"/>
                  </a:lnTo>
                  <a:lnTo>
                    <a:pt x="10587746" y="1659388"/>
                  </a:lnTo>
                  <a:lnTo>
                    <a:pt x="10475599" y="1651759"/>
                  </a:lnTo>
                  <a:lnTo>
                    <a:pt x="10361739" y="1642962"/>
                  </a:lnTo>
                  <a:lnTo>
                    <a:pt x="10249387" y="1633019"/>
                  </a:lnTo>
                  <a:lnTo>
                    <a:pt x="10141004" y="1621937"/>
                  </a:lnTo>
                  <a:lnTo>
                    <a:pt x="10038258" y="1609697"/>
                  </a:lnTo>
                  <a:lnTo>
                    <a:pt x="9942104" y="1596246"/>
                  </a:lnTo>
                  <a:lnTo>
                    <a:pt x="9852912" y="1581494"/>
                  </a:lnTo>
                  <a:lnTo>
                    <a:pt x="9770609" y="1565314"/>
                  </a:lnTo>
                  <a:lnTo>
                    <a:pt x="9694811" y="1547545"/>
                  </a:lnTo>
                  <a:lnTo>
                    <a:pt x="9624934" y="1527995"/>
                  </a:lnTo>
                  <a:lnTo>
                    <a:pt x="9560273" y="1506448"/>
                  </a:lnTo>
                  <a:lnTo>
                    <a:pt x="9500074" y="1482678"/>
                  </a:lnTo>
                  <a:lnTo>
                    <a:pt x="9443572" y="1456471"/>
                  </a:lnTo>
                  <a:lnTo>
                    <a:pt x="9390038" y="1427655"/>
                  </a:lnTo>
                  <a:lnTo>
                    <a:pt x="9347647" y="1401869"/>
                  </a:lnTo>
                  <a:lnTo>
                    <a:pt x="9295692" y="1366582"/>
                  </a:lnTo>
                  <a:lnTo>
                    <a:pt x="9245186" y="1328305"/>
                  </a:lnTo>
                  <a:lnTo>
                    <a:pt x="9195673" y="1286982"/>
                  </a:lnTo>
                  <a:lnTo>
                    <a:pt x="9146801" y="1242623"/>
                  </a:lnTo>
                  <a:lnTo>
                    <a:pt x="9098300" y="1195313"/>
                  </a:lnTo>
                  <a:lnTo>
                    <a:pt x="9049973" y="1145218"/>
                  </a:lnTo>
                  <a:lnTo>
                    <a:pt x="9001685" y="1092591"/>
                  </a:lnTo>
                  <a:lnTo>
                    <a:pt x="8953355" y="1037763"/>
                  </a:lnTo>
                  <a:lnTo>
                    <a:pt x="8904946" y="981148"/>
                  </a:lnTo>
                  <a:lnTo>
                    <a:pt x="8856456" y="923221"/>
                  </a:lnTo>
                  <a:lnTo>
                    <a:pt x="8807908" y="864510"/>
                  </a:lnTo>
                  <a:lnTo>
                    <a:pt x="8759343" y="805575"/>
                  </a:lnTo>
                  <a:lnTo>
                    <a:pt x="8710805" y="746981"/>
                  </a:lnTo>
                  <a:lnTo>
                    <a:pt x="8662330" y="689283"/>
                  </a:lnTo>
                  <a:lnTo>
                    <a:pt x="8613938" y="633000"/>
                  </a:lnTo>
                  <a:lnTo>
                    <a:pt x="8565621" y="578595"/>
                  </a:lnTo>
                  <a:lnTo>
                    <a:pt x="8517334" y="526466"/>
                  </a:lnTo>
                  <a:lnTo>
                    <a:pt x="8468984" y="476928"/>
                  </a:lnTo>
                  <a:lnTo>
                    <a:pt x="8420425" y="430216"/>
                  </a:lnTo>
                  <a:lnTo>
                    <a:pt x="8371445" y="386479"/>
                  </a:lnTo>
                  <a:lnTo>
                    <a:pt x="8321759" y="345787"/>
                  </a:lnTo>
                  <a:lnTo>
                    <a:pt x="8270994" y="308134"/>
                  </a:lnTo>
                  <a:lnTo>
                    <a:pt x="8229629" y="280373"/>
                  </a:lnTo>
                  <a:lnTo>
                    <a:pt x="8178045" y="249346"/>
                  </a:lnTo>
                  <a:lnTo>
                    <a:pt x="8124042" y="220997"/>
                  </a:lnTo>
                  <a:lnTo>
                    <a:pt x="8066946" y="195230"/>
                  </a:lnTo>
                  <a:lnTo>
                    <a:pt x="8006021" y="171866"/>
                  </a:lnTo>
                  <a:lnTo>
                    <a:pt x="7940500" y="150685"/>
                  </a:lnTo>
                  <a:lnTo>
                    <a:pt x="7869633" y="131462"/>
                  </a:lnTo>
                  <a:lnTo>
                    <a:pt x="7792734" y="113984"/>
                  </a:lnTo>
                  <a:lnTo>
                    <a:pt x="7709245" y="98065"/>
                  </a:lnTo>
                  <a:lnTo>
                    <a:pt x="7618828" y="83549"/>
                  </a:lnTo>
                  <a:lnTo>
                    <a:pt x="7521478" y="70315"/>
                  </a:lnTo>
                  <a:lnTo>
                    <a:pt x="7417657" y="58281"/>
                  </a:lnTo>
                  <a:lnTo>
                    <a:pt x="7308435" y="47400"/>
                  </a:lnTo>
                  <a:lnTo>
                    <a:pt x="7195619" y="37656"/>
                  </a:lnTo>
                  <a:lnTo>
                    <a:pt x="7081807" y="29062"/>
                  </a:lnTo>
                  <a:lnTo>
                    <a:pt x="6970339" y="21640"/>
                  </a:lnTo>
                  <a:lnTo>
                    <a:pt x="6865072" y="15412"/>
                  </a:lnTo>
                  <a:lnTo>
                    <a:pt x="6769989" y="10378"/>
                  </a:lnTo>
                  <a:lnTo>
                    <a:pt x="6688653" y="6501"/>
                  </a:lnTo>
                  <a:lnTo>
                    <a:pt x="6623637" y="3696"/>
                  </a:lnTo>
                  <a:lnTo>
                    <a:pt x="6576044" y="1830"/>
                  </a:lnTo>
                  <a:lnTo>
                    <a:pt x="6545245" y="729"/>
                  </a:lnTo>
                  <a:lnTo>
                    <a:pt x="6528878" y="193"/>
                  </a:lnTo>
                  <a:lnTo>
                    <a:pt x="6523016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04" y="63"/>
                  </a:lnTo>
                  <a:lnTo>
                    <a:pt x="5519519" y="515"/>
                  </a:lnTo>
                  <a:lnTo>
                    <a:pt x="5502032" y="1762"/>
                  </a:lnTo>
                  <a:lnTo>
                    <a:pt x="5470439" y="4222"/>
                  </a:lnTo>
                  <a:lnTo>
                    <a:pt x="5422681" y="8292"/>
                  </a:lnTo>
                  <a:lnTo>
                    <a:pt x="5358295" y="14317"/>
                  </a:lnTo>
                  <a:lnTo>
                    <a:pt x="5278388" y="22562"/>
                  </a:lnTo>
                  <a:lnTo>
                    <a:pt x="5185396" y="33196"/>
                  </a:lnTo>
                  <a:lnTo>
                    <a:pt x="5082653" y="46292"/>
                  </a:lnTo>
                  <a:lnTo>
                    <a:pt x="4973875" y="61850"/>
                  </a:lnTo>
                  <a:lnTo>
                    <a:pt x="4862680" y="79829"/>
                  </a:lnTo>
                  <a:lnTo>
                    <a:pt x="4752224" y="100181"/>
                  </a:lnTo>
                  <a:lnTo>
                    <a:pt x="4644998" y="122879"/>
                  </a:lnTo>
                  <a:lnTo>
                    <a:pt x="4542764" y="147947"/>
                  </a:lnTo>
                  <a:lnTo>
                    <a:pt x="4446606" y="175470"/>
                  </a:lnTo>
                  <a:lnTo>
                    <a:pt x="4357034" y="205604"/>
                  </a:lnTo>
                  <a:lnTo>
                    <a:pt x="4274109" y="238577"/>
                  </a:lnTo>
                  <a:lnTo>
                    <a:pt x="4197567" y="274691"/>
                  </a:lnTo>
                  <a:lnTo>
                    <a:pt x="4126926" y="314309"/>
                  </a:lnTo>
                  <a:lnTo>
                    <a:pt x="4061568" y="357848"/>
                  </a:lnTo>
                  <a:lnTo>
                    <a:pt x="4000801" y="405759"/>
                  </a:lnTo>
                  <a:lnTo>
                    <a:pt x="3943912" y="458491"/>
                  </a:lnTo>
                  <a:lnTo>
                    <a:pt x="3890198" y="516444"/>
                  </a:lnTo>
                  <a:lnTo>
                    <a:pt x="3839009" y="579880"/>
                  </a:lnTo>
                  <a:lnTo>
                    <a:pt x="3820202" y="605293"/>
                  </a:lnTo>
                  <a:lnTo>
                    <a:pt x="3780019" y="663433"/>
                  </a:lnTo>
                  <a:lnTo>
                    <a:pt x="3740766" y="725381"/>
                  </a:lnTo>
                  <a:lnTo>
                    <a:pt x="3702216" y="791213"/>
                  </a:lnTo>
                  <a:lnTo>
                    <a:pt x="3664183" y="860959"/>
                  </a:lnTo>
                  <a:lnTo>
                    <a:pt x="3626514" y="934595"/>
                  </a:lnTo>
                  <a:lnTo>
                    <a:pt x="3589084" y="1012040"/>
                  </a:lnTo>
                  <a:lnTo>
                    <a:pt x="3551796" y="1093152"/>
                  </a:lnTo>
                  <a:lnTo>
                    <a:pt x="3514575" y="1177723"/>
                  </a:lnTo>
                  <a:lnTo>
                    <a:pt x="3477366" y="1265481"/>
                  </a:lnTo>
                  <a:lnTo>
                    <a:pt x="3440133" y="1356093"/>
                  </a:lnTo>
                  <a:lnTo>
                    <a:pt x="3402856" y="1449166"/>
                  </a:lnTo>
                  <a:lnTo>
                    <a:pt x="3365529" y="1544251"/>
                  </a:lnTo>
                  <a:lnTo>
                    <a:pt x="3328155" y="1640858"/>
                  </a:lnTo>
                  <a:lnTo>
                    <a:pt x="3290748" y="1738458"/>
                  </a:lnTo>
                  <a:lnTo>
                    <a:pt x="3253324" y="1836501"/>
                  </a:lnTo>
                  <a:lnTo>
                    <a:pt x="3215905" y="1934426"/>
                  </a:lnTo>
                  <a:lnTo>
                    <a:pt x="3178510" y="2031674"/>
                  </a:lnTo>
                  <a:lnTo>
                    <a:pt x="3141155" y="2127703"/>
                  </a:lnTo>
                  <a:lnTo>
                    <a:pt x="3103849" y="2222000"/>
                  </a:lnTo>
                  <a:lnTo>
                    <a:pt x="3066592" y="2314089"/>
                  </a:lnTo>
                  <a:lnTo>
                    <a:pt x="3029372" y="2403546"/>
                  </a:lnTo>
                  <a:lnTo>
                    <a:pt x="2992164" y="2490002"/>
                  </a:lnTo>
                  <a:lnTo>
                    <a:pt x="2954922" y="2573147"/>
                  </a:lnTo>
                  <a:lnTo>
                    <a:pt x="2917585" y="2652739"/>
                  </a:lnTo>
                  <a:lnTo>
                    <a:pt x="2880068" y="2728596"/>
                  </a:lnTo>
                  <a:lnTo>
                    <a:pt x="2842262" y="2800603"/>
                  </a:lnTo>
                  <a:lnTo>
                    <a:pt x="2804033" y="2868703"/>
                  </a:lnTo>
                  <a:lnTo>
                    <a:pt x="2765212" y="2932895"/>
                  </a:lnTo>
                  <a:lnTo>
                    <a:pt x="2725598" y="2993230"/>
                  </a:lnTo>
                  <a:lnTo>
                    <a:pt x="2702183" y="3026466"/>
                  </a:lnTo>
                  <a:lnTo>
                    <a:pt x="2651794" y="3091994"/>
                  </a:lnTo>
                  <a:lnTo>
                    <a:pt x="2599108" y="3151999"/>
                  </a:lnTo>
                  <a:lnTo>
                    <a:pt x="2543499" y="3206663"/>
                  </a:lnTo>
                  <a:lnTo>
                    <a:pt x="2484282" y="3256344"/>
                  </a:lnTo>
                  <a:lnTo>
                    <a:pt x="2420742" y="3301482"/>
                  </a:lnTo>
                  <a:lnTo>
                    <a:pt x="2352175" y="3342530"/>
                  </a:lnTo>
                  <a:lnTo>
                    <a:pt x="2277928" y="3379922"/>
                  </a:lnTo>
                  <a:lnTo>
                    <a:pt x="2197460" y="3414043"/>
                  </a:lnTo>
                  <a:lnTo>
                    <a:pt x="2110413" y="3445219"/>
                  </a:lnTo>
                  <a:lnTo>
                    <a:pt x="2016711" y="3473706"/>
                  </a:lnTo>
                  <a:lnTo>
                    <a:pt x="1916680" y="3499688"/>
                  </a:lnTo>
                  <a:lnTo>
                    <a:pt x="1811171" y="3523276"/>
                  </a:lnTo>
                  <a:lnTo>
                    <a:pt x="1701682" y="3544515"/>
                  </a:lnTo>
                  <a:lnTo>
                    <a:pt x="1590429" y="3563396"/>
                  </a:lnTo>
                  <a:lnTo>
                    <a:pt x="1480331" y="3579875"/>
                  </a:lnTo>
                  <a:lnTo>
                    <a:pt x="1374866" y="3593904"/>
                  </a:lnTo>
                  <a:lnTo>
                    <a:pt x="1277765" y="3605464"/>
                  </a:lnTo>
                  <a:lnTo>
                    <a:pt x="1192568" y="3614598"/>
                  </a:lnTo>
                  <a:lnTo>
                    <a:pt x="1122107" y="3621436"/>
                  </a:lnTo>
                  <a:lnTo>
                    <a:pt x="1068033" y="3626208"/>
                  </a:lnTo>
                  <a:lnTo>
                    <a:pt x="1030489" y="3629231"/>
                  </a:lnTo>
                  <a:lnTo>
                    <a:pt x="1008009" y="3630888"/>
                  </a:lnTo>
                  <a:lnTo>
                    <a:pt x="997613" y="3631592"/>
                  </a:lnTo>
                  <a:lnTo>
                    <a:pt x="994998" y="3631756"/>
                  </a:lnTo>
                  <a:lnTo>
                    <a:pt x="994940" y="3631759"/>
                  </a:lnTo>
                  <a:lnTo>
                    <a:pt x="0" y="3631759"/>
                  </a:lnTo>
                  <a:lnTo>
                    <a:pt x="0" y="36317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8" name="pg1937"/>
            <p:cNvSpPr/>
            <p:nvPr/>
          </p:nvSpPr>
          <p:spPr>
            <a:xfrm>
              <a:off x="1199187" y="6126136"/>
              <a:ext cx="12049831" cy="476897"/>
            </a:xfrm>
            <a:custGeom>
              <a:avLst/>
              <a:pathLst>
                <a:path w="12049831" h="476897">
                  <a:moveTo>
                    <a:pt x="0" y="5240"/>
                  </a:moveTo>
                  <a:lnTo>
                    <a:pt x="994940" y="5240"/>
                  </a:lnTo>
                  <a:lnTo>
                    <a:pt x="996074" y="5249"/>
                  </a:lnTo>
                  <a:lnTo>
                    <a:pt x="1003562" y="5313"/>
                  </a:lnTo>
                  <a:lnTo>
                    <a:pt x="1022539" y="5490"/>
                  </a:lnTo>
                  <a:lnTo>
                    <a:pt x="1056717" y="5839"/>
                  </a:lnTo>
                  <a:lnTo>
                    <a:pt x="1108165" y="6416"/>
                  </a:lnTo>
                  <a:lnTo>
                    <a:pt x="1177157" y="7267"/>
                  </a:lnTo>
                  <a:lnTo>
                    <a:pt x="1262227" y="8430"/>
                  </a:lnTo>
                  <a:lnTo>
                    <a:pt x="1360492" y="9924"/>
                  </a:lnTo>
                  <a:lnTo>
                    <a:pt x="1468177" y="11758"/>
                  </a:lnTo>
                  <a:lnTo>
                    <a:pt x="1581213" y="13929"/>
                  </a:lnTo>
                  <a:lnTo>
                    <a:pt x="1695762" y="16432"/>
                  </a:lnTo>
                  <a:lnTo>
                    <a:pt x="1808593" y="19259"/>
                  </a:lnTo>
                  <a:lnTo>
                    <a:pt x="1917256" y="22410"/>
                  </a:lnTo>
                  <a:lnTo>
                    <a:pt x="2020110" y="25891"/>
                  </a:lnTo>
                  <a:lnTo>
                    <a:pt x="2116238" y="29717"/>
                  </a:lnTo>
                  <a:lnTo>
                    <a:pt x="2205308" y="33915"/>
                  </a:lnTo>
                  <a:lnTo>
                    <a:pt x="2287432" y="38522"/>
                  </a:lnTo>
                  <a:lnTo>
                    <a:pt x="2363024" y="43586"/>
                  </a:lnTo>
                  <a:lnTo>
                    <a:pt x="2432698" y="49162"/>
                  </a:lnTo>
                  <a:lnTo>
                    <a:pt x="2497178" y="55312"/>
                  </a:lnTo>
                  <a:lnTo>
                    <a:pt x="2557237" y="62101"/>
                  </a:lnTo>
                  <a:lnTo>
                    <a:pt x="2613651" y="69589"/>
                  </a:lnTo>
                  <a:lnTo>
                    <a:pt x="2667156" y="77822"/>
                  </a:lnTo>
                  <a:lnTo>
                    <a:pt x="2702183" y="83850"/>
                  </a:lnTo>
                  <a:lnTo>
                    <a:pt x="2762696" y="95484"/>
                  </a:lnTo>
                  <a:lnTo>
                    <a:pt x="2821342" y="108265"/>
                  </a:lnTo>
                  <a:lnTo>
                    <a:pt x="2878806" y="122212"/>
                  </a:lnTo>
                  <a:lnTo>
                    <a:pt x="2935591" y="137307"/>
                  </a:lnTo>
                  <a:lnTo>
                    <a:pt x="2992058" y="153489"/>
                  </a:lnTo>
                  <a:lnTo>
                    <a:pt x="3048444" y="170656"/>
                  </a:lnTo>
                  <a:lnTo>
                    <a:pt x="3104886" y="188663"/>
                  </a:lnTo>
                  <a:lnTo>
                    <a:pt x="3161439" y="207322"/>
                  </a:lnTo>
                  <a:lnTo>
                    <a:pt x="3218094" y="226415"/>
                  </a:lnTo>
                  <a:lnTo>
                    <a:pt x="3274800" y="245700"/>
                  </a:lnTo>
                  <a:lnTo>
                    <a:pt x="3331489" y="264924"/>
                  </a:lnTo>
                  <a:lnTo>
                    <a:pt x="3388099" y="283838"/>
                  </a:lnTo>
                  <a:lnTo>
                    <a:pt x="3444597" y="302209"/>
                  </a:lnTo>
                  <a:lnTo>
                    <a:pt x="3501001" y="319834"/>
                  </a:lnTo>
                  <a:lnTo>
                    <a:pt x="3557403" y="336544"/>
                  </a:lnTo>
                  <a:lnTo>
                    <a:pt x="3613985" y="352215"/>
                  </a:lnTo>
                  <a:lnTo>
                    <a:pt x="3671043" y="366763"/>
                  </a:lnTo>
                  <a:lnTo>
                    <a:pt x="3729002" y="380151"/>
                  </a:lnTo>
                  <a:lnTo>
                    <a:pt x="3788446" y="392377"/>
                  </a:lnTo>
                  <a:lnTo>
                    <a:pt x="3820202" y="398288"/>
                  </a:lnTo>
                  <a:lnTo>
                    <a:pt x="3872109" y="407038"/>
                  </a:lnTo>
                  <a:lnTo>
                    <a:pt x="3926470" y="415028"/>
                  </a:lnTo>
                  <a:lnTo>
                    <a:pt x="3983970" y="422286"/>
                  </a:lnTo>
                  <a:lnTo>
                    <a:pt x="4045362" y="428863"/>
                  </a:lnTo>
                  <a:lnTo>
                    <a:pt x="4111424" y="434822"/>
                  </a:lnTo>
                  <a:lnTo>
                    <a:pt x="4182920" y="440228"/>
                  </a:lnTo>
                  <a:lnTo>
                    <a:pt x="4260548" y="445139"/>
                  </a:lnTo>
                  <a:lnTo>
                    <a:pt x="4344866" y="449611"/>
                  </a:lnTo>
                  <a:lnTo>
                    <a:pt x="4436205" y="453686"/>
                  </a:lnTo>
                  <a:lnTo>
                    <a:pt x="4534551" y="457399"/>
                  </a:lnTo>
                  <a:lnTo>
                    <a:pt x="4639400" y="460773"/>
                  </a:lnTo>
                  <a:lnTo>
                    <a:pt x="4749615" y="463820"/>
                  </a:lnTo>
                  <a:lnTo>
                    <a:pt x="4863303" y="466544"/>
                  </a:lnTo>
                  <a:lnTo>
                    <a:pt x="4977754" y="468941"/>
                  </a:lnTo>
                  <a:lnTo>
                    <a:pt x="5089512" y="471005"/>
                  </a:lnTo>
                  <a:lnTo>
                    <a:pt x="5194618" y="472729"/>
                  </a:lnTo>
                  <a:lnTo>
                    <a:pt x="5289032" y="474116"/>
                  </a:lnTo>
                  <a:lnTo>
                    <a:pt x="5369202" y="475176"/>
                  </a:lnTo>
                  <a:lnTo>
                    <a:pt x="5432650" y="475935"/>
                  </a:lnTo>
                  <a:lnTo>
                    <a:pt x="5478444" y="476432"/>
                  </a:lnTo>
                  <a:lnTo>
                    <a:pt x="5507439" y="476720"/>
                  </a:lnTo>
                  <a:lnTo>
                    <a:pt x="5522255" y="476854"/>
                  </a:lnTo>
                  <a:lnTo>
                    <a:pt x="5527083" y="476894"/>
                  </a:lnTo>
                  <a:lnTo>
                    <a:pt x="5527445" y="476897"/>
                  </a:lnTo>
                  <a:lnTo>
                    <a:pt x="6522385" y="476897"/>
                  </a:lnTo>
                  <a:lnTo>
                    <a:pt x="6523522" y="476897"/>
                  </a:lnTo>
                  <a:lnTo>
                    <a:pt x="6531021" y="476897"/>
                  </a:lnTo>
                  <a:lnTo>
                    <a:pt x="6550026" y="476897"/>
                  </a:lnTo>
                  <a:lnTo>
                    <a:pt x="6584253" y="476897"/>
                  </a:lnTo>
                  <a:lnTo>
                    <a:pt x="6635771" y="476897"/>
                  </a:lnTo>
                  <a:lnTo>
                    <a:pt x="6704849" y="476897"/>
                  </a:lnTo>
                  <a:lnTo>
                    <a:pt x="6790015" y="476897"/>
                  </a:lnTo>
                  <a:lnTo>
                    <a:pt x="6888377" y="476897"/>
                  </a:lnTo>
                  <a:lnTo>
                    <a:pt x="6996152" y="476897"/>
                  </a:lnTo>
                  <a:lnTo>
                    <a:pt x="7109264" y="476897"/>
                  </a:lnTo>
                  <a:lnTo>
                    <a:pt x="7223873" y="476897"/>
                  </a:lnTo>
                  <a:lnTo>
                    <a:pt x="7336744" y="476897"/>
                  </a:lnTo>
                  <a:lnTo>
                    <a:pt x="7445431" y="476897"/>
                  </a:lnTo>
                  <a:lnTo>
                    <a:pt x="7548294" y="476897"/>
                  </a:lnTo>
                  <a:lnTo>
                    <a:pt x="7644419" y="476897"/>
                  </a:lnTo>
                  <a:lnTo>
                    <a:pt x="7733479" y="476897"/>
                  </a:lnTo>
                  <a:lnTo>
                    <a:pt x="7815587" y="476897"/>
                  </a:lnTo>
                  <a:lnTo>
                    <a:pt x="7891161" y="476897"/>
                  </a:lnTo>
                  <a:lnTo>
                    <a:pt x="7960817" y="476897"/>
                  </a:lnTo>
                  <a:lnTo>
                    <a:pt x="8025282" y="476897"/>
                  </a:lnTo>
                  <a:lnTo>
                    <a:pt x="8085329" y="476897"/>
                  </a:lnTo>
                  <a:lnTo>
                    <a:pt x="8141736" y="476897"/>
                  </a:lnTo>
                  <a:lnTo>
                    <a:pt x="8195238" y="476897"/>
                  </a:lnTo>
                  <a:lnTo>
                    <a:pt x="8229629" y="476897"/>
                  </a:lnTo>
                  <a:lnTo>
                    <a:pt x="8291283" y="476897"/>
                  </a:lnTo>
                  <a:lnTo>
                    <a:pt x="8351014" y="476897"/>
                  </a:lnTo>
                  <a:lnTo>
                    <a:pt x="8409539" y="476897"/>
                  </a:lnTo>
                  <a:lnTo>
                    <a:pt x="8467384" y="476897"/>
                  </a:lnTo>
                  <a:lnTo>
                    <a:pt x="8524921" y="476897"/>
                  </a:lnTo>
                  <a:lnTo>
                    <a:pt x="8582392" y="476897"/>
                  </a:lnTo>
                  <a:lnTo>
                    <a:pt x="8639932" y="476897"/>
                  </a:lnTo>
                  <a:lnTo>
                    <a:pt x="8697588" y="476897"/>
                  </a:lnTo>
                  <a:lnTo>
                    <a:pt x="8755344" y="476897"/>
                  </a:lnTo>
                  <a:lnTo>
                    <a:pt x="8813141" y="476897"/>
                  </a:lnTo>
                  <a:lnTo>
                    <a:pt x="8870908" y="476897"/>
                  </a:lnTo>
                  <a:lnTo>
                    <a:pt x="8928582" y="476897"/>
                  </a:lnTo>
                  <a:lnTo>
                    <a:pt x="8986138" y="476897"/>
                  </a:lnTo>
                  <a:lnTo>
                    <a:pt x="9043613" y="476897"/>
                  </a:lnTo>
                  <a:lnTo>
                    <a:pt x="9101127" y="476897"/>
                  </a:lnTo>
                  <a:lnTo>
                    <a:pt x="9158905" y="476897"/>
                  </a:lnTo>
                  <a:lnTo>
                    <a:pt x="9217296" y="476897"/>
                  </a:lnTo>
                  <a:lnTo>
                    <a:pt x="9276803" y="476897"/>
                  </a:lnTo>
                  <a:lnTo>
                    <a:pt x="9338109" y="476897"/>
                  </a:lnTo>
                  <a:lnTo>
                    <a:pt x="9347647" y="476897"/>
                  </a:lnTo>
                  <a:lnTo>
                    <a:pt x="9399583" y="476897"/>
                  </a:lnTo>
                  <a:lnTo>
                    <a:pt x="9453975" y="476897"/>
                  </a:lnTo>
                  <a:lnTo>
                    <a:pt x="9511510" y="476897"/>
                  </a:lnTo>
                  <a:lnTo>
                    <a:pt x="9572942" y="476897"/>
                  </a:lnTo>
                  <a:lnTo>
                    <a:pt x="9639052" y="476897"/>
                  </a:lnTo>
                  <a:lnTo>
                    <a:pt x="9710603" y="476897"/>
                  </a:lnTo>
                  <a:lnTo>
                    <a:pt x="9788294" y="476897"/>
                  </a:lnTo>
                  <a:lnTo>
                    <a:pt x="9872684" y="476897"/>
                  </a:lnTo>
                  <a:lnTo>
                    <a:pt x="9964104" y="476897"/>
                  </a:lnTo>
                  <a:lnTo>
                    <a:pt x="10062536" y="476897"/>
                  </a:lnTo>
                  <a:lnTo>
                    <a:pt x="10167473" y="476897"/>
                  </a:lnTo>
                  <a:lnTo>
                    <a:pt x="10277775" y="476897"/>
                  </a:lnTo>
                  <a:lnTo>
                    <a:pt x="10391538" y="476897"/>
                  </a:lnTo>
                  <a:lnTo>
                    <a:pt x="10506043" y="476897"/>
                  </a:lnTo>
                  <a:lnTo>
                    <a:pt x="10617824" y="476897"/>
                  </a:lnTo>
                  <a:lnTo>
                    <a:pt x="10722914" y="476897"/>
                  </a:lnTo>
                  <a:lnTo>
                    <a:pt x="10817268" y="476897"/>
                  </a:lnTo>
                  <a:lnTo>
                    <a:pt x="10897335" y="476897"/>
                  </a:lnTo>
                  <a:lnTo>
                    <a:pt x="10960645" y="476897"/>
                  </a:lnTo>
                  <a:lnTo>
                    <a:pt x="11006282" y="476897"/>
                  </a:lnTo>
                  <a:lnTo>
                    <a:pt x="11035121" y="476897"/>
                  </a:lnTo>
                  <a:lnTo>
                    <a:pt x="11049805" y="476897"/>
                  </a:lnTo>
                  <a:lnTo>
                    <a:pt x="11054548" y="476897"/>
                  </a:lnTo>
                  <a:lnTo>
                    <a:pt x="11054891" y="476897"/>
                  </a:lnTo>
                  <a:lnTo>
                    <a:pt x="12049831" y="476897"/>
                  </a:lnTo>
                  <a:lnTo>
                    <a:pt x="12049831" y="471657"/>
                  </a:lnTo>
                  <a:lnTo>
                    <a:pt x="11054891" y="471657"/>
                  </a:lnTo>
                  <a:lnTo>
                    <a:pt x="11053755" y="471657"/>
                  </a:lnTo>
                  <a:lnTo>
                    <a:pt x="11046255" y="471657"/>
                  </a:lnTo>
                  <a:lnTo>
                    <a:pt x="11027250" y="471657"/>
                  </a:lnTo>
                  <a:lnTo>
                    <a:pt x="10993024" y="471657"/>
                  </a:lnTo>
                  <a:lnTo>
                    <a:pt x="10941506" y="471657"/>
                  </a:lnTo>
                  <a:lnTo>
                    <a:pt x="10872428" y="471657"/>
                  </a:lnTo>
                  <a:lnTo>
                    <a:pt x="10787262" y="471657"/>
                  </a:lnTo>
                  <a:lnTo>
                    <a:pt x="10688900" y="471657"/>
                  </a:lnTo>
                  <a:lnTo>
                    <a:pt x="10581124" y="471657"/>
                  </a:lnTo>
                  <a:lnTo>
                    <a:pt x="10468012" y="471657"/>
                  </a:lnTo>
                  <a:lnTo>
                    <a:pt x="10353403" y="471657"/>
                  </a:lnTo>
                  <a:lnTo>
                    <a:pt x="10240532" y="471657"/>
                  </a:lnTo>
                  <a:lnTo>
                    <a:pt x="10131846" y="471657"/>
                  </a:lnTo>
                  <a:lnTo>
                    <a:pt x="10028983" y="471657"/>
                  </a:lnTo>
                  <a:lnTo>
                    <a:pt x="9932858" y="471657"/>
                  </a:lnTo>
                  <a:lnTo>
                    <a:pt x="9843798" y="471657"/>
                  </a:lnTo>
                  <a:lnTo>
                    <a:pt x="9761690" y="471657"/>
                  </a:lnTo>
                  <a:lnTo>
                    <a:pt x="9686115" y="471657"/>
                  </a:lnTo>
                  <a:lnTo>
                    <a:pt x="9616459" y="471657"/>
                  </a:lnTo>
                  <a:lnTo>
                    <a:pt x="9551995" y="471657"/>
                  </a:lnTo>
                  <a:lnTo>
                    <a:pt x="9491947" y="471657"/>
                  </a:lnTo>
                  <a:lnTo>
                    <a:pt x="9435541" y="471657"/>
                  </a:lnTo>
                  <a:lnTo>
                    <a:pt x="9382038" y="471657"/>
                  </a:lnTo>
                  <a:lnTo>
                    <a:pt x="9347647" y="471657"/>
                  </a:lnTo>
                  <a:lnTo>
                    <a:pt x="9285993" y="471657"/>
                  </a:lnTo>
                  <a:lnTo>
                    <a:pt x="9226262" y="471657"/>
                  </a:lnTo>
                  <a:lnTo>
                    <a:pt x="9167737" y="471657"/>
                  </a:lnTo>
                  <a:lnTo>
                    <a:pt x="9109892" y="471657"/>
                  </a:lnTo>
                  <a:lnTo>
                    <a:pt x="9052355" y="471657"/>
                  </a:lnTo>
                  <a:lnTo>
                    <a:pt x="8994885" y="471657"/>
                  </a:lnTo>
                  <a:lnTo>
                    <a:pt x="8937345" y="471657"/>
                  </a:lnTo>
                  <a:lnTo>
                    <a:pt x="8879689" y="471657"/>
                  </a:lnTo>
                  <a:lnTo>
                    <a:pt x="8821933" y="471657"/>
                  </a:lnTo>
                  <a:lnTo>
                    <a:pt x="8764135" y="471657"/>
                  </a:lnTo>
                  <a:lnTo>
                    <a:pt x="8706368" y="471657"/>
                  </a:lnTo>
                  <a:lnTo>
                    <a:pt x="8648695" y="471657"/>
                  </a:lnTo>
                  <a:lnTo>
                    <a:pt x="8591139" y="471657"/>
                  </a:lnTo>
                  <a:lnTo>
                    <a:pt x="8533664" y="471657"/>
                  </a:lnTo>
                  <a:lnTo>
                    <a:pt x="8476150" y="471657"/>
                  </a:lnTo>
                  <a:lnTo>
                    <a:pt x="8418372" y="471657"/>
                  </a:lnTo>
                  <a:lnTo>
                    <a:pt x="8359980" y="471657"/>
                  </a:lnTo>
                  <a:lnTo>
                    <a:pt x="8300474" y="471657"/>
                  </a:lnTo>
                  <a:lnTo>
                    <a:pt x="8239167" y="471657"/>
                  </a:lnTo>
                  <a:lnTo>
                    <a:pt x="8229629" y="471657"/>
                  </a:lnTo>
                  <a:lnTo>
                    <a:pt x="8177693" y="471657"/>
                  </a:lnTo>
                  <a:lnTo>
                    <a:pt x="8123301" y="471657"/>
                  </a:lnTo>
                  <a:lnTo>
                    <a:pt x="8065766" y="471657"/>
                  </a:lnTo>
                  <a:lnTo>
                    <a:pt x="8004334" y="471657"/>
                  </a:lnTo>
                  <a:lnTo>
                    <a:pt x="7938225" y="471657"/>
                  </a:lnTo>
                  <a:lnTo>
                    <a:pt x="7866674" y="471657"/>
                  </a:lnTo>
                  <a:lnTo>
                    <a:pt x="7788983" y="471657"/>
                  </a:lnTo>
                  <a:lnTo>
                    <a:pt x="7704593" y="471657"/>
                  </a:lnTo>
                  <a:lnTo>
                    <a:pt x="7613173" y="471657"/>
                  </a:lnTo>
                  <a:lnTo>
                    <a:pt x="7514741" y="471657"/>
                  </a:lnTo>
                  <a:lnTo>
                    <a:pt x="7409803" y="471657"/>
                  </a:lnTo>
                  <a:lnTo>
                    <a:pt x="7299501" y="471657"/>
                  </a:lnTo>
                  <a:lnTo>
                    <a:pt x="7185739" y="471657"/>
                  </a:lnTo>
                  <a:lnTo>
                    <a:pt x="7071234" y="471657"/>
                  </a:lnTo>
                  <a:lnTo>
                    <a:pt x="6959452" y="471657"/>
                  </a:lnTo>
                  <a:lnTo>
                    <a:pt x="6854362" y="471657"/>
                  </a:lnTo>
                  <a:lnTo>
                    <a:pt x="6760008" y="471657"/>
                  </a:lnTo>
                  <a:lnTo>
                    <a:pt x="6679942" y="471657"/>
                  </a:lnTo>
                  <a:lnTo>
                    <a:pt x="6616632" y="471657"/>
                  </a:lnTo>
                  <a:lnTo>
                    <a:pt x="6570995" y="471657"/>
                  </a:lnTo>
                  <a:lnTo>
                    <a:pt x="6542156" y="471657"/>
                  </a:lnTo>
                  <a:lnTo>
                    <a:pt x="6527471" y="471657"/>
                  </a:lnTo>
                  <a:lnTo>
                    <a:pt x="6522728" y="471657"/>
                  </a:lnTo>
                  <a:lnTo>
                    <a:pt x="6522385" y="471657"/>
                  </a:lnTo>
                  <a:lnTo>
                    <a:pt x="5527445" y="471657"/>
                  </a:lnTo>
                  <a:lnTo>
                    <a:pt x="5526311" y="471648"/>
                  </a:lnTo>
                  <a:lnTo>
                    <a:pt x="5518822" y="471584"/>
                  </a:lnTo>
                  <a:lnTo>
                    <a:pt x="5499846" y="471407"/>
                  </a:lnTo>
                  <a:lnTo>
                    <a:pt x="5465668" y="471058"/>
                  </a:lnTo>
                  <a:lnTo>
                    <a:pt x="5414220" y="470481"/>
                  </a:lnTo>
                  <a:lnTo>
                    <a:pt x="5345228" y="469629"/>
                  </a:lnTo>
                  <a:lnTo>
                    <a:pt x="5260158" y="468467"/>
                  </a:lnTo>
                  <a:lnTo>
                    <a:pt x="5161893" y="466973"/>
                  </a:lnTo>
                  <a:lnTo>
                    <a:pt x="5054208" y="465139"/>
                  </a:lnTo>
                  <a:lnTo>
                    <a:pt x="4941172" y="462968"/>
                  </a:lnTo>
                  <a:lnTo>
                    <a:pt x="4826623" y="460465"/>
                  </a:lnTo>
                  <a:lnTo>
                    <a:pt x="4713792" y="457637"/>
                  </a:lnTo>
                  <a:lnTo>
                    <a:pt x="4605129" y="454486"/>
                  </a:lnTo>
                  <a:lnTo>
                    <a:pt x="4502275" y="451006"/>
                  </a:lnTo>
                  <a:lnTo>
                    <a:pt x="4406147" y="447180"/>
                  </a:lnTo>
                  <a:lnTo>
                    <a:pt x="4317077" y="442982"/>
                  </a:lnTo>
                  <a:lnTo>
                    <a:pt x="4234953" y="438374"/>
                  </a:lnTo>
                  <a:lnTo>
                    <a:pt x="4159361" y="433310"/>
                  </a:lnTo>
                  <a:lnTo>
                    <a:pt x="4089687" y="427734"/>
                  </a:lnTo>
                  <a:lnTo>
                    <a:pt x="4025207" y="421584"/>
                  </a:lnTo>
                  <a:lnTo>
                    <a:pt x="3965148" y="414796"/>
                  </a:lnTo>
                  <a:lnTo>
                    <a:pt x="3908734" y="407308"/>
                  </a:lnTo>
                  <a:lnTo>
                    <a:pt x="3855229" y="399075"/>
                  </a:lnTo>
                  <a:lnTo>
                    <a:pt x="3820202" y="393047"/>
                  </a:lnTo>
                  <a:lnTo>
                    <a:pt x="3759689" y="381413"/>
                  </a:lnTo>
                  <a:lnTo>
                    <a:pt x="3701043" y="368631"/>
                  </a:lnTo>
                  <a:lnTo>
                    <a:pt x="3643579" y="354684"/>
                  </a:lnTo>
                  <a:lnTo>
                    <a:pt x="3586794" y="339590"/>
                  </a:lnTo>
                  <a:lnTo>
                    <a:pt x="3530327" y="323408"/>
                  </a:lnTo>
                  <a:lnTo>
                    <a:pt x="3473941" y="306240"/>
                  </a:lnTo>
                  <a:lnTo>
                    <a:pt x="3417499" y="288234"/>
                  </a:lnTo>
                  <a:lnTo>
                    <a:pt x="3360946" y="269574"/>
                  </a:lnTo>
                  <a:lnTo>
                    <a:pt x="3304291" y="250481"/>
                  </a:lnTo>
                  <a:lnTo>
                    <a:pt x="3247585" y="231197"/>
                  </a:lnTo>
                  <a:lnTo>
                    <a:pt x="3190896" y="211973"/>
                  </a:lnTo>
                  <a:lnTo>
                    <a:pt x="3134286" y="193059"/>
                  </a:lnTo>
                  <a:lnTo>
                    <a:pt x="3077788" y="174687"/>
                  </a:lnTo>
                  <a:lnTo>
                    <a:pt x="3021384" y="157063"/>
                  </a:lnTo>
                  <a:lnTo>
                    <a:pt x="2964982" y="140352"/>
                  </a:lnTo>
                  <a:lnTo>
                    <a:pt x="2908400" y="124682"/>
                  </a:lnTo>
                  <a:lnTo>
                    <a:pt x="2851342" y="110134"/>
                  </a:lnTo>
                  <a:lnTo>
                    <a:pt x="2793383" y="96746"/>
                  </a:lnTo>
                  <a:lnTo>
                    <a:pt x="2733939" y="84519"/>
                  </a:lnTo>
                  <a:lnTo>
                    <a:pt x="2702183" y="78609"/>
                  </a:lnTo>
                  <a:lnTo>
                    <a:pt x="2650276" y="69859"/>
                  </a:lnTo>
                  <a:lnTo>
                    <a:pt x="2595915" y="61868"/>
                  </a:lnTo>
                  <a:lnTo>
                    <a:pt x="2538415" y="54610"/>
                  </a:lnTo>
                  <a:lnTo>
                    <a:pt x="2477023" y="48033"/>
                  </a:lnTo>
                  <a:lnTo>
                    <a:pt x="2410961" y="42074"/>
                  </a:lnTo>
                  <a:lnTo>
                    <a:pt x="2339465" y="36669"/>
                  </a:lnTo>
                  <a:lnTo>
                    <a:pt x="2261837" y="31757"/>
                  </a:lnTo>
                  <a:lnTo>
                    <a:pt x="2177519" y="27286"/>
                  </a:lnTo>
                  <a:lnTo>
                    <a:pt x="2086180" y="23210"/>
                  </a:lnTo>
                  <a:lnTo>
                    <a:pt x="1987834" y="19497"/>
                  </a:lnTo>
                  <a:lnTo>
                    <a:pt x="1882985" y="16124"/>
                  </a:lnTo>
                  <a:lnTo>
                    <a:pt x="1772770" y="13077"/>
                  </a:lnTo>
                  <a:lnTo>
                    <a:pt x="1659082" y="10353"/>
                  </a:lnTo>
                  <a:lnTo>
                    <a:pt x="1544631" y="7956"/>
                  </a:lnTo>
                  <a:lnTo>
                    <a:pt x="1432873" y="5892"/>
                  </a:lnTo>
                  <a:lnTo>
                    <a:pt x="1327767" y="4167"/>
                  </a:lnTo>
                  <a:lnTo>
                    <a:pt x="1233353" y="2781"/>
                  </a:lnTo>
                  <a:lnTo>
                    <a:pt x="1153183" y="1721"/>
                  </a:lnTo>
                  <a:lnTo>
                    <a:pt x="1089735" y="962"/>
                  </a:lnTo>
                  <a:lnTo>
                    <a:pt x="1043941" y="464"/>
                  </a:lnTo>
                  <a:lnTo>
                    <a:pt x="1014946" y="177"/>
                  </a:lnTo>
                  <a:lnTo>
                    <a:pt x="1000130" y="43"/>
                  </a:lnTo>
                  <a:lnTo>
                    <a:pt x="995302" y="2"/>
                  </a:lnTo>
                  <a:lnTo>
                    <a:pt x="994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6C6D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39" name="pl1938"/>
            <p:cNvSpPr/>
            <p:nvPr/>
          </p:nvSpPr>
          <p:spPr>
            <a:xfrm>
              <a:off x="1199187" y="6131377"/>
              <a:ext cx="12049831" cy="471657"/>
            </a:xfrm>
            <a:custGeom>
              <a:avLst/>
              <a:pathLst>
                <a:path w="12049831" h="471657">
                  <a:moveTo>
                    <a:pt x="0" y="0"/>
                  </a:moveTo>
                  <a:lnTo>
                    <a:pt x="994940" y="0"/>
                  </a:lnTo>
                  <a:lnTo>
                    <a:pt x="996074" y="8"/>
                  </a:lnTo>
                  <a:lnTo>
                    <a:pt x="1003562" y="73"/>
                  </a:lnTo>
                  <a:lnTo>
                    <a:pt x="1022539" y="250"/>
                  </a:lnTo>
                  <a:lnTo>
                    <a:pt x="1056717" y="598"/>
                  </a:lnTo>
                  <a:lnTo>
                    <a:pt x="1108165" y="1175"/>
                  </a:lnTo>
                  <a:lnTo>
                    <a:pt x="1177157" y="2027"/>
                  </a:lnTo>
                  <a:lnTo>
                    <a:pt x="1262227" y="3189"/>
                  </a:lnTo>
                  <a:lnTo>
                    <a:pt x="1360492" y="4683"/>
                  </a:lnTo>
                  <a:lnTo>
                    <a:pt x="1468177" y="6517"/>
                  </a:lnTo>
                  <a:lnTo>
                    <a:pt x="1581213" y="8688"/>
                  </a:lnTo>
                  <a:lnTo>
                    <a:pt x="1695762" y="11191"/>
                  </a:lnTo>
                  <a:lnTo>
                    <a:pt x="1808593" y="14019"/>
                  </a:lnTo>
                  <a:lnTo>
                    <a:pt x="1917256" y="17170"/>
                  </a:lnTo>
                  <a:lnTo>
                    <a:pt x="2020110" y="20650"/>
                  </a:lnTo>
                  <a:lnTo>
                    <a:pt x="2116238" y="24476"/>
                  </a:lnTo>
                  <a:lnTo>
                    <a:pt x="2205308" y="28674"/>
                  </a:lnTo>
                  <a:lnTo>
                    <a:pt x="2287432" y="33282"/>
                  </a:lnTo>
                  <a:lnTo>
                    <a:pt x="2363024" y="38346"/>
                  </a:lnTo>
                  <a:lnTo>
                    <a:pt x="2432698" y="43922"/>
                  </a:lnTo>
                  <a:lnTo>
                    <a:pt x="2497178" y="50072"/>
                  </a:lnTo>
                  <a:lnTo>
                    <a:pt x="2557237" y="56861"/>
                  </a:lnTo>
                  <a:lnTo>
                    <a:pt x="2613651" y="64348"/>
                  </a:lnTo>
                  <a:lnTo>
                    <a:pt x="2667156" y="72581"/>
                  </a:lnTo>
                  <a:lnTo>
                    <a:pt x="2702183" y="78609"/>
                  </a:lnTo>
                  <a:lnTo>
                    <a:pt x="2762696" y="90243"/>
                  </a:lnTo>
                  <a:lnTo>
                    <a:pt x="2821342" y="103025"/>
                  </a:lnTo>
                  <a:lnTo>
                    <a:pt x="2878806" y="116972"/>
                  </a:lnTo>
                  <a:lnTo>
                    <a:pt x="2935591" y="132066"/>
                  </a:lnTo>
                  <a:lnTo>
                    <a:pt x="2992058" y="148248"/>
                  </a:lnTo>
                  <a:lnTo>
                    <a:pt x="3048444" y="165416"/>
                  </a:lnTo>
                  <a:lnTo>
                    <a:pt x="3104886" y="183422"/>
                  </a:lnTo>
                  <a:lnTo>
                    <a:pt x="3161439" y="202082"/>
                  </a:lnTo>
                  <a:lnTo>
                    <a:pt x="3218094" y="221175"/>
                  </a:lnTo>
                  <a:lnTo>
                    <a:pt x="3274800" y="240459"/>
                  </a:lnTo>
                  <a:lnTo>
                    <a:pt x="3331489" y="259683"/>
                  </a:lnTo>
                  <a:lnTo>
                    <a:pt x="3388099" y="278597"/>
                  </a:lnTo>
                  <a:lnTo>
                    <a:pt x="3444597" y="296969"/>
                  </a:lnTo>
                  <a:lnTo>
                    <a:pt x="3501001" y="314593"/>
                  </a:lnTo>
                  <a:lnTo>
                    <a:pt x="3557403" y="331304"/>
                  </a:lnTo>
                  <a:lnTo>
                    <a:pt x="3613985" y="346974"/>
                  </a:lnTo>
                  <a:lnTo>
                    <a:pt x="3671043" y="361523"/>
                  </a:lnTo>
                  <a:lnTo>
                    <a:pt x="3729002" y="374910"/>
                  </a:lnTo>
                  <a:lnTo>
                    <a:pt x="3788446" y="387137"/>
                  </a:lnTo>
                  <a:lnTo>
                    <a:pt x="3820202" y="393047"/>
                  </a:lnTo>
                  <a:lnTo>
                    <a:pt x="3872109" y="401797"/>
                  </a:lnTo>
                  <a:lnTo>
                    <a:pt x="3926470" y="409788"/>
                  </a:lnTo>
                  <a:lnTo>
                    <a:pt x="3983970" y="417046"/>
                  </a:lnTo>
                  <a:lnTo>
                    <a:pt x="4045362" y="423623"/>
                  </a:lnTo>
                  <a:lnTo>
                    <a:pt x="4111424" y="429582"/>
                  </a:lnTo>
                  <a:lnTo>
                    <a:pt x="4182920" y="434987"/>
                  </a:lnTo>
                  <a:lnTo>
                    <a:pt x="4260548" y="439899"/>
                  </a:lnTo>
                  <a:lnTo>
                    <a:pt x="4344866" y="444370"/>
                  </a:lnTo>
                  <a:lnTo>
                    <a:pt x="4436205" y="448446"/>
                  </a:lnTo>
                  <a:lnTo>
                    <a:pt x="4534551" y="452159"/>
                  </a:lnTo>
                  <a:lnTo>
                    <a:pt x="4639400" y="455532"/>
                  </a:lnTo>
                  <a:lnTo>
                    <a:pt x="4749615" y="458579"/>
                  </a:lnTo>
                  <a:lnTo>
                    <a:pt x="4863303" y="461303"/>
                  </a:lnTo>
                  <a:lnTo>
                    <a:pt x="4977754" y="463700"/>
                  </a:lnTo>
                  <a:lnTo>
                    <a:pt x="5089512" y="465764"/>
                  </a:lnTo>
                  <a:lnTo>
                    <a:pt x="5194618" y="467489"/>
                  </a:lnTo>
                  <a:lnTo>
                    <a:pt x="5289032" y="468875"/>
                  </a:lnTo>
                  <a:lnTo>
                    <a:pt x="5369202" y="469935"/>
                  </a:lnTo>
                  <a:lnTo>
                    <a:pt x="5432650" y="470694"/>
                  </a:lnTo>
                  <a:lnTo>
                    <a:pt x="5478444" y="471192"/>
                  </a:lnTo>
                  <a:lnTo>
                    <a:pt x="5507439" y="471479"/>
                  </a:lnTo>
                  <a:lnTo>
                    <a:pt x="5522255" y="471614"/>
                  </a:lnTo>
                  <a:lnTo>
                    <a:pt x="5527083" y="471654"/>
                  </a:lnTo>
                  <a:lnTo>
                    <a:pt x="5527445" y="471657"/>
                  </a:lnTo>
                  <a:lnTo>
                    <a:pt x="6522385" y="471657"/>
                  </a:lnTo>
                  <a:lnTo>
                    <a:pt x="6523522" y="471657"/>
                  </a:lnTo>
                  <a:lnTo>
                    <a:pt x="6531021" y="471657"/>
                  </a:lnTo>
                  <a:lnTo>
                    <a:pt x="6550026" y="471657"/>
                  </a:lnTo>
                  <a:lnTo>
                    <a:pt x="6584253" y="471657"/>
                  </a:lnTo>
                  <a:lnTo>
                    <a:pt x="6635771" y="471657"/>
                  </a:lnTo>
                  <a:lnTo>
                    <a:pt x="6704849" y="471657"/>
                  </a:lnTo>
                  <a:lnTo>
                    <a:pt x="6790015" y="471657"/>
                  </a:lnTo>
                  <a:lnTo>
                    <a:pt x="6888377" y="471657"/>
                  </a:lnTo>
                  <a:lnTo>
                    <a:pt x="6996152" y="471657"/>
                  </a:lnTo>
                  <a:lnTo>
                    <a:pt x="7109264" y="471657"/>
                  </a:lnTo>
                  <a:lnTo>
                    <a:pt x="7223873" y="471657"/>
                  </a:lnTo>
                  <a:lnTo>
                    <a:pt x="7336744" y="471657"/>
                  </a:lnTo>
                  <a:lnTo>
                    <a:pt x="7445431" y="471657"/>
                  </a:lnTo>
                  <a:lnTo>
                    <a:pt x="7548294" y="471657"/>
                  </a:lnTo>
                  <a:lnTo>
                    <a:pt x="7644419" y="471657"/>
                  </a:lnTo>
                  <a:lnTo>
                    <a:pt x="7733479" y="471657"/>
                  </a:lnTo>
                  <a:lnTo>
                    <a:pt x="7815587" y="471657"/>
                  </a:lnTo>
                  <a:lnTo>
                    <a:pt x="7891161" y="471657"/>
                  </a:lnTo>
                  <a:lnTo>
                    <a:pt x="7960817" y="471657"/>
                  </a:lnTo>
                  <a:lnTo>
                    <a:pt x="8025282" y="471657"/>
                  </a:lnTo>
                  <a:lnTo>
                    <a:pt x="8085329" y="471657"/>
                  </a:lnTo>
                  <a:lnTo>
                    <a:pt x="8141736" y="471657"/>
                  </a:lnTo>
                  <a:lnTo>
                    <a:pt x="8195238" y="471657"/>
                  </a:lnTo>
                  <a:lnTo>
                    <a:pt x="8229629" y="471657"/>
                  </a:lnTo>
                  <a:lnTo>
                    <a:pt x="8291283" y="471657"/>
                  </a:lnTo>
                  <a:lnTo>
                    <a:pt x="8351014" y="471657"/>
                  </a:lnTo>
                  <a:lnTo>
                    <a:pt x="8409539" y="471657"/>
                  </a:lnTo>
                  <a:lnTo>
                    <a:pt x="8467384" y="471657"/>
                  </a:lnTo>
                  <a:lnTo>
                    <a:pt x="8524921" y="471657"/>
                  </a:lnTo>
                  <a:lnTo>
                    <a:pt x="8582392" y="471657"/>
                  </a:lnTo>
                  <a:lnTo>
                    <a:pt x="8639932" y="471657"/>
                  </a:lnTo>
                  <a:lnTo>
                    <a:pt x="8697588" y="471657"/>
                  </a:lnTo>
                  <a:lnTo>
                    <a:pt x="8755344" y="471657"/>
                  </a:lnTo>
                  <a:lnTo>
                    <a:pt x="8813141" y="471657"/>
                  </a:lnTo>
                  <a:lnTo>
                    <a:pt x="8870908" y="471657"/>
                  </a:lnTo>
                  <a:lnTo>
                    <a:pt x="8928582" y="471657"/>
                  </a:lnTo>
                  <a:lnTo>
                    <a:pt x="8986138" y="471657"/>
                  </a:lnTo>
                  <a:lnTo>
                    <a:pt x="9043613" y="471657"/>
                  </a:lnTo>
                  <a:lnTo>
                    <a:pt x="9101127" y="471657"/>
                  </a:lnTo>
                  <a:lnTo>
                    <a:pt x="9158905" y="471657"/>
                  </a:lnTo>
                  <a:lnTo>
                    <a:pt x="9217296" y="471657"/>
                  </a:lnTo>
                  <a:lnTo>
                    <a:pt x="9276803" y="471657"/>
                  </a:lnTo>
                  <a:lnTo>
                    <a:pt x="9338109" y="471657"/>
                  </a:lnTo>
                  <a:lnTo>
                    <a:pt x="9347647" y="471657"/>
                  </a:lnTo>
                  <a:lnTo>
                    <a:pt x="9399583" y="471657"/>
                  </a:lnTo>
                  <a:lnTo>
                    <a:pt x="9453975" y="471657"/>
                  </a:lnTo>
                  <a:lnTo>
                    <a:pt x="9511510" y="471657"/>
                  </a:lnTo>
                  <a:lnTo>
                    <a:pt x="9572942" y="471657"/>
                  </a:lnTo>
                  <a:lnTo>
                    <a:pt x="9639052" y="471657"/>
                  </a:lnTo>
                  <a:lnTo>
                    <a:pt x="9710603" y="471657"/>
                  </a:lnTo>
                  <a:lnTo>
                    <a:pt x="9788294" y="471657"/>
                  </a:lnTo>
                  <a:lnTo>
                    <a:pt x="9872684" y="471657"/>
                  </a:lnTo>
                  <a:lnTo>
                    <a:pt x="9964104" y="471657"/>
                  </a:lnTo>
                  <a:lnTo>
                    <a:pt x="10062536" y="471657"/>
                  </a:lnTo>
                  <a:lnTo>
                    <a:pt x="10167473" y="471657"/>
                  </a:lnTo>
                  <a:lnTo>
                    <a:pt x="10277775" y="471657"/>
                  </a:lnTo>
                  <a:lnTo>
                    <a:pt x="10391538" y="471657"/>
                  </a:lnTo>
                  <a:lnTo>
                    <a:pt x="10506043" y="471657"/>
                  </a:lnTo>
                  <a:lnTo>
                    <a:pt x="10617824" y="471657"/>
                  </a:lnTo>
                  <a:lnTo>
                    <a:pt x="10722914" y="471657"/>
                  </a:lnTo>
                  <a:lnTo>
                    <a:pt x="10817268" y="471657"/>
                  </a:lnTo>
                  <a:lnTo>
                    <a:pt x="10897335" y="471657"/>
                  </a:lnTo>
                  <a:lnTo>
                    <a:pt x="10960645" y="471657"/>
                  </a:lnTo>
                  <a:lnTo>
                    <a:pt x="11006282" y="471657"/>
                  </a:lnTo>
                  <a:lnTo>
                    <a:pt x="11035121" y="471657"/>
                  </a:lnTo>
                  <a:lnTo>
                    <a:pt x="11049805" y="471657"/>
                  </a:lnTo>
                  <a:lnTo>
                    <a:pt x="11054548" y="471657"/>
                  </a:lnTo>
                  <a:lnTo>
                    <a:pt x="11054891" y="471657"/>
                  </a:lnTo>
                  <a:lnTo>
                    <a:pt x="12049831" y="471657"/>
                  </a:lnTo>
                  <a:lnTo>
                    <a:pt x="12049831" y="4716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0" name="pl1939"/>
            <p:cNvSpPr/>
            <p:nvPr/>
          </p:nvSpPr>
          <p:spPr>
            <a:xfrm>
              <a:off x="1199187" y="6126136"/>
              <a:ext cx="12049831" cy="471657"/>
            </a:xfrm>
            <a:custGeom>
              <a:avLst/>
              <a:pathLst>
                <a:path w="12049831" h="471657">
                  <a:moveTo>
                    <a:pt x="12049831" y="471657"/>
                  </a:moveTo>
                  <a:lnTo>
                    <a:pt x="11054891" y="471657"/>
                  </a:lnTo>
                  <a:lnTo>
                    <a:pt x="11053755" y="471657"/>
                  </a:lnTo>
                  <a:lnTo>
                    <a:pt x="11046255" y="471657"/>
                  </a:lnTo>
                  <a:lnTo>
                    <a:pt x="11027250" y="471657"/>
                  </a:lnTo>
                  <a:lnTo>
                    <a:pt x="10993024" y="471657"/>
                  </a:lnTo>
                  <a:lnTo>
                    <a:pt x="10941506" y="471657"/>
                  </a:lnTo>
                  <a:lnTo>
                    <a:pt x="10872428" y="471657"/>
                  </a:lnTo>
                  <a:lnTo>
                    <a:pt x="10787262" y="471657"/>
                  </a:lnTo>
                  <a:lnTo>
                    <a:pt x="10688900" y="471657"/>
                  </a:lnTo>
                  <a:lnTo>
                    <a:pt x="10581124" y="471657"/>
                  </a:lnTo>
                  <a:lnTo>
                    <a:pt x="10468012" y="471657"/>
                  </a:lnTo>
                  <a:lnTo>
                    <a:pt x="10353403" y="471657"/>
                  </a:lnTo>
                  <a:lnTo>
                    <a:pt x="10240532" y="471657"/>
                  </a:lnTo>
                  <a:lnTo>
                    <a:pt x="10131846" y="471657"/>
                  </a:lnTo>
                  <a:lnTo>
                    <a:pt x="10028983" y="471657"/>
                  </a:lnTo>
                  <a:lnTo>
                    <a:pt x="9932858" y="471657"/>
                  </a:lnTo>
                  <a:lnTo>
                    <a:pt x="9843798" y="471657"/>
                  </a:lnTo>
                  <a:lnTo>
                    <a:pt x="9761690" y="471657"/>
                  </a:lnTo>
                  <a:lnTo>
                    <a:pt x="9686115" y="471657"/>
                  </a:lnTo>
                  <a:lnTo>
                    <a:pt x="9616459" y="471657"/>
                  </a:lnTo>
                  <a:lnTo>
                    <a:pt x="9551995" y="471657"/>
                  </a:lnTo>
                  <a:lnTo>
                    <a:pt x="9491947" y="471657"/>
                  </a:lnTo>
                  <a:lnTo>
                    <a:pt x="9435541" y="471657"/>
                  </a:lnTo>
                  <a:lnTo>
                    <a:pt x="9382038" y="471657"/>
                  </a:lnTo>
                  <a:lnTo>
                    <a:pt x="9347647" y="471657"/>
                  </a:lnTo>
                  <a:lnTo>
                    <a:pt x="9285993" y="471657"/>
                  </a:lnTo>
                  <a:lnTo>
                    <a:pt x="9226262" y="471657"/>
                  </a:lnTo>
                  <a:lnTo>
                    <a:pt x="9167737" y="471657"/>
                  </a:lnTo>
                  <a:lnTo>
                    <a:pt x="9109892" y="471657"/>
                  </a:lnTo>
                  <a:lnTo>
                    <a:pt x="9052355" y="471657"/>
                  </a:lnTo>
                  <a:lnTo>
                    <a:pt x="8994885" y="471657"/>
                  </a:lnTo>
                  <a:lnTo>
                    <a:pt x="8937345" y="471657"/>
                  </a:lnTo>
                  <a:lnTo>
                    <a:pt x="8879689" y="471657"/>
                  </a:lnTo>
                  <a:lnTo>
                    <a:pt x="8821933" y="471657"/>
                  </a:lnTo>
                  <a:lnTo>
                    <a:pt x="8764135" y="471657"/>
                  </a:lnTo>
                  <a:lnTo>
                    <a:pt x="8706368" y="471657"/>
                  </a:lnTo>
                  <a:lnTo>
                    <a:pt x="8648695" y="471657"/>
                  </a:lnTo>
                  <a:lnTo>
                    <a:pt x="8591139" y="471657"/>
                  </a:lnTo>
                  <a:lnTo>
                    <a:pt x="8533664" y="471657"/>
                  </a:lnTo>
                  <a:lnTo>
                    <a:pt x="8476150" y="471657"/>
                  </a:lnTo>
                  <a:lnTo>
                    <a:pt x="8418372" y="471657"/>
                  </a:lnTo>
                  <a:lnTo>
                    <a:pt x="8359980" y="471657"/>
                  </a:lnTo>
                  <a:lnTo>
                    <a:pt x="8300474" y="471657"/>
                  </a:lnTo>
                  <a:lnTo>
                    <a:pt x="8239167" y="471657"/>
                  </a:lnTo>
                  <a:lnTo>
                    <a:pt x="8229629" y="471657"/>
                  </a:lnTo>
                  <a:lnTo>
                    <a:pt x="8177693" y="471657"/>
                  </a:lnTo>
                  <a:lnTo>
                    <a:pt x="8123301" y="471657"/>
                  </a:lnTo>
                  <a:lnTo>
                    <a:pt x="8065766" y="471657"/>
                  </a:lnTo>
                  <a:lnTo>
                    <a:pt x="8004334" y="471657"/>
                  </a:lnTo>
                  <a:lnTo>
                    <a:pt x="7938225" y="471657"/>
                  </a:lnTo>
                  <a:lnTo>
                    <a:pt x="7866674" y="471657"/>
                  </a:lnTo>
                  <a:lnTo>
                    <a:pt x="7788983" y="471657"/>
                  </a:lnTo>
                  <a:lnTo>
                    <a:pt x="7704593" y="471657"/>
                  </a:lnTo>
                  <a:lnTo>
                    <a:pt x="7613173" y="471657"/>
                  </a:lnTo>
                  <a:lnTo>
                    <a:pt x="7514741" y="471657"/>
                  </a:lnTo>
                  <a:lnTo>
                    <a:pt x="7409803" y="471657"/>
                  </a:lnTo>
                  <a:lnTo>
                    <a:pt x="7299501" y="471657"/>
                  </a:lnTo>
                  <a:lnTo>
                    <a:pt x="7185739" y="471657"/>
                  </a:lnTo>
                  <a:lnTo>
                    <a:pt x="7071234" y="471657"/>
                  </a:lnTo>
                  <a:lnTo>
                    <a:pt x="6959452" y="471657"/>
                  </a:lnTo>
                  <a:lnTo>
                    <a:pt x="6854362" y="471657"/>
                  </a:lnTo>
                  <a:lnTo>
                    <a:pt x="6760008" y="471657"/>
                  </a:lnTo>
                  <a:lnTo>
                    <a:pt x="6679942" y="471657"/>
                  </a:lnTo>
                  <a:lnTo>
                    <a:pt x="6616632" y="471657"/>
                  </a:lnTo>
                  <a:lnTo>
                    <a:pt x="6570995" y="471657"/>
                  </a:lnTo>
                  <a:lnTo>
                    <a:pt x="6542156" y="471657"/>
                  </a:lnTo>
                  <a:lnTo>
                    <a:pt x="6527471" y="471657"/>
                  </a:lnTo>
                  <a:lnTo>
                    <a:pt x="6522728" y="471657"/>
                  </a:lnTo>
                  <a:lnTo>
                    <a:pt x="6522385" y="471657"/>
                  </a:lnTo>
                  <a:lnTo>
                    <a:pt x="5527445" y="471657"/>
                  </a:lnTo>
                  <a:lnTo>
                    <a:pt x="5526311" y="471648"/>
                  </a:lnTo>
                  <a:lnTo>
                    <a:pt x="5518822" y="471584"/>
                  </a:lnTo>
                  <a:lnTo>
                    <a:pt x="5499846" y="471407"/>
                  </a:lnTo>
                  <a:lnTo>
                    <a:pt x="5465668" y="471058"/>
                  </a:lnTo>
                  <a:lnTo>
                    <a:pt x="5414220" y="470481"/>
                  </a:lnTo>
                  <a:lnTo>
                    <a:pt x="5345228" y="469629"/>
                  </a:lnTo>
                  <a:lnTo>
                    <a:pt x="5260158" y="468467"/>
                  </a:lnTo>
                  <a:lnTo>
                    <a:pt x="5161893" y="466973"/>
                  </a:lnTo>
                  <a:lnTo>
                    <a:pt x="5054208" y="465139"/>
                  </a:lnTo>
                  <a:lnTo>
                    <a:pt x="4941172" y="462968"/>
                  </a:lnTo>
                  <a:lnTo>
                    <a:pt x="4826623" y="460465"/>
                  </a:lnTo>
                  <a:lnTo>
                    <a:pt x="4713792" y="457637"/>
                  </a:lnTo>
                  <a:lnTo>
                    <a:pt x="4605129" y="454486"/>
                  </a:lnTo>
                  <a:lnTo>
                    <a:pt x="4502275" y="451006"/>
                  </a:lnTo>
                  <a:lnTo>
                    <a:pt x="4406147" y="447180"/>
                  </a:lnTo>
                  <a:lnTo>
                    <a:pt x="4317077" y="442982"/>
                  </a:lnTo>
                  <a:lnTo>
                    <a:pt x="4234953" y="438374"/>
                  </a:lnTo>
                  <a:lnTo>
                    <a:pt x="4159361" y="433310"/>
                  </a:lnTo>
                  <a:lnTo>
                    <a:pt x="4089687" y="427734"/>
                  </a:lnTo>
                  <a:lnTo>
                    <a:pt x="4025207" y="421584"/>
                  </a:lnTo>
                  <a:lnTo>
                    <a:pt x="3965148" y="414796"/>
                  </a:lnTo>
                  <a:lnTo>
                    <a:pt x="3908734" y="407308"/>
                  </a:lnTo>
                  <a:lnTo>
                    <a:pt x="3855229" y="399075"/>
                  </a:lnTo>
                  <a:lnTo>
                    <a:pt x="3820202" y="393047"/>
                  </a:lnTo>
                  <a:lnTo>
                    <a:pt x="3759689" y="381413"/>
                  </a:lnTo>
                  <a:lnTo>
                    <a:pt x="3701043" y="368631"/>
                  </a:lnTo>
                  <a:lnTo>
                    <a:pt x="3643579" y="354684"/>
                  </a:lnTo>
                  <a:lnTo>
                    <a:pt x="3586794" y="339590"/>
                  </a:lnTo>
                  <a:lnTo>
                    <a:pt x="3530327" y="323408"/>
                  </a:lnTo>
                  <a:lnTo>
                    <a:pt x="3473941" y="306240"/>
                  </a:lnTo>
                  <a:lnTo>
                    <a:pt x="3417499" y="288234"/>
                  </a:lnTo>
                  <a:lnTo>
                    <a:pt x="3360946" y="269574"/>
                  </a:lnTo>
                  <a:lnTo>
                    <a:pt x="3304291" y="250481"/>
                  </a:lnTo>
                  <a:lnTo>
                    <a:pt x="3247585" y="231197"/>
                  </a:lnTo>
                  <a:lnTo>
                    <a:pt x="3190896" y="211973"/>
                  </a:lnTo>
                  <a:lnTo>
                    <a:pt x="3134286" y="193059"/>
                  </a:lnTo>
                  <a:lnTo>
                    <a:pt x="3077788" y="174687"/>
                  </a:lnTo>
                  <a:lnTo>
                    <a:pt x="3021384" y="157063"/>
                  </a:lnTo>
                  <a:lnTo>
                    <a:pt x="2964982" y="140352"/>
                  </a:lnTo>
                  <a:lnTo>
                    <a:pt x="2908400" y="124682"/>
                  </a:lnTo>
                  <a:lnTo>
                    <a:pt x="2851342" y="110134"/>
                  </a:lnTo>
                  <a:lnTo>
                    <a:pt x="2793383" y="96746"/>
                  </a:lnTo>
                  <a:lnTo>
                    <a:pt x="2733939" y="84519"/>
                  </a:lnTo>
                  <a:lnTo>
                    <a:pt x="2702183" y="78609"/>
                  </a:lnTo>
                  <a:lnTo>
                    <a:pt x="2650276" y="69859"/>
                  </a:lnTo>
                  <a:lnTo>
                    <a:pt x="2595915" y="61868"/>
                  </a:lnTo>
                  <a:lnTo>
                    <a:pt x="2538415" y="54610"/>
                  </a:lnTo>
                  <a:lnTo>
                    <a:pt x="2477023" y="48033"/>
                  </a:lnTo>
                  <a:lnTo>
                    <a:pt x="2410961" y="42074"/>
                  </a:lnTo>
                  <a:lnTo>
                    <a:pt x="2339465" y="36669"/>
                  </a:lnTo>
                  <a:lnTo>
                    <a:pt x="2261837" y="31757"/>
                  </a:lnTo>
                  <a:lnTo>
                    <a:pt x="2177519" y="27286"/>
                  </a:lnTo>
                  <a:lnTo>
                    <a:pt x="2086180" y="23210"/>
                  </a:lnTo>
                  <a:lnTo>
                    <a:pt x="1987834" y="19497"/>
                  </a:lnTo>
                  <a:lnTo>
                    <a:pt x="1882985" y="16124"/>
                  </a:lnTo>
                  <a:lnTo>
                    <a:pt x="1772770" y="13077"/>
                  </a:lnTo>
                  <a:lnTo>
                    <a:pt x="1659082" y="10353"/>
                  </a:lnTo>
                  <a:lnTo>
                    <a:pt x="1544631" y="7956"/>
                  </a:lnTo>
                  <a:lnTo>
                    <a:pt x="1432873" y="5892"/>
                  </a:lnTo>
                  <a:lnTo>
                    <a:pt x="1327767" y="4167"/>
                  </a:lnTo>
                  <a:lnTo>
                    <a:pt x="1233353" y="2781"/>
                  </a:lnTo>
                  <a:lnTo>
                    <a:pt x="1153183" y="1721"/>
                  </a:lnTo>
                  <a:lnTo>
                    <a:pt x="1089735" y="962"/>
                  </a:lnTo>
                  <a:lnTo>
                    <a:pt x="1043941" y="464"/>
                  </a:lnTo>
                  <a:lnTo>
                    <a:pt x="1014946" y="177"/>
                  </a:lnTo>
                  <a:lnTo>
                    <a:pt x="1000130" y="43"/>
                  </a:lnTo>
                  <a:lnTo>
                    <a:pt x="995302" y="2"/>
                  </a:lnTo>
                  <a:lnTo>
                    <a:pt x="99494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1" name="pg1940"/>
            <p:cNvSpPr/>
            <p:nvPr/>
          </p:nvSpPr>
          <p:spPr>
            <a:xfrm>
              <a:off x="1199187" y="2179939"/>
              <a:ext cx="12049831" cy="3878069"/>
            </a:xfrm>
            <a:custGeom>
              <a:avLst/>
              <a:pathLst>
                <a:path w="12049831" h="3878069">
                  <a:moveTo>
                    <a:pt x="0" y="3878069"/>
                  </a:moveTo>
                  <a:lnTo>
                    <a:pt x="994940" y="3878069"/>
                  </a:lnTo>
                  <a:lnTo>
                    <a:pt x="995970" y="3878002"/>
                  </a:lnTo>
                  <a:lnTo>
                    <a:pt x="1002779" y="3877526"/>
                  </a:lnTo>
                  <a:lnTo>
                    <a:pt x="1020080" y="3876211"/>
                  </a:lnTo>
                  <a:lnTo>
                    <a:pt x="1051349" y="3873618"/>
                  </a:lnTo>
                  <a:lnTo>
                    <a:pt x="1098643" y="3869327"/>
                  </a:lnTo>
                  <a:lnTo>
                    <a:pt x="1162445" y="3862973"/>
                  </a:lnTo>
                  <a:lnTo>
                    <a:pt x="1241693" y="3854274"/>
                  </a:lnTo>
                  <a:lnTo>
                    <a:pt x="1334006" y="3843051"/>
                  </a:lnTo>
                  <a:lnTo>
                    <a:pt x="1436104" y="3829224"/>
                  </a:lnTo>
                  <a:lnTo>
                    <a:pt x="1544318" y="3812789"/>
                  </a:lnTo>
                  <a:lnTo>
                    <a:pt x="1655061" y="3793791"/>
                  </a:lnTo>
                  <a:lnTo>
                    <a:pt x="1765187" y="3772280"/>
                  </a:lnTo>
                  <a:lnTo>
                    <a:pt x="1872206" y="3748285"/>
                  </a:lnTo>
                  <a:lnTo>
                    <a:pt x="1974338" y="3721784"/>
                  </a:lnTo>
                  <a:lnTo>
                    <a:pt x="2070482" y="3692693"/>
                  </a:lnTo>
                  <a:lnTo>
                    <a:pt x="2160106" y="3660850"/>
                  </a:lnTo>
                  <a:lnTo>
                    <a:pt x="2243126" y="3626019"/>
                  </a:lnTo>
                  <a:lnTo>
                    <a:pt x="2319786" y="3587887"/>
                  </a:lnTo>
                  <a:lnTo>
                    <a:pt x="2390553" y="3546075"/>
                  </a:lnTo>
                  <a:lnTo>
                    <a:pt x="2456029" y="3500146"/>
                  </a:lnTo>
                  <a:lnTo>
                    <a:pt x="2516896" y="3449628"/>
                  </a:lnTo>
                  <a:lnTo>
                    <a:pt x="2573857" y="3394043"/>
                  </a:lnTo>
                  <a:lnTo>
                    <a:pt x="2627610" y="3332965"/>
                  </a:lnTo>
                  <a:lnTo>
                    <a:pt x="2678805" y="3266099"/>
                  </a:lnTo>
                  <a:lnTo>
                    <a:pt x="2702183" y="3232597"/>
                  </a:lnTo>
                  <a:lnTo>
                    <a:pt x="2741318" y="3172287"/>
                  </a:lnTo>
                  <a:lnTo>
                    <a:pt x="2779565" y="3108132"/>
                  </a:lnTo>
                  <a:lnTo>
                    <a:pt x="2817134" y="3040053"/>
                  </a:lnTo>
                  <a:lnTo>
                    <a:pt x="2854202" y="2968018"/>
                  </a:lnTo>
                  <a:lnTo>
                    <a:pt x="2890911" y="2892046"/>
                  </a:lnTo>
                  <a:lnTo>
                    <a:pt x="2927379" y="2812208"/>
                  </a:lnTo>
                  <a:lnTo>
                    <a:pt x="2963699" y="2728638"/>
                  </a:lnTo>
                  <a:lnTo>
                    <a:pt x="2999945" y="2641527"/>
                  </a:lnTo>
                  <a:lnTo>
                    <a:pt x="3036170" y="2551131"/>
                  </a:lnTo>
                  <a:lnTo>
                    <a:pt x="3072411" y="2457764"/>
                  </a:lnTo>
                  <a:lnTo>
                    <a:pt x="3108690" y="2361799"/>
                  </a:lnTo>
                  <a:lnTo>
                    <a:pt x="3145016" y="2263663"/>
                  </a:lnTo>
                  <a:lnTo>
                    <a:pt x="3181388" y="2163827"/>
                  </a:lnTo>
                  <a:lnTo>
                    <a:pt x="3217797" y="2062801"/>
                  </a:lnTo>
                  <a:lnTo>
                    <a:pt x="3254228" y="1961119"/>
                  </a:lnTo>
                  <a:lnTo>
                    <a:pt x="3290663" y="1859331"/>
                  </a:lnTo>
                  <a:lnTo>
                    <a:pt x="3327082" y="1757989"/>
                  </a:lnTo>
                  <a:lnTo>
                    <a:pt x="3363470" y="1657637"/>
                  </a:lnTo>
                  <a:lnTo>
                    <a:pt x="3399814" y="1558793"/>
                  </a:lnTo>
                  <a:lnTo>
                    <a:pt x="3436111" y="1461945"/>
                  </a:lnTo>
                  <a:lnTo>
                    <a:pt x="3472364" y="1367538"/>
                  </a:lnTo>
                  <a:lnTo>
                    <a:pt x="3508592" y="1275966"/>
                  </a:lnTo>
                  <a:lnTo>
                    <a:pt x="3544824" y="1187566"/>
                  </a:lnTo>
                  <a:lnTo>
                    <a:pt x="3581109" y="1102616"/>
                  </a:lnTo>
                  <a:lnTo>
                    <a:pt x="3617511" y="1021333"/>
                  </a:lnTo>
                  <a:lnTo>
                    <a:pt x="3654115" y="943871"/>
                  </a:lnTo>
                  <a:lnTo>
                    <a:pt x="3691030" y="870326"/>
                  </a:lnTo>
                  <a:lnTo>
                    <a:pt x="3728389" y="800736"/>
                  </a:lnTo>
                  <a:lnTo>
                    <a:pt x="3766354" y="735087"/>
                  </a:lnTo>
                  <a:lnTo>
                    <a:pt x="3805122" y="673319"/>
                  </a:lnTo>
                  <a:lnTo>
                    <a:pt x="3820202" y="650712"/>
                  </a:lnTo>
                  <a:lnTo>
                    <a:pt x="3870396" y="581087"/>
                  </a:lnTo>
                  <a:lnTo>
                    <a:pt x="3922867" y="517309"/>
                  </a:lnTo>
                  <a:lnTo>
                    <a:pt x="3978234" y="459186"/>
                  </a:lnTo>
                  <a:lnTo>
                    <a:pt x="4037174" y="406340"/>
                  </a:lnTo>
                  <a:lnTo>
                    <a:pt x="4100394" y="358311"/>
                  </a:lnTo>
                  <a:lnTo>
                    <a:pt x="4168589" y="314619"/>
                  </a:lnTo>
                  <a:lnTo>
                    <a:pt x="4242407" y="274806"/>
                  </a:lnTo>
                  <a:lnTo>
                    <a:pt x="4322388" y="238464"/>
                  </a:lnTo>
                  <a:lnTo>
                    <a:pt x="4408891" y="205249"/>
                  </a:lnTo>
                  <a:lnTo>
                    <a:pt x="4502001" y="174887"/>
                  </a:lnTo>
                  <a:lnTo>
                    <a:pt x="4601414" y="147182"/>
                  </a:lnTo>
                  <a:lnTo>
                    <a:pt x="4706312" y="122014"/>
                  </a:lnTo>
                  <a:lnTo>
                    <a:pt x="4815242" y="99333"/>
                  </a:lnTo>
                  <a:lnTo>
                    <a:pt x="4926049" y="79146"/>
                  </a:lnTo>
                  <a:lnTo>
                    <a:pt x="5035880" y="61498"/>
                  </a:lnTo>
                  <a:lnTo>
                    <a:pt x="5141320" y="46440"/>
                  </a:lnTo>
                  <a:lnTo>
                    <a:pt x="5238683" y="33996"/>
                  </a:lnTo>
                  <a:lnTo>
                    <a:pt x="5324443" y="24125"/>
                  </a:lnTo>
                  <a:lnTo>
                    <a:pt x="5395736" y="16696"/>
                  </a:lnTo>
                  <a:lnTo>
                    <a:pt x="5450838" y="11475"/>
                  </a:lnTo>
                  <a:lnTo>
                    <a:pt x="5489487" y="8133"/>
                  </a:lnTo>
                  <a:lnTo>
                    <a:pt x="5513013" y="6271"/>
                  </a:lnTo>
                  <a:lnTo>
                    <a:pt x="5524245" y="545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3" y="5299"/>
                  </a:lnTo>
                  <a:lnTo>
                    <a:pt x="6530428" y="5714"/>
                  </a:lnTo>
                  <a:lnTo>
                    <a:pt x="6548165" y="6862"/>
                  </a:lnTo>
                  <a:lnTo>
                    <a:pt x="6580193" y="9126"/>
                  </a:lnTo>
                  <a:lnTo>
                    <a:pt x="6628574" y="12869"/>
                  </a:lnTo>
                  <a:lnTo>
                    <a:pt x="6693740" y="18411"/>
                  </a:lnTo>
                  <a:lnTo>
                    <a:pt x="6774527" y="25990"/>
                  </a:lnTo>
                  <a:lnTo>
                    <a:pt x="6868424" y="35759"/>
                  </a:lnTo>
                  <a:lnTo>
                    <a:pt x="6972024" y="47784"/>
                  </a:lnTo>
                  <a:lnTo>
                    <a:pt x="7081547" y="62061"/>
                  </a:lnTo>
                  <a:lnTo>
                    <a:pt x="7193337" y="78552"/>
                  </a:lnTo>
                  <a:lnTo>
                    <a:pt x="7304223" y="97212"/>
                  </a:lnTo>
                  <a:lnTo>
                    <a:pt x="7411719" y="118021"/>
                  </a:lnTo>
                  <a:lnTo>
                    <a:pt x="7514080" y="141002"/>
                  </a:lnTo>
                  <a:lnTo>
                    <a:pt x="7610249" y="166238"/>
                  </a:lnTo>
                  <a:lnTo>
                    <a:pt x="7699748" y="193877"/>
                  </a:lnTo>
                  <a:lnTo>
                    <a:pt x="7782544" y="224136"/>
                  </a:lnTo>
                  <a:lnTo>
                    <a:pt x="7858926" y="257296"/>
                  </a:lnTo>
                  <a:lnTo>
                    <a:pt x="7929400" y="293697"/>
                  </a:lnTo>
                  <a:lnTo>
                    <a:pt x="7994603" y="333726"/>
                  </a:lnTo>
                  <a:lnTo>
                    <a:pt x="8055240" y="377799"/>
                  </a:lnTo>
                  <a:lnTo>
                    <a:pt x="8112036" y="426328"/>
                  </a:lnTo>
                  <a:lnTo>
                    <a:pt x="8165701" y="479670"/>
                  </a:lnTo>
                  <a:lnTo>
                    <a:pt x="8216888" y="538046"/>
                  </a:lnTo>
                  <a:lnTo>
                    <a:pt x="8229629" y="553760"/>
                  </a:lnTo>
                  <a:lnTo>
                    <a:pt x="8271425" y="608662"/>
                  </a:lnTo>
                  <a:lnTo>
                    <a:pt x="8312224" y="667304"/>
                  </a:lnTo>
                  <a:lnTo>
                    <a:pt x="8352279" y="729761"/>
                  </a:lnTo>
                  <a:lnTo>
                    <a:pt x="8391796" y="796060"/>
                  </a:lnTo>
                  <a:lnTo>
                    <a:pt x="8430943" y="866168"/>
                  </a:lnTo>
                  <a:lnTo>
                    <a:pt x="8469854" y="939989"/>
                  </a:lnTo>
                  <a:lnTo>
                    <a:pt x="8508633" y="1017365"/>
                  </a:lnTo>
                  <a:lnTo>
                    <a:pt x="8547359" y="1098065"/>
                  </a:lnTo>
                  <a:lnTo>
                    <a:pt x="8586087" y="1181794"/>
                  </a:lnTo>
                  <a:lnTo>
                    <a:pt x="8624850" y="1268188"/>
                  </a:lnTo>
                  <a:lnTo>
                    <a:pt x="8663664" y="1356823"/>
                  </a:lnTo>
                  <a:lnTo>
                    <a:pt x="8702533" y="1447223"/>
                  </a:lnTo>
                  <a:lnTo>
                    <a:pt x="8741446" y="1538866"/>
                  </a:lnTo>
                  <a:lnTo>
                    <a:pt x="8780386" y="1631201"/>
                  </a:lnTo>
                  <a:lnTo>
                    <a:pt x="8819331" y="1723657"/>
                  </a:lnTo>
                  <a:lnTo>
                    <a:pt x="8858258" y="1815662"/>
                  </a:lnTo>
                  <a:lnTo>
                    <a:pt x="8897148" y="1906655"/>
                  </a:lnTo>
                  <a:lnTo>
                    <a:pt x="8935986" y="1996099"/>
                  </a:lnTo>
                  <a:lnTo>
                    <a:pt x="8974770" y="2083498"/>
                  </a:lnTo>
                  <a:lnTo>
                    <a:pt x="9013509" y="2168404"/>
                  </a:lnTo>
                  <a:lnTo>
                    <a:pt x="9052230" y="2250427"/>
                  </a:lnTo>
                  <a:lnTo>
                    <a:pt x="9090979" y="2329244"/>
                  </a:lnTo>
                  <a:lnTo>
                    <a:pt x="9129823" y="2404595"/>
                  </a:lnTo>
                  <a:lnTo>
                    <a:pt x="9168856" y="2476291"/>
                  </a:lnTo>
                  <a:lnTo>
                    <a:pt x="9208197" y="2544212"/>
                  </a:lnTo>
                  <a:lnTo>
                    <a:pt x="9248002" y="2608297"/>
                  </a:lnTo>
                  <a:lnTo>
                    <a:pt x="9288457" y="2668549"/>
                  </a:lnTo>
                  <a:lnTo>
                    <a:pt x="9329797" y="2725024"/>
                  </a:lnTo>
                  <a:lnTo>
                    <a:pt x="9347647" y="2747839"/>
                  </a:lnTo>
                  <a:lnTo>
                    <a:pt x="9398297" y="2807509"/>
                  </a:lnTo>
                  <a:lnTo>
                    <a:pt x="9451269" y="2862122"/>
                  </a:lnTo>
                  <a:lnTo>
                    <a:pt x="9507201" y="2911850"/>
                  </a:lnTo>
                  <a:lnTo>
                    <a:pt x="9566788" y="2957022"/>
                  </a:lnTo>
                  <a:lnTo>
                    <a:pt x="9630757" y="2998044"/>
                  </a:lnTo>
                  <a:lnTo>
                    <a:pt x="9699821" y="3035332"/>
                  </a:lnTo>
                  <a:lnTo>
                    <a:pt x="9774641" y="3069285"/>
                  </a:lnTo>
                  <a:lnTo>
                    <a:pt x="9855761" y="3100255"/>
                  </a:lnTo>
                  <a:lnTo>
                    <a:pt x="9943537" y="3128540"/>
                  </a:lnTo>
                  <a:lnTo>
                    <a:pt x="10038029" y="3154373"/>
                  </a:lnTo>
                  <a:lnTo>
                    <a:pt x="10138884" y="3177920"/>
                  </a:lnTo>
                  <a:lnTo>
                    <a:pt x="10245206" y="3199278"/>
                  </a:lnTo>
                  <a:lnTo>
                    <a:pt x="10355433" y="3218488"/>
                  </a:lnTo>
                  <a:lnTo>
                    <a:pt x="10467269" y="3235536"/>
                  </a:lnTo>
                  <a:lnTo>
                    <a:pt x="10577705" y="3250383"/>
                  </a:lnTo>
                  <a:lnTo>
                    <a:pt x="10683178" y="3262985"/>
                  </a:lnTo>
                  <a:lnTo>
                    <a:pt x="10779900" y="3273326"/>
                  </a:lnTo>
                  <a:lnTo>
                    <a:pt x="10864317" y="3281454"/>
                  </a:lnTo>
                  <a:lnTo>
                    <a:pt x="10933642" y="3287496"/>
                  </a:lnTo>
                  <a:lnTo>
                    <a:pt x="10986333" y="3291672"/>
                  </a:lnTo>
                  <a:lnTo>
                    <a:pt x="11022403" y="3294280"/>
                  </a:lnTo>
                  <a:lnTo>
                    <a:pt x="11043507" y="3295676"/>
                  </a:lnTo>
                  <a:lnTo>
                    <a:pt x="11052827" y="3296242"/>
                  </a:lnTo>
                  <a:lnTo>
                    <a:pt x="11054891" y="3296358"/>
                  </a:lnTo>
                  <a:lnTo>
                    <a:pt x="12049831" y="3296358"/>
                  </a:lnTo>
                  <a:lnTo>
                    <a:pt x="12049831" y="3291118"/>
                  </a:lnTo>
                  <a:lnTo>
                    <a:pt x="11054891" y="3291118"/>
                  </a:lnTo>
                  <a:lnTo>
                    <a:pt x="11053834" y="3291059"/>
                  </a:lnTo>
                  <a:lnTo>
                    <a:pt x="11046848" y="3290644"/>
                  </a:lnTo>
                  <a:lnTo>
                    <a:pt x="11029111" y="3289496"/>
                  </a:lnTo>
                  <a:lnTo>
                    <a:pt x="10997083" y="3287232"/>
                  </a:lnTo>
                  <a:lnTo>
                    <a:pt x="10948703" y="3283488"/>
                  </a:lnTo>
                  <a:lnTo>
                    <a:pt x="10883536" y="3277947"/>
                  </a:lnTo>
                  <a:lnTo>
                    <a:pt x="10802749" y="3270368"/>
                  </a:lnTo>
                  <a:lnTo>
                    <a:pt x="10708852" y="3260598"/>
                  </a:lnTo>
                  <a:lnTo>
                    <a:pt x="10605253" y="3248574"/>
                  </a:lnTo>
                  <a:lnTo>
                    <a:pt x="10495730" y="3234297"/>
                  </a:lnTo>
                  <a:lnTo>
                    <a:pt x="10383939" y="3217806"/>
                  </a:lnTo>
                  <a:lnTo>
                    <a:pt x="10273053" y="3199146"/>
                  </a:lnTo>
                  <a:lnTo>
                    <a:pt x="10165558" y="3178337"/>
                  </a:lnTo>
                  <a:lnTo>
                    <a:pt x="10063197" y="3155356"/>
                  </a:lnTo>
                  <a:lnTo>
                    <a:pt x="9967027" y="3130120"/>
                  </a:lnTo>
                  <a:lnTo>
                    <a:pt x="9877529" y="3102481"/>
                  </a:lnTo>
                  <a:lnTo>
                    <a:pt x="9794733" y="3072221"/>
                  </a:lnTo>
                  <a:lnTo>
                    <a:pt x="9718351" y="3039062"/>
                  </a:lnTo>
                  <a:lnTo>
                    <a:pt x="9647877" y="3002661"/>
                  </a:lnTo>
                  <a:lnTo>
                    <a:pt x="9582674" y="2962632"/>
                  </a:lnTo>
                  <a:lnTo>
                    <a:pt x="9522037" y="2918559"/>
                  </a:lnTo>
                  <a:lnTo>
                    <a:pt x="9465240" y="2870030"/>
                  </a:lnTo>
                  <a:lnTo>
                    <a:pt x="9411575" y="2816688"/>
                  </a:lnTo>
                  <a:lnTo>
                    <a:pt x="9360388" y="2758312"/>
                  </a:lnTo>
                  <a:lnTo>
                    <a:pt x="9347647" y="2742598"/>
                  </a:lnTo>
                  <a:lnTo>
                    <a:pt x="9305852" y="2687696"/>
                  </a:lnTo>
                  <a:lnTo>
                    <a:pt x="9265053" y="2629054"/>
                  </a:lnTo>
                  <a:lnTo>
                    <a:pt x="9224998" y="2566597"/>
                  </a:lnTo>
                  <a:lnTo>
                    <a:pt x="9185481" y="2500298"/>
                  </a:lnTo>
                  <a:lnTo>
                    <a:pt x="9146334" y="2430190"/>
                  </a:lnTo>
                  <a:lnTo>
                    <a:pt x="9107423" y="2356369"/>
                  </a:lnTo>
                  <a:lnTo>
                    <a:pt x="9068643" y="2278993"/>
                  </a:lnTo>
                  <a:lnTo>
                    <a:pt x="9029917" y="2198293"/>
                  </a:lnTo>
                  <a:lnTo>
                    <a:pt x="8991190" y="2114564"/>
                  </a:lnTo>
                  <a:lnTo>
                    <a:pt x="8952427" y="2028170"/>
                  </a:lnTo>
                  <a:lnTo>
                    <a:pt x="8913612" y="1939535"/>
                  </a:lnTo>
                  <a:lnTo>
                    <a:pt x="8874743" y="1849135"/>
                  </a:lnTo>
                  <a:lnTo>
                    <a:pt x="8835830" y="1757492"/>
                  </a:lnTo>
                  <a:lnTo>
                    <a:pt x="8796890" y="1665157"/>
                  </a:lnTo>
                  <a:lnTo>
                    <a:pt x="8757945" y="1572701"/>
                  </a:lnTo>
                  <a:lnTo>
                    <a:pt x="8719018" y="1480695"/>
                  </a:lnTo>
                  <a:lnTo>
                    <a:pt x="8680129" y="1389703"/>
                  </a:lnTo>
                  <a:lnTo>
                    <a:pt x="8641291" y="1300259"/>
                  </a:lnTo>
                  <a:lnTo>
                    <a:pt x="8602507" y="1212860"/>
                  </a:lnTo>
                  <a:lnTo>
                    <a:pt x="8563767" y="1127954"/>
                  </a:lnTo>
                  <a:lnTo>
                    <a:pt x="8525046" y="1045930"/>
                  </a:lnTo>
                  <a:lnTo>
                    <a:pt x="8486297" y="967114"/>
                  </a:lnTo>
                  <a:lnTo>
                    <a:pt x="8447453" y="891763"/>
                  </a:lnTo>
                  <a:lnTo>
                    <a:pt x="8408421" y="820066"/>
                  </a:lnTo>
                  <a:lnTo>
                    <a:pt x="8369079" y="752146"/>
                  </a:lnTo>
                  <a:lnTo>
                    <a:pt x="8329275" y="688061"/>
                  </a:lnTo>
                  <a:lnTo>
                    <a:pt x="8288819" y="627808"/>
                  </a:lnTo>
                  <a:lnTo>
                    <a:pt x="8247480" y="571334"/>
                  </a:lnTo>
                  <a:lnTo>
                    <a:pt x="8229629" y="548519"/>
                  </a:lnTo>
                  <a:lnTo>
                    <a:pt x="8178980" y="488849"/>
                  </a:lnTo>
                  <a:lnTo>
                    <a:pt x="8126007" y="434236"/>
                  </a:lnTo>
                  <a:lnTo>
                    <a:pt x="8070076" y="384508"/>
                  </a:lnTo>
                  <a:lnTo>
                    <a:pt x="8010488" y="339336"/>
                  </a:lnTo>
                  <a:lnTo>
                    <a:pt x="7946519" y="298314"/>
                  </a:lnTo>
                  <a:lnTo>
                    <a:pt x="7877455" y="261026"/>
                  </a:lnTo>
                  <a:lnTo>
                    <a:pt x="7802636" y="227073"/>
                  </a:lnTo>
                  <a:lnTo>
                    <a:pt x="7721515" y="196102"/>
                  </a:lnTo>
                  <a:lnTo>
                    <a:pt x="7633740" y="167817"/>
                  </a:lnTo>
                  <a:lnTo>
                    <a:pt x="7539248" y="141985"/>
                  </a:lnTo>
                  <a:lnTo>
                    <a:pt x="7438392" y="118438"/>
                  </a:lnTo>
                  <a:lnTo>
                    <a:pt x="7332070" y="97079"/>
                  </a:lnTo>
                  <a:lnTo>
                    <a:pt x="7221843" y="77870"/>
                  </a:lnTo>
                  <a:lnTo>
                    <a:pt x="7110007" y="60822"/>
                  </a:lnTo>
                  <a:lnTo>
                    <a:pt x="6999572" y="45975"/>
                  </a:lnTo>
                  <a:lnTo>
                    <a:pt x="6894098" y="33373"/>
                  </a:lnTo>
                  <a:lnTo>
                    <a:pt x="6797376" y="23031"/>
                  </a:lnTo>
                  <a:lnTo>
                    <a:pt x="6712959" y="14904"/>
                  </a:lnTo>
                  <a:lnTo>
                    <a:pt x="6643634" y="8862"/>
                  </a:lnTo>
                  <a:lnTo>
                    <a:pt x="6590944" y="4686"/>
                  </a:lnTo>
                  <a:lnTo>
                    <a:pt x="6554874" y="2078"/>
                  </a:lnTo>
                  <a:lnTo>
                    <a:pt x="6533770" y="682"/>
                  </a:lnTo>
                  <a:lnTo>
                    <a:pt x="6524450" y="11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15" y="66"/>
                  </a:lnTo>
                  <a:lnTo>
                    <a:pt x="5519606" y="543"/>
                  </a:lnTo>
                  <a:lnTo>
                    <a:pt x="5502305" y="1858"/>
                  </a:lnTo>
                  <a:lnTo>
                    <a:pt x="5471036" y="4451"/>
                  </a:lnTo>
                  <a:lnTo>
                    <a:pt x="5423742" y="8741"/>
                  </a:lnTo>
                  <a:lnTo>
                    <a:pt x="5359940" y="15096"/>
                  </a:lnTo>
                  <a:lnTo>
                    <a:pt x="5280692" y="23794"/>
                  </a:lnTo>
                  <a:lnTo>
                    <a:pt x="5188379" y="35017"/>
                  </a:lnTo>
                  <a:lnTo>
                    <a:pt x="5086281" y="48844"/>
                  </a:lnTo>
                  <a:lnTo>
                    <a:pt x="4978067" y="65279"/>
                  </a:lnTo>
                  <a:lnTo>
                    <a:pt x="4867324" y="84278"/>
                  </a:lnTo>
                  <a:lnTo>
                    <a:pt x="4757198" y="105789"/>
                  </a:lnTo>
                  <a:lnTo>
                    <a:pt x="4650179" y="129784"/>
                  </a:lnTo>
                  <a:lnTo>
                    <a:pt x="4548047" y="156284"/>
                  </a:lnTo>
                  <a:lnTo>
                    <a:pt x="4451903" y="185375"/>
                  </a:lnTo>
                  <a:lnTo>
                    <a:pt x="4362279" y="217218"/>
                  </a:lnTo>
                  <a:lnTo>
                    <a:pt x="4279259" y="252049"/>
                  </a:lnTo>
                  <a:lnTo>
                    <a:pt x="4202599" y="290181"/>
                  </a:lnTo>
                  <a:lnTo>
                    <a:pt x="4131832" y="331993"/>
                  </a:lnTo>
                  <a:lnTo>
                    <a:pt x="4066356" y="377922"/>
                  </a:lnTo>
                  <a:lnTo>
                    <a:pt x="4005489" y="428440"/>
                  </a:lnTo>
                  <a:lnTo>
                    <a:pt x="3948528" y="484025"/>
                  </a:lnTo>
                  <a:lnTo>
                    <a:pt x="3894775" y="545103"/>
                  </a:lnTo>
                  <a:lnTo>
                    <a:pt x="3843580" y="611969"/>
                  </a:lnTo>
                  <a:lnTo>
                    <a:pt x="3820202" y="645471"/>
                  </a:lnTo>
                  <a:lnTo>
                    <a:pt x="3781067" y="705781"/>
                  </a:lnTo>
                  <a:lnTo>
                    <a:pt x="3742820" y="769936"/>
                  </a:lnTo>
                  <a:lnTo>
                    <a:pt x="3705251" y="838015"/>
                  </a:lnTo>
                  <a:lnTo>
                    <a:pt x="3668183" y="910050"/>
                  </a:lnTo>
                  <a:lnTo>
                    <a:pt x="3631474" y="986022"/>
                  </a:lnTo>
                  <a:lnTo>
                    <a:pt x="3595006" y="1065860"/>
                  </a:lnTo>
                  <a:lnTo>
                    <a:pt x="3558686" y="1149430"/>
                  </a:lnTo>
                  <a:lnTo>
                    <a:pt x="3522440" y="1236541"/>
                  </a:lnTo>
                  <a:lnTo>
                    <a:pt x="3486215" y="1326937"/>
                  </a:lnTo>
                  <a:lnTo>
                    <a:pt x="3449974" y="1420304"/>
                  </a:lnTo>
                  <a:lnTo>
                    <a:pt x="3413695" y="1516269"/>
                  </a:lnTo>
                  <a:lnTo>
                    <a:pt x="3377369" y="1614405"/>
                  </a:lnTo>
                  <a:lnTo>
                    <a:pt x="3340997" y="1714241"/>
                  </a:lnTo>
                  <a:lnTo>
                    <a:pt x="3304588" y="1815267"/>
                  </a:lnTo>
                  <a:lnTo>
                    <a:pt x="3268157" y="1916949"/>
                  </a:lnTo>
                  <a:lnTo>
                    <a:pt x="3231722" y="2018737"/>
                  </a:lnTo>
                  <a:lnTo>
                    <a:pt x="3195303" y="2120079"/>
                  </a:lnTo>
                  <a:lnTo>
                    <a:pt x="3158915" y="2220431"/>
                  </a:lnTo>
                  <a:lnTo>
                    <a:pt x="3122571" y="2319275"/>
                  </a:lnTo>
                  <a:lnTo>
                    <a:pt x="3086274" y="2416123"/>
                  </a:lnTo>
                  <a:lnTo>
                    <a:pt x="3050021" y="2510530"/>
                  </a:lnTo>
                  <a:lnTo>
                    <a:pt x="3013793" y="2602102"/>
                  </a:lnTo>
                  <a:lnTo>
                    <a:pt x="2977561" y="2690503"/>
                  </a:lnTo>
                  <a:lnTo>
                    <a:pt x="2941276" y="2775452"/>
                  </a:lnTo>
                  <a:lnTo>
                    <a:pt x="2904874" y="2856736"/>
                  </a:lnTo>
                  <a:lnTo>
                    <a:pt x="2868270" y="2934197"/>
                  </a:lnTo>
                  <a:lnTo>
                    <a:pt x="2831355" y="3007743"/>
                  </a:lnTo>
                  <a:lnTo>
                    <a:pt x="2793996" y="3077333"/>
                  </a:lnTo>
                  <a:lnTo>
                    <a:pt x="2756031" y="3142981"/>
                  </a:lnTo>
                  <a:lnTo>
                    <a:pt x="2717263" y="3204749"/>
                  </a:lnTo>
                  <a:lnTo>
                    <a:pt x="2702183" y="3227357"/>
                  </a:lnTo>
                  <a:lnTo>
                    <a:pt x="2651989" y="3296981"/>
                  </a:lnTo>
                  <a:lnTo>
                    <a:pt x="2599518" y="3360759"/>
                  </a:lnTo>
                  <a:lnTo>
                    <a:pt x="2544151" y="3418882"/>
                  </a:lnTo>
                  <a:lnTo>
                    <a:pt x="2485211" y="3471728"/>
                  </a:lnTo>
                  <a:lnTo>
                    <a:pt x="2421991" y="3519757"/>
                  </a:lnTo>
                  <a:lnTo>
                    <a:pt x="2353796" y="3563450"/>
                  </a:lnTo>
                  <a:lnTo>
                    <a:pt x="2279978" y="3603263"/>
                  </a:lnTo>
                  <a:lnTo>
                    <a:pt x="2199997" y="3639604"/>
                  </a:lnTo>
                  <a:lnTo>
                    <a:pt x="2113494" y="3672820"/>
                  </a:lnTo>
                  <a:lnTo>
                    <a:pt x="2020384" y="3703181"/>
                  </a:lnTo>
                  <a:lnTo>
                    <a:pt x="1920971" y="3730886"/>
                  </a:lnTo>
                  <a:lnTo>
                    <a:pt x="1816073" y="3756054"/>
                  </a:lnTo>
                  <a:lnTo>
                    <a:pt x="1707143" y="3778735"/>
                  </a:lnTo>
                  <a:lnTo>
                    <a:pt x="1596336" y="3798922"/>
                  </a:lnTo>
                  <a:lnTo>
                    <a:pt x="1486505" y="3816570"/>
                  </a:lnTo>
                  <a:lnTo>
                    <a:pt x="1381065" y="3831628"/>
                  </a:lnTo>
                  <a:lnTo>
                    <a:pt x="1283702" y="3844072"/>
                  </a:lnTo>
                  <a:lnTo>
                    <a:pt x="1197942" y="3853943"/>
                  </a:lnTo>
                  <a:lnTo>
                    <a:pt x="1126649" y="3861372"/>
                  </a:lnTo>
                  <a:lnTo>
                    <a:pt x="1071547" y="3866593"/>
                  </a:lnTo>
                  <a:lnTo>
                    <a:pt x="1032898" y="3869935"/>
                  </a:lnTo>
                  <a:lnTo>
                    <a:pt x="1009372" y="3871797"/>
                  </a:lnTo>
                  <a:lnTo>
                    <a:pt x="998140" y="3872614"/>
                  </a:lnTo>
                  <a:lnTo>
                    <a:pt x="994940" y="3872828"/>
                  </a:lnTo>
                  <a:lnTo>
                    <a:pt x="0" y="3872828"/>
                  </a:lnTo>
                  <a:close/>
                </a:path>
              </a:pathLst>
            </a:custGeom>
            <a:solidFill>
              <a:srgbClr val="26C6D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42" name="pl1941"/>
            <p:cNvSpPr/>
            <p:nvPr/>
          </p:nvSpPr>
          <p:spPr>
            <a:xfrm>
              <a:off x="1199187" y="2185179"/>
              <a:ext cx="12049831" cy="3872828"/>
            </a:xfrm>
            <a:custGeom>
              <a:avLst/>
              <a:pathLst>
                <a:path w="12049831" h="3872828">
                  <a:moveTo>
                    <a:pt x="0" y="3872828"/>
                  </a:moveTo>
                  <a:lnTo>
                    <a:pt x="994940" y="3872828"/>
                  </a:lnTo>
                  <a:lnTo>
                    <a:pt x="995970" y="3872761"/>
                  </a:lnTo>
                  <a:lnTo>
                    <a:pt x="1002779" y="3872285"/>
                  </a:lnTo>
                  <a:lnTo>
                    <a:pt x="1020080" y="3870970"/>
                  </a:lnTo>
                  <a:lnTo>
                    <a:pt x="1051349" y="3868377"/>
                  </a:lnTo>
                  <a:lnTo>
                    <a:pt x="1098643" y="3864086"/>
                  </a:lnTo>
                  <a:lnTo>
                    <a:pt x="1162445" y="3857732"/>
                  </a:lnTo>
                  <a:lnTo>
                    <a:pt x="1241693" y="3849033"/>
                  </a:lnTo>
                  <a:lnTo>
                    <a:pt x="1334006" y="3837811"/>
                  </a:lnTo>
                  <a:lnTo>
                    <a:pt x="1436104" y="3823983"/>
                  </a:lnTo>
                  <a:lnTo>
                    <a:pt x="1544318" y="3807549"/>
                  </a:lnTo>
                  <a:lnTo>
                    <a:pt x="1655061" y="3788550"/>
                  </a:lnTo>
                  <a:lnTo>
                    <a:pt x="1765187" y="3767039"/>
                  </a:lnTo>
                  <a:lnTo>
                    <a:pt x="1872206" y="3743044"/>
                  </a:lnTo>
                  <a:lnTo>
                    <a:pt x="1974338" y="3716544"/>
                  </a:lnTo>
                  <a:lnTo>
                    <a:pt x="2070482" y="3687453"/>
                  </a:lnTo>
                  <a:lnTo>
                    <a:pt x="2160106" y="3655610"/>
                  </a:lnTo>
                  <a:lnTo>
                    <a:pt x="2243126" y="3620778"/>
                  </a:lnTo>
                  <a:lnTo>
                    <a:pt x="2319786" y="3582647"/>
                  </a:lnTo>
                  <a:lnTo>
                    <a:pt x="2390553" y="3540835"/>
                  </a:lnTo>
                  <a:lnTo>
                    <a:pt x="2456029" y="3494906"/>
                  </a:lnTo>
                  <a:lnTo>
                    <a:pt x="2516896" y="3444387"/>
                  </a:lnTo>
                  <a:lnTo>
                    <a:pt x="2573857" y="3388802"/>
                  </a:lnTo>
                  <a:lnTo>
                    <a:pt x="2627610" y="3327724"/>
                  </a:lnTo>
                  <a:lnTo>
                    <a:pt x="2678805" y="3260858"/>
                  </a:lnTo>
                  <a:lnTo>
                    <a:pt x="2702183" y="3227357"/>
                  </a:lnTo>
                  <a:lnTo>
                    <a:pt x="2741318" y="3167047"/>
                  </a:lnTo>
                  <a:lnTo>
                    <a:pt x="2779565" y="3102891"/>
                  </a:lnTo>
                  <a:lnTo>
                    <a:pt x="2817134" y="3034813"/>
                  </a:lnTo>
                  <a:lnTo>
                    <a:pt x="2854202" y="2962778"/>
                  </a:lnTo>
                  <a:lnTo>
                    <a:pt x="2890911" y="2886805"/>
                  </a:lnTo>
                  <a:lnTo>
                    <a:pt x="2927379" y="2806968"/>
                  </a:lnTo>
                  <a:lnTo>
                    <a:pt x="2963699" y="2723397"/>
                  </a:lnTo>
                  <a:lnTo>
                    <a:pt x="2999945" y="2636287"/>
                  </a:lnTo>
                  <a:lnTo>
                    <a:pt x="3036170" y="2545890"/>
                  </a:lnTo>
                  <a:lnTo>
                    <a:pt x="3072411" y="2452523"/>
                  </a:lnTo>
                  <a:lnTo>
                    <a:pt x="3108690" y="2356559"/>
                  </a:lnTo>
                  <a:lnTo>
                    <a:pt x="3145016" y="2258423"/>
                  </a:lnTo>
                  <a:lnTo>
                    <a:pt x="3181388" y="2158587"/>
                  </a:lnTo>
                  <a:lnTo>
                    <a:pt x="3217797" y="2057560"/>
                  </a:lnTo>
                  <a:lnTo>
                    <a:pt x="3254228" y="1955878"/>
                  </a:lnTo>
                  <a:lnTo>
                    <a:pt x="3290663" y="1854090"/>
                  </a:lnTo>
                  <a:lnTo>
                    <a:pt x="3327082" y="1752749"/>
                  </a:lnTo>
                  <a:lnTo>
                    <a:pt x="3363470" y="1652396"/>
                  </a:lnTo>
                  <a:lnTo>
                    <a:pt x="3399814" y="1553552"/>
                  </a:lnTo>
                  <a:lnTo>
                    <a:pt x="3436111" y="1456705"/>
                  </a:lnTo>
                  <a:lnTo>
                    <a:pt x="3472364" y="1362298"/>
                  </a:lnTo>
                  <a:lnTo>
                    <a:pt x="3508592" y="1270725"/>
                  </a:lnTo>
                  <a:lnTo>
                    <a:pt x="3544824" y="1182325"/>
                  </a:lnTo>
                  <a:lnTo>
                    <a:pt x="3581109" y="1097375"/>
                  </a:lnTo>
                  <a:lnTo>
                    <a:pt x="3617511" y="1016092"/>
                  </a:lnTo>
                  <a:lnTo>
                    <a:pt x="3654115" y="938630"/>
                  </a:lnTo>
                  <a:lnTo>
                    <a:pt x="3691030" y="865085"/>
                  </a:lnTo>
                  <a:lnTo>
                    <a:pt x="3728389" y="795495"/>
                  </a:lnTo>
                  <a:lnTo>
                    <a:pt x="3766354" y="729847"/>
                  </a:lnTo>
                  <a:lnTo>
                    <a:pt x="3805122" y="668079"/>
                  </a:lnTo>
                  <a:lnTo>
                    <a:pt x="3820202" y="645471"/>
                  </a:lnTo>
                  <a:lnTo>
                    <a:pt x="3870396" y="575846"/>
                  </a:lnTo>
                  <a:lnTo>
                    <a:pt x="3922867" y="512068"/>
                  </a:lnTo>
                  <a:lnTo>
                    <a:pt x="3978234" y="453945"/>
                  </a:lnTo>
                  <a:lnTo>
                    <a:pt x="4037174" y="401100"/>
                  </a:lnTo>
                  <a:lnTo>
                    <a:pt x="4100394" y="353071"/>
                  </a:lnTo>
                  <a:lnTo>
                    <a:pt x="4168589" y="309378"/>
                  </a:lnTo>
                  <a:lnTo>
                    <a:pt x="4242407" y="269565"/>
                  </a:lnTo>
                  <a:lnTo>
                    <a:pt x="4322388" y="233223"/>
                  </a:lnTo>
                  <a:lnTo>
                    <a:pt x="4408891" y="200008"/>
                  </a:lnTo>
                  <a:lnTo>
                    <a:pt x="4502001" y="169646"/>
                  </a:lnTo>
                  <a:lnTo>
                    <a:pt x="4601414" y="141942"/>
                  </a:lnTo>
                  <a:lnTo>
                    <a:pt x="4706312" y="116774"/>
                  </a:lnTo>
                  <a:lnTo>
                    <a:pt x="4815242" y="94093"/>
                  </a:lnTo>
                  <a:lnTo>
                    <a:pt x="4926049" y="73906"/>
                  </a:lnTo>
                  <a:lnTo>
                    <a:pt x="5035880" y="56257"/>
                  </a:lnTo>
                  <a:lnTo>
                    <a:pt x="5141320" y="41200"/>
                  </a:lnTo>
                  <a:lnTo>
                    <a:pt x="5238683" y="28755"/>
                  </a:lnTo>
                  <a:lnTo>
                    <a:pt x="5324443" y="18885"/>
                  </a:lnTo>
                  <a:lnTo>
                    <a:pt x="5395736" y="11456"/>
                  </a:lnTo>
                  <a:lnTo>
                    <a:pt x="5450838" y="6235"/>
                  </a:lnTo>
                  <a:lnTo>
                    <a:pt x="5489487" y="2893"/>
                  </a:lnTo>
                  <a:lnTo>
                    <a:pt x="5513013" y="1030"/>
                  </a:lnTo>
                  <a:lnTo>
                    <a:pt x="5524245" y="214"/>
                  </a:lnTo>
                  <a:lnTo>
                    <a:pt x="5527335" y="6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3" y="58"/>
                  </a:lnTo>
                  <a:lnTo>
                    <a:pt x="6530428" y="474"/>
                  </a:lnTo>
                  <a:lnTo>
                    <a:pt x="6548165" y="1622"/>
                  </a:lnTo>
                  <a:lnTo>
                    <a:pt x="6580193" y="3885"/>
                  </a:lnTo>
                  <a:lnTo>
                    <a:pt x="6628574" y="7629"/>
                  </a:lnTo>
                  <a:lnTo>
                    <a:pt x="6693740" y="13170"/>
                  </a:lnTo>
                  <a:lnTo>
                    <a:pt x="6774527" y="20749"/>
                  </a:lnTo>
                  <a:lnTo>
                    <a:pt x="6868424" y="30519"/>
                  </a:lnTo>
                  <a:lnTo>
                    <a:pt x="6972024" y="42543"/>
                  </a:lnTo>
                  <a:lnTo>
                    <a:pt x="7081547" y="56820"/>
                  </a:lnTo>
                  <a:lnTo>
                    <a:pt x="7193337" y="73311"/>
                  </a:lnTo>
                  <a:lnTo>
                    <a:pt x="7304223" y="91971"/>
                  </a:lnTo>
                  <a:lnTo>
                    <a:pt x="7411719" y="112780"/>
                  </a:lnTo>
                  <a:lnTo>
                    <a:pt x="7514080" y="135761"/>
                  </a:lnTo>
                  <a:lnTo>
                    <a:pt x="7610249" y="160997"/>
                  </a:lnTo>
                  <a:lnTo>
                    <a:pt x="7699748" y="188637"/>
                  </a:lnTo>
                  <a:lnTo>
                    <a:pt x="7782544" y="218896"/>
                  </a:lnTo>
                  <a:lnTo>
                    <a:pt x="7858926" y="252056"/>
                  </a:lnTo>
                  <a:lnTo>
                    <a:pt x="7929400" y="288456"/>
                  </a:lnTo>
                  <a:lnTo>
                    <a:pt x="7994603" y="328485"/>
                  </a:lnTo>
                  <a:lnTo>
                    <a:pt x="8055240" y="372558"/>
                  </a:lnTo>
                  <a:lnTo>
                    <a:pt x="8112036" y="421087"/>
                  </a:lnTo>
                  <a:lnTo>
                    <a:pt x="8165701" y="474429"/>
                  </a:lnTo>
                  <a:lnTo>
                    <a:pt x="8216888" y="532805"/>
                  </a:lnTo>
                  <a:lnTo>
                    <a:pt x="8229629" y="548519"/>
                  </a:lnTo>
                  <a:lnTo>
                    <a:pt x="8271425" y="603421"/>
                  </a:lnTo>
                  <a:lnTo>
                    <a:pt x="8312224" y="662063"/>
                  </a:lnTo>
                  <a:lnTo>
                    <a:pt x="8352279" y="724521"/>
                  </a:lnTo>
                  <a:lnTo>
                    <a:pt x="8391796" y="790820"/>
                  </a:lnTo>
                  <a:lnTo>
                    <a:pt x="8430943" y="860927"/>
                  </a:lnTo>
                  <a:lnTo>
                    <a:pt x="8469854" y="934749"/>
                  </a:lnTo>
                  <a:lnTo>
                    <a:pt x="8508633" y="1012124"/>
                  </a:lnTo>
                  <a:lnTo>
                    <a:pt x="8547359" y="1092824"/>
                  </a:lnTo>
                  <a:lnTo>
                    <a:pt x="8586087" y="1176553"/>
                  </a:lnTo>
                  <a:lnTo>
                    <a:pt x="8624850" y="1262947"/>
                  </a:lnTo>
                  <a:lnTo>
                    <a:pt x="8663664" y="1351582"/>
                  </a:lnTo>
                  <a:lnTo>
                    <a:pt x="8702533" y="1441982"/>
                  </a:lnTo>
                  <a:lnTo>
                    <a:pt x="8741446" y="1533625"/>
                  </a:lnTo>
                  <a:lnTo>
                    <a:pt x="8780386" y="1625960"/>
                  </a:lnTo>
                  <a:lnTo>
                    <a:pt x="8819331" y="1718417"/>
                  </a:lnTo>
                  <a:lnTo>
                    <a:pt x="8858258" y="1810422"/>
                  </a:lnTo>
                  <a:lnTo>
                    <a:pt x="8897148" y="1901414"/>
                  </a:lnTo>
                  <a:lnTo>
                    <a:pt x="8935986" y="1990858"/>
                  </a:lnTo>
                  <a:lnTo>
                    <a:pt x="8974770" y="2078257"/>
                  </a:lnTo>
                  <a:lnTo>
                    <a:pt x="9013509" y="2163163"/>
                  </a:lnTo>
                  <a:lnTo>
                    <a:pt x="9052230" y="2245187"/>
                  </a:lnTo>
                  <a:lnTo>
                    <a:pt x="9090979" y="2324003"/>
                  </a:lnTo>
                  <a:lnTo>
                    <a:pt x="9129823" y="2399354"/>
                  </a:lnTo>
                  <a:lnTo>
                    <a:pt x="9168856" y="2471051"/>
                  </a:lnTo>
                  <a:lnTo>
                    <a:pt x="9208197" y="2538971"/>
                  </a:lnTo>
                  <a:lnTo>
                    <a:pt x="9248002" y="2603057"/>
                  </a:lnTo>
                  <a:lnTo>
                    <a:pt x="9288457" y="2663309"/>
                  </a:lnTo>
                  <a:lnTo>
                    <a:pt x="9329797" y="2719783"/>
                  </a:lnTo>
                  <a:lnTo>
                    <a:pt x="9347647" y="2742598"/>
                  </a:lnTo>
                  <a:lnTo>
                    <a:pt x="9398297" y="2802268"/>
                  </a:lnTo>
                  <a:lnTo>
                    <a:pt x="9451269" y="2856882"/>
                  </a:lnTo>
                  <a:lnTo>
                    <a:pt x="9507201" y="2906609"/>
                  </a:lnTo>
                  <a:lnTo>
                    <a:pt x="9566788" y="2951781"/>
                  </a:lnTo>
                  <a:lnTo>
                    <a:pt x="9630757" y="2992803"/>
                  </a:lnTo>
                  <a:lnTo>
                    <a:pt x="9699821" y="3030091"/>
                  </a:lnTo>
                  <a:lnTo>
                    <a:pt x="9774641" y="3064044"/>
                  </a:lnTo>
                  <a:lnTo>
                    <a:pt x="9855761" y="3095015"/>
                  </a:lnTo>
                  <a:lnTo>
                    <a:pt x="9943537" y="3123300"/>
                  </a:lnTo>
                  <a:lnTo>
                    <a:pt x="10038029" y="3149133"/>
                  </a:lnTo>
                  <a:lnTo>
                    <a:pt x="10138884" y="3172679"/>
                  </a:lnTo>
                  <a:lnTo>
                    <a:pt x="10245206" y="3194038"/>
                  </a:lnTo>
                  <a:lnTo>
                    <a:pt x="10355433" y="3213247"/>
                  </a:lnTo>
                  <a:lnTo>
                    <a:pt x="10467269" y="3230296"/>
                  </a:lnTo>
                  <a:lnTo>
                    <a:pt x="10577705" y="3245142"/>
                  </a:lnTo>
                  <a:lnTo>
                    <a:pt x="10683178" y="3257744"/>
                  </a:lnTo>
                  <a:lnTo>
                    <a:pt x="10779900" y="3268086"/>
                  </a:lnTo>
                  <a:lnTo>
                    <a:pt x="10864317" y="3276214"/>
                  </a:lnTo>
                  <a:lnTo>
                    <a:pt x="10933642" y="3282256"/>
                  </a:lnTo>
                  <a:lnTo>
                    <a:pt x="10986333" y="3286431"/>
                  </a:lnTo>
                  <a:lnTo>
                    <a:pt x="11022403" y="3289039"/>
                  </a:lnTo>
                  <a:lnTo>
                    <a:pt x="11043507" y="3290435"/>
                  </a:lnTo>
                  <a:lnTo>
                    <a:pt x="11052827" y="3291002"/>
                  </a:lnTo>
                  <a:lnTo>
                    <a:pt x="11054873" y="3291117"/>
                  </a:lnTo>
                  <a:lnTo>
                    <a:pt x="11054891" y="3291118"/>
                  </a:lnTo>
                  <a:lnTo>
                    <a:pt x="12049831" y="3291118"/>
                  </a:lnTo>
                  <a:lnTo>
                    <a:pt x="12049831" y="32911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3" name="pl1942"/>
            <p:cNvSpPr/>
            <p:nvPr/>
          </p:nvSpPr>
          <p:spPr>
            <a:xfrm>
              <a:off x="1199187" y="2179939"/>
              <a:ext cx="12049831" cy="3872828"/>
            </a:xfrm>
            <a:custGeom>
              <a:avLst/>
              <a:pathLst>
                <a:path w="12049831" h="3872828">
                  <a:moveTo>
                    <a:pt x="12049831" y="3291118"/>
                  </a:moveTo>
                  <a:lnTo>
                    <a:pt x="11054891" y="3291118"/>
                  </a:lnTo>
                  <a:lnTo>
                    <a:pt x="11053834" y="3291059"/>
                  </a:lnTo>
                  <a:lnTo>
                    <a:pt x="11046848" y="3290644"/>
                  </a:lnTo>
                  <a:lnTo>
                    <a:pt x="11029111" y="3289496"/>
                  </a:lnTo>
                  <a:lnTo>
                    <a:pt x="10997083" y="3287232"/>
                  </a:lnTo>
                  <a:lnTo>
                    <a:pt x="10948703" y="3283488"/>
                  </a:lnTo>
                  <a:lnTo>
                    <a:pt x="10883536" y="3277947"/>
                  </a:lnTo>
                  <a:lnTo>
                    <a:pt x="10802749" y="3270368"/>
                  </a:lnTo>
                  <a:lnTo>
                    <a:pt x="10708852" y="3260598"/>
                  </a:lnTo>
                  <a:lnTo>
                    <a:pt x="10605253" y="3248574"/>
                  </a:lnTo>
                  <a:lnTo>
                    <a:pt x="10495730" y="3234297"/>
                  </a:lnTo>
                  <a:lnTo>
                    <a:pt x="10383939" y="3217806"/>
                  </a:lnTo>
                  <a:lnTo>
                    <a:pt x="10273053" y="3199146"/>
                  </a:lnTo>
                  <a:lnTo>
                    <a:pt x="10165558" y="3178337"/>
                  </a:lnTo>
                  <a:lnTo>
                    <a:pt x="10063197" y="3155356"/>
                  </a:lnTo>
                  <a:lnTo>
                    <a:pt x="9967027" y="3130120"/>
                  </a:lnTo>
                  <a:lnTo>
                    <a:pt x="9877529" y="3102481"/>
                  </a:lnTo>
                  <a:lnTo>
                    <a:pt x="9794733" y="3072221"/>
                  </a:lnTo>
                  <a:lnTo>
                    <a:pt x="9718351" y="3039062"/>
                  </a:lnTo>
                  <a:lnTo>
                    <a:pt x="9647877" y="3002661"/>
                  </a:lnTo>
                  <a:lnTo>
                    <a:pt x="9582674" y="2962632"/>
                  </a:lnTo>
                  <a:lnTo>
                    <a:pt x="9522037" y="2918559"/>
                  </a:lnTo>
                  <a:lnTo>
                    <a:pt x="9465240" y="2870030"/>
                  </a:lnTo>
                  <a:lnTo>
                    <a:pt x="9411575" y="2816688"/>
                  </a:lnTo>
                  <a:lnTo>
                    <a:pt x="9360388" y="2758312"/>
                  </a:lnTo>
                  <a:lnTo>
                    <a:pt x="9347647" y="2742598"/>
                  </a:lnTo>
                  <a:lnTo>
                    <a:pt x="9305852" y="2687696"/>
                  </a:lnTo>
                  <a:lnTo>
                    <a:pt x="9265053" y="2629054"/>
                  </a:lnTo>
                  <a:lnTo>
                    <a:pt x="9224998" y="2566597"/>
                  </a:lnTo>
                  <a:lnTo>
                    <a:pt x="9185481" y="2500298"/>
                  </a:lnTo>
                  <a:lnTo>
                    <a:pt x="9146334" y="2430190"/>
                  </a:lnTo>
                  <a:lnTo>
                    <a:pt x="9107423" y="2356369"/>
                  </a:lnTo>
                  <a:lnTo>
                    <a:pt x="9068643" y="2278993"/>
                  </a:lnTo>
                  <a:lnTo>
                    <a:pt x="9029917" y="2198293"/>
                  </a:lnTo>
                  <a:lnTo>
                    <a:pt x="8991190" y="2114564"/>
                  </a:lnTo>
                  <a:lnTo>
                    <a:pt x="8952427" y="2028170"/>
                  </a:lnTo>
                  <a:lnTo>
                    <a:pt x="8913612" y="1939535"/>
                  </a:lnTo>
                  <a:lnTo>
                    <a:pt x="8874743" y="1849135"/>
                  </a:lnTo>
                  <a:lnTo>
                    <a:pt x="8835830" y="1757492"/>
                  </a:lnTo>
                  <a:lnTo>
                    <a:pt x="8796890" y="1665157"/>
                  </a:lnTo>
                  <a:lnTo>
                    <a:pt x="8757945" y="1572701"/>
                  </a:lnTo>
                  <a:lnTo>
                    <a:pt x="8719018" y="1480695"/>
                  </a:lnTo>
                  <a:lnTo>
                    <a:pt x="8680129" y="1389703"/>
                  </a:lnTo>
                  <a:lnTo>
                    <a:pt x="8641291" y="1300259"/>
                  </a:lnTo>
                  <a:lnTo>
                    <a:pt x="8602507" y="1212860"/>
                  </a:lnTo>
                  <a:lnTo>
                    <a:pt x="8563767" y="1127954"/>
                  </a:lnTo>
                  <a:lnTo>
                    <a:pt x="8525046" y="1045930"/>
                  </a:lnTo>
                  <a:lnTo>
                    <a:pt x="8486297" y="967114"/>
                  </a:lnTo>
                  <a:lnTo>
                    <a:pt x="8447453" y="891763"/>
                  </a:lnTo>
                  <a:lnTo>
                    <a:pt x="8408421" y="820066"/>
                  </a:lnTo>
                  <a:lnTo>
                    <a:pt x="8369079" y="752146"/>
                  </a:lnTo>
                  <a:lnTo>
                    <a:pt x="8329275" y="688061"/>
                  </a:lnTo>
                  <a:lnTo>
                    <a:pt x="8288819" y="627808"/>
                  </a:lnTo>
                  <a:lnTo>
                    <a:pt x="8247480" y="571334"/>
                  </a:lnTo>
                  <a:lnTo>
                    <a:pt x="8229629" y="548519"/>
                  </a:lnTo>
                  <a:lnTo>
                    <a:pt x="8178980" y="488849"/>
                  </a:lnTo>
                  <a:lnTo>
                    <a:pt x="8126007" y="434236"/>
                  </a:lnTo>
                  <a:lnTo>
                    <a:pt x="8070076" y="384508"/>
                  </a:lnTo>
                  <a:lnTo>
                    <a:pt x="8010488" y="339336"/>
                  </a:lnTo>
                  <a:lnTo>
                    <a:pt x="7946519" y="298314"/>
                  </a:lnTo>
                  <a:lnTo>
                    <a:pt x="7877455" y="261026"/>
                  </a:lnTo>
                  <a:lnTo>
                    <a:pt x="7802636" y="227073"/>
                  </a:lnTo>
                  <a:lnTo>
                    <a:pt x="7721515" y="196102"/>
                  </a:lnTo>
                  <a:lnTo>
                    <a:pt x="7633740" y="167817"/>
                  </a:lnTo>
                  <a:lnTo>
                    <a:pt x="7539248" y="141985"/>
                  </a:lnTo>
                  <a:lnTo>
                    <a:pt x="7438392" y="118438"/>
                  </a:lnTo>
                  <a:lnTo>
                    <a:pt x="7332070" y="97079"/>
                  </a:lnTo>
                  <a:lnTo>
                    <a:pt x="7221843" y="77870"/>
                  </a:lnTo>
                  <a:lnTo>
                    <a:pt x="7110007" y="60822"/>
                  </a:lnTo>
                  <a:lnTo>
                    <a:pt x="6999572" y="45975"/>
                  </a:lnTo>
                  <a:lnTo>
                    <a:pt x="6894098" y="33373"/>
                  </a:lnTo>
                  <a:lnTo>
                    <a:pt x="6797376" y="23031"/>
                  </a:lnTo>
                  <a:lnTo>
                    <a:pt x="6712959" y="14904"/>
                  </a:lnTo>
                  <a:lnTo>
                    <a:pt x="6643634" y="8862"/>
                  </a:lnTo>
                  <a:lnTo>
                    <a:pt x="6590944" y="4686"/>
                  </a:lnTo>
                  <a:lnTo>
                    <a:pt x="6554874" y="2078"/>
                  </a:lnTo>
                  <a:lnTo>
                    <a:pt x="6533770" y="682"/>
                  </a:lnTo>
                  <a:lnTo>
                    <a:pt x="6524450" y="115"/>
                  </a:lnTo>
                  <a:lnTo>
                    <a:pt x="6522404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15" y="66"/>
                  </a:lnTo>
                  <a:lnTo>
                    <a:pt x="5519606" y="543"/>
                  </a:lnTo>
                  <a:lnTo>
                    <a:pt x="5502305" y="1858"/>
                  </a:lnTo>
                  <a:lnTo>
                    <a:pt x="5471036" y="4451"/>
                  </a:lnTo>
                  <a:lnTo>
                    <a:pt x="5423742" y="8741"/>
                  </a:lnTo>
                  <a:lnTo>
                    <a:pt x="5359940" y="15096"/>
                  </a:lnTo>
                  <a:lnTo>
                    <a:pt x="5280692" y="23794"/>
                  </a:lnTo>
                  <a:lnTo>
                    <a:pt x="5188379" y="35017"/>
                  </a:lnTo>
                  <a:lnTo>
                    <a:pt x="5086281" y="48844"/>
                  </a:lnTo>
                  <a:lnTo>
                    <a:pt x="4978067" y="65279"/>
                  </a:lnTo>
                  <a:lnTo>
                    <a:pt x="4867324" y="84278"/>
                  </a:lnTo>
                  <a:lnTo>
                    <a:pt x="4757198" y="105789"/>
                  </a:lnTo>
                  <a:lnTo>
                    <a:pt x="4650179" y="129784"/>
                  </a:lnTo>
                  <a:lnTo>
                    <a:pt x="4548047" y="156284"/>
                  </a:lnTo>
                  <a:lnTo>
                    <a:pt x="4451903" y="185375"/>
                  </a:lnTo>
                  <a:lnTo>
                    <a:pt x="4362279" y="217218"/>
                  </a:lnTo>
                  <a:lnTo>
                    <a:pt x="4279259" y="252049"/>
                  </a:lnTo>
                  <a:lnTo>
                    <a:pt x="4202599" y="290181"/>
                  </a:lnTo>
                  <a:lnTo>
                    <a:pt x="4131832" y="331993"/>
                  </a:lnTo>
                  <a:lnTo>
                    <a:pt x="4066356" y="377922"/>
                  </a:lnTo>
                  <a:lnTo>
                    <a:pt x="4005489" y="428440"/>
                  </a:lnTo>
                  <a:lnTo>
                    <a:pt x="3948528" y="484025"/>
                  </a:lnTo>
                  <a:lnTo>
                    <a:pt x="3894775" y="545103"/>
                  </a:lnTo>
                  <a:lnTo>
                    <a:pt x="3843580" y="611969"/>
                  </a:lnTo>
                  <a:lnTo>
                    <a:pt x="3820202" y="645471"/>
                  </a:lnTo>
                  <a:lnTo>
                    <a:pt x="3781067" y="705781"/>
                  </a:lnTo>
                  <a:lnTo>
                    <a:pt x="3742820" y="769936"/>
                  </a:lnTo>
                  <a:lnTo>
                    <a:pt x="3705251" y="838015"/>
                  </a:lnTo>
                  <a:lnTo>
                    <a:pt x="3668183" y="910050"/>
                  </a:lnTo>
                  <a:lnTo>
                    <a:pt x="3631474" y="986022"/>
                  </a:lnTo>
                  <a:lnTo>
                    <a:pt x="3595006" y="1065860"/>
                  </a:lnTo>
                  <a:lnTo>
                    <a:pt x="3558686" y="1149430"/>
                  </a:lnTo>
                  <a:lnTo>
                    <a:pt x="3522440" y="1236541"/>
                  </a:lnTo>
                  <a:lnTo>
                    <a:pt x="3486215" y="1326937"/>
                  </a:lnTo>
                  <a:lnTo>
                    <a:pt x="3449974" y="1420304"/>
                  </a:lnTo>
                  <a:lnTo>
                    <a:pt x="3413695" y="1516269"/>
                  </a:lnTo>
                  <a:lnTo>
                    <a:pt x="3377369" y="1614405"/>
                  </a:lnTo>
                  <a:lnTo>
                    <a:pt x="3340997" y="1714241"/>
                  </a:lnTo>
                  <a:lnTo>
                    <a:pt x="3304588" y="1815267"/>
                  </a:lnTo>
                  <a:lnTo>
                    <a:pt x="3268157" y="1916949"/>
                  </a:lnTo>
                  <a:lnTo>
                    <a:pt x="3231722" y="2018737"/>
                  </a:lnTo>
                  <a:lnTo>
                    <a:pt x="3195303" y="2120079"/>
                  </a:lnTo>
                  <a:lnTo>
                    <a:pt x="3158915" y="2220431"/>
                  </a:lnTo>
                  <a:lnTo>
                    <a:pt x="3122571" y="2319275"/>
                  </a:lnTo>
                  <a:lnTo>
                    <a:pt x="3086274" y="2416123"/>
                  </a:lnTo>
                  <a:lnTo>
                    <a:pt x="3050021" y="2510530"/>
                  </a:lnTo>
                  <a:lnTo>
                    <a:pt x="3013793" y="2602102"/>
                  </a:lnTo>
                  <a:lnTo>
                    <a:pt x="2977561" y="2690503"/>
                  </a:lnTo>
                  <a:lnTo>
                    <a:pt x="2941276" y="2775452"/>
                  </a:lnTo>
                  <a:lnTo>
                    <a:pt x="2904874" y="2856736"/>
                  </a:lnTo>
                  <a:lnTo>
                    <a:pt x="2868270" y="2934197"/>
                  </a:lnTo>
                  <a:lnTo>
                    <a:pt x="2831355" y="3007743"/>
                  </a:lnTo>
                  <a:lnTo>
                    <a:pt x="2793996" y="3077333"/>
                  </a:lnTo>
                  <a:lnTo>
                    <a:pt x="2756031" y="3142981"/>
                  </a:lnTo>
                  <a:lnTo>
                    <a:pt x="2717263" y="3204749"/>
                  </a:lnTo>
                  <a:lnTo>
                    <a:pt x="2702183" y="3227357"/>
                  </a:lnTo>
                  <a:lnTo>
                    <a:pt x="2651989" y="3296981"/>
                  </a:lnTo>
                  <a:lnTo>
                    <a:pt x="2599518" y="3360759"/>
                  </a:lnTo>
                  <a:lnTo>
                    <a:pt x="2544151" y="3418882"/>
                  </a:lnTo>
                  <a:lnTo>
                    <a:pt x="2485211" y="3471728"/>
                  </a:lnTo>
                  <a:lnTo>
                    <a:pt x="2421991" y="3519757"/>
                  </a:lnTo>
                  <a:lnTo>
                    <a:pt x="2353796" y="3563450"/>
                  </a:lnTo>
                  <a:lnTo>
                    <a:pt x="2279978" y="3603263"/>
                  </a:lnTo>
                  <a:lnTo>
                    <a:pt x="2199997" y="3639604"/>
                  </a:lnTo>
                  <a:lnTo>
                    <a:pt x="2113494" y="3672820"/>
                  </a:lnTo>
                  <a:lnTo>
                    <a:pt x="2020384" y="3703181"/>
                  </a:lnTo>
                  <a:lnTo>
                    <a:pt x="1920971" y="3730886"/>
                  </a:lnTo>
                  <a:lnTo>
                    <a:pt x="1816073" y="3756054"/>
                  </a:lnTo>
                  <a:lnTo>
                    <a:pt x="1707143" y="3778735"/>
                  </a:lnTo>
                  <a:lnTo>
                    <a:pt x="1596336" y="3798922"/>
                  </a:lnTo>
                  <a:lnTo>
                    <a:pt x="1486505" y="3816570"/>
                  </a:lnTo>
                  <a:lnTo>
                    <a:pt x="1381065" y="3831628"/>
                  </a:lnTo>
                  <a:lnTo>
                    <a:pt x="1283702" y="3844072"/>
                  </a:lnTo>
                  <a:lnTo>
                    <a:pt x="1197942" y="3853943"/>
                  </a:lnTo>
                  <a:lnTo>
                    <a:pt x="1126649" y="3861372"/>
                  </a:lnTo>
                  <a:lnTo>
                    <a:pt x="1071547" y="3866593"/>
                  </a:lnTo>
                  <a:lnTo>
                    <a:pt x="1032898" y="3869935"/>
                  </a:lnTo>
                  <a:lnTo>
                    <a:pt x="1009372" y="3871797"/>
                  </a:lnTo>
                  <a:lnTo>
                    <a:pt x="998140" y="3872614"/>
                  </a:lnTo>
                  <a:lnTo>
                    <a:pt x="995050" y="3872821"/>
                  </a:lnTo>
                  <a:lnTo>
                    <a:pt x="994940" y="3872828"/>
                  </a:lnTo>
                  <a:lnTo>
                    <a:pt x="0" y="3872828"/>
                  </a:lnTo>
                  <a:lnTo>
                    <a:pt x="0" y="38728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4" name="pg1943"/>
            <p:cNvSpPr/>
            <p:nvPr/>
          </p:nvSpPr>
          <p:spPr>
            <a:xfrm>
              <a:off x="1199187" y="3511060"/>
              <a:ext cx="12049831" cy="2567910"/>
            </a:xfrm>
            <a:custGeom>
              <a:avLst/>
              <a:pathLst>
                <a:path w="12049831" h="2567910">
                  <a:moveTo>
                    <a:pt x="0" y="2567910"/>
                  </a:moveTo>
                  <a:lnTo>
                    <a:pt x="994940" y="2567910"/>
                  </a:lnTo>
                  <a:lnTo>
                    <a:pt x="996026" y="2567863"/>
                  </a:lnTo>
                  <a:lnTo>
                    <a:pt x="1003204" y="2567530"/>
                  </a:lnTo>
                  <a:lnTo>
                    <a:pt x="1021416" y="2566611"/>
                  </a:lnTo>
                  <a:lnTo>
                    <a:pt x="1054267" y="2564797"/>
                  </a:lnTo>
                  <a:lnTo>
                    <a:pt x="1103826" y="2561799"/>
                  </a:lnTo>
                  <a:lnTo>
                    <a:pt x="1170466" y="2557365"/>
                  </a:lnTo>
                  <a:lnTo>
                    <a:pt x="1252907" y="2551304"/>
                  </a:lnTo>
                  <a:lnTo>
                    <a:pt x="1348500" y="2543501"/>
                  </a:lnTo>
                  <a:lnTo>
                    <a:pt x="1453694" y="2533908"/>
                  </a:lnTo>
                  <a:lnTo>
                    <a:pt x="1564597" y="2522529"/>
                  </a:lnTo>
                  <a:lnTo>
                    <a:pt x="1677481" y="2509396"/>
                  </a:lnTo>
                  <a:lnTo>
                    <a:pt x="1789147" y="2494546"/>
                  </a:lnTo>
                  <a:lnTo>
                    <a:pt x="1897121" y="2477991"/>
                  </a:lnTo>
                  <a:lnTo>
                    <a:pt x="1999697" y="2459707"/>
                  </a:lnTo>
                  <a:lnTo>
                    <a:pt x="2095869" y="2439621"/>
                  </a:lnTo>
                  <a:lnTo>
                    <a:pt x="2185216" y="2417607"/>
                  </a:lnTo>
                  <a:lnTo>
                    <a:pt x="2267760" y="2393484"/>
                  </a:lnTo>
                  <a:lnTo>
                    <a:pt x="2343839" y="2367020"/>
                  </a:lnTo>
                  <a:lnTo>
                    <a:pt x="2414001" y="2337934"/>
                  </a:lnTo>
                  <a:lnTo>
                    <a:pt x="2478917" y="2305911"/>
                  </a:lnTo>
                  <a:lnTo>
                    <a:pt x="2539320" y="2270617"/>
                  </a:lnTo>
                  <a:lnTo>
                    <a:pt x="2595955" y="2231726"/>
                  </a:lnTo>
                  <a:lnTo>
                    <a:pt x="2649543" y="2188970"/>
                  </a:lnTo>
                  <a:lnTo>
                    <a:pt x="2700740" y="2142203"/>
                  </a:lnTo>
                  <a:lnTo>
                    <a:pt x="2702183" y="2140799"/>
                  </a:lnTo>
                  <a:lnTo>
                    <a:pt x="2748026" y="2093694"/>
                  </a:lnTo>
                  <a:lnTo>
                    <a:pt x="2792698" y="2043069"/>
                  </a:lnTo>
                  <a:lnTo>
                    <a:pt x="2836524" y="1988853"/>
                  </a:lnTo>
                  <a:lnTo>
                    <a:pt x="2879765" y="1931033"/>
                  </a:lnTo>
                  <a:lnTo>
                    <a:pt x="2922627" y="1869665"/>
                  </a:lnTo>
                  <a:lnTo>
                    <a:pt x="2965271" y="1804877"/>
                  </a:lnTo>
                  <a:lnTo>
                    <a:pt x="3007814" y="1736870"/>
                  </a:lnTo>
                  <a:lnTo>
                    <a:pt x="3050340" y="1665928"/>
                  </a:lnTo>
                  <a:lnTo>
                    <a:pt x="3092902" y="1592405"/>
                  </a:lnTo>
                  <a:lnTo>
                    <a:pt x="3135525" y="1516729"/>
                  </a:lnTo>
                  <a:lnTo>
                    <a:pt x="3178213" y="1439388"/>
                  </a:lnTo>
                  <a:lnTo>
                    <a:pt x="3220953" y="1360921"/>
                  </a:lnTo>
                  <a:lnTo>
                    <a:pt x="3263721" y="1281899"/>
                  </a:lnTo>
                  <a:lnTo>
                    <a:pt x="3306487" y="1202913"/>
                  </a:lnTo>
                  <a:lnTo>
                    <a:pt x="3349222" y="1124549"/>
                  </a:lnTo>
                  <a:lnTo>
                    <a:pt x="3391902" y="1047378"/>
                  </a:lnTo>
                  <a:lnTo>
                    <a:pt x="3434517" y="971932"/>
                  </a:lnTo>
                  <a:lnTo>
                    <a:pt x="3477073" y="898694"/>
                  </a:lnTo>
                  <a:lnTo>
                    <a:pt x="3519599" y="828081"/>
                  </a:lnTo>
                  <a:lnTo>
                    <a:pt x="3562149" y="760442"/>
                  </a:lnTo>
                  <a:lnTo>
                    <a:pt x="3604811" y="696049"/>
                  </a:lnTo>
                  <a:lnTo>
                    <a:pt x="3647709" y="635095"/>
                  </a:lnTo>
                  <a:lnTo>
                    <a:pt x="3691007" y="577700"/>
                  </a:lnTo>
                  <a:lnTo>
                    <a:pt x="3734919" y="523910"/>
                  </a:lnTo>
                  <a:lnTo>
                    <a:pt x="3779711" y="473706"/>
                  </a:lnTo>
                  <a:lnTo>
                    <a:pt x="3820202" y="432352"/>
                  </a:lnTo>
                  <a:lnTo>
                    <a:pt x="3871338" y="385470"/>
                  </a:lnTo>
                  <a:lnTo>
                    <a:pt x="3924849" y="342599"/>
                  </a:lnTo>
                  <a:lnTo>
                    <a:pt x="3981387" y="303601"/>
                  </a:lnTo>
                  <a:lnTo>
                    <a:pt x="4041671" y="268207"/>
                  </a:lnTo>
                  <a:lnTo>
                    <a:pt x="4106447" y="236095"/>
                  </a:lnTo>
                  <a:lnTo>
                    <a:pt x="4176448" y="206930"/>
                  </a:lnTo>
                  <a:lnTo>
                    <a:pt x="4252349" y="180394"/>
                  </a:lnTo>
                  <a:lnTo>
                    <a:pt x="4334700" y="156207"/>
                  </a:lnTo>
                  <a:lnTo>
                    <a:pt x="4423849" y="134135"/>
                  </a:lnTo>
                  <a:lnTo>
                    <a:pt x="4519829" y="113996"/>
                  </a:lnTo>
                  <a:lnTo>
                    <a:pt x="4622231" y="95661"/>
                  </a:lnTo>
                  <a:lnTo>
                    <a:pt x="4730070" y="79057"/>
                  </a:lnTo>
                  <a:lnTo>
                    <a:pt x="4841661" y="64157"/>
                  </a:lnTo>
                  <a:lnTo>
                    <a:pt x="4954551" y="50975"/>
                  </a:lnTo>
                  <a:lnTo>
                    <a:pt x="5065562" y="39545"/>
                  </a:lnTo>
                  <a:lnTo>
                    <a:pt x="5170975" y="29900"/>
                  </a:lnTo>
                  <a:lnTo>
                    <a:pt x="5266896" y="22046"/>
                  </a:lnTo>
                  <a:lnTo>
                    <a:pt x="5349759" y="15936"/>
                  </a:lnTo>
                  <a:lnTo>
                    <a:pt x="5416878" y="11457"/>
                  </a:lnTo>
                  <a:lnTo>
                    <a:pt x="5466931" y="8421"/>
                  </a:lnTo>
                  <a:lnTo>
                    <a:pt x="5500243" y="6578"/>
                  </a:lnTo>
                  <a:lnTo>
                    <a:pt x="5518832" y="5637"/>
                  </a:lnTo>
                  <a:lnTo>
                    <a:pt x="5526264" y="529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0" y="5248"/>
                  </a:lnTo>
                  <a:lnTo>
                    <a:pt x="6531010" y="5308"/>
                  </a:lnTo>
                  <a:lnTo>
                    <a:pt x="6549991" y="5471"/>
                  </a:lnTo>
                  <a:lnTo>
                    <a:pt x="6584176" y="5793"/>
                  </a:lnTo>
                  <a:lnTo>
                    <a:pt x="6635635" y="6324"/>
                  </a:lnTo>
                  <a:lnTo>
                    <a:pt x="6704640" y="7110"/>
                  </a:lnTo>
                  <a:lnTo>
                    <a:pt x="6789724" y="8182"/>
                  </a:lnTo>
                  <a:lnTo>
                    <a:pt x="6888003" y="9560"/>
                  </a:lnTo>
                  <a:lnTo>
                    <a:pt x="6995702" y="11252"/>
                  </a:lnTo>
                  <a:lnTo>
                    <a:pt x="7108749" y="13255"/>
                  </a:lnTo>
                  <a:lnTo>
                    <a:pt x="7223307" y="15563"/>
                  </a:lnTo>
                  <a:lnTo>
                    <a:pt x="7336144" y="18172"/>
                  </a:lnTo>
                  <a:lnTo>
                    <a:pt x="7444810" y="21078"/>
                  </a:lnTo>
                  <a:lnTo>
                    <a:pt x="7547666" y="24288"/>
                  </a:lnTo>
                  <a:lnTo>
                    <a:pt x="7643793" y="27817"/>
                  </a:lnTo>
                  <a:lnTo>
                    <a:pt x="7732862" y="31690"/>
                  </a:lnTo>
                  <a:lnTo>
                    <a:pt x="7814984" y="35940"/>
                  </a:lnTo>
                  <a:lnTo>
                    <a:pt x="7890573" y="40611"/>
                  </a:lnTo>
                  <a:lnTo>
                    <a:pt x="7960245" y="45754"/>
                  </a:lnTo>
                  <a:lnTo>
                    <a:pt x="8024722" y="51427"/>
                  </a:lnTo>
                  <a:lnTo>
                    <a:pt x="8084780" y="57690"/>
                  </a:lnTo>
                  <a:lnTo>
                    <a:pt x="8141193" y="64597"/>
                  </a:lnTo>
                  <a:lnTo>
                    <a:pt x="8194697" y="72191"/>
                  </a:lnTo>
                  <a:lnTo>
                    <a:pt x="8229629" y="77736"/>
                  </a:lnTo>
                  <a:lnTo>
                    <a:pt x="8290305" y="88496"/>
                  </a:lnTo>
                  <a:lnTo>
                    <a:pt x="8349108" y="100320"/>
                  </a:lnTo>
                  <a:lnTo>
                    <a:pt x="8406724" y="113225"/>
                  </a:lnTo>
                  <a:lnTo>
                    <a:pt x="8463661" y="127194"/>
                  </a:lnTo>
                  <a:lnTo>
                    <a:pt x="8520281" y="142171"/>
                  </a:lnTo>
                  <a:lnTo>
                    <a:pt x="8576823" y="158060"/>
                  </a:lnTo>
                  <a:lnTo>
                    <a:pt x="8633423" y="174724"/>
                  </a:lnTo>
                  <a:lnTo>
                    <a:pt x="8690134" y="191990"/>
                  </a:lnTo>
                  <a:lnTo>
                    <a:pt x="8746947" y="209653"/>
                  </a:lnTo>
                  <a:lnTo>
                    <a:pt x="8803810" y="227488"/>
                  </a:lnTo>
                  <a:lnTo>
                    <a:pt x="8860654" y="245261"/>
                  </a:lnTo>
                  <a:lnTo>
                    <a:pt x="8917417" y="262739"/>
                  </a:lnTo>
                  <a:lnTo>
                    <a:pt x="8974067" y="279708"/>
                  </a:lnTo>
                  <a:lnTo>
                    <a:pt x="9030624" y="295977"/>
                  </a:lnTo>
                  <a:lnTo>
                    <a:pt x="9087185" y="311394"/>
                  </a:lnTo>
                  <a:lnTo>
                    <a:pt x="9143937" y="325842"/>
                  </a:lnTo>
                  <a:lnTo>
                    <a:pt x="9201183" y="339248"/>
                  </a:lnTo>
                  <a:lnTo>
                    <a:pt x="9259358" y="351576"/>
                  </a:lnTo>
                  <a:lnTo>
                    <a:pt x="9319062" y="362829"/>
                  </a:lnTo>
                  <a:lnTo>
                    <a:pt x="9347647" y="367717"/>
                  </a:lnTo>
                  <a:lnTo>
                    <a:pt x="9399559" y="375788"/>
                  </a:lnTo>
                  <a:lnTo>
                    <a:pt x="9453925" y="383157"/>
                  </a:lnTo>
                  <a:lnTo>
                    <a:pt x="9511430" y="389851"/>
                  </a:lnTo>
                  <a:lnTo>
                    <a:pt x="9572828" y="395917"/>
                  </a:lnTo>
                  <a:lnTo>
                    <a:pt x="9638897" y="401412"/>
                  </a:lnTo>
                  <a:lnTo>
                    <a:pt x="9710402" y="406397"/>
                  </a:lnTo>
                  <a:lnTo>
                    <a:pt x="9788038" y="410927"/>
                  </a:lnTo>
                  <a:lnTo>
                    <a:pt x="9872367" y="415051"/>
                  </a:lnTo>
                  <a:lnTo>
                    <a:pt x="9963719" y="418810"/>
                  </a:lnTo>
                  <a:lnTo>
                    <a:pt x="10062077" y="422234"/>
                  </a:lnTo>
                  <a:lnTo>
                    <a:pt x="10166939" y="425345"/>
                  </a:lnTo>
                  <a:lnTo>
                    <a:pt x="10277168" y="428155"/>
                  </a:lnTo>
                  <a:lnTo>
                    <a:pt x="10390867" y="430667"/>
                  </a:lnTo>
                  <a:lnTo>
                    <a:pt x="10505325" y="432878"/>
                  </a:lnTo>
                  <a:lnTo>
                    <a:pt x="10617087" y="434781"/>
                  </a:lnTo>
                  <a:lnTo>
                    <a:pt x="10722191" y="436371"/>
                  </a:lnTo>
                  <a:lnTo>
                    <a:pt x="10816596" y="437649"/>
                  </a:lnTo>
                  <a:lnTo>
                    <a:pt x="10896751" y="438626"/>
                  </a:lnTo>
                  <a:lnTo>
                    <a:pt x="10960178" y="439326"/>
                  </a:lnTo>
                  <a:lnTo>
                    <a:pt x="11005948" y="439785"/>
                  </a:lnTo>
                  <a:lnTo>
                    <a:pt x="11034920" y="440049"/>
                  </a:lnTo>
                  <a:lnTo>
                    <a:pt x="11049717" y="440173"/>
                  </a:lnTo>
                  <a:lnTo>
                    <a:pt x="11054532" y="440210"/>
                  </a:lnTo>
                  <a:lnTo>
                    <a:pt x="11054891" y="440213"/>
                  </a:lnTo>
                  <a:lnTo>
                    <a:pt x="12049831" y="440213"/>
                  </a:lnTo>
                  <a:lnTo>
                    <a:pt x="12049831" y="434972"/>
                  </a:lnTo>
                  <a:lnTo>
                    <a:pt x="11054891" y="434972"/>
                  </a:lnTo>
                  <a:lnTo>
                    <a:pt x="11053756" y="434964"/>
                  </a:lnTo>
                  <a:lnTo>
                    <a:pt x="11046266" y="434905"/>
                  </a:lnTo>
                  <a:lnTo>
                    <a:pt x="11027286" y="434741"/>
                  </a:lnTo>
                  <a:lnTo>
                    <a:pt x="10993101" y="434420"/>
                  </a:lnTo>
                  <a:lnTo>
                    <a:pt x="10941642" y="433888"/>
                  </a:lnTo>
                  <a:lnTo>
                    <a:pt x="10872637" y="433102"/>
                  </a:lnTo>
                  <a:lnTo>
                    <a:pt x="10787553" y="432030"/>
                  </a:lnTo>
                  <a:lnTo>
                    <a:pt x="10689273" y="430652"/>
                  </a:lnTo>
                  <a:lnTo>
                    <a:pt x="10581574" y="428960"/>
                  </a:lnTo>
                  <a:lnTo>
                    <a:pt x="10468527" y="426957"/>
                  </a:lnTo>
                  <a:lnTo>
                    <a:pt x="10353969" y="424649"/>
                  </a:lnTo>
                  <a:lnTo>
                    <a:pt x="10241132" y="422041"/>
                  </a:lnTo>
                  <a:lnTo>
                    <a:pt x="10132466" y="419134"/>
                  </a:lnTo>
                  <a:lnTo>
                    <a:pt x="10029611" y="415924"/>
                  </a:lnTo>
                  <a:lnTo>
                    <a:pt x="9933483" y="412395"/>
                  </a:lnTo>
                  <a:lnTo>
                    <a:pt x="9844414" y="408522"/>
                  </a:lnTo>
                  <a:lnTo>
                    <a:pt x="9762293" y="404272"/>
                  </a:lnTo>
                  <a:lnTo>
                    <a:pt x="9686703" y="399601"/>
                  </a:lnTo>
                  <a:lnTo>
                    <a:pt x="9617032" y="394458"/>
                  </a:lnTo>
                  <a:lnTo>
                    <a:pt x="9552554" y="388785"/>
                  </a:lnTo>
                  <a:lnTo>
                    <a:pt x="9492497" y="382523"/>
                  </a:lnTo>
                  <a:lnTo>
                    <a:pt x="9436084" y="375616"/>
                  </a:lnTo>
                  <a:lnTo>
                    <a:pt x="9382580" y="368021"/>
                  </a:lnTo>
                  <a:lnTo>
                    <a:pt x="9347647" y="362477"/>
                  </a:lnTo>
                  <a:lnTo>
                    <a:pt x="9286971" y="351716"/>
                  </a:lnTo>
                  <a:lnTo>
                    <a:pt x="9228169" y="339892"/>
                  </a:lnTo>
                  <a:lnTo>
                    <a:pt x="9170553" y="326987"/>
                  </a:lnTo>
                  <a:lnTo>
                    <a:pt x="9113615" y="313018"/>
                  </a:lnTo>
                  <a:lnTo>
                    <a:pt x="9056995" y="298041"/>
                  </a:lnTo>
                  <a:lnTo>
                    <a:pt x="9000453" y="282153"/>
                  </a:lnTo>
                  <a:lnTo>
                    <a:pt x="8943853" y="265488"/>
                  </a:lnTo>
                  <a:lnTo>
                    <a:pt x="8887142" y="248222"/>
                  </a:lnTo>
                  <a:lnTo>
                    <a:pt x="8830329" y="230559"/>
                  </a:lnTo>
                  <a:lnTo>
                    <a:pt x="8773466" y="212724"/>
                  </a:lnTo>
                  <a:lnTo>
                    <a:pt x="8716622" y="194951"/>
                  </a:lnTo>
                  <a:lnTo>
                    <a:pt x="8659859" y="177473"/>
                  </a:lnTo>
                  <a:lnTo>
                    <a:pt x="8603210" y="160505"/>
                  </a:lnTo>
                  <a:lnTo>
                    <a:pt x="8546652" y="144235"/>
                  </a:lnTo>
                  <a:lnTo>
                    <a:pt x="8490092" y="128818"/>
                  </a:lnTo>
                  <a:lnTo>
                    <a:pt x="8433339" y="114370"/>
                  </a:lnTo>
                  <a:lnTo>
                    <a:pt x="8376094" y="100964"/>
                  </a:lnTo>
                  <a:lnTo>
                    <a:pt x="8317918" y="88636"/>
                  </a:lnTo>
                  <a:lnTo>
                    <a:pt x="8258214" y="77384"/>
                  </a:lnTo>
                  <a:lnTo>
                    <a:pt x="8229629" y="72495"/>
                  </a:lnTo>
                  <a:lnTo>
                    <a:pt x="8177717" y="64425"/>
                  </a:lnTo>
                  <a:lnTo>
                    <a:pt x="8123351" y="57055"/>
                  </a:lnTo>
                  <a:lnTo>
                    <a:pt x="8065846" y="50361"/>
                  </a:lnTo>
                  <a:lnTo>
                    <a:pt x="8004449" y="44296"/>
                  </a:lnTo>
                  <a:lnTo>
                    <a:pt x="7938380" y="38800"/>
                  </a:lnTo>
                  <a:lnTo>
                    <a:pt x="7866875" y="33815"/>
                  </a:lnTo>
                  <a:lnTo>
                    <a:pt x="7789238" y="29285"/>
                  </a:lnTo>
                  <a:lnTo>
                    <a:pt x="7704909" y="25161"/>
                  </a:lnTo>
                  <a:lnTo>
                    <a:pt x="7613558" y="21403"/>
                  </a:lnTo>
                  <a:lnTo>
                    <a:pt x="7515199" y="17978"/>
                  </a:lnTo>
                  <a:lnTo>
                    <a:pt x="7410337" y="14867"/>
                  </a:lnTo>
                  <a:lnTo>
                    <a:pt x="7300109" y="12057"/>
                  </a:lnTo>
                  <a:lnTo>
                    <a:pt x="7186410" y="9545"/>
                  </a:lnTo>
                  <a:lnTo>
                    <a:pt x="7071951" y="7335"/>
                  </a:lnTo>
                  <a:lnTo>
                    <a:pt x="6960189" y="5432"/>
                  </a:lnTo>
                  <a:lnTo>
                    <a:pt x="6855086" y="3841"/>
                  </a:lnTo>
                  <a:lnTo>
                    <a:pt x="6760680" y="2563"/>
                  </a:lnTo>
                  <a:lnTo>
                    <a:pt x="6680526" y="1586"/>
                  </a:lnTo>
                  <a:lnTo>
                    <a:pt x="6617099" y="886"/>
                  </a:lnTo>
                  <a:lnTo>
                    <a:pt x="6571328" y="428"/>
                  </a:lnTo>
                  <a:lnTo>
                    <a:pt x="6542356" y="163"/>
                  </a:lnTo>
                  <a:lnTo>
                    <a:pt x="6527560" y="39"/>
                  </a:lnTo>
                  <a:lnTo>
                    <a:pt x="6522744" y="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9" y="46"/>
                  </a:lnTo>
                  <a:lnTo>
                    <a:pt x="5519181" y="379"/>
                  </a:lnTo>
                  <a:lnTo>
                    <a:pt x="5500969" y="1299"/>
                  </a:lnTo>
                  <a:lnTo>
                    <a:pt x="5468118" y="3112"/>
                  </a:lnTo>
                  <a:lnTo>
                    <a:pt x="5418559" y="6110"/>
                  </a:lnTo>
                  <a:lnTo>
                    <a:pt x="5351919" y="10545"/>
                  </a:lnTo>
                  <a:lnTo>
                    <a:pt x="5269478" y="16605"/>
                  </a:lnTo>
                  <a:lnTo>
                    <a:pt x="5173885" y="24408"/>
                  </a:lnTo>
                  <a:lnTo>
                    <a:pt x="5068691" y="34002"/>
                  </a:lnTo>
                  <a:lnTo>
                    <a:pt x="4957788" y="45381"/>
                  </a:lnTo>
                  <a:lnTo>
                    <a:pt x="4844904" y="58513"/>
                  </a:lnTo>
                  <a:lnTo>
                    <a:pt x="4733238" y="73364"/>
                  </a:lnTo>
                  <a:lnTo>
                    <a:pt x="4625264" y="89919"/>
                  </a:lnTo>
                  <a:lnTo>
                    <a:pt x="4522688" y="108203"/>
                  </a:lnTo>
                  <a:lnTo>
                    <a:pt x="4426516" y="128289"/>
                  </a:lnTo>
                  <a:lnTo>
                    <a:pt x="4337169" y="150303"/>
                  </a:lnTo>
                  <a:lnTo>
                    <a:pt x="4254625" y="174425"/>
                  </a:lnTo>
                  <a:lnTo>
                    <a:pt x="4178546" y="200890"/>
                  </a:lnTo>
                  <a:lnTo>
                    <a:pt x="4108384" y="229976"/>
                  </a:lnTo>
                  <a:lnTo>
                    <a:pt x="4043468" y="261999"/>
                  </a:lnTo>
                  <a:lnTo>
                    <a:pt x="3983065" y="297293"/>
                  </a:lnTo>
                  <a:lnTo>
                    <a:pt x="3926430" y="336183"/>
                  </a:lnTo>
                  <a:lnTo>
                    <a:pt x="3872842" y="378940"/>
                  </a:lnTo>
                  <a:lnTo>
                    <a:pt x="3821645" y="425707"/>
                  </a:lnTo>
                  <a:lnTo>
                    <a:pt x="3820202" y="427111"/>
                  </a:lnTo>
                  <a:lnTo>
                    <a:pt x="3774359" y="474216"/>
                  </a:lnTo>
                  <a:lnTo>
                    <a:pt x="3729687" y="524841"/>
                  </a:lnTo>
                  <a:lnTo>
                    <a:pt x="3685861" y="579057"/>
                  </a:lnTo>
                  <a:lnTo>
                    <a:pt x="3642620" y="636877"/>
                  </a:lnTo>
                  <a:lnTo>
                    <a:pt x="3599758" y="698245"/>
                  </a:lnTo>
                  <a:lnTo>
                    <a:pt x="3557114" y="763033"/>
                  </a:lnTo>
                  <a:lnTo>
                    <a:pt x="3514571" y="831039"/>
                  </a:lnTo>
                  <a:lnTo>
                    <a:pt x="3472045" y="901982"/>
                  </a:lnTo>
                  <a:lnTo>
                    <a:pt x="3429483" y="975505"/>
                  </a:lnTo>
                  <a:lnTo>
                    <a:pt x="3386860" y="1051181"/>
                  </a:lnTo>
                  <a:lnTo>
                    <a:pt x="3344172" y="1128522"/>
                  </a:lnTo>
                  <a:lnTo>
                    <a:pt x="3301432" y="1206989"/>
                  </a:lnTo>
                  <a:lnTo>
                    <a:pt x="3258664" y="1286010"/>
                  </a:lnTo>
                  <a:lnTo>
                    <a:pt x="3215898" y="1364997"/>
                  </a:lnTo>
                  <a:lnTo>
                    <a:pt x="3173163" y="1443360"/>
                  </a:lnTo>
                  <a:lnTo>
                    <a:pt x="3130483" y="1520532"/>
                  </a:lnTo>
                  <a:lnTo>
                    <a:pt x="3087868" y="1595977"/>
                  </a:lnTo>
                  <a:lnTo>
                    <a:pt x="3045312" y="1669216"/>
                  </a:lnTo>
                  <a:lnTo>
                    <a:pt x="3002786" y="1739829"/>
                  </a:lnTo>
                  <a:lnTo>
                    <a:pt x="2960236" y="1807468"/>
                  </a:lnTo>
                  <a:lnTo>
                    <a:pt x="2917574" y="1871861"/>
                  </a:lnTo>
                  <a:lnTo>
                    <a:pt x="2874676" y="1932815"/>
                  </a:lnTo>
                  <a:lnTo>
                    <a:pt x="2831378" y="1990210"/>
                  </a:lnTo>
                  <a:lnTo>
                    <a:pt x="2787466" y="2044000"/>
                  </a:lnTo>
                  <a:lnTo>
                    <a:pt x="2742674" y="2094204"/>
                  </a:lnTo>
                  <a:lnTo>
                    <a:pt x="2702183" y="2135558"/>
                  </a:lnTo>
                  <a:lnTo>
                    <a:pt x="2651047" y="2182440"/>
                  </a:lnTo>
                  <a:lnTo>
                    <a:pt x="2597536" y="2225311"/>
                  </a:lnTo>
                  <a:lnTo>
                    <a:pt x="2540998" y="2264309"/>
                  </a:lnTo>
                  <a:lnTo>
                    <a:pt x="2480714" y="2299702"/>
                  </a:lnTo>
                  <a:lnTo>
                    <a:pt x="2415938" y="2331814"/>
                  </a:lnTo>
                  <a:lnTo>
                    <a:pt x="2345937" y="2360980"/>
                  </a:lnTo>
                  <a:lnTo>
                    <a:pt x="2270036" y="2387516"/>
                  </a:lnTo>
                  <a:lnTo>
                    <a:pt x="2187685" y="2411703"/>
                  </a:lnTo>
                  <a:lnTo>
                    <a:pt x="2098536" y="2433775"/>
                  </a:lnTo>
                  <a:lnTo>
                    <a:pt x="2002556" y="2453914"/>
                  </a:lnTo>
                  <a:lnTo>
                    <a:pt x="1900154" y="2472249"/>
                  </a:lnTo>
                  <a:lnTo>
                    <a:pt x="1792315" y="2488853"/>
                  </a:lnTo>
                  <a:lnTo>
                    <a:pt x="1680724" y="2503752"/>
                  </a:lnTo>
                  <a:lnTo>
                    <a:pt x="1567834" y="2516934"/>
                  </a:lnTo>
                  <a:lnTo>
                    <a:pt x="1456823" y="2528365"/>
                  </a:lnTo>
                  <a:lnTo>
                    <a:pt x="1351410" y="2538010"/>
                  </a:lnTo>
                  <a:lnTo>
                    <a:pt x="1255489" y="2545864"/>
                  </a:lnTo>
                  <a:lnTo>
                    <a:pt x="1172626" y="2551973"/>
                  </a:lnTo>
                  <a:lnTo>
                    <a:pt x="1105507" y="2556452"/>
                  </a:lnTo>
                  <a:lnTo>
                    <a:pt x="1055454" y="2559488"/>
                  </a:lnTo>
                  <a:lnTo>
                    <a:pt x="1022142" y="2561332"/>
                  </a:lnTo>
                  <a:lnTo>
                    <a:pt x="1003553" y="2562273"/>
                  </a:lnTo>
                  <a:lnTo>
                    <a:pt x="996121" y="2562619"/>
                  </a:lnTo>
                  <a:lnTo>
                    <a:pt x="994940" y="2562670"/>
                  </a:lnTo>
                  <a:lnTo>
                    <a:pt x="0" y="2562670"/>
                  </a:lnTo>
                  <a:close/>
                </a:path>
              </a:pathLst>
            </a:custGeom>
            <a:solidFill>
              <a:srgbClr val="26C6D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45" name="pl1944"/>
            <p:cNvSpPr/>
            <p:nvPr/>
          </p:nvSpPr>
          <p:spPr>
            <a:xfrm>
              <a:off x="1199187" y="3516300"/>
              <a:ext cx="12049831" cy="2562670"/>
            </a:xfrm>
            <a:custGeom>
              <a:avLst/>
              <a:pathLst>
                <a:path w="12049831" h="2562670">
                  <a:moveTo>
                    <a:pt x="0" y="2562670"/>
                  </a:moveTo>
                  <a:lnTo>
                    <a:pt x="994940" y="2562670"/>
                  </a:lnTo>
                  <a:lnTo>
                    <a:pt x="996026" y="2562623"/>
                  </a:lnTo>
                  <a:lnTo>
                    <a:pt x="1003204" y="2562290"/>
                  </a:lnTo>
                  <a:lnTo>
                    <a:pt x="1021416" y="2561370"/>
                  </a:lnTo>
                  <a:lnTo>
                    <a:pt x="1054267" y="2559557"/>
                  </a:lnTo>
                  <a:lnTo>
                    <a:pt x="1103826" y="2556559"/>
                  </a:lnTo>
                  <a:lnTo>
                    <a:pt x="1170466" y="2552124"/>
                  </a:lnTo>
                  <a:lnTo>
                    <a:pt x="1252907" y="2546064"/>
                  </a:lnTo>
                  <a:lnTo>
                    <a:pt x="1348500" y="2538261"/>
                  </a:lnTo>
                  <a:lnTo>
                    <a:pt x="1453694" y="2528667"/>
                  </a:lnTo>
                  <a:lnTo>
                    <a:pt x="1564597" y="2517288"/>
                  </a:lnTo>
                  <a:lnTo>
                    <a:pt x="1677481" y="2504156"/>
                  </a:lnTo>
                  <a:lnTo>
                    <a:pt x="1789147" y="2489305"/>
                  </a:lnTo>
                  <a:lnTo>
                    <a:pt x="1897121" y="2472750"/>
                  </a:lnTo>
                  <a:lnTo>
                    <a:pt x="1999697" y="2454466"/>
                  </a:lnTo>
                  <a:lnTo>
                    <a:pt x="2095869" y="2434380"/>
                  </a:lnTo>
                  <a:lnTo>
                    <a:pt x="2185216" y="2412366"/>
                  </a:lnTo>
                  <a:lnTo>
                    <a:pt x="2267760" y="2388244"/>
                  </a:lnTo>
                  <a:lnTo>
                    <a:pt x="2343839" y="2361779"/>
                  </a:lnTo>
                  <a:lnTo>
                    <a:pt x="2414001" y="2332693"/>
                  </a:lnTo>
                  <a:lnTo>
                    <a:pt x="2478917" y="2300670"/>
                  </a:lnTo>
                  <a:lnTo>
                    <a:pt x="2539320" y="2265376"/>
                  </a:lnTo>
                  <a:lnTo>
                    <a:pt x="2595955" y="2226486"/>
                  </a:lnTo>
                  <a:lnTo>
                    <a:pt x="2649543" y="2183729"/>
                  </a:lnTo>
                  <a:lnTo>
                    <a:pt x="2700740" y="2136963"/>
                  </a:lnTo>
                  <a:lnTo>
                    <a:pt x="2702183" y="2135558"/>
                  </a:lnTo>
                  <a:lnTo>
                    <a:pt x="2748026" y="2088453"/>
                  </a:lnTo>
                  <a:lnTo>
                    <a:pt x="2792698" y="2037828"/>
                  </a:lnTo>
                  <a:lnTo>
                    <a:pt x="2836524" y="1983612"/>
                  </a:lnTo>
                  <a:lnTo>
                    <a:pt x="2879765" y="1925792"/>
                  </a:lnTo>
                  <a:lnTo>
                    <a:pt x="2922627" y="1864425"/>
                  </a:lnTo>
                  <a:lnTo>
                    <a:pt x="2965271" y="1799636"/>
                  </a:lnTo>
                  <a:lnTo>
                    <a:pt x="3007814" y="1731630"/>
                  </a:lnTo>
                  <a:lnTo>
                    <a:pt x="3050340" y="1660687"/>
                  </a:lnTo>
                  <a:lnTo>
                    <a:pt x="3092902" y="1587164"/>
                  </a:lnTo>
                  <a:lnTo>
                    <a:pt x="3135525" y="1511488"/>
                  </a:lnTo>
                  <a:lnTo>
                    <a:pt x="3178213" y="1434148"/>
                  </a:lnTo>
                  <a:lnTo>
                    <a:pt x="3220953" y="1355680"/>
                  </a:lnTo>
                  <a:lnTo>
                    <a:pt x="3263721" y="1276659"/>
                  </a:lnTo>
                  <a:lnTo>
                    <a:pt x="3306487" y="1197672"/>
                  </a:lnTo>
                  <a:lnTo>
                    <a:pt x="3349222" y="1119309"/>
                  </a:lnTo>
                  <a:lnTo>
                    <a:pt x="3391902" y="1042138"/>
                  </a:lnTo>
                  <a:lnTo>
                    <a:pt x="3434517" y="966692"/>
                  </a:lnTo>
                  <a:lnTo>
                    <a:pt x="3477073" y="893453"/>
                  </a:lnTo>
                  <a:lnTo>
                    <a:pt x="3519599" y="822840"/>
                  </a:lnTo>
                  <a:lnTo>
                    <a:pt x="3562149" y="755201"/>
                  </a:lnTo>
                  <a:lnTo>
                    <a:pt x="3604811" y="690808"/>
                  </a:lnTo>
                  <a:lnTo>
                    <a:pt x="3647709" y="629855"/>
                  </a:lnTo>
                  <a:lnTo>
                    <a:pt x="3691007" y="572459"/>
                  </a:lnTo>
                  <a:lnTo>
                    <a:pt x="3734919" y="518669"/>
                  </a:lnTo>
                  <a:lnTo>
                    <a:pt x="3779711" y="468465"/>
                  </a:lnTo>
                  <a:lnTo>
                    <a:pt x="3820202" y="427111"/>
                  </a:lnTo>
                  <a:lnTo>
                    <a:pt x="3871338" y="380229"/>
                  </a:lnTo>
                  <a:lnTo>
                    <a:pt x="3924849" y="337358"/>
                  </a:lnTo>
                  <a:lnTo>
                    <a:pt x="3981387" y="298360"/>
                  </a:lnTo>
                  <a:lnTo>
                    <a:pt x="4041671" y="262967"/>
                  </a:lnTo>
                  <a:lnTo>
                    <a:pt x="4106447" y="230855"/>
                  </a:lnTo>
                  <a:lnTo>
                    <a:pt x="4176448" y="201689"/>
                  </a:lnTo>
                  <a:lnTo>
                    <a:pt x="4252349" y="175153"/>
                  </a:lnTo>
                  <a:lnTo>
                    <a:pt x="4334700" y="150966"/>
                  </a:lnTo>
                  <a:lnTo>
                    <a:pt x="4423849" y="128894"/>
                  </a:lnTo>
                  <a:lnTo>
                    <a:pt x="4519829" y="108755"/>
                  </a:lnTo>
                  <a:lnTo>
                    <a:pt x="4622231" y="90420"/>
                  </a:lnTo>
                  <a:lnTo>
                    <a:pt x="4730070" y="73816"/>
                  </a:lnTo>
                  <a:lnTo>
                    <a:pt x="4841661" y="58917"/>
                  </a:lnTo>
                  <a:lnTo>
                    <a:pt x="4954551" y="45735"/>
                  </a:lnTo>
                  <a:lnTo>
                    <a:pt x="5065562" y="34304"/>
                  </a:lnTo>
                  <a:lnTo>
                    <a:pt x="5170975" y="24659"/>
                  </a:lnTo>
                  <a:lnTo>
                    <a:pt x="5266896" y="16805"/>
                  </a:lnTo>
                  <a:lnTo>
                    <a:pt x="5349759" y="10696"/>
                  </a:lnTo>
                  <a:lnTo>
                    <a:pt x="5416878" y="6217"/>
                  </a:lnTo>
                  <a:lnTo>
                    <a:pt x="5466931" y="3181"/>
                  </a:lnTo>
                  <a:lnTo>
                    <a:pt x="5500243" y="1337"/>
                  </a:lnTo>
                  <a:lnTo>
                    <a:pt x="5518832" y="396"/>
                  </a:lnTo>
                  <a:lnTo>
                    <a:pt x="5526264" y="50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0" y="8"/>
                  </a:lnTo>
                  <a:lnTo>
                    <a:pt x="6531010" y="67"/>
                  </a:lnTo>
                  <a:lnTo>
                    <a:pt x="6549991" y="230"/>
                  </a:lnTo>
                  <a:lnTo>
                    <a:pt x="6584176" y="552"/>
                  </a:lnTo>
                  <a:lnTo>
                    <a:pt x="6635635" y="1084"/>
                  </a:lnTo>
                  <a:lnTo>
                    <a:pt x="6704640" y="1869"/>
                  </a:lnTo>
                  <a:lnTo>
                    <a:pt x="6789724" y="2942"/>
                  </a:lnTo>
                  <a:lnTo>
                    <a:pt x="6888003" y="4320"/>
                  </a:lnTo>
                  <a:lnTo>
                    <a:pt x="6995702" y="6011"/>
                  </a:lnTo>
                  <a:lnTo>
                    <a:pt x="7108749" y="8014"/>
                  </a:lnTo>
                  <a:lnTo>
                    <a:pt x="7223307" y="10323"/>
                  </a:lnTo>
                  <a:lnTo>
                    <a:pt x="7336144" y="12931"/>
                  </a:lnTo>
                  <a:lnTo>
                    <a:pt x="7444810" y="15837"/>
                  </a:lnTo>
                  <a:lnTo>
                    <a:pt x="7547666" y="19048"/>
                  </a:lnTo>
                  <a:lnTo>
                    <a:pt x="7643793" y="22577"/>
                  </a:lnTo>
                  <a:lnTo>
                    <a:pt x="7732862" y="26449"/>
                  </a:lnTo>
                  <a:lnTo>
                    <a:pt x="7814984" y="30699"/>
                  </a:lnTo>
                  <a:lnTo>
                    <a:pt x="7890573" y="35370"/>
                  </a:lnTo>
                  <a:lnTo>
                    <a:pt x="7960245" y="40514"/>
                  </a:lnTo>
                  <a:lnTo>
                    <a:pt x="8024722" y="46187"/>
                  </a:lnTo>
                  <a:lnTo>
                    <a:pt x="8084780" y="52449"/>
                  </a:lnTo>
                  <a:lnTo>
                    <a:pt x="8141193" y="59356"/>
                  </a:lnTo>
                  <a:lnTo>
                    <a:pt x="8194697" y="66950"/>
                  </a:lnTo>
                  <a:lnTo>
                    <a:pt x="8229629" y="72495"/>
                  </a:lnTo>
                  <a:lnTo>
                    <a:pt x="8290305" y="83255"/>
                  </a:lnTo>
                  <a:lnTo>
                    <a:pt x="8349108" y="95080"/>
                  </a:lnTo>
                  <a:lnTo>
                    <a:pt x="8406724" y="107985"/>
                  </a:lnTo>
                  <a:lnTo>
                    <a:pt x="8463661" y="121954"/>
                  </a:lnTo>
                  <a:lnTo>
                    <a:pt x="8520281" y="136930"/>
                  </a:lnTo>
                  <a:lnTo>
                    <a:pt x="8576823" y="152819"/>
                  </a:lnTo>
                  <a:lnTo>
                    <a:pt x="8633423" y="169483"/>
                  </a:lnTo>
                  <a:lnTo>
                    <a:pt x="8690134" y="186749"/>
                  </a:lnTo>
                  <a:lnTo>
                    <a:pt x="8746947" y="204413"/>
                  </a:lnTo>
                  <a:lnTo>
                    <a:pt x="8803810" y="222248"/>
                  </a:lnTo>
                  <a:lnTo>
                    <a:pt x="8860654" y="240020"/>
                  </a:lnTo>
                  <a:lnTo>
                    <a:pt x="8917417" y="257498"/>
                  </a:lnTo>
                  <a:lnTo>
                    <a:pt x="8974067" y="274467"/>
                  </a:lnTo>
                  <a:lnTo>
                    <a:pt x="9030624" y="290737"/>
                  </a:lnTo>
                  <a:lnTo>
                    <a:pt x="9087185" y="306153"/>
                  </a:lnTo>
                  <a:lnTo>
                    <a:pt x="9143937" y="320602"/>
                  </a:lnTo>
                  <a:lnTo>
                    <a:pt x="9201183" y="334007"/>
                  </a:lnTo>
                  <a:lnTo>
                    <a:pt x="9259358" y="346336"/>
                  </a:lnTo>
                  <a:lnTo>
                    <a:pt x="9319062" y="357588"/>
                  </a:lnTo>
                  <a:lnTo>
                    <a:pt x="9347647" y="362477"/>
                  </a:lnTo>
                  <a:lnTo>
                    <a:pt x="9399559" y="370547"/>
                  </a:lnTo>
                  <a:lnTo>
                    <a:pt x="9453925" y="377917"/>
                  </a:lnTo>
                  <a:lnTo>
                    <a:pt x="9511430" y="384610"/>
                  </a:lnTo>
                  <a:lnTo>
                    <a:pt x="9572828" y="390676"/>
                  </a:lnTo>
                  <a:lnTo>
                    <a:pt x="9638897" y="396172"/>
                  </a:lnTo>
                  <a:lnTo>
                    <a:pt x="9710402" y="401157"/>
                  </a:lnTo>
                  <a:lnTo>
                    <a:pt x="9788038" y="405687"/>
                  </a:lnTo>
                  <a:lnTo>
                    <a:pt x="9872367" y="409811"/>
                  </a:lnTo>
                  <a:lnTo>
                    <a:pt x="9963719" y="413569"/>
                  </a:lnTo>
                  <a:lnTo>
                    <a:pt x="10062077" y="416993"/>
                  </a:lnTo>
                  <a:lnTo>
                    <a:pt x="10166939" y="420104"/>
                  </a:lnTo>
                  <a:lnTo>
                    <a:pt x="10277168" y="422914"/>
                  </a:lnTo>
                  <a:lnTo>
                    <a:pt x="10390867" y="425426"/>
                  </a:lnTo>
                  <a:lnTo>
                    <a:pt x="10505325" y="427637"/>
                  </a:lnTo>
                  <a:lnTo>
                    <a:pt x="10617087" y="429540"/>
                  </a:lnTo>
                  <a:lnTo>
                    <a:pt x="10722191" y="431130"/>
                  </a:lnTo>
                  <a:lnTo>
                    <a:pt x="10816596" y="432409"/>
                  </a:lnTo>
                  <a:lnTo>
                    <a:pt x="10896751" y="433386"/>
                  </a:lnTo>
                  <a:lnTo>
                    <a:pt x="10960178" y="434085"/>
                  </a:lnTo>
                  <a:lnTo>
                    <a:pt x="11005948" y="434544"/>
                  </a:lnTo>
                  <a:lnTo>
                    <a:pt x="11034920" y="434809"/>
                  </a:lnTo>
                  <a:lnTo>
                    <a:pt x="11049717" y="434933"/>
                  </a:lnTo>
                  <a:lnTo>
                    <a:pt x="11054532" y="434970"/>
                  </a:lnTo>
                  <a:lnTo>
                    <a:pt x="11054891" y="434972"/>
                  </a:lnTo>
                  <a:lnTo>
                    <a:pt x="12049831" y="434972"/>
                  </a:lnTo>
                  <a:lnTo>
                    <a:pt x="12049831" y="4349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6" name="pl1945"/>
            <p:cNvSpPr/>
            <p:nvPr/>
          </p:nvSpPr>
          <p:spPr>
            <a:xfrm>
              <a:off x="1199187" y="3511060"/>
              <a:ext cx="12049831" cy="2562670"/>
            </a:xfrm>
            <a:custGeom>
              <a:avLst/>
              <a:pathLst>
                <a:path w="12049831" h="2562670">
                  <a:moveTo>
                    <a:pt x="12049831" y="434972"/>
                  </a:moveTo>
                  <a:lnTo>
                    <a:pt x="11054891" y="434972"/>
                  </a:lnTo>
                  <a:lnTo>
                    <a:pt x="11053756" y="434964"/>
                  </a:lnTo>
                  <a:lnTo>
                    <a:pt x="11046266" y="434905"/>
                  </a:lnTo>
                  <a:lnTo>
                    <a:pt x="11027286" y="434741"/>
                  </a:lnTo>
                  <a:lnTo>
                    <a:pt x="10993101" y="434420"/>
                  </a:lnTo>
                  <a:lnTo>
                    <a:pt x="10941642" y="433888"/>
                  </a:lnTo>
                  <a:lnTo>
                    <a:pt x="10872637" y="433102"/>
                  </a:lnTo>
                  <a:lnTo>
                    <a:pt x="10787553" y="432030"/>
                  </a:lnTo>
                  <a:lnTo>
                    <a:pt x="10689273" y="430652"/>
                  </a:lnTo>
                  <a:lnTo>
                    <a:pt x="10581574" y="428960"/>
                  </a:lnTo>
                  <a:lnTo>
                    <a:pt x="10468527" y="426957"/>
                  </a:lnTo>
                  <a:lnTo>
                    <a:pt x="10353969" y="424649"/>
                  </a:lnTo>
                  <a:lnTo>
                    <a:pt x="10241132" y="422041"/>
                  </a:lnTo>
                  <a:lnTo>
                    <a:pt x="10132466" y="419134"/>
                  </a:lnTo>
                  <a:lnTo>
                    <a:pt x="10029611" y="415924"/>
                  </a:lnTo>
                  <a:lnTo>
                    <a:pt x="9933483" y="412395"/>
                  </a:lnTo>
                  <a:lnTo>
                    <a:pt x="9844414" y="408522"/>
                  </a:lnTo>
                  <a:lnTo>
                    <a:pt x="9762293" y="404272"/>
                  </a:lnTo>
                  <a:lnTo>
                    <a:pt x="9686703" y="399601"/>
                  </a:lnTo>
                  <a:lnTo>
                    <a:pt x="9617032" y="394458"/>
                  </a:lnTo>
                  <a:lnTo>
                    <a:pt x="9552554" y="388785"/>
                  </a:lnTo>
                  <a:lnTo>
                    <a:pt x="9492497" y="382523"/>
                  </a:lnTo>
                  <a:lnTo>
                    <a:pt x="9436084" y="375616"/>
                  </a:lnTo>
                  <a:lnTo>
                    <a:pt x="9382580" y="368021"/>
                  </a:lnTo>
                  <a:lnTo>
                    <a:pt x="9347647" y="362477"/>
                  </a:lnTo>
                  <a:lnTo>
                    <a:pt x="9286971" y="351716"/>
                  </a:lnTo>
                  <a:lnTo>
                    <a:pt x="9228169" y="339892"/>
                  </a:lnTo>
                  <a:lnTo>
                    <a:pt x="9170553" y="326987"/>
                  </a:lnTo>
                  <a:lnTo>
                    <a:pt x="9113615" y="313018"/>
                  </a:lnTo>
                  <a:lnTo>
                    <a:pt x="9056995" y="298041"/>
                  </a:lnTo>
                  <a:lnTo>
                    <a:pt x="9000453" y="282153"/>
                  </a:lnTo>
                  <a:lnTo>
                    <a:pt x="8943853" y="265488"/>
                  </a:lnTo>
                  <a:lnTo>
                    <a:pt x="8887142" y="248222"/>
                  </a:lnTo>
                  <a:lnTo>
                    <a:pt x="8830329" y="230559"/>
                  </a:lnTo>
                  <a:lnTo>
                    <a:pt x="8773466" y="212724"/>
                  </a:lnTo>
                  <a:lnTo>
                    <a:pt x="8716622" y="194951"/>
                  </a:lnTo>
                  <a:lnTo>
                    <a:pt x="8659859" y="177473"/>
                  </a:lnTo>
                  <a:lnTo>
                    <a:pt x="8603210" y="160505"/>
                  </a:lnTo>
                  <a:lnTo>
                    <a:pt x="8546652" y="144235"/>
                  </a:lnTo>
                  <a:lnTo>
                    <a:pt x="8490092" y="128818"/>
                  </a:lnTo>
                  <a:lnTo>
                    <a:pt x="8433339" y="114370"/>
                  </a:lnTo>
                  <a:lnTo>
                    <a:pt x="8376094" y="100964"/>
                  </a:lnTo>
                  <a:lnTo>
                    <a:pt x="8317918" y="88636"/>
                  </a:lnTo>
                  <a:lnTo>
                    <a:pt x="8258214" y="77384"/>
                  </a:lnTo>
                  <a:lnTo>
                    <a:pt x="8229629" y="72495"/>
                  </a:lnTo>
                  <a:lnTo>
                    <a:pt x="8177717" y="64425"/>
                  </a:lnTo>
                  <a:lnTo>
                    <a:pt x="8123351" y="57055"/>
                  </a:lnTo>
                  <a:lnTo>
                    <a:pt x="8065846" y="50361"/>
                  </a:lnTo>
                  <a:lnTo>
                    <a:pt x="8004449" y="44296"/>
                  </a:lnTo>
                  <a:lnTo>
                    <a:pt x="7938380" y="38800"/>
                  </a:lnTo>
                  <a:lnTo>
                    <a:pt x="7866875" y="33815"/>
                  </a:lnTo>
                  <a:lnTo>
                    <a:pt x="7789238" y="29285"/>
                  </a:lnTo>
                  <a:lnTo>
                    <a:pt x="7704909" y="25161"/>
                  </a:lnTo>
                  <a:lnTo>
                    <a:pt x="7613558" y="21403"/>
                  </a:lnTo>
                  <a:lnTo>
                    <a:pt x="7515199" y="17978"/>
                  </a:lnTo>
                  <a:lnTo>
                    <a:pt x="7410337" y="14867"/>
                  </a:lnTo>
                  <a:lnTo>
                    <a:pt x="7300109" y="12057"/>
                  </a:lnTo>
                  <a:lnTo>
                    <a:pt x="7186410" y="9545"/>
                  </a:lnTo>
                  <a:lnTo>
                    <a:pt x="7071951" y="7335"/>
                  </a:lnTo>
                  <a:lnTo>
                    <a:pt x="6960189" y="5432"/>
                  </a:lnTo>
                  <a:lnTo>
                    <a:pt x="6855086" y="3841"/>
                  </a:lnTo>
                  <a:lnTo>
                    <a:pt x="6760680" y="2563"/>
                  </a:lnTo>
                  <a:lnTo>
                    <a:pt x="6680526" y="1586"/>
                  </a:lnTo>
                  <a:lnTo>
                    <a:pt x="6617099" y="886"/>
                  </a:lnTo>
                  <a:lnTo>
                    <a:pt x="6571328" y="428"/>
                  </a:lnTo>
                  <a:lnTo>
                    <a:pt x="6542356" y="163"/>
                  </a:lnTo>
                  <a:lnTo>
                    <a:pt x="6527560" y="39"/>
                  </a:lnTo>
                  <a:lnTo>
                    <a:pt x="6522744" y="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9" y="46"/>
                  </a:lnTo>
                  <a:lnTo>
                    <a:pt x="5519181" y="379"/>
                  </a:lnTo>
                  <a:lnTo>
                    <a:pt x="5500969" y="1299"/>
                  </a:lnTo>
                  <a:lnTo>
                    <a:pt x="5468118" y="3112"/>
                  </a:lnTo>
                  <a:lnTo>
                    <a:pt x="5418559" y="6110"/>
                  </a:lnTo>
                  <a:lnTo>
                    <a:pt x="5351919" y="10545"/>
                  </a:lnTo>
                  <a:lnTo>
                    <a:pt x="5269478" y="16605"/>
                  </a:lnTo>
                  <a:lnTo>
                    <a:pt x="5173885" y="24408"/>
                  </a:lnTo>
                  <a:lnTo>
                    <a:pt x="5068691" y="34002"/>
                  </a:lnTo>
                  <a:lnTo>
                    <a:pt x="4957788" y="45381"/>
                  </a:lnTo>
                  <a:lnTo>
                    <a:pt x="4844904" y="58513"/>
                  </a:lnTo>
                  <a:lnTo>
                    <a:pt x="4733238" y="73364"/>
                  </a:lnTo>
                  <a:lnTo>
                    <a:pt x="4625264" y="89919"/>
                  </a:lnTo>
                  <a:lnTo>
                    <a:pt x="4522688" y="108203"/>
                  </a:lnTo>
                  <a:lnTo>
                    <a:pt x="4426516" y="128289"/>
                  </a:lnTo>
                  <a:lnTo>
                    <a:pt x="4337169" y="150303"/>
                  </a:lnTo>
                  <a:lnTo>
                    <a:pt x="4254625" y="174425"/>
                  </a:lnTo>
                  <a:lnTo>
                    <a:pt x="4178546" y="200890"/>
                  </a:lnTo>
                  <a:lnTo>
                    <a:pt x="4108384" y="229976"/>
                  </a:lnTo>
                  <a:lnTo>
                    <a:pt x="4043468" y="261999"/>
                  </a:lnTo>
                  <a:lnTo>
                    <a:pt x="3983065" y="297293"/>
                  </a:lnTo>
                  <a:lnTo>
                    <a:pt x="3926430" y="336183"/>
                  </a:lnTo>
                  <a:lnTo>
                    <a:pt x="3872842" y="378940"/>
                  </a:lnTo>
                  <a:lnTo>
                    <a:pt x="3821645" y="425707"/>
                  </a:lnTo>
                  <a:lnTo>
                    <a:pt x="3820202" y="427111"/>
                  </a:lnTo>
                  <a:lnTo>
                    <a:pt x="3774359" y="474216"/>
                  </a:lnTo>
                  <a:lnTo>
                    <a:pt x="3729687" y="524841"/>
                  </a:lnTo>
                  <a:lnTo>
                    <a:pt x="3685861" y="579057"/>
                  </a:lnTo>
                  <a:lnTo>
                    <a:pt x="3642620" y="636877"/>
                  </a:lnTo>
                  <a:lnTo>
                    <a:pt x="3599758" y="698245"/>
                  </a:lnTo>
                  <a:lnTo>
                    <a:pt x="3557114" y="763033"/>
                  </a:lnTo>
                  <a:lnTo>
                    <a:pt x="3514571" y="831039"/>
                  </a:lnTo>
                  <a:lnTo>
                    <a:pt x="3472045" y="901982"/>
                  </a:lnTo>
                  <a:lnTo>
                    <a:pt x="3429483" y="975505"/>
                  </a:lnTo>
                  <a:lnTo>
                    <a:pt x="3386860" y="1051181"/>
                  </a:lnTo>
                  <a:lnTo>
                    <a:pt x="3344172" y="1128522"/>
                  </a:lnTo>
                  <a:lnTo>
                    <a:pt x="3301432" y="1206989"/>
                  </a:lnTo>
                  <a:lnTo>
                    <a:pt x="3258664" y="1286010"/>
                  </a:lnTo>
                  <a:lnTo>
                    <a:pt x="3215898" y="1364997"/>
                  </a:lnTo>
                  <a:lnTo>
                    <a:pt x="3173163" y="1443360"/>
                  </a:lnTo>
                  <a:lnTo>
                    <a:pt x="3130483" y="1520532"/>
                  </a:lnTo>
                  <a:lnTo>
                    <a:pt x="3087868" y="1595977"/>
                  </a:lnTo>
                  <a:lnTo>
                    <a:pt x="3045312" y="1669216"/>
                  </a:lnTo>
                  <a:lnTo>
                    <a:pt x="3002786" y="1739829"/>
                  </a:lnTo>
                  <a:lnTo>
                    <a:pt x="2960236" y="1807468"/>
                  </a:lnTo>
                  <a:lnTo>
                    <a:pt x="2917574" y="1871861"/>
                  </a:lnTo>
                  <a:lnTo>
                    <a:pt x="2874676" y="1932815"/>
                  </a:lnTo>
                  <a:lnTo>
                    <a:pt x="2831378" y="1990210"/>
                  </a:lnTo>
                  <a:lnTo>
                    <a:pt x="2787466" y="2044000"/>
                  </a:lnTo>
                  <a:lnTo>
                    <a:pt x="2742674" y="2094204"/>
                  </a:lnTo>
                  <a:lnTo>
                    <a:pt x="2702183" y="2135558"/>
                  </a:lnTo>
                  <a:lnTo>
                    <a:pt x="2651047" y="2182440"/>
                  </a:lnTo>
                  <a:lnTo>
                    <a:pt x="2597536" y="2225311"/>
                  </a:lnTo>
                  <a:lnTo>
                    <a:pt x="2540998" y="2264309"/>
                  </a:lnTo>
                  <a:lnTo>
                    <a:pt x="2480714" y="2299702"/>
                  </a:lnTo>
                  <a:lnTo>
                    <a:pt x="2415938" y="2331814"/>
                  </a:lnTo>
                  <a:lnTo>
                    <a:pt x="2345937" y="2360980"/>
                  </a:lnTo>
                  <a:lnTo>
                    <a:pt x="2270036" y="2387516"/>
                  </a:lnTo>
                  <a:lnTo>
                    <a:pt x="2187685" y="2411703"/>
                  </a:lnTo>
                  <a:lnTo>
                    <a:pt x="2098536" y="2433775"/>
                  </a:lnTo>
                  <a:lnTo>
                    <a:pt x="2002556" y="2453914"/>
                  </a:lnTo>
                  <a:lnTo>
                    <a:pt x="1900154" y="2472249"/>
                  </a:lnTo>
                  <a:lnTo>
                    <a:pt x="1792315" y="2488853"/>
                  </a:lnTo>
                  <a:lnTo>
                    <a:pt x="1680724" y="2503752"/>
                  </a:lnTo>
                  <a:lnTo>
                    <a:pt x="1567834" y="2516934"/>
                  </a:lnTo>
                  <a:lnTo>
                    <a:pt x="1456823" y="2528365"/>
                  </a:lnTo>
                  <a:lnTo>
                    <a:pt x="1351410" y="2538010"/>
                  </a:lnTo>
                  <a:lnTo>
                    <a:pt x="1255489" y="2545864"/>
                  </a:lnTo>
                  <a:lnTo>
                    <a:pt x="1172626" y="2551973"/>
                  </a:lnTo>
                  <a:lnTo>
                    <a:pt x="1105507" y="2556452"/>
                  </a:lnTo>
                  <a:lnTo>
                    <a:pt x="1055454" y="2559488"/>
                  </a:lnTo>
                  <a:lnTo>
                    <a:pt x="1022142" y="2561332"/>
                  </a:lnTo>
                  <a:lnTo>
                    <a:pt x="1003553" y="2562273"/>
                  </a:lnTo>
                  <a:lnTo>
                    <a:pt x="996121" y="2562619"/>
                  </a:lnTo>
                  <a:lnTo>
                    <a:pt x="994940" y="2562670"/>
                  </a:lnTo>
                  <a:lnTo>
                    <a:pt x="994940" y="2562670"/>
                  </a:lnTo>
                  <a:lnTo>
                    <a:pt x="0" y="2562670"/>
                  </a:lnTo>
                  <a:lnTo>
                    <a:pt x="0" y="25626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7" name="pg1946"/>
            <p:cNvSpPr/>
            <p:nvPr/>
          </p:nvSpPr>
          <p:spPr>
            <a:xfrm>
              <a:off x="1199187" y="3626354"/>
              <a:ext cx="12049831" cy="2457857"/>
            </a:xfrm>
            <a:custGeom>
              <a:avLst/>
              <a:pathLst>
                <a:path w="12049831" h="2457857">
                  <a:moveTo>
                    <a:pt x="0" y="2457857"/>
                  </a:moveTo>
                  <a:lnTo>
                    <a:pt x="994940" y="2457857"/>
                  </a:lnTo>
                  <a:lnTo>
                    <a:pt x="996030" y="2457812"/>
                  </a:lnTo>
                  <a:lnTo>
                    <a:pt x="1003234" y="2457492"/>
                  </a:lnTo>
                  <a:lnTo>
                    <a:pt x="1021509" y="2456608"/>
                  </a:lnTo>
                  <a:lnTo>
                    <a:pt x="1054471" y="2454867"/>
                  </a:lnTo>
                  <a:lnTo>
                    <a:pt x="1104187" y="2451987"/>
                  </a:lnTo>
                  <a:lnTo>
                    <a:pt x="1171024" y="2447727"/>
                  </a:lnTo>
                  <a:lnTo>
                    <a:pt x="1253686" y="2441907"/>
                  </a:lnTo>
                  <a:lnTo>
                    <a:pt x="1349504" y="2434414"/>
                  </a:lnTo>
                  <a:lnTo>
                    <a:pt x="1454909" y="2425202"/>
                  </a:lnTo>
                  <a:lnTo>
                    <a:pt x="1565993" y="2414278"/>
                  </a:lnTo>
                  <a:lnTo>
                    <a:pt x="1679020" y="2401673"/>
                  </a:lnTo>
                  <a:lnTo>
                    <a:pt x="1790788" y="2387419"/>
                  </a:lnTo>
                  <a:lnTo>
                    <a:pt x="1898823" y="2371530"/>
                  </a:lnTo>
                  <a:lnTo>
                    <a:pt x="2001425" y="2353981"/>
                  </a:lnTo>
                  <a:lnTo>
                    <a:pt x="2097596" y="2334702"/>
                  </a:lnTo>
                  <a:lnTo>
                    <a:pt x="2186921" y="2313570"/>
                  </a:lnTo>
                  <a:lnTo>
                    <a:pt x="2269430" y="2290411"/>
                  </a:lnTo>
                  <a:lnTo>
                    <a:pt x="2345469" y="2265000"/>
                  </a:lnTo>
                  <a:lnTo>
                    <a:pt x="2415590" y="2237067"/>
                  </a:lnTo>
                  <a:lnTo>
                    <a:pt x="2480468" y="2206310"/>
                  </a:lnTo>
                  <a:lnTo>
                    <a:pt x="2540841" y="2172405"/>
                  </a:lnTo>
                  <a:lnTo>
                    <a:pt x="2597456" y="2135043"/>
                  </a:lnTo>
                  <a:lnTo>
                    <a:pt x="2651035" y="2093965"/>
                  </a:lnTo>
                  <a:lnTo>
                    <a:pt x="2702183" y="2049087"/>
                  </a:lnTo>
                  <a:lnTo>
                    <a:pt x="2748716" y="2003291"/>
                  </a:lnTo>
                  <a:lnTo>
                    <a:pt x="2794048" y="1954021"/>
                  </a:lnTo>
                  <a:lnTo>
                    <a:pt x="2838517" y="1901206"/>
                  </a:lnTo>
                  <a:lnTo>
                    <a:pt x="2882393" y="1844838"/>
                  </a:lnTo>
                  <a:lnTo>
                    <a:pt x="2925891" y="1784975"/>
                  </a:lnTo>
                  <a:lnTo>
                    <a:pt x="2969173" y="1721750"/>
                  </a:lnTo>
                  <a:lnTo>
                    <a:pt x="3012361" y="1655374"/>
                  </a:lnTo>
                  <a:lnTo>
                    <a:pt x="3055539" y="1586135"/>
                  </a:lnTo>
                  <a:lnTo>
                    <a:pt x="3098759" y="1514398"/>
                  </a:lnTo>
                  <a:lnTo>
                    <a:pt x="3142043" y="1440601"/>
                  </a:lnTo>
                  <a:lnTo>
                    <a:pt x="3185393" y="1365240"/>
                  </a:lnTo>
                  <a:lnTo>
                    <a:pt x="3228792" y="1288860"/>
                  </a:lnTo>
                  <a:lnTo>
                    <a:pt x="3272215" y="1212039"/>
                  </a:lnTo>
                  <a:lnTo>
                    <a:pt x="3315631" y="1135369"/>
                  </a:lnTo>
                  <a:lnTo>
                    <a:pt x="3359008" y="1059436"/>
                  </a:lnTo>
                  <a:lnTo>
                    <a:pt x="3402325" y="984803"/>
                  </a:lnTo>
                  <a:lnTo>
                    <a:pt x="3445575" y="911993"/>
                  </a:lnTo>
                  <a:lnTo>
                    <a:pt x="3488769" y="841474"/>
                  </a:lnTo>
                  <a:lnTo>
                    <a:pt x="3531944" y="773648"/>
                  </a:lnTo>
                  <a:lnTo>
                    <a:pt x="3575167" y="708840"/>
                  </a:lnTo>
                  <a:lnTo>
                    <a:pt x="3618541" y="647301"/>
                  </a:lnTo>
                  <a:lnTo>
                    <a:pt x="3662207" y="589200"/>
                  </a:lnTo>
                  <a:lnTo>
                    <a:pt x="3706355" y="534633"/>
                  </a:lnTo>
                  <a:lnTo>
                    <a:pt x="3751224" y="483623"/>
                  </a:lnTo>
                  <a:lnTo>
                    <a:pt x="3797118" y="436129"/>
                  </a:lnTo>
                  <a:lnTo>
                    <a:pt x="3820202" y="414010"/>
                  </a:lnTo>
                  <a:lnTo>
                    <a:pt x="3871403" y="369088"/>
                  </a:lnTo>
                  <a:lnTo>
                    <a:pt x="3924985" y="328014"/>
                  </a:lnTo>
                  <a:lnTo>
                    <a:pt x="3981604" y="290655"/>
                  </a:lnTo>
                  <a:lnTo>
                    <a:pt x="4041981" y="256754"/>
                  </a:lnTo>
                  <a:lnTo>
                    <a:pt x="4106864" y="226000"/>
                  </a:lnTo>
                  <a:lnTo>
                    <a:pt x="4176991" y="198070"/>
                  </a:lnTo>
                  <a:lnTo>
                    <a:pt x="4253036" y="172661"/>
                  </a:lnTo>
                  <a:lnTo>
                    <a:pt x="4335552" y="149504"/>
                  </a:lnTo>
                  <a:lnTo>
                    <a:pt x="4424884" y="128374"/>
                  </a:lnTo>
                  <a:lnTo>
                    <a:pt x="4521062" y="109097"/>
                  </a:lnTo>
                  <a:lnTo>
                    <a:pt x="4623670" y="91550"/>
                  </a:lnTo>
                  <a:lnTo>
                    <a:pt x="4731710" y="75662"/>
                  </a:lnTo>
                  <a:lnTo>
                    <a:pt x="4843480" y="61410"/>
                  </a:lnTo>
                  <a:lnTo>
                    <a:pt x="4956507" y="48807"/>
                  </a:lnTo>
                  <a:lnTo>
                    <a:pt x="5067588" y="37884"/>
                  </a:lnTo>
                  <a:lnTo>
                    <a:pt x="5172985" y="28675"/>
                  </a:lnTo>
                  <a:lnTo>
                    <a:pt x="5268791" y="21184"/>
                  </a:lnTo>
                  <a:lnTo>
                    <a:pt x="5351438" y="15365"/>
                  </a:lnTo>
                  <a:lnTo>
                    <a:pt x="5418257" y="11107"/>
                  </a:lnTo>
                  <a:lnTo>
                    <a:pt x="5467956" y="8228"/>
                  </a:lnTo>
                  <a:lnTo>
                    <a:pt x="5500902" y="6487"/>
                  </a:lnTo>
                  <a:lnTo>
                    <a:pt x="5519163" y="5604"/>
                  </a:lnTo>
                  <a:lnTo>
                    <a:pt x="5526358" y="5285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91" y="5277"/>
                  </a:lnTo>
                  <a:lnTo>
                    <a:pt x="6530794" y="5540"/>
                  </a:lnTo>
                  <a:lnTo>
                    <a:pt x="6549312" y="6266"/>
                  </a:lnTo>
                  <a:lnTo>
                    <a:pt x="6582697" y="7697"/>
                  </a:lnTo>
                  <a:lnTo>
                    <a:pt x="6633015" y="10062"/>
                  </a:lnTo>
                  <a:lnTo>
                    <a:pt x="6700603" y="13559"/>
                  </a:lnTo>
                  <a:lnTo>
                    <a:pt x="6784106" y="18336"/>
                  </a:lnTo>
                  <a:lnTo>
                    <a:pt x="6880780" y="24482"/>
                  </a:lnTo>
                  <a:lnTo>
                    <a:pt x="6986986" y="32032"/>
                  </a:lnTo>
                  <a:lnTo>
                    <a:pt x="7098759" y="40983"/>
                  </a:lnTo>
                  <a:lnTo>
                    <a:pt x="7212325" y="51306"/>
                  </a:lnTo>
                  <a:lnTo>
                    <a:pt x="7324472" y="62976"/>
                  </a:lnTo>
                  <a:lnTo>
                    <a:pt x="7432735" y="75983"/>
                  </a:lnTo>
                  <a:lnTo>
                    <a:pt x="7535432" y="90349"/>
                  </a:lnTo>
                  <a:lnTo>
                    <a:pt x="7631594" y="106135"/>
                  </a:lnTo>
                  <a:lnTo>
                    <a:pt x="7720834" y="123445"/>
                  </a:lnTo>
                  <a:lnTo>
                    <a:pt x="7803211" y="142424"/>
                  </a:lnTo>
                  <a:lnTo>
                    <a:pt x="7879094" y="163261"/>
                  </a:lnTo>
                  <a:lnTo>
                    <a:pt x="7949058" y="186179"/>
                  </a:lnTo>
                  <a:lnTo>
                    <a:pt x="8013795" y="211429"/>
                  </a:lnTo>
                  <a:lnTo>
                    <a:pt x="8074055" y="239277"/>
                  </a:lnTo>
                  <a:lnTo>
                    <a:pt x="8130596" y="269976"/>
                  </a:lnTo>
                  <a:lnTo>
                    <a:pt x="8184144" y="303729"/>
                  </a:lnTo>
                  <a:lnTo>
                    <a:pt x="8229629" y="336274"/>
                  </a:lnTo>
                  <a:lnTo>
                    <a:pt x="8279328" y="376026"/>
                  </a:lnTo>
                  <a:lnTo>
                    <a:pt x="8327684" y="419001"/>
                  </a:lnTo>
                  <a:lnTo>
                    <a:pt x="8375099" y="465259"/>
                  </a:lnTo>
                  <a:lnTo>
                    <a:pt x="8421892" y="514800"/>
                  </a:lnTo>
                  <a:lnTo>
                    <a:pt x="8468307" y="567548"/>
                  </a:lnTo>
                  <a:lnTo>
                    <a:pt x="8514530" y="623348"/>
                  </a:lnTo>
                  <a:lnTo>
                    <a:pt x="8560689" y="681963"/>
                  </a:lnTo>
                  <a:lnTo>
                    <a:pt x="8606869" y="743071"/>
                  </a:lnTo>
                  <a:lnTo>
                    <a:pt x="8653114" y="806274"/>
                  </a:lnTo>
                  <a:lnTo>
                    <a:pt x="8699436" y="871105"/>
                  </a:lnTo>
                  <a:lnTo>
                    <a:pt x="8745822" y="937037"/>
                  </a:lnTo>
                  <a:lnTo>
                    <a:pt x="8792243" y="1003507"/>
                  </a:lnTo>
                  <a:lnTo>
                    <a:pt x="8838661" y="1069932"/>
                  </a:lnTo>
                  <a:lnTo>
                    <a:pt x="8885039" y="1135730"/>
                  </a:lnTo>
                  <a:lnTo>
                    <a:pt x="8931349" y="1200341"/>
                  </a:lnTo>
                  <a:lnTo>
                    <a:pt x="8977583" y="1263248"/>
                  </a:lnTo>
                  <a:lnTo>
                    <a:pt x="9023755" y="1323993"/>
                  </a:lnTo>
                  <a:lnTo>
                    <a:pt x="9069918" y="1382189"/>
                  </a:lnTo>
                  <a:lnTo>
                    <a:pt x="9116161" y="1437529"/>
                  </a:lnTo>
                  <a:lnTo>
                    <a:pt x="9162621" y="1489787"/>
                  </a:lnTo>
                  <a:lnTo>
                    <a:pt x="9209493" y="1538821"/>
                  </a:lnTo>
                  <a:lnTo>
                    <a:pt x="9257031" y="1584568"/>
                  </a:lnTo>
                  <a:lnTo>
                    <a:pt x="9305567" y="1627036"/>
                  </a:lnTo>
                  <a:lnTo>
                    <a:pt x="9347647" y="1660407"/>
                  </a:lnTo>
                  <a:lnTo>
                    <a:pt x="9399096" y="1696950"/>
                  </a:lnTo>
                  <a:lnTo>
                    <a:pt x="9452950" y="1730348"/>
                  </a:lnTo>
                  <a:lnTo>
                    <a:pt x="9509877" y="1760711"/>
                  </a:lnTo>
                  <a:lnTo>
                    <a:pt x="9570608" y="1788250"/>
                  </a:lnTo>
                  <a:lnTo>
                    <a:pt x="9635902" y="1813222"/>
                  </a:lnTo>
                  <a:lnTo>
                    <a:pt x="9706506" y="1835891"/>
                  </a:lnTo>
                  <a:lnTo>
                    <a:pt x="9783102" y="1856506"/>
                  </a:lnTo>
                  <a:lnTo>
                    <a:pt x="9866246" y="1875286"/>
                  </a:lnTo>
                  <a:lnTo>
                    <a:pt x="9956278" y="1892416"/>
                  </a:lnTo>
                  <a:lnTo>
                    <a:pt x="10053212" y="1908036"/>
                  </a:lnTo>
                  <a:lnTo>
                    <a:pt x="10156603" y="1922245"/>
                  </a:lnTo>
                  <a:lnTo>
                    <a:pt x="10265407" y="1935100"/>
                  </a:lnTo>
                  <a:lnTo>
                    <a:pt x="10377855" y="1946617"/>
                  </a:lnTo>
                  <a:lnTo>
                    <a:pt x="10491392" y="1956786"/>
                  </a:lnTo>
                  <a:lnTo>
                    <a:pt x="10602730" y="1965578"/>
                  </a:lnTo>
                  <a:lnTo>
                    <a:pt x="10708050" y="1972969"/>
                  </a:lnTo>
                  <a:lnTo>
                    <a:pt x="10803397" y="1978956"/>
                  </a:lnTo>
                  <a:lnTo>
                    <a:pt x="10885205" y="1983582"/>
                  </a:lnTo>
                  <a:lnTo>
                    <a:pt x="10950866" y="1986941"/>
                  </a:lnTo>
                  <a:lnTo>
                    <a:pt x="10999208" y="1989190"/>
                  </a:lnTo>
                  <a:lnTo>
                    <a:pt x="11030766" y="1990528"/>
                  </a:lnTo>
                  <a:lnTo>
                    <a:pt x="11047797" y="1991189"/>
                  </a:lnTo>
                  <a:lnTo>
                    <a:pt x="11054117" y="1991415"/>
                  </a:lnTo>
                  <a:lnTo>
                    <a:pt x="11054891" y="1991440"/>
                  </a:lnTo>
                  <a:lnTo>
                    <a:pt x="12049831" y="1991440"/>
                  </a:lnTo>
                  <a:lnTo>
                    <a:pt x="12049831" y="1986200"/>
                  </a:lnTo>
                  <a:lnTo>
                    <a:pt x="11054891" y="1986200"/>
                  </a:lnTo>
                  <a:lnTo>
                    <a:pt x="11053785" y="1986163"/>
                  </a:lnTo>
                  <a:lnTo>
                    <a:pt x="11046483" y="1985900"/>
                  </a:lnTo>
                  <a:lnTo>
                    <a:pt x="11027964" y="1985174"/>
                  </a:lnTo>
                  <a:lnTo>
                    <a:pt x="10994580" y="1983743"/>
                  </a:lnTo>
                  <a:lnTo>
                    <a:pt x="10944261" y="1981378"/>
                  </a:lnTo>
                  <a:lnTo>
                    <a:pt x="10876674" y="1977881"/>
                  </a:lnTo>
                  <a:lnTo>
                    <a:pt x="10793171" y="1973104"/>
                  </a:lnTo>
                  <a:lnTo>
                    <a:pt x="10696496" y="1966958"/>
                  </a:lnTo>
                  <a:lnTo>
                    <a:pt x="10590291" y="1959408"/>
                  </a:lnTo>
                  <a:lnTo>
                    <a:pt x="10478518" y="1950457"/>
                  </a:lnTo>
                  <a:lnTo>
                    <a:pt x="10364951" y="1940134"/>
                  </a:lnTo>
                  <a:lnTo>
                    <a:pt x="10252804" y="1928464"/>
                  </a:lnTo>
                  <a:lnTo>
                    <a:pt x="10144541" y="1915457"/>
                  </a:lnTo>
                  <a:lnTo>
                    <a:pt x="10041844" y="1901091"/>
                  </a:lnTo>
                  <a:lnTo>
                    <a:pt x="9945683" y="1885304"/>
                  </a:lnTo>
                  <a:lnTo>
                    <a:pt x="9856443" y="1867995"/>
                  </a:lnTo>
                  <a:lnTo>
                    <a:pt x="9774066" y="1849016"/>
                  </a:lnTo>
                  <a:lnTo>
                    <a:pt x="9698183" y="1828179"/>
                  </a:lnTo>
                  <a:lnTo>
                    <a:pt x="9628219" y="1805261"/>
                  </a:lnTo>
                  <a:lnTo>
                    <a:pt x="9563482" y="1780010"/>
                  </a:lnTo>
                  <a:lnTo>
                    <a:pt x="9503222" y="1752162"/>
                  </a:lnTo>
                  <a:lnTo>
                    <a:pt x="9446681" y="1721464"/>
                  </a:lnTo>
                  <a:lnTo>
                    <a:pt x="9393132" y="1687711"/>
                  </a:lnTo>
                  <a:lnTo>
                    <a:pt x="9347647" y="1655166"/>
                  </a:lnTo>
                  <a:lnTo>
                    <a:pt x="9297948" y="1615414"/>
                  </a:lnTo>
                  <a:lnTo>
                    <a:pt x="9249593" y="1572439"/>
                  </a:lnTo>
                  <a:lnTo>
                    <a:pt x="9202178" y="1526181"/>
                  </a:lnTo>
                  <a:lnTo>
                    <a:pt x="9155385" y="1476640"/>
                  </a:lnTo>
                  <a:lnTo>
                    <a:pt x="9108969" y="1423892"/>
                  </a:lnTo>
                  <a:lnTo>
                    <a:pt x="9062747" y="1368092"/>
                  </a:lnTo>
                  <a:lnTo>
                    <a:pt x="9016588" y="1309477"/>
                  </a:lnTo>
                  <a:lnTo>
                    <a:pt x="8970408" y="1248369"/>
                  </a:lnTo>
                  <a:lnTo>
                    <a:pt x="8924163" y="1185166"/>
                  </a:lnTo>
                  <a:lnTo>
                    <a:pt x="8877841" y="1120335"/>
                  </a:lnTo>
                  <a:lnTo>
                    <a:pt x="8831454" y="1054403"/>
                  </a:lnTo>
                  <a:lnTo>
                    <a:pt x="8785033" y="987933"/>
                  </a:lnTo>
                  <a:lnTo>
                    <a:pt x="8738616" y="921508"/>
                  </a:lnTo>
                  <a:lnTo>
                    <a:pt x="8692238" y="855710"/>
                  </a:lnTo>
                  <a:lnTo>
                    <a:pt x="8645927" y="791099"/>
                  </a:lnTo>
                  <a:lnTo>
                    <a:pt x="8599694" y="728192"/>
                  </a:lnTo>
                  <a:lnTo>
                    <a:pt x="8553521" y="667447"/>
                  </a:lnTo>
                  <a:lnTo>
                    <a:pt x="8507359" y="609251"/>
                  </a:lnTo>
                  <a:lnTo>
                    <a:pt x="8461116" y="553911"/>
                  </a:lnTo>
                  <a:lnTo>
                    <a:pt x="8414655" y="501653"/>
                  </a:lnTo>
                  <a:lnTo>
                    <a:pt x="8367783" y="452619"/>
                  </a:lnTo>
                  <a:lnTo>
                    <a:pt x="8320245" y="406872"/>
                  </a:lnTo>
                  <a:lnTo>
                    <a:pt x="8271710" y="364404"/>
                  </a:lnTo>
                  <a:lnTo>
                    <a:pt x="8229629" y="331033"/>
                  </a:lnTo>
                  <a:lnTo>
                    <a:pt x="8178181" y="294490"/>
                  </a:lnTo>
                  <a:lnTo>
                    <a:pt x="8124326" y="261092"/>
                  </a:lnTo>
                  <a:lnTo>
                    <a:pt x="8067400" y="230729"/>
                  </a:lnTo>
                  <a:lnTo>
                    <a:pt x="8006669" y="203190"/>
                  </a:lnTo>
                  <a:lnTo>
                    <a:pt x="7941374" y="178218"/>
                  </a:lnTo>
                  <a:lnTo>
                    <a:pt x="7870771" y="155549"/>
                  </a:lnTo>
                  <a:lnTo>
                    <a:pt x="7794174" y="134934"/>
                  </a:lnTo>
                  <a:lnTo>
                    <a:pt x="7711030" y="116154"/>
                  </a:lnTo>
                  <a:lnTo>
                    <a:pt x="7620999" y="99024"/>
                  </a:lnTo>
                  <a:lnTo>
                    <a:pt x="7524065" y="83404"/>
                  </a:lnTo>
                  <a:lnTo>
                    <a:pt x="7420673" y="69195"/>
                  </a:lnTo>
                  <a:lnTo>
                    <a:pt x="7311869" y="56340"/>
                  </a:lnTo>
                  <a:lnTo>
                    <a:pt x="7199422" y="44823"/>
                  </a:lnTo>
                  <a:lnTo>
                    <a:pt x="7085884" y="34654"/>
                  </a:lnTo>
                  <a:lnTo>
                    <a:pt x="6974547" y="25862"/>
                  </a:lnTo>
                  <a:lnTo>
                    <a:pt x="6869227" y="18471"/>
                  </a:lnTo>
                  <a:lnTo>
                    <a:pt x="6773879" y="12484"/>
                  </a:lnTo>
                  <a:lnTo>
                    <a:pt x="6692071" y="7858"/>
                  </a:lnTo>
                  <a:lnTo>
                    <a:pt x="6626410" y="4498"/>
                  </a:lnTo>
                  <a:lnTo>
                    <a:pt x="6578068" y="2250"/>
                  </a:lnTo>
                  <a:lnTo>
                    <a:pt x="6546511" y="911"/>
                  </a:lnTo>
                  <a:lnTo>
                    <a:pt x="6529480" y="250"/>
                  </a:lnTo>
                  <a:lnTo>
                    <a:pt x="6523160" y="2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5" y="44"/>
                  </a:lnTo>
                  <a:lnTo>
                    <a:pt x="5519151" y="364"/>
                  </a:lnTo>
                  <a:lnTo>
                    <a:pt x="5500876" y="1248"/>
                  </a:lnTo>
                  <a:lnTo>
                    <a:pt x="5467914" y="2990"/>
                  </a:lnTo>
                  <a:lnTo>
                    <a:pt x="5418198" y="5870"/>
                  </a:lnTo>
                  <a:lnTo>
                    <a:pt x="5351361" y="10129"/>
                  </a:lnTo>
                  <a:lnTo>
                    <a:pt x="5268699" y="15950"/>
                  </a:lnTo>
                  <a:lnTo>
                    <a:pt x="5172881" y="23443"/>
                  </a:lnTo>
                  <a:lnTo>
                    <a:pt x="5067476" y="32654"/>
                  </a:lnTo>
                  <a:lnTo>
                    <a:pt x="4956392" y="43578"/>
                  </a:lnTo>
                  <a:lnTo>
                    <a:pt x="4843365" y="56183"/>
                  </a:lnTo>
                  <a:lnTo>
                    <a:pt x="4731597" y="70437"/>
                  </a:lnTo>
                  <a:lnTo>
                    <a:pt x="4623562" y="86326"/>
                  </a:lnTo>
                  <a:lnTo>
                    <a:pt x="4520960" y="103875"/>
                  </a:lnTo>
                  <a:lnTo>
                    <a:pt x="4424789" y="123154"/>
                  </a:lnTo>
                  <a:lnTo>
                    <a:pt x="4335464" y="144286"/>
                  </a:lnTo>
                  <a:lnTo>
                    <a:pt x="4252955" y="167445"/>
                  </a:lnTo>
                  <a:lnTo>
                    <a:pt x="4176916" y="192857"/>
                  </a:lnTo>
                  <a:lnTo>
                    <a:pt x="4106795" y="220789"/>
                  </a:lnTo>
                  <a:lnTo>
                    <a:pt x="4041917" y="251547"/>
                  </a:lnTo>
                  <a:lnTo>
                    <a:pt x="3981544" y="285451"/>
                  </a:lnTo>
                  <a:lnTo>
                    <a:pt x="3924929" y="322813"/>
                  </a:lnTo>
                  <a:lnTo>
                    <a:pt x="3871350" y="363891"/>
                  </a:lnTo>
                  <a:lnTo>
                    <a:pt x="3820202" y="408769"/>
                  </a:lnTo>
                  <a:lnTo>
                    <a:pt x="3773669" y="454565"/>
                  </a:lnTo>
                  <a:lnTo>
                    <a:pt x="3728337" y="503836"/>
                  </a:lnTo>
                  <a:lnTo>
                    <a:pt x="3683868" y="556651"/>
                  </a:lnTo>
                  <a:lnTo>
                    <a:pt x="3639992" y="613019"/>
                  </a:lnTo>
                  <a:lnTo>
                    <a:pt x="3596494" y="672882"/>
                  </a:lnTo>
                  <a:lnTo>
                    <a:pt x="3553212" y="736106"/>
                  </a:lnTo>
                  <a:lnTo>
                    <a:pt x="3510024" y="802483"/>
                  </a:lnTo>
                  <a:lnTo>
                    <a:pt x="3466846" y="871722"/>
                  </a:lnTo>
                  <a:lnTo>
                    <a:pt x="3423626" y="943458"/>
                  </a:lnTo>
                  <a:lnTo>
                    <a:pt x="3380342" y="1017256"/>
                  </a:lnTo>
                  <a:lnTo>
                    <a:pt x="3336992" y="1092617"/>
                  </a:lnTo>
                  <a:lnTo>
                    <a:pt x="3293593" y="1168997"/>
                  </a:lnTo>
                  <a:lnTo>
                    <a:pt x="3250169" y="1245817"/>
                  </a:lnTo>
                  <a:lnTo>
                    <a:pt x="3206754" y="1322488"/>
                  </a:lnTo>
                  <a:lnTo>
                    <a:pt x="3163377" y="1398421"/>
                  </a:lnTo>
                  <a:lnTo>
                    <a:pt x="3120060" y="1473054"/>
                  </a:lnTo>
                  <a:lnTo>
                    <a:pt x="3076810" y="1545863"/>
                  </a:lnTo>
                  <a:lnTo>
                    <a:pt x="3033616" y="1616382"/>
                  </a:lnTo>
                  <a:lnTo>
                    <a:pt x="2990441" y="1684209"/>
                  </a:lnTo>
                  <a:lnTo>
                    <a:pt x="2947218" y="1749016"/>
                  </a:lnTo>
                  <a:lnTo>
                    <a:pt x="2903844" y="1810556"/>
                  </a:lnTo>
                  <a:lnTo>
                    <a:pt x="2860178" y="1868656"/>
                  </a:lnTo>
                  <a:lnTo>
                    <a:pt x="2816030" y="1923223"/>
                  </a:lnTo>
                  <a:lnTo>
                    <a:pt x="2771161" y="1974233"/>
                  </a:lnTo>
                  <a:lnTo>
                    <a:pt x="2725267" y="2021728"/>
                  </a:lnTo>
                  <a:lnTo>
                    <a:pt x="2702183" y="2043847"/>
                  </a:lnTo>
                  <a:lnTo>
                    <a:pt x="2650982" y="2088769"/>
                  </a:lnTo>
                  <a:lnTo>
                    <a:pt x="2597400" y="2129842"/>
                  </a:lnTo>
                  <a:lnTo>
                    <a:pt x="2540781" y="2167201"/>
                  </a:lnTo>
                  <a:lnTo>
                    <a:pt x="2480404" y="2201102"/>
                  </a:lnTo>
                  <a:lnTo>
                    <a:pt x="2415521" y="2231857"/>
                  </a:lnTo>
                  <a:lnTo>
                    <a:pt x="2345394" y="2259787"/>
                  </a:lnTo>
                  <a:lnTo>
                    <a:pt x="2269349" y="2285195"/>
                  </a:lnTo>
                  <a:lnTo>
                    <a:pt x="2186833" y="2308352"/>
                  </a:lnTo>
                  <a:lnTo>
                    <a:pt x="2097501" y="2329482"/>
                  </a:lnTo>
                  <a:lnTo>
                    <a:pt x="2001323" y="2348759"/>
                  </a:lnTo>
                  <a:lnTo>
                    <a:pt x="1898715" y="2366307"/>
                  </a:lnTo>
                  <a:lnTo>
                    <a:pt x="1790675" y="2382194"/>
                  </a:lnTo>
                  <a:lnTo>
                    <a:pt x="1678905" y="2396446"/>
                  </a:lnTo>
                  <a:lnTo>
                    <a:pt x="1565878" y="2409050"/>
                  </a:lnTo>
                  <a:lnTo>
                    <a:pt x="1454797" y="2419972"/>
                  </a:lnTo>
                  <a:lnTo>
                    <a:pt x="1349400" y="2429181"/>
                  </a:lnTo>
                  <a:lnTo>
                    <a:pt x="1253594" y="2436673"/>
                  </a:lnTo>
                  <a:lnTo>
                    <a:pt x="1170947" y="2442492"/>
                  </a:lnTo>
                  <a:lnTo>
                    <a:pt x="1104128" y="2446750"/>
                  </a:lnTo>
                  <a:lnTo>
                    <a:pt x="1054429" y="2449628"/>
                  </a:lnTo>
                  <a:lnTo>
                    <a:pt x="1021483" y="2451369"/>
                  </a:lnTo>
                  <a:lnTo>
                    <a:pt x="1003222" y="2452252"/>
                  </a:lnTo>
                  <a:lnTo>
                    <a:pt x="996027" y="2452571"/>
                  </a:lnTo>
                  <a:lnTo>
                    <a:pt x="994940" y="2452616"/>
                  </a:lnTo>
                  <a:lnTo>
                    <a:pt x="0" y="2452616"/>
                  </a:lnTo>
                  <a:close/>
                </a:path>
              </a:pathLst>
            </a:custGeom>
            <a:solidFill>
              <a:srgbClr val="26C6D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48" name="pl1947"/>
            <p:cNvSpPr/>
            <p:nvPr/>
          </p:nvSpPr>
          <p:spPr>
            <a:xfrm>
              <a:off x="1199187" y="3631594"/>
              <a:ext cx="12049831" cy="2452616"/>
            </a:xfrm>
            <a:custGeom>
              <a:avLst/>
              <a:pathLst>
                <a:path w="12049831" h="2452616">
                  <a:moveTo>
                    <a:pt x="0" y="2452616"/>
                  </a:moveTo>
                  <a:lnTo>
                    <a:pt x="994940" y="2452616"/>
                  </a:lnTo>
                  <a:lnTo>
                    <a:pt x="996030" y="2452571"/>
                  </a:lnTo>
                  <a:lnTo>
                    <a:pt x="1003234" y="2452251"/>
                  </a:lnTo>
                  <a:lnTo>
                    <a:pt x="1021509" y="2451368"/>
                  </a:lnTo>
                  <a:lnTo>
                    <a:pt x="1054471" y="2449626"/>
                  </a:lnTo>
                  <a:lnTo>
                    <a:pt x="1104187" y="2446746"/>
                  </a:lnTo>
                  <a:lnTo>
                    <a:pt x="1171024" y="2442486"/>
                  </a:lnTo>
                  <a:lnTo>
                    <a:pt x="1253686" y="2436666"/>
                  </a:lnTo>
                  <a:lnTo>
                    <a:pt x="1349504" y="2429173"/>
                  </a:lnTo>
                  <a:lnTo>
                    <a:pt x="1454909" y="2419962"/>
                  </a:lnTo>
                  <a:lnTo>
                    <a:pt x="1565993" y="2409038"/>
                  </a:lnTo>
                  <a:lnTo>
                    <a:pt x="1679020" y="2396432"/>
                  </a:lnTo>
                  <a:lnTo>
                    <a:pt x="1790788" y="2382179"/>
                  </a:lnTo>
                  <a:lnTo>
                    <a:pt x="1898823" y="2366289"/>
                  </a:lnTo>
                  <a:lnTo>
                    <a:pt x="2001425" y="2348741"/>
                  </a:lnTo>
                  <a:lnTo>
                    <a:pt x="2097596" y="2329461"/>
                  </a:lnTo>
                  <a:lnTo>
                    <a:pt x="2186921" y="2308330"/>
                  </a:lnTo>
                  <a:lnTo>
                    <a:pt x="2269430" y="2285170"/>
                  </a:lnTo>
                  <a:lnTo>
                    <a:pt x="2345469" y="2259759"/>
                  </a:lnTo>
                  <a:lnTo>
                    <a:pt x="2415590" y="2231827"/>
                  </a:lnTo>
                  <a:lnTo>
                    <a:pt x="2480468" y="2201069"/>
                  </a:lnTo>
                  <a:lnTo>
                    <a:pt x="2540841" y="2167165"/>
                  </a:lnTo>
                  <a:lnTo>
                    <a:pt x="2597456" y="2129802"/>
                  </a:lnTo>
                  <a:lnTo>
                    <a:pt x="2651035" y="2088725"/>
                  </a:lnTo>
                  <a:lnTo>
                    <a:pt x="2702183" y="2043847"/>
                  </a:lnTo>
                  <a:lnTo>
                    <a:pt x="2748716" y="1998050"/>
                  </a:lnTo>
                  <a:lnTo>
                    <a:pt x="2794048" y="1948780"/>
                  </a:lnTo>
                  <a:lnTo>
                    <a:pt x="2838517" y="1895965"/>
                  </a:lnTo>
                  <a:lnTo>
                    <a:pt x="2882393" y="1839597"/>
                  </a:lnTo>
                  <a:lnTo>
                    <a:pt x="2925891" y="1779734"/>
                  </a:lnTo>
                  <a:lnTo>
                    <a:pt x="2969173" y="1716510"/>
                  </a:lnTo>
                  <a:lnTo>
                    <a:pt x="3012361" y="1650133"/>
                  </a:lnTo>
                  <a:lnTo>
                    <a:pt x="3055539" y="1580894"/>
                  </a:lnTo>
                  <a:lnTo>
                    <a:pt x="3098759" y="1509158"/>
                  </a:lnTo>
                  <a:lnTo>
                    <a:pt x="3142043" y="1435360"/>
                  </a:lnTo>
                  <a:lnTo>
                    <a:pt x="3185393" y="1359999"/>
                  </a:lnTo>
                  <a:lnTo>
                    <a:pt x="3228792" y="1283619"/>
                  </a:lnTo>
                  <a:lnTo>
                    <a:pt x="3272215" y="1206799"/>
                  </a:lnTo>
                  <a:lnTo>
                    <a:pt x="3315631" y="1130128"/>
                  </a:lnTo>
                  <a:lnTo>
                    <a:pt x="3359008" y="1054195"/>
                  </a:lnTo>
                  <a:lnTo>
                    <a:pt x="3402325" y="979562"/>
                  </a:lnTo>
                  <a:lnTo>
                    <a:pt x="3445575" y="906753"/>
                  </a:lnTo>
                  <a:lnTo>
                    <a:pt x="3488769" y="836234"/>
                  </a:lnTo>
                  <a:lnTo>
                    <a:pt x="3531944" y="768407"/>
                  </a:lnTo>
                  <a:lnTo>
                    <a:pt x="3575167" y="703599"/>
                  </a:lnTo>
                  <a:lnTo>
                    <a:pt x="3618541" y="642060"/>
                  </a:lnTo>
                  <a:lnTo>
                    <a:pt x="3662207" y="583960"/>
                  </a:lnTo>
                  <a:lnTo>
                    <a:pt x="3706355" y="529393"/>
                  </a:lnTo>
                  <a:lnTo>
                    <a:pt x="3751224" y="478382"/>
                  </a:lnTo>
                  <a:lnTo>
                    <a:pt x="3797118" y="430888"/>
                  </a:lnTo>
                  <a:lnTo>
                    <a:pt x="3820202" y="408769"/>
                  </a:lnTo>
                  <a:lnTo>
                    <a:pt x="3871403" y="363847"/>
                  </a:lnTo>
                  <a:lnTo>
                    <a:pt x="3924985" y="322773"/>
                  </a:lnTo>
                  <a:lnTo>
                    <a:pt x="3981604" y="285414"/>
                  </a:lnTo>
                  <a:lnTo>
                    <a:pt x="4041981" y="251514"/>
                  </a:lnTo>
                  <a:lnTo>
                    <a:pt x="4106864" y="220759"/>
                  </a:lnTo>
                  <a:lnTo>
                    <a:pt x="4176991" y="192829"/>
                  </a:lnTo>
                  <a:lnTo>
                    <a:pt x="4253036" y="167420"/>
                  </a:lnTo>
                  <a:lnTo>
                    <a:pt x="4335552" y="144264"/>
                  </a:lnTo>
                  <a:lnTo>
                    <a:pt x="4424884" y="123134"/>
                  </a:lnTo>
                  <a:lnTo>
                    <a:pt x="4521062" y="103856"/>
                  </a:lnTo>
                  <a:lnTo>
                    <a:pt x="4623670" y="86309"/>
                  </a:lnTo>
                  <a:lnTo>
                    <a:pt x="4731710" y="70422"/>
                  </a:lnTo>
                  <a:lnTo>
                    <a:pt x="4843480" y="56170"/>
                  </a:lnTo>
                  <a:lnTo>
                    <a:pt x="4956507" y="43566"/>
                  </a:lnTo>
                  <a:lnTo>
                    <a:pt x="5067588" y="32644"/>
                  </a:lnTo>
                  <a:lnTo>
                    <a:pt x="5172985" y="23434"/>
                  </a:lnTo>
                  <a:lnTo>
                    <a:pt x="5268791" y="15943"/>
                  </a:lnTo>
                  <a:lnTo>
                    <a:pt x="5351438" y="10124"/>
                  </a:lnTo>
                  <a:lnTo>
                    <a:pt x="5418257" y="5866"/>
                  </a:lnTo>
                  <a:lnTo>
                    <a:pt x="5467956" y="2987"/>
                  </a:lnTo>
                  <a:lnTo>
                    <a:pt x="5500902" y="1247"/>
                  </a:lnTo>
                  <a:lnTo>
                    <a:pt x="5519163" y="364"/>
                  </a:lnTo>
                  <a:lnTo>
                    <a:pt x="5526358" y="44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91" y="36"/>
                  </a:lnTo>
                  <a:lnTo>
                    <a:pt x="6530794" y="299"/>
                  </a:lnTo>
                  <a:lnTo>
                    <a:pt x="6549312" y="1025"/>
                  </a:lnTo>
                  <a:lnTo>
                    <a:pt x="6582697" y="2456"/>
                  </a:lnTo>
                  <a:lnTo>
                    <a:pt x="6633015" y="4821"/>
                  </a:lnTo>
                  <a:lnTo>
                    <a:pt x="6700603" y="8318"/>
                  </a:lnTo>
                  <a:lnTo>
                    <a:pt x="6784106" y="13095"/>
                  </a:lnTo>
                  <a:lnTo>
                    <a:pt x="6880780" y="19241"/>
                  </a:lnTo>
                  <a:lnTo>
                    <a:pt x="6986986" y="26792"/>
                  </a:lnTo>
                  <a:lnTo>
                    <a:pt x="7098759" y="35742"/>
                  </a:lnTo>
                  <a:lnTo>
                    <a:pt x="7212325" y="46066"/>
                  </a:lnTo>
                  <a:lnTo>
                    <a:pt x="7324472" y="57735"/>
                  </a:lnTo>
                  <a:lnTo>
                    <a:pt x="7432735" y="70742"/>
                  </a:lnTo>
                  <a:lnTo>
                    <a:pt x="7535432" y="85109"/>
                  </a:lnTo>
                  <a:lnTo>
                    <a:pt x="7631594" y="100895"/>
                  </a:lnTo>
                  <a:lnTo>
                    <a:pt x="7720834" y="118204"/>
                  </a:lnTo>
                  <a:lnTo>
                    <a:pt x="7803211" y="137183"/>
                  </a:lnTo>
                  <a:lnTo>
                    <a:pt x="7879094" y="158020"/>
                  </a:lnTo>
                  <a:lnTo>
                    <a:pt x="7949058" y="180938"/>
                  </a:lnTo>
                  <a:lnTo>
                    <a:pt x="8013795" y="206189"/>
                  </a:lnTo>
                  <a:lnTo>
                    <a:pt x="8074055" y="234037"/>
                  </a:lnTo>
                  <a:lnTo>
                    <a:pt x="8130596" y="264735"/>
                  </a:lnTo>
                  <a:lnTo>
                    <a:pt x="8184144" y="298488"/>
                  </a:lnTo>
                  <a:lnTo>
                    <a:pt x="8229629" y="331033"/>
                  </a:lnTo>
                  <a:lnTo>
                    <a:pt x="8279328" y="370786"/>
                  </a:lnTo>
                  <a:lnTo>
                    <a:pt x="8327684" y="413760"/>
                  </a:lnTo>
                  <a:lnTo>
                    <a:pt x="8375099" y="460019"/>
                  </a:lnTo>
                  <a:lnTo>
                    <a:pt x="8421892" y="509560"/>
                  </a:lnTo>
                  <a:lnTo>
                    <a:pt x="8468307" y="562308"/>
                  </a:lnTo>
                  <a:lnTo>
                    <a:pt x="8514530" y="618108"/>
                  </a:lnTo>
                  <a:lnTo>
                    <a:pt x="8560689" y="676722"/>
                  </a:lnTo>
                  <a:lnTo>
                    <a:pt x="8606869" y="737830"/>
                  </a:lnTo>
                  <a:lnTo>
                    <a:pt x="8653114" y="801034"/>
                  </a:lnTo>
                  <a:lnTo>
                    <a:pt x="8699436" y="865864"/>
                  </a:lnTo>
                  <a:lnTo>
                    <a:pt x="8745822" y="931796"/>
                  </a:lnTo>
                  <a:lnTo>
                    <a:pt x="8792243" y="998267"/>
                  </a:lnTo>
                  <a:lnTo>
                    <a:pt x="8838661" y="1064692"/>
                  </a:lnTo>
                  <a:lnTo>
                    <a:pt x="8885039" y="1130489"/>
                  </a:lnTo>
                  <a:lnTo>
                    <a:pt x="8931349" y="1195100"/>
                  </a:lnTo>
                  <a:lnTo>
                    <a:pt x="8977583" y="1258007"/>
                  </a:lnTo>
                  <a:lnTo>
                    <a:pt x="9023755" y="1318752"/>
                  </a:lnTo>
                  <a:lnTo>
                    <a:pt x="9069918" y="1376948"/>
                  </a:lnTo>
                  <a:lnTo>
                    <a:pt x="9116161" y="1432288"/>
                  </a:lnTo>
                  <a:lnTo>
                    <a:pt x="9162621" y="1484546"/>
                  </a:lnTo>
                  <a:lnTo>
                    <a:pt x="9209493" y="1533580"/>
                  </a:lnTo>
                  <a:lnTo>
                    <a:pt x="9257031" y="1579328"/>
                  </a:lnTo>
                  <a:lnTo>
                    <a:pt x="9305567" y="1621796"/>
                  </a:lnTo>
                  <a:lnTo>
                    <a:pt x="9347647" y="1655166"/>
                  </a:lnTo>
                  <a:lnTo>
                    <a:pt x="9399096" y="1691710"/>
                  </a:lnTo>
                  <a:lnTo>
                    <a:pt x="9452950" y="1725108"/>
                  </a:lnTo>
                  <a:lnTo>
                    <a:pt x="9509877" y="1755470"/>
                  </a:lnTo>
                  <a:lnTo>
                    <a:pt x="9570608" y="1783009"/>
                  </a:lnTo>
                  <a:lnTo>
                    <a:pt x="9635902" y="1807982"/>
                  </a:lnTo>
                  <a:lnTo>
                    <a:pt x="9706506" y="1830650"/>
                  </a:lnTo>
                  <a:lnTo>
                    <a:pt x="9783102" y="1851265"/>
                  </a:lnTo>
                  <a:lnTo>
                    <a:pt x="9866246" y="1870046"/>
                  </a:lnTo>
                  <a:lnTo>
                    <a:pt x="9956278" y="1887175"/>
                  </a:lnTo>
                  <a:lnTo>
                    <a:pt x="10053212" y="1902795"/>
                  </a:lnTo>
                  <a:lnTo>
                    <a:pt x="10156603" y="1917005"/>
                  </a:lnTo>
                  <a:lnTo>
                    <a:pt x="10265407" y="1929859"/>
                  </a:lnTo>
                  <a:lnTo>
                    <a:pt x="10377855" y="1941377"/>
                  </a:lnTo>
                  <a:lnTo>
                    <a:pt x="10491392" y="1951545"/>
                  </a:lnTo>
                  <a:lnTo>
                    <a:pt x="10602730" y="1960338"/>
                  </a:lnTo>
                  <a:lnTo>
                    <a:pt x="10708050" y="1967728"/>
                  </a:lnTo>
                  <a:lnTo>
                    <a:pt x="10803397" y="1973716"/>
                  </a:lnTo>
                  <a:lnTo>
                    <a:pt x="10885205" y="1978341"/>
                  </a:lnTo>
                  <a:lnTo>
                    <a:pt x="10950866" y="1981701"/>
                  </a:lnTo>
                  <a:lnTo>
                    <a:pt x="10999208" y="1983949"/>
                  </a:lnTo>
                  <a:lnTo>
                    <a:pt x="11030766" y="1985288"/>
                  </a:lnTo>
                  <a:lnTo>
                    <a:pt x="11047797" y="1985949"/>
                  </a:lnTo>
                  <a:lnTo>
                    <a:pt x="11054117" y="1986174"/>
                  </a:lnTo>
                  <a:lnTo>
                    <a:pt x="11054891" y="1986200"/>
                  </a:lnTo>
                  <a:lnTo>
                    <a:pt x="12049831" y="1986200"/>
                  </a:lnTo>
                  <a:lnTo>
                    <a:pt x="12049831" y="19862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9" name="pl1948"/>
            <p:cNvSpPr/>
            <p:nvPr/>
          </p:nvSpPr>
          <p:spPr>
            <a:xfrm>
              <a:off x="1199187" y="3626354"/>
              <a:ext cx="12049831" cy="2452616"/>
            </a:xfrm>
            <a:custGeom>
              <a:avLst/>
              <a:pathLst>
                <a:path w="12049831" h="2452616">
                  <a:moveTo>
                    <a:pt x="12049831" y="1986200"/>
                  </a:moveTo>
                  <a:lnTo>
                    <a:pt x="11054891" y="1986200"/>
                  </a:lnTo>
                  <a:lnTo>
                    <a:pt x="11053785" y="1986163"/>
                  </a:lnTo>
                  <a:lnTo>
                    <a:pt x="11046483" y="1985900"/>
                  </a:lnTo>
                  <a:lnTo>
                    <a:pt x="11027964" y="1985174"/>
                  </a:lnTo>
                  <a:lnTo>
                    <a:pt x="10994580" y="1983743"/>
                  </a:lnTo>
                  <a:lnTo>
                    <a:pt x="10944261" y="1981378"/>
                  </a:lnTo>
                  <a:lnTo>
                    <a:pt x="10876674" y="1977881"/>
                  </a:lnTo>
                  <a:lnTo>
                    <a:pt x="10793171" y="1973104"/>
                  </a:lnTo>
                  <a:lnTo>
                    <a:pt x="10696496" y="1966958"/>
                  </a:lnTo>
                  <a:lnTo>
                    <a:pt x="10590291" y="1959408"/>
                  </a:lnTo>
                  <a:lnTo>
                    <a:pt x="10478518" y="1950457"/>
                  </a:lnTo>
                  <a:lnTo>
                    <a:pt x="10364951" y="1940134"/>
                  </a:lnTo>
                  <a:lnTo>
                    <a:pt x="10252804" y="1928464"/>
                  </a:lnTo>
                  <a:lnTo>
                    <a:pt x="10144541" y="1915457"/>
                  </a:lnTo>
                  <a:lnTo>
                    <a:pt x="10041844" y="1901091"/>
                  </a:lnTo>
                  <a:lnTo>
                    <a:pt x="9945683" y="1885304"/>
                  </a:lnTo>
                  <a:lnTo>
                    <a:pt x="9856443" y="1867995"/>
                  </a:lnTo>
                  <a:lnTo>
                    <a:pt x="9774066" y="1849016"/>
                  </a:lnTo>
                  <a:lnTo>
                    <a:pt x="9698183" y="1828179"/>
                  </a:lnTo>
                  <a:lnTo>
                    <a:pt x="9628219" y="1805261"/>
                  </a:lnTo>
                  <a:lnTo>
                    <a:pt x="9563482" y="1780010"/>
                  </a:lnTo>
                  <a:lnTo>
                    <a:pt x="9503222" y="1752162"/>
                  </a:lnTo>
                  <a:lnTo>
                    <a:pt x="9446681" y="1721464"/>
                  </a:lnTo>
                  <a:lnTo>
                    <a:pt x="9393132" y="1687711"/>
                  </a:lnTo>
                  <a:lnTo>
                    <a:pt x="9347647" y="1655166"/>
                  </a:lnTo>
                  <a:lnTo>
                    <a:pt x="9297948" y="1615414"/>
                  </a:lnTo>
                  <a:lnTo>
                    <a:pt x="9249593" y="1572439"/>
                  </a:lnTo>
                  <a:lnTo>
                    <a:pt x="9202178" y="1526181"/>
                  </a:lnTo>
                  <a:lnTo>
                    <a:pt x="9155385" y="1476640"/>
                  </a:lnTo>
                  <a:lnTo>
                    <a:pt x="9108969" y="1423892"/>
                  </a:lnTo>
                  <a:lnTo>
                    <a:pt x="9062747" y="1368092"/>
                  </a:lnTo>
                  <a:lnTo>
                    <a:pt x="9016588" y="1309477"/>
                  </a:lnTo>
                  <a:lnTo>
                    <a:pt x="8970408" y="1248369"/>
                  </a:lnTo>
                  <a:lnTo>
                    <a:pt x="8924163" y="1185166"/>
                  </a:lnTo>
                  <a:lnTo>
                    <a:pt x="8877841" y="1120335"/>
                  </a:lnTo>
                  <a:lnTo>
                    <a:pt x="8831454" y="1054403"/>
                  </a:lnTo>
                  <a:lnTo>
                    <a:pt x="8785033" y="987933"/>
                  </a:lnTo>
                  <a:lnTo>
                    <a:pt x="8738616" y="921508"/>
                  </a:lnTo>
                  <a:lnTo>
                    <a:pt x="8692238" y="855710"/>
                  </a:lnTo>
                  <a:lnTo>
                    <a:pt x="8645927" y="791099"/>
                  </a:lnTo>
                  <a:lnTo>
                    <a:pt x="8599694" y="728192"/>
                  </a:lnTo>
                  <a:lnTo>
                    <a:pt x="8553521" y="667447"/>
                  </a:lnTo>
                  <a:lnTo>
                    <a:pt x="8507359" y="609251"/>
                  </a:lnTo>
                  <a:lnTo>
                    <a:pt x="8461116" y="553911"/>
                  </a:lnTo>
                  <a:lnTo>
                    <a:pt x="8414655" y="501653"/>
                  </a:lnTo>
                  <a:lnTo>
                    <a:pt x="8367783" y="452619"/>
                  </a:lnTo>
                  <a:lnTo>
                    <a:pt x="8320245" y="406872"/>
                  </a:lnTo>
                  <a:lnTo>
                    <a:pt x="8271710" y="364404"/>
                  </a:lnTo>
                  <a:lnTo>
                    <a:pt x="8229629" y="331033"/>
                  </a:lnTo>
                  <a:lnTo>
                    <a:pt x="8178181" y="294490"/>
                  </a:lnTo>
                  <a:lnTo>
                    <a:pt x="8124326" y="261092"/>
                  </a:lnTo>
                  <a:lnTo>
                    <a:pt x="8067400" y="230729"/>
                  </a:lnTo>
                  <a:lnTo>
                    <a:pt x="8006669" y="203190"/>
                  </a:lnTo>
                  <a:lnTo>
                    <a:pt x="7941374" y="178218"/>
                  </a:lnTo>
                  <a:lnTo>
                    <a:pt x="7870771" y="155549"/>
                  </a:lnTo>
                  <a:lnTo>
                    <a:pt x="7794174" y="134934"/>
                  </a:lnTo>
                  <a:lnTo>
                    <a:pt x="7711030" y="116154"/>
                  </a:lnTo>
                  <a:lnTo>
                    <a:pt x="7620999" y="99024"/>
                  </a:lnTo>
                  <a:lnTo>
                    <a:pt x="7524065" y="83404"/>
                  </a:lnTo>
                  <a:lnTo>
                    <a:pt x="7420673" y="69195"/>
                  </a:lnTo>
                  <a:lnTo>
                    <a:pt x="7311869" y="56340"/>
                  </a:lnTo>
                  <a:lnTo>
                    <a:pt x="7199422" y="44823"/>
                  </a:lnTo>
                  <a:lnTo>
                    <a:pt x="7085884" y="34654"/>
                  </a:lnTo>
                  <a:lnTo>
                    <a:pt x="6974547" y="25862"/>
                  </a:lnTo>
                  <a:lnTo>
                    <a:pt x="6869227" y="18471"/>
                  </a:lnTo>
                  <a:lnTo>
                    <a:pt x="6773879" y="12484"/>
                  </a:lnTo>
                  <a:lnTo>
                    <a:pt x="6692071" y="7858"/>
                  </a:lnTo>
                  <a:lnTo>
                    <a:pt x="6626410" y="4498"/>
                  </a:lnTo>
                  <a:lnTo>
                    <a:pt x="6578068" y="2250"/>
                  </a:lnTo>
                  <a:lnTo>
                    <a:pt x="6546511" y="911"/>
                  </a:lnTo>
                  <a:lnTo>
                    <a:pt x="6529480" y="250"/>
                  </a:lnTo>
                  <a:lnTo>
                    <a:pt x="6523160" y="2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5" y="44"/>
                  </a:lnTo>
                  <a:lnTo>
                    <a:pt x="5519151" y="364"/>
                  </a:lnTo>
                  <a:lnTo>
                    <a:pt x="5500876" y="1248"/>
                  </a:lnTo>
                  <a:lnTo>
                    <a:pt x="5467914" y="2990"/>
                  </a:lnTo>
                  <a:lnTo>
                    <a:pt x="5418198" y="5870"/>
                  </a:lnTo>
                  <a:lnTo>
                    <a:pt x="5351361" y="10129"/>
                  </a:lnTo>
                  <a:lnTo>
                    <a:pt x="5268699" y="15950"/>
                  </a:lnTo>
                  <a:lnTo>
                    <a:pt x="5172881" y="23443"/>
                  </a:lnTo>
                  <a:lnTo>
                    <a:pt x="5067476" y="32654"/>
                  </a:lnTo>
                  <a:lnTo>
                    <a:pt x="4956392" y="43578"/>
                  </a:lnTo>
                  <a:lnTo>
                    <a:pt x="4843365" y="56183"/>
                  </a:lnTo>
                  <a:lnTo>
                    <a:pt x="4731597" y="70437"/>
                  </a:lnTo>
                  <a:lnTo>
                    <a:pt x="4623562" y="86326"/>
                  </a:lnTo>
                  <a:lnTo>
                    <a:pt x="4520960" y="103875"/>
                  </a:lnTo>
                  <a:lnTo>
                    <a:pt x="4424789" y="123154"/>
                  </a:lnTo>
                  <a:lnTo>
                    <a:pt x="4335464" y="144286"/>
                  </a:lnTo>
                  <a:lnTo>
                    <a:pt x="4252955" y="167445"/>
                  </a:lnTo>
                  <a:lnTo>
                    <a:pt x="4176916" y="192857"/>
                  </a:lnTo>
                  <a:lnTo>
                    <a:pt x="4106795" y="220789"/>
                  </a:lnTo>
                  <a:lnTo>
                    <a:pt x="4041917" y="251547"/>
                  </a:lnTo>
                  <a:lnTo>
                    <a:pt x="3981544" y="285451"/>
                  </a:lnTo>
                  <a:lnTo>
                    <a:pt x="3924929" y="322813"/>
                  </a:lnTo>
                  <a:lnTo>
                    <a:pt x="3871350" y="363891"/>
                  </a:lnTo>
                  <a:lnTo>
                    <a:pt x="3820202" y="408769"/>
                  </a:lnTo>
                  <a:lnTo>
                    <a:pt x="3773669" y="454565"/>
                  </a:lnTo>
                  <a:lnTo>
                    <a:pt x="3728337" y="503836"/>
                  </a:lnTo>
                  <a:lnTo>
                    <a:pt x="3683868" y="556651"/>
                  </a:lnTo>
                  <a:lnTo>
                    <a:pt x="3639992" y="613019"/>
                  </a:lnTo>
                  <a:lnTo>
                    <a:pt x="3596494" y="672882"/>
                  </a:lnTo>
                  <a:lnTo>
                    <a:pt x="3553212" y="736106"/>
                  </a:lnTo>
                  <a:lnTo>
                    <a:pt x="3510024" y="802483"/>
                  </a:lnTo>
                  <a:lnTo>
                    <a:pt x="3466846" y="871722"/>
                  </a:lnTo>
                  <a:lnTo>
                    <a:pt x="3423626" y="943458"/>
                  </a:lnTo>
                  <a:lnTo>
                    <a:pt x="3380342" y="1017256"/>
                  </a:lnTo>
                  <a:lnTo>
                    <a:pt x="3336992" y="1092617"/>
                  </a:lnTo>
                  <a:lnTo>
                    <a:pt x="3293593" y="1168997"/>
                  </a:lnTo>
                  <a:lnTo>
                    <a:pt x="3250169" y="1245817"/>
                  </a:lnTo>
                  <a:lnTo>
                    <a:pt x="3206754" y="1322488"/>
                  </a:lnTo>
                  <a:lnTo>
                    <a:pt x="3163377" y="1398421"/>
                  </a:lnTo>
                  <a:lnTo>
                    <a:pt x="3120060" y="1473054"/>
                  </a:lnTo>
                  <a:lnTo>
                    <a:pt x="3076810" y="1545863"/>
                  </a:lnTo>
                  <a:lnTo>
                    <a:pt x="3033616" y="1616382"/>
                  </a:lnTo>
                  <a:lnTo>
                    <a:pt x="2990441" y="1684209"/>
                  </a:lnTo>
                  <a:lnTo>
                    <a:pt x="2947218" y="1749016"/>
                  </a:lnTo>
                  <a:lnTo>
                    <a:pt x="2903844" y="1810556"/>
                  </a:lnTo>
                  <a:lnTo>
                    <a:pt x="2860178" y="1868656"/>
                  </a:lnTo>
                  <a:lnTo>
                    <a:pt x="2816030" y="1923223"/>
                  </a:lnTo>
                  <a:lnTo>
                    <a:pt x="2771161" y="1974233"/>
                  </a:lnTo>
                  <a:lnTo>
                    <a:pt x="2725267" y="2021728"/>
                  </a:lnTo>
                  <a:lnTo>
                    <a:pt x="2702183" y="2043847"/>
                  </a:lnTo>
                  <a:lnTo>
                    <a:pt x="2650982" y="2088769"/>
                  </a:lnTo>
                  <a:lnTo>
                    <a:pt x="2597400" y="2129842"/>
                  </a:lnTo>
                  <a:lnTo>
                    <a:pt x="2540781" y="2167201"/>
                  </a:lnTo>
                  <a:lnTo>
                    <a:pt x="2480404" y="2201102"/>
                  </a:lnTo>
                  <a:lnTo>
                    <a:pt x="2415521" y="2231857"/>
                  </a:lnTo>
                  <a:lnTo>
                    <a:pt x="2345394" y="2259787"/>
                  </a:lnTo>
                  <a:lnTo>
                    <a:pt x="2269349" y="2285195"/>
                  </a:lnTo>
                  <a:lnTo>
                    <a:pt x="2186833" y="2308352"/>
                  </a:lnTo>
                  <a:lnTo>
                    <a:pt x="2097501" y="2329482"/>
                  </a:lnTo>
                  <a:lnTo>
                    <a:pt x="2001323" y="2348759"/>
                  </a:lnTo>
                  <a:lnTo>
                    <a:pt x="1898715" y="2366307"/>
                  </a:lnTo>
                  <a:lnTo>
                    <a:pt x="1790675" y="2382194"/>
                  </a:lnTo>
                  <a:lnTo>
                    <a:pt x="1678905" y="2396446"/>
                  </a:lnTo>
                  <a:lnTo>
                    <a:pt x="1565878" y="2409050"/>
                  </a:lnTo>
                  <a:lnTo>
                    <a:pt x="1454797" y="2419972"/>
                  </a:lnTo>
                  <a:lnTo>
                    <a:pt x="1349400" y="2429181"/>
                  </a:lnTo>
                  <a:lnTo>
                    <a:pt x="1253594" y="2436673"/>
                  </a:lnTo>
                  <a:lnTo>
                    <a:pt x="1170947" y="2442492"/>
                  </a:lnTo>
                  <a:lnTo>
                    <a:pt x="1104128" y="2446750"/>
                  </a:lnTo>
                  <a:lnTo>
                    <a:pt x="1054429" y="2449628"/>
                  </a:lnTo>
                  <a:lnTo>
                    <a:pt x="1021483" y="2451369"/>
                  </a:lnTo>
                  <a:lnTo>
                    <a:pt x="1003222" y="2452252"/>
                  </a:lnTo>
                  <a:lnTo>
                    <a:pt x="996027" y="2452571"/>
                  </a:lnTo>
                  <a:lnTo>
                    <a:pt x="994940" y="2452616"/>
                  </a:lnTo>
                  <a:lnTo>
                    <a:pt x="0" y="2452616"/>
                  </a:lnTo>
                  <a:lnTo>
                    <a:pt x="0" y="24526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0" name="pg1949"/>
            <p:cNvSpPr/>
            <p:nvPr/>
          </p:nvSpPr>
          <p:spPr>
            <a:xfrm>
              <a:off x="1199187" y="1336197"/>
              <a:ext cx="12049831" cy="4858067"/>
            </a:xfrm>
            <a:custGeom>
              <a:avLst/>
              <a:pathLst>
                <a:path w="12049831" h="4858067">
                  <a:moveTo>
                    <a:pt x="0" y="4858067"/>
                  </a:moveTo>
                  <a:lnTo>
                    <a:pt x="994940" y="4858067"/>
                  </a:lnTo>
                  <a:lnTo>
                    <a:pt x="996076" y="4858067"/>
                  </a:lnTo>
                  <a:lnTo>
                    <a:pt x="1003576" y="4858063"/>
                  </a:lnTo>
                  <a:lnTo>
                    <a:pt x="1022580" y="4858053"/>
                  </a:lnTo>
                  <a:lnTo>
                    <a:pt x="1056807" y="4858034"/>
                  </a:lnTo>
                  <a:lnTo>
                    <a:pt x="1108324" y="4858002"/>
                  </a:lnTo>
                  <a:lnTo>
                    <a:pt x="1177402" y="4857955"/>
                  </a:lnTo>
                  <a:lnTo>
                    <a:pt x="1262568" y="4857890"/>
                  </a:lnTo>
                  <a:lnTo>
                    <a:pt x="1360930" y="4857807"/>
                  </a:lnTo>
                  <a:lnTo>
                    <a:pt x="1468705" y="4857705"/>
                  </a:lnTo>
                  <a:lnTo>
                    <a:pt x="1581817" y="4857584"/>
                  </a:lnTo>
                  <a:lnTo>
                    <a:pt x="1696425" y="4857445"/>
                  </a:lnTo>
                  <a:lnTo>
                    <a:pt x="1809297" y="4857287"/>
                  </a:lnTo>
                  <a:lnTo>
                    <a:pt x="1917983" y="4857112"/>
                  </a:lnTo>
                  <a:lnTo>
                    <a:pt x="2020846" y="4856919"/>
                  </a:lnTo>
                  <a:lnTo>
                    <a:pt x="2116971" y="4856706"/>
                  </a:lnTo>
                  <a:lnTo>
                    <a:pt x="2206031" y="4856472"/>
                  </a:lnTo>
                  <a:lnTo>
                    <a:pt x="2288139" y="4856216"/>
                  </a:lnTo>
                  <a:lnTo>
                    <a:pt x="2363713" y="4855934"/>
                  </a:lnTo>
                  <a:lnTo>
                    <a:pt x="2433370" y="4855624"/>
                  </a:lnTo>
                  <a:lnTo>
                    <a:pt x="2497834" y="4855282"/>
                  </a:lnTo>
                  <a:lnTo>
                    <a:pt x="2557881" y="4854904"/>
                  </a:lnTo>
                  <a:lnTo>
                    <a:pt x="2614288" y="4854487"/>
                  </a:lnTo>
                  <a:lnTo>
                    <a:pt x="2667790" y="4854029"/>
                  </a:lnTo>
                  <a:lnTo>
                    <a:pt x="2702183" y="4853700"/>
                  </a:lnTo>
                  <a:lnTo>
                    <a:pt x="2763834" y="4853041"/>
                  </a:lnTo>
                  <a:lnTo>
                    <a:pt x="2823562" y="4852315"/>
                  </a:lnTo>
                  <a:lnTo>
                    <a:pt x="2882083" y="4851522"/>
                  </a:lnTo>
                  <a:lnTo>
                    <a:pt x="2939925" y="4850663"/>
                  </a:lnTo>
                  <a:lnTo>
                    <a:pt x="2997458" y="4849742"/>
                  </a:lnTo>
                  <a:lnTo>
                    <a:pt x="3054925" y="4848765"/>
                  </a:lnTo>
                  <a:lnTo>
                    <a:pt x="3112461" y="4847740"/>
                  </a:lnTo>
                  <a:lnTo>
                    <a:pt x="3170114" y="4846679"/>
                  </a:lnTo>
                  <a:lnTo>
                    <a:pt x="3227866" y="4845596"/>
                  </a:lnTo>
                  <a:lnTo>
                    <a:pt x="3285660" y="4844503"/>
                  </a:lnTo>
                  <a:lnTo>
                    <a:pt x="3343424" y="4843417"/>
                  </a:lnTo>
                  <a:lnTo>
                    <a:pt x="3401094" y="4842352"/>
                  </a:lnTo>
                  <a:lnTo>
                    <a:pt x="3458647" y="4841321"/>
                  </a:lnTo>
                  <a:lnTo>
                    <a:pt x="3516118" y="4840336"/>
                  </a:lnTo>
                  <a:lnTo>
                    <a:pt x="3573628" y="4839405"/>
                  </a:lnTo>
                  <a:lnTo>
                    <a:pt x="3631402" y="4838537"/>
                  </a:lnTo>
                  <a:lnTo>
                    <a:pt x="3689789" y="4837733"/>
                  </a:lnTo>
                  <a:lnTo>
                    <a:pt x="3749291" y="4836998"/>
                  </a:lnTo>
                  <a:lnTo>
                    <a:pt x="3810591" y="4836328"/>
                  </a:lnTo>
                  <a:lnTo>
                    <a:pt x="3820202" y="4836231"/>
                  </a:lnTo>
                  <a:lnTo>
                    <a:pt x="3872137" y="4835745"/>
                  </a:lnTo>
                  <a:lnTo>
                    <a:pt x="3926529" y="4835301"/>
                  </a:lnTo>
                  <a:lnTo>
                    <a:pt x="3984064" y="4834897"/>
                  </a:lnTo>
                  <a:lnTo>
                    <a:pt x="4045496" y="4834532"/>
                  </a:lnTo>
                  <a:lnTo>
                    <a:pt x="4111605" y="4834201"/>
                  </a:lnTo>
                  <a:lnTo>
                    <a:pt x="4183156" y="4833900"/>
                  </a:lnTo>
                  <a:lnTo>
                    <a:pt x="4260847" y="4833627"/>
                  </a:lnTo>
                  <a:lnTo>
                    <a:pt x="4345237" y="4833379"/>
                  </a:lnTo>
                  <a:lnTo>
                    <a:pt x="4436656" y="4833153"/>
                  </a:lnTo>
                  <a:lnTo>
                    <a:pt x="4535088" y="4832946"/>
                  </a:lnTo>
                  <a:lnTo>
                    <a:pt x="4640026" y="4832759"/>
                  </a:lnTo>
                  <a:lnTo>
                    <a:pt x="4750327" y="4832590"/>
                  </a:lnTo>
                  <a:lnTo>
                    <a:pt x="4864090" y="4832438"/>
                  </a:lnTo>
                  <a:lnTo>
                    <a:pt x="4978594" y="4832305"/>
                  </a:lnTo>
                  <a:lnTo>
                    <a:pt x="5090376" y="4832191"/>
                  </a:lnTo>
                  <a:lnTo>
                    <a:pt x="5195466" y="4832095"/>
                  </a:lnTo>
                  <a:lnTo>
                    <a:pt x="5289820" y="4832018"/>
                  </a:lnTo>
                  <a:lnTo>
                    <a:pt x="5369887" y="4831959"/>
                  </a:lnTo>
                  <a:lnTo>
                    <a:pt x="5433197" y="4831917"/>
                  </a:lnTo>
                  <a:lnTo>
                    <a:pt x="5478835" y="4831890"/>
                  </a:lnTo>
                  <a:lnTo>
                    <a:pt x="5507674" y="4831874"/>
                  </a:lnTo>
                  <a:lnTo>
                    <a:pt x="5522359" y="4831866"/>
                  </a:lnTo>
                  <a:lnTo>
                    <a:pt x="5527102" y="4831864"/>
                  </a:lnTo>
                  <a:lnTo>
                    <a:pt x="5527445" y="4831864"/>
                  </a:lnTo>
                  <a:lnTo>
                    <a:pt x="6522385" y="4831864"/>
                  </a:lnTo>
                  <a:lnTo>
                    <a:pt x="6523258" y="4831794"/>
                  </a:lnTo>
                  <a:lnTo>
                    <a:pt x="6529046" y="4831293"/>
                  </a:lnTo>
                  <a:lnTo>
                    <a:pt x="6543812" y="4829911"/>
                  </a:lnTo>
                  <a:lnTo>
                    <a:pt x="6570649" y="4827185"/>
                  </a:lnTo>
                  <a:lnTo>
                    <a:pt x="6611536" y="4822666"/>
                  </a:lnTo>
                  <a:lnTo>
                    <a:pt x="6667215" y="4815951"/>
                  </a:lnTo>
                  <a:lnTo>
                    <a:pt x="6737165" y="4806713"/>
                  </a:lnTo>
                  <a:lnTo>
                    <a:pt x="6819733" y="4794726"/>
                  </a:lnTo>
                  <a:lnTo>
                    <a:pt x="6912402" y="4779862"/>
                  </a:lnTo>
                  <a:lnTo>
                    <a:pt x="7012165" y="4762087"/>
                  </a:lnTo>
                  <a:lnTo>
                    <a:pt x="7115905" y="4741425"/>
                  </a:lnTo>
                  <a:lnTo>
                    <a:pt x="7220716" y="4717931"/>
                  </a:lnTo>
                  <a:lnTo>
                    <a:pt x="7324131" y="4691654"/>
                  </a:lnTo>
                  <a:lnTo>
                    <a:pt x="7424235" y="4662610"/>
                  </a:lnTo>
                  <a:lnTo>
                    <a:pt x="7519682" y="4630761"/>
                  </a:lnTo>
                  <a:lnTo>
                    <a:pt x="7609652" y="4596000"/>
                  </a:lnTo>
                  <a:lnTo>
                    <a:pt x="7693761" y="4558147"/>
                  </a:lnTo>
                  <a:lnTo>
                    <a:pt x="7771972" y="4516942"/>
                  </a:lnTo>
                  <a:lnTo>
                    <a:pt x="7844503" y="4472055"/>
                  </a:lnTo>
                  <a:lnTo>
                    <a:pt x="7911747" y="4423085"/>
                  </a:lnTo>
                  <a:lnTo>
                    <a:pt x="7974209" y="4369577"/>
                  </a:lnTo>
                  <a:lnTo>
                    <a:pt x="8032458" y="4311035"/>
                  </a:lnTo>
                  <a:lnTo>
                    <a:pt x="8087091" y="4246953"/>
                  </a:lnTo>
                  <a:lnTo>
                    <a:pt x="8138700" y="4176862"/>
                  </a:lnTo>
                  <a:lnTo>
                    <a:pt x="8187849" y="4100401"/>
                  </a:lnTo>
                  <a:lnTo>
                    <a:pt x="8229629" y="4027427"/>
                  </a:lnTo>
                  <a:lnTo>
                    <a:pt x="8265235" y="3959314"/>
                  </a:lnTo>
                  <a:lnTo>
                    <a:pt x="8300092" y="3887252"/>
                  </a:lnTo>
                  <a:lnTo>
                    <a:pt x="8334360" y="3811162"/>
                  </a:lnTo>
                  <a:lnTo>
                    <a:pt x="8368177" y="3731003"/>
                  </a:lnTo>
                  <a:lnTo>
                    <a:pt x="8401657" y="3646776"/>
                  </a:lnTo>
                  <a:lnTo>
                    <a:pt x="8434897" y="3558529"/>
                  </a:lnTo>
                  <a:lnTo>
                    <a:pt x="8467975" y="3466357"/>
                  </a:lnTo>
                  <a:lnTo>
                    <a:pt x="8500956" y="3370405"/>
                  </a:lnTo>
                  <a:lnTo>
                    <a:pt x="8533889" y="3270873"/>
                  </a:lnTo>
                  <a:lnTo>
                    <a:pt x="8566811" y="3168011"/>
                  </a:lnTo>
                  <a:lnTo>
                    <a:pt x="8599748" y="3062122"/>
                  </a:lnTo>
                  <a:lnTo>
                    <a:pt x="8632717" y="2953558"/>
                  </a:lnTo>
                  <a:lnTo>
                    <a:pt x="8665724" y="2842714"/>
                  </a:lnTo>
                  <a:lnTo>
                    <a:pt x="8698771" y="2730026"/>
                  </a:lnTo>
                  <a:lnTo>
                    <a:pt x="8731851" y="2615965"/>
                  </a:lnTo>
                  <a:lnTo>
                    <a:pt x="8764954" y="2501023"/>
                  </a:lnTo>
                  <a:lnTo>
                    <a:pt x="8798067" y="2385711"/>
                  </a:lnTo>
                  <a:lnTo>
                    <a:pt x="8831176" y="2270547"/>
                  </a:lnTo>
                  <a:lnTo>
                    <a:pt x="8864267" y="2156045"/>
                  </a:lnTo>
                  <a:lnTo>
                    <a:pt x="8897329" y="2042707"/>
                  </a:lnTo>
                  <a:lnTo>
                    <a:pt x="8930354" y="1931014"/>
                  </a:lnTo>
                  <a:lnTo>
                    <a:pt x="8963339" y="1821417"/>
                  </a:lnTo>
                  <a:lnTo>
                    <a:pt x="8996288" y="1714330"/>
                  </a:lnTo>
                  <a:lnTo>
                    <a:pt x="9029214" y="1610125"/>
                  </a:lnTo>
                  <a:lnTo>
                    <a:pt x="9062139" y="1509125"/>
                  </a:lnTo>
                  <a:lnTo>
                    <a:pt x="9095093" y="1411605"/>
                  </a:lnTo>
                  <a:lnTo>
                    <a:pt x="9128123" y="1317785"/>
                  </a:lnTo>
                  <a:lnTo>
                    <a:pt x="9161284" y="1227833"/>
                  </a:lnTo>
                  <a:lnTo>
                    <a:pt x="9194650" y="1141867"/>
                  </a:lnTo>
                  <a:lnTo>
                    <a:pt x="9228309" y="1059954"/>
                  </a:lnTo>
                  <a:lnTo>
                    <a:pt x="9262368" y="982115"/>
                  </a:lnTo>
                  <a:lnTo>
                    <a:pt x="9296953" y="908326"/>
                  </a:lnTo>
                  <a:lnTo>
                    <a:pt x="9332214" y="838525"/>
                  </a:lnTo>
                  <a:lnTo>
                    <a:pt x="9347647" y="809677"/>
                  </a:lnTo>
                  <a:lnTo>
                    <a:pt x="9395048" y="727453"/>
                  </a:lnTo>
                  <a:lnTo>
                    <a:pt x="9444456" y="651748"/>
                  </a:lnTo>
                  <a:lnTo>
                    <a:pt x="9496388" y="582379"/>
                  </a:lnTo>
                  <a:lnTo>
                    <a:pt x="9551412" y="518968"/>
                  </a:lnTo>
                  <a:lnTo>
                    <a:pt x="9610122" y="461039"/>
                  </a:lnTo>
                  <a:lnTo>
                    <a:pt x="9673113" y="408085"/>
                  </a:lnTo>
                  <a:lnTo>
                    <a:pt x="9740949" y="359614"/>
                  </a:lnTo>
                  <a:lnTo>
                    <a:pt x="9814125" y="315176"/>
                  </a:lnTo>
                  <a:lnTo>
                    <a:pt x="9893016" y="274377"/>
                  </a:lnTo>
                  <a:lnTo>
                    <a:pt x="9977816" y="236896"/>
                  </a:lnTo>
                  <a:lnTo>
                    <a:pt x="10068452" y="202482"/>
                  </a:lnTo>
                  <a:lnTo>
                    <a:pt x="10164494" y="170965"/>
                  </a:lnTo>
                  <a:lnTo>
                    <a:pt x="10265064" y="142244"/>
                  </a:lnTo>
                  <a:lnTo>
                    <a:pt x="10368751" y="116290"/>
                  </a:lnTo>
                  <a:lnTo>
                    <a:pt x="10473574" y="93123"/>
                  </a:lnTo>
                  <a:lnTo>
                    <a:pt x="10577006" y="72795"/>
                  </a:lnTo>
                  <a:lnTo>
                    <a:pt x="10676104" y="55359"/>
                  </a:lnTo>
                  <a:lnTo>
                    <a:pt x="10767745" y="40835"/>
                  </a:lnTo>
                  <a:lnTo>
                    <a:pt x="10848957" y="29176"/>
                  </a:lnTo>
                  <a:lnTo>
                    <a:pt x="10917309" y="20246"/>
                  </a:lnTo>
                  <a:lnTo>
                    <a:pt x="10971267" y="13805"/>
                  </a:lnTo>
                  <a:lnTo>
                    <a:pt x="11010453" y="9517"/>
                  </a:lnTo>
                  <a:lnTo>
                    <a:pt x="11035757" y="6972"/>
                  </a:lnTo>
                  <a:lnTo>
                    <a:pt x="11049298" y="5716"/>
                  </a:lnTo>
                  <a:lnTo>
                    <a:pt x="11054286" y="528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4018" y="70"/>
                  </a:lnTo>
                  <a:lnTo>
                    <a:pt x="11048231" y="571"/>
                  </a:lnTo>
                  <a:lnTo>
                    <a:pt x="11033464" y="1952"/>
                  </a:lnTo>
                  <a:lnTo>
                    <a:pt x="11006628" y="4678"/>
                  </a:lnTo>
                  <a:lnTo>
                    <a:pt x="10965741" y="9197"/>
                  </a:lnTo>
                  <a:lnTo>
                    <a:pt x="10910062" y="15913"/>
                  </a:lnTo>
                  <a:lnTo>
                    <a:pt x="10840111" y="25151"/>
                  </a:lnTo>
                  <a:lnTo>
                    <a:pt x="10757544" y="37138"/>
                  </a:lnTo>
                  <a:lnTo>
                    <a:pt x="10664875" y="52001"/>
                  </a:lnTo>
                  <a:lnTo>
                    <a:pt x="10565111" y="69777"/>
                  </a:lnTo>
                  <a:lnTo>
                    <a:pt x="10461372" y="90438"/>
                  </a:lnTo>
                  <a:lnTo>
                    <a:pt x="10356561" y="113933"/>
                  </a:lnTo>
                  <a:lnTo>
                    <a:pt x="10253146" y="140210"/>
                  </a:lnTo>
                  <a:lnTo>
                    <a:pt x="10153042" y="169253"/>
                  </a:lnTo>
                  <a:lnTo>
                    <a:pt x="10057594" y="201102"/>
                  </a:lnTo>
                  <a:lnTo>
                    <a:pt x="9967625" y="235863"/>
                  </a:lnTo>
                  <a:lnTo>
                    <a:pt x="9883516" y="273717"/>
                  </a:lnTo>
                  <a:lnTo>
                    <a:pt x="9805305" y="314922"/>
                  </a:lnTo>
                  <a:lnTo>
                    <a:pt x="9732774" y="359809"/>
                  </a:lnTo>
                  <a:lnTo>
                    <a:pt x="9665530" y="408778"/>
                  </a:lnTo>
                  <a:lnTo>
                    <a:pt x="9603068" y="462286"/>
                  </a:lnTo>
                  <a:lnTo>
                    <a:pt x="9544818" y="520829"/>
                  </a:lnTo>
                  <a:lnTo>
                    <a:pt x="9490185" y="584911"/>
                  </a:lnTo>
                  <a:lnTo>
                    <a:pt x="9438577" y="655001"/>
                  </a:lnTo>
                  <a:lnTo>
                    <a:pt x="9389428" y="731463"/>
                  </a:lnTo>
                  <a:lnTo>
                    <a:pt x="9347647" y="804437"/>
                  </a:lnTo>
                  <a:lnTo>
                    <a:pt x="9312041" y="872550"/>
                  </a:lnTo>
                  <a:lnTo>
                    <a:pt x="9277185" y="944612"/>
                  </a:lnTo>
                  <a:lnTo>
                    <a:pt x="9242917" y="1020702"/>
                  </a:lnTo>
                  <a:lnTo>
                    <a:pt x="9209100" y="1100861"/>
                  </a:lnTo>
                  <a:lnTo>
                    <a:pt x="9175619" y="1185088"/>
                  </a:lnTo>
                  <a:lnTo>
                    <a:pt x="9142380" y="1273335"/>
                  </a:lnTo>
                  <a:lnTo>
                    <a:pt x="9109301" y="1365507"/>
                  </a:lnTo>
                  <a:lnTo>
                    <a:pt x="9076321" y="1461459"/>
                  </a:lnTo>
                  <a:lnTo>
                    <a:pt x="9043388" y="1560991"/>
                  </a:lnTo>
                  <a:lnTo>
                    <a:pt x="9010466" y="1663852"/>
                  </a:lnTo>
                  <a:lnTo>
                    <a:pt x="8977529" y="1769741"/>
                  </a:lnTo>
                  <a:lnTo>
                    <a:pt x="8944560" y="1878306"/>
                  </a:lnTo>
                  <a:lnTo>
                    <a:pt x="8911552" y="1989150"/>
                  </a:lnTo>
                  <a:lnTo>
                    <a:pt x="8878505" y="2101837"/>
                  </a:lnTo>
                  <a:lnTo>
                    <a:pt x="8845426" y="2215899"/>
                  </a:lnTo>
                  <a:lnTo>
                    <a:pt x="8812323" y="2330841"/>
                  </a:lnTo>
                  <a:lnTo>
                    <a:pt x="8779210" y="2446152"/>
                  </a:lnTo>
                  <a:lnTo>
                    <a:pt x="8746101" y="2561316"/>
                  </a:lnTo>
                  <a:lnTo>
                    <a:pt x="8713009" y="2675819"/>
                  </a:lnTo>
                  <a:lnTo>
                    <a:pt x="8679948" y="2789157"/>
                  </a:lnTo>
                  <a:lnTo>
                    <a:pt x="8646923" y="2900850"/>
                  </a:lnTo>
                  <a:lnTo>
                    <a:pt x="8613938" y="3010447"/>
                  </a:lnTo>
                  <a:lnTo>
                    <a:pt x="8580988" y="3117534"/>
                  </a:lnTo>
                  <a:lnTo>
                    <a:pt x="8548062" y="3221739"/>
                  </a:lnTo>
                  <a:lnTo>
                    <a:pt x="8515138" y="3322738"/>
                  </a:lnTo>
                  <a:lnTo>
                    <a:pt x="8482183" y="3420259"/>
                  </a:lnTo>
                  <a:lnTo>
                    <a:pt x="8449154" y="3514079"/>
                  </a:lnTo>
                  <a:lnTo>
                    <a:pt x="8415992" y="3604031"/>
                  </a:lnTo>
                  <a:lnTo>
                    <a:pt x="8382626" y="3689997"/>
                  </a:lnTo>
                  <a:lnTo>
                    <a:pt x="8348967" y="3771910"/>
                  </a:lnTo>
                  <a:lnTo>
                    <a:pt x="8314909" y="3849749"/>
                  </a:lnTo>
                  <a:lnTo>
                    <a:pt x="8280324" y="3923538"/>
                  </a:lnTo>
                  <a:lnTo>
                    <a:pt x="8245062" y="3993339"/>
                  </a:lnTo>
                  <a:lnTo>
                    <a:pt x="8229629" y="4022186"/>
                  </a:lnTo>
                  <a:lnTo>
                    <a:pt x="8182228" y="4104410"/>
                  </a:lnTo>
                  <a:lnTo>
                    <a:pt x="8132820" y="4180116"/>
                  </a:lnTo>
                  <a:lnTo>
                    <a:pt x="8080888" y="4249484"/>
                  </a:lnTo>
                  <a:lnTo>
                    <a:pt x="8025865" y="4312895"/>
                  </a:lnTo>
                  <a:lnTo>
                    <a:pt x="7967154" y="4370825"/>
                  </a:lnTo>
                  <a:lnTo>
                    <a:pt x="7904163" y="4423779"/>
                  </a:lnTo>
                  <a:lnTo>
                    <a:pt x="7836328" y="4472249"/>
                  </a:lnTo>
                  <a:lnTo>
                    <a:pt x="7763152" y="4516688"/>
                  </a:lnTo>
                  <a:lnTo>
                    <a:pt x="7684260" y="4557486"/>
                  </a:lnTo>
                  <a:lnTo>
                    <a:pt x="7599460" y="4594968"/>
                  </a:lnTo>
                  <a:lnTo>
                    <a:pt x="7508825" y="4629381"/>
                  </a:lnTo>
                  <a:lnTo>
                    <a:pt x="7412783" y="4660899"/>
                  </a:lnTo>
                  <a:lnTo>
                    <a:pt x="7312213" y="4689619"/>
                  </a:lnTo>
                  <a:lnTo>
                    <a:pt x="7208525" y="4715574"/>
                  </a:lnTo>
                  <a:lnTo>
                    <a:pt x="7103703" y="4738740"/>
                  </a:lnTo>
                  <a:lnTo>
                    <a:pt x="7000270" y="4759068"/>
                  </a:lnTo>
                  <a:lnTo>
                    <a:pt x="6901172" y="4776505"/>
                  </a:lnTo>
                  <a:lnTo>
                    <a:pt x="6809532" y="4791029"/>
                  </a:lnTo>
                  <a:lnTo>
                    <a:pt x="6728319" y="4802688"/>
                  </a:lnTo>
                  <a:lnTo>
                    <a:pt x="6659967" y="4811617"/>
                  </a:lnTo>
                  <a:lnTo>
                    <a:pt x="6606010" y="4818058"/>
                  </a:lnTo>
                  <a:lnTo>
                    <a:pt x="6566824" y="4822347"/>
                  </a:lnTo>
                  <a:lnTo>
                    <a:pt x="6541519" y="4824892"/>
                  </a:lnTo>
                  <a:lnTo>
                    <a:pt x="6527978" y="4826147"/>
                  </a:lnTo>
                  <a:lnTo>
                    <a:pt x="6522990" y="4826575"/>
                  </a:lnTo>
                  <a:lnTo>
                    <a:pt x="6522385" y="4826624"/>
                  </a:lnTo>
                  <a:lnTo>
                    <a:pt x="5527445" y="4826624"/>
                  </a:lnTo>
                  <a:lnTo>
                    <a:pt x="5526309" y="4826624"/>
                  </a:lnTo>
                  <a:lnTo>
                    <a:pt x="5518809" y="4826628"/>
                  </a:lnTo>
                  <a:lnTo>
                    <a:pt x="5499805" y="4826637"/>
                  </a:lnTo>
                  <a:lnTo>
                    <a:pt x="5465578" y="4826657"/>
                  </a:lnTo>
                  <a:lnTo>
                    <a:pt x="5414061" y="4826689"/>
                  </a:lnTo>
                  <a:lnTo>
                    <a:pt x="5344983" y="4826736"/>
                  </a:lnTo>
                  <a:lnTo>
                    <a:pt x="5259817" y="4826801"/>
                  </a:lnTo>
                  <a:lnTo>
                    <a:pt x="5161455" y="4826884"/>
                  </a:lnTo>
                  <a:lnTo>
                    <a:pt x="5053680" y="4826986"/>
                  </a:lnTo>
                  <a:lnTo>
                    <a:pt x="4940568" y="4827107"/>
                  </a:lnTo>
                  <a:lnTo>
                    <a:pt x="4825960" y="4827246"/>
                  </a:lnTo>
                  <a:lnTo>
                    <a:pt x="4713088" y="4827403"/>
                  </a:lnTo>
                  <a:lnTo>
                    <a:pt x="4604402" y="4827579"/>
                  </a:lnTo>
                  <a:lnTo>
                    <a:pt x="4501539" y="4827772"/>
                  </a:lnTo>
                  <a:lnTo>
                    <a:pt x="4405414" y="4827985"/>
                  </a:lnTo>
                  <a:lnTo>
                    <a:pt x="4316354" y="4828219"/>
                  </a:lnTo>
                  <a:lnTo>
                    <a:pt x="4234246" y="4828475"/>
                  </a:lnTo>
                  <a:lnTo>
                    <a:pt x="4158672" y="4828757"/>
                  </a:lnTo>
                  <a:lnTo>
                    <a:pt x="4089015" y="4829067"/>
                  </a:lnTo>
                  <a:lnTo>
                    <a:pt x="4024551" y="4829409"/>
                  </a:lnTo>
                  <a:lnTo>
                    <a:pt x="3964504" y="4829787"/>
                  </a:lnTo>
                  <a:lnTo>
                    <a:pt x="3908097" y="4830204"/>
                  </a:lnTo>
                  <a:lnTo>
                    <a:pt x="3854595" y="4830662"/>
                  </a:lnTo>
                  <a:lnTo>
                    <a:pt x="3820202" y="4830991"/>
                  </a:lnTo>
                  <a:lnTo>
                    <a:pt x="3758551" y="4831650"/>
                  </a:lnTo>
                  <a:lnTo>
                    <a:pt x="3698823" y="4832376"/>
                  </a:lnTo>
                  <a:lnTo>
                    <a:pt x="3640302" y="4833168"/>
                  </a:lnTo>
                  <a:lnTo>
                    <a:pt x="3582460" y="4834027"/>
                  </a:lnTo>
                  <a:lnTo>
                    <a:pt x="3524927" y="4834949"/>
                  </a:lnTo>
                  <a:lnTo>
                    <a:pt x="3467460" y="4835926"/>
                  </a:lnTo>
                  <a:lnTo>
                    <a:pt x="3409924" y="4836951"/>
                  </a:lnTo>
                  <a:lnTo>
                    <a:pt x="3352271" y="4838012"/>
                  </a:lnTo>
                  <a:lnTo>
                    <a:pt x="3294519" y="4839095"/>
                  </a:lnTo>
                  <a:lnTo>
                    <a:pt x="3236725" y="4840188"/>
                  </a:lnTo>
                  <a:lnTo>
                    <a:pt x="3178961" y="4841274"/>
                  </a:lnTo>
                  <a:lnTo>
                    <a:pt x="3121291" y="4842339"/>
                  </a:lnTo>
                  <a:lnTo>
                    <a:pt x="3063738" y="4843370"/>
                  </a:lnTo>
                  <a:lnTo>
                    <a:pt x="3006267" y="4844355"/>
                  </a:lnTo>
                  <a:lnTo>
                    <a:pt x="2948757" y="4845286"/>
                  </a:lnTo>
                  <a:lnTo>
                    <a:pt x="2890983" y="4846154"/>
                  </a:lnTo>
                  <a:lnTo>
                    <a:pt x="2832596" y="4846957"/>
                  </a:lnTo>
                  <a:lnTo>
                    <a:pt x="2773094" y="4847693"/>
                  </a:lnTo>
                  <a:lnTo>
                    <a:pt x="2711794" y="4848363"/>
                  </a:lnTo>
                  <a:lnTo>
                    <a:pt x="2702183" y="4848459"/>
                  </a:lnTo>
                  <a:lnTo>
                    <a:pt x="2650248" y="4848946"/>
                  </a:lnTo>
                  <a:lnTo>
                    <a:pt x="2595856" y="4849390"/>
                  </a:lnTo>
                  <a:lnTo>
                    <a:pt x="2538321" y="4849793"/>
                  </a:lnTo>
                  <a:lnTo>
                    <a:pt x="2476889" y="4850159"/>
                  </a:lnTo>
                  <a:lnTo>
                    <a:pt x="2410780" y="4850490"/>
                  </a:lnTo>
                  <a:lnTo>
                    <a:pt x="2339229" y="4850790"/>
                  </a:lnTo>
                  <a:lnTo>
                    <a:pt x="2261538" y="4851063"/>
                  </a:lnTo>
                  <a:lnTo>
                    <a:pt x="2177148" y="4851312"/>
                  </a:lnTo>
                  <a:lnTo>
                    <a:pt x="2085729" y="4851538"/>
                  </a:lnTo>
                  <a:lnTo>
                    <a:pt x="1987297" y="4851744"/>
                  </a:lnTo>
                  <a:lnTo>
                    <a:pt x="1882359" y="4851932"/>
                  </a:lnTo>
                  <a:lnTo>
                    <a:pt x="1772058" y="4852101"/>
                  </a:lnTo>
                  <a:lnTo>
                    <a:pt x="1658295" y="4852252"/>
                  </a:lnTo>
                  <a:lnTo>
                    <a:pt x="1543791" y="4852386"/>
                  </a:lnTo>
                  <a:lnTo>
                    <a:pt x="1432009" y="4852500"/>
                  </a:lnTo>
                  <a:lnTo>
                    <a:pt x="1326919" y="4852596"/>
                  </a:lnTo>
                  <a:lnTo>
                    <a:pt x="1232565" y="4852673"/>
                  </a:lnTo>
                  <a:lnTo>
                    <a:pt x="1152498" y="4852732"/>
                  </a:lnTo>
                  <a:lnTo>
                    <a:pt x="1089188" y="4852774"/>
                  </a:lnTo>
                  <a:lnTo>
                    <a:pt x="1043550" y="4852801"/>
                  </a:lnTo>
                  <a:lnTo>
                    <a:pt x="1014711" y="4852817"/>
                  </a:lnTo>
                  <a:lnTo>
                    <a:pt x="1000026" y="4852824"/>
                  </a:lnTo>
                  <a:lnTo>
                    <a:pt x="995283" y="4852827"/>
                  </a:lnTo>
                  <a:lnTo>
                    <a:pt x="994940" y="4852827"/>
                  </a:lnTo>
                  <a:lnTo>
                    <a:pt x="0" y="4852827"/>
                  </a:lnTo>
                  <a:close/>
                </a:path>
              </a:pathLst>
            </a:custGeom>
            <a:solidFill>
              <a:srgbClr val="7E57C2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51" name="pl1950"/>
            <p:cNvSpPr/>
            <p:nvPr/>
          </p:nvSpPr>
          <p:spPr>
            <a:xfrm>
              <a:off x="1199187" y="1341437"/>
              <a:ext cx="12049831" cy="4852827"/>
            </a:xfrm>
            <a:custGeom>
              <a:avLst/>
              <a:pathLst>
                <a:path w="12049831" h="4852827">
                  <a:moveTo>
                    <a:pt x="0" y="4852827"/>
                  </a:moveTo>
                  <a:lnTo>
                    <a:pt x="994940" y="4852827"/>
                  </a:lnTo>
                  <a:lnTo>
                    <a:pt x="996076" y="4852826"/>
                  </a:lnTo>
                  <a:lnTo>
                    <a:pt x="1003576" y="4852823"/>
                  </a:lnTo>
                  <a:lnTo>
                    <a:pt x="1022580" y="4852813"/>
                  </a:lnTo>
                  <a:lnTo>
                    <a:pt x="1056807" y="4852793"/>
                  </a:lnTo>
                  <a:lnTo>
                    <a:pt x="1108324" y="4852761"/>
                  </a:lnTo>
                  <a:lnTo>
                    <a:pt x="1177402" y="4852714"/>
                  </a:lnTo>
                  <a:lnTo>
                    <a:pt x="1262568" y="4852649"/>
                  </a:lnTo>
                  <a:lnTo>
                    <a:pt x="1360930" y="4852566"/>
                  </a:lnTo>
                  <a:lnTo>
                    <a:pt x="1468705" y="4852464"/>
                  </a:lnTo>
                  <a:lnTo>
                    <a:pt x="1581817" y="4852343"/>
                  </a:lnTo>
                  <a:lnTo>
                    <a:pt x="1696425" y="4852204"/>
                  </a:lnTo>
                  <a:lnTo>
                    <a:pt x="1809297" y="4852047"/>
                  </a:lnTo>
                  <a:lnTo>
                    <a:pt x="1917983" y="4851872"/>
                  </a:lnTo>
                  <a:lnTo>
                    <a:pt x="2020846" y="4851678"/>
                  </a:lnTo>
                  <a:lnTo>
                    <a:pt x="2116971" y="4851465"/>
                  </a:lnTo>
                  <a:lnTo>
                    <a:pt x="2206031" y="4851232"/>
                  </a:lnTo>
                  <a:lnTo>
                    <a:pt x="2288139" y="4850975"/>
                  </a:lnTo>
                  <a:lnTo>
                    <a:pt x="2363713" y="4850694"/>
                  </a:lnTo>
                  <a:lnTo>
                    <a:pt x="2433370" y="4850383"/>
                  </a:lnTo>
                  <a:lnTo>
                    <a:pt x="2497834" y="4850041"/>
                  </a:lnTo>
                  <a:lnTo>
                    <a:pt x="2557881" y="4849663"/>
                  </a:lnTo>
                  <a:lnTo>
                    <a:pt x="2614288" y="4849247"/>
                  </a:lnTo>
                  <a:lnTo>
                    <a:pt x="2667790" y="4848789"/>
                  </a:lnTo>
                  <a:lnTo>
                    <a:pt x="2702183" y="4848459"/>
                  </a:lnTo>
                  <a:lnTo>
                    <a:pt x="2763834" y="4847800"/>
                  </a:lnTo>
                  <a:lnTo>
                    <a:pt x="2823562" y="4847075"/>
                  </a:lnTo>
                  <a:lnTo>
                    <a:pt x="2882083" y="4846282"/>
                  </a:lnTo>
                  <a:lnTo>
                    <a:pt x="2939925" y="4845423"/>
                  </a:lnTo>
                  <a:lnTo>
                    <a:pt x="2997458" y="4844502"/>
                  </a:lnTo>
                  <a:lnTo>
                    <a:pt x="3054925" y="4843524"/>
                  </a:lnTo>
                  <a:lnTo>
                    <a:pt x="3112461" y="4842499"/>
                  </a:lnTo>
                  <a:lnTo>
                    <a:pt x="3170114" y="4841439"/>
                  </a:lnTo>
                  <a:lnTo>
                    <a:pt x="3227866" y="4840355"/>
                  </a:lnTo>
                  <a:lnTo>
                    <a:pt x="3285660" y="4839263"/>
                  </a:lnTo>
                  <a:lnTo>
                    <a:pt x="3343424" y="4838177"/>
                  </a:lnTo>
                  <a:lnTo>
                    <a:pt x="3401094" y="4837111"/>
                  </a:lnTo>
                  <a:lnTo>
                    <a:pt x="3458647" y="4836080"/>
                  </a:lnTo>
                  <a:lnTo>
                    <a:pt x="3516118" y="4835095"/>
                  </a:lnTo>
                  <a:lnTo>
                    <a:pt x="3573628" y="4834165"/>
                  </a:lnTo>
                  <a:lnTo>
                    <a:pt x="3631402" y="4833296"/>
                  </a:lnTo>
                  <a:lnTo>
                    <a:pt x="3689789" y="4832493"/>
                  </a:lnTo>
                  <a:lnTo>
                    <a:pt x="3749291" y="4831757"/>
                  </a:lnTo>
                  <a:lnTo>
                    <a:pt x="3810591" y="4831088"/>
                  </a:lnTo>
                  <a:lnTo>
                    <a:pt x="3820202" y="4830991"/>
                  </a:lnTo>
                  <a:lnTo>
                    <a:pt x="3872137" y="4830504"/>
                  </a:lnTo>
                  <a:lnTo>
                    <a:pt x="3926529" y="4830060"/>
                  </a:lnTo>
                  <a:lnTo>
                    <a:pt x="3984064" y="4829657"/>
                  </a:lnTo>
                  <a:lnTo>
                    <a:pt x="4045496" y="4829291"/>
                  </a:lnTo>
                  <a:lnTo>
                    <a:pt x="4111605" y="4828960"/>
                  </a:lnTo>
                  <a:lnTo>
                    <a:pt x="4183156" y="4828660"/>
                  </a:lnTo>
                  <a:lnTo>
                    <a:pt x="4260847" y="4828387"/>
                  </a:lnTo>
                  <a:lnTo>
                    <a:pt x="4345237" y="4828138"/>
                  </a:lnTo>
                  <a:lnTo>
                    <a:pt x="4436656" y="4827912"/>
                  </a:lnTo>
                  <a:lnTo>
                    <a:pt x="4535088" y="4827706"/>
                  </a:lnTo>
                  <a:lnTo>
                    <a:pt x="4640026" y="4827518"/>
                  </a:lnTo>
                  <a:lnTo>
                    <a:pt x="4750327" y="4827349"/>
                  </a:lnTo>
                  <a:lnTo>
                    <a:pt x="4864090" y="4827198"/>
                  </a:lnTo>
                  <a:lnTo>
                    <a:pt x="4978594" y="4827065"/>
                  </a:lnTo>
                  <a:lnTo>
                    <a:pt x="5090376" y="4826950"/>
                  </a:lnTo>
                  <a:lnTo>
                    <a:pt x="5195466" y="4826854"/>
                  </a:lnTo>
                  <a:lnTo>
                    <a:pt x="5289820" y="4826777"/>
                  </a:lnTo>
                  <a:lnTo>
                    <a:pt x="5369887" y="4826719"/>
                  </a:lnTo>
                  <a:lnTo>
                    <a:pt x="5433197" y="4826677"/>
                  </a:lnTo>
                  <a:lnTo>
                    <a:pt x="5478835" y="4826649"/>
                  </a:lnTo>
                  <a:lnTo>
                    <a:pt x="5507674" y="4826633"/>
                  </a:lnTo>
                  <a:lnTo>
                    <a:pt x="5522359" y="4826626"/>
                  </a:lnTo>
                  <a:lnTo>
                    <a:pt x="5527102" y="4826624"/>
                  </a:lnTo>
                  <a:lnTo>
                    <a:pt x="5527445" y="4826624"/>
                  </a:lnTo>
                  <a:lnTo>
                    <a:pt x="6522385" y="4826624"/>
                  </a:lnTo>
                  <a:lnTo>
                    <a:pt x="6523258" y="4826553"/>
                  </a:lnTo>
                  <a:lnTo>
                    <a:pt x="6529046" y="4826052"/>
                  </a:lnTo>
                  <a:lnTo>
                    <a:pt x="6543812" y="4824671"/>
                  </a:lnTo>
                  <a:lnTo>
                    <a:pt x="6570649" y="4821945"/>
                  </a:lnTo>
                  <a:lnTo>
                    <a:pt x="6611536" y="4817426"/>
                  </a:lnTo>
                  <a:lnTo>
                    <a:pt x="6667215" y="4810710"/>
                  </a:lnTo>
                  <a:lnTo>
                    <a:pt x="6737165" y="4801472"/>
                  </a:lnTo>
                  <a:lnTo>
                    <a:pt x="6819733" y="4789485"/>
                  </a:lnTo>
                  <a:lnTo>
                    <a:pt x="6912402" y="4774622"/>
                  </a:lnTo>
                  <a:lnTo>
                    <a:pt x="7012165" y="4756846"/>
                  </a:lnTo>
                  <a:lnTo>
                    <a:pt x="7115905" y="4736185"/>
                  </a:lnTo>
                  <a:lnTo>
                    <a:pt x="7220716" y="4712690"/>
                  </a:lnTo>
                  <a:lnTo>
                    <a:pt x="7324131" y="4686413"/>
                  </a:lnTo>
                  <a:lnTo>
                    <a:pt x="7424235" y="4657370"/>
                  </a:lnTo>
                  <a:lnTo>
                    <a:pt x="7519682" y="4625521"/>
                  </a:lnTo>
                  <a:lnTo>
                    <a:pt x="7609652" y="4590760"/>
                  </a:lnTo>
                  <a:lnTo>
                    <a:pt x="7693761" y="4552906"/>
                  </a:lnTo>
                  <a:lnTo>
                    <a:pt x="7771972" y="4511701"/>
                  </a:lnTo>
                  <a:lnTo>
                    <a:pt x="7844503" y="4466814"/>
                  </a:lnTo>
                  <a:lnTo>
                    <a:pt x="7911747" y="4417845"/>
                  </a:lnTo>
                  <a:lnTo>
                    <a:pt x="7974209" y="4364337"/>
                  </a:lnTo>
                  <a:lnTo>
                    <a:pt x="8032458" y="4305794"/>
                  </a:lnTo>
                  <a:lnTo>
                    <a:pt x="8087091" y="4241712"/>
                  </a:lnTo>
                  <a:lnTo>
                    <a:pt x="8138700" y="4171622"/>
                  </a:lnTo>
                  <a:lnTo>
                    <a:pt x="8187849" y="4095160"/>
                  </a:lnTo>
                  <a:lnTo>
                    <a:pt x="8229629" y="4022186"/>
                  </a:lnTo>
                  <a:lnTo>
                    <a:pt x="8265235" y="3954073"/>
                  </a:lnTo>
                  <a:lnTo>
                    <a:pt x="8300092" y="3882011"/>
                  </a:lnTo>
                  <a:lnTo>
                    <a:pt x="8334360" y="3805921"/>
                  </a:lnTo>
                  <a:lnTo>
                    <a:pt x="8368177" y="3725762"/>
                  </a:lnTo>
                  <a:lnTo>
                    <a:pt x="8401657" y="3641535"/>
                  </a:lnTo>
                  <a:lnTo>
                    <a:pt x="8434897" y="3553288"/>
                  </a:lnTo>
                  <a:lnTo>
                    <a:pt x="8467975" y="3461116"/>
                  </a:lnTo>
                  <a:lnTo>
                    <a:pt x="8500956" y="3365164"/>
                  </a:lnTo>
                  <a:lnTo>
                    <a:pt x="8533889" y="3265632"/>
                  </a:lnTo>
                  <a:lnTo>
                    <a:pt x="8566811" y="3162771"/>
                  </a:lnTo>
                  <a:lnTo>
                    <a:pt x="8599748" y="3056882"/>
                  </a:lnTo>
                  <a:lnTo>
                    <a:pt x="8632717" y="2948317"/>
                  </a:lnTo>
                  <a:lnTo>
                    <a:pt x="8665724" y="2837473"/>
                  </a:lnTo>
                  <a:lnTo>
                    <a:pt x="8698771" y="2724786"/>
                  </a:lnTo>
                  <a:lnTo>
                    <a:pt x="8731851" y="2610724"/>
                  </a:lnTo>
                  <a:lnTo>
                    <a:pt x="8764954" y="2495782"/>
                  </a:lnTo>
                  <a:lnTo>
                    <a:pt x="8798067" y="2380471"/>
                  </a:lnTo>
                  <a:lnTo>
                    <a:pt x="8831176" y="2265307"/>
                  </a:lnTo>
                  <a:lnTo>
                    <a:pt x="8864267" y="2150804"/>
                  </a:lnTo>
                  <a:lnTo>
                    <a:pt x="8897329" y="2037466"/>
                  </a:lnTo>
                  <a:lnTo>
                    <a:pt x="8930354" y="1925773"/>
                  </a:lnTo>
                  <a:lnTo>
                    <a:pt x="8963339" y="1816176"/>
                  </a:lnTo>
                  <a:lnTo>
                    <a:pt x="8996288" y="1709089"/>
                  </a:lnTo>
                  <a:lnTo>
                    <a:pt x="9029214" y="1604884"/>
                  </a:lnTo>
                  <a:lnTo>
                    <a:pt x="9062139" y="1503885"/>
                  </a:lnTo>
                  <a:lnTo>
                    <a:pt x="9095093" y="1406364"/>
                  </a:lnTo>
                  <a:lnTo>
                    <a:pt x="9128123" y="1312544"/>
                  </a:lnTo>
                  <a:lnTo>
                    <a:pt x="9161284" y="1222592"/>
                  </a:lnTo>
                  <a:lnTo>
                    <a:pt x="9194650" y="1136626"/>
                  </a:lnTo>
                  <a:lnTo>
                    <a:pt x="9228309" y="1054713"/>
                  </a:lnTo>
                  <a:lnTo>
                    <a:pt x="9262368" y="976874"/>
                  </a:lnTo>
                  <a:lnTo>
                    <a:pt x="9296953" y="903085"/>
                  </a:lnTo>
                  <a:lnTo>
                    <a:pt x="9332214" y="833284"/>
                  </a:lnTo>
                  <a:lnTo>
                    <a:pt x="9347647" y="804437"/>
                  </a:lnTo>
                  <a:lnTo>
                    <a:pt x="9395048" y="722213"/>
                  </a:lnTo>
                  <a:lnTo>
                    <a:pt x="9444456" y="646507"/>
                  </a:lnTo>
                  <a:lnTo>
                    <a:pt x="9496388" y="577139"/>
                  </a:lnTo>
                  <a:lnTo>
                    <a:pt x="9551412" y="513728"/>
                  </a:lnTo>
                  <a:lnTo>
                    <a:pt x="9610122" y="455798"/>
                  </a:lnTo>
                  <a:lnTo>
                    <a:pt x="9673113" y="402844"/>
                  </a:lnTo>
                  <a:lnTo>
                    <a:pt x="9740949" y="354374"/>
                  </a:lnTo>
                  <a:lnTo>
                    <a:pt x="9814125" y="309935"/>
                  </a:lnTo>
                  <a:lnTo>
                    <a:pt x="9893016" y="269137"/>
                  </a:lnTo>
                  <a:lnTo>
                    <a:pt x="9977816" y="231655"/>
                  </a:lnTo>
                  <a:lnTo>
                    <a:pt x="10068452" y="197242"/>
                  </a:lnTo>
                  <a:lnTo>
                    <a:pt x="10164494" y="165724"/>
                  </a:lnTo>
                  <a:lnTo>
                    <a:pt x="10265064" y="137004"/>
                  </a:lnTo>
                  <a:lnTo>
                    <a:pt x="10368751" y="111049"/>
                  </a:lnTo>
                  <a:lnTo>
                    <a:pt x="10473574" y="87883"/>
                  </a:lnTo>
                  <a:lnTo>
                    <a:pt x="10577006" y="67555"/>
                  </a:lnTo>
                  <a:lnTo>
                    <a:pt x="10676104" y="50118"/>
                  </a:lnTo>
                  <a:lnTo>
                    <a:pt x="10767745" y="35594"/>
                  </a:lnTo>
                  <a:lnTo>
                    <a:pt x="10848957" y="23935"/>
                  </a:lnTo>
                  <a:lnTo>
                    <a:pt x="10917309" y="15006"/>
                  </a:lnTo>
                  <a:lnTo>
                    <a:pt x="10971267" y="8565"/>
                  </a:lnTo>
                  <a:lnTo>
                    <a:pt x="11010453" y="4276"/>
                  </a:lnTo>
                  <a:lnTo>
                    <a:pt x="11035757" y="1731"/>
                  </a:lnTo>
                  <a:lnTo>
                    <a:pt x="11049298" y="476"/>
                  </a:lnTo>
                  <a:lnTo>
                    <a:pt x="11054286" y="4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2" name="pl1951"/>
            <p:cNvSpPr/>
            <p:nvPr/>
          </p:nvSpPr>
          <p:spPr>
            <a:xfrm>
              <a:off x="1199187" y="1336197"/>
              <a:ext cx="12049831" cy="4852827"/>
            </a:xfrm>
            <a:custGeom>
              <a:avLst/>
              <a:pathLst>
                <a:path w="12049831" h="4852827">
                  <a:moveTo>
                    <a:pt x="12049831" y="0"/>
                  </a:moveTo>
                  <a:lnTo>
                    <a:pt x="11054891" y="0"/>
                  </a:lnTo>
                  <a:lnTo>
                    <a:pt x="11054018" y="70"/>
                  </a:lnTo>
                  <a:lnTo>
                    <a:pt x="11048231" y="571"/>
                  </a:lnTo>
                  <a:lnTo>
                    <a:pt x="11033464" y="1952"/>
                  </a:lnTo>
                  <a:lnTo>
                    <a:pt x="11006628" y="4678"/>
                  </a:lnTo>
                  <a:lnTo>
                    <a:pt x="10965741" y="9197"/>
                  </a:lnTo>
                  <a:lnTo>
                    <a:pt x="10910062" y="15913"/>
                  </a:lnTo>
                  <a:lnTo>
                    <a:pt x="10840111" y="25151"/>
                  </a:lnTo>
                  <a:lnTo>
                    <a:pt x="10757544" y="37138"/>
                  </a:lnTo>
                  <a:lnTo>
                    <a:pt x="10664875" y="52001"/>
                  </a:lnTo>
                  <a:lnTo>
                    <a:pt x="10565111" y="69777"/>
                  </a:lnTo>
                  <a:lnTo>
                    <a:pt x="10461372" y="90438"/>
                  </a:lnTo>
                  <a:lnTo>
                    <a:pt x="10356561" y="113933"/>
                  </a:lnTo>
                  <a:lnTo>
                    <a:pt x="10253146" y="140210"/>
                  </a:lnTo>
                  <a:lnTo>
                    <a:pt x="10153042" y="169253"/>
                  </a:lnTo>
                  <a:lnTo>
                    <a:pt x="10057594" y="201102"/>
                  </a:lnTo>
                  <a:lnTo>
                    <a:pt x="9967625" y="235863"/>
                  </a:lnTo>
                  <a:lnTo>
                    <a:pt x="9883516" y="273717"/>
                  </a:lnTo>
                  <a:lnTo>
                    <a:pt x="9805305" y="314922"/>
                  </a:lnTo>
                  <a:lnTo>
                    <a:pt x="9732774" y="359809"/>
                  </a:lnTo>
                  <a:lnTo>
                    <a:pt x="9665530" y="408778"/>
                  </a:lnTo>
                  <a:lnTo>
                    <a:pt x="9603068" y="462286"/>
                  </a:lnTo>
                  <a:lnTo>
                    <a:pt x="9544818" y="520829"/>
                  </a:lnTo>
                  <a:lnTo>
                    <a:pt x="9490185" y="584911"/>
                  </a:lnTo>
                  <a:lnTo>
                    <a:pt x="9438577" y="655001"/>
                  </a:lnTo>
                  <a:lnTo>
                    <a:pt x="9389428" y="731463"/>
                  </a:lnTo>
                  <a:lnTo>
                    <a:pt x="9347647" y="804437"/>
                  </a:lnTo>
                  <a:lnTo>
                    <a:pt x="9312041" y="872550"/>
                  </a:lnTo>
                  <a:lnTo>
                    <a:pt x="9277185" y="944612"/>
                  </a:lnTo>
                  <a:lnTo>
                    <a:pt x="9242917" y="1020702"/>
                  </a:lnTo>
                  <a:lnTo>
                    <a:pt x="9209100" y="1100861"/>
                  </a:lnTo>
                  <a:lnTo>
                    <a:pt x="9175619" y="1185088"/>
                  </a:lnTo>
                  <a:lnTo>
                    <a:pt x="9142380" y="1273335"/>
                  </a:lnTo>
                  <a:lnTo>
                    <a:pt x="9109301" y="1365507"/>
                  </a:lnTo>
                  <a:lnTo>
                    <a:pt x="9076321" y="1461459"/>
                  </a:lnTo>
                  <a:lnTo>
                    <a:pt x="9043388" y="1560991"/>
                  </a:lnTo>
                  <a:lnTo>
                    <a:pt x="9010466" y="1663852"/>
                  </a:lnTo>
                  <a:lnTo>
                    <a:pt x="8977529" y="1769741"/>
                  </a:lnTo>
                  <a:lnTo>
                    <a:pt x="8944560" y="1878306"/>
                  </a:lnTo>
                  <a:lnTo>
                    <a:pt x="8911552" y="1989150"/>
                  </a:lnTo>
                  <a:lnTo>
                    <a:pt x="8878505" y="2101837"/>
                  </a:lnTo>
                  <a:lnTo>
                    <a:pt x="8845426" y="2215899"/>
                  </a:lnTo>
                  <a:lnTo>
                    <a:pt x="8812323" y="2330841"/>
                  </a:lnTo>
                  <a:lnTo>
                    <a:pt x="8779210" y="2446152"/>
                  </a:lnTo>
                  <a:lnTo>
                    <a:pt x="8746101" y="2561316"/>
                  </a:lnTo>
                  <a:lnTo>
                    <a:pt x="8713009" y="2675819"/>
                  </a:lnTo>
                  <a:lnTo>
                    <a:pt x="8679948" y="2789157"/>
                  </a:lnTo>
                  <a:lnTo>
                    <a:pt x="8646923" y="2900850"/>
                  </a:lnTo>
                  <a:lnTo>
                    <a:pt x="8613938" y="3010447"/>
                  </a:lnTo>
                  <a:lnTo>
                    <a:pt x="8580988" y="3117534"/>
                  </a:lnTo>
                  <a:lnTo>
                    <a:pt x="8548062" y="3221739"/>
                  </a:lnTo>
                  <a:lnTo>
                    <a:pt x="8515138" y="3322738"/>
                  </a:lnTo>
                  <a:lnTo>
                    <a:pt x="8482183" y="3420259"/>
                  </a:lnTo>
                  <a:lnTo>
                    <a:pt x="8449154" y="3514079"/>
                  </a:lnTo>
                  <a:lnTo>
                    <a:pt x="8415992" y="3604031"/>
                  </a:lnTo>
                  <a:lnTo>
                    <a:pt x="8382626" y="3689997"/>
                  </a:lnTo>
                  <a:lnTo>
                    <a:pt x="8348967" y="3771910"/>
                  </a:lnTo>
                  <a:lnTo>
                    <a:pt x="8314909" y="3849749"/>
                  </a:lnTo>
                  <a:lnTo>
                    <a:pt x="8280324" y="3923538"/>
                  </a:lnTo>
                  <a:lnTo>
                    <a:pt x="8245062" y="3993339"/>
                  </a:lnTo>
                  <a:lnTo>
                    <a:pt x="8229629" y="4022186"/>
                  </a:lnTo>
                  <a:lnTo>
                    <a:pt x="8182228" y="4104410"/>
                  </a:lnTo>
                  <a:lnTo>
                    <a:pt x="8132820" y="4180116"/>
                  </a:lnTo>
                  <a:lnTo>
                    <a:pt x="8080888" y="4249484"/>
                  </a:lnTo>
                  <a:lnTo>
                    <a:pt x="8025865" y="4312895"/>
                  </a:lnTo>
                  <a:lnTo>
                    <a:pt x="7967154" y="4370825"/>
                  </a:lnTo>
                  <a:lnTo>
                    <a:pt x="7904163" y="4423779"/>
                  </a:lnTo>
                  <a:lnTo>
                    <a:pt x="7836328" y="4472249"/>
                  </a:lnTo>
                  <a:lnTo>
                    <a:pt x="7763152" y="4516688"/>
                  </a:lnTo>
                  <a:lnTo>
                    <a:pt x="7684260" y="4557486"/>
                  </a:lnTo>
                  <a:lnTo>
                    <a:pt x="7599460" y="4594968"/>
                  </a:lnTo>
                  <a:lnTo>
                    <a:pt x="7508825" y="4629381"/>
                  </a:lnTo>
                  <a:lnTo>
                    <a:pt x="7412783" y="4660899"/>
                  </a:lnTo>
                  <a:lnTo>
                    <a:pt x="7312213" y="4689619"/>
                  </a:lnTo>
                  <a:lnTo>
                    <a:pt x="7208525" y="4715574"/>
                  </a:lnTo>
                  <a:lnTo>
                    <a:pt x="7103703" y="4738740"/>
                  </a:lnTo>
                  <a:lnTo>
                    <a:pt x="7000270" y="4759068"/>
                  </a:lnTo>
                  <a:lnTo>
                    <a:pt x="6901172" y="4776505"/>
                  </a:lnTo>
                  <a:lnTo>
                    <a:pt x="6809532" y="4791029"/>
                  </a:lnTo>
                  <a:lnTo>
                    <a:pt x="6728319" y="4802688"/>
                  </a:lnTo>
                  <a:lnTo>
                    <a:pt x="6659967" y="4811617"/>
                  </a:lnTo>
                  <a:lnTo>
                    <a:pt x="6606010" y="4818058"/>
                  </a:lnTo>
                  <a:lnTo>
                    <a:pt x="6566824" y="4822347"/>
                  </a:lnTo>
                  <a:lnTo>
                    <a:pt x="6541519" y="4824892"/>
                  </a:lnTo>
                  <a:lnTo>
                    <a:pt x="6527978" y="4826147"/>
                  </a:lnTo>
                  <a:lnTo>
                    <a:pt x="6522990" y="4826575"/>
                  </a:lnTo>
                  <a:lnTo>
                    <a:pt x="6522385" y="4826624"/>
                  </a:lnTo>
                  <a:lnTo>
                    <a:pt x="5527445" y="4826624"/>
                  </a:lnTo>
                  <a:lnTo>
                    <a:pt x="5526309" y="4826624"/>
                  </a:lnTo>
                  <a:lnTo>
                    <a:pt x="5518809" y="4826628"/>
                  </a:lnTo>
                  <a:lnTo>
                    <a:pt x="5499805" y="4826637"/>
                  </a:lnTo>
                  <a:lnTo>
                    <a:pt x="5465578" y="4826657"/>
                  </a:lnTo>
                  <a:lnTo>
                    <a:pt x="5414061" y="4826689"/>
                  </a:lnTo>
                  <a:lnTo>
                    <a:pt x="5344983" y="4826736"/>
                  </a:lnTo>
                  <a:lnTo>
                    <a:pt x="5259817" y="4826801"/>
                  </a:lnTo>
                  <a:lnTo>
                    <a:pt x="5161455" y="4826884"/>
                  </a:lnTo>
                  <a:lnTo>
                    <a:pt x="5053680" y="4826986"/>
                  </a:lnTo>
                  <a:lnTo>
                    <a:pt x="4940568" y="4827107"/>
                  </a:lnTo>
                  <a:lnTo>
                    <a:pt x="4825960" y="4827246"/>
                  </a:lnTo>
                  <a:lnTo>
                    <a:pt x="4713088" y="4827403"/>
                  </a:lnTo>
                  <a:lnTo>
                    <a:pt x="4604402" y="4827579"/>
                  </a:lnTo>
                  <a:lnTo>
                    <a:pt x="4501539" y="4827772"/>
                  </a:lnTo>
                  <a:lnTo>
                    <a:pt x="4405414" y="4827985"/>
                  </a:lnTo>
                  <a:lnTo>
                    <a:pt x="4316354" y="4828219"/>
                  </a:lnTo>
                  <a:lnTo>
                    <a:pt x="4234246" y="4828475"/>
                  </a:lnTo>
                  <a:lnTo>
                    <a:pt x="4158672" y="4828757"/>
                  </a:lnTo>
                  <a:lnTo>
                    <a:pt x="4089015" y="4829067"/>
                  </a:lnTo>
                  <a:lnTo>
                    <a:pt x="4024551" y="4829409"/>
                  </a:lnTo>
                  <a:lnTo>
                    <a:pt x="3964504" y="4829787"/>
                  </a:lnTo>
                  <a:lnTo>
                    <a:pt x="3908097" y="4830204"/>
                  </a:lnTo>
                  <a:lnTo>
                    <a:pt x="3854595" y="4830662"/>
                  </a:lnTo>
                  <a:lnTo>
                    <a:pt x="3820202" y="4830991"/>
                  </a:lnTo>
                  <a:lnTo>
                    <a:pt x="3758551" y="4831650"/>
                  </a:lnTo>
                  <a:lnTo>
                    <a:pt x="3698823" y="4832376"/>
                  </a:lnTo>
                  <a:lnTo>
                    <a:pt x="3640302" y="4833168"/>
                  </a:lnTo>
                  <a:lnTo>
                    <a:pt x="3582460" y="4834027"/>
                  </a:lnTo>
                  <a:lnTo>
                    <a:pt x="3524927" y="4834949"/>
                  </a:lnTo>
                  <a:lnTo>
                    <a:pt x="3467460" y="4835926"/>
                  </a:lnTo>
                  <a:lnTo>
                    <a:pt x="3409924" y="4836951"/>
                  </a:lnTo>
                  <a:lnTo>
                    <a:pt x="3352271" y="4838012"/>
                  </a:lnTo>
                  <a:lnTo>
                    <a:pt x="3294519" y="4839095"/>
                  </a:lnTo>
                  <a:lnTo>
                    <a:pt x="3236725" y="4840188"/>
                  </a:lnTo>
                  <a:lnTo>
                    <a:pt x="3178961" y="4841274"/>
                  </a:lnTo>
                  <a:lnTo>
                    <a:pt x="3121291" y="4842339"/>
                  </a:lnTo>
                  <a:lnTo>
                    <a:pt x="3063738" y="4843370"/>
                  </a:lnTo>
                  <a:lnTo>
                    <a:pt x="3006267" y="4844355"/>
                  </a:lnTo>
                  <a:lnTo>
                    <a:pt x="2948757" y="4845286"/>
                  </a:lnTo>
                  <a:lnTo>
                    <a:pt x="2890983" y="4846154"/>
                  </a:lnTo>
                  <a:lnTo>
                    <a:pt x="2832596" y="4846957"/>
                  </a:lnTo>
                  <a:lnTo>
                    <a:pt x="2773094" y="4847693"/>
                  </a:lnTo>
                  <a:lnTo>
                    <a:pt x="2711794" y="4848363"/>
                  </a:lnTo>
                  <a:lnTo>
                    <a:pt x="2702183" y="4848459"/>
                  </a:lnTo>
                  <a:lnTo>
                    <a:pt x="2650248" y="4848946"/>
                  </a:lnTo>
                  <a:lnTo>
                    <a:pt x="2595856" y="4849390"/>
                  </a:lnTo>
                  <a:lnTo>
                    <a:pt x="2538321" y="4849793"/>
                  </a:lnTo>
                  <a:lnTo>
                    <a:pt x="2476889" y="4850159"/>
                  </a:lnTo>
                  <a:lnTo>
                    <a:pt x="2410780" y="4850490"/>
                  </a:lnTo>
                  <a:lnTo>
                    <a:pt x="2339229" y="4850790"/>
                  </a:lnTo>
                  <a:lnTo>
                    <a:pt x="2261538" y="4851063"/>
                  </a:lnTo>
                  <a:lnTo>
                    <a:pt x="2177148" y="4851312"/>
                  </a:lnTo>
                  <a:lnTo>
                    <a:pt x="2085729" y="4851538"/>
                  </a:lnTo>
                  <a:lnTo>
                    <a:pt x="1987297" y="4851744"/>
                  </a:lnTo>
                  <a:lnTo>
                    <a:pt x="1882359" y="4851932"/>
                  </a:lnTo>
                  <a:lnTo>
                    <a:pt x="1772058" y="4852101"/>
                  </a:lnTo>
                  <a:lnTo>
                    <a:pt x="1658295" y="4852252"/>
                  </a:lnTo>
                  <a:lnTo>
                    <a:pt x="1543791" y="4852386"/>
                  </a:lnTo>
                  <a:lnTo>
                    <a:pt x="1432009" y="4852500"/>
                  </a:lnTo>
                  <a:lnTo>
                    <a:pt x="1326919" y="4852596"/>
                  </a:lnTo>
                  <a:lnTo>
                    <a:pt x="1232565" y="4852673"/>
                  </a:lnTo>
                  <a:lnTo>
                    <a:pt x="1152498" y="4852732"/>
                  </a:lnTo>
                  <a:lnTo>
                    <a:pt x="1089188" y="4852774"/>
                  </a:lnTo>
                  <a:lnTo>
                    <a:pt x="1043550" y="4852801"/>
                  </a:lnTo>
                  <a:lnTo>
                    <a:pt x="1014711" y="4852817"/>
                  </a:lnTo>
                  <a:lnTo>
                    <a:pt x="1000026" y="4852824"/>
                  </a:lnTo>
                  <a:lnTo>
                    <a:pt x="995283" y="4852827"/>
                  </a:lnTo>
                  <a:lnTo>
                    <a:pt x="994940" y="4852827"/>
                  </a:lnTo>
                  <a:lnTo>
                    <a:pt x="0" y="4852827"/>
                  </a:lnTo>
                  <a:lnTo>
                    <a:pt x="0" y="48528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3" name="pg1952"/>
            <p:cNvSpPr/>
            <p:nvPr/>
          </p:nvSpPr>
          <p:spPr>
            <a:xfrm>
              <a:off x="1199187" y="1372881"/>
              <a:ext cx="12049831" cy="5036249"/>
            </a:xfrm>
            <a:custGeom>
              <a:avLst/>
              <a:pathLst>
                <a:path w="12049831" h="5036249">
                  <a:moveTo>
                    <a:pt x="0" y="4826624"/>
                  </a:moveTo>
                  <a:lnTo>
                    <a:pt x="994940" y="4826624"/>
                  </a:lnTo>
                  <a:lnTo>
                    <a:pt x="996076" y="4826628"/>
                  </a:lnTo>
                  <a:lnTo>
                    <a:pt x="1003573" y="4826656"/>
                  </a:lnTo>
                  <a:lnTo>
                    <a:pt x="1022572" y="4826735"/>
                  </a:lnTo>
                  <a:lnTo>
                    <a:pt x="1056789" y="4826890"/>
                  </a:lnTo>
                  <a:lnTo>
                    <a:pt x="1108293" y="4827147"/>
                  </a:lnTo>
                  <a:lnTo>
                    <a:pt x="1177354" y="4827526"/>
                  </a:lnTo>
                  <a:lnTo>
                    <a:pt x="1262501" y="4828043"/>
                  </a:lnTo>
                  <a:lnTo>
                    <a:pt x="1360844" y="4828708"/>
                  </a:lnTo>
                  <a:lnTo>
                    <a:pt x="1468602" y="4829524"/>
                  </a:lnTo>
                  <a:lnTo>
                    <a:pt x="1581699" y="4830490"/>
                  </a:lnTo>
                  <a:lnTo>
                    <a:pt x="1696296" y="4831603"/>
                  </a:lnTo>
                  <a:lnTo>
                    <a:pt x="1809159" y="4832861"/>
                  </a:lnTo>
                  <a:lnTo>
                    <a:pt x="1917841" y="4834263"/>
                  </a:lnTo>
                  <a:lnTo>
                    <a:pt x="2020702" y="4835811"/>
                  </a:lnTo>
                  <a:lnTo>
                    <a:pt x="2116828" y="4837513"/>
                  </a:lnTo>
                  <a:lnTo>
                    <a:pt x="2205890" y="4839381"/>
                  </a:lnTo>
                  <a:lnTo>
                    <a:pt x="2288001" y="4841431"/>
                  </a:lnTo>
                  <a:lnTo>
                    <a:pt x="2363579" y="4843684"/>
                  </a:lnTo>
                  <a:lnTo>
                    <a:pt x="2433239" y="4846165"/>
                  </a:lnTo>
                  <a:lnTo>
                    <a:pt x="2497706" y="4848902"/>
                  </a:lnTo>
                  <a:lnTo>
                    <a:pt x="2557756" y="4851923"/>
                  </a:lnTo>
                  <a:lnTo>
                    <a:pt x="2614164" y="4855256"/>
                  </a:lnTo>
                  <a:lnTo>
                    <a:pt x="2667666" y="4858919"/>
                  </a:lnTo>
                  <a:lnTo>
                    <a:pt x="2702183" y="4861561"/>
                  </a:lnTo>
                  <a:lnTo>
                    <a:pt x="2763603" y="4866815"/>
                  </a:lnTo>
                  <a:lnTo>
                    <a:pt x="2823112" y="4872594"/>
                  </a:lnTo>
                  <a:lnTo>
                    <a:pt x="2881419" y="4878908"/>
                  </a:lnTo>
                  <a:lnTo>
                    <a:pt x="2939047" y="4885746"/>
                  </a:lnTo>
                  <a:lnTo>
                    <a:pt x="2996364" y="4893080"/>
                  </a:lnTo>
                  <a:lnTo>
                    <a:pt x="3053612" y="4900861"/>
                  </a:lnTo>
                  <a:lnTo>
                    <a:pt x="3110926" y="4909019"/>
                  </a:lnTo>
                  <a:lnTo>
                    <a:pt x="3168356" y="4917466"/>
                  </a:lnTo>
                  <a:lnTo>
                    <a:pt x="3225886" y="4926099"/>
                  </a:lnTo>
                  <a:lnTo>
                    <a:pt x="3283460" y="4934804"/>
                  </a:lnTo>
                  <a:lnTo>
                    <a:pt x="3341006" y="4943463"/>
                  </a:lnTo>
                  <a:lnTo>
                    <a:pt x="3398461" y="4951962"/>
                  </a:lnTo>
                  <a:lnTo>
                    <a:pt x="3455800" y="4960194"/>
                  </a:lnTo>
                  <a:lnTo>
                    <a:pt x="3513055" y="4968067"/>
                  </a:lnTo>
                  <a:lnTo>
                    <a:pt x="3570339" y="4975508"/>
                  </a:lnTo>
                  <a:lnTo>
                    <a:pt x="3627869" y="4982461"/>
                  </a:lnTo>
                  <a:lnTo>
                    <a:pt x="3685983" y="4988895"/>
                  </a:lnTo>
                  <a:lnTo>
                    <a:pt x="3745164" y="4994795"/>
                  </a:lnTo>
                  <a:lnTo>
                    <a:pt x="3806078" y="5000166"/>
                  </a:lnTo>
                  <a:lnTo>
                    <a:pt x="3820202" y="5001311"/>
                  </a:lnTo>
                  <a:lnTo>
                    <a:pt x="3872132" y="5005202"/>
                  </a:lnTo>
                  <a:lnTo>
                    <a:pt x="3926518" y="5008755"/>
                  </a:lnTo>
                  <a:lnTo>
                    <a:pt x="3984046" y="5011981"/>
                  </a:lnTo>
                  <a:lnTo>
                    <a:pt x="4045470" y="5014905"/>
                  </a:lnTo>
                  <a:lnTo>
                    <a:pt x="4111570" y="5017554"/>
                  </a:lnTo>
                  <a:lnTo>
                    <a:pt x="4183110" y="5019957"/>
                  </a:lnTo>
                  <a:lnTo>
                    <a:pt x="4260788" y="5022140"/>
                  </a:lnTo>
                  <a:lnTo>
                    <a:pt x="4345164" y="5024128"/>
                  </a:lnTo>
                  <a:lnTo>
                    <a:pt x="4436568" y="5025940"/>
                  </a:lnTo>
                  <a:lnTo>
                    <a:pt x="4534983" y="5027590"/>
                  </a:lnTo>
                  <a:lnTo>
                    <a:pt x="4639904" y="5029089"/>
                  </a:lnTo>
                  <a:lnTo>
                    <a:pt x="4750188" y="5030443"/>
                  </a:lnTo>
                  <a:lnTo>
                    <a:pt x="4863936" y="5031654"/>
                  </a:lnTo>
                  <a:lnTo>
                    <a:pt x="4978430" y="5032719"/>
                  </a:lnTo>
                  <a:lnTo>
                    <a:pt x="5090207" y="5033635"/>
                  </a:lnTo>
                  <a:lnTo>
                    <a:pt x="5195300" y="5034401"/>
                  </a:lnTo>
                  <a:lnTo>
                    <a:pt x="5289666" y="5035017"/>
                  </a:lnTo>
                  <a:lnTo>
                    <a:pt x="5369753" y="5035487"/>
                  </a:lnTo>
                  <a:lnTo>
                    <a:pt x="5433090" y="5035823"/>
                  </a:lnTo>
                  <a:lnTo>
                    <a:pt x="5478759" y="5036044"/>
                  </a:lnTo>
                  <a:lnTo>
                    <a:pt x="5507629" y="5036171"/>
                  </a:lnTo>
                  <a:lnTo>
                    <a:pt x="5522339" y="5036230"/>
                  </a:lnTo>
                  <a:lnTo>
                    <a:pt x="5527099" y="5036248"/>
                  </a:lnTo>
                  <a:lnTo>
                    <a:pt x="5527445" y="5036249"/>
                  </a:lnTo>
                  <a:lnTo>
                    <a:pt x="6522385" y="5036249"/>
                  </a:lnTo>
                  <a:lnTo>
                    <a:pt x="6523249" y="5036176"/>
                  </a:lnTo>
                  <a:lnTo>
                    <a:pt x="6528974" y="5035660"/>
                  </a:lnTo>
                  <a:lnTo>
                    <a:pt x="6543585" y="5034236"/>
                  </a:lnTo>
                  <a:lnTo>
                    <a:pt x="6570147" y="5031427"/>
                  </a:lnTo>
                  <a:lnTo>
                    <a:pt x="6610635" y="5026769"/>
                  </a:lnTo>
                  <a:lnTo>
                    <a:pt x="6665804" y="5019846"/>
                  </a:lnTo>
                  <a:lnTo>
                    <a:pt x="6735164" y="5010321"/>
                  </a:lnTo>
                  <a:lnTo>
                    <a:pt x="6817101" y="4997955"/>
                  </a:lnTo>
                  <a:lnTo>
                    <a:pt x="6909149" y="4982616"/>
                  </a:lnTo>
                  <a:lnTo>
                    <a:pt x="7008343" y="4964265"/>
                  </a:lnTo>
                  <a:lnTo>
                    <a:pt x="7111597" y="4942925"/>
                  </a:lnTo>
                  <a:lnTo>
                    <a:pt x="7216025" y="4918653"/>
                  </a:lnTo>
                  <a:lnTo>
                    <a:pt x="7319165" y="4891500"/>
                  </a:lnTo>
                  <a:lnTo>
                    <a:pt x="7419099" y="4861485"/>
                  </a:lnTo>
                  <a:lnTo>
                    <a:pt x="7514467" y="4828572"/>
                  </a:lnTo>
                  <a:lnTo>
                    <a:pt x="7604430" y="4792654"/>
                  </a:lnTo>
                  <a:lnTo>
                    <a:pt x="7688589" y="4753550"/>
                  </a:lnTo>
                  <a:lnTo>
                    <a:pt x="7766888" y="4710999"/>
                  </a:lnTo>
                  <a:lnTo>
                    <a:pt x="7839528" y="4664663"/>
                  </a:lnTo>
                  <a:lnTo>
                    <a:pt x="7906889" y="4614136"/>
                  </a:lnTo>
                  <a:lnTo>
                    <a:pt x="7969462" y="4558950"/>
                  </a:lnTo>
                  <a:lnTo>
                    <a:pt x="8027810" y="4498597"/>
                  </a:lnTo>
                  <a:lnTo>
                    <a:pt x="8082518" y="4432555"/>
                  </a:lnTo>
                  <a:lnTo>
                    <a:pt x="8134176" y="4360336"/>
                  </a:lnTo>
                  <a:lnTo>
                    <a:pt x="8183343" y="4281552"/>
                  </a:lnTo>
                  <a:lnTo>
                    <a:pt x="8229629" y="4197747"/>
                  </a:lnTo>
                  <a:lnTo>
                    <a:pt x="8264587" y="4128094"/>
                  </a:lnTo>
                  <a:lnTo>
                    <a:pt x="8298819" y="4054477"/>
                  </a:lnTo>
                  <a:lnTo>
                    <a:pt x="8332480" y="3976816"/>
                  </a:lnTo>
                  <a:lnTo>
                    <a:pt x="8365699" y="3895070"/>
                  </a:lnTo>
                  <a:lnTo>
                    <a:pt x="8398586" y="3809236"/>
                  </a:lnTo>
                  <a:lnTo>
                    <a:pt x="8431234" y="3719359"/>
                  </a:lnTo>
                  <a:lnTo>
                    <a:pt x="8463719" y="3625526"/>
                  </a:lnTo>
                  <a:lnTo>
                    <a:pt x="8496102" y="3527876"/>
                  </a:lnTo>
                  <a:lnTo>
                    <a:pt x="8528433" y="3426597"/>
                  </a:lnTo>
                  <a:lnTo>
                    <a:pt x="8560748" y="3321928"/>
                  </a:lnTo>
                  <a:lnTo>
                    <a:pt x="8593075" y="3214159"/>
                  </a:lnTo>
                  <a:lnTo>
                    <a:pt x="8625429" y="3103627"/>
                  </a:lnTo>
                  <a:lnTo>
                    <a:pt x="8657820" y="2990715"/>
                  </a:lnTo>
                  <a:lnTo>
                    <a:pt x="8690249" y="2875843"/>
                  </a:lnTo>
                  <a:lnTo>
                    <a:pt x="8722712" y="2759466"/>
                  </a:lnTo>
                  <a:lnTo>
                    <a:pt x="8755200" y="2642067"/>
                  </a:lnTo>
                  <a:lnTo>
                    <a:pt x="8787702" y="2524144"/>
                  </a:lnTo>
                  <a:lnTo>
                    <a:pt x="8820204" y="2406206"/>
                  </a:lnTo>
                  <a:lnTo>
                    <a:pt x="8852693" y="2288762"/>
                  </a:lnTo>
                  <a:lnTo>
                    <a:pt x="8885158" y="2172314"/>
                  </a:lnTo>
                  <a:lnTo>
                    <a:pt x="8917589" y="2057342"/>
                  </a:lnTo>
                  <a:lnTo>
                    <a:pt x="8949982" y="1944305"/>
                  </a:lnTo>
                  <a:lnTo>
                    <a:pt x="8982339" y="1833626"/>
                  </a:lnTo>
                  <a:lnTo>
                    <a:pt x="9014666" y="1725688"/>
                  </a:lnTo>
                  <a:lnTo>
                    <a:pt x="9046982" y="1620832"/>
                  </a:lnTo>
                  <a:lnTo>
                    <a:pt x="9079311" y="1519351"/>
                  </a:lnTo>
                  <a:lnTo>
                    <a:pt x="9111690" y="1421486"/>
                  </a:lnTo>
                  <a:lnTo>
                    <a:pt x="9144167" y="1327429"/>
                  </a:lnTo>
                  <a:lnTo>
                    <a:pt x="9176804" y="1237321"/>
                  </a:lnTo>
                  <a:lnTo>
                    <a:pt x="9209675" y="1151253"/>
                  </a:lnTo>
                  <a:lnTo>
                    <a:pt x="9242872" y="1069271"/>
                  </a:lnTo>
                  <a:lnTo>
                    <a:pt x="9276504" y="991376"/>
                  </a:lnTo>
                  <a:lnTo>
                    <a:pt x="9310699" y="917527"/>
                  </a:lnTo>
                  <a:lnTo>
                    <a:pt x="9345611" y="847648"/>
                  </a:lnTo>
                  <a:lnTo>
                    <a:pt x="9347647" y="843742"/>
                  </a:lnTo>
                  <a:lnTo>
                    <a:pt x="9394868" y="758343"/>
                  </a:lnTo>
                  <a:lnTo>
                    <a:pt x="9444078" y="679690"/>
                  </a:lnTo>
                  <a:lnTo>
                    <a:pt x="9495789" y="607594"/>
                  </a:lnTo>
                  <a:lnTo>
                    <a:pt x="9550563" y="541668"/>
                  </a:lnTo>
                  <a:lnTo>
                    <a:pt x="9608987" y="481420"/>
                  </a:lnTo>
                  <a:lnTo>
                    <a:pt x="9671648" y="426329"/>
                  </a:lnTo>
                  <a:lnTo>
                    <a:pt x="9739107" y="375888"/>
                  </a:lnTo>
                  <a:lnTo>
                    <a:pt x="9811854" y="329629"/>
                  </a:lnTo>
                  <a:lnTo>
                    <a:pt x="9890265" y="287148"/>
                  </a:lnTo>
                  <a:lnTo>
                    <a:pt x="9974538" y="248108"/>
                  </a:lnTo>
                  <a:lnTo>
                    <a:pt x="10064612" y="212250"/>
                  </a:lnTo>
                  <a:lnTo>
                    <a:pt x="10160078" y="179394"/>
                  </a:lnTo>
                  <a:lnTo>
                    <a:pt x="10260088" y="149435"/>
                  </a:lnTo>
                  <a:lnTo>
                    <a:pt x="10363274" y="122337"/>
                  </a:lnTo>
                  <a:lnTo>
                    <a:pt x="10467704" y="98122"/>
                  </a:lnTo>
                  <a:lnTo>
                    <a:pt x="10570907" y="76840"/>
                  </a:lnTo>
                  <a:lnTo>
                    <a:pt x="10669992" y="58546"/>
                  </a:lnTo>
                  <a:lnTo>
                    <a:pt x="10761871" y="43266"/>
                  </a:lnTo>
                  <a:lnTo>
                    <a:pt x="10843586" y="30957"/>
                  </a:lnTo>
                  <a:lnTo>
                    <a:pt x="10912682" y="21484"/>
                  </a:lnTo>
                  <a:lnTo>
                    <a:pt x="10967566" y="14609"/>
                  </a:lnTo>
                  <a:lnTo>
                    <a:pt x="11007773" y="9991"/>
                  </a:lnTo>
                  <a:lnTo>
                    <a:pt x="11034081" y="7213"/>
                  </a:lnTo>
                  <a:lnTo>
                    <a:pt x="11048487" y="5811"/>
                  </a:lnTo>
                  <a:lnTo>
                    <a:pt x="11054077" y="530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4028" y="72"/>
                  </a:lnTo>
                  <a:lnTo>
                    <a:pt x="11048303" y="588"/>
                  </a:lnTo>
                  <a:lnTo>
                    <a:pt x="11033692" y="2012"/>
                  </a:lnTo>
                  <a:lnTo>
                    <a:pt x="11007129" y="4821"/>
                  </a:lnTo>
                  <a:lnTo>
                    <a:pt x="10966641" y="9479"/>
                  </a:lnTo>
                  <a:lnTo>
                    <a:pt x="10911472" y="16402"/>
                  </a:lnTo>
                  <a:lnTo>
                    <a:pt x="10842113" y="25928"/>
                  </a:lnTo>
                  <a:lnTo>
                    <a:pt x="10760175" y="38294"/>
                  </a:lnTo>
                  <a:lnTo>
                    <a:pt x="10668127" y="53632"/>
                  </a:lnTo>
                  <a:lnTo>
                    <a:pt x="10568933" y="71984"/>
                  </a:lnTo>
                  <a:lnTo>
                    <a:pt x="10465680" y="93323"/>
                  </a:lnTo>
                  <a:lnTo>
                    <a:pt x="10361252" y="117596"/>
                  </a:lnTo>
                  <a:lnTo>
                    <a:pt x="10258111" y="144748"/>
                  </a:lnTo>
                  <a:lnTo>
                    <a:pt x="10158178" y="174763"/>
                  </a:lnTo>
                  <a:lnTo>
                    <a:pt x="10062810" y="207677"/>
                  </a:lnTo>
                  <a:lnTo>
                    <a:pt x="9972846" y="243594"/>
                  </a:lnTo>
                  <a:lnTo>
                    <a:pt x="9888687" y="282698"/>
                  </a:lnTo>
                  <a:lnTo>
                    <a:pt x="9810388" y="325249"/>
                  </a:lnTo>
                  <a:lnTo>
                    <a:pt x="9737748" y="371585"/>
                  </a:lnTo>
                  <a:lnTo>
                    <a:pt x="9670388" y="422112"/>
                  </a:lnTo>
                  <a:lnTo>
                    <a:pt x="9607814" y="477298"/>
                  </a:lnTo>
                  <a:lnTo>
                    <a:pt x="9549467" y="537651"/>
                  </a:lnTo>
                  <a:lnTo>
                    <a:pt x="9494758" y="603693"/>
                  </a:lnTo>
                  <a:lnTo>
                    <a:pt x="9443101" y="675913"/>
                  </a:lnTo>
                  <a:lnTo>
                    <a:pt x="9393933" y="754696"/>
                  </a:lnTo>
                  <a:lnTo>
                    <a:pt x="9347647" y="838501"/>
                  </a:lnTo>
                  <a:lnTo>
                    <a:pt x="9312690" y="908154"/>
                  </a:lnTo>
                  <a:lnTo>
                    <a:pt x="9278457" y="981772"/>
                  </a:lnTo>
                  <a:lnTo>
                    <a:pt x="9244797" y="1059433"/>
                  </a:lnTo>
                  <a:lnTo>
                    <a:pt x="9211578" y="1141179"/>
                  </a:lnTo>
                  <a:lnTo>
                    <a:pt x="9178690" y="1227012"/>
                  </a:lnTo>
                  <a:lnTo>
                    <a:pt x="9146042" y="1316889"/>
                  </a:lnTo>
                  <a:lnTo>
                    <a:pt x="9113558" y="1410722"/>
                  </a:lnTo>
                  <a:lnTo>
                    <a:pt x="9081174" y="1508373"/>
                  </a:lnTo>
                  <a:lnTo>
                    <a:pt x="9048844" y="1609652"/>
                  </a:lnTo>
                  <a:lnTo>
                    <a:pt x="9016528" y="1714321"/>
                  </a:lnTo>
                  <a:lnTo>
                    <a:pt x="8984202" y="1822089"/>
                  </a:lnTo>
                  <a:lnTo>
                    <a:pt x="8951847" y="1932621"/>
                  </a:lnTo>
                  <a:lnTo>
                    <a:pt x="8919456" y="2045534"/>
                  </a:lnTo>
                  <a:lnTo>
                    <a:pt x="8887027" y="2160406"/>
                  </a:lnTo>
                  <a:lnTo>
                    <a:pt x="8854564" y="2276782"/>
                  </a:lnTo>
                  <a:lnTo>
                    <a:pt x="8822076" y="2394182"/>
                  </a:lnTo>
                  <a:lnTo>
                    <a:pt x="8789574" y="2512105"/>
                  </a:lnTo>
                  <a:lnTo>
                    <a:pt x="8757072" y="2630043"/>
                  </a:lnTo>
                  <a:lnTo>
                    <a:pt x="8724583" y="2747486"/>
                  </a:lnTo>
                  <a:lnTo>
                    <a:pt x="8692118" y="2863935"/>
                  </a:lnTo>
                  <a:lnTo>
                    <a:pt x="8659687" y="2978906"/>
                  </a:lnTo>
                  <a:lnTo>
                    <a:pt x="8627294" y="3091943"/>
                  </a:lnTo>
                  <a:lnTo>
                    <a:pt x="8594938" y="3202623"/>
                  </a:lnTo>
                  <a:lnTo>
                    <a:pt x="8562610" y="3310560"/>
                  </a:lnTo>
                  <a:lnTo>
                    <a:pt x="8530295" y="3415416"/>
                  </a:lnTo>
                  <a:lnTo>
                    <a:pt x="8497966" y="3516897"/>
                  </a:lnTo>
                  <a:lnTo>
                    <a:pt x="8465586" y="3614762"/>
                  </a:lnTo>
                  <a:lnTo>
                    <a:pt x="8433109" y="3708819"/>
                  </a:lnTo>
                  <a:lnTo>
                    <a:pt x="8400473" y="3798928"/>
                  </a:lnTo>
                  <a:lnTo>
                    <a:pt x="8367601" y="3884995"/>
                  </a:lnTo>
                  <a:lnTo>
                    <a:pt x="8334404" y="3966977"/>
                  </a:lnTo>
                  <a:lnTo>
                    <a:pt x="8300773" y="4044873"/>
                  </a:lnTo>
                  <a:lnTo>
                    <a:pt x="8266577" y="4118722"/>
                  </a:lnTo>
                  <a:lnTo>
                    <a:pt x="8231666" y="4188600"/>
                  </a:lnTo>
                  <a:lnTo>
                    <a:pt x="8229629" y="4192507"/>
                  </a:lnTo>
                  <a:lnTo>
                    <a:pt x="8182409" y="4277905"/>
                  </a:lnTo>
                  <a:lnTo>
                    <a:pt x="8133198" y="4356559"/>
                  </a:lnTo>
                  <a:lnTo>
                    <a:pt x="8081487" y="4428654"/>
                  </a:lnTo>
                  <a:lnTo>
                    <a:pt x="8026714" y="4494580"/>
                  </a:lnTo>
                  <a:lnTo>
                    <a:pt x="7968290" y="4554828"/>
                  </a:lnTo>
                  <a:lnTo>
                    <a:pt x="7905628" y="4609919"/>
                  </a:lnTo>
                  <a:lnTo>
                    <a:pt x="7838170" y="4660361"/>
                  </a:lnTo>
                  <a:lnTo>
                    <a:pt x="7765423" y="4706619"/>
                  </a:lnTo>
                  <a:lnTo>
                    <a:pt x="7687011" y="4749101"/>
                  </a:lnTo>
                  <a:lnTo>
                    <a:pt x="7602739" y="4788141"/>
                  </a:lnTo>
                  <a:lnTo>
                    <a:pt x="7512665" y="4823998"/>
                  </a:lnTo>
                  <a:lnTo>
                    <a:pt x="7417199" y="4856855"/>
                  </a:lnTo>
                  <a:lnTo>
                    <a:pt x="7317188" y="4886814"/>
                  </a:lnTo>
                  <a:lnTo>
                    <a:pt x="7214002" y="4913911"/>
                  </a:lnTo>
                  <a:lnTo>
                    <a:pt x="7109572" y="4938127"/>
                  </a:lnTo>
                  <a:lnTo>
                    <a:pt x="7006369" y="4959409"/>
                  </a:lnTo>
                  <a:lnTo>
                    <a:pt x="6907284" y="4977702"/>
                  </a:lnTo>
                  <a:lnTo>
                    <a:pt x="6815405" y="4992982"/>
                  </a:lnTo>
                  <a:lnTo>
                    <a:pt x="6733691" y="5005291"/>
                  </a:lnTo>
                  <a:lnTo>
                    <a:pt x="6664595" y="5014764"/>
                  </a:lnTo>
                  <a:lnTo>
                    <a:pt x="6609710" y="5021639"/>
                  </a:lnTo>
                  <a:lnTo>
                    <a:pt x="6569504" y="5026257"/>
                  </a:lnTo>
                  <a:lnTo>
                    <a:pt x="6543196" y="5029035"/>
                  </a:lnTo>
                  <a:lnTo>
                    <a:pt x="6528790" y="5030437"/>
                  </a:lnTo>
                  <a:lnTo>
                    <a:pt x="6523200" y="5030940"/>
                  </a:lnTo>
                  <a:lnTo>
                    <a:pt x="6522385" y="5031008"/>
                  </a:lnTo>
                  <a:lnTo>
                    <a:pt x="5527445" y="5031008"/>
                  </a:lnTo>
                  <a:lnTo>
                    <a:pt x="5526309" y="5031004"/>
                  </a:lnTo>
                  <a:lnTo>
                    <a:pt x="5518812" y="5030976"/>
                  </a:lnTo>
                  <a:lnTo>
                    <a:pt x="5499813" y="5030897"/>
                  </a:lnTo>
                  <a:lnTo>
                    <a:pt x="5465596" y="5030742"/>
                  </a:lnTo>
                  <a:lnTo>
                    <a:pt x="5414092" y="5030485"/>
                  </a:lnTo>
                  <a:lnTo>
                    <a:pt x="5345031" y="5030106"/>
                  </a:lnTo>
                  <a:lnTo>
                    <a:pt x="5259884" y="5029589"/>
                  </a:lnTo>
                  <a:lnTo>
                    <a:pt x="5161541" y="5028924"/>
                  </a:lnTo>
                  <a:lnTo>
                    <a:pt x="5053783" y="5028108"/>
                  </a:lnTo>
                  <a:lnTo>
                    <a:pt x="4940686" y="5027142"/>
                  </a:lnTo>
                  <a:lnTo>
                    <a:pt x="4826089" y="5026029"/>
                  </a:lnTo>
                  <a:lnTo>
                    <a:pt x="4713226" y="5024771"/>
                  </a:lnTo>
                  <a:lnTo>
                    <a:pt x="4604544" y="5023369"/>
                  </a:lnTo>
                  <a:lnTo>
                    <a:pt x="4501683" y="5021821"/>
                  </a:lnTo>
                  <a:lnTo>
                    <a:pt x="4405557" y="5020118"/>
                  </a:lnTo>
                  <a:lnTo>
                    <a:pt x="4316495" y="5018251"/>
                  </a:lnTo>
                  <a:lnTo>
                    <a:pt x="4234384" y="5016201"/>
                  </a:lnTo>
                  <a:lnTo>
                    <a:pt x="4158806" y="5013947"/>
                  </a:lnTo>
                  <a:lnTo>
                    <a:pt x="4089146" y="5011466"/>
                  </a:lnTo>
                  <a:lnTo>
                    <a:pt x="4024679" y="5008729"/>
                  </a:lnTo>
                  <a:lnTo>
                    <a:pt x="3964629" y="5005708"/>
                  </a:lnTo>
                  <a:lnTo>
                    <a:pt x="3908221" y="5002376"/>
                  </a:lnTo>
                  <a:lnTo>
                    <a:pt x="3854719" y="4998712"/>
                  </a:lnTo>
                  <a:lnTo>
                    <a:pt x="3820202" y="4996071"/>
                  </a:lnTo>
                  <a:lnTo>
                    <a:pt x="3758782" y="4990817"/>
                  </a:lnTo>
                  <a:lnTo>
                    <a:pt x="3699273" y="4985038"/>
                  </a:lnTo>
                  <a:lnTo>
                    <a:pt x="3640966" y="4978724"/>
                  </a:lnTo>
                  <a:lnTo>
                    <a:pt x="3583338" y="4971886"/>
                  </a:lnTo>
                  <a:lnTo>
                    <a:pt x="3526021" y="4964552"/>
                  </a:lnTo>
                  <a:lnTo>
                    <a:pt x="3468773" y="4956771"/>
                  </a:lnTo>
                  <a:lnTo>
                    <a:pt x="3411459" y="4948613"/>
                  </a:lnTo>
                  <a:lnTo>
                    <a:pt x="3354029" y="4940165"/>
                  </a:lnTo>
                  <a:lnTo>
                    <a:pt x="3296499" y="4931533"/>
                  </a:lnTo>
                  <a:lnTo>
                    <a:pt x="3238925" y="4922828"/>
                  </a:lnTo>
                  <a:lnTo>
                    <a:pt x="3181379" y="4914169"/>
                  </a:lnTo>
                  <a:lnTo>
                    <a:pt x="3123924" y="4905670"/>
                  </a:lnTo>
                  <a:lnTo>
                    <a:pt x="3066585" y="4897438"/>
                  </a:lnTo>
                  <a:lnTo>
                    <a:pt x="3009330" y="4889565"/>
                  </a:lnTo>
                  <a:lnTo>
                    <a:pt x="2952046" y="4882124"/>
                  </a:lnTo>
                  <a:lnTo>
                    <a:pt x="2894516" y="4875170"/>
                  </a:lnTo>
                  <a:lnTo>
                    <a:pt x="2836402" y="4868737"/>
                  </a:lnTo>
                  <a:lnTo>
                    <a:pt x="2777221" y="4862836"/>
                  </a:lnTo>
                  <a:lnTo>
                    <a:pt x="2716307" y="4857465"/>
                  </a:lnTo>
                  <a:lnTo>
                    <a:pt x="2702183" y="4856320"/>
                  </a:lnTo>
                  <a:lnTo>
                    <a:pt x="2650253" y="4852430"/>
                  </a:lnTo>
                  <a:lnTo>
                    <a:pt x="2595867" y="4848877"/>
                  </a:lnTo>
                  <a:lnTo>
                    <a:pt x="2538339" y="4845651"/>
                  </a:lnTo>
                  <a:lnTo>
                    <a:pt x="2476915" y="4842727"/>
                  </a:lnTo>
                  <a:lnTo>
                    <a:pt x="2410815" y="4840077"/>
                  </a:lnTo>
                  <a:lnTo>
                    <a:pt x="2339275" y="4837675"/>
                  </a:lnTo>
                  <a:lnTo>
                    <a:pt x="2261597" y="4835491"/>
                  </a:lnTo>
                  <a:lnTo>
                    <a:pt x="2177221" y="4833504"/>
                  </a:lnTo>
                  <a:lnTo>
                    <a:pt x="2085817" y="4831692"/>
                  </a:lnTo>
                  <a:lnTo>
                    <a:pt x="1987402" y="4830042"/>
                  </a:lnTo>
                  <a:lnTo>
                    <a:pt x="1882481" y="4828543"/>
                  </a:lnTo>
                  <a:lnTo>
                    <a:pt x="1772197" y="4827189"/>
                  </a:lnTo>
                  <a:lnTo>
                    <a:pt x="1658449" y="4825978"/>
                  </a:lnTo>
                  <a:lnTo>
                    <a:pt x="1543955" y="4824913"/>
                  </a:lnTo>
                  <a:lnTo>
                    <a:pt x="1432178" y="4823996"/>
                  </a:lnTo>
                  <a:lnTo>
                    <a:pt x="1327085" y="4823231"/>
                  </a:lnTo>
                  <a:lnTo>
                    <a:pt x="1232719" y="4822615"/>
                  </a:lnTo>
                  <a:lnTo>
                    <a:pt x="1152632" y="4822145"/>
                  </a:lnTo>
                  <a:lnTo>
                    <a:pt x="1089295" y="4821808"/>
                  </a:lnTo>
                  <a:lnTo>
                    <a:pt x="1043626" y="4821588"/>
                  </a:lnTo>
                  <a:lnTo>
                    <a:pt x="1014756" y="4821461"/>
                  </a:lnTo>
                  <a:lnTo>
                    <a:pt x="1000046" y="4821402"/>
                  </a:lnTo>
                  <a:lnTo>
                    <a:pt x="995286" y="4821384"/>
                  </a:lnTo>
                  <a:lnTo>
                    <a:pt x="994940" y="4821383"/>
                  </a:lnTo>
                  <a:lnTo>
                    <a:pt x="0" y="4821383"/>
                  </a:lnTo>
                  <a:close/>
                </a:path>
              </a:pathLst>
            </a:custGeom>
            <a:solidFill>
              <a:srgbClr val="7E57C2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54" name="pl1953"/>
            <p:cNvSpPr/>
            <p:nvPr/>
          </p:nvSpPr>
          <p:spPr>
            <a:xfrm>
              <a:off x="1199187" y="1378122"/>
              <a:ext cx="12049831" cy="5031008"/>
            </a:xfrm>
            <a:custGeom>
              <a:avLst/>
              <a:pathLst>
                <a:path w="12049831" h="5031008">
                  <a:moveTo>
                    <a:pt x="0" y="4821383"/>
                  </a:moveTo>
                  <a:lnTo>
                    <a:pt x="994940" y="4821383"/>
                  </a:lnTo>
                  <a:lnTo>
                    <a:pt x="996076" y="4821387"/>
                  </a:lnTo>
                  <a:lnTo>
                    <a:pt x="1003573" y="4821415"/>
                  </a:lnTo>
                  <a:lnTo>
                    <a:pt x="1022572" y="4821494"/>
                  </a:lnTo>
                  <a:lnTo>
                    <a:pt x="1056789" y="4821649"/>
                  </a:lnTo>
                  <a:lnTo>
                    <a:pt x="1108293" y="4821906"/>
                  </a:lnTo>
                  <a:lnTo>
                    <a:pt x="1177354" y="4822285"/>
                  </a:lnTo>
                  <a:lnTo>
                    <a:pt x="1262501" y="4822802"/>
                  </a:lnTo>
                  <a:lnTo>
                    <a:pt x="1360844" y="4823467"/>
                  </a:lnTo>
                  <a:lnTo>
                    <a:pt x="1468602" y="4824283"/>
                  </a:lnTo>
                  <a:lnTo>
                    <a:pt x="1581699" y="4825249"/>
                  </a:lnTo>
                  <a:lnTo>
                    <a:pt x="1696296" y="4826362"/>
                  </a:lnTo>
                  <a:lnTo>
                    <a:pt x="1809159" y="4827620"/>
                  </a:lnTo>
                  <a:lnTo>
                    <a:pt x="1917841" y="4829022"/>
                  </a:lnTo>
                  <a:lnTo>
                    <a:pt x="2020702" y="4830571"/>
                  </a:lnTo>
                  <a:lnTo>
                    <a:pt x="2116828" y="4832273"/>
                  </a:lnTo>
                  <a:lnTo>
                    <a:pt x="2205890" y="4834141"/>
                  </a:lnTo>
                  <a:lnTo>
                    <a:pt x="2288001" y="4836191"/>
                  </a:lnTo>
                  <a:lnTo>
                    <a:pt x="2363579" y="4838444"/>
                  </a:lnTo>
                  <a:lnTo>
                    <a:pt x="2433239" y="4840925"/>
                  </a:lnTo>
                  <a:lnTo>
                    <a:pt x="2497706" y="4843662"/>
                  </a:lnTo>
                  <a:lnTo>
                    <a:pt x="2557756" y="4846683"/>
                  </a:lnTo>
                  <a:lnTo>
                    <a:pt x="2614164" y="4850015"/>
                  </a:lnTo>
                  <a:lnTo>
                    <a:pt x="2667666" y="4853679"/>
                  </a:lnTo>
                  <a:lnTo>
                    <a:pt x="2702183" y="4856320"/>
                  </a:lnTo>
                  <a:lnTo>
                    <a:pt x="2763603" y="4861574"/>
                  </a:lnTo>
                  <a:lnTo>
                    <a:pt x="2823112" y="4867353"/>
                  </a:lnTo>
                  <a:lnTo>
                    <a:pt x="2881419" y="4873667"/>
                  </a:lnTo>
                  <a:lnTo>
                    <a:pt x="2939047" y="4880505"/>
                  </a:lnTo>
                  <a:lnTo>
                    <a:pt x="2996364" y="4887839"/>
                  </a:lnTo>
                  <a:lnTo>
                    <a:pt x="3053612" y="4895620"/>
                  </a:lnTo>
                  <a:lnTo>
                    <a:pt x="3110926" y="4903778"/>
                  </a:lnTo>
                  <a:lnTo>
                    <a:pt x="3168356" y="4912226"/>
                  </a:lnTo>
                  <a:lnTo>
                    <a:pt x="3225886" y="4920858"/>
                  </a:lnTo>
                  <a:lnTo>
                    <a:pt x="3283460" y="4929563"/>
                  </a:lnTo>
                  <a:lnTo>
                    <a:pt x="3341006" y="4938222"/>
                  </a:lnTo>
                  <a:lnTo>
                    <a:pt x="3398461" y="4946721"/>
                  </a:lnTo>
                  <a:lnTo>
                    <a:pt x="3455800" y="4954953"/>
                  </a:lnTo>
                  <a:lnTo>
                    <a:pt x="3513055" y="4962827"/>
                  </a:lnTo>
                  <a:lnTo>
                    <a:pt x="3570339" y="4970267"/>
                  </a:lnTo>
                  <a:lnTo>
                    <a:pt x="3627869" y="4977221"/>
                  </a:lnTo>
                  <a:lnTo>
                    <a:pt x="3685983" y="4983654"/>
                  </a:lnTo>
                  <a:lnTo>
                    <a:pt x="3745164" y="4989555"/>
                  </a:lnTo>
                  <a:lnTo>
                    <a:pt x="3806078" y="4994926"/>
                  </a:lnTo>
                  <a:lnTo>
                    <a:pt x="3820202" y="4996071"/>
                  </a:lnTo>
                  <a:lnTo>
                    <a:pt x="3872132" y="4999961"/>
                  </a:lnTo>
                  <a:lnTo>
                    <a:pt x="3926518" y="5003514"/>
                  </a:lnTo>
                  <a:lnTo>
                    <a:pt x="3984046" y="5006741"/>
                  </a:lnTo>
                  <a:lnTo>
                    <a:pt x="4045470" y="5009665"/>
                  </a:lnTo>
                  <a:lnTo>
                    <a:pt x="4111570" y="5012314"/>
                  </a:lnTo>
                  <a:lnTo>
                    <a:pt x="4183110" y="5014716"/>
                  </a:lnTo>
                  <a:lnTo>
                    <a:pt x="4260788" y="5016900"/>
                  </a:lnTo>
                  <a:lnTo>
                    <a:pt x="4345164" y="5018887"/>
                  </a:lnTo>
                  <a:lnTo>
                    <a:pt x="4436568" y="5020699"/>
                  </a:lnTo>
                  <a:lnTo>
                    <a:pt x="4534983" y="5022349"/>
                  </a:lnTo>
                  <a:lnTo>
                    <a:pt x="4639904" y="5023848"/>
                  </a:lnTo>
                  <a:lnTo>
                    <a:pt x="4750188" y="5025203"/>
                  </a:lnTo>
                  <a:lnTo>
                    <a:pt x="4863936" y="5026413"/>
                  </a:lnTo>
                  <a:lnTo>
                    <a:pt x="4978430" y="5027478"/>
                  </a:lnTo>
                  <a:lnTo>
                    <a:pt x="5090207" y="5028395"/>
                  </a:lnTo>
                  <a:lnTo>
                    <a:pt x="5195300" y="5029161"/>
                  </a:lnTo>
                  <a:lnTo>
                    <a:pt x="5289666" y="5029776"/>
                  </a:lnTo>
                  <a:lnTo>
                    <a:pt x="5369753" y="5030246"/>
                  </a:lnTo>
                  <a:lnTo>
                    <a:pt x="5433090" y="5030583"/>
                  </a:lnTo>
                  <a:lnTo>
                    <a:pt x="5478759" y="5030803"/>
                  </a:lnTo>
                  <a:lnTo>
                    <a:pt x="5507629" y="5030930"/>
                  </a:lnTo>
                  <a:lnTo>
                    <a:pt x="5522339" y="5030989"/>
                  </a:lnTo>
                  <a:lnTo>
                    <a:pt x="5527099" y="5031007"/>
                  </a:lnTo>
                  <a:lnTo>
                    <a:pt x="5527445" y="5031008"/>
                  </a:lnTo>
                  <a:lnTo>
                    <a:pt x="6522385" y="5031008"/>
                  </a:lnTo>
                  <a:lnTo>
                    <a:pt x="6523249" y="5030936"/>
                  </a:lnTo>
                  <a:lnTo>
                    <a:pt x="6528974" y="5030420"/>
                  </a:lnTo>
                  <a:lnTo>
                    <a:pt x="6543585" y="5028996"/>
                  </a:lnTo>
                  <a:lnTo>
                    <a:pt x="6570147" y="5026186"/>
                  </a:lnTo>
                  <a:lnTo>
                    <a:pt x="6610635" y="5021529"/>
                  </a:lnTo>
                  <a:lnTo>
                    <a:pt x="6665804" y="5014606"/>
                  </a:lnTo>
                  <a:lnTo>
                    <a:pt x="6735164" y="5005080"/>
                  </a:lnTo>
                  <a:lnTo>
                    <a:pt x="6817101" y="4992714"/>
                  </a:lnTo>
                  <a:lnTo>
                    <a:pt x="6909149" y="4977375"/>
                  </a:lnTo>
                  <a:lnTo>
                    <a:pt x="7008343" y="4959024"/>
                  </a:lnTo>
                  <a:lnTo>
                    <a:pt x="7111597" y="4937684"/>
                  </a:lnTo>
                  <a:lnTo>
                    <a:pt x="7216025" y="4913412"/>
                  </a:lnTo>
                  <a:lnTo>
                    <a:pt x="7319165" y="4886259"/>
                  </a:lnTo>
                  <a:lnTo>
                    <a:pt x="7419099" y="4856245"/>
                  </a:lnTo>
                  <a:lnTo>
                    <a:pt x="7514467" y="4823331"/>
                  </a:lnTo>
                  <a:lnTo>
                    <a:pt x="7604430" y="4787414"/>
                  </a:lnTo>
                  <a:lnTo>
                    <a:pt x="7688589" y="4748310"/>
                  </a:lnTo>
                  <a:lnTo>
                    <a:pt x="7766888" y="4705758"/>
                  </a:lnTo>
                  <a:lnTo>
                    <a:pt x="7839528" y="4659423"/>
                  </a:lnTo>
                  <a:lnTo>
                    <a:pt x="7906889" y="4608896"/>
                  </a:lnTo>
                  <a:lnTo>
                    <a:pt x="7969462" y="4553709"/>
                  </a:lnTo>
                  <a:lnTo>
                    <a:pt x="8027810" y="4493356"/>
                  </a:lnTo>
                  <a:lnTo>
                    <a:pt x="8082518" y="4427315"/>
                  </a:lnTo>
                  <a:lnTo>
                    <a:pt x="8134176" y="4355095"/>
                  </a:lnTo>
                  <a:lnTo>
                    <a:pt x="8183343" y="4276311"/>
                  </a:lnTo>
                  <a:lnTo>
                    <a:pt x="8229629" y="4192507"/>
                  </a:lnTo>
                  <a:lnTo>
                    <a:pt x="8264587" y="4122854"/>
                  </a:lnTo>
                  <a:lnTo>
                    <a:pt x="8298819" y="4049236"/>
                  </a:lnTo>
                  <a:lnTo>
                    <a:pt x="8332480" y="3971575"/>
                  </a:lnTo>
                  <a:lnTo>
                    <a:pt x="8365699" y="3889829"/>
                  </a:lnTo>
                  <a:lnTo>
                    <a:pt x="8398586" y="3803996"/>
                  </a:lnTo>
                  <a:lnTo>
                    <a:pt x="8431234" y="3714118"/>
                  </a:lnTo>
                  <a:lnTo>
                    <a:pt x="8463719" y="3620285"/>
                  </a:lnTo>
                  <a:lnTo>
                    <a:pt x="8496102" y="3522635"/>
                  </a:lnTo>
                  <a:lnTo>
                    <a:pt x="8528433" y="3421356"/>
                  </a:lnTo>
                  <a:lnTo>
                    <a:pt x="8560748" y="3316687"/>
                  </a:lnTo>
                  <a:lnTo>
                    <a:pt x="8593075" y="3208918"/>
                  </a:lnTo>
                  <a:lnTo>
                    <a:pt x="8625429" y="3098387"/>
                  </a:lnTo>
                  <a:lnTo>
                    <a:pt x="8657820" y="2985474"/>
                  </a:lnTo>
                  <a:lnTo>
                    <a:pt x="8690249" y="2870602"/>
                  </a:lnTo>
                  <a:lnTo>
                    <a:pt x="8722712" y="2754226"/>
                  </a:lnTo>
                  <a:lnTo>
                    <a:pt x="8755200" y="2636826"/>
                  </a:lnTo>
                  <a:lnTo>
                    <a:pt x="8787702" y="2518903"/>
                  </a:lnTo>
                  <a:lnTo>
                    <a:pt x="8820204" y="2400965"/>
                  </a:lnTo>
                  <a:lnTo>
                    <a:pt x="8852693" y="2283522"/>
                  </a:lnTo>
                  <a:lnTo>
                    <a:pt x="8885158" y="2167073"/>
                  </a:lnTo>
                  <a:lnTo>
                    <a:pt x="8917589" y="2052102"/>
                  </a:lnTo>
                  <a:lnTo>
                    <a:pt x="8949982" y="1939065"/>
                  </a:lnTo>
                  <a:lnTo>
                    <a:pt x="8982339" y="1828385"/>
                  </a:lnTo>
                  <a:lnTo>
                    <a:pt x="9014666" y="1720447"/>
                  </a:lnTo>
                  <a:lnTo>
                    <a:pt x="9046982" y="1615592"/>
                  </a:lnTo>
                  <a:lnTo>
                    <a:pt x="9079311" y="1514110"/>
                  </a:lnTo>
                  <a:lnTo>
                    <a:pt x="9111690" y="1416245"/>
                  </a:lnTo>
                  <a:lnTo>
                    <a:pt x="9144167" y="1322188"/>
                  </a:lnTo>
                  <a:lnTo>
                    <a:pt x="9176804" y="1232080"/>
                  </a:lnTo>
                  <a:lnTo>
                    <a:pt x="9209675" y="1146013"/>
                  </a:lnTo>
                  <a:lnTo>
                    <a:pt x="9242872" y="1064031"/>
                  </a:lnTo>
                  <a:lnTo>
                    <a:pt x="9276504" y="986135"/>
                  </a:lnTo>
                  <a:lnTo>
                    <a:pt x="9310699" y="912286"/>
                  </a:lnTo>
                  <a:lnTo>
                    <a:pt x="9345611" y="842408"/>
                  </a:lnTo>
                  <a:lnTo>
                    <a:pt x="9347647" y="838501"/>
                  </a:lnTo>
                  <a:lnTo>
                    <a:pt x="9394868" y="753103"/>
                  </a:lnTo>
                  <a:lnTo>
                    <a:pt x="9444078" y="674449"/>
                  </a:lnTo>
                  <a:lnTo>
                    <a:pt x="9495789" y="602354"/>
                  </a:lnTo>
                  <a:lnTo>
                    <a:pt x="9550563" y="536427"/>
                  </a:lnTo>
                  <a:lnTo>
                    <a:pt x="9608987" y="476179"/>
                  </a:lnTo>
                  <a:lnTo>
                    <a:pt x="9671648" y="421089"/>
                  </a:lnTo>
                  <a:lnTo>
                    <a:pt x="9739107" y="370647"/>
                  </a:lnTo>
                  <a:lnTo>
                    <a:pt x="9811854" y="324388"/>
                  </a:lnTo>
                  <a:lnTo>
                    <a:pt x="9890265" y="281907"/>
                  </a:lnTo>
                  <a:lnTo>
                    <a:pt x="9974538" y="242867"/>
                  </a:lnTo>
                  <a:lnTo>
                    <a:pt x="10064612" y="207009"/>
                  </a:lnTo>
                  <a:lnTo>
                    <a:pt x="10160078" y="174153"/>
                  </a:lnTo>
                  <a:lnTo>
                    <a:pt x="10260088" y="144194"/>
                  </a:lnTo>
                  <a:lnTo>
                    <a:pt x="10363274" y="117097"/>
                  </a:lnTo>
                  <a:lnTo>
                    <a:pt x="10467704" y="92881"/>
                  </a:lnTo>
                  <a:lnTo>
                    <a:pt x="10570907" y="71599"/>
                  </a:lnTo>
                  <a:lnTo>
                    <a:pt x="10669992" y="53306"/>
                  </a:lnTo>
                  <a:lnTo>
                    <a:pt x="10761871" y="38026"/>
                  </a:lnTo>
                  <a:lnTo>
                    <a:pt x="10843586" y="25716"/>
                  </a:lnTo>
                  <a:lnTo>
                    <a:pt x="10912682" y="16244"/>
                  </a:lnTo>
                  <a:lnTo>
                    <a:pt x="10967566" y="9368"/>
                  </a:lnTo>
                  <a:lnTo>
                    <a:pt x="11007773" y="4751"/>
                  </a:lnTo>
                  <a:lnTo>
                    <a:pt x="11034081" y="1973"/>
                  </a:lnTo>
                  <a:lnTo>
                    <a:pt x="11048487" y="571"/>
                  </a:lnTo>
                  <a:lnTo>
                    <a:pt x="11054077" y="6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5" name="pl1954"/>
            <p:cNvSpPr/>
            <p:nvPr/>
          </p:nvSpPr>
          <p:spPr>
            <a:xfrm>
              <a:off x="1199187" y="1372881"/>
              <a:ext cx="12049831" cy="5031008"/>
            </a:xfrm>
            <a:custGeom>
              <a:avLst/>
              <a:pathLst>
                <a:path w="12049831" h="5031008">
                  <a:moveTo>
                    <a:pt x="12049831" y="0"/>
                  </a:moveTo>
                  <a:lnTo>
                    <a:pt x="11054891" y="0"/>
                  </a:lnTo>
                  <a:lnTo>
                    <a:pt x="11054028" y="72"/>
                  </a:lnTo>
                  <a:lnTo>
                    <a:pt x="11048303" y="588"/>
                  </a:lnTo>
                  <a:lnTo>
                    <a:pt x="11033692" y="2012"/>
                  </a:lnTo>
                  <a:lnTo>
                    <a:pt x="11007129" y="4821"/>
                  </a:lnTo>
                  <a:lnTo>
                    <a:pt x="10966641" y="9479"/>
                  </a:lnTo>
                  <a:lnTo>
                    <a:pt x="10911472" y="16402"/>
                  </a:lnTo>
                  <a:lnTo>
                    <a:pt x="10842113" y="25928"/>
                  </a:lnTo>
                  <a:lnTo>
                    <a:pt x="10760175" y="38294"/>
                  </a:lnTo>
                  <a:lnTo>
                    <a:pt x="10668127" y="53632"/>
                  </a:lnTo>
                  <a:lnTo>
                    <a:pt x="10568933" y="71984"/>
                  </a:lnTo>
                  <a:lnTo>
                    <a:pt x="10465680" y="93323"/>
                  </a:lnTo>
                  <a:lnTo>
                    <a:pt x="10361252" y="117596"/>
                  </a:lnTo>
                  <a:lnTo>
                    <a:pt x="10258111" y="144748"/>
                  </a:lnTo>
                  <a:lnTo>
                    <a:pt x="10158178" y="174763"/>
                  </a:lnTo>
                  <a:lnTo>
                    <a:pt x="10062810" y="207677"/>
                  </a:lnTo>
                  <a:lnTo>
                    <a:pt x="9972846" y="243594"/>
                  </a:lnTo>
                  <a:lnTo>
                    <a:pt x="9888687" y="282698"/>
                  </a:lnTo>
                  <a:lnTo>
                    <a:pt x="9810388" y="325249"/>
                  </a:lnTo>
                  <a:lnTo>
                    <a:pt x="9737748" y="371585"/>
                  </a:lnTo>
                  <a:lnTo>
                    <a:pt x="9670388" y="422112"/>
                  </a:lnTo>
                  <a:lnTo>
                    <a:pt x="9607814" y="477298"/>
                  </a:lnTo>
                  <a:lnTo>
                    <a:pt x="9549467" y="537651"/>
                  </a:lnTo>
                  <a:lnTo>
                    <a:pt x="9494758" y="603693"/>
                  </a:lnTo>
                  <a:lnTo>
                    <a:pt x="9443101" y="675913"/>
                  </a:lnTo>
                  <a:lnTo>
                    <a:pt x="9393933" y="754696"/>
                  </a:lnTo>
                  <a:lnTo>
                    <a:pt x="9347647" y="838501"/>
                  </a:lnTo>
                  <a:lnTo>
                    <a:pt x="9312690" y="908154"/>
                  </a:lnTo>
                  <a:lnTo>
                    <a:pt x="9278457" y="981772"/>
                  </a:lnTo>
                  <a:lnTo>
                    <a:pt x="9244797" y="1059433"/>
                  </a:lnTo>
                  <a:lnTo>
                    <a:pt x="9211578" y="1141179"/>
                  </a:lnTo>
                  <a:lnTo>
                    <a:pt x="9178690" y="1227012"/>
                  </a:lnTo>
                  <a:lnTo>
                    <a:pt x="9146042" y="1316889"/>
                  </a:lnTo>
                  <a:lnTo>
                    <a:pt x="9113558" y="1410722"/>
                  </a:lnTo>
                  <a:lnTo>
                    <a:pt x="9081174" y="1508373"/>
                  </a:lnTo>
                  <a:lnTo>
                    <a:pt x="9048844" y="1609652"/>
                  </a:lnTo>
                  <a:lnTo>
                    <a:pt x="9016528" y="1714321"/>
                  </a:lnTo>
                  <a:lnTo>
                    <a:pt x="8984202" y="1822089"/>
                  </a:lnTo>
                  <a:lnTo>
                    <a:pt x="8951847" y="1932621"/>
                  </a:lnTo>
                  <a:lnTo>
                    <a:pt x="8919456" y="2045534"/>
                  </a:lnTo>
                  <a:lnTo>
                    <a:pt x="8887027" y="2160406"/>
                  </a:lnTo>
                  <a:lnTo>
                    <a:pt x="8854564" y="2276782"/>
                  </a:lnTo>
                  <a:lnTo>
                    <a:pt x="8822076" y="2394182"/>
                  </a:lnTo>
                  <a:lnTo>
                    <a:pt x="8789574" y="2512105"/>
                  </a:lnTo>
                  <a:lnTo>
                    <a:pt x="8757072" y="2630043"/>
                  </a:lnTo>
                  <a:lnTo>
                    <a:pt x="8724583" y="2747486"/>
                  </a:lnTo>
                  <a:lnTo>
                    <a:pt x="8692118" y="2863935"/>
                  </a:lnTo>
                  <a:lnTo>
                    <a:pt x="8659687" y="2978906"/>
                  </a:lnTo>
                  <a:lnTo>
                    <a:pt x="8627294" y="3091943"/>
                  </a:lnTo>
                  <a:lnTo>
                    <a:pt x="8594938" y="3202623"/>
                  </a:lnTo>
                  <a:lnTo>
                    <a:pt x="8562610" y="3310560"/>
                  </a:lnTo>
                  <a:lnTo>
                    <a:pt x="8530295" y="3415416"/>
                  </a:lnTo>
                  <a:lnTo>
                    <a:pt x="8497966" y="3516897"/>
                  </a:lnTo>
                  <a:lnTo>
                    <a:pt x="8465586" y="3614762"/>
                  </a:lnTo>
                  <a:lnTo>
                    <a:pt x="8433109" y="3708819"/>
                  </a:lnTo>
                  <a:lnTo>
                    <a:pt x="8400473" y="3798928"/>
                  </a:lnTo>
                  <a:lnTo>
                    <a:pt x="8367601" y="3884995"/>
                  </a:lnTo>
                  <a:lnTo>
                    <a:pt x="8334404" y="3966977"/>
                  </a:lnTo>
                  <a:lnTo>
                    <a:pt x="8300773" y="4044873"/>
                  </a:lnTo>
                  <a:lnTo>
                    <a:pt x="8266577" y="4118722"/>
                  </a:lnTo>
                  <a:lnTo>
                    <a:pt x="8231666" y="4188600"/>
                  </a:lnTo>
                  <a:lnTo>
                    <a:pt x="8229629" y="4192507"/>
                  </a:lnTo>
                  <a:lnTo>
                    <a:pt x="8182409" y="4277905"/>
                  </a:lnTo>
                  <a:lnTo>
                    <a:pt x="8133198" y="4356559"/>
                  </a:lnTo>
                  <a:lnTo>
                    <a:pt x="8081487" y="4428654"/>
                  </a:lnTo>
                  <a:lnTo>
                    <a:pt x="8026714" y="4494580"/>
                  </a:lnTo>
                  <a:lnTo>
                    <a:pt x="7968290" y="4554828"/>
                  </a:lnTo>
                  <a:lnTo>
                    <a:pt x="7905628" y="4609919"/>
                  </a:lnTo>
                  <a:lnTo>
                    <a:pt x="7838170" y="4660361"/>
                  </a:lnTo>
                  <a:lnTo>
                    <a:pt x="7765423" y="4706619"/>
                  </a:lnTo>
                  <a:lnTo>
                    <a:pt x="7687011" y="4749101"/>
                  </a:lnTo>
                  <a:lnTo>
                    <a:pt x="7602739" y="4788141"/>
                  </a:lnTo>
                  <a:lnTo>
                    <a:pt x="7512665" y="4823998"/>
                  </a:lnTo>
                  <a:lnTo>
                    <a:pt x="7417199" y="4856855"/>
                  </a:lnTo>
                  <a:lnTo>
                    <a:pt x="7317188" y="4886814"/>
                  </a:lnTo>
                  <a:lnTo>
                    <a:pt x="7214002" y="4913911"/>
                  </a:lnTo>
                  <a:lnTo>
                    <a:pt x="7109572" y="4938127"/>
                  </a:lnTo>
                  <a:lnTo>
                    <a:pt x="7006369" y="4959409"/>
                  </a:lnTo>
                  <a:lnTo>
                    <a:pt x="6907284" y="4977702"/>
                  </a:lnTo>
                  <a:lnTo>
                    <a:pt x="6815405" y="4992982"/>
                  </a:lnTo>
                  <a:lnTo>
                    <a:pt x="6733691" y="5005291"/>
                  </a:lnTo>
                  <a:lnTo>
                    <a:pt x="6664595" y="5014764"/>
                  </a:lnTo>
                  <a:lnTo>
                    <a:pt x="6609710" y="5021639"/>
                  </a:lnTo>
                  <a:lnTo>
                    <a:pt x="6569504" y="5026257"/>
                  </a:lnTo>
                  <a:lnTo>
                    <a:pt x="6543196" y="5029035"/>
                  </a:lnTo>
                  <a:lnTo>
                    <a:pt x="6528790" y="5030437"/>
                  </a:lnTo>
                  <a:lnTo>
                    <a:pt x="6523200" y="5030940"/>
                  </a:lnTo>
                  <a:lnTo>
                    <a:pt x="6522385" y="5031008"/>
                  </a:lnTo>
                  <a:lnTo>
                    <a:pt x="5527445" y="5031008"/>
                  </a:lnTo>
                  <a:lnTo>
                    <a:pt x="5526309" y="5031004"/>
                  </a:lnTo>
                  <a:lnTo>
                    <a:pt x="5518812" y="5030976"/>
                  </a:lnTo>
                  <a:lnTo>
                    <a:pt x="5499813" y="5030897"/>
                  </a:lnTo>
                  <a:lnTo>
                    <a:pt x="5465596" y="5030742"/>
                  </a:lnTo>
                  <a:lnTo>
                    <a:pt x="5414092" y="5030485"/>
                  </a:lnTo>
                  <a:lnTo>
                    <a:pt x="5345031" y="5030106"/>
                  </a:lnTo>
                  <a:lnTo>
                    <a:pt x="5259884" y="5029589"/>
                  </a:lnTo>
                  <a:lnTo>
                    <a:pt x="5161541" y="5028924"/>
                  </a:lnTo>
                  <a:lnTo>
                    <a:pt x="5053783" y="5028108"/>
                  </a:lnTo>
                  <a:lnTo>
                    <a:pt x="4940686" y="5027142"/>
                  </a:lnTo>
                  <a:lnTo>
                    <a:pt x="4826089" y="5026029"/>
                  </a:lnTo>
                  <a:lnTo>
                    <a:pt x="4713226" y="5024771"/>
                  </a:lnTo>
                  <a:lnTo>
                    <a:pt x="4604544" y="5023369"/>
                  </a:lnTo>
                  <a:lnTo>
                    <a:pt x="4501683" y="5021821"/>
                  </a:lnTo>
                  <a:lnTo>
                    <a:pt x="4405557" y="5020118"/>
                  </a:lnTo>
                  <a:lnTo>
                    <a:pt x="4316495" y="5018251"/>
                  </a:lnTo>
                  <a:lnTo>
                    <a:pt x="4234384" y="5016201"/>
                  </a:lnTo>
                  <a:lnTo>
                    <a:pt x="4158806" y="5013947"/>
                  </a:lnTo>
                  <a:lnTo>
                    <a:pt x="4089146" y="5011466"/>
                  </a:lnTo>
                  <a:lnTo>
                    <a:pt x="4024679" y="5008729"/>
                  </a:lnTo>
                  <a:lnTo>
                    <a:pt x="3964629" y="5005708"/>
                  </a:lnTo>
                  <a:lnTo>
                    <a:pt x="3908221" y="5002376"/>
                  </a:lnTo>
                  <a:lnTo>
                    <a:pt x="3854719" y="4998712"/>
                  </a:lnTo>
                  <a:lnTo>
                    <a:pt x="3820202" y="4996071"/>
                  </a:lnTo>
                  <a:lnTo>
                    <a:pt x="3758782" y="4990817"/>
                  </a:lnTo>
                  <a:lnTo>
                    <a:pt x="3699273" y="4985038"/>
                  </a:lnTo>
                  <a:lnTo>
                    <a:pt x="3640966" y="4978724"/>
                  </a:lnTo>
                  <a:lnTo>
                    <a:pt x="3583338" y="4971886"/>
                  </a:lnTo>
                  <a:lnTo>
                    <a:pt x="3526021" y="4964552"/>
                  </a:lnTo>
                  <a:lnTo>
                    <a:pt x="3468773" y="4956771"/>
                  </a:lnTo>
                  <a:lnTo>
                    <a:pt x="3411459" y="4948613"/>
                  </a:lnTo>
                  <a:lnTo>
                    <a:pt x="3354029" y="4940165"/>
                  </a:lnTo>
                  <a:lnTo>
                    <a:pt x="3296499" y="4931533"/>
                  </a:lnTo>
                  <a:lnTo>
                    <a:pt x="3238925" y="4922828"/>
                  </a:lnTo>
                  <a:lnTo>
                    <a:pt x="3181379" y="4914169"/>
                  </a:lnTo>
                  <a:lnTo>
                    <a:pt x="3123924" y="4905670"/>
                  </a:lnTo>
                  <a:lnTo>
                    <a:pt x="3066585" y="4897438"/>
                  </a:lnTo>
                  <a:lnTo>
                    <a:pt x="3009330" y="4889565"/>
                  </a:lnTo>
                  <a:lnTo>
                    <a:pt x="2952046" y="4882124"/>
                  </a:lnTo>
                  <a:lnTo>
                    <a:pt x="2894516" y="4875170"/>
                  </a:lnTo>
                  <a:lnTo>
                    <a:pt x="2836402" y="4868737"/>
                  </a:lnTo>
                  <a:lnTo>
                    <a:pt x="2777221" y="4862836"/>
                  </a:lnTo>
                  <a:lnTo>
                    <a:pt x="2716307" y="4857465"/>
                  </a:lnTo>
                  <a:lnTo>
                    <a:pt x="2702183" y="4856320"/>
                  </a:lnTo>
                  <a:lnTo>
                    <a:pt x="2650253" y="4852430"/>
                  </a:lnTo>
                  <a:lnTo>
                    <a:pt x="2595867" y="4848877"/>
                  </a:lnTo>
                  <a:lnTo>
                    <a:pt x="2538339" y="4845651"/>
                  </a:lnTo>
                  <a:lnTo>
                    <a:pt x="2476915" y="4842727"/>
                  </a:lnTo>
                  <a:lnTo>
                    <a:pt x="2410815" y="4840077"/>
                  </a:lnTo>
                  <a:lnTo>
                    <a:pt x="2339275" y="4837675"/>
                  </a:lnTo>
                  <a:lnTo>
                    <a:pt x="2261597" y="4835491"/>
                  </a:lnTo>
                  <a:lnTo>
                    <a:pt x="2177221" y="4833504"/>
                  </a:lnTo>
                  <a:lnTo>
                    <a:pt x="2085817" y="4831692"/>
                  </a:lnTo>
                  <a:lnTo>
                    <a:pt x="1987402" y="4830042"/>
                  </a:lnTo>
                  <a:lnTo>
                    <a:pt x="1882481" y="4828543"/>
                  </a:lnTo>
                  <a:lnTo>
                    <a:pt x="1772197" y="4827189"/>
                  </a:lnTo>
                  <a:lnTo>
                    <a:pt x="1658449" y="4825978"/>
                  </a:lnTo>
                  <a:lnTo>
                    <a:pt x="1543955" y="4824913"/>
                  </a:lnTo>
                  <a:lnTo>
                    <a:pt x="1432178" y="4823996"/>
                  </a:lnTo>
                  <a:lnTo>
                    <a:pt x="1327085" y="4823231"/>
                  </a:lnTo>
                  <a:lnTo>
                    <a:pt x="1232719" y="4822615"/>
                  </a:lnTo>
                  <a:lnTo>
                    <a:pt x="1152632" y="4822145"/>
                  </a:lnTo>
                  <a:lnTo>
                    <a:pt x="1089295" y="4821808"/>
                  </a:lnTo>
                  <a:lnTo>
                    <a:pt x="1043626" y="4821588"/>
                  </a:lnTo>
                  <a:lnTo>
                    <a:pt x="1014756" y="4821461"/>
                  </a:lnTo>
                  <a:lnTo>
                    <a:pt x="1000046" y="4821402"/>
                  </a:lnTo>
                  <a:lnTo>
                    <a:pt x="995286" y="4821384"/>
                  </a:lnTo>
                  <a:lnTo>
                    <a:pt x="994940" y="4821383"/>
                  </a:lnTo>
                  <a:lnTo>
                    <a:pt x="0" y="4821383"/>
                  </a:lnTo>
                  <a:lnTo>
                    <a:pt x="0" y="48213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6" name="pg1955"/>
            <p:cNvSpPr/>
            <p:nvPr/>
          </p:nvSpPr>
          <p:spPr>
            <a:xfrm>
              <a:off x="1199187" y="2960793"/>
              <a:ext cx="12049831" cy="3228230"/>
            </a:xfrm>
            <a:custGeom>
              <a:avLst/>
              <a:pathLst>
                <a:path w="12049831" h="3228230">
                  <a:moveTo>
                    <a:pt x="0" y="3228230"/>
                  </a:moveTo>
                  <a:lnTo>
                    <a:pt x="994940" y="3228230"/>
                  </a:lnTo>
                  <a:lnTo>
                    <a:pt x="996076" y="3228229"/>
                  </a:lnTo>
                  <a:lnTo>
                    <a:pt x="1003576" y="3228221"/>
                  </a:lnTo>
                  <a:lnTo>
                    <a:pt x="1022580" y="3228199"/>
                  </a:lnTo>
                  <a:lnTo>
                    <a:pt x="1056805" y="3228157"/>
                  </a:lnTo>
                  <a:lnTo>
                    <a:pt x="1108322" y="3228086"/>
                  </a:lnTo>
                  <a:lnTo>
                    <a:pt x="1177399" y="3227982"/>
                  </a:lnTo>
                  <a:lnTo>
                    <a:pt x="1262564" y="3227840"/>
                  </a:lnTo>
                  <a:lnTo>
                    <a:pt x="1360925" y="3227657"/>
                  </a:lnTo>
                  <a:lnTo>
                    <a:pt x="1468699" y="3227432"/>
                  </a:lnTo>
                  <a:lnTo>
                    <a:pt x="1581810" y="3227167"/>
                  </a:lnTo>
                  <a:lnTo>
                    <a:pt x="1696418" y="3226860"/>
                  </a:lnTo>
                  <a:lnTo>
                    <a:pt x="1809288" y="3226514"/>
                  </a:lnTo>
                  <a:lnTo>
                    <a:pt x="1917974" y="3226129"/>
                  </a:lnTo>
                  <a:lnTo>
                    <a:pt x="2020837" y="3225703"/>
                  </a:lnTo>
                  <a:lnTo>
                    <a:pt x="2116962" y="3225235"/>
                  </a:lnTo>
                  <a:lnTo>
                    <a:pt x="2206022" y="3224721"/>
                  </a:lnTo>
                  <a:lnTo>
                    <a:pt x="2288130" y="3224157"/>
                  </a:lnTo>
                  <a:lnTo>
                    <a:pt x="2363705" y="3223537"/>
                  </a:lnTo>
                  <a:lnTo>
                    <a:pt x="2433362" y="3222855"/>
                  </a:lnTo>
                  <a:lnTo>
                    <a:pt x="2497826" y="3222102"/>
                  </a:lnTo>
                  <a:lnTo>
                    <a:pt x="2557874" y="3221271"/>
                  </a:lnTo>
                  <a:lnTo>
                    <a:pt x="2614281" y="3220354"/>
                  </a:lnTo>
                  <a:lnTo>
                    <a:pt x="2667783" y="3219346"/>
                  </a:lnTo>
                  <a:lnTo>
                    <a:pt x="2702183" y="3218622"/>
                  </a:lnTo>
                  <a:lnTo>
                    <a:pt x="2763820" y="3217172"/>
                  </a:lnTo>
                  <a:lnTo>
                    <a:pt x="2823534" y="3215576"/>
                  </a:lnTo>
                  <a:lnTo>
                    <a:pt x="2882042" y="3213833"/>
                  </a:lnTo>
                  <a:lnTo>
                    <a:pt x="2939871" y="3211944"/>
                  </a:lnTo>
                  <a:lnTo>
                    <a:pt x="2997391" y="3209917"/>
                  </a:lnTo>
                  <a:lnTo>
                    <a:pt x="3054844" y="3207768"/>
                  </a:lnTo>
                  <a:lnTo>
                    <a:pt x="3112367" y="3205514"/>
                  </a:lnTo>
                  <a:lnTo>
                    <a:pt x="3170006" y="3203181"/>
                  </a:lnTo>
                  <a:lnTo>
                    <a:pt x="3227744" y="3200797"/>
                  </a:lnTo>
                  <a:lnTo>
                    <a:pt x="3285525" y="3198395"/>
                  </a:lnTo>
                  <a:lnTo>
                    <a:pt x="3343275" y="3196006"/>
                  </a:lnTo>
                  <a:lnTo>
                    <a:pt x="3400932" y="3193663"/>
                  </a:lnTo>
                  <a:lnTo>
                    <a:pt x="3458472" y="3191395"/>
                  </a:lnTo>
                  <a:lnTo>
                    <a:pt x="3515930" y="3189227"/>
                  </a:lnTo>
                  <a:lnTo>
                    <a:pt x="3573426" y="3187181"/>
                  </a:lnTo>
                  <a:lnTo>
                    <a:pt x="3631185" y="3185269"/>
                  </a:lnTo>
                  <a:lnTo>
                    <a:pt x="3689555" y="3183502"/>
                  </a:lnTo>
                  <a:lnTo>
                    <a:pt x="3749037" y="3181883"/>
                  </a:lnTo>
                  <a:lnTo>
                    <a:pt x="3810313" y="3180410"/>
                  </a:lnTo>
                  <a:lnTo>
                    <a:pt x="3820202" y="3180191"/>
                  </a:lnTo>
                  <a:lnTo>
                    <a:pt x="3872137" y="3179121"/>
                  </a:lnTo>
                  <a:lnTo>
                    <a:pt x="3926529" y="3178144"/>
                  </a:lnTo>
                  <a:lnTo>
                    <a:pt x="3984063" y="3177256"/>
                  </a:lnTo>
                  <a:lnTo>
                    <a:pt x="4045495" y="3176452"/>
                  </a:lnTo>
                  <a:lnTo>
                    <a:pt x="4111603" y="3175724"/>
                  </a:lnTo>
                  <a:lnTo>
                    <a:pt x="4183154" y="3175063"/>
                  </a:lnTo>
                  <a:lnTo>
                    <a:pt x="4260843" y="3174463"/>
                  </a:lnTo>
                  <a:lnTo>
                    <a:pt x="4345232" y="3173916"/>
                  </a:lnTo>
                  <a:lnTo>
                    <a:pt x="4436651" y="3173418"/>
                  </a:lnTo>
                  <a:lnTo>
                    <a:pt x="4535082" y="3172964"/>
                  </a:lnTo>
                  <a:lnTo>
                    <a:pt x="4640018" y="3172552"/>
                  </a:lnTo>
                  <a:lnTo>
                    <a:pt x="4750319" y="3172179"/>
                  </a:lnTo>
                  <a:lnTo>
                    <a:pt x="4864080" y="3171846"/>
                  </a:lnTo>
                  <a:lnTo>
                    <a:pt x="4978584" y="3171554"/>
                  </a:lnTo>
                  <a:lnTo>
                    <a:pt x="5090366" y="3171302"/>
                  </a:lnTo>
                  <a:lnTo>
                    <a:pt x="5195456" y="3171091"/>
                  </a:lnTo>
                  <a:lnTo>
                    <a:pt x="5289811" y="3170922"/>
                  </a:lnTo>
                  <a:lnTo>
                    <a:pt x="5369879" y="3170793"/>
                  </a:lnTo>
                  <a:lnTo>
                    <a:pt x="5433191" y="3170700"/>
                  </a:lnTo>
                  <a:lnTo>
                    <a:pt x="5478830" y="3170639"/>
                  </a:lnTo>
                  <a:lnTo>
                    <a:pt x="5507672" y="3170605"/>
                  </a:lnTo>
                  <a:lnTo>
                    <a:pt x="5522358" y="3170588"/>
                  </a:lnTo>
                  <a:lnTo>
                    <a:pt x="5527102" y="3170583"/>
                  </a:lnTo>
                  <a:lnTo>
                    <a:pt x="5527445" y="3170583"/>
                  </a:lnTo>
                  <a:lnTo>
                    <a:pt x="6522385" y="3170583"/>
                  </a:lnTo>
                  <a:lnTo>
                    <a:pt x="6523448" y="3170527"/>
                  </a:lnTo>
                  <a:lnTo>
                    <a:pt x="6530469" y="3170125"/>
                  </a:lnTo>
                  <a:lnTo>
                    <a:pt x="6548294" y="3169015"/>
                  </a:lnTo>
                  <a:lnTo>
                    <a:pt x="6580475" y="3166826"/>
                  </a:lnTo>
                  <a:lnTo>
                    <a:pt x="6629075" y="3163206"/>
                  </a:lnTo>
                  <a:lnTo>
                    <a:pt x="6694516" y="3157849"/>
                  </a:lnTo>
                  <a:lnTo>
                    <a:pt x="6775612" y="3150523"/>
                  </a:lnTo>
                  <a:lnTo>
                    <a:pt x="6869826" y="3141082"/>
                  </a:lnTo>
                  <a:lnTo>
                    <a:pt x="6973724" y="3129465"/>
                  </a:lnTo>
                  <a:lnTo>
                    <a:pt x="7083507" y="3115673"/>
                  </a:lnTo>
                  <a:lnTo>
                    <a:pt x="7195504" y="3099745"/>
                  </a:lnTo>
                  <a:lnTo>
                    <a:pt x="7306538" y="3081724"/>
                  </a:lnTo>
                  <a:lnTo>
                    <a:pt x="7414126" y="3061630"/>
                  </a:lnTo>
                  <a:lnTo>
                    <a:pt x="7516529" y="3039438"/>
                  </a:lnTo>
                  <a:lnTo>
                    <a:pt x="7612701" y="3015066"/>
                  </a:lnTo>
                  <a:lnTo>
                    <a:pt x="7702173" y="2988370"/>
                  </a:lnTo>
                  <a:lnTo>
                    <a:pt x="7784922" y="2959139"/>
                  </a:lnTo>
                  <a:lnTo>
                    <a:pt x="7861248" y="2927099"/>
                  </a:lnTo>
                  <a:lnTo>
                    <a:pt x="7931664" y="2891920"/>
                  </a:lnTo>
                  <a:lnTo>
                    <a:pt x="7996812" y="2853226"/>
                  </a:lnTo>
                  <a:lnTo>
                    <a:pt x="8057405" y="2810614"/>
                  </a:lnTo>
                  <a:lnTo>
                    <a:pt x="8114170" y="2763688"/>
                  </a:lnTo>
                  <a:lnTo>
                    <a:pt x="8167819" y="2712105"/>
                  </a:lnTo>
                  <a:lnTo>
                    <a:pt x="8219006" y="2655658"/>
                  </a:lnTo>
                  <a:lnTo>
                    <a:pt x="8229629" y="2643026"/>
                  </a:lnTo>
                  <a:lnTo>
                    <a:pt x="8272062" y="2589378"/>
                  </a:lnTo>
                  <a:lnTo>
                    <a:pt x="8313472" y="2532019"/>
                  </a:lnTo>
                  <a:lnTo>
                    <a:pt x="8354122" y="2470875"/>
                  </a:lnTo>
                  <a:lnTo>
                    <a:pt x="8394226" y="2405922"/>
                  </a:lnTo>
                  <a:lnTo>
                    <a:pt x="8433957" y="2337195"/>
                  </a:lnTo>
                  <a:lnTo>
                    <a:pt x="8473455" y="2264795"/>
                  </a:lnTo>
                  <a:lnTo>
                    <a:pt x="8512825" y="2188889"/>
                  </a:lnTo>
                  <a:lnTo>
                    <a:pt x="8552148" y="2109714"/>
                  </a:lnTo>
                  <a:lnTo>
                    <a:pt x="8591477" y="2027577"/>
                  </a:lnTo>
                  <a:lnTo>
                    <a:pt x="8630846" y="1942853"/>
                  </a:lnTo>
                  <a:lnTo>
                    <a:pt x="8670270" y="1855975"/>
                  </a:lnTo>
                  <a:lnTo>
                    <a:pt x="8709749" y="1767432"/>
                  </a:lnTo>
                  <a:lnTo>
                    <a:pt x="8749271" y="1677756"/>
                  </a:lnTo>
                  <a:lnTo>
                    <a:pt x="8788816" y="1587507"/>
                  </a:lnTo>
                  <a:lnTo>
                    <a:pt x="8828360" y="1497260"/>
                  </a:lnTo>
                  <a:lnTo>
                    <a:pt x="8867882" y="1407591"/>
                  </a:lnTo>
                  <a:lnTo>
                    <a:pt x="8907360" y="1319062"/>
                  </a:lnTo>
                  <a:lnTo>
                    <a:pt x="8946783" y="1232201"/>
                  </a:lnTo>
                  <a:lnTo>
                    <a:pt x="8986152" y="1147497"/>
                  </a:lnTo>
                  <a:lnTo>
                    <a:pt x="9025481" y="1065385"/>
                  </a:lnTo>
                  <a:lnTo>
                    <a:pt x="9064804" y="986239"/>
                  </a:lnTo>
                  <a:lnTo>
                    <a:pt x="9104175" y="910363"/>
                  </a:lnTo>
                  <a:lnTo>
                    <a:pt x="9143674" y="837995"/>
                  </a:lnTo>
                  <a:lnTo>
                    <a:pt x="9183409" y="769302"/>
                  </a:lnTo>
                  <a:lnTo>
                    <a:pt x="9223517" y="704383"/>
                  </a:lnTo>
                  <a:lnTo>
                    <a:pt x="9264172" y="643273"/>
                  </a:lnTo>
                  <a:lnTo>
                    <a:pt x="9305590" y="585948"/>
                  </a:lnTo>
                  <a:lnTo>
                    <a:pt x="9347647" y="532797"/>
                  </a:lnTo>
                  <a:lnTo>
                    <a:pt x="9398388" y="475311"/>
                  </a:lnTo>
                  <a:lnTo>
                    <a:pt x="9451461" y="422705"/>
                  </a:lnTo>
                  <a:lnTo>
                    <a:pt x="9507505" y="374813"/>
                  </a:lnTo>
                  <a:lnTo>
                    <a:pt x="9567223" y="331317"/>
                  </a:lnTo>
                  <a:lnTo>
                    <a:pt x="9631342" y="291823"/>
                  </a:lnTo>
                  <a:lnTo>
                    <a:pt x="9700581" y="255930"/>
                  </a:lnTo>
                  <a:lnTo>
                    <a:pt x="9775601" y="223252"/>
                  </a:lnTo>
                  <a:lnTo>
                    <a:pt x="9856951" y="193448"/>
                  </a:lnTo>
                  <a:lnTo>
                    <a:pt x="9944983" y="166233"/>
                  </a:lnTo>
                  <a:lnTo>
                    <a:pt x="10039752" y="141381"/>
                  </a:lnTo>
                  <a:lnTo>
                    <a:pt x="10140896" y="118735"/>
                  </a:lnTo>
                  <a:lnTo>
                    <a:pt x="10247502" y="98198"/>
                  </a:lnTo>
                  <a:lnTo>
                    <a:pt x="10357986" y="79736"/>
                  </a:lnTo>
                  <a:lnTo>
                    <a:pt x="10470023" y="63360"/>
                  </a:lnTo>
                  <a:lnTo>
                    <a:pt x="10580572" y="49110"/>
                  </a:lnTo>
                  <a:lnTo>
                    <a:pt x="10686042" y="37028"/>
                  </a:lnTo>
                  <a:lnTo>
                    <a:pt x="10782623" y="27127"/>
                  </a:lnTo>
                  <a:lnTo>
                    <a:pt x="10866759" y="19360"/>
                  </a:lnTo>
                  <a:lnTo>
                    <a:pt x="10935679" y="13601"/>
                  </a:lnTo>
                  <a:lnTo>
                    <a:pt x="10987881" y="9636"/>
                  </a:lnTo>
                  <a:lnTo>
                    <a:pt x="11023435" y="7171"/>
                  </a:lnTo>
                  <a:lnTo>
                    <a:pt x="11044062" y="5863"/>
                  </a:lnTo>
                  <a:lnTo>
                    <a:pt x="11053016" y="534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8" y="56"/>
                  </a:lnTo>
                  <a:lnTo>
                    <a:pt x="11046807" y="458"/>
                  </a:lnTo>
                  <a:lnTo>
                    <a:pt x="11028982" y="1568"/>
                  </a:lnTo>
                  <a:lnTo>
                    <a:pt x="10996801" y="3756"/>
                  </a:lnTo>
                  <a:lnTo>
                    <a:pt x="10948202" y="7376"/>
                  </a:lnTo>
                  <a:lnTo>
                    <a:pt x="10882761" y="12733"/>
                  </a:lnTo>
                  <a:lnTo>
                    <a:pt x="10801665" y="20059"/>
                  </a:lnTo>
                  <a:lnTo>
                    <a:pt x="10707451" y="29500"/>
                  </a:lnTo>
                  <a:lnTo>
                    <a:pt x="10603553" y="41118"/>
                  </a:lnTo>
                  <a:lnTo>
                    <a:pt x="10493770" y="54910"/>
                  </a:lnTo>
                  <a:lnTo>
                    <a:pt x="10381773" y="70837"/>
                  </a:lnTo>
                  <a:lnTo>
                    <a:pt x="10270739" y="88858"/>
                  </a:lnTo>
                  <a:lnTo>
                    <a:pt x="10163151" y="108953"/>
                  </a:lnTo>
                  <a:lnTo>
                    <a:pt x="10060747" y="131145"/>
                  </a:lnTo>
                  <a:lnTo>
                    <a:pt x="9964576" y="155516"/>
                  </a:lnTo>
                  <a:lnTo>
                    <a:pt x="9875104" y="182212"/>
                  </a:lnTo>
                  <a:lnTo>
                    <a:pt x="9792354" y="211443"/>
                  </a:lnTo>
                  <a:lnTo>
                    <a:pt x="9716029" y="243483"/>
                  </a:lnTo>
                  <a:lnTo>
                    <a:pt x="9645613" y="278662"/>
                  </a:lnTo>
                  <a:lnTo>
                    <a:pt x="9580464" y="317357"/>
                  </a:lnTo>
                  <a:lnTo>
                    <a:pt x="9519872" y="359968"/>
                  </a:lnTo>
                  <a:lnTo>
                    <a:pt x="9463107" y="406895"/>
                  </a:lnTo>
                  <a:lnTo>
                    <a:pt x="9409458" y="458478"/>
                  </a:lnTo>
                  <a:lnTo>
                    <a:pt x="9358270" y="514924"/>
                  </a:lnTo>
                  <a:lnTo>
                    <a:pt x="9347647" y="527557"/>
                  </a:lnTo>
                  <a:lnTo>
                    <a:pt x="9305214" y="581205"/>
                  </a:lnTo>
                  <a:lnTo>
                    <a:pt x="9263804" y="638563"/>
                  </a:lnTo>
                  <a:lnTo>
                    <a:pt x="9223155" y="699708"/>
                  </a:lnTo>
                  <a:lnTo>
                    <a:pt x="9183051" y="764661"/>
                  </a:lnTo>
                  <a:lnTo>
                    <a:pt x="9143319" y="833388"/>
                  </a:lnTo>
                  <a:lnTo>
                    <a:pt x="9103822" y="905788"/>
                  </a:lnTo>
                  <a:lnTo>
                    <a:pt x="9064451" y="981694"/>
                  </a:lnTo>
                  <a:lnTo>
                    <a:pt x="9025129" y="1060868"/>
                  </a:lnTo>
                  <a:lnTo>
                    <a:pt x="8985799" y="1143005"/>
                  </a:lnTo>
                  <a:lnTo>
                    <a:pt x="8946430" y="1227730"/>
                  </a:lnTo>
                  <a:lnTo>
                    <a:pt x="8907006" y="1314608"/>
                  </a:lnTo>
                  <a:lnTo>
                    <a:pt x="8867527" y="1403151"/>
                  </a:lnTo>
                  <a:lnTo>
                    <a:pt x="8828006" y="1492827"/>
                  </a:lnTo>
                  <a:lnTo>
                    <a:pt x="8788461" y="1583076"/>
                  </a:lnTo>
                  <a:lnTo>
                    <a:pt x="8748916" y="1673323"/>
                  </a:lnTo>
                  <a:lnTo>
                    <a:pt x="8709395" y="1762991"/>
                  </a:lnTo>
                  <a:lnTo>
                    <a:pt x="8669917" y="1851521"/>
                  </a:lnTo>
                  <a:lnTo>
                    <a:pt x="8630493" y="1938382"/>
                  </a:lnTo>
                  <a:lnTo>
                    <a:pt x="8591124" y="2023086"/>
                  </a:lnTo>
                  <a:lnTo>
                    <a:pt x="8551795" y="2105197"/>
                  </a:lnTo>
                  <a:lnTo>
                    <a:pt x="8512473" y="2184344"/>
                  </a:lnTo>
                  <a:lnTo>
                    <a:pt x="8473101" y="2260220"/>
                  </a:lnTo>
                  <a:lnTo>
                    <a:pt x="8433602" y="2332587"/>
                  </a:lnTo>
                  <a:lnTo>
                    <a:pt x="8393868" y="2401280"/>
                  </a:lnTo>
                  <a:lnTo>
                    <a:pt x="8353760" y="2466200"/>
                  </a:lnTo>
                  <a:lnTo>
                    <a:pt x="8313105" y="2527310"/>
                  </a:lnTo>
                  <a:lnTo>
                    <a:pt x="8271687" y="2584635"/>
                  </a:lnTo>
                  <a:lnTo>
                    <a:pt x="8229629" y="2637785"/>
                  </a:lnTo>
                  <a:lnTo>
                    <a:pt x="8178889" y="2695272"/>
                  </a:lnTo>
                  <a:lnTo>
                    <a:pt x="8125816" y="2747878"/>
                  </a:lnTo>
                  <a:lnTo>
                    <a:pt x="8069771" y="2795769"/>
                  </a:lnTo>
                  <a:lnTo>
                    <a:pt x="8010054" y="2839266"/>
                  </a:lnTo>
                  <a:lnTo>
                    <a:pt x="7945934" y="2878759"/>
                  </a:lnTo>
                  <a:lnTo>
                    <a:pt x="7876696" y="2914653"/>
                  </a:lnTo>
                  <a:lnTo>
                    <a:pt x="7801675" y="2947331"/>
                  </a:lnTo>
                  <a:lnTo>
                    <a:pt x="7720325" y="2977135"/>
                  </a:lnTo>
                  <a:lnTo>
                    <a:pt x="7632294" y="3004350"/>
                  </a:lnTo>
                  <a:lnTo>
                    <a:pt x="7537525" y="3029201"/>
                  </a:lnTo>
                  <a:lnTo>
                    <a:pt x="7436380" y="3051848"/>
                  </a:lnTo>
                  <a:lnTo>
                    <a:pt x="7329774" y="3072384"/>
                  </a:lnTo>
                  <a:lnTo>
                    <a:pt x="7219290" y="3090847"/>
                  </a:lnTo>
                  <a:lnTo>
                    <a:pt x="7107253" y="3107223"/>
                  </a:lnTo>
                  <a:lnTo>
                    <a:pt x="6996705" y="3121472"/>
                  </a:lnTo>
                  <a:lnTo>
                    <a:pt x="6891235" y="3133554"/>
                  </a:lnTo>
                  <a:lnTo>
                    <a:pt x="6794653" y="3143455"/>
                  </a:lnTo>
                  <a:lnTo>
                    <a:pt x="6710518" y="3151222"/>
                  </a:lnTo>
                  <a:lnTo>
                    <a:pt x="6641597" y="3156981"/>
                  </a:lnTo>
                  <a:lnTo>
                    <a:pt x="6589396" y="3160947"/>
                  </a:lnTo>
                  <a:lnTo>
                    <a:pt x="6553842" y="3163411"/>
                  </a:lnTo>
                  <a:lnTo>
                    <a:pt x="6533214" y="3164720"/>
                  </a:lnTo>
                  <a:lnTo>
                    <a:pt x="6524260" y="3165242"/>
                  </a:lnTo>
                  <a:lnTo>
                    <a:pt x="6522385" y="3165342"/>
                  </a:lnTo>
                  <a:lnTo>
                    <a:pt x="5527445" y="3165342"/>
                  </a:lnTo>
                  <a:lnTo>
                    <a:pt x="5526309" y="3165344"/>
                  </a:lnTo>
                  <a:lnTo>
                    <a:pt x="5518809" y="3165351"/>
                  </a:lnTo>
                  <a:lnTo>
                    <a:pt x="5499805" y="3165373"/>
                  </a:lnTo>
                  <a:lnTo>
                    <a:pt x="5465580" y="3165416"/>
                  </a:lnTo>
                  <a:lnTo>
                    <a:pt x="5414063" y="3165486"/>
                  </a:lnTo>
                  <a:lnTo>
                    <a:pt x="5344986" y="3165591"/>
                  </a:lnTo>
                  <a:lnTo>
                    <a:pt x="5259821" y="3165733"/>
                  </a:lnTo>
                  <a:lnTo>
                    <a:pt x="5161460" y="3165916"/>
                  </a:lnTo>
                  <a:lnTo>
                    <a:pt x="5053686" y="3166140"/>
                  </a:lnTo>
                  <a:lnTo>
                    <a:pt x="4940575" y="3166406"/>
                  </a:lnTo>
                  <a:lnTo>
                    <a:pt x="4825967" y="3166712"/>
                  </a:lnTo>
                  <a:lnTo>
                    <a:pt x="4713097" y="3167058"/>
                  </a:lnTo>
                  <a:lnTo>
                    <a:pt x="4604411" y="3167444"/>
                  </a:lnTo>
                  <a:lnTo>
                    <a:pt x="4501548" y="3167870"/>
                  </a:lnTo>
                  <a:lnTo>
                    <a:pt x="4405423" y="3168338"/>
                  </a:lnTo>
                  <a:lnTo>
                    <a:pt x="4316363" y="3168852"/>
                  </a:lnTo>
                  <a:lnTo>
                    <a:pt x="4234255" y="3169416"/>
                  </a:lnTo>
                  <a:lnTo>
                    <a:pt x="4158680" y="3170035"/>
                  </a:lnTo>
                  <a:lnTo>
                    <a:pt x="4089023" y="3170718"/>
                  </a:lnTo>
                  <a:lnTo>
                    <a:pt x="4024559" y="3171471"/>
                  </a:lnTo>
                  <a:lnTo>
                    <a:pt x="3964511" y="3172302"/>
                  </a:lnTo>
                  <a:lnTo>
                    <a:pt x="3908104" y="3173218"/>
                  </a:lnTo>
                  <a:lnTo>
                    <a:pt x="3854602" y="3174226"/>
                  </a:lnTo>
                  <a:lnTo>
                    <a:pt x="3820202" y="3174950"/>
                  </a:lnTo>
                  <a:lnTo>
                    <a:pt x="3758565" y="3176401"/>
                  </a:lnTo>
                  <a:lnTo>
                    <a:pt x="3698851" y="3177996"/>
                  </a:lnTo>
                  <a:lnTo>
                    <a:pt x="3640343" y="3179740"/>
                  </a:lnTo>
                  <a:lnTo>
                    <a:pt x="3582514" y="3181629"/>
                  </a:lnTo>
                  <a:lnTo>
                    <a:pt x="3524994" y="3183655"/>
                  </a:lnTo>
                  <a:lnTo>
                    <a:pt x="3467541" y="3185805"/>
                  </a:lnTo>
                  <a:lnTo>
                    <a:pt x="3410018" y="3188059"/>
                  </a:lnTo>
                  <a:lnTo>
                    <a:pt x="3352379" y="3190392"/>
                  </a:lnTo>
                  <a:lnTo>
                    <a:pt x="3294641" y="3192775"/>
                  </a:lnTo>
                  <a:lnTo>
                    <a:pt x="3236860" y="3195178"/>
                  </a:lnTo>
                  <a:lnTo>
                    <a:pt x="3179110" y="3197567"/>
                  </a:lnTo>
                  <a:lnTo>
                    <a:pt x="3121453" y="3199910"/>
                  </a:lnTo>
                  <a:lnTo>
                    <a:pt x="3063913" y="3202178"/>
                  </a:lnTo>
                  <a:lnTo>
                    <a:pt x="3006455" y="3204345"/>
                  </a:lnTo>
                  <a:lnTo>
                    <a:pt x="2948959" y="3206392"/>
                  </a:lnTo>
                  <a:lnTo>
                    <a:pt x="2891200" y="3208303"/>
                  </a:lnTo>
                  <a:lnTo>
                    <a:pt x="2832830" y="3210070"/>
                  </a:lnTo>
                  <a:lnTo>
                    <a:pt x="2773348" y="3211689"/>
                  </a:lnTo>
                  <a:lnTo>
                    <a:pt x="2712072" y="3213162"/>
                  </a:lnTo>
                  <a:lnTo>
                    <a:pt x="2702183" y="3213382"/>
                  </a:lnTo>
                  <a:lnTo>
                    <a:pt x="2650248" y="3214452"/>
                  </a:lnTo>
                  <a:lnTo>
                    <a:pt x="2595856" y="3215429"/>
                  </a:lnTo>
                  <a:lnTo>
                    <a:pt x="2538322" y="3216316"/>
                  </a:lnTo>
                  <a:lnTo>
                    <a:pt x="2476890" y="3217120"/>
                  </a:lnTo>
                  <a:lnTo>
                    <a:pt x="2410782" y="3217849"/>
                  </a:lnTo>
                  <a:lnTo>
                    <a:pt x="2339231" y="3218510"/>
                  </a:lnTo>
                  <a:lnTo>
                    <a:pt x="2261542" y="3219110"/>
                  </a:lnTo>
                  <a:lnTo>
                    <a:pt x="2177153" y="3219657"/>
                  </a:lnTo>
                  <a:lnTo>
                    <a:pt x="2085734" y="3220155"/>
                  </a:lnTo>
                  <a:lnTo>
                    <a:pt x="1987303" y="3220609"/>
                  </a:lnTo>
                  <a:lnTo>
                    <a:pt x="1882367" y="3221021"/>
                  </a:lnTo>
                  <a:lnTo>
                    <a:pt x="1772066" y="3221393"/>
                  </a:lnTo>
                  <a:lnTo>
                    <a:pt x="1658305" y="3221726"/>
                  </a:lnTo>
                  <a:lnTo>
                    <a:pt x="1543801" y="3222019"/>
                  </a:lnTo>
                  <a:lnTo>
                    <a:pt x="1432019" y="3222271"/>
                  </a:lnTo>
                  <a:lnTo>
                    <a:pt x="1326929" y="3222482"/>
                  </a:lnTo>
                  <a:lnTo>
                    <a:pt x="1232574" y="3222651"/>
                  </a:lnTo>
                  <a:lnTo>
                    <a:pt x="1152506" y="3222780"/>
                  </a:lnTo>
                  <a:lnTo>
                    <a:pt x="1089194" y="3222873"/>
                  </a:lnTo>
                  <a:lnTo>
                    <a:pt x="1043555" y="3222933"/>
                  </a:lnTo>
                  <a:lnTo>
                    <a:pt x="1014713" y="3222968"/>
                  </a:lnTo>
                  <a:lnTo>
                    <a:pt x="1000027" y="3222984"/>
                  </a:lnTo>
                  <a:lnTo>
                    <a:pt x="995283" y="3222989"/>
                  </a:lnTo>
                  <a:lnTo>
                    <a:pt x="994940" y="3222989"/>
                  </a:lnTo>
                  <a:lnTo>
                    <a:pt x="0" y="3222989"/>
                  </a:lnTo>
                  <a:close/>
                </a:path>
              </a:pathLst>
            </a:custGeom>
            <a:solidFill>
              <a:srgbClr val="7E57C2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57" name="pl1956"/>
            <p:cNvSpPr/>
            <p:nvPr/>
          </p:nvSpPr>
          <p:spPr>
            <a:xfrm>
              <a:off x="1199187" y="2966034"/>
              <a:ext cx="12049831" cy="3222989"/>
            </a:xfrm>
            <a:custGeom>
              <a:avLst/>
              <a:pathLst>
                <a:path w="12049831" h="3222989">
                  <a:moveTo>
                    <a:pt x="0" y="3222989"/>
                  </a:moveTo>
                  <a:lnTo>
                    <a:pt x="994940" y="3222989"/>
                  </a:lnTo>
                  <a:lnTo>
                    <a:pt x="996076" y="3222988"/>
                  </a:lnTo>
                  <a:lnTo>
                    <a:pt x="1003576" y="3222981"/>
                  </a:lnTo>
                  <a:lnTo>
                    <a:pt x="1022580" y="3222959"/>
                  </a:lnTo>
                  <a:lnTo>
                    <a:pt x="1056805" y="3222916"/>
                  </a:lnTo>
                  <a:lnTo>
                    <a:pt x="1108322" y="3222846"/>
                  </a:lnTo>
                  <a:lnTo>
                    <a:pt x="1177399" y="3222741"/>
                  </a:lnTo>
                  <a:lnTo>
                    <a:pt x="1262564" y="3222599"/>
                  </a:lnTo>
                  <a:lnTo>
                    <a:pt x="1360925" y="3222416"/>
                  </a:lnTo>
                  <a:lnTo>
                    <a:pt x="1468699" y="3222192"/>
                  </a:lnTo>
                  <a:lnTo>
                    <a:pt x="1581810" y="3221926"/>
                  </a:lnTo>
                  <a:lnTo>
                    <a:pt x="1696418" y="3221620"/>
                  </a:lnTo>
                  <a:lnTo>
                    <a:pt x="1809288" y="3221274"/>
                  </a:lnTo>
                  <a:lnTo>
                    <a:pt x="1917974" y="3220888"/>
                  </a:lnTo>
                  <a:lnTo>
                    <a:pt x="2020837" y="3220462"/>
                  </a:lnTo>
                  <a:lnTo>
                    <a:pt x="2116962" y="3219994"/>
                  </a:lnTo>
                  <a:lnTo>
                    <a:pt x="2206022" y="3219480"/>
                  </a:lnTo>
                  <a:lnTo>
                    <a:pt x="2288130" y="3218916"/>
                  </a:lnTo>
                  <a:lnTo>
                    <a:pt x="2363705" y="3218297"/>
                  </a:lnTo>
                  <a:lnTo>
                    <a:pt x="2433362" y="3217614"/>
                  </a:lnTo>
                  <a:lnTo>
                    <a:pt x="2497826" y="3216861"/>
                  </a:lnTo>
                  <a:lnTo>
                    <a:pt x="2557874" y="3216030"/>
                  </a:lnTo>
                  <a:lnTo>
                    <a:pt x="2614281" y="3215114"/>
                  </a:lnTo>
                  <a:lnTo>
                    <a:pt x="2667783" y="3214106"/>
                  </a:lnTo>
                  <a:lnTo>
                    <a:pt x="2702183" y="3213382"/>
                  </a:lnTo>
                  <a:lnTo>
                    <a:pt x="2763820" y="3211931"/>
                  </a:lnTo>
                  <a:lnTo>
                    <a:pt x="2823534" y="3210336"/>
                  </a:lnTo>
                  <a:lnTo>
                    <a:pt x="2882042" y="3208592"/>
                  </a:lnTo>
                  <a:lnTo>
                    <a:pt x="2939871" y="3206703"/>
                  </a:lnTo>
                  <a:lnTo>
                    <a:pt x="2997391" y="3204677"/>
                  </a:lnTo>
                  <a:lnTo>
                    <a:pt x="3054844" y="3202527"/>
                  </a:lnTo>
                  <a:lnTo>
                    <a:pt x="3112367" y="3200273"/>
                  </a:lnTo>
                  <a:lnTo>
                    <a:pt x="3170006" y="3197940"/>
                  </a:lnTo>
                  <a:lnTo>
                    <a:pt x="3227744" y="3195557"/>
                  </a:lnTo>
                  <a:lnTo>
                    <a:pt x="3285525" y="3193154"/>
                  </a:lnTo>
                  <a:lnTo>
                    <a:pt x="3343275" y="3190765"/>
                  </a:lnTo>
                  <a:lnTo>
                    <a:pt x="3400932" y="3188422"/>
                  </a:lnTo>
                  <a:lnTo>
                    <a:pt x="3458472" y="3186154"/>
                  </a:lnTo>
                  <a:lnTo>
                    <a:pt x="3515930" y="3183987"/>
                  </a:lnTo>
                  <a:lnTo>
                    <a:pt x="3573426" y="3181940"/>
                  </a:lnTo>
                  <a:lnTo>
                    <a:pt x="3631185" y="3180029"/>
                  </a:lnTo>
                  <a:lnTo>
                    <a:pt x="3689555" y="3178262"/>
                  </a:lnTo>
                  <a:lnTo>
                    <a:pt x="3749037" y="3176643"/>
                  </a:lnTo>
                  <a:lnTo>
                    <a:pt x="3810313" y="3175170"/>
                  </a:lnTo>
                  <a:lnTo>
                    <a:pt x="3820202" y="3174950"/>
                  </a:lnTo>
                  <a:lnTo>
                    <a:pt x="3872137" y="3173880"/>
                  </a:lnTo>
                  <a:lnTo>
                    <a:pt x="3926529" y="3172903"/>
                  </a:lnTo>
                  <a:lnTo>
                    <a:pt x="3984063" y="3172016"/>
                  </a:lnTo>
                  <a:lnTo>
                    <a:pt x="4045495" y="3171212"/>
                  </a:lnTo>
                  <a:lnTo>
                    <a:pt x="4111603" y="3170483"/>
                  </a:lnTo>
                  <a:lnTo>
                    <a:pt x="4183154" y="3169822"/>
                  </a:lnTo>
                  <a:lnTo>
                    <a:pt x="4260843" y="3169222"/>
                  </a:lnTo>
                  <a:lnTo>
                    <a:pt x="4345232" y="3168675"/>
                  </a:lnTo>
                  <a:lnTo>
                    <a:pt x="4436651" y="3168177"/>
                  </a:lnTo>
                  <a:lnTo>
                    <a:pt x="4535082" y="3167723"/>
                  </a:lnTo>
                  <a:lnTo>
                    <a:pt x="4640018" y="3167311"/>
                  </a:lnTo>
                  <a:lnTo>
                    <a:pt x="4750319" y="3166939"/>
                  </a:lnTo>
                  <a:lnTo>
                    <a:pt x="4864080" y="3166606"/>
                  </a:lnTo>
                  <a:lnTo>
                    <a:pt x="4978584" y="3166313"/>
                  </a:lnTo>
                  <a:lnTo>
                    <a:pt x="5090366" y="3166061"/>
                  </a:lnTo>
                  <a:lnTo>
                    <a:pt x="5195456" y="3165850"/>
                  </a:lnTo>
                  <a:lnTo>
                    <a:pt x="5289811" y="3165681"/>
                  </a:lnTo>
                  <a:lnTo>
                    <a:pt x="5369879" y="3165552"/>
                  </a:lnTo>
                  <a:lnTo>
                    <a:pt x="5433191" y="3165459"/>
                  </a:lnTo>
                  <a:lnTo>
                    <a:pt x="5478830" y="3165399"/>
                  </a:lnTo>
                  <a:lnTo>
                    <a:pt x="5507672" y="3165364"/>
                  </a:lnTo>
                  <a:lnTo>
                    <a:pt x="5522358" y="3165348"/>
                  </a:lnTo>
                  <a:lnTo>
                    <a:pt x="5527102" y="3165343"/>
                  </a:lnTo>
                  <a:lnTo>
                    <a:pt x="5527445" y="3165342"/>
                  </a:lnTo>
                  <a:lnTo>
                    <a:pt x="6522385" y="3165342"/>
                  </a:lnTo>
                  <a:lnTo>
                    <a:pt x="6523448" y="3165286"/>
                  </a:lnTo>
                  <a:lnTo>
                    <a:pt x="6530469" y="3164884"/>
                  </a:lnTo>
                  <a:lnTo>
                    <a:pt x="6548294" y="3163774"/>
                  </a:lnTo>
                  <a:lnTo>
                    <a:pt x="6580475" y="3161586"/>
                  </a:lnTo>
                  <a:lnTo>
                    <a:pt x="6629075" y="3157966"/>
                  </a:lnTo>
                  <a:lnTo>
                    <a:pt x="6694516" y="3152609"/>
                  </a:lnTo>
                  <a:lnTo>
                    <a:pt x="6775612" y="3145283"/>
                  </a:lnTo>
                  <a:lnTo>
                    <a:pt x="6869826" y="3135842"/>
                  </a:lnTo>
                  <a:lnTo>
                    <a:pt x="6973724" y="3124224"/>
                  </a:lnTo>
                  <a:lnTo>
                    <a:pt x="7083507" y="3110432"/>
                  </a:lnTo>
                  <a:lnTo>
                    <a:pt x="7195504" y="3094505"/>
                  </a:lnTo>
                  <a:lnTo>
                    <a:pt x="7306538" y="3076484"/>
                  </a:lnTo>
                  <a:lnTo>
                    <a:pt x="7414126" y="3056389"/>
                  </a:lnTo>
                  <a:lnTo>
                    <a:pt x="7516529" y="3034197"/>
                  </a:lnTo>
                  <a:lnTo>
                    <a:pt x="7612701" y="3009826"/>
                  </a:lnTo>
                  <a:lnTo>
                    <a:pt x="7702173" y="2983130"/>
                  </a:lnTo>
                  <a:lnTo>
                    <a:pt x="7784922" y="2953899"/>
                  </a:lnTo>
                  <a:lnTo>
                    <a:pt x="7861248" y="2921859"/>
                  </a:lnTo>
                  <a:lnTo>
                    <a:pt x="7931664" y="2886680"/>
                  </a:lnTo>
                  <a:lnTo>
                    <a:pt x="7996812" y="2847985"/>
                  </a:lnTo>
                  <a:lnTo>
                    <a:pt x="8057405" y="2805374"/>
                  </a:lnTo>
                  <a:lnTo>
                    <a:pt x="8114170" y="2758447"/>
                  </a:lnTo>
                  <a:lnTo>
                    <a:pt x="8167819" y="2706864"/>
                  </a:lnTo>
                  <a:lnTo>
                    <a:pt x="8219006" y="2650418"/>
                  </a:lnTo>
                  <a:lnTo>
                    <a:pt x="8229629" y="2637785"/>
                  </a:lnTo>
                  <a:lnTo>
                    <a:pt x="8272062" y="2584137"/>
                  </a:lnTo>
                  <a:lnTo>
                    <a:pt x="8313472" y="2526779"/>
                  </a:lnTo>
                  <a:lnTo>
                    <a:pt x="8354122" y="2465634"/>
                  </a:lnTo>
                  <a:lnTo>
                    <a:pt x="8394226" y="2400681"/>
                  </a:lnTo>
                  <a:lnTo>
                    <a:pt x="8433957" y="2331954"/>
                  </a:lnTo>
                  <a:lnTo>
                    <a:pt x="8473455" y="2259554"/>
                  </a:lnTo>
                  <a:lnTo>
                    <a:pt x="8512825" y="2183648"/>
                  </a:lnTo>
                  <a:lnTo>
                    <a:pt x="8552148" y="2104474"/>
                  </a:lnTo>
                  <a:lnTo>
                    <a:pt x="8591477" y="2022337"/>
                  </a:lnTo>
                  <a:lnTo>
                    <a:pt x="8630846" y="1937612"/>
                  </a:lnTo>
                  <a:lnTo>
                    <a:pt x="8670270" y="1850734"/>
                  </a:lnTo>
                  <a:lnTo>
                    <a:pt x="8709749" y="1762191"/>
                  </a:lnTo>
                  <a:lnTo>
                    <a:pt x="8749271" y="1672515"/>
                  </a:lnTo>
                  <a:lnTo>
                    <a:pt x="8788816" y="1582266"/>
                  </a:lnTo>
                  <a:lnTo>
                    <a:pt x="8828360" y="1492019"/>
                  </a:lnTo>
                  <a:lnTo>
                    <a:pt x="8867882" y="1402351"/>
                  </a:lnTo>
                  <a:lnTo>
                    <a:pt x="8907360" y="1313821"/>
                  </a:lnTo>
                  <a:lnTo>
                    <a:pt x="8946783" y="1226960"/>
                  </a:lnTo>
                  <a:lnTo>
                    <a:pt x="8986152" y="1142256"/>
                  </a:lnTo>
                  <a:lnTo>
                    <a:pt x="9025481" y="1060145"/>
                  </a:lnTo>
                  <a:lnTo>
                    <a:pt x="9064804" y="980998"/>
                  </a:lnTo>
                  <a:lnTo>
                    <a:pt x="9104175" y="905122"/>
                  </a:lnTo>
                  <a:lnTo>
                    <a:pt x="9143674" y="832755"/>
                  </a:lnTo>
                  <a:lnTo>
                    <a:pt x="9183409" y="764062"/>
                  </a:lnTo>
                  <a:lnTo>
                    <a:pt x="9223517" y="699142"/>
                  </a:lnTo>
                  <a:lnTo>
                    <a:pt x="9264172" y="638032"/>
                  </a:lnTo>
                  <a:lnTo>
                    <a:pt x="9305590" y="580707"/>
                  </a:lnTo>
                  <a:lnTo>
                    <a:pt x="9347647" y="527557"/>
                  </a:lnTo>
                  <a:lnTo>
                    <a:pt x="9398388" y="470070"/>
                  </a:lnTo>
                  <a:lnTo>
                    <a:pt x="9451461" y="417464"/>
                  </a:lnTo>
                  <a:lnTo>
                    <a:pt x="9507505" y="369573"/>
                  </a:lnTo>
                  <a:lnTo>
                    <a:pt x="9567223" y="326076"/>
                  </a:lnTo>
                  <a:lnTo>
                    <a:pt x="9631342" y="286583"/>
                  </a:lnTo>
                  <a:lnTo>
                    <a:pt x="9700581" y="250689"/>
                  </a:lnTo>
                  <a:lnTo>
                    <a:pt x="9775601" y="218011"/>
                  </a:lnTo>
                  <a:lnTo>
                    <a:pt x="9856951" y="188207"/>
                  </a:lnTo>
                  <a:lnTo>
                    <a:pt x="9944983" y="160992"/>
                  </a:lnTo>
                  <a:lnTo>
                    <a:pt x="10039752" y="136141"/>
                  </a:lnTo>
                  <a:lnTo>
                    <a:pt x="10140896" y="113494"/>
                  </a:lnTo>
                  <a:lnTo>
                    <a:pt x="10247502" y="92958"/>
                  </a:lnTo>
                  <a:lnTo>
                    <a:pt x="10357986" y="74495"/>
                  </a:lnTo>
                  <a:lnTo>
                    <a:pt x="10470023" y="58119"/>
                  </a:lnTo>
                  <a:lnTo>
                    <a:pt x="10580572" y="43870"/>
                  </a:lnTo>
                  <a:lnTo>
                    <a:pt x="10686042" y="31788"/>
                  </a:lnTo>
                  <a:lnTo>
                    <a:pt x="10782623" y="21887"/>
                  </a:lnTo>
                  <a:lnTo>
                    <a:pt x="10866759" y="14120"/>
                  </a:lnTo>
                  <a:lnTo>
                    <a:pt x="10935679" y="8361"/>
                  </a:lnTo>
                  <a:lnTo>
                    <a:pt x="10987881" y="4395"/>
                  </a:lnTo>
                  <a:lnTo>
                    <a:pt x="11023435" y="1931"/>
                  </a:lnTo>
                  <a:lnTo>
                    <a:pt x="11044062" y="622"/>
                  </a:lnTo>
                  <a:lnTo>
                    <a:pt x="11053016" y="100"/>
                  </a:lnTo>
                  <a:lnTo>
                    <a:pt x="11054880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8" name="pl1957"/>
            <p:cNvSpPr/>
            <p:nvPr/>
          </p:nvSpPr>
          <p:spPr>
            <a:xfrm>
              <a:off x="1199187" y="2960793"/>
              <a:ext cx="12049831" cy="3222989"/>
            </a:xfrm>
            <a:custGeom>
              <a:avLst/>
              <a:pathLst>
                <a:path w="12049831" h="3222989">
                  <a:moveTo>
                    <a:pt x="12049831" y="0"/>
                  </a:moveTo>
                  <a:lnTo>
                    <a:pt x="11054891" y="0"/>
                  </a:lnTo>
                  <a:lnTo>
                    <a:pt x="11053828" y="56"/>
                  </a:lnTo>
                  <a:lnTo>
                    <a:pt x="11046807" y="458"/>
                  </a:lnTo>
                  <a:lnTo>
                    <a:pt x="11028982" y="1568"/>
                  </a:lnTo>
                  <a:lnTo>
                    <a:pt x="10996801" y="3756"/>
                  </a:lnTo>
                  <a:lnTo>
                    <a:pt x="10948202" y="7376"/>
                  </a:lnTo>
                  <a:lnTo>
                    <a:pt x="10882761" y="12733"/>
                  </a:lnTo>
                  <a:lnTo>
                    <a:pt x="10801665" y="20059"/>
                  </a:lnTo>
                  <a:lnTo>
                    <a:pt x="10707451" y="29500"/>
                  </a:lnTo>
                  <a:lnTo>
                    <a:pt x="10603553" y="41118"/>
                  </a:lnTo>
                  <a:lnTo>
                    <a:pt x="10493770" y="54910"/>
                  </a:lnTo>
                  <a:lnTo>
                    <a:pt x="10381773" y="70837"/>
                  </a:lnTo>
                  <a:lnTo>
                    <a:pt x="10270739" y="88858"/>
                  </a:lnTo>
                  <a:lnTo>
                    <a:pt x="10163151" y="108953"/>
                  </a:lnTo>
                  <a:lnTo>
                    <a:pt x="10060747" y="131145"/>
                  </a:lnTo>
                  <a:lnTo>
                    <a:pt x="9964576" y="155516"/>
                  </a:lnTo>
                  <a:lnTo>
                    <a:pt x="9875104" y="182212"/>
                  </a:lnTo>
                  <a:lnTo>
                    <a:pt x="9792354" y="211443"/>
                  </a:lnTo>
                  <a:lnTo>
                    <a:pt x="9716029" y="243483"/>
                  </a:lnTo>
                  <a:lnTo>
                    <a:pt x="9645613" y="278662"/>
                  </a:lnTo>
                  <a:lnTo>
                    <a:pt x="9580464" y="317357"/>
                  </a:lnTo>
                  <a:lnTo>
                    <a:pt x="9519872" y="359968"/>
                  </a:lnTo>
                  <a:lnTo>
                    <a:pt x="9463107" y="406895"/>
                  </a:lnTo>
                  <a:lnTo>
                    <a:pt x="9409458" y="458478"/>
                  </a:lnTo>
                  <a:lnTo>
                    <a:pt x="9358270" y="514924"/>
                  </a:lnTo>
                  <a:lnTo>
                    <a:pt x="9347647" y="527557"/>
                  </a:lnTo>
                  <a:lnTo>
                    <a:pt x="9305214" y="581205"/>
                  </a:lnTo>
                  <a:lnTo>
                    <a:pt x="9263804" y="638563"/>
                  </a:lnTo>
                  <a:lnTo>
                    <a:pt x="9223155" y="699708"/>
                  </a:lnTo>
                  <a:lnTo>
                    <a:pt x="9183051" y="764661"/>
                  </a:lnTo>
                  <a:lnTo>
                    <a:pt x="9143319" y="833388"/>
                  </a:lnTo>
                  <a:lnTo>
                    <a:pt x="9103822" y="905788"/>
                  </a:lnTo>
                  <a:lnTo>
                    <a:pt x="9064451" y="981694"/>
                  </a:lnTo>
                  <a:lnTo>
                    <a:pt x="9025129" y="1060868"/>
                  </a:lnTo>
                  <a:lnTo>
                    <a:pt x="8985799" y="1143005"/>
                  </a:lnTo>
                  <a:lnTo>
                    <a:pt x="8946430" y="1227730"/>
                  </a:lnTo>
                  <a:lnTo>
                    <a:pt x="8907006" y="1314608"/>
                  </a:lnTo>
                  <a:lnTo>
                    <a:pt x="8867527" y="1403151"/>
                  </a:lnTo>
                  <a:lnTo>
                    <a:pt x="8828006" y="1492827"/>
                  </a:lnTo>
                  <a:lnTo>
                    <a:pt x="8788461" y="1583076"/>
                  </a:lnTo>
                  <a:lnTo>
                    <a:pt x="8748916" y="1673323"/>
                  </a:lnTo>
                  <a:lnTo>
                    <a:pt x="8709395" y="1762991"/>
                  </a:lnTo>
                  <a:lnTo>
                    <a:pt x="8669917" y="1851521"/>
                  </a:lnTo>
                  <a:lnTo>
                    <a:pt x="8630493" y="1938382"/>
                  </a:lnTo>
                  <a:lnTo>
                    <a:pt x="8591124" y="2023086"/>
                  </a:lnTo>
                  <a:lnTo>
                    <a:pt x="8551795" y="2105197"/>
                  </a:lnTo>
                  <a:lnTo>
                    <a:pt x="8512473" y="2184344"/>
                  </a:lnTo>
                  <a:lnTo>
                    <a:pt x="8473101" y="2260220"/>
                  </a:lnTo>
                  <a:lnTo>
                    <a:pt x="8433602" y="2332587"/>
                  </a:lnTo>
                  <a:lnTo>
                    <a:pt x="8393868" y="2401280"/>
                  </a:lnTo>
                  <a:lnTo>
                    <a:pt x="8353760" y="2466200"/>
                  </a:lnTo>
                  <a:lnTo>
                    <a:pt x="8313105" y="2527310"/>
                  </a:lnTo>
                  <a:lnTo>
                    <a:pt x="8271687" y="2584635"/>
                  </a:lnTo>
                  <a:lnTo>
                    <a:pt x="8229629" y="2637785"/>
                  </a:lnTo>
                  <a:lnTo>
                    <a:pt x="8178889" y="2695272"/>
                  </a:lnTo>
                  <a:lnTo>
                    <a:pt x="8125816" y="2747878"/>
                  </a:lnTo>
                  <a:lnTo>
                    <a:pt x="8069771" y="2795769"/>
                  </a:lnTo>
                  <a:lnTo>
                    <a:pt x="8010054" y="2839266"/>
                  </a:lnTo>
                  <a:lnTo>
                    <a:pt x="7945934" y="2878759"/>
                  </a:lnTo>
                  <a:lnTo>
                    <a:pt x="7876696" y="2914653"/>
                  </a:lnTo>
                  <a:lnTo>
                    <a:pt x="7801675" y="2947331"/>
                  </a:lnTo>
                  <a:lnTo>
                    <a:pt x="7720325" y="2977135"/>
                  </a:lnTo>
                  <a:lnTo>
                    <a:pt x="7632294" y="3004350"/>
                  </a:lnTo>
                  <a:lnTo>
                    <a:pt x="7537525" y="3029201"/>
                  </a:lnTo>
                  <a:lnTo>
                    <a:pt x="7436380" y="3051848"/>
                  </a:lnTo>
                  <a:lnTo>
                    <a:pt x="7329774" y="3072384"/>
                  </a:lnTo>
                  <a:lnTo>
                    <a:pt x="7219290" y="3090847"/>
                  </a:lnTo>
                  <a:lnTo>
                    <a:pt x="7107253" y="3107223"/>
                  </a:lnTo>
                  <a:lnTo>
                    <a:pt x="6996705" y="3121472"/>
                  </a:lnTo>
                  <a:lnTo>
                    <a:pt x="6891235" y="3133554"/>
                  </a:lnTo>
                  <a:lnTo>
                    <a:pt x="6794653" y="3143455"/>
                  </a:lnTo>
                  <a:lnTo>
                    <a:pt x="6710518" y="3151222"/>
                  </a:lnTo>
                  <a:lnTo>
                    <a:pt x="6641597" y="3156981"/>
                  </a:lnTo>
                  <a:lnTo>
                    <a:pt x="6589396" y="3160947"/>
                  </a:lnTo>
                  <a:lnTo>
                    <a:pt x="6553842" y="3163411"/>
                  </a:lnTo>
                  <a:lnTo>
                    <a:pt x="6533214" y="3164720"/>
                  </a:lnTo>
                  <a:lnTo>
                    <a:pt x="6524260" y="3165242"/>
                  </a:lnTo>
                  <a:lnTo>
                    <a:pt x="6522396" y="3165342"/>
                  </a:lnTo>
                  <a:lnTo>
                    <a:pt x="6522385" y="3165342"/>
                  </a:lnTo>
                  <a:lnTo>
                    <a:pt x="5527445" y="3165342"/>
                  </a:lnTo>
                  <a:lnTo>
                    <a:pt x="5526309" y="3165344"/>
                  </a:lnTo>
                  <a:lnTo>
                    <a:pt x="5518809" y="3165351"/>
                  </a:lnTo>
                  <a:lnTo>
                    <a:pt x="5499805" y="3165373"/>
                  </a:lnTo>
                  <a:lnTo>
                    <a:pt x="5465580" y="3165416"/>
                  </a:lnTo>
                  <a:lnTo>
                    <a:pt x="5414063" y="3165486"/>
                  </a:lnTo>
                  <a:lnTo>
                    <a:pt x="5344986" y="3165591"/>
                  </a:lnTo>
                  <a:lnTo>
                    <a:pt x="5259821" y="3165733"/>
                  </a:lnTo>
                  <a:lnTo>
                    <a:pt x="5161460" y="3165916"/>
                  </a:lnTo>
                  <a:lnTo>
                    <a:pt x="5053686" y="3166140"/>
                  </a:lnTo>
                  <a:lnTo>
                    <a:pt x="4940575" y="3166406"/>
                  </a:lnTo>
                  <a:lnTo>
                    <a:pt x="4825967" y="3166712"/>
                  </a:lnTo>
                  <a:lnTo>
                    <a:pt x="4713097" y="3167058"/>
                  </a:lnTo>
                  <a:lnTo>
                    <a:pt x="4604411" y="3167444"/>
                  </a:lnTo>
                  <a:lnTo>
                    <a:pt x="4501548" y="3167870"/>
                  </a:lnTo>
                  <a:lnTo>
                    <a:pt x="4405423" y="3168338"/>
                  </a:lnTo>
                  <a:lnTo>
                    <a:pt x="4316363" y="3168852"/>
                  </a:lnTo>
                  <a:lnTo>
                    <a:pt x="4234255" y="3169416"/>
                  </a:lnTo>
                  <a:lnTo>
                    <a:pt x="4158680" y="3170035"/>
                  </a:lnTo>
                  <a:lnTo>
                    <a:pt x="4089023" y="3170718"/>
                  </a:lnTo>
                  <a:lnTo>
                    <a:pt x="4024559" y="3171471"/>
                  </a:lnTo>
                  <a:lnTo>
                    <a:pt x="3964511" y="3172302"/>
                  </a:lnTo>
                  <a:lnTo>
                    <a:pt x="3908104" y="3173218"/>
                  </a:lnTo>
                  <a:lnTo>
                    <a:pt x="3854602" y="3174226"/>
                  </a:lnTo>
                  <a:lnTo>
                    <a:pt x="3820202" y="3174950"/>
                  </a:lnTo>
                  <a:lnTo>
                    <a:pt x="3758565" y="3176401"/>
                  </a:lnTo>
                  <a:lnTo>
                    <a:pt x="3698851" y="3177996"/>
                  </a:lnTo>
                  <a:lnTo>
                    <a:pt x="3640343" y="3179740"/>
                  </a:lnTo>
                  <a:lnTo>
                    <a:pt x="3582514" y="3181629"/>
                  </a:lnTo>
                  <a:lnTo>
                    <a:pt x="3524994" y="3183655"/>
                  </a:lnTo>
                  <a:lnTo>
                    <a:pt x="3467541" y="3185805"/>
                  </a:lnTo>
                  <a:lnTo>
                    <a:pt x="3410018" y="3188059"/>
                  </a:lnTo>
                  <a:lnTo>
                    <a:pt x="3352379" y="3190392"/>
                  </a:lnTo>
                  <a:lnTo>
                    <a:pt x="3294641" y="3192775"/>
                  </a:lnTo>
                  <a:lnTo>
                    <a:pt x="3236860" y="3195178"/>
                  </a:lnTo>
                  <a:lnTo>
                    <a:pt x="3179110" y="3197567"/>
                  </a:lnTo>
                  <a:lnTo>
                    <a:pt x="3121453" y="3199910"/>
                  </a:lnTo>
                  <a:lnTo>
                    <a:pt x="3063913" y="3202178"/>
                  </a:lnTo>
                  <a:lnTo>
                    <a:pt x="3006455" y="3204345"/>
                  </a:lnTo>
                  <a:lnTo>
                    <a:pt x="2948959" y="3206392"/>
                  </a:lnTo>
                  <a:lnTo>
                    <a:pt x="2891200" y="3208303"/>
                  </a:lnTo>
                  <a:lnTo>
                    <a:pt x="2832830" y="3210070"/>
                  </a:lnTo>
                  <a:lnTo>
                    <a:pt x="2773348" y="3211689"/>
                  </a:lnTo>
                  <a:lnTo>
                    <a:pt x="2712072" y="3213162"/>
                  </a:lnTo>
                  <a:lnTo>
                    <a:pt x="2702183" y="3213382"/>
                  </a:lnTo>
                  <a:lnTo>
                    <a:pt x="2650248" y="3214452"/>
                  </a:lnTo>
                  <a:lnTo>
                    <a:pt x="2595856" y="3215429"/>
                  </a:lnTo>
                  <a:lnTo>
                    <a:pt x="2538322" y="3216316"/>
                  </a:lnTo>
                  <a:lnTo>
                    <a:pt x="2476890" y="3217120"/>
                  </a:lnTo>
                  <a:lnTo>
                    <a:pt x="2410782" y="3217849"/>
                  </a:lnTo>
                  <a:lnTo>
                    <a:pt x="2339231" y="3218510"/>
                  </a:lnTo>
                  <a:lnTo>
                    <a:pt x="2261542" y="3219110"/>
                  </a:lnTo>
                  <a:lnTo>
                    <a:pt x="2177153" y="3219657"/>
                  </a:lnTo>
                  <a:lnTo>
                    <a:pt x="2085734" y="3220155"/>
                  </a:lnTo>
                  <a:lnTo>
                    <a:pt x="1987303" y="3220609"/>
                  </a:lnTo>
                  <a:lnTo>
                    <a:pt x="1882367" y="3221021"/>
                  </a:lnTo>
                  <a:lnTo>
                    <a:pt x="1772066" y="3221393"/>
                  </a:lnTo>
                  <a:lnTo>
                    <a:pt x="1658305" y="3221726"/>
                  </a:lnTo>
                  <a:lnTo>
                    <a:pt x="1543801" y="3222019"/>
                  </a:lnTo>
                  <a:lnTo>
                    <a:pt x="1432019" y="3222271"/>
                  </a:lnTo>
                  <a:lnTo>
                    <a:pt x="1326929" y="3222482"/>
                  </a:lnTo>
                  <a:lnTo>
                    <a:pt x="1232574" y="3222651"/>
                  </a:lnTo>
                  <a:lnTo>
                    <a:pt x="1152506" y="3222780"/>
                  </a:lnTo>
                  <a:lnTo>
                    <a:pt x="1089194" y="3222873"/>
                  </a:lnTo>
                  <a:lnTo>
                    <a:pt x="1043555" y="3222933"/>
                  </a:lnTo>
                  <a:lnTo>
                    <a:pt x="1014713" y="3222968"/>
                  </a:lnTo>
                  <a:lnTo>
                    <a:pt x="1000027" y="3222984"/>
                  </a:lnTo>
                  <a:lnTo>
                    <a:pt x="995283" y="3222989"/>
                  </a:lnTo>
                  <a:lnTo>
                    <a:pt x="994940" y="3222989"/>
                  </a:lnTo>
                  <a:lnTo>
                    <a:pt x="0" y="3222989"/>
                  </a:lnTo>
                  <a:lnTo>
                    <a:pt x="0" y="32229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9" name="pg1958"/>
            <p:cNvSpPr/>
            <p:nvPr/>
          </p:nvSpPr>
          <p:spPr>
            <a:xfrm>
              <a:off x="1199187" y="2882184"/>
              <a:ext cx="12049831" cy="3285877"/>
            </a:xfrm>
            <a:custGeom>
              <a:avLst/>
              <a:pathLst>
                <a:path w="12049831" h="3285877">
                  <a:moveTo>
                    <a:pt x="0" y="3285877"/>
                  </a:moveTo>
                  <a:lnTo>
                    <a:pt x="994940" y="3285877"/>
                  </a:lnTo>
                  <a:lnTo>
                    <a:pt x="996038" y="3285836"/>
                  </a:lnTo>
                  <a:lnTo>
                    <a:pt x="1003289" y="3285542"/>
                  </a:lnTo>
                  <a:lnTo>
                    <a:pt x="1021682" y="3284730"/>
                  </a:lnTo>
                  <a:lnTo>
                    <a:pt x="1054848" y="3283130"/>
                  </a:lnTo>
                  <a:lnTo>
                    <a:pt x="1104855" y="3280484"/>
                  </a:lnTo>
                  <a:lnTo>
                    <a:pt x="1172054" y="3276572"/>
                  </a:lnTo>
                  <a:lnTo>
                    <a:pt x="1255123" y="3271227"/>
                  </a:lnTo>
                  <a:lnTo>
                    <a:pt x="1351355" y="3264348"/>
                  </a:lnTo>
                  <a:lnTo>
                    <a:pt x="1457148" y="3255894"/>
                  </a:lnTo>
                  <a:lnTo>
                    <a:pt x="1568567" y="3245871"/>
                  </a:lnTo>
                  <a:lnTo>
                    <a:pt x="1681856" y="3234307"/>
                  </a:lnTo>
                  <a:lnTo>
                    <a:pt x="1793808" y="3221233"/>
                  </a:lnTo>
                  <a:lnTo>
                    <a:pt x="1901954" y="3206660"/>
                  </a:lnTo>
                  <a:lnTo>
                    <a:pt x="2004603" y="3190564"/>
                  </a:lnTo>
                  <a:lnTo>
                    <a:pt x="2100770" y="3172880"/>
                  </a:lnTo>
                  <a:lnTo>
                    <a:pt x="2190055" y="3153492"/>
                  </a:lnTo>
                  <a:lnTo>
                    <a:pt x="2272500" y="3132240"/>
                  </a:lnTo>
                  <a:lnTo>
                    <a:pt x="2348464" y="3108915"/>
                  </a:lnTo>
                  <a:lnTo>
                    <a:pt x="2418509" y="3083268"/>
                  </a:lnTo>
                  <a:lnTo>
                    <a:pt x="2483319" y="3055019"/>
                  </a:lnTo>
                  <a:lnTo>
                    <a:pt x="2543636" y="3023872"/>
                  </a:lnTo>
                  <a:lnTo>
                    <a:pt x="2600215" y="2989543"/>
                  </a:lnTo>
                  <a:lnTo>
                    <a:pt x="2653779" y="2951799"/>
                  </a:lnTo>
                  <a:lnTo>
                    <a:pt x="2702183" y="2912919"/>
                  </a:lnTo>
                  <a:lnTo>
                    <a:pt x="2750127" y="2869799"/>
                  </a:lnTo>
                  <a:lnTo>
                    <a:pt x="2796806" y="2823309"/>
                  </a:lnTo>
                  <a:lnTo>
                    <a:pt x="2842588" y="2773380"/>
                  </a:lnTo>
                  <a:lnTo>
                    <a:pt x="2887764" y="2720010"/>
                  </a:lnTo>
                  <a:lnTo>
                    <a:pt x="2932560" y="2663265"/>
                  </a:lnTo>
                  <a:lnTo>
                    <a:pt x="2977150" y="2603287"/>
                  </a:lnTo>
                  <a:lnTo>
                    <a:pt x="3021660" y="2540301"/>
                  </a:lnTo>
                  <a:lnTo>
                    <a:pt x="3066173" y="2474609"/>
                  </a:lnTo>
                  <a:lnTo>
                    <a:pt x="3110738" y="2406596"/>
                  </a:lnTo>
                  <a:lnTo>
                    <a:pt x="3155375" y="2336712"/>
                  </a:lnTo>
                  <a:lnTo>
                    <a:pt x="3200077" y="2265472"/>
                  </a:lnTo>
                  <a:lnTo>
                    <a:pt x="3244825" y="2193431"/>
                  </a:lnTo>
                  <a:lnTo>
                    <a:pt x="3289584" y="2121173"/>
                  </a:lnTo>
                  <a:lnTo>
                    <a:pt x="3334322" y="2049291"/>
                  </a:lnTo>
                  <a:lnTo>
                    <a:pt x="3379009" y="1978361"/>
                  </a:lnTo>
                  <a:lnTo>
                    <a:pt x="3423626" y="1908932"/>
                  </a:lnTo>
                  <a:lnTo>
                    <a:pt x="3468174" y="1841501"/>
                  </a:lnTo>
                  <a:lnTo>
                    <a:pt x="3512680" y="1776502"/>
                  </a:lnTo>
                  <a:lnTo>
                    <a:pt x="3557201" y="1714297"/>
                  </a:lnTo>
                  <a:lnTo>
                    <a:pt x="3601833" y="1655169"/>
                  </a:lnTo>
                  <a:lnTo>
                    <a:pt x="3646712" y="1599320"/>
                  </a:lnTo>
                  <a:lnTo>
                    <a:pt x="3692026" y="1546871"/>
                  </a:lnTo>
                  <a:lnTo>
                    <a:pt x="3738017" y="1497869"/>
                  </a:lnTo>
                  <a:lnTo>
                    <a:pt x="3784997" y="1452294"/>
                  </a:lnTo>
                  <a:lnTo>
                    <a:pt x="3820202" y="1421085"/>
                  </a:lnTo>
                  <a:lnTo>
                    <a:pt x="3871523" y="1380009"/>
                  </a:lnTo>
                  <a:lnTo>
                    <a:pt x="3925236" y="1342460"/>
                  </a:lnTo>
                  <a:lnTo>
                    <a:pt x="3982004" y="1308315"/>
                  </a:lnTo>
                  <a:lnTo>
                    <a:pt x="4042552" y="1277337"/>
                  </a:lnTo>
                  <a:lnTo>
                    <a:pt x="4107634" y="1249241"/>
                  </a:lnTo>
                  <a:lnTo>
                    <a:pt x="4177992" y="1223730"/>
                  </a:lnTo>
                  <a:lnTo>
                    <a:pt x="4254303" y="1200527"/>
                  </a:lnTo>
                  <a:lnTo>
                    <a:pt x="4337122" y="1179384"/>
                  </a:lnTo>
                  <a:lnTo>
                    <a:pt x="4426793" y="1160095"/>
                  </a:lnTo>
                  <a:lnTo>
                    <a:pt x="4523336" y="1142502"/>
                  </a:lnTo>
                  <a:lnTo>
                    <a:pt x="4626323" y="1126492"/>
                  </a:lnTo>
                  <a:lnTo>
                    <a:pt x="4734733" y="1112003"/>
                  </a:lnTo>
                  <a:lnTo>
                    <a:pt x="4846832" y="1099012"/>
                  </a:lnTo>
                  <a:lnTo>
                    <a:pt x="4960108" y="1087533"/>
                  </a:lnTo>
                  <a:lnTo>
                    <a:pt x="5071315" y="1077597"/>
                  </a:lnTo>
                  <a:lnTo>
                    <a:pt x="5176678" y="1069231"/>
                  </a:lnTo>
                  <a:lnTo>
                    <a:pt x="5272266" y="1062439"/>
                  </a:lnTo>
                  <a:lnTo>
                    <a:pt x="5354511" y="1057177"/>
                  </a:lnTo>
                  <a:lnTo>
                    <a:pt x="5420773" y="1053340"/>
                  </a:lnTo>
                  <a:lnTo>
                    <a:pt x="5469817" y="1050759"/>
                  </a:lnTo>
                  <a:lnTo>
                    <a:pt x="5502090" y="1049210"/>
                  </a:lnTo>
                  <a:lnTo>
                    <a:pt x="5519753" y="1048434"/>
                  </a:lnTo>
                  <a:lnTo>
                    <a:pt x="5526518" y="1048161"/>
                  </a:lnTo>
                  <a:lnTo>
                    <a:pt x="5527445" y="1048126"/>
                  </a:lnTo>
                  <a:lnTo>
                    <a:pt x="6522385" y="1048126"/>
                  </a:lnTo>
                  <a:lnTo>
                    <a:pt x="6523513" y="1048107"/>
                  </a:lnTo>
                  <a:lnTo>
                    <a:pt x="6530957" y="1047966"/>
                  </a:lnTo>
                  <a:lnTo>
                    <a:pt x="6549825" y="1047577"/>
                  </a:lnTo>
                  <a:lnTo>
                    <a:pt x="6583814" y="1046810"/>
                  </a:lnTo>
                  <a:lnTo>
                    <a:pt x="6634994" y="1045543"/>
                  </a:lnTo>
                  <a:lnTo>
                    <a:pt x="6703654" y="1043671"/>
                  </a:lnTo>
                  <a:lnTo>
                    <a:pt x="6788353" y="1041116"/>
                  </a:lnTo>
                  <a:lnTo>
                    <a:pt x="6886242" y="1037830"/>
                  </a:lnTo>
                  <a:lnTo>
                    <a:pt x="6993579" y="1033797"/>
                  </a:lnTo>
                  <a:lnTo>
                    <a:pt x="7106318" y="1029020"/>
                  </a:lnTo>
                  <a:lnTo>
                    <a:pt x="7220638" y="1023513"/>
                  </a:lnTo>
                  <a:lnTo>
                    <a:pt x="7333309" y="1017290"/>
                  </a:lnTo>
                  <a:lnTo>
                    <a:pt x="7441880" y="1010356"/>
                  </a:lnTo>
                  <a:lnTo>
                    <a:pt x="7544700" y="1002696"/>
                  </a:lnTo>
                  <a:lnTo>
                    <a:pt x="7640837" y="994277"/>
                  </a:lnTo>
                  <a:lnTo>
                    <a:pt x="7729949" y="985041"/>
                  </a:lnTo>
                  <a:lnTo>
                    <a:pt x="7812133" y="974906"/>
                  </a:lnTo>
                  <a:lnTo>
                    <a:pt x="7887795" y="963770"/>
                  </a:lnTo>
                  <a:lnTo>
                    <a:pt x="7957537" y="951512"/>
                  </a:lnTo>
                  <a:lnTo>
                    <a:pt x="8022077" y="937994"/>
                  </a:lnTo>
                  <a:lnTo>
                    <a:pt x="8082182" y="923076"/>
                  </a:lnTo>
                  <a:lnTo>
                    <a:pt x="8138625" y="906624"/>
                  </a:lnTo>
                  <a:lnTo>
                    <a:pt x="8192138" y="888535"/>
                  </a:lnTo>
                  <a:lnTo>
                    <a:pt x="8229629" y="874312"/>
                  </a:lnTo>
                  <a:lnTo>
                    <a:pt x="8286525" y="850223"/>
                  </a:lnTo>
                  <a:lnTo>
                    <a:pt x="8341734" y="823899"/>
                  </a:lnTo>
                  <a:lnTo>
                    <a:pt x="8395838" y="795302"/>
                  </a:lnTo>
                  <a:lnTo>
                    <a:pt x="8449273" y="764454"/>
                  </a:lnTo>
                  <a:lnTo>
                    <a:pt x="8502361" y="731448"/>
                  </a:lnTo>
                  <a:lnTo>
                    <a:pt x="8555326" y="696449"/>
                  </a:lnTo>
                  <a:lnTo>
                    <a:pt x="8608307" y="659699"/>
                  </a:lnTo>
                  <a:lnTo>
                    <a:pt x="8661373" y="621512"/>
                  </a:lnTo>
                  <a:lnTo>
                    <a:pt x="8714539" y="582264"/>
                  </a:lnTo>
                  <a:lnTo>
                    <a:pt x="8767778" y="542379"/>
                  </a:lnTo>
                  <a:lnTo>
                    <a:pt x="8821040" y="502312"/>
                  </a:lnTo>
                  <a:lnTo>
                    <a:pt x="8874267" y="462527"/>
                  </a:lnTo>
                  <a:lnTo>
                    <a:pt x="8927413" y="423474"/>
                  </a:lnTo>
                  <a:lnTo>
                    <a:pt x="8980458" y="385569"/>
                  </a:lnTo>
                  <a:lnTo>
                    <a:pt x="9033427" y="349174"/>
                  </a:lnTo>
                  <a:lnTo>
                    <a:pt x="9086404" y="314589"/>
                  </a:lnTo>
                  <a:lnTo>
                    <a:pt x="9139546" y="282039"/>
                  </a:lnTo>
                  <a:lnTo>
                    <a:pt x="9193095" y="251674"/>
                  </a:lnTo>
                  <a:lnTo>
                    <a:pt x="9247396" y="223570"/>
                  </a:lnTo>
                  <a:lnTo>
                    <a:pt x="9302916" y="197736"/>
                  </a:lnTo>
                  <a:lnTo>
                    <a:pt x="9347647" y="179054"/>
                  </a:lnTo>
                  <a:lnTo>
                    <a:pt x="9399446" y="159744"/>
                  </a:lnTo>
                  <a:lnTo>
                    <a:pt x="9453688" y="142108"/>
                  </a:lnTo>
                  <a:lnTo>
                    <a:pt x="9511052" y="126085"/>
                  </a:lnTo>
                  <a:lnTo>
                    <a:pt x="9572287" y="111562"/>
                  </a:lnTo>
                  <a:lnTo>
                    <a:pt x="9638168" y="98401"/>
                  </a:lnTo>
                  <a:lnTo>
                    <a:pt x="9709453" y="86461"/>
                  </a:lnTo>
                  <a:lnTo>
                    <a:pt x="9786835" y="75609"/>
                  </a:lnTo>
                  <a:lnTo>
                    <a:pt x="9870875" y="65728"/>
                  </a:lnTo>
                  <a:lnTo>
                    <a:pt x="9961905" y="56721"/>
                  </a:lnTo>
                  <a:lnTo>
                    <a:pt x="10059916" y="48513"/>
                  </a:lnTo>
                  <a:lnTo>
                    <a:pt x="10164421" y="41053"/>
                  </a:lnTo>
                  <a:lnTo>
                    <a:pt x="10274304" y="34313"/>
                  </a:lnTo>
                  <a:lnTo>
                    <a:pt x="10387701" y="28284"/>
                  </a:lnTo>
                  <a:lnTo>
                    <a:pt x="10501940" y="22974"/>
                  </a:lnTo>
                  <a:lnTo>
                    <a:pt x="10613605" y="18398"/>
                  </a:lnTo>
                  <a:lnTo>
                    <a:pt x="10718770" y="14568"/>
                  </a:lnTo>
                  <a:lnTo>
                    <a:pt x="10813415" y="11484"/>
                  </a:lnTo>
                  <a:lnTo>
                    <a:pt x="10893981" y="9121"/>
                  </a:lnTo>
                  <a:lnTo>
                    <a:pt x="10957958" y="7422"/>
                  </a:lnTo>
                  <a:lnTo>
                    <a:pt x="11004357" y="6303"/>
                  </a:lnTo>
                  <a:lnTo>
                    <a:pt x="11033955" y="5652"/>
                  </a:lnTo>
                  <a:lnTo>
                    <a:pt x="11049285" y="5343"/>
                  </a:lnTo>
                  <a:lnTo>
                    <a:pt x="11054450" y="524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3" y="19"/>
                  </a:lnTo>
                  <a:lnTo>
                    <a:pt x="11046319" y="160"/>
                  </a:lnTo>
                  <a:lnTo>
                    <a:pt x="11027452" y="549"/>
                  </a:lnTo>
                  <a:lnTo>
                    <a:pt x="10993462" y="1316"/>
                  </a:lnTo>
                  <a:lnTo>
                    <a:pt x="10942282" y="2582"/>
                  </a:lnTo>
                  <a:lnTo>
                    <a:pt x="10873623" y="4455"/>
                  </a:lnTo>
                  <a:lnTo>
                    <a:pt x="10788924" y="7010"/>
                  </a:lnTo>
                  <a:lnTo>
                    <a:pt x="10691034" y="10295"/>
                  </a:lnTo>
                  <a:lnTo>
                    <a:pt x="10583698" y="14329"/>
                  </a:lnTo>
                  <a:lnTo>
                    <a:pt x="10470959" y="19106"/>
                  </a:lnTo>
                  <a:lnTo>
                    <a:pt x="10356639" y="24613"/>
                  </a:lnTo>
                  <a:lnTo>
                    <a:pt x="10243967" y="30835"/>
                  </a:lnTo>
                  <a:lnTo>
                    <a:pt x="10135396" y="37770"/>
                  </a:lnTo>
                  <a:lnTo>
                    <a:pt x="10032577" y="45429"/>
                  </a:lnTo>
                  <a:lnTo>
                    <a:pt x="9936439" y="53849"/>
                  </a:lnTo>
                  <a:lnTo>
                    <a:pt x="9847327" y="63085"/>
                  </a:lnTo>
                  <a:lnTo>
                    <a:pt x="9765143" y="73220"/>
                  </a:lnTo>
                  <a:lnTo>
                    <a:pt x="9689482" y="84355"/>
                  </a:lnTo>
                  <a:lnTo>
                    <a:pt x="9619740" y="96614"/>
                  </a:lnTo>
                  <a:lnTo>
                    <a:pt x="9555200" y="110132"/>
                  </a:lnTo>
                  <a:lnTo>
                    <a:pt x="9495094" y="125050"/>
                  </a:lnTo>
                  <a:lnTo>
                    <a:pt x="9438651" y="141502"/>
                  </a:lnTo>
                  <a:lnTo>
                    <a:pt x="9385138" y="159591"/>
                  </a:lnTo>
                  <a:lnTo>
                    <a:pt x="9347647" y="173814"/>
                  </a:lnTo>
                  <a:lnTo>
                    <a:pt x="9290752" y="197903"/>
                  </a:lnTo>
                  <a:lnTo>
                    <a:pt x="9235542" y="224227"/>
                  </a:lnTo>
                  <a:lnTo>
                    <a:pt x="9181439" y="252824"/>
                  </a:lnTo>
                  <a:lnTo>
                    <a:pt x="9128004" y="283672"/>
                  </a:lnTo>
                  <a:lnTo>
                    <a:pt x="9074915" y="316678"/>
                  </a:lnTo>
                  <a:lnTo>
                    <a:pt x="9021950" y="351677"/>
                  </a:lnTo>
                  <a:lnTo>
                    <a:pt x="8968970" y="388427"/>
                  </a:lnTo>
                  <a:lnTo>
                    <a:pt x="8915903" y="426614"/>
                  </a:lnTo>
                  <a:lnTo>
                    <a:pt x="8862737" y="465862"/>
                  </a:lnTo>
                  <a:lnTo>
                    <a:pt x="8809498" y="505747"/>
                  </a:lnTo>
                  <a:lnTo>
                    <a:pt x="8756236" y="545814"/>
                  </a:lnTo>
                  <a:lnTo>
                    <a:pt x="8703009" y="585598"/>
                  </a:lnTo>
                  <a:lnTo>
                    <a:pt x="8649864" y="624651"/>
                  </a:lnTo>
                  <a:lnTo>
                    <a:pt x="8596819" y="662557"/>
                  </a:lnTo>
                  <a:lnTo>
                    <a:pt x="8543850" y="698952"/>
                  </a:lnTo>
                  <a:lnTo>
                    <a:pt x="8490872" y="733537"/>
                  </a:lnTo>
                  <a:lnTo>
                    <a:pt x="8437731" y="766087"/>
                  </a:lnTo>
                  <a:lnTo>
                    <a:pt x="8384182" y="796452"/>
                  </a:lnTo>
                  <a:lnTo>
                    <a:pt x="8329880" y="824556"/>
                  </a:lnTo>
                  <a:lnTo>
                    <a:pt x="8274360" y="850390"/>
                  </a:lnTo>
                  <a:lnTo>
                    <a:pt x="8229629" y="869071"/>
                  </a:lnTo>
                  <a:lnTo>
                    <a:pt x="8177830" y="888381"/>
                  </a:lnTo>
                  <a:lnTo>
                    <a:pt x="8123589" y="906018"/>
                  </a:lnTo>
                  <a:lnTo>
                    <a:pt x="8066224" y="922041"/>
                  </a:lnTo>
                  <a:lnTo>
                    <a:pt x="8004989" y="936564"/>
                  </a:lnTo>
                  <a:lnTo>
                    <a:pt x="7939109" y="949725"/>
                  </a:lnTo>
                  <a:lnTo>
                    <a:pt x="7867824" y="961665"/>
                  </a:lnTo>
                  <a:lnTo>
                    <a:pt x="7790441" y="972517"/>
                  </a:lnTo>
                  <a:lnTo>
                    <a:pt x="7706401" y="982398"/>
                  </a:lnTo>
                  <a:lnTo>
                    <a:pt x="7615372" y="991405"/>
                  </a:lnTo>
                  <a:lnTo>
                    <a:pt x="7517360" y="999613"/>
                  </a:lnTo>
                  <a:lnTo>
                    <a:pt x="7412856" y="1007073"/>
                  </a:lnTo>
                  <a:lnTo>
                    <a:pt x="7302973" y="1013813"/>
                  </a:lnTo>
                  <a:lnTo>
                    <a:pt x="7189576" y="1019842"/>
                  </a:lnTo>
                  <a:lnTo>
                    <a:pt x="7075337" y="1025152"/>
                  </a:lnTo>
                  <a:lnTo>
                    <a:pt x="6963671" y="1029728"/>
                  </a:lnTo>
                  <a:lnTo>
                    <a:pt x="6858506" y="1033557"/>
                  </a:lnTo>
                  <a:lnTo>
                    <a:pt x="6763862" y="1036641"/>
                  </a:lnTo>
                  <a:lnTo>
                    <a:pt x="6683296" y="1039005"/>
                  </a:lnTo>
                  <a:lnTo>
                    <a:pt x="6619318" y="1040703"/>
                  </a:lnTo>
                  <a:lnTo>
                    <a:pt x="6572920" y="1041823"/>
                  </a:lnTo>
                  <a:lnTo>
                    <a:pt x="6543322" y="1042474"/>
                  </a:lnTo>
                  <a:lnTo>
                    <a:pt x="6527991" y="1042783"/>
                  </a:lnTo>
                  <a:lnTo>
                    <a:pt x="6522827" y="1042878"/>
                  </a:lnTo>
                  <a:lnTo>
                    <a:pt x="6522385" y="1042886"/>
                  </a:lnTo>
                  <a:lnTo>
                    <a:pt x="5527445" y="1042886"/>
                  </a:lnTo>
                  <a:lnTo>
                    <a:pt x="5526347" y="1042927"/>
                  </a:lnTo>
                  <a:lnTo>
                    <a:pt x="5519096" y="1043221"/>
                  </a:lnTo>
                  <a:lnTo>
                    <a:pt x="5500703" y="1044033"/>
                  </a:lnTo>
                  <a:lnTo>
                    <a:pt x="5467537" y="1045633"/>
                  </a:lnTo>
                  <a:lnTo>
                    <a:pt x="5417530" y="1048279"/>
                  </a:lnTo>
                  <a:lnTo>
                    <a:pt x="5350331" y="1052191"/>
                  </a:lnTo>
                  <a:lnTo>
                    <a:pt x="5267262" y="1057536"/>
                  </a:lnTo>
                  <a:lnTo>
                    <a:pt x="5171030" y="1064415"/>
                  </a:lnTo>
                  <a:lnTo>
                    <a:pt x="5065237" y="1072869"/>
                  </a:lnTo>
                  <a:lnTo>
                    <a:pt x="4953818" y="1082892"/>
                  </a:lnTo>
                  <a:lnTo>
                    <a:pt x="4840529" y="1094456"/>
                  </a:lnTo>
                  <a:lnTo>
                    <a:pt x="4728577" y="1107530"/>
                  </a:lnTo>
                  <a:lnTo>
                    <a:pt x="4620431" y="1122103"/>
                  </a:lnTo>
                  <a:lnTo>
                    <a:pt x="4517782" y="1138199"/>
                  </a:lnTo>
                  <a:lnTo>
                    <a:pt x="4421615" y="1155883"/>
                  </a:lnTo>
                  <a:lnTo>
                    <a:pt x="4332330" y="1175270"/>
                  </a:lnTo>
                  <a:lnTo>
                    <a:pt x="4249885" y="1196522"/>
                  </a:lnTo>
                  <a:lnTo>
                    <a:pt x="4173921" y="1219848"/>
                  </a:lnTo>
                  <a:lnTo>
                    <a:pt x="4103876" y="1245495"/>
                  </a:lnTo>
                  <a:lnTo>
                    <a:pt x="4039066" y="1273744"/>
                  </a:lnTo>
                  <a:lnTo>
                    <a:pt x="3978749" y="1304890"/>
                  </a:lnTo>
                  <a:lnTo>
                    <a:pt x="3922170" y="1339220"/>
                  </a:lnTo>
                  <a:lnTo>
                    <a:pt x="3868606" y="1376963"/>
                  </a:lnTo>
                  <a:lnTo>
                    <a:pt x="3820202" y="1415844"/>
                  </a:lnTo>
                  <a:lnTo>
                    <a:pt x="3772258" y="1458964"/>
                  </a:lnTo>
                  <a:lnTo>
                    <a:pt x="3725579" y="1505454"/>
                  </a:lnTo>
                  <a:lnTo>
                    <a:pt x="3679797" y="1555382"/>
                  </a:lnTo>
                  <a:lnTo>
                    <a:pt x="3634621" y="1608752"/>
                  </a:lnTo>
                  <a:lnTo>
                    <a:pt x="3589825" y="1665498"/>
                  </a:lnTo>
                  <a:lnTo>
                    <a:pt x="3545235" y="1725475"/>
                  </a:lnTo>
                  <a:lnTo>
                    <a:pt x="3500725" y="1788462"/>
                  </a:lnTo>
                  <a:lnTo>
                    <a:pt x="3456212" y="1854153"/>
                  </a:lnTo>
                  <a:lnTo>
                    <a:pt x="3411647" y="1922167"/>
                  </a:lnTo>
                  <a:lnTo>
                    <a:pt x="3367010" y="1992050"/>
                  </a:lnTo>
                  <a:lnTo>
                    <a:pt x="3322308" y="2063291"/>
                  </a:lnTo>
                  <a:lnTo>
                    <a:pt x="3277560" y="2135332"/>
                  </a:lnTo>
                  <a:lnTo>
                    <a:pt x="3232801" y="2207590"/>
                  </a:lnTo>
                  <a:lnTo>
                    <a:pt x="3188063" y="2279472"/>
                  </a:lnTo>
                  <a:lnTo>
                    <a:pt x="3143376" y="2350401"/>
                  </a:lnTo>
                  <a:lnTo>
                    <a:pt x="3098759" y="2419831"/>
                  </a:lnTo>
                  <a:lnTo>
                    <a:pt x="3054211" y="2487262"/>
                  </a:lnTo>
                  <a:lnTo>
                    <a:pt x="3009705" y="2552261"/>
                  </a:lnTo>
                  <a:lnTo>
                    <a:pt x="2965184" y="2614466"/>
                  </a:lnTo>
                  <a:lnTo>
                    <a:pt x="2920552" y="2673594"/>
                  </a:lnTo>
                  <a:lnTo>
                    <a:pt x="2875673" y="2729443"/>
                  </a:lnTo>
                  <a:lnTo>
                    <a:pt x="2830359" y="2781892"/>
                  </a:lnTo>
                  <a:lnTo>
                    <a:pt x="2784368" y="2830893"/>
                  </a:lnTo>
                  <a:lnTo>
                    <a:pt x="2737388" y="2876469"/>
                  </a:lnTo>
                  <a:lnTo>
                    <a:pt x="2702183" y="2907678"/>
                  </a:lnTo>
                  <a:lnTo>
                    <a:pt x="2650862" y="2948754"/>
                  </a:lnTo>
                  <a:lnTo>
                    <a:pt x="2597149" y="2986303"/>
                  </a:lnTo>
                  <a:lnTo>
                    <a:pt x="2540381" y="3020448"/>
                  </a:lnTo>
                  <a:lnTo>
                    <a:pt x="2479833" y="3051426"/>
                  </a:lnTo>
                  <a:lnTo>
                    <a:pt x="2414751" y="3079522"/>
                  </a:lnTo>
                  <a:lnTo>
                    <a:pt x="2344393" y="3105033"/>
                  </a:lnTo>
                  <a:lnTo>
                    <a:pt x="2268082" y="3128236"/>
                  </a:lnTo>
                  <a:lnTo>
                    <a:pt x="2185263" y="3149379"/>
                  </a:lnTo>
                  <a:lnTo>
                    <a:pt x="2095592" y="3168668"/>
                  </a:lnTo>
                  <a:lnTo>
                    <a:pt x="1999049" y="3186261"/>
                  </a:lnTo>
                  <a:lnTo>
                    <a:pt x="1896062" y="3202271"/>
                  </a:lnTo>
                  <a:lnTo>
                    <a:pt x="1787652" y="3216760"/>
                  </a:lnTo>
                  <a:lnTo>
                    <a:pt x="1675553" y="3229750"/>
                  </a:lnTo>
                  <a:lnTo>
                    <a:pt x="1562277" y="3241229"/>
                  </a:lnTo>
                  <a:lnTo>
                    <a:pt x="1451070" y="3251166"/>
                  </a:lnTo>
                  <a:lnTo>
                    <a:pt x="1345707" y="3259532"/>
                  </a:lnTo>
                  <a:lnTo>
                    <a:pt x="1250119" y="3266324"/>
                  </a:lnTo>
                  <a:lnTo>
                    <a:pt x="1167874" y="3271586"/>
                  </a:lnTo>
                  <a:lnTo>
                    <a:pt x="1101612" y="3275422"/>
                  </a:lnTo>
                  <a:lnTo>
                    <a:pt x="1052568" y="3278004"/>
                  </a:lnTo>
                  <a:lnTo>
                    <a:pt x="1020295" y="3279553"/>
                  </a:lnTo>
                  <a:lnTo>
                    <a:pt x="1002632" y="3280329"/>
                  </a:lnTo>
                  <a:lnTo>
                    <a:pt x="995867" y="3280602"/>
                  </a:lnTo>
                  <a:lnTo>
                    <a:pt x="994940" y="3280636"/>
                  </a:lnTo>
                  <a:lnTo>
                    <a:pt x="0" y="3280636"/>
                  </a:lnTo>
                  <a:close/>
                </a:path>
              </a:pathLst>
            </a:custGeom>
            <a:solidFill>
              <a:srgbClr val="7E57C2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60" name="pl1959"/>
            <p:cNvSpPr/>
            <p:nvPr/>
          </p:nvSpPr>
          <p:spPr>
            <a:xfrm>
              <a:off x="1199187" y="2887424"/>
              <a:ext cx="12049831" cy="3280636"/>
            </a:xfrm>
            <a:custGeom>
              <a:avLst/>
              <a:pathLst>
                <a:path w="12049831" h="3280636">
                  <a:moveTo>
                    <a:pt x="0" y="3280636"/>
                  </a:moveTo>
                  <a:lnTo>
                    <a:pt x="994940" y="3280636"/>
                  </a:lnTo>
                  <a:lnTo>
                    <a:pt x="996038" y="3280595"/>
                  </a:lnTo>
                  <a:lnTo>
                    <a:pt x="1003289" y="3280301"/>
                  </a:lnTo>
                  <a:lnTo>
                    <a:pt x="1021682" y="3279489"/>
                  </a:lnTo>
                  <a:lnTo>
                    <a:pt x="1054848" y="3277889"/>
                  </a:lnTo>
                  <a:lnTo>
                    <a:pt x="1104855" y="3275243"/>
                  </a:lnTo>
                  <a:lnTo>
                    <a:pt x="1172054" y="3271331"/>
                  </a:lnTo>
                  <a:lnTo>
                    <a:pt x="1255123" y="3265986"/>
                  </a:lnTo>
                  <a:lnTo>
                    <a:pt x="1351355" y="3259107"/>
                  </a:lnTo>
                  <a:lnTo>
                    <a:pt x="1457148" y="3250654"/>
                  </a:lnTo>
                  <a:lnTo>
                    <a:pt x="1568567" y="3240630"/>
                  </a:lnTo>
                  <a:lnTo>
                    <a:pt x="1681856" y="3229066"/>
                  </a:lnTo>
                  <a:lnTo>
                    <a:pt x="1793808" y="3215992"/>
                  </a:lnTo>
                  <a:lnTo>
                    <a:pt x="1901954" y="3201419"/>
                  </a:lnTo>
                  <a:lnTo>
                    <a:pt x="2004603" y="3185323"/>
                  </a:lnTo>
                  <a:lnTo>
                    <a:pt x="2100770" y="3167639"/>
                  </a:lnTo>
                  <a:lnTo>
                    <a:pt x="2190055" y="3148252"/>
                  </a:lnTo>
                  <a:lnTo>
                    <a:pt x="2272500" y="3127000"/>
                  </a:lnTo>
                  <a:lnTo>
                    <a:pt x="2348464" y="3103674"/>
                  </a:lnTo>
                  <a:lnTo>
                    <a:pt x="2418509" y="3078027"/>
                  </a:lnTo>
                  <a:lnTo>
                    <a:pt x="2483319" y="3049778"/>
                  </a:lnTo>
                  <a:lnTo>
                    <a:pt x="2543636" y="3018632"/>
                  </a:lnTo>
                  <a:lnTo>
                    <a:pt x="2600215" y="2984302"/>
                  </a:lnTo>
                  <a:lnTo>
                    <a:pt x="2653779" y="2946559"/>
                  </a:lnTo>
                  <a:lnTo>
                    <a:pt x="2702183" y="2907678"/>
                  </a:lnTo>
                  <a:lnTo>
                    <a:pt x="2750127" y="2864558"/>
                  </a:lnTo>
                  <a:lnTo>
                    <a:pt x="2796806" y="2818068"/>
                  </a:lnTo>
                  <a:lnTo>
                    <a:pt x="2842588" y="2768140"/>
                  </a:lnTo>
                  <a:lnTo>
                    <a:pt x="2887764" y="2714770"/>
                  </a:lnTo>
                  <a:lnTo>
                    <a:pt x="2932560" y="2658024"/>
                  </a:lnTo>
                  <a:lnTo>
                    <a:pt x="2977150" y="2598047"/>
                  </a:lnTo>
                  <a:lnTo>
                    <a:pt x="3021660" y="2535060"/>
                  </a:lnTo>
                  <a:lnTo>
                    <a:pt x="3066173" y="2469369"/>
                  </a:lnTo>
                  <a:lnTo>
                    <a:pt x="3110738" y="2401355"/>
                  </a:lnTo>
                  <a:lnTo>
                    <a:pt x="3155375" y="2331472"/>
                  </a:lnTo>
                  <a:lnTo>
                    <a:pt x="3200077" y="2260231"/>
                  </a:lnTo>
                  <a:lnTo>
                    <a:pt x="3244825" y="2188190"/>
                  </a:lnTo>
                  <a:lnTo>
                    <a:pt x="3289584" y="2115933"/>
                  </a:lnTo>
                  <a:lnTo>
                    <a:pt x="3334322" y="2044050"/>
                  </a:lnTo>
                  <a:lnTo>
                    <a:pt x="3379009" y="1973121"/>
                  </a:lnTo>
                  <a:lnTo>
                    <a:pt x="3423626" y="1903692"/>
                  </a:lnTo>
                  <a:lnTo>
                    <a:pt x="3468174" y="1836260"/>
                  </a:lnTo>
                  <a:lnTo>
                    <a:pt x="3512680" y="1771261"/>
                  </a:lnTo>
                  <a:lnTo>
                    <a:pt x="3557201" y="1709056"/>
                  </a:lnTo>
                  <a:lnTo>
                    <a:pt x="3601833" y="1649928"/>
                  </a:lnTo>
                  <a:lnTo>
                    <a:pt x="3646712" y="1594079"/>
                  </a:lnTo>
                  <a:lnTo>
                    <a:pt x="3692026" y="1541630"/>
                  </a:lnTo>
                  <a:lnTo>
                    <a:pt x="3738017" y="1492629"/>
                  </a:lnTo>
                  <a:lnTo>
                    <a:pt x="3784997" y="1447053"/>
                  </a:lnTo>
                  <a:lnTo>
                    <a:pt x="3820202" y="1415844"/>
                  </a:lnTo>
                  <a:lnTo>
                    <a:pt x="3871523" y="1374768"/>
                  </a:lnTo>
                  <a:lnTo>
                    <a:pt x="3925236" y="1337219"/>
                  </a:lnTo>
                  <a:lnTo>
                    <a:pt x="3982004" y="1303074"/>
                  </a:lnTo>
                  <a:lnTo>
                    <a:pt x="4042552" y="1272097"/>
                  </a:lnTo>
                  <a:lnTo>
                    <a:pt x="4107634" y="1244000"/>
                  </a:lnTo>
                  <a:lnTo>
                    <a:pt x="4177992" y="1218490"/>
                  </a:lnTo>
                  <a:lnTo>
                    <a:pt x="4254303" y="1195286"/>
                  </a:lnTo>
                  <a:lnTo>
                    <a:pt x="4337122" y="1174143"/>
                  </a:lnTo>
                  <a:lnTo>
                    <a:pt x="4426793" y="1154854"/>
                  </a:lnTo>
                  <a:lnTo>
                    <a:pt x="4523336" y="1137261"/>
                  </a:lnTo>
                  <a:lnTo>
                    <a:pt x="4626323" y="1121252"/>
                  </a:lnTo>
                  <a:lnTo>
                    <a:pt x="4734733" y="1106762"/>
                  </a:lnTo>
                  <a:lnTo>
                    <a:pt x="4846832" y="1093772"/>
                  </a:lnTo>
                  <a:lnTo>
                    <a:pt x="4960108" y="1082293"/>
                  </a:lnTo>
                  <a:lnTo>
                    <a:pt x="5071315" y="1072356"/>
                  </a:lnTo>
                  <a:lnTo>
                    <a:pt x="5176678" y="1063990"/>
                  </a:lnTo>
                  <a:lnTo>
                    <a:pt x="5272266" y="1057198"/>
                  </a:lnTo>
                  <a:lnTo>
                    <a:pt x="5354511" y="1051937"/>
                  </a:lnTo>
                  <a:lnTo>
                    <a:pt x="5420773" y="1048100"/>
                  </a:lnTo>
                  <a:lnTo>
                    <a:pt x="5469817" y="1045519"/>
                  </a:lnTo>
                  <a:lnTo>
                    <a:pt x="5502090" y="1043969"/>
                  </a:lnTo>
                  <a:lnTo>
                    <a:pt x="5519753" y="1043193"/>
                  </a:lnTo>
                  <a:lnTo>
                    <a:pt x="5526518" y="1042920"/>
                  </a:lnTo>
                  <a:lnTo>
                    <a:pt x="5527445" y="1042886"/>
                  </a:lnTo>
                  <a:lnTo>
                    <a:pt x="6522385" y="1042886"/>
                  </a:lnTo>
                  <a:lnTo>
                    <a:pt x="6523513" y="1042866"/>
                  </a:lnTo>
                  <a:lnTo>
                    <a:pt x="6530957" y="1042725"/>
                  </a:lnTo>
                  <a:lnTo>
                    <a:pt x="6549825" y="1042336"/>
                  </a:lnTo>
                  <a:lnTo>
                    <a:pt x="6583814" y="1041570"/>
                  </a:lnTo>
                  <a:lnTo>
                    <a:pt x="6634994" y="1040303"/>
                  </a:lnTo>
                  <a:lnTo>
                    <a:pt x="6703654" y="1038431"/>
                  </a:lnTo>
                  <a:lnTo>
                    <a:pt x="6788353" y="1035875"/>
                  </a:lnTo>
                  <a:lnTo>
                    <a:pt x="6886242" y="1032590"/>
                  </a:lnTo>
                  <a:lnTo>
                    <a:pt x="6993579" y="1028556"/>
                  </a:lnTo>
                  <a:lnTo>
                    <a:pt x="7106318" y="1023779"/>
                  </a:lnTo>
                  <a:lnTo>
                    <a:pt x="7220638" y="1018272"/>
                  </a:lnTo>
                  <a:lnTo>
                    <a:pt x="7333309" y="1012050"/>
                  </a:lnTo>
                  <a:lnTo>
                    <a:pt x="7441880" y="1005115"/>
                  </a:lnTo>
                  <a:lnTo>
                    <a:pt x="7544700" y="997456"/>
                  </a:lnTo>
                  <a:lnTo>
                    <a:pt x="7640837" y="989037"/>
                  </a:lnTo>
                  <a:lnTo>
                    <a:pt x="7729949" y="979800"/>
                  </a:lnTo>
                  <a:lnTo>
                    <a:pt x="7812133" y="969665"/>
                  </a:lnTo>
                  <a:lnTo>
                    <a:pt x="7887795" y="958530"/>
                  </a:lnTo>
                  <a:lnTo>
                    <a:pt x="7957537" y="946271"/>
                  </a:lnTo>
                  <a:lnTo>
                    <a:pt x="8022077" y="932754"/>
                  </a:lnTo>
                  <a:lnTo>
                    <a:pt x="8082182" y="917836"/>
                  </a:lnTo>
                  <a:lnTo>
                    <a:pt x="8138625" y="901383"/>
                  </a:lnTo>
                  <a:lnTo>
                    <a:pt x="8192138" y="883294"/>
                  </a:lnTo>
                  <a:lnTo>
                    <a:pt x="8229629" y="869071"/>
                  </a:lnTo>
                  <a:lnTo>
                    <a:pt x="8286525" y="844982"/>
                  </a:lnTo>
                  <a:lnTo>
                    <a:pt x="8341734" y="818658"/>
                  </a:lnTo>
                  <a:lnTo>
                    <a:pt x="8395838" y="790061"/>
                  </a:lnTo>
                  <a:lnTo>
                    <a:pt x="8449273" y="759214"/>
                  </a:lnTo>
                  <a:lnTo>
                    <a:pt x="8502361" y="726207"/>
                  </a:lnTo>
                  <a:lnTo>
                    <a:pt x="8555326" y="691208"/>
                  </a:lnTo>
                  <a:lnTo>
                    <a:pt x="8608307" y="654459"/>
                  </a:lnTo>
                  <a:lnTo>
                    <a:pt x="8661373" y="616271"/>
                  </a:lnTo>
                  <a:lnTo>
                    <a:pt x="8714539" y="577023"/>
                  </a:lnTo>
                  <a:lnTo>
                    <a:pt x="8767778" y="537138"/>
                  </a:lnTo>
                  <a:lnTo>
                    <a:pt x="8821040" y="497072"/>
                  </a:lnTo>
                  <a:lnTo>
                    <a:pt x="8874267" y="457287"/>
                  </a:lnTo>
                  <a:lnTo>
                    <a:pt x="8927413" y="418234"/>
                  </a:lnTo>
                  <a:lnTo>
                    <a:pt x="8980458" y="380328"/>
                  </a:lnTo>
                  <a:lnTo>
                    <a:pt x="9033427" y="343934"/>
                  </a:lnTo>
                  <a:lnTo>
                    <a:pt x="9086404" y="309349"/>
                  </a:lnTo>
                  <a:lnTo>
                    <a:pt x="9139546" y="276799"/>
                  </a:lnTo>
                  <a:lnTo>
                    <a:pt x="9193095" y="246433"/>
                  </a:lnTo>
                  <a:lnTo>
                    <a:pt x="9247396" y="218329"/>
                  </a:lnTo>
                  <a:lnTo>
                    <a:pt x="9302916" y="192495"/>
                  </a:lnTo>
                  <a:lnTo>
                    <a:pt x="9347647" y="173814"/>
                  </a:lnTo>
                  <a:lnTo>
                    <a:pt x="9399446" y="154504"/>
                  </a:lnTo>
                  <a:lnTo>
                    <a:pt x="9453688" y="136867"/>
                  </a:lnTo>
                  <a:lnTo>
                    <a:pt x="9511052" y="120844"/>
                  </a:lnTo>
                  <a:lnTo>
                    <a:pt x="9572287" y="106321"/>
                  </a:lnTo>
                  <a:lnTo>
                    <a:pt x="9638168" y="93160"/>
                  </a:lnTo>
                  <a:lnTo>
                    <a:pt x="9709453" y="81220"/>
                  </a:lnTo>
                  <a:lnTo>
                    <a:pt x="9786835" y="70368"/>
                  </a:lnTo>
                  <a:lnTo>
                    <a:pt x="9870875" y="60487"/>
                  </a:lnTo>
                  <a:lnTo>
                    <a:pt x="9961905" y="51480"/>
                  </a:lnTo>
                  <a:lnTo>
                    <a:pt x="10059916" y="43272"/>
                  </a:lnTo>
                  <a:lnTo>
                    <a:pt x="10164421" y="35812"/>
                  </a:lnTo>
                  <a:lnTo>
                    <a:pt x="10274304" y="29072"/>
                  </a:lnTo>
                  <a:lnTo>
                    <a:pt x="10387701" y="23043"/>
                  </a:lnTo>
                  <a:lnTo>
                    <a:pt x="10501940" y="17733"/>
                  </a:lnTo>
                  <a:lnTo>
                    <a:pt x="10613605" y="13157"/>
                  </a:lnTo>
                  <a:lnTo>
                    <a:pt x="10718770" y="9328"/>
                  </a:lnTo>
                  <a:lnTo>
                    <a:pt x="10813415" y="6244"/>
                  </a:lnTo>
                  <a:lnTo>
                    <a:pt x="10893981" y="3880"/>
                  </a:lnTo>
                  <a:lnTo>
                    <a:pt x="10957958" y="2182"/>
                  </a:lnTo>
                  <a:lnTo>
                    <a:pt x="11004357" y="1062"/>
                  </a:lnTo>
                  <a:lnTo>
                    <a:pt x="11033955" y="411"/>
                  </a:lnTo>
                  <a:lnTo>
                    <a:pt x="11049285" y="103"/>
                  </a:lnTo>
                  <a:lnTo>
                    <a:pt x="11054450" y="7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1" name="pl1960"/>
            <p:cNvSpPr/>
            <p:nvPr/>
          </p:nvSpPr>
          <p:spPr>
            <a:xfrm>
              <a:off x="1199187" y="2882184"/>
              <a:ext cx="12049831" cy="3280636"/>
            </a:xfrm>
            <a:custGeom>
              <a:avLst/>
              <a:pathLst>
                <a:path w="12049831" h="3280636">
                  <a:moveTo>
                    <a:pt x="12049831" y="0"/>
                  </a:moveTo>
                  <a:lnTo>
                    <a:pt x="11054891" y="0"/>
                  </a:lnTo>
                  <a:lnTo>
                    <a:pt x="11053763" y="19"/>
                  </a:lnTo>
                  <a:lnTo>
                    <a:pt x="11046319" y="160"/>
                  </a:lnTo>
                  <a:lnTo>
                    <a:pt x="11027452" y="549"/>
                  </a:lnTo>
                  <a:lnTo>
                    <a:pt x="10993462" y="1316"/>
                  </a:lnTo>
                  <a:lnTo>
                    <a:pt x="10942282" y="2582"/>
                  </a:lnTo>
                  <a:lnTo>
                    <a:pt x="10873623" y="4455"/>
                  </a:lnTo>
                  <a:lnTo>
                    <a:pt x="10788924" y="7010"/>
                  </a:lnTo>
                  <a:lnTo>
                    <a:pt x="10691034" y="10295"/>
                  </a:lnTo>
                  <a:lnTo>
                    <a:pt x="10583698" y="14329"/>
                  </a:lnTo>
                  <a:lnTo>
                    <a:pt x="10470959" y="19106"/>
                  </a:lnTo>
                  <a:lnTo>
                    <a:pt x="10356639" y="24613"/>
                  </a:lnTo>
                  <a:lnTo>
                    <a:pt x="10243967" y="30835"/>
                  </a:lnTo>
                  <a:lnTo>
                    <a:pt x="10135396" y="37770"/>
                  </a:lnTo>
                  <a:lnTo>
                    <a:pt x="10032577" y="45429"/>
                  </a:lnTo>
                  <a:lnTo>
                    <a:pt x="9936439" y="53849"/>
                  </a:lnTo>
                  <a:lnTo>
                    <a:pt x="9847327" y="63085"/>
                  </a:lnTo>
                  <a:lnTo>
                    <a:pt x="9765143" y="73220"/>
                  </a:lnTo>
                  <a:lnTo>
                    <a:pt x="9689482" y="84355"/>
                  </a:lnTo>
                  <a:lnTo>
                    <a:pt x="9619740" y="96614"/>
                  </a:lnTo>
                  <a:lnTo>
                    <a:pt x="9555200" y="110132"/>
                  </a:lnTo>
                  <a:lnTo>
                    <a:pt x="9495094" y="125050"/>
                  </a:lnTo>
                  <a:lnTo>
                    <a:pt x="9438651" y="141502"/>
                  </a:lnTo>
                  <a:lnTo>
                    <a:pt x="9385138" y="159591"/>
                  </a:lnTo>
                  <a:lnTo>
                    <a:pt x="9347647" y="173814"/>
                  </a:lnTo>
                  <a:lnTo>
                    <a:pt x="9290752" y="197903"/>
                  </a:lnTo>
                  <a:lnTo>
                    <a:pt x="9235542" y="224227"/>
                  </a:lnTo>
                  <a:lnTo>
                    <a:pt x="9181439" y="252824"/>
                  </a:lnTo>
                  <a:lnTo>
                    <a:pt x="9128004" y="283672"/>
                  </a:lnTo>
                  <a:lnTo>
                    <a:pt x="9074915" y="316678"/>
                  </a:lnTo>
                  <a:lnTo>
                    <a:pt x="9021950" y="351677"/>
                  </a:lnTo>
                  <a:lnTo>
                    <a:pt x="8968970" y="388427"/>
                  </a:lnTo>
                  <a:lnTo>
                    <a:pt x="8915903" y="426614"/>
                  </a:lnTo>
                  <a:lnTo>
                    <a:pt x="8862737" y="465862"/>
                  </a:lnTo>
                  <a:lnTo>
                    <a:pt x="8809498" y="505747"/>
                  </a:lnTo>
                  <a:lnTo>
                    <a:pt x="8756236" y="545814"/>
                  </a:lnTo>
                  <a:lnTo>
                    <a:pt x="8703009" y="585598"/>
                  </a:lnTo>
                  <a:lnTo>
                    <a:pt x="8649864" y="624651"/>
                  </a:lnTo>
                  <a:lnTo>
                    <a:pt x="8596819" y="662557"/>
                  </a:lnTo>
                  <a:lnTo>
                    <a:pt x="8543850" y="698952"/>
                  </a:lnTo>
                  <a:lnTo>
                    <a:pt x="8490872" y="733537"/>
                  </a:lnTo>
                  <a:lnTo>
                    <a:pt x="8437731" y="766087"/>
                  </a:lnTo>
                  <a:lnTo>
                    <a:pt x="8384182" y="796452"/>
                  </a:lnTo>
                  <a:lnTo>
                    <a:pt x="8329880" y="824556"/>
                  </a:lnTo>
                  <a:lnTo>
                    <a:pt x="8274360" y="850390"/>
                  </a:lnTo>
                  <a:lnTo>
                    <a:pt x="8229629" y="869071"/>
                  </a:lnTo>
                  <a:lnTo>
                    <a:pt x="8177830" y="888381"/>
                  </a:lnTo>
                  <a:lnTo>
                    <a:pt x="8123589" y="906018"/>
                  </a:lnTo>
                  <a:lnTo>
                    <a:pt x="8066224" y="922041"/>
                  </a:lnTo>
                  <a:lnTo>
                    <a:pt x="8004989" y="936564"/>
                  </a:lnTo>
                  <a:lnTo>
                    <a:pt x="7939109" y="949725"/>
                  </a:lnTo>
                  <a:lnTo>
                    <a:pt x="7867824" y="961665"/>
                  </a:lnTo>
                  <a:lnTo>
                    <a:pt x="7790441" y="972517"/>
                  </a:lnTo>
                  <a:lnTo>
                    <a:pt x="7706401" y="982398"/>
                  </a:lnTo>
                  <a:lnTo>
                    <a:pt x="7615372" y="991405"/>
                  </a:lnTo>
                  <a:lnTo>
                    <a:pt x="7517360" y="999613"/>
                  </a:lnTo>
                  <a:lnTo>
                    <a:pt x="7412856" y="1007073"/>
                  </a:lnTo>
                  <a:lnTo>
                    <a:pt x="7302973" y="1013813"/>
                  </a:lnTo>
                  <a:lnTo>
                    <a:pt x="7189576" y="1019842"/>
                  </a:lnTo>
                  <a:lnTo>
                    <a:pt x="7075337" y="1025152"/>
                  </a:lnTo>
                  <a:lnTo>
                    <a:pt x="6963671" y="1029728"/>
                  </a:lnTo>
                  <a:lnTo>
                    <a:pt x="6858506" y="1033557"/>
                  </a:lnTo>
                  <a:lnTo>
                    <a:pt x="6763862" y="1036641"/>
                  </a:lnTo>
                  <a:lnTo>
                    <a:pt x="6683296" y="1039005"/>
                  </a:lnTo>
                  <a:lnTo>
                    <a:pt x="6619318" y="1040703"/>
                  </a:lnTo>
                  <a:lnTo>
                    <a:pt x="6572920" y="1041823"/>
                  </a:lnTo>
                  <a:lnTo>
                    <a:pt x="6543322" y="1042474"/>
                  </a:lnTo>
                  <a:lnTo>
                    <a:pt x="6527991" y="1042783"/>
                  </a:lnTo>
                  <a:lnTo>
                    <a:pt x="6522827" y="1042878"/>
                  </a:lnTo>
                  <a:lnTo>
                    <a:pt x="6522385" y="1042886"/>
                  </a:lnTo>
                  <a:lnTo>
                    <a:pt x="5527445" y="1042886"/>
                  </a:lnTo>
                  <a:lnTo>
                    <a:pt x="5526347" y="1042927"/>
                  </a:lnTo>
                  <a:lnTo>
                    <a:pt x="5519096" y="1043221"/>
                  </a:lnTo>
                  <a:lnTo>
                    <a:pt x="5500703" y="1044033"/>
                  </a:lnTo>
                  <a:lnTo>
                    <a:pt x="5467537" y="1045633"/>
                  </a:lnTo>
                  <a:lnTo>
                    <a:pt x="5417530" y="1048279"/>
                  </a:lnTo>
                  <a:lnTo>
                    <a:pt x="5350331" y="1052191"/>
                  </a:lnTo>
                  <a:lnTo>
                    <a:pt x="5267262" y="1057536"/>
                  </a:lnTo>
                  <a:lnTo>
                    <a:pt x="5171030" y="1064415"/>
                  </a:lnTo>
                  <a:lnTo>
                    <a:pt x="5065237" y="1072869"/>
                  </a:lnTo>
                  <a:lnTo>
                    <a:pt x="4953818" y="1082892"/>
                  </a:lnTo>
                  <a:lnTo>
                    <a:pt x="4840529" y="1094456"/>
                  </a:lnTo>
                  <a:lnTo>
                    <a:pt x="4728577" y="1107530"/>
                  </a:lnTo>
                  <a:lnTo>
                    <a:pt x="4620431" y="1122103"/>
                  </a:lnTo>
                  <a:lnTo>
                    <a:pt x="4517782" y="1138199"/>
                  </a:lnTo>
                  <a:lnTo>
                    <a:pt x="4421615" y="1155883"/>
                  </a:lnTo>
                  <a:lnTo>
                    <a:pt x="4332330" y="1175270"/>
                  </a:lnTo>
                  <a:lnTo>
                    <a:pt x="4249885" y="1196522"/>
                  </a:lnTo>
                  <a:lnTo>
                    <a:pt x="4173921" y="1219848"/>
                  </a:lnTo>
                  <a:lnTo>
                    <a:pt x="4103876" y="1245495"/>
                  </a:lnTo>
                  <a:lnTo>
                    <a:pt x="4039066" y="1273744"/>
                  </a:lnTo>
                  <a:lnTo>
                    <a:pt x="3978749" y="1304890"/>
                  </a:lnTo>
                  <a:lnTo>
                    <a:pt x="3922170" y="1339220"/>
                  </a:lnTo>
                  <a:lnTo>
                    <a:pt x="3868606" y="1376963"/>
                  </a:lnTo>
                  <a:lnTo>
                    <a:pt x="3820202" y="1415844"/>
                  </a:lnTo>
                  <a:lnTo>
                    <a:pt x="3772258" y="1458964"/>
                  </a:lnTo>
                  <a:lnTo>
                    <a:pt x="3725579" y="1505454"/>
                  </a:lnTo>
                  <a:lnTo>
                    <a:pt x="3679797" y="1555382"/>
                  </a:lnTo>
                  <a:lnTo>
                    <a:pt x="3634621" y="1608752"/>
                  </a:lnTo>
                  <a:lnTo>
                    <a:pt x="3589825" y="1665498"/>
                  </a:lnTo>
                  <a:lnTo>
                    <a:pt x="3545235" y="1725475"/>
                  </a:lnTo>
                  <a:lnTo>
                    <a:pt x="3500725" y="1788462"/>
                  </a:lnTo>
                  <a:lnTo>
                    <a:pt x="3456212" y="1854153"/>
                  </a:lnTo>
                  <a:lnTo>
                    <a:pt x="3411647" y="1922167"/>
                  </a:lnTo>
                  <a:lnTo>
                    <a:pt x="3367010" y="1992050"/>
                  </a:lnTo>
                  <a:lnTo>
                    <a:pt x="3322308" y="2063291"/>
                  </a:lnTo>
                  <a:lnTo>
                    <a:pt x="3277560" y="2135332"/>
                  </a:lnTo>
                  <a:lnTo>
                    <a:pt x="3232801" y="2207590"/>
                  </a:lnTo>
                  <a:lnTo>
                    <a:pt x="3188063" y="2279472"/>
                  </a:lnTo>
                  <a:lnTo>
                    <a:pt x="3143376" y="2350401"/>
                  </a:lnTo>
                  <a:lnTo>
                    <a:pt x="3098759" y="2419831"/>
                  </a:lnTo>
                  <a:lnTo>
                    <a:pt x="3054211" y="2487262"/>
                  </a:lnTo>
                  <a:lnTo>
                    <a:pt x="3009705" y="2552261"/>
                  </a:lnTo>
                  <a:lnTo>
                    <a:pt x="2965184" y="2614466"/>
                  </a:lnTo>
                  <a:lnTo>
                    <a:pt x="2920552" y="2673594"/>
                  </a:lnTo>
                  <a:lnTo>
                    <a:pt x="2875673" y="2729443"/>
                  </a:lnTo>
                  <a:lnTo>
                    <a:pt x="2830359" y="2781892"/>
                  </a:lnTo>
                  <a:lnTo>
                    <a:pt x="2784368" y="2830893"/>
                  </a:lnTo>
                  <a:lnTo>
                    <a:pt x="2737388" y="2876469"/>
                  </a:lnTo>
                  <a:lnTo>
                    <a:pt x="2702183" y="2907678"/>
                  </a:lnTo>
                  <a:lnTo>
                    <a:pt x="2650862" y="2948754"/>
                  </a:lnTo>
                  <a:lnTo>
                    <a:pt x="2597149" y="2986303"/>
                  </a:lnTo>
                  <a:lnTo>
                    <a:pt x="2540381" y="3020448"/>
                  </a:lnTo>
                  <a:lnTo>
                    <a:pt x="2479833" y="3051426"/>
                  </a:lnTo>
                  <a:lnTo>
                    <a:pt x="2414751" y="3079522"/>
                  </a:lnTo>
                  <a:lnTo>
                    <a:pt x="2344393" y="3105033"/>
                  </a:lnTo>
                  <a:lnTo>
                    <a:pt x="2268082" y="3128236"/>
                  </a:lnTo>
                  <a:lnTo>
                    <a:pt x="2185263" y="3149379"/>
                  </a:lnTo>
                  <a:lnTo>
                    <a:pt x="2095592" y="3168668"/>
                  </a:lnTo>
                  <a:lnTo>
                    <a:pt x="1999049" y="3186261"/>
                  </a:lnTo>
                  <a:lnTo>
                    <a:pt x="1896062" y="3202271"/>
                  </a:lnTo>
                  <a:lnTo>
                    <a:pt x="1787652" y="3216760"/>
                  </a:lnTo>
                  <a:lnTo>
                    <a:pt x="1675553" y="3229750"/>
                  </a:lnTo>
                  <a:lnTo>
                    <a:pt x="1562277" y="3241229"/>
                  </a:lnTo>
                  <a:lnTo>
                    <a:pt x="1451070" y="3251166"/>
                  </a:lnTo>
                  <a:lnTo>
                    <a:pt x="1345707" y="3259532"/>
                  </a:lnTo>
                  <a:lnTo>
                    <a:pt x="1250119" y="3266324"/>
                  </a:lnTo>
                  <a:lnTo>
                    <a:pt x="1167874" y="3271586"/>
                  </a:lnTo>
                  <a:lnTo>
                    <a:pt x="1101612" y="3275422"/>
                  </a:lnTo>
                  <a:lnTo>
                    <a:pt x="1052568" y="3278004"/>
                  </a:lnTo>
                  <a:lnTo>
                    <a:pt x="1020295" y="3279553"/>
                  </a:lnTo>
                  <a:lnTo>
                    <a:pt x="1002632" y="3280329"/>
                  </a:lnTo>
                  <a:lnTo>
                    <a:pt x="995867" y="3280602"/>
                  </a:lnTo>
                  <a:lnTo>
                    <a:pt x="994940" y="3280636"/>
                  </a:lnTo>
                  <a:lnTo>
                    <a:pt x="0" y="3280636"/>
                  </a:lnTo>
                  <a:lnTo>
                    <a:pt x="0" y="32806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2" name="pg1961"/>
            <p:cNvSpPr/>
            <p:nvPr/>
          </p:nvSpPr>
          <p:spPr>
            <a:xfrm>
              <a:off x="1199187" y="3626354"/>
              <a:ext cx="12049831" cy="2546948"/>
            </a:xfrm>
            <a:custGeom>
              <a:avLst/>
              <a:pathLst>
                <a:path w="12049831" h="2546948">
                  <a:moveTo>
                    <a:pt x="0" y="2546948"/>
                  </a:moveTo>
                  <a:lnTo>
                    <a:pt x="994940" y="2546948"/>
                  </a:lnTo>
                  <a:lnTo>
                    <a:pt x="996038" y="2546907"/>
                  </a:lnTo>
                  <a:lnTo>
                    <a:pt x="1003293" y="2546615"/>
                  </a:lnTo>
                  <a:lnTo>
                    <a:pt x="1021694" y="2545808"/>
                  </a:lnTo>
                  <a:lnTo>
                    <a:pt x="1054874" y="2544218"/>
                  </a:lnTo>
                  <a:lnTo>
                    <a:pt x="1104902" y="2541590"/>
                  </a:lnTo>
                  <a:lnTo>
                    <a:pt x="1172127" y="2537703"/>
                  </a:lnTo>
                  <a:lnTo>
                    <a:pt x="1255224" y="2532394"/>
                  </a:lnTo>
                  <a:lnTo>
                    <a:pt x="1351485" y="2525560"/>
                  </a:lnTo>
                  <a:lnTo>
                    <a:pt x="1457305" y="2517162"/>
                  </a:lnTo>
                  <a:lnTo>
                    <a:pt x="1568747" y="2507205"/>
                  </a:lnTo>
                  <a:lnTo>
                    <a:pt x="1682054" y="2495718"/>
                  </a:lnTo>
                  <a:lnTo>
                    <a:pt x="1794019" y="2482731"/>
                  </a:lnTo>
                  <a:lnTo>
                    <a:pt x="1902173" y="2468255"/>
                  </a:lnTo>
                  <a:lnTo>
                    <a:pt x="2004825" y="2452267"/>
                  </a:lnTo>
                  <a:lnTo>
                    <a:pt x="2100992" y="2434700"/>
                  </a:lnTo>
                  <a:lnTo>
                    <a:pt x="2190274" y="2415442"/>
                  </a:lnTo>
                  <a:lnTo>
                    <a:pt x="2272715" y="2394330"/>
                  </a:lnTo>
                  <a:lnTo>
                    <a:pt x="2348673" y="2371159"/>
                  </a:lnTo>
                  <a:lnTo>
                    <a:pt x="2418713" y="2345681"/>
                  </a:lnTo>
                  <a:lnTo>
                    <a:pt x="2483518" y="2317618"/>
                  </a:lnTo>
                  <a:lnTo>
                    <a:pt x="2543832" y="2286675"/>
                  </a:lnTo>
                  <a:lnTo>
                    <a:pt x="2600408" y="2252570"/>
                  </a:lnTo>
                  <a:lnTo>
                    <a:pt x="2653971" y="2215073"/>
                  </a:lnTo>
                  <a:lnTo>
                    <a:pt x="2702183" y="2176610"/>
                  </a:lnTo>
                  <a:lnTo>
                    <a:pt x="2750233" y="2133692"/>
                  </a:lnTo>
                  <a:lnTo>
                    <a:pt x="2797014" y="2087413"/>
                  </a:lnTo>
                  <a:lnTo>
                    <a:pt x="2842895" y="2037705"/>
                  </a:lnTo>
                  <a:lnTo>
                    <a:pt x="2888169" y="1984563"/>
                  </a:lnTo>
                  <a:lnTo>
                    <a:pt x="2933064" y="1928056"/>
                  </a:lnTo>
                  <a:lnTo>
                    <a:pt x="2977753" y="1868327"/>
                  </a:lnTo>
                  <a:lnTo>
                    <a:pt x="3022362" y="1805600"/>
                  </a:lnTo>
                  <a:lnTo>
                    <a:pt x="3066976" y="1740181"/>
                  </a:lnTo>
                  <a:lnTo>
                    <a:pt x="3111643" y="1672453"/>
                  </a:lnTo>
                  <a:lnTo>
                    <a:pt x="3156382" y="1602870"/>
                  </a:lnTo>
                  <a:lnTo>
                    <a:pt x="3201187" y="1531945"/>
                  </a:lnTo>
                  <a:lnTo>
                    <a:pt x="3246035" y="1460236"/>
                  </a:lnTo>
                  <a:lnTo>
                    <a:pt x="3290896" y="1388327"/>
                  </a:lnTo>
                  <a:lnTo>
                    <a:pt x="3335734" y="1316809"/>
                  </a:lnTo>
                  <a:lnTo>
                    <a:pt x="3380519" y="1246260"/>
                  </a:lnTo>
                  <a:lnTo>
                    <a:pt x="3425234" y="1177225"/>
                  </a:lnTo>
                  <a:lnTo>
                    <a:pt x="3469880" y="1110199"/>
                  </a:lnTo>
                  <a:lnTo>
                    <a:pt x="3514486" y="1045614"/>
                  </a:lnTo>
                  <a:lnTo>
                    <a:pt x="3559110" y="983830"/>
                  </a:lnTo>
                  <a:lnTo>
                    <a:pt x="3603850" y="925125"/>
                  </a:lnTo>
                  <a:lnTo>
                    <a:pt x="3648846" y="869697"/>
                  </a:lnTo>
                  <a:lnTo>
                    <a:pt x="3694288" y="817665"/>
                  </a:lnTo>
                  <a:lnTo>
                    <a:pt x="3740426" y="769072"/>
                  </a:lnTo>
                  <a:lnTo>
                    <a:pt x="3787574" y="723894"/>
                  </a:lnTo>
                  <a:lnTo>
                    <a:pt x="3820202" y="695257"/>
                  </a:lnTo>
                  <a:lnTo>
                    <a:pt x="3871531" y="654463"/>
                  </a:lnTo>
                  <a:lnTo>
                    <a:pt x="3925254" y="617173"/>
                  </a:lnTo>
                  <a:lnTo>
                    <a:pt x="3982032" y="583264"/>
                  </a:lnTo>
                  <a:lnTo>
                    <a:pt x="4042592" y="552501"/>
                  </a:lnTo>
                  <a:lnTo>
                    <a:pt x="4107688" y="524599"/>
                  </a:lnTo>
                  <a:lnTo>
                    <a:pt x="4178062" y="499266"/>
                  </a:lnTo>
                  <a:lnTo>
                    <a:pt x="4254392" y="476224"/>
                  </a:lnTo>
                  <a:lnTo>
                    <a:pt x="4337232" y="455228"/>
                  </a:lnTo>
                  <a:lnTo>
                    <a:pt x="4426927" y="436075"/>
                  </a:lnTo>
                  <a:lnTo>
                    <a:pt x="4523496" y="418604"/>
                  </a:lnTo>
                  <a:lnTo>
                    <a:pt x="4626509" y="402708"/>
                  </a:lnTo>
                  <a:lnTo>
                    <a:pt x="4734945" y="388320"/>
                  </a:lnTo>
                  <a:lnTo>
                    <a:pt x="4847067" y="375422"/>
                  </a:lnTo>
                  <a:lnTo>
                    <a:pt x="4960360" y="364025"/>
                  </a:lnTo>
                  <a:lnTo>
                    <a:pt x="5071576" y="354160"/>
                  </a:lnTo>
                  <a:lnTo>
                    <a:pt x="5176936" y="345856"/>
                  </a:lnTo>
                  <a:lnTo>
                    <a:pt x="5272509" y="339115"/>
                  </a:lnTo>
                  <a:lnTo>
                    <a:pt x="5354725" y="333893"/>
                  </a:lnTo>
                  <a:lnTo>
                    <a:pt x="5420948" y="330087"/>
                  </a:lnTo>
                  <a:lnTo>
                    <a:pt x="5469945" y="327527"/>
                  </a:lnTo>
                  <a:lnTo>
                    <a:pt x="5502172" y="325991"/>
                  </a:lnTo>
                  <a:lnTo>
                    <a:pt x="5519793" y="325223"/>
                  </a:lnTo>
                  <a:lnTo>
                    <a:pt x="5526529" y="324953"/>
                  </a:lnTo>
                  <a:lnTo>
                    <a:pt x="5527445" y="324919"/>
                  </a:lnTo>
                  <a:lnTo>
                    <a:pt x="6522385" y="324919"/>
                  </a:lnTo>
                  <a:lnTo>
                    <a:pt x="6523521" y="324913"/>
                  </a:lnTo>
                  <a:lnTo>
                    <a:pt x="6531015" y="324869"/>
                  </a:lnTo>
                  <a:lnTo>
                    <a:pt x="6550007" y="324749"/>
                  </a:lnTo>
                  <a:lnTo>
                    <a:pt x="6584211" y="324513"/>
                  </a:lnTo>
                  <a:lnTo>
                    <a:pt x="6635697" y="324121"/>
                  </a:lnTo>
                  <a:lnTo>
                    <a:pt x="6704736" y="323544"/>
                  </a:lnTo>
                  <a:lnTo>
                    <a:pt x="6789857" y="322755"/>
                  </a:lnTo>
                  <a:lnTo>
                    <a:pt x="6888175" y="321742"/>
                  </a:lnTo>
                  <a:lnTo>
                    <a:pt x="6995909" y="320498"/>
                  </a:lnTo>
                  <a:lnTo>
                    <a:pt x="7108986" y="319025"/>
                  </a:lnTo>
                  <a:lnTo>
                    <a:pt x="7223567" y="317328"/>
                  </a:lnTo>
                  <a:lnTo>
                    <a:pt x="7336420" y="315410"/>
                  </a:lnTo>
                  <a:lnTo>
                    <a:pt x="7445096" y="313273"/>
                  </a:lnTo>
                  <a:lnTo>
                    <a:pt x="7547955" y="310912"/>
                  </a:lnTo>
                  <a:lnTo>
                    <a:pt x="7644081" y="308317"/>
                  </a:lnTo>
                  <a:lnTo>
                    <a:pt x="7733146" y="305470"/>
                  </a:lnTo>
                  <a:lnTo>
                    <a:pt x="7815261" y="302345"/>
                  </a:lnTo>
                  <a:lnTo>
                    <a:pt x="7890844" y="298910"/>
                  </a:lnTo>
                  <a:lnTo>
                    <a:pt x="7960508" y="295128"/>
                  </a:lnTo>
                  <a:lnTo>
                    <a:pt x="8024979" y="290956"/>
                  </a:lnTo>
                  <a:lnTo>
                    <a:pt x="8085032" y="286351"/>
                  </a:lnTo>
                  <a:lnTo>
                    <a:pt x="8141442" y="281271"/>
                  </a:lnTo>
                  <a:lnTo>
                    <a:pt x="8194945" y="275686"/>
                  </a:lnTo>
                  <a:lnTo>
                    <a:pt x="8229629" y="271639"/>
                  </a:lnTo>
                  <a:lnTo>
                    <a:pt x="8290745" y="263670"/>
                  </a:lnTo>
                  <a:lnTo>
                    <a:pt x="8349966" y="254906"/>
                  </a:lnTo>
                  <a:lnTo>
                    <a:pt x="8407990" y="245337"/>
                  </a:lnTo>
                  <a:lnTo>
                    <a:pt x="8465336" y="234975"/>
                  </a:lnTo>
                  <a:lnTo>
                    <a:pt x="8522368" y="223863"/>
                  </a:lnTo>
                  <a:lnTo>
                    <a:pt x="8579328" y="212074"/>
                  </a:lnTo>
                  <a:lnTo>
                    <a:pt x="8636350" y="199712"/>
                  </a:lnTo>
                  <a:lnTo>
                    <a:pt x="8693487" y="186909"/>
                  </a:lnTo>
                  <a:lnTo>
                    <a:pt x="8750724" y="173819"/>
                  </a:lnTo>
                  <a:lnTo>
                    <a:pt x="8808007" y="160612"/>
                  </a:lnTo>
                  <a:lnTo>
                    <a:pt x="8865267" y="147465"/>
                  </a:lnTo>
                  <a:lnTo>
                    <a:pt x="8922439" y="134551"/>
                  </a:lnTo>
                  <a:lnTo>
                    <a:pt x="8979497" y="122030"/>
                  </a:lnTo>
                  <a:lnTo>
                    <a:pt x="9036466" y="110043"/>
                  </a:lnTo>
                  <a:lnTo>
                    <a:pt x="9093454" y="98702"/>
                  </a:lnTo>
                  <a:lnTo>
                    <a:pt x="9150665" y="88091"/>
                  </a:lnTo>
                  <a:lnTo>
                    <a:pt x="9208421" y="78263"/>
                  </a:lnTo>
                  <a:lnTo>
                    <a:pt x="9267187" y="69239"/>
                  </a:lnTo>
                  <a:lnTo>
                    <a:pt x="9327600" y="61015"/>
                  </a:lnTo>
                  <a:lnTo>
                    <a:pt x="9347647" y="58520"/>
                  </a:lnTo>
                  <a:lnTo>
                    <a:pt x="9399570" y="52588"/>
                  </a:lnTo>
                  <a:lnTo>
                    <a:pt x="9453948" y="47170"/>
                  </a:lnTo>
                  <a:lnTo>
                    <a:pt x="9511467" y="42250"/>
                  </a:lnTo>
                  <a:lnTo>
                    <a:pt x="9572880" y="37792"/>
                  </a:lnTo>
                  <a:lnTo>
                    <a:pt x="9638968" y="33752"/>
                  </a:lnTo>
                  <a:lnTo>
                    <a:pt x="9710494" y="30088"/>
                  </a:lnTo>
                  <a:lnTo>
                    <a:pt x="9788156" y="26759"/>
                  </a:lnTo>
                  <a:lnTo>
                    <a:pt x="9872513" y="23728"/>
                  </a:lnTo>
                  <a:lnTo>
                    <a:pt x="9963896" y="20965"/>
                  </a:lnTo>
                  <a:lnTo>
                    <a:pt x="10062288" y="18449"/>
                  </a:lnTo>
                  <a:lnTo>
                    <a:pt x="10167185" y="16162"/>
                  </a:lnTo>
                  <a:lnTo>
                    <a:pt x="10277447" y="14097"/>
                  </a:lnTo>
                  <a:lnTo>
                    <a:pt x="10391175" y="12251"/>
                  </a:lnTo>
                  <a:lnTo>
                    <a:pt x="10505655" y="10627"/>
                  </a:lnTo>
                  <a:lnTo>
                    <a:pt x="10617426" y="9228"/>
                  </a:lnTo>
                  <a:lnTo>
                    <a:pt x="10722523" y="8060"/>
                  </a:lnTo>
                  <a:lnTo>
                    <a:pt x="10816905" y="7121"/>
                  </a:lnTo>
                  <a:lnTo>
                    <a:pt x="10897019" y="6404"/>
                  </a:lnTo>
                  <a:lnTo>
                    <a:pt x="10960392" y="5890"/>
                  </a:lnTo>
                  <a:lnTo>
                    <a:pt x="11006102" y="5554"/>
                  </a:lnTo>
                  <a:lnTo>
                    <a:pt x="11035013" y="5360"/>
                  </a:lnTo>
                  <a:lnTo>
                    <a:pt x="11049758" y="5269"/>
                  </a:lnTo>
                  <a:lnTo>
                    <a:pt x="11054540" y="524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6"/>
                  </a:lnTo>
                  <a:lnTo>
                    <a:pt x="11046261" y="49"/>
                  </a:lnTo>
                  <a:lnTo>
                    <a:pt x="11027269" y="169"/>
                  </a:lnTo>
                  <a:lnTo>
                    <a:pt x="10993065" y="406"/>
                  </a:lnTo>
                  <a:lnTo>
                    <a:pt x="10941579" y="797"/>
                  </a:lnTo>
                  <a:lnTo>
                    <a:pt x="10872541" y="1375"/>
                  </a:lnTo>
                  <a:lnTo>
                    <a:pt x="10787419" y="2163"/>
                  </a:lnTo>
                  <a:lnTo>
                    <a:pt x="10689102" y="3177"/>
                  </a:lnTo>
                  <a:lnTo>
                    <a:pt x="10581368" y="4420"/>
                  </a:lnTo>
                  <a:lnTo>
                    <a:pt x="10468291" y="5893"/>
                  </a:lnTo>
                  <a:lnTo>
                    <a:pt x="10353709" y="7591"/>
                  </a:lnTo>
                  <a:lnTo>
                    <a:pt x="10240856" y="9508"/>
                  </a:lnTo>
                  <a:lnTo>
                    <a:pt x="10132181" y="11645"/>
                  </a:lnTo>
                  <a:lnTo>
                    <a:pt x="10029322" y="14006"/>
                  </a:lnTo>
                  <a:lnTo>
                    <a:pt x="9933196" y="16601"/>
                  </a:lnTo>
                  <a:lnTo>
                    <a:pt x="9844131" y="19448"/>
                  </a:lnTo>
                  <a:lnTo>
                    <a:pt x="9762016" y="22573"/>
                  </a:lnTo>
                  <a:lnTo>
                    <a:pt x="9686433" y="26008"/>
                  </a:lnTo>
                  <a:lnTo>
                    <a:pt x="9616769" y="29791"/>
                  </a:lnTo>
                  <a:lnTo>
                    <a:pt x="9552297" y="33962"/>
                  </a:lnTo>
                  <a:lnTo>
                    <a:pt x="9492244" y="38568"/>
                  </a:lnTo>
                  <a:lnTo>
                    <a:pt x="9435834" y="43647"/>
                  </a:lnTo>
                  <a:lnTo>
                    <a:pt x="9382331" y="49232"/>
                  </a:lnTo>
                  <a:lnTo>
                    <a:pt x="9347647" y="53279"/>
                  </a:lnTo>
                  <a:lnTo>
                    <a:pt x="9286531" y="61249"/>
                  </a:lnTo>
                  <a:lnTo>
                    <a:pt x="9227311" y="70012"/>
                  </a:lnTo>
                  <a:lnTo>
                    <a:pt x="9169286" y="79581"/>
                  </a:lnTo>
                  <a:lnTo>
                    <a:pt x="9111940" y="89943"/>
                  </a:lnTo>
                  <a:lnTo>
                    <a:pt x="9054908" y="101055"/>
                  </a:lnTo>
                  <a:lnTo>
                    <a:pt x="8997949" y="112844"/>
                  </a:lnTo>
                  <a:lnTo>
                    <a:pt x="8940926" y="125206"/>
                  </a:lnTo>
                  <a:lnTo>
                    <a:pt x="8883790" y="138009"/>
                  </a:lnTo>
                  <a:lnTo>
                    <a:pt x="8826553" y="151099"/>
                  </a:lnTo>
                  <a:lnTo>
                    <a:pt x="8769269" y="164306"/>
                  </a:lnTo>
                  <a:lnTo>
                    <a:pt x="8712010" y="177453"/>
                  </a:lnTo>
                  <a:lnTo>
                    <a:pt x="8654837" y="190368"/>
                  </a:lnTo>
                  <a:lnTo>
                    <a:pt x="8597780" y="202888"/>
                  </a:lnTo>
                  <a:lnTo>
                    <a:pt x="8540810" y="214875"/>
                  </a:lnTo>
                  <a:lnTo>
                    <a:pt x="8483823" y="226216"/>
                  </a:lnTo>
                  <a:lnTo>
                    <a:pt x="8426612" y="236827"/>
                  </a:lnTo>
                  <a:lnTo>
                    <a:pt x="8368856" y="246656"/>
                  </a:lnTo>
                  <a:lnTo>
                    <a:pt x="8310089" y="255680"/>
                  </a:lnTo>
                  <a:lnTo>
                    <a:pt x="8249677" y="263903"/>
                  </a:lnTo>
                  <a:lnTo>
                    <a:pt x="8229629" y="266398"/>
                  </a:lnTo>
                  <a:lnTo>
                    <a:pt x="8177706" y="272331"/>
                  </a:lnTo>
                  <a:lnTo>
                    <a:pt x="8123328" y="277748"/>
                  </a:lnTo>
                  <a:lnTo>
                    <a:pt x="8065809" y="282668"/>
                  </a:lnTo>
                  <a:lnTo>
                    <a:pt x="8004396" y="287127"/>
                  </a:lnTo>
                  <a:lnTo>
                    <a:pt x="7938309" y="291166"/>
                  </a:lnTo>
                  <a:lnTo>
                    <a:pt x="7866782" y="294830"/>
                  </a:lnTo>
                  <a:lnTo>
                    <a:pt x="7789121" y="298160"/>
                  </a:lnTo>
                  <a:lnTo>
                    <a:pt x="7704764" y="301191"/>
                  </a:lnTo>
                  <a:lnTo>
                    <a:pt x="7613381" y="303953"/>
                  </a:lnTo>
                  <a:lnTo>
                    <a:pt x="7514989" y="306470"/>
                  </a:lnTo>
                  <a:lnTo>
                    <a:pt x="7410092" y="308756"/>
                  </a:lnTo>
                  <a:lnTo>
                    <a:pt x="7299830" y="310821"/>
                  </a:lnTo>
                  <a:lnTo>
                    <a:pt x="7186101" y="312667"/>
                  </a:lnTo>
                  <a:lnTo>
                    <a:pt x="7071622" y="314292"/>
                  </a:lnTo>
                  <a:lnTo>
                    <a:pt x="6959851" y="315690"/>
                  </a:lnTo>
                  <a:lnTo>
                    <a:pt x="6854753" y="316858"/>
                  </a:lnTo>
                  <a:lnTo>
                    <a:pt x="6760371" y="317797"/>
                  </a:lnTo>
                  <a:lnTo>
                    <a:pt x="6680257" y="318514"/>
                  </a:lnTo>
                  <a:lnTo>
                    <a:pt x="6616884" y="319028"/>
                  </a:lnTo>
                  <a:lnTo>
                    <a:pt x="6571175" y="319365"/>
                  </a:lnTo>
                  <a:lnTo>
                    <a:pt x="6542264" y="319559"/>
                  </a:lnTo>
                  <a:lnTo>
                    <a:pt x="6527519" y="319649"/>
                  </a:lnTo>
                  <a:lnTo>
                    <a:pt x="6522737" y="319676"/>
                  </a:lnTo>
                  <a:lnTo>
                    <a:pt x="6522385" y="319678"/>
                  </a:lnTo>
                  <a:lnTo>
                    <a:pt x="5527445" y="319678"/>
                  </a:lnTo>
                  <a:lnTo>
                    <a:pt x="5526347" y="319719"/>
                  </a:lnTo>
                  <a:lnTo>
                    <a:pt x="5519092" y="320011"/>
                  </a:lnTo>
                  <a:lnTo>
                    <a:pt x="5500691" y="320818"/>
                  </a:lnTo>
                  <a:lnTo>
                    <a:pt x="5467511" y="322407"/>
                  </a:lnTo>
                  <a:lnTo>
                    <a:pt x="5417483" y="325036"/>
                  </a:lnTo>
                  <a:lnTo>
                    <a:pt x="5350258" y="328922"/>
                  </a:lnTo>
                  <a:lnTo>
                    <a:pt x="5267161" y="334232"/>
                  </a:lnTo>
                  <a:lnTo>
                    <a:pt x="5170900" y="341066"/>
                  </a:lnTo>
                  <a:lnTo>
                    <a:pt x="5065080" y="349464"/>
                  </a:lnTo>
                  <a:lnTo>
                    <a:pt x="4953638" y="359421"/>
                  </a:lnTo>
                  <a:lnTo>
                    <a:pt x="4840331" y="370908"/>
                  </a:lnTo>
                  <a:lnTo>
                    <a:pt x="4728366" y="383894"/>
                  </a:lnTo>
                  <a:lnTo>
                    <a:pt x="4620212" y="398371"/>
                  </a:lnTo>
                  <a:lnTo>
                    <a:pt x="4517560" y="414359"/>
                  </a:lnTo>
                  <a:lnTo>
                    <a:pt x="4421393" y="431926"/>
                  </a:lnTo>
                  <a:lnTo>
                    <a:pt x="4332111" y="451184"/>
                  </a:lnTo>
                  <a:lnTo>
                    <a:pt x="4249670" y="472295"/>
                  </a:lnTo>
                  <a:lnTo>
                    <a:pt x="4173712" y="495467"/>
                  </a:lnTo>
                  <a:lnTo>
                    <a:pt x="4103672" y="520945"/>
                  </a:lnTo>
                  <a:lnTo>
                    <a:pt x="4038867" y="549008"/>
                  </a:lnTo>
                  <a:lnTo>
                    <a:pt x="3978553" y="579951"/>
                  </a:lnTo>
                  <a:lnTo>
                    <a:pt x="3921977" y="614056"/>
                  </a:lnTo>
                  <a:lnTo>
                    <a:pt x="3868414" y="651553"/>
                  </a:lnTo>
                  <a:lnTo>
                    <a:pt x="3820202" y="690016"/>
                  </a:lnTo>
                  <a:lnTo>
                    <a:pt x="3772152" y="732933"/>
                  </a:lnTo>
                  <a:lnTo>
                    <a:pt x="3725371" y="779213"/>
                  </a:lnTo>
                  <a:lnTo>
                    <a:pt x="3679490" y="828921"/>
                  </a:lnTo>
                  <a:lnTo>
                    <a:pt x="3634216" y="882062"/>
                  </a:lnTo>
                  <a:lnTo>
                    <a:pt x="3589321" y="938570"/>
                  </a:lnTo>
                  <a:lnTo>
                    <a:pt x="3544632" y="998299"/>
                  </a:lnTo>
                  <a:lnTo>
                    <a:pt x="3500023" y="1061026"/>
                  </a:lnTo>
                  <a:lnTo>
                    <a:pt x="3455409" y="1126445"/>
                  </a:lnTo>
                  <a:lnTo>
                    <a:pt x="3410742" y="1194173"/>
                  </a:lnTo>
                  <a:lnTo>
                    <a:pt x="3366003" y="1263756"/>
                  </a:lnTo>
                  <a:lnTo>
                    <a:pt x="3321198" y="1334681"/>
                  </a:lnTo>
                  <a:lnTo>
                    <a:pt x="3276350" y="1406390"/>
                  </a:lnTo>
                  <a:lnTo>
                    <a:pt x="3231489" y="1478299"/>
                  </a:lnTo>
                  <a:lnTo>
                    <a:pt x="3186651" y="1549817"/>
                  </a:lnTo>
                  <a:lnTo>
                    <a:pt x="3141866" y="1620366"/>
                  </a:lnTo>
                  <a:lnTo>
                    <a:pt x="3097151" y="1689401"/>
                  </a:lnTo>
                  <a:lnTo>
                    <a:pt x="3052505" y="1756427"/>
                  </a:lnTo>
                  <a:lnTo>
                    <a:pt x="3007899" y="1821012"/>
                  </a:lnTo>
                  <a:lnTo>
                    <a:pt x="2963275" y="1882796"/>
                  </a:lnTo>
                  <a:lnTo>
                    <a:pt x="2918535" y="1941501"/>
                  </a:lnTo>
                  <a:lnTo>
                    <a:pt x="2873539" y="1996929"/>
                  </a:lnTo>
                  <a:lnTo>
                    <a:pt x="2828097" y="2048961"/>
                  </a:lnTo>
                  <a:lnTo>
                    <a:pt x="2781959" y="2097553"/>
                  </a:lnTo>
                  <a:lnTo>
                    <a:pt x="2734811" y="2142732"/>
                  </a:lnTo>
                  <a:lnTo>
                    <a:pt x="2702183" y="2171369"/>
                  </a:lnTo>
                  <a:lnTo>
                    <a:pt x="2650854" y="2212163"/>
                  </a:lnTo>
                  <a:lnTo>
                    <a:pt x="2597131" y="2249453"/>
                  </a:lnTo>
                  <a:lnTo>
                    <a:pt x="2540353" y="2283362"/>
                  </a:lnTo>
                  <a:lnTo>
                    <a:pt x="2479793" y="2314125"/>
                  </a:lnTo>
                  <a:lnTo>
                    <a:pt x="2414697" y="2342027"/>
                  </a:lnTo>
                  <a:lnTo>
                    <a:pt x="2344323" y="2367360"/>
                  </a:lnTo>
                  <a:lnTo>
                    <a:pt x="2267993" y="2390402"/>
                  </a:lnTo>
                  <a:lnTo>
                    <a:pt x="2185153" y="2411398"/>
                  </a:lnTo>
                  <a:lnTo>
                    <a:pt x="2095458" y="2430551"/>
                  </a:lnTo>
                  <a:lnTo>
                    <a:pt x="1998889" y="2448021"/>
                  </a:lnTo>
                  <a:lnTo>
                    <a:pt x="1895876" y="2463918"/>
                  </a:lnTo>
                  <a:lnTo>
                    <a:pt x="1787440" y="2478306"/>
                  </a:lnTo>
                  <a:lnTo>
                    <a:pt x="1675318" y="2491204"/>
                  </a:lnTo>
                  <a:lnTo>
                    <a:pt x="1562025" y="2502600"/>
                  </a:lnTo>
                  <a:lnTo>
                    <a:pt x="1450809" y="2512465"/>
                  </a:lnTo>
                  <a:lnTo>
                    <a:pt x="1345449" y="2520770"/>
                  </a:lnTo>
                  <a:lnTo>
                    <a:pt x="1249876" y="2527511"/>
                  </a:lnTo>
                  <a:lnTo>
                    <a:pt x="1167660" y="2532733"/>
                  </a:lnTo>
                  <a:lnTo>
                    <a:pt x="1101437" y="2536539"/>
                  </a:lnTo>
                  <a:lnTo>
                    <a:pt x="1052440" y="2539099"/>
                  </a:lnTo>
                  <a:lnTo>
                    <a:pt x="1020213" y="2540635"/>
                  </a:lnTo>
                  <a:lnTo>
                    <a:pt x="1002592" y="2541403"/>
                  </a:lnTo>
                  <a:lnTo>
                    <a:pt x="995856" y="2541673"/>
                  </a:lnTo>
                  <a:lnTo>
                    <a:pt x="994940" y="2541707"/>
                  </a:lnTo>
                  <a:lnTo>
                    <a:pt x="0" y="2541707"/>
                  </a:lnTo>
                  <a:close/>
                </a:path>
              </a:pathLst>
            </a:custGeom>
            <a:solidFill>
              <a:srgbClr val="7E57C2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63" name="pl1962"/>
            <p:cNvSpPr/>
            <p:nvPr/>
          </p:nvSpPr>
          <p:spPr>
            <a:xfrm>
              <a:off x="1199187" y="3631594"/>
              <a:ext cx="12049831" cy="2541707"/>
            </a:xfrm>
            <a:custGeom>
              <a:avLst/>
              <a:pathLst>
                <a:path w="12049831" h="2541707">
                  <a:moveTo>
                    <a:pt x="0" y="2541707"/>
                  </a:moveTo>
                  <a:lnTo>
                    <a:pt x="994940" y="2541707"/>
                  </a:lnTo>
                  <a:lnTo>
                    <a:pt x="996038" y="2541666"/>
                  </a:lnTo>
                  <a:lnTo>
                    <a:pt x="1003293" y="2541374"/>
                  </a:lnTo>
                  <a:lnTo>
                    <a:pt x="1021694" y="2540568"/>
                  </a:lnTo>
                  <a:lnTo>
                    <a:pt x="1054874" y="2538978"/>
                  </a:lnTo>
                  <a:lnTo>
                    <a:pt x="1104902" y="2536349"/>
                  </a:lnTo>
                  <a:lnTo>
                    <a:pt x="1172127" y="2532463"/>
                  </a:lnTo>
                  <a:lnTo>
                    <a:pt x="1255224" y="2527153"/>
                  </a:lnTo>
                  <a:lnTo>
                    <a:pt x="1351485" y="2520320"/>
                  </a:lnTo>
                  <a:lnTo>
                    <a:pt x="1457305" y="2511922"/>
                  </a:lnTo>
                  <a:lnTo>
                    <a:pt x="1568747" y="2501965"/>
                  </a:lnTo>
                  <a:lnTo>
                    <a:pt x="1682054" y="2490478"/>
                  </a:lnTo>
                  <a:lnTo>
                    <a:pt x="1794019" y="2477491"/>
                  </a:lnTo>
                  <a:lnTo>
                    <a:pt x="1902173" y="2463015"/>
                  </a:lnTo>
                  <a:lnTo>
                    <a:pt x="2004825" y="2447026"/>
                  </a:lnTo>
                  <a:lnTo>
                    <a:pt x="2100992" y="2429459"/>
                  </a:lnTo>
                  <a:lnTo>
                    <a:pt x="2190274" y="2410201"/>
                  </a:lnTo>
                  <a:lnTo>
                    <a:pt x="2272715" y="2389090"/>
                  </a:lnTo>
                  <a:lnTo>
                    <a:pt x="2348673" y="2365919"/>
                  </a:lnTo>
                  <a:lnTo>
                    <a:pt x="2418713" y="2340440"/>
                  </a:lnTo>
                  <a:lnTo>
                    <a:pt x="2483518" y="2312377"/>
                  </a:lnTo>
                  <a:lnTo>
                    <a:pt x="2543832" y="2281434"/>
                  </a:lnTo>
                  <a:lnTo>
                    <a:pt x="2600408" y="2247330"/>
                  </a:lnTo>
                  <a:lnTo>
                    <a:pt x="2653971" y="2209832"/>
                  </a:lnTo>
                  <a:lnTo>
                    <a:pt x="2702183" y="2171369"/>
                  </a:lnTo>
                  <a:lnTo>
                    <a:pt x="2750233" y="2128452"/>
                  </a:lnTo>
                  <a:lnTo>
                    <a:pt x="2797014" y="2082173"/>
                  </a:lnTo>
                  <a:lnTo>
                    <a:pt x="2842895" y="2032464"/>
                  </a:lnTo>
                  <a:lnTo>
                    <a:pt x="2888169" y="1979323"/>
                  </a:lnTo>
                  <a:lnTo>
                    <a:pt x="2933064" y="1922816"/>
                  </a:lnTo>
                  <a:lnTo>
                    <a:pt x="2977753" y="1863086"/>
                  </a:lnTo>
                  <a:lnTo>
                    <a:pt x="3022362" y="1800360"/>
                  </a:lnTo>
                  <a:lnTo>
                    <a:pt x="3066976" y="1734940"/>
                  </a:lnTo>
                  <a:lnTo>
                    <a:pt x="3111643" y="1667212"/>
                  </a:lnTo>
                  <a:lnTo>
                    <a:pt x="3156382" y="1597629"/>
                  </a:lnTo>
                  <a:lnTo>
                    <a:pt x="3201187" y="1526704"/>
                  </a:lnTo>
                  <a:lnTo>
                    <a:pt x="3246035" y="1454995"/>
                  </a:lnTo>
                  <a:lnTo>
                    <a:pt x="3290896" y="1383086"/>
                  </a:lnTo>
                  <a:lnTo>
                    <a:pt x="3335734" y="1311568"/>
                  </a:lnTo>
                  <a:lnTo>
                    <a:pt x="3380519" y="1241019"/>
                  </a:lnTo>
                  <a:lnTo>
                    <a:pt x="3425234" y="1171984"/>
                  </a:lnTo>
                  <a:lnTo>
                    <a:pt x="3469880" y="1104958"/>
                  </a:lnTo>
                  <a:lnTo>
                    <a:pt x="3514486" y="1040374"/>
                  </a:lnTo>
                  <a:lnTo>
                    <a:pt x="3559110" y="978589"/>
                  </a:lnTo>
                  <a:lnTo>
                    <a:pt x="3603850" y="919884"/>
                  </a:lnTo>
                  <a:lnTo>
                    <a:pt x="3648846" y="864457"/>
                  </a:lnTo>
                  <a:lnTo>
                    <a:pt x="3694288" y="812425"/>
                  </a:lnTo>
                  <a:lnTo>
                    <a:pt x="3740426" y="763832"/>
                  </a:lnTo>
                  <a:lnTo>
                    <a:pt x="3787574" y="718653"/>
                  </a:lnTo>
                  <a:lnTo>
                    <a:pt x="3820202" y="690016"/>
                  </a:lnTo>
                  <a:lnTo>
                    <a:pt x="3871531" y="649223"/>
                  </a:lnTo>
                  <a:lnTo>
                    <a:pt x="3925254" y="611932"/>
                  </a:lnTo>
                  <a:lnTo>
                    <a:pt x="3982032" y="578023"/>
                  </a:lnTo>
                  <a:lnTo>
                    <a:pt x="4042592" y="547260"/>
                  </a:lnTo>
                  <a:lnTo>
                    <a:pt x="4107688" y="519358"/>
                  </a:lnTo>
                  <a:lnTo>
                    <a:pt x="4178062" y="494025"/>
                  </a:lnTo>
                  <a:lnTo>
                    <a:pt x="4254392" y="470983"/>
                  </a:lnTo>
                  <a:lnTo>
                    <a:pt x="4337232" y="449988"/>
                  </a:lnTo>
                  <a:lnTo>
                    <a:pt x="4426927" y="430834"/>
                  </a:lnTo>
                  <a:lnTo>
                    <a:pt x="4523496" y="413364"/>
                  </a:lnTo>
                  <a:lnTo>
                    <a:pt x="4626509" y="397467"/>
                  </a:lnTo>
                  <a:lnTo>
                    <a:pt x="4734945" y="383080"/>
                  </a:lnTo>
                  <a:lnTo>
                    <a:pt x="4847067" y="370182"/>
                  </a:lnTo>
                  <a:lnTo>
                    <a:pt x="4960360" y="358785"/>
                  </a:lnTo>
                  <a:lnTo>
                    <a:pt x="5071576" y="348920"/>
                  </a:lnTo>
                  <a:lnTo>
                    <a:pt x="5176936" y="340615"/>
                  </a:lnTo>
                  <a:lnTo>
                    <a:pt x="5272509" y="333874"/>
                  </a:lnTo>
                  <a:lnTo>
                    <a:pt x="5354725" y="328653"/>
                  </a:lnTo>
                  <a:lnTo>
                    <a:pt x="5420948" y="324846"/>
                  </a:lnTo>
                  <a:lnTo>
                    <a:pt x="5469945" y="322286"/>
                  </a:lnTo>
                  <a:lnTo>
                    <a:pt x="5502172" y="320750"/>
                  </a:lnTo>
                  <a:lnTo>
                    <a:pt x="5519793" y="319982"/>
                  </a:lnTo>
                  <a:lnTo>
                    <a:pt x="5526529" y="319712"/>
                  </a:lnTo>
                  <a:lnTo>
                    <a:pt x="5527445" y="319678"/>
                  </a:lnTo>
                  <a:lnTo>
                    <a:pt x="6522385" y="319678"/>
                  </a:lnTo>
                  <a:lnTo>
                    <a:pt x="6523521" y="319672"/>
                  </a:lnTo>
                  <a:lnTo>
                    <a:pt x="6531015" y="319629"/>
                  </a:lnTo>
                  <a:lnTo>
                    <a:pt x="6550007" y="319509"/>
                  </a:lnTo>
                  <a:lnTo>
                    <a:pt x="6584211" y="319272"/>
                  </a:lnTo>
                  <a:lnTo>
                    <a:pt x="6635697" y="318881"/>
                  </a:lnTo>
                  <a:lnTo>
                    <a:pt x="6704736" y="318303"/>
                  </a:lnTo>
                  <a:lnTo>
                    <a:pt x="6789857" y="317515"/>
                  </a:lnTo>
                  <a:lnTo>
                    <a:pt x="6888175" y="316501"/>
                  </a:lnTo>
                  <a:lnTo>
                    <a:pt x="6995909" y="315257"/>
                  </a:lnTo>
                  <a:lnTo>
                    <a:pt x="7108986" y="313784"/>
                  </a:lnTo>
                  <a:lnTo>
                    <a:pt x="7223567" y="312087"/>
                  </a:lnTo>
                  <a:lnTo>
                    <a:pt x="7336420" y="310169"/>
                  </a:lnTo>
                  <a:lnTo>
                    <a:pt x="7445096" y="308032"/>
                  </a:lnTo>
                  <a:lnTo>
                    <a:pt x="7547955" y="305672"/>
                  </a:lnTo>
                  <a:lnTo>
                    <a:pt x="7644081" y="303077"/>
                  </a:lnTo>
                  <a:lnTo>
                    <a:pt x="7733146" y="300229"/>
                  </a:lnTo>
                  <a:lnTo>
                    <a:pt x="7815261" y="297104"/>
                  </a:lnTo>
                  <a:lnTo>
                    <a:pt x="7890844" y="293669"/>
                  </a:lnTo>
                  <a:lnTo>
                    <a:pt x="7960508" y="289887"/>
                  </a:lnTo>
                  <a:lnTo>
                    <a:pt x="8024979" y="285715"/>
                  </a:lnTo>
                  <a:lnTo>
                    <a:pt x="8085032" y="281110"/>
                  </a:lnTo>
                  <a:lnTo>
                    <a:pt x="8141442" y="276030"/>
                  </a:lnTo>
                  <a:lnTo>
                    <a:pt x="8194945" y="270445"/>
                  </a:lnTo>
                  <a:lnTo>
                    <a:pt x="8229629" y="266398"/>
                  </a:lnTo>
                  <a:lnTo>
                    <a:pt x="8290745" y="258429"/>
                  </a:lnTo>
                  <a:lnTo>
                    <a:pt x="8349966" y="249666"/>
                  </a:lnTo>
                  <a:lnTo>
                    <a:pt x="8407990" y="240096"/>
                  </a:lnTo>
                  <a:lnTo>
                    <a:pt x="8465336" y="229735"/>
                  </a:lnTo>
                  <a:lnTo>
                    <a:pt x="8522368" y="218623"/>
                  </a:lnTo>
                  <a:lnTo>
                    <a:pt x="8579328" y="206834"/>
                  </a:lnTo>
                  <a:lnTo>
                    <a:pt x="8636350" y="194472"/>
                  </a:lnTo>
                  <a:lnTo>
                    <a:pt x="8693487" y="181668"/>
                  </a:lnTo>
                  <a:lnTo>
                    <a:pt x="8750724" y="168578"/>
                  </a:lnTo>
                  <a:lnTo>
                    <a:pt x="8808007" y="155371"/>
                  </a:lnTo>
                  <a:lnTo>
                    <a:pt x="8865267" y="142224"/>
                  </a:lnTo>
                  <a:lnTo>
                    <a:pt x="8922439" y="129310"/>
                  </a:lnTo>
                  <a:lnTo>
                    <a:pt x="8979497" y="116790"/>
                  </a:lnTo>
                  <a:lnTo>
                    <a:pt x="9036466" y="104802"/>
                  </a:lnTo>
                  <a:lnTo>
                    <a:pt x="9093454" y="93462"/>
                  </a:lnTo>
                  <a:lnTo>
                    <a:pt x="9150665" y="82851"/>
                  </a:lnTo>
                  <a:lnTo>
                    <a:pt x="9208421" y="73022"/>
                  </a:lnTo>
                  <a:lnTo>
                    <a:pt x="9267187" y="63998"/>
                  </a:lnTo>
                  <a:lnTo>
                    <a:pt x="9327600" y="55774"/>
                  </a:lnTo>
                  <a:lnTo>
                    <a:pt x="9347647" y="53279"/>
                  </a:lnTo>
                  <a:lnTo>
                    <a:pt x="9399570" y="47347"/>
                  </a:lnTo>
                  <a:lnTo>
                    <a:pt x="9453948" y="41930"/>
                  </a:lnTo>
                  <a:lnTo>
                    <a:pt x="9511467" y="37010"/>
                  </a:lnTo>
                  <a:lnTo>
                    <a:pt x="9572880" y="32551"/>
                  </a:lnTo>
                  <a:lnTo>
                    <a:pt x="9638968" y="28511"/>
                  </a:lnTo>
                  <a:lnTo>
                    <a:pt x="9710494" y="24847"/>
                  </a:lnTo>
                  <a:lnTo>
                    <a:pt x="9788156" y="21518"/>
                  </a:lnTo>
                  <a:lnTo>
                    <a:pt x="9872513" y="18487"/>
                  </a:lnTo>
                  <a:lnTo>
                    <a:pt x="9963896" y="15725"/>
                  </a:lnTo>
                  <a:lnTo>
                    <a:pt x="10062288" y="13208"/>
                  </a:lnTo>
                  <a:lnTo>
                    <a:pt x="10167185" y="10921"/>
                  </a:lnTo>
                  <a:lnTo>
                    <a:pt x="10277447" y="8856"/>
                  </a:lnTo>
                  <a:lnTo>
                    <a:pt x="10391175" y="7010"/>
                  </a:lnTo>
                  <a:lnTo>
                    <a:pt x="10505655" y="5386"/>
                  </a:lnTo>
                  <a:lnTo>
                    <a:pt x="10617426" y="3988"/>
                  </a:lnTo>
                  <a:lnTo>
                    <a:pt x="10722523" y="2819"/>
                  </a:lnTo>
                  <a:lnTo>
                    <a:pt x="10816905" y="1881"/>
                  </a:lnTo>
                  <a:lnTo>
                    <a:pt x="10897019" y="1163"/>
                  </a:lnTo>
                  <a:lnTo>
                    <a:pt x="10960392" y="650"/>
                  </a:lnTo>
                  <a:lnTo>
                    <a:pt x="11006102" y="313"/>
                  </a:lnTo>
                  <a:lnTo>
                    <a:pt x="11035013" y="119"/>
                  </a:lnTo>
                  <a:lnTo>
                    <a:pt x="11049758" y="28"/>
                  </a:lnTo>
                  <a:lnTo>
                    <a:pt x="11054540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4" name="pl1963"/>
            <p:cNvSpPr/>
            <p:nvPr/>
          </p:nvSpPr>
          <p:spPr>
            <a:xfrm>
              <a:off x="1199187" y="3626354"/>
              <a:ext cx="12049831" cy="2541707"/>
            </a:xfrm>
            <a:custGeom>
              <a:avLst/>
              <a:pathLst>
                <a:path w="12049831" h="2541707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6"/>
                  </a:lnTo>
                  <a:lnTo>
                    <a:pt x="11046261" y="49"/>
                  </a:lnTo>
                  <a:lnTo>
                    <a:pt x="11027269" y="169"/>
                  </a:lnTo>
                  <a:lnTo>
                    <a:pt x="10993065" y="406"/>
                  </a:lnTo>
                  <a:lnTo>
                    <a:pt x="10941579" y="797"/>
                  </a:lnTo>
                  <a:lnTo>
                    <a:pt x="10872541" y="1375"/>
                  </a:lnTo>
                  <a:lnTo>
                    <a:pt x="10787419" y="2163"/>
                  </a:lnTo>
                  <a:lnTo>
                    <a:pt x="10689102" y="3177"/>
                  </a:lnTo>
                  <a:lnTo>
                    <a:pt x="10581368" y="4420"/>
                  </a:lnTo>
                  <a:lnTo>
                    <a:pt x="10468291" y="5893"/>
                  </a:lnTo>
                  <a:lnTo>
                    <a:pt x="10353709" y="7591"/>
                  </a:lnTo>
                  <a:lnTo>
                    <a:pt x="10240856" y="9508"/>
                  </a:lnTo>
                  <a:lnTo>
                    <a:pt x="10132181" y="11645"/>
                  </a:lnTo>
                  <a:lnTo>
                    <a:pt x="10029322" y="14006"/>
                  </a:lnTo>
                  <a:lnTo>
                    <a:pt x="9933196" y="16601"/>
                  </a:lnTo>
                  <a:lnTo>
                    <a:pt x="9844131" y="19448"/>
                  </a:lnTo>
                  <a:lnTo>
                    <a:pt x="9762016" y="22573"/>
                  </a:lnTo>
                  <a:lnTo>
                    <a:pt x="9686433" y="26008"/>
                  </a:lnTo>
                  <a:lnTo>
                    <a:pt x="9616769" y="29791"/>
                  </a:lnTo>
                  <a:lnTo>
                    <a:pt x="9552297" y="33962"/>
                  </a:lnTo>
                  <a:lnTo>
                    <a:pt x="9492244" y="38568"/>
                  </a:lnTo>
                  <a:lnTo>
                    <a:pt x="9435834" y="43647"/>
                  </a:lnTo>
                  <a:lnTo>
                    <a:pt x="9382331" y="49232"/>
                  </a:lnTo>
                  <a:lnTo>
                    <a:pt x="9347647" y="53279"/>
                  </a:lnTo>
                  <a:lnTo>
                    <a:pt x="9286531" y="61249"/>
                  </a:lnTo>
                  <a:lnTo>
                    <a:pt x="9227311" y="70012"/>
                  </a:lnTo>
                  <a:lnTo>
                    <a:pt x="9169286" y="79581"/>
                  </a:lnTo>
                  <a:lnTo>
                    <a:pt x="9111940" y="89943"/>
                  </a:lnTo>
                  <a:lnTo>
                    <a:pt x="9054908" y="101055"/>
                  </a:lnTo>
                  <a:lnTo>
                    <a:pt x="8997949" y="112844"/>
                  </a:lnTo>
                  <a:lnTo>
                    <a:pt x="8940926" y="125206"/>
                  </a:lnTo>
                  <a:lnTo>
                    <a:pt x="8883790" y="138009"/>
                  </a:lnTo>
                  <a:lnTo>
                    <a:pt x="8826553" y="151099"/>
                  </a:lnTo>
                  <a:lnTo>
                    <a:pt x="8769269" y="164306"/>
                  </a:lnTo>
                  <a:lnTo>
                    <a:pt x="8712010" y="177453"/>
                  </a:lnTo>
                  <a:lnTo>
                    <a:pt x="8654837" y="190368"/>
                  </a:lnTo>
                  <a:lnTo>
                    <a:pt x="8597780" y="202888"/>
                  </a:lnTo>
                  <a:lnTo>
                    <a:pt x="8540810" y="214875"/>
                  </a:lnTo>
                  <a:lnTo>
                    <a:pt x="8483823" y="226216"/>
                  </a:lnTo>
                  <a:lnTo>
                    <a:pt x="8426612" y="236827"/>
                  </a:lnTo>
                  <a:lnTo>
                    <a:pt x="8368856" y="246656"/>
                  </a:lnTo>
                  <a:lnTo>
                    <a:pt x="8310089" y="255680"/>
                  </a:lnTo>
                  <a:lnTo>
                    <a:pt x="8249677" y="263903"/>
                  </a:lnTo>
                  <a:lnTo>
                    <a:pt x="8229629" y="266398"/>
                  </a:lnTo>
                  <a:lnTo>
                    <a:pt x="8177706" y="272331"/>
                  </a:lnTo>
                  <a:lnTo>
                    <a:pt x="8123328" y="277748"/>
                  </a:lnTo>
                  <a:lnTo>
                    <a:pt x="8065809" y="282668"/>
                  </a:lnTo>
                  <a:lnTo>
                    <a:pt x="8004396" y="287127"/>
                  </a:lnTo>
                  <a:lnTo>
                    <a:pt x="7938309" y="291166"/>
                  </a:lnTo>
                  <a:lnTo>
                    <a:pt x="7866782" y="294830"/>
                  </a:lnTo>
                  <a:lnTo>
                    <a:pt x="7789121" y="298160"/>
                  </a:lnTo>
                  <a:lnTo>
                    <a:pt x="7704764" y="301191"/>
                  </a:lnTo>
                  <a:lnTo>
                    <a:pt x="7613381" y="303953"/>
                  </a:lnTo>
                  <a:lnTo>
                    <a:pt x="7514989" y="306470"/>
                  </a:lnTo>
                  <a:lnTo>
                    <a:pt x="7410092" y="308756"/>
                  </a:lnTo>
                  <a:lnTo>
                    <a:pt x="7299830" y="310821"/>
                  </a:lnTo>
                  <a:lnTo>
                    <a:pt x="7186101" y="312667"/>
                  </a:lnTo>
                  <a:lnTo>
                    <a:pt x="7071622" y="314292"/>
                  </a:lnTo>
                  <a:lnTo>
                    <a:pt x="6959851" y="315690"/>
                  </a:lnTo>
                  <a:lnTo>
                    <a:pt x="6854753" y="316858"/>
                  </a:lnTo>
                  <a:lnTo>
                    <a:pt x="6760371" y="317797"/>
                  </a:lnTo>
                  <a:lnTo>
                    <a:pt x="6680257" y="318514"/>
                  </a:lnTo>
                  <a:lnTo>
                    <a:pt x="6616884" y="319028"/>
                  </a:lnTo>
                  <a:lnTo>
                    <a:pt x="6571175" y="319365"/>
                  </a:lnTo>
                  <a:lnTo>
                    <a:pt x="6542264" y="319559"/>
                  </a:lnTo>
                  <a:lnTo>
                    <a:pt x="6527519" y="319649"/>
                  </a:lnTo>
                  <a:lnTo>
                    <a:pt x="6522737" y="319676"/>
                  </a:lnTo>
                  <a:lnTo>
                    <a:pt x="6522385" y="319678"/>
                  </a:lnTo>
                  <a:lnTo>
                    <a:pt x="5527445" y="319678"/>
                  </a:lnTo>
                  <a:lnTo>
                    <a:pt x="5526347" y="319719"/>
                  </a:lnTo>
                  <a:lnTo>
                    <a:pt x="5519092" y="320011"/>
                  </a:lnTo>
                  <a:lnTo>
                    <a:pt x="5500691" y="320818"/>
                  </a:lnTo>
                  <a:lnTo>
                    <a:pt x="5467511" y="322407"/>
                  </a:lnTo>
                  <a:lnTo>
                    <a:pt x="5417483" y="325036"/>
                  </a:lnTo>
                  <a:lnTo>
                    <a:pt x="5350258" y="328922"/>
                  </a:lnTo>
                  <a:lnTo>
                    <a:pt x="5267161" y="334232"/>
                  </a:lnTo>
                  <a:lnTo>
                    <a:pt x="5170900" y="341066"/>
                  </a:lnTo>
                  <a:lnTo>
                    <a:pt x="5065080" y="349464"/>
                  </a:lnTo>
                  <a:lnTo>
                    <a:pt x="4953638" y="359421"/>
                  </a:lnTo>
                  <a:lnTo>
                    <a:pt x="4840331" y="370908"/>
                  </a:lnTo>
                  <a:lnTo>
                    <a:pt x="4728366" y="383894"/>
                  </a:lnTo>
                  <a:lnTo>
                    <a:pt x="4620212" y="398371"/>
                  </a:lnTo>
                  <a:lnTo>
                    <a:pt x="4517560" y="414359"/>
                  </a:lnTo>
                  <a:lnTo>
                    <a:pt x="4421393" y="431926"/>
                  </a:lnTo>
                  <a:lnTo>
                    <a:pt x="4332111" y="451184"/>
                  </a:lnTo>
                  <a:lnTo>
                    <a:pt x="4249670" y="472295"/>
                  </a:lnTo>
                  <a:lnTo>
                    <a:pt x="4173712" y="495467"/>
                  </a:lnTo>
                  <a:lnTo>
                    <a:pt x="4103672" y="520945"/>
                  </a:lnTo>
                  <a:lnTo>
                    <a:pt x="4038867" y="549008"/>
                  </a:lnTo>
                  <a:lnTo>
                    <a:pt x="3978553" y="579951"/>
                  </a:lnTo>
                  <a:lnTo>
                    <a:pt x="3921977" y="614056"/>
                  </a:lnTo>
                  <a:lnTo>
                    <a:pt x="3868414" y="651553"/>
                  </a:lnTo>
                  <a:lnTo>
                    <a:pt x="3820202" y="690016"/>
                  </a:lnTo>
                  <a:lnTo>
                    <a:pt x="3772152" y="732933"/>
                  </a:lnTo>
                  <a:lnTo>
                    <a:pt x="3725371" y="779213"/>
                  </a:lnTo>
                  <a:lnTo>
                    <a:pt x="3679490" y="828921"/>
                  </a:lnTo>
                  <a:lnTo>
                    <a:pt x="3634216" y="882062"/>
                  </a:lnTo>
                  <a:lnTo>
                    <a:pt x="3589321" y="938570"/>
                  </a:lnTo>
                  <a:lnTo>
                    <a:pt x="3544632" y="998299"/>
                  </a:lnTo>
                  <a:lnTo>
                    <a:pt x="3500023" y="1061026"/>
                  </a:lnTo>
                  <a:lnTo>
                    <a:pt x="3455409" y="1126445"/>
                  </a:lnTo>
                  <a:lnTo>
                    <a:pt x="3410742" y="1194173"/>
                  </a:lnTo>
                  <a:lnTo>
                    <a:pt x="3366003" y="1263756"/>
                  </a:lnTo>
                  <a:lnTo>
                    <a:pt x="3321198" y="1334681"/>
                  </a:lnTo>
                  <a:lnTo>
                    <a:pt x="3276350" y="1406390"/>
                  </a:lnTo>
                  <a:lnTo>
                    <a:pt x="3231489" y="1478299"/>
                  </a:lnTo>
                  <a:lnTo>
                    <a:pt x="3186651" y="1549817"/>
                  </a:lnTo>
                  <a:lnTo>
                    <a:pt x="3141866" y="1620366"/>
                  </a:lnTo>
                  <a:lnTo>
                    <a:pt x="3097151" y="1689401"/>
                  </a:lnTo>
                  <a:lnTo>
                    <a:pt x="3052505" y="1756427"/>
                  </a:lnTo>
                  <a:lnTo>
                    <a:pt x="3007899" y="1821012"/>
                  </a:lnTo>
                  <a:lnTo>
                    <a:pt x="2963275" y="1882796"/>
                  </a:lnTo>
                  <a:lnTo>
                    <a:pt x="2918535" y="1941501"/>
                  </a:lnTo>
                  <a:lnTo>
                    <a:pt x="2873539" y="1996929"/>
                  </a:lnTo>
                  <a:lnTo>
                    <a:pt x="2828097" y="2048961"/>
                  </a:lnTo>
                  <a:lnTo>
                    <a:pt x="2781959" y="2097553"/>
                  </a:lnTo>
                  <a:lnTo>
                    <a:pt x="2734811" y="2142732"/>
                  </a:lnTo>
                  <a:lnTo>
                    <a:pt x="2702183" y="2171369"/>
                  </a:lnTo>
                  <a:lnTo>
                    <a:pt x="2650854" y="2212163"/>
                  </a:lnTo>
                  <a:lnTo>
                    <a:pt x="2597131" y="2249453"/>
                  </a:lnTo>
                  <a:lnTo>
                    <a:pt x="2540353" y="2283362"/>
                  </a:lnTo>
                  <a:lnTo>
                    <a:pt x="2479793" y="2314125"/>
                  </a:lnTo>
                  <a:lnTo>
                    <a:pt x="2414697" y="2342027"/>
                  </a:lnTo>
                  <a:lnTo>
                    <a:pt x="2344323" y="2367360"/>
                  </a:lnTo>
                  <a:lnTo>
                    <a:pt x="2267993" y="2390402"/>
                  </a:lnTo>
                  <a:lnTo>
                    <a:pt x="2185153" y="2411398"/>
                  </a:lnTo>
                  <a:lnTo>
                    <a:pt x="2095458" y="2430551"/>
                  </a:lnTo>
                  <a:lnTo>
                    <a:pt x="1998889" y="2448021"/>
                  </a:lnTo>
                  <a:lnTo>
                    <a:pt x="1895876" y="2463918"/>
                  </a:lnTo>
                  <a:lnTo>
                    <a:pt x="1787440" y="2478306"/>
                  </a:lnTo>
                  <a:lnTo>
                    <a:pt x="1675318" y="2491204"/>
                  </a:lnTo>
                  <a:lnTo>
                    <a:pt x="1562025" y="2502600"/>
                  </a:lnTo>
                  <a:lnTo>
                    <a:pt x="1450809" y="2512465"/>
                  </a:lnTo>
                  <a:lnTo>
                    <a:pt x="1345449" y="2520770"/>
                  </a:lnTo>
                  <a:lnTo>
                    <a:pt x="1249876" y="2527511"/>
                  </a:lnTo>
                  <a:lnTo>
                    <a:pt x="1167660" y="2532733"/>
                  </a:lnTo>
                  <a:lnTo>
                    <a:pt x="1101437" y="2536539"/>
                  </a:lnTo>
                  <a:lnTo>
                    <a:pt x="1052440" y="2539099"/>
                  </a:lnTo>
                  <a:lnTo>
                    <a:pt x="1020213" y="2540635"/>
                  </a:lnTo>
                  <a:lnTo>
                    <a:pt x="1002592" y="2541403"/>
                  </a:lnTo>
                  <a:lnTo>
                    <a:pt x="995856" y="2541673"/>
                  </a:lnTo>
                  <a:lnTo>
                    <a:pt x="994940" y="2541707"/>
                  </a:lnTo>
                  <a:lnTo>
                    <a:pt x="0" y="2541707"/>
                  </a:lnTo>
                  <a:lnTo>
                    <a:pt x="0" y="25417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5" name="pg1964"/>
            <p:cNvSpPr/>
            <p:nvPr/>
          </p:nvSpPr>
          <p:spPr>
            <a:xfrm>
              <a:off x="1199187" y="3966995"/>
              <a:ext cx="12049831" cy="2211547"/>
            </a:xfrm>
            <a:custGeom>
              <a:avLst/>
              <a:pathLst>
                <a:path w="12049831" h="2211547">
                  <a:moveTo>
                    <a:pt x="0" y="2211547"/>
                  </a:moveTo>
                  <a:lnTo>
                    <a:pt x="994940" y="2211547"/>
                  </a:lnTo>
                  <a:lnTo>
                    <a:pt x="996039" y="2211506"/>
                  </a:lnTo>
                  <a:lnTo>
                    <a:pt x="1003297" y="2211216"/>
                  </a:lnTo>
                  <a:lnTo>
                    <a:pt x="1021706" y="2210415"/>
                  </a:lnTo>
                  <a:lnTo>
                    <a:pt x="1054900" y="2208836"/>
                  </a:lnTo>
                  <a:lnTo>
                    <a:pt x="1104948" y="2206225"/>
                  </a:lnTo>
                  <a:lnTo>
                    <a:pt x="1172198" y="2202364"/>
                  </a:lnTo>
                  <a:lnTo>
                    <a:pt x="1255324" y="2197090"/>
                  </a:lnTo>
                  <a:lnTo>
                    <a:pt x="1351614" y="2190301"/>
                  </a:lnTo>
                  <a:lnTo>
                    <a:pt x="1457461" y="2181959"/>
                  </a:lnTo>
                  <a:lnTo>
                    <a:pt x="1568926" y="2172069"/>
                  </a:lnTo>
                  <a:lnTo>
                    <a:pt x="1682251" y="2160659"/>
                  </a:lnTo>
                  <a:lnTo>
                    <a:pt x="1794229" y="2147759"/>
                  </a:lnTo>
                  <a:lnTo>
                    <a:pt x="1902391" y="2133380"/>
                  </a:lnTo>
                  <a:lnTo>
                    <a:pt x="2005046" y="2117499"/>
                  </a:lnTo>
                  <a:lnTo>
                    <a:pt x="2101213" y="2100050"/>
                  </a:lnTo>
                  <a:lnTo>
                    <a:pt x="2190492" y="2080921"/>
                  </a:lnTo>
                  <a:lnTo>
                    <a:pt x="2272928" y="2059950"/>
                  </a:lnTo>
                  <a:lnTo>
                    <a:pt x="2348881" y="2036934"/>
                  </a:lnTo>
                  <a:lnTo>
                    <a:pt x="2418915" y="2011625"/>
                  </a:lnTo>
                  <a:lnTo>
                    <a:pt x="2483716" y="1983747"/>
                  </a:lnTo>
                  <a:lnTo>
                    <a:pt x="2544026" y="1953009"/>
                  </a:lnTo>
                  <a:lnTo>
                    <a:pt x="2600599" y="1919129"/>
                  </a:lnTo>
                  <a:lnTo>
                    <a:pt x="2654161" y="1881879"/>
                  </a:lnTo>
                  <a:lnTo>
                    <a:pt x="2702183" y="1843829"/>
                  </a:lnTo>
                  <a:lnTo>
                    <a:pt x="2750340" y="1801116"/>
                  </a:lnTo>
                  <a:lnTo>
                    <a:pt x="2797223" y="1755049"/>
                  </a:lnTo>
                  <a:lnTo>
                    <a:pt x="2843204" y="1705561"/>
                  </a:lnTo>
                  <a:lnTo>
                    <a:pt x="2888576" y="1652650"/>
                  </a:lnTo>
                  <a:lnTo>
                    <a:pt x="2933569" y="1596382"/>
                  </a:lnTo>
                  <a:lnTo>
                    <a:pt x="2978357" y="1536903"/>
                  </a:lnTo>
                  <a:lnTo>
                    <a:pt x="3023067" y="1474438"/>
                  </a:lnTo>
                  <a:lnTo>
                    <a:pt x="3067783" y="1409293"/>
                  </a:lnTo>
                  <a:lnTo>
                    <a:pt x="3112552" y="1341852"/>
                  </a:lnTo>
                  <a:lnTo>
                    <a:pt x="3157393" y="1272571"/>
                  </a:lnTo>
                  <a:lnTo>
                    <a:pt x="3202300" y="1201964"/>
                  </a:lnTo>
                  <a:lnTo>
                    <a:pt x="3247251" y="1130589"/>
                  </a:lnTo>
                  <a:lnTo>
                    <a:pt x="3292213" y="1059031"/>
                  </a:lnTo>
                  <a:lnTo>
                    <a:pt x="3337151" y="987880"/>
                  </a:lnTo>
                  <a:lnTo>
                    <a:pt x="3382035" y="917712"/>
                  </a:lnTo>
                  <a:lnTo>
                    <a:pt x="3426848" y="849073"/>
                  </a:lnTo>
                  <a:lnTo>
                    <a:pt x="3471593" y="782454"/>
                  </a:lnTo>
                  <a:lnTo>
                    <a:pt x="3516299" y="718286"/>
                  </a:lnTo>
                  <a:lnTo>
                    <a:pt x="3561027" y="656923"/>
                  </a:lnTo>
                  <a:lnTo>
                    <a:pt x="3605875" y="598642"/>
                  </a:lnTo>
                  <a:lnTo>
                    <a:pt x="3650989" y="543637"/>
                  </a:lnTo>
                  <a:lnTo>
                    <a:pt x="3696562" y="492022"/>
                  </a:lnTo>
                  <a:lnTo>
                    <a:pt x="3742847" y="443838"/>
                  </a:lnTo>
                  <a:lnTo>
                    <a:pt x="3790166" y="399056"/>
                  </a:lnTo>
                  <a:lnTo>
                    <a:pt x="3820202" y="372958"/>
                  </a:lnTo>
                  <a:lnTo>
                    <a:pt x="3871539" y="332447"/>
                  </a:lnTo>
                  <a:lnTo>
                    <a:pt x="3925271" y="295415"/>
                  </a:lnTo>
                  <a:lnTo>
                    <a:pt x="3982060" y="261742"/>
                  </a:lnTo>
                  <a:lnTo>
                    <a:pt x="4042632" y="231193"/>
                  </a:lnTo>
                  <a:lnTo>
                    <a:pt x="4107742" y="203487"/>
                  </a:lnTo>
                  <a:lnTo>
                    <a:pt x="4178131" y="178331"/>
                  </a:lnTo>
                  <a:lnTo>
                    <a:pt x="4254480" y="155450"/>
                  </a:lnTo>
                  <a:lnTo>
                    <a:pt x="4337342" y="134602"/>
                  </a:lnTo>
                  <a:lnTo>
                    <a:pt x="4427059" y="115584"/>
                  </a:lnTo>
                  <a:lnTo>
                    <a:pt x="4523654" y="98237"/>
                  </a:lnTo>
                  <a:lnTo>
                    <a:pt x="4626694" y="82452"/>
                  </a:lnTo>
                  <a:lnTo>
                    <a:pt x="4735155" y="68167"/>
                  </a:lnTo>
                  <a:lnTo>
                    <a:pt x="4847300" y="55361"/>
                  </a:lnTo>
                  <a:lnTo>
                    <a:pt x="4960610" y="44047"/>
                  </a:lnTo>
                  <a:lnTo>
                    <a:pt x="5071835" y="34253"/>
                  </a:lnTo>
                  <a:lnTo>
                    <a:pt x="5177193" y="26010"/>
                  </a:lnTo>
                  <a:lnTo>
                    <a:pt x="5272750" y="19320"/>
                  </a:lnTo>
                  <a:lnTo>
                    <a:pt x="5354938" y="14138"/>
                  </a:lnTo>
                  <a:lnTo>
                    <a:pt x="5421121" y="10362"/>
                  </a:lnTo>
                  <a:lnTo>
                    <a:pt x="5470073" y="7823"/>
                  </a:lnTo>
                  <a:lnTo>
                    <a:pt x="5502253" y="6301"/>
                  </a:lnTo>
                  <a:lnTo>
                    <a:pt x="5519833" y="5540"/>
                  </a:lnTo>
                  <a:lnTo>
                    <a:pt x="5526539" y="527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2" y="5244"/>
                  </a:lnTo>
                  <a:lnTo>
                    <a:pt x="6531018" y="5275"/>
                  </a:lnTo>
                  <a:lnTo>
                    <a:pt x="6550017" y="5360"/>
                  </a:lnTo>
                  <a:lnTo>
                    <a:pt x="6584232" y="5527"/>
                  </a:lnTo>
                  <a:lnTo>
                    <a:pt x="6635734" y="5802"/>
                  </a:lnTo>
                  <a:lnTo>
                    <a:pt x="6704793" y="6210"/>
                  </a:lnTo>
                  <a:lnTo>
                    <a:pt x="6789937" y="6766"/>
                  </a:lnTo>
                  <a:lnTo>
                    <a:pt x="6888277" y="7480"/>
                  </a:lnTo>
                  <a:lnTo>
                    <a:pt x="6996031" y="8358"/>
                  </a:lnTo>
                  <a:lnTo>
                    <a:pt x="7109126" y="9396"/>
                  </a:lnTo>
                  <a:lnTo>
                    <a:pt x="7223721" y="10593"/>
                  </a:lnTo>
                  <a:lnTo>
                    <a:pt x="7336583" y="11945"/>
                  </a:lnTo>
                  <a:lnTo>
                    <a:pt x="7445264" y="13452"/>
                  </a:lnTo>
                  <a:lnTo>
                    <a:pt x="7548125" y="15117"/>
                  </a:lnTo>
                  <a:lnTo>
                    <a:pt x="7644251" y="16946"/>
                  </a:lnTo>
                  <a:lnTo>
                    <a:pt x="7733313" y="18954"/>
                  </a:lnTo>
                  <a:lnTo>
                    <a:pt x="7815425" y="21158"/>
                  </a:lnTo>
                  <a:lnTo>
                    <a:pt x="7891003" y="23580"/>
                  </a:lnTo>
                  <a:lnTo>
                    <a:pt x="7960664" y="26247"/>
                  </a:lnTo>
                  <a:lnTo>
                    <a:pt x="8025131" y="29189"/>
                  </a:lnTo>
                  <a:lnTo>
                    <a:pt x="8085182" y="32436"/>
                  </a:lnTo>
                  <a:lnTo>
                    <a:pt x="8141590" y="36018"/>
                  </a:lnTo>
                  <a:lnTo>
                    <a:pt x="8195093" y="39957"/>
                  </a:lnTo>
                  <a:lnTo>
                    <a:pt x="8229629" y="42798"/>
                  </a:lnTo>
                  <a:lnTo>
                    <a:pt x="8291013" y="48442"/>
                  </a:lnTo>
                  <a:lnTo>
                    <a:pt x="8350487" y="54651"/>
                  </a:lnTo>
                  <a:lnTo>
                    <a:pt x="8408761" y="61433"/>
                  </a:lnTo>
                  <a:lnTo>
                    <a:pt x="8466355" y="68778"/>
                  </a:lnTo>
                  <a:lnTo>
                    <a:pt x="8523638" y="76656"/>
                  </a:lnTo>
                  <a:lnTo>
                    <a:pt x="8580852" y="85014"/>
                  </a:lnTo>
                  <a:lnTo>
                    <a:pt x="8638132" y="93778"/>
                  </a:lnTo>
                  <a:lnTo>
                    <a:pt x="8695527" y="102852"/>
                  </a:lnTo>
                  <a:lnTo>
                    <a:pt x="8753022" y="112126"/>
                  </a:lnTo>
                  <a:lnTo>
                    <a:pt x="8810562" y="121478"/>
                  </a:lnTo>
                  <a:lnTo>
                    <a:pt x="8868073" y="130782"/>
                  </a:lnTo>
                  <a:lnTo>
                    <a:pt x="8925496" y="139914"/>
                  </a:lnTo>
                  <a:lnTo>
                    <a:pt x="8982801" y="148761"/>
                  </a:lnTo>
                  <a:lnTo>
                    <a:pt x="9040022" y="157223"/>
                  </a:lnTo>
                  <a:lnTo>
                    <a:pt x="9097271" y="165221"/>
                  </a:lnTo>
                  <a:lnTo>
                    <a:pt x="9154763" y="172697"/>
                  </a:lnTo>
                  <a:lnTo>
                    <a:pt x="9212833" y="179615"/>
                  </a:lnTo>
                  <a:lnTo>
                    <a:pt x="9271966" y="185960"/>
                  </a:lnTo>
                  <a:lnTo>
                    <a:pt x="9332819" y="191736"/>
                  </a:lnTo>
                  <a:lnTo>
                    <a:pt x="9347647" y="193030"/>
                  </a:lnTo>
                  <a:lnTo>
                    <a:pt x="9399577" y="197212"/>
                  </a:lnTo>
                  <a:lnTo>
                    <a:pt x="9453962" y="201031"/>
                  </a:lnTo>
                  <a:lnTo>
                    <a:pt x="9511489" y="204500"/>
                  </a:lnTo>
                  <a:lnTo>
                    <a:pt x="9572912" y="207643"/>
                  </a:lnTo>
                  <a:lnTo>
                    <a:pt x="9639010" y="210490"/>
                  </a:lnTo>
                  <a:lnTo>
                    <a:pt x="9710549" y="213073"/>
                  </a:lnTo>
                  <a:lnTo>
                    <a:pt x="9788225" y="215421"/>
                  </a:lnTo>
                  <a:lnTo>
                    <a:pt x="9872599" y="217557"/>
                  </a:lnTo>
                  <a:lnTo>
                    <a:pt x="9964000" y="219505"/>
                  </a:lnTo>
                  <a:lnTo>
                    <a:pt x="10062412" y="221279"/>
                  </a:lnTo>
                  <a:lnTo>
                    <a:pt x="10167330" y="222890"/>
                  </a:lnTo>
                  <a:lnTo>
                    <a:pt x="10277612" y="224346"/>
                  </a:lnTo>
                  <a:lnTo>
                    <a:pt x="10391357" y="225647"/>
                  </a:lnTo>
                  <a:lnTo>
                    <a:pt x="10505850" y="226792"/>
                  </a:lnTo>
                  <a:lnTo>
                    <a:pt x="10617626" y="227778"/>
                  </a:lnTo>
                  <a:lnTo>
                    <a:pt x="10722720" y="228601"/>
                  </a:lnTo>
                  <a:lnTo>
                    <a:pt x="10817088" y="229263"/>
                  </a:lnTo>
                  <a:lnTo>
                    <a:pt x="10897178" y="229768"/>
                  </a:lnTo>
                  <a:lnTo>
                    <a:pt x="10960519" y="230130"/>
                  </a:lnTo>
                  <a:lnTo>
                    <a:pt x="11006192" y="230367"/>
                  </a:lnTo>
                  <a:lnTo>
                    <a:pt x="11035067" y="230503"/>
                  </a:lnTo>
                  <a:lnTo>
                    <a:pt x="11049782" y="230567"/>
                  </a:lnTo>
                  <a:lnTo>
                    <a:pt x="11054544" y="230586"/>
                  </a:lnTo>
                  <a:lnTo>
                    <a:pt x="11054891" y="230587"/>
                  </a:lnTo>
                  <a:lnTo>
                    <a:pt x="12049831" y="230587"/>
                  </a:lnTo>
                  <a:lnTo>
                    <a:pt x="12049831" y="225347"/>
                  </a:lnTo>
                  <a:lnTo>
                    <a:pt x="11054891" y="225347"/>
                  </a:lnTo>
                  <a:lnTo>
                    <a:pt x="11053755" y="225342"/>
                  </a:lnTo>
                  <a:lnTo>
                    <a:pt x="11046258" y="225312"/>
                  </a:lnTo>
                  <a:lnTo>
                    <a:pt x="11027260" y="225227"/>
                  </a:lnTo>
                  <a:lnTo>
                    <a:pt x="10993045" y="225060"/>
                  </a:lnTo>
                  <a:lnTo>
                    <a:pt x="10941542" y="224785"/>
                  </a:lnTo>
                  <a:lnTo>
                    <a:pt x="10872484" y="224377"/>
                  </a:lnTo>
                  <a:lnTo>
                    <a:pt x="10787340" y="223821"/>
                  </a:lnTo>
                  <a:lnTo>
                    <a:pt x="10689000" y="223106"/>
                  </a:lnTo>
                  <a:lnTo>
                    <a:pt x="10581245" y="222229"/>
                  </a:lnTo>
                  <a:lnTo>
                    <a:pt x="10468151" y="221191"/>
                  </a:lnTo>
                  <a:lnTo>
                    <a:pt x="10353555" y="219994"/>
                  </a:lnTo>
                  <a:lnTo>
                    <a:pt x="10240693" y="218642"/>
                  </a:lnTo>
                  <a:lnTo>
                    <a:pt x="10132012" y="217135"/>
                  </a:lnTo>
                  <a:lnTo>
                    <a:pt x="10029151" y="215470"/>
                  </a:lnTo>
                  <a:lnTo>
                    <a:pt x="9933026" y="213641"/>
                  </a:lnTo>
                  <a:lnTo>
                    <a:pt x="9843963" y="211633"/>
                  </a:lnTo>
                  <a:lnTo>
                    <a:pt x="9761852" y="209429"/>
                  </a:lnTo>
                  <a:lnTo>
                    <a:pt x="9686273" y="207007"/>
                  </a:lnTo>
                  <a:lnTo>
                    <a:pt x="9616613" y="204340"/>
                  </a:lnTo>
                  <a:lnTo>
                    <a:pt x="9552145" y="201398"/>
                  </a:lnTo>
                  <a:lnTo>
                    <a:pt x="9492095" y="198151"/>
                  </a:lnTo>
                  <a:lnTo>
                    <a:pt x="9435687" y="194569"/>
                  </a:lnTo>
                  <a:lnTo>
                    <a:pt x="9382184" y="190630"/>
                  </a:lnTo>
                  <a:lnTo>
                    <a:pt x="9347647" y="187789"/>
                  </a:lnTo>
                  <a:lnTo>
                    <a:pt x="9286264" y="182145"/>
                  </a:lnTo>
                  <a:lnTo>
                    <a:pt x="9226789" y="175936"/>
                  </a:lnTo>
                  <a:lnTo>
                    <a:pt x="9168515" y="169154"/>
                  </a:lnTo>
                  <a:lnTo>
                    <a:pt x="9110921" y="161809"/>
                  </a:lnTo>
                  <a:lnTo>
                    <a:pt x="9053638" y="153931"/>
                  </a:lnTo>
                  <a:lnTo>
                    <a:pt x="8996424" y="145572"/>
                  </a:lnTo>
                  <a:lnTo>
                    <a:pt x="8939145" y="136809"/>
                  </a:lnTo>
                  <a:lnTo>
                    <a:pt x="8881750" y="127735"/>
                  </a:lnTo>
                  <a:lnTo>
                    <a:pt x="8824254" y="118461"/>
                  </a:lnTo>
                  <a:lnTo>
                    <a:pt x="8766715" y="109109"/>
                  </a:lnTo>
                  <a:lnTo>
                    <a:pt x="8709203" y="99805"/>
                  </a:lnTo>
                  <a:lnTo>
                    <a:pt x="8651781" y="90673"/>
                  </a:lnTo>
                  <a:lnTo>
                    <a:pt x="8594476" y="81826"/>
                  </a:lnTo>
                  <a:lnTo>
                    <a:pt x="8537255" y="73364"/>
                  </a:lnTo>
                  <a:lnTo>
                    <a:pt x="8480006" y="65366"/>
                  </a:lnTo>
                  <a:lnTo>
                    <a:pt x="8422514" y="57890"/>
                  </a:lnTo>
                  <a:lnTo>
                    <a:pt x="8364443" y="50972"/>
                  </a:lnTo>
                  <a:lnTo>
                    <a:pt x="8305311" y="44627"/>
                  </a:lnTo>
                  <a:lnTo>
                    <a:pt x="8244457" y="38851"/>
                  </a:lnTo>
                  <a:lnTo>
                    <a:pt x="8229629" y="37557"/>
                  </a:lnTo>
                  <a:lnTo>
                    <a:pt x="8177700" y="33375"/>
                  </a:lnTo>
                  <a:lnTo>
                    <a:pt x="8123315" y="29556"/>
                  </a:lnTo>
                  <a:lnTo>
                    <a:pt x="8065788" y="26087"/>
                  </a:lnTo>
                  <a:lnTo>
                    <a:pt x="8004365" y="22944"/>
                  </a:lnTo>
                  <a:lnTo>
                    <a:pt x="7938267" y="20096"/>
                  </a:lnTo>
                  <a:lnTo>
                    <a:pt x="7866728" y="17513"/>
                  </a:lnTo>
                  <a:lnTo>
                    <a:pt x="7789052" y="15166"/>
                  </a:lnTo>
                  <a:lnTo>
                    <a:pt x="7704678" y="13030"/>
                  </a:lnTo>
                  <a:lnTo>
                    <a:pt x="7613276" y="11082"/>
                  </a:lnTo>
                  <a:lnTo>
                    <a:pt x="7514864" y="9308"/>
                  </a:lnTo>
                  <a:lnTo>
                    <a:pt x="7409947" y="7697"/>
                  </a:lnTo>
                  <a:lnTo>
                    <a:pt x="7299665" y="6241"/>
                  </a:lnTo>
                  <a:lnTo>
                    <a:pt x="7185919" y="4940"/>
                  </a:lnTo>
                  <a:lnTo>
                    <a:pt x="7071427" y="3795"/>
                  </a:lnTo>
                  <a:lnTo>
                    <a:pt x="6959650" y="2809"/>
                  </a:lnTo>
                  <a:lnTo>
                    <a:pt x="6854557" y="1986"/>
                  </a:lnTo>
                  <a:lnTo>
                    <a:pt x="6760189" y="1324"/>
                  </a:lnTo>
                  <a:lnTo>
                    <a:pt x="6680098" y="819"/>
                  </a:lnTo>
                  <a:lnTo>
                    <a:pt x="6616757" y="457"/>
                  </a:lnTo>
                  <a:lnTo>
                    <a:pt x="6571084" y="220"/>
                  </a:lnTo>
                  <a:lnTo>
                    <a:pt x="6542209" y="83"/>
                  </a:lnTo>
                  <a:lnTo>
                    <a:pt x="6527495" y="20"/>
                  </a:lnTo>
                  <a:lnTo>
                    <a:pt x="6522733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6" y="40"/>
                  </a:lnTo>
                  <a:lnTo>
                    <a:pt x="5519088" y="330"/>
                  </a:lnTo>
                  <a:lnTo>
                    <a:pt x="5500679" y="1131"/>
                  </a:lnTo>
                  <a:lnTo>
                    <a:pt x="5467485" y="2711"/>
                  </a:lnTo>
                  <a:lnTo>
                    <a:pt x="5417437" y="5322"/>
                  </a:lnTo>
                  <a:lnTo>
                    <a:pt x="5350187" y="9183"/>
                  </a:lnTo>
                  <a:lnTo>
                    <a:pt x="5267061" y="14457"/>
                  </a:lnTo>
                  <a:lnTo>
                    <a:pt x="5170771" y="21245"/>
                  </a:lnTo>
                  <a:lnTo>
                    <a:pt x="5064924" y="29587"/>
                  </a:lnTo>
                  <a:lnTo>
                    <a:pt x="4953459" y="39478"/>
                  </a:lnTo>
                  <a:lnTo>
                    <a:pt x="4840134" y="50888"/>
                  </a:lnTo>
                  <a:lnTo>
                    <a:pt x="4728156" y="63787"/>
                  </a:lnTo>
                  <a:lnTo>
                    <a:pt x="4619994" y="78166"/>
                  </a:lnTo>
                  <a:lnTo>
                    <a:pt x="4517339" y="94047"/>
                  </a:lnTo>
                  <a:lnTo>
                    <a:pt x="4421172" y="111496"/>
                  </a:lnTo>
                  <a:lnTo>
                    <a:pt x="4331893" y="130626"/>
                  </a:lnTo>
                  <a:lnTo>
                    <a:pt x="4249457" y="151596"/>
                  </a:lnTo>
                  <a:lnTo>
                    <a:pt x="4173504" y="174613"/>
                  </a:lnTo>
                  <a:lnTo>
                    <a:pt x="4103470" y="199922"/>
                  </a:lnTo>
                  <a:lnTo>
                    <a:pt x="4038669" y="227800"/>
                  </a:lnTo>
                  <a:lnTo>
                    <a:pt x="3978359" y="258538"/>
                  </a:lnTo>
                  <a:lnTo>
                    <a:pt x="3921786" y="292418"/>
                  </a:lnTo>
                  <a:lnTo>
                    <a:pt x="3868224" y="329668"/>
                  </a:lnTo>
                  <a:lnTo>
                    <a:pt x="3820202" y="367717"/>
                  </a:lnTo>
                  <a:lnTo>
                    <a:pt x="3772045" y="410431"/>
                  </a:lnTo>
                  <a:lnTo>
                    <a:pt x="3725162" y="456498"/>
                  </a:lnTo>
                  <a:lnTo>
                    <a:pt x="3679181" y="505985"/>
                  </a:lnTo>
                  <a:lnTo>
                    <a:pt x="3633809" y="558897"/>
                  </a:lnTo>
                  <a:lnTo>
                    <a:pt x="3588816" y="615164"/>
                  </a:lnTo>
                  <a:lnTo>
                    <a:pt x="3544028" y="674643"/>
                  </a:lnTo>
                  <a:lnTo>
                    <a:pt x="3499318" y="737109"/>
                  </a:lnTo>
                  <a:lnTo>
                    <a:pt x="3454602" y="802254"/>
                  </a:lnTo>
                  <a:lnTo>
                    <a:pt x="3409833" y="869694"/>
                  </a:lnTo>
                  <a:lnTo>
                    <a:pt x="3364992" y="938975"/>
                  </a:lnTo>
                  <a:lnTo>
                    <a:pt x="3320085" y="1009583"/>
                  </a:lnTo>
                  <a:lnTo>
                    <a:pt x="3275134" y="1080958"/>
                  </a:lnTo>
                  <a:lnTo>
                    <a:pt x="3230172" y="1152516"/>
                  </a:lnTo>
                  <a:lnTo>
                    <a:pt x="3185234" y="1223667"/>
                  </a:lnTo>
                  <a:lnTo>
                    <a:pt x="3140350" y="1293834"/>
                  </a:lnTo>
                  <a:lnTo>
                    <a:pt x="3095537" y="1362474"/>
                  </a:lnTo>
                  <a:lnTo>
                    <a:pt x="3050792" y="1429092"/>
                  </a:lnTo>
                  <a:lnTo>
                    <a:pt x="3006086" y="1493261"/>
                  </a:lnTo>
                  <a:lnTo>
                    <a:pt x="2961358" y="1554623"/>
                  </a:lnTo>
                  <a:lnTo>
                    <a:pt x="2916510" y="1612904"/>
                  </a:lnTo>
                  <a:lnTo>
                    <a:pt x="2871396" y="1667910"/>
                  </a:lnTo>
                  <a:lnTo>
                    <a:pt x="2825823" y="1719525"/>
                  </a:lnTo>
                  <a:lnTo>
                    <a:pt x="2779538" y="1767709"/>
                  </a:lnTo>
                  <a:lnTo>
                    <a:pt x="2732219" y="1812491"/>
                  </a:lnTo>
                  <a:lnTo>
                    <a:pt x="2702183" y="1838589"/>
                  </a:lnTo>
                  <a:lnTo>
                    <a:pt x="2650846" y="1879100"/>
                  </a:lnTo>
                  <a:lnTo>
                    <a:pt x="2597114" y="1916131"/>
                  </a:lnTo>
                  <a:lnTo>
                    <a:pt x="2540325" y="1949805"/>
                  </a:lnTo>
                  <a:lnTo>
                    <a:pt x="2479753" y="1980353"/>
                  </a:lnTo>
                  <a:lnTo>
                    <a:pt x="2414643" y="2008060"/>
                  </a:lnTo>
                  <a:lnTo>
                    <a:pt x="2344254" y="2033216"/>
                  </a:lnTo>
                  <a:lnTo>
                    <a:pt x="2267905" y="2056096"/>
                  </a:lnTo>
                  <a:lnTo>
                    <a:pt x="2185043" y="2076944"/>
                  </a:lnTo>
                  <a:lnTo>
                    <a:pt x="2095326" y="2095963"/>
                  </a:lnTo>
                  <a:lnTo>
                    <a:pt x="1998731" y="2113310"/>
                  </a:lnTo>
                  <a:lnTo>
                    <a:pt x="1895691" y="2129094"/>
                  </a:lnTo>
                  <a:lnTo>
                    <a:pt x="1787230" y="2143379"/>
                  </a:lnTo>
                  <a:lnTo>
                    <a:pt x="1675085" y="2156185"/>
                  </a:lnTo>
                  <a:lnTo>
                    <a:pt x="1561775" y="2167500"/>
                  </a:lnTo>
                  <a:lnTo>
                    <a:pt x="1450550" y="2177293"/>
                  </a:lnTo>
                  <a:lnTo>
                    <a:pt x="1345192" y="2185537"/>
                  </a:lnTo>
                  <a:lnTo>
                    <a:pt x="1249635" y="2192227"/>
                  </a:lnTo>
                  <a:lnTo>
                    <a:pt x="1167447" y="2197408"/>
                  </a:lnTo>
                  <a:lnTo>
                    <a:pt x="1101264" y="2201185"/>
                  </a:lnTo>
                  <a:lnTo>
                    <a:pt x="1052312" y="2203723"/>
                  </a:lnTo>
                  <a:lnTo>
                    <a:pt x="1020132" y="2205246"/>
                  </a:lnTo>
                  <a:lnTo>
                    <a:pt x="1002552" y="2206006"/>
                  </a:lnTo>
                  <a:lnTo>
                    <a:pt x="995846" y="2206273"/>
                  </a:lnTo>
                  <a:lnTo>
                    <a:pt x="994940" y="2206306"/>
                  </a:lnTo>
                  <a:lnTo>
                    <a:pt x="0" y="2206306"/>
                  </a:lnTo>
                  <a:close/>
                </a:path>
              </a:pathLst>
            </a:custGeom>
            <a:solidFill>
              <a:srgbClr val="7E57C2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66" name="pl1965"/>
            <p:cNvSpPr/>
            <p:nvPr/>
          </p:nvSpPr>
          <p:spPr>
            <a:xfrm>
              <a:off x="1199187" y="3972236"/>
              <a:ext cx="12049831" cy="2206306"/>
            </a:xfrm>
            <a:custGeom>
              <a:avLst/>
              <a:pathLst>
                <a:path w="12049831" h="2206306">
                  <a:moveTo>
                    <a:pt x="0" y="2206306"/>
                  </a:moveTo>
                  <a:lnTo>
                    <a:pt x="994940" y="2206306"/>
                  </a:lnTo>
                  <a:lnTo>
                    <a:pt x="996039" y="2206266"/>
                  </a:lnTo>
                  <a:lnTo>
                    <a:pt x="1003297" y="2205976"/>
                  </a:lnTo>
                  <a:lnTo>
                    <a:pt x="1021706" y="2205174"/>
                  </a:lnTo>
                  <a:lnTo>
                    <a:pt x="1054900" y="2203595"/>
                  </a:lnTo>
                  <a:lnTo>
                    <a:pt x="1104948" y="2200984"/>
                  </a:lnTo>
                  <a:lnTo>
                    <a:pt x="1172198" y="2197123"/>
                  </a:lnTo>
                  <a:lnTo>
                    <a:pt x="1255324" y="2191849"/>
                  </a:lnTo>
                  <a:lnTo>
                    <a:pt x="1351614" y="2185061"/>
                  </a:lnTo>
                  <a:lnTo>
                    <a:pt x="1457461" y="2176719"/>
                  </a:lnTo>
                  <a:lnTo>
                    <a:pt x="1568926" y="2166828"/>
                  </a:lnTo>
                  <a:lnTo>
                    <a:pt x="1682251" y="2155418"/>
                  </a:lnTo>
                  <a:lnTo>
                    <a:pt x="1794229" y="2142519"/>
                  </a:lnTo>
                  <a:lnTo>
                    <a:pt x="1902391" y="2128140"/>
                  </a:lnTo>
                  <a:lnTo>
                    <a:pt x="2005046" y="2112259"/>
                  </a:lnTo>
                  <a:lnTo>
                    <a:pt x="2101213" y="2094810"/>
                  </a:lnTo>
                  <a:lnTo>
                    <a:pt x="2190492" y="2075680"/>
                  </a:lnTo>
                  <a:lnTo>
                    <a:pt x="2272928" y="2054710"/>
                  </a:lnTo>
                  <a:lnTo>
                    <a:pt x="2348881" y="2031693"/>
                  </a:lnTo>
                  <a:lnTo>
                    <a:pt x="2418915" y="2006384"/>
                  </a:lnTo>
                  <a:lnTo>
                    <a:pt x="2483716" y="1978506"/>
                  </a:lnTo>
                  <a:lnTo>
                    <a:pt x="2544026" y="1947768"/>
                  </a:lnTo>
                  <a:lnTo>
                    <a:pt x="2600599" y="1913888"/>
                  </a:lnTo>
                  <a:lnTo>
                    <a:pt x="2654161" y="1876638"/>
                  </a:lnTo>
                  <a:lnTo>
                    <a:pt x="2702183" y="1838589"/>
                  </a:lnTo>
                  <a:lnTo>
                    <a:pt x="2750340" y="1795875"/>
                  </a:lnTo>
                  <a:lnTo>
                    <a:pt x="2797223" y="1749808"/>
                  </a:lnTo>
                  <a:lnTo>
                    <a:pt x="2843204" y="1700321"/>
                  </a:lnTo>
                  <a:lnTo>
                    <a:pt x="2888576" y="1647409"/>
                  </a:lnTo>
                  <a:lnTo>
                    <a:pt x="2933569" y="1591142"/>
                  </a:lnTo>
                  <a:lnTo>
                    <a:pt x="2978357" y="1531663"/>
                  </a:lnTo>
                  <a:lnTo>
                    <a:pt x="3023067" y="1469197"/>
                  </a:lnTo>
                  <a:lnTo>
                    <a:pt x="3067783" y="1404052"/>
                  </a:lnTo>
                  <a:lnTo>
                    <a:pt x="3112552" y="1336611"/>
                  </a:lnTo>
                  <a:lnTo>
                    <a:pt x="3157393" y="1267330"/>
                  </a:lnTo>
                  <a:lnTo>
                    <a:pt x="3202300" y="1196723"/>
                  </a:lnTo>
                  <a:lnTo>
                    <a:pt x="3247251" y="1125348"/>
                  </a:lnTo>
                  <a:lnTo>
                    <a:pt x="3292213" y="1053790"/>
                  </a:lnTo>
                  <a:lnTo>
                    <a:pt x="3337151" y="982639"/>
                  </a:lnTo>
                  <a:lnTo>
                    <a:pt x="3382035" y="912472"/>
                  </a:lnTo>
                  <a:lnTo>
                    <a:pt x="3426848" y="843832"/>
                  </a:lnTo>
                  <a:lnTo>
                    <a:pt x="3471593" y="777214"/>
                  </a:lnTo>
                  <a:lnTo>
                    <a:pt x="3516299" y="713045"/>
                  </a:lnTo>
                  <a:lnTo>
                    <a:pt x="3561027" y="651683"/>
                  </a:lnTo>
                  <a:lnTo>
                    <a:pt x="3605875" y="593401"/>
                  </a:lnTo>
                  <a:lnTo>
                    <a:pt x="3650989" y="538396"/>
                  </a:lnTo>
                  <a:lnTo>
                    <a:pt x="3696562" y="486781"/>
                  </a:lnTo>
                  <a:lnTo>
                    <a:pt x="3742847" y="438597"/>
                  </a:lnTo>
                  <a:lnTo>
                    <a:pt x="3790166" y="393815"/>
                  </a:lnTo>
                  <a:lnTo>
                    <a:pt x="3820202" y="367717"/>
                  </a:lnTo>
                  <a:lnTo>
                    <a:pt x="3871539" y="327206"/>
                  </a:lnTo>
                  <a:lnTo>
                    <a:pt x="3925271" y="290175"/>
                  </a:lnTo>
                  <a:lnTo>
                    <a:pt x="3982060" y="256501"/>
                  </a:lnTo>
                  <a:lnTo>
                    <a:pt x="4042632" y="225953"/>
                  </a:lnTo>
                  <a:lnTo>
                    <a:pt x="4107742" y="198246"/>
                  </a:lnTo>
                  <a:lnTo>
                    <a:pt x="4178131" y="173090"/>
                  </a:lnTo>
                  <a:lnTo>
                    <a:pt x="4254480" y="150210"/>
                  </a:lnTo>
                  <a:lnTo>
                    <a:pt x="4337342" y="129362"/>
                  </a:lnTo>
                  <a:lnTo>
                    <a:pt x="4427059" y="110343"/>
                  </a:lnTo>
                  <a:lnTo>
                    <a:pt x="4523654" y="92996"/>
                  </a:lnTo>
                  <a:lnTo>
                    <a:pt x="4626694" y="77212"/>
                  </a:lnTo>
                  <a:lnTo>
                    <a:pt x="4735155" y="62927"/>
                  </a:lnTo>
                  <a:lnTo>
                    <a:pt x="4847300" y="50121"/>
                  </a:lnTo>
                  <a:lnTo>
                    <a:pt x="4960610" y="38806"/>
                  </a:lnTo>
                  <a:lnTo>
                    <a:pt x="5071835" y="29013"/>
                  </a:lnTo>
                  <a:lnTo>
                    <a:pt x="5177193" y="20769"/>
                  </a:lnTo>
                  <a:lnTo>
                    <a:pt x="5272750" y="14079"/>
                  </a:lnTo>
                  <a:lnTo>
                    <a:pt x="5354938" y="8898"/>
                  </a:lnTo>
                  <a:lnTo>
                    <a:pt x="5421121" y="5121"/>
                  </a:lnTo>
                  <a:lnTo>
                    <a:pt x="5470073" y="2583"/>
                  </a:lnTo>
                  <a:lnTo>
                    <a:pt x="5502253" y="1060"/>
                  </a:lnTo>
                  <a:lnTo>
                    <a:pt x="5519833" y="300"/>
                  </a:lnTo>
                  <a:lnTo>
                    <a:pt x="5526539" y="3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2" y="4"/>
                  </a:lnTo>
                  <a:lnTo>
                    <a:pt x="6531018" y="34"/>
                  </a:lnTo>
                  <a:lnTo>
                    <a:pt x="6550017" y="119"/>
                  </a:lnTo>
                  <a:lnTo>
                    <a:pt x="6584232" y="286"/>
                  </a:lnTo>
                  <a:lnTo>
                    <a:pt x="6635734" y="562"/>
                  </a:lnTo>
                  <a:lnTo>
                    <a:pt x="6704793" y="969"/>
                  </a:lnTo>
                  <a:lnTo>
                    <a:pt x="6789937" y="1525"/>
                  </a:lnTo>
                  <a:lnTo>
                    <a:pt x="6888277" y="2240"/>
                  </a:lnTo>
                  <a:lnTo>
                    <a:pt x="6996031" y="3117"/>
                  </a:lnTo>
                  <a:lnTo>
                    <a:pt x="7109126" y="4155"/>
                  </a:lnTo>
                  <a:lnTo>
                    <a:pt x="7223721" y="5352"/>
                  </a:lnTo>
                  <a:lnTo>
                    <a:pt x="7336583" y="6705"/>
                  </a:lnTo>
                  <a:lnTo>
                    <a:pt x="7445264" y="8211"/>
                  </a:lnTo>
                  <a:lnTo>
                    <a:pt x="7548125" y="9876"/>
                  </a:lnTo>
                  <a:lnTo>
                    <a:pt x="7644251" y="11706"/>
                  </a:lnTo>
                  <a:lnTo>
                    <a:pt x="7733313" y="13713"/>
                  </a:lnTo>
                  <a:lnTo>
                    <a:pt x="7815425" y="15917"/>
                  </a:lnTo>
                  <a:lnTo>
                    <a:pt x="7891003" y="18339"/>
                  </a:lnTo>
                  <a:lnTo>
                    <a:pt x="7960664" y="21006"/>
                  </a:lnTo>
                  <a:lnTo>
                    <a:pt x="8025131" y="23948"/>
                  </a:lnTo>
                  <a:lnTo>
                    <a:pt x="8085182" y="27196"/>
                  </a:lnTo>
                  <a:lnTo>
                    <a:pt x="8141590" y="30778"/>
                  </a:lnTo>
                  <a:lnTo>
                    <a:pt x="8195093" y="34716"/>
                  </a:lnTo>
                  <a:lnTo>
                    <a:pt x="8229629" y="37557"/>
                  </a:lnTo>
                  <a:lnTo>
                    <a:pt x="8291013" y="43201"/>
                  </a:lnTo>
                  <a:lnTo>
                    <a:pt x="8350487" y="49410"/>
                  </a:lnTo>
                  <a:lnTo>
                    <a:pt x="8408761" y="56192"/>
                  </a:lnTo>
                  <a:lnTo>
                    <a:pt x="8466355" y="63538"/>
                  </a:lnTo>
                  <a:lnTo>
                    <a:pt x="8523638" y="71416"/>
                  </a:lnTo>
                  <a:lnTo>
                    <a:pt x="8580852" y="79774"/>
                  </a:lnTo>
                  <a:lnTo>
                    <a:pt x="8638132" y="88537"/>
                  </a:lnTo>
                  <a:lnTo>
                    <a:pt x="8695527" y="97611"/>
                  </a:lnTo>
                  <a:lnTo>
                    <a:pt x="8753022" y="106885"/>
                  </a:lnTo>
                  <a:lnTo>
                    <a:pt x="8810562" y="116237"/>
                  </a:lnTo>
                  <a:lnTo>
                    <a:pt x="8868073" y="125541"/>
                  </a:lnTo>
                  <a:lnTo>
                    <a:pt x="8925496" y="134674"/>
                  </a:lnTo>
                  <a:lnTo>
                    <a:pt x="8982801" y="143520"/>
                  </a:lnTo>
                  <a:lnTo>
                    <a:pt x="9040022" y="151982"/>
                  </a:lnTo>
                  <a:lnTo>
                    <a:pt x="9097271" y="159980"/>
                  </a:lnTo>
                  <a:lnTo>
                    <a:pt x="9154763" y="167456"/>
                  </a:lnTo>
                  <a:lnTo>
                    <a:pt x="9212833" y="174374"/>
                  </a:lnTo>
                  <a:lnTo>
                    <a:pt x="9271966" y="180719"/>
                  </a:lnTo>
                  <a:lnTo>
                    <a:pt x="9332819" y="186496"/>
                  </a:lnTo>
                  <a:lnTo>
                    <a:pt x="9347647" y="187789"/>
                  </a:lnTo>
                  <a:lnTo>
                    <a:pt x="9399577" y="191971"/>
                  </a:lnTo>
                  <a:lnTo>
                    <a:pt x="9453962" y="195790"/>
                  </a:lnTo>
                  <a:lnTo>
                    <a:pt x="9511489" y="199259"/>
                  </a:lnTo>
                  <a:lnTo>
                    <a:pt x="9572912" y="202402"/>
                  </a:lnTo>
                  <a:lnTo>
                    <a:pt x="9639010" y="205250"/>
                  </a:lnTo>
                  <a:lnTo>
                    <a:pt x="9710549" y="207833"/>
                  </a:lnTo>
                  <a:lnTo>
                    <a:pt x="9788225" y="210180"/>
                  </a:lnTo>
                  <a:lnTo>
                    <a:pt x="9872599" y="212317"/>
                  </a:lnTo>
                  <a:lnTo>
                    <a:pt x="9964000" y="214264"/>
                  </a:lnTo>
                  <a:lnTo>
                    <a:pt x="10062412" y="216038"/>
                  </a:lnTo>
                  <a:lnTo>
                    <a:pt x="10167330" y="217650"/>
                  </a:lnTo>
                  <a:lnTo>
                    <a:pt x="10277612" y="219105"/>
                  </a:lnTo>
                  <a:lnTo>
                    <a:pt x="10391357" y="220407"/>
                  </a:lnTo>
                  <a:lnTo>
                    <a:pt x="10505850" y="221552"/>
                  </a:lnTo>
                  <a:lnTo>
                    <a:pt x="10617626" y="222537"/>
                  </a:lnTo>
                  <a:lnTo>
                    <a:pt x="10722720" y="223360"/>
                  </a:lnTo>
                  <a:lnTo>
                    <a:pt x="10817088" y="224022"/>
                  </a:lnTo>
                  <a:lnTo>
                    <a:pt x="10897178" y="224527"/>
                  </a:lnTo>
                  <a:lnTo>
                    <a:pt x="10960519" y="224889"/>
                  </a:lnTo>
                  <a:lnTo>
                    <a:pt x="11006192" y="225126"/>
                  </a:lnTo>
                  <a:lnTo>
                    <a:pt x="11035067" y="225263"/>
                  </a:lnTo>
                  <a:lnTo>
                    <a:pt x="11049782" y="225327"/>
                  </a:lnTo>
                  <a:lnTo>
                    <a:pt x="11054544" y="225345"/>
                  </a:lnTo>
                  <a:lnTo>
                    <a:pt x="11054891" y="225347"/>
                  </a:lnTo>
                  <a:lnTo>
                    <a:pt x="12049831" y="225347"/>
                  </a:lnTo>
                  <a:lnTo>
                    <a:pt x="12049831" y="2253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7" name="pl1966"/>
            <p:cNvSpPr/>
            <p:nvPr/>
          </p:nvSpPr>
          <p:spPr>
            <a:xfrm>
              <a:off x="1199187" y="3966995"/>
              <a:ext cx="12049831" cy="2206306"/>
            </a:xfrm>
            <a:custGeom>
              <a:avLst/>
              <a:pathLst>
                <a:path w="12049831" h="2206306">
                  <a:moveTo>
                    <a:pt x="12049831" y="225347"/>
                  </a:moveTo>
                  <a:lnTo>
                    <a:pt x="11054891" y="225347"/>
                  </a:lnTo>
                  <a:lnTo>
                    <a:pt x="11053755" y="225342"/>
                  </a:lnTo>
                  <a:lnTo>
                    <a:pt x="11046258" y="225312"/>
                  </a:lnTo>
                  <a:lnTo>
                    <a:pt x="11027260" y="225227"/>
                  </a:lnTo>
                  <a:lnTo>
                    <a:pt x="10993045" y="225060"/>
                  </a:lnTo>
                  <a:lnTo>
                    <a:pt x="10941542" y="224785"/>
                  </a:lnTo>
                  <a:lnTo>
                    <a:pt x="10872484" y="224377"/>
                  </a:lnTo>
                  <a:lnTo>
                    <a:pt x="10787340" y="223821"/>
                  </a:lnTo>
                  <a:lnTo>
                    <a:pt x="10689000" y="223106"/>
                  </a:lnTo>
                  <a:lnTo>
                    <a:pt x="10581245" y="222229"/>
                  </a:lnTo>
                  <a:lnTo>
                    <a:pt x="10468151" y="221191"/>
                  </a:lnTo>
                  <a:lnTo>
                    <a:pt x="10353555" y="219994"/>
                  </a:lnTo>
                  <a:lnTo>
                    <a:pt x="10240693" y="218642"/>
                  </a:lnTo>
                  <a:lnTo>
                    <a:pt x="10132012" y="217135"/>
                  </a:lnTo>
                  <a:lnTo>
                    <a:pt x="10029151" y="215470"/>
                  </a:lnTo>
                  <a:lnTo>
                    <a:pt x="9933026" y="213641"/>
                  </a:lnTo>
                  <a:lnTo>
                    <a:pt x="9843963" y="211633"/>
                  </a:lnTo>
                  <a:lnTo>
                    <a:pt x="9761852" y="209429"/>
                  </a:lnTo>
                  <a:lnTo>
                    <a:pt x="9686273" y="207007"/>
                  </a:lnTo>
                  <a:lnTo>
                    <a:pt x="9616613" y="204340"/>
                  </a:lnTo>
                  <a:lnTo>
                    <a:pt x="9552145" y="201398"/>
                  </a:lnTo>
                  <a:lnTo>
                    <a:pt x="9492095" y="198151"/>
                  </a:lnTo>
                  <a:lnTo>
                    <a:pt x="9435687" y="194569"/>
                  </a:lnTo>
                  <a:lnTo>
                    <a:pt x="9382184" y="190630"/>
                  </a:lnTo>
                  <a:lnTo>
                    <a:pt x="9347647" y="187789"/>
                  </a:lnTo>
                  <a:lnTo>
                    <a:pt x="9286264" y="182145"/>
                  </a:lnTo>
                  <a:lnTo>
                    <a:pt x="9226789" y="175936"/>
                  </a:lnTo>
                  <a:lnTo>
                    <a:pt x="9168515" y="169154"/>
                  </a:lnTo>
                  <a:lnTo>
                    <a:pt x="9110921" y="161809"/>
                  </a:lnTo>
                  <a:lnTo>
                    <a:pt x="9053638" y="153931"/>
                  </a:lnTo>
                  <a:lnTo>
                    <a:pt x="8996424" y="145572"/>
                  </a:lnTo>
                  <a:lnTo>
                    <a:pt x="8939145" y="136809"/>
                  </a:lnTo>
                  <a:lnTo>
                    <a:pt x="8881750" y="127735"/>
                  </a:lnTo>
                  <a:lnTo>
                    <a:pt x="8824254" y="118461"/>
                  </a:lnTo>
                  <a:lnTo>
                    <a:pt x="8766715" y="109109"/>
                  </a:lnTo>
                  <a:lnTo>
                    <a:pt x="8709203" y="99805"/>
                  </a:lnTo>
                  <a:lnTo>
                    <a:pt x="8651781" y="90673"/>
                  </a:lnTo>
                  <a:lnTo>
                    <a:pt x="8594476" y="81826"/>
                  </a:lnTo>
                  <a:lnTo>
                    <a:pt x="8537255" y="73364"/>
                  </a:lnTo>
                  <a:lnTo>
                    <a:pt x="8480006" y="65366"/>
                  </a:lnTo>
                  <a:lnTo>
                    <a:pt x="8422514" y="57890"/>
                  </a:lnTo>
                  <a:lnTo>
                    <a:pt x="8364443" y="50972"/>
                  </a:lnTo>
                  <a:lnTo>
                    <a:pt x="8305311" y="44627"/>
                  </a:lnTo>
                  <a:lnTo>
                    <a:pt x="8244457" y="38851"/>
                  </a:lnTo>
                  <a:lnTo>
                    <a:pt x="8229629" y="37557"/>
                  </a:lnTo>
                  <a:lnTo>
                    <a:pt x="8177700" y="33375"/>
                  </a:lnTo>
                  <a:lnTo>
                    <a:pt x="8123315" y="29556"/>
                  </a:lnTo>
                  <a:lnTo>
                    <a:pt x="8065788" y="26087"/>
                  </a:lnTo>
                  <a:lnTo>
                    <a:pt x="8004365" y="22944"/>
                  </a:lnTo>
                  <a:lnTo>
                    <a:pt x="7938267" y="20096"/>
                  </a:lnTo>
                  <a:lnTo>
                    <a:pt x="7866728" y="17513"/>
                  </a:lnTo>
                  <a:lnTo>
                    <a:pt x="7789052" y="15166"/>
                  </a:lnTo>
                  <a:lnTo>
                    <a:pt x="7704678" y="13030"/>
                  </a:lnTo>
                  <a:lnTo>
                    <a:pt x="7613276" y="11082"/>
                  </a:lnTo>
                  <a:lnTo>
                    <a:pt x="7514864" y="9308"/>
                  </a:lnTo>
                  <a:lnTo>
                    <a:pt x="7409947" y="7697"/>
                  </a:lnTo>
                  <a:lnTo>
                    <a:pt x="7299665" y="6241"/>
                  </a:lnTo>
                  <a:lnTo>
                    <a:pt x="7185919" y="4940"/>
                  </a:lnTo>
                  <a:lnTo>
                    <a:pt x="7071427" y="3795"/>
                  </a:lnTo>
                  <a:lnTo>
                    <a:pt x="6959650" y="2809"/>
                  </a:lnTo>
                  <a:lnTo>
                    <a:pt x="6854557" y="1986"/>
                  </a:lnTo>
                  <a:lnTo>
                    <a:pt x="6760189" y="1324"/>
                  </a:lnTo>
                  <a:lnTo>
                    <a:pt x="6680098" y="819"/>
                  </a:lnTo>
                  <a:lnTo>
                    <a:pt x="6616757" y="457"/>
                  </a:lnTo>
                  <a:lnTo>
                    <a:pt x="6571084" y="220"/>
                  </a:lnTo>
                  <a:lnTo>
                    <a:pt x="6542209" y="83"/>
                  </a:lnTo>
                  <a:lnTo>
                    <a:pt x="6527495" y="20"/>
                  </a:lnTo>
                  <a:lnTo>
                    <a:pt x="6522733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6" y="40"/>
                  </a:lnTo>
                  <a:lnTo>
                    <a:pt x="5519088" y="330"/>
                  </a:lnTo>
                  <a:lnTo>
                    <a:pt x="5500679" y="1131"/>
                  </a:lnTo>
                  <a:lnTo>
                    <a:pt x="5467485" y="2711"/>
                  </a:lnTo>
                  <a:lnTo>
                    <a:pt x="5417437" y="5322"/>
                  </a:lnTo>
                  <a:lnTo>
                    <a:pt x="5350187" y="9183"/>
                  </a:lnTo>
                  <a:lnTo>
                    <a:pt x="5267061" y="14457"/>
                  </a:lnTo>
                  <a:lnTo>
                    <a:pt x="5170771" y="21245"/>
                  </a:lnTo>
                  <a:lnTo>
                    <a:pt x="5064924" y="29587"/>
                  </a:lnTo>
                  <a:lnTo>
                    <a:pt x="4953459" y="39478"/>
                  </a:lnTo>
                  <a:lnTo>
                    <a:pt x="4840134" y="50888"/>
                  </a:lnTo>
                  <a:lnTo>
                    <a:pt x="4728156" y="63787"/>
                  </a:lnTo>
                  <a:lnTo>
                    <a:pt x="4619994" y="78166"/>
                  </a:lnTo>
                  <a:lnTo>
                    <a:pt x="4517339" y="94047"/>
                  </a:lnTo>
                  <a:lnTo>
                    <a:pt x="4421172" y="111496"/>
                  </a:lnTo>
                  <a:lnTo>
                    <a:pt x="4331893" y="130626"/>
                  </a:lnTo>
                  <a:lnTo>
                    <a:pt x="4249457" y="151596"/>
                  </a:lnTo>
                  <a:lnTo>
                    <a:pt x="4173504" y="174613"/>
                  </a:lnTo>
                  <a:lnTo>
                    <a:pt x="4103470" y="199922"/>
                  </a:lnTo>
                  <a:lnTo>
                    <a:pt x="4038669" y="227800"/>
                  </a:lnTo>
                  <a:lnTo>
                    <a:pt x="3978359" y="258538"/>
                  </a:lnTo>
                  <a:lnTo>
                    <a:pt x="3921786" y="292418"/>
                  </a:lnTo>
                  <a:lnTo>
                    <a:pt x="3868224" y="329668"/>
                  </a:lnTo>
                  <a:lnTo>
                    <a:pt x="3820202" y="367717"/>
                  </a:lnTo>
                  <a:lnTo>
                    <a:pt x="3772045" y="410431"/>
                  </a:lnTo>
                  <a:lnTo>
                    <a:pt x="3725162" y="456498"/>
                  </a:lnTo>
                  <a:lnTo>
                    <a:pt x="3679181" y="505985"/>
                  </a:lnTo>
                  <a:lnTo>
                    <a:pt x="3633809" y="558897"/>
                  </a:lnTo>
                  <a:lnTo>
                    <a:pt x="3588816" y="615164"/>
                  </a:lnTo>
                  <a:lnTo>
                    <a:pt x="3544028" y="674643"/>
                  </a:lnTo>
                  <a:lnTo>
                    <a:pt x="3499318" y="737109"/>
                  </a:lnTo>
                  <a:lnTo>
                    <a:pt x="3454602" y="802254"/>
                  </a:lnTo>
                  <a:lnTo>
                    <a:pt x="3409833" y="869694"/>
                  </a:lnTo>
                  <a:lnTo>
                    <a:pt x="3364992" y="938975"/>
                  </a:lnTo>
                  <a:lnTo>
                    <a:pt x="3320085" y="1009583"/>
                  </a:lnTo>
                  <a:lnTo>
                    <a:pt x="3275134" y="1080958"/>
                  </a:lnTo>
                  <a:lnTo>
                    <a:pt x="3230172" y="1152516"/>
                  </a:lnTo>
                  <a:lnTo>
                    <a:pt x="3185234" y="1223667"/>
                  </a:lnTo>
                  <a:lnTo>
                    <a:pt x="3140350" y="1293834"/>
                  </a:lnTo>
                  <a:lnTo>
                    <a:pt x="3095537" y="1362474"/>
                  </a:lnTo>
                  <a:lnTo>
                    <a:pt x="3050792" y="1429092"/>
                  </a:lnTo>
                  <a:lnTo>
                    <a:pt x="3006086" y="1493261"/>
                  </a:lnTo>
                  <a:lnTo>
                    <a:pt x="2961358" y="1554623"/>
                  </a:lnTo>
                  <a:lnTo>
                    <a:pt x="2916510" y="1612904"/>
                  </a:lnTo>
                  <a:lnTo>
                    <a:pt x="2871396" y="1667910"/>
                  </a:lnTo>
                  <a:lnTo>
                    <a:pt x="2825823" y="1719525"/>
                  </a:lnTo>
                  <a:lnTo>
                    <a:pt x="2779538" y="1767709"/>
                  </a:lnTo>
                  <a:lnTo>
                    <a:pt x="2732219" y="1812491"/>
                  </a:lnTo>
                  <a:lnTo>
                    <a:pt x="2702183" y="1838589"/>
                  </a:lnTo>
                  <a:lnTo>
                    <a:pt x="2650846" y="1879100"/>
                  </a:lnTo>
                  <a:lnTo>
                    <a:pt x="2597114" y="1916131"/>
                  </a:lnTo>
                  <a:lnTo>
                    <a:pt x="2540325" y="1949805"/>
                  </a:lnTo>
                  <a:lnTo>
                    <a:pt x="2479753" y="1980353"/>
                  </a:lnTo>
                  <a:lnTo>
                    <a:pt x="2414643" y="2008060"/>
                  </a:lnTo>
                  <a:lnTo>
                    <a:pt x="2344254" y="2033216"/>
                  </a:lnTo>
                  <a:lnTo>
                    <a:pt x="2267905" y="2056096"/>
                  </a:lnTo>
                  <a:lnTo>
                    <a:pt x="2185043" y="2076944"/>
                  </a:lnTo>
                  <a:lnTo>
                    <a:pt x="2095326" y="2095963"/>
                  </a:lnTo>
                  <a:lnTo>
                    <a:pt x="1998731" y="2113310"/>
                  </a:lnTo>
                  <a:lnTo>
                    <a:pt x="1895691" y="2129094"/>
                  </a:lnTo>
                  <a:lnTo>
                    <a:pt x="1787230" y="2143379"/>
                  </a:lnTo>
                  <a:lnTo>
                    <a:pt x="1675085" y="2156185"/>
                  </a:lnTo>
                  <a:lnTo>
                    <a:pt x="1561775" y="2167500"/>
                  </a:lnTo>
                  <a:lnTo>
                    <a:pt x="1450550" y="2177293"/>
                  </a:lnTo>
                  <a:lnTo>
                    <a:pt x="1345192" y="2185537"/>
                  </a:lnTo>
                  <a:lnTo>
                    <a:pt x="1249635" y="2192227"/>
                  </a:lnTo>
                  <a:lnTo>
                    <a:pt x="1167447" y="2197408"/>
                  </a:lnTo>
                  <a:lnTo>
                    <a:pt x="1101264" y="2201185"/>
                  </a:lnTo>
                  <a:lnTo>
                    <a:pt x="1052312" y="2203723"/>
                  </a:lnTo>
                  <a:lnTo>
                    <a:pt x="1020132" y="2205246"/>
                  </a:lnTo>
                  <a:lnTo>
                    <a:pt x="1002552" y="2206006"/>
                  </a:lnTo>
                  <a:lnTo>
                    <a:pt x="995846" y="2206273"/>
                  </a:lnTo>
                  <a:lnTo>
                    <a:pt x="994940" y="2206306"/>
                  </a:lnTo>
                  <a:lnTo>
                    <a:pt x="0" y="2206306"/>
                  </a:lnTo>
                  <a:lnTo>
                    <a:pt x="0" y="22063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8" name="pg1967"/>
            <p:cNvSpPr/>
            <p:nvPr/>
          </p:nvSpPr>
          <p:spPr>
            <a:xfrm>
              <a:off x="1199187" y="5209025"/>
              <a:ext cx="12049831" cy="1116255"/>
            </a:xfrm>
            <a:custGeom>
              <a:avLst/>
              <a:pathLst>
                <a:path w="12049831" h="1116255">
                  <a:moveTo>
                    <a:pt x="0" y="974757"/>
                  </a:moveTo>
                  <a:lnTo>
                    <a:pt x="994940" y="974757"/>
                  </a:lnTo>
                  <a:lnTo>
                    <a:pt x="996069" y="974739"/>
                  </a:lnTo>
                  <a:lnTo>
                    <a:pt x="1003520" y="974608"/>
                  </a:lnTo>
                  <a:lnTo>
                    <a:pt x="1022406" y="974246"/>
                  </a:lnTo>
                  <a:lnTo>
                    <a:pt x="1056427" y="973533"/>
                  </a:lnTo>
                  <a:lnTo>
                    <a:pt x="1107653" y="972354"/>
                  </a:lnTo>
                  <a:lnTo>
                    <a:pt x="1176369" y="970612"/>
                  </a:lnTo>
                  <a:lnTo>
                    <a:pt x="1261131" y="968234"/>
                  </a:lnTo>
                  <a:lnTo>
                    <a:pt x="1359084" y="965176"/>
                  </a:lnTo>
                  <a:lnTo>
                    <a:pt x="1466480" y="961423"/>
                  </a:lnTo>
                  <a:lnTo>
                    <a:pt x="1579270" y="956978"/>
                  </a:lnTo>
                  <a:lnTo>
                    <a:pt x="1693629" y="951855"/>
                  </a:lnTo>
                  <a:lnTo>
                    <a:pt x="1806328" y="946065"/>
                  </a:lnTo>
                  <a:lnTo>
                    <a:pt x="1914914" y="939614"/>
                  </a:lnTo>
                  <a:lnTo>
                    <a:pt x="2017740" y="932487"/>
                  </a:lnTo>
                  <a:lnTo>
                    <a:pt x="2113875" y="924654"/>
                  </a:lnTo>
                  <a:lnTo>
                    <a:pt x="2202981" y="916060"/>
                  </a:lnTo>
                  <a:lnTo>
                    <a:pt x="2285155" y="906630"/>
                  </a:lnTo>
                  <a:lnTo>
                    <a:pt x="2360804" y="896268"/>
                  </a:lnTo>
                  <a:lnTo>
                    <a:pt x="2430535" y="884861"/>
                  </a:lnTo>
                  <a:lnTo>
                    <a:pt x="2495064" y="872281"/>
                  </a:lnTo>
                  <a:lnTo>
                    <a:pt x="2555162" y="858398"/>
                  </a:lnTo>
                  <a:lnTo>
                    <a:pt x="2611600" y="843087"/>
                  </a:lnTo>
                  <a:lnTo>
                    <a:pt x="2665112" y="826252"/>
                  </a:lnTo>
                  <a:lnTo>
                    <a:pt x="2702183" y="813171"/>
                  </a:lnTo>
                  <a:lnTo>
                    <a:pt x="2759621" y="790549"/>
                  </a:lnTo>
                  <a:lnTo>
                    <a:pt x="2815346" y="765810"/>
                  </a:lnTo>
                  <a:lnTo>
                    <a:pt x="2869954" y="738915"/>
                  </a:lnTo>
                  <a:lnTo>
                    <a:pt x="2923891" y="709889"/>
                  </a:lnTo>
                  <a:lnTo>
                    <a:pt x="2977484" y="678822"/>
                  </a:lnTo>
                  <a:lnTo>
                    <a:pt x="3030961" y="645876"/>
                  </a:lnTo>
                  <a:lnTo>
                    <a:pt x="3084459" y="611286"/>
                  </a:lnTo>
                  <a:lnTo>
                    <a:pt x="3138048" y="575357"/>
                  </a:lnTo>
                  <a:lnTo>
                    <a:pt x="3191737" y="538451"/>
                  </a:lnTo>
                  <a:lnTo>
                    <a:pt x="3245496" y="500979"/>
                  </a:lnTo>
                  <a:lnTo>
                    <a:pt x="3299274" y="463378"/>
                  </a:lnTo>
                  <a:lnTo>
                    <a:pt x="3353010" y="426090"/>
                  </a:lnTo>
                  <a:lnTo>
                    <a:pt x="3406658" y="389543"/>
                  </a:lnTo>
                  <a:lnTo>
                    <a:pt x="3460205" y="354130"/>
                  </a:lnTo>
                  <a:lnTo>
                    <a:pt x="3513682" y="320192"/>
                  </a:lnTo>
                  <a:lnTo>
                    <a:pt x="3567186" y="288004"/>
                  </a:lnTo>
                  <a:lnTo>
                    <a:pt x="3620890" y="257771"/>
                  </a:lnTo>
                  <a:lnTo>
                    <a:pt x="3675060" y="229625"/>
                  </a:lnTo>
                  <a:lnTo>
                    <a:pt x="3730070" y="203628"/>
                  </a:lnTo>
                  <a:lnTo>
                    <a:pt x="3786426" y="179778"/>
                  </a:lnTo>
                  <a:lnTo>
                    <a:pt x="3820202" y="166826"/>
                  </a:lnTo>
                  <a:lnTo>
                    <a:pt x="3872019" y="148869"/>
                  </a:lnTo>
                  <a:lnTo>
                    <a:pt x="3926281" y="132468"/>
                  </a:lnTo>
                  <a:lnTo>
                    <a:pt x="3983668" y="117568"/>
                  </a:lnTo>
                  <a:lnTo>
                    <a:pt x="4044930" y="104064"/>
                  </a:lnTo>
                  <a:lnTo>
                    <a:pt x="4110841" y="91826"/>
                  </a:lnTo>
                  <a:lnTo>
                    <a:pt x="4182162" y="80725"/>
                  </a:lnTo>
                  <a:lnTo>
                    <a:pt x="4259586" y="70635"/>
                  </a:lnTo>
                  <a:lnTo>
                    <a:pt x="4343673" y="61448"/>
                  </a:lnTo>
                  <a:lnTo>
                    <a:pt x="4434756" y="53074"/>
                  </a:lnTo>
                  <a:lnTo>
                    <a:pt x="4532824" y="45443"/>
                  </a:lnTo>
                  <a:lnTo>
                    <a:pt x="4637387" y="38508"/>
                  </a:lnTo>
                  <a:lnTo>
                    <a:pt x="4747326" y="32243"/>
                  </a:lnTo>
                  <a:lnTo>
                    <a:pt x="4860773" y="26639"/>
                  </a:lnTo>
                  <a:lnTo>
                    <a:pt x="4975048" y="21704"/>
                  </a:lnTo>
                  <a:lnTo>
                    <a:pt x="5086730" y="17452"/>
                  </a:lnTo>
                  <a:lnTo>
                    <a:pt x="5191885" y="13894"/>
                  </a:lnTo>
                  <a:lnTo>
                    <a:pt x="5286491" y="11030"/>
                  </a:lnTo>
                  <a:lnTo>
                    <a:pt x="5366990" y="8836"/>
                  </a:lnTo>
                  <a:lnTo>
                    <a:pt x="5430877" y="7260"/>
                  </a:lnTo>
                  <a:lnTo>
                    <a:pt x="5477174" y="6223"/>
                  </a:lnTo>
                  <a:lnTo>
                    <a:pt x="5506669" y="5620"/>
                  </a:lnTo>
                  <a:lnTo>
                    <a:pt x="5521912" y="5335"/>
                  </a:lnTo>
                  <a:lnTo>
                    <a:pt x="5527018" y="524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2" y="5261"/>
                  </a:lnTo>
                  <a:lnTo>
                    <a:pt x="6530949" y="5411"/>
                  </a:lnTo>
                  <a:lnTo>
                    <a:pt x="6549798" y="5825"/>
                  </a:lnTo>
                  <a:lnTo>
                    <a:pt x="6583755" y="6641"/>
                  </a:lnTo>
                  <a:lnTo>
                    <a:pt x="6634891" y="7989"/>
                  </a:lnTo>
                  <a:lnTo>
                    <a:pt x="6703494" y="9981"/>
                  </a:lnTo>
                  <a:lnTo>
                    <a:pt x="6788130" y="12701"/>
                  </a:lnTo>
                  <a:lnTo>
                    <a:pt x="6885956" y="16198"/>
                  </a:lnTo>
                  <a:lnTo>
                    <a:pt x="6993234" y="20491"/>
                  </a:lnTo>
                  <a:lnTo>
                    <a:pt x="7105923" y="25576"/>
                  </a:lnTo>
                  <a:lnTo>
                    <a:pt x="7220204" y="31438"/>
                  </a:lnTo>
                  <a:lnTo>
                    <a:pt x="7332849" y="38061"/>
                  </a:lnTo>
                  <a:lnTo>
                    <a:pt x="7441404" y="45443"/>
                  </a:lnTo>
                  <a:lnTo>
                    <a:pt x="7544218" y="53596"/>
                  </a:lnTo>
                  <a:lnTo>
                    <a:pt x="7640357" y="62558"/>
                  </a:lnTo>
                  <a:lnTo>
                    <a:pt x="7729476" y="72390"/>
                  </a:lnTo>
                  <a:lnTo>
                    <a:pt x="7811670" y="83177"/>
                  </a:lnTo>
                  <a:lnTo>
                    <a:pt x="7887343" y="95029"/>
                  </a:lnTo>
                  <a:lnTo>
                    <a:pt x="7957097" y="108076"/>
                  </a:lnTo>
                  <a:lnTo>
                    <a:pt x="8021647" y="122462"/>
                  </a:lnTo>
                  <a:lnTo>
                    <a:pt x="8081760" y="138338"/>
                  </a:lnTo>
                  <a:lnTo>
                    <a:pt x="8138208" y="155847"/>
                  </a:lnTo>
                  <a:lnTo>
                    <a:pt x="8191723" y="175097"/>
                  </a:lnTo>
                  <a:lnTo>
                    <a:pt x="8229629" y="190409"/>
                  </a:lnTo>
                  <a:lnTo>
                    <a:pt x="8286011" y="215826"/>
                  </a:lnTo>
                  <a:lnTo>
                    <a:pt x="8340731" y="243578"/>
                  </a:lnTo>
                  <a:lnTo>
                    <a:pt x="8394356" y="273708"/>
                  </a:lnTo>
                  <a:lnTo>
                    <a:pt x="8447316" y="306194"/>
                  </a:lnTo>
                  <a:lnTo>
                    <a:pt x="8499926" y="340942"/>
                  </a:lnTo>
                  <a:lnTo>
                    <a:pt x="8552406" y="377784"/>
                  </a:lnTo>
                  <a:lnTo>
                    <a:pt x="8604896" y="416473"/>
                  </a:lnTo>
                  <a:lnTo>
                    <a:pt x="8657468" y="456689"/>
                  </a:lnTo>
                  <a:lnTo>
                    <a:pt x="8710138" y="498045"/>
                  </a:lnTo>
                  <a:lnTo>
                    <a:pt x="8762883" y="540105"/>
                  </a:lnTo>
                  <a:lnTo>
                    <a:pt x="8815656" y="582400"/>
                  </a:lnTo>
                  <a:lnTo>
                    <a:pt x="8868400" y="624449"/>
                  </a:lnTo>
                  <a:lnTo>
                    <a:pt x="8921068" y="665783"/>
                  </a:lnTo>
                  <a:lnTo>
                    <a:pt x="8973637" y="705967"/>
                  </a:lnTo>
                  <a:lnTo>
                    <a:pt x="9026126" y="744615"/>
                  </a:lnTo>
                  <a:lnTo>
                    <a:pt x="9078608" y="781409"/>
                  </a:lnTo>
                  <a:lnTo>
                    <a:pt x="9131223" y="816105"/>
                  </a:lnTo>
                  <a:lnTo>
                    <a:pt x="9184194" y="848535"/>
                  </a:lnTo>
                  <a:lnTo>
                    <a:pt x="9237840" y="878608"/>
                  </a:lnTo>
                  <a:lnTo>
                    <a:pt x="9292593" y="906304"/>
                  </a:lnTo>
                  <a:lnTo>
                    <a:pt x="9347647" y="931085"/>
                  </a:lnTo>
                  <a:lnTo>
                    <a:pt x="9399428" y="951650"/>
                  </a:lnTo>
                  <a:lnTo>
                    <a:pt x="9453649" y="970433"/>
                  </a:lnTo>
                  <a:lnTo>
                    <a:pt x="9510991" y="987499"/>
                  </a:lnTo>
                  <a:lnTo>
                    <a:pt x="9572199" y="1002967"/>
                  </a:lnTo>
                  <a:lnTo>
                    <a:pt x="9638049" y="1016985"/>
                  </a:lnTo>
                  <a:lnTo>
                    <a:pt x="9709299" y="1029703"/>
                  </a:lnTo>
                  <a:lnTo>
                    <a:pt x="9786640" y="1041262"/>
                  </a:lnTo>
                  <a:lnTo>
                    <a:pt x="9870633" y="1051788"/>
                  </a:lnTo>
                  <a:lnTo>
                    <a:pt x="9961611" y="1061383"/>
                  </a:lnTo>
                  <a:lnTo>
                    <a:pt x="10059566" y="1070126"/>
                  </a:lnTo>
                  <a:lnTo>
                    <a:pt x="10164012" y="1078073"/>
                  </a:lnTo>
                  <a:lnTo>
                    <a:pt x="10273839" y="1085254"/>
                  </a:lnTo>
                  <a:lnTo>
                    <a:pt x="10387187" y="1091678"/>
                  </a:lnTo>
                  <a:lnTo>
                    <a:pt x="10501390" y="1097337"/>
                  </a:lnTo>
                  <a:lnTo>
                    <a:pt x="10613039" y="1102214"/>
                  </a:lnTo>
                  <a:lnTo>
                    <a:pt x="10718214" y="1106297"/>
                  </a:lnTo>
                  <a:lnTo>
                    <a:pt x="10812896" y="1109585"/>
                  </a:lnTo>
                  <a:lnTo>
                    <a:pt x="10893529" y="1112107"/>
                  </a:lnTo>
                  <a:lnTo>
                    <a:pt x="10957595" y="1113920"/>
                  </a:lnTo>
                  <a:lnTo>
                    <a:pt x="11004096" y="1115116"/>
                  </a:lnTo>
                  <a:lnTo>
                    <a:pt x="11033795" y="1115812"/>
                  </a:lnTo>
                  <a:lnTo>
                    <a:pt x="11049213" y="1116143"/>
                  </a:lnTo>
                  <a:lnTo>
                    <a:pt x="11054435" y="1116246"/>
                  </a:lnTo>
                  <a:lnTo>
                    <a:pt x="11054891" y="1116255"/>
                  </a:lnTo>
                  <a:lnTo>
                    <a:pt x="12049831" y="1116255"/>
                  </a:lnTo>
                  <a:lnTo>
                    <a:pt x="12049831" y="1111014"/>
                  </a:lnTo>
                  <a:lnTo>
                    <a:pt x="11054891" y="1111014"/>
                  </a:lnTo>
                  <a:lnTo>
                    <a:pt x="11053764" y="1110993"/>
                  </a:lnTo>
                  <a:lnTo>
                    <a:pt x="11046328" y="1110843"/>
                  </a:lnTo>
                  <a:lnTo>
                    <a:pt x="11027479" y="1110429"/>
                  </a:lnTo>
                  <a:lnTo>
                    <a:pt x="10993521" y="1109613"/>
                  </a:lnTo>
                  <a:lnTo>
                    <a:pt x="10942386" y="1108265"/>
                  </a:lnTo>
                  <a:lnTo>
                    <a:pt x="10873783" y="1106273"/>
                  </a:lnTo>
                  <a:lnTo>
                    <a:pt x="10789146" y="1103553"/>
                  </a:lnTo>
                  <a:lnTo>
                    <a:pt x="10691320" y="1100056"/>
                  </a:lnTo>
                  <a:lnTo>
                    <a:pt x="10584042" y="1095763"/>
                  </a:lnTo>
                  <a:lnTo>
                    <a:pt x="10471353" y="1090678"/>
                  </a:lnTo>
                  <a:lnTo>
                    <a:pt x="10357072" y="1084816"/>
                  </a:lnTo>
                  <a:lnTo>
                    <a:pt x="10244428" y="1078193"/>
                  </a:lnTo>
                  <a:lnTo>
                    <a:pt x="10135872" y="1070811"/>
                  </a:lnTo>
                  <a:lnTo>
                    <a:pt x="10033059" y="1062658"/>
                  </a:lnTo>
                  <a:lnTo>
                    <a:pt x="9936920" y="1053696"/>
                  </a:lnTo>
                  <a:lnTo>
                    <a:pt x="9847801" y="1043864"/>
                  </a:lnTo>
                  <a:lnTo>
                    <a:pt x="9765607" y="1033077"/>
                  </a:lnTo>
                  <a:lnTo>
                    <a:pt x="9689933" y="1021225"/>
                  </a:lnTo>
                  <a:lnTo>
                    <a:pt x="9620180" y="1008178"/>
                  </a:lnTo>
                  <a:lnTo>
                    <a:pt x="9555630" y="993792"/>
                  </a:lnTo>
                  <a:lnTo>
                    <a:pt x="9495516" y="977916"/>
                  </a:lnTo>
                  <a:lnTo>
                    <a:pt x="9439069" y="960407"/>
                  </a:lnTo>
                  <a:lnTo>
                    <a:pt x="9385554" y="941157"/>
                  </a:lnTo>
                  <a:lnTo>
                    <a:pt x="9347647" y="925845"/>
                  </a:lnTo>
                  <a:lnTo>
                    <a:pt x="9291266" y="900429"/>
                  </a:lnTo>
                  <a:lnTo>
                    <a:pt x="9236546" y="872676"/>
                  </a:lnTo>
                  <a:lnTo>
                    <a:pt x="9182920" y="842546"/>
                  </a:lnTo>
                  <a:lnTo>
                    <a:pt x="9129960" y="810060"/>
                  </a:lnTo>
                  <a:lnTo>
                    <a:pt x="9077351" y="775312"/>
                  </a:lnTo>
                  <a:lnTo>
                    <a:pt x="9024871" y="738470"/>
                  </a:lnTo>
                  <a:lnTo>
                    <a:pt x="8972380" y="699781"/>
                  </a:lnTo>
                  <a:lnTo>
                    <a:pt x="8919809" y="659565"/>
                  </a:lnTo>
                  <a:lnTo>
                    <a:pt x="8867139" y="618209"/>
                  </a:lnTo>
                  <a:lnTo>
                    <a:pt x="8814393" y="576149"/>
                  </a:lnTo>
                  <a:lnTo>
                    <a:pt x="8761620" y="533854"/>
                  </a:lnTo>
                  <a:lnTo>
                    <a:pt x="8708876" y="491805"/>
                  </a:lnTo>
                  <a:lnTo>
                    <a:pt x="8656208" y="450471"/>
                  </a:lnTo>
                  <a:lnTo>
                    <a:pt x="8603639" y="410287"/>
                  </a:lnTo>
                  <a:lnTo>
                    <a:pt x="8551150" y="371639"/>
                  </a:lnTo>
                  <a:lnTo>
                    <a:pt x="8498669" y="334845"/>
                  </a:lnTo>
                  <a:lnTo>
                    <a:pt x="8446054" y="300149"/>
                  </a:lnTo>
                  <a:lnTo>
                    <a:pt x="8393082" y="267719"/>
                  </a:lnTo>
                  <a:lnTo>
                    <a:pt x="8339436" y="237646"/>
                  </a:lnTo>
                  <a:lnTo>
                    <a:pt x="8284683" y="209950"/>
                  </a:lnTo>
                  <a:lnTo>
                    <a:pt x="8229629" y="185169"/>
                  </a:lnTo>
                  <a:lnTo>
                    <a:pt x="8177848" y="164604"/>
                  </a:lnTo>
                  <a:lnTo>
                    <a:pt x="8123627" y="145821"/>
                  </a:lnTo>
                  <a:lnTo>
                    <a:pt x="8066286" y="128755"/>
                  </a:lnTo>
                  <a:lnTo>
                    <a:pt x="8005077" y="113287"/>
                  </a:lnTo>
                  <a:lnTo>
                    <a:pt x="7939227" y="99269"/>
                  </a:lnTo>
                  <a:lnTo>
                    <a:pt x="7867978" y="86551"/>
                  </a:lnTo>
                  <a:lnTo>
                    <a:pt x="7790636" y="74992"/>
                  </a:lnTo>
                  <a:lnTo>
                    <a:pt x="7706643" y="64466"/>
                  </a:lnTo>
                  <a:lnTo>
                    <a:pt x="7615666" y="54871"/>
                  </a:lnTo>
                  <a:lnTo>
                    <a:pt x="7517711" y="46128"/>
                  </a:lnTo>
                  <a:lnTo>
                    <a:pt x="7413264" y="38181"/>
                  </a:lnTo>
                  <a:lnTo>
                    <a:pt x="7303438" y="31000"/>
                  </a:lnTo>
                  <a:lnTo>
                    <a:pt x="7190090" y="24576"/>
                  </a:lnTo>
                  <a:lnTo>
                    <a:pt x="7075886" y="18917"/>
                  </a:lnTo>
                  <a:lnTo>
                    <a:pt x="6964237" y="14040"/>
                  </a:lnTo>
                  <a:lnTo>
                    <a:pt x="6859063" y="9958"/>
                  </a:lnTo>
                  <a:lnTo>
                    <a:pt x="6764380" y="6669"/>
                  </a:lnTo>
                  <a:lnTo>
                    <a:pt x="6683748" y="4147"/>
                  </a:lnTo>
                  <a:lnTo>
                    <a:pt x="6619681" y="2334"/>
                  </a:lnTo>
                  <a:lnTo>
                    <a:pt x="6573181" y="1138"/>
                  </a:lnTo>
                  <a:lnTo>
                    <a:pt x="6543481" y="442"/>
                  </a:lnTo>
                  <a:lnTo>
                    <a:pt x="6528063" y="111"/>
                  </a:lnTo>
                  <a:lnTo>
                    <a:pt x="6522841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6" y="18"/>
                  </a:lnTo>
                  <a:lnTo>
                    <a:pt x="5518865" y="149"/>
                  </a:lnTo>
                  <a:lnTo>
                    <a:pt x="5499979" y="511"/>
                  </a:lnTo>
                  <a:lnTo>
                    <a:pt x="5465958" y="1224"/>
                  </a:lnTo>
                  <a:lnTo>
                    <a:pt x="5414732" y="2403"/>
                  </a:lnTo>
                  <a:lnTo>
                    <a:pt x="5346016" y="4145"/>
                  </a:lnTo>
                  <a:lnTo>
                    <a:pt x="5261254" y="6523"/>
                  </a:lnTo>
                  <a:lnTo>
                    <a:pt x="5163301" y="9581"/>
                  </a:lnTo>
                  <a:lnTo>
                    <a:pt x="5055905" y="13334"/>
                  </a:lnTo>
                  <a:lnTo>
                    <a:pt x="4943115" y="17779"/>
                  </a:lnTo>
                  <a:lnTo>
                    <a:pt x="4828756" y="22902"/>
                  </a:lnTo>
                  <a:lnTo>
                    <a:pt x="4716057" y="28692"/>
                  </a:lnTo>
                  <a:lnTo>
                    <a:pt x="4607471" y="35143"/>
                  </a:lnTo>
                  <a:lnTo>
                    <a:pt x="4504645" y="42270"/>
                  </a:lnTo>
                  <a:lnTo>
                    <a:pt x="4408510" y="50103"/>
                  </a:lnTo>
                  <a:lnTo>
                    <a:pt x="4319404" y="58697"/>
                  </a:lnTo>
                  <a:lnTo>
                    <a:pt x="4237230" y="68127"/>
                  </a:lnTo>
                  <a:lnTo>
                    <a:pt x="4161581" y="78489"/>
                  </a:lnTo>
                  <a:lnTo>
                    <a:pt x="4091850" y="89896"/>
                  </a:lnTo>
                  <a:lnTo>
                    <a:pt x="4027321" y="102476"/>
                  </a:lnTo>
                  <a:lnTo>
                    <a:pt x="3967223" y="116359"/>
                  </a:lnTo>
                  <a:lnTo>
                    <a:pt x="3910785" y="131670"/>
                  </a:lnTo>
                  <a:lnTo>
                    <a:pt x="3857273" y="148505"/>
                  </a:lnTo>
                  <a:lnTo>
                    <a:pt x="3820202" y="161586"/>
                  </a:lnTo>
                  <a:lnTo>
                    <a:pt x="3762764" y="184207"/>
                  </a:lnTo>
                  <a:lnTo>
                    <a:pt x="3707039" y="208947"/>
                  </a:lnTo>
                  <a:lnTo>
                    <a:pt x="3652431" y="235842"/>
                  </a:lnTo>
                  <a:lnTo>
                    <a:pt x="3598494" y="264868"/>
                  </a:lnTo>
                  <a:lnTo>
                    <a:pt x="3544900" y="295935"/>
                  </a:lnTo>
                  <a:lnTo>
                    <a:pt x="3491424" y="328881"/>
                  </a:lnTo>
                  <a:lnTo>
                    <a:pt x="3437926" y="363471"/>
                  </a:lnTo>
                  <a:lnTo>
                    <a:pt x="3384337" y="399400"/>
                  </a:lnTo>
                  <a:lnTo>
                    <a:pt x="3330648" y="436306"/>
                  </a:lnTo>
                  <a:lnTo>
                    <a:pt x="3276889" y="473778"/>
                  </a:lnTo>
                  <a:lnTo>
                    <a:pt x="3223111" y="511379"/>
                  </a:lnTo>
                  <a:lnTo>
                    <a:pt x="3169375" y="548667"/>
                  </a:lnTo>
                  <a:lnTo>
                    <a:pt x="3115727" y="585214"/>
                  </a:lnTo>
                  <a:lnTo>
                    <a:pt x="3062180" y="620626"/>
                  </a:lnTo>
                  <a:lnTo>
                    <a:pt x="3008703" y="654565"/>
                  </a:lnTo>
                  <a:lnTo>
                    <a:pt x="2955199" y="686753"/>
                  </a:lnTo>
                  <a:lnTo>
                    <a:pt x="2901495" y="716986"/>
                  </a:lnTo>
                  <a:lnTo>
                    <a:pt x="2847325" y="745132"/>
                  </a:lnTo>
                  <a:lnTo>
                    <a:pt x="2792315" y="771129"/>
                  </a:lnTo>
                  <a:lnTo>
                    <a:pt x="2735959" y="794979"/>
                  </a:lnTo>
                  <a:lnTo>
                    <a:pt x="2702183" y="807931"/>
                  </a:lnTo>
                  <a:lnTo>
                    <a:pt x="2650366" y="825888"/>
                  </a:lnTo>
                  <a:lnTo>
                    <a:pt x="2596104" y="842289"/>
                  </a:lnTo>
                  <a:lnTo>
                    <a:pt x="2538717" y="857189"/>
                  </a:lnTo>
                  <a:lnTo>
                    <a:pt x="2477455" y="870693"/>
                  </a:lnTo>
                  <a:lnTo>
                    <a:pt x="2411544" y="882931"/>
                  </a:lnTo>
                  <a:lnTo>
                    <a:pt x="2340223" y="894032"/>
                  </a:lnTo>
                  <a:lnTo>
                    <a:pt x="2262799" y="904122"/>
                  </a:lnTo>
                  <a:lnTo>
                    <a:pt x="2178712" y="913309"/>
                  </a:lnTo>
                  <a:lnTo>
                    <a:pt x="2087629" y="921683"/>
                  </a:lnTo>
                  <a:lnTo>
                    <a:pt x="1989561" y="929314"/>
                  </a:lnTo>
                  <a:lnTo>
                    <a:pt x="1884998" y="936249"/>
                  </a:lnTo>
                  <a:lnTo>
                    <a:pt x="1775059" y="942514"/>
                  </a:lnTo>
                  <a:lnTo>
                    <a:pt x="1661612" y="948118"/>
                  </a:lnTo>
                  <a:lnTo>
                    <a:pt x="1547337" y="953053"/>
                  </a:lnTo>
                  <a:lnTo>
                    <a:pt x="1435655" y="957305"/>
                  </a:lnTo>
                  <a:lnTo>
                    <a:pt x="1330500" y="960863"/>
                  </a:lnTo>
                  <a:lnTo>
                    <a:pt x="1235894" y="963727"/>
                  </a:lnTo>
                  <a:lnTo>
                    <a:pt x="1155395" y="965921"/>
                  </a:lnTo>
                  <a:lnTo>
                    <a:pt x="1091507" y="967497"/>
                  </a:lnTo>
                  <a:lnTo>
                    <a:pt x="1045211" y="968534"/>
                  </a:lnTo>
                  <a:lnTo>
                    <a:pt x="1015716" y="969137"/>
                  </a:lnTo>
                  <a:lnTo>
                    <a:pt x="1000473" y="969422"/>
                  </a:lnTo>
                  <a:lnTo>
                    <a:pt x="995367" y="969510"/>
                  </a:lnTo>
                  <a:lnTo>
                    <a:pt x="994940" y="969517"/>
                  </a:lnTo>
                  <a:lnTo>
                    <a:pt x="0" y="969517"/>
                  </a:lnTo>
                  <a:close/>
                </a:path>
              </a:pathLst>
            </a:custGeom>
            <a:solidFill>
              <a:srgbClr val="7E57C2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69" name="pl1968"/>
            <p:cNvSpPr/>
            <p:nvPr/>
          </p:nvSpPr>
          <p:spPr>
            <a:xfrm>
              <a:off x="1199187" y="5214266"/>
              <a:ext cx="12049831" cy="1111014"/>
            </a:xfrm>
            <a:custGeom>
              <a:avLst/>
              <a:pathLst>
                <a:path w="12049831" h="1111014">
                  <a:moveTo>
                    <a:pt x="0" y="969517"/>
                  </a:moveTo>
                  <a:lnTo>
                    <a:pt x="994940" y="969517"/>
                  </a:lnTo>
                  <a:lnTo>
                    <a:pt x="996069" y="969498"/>
                  </a:lnTo>
                  <a:lnTo>
                    <a:pt x="1003520" y="969367"/>
                  </a:lnTo>
                  <a:lnTo>
                    <a:pt x="1022406" y="969005"/>
                  </a:lnTo>
                  <a:lnTo>
                    <a:pt x="1056427" y="968292"/>
                  </a:lnTo>
                  <a:lnTo>
                    <a:pt x="1107653" y="967113"/>
                  </a:lnTo>
                  <a:lnTo>
                    <a:pt x="1176369" y="965371"/>
                  </a:lnTo>
                  <a:lnTo>
                    <a:pt x="1261131" y="962993"/>
                  </a:lnTo>
                  <a:lnTo>
                    <a:pt x="1359084" y="959936"/>
                  </a:lnTo>
                  <a:lnTo>
                    <a:pt x="1466480" y="956183"/>
                  </a:lnTo>
                  <a:lnTo>
                    <a:pt x="1579270" y="951738"/>
                  </a:lnTo>
                  <a:lnTo>
                    <a:pt x="1693629" y="946614"/>
                  </a:lnTo>
                  <a:lnTo>
                    <a:pt x="1806328" y="940825"/>
                  </a:lnTo>
                  <a:lnTo>
                    <a:pt x="1914914" y="934373"/>
                  </a:lnTo>
                  <a:lnTo>
                    <a:pt x="2017740" y="927247"/>
                  </a:lnTo>
                  <a:lnTo>
                    <a:pt x="2113875" y="919413"/>
                  </a:lnTo>
                  <a:lnTo>
                    <a:pt x="2202981" y="910819"/>
                  </a:lnTo>
                  <a:lnTo>
                    <a:pt x="2285155" y="901389"/>
                  </a:lnTo>
                  <a:lnTo>
                    <a:pt x="2360804" y="891027"/>
                  </a:lnTo>
                  <a:lnTo>
                    <a:pt x="2430535" y="879620"/>
                  </a:lnTo>
                  <a:lnTo>
                    <a:pt x="2495064" y="867041"/>
                  </a:lnTo>
                  <a:lnTo>
                    <a:pt x="2555162" y="853158"/>
                  </a:lnTo>
                  <a:lnTo>
                    <a:pt x="2611600" y="837846"/>
                  </a:lnTo>
                  <a:lnTo>
                    <a:pt x="2665112" y="821012"/>
                  </a:lnTo>
                  <a:lnTo>
                    <a:pt x="2702183" y="807931"/>
                  </a:lnTo>
                  <a:lnTo>
                    <a:pt x="2759621" y="785309"/>
                  </a:lnTo>
                  <a:lnTo>
                    <a:pt x="2815346" y="760569"/>
                  </a:lnTo>
                  <a:lnTo>
                    <a:pt x="2869954" y="733674"/>
                  </a:lnTo>
                  <a:lnTo>
                    <a:pt x="2923891" y="704648"/>
                  </a:lnTo>
                  <a:lnTo>
                    <a:pt x="2977484" y="673581"/>
                  </a:lnTo>
                  <a:lnTo>
                    <a:pt x="3030961" y="640635"/>
                  </a:lnTo>
                  <a:lnTo>
                    <a:pt x="3084459" y="606046"/>
                  </a:lnTo>
                  <a:lnTo>
                    <a:pt x="3138048" y="570116"/>
                  </a:lnTo>
                  <a:lnTo>
                    <a:pt x="3191737" y="533211"/>
                  </a:lnTo>
                  <a:lnTo>
                    <a:pt x="3245496" y="495739"/>
                  </a:lnTo>
                  <a:lnTo>
                    <a:pt x="3299274" y="458137"/>
                  </a:lnTo>
                  <a:lnTo>
                    <a:pt x="3353010" y="420849"/>
                  </a:lnTo>
                  <a:lnTo>
                    <a:pt x="3406658" y="384303"/>
                  </a:lnTo>
                  <a:lnTo>
                    <a:pt x="3460205" y="348890"/>
                  </a:lnTo>
                  <a:lnTo>
                    <a:pt x="3513682" y="314951"/>
                  </a:lnTo>
                  <a:lnTo>
                    <a:pt x="3567186" y="282763"/>
                  </a:lnTo>
                  <a:lnTo>
                    <a:pt x="3620890" y="252530"/>
                  </a:lnTo>
                  <a:lnTo>
                    <a:pt x="3675060" y="224384"/>
                  </a:lnTo>
                  <a:lnTo>
                    <a:pt x="3730070" y="198387"/>
                  </a:lnTo>
                  <a:lnTo>
                    <a:pt x="3786426" y="174537"/>
                  </a:lnTo>
                  <a:lnTo>
                    <a:pt x="3820202" y="161586"/>
                  </a:lnTo>
                  <a:lnTo>
                    <a:pt x="3872019" y="143628"/>
                  </a:lnTo>
                  <a:lnTo>
                    <a:pt x="3926281" y="127227"/>
                  </a:lnTo>
                  <a:lnTo>
                    <a:pt x="3983668" y="112328"/>
                  </a:lnTo>
                  <a:lnTo>
                    <a:pt x="4044930" y="98823"/>
                  </a:lnTo>
                  <a:lnTo>
                    <a:pt x="4110841" y="86586"/>
                  </a:lnTo>
                  <a:lnTo>
                    <a:pt x="4182162" y="75484"/>
                  </a:lnTo>
                  <a:lnTo>
                    <a:pt x="4259586" y="65394"/>
                  </a:lnTo>
                  <a:lnTo>
                    <a:pt x="4343673" y="56207"/>
                  </a:lnTo>
                  <a:lnTo>
                    <a:pt x="4434756" y="47833"/>
                  </a:lnTo>
                  <a:lnTo>
                    <a:pt x="4532824" y="40202"/>
                  </a:lnTo>
                  <a:lnTo>
                    <a:pt x="4637387" y="33268"/>
                  </a:lnTo>
                  <a:lnTo>
                    <a:pt x="4747326" y="27002"/>
                  </a:lnTo>
                  <a:lnTo>
                    <a:pt x="4860773" y="21398"/>
                  </a:lnTo>
                  <a:lnTo>
                    <a:pt x="4975048" y="16463"/>
                  </a:lnTo>
                  <a:lnTo>
                    <a:pt x="5086730" y="12211"/>
                  </a:lnTo>
                  <a:lnTo>
                    <a:pt x="5191885" y="8654"/>
                  </a:lnTo>
                  <a:lnTo>
                    <a:pt x="5286491" y="5790"/>
                  </a:lnTo>
                  <a:lnTo>
                    <a:pt x="5366990" y="3596"/>
                  </a:lnTo>
                  <a:lnTo>
                    <a:pt x="5430877" y="2020"/>
                  </a:lnTo>
                  <a:lnTo>
                    <a:pt x="5477174" y="982"/>
                  </a:lnTo>
                  <a:lnTo>
                    <a:pt x="5506669" y="379"/>
                  </a:lnTo>
                  <a:lnTo>
                    <a:pt x="5521912" y="94"/>
                  </a:lnTo>
                  <a:lnTo>
                    <a:pt x="5527018" y="6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2" y="21"/>
                  </a:lnTo>
                  <a:lnTo>
                    <a:pt x="6530949" y="170"/>
                  </a:lnTo>
                  <a:lnTo>
                    <a:pt x="6549798" y="584"/>
                  </a:lnTo>
                  <a:lnTo>
                    <a:pt x="6583755" y="1400"/>
                  </a:lnTo>
                  <a:lnTo>
                    <a:pt x="6634891" y="2748"/>
                  </a:lnTo>
                  <a:lnTo>
                    <a:pt x="6703494" y="4741"/>
                  </a:lnTo>
                  <a:lnTo>
                    <a:pt x="6788130" y="7460"/>
                  </a:lnTo>
                  <a:lnTo>
                    <a:pt x="6885956" y="10957"/>
                  </a:lnTo>
                  <a:lnTo>
                    <a:pt x="6993234" y="15250"/>
                  </a:lnTo>
                  <a:lnTo>
                    <a:pt x="7105923" y="20335"/>
                  </a:lnTo>
                  <a:lnTo>
                    <a:pt x="7220204" y="26197"/>
                  </a:lnTo>
                  <a:lnTo>
                    <a:pt x="7332849" y="32821"/>
                  </a:lnTo>
                  <a:lnTo>
                    <a:pt x="7441404" y="40202"/>
                  </a:lnTo>
                  <a:lnTo>
                    <a:pt x="7544218" y="48356"/>
                  </a:lnTo>
                  <a:lnTo>
                    <a:pt x="7640357" y="57318"/>
                  </a:lnTo>
                  <a:lnTo>
                    <a:pt x="7729476" y="67149"/>
                  </a:lnTo>
                  <a:lnTo>
                    <a:pt x="7811670" y="77937"/>
                  </a:lnTo>
                  <a:lnTo>
                    <a:pt x="7887343" y="89789"/>
                  </a:lnTo>
                  <a:lnTo>
                    <a:pt x="7957097" y="102836"/>
                  </a:lnTo>
                  <a:lnTo>
                    <a:pt x="8021647" y="117222"/>
                  </a:lnTo>
                  <a:lnTo>
                    <a:pt x="8081760" y="133098"/>
                  </a:lnTo>
                  <a:lnTo>
                    <a:pt x="8138208" y="150606"/>
                  </a:lnTo>
                  <a:lnTo>
                    <a:pt x="8191723" y="169856"/>
                  </a:lnTo>
                  <a:lnTo>
                    <a:pt x="8229629" y="185169"/>
                  </a:lnTo>
                  <a:lnTo>
                    <a:pt x="8286011" y="210585"/>
                  </a:lnTo>
                  <a:lnTo>
                    <a:pt x="8340731" y="238338"/>
                  </a:lnTo>
                  <a:lnTo>
                    <a:pt x="8394356" y="268468"/>
                  </a:lnTo>
                  <a:lnTo>
                    <a:pt x="8447316" y="300953"/>
                  </a:lnTo>
                  <a:lnTo>
                    <a:pt x="8499926" y="335701"/>
                  </a:lnTo>
                  <a:lnTo>
                    <a:pt x="8552406" y="372543"/>
                  </a:lnTo>
                  <a:lnTo>
                    <a:pt x="8604896" y="411232"/>
                  </a:lnTo>
                  <a:lnTo>
                    <a:pt x="8657468" y="451448"/>
                  </a:lnTo>
                  <a:lnTo>
                    <a:pt x="8710138" y="492804"/>
                  </a:lnTo>
                  <a:lnTo>
                    <a:pt x="8762883" y="534865"/>
                  </a:lnTo>
                  <a:lnTo>
                    <a:pt x="8815656" y="577160"/>
                  </a:lnTo>
                  <a:lnTo>
                    <a:pt x="8868400" y="619209"/>
                  </a:lnTo>
                  <a:lnTo>
                    <a:pt x="8921068" y="660543"/>
                  </a:lnTo>
                  <a:lnTo>
                    <a:pt x="8973637" y="700726"/>
                  </a:lnTo>
                  <a:lnTo>
                    <a:pt x="9026126" y="739374"/>
                  </a:lnTo>
                  <a:lnTo>
                    <a:pt x="9078608" y="776169"/>
                  </a:lnTo>
                  <a:lnTo>
                    <a:pt x="9131223" y="810865"/>
                  </a:lnTo>
                  <a:lnTo>
                    <a:pt x="9184194" y="843295"/>
                  </a:lnTo>
                  <a:lnTo>
                    <a:pt x="9237840" y="873368"/>
                  </a:lnTo>
                  <a:lnTo>
                    <a:pt x="9292593" y="901064"/>
                  </a:lnTo>
                  <a:lnTo>
                    <a:pt x="9347647" y="925845"/>
                  </a:lnTo>
                  <a:lnTo>
                    <a:pt x="9399428" y="946410"/>
                  </a:lnTo>
                  <a:lnTo>
                    <a:pt x="9453649" y="965193"/>
                  </a:lnTo>
                  <a:lnTo>
                    <a:pt x="9510991" y="982258"/>
                  </a:lnTo>
                  <a:lnTo>
                    <a:pt x="9572199" y="997726"/>
                  </a:lnTo>
                  <a:lnTo>
                    <a:pt x="9638049" y="1011744"/>
                  </a:lnTo>
                  <a:lnTo>
                    <a:pt x="9709299" y="1024462"/>
                  </a:lnTo>
                  <a:lnTo>
                    <a:pt x="9786640" y="1036022"/>
                  </a:lnTo>
                  <a:lnTo>
                    <a:pt x="9870633" y="1046547"/>
                  </a:lnTo>
                  <a:lnTo>
                    <a:pt x="9961611" y="1056142"/>
                  </a:lnTo>
                  <a:lnTo>
                    <a:pt x="10059566" y="1064886"/>
                  </a:lnTo>
                  <a:lnTo>
                    <a:pt x="10164012" y="1072833"/>
                  </a:lnTo>
                  <a:lnTo>
                    <a:pt x="10273839" y="1080014"/>
                  </a:lnTo>
                  <a:lnTo>
                    <a:pt x="10387187" y="1086437"/>
                  </a:lnTo>
                  <a:lnTo>
                    <a:pt x="10501390" y="1092096"/>
                  </a:lnTo>
                  <a:lnTo>
                    <a:pt x="10613039" y="1096973"/>
                  </a:lnTo>
                  <a:lnTo>
                    <a:pt x="10718214" y="1101056"/>
                  </a:lnTo>
                  <a:lnTo>
                    <a:pt x="10812896" y="1104345"/>
                  </a:lnTo>
                  <a:lnTo>
                    <a:pt x="10893529" y="1106866"/>
                  </a:lnTo>
                  <a:lnTo>
                    <a:pt x="10957595" y="1108679"/>
                  </a:lnTo>
                  <a:lnTo>
                    <a:pt x="11004096" y="1109875"/>
                  </a:lnTo>
                  <a:lnTo>
                    <a:pt x="11033795" y="1110572"/>
                  </a:lnTo>
                  <a:lnTo>
                    <a:pt x="11049213" y="1110903"/>
                  </a:lnTo>
                  <a:lnTo>
                    <a:pt x="11054435" y="1111006"/>
                  </a:lnTo>
                  <a:lnTo>
                    <a:pt x="11054891" y="1111014"/>
                  </a:lnTo>
                  <a:lnTo>
                    <a:pt x="12049831" y="1111014"/>
                  </a:lnTo>
                  <a:lnTo>
                    <a:pt x="12049831" y="11110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0" name="pl1969"/>
            <p:cNvSpPr/>
            <p:nvPr/>
          </p:nvSpPr>
          <p:spPr>
            <a:xfrm>
              <a:off x="1199187" y="5209025"/>
              <a:ext cx="12049831" cy="1111014"/>
            </a:xfrm>
            <a:custGeom>
              <a:avLst/>
              <a:pathLst>
                <a:path w="12049831" h="1111014">
                  <a:moveTo>
                    <a:pt x="12049831" y="1111014"/>
                  </a:moveTo>
                  <a:lnTo>
                    <a:pt x="11054891" y="1111014"/>
                  </a:lnTo>
                  <a:lnTo>
                    <a:pt x="11053764" y="1110993"/>
                  </a:lnTo>
                  <a:lnTo>
                    <a:pt x="11046328" y="1110843"/>
                  </a:lnTo>
                  <a:lnTo>
                    <a:pt x="11027479" y="1110429"/>
                  </a:lnTo>
                  <a:lnTo>
                    <a:pt x="10993521" y="1109613"/>
                  </a:lnTo>
                  <a:lnTo>
                    <a:pt x="10942386" y="1108265"/>
                  </a:lnTo>
                  <a:lnTo>
                    <a:pt x="10873783" y="1106273"/>
                  </a:lnTo>
                  <a:lnTo>
                    <a:pt x="10789146" y="1103553"/>
                  </a:lnTo>
                  <a:lnTo>
                    <a:pt x="10691320" y="1100056"/>
                  </a:lnTo>
                  <a:lnTo>
                    <a:pt x="10584042" y="1095763"/>
                  </a:lnTo>
                  <a:lnTo>
                    <a:pt x="10471353" y="1090678"/>
                  </a:lnTo>
                  <a:lnTo>
                    <a:pt x="10357072" y="1084816"/>
                  </a:lnTo>
                  <a:lnTo>
                    <a:pt x="10244428" y="1078193"/>
                  </a:lnTo>
                  <a:lnTo>
                    <a:pt x="10135872" y="1070811"/>
                  </a:lnTo>
                  <a:lnTo>
                    <a:pt x="10033059" y="1062658"/>
                  </a:lnTo>
                  <a:lnTo>
                    <a:pt x="9936920" y="1053696"/>
                  </a:lnTo>
                  <a:lnTo>
                    <a:pt x="9847801" y="1043864"/>
                  </a:lnTo>
                  <a:lnTo>
                    <a:pt x="9765607" y="1033077"/>
                  </a:lnTo>
                  <a:lnTo>
                    <a:pt x="9689933" y="1021225"/>
                  </a:lnTo>
                  <a:lnTo>
                    <a:pt x="9620180" y="1008178"/>
                  </a:lnTo>
                  <a:lnTo>
                    <a:pt x="9555630" y="993792"/>
                  </a:lnTo>
                  <a:lnTo>
                    <a:pt x="9495516" y="977916"/>
                  </a:lnTo>
                  <a:lnTo>
                    <a:pt x="9439069" y="960407"/>
                  </a:lnTo>
                  <a:lnTo>
                    <a:pt x="9385554" y="941157"/>
                  </a:lnTo>
                  <a:lnTo>
                    <a:pt x="9347647" y="925845"/>
                  </a:lnTo>
                  <a:lnTo>
                    <a:pt x="9291266" y="900429"/>
                  </a:lnTo>
                  <a:lnTo>
                    <a:pt x="9236546" y="872676"/>
                  </a:lnTo>
                  <a:lnTo>
                    <a:pt x="9182920" y="842546"/>
                  </a:lnTo>
                  <a:lnTo>
                    <a:pt x="9129960" y="810060"/>
                  </a:lnTo>
                  <a:lnTo>
                    <a:pt x="9077351" y="775312"/>
                  </a:lnTo>
                  <a:lnTo>
                    <a:pt x="9024871" y="738470"/>
                  </a:lnTo>
                  <a:lnTo>
                    <a:pt x="8972380" y="699781"/>
                  </a:lnTo>
                  <a:lnTo>
                    <a:pt x="8919809" y="659565"/>
                  </a:lnTo>
                  <a:lnTo>
                    <a:pt x="8867139" y="618209"/>
                  </a:lnTo>
                  <a:lnTo>
                    <a:pt x="8814393" y="576149"/>
                  </a:lnTo>
                  <a:lnTo>
                    <a:pt x="8761620" y="533854"/>
                  </a:lnTo>
                  <a:lnTo>
                    <a:pt x="8708876" y="491805"/>
                  </a:lnTo>
                  <a:lnTo>
                    <a:pt x="8656208" y="450471"/>
                  </a:lnTo>
                  <a:lnTo>
                    <a:pt x="8603639" y="410287"/>
                  </a:lnTo>
                  <a:lnTo>
                    <a:pt x="8551150" y="371639"/>
                  </a:lnTo>
                  <a:lnTo>
                    <a:pt x="8498669" y="334845"/>
                  </a:lnTo>
                  <a:lnTo>
                    <a:pt x="8446054" y="300149"/>
                  </a:lnTo>
                  <a:lnTo>
                    <a:pt x="8393082" y="267719"/>
                  </a:lnTo>
                  <a:lnTo>
                    <a:pt x="8339436" y="237646"/>
                  </a:lnTo>
                  <a:lnTo>
                    <a:pt x="8284683" y="209950"/>
                  </a:lnTo>
                  <a:lnTo>
                    <a:pt x="8229629" y="185169"/>
                  </a:lnTo>
                  <a:lnTo>
                    <a:pt x="8177848" y="164604"/>
                  </a:lnTo>
                  <a:lnTo>
                    <a:pt x="8123627" y="145821"/>
                  </a:lnTo>
                  <a:lnTo>
                    <a:pt x="8066286" y="128755"/>
                  </a:lnTo>
                  <a:lnTo>
                    <a:pt x="8005077" y="113287"/>
                  </a:lnTo>
                  <a:lnTo>
                    <a:pt x="7939227" y="99269"/>
                  </a:lnTo>
                  <a:lnTo>
                    <a:pt x="7867978" y="86551"/>
                  </a:lnTo>
                  <a:lnTo>
                    <a:pt x="7790636" y="74992"/>
                  </a:lnTo>
                  <a:lnTo>
                    <a:pt x="7706643" y="64466"/>
                  </a:lnTo>
                  <a:lnTo>
                    <a:pt x="7615666" y="54871"/>
                  </a:lnTo>
                  <a:lnTo>
                    <a:pt x="7517711" y="46128"/>
                  </a:lnTo>
                  <a:lnTo>
                    <a:pt x="7413264" y="38181"/>
                  </a:lnTo>
                  <a:lnTo>
                    <a:pt x="7303438" y="31000"/>
                  </a:lnTo>
                  <a:lnTo>
                    <a:pt x="7190090" y="24576"/>
                  </a:lnTo>
                  <a:lnTo>
                    <a:pt x="7075886" y="18917"/>
                  </a:lnTo>
                  <a:lnTo>
                    <a:pt x="6964237" y="14040"/>
                  </a:lnTo>
                  <a:lnTo>
                    <a:pt x="6859063" y="9958"/>
                  </a:lnTo>
                  <a:lnTo>
                    <a:pt x="6764380" y="6669"/>
                  </a:lnTo>
                  <a:lnTo>
                    <a:pt x="6683748" y="4147"/>
                  </a:lnTo>
                  <a:lnTo>
                    <a:pt x="6619681" y="2334"/>
                  </a:lnTo>
                  <a:lnTo>
                    <a:pt x="6573181" y="1138"/>
                  </a:lnTo>
                  <a:lnTo>
                    <a:pt x="6543481" y="442"/>
                  </a:lnTo>
                  <a:lnTo>
                    <a:pt x="6528063" y="111"/>
                  </a:lnTo>
                  <a:lnTo>
                    <a:pt x="6522841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6" y="18"/>
                  </a:lnTo>
                  <a:lnTo>
                    <a:pt x="5518865" y="149"/>
                  </a:lnTo>
                  <a:lnTo>
                    <a:pt x="5499979" y="511"/>
                  </a:lnTo>
                  <a:lnTo>
                    <a:pt x="5465958" y="1224"/>
                  </a:lnTo>
                  <a:lnTo>
                    <a:pt x="5414732" y="2403"/>
                  </a:lnTo>
                  <a:lnTo>
                    <a:pt x="5346016" y="4145"/>
                  </a:lnTo>
                  <a:lnTo>
                    <a:pt x="5261254" y="6523"/>
                  </a:lnTo>
                  <a:lnTo>
                    <a:pt x="5163301" y="9581"/>
                  </a:lnTo>
                  <a:lnTo>
                    <a:pt x="5055905" y="13334"/>
                  </a:lnTo>
                  <a:lnTo>
                    <a:pt x="4943115" y="17779"/>
                  </a:lnTo>
                  <a:lnTo>
                    <a:pt x="4828756" y="22902"/>
                  </a:lnTo>
                  <a:lnTo>
                    <a:pt x="4716057" y="28692"/>
                  </a:lnTo>
                  <a:lnTo>
                    <a:pt x="4607471" y="35143"/>
                  </a:lnTo>
                  <a:lnTo>
                    <a:pt x="4504645" y="42270"/>
                  </a:lnTo>
                  <a:lnTo>
                    <a:pt x="4408510" y="50103"/>
                  </a:lnTo>
                  <a:lnTo>
                    <a:pt x="4319404" y="58697"/>
                  </a:lnTo>
                  <a:lnTo>
                    <a:pt x="4237230" y="68127"/>
                  </a:lnTo>
                  <a:lnTo>
                    <a:pt x="4161581" y="78489"/>
                  </a:lnTo>
                  <a:lnTo>
                    <a:pt x="4091850" y="89896"/>
                  </a:lnTo>
                  <a:lnTo>
                    <a:pt x="4027321" y="102476"/>
                  </a:lnTo>
                  <a:lnTo>
                    <a:pt x="3967223" y="116359"/>
                  </a:lnTo>
                  <a:lnTo>
                    <a:pt x="3910785" y="131670"/>
                  </a:lnTo>
                  <a:lnTo>
                    <a:pt x="3857273" y="148505"/>
                  </a:lnTo>
                  <a:lnTo>
                    <a:pt x="3820202" y="161586"/>
                  </a:lnTo>
                  <a:lnTo>
                    <a:pt x="3762764" y="184207"/>
                  </a:lnTo>
                  <a:lnTo>
                    <a:pt x="3707039" y="208947"/>
                  </a:lnTo>
                  <a:lnTo>
                    <a:pt x="3652431" y="235842"/>
                  </a:lnTo>
                  <a:lnTo>
                    <a:pt x="3598494" y="264868"/>
                  </a:lnTo>
                  <a:lnTo>
                    <a:pt x="3544900" y="295935"/>
                  </a:lnTo>
                  <a:lnTo>
                    <a:pt x="3491424" y="328881"/>
                  </a:lnTo>
                  <a:lnTo>
                    <a:pt x="3437926" y="363471"/>
                  </a:lnTo>
                  <a:lnTo>
                    <a:pt x="3384337" y="399400"/>
                  </a:lnTo>
                  <a:lnTo>
                    <a:pt x="3330648" y="436306"/>
                  </a:lnTo>
                  <a:lnTo>
                    <a:pt x="3276889" y="473778"/>
                  </a:lnTo>
                  <a:lnTo>
                    <a:pt x="3223111" y="511379"/>
                  </a:lnTo>
                  <a:lnTo>
                    <a:pt x="3169375" y="548667"/>
                  </a:lnTo>
                  <a:lnTo>
                    <a:pt x="3115727" y="585214"/>
                  </a:lnTo>
                  <a:lnTo>
                    <a:pt x="3062180" y="620626"/>
                  </a:lnTo>
                  <a:lnTo>
                    <a:pt x="3008703" y="654565"/>
                  </a:lnTo>
                  <a:lnTo>
                    <a:pt x="2955199" y="686753"/>
                  </a:lnTo>
                  <a:lnTo>
                    <a:pt x="2901495" y="716986"/>
                  </a:lnTo>
                  <a:lnTo>
                    <a:pt x="2847325" y="745132"/>
                  </a:lnTo>
                  <a:lnTo>
                    <a:pt x="2792315" y="771129"/>
                  </a:lnTo>
                  <a:lnTo>
                    <a:pt x="2735959" y="794979"/>
                  </a:lnTo>
                  <a:lnTo>
                    <a:pt x="2702183" y="807931"/>
                  </a:lnTo>
                  <a:lnTo>
                    <a:pt x="2650366" y="825888"/>
                  </a:lnTo>
                  <a:lnTo>
                    <a:pt x="2596104" y="842289"/>
                  </a:lnTo>
                  <a:lnTo>
                    <a:pt x="2538717" y="857189"/>
                  </a:lnTo>
                  <a:lnTo>
                    <a:pt x="2477455" y="870693"/>
                  </a:lnTo>
                  <a:lnTo>
                    <a:pt x="2411544" y="882931"/>
                  </a:lnTo>
                  <a:lnTo>
                    <a:pt x="2340223" y="894032"/>
                  </a:lnTo>
                  <a:lnTo>
                    <a:pt x="2262799" y="904122"/>
                  </a:lnTo>
                  <a:lnTo>
                    <a:pt x="2178712" y="913309"/>
                  </a:lnTo>
                  <a:lnTo>
                    <a:pt x="2087629" y="921683"/>
                  </a:lnTo>
                  <a:lnTo>
                    <a:pt x="1989561" y="929314"/>
                  </a:lnTo>
                  <a:lnTo>
                    <a:pt x="1884998" y="936249"/>
                  </a:lnTo>
                  <a:lnTo>
                    <a:pt x="1775059" y="942514"/>
                  </a:lnTo>
                  <a:lnTo>
                    <a:pt x="1661612" y="948118"/>
                  </a:lnTo>
                  <a:lnTo>
                    <a:pt x="1547337" y="953053"/>
                  </a:lnTo>
                  <a:lnTo>
                    <a:pt x="1435655" y="957305"/>
                  </a:lnTo>
                  <a:lnTo>
                    <a:pt x="1330500" y="960863"/>
                  </a:lnTo>
                  <a:lnTo>
                    <a:pt x="1235894" y="963727"/>
                  </a:lnTo>
                  <a:lnTo>
                    <a:pt x="1155395" y="965921"/>
                  </a:lnTo>
                  <a:lnTo>
                    <a:pt x="1091507" y="967497"/>
                  </a:lnTo>
                  <a:lnTo>
                    <a:pt x="1045211" y="968534"/>
                  </a:lnTo>
                  <a:lnTo>
                    <a:pt x="1015716" y="969137"/>
                  </a:lnTo>
                  <a:lnTo>
                    <a:pt x="1000473" y="969422"/>
                  </a:lnTo>
                  <a:lnTo>
                    <a:pt x="995367" y="969510"/>
                  </a:lnTo>
                  <a:lnTo>
                    <a:pt x="994940" y="969517"/>
                  </a:lnTo>
                  <a:lnTo>
                    <a:pt x="0" y="969517"/>
                  </a:lnTo>
                  <a:lnTo>
                    <a:pt x="0" y="9695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1" name="pg1970"/>
            <p:cNvSpPr/>
            <p:nvPr/>
          </p:nvSpPr>
          <p:spPr>
            <a:xfrm>
              <a:off x="1199187" y="2363361"/>
              <a:ext cx="12049831" cy="3788978"/>
            </a:xfrm>
            <a:custGeom>
              <a:avLst/>
              <a:pathLst>
                <a:path w="12049831" h="3788978">
                  <a:moveTo>
                    <a:pt x="0" y="3788978"/>
                  </a:moveTo>
                  <a:lnTo>
                    <a:pt x="994940" y="3788978"/>
                  </a:lnTo>
                  <a:lnTo>
                    <a:pt x="995974" y="3788912"/>
                  </a:lnTo>
                  <a:lnTo>
                    <a:pt x="1002811" y="3788445"/>
                  </a:lnTo>
                  <a:lnTo>
                    <a:pt x="1020182" y="3787155"/>
                  </a:lnTo>
                  <a:lnTo>
                    <a:pt x="1051573" y="3784610"/>
                  </a:lnTo>
                  <a:lnTo>
                    <a:pt x="1099040" y="3780400"/>
                  </a:lnTo>
                  <a:lnTo>
                    <a:pt x="1163061" y="3774166"/>
                  </a:lnTo>
                  <a:lnTo>
                    <a:pt x="1242556" y="3765633"/>
                  </a:lnTo>
                  <a:lnTo>
                    <a:pt x="1335123" y="3754626"/>
                  </a:lnTo>
                  <a:lnTo>
                    <a:pt x="1437463" y="3741067"/>
                  </a:lnTo>
                  <a:lnTo>
                    <a:pt x="1545889" y="3724953"/>
                  </a:lnTo>
                  <a:lnTo>
                    <a:pt x="1656802" y="3706328"/>
                  </a:lnTo>
                  <a:lnTo>
                    <a:pt x="1767052" y="3685241"/>
                  </a:lnTo>
                  <a:lnTo>
                    <a:pt x="1874149" y="3661721"/>
                  </a:lnTo>
                  <a:lnTo>
                    <a:pt x="1976321" y="3635746"/>
                  </a:lnTo>
                  <a:lnTo>
                    <a:pt x="2072470" y="3607230"/>
                  </a:lnTo>
                  <a:lnTo>
                    <a:pt x="2162074" y="3576013"/>
                  </a:lnTo>
                  <a:lnTo>
                    <a:pt x="2245059" y="3541862"/>
                  </a:lnTo>
                  <a:lnTo>
                    <a:pt x="2321675" y="3504469"/>
                  </a:lnTo>
                  <a:lnTo>
                    <a:pt x="2392395" y="3463460"/>
                  </a:lnTo>
                  <a:lnTo>
                    <a:pt x="2457827" y="3418405"/>
                  </a:lnTo>
                  <a:lnTo>
                    <a:pt x="2518656" y="3368840"/>
                  </a:lnTo>
                  <a:lnTo>
                    <a:pt x="2575590" y="3314297"/>
                  </a:lnTo>
                  <a:lnTo>
                    <a:pt x="2629328" y="3254360"/>
                  </a:lnTo>
                  <a:lnTo>
                    <a:pt x="2680520" y="3188747"/>
                  </a:lnTo>
                  <a:lnTo>
                    <a:pt x="2702183" y="3158355"/>
                  </a:lnTo>
                  <a:lnTo>
                    <a:pt x="2741697" y="3098836"/>
                  </a:lnTo>
                  <a:lnTo>
                    <a:pt x="2780308" y="3035485"/>
                  </a:lnTo>
                  <a:lnTo>
                    <a:pt x="2818232" y="2968224"/>
                  </a:lnTo>
                  <a:lnTo>
                    <a:pt x="2855648" y="2897022"/>
                  </a:lnTo>
                  <a:lnTo>
                    <a:pt x="2892704" y="2821899"/>
                  </a:lnTo>
                  <a:lnTo>
                    <a:pt x="2929520" y="2742930"/>
                  </a:lnTo>
                  <a:lnTo>
                    <a:pt x="2966190" y="2660252"/>
                  </a:lnTo>
                  <a:lnTo>
                    <a:pt x="3002788" y="2574063"/>
                  </a:lnTo>
                  <a:lnTo>
                    <a:pt x="3039369" y="2484623"/>
                  </a:lnTo>
                  <a:lnTo>
                    <a:pt x="3075968" y="2392254"/>
                  </a:lnTo>
                  <a:lnTo>
                    <a:pt x="3112607" y="2297336"/>
                  </a:lnTo>
                  <a:lnTo>
                    <a:pt x="3149295" y="2200304"/>
                  </a:lnTo>
                  <a:lnTo>
                    <a:pt x="3186030" y="2101637"/>
                  </a:lnTo>
                  <a:lnTo>
                    <a:pt x="3222800" y="2001850"/>
                  </a:lnTo>
                  <a:lnTo>
                    <a:pt x="3259590" y="1901485"/>
                  </a:lnTo>
                  <a:lnTo>
                    <a:pt x="3296381" y="1801095"/>
                  </a:lnTo>
                  <a:lnTo>
                    <a:pt x="3333153" y="1701236"/>
                  </a:lnTo>
                  <a:lnTo>
                    <a:pt x="3369891" y="1602451"/>
                  </a:lnTo>
                  <a:lnTo>
                    <a:pt x="3406584" y="1505257"/>
                  </a:lnTo>
                  <a:lnTo>
                    <a:pt x="3443227" y="1410137"/>
                  </a:lnTo>
                  <a:lnTo>
                    <a:pt x="3479829" y="1317530"/>
                  </a:lnTo>
                  <a:lnTo>
                    <a:pt x="3516410" y="1227821"/>
                  </a:lnTo>
                  <a:lnTo>
                    <a:pt x="3553005" y="1141337"/>
                  </a:lnTo>
                  <a:lnTo>
                    <a:pt x="3589666" y="1058345"/>
                  </a:lnTo>
                  <a:lnTo>
                    <a:pt x="3626466" y="979047"/>
                  </a:lnTo>
                  <a:lnTo>
                    <a:pt x="3663496" y="903585"/>
                  </a:lnTo>
                  <a:lnTo>
                    <a:pt x="3700876" y="832039"/>
                  </a:lnTo>
                  <a:lnTo>
                    <a:pt x="3738749" y="764436"/>
                  </a:lnTo>
                  <a:lnTo>
                    <a:pt x="3777292" y="700747"/>
                  </a:lnTo>
                  <a:lnTo>
                    <a:pt x="3816717" y="640898"/>
                  </a:lnTo>
                  <a:lnTo>
                    <a:pt x="3820202" y="635863"/>
                  </a:lnTo>
                  <a:lnTo>
                    <a:pt x="3870469" y="567747"/>
                  </a:lnTo>
                  <a:lnTo>
                    <a:pt x="3923021" y="505360"/>
                  </a:lnTo>
                  <a:lnTo>
                    <a:pt x="3978478" y="448512"/>
                  </a:lnTo>
                  <a:lnTo>
                    <a:pt x="4037522" y="396833"/>
                  </a:lnTo>
                  <a:lnTo>
                    <a:pt x="4100862" y="349870"/>
                  </a:lnTo>
                  <a:lnTo>
                    <a:pt x="4169196" y="307153"/>
                  </a:lnTo>
                  <a:lnTo>
                    <a:pt x="4243175" y="268234"/>
                  </a:lnTo>
                  <a:lnTo>
                    <a:pt x="4323338" y="232712"/>
                  </a:lnTo>
                  <a:lnTo>
                    <a:pt x="4410045" y="200250"/>
                  </a:lnTo>
                  <a:lnTo>
                    <a:pt x="4503377" y="170580"/>
                  </a:lnTo>
                  <a:lnTo>
                    <a:pt x="4603022" y="143512"/>
                  </a:lnTo>
                  <a:lnTo>
                    <a:pt x="4708148" y="118928"/>
                  </a:lnTo>
                  <a:lnTo>
                    <a:pt x="4817288" y="96780"/>
                  </a:lnTo>
                  <a:lnTo>
                    <a:pt x="4928264" y="77077"/>
                  </a:lnTo>
                  <a:lnTo>
                    <a:pt x="5038196" y="59862"/>
                  </a:lnTo>
                  <a:lnTo>
                    <a:pt x="5143647" y="45186"/>
                  </a:lnTo>
                  <a:lnTo>
                    <a:pt x="5240914" y="33071"/>
                  </a:lnTo>
                  <a:lnTo>
                    <a:pt x="5326465" y="23475"/>
                  </a:lnTo>
                  <a:lnTo>
                    <a:pt x="5397449" y="16267"/>
                  </a:lnTo>
                  <a:lnTo>
                    <a:pt x="5452166" y="11215"/>
                  </a:lnTo>
                  <a:lnTo>
                    <a:pt x="5490402" y="7993"/>
                  </a:lnTo>
                  <a:lnTo>
                    <a:pt x="5513534" y="6209"/>
                  </a:lnTo>
                  <a:lnTo>
                    <a:pt x="5524450" y="5436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5" y="5258"/>
                  </a:lnTo>
                  <a:lnTo>
                    <a:pt x="6530971" y="5383"/>
                  </a:lnTo>
                  <a:lnTo>
                    <a:pt x="6549867" y="5730"/>
                  </a:lnTo>
                  <a:lnTo>
                    <a:pt x="6583905" y="6413"/>
                  </a:lnTo>
                  <a:lnTo>
                    <a:pt x="6635156" y="7541"/>
                  </a:lnTo>
                  <a:lnTo>
                    <a:pt x="6703902" y="9209"/>
                  </a:lnTo>
                  <a:lnTo>
                    <a:pt x="6788698" y="11485"/>
                  </a:lnTo>
                  <a:lnTo>
                    <a:pt x="6886685" y="14412"/>
                  </a:lnTo>
                  <a:lnTo>
                    <a:pt x="6994114" y="18004"/>
                  </a:lnTo>
                  <a:lnTo>
                    <a:pt x="7106930" y="22259"/>
                  </a:lnTo>
                  <a:lnTo>
                    <a:pt x="7221310" y="27163"/>
                  </a:lnTo>
                  <a:lnTo>
                    <a:pt x="7334024" y="32705"/>
                  </a:lnTo>
                  <a:lnTo>
                    <a:pt x="7442619" y="38880"/>
                  </a:lnTo>
                  <a:lnTo>
                    <a:pt x="7545447" y="45701"/>
                  </a:lnTo>
                  <a:lnTo>
                    <a:pt x="7641582" y="53199"/>
                  </a:lnTo>
                  <a:lnTo>
                    <a:pt x="7730684" y="61425"/>
                  </a:lnTo>
                  <a:lnTo>
                    <a:pt x="7812852" y="70452"/>
                  </a:lnTo>
                  <a:lnTo>
                    <a:pt x="7888496" y="80371"/>
                  </a:lnTo>
                  <a:lnTo>
                    <a:pt x="7958220" y="91290"/>
                  </a:lnTo>
                  <a:lnTo>
                    <a:pt x="8022744" y="103332"/>
                  </a:lnTo>
                  <a:lnTo>
                    <a:pt x="8082837" y="116623"/>
                  </a:lnTo>
                  <a:lnTo>
                    <a:pt x="8139272" y="131280"/>
                  </a:lnTo>
                  <a:lnTo>
                    <a:pt x="8192783" y="147396"/>
                  </a:lnTo>
                  <a:lnTo>
                    <a:pt x="8229629" y="159839"/>
                  </a:lnTo>
                  <a:lnTo>
                    <a:pt x="8287370" y="181604"/>
                  </a:lnTo>
                  <a:lnTo>
                    <a:pt x="8343384" y="205418"/>
                  </a:lnTo>
                  <a:lnTo>
                    <a:pt x="8398273" y="231315"/>
                  </a:lnTo>
                  <a:lnTo>
                    <a:pt x="8452490" y="259273"/>
                  </a:lnTo>
                  <a:lnTo>
                    <a:pt x="8506367" y="289202"/>
                  </a:lnTo>
                  <a:lnTo>
                    <a:pt x="8560130" y="320943"/>
                  </a:lnTo>
                  <a:lnTo>
                    <a:pt x="8613918" y="354265"/>
                  </a:lnTo>
                  <a:lnTo>
                    <a:pt x="8667798" y="388870"/>
                  </a:lnTo>
                  <a:lnTo>
                    <a:pt x="8721779" y="424403"/>
                  </a:lnTo>
                  <a:lnTo>
                    <a:pt x="8775830" y="460463"/>
                  </a:lnTo>
                  <a:lnTo>
                    <a:pt x="8829896" y="496626"/>
                  </a:lnTo>
                  <a:lnTo>
                    <a:pt x="8883916" y="532461"/>
                  </a:lnTo>
                  <a:lnTo>
                    <a:pt x="8937846" y="567553"/>
                  </a:lnTo>
                  <a:lnTo>
                    <a:pt x="8991673" y="601523"/>
                  </a:lnTo>
                  <a:lnTo>
                    <a:pt x="9045435" y="634046"/>
                  </a:lnTo>
                  <a:lnTo>
                    <a:pt x="9099235" y="664858"/>
                  </a:lnTo>
                  <a:lnTo>
                    <a:pt x="9153257" y="693765"/>
                  </a:lnTo>
                  <a:lnTo>
                    <a:pt x="9207779" y="720645"/>
                  </a:lnTo>
                  <a:lnTo>
                    <a:pt x="9263195" y="745445"/>
                  </a:lnTo>
                  <a:lnTo>
                    <a:pt x="9320031" y="768173"/>
                  </a:lnTo>
                  <a:lnTo>
                    <a:pt x="9347647" y="778234"/>
                  </a:lnTo>
                  <a:lnTo>
                    <a:pt x="9399475" y="795418"/>
                  </a:lnTo>
                  <a:lnTo>
                    <a:pt x="9453748" y="811112"/>
                  </a:lnTo>
                  <a:lnTo>
                    <a:pt x="9511147" y="825369"/>
                  </a:lnTo>
                  <a:lnTo>
                    <a:pt x="9572423" y="838291"/>
                  </a:lnTo>
                  <a:lnTo>
                    <a:pt x="9638351" y="850001"/>
                  </a:lnTo>
                  <a:lnTo>
                    <a:pt x="9709691" y="860624"/>
                  </a:lnTo>
                  <a:lnTo>
                    <a:pt x="9787138" y="870278"/>
                  </a:lnTo>
                  <a:lnTo>
                    <a:pt x="9871251" y="879068"/>
                  </a:lnTo>
                  <a:lnTo>
                    <a:pt x="9962362" y="887080"/>
                  </a:lnTo>
                  <a:lnTo>
                    <a:pt x="10060460" y="894381"/>
                  </a:lnTo>
                  <a:lnTo>
                    <a:pt x="10165055" y="901016"/>
                  </a:lnTo>
                  <a:lnTo>
                    <a:pt x="10275025" y="907010"/>
                  </a:lnTo>
                  <a:lnTo>
                    <a:pt x="10388498" y="912371"/>
                  </a:lnTo>
                  <a:lnTo>
                    <a:pt x="10502793" y="917092"/>
                  </a:lnTo>
                  <a:lnTo>
                    <a:pt x="10614483" y="921159"/>
                  </a:lnTo>
                  <a:lnTo>
                    <a:pt x="10719633" y="924562"/>
                  </a:lnTo>
                  <a:lnTo>
                    <a:pt x="10814218" y="927300"/>
                  </a:lnTo>
                  <a:lnTo>
                    <a:pt x="10894681" y="929398"/>
                  </a:lnTo>
                  <a:lnTo>
                    <a:pt x="10958520" y="930904"/>
                  </a:lnTo>
                  <a:lnTo>
                    <a:pt x="11004761" y="931895"/>
                  </a:lnTo>
                  <a:lnTo>
                    <a:pt x="11034201" y="932471"/>
                  </a:lnTo>
                  <a:lnTo>
                    <a:pt x="11049396" y="932743"/>
                  </a:lnTo>
                  <a:lnTo>
                    <a:pt x="11054472" y="932826"/>
                  </a:lnTo>
                  <a:lnTo>
                    <a:pt x="11054891" y="932832"/>
                  </a:lnTo>
                  <a:lnTo>
                    <a:pt x="12049831" y="932832"/>
                  </a:lnTo>
                  <a:lnTo>
                    <a:pt x="12049831" y="927592"/>
                  </a:lnTo>
                  <a:lnTo>
                    <a:pt x="11054891" y="927592"/>
                  </a:lnTo>
                  <a:lnTo>
                    <a:pt x="11053761" y="927574"/>
                  </a:lnTo>
                  <a:lnTo>
                    <a:pt x="11046306" y="927449"/>
                  </a:lnTo>
                  <a:lnTo>
                    <a:pt x="11027410" y="927102"/>
                  </a:lnTo>
                  <a:lnTo>
                    <a:pt x="10993371" y="926419"/>
                  </a:lnTo>
                  <a:lnTo>
                    <a:pt x="10942121" y="925291"/>
                  </a:lnTo>
                  <a:lnTo>
                    <a:pt x="10873375" y="923623"/>
                  </a:lnTo>
                  <a:lnTo>
                    <a:pt x="10788579" y="921347"/>
                  </a:lnTo>
                  <a:lnTo>
                    <a:pt x="10690591" y="918420"/>
                  </a:lnTo>
                  <a:lnTo>
                    <a:pt x="10583163" y="914828"/>
                  </a:lnTo>
                  <a:lnTo>
                    <a:pt x="10470346" y="910573"/>
                  </a:lnTo>
                  <a:lnTo>
                    <a:pt x="10355966" y="905669"/>
                  </a:lnTo>
                  <a:lnTo>
                    <a:pt x="10243253" y="900127"/>
                  </a:lnTo>
                  <a:lnTo>
                    <a:pt x="10134658" y="893952"/>
                  </a:lnTo>
                  <a:lnTo>
                    <a:pt x="10031829" y="887131"/>
                  </a:lnTo>
                  <a:lnTo>
                    <a:pt x="9935694" y="879633"/>
                  </a:lnTo>
                  <a:lnTo>
                    <a:pt x="9846593" y="871407"/>
                  </a:lnTo>
                  <a:lnTo>
                    <a:pt x="9764424" y="862380"/>
                  </a:lnTo>
                  <a:lnTo>
                    <a:pt x="9688781" y="852461"/>
                  </a:lnTo>
                  <a:lnTo>
                    <a:pt x="9619057" y="841542"/>
                  </a:lnTo>
                  <a:lnTo>
                    <a:pt x="9554533" y="829500"/>
                  </a:lnTo>
                  <a:lnTo>
                    <a:pt x="9494439" y="816209"/>
                  </a:lnTo>
                  <a:lnTo>
                    <a:pt x="9438004" y="801552"/>
                  </a:lnTo>
                  <a:lnTo>
                    <a:pt x="9384493" y="785436"/>
                  </a:lnTo>
                  <a:lnTo>
                    <a:pt x="9347647" y="772993"/>
                  </a:lnTo>
                  <a:lnTo>
                    <a:pt x="9289906" y="751228"/>
                  </a:lnTo>
                  <a:lnTo>
                    <a:pt x="9233893" y="727414"/>
                  </a:lnTo>
                  <a:lnTo>
                    <a:pt x="9179004" y="701516"/>
                  </a:lnTo>
                  <a:lnTo>
                    <a:pt x="9124786" y="673558"/>
                  </a:lnTo>
                  <a:lnTo>
                    <a:pt x="9070910" y="643629"/>
                  </a:lnTo>
                  <a:lnTo>
                    <a:pt x="9017147" y="611889"/>
                  </a:lnTo>
                  <a:lnTo>
                    <a:pt x="8963359" y="578567"/>
                  </a:lnTo>
                  <a:lnTo>
                    <a:pt x="8909478" y="543962"/>
                  </a:lnTo>
                  <a:lnTo>
                    <a:pt x="8855497" y="508429"/>
                  </a:lnTo>
                  <a:lnTo>
                    <a:pt x="8801446" y="472369"/>
                  </a:lnTo>
                  <a:lnTo>
                    <a:pt x="8747381" y="436206"/>
                  </a:lnTo>
                  <a:lnTo>
                    <a:pt x="8693361" y="400371"/>
                  </a:lnTo>
                  <a:lnTo>
                    <a:pt x="8639431" y="365279"/>
                  </a:lnTo>
                  <a:lnTo>
                    <a:pt x="8585604" y="331309"/>
                  </a:lnTo>
                  <a:lnTo>
                    <a:pt x="8531841" y="298786"/>
                  </a:lnTo>
                  <a:lnTo>
                    <a:pt x="8478041" y="267974"/>
                  </a:lnTo>
                  <a:lnTo>
                    <a:pt x="8424020" y="239067"/>
                  </a:lnTo>
                  <a:lnTo>
                    <a:pt x="8369497" y="212187"/>
                  </a:lnTo>
                  <a:lnTo>
                    <a:pt x="8314082" y="187387"/>
                  </a:lnTo>
                  <a:lnTo>
                    <a:pt x="8257245" y="164659"/>
                  </a:lnTo>
                  <a:lnTo>
                    <a:pt x="8229629" y="154598"/>
                  </a:lnTo>
                  <a:lnTo>
                    <a:pt x="8177802" y="137414"/>
                  </a:lnTo>
                  <a:lnTo>
                    <a:pt x="8123529" y="121720"/>
                  </a:lnTo>
                  <a:lnTo>
                    <a:pt x="8066129" y="107463"/>
                  </a:lnTo>
                  <a:lnTo>
                    <a:pt x="8004853" y="94541"/>
                  </a:lnTo>
                  <a:lnTo>
                    <a:pt x="7938925" y="82831"/>
                  </a:lnTo>
                  <a:lnTo>
                    <a:pt x="7867585" y="72208"/>
                  </a:lnTo>
                  <a:lnTo>
                    <a:pt x="7790138" y="62554"/>
                  </a:lnTo>
                  <a:lnTo>
                    <a:pt x="7706026" y="53764"/>
                  </a:lnTo>
                  <a:lnTo>
                    <a:pt x="7614915" y="45752"/>
                  </a:lnTo>
                  <a:lnTo>
                    <a:pt x="7516816" y="38451"/>
                  </a:lnTo>
                  <a:lnTo>
                    <a:pt x="7412222" y="31816"/>
                  </a:lnTo>
                  <a:lnTo>
                    <a:pt x="7302252" y="25822"/>
                  </a:lnTo>
                  <a:lnTo>
                    <a:pt x="7188779" y="20461"/>
                  </a:lnTo>
                  <a:lnTo>
                    <a:pt x="7074484" y="15740"/>
                  </a:lnTo>
                  <a:lnTo>
                    <a:pt x="6962794" y="11673"/>
                  </a:lnTo>
                  <a:lnTo>
                    <a:pt x="6857644" y="8270"/>
                  </a:lnTo>
                  <a:lnTo>
                    <a:pt x="6763059" y="5531"/>
                  </a:lnTo>
                  <a:lnTo>
                    <a:pt x="6682596" y="3434"/>
                  </a:lnTo>
                  <a:lnTo>
                    <a:pt x="6618757" y="1928"/>
                  </a:lnTo>
                  <a:lnTo>
                    <a:pt x="6572516" y="937"/>
                  </a:lnTo>
                  <a:lnTo>
                    <a:pt x="6543076" y="361"/>
                  </a:lnTo>
                  <a:lnTo>
                    <a:pt x="6527880" y="89"/>
                  </a:lnTo>
                  <a:lnTo>
                    <a:pt x="6522805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11" y="65"/>
                  </a:lnTo>
                  <a:lnTo>
                    <a:pt x="5519574" y="532"/>
                  </a:lnTo>
                  <a:lnTo>
                    <a:pt x="5502203" y="1823"/>
                  </a:lnTo>
                  <a:lnTo>
                    <a:pt x="5470812" y="4367"/>
                  </a:lnTo>
                  <a:lnTo>
                    <a:pt x="5423345" y="8577"/>
                  </a:lnTo>
                  <a:lnTo>
                    <a:pt x="5359324" y="14811"/>
                  </a:lnTo>
                  <a:lnTo>
                    <a:pt x="5279829" y="23344"/>
                  </a:lnTo>
                  <a:lnTo>
                    <a:pt x="5187262" y="34351"/>
                  </a:lnTo>
                  <a:lnTo>
                    <a:pt x="5084922" y="47911"/>
                  </a:lnTo>
                  <a:lnTo>
                    <a:pt x="4976496" y="64025"/>
                  </a:lnTo>
                  <a:lnTo>
                    <a:pt x="4865583" y="82650"/>
                  </a:lnTo>
                  <a:lnTo>
                    <a:pt x="4755333" y="103736"/>
                  </a:lnTo>
                  <a:lnTo>
                    <a:pt x="4648236" y="127256"/>
                  </a:lnTo>
                  <a:lnTo>
                    <a:pt x="4546064" y="153231"/>
                  </a:lnTo>
                  <a:lnTo>
                    <a:pt x="4449915" y="181748"/>
                  </a:lnTo>
                  <a:lnTo>
                    <a:pt x="4360311" y="212964"/>
                  </a:lnTo>
                  <a:lnTo>
                    <a:pt x="4277326" y="247115"/>
                  </a:lnTo>
                  <a:lnTo>
                    <a:pt x="4200710" y="284508"/>
                  </a:lnTo>
                  <a:lnTo>
                    <a:pt x="4129990" y="325517"/>
                  </a:lnTo>
                  <a:lnTo>
                    <a:pt x="4064558" y="370572"/>
                  </a:lnTo>
                  <a:lnTo>
                    <a:pt x="4003729" y="420138"/>
                  </a:lnTo>
                  <a:lnTo>
                    <a:pt x="3946795" y="474681"/>
                  </a:lnTo>
                  <a:lnTo>
                    <a:pt x="3893057" y="534617"/>
                  </a:lnTo>
                  <a:lnTo>
                    <a:pt x="3841865" y="600230"/>
                  </a:lnTo>
                  <a:lnTo>
                    <a:pt x="3820202" y="630622"/>
                  </a:lnTo>
                  <a:lnTo>
                    <a:pt x="3780688" y="690142"/>
                  </a:lnTo>
                  <a:lnTo>
                    <a:pt x="3742077" y="753492"/>
                  </a:lnTo>
                  <a:lnTo>
                    <a:pt x="3704153" y="820753"/>
                  </a:lnTo>
                  <a:lnTo>
                    <a:pt x="3666737" y="891955"/>
                  </a:lnTo>
                  <a:lnTo>
                    <a:pt x="3629681" y="967079"/>
                  </a:lnTo>
                  <a:lnTo>
                    <a:pt x="3592865" y="1046047"/>
                  </a:lnTo>
                  <a:lnTo>
                    <a:pt x="3556195" y="1128725"/>
                  </a:lnTo>
                  <a:lnTo>
                    <a:pt x="3519597" y="1214914"/>
                  </a:lnTo>
                  <a:lnTo>
                    <a:pt x="3483016" y="1304355"/>
                  </a:lnTo>
                  <a:lnTo>
                    <a:pt x="3446417" y="1396724"/>
                  </a:lnTo>
                  <a:lnTo>
                    <a:pt x="3409777" y="1491641"/>
                  </a:lnTo>
                  <a:lnTo>
                    <a:pt x="3373089" y="1588673"/>
                  </a:lnTo>
                  <a:lnTo>
                    <a:pt x="3336355" y="1687340"/>
                  </a:lnTo>
                  <a:lnTo>
                    <a:pt x="3299585" y="1787127"/>
                  </a:lnTo>
                  <a:lnTo>
                    <a:pt x="3262795" y="1887492"/>
                  </a:lnTo>
                  <a:lnTo>
                    <a:pt x="3226004" y="1987882"/>
                  </a:lnTo>
                  <a:lnTo>
                    <a:pt x="3189232" y="2087741"/>
                  </a:lnTo>
                  <a:lnTo>
                    <a:pt x="3152494" y="2186527"/>
                  </a:lnTo>
                  <a:lnTo>
                    <a:pt x="3115801" y="2283721"/>
                  </a:lnTo>
                  <a:lnTo>
                    <a:pt x="3079158" y="2378840"/>
                  </a:lnTo>
                  <a:lnTo>
                    <a:pt x="3042556" y="2471447"/>
                  </a:lnTo>
                  <a:lnTo>
                    <a:pt x="3005975" y="2561156"/>
                  </a:lnTo>
                  <a:lnTo>
                    <a:pt x="2969380" y="2647640"/>
                  </a:lnTo>
                  <a:lnTo>
                    <a:pt x="2932719" y="2730633"/>
                  </a:lnTo>
                  <a:lnTo>
                    <a:pt x="2895919" y="2809930"/>
                  </a:lnTo>
                  <a:lnTo>
                    <a:pt x="2858889" y="2885393"/>
                  </a:lnTo>
                  <a:lnTo>
                    <a:pt x="2821509" y="2956938"/>
                  </a:lnTo>
                  <a:lnTo>
                    <a:pt x="2783636" y="3024542"/>
                  </a:lnTo>
                  <a:lnTo>
                    <a:pt x="2745093" y="3088231"/>
                  </a:lnTo>
                  <a:lnTo>
                    <a:pt x="2705668" y="3148079"/>
                  </a:lnTo>
                  <a:lnTo>
                    <a:pt x="2702183" y="3153114"/>
                  </a:lnTo>
                  <a:lnTo>
                    <a:pt x="2651916" y="3221230"/>
                  </a:lnTo>
                  <a:lnTo>
                    <a:pt x="2599364" y="3283618"/>
                  </a:lnTo>
                  <a:lnTo>
                    <a:pt x="2543907" y="3340466"/>
                  </a:lnTo>
                  <a:lnTo>
                    <a:pt x="2484863" y="3392145"/>
                  </a:lnTo>
                  <a:lnTo>
                    <a:pt x="2421523" y="3439107"/>
                  </a:lnTo>
                  <a:lnTo>
                    <a:pt x="2353189" y="3481824"/>
                  </a:lnTo>
                  <a:lnTo>
                    <a:pt x="2279210" y="3520744"/>
                  </a:lnTo>
                  <a:lnTo>
                    <a:pt x="2199047" y="3556266"/>
                  </a:lnTo>
                  <a:lnTo>
                    <a:pt x="2112340" y="3588728"/>
                  </a:lnTo>
                  <a:lnTo>
                    <a:pt x="2019008" y="3618397"/>
                  </a:lnTo>
                  <a:lnTo>
                    <a:pt x="1919363" y="3645465"/>
                  </a:lnTo>
                  <a:lnTo>
                    <a:pt x="1814237" y="3670049"/>
                  </a:lnTo>
                  <a:lnTo>
                    <a:pt x="1705097" y="3692197"/>
                  </a:lnTo>
                  <a:lnTo>
                    <a:pt x="1594121" y="3711900"/>
                  </a:lnTo>
                  <a:lnTo>
                    <a:pt x="1484189" y="3729115"/>
                  </a:lnTo>
                  <a:lnTo>
                    <a:pt x="1378738" y="3743791"/>
                  </a:lnTo>
                  <a:lnTo>
                    <a:pt x="1281471" y="3755906"/>
                  </a:lnTo>
                  <a:lnTo>
                    <a:pt x="1195920" y="3765502"/>
                  </a:lnTo>
                  <a:lnTo>
                    <a:pt x="1124936" y="3772710"/>
                  </a:lnTo>
                  <a:lnTo>
                    <a:pt x="1070219" y="3777762"/>
                  </a:lnTo>
                  <a:lnTo>
                    <a:pt x="1031983" y="3780984"/>
                  </a:lnTo>
                  <a:lnTo>
                    <a:pt x="1008851" y="3782769"/>
                  </a:lnTo>
                  <a:lnTo>
                    <a:pt x="997935" y="3783542"/>
                  </a:lnTo>
                  <a:lnTo>
                    <a:pt x="994940" y="3783737"/>
                  </a:lnTo>
                  <a:lnTo>
                    <a:pt x="0" y="3783737"/>
                  </a:lnTo>
                  <a:close/>
                </a:path>
              </a:pathLst>
            </a:custGeom>
            <a:solidFill>
              <a:srgbClr val="7E57C2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72" name="pl1971"/>
            <p:cNvSpPr/>
            <p:nvPr/>
          </p:nvSpPr>
          <p:spPr>
            <a:xfrm>
              <a:off x="1199187" y="2368602"/>
              <a:ext cx="12049831" cy="3783737"/>
            </a:xfrm>
            <a:custGeom>
              <a:avLst/>
              <a:pathLst>
                <a:path w="12049831" h="3783737">
                  <a:moveTo>
                    <a:pt x="0" y="3783737"/>
                  </a:moveTo>
                  <a:lnTo>
                    <a:pt x="994940" y="3783737"/>
                  </a:lnTo>
                  <a:lnTo>
                    <a:pt x="995974" y="3783672"/>
                  </a:lnTo>
                  <a:lnTo>
                    <a:pt x="1002811" y="3783204"/>
                  </a:lnTo>
                  <a:lnTo>
                    <a:pt x="1020182" y="3781914"/>
                  </a:lnTo>
                  <a:lnTo>
                    <a:pt x="1051573" y="3779370"/>
                  </a:lnTo>
                  <a:lnTo>
                    <a:pt x="1099040" y="3775160"/>
                  </a:lnTo>
                  <a:lnTo>
                    <a:pt x="1163061" y="3768926"/>
                  </a:lnTo>
                  <a:lnTo>
                    <a:pt x="1242556" y="3760393"/>
                  </a:lnTo>
                  <a:lnTo>
                    <a:pt x="1335123" y="3749386"/>
                  </a:lnTo>
                  <a:lnTo>
                    <a:pt x="1437463" y="3735826"/>
                  </a:lnTo>
                  <a:lnTo>
                    <a:pt x="1545889" y="3719712"/>
                  </a:lnTo>
                  <a:lnTo>
                    <a:pt x="1656802" y="3701087"/>
                  </a:lnTo>
                  <a:lnTo>
                    <a:pt x="1767052" y="3680001"/>
                  </a:lnTo>
                  <a:lnTo>
                    <a:pt x="1874149" y="3656481"/>
                  </a:lnTo>
                  <a:lnTo>
                    <a:pt x="1976321" y="3630506"/>
                  </a:lnTo>
                  <a:lnTo>
                    <a:pt x="2072470" y="3601989"/>
                  </a:lnTo>
                  <a:lnTo>
                    <a:pt x="2162074" y="3570772"/>
                  </a:lnTo>
                  <a:lnTo>
                    <a:pt x="2245059" y="3536622"/>
                  </a:lnTo>
                  <a:lnTo>
                    <a:pt x="2321675" y="3499229"/>
                  </a:lnTo>
                  <a:lnTo>
                    <a:pt x="2392395" y="3458219"/>
                  </a:lnTo>
                  <a:lnTo>
                    <a:pt x="2457827" y="3413164"/>
                  </a:lnTo>
                  <a:lnTo>
                    <a:pt x="2518656" y="3363599"/>
                  </a:lnTo>
                  <a:lnTo>
                    <a:pt x="2575590" y="3309056"/>
                  </a:lnTo>
                  <a:lnTo>
                    <a:pt x="2629328" y="3249120"/>
                  </a:lnTo>
                  <a:lnTo>
                    <a:pt x="2680520" y="3183506"/>
                  </a:lnTo>
                  <a:lnTo>
                    <a:pt x="2702183" y="3153114"/>
                  </a:lnTo>
                  <a:lnTo>
                    <a:pt x="2741697" y="3093595"/>
                  </a:lnTo>
                  <a:lnTo>
                    <a:pt x="2780308" y="3030244"/>
                  </a:lnTo>
                  <a:lnTo>
                    <a:pt x="2818232" y="2962984"/>
                  </a:lnTo>
                  <a:lnTo>
                    <a:pt x="2855648" y="2891781"/>
                  </a:lnTo>
                  <a:lnTo>
                    <a:pt x="2892704" y="2816658"/>
                  </a:lnTo>
                  <a:lnTo>
                    <a:pt x="2929520" y="2737690"/>
                  </a:lnTo>
                  <a:lnTo>
                    <a:pt x="2966190" y="2655012"/>
                  </a:lnTo>
                  <a:lnTo>
                    <a:pt x="3002788" y="2568823"/>
                  </a:lnTo>
                  <a:lnTo>
                    <a:pt x="3039369" y="2479382"/>
                  </a:lnTo>
                  <a:lnTo>
                    <a:pt x="3075968" y="2387013"/>
                  </a:lnTo>
                  <a:lnTo>
                    <a:pt x="3112607" y="2292096"/>
                  </a:lnTo>
                  <a:lnTo>
                    <a:pt x="3149295" y="2195064"/>
                  </a:lnTo>
                  <a:lnTo>
                    <a:pt x="3186030" y="2096397"/>
                  </a:lnTo>
                  <a:lnTo>
                    <a:pt x="3222800" y="1996610"/>
                  </a:lnTo>
                  <a:lnTo>
                    <a:pt x="3259590" y="1896244"/>
                  </a:lnTo>
                  <a:lnTo>
                    <a:pt x="3296381" y="1795855"/>
                  </a:lnTo>
                  <a:lnTo>
                    <a:pt x="3333153" y="1695996"/>
                  </a:lnTo>
                  <a:lnTo>
                    <a:pt x="3369891" y="1597210"/>
                  </a:lnTo>
                  <a:lnTo>
                    <a:pt x="3406584" y="1500016"/>
                  </a:lnTo>
                  <a:lnTo>
                    <a:pt x="3443227" y="1404896"/>
                  </a:lnTo>
                  <a:lnTo>
                    <a:pt x="3479829" y="1312289"/>
                  </a:lnTo>
                  <a:lnTo>
                    <a:pt x="3516410" y="1222580"/>
                  </a:lnTo>
                  <a:lnTo>
                    <a:pt x="3553005" y="1136097"/>
                  </a:lnTo>
                  <a:lnTo>
                    <a:pt x="3589666" y="1053104"/>
                  </a:lnTo>
                  <a:lnTo>
                    <a:pt x="3626466" y="973806"/>
                  </a:lnTo>
                  <a:lnTo>
                    <a:pt x="3663496" y="898344"/>
                  </a:lnTo>
                  <a:lnTo>
                    <a:pt x="3700876" y="826799"/>
                  </a:lnTo>
                  <a:lnTo>
                    <a:pt x="3738749" y="759195"/>
                  </a:lnTo>
                  <a:lnTo>
                    <a:pt x="3777292" y="695506"/>
                  </a:lnTo>
                  <a:lnTo>
                    <a:pt x="3816717" y="635658"/>
                  </a:lnTo>
                  <a:lnTo>
                    <a:pt x="3820202" y="630622"/>
                  </a:lnTo>
                  <a:lnTo>
                    <a:pt x="3870469" y="562507"/>
                  </a:lnTo>
                  <a:lnTo>
                    <a:pt x="3923021" y="500119"/>
                  </a:lnTo>
                  <a:lnTo>
                    <a:pt x="3978478" y="443271"/>
                  </a:lnTo>
                  <a:lnTo>
                    <a:pt x="4037522" y="391592"/>
                  </a:lnTo>
                  <a:lnTo>
                    <a:pt x="4100862" y="344630"/>
                  </a:lnTo>
                  <a:lnTo>
                    <a:pt x="4169196" y="301912"/>
                  </a:lnTo>
                  <a:lnTo>
                    <a:pt x="4243175" y="262993"/>
                  </a:lnTo>
                  <a:lnTo>
                    <a:pt x="4323338" y="227471"/>
                  </a:lnTo>
                  <a:lnTo>
                    <a:pt x="4410045" y="195009"/>
                  </a:lnTo>
                  <a:lnTo>
                    <a:pt x="4503377" y="165340"/>
                  </a:lnTo>
                  <a:lnTo>
                    <a:pt x="4603022" y="138271"/>
                  </a:lnTo>
                  <a:lnTo>
                    <a:pt x="4708148" y="113688"/>
                  </a:lnTo>
                  <a:lnTo>
                    <a:pt x="4817288" y="91540"/>
                  </a:lnTo>
                  <a:lnTo>
                    <a:pt x="4928264" y="71837"/>
                  </a:lnTo>
                  <a:lnTo>
                    <a:pt x="5038196" y="54622"/>
                  </a:lnTo>
                  <a:lnTo>
                    <a:pt x="5143647" y="39946"/>
                  </a:lnTo>
                  <a:lnTo>
                    <a:pt x="5240914" y="27830"/>
                  </a:lnTo>
                  <a:lnTo>
                    <a:pt x="5326465" y="18235"/>
                  </a:lnTo>
                  <a:lnTo>
                    <a:pt x="5397449" y="11027"/>
                  </a:lnTo>
                  <a:lnTo>
                    <a:pt x="5452166" y="5974"/>
                  </a:lnTo>
                  <a:lnTo>
                    <a:pt x="5490402" y="2753"/>
                  </a:lnTo>
                  <a:lnTo>
                    <a:pt x="5513534" y="968"/>
                  </a:lnTo>
                  <a:lnTo>
                    <a:pt x="5524450" y="195"/>
                  </a:lnTo>
                  <a:lnTo>
                    <a:pt x="5527357" y="5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5" y="17"/>
                  </a:lnTo>
                  <a:lnTo>
                    <a:pt x="6530971" y="143"/>
                  </a:lnTo>
                  <a:lnTo>
                    <a:pt x="6549867" y="489"/>
                  </a:lnTo>
                  <a:lnTo>
                    <a:pt x="6583905" y="1172"/>
                  </a:lnTo>
                  <a:lnTo>
                    <a:pt x="6635156" y="2301"/>
                  </a:lnTo>
                  <a:lnTo>
                    <a:pt x="6703902" y="3968"/>
                  </a:lnTo>
                  <a:lnTo>
                    <a:pt x="6788698" y="6245"/>
                  </a:lnTo>
                  <a:lnTo>
                    <a:pt x="6886685" y="9171"/>
                  </a:lnTo>
                  <a:lnTo>
                    <a:pt x="6994114" y="12764"/>
                  </a:lnTo>
                  <a:lnTo>
                    <a:pt x="7106930" y="17018"/>
                  </a:lnTo>
                  <a:lnTo>
                    <a:pt x="7221310" y="21923"/>
                  </a:lnTo>
                  <a:lnTo>
                    <a:pt x="7334024" y="27464"/>
                  </a:lnTo>
                  <a:lnTo>
                    <a:pt x="7442619" y="33639"/>
                  </a:lnTo>
                  <a:lnTo>
                    <a:pt x="7545447" y="40461"/>
                  </a:lnTo>
                  <a:lnTo>
                    <a:pt x="7641582" y="47959"/>
                  </a:lnTo>
                  <a:lnTo>
                    <a:pt x="7730684" y="56185"/>
                  </a:lnTo>
                  <a:lnTo>
                    <a:pt x="7812852" y="65211"/>
                  </a:lnTo>
                  <a:lnTo>
                    <a:pt x="7888496" y="75130"/>
                  </a:lnTo>
                  <a:lnTo>
                    <a:pt x="7958220" y="86050"/>
                  </a:lnTo>
                  <a:lnTo>
                    <a:pt x="8022744" y="98092"/>
                  </a:lnTo>
                  <a:lnTo>
                    <a:pt x="8082837" y="111382"/>
                  </a:lnTo>
                  <a:lnTo>
                    <a:pt x="8139272" y="126040"/>
                  </a:lnTo>
                  <a:lnTo>
                    <a:pt x="8192783" y="142156"/>
                  </a:lnTo>
                  <a:lnTo>
                    <a:pt x="8229629" y="154598"/>
                  </a:lnTo>
                  <a:lnTo>
                    <a:pt x="8287370" y="176363"/>
                  </a:lnTo>
                  <a:lnTo>
                    <a:pt x="8343384" y="200177"/>
                  </a:lnTo>
                  <a:lnTo>
                    <a:pt x="8398273" y="226075"/>
                  </a:lnTo>
                  <a:lnTo>
                    <a:pt x="8452490" y="254033"/>
                  </a:lnTo>
                  <a:lnTo>
                    <a:pt x="8506367" y="283962"/>
                  </a:lnTo>
                  <a:lnTo>
                    <a:pt x="8560130" y="315702"/>
                  </a:lnTo>
                  <a:lnTo>
                    <a:pt x="8613918" y="349024"/>
                  </a:lnTo>
                  <a:lnTo>
                    <a:pt x="8667798" y="383629"/>
                  </a:lnTo>
                  <a:lnTo>
                    <a:pt x="8721779" y="419162"/>
                  </a:lnTo>
                  <a:lnTo>
                    <a:pt x="8775830" y="455223"/>
                  </a:lnTo>
                  <a:lnTo>
                    <a:pt x="8829896" y="491385"/>
                  </a:lnTo>
                  <a:lnTo>
                    <a:pt x="8883916" y="527220"/>
                  </a:lnTo>
                  <a:lnTo>
                    <a:pt x="8937846" y="562312"/>
                  </a:lnTo>
                  <a:lnTo>
                    <a:pt x="8991673" y="596283"/>
                  </a:lnTo>
                  <a:lnTo>
                    <a:pt x="9045435" y="628805"/>
                  </a:lnTo>
                  <a:lnTo>
                    <a:pt x="9099235" y="659617"/>
                  </a:lnTo>
                  <a:lnTo>
                    <a:pt x="9153257" y="688524"/>
                  </a:lnTo>
                  <a:lnTo>
                    <a:pt x="9207779" y="715405"/>
                  </a:lnTo>
                  <a:lnTo>
                    <a:pt x="9263195" y="740205"/>
                  </a:lnTo>
                  <a:lnTo>
                    <a:pt x="9320031" y="762933"/>
                  </a:lnTo>
                  <a:lnTo>
                    <a:pt x="9347647" y="772993"/>
                  </a:lnTo>
                  <a:lnTo>
                    <a:pt x="9399475" y="790177"/>
                  </a:lnTo>
                  <a:lnTo>
                    <a:pt x="9453748" y="805871"/>
                  </a:lnTo>
                  <a:lnTo>
                    <a:pt x="9511147" y="820129"/>
                  </a:lnTo>
                  <a:lnTo>
                    <a:pt x="9572423" y="833051"/>
                  </a:lnTo>
                  <a:lnTo>
                    <a:pt x="9638351" y="844760"/>
                  </a:lnTo>
                  <a:lnTo>
                    <a:pt x="9709691" y="855383"/>
                  </a:lnTo>
                  <a:lnTo>
                    <a:pt x="9787138" y="865037"/>
                  </a:lnTo>
                  <a:lnTo>
                    <a:pt x="9871251" y="873827"/>
                  </a:lnTo>
                  <a:lnTo>
                    <a:pt x="9962362" y="881840"/>
                  </a:lnTo>
                  <a:lnTo>
                    <a:pt x="10060460" y="889140"/>
                  </a:lnTo>
                  <a:lnTo>
                    <a:pt x="10165055" y="895775"/>
                  </a:lnTo>
                  <a:lnTo>
                    <a:pt x="10275025" y="901770"/>
                  </a:lnTo>
                  <a:lnTo>
                    <a:pt x="10388498" y="907131"/>
                  </a:lnTo>
                  <a:lnTo>
                    <a:pt x="10502793" y="911851"/>
                  </a:lnTo>
                  <a:lnTo>
                    <a:pt x="10614483" y="915919"/>
                  </a:lnTo>
                  <a:lnTo>
                    <a:pt x="10719633" y="919321"/>
                  </a:lnTo>
                  <a:lnTo>
                    <a:pt x="10814218" y="922060"/>
                  </a:lnTo>
                  <a:lnTo>
                    <a:pt x="10894681" y="924157"/>
                  </a:lnTo>
                  <a:lnTo>
                    <a:pt x="10958520" y="925663"/>
                  </a:lnTo>
                  <a:lnTo>
                    <a:pt x="11004761" y="926655"/>
                  </a:lnTo>
                  <a:lnTo>
                    <a:pt x="11034201" y="927230"/>
                  </a:lnTo>
                  <a:lnTo>
                    <a:pt x="11049396" y="927502"/>
                  </a:lnTo>
                  <a:lnTo>
                    <a:pt x="11054472" y="927585"/>
                  </a:lnTo>
                  <a:lnTo>
                    <a:pt x="11054891" y="927592"/>
                  </a:lnTo>
                  <a:lnTo>
                    <a:pt x="12049831" y="927592"/>
                  </a:lnTo>
                  <a:lnTo>
                    <a:pt x="12049831" y="9275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3" name="pl1972"/>
            <p:cNvSpPr/>
            <p:nvPr/>
          </p:nvSpPr>
          <p:spPr>
            <a:xfrm>
              <a:off x="1199187" y="2363361"/>
              <a:ext cx="12049831" cy="3783737"/>
            </a:xfrm>
            <a:custGeom>
              <a:avLst/>
              <a:pathLst>
                <a:path w="12049831" h="3783737">
                  <a:moveTo>
                    <a:pt x="12049831" y="927592"/>
                  </a:moveTo>
                  <a:lnTo>
                    <a:pt x="11054891" y="927592"/>
                  </a:lnTo>
                  <a:lnTo>
                    <a:pt x="11053761" y="927574"/>
                  </a:lnTo>
                  <a:lnTo>
                    <a:pt x="11046306" y="927449"/>
                  </a:lnTo>
                  <a:lnTo>
                    <a:pt x="11027410" y="927102"/>
                  </a:lnTo>
                  <a:lnTo>
                    <a:pt x="10993371" y="926419"/>
                  </a:lnTo>
                  <a:lnTo>
                    <a:pt x="10942121" y="925291"/>
                  </a:lnTo>
                  <a:lnTo>
                    <a:pt x="10873375" y="923623"/>
                  </a:lnTo>
                  <a:lnTo>
                    <a:pt x="10788579" y="921347"/>
                  </a:lnTo>
                  <a:lnTo>
                    <a:pt x="10690591" y="918420"/>
                  </a:lnTo>
                  <a:lnTo>
                    <a:pt x="10583163" y="914828"/>
                  </a:lnTo>
                  <a:lnTo>
                    <a:pt x="10470346" y="910573"/>
                  </a:lnTo>
                  <a:lnTo>
                    <a:pt x="10355966" y="905669"/>
                  </a:lnTo>
                  <a:lnTo>
                    <a:pt x="10243253" y="900127"/>
                  </a:lnTo>
                  <a:lnTo>
                    <a:pt x="10134658" y="893952"/>
                  </a:lnTo>
                  <a:lnTo>
                    <a:pt x="10031829" y="887131"/>
                  </a:lnTo>
                  <a:lnTo>
                    <a:pt x="9935694" y="879633"/>
                  </a:lnTo>
                  <a:lnTo>
                    <a:pt x="9846593" y="871407"/>
                  </a:lnTo>
                  <a:lnTo>
                    <a:pt x="9764424" y="862380"/>
                  </a:lnTo>
                  <a:lnTo>
                    <a:pt x="9688781" y="852461"/>
                  </a:lnTo>
                  <a:lnTo>
                    <a:pt x="9619057" y="841542"/>
                  </a:lnTo>
                  <a:lnTo>
                    <a:pt x="9554533" y="829500"/>
                  </a:lnTo>
                  <a:lnTo>
                    <a:pt x="9494439" y="816209"/>
                  </a:lnTo>
                  <a:lnTo>
                    <a:pt x="9438004" y="801552"/>
                  </a:lnTo>
                  <a:lnTo>
                    <a:pt x="9384493" y="785436"/>
                  </a:lnTo>
                  <a:lnTo>
                    <a:pt x="9347647" y="772993"/>
                  </a:lnTo>
                  <a:lnTo>
                    <a:pt x="9289906" y="751228"/>
                  </a:lnTo>
                  <a:lnTo>
                    <a:pt x="9233893" y="727414"/>
                  </a:lnTo>
                  <a:lnTo>
                    <a:pt x="9179004" y="701516"/>
                  </a:lnTo>
                  <a:lnTo>
                    <a:pt x="9124786" y="673558"/>
                  </a:lnTo>
                  <a:lnTo>
                    <a:pt x="9070910" y="643629"/>
                  </a:lnTo>
                  <a:lnTo>
                    <a:pt x="9017147" y="611889"/>
                  </a:lnTo>
                  <a:lnTo>
                    <a:pt x="8963359" y="578567"/>
                  </a:lnTo>
                  <a:lnTo>
                    <a:pt x="8909478" y="543962"/>
                  </a:lnTo>
                  <a:lnTo>
                    <a:pt x="8855497" y="508429"/>
                  </a:lnTo>
                  <a:lnTo>
                    <a:pt x="8801446" y="472369"/>
                  </a:lnTo>
                  <a:lnTo>
                    <a:pt x="8747381" y="436206"/>
                  </a:lnTo>
                  <a:lnTo>
                    <a:pt x="8693361" y="400371"/>
                  </a:lnTo>
                  <a:lnTo>
                    <a:pt x="8639431" y="365279"/>
                  </a:lnTo>
                  <a:lnTo>
                    <a:pt x="8585604" y="331309"/>
                  </a:lnTo>
                  <a:lnTo>
                    <a:pt x="8531841" y="298786"/>
                  </a:lnTo>
                  <a:lnTo>
                    <a:pt x="8478041" y="267974"/>
                  </a:lnTo>
                  <a:lnTo>
                    <a:pt x="8424020" y="239067"/>
                  </a:lnTo>
                  <a:lnTo>
                    <a:pt x="8369497" y="212187"/>
                  </a:lnTo>
                  <a:lnTo>
                    <a:pt x="8314082" y="187387"/>
                  </a:lnTo>
                  <a:lnTo>
                    <a:pt x="8257245" y="164659"/>
                  </a:lnTo>
                  <a:lnTo>
                    <a:pt x="8229629" y="154598"/>
                  </a:lnTo>
                  <a:lnTo>
                    <a:pt x="8177802" y="137414"/>
                  </a:lnTo>
                  <a:lnTo>
                    <a:pt x="8123529" y="121720"/>
                  </a:lnTo>
                  <a:lnTo>
                    <a:pt x="8066129" y="107463"/>
                  </a:lnTo>
                  <a:lnTo>
                    <a:pt x="8004853" y="94541"/>
                  </a:lnTo>
                  <a:lnTo>
                    <a:pt x="7938925" y="82831"/>
                  </a:lnTo>
                  <a:lnTo>
                    <a:pt x="7867585" y="72208"/>
                  </a:lnTo>
                  <a:lnTo>
                    <a:pt x="7790138" y="62554"/>
                  </a:lnTo>
                  <a:lnTo>
                    <a:pt x="7706026" y="53764"/>
                  </a:lnTo>
                  <a:lnTo>
                    <a:pt x="7614915" y="45752"/>
                  </a:lnTo>
                  <a:lnTo>
                    <a:pt x="7516816" y="38451"/>
                  </a:lnTo>
                  <a:lnTo>
                    <a:pt x="7412222" y="31816"/>
                  </a:lnTo>
                  <a:lnTo>
                    <a:pt x="7302252" y="25822"/>
                  </a:lnTo>
                  <a:lnTo>
                    <a:pt x="7188779" y="20461"/>
                  </a:lnTo>
                  <a:lnTo>
                    <a:pt x="7074484" y="15740"/>
                  </a:lnTo>
                  <a:lnTo>
                    <a:pt x="6962794" y="11673"/>
                  </a:lnTo>
                  <a:lnTo>
                    <a:pt x="6857644" y="8270"/>
                  </a:lnTo>
                  <a:lnTo>
                    <a:pt x="6763059" y="5531"/>
                  </a:lnTo>
                  <a:lnTo>
                    <a:pt x="6682596" y="3434"/>
                  </a:lnTo>
                  <a:lnTo>
                    <a:pt x="6618757" y="1928"/>
                  </a:lnTo>
                  <a:lnTo>
                    <a:pt x="6572516" y="937"/>
                  </a:lnTo>
                  <a:lnTo>
                    <a:pt x="6543076" y="361"/>
                  </a:lnTo>
                  <a:lnTo>
                    <a:pt x="6527880" y="89"/>
                  </a:lnTo>
                  <a:lnTo>
                    <a:pt x="6522805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11" y="65"/>
                  </a:lnTo>
                  <a:lnTo>
                    <a:pt x="5519574" y="532"/>
                  </a:lnTo>
                  <a:lnTo>
                    <a:pt x="5502203" y="1823"/>
                  </a:lnTo>
                  <a:lnTo>
                    <a:pt x="5470812" y="4367"/>
                  </a:lnTo>
                  <a:lnTo>
                    <a:pt x="5423345" y="8577"/>
                  </a:lnTo>
                  <a:lnTo>
                    <a:pt x="5359324" y="14811"/>
                  </a:lnTo>
                  <a:lnTo>
                    <a:pt x="5279829" y="23344"/>
                  </a:lnTo>
                  <a:lnTo>
                    <a:pt x="5187262" y="34351"/>
                  </a:lnTo>
                  <a:lnTo>
                    <a:pt x="5084922" y="47911"/>
                  </a:lnTo>
                  <a:lnTo>
                    <a:pt x="4976496" y="64025"/>
                  </a:lnTo>
                  <a:lnTo>
                    <a:pt x="4865583" y="82650"/>
                  </a:lnTo>
                  <a:lnTo>
                    <a:pt x="4755333" y="103736"/>
                  </a:lnTo>
                  <a:lnTo>
                    <a:pt x="4648236" y="127256"/>
                  </a:lnTo>
                  <a:lnTo>
                    <a:pt x="4546064" y="153231"/>
                  </a:lnTo>
                  <a:lnTo>
                    <a:pt x="4449915" y="181748"/>
                  </a:lnTo>
                  <a:lnTo>
                    <a:pt x="4360311" y="212964"/>
                  </a:lnTo>
                  <a:lnTo>
                    <a:pt x="4277326" y="247115"/>
                  </a:lnTo>
                  <a:lnTo>
                    <a:pt x="4200710" y="284508"/>
                  </a:lnTo>
                  <a:lnTo>
                    <a:pt x="4129990" y="325517"/>
                  </a:lnTo>
                  <a:lnTo>
                    <a:pt x="4064558" y="370572"/>
                  </a:lnTo>
                  <a:lnTo>
                    <a:pt x="4003729" y="420138"/>
                  </a:lnTo>
                  <a:lnTo>
                    <a:pt x="3946795" y="474681"/>
                  </a:lnTo>
                  <a:lnTo>
                    <a:pt x="3893057" y="534617"/>
                  </a:lnTo>
                  <a:lnTo>
                    <a:pt x="3841865" y="600230"/>
                  </a:lnTo>
                  <a:lnTo>
                    <a:pt x="3820202" y="630622"/>
                  </a:lnTo>
                  <a:lnTo>
                    <a:pt x="3780688" y="690142"/>
                  </a:lnTo>
                  <a:lnTo>
                    <a:pt x="3742077" y="753492"/>
                  </a:lnTo>
                  <a:lnTo>
                    <a:pt x="3704153" y="820753"/>
                  </a:lnTo>
                  <a:lnTo>
                    <a:pt x="3666737" y="891955"/>
                  </a:lnTo>
                  <a:lnTo>
                    <a:pt x="3629681" y="967079"/>
                  </a:lnTo>
                  <a:lnTo>
                    <a:pt x="3592865" y="1046047"/>
                  </a:lnTo>
                  <a:lnTo>
                    <a:pt x="3556195" y="1128725"/>
                  </a:lnTo>
                  <a:lnTo>
                    <a:pt x="3519597" y="1214914"/>
                  </a:lnTo>
                  <a:lnTo>
                    <a:pt x="3483016" y="1304355"/>
                  </a:lnTo>
                  <a:lnTo>
                    <a:pt x="3446417" y="1396724"/>
                  </a:lnTo>
                  <a:lnTo>
                    <a:pt x="3409777" y="1491641"/>
                  </a:lnTo>
                  <a:lnTo>
                    <a:pt x="3373089" y="1588673"/>
                  </a:lnTo>
                  <a:lnTo>
                    <a:pt x="3336355" y="1687340"/>
                  </a:lnTo>
                  <a:lnTo>
                    <a:pt x="3299585" y="1787127"/>
                  </a:lnTo>
                  <a:lnTo>
                    <a:pt x="3262795" y="1887492"/>
                  </a:lnTo>
                  <a:lnTo>
                    <a:pt x="3226004" y="1987882"/>
                  </a:lnTo>
                  <a:lnTo>
                    <a:pt x="3189232" y="2087741"/>
                  </a:lnTo>
                  <a:lnTo>
                    <a:pt x="3152494" y="2186527"/>
                  </a:lnTo>
                  <a:lnTo>
                    <a:pt x="3115801" y="2283721"/>
                  </a:lnTo>
                  <a:lnTo>
                    <a:pt x="3079158" y="2378840"/>
                  </a:lnTo>
                  <a:lnTo>
                    <a:pt x="3042556" y="2471447"/>
                  </a:lnTo>
                  <a:lnTo>
                    <a:pt x="3005975" y="2561156"/>
                  </a:lnTo>
                  <a:lnTo>
                    <a:pt x="2969380" y="2647640"/>
                  </a:lnTo>
                  <a:lnTo>
                    <a:pt x="2932719" y="2730633"/>
                  </a:lnTo>
                  <a:lnTo>
                    <a:pt x="2895919" y="2809930"/>
                  </a:lnTo>
                  <a:lnTo>
                    <a:pt x="2858889" y="2885393"/>
                  </a:lnTo>
                  <a:lnTo>
                    <a:pt x="2821509" y="2956938"/>
                  </a:lnTo>
                  <a:lnTo>
                    <a:pt x="2783636" y="3024542"/>
                  </a:lnTo>
                  <a:lnTo>
                    <a:pt x="2745093" y="3088231"/>
                  </a:lnTo>
                  <a:lnTo>
                    <a:pt x="2705668" y="3148079"/>
                  </a:lnTo>
                  <a:lnTo>
                    <a:pt x="2702183" y="3153114"/>
                  </a:lnTo>
                  <a:lnTo>
                    <a:pt x="2651916" y="3221230"/>
                  </a:lnTo>
                  <a:lnTo>
                    <a:pt x="2599364" y="3283618"/>
                  </a:lnTo>
                  <a:lnTo>
                    <a:pt x="2543907" y="3340466"/>
                  </a:lnTo>
                  <a:lnTo>
                    <a:pt x="2484863" y="3392145"/>
                  </a:lnTo>
                  <a:lnTo>
                    <a:pt x="2421523" y="3439107"/>
                  </a:lnTo>
                  <a:lnTo>
                    <a:pt x="2353189" y="3481824"/>
                  </a:lnTo>
                  <a:lnTo>
                    <a:pt x="2279210" y="3520744"/>
                  </a:lnTo>
                  <a:lnTo>
                    <a:pt x="2199047" y="3556266"/>
                  </a:lnTo>
                  <a:lnTo>
                    <a:pt x="2112340" y="3588728"/>
                  </a:lnTo>
                  <a:lnTo>
                    <a:pt x="2019008" y="3618397"/>
                  </a:lnTo>
                  <a:lnTo>
                    <a:pt x="1919363" y="3645465"/>
                  </a:lnTo>
                  <a:lnTo>
                    <a:pt x="1814237" y="3670049"/>
                  </a:lnTo>
                  <a:lnTo>
                    <a:pt x="1705097" y="3692197"/>
                  </a:lnTo>
                  <a:lnTo>
                    <a:pt x="1594121" y="3711900"/>
                  </a:lnTo>
                  <a:lnTo>
                    <a:pt x="1484189" y="3729115"/>
                  </a:lnTo>
                  <a:lnTo>
                    <a:pt x="1378738" y="3743791"/>
                  </a:lnTo>
                  <a:lnTo>
                    <a:pt x="1281471" y="3755906"/>
                  </a:lnTo>
                  <a:lnTo>
                    <a:pt x="1195920" y="3765502"/>
                  </a:lnTo>
                  <a:lnTo>
                    <a:pt x="1124936" y="3772710"/>
                  </a:lnTo>
                  <a:lnTo>
                    <a:pt x="1070219" y="3777762"/>
                  </a:lnTo>
                  <a:lnTo>
                    <a:pt x="1031983" y="3780984"/>
                  </a:lnTo>
                  <a:lnTo>
                    <a:pt x="1008851" y="3782769"/>
                  </a:lnTo>
                  <a:lnTo>
                    <a:pt x="997935" y="3783542"/>
                  </a:lnTo>
                  <a:lnTo>
                    <a:pt x="995028" y="3783732"/>
                  </a:lnTo>
                  <a:lnTo>
                    <a:pt x="994940" y="3783737"/>
                  </a:lnTo>
                  <a:lnTo>
                    <a:pt x="0" y="3783737"/>
                  </a:lnTo>
                  <a:lnTo>
                    <a:pt x="0" y="37837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4" name="pg1973"/>
            <p:cNvSpPr/>
            <p:nvPr/>
          </p:nvSpPr>
          <p:spPr>
            <a:xfrm>
              <a:off x="1199187" y="2384323"/>
              <a:ext cx="12049831" cy="3773256"/>
            </a:xfrm>
            <a:custGeom>
              <a:avLst/>
              <a:pathLst>
                <a:path w="12049831" h="3773256">
                  <a:moveTo>
                    <a:pt x="0" y="3773256"/>
                  </a:moveTo>
                  <a:lnTo>
                    <a:pt x="994940" y="3773256"/>
                  </a:lnTo>
                  <a:lnTo>
                    <a:pt x="995975" y="3773191"/>
                  </a:lnTo>
                  <a:lnTo>
                    <a:pt x="1002817" y="3772725"/>
                  </a:lnTo>
                  <a:lnTo>
                    <a:pt x="1020200" y="3771439"/>
                  </a:lnTo>
                  <a:lnTo>
                    <a:pt x="1051612" y="3768903"/>
                  </a:lnTo>
                  <a:lnTo>
                    <a:pt x="1099109" y="3764708"/>
                  </a:lnTo>
                  <a:lnTo>
                    <a:pt x="1163169" y="3758495"/>
                  </a:lnTo>
                  <a:lnTo>
                    <a:pt x="1242707" y="3749992"/>
                  </a:lnTo>
                  <a:lnTo>
                    <a:pt x="1335318" y="3739023"/>
                  </a:lnTo>
                  <a:lnTo>
                    <a:pt x="1437701" y="3725511"/>
                  </a:lnTo>
                  <a:lnTo>
                    <a:pt x="1546164" y="3709454"/>
                  </a:lnTo>
                  <a:lnTo>
                    <a:pt x="1657106" y="3690895"/>
                  </a:lnTo>
                  <a:lnTo>
                    <a:pt x="1767378" y="3669884"/>
                  </a:lnTo>
                  <a:lnTo>
                    <a:pt x="1874489" y="3646449"/>
                  </a:lnTo>
                  <a:lnTo>
                    <a:pt x="1976667" y="3620566"/>
                  </a:lnTo>
                  <a:lnTo>
                    <a:pt x="2072817" y="3592152"/>
                  </a:lnTo>
                  <a:lnTo>
                    <a:pt x="2162418" y="3561047"/>
                  </a:lnTo>
                  <a:lnTo>
                    <a:pt x="2245397" y="3527016"/>
                  </a:lnTo>
                  <a:lnTo>
                    <a:pt x="2322005" y="3489755"/>
                  </a:lnTo>
                  <a:lnTo>
                    <a:pt x="2392716" y="3448888"/>
                  </a:lnTo>
                  <a:lnTo>
                    <a:pt x="2458141" y="3403989"/>
                  </a:lnTo>
                  <a:lnTo>
                    <a:pt x="2518963" y="3354593"/>
                  </a:lnTo>
                  <a:lnTo>
                    <a:pt x="2575893" y="3300235"/>
                  </a:lnTo>
                  <a:lnTo>
                    <a:pt x="2629628" y="3240502"/>
                  </a:lnTo>
                  <a:lnTo>
                    <a:pt x="2680820" y="3175111"/>
                  </a:lnTo>
                  <a:lnTo>
                    <a:pt x="2702183" y="3145253"/>
                  </a:lnTo>
                  <a:lnTo>
                    <a:pt x="2741765" y="3085875"/>
                  </a:lnTo>
                  <a:lnTo>
                    <a:pt x="2780441" y="3022668"/>
                  </a:lnTo>
                  <a:lnTo>
                    <a:pt x="2818428" y="2955553"/>
                  </a:lnTo>
                  <a:lnTo>
                    <a:pt x="2855907" y="2884499"/>
                  </a:lnTo>
                  <a:lnTo>
                    <a:pt x="2893026" y="2809527"/>
                  </a:lnTo>
                  <a:lnTo>
                    <a:pt x="2929903" y="2730714"/>
                  </a:lnTo>
                  <a:lnTo>
                    <a:pt x="2966636" y="2648195"/>
                  </a:lnTo>
                  <a:lnTo>
                    <a:pt x="3003298" y="2562171"/>
                  </a:lnTo>
                  <a:lnTo>
                    <a:pt x="3039942" y="2472902"/>
                  </a:lnTo>
                  <a:lnTo>
                    <a:pt x="3076605" y="2380711"/>
                  </a:lnTo>
                  <a:lnTo>
                    <a:pt x="3113309" y="2285981"/>
                  </a:lnTo>
                  <a:lnTo>
                    <a:pt x="3150062" y="2189146"/>
                  </a:lnTo>
                  <a:lnTo>
                    <a:pt x="3186861" y="2090688"/>
                  </a:lnTo>
                  <a:lnTo>
                    <a:pt x="3223696" y="1991124"/>
                  </a:lnTo>
                  <a:lnTo>
                    <a:pt x="3260550" y="1890994"/>
                  </a:lnTo>
                  <a:lnTo>
                    <a:pt x="3297405" y="1790855"/>
                  </a:lnTo>
                  <a:lnTo>
                    <a:pt x="3334241" y="1691261"/>
                  </a:lnTo>
                  <a:lnTo>
                    <a:pt x="3371042" y="1592755"/>
                  </a:lnTo>
                  <a:lnTo>
                    <a:pt x="3407796" y="1495856"/>
                  </a:lnTo>
                  <a:lnTo>
                    <a:pt x="3444502" y="1401045"/>
                  </a:lnTo>
                  <a:lnTo>
                    <a:pt x="3481166" y="1308759"/>
                  </a:lnTo>
                  <a:lnTo>
                    <a:pt x="3517811" y="1219382"/>
                  </a:lnTo>
                  <a:lnTo>
                    <a:pt x="3554471" y="1133240"/>
                  </a:lnTo>
                  <a:lnTo>
                    <a:pt x="3591200" y="1050596"/>
                  </a:lnTo>
                  <a:lnTo>
                    <a:pt x="3628071" y="971651"/>
                  </a:lnTo>
                  <a:lnTo>
                    <a:pt x="3665179" y="896543"/>
                  </a:lnTo>
                  <a:lnTo>
                    <a:pt x="3702643" y="825353"/>
                  </a:lnTo>
                  <a:lnTo>
                    <a:pt x="3740610" y="758101"/>
                  </a:lnTo>
                  <a:lnTo>
                    <a:pt x="3779259" y="694758"/>
                  </a:lnTo>
                  <a:lnTo>
                    <a:pt x="3818805" y="635248"/>
                  </a:lnTo>
                  <a:lnTo>
                    <a:pt x="3820202" y="633243"/>
                  </a:lnTo>
                  <a:lnTo>
                    <a:pt x="3870482" y="565394"/>
                  </a:lnTo>
                  <a:lnTo>
                    <a:pt x="3923048" y="503252"/>
                  </a:lnTo>
                  <a:lnTo>
                    <a:pt x="3978521" y="446629"/>
                  </a:lnTo>
                  <a:lnTo>
                    <a:pt x="4037583" y="395157"/>
                  </a:lnTo>
                  <a:lnTo>
                    <a:pt x="4100944" y="348383"/>
                  </a:lnTo>
                  <a:lnTo>
                    <a:pt x="4169303" y="305838"/>
                  </a:lnTo>
                  <a:lnTo>
                    <a:pt x="4243309" y="267076"/>
                  </a:lnTo>
                  <a:lnTo>
                    <a:pt x="4323504" y="231699"/>
                  </a:lnTo>
                  <a:lnTo>
                    <a:pt x="4410247" y="199370"/>
                  </a:lnTo>
                  <a:lnTo>
                    <a:pt x="4503617" y="169823"/>
                  </a:lnTo>
                  <a:lnTo>
                    <a:pt x="4603303" y="142867"/>
                  </a:lnTo>
                  <a:lnTo>
                    <a:pt x="4708469" y="118386"/>
                  </a:lnTo>
                  <a:lnTo>
                    <a:pt x="4817646" y="96333"/>
                  </a:lnTo>
                  <a:lnTo>
                    <a:pt x="4928651" y="76715"/>
                  </a:lnTo>
                  <a:lnTo>
                    <a:pt x="5038601" y="59576"/>
                  </a:lnTo>
                  <a:lnTo>
                    <a:pt x="5144053" y="44967"/>
                  </a:lnTo>
                  <a:lnTo>
                    <a:pt x="5241303" y="32910"/>
                  </a:lnTo>
                  <a:lnTo>
                    <a:pt x="5326818" y="23362"/>
                  </a:lnTo>
                  <a:lnTo>
                    <a:pt x="5397747" y="16193"/>
                  </a:lnTo>
                  <a:lnTo>
                    <a:pt x="5452397" y="11170"/>
                  </a:lnTo>
                  <a:lnTo>
                    <a:pt x="5490560" y="7969"/>
                  </a:lnTo>
                  <a:lnTo>
                    <a:pt x="5513623" y="6198"/>
                  </a:lnTo>
                  <a:lnTo>
                    <a:pt x="5524485" y="543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1" y="5262"/>
                  </a:lnTo>
                  <a:lnTo>
                    <a:pt x="6530942" y="5419"/>
                  </a:lnTo>
                  <a:lnTo>
                    <a:pt x="6549776" y="5852"/>
                  </a:lnTo>
                  <a:lnTo>
                    <a:pt x="6583708" y="6706"/>
                  </a:lnTo>
                  <a:lnTo>
                    <a:pt x="6634807" y="8116"/>
                  </a:lnTo>
                  <a:lnTo>
                    <a:pt x="6703364" y="10201"/>
                  </a:lnTo>
                  <a:lnTo>
                    <a:pt x="6787950" y="13047"/>
                  </a:lnTo>
                  <a:lnTo>
                    <a:pt x="6885725" y="16706"/>
                  </a:lnTo>
                  <a:lnTo>
                    <a:pt x="6992955" y="21198"/>
                  </a:lnTo>
                  <a:lnTo>
                    <a:pt x="7105603" y="26519"/>
                  </a:lnTo>
                  <a:lnTo>
                    <a:pt x="7219853" y="32653"/>
                  </a:lnTo>
                  <a:lnTo>
                    <a:pt x="7332476" y="39585"/>
                  </a:lnTo>
                  <a:lnTo>
                    <a:pt x="7441018" y="47310"/>
                  </a:lnTo>
                  <a:lnTo>
                    <a:pt x="7543826" y="55842"/>
                  </a:lnTo>
                  <a:lnTo>
                    <a:pt x="7639967" y="65221"/>
                  </a:lnTo>
                  <a:lnTo>
                    <a:pt x="7729091" y="75509"/>
                  </a:lnTo>
                  <a:lnTo>
                    <a:pt x="7811294" y="86797"/>
                  </a:lnTo>
                  <a:lnTo>
                    <a:pt x="7886976" y="99199"/>
                  </a:lnTo>
                  <a:lnTo>
                    <a:pt x="7956739" y="112851"/>
                  </a:lnTo>
                  <a:lnTo>
                    <a:pt x="8021298" y="127903"/>
                  </a:lnTo>
                  <a:lnTo>
                    <a:pt x="8081418" y="144514"/>
                  </a:lnTo>
                  <a:lnTo>
                    <a:pt x="8137869" y="162832"/>
                  </a:lnTo>
                  <a:lnTo>
                    <a:pt x="8191385" y="182973"/>
                  </a:lnTo>
                  <a:lnTo>
                    <a:pt x="8229629" y="199144"/>
                  </a:lnTo>
                  <a:lnTo>
                    <a:pt x="8285610" y="225558"/>
                  </a:lnTo>
                  <a:lnTo>
                    <a:pt x="8339949" y="254383"/>
                  </a:lnTo>
                  <a:lnTo>
                    <a:pt x="8393202" y="285661"/>
                  </a:lnTo>
                  <a:lnTo>
                    <a:pt x="8445790" y="319372"/>
                  </a:lnTo>
                  <a:lnTo>
                    <a:pt x="8498027" y="355422"/>
                  </a:lnTo>
                  <a:lnTo>
                    <a:pt x="8550130" y="393641"/>
                  </a:lnTo>
                  <a:lnTo>
                    <a:pt x="8602238" y="433779"/>
                  </a:lnTo>
                  <a:lnTo>
                    <a:pt x="8654424" y="475511"/>
                  </a:lnTo>
                  <a:lnTo>
                    <a:pt x="8706708" y="518445"/>
                  </a:lnTo>
                  <a:lnTo>
                    <a:pt x="8759068" y="562136"/>
                  </a:lnTo>
                  <a:lnTo>
                    <a:pt x="8811459" y="606105"/>
                  </a:lnTo>
                  <a:lnTo>
                    <a:pt x="8863826" y="649859"/>
                  </a:lnTo>
                  <a:lnTo>
                    <a:pt x="8916121" y="692917"/>
                  </a:lnTo>
                  <a:lnTo>
                    <a:pt x="8968320" y="734827"/>
                  </a:lnTo>
                  <a:lnTo>
                    <a:pt x="9020435" y="775190"/>
                  </a:lnTo>
                  <a:lnTo>
                    <a:pt x="9072532" y="813672"/>
                  </a:lnTo>
                  <a:lnTo>
                    <a:pt x="9124741" y="850013"/>
                  </a:lnTo>
                  <a:lnTo>
                    <a:pt x="9177269" y="884032"/>
                  </a:lnTo>
                  <a:lnTo>
                    <a:pt x="9230415" y="915626"/>
                  </a:lnTo>
                  <a:lnTo>
                    <a:pt x="9284586" y="944766"/>
                  </a:lnTo>
                  <a:lnTo>
                    <a:pt x="9340319" y="971486"/>
                  </a:lnTo>
                  <a:lnTo>
                    <a:pt x="9347647" y="974757"/>
                  </a:lnTo>
                  <a:lnTo>
                    <a:pt x="9399413" y="996286"/>
                  </a:lnTo>
                  <a:lnTo>
                    <a:pt x="9453618" y="1015951"/>
                  </a:lnTo>
                  <a:lnTo>
                    <a:pt x="9510941" y="1033817"/>
                  </a:lnTo>
                  <a:lnTo>
                    <a:pt x="9572128" y="1050012"/>
                  </a:lnTo>
                  <a:lnTo>
                    <a:pt x="9637953" y="1064689"/>
                  </a:lnTo>
                  <a:lnTo>
                    <a:pt x="9709174" y="1078005"/>
                  </a:lnTo>
                  <a:lnTo>
                    <a:pt x="9786482" y="1090109"/>
                  </a:lnTo>
                  <a:lnTo>
                    <a:pt x="9870437" y="1101130"/>
                  </a:lnTo>
                  <a:lnTo>
                    <a:pt x="9961372" y="1111176"/>
                  </a:lnTo>
                  <a:lnTo>
                    <a:pt x="10059282" y="1120332"/>
                  </a:lnTo>
                  <a:lnTo>
                    <a:pt x="10163681" y="1128654"/>
                  </a:lnTo>
                  <a:lnTo>
                    <a:pt x="10273462" y="1136175"/>
                  </a:lnTo>
                  <a:lnTo>
                    <a:pt x="10386770" y="1142902"/>
                  </a:lnTo>
                  <a:lnTo>
                    <a:pt x="10500944" y="1148829"/>
                  </a:lnTo>
                  <a:lnTo>
                    <a:pt x="10612580" y="1153938"/>
                  </a:lnTo>
                  <a:lnTo>
                    <a:pt x="10717762" y="1158216"/>
                  </a:lnTo>
                  <a:lnTo>
                    <a:pt x="10812476" y="1161663"/>
                  </a:lnTo>
                  <a:lnTo>
                    <a:pt x="10893162" y="1164306"/>
                  </a:lnTo>
                  <a:lnTo>
                    <a:pt x="10957300" y="1166208"/>
                  </a:lnTo>
                  <a:lnTo>
                    <a:pt x="11003883" y="1167463"/>
                  </a:lnTo>
                  <a:lnTo>
                    <a:pt x="11033665" y="1168195"/>
                  </a:lnTo>
                  <a:lnTo>
                    <a:pt x="11049154" y="1168543"/>
                  </a:lnTo>
                  <a:lnTo>
                    <a:pt x="11054423" y="1168652"/>
                  </a:lnTo>
                  <a:lnTo>
                    <a:pt x="11054891" y="1168661"/>
                  </a:lnTo>
                  <a:lnTo>
                    <a:pt x="12049831" y="1168661"/>
                  </a:lnTo>
                  <a:lnTo>
                    <a:pt x="12049831" y="1163420"/>
                  </a:lnTo>
                  <a:lnTo>
                    <a:pt x="11054891" y="1163420"/>
                  </a:lnTo>
                  <a:lnTo>
                    <a:pt x="11053765" y="1163398"/>
                  </a:lnTo>
                  <a:lnTo>
                    <a:pt x="11046335" y="1163241"/>
                  </a:lnTo>
                  <a:lnTo>
                    <a:pt x="11027500" y="1162808"/>
                  </a:lnTo>
                  <a:lnTo>
                    <a:pt x="10993569" y="1161955"/>
                  </a:lnTo>
                  <a:lnTo>
                    <a:pt x="10942470" y="1160544"/>
                  </a:lnTo>
                  <a:lnTo>
                    <a:pt x="10873912" y="1158460"/>
                  </a:lnTo>
                  <a:lnTo>
                    <a:pt x="10789326" y="1155614"/>
                  </a:lnTo>
                  <a:lnTo>
                    <a:pt x="10691552" y="1151955"/>
                  </a:lnTo>
                  <a:lnTo>
                    <a:pt x="10584321" y="1147463"/>
                  </a:lnTo>
                  <a:lnTo>
                    <a:pt x="10471673" y="1142141"/>
                  </a:lnTo>
                  <a:lnTo>
                    <a:pt x="10357424" y="1136007"/>
                  </a:lnTo>
                  <a:lnTo>
                    <a:pt x="10244801" y="1129075"/>
                  </a:lnTo>
                  <a:lnTo>
                    <a:pt x="10136258" y="1121351"/>
                  </a:lnTo>
                  <a:lnTo>
                    <a:pt x="10033450" y="1112818"/>
                  </a:lnTo>
                  <a:lnTo>
                    <a:pt x="9937310" y="1103440"/>
                  </a:lnTo>
                  <a:lnTo>
                    <a:pt x="9848185" y="1093151"/>
                  </a:lnTo>
                  <a:lnTo>
                    <a:pt x="9765983" y="1081863"/>
                  </a:lnTo>
                  <a:lnTo>
                    <a:pt x="9690300" y="1069461"/>
                  </a:lnTo>
                  <a:lnTo>
                    <a:pt x="9620537" y="1055810"/>
                  </a:lnTo>
                  <a:lnTo>
                    <a:pt x="9555979" y="1040758"/>
                  </a:lnTo>
                  <a:lnTo>
                    <a:pt x="9495859" y="1024147"/>
                  </a:lnTo>
                  <a:lnTo>
                    <a:pt x="9439407" y="1005828"/>
                  </a:lnTo>
                  <a:lnTo>
                    <a:pt x="9385891" y="985687"/>
                  </a:lnTo>
                  <a:lnTo>
                    <a:pt x="9347647" y="969517"/>
                  </a:lnTo>
                  <a:lnTo>
                    <a:pt x="9291667" y="943103"/>
                  </a:lnTo>
                  <a:lnTo>
                    <a:pt x="9237328" y="914278"/>
                  </a:lnTo>
                  <a:lnTo>
                    <a:pt x="9184075" y="882999"/>
                  </a:lnTo>
                  <a:lnTo>
                    <a:pt x="9131486" y="849288"/>
                  </a:lnTo>
                  <a:lnTo>
                    <a:pt x="9079250" y="813238"/>
                  </a:lnTo>
                  <a:lnTo>
                    <a:pt x="9027147" y="775020"/>
                  </a:lnTo>
                  <a:lnTo>
                    <a:pt x="8975039" y="734882"/>
                  </a:lnTo>
                  <a:lnTo>
                    <a:pt x="8922853" y="693150"/>
                  </a:lnTo>
                  <a:lnTo>
                    <a:pt x="8870569" y="650216"/>
                  </a:lnTo>
                  <a:lnTo>
                    <a:pt x="8818209" y="606524"/>
                  </a:lnTo>
                  <a:lnTo>
                    <a:pt x="8765818" y="562555"/>
                  </a:lnTo>
                  <a:lnTo>
                    <a:pt x="8713451" y="518801"/>
                  </a:lnTo>
                  <a:lnTo>
                    <a:pt x="8661155" y="475743"/>
                  </a:lnTo>
                  <a:lnTo>
                    <a:pt x="8608957" y="433833"/>
                  </a:lnTo>
                  <a:lnTo>
                    <a:pt x="8556841" y="393470"/>
                  </a:lnTo>
                  <a:lnTo>
                    <a:pt x="8504744" y="354989"/>
                  </a:lnTo>
                  <a:lnTo>
                    <a:pt x="8452535" y="318648"/>
                  </a:lnTo>
                  <a:lnTo>
                    <a:pt x="8400007" y="284629"/>
                  </a:lnTo>
                  <a:lnTo>
                    <a:pt x="8346861" y="253034"/>
                  </a:lnTo>
                  <a:lnTo>
                    <a:pt x="8292690" y="223894"/>
                  </a:lnTo>
                  <a:lnTo>
                    <a:pt x="8236958" y="197174"/>
                  </a:lnTo>
                  <a:lnTo>
                    <a:pt x="8229629" y="193903"/>
                  </a:lnTo>
                  <a:lnTo>
                    <a:pt x="8177863" y="172374"/>
                  </a:lnTo>
                  <a:lnTo>
                    <a:pt x="8123658" y="152709"/>
                  </a:lnTo>
                  <a:lnTo>
                    <a:pt x="8066336" y="134843"/>
                  </a:lnTo>
                  <a:lnTo>
                    <a:pt x="8005148" y="118648"/>
                  </a:lnTo>
                  <a:lnTo>
                    <a:pt x="7939323" y="103971"/>
                  </a:lnTo>
                  <a:lnTo>
                    <a:pt x="7868103" y="90655"/>
                  </a:lnTo>
                  <a:lnTo>
                    <a:pt x="7790794" y="78552"/>
                  </a:lnTo>
                  <a:lnTo>
                    <a:pt x="7706840" y="67531"/>
                  </a:lnTo>
                  <a:lnTo>
                    <a:pt x="7615904" y="57484"/>
                  </a:lnTo>
                  <a:lnTo>
                    <a:pt x="7517995" y="48328"/>
                  </a:lnTo>
                  <a:lnTo>
                    <a:pt x="7413596" y="40006"/>
                  </a:lnTo>
                  <a:lnTo>
                    <a:pt x="7303814" y="32486"/>
                  </a:lnTo>
                  <a:lnTo>
                    <a:pt x="7190506" y="25758"/>
                  </a:lnTo>
                  <a:lnTo>
                    <a:pt x="7076332" y="19831"/>
                  </a:lnTo>
                  <a:lnTo>
                    <a:pt x="6964696" y="14722"/>
                  </a:lnTo>
                  <a:lnTo>
                    <a:pt x="6859514" y="10445"/>
                  </a:lnTo>
                  <a:lnTo>
                    <a:pt x="6764801" y="6998"/>
                  </a:lnTo>
                  <a:lnTo>
                    <a:pt x="6684115" y="4354"/>
                  </a:lnTo>
                  <a:lnTo>
                    <a:pt x="6619976" y="2453"/>
                  </a:lnTo>
                  <a:lnTo>
                    <a:pt x="6573393" y="1197"/>
                  </a:lnTo>
                  <a:lnTo>
                    <a:pt x="6543611" y="466"/>
                  </a:lnTo>
                  <a:lnTo>
                    <a:pt x="6528122" y="117"/>
                  </a:lnTo>
                  <a:lnTo>
                    <a:pt x="6522853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10" y="65"/>
                  </a:lnTo>
                  <a:lnTo>
                    <a:pt x="5519568" y="531"/>
                  </a:lnTo>
                  <a:lnTo>
                    <a:pt x="5502185" y="1817"/>
                  </a:lnTo>
                  <a:lnTo>
                    <a:pt x="5470773" y="4352"/>
                  </a:lnTo>
                  <a:lnTo>
                    <a:pt x="5423276" y="8548"/>
                  </a:lnTo>
                  <a:lnTo>
                    <a:pt x="5359216" y="14760"/>
                  </a:lnTo>
                  <a:lnTo>
                    <a:pt x="5279678" y="23264"/>
                  </a:lnTo>
                  <a:lnTo>
                    <a:pt x="5187067" y="34233"/>
                  </a:lnTo>
                  <a:lnTo>
                    <a:pt x="5084684" y="47745"/>
                  </a:lnTo>
                  <a:lnTo>
                    <a:pt x="4976221" y="63802"/>
                  </a:lnTo>
                  <a:lnTo>
                    <a:pt x="4865279" y="82361"/>
                  </a:lnTo>
                  <a:lnTo>
                    <a:pt x="4755007" y="103371"/>
                  </a:lnTo>
                  <a:lnTo>
                    <a:pt x="4647896" y="126807"/>
                  </a:lnTo>
                  <a:lnTo>
                    <a:pt x="4545718" y="152689"/>
                  </a:lnTo>
                  <a:lnTo>
                    <a:pt x="4449568" y="181104"/>
                  </a:lnTo>
                  <a:lnTo>
                    <a:pt x="4359967" y="212209"/>
                  </a:lnTo>
                  <a:lnTo>
                    <a:pt x="4276988" y="246239"/>
                  </a:lnTo>
                  <a:lnTo>
                    <a:pt x="4200380" y="283501"/>
                  </a:lnTo>
                  <a:lnTo>
                    <a:pt x="4129669" y="324367"/>
                  </a:lnTo>
                  <a:lnTo>
                    <a:pt x="4064244" y="369267"/>
                  </a:lnTo>
                  <a:lnTo>
                    <a:pt x="4003422" y="418663"/>
                  </a:lnTo>
                  <a:lnTo>
                    <a:pt x="3946492" y="473020"/>
                  </a:lnTo>
                  <a:lnTo>
                    <a:pt x="3892757" y="532754"/>
                  </a:lnTo>
                  <a:lnTo>
                    <a:pt x="3841565" y="598144"/>
                  </a:lnTo>
                  <a:lnTo>
                    <a:pt x="3820202" y="628002"/>
                  </a:lnTo>
                  <a:lnTo>
                    <a:pt x="3780620" y="687380"/>
                  </a:lnTo>
                  <a:lnTo>
                    <a:pt x="3741944" y="750588"/>
                  </a:lnTo>
                  <a:lnTo>
                    <a:pt x="3703957" y="817703"/>
                  </a:lnTo>
                  <a:lnTo>
                    <a:pt x="3666478" y="888757"/>
                  </a:lnTo>
                  <a:lnTo>
                    <a:pt x="3629359" y="963728"/>
                  </a:lnTo>
                  <a:lnTo>
                    <a:pt x="3592482" y="1042542"/>
                  </a:lnTo>
                  <a:lnTo>
                    <a:pt x="3555749" y="1125060"/>
                  </a:lnTo>
                  <a:lnTo>
                    <a:pt x="3519087" y="1211085"/>
                  </a:lnTo>
                  <a:lnTo>
                    <a:pt x="3482443" y="1300354"/>
                  </a:lnTo>
                  <a:lnTo>
                    <a:pt x="3445780" y="1392545"/>
                  </a:lnTo>
                  <a:lnTo>
                    <a:pt x="3409076" y="1487275"/>
                  </a:lnTo>
                  <a:lnTo>
                    <a:pt x="3372323" y="1584109"/>
                  </a:lnTo>
                  <a:lnTo>
                    <a:pt x="3335524" y="1682567"/>
                  </a:lnTo>
                  <a:lnTo>
                    <a:pt x="3298689" y="1782132"/>
                  </a:lnTo>
                  <a:lnTo>
                    <a:pt x="3261835" y="1882262"/>
                  </a:lnTo>
                  <a:lnTo>
                    <a:pt x="3224980" y="1982401"/>
                  </a:lnTo>
                  <a:lnTo>
                    <a:pt x="3188144" y="2081995"/>
                  </a:lnTo>
                  <a:lnTo>
                    <a:pt x="3151343" y="2180500"/>
                  </a:lnTo>
                  <a:lnTo>
                    <a:pt x="3114589" y="2277399"/>
                  </a:lnTo>
                  <a:lnTo>
                    <a:pt x="3077883" y="2372210"/>
                  </a:lnTo>
                  <a:lnTo>
                    <a:pt x="3041219" y="2464496"/>
                  </a:lnTo>
                  <a:lnTo>
                    <a:pt x="3004574" y="2553873"/>
                  </a:lnTo>
                  <a:lnTo>
                    <a:pt x="2967914" y="2640016"/>
                  </a:lnTo>
                  <a:lnTo>
                    <a:pt x="2931185" y="2722660"/>
                  </a:lnTo>
                  <a:lnTo>
                    <a:pt x="2894314" y="2801605"/>
                  </a:lnTo>
                  <a:lnTo>
                    <a:pt x="2857206" y="2876712"/>
                  </a:lnTo>
                  <a:lnTo>
                    <a:pt x="2819742" y="2947903"/>
                  </a:lnTo>
                  <a:lnTo>
                    <a:pt x="2781775" y="3015155"/>
                  </a:lnTo>
                  <a:lnTo>
                    <a:pt x="2743126" y="3078498"/>
                  </a:lnTo>
                  <a:lnTo>
                    <a:pt x="2703580" y="3138007"/>
                  </a:lnTo>
                  <a:lnTo>
                    <a:pt x="2702183" y="3140013"/>
                  </a:lnTo>
                  <a:lnTo>
                    <a:pt x="2651903" y="3207862"/>
                  </a:lnTo>
                  <a:lnTo>
                    <a:pt x="2599337" y="3270004"/>
                  </a:lnTo>
                  <a:lnTo>
                    <a:pt x="2543864" y="3326626"/>
                  </a:lnTo>
                  <a:lnTo>
                    <a:pt x="2484802" y="3378099"/>
                  </a:lnTo>
                  <a:lnTo>
                    <a:pt x="2421441" y="3424873"/>
                  </a:lnTo>
                  <a:lnTo>
                    <a:pt x="2353082" y="3467418"/>
                  </a:lnTo>
                  <a:lnTo>
                    <a:pt x="2279076" y="3506179"/>
                  </a:lnTo>
                  <a:lnTo>
                    <a:pt x="2198881" y="3541556"/>
                  </a:lnTo>
                  <a:lnTo>
                    <a:pt x="2112138" y="3573886"/>
                  </a:lnTo>
                  <a:lnTo>
                    <a:pt x="2018768" y="3603433"/>
                  </a:lnTo>
                  <a:lnTo>
                    <a:pt x="1919082" y="3630388"/>
                  </a:lnTo>
                  <a:lnTo>
                    <a:pt x="1813916" y="3654869"/>
                  </a:lnTo>
                  <a:lnTo>
                    <a:pt x="1704739" y="3676923"/>
                  </a:lnTo>
                  <a:lnTo>
                    <a:pt x="1593734" y="3696541"/>
                  </a:lnTo>
                  <a:lnTo>
                    <a:pt x="1483784" y="3713680"/>
                  </a:lnTo>
                  <a:lnTo>
                    <a:pt x="1378332" y="3728288"/>
                  </a:lnTo>
                  <a:lnTo>
                    <a:pt x="1281082" y="3740346"/>
                  </a:lnTo>
                  <a:lnTo>
                    <a:pt x="1195567" y="3749893"/>
                  </a:lnTo>
                  <a:lnTo>
                    <a:pt x="1124638" y="3757063"/>
                  </a:lnTo>
                  <a:lnTo>
                    <a:pt x="1069988" y="3762085"/>
                  </a:lnTo>
                  <a:lnTo>
                    <a:pt x="1031825" y="3765286"/>
                  </a:lnTo>
                  <a:lnTo>
                    <a:pt x="1008762" y="3767057"/>
                  </a:lnTo>
                  <a:lnTo>
                    <a:pt x="997900" y="3767823"/>
                  </a:lnTo>
                  <a:lnTo>
                    <a:pt x="994940" y="3768015"/>
                  </a:lnTo>
                  <a:lnTo>
                    <a:pt x="0" y="3768015"/>
                  </a:lnTo>
                  <a:close/>
                </a:path>
              </a:pathLst>
            </a:custGeom>
            <a:solidFill>
              <a:srgbClr val="7E57C2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75" name="pl1974"/>
            <p:cNvSpPr/>
            <p:nvPr/>
          </p:nvSpPr>
          <p:spPr>
            <a:xfrm>
              <a:off x="1199187" y="2389564"/>
              <a:ext cx="12049831" cy="3768015"/>
            </a:xfrm>
            <a:custGeom>
              <a:avLst/>
              <a:pathLst>
                <a:path w="12049831" h="3768015">
                  <a:moveTo>
                    <a:pt x="0" y="3768015"/>
                  </a:moveTo>
                  <a:lnTo>
                    <a:pt x="994940" y="3768015"/>
                  </a:lnTo>
                  <a:lnTo>
                    <a:pt x="995975" y="3767950"/>
                  </a:lnTo>
                  <a:lnTo>
                    <a:pt x="1002817" y="3767484"/>
                  </a:lnTo>
                  <a:lnTo>
                    <a:pt x="1020200" y="3766198"/>
                  </a:lnTo>
                  <a:lnTo>
                    <a:pt x="1051612" y="3763663"/>
                  </a:lnTo>
                  <a:lnTo>
                    <a:pt x="1099109" y="3759467"/>
                  </a:lnTo>
                  <a:lnTo>
                    <a:pt x="1163169" y="3753254"/>
                  </a:lnTo>
                  <a:lnTo>
                    <a:pt x="1242707" y="3744751"/>
                  </a:lnTo>
                  <a:lnTo>
                    <a:pt x="1335318" y="3733782"/>
                  </a:lnTo>
                  <a:lnTo>
                    <a:pt x="1437701" y="3720270"/>
                  </a:lnTo>
                  <a:lnTo>
                    <a:pt x="1546164" y="3704213"/>
                  </a:lnTo>
                  <a:lnTo>
                    <a:pt x="1657106" y="3685654"/>
                  </a:lnTo>
                  <a:lnTo>
                    <a:pt x="1767378" y="3664644"/>
                  </a:lnTo>
                  <a:lnTo>
                    <a:pt x="1874489" y="3641208"/>
                  </a:lnTo>
                  <a:lnTo>
                    <a:pt x="1976667" y="3615326"/>
                  </a:lnTo>
                  <a:lnTo>
                    <a:pt x="2072817" y="3586911"/>
                  </a:lnTo>
                  <a:lnTo>
                    <a:pt x="2162418" y="3555806"/>
                  </a:lnTo>
                  <a:lnTo>
                    <a:pt x="2245397" y="3521776"/>
                  </a:lnTo>
                  <a:lnTo>
                    <a:pt x="2322005" y="3484514"/>
                  </a:lnTo>
                  <a:lnTo>
                    <a:pt x="2392716" y="3443648"/>
                  </a:lnTo>
                  <a:lnTo>
                    <a:pt x="2458141" y="3398748"/>
                  </a:lnTo>
                  <a:lnTo>
                    <a:pt x="2518963" y="3349352"/>
                  </a:lnTo>
                  <a:lnTo>
                    <a:pt x="2575893" y="3294995"/>
                  </a:lnTo>
                  <a:lnTo>
                    <a:pt x="2629628" y="3235261"/>
                  </a:lnTo>
                  <a:lnTo>
                    <a:pt x="2680820" y="3169871"/>
                  </a:lnTo>
                  <a:lnTo>
                    <a:pt x="2702183" y="3140013"/>
                  </a:lnTo>
                  <a:lnTo>
                    <a:pt x="2741765" y="3080635"/>
                  </a:lnTo>
                  <a:lnTo>
                    <a:pt x="2780441" y="3017427"/>
                  </a:lnTo>
                  <a:lnTo>
                    <a:pt x="2818428" y="2950312"/>
                  </a:lnTo>
                  <a:lnTo>
                    <a:pt x="2855907" y="2879258"/>
                  </a:lnTo>
                  <a:lnTo>
                    <a:pt x="2893026" y="2804287"/>
                  </a:lnTo>
                  <a:lnTo>
                    <a:pt x="2929903" y="2725473"/>
                  </a:lnTo>
                  <a:lnTo>
                    <a:pt x="2966636" y="2642955"/>
                  </a:lnTo>
                  <a:lnTo>
                    <a:pt x="3003298" y="2556930"/>
                  </a:lnTo>
                  <a:lnTo>
                    <a:pt x="3039942" y="2467661"/>
                  </a:lnTo>
                  <a:lnTo>
                    <a:pt x="3076605" y="2375470"/>
                  </a:lnTo>
                  <a:lnTo>
                    <a:pt x="3113309" y="2280740"/>
                  </a:lnTo>
                  <a:lnTo>
                    <a:pt x="3150062" y="2183906"/>
                  </a:lnTo>
                  <a:lnTo>
                    <a:pt x="3186861" y="2085448"/>
                  </a:lnTo>
                  <a:lnTo>
                    <a:pt x="3223696" y="1985883"/>
                  </a:lnTo>
                  <a:lnTo>
                    <a:pt x="3260550" y="1885753"/>
                  </a:lnTo>
                  <a:lnTo>
                    <a:pt x="3297405" y="1785614"/>
                  </a:lnTo>
                  <a:lnTo>
                    <a:pt x="3334241" y="1686020"/>
                  </a:lnTo>
                  <a:lnTo>
                    <a:pt x="3371042" y="1587515"/>
                  </a:lnTo>
                  <a:lnTo>
                    <a:pt x="3407796" y="1490615"/>
                  </a:lnTo>
                  <a:lnTo>
                    <a:pt x="3444502" y="1395804"/>
                  </a:lnTo>
                  <a:lnTo>
                    <a:pt x="3481166" y="1303519"/>
                  </a:lnTo>
                  <a:lnTo>
                    <a:pt x="3517811" y="1214142"/>
                  </a:lnTo>
                  <a:lnTo>
                    <a:pt x="3554471" y="1127999"/>
                  </a:lnTo>
                  <a:lnTo>
                    <a:pt x="3591200" y="1045355"/>
                  </a:lnTo>
                  <a:lnTo>
                    <a:pt x="3628071" y="966410"/>
                  </a:lnTo>
                  <a:lnTo>
                    <a:pt x="3665179" y="891303"/>
                  </a:lnTo>
                  <a:lnTo>
                    <a:pt x="3702643" y="820112"/>
                  </a:lnTo>
                  <a:lnTo>
                    <a:pt x="3740610" y="752860"/>
                  </a:lnTo>
                  <a:lnTo>
                    <a:pt x="3779259" y="689517"/>
                  </a:lnTo>
                  <a:lnTo>
                    <a:pt x="3818805" y="630008"/>
                  </a:lnTo>
                  <a:lnTo>
                    <a:pt x="3820202" y="628002"/>
                  </a:lnTo>
                  <a:lnTo>
                    <a:pt x="3870482" y="560153"/>
                  </a:lnTo>
                  <a:lnTo>
                    <a:pt x="3923048" y="498011"/>
                  </a:lnTo>
                  <a:lnTo>
                    <a:pt x="3978521" y="441389"/>
                  </a:lnTo>
                  <a:lnTo>
                    <a:pt x="4037583" y="389916"/>
                  </a:lnTo>
                  <a:lnTo>
                    <a:pt x="4100944" y="343142"/>
                  </a:lnTo>
                  <a:lnTo>
                    <a:pt x="4169303" y="300597"/>
                  </a:lnTo>
                  <a:lnTo>
                    <a:pt x="4243309" y="261836"/>
                  </a:lnTo>
                  <a:lnTo>
                    <a:pt x="4323504" y="226459"/>
                  </a:lnTo>
                  <a:lnTo>
                    <a:pt x="4410247" y="194129"/>
                  </a:lnTo>
                  <a:lnTo>
                    <a:pt x="4503617" y="164582"/>
                  </a:lnTo>
                  <a:lnTo>
                    <a:pt x="4603303" y="137627"/>
                  </a:lnTo>
                  <a:lnTo>
                    <a:pt x="4708469" y="113146"/>
                  </a:lnTo>
                  <a:lnTo>
                    <a:pt x="4817646" y="91092"/>
                  </a:lnTo>
                  <a:lnTo>
                    <a:pt x="4928651" y="71474"/>
                  </a:lnTo>
                  <a:lnTo>
                    <a:pt x="5038601" y="54335"/>
                  </a:lnTo>
                  <a:lnTo>
                    <a:pt x="5144053" y="39727"/>
                  </a:lnTo>
                  <a:lnTo>
                    <a:pt x="5241303" y="27669"/>
                  </a:lnTo>
                  <a:lnTo>
                    <a:pt x="5326818" y="18122"/>
                  </a:lnTo>
                  <a:lnTo>
                    <a:pt x="5397747" y="10952"/>
                  </a:lnTo>
                  <a:lnTo>
                    <a:pt x="5452397" y="5929"/>
                  </a:lnTo>
                  <a:lnTo>
                    <a:pt x="5490560" y="2728"/>
                  </a:lnTo>
                  <a:lnTo>
                    <a:pt x="5513623" y="958"/>
                  </a:lnTo>
                  <a:lnTo>
                    <a:pt x="5524485" y="192"/>
                  </a:lnTo>
                  <a:lnTo>
                    <a:pt x="5527361" y="5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1" y="22"/>
                  </a:lnTo>
                  <a:lnTo>
                    <a:pt x="6530942" y="178"/>
                  </a:lnTo>
                  <a:lnTo>
                    <a:pt x="6549776" y="611"/>
                  </a:lnTo>
                  <a:lnTo>
                    <a:pt x="6583708" y="1465"/>
                  </a:lnTo>
                  <a:lnTo>
                    <a:pt x="6634807" y="2876"/>
                  </a:lnTo>
                  <a:lnTo>
                    <a:pt x="6703364" y="4960"/>
                  </a:lnTo>
                  <a:lnTo>
                    <a:pt x="6787950" y="7806"/>
                  </a:lnTo>
                  <a:lnTo>
                    <a:pt x="6885725" y="11465"/>
                  </a:lnTo>
                  <a:lnTo>
                    <a:pt x="6992955" y="15957"/>
                  </a:lnTo>
                  <a:lnTo>
                    <a:pt x="7105603" y="21278"/>
                  </a:lnTo>
                  <a:lnTo>
                    <a:pt x="7219853" y="27413"/>
                  </a:lnTo>
                  <a:lnTo>
                    <a:pt x="7332476" y="34344"/>
                  </a:lnTo>
                  <a:lnTo>
                    <a:pt x="7441018" y="42069"/>
                  </a:lnTo>
                  <a:lnTo>
                    <a:pt x="7543826" y="50602"/>
                  </a:lnTo>
                  <a:lnTo>
                    <a:pt x="7639967" y="59980"/>
                  </a:lnTo>
                  <a:lnTo>
                    <a:pt x="7729091" y="70268"/>
                  </a:lnTo>
                  <a:lnTo>
                    <a:pt x="7811294" y="81556"/>
                  </a:lnTo>
                  <a:lnTo>
                    <a:pt x="7886976" y="93958"/>
                  </a:lnTo>
                  <a:lnTo>
                    <a:pt x="7956739" y="107610"/>
                  </a:lnTo>
                  <a:lnTo>
                    <a:pt x="8021298" y="122662"/>
                  </a:lnTo>
                  <a:lnTo>
                    <a:pt x="8081418" y="139273"/>
                  </a:lnTo>
                  <a:lnTo>
                    <a:pt x="8137869" y="157591"/>
                  </a:lnTo>
                  <a:lnTo>
                    <a:pt x="8191385" y="177733"/>
                  </a:lnTo>
                  <a:lnTo>
                    <a:pt x="8229629" y="193903"/>
                  </a:lnTo>
                  <a:lnTo>
                    <a:pt x="8285610" y="220317"/>
                  </a:lnTo>
                  <a:lnTo>
                    <a:pt x="8339949" y="249142"/>
                  </a:lnTo>
                  <a:lnTo>
                    <a:pt x="8393202" y="280420"/>
                  </a:lnTo>
                  <a:lnTo>
                    <a:pt x="8445790" y="314131"/>
                  </a:lnTo>
                  <a:lnTo>
                    <a:pt x="8498027" y="350181"/>
                  </a:lnTo>
                  <a:lnTo>
                    <a:pt x="8550130" y="388400"/>
                  </a:lnTo>
                  <a:lnTo>
                    <a:pt x="8602238" y="428538"/>
                  </a:lnTo>
                  <a:lnTo>
                    <a:pt x="8654424" y="470270"/>
                  </a:lnTo>
                  <a:lnTo>
                    <a:pt x="8706708" y="513204"/>
                  </a:lnTo>
                  <a:lnTo>
                    <a:pt x="8759068" y="556895"/>
                  </a:lnTo>
                  <a:lnTo>
                    <a:pt x="8811459" y="600864"/>
                  </a:lnTo>
                  <a:lnTo>
                    <a:pt x="8863826" y="644619"/>
                  </a:lnTo>
                  <a:lnTo>
                    <a:pt x="8916121" y="687676"/>
                  </a:lnTo>
                  <a:lnTo>
                    <a:pt x="8968320" y="729586"/>
                  </a:lnTo>
                  <a:lnTo>
                    <a:pt x="9020435" y="769949"/>
                  </a:lnTo>
                  <a:lnTo>
                    <a:pt x="9072532" y="808431"/>
                  </a:lnTo>
                  <a:lnTo>
                    <a:pt x="9124741" y="844772"/>
                  </a:lnTo>
                  <a:lnTo>
                    <a:pt x="9177269" y="878791"/>
                  </a:lnTo>
                  <a:lnTo>
                    <a:pt x="9230415" y="910386"/>
                  </a:lnTo>
                  <a:lnTo>
                    <a:pt x="9284586" y="939525"/>
                  </a:lnTo>
                  <a:lnTo>
                    <a:pt x="9340319" y="966246"/>
                  </a:lnTo>
                  <a:lnTo>
                    <a:pt x="9347647" y="969517"/>
                  </a:lnTo>
                  <a:lnTo>
                    <a:pt x="9399413" y="991046"/>
                  </a:lnTo>
                  <a:lnTo>
                    <a:pt x="9453618" y="1010710"/>
                  </a:lnTo>
                  <a:lnTo>
                    <a:pt x="9510941" y="1028577"/>
                  </a:lnTo>
                  <a:lnTo>
                    <a:pt x="9572128" y="1044772"/>
                  </a:lnTo>
                  <a:lnTo>
                    <a:pt x="9637953" y="1059449"/>
                  </a:lnTo>
                  <a:lnTo>
                    <a:pt x="9709174" y="1072765"/>
                  </a:lnTo>
                  <a:lnTo>
                    <a:pt x="9786482" y="1084868"/>
                  </a:lnTo>
                  <a:lnTo>
                    <a:pt x="9870437" y="1095889"/>
                  </a:lnTo>
                  <a:lnTo>
                    <a:pt x="9961372" y="1105936"/>
                  </a:lnTo>
                  <a:lnTo>
                    <a:pt x="10059282" y="1115092"/>
                  </a:lnTo>
                  <a:lnTo>
                    <a:pt x="10163681" y="1123414"/>
                  </a:lnTo>
                  <a:lnTo>
                    <a:pt x="10273462" y="1130934"/>
                  </a:lnTo>
                  <a:lnTo>
                    <a:pt x="10386770" y="1137661"/>
                  </a:lnTo>
                  <a:lnTo>
                    <a:pt x="10500944" y="1143588"/>
                  </a:lnTo>
                  <a:lnTo>
                    <a:pt x="10612580" y="1148698"/>
                  </a:lnTo>
                  <a:lnTo>
                    <a:pt x="10717762" y="1152975"/>
                  </a:lnTo>
                  <a:lnTo>
                    <a:pt x="10812476" y="1156422"/>
                  </a:lnTo>
                  <a:lnTo>
                    <a:pt x="10893162" y="1159066"/>
                  </a:lnTo>
                  <a:lnTo>
                    <a:pt x="10957300" y="1160967"/>
                  </a:lnTo>
                  <a:lnTo>
                    <a:pt x="11003883" y="1162222"/>
                  </a:lnTo>
                  <a:lnTo>
                    <a:pt x="11033665" y="1162954"/>
                  </a:lnTo>
                  <a:lnTo>
                    <a:pt x="11049154" y="1163302"/>
                  </a:lnTo>
                  <a:lnTo>
                    <a:pt x="11054423" y="1163411"/>
                  </a:lnTo>
                  <a:lnTo>
                    <a:pt x="11054891" y="1163420"/>
                  </a:lnTo>
                  <a:lnTo>
                    <a:pt x="12049831" y="1163420"/>
                  </a:lnTo>
                  <a:lnTo>
                    <a:pt x="12049831" y="11634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6" name="pl1975"/>
            <p:cNvSpPr/>
            <p:nvPr/>
          </p:nvSpPr>
          <p:spPr>
            <a:xfrm>
              <a:off x="1199187" y="2384323"/>
              <a:ext cx="12049831" cy="3768015"/>
            </a:xfrm>
            <a:custGeom>
              <a:avLst/>
              <a:pathLst>
                <a:path w="12049831" h="3768015">
                  <a:moveTo>
                    <a:pt x="12049831" y="1163420"/>
                  </a:moveTo>
                  <a:lnTo>
                    <a:pt x="11054891" y="1163420"/>
                  </a:lnTo>
                  <a:lnTo>
                    <a:pt x="11053765" y="1163398"/>
                  </a:lnTo>
                  <a:lnTo>
                    <a:pt x="11046335" y="1163241"/>
                  </a:lnTo>
                  <a:lnTo>
                    <a:pt x="11027500" y="1162808"/>
                  </a:lnTo>
                  <a:lnTo>
                    <a:pt x="10993569" y="1161955"/>
                  </a:lnTo>
                  <a:lnTo>
                    <a:pt x="10942470" y="1160544"/>
                  </a:lnTo>
                  <a:lnTo>
                    <a:pt x="10873912" y="1158460"/>
                  </a:lnTo>
                  <a:lnTo>
                    <a:pt x="10789326" y="1155614"/>
                  </a:lnTo>
                  <a:lnTo>
                    <a:pt x="10691552" y="1151955"/>
                  </a:lnTo>
                  <a:lnTo>
                    <a:pt x="10584321" y="1147463"/>
                  </a:lnTo>
                  <a:lnTo>
                    <a:pt x="10471673" y="1142141"/>
                  </a:lnTo>
                  <a:lnTo>
                    <a:pt x="10357424" y="1136007"/>
                  </a:lnTo>
                  <a:lnTo>
                    <a:pt x="10244801" y="1129075"/>
                  </a:lnTo>
                  <a:lnTo>
                    <a:pt x="10136258" y="1121351"/>
                  </a:lnTo>
                  <a:lnTo>
                    <a:pt x="10033450" y="1112818"/>
                  </a:lnTo>
                  <a:lnTo>
                    <a:pt x="9937310" y="1103440"/>
                  </a:lnTo>
                  <a:lnTo>
                    <a:pt x="9848185" y="1093151"/>
                  </a:lnTo>
                  <a:lnTo>
                    <a:pt x="9765983" y="1081863"/>
                  </a:lnTo>
                  <a:lnTo>
                    <a:pt x="9690300" y="1069461"/>
                  </a:lnTo>
                  <a:lnTo>
                    <a:pt x="9620537" y="1055810"/>
                  </a:lnTo>
                  <a:lnTo>
                    <a:pt x="9555979" y="1040758"/>
                  </a:lnTo>
                  <a:lnTo>
                    <a:pt x="9495859" y="1024147"/>
                  </a:lnTo>
                  <a:lnTo>
                    <a:pt x="9439407" y="1005828"/>
                  </a:lnTo>
                  <a:lnTo>
                    <a:pt x="9385891" y="985687"/>
                  </a:lnTo>
                  <a:lnTo>
                    <a:pt x="9347647" y="969517"/>
                  </a:lnTo>
                  <a:lnTo>
                    <a:pt x="9291667" y="943103"/>
                  </a:lnTo>
                  <a:lnTo>
                    <a:pt x="9237328" y="914278"/>
                  </a:lnTo>
                  <a:lnTo>
                    <a:pt x="9184075" y="882999"/>
                  </a:lnTo>
                  <a:lnTo>
                    <a:pt x="9131486" y="849288"/>
                  </a:lnTo>
                  <a:lnTo>
                    <a:pt x="9079250" y="813238"/>
                  </a:lnTo>
                  <a:lnTo>
                    <a:pt x="9027147" y="775020"/>
                  </a:lnTo>
                  <a:lnTo>
                    <a:pt x="8975039" y="734882"/>
                  </a:lnTo>
                  <a:lnTo>
                    <a:pt x="8922853" y="693150"/>
                  </a:lnTo>
                  <a:lnTo>
                    <a:pt x="8870569" y="650216"/>
                  </a:lnTo>
                  <a:lnTo>
                    <a:pt x="8818209" y="606524"/>
                  </a:lnTo>
                  <a:lnTo>
                    <a:pt x="8765818" y="562555"/>
                  </a:lnTo>
                  <a:lnTo>
                    <a:pt x="8713451" y="518801"/>
                  </a:lnTo>
                  <a:lnTo>
                    <a:pt x="8661155" y="475743"/>
                  </a:lnTo>
                  <a:lnTo>
                    <a:pt x="8608957" y="433833"/>
                  </a:lnTo>
                  <a:lnTo>
                    <a:pt x="8556841" y="393470"/>
                  </a:lnTo>
                  <a:lnTo>
                    <a:pt x="8504744" y="354989"/>
                  </a:lnTo>
                  <a:lnTo>
                    <a:pt x="8452535" y="318648"/>
                  </a:lnTo>
                  <a:lnTo>
                    <a:pt x="8400007" y="284629"/>
                  </a:lnTo>
                  <a:lnTo>
                    <a:pt x="8346861" y="253034"/>
                  </a:lnTo>
                  <a:lnTo>
                    <a:pt x="8292690" y="223894"/>
                  </a:lnTo>
                  <a:lnTo>
                    <a:pt x="8236958" y="197174"/>
                  </a:lnTo>
                  <a:lnTo>
                    <a:pt x="8229629" y="193903"/>
                  </a:lnTo>
                  <a:lnTo>
                    <a:pt x="8177863" y="172374"/>
                  </a:lnTo>
                  <a:lnTo>
                    <a:pt x="8123658" y="152709"/>
                  </a:lnTo>
                  <a:lnTo>
                    <a:pt x="8066336" y="134843"/>
                  </a:lnTo>
                  <a:lnTo>
                    <a:pt x="8005148" y="118648"/>
                  </a:lnTo>
                  <a:lnTo>
                    <a:pt x="7939323" y="103971"/>
                  </a:lnTo>
                  <a:lnTo>
                    <a:pt x="7868103" y="90655"/>
                  </a:lnTo>
                  <a:lnTo>
                    <a:pt x="7790794" y="78552"/>
                  </a:lnTo>
                  <a:lnTo>
                    <a:pt x="7706840" y="67531"/>
                  </a:lnTo>
                  <a:lnTo>
                    <a:pt x="7615904" y="57484"/>
                  </a:lnTo>
                  <a:lnTo>
                    <a:pt x="7517995" y="48328"/>
                  </a:lnTo>
                  <a:lnTo>
                    <a:pt x="7413596" y="40006"/>
                  </a:lnTo>
                  <a:lnTo>
                    <a:pt x="7303814" y="32486"/>
                  </a:lnTo>
                  <a:lnTo>
                    <a:pt x="7190506" y="25758"/>
                  </a:lnTo>
                  <a:lnTo>
                    <a:pt x="7076332" y="19831"/>
                  </a:lnTo>
                  <a:lnTo>
                    <a:pt x="6964696" y="14722"/>
                  </a:lnTo>
                  <a:lnTo>
                    <a:pt x="6859514" y="10445"/>
                  </a:lnTo>
                  <a:lnTo>
                    <a:pt x="6764801" y="6998"/>
                  </a:lnTo>
                  <a:lnTo>
                    <a:pt x="6684115" y="4354"/>
                  </a:lnTo>
                  <a:lnTo>
                    <a:pt x="6619976" y="2453"/>
                  </a:lnTo>
                  <a:lnTo>
                    <a:pt x="6573393" y="1197"/>
                  </a:lnTo>
                  <a:lnTo>
                    <a:pt x="6543611" y="466"/>
                  </a:lnTo>
                  <a:lnTo>
                    <a:pt x="6528122" y="117"/>
                  </a:lnTo>
                  <a:lnTo>
                    <a:pt x="6522853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10" y="65"/>
                  </a:lnTo>
                  <a:lnTo>
                    <a:pt x="5519568" y="531"/>
                  </a:lnTo>
                  <a:lnTo>
                    <a:pt x="5502185" y="1817"/>
                  </a:lnTo>
                  <a:lnTo>
                    <a:pt x="5470773" y="4352"/>
                  </a:lnTo>
                  <a:lnTo>
                    <a:pt x="5423276" y="8548"/>
                  </a:lnTo>
                  <a:lnTo>
                    <a:pt x="5359216" y="14760"/>
                  </a:lnTo>
                  <a:lnTo>
                    <a:pt x="5279678" y="23264"/>
                  </a:lnTo>
                  <a:lnTo>
                    <a:pt x="5187067" y="34233"/>
                  </a:lnTo>
                  <a:lnTo>
                    <a:pt x="5084684" y="47745"/>
                  </a:lnTo>
                  <a:lnTo>
                    <a:pt x="4976221" y="63802"/>
                  </a:lnTo>
                  <a:lnTo>
                    <a:pt x="4865279" y="82361"/>
                  </a:lnTo>
                  <a:lnTo>
                    <a:pt x="4755007" y="103371"/>
                  </a:lnTo>
                  <a:lnTo>
                    <a:pt x="4647896" y="126807"/>
                  </a:lnTo>
                  <a:lnTo>
                    <a:pt x="4545718" y="152689"/>
                  </a:lnTo>
                  <a:lnTo>
                    <a:pt x="4449568" y="181104"/>
                  </a:lnTo>
                  <a:lnTo>
                    <a:pt x="4359967" y="212209"/>
                  </a:lnTo>
                  <a:lnTo>
                    <a:pt x="4276988" y="246239"/>
                  </a:lnTo>
                  <a:lnTo>
                    <a:pt x="4200380" y="283501"/>
                  </a:lnTo>
                  <a:lnTo>
                    <a:pt x="4129669" y="324367"/>
                  </a:lnTo>
                  <a:lnTo>
                    <a:pt x="4064244" y="369267"/>
                  </a:lnTo>
                  <a:lnTo>
                    <a:pt x="4003422" y="418663"/>
                  </a:lnTo>
                  <a:lnTo>
                    <a:pt x="3946492" y="473020"/>
                  </a:lnTo>
                  <a:lnTo>
                    <a:pt x="3892757" y="532754"/>
                  </a:lnTo>
                  <a:lnTo>
                    <a:pt x="3841565" y="598144"/>
                  </a:lnTo>
                  <a:lnTo>
                    <a:pt x="3820202" y="628002"/>
                  </a:lnTo>
                  <a:lnTo>
                    <a:pt x="3780620" y="687380"/>
                  </a:lnTo>
                  <a:lnTo>
                    <a:pt x="3741944" y="750588"/>
                  </a:lnTo>
                  <a:lnTo>
                    <a:pt x="3703957" y="817703"/>
                  </a:lnTo>
                  <a:lnTo>
                    <a:pt x="3666478" y="888757"/>
                  </a:lnTo>
                  <a:lnTo>
                    <a:pt x="3629359" y="963728"/>
                  </a:lnTo>
                  <a:lnTo>
                    <a:pt x="3592482" y="1042542"/>
                  </a:lnTo>
                  <a:lnTo>
                    <a:pt x="3555749" y="1125060"/>
                  </a:lnTo>
                  <a:lnTo>
                    <a:pt x="3519087" y="1211085"/>
                  </a:lnTo>
                  <a:lnTo>
                    <a:pt x="3482443" y="1300354"/>
                  </a:lnTo>
                  <a:lnTo>
                    <a:pt x="3445780" y="1392545"/>
                  </a:lnTo>
                  <a:lnTo>
                    <a:pt x="3409076" y="1487275"/>
                  </a:lnTo>
                  <a:lnTo>
                    <a:pt x="3372323" y="1584109"/>
                  </a:lnTo>
                  <a:lnTo>
                    <a:pt x="3335524" y="1682567"/>
                  </a:lnTo>
                  <a:lnTo>
                    <a:pt x="3298689" y="1782132"/>
                  </a:lnTo>
                  <a:lnTo>
                    <a:pt x="3261835" y="1882262"/>
                  </a:lnTo>
                  <a:lnTo>
                    <a:pt x="3224980" y="1982401"/>
                  </a:lnTo>
                  <a:lnTo>
                    <a:pt x="3188144" y="2081995"/>
                  </a:lnTo>
                  <a:lnTo>
                    <a:pt x="3151343" y="2180500"/>
                  </a:lnTo>
                  <a:lnTo>
                    <a:pt x="3114589" y="2277399"/>
                  </a:lnTo>
                  <a:lnTo>
                    <a:pt x="3077883" y="2372210"/>
                  </a:lnTo>
                  <a:lnTo>
                    <a:pt x="3041219" y="2464496"/>
                  </a:lnTo>
                  <a:lnTo>
                    <a:pt x="3004574" y="2553873"/>
                  </a:lnTo>
                  <a:lnTo>
                    <a:pt x="2967914" y="2640016"/>
                  </a:lnTo>
                  <a:lnTo>
                    <a:pt x="2931185" y="2722660"/>
                  </a:lnTo>
                  <a:lnTo>
                    <a:pt x="2894314" y="2801605"/>
                  </a:lnTo>
                  <a:lnTo>
                    <a:pt x="2857206" y="2876712"/>
                  </a:lnTo>
                  <a:lnTo>
                    <a:pt x="2819742" y="2947903"/>
                  </a:lnTo>
                  <a:lnTo>
                    <a:pt x="2781775" y="3015155"/>
                  </a:lnTo>
                  <a:lnTo>
                    <a:pt x="2743126" y="3078498"/>
                  </a:lnTo>
                  <a:lnTo>
                    <a:pt x="2703580" y="3138007"/>
                  </a:lnTo>
                  <a:lnTo>
                    <a:pt x="2702183" y="3140013"/>
                  </a:lnTo>
                  <a:lnTo>
                    <a:pt x="2651903" y="3207862"/>
                  </a:lnTo>
                  <a:lnTo>
                    <a:pt x="2599337" y="3270004"/>
                  </a:lnTo>
                  <a:lnTo>
                    <a:pt x="2543864" y="3326626"/>
                  </a:lnTo>
                  <a:lnTo>
                    <a:pt x="2484802" y="3378099"/>
                  </a:lnTo>
                  <a:lnTo>
                    <a:pt x="2421441" y="3424873"/>
                  </a:lnTo>
                  <a:lnTo>
                    <a:pt x="2353082" y="3467418"/>
                  </a:lnTo>
                  <a:lnTo>
                    <a:pt x="2279076" y="3506179"/>
                  </a:lnTo>
                  <a:lnTo>
                    <a:pt x="2198881" y="3541556"/>
                  </a:lnTo>
                  <a:lnTo>
                    <a:pt x="2112138" y="3573886"/>
                  </a:lnTo>
                  <a:lnTo>
                    <a:pt x="2018768" y="3603433"/>
                  </a:lnTo>
                  <a:lnTo>
                    <a:pt x="1919082" y="3630388"/>
                  </a:lnTo>
                  <a:lnTo>
                    <a:pt x="1813916" y="3654869"/>
                  </a:lnTo>
                  <a:lnTo>
                    <a:pt x="1704739" y="3676923"/>
                  </a:lnTo>
                  <a:lnTo>
                    <a:pt x="1593734" y="3696541"/>
                  </a:lnTo>
                  <a:lnTo>
                    <a:pt x="1483784" y="3713680"/>
                  </a:lnTo>
                  <a:lnTo>
                    <a:pt x="1378332" y="3728288"/>
                  </a:lnTo>
                  <a:lnTo>
                    <a:pt x="1281082" y="3740346"/>
                  </a:lnTo>
                  <a:lnTo>
                    <a:pt x="1195567" y="3749893"/>
                  </a:lnTo>
                  <a:lnTo>
                    <a:pt x="1124638" y="3757063"/>
                  </a:lnTo>
                  <a:lnTo>
                    <a:pt x="1069988" y="3762085"/>
                  </a:lnTo>
                  <a:lnTo>
                    <a:pt x="1031825" y="3765286"/>
                  </a:lnTo>
                  <a:lnTo>
                    <a:pt x="1008762" y="3767057"/>
                  </a:lnTo>
                  <a:lnTo>
                    <a:pt x="997900" y="3767823"/>
                  </a:lnTo>
                  <a:lnTo>
                    <a:pt x="995024" y="3768010"/>
                  </a:lnTo>
                  <a:lnTo>
                    <a:pt x="994940" y="3768015"/>
                  </a:lnTo>
                  <a:lnTo>
                    <a:pt x="0" y="3768015"/>
                  </a:lnTo>
                  <a:lnTo>
                    <a:pt x="0" y="37680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7" name="pg1976"/>
            <p:cNvSpPr/>
            <p:nvPr/>
          </p:nvSpPr>
          <p:spPr>
            <a:xfrm>
              <a:off x="1199187" y="5093731"/>
              <a:ext cx="12049831" cy="1488340"/>
            </a:xfrm>
            <a:custGeom>
              <a:avLst/>
              <a:pathLst>
                <a:path w="12049831" h="1488340">
                  <a:moveTo>
                    <a:pt x="0" y="1111014"/>
                  </a:moveTo>
                  <a:lnTo>
                    <a:pt x="994940" y="1111014"/>
                  </a:lnTo>
                  <a:lnTo>
                    <a:pt x="996075" y="1111021"/>
                  </a:lnTo>
                  <a:lnTo>
                    <a:pt x="1003567" y="1111072"/>
                  </a:lnTo>
                  <a:lnTo>
                    <a:pt x="1022554" y="1111214"/>
                  </a:lnTo>
                  <a:lnTo>
                    <a:pt x="1056749" y="1111493"/>
                  </a:lnTo>
                  <a:lnTo>
                    <a:pt x="1108223" y="1111955"/>
                  </a:lnTo>
                  <a:lnTo>
                    <a:pt x="1177246" y="1112637"/>
                  </a:lnTo>
                  <a:lnTo>
                    <a:pt x="1262350" y="1113567"/>
                  </a:lnTo>
                  <a:lnTo>
                    <a:pt x="1360650" y="1114763"/>
                  </a:lnTo>
                  <a:lnTo>
                    <a:pt x="1468368" y="1116231"/>
                  </a:lnTo>
                  <a:lnTo>
                    <a:pt x="1581431" y="1117969"/>
                  </a:lnTo>
                  <a:lnTo>
                    <a:pt x="1696002" y="1119972"/>
                  </a:lnTo>
                  <a:lnTo>
                    <a:pt x="1808847" y="1122235"/>
                  </a:lnTo>
                  <a:lnTo>
                    <a:pt x="1917518" y="1124757"/>
                  </a:lnTo>
                  <a:lnTo>
                    <a:pt x="2020375" y="1127542"/>
                  </a:lnTo>
                  <a:lnTo>
                    <a:pt x="2116502" y="1130604"/>
                  </a:lnTo>
                  <a:lnTo>
                    <a:pt x="2205569" y="1133965"/>
                  </a:lnTo>
                  <a:lnTo>
                    <a:pt x="2287687" y="1137652"/>
                  </a:lnTo>
                  <a:lnTo>
                    <a:pt x="2363273" y="1141705"/>
                  </a:lnTo>
                  <a:lnTo>
                    <a:pt x="2432941" y="1146169"/>
                  </a:lnTo>
                  <a:lnTo>
                    <a:pt x="2497415" y="1151091"/>
                  </a:lnTo>
                  <a:lnTo>
                    <a:pt x="2557470" y="1156526"/>
                  </a:lnTo>
                  <a:lnTo>
                    <a:pt x="2613881" y="1162519"/>
                  </a:lnTo>
                  <a:lnTo>
                    <a:pt x="2667385" y="1169109"/>
                  </a:lnTo>
                  <a:lnTo>
                    <a:pt x="2702183" y="1173902"/>
                  </a:lnTo>
                  <a:lnTo>
                    <a:pt x="2763094" y="1183274"/>
                  </a:lnTo>
                  <a:lnTo>
                    <a:pt x="2822120" y="1193578"/>
                  </a:lnTo>
                  <a:lnTo>
                    <a:pt x="2879954" y="1204826"/>
                  </a:lnTo>
                  <a:lnTo>
                    <a:pt x="2937109" y="1217004"/>
                  </a:lnTo>
                  <a:lnTo>
                    <a:pt x="2993949" y="1230061"/>
                  </a:lnTo>
                  <a:lnTo>
                    <a:pt x="3050714" y="1243915"/>
                  </a:lnTo>
                  <a:lnTo>
                    <a:pt x="3107539" y="1258443"/>
                  </a:lnTo>
                  <a:lnTo>
                    <a:pt x="3164477" y="1273492"/>
                  </a:lnTo>
                  <a:lnTo>
                    <a:pt x="3221517" y="1288883"/>
                  </a:lnTo>
                  <a:lnTo>
                    <a:pt x="3278604" y="1304417"/>
                  </a:lnTo>
                  <a:lnTo>
                    <a:pt x="3335670" y="1319888"/>
                  </a:lnTo>
                  <a:lnTo>
                    <a:pt x="3392652" y="1335094"/>
                  </a:lnTo>
                  <a:lnTo>
                    <a:pt x="3449519" y="1349845"/>
                  </a:lnTo>
                  <a:lnTo>
                    <a:pt x="3506296" y="1363977"/>
                  </a:lnTo>
                  <a:lnTo>
                    <a:pt x="3563084" y="1377358"/>
                  </a:lnTo>
                  <a:lnTo>
                    <a:pt x="3620080" y="1389887"/>
                  </a:lnTo>
                  <a:lnTo>
                    <a:pt x="3677598" y="1401501"/>
                  </a:lnTo>
                  <a:lnTo>
                    <a:pt x="3736087" y="1412173"/>
                  </a:lnTo>
                  <a:lnTo>
                    <a:pt x="3796166" y="1421905"/>
                  </a:lnTo>
                  <a:lnTo>
                    <a:pt x="3820202" y="1425452"/>
                  </a:lnTo>
                  <a:lnTo>
                    <a:pt x="3872119" y="1432454"/>
                  </a:lnTo>
                  <a:lnTo>
                    <a:pt x="3926492" y="1438847"/>
                  </a:lnTo>
                  <a:lnTo>
                    <a:pt x="3984004" y="1444654"/>
                  </a:lnTo>
                  <a:lnTo>
                    <a:pt x="4045410" y="1449916"/>
                  </a:lnTo>
                  <a:lnTo>
                    <a:pt x="4111489" y="1454684"/>
                  </a:lnTo>
                  <a:lnTo>
                    <a:pt x="4183006" y="1459009"/>
                  </a:lnTo>
                  <a:lnTo>
                    <a:pt x="4260656" y="1462938"/>
                  </a:lnTo>
                  <a:lnTo>
                    <a:pt x="4345000" y="1466516"/>
                  </a:lnTo>
                  <a:lnTo>
                    <a:pt x="4436368" y="1469776"/>
                  </a:lnTo>
                  <a:lnTo>
                    <a:pt x="4534745" y="1472747"/>
                  </a:lnTo>
                  <a:lnTo>
                    <a:pt x="4639626" y="1475445"/>
                  </a:lnTo>
                  <a:lnTo>
                    <a:pt x="4749872" y="1477883"/>
                  </a:lnTo>
                  <a:lnTo>
                    <a:pt x="4863587" y="1480062"/>
                  </a:lnTo>
                  <a:lnTo>
                    <a:pt x="4978057" y="1481979"/>
                  </a:lnTo>
                  <a:lnTo>
                    <a:pt x="5089824" y="1483630"/>
                  </a:lnTo>
                  <a:lnTo>
                    <a:pt x="5194924" y="1485009"/>
                  </a:lnTo>
                  <a:lnTo>
                    <a:pt x="5289317" y="1486118"/>
                  </a:lnTo>
                  <a:lnTo>
                    <a:pt x="5369450" y="1486965"/>
                  </a:lnTo>
                  <a:lnTo>
                    <a:pt x="5432848" y="1487571"/>
                  </a:lnTo>
                  <a:lnTo>
                    <a:pt x="5478585" y="1487969"/>
                  </a:lnTo>
                  <a:lnTo>
                    <a:pt x="5507524" y="1488198"/>
                  </a:lnTo>
                  <a:lnTo>
                    <a:pt x="5522293" y="1488305"/>
                  </a:lnTo>
                  <a:lnTo>
                    <a:pt x="5527090" y="1488337"/>
                  </a:lnTo>
                  <a:lnTo>
                    <a:pt x="5527445" y="1488340"/>
                  </a:lnTo>
                  <a:lnTo>
                    <a:pt x="6522385" y="1488340"/>
                  </a:lnTo>
                  <a:lnTo>
                    <a:pt x="6523505" y="1488312"/>
                  </a:lnTo>
                  <a:lnTo>
                    <a:pt x="6530893" y="1488113"/>
                  </a:lnTo>
                  <a:lnTo>
                    <a:pt x="6549623" y="1487564"/>
                  </a:lnTo>
                  <a:lnTo>
                    <a:pt x="6583373" y="1486483"/>
                  </a:lnTo>
                  <a:lnTo>
                    <a:pt x="6634214" y="1484695"/>
                  </a:lnTo>
                  <a:lnTo>
                    <a:pt x="6702451" y="1482053"/>
                  </a:lnTo>
                  <a:lnTo>
                    <a:pt x="6786680" y="1478445"/>
                  </a:lnTo>
                  <a:lnTo>
                    <a:pt x="6884092" y="1473806"/>
                  </a:lnTo>
                  <a:lnTo>
                    <a:pt x="6990985" y="1468108"/>
                  </a:lnTo>
                  <a:lnTo>
                    <a:pt x="7103345" y="1461358"/>
                  </a:lnTo>
                  <a:lnTo>
                    <a:pt x="7217371" y="1453575"/>
                  </a:lnTo>
                  <a:lnTo>
                    <a:pt x="7329839" y="1444779"/>
                  </a:lnTo>
                  <a:lnTo>
                    <a:pt x="7438290" y="1434977"/>
                  </a:lnTo>
                  <a:lnTo>
                    <a:pt x="7541063" y="1424149"/>
                  </a:lnTo>
                  <a:lnTo>
                    <a:pt x="7637212" y="1412249"/>
                  </a:lnTo>
                  <a:lnTo>
                    <a:pt x="7726375" y="1399197"/>
                  </a:lnTo>
                  <a:lnTo>
                    <a:pt x="7808636" y="1384879"/>
                  </a:lnTo>
                  <a:lnTo>
                    <a:pt x="7884385" y="1369153"/>
                  </a:lnTo>
                  <a:lnTo>
                    <a:pt x="7954213" y="1351846"/>
                  </a:lnTo>
                  <a:lnTo>
                    <a:pt x="8018830" y="1332769"/>
                  </a:lnTo>
                  <a:lnTo>
                    <a:pt x="8078996" y="1311720"/>
                  </a:lnTo>
                  <a:lnTo>
                    <a:pt x="8135476" y="1288510"/>
                  </a:lnTo>
                  <a:lnTo>
                    <a:pt x="8189002" y="1262991"/>
                  </a:lnTo>
                  <a:lnTo>
                    <a:pt x="8229629" y="1241156"/>
                  </a:lnTo>
                  <a:lnTo>
                    <a:pt x="8283121" y="1209071"/>
                  </a:lnTo>
                  <a:lnTo>
                    <a:pt x="8335091" y="1174187"/>
                  </a:lnTo>
                  <a:lnTo>
                    <a:pt x="8386032" y="1136452"/>
                  </a:lnTo>
                  <a:lnTo>
                    <a:pt x="8436323" y="1095882"/>
                  </a:lnTo>
                  <a:lnTo>
                    <a:pt x="8486248" y="1052567"/>
                  </a:lnTo>
                  <a:lnTo>
                    <a:pt x="8536013" y="1006677"/>
                  </a:lnTo>
                  <a:lnTo>
                    <a:pt x="8585755" y="958469"/>
                  </a:lnTo>
                  <a:lnTo>
                    <a:pt x="8635555" y="908279"/>
                  </a:lnTo>
                  <a:lnTo>
                    <a:pt x="8685442" y="856519"/>
                  </a:lnTo>
                  <a:lnTo>
                    <a:pt x="8735410" y="803662"/>
                  </a:lnTo>
                  <a:lnTo>
                    <a:pt x="8785427" y="750227"/>
                  </a:lnTo>
                  <a:lnTo>
                    <a:pt x="8835447" y="696757"/>
                  </a:lnTo>
                  <a:lnTo>
                    <a:pt x="8885424" y="643796"/>
                  </a:lnTo>
                  <a:lnTo>
                    <a:pt x="8935322" y="591867"/>
                  </a:lnTo>
                  <a:lnTo>
                    <a:pt x="8985132" y="541451"/>
                  </a:lnTo>
                  <a:lnTo>
                    <a:pt x="9034878" y="492968"/>
                  </a:lnTo>
                  <a:lnTo>
                    <a:pt x="9084634" y="446765"/>
                  </a:lnTo>
                  <a:lnTo>
                    <a:pt x="9134529" y="403108"/>
                  </a:lnTo>
                  <a:lnTo>
                    <a:pt x="9184758" y="362178"/>
                  </a:lnTo>
                  <a:lnTo>
                    <a:pt x="9235596" y="324077"/>
                  </a:lnTo>
                  <a:lnTo>
                    <a:pt x="9287410" y="288829"/>
                  </a:lnTo>
                  <a:lnTo>
                    <a:pt x="9340674" y="256389"/>
                  </a:lnTo>
                  <a:lnTo>
                    <a:pt x="9347647" y="252423"/>
                  </a:lnTo>
                  <a:lnTo>
                    <a:pt x="9399309" y="225031"/>
                  </a:lnTo>
                  <a:lnTo>
                    <a:pt x="9453398" y="200006"/>
                  </a:lnTo>
                  <a:lnTo>
                    <a:pt x="9510590" y="177264"/>
                  </a:lnTo>
                  <a:lnTo>
                    <a:pt x="9571627" y="156646"/>
                  </a:lnTo>
                  <a:lnTo>
                    <a:pt x="9637276" y="137957"/>
                  </a:lnTo>
                  <a:lnTo>
                    <a:pt x="9708293" y="120998"/>
                  </a:lnTo>
                  <a:lnTo>
                    <a:pt x="9785366" y="105581"/>
                  </a:lnTo>
                  <a:lnTo>
                    <a:pt x="9869053" y="91540"/>
                  </a:lnTo>
                  <a:lnTo>
                    <a:pt x="9959690" y="78738"/>
                  </a:lnTo>
                  <a:lnTo>
                    <a:pt x="10057277" y="67069"/>
                  </a:lnTo>
                  <a:lnTo>
                    <a:pt x="10161344" y="56460"/>
                  </a:lnTo>
                  <a:lnTo>
                    <a:pt x="10270803" y="46869"/>
                  </a:lnTo>
                  <a:lnTo>
                    <a:pt x="10383829" y="38285"/>
                  </a:lnTo>
                  <a:lnTo>
                    <a:pt x="10497796" y="30717"/>
                  </a:lnTo>
                  <a:lnTo>
                    <a:pt x="10609337" y="24186"/>
                  </a:lnTo>
                  <a:lnTo>
                    <a:pt x="10714570" y="18712"/>
                  </a:lnTo>
                  <a:lnTo>
                    <a:pt x="10809498" y="14292"/>
                  </a:lnTo>
                  <a:lnTo>
                    <a:pt x="10890559" y="10895"/>
                  </a:lnTo>
                  <a:lnTo>
                    <a:pt x="10955204" y="8443"/>
                  </a:lnTo>
                  <a:lnTo>
                    <a:pt x="11002369" y="6817"/>
                  </a:lnTo>
                  <a:lnTo>
                    <a:pt x="11032735" y="5862"/>
                  </a:lnTo>
                  <a:lnTo>
                    <a:pt x="11048727" y="5402"/>
                  </a:lnTo>
                  <a:lnTo>
                    <a:pt x="11054333" y="525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2" y="27"/>
                  </a:lnTo>
                  <a:lnTo>
                    <a:pt x="11046384" y="226"/>
                  </a:lnTo>
                  <a:lnTo>
                    <a:pt x="11027654" y="775"/>
                  </a:lnTo>
                  <a:lnTo>
                    <a:pt x="10993903" y="1856"/>
                  </a:lnTo>
                  <a:lnTo>
                    <a:pt x="10943062" y="3644"/>
                  </a:lnTo>
                  <a:lnTo>
                    <a:pt x="10874825" y="6286"/>
                  </a:lnTo>
                  <a:lnTo>
                    <a:pt x="10790597" y="9894"/>
                  </a:lnTo>
                  <a:lnTo>
                    <a:pt x="10693185" y="14533"/>
                  </a:lnTo>
                  <a:lnTo>
                    <a:pt x="10586292" y="20231"/>
                  </a:lnTo>
                  <a:lnTo>
                    <a:pt x="10473931" y="26981"/>
                  </a:lnTo>
                  <a:lnTo>
                    <a:pt x="10359905" y="34764"/>
                  </a:lnTo>
                  <a:lnTo>
                    <a:pt x="10247438" y="43560"/>
                  </a:lnTo>
                  <a:lnTo>
                    <a:pt x="10138986" y="53362"/>
                  </a:lnTo>
                  <a:lnTo>
                    <a:pt x="10036213" y="64190"/>
                  </a:lnTo>
                  <a:lnTo>
                    <a:pt x="9940065" y="76090"/>
                  </a:lnTo>
                  <a:lnTo>
                    <a:pt x="9850901" y="89142"/>
                  </a:lnTo>
                  <a:lnTo>
                    <a:pt x="9768641" y="103460"/>
                  </a:lnTo>
                  <a:lnTo>
                    <a:pt x="9692892" y="119186"/>
                  </a:lnTo>
                  <a:lnTo>
                    <a:pt x="9623063" y="136493"/>
                  </a:lnTo>
                  <a:lnTo>
                    <a:pt x="9558446" y="155570"/>
                  </a:lnTo>
                  <a:lnTo>
                    <a:pt x="9498281" y="176619"/>
                  </a:lnTo>
                  <a:lnTo>
                    <a:pt x="9441800" y="199829"/>
                  </a:lnTo>
                  <a:lnTo>
                    <a:pt x="9388274" y="225348"/>
                  </a:lnTo>
                  <a:lnTo>
                    <a:pt x="9347647" y="247183"/>
                  </a:lnTo>
                  <a:lnTo>
                    <a:pt x="9294155" y="279268"/>
                  </a:lnTo>
                  <a:lnTo>
                    <a:pt x="9242185" y="314152"/>
                  </a:lnTo>
                  <a:lnTo>
                    <a:pt x="9191244" y="351887"/>
                  </a:lnTo>
                  <a:lnTo>
                    <a:pt x="9140954" y="392457"/>
                  </a:lnTo>
                  <a:lnTo>
                    <a:pt x="9091029" y="435772"/>
                  </a:lnTo>
                  <a:lnTo>
                    <a:pt x="9041264" y="481662"/>
                  </a:lnTo>
                  <a:lnTo>
                    <a:pt x="8991521" y="529870"/>
                  </a:lnTo>
                  <a:lnTo>
                    <a:pt x="8941722" y="580060"/>
                  </a:lnTo>
                  <a:lnTo>
                    <a:pt x="8891835" y="631820"/>
                  </a:lnTo>
                  <a:lnTo>
                    <a:pt x="8841867" y="684677"/>
                  </a:lnTo>
                  <a:lnTo>
                    <a:pt x="8791850" y="738112"/>
                  </a:lnTo>
                  <a:lnTo>
                    <a:pt x="8741829" y="791582"/>
                  </a:lnTo>
                  <a:lnTo>
                    <a:pt x="8691853" y="844543"/>
                  </a:lnTo>
                  <a:lnTo>
                    <a:pt x="8641954" y="896472"/>
                  </a:lnTo>
                  <a:lnTo>
                    <a:pt x="8592145" y="946888"/>
                  </a:lnTo>
                  <a:lnTo>
                    <a:pt x="8542398" y="995371"/>
                  </a:lnTo>
                  <a:lnTo>
                    <a:pt x="8492642" y="1041574"/>
                  </a:lnTo>
                  <a:lnTo>
                    <a:pt x="8442748" y="1085231"/>
                  </a:lnTo>
                  <a:lnTo>
                    <a:pt x="8392518" y="1126161"/>
                  </a:lnTo>
                  <a:lnTo>
                    <a:pt x="8341680" y="1164262"/>
                  </a:lnTo>
                  <a:lnTo>
                    <a:pt x="8289867" y="1199510"/>
                  </a:lnTo>
                  <a:lnTo>
                    <a:pt x="8236602" y="1231950"/>
                  </a:lnTo>
                  <a:lnTo>
                    <a:pt x="8229629" y="1235916"/>
                  </a:lnTo>
                  <a:lnTo>
                    <a:pt x="8177968" y="1263308"/>
                  </a:lnTo>
                  <a:lnTo>
                    <a:pt x="8123879" y="1288333"/>
                  </a:lnTo>
                  <a:lnTo>
                    <a:pt x="8066687" y="1311075"/>
                  </a:lnTo>
                  <a:lnTo>
                    <a:pt x="8005650" y="1331693"/>
                  </a:lnTo>
                  <a:lnTo>
                    <a:pt x="7940000" y="1350382"/>
                  </a:lnTo>
                  <a:lnTo>
                    <a:pt x="7868983" y="1367341"/>
                  </a:lnTo>
                  <a:lnTo>
                    <a:pt x="7791910" y="1382759"/>
                  </a:lnTo>
                  <a:lnTo>
                    <a:pt x="7708223" y="1396799"/>
                  </a:lnTo>
                  <a:lnTo>
                    <a:pt x="7617587" y="1409601"/>
                  </a:lnTo>
                  <a:lnTo>
                    <a:pt x="7519999" y="1421270"/>
                  </a:lnTo>
                  <a:lnTo>
                    <a:pt x="7415932" y="1431879"/>
                  </a:lnTo>
                  <a:lnTo>
                    <a:pt x="7306473" y="1441470"/>
                  </a:lnTo>
                  <a:lnTo>
                    <a:pt x="7193447" y="1450054"/>
                  </a:lnTo>
                  <a:lnTo>
                    <a:pt x="7079481" y="1457622"/>
                  </a:lnTo>
                  <a:lnTo>
                    <a:pt x="6967939" y="1464153"/>
                  </a:lnTo>
                  <a:lnTo>
                    <a:pt x="6862707" y="1469627"/>
                  </a:lnTo>
                  <a:lnTo>
                    <a:pt x="6767779" y="1474047"/>
                  </a:lnTo>
                  <a:lnTo>
                    <a:pt x="6686717" y="1477444"/>
                  </a:lnTo>
                  <a:lnTo>
                    <a:pt x="6622073" y="1479896"/>
                  </a:lnTo>
                  <a:lnTo>
                    <a:pt x="6574908" y="1481522"/>
                  </a:lnTo>
                  <a:lnTo>
                    <a:pt x="6544542" y="1482477"/>
                  </a:lnTo>
                  <a:lnTo>
                    <a:pt x="6528550" y="1482937"/>
                  </a:lnTo>
                  <a:lnTo>
                    <a:pt x="6522943" y="1483085"/>
                  </a:lnTo>
                  <a:lnTo>
                    <a:pt x="6522385" y="1483099"/>
                  </a:lnTo>
                  <a:lnTo>
                    <a:pt x="5527445" y="1483099"/>
                  </a:lnTo>
                  <a:lnTo>
                    <a:pt x="5526310" y="1483092"/>
                  </a:lnTo>
                  <a:lnTo>
                    <a:pt x="5518818" y="1483040"/>
                  </a:lnTo>
                  <a:lnTo>
                    <a:pt x="5499831" y="1482899"/>
                  </a:lnTo>
                  <a:lnTo>
                    <a:pt x="5465636" y="1482620"/>
                  </a:lnTo>
                  <a:lnTo>
                    <a:pt x="5414162" y="1482158"/>
                  </a:lnTo>
                  <a:lnTo>
                    <a:pt x="5345139" y="1481476"/>
                  </a:lnTo>
                  <a:lnTo>
                    <a:pt x="5260035" y="1480546"/>
                  </a:lnTo>
                  <a:lnTo>
                    <a:pt x="5161735" y="1479350"/>
                  </a:lnTo>
                  <a:lnTo>
                    <a:pt x="5054017" y="1477882"/>
                  </a:lnTo>
                  <a:lnTo>
                    <a:pt x="4940954" y="1476144"/>
                  </a:lnTo>
                  <a:lnTo>
                    <a:pt x="4826383" y="1474141"/>
                  </a:lnTo>
                  <a:lnTo>
                    <a:pt x="4713538" y="1471878"/>
                  </a:lnTo>
                  <a:lnTo>
                    <a:pt x="4604867" y="1469356"/>
                  </a:lnTo>
                  <a:lnTo>
                    <a:pt x="4502010" y="1466571"/>
                  </a:lnTo>
                  <a:lnTo>
                    <a:pt x="4405883" y="1463508"/>
                  </a:lnTo>
                  <a:lnTo>
                    <a:pt x="4316816" y="1460148"/>
                  </a:lnTo>
                  <a:lnTo>
                    <a:pt x="4234698" y="1456461"/>
                  </a:lnTo>
                  <a:lnTo>
                    <a:pt x="4159112" y="1452407"/>
                  </a:lnTo>
                  <a:lnTo>
                    <a:pt x="4089444" y="1447944"/>
                  </a:lnTo>
                  <a:lnTo>
                    <a:pt x="4024970" y="1443021"/>
                  </a:lnTo>
                  <a:lnTo>
                    <a:pt x="3964915" y="1437587"/>
                  </a:lnTo>
                  <a:lnTo>
                    <a:pt x="3908504" y="1431593"/>
                  </a:lnTo>
                  <a:lnTo>
                    <a:pt x="3855000" y="1425003"/>
                  </a:lnTo>
                  <a:lnTo>
                    <a:pt x="3820202" y="1420211"/>
                  </a:lnTo>
                  <a:lnTo>
                    <a:pt x="3759291" y="1410839"/>
                  </a:lnTo>
                  <a:lnTo>
                    <a:pt x="3700265" y="1400535"/>
                  </a:lnTo>
                  <a:lnTo>
                    <a:pt x="3642431" y="1389287"/>
                  </a:lnTo>
                  <a:lnTo>
                    <a:pt x="3585276" y="1377109"/>
                  </a:lnTo>
                  <a:lnTo>
                    <a:pt x="3528436" y="1364051"/>
                  </a:lnTo>
                  <a:lnTo>
                    <a:pt x="3471671" y="1350198"/>
                  </a:lnTo>
                  <a:lnTo>
                    <a:pt x="3414846" y="1335670"/>
                  </a:lnTo>
                  <a:lnTo>
                    <a:pt x="3357908" y="1320621"/>
                  </a:lnTo>
                  <a:lnTo>
                    <a:pt x="3300868" y="1305230"/>
                  </a:lnTo>
                  <a:lnTo>
                    <a:pt x="3243781" y="1289696"/>
                  </a:lnTo>
                  <a:lnTo>
                    <a:pt x="3186715" y="1274225"/>
                  </a:lnTo>
                  <a:lnTo>
                    <a:pt x="3129733" y="1259019"/>
                  </a:lnTo>
                  <a:lnTo>
                    <a:pt x="3072866" y="1244268"/>
                  </a:lnTo>
                  <a:lnTo>
                    <a:pt x="3016089" y="1230135"/>
                  </a:lnTo>
                  <a:lnTo>
                    <a:pt x="2959301" y="1216755"/>
                  </a:lnTo>
                  <a:lnTo>
                    <a:pt x="2902305" y="1204226"/>
                  </a:lnTo>
                  <a:lnTo>
                    <a:pt x="2844787" y="1192612"/>
                  </a:lnTo>
                  <a:lnTo>
                    <a:pt x="2786298" y="1181940"/>
                  </a:lnTo>
                  <a:lnTo>
                    <a:pt x="2726219" y="1172208"/>
                  </a:lnTo>
                  <a:lnTo>
                    <a:pt x="2702183" y="1168661"/>
                  </a:lnTo>
                  <a:lnTo>
                    <a:pt x="2650266" y="1161659"/>
                  </a:lnTo>
                  <a:lnTo>
                    <a:pt x="2595893" y="1155266"/>
                  </a:lnTo>
                  <a:lnTo>
                    <a:pt x="2538381" y="1149459"/>
                  </a:lnTo>
                  <a:lnTo>
                    <a:pt x="2476975" y="1144197"/>
                  </a:lnTo>
                  <a:lnTo>
                    <a:pt x="2410896" y="1139429"/>
                  </a:lnTo>
                  <a:lnTo>
                    <a:pt x="2339379" y="1135104"/>
                  </a:lnTo>
                  <a:lnTo>
                    <a:pt x="2261729" y="1131175"/>
                  </a:lnTo>
                  <a:lnTo>
                    <a:pt x="2177385" y="1127597"/>
                  </a:lnTo>
                  <a:lnTo>
                    <a:pt x="2086017" y="1124337"/>
                  </a:lnTo>
                  <a:lnTo>
                    <a:pt x="1987640" y="1121366"/>
                  </a:lnTo>
                  <a:lnTo>
                    <a:pt x="1882759" y="1118667"/>
                  </a:lnTo>
                  <a:lnTo>
                    <a:pt x="1772513" y="1116230"/>
                  </a:lnTo>
                  <a:lnTo>
                    <a:pt x="1658798" y="1114051"/>
                  </a:lnTo>
                  <a:lnTo>
                    <a:pt x="1544328" y="1112134"/>
                  </a:lnTo>
                  <a:lnTo>
                    <a:pt x="1432561" y="1110483"/>
                  </a:lnTo>
                  <a:lnTo>
                    <a:pt x="1327461" y="1109104"/>
                  </a:lnTo>
                  <a:lnTo>
                    <a:pt x="1233068" y="1107995"/>
                  </a:lnTo>
                  <a:lnTo>
                    <a:pt x="1152935" y="1107148"/>
                  </a:lnTo>
                  <a:lnTo>
                    <a:pt x="1089537" y="1106542"/>
                  </a:lnTo>
                  <a:lnTo>
                    <a:pt x="1043800" y="1106144"/>
                  </a:lnTo>
                  <a:lnTo>
                    <a:pt x="1014861" y="1105915"/>
                  </a:lnTo>
                  <a:lnTo>
                    <a:pt x="1000092" y="1105807"/>
                  </a:lnTo>
                  <a:lnTo>
                    <a:pt x="995295" y="1105775"/>
                  </a:lnTo>
                  <a:lnTo>
                    <a:pt x="994940" y="1105773"/>
                  </a:lnTo>
                  <a:lnTo>
                    <a:pt x="0" y="1105773"/>
                  </a:lnTo>
                  <a:close/>
                </a:path>
              </a:pathLst>
            </a:custGeom>
            <a:solidFill>
              <a:srgbClr val="7E57C2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78" name="pl1977"/>
            <p:cNvSpPr/>
            <p:nvPr/>
          </p:nvSpPr>
          <p:spPr>
            <a:xfrm>
              <a:off x="1199187" y="5098972"/>
              <a:ext cx="12049831" cy="1483099"/>
            </a:xfrm>
            <a:custGeom>
              <a:avLst/>
              <a:pathLst>
                <a:path w="12049831" h="1483099">
                  <a:moveTo>
                    <a:pt x="0" y="1105773"/>
                  </a:moveTo>
                  <a:lnTo>
                    <a:pt x="994940" y="1105773"/>
                  </a:lnTo>
                  <a:lnTo>
                    <a:pt x="996075" y="1105780"/>
                  </a:lnTo>
                  <a:lnTo>
                    <a:pt x="1003567" y="1105832"/>
                  </a:lnTo>
                  <a:lnTo>
                    <a:pt x="1022554" y="1105973"/>
                  </a:lnTo>
                  <a:lnTo>
                    <a:pt x="1056749" y="1106253"/>
                  </a:lnTo>
                  <a:lnTo>
                    <a:pt x="1108223" y="1106714"/>
                  </a:lnTo>
                  <a:lnTo>
                    <a:pt x="1177246" y="1107396"/>
                  </a:lnTo>
                  <a:lnTo>
                    <a:pt x="1262350" y="1108326"/>
                  </a:lnTo>
                  <a:lnTo>
                    <a:pt x="1360650" y="1109522"/>
                  </a:lnTo>
                  <a:lnTo>
                    <a:pt x="1468368" y="1110990"/>
                  </a:lnTo>
                  <a:lnTo>
                    <a:pt x="1581431" y="1112728"/>
                  </a:lnTo>
                  <a:lnTo>
                    <a:pt x="1696002" y="1114731"/>
                  </a:lnTo>
                  <a:lnTo>
                    <a:pt x="1808847" y="1116994"/>
                  </a:lnTo>
                  <a:lnTo>
                    <a:pt x="1917518" y="1119516"/>
                  </a:lnTo>
                  <a:lnTo>
                    <a:pt x="2020375" y="1122302"/>
                  </a:lnTo>
                  <a:lnTo>
                    <a:pt x="2116502" y="1125364"/>
                  </a:lnTo>
                  <a:lnTo>
                    <a:pt x="2205569" y="1128724"/>
                  </a:lnTo>
                  <a:lnTo>
                    <a:pt x="2287687" y="1132412"/>
                  </a:lnTo>
                  <a:lnTo>
                    <a:pt x="2363273" y="1136465"/>
                  </a:lnTo>
                  <a:lnTo>
                    <a:pt x="2432941" y="1140928"/>
                  </a:lnTo>
                  <a:lnTo>
                    <a:pt x="2497415" y="1145851"/>
                  </a:lnTo>
                  <a:lnTo>
                    <a:pt x="2557470" y="1151285"/>
                  </a:lnTo>
                  <a:lnTo>
                    <a:pt x="2613881" y="1157279"/>
                  </a:lnTo>
                  <a:lnTo>
                    <a:pt x="2667385" y="1163869"/>
                  </a:lnTo>
                  <a:lnTo>
                    <a:pt x="2702183" y="1168661"/>
                  </a:lnTo>
                  <a:lnTo>
                    <a:pt x="2763094" y="1178034"/>
                  </a:lnTo>
                  <a:lnTo>
                    <a:pt x="2822120" y="1188337"/>
                  </a:lnTo>
                  <a:lnTo>
                    <a:pt x="2879954" y="1199585"/>
                  </a:lnTo>
                  <a:lnTo>
                    <a:pt x="2937109" y="1211763"/>
                  </a:lnTo>
                  <a:lnTo>
                    <a:pt x="2993949" y="1224821"/>
                  </a:lnTo>
                  <a:lnTo>
                    <a:pt x="3050714" y="1238674"/>
                  </a:lnTo>
                  <a:lnTo>
                    <a:pt x="3107539" y="1253202"/>
                  </a:lnTo>
                  <a:lnTo>
                    <a:pt x="3164477" y="1268252"/>
                  </a:lnTo>
                  <a:lnTo>
                    <a:pt x="3221517" y="1283642"/>
                  </a:lnTo>
                  <a:lnTo>
                    <a:pt x="3278604" y="1299177"/>
                  </a:lnTo>
                  <a:lnTo>
                    <a:pt x="3335670" y="1314648"/>
                  </a:lnTo>
                  <a:lnTo>
                    <a:pt x="3392652" y="1329853"/>
                  </a:lnTo>
                  <a:lnTo>
                    <a:pt x="3449519" y="1344604"/>
                  </a:lnTo>
                  <a:lnTo>
                    <a:pt x="3506296" y="1358737"/>
                  </a:lnTo>
                  <a:lnTo>
                    <a:pt x="3563084" y="1372117"/>
                  </a:lnTo>
                  <a:lnTo>
                    <a:pt x="3620080" y="1384646"/>
                  </a:lnTo>
                  <a:lnTo>
                    <a:pt x="3677598" y="1396260"/>
                  </a:lnTo>
                  <a:lnTo>
                    <a:pt x="3736087" y="1406932"/>
                  </a:lnTo>
                  <a:lnTo>
                    <a:pt x="3796166" y="1416664"/>
                  </a:lnTo>
                  <a:lnTo>
                    <a:pt x="3820202" y="1420211"/>
                  </a:lnTo>
                  <a:lnTo>
                    <a:pt x="3872119" y="1427213"/>
                  </a:lnTo>
                  <a:lnTo>
                    <a:pt x="3926492" y="1433606"/>
                  </a:lnTo>
                  <a:lnTo>
                    <a:pt x="3984004" y="1439413"/>
                  </a:lnTo>
                  <a:lnTo>
                    <a:pt x="4045410" y="1444676"/>
                  </a:lnTo>
                  <a:lnTo>
                    <a:pt x="4111489" y="1449443"/>
                  </a:lnTo>
                  <a:lnTo>
                    <a:pt x="4183006" y="1453768"/>
                  </a:lnTo>
                  <a:lnTo>
                    <a:pt x="4260656" y="1457698"/>
                  </a:lnTo>
                  <a:lnTo>
                    <a:pt x="4345000" y="1461275"/>
                  </a:lnTo>
                  <a:lnTo>
                    <a:pt x="4436368" y="1464536"/>
                  </a:lnTo>
                  <a:lnTo>
                    <a:pt x="4534745" y="1467506"/>
                  </a:lnTo>
                  <a:lnTo>
                    <a:pt x="4639626" y="1470205"/>
                  </a:lnTo>
                  <a:lnTo>
                    <a:pt x="4749872" y="1472642"/>
                  </a:lnTo>
                  <a:lnTo>
                    <a:pt x="4863587" y="1474821"/>
                  </a:lnTo>
                  <a:lnTo>
                    <a:pt x="4978057" y="1476739"/>
                  </a:lnTo>
                  <a:lnTo>
                    <a:pt x="5089824" y="1478389"/>
                  </a:lnTo>
                  <a:lnTo>
                    <a:pt x="5194924" y="1479769"/>
                  </a:lnTo>
                  <a:lnTo>
                    <a:pt x="5289317" y="1480877"/>
                  </a:lnTo>
                  <a:lnTo>
                    <a:pt x="5369450" y="1481724"/>
                  </a:lnTo>
                  <a:lnTo>
                    <a:pt x="5432848" y="1482331"/>
                  </a:lnTo>
                  <a:lnTo>
                    <a:pt x="5478585" y="1482728"/>
                  </a:lnTo>
                  <a:lnTo>
                    <a:pt x="5507524" y="1482958"/>
                  </a:lnTo>
                  <a:lnTo>
                    <a:pt x="5522293" y="1483065"/>
                  </a:lnTo>
                  <a:lnTo>
                    <a:pt x="5527090" y="1483097"/>
                  </a:lnTo>
                  <a:lnTo>
                    <a:pt x="5527445" y="1483099"/>
                  </a:lnTo>
                  <a:lnTo>
                    <a:pt x="6522385" y="1483099"/>
                  </a:lnTo>
                  <a:lnTo>
                    <a:pt x="6523505" y="1483071"/>
                  </a:lnTo>
                  <a:lnTo>
                    <a:pt x="6530893" y="1482872"/>
                  </a:lnTo>
                  <a:lnTo>
                    <a:pt x="6549623" y="1482324"/>
                  </a:lnTo>
                  <a:lnTo>
                    <a:pt x="6583373" y="1481242"/>
                  </a:lnTo>
                  <a:lnTo>
                    <a:pt x="6634214" y="1479454"/>
                  </a:lnTo>
                  <a:lnTo>
                    <a:pt x="6702451" y="1476812"/>
                  </a:lnTo>
                  <a:lnTo>
                    <a:pt x="6786680" y="1473205"/>
                  </a:lnTo>
                  <a:lnTo>
                    <a:pt x="6884092" y="1468565"/>
                  </a:lnTo>
                  <a:lnTo>
                    <a:pt x="6990985" y="1462868"/>
                  </a:lnTo>
                  <a:lnTo>
                    <a:pt x="7103345" y="1456118"/>
                  </a:lnTo>
                  <a:lnTo>
                    <a:pt x="7217371" y="1448335"/>
                  </a:lnTo>
                  <a:lnTo>
                    <a:pt x="7329839" y="1439539"/>
                  </a:lnTo>
                  <a:lnTo>
                    <a:pt x="7438290" y="1429736"/>
                  </a:lnTo>
                  <a:lnTo>
                    <a:pt x="7541063" y="1418909"/>
                  </a:lnTo>
                  <a:lnTo>
                    <a:pt x="7637212" y="1407009"/>
                  </a:lnTo>
                  <a:lnTo>
                    <a:pt x="7726375" y="1393956"/>
                  </a:lnTo>
                  <a:lnTo>
                    <a:pt x="7808636" y="1379639"/>
                  </a:lnTo>
                  <a:lnTo>
                    <a:pt x="7884385" y="1363912"/>
                  </a:lnTo>
                  <a:lnTo>
                    <a:pt x="7954213" y="1346606"/>
                  </a:lnTo>
                  <a:lnTo>
                    <a:pt x="8018830" y="1327528"/>
                  </a:lnTo>
                  <a:lnTo>
                    <a:pt x="8078996" y="1306479"/>
                  </a:lnTo>
                  <a:lnTo>
                    <a:pt x="8135476" y="1283270"/>
                  </a:lnTo>
                  <a:lnTo>
                    <a:pt x="8189002" y="1257751"/>
                  </a:lnTo>
                  <a:lnTo>
                    <a:pt x="8229629" y="1235916"/>
                  </a:lnTo>
                  <a:lnTo>
                    <a:pt x="8283121" y="1203830"/>
                  </a:lnTo>
                  <a:lnTo>
                    <a:pt x="8335091" y="1168946"/>
                  </a:lnTo>
                  <a:lnTo>
                    <a:pt x="8386032" y="1131212"/>
                  </a:lnTo>
                  <a:lnTo>
                    <a:pt x="8436323" y="1090642"/>
                  </a:lnTo>
                  <a:lnTo>
                    <a:pt x="8486248" y="1047326"/>
                  </a:lnTo>
                  <a:lnTo>
                    <a:pt x="8536013" y="1001437"/>
                  </a:lnTo>
                  <a:lnTo>
                    <a:pt x="8585755" y="953228"/>
                  </a:lnTo>
                  <a:lnTo>
                    <a:pt x="8635555" y="903039"/>
                  </a:lnTo>
                  <a:lnTo>
                    <a:pt x="8685442" y="851278"/>
                  </a:lnTo>
                  <a:lnTo>
                    <a:pt x="8735410" y="798421"/>
                  </a:lnTo>
                  <a:lnTo>
                    <a:pt x="8785427" y="744986"/>
                  </a:lnTo>
                  <a:lnTo>
                    <a:pt x="8835447" y="691516"/>
                  </a:lnTo>
                  <a:lnTo>
                    <a:pt x="8885424" y="638555"/>
                  </a:lnTo>
                  <a:lnTo>
                    <a:pt x="8935322" y="586627"/>
                  </a:lnTo>
                  <a:lnTo>
                    <a:pt x="8985132" y="536211"/>
                  </a:lnTo>
                  <a:lnTo>
                    <a:pt x="9034878" y="487728"/>
                  </a:lnTo>
                  <a:lnTo>
                    <a:pt x="9084634" y="441525"/>
                  </a:lnTo>
                  <a:lnTo>
                    <a:pt x="9134529" y="397867"/>
                  </a:lnTo>
                  <a:lnTo>
                    <a:pt x="9184758" y="356938"/>
                  </a:lnTo>
                  <a:lnTo>
                    <a:pt x="9235596" y="318837"/>
                  </a:lnTo>
                  <a:lnTo>
                    <a:pt x="9287410" y="283589"/>
                  </a:lnTo>
                  <a:lnTo>
                    <a:pt x="9340674" y="251149"/>
                  </a:lnTo>
                  <a:lnTo>
                    <a:pt x="9347647" y="247183"/>
                  </a:lnTo>
                  <a:lnTo>
                    <a:pt x="9399309" y="219790"/>
                  </a:lnTo>
                  <a:lnTo>
                    <a:pt x="9453398" y="194765"/>
                  </a:lnTo>
                  <a:lnTo>
                    <a:pt x="9510590" y="172024"/>
                  </a:lnTo>
                  <a:lnTo>
                    <a:pt x="9571627" y="151405"/>
                  </a:lnTo>
                  <a:lnTo>
                    <a:pt x="9637276" y="132716"/>
                  </a:lnTo>
                  <a:lnTo>
                    <a:pt x="9708293" y="115757"/>
                  </a:lnTo>
                  <a:lnTo>
                    <a:pt x="9785366" y="100340"/>
                  </a:lnTo>
                  <a:lnTo>
                    <a:pt x="9869053" y="86299"/>
                  </a:lnTo>
                  <a:lnTo>
                    <a:pt x="9959690" y="73497"/>
                  </a:lnTo>
                  <a:lnTo>
                    <a:pt x="10057277" y="61828"/>
                  </a:lnTo>
                  <a:lnTo>
                    <a:pt x="10161344" y="51219"/>
                  </a:lnTo>
                  <a:lnTo>
                    <a:pt x="10270803" y="41628"/>
                  </a:lnTo>
                  <a:lnTo>
                    <a:pt x="10383829" y="33044"/>
                  </a:lnTo>
                  <a:lnTo>
                    <a:pt x="10497796" y="25476"/>
                  </a:lnTo>
                  <a:lnTo>
                    <a:pt x="10609337" y="18946"/>
                  </a:lnTo>
                  <a:lnTo>
                    <a:pt x="10714570" y="13471"/>
                  </a:lnTo>
                  <a:lnTo>
                    <a:pt x="10809498" y="9052"/>
                  </a:lnTo>
                  <a:lnTo>
                    <a:pt x="10890559" y="5654"/>
                  </a:lnTo>
                  <a:lnTo>
                    <a:pt x="10955204" y="3202"/>
                  </a:lnTo>
                  <a:lnTo>
                    <a:pt x="11002369" y="1576"/>
                  </a:lnTo>
                  <a:lnTo>
                    <a:pt x="11032735" y="621"/>
                  </a:lnTo>
                  <a:lnTo>
                    <a:pt x="11048727" y="161"/>
                  </a:lnTo>
                  <a:lnTo>
                    <a:pt x="11054333" y="13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9" name="pl1978"/>
            <p:cNvSpPr/>
            <p:nvPr/>
          </p:nvSpPr>
          <p:spPr>
            <a:xfrm>
              <a:off x="1199187" y="5093731"/>
              <a:ext cx="12049831" cy="1483099"/>
            </a:xfrm>
            <a:custGeom>
              <a:avLst/>
              <a:pathLst>
                <a:path w="12049831" h="1483099">
                  <a:moveTo>
                    <a:pt x="12049831" y="0"/>
                  </a:moveTo>
                  <a:lnTo>
                    <a:pt x="11054891" y="0"/>
                  </a:lnTo>
                  <a:lnTo>
                    <a:pt x="11053772" y="27"/>
                  </a:lnTo>
                  <a:lnTo>
                    <a:pt x="11046384" y="226"/>
                  </a:lnTo>
                  <a:lnTo>
                    <a:pt x="11027654" y="775"/>
                  </a:lnTo>
                  <a:lnTo>
                    <a:pt x="10993903" y="1856"/>
                  </a:lnTo>
                  <a:lnTo>
                    <a:pt x="10943062" y="3644"/>
                  </a:lnTo>
                  <a:lnTo>
                    <a:pt x="10874825" y="6286"/>
                  </a:lnTo>
                  <a:lnTo>
                    <a:pt x="10790597" y="9894"/>
                  </a:lnTo>
                  <a:lnTo>
                    <a:pt x="10693185" y="14533"/>
                  </a:lnTo>
                  <a:lnTo>
                    <a:pt x="10586292" y="20231"/>
                  </a:lnTo>
                  <a:lnTo>
                    <a:pt x="10473931" y="26981"/>
                  </a:lnTo>
                  <a:lnTo>
                    <a:pt x="10359905" y="34764"/>
                  </a:lnTo>
                  <a:lnTo>
                    <a:pt x="10247438" y="43560"/>
                  </a:lnTo>
                  <a:lnTo>
                    <a:pt x="10138986" y="53362"/>
                  </a:lnTo>
                  <a:lnTo>
                    <a:pt x="10036213" y="64190"/>
                  </a:lnTo>
                  <a:lnTo>
                    <a:pt x="9940065" y="76090"/>
                  </a:lnTo>
                  <a:lnTo>
                    <a:pt x="9850901" y="89142"/>
                  </a:lnTo>
                  <a:lnTo>
                    <a:pt x="9768641" y="103460"/>
                  </a:lnTo>
                  <a:lnTo>
                    <a:pt x="9692892" y="119186"/>
                  </a:lnTo>
                  <a:lnTo>
                    <a:pt x="9623063" y="136493"/>
                  </a:lnTo>
                  <a:lnTo>
                    <a:pt x="9558446" y="155570"/>
                  </a:lnTo>
                  <a:lnTo>
                    <a:pt x="9498281" y="176619"/>
                  </a:lnTo>
                  <a:lnTo>
                    <a:pt x="9441800" y="199829"/>
                  </a:lnTo>
                  <a:lnTo>
                    <a:pt x="9388274" y="225348"/>
                  </a:lnTo>
                  <a:lnTo>
                    <a:pt x="9347647" y="247183"/>
                  </a:lnTo>
                  <a:lnTo>
                    <a:pt x="9294155" y="279268"/>
                  </a:lnTo>
                  <a:lnTo>
                    <a:pt x="9242185" y="314152"/>
                  </a:lnTo>
                  <a:lnTo>
                    <a:pt x="9191244" y="351887"/>
                  </a:lnTo>
                  <a:lnTo>
                    <a:pt x="9140954" y="392457"/>
                  </a:lnTo>
                  <a:lnTo>
                    <a:pt x="9091029" y="435772"/>
                  </a:lnTo>
                  <a:lnTo>
                    <a:pt x="9041264" y="481662"/>
                  </a:lnTo>
                  <a:lnTo>
                    <a:pt x="8991521" y="529870"/>
                  </a:lnTo>
                  <a:lnTo>
                    <a:pt x="8941722" y="580060"/>
                  </a:lnTo>
                  <a:lnTo>
                    <a:pt x="8891835" y="631820"/>
                  </a:lnTo>
                  <a:lnTo>
                    <a:pt x="8841867" y="684677"/>
                  </a:lnTo>
                  <a:lnTo>
                    <a:pt x="8791850" y="738112"/>
                  </a:lnTo>
                  <a:lnTo>
                    <a:pt x="8741829" y="791582"/>
                  </a:lnTo>
                  <a:lnTo>
                    <a:pt x="8691853" y="844543"/>
                  </a:lnTo>
                  <a:lnTo>
                    <a:pt x="8641954" y="896472"/>
                  </a:lnTo>
                  <a:lnTo>
                    <a:pt x="8592145" y="946888"/>
                  </a:lnTo>
                  <a:lnTo>
                    <a:pt x="8542398" y="995371"/>
                  </a:lnTo>
                  <a:lnTo>
                    <a:pt x="8492642" y="1041574"/>
                  </a:lnTo>
                  <a:lnTo>
                    <a:pt x="8442748" y="1085231"/>
                  </a:lnTo>
                  <a:lnTo>
                    <a:pt x="8392518" y="1126161"/>
                  </a:lnTo>
                  <a:lnTo>
                    <a:pt x="8341680" y="1164262"/>
                  </a:lnTo>
                  <a:lnTo>
                    <a:pt x="8289867" y="1199510"/>
                  </a:lnTo>
                  <a:lnTo>
                    <a:pt x="8236602" y="1231950"/>
                  </a:lnTo>
                  <a:lnTo>
                    <a:pt x="8229629" y="1235916"/>
                  </a:lnTo>
                  <a:lnTo>
                    <a:pt x="8177968" y="1263308"/>
                  </a:lnTo>
                  <a:lnTo>
                    <a:pt x="8123879" y="1288333"/>
                  </a:lnTo>
                  <a:lnTo>
                    <a:pt x="8066687" y="1311075"/>
                  </a:lnTo>
                  <a:lnTo>
                    <a:pt x="8005650" y="1331693"/>
                  </a:lnTo>
                  <a:lnTo>
                    <a:pt x="7940000" y="1350382"/>
                  </a:lnTo>
                  <a:lnTo>
                    <a:pt x="7868983" y="1367341"/>
                  </a:lnTo>
                  <a:lnTo>
                    <a:pt x="7791910" y="1382759"/>
                  </a:lnTo>
                  <a:lnTo>
                    <a:pt x="7708223" y="1396799"/>
                  </a:lnTo>
                  <a:lnTo>
                    <a:pt x="7617587" y="1409601"/>
                  </a:lnTo>
                  <a:lnTo>
                    <a:pt x="7519999" y="1421270"/>
                  </a:lnTo>
                  <a:lnTo>
                    <a:pt x="7415932" y="1431879"/>
                  </a:lnTo>
                  <a:lnTo>
                    <a:pt x="7306473" y="1441470"/>
                  </a:lnTo>
                  <a:lnTo>
                    <a:pt x="7193447" y="1450054"/>
                  </a:lnTo>
                  <a:lnTo>
                    <a:pt x="7079481" y="1457622"/>
                  </a:lnTo>
                  <a:lnTo>
                    <a:pt x="6967939" y="1464153"/>
                  </a:lnTo>
                  <a:lnTo>
                    <a:pt x="6862707" y="1469627"/>
                  </a:lnTo>
                  <a:lnTo>
                    <a:pt x="6767779" y="1474047"/>
                  </a:lnTo>
                  <a:lnTo>
                    <a:pt x="6686717" y="1477444"/>
                  </a:lnTo>
                  <a:lnTo>
                    <a:pt x="6622073" y="1479896"/>
                  </a:lnTo>
                  <a:lnTo>
                    <a:pt x="6574908" y="1481522"/>
                  </a:lnTo>
                  <a:lnTo>
                    <a:pt x="6544542" y="1482477"/>
                  </a:lnTo>
                  <a:lnTo>
                    <a:pt x="6528550" y="1482937"/>
                  </a:lnTo>
                  <a:lnTo>
                    <a:pt x="6522943" y="1483085"/>
                  </a:lnTo>
                  <a:lnTo>
                    <a:pt x="6522385" y="1483099"/>
                  </a:lnTo>
                  <a:lnTo>
                    <a:pt x="5527445" y="1483099"/>
                  </a:lnTo>
                  <a:lnTo>
                    <a:pt x="5526310" y="1483092"/>
                  </a:lnTo>
                  <a:lnTo>
                    <a:pt x="5518818" y="1483040"/>
                  </a:lnTo>
                  <a:lnTo>
                    <a:pt x="5499831" y="1482899"/>
                  </a:lnTo>
                  <a:lnTo>
                    <a:pt x="5465636" y="1482620"/>
                  </a:lnTo>
                  <a:lnTo>
                    <a:pt x="5414162" y="1482158"/>
                  </a:lnTo>
                  <a:lnTo>
                    <a:pt x="5345139" y="1481476"/>
                  </a:lnTo>
                  <a:lnTo>
                    <a:pt x="5260035" y="1480546"/>
                  </a:lnTo>
                  <a:lnTo>
                    <a:pt x="5161735" y="1479350"/>
                  </a:lnTo>
                  <a:lnTo>
                    <a:pt x="5054017" y="1477882"/>
                  </a:lnTo>
                  <a:lnTo>
                    <a:pt x="4940954" y="1476144"/>
                  </a:lnTo>
                  <a:lnTo>
                    <a:pt x="4826383" y="1474141"/>
                  </a:lnTo>
                  <a:lnTo>
                    <a:pt x="4713538" y="1471878"/>
                  </a:lnTo>
                  <a:lnTo>
                    <a:pt x="4604867" y="1469356"/>
                  </a:lnTo>
                  <a:lnTo>
                    <a:pt x="4502010" y="1466571"/>
                  </a:lnTo>
                  <a:lnTo>
                    <a:pt x="4405883" y="1463508"/>
                  </a:lnTo>
                  <a:lnTo>
                    <a:pt x="4316816" y="1460148"/>
                  </a:lnTo>
                  <a:lnTo>
                    <a:pt x="4234698" y="1456461"/>
                  </a:lnTo>
                  <a:lnTo>
                    <a:pt x="4159112" y="1452407"/>
                  </a:lnTo>
                  <a:lnTo>
                    <a:pt x="4089444" y="1447944"/>
                  </a:lnTo>
                  <a:lnTo>
                    <a:pt x="4024970" y="1443021"/>
                  </a:lnTo>
                  <a:lnTo>
                    <a:pt x="3964915" y="1437587"/>
                  </a:lnTo>
                  <a:lnTo>
                    <a:pt x="3908504" y="1431593"/>
                  </a:lnTo>
                  <a:lnTo>
                    <a:pt x="3855000" y="1425003"/>
                  </a:lnTo>
                  <a:lnTo>
                    <a:pt x="3820202" y="1420211"/>
                  </a:lnTo>
                  <a:lnTo>
                    <a:pt x="3759291" y="1410839"/>
                  </a:lnTo>
                  <a:lnTo>
                    <a:pt x="3700265" y="1400535"/>
                  </a:lnTo>
                  <a:lnTo>
                    <a:pt x="3642431" y="1389287"/>
                  </a:lnTo>
                  <a:lnTo>
                    <a:pt x="3585276" y="1377109"/>
                  </a:lnTo>
                  <a:lnTo>
                    <a:pt x="3528436" y="1364051"/>
                  </a:lnTo>
                  <a:lnTo>
                    <a:pt x="3471671" y="1350198"/>
                  </a:lnTo>
                  <a:lnTo>
                    <a:pt x="3414846" y="1335670"/>
                  </a:lnTo>
                  <a:lnTo>
                    <a:pt x="3357908" y="1320621"/>
                  </a:lnTo>
                  <a:lnTo>
                    <a:pt x="3300868" y="1305230"/>
                  </a:lnTo>
                  <a:lnTo>
                    <a:pt x="3243781" y="1289696"/>
                  </a:lnTo>
                  <a:lnTo>
                    <a:pt x="3186715" y="1274225"/>
                  </a:lnTo>
                  <a:lnTo>
                    <a:pt x="3129733" y="1259019"/>
                  </a:lnTo>
                  <a:lnTo>
                    <a:pt x="3072866" y="1244268"/>
                  </a:lnTo>
                  <a:lnTo>
                    <a:pt x="3016089" y="1230135"/>
                  </a:lnTo>
                  <a:lnTo>
                    <a:pt x="2959301" y="1216755"/>
                  </a:lnTo>
                  <a:lnTo>
                    <a:pt x="2902305" y="1204226"/>
                  </a:lnTo>
                  <a:lnTo>
                    <a:pt x="2844787" y="1192612"/>
                  </a:lnTo>
                  <a:lnTo>
                    <a:pt x="2786298" y="1181940"/>
                  </a:lnTo>
                  <a:lnTo>
                    <a:pt x="2726219" y="1172208"/>
                  </a:lnTo>
                  <a:lnTo>
                    <a:pt x="2702183" y="1168661"/>
                  </a:lnTo>
                  <a:lnTo>
                    <a:pt x="2650266" y="1161659"/>
                  </a:lnTo>
                  <a:lnTo>
                    <a:pt x="2595893" y="1155266"/>
                  </a:lnTo>
                  <a:lnTo>
                    <a:pt x="2538381" y="1149459"/>
                  </a:lnTo>
                  <a:lnTo>
                    <a:pt x="2476975" y="1144197"/>
                  </a:lnTo>
                  <a:lnTo>
                    <a:pt x="2410896" y="1139429"/>
                  </a:lnTo>
                  <a:lnTo>
                    <a:pt x="2339379" y="1135104"/>
                  </a:lnTo>
                  <a:lnTo>
                    <a:pt x="2261729" y="1131175"/>
                  </a:lnTo>
                  <a:lnTo>
                    <a:pt x="2177385" y="1127597"/>
                  </a:lnTo>
                  <a:lnTo>
                    <a:pt x="2086017" y="1124337"/>
                  </a:lnTo>
                  <a:lnTo>
                    <a:pt x="1987640" y="1121366"/>
                  </a:lnTo>
                  <a:lnTo>
                    <a:pt x="1882759" y="1118667"/>
                  </a:lnTo>
                  <a:lnTo>
                    <a:pt x="1772513" y="1116230"/>
                  </a:lnTo>
                  <a:lnTo>
                    <a:pt x="1658798" y="1114051"/>
                  </a:lnTo>
                  <a:lnTo>
                    <a:pt x="1544328" y="1112134"/>
                  </a:lnTo>
                  <a:lnTo>
                    <a:pt x="1432561" y="1110483"/>
                  </a:lnTo>
                  <a:lnTo>
                    <a:pt x="1327461" y="1109104"/>
                  </a:lnTo>
                  <a:lnTo>
                    <a:pt x="1233068" y="1107995"/>
                  </a:lnTo>
                  <a:lnTo>
                    <a:pt x="1152935" y="1107148"/>
                  </a:lnTo>
                  <a:lnTo>
                    <a:pt x="1089537" y="1106542"/>
                  </a:lnTo>
                  <a:lnTo>
                    <a:pt x="1043800" y="1106144"/>
                  </a:lnTo>
                  <a:lnTo>
                    <a:pt x="1014861" y="1105915"/>
                  </a:lnTo>
                  <a:lnTo>
                    <a:pt x="1000092" y="1105807"/>
                  </a:lnTo>
                  <a:lnTo>
                    <a:pt x="995295" y="1105775"/>
                  </a:lnTo>
                  <a:lnTo>
                    <a:pt x="994940" y="1105773"/>
                  </a:lnTo>
                  <a:lnTo>
                    <a:pt x="0" y="1105773"/>
                  </a:lnTo>
                  <a:lnTo>
                    <a:pt x="0" y="11057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0" name="pg1979"/>
            <p:cNvSpPr/>
            <p:nvPr/>
          </p:nvSpPr>
          <p:spPr>
            <a:xfrm>
              <a:off x="1199187" y="1362400"/>
              <a:ext cx="12049831" cy="4774217"/>
            </a:xfrm>
            <a:custGeom>
              <a:avLst/>
              <a:pathLst>
                <a:path w="12049831" h="4774217">
                  <a:moveTo>
                    <a:pt x="0" y="4774217"/>
                  </a:moveTo>
                  <a:lnTo>
                    <a:pt x="994940" y="4774217"/>
                  </a:lnTo>
                  <a:lnTo>
                    <a:pt x="995815" y="4774147"/>
                  </a:lnTo>
                  <a:lnTo>
                    <a:pt x="1001620" y="4773651"/>
                  </a:lnTo>
                  <a:lnTo>
                    <a:pt x="1016430" y="4772281"/>
                  </a:lnTo>
                  <a:lnTo>
                    <a:pt x="1043343" y="4769580"/>
                  </a:lnTo>
                  <a:lnTo>
                    <a:pt x="1084341" y="4765101"/>
                  </a:lnTo>
                  <a:lnTo>
                    <a:pt x="1140162" y="4758445"/>
                  </a:lnTo>
                  <a:lnTo>
                    <a:pt x="1210277" y="4749290"/>
                  </a:lnTo>
                  <a:lnTo>
                    <a:pt x="1293020" y="4737412"/>
                  </a:lnTo>
                  <a:lnTo>
                    <a:pt x="1385862" y="4722686"/>
                  </a:lnTo>
                  <a:lnTo>
                    <a:pt x="1485783" y="4705076"/>
                  </a:lnTo>
                  <a:lnTo>
                    <a:pt x="1589657" y="4684609"/>
                  </a:lnTo>
                  <a:lnTo>
                    <a:pt x="1694573" y="4661338"/>
                  </a:lnTo>
                  <a:lnTo>
                    <a:pt x="1798063" y="4635312"/>
                  </a:lnTo>
                  <a:lnTo>
                    <a:pt x="1898214" y="4606547"/>
                  </a:lnTo>
                  <a:lnTo>
                    <a:pt x="1993683" y="4575003"/>
                  </a:lnTo>
                  <a:lnTo>
                    <a:pt x="2083653" y="4540574"/>
                  </a:lnTo>
                  <a:lnTo>
                    <a:pt x="2167748" y="4503079"/>
                  </a:lnTo>
                  <a:lnTo>
                    <a:pt x="2245934" y="4462261"/>
                  </a:lnTo>
                  <a:lnTo>
                    <a:pt x="2318435" y="4417790"/>
                  </a:lnTo>
                  <a:lnTo>
                    <a:pt x="2385646" y="4369269"/>
                  </a:lnTo>
                  <a:lnTo>
                    <a:pt x="2448077" y="4316244"/>
                  </a:lnTo>
                  <a:lnTo>
                    <a:pt x="2506300" y="4258223"/>
                  </a:lnTo>
                  <a:lnTo>
                    <a:pt x="2560912" y="4194707"/>
                  </a:lnTo>
                  <a:lnTo>
                    <a:pt x="2612508" y="4125231"/>
                  </a:lnTo>
                  <a:lnTo>
                    <a:pt x="2661652" y="4049441"/>
                  </a:lnTo>
                  <a:lnTo>
                    <a:pt x="2702183" y="3979388"/>
                  </a:lnTo>
                  <a:lnTo>
                    <a:pt x="2737978" y="3911717"/>
                  </a:lnTo>
                  <a:lnTo>
                    <a:pt x="2773017" y="3840101"/>
                  </a:lnTo>
                  <a:lnTo>
                    <a:pt x="2807462" y="3764462"/>
                  </a:lnTo>
                  <a:lnTo>
                    <a:pt x="2841453" y="3684759"/>
                  </a:lnTo>
                  <a:lnTo>
                    <a:pt x="2875106" y="3600995"/>
                  </a:lnTo>
                  <a:lnTo>
                    <a:pt x="2908519" y="3513217"/>
                  </a:lnTo>
                  <a:lnTo>
                    <a:pt x="2941770" y="3421523"/>
                  </a:lnTo>
                  <a:lnTo>
                    <a:pt x="2974925" y="3326061"/>
                  </a:lnTo>
                  <a:lnTo>
                    <a:pt x="3008033" y="3227033"/>
                  </a:lnTo>
                  <a:lnTo>
                    <a:pt x="3041132" y="3124694"/>
                  </a:lnTo>
                  <a:lnTo>
                    <a:pt x="3074248" y="3019348"/>
                  </a:lnTo>
                  <a:lnTo>
                    <a:pt x="3107396" y="2911353"/>
                  </a:lnTo>
                  <a:lnTo>
                    <a:pt x="3140584" y="2801108"/>
                  </a:lnTo>
                  <a:lnTo>
                    <a:pt x="3173810" y="2689055"/>
                  </a:lnTo>
                  <a:lnTo>
                    <a:pt x="3207070" y="2575665"/>
                  </a:lnTo>
                  <a:lnTo>
                    <a:pt x="3240352" y="2461436"/>
                  </a:lnTo>
                  <a:lnTo>
                    <a:pt x="3273643" y="2346883"/>
                  </a:lnTo>
                  <a:lnTo>
                    <a:pt x="3306928" y="2232523"/>
                  </a:lnTo>
                  <a:lnTo>
                    <a:pt x="3340195" y="2118874"/>
                  </a:lnTo>
                  <a:lnTo>
                    <a:pt x="3373431" y="2006438"/>
                  </a:lnTo>
                  <a:lnTo>
                    <a:pt x="3406628" y="1895695"/>
                  </a:lnTo>
                  <a:lnTo>
                    <a:pt x="3439786" y="1787093"/>
                  </a:lnTo>
                  <a:lnTo>
                    <a:pt x="3472909" y="1681044"/>
                  </a:lnTo>
                  <a:lnTo>
                    <a:pt x="3506010" y="1577916"/>
                  </a:lnTo>
                  <a:lnTo>
                    <a:pt x="3539113" y="1478028"/>
                  </a:lnTo>
                  <a:lnTo>
                    <a:pt x="3572252" y="1381646"/>
                  </a:lnTo>
                  <a:lnTo>
                    <a:pt x="3605473" y="1288987"/>
                  </a:lnTo>
                  <a:lnTo>
                    <a:pt x="3638838" y="1200211"/>
                  </a:lnTo>
                  <a:lnTo>
                    <a:pt x="3672423" y="1115428"/>
                  </a:lnTo>
                  <a:lnTo>
                    <a:pt x="3706318" y="1034700"/>
                  </a:lnTo>
                  <a:lnTo>
                    <a:pt x="3740637" y="958039"/>
                  </a:lnTo>
                  <a:lnTo>
                    <a:pt x="3775511" y="885415"/>
                  </a:lnTo>
                  <a:lnTo>
                    <a:pt x="3811098" y="816759"/>
                  </a:lnTo>
                  <a:lnTo>
                    <a:pt x="3820202" y="800070"/>
                  </a:lnTo>
                  <a:lnTo>
                    <a:pt x="3867653" y="718746"/>
                  </a:lnTo>
                  <a:lnTo>
                    <a:pt x="3917116" y="643877"/>
                  </a:lnTo>
                  <a:lnTo>
                    <a:pt x="3969109" y="575282"/>
                  </a:lnTo>
                  <a:lnTo>
                    <a:pt x="4024202" y="512584"/>
                  </a:lnTo>
                  <a:lnTo>
                    <a:pt x="4082992" y="455311"/>
                  </a:lnTo>
                  <a:lnTo>
                    <a:pt x="4146075" y="402962"/>
                  </a:lnTo>
                  <a:lnTo>
                    <a:pt x="4214016" y="355048"/>
                  </a:lnTo>
                  <a:lnTo>
                    <a:pt x="4287311" y="311124"/>
                  </a:lnTo>
                  <a:lnTo>
                    <a:pt x="4366337" y="270802"/>
                  </a:lnTo>
                  <a:lnTo>
                    <a:pt x="4451283" y="233760"/>
                  </a:lnTo>
                  <a:lnTo>
                    <a:pt x="4542075" y="199755"/>
                  </a:lnTo>
                  <a:lnTo>
                    <a:pt x="4638277" y="168614"/>
                  </a:lnTo>
                  <a:lnTo>
                    <a:pt x="4739003" y="140243"/>
                  </a:lnTo>
                  <a:lnTo>
                    <a:pt x="4842829" y="114611"/>
                  </a:lnTo>
                  <a:lnTo>
                    <a:pt x="4947759" y="91739"/>
                  </a:lnTo>
                  <a:lnTo>
                    <a:pt x="5051253" y="71678"/>
                  </a:lnTo>
                  <a:lnTo>
                    <a:pt x="5150352" y="54482"/>
                  </a:lnTo>
                  <a:lnTo>
                    <a:pt x="5241923" y="40168"/>
                  </a:lnTo>
                  <a:lnTo>
                    <a:pt x="5322993" y="28690"/>
                  </a:lnTo>
                  <a:lnTo>
                    <a:pt x="5391136" y="19911"/>
                  </a:lnTo>
                  <a:lnTo>
                    <a:pt x="5444834" y="13589"/>
                  </a:lnTo>
                  <a:lnTo>
                    <a:pt x="5483735" y="9391"/>
                  </a:lnTo>
                  <a:lnTo>
                    <a:pt x="5508762" y="6908"/>
                  </a:lnTo>
                  <a:lnTo>
                    <a:pt x="5522065" y="5692"/>
                  </a:lnTo>
                  <a:lnTo>
                    <a:pt x="5526891" y="528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7" y="5279"/>
                  </a:lnTo>
                  <a:lnTo>
                    <a:pt x="6530764" y="5558"/>
                  </a:lnTo>
                  <a:lnTo>
                    <a:pt x="6549218" y="6329"/>
                  </a:lnTo>
                  <a:lnTo>
                    <a:pt x="6582492" y="7849"/>
                  </a:lnTo>
                  <a:lnTo>
                    <a:pt x="6632652" y="10361"/>
                  </a:lnTo>
                  <a:lnTo>
                    <a:pt x="6700043" y="14075"/>
                  </a:lnTo>
                  <a:lnTo>
                    <a:pt x="6783325" y="19149"/>
                  </a:lnTo>
                  <a:lnTo>
                    <a:pt x="6879775" y="25679"/>
                  </a:lnTo>
                  <a:lnTo>
                    <a:pt x="6985772" y="33702"/>
                  </a:lnTo>
                  <a:lnTo>
                    <a:pt x="7097365" y="43214"/>
                  </a:lnTo>
                  <a:lnTo>
                    <a:pt x="7210791" y="54186"/>
                  </a:lnTo>
                  <a:lnTo>
                    <a:pt x="7322839" y="66590"/>
                  </a:lnTo>
                  <a:lnTo>
                    <a:pt x="7431043" y="80416"/>
                  </a:lnTo>
                  <a:lnTo>
                    <a:pt x="7533716" y="95687"/>
                  </a:lnTo>
                  <a:lnTo>
                    <a:pt x="7629881" y="112466"/>
                  </a:lnTo>
                  <a:lnTo>
                    <a:pt x="7719144" y="130862"/>
                  </a:lnTo>
                  <a:lnTo>
                    <a:pt x="7801555" y="151030"/>
                  </a:lnTo>
                  <a:lnTo>
                    <a:pt x="7877479" y="173169"/>
                  </a:lnTo>
                  <a:lnTo>
                    <a:pt x="7947484" y="197515"/>
                  </a:lnTo>
                  <a:lnTo>
                    <a:pt x="8012258" y="224336"/>
                  </a:lnTo>
                  <a:lnTo>
                    <a:pt x="8072547" y="253911"/>
                  </a:lnTo>
                  <a:lnTo>
                    <a:pt x="8129107" y="286511"/>
                  </a:lnTo>
                  <a:lnTo>
                    <a:pt x="8182663" y="322354"/>
                  </a:lnTo>
                  <a:lnTo>
                    <a:pt x="8229629" y="358109"/>
                  </a:lnTo>
                  <a:lnTo>
                    <a:pt x="8278400" y="399650"/>
                  </a:lnTo>
                  <a:lnTo>
                    <a:pt x="8325870" y="444493"/>
                  </a:lnTo>
                  <a:lnTo>
                    <a:pt x="8372422" y="492705"/>
                  </a:lnTo>
                  <a:lnTo>
                    <a:pt x="8418359" y="544287"/>
                  </a:lnTo>
                  <a:lnTo>
                    <a:pt x="8463919" y="599168"/>
                  </a:lnTo>
                  <a:lnTo>
                    <a:pt x="8509278" y="657199"/>
                  </a:lnTo>
                  <a:lnTo>
                    <a:pt x="8554564" y="718149"/>
                  </a:lnTo>
                  <a:lnTo>
                    <a:pt x="8599862" y="781707"/>
                  </a:lnTo>
                  <a:lnTo>
                    <a:pt x="8645219" y="847482"/>
                  </a:lnTo>
                  <a:lnTo>
                    <a:pt x="8690649" y="915012"/>
                  </a:lnTo>
                  <a:lnTo>
                    <a:pt x="8736146" y="983778"/>
                  </a:lnTo>
                  <a:lnTo>
                    <a:pt x="8781682" y="1053220"/>
                  </a:lnTo>
                  <a:lnTo>
                    <a:pt x="8827225" y="1122752"/>
                  </a:lnTo>
                  <a:lnTo>
                    <a:pt x="8872736" y="1191786"/>
                  </a:lnTo>
                  <a:lnTo>
                    <a:pt x="8918189" y="1259751"/>
                  </a:lnTo>
                  <a:lnTo>
                    <a:pt x="8963568" y="1326114"/>
                  </a:lnTo>
                  <a:lnTo>
                    <a:pt x="9008880" y="1390394"/>
                  </a:lnTo>
                  <a:lnTo>
                    <a:pt x="9054163" y="1452177"/>
                  </a:lnTo>
                  <a:lnTo>
                    <a:pt x="9099489" y="1511128"/>
                  </a:lnTo>
                  <a:lnTo>
                    <a:pt x="9144970" y="1566991"/>
                  </a:lnTo>
                  <a:lnTo>
                    <a:pt x="9190770" y="1619591"/>
                  </a:lnTo>
                  <a:lnTo>
                    <a:pt x="9237106" y="1668836"/>
                  </a:lnTo>
                  <a:lnTo>
                    <a:pt x="9284258" y="1714704"/>
                  </a:lnTo>
                  <a:lnTo>
                    <a:pt x="9332586" y="1757243"/>
                  </a:lnTo>
                  <a:lnTo>
                    <a:pt x="9347647" y="1769587"/>
                  </a:lnTo>
                  <a:lnTo>
                    <a:pt x="9399031" y="1808495"/>
                  </a:lnTo>
                  <a:lnTo>
                    <a:pt x="9452814" y="1844058"/>
                  </a:lnTo>
                  <a:lnTo>
                    <a:pt x="9509660" y="1876393"/>
                  </a:lnTo>
                  <a:lnTo>
                    <a:pt x="9570298" y="1905725"/>
                  </a:lnTo>
                  <a:lnTo>
                    <a:pt x="9635485" y="1932326"/>
                  </a:lnTo>
                  <a:lnTo>
                    <a:pt x="9705963" y="1956476"/>
                  </a:lnTo>
                  <a:lnTo>
                    <a:pt x="9782415" y="1978440"/>
                  </a:lnTo>
                  <a:lnTo>
                    <a:pt x="9865394" y="1998452"/>
                  </a:lnTo>
                  <a:lnTo>
                    <a:pt x="9955243" y="2016706"/>
                  </a:lnTo>
                  <a:lnTo>
                    <a:pt x="10051978" y="2033354"/>
                  </a:lnTo>
                  <a:lnTo>
                    <a:pt x="10155165" y="2048501"/>
                  </a:lnTo>
                  <a:lnTo>
                    <a:pt x="10263769" y="2062207"/>
                  </a:lnTo>
                  <a:lnTo>
                    <a:pt x="10376039" y="2074491"/>
                  </a:lnTo>
                  <a:lnTo>
                    <a:pt x="10489445" y="2085341"/>
                  </a:lnTo>
                  <a:lnTo>
                    <a:pt x="10600716" y="2094729"/>
                  </a:lnTo>
                  <a:lnTo>
                    <a:pt x="10706059" y="2102626"/>
                  </a:lnTo>
                  <a:lnTo>
                    <a:pt x="10801530" y="2109030"/>
                  </a:lnTo>
                  <a:lnTo>
                    <a:pt x="10883561" y="2113985"/>
                  </a:lnTo>
                  <a:lnTo>
                    <a:pt x="10949527" y="2117591"/>
                  </a:lnTo>
                  <a:lnTo>
                    <a:pt x="10998226" y="2120011"/>
                  </a:lnTo>
                  <a:lnTo>
                    <a:pt x="11030146" y="2121458"/>
                  </a:lnTo>
                  <a:lnTo>
                    <a:pt x="11047497" y="2122177"/>
                  </a:lnTo>
                  <a:lnTo>
                    <a:pt x="11054041" y="2122426"/>
                  </a:lnTo>
                  <a:lnTo>
                    <a:pt x="11054891" y="2122456"/>
                  </a:lnTo>
                  <a:lnTo>
                    <a:pt x="12049831" y="2122456"/>
                  </a:lnTo>
                  <a:lnTo>
                    <a:pt x="12049831" y="2117216"/>
                  </a:lnTo>
                  <a:lnTo>
                    <a:pt x="11054891" y="2117216"/>
                  </a:lnTo>
                  <a:lnTo>
                    <a:pt x="11053789" y="2117176"/>
                  </a:lnTo>
                  <a:lnTo>
                    <a:pt x="11046513" y="2116897"/>
                  </a:lnTo>
                  <a:lnTo>
                    <a:pt x="11028058" y="2116127"/>
                  </a:lnTo>
                  <a:lnTo>
                    <a:pt x="10994785" y="2114607"/>
                  </a:lnTo>
                  <a:lnTo>
                    <a:pt x="10944624" y="2112095"/>
                  </a:lnTo>
                  <a:lnTo>
                    <a:pt x="10877234" y="2108380"/>
                  </a:lnTo>
                  <a:lnTo>
                    <a:pt x="10793951" y="2103306"/>
                  </a:lnTo>
                  <a:lnTo>
                    <a:pt x="10697501" y="2096777"/>
                  </a:lnTo>
                  <a:lnTo>
                    <a:pt x="10591505" y="2088753"/>
                  </a:lnTo>
                  <a:lnTo>
                    <a:pt x="10479912" y="2079242"/>
                  </a:lnTo>
                  <a:lnTo>
                    <a:pt x="10366486" y="2068270"/>
                  </a:lnTo>
                  <a:lnTo>
                    <a:pt x="10254437" y="2055865"/>
                  </a:lnTo>
                  <a:lnTo>
                    <a:pt x="10146233" y="2042039"/>
                  </a:lnTo>
                  <a:lnTo>
                    <a:pt x="10043560" y="2026769"/>
                  </a:lnTo>
                  <a:lnTo>
                    <a:pt x="9947396" y="2009990"/>
                  </a:lnTo>
                  <a:lnTo>
                    <a:pt x="9858133" y="1991594"/>
                  </a:lnTo>
                  <a:lnTo>
                    <a:pt x="9775721" y="1971425"/>
                  </a:lnTo>
                  <a:lnTo>
                    <a:pt x="9699797" y="1949287"/>
                  </a:lnTo>
                  <a:lnTo>
                    <a:pt x="9629792" y="1924940"/>
                  </a:lnTo>
                  <a:lnTo>
                    <a:pt x="9565018" y="1898120"/>
                  </a:lnTo>
                  <a:lnTo>
                    <a:pt x="9504729" y="1868545"/>
                  </a:lnTo>
                  <a:lnTo>
                    <a:pt x="9448169" y="1835945"/>
                  </a:lnTo>
                  <a:lnTo>
                    <a:pt x="9394613" y="1800102"/>
                  </a:lnTo>
                  <a:lnTo>
                    <a:pt x="9347647" y="1764346"/>
                  </a:lnTo>
                  <a:lnTo>
                    <a:pt x="9298876" y="1722806"/>
                  </a:lnTo>
                  <a:lnTo>
                    <a:pt x="9251407" y="1677963"/>
                  </a:lnTo>
                  <a:lnTo>
                    <a:pt x="9204855" y="1629751"/>
                  </a:lnTo>
                  <a:lnTo>
                    <a:pt x="9158917" y="1578169"/>
                  </a:lnTo>
                  <a:lnTo>
                    <a:pt x="9113358" y="1523288"/>
                  </a:lnTo>
                  <a:lnTo>
                    <a:pt x="9067999" y="1465257"/>
                  </a:lnTo>
                  <a:lnTo>
                    <a:pt x="9022712" y="1404306"/>
                  </a:lnTo>
                  <a:lnTo>
                    <a:pt x="8977414" y="1340749"/>
                  </a:lnTo>
                  <a:lnTo>
                    <a:pt x="8932058" y="1274974"/>
                  </a:lnTo>
                  <a:lnTo>
                    <a:pt x="8886627" y="1207444"/>
                  </a:lnTo>
                  <a:lnTo>
                    <a:pt x="8841131" y="1138677"/>
                  </a:lnTo>
                  <a:lnTo>
                    <a:pt x="8795594" y="1069236"/>
                  </a:lnTo>
                  <a:lnTo>
                    <a:pt x="8750052" y="999704"/>
                  </a:lnTo>
                  <a:lnTo>
                    <a:pt x="8704540" y="930670"/>
                  </a:lnTo>
                  <a:lnTo>
                    <a:pt x="8659087" y="862704"/>
                  </a:lnTo>
                  <a:lnTo>
                    <a:pt x="8613709" y="796342"/>
                  </a:lnTo>
                  <a:lnTo>
                    <a:pt x="8568396" y="732062"/>
                  </a:lnTo>
                  <a:lnTo>
                    <a:pt x="8523113" y="670278"/>
                  </a:lnTo>
                  <a:lnTo>
                    <a:pt x="8477788" y="611327"/>
                  </a:lnTo>
                  <a:lnTo>
                    <a:pt x="8432306" y="555465"/>
                  </a:lnTo>
                  <a:lnTo>
                    <a:pt x="8386506" y="502864"/>
                  </a:lnTo>
                  <a:lnTo>
                    <a:pt x="8340171" y="453620"/>
                  </a:lnTo>
                  <a:lnTo>
                    <a:pt x="8293018" y="407752"/>
                  </a:lnTo>
                  <a:lnTo>
                    <a:pt x="8244691" y="365213"/>
                  </a:lnTo>
                  <a:lnTo>
                    <a:pt x="8229629" y="352869"/>
                  </a:lnTo>
                  <a:lnTo>
                    <a:pt x="8178245" y="313961"/>
                  </a:lnTo>
                  <a:lnTo>
                    <a:pt x="8124462" y="278398"/>
                  </a:lnTo>
                  <a:lnTo>
                    <a:pt x="8067617" y="246063"/>
                  </a:lnTo>
                  <a:lnTo>
                    <a:pt x="8006978" y="216731"/>
                  </a:lnTo>
                  <a:lnTo>
                    <a:pt x="7941792" y="190130"/>
                  </a:lnTo>
                  <a:lnTo>
                    <a:pt x="7871313" y="165979"/>
                  </a:lnTo>
                  <a:lnTo>
                    <a:pt x="7794861" y="144016"/>
                  </a:lnTo>
                  <a:lnTo>
                    <a:pt x="7711882" y="124004"/>
                  </a:lnTo>
                  <a:lnTo>
                    <a:pt x="7622034" y="105749"/>
                  </a:lnTo>
                  <a:lnTo>
                    <a:pt x="7525298" y="89101"/>
                  </a:lnTo>
                  <a:lnTo>
                    <a:pt x="7422112" y="73954"/>
                  </a:lnTo>
                  <a:lnTo>
                    <a:pt x="7313508" y="60249"/>
                  </a:lnTo>
                  <a:lnTo>
                    <a:pt x="7201237" y="47965"/>
                  </a:lnTo>
                  <a:lnTo>
                    <a:pt x="7087832" y="37114"/>
                  </a:lnTo>
                  <a:lnTo>
                    <a:pt x="6976560" y="27727"/>
                  </a:lnTo>
                  <a:lnTo>
                    <a:pt x="6871217" y="19830"/>
                  </a:lnTo>
                  <a:lnTo>
                    <a:pt x="6775747" y="13426"/>
                  </a:lnTo>
                  <a:lnTo>
                    <a:pt x="6693716" y="8471"/>
                  </a:lnTo>
                  <a:lnTo>
                    <a:pt x="6627749" y="4865"/>
                  </a:lnTo>
                  <a:lnTo>
                    <a:pt x="6579051" y="2445"/>
                  </a:lnTo>
                  <a:lnTo>
                    <a:pt x="6547130" y="998"/>
                  </a:lnTo>
                  <a:lnTo>
                    <a:pt x="6529780" y="279"/>
                  </a:lnTo>
                  <a:lnTo>
                    <a:pt x="6523235" y="3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570" y="69"/>
                  </a:lnTo>
                  <a:lnTo>
                    <a:pt x="5520765" y="565"/>
                  </a:lnTo>
                  <a:lnTo>
                    <a:pt x="5505955" y="1935"/>
                  </a:lnTo>
                  <a:lnTo>
                    <a:pt x="5479042" y="4637"/>
                  </a:lnTo>
                  <a:lnTo>
                    <a:pt x="5438044" y="9116"/>
                  </a:lnTo>
                  <a:lnTo>
                    <a:pt x="5382223" y="15772"/>
                  </a:lnTo>
                  <a:lnTo>
                    <a:pt x="5312108" y="24926"/>
                  </a:lnTo>
                  <a:lnTo>
                    <a:pt x="5229365" y="36805"/>
                  </a:lnTo>
                  <a:lnTo>
                    <a:pt x="5136523" y="51531"/>
                  </a:lnTo>
                  <a:lnTo>
                    <a:pt x="5036602" y="69141"/>
                  </a:lnTo>
                  <a:lnTo>
                    <a:pt x="4932728" y="89608"/>
                  </a:lnTo>
                  <a:lnTo>
                    <a:pt x="4827812" y="112879"/>
                  </a:lnTo>
                  <a:lnTo>
                    <a:pt x="4724322" y="138905"/>
                  </a:lnTo>
                  <a:lnTo>
                    <a:pt x="4624171" y="167670"/>
                  </a:lnTo>
                  <a:lnTo>
                    <a:pt x="4528702" y="199214"/>
                  </a:lnTo>
                  <a:lnTo>
                    <a:pt x="4438732" y="233643"/>
                  </a:lnTo>
                  <a:lnTo>
                    <a:pt x="4354637" y="271138"/>
                  </a:lnTo>
                  <a:lnTo>
                    <a:pt x="4276450" y="311956"/>
                  </a:lnTo>
                  <a:lnTo>
                    <a:pt x="4203950" y="356427"/>
                  </a:lnTo>
                  <a:lnTo>
                    <a:pt x="4136739" y="404948"/>
                  </a:lnTo>
                  <a:lnTo>
                    <a:pt x="4074308" y="457973"/>
                  </a:lnTo>
                  <a:lnTo>
                    <a:pt x="4016085" y="515993"/>
                  </a:lnTo>
                  <a:lnTo>
                    <a:pt x="3961473" y="579510"/>
                  </a:lnTo>
                  <a:lnTo>
                    <a:pt x="3909877" y="648986"/>
                  </a:lnTo>
                  <a:lnTo>
                    <a:pt x="3860733" y="724776"/>
                  </a:lnTo>
                  <a:lnTo>
                    <a:pt x="3820202" y="794829"/>
                  </a:lnTo>
                  <a:lnTo>
                    <a:pt x="3784407" y="862500"/>
                  </a:lnTo>
                  <a:lnTo>
                    <a:pt x="3749368" y="934116"/>
                  </a:lnTo>
                  <a:lnTo>
                    <a:pt x="3714923" y="1009755"/>
                  </a:lnTo>
                  <a:lnTo>
                    <a:pt x="3680932" y="1089458"/>
                  </a:lnTo>
                  <a:lnTo>
                    <a:pt x="3647279" y="1173222"/>
                  </a:lnTo>
                  <a:lnTo>
                    <a:pt x="3613866" y="1261000"/>
                  </a:lnTo>
                  <a:lnTo>
                    <a:pt x="3580615" y="1352694"/>
                  </a:lnTo>
                  <a:lnTo>
                    <a:pt x="3547460" y="1448156"/>
                  </a:lnTo>
                  <a:lnTo>
                    <a:pt x="3514352" y="1547184"/>
                  </a:lnTo>
                  <a:lnTo>
                    <a:pt x="3481253" y="1649523"/>
                  </a:lnTo>
                  <a:lnTo>
                    <a:pt x="3448137" y="1754868"/>
                  </a:lnTo>
                  <a:lnTo>
                    <a:pt x="3414989" y="1862864"/>
                  </a:lnTo>
                  <a:lnTo>
                    <a:pt x="3381801" y="1973108"/>
                  </a:lnTo>
                  <a:lnTo>
                    <a:pt x="3348575" y="2085162"/>
                  </a:lnTo>
                  <a:lnTo>
                    <a:pt x="3315315" y="2198552"/>
                  </a:lnTo>
                  <a:lnTo>
                    <a:pt x="3282033" y="2312781"/>
                  </a:lnTo>
                  <a:lnTo>
                    <a:pt x="3248742" y="2427334"/>
                  </a:lnTo>
                  <a:lnTo>
                    <a:pt x="3215457" y="2541693"/>
                  </a:lnTo>
                  <a:lnTo>
                    <a:pt x="3182190" y="2655342"/>
                  </a:lnTo>
                  <a:lnTo>
                    <a:pt x="3148954" y="2767779"/>
                  </a:lnTo>
                  <a:lnTo>
                    <a:pt x="3115757" y="2878522"/>
                  </a:lnTo>
                  <a:lnTo>
                    <a:pt x="3082599" y="2987124"/>
                  </a:lnTo>
                  <a:lnTo>
                    <a:pt x="3049476" y="3093172"/>
                  </a:lnTo>
                  <a:lnTo>
                    <a:pt x="3016375" y="3196300"/>
                  </a:lnTo>
                  <a:lnTo>
                    <a:pt x="2983272" y="3296189"/>
                  </a:lnTo>
                  <a:lnTo>
                    <a:pt x="2950133" y="3392570"/>
                  </a:lnTo>
                  <a:lnTo>
                    <a:pt x="2916912" y="3485230"/>
                  </a:lnTo>
                  <a:lnTo>
                    <a:pt x="2883547" y="3574006"/>
                  </a:lnTo>
                  <a:lnTo>
                    <a:pt x="2849962" y="3658788"/>
                  </a:lnTo>
                  <a:lnTo>
                    <a:pt x="2816067" y="3739517"/>
                  </a:lnTo>
                  <a:lnTo>
                    <a:pt x="2781748" y="3816178"/>
                  </a:lnTo>
                  <a:lnTo>
                    <a:pt x="2746874" y="3888802"/>
                  </a:lnTo>
                  <a:lnTo>
                    <a:pt x="2711287" y="3957458"/>
                  </a:lnTo>
                  <a:lnTo>
                    <a:pt x="2702183" y="3974147"/>
                  </a:lnTo>
                  <a:lnTo>
                    <a:pt x="2654732" y="4055470"/>
                  </a:lnTo>
                  <a:lnTo>
                    <a:pt x="2605269" y="4130339"/>
                  </a:lnTo>
                  <a:lnTo>
                    <a:pt x="2553276" y="4198935"/>
                  </a:lnTo>
                  <a:lnTo>
                    <a:pt x="2498183" y="4261633"/>
                  </a:lnTo>
                  <a:lnTo>
                    <a:pt x="2439393" y="4318906"/>
                  </a:lnTo>
                  <a:lnTo>
                    <a:pt x="2376310" y="4371255"/>
                  </a:lnTo>
                  <a:lnTo>
                    <a:pt x="2308369" y="4419168"/>
                  </a:lnTo>
                  <a:lnTo>
                    <a:pt x="2235074" y="4463092"/>
                  </a:lnTo>
                  <a:lnTo>
                    <a:pt x="2156048" y="4503415"/>
                  </a:lnTo>
                  <a:lnTo>
                    <a:pt x="2071102" y="4540456"/>
                  </a:lnTo>
                  <a:lnTo>
                    <a:pt x="1980310" y="4574462"/>
                  </a:lnTo>
                  <a:lnTo>
                    <a:pt x="1884108" y="4605602"/>
                  </a:lnTo>
                  <a:lnTo>
                    <a:pt x="1783382" y="4633974"/>
                  </a:lnTo>
                  <a:lnTo>
                    <a:pt x="1679556" y="4659606"/>
                  </a:lnTo>
                  <a:lnTo>
                    <a:pt x="1574626" y="4682478"/>
                  </a:lnTo>
                  <a:lnTo>
                    <a:pt x="1471132" y="4702538"/>
                  </a:lnTo>
                  <a:lnTo>
                    <a:pt x="1372033" y="4719735"/>
                  </a:lnTo>
                  <a:lnTo>
                    <a:pt x="1280462" y="4734049"/>
                  </a:lnTo>
                  <a:lnTo>
                    <a:pt x="1199392" y="4745526"/>
                  </a:lnTo>
                  <a:lnTo>
                    <a:pt x="1131249" y="4754306"/>
                  </a:lnTo>
                  <a:lnTo>
                    <a:pt x="1077551" y="4760628"/>
                  </a:lnTo>
                  <a:lnTo>
                    <a:pt x="1038650" y="4764826"/>
                  </a:lnTo>
                  <a:lnTo>
                    <a:pt x="1013623" y="4767308"/>
                  </a:lnTo>
                  <a:lnTo>
                    <a:pt x="1000320" y="4768525"/>
                  </a:lnTo>
                  <a:lnTo>
                    <a:pt x="995494" y="4768933"/>
                  </a:lnTo>
                  <a:lnTo>
                    <a:pt x="994940" y="4768977"/>
                  </a:lnTo>
                  <a:lnTo>
                    <a:pt x="0" y="4768977"/>
                  </a:lnTo>
                  <a:close/>
                </a:path>
              </a:pathLst>
            </a:custGeom>
            <a:solidFill>
              <a:srgbClr val="7E57C2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81" name="pl1980"/>
            <p:cNvSpPr/>
            <p:nvPr/>
          </p:nvSpPr>
          <p:spPr>
            <a:xfrm>
              <a:off x="1199187" y="1367640"/>
              <a:ext cx="12049831" cy="4768977"/>
            </a:xfrm>
            <a:custGeom>
              <a:avLst/>
              <a:pathLst>
                <a:path w="12049831" h="4768977">
                  <a:moveTo>
                    <a:pt x="0" y="4768977"/>
                  </a:moveTo>
                  <a:lnTo>
                    <a:pt x="994940" y="4768977"/>
                  </a:lnTo>
                  <a:lnTo>
                    <a:pt x="995815" y="4768907"/>
                  </a:lnTo>
                  <a:lnTo>
                    <a:pt x="1001620" y="4768411"/>
                  </a:lnTo>
                  <a:lnTo>
                    <a:pt x="1016430" y="4767041"/>
                  </a:lnTo>
                  <a:lnTo>
                    <a:pt x="1043343" y="4764339"/>
                  </a:lnTo>
                  <a:lnTo>
                    <a:pt x="1084341" y="4759860"/>
                  </a:lnTo>
                  <a:lnTo>
                    <a:pt x="1140162" y="4753204"/>
                  </a:lnTo>
                  <a:lnTo>
                    <a:pt x="1210277" y="4744050"/>
                  </a:lnTo>
                  <a:lnTo>
                    <a:pt x="1293020" y="4732171"/>
                  </a:lnTo>
                  <a:lnTo>
                    <a:pt x="1385862" y="4717445"/>
                  </a:lnTo>
                  <a:lnTo>
                    <a:pt x="1485783" y="4699835"/>
                  </a:lnTo>
                  <a:lnTo>
                    <a:pt x="1589657" y="4679368"/>
                  </a:lnTo>
                  <a:lnTo>
                    <a:pt x="1694573" y="4656097"/>
                  </a:lnTo>
                  <a:lnTo>
                    <a:pt x="1798063" y="4630071"/>
                  </a:lnTo>
                  <a:lnTo>
                    <a:pt x="1898214" y="4601306"/>
                  </a:lnTo>
                  <a:lnTo>
                    <a:pt x="1993683" y="4569762"/>
                  </a:lnTo>
                  <a:lnTo>
                    <a:pt x="2083653" y="4535333"/>
                  </a:lnTo>
                  <a:lnTo>
                    <a:pt x="2167748" y="4497838"/>
                  </a:lnTo>
                  <a:lnTo>
                    <a:pt x="2245934" y="4457020"/>
                  </a:lnTo>
                  <a:lnTo>
                    <a:pt x="2318435" y="4412549"/>
                  </a:lnTo>
                  <a:lnTo>
                    <a:pt x="2385646" y="4364028"/>
                  </a:lnTo>
                  <a:lnTo>
                    <a:pt x="2448077" y="4311003"/>
                  </a:lnTo>
                  <a:lnTo>
                    <a:pt x="2506300" y="4252983"/>
                  </a:lnTo>
                  <a:lnTo>
                    <a:pt x="2560912" y="4189466"/>
                  </a:lnTo>
                  <a:lnTo>
                    <a:pt x="2612508" y="4119990"/>
                  </a:lnTo>
                  <a:lnTo>
                    <a:pt x="2661652" y="4044200"/>
                  </a:lnTo>
                  <a:lnTo>
                    <a:pt x="2702183" y="3974147"/>
                  </a:lnTo>
                  <a:lnTo>
                    <a:pt x="2737978" y="3906476"/>
                  </a:lnTo>
                  <a:lnTo>
                    <a:pt x="2773017" y="3834860"/>
                  </a:lnTo>
                  <a:lnTo>
                    <a:pt x="2807462" y="3759221"/>
                  </a:lnTo>
                  <a:lnTo>
                    <a:pt x="2841453" y="3679518"/>
                  </a:lnTo>
                  <a:lnTo>
                    <a:pt x="2875106" y="3595754"/>
                  </a:lnTo>
                  <a:lnTo>
                    <a:pt x="2908519" y="3507976"/>
                  </a:lnTo>
                  <a:lnTo>
                    <a:pt x="2941770" y="3416282"/>
                  </a:lnTo>
                  <a:lnTo>
                    <a:pt x="2974925" y="3320820"/>
                  </a:lnTo>
                  <a:lnTo>
                    <a:pt x="3008033" y="3221793"/>
                  </a:lnTo>
                  <a:lnTo>
                    <a:pt x="3041132" y="3119453"/>
                  </a:lnTo>
                  <a:lnTo>
                    <a:pt x="3074248" y="3014108"/>
                  </a:lnTo>
                  <a:lnTo>
                    <a:pt x="3107396" y="2906112"/>
                  </a:lnTo>
                  <a:lnTo>
                    <a:pt x="3140584" y="2795868"/>
                  </a:lnTo>
                  <a:lnTo>
                    <a:pt x="3173810" y="2683814"/>
                  </a:lnTo>
                  <a:lnTo>
                    <a:pt x="3207070" y="2570424"/>
                  </a:lnTo>
                  <a:lnTo>
                    <a:pt x="3240352" y="2456196"/>
                  </a:lnTo>
                  <a:lnTo>
                    <a:pt x="3273643" y="2341642"/>
                  </a:lnTo>
                  <a:lnTo>
                    <a:pt x="3306928" y="2227283"/>
                  </a:lnTo>
                  <a:lnTo>
                    <a:pt x="3340195" y="2113634"/>
                  </a:lnTo>
                  <a:lnTo>
                    <a:pt x="3373431" y="2001197"/>
                  </a:lnTo>
                  <a:lnTo>
                    <a:pt x="3406628" y="1890454"/>
                  </a:lnTo>
                  <a:lnTo>
                    <a:pt x="3439786" y="1781852"/>
                  </a:lnTo>
                  <a:lnTo>
                    <a:pt x="3472909" y="1675804"/>
                  </a:lnTo>
                  <a:lnTo>
                    <a:pt x="3506010" y="1572676"/>
                  </a:lnTo>
                  <a:lnTo>
                    <a:pt x="3539113" y="1472787"/>
                  </a:lnTo>
                  <a:lnTo>
                    <a:pt x="3572252" y="1376406"/>
                  </a:lnTo>
                  <a:lnTo>
                    <a:pt x="3605473" y="1283746"/>
                  </a:lnTo>
                  <a:lnTo>
                    <a:pt x="3638838" y="1194970"/>
                  </a:lnTo>
                  <a:lnTo>
                    <a:pt x="3672423" y="1110188"/>
                  </a:lnTo>
                  <a:lnTo>
                    <a:pt x="3706318" y="1029459"/>
                  </a:lnTo>
                  <a:lnTo>
                    <a:pt x="3740637" y="952798"/>
                  </a:lnTo>
                  <a:lnTo>
                    <a:pt x="3775511" y="880174"/>
                  </a:lnTo>
                  <a:lnTo>
                    <a:pt x="3811098" y="811518"/>
                  </a:lnTo>
                  <a:lnTo>
                    <a:pt x="3820202" y="794829"/>
                  </a:lnTo>
                  <a:lnTo>
                    <a:pt x="3867653" y="713506"/>
                  </a:lnTo>
                  <a:lnTo>
                    <a:pt x="3917116" y="638637"/>
                  </a:lnTo>
                  <a:lnTo>
                    <a:pt x="3969109" y="570041"/>
                  </a:lnTo>
                  <a:lnTo>
                    <a:pt x="4024202" y="507343"/>
                  </a:lnTo>
                  <a:lnTo>
                    <a:pt x="4082992" y="450070"/>
                  </a:lnTo>
                  <a:lnTo>
                    <a:pt x="4146075" y="397721"/>
                  </a:lnTo>
                  <a:lnTo>
                    <a:pt x="4214016" y="349808"/>
                  </a:lnTo>
                  <a:lnTo>
                    <a:pt x="4287311" y="305884"/>
                  </a:lnTo>
                  <a:lnTo>
                    <a:pt x="4366337" y="265561"/>
                  </a:lnTo>
                  <a:lnTo>
                    <a:pt x="4451283" y="228520"/>
                  </a:lnTo>
                  <a:lnTo>
                    <a:pt x="4542075" y="194514"/>
                  </a:lnTo>
                  <a:lnTo>
                    <a:pt x="4638277" y="163374"/>
                  </a:lnTo>
                  <a:lnTo>
                    <a:pt x="4739003" y="135002"/>
                  </a:lnTo>
                  <a:lnTo>
                    <a:pt x="4842829" y="109370"/>
                  </a:lnTo>
                  <a:lnTo>
                    <a:pt x="4947759" y="86498"/>
                  </a:lnTo>
                  <a:lnTo>
                    <a:pt x="5051253" y="66438"/>
                  </a:lnTo>
                  <a:lnTo>
                    <a:pt x="5150352" y="49241"/>
                  </a:lnTo>
                  <a:lnTo>
                    <a:pt x="5241923" y="34927"/>
                  </a:lnTo>
                  <a:lnTo>
                    <a:pt x="5322993" y="23450"/>
                  </a:lnTo>
                  <a:lnTo>
                    <a:pt x="5391136" y="14670"/>
                  </a:lnTo>
                  <a:lnTo>
                    <a:pt x="5444834" y="8348"/>
                  </a:lnTo>
                  <a:lnTo>
                    <a:pt x="5483735" y="4150"/>
                  </a:lnTo>
                  <a:lnTo>
                    <a:pt x="5508762" y="1668"/>
                  </a:lnTo>
                  <a:lnTo>
                    <a:pt x="5522065" y="451"/>
                  </a:lnTo>
                  <a:lnTo>
                    <a:pt x="5526891" y="4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7" y="39"/>
                  </a:lnTo>
                  <a:lnTo>
                    <a:pt x="6530764" y="318"/>
                  </a:lnTo>
                  <a:lnTo>
                    <a:pt x="6549218" y="1089"/>
                  </a:lnTo>
                  <a:lnTo>
                    <a:pt x="6582492" y="2608"/>
                  </a:lnTo>
                  <a:lnTo>
                    <a:pt x="6632652" y="5120"/>
                  </a:lnTo>
                  <a:lnTo>
                    <a:pt x="6700043" y="8835"/>
                  </a:lnTo>
                  <a:lnTo>
                    <a:pt x="6783325" y="13909"/>
                  </a:lnTo>
                  <a:lnTo>
                    <a:pt x="6879775" y="20438"/>
                  </a:lnTo>
                  <a:lnTo>
                    <a:pt x="6985772" y="28462"/>
                  </a:lnTo>
                  <a:lnTo>
                    <a:pt x="7097365" y="37973"/>
                  </a:lnTo>
                  <a:lnTo>
                    <a:pt x="7210791" y="48946"/>
                  </a:lnTo>
                  <a:lnTo>
                    <a:pt x="7322839" y="61350"/>
                  </a:lnTo>
                  <a:lnTo>
                    <a:pt x="7431043" y="75176"/>
                  </a:lnTo>
                  <a:lnTo>
                    <a:pt x="7533716" y="90446"/>
                  </a:lnTo>
                  <a:lnTo>
                    <a:pt x="7629881" y="107225"/>
                  </a:lnTo>
                  <a:lnTo>
                    <a:pt x="7719144" y="125621"/>
                  </a:lnTo>
                  <a:lnTo>
                    <a:pt x="7801555" y="145790"/>
                  </a:lnTo>
                  <a:lnTo>
                    <a:pt x="7877479" y="167928"/>
                  </a:lnTo>
                  <a:lnTo>
                    <a:pt x="7947484" y="192275"/>
                  </a:lnTo>
                  <a:lnTo>
                    <a:pt x="8012258" y="219095"/>
                  </a:lnTo>
                  <a:lnTo>
                    <a:pt x="8072547" y="248670"/>
                  </a:lnTo>
                  <a:lnTo>
                    <a:pt x="8129107" y="281270"/>
                  </a:lnTo>
                  <a:lnTo>
                    <a:pt x="8182663" y="317113"/>
                  </a:lnTo>
                  <a:lnTo>
                    <a:pt x="8229629" y="352869"/>
                  </a:lnTo>
                  <a:lnTo>
                    <a:pt x="8278400" y="394409"/>
                  </a:lnTo>
                  <a:lnTo>
                    <a:pt x="8325870" y="439252"/>
                  </a:lnTo>
                  <a:lnTo>
                    <a:pt x="8372422" y="487465"/>
                  </a:lnTo>
                  <a:lnTo>
                    <a:pt x="8418359" y="539046"/>
                  </a:lnTo>
                  <a:lnTo>
                    <a:pt x="8463919" y="593927"/>
                  </a:lnTo>
                  <a:lnTo>
                    <a:pt x="8509278" y="651958"/>
                  </a:lnTo>
                  <a:lnTo>
                    <a:pt x="8554564" y="712909"/>
                  </a:lnTo>
                  <a:lnTo>
                    <a:pt x="8599862" y="776466"/>
                  </a:lnTo>
                  <a:lnTo>
                    <a:pt x="8645219" y="842241"/>
                  </a:lnTo>
                  <a:lnTo>
                    <a:pt x="8690649" y="909771"/>
                  </a:lnTo>
                  <a:lnTo>
                    <a:pt x="8736146" y="978538"/>
                  </a:lnTo>
                  <a:lnTo>
                    <a:pt x="8781682" y="1047980"/>
                  </a:lnTo>
                  <a:lnTo>
                    <a:pt x="8827225" y="1117512"/>
                  </a:lnTo>
                  <a:lnTo>
                    <a:pt x="8872736" y="1186546"/>
                  </a:lnTo>
                  <a:lnTo>
                    <a:pt x="8918189" y="1254511"/>
                  </a:lnTo>
                  <a:lnTo>
                    <a:pt x="8963568" y="1320873"/>
                  </a:lnTo>
                  <a:lnTo>
                    <a:pt x="9008880" y="1385153"/>
                  </a:lnTo>
                  <a:lnTo>
                    <a:pt x="9054163" y="1446937"/>
                  </a:lnTo>
                  <a:lnTo>
                    <a:pt x="9099489" y="1505888"/>
                  </a:lnTo>
                  <a:lnTo>
                    <a:pt x="9144970" y="1561750"/>
                  </a:lnTo>
                  <a:lnTo>
                    <a:pt x="9190770" y="1614351"/>
                  </a:lnTo>
                  <a:lnTo>
                    <a:pt x="9237106" y="1663595"/>
                  </a:lnTo>
                  <a:lnTo>
                    <a:pt x="9284258" y="1709464"/>
                  </a:lnTo>
                  <a:lnTo>
                    <a:pt x="9332586" y="1752002"/>
                  </a:lnTo>
                  <a:lnTo>
                    <a:pt x="9347647" y="1764346"/>
                  </a:lnTo>
                  <a:lnTo>
                    <a:pt x="9399031" y="1803254"/>
                  </a:lnTo>
                  <a:lnTo>
                    <a:pt x="9452814" y="1838817"/>
                  </a:lnTo>
                  <a:lnTo>
                    <a:pt x="9509660" y="1871153"/>
                  </a:lnTo>
                  <a:lnTo>
                    <a:pt x="9570298" y="1900485"/>
                  </a:lnTo>
                  <a:lnTo>
                    <a:pt x="9635485" y="1927086"/>
                  </a:lnTo>
                  <a:lnTo>
                    <a:pt x="9705963" y="1951236"/>
                  </a:lnTo>
                  <a:lnTo>
                    <a:pt x="9782415" y="1973200"/>
                  </a:lnTo>
                  <a:lnTo>
                    <a:pt x="9865394" y="1993211"/>
                  </a:lnTo>
                  <a:lnTo>
                    <a:pt x="9955243" y="2011466"/>
                  </a:lnTo>
                  <a:lnTo>
                    <a:pt x="10051978" y="2028114"/>
                  </a:lnTo>
                  <a:lnTo>
                    <a:pt x="10155165" y="2043261"/>
                  </a:lnTo>
                  <a:lnTo>
                    <a:pt x="10263769" y="2056967"/>
                  </a:lnTo>
                  <a:lnTo>
                    <a:pt x="10376039" y="2069251"/>
                  </a:lnTo>
                  <a:lnTo>
                    <a:pt x="10489445" y="2080101"/>
                  </a:lnTo>
                  <a:lnTo>
                    <a:pt x="10600716" y="2089488"/>
                  </a:lnTo>
                  <a:lnTo>
                    <a:pt x="10706059" y="2097385"/>
                  </a:lnTo>
                  <a:lnTo>
                    <a:pt x="10801530" y="2103790"/>
                  </a:lnTo>
                  <a:lnTo>
                    <a:pt x="10883561" y="2108744"/>
                  </a:lnTo>
                  <a:lnTo>
                    <a:pt x="10949527" y="2112350"/>
                  </a:lnTo>
                  <a:lnTo>
                    <a:pt x="10998226" y="2114770"/>
                  </a:lnTo>
                  <a:lnTo>
                    <a:pt x="11030146" y="2116217"/>
                  </a:lnTo>
                  <a:lnTo>
                    <a:pt x="11047497" y="2116936"/>
                  </a:lnTo>
                  <a:lnTo>
                    <a:pt x="11054041" y="2117186"/>
                  </a:lnTo>
                  <a:lnTo>
                    <a:pt x="11054891" y="2117216"/>
                  </a:lnTo>
                  <a:lnTo>
                    <a:pt x="12049831" y="2117216"/>
                  </a:lnTo>
                  <a:lnTo>
                    <a:pt x="12049831" y="21172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2" name="pl1981"/>
            <p:cNvSpPr/>
            <p:nvPr/>
          </p:nvSpPr>
          <p:spPr>
            <a:xfrm>
              <a:off x="1199187" y="1362400"/>
              <a:ext cx="12049831" cy="4768977"/>
            </a:xfrm>
            <a:custGeom>
              <a:avLst/>
              <a:pathLst>
                <a:path w="12049831" h="4768977">
                  <a:moveTo>
                    <a:pt x="12049831" y="2117216"/>
                  </a:moveTo>
                  <a:lnTo>
                    <a:pt x="11054891" y="2117216"/>
                  </a:lnTo>
                  <a:lnTo>
                    <a:pt x="11053789" y="2117176"/>
                  </a:lnTo>
                  <a:lnTo>
                    <a:pt x="11046513" y="2116897"/>
                  </a:lnTo>
                  <a:lnTo>
                    <a:pt x="11028058" y="2116127"/>
                  </a:lnTo>
                  <a:lnTo>
                    <a:pt x="10994785" y="2114607"/>
                  </a:lnTo>
                  <a:lnTo>
                    <a:pt x="10944624" y="2112095"/>
                  </a:lnTo>
                  <a:lnTo>
                    <a:pt x="10877234" y="2108380"/>
                  </a:lnTo>
                  <a:lnTo>
                    <a:pt x="10793951" y="2103306"/>
                  </a:lnTo>
                  <a:lnTo>
                    <a:pt x="10697501" y="2096777"/>
                  </a:lnTo>
                  <a:lnTo>
                    <a:pt x="10591505" y="2088753"/>
                  </a:lnTo>
                  <a:lnTo>
                    <a:pt x="10479912" y="2079242"/>
                  </a:lnTo>
                  <a:lnTo>
                    <a:pt x="10366486" y="2068270"/>
                  </a:lnTo>
                  <a:lnTo>
                    <a:pt x="10254437" y="2055865"/>
                  </a:lnTo>
                  <a:lnTo>
                    <a:pt x="10146233" y="2042039"/>
                  </a:lnTo>
                  <a:lnTo>
                    <a:pt x="10043560" y="2026769"/>
                  </a:lnTo>
                  <a:lnTo>
                    <a:pt x="9947396" y="2009990"/>
                  </a:lnTo>
                  <a:lnTo>
                    <a:pt x="9858133" y="1991594"/>
                  </a:lnTo>
                  <a:lnTo>
                    <a:pt x="9775721" y="1971425"/>
                  </a:lnTo>
                  <a:lnTo>
                    <a:pt x="9699797" y="1949287"/>
                  </a:lnTo>
                  <a:lnTo>
                    <a:pt x="9629792" y="1924940"/>
                  </a:lnTo>
                  <a:lnTo>
                    <a:pt x="9565018" y="1898120"/>
                  </a:lnTo>
                  <a:lnTo>
                    <a:pt x="9504729" y="1868545"/>
                  </a:lnTo>
                  <a:lnTo>
                    <a:pt x="9448169" y="1835945"/>
                  </a:lnTo>
                  <a:lnTo>
                    <a:pt x="9394613" y="1800102"/>
                  </a:lnTo>
                  <a:lnTo>
                    <a:pt x="9347647" y="1764346"/>
                  </a:lnTo>
                  <a:lnTo>
                    <a:pt x="9298876" y="1722806"/>
                  </a:lnTo>
                  <a:lnTo>
                    <a:pt x="9251407" y="1677963"/>
                  </a:lnTo>
                  <a:lnTo>
                    <a:pt x="9204855" y="1629751"/>
                  </a:lnTo>
                  <a:lnTo>
                    <a:pt x="9158917" y="1578169"/>
                  </a:lnTo>
                  <a:lnTo>
                    <a:pt x="9113358" y="1523288"/>
                  </a:lnTo>
                  <a:lnTo>
                    <a:pt x="9067999" y="1465257"/>
                  </a:lnTo>
                  <a:lnTo>
                    <a:pt x="9022712" y="1404306"/>
                  </a:lnTo>
                  <a:lnTo>
                    <a:pt x="8977414" y="1340749"/>
                  </a:lnTo>
                  <a:lnTo>
                    <a:pt x="8932058" y="1274974"/>
                  </a:lnTo>
                  <a:lnTo>
                    <a:pt x="8886627" y="1207444"/>
                  </a:lnTo>
                  <a:lnTo>
                    <a:pt x="8841131" y="1138677"/>
                  </a:lnTo>
                  <a:lnTo>
                    <a:pt x="8795594" y="1069236"/>
                  </a:lnTo>
                  <a:lnTo>
                    <a:pt x="8750052" y="999704"/>
                  </a:lnTo>
                  <a:lnTo>
                    <a:pt x="8704540" y="930670"/>
                  </a:lnTo>
                  <a:lnTo>
                    <a:pt x="8659087" y="862704"/>
                  </a:lnTo>
                  <a:lnTo>
                    <a:pt x="8613709" y="796342"/>
                  </a:lnTo>
                  <a:lnTo>
                    <a:pt x="8568396" y="732062"/>
                  </a:lnTo>
                  <a:lnTo>
                    <a:pt x="8523113" y="670278"/>
                  </a:lnTo>
                  <a:lnTo>
                    <a:pt x="8477788" y="611327"/>
                  </a:lnTo>
                  <a:lnTo>
                    <a:pt x="8432306" y="555465"/>
                  </a:lnTo>
                  <a:lnTo>
                    <a:pt x="8386506" y="502864"/>
                  </a:lnTo>
                  <a:lnTo>
                    <a:pt x="8340171" y="453620"/>
                  </a:lnTo>
                  <a:lnTo>
                    <a:pt x="8293018" y="407752"/>
                  </a:lnTo>
                  <a:lnTo>
                    <a:pt x="8244691" y="365213"/>
                  </a:lnTo>
                  <a:lnTo>
                    <a:pt x="8229629" y="352869"/>
                  </a:lnTo>
                  <a:lnTo>
                    <a:pt x="8178245" y="313961"/>
                  </a:lnTo>
                  <a:lnTo>
                    <a:pt x="8124462" y="278398"/>
                  </a:lnTo>
                  <a:lnTo>
                    <a:pt x="8067617" y="246063"/>
                  </a:lnTo>
                  <a:lnTo>
                    <a:pt x="8006978" y="216731"/>
                  </a:lnTo>
                  <a:lnTo>
                    <a:pt x="7941792" y="190130"/>
                  </a:lnTo>
                  <a:lnTo>
                    <a:pt x="7871313" y="165979"/>
                  </a:lnTo>
                  <a:lnTo>
                    <a:pt x="7794861" y="144016"/>
                  </a:lnTo>
                  <a:lnTo>
                    <a:pt x="7711882" y="124004"/>
                  </a:lnTo>
                  <a:lnTo>
                    <a:pt x="7622034" y="105749"/>
                  </a:lnTo>
                  <a:lnTo>
                    <a:pt x="7525298" y="89101"/>
                  </a:lnTo>
                  <a:lnTo>
                    <a:pt x="7422112" y="73954"/>
                  </a:lnTo>
                  <a:lnTo>
                    <a:pt x="7313508" y="60249"/>
                  </a:lnTo>
                  <a:lnTo>
                    <a:pt x="7201237" y="47965"/>
                  </a:lnTo>
                  <a:lnTo>
                    <a:pt x="7087832" y="37114"/>
                  </a:lnTo>
                  <a:lnTo>
                    <a:pt x="6976560" y="27727"/>
                  </a:lnTo>
                  <a:lnTo>
                    <a:pt x="6871217" y="19830"/>
                  </a:lnTo>
                  <a:lnTo>
                    <a:pt x="6775747" y="13426"/>
                  </a:lnTo>
                  <a:lnTo>
                    <a:pt x="6693716" y="8471"/>
                  </a:lnTo>
                  <a:lnTo>
                    <a:pt x="6627749" y="4865"/>
                  </a:lnTo>
                  <a:lnTo>
                    <a:pt x="6579051" y="2445"/>
                  </a:lnTo>
                  <a:lnTo>
                    <a:pt x="6547130" y="998"/>
                  </a:lnTo>
                  <a:lnTo>
                    <a:pt x="6529780" y="279"/>
                  </a:lnTo>
                  <a:lnTo>
                    <a:pt x="6523235" y="3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570" y="69"/>
                  </a:lnTo>
                  <a:lnTo>
                    <a:pt x="5520765" y="565"/>
                  </a:lnTo>
                  <a:lnTo>
                    <a:pt x="5505955" y="1935"/>
                  </a:lnTo>
                  <a:lnTo>
                    <a:pt x="5479042" y="4637"/>
                  </a:lnTo>
                  <a:lnTo>
                    <a:pt x="5438044" y="9116"/>
                  </a:lnTo>
                  <a:lnTo>
                    <a:pt x="5382223" y="15772"/>
                  </a:lnTo>
                  <a:lnTo>
                    <a:pt x="5312108" y="24926"/>
                  </a:lnTo>
                  <a:lnTo>
                    <a:pt x="5229365" y="36805"/>
                  </a:lnTo>
                  <a:lnTo>
                    <a:pt x="5136523" y="51531"/>
                  </a:lnTo>
                  <a:lnTo>
                    <a:pt x="5036602" y="69141"/>
                  </a:lnTo>
                  <a:lnTo>
                    <a:pt x="4932728" y="89608"/>
                  </a:lnTo>
                  <a:lnTo>
                    <a:pt x="4827812" y="112879"/>
                  </a:lnTo>
                  <a:lnTo>
                    <a:pt x="4724322" y="138905"/>
                  </a:lnTo>
                  <a:lnTo>
                    <a:pt x="4624171" y="167670"/>
                  </a:lnTo>
                  <a:lnTo>
                    <a:pt x="4528702" y="199214"/>
                  </a:lnTo>
                  <a:lnTo>
                    <a:pt x="4438732" y="233643"/>
                  </a:lnTo>
                  <a:lnTo>
                    <a:pt x="4354637" y="271138"/>
                  </a:lnTo>
                  <a:lnTo>
                    <a:pt x="4276450" y="311956"/>
                  </a:lnTo>
                  <a:lnTo>
                    <a:pt x="4203950" y="356427"/>
                  </a:lnTo>
                  <a:lnTo>
                    <a:pt x="4136739" y="404948"/>
                  </a:lnTo>
                  <a:lnTo>
                    <a:pt x="4074308" y="457973"/>
                  </a:lnTo>
                  <a:lnTo>
                    <a:pt x="4016085" y="515993"/>
                  </a:lnTo>
                  <a:lnTo>
                    <a:pt x="3961473" y="579510"/>
                  </a:lnTo>
                  <a:lnTo>
                    <a:pt x="3909877" y="648986"/>
                  </a:lnTo>
                  <a:lnTo>
                    <a:pt x="3860733" y="724776"/>
                  </a:lnTo>
                  <a:lnTo>
                    <a:pt x="3820202" y="794829"/>
                  </a:lnTo>
                  <a:lnTo>
                    <a:pt x="3784407" y="862500"/>
                  </a:lnTo>
                  <a:lnTo>
                    <a:pt x="3749368" y="934116"/>
                  </a:lnTo>
                  <a:lnTo>
                    <a:pt x="3714923" y="1009755"/>
                  </a:lnTo>
                  <a:lnTo>
                    <a:pt x="3680932" y="1089458"/>
                  </a:lnTo>
                  <a:lnTo>
                    <a:pt x="3647279" y="1173222"/>
                  </a:lnTo>
                  <a:lnTo>
                    <a:pt x="3613866" y="1261000"/>
                  </a:lnTo>
                  <a:lnTo>
                    <a:pt x="3580615" y="1352694"/>
                  </a:lnTo>
                  <a:lnTo>
                    <a:pt x="3547460" y="1448156"/>
                  </a:lnTo>
                  <a:lnTo>
                    <a:pt x="3514352" y="1547184"/>
                  </a:lnTo>
                  <a:lnTo>
                    <a:pt x="3481253" y="1649523"/>
                  </a:lnTo>
                  <a:lnTo>
                    <a:pt x="3448137" y="1754868"/>
                  </a:lnTo>
                  <a:lnTo>
                    <a:pt x="3414989" y="1862864"/>
                  </a:lnTo>
                  <a:lnTo>
                    <a:pt x="3381801" y="1973108"/>
                  </a:lnTo>
                  <a:lnTo>
                    <a:pt x="3348575" y="2085162"/>
                  </a:lnTo>
                  <a:lnTo>
                    <a:pt x="3315315" y="2198552"/>
                  </a:lnTo>
                  <a:lnTo>
                    <a:pt x="3282033" y="2312781"/>
                  </a:lnTo>
                  <a:lnTo>
                    <a:pt x="3248742" y="2427334"/>
                  </a:lnTo>
                  <a:lnTo>
                    <a:pt x="3215457" y="2541693"/>
                  </a:lnTo>
                  <a:lnTo>
                    <a:pt x="3182190" y="2655342"/>
                  </a:lnTo>
                  <a:lnTo>
                    <a:pt x="3148954" y="2767779"/>
                  </a:lnTo>
                  <a:lnTo>
                    <a:pt x="3115757" y="2878522"/>
                  </a:lnTo>
                  <a:lnTo>
                    <a:pt x="3082599" y="2987124"/>
                  </a:lnTo>
                  <a:lnTo>
                    <a:pt x="3049476" y="3093172"/>
                  </a:lnTo>
                  <a:lnTo>
                    <a:pt x="3016375" y="3196300"/>
                  </a:lnTo>
                  <a:lnTo>
                    <a:pt x="2983272" y="3296189"/>
                  </a:lnTo>
                  <a:lnTo>
                    <a:pt x="2950133" y="3392570"/>
                  </a:lnTo>
                  <a:lnTo>
                    <a:pt x="2916912" y="3485230"/>
                  </a:lnTo>
                  <a:lnTo>
                    <a:pt x="2883547" y="3574006"/>
                  </a:lnTo>
                  <a:lnTo>
                    <a:pt x="2849962" y="3658788"/>
                  </a:lnTo>
                  <a:lnTo>
                    <a:pt x="2816067" y="3739517"/>
                  </a:lnTo>
                  <a:lnTo>
                    <a:pt x="2781748" y="3816178"/>
                  </a:lnTo>
                  <a:lnTo>
                    <a:pt x="2746874" y="3888802"/>
                  </a:lnTo>
                  <a:lnTo>
                    <a:pt x="2711287" y="3957458"/>
                  </a:lnTo>
                  <a:lnTo>
                    <a:pt x="2702183" y="3974147"/>
                  </a:lnTo>
                  <a:lnTo>
                    <a:pt x="2654732" y="4055470"/>
                  </a:lnTo>
                  <a:lnTo>
                    <a:pt x="2605269" y="4130339"/>
                  </a:lnTo>
                  <a:lnTo>
                    <a:pt x="2553276" y="4198935"/>
                  </a:lnTo>
                  <a:lnTo>
                    <a:pt x="2498183" y="4261633"/>
                  </a:lnTo>
                  <a:lnTo>
                    <a:pt x="2439393" y="4318906"/>
                  </a:lnTo>
                  <a:lnTo>
                    <a:pt x="2376310" y="4371255"/>
                  </a:lnTo>
                  <a:lnTo>
                    <a:pt x="2308369" y="4419168"/>
                  </a:lnTo>
                  <a:lnTo>
                    <a:pt x="2235074" y="4463092"/>
                  </a:lnTo>
                  <a:lnTo>
                    <a:pt x="2156048" y="4503415"/>
                  </a:lnTo>
                  <a:lnTo>
                    <a:pt x="2071102" y="4540456"/>
                  </a:lnTo>
                  <a:lnTo>
                    <a:pt x="1980310" y="4574462"/>
                  </a:lnTo>
                  <a:lnTo>
                    <a:pt x="1884108" y="4605602"/>
                  </a:lnTo>
                  <a:lnTo>
                    <a:pt x="1783382" y="4633974"/>
                  </a:lnTo>
                  <a:lnTo>
                    <a:pt x="1679556" y="4659606"/>
                  </a:lnTo>
                  <a:lnTo>
                    <a:pt x="1574626" y="4682478"/>
                  </a:lnTo>
                  <a:lnTo>
                    <a:pt x="1471132" y="4702538"/>
                  </a:lnTo>
                  <a:lnTo>
                    <a:pt x="1372033" y="4719735"/>
                  </a:lnTo>
                  <a:lnTo>
                    <a:pt x="1280462" y="4734049"/>
                  </a:lnTo>
                  <a:lnTo>
                    <a:pt x="1199392" y="4745526"/>
                  </a:lnTo>
                  <a:lnTo>
                    <a:pt x="1131249" y="4754306"/>
                  </a:lnTo>
                  <a:lnTo>
                    <a:pt x="1077551" y="4760628"/>
                  </a:lnTo>
                  <a:lnTo>
                    <a:pt x="1038650" y="4764826"/>
                  </a:lnTo>
                  <a:lnTo>
                    <a:pt x="1013623" y="4767308"/>
                  </a:lnTo>
                  <a:lnTo>
                    <a:pt x="1000320" y="4768525"/>
                  </a:lnTo>
                  <a:lnTo>
                    <a:pt x="995494" y="4768933"/>
                  </a:lnTo>
                  <a:lnTo>
                    <a:pt x="994940" y="4768977"/>
                  </a:lnTo>
                  <a:lnTo>
                    <a:pt x="0" y="4768977"/>
                  </a:lnTo>
                  <a:lnTo>
                    <a:pt x="0" y="47689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3" name="pg1982"/>
            <p:cNvSpPr/>
            <p:nvPr/>
          </p:nvSpPr>
          <p:spPr>
            <a:xfrm>
              <a:off x="1199187" y="1535341"/>
              <a:ext cx="12049831" cy="4606517"/>
            </a:xfrm>
            <a:custGeom>
              <a:avLst/>
              <a:pathLst>
                <a:path w="12049831" h="4606517">
                  <a:moveTo>
                    <a:pt x="0" y="4606517"/>
                  </a:moveTo>
                  <a:lnTo>
                    <a:pt x="994940" y="4606517"/>
                  </a:lnTo>
                  <a:lnTo>
                    <a:pt x="995932" y="4606440"/>
                  </a:lnTo>
                  <a:lnTo>
                    <a:pt x="1002499" y="4605896"/>
                  </a:lnTo>
                  <a:lnTo>
                    <a:pt x="1019199" y="4604392"/>
                  </a:lnTo>
                  <a:lnTo>
                    <a:pt x="1049421" y="4601426"/>
                  </a:lnTo>
                  <a:lnTo>
                    <a:pt x="1095208" y="4596516"/>
                  </a:lnTo>
                  <a:lnTo>
                    <a:pt x="1157115" y="4589239"/>
                  </a:lnTo>
                  <a:lnTo>
                    <a:pt x="1234214" y="4579266"/>
                  </a:lnTo>
                  <a:lnTo>
                    <a:pt x="1324299" y="4566381"/>
                  </a:lnTo>
                  <a:lnTo>
                    <a:pt x="1424273" y="4550483"/>
                  </a:lnTo>
                  <a:lnTo>
                    <a:pt x="1530616" y="4531561"/>
                  </a:lnTo>
                  <a:lnTo>
                    <a:pt x="1639843" y="4509661"/>
                  </a:lnTo>
                  <a:lnTo>
                    <a:pt x="1748854" y="4484842"/>
                  </a:lnTo>
                  <a:lnTo>
                    <a:pt x="1855151" y="4457143"/>
                  </a:lnTo>
                  <a:lnTo>
                    <a:pt x="1956917" y="4426551"/>
                  </a:lnTo>
                  <a:lnTo>
                    <a:pt x="2052986" y="4392980"/>
                  </a:lnTo>
                  <a:lnTo>
                    <a:pt x="2142755" y="4356263"/>
                  </a:lnTo>
                  <a:lnTo>
                    <a:pt x="2226070" y="4316145"/>
                  </a:lnTo>
                  <a:lnTo>
                    <a:pt x="2303112" y="4272286"/>
                  </a:lnTo>
                  <a:lnTo>
                    <a:pt x="2374289" y="4224269"/>
                  </a:lnTo>
                  <a:lnTo>
                    <a:pt x="2440159" y="4171607"/>
                  </a:lnTo>
                  <a:lnTo>
                    <a:pt x="2501363" y="4113766"/>
                  </a:lnTo>
                  <a:lnTo>
                    <a:pt x="2558579" y="4050196"/>
                  </a:lnTo>
                  <a:lnTo>
                    <a:pt x="2612483" y="3980387"/>
                  </a:lnTo>
                  <a:lnTo>
                    <a:pt x="2663717" y="3903947"/>
                  </a:lnTo>
                  <a:lnTo>
                    <a:pt x="2702183" y="3839637"/>
                  </a:lnTo>
                  <a:lnTo>
                    <a:pt x="2738544" y="3773271"/>
                  </a:lnTo>
                  <a:lnTo>
                    <a:pt x="2774127" y="3702975"/>
                  </a:lnTo>
                  <a:lnTo>
                    <a:pt x="2809102" y="3628670"/>
                  </a:lnTo>
                  <a:lnTo>
                    <a:pt x="2843615" y="3550317"/>
                  </a:lnTo>
                  <a:lnTo>
                    <a:pt x="2877785" y="3467920"/>
                  </a:lnTo>
                  <a:lnTo>
                    <a:pt x="2911715" y="3381533"/>
                  </a:lnTo>
                  <a:lnTo>
                    <a:pt x="2945485" y="3291257"/>
                  </a:lnTo>
                  <a:lnTo>
                    <a:pt x="2979163" y="3197249"/>
                  </a:lnTo>
                  <a:lnTo>
                    <a:pt x="3012797" y="3099718"/>
                  </a:lnTo>
                  <a:lnTo>
                    <a:pt x="3046426" y="2998931"/>
                  </a:lnTo>
                  <a:lnTo>
                    <a:pt x="3080076" y="2895203"/>
                  </a:lnTo>
                  <a:lnTo>
                    <a:pt x="3113762" y="2788904"/>
                  </a:lnTo>
                  <a:lnTo>
                    <a:pt x="3147488" y="2680445"/>
                  </a:lnTo>
                  <a:lnTo>
                    <a:pt x="3181254" y="2570280"/>
                  </a:lnTo>
                  <a:lnTo>
                    <a:pt x="3215052" y="2458894"/>
                  </a:lnTo>
                  <a:lnTo>
                    <a:pt x="3248870" y="2346794"/>
                  </a:lnTo>
                  <a:lnTo>
                    <a:pt x="3282693" y="2234503"/>
                  </a:lnTo>
                  <a:lnTo>
                    <a:pt x="3316507" y="2122546"/>
                  </a:lnTo>
                  <a:lnTo>
                    <a:pt x="3350297" y="2011442"/>
                  </a:lnTo>
                  <a:lnTo>
                    <a:pt x="3384053" y="1901693"/>
                  </a:lnTo>
                  <a:lnTo>
                    <a:pt x="3417768" y="1793777"/>
                  </a:lnTo>
                  <a:lnTo>
                    <a:pt x="3451443" y="1688136"/>
                  </a:lnTo>
                  <a:lnTo>
                    <a:pt x="3485085" y="1585172"/>
                  </a:lnTo>
                  <a:lnTo>
                    <a:pt x="3518713" y="1485239"/>
                  </a:lnTo>
                  <a:lnTo>
                    <a:pt x="3552355" y="1388641"/>
                  </a:lnTo>
                  <a:lnTo>
                    <a:pt x="3586052" y="1295627"/>
                  </a:lnTo>
                  <a:lnTo>
                    <a:pt x="3619858" y="1206393"/>
                  </a:lnTo>
                  <a:lnTo>
                    <a:pt x="3653844" y="1121081"/>
                  </a:lnTo>
                  <a:lnTo>
                    <a:pt x="3688097" y="1039778"/>
                  </a:lnTo>
                  <a:lnTo>
                    <a:pt x="3722722" y="962525"/>
                  </a:lnTo>
                  <a:lnTo>
                    <a:pt x="3757847" y="889313"/>
                  </a:lnTo>
                  <a:lnTo>
                    <a:pt x="3793623" y="820093"/>
                  </a:lnTo>
                  <a:lnTo>
                    <a:pt x="3820202" y="772120"/>
                  </a:lnTo>
                  <a:lnTo>
                    <a:pt x="3869757" y="690388"/>
                  </a:lnTo>
                  <a:lnTo>
                    <a:pt x="3921526" y="615432"/>
                  </a:lnTo>
                  <a:lnTo>
                    <a:pt x="3976103" y="547037"/>
                  </a:lnTo>
                  <a:lnTo>
                    <a:pt x="4034139" y="484775"/>
                  </a:lnTo>
                  <a:lnTo>
                    <a:pt x="4096314" y="428122"/>
                  </a:lnTo>
                  <a:lnTo>
                    <a:pt x="4163300" y="376528"/>
                  </a:lnTo>
                  <a:lnTo>
                    <a:pt x="4235725" y="329467"/>
                  </a:lnTo>
                  <a:lnTo>
                    <a:pt x="4314120" y="286466"/>
                  </a:lnTo>
                  <a:lnTo>
                    <a:pt x="4398852" y="247123"/>
                  </a:lnTo>
                  <a:lnTo>
                    <a:pt x="4490036" y="211118"/>
                  </a:lnTo>
                  <a:lnTo>
                    <a:pt x="4587430" y="178215"/>
                  </a:lnTo>
                  <a:lnTo>
                    <a:pt x="4690316" y="148264"/>
                  </a:lnTo>
                  <a:lnTo>
                    <a:pt x="4797391" y="121199"/>
                  </a:lnTo>
                  <a:lnTo>
                    <a:pt x="4906687" y="97019"/>
                  </a:lnTo>
                  <a:lnTo>
                    <a:pt x="5015562" y="75769"/>
                  </a:lnTo>
                  <a:lnTo>
                    <a:pt x="5120810" y="57511"/>
                  </a:lnTo>
                  <a:lnTo>
                    <a:pt x="5218900" y="42280"/>
                  </a:lnTo>
                  <a:lnTo>
                    <a:pt x="5306366" y="30050"/>
                  </a:lnTo>
                  <a:lnTo>
                    <a:pt x="5380267" y="20693"/>
                  </a:lnTo>
                  <a:lnTo>
                    <a:pt x="5438653" y="13969"/>
                  </a:lnTo>
                  <a:lnTo>
                    <a:pt x="5480910" y="9527"/>
                  </a:lnTo>
                  <a:lnTo>
                    <a:pt x="5507928" y="6926"/>
                  </a:lnTo>
                  <a:lnTo>
                    <a:pt x="5522061" y="5676"/>
                  </a:lnTo>
                  <a:lnTo>
                    <a:pt x="5526970" y="5276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397" y="5312"/>
                  </a:lnTo>
                  <a:lnTo>
                    <a:pt x="6530091" y="5823"/>
                  </a:lnTo>
                  <a:lnTo>
                    <a:pt x="6547104" y="7233"/>
                  </a:lnTo>
                  <a:lnTo>
                    <a:pt x="6577873" y="10014"/>
                  </a:lnTo>
                  <a:lnTo>
                    <a:pt x="6624447" y="14617"/>
                  </a:lnTo>
                  <a:lnTo>
                    <a:pt x="6687346" y="21436"/>
                  </a:lnTo>
                  <a:lnTo>
                    <a:pt x="6765569" y="30776"/>
                  </a:lnTo>
                  <a:lnTo>
                    <a:pt x="6856823" y="42835"/>
                  </a:lnTo>
                  <a:lnTo>
                    <a:pt x="6957914" y="57702"/>
                  </a:lnTo>
                  <a:lnTo>
                    <a:pt x="7065243" y="75383"/>
                  </a:lnTo>
                  <a:lnTo>
                    <a:pt x="7175271" y="95836"/>
                  </a:lnTo>
                  <a:lnTo>
                    <a:pt x="7284874" y="119002"/>
                  </a:lnTo>
                  <a:lnTo>
                    <a:pt x="7391557" y="144850"/>
                  </a:lnTo>
                  <a:lnTo>
                    <a:pt x="7493522" y="173397"/>
                  </a:lnTo>
                  <a:lnTo>
                    <a:pt x="7589636" y="204729"/>
                  </a:lnTo>
                  <a:lnTo>
                    <a:pt x="7679333" y="239011"/>
                  </a:lnTo>
                  <a:lnTo>
                    <a:pt x="7762497" y="276491"/>
                  </a:lnTo>
                  <a:lnTo>
                    <a:pt x="7839340" y="317495"/>
                  </a:lnTo>
                  <a:lnTo>
                    <a:pt x="7910302" y="362423"/>
                  </a:lnTo>
                  <a:lnTo>
                    <a:pt x="7975964" y="411738"/>
                  </a:lnTo>
                  <a:lnTo>
                    <a:pt x="8036989" y="465944"/>
                  </a:lnTo>
                  <a:lnTo>
                    <a:pt x="8094069" y="525554"/>
                  </a:lnTo>
                  <a:lnTo>
                    <a:pt x="8147889" y="591039"/>
                  </a:lnTo>
                  <a:lnTo>
                    <a:pt x="8199098" y="662738"/>
                  </a:lnTo>
                  <a:lnTo>
                    <a:pt x="8229629" y="710105"/>
                  </a:lnTo>
                  <a:lnTo>
                    <a:pt x="8267338" y="773463"/>
                  </a:lnTo>
                  <a:lnTo>
                    <a:pt x="8304216" y="840713"/>
                  </a:lnTo>
                  <a:lnTo>
                    <a:pt x="8340453" y="911933"/>
                  </a:lnTo>
                  <a:lnTo>
                    <a:pt x="8376208" y="987160"/>
                  </a:lnTo>
                  <a:lnTo>
                    <a:pt x="8411612" y="1066382"/>
                  </a:lnTo>
                  <a:lnTo>
                    <a:pt x="8446775" y="1149537"/>
                  </a:lnTo>
                  <a:lnTo>
                    <a:pt x="8481783" y="1236510"/>
                  </a:lnTo>
                  <a:lnTo>
                    <a:pt x="8516707" y="1327125"/>
                  </a:lnTo>
                  <a:lnTo>
                    <a:pt x="8551598" y="1421151"/>
                  </a:lnTo>
                  <a:lnTo>
                    <a:pt x="8586494" y="1518300"/>
                  </a:lnTo>
                  <a:lnTo>
                    <a:pt x="8621420" y="1618226"/>
                  </a:lnTo>
                  <a:lnTo>
                    <a:pt x="8656387" y="1720533"/>
                  </a:lnTo>
                  <a:lnTo>
                    <a:pt x="8691399" y="1824779"/>
                  </a:lnTo>
                  <a:lnTo>
                    <a:pt x="8726450" y="1930482"/>
                  </a:lnTo>
                  <a:lnTo>
                    <a:pt x="8761529" y="2037132"/>
                  </a:lnTo>
                  <a:lnTo>
                    <a:pt x="8796621" y="2144198"/>
                  </a:lnTo>
                  <a:lnTo>
                    <a:pt x="8831709" y="2251142"/>
                  </a:lnTo>
                  <a:lnTo>
                    <a:pt x="8866776" y="2357426"/>
                  </a:lnTo>
                  <a:lnTo>
                    <a:pt x="8901811" y="2462528"/>
                  </a:lnTo>
                  <a:lnTo>
                    <a:pt x="8936802" y="2565949"/>
                  </a:lnTo>
                  <a:lnTo>
                    <a:pt x="8971750" y="2667225"/>
                  </a:lnTo>
                  <a:lnTo>
                    <a:pt x="9006660" y="2765934"/>
                  </a:lnTo>
                  <a:lnTo>
                    <a:pt x="9041550" y="2861702"/>
                  </a:lnTo>
                  <a:lnTo>
                    <a:pt x="9076451" y="2954209"/>
                  </a:lnTo>
                  <a:lnTo>
                    <a:pt x="9111406" y="3043192"/>
                  </a:lnTo>
                  <a:lnTo>
                    <a:pt x="9146474" y="3128446"/>
                  </a:lnTo>
                  <a:lnTo>
                    <a:pt x="9181735" y="3209823"/>
                  </a:lnTo>
                  <a:lnTo>
                    <a:pt x="9217284" y="3287232"/>
                  </a:lnTo>
                  <a:lnTo>
                    <a:pt x="9253240" y="3360635"/>
                  </a:lnTo>
                  <a:lnTo>
                    <a:pt x="9289747" y="3430041"/>
                  </a:lnTo>
                  <a:lnTo>
                    <a:pt x="9326978" y="3495508"/>
                  </a:lnTo>
                  <a:lnTo>
                    <a:pt x="9347647" y="3529567"/>
                  </a:lnTo>
                  <a:lnTo>
                    <a:pt x="9397538" y="3605166"/>
                  </a:lnTo>
                  <a:lnTo>
                    <a:pt x="9449675" y="3674455"/>
                  </a:lnTo>
                  <a:lnTo>
                    <a:pt x="9504666" y="3737638"/>
                  </a:lnTo>
                  <a:lnTo>
                    <a:pt x="9563175" y="3795118"/>
                  </a:lnTo>
                  <a:lnTo>
                    <a:pt x="9625897" y="3847388"/>
                  </a:lnTo>
                  <a:lnTo>
                    <a:pt x="9693516" y="3894963"/>
                  </a:lnTo>
                  <a:lnTo>
                    <a:pt x="9766669" y="3938336"/>
                  </a:lnTo>
                  <a:lnTo>
                    <a:pt x="9845894" y="3977945"/>
                  </a:lnTo>
                  <a:lnTo>
                    <a:pt x="9931552" y="4014165"/>
                  </a:lnTo>
                  <a:lnTo>
                    <a:pt x="10023745" y="4047291"/>
                  </a:lnTo>
                  <a:lnTo>
                    <a:pt x="10122197" y="4077541"/>
                  </a:lnTo>
                  <a:lnTo>
                    <a:pt x="10226139" y="4105047"/>
                  </a:lnTo>
                  <a:lnTo>
                    <a:pt x="10334192" y="4129868"/>
                  </a:lnTo>
                  <a:lnTo>
                    <a:pt x="10444290" y="4152000"/>
                  </a:lnTo>
                  <a:lnTo>
                    <a:pt x="10553681" y="4171397"/>
                  </a:lnTo>
                  <a:lnTo>
                    <a:pt x="10659050" y="4188003"/>
                  </a:lnTo>
                  <a:lnTo>
                    <a:pt x="10756784" y="4201789"/>
                  </a:lnTo>
                  <a:lnTo>
                    <a:pt x="10843382" y="4212789"/>
                  </a:lnTo>
                  <a:lnTo>
                    <a:pt x="10915939" y="4221134"/>
                  </a:lnTo>
                  <a:lnTo>
                    <a:pt x="10972618" y="4227062"/>
                  </a:lnTo>
                  <a:lnTo>
                    <a:pt x="11012987" y="4230916"/>
                  </a:lnTo>
                  <a:lnTo>
                    <a:pt x="11038161" y="4233116"/>
                  </a:lnTo>
                  <a:lnTo>
                    <a:pt x="11050744" y="4234126"/>
                  </a:lnTo>
                  <a:lnTo>
                    <a:pt x="11054649" y="4234415"/>
                  </a:lnTo>
                  <a:lnTo>
                    <a:pt x="11054891" y="4234432"/>
                  </a:lnTo>
                  <a:lnTo>
                    <a:pt x="12049831" y="4234432"/>
                  </a:lnTo>
                  <a:lnTo>
                    <a:pt x="12049831" y="4229191"/>
                  </a:lnTo>
                  <a:lnTo>
                    <a:pt x="11054891" y="4229191"/>
                  </a:lnTo>
                  <a:lnTo>
                    <a:pt x="11053879" y="4229119"/>
                  </a:lnTo>
                  <a:lnTo>
                    <a:pt x="11047186" y="4228609"/>
                  </a:lnTo>
                  <a:lnTo>
                    <a:pt x="11030172" y="4227198"/>
                  </a:lnTo>
                  <a:lnTo>
                    <a:pt x="10999403" y="4224417"/>
                  </a:lnTo>
                  <a:lnTo>
                    <a:pt x="10952829" y="4219814"/>
                  </a:lnTo>
                  <a:lnTo>
                    <a:pt x="10889931" y="4212995"/>
                  </a:lnTo>
                  <a:lnTo>
                    <a:pt x="10811707" y="4203655"/>
                  </a:lnTo>
                  <a:lnTo>
                    <a:pt x="10720454" y="4191597"/>
                  </a:lnTo>
                  <a:lnTo>
                    <a:pt x="10619363" y="4176730"/>
                  </a:lnTo>
                  <a:lnTo>
                    <a:pt x="10512034" y="4159048"/>
                  </a:lnTo>
                  <a:lnTo>
                    <a:pt x="10402006" y="4138596"/>
                  </a:lnTo>
                  <a:lnTo>
                    <a:pt x="10292403" y="4115429"/>
                  </a:lnTo>
                  <a:lnTo>
                    <a:pt x="10185719" y="4089581"/>
                  </a:lnTo>
                  <a:lnTo>
                    <a:pt x="10083754" y="4061035"/>
                  </a:lnTo>
                  <a:lnTo>
                    <a:pt x="9987640" y="4029702"/>
                  </a:lnTo>
                  <a:lnTo>
                    <a:pt x="9897943" y="3995420"/>
                  </a:lnTo>
                  <a:lnTo>
                    <a:pt x="9814780" y="3957940"/>
                  </a:lnTo>
                  <a:lnTo>
                    <a:pt x="9737936" y="3916937"/>
                  </a:lnTo>
                  <a:lnTo>
                    <a:pt x="9666975" y="3872009"/>
                  </a:lnTo>
                  <a:lnTo>
                    <a:pt x="9601312" y="3822694"/>
                  </a:lnTo>
                  <a:lnTo>
                    <a:pt x="9540287" y="3768488"/>
                  </a:lnTo>
                  <a:lnTo>
                    <a:pt x="9483208" y="3708877"/>
                  </a:lnTo>
                  <a:lnTo>
                    <a:pt x="9429387" y="3643393"/>
                  </a:lnTo>
                  <a:lnTo>
                    <a:pt x="9378178" y="3571693"/>
                  </a:lnTo>
                  <a:lnTo>
                    <a:pt x="9347647" y="3524326"/>
                  </a:lnTo>
                  <a:lnTo>
                    <a:pt x="9309939" y="3460968"/>
                  </a:lnTo>
                  <a:lnTo>
                    <a:pt x="9273060" y="3393718"/>
                  </a:lnTo>
                  <a:lnTo>
                    <a:pt x="9236823" y="3322498"/>
                  </a:lnTo>
                  <a:lnTo>
                    <a:pt x="9201069" y="3247272"/>
                  </a:lnTo>
                  <a:lnTo>
                    <a:pt x="9165664" y="3168049"/>
                  </a:lnTo>
                  <a:lnTo>
                    <a:pt x="9130502" y="3084894"/>
                  </a:lnTo>
                  <a:lnTo>
                    <a:pt x="9095494" y="2997922"/>
                  </a:lnTo>
                  <a:lnTo>
                    <a:pt x="9060570" y="2907307"/>
                  </a:lnTo>
                  <a:lnTo>
                    <a:pt x="9025679" y="2813280"/>
                  </a:lnTo>
                  <a:lnTo>
                    <a:pt x="8990782" y="2716132"/>
                  </a:lnTo>
                  <a:lnTo>
                    <a:pt x="8955857" y="2616205"/>
                  </a:lnTo>
                  <a:lnTo>
                    <a:pt x="8920889" y="2513898"/>
                  </a:lnTo>
                  <a:lnTo>
                    <a:pt x="8885877" y="2409652"/>
                  </a:lnTo>
                  <a:lnTo>
                    <a:pt x="8850827" y="2303949"/>
                  </a:lnTo>
                  <a:lnTo>
                    <a:pt x="8815748" y="2197299"/>
                  </a:lnTo>
                  <a:lnTo>
                    <a:pt x="8780656" y="2090233"/>
                  </a:lnTo>
                  <a:lnTo>
                    <a:pt x="8745568" y="1983290"/>
                  </a:lnTo>
                  <a:lnTo>
                    <a:pt x="8710500" y="1877005"/>
                  </a:lnTo>
                  <a:lnTo>
                    <a:pt x="8675466" y="1771904"/>
                  </a:lnTo>
                  <a:lnTo>
                    <a:pt x="8640474" y="1668482"/>
                  </a:lnTo>
                  <a:lnTo>
                    <a:pt x="8605527" y="1567206"/>
                  </a:lnTo>
                  <a:lnTo>
                    <a:pt x="8570616" y="1468497"/>
                  </a:lnTo>
                  <a:lnTo>
                    <a:pt x="8535726" y="1372729"/>
                  </a:lnTo>
                  <a:lnTo>
                    <a:pt x="8500826" y="1280222"/>
                  </a:lnTo>
                  <a:lnTo>
                    <a:pt x="8465871" y="1191239"/>
                  </a:lnTo>
                  <a:lnTo>
                    <a:pt x="8430802" y="1105986"/>
                  </a:lnTo>
                  <a:lnTo>
                    <a:pt x="8395542" y="1024608"/>
                  </a:lnTo>
                  <a:lnTo>
                    <a:pt x="8359993" y="947199"/>
                  </a:lnTo>
                  <a:lnTo>
                    <a:pt x="8324037" y="873797"/>
                  </a:lnTo>
                  <a:lnTo>
                    <a:pt x="8287529" y="804390"/>
                  </a:lnTo>
                  <a:lnTo>
                    <a:pt x="8250299" y="738923"/>
                  </a:lnTo>
                  <a:lnTo>
                    <a:pt x="8229629" y="704865"/>
                  </a:lnTo>
                  <a:lnTo>
                    <a:pt x="8179739" y="629266"/>
                  </a:lnTo>
                  <a:lnTo>
                    <a:pt x="8127601" y="559976"/>
                  </a:lnTo>
                  <a:lnTo>
                    <a:pt x="8072611" y="496793"/>
                  </a:lnTo>
                  <a:lnTo>
                    <a:pt x="8014101" y="439313"/>
                  </a:lnTo>
                  <a:lnTo>
                    <a:pt x="7951380" y="387043"/>
                  </a:lnTo>
                  <a:lnTo>
                    <a:pt x="7883761" y="339468"/>
                  </a:lnTo>
                  <a:lnTo>
                    <a:pt x="7810607" y="296096"/>
                  </a:lnTo>
                  <a:lnTo>
                    <a:pt x="7731383" y="256487"/>
                  </a:lnTo>
                  <a:lnTo>
                    <a:pt x="7645724" y="220267"/>
                  </a:lnTo>
                  <a:lnTo>
                    <a:pt x="7553532" y="187140"/>
                  </a:lnTo>
                  <a:lnTo>
                    <a:pt x="7455080" y="156891"/>
                  </a:lnTo>
                  <a:lnTo>
                    <a:pt x="7351138" y="129385"/>
                  </a:lnTo>
                  <a:lnTo>
                    <a:pt x="7243085" y="104563"/>
                  </a:lnTo>
                  <a:lnTo>
                    <a:pt x="7132987" y="82432"/>
                  </a:lnTo>
                  <a:lnTo>
                    <a:pt x="7023595" y="63034"/>
                  </a:lnTo>
                  <a:lnTo>
                    <a:pt x="6918226" y="46428"/>
                  </a:lnTo>
                  <a:lnTo>
                    <a:pt x="6820492" y="32642"/>
                  </a:lnTo>
                  <a:lnTo>
                    <a:pt x="6733895" y="21642"/>
                  </a:lnTo>
                  <a:lnTo>
                    <a:pt x="6661337" y="13298"/>
                  </a:lnTo>
                  <a:lnTo>
                    <a:pt x="6604659" y="7370"/>
                  </a:lnTo>
                  <a:lnTo>
                    <a:pt x="6564290" y="3516"/>
                  </a:lnTo>
                  <a:lnTo>
                    <a:pt x="6539115" y="1315"/>
                  </a:lnTo>
                  <a:lnTo>
                    <a:pt x="6526533" y="305"/>
                  </a:lnTo>
                  <a:lnTo>
                    <a:pt x="6522627" y="1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53" y="76"/>
                  </a:lnTo>
                  <a:lnTo>
                    <a:pt x="5519886" y="621"/>
                  </a:lnTo>
                  <a:lnTo>
                    <a:pt x="5503186" y="2125"/>
                  </a:lnTo>
                  <a:lnTo>
                    <a:pt x="5472964" y="5090"/>
                  </a:lnTo>
                  <a:lnTo>
                    <a:pt x="5427177" y="10000"/>
                  </a:lnTo>
                  <a:lnTo>
                    <a:pt x="5365270" y="17277"/>
                  </a:lnTo>
                  <a:lnTo>
                    <a:pt x="5288171" y="27251"/>
                  </a:lnTo>
                  <a:lnTo>
                    <a:pt x="5198086" y="40135"/>
                  </a:lnTo>
                  <a:lnTo>
                    <a:pt x="5098112" y="56033"/>
                  </a:lnTo>
                  <a:lnTo>
                    <a:pt x="4991769" y="74955"/>
                  </a:lnTo>
                  <a:lnTo>
                    <a:pt x="4882542" y="96856"/>
                  </a:lnTo>
                  <a:lnTo>
                    <a:pt x="4773531" y="121674"/>
                  </a:lnTo>
                  <a:lnTo>
                    <a:pt x="4667234" y="149373"/>
                  </a:lnTo>
                  <a:lnTo>
                    <a:pt x="4565468" y="179965"/>
                  </a:lnTo>
                  <a:lnTo>
                    <a:pt x="4469399" y="213536"/>
                  </a:lnTo>
                  <a:lnTo>
                    <a:pt x="4379630" y="250254"/>
                  </a:lnTo>
                  <a:lnTo>
                    <a:pt x="4296315" y="290372"/>
                  </a:lnTo>
                  <a:lnTo>
                    <a:pt x="4219273" y="334230"/>
                  </a:lnTo>
                  <a:lnTo>
                    <a:pt x="4148096" y="382247"/>
                  </a:lnTo>
                  <a:lnTo>
                    <a:pt x="4082226" y="434909"/>
                  </a:lnTo>
                  <a:lnTo>
                    <a:pt x="4021022" y="492751"/>
                  </a:lnTo>
                  <a:lnTo>
                    <a:pt x="3963806" y="556320"/>
                  </a:lnTo>
                  <a:lnTo>
                    <a:pt x="3909902" y="626129"/>
                  </a:lnTo>
                  <a:lnTo>
                    <a:pt x="3858668" y="702570"/>
                  </a:lnTo>
                  <a:lnTo>
                    <a:pt x="3820202" y="766879"/>
                  </a:lnTo>
                  <a:lnTo>
                    <a:pt x="3783841" y="833245"/>
                  </a:lnTo>
                  <a:lnTo>
                    <a:pt x="3748258" y="903541"/>
                  </a:lnTo>
                  <a:lnTo>
                    <a:pt x="3713283" y="977847"/>
                  </a:lnTo>
                  <a:lnTo>
                    <a:pt x="3678770" y="1056200"/>
                  </a:lnTo>
                  <a:lnTo>
                    <a:pt x="3644600" y="1138596"/>
                  </a:lnTo>
                  <a:lnTo>
                    <a:pt x="3610670" y="1224984"/>
                  </a:lnTo>
                  <a:lnTo>
                    <a:pt x="3576900" y="1315260"/>
                  </a:lnTo>
                  <a:lnTo>
                    <a:pt x="3543222" y="1409268"/>
                  </a:lnTo>
                  <a:lnTo>
                    <a:pt x="3509588" y="1506798"/>
                  </a:lnTo>
                  <a:lnTo>
                    <a:pt x="3475959" y="1607586"/>
                  </a:lnTo>
                  <a:lnTo>
                    <a:pt x="3442309" y="1711313"/>
                  </a:lnTo>
                  <a:lnTo>
                    <a:pt x="3408623" y="1817613"/>
                  </a:lnTo>
                  <a:lnTo>
                    <a:pt x="3374897" y="1926071"/>
                  </a:lnTo>
                  <a:lnTo>
                    <a:pt x="3341131" y="2036236"/>
                  </a:lnTo>
                  <a:lnTo>
                    <a:pt x="3307333" y="2147622"/>
                  </a:lnTo>
                  <a:lnTo>
                    <a:pt x="3273515" y="2259722"/>
                  </a:lnTo>
                  <a:lnTo>
                    <a:pt x="3239692" y="2372013"/>
                  </a:lnTo>
                  <a:lnTo>
                    <a:pt x="3205878" y="2483971"/>
                  </a:lnTo>
                  <a:lnTo>
                    <a:pt x="3172088" y="2595075"/>
                  </a:lnTo>
                  <a:lnTo>
                    <a:pt x="3138332" y="2704823"/>
                  </a:lnTo>
                  <a:lnTo>
                    <a:pt x="3104617" y="2812739"/>
                  </a:lnTo>
                  <a:lnTo>
                    <a:pt x="3070942" y="2918380"/>
                  </a:lnTo>
                  <a:lnTo>
                    <a:pt x="3037300" y="3021344"/>
                  </a:lnTo>
                  <a:lnTo>
                    <a:pt x="3003672" y="3121277"/>
                  </a:lnTo>
                  <a:lnTo>
                    <a:pt x="2970030" y="3217875"/>
                  </a:lnTo>
                  <a:lnTo>
                    <a:pt x="2936333" y="3310889"/>
                  </a:lnTo>
                  <a:lnTo>
                    <a:pt x="2902527" y="3400123"/>
                  </a:lnTo>
                  <a:lnTo>
                    <a:pt x="2868541" y="3485436"/>
                  </a:lnTo>
                  <a:lnTo>
                    <a:pt x="2834288" y="3566738"/>
                  </a:lnTo>
                  <a:lnTo>
                    <a:pt x="2799663" y="3643991"/>
                  </a:lnTo>
                  <a:lnTo>
                    <a:pt x="2764538" y="3717203"/>
                  </a:lnTo>
                  <a:lnTo>
                    <a:pt x="2728762" y="3786424"/>
                  </a:lnTo>
                  <a:lnTo>
                    <a:pt x="2702183" y="3834397"/>
                  </a:lnTo>
                  <a:lnTo>
                    <a:pt x="2652628" y="3916129"/>
                  </a:lnTo>
                  <a:lnTo>
                    <a:pt x="2600859" y="3991085"/>
                  </a:lnTo>
                  <a:lnTo>
                    <a:pt x="2546282" y="4059480"/>
                  </a:lnTo>
                  <a:lnTo>
                    <a:pt x="2488246" y="4121741"/>
                  </a:lnTo>
                  <a:lnTo>
                    <a:pt x="2426071" y="4178394"/>
                  </a:lnTo>
                  <a:lnTo>
                    <a:pt x="2359085" y="4229988"/>
                  </a:lnTo>
                  <a:lnTo>
                    <a:pt x="2286660" y="4277050"/>
                  </a:lnTo>
                  <a:lnTo>
                    <a:pt x="2208265" y="4320050"/>
                  </a:lnTo>
                  <a:lnTo>
                    <a:pt x="2123533" y="4359393"/>
                  </a:lnTo>
                  <a:lnTo>
                    <a:pt x="2032349" y="4395398"/>
                  </a:lnTo>
                  <a:lnTo>
                    <a:pt x="1934955" y="4428302"/>
                  </a:lnTo>
                  <a:lnTo>
                    <a:pt x="1832069" y="4458252"/>
                  </a:lnTo>
                  <a:lnTo>
                    <a:pt x="1724994" y="4485317"/>
                  </a:lnTo>
                  <a:lnTo>
                    <a:pt x="1615698" y="4509498"/>
                  </a:lnTo>
                  <a:lnTo>
                    <a:pt x="1506823" y="4530747"/>
                  </a:lnTo>
                  <a:lnTo>
                    <a:pt x="1401575" y="4549005"/>
                  </a:lnTo>
                  <a:lnTo>
                    <a:pt x="1303485" y="4564236"/>
                  </a:lnTo>
                  <a:lnTo>
                    <a:pt x="1216019" y="4576467"/>
                  </a:lnTo>
                  <a:lnTo>
                    <a:pt x="1142118" y="4585823"/>
                  </a:lnTo>
                  <a:lnTo>
                    <a:pt x="1083732" y="4592547"/>
                  </a:lnTo>
                  <a:lnTo>
                    <a:pt x="1041475" y="4596989"/>
                  </a:lnTo>
                  <a:lnTo>
                    <a:pt x="1014457" y="4599590"/>
                  </a:lnTo>
                  <a:lnTo>
                    <a:pt x="1000324" y="4600840"/>
                  </a:lnTo>
                  <a:lnTo>
                    <a:pt x="995415" y="4601240"/>
                  </a:lnTo>
                  <a:lnTo>
                    <a:pt x="994940" y="4601276"/>
                  </a:lnTo>
                  <a:lnTo>
                    <a:pt x="0" y="4601276"/>
                  </a:lnTo>
                  <a:close/>
                </a:path>
              </a:pathLst>
            </a:custGeom>
            <a:solidFill>
              <a:srgbClr val="7E57C2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84" name="pl1983"/>
            <p:cNvSpPr/>
            <p:nvPr/>
          </p:nvSpPr>
          <p:spPr>
            <a:xfrm>
              <a:off x="1199187" y="1540581"/>
              <a:ext cx="12049831" cy="4601276"/>
            </a:xfrm>
            <a:custGeom>
              <a:avLst/>
              <a:pathLst>
                <a:path w="12049831" h="4601276">
                  <a:moveTo>
                    <a:pt x="0" y="4601276"/>
                  </a:moveTo>
                  <a:lnTo>
                    <a:pt x="994940" y="4601276"/>
                  </a:lnTo>
                  <a:lnTo>
                    <a:pt x="995932" y="4601200"/>
                  </a:lnTo>
                  <a:lnTo>
                    <a:pt x="1002499" y="4600655"/>
                  </a:lnTo>
                  <a:lnTo>
                    <a:pt x="1019199" y="4599151"/>
                  </a:lnTo>
                  <a:lnTo>
                    <a:pt x="1049421" y="4596185"/>
                  </a:lnTo>
                  <a:lnTo>
                    <a:pt x="1095208" y="4591275"/>
                  </a:lnTo>
                  <a:lnTo>
                    <a:pt x="1157115" y="4583998"/>
                  </a:lnTo>
                  <a:lnTo>
                    <a:pt x="1234214" y="4574025"/>
                  </a:lnTo>
                  <a:lnTo>
                    <a:pt x="1324299" y="4561141"/>
                  </a:lnTo>
                  <a:lnTo>
                    <a:pt x="1424273" y="4545242"/>
                  </a:lnTo>
                  <a:lnTo>
                    <a:pt x="1530616" y="4526321"/>
                  </a:lnTo>
                  <a:lnTo>
                    <a:pt x="1639843" y="4504420"/>
                  </a:lnTo>
                  <a:lnTo>
                    <a:pt x="1748854" y="4479601"/>
                  </a:lnTo>
                  <a:lnTo>
                    <a:pt x="1855151" y="4451903"/>
                  </a:lnTo>
                  <a:lnTo>
                    <a:pt x="1956917" y="4421310"/>
                  </a:lnTo>
                  <a:lnTo>
                    <a:pt x="2052986" y="4387739"/>
                  </a:lnTo>
                  <a:lnTo>
                    <a:pt x="2142755" y="4351022"/>
                  </a:lnTo>
                  <a:lnTo>
                    <a:pt x="2226070" y="4310904"/>
                  </a:lnTo>
                  <a:lnTo>
                    <a:pt x="2303112" y="4267046"/>
                  </a:lnTo>
                  <a:lnTo>
                    <a:pt x="2374289" y="4219029"/>
                  </a:lnTo>
                  <a:lnTo>
                    <a:pt x="2440159" y="4166366"/>
                  </a:lnTo>
                  <a:lnTo>
                    <a:pt x="2501363" y="4108525"/>
                  </a:lnTo>
                  <a:lnTo>
                    <a:pt x="2558579" y="4044956"/>
                  </a:lnTo>
                  <a:lnTo>
                    <a:pt x="2612483" y="3975147"/>
                  </a:lnTo>
                  <a:lnTo>
                    <a:pt x="2663717" y="3898706"/>
                  </a:lnTo>
                  <a:lnTo>
                    <a:pt x="2702183" y="3834397"/>
                  </a:lnTo>
                  <a:lnTo>
                    <a:pt x="2738544" y="3768031"/>
                  </a:lnTo>
                  <a:lnTo>
                    <a:pt x="2774127" y="3697734"/>
                  </a:lnTo>
                  <a:lnTo>
                    <a:pt x="2809102" y="3623429"/>
                  </a:lnTo>
                  <a:lnTo>
                    <a:pt x="2843615" y="3545076"/>
                  </a:lnTo>
                  <a:lnTo>
                    <a:pt x="2877785" y="3462680"/>
                  </a:lnTo>
                  <a:lnTo>
                    <a:pt x="2911715" y="3376292"/>
                  </a:lnTo>
                  <a:lnTo>
                    <a:pt x="2945485" y="3286016"/>
                  </a:lnTo>
                  <a:lnTo>
                    <a:pt x="2979163" y="3192008"/>
                  </a:lnTo>
                  <a:lnTo>
                    <a:pt x="3012797" y="3094478"/>
                  </a:lnTo>
                  <a:lnTo>
                    <a:pt x="3046426" y="2993690"/>
                  </a:lnTo>
                  <a:lnTo>
                    <a:pt x="3080076" y="2889963"/>
                  </a:lnTo>
                  <a:lnTo>
                    <a:pt x="3113762" y="2783663"/>
                  </a:lnTo>
                  <a:lnTo>
                    <a:pt x="3147488" y="2675204"/>
                  </a:lnTo>
                  <a:lnTo>
                    <a:pt x="3181254" y="2565040"/>
                  </a:lnTo>
                  <a:lnTo>
                    <a:pt x="3215052" y="2453653"/>
                  </a:lnTo>
                  <a:lnTo>
                    <a:pt x="3248870" y="2341554"/>
                  </a:lnTo>
                  <a:lnTo>
                    <a:pt x="3282693" y="2229262"/>
                  </a:lnTo>
                  <a:lnTo>
                    <a:pt x="3316507" y="2117305"/>
                  </a:lnTo>
                  <a:lnTo>
                    <a:pt x="3350297" y="2006201"/>
                  </a:lnTo>
                  <a:lnTo>
                    <a:pt x="3384053" y="1896452"/>
                  </a:lnTo>
                  <a:lnTo>
                    <a:pt x="3417768" y="1788536"/>
                  </a:lnTo>
                  <a:lnTo>
                    <a:pt x="3451443" y="1682896"/>
                  </a:lnTo>
                  <a:lnTo>
                    <a:pt x="3485085" y="1579932"/>
                  </a:lnTo>
                  <a:lnTo>
                    <a:pt x="3518713" y="1479999"/>
                  </a:lnTo>
                  <a:lnTo>
                    <a:pt x="3552355" y="1383400"/>
                  </a:lnTo>
                  <a:lnTo>
                    <a:pt x="3586052" y="1290387"/>
                  </a:lnTo>
                  <a:lnTo>
                    <a:pt x="3619858" y="1201153"/>
                  </a:lnTo>
                  <a:lnTo>
                    <a:pt x="3653844" y="1115840"/>
                  </a:lnTo>
                  <a:lnTo>
                    <a:pt x="3688097" y="1034538"/>
                  </a:lnTo>
                  <a:lnTo>
                    <a:pt x="3722722" y="957284"/>
                  </a:lnTo>
                  <a:lnTo>
                    <a:pt x="3757847" y="884073"/>
                  </a:lnTo>
                  <a:lnTo>
                    <a:pt x="3793623" y="814852"/>
                  </a:lnTo>
                  <a:lnTo>
                    <a:pt x="3820202" y="766879"/>
                  </a:lnTo>
                  <a:lnTo>
                    <a:pt x="3869757" y="685147"/>
                  </a:lnTo>
                  <a:lnTo>
                    <a:pt x="3921526" y="610191"/>
                  </a:lnTo>
                  <a:lnTo>
                    <a:pt x="3976103" y="541796"/>
                  </a:lnTo>
                  <a:lnTo>
                    <a:pt x="4034139" y="479535"/>
                  </a:lnTo>
                  <a:lnTo>
                    <a:pt x="4096314" y="422882"/>
                  </a:lnTo>
                  <a:lnTo>
                    <a:pt x="4163300" y="371287"/>
                  </a:lnTo>
                  <a:lnTo>
                    <a:pt x="4235725" y="324226"/>
                  </a:lnTo>
                  <a:lnTo>
                    <a:pt x="4314120" y="281225"/>
                  </a:lnTo>
                  <a:lnTo>
                    <a:pt x="4398852" y="241883"/>
                  </a:lnTo>
                  <a:lnTo>
                    <a:pt x="4490036" y="205877"/>
                  </a:lnTo>
                  <a:lnTo>
                    <a:pt x="4587430" y="172974"/>
                  </a:lnTo>
                  <a:lnTo>
                    <a:pt x="4690316" y="143024"/>
                  </a:lnTo>
                  <a:lnTo>
                    <a:pt x="4797391" y="115959"/>
                  </a:lnTo>
                  <a:lnTo>
                    <a:pt x="4906687" y="91778"/>
                  </a:lnTo>
                  <a:lnTo>
                    <a:pt x="5015562" y="70529"/>
                  </a:lnTo>
                  <a:lnTo>
                    <a:pt x="5120810" y="52270"/>
                  </a:lnTo>
                  <a:lnTo>
                    <a:pt x="5218900" y="37040"/>
                  </a:lnTo>
                  <a:lnTo>
                    <a:pt x="5306366" y="24809"/>
                  </a:lnTo>
                  <a:lnTo>
                    <a:pt x="5380267" y="15452"/>
                  </a:lnTo>
                  <a:lnTo>
                    <a:pt x="5438653" y="8729"/>
                  </a:lnTo>
                  <a:lnTo>
                    <a:pt x="5480910" y="4286"/>
                  </a:lnTo>
                  <a:lnTo>
                    <a:pt x="5507928" y="1685"/>
                  </a:lnTo>
                  <a:lnTo>
                    <a:pt x="5522061" y="436"/>
                  </a:lnTo>
                  <a:lnTo>
                    <a:pt x="5526970" y="36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397" y="71"/>
                  </a:lnTo>
                  <a:lnTo>
                    <a:pt x="6530091" y="582"/>
                  </a:lnTo>
                  <a:lnTo>
                    <a:pt x="6547104" y="1992"/>
                  </a:lnTo>
                  <a:lnTo>
                    <a:pt x="6577873" y="4773"/>
                  </a:lnTo>
                  <a:lnTo>
                    <a:pt x="6624447" y="9376"/>
                  </a:lnTo>
                  <a:lnTo>
                    <a:pt x="6687346" y="16195"/>
                  </a:lnTo>
                  <a:lnTo>
                    <a:pt x="6765569" y="25536"/>
                  </a:lnTo>
                  <a:lnTo>
                    <a:pt x="6856823" y="37594"/>
                  </a:lnTo>
                  <a:lnTo>
                    <a:pt x="6957914" y="52461"/>
                  </a:lnTo>
                  <a:lnTo>
                    <a:pt x="7065243" y="70143"/>
                  </a:lnTo>
                  <a:lnTo>
                    <a:pt x="7175271" y="90595"/>
                  </a:lnTo>
                  <a:lnTo>
                    <a:pt x="7284874" y="113762"/>
                  </a:lnTo>
                  <a:lnTo>
                    <a:pt x="7391557" y="139609"/>
                  </a:lnTo>
                  <a:lnTo>
                    <a:pt x="7493522" y="168156"/>
                  </a:lnTo>
                  <a:lnTo>
                    <a:pt x="7589636" y="199488"/>
                  </a:lnTo>
                  <a:lnTo>
                    <a:pt x="7679333" y="233771"/>
                  </a:lnTo>
                  <a:lnTo>
                    <a:pt x="7762497" y="271250"/>
                  </a:lnTo>
                  <a:lnTo>
                    <a:pt x="7839340" y="312254"/>
                  </a:lnTo>
                  <a:lnTo>
                    <a:pt x="7910302" y="357182"/>
                  </a:lnTo>
                  <a:lnTo>
                    <a:pt x="7975964" y="406497"/>
                  </a:lnTo>
                  <a:lnTo>
                    <a:pt x="8036989" y="460703"/>
                  </a:lnTo>
                  <a:lnTo>
                    <a:pt x="8094069" y="520314"/>
                  </a:lnTo>
                  <a:lnTo>
                    <a:pt x="8147889" y="585798"/>
                  </a:lnTo>
                  <a:lnTo>
                    <a:pt x="8199098" y="657497"/>
                  </a:lnTo>
                  <a:lnTo>
                    <a:pt x="8229629" y="704865"/>
                  </a:lnTo>
                  <a:lnTo>
                    <a:pt x="8267338" y="768223"/>
                  </a:lnTo>
                  <a:lnTo>
                    <a:pt x="8304216" y="835472"/>
                  </a:lnTo>
                  <a:lnTo>
                    <a:pt x="8340453" y="906693"/>
                  </a:lnTo>
                  <a:lnTo>
                    <a:pt x="8376208" y="981919"/>
                  </a:lnTo>
                  <a:lnTo>
                    <a:pt x="8411612" y="1061141"/>
                  </a:lnTo>
                  <a:lnTo>
                    <a:pt x="8446775" y="1144297"/>
                  </a:lnTo>
                  <a:lnTo>
                    <a:pt x="8481783" y="1231269"/>
                  </a:lnTo>
                  <a:lnTo>
                    <a:pt x="8516707" y="1321884"/>
                  </a:lnTo>
                  <a:lnTo>
                    <a:pt x="8551598" y="1415910"/>
                  </a:lnTo>
                  <a:lnTo>
                    <a:pt x="8586494" y="1513059"/>
                  </a:lnTo>
                  <a:lnTo>
                    <a:pt x="8621420" y="1612985"/>
                  </a:lnTo>
                  <a:lnTo>
                    <a:pt x="8656387" y="1715293"/>
                  </a:lnTo>
                  <a:lnTo>
                    <a:pt x="8691399" y="1819538"/>
                  </a:lnTo>
                  <a:lnTo>
                    <a:pt x="8726450" y="1925242"/>
                  </a:lnTo>
                  <a:lnTo>
                    <a:pt x="8761529" y="2031891"/>
                  </a:lnTo>
                  <a:lnTo>
                    <a:pt x="8796621" y="2138958"/>
                  </a:lnTo>
                  <a:lnTo>
                    <a:pt x="8831709" y="2245901"/>
                  </a:lnTo>
                  <a:lnTo>
                    <a:pt x="8866776" y="2352185"/>
                  </a:lnTo>
                  <a:lnTo>
                    <a:pt x="8901811" y="2457287"/>
                  </a:lnTo>
                  <a:lnTo>
                    <a:pt x="8936802" y="2560709"/>
                  </a:lnTo>
                  <a:lnTo>
                    <a:pt x="8971750" y="2661985"/>
                  </a:lnTo>
                  <a:lnTo>
                    <a:pt x="9006660" y="2760694"/>
                  </a:lnTo>
                  <a:lnTo>
                    <a:pt x="9041550" y="2856461"/>
                  </a:lnTo>
                  <a:lnTo>
                    <a:pt x="9076451" y="2948968"/>
                  </a:lnTo>
                  <a:lnTo>
                    <a:pt x="9111406" y="3037951"/>
                  </a:lnTo>
                  <a:lnTo>
                    <a:pt x="9146474" y="3123205"/>
                  </a:lnTo>
                  <a:lnTo>
                    <a:pt x="9181735" y="3204582"/>
                  </a:lnTo>
                  <a:lnTo>
                    <a:pt x="9217284" y="3281991"/>
                  </a:lnTo>
                  <a:lnTo>
                    <a:pt x="9253240" y="3355394"/>
                  </a:lnTo>
                  <a:lnTo>
                    <a:pt x="9289747" y="3424801"/>
                  </a:lnTo>
                  <a:lnTo>
                    <a:pt x="9326978" y="3490268"/>
                  </a:lnTo>
                  <a:lnTo>
                    <a:pt x="9347647" y="3524326"/>
                  </a:lnTo>
                  <a:lnTo>
                    <a:pt x="9397538" y="3599925"/>
                  </a:lnTo>
                  <a:lnTo>
                    <a:pt x="9449675" y="3669215"/>
                  </a:lnTo>
                  <a:lnTo>
                    <a:pt x="9504666" y="3732398"/>
                  </a:lnTo>
                  <a:lnTo>
                    <a:pt x="9563175" y="3789877"/>
                  </a:lnTo>
                  <a:lnTo>
                    <a:pt x="9625897" y="3842147"/>
                  </a:lnTo>
                  <a:lnTo>
                    <a:pt x="9693516" y="3889723"/>
                  </a:lnTo>
                  <a:lnTo>
                    <a:pt x="9766669" y="3933095"/>
                  </a:lnTo>
                  <a:lnTo>
                    <a:pt x="9845894" y="3972704"/>
                  </a:lnTo>
                  <a:lnTo>
                    <a:pt x="9931552" y="4008924"/>
                  </a:lnTo>
                  <a:lnTo>
                    <a:pt x="10023745" y="4042051"/>
                  </a:lnTo>
                  <a:lnTo>
                    <a:pt x="10122197" y="4072300"/>
                  </a:lnTo>
                  <a:lnTo>
                    <a:pt x="10226139" y="4099806"/>
                  </a:lnTo>
                  <a:lnTo>
                    <a:pt x="10334192" y="4124627"/>
                  </a:lnTo>
                  <a:lnTo>
                    <a:pt x="10444290" y="4146759"/>
                  </a:lnTo>
                  <a:lnTo>
                    <a:pt x="10553681" y="4166156"/>
                  </a:lnTo>
                  <a:lnTo>
                    <a:pt x="10659050" y="4182763"/>
                  </a:lnTo>
                  <a:lnTo>
                    <a:pt x="10756784" y="4196548"/>
                  </a:lnTo>
                  <a:lnTo>
                    <a:pt x="10843382" y="4207548"/>
                  </a:lnTo>
                  <a:lnTo>
                    <a:pt x="10915939" y="4215893"/>
                  </a:lnTo>
                  <a:lnTo>
                    <a:pt x="10972618" y="4221821"/>
                  </a:lnTo>
                  <a:lnTo>
                    <a:pt x="11012987" y="4225675"/>
                  </a:lnTo>
                  <a:lnTo>
                    <a:pt x="11038161" y="4227875"/>
                  </a:lnTo>
                  <a:lnTo>
                    <a:pt x="11050744" y="4228885"/>
                  </a:lnTo>
                  <a:lnTo>
                    <a:pt x="11054649" y="4229174"/>
                  </a:lnTo>
                  <a:lnTo>
                    <a:pt x="11054891" y="4229191"/>
                  </a:lnTo>
                  <a:lnTo>
                    <a:pt x="12049831" y="4229191"/>
                  </a:lnTo>
                  <a:lnTo>
                    <a:pt x="12049831" y="42291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5" name="pl1984"/>
            <p:cNvSpPr/>
            <p:nvPr/>
          </p:nvSpPr>
          <p:spPr>
            <a:xfrm>
              <a:off x="1199187" y="1535341"/>
              <a:ext cx="12049831" cy="4601276"/>
            </a:xfrm>
            <a:custGeom>
              <a:avLst/>
              <a:pathLst>
                <a:path w="12049831" h="4601276">
                  <a:moveTo>
                    <a:pt x="12049831" y="4229191"/>
                  </a:moveTo>
                  <a:lnTo>
                    <a:pt x="11054891" y="4229191"/>
                  </a:lnTo>
                  <a:lnTo>
                    <a:pt x="11053879" y="4229119"/>
                  </a:lnTo>
                  <a:lnTo>
                    <a:pt x="11047186" y="4228609"/>
                  </a:lnTo>
                  <a:lnTo>
                    <a:pt x="11030172" y="4227198"/>
                  </a:lnTo>
                  <a:lnTo>
                    <a:pt x="10999403" y="4224417"/>
                  </a:lnTo>
                  <a:lnTo>
                    <a:pt x="10952829" y="4219814"/>
                  </a:lnTo>
                  <a:lnTo>
                    <a:pt x="10889931" y="4212995"/>
                  </a:lnTo>
                  <a:lnTo>
                    <a:pt x="10811707" y="4203655"/>
                  </a:lnTo>
                  <a:lnTo>
                    <a:pt x="10720454" y="4191597"/>
                  </a:lnTo>
                  <a:lnTo>
                    <a:pt x="10619363" y="4176730"/>
                  </a:lnTo>
                  <a:lnTo>
                    <a:pt x="10512034" y="4159048"/>
                  </a:lnTo>
                  <a:lnTo>
                    <a:pt x="10402006" y="4138596"/>
                  </a:lnTo>
                  <a:lnTo>
                    <a:pt x="10292403" y="4115429"/>
                  </a:lnTo>
                  <a:lnTo>
                    <a:pt x="10185719" y="4089581"/>
                  </a:lnTo>
                  <a:lnTo>
                    <a:pt x="10083754" y="4061035"/>
                  </a:lnTo>
                  <a:lnTo>
                    <a:pt x="9987640" y="4029702"/>
                  </a:lnTo>
                  <a:lnTo>
                    <a:pt x="9897943" y="3995420"/>
                  </a:lnTo>
                  <a:lnTo>
                    <a:pt x="9814780" y="3957940"/>
                  </a:lnTo>
                  <a:lnTo>
                    <a:pt x="9737936" y="3916937"/>
                  </a:lnTo>
                  <a:lnTo>
                    <a:pt x="9666975" y="3872009"/>
                  </a:lnTo>
                  <a:lnTo>
                    <a:pt x="9601312" y="3822694"/>
                  </a:lnTo>
                  <a:lnTo>
                    <a:pt x="9540287" y="3768488"/>
                  </a:lnTo>
                  <a:lnTo>
                    <a:pt x="9483208" y="3708877"/>
                  </a:lnTo>
                  <a:lnTo>
                    <a:pt x="9429387" y="3643393"/>
                  </a:lnTo>
                  <a:lnTo>
                    <a:pt x="9378178" y="3571693"/>
                  </a:lnTo>
                  <a:lnTo>
                    <a:pt x="9347647" y="3524326"/>
                  </a:lnTo>
                  <a:lnTo>
                    <a:pt x="9309939" y="3460968"/>
                  </a:lnTo>
                  <a:lnTo>
                    <a:pt x="9273060" y="3393718"/>
                  </a:lnTo>
                  <a:lnTo>
                    <a:pt x="9236823" y="3322498"/>
                  </a:lnTo>
                  <a:lnTo>
                    <a:pt x="9201069" y="3247272"/>
                  </a:lnTo>
                  <a:lnTo>
                    <a:pt x="9165664" y="3168049"/>
                  </a:lnTo>
                  <a:lnTo>
                    <a:pt x="9130502" y="3084894"/>
                  </a:lnTo>
                  <a:lnTo>
                    <a:pt x="9095494" y="2997922"/>
                  </a:lnTo>
                  <a:lnTo>
                    <a:pt x="9060570" y="2907307"/>
                  </a:lnTo>
                  <a:lnTo>
                    <a:pt x="9025679" y="2813280"/>
                  </a:lnTo>
                  <a:lnTo>
                    <a:pt x="8990782" y="2716132"/>
                  </a:lnTo>
                  <a:lnTo>
                    <a:pt x="8955857" y="2616205"/>
                  </a:lnTo>
                  <a:lnTo>
                    <a:pt x="8920889" y="2513898"/>
                  </a:lnTo>
                  <a:lnTo>
                    <a:pt x="8885877" y="2409652"/>
                  </a:lnTo>
                  <a:lnTo>
                    <a:pt x="8850827" y="2303949"/>
                  </a:lnTo>
                  <a:lnTo>
                    <a:pt x="8815748" y="2197299"/>
                  </a:lnTo>
                  <a:lnTo>
                    <a:pt x="8780656" y="2090233"/>
                  </a:lnTo>
                  <a:lnTo>
                    <a:pt x="8745568" y="1983290"/>
                  </a:lnTo>
                  <a:lnTo>
                    <a:pt x="8710500" y="1877005"/>
                  </a:lnTo>
                  <a:lnTo>
                    <a:pt x="8675466" y="1771904"/>
                  </a:lnTo>
                  <a:lnTo>
                    <a:pt x="8640474" y="1668482"/>
                  </a:lnTo>
                  <a:lnTo>
                    <a:pt x="8605527" y="1567206"/>
                  </a:lnTo>
                  <a:lnTo>
                    <a:pt x="8570616" y="1468497"/>
                  </a:lnTo>
                  <a:lnTo>
                    <a:pt x="8535726" y="1372729"/>
                  </a:lnTo>
                  <a:lnTo>
                    <a:pt x="8500826" y="1280222"/>
                  </a:lnTo>
                  <a:lnTo>
                    <a:pt x="8465871" y="1191239"/>
                  </a:lnTo>
                  <a:lnTo>
                    <a:pt x="8430802" y="1105986"/>
                  </a:lnTo>
                  <a:lnTo>
                    <a:pt x="8395542" y="1024608"/>
                  </a:lnTo>
                  <a:lnTo>
                    <a:pt x="8359993" y="947199"/>
                  </a:lnTo>
                  <a:lnTo>
                    <a:pt x="8324037" y="873797"/>
                  </a:lnTo>
                  <a:lnTo>
                    <a:pt x="8287529" y="804390"/>
                  </a:lnTo>
                  <a:lnTo>
                    <a:pt x="8250299" y="738923"/>
                  </a:lnTo>
                  <a:lnTo>
                    <a:pt x="8229629" y="704865"/>
                  </a:lnTo>
                  <a:lnTo>
                    <a:pt x="8179739" y="629266"/>
                  </a:lnTo>
                  <a:lnTo>
                    <a:pt x="8127601" y="559976"/>
                  </a:lnTo>
                  <a:lnTo>
                    <a:pt x="8072611" y="496793"/>
                  </a:lnTo>
                  <a:lnTo>
                    <a:pt x="8014101" y="439313"/>
                  </a:lnTo>
                  <a:lnTo>
                    <a:pt x="7951380" y="387043"/>
                  </a:lnTo>
                  <a:lnTo>
                    <a:pt x="7883761" y="339468"/>
                  </a:lnTo>
                  <a:lnTo>
                    <a:pt x="7810607" y="296096"/>
                  </a:lnTo>
                  <a:lnTo>
                    <a:pt x="7731383" y="256487"/>
                  </a:lnTo>
                  <a:lnTo>
                    <a:pt x="7645724" y="220267"/>
                  </a:lnTo>
                  <a:lnTo>
                    <a:pt x="7553532" y="187140"/>
                  </a:lnTo>
                  <a:lnTo>
                    <a:pt x="7455080" y="156891"/>
                  </a:lnTo>
                  <a:lnTo>
                    <a:pt x="7351138" y="129385"/>
                  </a:lnTo>
                  <a:lnTo>
                    <a:pt x="7243085" y="104563"/>
                  </a:lnTo>
                  <a:lnTo>
                    <a:pt x="7132987" y="82432"/>
                  </a:lnTo>
                  <a:lnTo>
                    <a:pt x="7023595" y="63034"/>
                  </a:lnTo>
                  <a:lnTo>
                    <a:pt x="6918226" y="46428"/>
                  </a:lnTo>
                  <a:lnTo>
                    <a:pt x="6820492" y="32642"/>
                  </a:lnTo>
                  <a:lnTo>
                    <a:pt x="6733895" y="21642"/>
                  </a:lnTo>
                  <a:lnTo>
                    <a:pt x="6661337" y="13298"/>
                  </a:lnTo>
                  <a:lnTo>
                    <a:pt x="6604659" y="7370"/>
                  </a:lnTo>
                  <a:lnTo>
                    <a:pt x="6564290" y="3516"/>
                  </a:lnTo>
                  <a:lnTo>
                    <a:pt x="6539115" y="1315"/>
                  </a:lnTo>
                  <a:lnTo>
                    <a:pt x="6526533" y="305"/>
                  </a:lnTo>
                  <a:lnTo>
                    <a:pt x="6522627" y="1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53" y="76"/>
                  </a:lnTo>
                  <a:lnTo>
                    <a:pt x="5519886" y="621"/>
                  </a:lnTo>
                  <a:lnTo>
                    <a:pt x="5503186" y="2125"/>
                  </a:lnTo>
                  <a:lnTo>
                    <a:pt x="5472964" y="5090"/>
                  </a:lnTo>
                  <a:lnTo>
                    <a:pt x="5427177" y="10000"/>
                  </a:lnTo>
                  <a:lnTo>
                    <a:pt x="5365270" y="17277"/>
                  </a:lnTo>
                  <a:lnTo>
                    <a:pt x="5288171" y="27251"/>
                  </a:lnTo>
                  <a:lnTo>
                    <a:pt x="5198086" y="40135"/>
                  </a:lnTo>
                  <a:lnTo>
                    <a:pt x="5098112" y="56033"/>
                  </a:lnTo>
                  <a:lnTo>
                    <a:pt x="4991769" y="74955"/>
                  </a:lnTo>
                  <a:lnTo>
                    <a:pt x="4882542" y="96856"/>
                  </a:lnTo>
                  <a:lnTo>
                    <a:pt x="4773531" y="121674"/>
                  </a:lnTo>
                  <a:lnTo>
                    <a:pt x="4667234" y="149373"/>
                  </a:lnTo>
                  <a:lnTo>
                    <a:pt x="4565468" y="179965"/>
                  </a:lnTo>
                  <a:lnTo>
                    <a:pt x="4469399" y="213536"/>
                  </a:lnTo>
                  <a:lnTo>
                    <a:pt x="4379630" y="250254"/>
                  </a:lnTo>
                  <a:lnTo>
                    <a:pt x="4296315" y="290372"/>
                  </a:lnTo>
                  <a:lnTo>
                    <a:pt x="4219273" y="334230"/>
                  </a:lnTo>
                  <a:lnTo>
                    <a:pt x="4148096" y="382247"/>
                  </a:lnTo>
                  <a:lnTo>
                    <a:pt x="4082226" y="434909"/>
                  </a:lnTo>
                  <a:lnTo>
                    <a:pt x="4021022" y="492751"/>
                  </a:lnTo>
                  <a:lnTo>
                    <a:pt x="3963806" y="556320"/>
                  </a:lnTo>
                  <a:lnTo>
                    <a:pt x="3909902" y="626129"/>
                  </a:lnTo>
                  <a:lnTo>
                    <a:pt x="3858668" y="702570"/>
                  </a:lnTo>
                  <a:lnTo>
                    <a:pt x="3820202" y="766879"/>
                  </a:lnTo>
                  <a:lnTo>
                    <a:pt x="3783841" y="833245"/>
                  </a:lnTo>
                  <a:lnTo>
                    <a:pt x="3748258" y="903541"/>
                  </a:lnTo>
                  <a:lnTo>
                    <a:pt x="3713283" y="977847"/>
                  </a:lnTo>
                  <a:lnTo>
                    <a:pt x="3678770" y="1056200"/>
                  </a:lnTo>
                  <a:lnTo>
                    <a:pt x="3644600" y="1138596"/>
                  </a:lnTo>
                  <a:lnTo>
                    <a:pt x="3610670" y="1224984"/>
                  </a:lnTo>
                  <a:lnTo>
                    <a:pt x="3576900" y="1315260"/>
                  </a:lnTo>
                  <a:lnTo>
                    <a:pt x="3543222" y="1409268"/>
                  </a:lnTo>
                  <a:lnTo>
                    <a:pt x="3509588" y="1506798"/>
                  </a:lnTo>
                  <a:lnTo>
                    <a:pt x="3475959" y="1607586"/>
                  </a:lnTo>
                  <a:lnTo>
                    <a:pt x="3442309" y="1711313"/>
                  </a:lnTo>
                  <a:lnTo>
                    <a:pt x="3408623" y="1817613"/>
                  </a:lnTo>
                  <a:lnTo>
                    <a:pt x="3374897" y="1926071"/>
                  </a:lnTo>
                  <a:lnTo>
                    <a:pt x="3341131" y="2036236"/>
                  </a:lnTo>
                  <a:lnTo>
                    <a:pt x="3307333" y="2147622"/>
                  </a:lnTo>
                  <a:lnTo>
                    <a:pt x="3273515" y="2259722"/>
                  </a:lnTo>
                  <a:lnTo>
                    <a:pt x="3239692" y="2372013"/>
                  </a:lnTo>
                  <a:lnTo>
                    <a:pt x="3205878" y="2483971"/>
                  </a:lnTo>
                  <a:lnTo>
                    <a:pt x="3172088" y="2595075"/>
                  </a:lnTo>
                  <a:lnTo>
                    <a:pt x="3138332" y="2704823"/>
                  </a:lnTo>
                  <a:lnTo>
                    <a:pt x="3104617" y="2812739"/>
                  </a:lnTo>
                  <a:lnTo>
                    <a:pt x="3070942" y="2918380"/>
                  </a:lnTo>
                  <a:lnTo>
                    <a:pt x="3037300" y="3021344"/>
                  </a:lnTo>
                  <a:lnTo>
                    <a:pt x="3003672" y="3121277"/>
                  </a:lnTo>
                  <a:lnTo>
                    <a:pt x="2970030" y="3217875"/>
                  </a:lnTo>
                  <a:lnTo>
                    <a:pt x="2936333" y="3310889"/>
                  </a:lnTo>
                  <a:lnTo>
                    <a:pt x="2902527" y="3400123"/>
                  </a:lnTo>
                  <a:lnTo>
                    <a:pt x="2868541" y="3485436"/>
                  </a:lnTo>
                  <a:lnTo>
                    <a:pt x="2834288" y="3566738"/>
                  </a:lnTo>
                  <a:lnTo>
                    <a:pt x="2799663" y="3643991"/>
                  </a:lnTo>
                  <a:lnTo>
                    <a:pt x="2764538" y="3717203"/>
                  </a:lnTo>
                  <a:lnTo>
                    <a:pt x="2728762" y="3786424"/>
                  </a:lnTo>
                  <a:lnTo>
                    <a:pt x="2702183" y="3834397"/>
                  </a:lnTo>
                  <a:lnTo>
                    <a:pt x="2652628" y="3916129"/>
                  </a:lnTo>
                  <a:lnTo>
                    <a:pt x="2600859" y="3991085"/>
                  </a:lnTo>
                  <a:lnTo>
                    <a:pt x="2546282" y="4059480"/>
                  </a:lnTo>
                  <a:lnTo>
                    <a:pt x="2488246" y="4121741"/>
                  </a:lnTo>
                  <a:lnTo>
                    <a:pt x="2426071" y="4178394"/>
                  </a:lnTo>
                  <a:lnTo>
                    <a:pt x="2359085" y="4229988"/>
                  </a:lnTo>
                  <a:lnTo>
                    <a:pt x="2286660" y="4277050"/>
                  </a:lnTo>
                  <a:lnTo>
                    <a:pt x="2208265" y="4320050"/>
                  </a:lnTo>
                  <a:lnTo>
                    <a:pt x="2123533" y="4359393"/>
                  </a:lnTo>
                  <a:lnTo>
                    <a:pt x="2032349" y="4395398"/>
                  </a:lnTo>
                  <a:lnTo>
                    <a:pt x="1934955" y="4428302"/>
                  </a:lnTo>
                  <a:lnTo>
                    <a:pt x="1832069" y="4458252"/>
                  </a:lnTo>
                  <a:lnTo>
                    <a:pt x="1724994" y="4485317"/>
                  </a:lnTo>
                  <a:lnTo>
                    <a:pt x="1615698" y="4509498"/>
                  </a:lnTo>
                  <a:lnTo>
                    <a:pt x="1506823" y="4530747"/>
                  </a:lnTo>
                  <a:lnTo>
                    <a:pt x="1401575" y="4549005"/>
                  </a:lnTo>
                  <a:lnTo>
                    <a:pt x="1303485" y="4564236"/>
                  </a:lnTo>
                  <a:lnTo>
                    <a:pt x="1216019" y="4576467"/>
                  </a:lnTo>
                  <a:lnTo>
                    <a:pt x="1142118" y="4585823"/>
                  </a:lnTo>
                  <a:lnTo>
                    <a:pt x="1083732" y="4592547"/>
                  </a:lnTo>
                  <a:lnTo>
                    <a:pt x="1041475" y="4596989"/>
                  </a:lnTo>
                  <a:lnTo>
                    <a:pt x="1014457" y="4599590"/>
                  </a:lnTo>
                  <a:lnTo>
                    <a:pt x="1000324" y="4600840"/>
                  </a:lnTo>
                  <a:lnTo>
                    <a:pt x="995415" y="4601240"/>
                  </a:lnTo>
                  <a:lnTo>
                    <a:pt x="994940" y="4601276"/>
                  </a:lnTo>
                  <a:lnTo>
                    <a:pt x="0" y="4601276"/>
                  </a:lnTo>
                  <a:lnTo>
                    <a:pt x="0" y="46012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6" name="pg1985"/>
            <p:cNvSpPr/>
            <p:nvPr/>
          </p:nvSpPr>
          <p:spPr>
            <a:xfrm>
              <a:off x="1199187" y="2127532"/>
              <a:ext cx="12049831" cy="4019566"/>
            </a:xfrm>
            <a:custGeom>
              <a:avLst/>
              <a:pathLst>
                <a:path w="12049831" h="4019566">
                  <a:moveTo>
                    <a:pt x="0" y="4019566"/>
                  </a:moveTo>
                  <a:lnTo>
                    <a:pt x="994940" y="4019566"/>
                  </a:lnTo>
                  <a:lnTo>
                    <a:pt x="995963" y="4019497"/>
                  </a:lnTo>
                  <a:lnTo>
                    <a:pt x="1002726" y="4019007"/>
                  </a:lnTo>
                  <a:lnTo>
                    <a:pt x="1019915" y="4017653"/>
                  </a:lnTo>
                  <a:lnTo>
                    <a:pt x="1050989" y="4014984"/>
                  </a:lnTo>
                  <a:lnTo>
                    <a:pt x="1098001" y="4010568"/>
                  </a:lnTo>
                  <a:lnTo>
                    <a:pt x="1161450" y="4004026"/>
                  </a:lnTo>
                  <a:lnTo>
                    <a:pt x="1240298" y="3995068"/>
                  </a:lnTo>
                  <a:lnTo>
                    <a:pt x="1332197" y="3983509"/>
                  </a:lnTo>
                  <a:lnTo>
                    <a:pt x="1433904" y="3969262"/>
                  </a:lnTo>
                  <a:lnTo>
                    <a:pt x="1541774" y="3952326"/>
                  </a:lnTo>
                  <a:lnTo>
                    <a:pt x="1652239" y="3932742"/>
                  </a:lnTo>
                  <a:lnTo>
                    <a:pt x="1762163" y="3910565"/>
                  </a:lnTo>
                  <a:lnTo>
                    <a:pt x="1869052" y="3885825"/>
                  </a:lnTo>
                  <a:lnTo>
                    <a:pt x="1971121" y="3858503"/>
                  </a:lnTo>
                  <a:lnTo>
                    <a:pt x="2067254" y="3828510"/>
                  </a:lnTo>
                  <a:lnTo>
                    <a:pt x="2156907" y="3795686"/>
                  </a:lnTo>
                  <a:lnTo>
                    <a:pt x="2239984" y="3759789"/>
                  </a:lnTo>
                  <a:lnTo>
                    <a:pt x="2316716" y="3720501"/>
                  </a:lnTo>
                  <a:lnTo>
                    <a:pt x="2387559" y="3677434"/>
                  </a:lnTo>
                  <a:lnTo>
                    <a:pt x="2453108" y="3630139"/>
                  </a:lnTo>
                  <a:lnTo>
                    <a:pt x="2514035" y="3578132"/>
                  </a:lnTo>
                  <a:lnTo>
                    <a:pt x="2571042" y="3520922"/>
                  </a:lnTo>
                  <a:lnTo>
                    <a:pt x="2624821" y="3458063"/>
                  </a:lnTo>
                  <a:lnTo>
                    <a:pt x="2676020" y="3389244"/>
                  </a:lnTo>
                  <a:lnTo>
                    <a:pt x="2702183" y="3350512"/>
                  </a:lnTo>
                  <a:lnTo>
                    <a:pt x="2740735" y="3288970"/>
                  </a:lnTo>
                  <a:lnTo>
                    <a:pt x="2778422" y="3223564"/>
                  </a:lnTo>
                  <a:lnTo>
                    <a:pt x="2815447" y="3154213"/>
                  </a:lnTo>
                  <a:lnTo>
                    <a:pt x="2851978" y="3080886"/>
                  </a:lnTo>
                  <a:lnTo>
                    <a:pt x="2888153" y="3003596"/>
                  </a:lnTo>
                  <a:lnTo>
                    <a:pt x="2924087" y="2922412"/>
                  </a:lnTo>
                  <a:lnTo>
                    <a:pt x="2959870" y="2837460"/>
                  </a:lnTo>
                  <a:lnTo>
                    <a:pt x="2995575" y="2748925"/>
                  </a:lnTo>
                  <a:lnTo>
                    <a:pt x="3031254" y="2657051"/>
                  </a:lnTo>
                  <a:lnTo>
                    <a:pt x="3066944" y="2562144"/>
                  </a:lnTo>
                  <a:lnTo>
                    <a:pt x="3102669" y="2464565"/>
                  </a:lnTo>
                  <a:lnTo>
                    <a:pt x="3138439" y="2364728"/>
                  </a:lnTo>
                  <a:lnTo>
                    <a:pt x="3174255" y="2263092"/>
                  </a:lnTo>
                  <a:lnTo>
                    <a:pt x="3210109" y="2160157"/>
                  </a:lnTo>
                  <a:lnTo>
                    <a:pt x="3245987" y="2056447"/>
                  </a:lnTo>
                  <a:lnTo>
                    <a:pt x="3281873" y="1952505"/>
                  </a:lnTo>
                  <a:lnTo>
                    <a:pt x="3317749" y="1848878"/>
                  </a:lnTo>
                  <a:lnTo>
                    <a:pt x="3353598" y="1746108"/>
                  </a:lnTo>
                  <a:lnTo>
                    <a:pt x="3389407" y="1644716"/>
                  </a:lnTo>
                  <a:lnTo>
                    <a:pt x="3425170" y="1545194"/>
                  </a:lnTo>
                  <a:lnTo>
                    <a:pt x="3460889" y="1447997"/>
                  </a:lnTo>
                  <a:lnTo>
                    <a:pt x="3496576" y="1353531"/>
                  </a:lnTo>
                  <a:lnTo>
                    <a:pt x="3532256" y="1262149"/>
                  </a:lnTo>
                  <a:lnTo>
                    <a:pt x="3567968" y="1174146"/>
                  </a:lnTo>
                  <a:lnTo>
                    <a:pt x="3603770" y="1089759"/>
                  </a:lnTo>
                  <a:lnTo>
                    <a:pt x="3639734" y="1009162"/>
                  </a:lnTo>
                  <a:lnTo>
                    <a:pt x="3675956" y="932474"/>
                  </a:lnTo>
                  <a:lnTo>
                    <a:pt x="3712552" y="859753"/>
                  </a:lnTo>
                  <a:lnTo>
                    <a:pt x="3749666" y="791008"/>
                  </a:lnTo>
                  <a:lnTo>
                    <a:pt x="3787472" y="726198"/>
                  </a:lnTo>
                  <a:lnTo>
                    <a:pt x="3820202" y="674294"/>
                  </a:lnTo>
                  <a:lnTo>
                    <a:pt x="3870277" y="602286"/>
                  </a:lnTo>
                  <a:lnTo>
                    <a:pt x="3922619" y="536310"/>
                  </a:lnTo>
                  <a:lnTo>
                    <a:pt x="3977838" y="476170"/>
                  </a:lnTo>
                  <a:lnTo>
                    <a:pt x="4036611" y="421478"/>
                  </a:lnTo>
                  <a:lnTo>
                    <a:pt x="4099635" y="371760"/>
                  </a:lnTo>
                  <a:lnTo>
                    <a:pt x="4167606" y="326522"/>
                  </a:lnTo>
                  <a:lnTo>
                    <a:pt x="4241164" y="285293"/>
                  </a:lnTo>
                  <a:lnTo>
                    <a:pt x="4320849" y="247652"/>
                  </a:lnTo>
                  <a:lnTo>
                    <a:pt x="4407022" y="213242"/>
                  </a:lnTo>
                  <a:lnTo>
                    <a:pt x="4499774" y="181781"/>
                  </a:lnTo>
                  <a:lnTo>
                    <a:pt x="4598812" y="153066"/>
                  </a:lnTo>
                  <a:lnTo>
                    <a:pt x="4703337" y="126970"/>
                  </a:lnTo>
                  <a:lnTo>
                    <a:pt x="4811927" y="103440"/>
                  </a:lnTo>
                  <a:lnTo>
                    <a:pt x="4922459" y="82483"/>
                  </a:lnTo>
                  <a:lnTo>
                    <a:pt x="5032122" y="64143"/>
                  </a:lnTo>
                  <a:lnTo>
                    <a:pt x="5137539" y="48475"/>
                  </a:lnTo>
                  <a:lnTo>
                    <a:pt x="5235052" y="35503"/>
                  </a:lnTo>
                  <a:lnTo>
                    <a:pt x="5321144" y="25189"/>
                  </a:lnTo>
                  <a:lnTo>
                    <a:pt x="5392936" y="17403"/>
                  </a:lnTo>
                  <a:lnTo>
                    <a:pt x="5448656" y="11908"/>
                  </a:lnTo>
                  <a:lnTo>
                    <a:pt x="5487977" y="8368"/>
                  </a:lnTo>
                  <a:lnTo>
                    <a:pt x="5512142" y="6377"/>
                  </a:lnTo>
                  <a:lnTo>
                    <a:pt x="5523894" y="5487"/>
                  </a:lnTo>
                  <a:lnTo>
                    <a:pt x="5527292" y="525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2" y="5282"/>
                  </a:lnTo>
                  <a:lnTo>
                    <a:pt x="6530722" y="5583"/>
                  </a:lnTo>
                  <a:lnTo>
                    <a:pt x="6549086" y="6412"/>
                  </a:lnTo>
                  <a:lnTo>
                    <a:pt x="6582204" y="8047"/>
                  </a:lnTo>
                  <a:lnTo>
                    <a:pt x="6632143" y="10750"/>
                  </a:lnTo>
                  <a:lnTo>
                    <a:pt x="6699256" y="14748"/>
                  </a:lnTo>
                  <a:lnTo>
                    <a:pt x="6782229" y="20210"/>
                  </a:lnTo>
                  <a:lnTo>
                    <a:pt x="6878363" y="27240"/>
                  </a:lnTo>
                  <a:lnTo>
                    <a:pt x="6984064" y="35879"/>
                  </a:lnTo>
                  <a:lnTo>
                    <a:pt x="7095404" y="46124"/>
                  </a:lnTo>
                  <a:lnTo>
                    <a:pt x="7208631" y="57943"/>
                  </a:lnTo>
                  <a:lnTo>
                    <a:pt x="7320540" y="71307"/>
                  </a:lnTo>
                  <a:lnTo>
                    <a:pt x="7428660" y="86203"/>
                  </a:lnTo>
                  <a:lnTo>
                    <a:pt x="7531298" y="102655"/>
                  </a:lnTo>
                  <a:lnTo>
                    <a:pt x="7627466" y="120731"/>
                  </a:lnTo>
                  <a:lnTo>
                    <a:pt x="7716760" y="140546"/>
                  </a:lnTo>
                  <a:lnTo>
                    <a:pt x="7799221" y="162266"/>
                  </a:lnTo>
                  <a:lnTo>
                    <a:pt x="7875202" y="186104"/>
                  </a:lnTo>
                  <a:lnTo>
                    <a:pt x="7945265" y="212312"/>
                  </a:lnTo>
                  <a:lnTo>
                    <a:pt x="8010091" y="241178"/>
                  </a:lnTo>
                  <a:lnTo>
                    <a:pt x="8070422" y="273002"/>
                  </a:lnTo>
                  <a:lnTo>
                    <a:pt x="8127009" y="308077"/>
                  </a:lnTo>
                  <a:lnTo>
                    <a:pt x="8180576" y="346641"/>
                  </a:lnTo>
                  <a:lnTo>
                    <a:pt x="8229629" y="386933"/>
                  </a:lnTo>
                  <a:lnTo>
                    <a:pt x="8277221" y="430721"/>
                  </a:lnTo>
                  <a:lnTo>
                    <a:pt x="8323564" y="477907"/>
                  </a:lnTo>
                  <a:lnTo>
                    <a:pt x="8369019" y="528559"/>
                  </a:lnTo>
                  <a:lnTo>
                    <a:pt x="8413871" y="582682"/>
                  </a:lnTo>
                  <a:lnTo>
                    <a:pt x="8458343" y="640211"/>
                  </a:lnTo>
                  <a:lnTo>
                    <a:pt x="8502607" y="701006"/>
                  </a:lnTo>
                  <a:lnTo>
                    <a:pt x="8546786" y="764846"/>
                  </a:lnTo>
                  <a:lnTo>
                    <a:pt x="8590966" y="831432"/>
                  </a:lnTo>
                  <a:lnTo>
                    <a:pt x="8635196" y="900384"/>
                  </a:lnTo>
                  <a:lnTo>
                    <a:pt x="8679495" y="971254"/>
                  </a:lnTo>
                  <a:lnTo>
                    <a:pt x="8723860" y="1043533"/>
                  </a:lnTo>
                  <a:lnTo>
                    <a:pt x="8768271" y="1116666"/>
                  </a:lnTo>
                  <a:lnTo>
                    <a:pt x="8812698" y="1190070"/>
                  </a:lnTo>
                  <a:lnTo>
                    <a:pt x="8857107" y="1263154"/>
                  </a:lnTo>
                  <a:lnTo>
                    <a:pt x="8901467" y="1335336"/>
                  </a:lnTo>
                  <a:lnTo>
                    <a:pt x="8945760" y="1406065"/>
                  </a:lnTo>
                  <a:lnTo>
                    <a:pt x="8989984" y="1474837"/>
                  </a:lnTo>
                  <a:lnTo>
                    <a:pt x="9034162" y="1541208"/>
                  </a:lnTo>
                  <a:lnTo>
                    <a:pt x="9078345" y="1604805"/>
                  </a:lnTo>
                  <a:lnTo>
                    <a:pt x="9122621" y="1665336"/>
                  </a:lnTo>
                  <a:lnTo>
                    <a:pt x="9167117" y="1722586"/>
                  </a:lnTo>
                  <a:lnTo>
                    <a:pt x="9212010" y="1776422"/>
                  </a:lnTo>
                  <a:lnTo>
                    <a:pt x="9257527" y="1826784"/>
                  </a:lnTo>
                  <a:lnTo>
                    <a:pt x="9303959" y="1873684"/>
                  </a:lnTo>
                  <a:lnTo>
                    <a:pt x="9347647" y="1913704"/>
                  </a:lnTo>
                  <a:lnTo>
                    <a:pt x="9398940" y="1955721"/>
                  </a:lnTo>
                  <a:lnTo>
                    <a:pt x="9452623" y="1994131"/>
                  </a:lnTo>
                  <a:lnTo>
                    <a:pt x="9509355" y="2029062"/>
                  </a:lnTo>
                  <a:lnTo>
                    <a:pt x="9569863" y="2060753"/>
                  </a:lnTo>
                  <a:lnTo>
                    <a:pt x="9634898" y="2089499"/>
                  </a:lnTo>
                  <a:lnTo>
                    <a:pt x="9705201" y="2115600"/>
                  </a:lnTo>
                  <a:lnTo>
                    <a:pt x="9781449" y="2139342"/>
                  </a:lnTo>
                  <a:lnTo>
                    <a:pt x="9864197" y="2160977"/>
                  </a:lnTo>
                  <a:lnTo>
                    <a:pt x="9953787" y="2180715"/>
                  </a:lnTo>
                  <a:lnTo>
                    <a:pt x="10050244" y="2198719"/>
                  </a:lnTo>
                  <a:lnTo>
                    <a:pt x="10153141" y="2215104"/>
                  </a:lnTo>
                  <a:lnTo>
                    <a:pt x="10261464" y="2229934"/>
                  </a:lnTo>
                  <a:lnTo>
                    <a:pt x="10373485" y="2243232"/>
                  </a:lnTo>
                  <a:lnTo>
                    <a:pt x="10486702" y="2254984"/>
                  </a:lnTo>
                  <a:lnTo>
                    <a:pt x="10597880" y="2265161"/>
                  </a:lnTo>
                  <a:lnTo>
                    <a:pt x="10703252" y="2273732"/>
                  </a:lnTo>
                  <a:lnTo>
                    <a:pt x="10798892" y="2280693"/>
                  </a:lnTo>
                  <a:lnTo>
                    <a:pt x="10881233" y="2286089"/>
                  </a:lnTo>
                  <a:lnTo>
                    <a:pt x="10947627" y="2290028"/>
                  </a:lnTo>
                  <a:lnTo>
                    <a:pt x="10996826" y="2292680"/>
                  </a:lnTo>
                  <a:lnTo>
                    <a:pt x="11029258" y="2294275"/>
                  </a:lnTo>
                  <a:lnTo>
                    <a:pt x="11047062" y="2295077"/>
                  </a:lnTo>
                  <a:lnTo>
                    <a:pt x="11053927" y="2295360"/>
                  </a:lnTo>
                  <a:lnTo>
                    <a:pt x="11054891" y="2295397"/>
                  </a:lnTo>
                  <a:lnTo>
                    <a:pt x="12049831" y="2295397"/>
                  </a:lnTo>
                  <a:lnTo>
                    <a:pt x="12049831" y="2290157"/>
                  </a:lnTo>
                  <a:lnTo>
                    <a:pt x="11054891" y="2290157"/>
                  </a:lnTo>
                  <a:lnTo>
                    <a:pt x="11053795" y="2290114"/>
                  </a:lnTo>
                  <a:lnTo>
                    <a:pt x="11046555" y="2289814"/>
                  </a:lnTo>
                  <a:lnTo>
                    <a:pt x="11028190" y="2288985"/>
                  </a:lnTo>
                  <a:lnTo>
                    <a:pt x="10995072" y="2287350"/>
                  </a:lnTo>
                  <a:lnTo>
                    <a:pt x="10945134" y="2284646"/>
                  </a:lnTo>
                  <a:lnTo>
                    <a:pt x="10878020" y="2280649"/>
                  </a:lnTo>
                  <a:lnTo>
                    <a:pt x="10795048" y="2275187"/>
                  </a:lnTo>
                  <a:lnTo>
                    <a:pt x="10698913" y="2268157"/>
                  </a:lnTo>
                  <a:lnTo>
                    <a:pt x="10593212" y="2259517"/>
                  </a:lnTo>
                  <a:lnTo>
                    <a:pt x="10481873" y="2249273"/>
                  </a:lnTo>
                  <a:lnTo>
                    <a:pt x="10368645" y="2237453"/>
                  </a:lnTo>
                  <a:lnTo>
                    <a:pt x="10256737" y="2224090"/>
                  </a:lnTo>
                  <a:lnTo>
                    <a:pt x="10148616" y="2209194"/>
                  </a:lnTo>
                  <a:lnTo>
                    <a:pt x="10045978" y="2192742"/>
                  </a:lnTo>
                  <a:lnTo>
                    <a:pt x="9949810" y="2174666"/>
                  </a:lnTo>
                  <a:lnTo>
                    <a:pt x="9860516" y="2154851"/>
                  </a:lnTo>
                  <a:lnTo>
                    <a:pt x="9778056" y="2133130"/>
                  </a:lnTo>
                  <a:lnTo>
                    <a:pt x="9702074" y="2109293"/>
                  </a:lnTo>
                  <a:lnTo>
                    <a:pt x="9632012" y="2083084"/>
                  </a:lnTo>
                  <a:lnTo>
                    <a:pt x="9567185" y="2054219"/>
                  </a:lnTo>
                  <a:lnTo>
                    <a:pt x="9506855" y="2022394"/>
                  </a:lnTo>
                  <a:lnTo>
                    <a:pt x="9450267" y="1987319"/>
                  </a:lnTo>
                  <a:lnTo>
                    <a:pt x="9396700" y="1948756"/>
                  </a:lnTo>
                  <a:lnTo>
                    <a:pt x="9347647" y="1908464"/>
                  </a:lnTo>
                  <a:lnTo>
                    <a:pt x="9300056" y="1864675"/>
                  </a:lnTo>
                  <a:lnTo>
                    <a:pt x="9253712" y="1817489"/>
                  </a:lnTo>
                  <a:lnTo>
                    <a:pt x="9208258" y="1766838"/>
                  </a:lnTo>
                  <a:lnTo>
                    <a:pt x="9163406" y="1712715"/>
                  </a:lnTo>
                  <a:lnTo>
                    <a:pt x="9118934" y="1655186"/>
                  </a:lnTo>
                  <a:lnTo>
                    <a:pt x="9074670" y="1594391"/>
                  </a:lnTo>
                  <a:lnTo>
                    <a:pt x="9030490" y="1530550"/>
                  </a:lnTo>
                  <a:lnTo>
                    <a:pt x="8986310" y="1463965"/>
                  </a:lnTo>
                  <a:lnTo>
                    <a:pt x="8942081" y="1395013"/>
                  </a:lnTo>
                  <a:lnTo>
                    <a:pt x="8897782" y="1324143"/>
                  </a:lnTo>
                  <a:lnTo>
                    <a:pt x="8853417" y="1251864"/>
                  </a:lnTo>
                  <a:lnTo>
                    <a:pt x="8809005" y="1178731"/>
                  </a:lnTo>
                  <a:lnTo>
                    <a:pt x="8764578" y="1105327"/>
                  </a:lnTo>
                  <a:lnTo>
                    <a:pt x="8720170" y="1032243"/>
                  </a:lnTo>
                  <a:lnTo>
                    <a:pt x="8675809" y="960061"/>
                  </a:lnTo>
                  <a:lnTo>
                    <a:pt x="8631516" y="889332"/>
                  </a:lnTo>
                  <a:lnTo>
                    <a:pt x="8587292" y="820560"/>
                  </a:lnTo>
                  <a:lnTo>
                    <a:pt x="8543114" y="754189"/>
                  </a:lnTo>
                  <a:lnTo>
                    <a:pt x="8498931" y="690592"/>
                  </a:lnTo>
                  <a:lnTo>
                    <a:pt x="8454656" y="630061"/>
                  </a:lnTo>
                  <a:lnTo>
                    <a:pt x="8410159" y="572811"/>
                  </a:lnTo>
                  <a:lnTo>
                    <a:pt x="8365267" y="518975"/>
                  </a:lnTo>
                  <a:lnTo>
                    <a:pt x="8319750" y="468613"/>
                  </a:lnTo>
                  <a:lnTo>
                    <a:pt x="8273317" y="421712"/>
                  </a:lnTo>
                  <a:lnTo>
                    <a:pt x="8229629" y="381692"/>
                  </a:lnTo>
                  <a:lnTo>
                    <a:pt x="8178336" y="339676"/>
                  </a:lnTo>
                  <a:lnTo>
                    <a:pt x="8124654" y="301265"/>
                  </a:lnTo>
                  <a:lnTo>
                    <a:pt x="8067922" y="266335"/>
                  </a:lnTo>
                  <a:lnTo>
                    <a:pt x="8007414" y="234643"/>
                  </a:lnTo>
                  <a:lnTo>
                    <a:pt x="7942379" y="205898"/>
                  </a:lnTo>
                  <a:lnTo>
                    <a:pt x="7872076" y="179796"/>
                  </a:lnTo>
                  <a:lnTo>
                    <a:pt x="7795828" y="156054"/>
                  </a:lnTo>
                  <a:lnTo>
                    <a:pt x="7713080" y="134420"/>
                  </a:lnTo>
                  <a:lnTo>
                    <a:pt x="7623490" y="114682"/>
                  </a:lnTo>
                  <a:lnTo>
                    <a:pt x="7527033" y="96678"/>
                  </a:lnTo>
                  <a:lnTo>
                    <a:pt x="7424135" y="80293"/>
                  </a:lnTo>
                  <a:lnTo>
                    <a:pt x="7315813" y="65463"/>
                  </a:lnTo>
                  <a:lnTo>
                    <a:pt x="7203791" y="52165"/>
                  </a:lnTo>
                  <a:lnTo>
                    <a:pt x="7090574" y="40412"/>
                  </a:lnTo>
                  <a:lnTo>
                    <a:pt x="6979396" y="30236"/>
                  </a:lnTo>
                  <a:lnTo>
                    <a:pt x="6874025" y="21665"/>
                  </a:lnTo>
                  <a:lnTo>
                    <a:pt x="6778385" y="14704"/>
                  </a:lnTo>
                  <a:lnTo>
                    <a:pt x="6696044" y="9307"/>
                  </a:lnTo>
                  <a:lnTo>
                    <a:pt x="6629650" y="5369"/>
                  </a:lnTo>
                  <a:lnTo>
                    <a:pt x="6580451" y="2716"/>
                  </a:lnTo>
                  <a:lnTo>
                    <a:pt x="6548019" y="1121"/>
                  </a:lnTo>
                  <a:lnTo>
                    <a:pt x="6530215" y="320"/>
                  </a:lnTo>
                  <a:lnTo>
                    <a:pt x="6523349" y="3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2" y="68"/>
                  </a:lnTo>
                  <a:lnTo>
                    <a:pt x="5519659" y="558"/>
                  </a:lnTo>
                  <a:lnTo>
                    <a:pt x="5502470" y="1912"/>
                  </a:lnTo>
                  <a:lnTo>
                    <a:pt x="5471396" y="4581"/>
                  </a:lnTo>
                  <a:lnTo>
                    <a:pt x="5424384" y="8998"/>
                  </a:lnTo>
                  <a:lnTo>
                    <a:pt x="5360935" y="15540"/>
                  </a:lnTo>
                  <a:lnTo>
                    <a:pt x="5282087" y="24497"/>
                  </a:lnTo>
                  <a:lnTo>
                    <a:pt x="5190187" y="36057"/>
                  </a:lnTo>
                  <a:lnTo>
                    <a:pt x="5088481" y="50303"/>
                  </a:lnTo>
                  <a:lnTo>
                    <a:pt x="4980611" y="67240"/>
                  </a:lnTo>
                  <a:lnTo>
                    <a:pt x="4870146" y="86823"/>
                  </a:lnTo>
                  <a:lnTo>
                    <a:pt x="4760222" y="109000"/>
                  </a:lnTo>
                  <a:lnTo>
                    <a:pt x="4653333" y="133740"/>
                  </a:lnTo>
                  <a:lnTo>
                    <a:pt x="4551264" y="161063"/>
                  </a:lnTo>
                  <a:lnTo>
                    <a:pt x="4455131" y="191055"/>
                  </a:lnTo>
                  <a:lnTo>
                    <a:pt x="4365478" y="223879"/>
                  </a:lnTo>
                  <a:lnTo>
                    <a:pt x="4282401" y="259776"/>
                  </a:lnTo>
                  <a:lnTo>
                    <a:pt x="4205669" y="299064"/>
                  </a:lnTo>
                  <a:lnTo>
                    <a:pt x="4134826" y="342132"/>
                  </a:lnTo>
                  <a:lnTo>
                    <a:pt x="4069277" y="389426"/>
                  </a:lnTo>
                  <a:lnTo>
                    <a:pt x="4008350" y="441433"/>
                  </a:lnTo>
                  <a:lnTo>
                    <a:pt x="3951343" y="498644"/>
                  </a:lnTo>
                  <a:lnTo>
                    <a:pt x="3897564" y="561502"/>
                  </a:lnTo>
                  <a:lnTo>
                    <a:pt x="3846365" y="630321"/>
                  </a:lnTo>
                  <a:lnTo>
                    <a:pt x="3820202" y="669054"/>
                  </a:lnTo>
                  <a:lnTo>
                    <a:pt x="3781650" y="730595"/>
                  </a:lnTo>
                  <a:lnTo>
                    <a:pt x="3743963" y="796002"/>
                  </a:lnTo>
                  <a:lnTo>
                    <a:pt x="3706938" y="865352"/>
                  </a:lnTo>
                  <a:lnTo>
                    <a:pt x="3670407" y="938680"/>
                  </a:lnTo>
                  <a:lnTo>
                    <a:pt x="3634232" y="1015970"/>
                  </a:lnTo>
                  <a:lnTo>
                    <a:pt x="3598298" y="1097153"/>
                  </a:lnTo>
                  <a:lnTo>
                    <a:pt x="3562515" y="1182105"/>
                  </a:lnTo>
                  <a:lnTo>
                    <a:pt x="3526810" y="1270641"/>
                  </a:lnTo>
                  <a:lnTo>
                    <a:pt x="3491131" y="1362514"/>
                  </a:lnTo>
                  <a:lnTo>
                    <a:pt x="3455441" y="1457421"/>
                  </a:lnTo>
                  <a:lnTo>
                    <a:pt x="3419716" y="1555001"/>
                  </a:lnTo>
                  <a:lnTo>
                    <a:pt x="3383946" y="1654838"/>
                  </a:lnTo>
                  <a:lnTo>
                    <a:pt x="3348130" y="1756473"/>
                  </a:lnTo>
                  <a:lnTo>
                    <a:pt x="3312276" y="1859408"/>
                  </a:lnTo>
                  <a:lnTo>
                    <a:pt x="3276398" y="1963118"/>
                  </a:lnTo>
                  <a:lnTo>
                    <a:pt x="3240512" y="2067060"/>
                  </a:lnTo>
                  <a:lnTo>
                    <a:pt x="3204636" y="2170687"/>
                  </a:lnTo>
                  <a:lnTo>
                    <a:pt x="3168787" y="2273457"/>
                  </a:lnTo>
                  <a:lnTo>
                    <a:pt x="3132978" y="2374850"/>
                  </a:lnTo>
                  <a:lnTo>
                    <a:pt x="3097215" y="2474371"/>
                  </a:lnTo>
                  <a:lnTo>
                    <a:pt x="3061496" y="2571568"/>
                  </a:lnTo>
                  <a:lnTo>
                    <a:pt x="3025809" y="2666034"/>
                  </a:lnTo>
                  <a:lnTo>
                    <a:pt x="2990129" y="2757417"/>
                  </a:lnTo>
                  <a:lnTo>
                    <a:pt x="2954417" y="2845419"/>
                  </a:lnTo>
                  <a:lnTo>
                    <a:pt x="2918615" y="2929807"/>
                  </a:lnTo>
                  <a:lnTo>
                    <a:pt x="2882651" y="3010403"/>
                  </a:lnTo>
                  <a:lnTo>
                    <a:pt x="2846429" y="3087092"/>
                  </a:lnTo>
                  <a:lnTo>
                    <a:pt x="2809833" y="3159812"/>
                  </a:lnTo>
                  <a:lnTo>
                    <a:pt x="2772719" y="3228557"/>
                  </a:lnTo>
                  <a:lnTo>
                    <a:pt x="2734913" y="3293368"/>
                  </a:lnTo>
                  <a:lnTo>
                    <a:pt x="2702183" y="3345271"/>
                  </a:lnTo>
                  <a:lnTo>
                    <a:pt x="2652108" y="3417279"/>
                  </a:lnTo>
                  <a:lnTo>
                    <a:pt x="2599766" y="3483255"/>
                  </a:lnTo>
                  <a:lnTo>
                    <a:pt x="2544547" y="3543396"/>
                  </a:lnTo>
                  <a:lnTo>
                    <a:pt x="2485774" y="3598087"/>
                  </a:lnTo>
                  <a:lnTo>
                    <a:pt x="2422750" y="3647805"/>
                  </a:lnTo>
                  <a:lnTo>
                    <a:pt x="2354779" y="3693043"/>
                  </a:lnTo>
                  <a:lnTo>
                    <a:pt x="2281221" y="3734272"/>
                  </a:lnTo>
                  <a:lnTo>
                    <a:pt x="2201536" y="3771914"/>
                  </a:lnTo>
                  <a:lnTo>
                    <a:pt x="2115363" y="3806323"/>
                  </a:lnTo>
                  <a:lnTo>
                    <a:pt x="2022611" y="3837784"/>
                  </a:lnTo>
                  <a:lnTo>
                    <a:pt x="1923573" y="3866499"/>
                  </a:lnTo>
                  <a:lnTo>
                    <a:pt x="1819048" y="3892595"/>
                  </a:lnTo>
                  <a:lnTo>
                    <a:pt x="1710458" y="3916125"/>
                  </a:lnTo>
                  <a:lnTo>
                    <a:pt x="1599926" y="3937082"/>
                  </a:lnTo>
                  <a:lnTo>
                    <a:pt x="1490263" y="3955422"/>
                  </a:lnTo>
                  <a:lnTo>
                    <a:pt x="1384846" y="3971091"/>
                  </a:lnTo>
                  <a:lnTo>
                    <a:pt x="1287333" y="3984062"/>
                  </a:lnTo>
                  <a:lnTo>
                    <a:pt x="1201241" y="3994376"/>
                  </a:lnTo>
                  <a:lnTo>
                    <a:pt x="1129449" y="4002162"/>
                  </a:lnTo>
                  <a:lnTo>
                    <a:pt x="1073729" y="4007658"/>
                  </a:lnTo>
                  <a:lnTo>
                    <a:pt x="1034408" y="4011197"/>
                  </a:lnTo>
                  <a:lnTo>
                    <a:pt x="1010243" y="4013189"/>
                  </a:lnTo>
                  <a:lnTo>
                    <a:pt x="998491" y="4014078"/>
                  </a:lnTo>
                  <a:lnTo>
                    <a:pt x="995093" y="4014315"/>
                  </a:lnTo>
                  <a:lnTo>
                    <a:pt x="994940" y="4014325"/>
                  </a:lnTo>
                  <a:lnTo>
                    <a:pt x="0" y="4014325"/>
                  </a:lnTo>
                  <a:close/>
                </a:path>
              </a:pathLst>
            </a:custGeom>
            <a:solidFill>
              <a:srgbClr val="7E57C2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87" name="pl1986"/>
            <p:cNvSpPr/>
            <p:nvPr/>
          </p:nvSpPr>
          <p:spPr>
            <a:xfrm>
              <a:off x="1199187" y="2132773"/>
              <a:ext cx="12049831" cy="4014325"/>
            </a:xfrm>
            <a:custGeom>
              <a:avLst/>
              <a:pathLst>
                <a:path w="12049831" h="4014325">
                  <a:moveTo>
                    <a:pt x="0" y="4014325"/>
                  </a:moveTo>
                  <a:lnTo>
                    <a:pt x="994940" y="4014325"/>
                  </a:lnTo>
                  <a:lnTo>
                    <a:pt x="995963" y="4014256"/>
                  </a:lnTo>
                  <a:lnTo>
                    <a:pt x="1002726" y="4013766"/>
                  </a:lnTo>
                  <a:lnTo>
                    <a:pt x="1019915" y="4012413"/>
                  </a:lnTo>
                  <a:lnTo>
                    <a:pt x="1050989" y="4009744"/>
                  </a:lnTo>
                  <a:lnTo>
                    <a:pt x="1098001" y="4005327"/>
                  </a:lnTo>
                  <a:lnTo>
                    <a:pt x="1161450" y="3998785"/>
                  </a:lnTo>
                  <a:lnTo>
                    <a:pt x="1240298" y="3989828"/>
                  </a:lnTo>
                  <a:lnTo>
                    <a:pt x="1332197" y="3978268"/>
                  </a:lnTo>
                  <a:lnTo>
                    <a:pt x="1433904" y="3964022"/>
                  </a:lnTo>
                  <a:lnTo>
                    <a:pt x="1541774" y="3947085"/>
                  </a:lnTo>
                  <a:lnTo>
                    <a:pt x="1652239" y="3927501"/>
                  </a:lnTo>
                  <a:lnTo>
                    <a:pt x="1762163" y="3905325"/>
                  </a:lnTo>
                  <a:lnTo>
                    <a:pt x="1869052" y="3880585"/>
                  </a:lnTo>
                  <a:lnTo>
                    <a:pt x="1971121" y="3853262"/>
                  </a:lnTo>
                  <a:lnTo>
                    <a:pt x="2067254" y="3823270"/>
                  </a:lnTo>
                  <a:lnTo>
                    <a:pt x="2156907" y="3790446"/>
                  </a:lnTo>
                  <a:lnTo>
                    <a:pt x="2239984" y="3754549"/>
                  </a:lnTo>
                  <a:lnTo>
                    <a:pt x="2316716" y="3715260"/>
                  </a:lnTo>
                  <a:lnTo>
                    <a:pt x="2387559" y="3672193"/>
                  </a:lnTo>
                  <a:lnTo>
                    <a:pt x="2453108" y="3624899"/>
                  </a:lnTo>
                  <a:lnTo>
                    <a:pt x="2514035" y="3572892"/>
                  </a:lnTo>
                  <a:lnTo>
                    <a:pt x="2571042" y="3515681"/>
                  </a:lnTo>
                  <a:lnTo>
                    <a:pt x="2624821" y="3452823"/>
                  </a:lnTo>
                  <a:lnTo>
                    <a:pt x="2676020" y="3384004"/>
                  </a:lnTo>
                  <a:lnTo>
                    <a:pt x="2702183" y="3345271"/>
                  </a:lnTo>
                  <a:lnTo>
                    <a:pt x="2740735" y="3283729"/>
                  </a:lnTo>
                  <a:lnTo>
                    <a:pt x="2778422" y="3218323"/>
                  </a:lnTo>
                  <a:lnTo>
                    <a:pt x="2815447" y="3148973"/>
                  </a:lnTo>
                  <a:lnTo>
                    <a:pt x="2851978" y="3075645"/>
                  </a:lnTo>
                  <a:lnTo>
                    <a:pt x="2888153" y="2998355"/>
                  </a:lnTo>
                  <a:lnTo>
                    <a:pt x="2924087" y="2917171"/>
                  </a:lnTo>
                  <a:lnTo>
                    <a:pt x="2959870" y="2832219"/>
                  </a:lnTo>
                  <a:lnTo>
                    <a:pt x="2995575" y="2743684"/>
                  </a:lnTo>
                  <a:lnTo>
                    <a:pt x="3031254" y="2651811"/>
                  </a:lnTo>
                  <a:lnTo>
                    <a:pt x="3066944" y="2556903"/>
                  </a:lnTo>
                  <a:lnTo>
                    <a:pt x="3102669" y="2459324"/>
                  </a:lnTo>
                  <a:lnTo>
                    <a:pt x="3138439" y="2359487"/>
                  </a:lnTo>
                  <a:lnTo>
                    <a:pt x="3174255" y="2257852"/>
                  </a:lnTo>
                  <a:lnTo>
                    <a:pt x="3210109" y="2154916"/>
                  </a:lnTo>
                  <a:lnTo>
                    <a:pt x="3245987" y="2051206"/>
                  </a:lnTo>
                  <a:lnTo>
                    <a:pt x="3281873" y="1947264"/>
                  </a:lnTo>
                  <a:lnTo>
                    <a:pt x="3317749" y="1843638"/>
                  </a:lnTo>
                  <a:lnTo>
                    <a:pt x="3353598" y="1740867"/>
                  </a:lnTo>
                  <a:lnTo>
                    <a:pt x="3389407" y="1639475"/>
                  </a:lnTo>
                  <a:lnTo>
                    <a:pt x="3425170" y="1539954"/>
                  </a:lnTo>
                  <a:lnTo>
                    <a:pt x="3460889" y="1442757"/>
                  </a:lnTo>
                  <a:lnTo>
                    <a:pt x="3496576" y="1348290"/>
                  </a:lnTo>
                  <a:lnTo>
                    <a:pt x="3532256" y="1256908"/>
                  </a:lnTo>
                  <a:lnTo>
                    <a:pt x="3567968" y="1168905"/>
                  </a:lnTo>
                  <a:lnTo>
                    <a:pt x="3603770" y="1084518"/>
                  </a:lnTo>
                  <a:lnTo>
                    <a:pt x="3639734" y="1003922"/>
                  </a:lnTo>
                  <a:lnTo>
                    <a:pt x="3675956" y="927233"/>
                  </a:lnTo>
                  <a:lnTo>
                    <a:pt x="3712552" y="854513"/>
                  </a:lnTo>
                  <a:lnTo>
                    <a:pt x="3749666" y="785768"/>
                  </a:lnTo>
                  <a:lnTo>
                    <a:pt x="3787472" y="720957"/>
                  </a:lnTo>
                  <a:lnTo>
                    <a:pt x="3820202" y="669054"/>
                  </a:lnTo>
                  <a:lnTo>
                    <a:pt x="3870277" y="597045"/>
                  </a:lnTo>
                  <a:lnTo>
                    <a:pt x="3922619" y="531069"/>
                  </a:lnTo>
                  <a:lnTo>
                    <a:pt x="3977838" y="470929"/>
                  </a:lnTo>
                  <a:lnTo>
                    <a:pt x="4036611" y="416237"/>
                  </a:lnTo>
                  <a:lnTo>
                    <a:pt x="4099635" y="366519"/>
                  </a:lnTo>
                  <a:lnTo>
                    <a:pt x="4167606" y="321281"/>
                  </a:lnTo>
                  <a:lnTo>
                    <a:pt x="4241164" y="280052"/>
                  </a:lnTo>
                  <a:lnTo>
                    <a:pt x="4320849" y="242411"/>
                  </a:lnTo>
                  <a:lnTo>
                    <a:pt x="4407022" y="208001"/>
                  </a:lnTo>
                  <a:lnTo>
                    <a:pt x="4499774" y="176541"/>
                  </a:lnTo>
                  <a:lnTo>
                    <a:pt x="4598812" y="147825"/>
                  </a:lnTo>
                  <a:lnTo>
                    <a:pt x="4703337" y="121729"/>
                  </a:lnTo>
                  <a:lnTo>
                    <a:pt x="4811927" y="98200"/>
                  </a:lnTo>
                  <a:lnTo>
                    <a:pt x="4922459" y="77242"/>
                  </a:lnTo>
                  <a:lnTo>
                    <a:pt x="5032122" y="58903"/>
                  </a:lnTo>
                  <a:lnTo>
                    <a:pt x="5137539" y="43234"/>
                  </a:lnTo>
                  <a:lnTo>
                    <a:pt x="5235052" y="30262"/>
                  </a:lnTo>
                  <a:lnTo>
                    <a:pt x="5321144" y="19949"/>
                  </a:lnTo>
                  <a:lnTo>
                    <a:pt x="5392936" y="12163"/>
                  </a:lnTo>
                  <a:lnTo>
                    <a:pt x="5448656" y="6667"/>
                  </a:lnTo>
                  <a:lnTo>
                    <a:pt x="5487977" y="3128"/>
                  </a:lnTo>
                  <a:lnTo>
                    <a:pt x="5512142" y="1136"/>
                  </a:lnTo>
                  <a:lnTo>
                    <a:pt x="5523894" y="247"/>
                  </a:lnTo>
                  <a:lnTo>
                    <a:pt x="5527292" y="1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2" y="42"/>
                  </a:lnTo>
                  <a:lnTo>
                    <a:pt x="6530722" y="342"/>
                  </a:lnTo>
                  <a:lnTo>
                    <a:pt x="6549086" y="1171"/>
                  </a:lnTo>
                  <a:lnTo>
                    <a:pt x="6582204" y="2807"/>
                  </a:lnTo>
                  <a:lnTo>
                    <a:pt x="6632143" y="5510"/>
                  </a:lnTo>
                  <a:lnTo>
                    <a:pt x="6699256" y="9507"/>
                  </a:lnTo>
                  <a:lnTo>
                    <a:pt x="6782229" y="14969"/>
                  </a:lnTo>
                  <a:lnTo>
                    <a:pt x="6878363" y="21999"/>
                  </a:lnTo>
                  <a:lnTo>
                    <a:pt x="6984064" y="30639"/>
                  </a:lnTo>
                  <a:lnTo>
                    <a:pt x="7095404" y="40883"/>
                  </a:lnTo>
                  <a:lnTo>
                    <a:pt x="7208631" y="52703"/>
                  </a:lnTo>
                  <a:lnTo>
                    <a:pt x="7320540" y="66066"/>
                  </a:lnTo>
                  <a:lnTo>
                    <a:pt x="7428660" y="80962"/>
                  </a:lnTo>
                  <a:lnTo>
                    <a:pt x="7531298" y="97414"/>
                  </a:lnTo>
                  <a:lnTo>
                    <a:pt x="7627466" y="115490"/>
                  </a:lnTo>
                  <a:lnTo>
                    <a:pt x="7716760" y="135306"/>
                  </a:lnTo>
                  <a:lnTo>
                    <a:pt x="7799221" y="157026"/>
                  </a:lnTo>
                  <a:lnTo>
                    <a:pt x="7875202" y="180863"/>
                  </a:lnTo>
                  <a:lnTo>
                    <a:pt x="7945265" y="207072"/>
                  </a:lnTo>
                  <a:lnTo>
                    <a:pt x="8010091" y="235937"/>
                  </a:lnTo>
                  <a:lnTo>
                    <a:pt x="8070422" y="267762"/>
                  </a:lnTo>
                  <a:lnTo>
                    <a:pt x="8127009" y="302837"/>
                  </a:lnTo>
                  <a:lnTo>
                    <a:pt x="8180576" y="341400"/>
                  </a:lnTo>
                  <a:lnTo>
                    <a:pt x="8229629" y="381692"/>
                  </a:lnTo>
                  <a:lnTo>
                    <a:pt x="8277221" y="425481"/>
                  </a:lnTo>
                  <a:lnTo>
                    <a:pt x="8323564" y="472667"/>
                  </a:lnTo>
                  <a:lnTo>
                    <a:pt x="8369019" y="523318"/>
                  </a:lnTo>
                  <a:lnTo>
                    <a:pt x="8413871" y="577441"/>
                  </a:lnTo>
                  <a:lnTo>
                    <a:pt x="8458343" y="634970"/>
                  </a:lnTo>
                  <a:lnTo>
                    <a:pt x="8502607" y="695765"/>
                  </a:lnTo>
                  <a:lnTo>
                    <a:pt x="8546786" y="759606"/>
                  </a:lnTo>
                  <a:lnTo>
                    <a:pt x="8590966" y="826191"/>
                  </a:lnTo>
                  <a:lnTo>
                    <a:pt x="8635196" y="895143"/>
                  </a:lnTo>
                  <a:lnTo>
                    <a:pt x="8679495" y="966013"/>
                  </a:lnTo>
                  <a:lnTo>
                    <a:pt x="8723860" y="1038292"/>
                  </a:lnTo>
                  <a:lnTo>
                    <a:pt x="8768271" y="1111425"/>
                  </a:lnTo>
                  <a:lnTo>
                    <a:pt x="8812698" y="1184829"/>
                  </a:lnTo>
                  <a:lnTo>
                    <a:pt x="8857107" y="1257913"/>
                  </a:lnTo>
                  <a:lnTo>
                    <a:pt x="8901467" y="1330095"/>
                  </a:lnTo>
                  <a:lnTo>
                    <a:pt x="8945760" y="1400825"/>
                  </a:lnTo>
                  <a:lnTo>
                    <a:pt x="8989984" y="1469596"/>
                  </a:lnTo>
                  <a:lnTo>
                    <a:pt x="9034162" y="1535967"/>
                  </a:lnTo>
                  <a:lnTo>
                    <a:pt x="9078345" y="1599565"/>
                  </a:lnTo>
                  <a:lnTo>
                    <a:pt x="9122621" y="1660095"/>
                  </a:lnTo>
                  <a:lnTo>
                    <a:pt x="9167117" y="1717345"/>
                  </a:lnTo>
                  <a:lnTo>
                    <a:pt x="9212010" y="1771181"/>
                  </a:lnTo>
                  <a:lnTo>
                    <a:pt x="9257527" y="1821543"/>
                  </a:lnTo>
                  <a:lnTo>
                    <a:pt x="9303959" y="1868444"/>
                  </a:lnTo>
                  <a:lnTo>
                    <a:pt x="9347647" y="1908464"/>
                  </a:lnTo>
                  <a:lnTo>
                    <a:pt x="9398940" y="1950480"/>
                  </a:lnTo>
                  <a:lnTo>
                    <a:pt x="9452623" y="1988891"/>
                  </a:lnTo>
                  <a:lnTo>
                    <a:pt x="9509355" y="2023821"/>
                  </a:lnTo>
                  <a:lnTo>
                    <a:pt x="9569863" y="2055513"/>
                  </a:lnTo>
                  <a:lnTo>
                    <a:pt x="9634898" y="2084258"/>
                  </a:lnTo>
                  <a:lnTo>
                    <a:pt x="9705201" y="2110360"/>
                  </a:lnTo>
                  <a:lnTo>
                    <a:pt x="9781449" y="2134102"/>
                  </a:lnTo>
                  <a:lnTo>
                    <a:pt x="9864197" y="2155736"/>
                  </a:lnTo>
                  <a:lnTo>
                    <a:pt x="9953787" y="2175474"/>
                  </a:lnTo>
                  <a:lnTo>
                    <a:pt x="10050244" y="2193478"/>
                  </a:lnTo>
                  <a:lnTo>
                    <a:pt x="10153141" y="2209863"/>
                  </a:lnTo>
                  <a:lnTo>
                    <a:pt x="10261464" y="2224693"/>
                  </a:lnTo>
                  <a:lnTo>
                    <a:pt x="10373485" y="2237991"/>
                  </a:lnTo>
                  <a:lnTo>
                    <a:pt x="10486702" y="2249744"/>
                  </a:lnTo>
                  <a:lnTo>
                    <a:pt x="10597880" y="2259920"/>
                  </a:lnTo>
                  <a:lnTo>
                    <a:pt x="10703252" y="2268491"/>
                  </a:lnTo>
                  <a:lnTo>
                    <a:pt x="10798892" y="2275452"/>
                  </a:lnTo>
                  <a:lnTo>
                    <a:pt x="10881233" y="2280849"/>
                  </a:lnTo>
                  <a:lnTo>
                    <a:pt x="10947627" y="2284787"/>
                  </a:lnTo>
                  <a:lnTo>
                    <a:pt x="10996826" y="2287440"/>
                  </a:lnTo>
                  <a:lnTo>
                    <a:pt x="11029258" y="2289035"/>
                  </a:lnTo>
                  <a:lnTo>
                    <a:pt x="11047062" y="2289836"/>
                  </a:lnTo>
                  <a:lnTo>
                    <a:pt x="11053927" y="2290120"/>
                  </a:lnTo>
                  <a:lnTo>
                    <a:pt x="11054891" y="2290157"/>
                  </a:lnTo>
                  <a:lnTo>
                    <a:pt x="12049831" y="2290157"/>
                  </a:lnTo>
                  <a:lnTo>
                    <a:pt x="12049831" y="22901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8" name="pl1987"/>
            <p:cNvSpPr/>
            <p:nvPr/>
          </p:nvSpPr>
          <p:spPr>
            <a:xfrm>
              <a:off x="1199187" y="2127532"/>
              <a:ext cx="12049831" cy="4014325"/>
            </a:xfrm>
            <a:custGeom>
              <a:avLst/>
              <a:pathLst>
                <a:path w="12049831" h="4014325">
                  <a:moveTo>
                    <a:pt x="12049831" y="2290157"/>
                  </a:moveTo>
                  <a:lnTo>
                    <a:pt x="11054891" y="2290157"/>
                  </a:lnTo>
                  <a:lnTo>
                    <a:pt x="11053795" y="2290114"/>
                  </a:lnTo>
                  <a:lnTo>
                    <a:pt x="11046555" y="2289814"/>
                  </a:lnTo>
                  <a:lnTo>
                    <a:pt x="11028190" y="2288985"/>
                  </a:lnTo>
                  <a:lnTo>
                    <a:pt x="10995072" y="2287350"/>
                  </a:lnTo>
                  <a:lnTo>
                    <a:pt x="10945134" y="2284646"/>
                  </a:lnTo>
                  <a:lnTo>
                    <a:pt x="10878020" y="2280649"/>
                  </a:lnTo>
                  <a:lnTo>
                    <a:pt x="10795048" y="2275187"/>
                  </a:lnTo>
                  <a:lnTo>
                    <a:pt x="10698913" y="2268157"/>
                  </a:lnTo>
                  <a:lnTo>
                    <a:pt x="10593212" y="2259517"/>
                  </a:lnTo>
                  <a:lnTo>
                    <a:pt x="10481873" y="2249273"/>
                  </a:lnTo>
                  <a:lnTo>
                    <a:pt x="10368645" y="2237453"/>
                  </a:lnTo>
                  <a:lnTo>
                    <a:pt x="10256737" y="2224090"/>
                  </a:lnTo>
                  <a:lnTo>
                    <a:pt x="10148616" y="2209194"/>
                  </a:lnTo>
                  <a:lnTo>
                    <a:pt x="10045978" y="2192742"/>
                  </a:lnTo>
                  <a:lnTo>
                    <a:pt x="9949810" y="2174666"/>
                  </a:lnTo>
                  <a:lnTo>
                    <a:pt x="9860516" y="2154851"/>
                  </a:lnTo>
                  <a:lnTo>
                    <a:pt x="9778056" y="2133130"/>
                  </a:lnTo>
                  <a:lnTo>
                    <a:pt x="9702074" y="2109293"/>
                  </a:lnTo>
                  <a:lnTo>
                    <a:pt x="9632012" y="2083084"/>
                  </a:lnTo>
                  <a:lnTo>
                    <a:pt x="9567185" y="2054219"/>
                  </a:lnTo>
                  <a:lnTo>
                    <a:pt x="9506855" y="2022394"/>
                  </a:lnTo>
                  <a:lnTo>
                    <a:pt x="9450267" y="1987319"/>
                  </a:lnTo>
                  <a:lnTo>
                    <a:pt x="9396700" y="1948756"/>
                  </a:lnTo>
                  <a:lnTo>
                    <a:pt x="9347647" y="1908464"/>
                  </a:lnTo>
                  <a:lnTo>
                    <a:pt x="9300056" y="1864675"/>
                  </a:lnTo>
                  <a:lnTo>
                    <a:pt x="9253712" y="1817489"/>
                  </a:lnTo>
                  <a:lnTo>
                    <a:pt x="9208258" y="1766838"/>
                  </a:lnTo>
                  <a:lnTo>
                    <a:pt x="9163406" y="1712715"/>
                  </a:lnTo>
                  <a:lnTo>
                    <a:pt x="9118934" y="1655186"/>
                  </a:lnTo>
                  <a:lnTo>
                    <a:pt x="9074670" y="1594391"/>
                  </a:lnTo>
                  <a:lnTo>
                    <a:pt x="9030490" y="1530550"/>
                  </a:lnTo>
                  <a:lnTo>
                    <a:pt x="8986310" y="1463965"/>
                  </a:lnTo>
                  <a:lnTo>
                    <a:pt x="8942081" y="1395013"/>
                  </a:lnTo>
                  <a:lnTo>
                    <a:pt x="8897782" y="1324143"/>
                  </a:lnTo>
                  <a:lnTo>
                    <a:pt x="8853417" y="1251864"/>
                  </a:lnTo>
                  <a:lnTo>
                    <a:pt x="8809005" y="1178731"/>
                  </a:lnTo>
                  <a:lnTo>
                    <a:pt x="8764578" y="1105327"/>
                  </a:lnTo>
                  <a:lnTo>
                    <a:pt x="8720170" y="1032243"/>
                  </a:lnTo>
                  <a:lnTo>
                    <a:pt x="8675809" y="960061"/>
                  </a:lnTo>
                  <a:lnTo>
                    <a:pt x="8631516" y="889332"/>
                  </a:lnTo>
                  <a:lnTo>
                    <a:pt x="8587292" y="820560"/>
                  </a:lnTo>
                  <a:lnTo>
                    <a:pt x="8543114" y="754189"/>
                  </a:lnTo>
                  <a:lnTo>
                    <a:pt x="8498931" y="690592"/>
                  </a:lnTo>
                  <a:lnTo>
                    <a:pt x="8454656" y="630061"/>
                  </a:lnTo>
                  <a:lnTo>
                    <a:pt x="8410159" y="572811"/>
                  </a:lnTo>
                  <a:lnTo>
                    <a:pt x="8365267" y="518975"/>
                  </a:lnTo>
                  <a:lnTo>
                    <a:pt x="8319750" y="468613"/>
                  </a:lnTo>
                  <a:lnTo>
                    <a:pt x="8273317" y="421712"/>
                  </a:lnTo>
                  <a:lnTo>
                    <a:pt x="8229629" y="381692"/>
                  </a:lnTo>
                  <a:lnTo>
                    <a:pt x="8178336" y="339676"/>
                  </a:lnTo>
                  <a:lnTo>
                    <a:pt x="8124654" y="301265"/>
                  </a:lnTo>
                  <a:lnTo>
                    <a:pt x="8067922" y="266335"/>
                  </a:lnTo>
                  <a:lnTo>
                    <a:pt x="8007414" y="234643"/>
                  </a:lnTo>
                  <a:lnTo>
                    <a:pt x="7942379" y="205898"/>
                  </a:lnTo>
                  <a:lnTo>
                    <a:pt x="7872076" y="179796"/>
                  </a:lnTo>
                  <a:lnTo>
                    <a:pt x="7795828" y="156054"/>
                  </a:lnTo>
                  <a:lnTo>
                    <a:pt x="7713080" y="134420"/>
                  </a:lnTo>
                  <a:lnTo>
                    <a:pt x="7623490" y="114682"/>
                  </a:lnTo>
                  <a:lnTo>
                    <a:pt x="7527033" y="96678"/>
                  </a:lnTo>
                  <a:lnTo>
                    <a:pt x="7424135" y="80293"/>
                  </a:lnTo>
                  <a:lnTo>
                    <a:pt x="7315813" y="65463"/>
                  </a:lnTo>
                  <a:lnTo>
                    <a:pt x="7203791" y="52165"/>
                  </a:lnTo>
                  <a:lnTo>
                    <a:pt x="7090574" y="40412"/>
                  </a:lnTo>
                  <a:lnTo>
                    <a:pt x="6979396" y="30236"/>
                  </a:lnTo>
                  <a:lnTo>
                    <a:pt x="6874025" y="21665"/>
                  </a:lnTo>
                  <a:lnTo>
                    <a:pt x="6778385" y="14704"/>
                  </a:lnTo>
                  <a:lnTo>
                    <a:pt x="6696044" y="9307"/>
                  </a:lnTo>
                  <a:lnTo>
                    <a:pt x="6629650" y="5369"/>
                  </a:lnTo>
                  <a:lnTo>
                    <a:pt x="6580451" y="2716"/>
                  </a:lnTo>
                  <a:lnTo>
                    <a:pt x="6548019" y="1121"/>
                  </a:lnTo>
                  <a:lnTo>
                    <a:pt x="6530215" y="320"/>
                  </a:lnTo>
                  <a:lnTo>
                    <a:pt x="6523349" y="3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2" y="68"/>
                  </a:lnTo>
                  <a:lnTo>
                    <a:pt x="5519659" y="558"/>
                  </a:lnTo>
                  <a:lnTo>
                    <a:pt x="5502470" y="1912"/>
                  </a:lnTo>
                  <a:lnTo>
                    <a:pt x="5471396" y="4581"/>
                  </a:lnTo>
                  <a:lnTo>
                    <a:pt x="5424384" y="8998"/>
                  </a:lnTo>
                  <a:lnTo>
                    <a:pt x="5360935" y="15540"/>
                  </a:lnTo>
                  <a:lnTo>
                    <a:pt x="5282087" y="24497"/>
                  </a:lnTo>
                  <a:lnTo>
                    <a:pt x="5190187" y="36057"/>
                  </a:lnTo>
                  <a:lnTo>
                    <a:pt x="5088481" y="50303"/>
                  </a:lnTo>
                  <a:lnTo>
                    <a:pt x="4980611" y="67240"/>
                  </a:lnTo>
                  <a:lnTo>
                    <a:pt x="4870146" y="86823"/>
                  </a:lnTo>
                  <a:lnTo>
                    <a:pt x="4760222" y="109000"/>
                  </a:lnTo>
                  <a:lnTo>
                    <a:pt x="4653333" y="133740"/>
                  </a:lnTo>
                  <a:lnTo>
                    <a:pt x="4551264" y="161063"/>
                  </a:lnTo>
                  <a:lnTo>
                    <a:pt x="4455131" y="191055"/>
                  </a:lnTo>
                  <a:lnTo>
                    <a:pt x="4365478" y="223879"/>
                  </a:lnTo>
                  <a:lnTo>
                    <a:pt x="4282401" y="259776"/>
                  </a:lnTo>
                  <a:lnTo>
                    <a:pt x="4205669" y="299064"/>
                  </a:lnTo>
                  <a:lnTo>
                    <a:pt x="4134826" y="342132"/>
                  </a:lnTo>
                  <a:lnTo>
                    <a:pt x="4069277" y="389426"/>
                  </a:lnTo>
                  <a:lnTo>
                    <a:pt x="4008350" y="441433"/>
                  </a:lnTo>
                  <a:lnTo>
                    <a:pt x="3951343" y="498644"/>
                  </a:lnTo>
                  <a:lnTo>
                    <a:pt x="3897564" y="561502"/>
                  </a:lnTo>
                  <a:lnTo>
                    <a:pt x="3846365" y="630321"/>
                  </a:lnTo>
                  <a:lnTo>
                    <a:pt x="3820202" y="669054"/>
                  </a:lnTo>
                  <a:lnTo>
                    <a:pt x="3781650" y="730595"/>
                  </a:lnTo>
                  <a:lnTo>
                    <a:pt x="3743963" y="796002"/>
                  </a:lnTo>
                  <a:lnTo>
                    <a:pt x="3706938" y="865352"/>
                  </a:lnTo>
                  <a:lnTo>
                    <a:pt x="3670407" y="938680"/>
                  </a:lnTo>
                  <a:lnTo>
                    <a:pt x="3634232" y="1015970"/>
                  </a:lnTo>
                  <a:lnTo>
                    <a:pt x="3598298" y="1097153"/>
                  </a:lnTo>
                  <a:lnTo>
                    <a:pt x="3562515" y="1182105"/>
                  </a:lnTo>
                  <a:lnTo>
                    <a:pt x="3526810" y="1270641"/>
                  </a:lnTo>
                  <a:lnTo>
                    <a:pt x="3491131" y="1362514"/>
                  </a:lnTo>
                  <a:lnTo>
                    <a:pt x="3455441" y="1457421"/>
                  </a:lnTo>
                  <a:lnTo>
                    <a:pt x="3419716" y="1555001"/>
                  </a:lnTo>
                  <a:lnTo>
                    <a:pt x="3383946" y="1654838"/>
                  </a:lnTo>
                  <a:lnTo>
                    <a:pt x="3348130" y="1756473"/>
                  </a:lnTo>
                  <a:lnTo>
                    <a:pt x="3312276" y="1859408"/>
                  </a:lnTo>
                  <a:lnTo>
                    <a:pt x="3276398" y="1963118"/>
                  </a:lnTo>
                  <a:lnTo>
                    <a:pt x="3240512" y="2067060"/>
                  </a:lnTo>
                  <a:lnTo>
                    <a:pt x="3204636" y="2170687"/>
                  </a:lnTo>
                  <a:lnTo>
                    <a:pt x="3168787" y="2273457"/>
                  </a:lnTo>
                  <a:lnTo>
                    <a:pt x="3132978" y="2374850"/>
                  </a:lnTo>
                  <a:lnTo>
                    <a:pt x="3097215" y="2474371"/>
                  </a:lnTo>
                  <a:lnTo>
                    <a:pt x="3061496" y="2571568"/>
                  </a:lnTo>
                  <a:lnTo>
                    <a:pt x="3025809" y="2666034"/>
                  </a:lnTo>
                  <a:lnTo>
                    <a:pt x="2990129" y="2757417"/>
                  </a:lnTo>
                  <a:lnTo>
                    <a:pt x="2954417" y="2845419"/>
                  </a:lnTo>
                  <a:lnTo>
                    <a:pt x="2918615" y="2929807"/>
                  </a:lnTo>
                  <a:lnTo>
                    <a:pt x="2882651" y="3010403"/>
                  </a:lnTo>
                  <a:lnTo>
                    <a:pt x="2846429" y="3087092"/>
                  </a:lnTo>
                  <a:lnTo>
                    <a:pt x="2809833" y="3159812"/>
                  </a:lnTo>
                  <a:lnTo>
                    <a:pt x="2772719" y="3228557"/>
                  </a:lnTo>
                  <a:lnTo>
                    <a:pt x="2734913" y="3293368"/>
                  </a:lnTo>
                  <a:lnTo>
                    <a:pt x="2702183" y="3345271"/>
                  </a:lnTo>
                  <a:lnTo>
                    <a:pt x="2652108" y="3417279"/>
                  </a:lnTo>
                  <a:lnTo>
                    <a:pt x="2599766" y="3483255"/>
                  </a:lnTo>
                  <a:lnTo>
                    <a:pt x="2544547" y="3543396"/>
                  </a:lnTo>
                  <a:lnTo>
                    <a:pt x="2485774" y="3598087"/>
                  </a:lnTo>
                  <a:lnTo>
                    <a:pt x="2422750" y="3647805"/>
                  </a:lnTo>
                  <a:lnTo>
                    <a:pt x="2354779" y="3693043"/>
                  </a:lnTo>
                  <a:lnTo>
                    <a:pt x="2281221" y="3734272"/>
                  </a:lnTo>
                  <a:lnTo>
                    <a:pt x="2201536" y="3771914"/>
                  </a:lnTo>
                  <a:lnTo>
                    <a:pt x="2115363" y="3806323"/>
                  </a:lnTo>
                  <a:lnTo>
                    <a:pt x="2022611" y="3837784"/>
                  </a:lnTo>
                  <a:lnTo>
                    <a:pt x="1923573" y="3866499"/>
                  </a:lnTo>
                  <a:lnTo>
                    <a:pt x="1819048" y="3892595"/>
                  </a:lnTo>
                  <a:lnTo>
                    <a:pt x="1710458" y="3916125"/>
                  </a:lnTo>
                  <a:lnTo>
                    <a:pt x="1599926" y="3937082"/>
                  </a:lnTo>
                  <a:lnTo>
                    <a:pt x="1490263" y="3955422"/>
                  </a:lnTo>
                  <a:lnTo>
                    <a:pt x="1384846" y="3971091"/>
                  </a:lnTo>
                  <a:lnTo>
                    <a:pt x="1287333" y="3984062"/>
                  </a:lnTo>
                  <a:lnTo>
                    <a:pt x="1201241" y="3994376"/>
                  </a:lnTo>
                  <a:lnTo>
                    <a:pt x="1129449" y="4002162"/>
                  </a:lnTo>
                  <a:lnTo>
                    <a:pt x="1073729" y="4007658"/>
                  </a:lnTo>
                  <a:lnTo>
                    <a:pt x="1034408" y="4011197"/>
                  </a:lnTo>
                  <a:lnTo>
                    <a:pt x="1010243" y="4013189"/>
                  </a:lnTo>
                  <a:lnTo>
                    <a:pt x="998491" y="4014078"/>
                  </a:lnTo>
                  <a:lnTo>
                    <a:pt x="995093" y="4014315"/>
                  </a:lnTo>
                  <a:lnTo>
                    <a:pt x="994940" y="4014325"/>
                  </a:lnTo>
                  <a:lnTo>
                    <a:pt x="0" y="4014325"/>
                  </a:lnTo>
                  <a:lnTo>
                    <a:pt x="0" y="40143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9" name="pg1988"/>
            <p:cNvSpPr/>
            <p:nvPr/>
          </p:nvSpPr>
          <p:spPr>
            <a:xfrm>
              <a:off x="1199187" y="1383362"/>
              <a:ext cx="12049831" cy="4779458"/>
            </a:xfrm>
            <a:custGeom>
              <a:avLst/>
              <a:pathLst>
                <a:path w="12049831" h="4779458">
                  <a:moveTo>
                    <a:pt x="0" y="4779458"/>
                  </a:moveTo>
                  <a:lnTo>
                    <a:pt x="994940" y="4779458"/>
                  </a:lnTo>
                  <a:lnTo>
                    <a:pt x="996022" y="4779409"/>
                  </a:lnTo>
                  <a:lnTo>
                    <a:pt x="1003167" y="4779060"/>
                  </a:lnTo>
                  <a:lnTo>
                    <a:pt x="1021300" y="4778098"/>
                  </a:lnTo>
                  <a:lnTo>
                    <a:pt x="1054015" y="4776201"/>
                  </a:lnTo>
                  <a:lnTo>
                    <a:pt x="1103379" y="4773064"/>
                  </a:lnTo>
                  <a:lnTo>
                    <a:pt x="1169775" y="4768424"/>
                  </a:lnTo>
                  <a:lnTo>
                    <a:pt x="1251944" y="4762081"/>
                  </a:lnTo>
                  <a:lnTo>
                    <a:pt x="1347257" y="4753913"/>
                  </a:lnTo>
                  <a:lnTo>
                    <a:pt x="1452189" y="4743870"/>
                  </a:lnTo>
                  <a:lnTo>
                    <a:pt x="1562867" y="4731954"/>
                  </a:lnTo>
                  <a:lnTo>
                    <a:pt x="1675573" y="4718201"/>
                  </a:lnTo>
                  <a:lnTo>
                    <a:pt x="1787113" y="4702647"/>
                  </a:lnTo>
                  <a:lnTo>
                    <a:pt x="1895011" y="4685307"/>
                  </a:lnTo>
                  <a:lnTo>
                    <a:pt x="1997553" y="4666156"/>
                  </a:lnTo>
                  <a:lnTo>
                    <a:pt x="2093726" y="4645119"/>
                  </a:lnTo>
                  <a:lnTo>
                    <a:pt x="2183099" y="4622066"/>
                  </a:lnTo>
                  <a:lnTo>
                    <a:pt x="2265685" y="4596808"/>
                  </a:lnTo>
                  <a:lnTo>
                    <a:pt x="2341815" y="4569103"/>
                  </a:lnTo>
                  <a:lnTo>
                    <a:pt x="2412028" y="4538659"/>
                  </a:lnTo>
                  <a:lnTo>
                    <a:pt x="2476991" y="4505149"/>
                  </a:lnTo>
                  <a:lnTo>
                    <a:pt x="2537432" y="4468221"/>
                  </a:lnTo>
                  <a:lnTo>
                    <a:pt x="2594092" y="4427535"/>
                  </a:lnTo>
                  <a:lnTo>
                    <a:pt x="2647692" y="4382806"/>
                  </a:lnTo>
                  <a:lnTo>
                    <a:pt x="2698886" y="4333876"/>
                  </a:lnTo>
                  <a:lnTo>
                    <a:pt x="2702183" y="4330510"/>
                  </a:lnTo>
                  <a:lnTo>
                    <a:pt x="2747232" y="4281898"/>
                  </a:lnTo>
                  <a:lnTo>
                    <a:pt x="2791145" y="4229716"/>
                  </a:lnTo>
                  <a:lnTo>
                    <a:pt x="2834232" y="4173892"/>
                  </a:lnTo>
                  <a:lnTo>
                    <a:pt x="2876743" y="4114411"/>
                  </a:lnTo>
                  <a:lnTo>
                    <a:pt x="2918876" y="4051324"/>
                  </a:lnTo>
                  <a:lnTo>
                    <a:pt x="2960785" y="3984752"/>
                  </a:lnTo>
                  <a:lnTo>
                    <a:pt x="3002588" y="3914889"/>
                  </a:lnTo>
                  <a:lnTo>
                    <a:pt x="3044366" y="3842008"/>
                  </a:lnTo>
                  <a:lnTo>
                    <a:pt x="3086173" y="3766454"/>
                  </a:lnTo>
                  <a:lnTo>
                    <a:pt x="3128037" y="3688642"/>
                  </a:lnTo>
                  <a:lnTo>
                    <a:pt x="3169964" y="3609051"/>
                  </a:lnTo>
                  <a:lnTo>
                    <a:pt x="3211945" y="3528207"/>
                  </a:lnTo>
                  <a:lnTo>
                    <a:pt x="3253959" y="3446677"/>
                  </a:lnTo>
                  <a:lnTo>
                    <a:pt x="3295977" y="3365045"/>
                  </a:lnTo>
                  <a:lnTo>
                    <a:pt x="3337972" y="3283900"/>
                  </a:lnTo>
                  <a:lnTo>
                    <a:pt x="3379919" y="3203815"/>
                  </a:lnTo>
                  <a:lnTo>
                    <a:pt x="3421805" y="3125334"/>
                  </a:lnTo>
                  <a:lnTo>
                    <a:pt x="3463630" y="3048952"/>
                  </a:lnTo>
                  <a:lnTo>
                    <a:pt x="3505414" y="2975108"/>
                  </a:lnTo>
                  <a:lnTo>
                    <a:pt x="3547200" y="2904172"/>
                  </a:lnTo>
                  <a:lnTo>
                    <a:pt x="3589062" y="2836441"/>
                  </a:lnTo>
                  <a:lnTo>
                    <a:pt x="3631102" y="2772137"/>
                  </a:lnTo>
                  <a:lnTo>
                    <a:pt x="3673462" y="2711405"/>
                  </a:lnTo>
                  <a:lnTo>
                    <a:pt x="3716326" y="2654320"/>
                  </a:lnTo>
                  <a:lnTo>
                    <a:pt x="3759923" y="2600890"/>
                  </a:lnTo>
                  <a:lnTo>
                    <a:pt x="3804541" y="2551060"/>
                  </a:lnTo>
                  <a:lnTo>
                    <a:pt x="3820202" y="2534720"/>
                  </a:lnTo>
                  <a:lnTo>
                    <a:pt x="3871258" y="2485513"/>
                  </a:lnTo>
                  <a:lnTo>
                    <a:pt x="3924680" y="2440510"/>
                  </a:lnTo>
                  <a:lnTo>
                    <a:pt x="3981118" y="2399566"/>
                  </a:lnTo>
                  <a:lnTo>
                    <a:pt x="4041287" y="2362401"/>
                  </a:lnTo>
                  <a:lnTo>
                    <a:pt x="4105930" y="2328677"/>
                  </a:lnTo>
                  <a:lnTo>
                    <a:pt x="4175776" y="2298042"/>
                  </a:lnTo>
                  <a:lnTo>
                    <a:pt x="4251498" y="2270167"/>
                  </a:lnTo>
                  <a:lnTo>
                    <a:pt x="4333646" y="2244756"/>
                  </a:lnTo>
                  <a:lnTo>
                    <a:pt x="4422568" y="2221563"/>
                  </a:lnTo>
                  <a:lnTo>
                    <a:pt x="4518302" y="2200399"/>
                  </a:lnTo>
                  <a:lnTo>
                    <a:pt x="4620449" y="2181126"/>
                  </a:lnTo>
                  <a:lnTo>
                    <a:pt x="4728039" y="2163668"/>
                  </a:lnTo>
                  <a:lnTo>
                    <a:pt x="4839407" y="2147997"/>
                  </a:lnTo>
                  <a:lnTo>
                    <a:pt x="4952127" y="2134124"/>
                  </a:lnTo>
                  <a:lnTo>
                    <a:pt x="5063048" y="2122087"/>
                  </a:lnTo>
                  <a:lnTo>
                    <a:pt x="5168478" y="2111919"/>
                  </a:lnTo>
                  <a:lnTo>
                    <a:pt x="5264540" y="2103629"/>
                  </a:lnTo>
                  <a:lnTo>
                    <a:pt x="5347667" y="2097169"/>
                  </a:lnTo>
                  <a:lnTo>
                    <a:pt x="5415156" y="2092422"/>
                  </a:lnTo>
                  <a:lnTo>
                    <a:pt x="5465647" y="2089194"/>
                  </a:lnTo>
                  <a:lnTo>
                    <a:pt x="5499412" y="2087224"/>
                  </a:lnTo>
                  <a:lnTo>
                    <a:pt x="5518409" y="2086210"/>
                  </a:lnTo>
                  <a:lnTo>
                    <a:pt x="5526140" y="2085831"/>
                  </a:lnTo>
                  <a:lnTo>
                    <a:pt x="5527445" y="2085772"/>
                  </a:lnTo>
                  <a:lnTo>
                    <a:pt x="6522385" y="2085772"/>
                  </a:lnTo>
                  <a:lnTo>
                    <a:pt x="6523489" y="2085733"/>
                  </a:lnTo>
                  <a:lnTo>
                    <a:pt x="6530772" y="2085459"/>
                  </a:lnTo>
                  <a:lnTo>
                    <a:pt x="6549245" y="2084700"/>
                  </a:lnTo>
                  <a:lnTo>
                    <a:pt x="6582550" y="2083206"/>
                  </a:lnTo>
                  <a:lnTo>
                    <a:pt x="6632756" y="2080734"/>
                  </a:lnTo>
                  <a:lnTo>
                    <a:pt x="6700203" y="2077081"/>
                  </a:lnTo>
                  <a:lnTo>
                    <a:pt x="6783548" y="2072090"/>
                  </a:lnTo>
                  <a:lnTo>
                    <a:pt x="6880062" y="2065667"/>
                  </a:lnTo>
                  <a:lnTo>
                    <a:pt x="6986119" y="2057775"/>
                  </a:lnTo>
                  <a:lnTo>
                    <a:pt x="7097763" y="2048420"/>
                  </a:lnTo>
                  <a:lnTo>
                    <a:pt x="7211230" y="2037629"/>
                  </a:lnTo>
                  <a:lnTo>
                    <a:pt x="7323306" y="2025430"/>
                  </a:lnTo>
                  <a:lnTo>
                    <a:pt x="7431527" y="2011833"/>
                  </a:lnTo>
                  <a:lnTo>
                    <a:pt x="7534207" y="1996815"/>
                  </a:lnTo>
                  <a:lnTo>
                    <a:pt x="7630370" y="1980313"/>
                  </a:lnTo>
                  <a:lnTo>
                    <a:pt x="7719627" y="1962220"/>
                  </a:lnTo>
                  <a:lnTo>
                    <a:pt x="7802029" y="1942383"/>
                  </a:lnTo>
                  <a:lnTo>
                    <a:pt x="7877941" y="1920608"/>
                  </a:lnTo>
                  <a:lnTo>
                    <a:pt x="7947934" y="1896660"/>
                  </a:lnTo>
                  <a:lnTo>
                    <a:pt x="8012698" y="1870278"/>
                  </a:lnTo>
                  <a:lnTo>
                    <a:pt x="8072978" y="1841184"/>
                  </a:lnTo>
                  <a:lnTo>
                    <a:pt x="8129533" y="1809114"/>
                  </a:lnTo>
                  <a:lnTo>
                    <a:pt x="8183087" y="1773854"/>
                  </a:lnTo>
                  <a:lnTo>
                    <a:pt x="8229629" y="1739017"/>
                  </a:lnTo>
                  <a:lnTo>
                    <a:pt x="8278657" y="1697969"/>
                  </a:lnTo>
                  <a:lnTo>
                    <a:pt x="8326372" y="1653641"/>
                  </a:lnTo>
                  <a:lnTo>
                    <a:pt x="8373163" y="1605966"/>
                  </a:lnTo>
                  <a:lnTo>
                    <a:pt x="8419337" y="1554945"/>
                  </a:lnTo>
                  <a:lnTo>
                    <a:pt x="8465134" y="1500649"/>
                  </a:lnTo>
                  <a:lnTo>
                    <a:pt x="8510731" y="1443231"/>
                  </a:lnTo>
                  <a:lnTo>
                    <a:pt x="8556259" y="1382921"/>
                  </a:lnTo>
                  <a:lnTo>
                    <a:pt x="8601801" y="1320035"/>
                  </a:lnTo>
                  <a:lnTo>
                    <a:pt x="8647404" y="1254965"/>
                  </a:lnTo>
                  <a:lnTo>
                    <a:pt x="8693081" y="1188176"/>
                  </a:lnTo>
                  <a:lnTo>
                    <a:pt x="8738824" y="1120187"/>
                  </a:lnTo>
                  <a:lnTo>
                    <a:pt x="8784605" y="1051561"/>
                  </a:lnTo>
                  <a:lnTo>
                    <a:pt x="8830390" y="982884"/>
                  </a:lnTo>
                  <a:lnTo>
                    <a:pt x="8876142" y="914741"/>
                  </a:lnTo>
                  <a:lnTo>
                    <a:pt x="8921832" y="847701"/>
                  </a:lnTo>
                  <a:lnTo>
                    <a:pt x="8967447" y="782293"/>
                  </a:lnTo>
                  <a:lnTo>
                    <a:pt x="9012998" y="718992"/>
                  </a:lnTo>
                  <a:lnTo>
                    <a:pt x="9058523" y="658203"/>
                  </a:lnTo>
                  <a:lnTo>
                    <a:pt x="9104101" y="600256"/>
                  </a:lnTo>
                  <a:lnTo>
                    <a:pt x="9149851" y="545397"/>
                  </a:lnTo>
                  <a:lnTo>
                    <a:pt x="9195943" y="493792"/>
                  </a:lnTo>
                  <a:lnTo>
                    <a:pt x="9242605" y="445526"/>
                  </a:lnTo>
                  <a:lnTo>
                    <a:pt x="9290131" y="400611"/>
                  </a:lnTo>
                  <a:lnTo>
                    <a:pt x="9338896" y="358992"/>
                  </a:lnTo>
                  <a:lnTo>
                    <a:pt x="9347647" y="351995"/>
                  </a:lnTo>
                  <a:lnTo>
                    <a:pt x="9399050" y="313749"/>
                  </a:lnTo>
                  <a:lnTo>
                    <a:pt x="9452853" y="278791"/>
                  </a:lnTo>
                  <a:lnTo>
                    <a:pt x="9509722" y="247008"/>
                  </a:lnTo>
                  <a:lnTo>
                    <a:pt x="9570386" y="218177"/>
                  </a:lnTo>
                  <a:lnTo>
                    <a:pt x="9635604" y="192032"/>
                  </a:lnTo>
                  <a:lnTo>
                    <a:pt x="9706119" y="168296"/>
                  </a:lnTo>
                  <a:lnTo>
                    <a:pt x="9782611" y="146710"/>
                  </a:lnTo>
                  <a:lnTo>
                    <a:pt x="9865638" y="127043"/>
                  </a:lnTo>
                  <a:lnTo>
                    <a:pt x="9955538" y="109103"/>
                  </a:lnTo>
                  <a:lnTo>
                    <a:pt x="10052331" y="92743"/>
                  </a:lnTo>
                  <a:lnTo>
                    <a:pt x="10155576" y="77859"/>
                  </a:lnTo>
                  <a:lnTo>
                    <a:pt x="10264237" y="64391"/>
                  </a:lnTo>
                  <a:lnTo>
                    <a:pt x="10376558" y="52322"/>
                  </a:lnTo>
                  <a:lnTo>
                    <a:pt x="10490001" y="41663"/>
                  </a:lnTo>
                  <a:lnTo>
                    <a:pt x="10601292" y="32443"/>
                  </a:lnTo>
                  <a:lnTo>
                    <a:pt x="10706629" y="24688"/>
                  </a:lnTo>
                  <a:lnTo>
                    <a:pt x="10802064" y="18400"/>
                  </a:lnTo>
                  <a:lnTo>
                    <a:pt x="10884031" y="13538"/>
                  </a:lnTo>
                  <a:lnTo>
                    <a:pt x="10949911" y="10001"/>
                  </a:lnTo>
                  <a:lnTo>
                    <a:pt x="10998508" y="7630"/>
                  </a:lnTo>
                  <a:lnTo>
                    <a:pt x="11030324" y="6214"/>
                  </a:lnTo>
                  <a:lnTo>
                    <a:pt x="11047583" y="5511"/>
                  </a:lnTo>
                  <a:lnTo>
                    <a:pt x="11054063" y="526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8" y="38"/>
                  </a:lnTo>
                  <a:lnTo>
                    <a:pt x="11046504" y="313"/>
                  </a:lnTo>
                  <a:lnTo>
                    <a:pt x="11028031" y="1071"/>
                  </a:lnTo>
                  <a:lnTo>
                    <a:pt x="10994726" y="2566"/>
                  </a:lnTo>
                  <a:lnTo>
                    <a:pt x="10944520" y="5037"/>
                  </a:lnTo>
                  <a:lnTo>
                    <a:pt x="10877074" y="8691"/>
                  </a:lnTo>
                  <a:lnTo>
                    <a:pt x="10793728" y="13682"/>
                  </a:lnTo>
                  <a:lnTo>
                    <a:pt x="10697214" y="20104"/>
                  </a:lnTo>
                  <a:lnTo>
                    <a:pt x="10591158" y="27996"/>
                  </a:lnTo>
                  <a:lnTo>
                    <a:pt x="10479513" y="37351"/>
                  </a:lnTo>
                  <a:lnTo>
                    <a:pt x="10366047" y="48142"/>
                  </a:lnTo>
                  <a:lnTo>
                    <a:pt x="10253970" y="60341"/>
                  </a:lnTo>
                  <a:lnTo>
                    <a:pt x="10145749" y="73939"/>
                  </a:lnTo>
                  <a:lnTo>
                    <a:pt x="10043070" y="88957"/>
                  </a:lnTo>
                  <a:lnTo>
                    <a:pt x="9946906" y="105459"/>
                  </a:lnTo>
                  <a:lnTo>
                    <a:pt x="9857650" y="123551"/>
                  </a:lnTo>
                  <a:lnTo>
                    <a:pt x="9775248" y="143388"/>
                  </a:lnTo>
                  <a:lnTo>
                    <a:pt x="9699335" y="165163"/>
                  </a:lnTo>
                  <a:lnTo>
                    <a:pt x="9629342" y="189111"/>
                  </a:lnTo>
                  <a:lnTo>
                    <a:pt x="9564579" y="215494"/>
                  </a:lnTo>
                  <a:lnTo>
                    <a:pt x="9504298" y="244587"/>
                  </a:lnTo>
                  <a:lnTo>
                    <a:pt x="9447744" y="276657"/>
                  </a:lnTo>
                  <a:lnTo>
                    <a:pt x="9394190" y="311917"/>
                  </a:lnTo>
                  <a:lnTo>
                    <a:pt x="9347647" y="346755"/>
                  </a:lnTo>
                  <a:lnTo>
                    <a:pt x="9298619" y="387802"/>
                  </a:lnTo>
                  <a:lnTo>
                    <a:pt x="9250905" y="432131"/>
                  </a:lnTo>
                  <a:lnTo>
                    <a:pt x="9204114" y="479806"/>
                  </a:lnTo>
                  <a:lnTo>
                    <a:pt x="9157939" y="530827"/>
                  </a:lnTo>
                  <a:lnTo>
                    <a:pt x="9112143" y="585122"/>
                  </a:lnTo>
                  <a:lnTo>
                    <a:pt x="9066545" y="642541"/>
                  </a:lnTo>
                  <a:lnTo>
                    <a:pt x="9021017" y="702850"/>
                  </a:lnTo>
                  <a:lnTo>
                    <a:pt x="8975475" y="765737"/>
                  </a:lnTo>
                  <a:lnTo>
                    <a:pt x="8929873" y="830806"/>
                  </a:lnTo>
                  <a:lnTo>
                    <a:pt x="8884195" y="897596"/>
                  </a:lnTo>
                  <a:lnTo>
                    <a:pt x="8838453" y="965584"/>
                  </a:lnTo>
                  <a:lnTo>
                    <a:pt x="8792671" y="1034210"/>
                  </a:lnTo>
                  <a:lnTo>
                    <a:pt x="8746886" y="1102888"/>
                  </a:lnTo>
                  <a:lnTo>
                    <a:pt x="8701135" y="1171030"/>
                  </a:lnTo>
                  <a:lnTo>
                    <a:pt x="8655444" y="1238070"/>
                  </a:lnTo>
                  <a:lnTo>
                    <a:pt x="8609829" y="1303478"/>
                  </a:lnTo>
                  <a:lnTo>
                    <a:pt x="8564279" y="1366780"/>
                  </a:lnTo>
                  <a:lnTo>
                    <a:pt x="8518753" y="1427568"/>
                  </a:lnTo>
                  <a:lnTo>
                    <a:pt x="8473176" y="1485516"/>
                  </a:lnTo>
                  <a:lnTo>
                    <a:pt x="8427426" y="1540374"/>
                  </a:lnTo>
                  <a:lnTo>
                    <a:pt x="8381334" y="1591980"/>
                  </a:lnTo>
                  <a:lnTo>
                    <a:pt x="8334671" y="1640246"/>
                  </a:lnTo>
                  <a:lnTo>
                    <a:pt x="8287145" y="1685161"/>
                  </a:lnTo>
                  <a:lnTo>
                    <a:pt x="8238381" y="1726779"/>
                  </a:lnTo>
                  <a:lnTo>
                    <a:pt x="8229629" y="1733776"/>
                  </a:lnTo>
                  <a:lnTo>
                    <a:pt x="8178227" y="1772023"/>
                  </a:lnTo>
                  <a:lnTo>
                    <a:pt x="8124424" y="1806980"/>
                  </a:lnTo>
                  <a:lnTo>
                    <a:pt x="8067555" y="1838764"/>
                  </a:lnTo>
                  <a:lnTo>
                    <a:pt x="8006890" y="1867594"/>
                  </a:lnTo>
                  <a:lnTo>
                    <a:pt x="7941672" y="1893739"/>
                  </a:lnTo>
                  <a:lnTo>
                    <a:pt x="7871158" y="1917475"/>
                  </a:lnTo>
                  <a:lnTo>
                    <a:pt x="7794665" y="1939061"/>
                  </a:lnTo>
                  <a:lnTo>
                    <a:pt x="7711639" y="1958728"/>
                  </a:lnTo>
                  <a:lnTo>
                    <a:pt x="7621738" y="1976668"/>
                  </a:lnTo>
                  <a:lnTo>
                    <a:pt x="7524946" y="1993028"/>
                  </a:lnTo>
                  <a:lnTo>
                    <a:pt x="7421701" y="2007913"/>
                  </a:lnTo>
                  <a:lnTo>
                    <a:pt x="7313040" y="2021380"/>
                  </a:lnTo>
                  <a:lnTo>
                    <a:pt x="7200718" y="2033449"/>
                  </a:lnTo>
                  <a:lnTo>
                    <a:pt x="7087275" y="2044109"/>
                  </a:lnTo>
                  <a:lnTo>
                    <a:pt x="6975984" y="2053329"/>
                  </a:lnTo>
                  <a:lnTo>
                    <a:pt x="6870648" y="2061084"/>
                  </a:lnTo>
                  <a:lnTo>
                    <a:pt x="6775212" y="2067371"/>
                  </a:lnTo>
                  <a:lnTo>
                    <a:pt x="6693245" y="2072233"/>
                  </a:lnTo>
                  <a:lnTo>
                    <a:pt x="6627366" y="2075770"/>
                  </a:lnTo>
                  <a:lnTo>
                    <a:pt x="6578769" y="2078141"/>
                  </a:lnTo>
                  <a:lnTo>
                    <a:pt x="6546952" y="2079557"/>
                  </a:lnTo>
                  <a:lnTo>
                    <a:pt x="6529693" y="2080260"/>
                  </a:lnTo>
                  <a:lnTo>
                    <a:pt x="6523213" y="2080502"/>
                  </a:lnTo>
                  <a:lnTo>
                    <a:pt x="6522385" y="2080531"/>
                  </a:lnTo>
                  <a:lnTo>
                    <a:pt x="5527445" y="2080531"/>
                  </a:lnTo>
                  <a:lnTo>
                    <a:pt x="5526363" y="2080580"/>
                  </a:lnTo>
                  <a:lnTo>
                    <a:pt x="5519218" y="2080929"/>
                  </a:lnTo>
                  <a:lnTo>
                    <a:pt x="5501085" y="2081891"/>
                  </a:lnTo>
                  <a:lnTo>
                    <a:pt x="5468370" y="2083788"/>
                  </a:lnTo>
                  <a:lnTo>
                    <a:pt x="5419006" y="2086925"/>
                  </a:lnTo>
                  <a:lnTo>
                    <a:pt x="5352610" y="2091565"/>
                  </a:lnTo>
                  <a:lnTo>
                    <a:pt x="5270441" y="2097908"/>
                  </a:lnTo>
                  <a:lnTo>
                    <a:pt x="5175128" y="2106076"/>
                  </a:lnTo>
                  <a:lnTo>
                    <a:pt x="5070196" y="2116120"/>
                  </a:lnTo>
                  <a:lnTo>
                    <a:pt x="4959518" y="2128035"/>
                  </a:lnTo>
                  <a:lnTo>
                    <a:pt x="4846812" y="2141788"/>
                  </a:lnTo>
                  <a:lnTo>
                    <a:pt x="4735272" y="2157342"/>
                  </a:lnTo>
                  <a:lnTo>
                    <a:pt x="4627374" y="2174682"/>
                  </a:lnTo>
                  <a:lnTo>
                    <a:pt x="4524832" y="2193833"/>
                  </a:lnTo>
                  <a:lnTo>
                    <a:pt x="4428659" y="2214870"/>
                  </a:lnTo>
                  <a:lnTo>
                    <a:pt x="4339286" y="2237923"/>
                  </a:lnTo>
                  <a:lnTo>
                    <a:pt x="4256700" y="2263181"/>
                  </a:lnTo>
                  <a:lnTo>
                    <a:pt x="4180570" y="2290887"/>
                  </a:lnTo>
                  <a:lnTo>
                    <a:pt x="4110357" y="2321330"/>
                  </a:lnTo>
                  <a:lnTo>
                    <a:pt x="4045394" y="2354840"/>
                  </a:lnTo>
                  <a:lnTo>
                    <a:pt x="3984953" y="2391768"/>
                  </a:lnTo>
                  <a:lnTo>
                    <a:pt x="3928293" y="2432454"/>
                  </a:lnTo>
                  <a:lnTo>
                    <a:pt x="3874693" y="2477183"/>
                  </a:lnTo>
                  <a:lnTo>
                    <a:pt x="3823499" y="2526113"/>
                  </a:lnTo>
                  <a:lnTo>
                    <a:pt x="3820202" y="2529479"/>
                  </a:lnTo>
                  <a:lnTo>
                    <a:pt x="3775153" y="2578091"/>
                  </a:lnTo>
                  <a:lnTo>
                    <a:pt x="3731240" y="2630273"/>
                  </a:lnTo>
                  <a:lnTo>
                    <a:pt x="3688153" y="2686097"/>
                  </a:lnTo>
                  <a:lnTo>
                    <a:pt x="3645642" y="2745578"/>
                  </a:lnTo>
                  <a:lnTo>
                    <a:pt x="3603509" y="2808665"/>
                  </a:lnTo>
                  <a:lnTo>
                    <a:pt x="3561600" y="2875237"/>
                  </a:lnTo>
                  <a:lnTo>
                    <a:pt x="3519797" y="2945100"/>
                  </a:lnTo>
                  <a:lnTo>
                    <a:pt x="3478019" y="3017981"/>
                  </a:lnTo>
                  <a:lnTo>
                    <a:pt x="3436212" y="3093535"/>
                  </a:lnTo>
                  <a:lnTo>
                    <a:pt x="3394348" y="3171347"/>
                  </a:lnTo>
                  <a:lnTo>
                    <a:pt x="3352421" y="3250938"/>
                  </a:lnTo>
                  <a:lnTo>
                    <a:pt x="3310440" y="3331782"/>
                  </a:lnTo>
                  <a:lnTo>
                    <a:pt x="3268426" y="3413312"/>
                  </a:lnTo>
                  <a:lnTo>
                    <a:pt x="3226408" y="3494944"/>
                  </a:lnTo>
                  <a:lnTo>
                    <a:pt x="3184413" y="3576089"/>
                  </a:lnTo>
                  <a:lnTo>
                    <a:pt x="3142466" y="3656174"/>
                  </a:lnTo>
                  <a:lnTo>
                    <a:pt x="3100580" y="3734655"/>
                  </a:lnTo>
                  <a:lnTo>
                    <a:pt x="3058755" y="3811037"/>
                  </a:lnTo>
                  <a:lnTo>
                    <a:pt x="3016971" y="3884881"/>
                  </a:lnTo>
                  <a:lnTo>
                    <a:pt x="2975185" y="3955817"/>
                  </a:lnTo>
                  <a:lnTo>
                    <a:pt x="2933323" y="4023548"/>
                  </a:lnTo>
                  <a:lnTo>
                    <a:pt x="2891283" y="4087852"/>
                  </a:lnTo>
                  <a:lnTo>
                    <a:pt x="2848923" y="4148584"/>
                  </a:lnTo>
                  <a:lnTo>
                    <a:pt x="2806059" y="4205669"/>
                  </a:lnTo>
                  <a:lnTo>
                    <a:pt x="2762462" y="4259099"/>
                  </a:lnTo>
                  <a:lnTo>
                    <a:pt x="2717844" y="4308929"/>
                  </a:lnTo>
                  <a:lnTo>
                    <a:pt x="2702183" y="4325270"/>
                  </a:lnTo>
                  <a:lnTo>
                    <a:pt x="2651127" y="4374476"/>
                  </a:lnTo>
                  <a:lnTo>
                    <a:pt x="2597705" y="4419479"/>
                  </a:lnTo>
                  <a:lnTo>
                    <a:pt x="2541267" y="4460423"/>
                  </a:lnTo>
                  <a:lnTo>
                    <a:pt x="2481098" y="4497588"/>
                  </a:lnTo>
                  <a:lnTo>
                    <a:pt x="2416455" y="4531312"/>
                  </a:lnTo>
                  <a:lnTo>
                    <a:pt x="2346609" y="4561947"/>
                  </a:lnTo>
                  <a:lnTo>
                    <a:pt x="2270887" y="4589822"/>
                  </a:lnTo>
                  <a:lnTo>
                    <a:pt x="2188739" y="4615233"/>
                  </a:lnTo>
                  <a:lnTo>
                    <a:pt x="2099817" y="4638426"/>
                  </a:lnTo>
                  <a:lnTo>
                    <a:pt x="2004083" y="4659591"/>
                  </a:lnTo>
                  <a:lnTo>
                    <a:pt x="1901936" y="4678863"/>
                  </a:lnTo>
                  <a:lnTo>
                    <a:pt x="1794346" y="4696321"/>
                  </a:lnTo>
                  <a:lnTo>
                    <a:pt x="1682978" y="4711992"/>
                  </a:lnTo>
                  <a:lnTo>
                    <a:pt x="1570258" y="4725865"/>
                  </a:lnTo>
                  <a:lnTo>
                    <a:pt x="1459336" y="4737902"/>
                  </a:lnTo>
                  <a:lnTo>
                    <a:pt x="1353907" y="4748070"/>
                  </a:lnTo>
                  <a:lnTo>
                    <a:pt x="1257845" y="4756360"/>
                  </a:lnTo>
                  <a:lnTo>
                    <a:pt x="1174718" y="4762820"/>
                  </a:lnTo>
                  <a:lnTo>
                    <a:pt x="1107229" y="4767567"/>
                  </a:lnTo>
                  <a:lnTo>
                    <a:pt x="1056738" y="4770795"/>
                  </a:lnTo>
                  <a:lnTo>
                    <a:pt x="1022973" y="4772765"/>
                  </a:lnTo>
                  <a:lnTo>
                    <a:pt x="1003976" y="4773779"/>
                  </a:lnTo>
                  <a:lnTo>
                    <a:pt x="996245" y="4774158"/>
                  </a:lnTo>
                  <a:lnTo>
                    <a:pt x="994940" y="4774217"/>
                  </a:lnTo>
                  <a:lnTo>
                    <a:pt x="0" y="4774217"/>
                  </a:lnTo>
                  <a:close/>
                </a:path>
              </a:pathLst>
            </a:custGeom>
            <a:solidFill>
              <a:srgbClr val="7E57C2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90" name="pl1989"/>
            <p:cNvSpPr/>
            <p:nvPr/>
          </p:nvSpPr>
          <p:spPr>
            <a:xfrm>
              <a:off x="1199187" y="1388603"/>
              <a:ext cx="12049831" cy="4774217"/>
            </a:xfrm>
            <a:custGeom>
              <a:avLst/>
              <a:pathLst>
                <a:path w="12049831" h="4774217">
                  <a:moveTo>
                    <a:pt x="0" y="4774217"/>
                  </a:moveTo>
                  <a:lnTo>
                    <a:pt x="994940" y="4774217"/>
                  </a:lnTo>
                  <a:lnTo>
                    <a:pt x="996022" y="4774168"/>
                  </a:lnTo>
                  <a:lnTo>
                    <a:pt x="1003167" y="4773820"/>
                  </a:lnTo>
                  <a:lnTo>
                    <a:pt x="1021300" y="4772858"/>
                  </a:lnTo>
                  <a:lnTo>
                    <a:pt x="1054015" y="4770961"/>
                  </a:lnTo>
                  <a:lnTo>
                    <a:pt x="1103379" y="4767824"/>
                  </a:lnTo>
                  <a:lnTo>
                    <a:pt x="1169775" y="4763183"/>
                  </a:lnTo>
                  <a:lnTo>
                    <a:pt x="1251944" y="4756841"/>
                  </a:lnTo>
                  <a:lnTo>
                    <a:pt x="1347257" y="4748673"/>
                  </a:lnTo>
                  <a:lnTo>
                    <a:pt x="1452189" y="4738629"/>
                  </a:lnTo>
                  <a:lnTo>
                    <a:pt x="1562867" y="4726713"/>
                  </a:lnTo>
                  <a:lnTo>
                    <a:pt x="1675573" y="4712961"/>
                  </a:lnTo>
                  <a:lnTo>
                    <a:pt x="1787113" y="4697407"/>
                  </a:lnTo>
                  <a:lnTo>
                    <a:pt x="1895011" y="4680066"/>
                  </a:lnTo>
                  <a:lnTo>
                    <a:pt x="1997553" y="4660915"/>
                  </a:lnTo>
                  <a:lnTo>
                    <a:pt x="2093726" y="4639879"/>
                  </a:lnTo>
                  <a:lnTo>
                    <a:pt x="2183099" y="4616825"/>
                  </a:lnTo>
                  <a:lnTo>
                    <a:pt x="2265685" y="4591567"/>
                  </a:lnTo>
                  <a:lnTo>
                    <a:pt x="2341815" y="4563862"/>
                  </a:lnTo>
                  <a:lnTo>
                    <a:pt x="2412028" y="4533419"/>
                  </a:lnTo>
                  <a:lnTo>
                    <a:pt x="2476991" y="4499908"/>
                  </a:lnTo>
                  <a:lnTo>
                    <a:pt x="2537432" y="4462981"/>
                  </a:lnTo>
                  <a:lnTo>
                    <a:pt x="2594092" y="4422295"/>
                  </a:lnTo>
                  <a:lnTo>
                    <a:pt x="2647692" y="4377565"/>
                  </a:lnTo>
                  <a:lnTo>
                    <a:pt x="2698886" y="4328636"/>
                  </a:lnTo>
                  <a:lnTo>
                    <a:pt x="2702183" y="4325270"/>
                  </a:lnTo>
                  <a:lnTo>
                    <a:pt x="2747232" y="4276658"/>
                  </a:lnTo>
                  <a:lnTo>
                    <a:pt x="2791145" y="4224476"/>
                  </a:lnTo>
                  <a:lnTo>
                    <a:pt x="2834232" y="4168652"/>
                  </a:lnTo>
                  <a:lnTo>
                    <a:pt x="2876743" y="4109171"/>
                  </a:lnTo>
                  <a:lnTo>
                    <a:pt x="2918876" y="4046084"/>
                  </a:lnTo>
                  <a:lnTo>
                    <a:pt x="2960785" y="3979511"/>
                  </a:lnTo>
                  <a:lnTo>
                    <a:pt x="3002588" y="3909649"/>
                  </a:lnTo>
                  <a:lnTo>
                    <a:pt x="3044366" y="3836768"/>
                  </a:lnTo>
                  <a:lnTo>
                    <a:pt x="3086173" y="3761214"/>
                  </a:lnTo>
                  <a:lnTo>
                    <a:pt x="3128037" y="3683402"/>
                  </a:lnTo>
                  <a:lnTo>
                    <a:pt x="3169964" y="3603810"/>
                  </a:lnTo>
                  <a:lnTo>
                    <a:pt x="3211945" y="3522967"/>
                  </a:lnTo>
                  <a:lnTo>
                    <a:pt x="3253959" y="3441436"/>
                  </a:lnTo>
                  <a:lnTo>
                    <a:pt x="3295977" y="3359804"/>
                  </a:lnTo>
                  <a:lnTo>
                    <a:pt x="3337972" y="3278659"/>
                  </a:lnTo>
                  <a:lnTo>
                    <a:pt x="3379919" y="3198575"/>
                  </a:lnTo>
                  <a:lnTo>
                    <a:pt x="3421805" y="3120093"/>
                  </a:lnTo>
                  <a:lnTo>
                    <a:pt x="3463630" y="3043712"/>
                  </a:lnTo>
                  <a:lnTo>
                    <a:pt x="3505414" y="2969867"/>
                  </a:lnTo>
                  <a:lnTo>
                    <a:pt x="3547200" y="2898931"/>
                  </a:lnTo>
                  <a:lnTo>
                    <a:pt x="3589062" y="2831200"/>
                  </a:lnTo>
                  <a:lnTo>
                    <a:pt x="3631102" y="2766896"/>
                  </a:lnTo>
                  <a:lnTo>
                    <a:pt x="3673462" y="2706164"/>
                  </a:lnTo>
                  <a:lnTo>
                    <a:pt x="3716326" y="2649080"/>
                  </a:lnTo>
                  <a:lnTo>
                    <a:pt x="3759923" y="2595649"/>
                  </a:lnTo>
                  <a:lnTo>
                    <a:pt x="3804541" y="2545820"/>
                  </a:lnTo>
                  <a:lnTo>
                    <a:pt x="3820202" y="2529479"/>
                  </a:lnTo>
                  <a:lnTo>
                    <a:pt x="3871258" y="2480273"/>
                  </a:lnTo>
                  <a:lnTo>
                    <a:pt x="3924680" y="2435270"/>
                  </a:lnTo>
                  <a:lnTo>
                    <a:pt x="3981118" y="2394325"/>
                  </a:lnTo>
                  <a:lnTo>
                    <a:pt x="4041287" y="2357161"/>
                  </a:lnTo>
                  <a:lnTo>
                    <a:pt x="4105930" y="2323436"/>
                  </a:lnTo>
                  <a:lnTo>
                    <a:pt x="4175776" y="2292802"/>
                  </a:lnTo>
                  <a:lnTo>
                    <a:pt x="4251498" y="2264926"/>
                  </a:lnTo>
                  <a:lnTo>
                    <a:pt x="4333646" y="2239515"/>
                  </a:lnTo>
                  <a:lnTo>
                    <a:pt x="4422568" y="2216323"/>
                  </a:lnTo>
                  <a:lnTo>
                    <a:pt x="4518302" y="2195158"/>
                  </a:lnTo>
                  <a:lnTo>
                    <a:pt x="4620449" y="2175886"/>
                  </a:lnTo>
                  <a:lnTo>
                    <a:pt x="4728039" y="2158428"/>
                  </a:lnTo>
                  <a:lnTo>
                    <a:pt x="4839407" y="2142756"/>
                  </a:lnTo>
                  <a:lnTo>
                    <a:pt x="4952127" y="2128884"/>
                  </a:lnTo>
                  <a:lnTo>
                    <a:pt x="5063048" y="2116846"/>
                  </a:lnTo>
                  <a:lnTo>
                    <a:pt x="5168478" y="2106679"/>
                  </a:lnTo>
                  <a:lnTo>
                    <a:pt x="5264540" y="2098388"/>
                  </a:lnTo>
                  <a:lnTo>
                    <a:pt x="5347667" y="2091928"/>
                  </a:lnTo>
                  <a:lnTo>
                    <a:pt x="5415156" y="2087181"/>
                  </a:lnTo>
                  <a:lnTo>
                    <a:pt x="5465647" y="2083953"/>
                  </a:lnTo>
                  <a:lnTo>
                    <a:pt x="5499412" y="2081983"/>
                  </a:lnTo>
                  <a:lnTo>
                    <a:pt x="5518409" y="2080969"/>
                  </a:lnTo>
                  <a:lnTo>
                    <a:pt x="5526140" y="2080591"/>
                  </a:lnTo>
                  <a:lnTo>
                    <a:pt x="5527445" y="2080531"/>
                  </a:lnTo>
                  <a:lnTo>
                    <a:pt x="5527445" y="2080531"/>
                  </a:lnTo>
                  <a:lnTo>
                    <a:pt x="6522385" y="2080531"/>
                  </a:lnTo>
                  <a:lnTo>
                    <a:pt x="6523489" y="2080493"/>
                  </a:lnTo>
                  <a:lnTo>
                    <a:pt x="6530772" y="2080218"/>
                  </a:lnTo>
                  <a:lnTo>
                    <a:pt x="6549245" y="2079460"/>
                  </a:lnTo>
                  <a:lnTo>
                    <a:pt x="6582550" y="2077965"/>
                  </a:lnTo>
                  <a:lnTo>
                    <a:pt x="6632756" y="2075494"/>
                  </a:lnTo>
                  <a:lnTo>
                    <a:pt x="6700203" y="2071840"/>
                  </a:lnTo>
                  <a:lnTo>
                    <a:pt x="6783548" y="2066849"/>
                  </a:lnTo>
                  <a:lnTo>
                    <a:pt x="6880062" y="2060426"/>
                  </a:lnTo>
                  <a:lnTo>
                    <a:pt x="6986119" y="2052535"/>
                  </a:lnTo>
                  <a:lnTo>
                    <a:pt x="7097763" y="2043180"/>
                  </a:lnTo>
                  <a:lnTo>
                    <a:pt x="7211230" y="2032389"/>
                  </a:lnTo>
                  <a:lnTo>
                    <a:pt x="7323306" y="2020190"/>
                  </a:lnTo>
                  <a:lnTo>
                    <a:pt x="7431527" y="2006592"/>
                  </a:lnTo>
                  <a:lnTo>
                    <a:pt x="7534207" y="1991574"/>
                  </a:lnTo>
                  <a:lnTo>
                    <a:pt x="7630370" y="1975072"/>
                  </a:lnTo>
                  <a:lnTo>
                    <a:pt x="7719627" y="1956979"/>
                  </a:lnTo>
                  <a:lnTo>
                    <a:pt x="7802029" y="1937143"/>
                  </a:lnTo>
                  <a:lnTo>
                    <a:pt x="7877941" y="1915367"/>
                  </a:lnTo>
                  <a:lnTo>
                    <a:pt x="7947934" y="1891419"/>
                  </a:lnTo>
                  <a:lnTo>
                    <a:pt x="8012698" y="1865037"/>
                  </a:lnTo>
                  <a:lnTo>
                    <a:pt x="8072978" y="1835943"/>
                  </a:lnTo>
                  <a:lnTo>
                    <a:pt x="8129533" y="1803874"/>
                  </a:lnTo>
                  <a:lnTo>
                    <a:pt x="8183087" y="1768614"/>
                  </a:lnTo>
                  <a:lnTo>
                    <a:pt x="8229629" y="1733776"/>
                  </a:lnTo>
                  <a:lnTo>
                    <a:pt x="8278657" y="1692729"/>
                  </a:lnTo>
                  <a:lnTo>
                    <a:pt x="8326372" y="1648400"/>
                  </a:lnTo>
                  <a:lnTo>
                    <a:pt x="8373163" y="1600725"/>
                  </a:lnTo>
                  <a:lnTo>
                    <a:pt x="8419337" y="1549704"/>
                  </a:lnTo>
                  <a:lnTo>
                    <a:pt x="8465134" y="1495409"/>
                  </a:lnTo>
                  <a:lnTo>
                    <a:pt x="8510731" y="1437990"/>
                  </a:lnTo>
                  <a:lnTo>
                    <a:pt x="8556259" y="1377680"/>
                  </a:lnTo>
                  <a:lnTo>
                    <a:pt x="8601801" y="1314794"/>
                  </a:lnTo>
                  <a:lnTo>
                    <a:pt x="8647404" y="1249725"/>
                  </a:lnTo>
                  <a:lnTo>
                    <a:pt x="8693081" y="1182935"/>
                  </a:lnTo>
                  <a:lnTo>
                    <a:pt x="8738824" y="1114946"/>
                  </a:lnTo>
                  <a:lnTo>
                    <a:pt x="8784605" y="1046321"/>
                  </a:lnTo>
                  <a:lnTo>
                    <a:pt x="8830390" y="977643"/>
                  </a:lnTo>
                  <a:lnTo>
                    <a:pt x="8876142" y="909500"/>
                  </a:lnTo>
                  <a:lnTo>
                    <a:pt x="8921832" y="842460"/>
                  </a:lnTo>
                  <a:lnTo>
                    <a:pt x="8967447" y="777052"/>
                  </a:lnTo>
                  <a:lnTo>
                    <a:pt x="9012998" y="713751"/>
                  </a:lnTo>
                  <a:lnTo>
                    <a:pt x="9058523" y="652962"/>
                  </a:lnTo>
                  <a:lnTo>
                    <a:pt x="9104101" y="595015"/>
                  </a:lnTo>
                  <a:lnTo>
                    <a:pt x="9149851" y="540156"/>
                  </a:lnTo>
                  <a:lnTo>
                    <a:pt x="9195943" y="488551"/>
                  </a:lnTo>
                  <a:lnTo>
                    <a:pt x="9242605" y="440285"/>
                  </a:lnTo>
                  <a:lnTo>
                    <a:pt x="9290131" y="395370"/>
                  </a:lnTo>
                  <a:lnTo>
                    <a:pt x="9338896" y="353752"/>
                  </a:lnTo>
                  <a:lnTo>
                    <a:pt x="9347647" y="346755"/>
                  </a:lnTo>
                  <a:lnTo>
                    <a:pt x="9399050" y="308508"/>
                  </a:lnTo>
                  <a:lnTo>
                    <a:pt x="9452853" y="273550"/>
                  </a:lnTo>
                  <a:lnTo>
                    <a:pt x="9509722" y="241767"/>
                  </a:lnTo>
                  <a:lnTo>
                    <a:pt x="9570386" y="212937"/>
                  </a:lnTo>
                  <a:lnTo>
                    <a:pt x="9635604" y="186791"/>
                  </a:lnTo>
                  <a:lnTo>
                    <a:pt x="9706119" y="163056"/>
                  </a:lnTo>
                  <a:lnTo>
                    <a:pt x="9782611" y="141469"/>
                  </a:lnTo>
                  <a:lnTo>
                    <a:pt x="9865638" y="121802"/>
                  </a:lnTo>
                  <a:lnTo>
                    <a:pt x="9955538" y="103863"/>
                  </a:lnTo>
                  <a:lnTo>
                    <a:pt x="10052331" y="87503"/>
                  </a:lnTo>
                  <a:lnTo>
                    <a:pt x="10155576" y="72618"/>
                  </a:lnTo>
                  <a:lnTo>
                    <a:pt x="10264237" y="59151"/>
                  </a:lnTo>
                  <a:lnTo>
                    <a:pt x="10376558" y="47081"/>
                  </a:lnTo>
                  <a:lnTo>
                    <a:pt x="10490001" y="36422"/>
                  </a:lnTo>
                  <a:lnTo>
                    <a:pt x="10601292" y="27202"/>
                  </a:lnTo>
                  <a:lnTo>
                    <a:pt x="10706629" y="19447"/>
                  </a:lnTo>
                  <a:lnTo>
                    <a:pt x="10802064" y="13160"/>
                  </a:lnTo>
                  <a:lnTo>
                    <a:pt x="10884031" y="8298"/>
                  </a:lnTo>
                  <a:lnTo>
                    <a:pt x="10949911" y="4761"/>
                  </a:lnTo>
                  <a:lnTo>
                    <a:pt x="10998508" y="2390"/>
                  </a:lnTo>
                  <a:lnTo>
                    <a:pt x="11030324" y="973"/>
                  </a:lnTo>
                  <a:lnTo>
                    <a:pt x="11047583" y="271"/>
                  </a:lnTo>
                  <a:lnTo>
                    <a:pt x="11054063" y="2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1" name="pl1990"/>
            <p:cNvSpPr/>
            <p:nvPr/>
          </p:nvSpPr>
          <p:spPr>
            <a:xfrm>
              <a:off x="1199187" y="1383362"/>
              <a:ext cx="12049831" cy="4774217"/>
            </a:xfrm>
            <a:custGeom>
              <a:avLst/>
              <a:pathLst>
                <a:path w="12049831" h="4774217">
                  <a:moveTo>
                    <a:pt x="12049831" y="0"/>
                  </a:moveTo>
                  <a:lnTo>
                    <a:pt x="11054891" y="0"/>
                  </a:lnTo>
                  <a:lnTo>
                    <a:pt x="11053788" y="38"/>
                  </a:lnTo>
                  <a:lnTo>
                    <a:pt x="11046504" y="313"/>
                  </a:lnTo>
                  <a:lnTo>
                    <a:pt x="11028031" y="1071"/>
                  </a:lnTo>
                  <a:lnTo>
                    <a:pt x="10994726" y="2566"/>
                  </a:lnTo>
                  <a:lnTo>
                    <a:pt x="10944520" y="5037"/>
                  </a:lnTo>
                  <a:lnTo>
                    <a:pt x="10877074" y="8691"/>
                  </a:lnTo>
                  <a:lnTo>
                    <a:pt x="10793728" y="13682"/>
                  </a:lnTo>
                  <a:lnTo>
                    <a:pt x="10697214" y="20104"/>
                  </a:lnTo>
                  <a:lnTo>
                    <a:pt x="10591158" y="27996"/>
                  </a:lnTo>
                  <a:lnTo>
                    <a:pt x="10479513" y="37351"/>
                  </a:lnTo>
                  <a:lnTo>
                    <a:pt x="10366047" y="48142"/>
                  </a:lnTo>
                  <a:lnTo>
                    <a:pt x="10253970" y="60341"/>
                  </a:lnTo>
                  <a:lnTo>
                    <a:pt x="10145749" y="73939"/>
                  </a:lnTo>
                  <a:lnTo>
                    <a:pt x="10043070" y="88957"/>
                  </a:lnTo>
                  <a:lnTo>
                    <a:pt x="9946906" y="105459"/>
                  </a:lnTo>
                  <a:lnTo>
                    <a:pt x="9857650" y="123551"/>
                  </a:lnTo>
                  <a:lnTo>
                    <a:pt x="9775248" y="143388"/>
                  </a:lnTo>
                  <a:lnTo>
                    <a:pt x="9699335" y="165163"/>
                  </a:lnTo>
                  <a:lnTo>
                    <a:pt x="9629342" y="189111"/>
                  </a:lnTo>
                  <a:lnTo>
                    <a:pt x="9564579" y="215494"/>
                  </a:lnTo>
                  <a:lnTo>
                    <a:pt x="9504298" y="244587"/>
                  </a:lnTo>
                  <a:lnTo>
                    <a:pt x="9447744" y="276657"/>
                  </a:lnTo>
                  <a:lnTo>
                    <a:pt x="9394190" y="311917"/>
                  </a:lnTo>
                  <a:lnTo>
                    <a:pt x="9347647" y="346755"/>
                  </a:lnTo>
                  <a:lnTo>
                    <a:pt x="9298619" y="387802"/>
                  </a:lnTo>
                  <a:lnTo>
                    <a:pt x="9250905" y="432131"/>
                  </a:lnTo>
                  <a:lnTo>
                    <a:pt x="9204114" y="479806"/>
                  </a:lnTo>
                  <a:lnTo>
                    <a:pt x="9157939" y="530827"/>
                  </a:lnTo>
                  <a:lnTo>
                    <a:pt x="9112143" y="585122"/>
                  </a:lnTo>
                  <a:lnTo>
                    <a:pt x="9066545" y="642541"/>
                  </a:lnTo>
                  <a:lnTo>
                    <a:pt x="9021017" y="702850"/>
                  </a:lnTo>
                  <a:lnTo>
                    <a:pt x="8975475" y="765737"/>
                  </a:lnTo>
                  <a:lnTo>
                    <a:pt x="8929873" y="830806"/>
                  </a:lnTo>
                  <a:lnTo>
                    <a:pt x="8884195" y="897596"/>
                  </a:lnTo>
                  <a:lnTo>
                    <a:pt x="8838453" y="965584"/>
                  </a:lnTo>
                  <a:lnTo>
                    <a:pt x="8792671" y="1034210"/>
                  </a:lnTo>
                  <a:lnTo>
                    <a:pt x="8746886" y="1102888"/>
                  </a:lnTo>
                  <a:lnTo>
                    <a:pt x="8701135" y="1171030"/>
                  </a:lnTo>
                  <a:lnTo>
                    <a:pt x="8655444" y="1238070"/>
                  </a:lnTo>
                  <a:lnTo>
                    <a:pt x="8609829" y="1303478"/>
                  </a:lnTo>
                  <a:lnTo>
                    <a:pt x="8564279" y="1366780"/>
                  </a:lnTo>
                  <a:lnTo>
                    <a:pt x="8518753" y="1427568"/>
                  </a:lnTo>
                  <a:lnTo>
                    <a:pt x="8473176" y="1485516"/>
                  </a:lnTo>
                  <a:lnTo>
                    <a:pt x="8427426" y="1540374"/>
                  </a:lnTo>
                  <a:lnTo>
                    <a:pt x="8381334" y="1591980"/>
                  </a:lnTo>
                  <a:lnTo>
                    <a:pt x="8334671" y="1640246"/>
                  </a:lnTo>
                  <a:lnTo>
                    <a:pt x="8287145" y="1685161"/>
                  </a:lnTo>
                  <a:lnTo>
                    <a:pt x="8238381" y="1726779"/>
                  </a:lnTo>
                  <a:lnTo>
                    <a:pt x="8229629" y="1733776"/>
                  </a:lnTo>
                  <a:lnTo>
                    <a:pt x="8178227" y="1772023"/>
                  </a:lnTo>
                  <a:lnTo>
                    <a:pt x="8124424" y="1806980"/>
                  </a:lnTo>
                  <a:lnTo>
                    <a:pt x="8067555" y="1838764"/>
                  </a:lnTo>
                  <a:lnTo>
                    <a:pt x="8006890" y="1867594"/>
                  </a:lnTo>
                  <a:lnTo>
                    <a:pt x="7941672" y="1893739"/>
                  </a:lnTo>
                  <a:lnTo>
                    <a:pt x="7871158" y="1917475"/>
                  </a:lnTo>
                  <a:lnTo>
                    <a:pt x="7794665" y="1939061"/>
                  </a:lnTo>
                  <a:lnTo>
                    <a:pt x="7711639" y="1958728"/>
                  </a:lnTo>
                  <a:lnTo>
                    <a:pt x="7621738" y="1976668"/>
                  </a:lnTo>
                  <a:lnTo>
                    <a:pt x="7524946" y="1993028"/>
                  </a:lnTo>
                  <a:lnTo>
                    <a:pt x="7421701" y="2007913"/>
                  </a:lnTo>
                  <a:lnTo>
                    <a:pt x="7313040" y="2021380"/>
                  </a:lnTo>
                  <a:lnTo>
                    <a:pt x="7200718" y="2033449"/>
                  </a:lnTo>
                  <a:lnTo>
                    <a:pt x="7087275" y="2044109"/>
                  </a:lnTo>
                  <a:lnTo>
                    <a:pt x="6975984" y="2053329"/>
                  </a:lnTo>
                  <a:lnTo>
                    <a:pt x="6870648" y="2061084"/>
                  </a:lnTo>
                  <a:lnTo>
                    <a:pt x="6775212" y="2067371"/>
                  </a:lnTo>
                  <a:lnTo>
                    <a:pt x="6693245" y="2072233"/>
                  </a:lnTo>
                  <a:lnTo>
                    <a:pt x="6627366" y="2075770"/>
                  </a:lnTo>
                  <a:lnTo>
                    <a:pt x="6578769" y="2078141"/>
                  </a:lnTo>
                  <a:lnTo>
                    <a:pt x="6546952" y="2079557"/>
                  </a:lnTo>
                  <a:lnTo>
                    <a:pt x="6529693" y="2080260"/>
                  </a:lnTo>
                  <a:lnTo>
                    <a:pt x="6523213" y="2080502"/>
                  </a:lnTo>
                  <a:lnTo>
                    <a:pt x="6522385" y="2080531"/>
                  </a:lnTo>
                  <a:lnTo>
                    <a:pt x="5527445" y="2080531"/>
                  </a:lnTo>
                  <a:lnTo>
                    <a:pt x="5526363" y="2080580"/>
                  </a:lnTo>
                  <a:lnTo>
                    <a:pt x="5519218" y="2080929"/>
                  </a:lnTo>
                  <a:lnTo>
                    <a:pt x="5501085" y="2081891"/>
                  </a:lnTo>
                  <a:lnTo>
                    <a:pt x="5468370" y="2083788"/>
                  </a:lnTo>
                  <a:lnTo>
                    <a:pt x="5419006" y="2086925"/>
                  </a:lnTo>
                  <a:lnTo>
                    <a:pt x="5352610" y="2091565"/>
                  </a:lnTo>
                  <a:lnTo>
                    <a:pt x="5270441" y="2097908"/>
                  </a:lnTo>
                  <a:lnTo>
                    <a:pt x="5175128" y="2106076"/>
                  </a:lnTo>
                  <a:lnTo>
                    <a:pt x="5070196" y="2116120"/>
                  </a:lnTo>
                  <a:lnTo>
                    <a:pt x="4959518" y="2128035"/>
                  </a:lnTo>
                  <a:lnTo>
                    <a:pt x="4846812" y="2141788"/>
                  </a:lnTo>
                  <a:lnTo>
                    <a:pt x="4735272" y="2157342"/>
                  </a:lnTo>
                  <a:lnTo>
                    <a:pt x="4627374" y="2174682"/>
                  </a:lnTo>
                  <a:lnTo>
                    <a:pt x="4524832" y="2193833"/>
                  </a:lnTo>
                  <a:lnTo>
                    <a:pt x="4428659" y="2214870"/>
                  </a:lnTo>
                  <a:lnTo>
                    <a:pt x="4339286" y="2237923"/>
                  </a:lnTo>
                  <a:lnTo>
                    <a:pt x="4256700" y="2263181"/>
                  </a:lnTo>
                  <a:lnTo>
                    <a:pt x="4180570" y="2290887"/>
                  </a:lnTo>
                  <a:lnTo>
                    <a:pt x="4110357" y="2321330"/>
                  </a:lnTo>
                  <a:lnTo>
                    <a:pt x="4045394" y="2354840"/>
                  </a:lnTo>
                  <a:lnTo>
                    <a:pt x="3984953" y="2391768"/>
                  </a:lnTo>
                  <a:lnTo>
                    <a:pt x="3928293" y="2432454"/>
                  </a:lnTo>
                  <a:lnTo>
                    <a:pt x="3874693" y="2477183"/>
                  </a:lnTo>
                  <a:lnTo>
                    <a:pt x="3823499" y="2526113"/>
                  </a:lnTo>
                  <a:lnTo>
                    <a:pt x="3820202" y="2529479"/>
                  </a:lnTo>
                  <a:lnTo>
                    <a:pt x="3775153" y="2578091"/>
                  </a:lnTo>
                  <a:lnTo>
                    <a:pt x="3731240" y="2630273"/>
                  </a:lnTo>
                  <a:lnTo>
                    <a:pt x="3688153" y="2686097"/>
                  </a:lnTo>
                  <a:lnTo>
                    <a:pt x="3645642" y="2745578"/>
                  </a:lnTo>
                  <a:lnTo>
                    <a:pt x="3603509" y="2808665"/>
                  </a:lnTo>
                  <a:lnTo>
                    <a:pt x="3561600" y="2875237"/>
                  </a:lnTo>
                  <a:lnTo>
                    <a:pt x="3519797" y="2945100"/>
                  </a:lnTo>
                  <a:lnTo>
                    <a:pt x="3478019" y="3017981"/>
                  </a:lnTo>
                  <a:lnTo>
                    <a:pt x="3436212" y="3093535"/>
                  </a:lnTo>
                  <a:lnTo>
                    <a:pt x="3394348" y="3171347"/>
                  </a:lnTo>
                  <a:lnTo>
                    <a:pt x="3352421" y="3250938"/>
                  </a:lnTo>
                  <a:lnTo>
                    <a:pt x="3310440" y="3331782"/>
                  </a:lnTo>
                  <a:lnTo>
                    <a:pt x="3268426" y="3413312"/>
                  </a:lnTo>
                  <a:lnTo>
                    <a:pt x="3226408" y="3494944"/>
                  </a:lnTo>
                  <a:lnTo>
                    <a:pt x="3184413" y="3576089"/>
                  </a:lnTo>
                  <a:lnTo>
                    <a:pt x="3142466" y="3656174"/>
                  </a:lnTo>
                  <a:lnTo>
                    <a:pt x="3100580" y="3734655"/>
                  </a:lnTo>
                  <a:lnTo>
                    <a:pt x="3058755" y="3811037"/>
                  </a:lnTo>
                  <a:lnTo>
                    <a:pt x="3016971" y="3884881"/>
                  </a:lnTo>
                  <a:lnTo>
                    <a:pt x="2975185" y="3955817"/>
                  </a:lnTo>
                  <a:lnTo>
                    <a:pt x="2933323" y="4023548"/>
                  </a:lnTo>
                  <a:lnTo>
                    <a:pt x="2891283" y="4087852"/>
                  </a:lnTo>
                  <a:lnTo>
                    <a:pt x="2848923" y="4148584"/>
                  </a:lnTo>
                  <a:lnTo>
                    <a:pt x="2806059" y="4205669"/>
                  </a:lnTo>
                  <a:lnTo>
                    <a:pt x="2762462" y="4259099"/>
                  </a:lnTo>
                  <a:lnTo>
                    <a:pt x="2717844" y="4308929"/>
                  </a:lnTo>
                  <a:lnTo>
                    <a:pt x="2702183" y="4325270"/>
                  </a:lnTo>
                  <a:lnTo>
                    <a:pt x="2651127" y="4374476"/>
                  </a:lnTo>
                  <a:lnTo>
                    <a:pt x="2597705" y="4419479"/>
                  </a:lnTo>
                  <a:lnTo>
                    <a:pt x="2541267" y="4460423"/>
                  </a:lnTo>
                  <a:lnTo>
                    <a:pt x="2481098" y="4497588"/>
                  </a:lnTo>
                  <a:lnTo>
                    <a:pt x="2416455" y="4531312"/>
                  </a:lnTo>
                  <a:lnTo>
                    <a:pt x="2346609" y="4561947"/>
                  </a:lnTo>
                  <a:lnTo>
                    <a:pt x="2270887" y="4589822"/>
                  </a:lnTo>
                  <a:lnTo>
                    <a:pt x="2188739" y="4615233"/>
                  </a:lnTo>
                  <a:lnTo>
                    <a:pt x="2099817" y="4638426"/>
                  </a:lnTo>
                  <a:lnTo>
                    <a:pt x="2004083" y="4659591"/>
                  </a:lnTo>
                  <a:lnTo>
                    <a:pt x="1901936" y="4678863"/>
                  </a:lnTo>
                  <a:lnTo>
                    <a:pt x="1794346" y="4696321"/>
                  </a:lnTo>
                  <a:lnTo>
                    <a:pt x="1682978" y="4711992"/>
                  </a:lnTo>
                  <a:lnTo>
                    <a:pt x="1570258" y="4725865"/>
                  </a:lnTo>
                  <a:lnTo>
                    <a:pt x="1459336" y="4737902"/>
                  </a:lnTo>
                  <a:lnTo>
                    <a:pt x="1353907" y="4748070"/>
                  </a:lnTo>
                  <a:lnTo>
                    <a:pt x="1257845" y="4756360"/>
                  </a:lnTo>
                  <a:lnTo>
                    <a:pt x="1174718" y="4762820"/>
                  </a:lnTo>
                  <a:lnTo>
                    <a:pt x="1107229" y="4767567"/>
                  </a:lnTo>
                  <a:lnTo>
                    <a:pt x="1056738" y="4770795"/>
                  </a:lnTo>
                  <a:lnTo>
                    <a:pt x="1022973" y="4772765"/>
                  </a:lnTo>
                  <a:lnTo>
                    <a:pt x="1003976" y="4773779"/>
                  </a:lnTo>
                  <a:lnTo>
                    <a:pt x="996245" y="4774158"/>
                  </a:lnTo>
                  <a:lnTo>
                    <a:pt x="994940" y="4774217"/>
                  </a:lnTo>
                  <a:lnTo>
                    <a:pt x="994940" y="4774217"/>
                  </a:lnTo>
                  <a:lnTo>
                    <a:pt x="0" y="4774217"/>
                  </a:lnTo>
                  <a:lnTo>
                    <a:pt x="0" y="47742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2" name="pg1991"/>
            <p:cNvSpPr/>
            <p:nvPr/>
          </p:nvSpPr>
          <p:spPr>
            <a:xfrm>
              <a:off x="1199187" y="3233306"/>
              <a:ext cx="12049831" cy="2987161"/>
            </a:xfrm>
            <a:custGeom>
              <a:avLst/>
              <a:pathLst>
                <a:path w="12049831" h="2987161">
                  <a:moveTo>
                    <a:pt x="0" y="2987161"/>
                  </a:moveTo>
                  <a:lnTo>
                    <a:pt x="994940" y="2987161"/>
                  </a:lnTo>
                  <a:lnTo>
                    <a:pt x="996010" y="2987107"/>
                  </a:lnTo>
                  <a:lnTo>
                    <a:pt x="1003082" y="2986726"/>
                  </a:lnTo>
                  <a:lnTo>
                    <a:pt x="1021031" y="2985672"/>
                  </a:lnTo>
                  <a:lnTo>
                    <a:pt x="1053427" y="2983595"/>
                  </a:lnTo>
                  <a:lnTo>
                    <a:pt x="1102335" y="2980160"/>
                  </a:lnTo>
                  <a:lnTo>
                    <a:pt x="1168161" y="2975077"/>
                  </a:lnTo>
                  <a:lnTo>
                    <a:pt x="1249691" y="2968127"/>
                  </a:lnTo>
                  <a:lnTo>
                    <a:pt x="1344349" y="2959174"/>
                  </a:lnTo>
                  <a:lnTo>
                    <a:pt x="1448666" y="2948159"/>
                  </a:lnTo>
                  <a:lnTo>
                    <a:pt x="1558812" y="2935086"/>
                  </a:lnTo>
                  <a:lnTo>
                    <a:pt x="1671097" y="2919993"/>
                  </a:lnTo>
                  <a:lnTo>
                    <a:pt x="1782338" y="2902919"/>
                  </a:lnTo>
                  <a:lnTo>
                    <a:pt x="1890053" y="2883882"/>
                  </a:lnTo>
                  <a:lnTo>
                    <a:pt x="1992514" y="2862857"/>
                  </a:lnTo>
                  <a:lnTo>
                    <a:pt x="2088687" y="2839765"/>
                  </a:lnTo>
                  <a:lnTo>
                    <a:pt x="2178120" y="2814467"/>
                  </a:lnTo>
                  <a:lnTo>
                    <a:pt x="2260804" y="2786759"/>
                  </a:lnTo>
                  <a:lnTo>
                    <a:pt x="2337051" y="2756380"/>
                  </a:lnTo>
                  <a:lnTo>
                    <a:pt x="2407384" y="2723014"/>
                  </a:lnTo>
                  <a:lnTo>
                    <a:pt x="2472458" y="2686302"/>
                  </a:lnTo>
                  <a:lnTo>
                    <a:pt x="2532988" y="2645863"/>
                  </a:lnTo>
                  <a:lnTo>
                    <a:pt x="2589710" y="2601321"/>
                  </a:lnTo>
                  <a:lnTo>
                    <a:pt x="2643338" y="2552356"/>
                  </a:lnTo>
                  <a:lnTo>
                    <a:pt x="2694527" y="2498781"/>
                  </a:lnTo>
                  <a:lnTo>
                    <a:pt x="2702183" y="2490174"/>
                  </a:lnTo>
                  <a:lnTo>
                    <a:pt x="2745590" y="2438418"/>
                  </a:lnTo>
                  <a:lnTo>
                    <a:pt x="2787932" y="2383000"/>
                  </a:lnTo>
                  <a:lnTo>
                    <a:pt x="2829490" y="2323845"/>
                  </a:lnTo>
                  <a:lnTo>
                    <a:pt x="2870490" y="2260935"/>
                  </a:lnTo>
                  <a:lnTo>
                    <a:pt x="2911115" y="2194309"/>
                  </a:lnTo>
                  <a:lnTo>
                    <a:pt x="2951509" y="2124075"/>
                  </a:lnTo>
                  <a:lnTo>
                    <a:pt x="2991784" y="2050412"/>
                  </a:lnTo>
                  <a:lnTo>
                    <a:pt x="3032019" y="1973570"/>
                  </a:lnTo>
                  <a:lnTo>
                    <a:pt x="3072269" y="1893870"/>
                  </a:lnTo>
                  <a:lnTo>
                    <a:pt x="3112566" y="1811702"/>
                  </a:lnTo>
                  <a:lnTo>
                    <a:pt x="3152921" y="1727518"/>
                  </a:lnTo>
                  <a:lnTo>
                    <a:pt x="3193331" y="1641824"/>
                  </a:lnTo>
                  <a:lnTo>
                    <a:pt x="3233781" y="1555163"/>
                  </a:lnTo>
                  <a:lnTo>
                    <a:pt x="3274248" y="1468107"/>
                  </a:lnTo>
                  <a:lnTo>
                    <a:pt x="3314707" y="1381240"/>
                  </a:lnTo>
                  <a:lnTo>
                    <a:pt x="3355134" y="1295139"/>
                  </a:lnTo>
                  <a:lnTo>
                    <a:pt x="3395510" y="1210359"/>
                  </a:lnTo>
                  <a:lnTo>
                    <a:pt x="3435827" y="1127421"/>
                  </a:lnTo>
                  <a:lnTo>
                    <a:pt x="3476091" y="1046798"/>
                  </a:lnTo>
                  <a:lnTo>
                    <a:pt x="3516326" y="968901"/>
                  </a:lnTo>
                  <a:lnTo>
                    <a:pt x="3556579" y="894078"/>
                  </a:lnTo>
                  <a:lnTo>
                    <a:pt x="3596920" y="822604"/>
                  </a:lnTo>
                  <a:lnTo>
                    <a:pt x="3637448" y="754682"/>
                  </a:lnTo>
                  <a:lnTo>
                    <a:pt x="3678296" y="690445"/>
                  </a:lnTo>
                  <a:lnTo>
                    <a:pt x="3719632" y="629957"/>
                  </a:lnTo>
                  <a:lnTo>
                    <a:pt x="3761667" y="573219"/>
                  </a:lnTo>
                  <a:lnTo>
                    <a:pt x="3804661" y="520176"/>
                  </a:lnTo>
                  <a:lnTo>
                    <a:pt x="3820202" y="502227"/>
                  </a:lnTo>
                  <a:lnTo>
                    <a:pt x="3871070" y="447944"/>
                  </a:lnTo>
                  <a:lnTo>
                    <a:pt x="3924284" y="398281"/>
                  </a:lnTo>
                  <a:lnTo>
                    <a:pt x="3980487" y="353080"/>
                  </a:lnTo>
                  <a:lnTo>
                    <a:pt x="4040387" y="312036"/>
                  </a:lnTo>
                  <a:lnTo>
                    <a:pt x="4104718" y="274780"/>
                  </a:lnTo>
                  <a:lnTo>
                    <a:pt x="4174202" y="240926"/>
                  </a:lnTo>
                  <a:lnTo>
                    <a:pt x="4249506" y="210111"/>
                  </a:lnTo>
                  <a:lnTo>
                    <a:pt x="4331178" y="182013"/>
                  </a:lnTo>
                  <a:lnTo>
                    <a:pt x="4419569" y="156360"/>
                  </a:lnTo>
                  <a:lnTo>
                    <a:pt x="4514728" y="132942"/>
                  </a:lnTo>
                  <a:lnTo>
                    <a:pt x="4616278" y="111607"/>
                  </a:lnTo>
                  <a:lnTo>
                    <a:pt x="4723282" y="92268"/>
                  </a:lnTo>
                  <a:lnTo>
                    <a:pt x="4834125" y="74894"/>
                  </a:lnTo>
                  <a:lnTo>
                    <a:pt x="4946440" y="59495"/>
                  </a:lnTo>
                  <a:lnTo>
                    <a:pt x="5057143" y="46110"/>
                  </a:lnTo>
                  <a:lnTo>
                    <a:pt x="5162602" y="34779"/>
                  </a:lnTo>
                  <a:lnTo>
                    <a:pt x="5258980" y="25512"/>
                  </a:lnTo>
                  <a:lnTo>
                    <a:pt x="5342713" y="18262"/>
                  </a:lnTo>
                  <a:lnTo>
                    <a:pt x="5411060" y="12906"/>
                  </a:lnTo>
                  <a:lnTo>
                    <a:pt x="5462573" y="9236"/>
                  </a:lnTo>
                  <a:lnTo>
                    <a:pt x="5497402" y="6972"/>
                  </a:lnTo>
                  <a:lnTo>
                    <a:pt x="5517366" y="5784"/>
                  </a:lnTo>
                  <a:lnTo>
                    <a:pt x="5525817" y="5322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68" y="5289"/>
                  </a:lnTo>
                  <a:lnTo>
                    <a:pt x="6530621" y="5634"/>
                  </a:lnTo>
                  <a:lnTo>
                    <a:pt x="6548769" y="6588"/>
                  </a:lnTo>
                  <a:lnTo>
                    <a:pt x="6581512" y="8468"/>
                  </a:lnTo>
                  <a:lnTo>
                    <a:pt x="6630916" y="11578"/>
                  </a:lnTo>
                  <a:lnTo>
                    <a:pt x="6697361" y="16177"/>
                  </a:lnTo>
                  <a:lnTo>
                    <a:pt x="6779586" y="22463"/>
                  </a:lnTo>
                  <a:lnTo>
                    <a:pt x="6874956" y="30559"/>
                  </a:lnTo>
                  <a:lnTo>
                    <a:pt x="6979941" y="40513"/>
                  </a:lnTo>
                  <a:lnTo>
                    <a:pt x="7090665" y="52322"/>
                  </a:lnTo>
                  <a:lnTo>
                    <a:pt x="7203407" y="65951"/>
                  </a:lnTo>
                  <a:lnTo>
                    <a:pt x="7314972" y="81365"/>
                  </a:lnTo>
                  <a:lnTo>
                    <a:pt x="7422886" y="98549"/>
                  </a:lnTo>
                  <a:lnTo>
                    <a:pt x="7525435" y="117527"/>
                  </a:lnTo>
                  <a:lnTo>
                    <a:pt x="7621608" y="138374"/>
                  </a:lnTo>
                  <a:lnTo>
                    <a:pt x="7710976" y="161221"/>
                  </a:lnTo>
                  <a:lnTo>
                    <a:pt x="7793553" y="186253"/>
                  </a:lnTo>
                  <a:lnTo>
                    <a:pt x="7869673" y="213711"/>
                  </a:lnTo>
                  <a:lnTo>
                    <a:pt x="7939875" y="243884"/>
                  </a:lnTo>
                  <a:lnTo>
                    <a:pt x="8004829" y="277099"/>
                  </a:lnTo>
                  <a:lnTo>
                    <a:pt x="8065262" y="313702"/>
                  </a:lnTo>
                  <a:lnTo>
                    <a:pt x="8121917" y="354031"/>
                  </a:lnTo>
                  <a:lnTo>
                    <a:pt x="8175514" y="398368"/>
                  </a:lnTo>
                  <a:lnTo>
                    <a:pt x="8226709" y="446867"/>
                  </a:lnTo>
                  <a:lnTo>
                    <a:pt x="8229629" y="449821"/>
                  </a:lnTo>
                  <a:lnTo>
                    <a:pt x="8274834" y="498135"/>
                  </a:lnTo>
                  <a:lnTo>
                    <a:pt x="8318897" y="550010"/>
                  </a:lnTo>
                  <a:lnTo>
                    <a:pt x="8362129" y="605518"/>
                  </a:lnTo>
                  <a:lnTo>
                    <a:pt x="8404784" y="664672"/>
                  </a:lnTo>
                  <a:lnTo>
                    <a:pt x="8447060" y="727421"/>
                  </a:lnTo>
                  <a:lnTo>
                    <a:pt x="8489114" y="793643"/>
                  </a:lnTo>
                  <a:lnTo>
                    <a:pt x="8531062" y="863141"/>
                  </a:lnTo>
                  <a:lnTo>
                    <a:pt x="8572988" y="935642"/>
                  </a:lnTo>
                  <a:lnTo>
                    <a:pt x="8614944" y="1010798"/>
                  </a:lnTo>
                  <a:lnTo>
                    <a:pt x="8656957" y="1088191"/>
                  </a:lnTo>
                  <a:lnTo>
                    <a:pt x="8699034" y="1167341"/>
                  </a:lnTo>
                  <a:lnTo>
                    <a:pt x="8741165" y="1247719"/>
                  </a:lnTo>
                  <a:lnTo>
                    <a:pt x="8783327" y="1328757"/>
                  </a:lnTo>
                  <a:lnTo>
                    <a:pt x="8825492" y="1409869"/>
                  </a:lnTo>
                  <a:lnTo>
                    <a:pt x="8867633" y="1490467"/>
                  </a:lnTo>
                  <a:lnTo>
                    <a:pt x="8909725" y="1569978"/>
                  </a:lnTo>
                  <a:lnTo>
                    <a:pt x="8951755" y="1647861"/>
                  </a:lnTo>
                  <a:lnTo>
                    <a:pt x="8993723" y="1723622"/>
                  </a:lnTo>
                  <a:lnTo>
                    <a:pt x="9035653" y="1796828"/>
                  </a:lnTo>
                  <a:lnTo>
                    <a:pt x="9077589" y="1867111"/>
                  </a:lnTo>
                  <a:lnTo>
                    <a:pt x="9119606" y="1934180"/>
                  </a:lnTo>
                  <a:lnTo>
                    <a:pt x="9161814" y="1997818"/>
                  </a:lnTo>
                  <a:lnTo>
                    <a:pt x="9204356" y="2057886"/>
                  </a:lnTo>
                  <a:lnTo>
                    <a:pt x="9247421" y="2114313"/>
                  </a:lnTo>
                  <a:lnTo>
                    <a:pt x="9291248" y="2167099"/>
                  </a:lnTo>
                  <a:lnTo>
                    <a:pt x="9336132" y="2216301"/>
                  </a:lnTo>
                  <a:lnTo>
                    <a:pt x="9347647" y="2228142"/>
                  </a:lnTo>
                  <a:lnTo>
                    <a:pt x="9398720" y="2276885"/>
                  </a:lnTo>
                  <a:lnTo>
                    <a:pt x="9452160" y="2321462"/>
                  </a:lnTo>
                  <a:lnTo>
                    <a:pt x="9508618" y="2362017"/>
                  </a:lnTo>
                  <a:lnTo>
                    <a:pt x="9568811" y="2398828"/>
                  </a:lnTo>
                  <a:lnTo>
                    <a:pt x="9633480" y="2432231"/>
                  </a:lnTo>
                  <a:lnTo>
                    <a:pt x="9703358" y="2462572"/>
                  </a:lnTo>
                  <a:lnTo>
                    <a:pt x="9779117" y="2490180"/>
                  </a:lnTo>
                  <a:lnTo>
                    <a:pt x="9861306" y="2515346"/>
                  </a:lnTo>
                  <a:lnTo>
                    <a:pt x="9950274" y="2538314"/>
                  </a:lnTo>
                  <a:lnTo>
                    <a:pt x="10046058" y="2559274"/>
                  </a:lnTo>
                  <a:lnTo>
                    <a:pt x="10148257" y="2578359"/>
                  </a:lnTo>
                  <a:lnTo>
                    <a:pt x="10255898" y="2595646"/>
                  </a:lnTo>
                  <a:lnTo>
                    <a:pt x="10367311" y="2611163"/>
                  </a:lnTo>
                  <a:lnTo>
                    <a:pt x="10480066" y="2624897"/>
                  </a:lnTo>
                  <a:lnTo>
                    <a:pt x="10591006" y="2636813"/>
                  </a:lnTo>
                  <a:lnTo>
                    <a:pt x="10696432" y="2646876"/>
                  </a:lnTo>
                  <a:lnTo>
                    <a:pt x="10792465" y="2655079"/>
                  </a:lnTo>
                  <a:lnTo>
                    <a:pt x="10875539" y="2661468"/>
                  </a:lnTo>
                  <a:lnTo>
                    <a:pt x="10942953" y="2666161"/>
                  </a:lnTo>
                  <a:lnTo>
                    <a:pt x="10993355" y="2669350"/>
                  </a:lnTo>
                  <a:lnTo>
                    <a:pt x="11027028" y="2671294"/>
                  </a:lnTo>
                  <a:lnTo>
                    <a:pt x="11045942" y="2672293"/>
                  </a:lnTo>
                  <a:lnTo>
                    <a:pt x="11053612" y="2672665"/>
                  </a:lnTo>
                  <a:lnTo>
                    <a:pt x="11054891" y="2672723"/>
                  </a:lnTo>
                  <a:lnTo>
                    <a:pt x="12049831" y="2672723"/>
                  </a:lnTo>
                  <a:lnTo>
                    <a:pt x="12049831" y="2667482"/>
                  </a:lnTo>
                  <a:lnTo>
                    <a:pt x="11054891" y="2667482"/>
                  </a:lnTo>
                  <a:lnTo>
                    <a:pt x="11053808" y="2667434"/>
                  </a:lnTo>
                  <a:lnTo>
                    <a:pt x="11046656" y="2667088"/>
                  </a:lnTo>
                  <a:lnTo>
                    <a:pt x="11028507" y="2666135"/>
                  </a:lnTo>
                  <a:lnTo>
                    <a:pt x="10995764" y="2664254"/>
                  </a:lnTo>
                  <a:lnTo>
                    <a:pt x="10946361" y="2661145"/>
                  </a:lnTo>
                  <a:lnTo>
                    <a:pt x="10879915" y="2656545"/>
                  </a:lnTo>
                  <a:lnTo>
                    <a:pt x="10797691" y="2650259"/>
                  </a:lnTo>
                  <a:lnTo>
                    <a:pt x="10702321" y="2642164"/>
                  </a:lnTo>
                  <a:lnTo>
                    <a:pt x="10597335" y="2632209"/>
                  </a:lnTo>
                  <a:lnTo>
                    <a:pt x="10486612" y="2620401"/>
                  </a:lnTo>
                  <a:lnTo>
                    <a:pt x="10373870" y="2606772"/>
                  </a:lnTo>
                  <a:lnTo>
                    <a:pt x="10262304" y="2591358"/>
                  </a:lnTo>
                  <a:lnTo>
                    <a:pt x="10154391" y="2574174"/>
                  </a:lnTo>
                  <a:lnTo>
                    <a:pt x="10051842" y="2555195"/>
                  </a:lnTo>
                  <a:lnTo>
                    <a:pt x="9955668" y="2534348"/>
                  </a:lnTo>
                  <a:lnTo>
                    <a:pt x="9866301" y="2511501"/>
                  </a:lnTo>
                  <a:lnTo>
                    <a:pt x="9783723" y="2486469"/>
                  </a:lnTo>
                  <a:lnTo>
                    <a:pt x="9707604" y="2459011"/>
                  </a:lnTo>
                  <a:lnTo>
                    <a:pt x="9637401" y="2428838"/>
                  </a:lnTo>
                  <a:lnTo>
                    <a:pt x="9572448" y="2395623"/>
                  </a:lnTo>
                  <a:lnTo>
                    <a:pt x="9512015" y="2359021"/>
                  </a:lnTo>
                  <a:lnTo>
                    <a:pt x="9455359" y="2318692"/>
                  </a:lnTo>
                  <a:lnTo>
                    <a:pt x="9401762" y="2274354"/>
                  </a:lnTo>
                  <a:lnTo>
                    <a:pt x="9350568" y="2225855"/>
                  </a:lnTo>
                  <a:lnTo>
                    <a:pt x="9347647" y="2222902"/>
                  </a:lnTo>
                  <a:lnTo>
                    <a:pt x="9302443" y="2174587"/>
                  </a:lnTo>
                  <a:lnTo>
                    <a:pt x="9258380" y="2122712"/>
                  </a:lnTo>
                  <a:lnTo>
                    <a:pt x="9215147" y="2067204"/>
                  </a:lnTo>
                  <a:lnTo>
                    <a:pt x="9172493" y="2008050"/>
                  </a:lnTo>
                  <a:lnTo>
                    <a:pt x="9130216" y="1945301"/>
                  </a:lnTo>
                  <a:lnTo>
                    <a:pt x="9088162" y="1879079"/>
                  </a:lnTo>
                  <a:lnTo>
                    <a:pt x="9046214" y="1809581"/>
                  </a:lnTo>
                  <a:lnTo>
                    <a:pt x="9004288" y="1737080"/>
                  </a:lnTo>
                  <a:lnTo>
                    <a:pt x="8962333" y="1661924"/>
                  </a:lnTo>
                  <a:lnTo>
                    <a:pt x="8920319" y="1584531"/>
                  </a:lnTo>
                  <a:lnTo>
                    <a:pt x="8878242" y="1505381"/>
                  </a:lnTo>
                  <a:lnTo>
                    <a:pt x="8836112" y="1425004"/>
                  </a:lnTo>
                  <a:lnTo>
                    <a:pt x="8793950" y="1343966"/>
                  </a:lnTo>
                  <a:lnTo>
                    <a:pt x="8751784" y="1262854"/>
                  </a:lnTo>
                  <a:lnTo>
                    <a:pt x="8709643" y="1182255"/>
                  </a:lnTo>
                  <a:lnTo>
                    <a:pt x="8667551" y="1102744"/>
                  </a:lnTo>
                  <a:lnTo>
                    <a:pt x="8625522" y="1024861"/>
                  </a:lnTo>
                  <a:lnTo>
                    <a:pt x="8583553" y="949100"/>
                  </a:lnTo>
                  <a:lnTo>
                    <a:pt x="8541624" y="875895"/>
                  </a:lnTo>
                  <a:lnTo>
                    <a:pt x="8499688" y="805611"/>
                  </a:lnTo>
                  <a:lnTo>
                    <a:pt x="8457670" y="738542"/>
                  </a:lnTo>
                  <a:lnTo>
                    <a:pt x="8415463" y="674904"/>
                  </a:lnTo>
                  <a:lnTo>
                    <a:pt x="8372921" y="614837"/>
                  </a:lnTo>
                  <a:lnTo>
                    <a:pt x="8329855" y="558409"/>
                  </a:lnTo>
                  <a:lnTo>
                    <a:pt x="8286028" y="505624"/>
                  </a:lnTo>
                  <a:lnTo>
                    <a:pt x="8241145" y="456422"/>
                  </a:lnTo>
                  <a:lnTo>
                    <a:pt x="8229629" y="444580"/>
                  </a:lnTo>
                  <a:lnTo>
                    <a:pt x="8178556" y="395838"/>
                  </a:lnTo>
                  <a:lnTo>
                    <a:pt x="8125117" y="351261"/>
                  </a:lnTo>
                  <a:lnTo>
                    <a:pt x="8068658" y="310705"/>
                  </a:lnTo>
                  <a:lnTo>
                    <a:pt x="8008466" y="273894"/>
                  </a:lnTo>
                  <a:lnTo>
                    <a:pt x="7943796" y="240492"/>
                  </a:lnTo>
                  <a:lnTo>
                    <a:pt x="7873918" y="210151"/>
                  </a:lnTo>
                  <a:lnTo>
                    <a:pt x="7798160" y="182543"/>
                  </a:lnTo>
                  <a:lnTo>
                    <a:pt x="7715970" y="157376"/>
                  </a:lnTo>
                  <a:lnTo>
                    <a:pt x="7627002" y="134408"/>
                  </a:lnTo>
                  <a:lnTo>
                    <a:pt x="7531219" y="113448"/>
                  </a:lnTo>
                  <a:lnTo>
                    <a:pt x="7429019" y="94364"/>
                  </a:lnTo>
                  <a:lnTo>
                    <a:pt x="7321379" y="77076"/>
                  </a:lnTo>
                  <a:lnTo>
                    <a:pt x="7209965" y="61559"/>
                  </a:lnTo>
                  <a:lnTo>
                    <a:pt x="7097210" y="47825"/>
                  </a:lnTo>
                  <a:lnTo>
                    <a:pt x="6986271" y="35909"/>
                  </a:lnTo>
                  <a:lnTo>
                    <a:pt x="6880844" y="25847"/>
                  </a:lnTo>
                  <a:lnTo>
                    <a:pt x="6784811" y="17644"/>
                  </a:lnTo>
                  <a:lnTo>
                    <a:pt x="6701738" y="11255"/>
                  </a:lnTo>
                  <a:lnTo>
                    <a:pt x="6634323" y="6562"/>
                  </a:lnTo>
                  <a:lnTo>
                    <a:pt x="6583921" y="3372"/>
                  </a:lnTo>
                  <a:lnTo>
                    <a:pt x="6550249" y="1428"/>
                  </a:lnTo>
                  <a:lnTo>
                    <a:pt x="6531335" y="429"/>
                  </a:lnTo>
                  <a:lnTo>
                    <a:pt x="6523665" y="5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5" y="53"/>
                  </a:lnTo>
                  <a:lnTo>
                    <a:pt x="5519303" y="435"/>
                  </a:lnTo>
                  <a:lnTo>
                    <a:pt x="5501354" y="1488"/>
                  </a:lnTo>
                  <a:lnTo>
                    <a:pt x="5468958" y="3565"/>
                  </a:lnTo>
                  <a:lnTo>
                    <a:pt x="5420050" y="7001"/>
                  </a:lnTo>
                  <a:lnTo>
                    <a:pt x="5354224" y="12083"/>
                  </a:lnTo>
                  <a:lnTo>
                    <a:pt x="5272694" y="19033"/>
                  </a:lnTo>
                  <a:lnTo>
                    <a:pt x="5178036" y="27987"/>
                  </a:lnTo>
                  <a:lnTo>
                    <a:pt x="5073719" y="39002"/>
                  </a:lnTo>
                  <a:lnTo>
                    <a:pt x="4963573" y="52074"/>
                  </a:lnTo>
                  <a:lnTo>
                    <a:pt x="4851288" y="67167"/>
                  </a:lnTo>
                  <a:lnTo>
                    <a:pt x="4740047" y="84242"/>
                  </a:lnTo>
                  <a:lnTo>
                    <a:pt x="4632332" y="103279"/>
                  </a:lnTo>
                  <a:lnTo>
                    <a:pt x="4529871" y="124304"/>
                  </a:lnTo>
                  <a:lnTo>
                    <a:pt x="4433698" y="147395"/>
                  </a:lnTo>
                  <a:lnTo>
                    <a:pt x="4344265" y="172694"/>
                  </a:lnTo>
                  <a:lnTo>
                    <a:pt x="4261581" y="200402"/>
                  </a:lnTo>
                  <a:lnTo>
                    <a:pt x="4185334" y="230781"/>
                  </a:lnTo>
                  <a:lnTo>
                    <a:pt x="4115001" y="264147"/>
                  </a:lnTo>
                  <a:lnTo>
                    <a:pt x="4049927" y="300858"/>
                  </a:lnTo>
                  <a:lnTo>
                    <a:pt x="3989397" y="341297"/>
                  </a:lnTo>
                  <a:lnTo>
                    <a:pt x="3932675" y="385839"/>
                  </a:lnTo>
                  <a:lnTo>
                    <a:pt x="3879047" y="434805"/>
                  </a:lnTo>
                  <a:lnTo>
                    <a:pt x="3827858" y="488380"/>
                  </a:lnTo>
                  <a:lnTo>
                    <a:pt x="3820202" y="496986"/>
                  </a:lnTo>
                  <a:lnTo>
                    <a:pt x="3776795" y="548742"/>
                  </a:lnTo>
                  <a:lnTo>
                    <a:pt x="3734453" y="604160"/>
                  </a:lnTo>
                  <a:lnTo>
                    <a:pt x="3692895" y="663315"/>
                  </a:lnTo>
                  <a:lnTo>
                    <a:pt x="3651895" y="726226"/>
                  </a:lnTo>
                  <a:lnTo>
                    <a:pt x="3611270" y="792852"/>
                  </a:lnTo>
                  <a:lnTo>
                    <a:pt x="3570876" y="863085"/>
                  </a:lnTo>
                  <a:lnTo>
                    <a:pt x="3530601" y="936748"/>
                  </a:lnTo>
                  <a:lnTo>
                    <a:pt x="3490366" y="1013591"/>
                  </a:lnTo>
                  <a:lnTo>
                    <a:pt x="3450116" y="1093291"/>
                  </a:lnTo>
                  <a:lnTo>
                    <a:pt x="3409819" y="1175459"/>
                  </a:lnTo>
                  <a:lnTo>
                    <a:pt x="3369464" y="1259642"/>
                  </a:lnTo>
                  <a:lnTo>
                    <a:pt x="3329054" y="1345337"/>
                  </a:lnTo>
                  <a:lnTo>
                    <a:pt x="3288604" y="1431998"/>
                  </a:lnTo>
                  <a:lnTo>
                    <a:pt x="3248137" y="1519053"/>
                  </a:lnTo>
                  <a:lnTo>
                    <a:pt x="3207678" y="1605920"/>
                  </a:lnTo>
                  <a:lnTo>
                    <a:pt x="3167251" y="1692022"/>
                  </a:lnTo>
                  <a:lnTo>
                    <a:pt x="3126875" y="1776801"/>
                  </a:lnTo>
                  <a:lnTo>
                    <a:pt x="3086558" y="1859739"/>
                  </a:lnTo>
                  <a:lnTo>
                    <a:pt x="3046294" y="1940363"/>
                  </a:lnTo>
                  <a:lnTo>
                    <a:pt x="3006059" y="2018259"/>
                  </a:lnTo>
                  <a:lnTo>
                    <a:pt x="2965806" y="2093082"/>
                  </a:lnTo>
                  <a:lnTo>
                    <a:pt x="2925465" y="2164557"/>
                  </a:lnTo>
                  <a:lnTo>
                    <a:pt x="2884937" y="2232478"/>
                  </a:lnTo>
                  <a:lnTo>
                    <a:pt x="2844089" y="2296715"/>
                  </a:lnTo>
                  <a:lnTo>
                    <a:pt x="2802753" y="2357203"/>
                  </a:lnTo>
                  <a:lnTo>
                    <a:pt x="2760718" y="2413941"/>
                  </a:lnTo>
                  <a:lnTo>
                    <a:pt x="2717724" y="2466985"/>
                  </a:lnTo>
                  <a:lnTo>
                    <a:pt x="2702183" y="2484933"/>
                  </a:lnTo>
                  <a:lnTo>
                    <a:pt x="2651315" y="2539217"/>
                  </a:lnTo>
                  <a:lnTo>
                    <a:pt x="2598101" y="2588880"/>
                  </a:lnTo>
                  <a:lnTo>
                    <a:pt x="2541898" y="2634081"/>
                  </a:lnTo>
                  <a:lnTo>
                    <a:pt x="2481998" y="2675124"/>
                  </a:lnTo>
                  <a:lnTo>
                    <a:pt x="2417667" y="2712381"/>
                  </a:lnTo>
                  <a:lnTo>
                    <a:pt x="2348183" y="2746235"/>
                  </a:lnTo>
                  <a:lnTo>
                    <a:pt x="2272879" y="2777049"/>
                  </a:lnTo>
                  <a:lnTo>
                    <a:pt x="2191207" y="2805147"/>
                  </a:lnTo>
                  <a:lnTo>
                    <a:pt x="2102816" y="2830800"/>
                  </a:lnTo>
                  <a:lnTo>
                    <a:pt x="2007657" y="2854219"/>
                  </a:lnTo>
                  <a:lnTo>
                    <a:pt x="1906107" y="2875553"/>
                  </a:lnTo>
                  <a:lnTo>
                    <a:pt x="1799103" y="2894892"/>
                  </a:lnTo>
                  <a:lnTo>
                    <a:pt x="1688260" y="2912267"/>
                  </a:lnTo>
                  <a:lnTo>
                    <a:pt x="1575945" y="2927666"/>
                  </a:lnTo>
                  <a:lnTo>
                    <a:pt x="1465242" y="2941050"/>
                  </a:lnTo>
                  <a:lnTo>
                    <a:pt x="1359783" y="2952381"/>
                  </a:lnTo>
                  <a:lnTo>
                    <a:pt x="1263405" y="2961648"/>
                  </a:lnTo>
                  <a:lnTo>
                    <a:pt x="1179672" y="2968898"/>
                  </a:lnTo>
                  <a:lnTo>
                    <a:pt x="1111325" y="2974254"/>
                  </a:lnTo>
                  <a:lnTo>
                    <a:pt x="1059812" y="2977925"/>
                  </a:lnTo>
                  <a:lnTo>
                    <a:pt x="1024983" y="2980189"/>
                  </a:lnTo>
                  <a:lnTo>
                    <a:pt x="1005019" y="2981376"/>
                  </a:lnTo>
                  <a:lnTo>
                    <a:pt x="996568" y="2981838"/>
                  </a:lnTo>
                  <a:lnTo>
                    <a:pt x="994940" y="2981920"/>
                  </a:lnTo>
                  <a:lnTo>
                    <a:pt x="0" y="2981920"/>
                  </a:lnTo>
                  <a:close/>
                </a:path>
              </a:pathLst>
            </a:custGeom>
            <a:solidFill>
              <a:srgbClr val="FF704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93" name="pl1992"/>
            <p:cNvSpPr/>
            <p:nvPr/>
          </p:nvSpPr>
          <p:spPr>
            <a:xfrm>
              <a:off x="1199187" y="3238547"/>
              <a:ext cx="12049831" cy="2981920"/>
            </a:xfrm>
            <a:custGeom>
              <a:avLst/>
              <a:pathLst>
                <a:path w="12049831" h="2981920">
                  <a:moveTo>
                    <a:pt x="0" y="2981920"/>
                  </a:moveTo>
                  <a:lnTo>
                    <a:pt x="994940" y="2981920"/>
                  </a:lnTo>
                  <a:lnTo>
                    <a:pt x="996010" y="2981867"/>
                  </a:lnTo>
                  <a:lnTo>
                    <a:pt x="1003082" y="2981485"/>
                  </a:lnTo>
                  <a:lnTo>
                    <a:pt x="1021031" y="2980432"/>
                  </a:lnTo>
                  <a:lnTo>
                    <a:pt x="1053427" y="2978355"/>
                  </a:lnTo>
                  <a:lnTo>
                    <a:pt x="1102335" y="2974919"/>
                  </a:lnTo>
                  <a:lnTo>
                    <a:pt x="1168161" y="2969836"/>
                  </a:lnTo>
                  <a:lnTo>
                    <a:pt x="1249691" y="2962886"/>
                  </a:lnTo>
                  <a:lnTo>
                    <a:pt x="1344349" y="2953933"/>
                  </a:lnTo>
                  <a:lnTo>
                    <a:pt x="1448666" y="2942918"/>
                  </a:lnTo>
                  <a:lnTo>
                    <a:pt x="1558812" y="2929846"/>
                  </a:lnTo>
                  <a:lnTo>
                    <a:pt x="1671097" y="2914752"/>
                  </a:lnTo>
                  <a:lnTo>
                    <a:pt x="1782338" y="2897678"/>
                  </a:lnTo>
                  <a:lnTo>
                    <a:pt x="1890053" y="2878641"/>
                  </a:lnTo>
                  <a:lnTo>
                    <a:pt x="1992514" y="2857616"/>
                  </a:lnTo>
                  <a:lnTo>
                    <a:pt x="2088687" y="2834525"/>
                  </a:lnTo>
                  <a:lnTo>
                    <a:pt x="2178120" y="2809226"/>
                  </a:lnTo>
                  <a:lnTo>
                    <a:pt x="2260804" y="2781518"/>
                  </a:lnTo>
                  <a:lnTo>
                    <a:pt x="2337051" y="2751139"/>
                  </a:lnTo>
                  <a:lnTo>
                    <a:pt x="2407384" y="2717773"/>
                  </a:lnTo>
                  <a:lnTo>
                    <a:pt x="2472458" y="2681062"/>
                  </a:lnTo>
                  <a:lnTo>
                    <a:pt x="2532988" y="2640623"/>
                  </a:lnTo>
                  <a:lnTo>
                    <a:pt x="2589710" y="2596081"/>
                  </a:lnTo>
                  <a:lnTo>
                    <a:pt x="2643338" y="2547115"/>
                  </a:lnTo>
                  <a:lnTo>
                    <a:pt x="2694527" y="2493540"/>
                  </a:lnTo>
                  <a:lnTo>
                    <a:pt x="2702183" y="2484933"/>
                  </a:lnTo>
                  <a:lnTo>
                    <a:pt x="2745590" y="2433177"/>
                  </a:lnTo>
                  <a:lnTo>
                    <a:pt x="2787932" y="2377759"/>
                  </a:lnTo>
                  <a:lnTo>
                    <a:pt x="2829490" y="2318605"/>
                  </a:lnTo>
                  <a:lnTo>
                    <a:pt x="2870490" y="2255694"/>
                  </a:lnTo>
                  <a:lnTo>
                    <a:pt x="2911115" y="2189068"/>
                  </a:lnTo>
                  <a:lnTo>
                    <a:pt x="2951509" y="2118834"/>
                  </a:lnTo>
                  <a:lnTo>
                    <a:pt x="2991784" y="2045171"/>
                  </a:lnTo>
                  <a:lnTo>
                    <a:pt x="3032019" y="1968329"/>
                  </a:lnTo>
                  <a:lnTo>
                    <a:pt x="3072269" y="1888629"/>
                  </a:lnTo>
                  <a:lnTo>
                    <a:pt x="3112566" y="1806461"/>
                  </a:lnTo>
                  <a:lnTo>
                    <a:pt x="3152921" y="1722278"/>
                  </a:lnTo>
                  <a:lnTo>
                    <a:pt x="3193331" y="1636583"/>
                  </a:lnTo>
                  <a:lnTo>
                    <a:pt x="3233781" y="1549922"/>
                  </a:lnTo>
                  <a:lnTo>
                    <a:pt x="3274248" y="1462867"/>
                  </a:lnTo>
                  <a:lnTo>
                    <a:pt x="3314707" y="1376000"/>
                  </a:lnTo>
                  <a:lnTo>
                    <a:pt x="3355134" y="1289898"/>
                  </a:lnTo>
                  <a:lnTo>
                    <a:pt x="3395510" y="1205118"/>
                  </a:lnTo>
                  <a:lnTo>
                    <a:pt x="3435827" y="1122181"/>
                  </a:lnTo>
                  <a:lnTo>
                    <a:pt x="3476091" y="1041557"/>
                  </a:lnTo>
                  <a:lnTo>
                    <a:pt x="3516326" y="963661"/>
                  </a:lnTo>
                  <a:lnTo>
                    <a:pt x="3556579" y="888837"/>
                  </a:lnTo>
                  <a:lnTo>
                    <a:pt x="3596920" y="817363"/>
                  </a:lnTo>
                  <a:lnTo>
                    <a:pt x="3637448" y="749441"/>
                  </a:lnTo>
                  <a:lnTo>
                    <a:pt x="3678296" y="685204"/>
                  </a:lnTo>
                  <a:lnTo>
                    <a:pt x="3719632" y="624716"/>
                  </a:lnTo>
                  <a:lnTo>
                    <a:pt x="3761667" y="567979"/>
                  </a:lnTo>
                  <a:lnTo>
                    <a:pt x="3804661" y="514935"/>
                  </a:lnTo>
                  <a:lnTo>
                    <a:pt x="3820202" y="496986"/>
                  </a:lnTo>
                  <a:lnTo>
                    <a:pt x="3871070" y="442703"/>
                  </a:lnTo>
                  <a:lnTo>
                    <a:pt x="3924284" y="393040"/>
                  </a:lnTo>
                  <a:lnTo>
                    <a:pt x="3980487" y="347839"/>
                  </a:lnTo>
                  <a:lnTo>
                    <a:pt x="4040387" y="306796"/>
                  </a:lnTo>
                  <a:lnTo>
                    <a:pt x="4104718" y="269539"/>
                  </a:lnTo>
                  <a:lnTo>
                    <a:pt x="4174202" y="235685"/>
                  </a:lnTo>
                  <a:lnTo>
                    <a:pt x="4249506" y="204871"/>
                  </a:lnTo>
                  <a:lnTo>
                    <a:pt x="4331178" y="176772"/>
                  </a:lnTo>
                  <a:lnTo>
                    <a:pt x="4419569" y="151120"/>
                  </a:lnTo>
                  <a:lnTo>
                    <a:pt x="4514728" y="127701"/>
                  </a:lnTo>
                  <a:lnTo>
                    <a:pt x="4616278" y="106366"/>
                  </a:lnTo>
                  <a:lnTo>
                    <a:pt x="4723282" y="87028"/>
                  </a:lnTo>
                  <a:lnTo>
                    <a:pt x="4834125" y="69653"/>
                  </a:lnTo>
                  <a:lnTo>
                    <a:pt x="4946440" y="54254"/>
                  </a:lnTo>
                  <a:lnTo>
                    <a:pt x="5057143" y="40870"/>
                  </a:lnTo>
                  <a:lnTo>
                    <a:pt x="5162602" y="29539"/>
                  </a:lnTo>
                  <a:lnTo>
                    <a:pt x="5258980" y="20272"/>
                  </a:lnTo>
                  <a:lnTo>
                    <a:pt x="5342713" y="13022"/>
                  </a:lnTo>
                  <a:lnTo>
                    <a:pt x="5411060" y="7665"/>
                  </a:lnTo>
                  <a:lnTo>
                    <a:pt x="5462573" y="3995"/>
                  </a:lnTo>
                  <a:lnTo>
                    <a:pt x="5497402" y="1731"/>
                  </a:lnTo>
                  <a:lnTo>
                    <a:pt x="5517366" y="543"/>
                  </a:lnTo>
                  <a:lnTo>
                    <a:pt x="5525817" y="82"/>
                  </a:lnTo>
                  <a:lnTo>
                    <a:pt x="5527441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68" y="48"/>
                  </a:lnTo>
                  <a:lnTo>
                    <a:pt x="6530621" y="393"/>
                  </a:lnTo>
                  <a:lnTo>
                    <a:pt x="6548769" y="1347"/>
                  </a:lnTo>
                  <a:lnTo>
                    <a:pt x="6581512" y="3228"/>
                  </a:lnTo>
                  <a:lnTo>
                    <a:pt x="6630916" y="6337"/>
                  </a:lnTo>
                  <a:lnTo>
                    <a:pt x="6697361" y="10936"/>
                  </a:lnTo>
                  <a:lnTo>
                    <a:pt x="6779586" y="17223"/>
                  </a:lnTo>
                  <a:lnTo>
                    <a:pt x="6874956" y="25318"/>
                  </a:lnTo>
                  <a:lnTo>
                    <a:pt x="6979941" y="35272"/>
                  </a:lnTo>
                  <a:lnTo>
                    <a:pt x="7090665" y="47081"/>
                  </a:lnTo>
                  <a:lnTo>
                    <a:pt x="7203407" y="60710"/>
                  </a:lnTo>
                  <a:lnTo>
                    <a:pt x="7314972" y="76124"/>
                  </a:lnTo>
                  <a:lnTo>
                    <a:pt x="7422886" y="93308"/>
                  </a:lnTo>
                  <a:lnTo>
                    <a:pt x="7525435" y="112286"/>
                  </a:lnTo>
                  <a:lnTo>
                    <a:pt x="7621608" y="133134"/>
                  </a:lnTo>
                  <a:lnTo>
                    <a:pt x="7710976" y="155980"/>
                  </a:lnTo>
                  <a:lnTo>
                    <a:pt x="7793553" y="181012"/>
                  </a:lnTo>
                  <a:lnTo>
                    <a:pt x="7869673" y="208471"/>
                  </a:lnTo>
                  <a:lnTo>
                    <a:pt x="7939875" y="238644"/>
                  </a:lnTo>
                  <a:lnTo>
                    <a:pt x="8004829" y="271858"/>
                  </a:lnTo>
                  <a:lnTo>
                    <a:pt x="8065262" y="308461"/>
                  </a:lnTo>
                  <a:lnTo>
                    <a:pt x="8121917" y="348790"/>
                  </a:lnTo>
                  <a:lnTo>
                    <a:pt x="8175514" y="393127"/>
                  </a:lnTo>
                  <a:lnTo>
                    <a:pt x="8226709" y="441627"/>
                  </a:lnTo>
                  <a:lnTo>
                    <a:pt x="8229629" y="444580"/>
                  </a:lnTo>
                  <a:lnTo>
                    <a:pt x="8274834" y="492895"/>
                  </a:lnTo>
                  <a:lnTo>
                    <a:pt x="8318897" y="544770"/>
                  </a:lnTo>
                  <a:lnTo>
                    <a:pt x="8362129" y="600277"/>
                  </a:lnTo>
                  <a:lnTo>
                    <a:pt x="8404784" y="659431"/>
                  </a:lnTo>
                  <a:lnTo>
                    <a:pt x="8447060" y="722181"/>
                  </a:lnTo>
                  <a:lnTo>
                    <a:pt x="8489114" y="788403"/>
                  </a:lnTo>
                  <a:lnTo>
                    <a:pt x="8531062" y="857901"/>
                  </a:lnTo>
                  <a:lnTo>
                    <a:pt x="8572988" y="930402"/>
                  </a:lnTo>
                  <a:lnTo>
                    <a:pt x="8614944" y="1005557"/>
                  </a:lnTo>
                  <a:lnTo>
                    <a:pt x="8656957" y="1082950"/>
                  </a:lnTo>
                  <a:lnTo>
                    <a:pt x="8699034" y="1162101"/>
                  </a:lnTo>
                  <a:lnTo>
                    <a:pt x="8741165" y="1242478"/>
                  </a:lnTo>
                  <a:lnTo>
                    <a:pt x="8783327" y="1323516"/>
                  </a:lnTo>
                  <a:lnTo>
                    <a:pt x="8825492" y="1404628"/>
                  </a:lnTo>
                  <a:lnTo>
                    <a:pt x="8867633" y="1485226"/>
                  </a:lnTo>
                  <a:lnTo>
                    <a:pt x="8909725" y="1564737"/>
                  </a:lnTo>
                  <a:lnTo>
                    <a:pt x="8951755" y="1642620"/>
                  </a:lnTo>
                  <a:lnTo>
                    <a:pt x="8993723" y="1718382"/>
                  </a:lnTo>
                  <a:lnTo>
                    <a:pt x="9035653" y="1791587"/>
                  </a:lnTo>
                  <a:lnTo>
                    <a:pt x="9077589" y="1861870"/>
                  </a:lnTo>
                  <a:lnTo>
                    <a:pt x="9119606" y="1928939"/>
                  </a:lnTo>
                  <a:lnTo>
                    <a:pt x="9161814" y="1992578"/>
                  </a:lnTo>
                  <a:lnTo>
                    <a:pt x="9204356" y="2052645"/>
                  </a:lnTo>
                  <a:lnTo>
                    <a:pt x="9247421" y="2109073"/>
                  </a:lnTo>
                  <a:lnTo>
                    <a:pt x="9291248" y="2161858"/>
                  </a:lnTo>
                  <a:lnTo>
                    <a:pt x="9336132" y="2211060"/>
                  </a:lnTo>
                  <a:lnTo>
                    <a:pt x="9347647" y="2222902"/>
                  </a:lnTo>
                  <a:lnTo>
                    <a:pt x="9398720" y="2271644"/>
                  </a:lnTo>
                  <a:lnTo>
                    <a:pt x="9452160" y="2316221"/>
                  </a:lnTo>
                  <a:lnTo>
                    <a:pt x="9508618" y="2356777"/>
                  </a:lnTo>
                  <a:lnTo>
                    <a:pt x="9568811" y="2393588"/>
                  </a:lnTo>
                  <a:lnTo>
                    <a:pt x="9633480" y="2426990"/>
                  </a:lnTo>
                  <a:lnTo>
                    <a:pt x="9703358" y="2457331"/>
                  </a:lnTo>
                  <a:lnTo>
                    <a:pt x="9779117" y="2484939"/>
                  </a:lnTo>
                  <a:lnTo>
                    <a:pt x="9861306" y="2510105"/>
                  </a:lnTo>
                  <a:lnTo>
                    <a:pt x="9950274" y="2533074"/>
                  </a:lnTo>
                  <a:lnTo>
                    <a:pt x="10046058" y="2554033"/>
                  </a:lnTo>
                  <a:lnTo>
                    <a:pt x="10148257" y="2573118"/>
                  </a:lnTo>
                  <a:lnTo>
                    <a:pt x="10255898" y="2590405"/>
                  </a:lnTo>
                  <a:lnTo>
                    <a:pt x="10367311" y="2605922"/>
                  </a:lnTo>
                  <a:lnTo>
                    <a:pt x="10480066" y="2619656"/>
                  </a:lnTo>
                  <a:lnTo>
                    <a:pt x="10591006" y="2631572"/>
                  </a:lnTo>
                  <a:lnTo>
                    <a:pt x="10696432" y="2641635"/>
                  </a:lnTo>
                  <a:lnTo>
                    <a:pt x="10792465" y="2649838"/>
                  </a:lnTo>
                  <a:lnTo>
                    <a:pt x="10875539" y="2656227"/>
                  </a:lnTo>
                  <a:lnTo>
                    <a:pt x="10942953" y="2660920"/>
                  </a:lnTo>
                  <a:lnTo>
                    <a:pt x="10993355" y="2664110"/>
                  </a:lnTo>
                  <a:lnTo>
                    <a:pt x="11027028" y="2666053"/>
                  </a:lnTo>
                  <a:lnTo>
                    <a:pt x="11045942" y="2667053"/>
                  </a:lnTo>
                  <a:lnTo>
                    <a:pt x="11053612" y="2667425"/>
                  </a:lnTo>
                  <a:lnTo>
                    <a:pt x="11054891" y="2667482"/>
                  </a:lnTo>
                  <a:lnTo>
                    <a:pt x="11054891" y="2667482"/>
                  </a:lnTo>
                  <a:lnTo>
                    <a:pt x="12049831" y="2667482"/>
                  </a:lnTo>
                  <a:lnTo>
                    <a:pt x="12049831" y="26674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4" name="pl1993"/>
            <p:cNvSpPr/>
            <p:nvPr/>
          </p:nvSpPr>
          <p:spPr>
            <a:xfrm>
              <a:off x="1199187" y="3233306"/>
              <a:ext cx="12049831" cy="2981920"/>
            </a:xfrm>
            <a:custGeom>
              <a:avLst/>
              <a:pathLst>
                <a:path w="12049831" h="2981920">
                  <a:moveTo>
                    <a:pt x="12049831" y="2667482"/>
                  </a:moveTo>
                  <a:lnTo>
                    <a:pt x="11054891" y="2667482"/>
                  </a:lnTo>
                  <a:lnTo>
                    <a:pt x="11053808" y="2667434"/>
                  </a:lnTo>
                  <a:lnTo>
                    <a:pt x="11046656" y="2667088"/>
                  </a:lnTo>
                  <a:lnTo>
                    <a:pt x="11028507" y="2666135"/>
                  </a:lnTo>
                  <a:lnTo>
                    <a:pt x="10995764" y="2664254"/>
                  </a:lnTo>
                  <a:lnTo>
                    <a:pt x="10946361" y="2661145"/>
                  </a:lnTo>
                  <a:lnTo>
                    <a:pt x="10879915" y="2656545"/>
                  </a:lnTo>
                  <a:lnTo>
                    <a:pt x="10797691" y="2650259"/>
                  </a:lnTo>
                  <a:lnTo>
                    <a:pt x="10702321" y="2642164"/>
                  </a:lnTo>
                  <a:lnTo>
                    <a:pt x="10597335" y="2632209"/>
                  </a:lnTo>
                  <a:lnTo>
                    <a:pt x="10486612" y="2620401"/>
                  </a:lnTo>
                  <a:lnTo>
                    <a:pt x="10373870" y="2606772"/>
                  </a:lnTo>
                  <a:lnTo>
                    <a:pt x="10262304" y="2591358"/>
                  </a:lnTo>
                  <a:lnTo>
                    <a:pt x="10154391" y="2574174"/>
                  </a:lnTo>
                  <a:lnTo>
                    <a:pt x="10051842" y="2555195"/>
                  </a:lnTo>
                  <a:lnTo>
                    <a:pt x="9955668" y="2534348"/>
                  </a:lnTo>
                  <a:lnTo>
                    <a:pt x="9866301" y="2511501"/>
                  </a:lnTo>
                  <a:lnTo>
                    <a:pt x="9783723" y="2486469"/>
                  </a:lnTo>
                  <a:lnTo>
                    <a:pt x="9707604" y="2459011"/>
                  </a:lnTo>
                  <a:lnTo>
                    <a:pt x="9637401" y="2428838"/>
                  </a:lnTo>
                  <a:lnTo>
                    <a:pt x="9572448" y="2395623"/>
                  </a:lnTo>
                  <a:lnTo>
                    <a:pt x="9512015" y="2359021"/>
                  </a:lnTo>
                  <a:lnTo>
                    <a:pt x="9455359" y="2318692"/>
                  </a:lnTo>
                  <a:lnTo>
                    <a:pt x="9401762" y="2274354"/>
                  </a:lnTo>
                  <a:lnTo>
                    <a:pt x="9350568" y="2225855"/>
                  </a:lnTo>
                  <a:lnTo>
                    <a:pt x="9347647" y="2222902"/>
                  </a:lnTo>
                  <a:lnTo>
                    <a:pt x="9302443" y="2174587"/>
                  </a:lnTo>
                  <a:lnTo>
                    <a:pt x="9258380" y="2122712"/>
                  </a:lnTo>
                  <a:lnTo>
                    <a:pt x="9215147" y="2067204"/>
                  </a:lnTo>
                  <a:lnTo>
                    <a:pt x="9172493" y="2008050"/>
                  </a:lnTo>
                  <a:lnTo>
                    <a:pt x="9130216" y="1945301"/>
                  </a:lnTo>
                  <a:lnTo>
                    <a:pt x="9088162" y="1879079"/>
                  </a:lnTo>
                  <a:lnTo>
                    <a:pt x="9046214" y="1809581"/>
                  </a:lnTo>
                  <a:lnTo>
                    <a:pt x="9004288" y="1737080"/>
                  </a:lnTo>
                  <a:lnTo>
                    <a:pt x="8962333" y="1661924"/>
                  </a:lnTo>
                  <a:lnTo>
                    <a:pt x="8920319" y="1584531"/>
                  </a:lnTo>
                  <a:lnTo>
                    <a:pt x="8878242" y="1505381"/>
                  </a:lnTo>
                  <a:lnTo>
                    <a:pt x="8836112" y="1425004"/>
                  </a:lnTo>
                  <a:lnTo>
                    <a:pt x="8793950" y="1343966"/>
                  </a:lnTo>
                  <a:lnTo>
                    <a:pt x="8751784" y="1262854"/>
                  </a:lnTo>
                  <a:lnTo>
                    <a:pt x="8709643" y="1182255"/>
                  </a:lnTo>
                  <a:lnTo>
                    <a:pt x="8667551" y="1102744"/>
                  </a:lnTo>
                  <a:lnTo>
                    <a:pt x="8625522" y="1024861"/>
                  </a:lnTo>
                  <a:lnTo>
                    <a:pt x="8583553" y="949100"/>
                  </a:lnTo>
                  <a:lnTo>
                    <a:pt x="8541624" y="875895"/>
                  </a:lnTo>
                  <a:lnTo>
                    <a:pt x="8499688" y="805611"/>
                  </a:lnTo>
                  <a:lnTo>
                    <a:pt x="8457670" y="738542"/>
                  </a:lnTo>
                  <a:lnTo>
                    <a:pt x="8415463" y="674904"/>
                  </a:lnTo>
                  <a:lnTo>
                    <a:pt x="8372921" y="614837"/>
                  </a:lnTo>
                  <a:lnTo>
                    <a:pt x="8329855" y="558409"/>
                  </a:lnTo>
                  <a:lnTo>
                    <a:pt x="8286028" y="505624"/>
                  </a:lnTo>
                  <a:lnTo>
                    <a:pt x="8241145" y="456422"/>
                  </a:lnTo>
                  <a:lnTo>
                    <a:pt x="8229629" y="444580"/>
                  </a:lnTo>
                  <a:lnTo>
                    <a:pt x="8178556" y="395838"/>
                  </a:lnTo>
                  <a:lnTo>
                    <a:pt x="8125117" y="351261"/>
                  </a:lnTo>
                  <a:lnTo>
                    <a:pt x="8068658" y="310705"/>
                  </a:lnTo>
                  <a:lnTo>
                    <a:pt x="8008466" y="273894"/>
                  </a:lnTo>
                  <a:lnTo>
                    <a:pt x="7943796" y="240492"/>
                  </a:lnTo>
                  <a:lnTo>
                    <a:pt x="7873918" y="210151"/>
                  </a:lnTo>
                  <a:lnTo>
                    <a:pt x="7798160" y="182543"/>
                  </a:lnTo>
                  <a:lnTo>
                    <a:pt x="7715970" y="157376"/>
                  </a:lnTo>
                  <a:lnTo>
                    <a:pt x="7627002" y="134408"/>
                  </a:lnTo>
                  <a:lnTo>
                    <a:pt x="7531219" y="113448"/>
                  </a:lnTo>
                  <a:lnTo>
                    <a:pt x="7429019" y="94364"/>
                  </a:lnTo>
                  <a:lnTo>
                    <a:pt x="7321379" y="77076"/>
                  </a:lnTo>
                  <a:lnTo>
                    <a:pt x="7209965" y="61559"/>
                  </a:lnTo>
                  <a:lnTo>
                    <a:pt x="7097210" y="47825"/>
                  </a:lnTo>
                  <a:lnTo>
                    <a:pt x="6986271" y="35909"/>
                  </a:lnTo>
                  <a:lnTo>
                    <a:pt x="6880844" y="25847"/>
                  </a:lnTo>
                  <a:lnTo>
                    <a:pt x="6784811" y="17644"/>
                  </a:lnTo>
                  <a:lnTo>
                    <a:pt x="6701738" y="11255"/>
                  </a:lnTo>
                  <a:lnTo>
                    <a:pt x="6634323" y="6562"/>
                  </a:lnTo>
                  <a:lnTo>
                    <a:pt x="6583921" y="3372"/>
                  </a:lnTo>
                  <a:lnTo>
                    <a:pt x="6550249" y="1428"/>
                  </a:lnTo>
                  <a:lnTo>
                    <a:pt x="6531335" y="429"/>
                  </a:lnTo>
                  <a:lnTo>
                    <a:pt x="6523665" y="57"/>
                  </a:lnTo>
                  <a:lnTo>
                    <a:pt x="652238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5" y="53"/>
                  </a:lnTo>
                  <a:lnTo>
                    <a:pt x="5519303" y="435"/>
                  </a:lnTo>
                  <a:lnTo>
                    <a:pt x="5501354" y="1488"/>
                  </a:lnTo>
                  <a:lnTo>
                    <a:pt x="5468958" y="3565"/>
                  </a:lnTo>
                  <a:lnTo>
                    <a:pt x="5420050" y="7001"/>
                  </a:lnTo>
                  <a:lnTo>
                    <a:pt x="5354224" y="12083"/>
                  </a:lnTo>
                  <a:lnTo>
                    <a:pt x="5272694" y="19033"/>
                  </a:lnTo>
                  <a:lnTo>
                    <a:pt x="5178036" y="27987"/>
                  </a:lnTo>
                  <a:lnTo>
                    <a:pt x="5073719" y="39002"/>
                  </a:lnTo>
                  <a:lnTo>
                    <a:pt x="4963573" y="52074"/>
                  </a:lnTo>
                  <a:lnTo>
                    <a:pt x="4851288" y="67167"/>
                  </a:lnTo>
                  <a:lnTo>
                    <a:pt x="4740047" y="84242"/>
                  </a:lnTo>
                  <a:lnTo>
                    <a:pt x="4632332" y="103279"/>
                  </a:lnTo>
                  <a:lnTo>
                    <a:pt x="4529871" y="124304"/>
                  </a:lnTo>
                  <a:lnTo>
                    <a:pt x="4433698" y="147395"/>
                  </a:lnTo>
                  <a:lnTo>
                    <a:pt x="4344265" y="172694"/>
                  </a:lnTo>
                  <a:lnTo>
                    <a:pt x="4261581" y="200402"/>
                  </a:lnTo>
                  <a:lnTo>
                    <a:pt x="4185334" y="230781"/>
                  </a:lnTo>
                  <a:lnTo>
                    <a:pt x="4115001" y="264147"/>
                  </a:lnTo>
                  <a:lnTo>
                    <a:pt x="4049927" y="300858"/>
                  </a:lnTo>
                  <a:lnTo>
                    <a:pt x="3989397" y="341297"/>
                  </a:lnTo>
                  <a:lnTo>
                    <a:pt x="3932675" y="385839"/>
                  </a:lnTo>
                  <a:lnTo>
                    <a:pt x="3879047" y="434805"/>
                  </a:lnTo>
                  <a:lnTo>
                    <a:pt x="3827858" y="488380"/>
                  </a:lnTo>
                  <a:lnTo>
                    <a:pt x="3820202" y="496986"/>
                  </a:lnTo>
                  <a:lnTo>
                    <a:pt x="3776795" y="548742"/>
                  </a:lnTo>
                  <a:lnTo>
                    <a:pt x="3734453" y="604160"/>
                  </a:lnTo>
                  <a:lnTo>
                    <a:pt x="3692895" y="663315"/>
                  </a:lnTo>
                  <a:lnTo>
                    <a:pt x="3651895" y="726226"/>
                  </a:lnTo>
                  <a:lnTo>
                    <a:pt x="3611270" y="792852"/>
                  </a:lnTo>
                  <a:lnTo>
                    <a:pt x="3570876" y="863085"/>
                  </a:lnTo>
                  <a:lnTo>
                    <a:pt x="3530601" y="936748"/>
                  </a:lnTo>
                  <a:lnTo>
                    <a:pt x="3490366" y="1013591"/>
                  </a:lnTo>
                  <a:lnTo>
                    <a:pt x="3450116" y="1093291"/>
                  </a:lnTo>
                  <a:lnTo>
                    <a:pt x="3409819" y="1175459"/>
                  </a:lnTo>
                  <a:lnTo>
                    <a:pt x="3369464" y="1259642"/>
                  </a:lnTo>
                  <a:lnTo>
                    <a:pt x="3329054" y="1345337"/>
                  </a:lnTo>
                  <a:lnTo>
                    <a:pt x="3288604" y="1431998"/>
                  </a:lnTo>
                  <a:lnTo>
                    <a:pt x="3248137" y="1519053"/>
                  </a:lnTo>
                  <a:lnTo>
                    <a:pt x="3207678" y="1605920"/>
                  </a:lnTo>
                  <a:lnTo>
                    <a:pt x="3167251" y="1692022"/>
                  </a:lnTo>
                  <a:lnTo>
                    <a:pt x="3126875" y="1776801"/>
                  </a:lnTo>
                  <a:lnTo>
                    <a:pt x="3086558" y="1859739"/>
                  </a:lnTo>
                  <a:lnTo>
                    <a:pt x="3046294" y="1940363"/>
                  </a:lnTo>
                  <a:lnTo>
                    <a:pt x="3006059" y="2018259"/>
                  </a:lnTo>
                  <a:lnTo>
                    <a:pt x="2965806" y="2093082"/>
                  </a:lnTo>
                  <a:lnTo>
                    <a:pt x="2925465" y="2164557"/>
                  </a:lnTo>
                  <a:lnTo>
                    <a:pt x="2884937" y="2232478"/>
                  </a:lnTo>
                  <a:lnTo>
                    <a:pt x="2844089" y="2296715"/>
                  </a:lnTo>
                  <a:lnTo>
                    <a:pt x="2802753" y="2357203"/>
                  </a:lnTo>
                  <a:lnTo>
                    <a:pt x="2760718" y="2413941"/>
                  </a:lnTo>
                  <a:lnTo>
                    <a:pt x="2717724" y="2466985"/>
                  </a:lnTo>
                  <a:lnTo>
                    <a:pt x="2702183" y="2484933"/>
                  </a:lnTo>
                  <a:lnTo>
                    <a:pt x="2651315" y="2539217"/>
                  </a:lnTo>
                  <a:lnTo>
                    <a:pt x="2598101" y="2588880"/>
                  </a:lnTo>
                  <a:lnTo>
                    <a:pt x="2541898" y="2634081"/>
                  </a:lnTo>
                  <a:lnTo>
                    <a:pt x="2481998" y="2675124"/>
                  </a:lnTo>
                  <a:lnTo>
                    <a:pt x="2417667" y="2712381"/>
                  </a:lnTo>
                  <a:lnTo>
                    <a:pt x="2348183" y="2746235"/>
                  </a:lnTo>
                  <a:lnTo>
                    <a:pt x="2272879" y="2777049"/>
                  </a:lnTo>
                  <a:lnTo>
                    <a:pt x="2191207" y="2805147"/>
                  </a:lnTo>
                  <a:lnTo>
                    <a:pt x="2102816" y="2830800"/>
                  </a:lnTo>
                  <a:lnTo>
                    <a:pt x="2007657" y="2854219"/>
                  </a:lnTo>
                  <a:lnTo>
                    <a:pt x="1906107" y="2875553"/>
                  </a:lnTo>
                  <a:lnTo>
                    <a:pt x="1799103" y="2894892"/>
                  </a:lnTo>
                  <a:lnTo>
                    <a:pt x="1688260" y="2912267"/>
                  </a:lnTo>
                  <a:lnTo>
                    <a:pt x="1575945" y="2927666"/>
                  </a:lnTo>
                  <a:lnTo>
                    <a:pt x="1465242" y="2941050"/>
                  </a:lnTo>
                  <a:lnTo>
                    <a:pt x="1359783" y="2952381"/>
                  </a:lnTo>
                  <a:lnTo>
                    <a:pt x="1263405" y="2961648"/>
                  </a:lnTo>
                  <a:lnTo>
                    <a:pt x="1179672" y="2968898"/>
                  </a:lnTo>
                  <a:lnTo>
                    <a:pt x="1111325" y="2974254"/>
                  </a:lnTo>
                  <a:lnTo>
                    <a:pt x="1059812" y="2977925"/>
                  </a:lnTo>
                  <a:lnTo>
                    <a:pt x="1024983" y="2980189"/>
                  </a:lnTo>
                  <a:lnTo>
                    <a:pt x="1005019" y="2981376"/>
                  </a:lnTo>
                  <a:lnTo>
                    <a:pt x="996568" y="2981838"/>
                  </a:lnTo>
                  <a:lnTo>
                    <a:pt x="994944" y="2981920"/>
                  </a:lnTo>
                  <a:lnTo>
                    <a:pt x="994940" y="2981920"/>
                  </a:lnTo>
                  <a:lnTo>
                    <a:pt x="0" y="2981920"/>
                  </a:lnTo>
                  <a:lnTo>
                    <a:pt x="0" y="29819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5" name="pg1994"/>
            <p:cNvSpPr/>
            <p:nvPr/>
          </p:nvSpPr>
          <p:spPr>
            <a:xfrm>
              <a:off x="1199187" y="3715445"/>
              <a:ext cx="12049831" cy="2557429"/>
            </a:xfrm>
            <a:custGeom>
              <a:avLst/>
              <a:pathLst>
                <a:path w="12049831" h="2557429">
                  <a:moveTo>
                    <a:pt x="0" y="2557429"/>
                  </a:moveTo>
                  <a:lnTo>
                    <a:pt x="994940" y="2557429"/>
                  </a:lnTo>
                  <a:lnTo>
                    <a:pt x="996076" y="2557428"/>
                  </a:lnTo>
                  <a:lnTo>
                    <a:pt x="1003576" y="2557425"/>
                  </a:lnTo>
                  <a:lnTo>
                    <a:pt x="1022580" y="2557415"/>
                  </a:lnTo>
                  <a:lnTo>
                    <a:pt x="1056807" y="2557396"/>
                  </a:lnTo>
                  <a:lnTo>
                    <a:pt x="1108324" y="2557364"/>
                  </a:lnTo>
                  <a:lnTo>
                    <a:pt x="1177402" y="2557316"/>
                  </a:lnTo>
                  <a:lnTo>
                    <a:pt x="1262568" y="2557251"/>
                  </a:lnTo>
                  <a:lnTo>
                    <a:pt x="1360930" y="2557168"/>
                  </a:lnTo>
                  <a:lnTo>
                    <a:pt x="1468705" y="2557066"/>
                  </a:lnTo>
                  <a:lnTo>
                    <a:pt x="1581817" y="2556946"/>
                  </a:lnTo>
                  <a:lnTo>
                    <a:pt x="1696425" y="2556806"/>
                  </a:lnTo>
                  <a:lnTo>
                    <a:pt x="1809297" y="2556649"/>
                  </a:lnTo>
                  <a:lnTo>
                    <a:pt x="1917983" y="2556474"/>
                  </a:lnTo>
                  <a:lnTo>
                    <a:pt x="2020846" y="2556280"/>
                  </a:lnTo>
                  <a:lnTo>
                    <a:pt x="2116971" y="2556067"/>
                  </a:lnTo>
                  <a:lnTo>
                    <a:pt x="2206031" y="2555834"/>
                  </a:lnTo>
                  <a:lnTo>
                    <a:pt x="2288139" y="2555578"/>
                  </a:lnTo>
                  <a:lnTo>
                    <a:pt x="2363713" y="2555296"/>
                  </a:lnTo>
                  <a:lnTo>
                    <a:pt x="2433370" y="2554986"/>
                  </a:lnTo>
                  <a:lnTo>
                    <a:pt x="2497834" y="2554643"/>
                  </a:lnTo>
                  <a:lnTo>
                    <a:pt x="2557881" y="2554266"/>
                  </a:lnTo>
                  <a:lnTo>
                    <a:pt x="2614288" y="2553849"/>
                  </a:lnTo>
                  <a:lnTo>
                    <a:pt x="2667790" y="2553391"/>
                  </a:lnTo>
                  <a:lnTo>
                    <a:pt x="2702183" y="2553062"/>
                  </a:lnTo>
                  <a:lnTo>
                    <a:pt x="2763834" y="2552402"/>
                  </a:lnTo>
                  <a:lnTo>
                    <a:pt x="2823562" y="2551677"/>
                  </a:lnTo>
                  <a:lnTo>
                    <a:pt x="2882083" y="2550884"/>
                  </a:lnTo>
                  <a:lnTo>
                    <a:pt x="2939925" y="2550025"/>
                  </a:lnTo>
                  <a:lnTo>
                    <a:pt x="2997458" y="2549104"/>
                  </a:lnTo>
                  <a:lnTo>
                    <a:pt x="3054925" y="2548126"/>
                  </a:lnTo>
                  <a:lnTo>
                    <a:pt x="3112461" y="2547102"/>
                  </a:lnTo>
                  <a:lnTo>
                    <a:pt x="3170114" y="2546041"/>
                  </a:lnTo>
                  <a:lnTo>
                    <a:pt x="3227866" y="2544957"/>
                  </a:lnTo>
                  <a:lnTo>
                    <a:pt x="3285660" y="2543865"/>
                  </a:lnTo>
                  <a:lnTo>
                    <a:pt x="3343424" y="2542779"/>
                  </a:lnTo>
                  <a:lnTo>
                    <a:pt x="3401094" y="2541714"/>
                  </a:lnTo>
                  <a:lnTo>
                    <a:pt x="3458647" y="2540683"/>
                  </a:lnTo>
                  <a:lnTo>
                    <a:pt x="3516118" y="2539697"/>
                  </a:lnTo>
                  <a:lnTo>
                    <a:pt x="3573628" y="2538767"/>
                  </a:lnTo>
                  <a:lnTo>
                    <a:pt x="3631402" y="2537898"/>
                  </a:lnTo>
                  <a:lnTo>
                    <a:pt x="3689789" y="2537095"/>
                  </a:lnTo>
                  <a:lnTo>
                    <a:pt x="3749291" y="2536359"/>
                  </a:lnTo>
                  <a:lnTo>
                    <a:pt x="3810591" y="2535690"/>
                  </a:lnTo>
                  <a:lnTo>
                    <a:pt x="3820202" y="2535593"/>
                  </a:lnTo>
                  <a:lnTo>
                    <a:pt x="3872137" y="2535107"/>
                  </a:lnTo>
                  <a:lnTo>
                    <a:pt x="3926529" y="2534662"/>
                  </a:lnTo>
                  <a:lnTo>
                    <a:pt x="3984064" y="2534259"/>
                  </a:lnTo>
                  <a:lnTo>
                    <a:pt x="4045496" y="2533894"/>
                  </a:lnTo>
                  <a:lnTo>
                    <a:pt x="4111605" y="2533562"/>
                  </a:lnTo>
                  <a:lnTo>
                    <a:pt x="4183156" y="2533262"/>
                  </a:lnTo>
                  <a:lnTo>
                    <a:pt x="4260847" y="2532989"/>
                  </a:lnTo>
                  <a:lnTo>
                    <a:pt x="4345237" y="2532741"/>
                  </a:lnTo>
                  <a:lnTo>
                    <a:pt x="4436656" y="2532514"/>
                  </a:lnTo>
                  <a:lnTo>
                    <a:pt x="4535088" y="2532308"/>
                  </a:lnTo>
                  <a:lnTo>
                    <a:pt x="4640026" y="2532121"/>
                  </a:lnTo>
                  <a:lnTo>
                    <a:pt x="4750327" y="2531951"/>
                  </a:lnTo>
                  <a:lnTo>
                    <a:pt x="4864090" y="2531800"/>
                  </a:lnTo>
                  <a:lnTo>
                    <a:pt x="4978594" y="2531667"/>
                  </a:lnTo>
                  <a:lnTo>
                    <a:pt x="5090376" y="2531552"/>
                  </a:lnTo>
                  <a:lnTo>
                    <a:pt x="5195466" y="2531457"/>
                  </a:lnTo>
                  <a:lnTo>
                    <a:pt x="5289820" y="2531380"/>
                  </a:lnTo>
                  <a:lnTo>
                    <a:pt x="5369887" y="2531321"/>
                  </a:lnTo>
                  <a:lnTo>
                    <a:pt x="5433197" y="2531279"/>
                  </a:lnTo>
                  <a:lnTo>
                    <a:pt x="5478835" y="2531251"/>
                  </a:lnTo>
                  <a:lnTo>
                    <a:pt x="5507674" y="2531236"/>
                  </a:lnTo>
                  <a:lnTo>
                    <a:pt x="5522359" y="2531228"/>
                  </a:lnTo>
                  <a:lnTo>
                    <a:pt x="5527102" y="2531226"/>
                  </a:lnTo>
                  <a:lnTo>
                    <a:pt x="5527445" y="2531226"/>
                  </a:lnTo>
                  <a:lnTo>
                    <a:pt x="6522385" y="2531226"/>
                  </a:lnTo>
                  <a:lnTo>
                    <a:pt x="6523474" y="2531180"/>
                  </a:lnTo>
                  <a:lnTo>
                    <a:pt x="6530660" y="2530851"/>
                  </a:lnTo>
                  <a:lnTo>
                    <a:pt x="6548893" y="2529943"/>
                  </a:lnTo>
                  <a:lnTo>
                    <a:pt x="6581782" y="2528154"/>
                  </a:lnTo>
                  <a:lnTo>
                    <a:pt x="6631394" y="2525195"/>
                  </a:lnTo>
                  <a:lnTo>
                    <a:pt x="6698100" y="2520818"/>
                  </a:lnTo>
                  <a:lnTo>
                    <a:pt x="6780616" y="2514838"/>
                  </a:lnTo>
                  <a:lnTo>
                    <a:pt x="6876284" y="2507138"/>
                  </a:lnTo>
                  <a:lnTo>
                    <a:pt x="6981549" y="2497671"/>
                  </a:lnTo>
                  <a:lnTo>
                    <a:pt x="7092514" y="2486443"/>
                  </a:lnTo>
                  <a:lnTo>
                    <a:pt x="7205446" y="2473486"/>
                  </a:lnTo>
                  <a:lnTo>
                    <a:pt x="7317147" y="2458834"/>
                  </a:lnTo>
                  <a:lnTo>
                    <a:pt x="7425142" y="2442500"/>
                  </a:lnTo>
                  <a:lnTo>
                    <a:pt x="7527726" y="2424460"/>
                  </a:lnTo>
                  <a:lnTo>
                    <a:pt x="7623898" y="2404643"/>
                  </a:lnTo>
                  <a:lnTo>
                    <a:pt x="7713237" y="2382922"/>
                  </a:lnTo>
                  <a:lnTo>
                    <a:pt x="7795770" y="2359119"/>
                  </a:lnTo>
                  <a:lnTo>
                    <a:pt x="7871835" y="2333005"/>
                  </a:lnTo>
                  <a:lnTo>
                    <a:pt x="7941983" y="2304302"/>
                  </a:lnTo>
                  <a:lnTo>
                    <a:pt x="8006887" y="2272699"/>
                  </a:lnTo>
                  <a:lnTo>
                    <a:pt x="8067279" y="2237867"/>
                  </a:lnTo>
                  <a:lnTo>
                    <a:pt x="8123908" y="2199484"/>
                  </a:lnTo>
                  <a:lnTo>
                    <a:pt x="8177493" y="2157284"/>
                  </a:lnTo>
                  <a:lnTo>
                    <a:pt x="8228691" y="2111129"/>
                  </a:lnTo>
                  <a:lnTo>
                    <a:pt x="8229629" y="2110228"/>
                  </a:lnTo>
                  <a:lnTo>
                    <a:pt x="8275699" y="2063555"/>
                  </a:lnTo>
                  <a:lnTo>
                    <a:pt x="8320589" y="2013377"/>
                  </a:lnTo>
                  <a:lnTo>
                    <a:pt x="8364627" y="1959622"/>
                  </a:lnTo>
                  <a:lnTo>
                    <a:pt x="8408078" y="1902281"/>
                  </a:lnTo>
                  <a:lnTo>
                    <a:pt x="8451149" y="1841408"/>
                  </a:lnTo>
                  <a:lnTo>
                    <a:pt x="8494003" y="1777134"/>
                  </a:lnTo>
                  <a:lnTo>
                    <a:pt x="8536759" y="1709663"/>
                  </a:lnTo>
                  <a:lnTo>
                    <a:pt x="8579501" y="1639281"/>
                  </a:lnTo>
                  <a:lnTo>
                    <a:pt x="8622279" y="1566345"/>
                  </a:lnTo>
                  <a:lnTo>
                    <a:pt x="8665120" y="1491286"/>
                  </a:lnTo>
                  <a:lnTo>
                    <a:pt x="8708026" y="1414596"/>
                  </a:lnTo>
                  <a:lnTo>
                    <a:pt x="8750984" y="1336815"/>
                  </a:lnTo>
                  <a:lnTo>
                    <a:pt x="8793968" y="1258517"/>
                  </a:lnTo>
                  <a:lnTo>
                    <a:pt x="8836948" y="1180293"/>
                  </a:lnTo>
                  <a:lnTo>
                    <a:pt x="8879895" y="1102730"/>
                  </a:lnTo>
                  <a:lnTo>
                    <a:pt x="8922786" y="1026395"/>
                  </a:lnTo>
                  <a:lnTo>
                    <a:pt x="8965610" y="951820"/>
                  </a:lnTo>
                  <a:lnTo>
                    <a:pt x="9008376" y="879479"/>
                  </a:lnTo>
                  <a:lnTo>
                    <a:pt x="9051115" y="809788"/>
                  </a:lnTo>
                  <a:lnTo>
                    <a:pt x="9093886" y="743087"/>
                  </a:lnTo>
                  <a:lnTo>
                    <a:pt x="9136782" y="679640"/>
                  </a:lnTo>
                  <a:lnTo>
                    <a:pt x="9179931" y="619634"/>
                  </a:lnTo>
                  <a:lnTo>
                    <a:pt x="9223506" y="563179"/>
                  </a:lnTo>
                  <a:lnTo>
                    <a:pt x="9267728" y="510315"/>
                  </a:lnTo>
                  <a:lnTo>
                    <a:pt x="9312877" y="461014"/>
                  </a:lnTo>
                  <a:lnTo>
                    <a:pt x="9347647" y="426238"/>
                  </a:lnTo>
                  <a:lnTo>
                    <a:pt x="9398806" y="380008"/>
                  </a:lnTo>
                  <a:lnTo>
                    <a:pt x="9452341" y="337736"/>
                  </a:lnTo>
                  <a:lnTo>
                    <a:pt x="9508906" y="299284"/>
                  </a:lnTo>
                  <a:lnTo>
                    <a:pt x="9569221" y="264387"/>
                  </a:lnTo>
                  <a:lnTo>
                    <a:pt x="9634033" y="232728"/>
                  </a:lnTo>
                  <a:lnTo>
                    <a:pt x="9704077" y="203973"/>
                  </a:lnTo>
                  <a:lnTo>
                    <a:pt x="9780026" y="177813"/>
                  </a:lnTo>
                  <a:lnTo>
                    <a:pt x="9862433" y="153969"/>
                  </a:lnTo>
                  <a:lnTo>
                    <a:pt x="9951644" y="132212"/>
                  </a:lnTo>
                  <a:lnTo>
                    <a:pt x="10047690" y="112359"/>
                  </a:lnTo>
                  <a:lnTo>
                    <a:pt x="10150162" y="94287"/>
                  </a:lnTo>
                  <a:lnTo>
                    <a:pt x="10258069" y="77922"/>
                  </a:lnTo>
                  <a:lnTo>
                    <a:pt x="10369721" y="63238"/>
                  </a:lnTo>
                  <a:lnTo>
                    <a:pt x="10482657" y="50249"/>
                  </a:lnTo>
                  <a:lnTo>
                    <a:pt x="10593692" y="38989"/>
                  </a:lnTo>
                  <a:lnTo>
                    <a:pt x="10699099" y="29489"/>
                  </a:lnTo>
                  <a:lnTo>
                    <a:pt x="10794982" y="21756"/>
                  </a:lnTo>
                  <a:lnTo>
                    <a:pt x="10877772" y="15744"/>
                  </a:lnTo>
                  <a:lnTo>
                    <a:pt x="10944790" y="11339"/>
                  </a:lnTo>
                  <a:lnTo>
                    <a:pt x="10994724" y="8356"/>
                  </a:lnTo>
                  <a:lnTo>
                    <a:pt x="11027912" y="6547"/>
                  </a:lnTo>
                  <a:lnTo>
                    <a:pt x="11046390" y="5626"/>
                  </a:lnTo>
                  <a:lnTo>
                    <a:pt x="11053742" y="528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3" y="46"/>
                  </a:lnTo>
                  <a:lnTo>
                    <a:pt x="11046617" y="374"/>
                  </a:lnTo>
                  <a:lnTo>
                    <a:pt x="11028384" y="1282"/>
                  </a:lnTo>
                  <a:lnTo>
                    <a:pt x="10995495" y="3072"/>
                  </a:lnTo>
                  <a:lnTo>
                    <a:pt x="10945883" y="6031"/>
                  </a:lnTo>
                  <a:lnTo>
                    <a:pt x="10879177" y="10407"/>
                  </a:lnTo>
                  <a:lnTo>
                    <a:pt x="10796661" y="16388"/>
                  </a:lnTo>
                  <a:lnTo>
                    <a:pt x="10700992" y="24088"/>
                  </a:lnTo>
                  <a:lnTo>
                    <a:pt x="10595727" y="33554"/>
                  </a:lnTo>
                  <a:lnTo>
                    <a:pt x="10484763" y="44782"/>
                  </a:lnTo>
                  <a:lnTo>
                    <a:pt x="10371830" y="57739"/>
                  </a:lnTo>
                  <a:lnTo>
                    <a:pt x="10260130" y="72391"/>
                  </a:lnTo>
                  <a:lnTo>
                    <a:pt x="10152135" y="88725"/>
                  </a:lnTo>
                  <a:lnTo>
                    <a:pt x="10049550" y="106765"/>
                  </a:lnTo>
                  <a:lnTo>
                    <a:pt x="9953378" y="126583"/>
                  </a:lnTo>
                  <a:lnTo>
                    <a:pt x="9864039" y="148303"/>
                  </a:lnTo>
                  <a:lnTo>
                    <a:pt x="9781507" y="172106"/>
                  </a:lnTo>
                  <a:lnTo>
                    <a:pt x="9705441" y="198221"/>
                  </a:lnTo>
                  <a:lnTo>
                    <a:pt x="9635293" y="226923"/>
                  </a:lnTo>
                  <a:lnTo>
                    <a:pt x="9570390" y="258526"/>
                  </a:lnTo>
                  <a:lnTo>
                    <a:pt x="9509997" y="293358"/>
                  </a:lnTo>
                  <a:lnTo>
                    <a:pt x="9453369" y="331742"/>
                  </a:lnTo>
                  <a:lnTo>
                    <a:pt x="9399784" y="373941"/>
                  </a:lnTo>
                  <a:lnTo>
                    <a:pt x="9348586" y="420096"/>
                  </a:lnTo>
                  <a:lnTo>
                    <a:pt x="9347647" y="420997"/>
                  </a:lnTo>
                  <a:lnTo>
                    <a:pt x="9301578" y="467670"/>
                  </a:lnTo>
                  <a:lnTo>
                    <a:pt x="9256688" y="517848"/>
                  </a:lnTo>
                  <a:lnTo>
                    <a:pt x="9212649" y="571603"/>
                  </a:lnTo>
                  <a:lnTo>
                    <a:pt x="9169199" y="628945"/>
                  </a:lnTo>
                  <a:lnTo>
                    <a:pt x="9126127" y="689817"/>
                  </a:lnTo>
                  <a:lnTo>
                    <a:pt x="9083273" y="754091"/>
                  </a:lnTo>
                  <a:lnTo>
                    <a:pt x="9040517" y="821562"/>
                  </a:lnTo>
                  <a:lnTo>
                    <a:pt x="8997776" y="891945"/>
                  </a:lnTo>
                  <a:lnTo>
                    <a:pt x="8954997" y="964881"/>
                  </a:lnTo>
                  <a:lnTo>
                    <a:pt x="8912156" y="1039939"/>
                  </a:lnTo>
                  <a:lnTo>
                    <a:pt x="8869250" y="1116629"/>
                  </a:lnTo>
                  <a:lnTo>
                    <a:pt x="8826292" y="1194410"/>
                  </a:lnTo>
                  <a:lnTo>
                    <a:pt x="8783308" y="1272708"/>
                  </a:lnTo>
                  <a:lnTo>
                    <a:pt x="8740328" y="1350932"/>
                  </a:lnTo>
                  <a:lnTo>
                    <a:pt x="8697381" y="1428495"/>
                  </a:lnTo>
                  <a:lnTo>
                    <a:pt x="8654491" y="1504830"/>
                  </a:lnTo>
                  <a:lnTo>
                    <a:pt x="8611666" y="1579406"/>
                  </a:lnTo>
                  <a:lnTo>
                    <a:pt x="8568900" y="1651746"/>
                  </a:lnTo>
                  <a:lnTo>
                    <a:pt x="8526161" y="1721437"/>
                  </a:lnTo>
                  <a:lnTo>
                    <a:pt x="8483390" y="1788139"/>
                  </a:lnTo>
                  <a:lnTo>
                    <a:pt x="8440495" y="1851585"/>
                  </a:lnTo>
                  <a:lnTo>
                    <a:pt x="8397346" y="1911591"/>
                  </a:lnTo>
                  <a:lnTo>
                    <a:pt x="8353771" y="1968046"/>
                  </a:lnTo>
                  <a:lnTo>
                    <a:pt x="8309548" y="2020911"/>
                  </a:lnTo>
                  <a:lnTo>
                    <a:pt x="8264399" y="2070211"/>
                  </a:lnTo>
                  <a:lnTo>
                    <a:pt x="8229629" y="2104988"/>
                  </a:lnTo>
                  <a:lnTo>
                    <a:pt x="8178470" y="2151217"/>
                  </a:lnTo>
                  <a:lnTo>
                    <a:pt x="8124936" y="2193489"/>
                  </a:lnTo>
                  <a:lnTo>
                    <a:pt x="8068371" y="2231942"/>
                  </a:lnTo>
                  <a:lnTo>
                    <a:pt x="8008055" y="2266838"/>
                  </a:lnTo>
                  <a:lnTo>
                    <a:pt x="7943243" y="2298498"/>
                  </a:lnTo>
                  <a:lnTo>
                    <a:pt x="7873200" y="2327252"/>
                  </a:lnTo>
                  <a:lnTo>
                    <a:pt x="7797250" y="2353412"/>
                  </a:lnTo>
                  <a:lnTo>
                    <a:pt x="7714843" y="2377256"/>
                  </a:lnTo>
                  <a:lnTo>
                    <a:pt x="7625632" y="2399014"/>
                  </a:lnTo>
                  <a:lnTo>
                    <a:pt x="7529586" y="2418866"/>
                  </a:lnTo>
                  <a:lnTo>
                    <a:pt x="7427114" y="2436938"/>
                  </a:lnTo>
                  <a:lnTo>
                    <a:pt x="7319207" y="2453303"/>
                  </a:lnTo>
                  <a:lnTo>
                    <a:pt x="7207556" y="2467987"/>
                  </a:lnTo>
                  <a:lnTo>
                    <a:pt x="7094619" y="2480976"/>
                  </a:lnTo>
                  <a:lnTo>
                    <a:pt x="6983585" y="2492237"/>
                  </a:lnTo>
                  <a:lnTo>
                    <a:pt x="6878177" y="2501736"/>
                  </a:lnTo>
                  <a:lnTo>
                    <a:pt x="6782295" y="2509469"/>
                  </a:lnTo>
                  <a:lnTo>
                    <a:pt x="6699504" y="2515481"/>
                  </a:lnTo>
                  <a:lnTo>
                    <a:pt x="6632486" y="2519886"/>
                  </a:lnTo>
                  <a:lnTo>
                    <a:pt x="6582553" y="2522869"/>
                  </a:lnTo>
                  <a:lnTo>
                    <a:pt x="6549365" y="2524678"/>
                  </a:lnTo>
                  <a:lnTo>
                    <a:pt x="6530886" y="2525600"/>
                  </a:lnTo>
                  <a:lnTo>
                    <a:pt x="6523535" y="2525936"/>
                  </a:lnTo>
                  <a:lnTo>
                    <a:pt x="6522385" y="2525985"/>
                  </a:lnTo>
                  <a:lnTo>
                    <a:pt x="5527445" y="2525985"/>
                  </a:lnTo>
                  <a:lnTo>
                    <a:pt x="5526309" y="2525986"/>
                  </a:lnTo>
                  <a:lnTo>
                    <a:pt x="5518809" y="2525989"/>
                  </a:lnTo>
                  <a:lnTo>
                    <a:pt x="5499805" y="2525999"/>
                  </a:lnTo>
                  <a:lnTo>
                    <a:pt x="5465578" y="2526018"/>
                  </a:lnTo>
                  <a:lnTo>
                    <a:pt x="5414061" y="2526051"/>
                  </a:lnTo>
                  <a:lnTo>
                    <a:pt x="5344983" y="2526098"/>
                  </a:lnTo>
                  <a:lnTo>
                    <a:pt x="5259817" y="2526163"/>
                  </a:lnTo>
                  <a:lnTo>
                    <a:pt x="5161455" y="2526246"/>
                  </a:lnTo>
                  <a:lnTo>
                    <a:pt x="5053680" y="2526348"/>
                  </a:lnTo>
                  <a:lnTo>
                    <a:pt x="4940568" y="2526469"/>
                  </a:lnTo>
                  <a:lnTo>
                    <a:pt x="4825960" y="2526608"/>
                  </a:lnTo>
                  <a:lnTo>
                    <a:pt x="4713088" y="2526765"/>
                  </a:lnTo>
                  <a:lnTo>
                    <a:pt x="4604402" y="2526940"/>
                  </a:lnTo>
                  <a:lnTo>
                    <a:pt x="4501539" y="2527134"/>
                  </a:lnTo>
                  <a:lnTo>
                    <a:pt x="4405414" y="2527347"/>
                  </a:lnTo>
                  <a:lnTo>
                    <a:pt x="4316354" y="2527580"/>
                  </a:lnTo>
                  <a:lnTo>
                    <a:pt x="4234246" y="2527837"/>
                  </a:lnTo>
                  <a:lnTo>
                    <a:pt x="4158672" y="2528118"/>
                  </a:lnTo>
                  <a:lnTo>
                    <a:pt x="4089015" y="2528429"/>
                  </a:lnTo>
                  <a:lnTo>
                    <a:pt x="4024551" y="2528771"/>
                  </a:lnTo>
                  <a:lnTo>
                    <a:pt x="3964504" y="2529148"/>
                  </a:lnTo>
                  <a:lnTo>
                    <a:pt x="3908097" y="2529565"/>
                  </a:lnTo>
                  <a:lnTo>
                    <a:pt x="3854595" y="2530023"/>
                  </a:lnTo>
                  <a:lnTo>
                    <a:pt x="3820202" y="2530352"/>
                  </a:lnTo>
                  <a:lnTo>
                    <a:pt x="3758551" y="2531012"/>
                  </a:lnTo>
                  <a:lnTo>
                    <a:pt x="3698823" y="2531737"/>
                  </a:lnTo>
                  <a:lnTo>
                    <a:pt x="3640302" y="2532530"/>
                  </a:lnTo>
                  <a:lnTo>
                    <a:pt x="3582460" y="2533389"/>
                  </a:lnTo>
                  <a:lnTo>
                    <a:pt x="3524927" y="2534310"/>
                  </a:lnTo>
                  <a:lnTo>
                    <a:pt x="3467460" y="2535288"/>
                  </a:lnTo>
                  <a:lnTo>
                    <a:pt x="3409924" y="2536312"/>
                  </a:lnTo>
                  <a:lnTo>
                    <a:pt x="3352271" y="2537373"/>
                  </a:lnTo>
                  <a:lnTo>
                    <a:pt x="3294519" y="2538457"/>
                  </a:lnTo>
                  <a:lnTo>
                    <a:pt x="3236725" y="2539549"/>
                  </a:lnTo>
                  <a:lnTo>
                    <a:pt x="3178961" y="2540635"/>
                  </a:lnTo>
                  <a:lnTo>
                    <a:pt x="3121291" y="2541700"/>
                  </a:lnTo>
                  <a:lnTo>
                    <a:pt x="3063738" y="2542731"/>
                  </a:lnTo>
                  <a:lnTo>
                    <a:pt x="3006267" y="2543717"/>
                  </a:lnTo>
                  <a:lnTo>
                    <a:pt x="2948757" y="2544647"/>
                  </a:lnTo>
                  <a:lnTo>
                    <a:pt x="2890983" y="2545516"/>
                  </a:lnTo>
                  <a:lnTo>
                    <a:pt x="2832596" y="2546319"/>
                  </a:lnTo>
                  <a:lnTo>
                    <a:pt x="2773094" y="2547055"/>
                  </a:lnTo>
                  <a:lnTo>
                    <a:pt x="2711794" y="2547724"/>
                  </a:lnTo>
                  <a:lnTo>
                    <a:pt x="2702183" y="2547821"/>
                  </a:lnTo>
                  <a:lnTo>
                    <a:pt x="2650248" y="2548307"/>
                  </a:lnTo>
                  <a:lnTo>
                    <a:pt x="2595856" y="2548752"/>
                  </a:lnTo>
                  <a:lnTo>
                    <a:pt x="2538321" y="2549155"/>
                  </a:lnTo>
                  <a:lnTo>
                    <a:pt x="2476889" y="2549520"/>
                  </a:lnTo>
                  <a:lnTo>
                    <a:pt x="2410780" y="2549852"/>
                  </a:lnTo>
                  <a:lnTo>
                    <a:pt x="2339229" y="2550152"/>
                  </a:lnTo>
                  <a:lnTo>
                    <a:pt x="2261538" y="2550425"/>
                  </a:lnTo>
                  <a:lnTo>
                    <a:pt x="2177148" y="2550673"/>
                  </a:lnTo>
                  <a:lnTo>
                    <a:pt x="2085729" y="2550900"/>
                  </a:lnTo>
                  <a:lnTo>
                    <a:pt x="1987297" y="2551106"/>
                  </a:lnTo>
                  <a:lnTo>
                    <a:pt x="1882359" y="2551294"/>
                  </a:lnTo>
                  <a:lnTo>
                    <a:pt x="1772058" y="2551463"/>
                  </a:lnTo>
                  <a:lnTo>
                    <a:pt x="1658295" y="2551614"/>
                  </a:lnTo>
                  <a:lnTo>
                    <a:pt x="1543791" y="2551747"/>
                  </a:lnTo>
                  <a:lnTo>
                    <a:pt x="1432009" y="2551862"/>
                  </a:lnTo>
                  <a:lnTo>
                    <a:pt x="1326919" y="2551957"/>
                  </a:lnTo>
                  <a:lnTo>
                    <a:pt x="1232565" y="2552034"/>
                  </a:lnTo>
                  <a:lnTo>
                    <a:pt x="1152498" y="2552093"/>
                  </a:lnTo>
                  <a:lnTo>
                    <a:pt x="1089188" y="2552135"/>
                  </a:lnTo>
                  <a:lnTo>
                    <a:pt x="1043550" y="2552163"/>
                  </a:lnTo>
                  <a:lnTo>
                    <a:pt x="1014711" y="2552179"/>
                  </a:lnTo>
                  <a:lnTo>
                    <a:pt x="1000026" y="2552186"/>
                  </a:lnTo>
                  <a:lnTo>
                    <a:pt x="995283" y="2552188"/>
                  </a:lnTo>
                  <a:lnTo>
                    <a:pt x="994940" y="2552188"/>
                  </a:lnTo>
                  <a:lnTo>
                    <a:pt x="0" y="2552188"/>
                  </a:lnTo>
                  <a:close/>
                </a:path>
              </a:pathLst>
            </a:custGeom>
            <a:solidFill>
              <a:srgbClr val="FF704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96" name="pl1995"/>
            <p:cNvSpPr/>
            <p:nvPr/>
          </p:nvSpPr>
          <p:spPr>
            <a:xfrm>
              <a:off x="1199187" y="3720685"/>
              <a:ext cx="12049831" cy="2552188"/>
            </a:xfrm>
            <a:custGeom>
              <a:avLst/>
              <a:pathLst>
                <a:path w="12049831" h="2552188">
                  <a:moveTo>
                    <a:pt x="0" y="2552188"/>
                  </a:moveTo>
                  <a:lnTo>
                    <a:pt x="994940" y="2552188"/>
                  </a:lnTo>
                  <a:lnTo>
                    <a:pt x="996076" y="2552188"/>
                  </a:lnTo>
                  <a:lnTo>
                    <a:pt x="1003576" y="2552184"/>
                  </a:lnTo>
                  <a:lnTo>
                    <a:pt x="1022580" y="2552174"/>
                  </a:lnTo>
                  <a:lnTo>
                    <a:pt x="1056807" y="2552155"/>
                  </a:lnTo>
                  <a:lnTo>
                    <a:pt x="1108324" y="2552123"/>
                  </a:lnTo>
                  <a:lnTo>
                    <a:pt x="1177402" y="2552076"/>
                  </a:lnTo>
                  <a:lnTo>
                    <a:pt x="1262568" y="2552011"/>
                  </a:lnTo>
                  <a:lnTo>
                    <a:pt x="1360930" y="2551928"/>
                  </a:lnTo>
                  <a:lnTo>
                    <a:pt x="1468705" y="2551826"/>
                  </a:lnTo>
                  <a:lnTo>
                    <a:pt x="1581817" y="2551705"/>
                  </a:lnTo>
                  <a:lnTo>
                    <a:pt x="1696425" y="2551566"/>
                  </a:lnTo>
                  <a:lnTo>
                    <a:pt x="1809297" y="2551408"/>
                  </a:lnTo>
                  <a:lnTo>
                    <a:pt x="1917983" y="2551233"/>
                  </a:lnTo>
                  <a:lnTo>
                    <a:pt x="2020846" y="2551040"/>
                  </a:lnTo>
                  <a:lnTo>
                    <a:pt x="2116971" y="2550827"/>
                  </a:lnTo>
                  <a:lnTo>
                    <a:pt x="2206031" y="2550593"/>
                  </a:lnTo>
                  <a:lnTo>
                    <a:pt x="2288139" y="2550337"/>
                  </a:lnTo>
                  <a:lnTo>
                    <a:pt x="2363713" y="2550055"/>
                  </a:lnTo>
                  <a:lnTo>
                    <a:pt x="2433370" y="2549745"/>
                  </a:lnTo>
                  <a:lnTo>
                    <a:pt x="2497834" y="2549403"/>
                  </a:lnTo>
                  <a:lnTo>
                    <a:pt x="2557881" y="2549025"/>
                  </a:lnTo>
                  <a:lnTo>
                    <a:pt x="2614288" y="2548608"/>
                  </a:lnTo>
                  <a:lnTo>
                    <a:pt x="2667790" y="2548150"/>
                  </a:lnTo>
                  <a:lnTo>
                    <a:pt x="2702183" y="2547821"/>
                  </a:lnTo>
                  <a:lnTo>
                    <a:pt x="2763834" y="2547162"/>
                  </a:lnTo>
                  <a:lnTo>
                    <a:pt x="2823562" y="2546436"/>
                  </a:lnTo>
                  <a:lnTo>
                    <a:pt x="2882083" y="2545643"/>
                  </a:lnTo>
                  <a:lnTo>
                    <a:pt x="2939925" y="2544784"/>
                  </a:lnTo>
                  <a:lnTo>
                    <a:pt x="2997458" y="2543863"/>
                  </a:lnTo>
                  <a:lnTo>
                    <a:pt x="3054925" y="2542886"/>
                  </a:lnTo>
                  <a:lnTo>
                    <a:pt x="3112461" y="2541861"/>
                  </a:lnTo>
                  <a:lnTo>
                    <a:pt x="3170114" y="2540800"/>
                  </a:lnTo>
                  <a:lnTo>
                    <a:pt x="3227866" y="2539716"/>
                  </a:lnTo>
                  <a:lnTo>
                    <a:pt x="3285660" y="2538624"/>
                  </a:lnTo>
                  <a:lnTo>
                    <a:pt x="3343424" y="2537538"/>
                  </a:lnTo>
                  <a:lnTo>
                    <a:pt x="3401094" y="2536473"/>
                  </a:lnTo>
                  <a:lnTo>
                    <a:pt x="3458647" y="2535442"/>
                  </a:lnTo>
                  <a:lnTo>
                    <a:pt x="3516118" y="2534457"/>
                  </a:lnTo>
                  <a:lnTo>
                    <a:pt x="3573628" y="2533526"/>
                  </a:lnTo>
                  <a:lnTo>
                    <a:pt x="3631402" y="2532658"/>
                  </a:lnTo>
                  <a:lnTo>
                    <a:pt x="3689789" y="2531854"/>
                  </a:lnTo>
                  <a:lnTo>
                    <a:pt x="3749291" y="2531119"/>
                  </a:lnTo>
                  <a:lnTo>
                    <a:pt x="3810591" y="2530449"/>
                  </a:lnTo>
                  <a:lnTo>
                    <a:pt x="3820202" y="2530352"/>
                  </a:lnTo>
                  <a:lnTo>
                    <a:pt x="3872137" y="2529866"/>
                  </a:lnTo>
                  <a:lnTo>
                    <a:pt x="3926529" y="2529422"/>
                  </a:lnTo>
                  <a:lnTo>
                    <a:pt x="3984064" y="2529018"/>
                  </a:lnTo>
                  <a:lnTo>
                    <a:pt x="4045496" y="2528653"/>
                  </a:lnTo>
                  <a:lnTo>
                    <a:pt x="4111605" y="2528322"/>
                  </a:lnTo>
                  <a:lnTo>
                    <a:pt x="4183156" y="2528021"/>
                  </a:lnTo>
                  <a:lnTo>
                    <a:pt x="4260847" y="2527748"/>
                  </a:lnTo>
                  <a:lnTo>
                    <a:pt x="4345237" y="2527500"/>
                  </a:lnTo>
                  <a:lnTo>
                    <a:pt x="4436656" y="2527274"/>
                  </a:lnTo>
                  <a:lnTo>
                    <a:pt x="4535088" y="2527067"/>
                  </a:lnTo>
                  <a:lnTo>
                    <a:pt x="4640026" y="2526880"/>
                  </a:lnTo>
                  <a:lnTo>
                    <a:pt x="4750327" y="2526711"/>
                  </a:lnTo>
                  <a:lnTo>
                    <a:pt x="4864090" y="2526559"/>
                  </a:lnTo>
                  <a:lnTo>
                    <a:pt x="4978594" y="2526426"/>
                  </a:lnTo>
                  <a:lnTo>
                    <a:pt x="5090376" y="2526312"/>
                  </a:lnTo>
                  <a:lnTo>
                    <a:pt x="5195466" y="2526216"/>
                  </a:lnTo>
                  <a:lnTo>
                    <a:pt x="5289820" y="2526139"/>
                  </a:lnTo>
                  <a:lnTo>
                    <a:pt x="5369887" y="2526080"/>
                  </a:lnTo>
                  <a:lnTo>
                    <a:pt x="5433197" y="2526038"/>
                  </a:lnTo>
                  <a:lnTo>
                    <a:pt x="5478835" y="2526011"/>
                  </a:lnTo>
                  <a:lnTo>
                    <a:pt x="5507674" y="2525995"/>
                  </a:lnTo>
                  <a:lnTo>
                    <a:pt x="5522359" y="2525987"/>
                  </a:lnTo>
                  <a:lnTo>
                    <a:pt x="5527102" y="2525985"/>
                  </a:lnTo>
                  <a:lnTo>
                    <a:pt x="5527445" y="2525985"/>
                  </a:lnTo>
                  <a:lnTo>
                    <a:pt x="6522385" y="2525985"/>
                  </a:lnTo>
                  <a:lnTo>
                    <a:pt x="6523474" y="2525939"/>
                  </a:lnTo>
                  <a:lnTo>
                    <a:pt x="6530660" y="2525610"/>
                  </a:lnTo>
                  <a:lnTo>
                    <a:pt x="6548893" y="2524703"/>
                  </a:lnTo>
                  <a:lnTo>
                    <a:pt x="6581782" y="2522913"/>
                  </a:lnTo>
                  <a:lnTo>
                    <a:pt x="6631394" y="2519954"/>
                  </a:lnTo>
                  <a:lnTo>
                    <a:pt x="6698100" y="2515578"/>
                  </a:lnTo>
                  <a:lnTo>
                    <a:pt x="6780616" y="2509597"/>
                  </a:lnTo>
                  <a:lnTo>
                    <a:pt x="6876284" y="2501897"/>
                  </a:lnTo>
                  <a:lnTo>
                    <a:pt x="6981549" y="2492430"/>
                  </a:lnTo>
                  <a:lnTo>
                    <a:pt x="7092514" y="2481203"/>
                  </a:lnTo>
                  <a:lnTo>
                    <a:pt x="7205446" y="2468245"/>
                  </a:lnTo>
                  <a:lnTo>
                    <a:pt x="7317147" y="2453593"/>
                  </a:lnTo>
                  <a:lnTo>
                    <a:pt x="7425142" y="2437260"/>
                  </a:lnTo>
                  <a:lnTo>
                    <a:pt x="7527726" y="2419220"/>
                  </a:lnTo>
                  <a:lnTo>
                    <a:pt x="7623898" y="2399402"/>
                  </a:lnTo>
                  <a:lnTo>
                    <a:pt x="7713237" y="2377681"/>
                  </a:lnTo>
                  <a:lnTo>
                    <a:pt x="7795770" y="2353879"/>
                  </a:lnTo>
                  <a:lnTo>
                    <a:pt x="7871835" y="2327764"/>
                  </a:lnTo>
                  <a:lnTo>
                    <a:pt x="7941983" y="2299061"/>
                  </a:lnTo>
                  <a:lnTo>
                    <a:pt x="8006887" y="2267459"/>
                  </a:lnTo>
                  <a:lnTo>
                    <a:pt x="8067279" y="2232626"/>
                  </a:lnTo>
                  <a:lnTo>
                    <a:pt x="8123908" y="2194243"/>
                  </a:lnTo>
                  <a:lnTo>
                    <a:pt x="8177493" y="2152044"/>
                  </a:lnTo>
                  <a:lnTo>
                    <a:pt x="8228691" y="2105888"/>
                  </a:lnTo>
                  <a:lnTo>
                    <a:pt x="8229629" y="2104988"/>
                  </a:lnTo>
                  <a:lnTo>
                    <a:pt x="8275699" y="2058315"/>
                  </a:lnTo>
                  <a:lnTo>
                    <a:pt x="8320589" y="2008136"/>
                  </a:lnTo>
                  <a:lnTo>
                    <a:pt x="8364627" y="1954382"/>
                  </a:lnTo>
                  <a:lnTo>
                    <a:pt x="8408078" y="1897040"/>
                  </a:lnTo>
                  <a:lnTo>
                    <a:pt x="8451149" y="1836167"/>
                  </a:lnTo>
                  <a:lnTo>
                    <a:pt x="8494003" y="1771893"/>
                  </a:lnTo>
                  <a:lnTo>
                    <a:pt x="8536759" y="1704423"/>
                  </a:lnTo>
                  <a:lnTo>
                    <a:pt x="8579501" y="1634040"/>
                  </a:lnTo>
                  <a:lnTo>
                    <a:pt x="8622279" y="1561104"/>
                  </a:lnTo>
                  <a:lnTo>
                    <a:pt x="8665120" y="1486045"/>
                  </a:lnTo>
                  <a:lnTo>
                    <a:pt x="8708026" y="1409355"/>
                  </a:lnTo>
                  <a:lnTo>
                    <a:pt x="8750984" y="1331574"/>
                  </a:lnTo>
                  <a:lnTo>
                    <a:pt x="8793968" y="1253277"/>
                  </a:lnTo>
                  <a:lnTo>
                    <a:pt x="8836948" y="1175052"/>
                  </a:lnTo>
                  <a:lnTo>
                    <a:pt x="8879895" y="1097489"/>
                  </a:lnTo>
                  <a:lnTo>
                    <a:pt x="8922786" y="1021155"/>
                  </a:lnTo>
                  <a:lnTo>
                    <a:pt x="8965610" y="946579"/>
                  </a:lnTo>
                  <a:lnTo>
                    <a:pt x="9008376" y="874239"/>
                  </a:lnTo>
                  <a:lnTo>
                    <a:pt x="9051115" y="804547"/>
                  </a:lnTo>
                  <a:lnTo>
                    <a:pt x="9093886" y="737846"/>
                  </a:lnTo>
                  <a:lnTo>
                    <a:pt x="9136782" y="674399"/>
                  </a:lnTo>
                  <a:lnTo>
                    <a:pt x="9179931" y="614393"/>
                  </a:lnTo>
                  <a:lnTo>
                    <a:pt x="9223506" y="557938"/>
                  </a:lnTo>
                  <a:lnTo>
                    <a:pt x="9267728" y="505074"/>
                  </a:lnTo>
                  <a:lnTo>
                    <a:pt x="9312877" y="455774"/>
                  </a:lnTo>
                  <a:lnTo>
                    <a:pt x="9347647" y="420997"/>
                  </a:lnTo>
                  <a:lnTo>
                    <a:pt x="9398806" y="374768"/>
                  </a:lnTo>
                  <a:lnTo>
                    <a:pt x="9452341" y="332495"/>
                  </a:lnTo>
                  <a:lnTo>
                    <a:pt x="9508906" y="294043"/>
                  </a:lnTo>
                  <a:lnTo>
                    <a:pt x="9569221" y="259147"/>
                  </a:lnTo>
                  <a:lnTo>
                    <a:pt x="9634033" y="227487"/>
                  </a:lnTo>
                  <a:lnTo>
                    <a:pt x="9704077" y="198733"/>
                  </a:lnTo>
                  <a:lnTo>
                    <a:pt x="9780026" y="172572"/>
                  </a:lnTo>
                  <a:lnTo>
                    <a:pt x="9862433" y="148729"/>
                  </a:lnTo>
                  <a:lnTo>
                    <a:pt x="9951644" y="126971"/>
                  </a:lnTo>
                  <a:lnTo>
                    <a:pt x="10047690" y="107119"/>
                  </a:lnTo>
                  <a:lnTo>
                    <a:pt x="10150162" y="89047"/>
                  </a:lnTo>
                  <a:lnTo>
                    <a:pt x="10258069" y="72681"/>
                  </a:lnTo>
                  <a:lnTo>
                    <a:pt x="10369721" y="57998"/>
                  </a:lnTo>
                  <a:lnTo>
                    <a:pt x="10482657" y="45009"/>
                  </a:lnTo>
                  <a:lnTo>
                    <a:pt x="10593692" y="33748"/>
                  </a:lnTo>
                  <a:lnTo>
                    <a:pt x="10699099" y="24248"/>
                  </a:lnTo>
                  <a:lnTo>
                    <a:pt x="10794982" y="16516"/>
                  </a:lnTo>
                  <a:lnTo>
                    <a:pt x="10877772" y="10504"/>
                  </a:lnTo>
                  <a:lnTo>
                    <a:pt x="10944790" y="6099"/>
                  </a:lnTo>
                  <a:lnTo>
                    <a:pt x="10994724" y="3115"/>
                  </a:lnTo>
                  <a:lnTo>
                    <a:pt x="11027912" y="1307"/>
                  </a:lnTo>
                  <a:lnTo>
                    <a:pt x="11046390" y="385"/>
                  </a:lnTo>
                  <a:lnTo>
                    <a:pt x="11053742" y="48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7" name="pl1996"/>
            <p:cNvSpPr/>
            <p:nvPr/>
          </p:nvSpPr>
          <p:spPr>
            <a:xfrm>
              <a:off x="1199187" y="3715445"/>
              <a:ext cx="12049831" cy="2552188"/>
            </a:xfrm>
            <a:custGeom>
              <a:avLst/>
              <a:pathLst>
                <a:path w="12049831" h="2552188">
                  <a:moveTo>
                    <a:pt x="12049831" y="0"/>
                  </a:moveTo>
                  <a:lnTo>
                    <a:pt x="11054891" y="0"/>
                  </a:lnTo>
                  <a:lnTo>
                    <a:pt x="11053803" y="46"/>
                  </a:lnTo>
                  <a:lnTo>
                    <a:pt x="11046617" y="374"/>
                  </a:lnTo>
                  <a:lnTo>
                    <a:pt x="11028384" y="1282"/>
                  </a:lnTo>
                  <a:lnTo>
                    <a:pt x="10995495" y="3072"/>
                  </a:lnTo>
                  <a:lnTo>
                    <a:pt x="10945883" y="6031"/>
                  </a:lnTo>
                  <a:lnTo>
                    <a:pt x="10879177" y="10407"/>
                  </a:lnTo>
                  <a:lnTo>
                    <a:pt x="10796661" y="16388"/>
                  </a:lnTo>
                  <a:lnTo>
                    <a:pt x="10700992" y="24088"/>
                  </a:lnTo>
                  <a:lnTo>
                    <a:pt x="10595727" y="33554"/>
                  </a:lnTo>
                  <a:lnTo>
                    <a:pt x="10484763" y="44782"/>
                  </a:lnTo>
                  <a:lnTo>
                    <a:pt x="10371830" y="57739"/>
                  </a:lnTo>
                  <a:lnTo>
                    <a:pt x="10260130" y="72391"/>
                  </a:lnTo>
                  <a:lnTo>
                    <a:pt x="10152135" y="88725"/>
                  </a:lnTo>
                  <a:lnTo>
                    <a:pt x="10049550" y="106765"/>
                  </a:lnTo>
                  <a:lnTo>
                    <a:pt x="9953378" y="126583"/>
                  </a:lnTo>
                  <a:lnTo>
                    <a:pt x="9864039" y="148303"/>
                  </a:lnTo>
                  <a:lnTo>
                    <a:pt x="9781507" y="172106"/>
                  </a:lnTo>
                  <a:lnTo>
                    <a:pt x="9705441" y="198221"/>
                  </a:lnTo>
                  <a:lnTo>
                    <a:pt x="9635293" y="226923"/>
                  </a:lnTo>
                  <a:lnTo>
                    <a:pt x="9570390" y="258526"/>
                  </a:lnTo>
                  <a:lnTo>
                    <a:pt x="9509997" y="293358"/>
                  </a:lnTo>
                  <a:lnTo>
                    <a:pt x="9453369" y="331742"/>
                  </a:lnTo>
                  <a:lnTo>
                    <a:pt x="9399784" y="373941"/>
                  </a:lnTo>
                  <a:lnTo>
                    <a:pt x="9348586" y="420096"/>
                  </a:lnTo>
                  <a:lnTo>
                    <a:pt x="9347647" y="420997"/>
                  </a:lnTo>
                  <a:lnTo>
                    <a:pt x="9301578" y="467670"/>
                  </a:lnTo>
                  <a:lnTo>
                    <a:pt x="9256688" y="517848"/>
                  </a:lnTo>
                  <a:lnTo>
                    <a:pt x="9212649" y="571603"/>
                  </a:lnTo>
                  <a:lnTo>
                    <a:pt x="9169199" y="628945"/>
                  </a:lnTo>
                  <a:lnTo>
                    <a:pt x="9126127" y="689817"/>
                  </a:lnTo>
                  <a:lnTo>
                    <a:pt x="9083273" y="754091"/>
                  </a:lnTo>
                  <a:lnTo>
                    <a:pt x="9040517" y="821562"/>
                  </a:lnTo>
                  <a:lnTo>
                    <a:pt x="8997776" y="891945"/>
                  </a:lnTo>
                  <a:lnTo>
                    <a:pt x="8954997" y="964881"/>
                  </a:lnTo>
                  <a:lnTo>
                    <a:pt x="8912156" y="1039939"/>
                  </a:lnTo>
                  <a:lnTo>
                    <a:pt x="8869250" y="1116629"/>
                  </a:lnTo>
                  <a:lnTo>
                    <a:pt x="8826292" y="1194410"/>
                  </a:lnTo>
                  <a:lnTo>
                    <a:pt x="8783308" y="1272708"/>
                  </a:lnTo>
                  <a:lnTo>
                    <a:pt x="8740328" y="1350932"/>
                  </a:lnTo>
                  <a:lnTo>
                    <a:pt x="8697381" y="1428495"/>
                  </a:lnTo>
                  <a:lnTo>
                    <a:pt x="8654491" y="1504830"/>
                  </a:lnTo>
                  <a:lnTo>
                    <a:pt x="8611666" y="1579406"/>
                  </a:lnTo>
                  <a:lnTo>
                    <a:pt x="8568900" y="1651746"/>
                  </a:lnTo>
                  <a:lnTo>
                    <a:pt x="8526161" y="1721437"/>
                  </a:lnTo>
                  <a:lnTo>
                    <a:pt x="8483390" y="1788139"/>
                  </a:lnTo>
                  <a:lnTo>
                    <a:pt x="8440495" y="1851585"/>
                  </a:lnTo>
                  <a:lnTo>
                    <a:pt x="8397346" y="1911591"/>
                  </a:lnTo>
                  <a:lnTo>
                    <a:pt x="8353771" y="1968046"/>
                  </a:lnTo>
                  <a:lnTo>
                    <a:pt x="8309548" y="2020911"/>
                  </a:lnTo>
                  <a:lnTo>
                    <a:pt x="8264399" y="2070211"/>
                  </a:lnTo>
                  <a:lnTo>
                    <a:pt x="8229629" y="2104988"/>
                  </a:lnTo>
                  <a:lnTo>
                    <a:pt x="8178470" y="2151217"/>
                  </a:lnTo>
                  <a:lnTo>
                    <a:pt x="8124936" y="2193489"/>
                  </a:lnTo>
                  <a:lnTo>
                    <a:pt x="8068371" y="2231942"/>
                  </a:lnTo>
                  <a:lnTo>
                    <a:pt x="8008055" y="2266838"/>
                  </a:lnTo>
                  <a:lnTo>
                    <a:pt x="7943243" y="2298498"/>
                  </a:lnTo>
                  <a:lnTo>
                    <a:pt x="7873200" y="2327252"/>
                  </a:lnTo>
                  <a:lnTo>
                    <a:pt x="7797250" y="2353412"/>
                  </a:lnTo>
                  <a:lnTo>
                    <a:pt x="7714843" y="2377256"/>
                  </a:lnTo>
                  <a:lnTo>
                    <a:pt x="7625632" y="2399014"/>
                  </a:lnTo>
                  <a:lnTo>
                    <a:pt x="7529586" y="2418866"/>
                  </a:lnTo>
                  <a:lnTo>
                    <a:pt x="7427114" y="2436938"/>
                  </a:lnTo>
                  <a:lnTo>
                    <a:pt x="7319207" y="2453303"/>
                  </a:lnTo>
                  <a:lnTo>
                    <a:pt x="7207556" y="2467987"/>
                  </a:lnTo>
                  <a:lnTo>
                    <a:pt x="7094619" y="2480976"/>
                  </a:lnTo>
                  <a:lnTo>
                    <a:pt x="6983585" y="2492237"/>
                  </a:lnTo>
                  <a:lnTo>
                    <a:pt x="6878177" y="2501736"/>
                  </a:lnTo>
                  <a:lnTo>
                    <a:pt x="6782295" y="2509469"/>
                  </a:lnTo>
                  <a:lnTo>
                    <a:pt x="6699504" y="2515481"/>
                  </a:lnTo>
                  <a:lnTo>
                    <a:pt x="6632486" y="2519886"/>
                  </a:lnTo>
                  <a:lnTo>
                    <a:pt x="6582553" y="2522869"/>
                  </a:lnTo>
                  <a:lnTo>
                    <a:pt x="6549365" y="2524678"/>
                  </a:lnTo>
                  <a:lnTo>
                    <a:pt x="6530886" y="2525600"/>
                  </a:lnTo>
                  <a:lnTo>
                    <a:pt x="6523535" y="2525936"/>
                  </a:lnTo>
                  <a:lnTo>
                    <a:pt x="6522386" y="2525985"/>
                  </a:lnTo>
                  <a:lnTo>
                    <a:pt x="6522385" y="2525985"/>
                  </a:lnTo>
                  <a:lnTo>
                    <a:pt x="5527445" y="2525985"/>
                  </a:lnTo>
                  <a:lnTo>
                    <a:pt x="5526309" y="2525986"/>
                  </a:lnTo>
                  <a:lnTo>
                    <a:pt x="5518809" y="2525989"/>
                  </a:lnTo>
                  <a:lnTo>
                    <a:pt x="5499805" y="2525999"/>
                  </a:lnTo>
                  <a:lnTo>
                    <a:pt x="5465578" y="2526018"/>
                  </a:lnTo>
                  <a:lnTo>
                    <a:pt x="5414061" y="2526051"/>
                  </a:lnTo>
                  <a:lnTo>
                    <a:pt x="5344983" y="2526098"/>
                  </a:lnTo>
                  <a:lnTo>
                    <a:pt x="5259817" y="2526163"/>
                  </a:lnTo>
                  <a:lnTo>
                    <a:pt x="5161455" y="2526246"/>
                  </a:lnTo>
                  <a:lnTo>
                    <a:pt x="5053680" y="2526348"/>
                  </a:lnTo>
                  <a:lnTo>
                    <a:pt x="4940568" y="2526469"/>
                  </a:lnTo>
                  <a:lnTo>
                    <a:pt x="4825960" y="2526608"/>
                  </a:lnTo>
                  <a:lnTo>
                    <a:pt x="4713088" y="2526765"/>
                  </a:lnTo>
                  <a:lnTo>
                    <a:pt x="4604402" y="2526940"/>
                  </a:lnTo>
                  <a:lnTo>
                    <a:pt x="4501539" y="2527134"/>
                  </a:lnTo>
                  <a:lnTo>
                    <a:pt x="4405414" y="2527347"/>
                  </a:lnTo>
                  <a:lnTo>
                    <a:pt x="4316354" y="2527580"/>
                  </a:lnTo>
                  <a:lnTo>
                    <a:pt x="4234246" y="2527837"/>
                  </a:lnTo>
                  <a:lnTo>
                    <a:pt x="4158672" y="2528118"/>
                  </a:lnTo>
                  <a:lnTo>
                    <a:pt x="4089015" y="2528429"/>
                  </a:lnTo>
                  <a:lnTo>
                    <a:pt x="4024551" y="2528771"/>
                  </a:lnTo>
                  <a:lnTo>
                    <a:pt x="3964504" y="2529148"/>
                  </a:lnTo>
                  <a:lnTo>
                    <a:pt x="3908097" y="2529565"/>
                  </a:lnTo>
                  <a:lnTo>
                    <a:pt x="3854595" y="2530023"/>
                  </a:lnTo>
                  <a:lnTo>
                    <a:pt x="3820202" y="2530352"/>
                  </a:lnTo>
                  <a:lnTo>
                    <a:pt x="3758551" y="2531012"/>
                  </a:lnTo>
                  <a:lnTo>
                    <a:pt x="3698823" y="2531737"/>
                  </a:lnTo>
                  <a:lnTo>
                    <a:pt x="3640302" y="2532530"/>
                  </a:lnTo>
                  <a:lnTo>
                    <a:pt x="3582460" y="2533389"/>
                  </a:lnTo>
                  <a:lnTo>
                    <a:pt x="3524927" y="2534310"/>
                  </a:lnTo>
                  <a:lnTo>
                    <a:pt x="3467460" y="2535288"/>
                  </a:lnTo>
                  <a:lnTo>
                    <a:pt x="3409924" y="2536312"/>
                  </a:lnTo>
                  <a:lnTo>
                    <a:pt x="3352271" y="2537373"/>
                  </a:lnTo>
                  <a:lnTo>
                    <a:pt x="3294519" y="2538457"/>
                  </a:lnTo>
                  <a:lnTo>
                    <a:pt x="3236725" y="2539549"/>
                  </a:lnTo>
                  <a:lnTo>
                    <a:pt x="3178961" y="2540635"/>
                  </a:lnTo>
                  <a:lnTo>
                    <a:pt x="3121291" y="2541700"/>
                  </a:lnTo>
                  <a:lnTo>
                    <a:pt x="3063738" y="2542731"/>
                  </a:lnTo>
                  <a:lnTo>
                    <a:pt x="3006267" y="2543717"/>
                  </a:lnTo>
                  <a:lnTo>
                    <a:pt x="2948757" y="2544647"/>
                  </a:lnTo>
                  <a:lnTo>
                    <a:pt x="2890983" y="2545516"/>
                  </a:lnTo>
                  <a:lnTo>
                    <a:pt x="2832596" y="2546319"/>
                  </a:lnTo>
                  <a:lnTo>
                    <a:pt x="2773094" y="2547055"/>
                  </a:lnTo>
                  <a:lnTo>
                    <a:pt x="2711794" y="2547724"/>
                  </a:lnTo>
                  <a:lnTo>
                    <a:pt x="2702183" y="2547821"/>
                  </a:lnTo>
                  <a:lnTo>
                    <a:pt x="2650248" y="2548307"/>
                  </a:lnTo>
                  <a:lnTo>
                    <a:pt x="2595856" y="2548752"/>
                  </a:lnTo>
                  <a:lnTo>
                    <a:pt x="2538321" y="2549155"/>
                  </a:lnTo>
                  <a:lnTo>
                    <a:pt x="2476889" y="2549520"/>
                  </a:lnTo>
                  <a:lnTo>
                    <a:pt x="2410780" y="2549852"/>
                  </a:lnTo>
                  <a:lnTo>
                    <a:pt x="2339229" y="2550152"/>
                  </a:lnTo>
                  <a:lnTo>
                    <a:pt x="2261538" y="2550425"/>
                  </a:lnTo>
                  <a:lnTo>
                    <a:pt x="2177148" y="2550673"/>
                  </a:lnTo>
                  <a:lnTo>
                    <a:pt x="2085729" y="2550900"/>
                  </a:lnTo>
                  <a:lnTo>
                    <a:pt x="1987297" y="2551106"/>
                  </a:lnTo>
                  <a:lnTo>
                    <a:pt x="1882359" y="2551294"/>
                  </a:lnTo>
                  <a:lnTo>
                    <a:pt x="1772058" y="2551463"/>
                  </a:lnTo>
                  <a:lnTo>
                    <a:pt x="1658295" y="2551614"/>
                  </a:lnTo>
                  <a:lnTo>
                    <a:pt x="1543791" y="2551747"/>
                  </a:lnTo>
                  <a:lnTo>
                    <a:pt x="1432009" y="2551862"/>
                  </a:lnTo>
                  <a:lnTo>
                    <a:pt x="1326919" y="2551957"/>
                  </a:lnTo>
                  <a:lnTo>
                    <a:pt x="1232565" y="2552034"/>
                  </a:lnTo>
                  <a:lnTo>
                    <a:pt x="1152498" y="2552093"/>
                  </a:lnTo>
                  <a:lnTo>
                    <a:pt x="1089188" y="2552135"/>
                  </a:lnTo>
                  <a:lnTo>
                    <a:pt x="1043550" y="2552163"/>
                  </a:lnTo>
                  <a:lnTo>
                    <a:pt x="1014711" y="2552179"/>
                  </a:lnTo>
                  <a:lnTo>
                    <a:pt x="1000026" y="2552186"/>
                  </a:lnTo>
                  <a:lnTo>
                    <a:pt x="995283" y="2552188"/>
                  </a:lnTo>
                  <a:lnTo>
                    <a:pt x="994940" y="2552188"/>
                  </a:lnTo>
                  <a:lnTo>
                    <a:pt x="0" y="2552188"/>
                  </a:lnTo>
                  <a:lnTo>
                    <a:pt x="0" y="25521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8" name="pg1997"/>
            <p:cNvSpPr/>
            <p:nvPr/>
          </p:nvSpPr>
          <p:spPr>
            <a:xfrm>
              <a:off x="1199187" y="3610632"/>
              <a:ext cx="12049831" cy="2615076"/>
            </a:xfrm>
            <a:custGeom>
              <a:avLst/>
              <a:pathLst>
                <a:path w="12049831" h="2615076">
                  <a:moveTo>
                    <a:pt x="0" y="2615076"/>
                  </a:moveTo>
                  <a:lnTo>
                    <a:pt x="994940" y="2615076"/>
                  </a:lnTo>
                  <a:lnTo>
                    <a:pt x="996029" y="2615030"/>
                  </a:lnTo>
                  <a:lnTo>
                    <a:pt x="1003224" y="2614706"/>
                  </a:lnTo>
                  <a:lnTo>
                    <a:pt x="1021478" y="2613810"/>
                  </a:lnTo>
                  <a:lnTo>
                    <a:pt x="1054404" y="2612045"/>
                  </a:lnTo>
                  <a:lnTo>
                    <a:pt x="1104068" y="2609125"/>
                  </a:lnTo>
                  <a:lnTo>
                    <a:pt x="1170840" y="2604807"/>
                  </a:lnTo>
                  <a:lnTo>
                    <a:pt x="1253430" y="2598906"/>
                  </a:lnTo>
                  <a:lnTo>
                    <a:pt x="1349173" y="2591310"/>
                  </a:lnTo>
                  <a:lnTo>
                    <a:pt x="1454509" y="2581971"/>
                  </a:lnTo>
                  <a:lnTo>
                    <a:pt x="1565534" y="2570894"/>
                  </a:lnTo>
                  <a:lnTo>
                    <a:pt x="1678514" y="2558113"/>
                  </a:lnTo>
                  <a:lnTo>
                    <a:pt x="1790248" y="2543660"/>
                  </a:lnTo>
                  <a:lnTo>
                    <a:pt x="1898263" y="2527548"/>
                  </a:lnTo>
                  <a:lnTo>
                    <a:pt x="2000856" y="2509753"/>
                  </a:lnTo>
                  <a:lnTo>
                    <a:pt x="2097028" y="2490204"/>
                  </a:lnTo>
                  <a:lnTo>
                    <a:pt x="2186360" y="2468778"/>
                  </a:lnTo>
                  <a:lnTo>
                    <a:pt x="2268881" y="2445296"/>
                  </a:lnTo>
                  <a:lnTo>
                    <a:pt x="2344933" y="2419533"/>
                  </a:lnTo>
                  <a:lnTo>
                    <a:pt x="2415067" y="2391214"/>
                  </a:lnTo>
                  <a:lnTo>
                    <a:pt x="2479958" y="2360034"/>
                  </a:lnTo>
                  <a:lnTo>
                    <a:pt x="2540341" y="2325664"/>
                  </a:lnTo>
                  <a:lnTo>
                    <a:pt x="2596962" y="2287790"/>
                  </a:lnTo>
                  <a:lnTo>
                    <a:pt x="2650544" y="2246151"/>
                  </a:lnTo>
                  <a:lnTo>
                    <a:pt x="2701743" y="2200609"/>
                  </a:lnTo>
                  <a:lnTo>
                    <a:pt x="2702183" y="2200192"/>
                  </a:lnTo>
                  <a:lnTo>
                    <a:pt x="2748483" y="2153955"/>
                  </a:lnTo>
                  <a:lnTo>
                    <a:pt x="2793593" y="2104229"/>
                  </a:lnTo>
                  <a:lnTo>
                    <a:pt x="2837846" y="2050941"/>
                  </a:lnTo>
                  <a:lnTo>
                    <a:pt x="2881508" y="1994083"/>
                  </a:lnTo>
                  <a:lnTo>
                    <a:pt x="2924791" y="1933712"/>
                  </a:lnTo>
                  <a:lnTo>
                    <a:pt x="2967858" y="1869959"/>
                  </a:lnTo>
                  <a:lnTo>
                    <a:pt x="3010829" y="1803032"/>
                  </a:lnTo>
                  <a:lnTo>
                    <a:pt x="3053788" y="1733217"/>
                  </a:lnTo>
                  <a:lnTo>
                    <a:pt x="3096786" y="1660877"/>
                  </a:lnTo>
                  <a:lnTo>
                    <a:pt x="3139847" y="1586444"/>
                  </a:lnTo>
                  <a:lnTo>
                    <a:pt x="3182974" y="1510414"/>
                  </a:lnTo>
                  <a:lnTo>
                    <a:pt x="3226151" y="1433328"/>
                  </a:lnTo>
                  <a:lnTo>
                    <a:pt x="3269354" y="1355764"/>
                  </a:lnTo>
                  <a:lnTo>
                    <a:pt x="3312550" y="1278312"/>
                  </a:lnTo>
                  <a:lnTo>
                    <a:pt x="3355711" y="1201559"/>
                  </a:lnTo>
                  <a:lnTo>
                    <a:pt x="3398814" y="1126071"/>
                  </a:lnTo>
                  <a:lnTo>
                    <a:pt x="3441850" y="1052373"/>
                  </a:lnTo>
                  <a:lnTo>
                    <a:pt x="3484829" y="980940"/>
                  </a:lnTo>
                  <a:lnTo>
                    <a:pt x="3527785" y="912177"/>
                  </a:lnTo>
                  <a:lnTo>
                    <a:pt x="3570780" y="846420"/>
                  </a:lnTo>
                  <a:lnTo>
                    <a:pt x="3613912" y="783924"/>
                  </a:lnTo>
                  <a:lnTo>
                    <a:pt x="3657317" y="724869"/>
                  </a:lnTo>
                  <a:lnTo>
                    <a:pt x="3701175" y="669357"/>
                  </a:lnTo>
                  <a:lnTo>
                    <a:pt x="3745717" y="617420"/>
                  </a:lnTo>
                  <a:lnTo>
                    <a:pt x="3791233" y="569023"/>
                  </a:lnTo>
                  <a:lnTo>
                    <a:pt x="3820202" y="540658"/>
                  </a:lnTo>
                  <a:lnTo>
                    <a:pt x="3871382" y="495082"/>
                  </a:lnTo>
                  <a:lnTo>
                    <a:pt x="3924940" y="453409"/>
                  </a:lnTo>
                  <a:lnTo>
                    <a:pt x="3981532" y="415503"/>
                  </a:lnTo>
                  <a:lnTo>
                    <a:pt x="4041879" y="381104"/>
                  </a:lnTo>
                  <a:lnTo>
                    <a:pt x="4106727" y="349897"/>
                  </a:lnTo>
                  <a:lnTo>
                    <a:pt x="4176812" y="321555"/>
                  </a:lnTo>
                  <a:lnTo>
                    <a:pt x="4252810" y="295770"/>
                  </a:lnTo>
                  <a:lnTo>
                    <a:pt x="4335272" y="272270"/>
                  </a:lnTo>
                  <a:lnTo>
                    <a:pt x="4424543" y="250826"/>
                  </a:lnTo>
                  <a:lnTo>
                    <a:pt x="4520656" y="231261"/>
                  </a:lnTo>
                  <a:lnTo>
                    <a:pt x="4623196" y="213452"/>
                  </a:lnTo>
                  <a:lnTo>
                    <a:pt x="4731170" y="197325"/>
                  </a:lnTo>
                  <a:lnTo>
                    <a:pt x="4842881" y="182857"/>
                  </a:lnTo>
                  <a:lnTo>
                    <a:pt x="4955863" y="170061"/>
                  </a:lnTo>
                  <a:lnTo>
                    <a:pt x="5066921" y="158970"/>
                  </a:lnTo>
                  <a:lnTo>
                    <a:pt x="5172324" y="149615"/>
                  </a:lnTo>
                  <a:lnTo>
                    <a:pt x="5268168" y="142003"/>
                  </a:lnTo>
                  <a:lnTo>
                    <a:pt x="5350886" y="136088"/>
                  </a:lnTo>
                  <a:lnTo>
                    <a:pt x="5417804" y="131757"/>
                  </a:lnTo>
                  <a:lnTo>
                    <a:pt x="5467620" y="128826"/>
                  </a:lnTo>
                  <a:lnTo>
                    <a:pt x="5500686" y="127052"/>
                  </a:lnTo>
                  <a:lnTo>
                    <a:pt x="5519055" y="126149"/>
                  </a:lnTo>
                  <a:lnTo>
                    <a:pt x="5526327" y="125821"/>
                  </a:lnTo>
                  <a:lnTo>
                    <a:pt x="5527445" y="125775"/>
                  </a:lnTo>
                  <a:lnTo>
                    <a:pt x="6522385" y="125775"/>
                  </a:lnTo>
                  <a:lnTo>
                    <a:pt x="6523522" y="125772"/>
                  </a:lnTo>
                  <a:lnTo>
                    <a:pt x="6531021" y="125756"/>
                  </a:lnTo>
                  <a:lnTo>
                    <a:pt x="6550023" y="125711"/>
                  </a:lnTo>
                  <a:lnTo>
                    <a:pt x="6584247" y="125621"/>
                  </a:lnTo>
                  <a:lnTo>
                    <a:pt x="6635760" y="125474"/>
                  </a:lnTo>
                  <a:lnTo>
                    <a:pt x="6704833" y="125256"/>
                  </a:lnTo>
                  <a:lnTo>
                    <a:pt x="6789992" y="124958"/>
                  </a:lnTo>
                  <a:lnTo>
                    <a:pt x="6888348" y="124576"/>
                  </a:lnTo>
                  <a:lnTo>
                    <a:pt x="6996118" y="124107"/>
                  </a:lnTo>
                  <a:lnTo>
                    <a:pt x="7109225" y="123551"/>
                  </a:lnTo>
                  <a:lnTo>
                    <a:pt x="7223830" y="122911"/>
                  </a:lnTo>
                  <a:lnTo>
                    <a:pt x="7336698" y="122187"/>
                  </a:lnTo>
                  <a:lnTo>
                    <a:pt x="7445383" y="121381"/>
                  </a:lnTo>
                  <a:lnTo>
                    <a:pt x="7548246" y="120491"/>
                  </a:lnTo>
                  <a:lnTo>
                    <a:pt x="7644371" y="119512"/>
                  </a:lnTo>
                  <a:lnTo>
                    <a:pt x="7733431" y="118438"/>
                  </a:lnTo>
                  <a:lnTo>
                    <a:pt x="7815540" y="117259"/>
                  </a:lnTo>
                  <a:lnTo>
                    <a:pt x="7891116" y="115963"/>
                  </a:lnTo>
                  <a:lnTo>
                    <a:pt x="7960773" y="114536"/>
                  </a:lnTo>
                  <a:lnTo>
                    <a:pt x="8025239" y="112962"/>
                  </a:lnTo>
                  <a:lnTo>
                    <a:pt x="8085287" y="111225"/>
                  </a:lnTo>
                  <a:lnTo>
                    <a:pt x="8141694" y="109308"/>
                  </a:lnTo>
                  <a:lnTo>
                    <a:pt x="8195196" y="107201"/>
                  </a:lnTo>
                  <a:lnTo>
                    <a:pt x="8229629" y="105686"/>
                  </a:lnTo>
                  <a:lnTo>
                    <a:pt x="8291205" y="102657"/>
                  </a:lnTo>
                  <a:lnTo>
                    <a:pt x="8350863" y="99324"/>
                  </a:lnTo>
                  <a:lnTo>
                    <a:pt x="8409315" y="95682"/>
                  </a:lnTo>
                  <a:lnTo>
                    <a:pt x="8467088" y="91737"/>
                  </a:lnTo>
                  <a:lnTo>
                    <a:pt x="8524551" y="87506"/>
                  </a:lnTo>
                  <a:lnTo>
                    <a:pt x="8581948" y="83017"/>
                  </a:lnTo>
                  <a:lnTo>
                    <a:pt x="8639413" y="78311"/>
                  </a:lnTo>
                  <a:lnTo>
                    <a:pt x="8696993" y="73438"/>
                  </a:lnTo>
                  <a:lnTo>
                    <a:pt x="8754674" y="68460"/>
                  </a:lnTo>
                  <a:lnTo>
                    <a:pt x="8812397" y="63441"/>
                  </a:lnTo>
                  <a:lnTo>
                    <a:pt x="8870091" y="58451"/>
                  </a:lnTo>
                  <a:lnTo>
                    <a:pt x="8927692" y="53555"/>
                  </a:lnTo>
                  <a:lnTo>
                    <a:pt x="8985176" y="48816"/>
                  </a:lnTo>
                  <a:lnTo>
                    <a:pt x="9042577" y="44285"/>
                  </a:lnTo>
                  <a:lnTo>
                    <a:pt x="9100015" y="40006"/>
                  </a:lnTo>
                  <a:lnTo>
                    <a:pt x="9157710" y="36009"/>
                  </a:lnTo>
                  <a:lnTo>
                    <a:pt x="9216009" y="32313"/>
                  </a:lnTo>
                  <a:lnTo>
                    <a:pt x="9275407" y="28925"/>
                  </a:lnTo>
                  <a:lnTo>
                    <a:pt x="9336582" y="25843"/>
                  </a:lnTo>
                  <a:lnTo>
                    <a:pt x="9347647" y="25329"/>
                  </a:lnTo>
                  <a:lnTo>
                    <a:pt x="9399581" y="23092"/>
                  </a:lnTo>
                  <a:lnTo>
                    <a:pt x="9453971" y="21049"/>
                  </a:lnTo>
                  <a:lnTo>
                    <a:pt x="9511504" y="19194"/>
                  </a:lnTo>
                  <a:lnTo>
                    <a:pt x="9572934" y="17512"/>
                  </a:lnTo>
                  <a:lnTo>
                    <a:pt x="9639040" y="15989"/>
                  </a:lnTo>
                  <a:lnTo>
                    <a:pt x="9710587" y="14607"/>
                  </a:lnTo>
                  <a:lnTo>
                    <a:pt x="9788274" y="13352"/>
                  </a:lnTo>
                  <a:lnTo>
                    <a:pt x="9872659" y="12209"/>
                  </a:lnTo>
                  <a:lnTo>
                    <a:pt x="9964074" y="11167"/>
                  </a:lnTo>
                  <a:lnTo>
                    <a:pt x="10062500" y="10218"/>
                  </a:lnTo>
                  <a:lnTo>
                    <a:pt x="10167432" y="9356"/>
                  </a:lnTo>
                  <a:lnTo>
                    <a:pt x="10277728" y="8578"/>
                  </a:lnTo>
                  <a:lnTo>
                    <a:pt x="10391486" y="7882"/>
                  </a:lnTo>
                  <a:lnTo>
                    <a:pt x="10505987" y="7269"/>
                  </a:lnTo>
                  <a:lnTo>
                    <a:pt x="10617768" y="6742"/>
                  </a:lnTo>
                  <a:lnTo>
                    <a:pt x="10722858" y="6302"/>
                  </a:lnTo>
                  <a:lnTo>
                    <a:pt x="10817217" y="5948"/>
                  </a:lnTo>
                  <a:lnTo>
                    <a:pt x="10897290" y="5678"/>
                  </a:lnTo>
                  <a:lnTo>
                    <a:pt x="10960609" y="5485"/>
                  </a:lnTo>
                  <a:lnTo>
                    <a:pt x="11006256" y="5358"/>
                  </a:lnTo>
                  <a:lnTo>
                    <a:pt x="11035106" y="5285"/>
                  </a:lnTo>
                  <a:lnTo>
                    <a:pt x="11049798" y="5251"/>
                  </a:lnTo>
                  <a:lnTo>
                    <a:pt x="11054547" y="524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2"/>
                  </a:lnTo>
                  <a:lnTo>
                    <a:pt x="11046256" y="18"/>
                  </a:lnTo>
                  <a:lnTo>
                    <a:pt x="11027253" y="64"/>
                  </a:lnTo>
                  <a:lnTo>
                    <a:pt x="10993030" y="153"/>
                  </a:lnTo>
                  <a:lnTo>
                    <a:pt x="10941516" y="300"/>
                  </a:lnTo>
                  <a:lnTo>
                    <a:pt x="10872444" y="518"/>
                  </a:lnTo>
                  <a:lnTo>
                    <a:pt x="10787284" y="816"/>
                  </a:lnTo>
                  <a:lnTo>
                    <a:pt x="10688928" y="1198"/>
                  </a:lnTo>
                  <a:lnTo>
                    <a:pt x="10581159" y="1667"/>
                  </a:lnTo>
                  <a:lnTo>
                    <a:pt x="10468052" y="2223"/>
                  </a:lnTo>
                  <a:lnTo>
                    <a:pt x="10353447" y="2863"/>
                  </a:lnTo>
                  <a:lnTo>
                    <a:pt x="10240578" y="3587"/>
                  </a:lnTo>
                  <a:lnTo>
                    <a:pt x="10131893" y="4393"/>
                  </a:lnTo>
                  <a:lnTo>
                    <a:pt x="10029031" y="5283"/>
                  </a:lnTo>
                  <a:lnTo>
                    <a:pt x="9932906" y="6262"/>
                  </a:lnTo>
                  <a:lnTo>
                    <a:pt x="9843845" y="7336"/>
                  </a:lnTo>
                  <a:lnTo>
                    <a:pt x="9761736" y="8515"/>
                  </a:lnTo>
                  <a:lnTo>
                    <a:pt x="9686160" y="9811"/>
                  </a:lnTo>
                  <a:lnTo>
                    <a:pt x="9616503" y="11238"/>
                  </a:lnTo>
                  <a:lnTo>
                    <a:pt x="9552038" y="12812"/>
                  </a:lnTo>
                  <a:lnTo>
                    <a:pt x="9491990" y="14550"/>
                  </a:lnTo>
                  <a:lnTo>
                    <a:pt x="9435582" y="16466"/>
                  </a:lnTo>
                  <a:lnTo>
                    <a:pt x="9382080" y="18573"/>
                  </a:lnTo>
                  <a:lnTo>
                    <a:pt x="9347647" y="20089"/>
                  </a:lnTo>
                  <a:lnTo>
                    <a:pt x="9286071" y="23118"/>
                  </a:lnTo>
                  <a:lnTo>
                    <a:pt x="9226414" y="26451"/>
                  </a:lnTo>
                  <a:lnTo>
                    <a:pt x="9167962" y="30092"/>
                  </a:lnTo>
                  <a:lnTo>
                    <a:pt x="9110189" y="34037"/>
                  </a:lnTo>
                  <a:lnTo>
                    <a:pt x="9052725" y="38268"/>
                  </a:lnTo>
                  <a:lnTo>
                    <a:pt x="8995329" y="42757"/>
                  </a:lnTo>
                  <a:lnTo>
                    <a:pt x="8937864" y="47464"/>
                  </a:lnTo>
                  <a:lnTo>
                    <a:pt x="8880283" y="52336"/>
                  </a:lnTo>
                  <a:lnTo>
                    <a:pt x="8822602" y="57314"/>
                  </a:lnTo>
                  <a:lnTo>
                    <a:pt x="8764879" y="62333"/>
                  </a:lnTo>
                  <a:lnTo>
                    <a:pt x="8707186" y="67323"/>
                  </a:lnTo>
                  <a:lnTo>
                    <a:pt x="8649585" y="72219"/>
                  </a:lnTo>
                  <a:lnTo>
                    <a:pt x="8592101" y="76959"/>
                  </a:lnTo>
                  <a:lnTo>
                    <a:pt x="8534699" y="81489"/>
                  </a:lnTo>
                  <a:lnTo>
                    <a:pt x="8477262" y="85769"/>
                  </a:lnTo>
                  <a:lnTo>
                    <a:pt x="8419567" y="89766"/>
                  </a:lnTo>
                  <a:lnTo>
                    <a:pt x="8361268" y="93462"/>
                  </a:lnTo>
                  <a:lnTo>
                    <a:pt x="8301870" y="96849"/>
                  </a:lnTo>
                  <a:lnTo>
                    <a:pt x="8240695" y="99931"/>
                  </a:lnTo>
                  <a:lnTo>
                    <a:pt x="8229629" y="100445"/>
                  </a:lnTo>
                  <a:lnTo>
                    <a:pt x="8177695" y="102682"/>
                  </a:lnTo>
                  <a:lnTo>
                    <a:pt x="8123305" y="104725"/>
                  </a:lnTo>
                  <a:lnTo>
                    <a:pt x="8065772" y="106581"/>
                  </a:lnTo>
                  <a:lnTo>
                    <a:pt x="8004343" y="108262"/>
                  </a:lnTo>
                  <a:lnTo>
                    <a:pt x="7938237" y="109785"/>
                  </a:lnTo>
                  <a:lnTo>
                    <a:pt x="7866689" y="111167"/>
                  </a:lnTo>
                  <a:lnTo>
                    <a:pt x="7789003" y="112422"/>
                  </a:lnTo>
                  <a:lnTo>
                    <a:pt x="7704617" y="113565"/>
                  </a:lnTo>
                  <a:lnTo>
                    <a:pt x="7613203" y="114607"/>
                  </a:lnTo>
                  <a:lnTo>
                    <a:pt x="7514776" y="115556"/>
                  </a:lnTo>
                  <a:lnTo>
                    <a:pt x="7409844" y="116418"/>
                  </a:lnTo>
                  <a:lnTo>
                    <a:pt x="7299548" y="117196"/>
                  </a:lnTo>
                  <a:lnTo>
                    <a:pt x="7185790" y="117892"/>
                  </a:lnTo>
                  <a:lnTo>
                    <a:pt x="7071289" y="118505"/>
                  </a:lnTo>
                  <a:lnTo>
                    <a:pt x="6959509" y="119032"/>
                  </a:lnTo>
                  <a:lnTo>
                    <a:pt x="6854418" y="119472"/>
                  </a:lnTo>
                  <a:lnTo>
                    <a:pt x="6760060" y="119826"/>
                  </a:lnTo>
                  <a:lnTo>
                    <a:pt x="6679987" y="120096"/>
                  </a:lnTo>
                  <a:lnTo>
                    <a:pt x="6616668" y="120290"/>
                  </a:lnTo>
                  <a:lnTo>
                    <a:pt x="6571020" y="120416"/>
                  </a:lnTo>
                  <a:lnTo>
                    <a:pt x="6542171" y="120489"/>
                  </a:lnTo>
                  <a:lnTo>
                    <a:pt x="6527478" y="120523"/>
                  </a:lnTo>
                  <a:lnTo>
                    <a:pt x="6522730" y="120533"/>
                  </a:lnTo>
                  <a:lnTo>
                    <a:pt x="6522385" y="120534"/>
                  </a:lnTo>
                  <a:lnTo>
                    <a:pt x="5527445" y="120534"/>
                  </a:lnTo>
                  <a:lnTo>
                    <a:pt x="5526356" y="120580"/>
                  </a:lnTo>
                  <a:lnTo>
                    <a:pt x="5519161" y="120904"/>
                  </a:lnTo>
                  <a:lnTo>
                    <a:pt x="5500907" y="121800"/>
                  </a:lnTo>
                  <a:lnTo>
                    <a:pt x="5467981" y="123565"/>
                  </a:lnTo>
                  <a:lnTo>
                    <a:pt x="5418317" y="126485"/>
                  </a:lnTo>
                  <a:lnTo>
                    <a:pt x="5351545" y="130803"/>
                  </a:lnTo>
                  <a:lnTo>
                    <a:pt x="5268955" y="136704"/>
                  </a:lnTo>
                  <a:lnTo>
                    <a:pt x="5173212" y="144300"/>
                  </a:lnTo>
                  <a:lnTo>
                    <a:pt x="5067876" y="153639"/>
                  </a:lnTo>
                  <a:lnTo>
                    <a:pt x="4956851" y="164716"/>
                  </a:lnTo>
                  <a:lnTo>
                    <a:pt x="4843871" y="177497"/>
                  </a:lnTo>
                  <a:lnTo>
                    <a:pt x="4732137" y="191950"/>
                  </a:lnTo>
                  <a:lnTo>
                    <a:pt x="4624122" y="208062"/>
                  </a:lnTo>
                  <a:lnTo>
                    <a:pt x="4521529" y="225857"/>
                  </a:lnTo>
                  <a:lnTo>
                    <a:pt x="4425357" y="245406"/>
                  </a:lnTo>
                  <a:lnTo>
                    <a:pt x="4336025" y="266832"/>
                  </a:lnTo>
                  <a:lnTo>
                    <a:pt x="4253504" y="290314"/>
                  </a:lnTo>
                  <a:lnTo>
                    <a:pt x="4177452" y="316077"/>
                  </a:lnTo>
                  <a:lnTo>
                    <a:pt x="4107318" y="344396"/>
                  </a:lnTo>
                  <a:lnTo>
                    <a:pt x="4042427" y="375576"/>
                  </a:lnTo>
                  <a:lnTo>
                    <a:pt x="3982044" y="409946"/>
                  </a:lnTo>
                  <a:lnTo>
                    <a:pt x="3925423" y="447820"/>
                  </a:lnTo>
                  <a:lnTo>
                    <a:pt x="3871841" y="489459"/>
                  </a:lnTo>
                  <a:lnTo>
                    <a:pt x="3820642" y="535001"/>
                  </a:lnTo>
                  <a:lnTo>
                    <a:pt x="3820202" y="535418"/>
                  </a:lnTo>
                  <a:lnTo>
                    <a:pt x="3773902" y="581655"/>
                  </a:lnTo>
                  <a:lnTo>
                    <a:pt x="3728792" y="631381"/>
                  </a:lnTo>
                  <a:lnTo>
                    <a:pt x="3684539" y="684669"/>
                  </a:lnTo>
                  <a:lnTo>
                    <a:pt x="3640877" y="741527"/>
                  </a:lnTo>
                  <a:lnTo>
                    <a:pt x="3597593" y="801898"/>
                  </a:lnTo>
                  <a:lnTo>
                    <a:pt x="3554527" y="865651"/>
                  </a:lnTo>
                  <a:lnTo>
                    <a:pt x="3511556" y="932578"/>
                  </a:lnTo>
                  <a:lnTo>
                    <a:pt x="3468597" y="1002393"/>
                  </a:lnTo>
                  <a:lnTo>
                    <a:pt x="3425599" y="1074733"/>
                  </a:lnTo>
                  <a:lnTo>
                    <a:pt x="3382538" y="1149166"/>
                  </a:lnTo>
                  <a:lnTo>
                    <a:pt x="3339411" y="1225196"/>
                  </a:lnTo>
                  <a:lnTo>
                    <a:pt x="3296234" y="1302282"/>
                  </a:lnTo>
                  <a:lnTo>
                    <a:pt x="3253031" y="1379846"/>
                  </a:lnTo>
                  <a:lnTo>
                    <a:pt x="3209835" y="1457298"/>
                  </a:lnTo>
                  <a:lnTo>
                    <a:pt x="3166674" y="1534051"/>
                  </a:lnTo>
                  <a:lnTo>
                    <a:pt x="3123571" y="1609539"/>
                  </a:lnTo>
                  <a:lnTo>
                    <a:pt x="3080535" y="1683237"/>
                  </a:lnTo>
                  <a:lnTo>
                    <a:pt x="3037556" y="1754670"/>
                  </a:lnTo>
                  <a:lnTo>
                    <a:pt x="2994600" y="1823433"/>
                  </a:lnTo>
                  <a:lnTo>
                    <a:pt x="2951605" y="1889190"/>
                  </a:lnTo>
                  <a:lnTo>
                    <a:pt x="2908473" y="1951686"/>
                  </a:lnTo>
                  <a:lnTo>
                    <a:pt x="2865068" y="2010741"/>
                  </a:lnTo>
                  <a:lnTo>
                    <a:pt x="2821210" y="2066253"/>
                  </a:lnTo>
                  <a:lnTo>
                    <a:pt x="2776668" y="2118190"/>
                  </a:lnTo>
                  <a:lnTo>
                    <a:pt x="2731152" y="2166587"/>
                  </a:lnTo>
                  <a:lnTo>
                    <a:pt x="2702183" y="2194952"/>
                  </a:lnTo>
                  <a:lnTo>
                    <a:pt x="2651003" y="2240528"/>
                  </a:lnTo>
                  <a:lnTo>
                    <a:pt x="2597445" y="2282201"/>
                  </a:lnTo>
                  <a:lnTo>
                    <a:pt x="2540853" y="2320107"/>
                  </a:lnTo>
                  <a:lnTo>
                    <a:pt x="2480506" y="2354506"/>
                  </a:lnTo>
                  <a:lnTo>
                    <a:pt x="2415658" y="2385713"/>
                  </a:lnTo>
                  <a:lnTo>
                    <a:pt x="2345573" y="2414055"/>
                  </a:lnTo>
                  <a:lnTo>
                    <a:pt x="2269575" y="2439840"/>
                  </a:lnTo>
                  <a:lnTo>
                    <a:pt x="2187113" y="2463340"/>
                  </a:lnTo>
                  <a:lnTo>
                    <a:pt x="2097842" y="2484784"/>
                  </a:lnTo>
                  <a:lnTo>
                    <a:pt x="2001729" y="2504349"/>
                  </a:lnTo>
                  <a:lnTo>
                    <a:pt x="1899189" y="2522158"/>
                  </a:lnTo>
                  <a:lnTo>
                    <a:pt x="1791215" y="2538285"/>
                  </a:lnTo>
                  <a:lnTo>
                    <a:pt x="1679504" y="2552753"/>
                  </a:lnTo>
                  <a:lnTo>
                    <a:pt x="1566522" y="2565549"/>
                  </a:lnTo>
                  <a:lnTo>
                    <a:pt x="1455464" y="2576640"/>
                  </a:lnTo>
                  <a:lnTo>
                    <a:pt x="1350061" y="2585995"/>
                  </a:lnTo>
                  <a:lnTo>
                    <a:pt x="1254217" y="2593607"/>
                  </a:lnTo>
                  <a:lnTo>
                    <a:pt x="1171499" y="2599522"/>
                  </a:lnTo>
                  <a:lnTo>
                    <a:pt x="1104581" y="2603853"/>
                  </a:lnTo>
                  <a:lnTo>
                    <a:pt x="1054765" y="2606784"/>
                  </a:lnTo>
                  <a:lnTo>
                    <a:pt x="1021699" y="2608558"/>
                  </a:lnTo>
                  <a:lnTo>
                    <a:pt x="1003330" y="2609461"/>
                  </a:lnTo>
                  <a:lnTo>
                    <a:pt x="996058" y="2609789"/>
                  </a:lnTo>
                  <a:lnTo>
                    <a:pt x="994940" y="2609835"/>
                  </a:lnTo>
                  <a:lnTo>
                    <a:pt x="0" y="2609835"/>
                  </a:lnTo>
                  <a:close/>
                </a:path>
              </a:pathLst>
            </a:custGeom>
            <a:solidFill>
              <a:srgbClr val="FF704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1999" name="pl1998"/>
            <p:cNvSpPr/>
            <p:nvPr/>
          </p:nvSpPr>
          <p:spPr>
            <a:xfrm>
              <a:off x="1199187" y="3615872"/>
              <a:ext cx="12049831" cy="2609835"/>
            </a:xfrm>
            <a:custGeom>
              <a:avLst/>
              <a:pathLst>
                <a:path w="12049831" h="2609835">
                  <a:moveTo>
                    <a:pt x="0" y="2609835"/>
                  </a:moveTo>
                  <a:lnTo>
                    <a:pt x="994940" y="2609835"/>
                  </a:lnTo>
                  <a:lnTo>
                    <a:pt x="996029" y="2609790"/>
                  </a:lnTo>
                  <a:lnTo>
                    <a:pt x="1003224" y="2609465"/>
                  </a:lnTo>
                  <a:lnTo>
                    <a:pt x="1021478" y="2608570"/>
                  </a:lnTo>
                  <a:lnTo>
                    <a:pt x="1054404" y="2606804"/>
                  </a:lnTo>
                  <a:lnTo>
                    <a:pt x="1104068" y="2603884"/>
                  </a:lnTo>
                  <a:lnTo>
                    <a:pt x="1170840" y="2599566"/>
                  </a:lnTo>
                  <a:lnTo>
                    <a:pt x="1253430" y="2593666"/>
                  </a:lnTo>
                  <a:lnTo>
                    <a:pt x="1349173" y="2586069"/>
                  </a:lnTo>
                  <a:lnTo>
                    <a:pt x="1454509" y="2576730"/>
                  </a:lnTo>
                  <a:lnTo>
                    <a:pt x="1565534" y="2565654"/>
                  </a:lnTo>
                  <a:lnTo>
                    <a:pt x="1678514" y="2552872"/>
                  </a:lnTo>
                  <a:lnTo>
                    <a:pt x="1790248" y="2538419"/>
                  </a:lnTo>
                  <a:lnTo>
                    <a:pt x="1898263" y="2522307"/>
                  </a:lnTo>
                  <a:lnTo>
                    <a:pt x="2000856" y="2504513"/>
                  </a:lnTo>
                  <a:lnTo>
                    <a:pt x="2097028" y="2484964"/>
                  </a:lnTo>
                  <a:lnTo>
                    <a:pt x="2186360" y="2463537"/>
                  </a:lnTo>
                  <a:lnTo>
                    <a:pt x="2268881" y="2440056"/>
                  </a:lnTo>
                  <a:lnTo>
                    <a:pt x="2344933" y="2414292"/>
                  </a:lnTo>
                  <a:lnTo>
                    <a:pt x="2415067" y="2385974"/>
                  </a:lnTo>
                  <a:lnTo>
                    <a:pt x="2479958" y="2354793"/>
                  </a:lnTo>
                  <a:lnTo>
                    <a:pt x="2540341" y="2320424"/>
                  </a:lnTo>
                  <a:lnTo>
                    <a:pt x="2596962" y="2282550"/>
                  </a:lnTo>
                  <a:lnTo>
                    <a:pt x="2650544" y="2240910"/>
                  </a:lnTo>
                  <a:lnTo>
                    <a:pt x="2701743" y="2195369"/>
                  </a:lnTo>
                  <a:lnTo>
                    <a:pt x="2702183" y="2194952"/>
                  </a:lnTo>
                  <a:lnTo>
                    <a:pt x="2748483" y="2148715"/>
                  </a:lnTo>
                  <a:lnTo>
                    <a:pt x="2793593" y="2098988"/>
                  </a:lnTo>
                  <a:lnTo>
                    <a:pt x="2837846" y="2045700"/>
                  </a:lnTo>
                  <a:lnTo>
                    <a:pt x="2881508" y="1988843"/>
                  </a:lnTo>
                  <a:lnTo>
                    <a:pt x="2924791" y="1928472"/>
                  </a:lnTo>
                  <a:lnTo>
                    <a:pt x="2967858" y="1864719"/>
                  </a:lnTo>
                  <a:lnTo>
                    <a:pt x="3010829" y="1797792"/>
                  </a:lnTo>
                  <a:lnTo>
                    <a:pt x="3053788" y="1727976"/>
                  </a:lnTo>
                  <a:lnTo>
                    <a:pt x="3096786" y="1655636"/>
                  </a:lnTo>
                  <a:lnTo>
                    <a:pt x="3139847" y="1581203"/>
                  </a:lnTo>
                  <a:lnTo>
                    <a:pt x="3182974" y="1505173"/>
                  </a:lnTo>
                  <a:lnTo>
                    <a:pt x="3226151" y="1428088"/>
                  </a:lnTo>
                  <a:lnTo>
                    <a:pt x="3269354" y="1350524"/>
                  </a:lnTo>
                  <a:lnTo>
                    <a:pt x="3312550" y="1273071"/>
                  </a:lnTo>
                  <a:lnTo>
                    <a:pt x="3355711" y="1196318"/>
                  </a:lnTo>
                  <a:lnTo>
                    <a:pt x="3398814" y="1120830"/>
                  </a:lnTo>
                  <a:lnTo>
                    <a:pt x="3441850" y="1047133"/>
                  </a:lnTo>
                  <a:lnTo>
                    <a:pt x="3484829" y="975699"/>
                  </a:lnTo>
                  <a:lnTo>
                    <a:pt x="3527785" y="906937"/>
                  </a:lnTo>
                  <a:lnTo>
                    <a:pt x="3570780" y="841179"/>
                  </a:lnTo>
                  <a:lnTo>
                    <a:pt x="3613912" y="778684"/>
                  </a:lnTo>
                  <a:lnTo>
                    <a:pt x="3657317" y="719629"/>
                  </a:lnTo>
                  <a:lnTo>
                    <a:pt x="3701175" y="664117"/>
                  </a:lnTo>
                  <a:lnTo>
                    <a:pt x="3745717" y="612179"/>
                  </a:lnTo>
                  <a:lnTo>
                    <a:pt x="3791233" y="563782"/>
                  </a:lnTo>
                  <a:lnTo>
                    <a:pt x="3820202" y="535418"/>
                  </a:lnTo>
                  <a:lnTo>
                    <a:pt x="3871382" y="489842"/>
                  </a:lnTo>
                  <a:lnTo>
                    <a:pt x="3924940" y="448168"/>
                  </a:lnTo>
                  <a:lnTo>
                    <a:pt x="3981532" y="410262"/>
                  </a:lnTo>
                  <a:lnTo>
                    <a:pt x="4041879" y="375864"/>
                  </a:lnTo>
                  <a:lnTo>
                    <a:pt x="4106727" y="344656"/>
                  </a:lnTo>
                  <a:lnTo>
                    <a:pt x="4176812" y="316314"/>
                  </a:lnTo>
                  <a:lnTo>
                    <a:pt x="4252810" y="290530"/>
                  </a:lnTo>
                  <a:lnTo>
                    <a:pt x="4335272" y="267029"/>
                  </a:lnTo>
                  <a:lnTo>
                    <a:pt x="4424543" y="245585"/>
                  </a:lnTo>
                  <a:lnTo>
                    <a:pt x="4520656" y="226021"/>
                  </a:lnTo>
                  <a:lnTo>
                    <a:pt x="4623196" y="208211"/>
                  </a:lnTo>
                  <a:lnTo>
                    <a:pt x="4731170" y="192084"/>
                  </a:lnTo>
                  <a:lnTo>
                    <a:pt x="4842881" y="177617"/>
                  </a:lnTo>
                  <a:lnTo>
                    <a:pt x="4955863" y="164820"/>
                  </a:lnTo>
                  <a:lnTo>
                    <a:pt x="5066921" y="153729"/>
                  </a:lnTo>
                  <a:lnTo>
                    <a:pt x="5172324" y="144375"/>
                  </a:lnTo>
                  <a:lnTo>
                    <a:pt x="5268168" y="136763"/>
                  </a:lnTo>
                  <a:lnTo>
                    <a:pt x="5350886" y="130848"/>
                  </a:lnTo>
                  <a:lnTo>
                    <a:pt x="5417804" y="126516"/>
                  </a:lnTo>
                  <a:lnTo>
                    <a:pt x="5467620" y="123586"/>
                  </a:lnTo>
                  <a:lnTo>
                    <a:pt x="5500686" y="121811"/>
                  </a:lnTo>
                  <a:lnTo>
                    <a:pt x="5519055" y="120909"/>
                  </a:lnTo>
                  <a:lnTo>
                    <a:pt x="5526327" y="120581"/>
                  </a:lnTo>
                  <a:lnTo>
                    <a:pt x="5527445" y="120534"/>
                  </a:lnTo>
                  <a:lnTo>
                    <a:pt x="5527445" y="120534"/>
                  </a:lnTo>
                  <a:lnTo>
                    <a:pt x="6522385" y="120534"/>
                  </a:lnTo>
                  <a:lnTo>
                    <a:pt x="6523522" y="120532"/>
                  </a:lnTo>
                  <a:lnTo>
                    <a:pt x="6531021" y="120515"/>
                  </a:lnTo>
                  <a:lnTo>
                    <a:pt x="6550023" y="120470"/>
                  </a:lnTo>
                  <a:lnTo>
                    <a:pt x="6584247" y="120381"/>
                  </a:lnTo>
                  <a:lnTo>
                    <a:pt x="6635760" y="120233"/>
                  </a:lnTo>
                  <a:lnTo>
                    <a:pt x="6704833" y="120015"/>
                  </a:lnTo>
                  <a:lnTo>
                    <a:pt x="6789992" y="119718"/>
                  </a:lnTo>
                  <a:lnTo>
                    <a:pt x="6888348" y="119335"/>
                  </a:lnTo>
                  <a:lnTo>
                    <a:pt x="6996118" y="118866"/>
                  </a:lnTo>
                  <a:lnTo>
                    <a:pt x="7109225" y="118311"/>
                  </a:lnTo>
                  <a:lnTo>
                    <a:pt x="7223830" y="117670"/>
                  </a:lnTo>
                  <a:lnTo>
                    <a:pt x="7336698" y="116947"/>
                  </a:lnTo>
                  <a:lnTo>
                    <a:pt x="7445383" y="116141"/>
                  </a:lnTo>
                  <a:lnTo>
                    <a:pt x="7548246" y="115250"/>
                  </a:lnTo>
                  <a:lnTo>
                    <a:pt x="7644371" y="114271"/>
                  </a:lnTo>
                  <a:lnTo>
                    <a:pt x="7733431" y="113197"/>
                  </a:lnTo>
                  <a:lnTo>
                    <a:pt x="7815540" y="112018"/>
                  </a:lnTo>
                  <a:lnTo>
                    <a:pt x="7891116" y="110722"/>
                  </a:lnTo>
                  <a:lnTo>
                    <a:pt x="7960773" y="109295"/>
                  </a:lnTo>
                  <a:lnTo>
                    <a:pt x="8025239" y="107721"/>
                  </a:lnTo>
                  <a:lnTo>
                    <a:pt x="8085287" y="105984"/>
                  </a:lnTo>
                  <a:lnTo>
                    <a:pt x="8141694" y="104067"/>
                  </a:lnTo>
                  <a:lnTo>
                    <a:pt x="8195196" y="101960"/>
                  </a:lnTo>
                  <a:lnTo>
                    <a:pt x="8229629" y="100445"/>
                  </a:lnTo>
                  <a:lnTo>
                    <a:pt x="8291205" y="97416"/>
                  </a:lnTo>
                  <a:lnTo>
                    <a:pt x="8350863" y="94083"/>
                  </a:lnTo>
                  <a:lnTo>
                    <a:pt x="8409315" y="90441"/>
                  </a:lnTo>
                  <a:lnTo>
                    <a:pt x="8467088" y="86497"/>
                  </a:lnTo>
                  <a:lnTo>
                    <a:pt x="8524551" y="82265"/>
                  </a:lnTo>
                  <a:lnTo>
                    <a:pt x="8581948" y="77776"/>
                  </a:lnTo>
                  <a:lnTo>
                    <a:pt x="8639413" y="73070"/>
                  </a:lnTo>
                  <a:lnTo>
                    <a:pt x="8696993" y="68197"/>
                  </a:lnTo>
                  <a:lnTo>
                    <a:pt x="8754674" y="63219"/>
                  </a:lnTo>
                  <a:lnTo>
                    <a:pt x="8812397" y="58201"/>
                  </a:lnTo>
                  <a:lnTo>
                    <a:pt x="8870091" y="53210"/>
                  </a:lnTo>
                  <a:lnTo>
                    <a:pt x="8927692" y="48315"/>
                  </a:lnTo>
                  <a:lnTo>
                    <a:pt x="8985176" y="43575"/>
                  </a:lnTo>
                  <a:lnTo>
                    <a:pt x="9042577" y="39044"/>
                  </a:lnTo>
                  <a:lnTo>
                    <a:pt x="9100015" y="34765"/>
                  </a:lnTo>
                  <a:lnTo>
                    <a:pt x="9157710" y="30768"/>
                  </a:lnTo>
                  <a:lnTo>
                    <a:pt x="9216009" y="27072"/>
                  </a:lnTo>
                  <a:lnTo>
                    <a:pt x="9275407" y="23685"/>
                  </a:lnTo>
                  <a:lnTo>
                    <a:pt x="9336582" y="20603"/>
                  </a:lnTo>
                  <a:lnTo>
                    <a:pt x="9347647" y="20089"/>
                  </a:lnTo>
                  <a:lnTo>
                    <a:pt x="9399581" y="17851"/>
                  </a:lnTo>
                  <a:lnTo>
                    <a:pt x="9453971" y="15808"/>
                  </a:lnTo>
                  <a:lnTo>
                    <a:pt x="9511504" y="13953"/>
                  </a:lnTo>
                  <a:lnTo>
                    <a:pt x="9572934" y="12272"/>
                  </a:lnTo>
                  <a:lnTo>
                    <a:pt x="9639040" y="10748"/>
                  </a:lnTo>
                  <a:lnTo>
                    <a:pt x="9710587" y="9367"/>
                  </a:lnTo>
                  <a:lnTo>
                    <a:pt x="9788274" y="8111"/>
                  </a:lnTo>
                  <a:lnTo>
                    <a:pt x="9872659" y="6968"/>
                  </a:lnTo>
                  <a:lnTo>
                    <a:pt x="9964074" y="5927"/>
                  </a:lnTo>
                  <a:lnTo>
                    <a:pt x="10062500" y="4978"/>
                  </a:lnTo>
                  <a:lnTo>
                    <a:pt x="10167432" y="4116"/>
                  </a:lnTo>
                  <a:lnTo>
                    <a:pt x="10277728" y="3337"/>
                  </a:lnTo>
                  <a:lnTo>
                    <a:pt x="10391486" y="2641"/>
                  </a:lnTo>
                  <a:lnTo>
                    <a:pt x="10505987" y="2029"/>
                  </a:lnTo>
                  <a:lnTo>
                    <a:pt x="10617768" y="1502"/>
                  </a:lnTo>
                  <a:lnTo>
                    <a:pt x="10722858" y="1061"/>
                  </a:lnTo>
                  <a:lnTo>
                    <a:pt x="10817217" y="708"/>
                  </a:lnTo>
                  <a:lnTo>
                    <a:pt x="10897290" y="437"/>
                  </a:lnTo>
                  <a:lnTo>
                    <a:pt x="10960609" y="244"/>
                  </a:lnTo>
                  <a:lnTo>
                    <a:pt x="11006256" y="117"/>
                  </a:lnTo>
                  <a:lnTo>
                    <a:pt x="11035106" y="44"/>
                  </a:lnTo>
                  <a:lnTo>
                    <a:pt x="11049798" y="10"/>
                  </a:lnTo>
                  <a:lnTo>
                    <a:pt x="11054547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0" name="pl1999"/>
            <p:cNvSpPr/>
            <p:nvPr/>
          </p:nvSpPr>
          <p:spPr>
            <a:xfrm>
              <a:off x="1199187" y="3610632"/>
              <a:ext cx="12049831" cy="2609835"/>
            </a:xfrm>
            <a:custGeom>
              <a:avLst/>
              <a:pathLst>
                <a:path w="12049831" h="2609835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2"/>
                  </a:lnTo>
                  <a:lnTo>
                    <a:pt x="11046256" y="18"/>
                  </a:lnTo>
                  <a:lnTo>
                    <a:pt x="11027253" y="64"/>
                  </a:lnTo>
                  <a:lnTo>
                    <a:pt x="10993030" y="153"/>
                  </a:lnTo>
                  <a:lnTo>
                    <a:pt x="10941516" y="300"/>
                  </a:lnTo>
                  <a:lnTo>
                    <a:pt x="10872444" y="518"/>
                  </a:lnTo>
                  <a:lnTo>
                    <a:pt x="10787284" y="816"/>
                  </a:lnTo>
                  <a:lnTo>
                    <a:pt x="10688928" y="1198"/>
                  </a:lnTo>
                  <a:lnTo>
                    <a:pt x="10581159" y="1667"/>
                  </a:lnTo>
                  <a:lnTo>
                    <a:pt x="10468052" y="2223"/>
                  </a:lnTo>
                  <a:lnTo>
                    <a:pt x="10353447" y="2863"/>
                  </a:lnTo>
                  <a:lnTo>
                    <a:pt x="10240578" y="3587"/>
                  </a:lnTo>
                  <a:lnTo>
                    <a:pt x="10131893" y="4393"/>
                  </a:lnTo>
                  <a:lnTo>
                    <a:pt x="10029031" y="5283"/>
                  </a:lnTo>
                  <a:lnTo>
                    <a:pt x="9932906" y="6262"/>
                  </a:lnTo>
                  <a:lnTo>
                    <a:pt x="9843845" y="7336"/>
                  </a:lnTo>
                  <a:lnTo>
                    <a:pt x="9761736" y="8515"/>
                  </a:lnTo>
                  <a:lnTo>
                    <a:pt x="9686160" y="9811"/>
                  </a:lnTo>
                  <a:lnTo>
                    <a:pt x="9616503" y="11238"/>
                  </a:lnTo>
                  <a:lnTo>
                    <a:pt x="9552038" y="12812"/>
                  </a:lnTo>
                  <a:lnTo>
                    <a:pt x="9491990" y="14550"/>
                  </a:lnTo>
                  <a:lnTo>
                    <a:pt x="9435582" y="16466"/>
                  </a:lnTo>
                  <a:lnTo>
                    <a:pt x="9382080" y="18573"/>
                  </a:lnTo>
                  <a:lnTo>
                    <a:pt x="9347647" y="20089"/>
                  </a:lnTo>
                  <a:lnTo>
                    <a:pt x="9286071" y="23118"/>
                  </a:lnTo>
                  <a:lnTo>
                    <a:pt x="9226414" y="26451"/>
                  </a:lnTo>
                  <a:lnTo>
                    <a:pt x="9167962" y="30092"/>
                  </a:lnTo>
                  <a:lnTo>
                    <a:pt x="9110189" y="34037"/>
                  </a:lnTo>
                  <a:lnTo>
                    <a:pt x="9052725" y="38268"/>
                  </a:lnTo>
                  <a:lnTo>
                    <a:pt x="8995329" y="42757"/>
                  </a:lnTo>
                  <a:lnTo>
                    <a:pt x="8937864" y="47464"/>
                  </a:lnTo>
                  <a:lnTo>
                    <a:pt x="8880283" y="52336"/>
                  </a:lnTo>
                  <a:lnTo>
                    <a:pt x="8822602" y="57314"/>
                  </a:lnTo>
                  <a:lnTo>
                    <a:pt x="8764879" y="62333"/>
                  </a:lnTo>
                  <a:lnTo>
                    <a:pt x="8707186" y="67323"/>
                  </a:lnTo>
                  <a:lnTo>
                    <a:pt x="8649585" y="72219"/>
                  </a:lnTo>
                  <a:lnTo>
                    <a:pt x="8592101" y="76959"/>
                  </a:lnTo>
                  <a:lnTo>
                    <a:pt x="8534699" y="81489"/>
                  </a:lnTo>
                  <a:lnTo>
                    <a:pt x="8477262" y="85769"/>
                  </a:lnTo>
                  <a:lnTo>
                    <a:pt x="8419567" y="89766"/>
                  </a:lnTo>
                  <a:lnTo>
                    <a:pt x="8361268" y="93462"/>
                  </a:lnTo>
                  <a:lnTo>
                    <a:pt x="8301870" y="96849"/>
                  </a:lnTo>
                  <a:lnTo>
                    <a:pt x="8240695" y="99931"/>
                  </a:lnTo>
                  <a:lnTo>
                    <a:pt x="8229629" y="100445"/>
                  </a:lnTo>
                  <a:lnTo>
                    <a:pt x="8177695" y="102682"/>
                  </a:lnTo>
                  <a:lnTo>
                    <a:pt x="8123305" y="104725"/>
                  </a:lnTo>
                  <a:lnTo>
                    <a:pt x="8065772" y="106581"/>
                  </a:lnTo>
                  <a:lnTo>
                    <a:pt x="8004343" y="108262"/>
                  </a:lnTo>
                  <a:lnTo>
                    <a:pt x="7938237" y="109785"/>
                  </a:lnTo>
                  <a:lnTo>
                    <a:pt x="7866689" y="111167"/>
                  </a:lnTo>
                  <a:lnTo>
                    <a:pt x="7789003" y="112422"/>
                  </a:lnTo>
                  <a:lnTo>
                    <a:pt x="7704617" y="113565"/>
                  </a:lnTo>
                  <a:lnTo>
                    <a:pt x="7613203" y="114607"/>
                  </a:lnTo>
                  <a:lnTo>
                    <a:pt x="7514776" y="115556"/>
                  </a:lnTo>
                  <a:lnTo>
                    <a:pt x="7409844" y="116418"/>
                  </a:lnTo>
                  <a:lnTo>
                    <a:pt x="7299548" y="117196"/>
                  </a:lnTo>
                  <a:lnTo>
                    <a:pt x="7185790" y="117892"/>
                  </a:lnTo>
                  <a:lnTo>
                    <a:pt x="7071289" y="118505"/>
                  </a:lnTo>
                  <a:lnTo>
                    <a:pt x="6959509" y="119032"/>
                  </a:lnTo>
                  <a:lnTo>
                    <a:pt x="6854418" y="119472"/>
                  </a:lnTo>
                  <a:lnTo>
                    <a:pt x="6760060" y="119826"/>
                  </a:lnTo>
                  <a:lnTo>
                    <a:pt x="6679987" y="120096"/>
                  </a:lnTo>
                  <a:lnTo>
                    <a:pt x="6616668" y="120290"/>
                  </a:lnTo>
                  <a:lnTo>
                    <a:pt x="6571020" y="120416"/>
                  </a:lnTo>
                  <a:lnTo>
                    <a:pt x="6542171" y="120489"/>
                  </a:lnTo>
                  <a:lnTo>
                    <a:pt x="6527478" y="120523"/>
                  </a:lnTo>
                  <a:lnTo>
                    <a:pt x="6522730" y="120533"/>
                  </a:lnTo>
                  <a:lnTo>
                    <a:pt x="6522385" y="120534"/>
                  </a:lnTo>
                  <a:lnTo>
                    <a:pt x="5527445" y="120534"/>
                  </a:lnTo>
                  <a:lnTo>
                    <a:pt x="5526356" y="120580"/>
                  </a:lnTo>
                  <a:lnTo>
                    <a:pt x="5519161" y="120904"/>
                  </a:lnTo>
                  <a:lnTo>
                    <a:pt x="5500907" y="121800"/>
                  </a:lnTo>
                  <a:lnTo>
                    <a:pt x="5467981" y="123565"/>
                  </a:lnTo>
                  <a:lnTo>
                    <a:pt x="5418317" y="126485"/>
                  </a:lnTo>
                  <a:lnTo>
                    <a:pt x="5351545" y="130803"/>
                  </a:lnTo>
                  <a:lnTo>
                    <a:pt x="5268955" y="136704"/>
                  </a:lnTo>
                  <a:lnTo>
                    <a:pt x="5173212" y="144300"/>
                  </a:lnTo>
                  <a:lnTo>
                    <a:pt x="5067876" y="153639"/>
                  </a:lnTo>
                  <a:lnTo>
                    <a:pt x="4956851" y="164716"/>
                  </a:lnTo>
                  <a:lnTo>
                    <a:pt x="4843871" y="177497"/>
                  </a:lnTo>
                  <a:lnTo>
                    <a:pt x="4732137" y="191950"/>
                  </a:lnTo>
                  <a:lnTo>
                    <a:pt x="4624122" y="208062"/>
                  </a:lnTo>
                  <a:lnTo>
                    <a:pt x="4521529" y="225857"/>
                  </a:lnTo>
                  <a:lnTo>
                    <a:pt x="4425357" y="245406"/>
                  </a:lnTo>
                  <a:lnTo>
                    <a:pt x="4336025" y="266832"/>
                  </a:lnTo>
                  <a:lnTo>
                    <a:pt x="4253504" y="290314"/>
                  </a:lnTo>
                  <a:lnTo>
                    <a:pt x="4177452" y="316077"/>
                  </a:lnTo>
                  <a:lnTo>
                    <a:pt x="4107318" y="344396"/>
                  </a:lnTo>
                  <a:lnTo>
                    <a:pt x="4042427" y="375576"/>
                  </a:lnTo>
                  <a:lnTo>
                    <a:pt x="3982044" y="409946"/>
                  </a:lnTo>
                  <a:lnTo>
                    <a:pt x="3925423" y="447820"/>
                  </a:lnTo>
                  <a:lnTo>
                    <a:pt x="3871841" y="489459"/>
                  </a:lnTo>
                  <a:lnTo>
                    <a:pt x="3820642" y="535001"/>
                  </a:lnTo>
                  <a:lnTo>
                    <a:pt x="3820202" y="535418"/>
                  </a:lnTo>
                  <a:lnTo>
                    <a:pt x="3773902" y="581655"/>
                  </a:lnTo>
                  <a:lnTo>
                    <a:pt x="3728792" y="631381"/>
                  </a:lnTo>
                  <a:lnTo>
                    <a:pt x="3684539" y="684669"/>
                  </a:lnTo>
                  <a:lnTo>
                    <a:pt x="3640877" y="741527"/>
                  </a:lnTo>
                  <a:lnTo>
                    <a:pt x="3597593" y="801898"/>
                  </a:lnTo>
                  <a:lnTo>
                    <a:pt x="3554527" y="865651"/>
                  </a:lnTo>
                  <a:lnTo>
                    <a:pt x="3511556" y="932578"/>
                  </a:lnTo>
                  <a:lnTo>
                    <a:pt x="3468597" y="1002393"/>
                  </a:lnTo>
                  <a:lnTo>
                    <a:pt x="3425599" y="1074733"/>
                  </a:lnTo>
                  <a:lnTo>
                    <a:pt x="3382538" y="1149166"/>
                  </a:lnTo>
                  <a:lnTo>
                    <a:pt x="3339411" y="1225196"/>
                  </a:lnTo>
                  <a:lnTo>
                    <a:pt x="3296234" y="1302282"/>
                  </a:lnTo>
                  <a:lnTo>
                    <a:pt x="3253031" y="1379846"/>
                  </a:lnTo>
                  <a:lnTo>
                    <a:pt x="3209835" y="1457298"/>
                  </a:lnTo>
                  <a:lnTo>
                    <a:pt x="3166674" y="1534051"/>
                  </a:lnTo>
                  <a:lnTo>
                    <a:pt x="3123571" y="1609539"/>
                  </a:lnTo>
                  <a:lnTo>
                    <a:pt x="3080535" y="1683237"/>
                  </a:lnTo>
                  <a:lnTo>
                    <a:pt x="3037556" y="1754670"/>
                  </a:lnTo>
                  <a:lnTo>
                    <a:pt x="2994600" y="1823433"/>
                  </a:lnTo>
                  <a:lnTo>
                    <a:pt x="2951605" y="1889190"/>
                  </a:lnTo>
                  <a:lnTo>
                    <a:pt x="2908473" y="1951686"/>
                  </a:lnTo>
                  <a:lnTo>
                    <a:pt x="2865068" y="2010741"/>
                  </a:lnTo>
                  <a:lnTo>
                    <a:pt x="2821210" y="2066253"/>
                  </a:lnTo>
                  <a:lnTo>
                    <a:pt x="2776668" y="2118190"/>
                  </a:lnTo>
                  <a:lnTo>
                    <a:pt x="2731152" y="2166587"/>
                  </a:lnTo>
                  <a:lnTo>
                    <a:pt x="2702183" y="2194952"/>
                  </a:lnTo>
                  <a:lnTo>
                    <a:pt x="2651003" y="2240528"/>
                  </a:lnTo>
                  <a:lnTo>
                    <a:pt x="2597445" y="2282201"/>
                  </a:lnTo>
                  <a:lnTo>
                    <a:pt x="2540853" y="2320107"/>
                  </a:lnTo>
                  <a:lnTo>
                    <a:pt x="2480506" y="2354506"/>
                  </a:lnTo>
                  <a:lnTo>
                    <a:pt x="2415658" y="2385713"/>
                  </a:lnTo>
                  <a:lnTo>
                    <a:pt x="2345573" y="2414055"/>
                  </a:lnTo>
                  <a:lnTo>
                    <a:pt x="2269575" y="2439840"/>
                  </a:lnTo>
                  <a:lnTo>
                    <a:pt x="2187113" y="2463340"/>
                  </a:lnTo>
                  <a:lnTo>
                    <a:pt x="2097842" y="2484784"/>
                  </a:lnTo>
                  <a:lnTo>
                    <a:pt x="2001729" y="2504349"/>
                  </a:lnTo>
                  <a:lnTo>
                    <a:pt x="1899189" y="2522158"/>
                  </a:lnTo>
                  <a:lnTo>
                    <a:pt x="1791215" y="2538285"/>
                  </a:lnTo>
                  <a:lnTo>
                    <a:pt x="1679504" y="2552753"/>
                  </a:lnTo>
                  <a:lnTo>
                    <a:pt x="1566522" y="2565549"/>
                  </a:lnTo>
                  <a:lnTo>
                    <a:pt x="1455464" y="2576640"/>
                  </a:lnTo>
                  <a:lnTo>
                    <a:pt x="1350061" y="2585995"/>
                  </a:lnTo>
                  <a:lnTo>
                    <a:pt x="1254217" y="2593607"/>
                  </a:lnTo>
                  <a:lnTo>
                    <a:pt x="1171499" y="2599522"/>
                  </a:lnTo>
                  <a:lnTo>
                    <a:pt x="1104581" y="2603853"/>
                  </a:lnTo>
                  <a:lnTo>
                    <a:pt x="1054765" y="2606784"/>
                  </a:lnTo>
                  <a:lnTo>
                    <a:pt x="1021699" y="2608558"/>
                  </a:lnTo>
                  <a:lnTo>
                    <a:pt x="1003330" y="2609461"/>
                  </a:lnTo>
                  <a:lnTo>
                    <a:pt x="996058" y="2609789"/>
                  </a:lnTo>
                  <a:lnTo>
                    <a:pt x="994940" y="2609835"/>
                  </a:lnTo>
                  <a:lnTo>
                    <a:pt x="994940" y="2609835"/>
                  </a:lnTo>
                  <a:lnTo>
                    <a:pt x="0" y="2609835"/>
                  </a:lnTo>
                  <a:lnTo>
                    <a:pt x="0" y="26098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1" name="pg2000"/>
            <p:cNvSpPr/>
            <p:nvPr/>
          </p:nvSpPr>
          <p:spPr>
            <a:xfrm>
              <a:off x="1199187" y="3987958"/>
              <a:ext cx="12049831" cy="2242991"/>
            </a:xfrm>
            <a:custGeom>
              <a:avLst/>
              <a:pathLst>
                <a:path w="12049831" h="2242991">
                  <a:moveTo>
                    <a:pt x="0" y="2242991"/>
                  </a:moveTo>
                  <a:lnTo>
                    <a:pt x="994940" y="2242991"/>
                  </a:lnTo>
                  <a:lnTo>
                    <a:pt x="996038" y="2242950"/>
                  </a:lnTo>
                  <a:lnTo>
                    <a:pt x="1003289" y="2242656"/>
                  </a:lnTo>
                  <a:lnTo>
                    <a:pt x="1021682" y="2241844"/>
                  </a:lnTo>
                  <a:lnTo>
                    <a:pt x="1054848" y="2240244"/>
                  </a:lnTo>
                  <a:lnTo>
                    <a:pt x="1104855" y="2237598"/>
                  </a:lnTo>
                  <a:lnTo>
                    <a:pt x="1172054" y="2233686"/>
                  </a:lnTo>
                  <a:lnTo>
                    <a:pt x="1255123" y="2228341"/>
                  </a:lnTo>
                  <a:lnTo>
                    <a:pt x="1351355" y="2221462"/>
                  </a:lnTo>
                  <a:lnTo>
                    <a:pt x="1457148" y="2213008"/>
                  </a:lnTo>
                  <a:lnTo>
                    <a:pt x="1568567" y="2202984"/>
                  </a:lnTo>
                  <a:lnTo>
                    <a:pt x="1681856" y="2191421"/>
                  </a:lnTo>
                  <a:lnTo>
                    <a:pt x="1793808" y="2178347"/>
                  </a:lnTo>
                  <a:lnTo>
                    <a:pt x="1901954" y="2163773"/>
                  </a:lnTo>
                  <a:lnTo>
                    <a:pt x="2004603" y="2147678"/>
                  </a:lnTo>
                  <a:lnTo>
                    <a:pt x="2100770" y="2129993"/>
                  </a:lnTo>
                  <a:lnTo>
                    <a:pt x="2190055" y="2110606"/>
                  </a:lnTo>
                  <a:lnTo>
                    <a:pt x="2272500" y="2089354"/>
                  </a:lnTo>
                  <a:lnTo>
                    <a:pt x="2348464" y="2066029"/>
                  </a:lnTo>
                  <a:lnTo>
                    <a:pt x="2418509" y="2040382"/>
                  </a:lnTo>
                  <a:lnTo>
                    <a:pt x="2483319" y="2012133"/>
                  </a:lnTo>
                  <a:lnTo>
                    <a:pt x="2543636" y="1980986"/>
                  </a:lnTo>
                  <a:lnTo>
                    <a:pt x="2600215" y="1946657"/>
                  </a:lnTo>
                  <a:lnTo>
                    <a:pt x="2653779" y="1908913"/>
                  </a:lnTo>
                  <a:lnTo>
                    <a:pt x="2702183" y="1870032"/>
                  </a:lnTo>
                  <a:lnTo>
                    <a:pt x="2750127" y="1826913"/>
                  </a:lnTo>
                  <a:lnTo>
                    <a:pt x="2796806" y="1780422"/>
                  </a:lnTo>
                  <a:lnTo>
                    <a:pt x="2842588" y="1730494"/>
                  </a:lnTo>
                  <a:lnTo>
                    <a:pt x="2887764" y="1677124"/>
                  </a:lnTo>
                  <a:lnTo>
                    <a:pt x="2932560" y="1620379"/>
                  </a:lnTo>
                  <a:lnTo>
                    <a:pt x="2977150" y="1560401"/>
                  </a:lnTo>
                  <a:lnTo>
                    <a:pt x="3021660" y="1497415"/>
                  </a:lnTo>
                  <a:lnTo>
                    <a:pt x="3066173" y="1431723"/>
                  </a:lnTo>
                  <a:lnTo>
                    <a:pt x="3110738" y="1363710"/>
                  </a:lnTo>
                  <a:lnTo>
                    <a:pt x="3155375" y="1293826"/>
                  </a:lnTo>
                  <a:lnTo>
                    <a:pt x="3200077" y="1222586"/>
                  </a:lnTo>
                  <a:lnTo>
                    <a:pt x="3244825" y="1150544"/>
                  </a:lnTo>
                  <a:lnTo>
                    <a:pt x="3289584" y="1078287"/>
                  </a:lnTo>
                  <a:lnTo>
                    <a:pt x="3334322" y="1006404"/>
                  </a:lnTo>
                  <a:lnTo>
                    <a:pt x="3379009" y="935475"/>
                  </a:lnTo>
                  <a:lnTo>
                    <a:pt x="3423626" y="866046"/>
                  </a:lnTo>
                  <a:lnTo>
                    <a:pt x="3468174" y="798615"/>
                  </a:lnTo>
                  <a:lnTo>
                    <a:pt x="3512680" y="733616"/>
                  </a:lnTo>
                  <a:lnTo>
                    <a:pt x="3557201" y="671411"/>
                  </a:lnTo>
                  <a:lnTo>
                    <a:pt x="3601833" y="612283"/>
                  </a:lnTo>
                  <a:lnTo>
                    <a:pt x="3646712" y="556433"/>
                  </a:lnTo>
                  <a:lnTo>
                    <a:pt x="3692026" y="503984"/>
                  </a:lnTo>
                  <a:lnTo>
                    <a:pt x="3738017" y="454983"/>
                  </a:lnTo>
                  <a:lnTo>
                    <a:pt x="3784997" y="409407"/>
                  </a:lnTo>
                  <a:lnTo>
                    <a:pt x="3820202" y="378199"/>
                  </a:lnTo>
                  <a:lnTo>
                    <a:pt x="3871523" y="337123"/>
                  </a:lnTo>
                  <a:lnTo>
                    <a:pt x="3925236" y="299573"/>
                  </a:lnTo>
                  <a:lnTo>
                    <a:pt x="3982004" y="265428"/>
                  </a:lnTo>
                  <a:lnTo>
                    <a:pt x="4042552" y="234451"/>
                  </a:lnTo>
                  <a:lnTo>
                    <a:pt x="4107634" y="206355"/>
                  </a:lnTo>
                  <a:lnTo>
                    <a:pt x="4177992" y="180844"/>
                  </a:lnTo>
                  <a:lnTo>
                    <a:pt x="4254303" y="157641"/>
                  </a:lnTo>
                  <a:lnTo>
                    <a:pt x="4337122" y="136497"/>
                  </a:lnTo>
                  <a:lnTo>
                    <a:pt x="4426793" y="117209"/>
                  </a:lnTo>
                  <a:lnTo>
                    <a:pt x="4523336" y="99615"/>
                  </a:lnTo>
                  <a:lnTo>
                    <a:pt x="4626323" y="83606"/>
                  </a:lnTo>
                  <a:lnTo>
                    <a:pt x="4734733" y="69117"/>
                  </a:lnTo>
                  <a:lnTo>
                    <a:pt x="4846832" y="56126"/>
                  </a:lnTo>
                  <a:lnTo>
                    <a:pt x="4960108" y="44647"/>
                  </a:lnTo>
                  <a:lnTo>
                    <a:pt x="5071315" y="34711"/>
                  </a:lnTo>
                  <a:lnTo>
                    <a:pt x="5176678" y="26345"/>
                  </a:lnTo>
                  <a:lnTo>
                    <a:pt x="5272266" y="19553"/>
                  </a:lnTo>
                  <a:lnTo>
                    <a:pt x="5354511" y="14291"/>
                  </a:lnTo>
                  <a:lnTo>
                    <a:pt x="5420773" y="10454"/>
                  </a:lnTo>
                  <a:lnTo>
                    <a:pt x="5469817" y="7873"/>
                  </a:lnTo>
                  <a:lnTo>
                    <a:pt x="5502090" y="6324"/>
                  </a:lnTo>
                  <a:lnTo>
                    <a:pt x="5519753" y="5548"/>
                  </a:lnTo>
                  <a:lnTo>
                    <a:pt x="5526518" y="5275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5" y="5257"/>
                  </a:lnTo>
                  <a:lnTo>
                    <a:pt x="6530972" y="5381"/>
                  </a:lnTo>
                  <a:lnTo>
                    <a:pt x="6549872" y="5721"/>
                  </a:lnTo>
                  <a:lnTo>
                    <a:pt x="6583917" y="6393"/>
                  </a:lnTo>
                  <a:lnTo>
                    <a:pt x="6635176" y="7503"/>
                  </a:lnTo>
                  <a:lnTo>
                    <a:pt x="6703933" y="9143"/>
                  </a:lnTo>
                  <a:lnTo>
                    <a:pt x="6788742" y="11381"/>
                  </a:lnTo>
                  <a:lnTo>
                    <a:pt x="6886742" y="14258"/>
                  </a:lnTo>
                  <a:lnTo>
                    <a:pt x="6994182" y="17790"/>
                  </a:lnTo>
                  <a:lnTo>
                    <a:pt x="7107008" y="21974"/>
                  </a:lnTo>
                  <a:lnTo>
                    <a:pt x="7221396" y="26796"/>
                  </a:lnTo>
                  <a:lnTo>
                    <a:pt x="7334115" y="32244"/>
                  </a:lnTo>
                  <a:lnTo>
                    <a:pt x="7442713" y="38316"/>
                  </a:lnTo>
                  <a:lnTo>
                    <a:pt x="7545543" y="45022"/>
                  </a:lnTo>
                  <a:lnTo>
                    <a:pt x="7641677" y="52394"/>
                  </a:lnTo>
                  <a:lnTo>
                    <a:pt x="7730777" y="60482"/>
                  </a:lnTo>
                  <a:lnTo>
                    <a:pt x="7812944" y="69357"/>
                  </a:lnTo>
                  <a:lnTo>
                    <a:pt x="7888585" y="79110"/>
                  </a:lnTo>
                  <a:lnTo>
                    <a:pt x="7958307" y="89847"/>
                  </a:lnTo>
                  <a:lnTo>
                    <a:pt x="8022829" y="101687"/>
                  </a:lnTo>
                  <a:lnTo>
                    <a:pt x="8082921" y="114755"/>
                  </a:lnTo>
                  <a:lnTo>
                    <a:pt x="8139355" y="129167"/>
                  </a:lnTo>
                  <a:lnTo>
                    <a:pt x="8192865" y="145013"/>
                  </a:lnTo>
                  <a:lnTo>
                    <a:pt x="8229629" y="157219"/>
                  </a:lnTo>
                  <a:lnTo>
                    <a:pt x="8287483" y="178659"/>
                  </a:lnTo>
                  <a:lnTo>
                    <a:pt x="8343603" y="202122"/>
                  </a:lnTo>
                  <a:lnTo>
                    <a:pt x="8398596" y="227641"/>
                  </a:lnTo>
                  <a:lnTo>
                    <a:pt x="8452918" y="255193"/>
                  </a:lnTo>
                  <a:lnTo>
                    <a:pt x="8506899" y="284690"/>
                  </a:lnTo>
                  <a:lnTo>
                    <a:pt x="8560768" y="315972"/>
                  </a:lnTo>
                  <a:lnTo>
                    <a:pt x="8614663" y="348812"/>
                  </a:lnTo>
                  <a:lnTo>
                    <a:pt x="8668652" y="382914"/>
                  </a:lnTo>
                  <a:lnTo>
                    <a:pt x="8722741" y="417926"/>
                  </a:lnTo>
                  <a:lnTo>
                    <a:pt x="8776900" y="453451"/>
                  </a:lnTo>
                  <a:lnTo>
                    <a:pt x="8831072" y="489069"/>
                  </a:lnTo>
                  <a:lnTo>
                    <a:pt x="8885197" y="524354"/>
                  </a:lnTo>
                  <a:lnTo>
                    <a:pt x="8939231" y="558896"/>
                  </a:lnTo>
                  <a:lnTo>
                    <a:pt x="8993162" y="592323"/>
                  </a:lnTo>
                  <a:lnTo>
                    <a:pt x="9047030" y="624312"/>
                  </a:lnTo>
                  <a:lnTo>
                    <a:pt x="9100941" y="654607"/>
                  </a:lnTo>
                  <a:lnTo>
                    <a:pt x="9155081" y="683016"/>
                  </a:lnTo>
                  <a:lnTo>
                    <a:pt x="9209735" y="709423"/>
                  </a:lnTo>
                  <a:lnTo>
                    <a:pt x="9265302" y="733776"/>
                  </a:lnTo>
                  <a:lnTo>
                    <a:pt x="9322318" y="756085"/>
                  </a:lnTo>
                  <a:lnTo>
                    <a:pt x="9347647" y="765132"/>
                  </a:lnTo>
                  <a:lnTo>
                    <a:pt x="9399478" y="782026"/>
                  </a:lnTo>
                  <a:lnTo>
                    <a:pt x="9453755" y="797455"/>
                  </a:lnTo>
                  <a:lnTo>
                    <a:pt x="9511160" y="811471"/>
                  </a:lnTo>
                  <a:lnTo>
                    <a:pt x="9572441" y="824175"/>
                  </a:lnTo>
                  <a:lnTo>
                    <a:pt x="9638375" y="835687"/>
                  </a:lnTo>
                  <a:lnTo>
                    <a:pt x="9709722" y="846130"/>
                  </a:lnTo>
                  <a:lnTo>
                    <a:pt x="9787177" y="855621"/>
                  </a:lnTo>
                  <a:lnTo>
                    <a:pt x="9871299" y="864262"/>
                  </a:lnTo>
                  <a:lnTo>
                    <a:pt x="9962420" y="872138"/>
                  </a:lnTo>
                  <a:lnTo>
                    <a:pt x="10060530" y="879316"/>
                  </a:lnTo>
                  <a:lnTo>
                    <a:pt x="10165136" y="885838"/>
                  </a:lnTo>
                  <a:lnTo>
                    <a:pt x="10275117" y="891731"/>
                  </a:lnTo>
                  <a:lnTo>
                    <a:pt x="10388600" y="897001"/>
                  </a:lnTo>
                  <a:lnTo>
                    <a:pt x="10502901" y="901641"/>
                  </a:lnTo>
                  <a:lnTo>
                    <a:pt x="10614595" y="905639"/>
                  </a:lnTo>
                  <a:lnTo>
                    <a:pt x="10719743" y="908983"/>
                  </a:lnTo>
                  <a:lnTo>
                    <a:pt x="10814320" y="911675"/>
                  </a:lnTo>
                  <a:lnTo>
                    <a:pt x="10894770" y="913736"/>
                  </a:lnTo>
                  <a:lnTo>
                    <a:pt x="10958591" y="915216"/>
                  </a:lnTo>
                  <a:lnTo>
                    <a:pt x="11004812" y="916190"/>
                  </a:lnTo>
                  <a:lnTo>
                    <a:pt x="11034232" y="916756"/>
                  </a:lnTo>
                  <a:lnTo>
                    <a:pt x="11049410" y="917022"/>
                  </a:lnTo>
                  <a:lnTo>
                    <a:pt x="11054474" y="917104"/>
                  </a:lnTo>
                  <a:lnTo>
                    <a:pt x="11054891" y="917110"/>
                  </a:lnTo>
                  <a:lnTo>
                    <a:pt x="12049831" y="917110"/>
                  </a:lnTo>
                  <a:lnTo>
                    <a:pt x="12049831" y="911870"/>
                  </a:lnTo>
                  <a:lnTo>
                    <a:pt x="11054891" y="911870"/>
                  </a:lnTo>
                  <a:lnTo>
                    <a:pt x="11053761" y="911853"/>
                  </a:lnTo>
                  <a:lnTo>
                    <a:pt x="11046304" y="911729"/>
                  </a:lnTo>
                  <a:lnTo>
                    <a:pt x="11027405" y="911388"/>
                  </a:lnTo>
                  <a:lnTo>
                    <a:pt x="10993360" y="910717"/>
                  </a:lnTo>
                  <a:lnTo>
                    <a:pt x="10942100" y="909607"/>
                  </a:lnTo>
                  <a:lnTo>
                    <a:pt x="10873343" y="907967"/>
                  </a:lnTo>
                  <a:lnTo>
                    <a:pt x="10788535" y="905729"/>
                  </a:lnTo>
                  <a:lnTo>
                    <a:pt x="10690535" y="902852"/>
                  </a:lnTo>
                  <a:lnTo>
                    <a:pt x="10583095" y="899320"/>
                  </a:lnTo>
                  <a:lnTo>
                    <a:pt x="10470268" y="895136"/>
                  </a:lnTo>
                  <a:lnTo>
                    <a:pt x="10355881" y="890314"/>
                  </a:lnTo>
                  <a:lnTo>
                    <a:pt x="10243162" y="884866"/>
                  </a:lnTo>
                  <a:lnTo>
                    <a:pt x="10134564" y="878794"/>
                  </a:lnTo>
                  <a:lnTo>
                    <a:pt x="10031734" y="872088"/>
                  </a:lnTo>
                  <a:lnTo>
                    <a:pt x="9935599" y="864716"/>
                  </a:lnTo>
                  <a:lnTo>
                    <a:pt x="9846499" y="856628"/>
                  </a:lnTo>
                  <a:lnTo>
                    <a:pt x="9764333" y="847753"/>
                  </a:lnTo>
                  <a:lnTo>
                    <a:pt x="9688692" y="838000"/>
                  </a:lnTo>
                  <a:lnTo>
                    <a:pt x="9618970" y="827263"/>
                  </a:lnTo>
                  <a:lnTo>
                    <a:pt x="9554448" y="815423"/>
                  </a:lnTo>
                  <a:lnTo>
                    <a:pt x="9494356" y="802355"/>
                  </a:lnTo>
                  <a:lnTo>
                    <a:pt x="9437922" y="787943"/>
                  </a:lnTo>
                  <a:lnTo>
                    <a:pt x="9384411" y="772097"/>
                  </a:lnTo>
                  <a:lnTo>
                    <a:pt x="9347647" y="759891"/>
                  </a:lnTo>
                  <a:lnTo>
                    <a:pt x="9289794" y="738451"/>
                  </a:lnTo>
                  <a:lnTo>
                    <a:pt x="9233674" y="714988"/>
                  </a:lnTo>
                  <a:lnTo>
                    <a:pt x="9178681" y="689469"/>
                  </a:lnTo>
                  <a:lnTo>
                    <a:pt x="9124359" y="661917"/>
                  </a:lnTo>
                  <a:lnTo>
                    <a:pt x="9070378" y="632420"/>
                  </a:lnTo>
                  <a:lnTo>
                    <a:pt x="9016509" y="601138"/>
                  </a:lnTo>
                  <a:lnTo>
                    <a:pt x="8962613" y="568298"/>
                  </a:lnTo>
                  <a:lnTo>
                    <a:pt x="8908625" y="534196"/>
                  </a:lnTo>
                  <a:lnTo>
                    <a:pt x="8854535" y="499184"/>
                  </a:lnTo>
                  <a:lnTo>
                    <a:pt x="8800377" y="463659"/>
                  </a:lnTo>
                  <a:lnTo>
                    <a:pt x="8746205" y="428041"/>
                  </a:lnTo>
                  <a:lnTo>
                    <a:pt x="8692079" y="392756"/>
                  </a:lnTo>
                  <a:lnTo>
                    <a:pt x="8638045" y="358214"/>
                  </a:lnTo>
                  <a:lnTo>
                    <a:pt x="8584114" y="324787"/>
                  </a:lnTo>
                  <a:lnTo>
                    <a:pt x="8530246" y="292798"/>
                  </a:lnTo>
                  <a:lnTo>
                    <a:pt x="8476336" y="262503"/>
                  </a:lnTo>
                  <a:lnTo>
                    <a:pt x="8422196" y="234094"/>
                  </a:lnTo>
                  <a:lnTo>
                    <a:pt x="8367542" y="207687"/>
                  </a:lnTo>
                  <a:lnTo>
                    <a:pt x="8311975" y="183334"/>
                  </a:lnTo>
                  <a:lnTo>
                    <a:pt x="8254958" y="161025"/>
                  </a:lnTo>
                  <a:lnTo>
                    <a:pt x="8229629" y="151978"/>
                  </a:lnTo>
                  <a:lnTo>
                    <a:pt x="8177798" y="135084"/>
                  </a:lnTo>
                  <a:lnTo>
                    <a:pt x="8123521" y="119655"/>
                  </a:lnTo>
                  <a:lnTo>
                    <a:pt x="8066117" y="105639"/>
                  </a:lnTo>
                  <a:lnTo>
                    <a:pt x="8004836" y="92935"/>
                  </a:lnTo>
                  <a:lnTo>
                    <a:pt x="7938902" y="81423"/>
                  </a:lnTo>
                  <a:lnTo>
                    <a:pt x="7867555" y="70980"/>
                  </a:lnTo>
                  <a:lnTo>
                    <a:pt x="7790100" y="61489"/>
                  </a:lnTo>
                  <a:lnTo>
                    <a:pt x="7705978" y="52848"/>
                  </a:lnTo>
                  <a:lnTo>
                    <a:pt x="7614857" y="44972"/>
                  </a:lnTo>
                  <a:lnTo>
                    <a:pt x="7516747" y="37794"/>
                  </a:lnTo>
                  <a:lnTo>
                    <a:pt x="7412141" y="31272"/>
                  </a:lnTo>
                  <a:lnTo>
                    <a:pt x="7302160" y="25379"/>
                  </a:lnTo>
                  <a:lnTo>
                    <a:pt x="7188677" y="20109"/>
                  </a:lnTo>
                  <a:lnTo>
                    <a:pt x="7074375" y="15469"/>
                  </a:lnTo>
                  <a:lnTo>
                    <a:pt x="6962682" y="11471"/>
                  </a:lnTo>
                  <a:lnTo>
                    <a:pt x="6857534" y="8127"/>
                  </a:lnTo>
                  <a:lnTo>
                    <a:pt x="6762957" y="5435"/>
                  </a:lnTo>
                  <a:lnTo>
                    <a:pt x="6682507" y="3374"/>
                  </a:lnTo>
                  <a:lnTo>
                    <a:pt x="6618685" y="1894"/>
                  </a:lnTo>
                  <a:lnTo>
                    <a:pt x="6572465" y="920"/>
                  </a:lnTo>
                  <a:lnTo>
                    <a:pt x="6543045" y="354"/>
                  </a:lnTo>
                  <a:lnTo>
                    <a:pt x="6527866" y="88"/>
                  </a:lnTo>
                  <a:lnTo>
                    <a:pt x="6522802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7" y="41"/>
                  </a:lnTo>
                  <a:lnTo>
                    <a:pt x="5519096" y="335"/>
                  </a:lnTo>
                  <a:lnTo>
                    <a:pt x="5500703" y="1147"/>
                  </a:lnTo>
                  <a:lnTo>
                    <a:pt x="5467537" y="2747"/>
                  </a:lnTo>
                  <a:lnTo>
                    <a:pt x="5417530" y="5392"/>
                  </a:lnTo>
                  <a:lnTo>
                    <a:pt x="5350331" y="9305"/>
                  </a:lnTo>
                  <a:lnTo>
                    <a:pt x="5267262" y="14650"/>
                  </a:lnTo>
                  <a:lnTo>
                    <a:pt x="5171030" y="21529"/>
                  </a:lnTo>
                  <a:lnTo>
                    <a:pt x="5065237" y="29982"/>
                  </a:lnTo>
                  <a:lnTo>
                    <a:pt x="4953818" y="40006"/>
                  </a:lnTo>
                  <a:lnTo>
                    <a:pt x="4840529" y="51570"/>
                  </a:lnTo>
                  <a:lnTo>
                    <a:pt x="4728577" y="64644"/>
                  </a:lnTo>
                  <a:lnTo>
                    <a:pt x="4620431" y="79217"/>
                  </a:lnTo>
                  <a:lnTo>
                    <a:pt x="4517782" y="95313"/>
                  </a:lnTo>
                  <a:lnTo>
                    <a:pt x="4421615" y="112997"/>
                  </a:lnTo>
                  <a:lnTo>
                    <a:pt x="4332330" y="132384"/>
                  </a:lnTo>
                  <a:lnTo>
                    <a:pt x="4249885" y="153636"/>
                  </a:lnTo>
                  <a:lnTo>
                    <a:pt x="4173921" y="176962"/>
                  </a:lnTo>
                  <a:lnTo>
                    <a:pt x="4103876" y="202609"/>
                  </a:lnTo>
                  <a:lnTo>
                    <a:pt x="4039066" y="230858"/>
                  </a:lnTo>
                  <a:lnTo>
                    <a:pt x="3978749" y="262004"/>
                  </a:lnTo>
                  <a:lnTo>
                    <a:pt x="3922170" y="296333"/>
                  </a:lnTo>
                  <a:lnTo>
                    <a:pt x="3868606" y="334077"/>
                  </a:lnTo>
                  <a:lnTo>
                    <a:pt x="3820202" y="372958"/>
                  </a:lnTo>
                  <a:lnTo>
                    <a:pt x="3772258" y="416078"/>
                  </a:lnTo>
                  <a:lnTo>
                    <a:pt x="3725579" y="462568"/>
                  </a:lnTo>
                  <a:lnTo>
                    <a:pt x="3679797" y="512496"/>
                  </a:lnTo>
                  <a:lnTo>
                    <a:pt x="3634621" y="565866"/>
                  </a:lnTo>
                  <a:lnTo>
                    <a:pt x="3589825" y="622612"/>
                  </a:lnTo>
                  <a:lnTo>
                    <a:pt x="3545235" y="682589"/>
                  </a:lnTo>
                  <a:lnTo>
                    <a:pt x="3500725" y="745576"/>
                  </a:lnTo>
                  <a:lnTo>
                    <a:pt x="3456212" y="811267"/>
                  </a:lnTo>
                  <a:lnTo>
                    <a:pt x="3411647" y="879281"/>
                  </a:lnTo>
                  <a:lnTo>
                    <a:pt x="3367010" y="949164"/>
                  </a:lnTo>
                  <a:lnTo>
                    <a:pt x="3322308" y="1020405"/>
                  </a:lnTo>
                  <a:lnTo>
                    <a:pt x="3277560" y="1092446"/>
                  </a:lnTo>
                  <a:lnTo>
                    <a:pt x="3232801" y="1164703"/>
                  </a:lnTo>
                  <a:lnTo>
                    <a:pt x="3188063" y="1236586"/>
                  </a:lnTo>
                  <a:lnTo>
                    <a:pt x="3143376" y="1307515"/>
                  </a:lnTo>
                  <a:lnTo>
                    <a:pt x="3098759" y="1376944"/>
                  </a:lnTo>
                  <a:lnTo>
                    <a:pt x="3054211" y="1444376"/>
                  </a:lnTo>
                  <a:lnTo>
                    <a:pt x="3009705" y="1509375"/>
                  </a:lnTo>
                  <a:lnTo>
                    <a:pt x="2965184" y="1571580"/>
                  </a:lnTo>
                  <a:lnTo>
                    <a:pt x="2920552" y="1630708"/>
                  </a:lnTo>
                  <a:lnTo>
                    <a:pt x="2875673" y="1686557"/>
                  </a:lnTo>
                  <a:lnTo>
                    <a:pt x="2830359" y="1739006"/>
                  </a:lnTo>
                  <a:lnTo>
                    <a:pt x="2784368" y="1788007"/>
                  </a:lnTo>
                  <a:lnTo>
                    <a:pt x="2737388" y="1833583"/>
                  </a:lnTo>
                  <a:lnTo>
                    <a:pt x="2702183" y="1864792"/>
                  </a:lnTo>
                  <a:lnTo>
                    <a:pt x="2650862" y="1905868"/>
                  </a:lnTo>
                  <a:lnTo>
                    <a:pt x="2597149" y="1943417"/>
                  </a:lnTo>
                  <a:lnTo>
                    <a:pt x="2540381" y="1977562"/>
                  </a:lnTo>
                  <a:lnTo>
                    <a:pt x="2479833" y="2008539"/>
                  </a:lnTo>
                  <a:lnTo>
                    <a:pt x="2414751" y="2036636"/>
                  </a:lnTo>
                  <a:lnTo>
                    <a:pt x="2344393" y="2062146"/>
                  </a:lnTo>
                  <a:lnTo>
                    <a:pt x="2268082" y="2085350"/>
                  </a:lnTo>
                  <a:lnTo>
                    <a:pt x="2185263" y="2106493"/>
                  </a:lnTo>
                  <a:lnTo>
                    <a:pt x="2095592" y="2125782"/>
                  </a:lnTo>
                  <a:lnTo>
                    <a:pt x="1999049" y="2143375"/>
                  </a:lnTo>
                  <a:lnTo>
                    <a:pt x="1896062" y="2159384"/>
                  </a:lnTo>
                  <a:lnTo>
                    <a:pt x="1787652" y="2173874"/>
                  </a:lnTo>
                  <a:lnTo>
                    <a:pt x="1675553" y="2186864"/>
                  </a:lnTo>
                  <a:lnTo>
                    <a:pt x="1562277" y="2198343"/>
                  </a:lnTo>
                  <a:lnTo>
                    <a:pt x="1451070" y="2208280"/>
                  </a:lnTo>
                  <a:lnTo>
                    <a:pt x="1345707" y="2216646"/>
                  </a:lnTo>
                  <a:lnTo>
                    <a:pt x="1250119" y="2223438"/>
                  </a:lnTo>
                  <a:lnTo>
                    <a:pt x="1167874" y="2228699"/>
                  </a:lnTo>
                  <a:lnTo>
                    <a:pt x="1101612" y="2232536"/>
                  </a:lnTo>
                  <a:lnTo>
                    <a:pt x="1052568" y="2235117"/>
                  </a:lnTo>
                  <a:lnTo>
                    <a:pt x="1020295" y="2236667"/>
                  </a:lnTo>
                  <a:lnTo>
                    <a:pt x="1002632" y="2237443"/>
                  </a:lnTo>
                  <a:lnTo>
                    <a:pt x="995867" y="2237716"/>
                  </a:lnTo>
                  <a:lnTo>
                    <a:pt x="994940" y="2237750"/>
                  </a:lnTo>
                  <a:lnTo>
                    <a:pt x="0" y="2237750"/>
                  </a:lnTo>
                  <a:close/>
                </a:path>
              </a:pathLst>
            </a:custGeom>
            <a:solidFill>
              <a:srgbClr val="FF704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02" name="pl2001"/>
            <p:cNvSpPr/>
            <p:nvPr/>
          </p:nvSpPr>
          <p:spPr>
            <a:xfrm>
              <a:off x="1199187" y="3993198"/>
              <a:ext cx="12049831" cy="2237750"/>
            </a:xfrm>
            <a:custGeom>
              <a:avLst/>
              <a:pathLst>
                <a:path w="12049831" h="2237750">
                  <a:moveTo>
                    <a:pt x="0" y="2237750"/>
                  </a:moveTo>
                  <a:lnTo>
                    <a:pt x="994940" y="2237750"/>
                  </a:lnTo>
                  <a:lnTo>
                    <a:pt x="996038" y="2237709"/>
                  </a:lnTo>
                  <a:lnTo>
                    <a:pt x="1003289" y="2237415"/>
                  </a:lnTo>
                  <a:lnTo>
                    <a:pt x="1021682" y="2236603"/>
                  </a:lnTo>
                  <a:lnTo>
                    <a:pt x="1054848" y="2235003"/>
                  </a:lnTo>
                  <a:lnTo>
                    <a:pt x="1104855" y="2232357"/>
                  </a:lnTo>
                  <a:lnTo>
                    <a:pt x="1172054" y="2228445"/>
                  </a:lnTo>
                  <a:lnTo>
                    <a:pt x="1255123" y="2223100"/>
                  </a:lnTo>
                  <a:lnTo>
                    <a:pt x="1351355" y="2216221"/>
                  </a:lnTo>
                  <a:lnTo>
                    <a:pt x="1457148" y="2207767"/>
                  </a:lnTo>
                  <a:lnTo>
                    <a:pt x="1568567" y="2197744"/>
                  </a:lnTo>
                  <a:lnTo>
                    <a:pt x="1681856" y="2186180"/>
                  </a:lnTo>
                  <a:lnTo>
                    <a:pt x="1793808" y="2173106"/>
                  </a:lnTo>
                  <a:lnTo>
                    <a:pt x="1901954" y="2158533"/>
                  </a:lnTo>
                  <a:lnTo>
                    <a:pt x="2004603" y="2142437"/>
                  </a:lnTo>
                  <a:lnTo>
                    <a:pt x="2100770" y="2124753"/>
                  </a:lnTo>
                  <a:lnTo>
                    <a:pt x="2190055" y="2105366"/>
                  </a:lnTo>
                  <a:lnTo>
                    <a:pt x="2272500" y="2084113"/>
                  </a:lnTo>
                  <a:lnTo>
                    <a:pt x="2348464" y="2060788"/>
                  </a:lnTo>
                  <a:lnTo>
                    <a:pt x="2418509" y="2035141"/>
                  </a:lnTo>
                  <a:lnTo>
                    <a:pt x="2483319" y="2006892"/>
                  </a:lnTo>
                  <a:lnTo>
                    <a:pt x="2543636" y="1975745"/>
                  </a:lnTo>
                  <a:lnTo>
                    <a:pt x="2600215" y="1941416"/>
                  </a:lnTo>
                  <a:lnTo>
                    <a:pt x="2653779" y="1903672"/>
                  </a:lnTo>
                  <a:lnTo>
                    <a:pt x="2702183" y="1864792"/>
                  </a:lnTo>
                  <a:lnTo>
                    <a:pt x="2750127" y="1821672"/>
                  </a:lnTo>
                  <a:lnTo>
                    <a:pt x="2796806" y="1775182"/>
                  </a:lnTo>
                  <a:lnTo>
                    <a:pt x="2842588" y="1725254"/>
                  </a:lnTo>
                  <a:lnTo>
                    <a:pt x="2887764" y="1671884"/>
                  </a:lnTo>
                  <a:lnTo>
                    <a:pt x="2932560" y="1615138"/>
                  </a:lnTo>
                  <a:lnTo>
                    <a:pt x="2977150" y="1555160"/>
                  </a:lnTo>
                  <a:lnTo>
                    <a:pt x="3021660" y="1492174"/>
                  </a:lnTo>
                  <a:lnTo>
                    <a:pt x="3066173" y="1426483"/>
                  </a:lnTo>
                  <a:lnTo>
                    <a:pt x="3110738" y="1358469"/>
                  </a:lnTo>
                  <a:lnTo>
                    <a:pt x="3155375" y="1288586"/>
                  </a:lnTo>
                  <a:lnTo>
                    <a:pt x="3200077" y="1217345"/>
                  </a:lnTo>
                  <a:lnTo>
                    <a:pt x="3244825" y="1145304"/>
                  </a:lnTo>
                  <a:lnTo>
                    <a:pt x="3289584" y="1073046"/>
                  </a:lnTo>
                  <a:lnTo>
                    <a:pt x="3334322" y="1001164"/>
                  </a:lnTo>
                  <a:lnTo>
                    <a:pt x="3379009" y="930235"/>
                  </a:lnTo>
                  <a:lnTo>
                    <a:pt x="3423626" y="860805"/>
                  </a:lnTo>
                  <a:lnTo>
                    <a:pt x="3468174" y="793374"/>
                  </a:lnTo>
                  <a:lnTo>
                    <a:pt x="3512680" y="728375"/>
                  </a:lnTo>
                  <a:lnTo>
                    <a:pt x="3557201" y="666170"/>
                  </a:lnTo>
                  <a:lnTo>
                    <a:pt x="3601833" y="607042"/>
                  </a:lnTo>
                  <a:lnTo>
                    <a:pt x="3646712" y="551193"/>
                  </a:lnTo>
                  <a:lnTo>
                    <a:pt x="3692026" y="498744"/>
                  </a:lnTo>
                  <a:lnTo>
                    <a:pt x="3738017" y="449742"/>
                  </a:lnTo>
                  <a:lnTo>
                    <a:pt x="3784997" y="404167"/>
                  </a:lnTo>
                  <a:lnTo>
                    <a:pt x="3820202" y="372958"/>
                  </a:lnTo>
                  <a:lnTo>
                    <a:pt x="3871523" y="331882"/>
                  </a:lnTo>
                  <a:lnTo>
                    <a:pt x="3925236" y="294333"/>
                  </a:lnTo>
                  <a:lnTo>
                    <a:pt x="3982004" y="260188"/>
                  </a:lnTo>
                  <a:lnTo>
                    <a:pt x="4042552" y="229210"/>
                  </a:lnTo>
                  <a:lnTo>
                    <a:pt x="4107634" y="201114"/>
                  </a:lnTo>
                  <a:lnTo>
                    <a:pt x="4177992" y="175603"/>
                  </a:lnTo>
                  <a:lnTo>
                    <a:pt x="4254303" y="152400"/>
                  </a:lnTo>
                  <a:lnTo>
                    <a:pt x="4337122" y="131257"/>
                  </a:lnTo>
                  <a:lnTo>
                    <a:pt x="4426793" y="111968"/>
                  </a:lnTo>
                  <a:lnTo>
                    <a:pt x="4523336" y="94375"/>
                  </a:lnTo>
                  <a:lnTo>
                    <a:pt x="4626323" y="78365"/>
                  </a:lnTo>
                  <a:lnTo>
                    <a:pt x="4734733" y="63876"/>
                  </a:lnTo>
                  <a:lnTo>
                    <a:pt x="4846832" y="50886"/>
                  </a:lnTo>
                  <a:lnTo>
                    <a:pt x="4960108" y="39407"/>
                  </a:lnTo>
                  <a:lnTo>
                    <a:pt x="5071315" y="29470"/>
                  </a:lnTo>
                  <a:lnTo>
                    <a:pt x="5176678" y="21104"/>
                  </a:lnTo>
                  <a:lnTo>
                    <a:pt x="5272266" y="14312"/>
                  </a:lnTo>
                  <a:lnTo>
                    <a:pt x="5354511" y="9050"/>
                  </a:lnTo>
                  <a:lnTo>
                    <a:pt x="5420773" y="5214"/>
                  </a:lnTo>
                  <a:lnTo>
                    <a:pt x="5469817" y="2632"/>
                  </a:lnTo>
                  <a:lnTo>
                    <a:pt x="5502090" y="1083"/>
                  </a:lnTo>
                  <a:lnTo>
                    <a:pt x="5519753" y="307"/>
                  </a:lnTo>
                  <a:lnTo>
                    <a:pt x="5526518" y="34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5" y="17"/>
                  </a:lnTo>
                  <a:lnTo>
                    <a:pt x="6530972" y="140"/>
                  </a:lnTo>
                  <a:lnTo>
                    <a:pt x="6549872" y="481"/>
                  </a:lnTo>
                  <a:lnTo>
                    <a:pt x="6583917" y="1152"/>
                  </a:lnTo>
                  <a:lnTo>
                    <a:pt x="6635176" y="2262"/>
                  </a:lnTo>
                  <a:lnTo>
                    <a:pt x="6703933" y="3902"/>
                  </a:lnTo>
                  <a:lnTo>
                    <a:pt x="6788742" y="6140"/>
                  </a:lnTo>
                  <a:lnTo>
                    <a:pt x="6886742" y="9017"/>
                  </a:lnTo>
                  <a:lnTo>
                    <a:pt x="6994182" y="12550"/>
                  </a:lnTo>
                  <a:lnTo>
                    <a:pt x="7107008" y="16733"/>
                  </a:lnTo>
                  <a:lnTo>
                    <a:pt x="7221396" y="21555"/>
                  </a:lnTo>
                  <a:lnTo>
                    <a:pt x="7334115" y="27003"/>
                  </a:lnTo>
                  <a:lnTo>
                    <a:pt x="7442713" y="33075"/>
                  </a:lnTo>
                  <a:lnTo>
                    <a:pt x="7545543" y="39782"/>
                  </a:lnTo>
                  <a:lnTo>
                    <a:pt x="7641677" y="47154"/>
                  </a:lnTo>
                  <a:lnTo>
                    <a:pt x="7730777" y="55242"/>
                  </a:lnTo>
                  <a:lnTo>
                    <a:pt x="7812944" y="64117"/>
                  </a:lnTo>
                  <a:lnTo>
                    <a:pt x="7888585" y="73869"/>
                  </a:lnTo>
                  <a:lnTo>
                    <a:pt x="7958307" y="84606"/>
                  </a:lnTo>
                  <a:lnTo>
                    <a:pt x="8022829" y="96446"/>
                  </a:lnTo>
                  <a:lnTo>
                    <a:pt x="8082921" y="109514"/>
                  </a:lnTo>
                  <a:lnTo>
                    <a:pt x="8139355" y="123926"/>
                  </a:lnTo>
                  <a:lnTo>
                    <a:pt x="8192865" y="139772"/>
                  </a:lnTo>
                  <a:lnTo>
                    <a:pt x="8229629" y="151978"/>
                  </a:lnTo>
                  <a:lnTo>
                    <a:pt x="8287483" y="173418"/>
                  </a:lnTo>
                  <a:lnTo>
                    <a:pt x="8343603" y="196881"/>
                  </a:lnTo>
                  <a:lnTo>
                    <a:pt x="8398596" y="222400"/>
                  </a:lnTo>
                  <a:lnTo>
                    <a:pt x="8452918" y="249952"/>
                  </a:lnTo>
                  <a:lnTo>
                    <a:pt x="8506899" y="279449"/>
                  </a:lnTo>
                  <a:lnTo>
                    <a:pt x="8560768" y="310732"/>
                  </a:lnTo>
                  <a:lnTo>
                    <a:pt x="8614663" y="343572"/>
                  </a:lnTo>
                  <a:lnTo>
                    <a:pt x="8668652" y="377674"/>
                  </a:lnTo>
                  <a:lnTo>
                    <a:pt x="8722741" y="412685"/>
                  </a:lnTo>
                  <a:lnTo>
                    <a:pt x="8776900" y="448211"/>
                  </a:lnTo>
                  <a:lnTo>
                    <a:pt x="8831072" y="483828"/>
                  </a:lnTo>
                  <a:lnTo>
                    <a:pt x="8885197" y="519113"/>
                  </a:lnTo>
                  <a:lnTo>
                    <a:pt x="8939231" y="553655"/>
                  </a:lnTo>
                  <a:lnTo>
                    <a:pt x="8993162" y="587082"/>
                  </a:lnTo>
                  <a:lnTo>
                    <a:pt x="9047030" y="619072"/>
                  </a:lnTo>
                  <a:lnTo>
                    <a:pt x="9100941" y="649366"/>
                  </a:lnTo>
                  <a:lnTo>
                    <a:pt x="9155081" y="677776"/>
                  </a:lnTo>
                  <a:lnTo>
                    <a:pt x="9209735" y="704182"/>
                  </a:lnTo>
                  <a:lnTo>
                    <a:pt x="9265302" y="728535"/>
                  </a:lnTo>
                  <a:lnTo>
                    <a:pt x="9322318" y="750844"/>
                  </a:lnTo>
                  <a:lnTo>
                    <a:pt x="9347647" y="759891"/>
                  </a:lnTo>
                  <a:lnTo>
                    <a:pt x="9399478" y="776785"/>
                  </a:lnTo>
                  <a:lnTo>
                    <a:pt x="9453755" y="792214"/>
                  </a:lnTo>
                  <a:lnTo>
                    <a:pt x="9511160" y="806231"/>
                  </a:lnTo>
                  <a:lnTo>
                    <a:pt x="9572441" y="818934"/>
                  </a:lnTo>
                  <a:lnTo>
                    <a:pt x="9638375" y="830446"/>
                  </a:lnTo>
                  <a:lnTo>
                    <a:pt x="9709722" y="840889"/>
                  </a:lnTo>
                  <a:lnTo>
                    <a:pt x="9787177" y="850380"/>
                  </a:lnTo>
                  <a:lnTo>
                    <a:pt x="9871299" y="859021"/>
                  </a:lnTo>
                  <a:lnTo>
                    <a:pt x="9962420" y="866898"/>
                  </a:lnTo>
                  <a:lnTo>
                    <a:pt x="10060530" y="874075"/>
                  </a:lnTo>
                  <a:lnTo>
                    <a:pt x="10165136" y="880597"/>
                  </a:lnTo>
                  <a:lnTo>
                    <a:pt x="10275117" y="886490"/>
                  </a:lnTo>
                  <a:lnTo>
                    <a:pt x="10388600" y="891760"/>
                  </a:lnTo>
                  <a:lnTo>
                    <a:pt x="10502901" y="896400"/>
                  </a:lnTo>
                  <a:lnTo>
                    <a:pt x="10614595" y="900398"/>
                  </a:lnTo>
                  <a:lnTo>
                    <a:pt x="10719743" y="903743"/>
                  </a:lnTo>
                  <a:lnTo>
                    <a:pt x="10814320" y="906434"/>
                  </a:lnTo>
                  <a:lnTo>
                    <a:pt x="10894770" y="908496"/>
                  </a:lnTo>
                  <a:lnTo>
                    <a:pt x="10958591" y="909976"/>
                  </a:lnTo>
                  <a:lnTo>
                    <a:pt x="11004812" y="910950"/>
                  </a:lnTo>
                  <a:lnTo>
                    <a:pt x="11034232" y="911515"/>
                  </a:lnTo>
                  <a:lnTo>
                    <a:pt x="11049410" y="911782"/>
                  </a:lnTo>
                  <a:lnTo>
                    <a:pt x="11054474" y="911864"/>
                  </a:lnTo>
                  <a:lnTo>
                    <a:pt x="11054891" y="911870"/>
                  </a:lnTo>
                  <a:lnTo>
                    <a:pt x="12049831" y="911870"/>
                  </a:lnTo>
                  <a:lnTo>
                    <a:pt x="12049831" y="9118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3" name="pl2002"/>
            <p:cNvSpPr/>
            <p:nvPr/>
          </p:nvSpPr>
          <p:spPr>
            <a:xfrm>
              <a:off x="1199187" y="3987958"/>
              <a:ext cx="12049831" cy="2237750"/>
            </a:xfrm>
            <a:custGeom>
              <a:avLst/>
              <a:pathLst>
                <a:path w="12049831" h="2237750">
                  <a:moveTo>
                    <a:pt x="12049831" y="911870"/>
                  </a:moveTo>
                  <a:lnTo>
                    <a:pt x="11054891" y="911870"/>
                  </a:lnTo>
                  <a:lnTo>
                    <a:pt x="11053761" y="911853"/>
                  </a:lnTo>
                  <a:lnTo>
                    <a:pt x="11046304" y="911729"/>
                  </a:lnTo>
                  <a:lnTo>
                    <a:pt x="11027405" y="911388"/>
                  </a:lnTo>
                  <a:lnTo>
                    <a:pt x="10993360" y="910717"/>
                  </a:lnTo>
                  <a:lnTo>
                    <a:pt x="10942100" y="909607"/>
                  </a:lnTo>
                  <a:lnTo>
                    <a:pt x="10873343" y="907967"/>
                  </a:lnTo>
                  <a:lnTo>
                    <a:pt x="10788535" y="905729"/>
                  </a:lnTo>
                  <a:lnTo>
                    <a:pt x="10690535" y="902852"/>
                  </a:lnTo>
                  <a:lnTo>
                    <a:pt x="10583095" y="899320"/>
                  </a:lnTo>
                  <a:lnTo>
                    <a:pt x="10470268" y="895136"/>
                  </a:lnTo>
                  <a:lnTo>
                    <a:pt x="10355881" y="890314"/>
                  </a:lnTo>
                  <a:lnTo>
                    <a:pt x="10243162" y="884866"/>
                  </a:lnTo>
                  <a:lnTo>
                    <a:pt x="10134564" y="878794"/>
                  </a:lnTo>
                  <a:lnTo>
                    <a:pt x="10031734" y="872088"/>
                  </a:lnTo>
                  <a:lnTo>
                    <a:pt x="9935599" y="864716"/>
                  </a:lnTo>
                  <a:lnTo>
                    <a:pt x="9846499" y="856628"/>
                  </a:lnTo>
                  <a:lnTo>
                    <a:pt x="9764333" y="847753"/>
                  </a:lnTo>
                  <a:lnTo>
                    <a:pt x="9688692" y="838000"/>
                  </a:lnTo>
                  <a:lnTo>
                    <a:pt x="9618970" y="827263"/>
                  </a:lnTo>
                  <a:lnTo>
                    <a:pt x="9554448" y="815423"/>
                  </a:lnTo>
                  <a:lnTo>
                    <a:pt x="9494356" y="802355"/>
                  </a:lnTo>
                  <a:lnTo>
                    <a:pt x="9437922" y="787943"/>
                  </a:lnTo>
                  <a:lnTo>
                    <a:pt x="9384411" y="772097"/>
                  </a:lnTo>
                  <a:lnTo>
                    <a:pt x="9347647" y="759891"/>
                  </a:lnTo>
                  <a:lnTo>
                    <a:pt x="9289794" y="738451"/>
                  </a:lnTo>
                  <a:lnTo>
                    <a:pt x="9233674" y="714988"/>
                  </a:lnTo>
                  <a:lnTo>
                    <a:pt x="9178681" y="689469"/>
                  </a:lnTo>
                  <a:lnTo>
                    <a:pt x="9124359" y="661917"/>
                  </a:lnTo>
                  <a:lnTo>
                    <a:pt x="9070378" y="632420"/>
                  </a:lnTo>
                  <a:lnTo>
                    <a:pt x="9016509" y="601138"/>
                  </a:lnTo>
                  <a:lnTo>
                    <a:pt x="8962613" y="568298"/>
                  </a:lnTo>
                  <a:lnTo>
                    <a:pt x="8908625" y="534196"/>
                  </a:lnTo>
                  <a:lnTo>
                    <a:pt x="8854535" y="499184"/>
                  </a:lnTo>
                  <a:lnTo>
                    <a:pt x="8800377" y="463659"/>
                  </a:lnTo>
                  <a:lnTo>
                    <a:pt x="8746205" y="428041"/>
                  </a:lnTo>
                  <a:lnTo>
                    <a:pt x="8692079" y="392756"/>
                  </a:lnTo>
                  <a:lnTo>
                    <a:pt x="8638045" y="358214"/>
                  </a:lnTo>
                  <a:lnTo>
                    <a:pt x="8584114" y="324787"/>
                  </a:lnTo>
                  <a:lnTo>
                    <a:pt x="8530246" y="292798"/>
                  </a:lnTo>
                  <a:lnTo>
                    <a:pt x="8476336" y="262503"/>
                  </a:lnTo>
                  <a:lnTo>
                    <a:pt x="8422196" y="234094"/>
                  </a:lnTo>
                  <a:lnTo>
                    <a:pt x="8367542" y="207687"/>
                  </a:lnTo>
                  <a:lnTo>
                    <a:pt x="8311975" y="183334"/>
                  </a:lnTo>
                  <a:lnTo>
                    <a:pt x="8254958" y="161025"/>
                  </a:lnTo>
                  <a:lnTo>
                    <a:pt x="8229629" y="151978"/>
                  </a:lnTo>
                  <a:lnTo>
                    <a:pt x="8177798" y="135084"/>
                  </a:lnTo>
                  <a:lnTo>
                    <a:pt x="8123521" y="119655"/>
                  </a:lnTo>
                  <a:lnTo>
                    <a:pt x="8066117" y="105639"/>
                  </a:lnTo>
                  <a:lnTo>
                    <a:pt x="8004836" y="92935"/>
                  </a:lnTo>
                  <a:lnTo>
                    <a:pt x="7938902" y="81423"/>
                  </a:lnTo>
                  <a:lnTo>
                    <a:pt x="7867555" y="70980"/>
                  </a:lnTo>
                  <a:lnTo>
                    <a:pt x="7790100" y="61489"/>
                  </a:lnTo>
                  <a:lnTo>
                    <a:pt x="7705978" y="52848"/>
                  </a:lnTo>
                  <a:lnTo>
                    <a:pt x="7614857" y="44972"/>
                  </a:lnTo>
                  <a:lnTo>
                    <a:pt x="7516747" y="37794"/>
                  </a:lnTo>
                  <a:lnTo>
                    <a:pt x="7412141" y="31272"/>
                  </a:lnTo>
                  <a:lnTo>
                    <a:pt x="7302160" y="25379"/>
                  </a:lnTo>
                  <a:lnTo>
                    <a:pt x="7188677" y="20109"/>
                  </a:lnTo>
                  <a:lnTo>
                    <a:pt x="7074375" y="15469"/>
                  </a:lnTo>
                  <a:lnTo>
                    <a:pt x="6962682" y="11471"/>
                  </a:lnTo>
                  <a:lnTo>
                    <a:pt x="6857534" y="8127"/>
                  </a:lnTo>
                  <a:lnTo>
                    <a:pt x="6762957" y="5435"/>
                  </a:lnTo>
                  <a:lnTo>
                    <a:pt x="6682507" y="3374"/>
                  </a:lnTo>
                  <a:lnTo>
                    <a:pt x="6618685" y="1894"/>
                  </a:lnTo>
                  <a:lnTo>
                    <a:pt x="6572465" y="920"/>
                  </a:lnTo>
                  <a:lnTo>
                    <a:pt x="6543045" y="354"/>
                  </a:lnTo>
                  <a:lnTo>
                    <a:pt x="6527866" y="88"/>
                  </a:lnTo>
                  <a:lnTo>
                    <a:pt x="6522802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7" y="41"/>
                  </a:lnTo>
                  <a:lnTo>
                    <a:pt x="5519096" y="335"/>
                  </a:lnTo>
                  <a:lnTo>
                    <a:pt x="5500703" y="1147"/>
                  </a:lnTo>
                  <a:lnTo>
                    <a:pt x="5467537" y="2747"/>
                  </a:lnTo>
                  <a:lnTo>
                    <a:pt x="5417530" y="5392"/>
                  </a:lnTo>
                  <a:lnTo>
                    <a:pt x="5350331" y="9305"/>
                  </a:lnTo>
                  <a:lnTo>
                    <a:pt x="5267262" y="14650"/>
                  </a:lnTo>
                  <a:lnTo>
                    <a:pt x="5171030" y="21529"/>
                  </a:lnTo>
                  <a:lnTo>
                    <a:pt x="5065237" y="29982"/>
                  </a:lnTo>
                  <a:lnTo>
                    <a:pt x="4953818" y="40006"/>
                  </a:lnTo>
                  <a:lnTo>
                    <a:pt x="4840529" y="51570"/>
                  </a:lnTo>
                  <a:lnTo>
                    <a:pt x="4728577" y="64644"/>
                  </a:lnTo>
                  <a:lnTo>
                    <a:pt x="4620431" y="79217"/>
                  </a:lnTo>
                  <a:lnTo>
                    <a:pt x="4517782" y="95313"/>
                  </a:lnTo>
                  <a:lnTo>
                    <a:pt x="4421615" y="112997"/>
                  </a:lnTo>
                  <a:lnTo>
                    <a:pt x="4332330" y="132384"/>
                  </a:lnTo>
                  <a:lnTo>
                    <a:pt x="4249885" y="153636"/>
                  </a:lnTo>
                  <a:lnTo>
                    <a:pt x="4173921" y="176962"/>
                  </a:lnTo>
                  <a:lnTo>
                    <a:pt x="4103876" y="202609"/>
                  </a:lnTo>
                  <a:lnTo>
                    <a:pt x="4039066" y="230858"/>
                  </a:lnTo>
                  <a:lnTo>
                    <a:pt x="3978749" y="262004"/>
                  </a:lnTo>
                  <a:lnTo>
                    <a:pt x="3922170" y="296333"/>
                  </a:lnTo>
                  <a:lnTo>
                    <a:pt x="3868606" y="334077"/>
                  </a:lnTo>
                  <a:lnTo>
                    <a:pt x="3820202" y="372958"/>
                  </a:lnTo>
                  <a:lnTo>
                    <a:pt x="3772258" y="416078"/>
                  </a:lnTo>
                  <a:lnTo>
                    <a:pt x="3725579" y="462568"/>
                  </a:lnTo>
                  <a:lnTo>
                    <a:pt x="3679797" y="512496"/>
                  </a:lnTo>
                  <a:lnTo>
                    <a:pt x="3634621" y="565866"/>
                  </a:lnTo>
                  <a:lnTo>
                    <a:pt x="3589825" y="622612"/>
                  </a:lnTo>
                  <a:lnTo>
                    <a:pt x="3545235" y="682589"/>
                  </a:lnTo>
                  <a:lnTo>
                    <a:pt x="3500725" y="745576"/>
                  </a:lnTo>
                  <a:lnTo>
                    <a:pt x="3456212" y="811267"/>
                  </a:lnTo>
                  <a:lnTo>
                    <a:pt x="3411647" y="879281"/>
                  </a:lnTo>
                  <a:lnTo>
                    <a:pt x="3367010" y="949164"/>
                  </a:lnTo>
                  <a:lnTo>
                    <a:pt x="3322308" y="1020405"/>
                  </a:lnTo>
                  <a:lnTo>
                    <a:pt x="3277560" y="1092446"/>
                  </a:lnTo>
                  <a:lnTo>
                    <a:pt x="3232801" y="1164703"/>
                  </a:lnTo>
                  <a:lnTo>
                    <a:pt x="3188063" y="1236586"/>
                  </a:lnTo>
                  <a:lnTo>
                    <a:pt x="3143376" y="1307515"/>
                  </a:lnTo>
                  <a:lnTo>
                    <a:pt x="3098759" y="1376944"/>
                  </a:lnTo>
                  <a:lnTo>
                    <a:pt x="3054211" y="1444376"/>
                  </a:lnTo>
                  <a:lnTo>
                    <a:pt x="3009705" y="1509375"/>
                  </a:lnTo>
                  <a:lnTo>
                    <a:pt x="2965184" y="1571580"/>
                  </a:lnTo>
                  <a:lnTo>
                    <a:pt x="2920552" y="1630708"/>
                  </a:lnTo>
                  <a:lnTo>
                    <a:pt x="2875673" y="1686557"/>
                  </a:lnTo>
                  <a:lnTo>
                    <a:pt x="2830359" y="1739006"/>
                  </a:lnTo>
                  <a:lnTo>
                    <a:pt x="2784368" y="1788007"/>
                  </a:lnTo>
                  <a:lnTo>
                    <a:pt x="2737388" y="1833583"/>
                  </a:lnTo>
                  <a:lnTo>
                    <a:pt x="2702183" y="1864792"/>
                  </a:lnTo>
                  <a:lnTo>
                    <a:pt x="2650862" y="1905868"/>
                  </a:lnTo>
                  <a:lnTo>
                    <a:pt x="2597149" y="1943417"/>
                  </a:lnTo>
                  <a:lnTo>
                    <a:pt x="2540381" y="1977562"/>
                  </a:lnTo>
                  <a:lnTo>
                    <a:pt x="2479833" y="2008539"/>
                  </a:lnTo>
                  <a:lnTo>
                    <a:pt x="2414751" y="2036636"/>
                  </a:lnTo>
                  <a:lnTo>
                    <a:pt x="2344393" y="2062146"/>
                  </a:lnTo>
                  <a:lnTo>
                    <a:pt x="2268082" y="2085350"/>
                  </a:lnTo>
                  <a:lnTo>
                    <a:pt x="2185263" y="2106493"/>
                  </a:lnTo>
                  <a:lnTo>
                    <a:pt x="2095592" y="2125782"/>
                  </a:lnTo>
                  <a:lnTo>
                    <a:pt x="1999049" y="2143375"/>
                  </a:lnTo>
                  <a:lnTo>
                    <a:pt x="1896062" y="2159384"/>
                  </a:lnTo>
                  <a:lnTo>
                    <a:pt x="1787652" y="2173874"/>
                  </a:lnTo>
                  <a:lnTo>
                    <a:pt x="1675553" y="2186864"/>
                  </a:lnTo>
                  <a:lnTo>
                    <a:pt x="1562277" y="2198343"/>
                  </a:lnTo>
                  <a:lnTo>
                    <a:pt x="1451070" y="2208280"/>
                  </a:lnTo>
                  <a:lnTo>
                    <a:pt x="1345707" y="2216646"/>
                  </a:lnTo>
                  <a:lnTo>
                    <a:pt x="1250119" y="2223438"/>
                  </a:lnTo>
                  <a:lnTo>
                    <a:pt x="1167874" y="2228699"/>
                  </a:lnTo>
                  <a:lnTo>
                    <a:pt x="1101612" y="2232536"/>
                  </a:lnTo>
                  <a:lnTo>
                    <a:pt x="1052568" y="2235117"/>
                  </a:lnTo>
                  <a:lnTo>
                    <a:pt x="1020295" y="2236667"/>
                  </a:lnTo>
                  <a:lnTo>
                    <a:pt x="1002632" y="2237443"/>
                  </a:lnTo>
                  <a:lnTo>
                    <a:pt x="995867" y="2237716"/>
                  </a:lnTo>
                  <a:lnTo>
                    <a:pt x="994940" y="2237750"/>
                  </a:lnTo>
                  <a:lnTo>
                    <a:pt x="0" y="2237750"/>
                  </a:lnTo>
                  <a:lnTo>
                    <a:pt x="0" y="22377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4" name="pg2003"/>
            <p:cNvSpPr/>
            <p:nvPr/>
          </p:nvSpPr>
          <p:spPr>
            <a:xfrm>
              <a:off x="1199187" y="3699723"/>
              <a:ext cx="12049831" cy="2567910"/>
            </a:xfrm>
            <a:custGeom>
              <a:avLst/>
              <a:pathLst>
                <a:path w="12049831" h="2567910">
                  <a:moveTo>
                    <a:pt x="0" y="2567910"/>
                  </a:moveTo>
                  <a:lnTo>
                    <a:pt x="994940" y="2567910"/>
                  </a:lnTo>
                  <a:lnTo>
                    <a:pt x="996075" y="2567905"/>
                  </a:lnTo>
                  <a:lnTo>
                    <a:pt x="1003571" y="2567865"/>
                  </a:lnTo>
                  <a:lnTo>
                    <a:pt x="1022564" y="2567754"/>
                  </a:lnTo>
                  <a:lnTo>
                    <a:pt x="1056772" y="2567537"/>
                  </a:lnTo>
                  <a:lnTo>
                    <a:pt x="1108263" y="2567178"/>
                  </a:lnTo>
                  <a:lnTo>
                    <a:pt x="1177308" y="2566648"/>
                  </a:lnTo>
                  <a:lnTo>
                    <a:pt x="1262436" y="2565924"/>
                  </a:lnTo>
                  <a:lnTo>
                    <a:pt x="1360761" y="2564993"/>
                  </a:lnTo>
                  <a:lnTo>
                    <a:pt x="1468501" y="2563851"/>
                  </a:lnTo>
                  <a:lnTo>
                    <a:pt x="1581584" y="2562499"/>
                  </a:lnTo>
                  <a:lnTo>
                    <a:pt x="1696170" y="2560941"/>
                  </a:lnTo>
                  <a:lnTo>
                    <a:pt x="1809025" y="2559180"/>
                  </a:lnTo>
                  <a:lnTo>
                    <a:pt x="1917703" y="2557218"/>
                  </a:lnTo>
                  <a:lnTo>
                    <a:pt x="2020562" y="2555051"/>
                  </a:lnTo>
                  <a:lnTo>
                    <a:pt x="2116688" y="2552668"/>
                  </a:lnTo>
                  <a:lnTo>
                    <a:pt x="2205752" y="2550054"/>
                  </a:lnTo>
                  <a:lnTo>
                    <a:pt x="2287866" y="2547185"/>
                  </a:lnTo>
                  <a:lnTo>
                    <a:pt x="2363448" y="2544031"/>
                  </a:lnTo>
                  <a:lnTo>
                    <a:pt x="2433111" y="2540558"/>
                  </a:lnTo>
                  <a:lnTo>
                    <a:pt x="2497581" y="2536728"/>
                  </a:lnTo>
                  <a:lnTo>
                    <a:pt x="2557633" y="2532500"/>
                  </a:lnTo>
                  <a:lnTo>
                    <a:pt x="2614043" y="2527836"/>
                  </a:lnTo>
                  <a:lnTo>
                    <a:pt x="2667546" y="2522708"/>
                  </a:lnTo>
                  <a:lnTo>
                    <a:pt x="2702183" y="2518998"/>
                  </a:lnTo>
                  <a:lnTo>
                    <a:pt x="2763383" y="2511671"/>
                  </a:lnTo>
                  <a:lnTo>
                    <a:pt x="2822682" y="2503613"/>
                  </a:lnTo>
                  <a:lnTo>
                    <a:pt x="2880784" y="2494814"/>
                  </a:lnTo>
                  <a:lnTo>
                    <a:pt x="2938206" y="2485285"/>
                  </a:lnTo>
                  <a:lnTo>
                    <a:pt x="2995316" y="2475065"/>
                  </a:lnTo>
                  <a:lnTo>
                    <a:pt x="3052355" y="2464223"/>
                  </a:lnTo>
                  <a:lnTo>
                    <a:pt x="3109457" y="2452855"/>
                  </a:lnTo>
                  <a:lnTo>
                    <a:pt x="3166673" y="2441081"/>
                  </a:lnTo>
                  <a:lnTo>
                    <a:pt x="3223991" y="2429045"/>
                  </a:lnTo>
                  <a:lnTo>
                    <a:pt x="3281354" y="2416903"/>
                  </a:lnTo>
                  <a:lnTo>
                    <a:pt x="3338691" y="2404819"/>
                  </a:lnTo>
                  <a:lnTo>
                    <a:pt x="3395941" y="2392952"/>
                  </a:lnTo>
                  <a:lnTo>
                    <a:pt x="3453076" y="2381449"/>
                  </a:lnTo>
                  <a:lnTo>
                    <a:pt x="3510123" y="2370440"/>
                  </a:lnTo>
                  <a:lnTo>
                    <a:pt x="3567192" y="2360027"/>
                  </a:lnTo>
                  <a:lnTo>
                    <a:pt x="3624489" y="2350287"/>
                  </a:lnTo>
                  <a:lnTo>
                    <a:pt x="3682343" y="2341269"/>
                  </a:lnTo>
                  <a:lnTo>
                    <a:pt x="3741222" y="2332991"/>
                  </a:lnTo>
                  <a:lnTo>
                    <a:pt x="3801771" y="2325449"/>
                  </a:lnTo>
                  <a:lnTo>
                    <a:pt x="3820202" y="2323347"/>
                  </a:lnTo>
                  <a:lnTo>
                    <a:pt x="3872126" y="2317901"/>
                  </a:lnTo>
                  <a:lnTo>
                    <a:pt x="3926507" y="2312928"/>
                  </a:lnTo>
                  <a:lnTo>
                    <a:pt x="3984028" y="2308411"/>
                  </a:lnTo>
                  <a:lnTo>
                    <a:pt x="4045444" y="2304317"/>
                  </a:lnTo>
                  <a:lnTo>
                    <a:pt x="4111535" y="2300609"/>
                  </a:lnTo>
                  <a:lnTo>
                    <a:pt x="4183065" y="2297245"/>
                  </a:lnTo>
                  <a:lnTo>
                    <a:pt x="4260732" y="2294189"/>
                  </a:lnTo>
                  <a:lnTo>
                    <a:pt x="4345094" y="2291406"/>
                  </a:lnTo>
                  <a:lnTo>
                    <a:pt x="4436483" y="2288870"/>
                  </a:lnTo>
                  <a:lnTo>
                    <a:pt x="4534881" y="2286560"/>
                  </a:lnTo>
                  <a:lnTo>
                    <a:pt x="4639784" y="2284461"/>
                  </a:lnTo>
                  <a:lnTo>
                    <a:pt x="4750053" y="2282565"/>
                  </a:lnTo>
                  <a:lnTo>
                    <a:pt x="4863786" y="2280870"/>
                  </a:lnTo>
                  <a:lnTo>
                    <a:pt x="4978270" y="2279379"/>
                  </a:lnTo>
                  <a:lnTo>
                    <a:pt x="5090043" y="2278095"/>
                  </a:lnTo>
                  <a:lnTo>
                    <a:pt x="5195139" y="2277023"/>
                  </a:lnTo>
                  <a:lnTo>
                    <a:pt x="5289516" y="2276161"/>
                  </a:lnTo>
                  <a:lnTo>
                    <a:pt x="5369623" y="2275503"/>
                  </a:lnTo>
                  <a:lnTo>
                    <a:pt x="5432986" y="2275031"/>
                  </a:lnTo>
                  <a:lnTo>
                    <a:pt x="5478684" y="2274722"/>
                  </a:lnTo>
                  <a:lnTo>
                    <a:pt x="5507584" y="2274544"/>
                  </a:lnTo>
                  <a:lnTo>
                    <a:pt x="5522319" y="2274461"/>
                  </a:lnTo>
                  <a:lnTo>
                    <a:pt x="5527095" y="2274436"/>
                  </a:lnTo>
                  <a:lnTo>
                    <a:pt x="5527445" y="2274435"/>
                  </a:lnTo>
                  <a:lnTo>
                    <a:pt x="6522385" y="2274435"/>
                  </a:lnTo>
                  <a:lnTo>
                    <a:pt x="6523482" y="2274393"/>
                  </a:lnTo>
                  <a:lnTo>
                    <a:pt x="6530727" y="2274095"/>
                  </a:lnTo>
                  <a:lnTo>
                    <a:pt x="6549103" y="2273273"/>
                  </a:lnTo>
                  <a:lnTo>
                    <a:pt x="6582240" y="2271652"/>
                  </a:lnTo>
                  <a:lnTo>
                    <a:pt x="6632206" y="2268971"/>
                  </a:lnTo>
                  <a:lnTo>
                    <a:pt x="6699354" y="2265008"/>
                  </a:lnTo>
                  <a:lnTo>
                    <a:pt x="6782366" y="2259593"/>
                  </a:lnTo>
                  <a:lnTo>
                    <a:pt x="6878539" y="2252623"/>
                  </a:lnTo>
                  <a:lnTo>
                    <a:pt x="6984277" y="2244058"/>
                  </a:lnTo>
                  <a:lnTo>
                    <a:pt x="7095649" y="2233901"/>
                  </a:lnTo>
                  <a:lnTo>
                    <a:pt x="7208901" y="2222184"/>
                  </a:lnTo>
                  <a:lnTo>
                    <a:pt x="7320827" y="2208936"/>
                  </a:lnTo>
                  <a:lnTo>
                    <a:pt x="7428958" y="2194169"/>
                  </a:lnTo>
                  <a:lnTo>
                    <a:pt x="7531600" y="2177860"/>
                  </a:lnTo>
                  <a:lnTo>
                    <a:pt x="7627768" y="2159940"/>
                  </a:lnTo>
                  <a:lnTo>
                    <a:pt x="7717058" y="2140296"/>
                  </a:lnTo>
                  <a:lnTo>
                    <a:pt x="7799513" y="2118763"/>
                  </a:lnTo>
                  <a:lnTo>
                    <a:pt x="7875487" y="2095130"/>
                  </a:lnTo>
                  <a:lnTo>
                    <a:pt x="7945542" y="2069145"/>
                  </a:lnTo>
                  <a:lnTo>
                    <a:pt x="8010362" y="2040526"/>
                  </a:lnTo>
                  <a:lnTo>
                    <a:pt x="8070688" y="2008972"/>
                  </a:lnTo>
                  <a:lnTo>
                    <a:pt x="8127271" y="1974195"/>
                  </a:lnTo>
                  <a:lnTo>
                    <a:pt x="8180837" y="1935959"/>
                  </a:lnTo>
                  <a:lnTo>
                    <a:pt x="8229629" y="1896236"/>
                  </a:lnTo>
                  <a:lnTo>
                    <a:pt x="8277361" y="1852713"/>
                  </a:lnTo>
                  <a:lnTo>
                    <a:pt x="8323838" y="1805804"/>
                  </a:lnTo>
                  <a:lnTo>
                    <a:pt x="8369423" y="1755440"/>
                  </a:lnTo>
                  <a:lnTo>
                    <a:pt x="8414404" y="1701617"/>
                  </a:lnTo>
                  <a:lnTo>
                    <a:pt x="8459005" y="1644400"/>
                  </a:lnTo>
                  <a:lnTo>
                    <a:pt x="8503399" y="1583929"/>
                  </a:lnTo>
                  <a:lnTo>
                    <a:pt x="8547710" y="1520428"/>
                  </a:lnTo>
                  <a:lnTo>
                    <a:pt x="8592023" y="1454198"/>
                  </a:lnTo>
                  <a:lnTo>
                    <a:pt x="8636386" y="1385619"/>
                  </a:lnTo>
                  <a:lnTo>
                    <a:pt x="8680819" y="1315141"/>
                  </a:lnTo>
                  <a:lnTo>
                    <a:pt x="8725319" y="1243275"/>
                  </a:lnTo>
                  <a:lnTo>
                    <a:pt x="8769864" y="1170576"/>
                  </a:lnTo>
                  <a:lnTo>
                    <a:pt x="8814424" y="1097628"/>
                  </a:lnTo>
                  <a:lnTo>
                    <a:pt x="8858963" y="1025022"/>
                  </a:lnTo>
                  <a:lnTo>
                    <a:pt x="8903454" y="953338"/>
                  </a:lnTo>
                  <a:lnTo>
                    <a:pt x="8947876" y="883126"/>
                  </a:lnTo>
                  <a:lnTo>
                    <a:pt x="8992229" y="814889"/>
                  </a:lnTo>
                  <a:lnTo>
                    <a:pt x="9036537" y="749065"/>
                  </a:lnTo>
                  <a:lnTo>
                    <a:pt x="9080855" y="686023"/>
                  </a:lnTo>
                  <a:lnTo>
                    <a:pt x="9125272" y="626052"/>
                  </a:lnTo>
                  <a:lnTo>
                    <a:pt x="9169920" y="569361"/>
                  </a:lnTo>
                  <a:lnTo>
                    <a:pt x="9214980" y="516079"/>
                  </a:lnTo>
                  <a:lnTo>
                    <a:pt x="9260684" y="466261"/>
                  </a:lnTo>
                  <a:lnTo>
                    <a:pt x="9307333" y="419891"/>
                  </a:lnTo>
                  <a:lnTo>
                    <a:pt x="9347647" y="383439"/>
                  </a:lnTo>
                  <a:lnTo>
                    <a:pt x="9398952" y="341799"/>
                  </a:lnTo>
                  <a:lnTo>
                    <a:pt x="9452647" y="303733"/>
                  </a:lnTo>
                  <a:lnTo>
                    <a:pt x="9509393" y="269116"/>
                  </a:lnTo>
                  <a:lnTo>
                    <a:pt x="9569917" y="237710"/>
                  </a:lnTo>
                  <a:lnTo>
                    <a:pt x="9634971" y="209224"/>
                  </a:lnTo>
                  <a:lnTo>
                    <a:pt x="9705296" y="183359"/>
                  </a:lnTo>
                  <a:lnTo>
                    <a:pt x="9781570" y="159833"/>
                  </a:lnTo>
                  <a:lnTo>
                    <a:pt x="9864346" y="138394"/>
                  </a:lnTo>
                  <a:lnTo>
                    <a:pt x="9953969" y="118836"/>
                  </a:lnTo>
                  <a:lnTo>
                    <a:pt x="10050460" y="100996"/>
                  </a:lnTo>
                  <a:lnTo>
                    <a:pt x="10153394" y="84762"/>
                  </a:lnTo>
                  <a:lnTo>
                    <a:pt x="10261752" y="70068"/>
                  </a:lnTo>
                  <a:lnTo>
                    <a:pt x="10373804" y="56893"/>
                  </a:lnTo>
                  <a:lnTo>
                    <a:pt x="10487045" y="45250"/>
                  </a:lnTo>
                  <a:lnTo>
                    <a:pt x="10598235" y="35170"/>
                  </a:lnTo>
                  <a:lnTo>
                    <a:pt x="10703603" y="26681"/>
                  </a:lnTo>
                  <a:lnTo>
                    <a:pt x="10799222" y="19787"/>
                  </a:lnTo>
                  <a:lnTo>
                    <a:pt x="10881524" y="14445"/>
                  </a:lnTo>
                  <a:lnTo>
                    <a:pt x="10947865" y="10547"/>
                  </a:lnTo>
                  <a:lnTo>
                    <a:pt x="10997002" y="7923"/>
                  </a:lnTo>
                  <a:lnTo>
                    <a:pt x="11029370" y="6347"/>
                  </a:lnTo>
                  <a:lnTo>
                    <a:pt x="11047117" y="5556"/>
                  </a:lnTo>
                  <a:lnTo>
                    <a:pt x="11053942" y="527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4" y="41"/>
                  </a:lnTo>
                  <a:lnTo>
                    <a:pt x="11046550" y="339"/>
                  </a:lnTo>
                  <a:lnTo>
                    <a:pt x="11028174" y="1161"/>
                  </a:lnTo>
                  <a:lnTo>
                    <a:pt x="10995036" y="2783"/>
                  </a:lnTo>
                  <a:lnTo>
                    <a:pt x="10945070" y="5463"/>
                  </a:lnTo>
                  <a:lnTo>
                    <a:pt x="10877922" y="9426"/>
                  </a:lnTo>
                  <a:lnTo>
                    <a:pt x="10794911" y="14841"/>
                  </a:lnTo>
                  <a:lnTo>
                    <a:pt x="10698737" y="21811"/>
                  </a:lnTo>
                  <a:lnTo>
                    <a:pt x="10592999" y="30377"/>
                  </a:lnTo>
                  <a:lnTo>
                    <a:pt x="10481628" y="40533"/>
                  </a:lnTo>
                  <a:lnTo>
                    <a:pt x="10368376" y="52250"/>
                  </a:lnTo>
                  <a:lnTo>
                    <a:pt x="10256449" y="65498"/>
                  </a:lnTo>
                  <a:lnTo>
                    <a:pt x="10148318" y="80265"/>
                  </a:lnTo>
                  <a:lnTo>
                    <a:pt x="10045676" y="96575"/>
                  </a:lnTo>
                  <a:lnTo>
                    <a:pt x="9949509" y="114494"/>
                  </a:lnTo>
                  <a:lnTo>
                    <a:pt x="9860218" y="134138"/>
                  </a:lnTo>
                  <a:lnTo>
                    <a:pt x="9777764" y="155672"/>
                  </a:lnTo>
                  <a:lnTo>
                    <a:pt x="9701789" y="179304"/>
                  </a:lnTo>
                  <a:lnTo>
                    <a:pt x="9631734" y="205289"/>
                  </a:lnTo>
                  <a:lnTo>
                    <a:pt x="9566914" y="233908"/>
                  </a:lnTo>
                  <a:lnTo>
                    <a:pt x="9506589" y="265462"/>
                  </a:lnTo>
                  <a:lnTo>
                    <a:pt x="9450005" y="300239"/>
                  </a:lnTo>
                  <a:lnTo>
                    <a:pt x="9396439" y="338475"/>
                  </a:lnTo>
                  <a:lnTo>
                    <a:pt x="9347647" y="378199"/>
                  </a:lnTo>
                  <a:lnTo>
                    <a:pt x="9299916" y="421721"/>
                  </a:lnTo>
                  <a:lnTo>
                    <a:pt x="9253438" y="468630"/>
                  </a:lnTo>
                  <a:lnTo>
                    <a:pt x="9207853" y="518994"/>
                  </a:lnTo>
                  <a:lnTo>
                    <a:pt x="9162873" y="572817"/>
                  </a:lnTo>
                  <a:lnTo>
                    <a:pt x="9118271" y="630035"/>
                  </a:lnTo>
                  <a:lnTo>
                    <a:pt x="9073878" y="690505"/>
                  </a:lnTo>
                  <a:lnTo>
                    <a:pt x="9029566" y="754006"/>
                  </a:lnTo>
                  <a:lnTo>
                    <a:pt x="8985254" y="820236"/>
                  </a:lnTo>
                  <a:lnTo>
                    <a:pt x="8940891" y="888815"/>
                  </a:lnTo>
                  <a:lnTo>
                    <a:pt x="8896457" y="959293"/>
                  </a:lnTo>
                  <a:lnTo>
                    <a:pt x="8851958" y="1031159"/>
                  </a:lnTo>
                  <a:lnTo>
                    <a:pt x="8807412" y="1103858"/>
                  </a:lnTo>
                  <a:lnTo>
                    <a:pt x="8762853" y="1176806"/>
                  </a:lnTo>
                  <a:lnTo>
                    <a:pt x="8718313" y="1249413"/>
                  </a:lnTo>
                  <a:lnTo>
                    <a:pt x="8673823" y="1321096"/>
                  </a:lnTo>
                  <a:lnTo>
                    <a:pt x="8629401" y="1391308"/>
                  </a:lnTo>
                  <a:lnTo>
                    <a:pt x="8585047" y="1459545"/>
                  </a:lnTo>
                  <a:lnTo>
                    <a:pt x="8540739" y="1525369"/>
                  </a:lnTo>
                  <a:lnTo>
                    <a:pt x="8496422" y="1588412"/>
                  </a:lnTo>
                  <a:lnTo>
                    <a:pt x="8452005" y="1648382"/>
                  </a:lnTo>
                  <a:lnTo>
                    <a:pt x="8407356" y="1705073"/>
                  </a:lnTo>
                  <a:lnTo>
                    <a:pt x="8362297" y="1758355"/>
                  </a:lnTo>
                  <a:lnTo>
                    <a:pt x="8316592" y="1808173"/>
                  </a:lnTo>
                  <a:lnTo>
                    <a:pt x="8269944" y="1854543"/>
                  </a:lnTo>
                  <a:lnTo>
                    <a:pt x="8229629" y="1890995"/>
                  </a:lnTo>
                  <a:lnTo>
                    <a:pt x="8178325" y="1932635"/>
                  </a:lnTo>
                  <a:lnTo>
                    <a:pt x="8124630" y="1970701"/>
                  </a:lnTo>
                  <a:lnTo>
                    <a:pt x="8067883" y="2005318"/>
                  </a:lnTo>
                  <a:lnTo>
                    <a:pt x="8007360" y="2036724"/>
                  </a:lnTo>
                  <a:lnTo>
                    <a:pt x="7942305" y="2065210"/>
                  </a:lnTo>
                  <a:lnTo>
                    <a:pt x="7871981" y="2091075"/>
                  </a:lnTo>
                  <a:lnTo>
                    <a:pt x="7795707" y="2114602"/>
                  </a:lnTo>
                  <a:lnTo>
                    <a:pt x="7712930" y="2136040"/>
                  </a:lnTo>
                  <a:lnTo>
                    <a:pt x="7623308" y="2155598"/>
                  </a:lnTo>
                  <a:lnTo>
                    <a:pt x="7526816" y="2173438"/>
                  </a:lnTo>
                  <a:lnTo>
                    <a:pt x="7423883" y="2189672"/>
                  </a:lnTo>
                  <a:lnTo>
                    <a:pt x="7315525" y="2204366"/>
                  </a:lnTo>
                  <a:lnTo>
                    <a:pt x="7203472" y="2217541"/>
                  </a:lnTo>
                  <a:lnTo>
                    <a:pt x="7090232" y="2229184"/>
                  </a:lnTo>
                  <a:lnTo>
                    <a:pt x="6979042" y="2239265"/>
                  </a:lnTo>
                  <a:lnTo>
                    <a:pt x="6873674" y="2247753"/>
                  </a:lnTo>
                  <a:lnTo>
                    <a:pt x="6778055" y="2254647"/>
                  </a:lnTo>
                  <a:lnTo>
                    <a:pt x="6695752" y="2259989"/>
                  </a:lnTo>
                  <a:lnTo>
                    <a:pt x="6629411" y="2263887"/>
                  </a:lnTo>
                  <a:lnTo>
                    <a:pt x="6580275" y="2266511"/>
                  </a:lnTo>
                  <a:lnTo>
                    <a:pt x="6547907" y="2268088"/>
                  </a:lnTo>
                  <a:lnTo>
                    <a:pt x="6530160" y="2268879"/>
                  </a:lnTo>
                  <a:lnTo>
                    <a:pt x="6523334" y="2269158"/>
                  </a:lnTo>
                  <a:lnTo>
                    <a:pt x="6522385" y="2269194"/>
                  </a:lnTo>
                  <a:lnTo>
                    <a:pt x="5527445" y="2269194"/>
                  </a:lnTo>
                  <a:lnTo>
                    <a:pt x="5526310" y="2269200"/>
                  </a:lnTo>
                  <a:lnTo>
                    <a:pt x="5518814" y="2269240"/>
                  </a:lnTo>
                  <a:lnTo>
                    <a:pt x="5499821" y="2269350"/>
                  </a:lnTo>
                  <a:lnTo>
                    <a:pt x="5465613" y="2269567"/>
                  </a:lnTo>
                  <a:lnTo>
                    <a:pt x="5414122" y="2269926"/>
                  </a:lnTo>
                  <a:lnTo>
                    <a:pt x="5345077" y="2270457"/>
                  </a:lnTo>
                  <a:lnTo>
                    <a:pt x="5259949" y="2271181"/>
                  </a:lnTo>
                  <a:lnTo>
                    <a:pt x="5161624" y="2272111"/>
                  </a:lnTo>
                  <a:lnTo>
                    <a:pt x="5053884" y="2273253"/>
                  </a:lnTo>
                  <a:lnTo>
                    <a:pt x="4940801" y="2274605"/>
                  </a:lnTo>
                  <a:lnTo>
                    <a:pt x="4826215" y="2276164"/>
                  </a:lnTo>
                  <a:lnTo>
                    <a:pt x="4713360" y="2277924"/>
                  </a:lnTo>
                  <a:lnTo>
                    <a:pt x="4604682" y="2279886"/>
                  </a:lnTo>
                  <a:lnTo>
                    <a:pt x="4501823" y="2282054"/>
                  </a:lnTo>
                  <a:lnTo>
                    <a:pt x="4405697" y="2284436"/>
                  </a:lnTo>
                  <a:lnTo>
                    <a:pt x="4316633" y="2287050"/>
                  </a:lnTo>
                  <a:lnTo>
                    <a:pt x="4234519" y="2289920"/>
                  </a:lnTo>
                  <a:lnTo>
                    <a:pt x="4158937" y="2293073"/>
                  </a:lnTo>
                  <a:lnTo>
                    <a:pt x="4089274" y="2296546"/>
                  </a:lnTo>
                  <a:lnTo>
                    <a:pt x="4024804" y="2300376"/>
                  </a:lnTo>
                  <a:lnTo>
                    <a:pt x="3964752" y="2304605"/>
                  </a:lnTo>
                  <a:lnTo>
                    <a:pt x="3908342" y="2309268"/>
                  </a:lnTo>
                  <a:lnTo>
                    <a:pt x="3854839" y="2314396"/>
                  </a:lnTo>
                  <a:lnTo>
                    <a:pt x="3820202" y="2318107"/>
                  </a:lnTo>
                  <a:lnTo>
                    <a:pt x="3759002" y="2325433"/>
                  </a:lnTo>
                  <a:lnTo>
                    <a:pt x="3699703" y="2333491"/>
                  </a:lnTo>
                  <a:lnTo>
                    <a:pt x="3641601" y="2342291"/>
                  </a:lnTo>
                  <a:lnTo>
                    <a:pt x="3584179" y="2351820"/>
                  </a:lnTo>
                  <a:lnTo>
                    <a:pt x="3527069" y="2362039"/>
                  </a:lnTo>
                  <a:lnTo>
                    <a:pt x="3470030" y="2372881"/>
                  </a:lnTo>
                  <a:lnTo>
                    <a:pt x="3412928" y="2384250"/>
                  </a:lnTo>
                  <a:lnTo>
                    <a:pt x="3355712" y="2396023"/>
                  </a:lnTo>
                  <a:lnTo>
                    <a:pt x="3298394" y="2408059"/>
                  </a:lnTo>
                  <a:lnTo>
                    <a:pt x="3241031" y="2420201"/>
                  </a:lnTo>
                  <a:lnTo>
                    <a:pt x="3183694" y="2432285"/>
                  </a:lnTo>
                  <a:lnTo>
                    <a:pt x="3126444" y="2444152"/>
                  </a:lnTo>
                  <a:lnTo>
                    <a:pt x="3069309" y="2455655"/>
                  </a:lnTo>
                  <a:lnTo>
                    <a:pt x="3012262" y="2466665"/>
                  </a:lnTo>
                  <a:lnTo>
                    <a:pt x="2955193" y="2477077"/>
                  </a:lnTo>
                  <a:lnTo>
                    <a:pt x="2897896" y="2486817"/>
                  </a:lnTo>
                  <a:lnTo>
                    <a:pt x="2840042" y="2495836"/>
                  </a:lnTo>
                  <a:lnTo>
                    <a:pt x="2781163" y="2504114"/>
                  </a:lnTo>
                  <a:lnTo>
                    <a:pt x="2720614" y="2511655"/>
                  </a:lnTo>
                  <a:lnTo>
                    <a:pt x="2702183" y="2513757"/>
                  </a:lnTo>
                  <a:lnTo>
                    <a:pt x="2650259" y="2519203"/>
                  </a:lnTo>
                  <a:lnTo>
                    <a:pt x="2595878" y="2524177"/>
                  </a:lnTo>
                  <a:lnTo>
                    <a:pt x="2538357" y="2528694"/>
                  </a:lnTo>
                  <a:lnTo>
                    <a:pt x="2476941" y="2532787"/>
                  </a:lnTo>
                  <a:lnTo>
                    <a:pt x="2410850" y="2536495"/>
                  </a:lnTo>
                  <a:lnTo>
                    <a:pt x="2339320" y="2539859"/>
                  </a:lnTo>
                  <a:lnTo>
                    <a:pt x="2261653" y="2542916"/>
                  </a:lnTo>
                  <a:lnTo>
                    <a:pt x="2177291" y="2545698"/>
                  </a:lnTo>
                  <a:lnTo>
                    <a:pt x="2085902" y="2548234"/>
                  </a:lnTo>
                  <a:lnTo>
                    <a:pt x="1987504" y="2550545"/>
                  </a:lnTo>
                  <a:lnTo>
                    <a:pt x="1882601" y="2552644"/>
                  </a:lnTo>
                  <a:lnTo>
                    <a:pt x="1772332" y="2554539"/>
                  </a:lnTo>
                  <a:lnTo>
                    <a:pt x="1658599" y="2556234"/>
                  </a:lnTo>
                  <a:lnTo>
                    <a:pt x="1544115" y="2557725"/>
                  </a:lnTo>
                  <a:lnTo>
                    <a:pt x="1432342" y="2559009"/>
                  </a:lnTo>
                  <a:lnTo>
                    <a:pt x="1327246" y="2560081"/>
                  </a:lnTo>
                  <a:lnTo>
                    <a:pt x="1232869" y="2560943"/>
                  </a:lnTo>
                  <a:lnTo>
                    <a:pt x="1152762" y="2561602"/>
                  </a:lnTo>
                  <a:lnTo>
                    <a:pt x="1089399" y="2562073"/>
                  </a:lnTo>
                  <a:lnTo>
                    <a:pt x="1043701" y="2562382"/>
                  </a:lnTo>
                  <a:lnTo>
                    <a:pt x="1014801" y="2562560"/>
                  </a:lnTo>
                  <a:lnTo>
                    <a:pt x="1000066" y="2562643"/>
                  </a:lnTo>
                  <a:lnTo>
                    <a:pt x="995290" y="2562668"/>
                  </a:lnTo>
                  <a:lnTo>
                    <a:pt x="994940" y="2562670"/>
                  </a:lnTo>
                  <a:lnTo>
                    <a:pt x="0" y="2562670"/>
                  </a:lnTo>
                  <a:close/>
                </a:path>
              </a:pathLst>
            </a:custGeom>
            <a:solidFill>
              <a:srgbClr val="FF704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05" name="pl2004"/>
            <p:cNvSpPr/>
            <p:nvPr/>
          </p:nvSpPr>
          <p:spPr>
            <a:xfrm>
              <a:off x="1199187" y="3704963"/>
              <a:ext cx="12049831" cy="2562670"/>
            </a:xfrm>
            <a:custGeom>
              <a:avLst/>
              <a:pathLst>
                <a:path w="12049831" h="2562670">
                  <a:moveTo>
                    <a:pt x="0" y="2562670"/>
                  </a:moveTo>
                  <a:lnTo>
                    <a:pt x="994940" y="2562670"/>
                  </a:lnTo>
                  <a:lnTo>
                    <a:pt x="996075" y="2562664"/>
                  </a:lnTo>
                  <a:lnTo>
                    <a:pt x="1003571" y="2562624"/>
                  </a:lnTo>
                  <a:lnTo>
                    <a:pt x="1022564" y="2562514"/>
                  </a:lnTo>
                  <a:lnTo>
                    <a:pt x="1056772" y="2562297"/>
                  </a:lnTo>
                  <a:lnTo>
                    <a:pt x="1108263" y="2561938"/>
                  </a:lnTo>
                  <a:lnTo>
                    <a:pt x="1177308" y="2561407"/>
                  </a:lnTo>
                  <a:lnTo>
                    <a:pt x="1262436" y="2560683"/>
                  </a:lnTo>
                  <a:lnTo>
                    <a:pt x="1360761" y="2559753"/>
                  </a:lnTo>
                  <a:lnTo>
                    <a:pt x="1468501" y="2558611"/>
                  </a:lnTo>
                  <a:lnTo>
                    <a:pt x="1581584" y="2557258"/>
                  </a:lnTo>
                  <a:lnTo>
                    <a:pt x="1696170" y="2555700"/>
                  </a:lnTo>
                  <a:lnTo>
                    <a:pt x="1809025" y="2553939"/>
                  </a:lnTo>
                  <a:lnTo>
                    <a:pt x="1917703" y="2551977"/>
                  </a:lnTo>
                  <a:lnTo>
                    <a:pt x="2020562" y="2549810"/>
                  </a:lnTo>
                  <a:lnTo>
                    <a:pt x="2116688" y="2547428"/>
                  </a:lnTo>
                  <a:lnTo>
                    <a:pt x="2205752" y="2544813"/>
                  </a:lnTo>
                  <a:lnTo>
                    <a:pt x="2287866" y="2541944"/>
                  </a:lnTo>
                  <a:lnTo>
                    <a:pt x="2363448" y="2538790"/>
                  </a:lnTo>
                  <a:lnTo>
                    <a:pt x="2433111" y="2535318"/>
                  </a:lnTo>
                  <a:lnTo>
                    <a:pt x="2497581" y="2531487"/>
                  </a:lnTo>
                  <a:lnTo>
                    <a:pt x="2557633" y="2527259"/>
                  </a:lnTo>
                  <a:lnTo>
                    <a:pt x="2614043" y="2522595"/>
                  </a:lnTo>
                  <a:lnTo>
                    <a:pt x="2667546" y="2517468"/>
                  </a:lnTo>
                  <a:lnTo>
                    <a:pt x="2702183" y="2513757"/>
                  </a:lnTo>
                  <a:lnTo>
                    <a:pt x="2763383" y="2506430"/>
                  </a:lnTo>
                  <a:lnTo>
                    <a:pt x="2822682" y="2498373"/>
                  </a:lnTo>
                  <a:lnTo>
                    <a:pt x="2880784" y="2489573"/>
                  </a:lnTo>
                  <a:lnTo>
                    <a:pt x="2938206" y="2480044"/>
                  </a:lnTo>
                  <a:lnTo>
                    <a:pt x="2995316" y="2469825"/>
                  </a:lnTo>
                  <a:lnTo>
                    <a:pt x="3052355" y="2458983"/>
                  </a:lnTo>
                  <a:lnTo>
                    <a:pt x="3109457" y="2447614"/>
                  </a:lnTo>
                  <a:lnTo>
                    <a:pt x="3166673" y="2435840"/>
                  </a:lnTo>
                  <a:lnTo>
                    <a:pt x="3223991" y="2423804"/>
                  </a:lnTo>
                  <a:lnTo>
                    <a:pt x="3281354" y="2411663"/>
                  </a:lnTo>
                  <a:lnTo>
                    <a:pt x="3338691" y="2399579"/>
                  </a:lnTo>
                  <a:lnTo>
                    <a:pt x="3395941" y="2387711"/>
                  </a:lnTo>
                  <a:lnTo>
                    <a:pt x="3453076" y="2376209"/>
                  </a:lnTo>
                  <a:lnTo>
                    <a:pt x="3510123" y="2365199"/>
                  </a:lnTo>
                  <a:lnTo>
                    <a:pt x="3567192" y="2354786"/>
                  </a:lnTo>
                  <a:lnTo>
                    <a:pt x="3624489" y="2345047"/>
                  </a:lnTo>
                  <a:lnTo>
                    <a:pt x="3682343" y="2336028"/>
                  </a:lnTo>
                  <a:lnTo>
                    <a:pt x="3741222" y="2327750"/>
                  </a:lnTo>
                  <a:lnTo>
                    <a:pt x="3801771" y="2320209"/>
                  </a:lnTo>
                  <a:lnTo>
                    <a:pt x="3820202" y="2318107"/>
                  </a:lnTo>
                  <a:lnTo>
                    <a:pt x="3872126" y="2312660"/>
                  </a:lnTo>
                  <a:lnTo>
                    <a:pt x="3926507" y="2307687"/>
                  </a:lnTo>
                  <a:lnTo>
                    <a:pt x="3984028" y="2303170"/>
                  </a:lnTo>
                  <a:lnTo>
                    <a:pt x="4045444" y="2299077"/>
                  </a:lnTo>
                  <a:lnTo>
                    <a:pt x="4111535" y="2295368"/>
                  </a:lnTo>
                  <a:lnTo>
                    <a:pt x="4183065" y="2292004"/>
                  </a:lnTo>
                  <a:lnTo>
                    <a:pt x="4260732" y="2288948"/>
                  </a:lnTo>
                  <a:lnTo>
                    <a:pt x="4345094" y="2286165"/>
                  </a:lnTo>
                  <a:lnTo>
                    <a:pt x="4436483" y="2283629"/>
                  </a:lnTo>
                  <a:lnTo>
                    <a:pt x="4534881" y="2281319"/>
                  </a:lnTo>
                  <a:lnTo>
                    <a:pt x="4639784" y="2279220"/>
                  </a:lnTo>
                  <a:lnTo>
                    <a:pt x="4750053" y="2277324"/>
                  </a:lnTo>
                  <a:lnTo>
                    <a:pt x="4863786" y="2275630"/>
                  </a:lnTo>
                  <a:lnTo>
                    <a:pt x="4978270" y="2274138"/>
                  </a:lnTo>
                  <a:lnTo>
                    <a:pt x="5090043" y="2272855"/>
                  </a:lnTo>
                  <a:lnTo>
                    <a:pt x="5195139" y="2271782"/>
                  </a:lnTo>
                  <a:lnTo>
                    <a:pt x="5289516" y="2270921"/>
                  </a:lnTo>
                  <a:lnTo>
                    <a:pt x="5369623" y="2270262"/>
                  </a:lnTo>
                  <a:lnTo>
                    <a:pt x="5432986" y="2269791"/>
                  </a:lnTo>
                  <a:lnTo>
                    <a:pt x="5478684" y="2269482"/>
                  </a:lnTo>
                  <a:lnTo>
                    <a:pt x="5507584" y="2269304"/>
                  </a:lnTo>
                  <a:lnTo>
                    <a:pt x="5522319" y="2269221"/>
                  </a:lnTo>
                  <a:lnTo>
                    <a:pt x="5527095" y="2269196"/>
                  </a:lnTo>
                  <a:lnTo>
                    <a:pt x="5527445" y="2269194"/>
                  </a:lnTo>
                  <a:lnTo>
                    <a:pt x="6522385" y="2269194"/>
                  </a:lnTo>
                  <a:lnTo>
                    <a:pt x="6523482" y="2269152"/>
                  </a:lnTo>
                  <a:lnTo>
                    <a:pt x="6530727" y="2268855"/>
                  </a:lnTo>
                  <a:lnTo>
                    <a:pt x="6549103" y="2268032"/>
                  </a:lnTo>
                  <a:lnTo>
                    <a:pt x="6582240" y="2266411"/>
                  </a:lnTo>
                  <a:lnTo>
                    <a:pt x="6632206" y="2263731"/>
                  </a:lnTo>
                  <a:lnTo>
                    <a:pt x="6699354" y="2259767"/>
                  </a:lnTo>
                  <a:lnTo>
                    <a:pt x="6782366" y="2254352"/>
                  </a:lnTo>
                  <a:lnTo>
                    <a:pt x="6878539" y="2247383"/>
                  </a:lnTo>
                  <a:lnTo>
                    <a:pt x="6984277" y="2238817"/>
                  </a:lnTo>
                  <a:lnTo>
                    <a:pt x="7095649" y="2228661"/>
                  </a:lnTo>
                  <a:lnTo>
                    <a:pt x="7208901" y="2216943"/>
                  </a:lnTo>
                  <a:lnTo>
                    <a:pt x="7320827" y="2203696"/>
                  </a:lnTo>
                  <a:lnTo>
                    <a:pt x="7428958" y="2188929"/>
                  </a:lnTo>
                  <a:lnTo>
                    <a:pt x="7531600" y="2172619"/>
                  </a:lnTo>
                  <a:lnTo>
                    <a:pt x="7627768" y="2154699"/>
                  </a:lnTo>
                  <a:lnTo>
                    <a:pt x="7717058" y="2135055"/>
                  </a:lnTo>
                  <a:lnTo>
                    <a:pt x="7799513" y="2113522"/>
                  </a:lnTo>
                  <a:lnTo>
                    <a:pt x="7875487" y="2089889"/>
                  </a:lnTo>
                  <a:lnTo>
                    <a:pt x="7945542" y="2063905"/>
                  </a:lnTo>
                  <a:lnTo>
                    <a:pt x="8010362" y="2035286"/>
                  </a:lnTo>
                  <a:lnTo>
                    <a:pt x="8070688" y="2003732"/>
                  </a:lnTo>
                  <a:lnTo>
                    <a:pt x="8127271" y="1968955"/>
                  </a:lnTo>
                  <a:lnTo>
                    <a:pt x="8180837" y="1930719"/>
                  </a:lnTo>
                  <a:lnTo>
                    <a:pt x="8229629" y="1890995"/>
                  </a:lnTo>
                  <a:lnTo>
                    <a:pt x="8277361" y="1847473"/>
                  </a:lnTo>
                  <a:lnTo>
                    <a:pt x="8323838" y="1800564"/>
                  </a:lnTo>
                  <a:lnTo>
                    <a:pt x="8369423" y="1750200"/>
                  </a:lnTo>
                  <a:lnTo>
                    <a:pt x="8414404" y="1696376"/>
                  </a:lnTo>
                  <a:lnTo>
                    <a:pt x="8459005" y="1639159"/>
                  </a:lnTo>
                  <a:lnTo>
                    <a:pt x="8503399" y="1578689"/>
                  </a:lnTo>
                  <a:lnTo>
                    <a:pt x="8547710" y="1515188"/>
                  </a:lnTo>
                  <a:lnTo>
                    <a:pt x="8592023" y="1448958"/>
                  </a:lnTo>
                  <a:lnTo>
                    <a:pt x="8636386" y="1380378"/>
                  </a:lnTo>
                  <a:lnTo>
                    <a:pt x="8680819" y="1309900"/>
                  </a:lnTo>
                  <a:lnTo>
                    <a:pt x="8725319" y="1238034"/>
                  </a:lnTo>
                  <a:lnTo>
                    <a:pt x="8769864" y="1165335"/>
                  </a:lnTo>
                  <a:lnTo>
                    <a:pt x="8814424" y="1092387"/>
                  </a:lnTo>
                  <a:lnTo>
                    <a:pt x="8858963" y="1019781"/>
                  </a:lnTo>
                  <a:lnTo>
                    <a:pt x="8903454" y="948097"/>
                  </a:lnTo>
                  <a:lnTo>
                    <a:pt x="8947876" y="877886"/>
                  </a:lnTo>
                  <a:lnTo>
                    <a:pt x="8992229" y="809648"/>
                  </a:lnTo>
                  <a:lnTo>
                    <a:pt x="9036537" y="743824"/>
                  </a:lnTo>
                  <a:lnTo>
                    <a:pt x="9080855" y="680782"/>
                  </a:lnTo>
                  <a:lnTo>
                    <a:pt x="9125272" y="620811"/>
                  </a:lnTo>
                  <a:lnTo>
                    <a:pt x="9169920" y="564120"/>
                  </a:lnTo>
                  <a:lnTo>
                    <a:pt x="9214980" y="510839"/>
                  </a:lnTo>
                  <a:lnTo>
                    <a:pt x="9260684" y="461021"/>
                  </a:lnTo>
                  <a:lnTo>
                    <a:pt x="9307333" y="414650"/>
                  </a:lnTo>
                  <a:lnTo>
                    <a:pt x="9347647" y="378199"/>
                  </a:lnTo>
                  <a:lnTo>
                    <a:pt x="9398952" y="336558"/>
                  </a:lnTo>
                  <a:lnTo>
                    <a:pt x="9452647" y="298492"/>
                  </a:lnTo>
                  <a:lnTo>
                    <a:pt x="9509393" y="263876"/>
                  </a:lnTo>
                  <a:lnTo>
                    <a:pt x="9569917" y="232470"/>
                  </a:lnTo>
                  <a:lnTo>
                    <a:pt x="9634971" y="203984"/>
                  </a:lnTo>
                  <a:lnTo>
                    <a:pt x="9705296" y="178119"/>
                  </a:lnTo>
                  <a:lnTo>
                    <a:pt x="9781570" y="154592"/>
                  </a:lnTo>
                  <a:lnTo>
                    <a:pt x="9864346" y="133154"/>
                  </a:lnTo>
                  <a:lnTo>
                    <a:pt x="9953969" y="113596"/>
                  </a:lnTo>
                  <a:lnTo>
                    <a:pt x="10050460" y="95756"/>
                  </a:lnTo>
                  <a:lnTo>
                    <a:pt x="10153394" y="79521"/>
                  </a:lnTo>
                  <a:lnTo>
                    <a:pt x="10261752" y="64827"/>
                  </a:lnTo>
                  <a:lnTo>
                    <a:pt x="10373804" y="51653"/>
                  </a:lnTo>
                  <a:lnTo>
                    <a:pt x="10487045" y="40009"/>
                  </a:lnTo>
                  <a:lnTo>
                    <a:pt x="10598235" y="29929"/>
                  </a:lnTo>
                  <a:lnTo>
                    <a:pt x="10703603" y="21440"/>
                  </a:lnTo>
                  <a:lnTo>
                    <a:pt x="10799222" y="14547"/>
                  </a:lnTo>
                  <a:lnTo>
                    <a:pt x="10881524" y="9204"/>
                  </a:lnTo>
                  <a:lnTo>
                    <a:pt x="10947865" y="5307"/>
                  </a:lnTo>
                  <a:lnTo>
                    <a:pt x="10997002" y="2683"/>
                  </a:lnTo>
                  <a:lnTo>
                    <a:pt x="11029370" y="1106"/>
                  </a:lnTo>
                  <a:lnTo>
                    <a:pt x="11047117" y="315"/>
                  </a:lnTo>
                  <a:lnTo>
                    <a:pt x="11053942" y="36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6" name="pl2005"/>
            <p:cNvSpPr/>
            <p:nvPr/>
          </p:nvSpPr>
          <p:spPr>
            <a:xfrm>
              <a:off x="1199187" y="3699723"/>
              <a:ext cx="12049831" cy="2562670"/>
            </a:xfrm>
            <a:custGeom>
              <a:avLst/>
              <a:pathLst>
                <a:path w="12049831" h="2562670">
                  <a:moveTo>
                    <a:pt x="12049831" y="0"/>
                  </a:moveTo>
                  <a:lnTo>
                    <a:pt x="11054891" y="0"/>
                  </a:lnTo>
                  <a:lnTo>
                    <a:pt x="11053794" y="41"/>
                  </a:lnTo>
                  <a:lnTo>
                    <a:pt x="11046550" y="339"/>
                  </a:lnTo>
                  <a:lnTo>
                    <a:pt x="11028174" y="1161"/>
                  </a:lnTo>
                  <a:lnTo>
                    <a:pt x="10995036" y="2783"/>
                  </a:lnTo>
                  <a:lnTo>
                    <a:pt x="10945070" y="5463"/>
                  </a:lnTo>
                  <a:lnTo>
                    <a:pt x="10877922" y="9426"/>
                  </a:lnTo>
                  <a:lnTo>
                    <a:pt x="10794911" y="14841"/>
                  </a:lnTo>
                  <a:lnTo>
                    <a:pt x="10698737" y="21811"/>
                  </a:lnTo>
                  <a:lnTo>
                    <a:pt x="10592999" y="30377"/>
                  </a:lnTo>
                  <a:lnTo>
                    <a:pt x="10481628" y="40533"/>
                  </a:lnTo>
                  <a:lnTo>
                    <a:pt x="10368376" y="52250"/>
                  </a:lnTo>
                  <a:lnTo>
                    <a:pt x="10256449" y="65498"/>
                  </a:lnTo>
                  <a:lnTo>
                    <a:pt x="10148318" y="80265"/>
                  </a:lnTo>
                  <a:lnTo>
                    <a:pt x="10045676" y="96575"/>
                  </a:lnTo>
                  <a:lnTo>
                    <a:pt x="9949509" y="114494"/>
                  </a:lnTo>
                  <a:lnTo>
                    <a:pt x="9860218" y="134138"/>
                  </a:lnTo>
                  <a:lnTo>
                    <a:pt x="9777764" y="155672"/>
                  </a:lnTo>
                  <a:lnTo>
                    <a:pt x="9701789" y="179304"/>
                  </a:lnTo>
                  <a:lnTo>
                    <a:pt x="9631734" y="205289"/>
                  </a:lnTo>
                  <a:lnTo>
                    <a:pt x="9566914" y="233908"/>
                  </a:lnTo>
                  <a:lnTo>
                    <a:pt x="9506589" y="265462"/>
                  </a:lnTo>
                  <a:lnTo>
                    <a:pt x="9450005" y="300239"/>
                  </a:lnTo>
                  <a:lnTo>
                    <a:pt x="9396439" y="338475"/>
                  </a:lnTo>
                  <a:lnTo>
                    <a:pt x="9347647" y="378199"/>
                  </a:lnTo>
                  <a:lnTo>
                    <a:pt x="9299916" y="421721"/>
                  </a:lnTo>
                  <a:lnTo>
                    <a:pt x="9253438" y="468630"/>
                  </a:lnTo>
                  <a:lnTo>
                    <a:pt x="9207853" y="518994"/>
                  </a:lnTo>
                  <a:lnTo>
                    <a:pt x="9162873" y="572817"/>
                  </a:lnTo>
                  <a:lnTo>
                    <a:pt x="9118271" y="630035"/>
                  </a:lnTo>
                  <a:lnTo>
                    <a:pt x="9073878" y="690505"/>
                  </a:lnTo>
                  <a:lnTo>
                    <a:pt x="9029566" y="754006"/>
                  </a:lnTo>
                  <a:lnTo>
                    <a:pt x="8985254" y="820236"/>
                  </a:lnTo>
                  <a:lnTo>
                    <a:pt x="8940891" y="888815"/>
                  </a:lnTo>
                  <a:lnTo>
                    <a:pt x="8896457" y="959293"/>
                  </a:lnTo>
                  <a:lnTo>
                    <a:pt x="8851958" y="1031159"/>
                  </a:lnTo>
                  <a:lnTo>
                    <a:pt x="8807412" y="1103858"/>
                  </a:lnTo>
                  <a:lnTo>
                    <a:pt x="8762853" y="1176806"/>
                  </a:lnTo>
                  <a:lnTo>
                    <a:pt x="8718313" y="1249413"/>
                  </a:lnTo>
                  <a:lnTo>
                    <a:pt x="8673823" y="1321096"/>
                  </a:lnTo>
                  <a:lnTo>
                    <a:pt x="8629401" y="1391308"/>
                  </a:lnTo>
                  <a:lnTo>
                    <a:pt x="8585047" y="1459545"/>
                  </a:lnTo>
                  <a:lnTo>
                    <a:pt x="8540739" y="1525369"/>
                  </a:lnTo>
                  <a:lnTo>
                    <a:pt x="8496422" y="1588412"/>
                  </a:lnTo>
                  <a:lnTo>
                    <a:pt x="8452005" y="1648382"/>
                  </a:lnTo>
                  <a:lnTo>
                    <a:pt x="8407356" y="1705073"/>
                  </a:lnTo>
                  <a:lnTo>
                    <a:pt x="8362297" y="1758355"/>
                  </a:lnTo>
                  <a:lnTo>
                    <a:pt x="8316592" y="1808173"/>
                  </a:lnTo>
                  <a:lnTo>
                    <a:pt x="8269944" y="1854543"/>
                  </a:lnTo>
                  <a:lnTo>
                    <a:pt x="8229629" y="1890995"/>
                  </a:lnTo>
                  <a:lnTo>
                    <a:pt x="8178325" y="1932635"/>
                  </a:lnTo>
                  <a:lnTo>
                    <a:pt x="8124630" y="1970701"/>
                  </a:lnTo>
                  <a:lnTo>
                    <a:pt x="8067883" y="2005318"/>
                  </a:lnTo>
                  <a:lnTo>
                    <a:pt x="8007360" y="2036724"/>
                  </a:lnTo>
                  <a:lnTo>
                    <a:pt x="7942305" y="2065210"/>
                  </a:lnTo>
                  <a:lnTo>
                    <a:pt x="7871981" y="2091075"/>
                  </a:lnTo>
                  <a:lnTo>
                    <a:pt x="7795707" y="2114602"/>
                  </a:lnTo>
                  <a:lnTo>
                    <a:pt x="7712930" y="2136040"/>
                  </a:lnTo>
                  <a:lnTo>
                    <a:pt x="7623308" y="2155598"/>
                  </a:lnTo>
                  <a:lnTo>
                    <a:pt x="7526816" y="2173438"/>
                  </a:lnTo>
                  <a:lnTo>
                    <a:pt x="7423883" y="2189672"/>
                  </a:lnTo>
                  <a:lnTo>
                    <a:pt x="7315525" y="2204366"/>
                  </a:lnTo>
                  <a:lnTo>
                    <a:pt x="7203472" y="2217541"/>
                  </a:lnTo>
                  <a:lnTo>
                    <a:pt x="7090232" y="2229184"/>
                  </a:lnTo>
                  <a:lnTo>
                    <a:pt x="6979042" y="2239265"/>
                  </a:lnTo>
                  <a:lnTo>
                    <a:pt x="6873674" y="2247753"/>
                  </a:lnTo>
                  <a:lnTo>
                    <a:pt x="6778055" y="2254647"/>
                  </a:lnTo>
                  <a:lnTo>
                    <a:pt x="6695752" y="2259989"/>
                  </a:lnTo>
                  <a:lnTo>
                    <a:pt x="6629411" y="2263887"/>
                  </a:lnTo>
                  <a:lnTo>
                    <a:pt x="6580275" y="2266511"/>
                  </a:lnTo>
                  <a:lnTo>
                    <a:pt x="6547907" y="2268088"/>
                  </a:lnTo>
                  <a:lnTo>
                    <a:pt x="6530160" y="2268879"/>
                  </a:lnTo>
                  <a:lnTo>
                    <a:pt x="6523334" y="2269158"/>
                  </a:lnTo>
                  <a:lnTo>
                    <a:pt x="6522385" y="2269194"/>
                  </a:lnTo>
                  <a:lnTo>
                    <a:pt x="5527445" y="2269194"/>
                  </a:lnTo>
                  <a:lnTo>
                    <a:pt x="5526310" y="2269200"/>
                  </a:lnTo>
                  <a:lnTo>
                    <a:pt x="5518814" y="2269240"/>
                  </a:lnTo>
                  <a:lnTo>
                    <a:pt x="5499821" y="2269350"/>
                  </a:lnTo>
                  <a:lnTo>
                    <a:pt x="5465613" y="2269567"/>
                  </a:lnTo>
                  <a:lnTo>
                    <a:pt x="5414122" y="2269926"/>
                  </a:lnTo>
                  <a:lnTo>
                    <a:pt x="5345077" y="2270457"/>
                  </a:lnTo>
                  <a:lnTo>
                    <a:pt x="5259949" y="2271181"/>
                  </a:lnTo>
                  <a:lnTo>
                    <a:pt x="5161624" y="2272111"/>
                  </a:lnTo>
                  <a:lnTo>
                    <a:pt x="5053884" y="2273253"/>
                  </a:lnTo>
                  <a:lnTo>
                    <a:pt x="4940801" y="2274605"/>
                  </a:lnTo>
                  <a:lnTo>
                    <a:pt x="4826215" y="2276164"/>
                  </a:lnTo>
                  <a:lnTo>
                    <a:pt x="4713360" y="2277924"/>
                  </a:lnTo>
                  <a:lnTo>
                    <a:pt x="4604682" y="2279886"/>
                  </a:lnTo>
                  <a:lnTo>
                    <a:pt x="4501823" y="2282054"/>
                  </a:lnTo>
                  <a:lnTo>
                    <a:pt x="4405697" y="2284436"/>
                  </a:lnTo>
                  <a:lnTo>
                    <a:pt x="4316633" y="2287050"/>
                  </a:lnTo>
                  <a:lnTo>
                    <a:pt x="4234519" y="2289920"/>
                  </a:lnTo>
                  <a:lnTo>
                    <a:pt x="4158937" y="2293073"/>
                  </a:lnTo>
                  <a:lnTo>
                    <a:pt x="4089274" y="2296546"/>
                  </a:lnTo>
                  <a:lnTo>
                    <a:pt x="4024804" y="2300376"/>
                  </a:lnTo>
                  <a:lnTo>
                    <a:pt x="3964752" y="2304605"/>
                  </a:lnTo>
                  <a:lnTo>
                    <a:pt x="3908342" y="2309268"/>
                  </a:lnTo>
                  <a:lnTo>
                    <a:pt x="3854839" y="2314396"/>
                  </a:lnTo>
                  <a:lnTo>
                    <a:pt x="3820202" y="2318107"/>
                  </a:lnTo>
                  <a:lnTo>
                    <a:pt x="3759002" y="2325433"/>
                  </a:lnTo>
                  <a:lnTo>
                    <a:pt x="3699703" y="2333491"/>
                  </a:lnTo>
                  <a:lnTo>
                    <a:pt x="3641601" y="2342291"/>
                  </a:lnTo>
                  <a:lnTo>
                    <a:pt x="3584179" y="2351820"/>
                  </a:lnTo>
                  <a:lnTo>
                    <a:pt x="3527069" y="2362039"/>
                  </a:lnTo>
                  <a:lnTo>
                    <a:pt x="3470030" y="2372881"/>
                  </a:lnTo>
                  <a:lnTo>
                    <a:pt x="3412928" y="2384250"/>
                  </a:lnTo>
                  <a:lnTo>
                    <a:pt x="3355712" y="2396023"/>
                  </a:lnTo>
                  <a:lnTo>
                    <a:pt x="3298394" y="2408059"/>
                  </a:lnTo>
                  <a:lnTo>
                    <a:pt x="3241031" y="2420201"/>
                  </a:lnTo>
                  <a:lnTo>
                    <a:pt x="3183694" y="2432285"/>
                  </a:lnTo>
                  <a:lnTo>
                    <a:pt x="3126444" y="2444152"/>
                  </a:lnTo>
                  <a:lnTo>
                    <a:pt x="3069309" y="2455655"/>
                  </a:lnTo>
                  <a:lnTo>
                    <a:pt x="3012262" y="2466665"/>
                  </a:lnTo>
                  <a:lnTo>
                    <a:pt x="2955193" y="2477077"/>
                  </a:lnTo>
                  <a:lnTo>
                    <a:pt x="2897896" y="2486817"/>
                  </a:lnTo>
                  <a:lnTo>
                    <a:pt x="2840042" y="2495836"/>
                  </a:lnTo>
                  <a:lnTo>
                    <a:pt x="2781163" y="2504114"/>
                  </a:lnTo>
                  <a:lnTo>
                    <a:pt x="2720614" y="2511655"/>
                  </a:lnTo>
                  <a:lnTo>
                    <a:pt x="2702183" y="2513757"/>
                  </a:lnTo>
                  <a:lnTo>
                    <a:pt x="2650259" y="2519203"/>
                  </a:lnTo>
                  <a:lnTo>
                    <a:pt x="2595878" y="2524177"/>
                  </a:lnTo>
                  <a:lnTo>
                    <a:pt x="2538357" y="2528694"/>
                  </a:lnTo>
                  <a:lnTo>
                    <a:pt x="2476941" y="2532787"/>
                  </a:lnTo>
                  <a:lnTo>
                    <a:pt x="2410850" y="2536495"/>
                  </a:lnTo>
                  <a:lnTo>
                    <a:pt x="2339320" y="2539859"/>
                  </a:lnTo>
                  <a:lnTo>
                    <a:pt x="2261653" y="2542916"/>
                  </a:lnTo>
                  <a:lnTo>
                    <a:pt x="2177291" y="2545698"/>
                  </a:lnTo>
                  <a:lnTo>
                    <a:pt x="2085902" y="2548234"/>
                  </a:lnTo>
                  <a:lnTo>
                    <a:pt x="1987504" y="2550545"/>
                  </a:lnTo>
                  <a:lnTo>
                    <a:pt x="1882601" y="2552644"/>
                  </a:lnTo>
                  <a:lnTo>
                    <a:pt x="1772332" y="2554539"/>
                  </a:lnTo>
                  <a:lnTo>
                    <a:pt x="1658599" y="2556234"/>
                  </a:lnTo>
                  <a:lnTo>
                    <a:pt x="1544115" y="2557725"/>
                  </a:lnTo>
                  <a:lnTo>
                    <a:pt x="1432342" y="2559009"/>
                  </a:lnTo>
                  <a:lnTo>
                    <a:pt x="1327246" y="2560081"/>
                  </a:lnTo>
                  <a:lnTo>
                    <a:pt x="1232869" y="2560943"/>
                  </a:lnTo>
                  <a:lnTo>
                    <a:pt x="1152762" y="2561602"/>
                  </a:lnTo>
                  <a:lnTo>
                    <a:pt x="1089399" y="2562073"/>
                  </a:lnTo>
                  <a:lnTo>
                    <a:pt x="1043701" y="2562382"/>
                  </a:lnTo>
                  <a:lnTo>
                    <a:pt x="1014801" y="2562560"/>
                  </a:lnTo>
                  <a:lnTo>
                    <a:pt x="1000066" y="2562643"/>
                  </a:lnTo>
                  <a:lnTo>
                    <a:pt x="995290" y="2562668"/>
                  </a:lnTo>
                  <a:lnTo>
                    <a:pt x="994940" y="2562670"/>
                  </a:lnTo>
                  <a:lnTo>
                    <a:pt x="0" y="2562670"/>
                  </a:lnTo>
                  <a:lnTo>
                    <a:pt x="0" y="25626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7" name="pg2006"/>
            <p:cNvSpPr/>
            <p:nvPr/>
          </p:nvSpPr>
          <p:spPr>
            <a:xfrm>
              <a:off x="1199187" y="3154697"/>
              <a:ext cx="12049831" cy="3091974"/>
            </a:xfrm>
            <a:custGeom>
              <a:avLst/>
              <a:pathLst>
                <a:path w="12049831" h="3091974">
                  <a:moveTo>
                    <a:pt x="0" y="3091974"/>
                  </a:moveTo>
                  <a:lnTo>
                    <a:pt x="994940" y="3091974"/>
                  </a:lnTo>
                  <a:lnTo>
                    <a:pt x="996066" y="3091952"/>
                  </a:lnTo>
                  <a:lnTo>
                    <a:pt x="1003498" y="3091797"/>
                  </a:lnTo>
                  <a:lnTo>
                    <a:pt x="1022337" y="3091370"/>
                  </a:lnTo>
                  <a:lnTo>
                    <a:pt x="1056277" y="3090528"/>
                  </a:lnTo>
                  <a:lnTo>
                    <a:pt x="1107387" y="3089136"/>
                  </a:lnTo>
                  <a:lnTo>
                    <a:pt x="1175958" y="3087079"/>
                  </a:lnTo>
                  <a:lnTo>
                    <a:pt x="1260559" y="3084271"/>
                  </a:lnTo>
                  <a:lnTo>
                    <a:pt x="1358350" y="3080660"/>
                  </a:lnTo>
                  <a:lnTo>
                    <a:pt x="1465594" y="3076228"/>
                  </a:lnTo>
                  <a:lnTo>
                    <a:pt x="1578255" y="3070977"/>
                  </a:lnTo>
                  <a:lnTo>
                    <a:pt x="1692514" y="3064925"/>
                  </a:lnTo>
                  <a:lnTo>
                    <a:pt x="1805144" y="3058085"/>
                  </a:lnTo>
                  <a:lnTo>
                    <a:pt x="1913690" y="3050464"/>
                  </a:lnTo>
                  <a:lnTo>
                    <a:pt x="2016500" y="3042045"/>
                  </a:lnTo>
                  <a:lnTo>
                    <a:pt x="2112640" y="3032791"/>
                  </a:lnTo>
                  <a:lnTo>
                    <a:pt x="2201763" y="3022640"/>
                  </a:lnTo>
                  <a:lnTo>
                    <a:pt x="2283963" y="3011502"/>
                  </a:lnTo>
                  <a:lnTo>
                    <a:pt x="2359642" y="2999265"/>
                  </a:lnTo>
                  <a:lnTo>
                    <a:pt x="2429402" y="2985794"/>
                  </a:lnTo>
                  <a:lnTo>
                    <a:pt x="2493958" y="2970942"/>
                  </a:lnTo>
                  <a:lnTo>
                    <a:pt x="2554076" y="2954551"/>
                  </a:lnTo>
                  <a:lnTo>
                    <a:pt x="2610527" y="2936476"/>
                  </a:lnTo>
                  <a:lnTo>
                    <a:pt x="2664042" y="2916602"/>
                  </a:lnTo>
                  <a:lnTo>
                    <a:pt x="2702183" y="2900690"/>
                  </a:lnTo>
                  <a:lnTo>
                    <a:pt x="2758285" y="2874574"/>
                  </a:lnTo>
                  <a:lnTo>
                    <a:pt x="2812738" y="2846068"/>
                  </a:lnTo>
                  <a:lnTo>
                    <a:pt x="2866103" y="2815131"/>
                  </a:lnTo>
                  <a:lnTo>
                    <a:pt x="2918804" y="2781785"/>
                  </a:lnTo>
                  <a:lnTo>
                    <a:pt x="2971153" y="2746122"/>
                  </a:lnTo>
                  <a:lnTo>
                    <a:pt x="3023369" y="2708312"/>
                  </a:lnTo>
                  <a:lnTo>
                    <a:pt x="3075592" y="2668605"/>
                  </a:lnTo>
                  <a:lnTo>
                    <a:pt x="3127894" y="2627324"/>
                  </a:lnTo>
                  <a:lnTo>
                    <a:pt x="3180294" y="2584860"/>
                  </a:lnTo>
                  <a:lnTo>
                    <a:pt x="3232770" y="2541654"/>
                  </a:lnTo>
                  <a:lnTo>
                    <a:pt x="3285276" y="2498183"/>
                  </a:lnTo>
                  <a:lnTo>
                    <a:pt x="3337757" y="2454937"/>
                  </a:lnTo>
                  <a:lnTo>
                    <a:pt x="3390165" y="2412394"/>
                  </a:lnTo>
                  <a:lnTo>
                    <a:pt x="3442475" y="2370999"/>
                  </a:lnTo>
                  <a:lnTo>
                    <a:pt x="3494703" y="2331149"/>
                  </a:lnTo>
                  <a:lnTo>
                    <a:pt x="3546915" y="2293172"/>
                  </a:lnTo>
                  <a:lnTo>
                    <a:pt x="3599246" y="2257324"/>
                  </a:lnTo>
                  <a:lnTo>
                    <a:pt x="3651907" y="2223782"/>
                  </a:lnTo>
                  <a:lnTo>
                    <a:pt x="3705203" y="2192644"/>
                  </a:lnTo>
                  <a:lnTo>
                    <a:pt x="3759547" y="2163939"/>
                  </a:lnTo>
                  <a:lnTo>
                    <a:pt x="3815487" y="2137627"/>
                  </a:lnTo>
                  <a:lnTo>
                    <a:pt x="3820202" y="2135558"/>
                  </a:lnTo>
                  <a:lnTo>
                    <a:pt x="3871972" y="2114318"/>
                  </a:lnTo>
                  <a:lnTo>
                    <a:pt x="3926182" y="2094918"/>
                  </a:lnTo>
                  <a:lnTo>
                    <a:pt x="3983510" y="2077292"/>
                  </a:lnTo>
                  <a:lnTo>
                    <a:pt x="4044704" y="2061315"/>
                  </a:lnTo>
                  <a:lnTo>
                    <a:pt x="4110537" y="2046836"/>
                  </a:lnTo>
                  <a:lnTo>
                    <a:pt x="4181766" y="2033699"/>
                  </a:lnTo>
                  <a:lnTo>
                    <a:pt x="4259085" y="2021759"/>
                  </a:lnTo>
                  <a:lnTo>
                    <a:pt x="4343051" y="2010886"/>
                  </a:lnTo>
                  <a:lnTo>
                    <a:pt x="4433999" y="2000975"/>
                  </a:lnTo>
                  <a:lnTo>
                    <a:pt x="4531922" y="1991943"/>
                  </a:lnTo>
                  <a:lnTo>
                    <a:pt x="4636336" y="1983733"/>
                  </a:lnTo>
                  <a:lnTo>
                    <a:pt x="4746131" y="1976315"/>
                  </a:lnTo>
                  <a:lnTo>
                    <a:pt x="4859451" y="1969678"/>
                  </a:lnTo>
                  <a:lnTo>
                    <a:pt x="4973634" y="1963832"/>
                  </a:lnTo>
                  <a:lnTo>
                    <a:pt x="5085274" y="1958792"/>
                  </a:lnTo>
                  <a:lnTo>
                    <a:pt x="5190454" y="1954573"/>
                  </a:lnTo>
                  <a:lnTo>
                    <a:pt x="5285158" y="1951174"/>
                  </a:lnTo>
                  <a:lnTo>
                    <a:pt x="5365828" y="1948567"/>
                  </a:lnTo>
                  <a:lnTo>
                    <a:pt x="5429944" y="1946692"/>
                  </a:lnTo>
                  <a:lnTo>
                    <a:pt x="5476502" y="1945455"/>
                  </a:lnTo>
                  <a:lnTo>
                    <a:pt x="5506259" y="1944734"/>
                  </a:lnTo>
                  <a:lnTo>
                    <a:pt x="5521726" y="1944391"/>
                  </a:lnTo>
                  <a:lnTo>
                    <a:pt x="5526981" y="1944284"/>
                  </a:lnTo>
                  <a:lnTo>
                    <a:pt x="5527445" y="1944275"/>
                  </a:lnTo>
                  <a:lnTo>
                    <a:pt x="6522385" y="1944275"/>
                  </a:lnTo>
                  <a:lnTo>
                    <a:pt x="6523493" y="1944239"/>
                  </a:lnTo>
                  <a:lnTo>
                    <a:pt x="6530804" y="1943982"/>
                  </a:lnTo>
                  <a:lnTo>
                    <a:pt x="6549345" y="1943272"/>
                  </a:lnTo>
                  <a:lnTo>
                    <a:pt x="6582768" y="1941874"/>
                  </a:lnTo>
                  <a:lnTo>
                    <a:pt x="6633141" y="1939561"/>
                  </a:lnTo>
                  <a:lnTo>
                    <a:pt x="6700797" y="1936143"/>
                  </a:lnTo>
                  <a:lnTo>
                    <a:pt x="6784376" y="1931474"/>
                  </a:lnTo>
                  <a:lnTo>
                    <a:pt x="6881128" y="1925467"/>
                  </a:lnTo>
                  <a:lnTo>
                    <a:pt x="6987406" y="1918088"/>
                  </a:lnTo>
                  <a:lnTo>
                    <a:pt x="7099241" y="1909341"/>
                  </a:lnTo>
                  <a:lnTo>
                    <a:pt x="7212856" y="1899252"/>
                  </a:lnTo>
                  <a:lnTo>
                    <a:pt x="7325037" y="1887848"/>
                  </a:lnTo>
                  <a:lnTo>
                    <a:pt x="7433320" y="1875138"/>
                  </a:lnTo>
                  <a:lnTo>
                    <a:pt x="7536025" y="1861099"/>
                  </a:lnTo>
                  <a:lnTo>
                    <a:pt x="7632185" y="1845672"/>
                  </a:lnTo>
                  <a:lnTo>
                    <a:pt x="7721418" y="1828757"/>
                  </a:lnTo>
                  <a:lnTo>
                    <a:pt x="7803782" y="1810208"/>
                  </a:lnTo>
                  <a:lnTo>
                    <a:pt x="7879651" y="1789843"/>
                  </a:lnTo>
                  <a:lnTo>
                    <a:pt x="7949601" y="1767443"/>
                  </a:lnTo>
                  <a:lnTo>
                    <a:pt x="8014325" y="1742761"/>
                  </a:lnTo>
                  <a:lnTo>
                    <a:pt x="8074575" y="1715540"/>
                  </a:lnTo>
                  <a:lnTo>
                    <a:pt x="8131110" y="1685531"/>
                  </a:lnTo>
                  <a:lnTo>
                    <a:pt x="8184656" y="1652536"/>
                  </a:lnTo>
                  <a:lnTo>
                    <a:pt x="8229629" y="1621102"/>
                  </a:lnTo>
                  <a:lnTo>
                    <a:pt x="8279669" y="1582012"/>
                  </a:lnTo>
                  <a:lnTo>
                    <a:pt x="8328350" y="1539732"/>
                  </a:lnTo>
                  <a:lnTo>
                    <a:pt x="8376082" y="1494201"/>
                  </a:lnTo>
                  <a:lnTo>
                    <a:pt x="8423190" y="1445421"/>
                  </a:lnTo>
                  <a:lnTo>
                    <a:pt x="8469920" y="1393470"/>
                  </a:lnTo>
                  <a:lnTo>
                    <a:pt x="8516460" y="1338505"/>
                  </a:lnTo>
                  <a:lnTo>
                    <a:pt x="8562941" y="1280765"/>
                  </a:lnTo>
                  <a:lnTo>
                    <a:pt x="8609445" y="1220575"/>
                  </a:lnTo>
                  <a:lnTo>
                    <a:pt x="8656017" y="1158334"/>
                  </a:lnTo>
                  <a:lnTo>
                    <a:pt x="8702667" y="1094515"/>
                  </a:lnTo>
                  <a:lnTo>
                    <a:pt x="8749380" y="1029642"/>
                  </a:lnTo>
                  <a:lnTo>
                    <a:pt x="8796126" y="964280"/>
                  </a:lnTo>
                  <a:lnTo>
                    <a:pt x="8842865" y="899012"/>
                  </a:lnTo>
                  <a:lnTo>
                    <a:pt x="8889561" y="834417"/>
                  </a:lnTo>
                  <a:lnTo>
                    <a:pt x="8936186" y="771048"/>
                  </a:lnTo>
                  <a:lnTo>
                    <a:pt x="8982734" y="709416"/>
                  </a:lnTo>
                  <a:lnTo>
                    <a:pt x="9029224" y="649970"/>
                  </a:lnTo>
                  <a:lnTo>
                    <a:pt x="9075712" y="593088"/>
                  </a:lnTo>
                  <a:lnTo>
                    <a:pt x="9122297" y="539066"/>
                  </a:lnTo>
                  <a:lnTo>
                    <a:pt x="9169125" y="488118"/>
                  </a:lnTo>
                  <a:lnTo>
                    <a:pt x="9216402" y="440374"/>
                  </a:lnTo>
                  <a:lnTo>
                    <a:pt x="9264399" y="395887"/>
                  </a:lnTo>
                  <a:lnTo>
                    <a:pt x="9313466" y="354639"/>
                  </a:lnTo>
                  <a:lnTo>
                    <a:pt x="9347647" y="328413"/>
                  </a:lnTo>
                  <a:lnTo>
                    <a:pt x="9399118" y="292722"/>
                  </a:lnTo>
                  <a:lnTo>
                    <a:pt x="9452997" y="260106"/>
                  </a:lnTo>
                  <a:lnTo>
                    <a:pt x="9509952" y="230455"/>
                  </a:lnTo>
                  <a:lnTo>
                    <a:pt x="9570715" y="203562"/>
                  </a:lnTo>
                  <a:lnTo>
                    <a:pt x="9636046" y="179177"/>
                  </a:lnTo>
                  <a:lnTo>
                    <a:pt x="9706694" y="157042"/>
                  </a:lnTo>
                  <a:lnTo>
                    <a:pt x="9783340" y="136913"/>
                  </a:lnTo>
                  <a:lnTo>
                    <a:pt x="9866541" y="118576"/>
                  </a:lnTo>
                  <a:lnTo>
                    <a:pt x="9956636" y="101852"/>
                  </a:lnTo>
                  <a:lnTo>
                    <a:pt x="10053639" y="86602"/>
                  </a:lnTo>
                  <a:lnTo>
                    <a:pt x="10157101" y="72730"/>
                  </a:lnTo>
                  <a:lnTo>
                    <a:pt x="10265974" y="60182"/>
                  </a:lnTo>
                  <a:lnTo>
                    <a:pt x="10378483" y="48940"/>
                  </a:lnTo>
                  <a:lnTo>
                    <a:pt x="10492066" y="39017"/>
                  </a:lnTo>
                  <a:lnTo>
                    <a:pt x="10603425" y="30438"/>
                  </a:lnTo>
                  <a:lnTo>
                    <a:pt x="10708737" y="23229"/>
                  </a:lnTo>
                  <a:lnTo>
                    <a:pt x="10804041" y="17390"/>
                  </a:lnTo>
                  <a:lnTo>
                    <a:pt x="10885772" y="12883"/>
                  </a:lnTo>
                  <a:lnTo>
                    <a:pt x="10951327" y="9610"/>
                  </a:lnTo>
                  <a:lnTo>
                    <a:pt x="10999546" y="7423"/>
                  </a:lnTo>
                  <a:lnTo>
                    <a:pt x="11030978" y="6122"/>
                  </a:lnTo>
                  <a:lnTo>
                    <a:pt x="11047898" y="5481"/>
                  </a:lnTo>
                  <a:lnTo>
                    <a:pt x="11054142" y="526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4" y="36"/>
                  </a:lnTo>
                  <a:lnTo>
                    <a:pt x="11046472" y="292"/>
                  </a:lnTo>
                  <a:lnTo>
                    <a:pt x="11027932" y="1002"/>
                  </a:lnTo>
                  <a:lnTo>
                    <a:pt x="10994509" y="2401"/>
                  </a:lnTo>
                  <a:lnTo>
                    <a:pt x="10944135" y="4713"/>
                  </a:lnTo>
                  <a:lnTo>
                    <a:pt x="10876480" y="8131"/>
                  </a:lnTo>
                  <a:lnTo>
                    <a:pt x="10792901" y="12800"/>
                  </a:lnTo>
                  <a:lnTo>
                    <a:pt x="10696149" y="18807"/>
                  </a:lnTo>
                  <a:lnTo>
                    <a:pt x="10589871" y="26186"/>
                  </a:lnTo>
                  <a:lnTo>
                    <a:pt x="10478036" y="34933"/>
                  </a:lnTo>
                  <a:lnTo>
                    <a:pt x="10364421" y="45022"/>
                  </a:lnTo>
                  <a:lnTo>
                    <a:pt x="10252240" y="56426"/>
                  </a:lnTo>
                  <a:lnTo>
                    <a:pt x="10143957" y="69136"/>
                  </a:lnTo>
                  <a:lnTo>
                    <a:pt x="10041251" y="83175"/>
                  </a:lnTo>
                  <a:lnTo>
                    <a:pt x="9945091" y="98602"/>
                  </a:lnTo>
                  <a:lnTo>
                    <a:pt x="9855859" y="115518"/>
                  </a:lnTo>
                  <a:lnTo>
                    <a:pt x="9773494" y="134066"/>
                  </a:lnTo>
                  <a:lnTo>
                    <a:pt x="9697625" y="154431"/>
                  </a:lnTo>
                  <a:lnTo>
                    <a:pt x="9627676" y="176831"/>
                  </a:lnTo>
                  <a:lnTo>
                    <a:pt x="9562951" y="201513"/>
                  </a:lnTo>
                  <a:lnTo>
                    <a:pt x="9502701" y="228734"/>
                  </a:lnTo>
                  <a:lnTo>
                    <a:pt x="9446167" y="258743"/>
                  </a:lnTo>
                  <a:lnTo>
                    <a:pt x="9392621" y="291738"/>
                  </a:lnTo>
                  <a:lnTo>
                    <a:pt x="9347647" y="323172"/>
                  </a:lnTo>
                  <a:lnTo>
                    <a:pt x="9297607" y="362262"/>
                  </a:lnTo>
                  <a:lnTo>
                    <a:pt x="9248926" y="404542"/>
                  </a:lnTo>
                  <a:lnTo>
                    <a:pt x="9201194" y="450073"/>
                  </a:lnTo>
                  <a:lnTo>
                    <a:pt x="9154087" y="498853"/>
                  </a:lnTo>
                  <a:lnTo>
                    <a:pt x="9107356" y="550804"/>
                  </a:lnTo>
                  <a:lnTo>
                    <a:pt x="9060816" y="605769"/>
                  </a:lnTo>
                  <a:lnTo>
                    <a:pt x="9014336" y="663509"/>
                  </a:lnTo>
                  <a:lnTo>
                    <a:pt x="8967831" y="723699"/>
                  </a:lnTo>
                  <a:lnTo>
                    <a:pt x="8921259" y="785940"/>
                  </a:lnTo>
                  <a:lnTo>
                    <a:pt x="8874610" y="849760"/>
                  </a:lnTo>
                  <a:lnTo>
                    <a:pt x="8827896" y="914632"/>
                  </a:lnTo>
                  <a:lnTo>
                    <a:pt x="8781151" y="979994"/>
                  </a:lnTo>
                  <a:lnTo>
                    <a:pt x="8734412" y="1045262"/>
                  </a:lnTo>
                  <a:lnTo>
                    <a:pt x="8687716" y="1109858"/>
                  </a:lnTo>
                  <a:lnTo>
                    <a:pt x="8641091" y="1173226"/>
                  </a:lnTo>
                  <a:lnTo>
                    <a:pt x="8594543" y="1234858"/>
                  </a:lnTo>
                  <a:lnTo>
                    <a:pt x="8548053" y="1294304"/>
                  </a:lnTo>
                  <a:lnTo>
                    <a:pt x="8501564" y="1351186"/>
                  </a:lnTo>
                  <a:lnTo>
                    <a:pt x="8454980" y="1405208"/>
                  </a:lnTo>
                  <a:lnTo>
                    <a:pt x="8408152" y="1456156"/>
                  </a:lnTo>
                  <a:lnTo>
                    <a:pt x="8360875" y="1503900"/>
                  </a:lnTo>
                  <a:lnTo>
                    <a:pt x="8312878" y="1548387"/>
                  </a:lnTo>
                  <a:lnTo>
                    <a:pt x="8263811" y="1589635"/>
                  </a:lnTo>
                  <a:lnTo>
                    <a:pt x="8229629" y="1615862"/>
                  </a:lnTo>
                  <a:lnTo>
                    <a:pt x="8178158" y="1651552"/>
                  </a:lnTo>
                  <a:lnTo>
                    <a:pt x="8124279" y="1684168"/>
                  </a:lnTo>
                  <a:lnTo>
                    <a:pt x="8067325" y="1713820"/>
                  </a:lnTo>
                  <a:lnTo>
                    <a:pt x="8006562" y="1740712"/>
                  </a:lnTo>
                  <a:lnTo>
                    <a:pt x="7941230" y="1765097"/>
                  </a:lnTo>
                  <a:lnTo>
                    <a:pt x="7870583" y="1787232"/>
                  </a:lnTo>
                  <a:lnTo>
                    <a:pt x="7793937" y="1807361"/>
                  </a:lnTo>
                  <a:lnTo>
                    <a:pt x="7710736" y="1825698"/>
                  </a:lnTo>
                  <a:lnTo>
                    <a:pt x="7620640" y="1842422"/>
                  </a:lnTo>
                  <a:lnTo>
                    <a:pt x="7523638" y="1857672"/>
                  </a:lnTo>
                  <a:lnTo>
                    <a:pt x="7420175" y="1871544"/>
                  </a:lnTo>
                  <a:lnTo>
                    <a:pt x="7311302" y="1884092"/>
                  </a:lnTo>
                  <a:lnTo>
                    <a:pt x="7198794" y="1895334"/>
                  </a:lnTo>
                  <a:lnTo>
                    <a:pt x="7085211" y="1905258"/>
                  </a:lnTo>
                  <a:lnTo>
                    <a:pt x="6973851" y="1913836"/>
                  </a:lnTo>
                  <a:lnTo>
                    <a:pt x="6868540" y="1921046"/>
                  </a:lnTo>
                  <a:lnTo>
                    <a:pt x="6773235" y="1926884"/>
                  </a:lnTo>
                  <a:lnTo>
                    <a:pt x="6691504" y="1931392"/>
                  </a:lnTo>
                  <a:lnTo>
                    <a:pt x="6625949" y="1934664"/>
                  </a:lnTo>
                  <a:lnTo>
                    <a:pt x="6577731" y="1936851"/>
                  </a:lnTo>
                  <a:lnTo>
                    <a:pt x="6546299" y="1938152"/>
                  </a:lnTo>
                  <a:lnTo>
                    <a:pt x="6529378" y="1938793"/>
                  </a:lnTo>
                  <a:lnTo>
                    <a:pt x="6523135" y="1939010"/>
                  </a:lnTo>
                  <a:lnTo>
                    <a:pt x="6522385" y="1939034"/>
                  </a:lnTo>
                  <a:lnTo>
                    <a:pt x="5527445" y="1939034"/>
                  </a:lnTo>
                  <a:lnTo>
                    <a:pt x="5526319" y="1939056"/>
                  </a:lnTo>
                  <a:lnTo>
                    <a:pt x="5518887" y="1939211"/>
                  </a:lnTo>
                  <a:lnTo>
                    <a:pt x="5500048" y="1939638"/>
                  </a:lnTo>
                  <a:lnTo>
                    <a:pt x="5466108" y="1940480"/>
                  </a:lnTo>
                  <a:lnTo>
                    <a:pt x="5414998" y="1941872"/>
                  </a:lnTo>
                  <a:lnTo>
                    <a:pt x="5346427" y="1943929"/>
                  </a:lnTo>
                  <a:lnTo>
                    <a:pt x="5261826" y="1946737"/>
                  </a:lnTo>
                  <a:lnTo>
                    <a:pt x="5164035" y="1950347"/>
                  </a:lnTo>
                  <a:lnTo>
                    <a:pt x="5056790" y="1954780"/>
                  </a:lnTo>
                  <a:lnTo>
                    <a:pt x="4944130" y="1960030"/>
                  </a:lnTo>
                  <a:lnTo>
                    <a:pt x="4829871" y="1966083"/>
                  </a:lnTo>
                  <a:lnTo>
                    <a:pt x="4717241" y="1972922"/>
                  </a:lnTo>
                  <a:lnTo>
                    <a:pt x="4608695" y="1980544"/>
                  </a:lnTo>
                  <a:lnTo>
                    <a:pt x="4505885" y="1988963"/>
                  </a:lnTo>
                  <a:lnTo>
                    <a:pt x="4409745" y="1998216"/>
                  </a:lnTo>
                  <a:lnTo>
                    <a:pt x="4320622" y="2008368"/>
                  </a:lnTo>
                  <a:lnTo>
                    <a:pt x="4238422" y="2019506"/>
                  </a:lnTo>
                  <a:lnTo>
                    <a:pt x="4162743" y="2031743"/>
                  </a:lnTo>
                  <a:lnTo>
                    <a:pt x="4092983" y="2045213"/>
                  </a:lnTo>
                  <a:lnTo>
                    <a:pt x="4028427" y="2060066"/>
                  </a:lnTo>
                  <a:lnTo>
                    <a:pt x="3968309" y="2076456"/>
                  </a:lnTo>
                  <a:lnTo>
                    <a:pt x="3911858" y="2094532"/>
                  </a:lnTo>
                  <a:lnTo>
                    <a:pt x="3858343" y="2114406"/>
                  </a:lnTo>
                  <a:lnTo>
                    <a:pt x="3820202" y="2130317"/>
                  </a:lnTo>
                  <a:lnTo>
                    <a:pt x="3764100" y="2156434"/>
                  </a:lnTo>
                  <a:lnTo>
                    <a:pt x="3709647" y="2184940"/>
                  </a:lnTo>
                  <a:lnTo>
                    <a:pt x="3656282" y="2215876"/>
                  </a:lnTo>
                  <a:lnTo>
                    <a:pt x="3603581" y="2249223"/>
                  </a:lnTo>
                  <a:lnTo>
                    <a:pt x="3551232" y="2284886"/>
                  </a:lnTo>
                  <a:lnTo>
                    <a:pt x="3499016" y="2322695"/>
                  </a:lnTo>
                  <a:lnTo>
                    <a:pt x="3446793" y="2362402"/>
                  </a:lnTo>
                  <a:lnTo>
                    <a:pt x="3394491" y="2403683"/>
                  </a:lnTo>
                  <a:lnTo>
                    <a:pt x="3342091" y="2446148"/>
                  </a:lnTo>
                  <a:lnTo>
                    <a:pt x="3289615" y="2489354"/>
                  </a:lnTo>
                  <a:lnTo>
                    <a:pt x="3237109" y="2532825"/>
                  </a:lnTo>
                  <a:lnTo>
                    <a:pt x="3184628" y="2576071"/>
                  </a:lnTo>
                  <a:lnTo>
                    <a:pt x="3132220" y="2618614"/>
                  </a:lnTo>
                  <a:lnTo>
                    <a:pt x="3079910" y="2660009"/>
                  </a:lnTo>
                  <a:lnTo>
                    <a:pt x="3027682" y="2699859"/>
                  </a:lnTo>
                  <a:lnTo>
                    <a:pt x="2975470" y="2737836"/>
                  </a:lnTo>
                  <a:lnTo>
                    <a:pt x="2923139" y="2773683"/>
                  </a:lnTo>
                  <a:lnTo>
                    <a:pt x="2870478" y="2807226"/>
                  </a:lnTo>
                  <a:lnTo>
                    <a:pt x="2817182" y="2838363"/>
                  </a:lnTo>
                  <a:lnTo>
                    <a:pt x="2762838" y="2867069"/>
                  </a:lnTo>
                  <a:lnTo>
                    <a:pt x="2706898" y="2893380"/>
                  </a:lnTo>
                  <a:lnTo>
                    <a:pt x="2702183" y="2895450"/>
                  </a:lnTo>
                  <a:lnTo>
                    <a:pt x="2650413" y="2916690"/>
                  </a:lnTo>
                  <a:lnTo>
                    <a:pt x="2596203" y="2936090"/>
                  </a:lnTo>
                  <a:lnTo>
                    <a:pt x="2538875" y="2953716"/>
                  </a:lnTo>
                  <a:lnTo>
                    <a:pt x="2477681" y="2969693"/>
                  </a:lnTo>
                  <a:lnTo>
                    <a:pt x="2411848" y="2984172"/>
                  </a:lnTo>
                  <a:lnTo>
                    <a:pt x="2340619" y="2997309"/>
                  </a:lnTo>
                  <a:lnTo>
                    <a:pt x="2263300" y="3009249"/>
                  </a:lnTo>
                  <a:lnTo>
                    <a:pt x="2179334" y="3020121"/>
                  </a:lnTo>
                  <a:lnTo>
                    <a:pt x="2088386" y="3030033"/>
                  </a:lnTo>
                  <a:lnTo>
                    <a:pt x="1990463" y="3039065"/>
                  </a:lnTo>
                  <a:lnTo>
                    <a:pt x="1886049" y="3047274"/>
                  </a:lnTo>
                  <a:lnTo>
                    <a:pt x="1776254" y="3054693"/>
                  </a:lnTo>
                  <a:lnTo>
                    <a:pt x="1662934" y="3061329"/>
                  </a:lnTo>
                  <a:lnTo>
                    <a:pt x="1548751" y="3067176"/>
                  </a:lnTo>
                  <a:lnTo>
                    <a:pt x="1437111" y="3072215"/>
                  </a:lnTo>
                  <a:lnTo>
                    <a:pt x="1331931" y="3076434"/>
                  </a:lnTo>
                  <a:lnTo>
                    <a:pt x="1237227" y="3079834"/>
                  </a:lnTo>
                  <a:lnTo>
                    <a:pt x="1156557" y="3082441"/>
                  </a:lnTo>
                  <a:lnTo>
                    <a:pt x="1092441" y="3084316"/>
                  </a:lnTo>
                  <a:lnTo>
                    <a:pt x="1045883" y="3085553"/>
                  </a:lnTo>
                  <a:lnTo>
                    <a:pt x="1016126" y="3086274"/>
                  </a:lnTo>
                  <a:lnTo>
                    <a:pt x="1000659" y="3086617"/>
                  </a:lnTo>
                  <a:lnTo>
                    <a:pt x="995404" y="3086724"/>
                  </a:lnTo>
                  <a:lnTo>
                    <a:pt x="994940" y="3086733"/>
                  </a:lnTo>
                  <a:lnTo>
                    <a:pt x="0" y="3086733"/>
                  </a:lnTo>
                  <a:close/>
                </a:path>
              </a:pathLst>
            </a:custGeom>
            <a:solidFill>
              <a:srgbClr val="FF704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08" name="pl2007"/>
            <p:cNvSpPr/>
            <p:nvPr/>
          </p:nvSpPr>
          <p:spPr>
            <a:xfrm>
              <a:off x="1199187" y="3159937"/>
              <a:ext cx="12049831" cy="3086733"/>
            </a:xfrm>
            <a:custGeom>
              <a:avLst/>
              <a:pathLst>
                <a:path w="12049831" h="3086733">
                  <a:moveTo>
                    <a:pt x="0" y="3086733"/>
                  </a:moveTo>
                  <a:lnTo>
                    <a:pt x="994940" y="3086733"/>
                  </a:lnTo>
                  <a:lnTo>
                    <a:pt x="996066" y="3086711"/>
                  </a:lnTo>
                  <a:lnTo>
                    <a:pt x="1003498" y="3086557"/>
                  </a:lnTo>
                  <a:lnTo>
                    <a:pt x="1022337" y="3086129"/>
                  </a:lnTo>
                  <a:lnTo>
                    <a:pt x="1056277" y="3085287"/>
                  </a:lnTo>
                  <a:lnTo>
                    <a:pt x="1107387" y="3083895"/>
                  </a:lnTo>
                  <a:lnTo>
                    <a:pt x="1175958" y="3081838"/>
                  </a:lnTo>
                  <a:lnTo>
                    <a:pt x="1260559" y="3079030"/>
                  </a:lnTo>
                  <a:lnTo>
                    <a:pt x="1358350" y="3075420"/>
                  </a:lnTo>
                  <a:lnTo>
                    <a:pt x="1465594" y="3070987"/>
                  </a:lnTo>
                  <a:lnTo>
                    <a:pt x="1578255" y="3065737"/>
                  </a:lnTo>
                  <a:lnTo>
                    <a:pt x="1692514" y="3059684"/>
                  </a:lnTo>
                  <a:lnTo>
                    <a:pt x="1805144" y="3052845"/>
                  </a:lnTo>
                  <a:lnTo>
                    <a:pt x="1913690" y="3045223"/>
                  </a:lnTo>
                  <a:lnTo>
                    <a:pt x="2016500" y="3036804"/>
                  </a:lnTo>
                  <a:lnTo>
                    <a:pt x="2112640" y="3027551"/>
                  </a:lnTo>
                  <a:lnTo>
                    <a:pt x="2201763" y="3017399"/>
                  </a:lnTo>
                  <a:lnTo>
                    <a:pt x="2283963" y="3006261"/>
                  </a:lnTo>
                  <a:lnTo>
                    <a:pt x="2359642" y="2994024"/>
                  </a:lnTo>
                  <a:lnTo>
                    <a:pt x="2429402" y="2980554"/>
                  </a:lnTo>
                  <a:lnTo>
                    <a:pt x="2493958" y="2965701"/>
                  </a:lnTo>
                  <a:lnTo>
                    <a:pt x="2554076" y="2949311"/>
                  </a:lnTo>
                  <a:lnTo>
                    <a:pt x="2610527" y="2931235"/>
                  </a:lnTo>
                  <a:lnTo>
                    <a:pt x="2664042" y="2911361"/>
                  </a:lnTo>
                  <a:lnTo>
                    <a:pt x="2702183" y="2895450"/>
                  </a:lnTo>
                  <a:lnTo>
                    <a:pt x="2758285" y="2869333"/>
                  </a:lnTo>
                  <a:lnTo>
                    <a:pt x="2812738" y="2840827"/>
                  </a:lnTo>
                  <a:lnTo>
                    <a:pt x="2866103" y="2809891"/>
                  </a:lnTo>
                  <a:lnTo>
                    <a:pt x="2918804" y="2776544"/>
                  </a:lnTo>
                  <a:lnTo>
                    <a:pt x="2971153" y="2740881"/>
                  </a:lnTo>
                  <a:lnTo>
                    <a:pt x="3023369" y="2703072"/>
                  </a:lnTo>
                  <a:lnTo>
                    <a:pt x="3075592" y="2663365"/>
                  </a:lnTo>
                  <a:lnTo>
                    <a:pt x="3127894" y="2622084"/>
                  </a:lnTo>
                  <a:lnTo>
                    <a:pt x="3180294" y="2579619"/>
                  </a:lnTo>
                  <a:lnTo>
                    <a:pt x="3232770" y="2536413"/>
                  </a:lnTo>
                  <a:lnTo>
                    <a:pt x="3285276" y="2492943"/>
                  </a:lnTo>
                  <a:lnTo>
                    <a:pt x="3337757" y="2449696"/>
                  </a:lnTo>
                  <a:lnTo>
                    <a:pt x="3390165" y="2407153"/>
                  </a:lnTo>
                  <a:lnTo>
                    <a:pt x="3442475" y="2365759"/>
                  </a:lnTo>
                  <a:lnTo>
                    <a:pt x="3494703" y="2325908"/>
                  </a:lnTo>
                  <a:lnTo>
                    <a:pt x="3546915" y="2287932"/>
                  </a:lnTo>
                  <a:lnTo>
                    <a:pt x="3599246" y="2252084"/>
                  </a:lnTo>
                  <a:lnTo>
                    <a:pt x="3651907" y="2218541"/>
                  </a:lnTo>
                  <a:lnTo>
                    <a:pt x="3705203" y="2187404"/>
                  </a:lnTo>
                  <a:lnTo>
                    <a:pt x="3759547" y="2158698"/>
                  </a:lnTo>
                  <a:lnTo>
                    <a:pt x="3815487" y="2132387"/>
                  </a:lnTo>
                  <a:lnTo>
                    <a:pt x="3820202" y="2130317"/>
                  </a:lnTo>
                  <a:lnTo>
                    <a:pt x="3871972" y="2109077"/>
                  </a:lnTo>
                  <a:lnTo>
                    <a:pt x="3926182" y="2089677"/>
                  </a:lnTo>
                  <a:lnTo>
                    <a:pt x="3983510" y="2072051"/>
                  </a:lnTo>
                  <a:lnTo>
                    <a:pt x="4044704" y="2056074"/>
                  </a:lnTo>
                  <a:lnTo>
                    <a:pt x="4110537" y="2041595"/>
                  </a:lnTo>
                  <a:lnTo>
                    <a:pt x="4181766" y="2028458"/>
                  </a:lnTo>
                  <a:lnTo>
                    <a:pt x="4259085" y="2016518"/>
                  </a:lnTo>
                  <a:lnTo>
                    <a:pt x="4343051" y="2005646"/>
                  </a:lnTo>
                  <a:lnTo>
                    <a:pt x="4433999" y="1995734"/>
                  </a:lnTo>
                  <a:lnTo>
                    <a:pt x="4531922" y="1986702"/>
                  </a:lnTo>
                  <a:lnTo>
                    <a:pt x="4636336" y="1978493"/>
                  </a:lnTo>
                  <a:lnTo>
                    <a:pt x="4746131" y="1971074"/>
                  </a:lnTo>
                  <a:lnTo>
                    <a:pt x="4859451" y="1964438"/>
                  </a:lnTo>
                  <a:lnTo>
                    <a:pt x="4973634" y="1958592"/>
                  </a:lnTo>
                  <a:lnTo>
                    <a:pt x="5085274" y="1953552"/>
                  </a:lnTo>
                  <a:lnTo>
                    <a:pt x="5190454" y="1949333"/>
                  </a:lnTo>
                  <a:lnTo>
                    <a:pt x="5285158" y="1945934"/>
                  </a:lnTo>
                  <a:lnTo>
                    <a:pt x="5365828" y="1943327"/>
                  </a:lnTo>
                  <a:lnTo>
                    <a:pt x="5429944" y="1941452"/>
                  </a:lnTo>
                  <a:lnTo>
                    <a:pt x="5476502" y="1940214"/>
                  </a:lnTo>
                  <a:lnTo>
                    <a:pt x="5506259" y="1939493"/>
                  </a:lnTo>
                  <a:lnTo>
                    <a:pt x="5521726" y="1939150"/>
                  </a:lnTo>
                  <a:lnTo>
                    <a:pt x="5526981" y="1939043"/>
                  </a:lnTo>
                  <a:lnTo>
                    <a:pt x="5527445" y="1939034"/>
                  </a:lnTo>
                  <a:lnTo>
                    <a:pt x="6522385" y="1939034"/>
                  </a:lnTo>
                  <a:lnTo>
                    <a:pt x="6523493" y="1938998"/>
                  </a:lnTo>
                  <a:lnTo>
                    <a:pt x="6530804" y="1938741"/>
                  </a:lnTo>
                  <a:lnTo>
                    <a:pt x="6549345" y="1938032"/>
                  </a:lnTo>
                  <a:lnTo>
                    <a:pt x="6582768" y="1936633"/>
                  </a:lnTo>
                  <a:lnTo>
                    <a:pt x="6633141" y="1934321"/>
                  </a:lnTo>
                  <a:lnTo>
                    <a:pt x="6700797" y="1930902"/>
                  </a:lnTo>
                  <a:lnTo>
                    <a:pt x="6784376" y="1926234"/>
                  </a:lnTo>
                  <a:lnTo>
                    <a:pt x="6881128" y="1920227"/>
                  </a:lnTo>
                  <a:lnTo>
                    <a:pt x="6987406" y="1912847"/>
                  </a:lnTo>
                  <a:lnTo>
                    <a:pt x="7099241" y="1904100"/>
                  </a:lnTo>
                  <a:lnTo>
                    <a:pt x="7212856" y="1894012"/>
                  </a:lnTo>
                  <a:lnTo>
                    <a:pt x="7325037" y="1882608"/>
                  </a:lnTo>
                  <a:lnTo>
                    <a:pt x="7433320" y="1869897"/>
                  </a:lnTo>
                  <a:lnTo>
                    <a:pt x="7536025" y="1855858"/>
                  </a:lnTo>
                  <a:lnTo>
                    <a:pt x="7632185" y="1840432"/>
                  </a:lnTo>
                  <a:lnTo>
                    <a:pt x="7721418" y="1823516"/>
                  </a:lnTo>
                  <a:lnTo>
                    <a:pt x="7803782" y="1804967"/>
                  </a:lnTo>
                  <a:lnTo>
                    <a:pt x="7879651" y="1784603"/>
                  </a:lnTo>
                  <a:lnTo>
                    <a:pt x="7949601" y="1762202"/>
                  </a:lnTo>
                  <a:lnTo>
                    <a:pt x="8014325" y="1737521"/>
                  </a:lnTo>
                  <a:lnTo>
                    <a:pt x="8074575" y="1710299"/>
                  </a:lnTo>
                  <a:lnTo>
                    <a:pt x="8131110" y="1680290"/>
                  </a:lnTo>
                  <a:lnTo>
                    <a:pt x="8184656" y="1647296"/>
                  </a:lnTo>
                  <a:lnTo>
                    <a:pt x="8229629" y="1615862"/>
                  </a:lnTo>
                  <a:lnTo>
                    <a:pt x="8279669" y="1576771"/>
                  </a:lnTo>
                  <a:lnTo>
                    <a:pt x="8328350" y="1534492"/>
                  </a:lnTo>
                  <a:lnTo>
                    <a:pt x="8376082" y="1488960"/>
                  </a:lnTo>
                  <a:lnTo>
                    <a:pt x="8423190" y="1440181"/>
                  </a:lnTo>
                  <a:lnTo>
                    <a:pt x="8469920" y="1388230"/>
                  </a:lnTo>
                  <a:lnTo>
                    <a:pt x="8516460" y="1333264"/>
                  </a:lnTo>
                  <a:lnTo>
                    <a:pt x="8562941" y="1275525"/>
                  </a:lnTo>
                  <a:lnTo>
                    <a:pt x="8609445" y="1215334"/>
                  </a:lnTo>
                  <a:lnTo>
                    <a:pt x="8656017" y="1153094"/>
                  </a:lnTo>
                  <a:lnTo>
                    <a:pt x="8702667" y="1089274"/>
                  </a:lnTo>
                  <a:lnTo>
                    <a:pt x="8749380" y="1024401"/>
                  </a:lnTo>
                  <a:lnTo>
                    <a:pt x="8796126" y="959040"/>
                  </a:lnTo>
                  <a:lnTo>
                    <a:pt x="8842865" y="893772"/>
                  </a:lnTo>
                  <a:lnTo>
                    <a:pt x="8889561" y="829176"/>
                  </a:lnTo>
                  <a:lnTo>
                    <a:pt x="8936186" y="765807"/>
                  </a:lnTo>
                  <a:lnTo>
                    <a:pt x="8982734" y="704175"/>
                  </a:lnTo>
                  <a:lnTo>
                    <a:pt x="9029224" y="644730"/>
                  </a:lnTo>
                  <a:lnTo>
                    <a:pt x="9075712" y="587848"/>
                  </a:lnTo>
                  <a:lnTo>
                    <a:pt x="9122297" y="533826"/>
                  </a:lnTo>
                  <a:lnTo>
                    <a:pt x="9169125" y="482877"/>
                  </a:lnTo>
                  <a:lnTo>
                    <a:pt x="9216402" y="435133"/>
                  </a:lnTo>
                  <a:lnTo>
                    <a:pt x="9264399" y="390647"/>
                  </a:lnTo>
                  <a:lnTo>
                    <a:pt x="9313466" y="349398"/>
                  </a:lnTo>
                  <a:lnTo>
                    <a:pt x="9347647" y="323172"/>
                  </a:lnTo>
                  <a:lnTo>
                    <a:pt x="9399118" y="287482"/>
                  </a:lnTo>
                  <a:lnTo>
                    <a:pt x="9452997" y="254865"/>
                  </a:lnTo>
                  <a:lnTo>
                    <a:pt x="9509952" y="225214"/>
                  </a:lnTo>
                  <a:lnTo>
                    <a:pt x="9570715" y="198321"/>
                  </a:lnTo>
                  <a:lnTo>
                    <a:pt x="9636046" y="173936"/>
                  </a:lnTo>
                  <a:lnTo>
                    <a:pt x="9706694" y="151801"/>
                  </a:lnTo>
                  <a:lnTo>
                    <a:pt x="9783340" y="131673"/>
                  </a:lnTo>
                  <a:lnTo>
                    <a:pt x="9866541" y="113336"/>
                  </a:lnTo>
                  <a:lnTo>
                    <a:pt x="9956636" y="96612"/>
                  </a:lnTo>
                  <a:lnTo>
                    <a:pt x="10053639" y="81362"/>
                  </a:lnTo>
                  <a:lnTo>
                    <a:pt x="10157101" y="67490"/>
                  </a:lnTo>
                  <a:lnTo>
                    <a:pt x="10265974" y="54942"/>
                  </a:lnTo>
                  <a:lnTo>
                    <a:pt x="10378483" y="43700"/>
                  </a:lnTo>
                  <a:lnTo>
                    <a:pt x="10492066" y="33776"/>
                  </a:lnTo>
                  <a:lnTo>
                    <a:pt x="10603425" y="25197"/>
                  </a:lnTo>
                  <a:lnTo>
                    <a:pt x="10708737" y="17988"/>
                  </a:lnTo>
                  <a:lnTo>
                    <a:pt x="10804041" y="12150"/>
                  </a:lnTo>
                  <a:lnTo>
                    <a:pt x="10885772" y="7642"/>
                  </a:lnTo>
                  <a:lnTo>
                    <a:pt x="10951327" y="4370"/>
                  </a:lnTo>
                  <a:lnTo>
                    <a:pt x="10999546" y="2182"/>
                  </a:lnTo>
                  <a:lnTo>
                    <a:pt x="11030978" y="881"/>
                  </a:lnTo>
                  <a:lnTo>
                    <a:pt x="11047898" y="241"/>
                  </a:lnTo>
                  <a:lnTo>
                    <a:pt x="11054142" y="2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9" name="pl2008"/>
            <p:cNvSpPr/>
            <p:nvPr/>
          </p:nvSpPr>
          <p:spPr>
            <a:xfrm>
              <a:off x="1199187" y="3154697"/>
              <a:ext cx="12049831" cy="3086733"/>
            </a:xfrm>
            <a:custGeom>
              <a:avLst/>
              <a:pathLst>
                <a:path w="12049831" h="3086733">
                  <a:moveTo>
                    <a:pt x="12049831" y="0"/>
                  </a:moveTo>
                  <a:lnTo>
                    <a:pt x="11054891" y="0"/>
                  </a:lnTo>
                  <a:lnTo>
                    <a:pt x="11053784" y="36"/>
                  </a:lnTo>
                  <a:lnTo>
                    <a:pt x="11046472" y="292"/>
                  </a:lnTo>
                  <a:lnTo>
                    <a:pt x="11027932" y="1002"/>
                  </a:lnTo>
                  <a:lnTo>
                    <a:pt x="10994509" y="2401"/>
                  </a:lnTo>
                  <a:lnTo>
                    <a:pt x="10944135" y="4713"/>
                  </a:lnTo>
                  <a:lnTo>
                    <a:pt x="10876480" y="8131"/>
                  </a:lnTo>
                  <a:lnTo>
                    <a:pt x="10792901" y="12800"/>
                  </a:lnTo>
                  <a:lnTo>
                    <a:pt x="10696149" y="18807"/>
                  </a:lnTo>
                  <a:lnTo>
                    <a:pt x="10589871" y="26186"/>
                  </a:lnTo>
                  <a:lnTo>
                    <a:pt x="10478036" y="34933"/>
                  </a:lnTo>
                  <a:lnTo>
                    <a:pt x="10364421" y="45022"/>
                  </a:lnTo>
                  <a:lnTo>
                    <a:pt x="10252240" y="56426"/>
                  </a:lnTo>
                  <a:lnTo>
                    <a:pt x="10143957" y="69136"/>
                  </a:lnTo>
                  <a:lnTo>
                    <a:pt x="10041251" y="83175"/>
                  </a:lnTo>
                  <a:lnTo>
                    <a:pt x="9945091" y="98602"/>
                  </a:lnTo>
                  <a:lnTo>
                    <a:pt x="9855859" y="115518"/>
                  </a:lnTo>
                  <a:lnTo>
                    <a:pt x="9773494" y="134066"/>
                  </a:lnTo>
                  <a:lnTo>
                    <a:pt x="9697625" y="154431"/>
                  </a:lnTo>
                  <a:lnTo>
                    <a:pt x="9627676" y="176831"/>
                  </a:lnTo>
                  <a:lnTo>
                    <a:pt x="9562951" y="201513"/>
                  </a:lnTo>
                  <a:lnTo>
                    <a:pt x="9502701" y="228734"/>
                  </a:lnTo>
                  <a:lnTo>
                    <a:pt x="9446167" y="258743"/>
                  </a:lnTo>
                  <a:lnTo>
                    <a:pt x="9392621" y="291738"/>
                  </a:lnTo>
                  <a:lnTo>
                    <a:pt x="9347647" y="323172"/>
                  </a:lnTo>
                  <a:lnTo>
                    <a:pt x="9297607" y="362262"/>
                  </a:lnTo>
                  <a:lnTo>
                    <a:pt x="9248926" y="404542"/>
                  </a:lnTo>
                  <a:lnTo>
                    <a:pt x="9201194" y="450073"/>
                  </a:lnTo>
                  <a:lnTo>
                    <a:pt x="9154087" y="498853"/>
                  </a:lnTo>
                  <a:lnTo>
                    <a:pt x="9107356" y="550804"/>
                  </a:lnTo>
                  <a:lnTo>
                    <a:pt x="9060816" y="605769"/>
                  </a:lnTo>
                  <a:lnTo>
                    <a:pt x="9014336" y="663509"/>
                  </a:lnTo>
                  <a:lnTo>
                    <a:pt x="8967831" y="723699"/>
                  </a:lnTo>
                  <a:lnTo>
                    <a:pt x="8921259" y="785940"/>
                  </a:lnTo>
                  <a:lnTo>
                    <a:pt x="8874610" y="849760"/>
                  </a:lnTo>
                  <a:lnTo>
                    <a:pt x="8827896" y="914632"/>
                  </a:lnTo>
                  <a:lnTo>
                    <a:pt x="8781151" y="979994"/>
                  </a:lnTo>
                  <a:lnTo>
                    <a:pt x="8734412" y="1045262"/>
                  </a:lnTo>
                  <a:lnTo>
                    <a:pt x="8687716" y="1109858"/>
                  </a:lnTo>
                  <a:lnTo>
                    <a:pt x="8641091" y="1173226"/>
                  </a:lnTo>
                  <a:lnTo>
                    <a:pt x="8594543" y="1234858"/>
                  </a:lnTo>
                  <a:lnTo>
                    <a:pt x="8548053" y="1294304"/>
                  </a:lnTo>
                  <a:lnTo>
                    <a:pt x="8501564" y="1351186"/>
                  </a:lnTo>
                  <a:lnTo>
                    <a:pt x="8454980" y="1405208"/>
                  </a:lnTo>
                  <a:lnTo>
                    <a:pt x="8408152" y="1456156"/>
                  </a:lnTo>
                  <a:lnTo>
                    <a:pt x="8360875" y="1503900"/>
                  </a:lnTo>
                  <a:lnTo>
                    <a:pt x="8312878" y="1548387"/>
                  </a:lnTo>
                  <a:lnTo>
                    <a:pt x="8263811" y="1589635"/>
                  </a:lnTo>
                  <a:lnTo>
                    <a:pt x="8229629" y="1615862"/>
                  </a:lnTo>
                  <a:lnTo>
                    <a:pt x="8178158" y="1651552"/>
                  </a:lnTo>
                  <a:lnTo>
                    <a:pt x="8124279" y="1684168"/>
                  </a:lnTo>
                  <a:lnTo>
                    <a:pt x="8067325" y="1713820"/>
                  </a:lnTo>
                  <a:lnTo>
                    <a:pt x="8006562" y="1740712"/>
                  </a:lnTo>
                  <a:lnTo>
                    <a:pt x="7941230" y="1765097"/>
                  </a:lnTo>
                  <a:lnTo>
                    <a:pt x="7870583" y="1787232"/>
                  </a:lnTo>
                  <a:lnTo>
                    <a:pt x="7793937" y="1807361"/>
                  </a:lnTo>
                  <a:lnTo>
                    <a:pt x="7710736" y="1825698"/>
                  </a:lnTo>
                  <a:lnTo>
                    <a:pt x="7620640" y="1842422"/>
                  </a:lnTo>
                  <a:lnTo>
                    <a:pt x="7523638" y="1857672"/>
                  </a:lnTo>
                  <a:lnTo>
                    <a:pt x="7420175" y="1871544"/>
                  </a:lnTo>
                  <a:lnTo>
                    <a:pt x="7311302" y="1884092"/>
                  </a:lnTo>
                  <a:lnTo>
                    <a:pt x="7198794" y="1895334"/>
                  </a:lnTo>
                  <a:lnTo>
                    <a:pt x="7085211" y="1905258"/>
                  </a:lnTo>
                  <a:lnTo>
                    <a:pt x="6973851" y="1913836"/>
                  </a:lnTo>
                  <a:lnTo>
                    <a:pt x="6868540" y="1921046"/>
                  </a:lnTo>
                  <a:lnTo>
                    <a:pt x="6773235" y="1926884"/>
                  </a:lnTo>
                  <a:lnTo>
                    <a:pt x="6691504" y="1931392"/>
                  </a:lnTo>
                  <a:lnTo>
                    <a:pt x="6625949" y="1934664"/>
                  </a:lnTo>
                  <a:lnTo>
                    <a:pt x="6577731" y="1936851"/>
                  </a:lnTo>
                  <a:lnTo>
                    <a:pt x="6546299" y="1938152"/>
                  </a:lnTo>
                  <a:lnTo>
                    <a:pt x="6529378" y="1938793"/>
                  </a:lnTo>
                  <a:lnTo>
                    <a:pt x="6523135" y="1939010"/>
                  </a:lnTo>
                  <a:lnTo>
                    <a:pt x="6522385" y="1939034"/>
                  </a:lnTo>
                  <a:lnTo>
                    <a:pt x="5527445" y="1939034"/>
                  </a:lnTo>
                  <a:lnTo>
                    <a:pt x="5526319" y="1939056"/>
                  </a:lnTo>
                  <a:lnTo>
                    <a:pt x="5518887" y="1939211"/>
                  </a:lnTo>
                  <a:lnTo>
                    <a:pt x="5500048" y="1939638"/>
                  </a:lnTo>
                  <a:lnTo>
                    <a:pt x="5466108" y="1940480"/>
                  </a:lnTo>
                  <a:lnTo>
                    <a:pt x="5414998" y="1941872"/>
                  </a:lnTo>
                  <a:lnTo>
                    <a:pt x="5346427" y="1943929"/>
                  </a:lnTo>
                  <a:lnTo>
                    <a:pt x="5261826" y="1946737"/>
                  </a:lnTo>
                  <a:lnTo>
                    <a:pt x="5164035" y="1950347"/>
                  </a:lnTo>
                  <a:lnTo>
                    <a:pt x="5056790" y="1954780"/>
                  </a:lnTo>
                  <a:lnTo>
                    <a:pt x="4944130" y="1960030"/>
                  </a:lnTo>
                  <a:lnTo>
                    <a:pt x="4829871" y="1966083"/>
                  </a:lnTo>
                  <a:lnTo>
                    <a:pt x="4717241" y="1972922"/>
                  </a:lnTo>
                  <a:lnTo>
                    <a:pt x="4608695" y="1980544"/>
                  </a:lnTo>
                  <a:lnTo>
                    <a:pt x="4505885" y="1988963"/>
                  </a:lnTo>
                  <a:lnTo>
                    <a:pt x="4409745" y="1998216"/>
                  </a:lnTo>
                  <a:lnTo>
                    <a:pt x="4320622" y="2008368"/>
                  </a:lnTo>
                  <a:lnTo>
                    <a:pt x="4238422" y="2019506"/>
                  </a:lnTo>
                  <a:lnTo>
                    <a:pt x="4162743" y="2031743"/>
                  </a:lnTo>
                  <a:lnTo>
                    <a:pt x="4092983" y="2045213"/>
                  </a:lnTo>
                  <a:lnTo>
                    <a:pt x="4028427" y="2060066"/>
                  </a:lnTo>
                  <a:lnTo>
                    <a:pt x="3968309" y="2076456"/>
                  </a:lnTo>
                  <a:lnTo>
                    <a:pt x="3911858" y="2094532"/>
                  </a:lnTo>
                  <a:lnTo>
                    <a:pt x="3858343" y="2114406"/>
                  </a:lnTo>
                  <a:lnTo>
                    <a:pt x="3820202" y="2130317"/>
                  </a:lnTo>
                  <a:lnTo>
                    <a:pt x="3764100" y="2156434"/>
                  </a:lnTo>
                  <a:lnTo>
                    <a:pt x="3709647" y="2184940"/>
                  </a:lnTo>
                  <a:lnTo>
                    <a:pt x="3656282" y="2215876"/>
                  </a:lnTo>
                  <a:lnTo>
                    <a:pt x="3603581" y="2249223"/>
                  </a:lnTo>
                  <a:lnTo>
                    <a:pt x="3551232" y="2284886"/>
                  </a:lnTo>
                  <a:lnTo>
                    <a:pt x="3499016" y="2322695"/>
                  </a:lnTo>
                  <a:lnTo>
                    <a:pt x="3446793" y="2362402"/>
                  </a:lnTo>
                  <a:lnTo>
                    <a:pt x="3394491" y="2403683"/>
                  </a:lnTo>
                  <a:lnTo>
                    <a:pt x="3342091" y="2446148"/>
                  </a:lnTo>
                  <a:lnTo>
                    <a:pt x="3289615" y="2489354"/>
                  </a:lnTo>
                  <a:lnTo>
                    <a:pt x="3237109" y="2532825"/>
                  </a:lnTo>
                  <a:lnTo>
                    <a:pt x="3184628" y="2576071"/>
                  </a:lnTo>
                  <a:lnTo>
                    <a:pt x="3132220" y="2618614"/>
                  </a:lnTo>
                  <a:lnTo>
                    <a:pt x="3079910" y="2660009"/>
                  </a:lnTo>
                  <a:lnTo>
                    <a:pt x="3027682" y="2699859"/>
                  </a:lnTo>
                  <a:lnTo>
                    <a:pt x="2975470" y="2737836"/>
                  </a:lnTo>
                  <a:lnTo>
                    <a:pt x="2923139" y="2773683"/>
                  </a:lnTo>
                  <a:lnTo>
                    <a:pt x="2870478" y="2807226"/>
                  </a:lnTo>
                  <a:lnTo>
                    <a:pt x="2817182" y="2838363"/>
                  </a:lnTo>
                  <a:lnTo>
                    <a:pt x="2762838" y="2867069"/>
                  </a:lnTo>
                  <a:lnTo>
                    <a:pt x="2706898" y="2893380"/>
                  </a:lnTo>
                  <a:lnTo>
                    <a:pt x="2702183" y="2895450"/>
                  </a:lnTo>
                  <a:lnTo>
                    <a:pt x="2650413" y="2916690"/>
                  </a:lnTo>
                  <a:lnTo>
                    <a:pt x="2596203" y="2936090"/>
                  </a:lnTo>
                  <a:lnTo>
                    <a:pt x="2538875" y="2953716"/>
                  </a:lnTo>
                  <a:lnTo>
                    <a:pt x="2477681" y="2969693"/>
                  </a:lnTo>
                  <a:lnTo>
                    <a:pt x="2411848" y="2984172"/>
                  </a:lnTo>
                  <a:lnTo>
                    <a:pt x="2340619" y="2997309"/>
                  </a:lnTo>
                  <a:lnTo>
                    <a:pt x="2263300" y="3009249"/>
                  </a:lnTo>
                  <a:lnTo>
                    <a:pt x="2179334" y="3020121"/>
                  </a:lnTo>
                  <a:lnTo>
                    <a:pt x="2088386" y="3030033"/>
                  </a:lnTo>
                  <a:lnTo>
                    <a:pt x="1990463" y="3039065"/>
                  </a:lnTo>
                  <a:lnTo>
                    <a:pt x="1886049" y="3047274"/>
                  </a:lnTo>
                  <a:lnTo>
                    <a:pt x="1776254" y="3054693"/>
                  </a:lnTo>
                  <a:lnTo>
                    <a:pt x="1662934" y="3061329"/>
                  </a:lnTo>
                  <a:lnTo>
                    <a:pt x="1548751" y="3067176"/>
                  </a:lnTo>
                  <a:lnTo>
                    <a:pt x="1437111" y="3072215"/>
                  </a:lnTo>
                  <a:lnTo>
                    <a:pt x="1331931" y="3076434"/>
                  </a:lnTo>
                  <a:lnTo>
                    <a:pt x="1237227" y="3079834"/>
                  </a:lnTo>
                  <a:lnTo>
                    <a:pt x="1156557" y="3082441"/>
                  </a:lnTo>
                  <a:lnTo>
                    <a:pt x="1092441" y="3084316"/>
                  </a:lnTo>
                  <a:lnTo>
                    <a:pt x="1045883" y="3085553"/>
                  </a:lnTo>
                  <a:lnTo>
                    <a:pt x="1016126" y="3086274"/>
                  </a:lnTo>
                  <a:lnTo>
                    <a:pt x="1000659" y="3086617"/>
                  </a:lnTo>
                  <a:lnTo>
                    <a:pt x="995404" y="3086724"/>
                  </a:lnTo>
                  <a:lnTo>
                    <a:pt x="994940" y="3086733"/>
                  </a:lnTo>
                  <a:lnTo>
                    <a:pt x="0" y="3086733"/>
                  </a:lnTo>
                  <a:lnTo>
                    <a:pt x="0" y="30867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0" name="pg2009"/>
            <p:cNvSpPr/>
            <p:nvPr/>
          </p:nvSpPr>
          <p:spPr>
            <a:xfrm>
              <a:off x="1199187" y="2174698"/>
              <a:ext cx="12049831" cy="4040528"/>
            </a:xfrm>
            <a:custGeom>
              <a:avLst/>
              <a:pathLst>
                <a:path w="12049831" h="4040528">
                  <a:moveTo>
                    <a:pt x="0" y="4040528"/>
                  </a:moveTo>
                  <a:lnTo>
                    <a:pt x="994940" y="4040528"/>
                  </a:lnTo>
                  <a:lnTo>
                    <a:pt x="995968" y="4040461"/>
                  </a:lnTo>
                  <a:lnTo>
                    <a:pt x="1002765" y="4039981"/>
                  </a:lnTo>
                  <a:lnTo>
                    <a:pt x="1020037" y="4038656"/>
                  </a:lnTo>
                  <a:lnTo>
                    <a:pt x="1051257" y="4036043"/>
                  </a:lnTo>
                  <a:lnTo>
                    <a:pt x="1098478" y="4031719"/>
                  </a:lnTo>
                  <a:lnTo>
                    <a:pt x="1162189" y="4025316"/>
                  </a:lnTo>
                  <a:lnTo>
                    <a:pt x="1241334" y="4016550"/>
                  </a:lnTo>
                  <a:lnTo>
                    <a:pt x="1333541" y="4005239"/>
                  </a:lnTo>
                  <a:lnTo>
                    <a:pt x="1435539" y="3991302"/>
                  </a:lnTo>
                  <a:lnTo>
                    <a:pt x="1543664" y="3974737"/>
                  </a:lnTo>
                  <a:lnTo>
                    <a:pt x="1654336" y="3955586"/>
                  </a:lnTo>
                  <a:lnTo>
                    <a:pt x="1764410" y="3933901"/>
                  </a:lnTo>
                  <a:lnTo>
                    <a:pt x="1871396" y="3909712"/>
                  </a:lnTo>
                  <a:lnTo>
                    <a:pt x="1973512" y="3882997"/>
                  </a:lnTo>
                  <a:lnTo>
                    <a:pt x="2069654" y="3853671"/>
                  </a:lnTo>
                  <a:lnTo>
                    <a:pt x="2159285" y="3821572"/>
                  </a:lnTo>
                  <a:lnTo>
                    <a:pt x="2242320" y="3786462"/>
                  </a:lnTo>
                  <a:lnTo>
                    <a:pt x="2318998" y="3748029"/>
                  </a:lnTo>
                  <a:lnTo>
                    <a:pt x="2389784" y="3705889"/>
                  </a:lnTo>
                  <a:lnTo>
                    <a:pt x="2455280" y="3659604"/>
                  </a:lnTo>
                  <a:lnTo>
                    <a:pt x="2516162" y="3608696"/>
                  </a:lnTo>
                  <a:lnTo>
                    <a:pt x="2573135" y="3552686"/>
                  </a:lnTo>
                  <a:lnTo>
                    <a:pt x="2626894" y="3491143"/>
                  </a:lnTo>
                  <a:lnTo>
                    <a:pt x="2678090" y="3423766"/>
                  </a:lnTo>
                  <a:lnTo>
                    <a:pt x="2702183" y="3388943"/>
                  </a:lnTo>
                  <a:lnTo>
                    <a:pt x="2741164" y="3328311"/>
                  </a:lnTo>
                  <a:lnTo>
                    <a:pt x="2779264" y="3263828"/>
                  </a:lnTo>
                  <a:lnTo>
                    <a:pt x="2816691" y="3195417"/>
                  </a:lnTo>
                  <a:lnTo>
                    <a:pt x="2853617" y="3123043"/>
                  </a:lnTo>
                  <a:lnTo>
                    <a:pt x="2890185" y="3046725"/>
                  </a:lnTo>
                  <a:lnTo>
                    <a:pt x="2926513" y="2966535"/>
                  </a:lnTo>
                  <a:lnTo>
                    <a:pt x="2962692" y="2882602"/>
                  </a:lnTo>
                  <a:lnTo>
                    <a:pt x="2998795" y="2795118"/>
                  </a:lnTo>
                  <a:lnTo>
                    <a:pt x="3034876" y="2704334"/>
                  </a:lnTo>
                  <a:lnTo>
                    <a:pt x="3070972" y="2610562"/>
                  </a:lnTo>
                  <a:lnTo>
                    <a:pt x="3107105" y="2514173"/>
                  </a:lnTo>
                  <a:lnTo>
                    <a:pt x="3143285" y="2415590"/>
                  </a:lnTo>
                  <a:lnTo>
                    <a:pt x="3179511" y="2315281"/>
                  </a:lnTo>
                  <a:lnTo>
                    <a:pt x="3215774" y="2213753"/>
                  </a:lnTo>
                  <a:lnTo>
                    <a:pt x="3252060" y="2111538"/>
                  </a:lnTo>
                  <a:lnTo>
                    <a:pt x="3288350" y="2009184"/>
                  </a:lnTo>
                  <a:lnTo>
                    <a:pt x="3324627" y="1907242"/>
                  </a:lnTo>
                  <a:lnTo>
                    <a:pt x="3360873" y="1806254"/>
                  </a:lnTo>
                  <a:lnTo>
                    <a:pt x="3397076" y="1706741"/>
                  </a:lnTo>
                  <a:lnTo>
                    <a:pt x="3433232" y="1609192"/>
                  </a:lnTo>
                  <a:lnTo>
                    <a:pt x="3469345" y="1514054"/>
                  </a:lnTo>
                  <a:lnTo>
                    <a:pt x="3505430" y="1421723"/>
                  </a:lnTo>
                  <a:lnTo>
                    <a:pt x="3541517" y="1332543"/>
                  </a:lnTo>
                  <a:lnTo>
                    <a:pt x="3577650" y="1246795"/>
                  </a:lnTo>
                  <a:lnTo>
                    <a:pt x="3613892" y="1164701"/>
                  </a:lnTo>
                  <a:lnTo>
                    <a:pt x="3650327" y="1086421"/>
                  </a:lnTo>
                  <a:lnTo>
                    <a:pt x="3687057" y="1012057"/>
                  </a:lnTo>
                  <a:lnTo>
                    <a:pt x="3724212" y="941653"/>
                  </a:lnTo>
                  <a:lnTo>
                    <a:pt x="3761949" y="875200"/>
                  </a:lnTo>
                  <a:lnTo>
                    <a:pt x="3800458" y="812642"/>
                  </a:lnTo>
                  <a:lnTo>
                    <a:pt x="3820202" y="782601"/>
                  </a:lnTo>
                  <a:lnTo>
                    <a:pt x="3870365" y="712357"/>
                  </a:lnTo>
                  <a:lnTo>
                    <a:pt x="3922804" y="648008"/>
                  </a:lnTo>
                  <a:lnTo>
                    <a:pt x="3978132" y="589361"/>
                  </a:lnTo>
                  <a:lnTo>
                    <a:pt x="4037029" y="536036"/>
                  </a:lnTo>
                  <a:lnTo>
                    <a:pt x="4100199" y="487568"/>
                  </a:lnTo>
                  <a:lnTo>
                    <a:pt x="4168336" y="443474"/>
                  </a:lnTo>
                  <a:lnTo>
                    <a:pt x="4242088" y="403294"/>
                  </a:lnTo>
                  <a:lnTo>
                    <a:pt x="4321992" y="366615"/>
                  </a:lnTo>
                  <a:lnTo>
                    <a:pt x="4408410" y="333090"/>
                  </a:lnTo>
                  <a:lnTo>
                    <a:pt x="4501429" y="302443"/>
                  </a:lnTo>
                  <a:lnTo>
                    <a:pt x="4600746" y="274476"/>
                  </a:lnTo>
                  <a:lnTo>
                    <a:pt x="4705547" y="249068"/>
                  </a:lnTo>
                  <a:lnTo>
                    <a:pt x="4814390" y="226167"/>
                  </a:lnTo>
                  <a:lnTo>
                    <a:pt x="4925127" y="205781"/>
                  </a:lnTo>
                  <a:lnTo>
                    <a:pt x="5034915" y="187953"/>
                  </a:lnTo>
                  <a:lnTo>
                    <a:pt x="5140349" y="172738"/>
                  </a:lnTo>
                  <a:lnTo>
                    <a:pt x="5237752" y="160157"/>
                  </a:lnTo>
                  <a:lnTo>
                    <a:pt x="5323598" y="150173"/>
                  </a:lnTo>
                  <a:lnTo>
                    <a:pt x="5395020" y="142652"/>
                  </a:lnTo>
                  <a:lnTo>
                    <a:pt x="5450280" y="137361"/>
                  </a:lnTo>
                  <a:lnTo>
                    <a:pt x="5489103" y="133968"/>
                  </a:lnTo>
                  <a:lnTo>
                    <a:pt x="5512792" y="132073"/>
                  </a:lnTo>
                  <a:lnTo>
                    <a:pt x="5524157" y="131238"/>
                  </a:lnTo>
                  <a:lnTo>
                    <a:pt x="5527445" y="131015"/>
                  </a:lnTo>
                  <a:lnTo>
                    <a:pt x="6522385" y="131015"/>
                  </a:lnTo>
                  <a:lnTo>
                    <a:pt x="6523522" y="131013"/>
                  </a:lnTo>
                  <a:lnTo>
                    <a:pt x="6531021" y="130996"/>
                  </a:lnTo>
                  <a:lnTo>
                    <a:pt x="6550023" y="130949"/>
                  </a:lnTo>
                  <a:lnTo>
                    <a:pt x="6584246" y="130855"/>
                  </a:lnTo>
                  <a:lnTo>
                    <a:pt x="6635759" y="130701"/>
                  </a:lnTo>
                  <a:lnTo>
                    <a:pt x="6704831" y="130474"/>
                  </a:lnTo>
                  <a:lnTo>
                    <a:pt x="6789990" y="130164"/>
                  </a:lnTo>
                  <a:lnTo>
                    <a:pt x="6888346" y="129765"/>
                  </a:lnTo>
                  <a:lnTo>
                    <a:pt x="6996115" y="129275"/>
                  </a:lnTo>
                  <a:lnTo>
                    <a:pt x="7109221" y="128695"/>
                  </a:lnTo>
                  <a:lnTo>
                    <a:pt x="7223826" y="128027"/>
                  </a:lnTo>
                  <a:lnTo>
                    <a:pt x="7336694" y="127272"/>
                  </a:lnTo>
                  <a:lnTo>
                    <a:pt x="7445379" y="126431"/>
                  </a:lnTo>
                  <a:lnTo>
                    <a:pt x="7548241" y="125502"/>
                  </a:lnTo>
                  <a:lnTo>
                    <a:pt x="7644366" y="124480"/>
                  </a:lnTo>
                  <a:lnTo>
                    <a:pt x="7733427" y="123359"/>
                  </a:lnTo>
                  <a:lnTo>
                    <a:pt x="7815536" y="122129"/>
                  </a:lnTo>
                  <a:lnTo>
                    <a:pt x="7891112" y="120777"/>
                  </a:lnTo>
                  <a:lnTo>
                    <a:pt x="7960770" y="119288"/>
                  </a:lnTo>
                  <a:lnTo>
                    <a:pt x="8025235" y="117646"/>
                  </a:lnTo>
                  <a:lnTo>
                    <a:pt x="8085283" y="115833"/>
                  </a:lnTo>
                  <a:lnTo>
                    <a:pt x="8141690" y="113833"/>
                  </a:lnTo>
                  <a:lnTo>
                    <a:pt x="8195193" y="111634"/>
                  </a:lnTo>
                  <a:lnTo>
                    <a:pt x="8229629" y="110053"/>
                  </a:lnTo>
                  <a:lnTo>
                    <a:pt x="8291198" y="106892"/>
                  </a:lnTo>
                  <a:lnTo>
                    <a:pt x="8350849" y="103415"/>
                  </a:lnTo>
                  <a:lnTo>
                    <a:pt x="8409295" y="99616"/>
                  </a:lnTo>
                  <a:lnTo>
                    <a:pt x="8467061" y="95500"/>
                  </a:lnTo>
                  <a:lnTo>
                    <a:pt x="8524519" y="91085"/>
                  </a:lnTo>
                  <a:lnTo>
                    <a:pt x="8581909" y="86402"/>
                  </a:lnTo>
                  <a:lnTo>
                    <a:pt x="8639367" y="81491"/>
                  </a:lnTo>
                  <a:lnTo>
                    <a:pt x="8696941" y="76408"/>
                  </a:lnTo>
                  <a:lnTo>
                    <a:pt x="8754615" y="71214"/>
                  </a:lnTo>
                  <a:lnTo>
                    <a:pt x="8812332" y="65978"/>
                  </a:lnTo>
                  <a:lnTo>
                    <a:pt x="8870018" y="60771"/>
                  </a:lnTo>
                  <a:lnTo>
                    <a:pt x="8927613" y="55663"/>
                  </a:lnTo>
                  <a:lnTo>
                    <a:pt x="8985090" y="50717"/>
                  </a:lnTo>
                  <a:lnTo>
                    <a:pt x="9042486" y="45990"/>
                  </a:lnTo>
                  <a:lnTo>
                    <a:pt x="9099916" y="41524"/>
                  </a:lnTo>
                  <a:lnTo>
                    <a:pt x="9157604" y="37354"/>
                  </a:lnTo>
                  <a:lnTo>
                    <a:pt x="9215895" y="33497"/>
                  </a:lnTo>
                  <a:lnTo>
                    <a:pt x="9275283" y="29962"/>
                  </a:lnTo>
                  <a:lnTo>
                    <a:pt x="9336447" y="26746"/>
                  </a:lnTo>
                  <a:lnTo>
                    <a:pt x="9347647" y="26203"/>
                  </a:lnTo>
                  <a:lnTo>
                    <a:pt x="9399581" y="23868"/>
                  </a:lnTo>
                  <a:lnTo>
                    <a:pt x="9453971" y="21736"/>
                  </a:lnTo>
                  <a:lnTo>
                    <a:pt x="9511504" y="19800"/>
                  </a:lnTo>
                  <a:lnTo>
                    <a:pt x="9572933" y="18046"/>
                  </a:lnTo>
                  <a:lnTo>
                    <a:pt x="9639039" y="16456"/>
                  </a:lnTo>
                  <a:lnTo>
                    <a:pt x="9710586" y="15015"/>
                  </a:lnTo>
                  <a:lnTo>
                    <a:pt x="9788272" y="13705"/>
                  </a:lnTo>
                  <a:lnTo>
                    <a:pt x="9872657" y="12512"/>
                  </a:lnTo>
                  <a:lnTo>
                    <a:pt x="9964071" y="11425"/>
                  </a:lnTo>
                  <a:lnTo>
                    <a:pt x="10062497" y="10435"/>
                  </a:lnTo>
                  <a:lnTo>
                    <a:pt x="10167429" y="9535"/>
                  </a:lnTo>
                  <a:lnTo>
                    <a:pt x="10277724" y="8723"/>
                  </a:lnTo>
                  <a:lnTo>
                    <a:pt x="10391482" y="7997"/>
                  </a:lnTo>
                  <a:lnTo>
                    <a:pt x="10505983" y="7358"/>
                  </a:lnTo>
                  <a:lnTo>
                    <a:pt x="10617763" y="6808"/>
                  </a:lnTo>
                  <a:lnTo>
                    <a:pt x="10722854" y="6348"/>
                  </a:lnTo>
                  <a:lnTo>
                    <a:pt x="10817212" y="5979"/>
                  </a:lnTo>
                  <a:lnTo>
                    <a:pt x="10897286" y="5697"/>
                  </a:lnTo>
                  <a:lnTo>
                    <a:pt x="10960605" y="5495"/>
                  </a:lnTo>
                  <a:lnTo>
                    <a:pt x="11006254" y="5363"/>
                  </a:lnTo>
                  <a:lnTo>
                    <a:pt x="11035104" y="5287"/>
                  </a:lnTo>
                  <a:lnTo>
                    <a:pt x="11049798" y="5251"/>
                  </a:lnTo>
                  <a:lnTo>
                    <a:pt x="11054547" y="5241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2"/>
                  </a:lnTo>
                  <a:lnTo>
                    <a:pt x="11046256" y="19"/>
                  </a:lnTo>
                  <a:lnTo>
                    <a:pt x="11027253" y="66"/>
                  </a:lnTo>
                  <a:lnTo>
                    <a:pt x="10993030" y="159"/>
                  </a:lnTo>
                  <a:lnTo>
                    <a:pt x="10941517" y="313"/>
                  </a:lnTo>
                  <a:lnTo>
                    <a:pt x="10872445" y="541"/>
                  </a:lnTo>
                  <a:lnTo>
                    <a:pt x="10787286" y="851"/>
                  </a:lnTo>
                  <a:lnTo>
                    <a:pt x="10688931" y="1250"/>
                  </a:lnTo>
                  <a:lnTo>
                    <a:pt x="10581162" y="1740"/>
                  </a:lnTo>
                  <a:lnTo>
                    <a:pt x="10468055" y="2320"/>
                  </a:lnTo>
                  <a:lnTo>
                    <a:pt x="10353451" y="2988"/>
                  </a:lnTo>
                  <a:lnTo>
                    <a:pt x="10240582" y="3743"/>
                  </a:lnTo>
                  <a:lnTo>
                    <a:pt x="10131898" y="4584"/>
                  </a:lnTo>
                  <a:lnTo>
                    <a:pt x="10029035" y="5513"/>
                  </a:lnTo>
                  <a:lnTo>
                    <a:pt x="9932910" y="6534"/>
                  </a:lnTo>
                  <a:lnTo>
                    <a:pt x="9843849" y="7655"/>
                  </a:lnTo>
                  <a:lnTo>
                    <a:pt x="9761740" y="8886"/>
                  </a:lnTo>
                  <a:lnTo>
                    <a:pt x="9686164" y="10238"/>
                  </a:lnTo>
                  <a:lnTo>
                    <a:pt x="9616507" y="11727"/>
                  </a:lnTo>
                  <a:lnTo>
                    <a:pt x="9552042" y="13369"/>
                  </a:lnTo>
                  <a:lnTo>
                    <a:pt x="9491993" y="15182"/>
                  </a:lnTo>
                  <a:lnTo>
                    <a:pt x="9435586" y="17182"/>
                  </a:lnTo>
                  <a:lnTo>
                    <a:pt x="9382084" y="19381"/>
                  </a:lnTo>
                  <a:lnTo>
                    <a:pt x="9347647" y="20962"/>
                  </a:lnTo>
                  <a:lnTo>
                    <a:pt x="9286078" y="24122"/>
                  </a:lnTo>
                  <a:lnTo>
                    <a:pt x="9226427" y="27600"/>
                  </a:lnTo>
                  <a:lnTo>
                    <a:pt x="9167981" y="31399"/>
                  </a:lnTo>
                  <a:lnTo>
                    <a:pt x="9110215" y="35515"/>
                  </a:lnTo>
                  <a:lnTo>
                    <a:pt x="9052758" y="39929"/>
                  </a:lnTo>
                  <a:lnTo>
                    <a:pt x="8995368" y="44613"/>
                  </a:lnTo>
                  <a:lnTo>
                    <a:pt x="8937910" y="49523"/>
                  </a:lnTo>
                  <a:lnTo>
                    <a:pt x="8880336" y="54607"/>
                  </a:lnTo>
                  <a:lnTo>
                    <a:pt x="8822662" y="59801"/>
                  </a:lnTo>
                  <a:lnTo>
                    <a:pt x="8764945" y="65037"/>
                  </a:lnTo>
                  <a:lnTo>
                    <a:pt x="8707258" y="70244"/>
                  </a:lnTo>
                  <a:lnTo>
                    <a:pt x="8649663" y="75352"/>
                  </a:lnTo>
                  <a:lnTo>
                    <a:pt x="8592186" y="80297"/>
                  </a:lnTo>
                  <a:lnTo>
                    <a:pt x="8534791" y="85025"/>
                  </a:lnTo>
                  <a:lnTo>
                    <a:pt x="8477360" y="89490"/>
                  </a:lnTo>
                  <a:lnTo>
                    <a:pt x="8419673" y="93661"/>
                  </a:lnTo>
                  <a:lnTo>
                    <a:pt x="8361382" y="97518"/>
                  </a:lnTo>
                  <a:lnTo>
                    <a:pt x="8301993" y="101053"/>
                  </a:lnTo>
                  <a:lnTo>
                    <a:pt x="8240830" y="104269"/>
                  </a:lnTo>
                  <a:lnTo>
                    <a:pt x="8229629" y="104812"/>
                  </a:lnTo>
                  <a:lnTo>
                    <a:pt x="8177695" y="107147"/>
                  </a:lnTo>
                  <a:lnTo>
                    <a:pt x="8123305" y="109278"/>
                  </a:lnTo>
                  <a:lnTo>
                    <a:pt x="8065773" y="111215"/>
                  </a:lnTo>
                  <a:lnTo>
                    <a:pt x="8004344" y="112969"/>
                  </a:lnTo>
                  <a:lnTo>
                    <a:pt x="7938238" y="114558"/>
                  </a:lnTo>
                  <a:lnTo>
                    <a:pt x="7866690" y="116000"/>
                  </a:lnTo>
                  <a:lnTo>
                    <a:pt x="7789004" y="117310"/>
                  </a:lnTo>
                  <a:lnTo>
                    <a:pt x="7704619" y="118503"/>
                  </a:lnTo>
                  <a:lnTo>
                    <a:pt x="7613205" y="119590"/>
                  </a:lnTo>
                  <a:lnTo>
                    <a:pt x="7514779" y="120580"/>
                  </a:lnTo>
                  <a:lnTo>
                    <a:pt x="7409848" y="121479"/>
                  </a:lnTo>
                  <a:lnTo>
                    <a:pt x="7299552" y="122292"/>
                  </a:lnTo>
                  <a:lnTo>
                    <a:pt x="7185795" y="123018"/>
                  </a:lnTo>
                  <a:lnTo>
                    <a:pt x="7071294" y="123657"/>
                  </a:lnTo>
                  <a:lnTo>
                    <a:pt x="6959514" y="124207"/>
                  </a:lnTo>
                  <a:lnTo>
                    <a:pt x="6854423" y="124667"/>
                  </a:lnTo>
                  <a:lnTo>
                    <a:pt x="6760065" y="125036"/>
                  </a:lnTo>
                  <a:lnTo>
                    <a:pt x="6679991" y="125318"/>
                  </a:lnTo>
                  <a:lnTo>
                    <a:pt x="6616671" y="125520"/>
                  </a:lnTo>
                  <a:lnTo>
                    <a:pt x="6571023" y="125652"/>
                  </a:lnTo>
                  <a:lnTo>
                    <a:pt x="6542172" y="125728"/>
                  </a:lnTo>
                  <a:lnTo>
                    <a:pt x="6527479" y="125763"/>
                  </a:lnTo>
                  <a:lnTo>
                    <a:pt x="6522730" y="125774"/>
                  </a:lnTo>
                  <a:lnTo>
                    <a:pt x="6522385" y="125775"/>
                  </a:lnTo>
                  <a:lnTo>
                    <a:pt x="5527445" y="125775"/>
                  </a:lnTo>
                  <a:lnTo>
                    <a:pt x="5526417" y="125842"/>
                  </a:lnTo>
                  <a:lnTo>
                    <a:pt x="5519620" y="126322"/>
                  </a:lnTo>
                  <a:lnTo>
                    <a:pt x="5502348" y="127647"/>
                  </a:lnTo>
                  <a:lnTo>
                    <a:pt x="5471128" y="130260"/>
                  </a:lnTo>
                  <a:lnTo>
                    <a:pt x="5423907" y="134584"/>
                  </a:lnTo>
                  <a:lnTo>
                    <a:pt x="5360196" y="140987"/>
                  </a:lnTo>
                  <a:lnTo>
                    <a:pt x="5281050" y="149753"/>
                  </a:lnTo>
                  <a:lnTo>
                    <a:pt x="5188844" y="161064"/>
                  </a:lnTo>
                  <a:lnTo>
                    <a:pt x="5086846" y="175001"/>
                  </a:lnTo>
                  <a:lnTo>
                    <a:pt x="4978721" y="191566"/>
                  </a:lnTo>
                  <a:lnTo>
                    <a:pt x="4868049" y="210717"/>
                  </a:lnTo>
                  <a:lnTo>
                    <a:pt x="4757975" y="232402"/>
                  </a:lnTo>
                  <a:lnTo>
                    <a:pt x="4650989" y="256591"/>
                  </a:lnTo>
                  <a:lnTo>
                    <a:pt x="4548873" y="283306"/>
                  </a:lnTo>
                  <a:lnTo>
                    <a:pt x="4452731" y="312632"/>
                  </a:lnTo>
                  <a:lnTo>
                    <a:pt x="4363100" y="344731"/>
                  </a:lnTo>
                  <a:lnTo>
                    <a:pt x="4280065" y="379841"/>
                  </a:lnTo>
                  <a:lnTo>
                    <a:pt x="4203387" y="418274"/>
                  </a:lnTo>
                  <a:lnTo>
                    <a:pt x="4132601" y="460414"/>
                  </a:lnTo>
                  <a:lnTo>
                    <a:pt x="4067105" y="506700"/>
                  </a:lnTo>
                  <a:lnTo>
                    <a:pt x="4006223" y="557607"/>
                  </a:lnTo>
                  <a:lnTo>
                    <a:pt x="3949250" y="613617"/>
                  </a:lnTo>
                  <a:lnTo>
                    <a:pt x="3895491" y="675160"/>
                  </a:lnTo>
                  <a:lnTo>
                    <a:pt x="3844295" y="742537"/>
                  </a:lnTo>
                  <a:lnTo>
                    <a:pt x="3820202" y="777360"/>
                  </a:lnTo>
                  <a:lnTo>
                    <a:pt x="3781221" y="837992"/>
                  </a:lnTo>
                  <a:lnTo>
                    <a:pt x="3743121" y="902475"/>
                  </a:lnTo>
                  <a:lnTo>
                    <a:pt x="3705694" y="970887"/>
                  </a:lnTo>
                  <a:lnTo>
                    <a:pt x="3668768" y="1043260"/>
                  </a:lnTo>
                  <a:lnTo>
                    <a:pt x="3632200" y="1119578"/>
                  </a:lnTo>
                  <a:lnTo>
                    <a:pt x="3595872" y="1199768"/>
                  </a:lnTo>
                  <a:lnTo>
                    <a:pt x="3559693" y="1283701"/>
                  </a:lnTo>
                  <a:lnTo>
                    <a:pt x="3523590" y="1371185"/>
                  </a:lnTo>
                  <a:lnTo>
                    <a:pt x="3487509" y="1461969"/>
                  </a:lnTo>
                  <a:lnTo>
                    <a:pt x="3451413" y="1555741"/>
                  </a:lnTo>
                  <a:lnTo>
                    <a:pt x="3415280" y="1652130"/>
                  </a:lnTo>
                  <a:lnTo>
                    <a:pt x="3379100" y="1750713"/>
                  </a:lnTo>
                  <a:lnTo>
                    <a:pt x="3342874" y="1851022"/>
                  </a:lnTo>
                  <a:lnTo>
                    <a:pt x="3306611" y="1952550"/>
                  </a:lnTo>
                  <a:lnTo>
                    <a:pt x="3270325" y="2054765"/>
                  </a:lnTo>
                  <a:lnTo>
                    <a:pt x="3234035" y="2157119"/>
                  </a:lnTo>
                  <a:lnTo>
                    <a:pt x="3197758" y="2259061"/>
                  </a:lnTo>
                  <a:lnTo>
                    <a:pt x="3161512" y="2360049"/>
                  </a:lnTo>
                  <a:lnTo>
                    <a:pt x="3125309" y="2459562"/>
                  </a:lnTo>
                  <a:lnTo>
                    <a:pt x="3089153" y="2557111"/>
                  </a:lnTo>
                  <a:lnTo>
                    <a:pt x="3053040" y="2652249"/>
                  </a:lnTo>
                  <a:lnTo>
                    <a:pt x="3016955" y="2744580"/>
                  </a:lnTo>
                  <a:lnTo>
                    <a:pt x="2980868" y="2833760"/>
                  </a:lnTo>
                  <a:lnTo>
                    <a:pt x="2944735" y="2919508"/>
                  </a:lnTo>
                  <a:lnTo>
                    <a:pt x="2908493" y="3001602"/>
                  </a:lnTo>
                  <a:lnTo>
                    <a:pt x="2872058" y="3079882"/>
                  </a:lnTo>
                  <a:lnTo>
                    <a:pt x="2835328" y="3154246"/>
                  </a:lnTo>
                  <a:lnTo>
                    <a:pt x="2798173" y="3224650"/>
                  </a:lnTo>
                  <a:lnTo>
                    <a:pt x="2760436" y="3291103"/>
                  </a:lnTo>
                  <a:lnTo>
                    <a:pt x="2721927" y="3353661"/>
                  </a:lnTo>
                  <a:lnTo>
                    <a:pt x="2702183" y="3383702"/>
                  </a:lnTo>
                  <a:lnTo>
                    <a:pt x="2652020" y="3453946"/>
                  </a:lnTo>
                  <a:lnTo>
                    <a:pt x="2599581" y="3518295"/>
                  </a:lnTo>
                  <a:lnTo>
                    <a:pt x="2544253" y="3576942"/>
                  </a:lnTo>
                  <a:lnTo>
                    <a:pt x="2485355" y="3630267"/>
                  </a:lnTo>
                  <a:lnTo>
                    <a:pt x="2422186" y="3678735"/>
                  </a:lnTo>
                  <a:lnTo>
                    <a:pt x="2354049" y="3722829"/>
                  </a:lnTo>
                  <a:lnTo>
                    <a:pt x="2280297" y="3763009"/>
                  </a:lnTo>
                  <a:lnTo>
                    <a:pt x="2200393" y="3799688"/>
                  </a:lnTo>
                  <a:lnTo>
                    <a:pt x="2113975" y="3833213"/>
                  </a:lnTo>
                  <a:lnTo>
                    <a:pt x="2020956" y="3863860"/>
                  </a:lnTo>
                  <a:lnTo>
                    <a:pt x="1921639" y="3891827"/>
                  </a:lnTo>
                  <a:lnTo>
                    <a:pt x="1816838" y="3917235"/>
                  </a:lnTo>
                  <a:lnTo>
                    <a:pt x="1707995" y="3940136"/>
                  </a:lnTo>
                  <a:lnTo>
                    <a:pt x="1597258" y="3960523"/>
                  </a:lnTo>
                  <a:lnTo>
                    <a:pt x="1487470" y="3978350"/>
                  </a:lnTo>
                  <a:lnTo>
                    <a:pt x="1382036" y="3993565"/>
                  </a:lnTo>
                  <a:lnTo>
                    <a:pt x="1284633" y="4006146"/>
                  </a:lnTo>
                  <a:lnTo>
                    <a:pt x="1198787" y="4016131"/>
                  </a:lnTo>
                  <a:lnTo>
                    <a:pt x="1127365" y="4023651"/>
                  </a:lnTo>
                  <a:lnTo>
                    <a:pt x="1072105" y="4028943"/>
                  </a:lnTo>
                  <a:lnTo>
                    <a:pt x="1033282" y="4032335"/>
                  </a:lnTo>
                  <a:lnTo>
                    <a:pt x="1009593" y="4034230"/>
                  </a:lnTo>
                  <a:lnTo>
                    <a:pt x="998228" y="4035065"/>
                  </a:lnTo>
                  <a:lnTo>
                    <a:pt x="994940" y="4035288"/>
                  </a:lnTo>
                  <a:lnTo>
                    <a:pt x="0" y="4035288"/>
                  </a:lnTo>
                  <a:close/>
                </a:path>
              </a:pathLst>
            </a:custGeom>
            <a:solidFill>
              <a:srgbClr val="FF704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11" name="pl2010"/>
            <p:cNvSpPr/>
            <p:nvPr/>
          </p:nvSpPr>
          <p:spPr>
            <a:xfrm>
              <a:off x="1199187" y="2179939"/>
              <a:ext cx="12049831" cy="4035288"/>
            </a:xfrm>
            <a:custGeom>
              <a:avLst/>
              <a:pathLst>
                <a:path w="12049831" h="4035288">
                  <a:moveTo>
                    <a:pt x="0" y="4035288"/>
                  </a:moveTo>
                  <a:lnTo>
                    <a:pt x="994940" y="4035288"/>
                  </a:lnTo>
                  <a:lnTo>
                    <a:pt x="995968" y="4035220"/>
                  </a:lnTo>
                  <a:lnTo>
                    <a:pt x="1002765" y="4034741"/>
                  </a:lnTo>
                  <a:lnTo>
                    <a:pt x="1020037" y="4033415"/>
                  </a:lnTo>
                  <a:lnTo>
                    <a:pt x="1051257" y="4030802"/>
                  </a:lnTo>
                  <a:lnTo>
                    <a:pt x="1098478" y="4026479"/>
                  </a:lnTo>
                  <a:lnTo>
                    <a:pt x="1162189" y="4020076"/>
                  </a:lnTo>
                  <a:lnTo>
                    <a:pt x="1241334" y="4011309"/>
                  </a:lnTo>
                  <a:lnTo>
                    <a:pt x="1333541" y="3999999"/>
                  </a:lnTo>
                  <a:lnTo>
                    <a:pt x="1435539" y="3986062"/>
                  </a:lnTo>
                  <a:lnTo>
                    <a:pt x="1543664" y="3969496"/>
                  </a:lnTo>
                  <a:lnTo>
                    <a:pt x="1654336" y="3950345"/>
                  </a:lnTo>
                  <a:lnTo>
                    <a:pt x="1764410" y="3928660"/>
                  </a:lnTo>
                  <a:lnTo>
                    <a:pt x="1871396" y="3904471"/>
                  </a:lnTo>
                  <a:lnTo>
                    <a:pt x="1973512" y="3877756"/>
                  </a:lnTo>
                  <a:lnTo>
                    <a:pt x="2069654" y="3848430"/>
                  </a:lnTo>
                  <a:lnTo>
                    <a:pt x="2159285" y="3816331"/>
                  </a:lnTo>
                  <a:lnTo>
                    <a:pt x="2242320" y="3781222"/>
                  </a:lnTo>
                  <a:lnTo>
                    <a:pt x="2318998" y="3742788"/>
                  </a:lnTo>
                  <a:lnTo>
                    <a:pt x="2389784" y="3700648"/>
                  </a:lnTo>
                  <a:lnTo>
                    <a:pt x="2455280" y="3654363"/>
                  </a:lnTo>
                  <a:lnTo>
                    <a:pt x="2516162" y="3603455"/>
                  </a:lnTo>
                  <a:lnTo>
                    <a:pt x="2573135" y="3547446"/>
                  </a:lnTo>
                  <a:lnTo>
                    <a:pt x="2626894" y="3485902"/>
                  </a:lnTo>
                  <a:lnTo>
                    <a:pt x="2678090" y="3418526"/>
                  </a:lnTo>
                  <a:lnTo>
                    <a:pt x="2702183" y="3383702"/>
                  </a:lnTo>
                  <a:lnTo>
                    <a:pt x="2741164" y="3323070"/>
                  </a:lnTo>
                  <a:lnTo>
                    <a:pt x="2779264" y="3258588"/>
                  </a:lnTo>
                  <a:lnTo>
                    <a:pt x="2816691" y="3190176"/>
                  </a:lnTo>
                  <a:lnTo>
                    <a:pt x="2853617" y="3117802"/>
                  </a:lnTo>
                  <a:lnTo>
                    <a:pt x="2890185" y="3041485"/>
                  </a:lnTo>
                  <a:lnTo>
                    <a:pt x="2926513" y="2961294"/>
                  </a:lnTo>
                  <a:lnTo>
                    <a:pt x="2962692" y="2877362"/>
                  </a:lnTo>
                  <a:lnTo>
                    <a:pt x="2998795" y="2789877"/>
                  </a:lnTo>
                  <a:lnTo>
                    <a:pt x="3034876" y="2699093"/>
                  </a:lnTo>
                  <a:lnTo>
                    <a:pt x="3070972" y="2605321"/>
                  </a:lnTo>
                  <a:lnTo>
                    <a:pt x="3107105" y="2508933"/>
                  </a:lnTo>
                  <a:lnTo>
                    <a:pt x="3143285" y="2410349"/>
                  </a:lnTo>
                  <a:lnTo>
                    <a:pt x="3179511" y="2310041"/>
                  </a:lnTo>
                  <a:lnTo>
                    <a:pt x="3215774" y="2208512"/>
                  </a:lnTo>
                  <a:lnTo>
                    <a:pt x="3252060" y="2106297"/>
                  </a:lnTo>
                  <a:lnTo>
                    <a:pt x="3288350" y="2003943"/>
                  </a:lnTo>
                  <a:lnTo>
                    <a:pt x="3324627" y="1902001"/>
                  </a:lnTo>
                  <a:lnTo>
                    <a:pt x="3360873" y="1801013"/>
                  </a:lnTo>
                  <a:lnTo>
                    <a:pt x="3397076" y="1701501"/>
                  </a:lnTo>
                  <a:lnTo>
                    <a:pt x="3433232" y="1603952"/>
                  </a:lnTo>
                  <a:lnTo>
                    <a:pt x="3469345" y="1508813"/>
                  </a:lnTo>
                  <a:lnTo>
                    <a:pt x="3505430" y="1416483"/>
                  </a:lnTo>
                  <a:lnTo>
                    <a:pt x="3541517" y="1327302"/>
                  </a:lnTo>
                  <a:lnTo>
                    <a:pt x="3577650" y="1241554"/>
                  </a:lnTo>
                  <a:lnTo>
                    <a:pt x="3613892" y="1159460"/>
                  </a:lnTo>
                  <a:lnTo>
                    <a:pt x="3650327" y="1081181"/>
                  </a:lnTo>
                  <a:lnTo>
                    <a:pt x="3687057" y="1006817"/>
                  </a:lnTo>
                  <a:lnTo>
                    <a:pt x="3724212" y="936412"/>
                  </a:lnTo>
                  <a:lnTo>
                    <a:pt x="3761949" y="869959"/>
                  </a:lnTo>
                  <a:lnTo>
                    <a:pt x="3800458" y="807401"/>
                  </a:lnTo>
                  <a:lnTo>
                    <a:pt x="3820202" y="777360"/>
                  </a:lnTo>
                  <a:lnTo>
                    <a:pt x="3870365" y="707116"/>
                  </a:lnTo>
                  <a:lnTo>
                    <a:pt x="3922804" y="642767"/>
                  </a:lnTo>
                  <a:lnTo>
                    <a:pt x="3978132" y="584120"/>
                  </a:lnTo>
                  <a:lnTo>
                    <a:pt x="4037029" y="530795"/>
                  </a:lnTo>
                  <a:lnTo>
                    <a:pt x="4100199" y="482328"/>
                  </a:lnTo>
                  <a:lnTo>
                    <a:pt x="4168336" y="438234"/>
                  </a:lnTo>
                  <a:lnTo>
                    <a:pt x="4242088" y="398053"/>
                  </a:lnTo>
                  <a:lnTo>
                    <a:pt x="4321992" y="361374"/>
                  </a:lnTo>
                  <a:lnTo>
                    <a:pt x="4408410" y="327849"/>
                  </a:lnTo>
                  <a:lnTo>
                    <a:pt x="4501429" y="297202"/>
                  </a:lnTo>
                  <a:lnTo>
                    <a:pt x="4600746" y="269236"/>
                  </a:lnTo>
                  <a:lnTo>
                    <a:pt x="4705547" y="243827"/>
                  </a:lnTo>
                  <a:lnTo>
                    <a:pt x="4814390" y="220926"/>
                  </a:lnTo>
                  <a:lnTo>
                    <a:pt x="4925127" y="200540"/>
                  </a:lnTo>
                  <a:lnTo>
                    <a:pt x="5034915" y="182713"/>
                  </a:lnTo>
                  <a:lnTo>
                    <a:pt x="5140349" y="167497"/>
                  </a:lnTo>
                  <a:lnTo>
                    <a:pt x="5237752" y="154917"/>
                  </a:lnTo>
                  <a:lnTo>
                    <a:pt x="5323598" y="144932"/>
                  </a:lnTo>
                  <a:lnTo>
                    <a:pt x="5395020" y="137411"/>
                  </a:lnTo>
                  <a:lnTo>
                    <a:pt x="5450280" y="132120"/>
                  </a:lnTo>
                  <a:lnTo>
                    <a:pt x="5489103" y="128727"/>
                  </a:lnTo>
                  <a:lnTo>
                    <a:pt x="5512792" y="126832"/>
                  </a:lnTo>
                  <a:lnTo>
                    <a:pt x="5524157" y="125997"/>
                  </a:lnTo>
                  <a:lnTo>
                    <a:pt x="5527325" y="125782"/>
                  </a:lnTo>
                  <a:lnTo>
                    <a:pt x="5527445" y="125775"/>
                  </a:lnTo>
                  <a:lnTo>
                    <a:pt x="6522385" y="125775"/>
                  </a:lnTo>
                  <a:lnTo>
                    <a:pt x="6523522" y="125772"/>
                  </a:lnTo>
                  <a:lnTo>
                    <a:pt x="6531021" y="125755"/>
                  </a:lnTo>
                  <a:lnTo>
                    <a:pt x="6550023" y="125708"/>
                  </a:lnTo>
                  <a:lnTo>
                    <a:pt x="6584246" y="125615"/>
                  </a:lnTo>
                  <a:lnTo>
                    <a:pt x="6635759" y="125461"/>
                  </a:lnTo>
                  <a:lnTo>
                    <a:pt x="6704831" y="125233"/>
                  </a:lnTo>
                  <a:lnTo>
                    <a:pt x="6789990" y="124923"/>
                  </a:lnTo>
                  <a:lnTo>
                    <a:pt x="6888346" y="124524"/>
                  </a:lnTo>
                  <a:lnTo>
                    <a:pt x="6996115" y="124034"/>
                  </a:lnTo>
                  <a:lnTo>
                    <a:pt x="7109221" y="123455"/>
                  </a:lnTo>
                  <a:lnTo>
                    <a:pt x="7223826" y="122786"/>
                  </a:lnTo>
                  <a:lnTo>
                    <a:pt x="7336694" y="122032"/>
                  </a:lnTo>
                  <a:lnTo>
                    <a:pt x="7445379" y="121190"/>
                  </a:lnTo>
                  <a:lnTo>
                    <a:pt x="7548241" y="120261"/>
                  </a:lnTo>
                  <a:lnTo>
                    <a:pt x="7644366" y="119240"/>
                  </a:lnTo>
                  <a:lnTo>
                    <a:pt x="7733427" y="118119"/>
                  </a:lnTo>
                  <a:lnTo>
                    <a:pt x="7815536" y="116889"/>
                  </a:lnTo>
                  <a:lnTo>
                    <a:pt x="7891112" y="115537"/>
                  </a:lnTo>
                  <a:lnTo>
                    <a:pt x="7960770" y="114048"/>
                  </a:lnTo>
                  <a:lnTo>
                    <a:pt x="8025235" y="112405"/>
                  </a:lnTo>
                  <a:lnTo>
                    <a:pt x="8085283" y="110592"/>
                  </a:lnTo>
                  <a:lnTo>
                    <a:pt x="8141690" y="108592"/>
                  </a:lnTo>
                  <a:lnTo>
                    <a:pt x="8195193" y="106394"/>
                  </a:lnTo>
                  <a:lnTo>
                    <a:pt x="8229629" y="104812"/>
                  </a:lnTo>
                  <a:lnTo>
                    <a:pt x="8291198" y="101652"/>
                  </a:lnTo>
                  <a:lnTo>
                    <a:pt x="8350849" y="98174"/>
                  </a:lnTo>
                  <a:lnTo>
                    <a:pt x="8409295" y="94375"/>
                  </a:lnTo>
                  <a:lnTo>
                    <a:pt x="8467061" y="90259"/>
                  </a:lnTo>
                  <a:lnTo>
                    <a:pt x="8524519" y="85845"/>
                  </a:lnTo>
                  <a:lnTo>
                    <a:pt x="8581909" y="81161"/>
                  </a:lnTo>
                  <a:lnTo>
                    <a:pt x="8639367" y="76251"/>
                  </a:lnTo>
                  <a:lnTo>
                    <a:pt x="8696941" y="71167"/>
                  </a:lnTo>
                  <a:lnTo>
                    <a:pt x="8754615" y="65973"/>
                  </a:lnTo>
                  <a:lnTo>
                    <a:pt x="8812332" y="60737"/>
                  </a:lnTo>
                  <a:lnTo>
                    <a:pt x="8870018" y="55530"/>
                  </a:lnTo>
                  <a:lnTo>
                    <a:pt x="8927613" y="50422"/>
                  </a:lnTo>
                  <a:lnTo>
                    <a:pt x="8985090" y="45477"/>
                  </a:lnTo>
                  <a:lnTo>
                    <a:pt x="9042486" y="40749"/>
                  </a:lnTo>
                  <a:lnTo>
                    <a:pt x="9099916" y="36284"/>
                  </a:lnTo>
                  <a:lnTo>
                    <a:pt x="9157604" y="32113"/>
                  </a:lnTo>
                  <a:lnTo>
                    <a:pt x="9215895" y="28256"/>
                  </a:lnTo>
                  <a:lnTo>
                    <a:pt x="9275283" y="24721"/>
                  </a:lnTo>
                  <a:lnTo>
                    <a:pt x="9336447" y="21505"/>
                  </a:lnTo>
                  <a:lnTo>
                    <a:pt x="9347647" y="20962"/>
                  </a:lnTo>
                  <a:lnTo>
                    <a:pt x="9399581" y="18628"/>
                  </a:lnTo>
                  <a:lnTo>
                    <a:pt x="9453971" y="16496"/>
                  </a:lnTo>
                  <a:lnTo>
                    <a:pt x="9511504" y="14560"/>
                  </a:lnTo>
                  <a:lnTo>
                    <a:pt x="9572933" y="12805"/>
                  </a:lnTo>
                  <a:lnTo>
                    <a:pt x="9639039" y="11216"/>
                  </a:lnTo>
                  <a:lnTo>
                    <a:pt x="9710586" y="9774"/>
                  </a:lnTo>
                  <a:lnTo>
                    <a:pt x="9788272" y="8464"/>
                  </a:lnTo>
                  <a:lnTo>
                    <a:pt x="9872657" y="7271"/>
                  </a:lnTo>
                  <a:lnTo>
                    <a:pt x="9964071" y="6184"/>
                  </a:lnTo>
                  <a:lnTo>
                    <a:pt x="10062497" y="5194"/>
                  </a:lnTo>
                  <a:lnTo>
                    <a:pt x="10167429" y="4295"/>
                  </a:lnTo>
                  <a:lnTo>
                    <a:pt x="10277724" y="3482"/>
                  </a:lnTo>
                  <a:lnTo>
                    <a:pt x="10391482" y="2756"/>
                  </a:lnTo>
                  <a:lnTo>
                    <a:pt x="10505983" y="2117"/>
                  </a:lnTo>
                  <a:lnTo>
                    <a:pt x="10617763" y="1567"/>
                  </a:lnTo>
                  <a:lnTo>
                    <a:pt x="10722854" y="1108"/>
                  </a:lnTo>
                  <a:lnTo>
                    <a:pt x="10817212" y="738"/>
                  </a:lnTo>
                  <a:lnTo>
                    <a:pt x="10897286" y="456"/>
                  </a:lnTo>
                  <a:lnTo>
                    <a:pt x="10960605" y="255"/>
                  </a:lnTo>
                  <a:lnTo>
                    <a:pt x="11006254" y="122"/>
                  </a:lnTo>
                  <a:lnTo>
                    <a:pt x="11035104" y="46"/>
                  </a:lnTo>
                  <a:lnTo>
                    <a:pt x="11049798" y="11"/>
                  </a:lnTo>
                  <a:lnTo>
                    <a:pt x="11054547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2" name="pl2011"/>
            <p:cNvSpPr/>
            <p:nvPr/>
          </p:nvSpPr>
          <p:spPr>
            <a:xfrm>
              <a:off x="1199187" y="2174698"/>
              <a:ext cx="12049831" cy="4035288"/>
            </a:xfrm>
            <a:custGeom>
              <a:avLst/>
              <a:pathLst>
                <a:path w="12049831" h="4035288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2"/>
                  </a:lnTo>
                  <a:lnTo>
                    <a:pt x="11046256" y="19"/>
                  </a:lnTo>
                  <a:lnTo>
                    <a:pt x="11027253" y="66"/>
                  </a:lnTo>
                  <a:lnTo>
                    <a:pt x="10993030" y="159"/>
                  </a:lnTo>
                  <a:lnTo>
                    <a:pt x="10941517" y="313"/>
                  </a:lnTo>
                  <a:lnTo>
                    <a:pt x="10872445" y="541"/>
                  </a:lnTo>
                  <a:lnTo>
                    <a:pt x="10787286" y="851"/>
                  </a:lnTo>
                  <a:lnTo>
                    <a:pt x="10688931" y="1250"/>
                  </a:lnTo>
                  <a:lnTo>
                    <a:pt x="10581162" y="1740"/>
                  </a:lnTo>
                  <a:lnTo>
                    <a:pt x="10468055" y="2320"/>
                  </a:lnTo>
                  <a:lnTo>
                    <a:pt x="10353451" y="2988"/>
                  </a:lnTo>
                  <a:lnTo>
                    <a:pt x="10240582" y="3743"/>
                  </a:lnTo>
                  <a:lnTo>
                    <a:pt x="10131898" y="4584"/>
                  </a:lnTo>
                  <a:lnTo>
                    <a:pt x="10029035" y="5513"/>
                  </a:lnTo>
                  <a:lnTo>
                    <a:pt x="9932910" y="6534"/>
                  </a:lnTo>
                  <a:lnTo>
                    <a:pt x="9843849" y="7655"/>
                  </a:lnTo>
                  <a:lnTo>
                    <a:pt x="9761740" y="8886"/>
                  </a:lnTo>
                  <a:lnTo>
                    <a:pt x="9686164" y="10238"/>
                  </a:lnTo>
                  <a:lnTo>
                    <a:pt x="9616507" y="11727"/>
                  </a:lnTo>
                  <a:lnTo>
                    <a:pt x="9552042" y="13369"/>
                  </a:lnTo>
                  <a:lnTo>
                    <a:pt x="9491993" y="15182"/>
                  </a:lnTo>
                  <a:lnTo>
                    <a:pt x="9435586" y="17182"/>
                  </a:lnTo>
                  <a:lnTo>
                    <a:pt x="9382084" y="19381"/>
                  </a:lnTo>
                  <a:lnTo>
                    <a:pt x="9347647" y="20962"/>
                  </a:lnTo>
                  <a:lnTo>
                    <a:pt x="9286078" y="24122"/>
                  </a:lnTo>
                  <a:lnTo>
                    <a:pt x="9226427" y="27600"/>
                  </a:lnTo>
                  <a:lnTo>
                    <a:pt x="9167981" y="31399"/>
                  </a:lnTo>
                  <a:lnTo>
                    <a:pt x="9110215" y="35515"/>
                  </a:lnTo>
                  <a:lnTo>
                    <a:pt x="9052758" y="39929"/>
                  </a:lnTo>
                  <a:lnTo>
                    <a:pt x="8995368" y="44613"/>
                  </a:lnTo>
                  <a:lnTo>
                    <a:pt x="8937910" y="49523"/>
                  </a:lnTo>
                  <a:lnTo>
                    <a:pt x="8880336" y="54607"/>
                  </a:lnTo>
                  <a:lnTo>
                    <a:pt x="8822662" y="59801"/>
                  </a:lnTo>
                  <a:lnTo>
                    <a:pt x="8764945" y="65037"/>
                  </a:lnTo>
                  <a:lnTo>
                    <a:pt x="8707258" y="70244"/>
                  </a:lnTo>
                  <a:lnTo>
                    <a:pt x="8649663" y="75352"/>
                  </a:lnTo>
                  <a:lnTo>
                    <a:pt x="8592186" y="80297"/>
                  </a:lnTo>
                  <a:lnTo>
                    <a:pt x="8534791" y="85025"/>
                  </a:lnTo>
                  <a:lnTo>
                    <a:pt x="8477360" y="89490"/>
                  </a:lnTo>
                  <a:lnTo>
                    <a:pt x="8419673" y="93661"/>
                  </a:lnTo>
                  <a:lnTo>
                    <a:pt x="8361382" y="97518"/>
                  </a:lnTo>
                  <a:lnTo>
                    <a:pt x="8301993" y="101053"/>
                  </a:lnTo>
                  <a:lnTo>
                    <a:pt x="8240830" y="104269"/>
                  </a:lnTo>
                  <a:lnTo>
                    <a:pt x="8229629" y="104812"/>
                  </a:lnTo>
                  <a:lnTo>
                    <a:pt x="8177695" y="107147"/>
                  </a:lnTo>
                  <a:lnTo>
                    <a:pt x="8123305" y="109278"/>
                  </a:lnTo>
                  <a:lnTo>
                    <a:pt x="8065773" y="111215"/>
                  </a:lnTo>
                  <a:lnTo>
                    <a:pt x="8004344" y="112969"/>
                  </a:lnTo>
                  <a:lnTo>
                    <a:pt x="7938238" y="114558"/>
                  </a:lnTo>
                  <a:lnTo>
                    <a:pt x="7866690" y="116000"/>
                  </a:lnTo>
                  <a:lnTo>
                    <a:pt x="7789004" y="117310"/>
                  </a:lnTo>
                  <a:lnTo>
                    <a:pt x="7704619" y="118503"/>
                  </a:lnTo>
                  <a:lnTo>
                    <a:pt x="7613205" y="119590"/>
                  </a:lnTo>
                  <a:lnTo>
                    <a:pt x="7514779" y="120580"/>
                  </a:lnTo>
                  <a:lnTo>
                    <a:pt x="7409848" y="121479"/>
                  </a:lnTo>
                  <a:lnTo>
                    <a:pt x="7299552" y="122292"/>
                  </a:lnTo>
                  <a:lnTo>
                    <a:pt x="7185795" y="123018"/>
                  </a:lnTo>
                  <a:lnTo>
                    <a:pt x="7071294" y="123657"/>
                  </a:lnTo>
                  <a:lnTo>
                    <a:pt x="6959514" y="124207"/>
                  </a:lnTo>
                  <a:lnTo>
                    <a:pt x="6854423" y="124667"/>
                  </a:lnTo>
                  <a:lnTo>
                    <a:pt x="6760065" y="125036"/>
                  </a:lnTo>
                  <a:lnTo>
                    <a:pt x="6679991" y="125318"/>
                  </a:lnTo>
                  <a:lnTo>
                    <a:pt x="6616671" y="125520"/>
                  </a:lnTo>
                  <a:lnTo>
                    <a:pt x="6571023" y="125652"/>
                  </a:lnTo>
                  <a:lnTo>
                    <a:pt x="6542172" y="125728"/>
                  </a:lnTo>
                  <a:lnTo>
                    <a:pt x="6527479" y="125763"/>
                  </a:lnTo>
                  <a:lnTo>
                    <a:pt x="6522730" y="125774"/>
                  </a:lnTo>
                  <a:lnTo>
                    <a:pt x="6522385" y="125775"/>
                  </a:lnTo>
                  <a:lnTo>
                    <a:pt x="5527445" y="125775"/>
                  </a:lnTo>
                  <a:lnTo>
                    <a:pt x="5526417" y="125842"/>
                  </a:lnTo>
                  <a:lnTo>
                    <a:pt x="5519620" y="126322"/>
                  </a:lnTo>
                  <a:lnTo>
                    <a:pt x="5502348" y="127647"/>
                  </a:lnTo>
                  <a:lnTo>
                    <a:pt x="5471128" y="130260"/>
                  </a:lnTo>
                  <a:lnTo>
                    <a:pt x="5423907" y="134584"/>
                  </a:lnTo>
                  <a:lnTo>
                    <a:pt x="5360196" y="140987"/>
                  </a:lnTo>
                  <a:lnTo>
                    <a:pt x="5281050" y="149753"/>
                  </a:lnTo>
                  <a:lnTo>
                    <a:pt x="5188844" y="161064"/>
                  </a:lnTo>
                  <a:lnTo>
                    <a:pt x="5086846" y="175001"/>
                  </a:lnTo>
                  <a:lnTo>
                    <a:pt x="4978721" y="191566"/>
                  </a:lnTo>
                  <a:lnTo>
                    <a:pt x="4868049" y="210717"/>
                  </a:lnTo>
                  <a:lnTo>
                    <a:pt x="4757975" y="232402"/>
                  </a:lnTo>
                  <a:lnTo>
                    <a:pt x="4650989" y="256591"/>
                  </a:lnTo>
                  <a:lnTo>
                    <a:pt x="4548873" y="283306"/>
                  </a:lnTo>
                  <a:lnTo>
                    <a:pt x="4452731" y="312632"/>
                  </a:lnTo>
                  <a:lnTo>
                    <a:pt x="4363100" y="344731"/>
                  </a:lnTo>
                  <a:lnTo>
                    <a:pt x="4280065" y="379841"/>
                  </a:lnTo>
                  <a:lnTo>
                    <a:pt x="4203387" y="418274"/>
                  </a:lnTo>
                  <a:lnTo>
                    <a:pt x="4132601" y="460414"/>
                  </a:lnTo>
                  <a:lnTo>
                    <a:pt x="4067105" y="506700"/>
                  </a:lnTo>
                  <a:lnTo>
                    <a:pt x="4006223" y="557607"/>
                  </a:lnTo>
                  <a:lnTo>
                    <a:pt x="3949250" y="613617"/>
                  </a:lnTo>
                  <a:lnTo>
                    <a:pt x="3895491" y="675160"/>
                  </a:lnTo>
                  <a:lnTo>
                    <a:pt x="3844295" y="742537"/>
                  </a:lnTo>
                  <a:lnTo>
                    <a:pt x="3820202" y="777360"/>
                  </a:lnTo>
                  <a:lnTo>
                    <a:pt x="3781221" y="837992"/>
                  </a:lnTo>
                  <a:lnTo>
                    <a:pt x="3743121" y="902475"/>
                  </a:lnTo>
                  <a:lnTo>
                    <a:pt x="3705694" y="970887"/>
                  </a:lnTo>
                  <a:lnTo>
                    <a:pt x="3668768" y="1043260"/>
                  </a:lnTo>
                  <a:lnTo>
                    <a:pt x="3632200" y="1119578"/>
                  </a:lnTo>
                  <a:lnTo>
                    <a:pt x="3595872" y="1199768"/>
                  </a:lnTo>
                  <a:lnTo>
                    <a:pt x="3559693" y="1283701"/>
                  </a:lnTo>
                  <a:lnTo>
                    <a:pt x="3523590" y="1371185"/>
                  </a:lnTo>
                  <a:lnTo>
                    <a:pt x="3487509" y="1461969"/>
                  </a:lnTo>
                  <a:lnTo>
                    <a:pt x="3451413" y="1555741"/>
                  </a:lnTo>
                  <a:lnTo>
                    <a:pt x="3415280" y="1652130"/>
                  </a:lnTo>
                  <a:lnTo>
                    <a:pt x="3379100" y="1750713"/>
                  </a:lnTo>
                  <a:lnTo>
                    <a:pt x="3342874" y="1851022"/>
                  </a:lnTo>
                  <a:lnTo>
                    <a:pt x="3306611" y="1952550"/>
                  </a:lnTo>
                  <a:lnTo>
                    <a:pt x="3270325" y="2054765"/>
                  </a:lnTo>
                  <a:lnTo>
                    <a:pt x="3234035" y="2157119"/>
                  </a:lnTo>
                  <a:lnTo>
                    <a:pt x="3197758" y="2259061"/>
                  </a:lnTo>
                  <a:lnTo>
                    <a:pt x="3161512" y="2360049"/>
                  </a:lnTo>
                  <a:lnTo>
                    <a:pt x="3125309" y="2459562"/>
                  </a:lnTo>
                  <a:lnTo>
                    <a:pt x="3089153" y="2557111"/>
                  </a:lnTo>
                  <a:lnTo>
                    <a:pt x="3053040" y="2652249"/>
                  </a:lnTo>
                  <a:lnTo>
                    <a:pt x="3016955" y="2744580"/>
                  </a:lnTo>
                  <a:lnTo>
                    <a:pt x="2980868" y="2833760"/>
                  </a:lnTo>
                  <a:lnTo>
                    <a:pt x="2944735" y="2919508"/>
                  </a:lnTo>
                  <a:lnTo>
                    <a:pt x="2908493" y="3001602"/>
                  </a:lnTo>
                  <a:lnTo>
                    <a:pt x="2872058" y="3079882"/>
                  </a:lnTo>
                  <a:lnTo>
                    <a:pt x="2835328" y="3154246"/>
                  </a:lnTo>
                  <a:lnTo>
                    <a:pt x="2798173" y="3224650"/>
                  </a:lnTo>
                  <a:lnTo>
                    <a:pt x="2760436" y="3291103"/>
                  </a:lnTo>
                  <a:lnTo>
                    <a:pt x="2721927" y="3353661"/>
                  </a:lnTo>
                  <a:lnTo>
                    <a:pt x="2702183" y="3383702"/>
                  </a:lnTo>
                  <a:lnTo>
                    <a:pt x="2652020" y="3453946"/>
                  </a:lnTo>
                  <a:lnTo>
                    <a:pt x="2599581" y="3518295"/>
                  </a:lnTo>
                  <a:lnTo>
                    <a:pt x="2544253" y="3576942"/>
                  </a:lnTo>
                  <a:lnTo>
                    <a:pt x="2485355" y="3630267"/>
                  </a:lnTo>
                  <a:lnTo>
                    <a:pt x="2422186" y="3678735"/>
                  </a:lnTo>
                  <a:lnTo>
                    <a:pt x="2354049" y="3722829"/>
                  </a:lnTo>
                  <a:lnTo>
                    <a:pt x="2280297" y="3763009"/>
                  </a:lnTo>
                  <a:lnTo>
                    <a:pt x="2200393" y="3799688"/>
                  </a:lnTo>
                  <a:lnTo>
                    <a:pt x="2113975" y="3833213"/>
                  </a:lnTo>
                  <a:lnTo>
                    <a:pt x="2020956" y="3863860"/>
                  </a:lnTo>
                  <a:lnTo>
                    <a:pt x="1921639" y="3891827"/>
                  </a:lnTo>
                  <a:lnTo>
                    <a:pt x="1816838" y="3917235"/>
                  </a:lnTo>
                  <a:lnTo>
                    <a:pt x="1707995" y="3940136"/>
                  </a:lnTo>
                  <a:lnTo>
                    <a:pt x="1597258" y="3960523"/>
                  </a:lnTo>
                  <a:lnTo>
                    <a:pt x="1487470" y="3978350"/>
                  </a:lnTo>
                  <a:lnTo>
                    <a:pt x="1382036" y="3993565"/>
                  </a:lnTo>
                  <a:lnTo>
                    <a:pt x="1284633" y="4006146"/>
                  </a:lnTo>
                  <a:lnTo>
                    <a:pt x="1198787" y="4016131"/>
                  </a:lnTo>
                  <a:lnTo>
                    <a:pt x="1127365" y="4023651"/>
                  </a:lnTo>
                  <a:lnTo>
                    <a:pt x="1072105" y="4028943"/>
                  </a:lnTo>
                  <a:lnTo>
                    <a:pt x="1033282" y="4032335"/>
                  </a:lnTo>
                  <a:lnTo>
                    <a:pt x="1009593" y="4034230"/>
                  </a:lnTo>
                  <a:lnTo>
                    <a:pt x="998228" y="4035065"/>
                  </a:lnTo>
                  <a:lnTo>
                    <a:pt x="995060" y="4035280"/>
                  </a:lnTo>
                  <a:lnTo>
                    <a:pt x="994940" y="4035288"/>
                  </a:lnTo>
                  <a:lnTo>
                    <a:pt x="0" y="4035288"/>
                  </a:lnTo>
                  <a:lnTo>
                    <a:pt x="0" y="40352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3" name="pg2012"/>
            <p:cNvSpPr/>
            <p:nvPr/>
          </p:nvSpPr>
          <p:spPr>
            <a:xfrm>
              <a:off x="1199187" y="3421969"/>
              <a:ext cx="12049831" cy="2829942"/>
            </a:xfrm>
            <a:custGeom>
              <a:avLst/>
              <a:pathLst>
                <a:path w="12049831" h="2829942">
                  <a:moveTo>
                    <a:pt x="0" y="2829942"/>
                  </a:moveTo>
                  <a:lnTo>
                    <a:pt x="994940" y="2829942"/>
                  </a:lnTo>
                  <a:lnTo>
                    <a:pt x="996071" y="2829926"/>
                  </a:lnTo>
                  <a:lnTo>
                    <a:pt x="1003534" y="2829812"/>
                  </a:lnTo>
                  <a:lnTo>
                    <a:pt x="1022450" y="2829499"/>
                  </a:lnTo>
                  <a:lnTo>
                    <a:pt x="1056522" y="2828881"/>
                  </a:lnTo>
                  <a:lnTo>
                    <a:pt x="1107822" y="2827859"/>
                  </a:lnTo>
                  <a:lnTo>
                    <a:pt x="1176628" y="2826350"/>
                  </a:lnTo>
                  <a:lnTo>
                    <a:pt x="1261492" y="2824290"/>
                  </a:lnTo>
                  <a:lnTo>
                    <a:pt x="1359547" y="2821642"/>
                  </a:lnTo>
                  <a:lnTo>
                    <a:pt x="1467039" y="2818392"/>
                  </a:lnTo>
                  <a:lnTo>
                    <a:pt x="1579909" y="2814542"/>
                  </a:lnTo>
                  <a:lnTo>
                    <a:pt x="1694331" y="2810105"/>
                  </a:lnTo>
                  <a:lnTo>
                    <a:pt x="1807074" y="2805091"/>
                  </a:lnTo>
                  <a:lnTo>
                    <a:pt x="1915685" y="2799504"/>
                  </a:lnTo>
                  <a:lnTo>
                    <a:pt x="2018520" y="2793333"/>
                  </a:lnTo>
                  <a:lnTo>
                    <a:pt x="2114654" y="2786549"/>
                  </a:lnTo>
                  <a:lnTo>
                    <a:pt x="2203747" y="2779107"/>
                  </a:lnTo>
                  <a:lnTo>
                    <a:pt x="2285905" y="2770939"/>
                  </a:lnTo>
                  <a:lnTo>
                    <a:pt x="2361536" y="2761964"/>
                  </a:lnTo>
                  <a:lnTo>
                    <a:pt x="2431248" y="2752083"/>
                  </a:lnTo>
                  <a:lnTo>
                    <a:pt x="2495761" y="2741186"/>
                  </a:lnTo>
                  <a:lnTo>
                    <a:pt x="2555846" y="2729158"/>
                  </a:lnTo>
                  <a:lnTo>
                    <a:pt x="2612276" y="2715893"/>
                  </a:lnTo>
                  <a:lnTo>
                    <a:pt x="2665785" y="2701309"/>
                  </a:lnTo>
                  <a:lnTo>
                    <a:pt x="2702183" y="2690192"/>
                  </a:lnTo>
                  <a:lnTo>
                    <a:pt x="2760549" y="2670290"/>
                  </a:lnTo>
                  <a:lnTo>
                    <a:pt x="2817156" y="2648495"/>
                  </a:lnTo>
                  <a:lnTo>
                    <a:pt x="2872626" y="2624775"/>
                  </a:lnTo>
                  <a:lnTo>
                    <a:pt x="2927422" y="2599153"/>
                  </a:lnTo>
                  <a:lnTo>
                    <a:pt x="2981881" y="2571715"/>
                  </a:lnTo>
                  <a:lnTo>
                    <a:pt x="3036234" y="2542613"/>
                  </a:lnTo>
                  <a:lnTo>
                    <a:pt x="3090619" y="2512067"/>
                  </a:lnTo>
                  <a:lnTo>
                    <a:pt x="3145101" y="2480358"/>
                  </a:lnTo>
                  <a:lnTo>
                    <a:pt x="3199685" y="2447824"/>
                  </a:lnTo>
                  <a:lnTo>
                    <a:pt x="3254335" y="2414840"/>
                  </a:lnTo>
                  <a:lnTo>
                    <a:pt x="3308993" y="2381806"/>
                  </a:lnTo>
                  <a:lnTo>
                    <a:pt x="3363598" y="2349123"/>
                  </a:lnTo>
                  <a:lnTo>
                    <a:pt x="3418107" y="2317174"/>
                  </a:lnTo>
                  <a:lnTo>
                    <a:pt x="3472514" y="2286307"/>
                  </a:lnTo>
                  <a:lnTo>
                    <a:pt x="3526865" y="2256820"/>
                  </a:lnTo>
                  <a:lnTo>
                    <a:pt x="3581280" y="2228947"/>
                  </a:lnTo>
                  <a:lnTo>
                    <a:pt x="3635964" y="2202859"/>
                  </a:lnTo>
                  <a:lnTo>
                    <a:pt x="3691226" y="2178657"/>
                  </a:lnTo>
                  <a:lnTo>
                    <a:pt x="3747497" y="2156380"/>
                  </a:lnTo>
                  <a:lnTo>
                    <a:pt x="3805353" y="2136009"/>
                  </a:lnTo>
                  <a:lnTo>
                    <a:pt x="3820202" y="2131191"/>
                  </a:lnTo>
                  <a:lnTo>
                    <a:pt x="3872049" y="2115651"/>
                  </a:lnTo>
                  <a:lnTo>
                    <a:pt x="3926343" y="2101460"/>
                  </a:lnTo>
                  <a:lnTo>
                    <a:pt x="3983768" y="2088569"/>
                  </a:lnTo>
                  <a:lnTo>
                    <a:pt x="4045072" y="2076885"/>
                  </a:lnTo>
                  <a:lnTo>
                    <a:pt x="4111033" y="2066298"/>
                  </a:lnTo>
                  <a:lnTo>
                    <a:pt x="4182412" y="2056694"/>
                  </a:lnTo>
                  <a:lnTo>
                    <a:pt x="4259903" y="2047965"/>
                  </a:lnTo>
                  <a:lnTo>
                    <a:pt x="4344066" y="2040018"/>
                  </a:lnTo>
                  <a:lnTo>
                    <a:pt x="4435233" y="2032775"/>
                  </a:lnTo>
                  <a:lnTo>
                    <a:pt x="4533392" y="2026175"/>
                  </a:lnTo>
                  <a:lnTo>
                    <a:pt x="4638049" y="2020178"/>
                  </a:lnTo>
                  <a:lnTo>
                    <a:pt x="4748080" y="2014760"/>
                  </a:lnTo>
                  <a:lnTo>
                    <a:pt x="4861606" y="2009914"/>
                  </a:lnTo>
                  <a:lnTo>
                    <a:pt x="4975939" y="2005648"/>
                  </a:lnTo>
                  <a:lnTo>
                    <a:pt x="5087646" y="2001974"/>
                  </a:lnTo>
                  <a:lnTo>
                    <a:pt x="5192785" y="1998900"/>
                  </a:lnTo>
                  <a:lnTo>
                    <a:pt x="5287329" y="1996427"/>
                  </a:lnTo>
                  <a:lnTo>
                    <a:pt x="5367720" y="1994534"/>
                  </a:lnTo>
                  <a:lnTo>
                    <a:pt x="5431463" y="1993176"/>
                  </a:lnTo>
                  <a:lnTo>
                    <a:pt x="5477594" y="1992282"/>
                  </a:lnTo>
                  <a:lnTo>
                    <a:pt x="5506924" y="1991764"/>
                  </a:lnTo>
                  <a:lnTo>
                    <a:pt x="5522026" y="1991520"/>
                  </a:lnTo>
                  <a:lnTo>
                    <a:pt x="5527041" y="1991446"/>
                  </a:lnTo>
                  <a:lnTo>
                    <a:pt x="5527445" y="1991440"/>
                  </a:lnTo>
                  <a:lnTo>
                    <a:pt x="6522385" y="1991440"/>
                  </a:lnTo>
                  <a:lnTo>
                    <a:pt x="6523491" y="1991404"/>
                  </a:lnTo>
                  <a:lnTo>
                    <a:pt x="6530794" y="1991141"/>
                  </a:lnTo>
                  <a:lnTo>
                    <a:pt x="6549312" y="1990415"/>
                  </a:lnTo>
                  <a:lnTo>
                    <a:pt x="6582697" y="1988984"/>
                  </a:lnTo>
                  <a:lnTo>
                    <a:pt x="6633015" y="1986619"/>
                  </a:lnTo>
                  <a:lnTo>
                    <a:pt x="6700603" y="1983121"/>
                  </a:lnTo>
                  <a:lnTo>
                    <a:pt x="6784106" y="1978345"/>
                  </a:lnTo>
                  <a:lnTo>
                    <a:pt x="6880780" y="1972199"/>
                  </a:lnTo>
                  <a:lnTo>
                    <a:pt x="6986986" y="1964648"/>
                  </a:lnTo>
                  <a:lnTo>
                    <a:pt x="7098759" y="1955698"/>
                  </a:lnTo>
                  <a:lnTo>
                    <a:pt x="7212325" y="1945374"/>
                  </a:lnTo>
                  <a:lnTo>
                    <a:pt x="7324472" y="1933705"/>
                  </a:lnTo>
                  <a:lnTo>
                    <a:pt x="7432735" y="1920697"/>
                  </a:lnTo>
                  <a:lnTo>
                    <a:pt x="7535432" y="1906331"/>
                  </a:lnTo>
                  <a:lnTo>
                    <a:pt x="7631594" y="1890545"/>
                  </a:lnTo>
                  <a:lnTo>
                    <a:pt x="7720834" y="1873236"/>
                  </a:lnTo>
                  <a:lnTo>
                    <a:pt x="7803211" y="1854257"/>
                  </a:lnTo>
                  <a:lnTo>
                    <a:pt x="7879094" y="1833420"/>
                  </a:lnTo>
                  <a:lnTo>
                    <a:pt x="7949058" y="1810502"/>
                  </a:lnTo>
                  <a:lnTo>
                    <a:pt x="8013795" y="1785251"/>
                  </a:lnTo>
                  <a:lnTo>
                    <a:pt x="8074055" y="1757403"/>
                  </a:lnTo>
                  <a:lnTo>
                    <a:pt x="8130596" y="1726705"/>
                  </a:lnTo>
                  <a:lnTo>
                    <a:pt x="8184144" y="1692952"/>
                  </a:lnTo>
                  <a:lnTo>
                    <a:pt x="8229629" y="1660407"/>
                  </a:lnTo>
                  <a:lnTo>
                    <a:pt x="8279328" y="1620654"/>
                  </a:lnTo>
                  <a:lnTo>
                    <a:pt x="8327684" y="1577680"/>
                  </a:lnTo>
                  <a:lnTo>
                    <a:pt x="8375099" y="1531421"/>
                  </a:lnTo>
                  <a:lnTo>
                    <a:pt x="8421892" y="1481880"/>
                  </a:lnTo>
                  <a:lnTo>
                    <a:pt x="8468307" y="1429132"/>
                  </a:lnTo>
                  <a:lnTo>
                    <a:pt x="8514530" y="1373332"/>
                  </a:lnTo>
                  <a:lnTo>
                    <a:pt x="8560689" y="1314718"/>
                  </a:lnTo>
                  <a:lnTo>
                    <a:pt x="8606869" y="1253610"/>
                  </a:lnTo>
                  <a:lnTo>
                    <a:pt x="8653114" y="1190406"/>
                  </a:lnTo>
                  <a:lnTo>
                    <a:pt x="8699436" y="1125576"/>
                  </a:lnTo>
                  <a:lnTo>
                    <a:pt x="8745822" y="1059644"/>
                  </a:lnTo>
                  <a:lnTo>
                    <a:pt x="8792243" y="993173"/>
                  </a:lnTo>
                  <a:lnTo>
                    <a:pt x="8838661" y="926748"/>
                  </a:lnTo>
                  <a:lnTo>
                    <a:pt x="8885039" y="860951"/>
                  </a:lnTo>
                  <a:lnTo>
                    <a:pt x="8931349" y="796340"/>
                  </a:lnTo>
                  <a:lnTo>
                    <a:pt x="8977583" y="733433"/>
                  </a:lnTo>
                  <a:lnTo>
                    <a:pt x="9023755" y="672688"/>
                  </a:lnTo>
                  <a:lnTo>
                    <a:pt x="9069918" y="614491"/>
                  </a:lnTo>
                  <a:lnTo>
                    <a:pt x="9116161" y="559152"/>
                  </a:lnTo>
                  <a:lnTo>
                    <a:pt x="9162621" y="506894"/>
                  </a:lnTo>
                  <a:lnTo>
                    <a:pt x="9209493" y="457859"/>
                  </a:lnTo>
                  <a:lnTo>
                    <a:pt x="9257031" y="412112"/>
                  </a:lnTo>
                  <a:lnTo>
                    <a:pt x="9305567" y="369644"/>
                  </a:lnTo>
                  <a:lnTo>
                    <a:pt x="9347647" y="336274"/>
                  </a:lnTo>
                  <a:lnTo>
                    <a:pt x="9399096" y="299730"/>
                  </a:lnTo>
                  <a:lnTo>
                    <a:pt x="9452950" y="266332"/>
                  </a:lnTo>
                  <a:lnTo>
                    <a:pt x="9509877" y="235970"/>
                  </a:lnTo>
                  <a:lnTo>
                    <a:pt x="9570608" y="208431"/>
                  </a:lnTo>
                  <a:lnTo>
                    <a:pt x="9635902" y="183458"/>
                  </a:lnTo>
                  <a:lnTo>
                    <a:pt x="9706506" y="160789"/>
                  </a:lnTo>
                  <a:lnTo>
                    <a:pt x="9783102" y="140175"/>
                  </a:lnTo>
                  <a:lnTo>
                    <a:pt x="9866246" y="121394"/>
                  </a:lnTo>
                  <a:lnTo>
                    <a:pt x="9956278" y="104265"/>
                  </a:lnTo>
                  <a:lnTo>
                    <a:pt x="10053212" y="88645"/>
                  </a:lnTo>
                  <a:lnTo>
                    <a:pt x="10156603" y="74435"/>
                  </a:lnTo>
                  <a:lnTo>
                    <a:pt x="10265407" y="61581"/>
                  </a:lnTo>
                  <a:lnTo>
                    <a:pt x="10377855" y="50063"/>
                  </a:lnTo>
                  <a:lnTo>
                    <a:pt x="10491392" y="39895"/>
                  </a:lnTo>
                  <a:lnTo>
                    <a:pt x="10602730" y="31102"/>
                  </a:lnTo>
                  <a:lnTo>
                    <a:pt x="10708050" y="23712"/>
                  </a:lnTo>
                  <a:lnTo>
                    <a:pt x="10803397" y="17724"/>
                  </a:lnTo>
                  <a:lnTo>
                    <a:pt x="10885205" y="13099"/>
                  </a:lnTo>
                  <a:lnTo>
                    <a:pt x="10950866" y="9739"/>
                  </a:lnTo>
                  <a:lnTo>
                    <a:pt x="10999208" y="7491"/>
                  </a:lnTo>
                  <a:lnTo>
                    <a:pt x="11030766" y="6152"/>
                  </a:lnTo>
                  <a:lnTo>
                    <a:pt x="11047797" y="5491"/>
                  </a:lnTo>
                  <a:lnTo>
                    <a:pt x="11054117" y="526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5" y="36"/>
                  </a:lnTo>
                  <a:lnTo>
                    <a:pt x="11046483" y="299"/>
                  </a:lnTo>
                  <a:lnTo>
                    <a:pt x="11027964" y="1025"/>
                  </a:lnTo>
                  <a:lnTo>
                    <a:pt x="10994580" y="2456"/>
                  </a:lnTo>
                  <a:lnTo>
                    <a:pt x="10944261" y="4821"/>
                  </a:lnTo>
                  <a:lnTo>
                    <a:pt x="10876674" y="8318"/>
                  </a:lnTo>
                  <a:lnTo>
                    <a:pt x="10793171" y="13095"/>
                  </a:lnTo>
                  <a:lnTo>
                    <a:pt x="10696496" y="19241"/>
                  </a:lnTo>
                  <a:lnTo>
                    <a:pt x="10590291" y="26792"/>
                  </a:lnTo>
                  <a:lnTo>
                    <a:pt x="10478518" y="35742"/>
                  </a:lnTo>
                  <a:lnTo>
                    <a:pt x="10364951" y="46066"/>
                  </a:lnTo>
                  <a:lnTo>
                    <a:pt x="10252804" y="57735"/>
                  </a:lnTo>
                  <a:lnTo>
                    <a:pt x="10144541" y="70742"/>
                  </a:lnTo>
                  <a:lnTo>
                    <a:pt x="10041844" y="85109"/>
                  </a:lnTo>
                  <a:lnTo>
                    <a:pt x="9945683" y="100895"/>
                  </a:lnTo>
                  <a:lnTo>
                    <a:pt x="9856443" y="118204"/>
                  </a:lnTo>
                  <a:lnTo>
                    <a:pt x="9774066" y="137183"/>
                  </a:lnTo>
                  <a:lnTo>
                    <a:pt x="9698183" y="158020"/>
                  </a:lnTo>
                  <a:lnTo>
                    <a:pt x="9628219" y="180938"/>
                  </a:lnTo>
                  <a:lnTo>
                    <a:pt x="9563482" y="206189"/>
                  </a:lnTo>
                  <a:lnTo>
                    <a:pt x="9503222" y="234037"/>
                  </a:lnTo>
                  <a:lnTo>
                    <a:pt x="9446681" y="264735"/>
                  </a:lnTo>
                  <a:lnTo>
                    <a:pt x="9393132" y="298488"/>
                  </a:lnTo>
                  <a:lnTo>
                    <a:pt x="9347647" y="331033"/>
                  </a:lnTo>
                  <a:lnTo>
                    <a:pt x="9297948" y="370786"/>
                  </a:lnTo>
                  <a:lnTo>
                    <a:pt x="9249593" y="413760"/>
                  </a:lnTo>
                  <a:lnTo>
                    <a:pt x="9202178" y="460019"/>
                  </a:lnTo>
                  <a:lnTo>
                    <a:pt x="9155385" y="509560"/>
                  </a:lnTo>
                  <a:lnTo>
                    <a:pt x="9108969" y="562308"/>
                  </a:lnTo>
                  <a:lnTo>
                    <a:pt x="9062747" y="618108"/>
                  </a:lnTo>
                  <a:lnTo>
                    <a:pt x="9016588" y="676722"/>
                  </a:lnTo>
                  <a:lnTo>
                    <a:pt x="8970408" y="737830"/>
                  </a:lnTo>
                  <a:lnTo>
                    <a:pt x="8924163" y="801034"/>
                  </a:lnTo>
                  <a:lnTo>
                    <a:pt x="8877841" y="865864"/>
                  </a:lnTo>
                  <a:lnTo>
                    <a:pt x="8831454" y="931796"/>
                  </a:lnTo>
                  <a:lnTo>
                    <a:pt x="8785033" y="998267"/>
                  </a:lnTo>
                  <a:lnTo>
                    <a:pt x="8738616" y="1064692"/>
                  </a:lnTo>
                  <a:lnTo>
                    <a:pt x="8692238" y="1130489"/>
                  </a:lnTo>
                  <a:lnTo>
                    <a:pt x="8645927" y="1195100"/>
                  </a:lnTo>
                  <a:lnTo>
                    <a:pt x="8599694" y="1258007"/>
                  </a:lnTo>
                  <a:lnTo>
                    <a:pt x="8553521" y="1318752"/>
                  </a:lnTo>
                  <a:lnTo>
                    <a:pt x="8507359" y="1376948"/>
                  </a:lnTo>
                  <a:lnTo>
                    <a:pt x="8461116" y="1432288"/>
                  </a:lnTo>
                  <a:lnTo>
                    <a:pt x="8414655" y="1484546"/>
                  </a:lnTo>
                  <a:lnTo>
                    <a:pt x="8367783" y="1533580"/>
                  </a:lnTo>
                  <a:lnTo>
                    <a:pt x="8320245" y="1579328"/>
                  </a:lnTo>
                  <a:lnTo>
                    <a:pt x="8271710" y="1621796"/>
                  </a:lnTo>
                  <a:lnTo>
                    <a:pt x="8229629" y="1655166"/>
                  </a:lnTo>
                  <a:lnTo>
                    <a:pt x="8178181" y="1691710"/>
                  </a:lnTo>
                  <a:lnTo>
                    <a:pt x="8124326" y="1725108"/>
                  </a:lnTo>
                  <a:lnTo>
                    <a:pt x="8067400" y="1755470"/>
                  </a:lnTo>
                  <a:lnTo>
                    <a:pt x="8006669" y="1783009"/>
                  </a:lnTo>
                  <a:lnTo>
                    <a:pt x="7941374" y="1807982"/>
                  </a:lnTo>
                  <a:lnTo>
                    <a:pt x="7870771" y="1830650"/>
                  </a:lnTo>
                  <a:lnTo>
                    <a:pt x="7794174" y="1851265"/>
                  </a:lnTo>
                  <a:lnTo>
                    <a:pt x="7711030" y="1870046"/>
                  </a:lnTo>
                  <a:lnTo>
                    <a:pt x="7620999" y="1887175"/>
                  </a:lnTo>
                  <a:lnTo>
                    <a:pt x="7524065" y="1902795"/>
                  </a:lnTo>
                  <a:lnTo>
                    <a:pt x="7420673" y="1917005"/>
                  </a:lnTo>
                  <a:lnTo>
                    <a:pt x="7311869" y="1929859"/>
                  </a:lnTo>
                  <a:lnTo>
                    <a:pt x="7199422" y="1941377"/>
                  </a:lnTo>
                  <a:lnTo>
                    <a:pt x="7085884" y="1951545"/>
                  </a:lnTo>
                  <a:lnTo>
                    <a:pt x="6974547" y="1960338"/>
                  </a:lnTo>
                  <a:lnTo>
                    <a:pt x="6869227" y="1967728"/>
                  </a:lnTo>
                  <a:lnTo>
                    <a:pt x="6773879" y="1973716"/>
                  </a:lnTo>
                  <a:lnTo>
                    <a:pt x="6692071" y="1978341"/>
                  </a:lnTo>
                  <a:lnTo>
                    <a:pt x="6626410" y="1981701"/>
                  </a:lnTo>
                  <a:lnTo>
                    <a:pt x="6578068" y="1983949"/>
                  </a:lnTo>
                  <a:lnTo>
                    <a:pt x="6546511" y="1985288"/>
                  </a:lnTo>
                  <a:lnTo>
                    <a:pt x="6529480" y="1985949"/>
                  </a:lnTo>
                  <a:lnTo>
                    <a:pt x="6523160" y="1986174"/>
                  </a:lnTo>
                  <a:lnTo>
                    <a:pt x="6522385" y="1986200"/>
                  </a:lnTo>
                  <a:lnTo>
                    <a:pt x="5527445" y="1986200"/>
                  </a:lnTo>
                  <a:lnTo>
                    <a:pt x="5526314" y="1986216"/>
                  </a:lnTo>
                  <a:lnTo>
                    <a:pt x="5518851" y="1986329"/>
                  </a:lnTo>
                  <a:lnTo>
                    <a:pt x="5499935" y="1986643"/>
                  </a:lnTo>
                  <a:lnTo>
                    <a:pt x="5465863" y="1987261"/>
                  </a:lnTo>
                  <a:lnTo>
                    <a:pt x="5414563" y="1988282"/>
                  </a:lnTo>
                  <a:lnTo>
                    <a:pt x="5345757" y="1989791"/>
                  </a:lnTo>
                  <a:lnTo>
                    <a:pt x="5260893" y="1991851"/>
                  </a:lnTo>
                  <a:lnTo>
                    <a:pt x="5162838" y="1994499"/>
                  </a:lnTo>
                  <a:lnTo>
                    <a:pt x="5055346" y="1997750"/>
                  </a:lnTo>
                  <a:lnTo>
                    <a:pt x="4942476" y="2001600"/>
                  </a:lnTo>
                  <a:lnTo>
                    <a:pt x="4828054" y="2006037"/>
                  </a:lnTo>
                  <a:lnTo>
                    <a:pt x="4715311" y="2011050"/>
                  </a:lnTo>
                  <a:lnTo>
                    <a:pt x="4606700" y="2016637"/>
                  </a:lnTo>
                  <a:lnTo>
                    <a:pt x="4503865" y="2022809"/>
                  </a:lnTo>
                  <a:lnTo>
                    <a:pt x="4407731" y="2029592"/>
                  </a:lnTo>
                  <a:lnTo>
                    <a:pt x="4318638" y="2037035"/>
                  </a:lnTo>
                  <a:lnTo>
                    <a:pt x="4236480" y="2045202"/>
                  </a:lnTo>
                  <a:lnTo>
                    <a:pt x="4160849" y="2054177"/>
                  </a:lnTo>
                  <a:lnTo>
                    <a:pt x="4091137" y="2064059"/>
                  </a:lnTo>
                  <a:lnTo>
                    <a:pt x="4026624" y="2074956"/>
                  </a:lnTo>
                  <a:lnTo>
                    <a:pt x="3966539" y="2086983"/>
                  </a:lnTo>
                  <a:lnTo>
                    <a:pt x="3910109" y="2100248"/>
                  </a:lnTo>
                  <a:lnTo>
                    <a:pt x="3856600" y="2114833"/>
                  </a:lnTo>
                  <a:lnTo>
                    <a:pt x="3820202" y="2125950"/>
                  </a:lnTo>
                  <a:lnTo>
                    <a:pt x="3761836" y="2145852"/>
                  </a:lnTo>
                  <a:lnTo>
                    <a:pt x="3705229" y="2167646"/>
                  </a:lnTo>
                  <a:lnTo>
                    <a:pt x="3649759" y="2191367"/>
                  </a:lnTo>
                  <a:lnTo>
                    <a:pt x="3594963" y="2216989"/>
                  </a:lnTo>
                  <a:lnTo>
                    <a:pt x="3540504" y="2244427"/>
                  </a:lnTo>
                  <a:lnTo>
                    <a:pt x="3486151" y="2273529"/>
                  </a:lnTo>
                  <a:lnTo>
                    <a:pt x="3431765" y="2304075"/>
                  </a:lnTo>
                  <a:lnTo>
                    <a:pt x="3377284" y="2335783"/>
                  </a:lnTo>
                  <a:lnTo>
                    <a:pt x="3322700" y="2368318"/>
                  </a:lnTo>
                  <a:lnTo>
                    <a:pt x="3268050" y="2401301"/>
                  </a:lnTo>
                  <a:lnTo>
                    <a:pt x="3213392" y="2434336"/>
                  </a:lnTo>
                  <a:lnTo>
                    <a:pt x="3158787" y="2467019"/>
                  </a:lnTo>
                  <a:lnTo>
                    <a:pt x="3104278" y="2498968"/>
                  </a:lnTo>
                  <a:lnTo>
                    <a:pt x="3049871" y="2529835"/>
                  </a:lnTo>
                  <a:lnTo>
                    <a:pt x="2995520" y="2559322"/>
                  </a:lnTo>
                  <a:lnTo>
                    <a:pt x="2941105" y="2587195"/>
                  </a:lnTo>
                  <a:lnTo>
                    <a:pt x="2886421" y="2613283"/>
                  </a:lnTo>
                  <a:lnTo>
                    <a:pt x="2831159" y="2637485"/>
                  </a:lnTo>
                  <a:lnTo>
                    <a:pt x="2774888" y="2659762"/>
                  </a:lnTo>
                  <a:lnTo>
                    <a:pt x="2717032" y="2680133"/>
                  </a:lnTo>
                  <a:lnTo>
                    <a:pt x="2702183" y="2684951"/>
                  </a:lnTo>
                  <a:lnTo>
                    <a:pt x="2650336" y="2700490"/>
                  </a:lnTo>
                  <a:lnTo>
                    <a:pt x="2596042" y="2714682"/>
                  </a:lnTo>
                  <a:lnTo>
                    <a:pt x="2538617" y="2727573"/>
                  </a:lnTo>
                  <a:lnTo>
                    <a:pt x="2477313" y="2739257"/>
                  </a:lnTo>
                  <a:lnTo>
                    <a:pt x="2411352" y="2749844"/>
                  </a:lnTo>
                  <a:lnTo>
                    <a:pt x="2339973" y="2759448"/>
                  </a:lnTo>
                  <a:lnTo>
                    <a:pt x="2262482" y="2768176"/>
                  </a:lnTo>
                  <a:lnTo>
                    <a:pt x="2178319" y="2776123"/>
                  </a:lnTo>
                  <a:lnTo>
                    <a:pt x="2087152" y="2783367"/>
                  </a:lnTo>
                  <a:lnTo>
                    <a:pt x="1988993" y="2789966"/>
                  </a:lnTo>
                  <a:lnTo>
                    <a:pt x="1884336" y="2795964"/>
                  </a:lnTo>
                  <a:lnTo>
                    <a:pt x="1774305" y="2801382"/>
                  </a:lnTo>
                  <a:lnTo>
                    <a:pt x="1660779" y="2806227"/>
                  </a:lnTo>
                  <a:lnTo>
                    <a:pt x="1546446" y="2810493"/>
                  </a:lnTo>
                  <a:lnTo>
                    <a:pt x="1434739" y="2814168"/>
                  </a:lnTo>
                  <a:lnTo>
                    <a:pt x="1329600" y="2817241"/>
                  </a:lnTo>
                  <a:lnTo>
                    <a:pt x="1235056" y="2819714"/>
                  </a:lnTo>
                  <a:lnTo>
                    <a:pt x="1154665" y="2821608"/>
                  </a:lnTo>
                  <a:lnTo>
                    <a:pt x="1090922" y="2822966"/>
                  </a:lnTo>
                  <a:lnTo>
                    <a:pt x="1044791" y="2823859"/>
                  </a:lnTo>
                  <a:lnTo>
                    <a:pt x="1015461" y="2824377"/>
                  </a:lnTo>
                  <a:lnTo>
                    <a:pt x="1000359" y="2824621"/>
                  </a:lnTo>
                  <a:lnTo>
                    <a:pt x="995344" y="2824696"/>
                  </a:lnTo>
                  <a:lnTo>
                    <a:pt x="994940" y="2824701"/>
                  </a:lnTo>
                  <a:lnTo>
                    <a:pt x="0" y="2824701"/>
                  </a:lnTo>
                  <a:close/>
                </a:path>
              </a:pathLst>
            </a:custGeom>
            <a:solidFill>
              <a:srgbClr val="FF704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14" name="pl2013"/>
            <p:cNvSpPr/>
            <p:nvPr/>
          </p:nvSpPr>
          <p:spPr>
            <a:xfrm>
              <a:off x="1199187" y="3427210"/>
              <a:ext cx="12049831" cy="2824701"/>
            </a:xfrm>
            <a:custGeom>
              <a:avLst/>
              <a:pathLst>
                <a:path w="12049831" h="2824701">
                  <a:moveTo>
                    <a:pt x="0" y="2824701"/>
                  </a:moveTo>
                  <a:lnTo>
                    <a:pt x="994940" y="2824701"/>
                  </a:lnTo>
                  <a:lnTo>
                    <a:pt x="996071" y="2824685"/>
                  </a:lnTo>
                  <a:lnTo>
                    <a:pt x="1003534" y="2824572"/>
                  </a:lnTo>
                  <a:lnTo>
                    <a:pt x="1022450" y="2824258"/>
                  </a:lnTo>
                  <a:lnTo>
                    <a:pt x="1056522" y="2823640"/>
                  </a:lnTo>
                  <a:lnTo>
                    <a:pt x="1107822" y="2822619"/>
                  </a:lnTo>
                  <a:lnTo>
                    <a:pt x="1176628" y="2821110"/>
                  </a:lnTo>
                  <a:lnTo>
                    <a:pt x="1261492" y="2819050"/>
                  </a:lnTo>
                  <a:lnTo>
                    <a:pt x="1359547" y="2816402"/>
                  </a:lnTo>
                  <a:lnTo>
                    <a:pt x="1467039" y="2813151"/>
                  </a:lnTo>
                  <a:lnTo>
                    <a:pt x="1579909" y="2809302"/>
                  </a:lnTo>
                  <a:lnTo>
                    <a:pt x="1694331" y="2804864"/>
                  </a:lnTo>
                  <a:lnTo>
                    <a:pt x="1807074" y="2799851"/>
                  </a:lnTo>
                  <a:lnTo>
                    <a:pt x="1915685" y="2794264"/>
                  </a:lnTo>
                  <a:lnTo>
                    <a:pt x="2018520" y="2788093"/>
                  </a:lnTo>
                  <a:lnTo>
                    <a:pt x="2114654" y="2781309"/>
                  </a:lnTo>
                  <a:lnTo>
                    <a:pt x="2203747" y="2773866"/>
                  </a:lnTo>
                  <a:lnTo>
                    <a:pt x="2285905" y="2765699"/>
                  </a:lnTo>
                  <a:lnTo>
                    <a:pt x="2361536" y="2756724"/>
                  </a:lnTo>
                  <a:lnTo>
                    <a:pt x="2431248" y="2746842"/>
                  </a:lnTo>
                  <a:lnTo>
                    <a:pt x="2495761" y="2735945"/>
                  </a:lnTo>
                  <a:lnTo>
                    <a:pt x="2555846" y="2723918"/>
                  </a:lnTo>
                  <a:lnTo>
                    <a:pt x="2612276" y="2710653"/>
                  </a:lnTo>
                  <a:lnTo>
                    <a:pt x="2665785" y="2696068"/>
                  </a:lnTo>
                  <a:lnTo>
                    <a:pt x="2702183" y="2684951"/>
                  </a:lnTo>
                  <a:lnTo>
                    <a:pt x="2760549" y="2665050"/>
                  </a:lnTo>
                  <a:lnTo>
                    <a:pt x="2817156" y="2643255"/>
                  </a:lnTo>
                  <a:lnTo>
                    <a:pt x="2872626" y="2619534"/>
                  </a:lnTo>
                  <a:lnTo>
                    <a:pt x="2927422" y="2593912"/>
                  </a:lnTo>
                  <a:lnTo>
                    <a:pt x="2981881" y="2566474"/>
                  </a:lnTo>
                  <a:lnTo>
                    <a:pt x="3036234" y="2537372"/>
                  </a:lnTo>
                  <a:lnTo>
                    <a:pt x="3090619" y="2506826"/>
                  </a:lnTo>
                  <a:lnTo>
                    <a:pt x="3145101" y="2475118"/>
                  </a:lnTo>
                  <a:lnTo>
                    <a:pt x="3199685" y="2442584"/>
                  </a:lnTo>
                  <a:lnTo>
                    <a:pt x="3254335" y="2409600"/>
                  </a:lnTo>
                  <a:lnTo>
                    <a:pt x="3308993" y="2376566"/>
                  </a:lnTo>
                  <a:lnTo>
                    <a:pt x="3363598" y="2343882"/>
                  </a:lnTo>
                  <a:lnTo>
                    <a:pt x="3418107" y="2311933"/>
                  </a:lnTo>
                  <a:lnTo>
                    <a:pt x="3472514" y="2281066"/>
                  </a:lnTo>
                  <a:lnTo>
                    <a:pt x="3526865" y="2251579"/>
                  </a:lnTo>
                  <a:lnTo>
                    <a:pt x="3581280" y="2223706"/>
                  </a:lnTo>
                  <a:lnTo>
                    <a:pt x="3635964" y="2197618"/>
                  </a:lnTo>
                  <a:lnTo>
                    <a:pt x="3691226" y="2173416"/>
                  </a:lnTo>
                  <a:lnTo>
                    <a:pt x="3747497" y="2151139"/>
                  </a:lnTo>
                  <a:lnTo>
                    <a:pt x="3805353" y="2130769"/>
                  </a:lnTo>
                  <a:lnTo>
                    <a:pt x="3820202" y="2125950"/>
                  </a:lnTo>
                  <a:lnTo>
                    <a:pt x="3872049" y="2110411"/>
                  </a:lnTo>
                  <a:lnTo>
                    <a:pt x="3926343" y="2096220"/>
                  </a:lnTo>
                  <a:lnTo>
                    <a:pt x="3983768" y="2083328"/>
                  </a:lnTo>
                  <a:lnTo>
                    <a:pt x="4045072" y="2071644"/>
                  </a:lnTo>
                  <a:lnTo>
                    <a:pt x="4111033" y="2061057"/>
                  </a:lnTo>
                  <a:lnTo>
                    <a:pt x="4182412" y="2051453"/>
                  </a:lnTo>
                  <a:lnTo>
                    <a:pt x="4259903" y="2042725"/>
                  </a:lnTo>
                  <a:lnTo>
                    <a:pt x="4344066" y="2034778"/>
                  </a:lnTo>
                  <a:lnTo>
                    <a:pt x="4435233" y="2027535"/>
                  </a:lnTo>
                  <a:lnTo>
                    <a:pt x="4533392" y="2020935"/>
                  </a:lnTo>
                  <a:lnTo>
                    <a:pt x="4638049" y="2014937"/>
                  </a:lnTo>
                  <a:lnTo>
                    <a:pt x="4748080" y="2009519"/>
                  </a:lnTo>
                  <a:lnTo>
                    <a:pt x="4861606" y="2004674"/>
                  </a:lnTo>
                  <a:lnTo>
                    <a:pt x="4975939" y="2000408"/>
                  </a:lnTo>
                  <a:lnTo>
                    <a:pt x="5087646" y="1996733"/>
                  </a:lnTo>
                  <a:lnTo>
                    <a:pt x="5192785" y="1993660"/>
                  </a:lnTo>
                  <a:lnTo>
                    <a:pt x="5287329" y="1991187"/>
                  </a:lnTo>
                  <a:lnTo>
                    <a:pt x="5367720" y="1989294"/>
                  </a:lnTo>
                  <a:lnTo>
                    <a:pt x="5431463" y="1987935"/>
                  </a:lnTo>
                  <a:lnTo>
                    <a:pt x="5477594" y="1987042"/>
                  </a:lnTo>
                  <a:lnTo>
                    <a:pt x="5506924" y="1986524"/>
                  </a:lnTo>
                  <a:lnTo>
                    <a:pt x="5522026" y="1986280"/>
                  </a:lnTo>
                  <a:lnTo>
                    <a:pt x="5527041" y="1986205"/>
                  </a:lnTo>
                  <a:lnTo>
                    <a:pt x="5527445" y="1986200"/>
                  </a:lnTo>
                  <a:lnTo>
                    <a:pt x="6522385" y="1986200"/>
                  </a:lnTo>
                  <a:lnTo>
                    <a:pt x="6523491" y="1986163"/>
                  </a:lnTo>
                  <a:lnTo>
                    <a:pt x="6530794" y="1985900"/>
                  </a:lnTo>
                  <a:lnTo>
                    <a:pt x="6549312" y="1985174"/>
                  </a:lnTo>
                  <a:lnTo>
                    <a:pt x="6582697" y="1983743"/>
                  </a:lnTo>
                  <a:lnTo>
                    <a:pt x="6633015" y="1981378"/>
                  </a:lnTo>
                  <a:lnTo>
                    <a:pt x="6700603" y="1977881"/>
                  </a:lnTo>
                  <a:lnTo>
                    <a:pt x="6784106" y="1973104"/>
                  </a:lnTo>
                  <a:lnTo>
                    <a:pt x="6880780" y="1966958"/>
                  </a:lnTo>
                  <a:lnTo>
                    <a:pt x="6986986" y="1959408"/>
                  </a:lnTo>
                  <a:lnTo>
                    <a:pt x="7098759" y="1950457"/>
                  </a:lnTo>
                  <a:lnTo>
                    <a:pt x="7212325" y="1940134"/>
                  </a:lnTo>
                  <a:lnTo>
                    <a:pt x="7324472" y="1928464"/>
                  </a:lnTo>
                  <a:lnTo>
                    <a:pt x="7432735" y="1915457"/>
                  </a:lnTo>
                  <a:lnTo>
                    <a:pt x="7535432" y="1901091"/>
                  </a:lnTo>
                  <a:lnTo>
                    <a:pt x="7631594" y="1885304"/>
                  </a:lnTo>
                  <a:lnTo>
                    <a:pt x="7720834" y="1867995"/>
                  </a:lnTo>
                  <a:lnTo>
                    <a:pt x="7803211" y="1849016"/>
                  </a:lnTo>
                  <a:lnTo>
                    <a:pt x="7879094" y="1828179"/>
                  </a:lnTo>
                  <a:lnTo>
                    <a:pt x="7949058" y="1805261"/>
                  </a:lnTo>
                  <a:lnTo>
                    <a:pt x="8013795" y="1780010"/>
                  </a:lnTo>
                  <a:lnTo>
                    <a:pt x="8074055" y="1752162"/>
                  </a:lnTo>
                  <a:lnTo>
                    <a:pt x="8130596" y="1721464"/>
                  </a:lnTo>
                  <a:lnTo>
                    <a:pt x="8184144" y="1687711"/>
                  </a:lnTo>
                  <a:lnTo>
                    <a:pt x="8229629" y="1655166"/>
                  </a:lnTo>
                  <a:lnTo>
                    <a:pt x="8279328" y="1615414"/>
                  </a:lnTo>
                  <a:lnTo>
                    <a:pt x="8327684" y="1572439"/>
                  </a:lnTo>
                  <a:lnTo>
                    <a:pt x="8375099" y="1526181"/>
                  </a:lnTo>
                  <a:lnTo>
                    <a:pt x="8421892" y="1476640"/>
                  </a:lnTo>
                  <a:lnTo>
                    <a:pt x="8468307" y="1423892"/>
                  </a:lnTo>
                  <a:lnTo>
                    <a:pt x="8514530" y="1368092"/>
                  </a:lnTo>
                  <a:lnTo>
                    <a:pt x="8560689" y="1309477"/>
                  </a:lnTo>
                  <a:lnTo>
                    <a:pt x="8606869" y="1248369"/>
                  </a:lnTo>
                  <a:lnTo>
                    <a:pt x="8653114" y="1185166"/>
                  </a:lnTo>
                  <a:lnTo>
                    <a:pt x="8699436" y="1120335"/>
                  </a:lnTo>
                  <a:lnTo>
                    <a:pt x="8745822" y="1054403"/>
                  </a:lnTo>
                  <a:lnTo>
                    <a:pt x="8792243" y="987933"/>
                  </a:lnTo>
                  <a:lnTo>
                    <a:pt x="8838661" y="921508"/>
                  </a:lnTo>
                  <a:lnTo>
                    <a:pt x="8885039" y="855710"/>
                  </a:lnTo>
                  <a:lnTo>
                    <a:pt x="8931349" y="791099"/>
                  </a:lnTo>
                  <a:lnTo>
                    <a:pt x="8977583" y="728192"/>
                  </a:lnTo>
                  <a:lnTo>
                    <a:pt x="9023755" y="667447"/>
                  </a:lnTo>
                  <a:lnTo>
                    <a:pt x="9069918" y="609251"/>
                  </a:lnTo>
                  <a:lnTo>
                    <a:pt x="9116161" y="553911"/>
                  </a:lnTo>
                  <a:lnTo>
                    <a:pt x="9162621" y="501653"/>
                  </a:lnTo>
                  <a:lnTo>
                    <a:pt x="9209493" y="452619"/>
                  </a:lnTo>
                  <a:lnTo>
                    <a:pt x="9257031" y="406872"/>
                  </a:lnTo>
                  <a:lnTo>
                    <a:pt x="9305567" y="364404"/>
                  </a:lnTo>
                  <a:lnTo>
                    <a:pt x="9347647" y="331033"/>
                  </a:lnTo>
                  <a:lnTo>
                    <a:pt x="9399096" y="294490"/>
                  </a:lnTo>
                  <a:lnTo>
                    <a:pt x="9452950" y="261092"/>
                  </a:lnTo>
                  <a:lnTo>
                    <a:pt x="9509877" y="230729"/>
                  </a:lnTo>
                  <a:lnTo>
                    <a:pt x="9570608" y="203190"/>
                  </a:lnTo>
                  <a:lnTo>
                    <a:pt x="9635902" y="178218"/>
                  </a:lnTo>
                  <a:lnTo>
                    <a:pt x="9706506" y="155549"/>
                  </a:lnTo>
                  <a:lnTo>
                    <a:pt x="9783102" y="134934"/>
                  </a:lnTo>
                  <a:lnTo>
                    <a:pt x="9866246" y="116154"/>
                  </a:lnTo>
                  <a:lnTo>
                    <a:pt x="9956278" y="99024"/>
                  </a:lnTo>
                  <a:lnTo>
                    <a:pt x="10053212" y="83404"/>
                  </a:lnTo>
                  <a:lnTo>
                    <a:pt x="10156603" y="69195"/>
                  </a:lnTo>
                  <a:lnTo>
                    <a:pt x="10265407" y="56340"/>
                  </a:lnTo>
                  <a:lnTo>
                    <a:pt x="10377855" y="44823"/>
                  </a:lnTo>
                  <a:lnTo>
                    <a:pt x="10491392" y="34654"/>
                  </a:lnTo>
                  <a:lnTo>
                    <a:pt x="10602730" y="25862"/>
                  </a:lnTo>
                  <a:lnTo>
                    <a:pt x="10708050" y="18471"/>
                  </a:lnTo>
                  <a:lnTo>
                    <a:pt x="10803397" y="12484"/>
                  </a:lnTo>
                  <a:lnTo>
                    <a:pt x="10885205" y="7858"/>
                  </a:lnTo>
                  <a:lnTo>
                    <a:pt x="10950866" y="4498"/>
                  </a:lnTo>
                  <a:lnTo>
                    <a:pt x="10999208" y="2250"/>
                  </a:lnTo>
                  <a:lnTo>
                    <a:pt x="11030766" y="911"/>
                  </a:lnTo>
                  <a:lnTo>
                    <a:pt x="11047797" y="250"/>
                  </a:lnTo>
                  <a:lnTo>
                    <a:pt x="11054117" y="2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5" name="pl2014"/>
            <p:cNvSpPr/>
            <p:nvPr/>
          </p:nvSpPr>
          <p:spPr>
            <a:xfrm>
              <a:off x="1199187" y="3421969"/>
              <a:ext cx="12049831" cy="2824701"/>
            </a:xfrm>
            <a:custGeom>
              <a:avLst/>
              <a:pathLst>
                <a:path w="12049831" h="2824701">
                  <a:moveTo>
                    <a:pt x="12049831" y="0"/>
                  </a:moveTo>
                  <a:lnTo>
                    <a:pt x="11054891" y="0"/>
                  </a:lnTo>
                  <a:lnTo>
                    <a:pt x="11053785" y="36"/>
                  </a:lnTo>
                  <a:lnTo>
                    <a:pt x="11046483" y="299"/>
                  </a:lnTo>
                  <a:lnTo>
                    <a:pt x="11027964" y="1025"/>
                  </a:lnTo>
                  <a:lnTo>
                    <a:pt x="10994580" y="2456"/>
                  </a:lnTo>
                  <a:lnTo>
                    <a:pt x="10944261" y="4821"/>
                  </a:lnTo>
                  <a:lnTo>
                    <a:pt x="10876674" y="8318"/>
                  </a:lnTo>
                  <a:lnTo>
                    <a:pt x="10793171" y="13095"/>
                  </a:lnTo>
                  <a:lnTo>
                    <a:pt x="10696496" y="19241"/>
                  </a:lnTo>
                  <a:lnTo>
                    <a:pt x="10590291" y="26792"/>
                  </a:lnTo>
                  <a:lnTo>
                    <a:pt x="10478518" y="35742"/>
                  </a:lnTo>
                  <a:lnTo>
                    <a:pt x="10364951" y="46066"/>
                  </a:lnTo>
                  <a:lnTo>
                    <a:pt x="10252804" y="57735"/>
                  </a:lnTo>
                  <a:lnTo>
                    <a:pt x="10144541" y="70742"/>
                  </a:lnTo>
                  <a:lnTo>
                    <a:pt x="10041844" y="85109"/>
                  </a:lnTo>
                  <a:lnTo>
                    <a:pt x="9945683" y="100895"/>
                  </a:lnTo>
                  <a:lnTo>
                    <a:pt x="9856443" y="118204"/>
                  </a:lnTo>
                  <a:lnTo>
                    <a:pt x="9774066" y="137183"/>
                  </a:lnTo>
                  <a:lnTo>
                    <a:pt x="9698183" y="158020"/>
                  </a:lnTo>
                  <a:lnTo>
                    <a:pt x="9628219" y="180938"/>
                  </a:lnTo>
                  <a:lnTo>
                    <a:pt x="9563482" y="206189"/>
                  </a:lnTo>
                  <a:lnTo>
                    <a:pt x="9503222" y="234037"/>
                  </a:lnTo>
                  <a:lnTo>
                    <a:pt x="9446681" y="264735"/>
                  </a:lnTo>
                  <a:lnTo>
                    <a:pt x="9393132" y="298488"/>
                  </a:lnTo>
                  <a:lnTo>
                    <a:pt x="9347647" y="331033"/>
                  </a:lnTo>
                  <a:lnTo>
                    <a:pt x="9297948" y="370786"/>
                  </a:lnTo>
                  <a:lnTo>
                    <a:pt x="9249593" y="413760"/>
                  </a:lnTo>
                  <a:lnTo>
                    <a:pt x="9202178" y="460019"/>
                  </a:lnTo>
                  <a:lnTo>
                    <a:pt x="9155385" y="509560"/>
                  </a:lnTo>
                  <a:lnTo>
                    <a:pt x="9108969" y="562308"/>
                  </a:lnTo>
                  <a:lnTo>
                    <a:pt x="9062747" y="618108"/>
                  </a:lnTo>
                  <a:lnTo>
                    <a:pt x="9016588" y="676722"/>
                  </a:lnTo>
                  <a:lnTo>
                    <a:pt x="8970408" y="737830"/>
                  </a:lnTo>
                  <a:lnTo>
                    <a:pt x="8924163" y="801034"/>
                  </a:lnTo>
                  <a:lnTo>
                    <a:pt x="8877841" y="865864"/>
                  </a:lnTo>
                  <a:lnTo>
                    <a:pt x="8831454" y="931796"/>
                  </a:lnTo>
                  <a:lnTo>
                    <a:pt x="8785033" y="998267"/>
                  </a:lnTo>
                  <a:lnTo>
                    <a:pt x="8738616" y="1064692"/>
                  </a:lnTo>
                  <a:lnTo>
                    <a:pt x="8692238" y="1130489"/>
                  </a:lnTo>
                  <a:lnTo>
                    <a:pt x="8645927" y="1195100"/>
                  </a:lnTo>
                  <a:lnTo>
                    <a:pt x="8599694" y="1258007"/>
                  </a:lnTo>
                  <a:lnTo>
                    <a:pt x="8553521" y="1318752"/>
                  </a:lnTo>
                  <a:lnTo>
                    <a:pt x="8507359" y="1376948"/>
                  </a:lnTo>
                  <a:lnTo>
                    <a:pt x="8461116" y="1432288"/>
                  </a:lnTo>
                  <a:lnTo>
                    <a:pt x="8414655" y="1484546"/>
                  </a:lnTo>
                  <a:lnTo>
                    <a:pt x="8367783" y="1533580"/>
                  </a:lnTo>
                  <a:lnTo>
                    <a:pt x="8320245" y="1579328"/>
                  </a:lnTo>
                  <a:lnTo>
                    <a:pt x="8271710" y="1621796"/>
                  </a:lnTo>
                  <a:lnTo>
                    <a:pt x="8229629" y="1655166"/>
                  </a:lnTo>
                  <a:lnTo>
                    <a:pt x="8178181" y="1691710"/>
                  </a:lnTo>
                  <a:lnTo>
                    <a:pt x="8124326" y="1725108"/>
                  </a:lnTo>
                  <a:lnTo>
                    <a:pt x="8067400" y="1755470"/>
                  </a:lnTo>
                  <a:lnTo>
                    <a:pt x="8006669" y="1783009"/>
                  </a:lnTo>
                  <a:lnTo>
                    <a:pt x="7941374" y="1807982"/>
                  </a:lnTo>
                  <a:lnTo>
                    <a:pt x="7870771" y="1830650"/>
                  </a:lnTo>
                  <a:lnTo>
                    <a:pt x="7794174" y="1851265"/>
                  </a:lnTo>
                  <a:lnTo>
                    <a:pt x="7711030" y="1870046"/>
                  </a:lnTo>
                  <a:lnTo>
                    <a:pt x="7620999" y="1887175"/>
                  </a:lnTo>
                  <a:lnTo>
                    <a:pt x="7524065" y="1902795"/>
                  </a:lnTo>
                  <a:lnTo>
                    <a:pt x="7420673" y="1917005"/>
                  </a:lnTo>
                  <a:lnTo>
                    <a:pt x="7311869" y="1929859"/>
                  </a:lnTo>
                  <a:lnTo>
                    <a:pt x="7199422" y="1941377"/>
                  </a:lnTo>
                  <a:lnTo>
                    <a:pt x="7085884" y="1951545"/>
                  </a:lnTo>
                  <a:lnTo>
                    <a:pt x="6974547" y="1960338"/>
                  </a:lnTo>
                  <a:lnTo>
                    <a:pt x="6869227" y="1967728"/>
                  </a:lnTo>
                  <a:lnTo>
                    <a:pt x="6773879" y="1973716"/>
                  </a:lnTo>
                  <a:lnTo>
                    <a:pt x="6692071" y="1978341"/>
                  </a:lnTo>
                  <a:lnTo>
                    <a:pt x="6626410" y="1981701"/>
                  </a:lnTo>
                  <a:lnTo>
                    <a:pt x="6578068" y="1983949"/>
                  </a:lnTo>
                  <a:lnTo>
                    <a:pt x="6546511" y="1985288"/>
                  </a:lnTo>
                  <a:lnTo>
                    <a:pt x="6529480" y="1985949"/>
                  </a:lnTo>
                  <a:lnTo>
                    <a:pt x="6523160" y="1986174"/>
                  </a:lnTo>
                  <a:lnTo>
                    <a:pt x="6522385" y="1986200"/>
                  </a:lnTo>
                  <a:lnTo>
                    <a:pt x="5527445" y="1986200"/>
                  </a:lnTo>
                  <a:lnTo>
                    <a:pt x="5526314" y="1986216"/>
                  </a:lnTo>
                  <a:lnTo>
                    <a:pt x="5518851" y="1986329"/>
                  </a:lnTo>
                  <a:lnTo>
                    <a:pt x="5499935" y="1986643"/>
                  </a:lnTo>
                  <a:lnTo>
                    <a:pt x="5465863" y="1987261"/>
                  </a:lnTo>
                  <a:lnTo>
                    <a:pt x="5414563" y="1988282"/>
                  </a:lnTo>
                  <a:lnTo>
                    <a:pt x="5345757" y="1989791"/>
                  </a:lnTo>
                  <a:lnTo>
                    <a:pt x="5260893" y="1991851"/>
                  </a:lnTo>
                  <a:lnTo>
                    <a:pt x="5162838" y="1994499"/>
                  </a:lnTo>
                  <a:lnTo>
                    <a:pt x="5055346" y="1997750"/>
                  </a:lnTo>
                  <a:lnTo>
                    <a:pt x="4942476" y="2001600"/>
                  </a:lnTo>
                  <a:lnTo>
                    <a:pt x="4828054" y="2006037"/>
                  </a:lnTo>
                  <a:lnTo>
                    <a:pt x="4715311" y="2011050"/>
                  </a:lnTo>
                  <a:lnTo>
                    <a:pt x="4606700" y="2016637"/>
                  </a:lnTo>
                  <a:lnTo>
                    <a:pt x="4503865" y="2022809"/>
                  </a:lnTo>
                  <a:lnTo>
                    <a:pt x="4407731" y="2029592"/>
                  </a:lnTo>
                  <a:lnTo>
                    <a:pt x="4318638" y="2037035"/>
                  </a:lnTo>
                  <a:lnTo>
                    <a:pt x="4236480" y="2045202"/>
                  </a:lnTo>
                  <a:lnTo>
                    <a:pt x="4160849" y="2054177"/>
                  </a:lnTo>
                  <a:lnTo>
                    <a:pt x="4091137" y="2064059"/>
                  </a:lnTo>
                  <a:lnTo>
                    <a:pt x="4026624" y="2074956"/>
                  </a:lnTo>
                  <a:lnTo>
                    <a:pt x="3966539" y="2086983"/>
                  </a:lnTo>
                  <a:lnTo>
                    <a:pt x="3910109" y="2100248"/>
                  </a:lnTo>
                  <a:lnTo>
                    <a:pt x="3856600" y="2114833"/>
                  </a:lnTo>
                  <a:lnTo>
                    <a:pt x="3820202" y="2125950"/>
                  </a:lnTo>
                  <a:lnTo>
                    <a:pt x="3761836" y="2145852"/>
                  </a:lnTo>
                  <a:lnTo>
                    <a:pt x="3705229" y="2167646"/>
                  </a:lnTo>
                  <a:lnTo>
                    <a:pt x="3649759" y="2191367"/>
                  </a:lnTo>
                  <a:lnTo>
                    <a:pt x="3594963" y="2216989"/>
                  </a:lnTo>
                  <a:lnTo>
                    <a:pt x="3540504" y="2244427"/>
                  </a:lnTo>
                  <a:lnTo>
                    <a:pt x="3486151" y="2273529"/>
                  </a:lnTo>
                  <a:lnTo>
                    <a:pt x="3431765" y="2304075"/>
                  </a:lnTo>
                  <a:lnTo>
                    <a:pt x="3377284" y="2335783"/>
                  </a:lnTo>
                  <a:lnTo>
                    <a:pt x="3322700" y="2368318"/>
                  </a:lnTo>
                  <a:lnTo>
                    <a:pt x="3268050" y="2401301"/>
                  </a:lnTo>
                  <a:lnTo>
                    <a:pt x="3213392" y="2434336"/>
                  </a:lnTo>
                  <a:lnTo>
                    <a:pt x="3158787" y="2467019"/>
                  </a:lnTo>
                  <a:lnTo>
                    <a:pt x="3104278" y="2498968"/>
                  </a:lnTo>
                  <a:lnTo>
                    <a:pt x="3049871" y="2529835"/>
                  </a:lnTo>
                  <a:lnTo>
                    <a:pt x="2995520" y="2559322"/>
                  </a:lnTo>
                  <a:lnTo>
                    <a:pt x="2941105" y="2587195"/>
                  </a:lnTo>
                  <a:lnTo>
                    <a:pt x="2886421" y="2613283"/>
                  </a:lnTo>
                  <a:lnTo>
                    <a:pt x="2831159" y="2637485"/>
                  </a:lnTo>
                  <a:lnTo>
                    <a:pt x="2774888" y="2659762"/>
                  </a:lnTo>
                  <a:lnTo>
                    <a:pt x="2717032" y="2680133"/>
                  </a:lnTo>
                  <a:lnTo>
                    <a:pt x="2702183" y="2684951"/>
                  </a:lnTo>
                  <a:lnTo>
                    <a:pt x="2650336" y="2700490"/>
                  </a:lnTo>
                  <a:lnTo>
                    <a:pt x="2596042" y="2714682"/>
                  </a:lnTo>
                  <a:lnTo>
                    <a:pt x="2538617" y="2727573"/>
                  </a:lnTo>
                  <a:lnTo>
                    <a:pt x="2477313" y="2739257"/>
                  </a:lnTo>
                  <a:lnTo>
                    <a:pt x="2411352" y="2749844"/>
                  </a:lnTo>
                  <a:lnTo>
                    <a:pt x="2339973" y="2759448"/>
                  </a:lnTo>
                  <a:lnTo>
                    <a:pt x="2262482" y="2768176"/>
                  </a:lnTo>
                  <a:lnTo>
                    <a:pt x="2178319" y="2776123"/>
                  </a:lnTo>
                  <a:lnTo>
                    <a:pt x="2087152" y="2783367"/>
                  </a:lnTo>
                  <a:lnTo>
                    <a:pt x="1988993" y="2789966"/>
                  </a:lnTo>
                  <a:lnTo>
                    <a:pt x="1884336" y="2795964"/>
                  </a:lnTo>
                  <a:lnTo>
                    <a:pt x="1774305" y="2801382"/>
                  </a:lnTo>
                  <a:lnTo>
                    <a:pt x="1660779" y="2806227"/>
                  </a:lnTo>
                  <a:lnTo>
                    <a:pt x="1546446" y="2810493"/>
                  </a:lnTo>
                  <a:lnTo>
                    <a:pt x="1434739" y="2814168"/>
                  </a:lnTo>
                  <a:lnTo>
                    <a:pt x="1329600" y="2817241"/>
                  </a:lnTo>
                  <a:lnTo>
                    <a:pt x="1235056" y="2819714"/>
                  </a:lnTo>
                  <a:lnTo>
                    <a:pt x="1154665" y="2821608"/>
                  </a:lnTo>
                  <a:lnTo>
                    <a:pt x="1090922" y="2822966"/>
                  </a:lnTo>
                  <a:lnTo>
                    <a:pt x="1044791" y="2823859"/>
                  </a:lnTo>
                  <a:lnTo>
                    <a:pt x="1015461" y="2824377"/>
                  </a:lnTo>
                  <a:lnTo>
                    <a:pt x="1000359" y="2824621"/>
                  </a:lnTo>
                  <a:lnTo>
                    <a:pt x="995344" y="2824696"/>
                  </a:lnTo>
                  <a:lnTo>
                    <a:pt x="994940" y="2824701"/>
                  </a:lnTo>
                  <a:lnTo>
                    <a:pt x="0" y="2824701"/>
                  </a:lnTo>
                  <a:lnTo>
                    <a:pt x="0" y="28247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6" name="pg2015"/>
            <p:cNvSpPr/>
            <p:nvPr/>
          </p:nvSpPr>
          <p:spPr>
            <a:xfrm>
              <a:off x="1199187" y="5025603"/>
              <a:ext cx="12049831" cy="1231549"/>
            </a:xfrm>
            <a:custGeom>
              <a:avLst/>
              <a:pathLst>
                <a:path w="12049831" h="1231549">
                  <a:moveTo>
                    <a:pt x="0" y="1231549"/>
                  </a:moveTo>
                  <a:lnTo>
                    <a:pt x="994940" y="1231549"/>
                  </a:lnTo>
                  <a:lnTo>
                    <a:pt x="996075" y="1231540"/>
                  </a:lnTo>
                  <a:lnTo>
                    <a:pt x="1003564" y="1231479"/>
                  </a:lnTo>
                  <a:lnTo>
                    <a:pt x="1022543" y="1231310"/>
                  </a:lnTo>
                  <a:lnTo>
                    <a:pt x="1056724" y="1230976"/>
                  </a:lnTo>
                  <a:lnTo>
                    <a:pt x="1108179" y="1230425"/>
                  </a:lnTo>
                  <a:lnTo>
                    <a:pt x="1177178" y="1229611"/>
                  </a:lnTo>
                  <a:lnTo>
                    <a:pt x="1262257" y="1228500"/>
                  </a:lnTo>
                  <a:lnTo>
                    <a:pt x="1360530" y="1227072"/>
                  </a:lnTo>
                  <a:lnTo>
                    <a:pt x="1468223" y="1225320"/>
                  </a:lnTo>
                  <a:lnTo>
                    <a:pt x="1581265" y="1223245"/>
                  </a:lnTo>
                  <a:lnTo>
                    <a:pt x="1695820" y="1220853"/>
                  </a:lnTo>
                  <a:lnTo>
                    <a:pt x="1808654" y="1218151"/>
                  </a:lnTo>
                  <a:lnTo>
                    <a:pt x="1917319" y="1215140"/>
                  </a:lnTo>
                  <a:lnTo>
                    <a:pt x="2020174" y="1211813"/>
                  </a:lnTo>
                  <a:lnTo>
                    <a:pt x="2116301" y="1208157"/>
                  </a:lnTo>
                  <a:lnTo>
                    <a:pt x="2205371" y="1204145"/>
                  </a:lnTo>
                  <a:lnTo>
                    <a:pt x="2287494" y="1199742"/>
                  </a:lnTo>
                  <a:lnTo>
                    <a:pt x="2363084" y="1194902"/>
                  </a:lnTo>
                  <a:lnTo>
                    <a:pt x="2432757" y="1189574"/>
                  </a:lnTo>
                  <a:lnTo>
                    <a:pt x="2497235" y="1183696"/>
                  </a:lnTo>
                  <a:lnTo>
                    <a:pt x="2557293" y="1177208"/>
                  </a:lnTo>
                  <a:lnTo>
                    <a:pt x="2613707" y="1170052"/>
                  </a:lnTo>
                  <a:lnTo>
                    <a:pt x="2667211" y="1162184"/>
                  </a:lnTo>
                  <a:lnTo>
                    <a:pt x="2702183" y="1156433"/>
                  </a:lnTo>
                  <a:lnTo>
                    <a:pt x="2762791" y="1145297"/>
                  </a:lnTo>
                  <a:lnTo>
                    <a:pt x="2821528" y="1133061"/>
                  </a:lnTo>
                  <a:lnTo>
                    <a:pt x="2879080" y="1119708"/>
                  </a:lnTo>
                  <a:lnTo>
                    <a:pt x="2935953" y="1105256"/>
                  </a:lnTo>
                  <a:lnTo>
                    <a:pt x="2992509" y="1089761"/>
                  </a:lnTo>
                  <a:lnTo>
                    <a:pt x="3048985" y="1073323"/>
                  </a:lnTo>
                  <a:lnTo>
                    <a:pt x="3105519" y="1056081"/>
                  </a:lnTo>
                  <a:lnTo>
                    <a:pt x="3162163" y="1038217"/>
                  </a:lnTo>
                  <a:lnTo>
                    <a:pt x="3218910" y="1019939"/>
                  </a:lnTo>
                  <a:lnTo>
                    <a:pt x="3275707" y="1001481"/>
                  </a:lnTo>
                  <a:lnTo>
                    <a:pt x="3332486" y="983085"/>
                  </a:lnTo>
                  <a:lnTo>
                    <a:pt x="3389185" y="964991"/>
                  </a:lnTo>
                  <a:lnTo>
                    <a:pt x="3445770" y="947420"/>
                  </a:lnTo>
                  <a:lnTo>
                    <a:pt x="3502263" y="930569"/>
                  </a:lnTo>
                  <a:lnTo>
                    <a:pt x="3558757" y="914598"/>
                  </a:lnTo>
                  <a:lnTo>
                    <a:pt x="3615438" y="899626"/>
                  </a:lnTo>
                  <a:lnTo>
                    <a:pt x="3672605" y="885731"/>
                  </a:lnTo>
                  <a:lnTo>
                    <a:pt x="3730689" y="872949"/>
                  </a:lnTo>
                  <a:lnTo>
                    <a:pt x="3790283" y="861279"/>
                  </a:lnTo>
                  <a:lnTo>
                    <a:pt x="3820202" y="855970"/>
                  </a:lnTo>
                  <a:lnTo>
                    <a:pt x="3872112" y="847608"/>
                  </a:lnTo>
                  <a:lnTo>
                    <a:pt x="3926476" y="839972"/>
                  </a:lnTo>
                  <a:lnTo>
                    <a:pt x="3983979" y="833037"/>
                  </a:lnTo>
                  <a:lnTo>
                    <a:pt x="4045374" y="826752"/>
                  </a:lnTo>
                  <a:lnTo>
                    <a:pt x="4111440" y="821058"/>
                  </a:lnTo>
                  <a:lnTo>
                    <a:pt x="4182941" y="815893"/>
                  </a:lnTo>
                  <a:lnTo>
                    <a:pt x="4260574" y="811199"/>
                  </a:lnTo>
                  <a:lnTo>
                    <a:pt x="4344898" y="806926"/>
                  </a:lnTo>
                  <a:lnTo>
                    <a:pt x="4436245" y="803032"/>
                  </a:lnTo>
                  <a:lnTo>
                    <a:pt x="4534598" y="799484"/>
                  </a:lnTo>
                  <a:lnTo>
                    <a:pt x="4639454" y="796260"/>
                  </a:lnTo>
                  <a:lnTo>
                    <a:pt x="4749677" y="793349"/>
                  </a:lnTo>
                  <a:lnTo>
                    <a:pt x="4863372" y="790746"/>
                  </a:lnTo>
                  <a:lnTo>
                    <a:pt x="4977827" y="788455"/>
                  </a:lnTo>
                  <a:lnTo>
                    <a:pt x="5089587" y="786483"/>
                  </a:lnTo>
                  <a:lnTo>
                    <a:pt x="5194692" y="784835"/>
                  </a:lnTo>
                  <a:lnTo>
                    <a:pt x="5289101" y="783511"/>
                  </a:lnTo>
                  <a:lnTo>
                    <a:pt x="5369262" y="782498"/>
                  </a:lnTo>
                  <a:lnTo>
                    <a:pt x="5432698" y="781773"/>
                  </a:lnTo>
                  <a:lnTo>
                    <a:pt x="5478478" y="781298"/>
                  </a:lnTo>
                  <a:lnTo>
                    <a:pt x="5507459" y="781023"/>
                  </a:lnTo>
                  <a:lnTo>
                    <a:pt x="5522264" y="780895"/>
                  </a:lnTo>
                  <a:lnTo>
                    <a:pt x="5527085" y="780857"/>
                  </a:lnTo>
                  <a:lnTo>
                    <a:pt x="5527445" y="780854"/>
                  </a:lnTo>
                  <a:lnTo>
                    <a:pt x="6522385" y="780854"/>
                  </a:lnTo>
                  <a:lnTo>
                    <a:pt x="6523517" y="780839"/>
                  </a:lnTo>
                  <a:lnTo>
                    <a:pt x="6530986" y="780734"/>
                  </a:lnTo>
                  <a:lnTo>
                    <a:pt x="6549914" y="780444"/>
                  </a:lnTo>
                  <a:lnTo>
                    <a:pt x="6584009" y="779872"/>
                  </a:lnTo>
                  <a:lnTo>
                    <a:pt x="6635340" y="778926"/>
                  </a:lnTo>
                  <a:lnTo>
                    <a:pt x="6704185" y="777529"/>
                  </a:lnTo>
                  <a:lnTo>
                    <a:pt x="6789092" y="775623"/>
                  </a:lnTo>
                  <a:lnTo>
                    <a:pt x="6887192" y="773172"/>
                  </a:lnTo>
                  <a:lnTo>
                    <a:pt x="6994724" y="770163"/>
                  </a:lnTo>
                  <a:lnTo>
                    <a:pt x="7107630" y="766600"/>
                  </a:lnTo>
                  <a:lnTo>
                    <a:pt x="7222079" y="762493"/>
                  </a:lnTo>
                  <a:lnTo>
                    <a:pt x="7334840" y="757853"/>
                  </a:lnTo>
                  <a:lnTo>
                    <a:pt x="7443462" y="752682"/>
                  </a:lnTo>
                  <a:lnTo>
                    <a:pt x="7546301" y="746971"/>
                  </a:lnTo>
                  <a:lnTo>
                    <a:pt x="7642433" y="740692"/>
                  </a:lnTo>
                  <a:lnTo>
                    <a:pt x="7731522" y="733804"/>
                  </a:lnTo>
                  <a:lnTo>
                    <a:pt x="7813673" y="726244"/>
                  </a:lnTo>
                  <a:lnTo>
                    <a:pt x="7889295" y="717937"/>
                  </a:lnTo>
                  <a:lnTo>
                    <a:pt x="7958999" y="708791"/>
                  </a:lnTo>
                  <a:lnTo>
                    <a:pt x="8023505" y="698704"/>
                  </a:lnTo>
                  <a:lnTo>
                    <a:pt x="8083585" y="687570"/>
                  </a:lnTo>
                  <a:lnTo>
                    <a:pt x="8140011" y="675291"/>
                  </a:lnTo>
                  <a:lnTo>
                    <a:pt x="8193520" y="661790"/>
                  </a:lnTo>
                  <a:lnTo>
                    <a:pt x="8229629" y="651585"/>
                  </a:lnTo>
                  <a:lnTo>
                    <a:pt x="8288417" y="633034"/>
                  </a:lnTo>
                  <a:lnTo>
                    <a:pt x="8345425" y="612706"/>
                  </a:lnTo>
                  <a:lnTo>
                    <a:pt x="8401286" y="590571"/>
                  </a:lnTo>
                  <a:lnTo>
                    <a:pt x="8456472" y="566651"/>
                  </a:lnTo>
                  <a:lnTo>
                    <a:pt x="8511326" y="541031"/>
                  </a:lnTo>
                  <a:lnTo>
                    <a:pt x="8566077" y="513855"/>
                  </a:lnTo>
                  <a:lnTo>
                    <a:pt x="8620866" y="485334"/>
                  </a:lnTo>
                  <a:lnTo>
                    <a:pt x="8675755" y="455737"/>
                  </a:lnTo>
                  <a:lnTo>
                    <a:pt x="8730746" y="425385"/>
                  </a:lnTo>
                  <a:lnTo>
                    <a:pt x="8785800" y="394636"/>
                  </a:lnTo>
                  <a:lnTo>
                    <a:pt x="8840858" y="363867"/>
                  </a:lnTo>
                  <a:lnTo>
                    <a:pt x="8895857" y="333457"/>
                  </a:lnTo>
                  <a:lnTo>
                    <a:pt x="8950757" y="303767"/>
                  </a:lnTo>
                  <a:lnTo>
                    <a:pt x="9005555" y="275121"/>
                  </a:lnTo>
                  <a:lnTo>
                    <a:pt x="9060305" y="247796"/>
                  </a:lnTo>
                  <a:lnTo>
                    <a:pt x="9115139" y="222007"/>
                  </a:lnTo>
                  <a:lnTo>
                    <a:pt x="9170278" y="197908"/>
                  </a:lnTo>
                  <a:lnTo>
                    <a:pt x="9226050" y="175586"/>
                  </a:lnTo>
                  <a:lnTo>
                    <a:pt x="9282913" y="155072"/>
                  </a:lnTo>
                  <a:lnTo>
                    <a:pt x="9341483" y="136341"/>
                  </a:lnTo>
                  <a:lnTo>
                    <a:pt x="9347647" y="134509"/>
                  </a:lnTo>
                  <a:lnTo>
                    <a:pt x="9399507" y="120132"/>
                  </a:lnTo>
                  <a:lnTo>
                    <a:pt x="9453816" y="107002"/>
                  </a:lnTo>
                  <a:lnTo>
                    <a:pt x="9511256" y="95076"/>
                  </a:lnTo>
                  <a:lnTo>
                    <a:pt x="9572579" y="84266"/>
                  </a:lnTo>
                  <a:lnTo>
                    <a:pt x="9638561" y="74472"/>
                  </a:lnTo>
                  <a:lnTo>
                    <a:pt x="9709965" y="65587"/>
                  </a:lnTo>
                  <a:lnTo>
                    <a:pt x="9787484" y="57513"/>
                  </a:lnTo>
                  <a:lnTo>
                    <a:pt x="9871680" y="50161"/>
                  </a:lnTo>
                  <a:lnTo>
                    <a:pt x="9962883" y="43461"/>
                  </a:lnTo>
                  <a:lnTo>
                    <a:pt x="10061082" y="37356"/>
                  </a:lnTo>
                  <a:lnTo>
                    <a:pt x="10165779" y="31808"/>
                  </a:lnTo>
                  <a:lnTo>
                    <a:pt x="10275849" y="26797"/>
                  </a:lnTo>
                  <a:lnTo>
                    <a:pt x="10389409" y="22315"/>
                  </a:lnTo>
                  <a:lnTo>
                    <a:pt x="10503767" y="18370"/>
                  </a:lnTo>
                  <a:lnTo>
                    <a:pt x="10615485" y="14972"/>
                  </a:lnTo>
                  <a:lnTo>
                    <a:pt x="10720618" y="12131"/>
                  </a:lnTo>
                  <a:lnTo>
                    <a:pt x="10815134" y="9845"/>
                  </a:lnTo>
                  <a:lnTo>
                    <a:pt x="10895479" y="8095"/>
                  </a:lnTo>
                  <a:lnTo>
                    <a:pt x="10959160" y="6841"/>
                  </a:lnTo>
                  <a:lnTo>
                    <a:pt x="11005220" y="6016"/>
                  </a:lnTo>
                  <a:lnTo>
                    <a:pt x="11034479" y="5538"/>
                  </a:lnTo>
                  <a:lnTo>
                    <a:pt x="11049521" y="5313"/>
                  </a:lnTo>
                  <a:lnTo>
                    <a:pt x="11054496" y="524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9" y="14"/>
                  </a:lnTo>
                  <a:lnTo>
                    <a:pt x="11046291" y="119"/>
                  </a:lnTo>
                  <a:lnTo>
                    <a:pt x="11027362" y="410"/>
                  </a:lnTo>
                  <a:lnTo>
                    <a:pt x="10993267" y="982"/>
                  </a:lnTo>
                  <a:lnTo>
                    <a:pt x="10941937" y="1927"/>
                  </a:lnTo>
                  <a:lnTo>
                    <a:pt x="10873091" y="3324"/>
                  </a:lnTo>
                  <a:lnTo>
                    <a:pt x="10788184" y="5231"/>
                  </a:lnTo>
                  <a:lnTo>
                    <a:pt x="10690084" y="7682"/>
                  </a:lnTo>
                  <a:lnTo>
                    <a:pt x="10582552" y="10690"/>
                  </a:lnTo>
                  <a:lnTo>
                    <a:pt x="10469647" y="14253"/>
                  </a:lnTo>
                  <a:lnTo>
                    <a:pt x="10355198" y="18360"/>
                  </a:lnTo>
                  <a:lnTo>
                    <a:pt x="10242437" y="23000"/>
                  </a:lnTo>
                  <a:lnTo>
                    <a:pt x="10133814" y="28171"/>
                  </a:lnTo>
                  <a:lnTo>
                    <a:pt x="10030975" y="33883"/>
                  </a:lnTo>
                  <a:lnTo>
                    <a:pt x="9934843" y="40161"/>
                  </a:lnTo>
                  <a:lnTo>
                    <a:pt x="9845754" y="47050"/>
                  </a:lnTo>
                  <a:lnTo>
                    <a:pt x="9763604" y="54609"/>
                  </a:lnTo>
                  <a:lnTo>
                    <a:pt x="9687981" y="62916"/>
                  </a:lnTo>
                  <a:lnTo>
                    <a:pt x="9618277" y="72063"/>
                  </a:lnTo>
                  <a:lnTo>
                    <a:pt x="9553771" y="82150"/>
                  </a:lnTo>
                  <a:lnTo>
                    <a:pt x="9493692" y="93283"/>
                  </a:lnTo>
                  <a:lnTo>
                    <a:pt x="9437265" y="105562"/>
                  </a:lnTo>
                  <a:lnTo>
                    <a:pt x="9383757" y="119063"/>
                  </a:lnTo>
                  <a:lnTo>
                    <a:pt x="9347647" y="129268"/>
                  </a:lnTo>
                  <a:lnTo>
                    <a:pt x="9288860" y="147819"/>
                  </a:lnTo>
                  <a:lnTo>
                    <a:pt x="9231852" y="168147"/>
                  </a:lnTo>
                  <a:lnTo>
                    <a:pt x="9175991" y="190283"/>
                  </a:lnTo>
                  <a:lnTo>
                    <a:pt x="9120804" y="214202"/>
                  </a:lnTo>
                  <a:lnTo>
                    <a:pt x="9065951" y="239823"/>
                  </a:lnTo>
                  <a:lnTo>
                    <a:pt x="9011199" y="266999"/>
                  </a:lnTo>
                  <a:lnTo>
                    <a:pt x="8956410" y="295520"/>
                  </a:lnTo>
                  <a:lnTo>
                    <a:pt x="8901522" y="325116"/>
                  </a:lnTo>
                  <a:lnTo>
                    <a:pt x="8846531" y="355468"/>
                  </a:lnTo>
                  <a:lnTo>
                    <a:pt x="8791476" y="386218"/>
                  </a:lnTo>
                  <a:lnTo>
                    <a:pt x="8736419" y="416987"/>
                  </a:lnTo>
                  <a:lnTo>
                    <a:pt x="8681419" y="447397"/>
                  </a:lnTo>
                  <a:lnTo>
                    <a:pt x="8626519" y="477087"/>
                  </a:lnTo>
                  <a:lnTo>
                    <a:pt x="8571722" y="505732"/>
                  </a:lnTo>
                  <a:lnTo>
                    <a:pt x="8516971" y="533057"/>
                  </a:lnTo>
                  <a:lnTo>
                    <a:pt x="8462137" y="558846"/>
                  </a:lnTo>
                  <a:lnTo>
                    <a:pt x="8406999" y="582946"/>
                  </a:lnTo>
                  <a:lnTo>
                    <a:pt x="8351227" y="605267"/>
                  </a:lnTo>
                  <a:lnTo>
                    <a:pt x="8294363" y="625781"/>
                  </a:lnTo>
                  <a:lnTo>
                    <a:pt x="8235794" y="644512"/>
                  </a:lnTo>
                  <a:lnTo>
                    <a:pt x="8229629" y="646344"/>
                  </a:lnTo>
                  <a:lnTo>
                    <a:pt x="8177769" y="660721"/>
                  </a:lnTo>
                  <a:lnTo>
                    <a:pt x="8123461" y="673851"/>
                  </a:lnTo>
                  <a:lnTo>
                    <a:pt x="8066020" y="685778"/>
                  </a:lnTo>
                  <a:lnTo>
                    <a:pt x="8004698" y="696587"/>
                  </a:lnTo>
                  <a:lnTo>
                    <a:pt x="7938715" y="706382"/>
                  </a:lnTo>
                  <a:lnTo>
                    <a:pt x="7867312" y="715266"/>
                  </a:lnTo>
                  <a:lnTo>
                    <a:pt x="7789792" y="723341"/>
                  </a:lnTo>
                  <a:lnTo>
                    <a:pt x="7705596" y="730692"/>
                  </a:lnTo>
                  <a:lnTo>
                    <a:pt x="7614393" y="737393"/>
                  </a:lnTo>
                  <a:lnTo>
                    <a:pt x="7516194" y="743498"/>
                  </a:lnTo>
                  <a:lnTo>
                    <a:pt x="7411497" y="749045"/>
                  </a:lnTo>
                  <a:lnTo>
                    <a:pt x="7301428" y="754057"/>
                  </a:lnTo>
                  <a:lnTo>
                    <a:pt x="7187867" y="758538"/>
                  </a:lnTo>
                  <a:lnTo>
                    <a:pt x="7073509" y="762483"/>
                  </a:lnTo>
                  <a:lnTo>
                    <a:pt x="6961791" y="765881"/>
                  </a:lnTo>
                  <a:lnTo>
                    <a:pt x="6856659" y="768723"/>
                  </a:lnTo>
                  <a:lnTo>
                    <a:pt x="6762143" y="771009"/>
                  </a:lnTo>
                  <a:lnTo>
                    <a:pt x="6681798" y="772758"/>
                  </a:lnTo>
                  <a:lnTo>
                    <a:pt x="6618117" y="774013"/>
                  </a:lnTo>
                  <a:lnTo>
                    <a:pt x="6572057" y="774838"/>
                  </a:lnTo>
                  <a:lnTo>
                    <a:pt x="6542797" y="775315"/>
                  </a:lnTo>
                  <a:lnTo>
                    <a:pt x="6527756" y="775540"/>
                  </a:lnTo>
                  <a:lnTo>
                    <a:pt x="6522781" y="775608"/>
                  </a:lnTo>
                  <a:lnTo>
                    <a:pt x="6522385" y="775613"/>
                  </a:lnTo>
                  <a:lnTo>
                    <a:pt x="5527445" y="775613"/>
                  </a:lnTo>
                  <a:lnTo>
                    <a:pt x="5526310" y="775622"/>
                  </a:lnTo>
                  <a:lnTo>
                    <a:pt x="5518821" y="775683"/>
                  </a:lnTo>
                  <a:lnTo>
                    <a:pt x="5499842" y="775852"/>
                  </a:lnTo>
                  <a:lnTo>
                    <a:pt x="5465661" y="776186"/>
                  </a:lnTo>
                  <a:lnTo>
                    <a:pt x="5414206" y="776737"/>
                  </a:lnTo>
                  <a:lnTo>
                    <a:pt x="5345207" y="777551"/>
                  </a:lnTo>
                  <a:lnTo>
                    <a:pt x="5260128" y="778662"/>
                  </a:lnTo>
                  <a:lnTo>
                    <a:pt x="5161855" y="780089"/>
                  </a:lnTo>
                  <a:lnTo>
                    <a:pt x="5054162" y="781842"/>
                  </a:lnTo>
                  <a:lnTo>
                    <a:pt x="4941120" y="783917"/>
                  </a:lnTo>
                  <a:lnTo>
                    <a:pt x="4826565" y="786309"/>
                  </a:lnTo>
                  <a:lnTo>
                    <a:pt x="4713731" y="789011"/>
                  </a:lnTo>
                  <a:lnTo>
                    <a:pt x="4605066" y="792022"/>
                  </a:lnTo>
                  <a:lnTo>
                    <a:pt x="4502211" y="795348"/>
                  </a:lnTo>
                  <a:lnTo>
                    <a:pt x="4406084" y="799005"/>
                  </a:lnTo>
                  <a:lnTo>
                    <a:pt x="4317014" y="803017"/>
                  </a:lnTo>
                  <a:lnTo>
                    <a:pt x="4234891" y="807420"/>
                  </a:lnTo>
                  <a:lnTo>
                    <a:pt x="4159301" y="812259"/>
                  </a:lnTo>
                  <a:lnTo>
                    <a:pt x="4089628" y="817588"/>
                  </a:lnTo>
                  <a:lnTo>
                    <a:pt x="4025150" y="823466"/>
                  </a:lnTo>
                  <a:lnTo>
                    <a:pt x="3965092" y="829954"/>
                  </a:lnTo>
                  <a:lnTo>
                    <a:pt x="3908678" y="837110"/>
                  </a:lnTo>
                  <a:lnTo>
                    <a:pt x="3855174" y="844978"/>
                  </a:lnTo>
                  <a:lnTo>
                    <a:pt x="3820202" y="850729"/>
                  </a:lnTo>
                  <a:lnTo>
                    <a:pt x="3759594" y="861865"/>
                  </a:lnTo>
                  <a:lnTo>
                    <a:pt x="3700857" y="874100"/>
                  </a:lnTo>
                  <a:lnTo>
                    <a:pt x="3643305" y="887453"/>
                  </a:lnTo>
                  <a:lnTo>
                    <a:pt x="3586432" y="901906"/>
                  </a:lnTo>
                  <a:lnTo>
                    <a:pt x="3529876" y="917401"/>
                  </a:lnTo>
                  <a:lnTo>
                    <a:pt x="3473400" y="933839"/>
                  </a:lnTo>
                  <a:lnTo>
                    <a:pt x="3416866" y="951081"/>
                  </a:lnTo>
                  <a:lnTo>
                    <a:pt x="3360222" y="968945"/>
                  </a:lnTo>
                  <a:lnTo>
                    <a:pt x="3303475" y="987223"/>
                  </a:lnTo>
                  <a:lnTo>
                    <a:pt x="3246678" y="1005681"/>
                  </a:lnTo>
                  <a:lnTo>
                    <a:pt x="3189899" y="1024077"/>
                  </a:lnTo>
                  <a:lnTo>
                    <a:pt x="3133200" y="1042171"/>
                  </a:lnTo>
                  <a:lnTo>
                    <a:pt x="3076615" y="1059742"/>
                  </a:lnTo>
                  <a:lnTo>
                    <a:pt x="3020122" y="1076593"/>
                  </a:lnTo>
                  <a:lnTo>
                    <a:pt x="2963628" y="1092564"/>
                  </a:lnTo>
                  <a:lnTo>
                    <a:pt x="2906947" y="1107536"/>
                  </a:lnTo>
                  <a:lnTo>
                    <a:pt x="2849780" y="1121431"/>
                  </a:lnTo>
                  <a:lnTo>
                    <a:pt x="2791696" y="1134213"/>
                  </a:lnTo>
                  <a:lnTo>
                    <a:pt x="2732102" y="1145882"/>
                  </a:lnTo>
                  <a:lnTo>
                    <a:pt x="2702183" y="1151192"/>
                  </a:lnTo>
                  <a:lnTo>
                    <a:pt x="2650273" y="1159554"/>
                  </a:lnTo>
                  <a:lnTo>
                    <a:pt x="2595909" y="1167190"/>
                  </a:lnTo>
                  <a:lnTo>
                    <a:pt x="2538406" y="1174125"/>
                  </a:lnTo>
                  <a:lnTo>
                    <a:pt x="2477011" y="1180410"/>
                  </a:lnTo>
                  <a:lnTo>
                    <a:pt x="2410945" y="1186104"/>
                  </a:lnTo>
                  <a:lnTo>
                    <a:pt x="2339444" y="1191269"/>
                  </a:lnTo>
                  <a:lnTo>
                    <a:pt x="2261811" y="1195963"/>
                  </a:lnTo>
                  <a:lnTo>
                    <a:pt x="2177487" y="1200236"/>
                  </a:lnTo>
                  <a:lnTo>
                    <a:pt x="2086140" y="1204130"/>
                  </a:lnTo>
                  <a:lnTo>
                    <a:pt x="1987787" y="1207678"/>
                  </a:lnTo>
                  <a:lnTo>
                    <a:pt x="1882931" y="1210902"/>
                  </a:lnTo>
                  <a:lnTo>
                    <a:pt x="1772708" y="1213813"/>
                  </a:lnTo>
                  <a:lnTo>
                    <a:pt x="1659013" y="1216416"/>
                  </a:lnTo>
                  <a:lnTo>
                    <a:pt x="1544558" y="1218707"/>
                  </a:lnTo>
                  <a:lnTo>
                    <a:pt x="1432798" y="1220679"/>
                  </a:lnTo>
                  <a:lnTo>
                    <a:pt x="1327693" y="1222326"/>
                  </a:lnTo>
                  <a:lnTo>
                    <a:pt x="1233284" y="1223651"/>
                  </a:lnTo>
                  <a:lnTo>
                    <a:pt x="1153123" y="1224663"/>
                  </a:lnTo>
                  <a:lnTo>
                    <a:pt x="1089687" y="1225389"/>
                  </a:lnTo>
                  <a:lnTo>
                    <a:pt x="1043907" y="1225864"/>
                  </a:lnTo>
                  <a:lnTo>
                    <a:pt x="1014926" y="1226139"/>
                  </a:lnTo>
                  <a:lnTo>
                    <a:pt x="1000121" y="1226267"/>
                  </a:lnTo>
                  <a:lnTo>
                    <a:pt x="995300" y="1226305"/>
                  </a:lnTo>
                  <a:lnTo>
                    <a:pt x="994940" y="1226308"/>
                  </a:lnTo>
                  <a:lnTo>
                    <a:pt x="0" y="1226308"/>
                  </a:lnTo>
                  <a:close/>
                </a:path>
              </a:pathLst>
            </a:custGeom>
            <a:solidFill>
              <a:srgbClr val="FF704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17" name="pl2016"/>
            <p:cNvSpPr/>
            <p:nvPr/>
          </p:nvSpPr>
          <p:spPr>
            <a:xfrm>
              <a:off x="1199187" y="5030844"/>
              <a:ext cx="12049831" cy="1226308"/>
            </a:xfrm>
            <a:custGeom>
              <a:avLst/>
              <a:pathLst>
                <a:path w="12049831" h="1226308">
                  <a:moveTo>
                    <a:pt x="0" y="1226308"/>
                  </a:moveTo>
                  <a:lnTo>
                    <a:pt x="994940" y="1226308"/>
                  </a:lnTo>
                  <a:lnTo>
                    <a:pt x="996075" y="1226299"/>
                  </a:lnTo>
                  <a:lnTo>
                    <a:pt x="1003564" y="1226238"/>
                  </a:lnTo>
                  <a:lnTo>
                    <a:pt x="1022543" y="1226069"/>
                  </a:lnTo>
                  <a:lnTo>
                    <a:pt x="1056724" y="1225736"/>
                  </a:lnTo>
                  <a:lnTo>
                    <a:pt x="1108179" y="1225185"/>
                  </a:lnTo>
                  <a:lnTo>
                    <a:pt x="1177178" y="1224371"/>
                  </a:lnTo>
                  <a:lnTo>
                    <a:pt x="1262257" y="1223260"/>
                  </a:lnTo>
                  <a:lnTo>
                    <a:pt x="1360530" y="1221832"/>
                  </a:lnTo>
                  <a:lnTo>
                    <a:pt x="1468223" y="1220079"/>
                  </a:lnTo>
                  <a:lnTo>
                    <a:pt x="1581265" y="1218004"/>
                  </a:lnTo>
                  <a:lnTo>
                    <a:pt x="1695820" y="1215612"/>
                  </a:lnTo>
                  <a:lnTo>
                    <a:pt x="1808654" y="1212910"/>
                  </a:lnTo>
                  <a:lnTo>
                    <a:pt x="1917319" y="1209899"/>
                  </a:lnTo>
                  <a:lnTo>
                    <a:pt x="2020174" y="1206573"/>
                  </a:lnTo>
                  <a:lnTo>
                    <a:pt x="2116301" y="1202916"/>
                  </a:lnTo>
                  <a:lnTo>
                    <a:pt x="2205371" y="1198904"/>
                  </a:lnTo>
                  <a:lnTo>
                    <a:pt x="2287494" y="1194501"/>
                  </a:lnTo>
                  <a:lnTo>
                    <a:pt x="2363084" y="1189662"/>
                  </a:lnTo>
                  <a:lnTo>
                    <a:pt x="2432757" y="1184333"/>
                  </a:lnTo>
                  <a:lnTo>
                    <a:pt x="2497235" y="1178455"/>
                  </a:lnTo>
                  <a:lnTo>
                    <a:pt x="2557293" y="1171967"/>
                  </a:lnTo>
                  <a:lnTo>
                    <a:pt x="2613707" y="1164811"/>
                  </a:lnTo>
                  <a:lnTo>
                    <a:pt x="2667211" y="1156943"/>
                  </a:lnTo>
                  <a:lnTo>
                    <a:pt x="2702183" y="1151192"/>
                  </a:lnTo>
                  <a:lnTo>
                    <a:pt x="2762791" y="1140056"/>
                  </a:lnTo>
                  <a:lnTo>
                    <a:pt x="2821528" y="1127821"/>
                  </a:lnTo>
                  <a:lnTo>
                    <a:pt x="2879080" y="1114468"/>
                  </a:lnTo>
                  <a:lnTo>
                    <a:pt x="2935953" y="1100015"/>
                  </a:lnTo>
                  <a:lnTo>
                    <a:pt x="2992509" y="1084520"/>
                  </a:lnTo>
                  <a:lnTo>
                    <a:pt x="3048985" y="1068082"/>
                  </a:lnTo>
                  <a:lnTo>
                    <a:pt x="3105519" y="1050841"/>
                  </a:lnTo>
                  <a:lnTo>
                    <a:pt x="3162163" y="1032976"/>
                  </a:lnTo>
                  <a:lnTo>
                    <a:pt x="3218910" y="1014698"/>
                  </a:lnTo>
                  <a:lnTo>
                    <a:pt x="3275707" y="996240"/>
                  </a:lnTo>
                  <a:lnTo>
                    <a:pt x="3332486" y="977845"/>
                  </a:lnTo>
                  <a:lnTo>
                    <a:pt x="3389185" y="959750"/>
                  </a:lnTo>
                  <a:lnTo>
                    <a:pt x="3445770" y="942179"/>
                  </a:lnTo>
                  <a:lnTo>
                    <a:pt x="3502263" y="925328"/>
                  </a:lnTo>
                  <a:lnTo>
                    <a:pt x="3558757" y="909357"/>
                  </a:lnTo>
                  <a:lnTo>
                    <a:pt x="3615438" y="894385"/>
                  </a:lnTo>
                  <a:lnTo>
                    <a:pt x="3672605" y="880490"/>
                  </a:lnTo>
                  <a:lnTo>
                    <a:pt x="3730689" y="867708"/>
                  </a:lnTo>
                  <a:lnTo>
                    <a:pt x="3790283" y="856039"/>
                  </a:lnTo>
                  <a:lnTo>
                    <a:pt x="3820202" y="850729"/>
                  </a:lnTo>
                  <a:lnTo>
                    <a:pt x="3872112" y="842367"/>
                  </a:lnTo>
                  <a:lnTo>
                    <a:pt x="3926476" y="834732"/>
                  </a:lnTo>
                  <a:lnTo>
                    <a:pt x="3983979" y="827796"/>
                  </a:lnTo>
                  <a:lnTo>
                    <a:pt x="4045374" y="821511"/>
                  </a:lnTo>
                  <a:lnTo>
                    <a:pt x="4111440" y="815817"/>
                  </a:lnTo>
                  <a:lnTo>
                    <a:pt x="4182941" y="810652"/>
                  </a:lnTo>
                  <a:lnTo>
                    <a:pt x="4260574" y="805958"/>
                  </a:lnTo>
                  <a:lnTo>
                    <a:pt x="4344898" y="801685"/>
                  </a:lnTo>
                  <a:lnTo>
                    <a:pt x="4436245" y="797791"/>
                  </a:lnTo>
                  <a:lnTo>
                    <a:pt x="4534598" y="794243"/>
                  </a:lnTo>
                  <a:lnTo>
                    <a:pt x="4639454" y="791020"/>
                  </a:lnTo>
                  <a:lnTo>
                    <a:pt x="4749677" y="788108"/>
                  </a:lnTo>
                  <a:lnTo>
                    <a:pt x="4863372" y="785505"/>
                  </a:lnTo>
                  <a:lnTo>
                    <a:pt x="4977827" y="783215"/>
                  </a:lnTo>
                  <a:lnTo>
                    <a:pt x="5089587" y="781243"/>
                  </a:lnTo>
                  <a:lnTo>
                    <a:pt x="5194692" y="779595"/>
                  </a:lnTo>
                  <a:lnTo>
                    <a:pt x="5289101" y="778270"/>
                  </a:lnTo>
                  <a:lnTo>
                    <a:pt x="5369262" y="777258"/>
                  </a:lnTo>
                  <a:lnTo>
                    <a:pt x="5432698" y="776533"/>
                  </a:lnTo>
                  <a:lnTo>
                    <a:pt x="5478478" y="776057"/>
                  </a:lnTo>
                  <a:lnTo>
                    <a:pt x="5507459" y="775783"/>
                  </a:lnTo>
                  <a:lnTo>
                    <a:pt x="5522264" y="775654"/>
                  </a:lnTo>
                  <a:lnTo>
                    <a:pt x="5527085" y="775616"/>
                  </a:lnTo>
                  <a:lnTo>
                    <a:pt x="5527445" y="775613"/>
                  </a:lnTo>
                  <a:lnTo>
                    <a:pt x="6522385" y="775613"/>
                  </a:lnTo>
                  <a:lnTo>
                    <a:pt x="6523517" y="775599"/>
                  </a:lnTo>
                  <a:lnTo>
                    <a:pt x="6530986" y="775494"/>
                  </a:lnTo>
                  <a:lnTo>
                    <a:pt x="6549914" y="775203"/>
                  </a:lnTo>
                  <a:lnTo>
                    <a:pt x="6584009" y="774631"/>
                  </a:lnTo>
                  <a:lnTo>
                    <a:pt x="6635340" y="773686"/>
                  </a:lnTo>
                  <a:lnTo>
                    <a:pt x="6704185" y="772289"/>
                  </a:lnTo>
                  <a:lnTo>
                    <a:pt x="6789092" y="770382"/>
                  </a:lnTo>
                  <a:lnTo>
                    <a:pt x="6887192" y="767931"/>
                  </a:lnTo>
                  <a:lnTo>
                    <a:pt x="6994724" y="764922"/>
                  </a:lnTo>
                  <a:lnTo>
                    <a:pt x="7107630" y="761359"/>
                  </a:lnTo>
                  <a:lnTo>
                    <a:pt x="7222079" y="757253"/>
                  </a:lnTo>
                  <a:lnTo>
                    <a:pt x="7334840" y="752613"/>
                  </a:lnTo>
                  <a:lnTo>
                    <a:pt x="7443462" y="747442"/>
                  </a:lnTo>
                  <a:lnTo>
                    <a:pt x="7546301" y="741730"/>
                  </a:lnTo>
                  <a:lnTo>
                    <a:pt x="7642433" y="735452"/>
                  </a:lnTo>
                  <a:lnTo>
                    <a:pt x="7731522" y="728563"/>
                  </a:lnTo>
                  <a:lnTo>
                    <a:pt x="7813673" y="721004"/>
                  </a:lnTo>
                  <a:lnTo>
                    <a:pt x="7889295" y="712696"/>
                  </a:lnTo>
                  <a:lnTo>
                    <a:pt x="7958999" y="703550"/>
                  </a:lnTo>
                  <a:lnTo>
                    <a:pt x="8023505" y="693463"/>
                  </a:lnTo>
                  <a:lnTo>
                    <a:pt x="8083585" y="682330"/>
                  </a:lnTo>
                  <a:lnTo>
                    <a:pt x="8140011" y="670050"/>
                  </a:lnTo>
                  <a:lnTo>
                    <a:pt x="8193520" y="656549"/>
                  </a:lnTo>
                  <a:lnTo>
                    <a:pt x="8229629" y="646344"/>
                  </a:lnTo>
                  <a:lnTo>
                    <a:pt x="8288417" y="627794"/>
                  </a:lnTo>
                  <a:lnTo>
                    <a:pt x="8345425" y="607466"/>
                  </a:lnTo>
                  <a:lnTo>
                    <a:pt x="8401286" y="585330"/>
                  </a:lnTo>
                  <a:lnTo>
                    <a:pt x="8456472" y="561411"/>
                  </a:lnTo>
                  <a:lnTo>
                    <a:pt x="8511326" y="535790"/>
                  </a:lnTo>
                  <a:lnTo>
                    <a:pt x="8566077" y="508614"/>
                  </a:lnTo>
                  <a:lnTo>
                    <a:pt x="8620866" y="480093"/>
                  </a:lnTo>
                  <a:lnTo>
                    <a:pt x="8675755" y="450497"/>
                  </a:lnTo>
                  <a:lnTo>
                    <a:pt x="8730746" y="420145"/>
                  </a:lnTo>
                  <a:lnTo>
                    <a:pt x="8785800" y="389395"/>
                  </a:lnTo>
                  <a:lnTo>
                    <a:pt x="8840858" y="358626"/>
                  </a:lnTo>
                  <a:lnTo>
                    <a:pt x="8895857" y="328216"/>
                  </a:lnTo>
                  <a:lnTo>
                    <a:pt x="8950757" y="298526"/>
                  </a:lnTo>
                  <a:lnTo>
                    <a:pt x="9005555" y="269881"/>
                  </a:lnTo>
                  <a:lnTo>
                    <a:pt x="9060305" y="242555"/>
                  </a:lnTo>
                  <a:lnTo>
                    <a:pt x="9115139" y="216767"/>
                  </a:lnTo>
                  <a:lnTo>
                    <a:pt x="9170278" y="192667"/>
                  </a:lnTo>
                  <a:lnTo>
                    <a:pt x="9226050" y="170346"/>
                  </a:lnTo>
                  <a:lnTo>
                    <a:pt x="9282913" y="149832"/>
                  </a:lnTo>
                  <a:lnTo>
                    <a:pt x="9341483" y="131100"/>
                  </a:lnTo>
                  <a:lnTo>
                    <a:pt x="9347647" y="129268"/>
                  </a:lnTo>
                  <a:lnTo>
                    <a:pt x="9399507" y="114891"/>
                  </a:lnTo>
                  <a:lnTo>
                    <a:pt x="9453816" y="101762"/>
                  </a:lnTo>
                  <a:lnTo>
                    <a:pt x="9511256" y="89835"/>
                  </a:lnTo>
                  <a:lnTo>
                    <a:pt x="9572579" y="79026"/>
                  </a:lnTo>
                  <a:lnTo>
                    <a:pt x="9638561" y="69231"/>
                  </a:lnTo>
                  <a:lnTo>
                    <a:pt x="9709965" y="60346"/>
                  </a:lnTo>
                  <a:lnTo>
                    <a:pt x="9787484" y="52272"/>
                  </a:lnTo>
                  <a:lnTo>
                    <a:pt x="9871680" y="44921"/>
                  </a:lnTo>
                  <a:lnTo>
                    <a:pt x="9962883" y="38220"/>
                  </a:lnTo>
                  <a:lnTo>
                    <a:pt x="10061082" y="32115"/>
                  </a:lnTo>
                  <a:lnTo>
                    <a:pt x="10165779" y="26567"/>
                  </a:lnTo>
                  <a:lnTo>
                    <a:pt x="10275849" y="21556"/>
                  </a:lnTo>
                  <a:lnTo>
                    <a:pt x="10389409" y="17075"/>
                  </a:lnTo>
                  <a:lnTo>
                    <a:pt x="10503767" y="13129"/>
                  </a:lnTo>
                  <a:lnTo>
                    <a:pt x="10615485" y="9731"/>
                  </a:lnTo>
                  <a:lnTo>
                    <a:pt x="10720618" y="6890"/>
                  </a:lnTo>
                  <a:lnTo>
                    <a:pt x="10815134" y="4604"/>
                  </a:lnTo>
                  <a:lnTo>
                    <a:pt x="10895479" y="2855"/>
                  </a:lnTo>
                  <a:lnTo>
                    <a:pt x="10959160" y="1600"/>
                  </a:lnTo>
                  <a:lnTo>
                    <a:pt x="11005220" y="775"/>
                  </a:lnTo>
                  <a:lnTo>
                    <a:pt x="11034479" y="298"/>
                  </a:lnTo>
                  <a:lnTo>
                    <a:pt x="11049521" y="73"/>
                  </a:lnTo>
                  <a:lnTo>
                    <a:pt x="11054496" y="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8" name="pl2017"/>
            <p:cNvSpPr/>
            <p:nvPr/>
          </p:nvSpPr>
          <p:spPr>
            <a:xfrm>
              <a:off x="1199187" y="5025603"/>
              <a:ext cx="12049831" cy="1226308"/>
            </a:xfrm>
            <a:custGeom>
              <a:avLst/>
              <a:pathLst>
                <a:path w="12049831" h="1226308">
                  <a:moveTo>
                    <a:pt x="12049831" y="0"/>
                  </a:moveTo>
                  <a:lnTo>
                    <a:pt x="11054891" y="0"/>
                  </a:lnTo>
                  <a:lnTo>
                    <a:pt x="11053759" y="14"/>
                  </a:lnTo>
                  <a:lnTo>
                    <a:pt x="11046291" y="119"/>
                  </a:lnTo>
                  <a:lnTo>
                    <a:pt x="11027362" y="410"/>
                  </a:lnTo>
                  <a:lnTo>
                    <a:pt x="10993267" y="982"/>
                  </a:lnTo>
                  <a:lnTo>
                    <a:pt x="10941937" y="1927"/>
                  </a:lnTo>
                  <a:lnTo>
                    <a:pt x="10873091" y="3324"/>
                  </a:lnTo>
                  <a:lnTo>
                    <a:pt x="10788184" y="5231"/>
                  </a:lnTo>
                  <a:lnTo>
                    <a:pt x="10690084" y="7682"/>
                  </a:lnTo>
                  <a:lnTo>
                    <a:pt x="10582552" y="10690"/>
                  </a:lnTo>
                  <a:lnTo>
                    <a:pt x="10469647" y="14253"/>
                  </a:lnTo>
                  <a:lnTo>
                    <a:pt x="10355198" y="18360"/>
                  </a:lnTo>
                  <a:lnTo>
                    <a:pt x="10242437" y="23000"/>
                  </a:lnTo>
                  <a:lnTo>
                    <a:pt x="10133814" y="28171"/>
                  </a:lnTo>
                  <a:lnTo>
                    <a:pt x="10030975" y="33883"/>
                  </a:lnTo>
                  <a:lnTo>
                    <a:pt x="9934843" y="40161"/>
                  </a:lnTo>
                  <a:lnTo>
                    <a:pt x="9845754" y="47050"/>
                  </a:lnTo>
                  <a:lnTo>
                    <a:pt x="9763604" y="54609"/>
                  </a:lnTo>
                  <a:lnTo>
                    <a:pt x="9687981" y="62916"/>
                  </a:lnTo>
                  <a:lnTo>
                    <a:pt x="9618277" y="72063"/>
                  </a:lnTo>
                  <a:lnTo>
                    <a:pt x="9553771" y="82150"/>
                  </a:lnTo>
                  <a:lnTo>
                    <a:pt x="9493692" y="93283"/>
                  </a:lnTo>
                  <a:lnTo>
                    <a:pt x="9437265" y="105562"/>
                  </a:lnTo>
                  <a:lnTo>
                    <a:pt x="9383757" y="119063"/>
                  </a:lnTo>
                  <a:lnTo>
                    <a:pt x="9347647" y="129268"/>
                  </a:lnTo>
                  <a:lnTo>
                    <a:pt x="9288860" y="147819"/>
                  </a:lnTo>
                  <a:lnTo>
                    <a:pt x="9231852" y="168147"/>
                  </a:lnTo>
                  <a:lnTo>
                    <a:pt x="9175991" y="190283"/>
                  </a:lnTo>
                  <a:lnTo>
                    <a:pt x="9120804" y="214202"/>
                  </a:lnTo>
                  <a:lnTo>
                    <a:pt x="9065951" y="239823"/>
                  </a:lnTo>
                  <a:lnTo>
                    <a:pt x="9011199" y="266999"/>
                  </a:lnTo>
                  <a:lnTo>
                    <a:pt x="8956410" y="295520"/>
                  </a:lnTo>
                  <a:lnTo>
                    <a:pt x="8901522" y="325116"/>
                  </a:lnTo>
                  <a:lnTo>
                    <a:pt x="8846531" y="355468"/>
                  </a:lnTo>
                  <a:lnTo>
                    <a:pt x="8791476" y="386218"/>
                  </a:lnTo>
                  <a:lnTo>
                    <a:pt x="8736419" y="416987"/>
                  </a:lnTo>
                  <a:lnTo>
                    <a:pt x="8681419" y="447397"/>
                  </a:lnTo>
                  <a:lnTo>
                    <a:pt x="8626519" y="477087"/>
                  </a:lnTo>
                  <a:lnTo>
                    <a:pt x="8571722" y="505732"/>
                  </a:lnTo>
                  <a:lnTo>
                    <a:pt x="8516971" y="533057"/>
                  </a:lnTo>
                  <a:lnTo>
                    <a:pt x="8462137" y="558846"/>
                  </a:lnTo>
                  <a:lnTo>
                    <a:pt x="8406999" y="582946"/>
                  </a:lnTo>
                  <a:lnTo>
                    <a:pt x="8351227" y="605267"/>
                  </a:lnTo>
                  <a:lnTo>
                    <a:pt x="8294363" y="625781"/>
                  </a:lnTo>
                  <a:lnTo>
                    <a:pt x="8235794" y="644512"/>
                  </a:lnTo>
                  <a:lnTo>
                    <a:pt x="8229629" y="646344"/>
                  </a:lnTo>
                  <a:lnTo>
                    <a:pt x="8177769" y="660721"/>
                  </a:lnTo>
                  <a:lnTo>
                    <a:pt x="8123461" y="673851"/>
                  </a:lnTo>
                  <a:lnTo>
                    <a:pt x="8066020" y="685778"/>
                  </a:lnTo>
                  <a:lnTo>
                    <a:pt x="8004698" y="696587"/>
                  </a:lnTo>
                  <a:lnTo>
                    <a:pt x="7938715" y="706382"/>
                  </a:lnTo>
                  <a:lnTo>
                    <a:pt x="7867312" y="715266"/>
                  </a:lnTo>
                  <a:lnTo>
                    <a:pt x="7789792" y="723341"/>
                  </a:lnTo>
                  <a:lnTo>
                    <a:pt x="7705596" y="730692"/>
                  </a:lnTo>
                  <a:lnTo>
                    <a:pt x="7614393" y="737393"/>
                  </a:lnTo>
                  <a:lnTo>
                    <a:pt x="7516194" y="743498"/>
                  </a:lnTo>
                  <a:lnTo>
                    <a:pt x="7411497" y="749045"/>
                  </a:lnTo>
                  <a:lnTo>
                    <a:pt x="7301428" y="754057"/>
                  </a:lnTo>
                  <a:lnTo>
                    <a:pt x="7187867" y="758538"/>
                  </a:lnTo>
                  <a:lnTo>
                    <a:pt x="7073509" y="762483"/>
                  </a:lnTo>
                  <a:lnTo>
                    <a:pt x="6961791" y="765881"/>
                  </a:lnTo>
                  <a:lnTo>
                    <a:pt x="6856659" y="768723"/>
                  </a:lnTo>
                  <a:lnTo>
                    <a:pt x="6762143" y="771009"/>
                  </a:lnTo>
                  <a:lnTo>
                    <a:pt x="6681798" y="772758"/>
                  </a:lnTo>
                  <a:lnTo>
                    <a:pt x="6618117" y="774013"/>
                  </a:lnTo>
                  <a:lnTo>
                    <a:pt x="6572057" y="774838"/>
                  </a:lnTo>
                  <a:lnTo>
                    <a:pt x="6542797" y="775315"/>
                  </a:lnTo>
                  <a:lnTo>
                    <a:pt x="6527756" y="775540"/>
                  </a:lnTo>
                  <a:lnTo>
                    <a:pt x="6522781" y="775608"/>
                  </a:lnTo>
                  <a:lnTo>
                    <a:pt x="6522385" y="775613"/>
                  </a:lnTo>
                  <a:lnTo>
                    <a:pt x="5527445" y="775613"/>
                  </a:lnTo>
                  <a:lnTo>
                    <a:pt x="5526310" y="775622"/>
                  </a:lnTo>
                  <a:lnTo>
                    <a:pt x="5518821" y="775683"/>
                  </a:lnTo>
                  <a:lnTo>
                    <a:pt x="5499842" y="775852"/>
                  </a:lnTo>
                  <a:lnTo>
                    <a:pt x="5465661" y="776186"/>
                  </a:lnTo>
                  <a:lnTo>
                    <a:pt x="5414206" y="776737"/>
                  </a:lnTo>
                  <a:lnTo>
                    <a:pt x="5345207" y="777551"/>
                  </a:lnTo>
                  <a:lnTo>
                    <a:pt x="5260128" y="778662"/>
                  </a:lnTo>
                  <a:lnTo>
                    <a:pt x="5161855" y="780089"/>
                  </a:lnTo>
                  <a:lnTo>
                    <a:pt x="5054162" y="781842"/>
                  </a:lnTo>
                  <a:lnTo>
                    <a:pt x="4941120" y="783917"/>
                  </a:lnTo>
                  <a:lnTo>
                    <a:pt x="4826565" y="786309"/>
                  </a:lnTo>
                  <a:lnTo>
                    <a:pt x="4713731" y="789011"/>
                  </a:lnTo>
                  <a:lnTo>
                    <a:pt x="4605066" y="792022"/>
                  </a:lnTo>
                  <a:lnTo>
                    <a:pt x="4502211" y="795348"/>
                  </a:lnTo>
                  <a:lnTo>
                    <a:pt x="4406084" y="799005"/>
                  </a:lnTo>
                  <a:lnTo>
                    <a:pt x="4317014" y="803017"/>
                  </a:lnTo>
                  <a:lnTo>
                    <a:pt x="4234891" y="807420"/>
                  </a:lnTo>
                  <a:lnTo>
                    <a:pt x="4159301" y="812259"/>
                  </a:lnTo>
                  <a:lnTo>
                    <a:pt x="4089628" y="817588"/>
                  </a:lnTo>
                  <a:lnTo>
                    <a:pt x="4025150" y="823466"/>
                  </a:lnTo>
                  <a:lnTo>
                    <a:pt x="3965092" y="829954"/>
                  </a:lnTo>
                  <a:lnTo>
                    <a:pt x="3908678" y="837110"/>
                  </a:lnTo>
                  <a:lnTo>
                    <a:pt x="3855174" y="844978"/>
                  </a:lnTo>
                  <a:lnTo>
                    <a:pt x="3820202" y="850729"/>
                  </a:lnTo>
                  <a:lnTo>
                    <a:pt x="3759594" y="861865"/>
                  </a:lnTo>
                  <a:lnTo>
                    <a:pt x="3700857" y="874100"/>
                  </a:lnTo>
                  <a:lnTo>
                    <a:pt x="3643305" y="887453"/>
                  </a:lnTo>
                  <a:lnTo>
                    <a:pt x="3586432" y="901906"/>
                  </a:lnTo>
                  <a:lnTo>
                    <a:pt x="3529876" y="917401"/>
                  </a:lnTo>
                  <a:lnTo>
                    <a:pt x="3473400" y="933839"/>
                  </a:lnTo>
                  <a:lnTo>
                    <a:pt x="3416866" y="951081"/>
                  </a:lnTo>
                  <a:lnTo>
                    <a:pt x="3360222" y="968945"/>
                  </a:lnTo>
                  <a:lnTo>
                    <a:pt x="3303475" y="987223"/>
                  </a:lnTo>
                  <a:lnTo>
                    <a:pt x="3246678" y="1005681"/>
                  </a:lnTo>
                  <a:lnTo>
                    <a:pt x="3189899" y="1024077"/>
                  </a:lnTo>
                  <a:lnTo>
                    <a:pt x="3133200" y="1042171"/>
                  </a:lnTo>
                  <a:lnTo>
                    <a:pt x="3076615" y="1059742"/>
                  </a:lnTo>
                  <a:lnTo>
                    <a:pt x="3020122" y="1076593"/>
                  </a:lnTo>
                  <a:lnTo>
                    <a:pt x="2963628" y="1092564"/>
                  </a:lnTo>
                  <a:lnTo>
                    <a:pt x="2906947" y="1107536"/>
                  </a:lnTo>
                  <a:lnTo>
                    <a:pt x="2849780" y="1121431"/>
                  </a:lnTo>
                  <a:lnTo>
                    <a:pt x="2791696" y="1134213"/>
                  </a:lnTo>
                  <a:lnTo>
                    <a:pt x="2732102" y="1145882"/>
                  </a:lnTo>
                  <a:lnTo>
                    <a:pt x="2702183" y="1151192"/>
                  </a:lnTo>
                  <a:lnTo>
                    <a:pt x="2650273" y="1159554"/>
                  </a:lnTo>
                  <a:lnTo>
                    <a:pt x="2595909" y="1167190"/>
                  </a:lnTo>
                  <a:lnTo>
                    <a:pt x="2538406" y="1174125"/>
                  </a:lnTo>
                  <a:lnTo>
                    <a:pt x="2477011" y="1180410"/>
                  </a:lnTo>
                  <a:lnTo>
                    <a:pt x="2410945" y="1186104"/>
                  </a:lnTo>
                  <a:lnTo>
                    <a:pt x="2339444" y="1191269"/>
                  </a:lnTo>
                  <a:lnTo>
                    <a:pt x="2261811" y="1195963"/>
                  </a:lnTo>
                  <a:lnTo>
                    <a:pt x="2177487" y="1200236"/>
                  </a:lnTo>
                  <a:lnTo>
                    <a:pt x="2086140" y="1204130"/>
                  </a:lnTo>
                  <a:lnTo>
                    <a:pt x="1987787" y="1207678"/>
                  </a:lnTo>
                  <a:lnTo>
                    <a:pt x="1882931" y="1210902"/>
                  </a:lnTo>
                  <a:lnTo>
                    <a:pt x="1772708" y="1213813"/>
                  </a:lnTo>
                  <a:lnTo>
                    <a:pt x="1659013" y="1216416"/>
                  </a:lnTo>
                  <a:lnTo>
                    <a:pt x="1544558" y="1218707"/>
                  </a:lnTo>
                  <a:lnTo>
                    <a:pt x="1432798" y="1220679"/>
                  </a:lnTo>
                  <a:lnTo>
                    <a:pt x="1327693" y="1222326"/>
                  </a:lnTo>
                  <a:lnTo>
                    <a:pt x="1233284" y="1223651"/>
                  </a:lnTo>
                  <a:lnTo>
                    <a:pt x="1153123" y="1224663"/>
                  </a:lnTo>
                  <a:lnTo>
                    <a:pt x="1089687" y="1225389"/>
                  </a:lnTo>
                  <a:lnTo>
                    <a:pt x="1043907" y="1225864"/>
                  </a:lnTo>
                  <a:lnTo>
                    <a:pt x="1014926" y="1226139"/>
                  </a:lnTo>
                  <a:lnTo>
                    <a:pt x="1000121" y="1226267"/>
                  </a:lnTo>
                  <a:lnTo>
                    <a:pt x="995300" y="1226305"/>
                  </a:lnTo>
                  <a:lnTo>
                    <a:pt x="994940" y="1226308"/>
                  </a:lnTo>
                  <a:lnTo>
                    <a:pt x="0" y="1226308"/>
                  </a:lnTo>
                  <a:lnTo>
                    <a:pt x="0" y="12263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9" name="pg2018"/>
            <p:cNvSpPr/>
            <p:nvPr/>
          </p:nvSpPr>
          <p:spPr>
            <a:xfrm>
              <a:off x="1199187" y="4496299"/>
              <a:ext cx="12049831" cy="1739890"/>
            </a:xfrm>
            <a:custGeom>
              <a:avLst/>
              <a:pathLst>
                <a:path w="12049831" h="1739890">
                  <a:moveTo>
                    <a:pt x="0" y="1739890"/>
                  </a:moveTo>
                  <a:lnTo>
                    <a:pt x="994940" y="1739890"/>
                  </a:lnTo>
                  <a:lnTo>
                    <a:pt x="996053" y="1739858"/>
                  </a:lnTo>
                  <a:lnTo>
                    <a:pt x="1003401" y="1739627"/>
                  </a:lnTo>
                  <a:lnTo>
                    <a:pt x="1022032" y="1738988"/>
                  </a:lnTo>
                  <a:lnTo>
                    <a:pt x="1055611" y="1737731"/>
                  </a:lnTo>
                  <a:lnTo>
                    <a:pt x="1106209" y="1735651"/>
                  </a:lnTo>
                  <a:lnTo>
                    <a:pt x="1174142" y="1732578"/>
                  </a:lnTo>
                  <a:lnTo>
                    <a:pt x="1258032" y="1728381"/>
                  </a:lnTo>
                  <a:lnTo>
                    <a:pt x="1355101" y="1722982"/>
                  </a:lnTo>
                  <a:lnTo>
                    <a:pt x="1461674" y="1716351"/>
                  </a:lnTo>
                  <a:lnTo>
                    <a:pt x="1573761" y="1708492"/>
                  </a:lnTo>
                  <a:lnTo>
                    <a:pt x="1687573" y="1699429"/>
                  </a:lnTo>
                  <a:lnTo>
                    <a:pt x="1799892" y="1689187"/>
                  </a:lnTo>
                  <a:lnTo>
                    <a:pt x="1908256" y="1677770"/>
                  </a:lnTo>
                  <a:lnTo>
                    <a:pt x="2010995" y="1665161"/>
                  </a:lnTo>
                  <a:lnTo>
                    <a:pt x="2107150" y="1651304"/>
                  </a:lnTo>
                  <a:lnTo>
                    <a:pt x="2196349" y="1636108"/>
                  </a:lnTo>
                  <a:lnTo>
                    <a:pt x="2278664" y="1619442"/>
                  </a:lnTo>
                  <a:lnTo>
                    <a:pt x="2354476" y="1601139"/>
                  </a:lnTo>
                  <a:lnTo>
                    <a:pt x="2424368" y="1581003"/>
                  </a:lnTo>
                  <a:lnTo>
                    <a:pt x="2489040" y="1558812"/>
                  </a:lnTo>
                  <a:lnTo>
                    <a:pt x="2549250" y="1534332"/>
                  </a:lnTo>
                  <a:lnTo>
                    <a:pt x="2605758" y="1507343"/>
                  </a:lnTo>
                  <a:lnTo>
                    <a:pt x="2659294" y="1477668"/>
                  </a:lnTo>
                  <a:lnTo>
                    <a:pt x="2702183" y="1450782"/>
                  </a:lnTo>
                  <a:lnTo>
                    <a:pt x="2753741" y="1414690"/>
                  </a:lnTo>
                  <a:lnTo>
                    <a:pt x="2803868" y="1375564"/>
                  </a:lnTo>
                  <a:lnTo>
                    <a:pt x="2853010" y="1333346"/>
                  </a:lnTo>
                  <a:lnTo>
                    <a:pt x="2901516" y="1288045"/>
                  </a:lnTo>
                  <a:lnTo>
                    <a:pt x="2949649" y="1239744"/>
                  </a:lnTo>
                  <a:lnTo>
                    <a:pt x="2997604" y="1188607"/>
                  </a:lnTo>
                  <a:lnTo>
                    <a:pt x="3045515" y="1134886"/>
                  </a:lnTo>
                  <a:lnTo>
                    <a:pt x="3093465" y="1078910"/>
                  </a:lnTo>
                  <a:lnTo>
                    <a:pt x="3141492" y="1021092"/>
                  </a:lnTo>
                  <a:lnTo>
                    <a:pt x="3189600" y="961906"/>
                  </a:lnTo>
                  <a:lnTo>
                    <a:pt x="3237766" y="901881"/>
                  </a:lnTo>
                  <a:lnTo>
                    <a:pt x="3285954" y="841579"/>
                  </a:lnTo>
                  <a:lnTo>
                    <a:pt x="3334119" y="781570"/>
                  </a:lnTo>
                  <a:lnTo>
                    <a:pt x="3382225" y="722416"/>
                  </a:lnTo>
                  <a:lnTo>
                    <a:pt x="3430249" y="664642"/>
                  </a:lnTo>
                  <a:lnTo>
                    <a:pt x="3478198" y="608724"/>
                  </a:lnTo>
                  <a:lnTo>
                    <a:pt x="3526109" y="555070"/>
                  </a:lnTo>
                  <a:lnTo>
                    <a:pt x="3574067" y="504009"/>
                  </a:lnTo>
                  <a:lnTo>
                    <a:pt x="3622207" y="455789"/>
                  </a:lnTo>
                  <a:lnTo>
                    <a:pt x="3670726" y="410572"/>
                  </a:lnTo>
                  <a:lnTo>
                    <a:pt x="3719891" y="368440"/>
                  </a:lnTo>
                  <a:lnTo>
                    <a:pt x="3770051" y="329400"/>
                  </a:lnTo>
                  <a:lnTo>
                    <a:pt x="3820202" y="294348"/>
                  </a:lnTo>
                  <a:lnTo>
                    <a:pt x="3871764" y="262367"/>
                  </a:lnTo>
                  <a:lnTo>
                    <a:pt x="3925743" y="233145"/>
                  </a:lnTo>
                  <a:lnTo>
                    <a:pt x="3982811" y="206584"/>
                  </a:lnTo>
                  <a:lnTo>
                    <a:pt x="4043705" y="182499"/>
                  </a:lnTo>
                  <a:lnTo>
                    <a:pt x="4109190" y="160663"/>
                  </a:lnTo>
                  <a:lnTo>
                    <a:pt x="4180014" y="140845"/>
                  </a:lnTo>
                  <a:lnTo>
                    <a:pt x="4256864" y="122826"/>
                  </a:lnTo>
                  <a:lnTo>
                    <a:pt x="4340298" y="106413"/>
                  </a:lnTo>
                  <a:lnTo>
                    <a:pt x="4430652" y="91446"/>
                  </a:lnTo>
                  <a:lnTo>
                    <a:pt x="4527935" y="77801"/>
                  </a:lnTo>
                  <a:lnTo>
                    <a:pt x="4631687" y="65391"/>
                  </a:lnTo>
                  <a:lnTo>
                    <a:pt x="4740841" y="54170"/>
                  </a:lnTo>
                  <a:lnTo>
                    <a:pt x="4853598" y="44121"/>
                  </a:lnTo>
                  <a:lnTo>
                    <a:pt x="4967365" y="35256"/>
                  </a:lnTo>
                  <a:lnTo>
                    <a:pt x="5078813" y="27598"/>
                  </a:lnTo>
                  <a:lnTo>
                    <a:pt x="5184089" y="21171"/>
                  </a:lnTo>
                  <a:lnTo>
                    <a:pt x="5279216" y="15974"/>
                  </a:lnTo>
                  <a:lnTo>
                    <a:pt x="5360628" y="11970"/>
                  </a:lnTo>
                  <a:lnTo>
                    <a:pt x="5425748" y="9071"/>
                  </a:lnTo>
                  <a:lnTo>
                    <a:pt x="5473463" y="7140"/>
                  </a:lnTo>
                  <a:lnTo>
                    <a:pt x="5504384" y="5999"/>
                  </a:lnTo>
                  <a:lnTo>
                    <a:pt x="5520858" y="5443"/>
                  </a:lnTo>
                  <a:lnTo>
                    <a:pt x="5526792" y="525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2" y="5241"/>
                  </a:lnTo>
                  <a:lnTo>
                    <a:pt x="6531021" y="5246"/>
                  </a:lnTo>
                  <a:lnTo>
                    <a:pt x="6550026" y="5260"/>
                  </a:lnTo>
                  <a:lnTo>
                    <a:pt x="6584252" y="5287"/>
                  </a:lnTo>
                  <a:lnTo>
                    <a:pt x="6635770" y="5332"/>
                  </a:lnTo>
                  <a:lnTo>
                    <a:pt x="6704847" y="5398"/>
                  </a:lnTo>
                  <a:lnTo>
                    <a:pt x="6790013" y="5489"/>
                  </a:lnTo>
                  <a:lnTo>
                    <a:pt x="6888374" y="5605"/>
                  </a:lnTo>
                  <a:lnTo>
                    <a:pt x="6996149" y="5748"/>
                  </a:lnTo>
                  <a:lnTo>
                    <a:pt x="7109261" y="5917"/>
                  </a:lnTo>
                  <a:lnTo>
                    <a:pt x="7223869" y="6112"/>
                  </a:lnTo>
                  <a:lnTo>
                    <a:pt x="7336740" y="6332"/>
                  </a:lnTo>
                  <a:lnTo>
                    <a:pt x="7445427" y="6577"/>
                  </a:lnTo>
                  <a:lnTo>
                    <a:pt x="7548289" y="6848"/>
                  </a:lnTo>
                  <a:lnTo>
                    <a:pt x="7644414" y="7146"/>
                  </a:lnTo>
                  <a:lnTo>
                    <a:pt x="7733474" y="7473"/>
                  </a:lnTo>
                  <a:lnTo>
                    <a:pt x="7815582" y="7832"/>
                  </a:lnTo>
                  <a:lnTo>
                    <a:pt x="7891157" y="8227"/>
                  </a:lnTo>
                  <a:lnTo>
                    <a:pt x="7960813" y="8661"/>
                  </a:lnTo>
                  <a:lnTo>
                    <a:pt x="8025278" y="9140"/>
                  </a:lnTo>
                  <a:lnTo>
                    <a:pt x="8085325" y="9669"/>
                  </a:lnTo>
                  <a:lnTo>
                    <a:pt x="8141732" y="10252"/>
                  </a:lnTo>
                  <a:lnTo>
                    <a:pt x="8195234" y="10893"/>
                  </a:lnTo>
                  <a:lnTo>
                    <a:pt x="8229629" y="11354"/>
                  </a:lnTo>
                  <a:lnTo>
                    <a:pt x="8291276" y="12277"/>
                  </a:lnTo>
                  <a:lnTo>
                    <a:pt x="8351000" y="13293"/>
                  </a:lnTo>
                  <a:lnTo>
                    <a:pt x="8409519" y="14403"/>
                  </a:lnTo>
                  <a:lnTo>
                    <a:pt x="8467357" y="15605"/>
                  </a:lnTo>
                  <a:lnTo>
                    <a:pt x="8524887" y="16895"/>
                  </a:lnTo>
                  <a:lnTo>
                    <a:pt x="8582351" y="18263"/>
                  </a:lnTo>
                  <a:lnTo>
                    <a:pt x="8639883" y="19698"/>
                  </a:lnTo>
                  <a:lnTo>
                    <a:pt x="8697533" y="21183"/>
                  </a:lnTo>
                  <a:lnTo>
                    <a:pt x="8755281" y="22700"/>
                  </a:lnTo>
                  <a:lnTo>
                    <a:pt x="8813072" y="24229"/>
                  </a:lnTo>
                  <a:lnTo>
                    <a:pt x="8870832" y="25749"/>
                  </a:lnTo>
                  <a:lnTo>
                    <a:pt x="8928499" y="27241"/>
                  </a:lnTo>
                  <a:lnTo>
                    <a:pt x="8986049" y="28684"/>
                  </a:lnTo>
                  <a:lnTo>
                    <a:pt x="9043517" y="30063"/>
                  </a:lnTo>
                  <a:lnTo>
                    <a:pt x="9101024" y="31366"/>
                  </a:lnTo>
                  <a:lnTo>
                    <a:pt x="9158794" y="32582"/>
                  </a:lnTo>
                  <a:lnTo>
                    <a:pt x="9217177" y="33707"/>
                  </a:lnTo>
                  <a:lnTo>
                    <a:pt x="9276673" y="34737"/>
                  </a:lnTo>
                  <a:lnTo>
                    <a:pt x="9337967" y="35674"/>
                  </a:lnTo>
                  <a:lnTo>
                    <a:pt x="9347647" y="35810"/>
                  </a:lnTo>
                  <a:lnTo>
                    <a:pt x="9399583" y="36491"/>
                  </a:lnTo>
                  <a:lnTo>
                    <a:pt x="9453975" y="37113"/>
                  </a:lnTo>
                  <a:lnTo>
                    <a:pt x="9511510" y="37678"/>
                  </a:lnTo>
                  <a:lnTo>
                    <a:pt x="9572942" y="38190"/>
                  </a:lnTo>
                  <a:lnTo>
                    <a:pt x="9639050" y="38653"/>
                  </a:lnTo>
                  <a:lnTo>
                    <a:pt x="9710601" y="39074"/>
                  </a:lnTo>
                  <a:lnTo>
                    <a:pt x="9788292" y="39456"/>
                  </a:lnTo>
                  <a:lnTo>
                    <a:pt x="9872681" y="39804"/>
                  </a:lnTo>
                  <a:lnTo>
                    <a:pt x="9964101" y="40121"/>
                  </a:lnTo>
                  <a:lnTo>
                    <a:pt x="10062532" y="40410"/>
                  </a:lnTo>
                  <a:lnTo>
                    <a:pt x="10167470" y="40672"/>
                  </a:lnTo>
                  <a:lnTo>
                    <a:pt x="10277771" y="40909"/>
                  </a:lnTo>
                  <a:lnTo>
                    <a:pt x="10391533" y="41121"/>
                  </a:lnTo>
                  <a:lnTo>
                    <a:pt x="10506037" y="41307"/>
                  </a:lnTo>
                  <a:lnTo>
                    <a:pt x="10617819" y="41467"/>
                  </a:lnTo>
                  <a:lnTo>
                    <a:pt x="10722909" y="41601"/>
                  </a:lnTo>
                  <a:lnTo>
                    <a:pt x="10817263" y="41709"/>
                  </a:lnTo>
                  <a:lnTo>
                    <a:pt x="10897331" y="41791"/>
                  </a:lnTo>
                  <a:lnTo>
                    <a:pt x="10960641" y="41850"/>
                  </a:lnTo>
                  <a:lnTo>
                    <a:pt x="11006279" y="41889"/>
                  </a:lnTo>
                  <a:lnTo>
                    <a:pt x="11035120" y="41911"/>
                  </a:lnTo>
                  <a:lnTo>
                    <a:pt x="11049805" y="41921"/>
                  </a:lnTo>
                  <a:lnTo>
                    <a:pt x="11054548" y="41924"/>
                  </a:lnTo>
                  <a:lnTo>
                    <a:pt x="11054891" y="41925"/>
                  </a:lnTo>
                  <a:lnTo>
                    <a:pt x="12049831" y="41925"/>
                  </a:lnTo>
                  <a:lnTo>
                    <a:pt x="12049831" y="36684"/>
                  </a:lnTo>
                  <a:lnTo>
                    <a:pt x="11054891" y="36684"/>
                  </a:lnTo>
                  <a:lnTo>
                    <a:pt x="11053755" y="36683"/>
                  </a:lnTo>
                  <a:lnTo>
                    <a:pt x="11046255" y="36678"/>
                  </a:lnTo>
                  <a:lnTo>
                    <a:pt x="11027251" y="36664"/>
                  </a:lnTo>
                  <a:lnTo>
                    <a:pt x="10993024" y="36637"/>
                  </a:lnTo>
                  <a:lnTo>
                    <a:pt x="10941507" y="36592"/>
                  </a:lnTo>
                  <a:lnTo>
                    <a:pt x="10872429" y="36526"/>
                  </a:lnTo>
                  <a:lnTo>
                    <a:pt x="10787264" y="36435"/>
                  </a:lnTo>
                  <a:lnTo>
                    <a:pt x="10688902" y="36319"/>
                  </a:lnTo>
                  <a:lnTo>
                    <a:pt x="10581127" y="36176"/>
                  </a:lnTo>
                  <a:lnTo>
                    <a:pt x="10468016" y="36007"/>
                  </a:lnTo>
                  <a:lnTo>
                    <a:pt x="10353407" y="35812"/>
                  </a:lnTo>
                  <a:lnTo>
                    <a:pt x="10240536" y="35592"/>
                  </a:lnTo>
                  <a:lnTo>
                    <a:pt x="10131850" y="35347"/>
                  </a:lnTo>
                  <a:lnTo>
                    <a:pt x="10028987" y="35076"/>
                  </a:lnTo>
                  <a:lnTo>
                    <a:pt x="9932862" y="34778"/>
                  </a:lnTo>
                  <a:lnTo>
                    <a:pt x="9843802" y="34451"/>
                  </a:lnTo>
                  <a:lnTo>
                    <a:pt x="9761694" y="34092"/>
                  </a:lnTo>
                  <a:lnTo>
                    <a:pt x="9686119" y="33698"/>
                  </a:lnTo>
                  <a:lnTo>
                    <a:pt x="9616463" y="33263"/>
                  </a:lnTo>
                  <a:lnTo>
                    <a:pt x="9551999" y="32784"/>
                  </a:lnTo>
                  <a:lnTo>
                    <a:pt x="9491951" y="32255"/>
                  </a:lnTo>
                  <a:lnTo>
                    <a:pt x="9435544" y="31672"/>
                  </a:lnTo>
                  <a:lnTo>
                    <a:pt x="9382042" y="31031"/>
                  </a:lnTo>
                  <a:lnTo>
                    <a:pt x="9347647" y="30570"/>
                  </a:lnTo>
                  <a:lnTo>
                    <a:pt x="9286000" y="29647"/>
                  </a:lnTo>
                  <a:lnTo>
                    <a:pt x="9226276" y="28631"/>
                  </a:lnTo>
                  <a:lnTo>
                    <a:pt x="9167758" y="27521"/>
                  </a:lnTo>
                  <a:lnTo>
                    <a:pt x="9109920" y="26319"/>
                  </a:lnTo>
                  <a:lnTo>
                    <a:pt x="9052390" y="25029"/>
                  </a:lnTo>
                  <a:lnTo>
                    <a:pt x="8994926" y="23661"/>
                  </a:lnTo>
                  <a:lnTo>
                    <a:pt x="8937393" y="22226"/>
                  </a:lnTo>
                  <a:lnTo>
                    <a:pt x="8879744" y="20741"/>
                  </a:lnTo>
                  <a:lnTo>
                    <a:pt x="8821995" y="19224"/>
                  </a:lnTo>
                  <a:lnTo>
                    <a:pt x="8764204" y="17695"/>
                  </a:lnTo>
                  <a:lnTo>
                    <a:pt x="8706444" y="16175"/>
                  </a:lnTo>
                  <a:lnTo>
                    <a:pt x="8648777" y="14684"/>
                  </a:lnTo>
                  <a:lnTo>
                    <a:pt x="8591228" y="13240"/>
                  </a:lnTo>
                  <a:lnTo>
                    <a:pt x="8533760" y="11861"/>
                  </a:lnTo>
                  <a:lnTo>
                    <a:pt x="8476253" y="10558"/>
                  </a:lnTo>
                  <a:lnTo>
                    <a:pt x="8418483" y="9342"/>
                  </a:lnTo>
                  <a:lnTo>
                    <a:pt x="8360100" y="8218"/>
                  </a:lnTo>
                  <a:lnTo>
                    <a:pt x="8300603" y="7187"/>
                  </a:lnTo>
                  <a:lnTo>
                    <a:pt x="8239309" y="6250"/>
                  </a:lnTo>
                  <a:lnTo>
                    <a:pt x="8229629" y="6114"/>
                  </a:lnTo>
                  <a:lnTo>
                    <a:pt x="8177694" y="5433"/>
                  </a:lnTo>
                  <a:lnTo>
                    <a:pt x="8123302" y="4811"/>
                  </a:lnTo>
                  <a:lnTo>
                    <a:pt x="8065767" y="4246"/>
                  </a:lnTo>
                  <a:lnTo>
                    <a:pt x="8004335" y="3734"/>
                  </a:lnTo>
                  <a:lnTo>
                    <a:pt x="7938226" y="3271"/>
                  </a:lnTo>
                  <a:lnTo>
                    <a:pt x="7866675" y="2850"/>
                  </a:lnTo>
                  <a:lnTo>
                    <a:pt x="7788985" y="2468"/>
                  </a:lnTo>
                  <a:lnTo>
                    <a:pt x="7704595" y="2120"/>
                  </a:lnTo>
                  <a:lnTo>
                    <a:pt x="7613176" y="1803"/>
                  </a:lnTo>
                  <a:lnTo>
                    <a:pt x="7514744" y="1515"/>
                  </a:lnTo>
                  <a:lnTo>
                    <a:pt x="7409807" y="1252"/>
                  </a:lnTo>
                  <a:lnTo>
                    <a:pt x="7299506" y="1015"/>
                  </a:lnTo>
                  <a:lnTo>
                    <a:pt x="7185744" y="803"/>
                  </a:lnTo>
                  <a:lnTo>
                    <a:pt x="7071239" y="617"/>
                  </a:lnTo>
                  <a:lnTo>
                    <a:pt x="6959457" y="457"/>
                  </a:lnTo>
                  <a:lnTo>
                    <a:pt x="6854368" y="323"/>
                  </a:lnTo>
                  <a:lnTo>
                    <a:pt x="6760013" y="215"/>
                  </a:lnTo>
                  <a:lnTo>
                    <a:pt x="6679946" y="133"/>
                  </a:lnTo>
                  <a:lnTo>
                    <a:pt x="6616635" y="74"/>
                  </a:lnTo>
                  <a:lnTo>
                    <a:pt x="6570997" y="35"/>
                  </a:lnTo>
                  <a:lnTo>
                    <a:pt x="6542157" y="13"/>
                  </a:lnTo>
                  <a:lnTo>
                    <a:pt x="6527472" y="3"/>
                  </a:lnTo>
                  <a:lnTo>
                    <a:pt x="6522728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2" y="32"/>
                  </a:lnTo>
                  <a:lnTo>
                    <a:pt x="5518984" y="263"/>
                  </a:lnTo>
                  <a:lnTo>
                    <a:pt x="5500353" y="901"/>
                  </a:lnTo>
                  <a:lnTo>
                    <a:pt x="5466774" y="2159"/>
                  </a:lnTo>
                  <a:lnTo>
                    <a:pt x="5416176" y="4238"/>
                  </a:lnTo>
                  <a:lnTo>
                    <a:pt x="5348243" y="7312"/>
                  </a:lnTo>
                  <a:lnTo>
                    <a:pt x="5264353" y="11509"/>
                  </a:lnTo>
                  <a:lnTo>
                    <a:pt x="5167284" y="16908"/>
                  </a:lnTo>
                  <a:lnTo>
                    <a:pt x="5060711" y="23539"/>
                  </a:lnTo>
                  <a:lnTo>
                    <a:pt x="4948624" y="31398"/>
                  </a:lnTo>
                  <a:lnTo>
                    <a:pt x="4834812" y="40460"/>
                  </a:lnTo>
                  <a:lnTo>
                    <a:pt x="4722493" y="50703"/>
                  </a:lnTo>
                  <a:lnTo>
                    <a:pt x="4614129" y="62119"/>
                  </a:lnTo>
                  <a:lnTo>
                    <a:pt x="4511390" y="74728"/>
                  </a:lnTo>
                  <a:lnTo>
                    <a:pt x="4415235" y="88585"/>
                  </a:lnTo>
                  <a:lnTo>
                    <a:pt x="4326036" y="103782"/>
                  </a:lnTo>
                  <a:lnTo>
                    <a:pt x="4243721" y="120448"/>
                  </a:lnTo>
                  <a:lnTo>
                    <a:pt x="4167909" y="138750"/>
                  </a:lnTo>
                  <a:lnTo>
                    <a:pt x="4098017" y="158886"/>
                  </a:lnTo>
                  <a:lnTo>
                    <a:pt x="4033345" y="181078"/>
                  </a:lnTo>
                  <a:lnTo>
                    <a:pt x="3973135" y="205557"/>
                  </a:lnTo>
                  <a:lnTo>
                    <a:pt x="3916627" y="232547"/>
                  </a:lnTo>
                  <a:lnTo>
                    <a:pt x="3863091" y="262222"/>
                  </a:lnTo>
                  <a:lnTo>
                    <a:pt x="3820202" y="289108"/>
                  </a:lnTo>
                  <a:lnTo>
                    <a:pt x="3768644" y="325199"/>
                  </a:lnTo>
                  <a:lnTo>
                    <a:pt x="3718517" y="364325"/>
                  </a:lnTo>
                  <a:lnTo>
                    <a:pt x="3669375" y="406543"/>
                  </a:lnTo>
                  <a:lnTo>
                    <a:pt x="3620869" y="451845"/>
                  </a:lnTo>
                  <a:lnTo>
                    <a:pt x="3572736" y="500146"/>
                  </a:lnTo>
                  <a:lnTo>
                    <a:pt x="3524781" y="551282"/>
                  </a:lnTo>
                  <a:lnTo>
                    <a:pt x="3476870" y="605004"/>
                  </a:lnTo>
                  <a:lnTo>
                    <a:pt x="3428920" y="660979"/>
                  </a:lnTo>
                  <a:lnTo>
                    <a:pt x="3380893" y="718798"/>
                  </a:lnTo>
                  <a:lnTo>
                    <a:pt x="3332785" y="777984"/>
                  </a:lnTo>
                  <a:lnTo>
                    <a:pt x="3284619" y="838008"/>
                  </a:lnTo>
                  <a:lnTo>
                    <a:pt x="3236431" y="898310"/>
                  </a:lnTo>
                  <a:lnTo>
                    <a:pt x="3188266" y="958319"/>
                  </a:lnTo>
                  <a:lnTo>
                    <a:pt x="3140160" y="1017474"/>
                  </a:lnTo>
                  <a:lnTo>
                    <a:pt x="3092135" y="1075248"/>
                  </a:lnTo>
                  <a:lnTo>
                    <a:pt x="3044187" y="1131166"/>
                  </a:lnTo>
                  <a:lnTo>
                    <a:pt x="2996276" y="1184820"/>
                  </a:lnTo>
                  <a:lnTo>
                    <a:pt x="2948318" y="1235881"/>
                  </a:lnTo>
                  <a:lnTo>
                    <a:pt x="2900178" y="1284101"/>
                  </a:lnTo>
                  <a:lnTo>
                    <a:pt x="2851659" y="1329317"/>
                  </a:lnTo>
                  <a:lnTo>
                    <a:pt x="2802494" y="1371449"/>
                  </a:lnTo>
                  <a:lnTo>
                    <a:pt x="2752334" y="1410490"/>
                  </a:lnTo>
                  <a:lnTo>
                    <a:pt x="2702183" y="1445541"/>
                  </a:lnTo>
                  <a:lnTo>
                    <a:pt x="2650621" y="1477522"/>
                  </a:lnTo>
                  <a:lnTo>
                    <a:pt x="2596642" y="1506744"/>
                  </a:lnTo>
                  <a:lnTo>
                    <a:pt x="2539574" y="1533305"/>
                  </a:lnTo>
                  <a:lnTo>
                    <a:pt x="2478679" y="1557391"/>
                  </a:lnTo>
                  <a:lnTo>
                    <a:pt x="2413195" y="1579227"/>
                  </a:lnTo>
                  <a:lnTo>
                    <a:pt x="2342371" y="1599045"/>
                  </a:lnTo>
                  <a:lnTo>
                    <a:pt x="2265521" y="1617064"/>
                  </a:lnTo>
                  <a:lnTo>
                    <a:pt x="2182087" y="1633476"/>
                  </a:lnTo>
                  <a:lnTo>
                    <a:pt x="2091733" y="1648444"/>
                  </a:lnTo>
                  <a:lnTo>
                    <a:pt x="1994450" y="1662089"/>
                  </a:lnTo>
                  <a:lnTo>
                    <a:pt x="1890698" y="1674498"/>
                  </a:lnTo>
                  <a:lnTo>
                    <a:pt x="1781544" y="1685720"/>
                  </a:lnTo>
                  <a:lnTo>
                    <a:pt x="1668787" y="1695769"/>
                  </a:lnTo>
                  <a:lnTo>
                    <a:pt x="1555020" y="1704634"/>
                  </a:lnTo>
                  <a:lnTo>
                    <a:pt x="1443572" y="1712291"/>
                  </a:lnTo>
                  <a:lnTo>
                    <a:pt x="1338296" y="1718718"/>
                  </a:lnTo>
                  <a:lnTo>
                    <a:pt x="1243169" y="1723915"/>
                  </a:lnTo>
                  <a:lnTo>
                    <a:pt x="1161757" y="1727920"/>
                  </a:lnTo>
                  <a:lnTo>
                    <a:pt x="1096637" y="1730819"/>
                  </a:lnTo>
                  <a:lnTo>
                    <a:pt x="1048922" y="1732749"/>
                  </a:lnTo>
                  <a:lnTo>
                    <a:pt x="1018001" y="1733890"/>
                  </a:lnTo>
                  <a:lnTo>
                    <a:pt x="1001527" y="1734447"/>
                  </a:lnTo>
                  <a:lnTo>
                    <a:pt x="995593" y="1734631"/>
                  </a:lnTo>
                  <a:lnTo>
                    <a:pt x="994940" y="1734649"/>
                  </a:lnTo>
                  <a:lnTo>
                    <a:pt x="0" y="1734649"/>
                  </a:lnTo>
                  <a:close/>
                </a:path>
              </a:pathLst>
            </a:custGeom>
            <a:solidFill>
              <a:srgbClr val="FF704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20" name="pl2019"/>
            <p:cNvSpPr/>
            <p:nvPr/>
          </p:nvSpPr>
          <p:spPr>
            <a:xfrm>
              <a:off x="1199187" y="4501540"/>
              <a:ext cx="12049831" cy="1734649"/>
            </a:xfrm>
            <a:custGeom>
              <a:avLst/>
              <a:pathLst>
                <a:path w="12049831" h="1734649">
                  <a:moveTo>
                    <a:pt x="0" y="1734649"/>
                  </a:moveTo>
                  <a:lnTo>
                    <a:pt x="994940" y="1734649"/>
                  </a:lnTo>
                  <a:lnTo>
                    <a:pt x="996053" y="1734617"/>
                  </a:lnTo>
                  <a:lnTo>
                    <a:pt x="1003401" y="1734386"/>
                  </a:lnTo>
                  <a:lnTo>
                    <a:pt x="1022032" y="1733748"/>
                  </a:lnTo>
                  <a:lnTo>
                    <a:pt x="1055611" y="1732490"/>
                  </a:lnTo>
                  <a:lnTo>
                    <a:pt x="1106209" y="1730411"/>
                  </a:lnTo>
                  <a:lnTo>
                    <a:pt x="1174142" y="1727337"/>
                  </a:lnTo>
                  <a:lnTo>
                    <a:pt x="1258032" y="1723140"/>
                  </a:lnTo>
                  <a:lnTo>
                    <a:pt x="1355101" y="1717741"/>
                  </a:lnTo>
                  <a:lnTo>
                    <a:pt x="1461674" y="1711110"/>
                  </a:lnTo>
                  <a:lnTo>
                    <a:pt x="1573761" y="1703251"/>
                  </a:lnTo>
                  <a:lnTo>
                    <a:pt x="1687573" y="1694189"/>
                  </a:lnTo>
                  <a:lnTo>
                    <a:pt x="1799892" y="1683946"/>
                  </a:lnTo>
                  <a:lnTo>
                    <a:pt x="1908256" y="1672530"/>
                  </a:lnTo>
                  <a:lnTo>
                    <a:pt x="2010995" y="1659921"/>
                  </a:lnTo>
                  <a:lnTo>
                    <a:pt x="2107150" y="1646064"/>
                  </a:lnTo>
                  <a:lnTo>
                    <a:pt x="2196349" y="1630867"/>
                  </a:lnTo>
                  <a:lnTo>
                    <a:pt x="2278664" y="1614201"/>
                  </a:lnTo>
                  <a:lnTo>
                    <a:pt x="2354476" y="1595899"/>
                  </a:lnTo>
                  <a:lnTo>
                    <a:pt x="2424368" y="1575763"/>
                  </a:lnTo>
                  <a:lnTo>
                    <a:pt x="2489040" y="1553571"/>
                  </a:lnTo>
                  <a:lnTo>
                    <a:pt x="2549250" y="1529092"/>
                  </a:lnTo>
                  <a:lnTo>
                    <a:pt x="2605758" y="1502102"/>
                  </a:lnTo>
                  <a:lnTo>
                    <a:pt x="2659294" y="1472427"/>
                  </a:lnTo>
                  <a:lnTo>
                    <a:pt x="2702183" y="1445541"/>
                  </a:lnTo>
                  <a:lnTo>
                    <a:pt x="2753741" y="1409449"/>
                  </a:lnTo>
                  <a:lnTo>
                    <a:pt x="2803868" y="1370324"/>
                  </a:lnTo>
                  <a:lnTo>
                    <a:pt x="2853010" y="1328106"/>
                  </a:lnTo>
                  <a:lnTo>
                    <a:pt x="2901516" y="1282804"/>
                  </a:lnTo>
                  <a:lnTo>
                    <a:pt x="2949649" y="1234503"/>
                  </a:lnTo>
                  <a:lnTo>
                    <a:pt x="2997604" y="1183367"/>
                  </a:lnTo>
                  <a:lnTo>
                    <a:pt x="3045515" y="1129645"/>
                  </a:lnTo>
                  <a:lnTo>
                    <a:pt x="3093465" y="1073670"/>
                  </a:lnTo>
                  <a:lnTo>
                    <a:pt x="3141492" y="1015851"/>
                  </a:lnTo>
                  <a:lnTo>
                    <a:pt x="3189600" y="956665"/>
                  </a:lnTo>
                  <a:lnTo>
                    <a:pt x="3237766" y="896641"/>
                  </a:lnTo>
                  <a:lnTo>
                    <a:pt x="3285954" y="836338"/>
                  </a:lnTo>
                  <a:lnTo>
                    <a:pt x="3334119" y="776330"/>
                  </a:lnTo>
                  <a:lnTo>
                    <a:pt x="3382225" y="717175"/>
                  </a:lnTo>
                  <a:lnTo>
                    <a:pt x="3430249" y="659401"/>
                  </a:lnTo>
                  <a:lnTo>
                    <a:pt x="3478198" y="603483"/>
                  </a:lnTo>
                  <a:lnTo>
                    <a:pt x="3526109" y="549829"/>
                  </a:lnTo>
                  <a:lnTo>
                    <a:pt x="3574067" y="498768"/>
                  </a:lnTo>
                  <a:lnTo>
                    <a:pt x="3622207" y="450548"/>
                  </a:lnTo>
                  <a:lnTo>
                    <a:pt x="3670726" y="405331"/>
                  </a:lnTo>
                  <a:lnTo>
                    <a:pt x="3719891" y="363199"/>
                  </a:lnTo>
                  <a:lnTo>
                    <a:pt x="3770051" y="324159"/>
                  </a:lnTo>
                  <a:lnTo>
                    <a:pt x="3820202" y="289108"/>
                  </a:lnTo>
                  <a:lnTo>
                    <a:pt x="3871764" y="257127"/>
                  </a:lnTo>
                  <a:lnTo>
                    <a:pt x="3925743" y="227904"/>
                  </a:lnTo>
                  <a:lnTo>
                    <a:pt x="3982811" y="201344"/>
                  </a:lnTo>
                  <a:lnTo>
                    <a:pt x="4043705" y="177258"/>
                  </a:lnTo>
                  <a:lnTo>
                    <a:pt x="4109190" y="155422"/>
                  </a:lnTo>
                  <a:lnTo>
                    <a:pt x="4180014" y="135604"/>
                  </a:lnTo>
                  <a:lnTo>
                    <a:pt x="4256864" y="117585"/>
                  </a:lnTo>
                  <a:lnTo>
                    <a:pt x="4340298" y="101172"/>
                  </a:lnTo>
                  <a:lnTo>
                    <a:pt x="4430652" y="86205"/>
                  </a:lnTo>
                  <a:lnTo>
                    <a:pt x="4527935" y="72560"/>
                  </a:lnTo>
                  <a:lnTo>
                    <a:pt x="4631687" y="60151"/>
                  </a:lnTo>
                  <a:lnTo>
                    <a:pt x="4740841" y="48929"/>
                  </a:lnTo>
                  <a:lnTo>
                    <a:pt x="4853598" y="38880"/>
                  </a:lnTo>
                  <a:lnTo>
                    <a:pt x="4967365" y="30015"/>
                  </a:lnTo>
                  <a:lnTo>
                    <a:pt x="5078813" y="22358"/>
                  </a:lnTo>
                  <a:lnTo>
                    <a:pt x="5184089" y="15931"/>
                  </a:lnTo>
                  <a:lnTo>
                    <a:pt x="5279216" y="10733"/>
                  </a:lnTo>
                  <a:lnTo>
                    <a:pt x="5360628" y="6729"/>
                  </a:lnTo>
                  <a:lnTo>
                    <a:pt x="5425748" y="3830"/>
                  </a:lnTo>
                  <a:lnTo>
                    <a:pt x="5473463" y="1900"/>
                  </a:lnTo>
                  <a:lnTo>
                    <a:pt x="5504384" y="759"/>
                  </a:lnTo>
                  <a:lnTo>
                    <a:pt x="5520858" y="202"/>
                  </a:lnTo>
                  <a:lnTo>
                    <a:pt x="5526792" y="18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2" y="0"/>
                  </a:lnTo>
                  <a:lnTo>
                    <a:pt x="6531021" y="5"/>
                  </a:lnTo>
                  <a:lnTo>
                    <a:pt x="6550026" y="19"/>
                  </a:lnTo>
                  <a:lnTo>
                    <a:pt x="6584252" y="46"/>
                  </a:lnTo>
                  <a:lnTo>
                    <a:pt x="6635770" y="91"/>
                  </a:lnTo>
                  <a:lnTo>
                    <a:pt x="6704847" y="157"/>
                  </a:lnTo>
                  <a:lnTo>
                    <a:pt x="6790013" y="248"/>
                  </a:lnTo>
                  <a:lnTo>
                    <a:pt x="6888374" y="364"/>
                  </a:lnTo>
                  <a:lnTo>
                    <a:pt x="6996149" y="507"/>
                  </a:lnTo>
                  <a:lnTo>
                    <a:pt x="7109261" y="676"/>
                  </a:lnTo>
                  <a:lnTo>
                    <a:pt x="7223869" y="871"/>
                  </a:lnTo>
                  <a:lnTo>
                    <a:pt x="7336740" y="1091"/>
                  </a:lnTo>
                  <a:lnTo>
                    <a:pt x="7445427" y="1337"/>
                  </a:lnTo>
                  <a:lnTo>
                    <a:pt x="7548289" y="1608"/>
                  </a:lnTo>
                  <a:lnTo>
                    <a:pt x="7644414" y="1906"/>
                  </a:lnTo>
                  <a:lnTo>
                    <a:pt x="7733474" y="2233"/>
                  </a:lnTo>
                  <a:lnTo>
                    <a:pt x="7815582" y="2591"/>
                  </a:lnTo>
                  <a:lnTo>
                    <a:pt x="7891157" y="2986"/>
                  </a:lnTo>
                  <a:lnTo>
                    <a:pt x="7960813" y="3420"/>
                  </a:lnTo>
                  <a:lnTo>
                    <a:pt x="8025278" y="3899"/>
                  </a:lnTo>
                  <a:lnTo>
                    <a:pt x="8085325" y="4428"/>
                  </a:lnTo>
                  <a:lnTo>
                    <a:pt x="8141732" y="5011"/>
                  </a:lnTo>
                  <a:lnTo>
                    <a:pt x="8195234" y="5653"/>
                  </a:lnTo>
                  <a:lnTo>
                    <a:pt x="8229629" y="6114"/>
                  </a:lnTo>
                  <a:lnTo>
                    <a:pt x="8291276" y="7037"/>
                  </a:lnTo>
                  <a:lnTo>
                    <a:pt x="8351000" y="8052"/>
                  </a:lnTo>
                  <a:lnTo>
                    <a:pt x="8409519" y="9162"/>
                  </a:lnTo>
                  <a:lnTo>
                    <a:pt x="8467357" y="10365"/>
                  </a:lnTo>
                  <a:lnTo>
                    <a:pt x="8524887" y="11654"/>
                  </a:lnTo>
                  <a:lnTo>
                    <a:pt x="8582351" y="13023"/>
                  </a:lnTo>
                  <a:lnTo>
                    <a:pt x="8639883" y="14457"/>
                  </a:lnTo>
                  <a:lnTo>
                    <a:pt x="8697533" y="15942"/>
                  </a:lnTo>
                  <a:lnTo>
                    <a:pt x="8755281" y="17459"/>
                  </a:lnTo>
                  <a:lnTo>
                    <a:pt x="8813072" y="18988"/>
                  </a:lnTo>
                  <a:lnTo>
                    <a:pt x="8870832" y="20509"/>
                  </a:lnTo>
                  <a:lnTo>
                    <a:pt x="8928499" y="22000"/>
                  </a:lnTo>
                  <a:lnTo>
                    <a:pt x="8986049" y="23443"/>
                  </a:lnTo>
                  <a:lnTo>
                    <a:pt x="9043517" y="24823"/>
                  </a:lnTo>
                  <a:lnTo>
                    <a:pt x="9101024" y="26125"/>
                  </a:lnTo>
                  <a:lnTo>
                    <a:pt x="9158794" y="27342"/>
                  </a:lnTo>
                  <a:lnTo>
                    <a:pt x="9217177" y="28466"/>
                  </a:lnTo>
                  <a:lnTo>
                    <a:pt x="9276673" y="29496"/>
                  </a:lnTo>
                  <a:lnTo>
                    <a:pt x="9337967" y="30433"/>
                  </a:lnTo>
                  <a:lnTo>
                    <a:pt x="9347647" y="30570"/>
                  </a:lnTo>
                  <a:lnTo>
                    <a:pt x="9399583" y="31251"/>
                  </a:lnTo>
                  <a:lnTo>
                    <a:pt x="9453975" y="31873"/>
                  </a:lnTo>
                  <a:lnTo>
                    <a:pt x="9511510" y="32437"/>
                  </a:lnTo>
                  <a:lnTo>
                    <a:pt x="9572942" y="32949"/>
                  </a:lnTo>
                  <a:lnTo>
                    <a:pt x="9639050" y="33413"/>
                  </a:lnTo>
                  <a:lnTo>
                    <a:pt x="9710601" y="33833"/>
                  </a:lnTo>
                  <a:lnTo>
                    <a:pt x="9788292" y="34215"/>
                  </a:lnTo>
                  <a:lnTo>
                    <a:pt x="9872681" y="34563"/>
                  </a:lnTo>
                  <a:lnTo>
                    <a:pt x="9964101" y="34880"/>
                  </a:lnTo>
                  <a:lnTo>
                    <a:pt x="10062532" y="35169"/>
                  </a:lnTo>
                  <a:lnTo>
                    <a:pt x="10167470" y="35431"/>
                  </a:lnTo>
                  <a:lnTo>
                    <a:pt x="10277771" y="35668"/>
                  </a:lnTo>
                  <a:lnTo>
                    <a:pt x="10391533" y="35880"/>
                  </a:lnTo>
                  <a:lnTo>
                    <a:pt x="10506037" y="36066"/>
                  </a:lnTo>
                  <a:lnTo>
                    <a:pt x="10617819" y="36227"/>
                  </a:lnTo>
                  <a:lnTo>
                    <a:pt x="10722909" y="36361"/>
                  </a:lnTo>
                  <a:lnTo>
                    <a:pt x="10817263" y="36468"/>
                  </a:lnTo>
                  <a:lnTo>
                    <a:pt x="10897331" y="36551"/>
                  </a:lnTo>
                  <a:lnTo>
                    <a:pt x="10960641" y="36610"/>
                  </a:lnTo>
                  <a:lnTo>
                    <a:pt x="11006279" y="36648"/>
                  </a:lnTo>
                  <a:lnTo>
                    <a:pt x="11035120" y="36670"/>
                  </a:lnTo>
                  <a:lnTo>
                    <a:pt x="11049805" y="36681"/>
                  </a:lnTo>
                  <a:lnTo>
                    <a:pt x="11054548" y="36684"/>
                  </a:lnTo>
                  <a:lnTo>
                    <a:pt x="11054891" y="36684"/>
                  </a:lnTo>
                  <a:lnTo>
                    <a:pt x="12049831" y="36684"/>
                  </a:lnTo>
                  <a:lnTo>
                    <a:pt x="12049831" y="366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1" name="pl2020"/>
            <p:cNvSpPr/>
            <p:nvPr/>
          </p:nvSpPr>
          <p:spPr>
            <a:xfrm>
              <a:off x="1199187" y="4496299"/>
              <a:ext cx="12049831" cy="1734649"/>
            </a:xfrm>
            <a:custGeom>
              <a:avLst/>
              <a:pathLst>
                <a:path w="12049831" h="1734649">
                  <a:moveTo>
                    <a:pt x="12049831" y="36684"/>
                  </a:moveTo>
                  <a:lnTo>
                    <a:pt x="11054891" y="36684"/>
                  </a:lnTo>
                  <a:lnTo>
                    <a:pt x="11053755" y="36683"/>
                  </a:lnTo>
                  <a:lnTo>
                    <a:pt x="11046255" y="36678"/>
                  </a:lnTo>
                  <a:lnTo>
                    <a:pt x="11027251" y="36664"/>
                  </a:lnTo>
                  <a:lnTo>
                    <a:pt x="10993024" y="36637"/>
                  </a:lnTo>
                  <a:lnTo>
                    <a:pt x="10941507" y="36592"/>
                  </a:lnTo>
                  <a:lnTo>
                    <a:pt x="10872429" y="36526"/>
                  </a:lnTo>
                  <a:lnTo>
                    <a:pt x="10787264" y="36435"/>
                  </a:lnTo>
                  <a:lnTo>
                    <a:pt x="10688902" y="36319"/>
                  </a:lnTo>
                  <a:lnTo>
                    <a:pt x="10581127" y="36176"/>
                  </a:lnTo>
                  <a:lnTo>
                    <a:pt x="10468016" y="36007"/>
                  </a:lnTo>
                  <a:lnTo>
                    <a:pt x="10353407" y="35812"/>
                  </a:lnTo>
                  <a:lnTo>
                    <a:pt x="10240536" y="35592"/>
                  </a:lnTo>
                  <a:lnTo>
                    <a:pt x="10131850" y="35347"/>
                  </a:lnTo>
                  <a:lnTo>
                    <a:pt x="10028987" y="35076"/>
                  </a:lnTo>
                  <a:lnTo>
                    <a:pt x="9932862" y="34778"/>
                  </a:lnTo>
                  <a:lnTo>
                    <a:pt x="9843802" y="34451"/>
                  </a:lnTo>
                  <a:lnTo>
                    <a:pt x="9761694" y="34092"/>
                  </a:lnTo>
                  <a:lnTo>
                    <a:pt x="9686119" y="33698"/>
                  </a:lnTo>
                  <a:lnTo>
                    <a:pt x="9616463" y="33263"/>
                  </a:lnTo>
                  <a:lnTo>
                    <a:pt x="9551999" y="32784"/>
                  </a:lnTo>
                  <a:lnTo>
                    <a:pt x="9491951" y="32255"/>
                  </a:lnTo>
                  <a:lnTo>
                    <a:pt x="9435544" y="31672"/>
                  </a:lnTo>
                  <a:lnTo>
                    <a:pt x="9382042" y="31031"/>
                  </a:lnTo>
                  <a:lnTo>
                    <a:pt x="9347647" y="30570"/>
                  </a:lnTo>
                  <a:lnTo>
                    <a:pt x="9286000" y="29647"/>
                  </a:lnTo>
                  <a:lnTo>
                    <a:pt x="9226276" y="28631"/>
                  </a:lnTo>
                  <a:lnTo>
                    <a:pt x="9167758" y="27521"/>
                  </a:lnTo>
                  <a:lnTo>
                    <a:pt x="9109920" y="26319"/>
                  </a:lnTo>
                  <a:lnTo>
                    <a:pt x="9052390" y="25029"/>
                  </a:lnTo>
                  <a:lnTo>
                    <a:pt x="8994926" y="23661"/>
                  </a:lnTo>
                  <a:lnTo>
                    <a:pt x="8937393" y="22226"/>
                  </a:lnTo>
                  <a:lnTo>
                    <a:pt x="8879744" y="20741"/>
                  </a:lnTo>
                  <a:lnTo>
                    <a:pt x="8821995" y="19224"/>
                  </a:lnTo>
                  <a:lnTo>
                    <a:pt x="8764204" y="17695"/>
                  </a:lnTo>
                  <a:lnTo>
                    <a:pt x="8706444" y="16175"/>
                  </a:lnTo>
                  <a:lnTo>
                    <a:pt x="8648777" y="14684"/>
                  </a:lnTo>
                  <a:lnTo>
                    <a:pt x="8591228" y="13240"/>
                  </a:lnTo>
                  <a:lnTo>
                    <a:pt x="8533760" y="11861"/>
                  </a:lnTo>
                  <a:lnTo>
                    <a:pt x="8476253" y="10558"/>
                  </a:lnTo>
                  <a:lnTo>
                    <a:pt x="8418483" y="9342"/>
                  </a:lnTo>
                  <a:lnTo>
                    <a:pt x="8360100" y="8218"/>
                  </a:lnTo>
                  <a:lnTo>
                    <a:pt x="8300603" y="7187"/>
                  </a:lnTo>
                  <a:lnTo>
                    <a:pt x="8239309" y="6250"/>
                  </a:lnTo>
                  <a:lnTo>
                    <a:pt x="8229629" y="6114"/>
                  </a:lnTo>
                  <a:lnTo>
                    <a:pt x="8177694" y="5433"/>
                  </a:lnTo>
                  <a:lnTo>
                    <a:pt x="8123302" y="4811"/>
                  </a:lnTo>
                  <a:lnTo>
                    <a:pt x="8065767" y="4246"/>
                  </a:lnTo>
                  <a:lnTo>
                    <a:pt x="8004335" y="3734"/>
                  </a:lnTo>
                  <a:lnTo>
                    <a:pt x="7938226" y="3271"/>
                  </a:lnTo>
                  <a:lnTo>
                    <a:pt x="7866675" y="2850"/>
                  </a:lnTo>
                  <a:lnTo>
                    <a:pt x="7788985" y="2468"/>
                  </a:lnTo>
                  <a:lnTo>
                    <a:pt x="7704595" y="2120"/>
                  </a:lnTo>
                  <a:lnTo>
                    <a:pt x="7613176" y="1803"/>
                  </a:lnTo>
                  <a:lnTo>
                    <a:pt x="7514744" y="1515"/>
                  </a:lnTo>
                  <a:lnTo>
                    <a:pt x="7409807" y="1252"/>
                  </a:lnTo>
                  <a:lnTo>
                    <a:pt x="7299506" y="1015"/>
                  </a:lnTo>
                  <a:lnTo>
                    <a:pt x="7185744" y="803"/>
                  </a:lnTo>
                  <a:lnTo>
                    <a:pt x="7071239" y="617"/>
                  </a:lnTo>
                  <a:lnTo>
                    <a:pt x="6959457" y="457"/>
                  </a:lnTo>
                  <a:lnTo>
                    <a:pt x="6854368" y="323"/>
                  </a:lnTo>
                  <a:lnTo>
                    <a:pt x="6760013" y="215"/>
                  </a:lnTo>
                  <a:lnTo>
                    <a:pt x="6679946" y="133"/>
                  </a:lnTo>
                  <a:lnTo>
                    <a:pt x="6616635" y="74"/>
                  </a:lnTo>
                  <a:lnTo>
                    <a:pt x="6570997" y="35"/>
                  </a:lnTo>
                  <a:lnTo>
                    <a:pt x="6542157" y="13"/>
                  </a:lnTo>
                  <a:lnTo>
                    <a:pt x="6527472" y="3"/>
                  </a:lnTo>
                  <a:lnTo>
                    <a:pt x="6522728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2" y="32"/>
                  </a:lnTo>
                  <a:lnTo>
                    <a:pt x="5518984" y="263"/>
                  </a:lnTo>
                  <a:lnTo>
                    <a:pt x="5500353" y="901"/>
                  </a:lnTo>
                  <a:lnTo>
                    <a:pt x="5466774" y="2159"/>
                  </a:lnTo>
                  <a:lnTo>
                    <a:pt x="5416176" y="4238"/>
                  </a:lnTo>
                  <a:lnTo>
                    <a:pt x="5348243" y="7312"/>
                  </a:lnTo>
                  <a:lnTo>
                    <a:pt x="5264353" y="11509"/>
                  </a:lnTo>
                  <a:lnTo>
                    <a:pt x="5167284" y="16908"/>
                  </a:lnTo>
                  <a:lnTo>
                    <a:pt x="5060711" y="23539"/>
                  </a:lnTo>
                  <a:lnTo>
                    <a:pt x="4948624" y="31398"/>
                  </a:lnTo>
                  <a:lnTo>
                    <a:pt x="4834812" y="40460"/>
                  </a:lnTo>
                  <a:lnTo>
                    <a:pt x="4722493" y="50703"/>
                  </a:lnTo>
                  <a:lnTo>
                    <a:pt x="4614129" y="62119"/>
                  </a:lnTo>
                  <a:lnTo>
                    <a:pt x="4511390" y="74728"/>
                  </a:lnTo>
                  <a:lnTo>
                    <a:pt x="4415235" y="88585"/>
                  </a:lnTo>
                  <a:lnTo>
                    <a:pt x="4326036" y="103782"/>
                  </a:lnTo>
                  <a:lnTo>
                    <a:pt x="4243721" y="120448"/>
                  </a:lnTo>
                  <a:lnTo>
                    <a:pt x="4167909" y="138750"/>
                  </a:lnTo>
                  <a:lnTo>
                    <a:pt x="4098017" y="158886"/>
                  </a:lnTo>
                  <a:lnTo>
                    <a:pt x="4033345" y="181078"/>
                  </a:lnTo>
                  <a:lnTo>
                    <a:pt x="3973135" y="205557"/>
                  </a:lnTo>
                  <a:lnTo>
                    <a:pt x="3916627" y="232547"/>
                  </a:lnTo>
                  <a:lnTo>
                    <a:pt x="3863091" y="262222"/>
                  </a:lnTo>
                  <a:lnTo>
                    <a:pt x="3820202" y="289108"/>
                  </a:lnTo>
                  <a:lnTo>
                    <a:pt x="3768644" y="325199"/>
                  </a:lnTo>
                  <a:lnTo>
                    <a:pt x="3718517" y="364325"/>
                  </a:lnTo>
                  <a:lnTo>
                    <a:pt x="3669375" y="406543"/>
                  </a:lnTo>
                  <a:lnTo>
                    <a:pt x="3620869" y="451845"/>
                  </a:lnTo>
                  <a:lnTo>
                    <a:pt x="3572736" y="500146"/>
                  </a:lnTo>
                  <a:lnTo>
                    <a:pt x="3524781" y="551282"/>
                  </a:lnTo>
                  <a:lnTo>
                    <a:pt x="3476870" y="605004"/>
                  </a:lnTo>
                  <a:lnTo>
                    <a:pt x="3428920" y="660979"/>
                  </a:lnTo>
                  <a:lnTo>
                    <a:pt x="3380893" y="718798"/>
                  </a:lnTo>
                  <a:lnTo>
                    <a:pt x="3332785" y="777984"/>
                  </a:lnTo>
                  <a:lnTo>
                    <a:pt x="3284619" y="838008"/>
                  </a:lnTo>
                  <a:lnTo>
                    <a:pt x="3236431" y="898310"/>
                  </a:lnTo>
                  <a:lnTo>
                    <a:pt x="3188266" y="958319"/>
                  </a:lnTo>
                  <a:lnTo>
                    <a:pt x="3140160" y="1017474"/>
                  </a:lnTo>
                  <a:lnTo>
                    <a:pt x="3092135" y="1075248"/>
                  </a:lnTo>
                  <a:lnTo>
                    <a:pt x="3044187" y="1131166"/>
                  </a:lnTo>
                  <a:lnTo>
                    <a:pt x="2996276" y="1184820"/>
                  </a:lnTo>
                  <a:lnTo>
                    <a:pt x="2948318" y="1235881"/>
                  </a:lnTo>
                  <a:lnTo>
                    <a:pt x="2900178" y="1284101"/>
                  </a:lnTo>
                  <a:lnTo>
                    <a:pt x="2851659" y="1329317"/>
                  </a:lnTo>
                  <a:lnTo>
                    <a:pt x="2802494" y="1371449"/>
                  </a:lnTo>
                  <a:lnTo>
                    <a:pt x="2752334" y="1410490"/>
                  </a:lnTo>
                  <a:lnTo>
                    <a:pt x="2702183" y="1445541"/>
                  </a:lnTo>
                  <a:lnTo>
                    <a:pt x="2650621" y="1477522"/>
                  </a:lnTo>
                  <a:lnTo>
                    <a:pt x="2596642" y="1506744"/>
                  </a:lnTo>
                  <a:lnTo>
                    <a:pt x="2539574" y="1533305"/>
                  </a:lnTo>
                  <a:lnTo>
                    <a:pt x="2478679" y="1557391"/>
                  </a:lnTo>
                  <a:lnTo>
                    <a:pt x="2413195" y="1579227"/>
                  </a:lnTo>
                  <a:lnTo>
                    <a:pt x="2342371" y="1599045"/>
                  </a:lnTo>
                  <a:lnTo>
                    <a:pt x="2265521" y="1617064"/>
                  </a:lnTo>
                  <a:lnTo>
                    <a:pt x="2182087" y="1633476"/>
                  </a:lnTo>
                  <a:lnTo>
                    <a:pt x="2091733" y="1648444"/>
                  </a:lnTo>
                  <a:lnTo>
                    <a:pt x="1994450" y="1662089"/>
                  </a:lnTo>
                  <a:lnTo>
                    <a:pt x="1890698" y="1674498"/>
                  </a:lnTo>
                  <a:lnTo>
                    <a:pt x="1781544" y="1685720"/>
                  </a:lnTo>
                  <a:lnTo>
                    <a:pt x="1668787" y="1695769"/>
                  </a:lnTo>
                  <a:lnTo>
                    <a:pt x="1555020" y="1704634"/>
                  </a:lnTo>
                  <a:lnTo>
                    <a:pt x="1443572" y="1712291"/>
                  </a:lnTo>
                  <a:lnTo>
                    <a:pt x="1338296" y="1718718"/>
                  </a:lnTo>
                  <a:lnTo>
                    <a:pt x="1243169" y="1723915"/>
                  </a:lnTo>
                  <a:lnTo>
                    <a:pt x="1161757" y="1727920"/>
                  </a:lnTo>
                  <a:lnTo>
                    <a:pt x="1096637" y="1730819"/>
                  </a:lnTo>
                  <a:lnTo>
                    <a:pt x="1048922" y="1732749"/>
                  </a:lnTo>
                  <a:lnTo>
                    <a:pt x="1018001" y="1733890"/>
                  </a:lnTo>
                  <a:lnTo>
                    <a:pt x="1001527" y="1734447"/>
                  </a:lnTo>
                  <a:lnTo>
                    <a:pt x="995593" y="1734631"/>
                  </a:lnTo>
                  <a:lnTo>
                    <a:pt x="994940" y="1734649"/>
                  </a:lnTo>
                  <a:lnTo>
                    <a:pt x="0" y="1734649"/>
                  </a:lnTo>
                  <a:lnTo>
                    <a:pt x="0" y="17346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2" name="pg2021"/>
            <p:cNvSpPr/>
            <p:nvPr/>
          </p:nvSpPr>
          <p:spPr>
            <a:xfrm>
              <a:off x="1199187" y="4024642"/>
              <a:ext cx="12049831" cy="2237750"/>
            </a:xfrm>
            <a:custGeom>
              <a:avLst/>
              <a:pathLst>
                <a:path w="12049831" h="2237750">
                  <a:moveTo>
                    <a:pt x="0" y="2237750"/>
                  </a:moveTo>
                  <a:lnTo>
                    <a:pt x="994940" y="2237750"/>
                  </a:lnTo>
                  <a:lnTo>
                    <a:pt x="996075" y="2237743"/>
                  </a:lnTo>
                  <a:lnTo>
                    <a:pt x="1003568" y="2237695"/>
                  </a:lnTo>
                  <a:lnTo>
                    <a:pt x="1022557" y="2237561"/>
                  </a:lnTo>
                  <a:lnTo>
                    <a:pt x="1056755" y="2237297"/>
                  </a:lnTo>
                  <a:lnTo>
                    <a:pt x="1108234" y="2236862"/>
                  </a:lnTo>
                  <a:lnTo>
                    <a:pt x="1177263" y="2236218"/>
                  </a:lnTo>
                  <a:lnTo>
                    <a:pt x="1262374" y="2235339"/>
                  </a:lnTo>
                  <a:lnTo>
                    <a:pt x="1360680" y="2234209"/>
                  </a:lnTo>
                  <a:lnTo>
                    <a:pt x="1468404" y="2232823"/>
                  </a:lnTo>
                  <a:lnTo>
                    <a:pt x="1581473" y="2231181"/>
                  </a:lnTo>
                  <a:lnTo>
                    <a:pt x="1696048" y="2229289"/>
                  </a:lnTo>
                  <a:lnTo>
                    <a:pt x="1808896" y="2227152"/>
                  </a:lnTo>
                  <a:lnTo>
                    <a:pt x="1917569" y="2224770"/>
                  </a:lnTo>
                  <a:lnTo>
                    <a:pt x="2020426" y="2222139"/>
                  </a:lnTo>
                  <a:lnTo>
                    <a:pt x="2116553" y="2219246"/>
                  </a:lnTo>
                  <a:lnTo>
                    <a:pt x="2205619" y="2216073"/>
                  </a:lnTo>
                  <a:lnTo>
                    <a:pt x="2287736" y="2212590"/>
                  </a:lnTo>
                  <a:lnTo>
                    <a:pt x="2363321" y="2208761"/>
                  </a:lnTo>
                  <a:lnTo>
                    <a:pt x="2432987" y="2204546"/>
                  </a:lnTo>
                  <a:lnTo>
                    <a:pt x="2497460" y="2199896"/>
                  </a:lnTo>
                  <a:lnTo>
                    <a:pt x="2557514" y="2194763"/>
                  </a:lnTo>
                  <a:lnTo>
                    <a:pt x="2613925" y="2189101"/>
                  </a:lnTo>
                  <a:lnTo>
                    <a:pt x="2667429" y="2182877"/>
                  </a:lnTo>
                  <a:lnTo>
                    <a:pt x="2702183" y="2178356"/>
                  </a:lnTo>
                  <a:lnTo>
                    <a:pt x="2763173" y="2169492"/>
                  </a:lnTo>
                  <a:lnTo>
                    <a:pt x="2822272" y="2159747"/>
                  </a:lnTo>
                  <a:lnTo>
                    <a:pt x="2880179" y="2149107"/>
                  </a:lnTo>
                  <a:lnTo>
                    <a:pt x="2937407" y="2137587"/>
                  </a:lnTo>
                  <a:lnTo>
                    <a:pt x="2994320" y="2125233"/>
                  </a:lnTo>
                  <a:lnTo>
                    <a:pt x="3051159" y="2112128"/>
                  </a:lnTo>
                  <a:lnTo>
                    <a:pt x="3108059" y="2098384"/>
                  </a:lnTo>
                  <a:lnTo>
                    <a:pt x="3165073" y="2084148"/>
                  </a:lnTo>
                  <a:lnTo>
                    <a:pt x="3222187" y="2069591"/>
                  </a:lnTo>
                  <a:lnTo>
                    <a:pt x="3279349" y="2054900"/>
                  </a:lnTo>
                  <a:lnTo>
                    <a:pt x="3336489" y="2040272"/>
                  </a:lnTo>
                  <a:lnTo>
                    <a:pt x="3393543" y="2025898"/>
                  </a:lnTo>
                  <a:lnTo>
                    <a:pt x="3450483" y="2011956"/>
                  </a:lnTo>
                  <a:lnTo>
                    <a:pt x="3507333" y="1998603"/>
                  </a:lnTo>
                  <a:lnTo>
                    <a:pt x="3564197" y="1985964"/>
                  </a:lnTo>
                  <a:lnTo>
                    <a:pt x="3621275" y="1974132"/>
                  </a:lnTo>
                  <a:lnTo>
                    <a:pt x="3678883" y="1963168"/>
                  </a:lnTo>
                  <a:lnTo>
                    <a:pt x="3737478" y="1953097"/>
                  </a:lnTo>
                  <a:lnTo>
                    <a:pt x="3797683" y="1943914"/>
                  </a:lnTo>
                  <a:lnTo>
                    <a:pt x="3820202" y="1940781"/>
                  </a:lnTo>
                  <a:lnTo>
                    <a:pt x="3872121" y="1934168"/>
                  </a:lnTo>
                  <a:lnTo>
                    <a:pt x="3926496" y="1928130"/>
                  </a:lnTo>
                  <a:lnTo>
                    <a:pt x="3984011" y="1922645"/>
                  </a:lnTo>
                  <a:lnTo>
                    <a:pt x="4045420" y="1917675"/>
                  </a:lnTo>
                  <a:lnTo>
                    <a:pt x="4111502" y="1913172"/>
                  </a:lnTo>
                  <a:lnTo>
                    <a:pt x="4183022" y="1909088"/>
                  </a:lnTo>
                  <a:lnTo>
                    <a:pt x="4260676" y="1905376"/>
                  </a:lnTo>
                  <a:lnTo>
                    <a:pt x="4345025" y="1901998"/>
                  </a:lnTo>
                  <a:lnTo>
                    <a:pt x="4436399" y="1898918"/>
                  </a:lnTo>
                  <a:lnTo>
                    <a:pt x="4534782" y="1896113"/>
                  </a:lnTo>
                  <a:lnTo>
                    <a:pt x="4639669" y="1893564"/>
                  </a:lnTo>
                  <a:lnTo>
                    <a:pt x="4749921" y="1891262"/>
                  </a:lnTo>
                  <a:lnTo>
                    <a:pt x="4863641" y="1889204"/>
                  </a:lnTo>
                  <a:lnTo>
                    <a:pt x="4978115" y="1887393"/>
                  </a:lnTo>
                  <a:lnTo>
                    <a:pt x="5089884" y="1885834"/>
                  </a:lnTo>
                  <a:lnTo>
                    <a:pt x="5194983" y="1884532"/>
                  </a:lnTo>
                  <a:lnTo>
                    <a:pt x="5289371" y="1883485"/>
                  </a:lnTo>
                  <a:lnTo>
                    <a:pt x="5369497" y="1882685"/>
                  </a:lnTo>
                  <a:lnTo>
                    <a:pt x="5432885" y="1882112"/>
                  </a:lnTo>
                  <a:lnTo>
                    <a:pt x="5478612" y="1881737"/>
                  </a:lnTo>
                  <a:lnTo>
                    <a:pt x="5507540" y="1881520"/>
                  </a:lnTo>
                  <a:lnTo>
                    <a:pt x="5522300" y="1881419"/>
                  </a:lnTo>
                  <a:lnTo>
                    <a:pt x="5527092" y="1881389"/>
                  </a:lnTo>
                  <a:lnTo>
                    <a:pt x="5527445" y="1881387"/>
                  </a:lnTo>
                  <a:lnTo>
                    <a:pt x="6522385" y="1881387"/>
                  </a:lnTo>
                  <a:lnTo>
                    <a:pt x="6523495" y="1881352"/>
                  </a:lnTo>
                  <a:lnTo>
                    <a:pt x="6530818" y="1881103"/>
                  </a:lnTo>
                  <a:lnTo>
                    <a:pt x="6549387" y="1880415"/>
                  </a:lnTo>
                  <a:lnTo>
                    <a:pt x="6582860" y="1879060"/>
                  </a:lnTo>
                  <a:lnTo>
                    <a:pt x="6633304" y="1876819"/>
                  </a:lnTo>
                  <a:lnTo>
                    <a:pt x="6701049" y="1873506"/>
                  </a:lnTo>
                  <a:lnTo>
                    <a:pt x="6784727" y="1868982"/>
                  </a:lnTo>
                  <a:lnTo>
                    <a:pt x="6881579" y="1863161"/>
                  </a:lnTo>
                  <a:lnTo>
                    <a:pt x="6987952" y="1856011"/>
                  </a:lnTo>
                  <a:lnTo>
                    <a:pt x="7099867" y="1847536"/>
                  </a:lnTo>
                  <a:lnTo>
                    <a:pt x="7213545" y="1837762"/>
                  </a:lnTo>
                  <a:lnTo>
                    <a:pt x="7325770" y="1826713"/>
                  </a:lnTo>
                  <a:lnTo>
                    <a:pt x="7434079" y="1814399"/>
                  </a:lnTo>
                  <a:lnTo>
                    <a:pt x="7536795" y="1800799"/>
                  </a:lnTo>
                  <a:lnTo>
                    <a:pt x="7632954" y="1785853"/>
                  </a:lnTo>
                  <a:lnTo>
                    <a:pt x="7722176" y="1769464"/>
                  </a:lnTo>
                  <a:lnTo>
                    <a:pt x="7804524" y="1751492"/>
                  </a:lnTo>
                  <a:lnTo>
                    <a:pt x="7880375" y="1731759"/>
                  </a:lnTo>
                  <a:lnTo>
                    <a:pt x="7950306" y="1710052"/>
                  </a:lnTo>
                  <a:lnTo>
                    <a:pt x="8015014" y="1686132"/>
                  </a:lnTo>
                  <a:lnTo>
                    <a:pt x="8075251" y="1659750"/>
                  </a:lnTo>
                  <a:lnTo>
                    <a:pt x="8131777" y="1630665"/>
                  </a:lnTo>
                  <a:lnTo>
                    <a:pt x="8185320" y="1598686"/>
                  </a:lnTo>
                  <a:lnTo>
                    <a:pt x="8229629" y="1568696"/>
                  </a:lnTo>
                  <a:lnTo>
                    <a:pt x="8280130" y="1530506"/>
                  </a:lnTo>
                  <a:lnTo>
                    <a:pt x="8329249" y="1489171"/>
                  </a:lnTo>
                  <a:lnTo>
                    <a:pt x="8377410" y="1444630"/>
                  </a:lnTo>
                  <a:lnTo>
                    <a:pt x="8424941" y="1396889"/>
                  </a:lnTo>
                  <a:lnTo>
                    <a:pt x="8472097" y="1346026"/>
                  </a:lnTo>
                  <a:lnTo>
                    <a:pt x="8519066" y="1292201"/>
                  </a:lnTo>
                  <a:lnTo>
                    <a:pt x="8565980" y="1235658"/>
                  </a:lnTo>
                  <a:lnTo>
                    <a:pt x="8612923" y="1176722"/>
                  </a:lnTo>
                  <a:lnTo>
                    <a:pt x="8659936" y="1115798"/>
                  </a:lnTo>
                  <a:lnTo>
                    <a:pt x="8707028" y="1053359"/>
                  </a:lnTo>
                  <a:lnTo>
                    <a:pt x="8754182" y="989932"/>
                  </a:lnTo>
                  <a:lnTo>
                    <a:pt x="8801366" y="926083"/>
                  </a:lnTo>
                  <a:lnTo>
                    <a:pt x="8848538" y="862390"/>
                  </a:lnTo>
                  <a:lnTo>
                    <a:pt x="8895662" y="799428"/>
                  </a:lnTo>
                  <a:lnTo>
                    <a:pt x="8942712" y="737744"/>
                  </a:lnTo>
                  <a:lnTo>
                    <a:pt x="8989684" y="677838"/>
                  </a:lnTo>
                  <a:lnTo>
                    <a:pt x="9036604" y="620147"/>
                  </a:lnTo>
                  <a:lnTo>
                    <a:pt x="9083534" y="565035"/>
                  </a:lnTo>
                  <a:lnTo>
                    <a:pt x="9130584" y="512783"/>
                  </a:lnTo>
                  <a:lnTo>
                    <a:pt x="9177915" y="463589"/>
                  </a:lnTo>
                  <a:lnTo>
                    <a:pt x="9225750" y="417570"/>
                  </a:lnTo>
                  <a:lnTo>
                    <a:pt x="9274381" y="374762"/>
                  </a:lnTo>
                  <a:lnTo>
                    <a:pt x="9324187" y="335135"/>
                  </a:lnTo>
                  <a:lnTo>
                    <a:pt x="9347647" y="317931"/>
                  </a:lnTo>
                  <a:lnTo>
                    <a:pt x="9399147" y="283380"/>
                  </a:lnTo>
                  <a:lnTo>
                    <a:pt x="9453058" y="251807"/>
                  </a:lnTo>
                  <a:lnTo>
                    <a:pt x="9510049" y="223105"/>
                  </a:lnTo>
                  <a:lnTo>
                    <a:pt x="9570854" y="197075"/>
                  </a:lnTo>
                  <a:lnTo>
                    <a:pt x="9636234" y="173474"/>
                  </a:lnTo>
                  <a:lnTo>
                    <a:pt x="9706938" y="152051"/>
                  </a:lnTo>
                  <a:lnTo>
                    <a:pt x="9783649" y="132571"/>
                  </a:lnTo>
                  <a:lnTo>
                    <a:pt x="9866924" y="114826"/>
                  </a:lnTo>
                  <a:lnTo>
                    <a:pt x="9957102" y="98642"/>
                  </a:lnTo>
                  <a:lnTo>
                    <a:pt x="10054194" y="83886"/>
                  </a:lnTo>
                  <a:lnTo>
                    <a:pt x="10157748" y="70464"/>
                  </a:lnTo>
                  <a:lnTo>
                    <a:pt x="10266711" y="58324"/>
                  </a:lnTo>
                  <a:lnTo>
                    <a:pt x="10379299" y="47450"/>
                  </a:lnTo>
                  <a:lnTo>
                    <a:pt x="10492941" y="37852"/>
                  </a:lnTo>
                  <a:lnTo>
                    <a:pt x="10604328" y="29557"/>
                  </a:lnTo>
                  <a:lnTo>
                    <a:pt x="10709629" y="22590"/>
                  </a:lnTo>
                  <a:lnTo>
                    <a:pt x="10804877" y="16950"/>
                  </a:lnTo>
                  <a:lnTo>
                    <a:pt x="10886507" y="12598"/>
                  </a:lnTo>
                  <a:lnTo>
                    <a:pt x="10951924" y="9441"/>
                  </a:lnTo>
                  <a:lnTo>
                    <a:pt x="10999982" y="7334"/>
                  </a:lnTo>
                  <a:lnTo>
                    <a:pt x="11031251" y="6083"/>
                  </a:lnTo>
                  <a:lnTo>
                    <a:pt x="11048029" y="5469"/>
                  </a:lnTo>
                  <a:lnTo>
                    <a:pt x="11054173" y="526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2" y="34"/>
                  </a:lnTo>
                  <a:lnTo>
                    <a:pt x="11046459" y="283"/>
                  </a:lnTo>
                  <a:lnTo>
                    <a:pt x="11027890" y="971"/>
                  </a:lnTo>
                  <a:lnTo>
                    <a:pt x="10994417" y="2327"/>
                  </a:lnTo>
                  <a:lnTo>
                    <a:pt x="10943972" y="4568"/>
                  </a:lnTo>
                  <a:lnTo>
                    <a:pt x="10876228" y="7880"/>
                  </a:lnTo>
                  <a:lnTo>
                    <a:pt x="10792550" y="12405"/>
                  </a:lnTo>
                  <a:lnTo>
                    <a:pt x="10695697" y="18225"/>
                  </a:lnTo>
                  <a:lnTo>
                    <a:pt x="10589325" y="25376"/>
                  </a:lnTo>
                  <a:lnTo>
                    <a:pt x="10477410" y="33851"/>
                  </a:lnTo>
                  <a:lnTo>
                    <a:pt x="10363731" y="43625"/>
                  </a:lnTo>
                  <a:lnTo>
                    <a:pt x="10251506" y="54673"/>
                  </a:lnTo>
                  <a:lnTo>
                    <a:pt x="10143197" y="66987"/>
                  </a:lnTo>
                  <a:lnTo>
                    <a:pt x="10040481" y="80588"/>
                  </a:lnTo>
                  <a:lnTo>
                    <a:pt x="9944323" y="95534"/>
                  </a:lnTo>
                  <a:lnTo>
                    <a:pt x="9855101" y="111923"/>
                  </a:lnTo>
                  <a:lnTo>
                    <a:pt x="9772752" y="129895"/>
                  </a:lnTo>
                  <a:lnTo>
                    <a:pt x="9696901" y="149628"/>
                  </a:lnTo>
                  <a:lnTo>
                    <a:pt x="9626970" y="171335"/>
                  </a:lnTo>
                  <a:lnTo>
                    <a:pt x="9562262" y="195255"/>
                  </a:lnTo>
                  <a:lnTo>
                    <a:pt x="9502025" y="221637"/>
                  </a:lnTo>
                  <a:lnTo>
                    <a:pt x="9445499" y="250722"/>
                  </a:lnTo>
                  <a:lnTo>
                    <a:pt x="9391957" y="282701"/>
                  </a:lnTo>
                  <a:lnTo>
                    <a:pt x="9347647" y="312691"/>
                  </a:lnTo>
                  <a:lnTo>
                    <a:pt x="9297147" y="350881"/>
                  </a:lnTo>
                  <a:lnTo>
                    <a:pt x="9248027" y="392216"/>
                  </a:lnTo>
                  <a:lnTo>
                    <a:pt x="9199867" y="436756"/>
                  </a:lnTo>
                  <a:lnTo>
                    <a:pt x="9152336" y="484498"/>
                  </a:lnTo>
                  <a:lnTo>
                    <a:pt x="9105180" y="535360"/>
                  </a:lnTo>
                  <a:lnTo>
                    <a:pt x="9058211" y="589185"/>
                  </a:lnTo>
                  <a:lnTo>
                    <a:pt x="9011296" y="645729"/>
                  </a:lnTo>
                  <a:lnTo>
                    <a:pt x="8964354" y="704665"/>
                  </a:lnTo>
                  <a:lnTo>
                    <a:pt x="8917341" y="765589"/>
                  </a:lnTo>
                  <a:lnTo>
                    <a:pt x="8870249" y="828028"/>
                  </a:lnTo>
                  <a:lnTo>
                    <a:pt x="8823094" y="891454"/>
                  </a:lnTo>
                  <a:lnTo>
                    <a:pt x="8775911" y="955304"/>
                  </a:lnTo>
                  <a:lnTo>
                    <a:pt x="8728738" y="1018997"/>
                  </a:lnTo>
                  <a:lnTo>
                    <a:pt x="8681614" y="1081959"/>
                  </a:lnTo>
                  <a:lnTo>
                    <a:pt x="8634564" y="1143643"/>
                  </a:lnTo>
                  <a:lnTo>
                    <a:pt x="8587592" y="1203549"/>
                  </a:lnTo>
                  <a:lnTo>
                    <a:pt x="8540673" y="1261240"/>
                  </a:lnTo>
                  <a:lnTo>
                    <a:pt x="8493742" y="1316352"/>
                  </a:lnTo>
                  <a:lnTo>
                    <a:pt x="8446692" y="1368604"/>
                  </a:lnTo>
                  <a:lnTo>
                    <a:pt x="8399361" y="1417797"/>
                  </a:lnTo>
                  <a:lnTo>
                    <a:pt x="8351527" y="1463817"/>
                  </a:lnTo>
                  <a:lnTo>
                    <a:pt x="8302895" y="1506624"/>
                  </a:lnTo>
                  <a:lnTo>
                    <a:pt x="8253090" y="1546251"/>
                  </a:lnTo>
                  <a:lnTo>
                    <a:pt x="8229629" y="1563455"/>
                  </a:lnTo>
                  <a:lnTo>
                    <a:pt x="8178129" y="1598006"/>
                  </a:lnTo>
                  <a:lnTo>
                    <a:pt x="8124218" y="1629580"/>
                  </a:lnTo>
                  <a:lnTo>
                    <a:pt x="8067228" y="1658282"/>
                  </a:lnTo>
                  <a:lnTo>
                    <a:pt x="8006423" y="1684312"/>
                  </a:lnTo>
                  <a:lnTo>
                    <a:pt x="7941042" y="1707913"/>
                  </a:lnTo>
                  <a:lnTo>
                    <a:pt x="7870339" y="1729336"/>
                  </a:lnTo>
                  <a:lnTo>
                    <a:pt x="7793628" y="1748816"/>
                  </a:lnTo>
                  <a:lnTo>
                    <a:pt x="7710353" y="1766561"/>
                  </a:lnTo>
                  <a:lnTo>
                    <a:pt x="7620175" y="1782745"/>
                  </a:lnTo>
                  <a:lnTo>
                    <a:pt x="7523083" y="1797501"/>
                  </a:lnTo>
                  <a:lnTo>
                    <a:pt x="7419528" y="1810923"/>
                  </a:lnTo>
                  <a:lnTo>
                    <a:pt x="7310566" y="1823063"/>
                  </a:lnTo>
                  <a:lnTo>
                    <a:pt x="7197978" y="1833937"/>
                  </a:lnTo>
                  <a:lnTo>
                    <a:pt x="7084336" y="1843535"/>
                  </a:lnTo>
                  <a:lnTo>
                    <a:pt x="6972948" y="1851829"/>
                  </a:lnTo>
                  <a:lnTo>
                    <a:pt x="6867647" y="1858797"/>
                  </a:lnTo>
                  <a:lnTo>
                    <a:pt x="6772399" y="1864437"/>
                  </a:lnTo>
                  <a:lnTo>
                    <a:pt x="6690769" y="1868789"/>
                  </a:lnTo>
                  <a:lnTo>
                    <a:pt x="6625353" y="1871945"/>
                  </a:lnTo>
                  <a:lnTo>
                    <a:pt x="6577294" y="1874053"/>
                  </a:lnTo>
                  <a:lnTo>
                    <a:pt x="6546025" y="1875304"/>
                  </a:lnTo>
                  <a:lnTo>
                    <a:pt x="6529247" y="1875918"/>
                  </a:lnTo>
                  <a:lnTo>
                    <a:pt x="6523103" y="1876124"/>
                  </a:lnTo>
                  <a:lnTo>
                    <a:pt x="6522385" y="1876147"/>
                  </a:lnTo>
                  <a:lnTo>
                    <a:pt x="5527445" y="1876147"/>
                  </a:lnTo>
                  <a:lnTo>
                    <a:pt x="5526310" y="1876153"/>
                  </a:lnTo>
                  <a:lnTo>
                    <a:pt x="5518817" y="1876202"/>
                  </a:lnTo>
                  <a:lnTo>
                    <a:pt x="5499828" y="1876336"/>
                  </a:lnTo>
                  <a:lnTo>
                    <a:pt x="5465630" y="1876599"/>
                  </a:lnTo>
                  <a:lnTo>
                    <a:pt x="5414151" y="1877035"/>
                  </a:lnTo>
                  <a:lnTo>
                    <a:pt x="5345122" y="1877679"/>
                  </a:lnTo>
                  <a:lnTo>
                    <a:pt x="5260011" y="1878558"/>
                  </a:lnTo>
                  <a:lnTo>
                    <a:pt x="5161705" y="1879688"/>
                  </a:lnTo>
                  <a:lnTo>
                    <a:pt x="5053981" y="1881074"/>
                  </a:lnTo>
                  <a:lnTo>
                    <a:pt x="4940912" y="1882716"/>
                  </a:lnTo>
                  <a:lnTo>
                    <a:pt x="4826337" y="1884607"/>
                  </a:lnTo>
                  <a:lnTo>
                    <a:pt x="4713489" y="1886745"/>
                  </a:lnTo>
                  <a:lnTo>
                    <a:pt x="4604816" y="1889127"/>
                  </a:lnTo>
                  <a:lnTo>
                    <a:pt x="4501959" y="1891758"/>
                  </a:lnTo>
                  <a:lnTo>
                    <a:pt x="4405832" y="1894650"/>
                  </a:lnTo>
                  <a:lnTo>
                    <a:pt x="4316766" y="1897824"/>
                  </a:lnTo>
                  <a:lnTo>
                    <a:pt x="4234649" y="1901307"/>
                  </a:lnTo>
                  <a:lnTo>
                    <a:pt x="4159064" y="1905136"/>
                  </a:lnTo>
                  <a:lnTo>
                    <a:pt x="4089398" y="1909351"/>
                  </a:lnTo>
                  <a:lnTo>
                    <a:pt x="4024925" y="1914001"/>
                  </a:lnTo>
                  <a:lnTo>
                    <a:pt x="3964871" y="1919134"/>
                  </a:lnTo>
                  <a:lnTo>
                    <a:pt x="3908460" y="1924795"/>
                  </a:lnTo>
                  <a:lnTo>
                    <a:pt x="3854956" y="1931020"/>
                  </a:lnTo>
                  <a:lnTo>
                    <a:pt x="3820202" y="1935540"/>
                  </a:lnTo>
                  <a:lnTo>
                    <a:pt x="3759212" y="1944405"/>
                  </a:lnTo>
                  <a:lnTo>
                    <a:pt x="3700113" y="1954150"/>
                  </a:lnTo>
                  <a:lnTo>
                    <a:pt x="3642206" y="1964790"/>
                  </a:lnTo>
                  <a:lnTo>
                    <a:pt x="3584978" y="1976310"/>
                  </a:lnTo>
                  <a:lnTo>
                    <a:pt x="3528065" y="1988663"/>
                  </a:lnTo>
                  <a:lnTo>
                    <a:pt x="3471226" y="2001769"/>
                  </a:lnTo>
                  <a:lnTo>
                    <a:pt x="3414326" y="2015513"/>
                  </a:lnTo>
                  <a:lnTo>
                    <a:pt x="3357312" y="2029749"/>
                  </a:lnTo>
                  <a:lnTo>
                    <a:pt x="3300198" y="2044306"/>
                  </a:lnTo>
                  <a:lnTo>
                    <a:pt x="3243036" y="2058997"/>
                  </a:lnTo>
                  <a:lnTo>
                    <a:pt x="3185896" y="2073625"/>
                  </a:lnTo>
                  <a:lnTo>
                    <a:pt x="3128842" y="2087999"/>
                  </a:lnTo>
                  <a:lnTo>
                    <a:pt x="3071902" y="2101941"/>
                  </a:lnTo>
                  <a:lnTo>
                    <a:pt x="3015052" y="2115294"/>
                  </a:lnTo>
                  <a:lnTo>
                    <a:pt x="2958188" y="2127933"/>
                  </a:lnTo>
                  <a:lnTo>
                    <a:pt x="2901110" y="2139764"/>
                  </a:lnTo>
                  <a:lnTo>
                    <a:pt x="2843502" y="2150729"/>
                  </a:lnTo>
                  <a:lnTo>
                    <a:pt x="2784907" y="2160800"/>
                  </a:lnTo>
                  <a:lnTo>
                    <a:pt x="2724702" y="2169983"/>
                  </a:lnTo>
                  <a:lnTo>
                    <a:pt x="2702183" y="2173116"/>
                  </a:lnTo>
                  <a:lnTo>
                    <a:pt x="2650264" y="2179729"/>
                  </a:lnTo>
                  <a:lnTo>
                    <a:pt x="2595889" y="2185767"/>
                  </a:lnTo>
                  <a:lnTo>
                    <a:pt x="2538374" y="2191252"/>
                  </a:lnTo>
                  <a:lnTo>
                    <a:pt x="2476965" y="2196222"/>
                  </a:lnTo>
                  <a:lnTo>
                    <a:pt x="2410883" y="2200725"/>
                  </a:lnTo>
                  <a:lnTo>
                    <a:pt x="2339363" y="2204809"/>
                  </a:lnTo>
                  <a:lnTo>
                    <a:pt x="2261709" y="2208520"/>
                  </a:lnTo>
                  <a:lnTo>
                    <a:pt x="2177360" y="2211899"/>
                  </a:lnTo>
                  <a:lnTo>
                    <a:pt x="2085986" y="2214979"/>
                  </a:lnTo>
                  <a:lnTo>
                    <a:pt x="1987603" y="2217784"/>
                  </a:lnTo>
                  <a:lnTo>
                    <a:pt x="1882716" y="2220333"/>
                  </a:lnTo>
                  <a:lnTo>
                    <a:pt x="1772463" y="2222635"/>
                  </a:lnTo>
                  <a:lnTo>
                    <a:pt x="1658744" y="2224693"/>
                  </a:lnTo>
                  <a:lnTo>
                    <a:pt x="1544270" y="2226504"/>
                  </a:lnTo>
                  <a:lnTo>
                    <a:pt x="1432501" y="2228062"/>
                  </a:lnTo>
                  <a:lnTo>
                    <a:pt x="1327402" y="2229365"/>
                  </a:lnTo>
                  <a:lnTo>
                    <a:pt x="1233014" y="2230412"/>
                  </a:lnTo>
                  <a:lnTo>
                    <a:pt x="1152888" y="2231212"/>
                  </a:lnTo>
                  <a:lnTo>
                    <a:pt x="1089500" y="2231784"/>
                  </a:lnTo>
                  <a:lnTo>
                    <a:pt x="1043773" y="2232160"/>
                  </a:lnTo>
                  <a:lnTo>
                    <a:pt x="1014845" y="2232376"/>
                  </a:lnTo>
                  <a:lnTo>
                    <a:pt x="1000085" y="2232477"/>
                  </a:lnTo>
                  <a:lnTo>
                    <a:pt x="995293" y="2232508"/>
                  </a:lnTo>
                  <a:lnTo>
                    <a:pt x="994940" y="2232510"/>
                  </a:lnTo>
                  <a:lnTo>
                    <a:pt x="0" y="2232510"/>
                  </a:lnTo>
                  <a:close/>
                </a:path>
              </a:pathLst>
            </a:custGeom>
            <a:solidFill>
              <a:srgbClr val="FF704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23" name="pl2022"/>
            <p:cNvSpPr/>
            <p:nvPr/>
          </p:nvSpPr>
          <p:spPr>
            <a:xfrm>
              <a:off x="1199187" y="4029883"/>
              <a:ext cx="12049831" cy="2232510"/>
            </a:xfrm>
            <a:custGeom>
              <a:avLst/>
              <a:pathLst>
                <a:path w="12049831" h="2232510">
                  <a:moveTo>
                    <a:pt x="0" y="2232510"/>
                  </a:moveTo>
                  <a:lnTo>
                    <a:pt x="994940" y="2232510"/>
                  </a:lnTo>
                  <a:lnTo>
                    <a:pt x="996075" y="2232503"/>
                  </a:lnTo>
                  <a:lnTo>
                    <a:pt x="1003568" y="2232454"/>
                  </a:lnTo>
                  <a:lnTo>
                    <a:pt x="1022557" y="2232321"/>
                  </a:lnTo>
                  <a:lnTo>
                    <a:pt x="1056755" y="2232057"/>
                  </a:lnTo>
                  <a:lnTo>
                    <a:pt x="1108234" y="2231621"/>
                  </a:lnTo>
                  <a:lnTo>
                    <a:pt x="1177263" y="2230977"/>
                  </a:lnTo>
                  <a:lnTo>
                    <a:pt x="1262374" y="2230098"/>
                  </a:lnTo>
                  <a:lnTo>
                    <a:pt x="1360680" y="2228969"/>
                  </a:lnTo>
                  <a:lnTo>
                    <a:pt x="1468404" y="2227582"/>
                  </a:lnTo>
                  <a:lnTo>
                    <a:pt x="1581473" y="2225941"/>
                  </a:lnTo>
                  <a:lnTo>
                    <a:pt x="1696048" y="2224049"/>
                  </a:lnTo>
                  <a:lnTo>
                    <a:pt x="1808896" y="2221911"/>
                  </a:lnTo>
                  <a:lnTo>
                    <a:pt x="1917569" y="2219529"/>
                  </a:lnTo>
                  <a:lnTo>
                    <a:pt x="2020426" y="2216898"/>
                  </a:lnTo>
                  <a:lnTo>
                    <a:pt x="2116553" y="2214006"/>
                  </a:lnTo>
                  <a:lnTo>
                    <a:pt x="2205619" y="2210832"/>
                  </a:lnTo>
                  <a:lnTo>
                    <a:pt x="2287736" y="2207349"/>
                  </a:lnTo>
                  <a:lnTo>
                    <a:pt x="2363321" y="2203521"/>
                  </a:lnTo>
                  <a:lnTo>
                    <a:pt x="2432987" y="2199305"/>
                  </a:lnTo>
                  <a:lnTo>
                    <a:pt x="2497460" y="2194655"/>
                  </a:lnTo>
                  <a:lnTo>
                    <a:pt x="2557514" y="2189522"/>
                  </a:lnTo>
                  <a:lnTo>
                    <a:pt x="2613925" y="2183861"/>
                  </a:lnTo>
                  <a:lnTo>
                    <a:pt x="2667429" y="2177636"/>
                  </a:lnTo>
                  <a:lnTo>
                    <a:pt x="2702183" y="2173116"/>
                  </a:lnTo>
                  <a:lnTo>
                    <a:pt x="2763173" y="2164252"/>
                  </a:lnTo>
                  <a:lnTo>
                    <a:pt x="2822272" y="2154506"/>
                  </a:lnTo>
                  <a:lnTo>
                    <a:pt x="2880179" y="2143866"/>
                  </a:lnTo>
                  <a:lnTo>
                    <a:pt x="2937407" y="2132346"/>
                  </a:lnTo>
                  <a:lnTo>
                    <a:pt x="2994320" y="2119993"/>
                  </a:lnTo>
                  <a:lnTo>
                    <a:pt x="3051159" y="2106887"/>
                  </a:lnTo>
                  <a:lnTo>
                    <a:pt x="3108059" y="2093143"/>
                  </a:lnTo>
                  <a:lnTo>
                    <a:pt x="3165073" y="2078907"/>
                  </a:lnTo>
                  <a:lnTo>
                    <a:pt x="3222187" y="2064350"/>
                  </a:lnTo>
                  <a:lnTo>
                    <a:pt x="3279349" y="2049659"/>
                  </a:lnTo>
                  <a:lnTo>
                    <a:pt x="3336489" y="2035031"/>
                  </a:lnTo>
                  <a:lnTo>
                    <a:pt x="3393543" y="2020657"/>
                  </a:lnTo>
                  <a:lnTo>
                    <a:pt x="3450483" y="2006715"/>
                  </a:lnTo>
                  <a:lnTo>
                    <a:pt x="3507333" y="1993362"/>
                  </a:lnTo>
                  <a:lnTo>
                    <a:pt x="3564197" y="1980723"/>
                  </a:lnTo>
                  <a:lnTo>
                    <a:pt x="3621275" y="1968892"/>
                  </a:lnTo>
                  <a:lnTo>
                    <a:pt x="3678883" y="1957927"/>
                  </a:lnTo>
                  <a:lnTo>
                    <a:pt x="3737478" y="1947856"/>
                  </a:lnTo>
                  <a:lnTo>
                    <a:pt x="3797683" y="1938674"/>
                  </a:lnTo>
                  <a:lnTo>
                    <a:pt x="3820202" y="1935540"/>
                  </a:lnTo>
                  <a:lnTo>
                    <a:pt x="3872121" y="1928928"/>
                  </a:lnTo>
                  <a:lnTo>
                    <a:pt x="3926496" y="1922889"/>
                  </a:lnTo>
                  <a:lnTo>
                    <a:pt x="3984011" y="1917405"/>
                  </a:lnTo>
                  <a:lnTo>
                    <a:pt x="4045420" y="1912434"/>
                  </a:lnTo>
                  <a:lnTo>
                    <a:pt x="4111502" y="1907932"/>
                  </a:lnTo>
                  <a:lnTo>
                    <a:pt x="4183022" y="1903847"/>
                  </a:lnTo>
                  <a:lnTo>
                    <a:pt x="4260676" y="1900136"/>
                  </a:lnTo>
                  <a:lnTo>
                    <a:pt x="4345025" y="1896757"/>
                  </a:lnTo>
                  <a:lnTo>
                    <a:pt x="4436399" y="1893678"/>
                  </a:lnTo>
                  <a:lnTo>
                    <a:pt x="4534782" y="1890872"/>
                  </a:lnTo>
                  <a:lnTo>
                    <a:pt x="4639669" y="1888323"/>
                  </a:lnTo>
                  <a:lnTo>
                    <a:pt x="4749921" y="1886021"/>
                  </a:lnTo>
                  <a:lnTo>
                    <a:pt x="4863641" y="1883964"/>
                  </a:lnTo>
                  <a:lnTo>
                    <a:pt x="4978115" y="1882153"/>
                  </a:lnTo>
                  <a:lnTo>
                    <a:pt x="5089884" y="1880594"/>
                  </a:lnTo>
                  <a:lnTo>
                    <a:pt x="5194983" y="1879291"/>
                  </a:lnTo>
                  <a:lnTo>
                    <a:pt x="5289371" y="1878244"/>
                  </a:lnTo>
                  <a:lnTo>
                    <a:pt x="5369497" y="1877445"/>
                  </a:lnTo>
                  <a:lnTo>
                    <a:pt x="5432885" y="1876872"/>
                  </a:lnTo>
                  <a:lnTo>
                    <a:pt x="5478612" y="1876496"/>
                  </a:lnTo>
                  <a:lnTo>
                    <a:pt x="5507540" y="1876280"/>
                  </a:lnTo>
                  <a:lnTo>
                    <a:pt x="5522300" y="1876179"/>
                  </a:lnTo>
                  <a:lnTo>
                    <a:pt x="5527092" y="1876149"/>
                  </a:lnTo>
                  <a:lnTo>
                    <a:pt x="5527445" y="1876147"/>
                  </a:lnTo>
                  <a:lnTo>
                    <a:pt x="6522385" y="1876147"/>
                  </a:lnTo>
                  <a:lnTo>
                    <a:pt x="6523495" y="1876112"/>
                  </a:lnTo>
                  <a:lnTo>
                    <a:pt x="6530818" y="1875863"/>
                  </a:lnTo>
                  <a:lnTo>
                    <a:pt x="6549387" y="1875175"/>
                  </a:lnTo>
                  <a:lnTo>
                    <a:pt x="6582860" y="1873819"/>
                  </a:lnTo>
                  <a:lnTo>
                    <a:pt x="6633304" y="1871578"/>
                  </a:lnTo>
                  <a:lnTo>
                    <a:pt x="6701049" y="1868266"/>
                  </a:lnTo>
                  <a:lnTo>
                    <a:pt x="6784727" y="1863741"/>
                  </a:lnTo>
                  <a:lnTo>
                    <a:pt x="6881579" y="1857921"/>
                  </a:lnTo>
                  <a:lnTo>
                    <a:pt x="6987952" y="1850770"/>
                  </a:lnTo>
                  <a:lnTo>
                    <a:pt x="7099867" y="1842295"/>
                  </a:lnTo>
                  <a:lnTo>
                    <a:pt x="7213545" y="1832521"/>
                  </a:lnTo>
                  <a:lnTo>
                    <a:pt x="7325770" y="1821473"/>
                  </a:lnTo>
                  <a:lnTo>
                    <a:pt x="7434079" y="1809159"/>
                  </a:lnTo>
                  <a:lnTo>
                    <a:pt x="7536795" y="1795558"/>
                  </a:lnTo>
                  <a:lnTo>
                    <a:pt x="7632954" y="1780612"/>
                  </a:lnTo>
                  <a:lnTo>
                    <a:pt x="7722176" y="1764223"/>
                  </a:lnTo>
                  <a:lnTo>
                    <a:pt x="7804524" y="1746251"/>
                  </a:lnTo>
                  <a:lnTo>
                    <a:pt x="7880375" y="1726518"/>
                  </a:lnTo>
                  <a:lnTo>
                    <a:pt x="7950306" y="1704811"/>
                  </a:lnTo>
                  <a:lnTo>
                    <a:pt x="8015014" y="1680891"/>
                  </a:lnTo>
                  <a:lnTo>
                    <a:pt x="8075251" y="1654509"/>
                  </a:lnTo>
                  <a:lnTo>
                    <a:pt x="8131777" y="1625424"/>
                  </a:lnTo>
                  <a:lnTo>
                    <a:pt x="8185320" y="1593445"/>
                  </a:lnTo>
                  <a:lnTo>
                    <a:pt x="8229629" y="1563455"/>
                  </a:lnTo>
                  <a:lnTo>
                    <a:pt x="8280130" y="1525265"/>
                  </a:lnTo>
                  <a:lnTo>
                    <a:pt x="8329249" y="1483930"/>
                  </a:lnTo>
                  <a:lnTo>
                    <a:pt x="8377410" y="1439390"/>
                  </a:lnTo>
                  <a:lnTo>
                    <a:pt x="8424941" y="1391648"/>
                  </a:lnTo>
                  <a:lnTo>
                    <a:pt x="8472097" y="1340786"/>
                  </a:lnTo>
                  <a:lnTo>
                    <a:pt x="8519066" y="1286961"/>
                  </a:lnTo>
                  <a:lnTo>
                    <a:pt x="8565980" y="1230417"/>
                  </a:lnTo>
                  <a:lnTo>
                    <a:pt x="8612923" y="1171481"/>
                  </a:lnTo>
                  <a:lnTo>
                    <a:pt x="8659936" y="1110557"/>
                  </a:lnTo>
                  <a:lnTo>
                    <a:pt x="8707028" y="1048118"/>
                  </a:lnTo>
                  <a:lnTo>
                    <a:pt x="8754182" y="984692"/>
                  </a:lnTo>
                  <a:lnTo>
                    <a:pt x="8801366" y="920842"/>
                  </a:lnTo>
                  <a:lnTo>
                    <a:pt x="8848538" y="857149"/>
                  </a:lnTo>
                  <a:lnTo>
                    <a:pt x="8895662" y="794187"/>
                  </a:lnTo>
                  <a:lnTo>
                    <a:pt x="8942712" y="732503"/>
                  </a:lnTo>
                  <a:lnTo>
                    <a:pt x="8989684" y="672597"/>
                  </a:lnTo>
                  <a:lnTo>
                    <a:pt x="9036604" y="614906"/>
                  </a:lnTo>
                  <a:lnTo>
                    <a:pt x="9083534" y="559794"/>
                  </a:lnTo>
                  <a:lnTo>
                    <a:pt x="9130584" y="507542"/>
                  </a:lnTo>
                  <a:lnTo>
                    <a:pt x="9177915" y="458349"/>
                  </a:lnTo>
                  <a:lnTo>
                    <a:pt x="9225750" y="412329"/>
                  </a:lnTo>
                  <a:lnTo>
                    <a:pt x="9274381" y="369522"/>
                  </a:lnTo>
                  <a:lnTo>
                    <a:pt x="9324187" y="329895"/>
                  </a:lnTo>
                  <a:lnTo>
                    <a:pt x="9347647" y="312691"/>
                  </a:lnTo>
                  <a:lnTo>
                    <a:pt x="9399147" y="278140"/>
                  </a:lnTo>
                  <a:lnTo>
                    <a:pt x="9453058" y="246566"/>
                  </a:lnTo>
                  <a:lnTo>
                    <a:pt x="9510049" y="217864"/>
                  </a:lnTo>
                  <a:lnTo>
                    <a:pt x="9570854" y="191834"/>
                  </a:lnTo>
                  <a:lnTo>
                    <a:pt x="9636234" y="168233"/>
                  </a:lnTo>
                  <a:lnTo>
                    <a:pt x="9706938" y="146810"/>
                  </a:lnTo>
                  <a:lnTo>
                    <a:pt x="9783649" y="127330"/>
                  </a:lnTo>
                  <a:lnTo>
                    <a:pt x="9866924" y="109585"/>
                  </a:lnTo>
                  <a:lnTo>
                    <a:pt x="9957102" y="93401"/>
                  </a:lnTo>
                  <a:lnTo>
                    <a:pt x="10054194" y="78645"/>
                  </a:lnTo>
                  <a:lnTo>
                    <a:pt x="10157748" y="65223"/>
                  </a:lnTo>
                  <a:lnTo>
                    <a:pt x="10266711" y="53083"/>
                  </a:lnTo>
                  <a:lnTo>
                    <a:pt x="10379299" y="42209"/>
                  </a:lnTo>
                  <a:lnTo>
                    <a:pt x="10492941" y="32611"/>
                  </a:lnTo>
                  <a:lnTo>
                    <a:pt x="10604328" y="24317"/>
                  </a:lnTo>
                  <a:lnTo>
                    <a:pt x="10709629" y="17349"/>
                  </a:lnTo>
                  <a:lnTo>
                    <a:pt x="10804877" y="11709"/>
                  </a:lnTo>
                  <a:lnTo>
                    <a:pt x="10886507" y="7357"/>
                  </a:lnTo>
                  <a:lnTo>
                    <a:pt x="10951924" y="4201"/>
                  </a:lnTo>
                  <a:lnTo>
                    <a:pt x="10999982" y="2093"/>
                  </a:lnTo>
                  <a:lnTo>
                    <a:pt x="11031251" y="842"/>
                  </a:lnTo>
                  <a:lnTo>
                    <a:pt x="11048029" y="228"/>
                  </a:lnTo>
                  <a:lnTo>
                    <a:pt x="11054173" y="2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4" name="pl2023"/>
            <p:cNvSpPr/>
            <p:nvPr/>
          </p:nvSpPr>
          <p:spPr>
            <a:xfrm>
              <a:off x="1199187" y="4024642"/>
              <a:ext cx="12049831" cy="2232510"/>
            </a:xfrm>
            <a:custGeom>
              <a:avLst/>
              <a:pathLst>
                <a:path w="12049831" h="2232510">
                  <a:moveTo>
                    <a:pt x="12049831" y="0"/>
                  </a:moveTo>
                  <a:lnTo>
                    <a:pt x="11054891" y="0"/>
                  </a:lnTo>
                  <a:lnTo>
                    <a:pt x="11053782" y="34"/>
                  </a:lnTo>
                  <a:lnTo>
                    <a:pt x="11046459" y="283"/>
                  </a:lnTo>
                  <a:lnTo>
                    <a:pt x="11027890" y="971"/>
                  </a:lnTo>
                  <a:lnTo>
                    <a:pt x="10994417" y="2327"/>
                  </a:lnTo>
                  <a:lnTo>
                    <a:pt x="10943972" y="4568"/>
                  </a:lnTo>
                  <a:lnTo>
                    <a:pt x="10876228" y="7880"/>
                  </a:lnTo>
                  <a:lnTo>
                    <a:pt x="10792550" y="12405"/>
                  </a:lnTo>
                  <a:lnTo>
                    <a:pt x="10695697" y="18225"/>
                  </a:lnTo>
                  <a:lnTo>
                    <a:pt x="10589325" y="25376"/>
                  </a:lnTo>
                  <a:lnTo>
                    <a:pt x="10477410" y="33851"/>
                  </a:lnTo>
                  <a:lnTo>
                    <a:pt x="10363731" y="43625"/>
                  </a:lnTo>
                  <a:lnTo>
                    <a:pt x="10251506" y="54673"/>
                  </a:lnTo>
                  <a:lnTo>
                    <a:pt x="10143197" y="66987"/>
                  </a:lnTo>
                  <a:lnTo>
                    <a:pt x="10040481" y="80588"/>
                  </a:lnTo>
                  <a:lnTo>
                    <a:pt x="9944323" y="95534"/>
                  </a:lnTo>
                  <a:lnTo>
                    <a:pt x="9855101" y="111923"/>
                  </a:lnTo>
                  <a:lnTo>
                    <a:pt x="9772752" y="129895"/>
                  </a:lnTo>
                  <a:lnTo>
                    <a:pt x="9696901" y="149628"/>
                  </a:lnTo>
                  <a:lnTo>
                    <a:pt x="9626970" y="171335"/>
                  </a:lnTo>
                  <a:lnTo>
                    <a:pt x="9562262" y="195255"/>
                  </a:lnTo>
                  <a:lnTo>
                    <a:pt x="9502025" y="221637"/>
                  </a:lnTo>
                  <a:lnTo>
                    <a:pt x="9445499" y="250722"/>
                  </a:lnTo>
                  <a:lnTo>
                    <a:pt x="9391957" y="282701"/>
                  </a:lnTo>
                  <a:lnTo>
                    <a:pt x="9347647" y="312691"/>
                  </a:lnTo>
                  <a:lnTo>
                    <a:pt x="9297147" y="350881"/>
                  </a:lnTo>
                  <a:lnTo>
                    <a:pt x="9248027" y="392216"/>
                  </a:lnTo>
                  <a:lnTo>
                    <a:pt x="9199867" y="436756"/>
                  </a:lnTo>
                  <a:lnTo>
                    <a:pt x="9152336" y="484498"/>
                  </a:lnTo>
                  <a:lnTo>
                    <a:pt x="9105180" y="535360"/>
                  </a:lnTo>
                  <a:lnTo>
                    <a:pt x="9058211" y="589185"/>
                  </a:lnTo>
                  <a:lnTo>
                    <a:pt x="9011296" y="645729"/>
                  </a:lnTo>
                  <a:lnTo>
                    <a:pt x="8964354" y="704665"/>
                  </a:lnTo>
                  <a:lnTo>
                    <a:pt x="8917341" y="765589"/>
                  </a:lnTo>
                  <a:lnTo>
                    <a:pt x="8870249" y="828028"/>
                  </a:lnTo>
                  <a:lnTo>
                    <a:pt x="8823094" y="891454"/>
                  </a:lnTo>
                  <a:lnTo>
                    <a:pt x="8775911" y="955304"/>
                  </a:lnTo>
                  <a:lnTo>
                    <a:pt x="8728738" y="1018997"/>
                  </a:lnTo>
                  <a:lnTo>
                    <a:pt x="8681614" y="1081959"/>
                  </a:lnTo>
                  <a:lnTo>
                    <a:pt x="8634564" y="1143643"/>
                  </a:lnTo>
                  <a:lnTo>
                    <a:pt x="8587592" y="1203549"/>
                  </a:lnTo>
                  <a:lnTo>
                    <a:pt x="8540673" y="1261240"/>
                  </a:lnTo>
                  <a:lnTo>
                    <a:pt x="8493742" y="1316352"/>
                  </a:lnTo>
                  <a:lnTo>
                    <a:pt x="8446692" y="1368604"/>
                  </a:lnTo>
                  <a:lnTo>
                    <a:pt x="8399361" y="1417797"/>
                  </a:lnTo>
                  <a:lnTo>
                    <a:pt x="8351527" y="1463817"/>
                  </a:lnTo>
                  <a:lnTo>
                    <a:pt x="8302895" y="1506624"/>
                  </a:lnTo>
                  <a:lnTo>
                    <a:pt x="8253090" y="1546251"/>
                  </a:lnTo>
                  <a:lnTo>
                    <a:pt x="8229629" y="1563455"/>
                  </a:lnTo>
                  <a:lnTo>
                    <a:pt x="8178129" y="1598006"/>
                  </a:lnTo>
                  <a:lnTo>
                    <a:pt x="8124218" y="1629580"/>
                  </a:lnTo>
                  <a:lnTo>
                    <a:pt x="8067228" y="1658282"/>
                  </a:lnTo>
                  <a:lnTo>
                    <a:pt x="8006423" y="1684312"/>
                  </a:lnTo>
                  <a:lnTo>
                    <a:pt x="7941042" y="1707913"/>
                  </a:lnTo>
                  <a:lnTo>
                    <a:pt x="7870339" y="1729336"/>
                  </a:lnTo>
                  <a:lnTo>
                    <a:pt x="7793628" y="1748816"/>
                  </a:lnTo>
                  <a:lnTo>
                    <a:pt x="7710353" y="1766561"/>
                  </a:lnTo>
                  <a:lnTo>
                    <a:pt x="7620175" y="1782745"/>
                  </a:lnTo>
                  <a:lnTo>
                    <a:pt x="7523083" y="1797501"/>
                  </a:lnTo>
                  <a:lnTo>
                    <a:pt x="7419528" y="1810923"/>
                  </a:lnTo>
                  <a:lnTo>
                    <a:pt x="7310566" y="1823063"/>
                  </a:lnTo>
                  <a:lnTo>
                    <a:pt x="7197978" y="1833937"/>
                  </a:lnTo>
                  <a:lnTo>
                    <a:pt x="7084336" y="1843535"/>
                  </a:lnTo>
                  <a:lnTo>
                    <a:pt x="6972948" y="1851829"/>
                  </a:lnTo>
                  <a:lnTo>
                    <a:pt x="6867647" y="1858797"/>
                  </a:lnTo>
                  <a:lnTo>
                    <a:pt x="6772399" y="1864437"/>
                  </a:lnTo>
                  <a:lnTo>
                    <a:pt x="6690769" y="1868789"/>
                  </a:lnTo>
                  <a:lnTo>
                    <a:pt x="6625353" y="1871945"/>
                  </a:lnTo>
                  <a:lnTo>
                    <a:pt x="6577294" y="1874053"/>
                  </a:lnTo>
                  <a:lnTo>
                    <a:pt x="6546025" y="1875304"/>
                  </a:lnTo>
                  <a:lnTo>
                    <a:pt x="6529247" y="1875918"/>
                  </a:lnTo>
                  <a:lnTo>
                    <a:pt x="6523103" y="1876124"/>
                  </a:lnTo>
                  <a:lnTo>
                    <a:pt x="6522385" y="1876147"/>
                  </a:lnTo>
                  <a:lnTo>
                    <a:pt x="5527445" y="1876147"/>
                  </a:lnTo>
                  <a:lnTo>
                    <a:pt x="5526310" y="1876153"/>
                  </a:lnTo>
                  <a:lnTo>
                    <a:pt x="5518817" y="1876202"/>
                  </a:lnTo>
                  <a:lnTo>
                    <a:pt x="5499828" y="1876336"/>
                  </a:lnTo>
                  <a:lnTo>
                    <a:pt x="5465630" y="1876599"/>
                  </a:lnTo>
                  <a:lnTo>
                    <a:pt x="5414151" y="1877035"/>
                  </a:lnTo>
                  <a:lnTo>
                    <a:pt x="5345122" y="1877679"/>
                  </a:lnTo>
                  <a:lnTo>
                    <a:pt x="5260011" y="1878558"/>
                  </a:lnTo>
                  <a:lnTo>
                    <a:pt x="5161705" y="1879688"/>
                  </a:lnTo>
                  <a:lnTo>
                    <a:pt x="5053981" y="1881074"/>
                  </a:lnTo>
                  <a:lnTo>
                    <a:pt x="4940912" y="1882716"/>
                  </a:lnTo>
                  <a:lnTo>
                    <a:pt x="4826337" y="1884607"/>
                  </a:lnTo>
                  <a:lnTo>
                    <a:pt x="4713489" y="1886745"/>
                  </a:lnTo>
                  <a:lnTo>
                    <a:pt x="4604816" y="1889127"/>
                  </a:lnTo>
                  <a:lnTo>
                    <a:pt x="4501959" y="1891758"/>
                  </a:lnTo>
                  <a:lnTo>
                    <a:pt x="4405832" y="1894650"/>
                  </a:lnTo>
                  <a:lnTo>
                    <a:pt x="4316766" y="1897824"/>
                  </a:lnTo>
                  <a:lnTo>
                    <a:pt x="4234649" y="1901307"/>
                  </a:lnTo>
                  <a:lnTo>
                    <a:pt x="4159064" y="1905136"/>
                  </a:lnTo>
                  <a:lnTo>
                    <a:pt x="4089398" y="1909351"/>
                  </a:lnTo>
                  <a:lnTo>
                    <a:pt x="4024925" y="1914001"/>
                  </a:lnTo>
                  <a:lnTo>
                    <a:pt x="3964871" y="1919134"/>
                  </a:lnTo>
                  <a:lnTo>
                    <a:pt x="3908460" y="1924795"/>
                  </a:lnTo>
                  <a:lnTo>
                    <a:pt x="3854956" y="1931020"/>
                  </a:lnTo>
                  <a:lnTo>
                    <a:pt x="3820202" y="1935540"/>
                  </a:lnTo>
                  <a:lnTo>
                    <a:pt x="3759212" y="1944405"/>
                  </a:lnTo>
                  <a:lnTo>
                    <a:pt x="3700113" y="1954150"/>
                  </a:lnTo>
                  <a:lnTo>
                    <a:pt x="3642206" y="1964790"/>
                  </a:lnTo>
                  <a:lnTo>
                    <a:pt x="3584978" y="1976310"/>
                  </a:lnTo>
                  <a:lnTo>
                    <a:pt x="3528065" y="1988663"/>
                  </a:lnTo>
                  <a:lnTo>
                    <a:pt x="3471226" y="2001769"/>
                  </a:lnTo>
                  <a:lnTo>
                    <a:pt x="3414326" y="2015513"/>
                  </a:lnTo>
                  <a:lnTo>
                    <a:pt x="3357312" y="2029749"/>
                  </a:lnTo>
                  <a:lnTo>
                    <a:pt x="3300198" y="2044306"/>
                  </a:lnTo>
                  <a:lnTo>
                    <a:pt x="3243036" y="2058997"/>
                  </a:lnTo>
                  <a:lnTo>
                    <a:pt x="3185896" y="2073625"/>
                  </a:lnTo>
                  <a:lnTo>
                    <a:pt x="3128842" y="2087999"/>
                  </a:lnTo>
                  <a:lnTo>
                    <a:pt x="3071902" y="2101941"/>
                  </a:lnTo>
                  <a:lnTo>
                    <a:pt x="3015052" y="2115294"/>
                  </a:lnTo>
                  <a:lnTo>
                    <a:pt x="2958188" y="2127933"/>
                  </a:lnTo>
                  <a:lnTo>
                    <a:pt x="2901110" y="2139764"/>
                  </a:lnTo>
                  <a:lnTo>
                    <a:pt x="2843502" y="2150729"/>
                  </a:lnTo>
                  <a:lnTo>
                    <a:pt x="2784907" y="2160800"/>
                  </a:lnTo>
                  <a:lnTo>
                    <a:pt x="2724702" y="2169983"/>
                  </a:lnTo>
                  <a:lnTo>
                    <a:pt x="2702183" y="2173116"/>
                  </a:lnTo>
                  <a:lnTo>
                    <a:pt x="2650264" y="2179729"/>
                  </a:lnTo>
                  <a:lnTo>
                    <a:pt x="2595889" y="2185767"/>
                  </a:lnTo>
                  <a:lnTo>
                    <a:pt x="2538374" y="2191252"/>
                  </a:lnTo>
                  <a:lnTo>
                    <a:pt x="2476965" y="2196222"/>
                  </a:lnTo>
                  <a:lnTo>
                    <a:pt x="2410883" y="2200725"/>
                  </a:lnTo>
                  <a:lnTo>
                    <a:pt x="2339363" y="2204809"/>
                  </a:lnTo>
                  <a:lnTo>
                    <a:pt x="2261709" y="2208520"/>
                  </a:lnTo>
                  <a:lnTo>
                    <a:pt x="2177360" y="2211899"/>
                  </a:lnTo>
                  <a:lnTo>
                    <a:pt x="2085986" y="2214979"/>
                  </a:lnTo>
                  <a:lnTo>
                    <a:pt x="1987603" y="2217784"/>
                  </a:lnTo>
                  <a:lnTo>
                    <a:pt x="1882716" y="2220333"/>
                  </a:lnTo>
                  <a:lnTo>
                    <a:pt x="1772463" y="2222635"/>
                  </a:lnTo>
                  <a:lnTo>
                    <a:pt x="1658744" y="2224693"/>
                  </a:lnTo>
                  <a:lnTo>
                    <a:pt x="1544270" y="2226504"/>
                  </a:lnTo>
                  <a:lnTo>
                    <a:pt x="1432501" y="2228062"/>
                  </a:lnTo>
                  <a:lnTo>
                    <a:pt x="1327402" y="2229365"/>
                  </a:lnTo>
                  <a:lnTo>
                    <a:pt x="1233014" y="2230412"/>
                  </a:lnTo>
                  <a:lnTo>
                    <a:pt x="1152888" y="2231212"/>
                  </a:lnTo>
                  <a:lnTo>
                    <a:pt x="1089500" y="2231784"/>
                  </a:lnTo>
                  <a:lnTo>
                    <a:pt x="1043773" y="2232160"/>
                  </a:lnTo>
                  <a:lnTo>
                    <a:pt x="1014845" y="2232376"/>
                  </a:lnTo>
                  <a:lnTo>
                    <a:pt x="1000085" y="2232477"/>
                  </a:lnTo>
                  <a:lnTo>
                    <a:pt x="995293" y="2232508"/>
                  </a:lnTo>
                  <a:lnTo>
                    <a:pt x="994940" y="2232510"/>
                  </a:lnTo>
                  <a:lnTo>
                    <a:pt x="0" y="2232510"/>
                  </a:lnTo>
                  <a:lnTo>
                    <a:pt x="0" y="22325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5" name="pg2024"/>
            <p:cNvSpPr/>
            <p:nvPr/>
          </p:nvSpPr>
          <p:spPr>
            <a:xfrm>
              <a:off x="1199187" y="1325715"/>
              <a:ext cx="12049831" cy="4915714"/>
            </a:xfrm>
            <a:custGeom>
              <a:avLst/>
              <a:pathLst>
                <a:path w="12049831" h="4915714">
                  <a:moveTo>
                    <a:pt x="0" y="4915714"/>
                  </a:moveTo>
                  <a:lnTo>
                    <a:pt x="994940" y="4915714"/>
                  </a:lnTo>
                  <a:lnTo>
                    <a:pt x="996054" y="4915683"/>
                  </a:lnTo>
                  <a:lnTo>
                    <a:pt x="1003414" y="4915461"/>
                  </a:lnTo>
                  <a:lnTo>
                    <a:pt x="1022073" y="4914847"/>
                  </a:lnTo>
                  <a:lnTo>
                    <a:pt x="1055702" y="4913636"/>
                  </a:lnTo>
                  <a:lnTo>
                    <a:pt x="1106368" y="4911636"/>
                  </a:lnTo>
                  <a:lnTo>
                    <a:pt x="1174388" y="4908678"/>
                  </a:lnTo>
                  <a:lnTo>
                    <a:pt x="1258375" y="4904640"/>
                  </a:lnTo>
                  <a:lnTo>
                    <a:pt x="1355541" y="4899445"/>
                  </a:lnTo>
                  <a:lnTo>
                    <a:pt x="1462206" y="4893066"/>
                  </a:lnTo>
                  <a:lnTo>
                    <a:pt x="1574371" y="4885506"/>
                  </a:lnTo>
                  <a:lnTo>
                    <a:pt x="1688244" y="4876788"/>
                  </a:lnTo>
                  <a:lnTo>
                    <a:pt x="1800606" y="4866935"/>
                  </a:lnTo>
                  <a:lnTo>
                    <a:pt x="1908995" y="4855954"/>
                  </a:lnTo>
                  <a:lnTo>
                    <a:pt x="2011743" y="4843825"/>
                  </a:lnTo>
                  <a:lnTo>
                    <a:pt x="2107897" y="4830495"/>
                  </a:lnTo>
                  <a:lnTo>
                    <a:pt x="2197086" y="4815877"/>
                  </a:lnTo>
                  <a:lnTo>
                    <a:pt x="2279385" y="4799843"/>
                  </a:lnTo>
                  <a:lnTo>
                    <a:pt x="2355179" y="4782235"/>
                  </a:lnTo>
                  <a:lnTo>
                    <a:pt x="2425053" y="4762861"/>
                  </a:lnTo>
                  <a:lnTo>
                    <a:pt x="2489710" y="4741507"/>
                  </a:lnTo>
                  <a:lnTo>
                    <a:pt x="2549907" y="4717951"/>
                  </a:lnTo>
                  <a:lnTo>
                    <a:pt x="2606407" y="4691979"/>
                  </a:lnTo>
                  <a:lnTo>
                    <a:pt x="2659940" y="4663422"/>
                  </a:lnTo>
                  <a:lnTo>
                    <a:pt x="2702183" y="4637961"/>
                  </a:lnTo>
                  <a:lnTo>
                    <a:pt x="2754259" y="4602918"/>
                  </a:lnTo>
                  <a:lnTo>
                    <a:pt x="2804879" y="4564899"/>
                  </a:lnTo>
                  <a:lnTo>
                    <a:pt x="2854503" y="4523849"/>
                  </a:lnTo>
                  <a:lnTo>
                    <a:pt x="2903487" y="4479777"/>
                  </a:lnTo>
                  <a:lnTo>
                    <a:pt x="2952099" y="4432768"/>
                  </a:lnTo>
                  <a:lnTo>
                    <a:pt x="3000538" y="4382991"/>
                  </a:lnTo>
                  <a:lnTo>
                    <a:pt x="3048939" y="4330697"/>
                  </a:lnTo>
                  <a:lnTo>
                    <a:pt x="3097383" y="4276220"/>
                  </a:lnTo>
                  <a:lnTo>
                    <a:pt x="3145908" y="4219971"/>
                  </a:lnTo>
                  <a:lnTo>
                    <a:pt x="3194514" y="4162428"/>
                  </a:lnTo>
                  <a:lnTo>
                    <a:pt x="3243176" y="4104117"/>
                  </a:lnTo>
                  <a:lnTo>
                    <a:pt x="3291855" y="4045597"/>
                  </a:lnTo>
                  <a:lnTo>
                    <a:pt x="3340506" y="3987434"/>
                  </a:lnTo>
                  <a:lnTo>
                    <a:pt x="3389092" y="3930178"/>
                  </a:lnTo>
                  <a:lnTo>
                    <a:pt x="3437594" y="3874346"/>
                  </a:lnTo>
                  <a:lnTo>
                    <a:pt x="3486022" y="3820399"/>
                  </a:lnTo>
                  <a:lnTo>
                    <a:pt x="3534423" y="3768730"/>
                  </a:lnTo>
                  <a:lnTo>
                    <a:pt x="3582892" y="3719651"/>
                  </a:lnTo>
                  <a:lnTo>
                    <a:pt x="3631579" y="3673393"/>
                  </a:lnTo>
                  <a:lnTo>
                    <a:pt x="3680699" y="3630101"/>
                  </a:lnTo>
                  <a:lnTo>
                    <a:pt x="3730545" y="3589840"/>
                  </a:lnTo>
                  <a:lnTo>
                    <a:pt x="3781495" y="3552603"/>
                  </a:lnTo>
                  <a:lnTo>
                    <a:pt x="3820202" y="3526946"/>
                  </a:lnTo>
                  <a:lnTo>
                    <a:pt x="3871792" y="3496205"/>
                  </a:lnTo>
                  <a:lnTo>
                    <a:pt x="3925803" y="3468118"/>
                  </a:lnTo>
                  <a:lnTo>
                    <a:pt x="3982906" y="3442590"/>
                  </a:lnTo>
                  <a:lnTo>
                    <a:pt x="4043841" y="3419442"/>
                  </a:lnTo>
                  <a:lnTo>
                    <a:pt x="4109372" y="3398458"/>
                  </a:lnTo>
                  <a:lnTo>
                    <a:pt x="4180251" y="3379413"/>
                  </a:lnTo>
                  <a:lnTo>
                    <a:pt x="4257165" y="3362098"/>
                  </a:lnTo>
                  <a:lnTo>
                    <a:pt x="4340671" y="3346327"/>
                  </a:lnTo>
                  <a:lnTo>
                    <a:pt x="4431106" y="3331946"/>
                  </a:lnTo>
                  <a:lnTo>
                    <a:pt x="4528476" y="3318836"/>
                  </a:lnTo>
                  <a:lnTo>
                    <a:pt x="4632317" y="3306914"/>
                  </a:lnTo>
                  <a:lnTo>
                    <a:pt x="4741559" y="3296135"/>
                  </a:lnTo>
                  <a:lnTo>
                    <a:pt x="4854392" y="3286483"/>
                  </a:lnTo>
                  <a:lnTo>
                    <a:pt x="4968217" y="3277970"/>
                  </a:lnTo>
                  <a:lnTo>
                    <a:pt x="5079692" y="3270618"/>
                  </a:lnTo>
                  <a:lnTo>
                    <a:pt x="5184956" y="3264450"/>
                  </a:lnTo>
                  <a:lnTo>
                    <a:pt x="5280026" y="3259465"/>
                  </a:lnTo>
                  <a:lnTo>
                    <a:pt x="5361339" y="3255626"/>
                  </a:lnTo>
                  <a:lnTo>
                    <a:pt x="5426324" y="3252849"/>
                  </a:lnTo>
                  <a:lnTo>
                    <a:pt x="5473882" y="3251003"/>
                  </a:lnTo>
                  <a:lnTo>
                    <a:pt x="5504644" y="3249913"/>
                  </a:lnTo>
                  <a:lnTo>
                    <a:pt x="5520980" y="3249384"/>
                  </a:lnTo>
                  <a:lnTo>
                    <a:pt x="5526821" y="3249210"/>
                  </a:lnTo>
                  <a:lnTo>
                    <a:pt x="5527445" y="3249193"/>
                  </a:lnTo>
                  <a:lnTo>
                    <a:pt x="6522385" y="3249193"/>
                  </a:lnTo>
                  <a:lnTo>
                    <a:pt x="6523445" y="3249135"/>
                  </a:lnTo>
                  <a:lnTo>
                    <a:pt x="6530444" y="3248724"/>
                  </a:lnTo>
                  <a:lnTo>
                    <a:pt x="6548214" y="3247591"/>
                  </a:lnTo>
                  <a:lnTo>
                    <a:pt x="6580300" y="3245355"/>
                  </a:lnTo>
                  <a:lnTo>
                    <a:pt x="6628763" y="3241658"/>
                  </a:lnTo>
                  <a:lnTo>
                    <a:pt x="6694034" y="3236185"/>
                  </a:lnTo>
                  <a:lnTo>
                    <a:pt x="6774937" y="3228700"/>
                  </a:lnTo>
                  <a:lnTo>
                    <a:pt x="6868955" y="3219053"/>
                  </a:lnTo>
                  <a:lnTo>
                    <a:pt x="6972667" y="3207181"/>
                  </a:lnTo>
                  <a:lnTo>
                    <a:pt x="7082289" y="3193085"/>
                  </a:lnTo>
                  <a:lnTo>
                    <a:pt x="7194158" y="3176805"/>
                  </a:lnTo>
                  <a:lnTo>
                    <a:pt x="7305100" y="3158383"/>
                  </a:lnTo>
                  <a:lnTo>
                    <a:pt x="7412630" y="3137841"/>
                  </a:lnTo>
                  <a:lnTo>
                    <a:pt x="7515007" y="3115155"/>
                  </a:lnTo>
                  <a:lnTo>
                    <a:pt x="7611178" y="3090242"/>
                  </a:lnTo>
                  <a:lnTo>
                    <a:pt x="7700666" y="3062955"/>
                  </a:lnTo>
                  <a:lnTo>
                    <a:pt x="7783445" y="3033080"/>
                  </a:lnTo>
                  <a:lnTo>
                    <a:pt x="7859806" y="3000338"/>
                  </a:lnTo>
                  <a:lnTo>
                    <a:pt x="7930257" y="2964393"/>
                  </a:lnTo>
                  <a:lnTo>
                    <a:pt x="7995440" y="2924862"/>
                  </a:lnTo>
                  <a:lnTo>
                    <a:pt x="8056060" y="2881334"/>
                  </a:lnTo>
                  <a:lnTo>
                    <a:pt x="8112845" y="2833403"/>
                  </a:lnTo>
                  <a:lnTo>
                    <a:pt x="8166503" y="2780718"/>
                  </a:lnTo>
                  <a:lnTo>
                    <a:pt x="8217690" y="2723061"/>
                  </a:lnTo>
                  <a:lnTo>
                    <a:pt x="8229629" y="2708534"/>
                  </a:lnTo>
                  <a:lnTo>
                    <a:pt x="8271661" y="2654098"/>
                  </a:lnTo>
                  <a:lnTo>
                    <a:pt x="8312686" y="2595933"/>
                  </a:lnTo>
                  <a:lnTo>
                    <a:pt x="8352962" y="2533964"/>
                  </a:lnTo>
                  <a:lnTo>
                    <a:pt x="8392696" y="2468164"/>
                  </a:lnTo>
                  <a:lnTo>
                    <a:pt x="8432060" y="2398569"/>
                  </a:lnTo>
                  <a:lnTo>
                    <a:pt x="8471188" y="2325275"/>
                  </a:lnTo>
                  <a:lnTo>
                    <a:pt x="8510187" y="2248444"/>
                  </a:lnTo>
                  <a:lnTo>
                    <a:pt x="8549134" y="2168310"/>
                  </a:lnTo>
                  <a:lnTo>
                    <a:pt x="8588084" y="2085171"/>
                  </a:lnTo>
                  <a:lnTo>
                    <a:pt x="8627072" y="1999395"/>
                  </a:lnTo>
                  <a:lnTo>
                    <a:pt x="8666112" y="1911411"/>
                  </a:lnTo>
                  <a:lnTo>
                    <a:pt x="8705207" y="1821699"/>
                  </a:lnTo>
                  <a:lnTo>
                    <a:pt x="8744346" y="1730784"/>
                  </a:lnTo>
                  <a:lnTo>
                    <a:pt x="8783510" y="1639222"/>
                  </a:lnTo>
                  <a:lnTo>
                    <a:pt x="8822678" y="1547584"/>
                  </a:lnTo>
                  <a:lnTo>
                    <a:pt x="8861825" y="1456445"/>
                  </a:lnTo>
                  <a:lnTo>
                    <a:pt x="8900933" y="1366366"/>
                  </a:lnTo>
                  <a:lnTo>
                    <a:pt x="8939988" y="1277881"/>
                  </a:lnTo>
                  <a:lnTo>
                    <a:pt x="8978988" y="1191483"/>
                  </a:lnTo>
                  <a:lnTo>
                    <a:pt x="9017946" y="1107616"/>
                  </a:lnTo>
                  <a:lnTo>
                    <a:pt x="9056890" y="1026662"/>
                  </a:lnTo>
                  <a:lnTo>
                    <a:pt x="9095868" y="948941"/>
                  </a:lnTo>
                  <a:lnTo>
                    <a:pt x="9134953" y="874703"/>
                  </a:lnTo>
                  <a:lnTo>
                    <a:pt x="9174244" y="804127"/>
                  </a:lnTo>
                  <a:lnTo>
                    <a:pt x="9213866" y="737328"/>
                  </a:lnTo>
                  <a:lnTo>
                    <a:pt x="9253981" y="674356"/>
                  </a:lnTo>
                  <a:lnTo>
                    <a:pt x="9294788" y="615200"/>
                  </a:lnTo>
                  <a:lnTo>
                    <a:pt x="9336528" y="559798"/>
                  </a:lnTo>
                  <a:lnTo>
                    <a:pt x="9347647" y="545899"/>
                  </a:lnTo>
                  <a:lnTo>
                    <a:pt x="9398331" y="487047"/>
                  </a:lnTo>
                  <a:lnTo>
                    <a:pt x="9451342" y="433185"/>
                  </a:lnTo>
                  <a:lnTo>
                    <a:pt x="9507316" y="384145"/>
                  </a:lnTo>
                  <a:lnTo>
                    <a:pt x="9566953" y="339600"/>
                  </a:lnTo>
                  <a:lnTo>
                    <a:pt x="9630978" y="299151"/>
                  </a:lnTo>
                  <a:lnTo>
                    <a:pt x="9700109" y="262385"/>
                  </a:lnTo>
                  <a:lnTo>
                    <a:pt x="9775004" y="228910"/>
                  </a:lnTo>
                  <a:lnTo>
                    <a:pt x="9856211" y="198377"/>
                  </a:lnTo>
                  <a:lnTo>
                    <a:pt x="9944084" y="170493"/>
                  </a:lnTo>
                  <a:lnTo>
                    <a:pt x="10038681" y="145028"/>
                  </a:lnTo>
                  <a:lnTo>
                    <a:pt x="10139646" y="121819"/>
                  </a:lnTo>
                  <a:lnTo>
                    <a:pt x="10246075" y="100769"/>
                  </a:lnTo>
                  <a:lnTo>
                    <a:pt x="10356400" y="81840"/>
                  </a:lnTo>
                  <a:lnTo>
                    <a:pt x="10468312" y="65044"/>
                  </a:lnTo>
                  <a:lnTo>
                    <a:pt x="10578790" y="50421"/>
                  </a:lnTo>
                  <a:lnTo>
                    <a:pt x="10684263" y="38015"/>
                  </a:lnTo>
                  <a:lnTo>
                    <a:pt x="10780932" y="27839"/>
                  </a:lnTo>
                  <a:lnTo>
                    <a:pt x="10865243" y="19847"/>
                  </a:lnTo>
                  <a:lnTo>
                    <a:pt x="10934415" y="13912"/>
                  </a:lnTo>
                  <a:lnTo>
                    <a:pt x="10986921" y="9816"/>
                  </a:lnTo>
                  <a:lnTo>
                    <a:pt x="11022796" y="7262"/>
                  </a:lnTo>
                  <a:lnTo>
                    <a:pt x="11043719" y="5899"/>
                  </a:lnTo>
                  <a:lnTo>
                    <a:pt x="11052900" y="5350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32" y="57"/>
                  </a:lnTo>
                  <a:lnTo>
                    <a:pt x="11046833" y="468"/>
                  </a:lnTo>
                  <a:lnTo>
                    <a:pt x="11029062" y="1602"/>
                  </a:lnTo>
                  <a:lnTo>
                    <a:pt x="10996977" y="3837"/>
                  </a:lnTo>
                  <a:lnTo>
                    <a:pt x="10948513" y="7535"/>
                  </a:lnTo>
                  <a:lnTo>
                    <a:pt x="10883243" y="13007"/>
                  </a:lnTo>
                  <a:lnTo>
                    <a:pt x="10802339" y="20492"/>
                  </a:lnTo>
                  <a:lnTo>
                    <a:pt x="10708322" y="30139"/>
                  </a:lnTo>
                  <a:lnTo>
                    <a:pt x="10604609" y="42011"/>
                  </a:lnTo>
                  <a:lnTo>
                    <a:pt x="10494988" y="56107"/>
                  </a:lnTo>
                  <a:lnTo>
                    <a:pt x="10383119" y="72388"/>
                  </a:lnTo>
                  <a:lnTo>
                    <a:pt x="10272177" y="90809"/>
                  </a:lnTo>
                  <a:lnTo>
                    <a:pt x="10164646" y="111351"/>
                  </a:lnTo>
                  <a:lnTo>
                    <a:pt x="10062269" y="134037"/>
                  </a:lnTo>
                  <a:lnTo>
                    <a:pt x="9966099" y="158950"/>
                  </a:lnTo>
                  <a:lnTo>
                    <a:pt x="9876610" y="186237"/>
                  </a:lnTo>
                  <a:lnTo>
                    <a:pt x="9793832" y="216113"/>
                  </a:lnTo>
                  <a:lnTo>
                    <a:pt x="9717471" y="248854"/>
                  </a:lnTo>
                  <a:lnTo>
                    <a:pt x="9647019" y="284799"/>
                  </a:lnTo>
                  <a:lnTo>
                    <a:pt x="9581837" y="324330"/>
                  </a:lnTo>
                  <a:lnTo>
                    <a:pt x="9521217" y="367858"/>
                  </a:lnTo>
                  <a:lnTo>
                    <a:pt x="9464432" y="415789"/>
                  </a:lnTo>
                  <a:lnTo>
                    <a:pt x="9410773" y="468475"/>
                  </a:lnTo>
                  <a:lnTo>
                    <a:pt x="9359586" y="526131"/>
                  </a:lnTo>
                  <a:lnTo>
                    <a:pt x="9347647" y="540658"/>
                  </a:lnTo>
                  <a:lnTo>
                    <a:pt x="9305616" y="595094"/>
                  </a:lnTo>
                  <a:lnTo>
                    <a:pt x="9264590" y="653259"/>
                  </a:lnTo>
                  <a:lnTo>
                    <a:pt x="9224315" y="715229"/>
                  </a:lnTo>
                  <a:lnTo>
                    <a:pt x="9184580" y="781028"/>
                  </a:lnTo>
                  <a:lnTo>
                    <a:pt x="9145217" y="850623"/>
                  </a:lnTo>
                  <a:lnTo>
                    <a:pt x="9106088" y="923917"/>
                  </a:lnTo>
                  <a:lnTo>
                    <a:pt x="9067090" y="1000748"/>
                  </a:lnTo>
                  <a:lnTo>
                    <a:pt x="9028143" y="1080883"/>
                  </a:lnTo>
                  <a:lnTo>
                    <a:pt x="8989192" y="1164021"/>
                  </a:lnTo>
                  <a:lnTo>
                    <a:pt x="8950205" y="1249797"/>
                  </a:lnTo>
                  <a:lnTo>
                    <a:pt x="8911164" y="1337782"/>
                  </a:lnTo>
                  <a:lnTo>
                    <a:pt x="8872069" y="1427494"/>
                  </a:lnTo>
                  <a:lnTo>
                    <a:pt x="8832931" y="1518408"/>
                  </a:lnTo>
                  <a:lnTo>
                    <a:pt x="8793766" y="1609971"/>
                  </a:lnTo>
                  <a:lnTo>
                    <a:pt x="8754599" y="1701608"/>
                  </a:lnTo>
                  <a:lnTo>
                    <a:pt x="8715452" y="1792747"/>
                  </a:lnTo>
                  <a:lnTo>
                    <a:pt x="8676344" y="1882826"/>
                  </a:lnTo>
                  <a:lnTo>
                    <a:pt x="8637289" y="1971311"/>
                  </a:lnTo>
                  <a:lnTo>
                    <a:pt x="8598288" y="2057709"/>
                  </a:lnTo>
                  <a:lnTo>
                    <a:pt x="8559331" y="2141576"/>
                  </a:lnTo>
                  <a:lnTo>
                    <a:pt x="8520387" y="2222530"/>
                  </a:lnTo>
                  <a:lnTo>
                    <a:pt x="8481409" y="2300251"/>
                  </a:lnTo>
                  <a:lnTo>
                    <a:pt x="8442323" y="2374489"/>
                  </a:lnTo>
                  <a:lnTo>
                    <a:pt x="8403033" y="2445065"/>
                  </a:lnTo>
                  <a:lnTo>
                    <a:pt x="8363411" y="2511864"/>
                  </a:lnTo>
                  <a:lnTo>
                    <a:pt x="8323295" y="2574836"/>
                  </a:lnTo>
                  <a:lnTo>
                    <a:pt x="8282489" y="2633992"/>
                  </a:lnTo>
                  <a:lnTo>
                    <a:pt x="8240748" y="2689394"/>
                  </a:lnTo>
                  <a:lnTo>
                    <a:pt x="8229629" y="2703293"/>
                  </a:lnTo>
                  <a:lnTo>
                    <a:pt x="8178945" y="2762146"/>
                  </a:lnTo>
                  <a:lnTo>
                    <a:pt x="8125935" y="2816008"/>
                  </a:lnTo>
                  <a:lnTo>
                    <a:pt x="8069960" y="2865047"/>
                  </a:lnTo>
                  <a:lnTo>
                    <a:pt x="8010324" y="2909592"/>
                  </a:lnTo>
                  <a:lnTo>
                    <a:pt x="7946298" y="2950041"/>
                  </a:lnTo>
                  <a:lnTo>
                    <a:pt x="7877168" y="2986807"/>
                  </a:lnTo>
                  <a:lnTo>
                    <a:pt x="7802272" y="3020282"/>
                  </a:lnTo>
                  <a:lnTo>
                    <a:pt x="7721065" y="3050815"/>
                  </a:lnTo>
                  <a:lnTo>
                    <a:pt x="7633193" y="3078699"/>
                  </a:lnTo>
                  <a:lnTo>
                    <a:pt x="7538596" y="3104164"/>
                  </a:lnTo>
                  <a:lnTo>
                    <a:pt x="7437631" y="3127373"/>
                  </a:lnTo>
                  <a:lnTo>
                    <a:pt x="7331201" y="3148423"/>
                  </a:lnTo>
                  <a:lnTo>
                    <a:pt x="7220877" y="3167352"/>
                  </a:lnTo>
                  <a:lnTo>
                    <a:pt x="7108965" y="3184148"/>
                  </a:lnTo>
                  <a:lnTo>
                    <a:pt x="6998486" y="3198771"/>
                  </a:lnTo>
                  <a:lnTo>
                    <a:pt x="6893013" y="3211177"/>
                  </a:lnTo>
                  <a:lnTo>
                    <a:pt x="6796344" y="3221353"/>
                  </a:lnTo>
                  <a:lnTo>
                    <a:pt x="6712033" y="3229345"/>
                  </a:lnTo>
                  <a:lnTo>
                    <a:pt x="6642861" y="3235280"/>
                  </a:lnTo>
                  <a:lnTo>
                    <a:pt x="6590355" y="3239376"/>
                  </a:lnTo>
                  <a:lnTo>
                    <a:pt x="6554481" y="3241930"/>
                  </a:lnTo>
                  <a:lnTo>
                    <a:pt x="6533558" y="3243293"/>
                  </a:lnTo>
                  <a:lnTo>
                    <a:pt x="6524376" y="3243842"/>
                  </a:lnTo>
                  <a:lnTo>
                    <a:pt x="6522385" y="3243952"/>
                  </a:lnTo>
                  <a:lnTo>
                    <a:pt x="5527445" y="3243952"/>
                  </a:lnTo>
                  <a:lnTo>
                    <a:pt x="5526330" y="3243983"/>
                  </a:lnTo>
                  <a:lnTo>
                    <a:pt x="5518971" y="3244206"/>
                  </a:lnTo>
                  <a:lnTo>
                    <a:pt x="5500312" y="3244820"/>
                  </a:lnTo>
                  <a:lnTo>
                    <a:pt x="5466683" y="3246030"/>
                  </a:lnTo>
                  <a:lnTo>
                    <a:pt x="5416017" y="3248031"/>
                  </a:lnTo>
                  <a:lnTo>
                    <a:pt x="5347997" y="3250988"/>
                  </a:lnTo>
                  <a:lnTo>
                    <a:pt x="5264010" y="3255026"/>
                  </a:lnTo>
                  <a:lnTo>
                    <a:pt x="5166844" y="3260221"/>
                  </a:lnTo>
                  <a:lnTo>
                    <a:pt x="5060179" y="3266601"/>
                  </a:lnTo>
                  <a:lnTo>
                    <a:pt x="4948014" y="3274161"/>
                  </a:lnTo>
                  <a:lnTo>
                    <a:pt x="4834141" y="3282878"/>
                  </a:lnTo>
                  <a:lnTo>
                    <a:pt x="4721779" y="3292731"/>
                  </a:lnTo>
                  <a:lnTo>
                    <a:pt x="4613390" y="3303712"/>
                  </a:lnTo>
                  <a:lnTo>
                    <a:pt x="4510642" y="3315841"/>
                  </a:lnTo>
                  <a:lnTo>
                    <a:pt x="4414488" y="3329171"/>
                  </a:lnTo>
                  <a:lnTo>
                    <a:pt x="4325299" y="3343790"/>
                  </a:lnTo>
                  <a:lnTo>
                    <a:pt x="4243000" y="3359823"/>
                  </a:lnTo>
                  <a:lnTo>
                    <a:pt x="4167206" y="3377432"/>
                  </a:lnTo>
                  <a:lnTo>
                    <a:pt x="4097332" y="3396806"/>
                  </a:lnTo>
                  <a:lnTo>
                    <a:pt x="4032675" y="3418159"/>
                  </a:lnTo>
                  <a:lnTo>
                    <a:pt x="3972478" y="3441715"/>
                  </a:lnTo>
                  <a:lnTo>
                    <a:pt x="3915978" y="3467688"/>
                  </a:lnTo>
                  <a:lnTo>
                    <a:pt x="3862445" y="3496244"/>
                  </a:lnTo>
                  <a:lnTo>
                    <a:pt x="3820202" y="3521706"/>
                  </a:lnTo>
                  <a:lnTo>
                    <a:pt x="3768126" y="3556749"/>
                  </a:lnTo>
                  <a:lnTo>
                    <a:pt x="3717506" y="3594767"/>
                  </a:lnTo>
                  <a:lnTo>
                    <a:pt x="3667882" y="3635817"/>
                  </a:lnTo>
                  <a:lnTo>
                    <a:pt x="3618898" y="3679890"/>
                  </a:lnTo>
                  <a:lnTo>
                    <a:pt x="3570286" y="3726898"/>
                  </a:lnTo>
                  <a:lnTo>
                    <a:pt x="3521847" y="3776675"/>
                  </a:lnTo>
                  <a:lnTo>
                    <a:pt x="3473446" y="3828969"/>
                  </a:lnTo>
                  <a:lnTo>
                    <a:pt x="3425002" y="3883447"/>
                  </a:lnTo>
                  <a:lnTo>
                    <a:pt x="3376477" y="3939695"/>
                  </a:lnTo>
                  <a:lnTo>
                    <a:pt x="3327871" y="3997238"/>
                  </a:lnTo>
                  <a:lnTo>
                    <a:pt x="3279209" y="4055549"/>
                  </a:lnTo>
                  <a:lnTo>
                    <a:pt x="3230530" y="4114069"/>
                  </a:lnTo>
                  <a:lnTo>
                    <a:pt x="3181879" y="4172233"/>
                  </a:lnTo>
                  <a:lnTo>
                    <a:pt x="3133293" y="4229489"/>
                  </a:lnTo>
                  <a:lnTo>
                    <a:pt x="3084791" y="4285320"/>
                  </a:lnTo>
                  <a:lnTo>
                    <a:pt x="3036363" y="4339267"/>
                  </a:lnTo>
                  <a:lnTo>
                    <a:pt x="2987962" y="4390936"/>
                  </a:lnTo>
                  <a:lnTo>
                    <a:pt x="2939493" y="4440015"/>
                  </a:lnTo>
                  <a:lnTo>
                    <a:pt x="2890806" y="4486273"/>
                  </a:lnTo>
                  <a:lnTo>
                    <a:pt x="2841685" y="4529565"/>
                  </a:lnTo>
                  <a:lnTo>
                    <a:pt x="2791840" y="4569826"/>
                  </a:lnTo>
                  <a:lnTo>
                    <a:pt x="2740890" y="4607064"/>
                  </a:lnTo>
                  <a:lnTo>
                    <a:pt x="2702183" y="4632720"/>
                  </a:lnTo>
                  <a:lnTo>
                    <a:pt x="2650593" y="4663461"/>
                  </a:lnTo>
                  <a:lnTo>
                    <a:pt x="2596582" y="4691548"/>
                  </a:lnTo>
                  <a:lnTo>
                    <a:pt x="2539479" y="4717076"/>
                  </a:lnTo>
                  <a:lnTo>
                    <a:pt x="2478544" y="4740224"/>
                  </a:lnTo>
                  <a:lnTo>
                    <a:pt x="2413013" y="4761209"/>
                  </a:lnTo>
                  <a:lnTo>
                    <a:pt x="2342134" y="4780253"/>
                  </a:lnTo>
                  <a:lnTo>
                    <a:pt x="2265220" y="4797568"/>
                  </a:lnTo>
                  <a:lnTo>
                    <a:pt x="2181714" y="4813339"/>
                  </a:lnTo>
                  <a:lnTo>
                    <a:pt x="2091279" y="4827720"/>
                  </a:lnTo>
                  <a:lnTo>
                    <a:pt x="1993909" y="4840830"/>
                  </a:lnTo>
                  <a:lnTo>
                    <a:pt x="1890068" y="4852752"/>
                  </a:lnTo>
                  <a:lnTo>
                    <a:pt x="1780826" y="4863532"/>
                  </a:lnTo>
                  <a:lnTo>
                    <a:pt x="1667993" y="4873183"/>
                  </a:lnTo>
                  <a:lnTo>
                    <a:pt x="1554168" y="4881697"/>
                  </a:lnTo>
                  <a:lnTo>
                    <a:pt x="1442693" y="4889048"/>
                  </a:lnTo>
                  <a:lnTo>
                    <a:pt x="1337429" y="4895216"/>
                  </a:lnTo>
                  <a:lnTo>
                    <a:pt x="1242359" y="4900201"/>
                  </a:lnTo>
                  <a:lnTo>
                    <a:pt x="1161046" y="4904040"/>
                  </a:lnTo>
                  <a:lnTo>
                    <a:pt x="1096061" y="4906817"/>
                  </a:lnTo>
                  <a:lnTo>
                    <a:pt x="1048503" y="4908664"/>
                  </a:lnTo>
                  <a:lnTo>
                    <a:pt x="1017740" y="4909753"/>
                  </a:lnTo>
                  <a:lnTo>
                    <a:pt x="1001405" y="4910283"/>
                  </a:lnTo>
                  <a:lnTo>
                    <a:pt x="995564" y="4910456"/>
                  </a:lnTo>
                  <a:lnTo>
                    <a:pt x="994940" y="4910474"/>
                  </a:lnTo>
                  <a:lnTo>
                    <a:pt x="0" y="4910474"/>
                  </a:lnTo>
                  <a:close/>
                </a:path>
              </a:pathLst>
            </a:custGeom>
            <a:solidFill>
              <a:srgbClr val="FF704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26" name="pl2025"/>
            <p:cNvSpPr/>
            <p:nvPr/>
          </p:nvSpPr>
          <p:spPr>
            <a:xfrm>
              <a:off x="1199187" y="1330956"/>
              <a:ext cx="12049831" cy="4910474"/>
            </a:xfrm>
            <a:custGeom>
              <a:avLst/>
              <a:pathLst>
                <a:path w="12049831" h="4910474">
                  <a:moveTo>
                    <a:pt x="0" y="4910474"/>
                  </a:moveTo>
                  <a:lnTo>
                    <a:pt x="994940" y="4910474"/>
                  </a:lnTo>
                  <a:lnTo>
                    <a:pt x="996054" y="4910442"/>
                  </a:lnTo>
                  <a:lnTo>
                    <a:pt x="1003414" y="4910220"/>
                  </a:lnTo>
                  <a:lnTo>
                    <a:pt x="1022073" y="4909606"/>
                  </a:lnTo>
                  <a:lnTo>
                    <a:pt x="1055702" y="4908396"/>
                  </a:lnTo>
                  <a:lnTo>
                    <a:pt x="1106368" y="4906395"/>
                  </a:lnTo>
                  <a:lnTo>
                    <a:pt x="1174388" y="4903438"/>
                  </a:lnTo>
                  <a:lnTo>
                    <a:pt x="1258375" y="4899399"/>
                  </a:lnTo>
                  <a:lnTo>
                    <a:pt x="1355541" y="4894205"/>
                  </a:lnTo>
                  <a:lnTo>
                    <a:pt x="1462206" y="4887825"/>
                  </a:lnTo>
                  <a:lnTo>
                    <a:pt x="1574371" y="4880265"/>
                  </a:lnTo>
                  <a:lnTo>
                    <a:pt x="1688244" y="4871547"/>
                  </a:lnTo>
                  <a:lnTo>
                    <a:pt x="1800606" y="4861694"/>
                  </a:lnTo>
                  <a:lnTo>
                    <a:pt x="1908995" y="4850713"/>
                  </a:lnTo>
                  <a:lnTo>
                    <a:pt x="2011743" y="4838584"/>
                  </a:lnTo>
                  <a:lnTo>
                    <a:pt x="2107897" y="4825255"/>
                  </a:lnTo>
                  <a:lnTo>
                    <a:pt x="2197086" y="4810636"/>
                  </a:lnTo>
                  <a:lnTo>
                    <a:pt x="2279385" y="4794603"/>
                  </a:lnTo>
                  <a:lnTo>
                    <a:pt x="2355179" y="4776994"/>
                  </a:lnTo>
                  <a:lnTo>
                    <a:pt x="2425053" y="4757620"/>
                  </a:lnTo>
                  <a:lnTo>
                    <a:pt x="2489710" y="4736267"/>
                  </a:lnTo>
                  <a:lnTo>
                    <a:pt x="2549907" y="4712710"/>
                  </a:lnTo>
                  <a:lnTo>
                    <a:pt x="2606407" y="4686738"/>
                  </a:lnTo>
                  <a:lnTo>
                    <a:pt x="2659940" y="4658181"/>
                  </a:lnTo>
                  <a:lnTo>
                    <a:pt x="2702183" y="4632720"/>
                  </a:lnTo>
                  <a:lnTo>
                    <a:pt x="2754259" y="4597677"/>
                  </a:lnTo>
                  <a:lnTo>
                    <a:pt x="2804879" y="4559659"/>
                  </a:lnTo>
                  <a:lnTo>
                    <a:pt x="2854503" y="4518608"/>
                  </a:lnTo>
                  <a:lnTo>
                    <a:pt x="2903487" y="4474536"/>
                  </a:lnTo>
                  <a:lnTo>
                    <a:pt x="2952099" y="4427528"/>
                  </a:lnTo>
                  <a:lnTo>
                    <a:pt x="3000538" y="4377751"/>
                  </a:lnTo>
                  <a:lnTo>
                    <a:pt x="3048939" y="4325456"/>
                  </a:lnTo>
                  <a:lnTo>
                    <a:pt x="3097383" y="4270979"/>
                  </a:lnTo>
                  <a:lnTo>
                    <a:pt x="3145908" y="4214730"/>
                  </a:lnTo>
                  <a:lnTo>
                    <a:pt x="3194514" y="4157187"/>
                  </a:lnTo>
                  <a:lnTo>
                    <a:pt x="3243176" y="4098877"/>
                  </a:lnTo>
                  <a:lnTo>
                    <a:pt x="3291855" y="4040357"/>
                  </a:lnTo>
                  <a:lnTo>
                    <a:pt x="3340506" y="3982193"/>
                  </a:lnTo>
                  <a:lnTo>
                    <a:pt x="3389092" y="3924937"/>
                  </a:lnTo>
                  <a:lnTo>
                    <a:pt x="3437594" y="3869105"/>
                  </a:lnTo>
                  <a:lnTo>
                    <a:pt x="3486022" y="3815158"/>
                  </a:lnTo>
                  <a:lnTo>
                    <a:pt x="3534423" y="3763489"/>
                  </a:lnTo>
                  <a:lnTo>
                    <a:pt x="3582892" y="3714411"/>
                  </a:lnTo>
                  <a:lnTo>
                    <a:pt x="3631579" y="3668153"/>
                  </a:lnTo>
                  <a:lnTo>
                    <a:pt x="3680699" y="3624860"/>
                  </a:lnTo>
                  <a:lnTo>
                    <a:pt x="3730545" y="3584599"/>
                  </a:lnTo>
                  <a:lnTo>
                    <a:pt x="3781495" y="3547362"/>
                  </a:lnTo>
                  <a:lnTo>
                    <a:pt x="3820202" y="3521706"/>
                  </a:lnTo>
                  <a:lnTo>
                    <a:pt x="3871792" y="3490965"/>
                  </a:lnTo>
                  <a:lnTo>
                    <a:pt x="3925803" y="3462877"/>
                  </a:lnTo>
                  <a:lnTo>
                    <a:pt x="3982906" y="3437349"/>
                  </a:lnTo>
                  <a:lnTo>
                    <a:pt x="4043841" y="3414202"/>
                  </a:lnTo>
                  <a:lnTo>
                    <a:pt x="4109372" y="3393217"/>
                  </a:lnTo>
                  <a:lnTo>
                    <a:pt x="4180251" y="3374172"/>
                  </a:lnTo>
                  <a:lnTo>
                    <a:pt x="4257165" y="3356857"/>
                  </a:lnTo>
                  <a:lnTo>
                    <a:pt x="4340671" y="3341087"/>
                  </a:lnTo>
                  <a:lnTo>
                    <a:pt x="4431106" y="3326706"/>
                  </a:lnTo>
                  <a:lnTo>
                    <a:pt x="4528476" y="3313596"/>
                  </a:lnTo>
                  <a:lnTo>
                    <a:pt x="4632317" y="3301674"/>
                  </a:lnTo>
                  <a:lnTo>
                    <a:pt x="4741559" y="3290894"/>
                  </a:lnTo>
                  <a:lnTo>
                    <a:pt x="4854392" y="3281242"/>
                  </a:lnTo>
                  <a:lnTo>
                    <a:pt x="4968217" y="3272729"/>
                  </a:lnTo>
                  <a:lnTo>
                    <a:pt x="5079692" y="3265378"/>
                  </a:lnTo>
                  <a:lnTo>
                    <a:pt x="5184956" y="3259209"/>
                  </a:lnTo>
                  <a:lnTo>
                    <a:pt x="5280026" y="3254224"/>
                  </a:lnTo>
                  <a:lnTo>
                    <a:pt x="5361339" y="3250385"/>
                  </a:lnTo>
                  <a:lnTo>
                    <a:pt x="5426324" y="3247609"/>
                  </a:lnTo>
                  <a:lnTo>
                    <a:pt x="5473882" y="3245762"/>
                  </a:lnTo>
                  <a:lnTo>
                    <a:pt x="5504644" y="3244672"/>
                  </a:lnTo>
                  <a:lnTo>
                    <a:pt x="5520980" y="3244143"/>
                  </a:lnTo>
                  <a:lnTo>
                    <a:pt x="5526821" y="3243969"/>
                  </a:lnTo>
                  <a:lnTo>
                    <a:pt x="5527445" y="3243952"/>
                  </a:lnTo>
                  <a:lnTo>
                    <a:pt x="6522385" y="3243952"/>
                  </a:lnTo>
                  <a:lnTo>
                    <a:pt x="6523445" y="3243894"/>
                  </a:lnTo>
                  <a:lnTo>
                    <a:pt x="6530444" y="3243484"/>
                  </a:lnTo>
                  <a:lnTo>
                    <a:pt x="6548214" y="3242350"/>
                  </a:lnTo>
                  <a:lnTo>
                    <a:pt x="6580300" y="3240115"/>
                  </a:lnTo>
                  <a:lnTo>
                    <a:pt x="6628763" y="3236417"/>
                  </a:lnTo>
                  <a:lnTo>
                    <a:pt x="6694034" y="3230944"/>
                  </a:lnTo>
                  <a:lnTo>
                    <a:pt x="6774937" y="3223460"/>
                  </a:lnTo>
                  <a:lnTo>
                    <a:pt x="6868955" y="3213813"/>
                  </a:lnTo>
                  <a:lnTo>
                    <a:pt x="6972667" y="3201940"/>
                  </a:lnTo>
                  <a:lnTo>
                    <a:pt x="7082289" y="3187844"/>
                  </a:lnTo>
                  <a:lnTo>
                    <a:pt x="7194158" y="3171564"/>
                  </a:lnTo>
                  <a:lnTo>
                    <a:pt x="7305100" y="3153142"/>
                  </a:lnTo>
                  <a:lnTo>
                    <a:pt x="7412630" y="3132601"/>
                  </a:lnTo>
                  <a:lnTo>
                    <a:pt x="7515007" y="3109914"/>
                  </a:lnTo>
                  <a:lnTo>
                    <a:pt x="7611178" y="3085001"/>
                  </a:lnTo>
                  <a:lnTo>
                    <a:pt x="7700666" y="3057714"/>
                  </a:lnTo>
                  <a:lnTo>
                    <a:pt x="7783445" y="3027839"/>
                  </a:lnTo>
                  <a:lnTo>
                    <a:pt x="7859806" y="2995097"/>
                  </a:lnTo>
                  <a:lnTo>
                    <a:pt x="7930257" y="2959152"/>
                  </a:lnTo>
                  <a:lnTo>
                    <a:pt x="7995440" y="2919622"/>
                  </a:lnTo>
                  <a:lnTo>
                    <a:pt x="8056060" y="2876094"/>
                  </a:lnTo>
                  <a:lnTo>
                    <a:pt x="8112845" y="2828163"/>
                  </a:lnTo>
                  <a:lnTo>
                    <a:pt x="8166503" y="2775477"/>
                  </a:lnTo>
                  <a:lnTo>
                    <a:pt x="8217690" y="2717820"/>
                  </a:lnTo>
                  <a:lnTo>
                    <a:pt x="8229629" y="2703293"/>
                  </a:lnTo>
                  <a:lnTo>
                    <a:pt x="8271661" y="2648858"/>
                  </a:lnTo>
                  <a:lnTo>
                    <a:pt x="8312686" y="2590693"/>
                  </a:lnTo>
                  <a:lnTo>
                    <a:pt x="8352962" y="2528723"/>
                  </a:lnTo>
                  <a:lnTo>
                    <a:pt x="8392696" y="2462924"/>
                  </a:lnTo>
                  <a:lnTo>
                    <a:pt x="8432060" y="2393329"/>
                  </a:lnTo>
                  <a:lnTo>
                    <a:pt x="8471188" y="2320034"/>
                  </a:lnTo>
                  <a:lnTo>
                    <a:pt x="8510187" y="2243204"/>
                  </a:lnTo>
                  <a:lnTo>
                    <a:pt x="8549134" y="2163069"/>
                  </a:lnTo>
                  <a:lnTo>
                    <a:pt x="8588084" y="2079930"/>
                  </a:lnTo>
                  <a:lnTo>
                    <a:pt x="8627072" y="1994154"/>
                  </a:lnTo>
                  <a:lnTo>
                    <a:pt x="8666112" y="1906170"/>
                  </a:lnTo>
                  <a:lnTo>
                    <a:pt x="8705207" y="1816458"/>
                  </a:lnTo>
                  <a:lnTo>
                    <a:pt x="8744346" y="1725543"/>
                  </a:lnTo>
                  <a:lnTo>
                    <a:pt x="8783510" y="1633981"/>
                  </a:lnTo>
                  <a:lnTo>
                    <a:pt x="8822678" y="1542343"/>
                  </a:lnTo>
                  <a:lnTo>
                    <a:pt x="8861825" y="1451204"/>
                  </a:lnTo>
                  <a:lnTo>
                    <a:pt x="8900933" y="1361125"/>
                  </a:lnTo>
                  <a:lnTo>
                    <a:pt x="8939988" y="1272640"/>
                  </a:lnTo>
                  <a:lnTo>
                    <a:pt x="8978988" y="1186242"/>
                  </a:lnTo>
                  <a:lnTo>
                    <a:pt x="9017946" y="1102375"/>
                  </a:lnTo>
                  <a:lnTo>
                    <a:pt x="9056890" y="1021422"/>
                  </a:lnTo>
                  <a:lnTo>
                    <a:pt x="9095868" y="943701"/>
                  </a:lnTo>
                  <a:lnTo>
                    <a:pt x="9134953" y="869462"/>
                  </a:lnTo>
                  <a:lnTo>
                    <a:pt x="9174244" y="798886"/>
                  </a:lnTo>
                  <a:lnTo>
                    <a:pt x="9213866" y="732088"/>
                  </a:lnTo>
                  <a:lnTo>
                    <a:pt x="9253981" y="669115"/>
                  </a:lnTo>
                  <a:lnTo>
                    <a:pt x="9294788" y="609959"/>
                  </a:lnTo>
                  <a:lnTo>
                    <a:pt x="9336528" y="554557"/>
                  </a:lnTo>
                  <a:lnTo>
                    <a:pt x="9347647" y="540658"/>
                  </a:lnTo>
                  <a:lnTo>
                    <a:pt x="9398331" y="481806"/>
                  </a:lnTo>
                  <a:lnTo>
                    <a:pt x="9451342" y="427944"/>
                  </a:lnTo>
                  <a:lnTo>
                    <a:pt x="9507316" y="378904"/>
                  </a:lnTo>
                  <a:lnTo>
                    <a:pt x="9566953" y="334360"/>
                  </a:lnTo>
                  <a:lnTo>
                    <a:pt x="9630978" y="293911"/>
                  </a:lnTo>
                  <a:lnTo>
                    <a:pt x="9700109" y="257145"/>
                  </a:lnTo>
                  <a:lnTo>
                    <a:pt x="9775004" y="223670"/>
                  </a:lnTo>
                  <a:lnTo>
                    <a:pt x="9856211" y="193137"/>
                  </a:lnTo>
                  <a:lnTo>
                    <a:pt x="9944084" y="165253"/>
                  </a:lnTo>
                  <a:lnTo>
                    <a:pt x="10038681" y="139788"/>
                  </a:lnTo>
                  <a:lnTo>
                    <a:pt x="10139646" y="116579"/>
                  </a:lnTo>
                  <a:lnTo>
                    <a:pt x="10246075" y="95528"/>
                  </a:lnTo>
                  <a:lnTo>
                    <a:pt x="10356400" y="76599"/>
                  </a:lnTo>
                  <a:lnTo>
                    <a:pt x="10468312" y="59803"/>
                  </a:lnTo>
                  <a:lnTo>
                    <a:pt x="10578790" y="45181"/>
                  </a:lnTo>
                  <a:lnTo>
                    <a:pt x="10684263" y="32774"/>
                  </a:lnTo>
                  <a:lnTo>
                    <a:pt x="10780932" y="22598"/>
                  </a:lnTo>
                  <a:lnTo>
                    <a:pt x="10865243" y="14607"/>
                  </a:lnTo>
                  <a:lnTo>
                    <a:pt x="10934415" y="8671"/>
                  </a:lnTo>
                  <a:lnTo>
                    <a:pt x="10986921" y="4575"/>
                  </a:lnTo>
                  <a:lnTo>
                    <a:pt x="11022796" y="2022"/>
                  </a:lnTo>
                  <a:lnTo>
                    <a:pt x="11043719" y="659"/>
                  </a:lnTo>
                  <a:lnTo>
                    <a:pt x="11052900" y="110"/>
                  </a:lnTo>
                  <a:lnTo>
                    <a:pt x="11054876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7" name="pl2026"/>
            <p:cNvSpPr/>
            <p:nvPr/>
          </p:nvSpPr>
          <p:spPr>
            <a:xfrm>
              <a:off x="1199187" y="1325715"/>
              <a:ext cx="12049831" cy="4910474"/>
            </a:xfrm>
            <a:custGeom>
              <a:avLst/>
              <a:pathLst>
                <a:path w="12049831" h="4910474">
                  <a:moveTo>
                    <a:pt x="12049831" y="0"/>
                  </a:moveTo>
                  <a:lnTo>
                    <a:pt x="11054891" y="0"/>
                  </a:lnTo>
                  <a:lnTo>
                    <a:pt x="11053832" y="57"/>
                  </a:lnTo>
                  <a:lnTo>
                    <a:pt x="11046833" y="468"/>
                  </a:lnTo>
                  <a:lnTo>
                    <a:pt x="11029062" y="1602"/>
                  </a:lnTo>
                  <a:lnTo>
                    <a:pt x="10996977" y="3837"/>
                  </a:lnTo>
                  <a:lnTo>
                    <a:pt x="10948513" y="7535"/>
                  </a:lnTo>
                  <a:lnTo>
                    <a:pt x="10883243" y="13007"/>
                  </a:lnTo>
                  <a:lnTo>
                    <a:pt x="10802339" y="20492"/>
                  </a:lnTo>
                  <a:lnTo>
                    <a:pt x="10708322" y="30139"/>
                  </a:lnTo>
                  <a:lnTo>
                    <a:pt x="10604609" y="42011"/>
                  </a:lnTo>
                  <a:lnTo>
                    <a:pt x="10494988" y="56107"/>
                  </a:lnTo>
                  <a:lnTo>
                    <a:pt x="10383119" y="72388"/>
                  </a:lnTo>
                  <a:lnTo>
                    <a:pt x="10272177" y="90809"/>
                  </a:lnTo>
                  <a:lnTo>
                    <a:pt x="10164646" y="111351"/>
                  </a:lnTo>
                  <a:lnTo>
                    <a:pt x="10062269" y="134037"/>
                  </a:lnTo>
                  <a:lnTo>
                    <a:pt x="9966099" y="158950"/>
                  </a:lnTo>
                  <a:lnTo>
                    <a:pt x="9876610" y="186237"/>
                  </a:lnTo>
                  <a:lnTo>
                    <a:pt x="9793832" y="216113"/>
                  </a:lnTo>
                  <a:lnTo>
                    <a:pt x="9717471" y="248854"/>
                  </a:lnTo>
                  <a:lnTo>
                    <a:pt x="9647019" y="284799"/>
                  </a:lnTo>
                  <a:lnTo>
                    <a:pt x="9581837" y="324330"/>
                  </a:lnTo>
                  <a:lnTo>
                    <a:pt x="9521217" y="367858"/>
                  </a:lnTo>
                  <a:lnTo>
                    <a:pt x="9464432" y="415789"/>
                  </a:lnTo>
                  <a:lnTo>
                    <a:pt x="9410773" y="468475"/>
                  </a:lnTo>
                  <a:lnTo>
                    <a:pt x="9359586" y="526131"/>
                  </a:lnTo>
                  <a:lnTo>
                    <a:pt x="9347647" y="540658"/>
                  </a:lnTo>
                  <a:lnTo>
                    <a:pt x="9305616" y="595094"/>
                  </a:lnTo>
                  <a:lnTo>
                    <a:pt x="9264590" y="653259"/>
                  </a:lnTo>
                  <a:lnTo>
                    <a:pt x="9224315" y="715229"/>
                  </a:lnTo>
                  <a:lnTo>
                    <a:pt x="9184580" y="781028"/>
                  </a:lnTo>
                  <a:lnTo>
                    <a:pt x="9145217" y="850623"/>
                  </a:lnTo>
                  <a:lnTo>
                    <a:pt x="9106088" y="923917"/>
                  </a:lnTo>
                  <a:lnTo>
                    <a:pt x="9067090" y="1000748"/>
                  </a:lnTo>
                  <a:lnTo>
                    <a:pt x="9028143" y="1080883"/>
                  </a:lnTo>
                  <a:lnTo>
                    <a:pt x="8989192" y="1164021"/>
                  </a:lnTo>
                  <a:lnTo>
                    <a:pt x="8950205" y="1249797"/>
                  </a:lnTo>
                  <a:lnTo>
                    <a:pt x="8911164" y="1337782"/>
                  </a:lnTo>
                  <a:lnTo>
                    <a:pt x="8872069" y="1427494"/>
                  </a:lnTo>
                  <a:lnTo>
                    <a:pt x="8832931" y="1518408"/>
                  </a:lnTo>
                  <a:lnTo>
                    <a:pt x="8793766" y="1609971"/>
                  </a:lnTo>
                  <a:lnTo>
                    <a:pt x="8754599" y="1701608"/>
                  </a:lnTo>
                  <a:lnTo>
                    <a:pt x="8715452" y="1792747"/>
                  </a:lnTo>
                  <a:lnTo>
                    <a:pt x="8676344" y="1882826"/>
                  </a:lnTo>
                  <a:lnTo>
                    <a:pt x="8637289" y="1971311"/>
                  </a:lnTo>
                  <a:lnTo>
                    <a:pt x="8598288" y="2057709"/>
                  </a:lnTo>
                  <a:lnTo>
                    <a:pt x="8559331" y="2141576"/>
                  </a:lnTo>
                  <a:lnTo>
                    <a:pt x="8520387" y="2222530"/>
                  </a:lnTo>
                  <a:lnTo>
                    <a:pt x="8481409" y="2300251"/>
                  </a:lnTo>
                  <a:lnTo>
                    <a:pt x="8442323" y="2374489"/>
                  </a:lnTo>
                  <a:lnTo>
                    <a:pt x="8403033" y="2445065"/>
                  </a:lnTo>
                  <a:lnTo>
                    <a:pt x="8363411" y="2511864"/>
                  </a:lnTo>
                  <a:lnTo>
                    <a:pt x="8323295" y="2574836"/>
                  </a:lnTo>
                  <a:lnTo>
                    <a:pt x="8282489" y="2633992"/>
                  </a:lnTo>
                  <a:lnTo>
                    <a:pt x="8240748" y="2689394"/>
                  </a:lnTo>
                  <a:lnTo>
                    <a:pt x="8229629" y="2703293"/>
                  </a:lnTo>
                  <a:lnTo>
                    <a:pt x="8178945" y="2762146"/>
                  </a:lnTo>
                  <a:lnTo>
                    <a:pt x="8125935" y="2816008"/>
                  </a:lnTo>
                  <a:lnTo>
                    <a:pt x="8069960" y="2865047"/>
                  </a:lnTo>
                  <a:lnTo>
                    <a:pt x="8010324" y="2909592"/>
                  </a:lnTo>
                  <a:lnTo>
                    <a:pt x="7946298" y="2950041"/>
                  </a:lnTo>
                  <a:lnTo>
                    <a:pt x="7877168" y="2986807"/>
                  </a:lnTo>
                  <a:lnTo>
                    <a:pt x="7802272" y="3020282"/>
                  </a:lnTo>
                  <a:lnTo>
                    <a:pt x="7721065" y="3050815"/>
                  </a:lnTo>
                  <a:lnTo>
                    <a:pt x="7633193" y="3078699"/>
                  </a:lnTo>
                  <a:lnTo>
                    <a:pt x="7538596" y="3104164"/>
                  </a:lnTo>
                  <a:lnTo>
                    <a:pt x="7437631" y="3127373"/>
                  </a:lnTo>
                  <a:lnTo>
                    <a:pt x="7331201" y="3148423"/>
                  </a:lnTo>
                  <a:lnTo>
                    <a:pt x="7220877" y="3167352"/>
                  </a:lnTo>
                  <a:lnTo>
                    <a:pt x="7108965" y="3184148"/>
                  </a:lnTo>
                  <a:lnTo>
                    <a:pt x="6998486" y="3198771"/>
                  </a:lnTo>
                  <a:lnTo>
                    <a:pt x="6893013" y="3211177"/>
                  </a:lnTo>
                  <a:lnTo>
                    <a:pt x="6796344" y="3221353"/>
                  </a:lnTo>
                  <a:lnTo>
                    <a:pt x="6712033" y="3229345"/>
                  </a:lnTo>
                  <a:lnTo>
                    <a:pt x="6642861" y="3235280"/>
                  </a:lnTo>
                  <a:lnTo>
                    <a:pt x="6590355" y="3239376"/>
                  </a:lnTo>
                  <a:lnTo>
                    <a:pt x="6554481" y="3241930"/>
                  </a:lnTo>
                  <a:lnTo>
                    <a:pt x="6533558" y="3243293"/>
                  </a:lnTo>
                  <a:lnTo>
                    <a:pt x="6524376" y="3243842"/>
                  </a:lnTo>
                  <a:lnTo>
                    <a:pt x="6522401" y="3243951"/>
                  </a:lnTo>
                  <a:lnTo>
                    <a:pt x="6522385" y="3243952"/>
                  </a:lnTo>
                  <a:lnTo>
                    <a:pt x="5527445" y="3243952"/>
                  </a:lnTo>
                  <a:lnTo>
                    <a:pt x="5526330" y="3243983"/>
                  </a:lnTo>
                  <a:lnTo>
                    <a:pt x="5518971" y="3244206"/>
                  </a:lnTo>
                  <a:lnTo>
                    <a:pt x="5500312" y="3244820"/>
                  </a:lnTo>
                  <a:lnTo>
                    <a:pt x="5466683" y="3246030"/>
                  </a:lnTo>
                  <a:lnTo>
                    <a:pt x="5416017" y="3248031"/>
                  </a:lnTo>
                  <a:lnTo>
                    <a:pt x="5347997" y="3250988"/>
                  </a:lnTo>
                  <a:lnTo>
                    <a:pt x="5264010" y="3255026"/>
                  </a:lnTo>
                  <a:lnTo>
                    <a:pt x="5166844" y="3260221"/>
                  </a:lnTo>
                  <a:lnTo>
                    <a:pt x="5060179" y="3266601"/>
                  </a:lnTo>
                  <a:lnTo>
                    <a:pt x="4948014" y="3274161"/>
                  </a:lnTo>
                  <a:lnTo>
                    <a:pt x="4834141" y="3282878"/>
                  </a:lnTo>
                  <a:lnTo>
                    <a:pt x="4721779" y="3292731"/>
                  </a:lnTo>
                  <a:lnTo>
                    <a:pt x="4613390" y="3303712"/>
                  </a:lnTo>
                  <a:lnTo>
                    <a:pt x="4510642" y="3315841"/>
                  </a:lnTo>
                  <a:lnTo>
                    <a:pt x="4414488" y="3329171"/>
                  </a:lnTo>
                  <a:lnTo>
                    <a:pt x="4325299" y="3343790"/>
                  </a:lnTo>
                  <a:lnTo>
                    <a:pt x="4243000" y="3359823"/>
                  </a:lnTo>
                  <a:lnTo>
                    <a:pt x="4167206" y="3377432"/>
                  </a:lnTo>
                  <a:lnTo>
                    <a:pt x="4097332" y="3396806"/>
                  </a:lnTo>
                  <a:lnTo>
                    <a:pt x="4032675" y="3418159"/>
                  </a:lnTo>
                  <a:lnTo>
                    <a:pt x="3972478" y="3441715"/>
                  </a:lnTo>
                  <a:lnTo>
                    <a:pt x="3915978" y="3467688"/>
                  </a:lnTo>
                  <a:lnTo>
                    <a:pt x="3862445" y="3496244"/>
                  </a:lnTo>
                  <a:lnTo>
                    <a:pt x="3820202" y="3521706"/>
                  </a:lnTo>
                  <a:lnTo>
                    <a:pt x="3768126" y="3556749"/>
                  </a:lnTo>
                  <a:lnTo>
                    <a:pt x="3717506" y="3594767"/>
                  </a:lnTo>
                  <a:lnTo>
                    <a:pt x="3667882" y="3635817"/>
                  </a:lnTo>
                  <a:lnTo>
                    <a:pt x="3618898" y="3679890"/>
                  </a:lnTo>
                  <a:lnTo>
                    <a:pt x="3570286" y="3726898"/>
                  </a:lnTo>
                  <a:lnTo>
                    <a:pt x="3521847" y="3776675"/>
                  </a:lnTo>
                  <a:lnTo>
                    <a:pt x="3473446" y="3828969"/>
                  </a:lnTo>
                  <a:lnTo>
                    <a:pt x="3425002" y="3883447"/>
                  </a:lnTo>
                  <a:lnTo>
                    <a:pt x="3376477" y="3939695"/>
                  </a:lnTo>
                  <a:lnTo>
                    <a:pt x="3327871" y="3997238"/>
                  </a:lnTo>
                  <a:lnTo>
                    <a:pt x="3279209" y="4055549"/>
                  </a:lnTo>
                  <a:lnTo>
                    <a:pt x="3230530" y="4114069"/>
                  </a:lnTo>
                  <a:lnTo>
                    <a:pt x="3181879" y="4172233"/>
                  </a:lnTo>
                  <a:lnTo>
                    <a:pt x="3133293" y="4229489"/>
                  </a:lnTo>
                  <a:lnTo>
                    <a:pt x="3084791" y="4285320"/>
                  </a:lnTo>
                  <a:lnTo>
                    <a:pt x="3036363" y="4339267"/>
                  </a:lnTo>
                  <a:lnTo>
                    <a:pt x="2987962" y="4390936"/>
                  </a:lnTo>
                  <a:lnTo>
                    <a:pt x="2939493" y="4440015"/>
                  </a:lnTo>
                  <a:lnTo>
                    <a:pt x="2890806" y="4486273"/>
                  </a:lnTo>
                  <a:lnTo>
                    <a:pt x="2841685" y="4529565"/>
                  </a:lnTo>
                  <a:lnTo>
                    <a:pt x="2791840" y="4569826"/>
                  </a:lnTo>
                  <a:lnTo>
                    <a:pt x="2740890" y="4607064"/>
                  </a:lnTo>
                  <a:lnTo>
                    <a:pt x="2702183" y="4632720"/>
                  </a:lnTo>
                  <a:lnTo>
                    <a:pt x="2650593" y="4663461"/>
                  </a:lnTo>
                  <a:lnTo>
                    <a:pt x="2596582" y="4691548"/>
                  </a:lnTo>
                  <a:lnTo>
                    <a:pt x="2539479" y="4717076"/>
                  </a:lnTo>
                  <a:lnTo>
                    <a:pt x="2478544" y="4740224"/>
                  </a:lnTo>
                  <a:lnTo>
                    <a:pt x="2413013" y="4761209"/>
                  </a:lnTo>
                  <a:lnTo>
                    <a:pt x="2342134" y="4780253"/>
                  </a:lnTo>
                  <a:lnTo>
                    <a:pt x="2265220" y="4797568"/>
                  </a:lnTo>
                  <a:lnTo>
                    <a:pt x="2181714" y="4813339"/>
                  </a:lnTo>
                  <a:lnTo>
                    <a:pt x="2091279" y="4827720"/>
                  </a:lnTo>
                  <a:lnTo>
                    <a:pt x="1993909" y="4840830"/>
                  </a:lnTo>
                  <a:lnTo>
                    <a:pt x="1890068" y="4852752"/>
                  </a:lnTo>
                  <a:lnTo>
                    <a:pt x="1780826" y="4863532"/>
                  </a:lnTo>
                  <a:lnTo>
                    <a:pt x="1667993" y="4873183"/>
                  </a:lnTo>
                  <a:lnTo>
                    <a:pt x="1554168" y="4881697"/>
                  </a:lnTo>
                  <a:lnTo>
                    <a:pt x="1442693" y="4889048"/>
                  </a:lnTo>
                  <a:lnTo>
                    <a:pt x="1337429" y="4895216"/>
                  </a:lnTo>
                  <a:lnTo>
                    <a:pt x="1242359" y="4900201"/>
                  </a:lnTo>
                  <a:lnTo>
                    <a:pt x="1161046" y="4904040"/>
                  </a:lnTo>
                  <a:lnTo>
                    <a:pt x="1096061" y="4906817"/>
                  </a:lnTo>
                  <a:lnTo>
                    <a:pt x="1048503" y="4908664"/>
                  </a:lnTo>
                  <a:lnTo>
                    <a:pt x="1017740" y="4909753"/>
                  </a:lnTo>
                  <a:lnTo>
                    <a:pt x="1001405" y="4910283"/>
                  </a:lnTo>
                  <a:lnTo>
                    <a:pt x="995564" y="4910456"/>
                  </a:lnTo>
                  <a:lnTo>
                    <a:pt x="994940" y="4910474"/>
                  </a:lnTo>
                  <a:lnTo>
                    <a:pt x="0" y="4910474"/>
                  </a:lnTo>
                  <a:lnTo>
                    <a:pt x="0" y="49104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8" name="pg2027"/>
            <p:cNvSpPr/>
            <p:nvPr/>
          </p:nvSpPr>
          <p:spPr>
            <a:xfrm>
              <a:off x="1199187" y="2169457"/>
              <a:ext cx="12049831" cy="4040528"/>
            </a:xfrm>
            <a:custGeom>
              <a:avLst/>
              <a:pathLst>
                <a:path w="12049831" h="4040528">
                  <a:moveTo>
                    <a:pt x="0" y="4040528"/>
                  </a:moveTo>
                  <a:lnTo>
                    <a:pt x="994940" y="4040528"/>
                  </a:lnTo>
                  <a:lnTo>
                    <a:pt x="995961" y="4040459"/>
                  </a:lnTo>
                  <a:lnTo>
                    <a:pt x="1002719" y="4039967"/>
                  </a:lnTo>
                  <a:lnTo>
                    <a:pt x="1019890" y="4038608"/>
                  </a:lnTo>
                  <a:lnTo>
                    <a:pt x="1050935" y="4035928"/>
                  </a:lnTo>
                  <a:lnTo>
                    <a:pt x="1097905" y="4031493"/>
                  </a:lnTo>
                  <a:lnTo>
                    <a:pt x="1161301" y="4024923"/>
                  </a:lnTo>
                  <a:lnTo>
                    <a:pt x="1240089" y="4015928"/>
                  </a:lnTo>
                  <a:lnTo>
                    <a:pt x="1331926" y="4004319"/>
                  </a:lnTo>
                  <a:lnTo>
                    <a:pt x="1433573" y="3990011"/>
                  </a:lnTo>
                  <a:lnTo>
                    <a:pt x="1541392" y="3973001"/>
                  </a:lnTo>
                  <a:lnTo>
                    <a:pt x="1651815" y="3953332"/>
                  </a:lnTo>
                  <a:lnTo>
                    <a:pt x="1761708" y="3931057"/>
                  </a:lnTo>
                  <a:lnTo>
                    <a:pt x="1868578" y="3906208"/>
                  </a:lnTo>
                  <a:lnTo>
                    <a:pt x="1970637" y="3878764"/>
                  </a:lnTo>
                  <a:lnTo>
                    <a:pt x="2066768" y="3848640"/>
                  </a:lnTo>
                  <a:lnTo>
                    <a:pt x="2156426" y="3815672"/>
                  </a:lnTo>
                  <a:lnTo>
                    <a:pt x="2239511" y="3779618"/>
                  </a:lnTo>
                  <a:lnTo>
                    <a:pt x="2316254" y="3740161"/>
                  </a:lnTo>
                  <a:lnTo>
                    <a:pt x="2387108" y="3696909"/>
                  </a:lnTo>
                  <a:lnTo>
                    <a:pt x="2452668" y="3649415"/>
                  </a:lnTo>
                  <a:lnTo>
                    <a:pt x="2513605" y="3597190"/>
                  </a:lnTo>
                  <a:lnTo>
                    <a:pt x="2570618" y="3539742"/>
                  </a:lnTo>
                  <a:lnTo>
                    <a:pt x="2624401" y="3476623"/>
                  </a:lnTo>
                  <a:lnTo>
                    <a:pt x="2675601" y="3407519"/>
                  </a:lnTo>
                  <a:lnTo>
                    <a:pt x="2702183" y="3367980"/>
                  </a:lnTo>
                  <a:lnTo>
                    <a:pt x="2740650" y="3306259"/>
                  </a:lnTo>
                  <a:lnTo>
                    <a:pt x="2778257" y="3240670"/>
                  </a:lnTo>
                  <a:lnTo>
                    <a:pt x="2815203" y="3171134"/>
                  </a:lnTo>
                  <a:lnTo>
                    <a:pt x="2851656" y="3097618"/>
                  </a:lnTo>
                  <a:lnTo>
                    <a:pt x="2887754" y="3020136"/>
                  </a:lnTo>
                  <a:lnTo>
                    <a:pt x="2923610" y="2938756"/>
                  </a:lnTo>
                  <a:lnTo>
                    <a:pt x="2959316" y="2853603"/>
                  </a:lnTo>
                  <a:lnTo>
                    <a:pt x="2994942" y="2764860"/>
                  </a:lnTo>
                  <a:lnTo>
                    <a:pt x="3030542" y="2672772"/>
                  </a:lnTo>
                  <a:lnTo>
                    <a:pt x="3066153" y="2577641"/>
                  </a:lnTo>
                  <a:lnTo>
                    <a:pt x="3101798" y="2479828"/>
                  </a:lnTo>
                  <a:lnTo>
                    <a:pt x="3137487" y="2379743"/>
                  </a:lnTo>
                  <a:lnTo>
                    <a:pt x="3173223" y="2277847"/>
                  </a:lnTo>
                  <a:lnTo>
                    <a:pt x="3208996" y="2174635"/>
                  </a:lnTo>
                  <a:lnTo>
                    <a:pt x="3244794" y="2070631"/>
                  </a:lnTo>
                  <a:lnTo>
                    <a:pt x="3280601" y="1966377"/>
                  </a:lnTo>
                  <a:lnTo>
                    <a:pt x="3316398" y="1862419"/>
                  </a:lnTo>
                  <a:lnTo>
                    <a:pt x="3352168" y="1759297"/>
                  </a:lnTo>
                  <a:lnTo>
                    <a:pt x="3387900" y="1657535"/>
                  </a:lnTo>
                  <a:lnTo>
                    <a:pt x="3423586" y="1557624"/>
                  </a:lnTo>
                  <a:lnTo>
                    <a:pt x="3459227" y="1460021"/>
                  </a:lnTo>
                  <a:lnTo>
                    <a:pt x="3494836" y="1365133"/>
                  </a:lnTo>
                  <a:lnTo>
                    <a:pt x="3530436" y="1273315"/>
                  </a:lnTo>
                  <a:lnTo>
                    <a:pt x="3566067" y="1184866"/>
                  </a:lnTo>
                  <a:lnTo>
                    <a:pt x="3601782" y="1100024"/>
                  </a:lnTo>
                  <a:lnTo>
                    <a:pt x="3637655" y="1018968"/>
                  </a:lnTo>
                  <a:lnTo>
                    <a:pt x="3673779" y="941817"/>
                  </a:lnTo>
                  <a:lnTo>
                    <a:pt x="3710267" y="868636"/>
                  </a:lnTo>
                  <a:lnTo>
                    <a:pt x="3747262" y="799434"/>
                  </a:lnTo>
                  <a:lnTo>
                    <a:pt x="3784932" y="734173"/>
                  </a:lnTo>
                  <a:lnTo>
                    <a:pt x="3820202" y="677788"/>
                  </a:lnTo>
                  <a:lnTo>
                    <a:pt x="3870259" y="605428"/>
                  </a:lnTo>
                  <a:lnTo>
                    <a:pt x="3922581" y="539127"/>
                  </a:lnTo>
                  <a:lnTo>
                    <a:pt x="3977779" y="478689"/>
                  </a:lnTo>
                  <a:lnTo>
                    <a:pt x="4036526" y="423725"/>
                  </a:lnTo>
                  <a:lnTo>
                    <a:pt x="4099522" y="373757"/>
                  </a:lnTo>
                  <a:lnTo>
                    <a:pt x="4167458" y="328290"/>
                  </a:lnTo>
                  <a:lnTo>
                    <a:pt x="4240978" y="286852"/>
                  </a:lnTo>
                  <a:lnTo>
                    <a:pt x="4320618" y="249018"/>
                  </a:lnTo>
                  <a:lnTo>
                    <a:pt x="4406742" y="214432"/>
                  </a:lnTo>
                  <a:lnTo>
                    <a:pt x="4499440" y="182808"/>
                  </a:lnTo>
                  <a:lnTo>
                    <a:pt x="4598422" y="153943"/>
                  </a:lnTo>
                  <a:lnTo>
                    <a:pt x="4702891" y="127710"/>
                  </a:lnTo>
                  <a:lnTo>
                    <a:pt x="4811429" y="104054"/>
                  </a:lnTo>
                  <a:lnTo>
                    <a:pt x="4921920" y="82983"/>
                  </a:lnTo>
                  <a:lnTo>
                    <a:pt x="5031557" y="64540"/>
                  </a:lnTo>
                  <a:lnTo>
                    <a:pt x="5136970" y="48781"/>
                  </a:lnTo>
                  <a:lnTo>
                    <a:pt x="5234505" y="35730"/>
                  </a:lnTo>
                  <a:lnTo>
                    <a:pt x="5320647" y="25350"/>
                  </a:lnTo>
                  <a:lnTo>
                    <a:pt x="5392512" y="17511"/>
                  </a:lnTo>
                  <a:lnTo>
                    <a:pt x="5448325" y="11974"/>
                  </a:lnTo>
                  <a:lnTo>
                    <a:pt x="5487746" y="8404"/>
                  </a:lnTo>
                  <a:lnTo>
                    <a:pt x="5512009" y="6393"/>
                  </a:lnTo>
                  <a:lnTo>
                    <a:pt x="5523840" y="5493"/>
                  </a:lnTo>
                  <a:lnTo>
                    <a:pt x="5527284" y="525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55" y="5294"/>
                  </a:lnTo>
                  <a:lnTo>
                    <a:pt x="6530521" y="5678"/>
                  </a:lnTo>
                  <a:lnTo>
                    <a:pt x="6548456" y="6738"/>
                  </a:lnTo>
                  <a:lnTo>
                    <a:pt x="6580828" y="8828"/>
                  </a:lnTo>
                  <a:lnTo>
                    <a:pt x="6629702" y="12285"/>
                  </a:lnTo>
                  <a:lnTo>
                    <a:pt x="6695485" y="17399"/>
                  </a:lnTo>
                  <a:lnTo>
                    <a:pt x="6776966" y="24392"/>
                  </a:lnTo>
                  <a:lnTo>
                    <a:pt x="6871575" y="33402"/>
                  </a:lnTo>
                  <a:lnTo>
                    <a:pt x="6975845" y="44486"/>
                  </a:lnTo>
                  <a:lnTo>
                    <a:pt x="7085950" y="57642"/>
                  </a:lnTo>
                  <a:lnTo>
                    <a:pt x="7198203" y="72831"/>
                  </a:lnTo>
                  <a:lnTo>
                    <a:pt x="7309420" y="90014"/>
                  </a:lnTo>
                  <a:lnTo>
                    <a:pt x="7417121" y="109173"/>
                  </a:lnTo>
                  <a:lnTo>
                    <a:pt x="7519576" y="130332"/>
                  </a:lnTo>
                  <a:lnTo>
                    <a:pt x="7615750" y="153572"/>
                  </a:lnTo>
                  <a:lnTo>
                    <a:pt x="7705187" y="179031"/>
                  </a:lnTo>
                  <a:lnTo>
                    <a:pt x="7787878" y="206915"/>
                  </a:lnTo>
                  <a:lnTo>
                    <a:pt x="7864134" y="237485"/>
                  </a:lnTo>
                  <a:lnTo>
                    <a:pt x="7934476" y="271060"/>
                  </a:lnTo>
                  <a:lnTo>
                    <a:pt x="7999558" y="308000"/>
                  </a:lnTo>
                  <a:lnTo>
                    <a:pt x="8060095" y="348690"/>
                  </a:lnTo>
                  <a:lnTo>
                    <a:pt x="8116822" y="393507"/>
                  </a:lnTo>
                  <a:lnTo>
                    <a:pt x="8170453" y="442775"/>
                  </a:lnTo>
                  <a:lnTo>
                    <a:pt x="8221642" y="496682"/>
                  </a:lnTo>
                  <a:lnTo>
                    <a:pt x="8229629" y="505721"/>
                  </a:lnTo>
                  <a:lnTo>
                    <a:pt x="8272922" y="557697"/>
                  </a:lnTo>
                  <a:lnTo>
                    <a:pt x="8315155" y="613341"/>
                  </a:lnTo>
                  <a:lnTo>
                    <a:pt x="8356606" y="672728"/>
                  </a:lnTo>
                  <a:lnTo>
                    <a:pt x="8397501" y="735877"/>
                  </a:lnTo>
                  <a:lnTo>
                    <a:pt x="8438022" y="802749"/>
                  </a:lnTo>
                  <a:lnTo>
                    <a:pt x="8478311" y="873236"/>
                  </a:lnTo>
                  <a:lnTo>
                    <a:pt x="8518479" y="947162"/>
                  </a:lnTo>
                  <a:lnTo>
                    <a:pt x="8558608" y="1024278"/>
                  </a:lnTo>
                  <a:lnTo>
                    <a:pt x="8598750" y="1104264"/>
                  </a:lnTo>
                  <a:lnTo>
                    <a:pt x="8638938" y="1186732"/>
                  </a:lnTo>
                  <a:lnTo>
                    <a:pt x="8679184" y="1271231"/>
                  </a:lnTo>
                  <a:lnTo>
                    <a:pt x="8719485" y="1357260"/>
                  </a:lnTo>
                  <a:lnTo>
                    <a:pt x="8759827" y="1444275"/>
                  </a:lnTo>
                  <a:lnTo>
                    <a:pt x="8800186" y="1531705"/>
                  </a:lnTo>
                  <a:lnTo>
                    <a:pt x="8840538" y="1618968"/>
                  </a:lnTo>
                  <a:lnTo>
                    <a:pt x="8880859" y="1705487"/>
                  </a:lnTo>
                  <a:lnTo>
                    <a:pt x="8921130" y="1790706"/>
                  </a:lnTo>
                  <a:lnTo>
                    <a:pt x="8961342" y="1874101"/>
                  </a:lnTo>
                  <a:lnTo>
                    <a:pt x="9001501" y="1955200"/>
                  </a:lnTo>
                  <a:lnTo>
                    <a:pt x="9041630" y="2033587"/>
                  </a:lnTo>
                  <a:lnTo>
                    <a:pt x="9081773" y="2108912"/>
                  </a:lnTo>
                  <a:lnTo>
                    <a:pt x="9121999" y="2180896"/>
                  </a:lnTo>
                  <a:lnTo>
                    <a:pt x="9162405" y="2249331"/>
                  </a:lnTo>
                  <a:lnTo>
                    <a:pt x="9203120" y="2314082"/>
                  </a:lnTo>
                  <a:lnTo>
                    <a:pt x="9244308" y="2375079"/>
                  </a:lnTo>
                  <a:lnTo>
                    <a:pt x="9286176" y="2432318"/>
                  </a:lnTo>
                  <a:lnTo>
                    <a:pt x="9328978" y="2485851"/>
                  </a:lnTo>
                  <a:lnTo>
                    <a:pt x="9347647" y="2507643"/>
                  </a:lnTo>
                  <a:lnTo>
                    <a:pt x="9398501" y="2562293"/>
                  </a:lnTo>
                  <a:lnTo>
                    <a:pt x="9451700" y="2612294"/>
                  </a:lnTo>
                  <a:lnTo>
                    <a:pt x="9507885" y="2657803"/>
                  </a:lnTo>
                  <a:lnTo>
                    <a:pt x="9567765" y="2699127"/>
                  </a:lnTo>
                  <a:lnTo>
                    <a:pt x="9632072" y="2736640"/>
                  </a:lnTo>
                  <a:lnTo>
                    <a:pt x="9701528" y="2770727"/>
                  </a:lnTo>
                  <a:lnTo>
                    <a:pt x="9776800" y="2801755"/>
                  </a:lnTo>
                  <a:lnTo>
                    <a:pt x="9858436" y="2830048"/>
                  </a:lnTo>
                  <a:lnTo>
                    <a:pt x="9946787" y="2855880"/>
                  </a:lnTo>
                  <a:lnTo>
                    <a:pt x="10041902" y="2879462"/>
                  </a:lnTo>
                  <a:lnTo>
                    <a:pt x="10143407" y="2900947"/>
                  </a:lnTo>
                  <a:lnTo>
                    <a:pt x="10250367" y="2920422"/>
                  </a:lnTo>
                  <a:lnTo>
                    <a:pt x="10361169" y="2937921"/>
                  </a:lnTo>
                  <a:lnTo>
                    <a:pt x="10473454" y="2953432"/>
                  </a:lnTo>
                  <a:lnTo>
                    <a:pt x="10584140" y="2966915"/>
                  </a:lnTo>
                  <a:lnTo>
                    <a:pt x="10689601" y="2978331"/>
                  </a:lnTo>
                  <a:lnTo>
                    <a:pt x="10786001" y="2987670"/>
                  </a:lnTo>
                  <a:lnTo>
                    <a:pt x="10869780" y="2994978"/>
                  </a:lnTo>
                  <a:lnTo>
                    <a:pt x="10938191" y="3000380"/>
                  </a:lnTo>
                  <a:lnTo>
                    <a:pt x="10989781" y="3004084"/>
                  </a:lnTo>
                  <a:lnTo>
                    <a:pt x="11024692" y="3006370"/>
                  </a:lnTo>
                  <a:lnTo>
                    <a:pt x="11044730" y="3007571"/>
                  </a:lnTo>
                  <a:lnTo>
                    <a:pt x="11053236" y="3008039"/>
                  </a:lnTo>
                  <a:lnTo>
                    <a:pt x="11054891" y="3008123"/>
                  </a:lnTo>
                  <a:lnTo>
                    <a:pt x="12049831" y="3008123"/>
                  </a:lnTo>
                  <a:lnTo>
                    <a:pt x="12049831" y="3002883"/>
                  </a:lnTo>
                  <a:lnTo>
                    <a:pt x="11054891" y="3002883"/>
                  </a:lnTo>
                  <a:lnTo>
                    <a:pt x="11053822" y="3002829"/>
                  </a:lnTo>
                  <a:lnTo>
                    <a:pt x="11046756" y="3002445"/>
                  </a:lnTo>
                  <a:lnTo>
                    <a:pt x="11028821" y="3001385"/>
                  </a:lnTo>
                  <a:lnTo>
                    <a:pt x="10996448" y="2999295"/>
                  </a:lnTo>
                  <a:lnTo>
                    <a:pt x="10947575" y="2995838"/>
                  </a:lnTo>
                  <a:lnTo>
                    <a:pt x="10881792" y="2990724"/>
                  </a:lnTo>
                  <a:lnTo>
                    <a:pt x="10800311" y="2983731"/>
                  </a:lnTo>
                  <a:lnTo>
                    <a:pt x="10705702" y="2974721"/>
                  </a:lnTo>
                  <a:lnTo>
                    <a:pt x="10601432" y="2963637"/>
                  </a:lnTo>
                  <a:lnTo>
                    <a:pt x="10491327" y="2950481"/>
                  </a:lnTo>
                  <a:lnTo>
                    <a:pt x="10379073" y="2935292"/>
                  </a:lnTo>
                  <a:lnTo>
                    <a:pt x="10267856" y="2918109"/>
                  </a:lnTo>
                  <a:lnTo>
                    <a:pt x="10160155" y="2898950"/>
                  </a:lnTo>
                  <a:lnTo>
                    <a:pt x="10057701" y="2877791"/>
                  </a:lnTo>
                  <a:lnTo>
                    <a:pt x="9961527" y="2854551"/>
                  </a:lnTo>
                  <a:lnTo>
                    <a:pt x="9872090" y="2829092"/>
                  </a:lnTo>
                  <a:lnTo>
                    <a:pt x="9789399" y="2801208"/>
                  </a:lnTo>
                  <a:lnTo>
                    <a:pt x="9713143" y="2770638"/>
                  </a:lnTo>
                  <a:lnTo>
                    <a:pt x="9642800" y="2737063"/>
                  </a:lnTo>
                  <a:lnTo>
                    <a:pt x="9577718" y="2700123"/>
                  </a:lnTo>
                  <a:lnTo>
                    <a:pt x="9517181" y="2659433"/>
                  </a:lnTo>
                  <a:lnTo>
                    <a:pt x="9460454" y="2614616"/>
                  </a:lnTo>
                  <a:lnTo>
                    <a:pt x="9406824" y="2565348"/>
                  </a:lnTo>
                  <a:lnTo>
                    <a:pt x="9355635" y="2511441"/>
                  </a:lnTo>
                  <a:lnTo>
                    <a:pt x="9347647" y="2502402"/>
                  </a:lnTo>
                  <a:lnTo>
                    <a:pt x="9304355" y="2450426"/>
                  </a:lnTo>
                  <a:lnTo>
                    <a:pt x="9262121" y="2394782"/>
                  </a:lnTo>
                  <a:lnTo>
                    <a:pt x="9220670" y="2335395"/>
                  </a:lnTo>
                  <a:lnTo>
                    <a:pt x="9179775" y="2272246"/>
                  </a:lnTo>
                  <a:lnTo>
                    <a:pt x="9139255" y="2205374"/>
                  </a:lnTo>
                  <a:lnTo>
                    <a:pt x="9098966" y="2134887"/>
                  </a:lnTo>
                  <a:lnTo>
                    <a:pt x="9058797" y="2060961"/>
                  </a:lnTo>
                  <a:lnTo>
                    <a:pt x="9018669" y="1983845"/>
                  </a:lnTo>
                  <a:lnTo>
                    <a:pt x="8978527" y="1903859"/>
                  </a:lnTo>
                  <a:lnTo>
                    <a:pt x="8938339" y="1821391"/>
                  </a:lnTo>
                  <a:lnTo>
                    <a:pt x="8898092" y="1736892"/>
                  </a:lnTo>
                  <a:lnTo>
                    <a:pt x="8857791" y="1650863"/>
                  </a:lnTo>
                  <a:lnTo>
                    <a:pt x="8817450" y="1563848"/>
                  </a:lnTo>
                  <a:lnTo>
                    <a:pt x="8777091" y="1476418"/>
                  </a:lnTo>
                  <a:lnTo>
                    <a:pt x="8736738" y="1389155"/>
                  </a:lnTo>
                  <a:lnTo>
                    <a:pt x="8696418" y="1302636"/>
                  </a:lnTo>
                  <a:lnTo>
                    <a:pt x="8656147" y="1217417"/>
                  </a:lnTo>
                  <a:lnTo>
                    <a:pt x="8615935" y="1134022"/>
                  </a:lnTo>
                  <a:lnTo>
                    <a:pt x="8575775" y="1052923"/>
                  </a:lnTo>
                  <a:lnTo>
                    <a:pt x="8535646" y="974536"/>
                  </a:lnTo>
                  <a:lnTo>
                    <a:pt x="8495503" y="899211"/>
                  </a:lnTo>
                  <a:lnTo>
                    <a:pt x="8455277" y="827227"/>
                  </a:lnTo>
                  <a:lnTo>
                    <a:pt x="8414871" y="758792"/>
                  </a:lnTo>
                  <a:lnTo>
                    <a:pt x="8374157" y="694041"/>
                  </a:lnTo>
                  <a:lnTo>
                    <a:pt x="8332968" y="633044"/>
                  </a:lnTo>
                  <a:lnTo>
                    <a:pt x="8291100" y="575805"/>
                  </a:lnTo>
                  <a:lnTo>
                    <a:pt x="8248299" y="522272"/>
                  </a:lnTo>
                  <a:lnTo>
                    <a:pt x="8229629" y="500480"/>
                  </a:lnTo>
                  <a:lnTo>
                    <a:pt x="8178775" y="445830"/>
                  </a:lnTo>
                  <a:lnTo>
                    <a:pt x="8125577" y="395829"/>
                  </a:lnTo>
                  <a:lnTo>
                    <a:pt x="8069391" y="350320"/>
                  </a:lnTo>
                  <a:lnTo>
                    <a:pt x="8009512" y="308996"/>
                  </a:lnTo>
                  <a:lnTo>
                    <a:pt x="7945205" y="271483"/>
                  </a:lnTo>
                  <a:lnTo>
                    <a:pt x="7875748" y="237396"/>
                  </a:lnTo>
                  <a:lnTo>
                    <a:pt x="7800476" y="206368"/>
                  </a:lnTo>
                  <a:lnTo>
                    <a:pt x="7718840" y="178075"/>
                  </a:lnTo>
                  <a:lnTo>
                    <a:pt x="7630489" y="152243"/>
                  </a:lnTo>
                  <a:lnTo>
                    <a:pt x="7535374" y="128661"/>
                  </a:lnTo>
                  <a:lnTo>
                    <a:pt x="7433870" y="107176"/>
                  </a:lnTo>
                  <a:lnTo>
                    <a:pt x="7326910" y="87701"/>
                  </a:lnTo>
                  <a:lnTo>
                    <a:pt x="7216107" y="70202"/>
                  </a:lnTo>
                  <a:lnTo>
                    <a:pt x="7103822" y="54691"/>
                  </a:lnTo>
                  <a:lnTo>
                    <a:pt x="6993136" y="41208"/>
                  </a:lnTo>
                  <a:lnTo>
                    <a:pt x="6887676" y="29792"/>
                  </a:lnTo>
                  <a:lnTo>
                    <a:pt x="6791276" y="20453"/>
                  </a:lnTo>
                  <a:lnTo>
                    <a:pt x="6707496" y="13145"/>
                  </a:lnTo>
                  <a:lnTo>
                    <a:pt x="6639085" y="7743"/>
                  </a:lnTo>
                  <a:lnTo>
                    <a:pt x="6587495" y="4039"/>
                  </a:lnTo>
                  <a:lnTo>
                    <a:pt x="6552585" y="1753"/>
                  </a:lnTo>
                  <a:lnTo>
                    <a:pt x="6532547" y="552"/>
                  </a:lnTo>
                  <a:lnTo>
                    <a:pt x="6524040" y="8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3" y="69"/>
                  </a:lnTo>
                  <a:lnTo>
                    <a:pt x="5519666" y="561"/>
                  </a:lnTo>
                  <a:lnTo>
                    <a:pt x="5502495" y="1920"/>
                  </a:lnTo>
                  <a:lnTo>
                    <a:pt x="5471450" y="4600"/>
                  </a:lnTo>
                  <a:lnTo>
                    <a:pt x="5424480" y="9035"/>
                  </a:lnTo>
                  <a:lnTo>
                    <a:pt x="5361084" y="15605"/>
                  </a:lnTo>
                  <a:lnTo>
                    <a:pt x="5282296" y="24600"/>
                  </a:lnTo>
                  <a:lnTo>
                    <a:pt x="5190459" y="36209"/>
                  </a:lnTo>
                  <a:lnTo>
                    <a:pt x="5088812" y="50517"/>
                  </a:lnTo>
                  <a:lnTo>
                    <a:pt x="4980993" y="67527"/>
                  </a:lnTo>
                  <a:lnTo>
                    <a:pt x="4870570" y="87196"/>
                  </a:lnTo>
                  <a:lnTo>
                    <a:pt x="4760677" y="109471"/>
                  </a:lnTo>
                  <a:lnTo>
                    <a:pt x="4653807" y="134320"/>
                  </a:lnTo>
                  <a:lnTo>
                    <a:pt x="4551748" y="161764"/>
                  </a:lnTo>
                  <a:lnTo>
                    <a:pt x="4455617" y="191888"/>
                  </a:lnTo>
                  <a:lnTo>
                    <a:pt x="4365959" y="224856"/>
                  </a:lnTo>
                  <a:lnTo>
                    <a:pt x="4282874" y="260909"/>
                  </a:lnTo>
                  <a:lnTo>
                    <a:pt x="4206131" y="300367"/>
                  </a:lnTo>
                  <a:lnTo>
                    <a:pt x="4135277" y="343619"/>
                  </a:lnTo>
                  <a:lnTo>
                    <a:pt x="4069717" y="391113"/>
                  </a:lnTo>
                  <a:lnTo>
                    <a:pt x="4008780" y="443337"/>
                  </a:lnTo>
                  <a:lnTo>
                    <a:pt x="3951767" y="500786"/>
                  </a:lnTo>
                  <a:lnTo>
                    <a:pt x="3897984" y="563905"/>
                  </a:lnTo>
                  <a:lnTo>
                    <a:pt x="3846784" y="633009"/>
                  </a:lnTo>
                  <a:lnTo>
                    <a:pt x="3820202" y="672548"/>
                  </a:lnTo>
                  <a:lnTo>
                    <a:pt x="3781735" y="734269"/>
                  </a:lnTo>
                  <a:lnTo>
                    <a:pt x="3744128" y="799858"/>
                  </a:lnTo>
                  <a:lnTo>
                    <a:pt x="3707182" y="869394"/>
                  </a:lnTo>
                  <a:lnTo>
                    <a:pt x="3670729" y="942910"/>
                  </a:lnTo>
                  <a:lnTo>
                    <a:pt x="3634631" y="1020392"/>
                  </a:lnTo>
                  <a:lnTo>
                    <a:pt x="3598775" y="1101772"/>
                  </a:lnTo>
                  <a:lnTo>
                    <a:pt x="3563069" y="1186925"/>
                  </a:lnTo>
                  <a:lnTo>
                    <a:pt x="3527443" y="1275668"/>
                  </a:lnTo>
                  <a:lnTo>
                    <a:pt x="3491843" y="1367756"/>
                  </a:lnTo>
                  <a:lnTo>
                    <a:pt x="3456232" y="1462887"/>
                  </a:lnTo>
                  <a:lnTo>
                    <a:pt x="3420587" y="1560700"/>
                  </a:lnTo>
                  <a:lnTo>
                    <a:pt x="3384898" y="1660784"/>
                  </a:lnTo>
                  <a:lnTo>
                    <a:pt x="3349162" y="1762681"/>
                  </a:lnTo>
                  <a:lnTo>
                    <a:pt x="3313389" y="1865893"/>
                  </a:lnTo>
                  <a:lnTo>
                    <a:pt x="3277591" y="1969897"/>
                  </a:lnTo>
                  <a:lnTo>
                    <a:pt x="3241784" y="2074151"/>
                  </a:lnTo>
                  <a:lnTo>
                    <a:pt x="3205987" y="2178109"/>
                  </a:lnTo>
                  <a:lnTo>
                    <a:pt x="3170217" y="2281231"/>
                  </a:lnTo>
                  <a:lnTo>
                    <a:pt x="3134485" y="2382993"/>
                  </a:lnTo>
                  <a:lnTo>
                    <a:pt x="3098799" y="2482904"/>
                  </a:lnTo>
                  <a:lnTo>
                    <a:pt x="3063158" y="2580507"/>
                  </a:lnTo>
                  <a:lnTo>
                    <a:pt x="3027549" y="2675395"/>
                  </a:lnTo>
                  <a:lnTo>
                    <a:pt x="2991949" y="2767213"/>
                  </a:lnTo>
                  <a:lnTo>
                    <a:pt x="2956318" y="2855662"/>
                  </a:lnTo>
                  <a:lnTo>
                    <a:pt x="2920603" y="2940504"/>
                  </a:lnTo>
                  <a:lnTo>
                    <a:pt x="2884730" y="3021560"/>
                  </a:lnTo>
                  <a:lnTo>
                    <a:pt x="2848606" y="3098711"/>
                  </a:lnTo>
                  <a:lnTo>
                    <a:pt x="2812118" y="3171892"/>
                  </a:lnTo>
                  <a:lnTo>
                    <a:pt x="2775123" y="3241094"/>
                  </a:lnTo>
                  <a:lnTo>
                    <a:pt x="2737453" y="3306355"/>
                  </a:lnTo>
                  <a:lnTo>
                    <a:pt x="2702183" y="3362740"/>
                  </a:lnTo>
                  <a:lnTo>
                    <a:pt x="2652126" y="3435100"/>
                  </a:lnTo>
                  <a:lnTo>
                    <a:pt x="2599804" y="3501401"/>
                  </a:lnTo>
                  <a:lnTo>
                    <a:pt x="2544606" y="3561839"/>
                  </a:lnTo>
                  <a:lnTo>
                    <a:pt x="2485859" y="3616803"/>
                  </a:lnTo>
                  <a:lnTo>
                    <a:pt x="2422863" y="3666771"/>
                  </a:lnTo>
                  <a:lnTo>
                    <a:pt x="2354927" y="3712238"/>
                  </a:lnTo>
                  <a:lnTo>
                    <a:pt x="2281407" y="3753676"/>
                  </a:lnTo>
                  <a:lnTo>
                    <a:pt x="2201767" y="3791510"/>
                  </a:lnTo>
                  <a:lnTo>
                    <a:pt x="2115643" y="3826096"/>
                  </a:lnTo>
                  <a:lnTo>
                    <a:pt x="2022945" y="3857719"/>
                  </a:lnTo>
                  <a:lnTo>
                    <a:pt x="1923963" y="3886585"/>
                  </a:lnTo>
                  <a:lnTo>
                    <a:pt x="1819494" y="3912818"/>
                  </a:lnTo>
                  <a:lnTo>
                    <a:pt x="1710956" y="3936474"/>
                  </a:lnTo>
                  <a:lnTo>
                    <a:pt x="1600465" y="3957545"/>
                  </a:lnTo>
                  <a:lnTo>
                    <a:pt x="1490828" y="3975987"/>
                  </a:lnTo>
                  <a:lnTo>
                    <a:pt x="1385415" y="3991747"/>
                  </a:lnTo>
                  <a:lnTo>
                    <a:pt x="1287880" y="4004798"/>
                  </a:lnTo>
                  <a:lnTo>
                    <a:pt x="1201738" y="4015177"/>
                  </a:lnTo>
                  <a:lnTo>
                    <a:pt x="1129873" y="4023017"/>
                  </a:lnTo>
                  <a:lnTo>
                    <a:pt x="1074060" y="4028554"/>
                  </a:lnTo>
                  <a:lnTo>
                    <a:pt x="1034639" y="4032124"/>
                  </a:lnTo>
                  <a:lnTo>
                    <a:pt x="1010376" y="4034135"/>
                  </a:lnTo>
                  <a:lnTo>
                    <a:pt x="998545" y="4035035"/>
                  </a:lnTo>
                  <a:lnTo>
                    <a:pt x="995101" y="4035277"/>
                  </a:lnTo>
                  <a:lnTo>
                    <a:pt x="994940" y="4035288"/>
                  </a:lnTo>
                  <a:lnTo>
                    <a:pt x="0" y="4035288"/>
                  </a:lnTo>
                  <a:close/>
                </a:path>
              </a:pathLst>
            </a:custGeom>
            <a:solidFill>
              <a:srgbClr val="FF7043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29" name="pl2028"/>
            <p:cNvSpPr/>
            <p:nvPr/>
          </p:nvSpPr>
          <p:spPr>
            <a:xfrm>
              <a:off x="1199187" y="2174698"/>
              <a:ext cx="12049831" cy="4035288"/>
            </a:xfrm>
            <a:custGeom>
              <a:avLst/>
              <a:pathLst>
                <a:path w="12049831" h="4035288">
                  <a:moveTo>
                    <a:pt x="0" y="4035288"/>
                  </a:moveTo>
                  <a:lnTo>
                    <a:pt x="994940" y="4035288"/>
                  </a:lnTo>
                  <a:lnTo>
                    <a:pt x="995961" y="4035219"/>
                  </a:lnTo>
                  <a:lnTo>
                    <a:pt x="1002719" y="4034726"/>
                  </a:lnTo>
                  <a:lnTo>
                    <a:pt x="1019890" y="4033367"/>
                  </a:lnTo>
                  <a:lnTo>
                    <a:pt x="1050935" y="4030687"/>
                  </a:lnTo>
                  <a:lnTo>
                    <a:pt x="1097905" y="4026252"/>
                  </a:lnTo>
                  <a:lnTo>
                    <a:pt x="1161301" y="4019683"/>
                  </a:lnTo>
                  <a:lnTo>
                    <a:pt x="1240089" y="4010687"/>
                  </a:lnTo>
                  <a:lnTo>
                    <a:pt x="1331926" y="3999078"/>
                  </a:lnTo>
                  <a:lnTo>
                    <a:pt x="1433573" y="3984771"/>
                  </a:lnTo>
                  <a:lnTo>
                    <a:pt x="1541392" y="3967760"/>
                  </a:lnTo>
                  <a:lnTo>
                    <a:pt x="1651815" y="3948091"/>
                  </a:lnTo>
                  <a:lnTo>
                    <a:pt x="1761708" y="3925817"/>
                  </a:lnTo>
                  <a:lnTo>
                    <a:pt x="1868578" y="3900967"/>
                  </a:lnTo>
                  <a:lnTo>
                    <a:pt x="1970637" y="3873524"/>
                  </a:lnTo>
                  <a:lnTo>
                    <a:pt x="2066768" y="3843399"/>
                  </a:lnTo>
                  <a:lnTo>
                    <a:pt x="2156426" y="3810431"/>
                  </a:lnTo>
                  <a:lnTo>
                    <a:pt x="2239511" y="3774378"/>
                  </a:lnTo>
                  <a:lnTo>
                    <a:pt x="2316254" y="3734920"/>
                  </a:lnTo>
                  <a:lnTo>
                    <a:pt x="2387108" y="3691669"/>
                  </a:lnTo>
                  <a:lnTo>
                    <a:pt x="2452668" y="3644174"/>
                  </a:lnTo>
                  <a:lnTo>
                    <a:pt x="2513605" y="3591950"/>
                  </a:lnTo>
                  <a:lnTo>
                    <a:pt x="2570618" y="3534501"/>
                  </a:lnTo>
                  <a:lnTo>
                    <a:pt x="2624401" y="3471383"/>
                  </a:lnTo>
                  <a:lnTo>
                    <a:pt x="2675601" y="3402278"/>
                  </a:lnTo>
                  <a:lnTo>
                    <a:pt x="2702183" y="3362740"/>
                  </a:lnTo>
                  <a:lnTo>
                    <a:pt x="2740650" y="3301018"/>
                  </a:lnTo>
                  <a:lnTo>
                    <a:pt x="2778257" y="3235429"/>
                  </a:lnTo>
                  <a:lnTo>
                    <a:pt x="2815203" y="3165893"/>
                  </a:lnTo>
                  <a:lnTo>
                    <a:pt x="2851656" y="3092377"/>
                  </a:lnTo>
                  <a:lnTo>
                    <a:pt x="2887754" y="3014895"/>
                  </a:lnTo>
                  <a:lnTo>
                    <a:pt x="2923610" y="2933515"/>
                  </a:lnTo>
                  <a:lnTo>
                    <a:pt x="2959316" y="2848362"/>
                  </a:lnTo>
                  <a:lnTo>
                    <a:pt x="2994942" y="2759620"/>
                  </a:lnTo>
                  <a:lnTo>
                    <a:pt x="3030542" y="2667531"/>
                  </a:lnTo>
                  <a:lnTo>
                    <a:pt x="3066153" y="2572401"/>
                  </a:lnTo>
                  <a:lnTo>
                    <a:pt x="3101798" y="2474587"/>
                  </a:lnTo>
                  <a:lnTo>
                    <a:pt x="3137487" y="2374503"/>
                  </a:lnTo>
                  <a:lnTo>
                    <a:pt x="3173223" y="2272607"/>
                  </a:lnTo>
                  <a:lnTo>
                    <a:pt x="3208996" y="2169394"/>
                  </a:lnTo>
                  <a:lnTo>
                    <a:pt x="3244794" y="2065390"/>
                  </a:lnTo>
                  <a:lnTo>
                    <a:pt x="3280601" y="1961136"/>
                  </a:lnTo>
                  <a:lnTo>
                    <a:pt x="3316398" y="1857178"/>
                  </a:lnTo>
                  <a:lnTo>
                    <a:pt x="3352168" y="1754056"/>
                  </a:lnTo>
                  <a:lnTo>
                    <a:pt x="3387900" y="1652294"/>
                  </a:lnTo>
                  <a:lnTo>
                    <a:pt x="3423586" y="1552384"/>
                  </a:lnTo>
                  <a:lnTo>
                    <a:pt x="3459227" y="1454780"/>
                  </a:lnTo>
                  <a:lnTo>
                    <a:pt x="3494836" y="1359892"/>
                  </a:lnTo>
                  <a:lnTo>
                    <a:pt x="3530436" y="1268075"/>
                  </a:lnTo>
                  <a:lnTo>
                    <a:pt x="3566067" y="1179625"/>
                  </a:lnTo>
                  <a:lnTo>
                    <a:pt x="3601782" y="1094783"/>
                  </a:lnTo>
                  <a:lnTo>
                    <a:pt x="3637655" y="1013727"/>
                  </a:lnTo>
                  <a:lnTo>
                    <a:pt x="3673779" y="936577"/>
                  </a:lnTo>
                  <a:lnTo>
                    <a:pt x="3710267" y="863395"/>
                  </a:lnTo>
                  <a:lnTo>
                    <a:pt x="3747262" y="794193"/>
                  </a:lnTo>
                  <a:lnTo>
                    <a:pt x="3784932" y="728933"/>
                  </a:lnTo>
                  <a:lnTo>
                    <a:pt x="3820202" y="672548"/>
                  </a:lnTo>
                  <a:lnTo>
                    <a:pt x="3870259" y="600187"/>
                  </a:lnTo>
                  <a:lnTo>
                    <a:pt x="3922581" y="533887"/>
                  </a:lnTo>
                  <a:lnTo>
                    <a:pt x="3977779" y="473449"/>
                  </a:lnTo>
                  <a:lnTo>
                    <a:pt x="4036526" y="418484"/>
                  </a:lnTo>
                  <a:lnTo>
                    <a:pt x="4099522" y="368516"/>
                  </a:lnTo>
                  <a:lnTo>
                    <a:pt x="4167458" y="323050"/>
                  </a:lnTo>
                  <a:lnTo>
                    <a:pt x="4240978" y="281611"/>
                  </a:lnTo>
                  <a:lnTo>
                    <a:pt x="4320618" y="243778"/>
                  </a:lnTo>
                  <a:lnTo>
                    <a:pt x="4406742" y="209191"/>
                  </a:lnTo>
                  <a:lnTo>
                    <a:pt x="4499440" y="177568"/>
                  </a:lnTo>
                  <a:lnTo>
                    <a:pt x="4598422" y="148703"/>
                  </a:lnTo>
                  <a:lnTo>
                    <a:pt x="4702891" y="122469"/>
                  </a:lnTo>
                  <a:lnTo>
                    <a:pt x="4811429" y="98814"/>
                  </a:lnTo>
                  <a:lnTo>
                    <a:pt x="4921920" y="77742"/>
                  </a:lnTo>
                  <a:lnTo>
                    <a:pt x="5031557" y="59300"/>
                  </a:lnTo>
                  <a:lnTo>
                    <a:pt x="5136970" y="43540"/>
                  </a:lnTo>
                  <a:lnTo>
                    <a:pt x="5234505" y="30490"/>
                  </a:lnTo>
                  <a:lnTo>
                    <a:pt x="5320647" y="20110"/>
                  </a:lnTo>
                  <a:lnTo>
                    <a:pt x="5392512" y="12270"/>
                  </a:lnTo>
                  <a:lnTo>
                    <a:pt x="5448325" y="6733"/>
                  </a:lnTo>
                  <a:lnTo>
                    <a:pt x="5487746" y="3164"/>
                  </a:lnTo>
                  <a:lnTo>
                    <a:pt x="5512009" y="1153"/>
                  </a:lnTo>
                  <a:lnTo>
                    <a:pt x="5523840" y="252"/>
                  </a:lnTo>
                  <a:lnTo>
                    <a:pt x="5527284" y="1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55" y="53"/>
                  </a:lnTo>
                  <a:lnTo>
                    <a:pt x="6530521" y="437"/>
                  </a:lnTo>
                  <a:lnTo>
                    <a:pt x="6548456" y="1497"/>
                  </a:lnTo>
                  <a:lnTo>
                    <a:pt x="6580828" y="3587"/>
                  </a:lnTo>
                  <a:lnTo>
                    <a:pt x="6629702" y="7044"/>
                  </a:lnTo>
                  <a:lnTo>
                    <a:pt x="6695485" y="12158"/>
                  </a:lnTo>
                  <a:lnTo>
                    <a:pt x="6776966" y="19152"/>
                  </a:lnTo>
                  <a:lnTo>
                    <a:pt x="6871575" y="28162"/>
                  </a:lnTo>
                  <a:lnTo>
                    <a:pt x="6975845" y="39246"/>
                  </a:lnTo>
                  <a:lnTo>
                    <a:pt x="7085950" y="52401"/>
                  </a:lnTo>
                  <a:lnTo>
                    <a:pt x="7198203" y="67591"/>
                  </a:lnTo>
                  <a:lnTo>
                    <a:pt x="7309420" y="84774"/>
                  </a:lnTo>
                  <a:lnTo>
                    <a:pt x="7417121" y="103933"/>
                  </a:lnTo>
                  <a:lnTo>
                    <a:pt x="7519576" y="125092"/>
                  </a:lnTo>
                  <a:lnTo>
                    <a:pt x="7615750" y="148331"/>
                  </a:lnTo>
                  <a:lnTo>
                    <a:pt x="7705187" y="173791"/>
                  </a:lnTo>
                  <a:lnTo>
                    <a:pt x="7787878" y="201674"/>
                  </a:lnTo>
                  <a:lnTo>
                    <a:pt x="7864134" y="232244"/>
                  </a:lnTo>
                  <a:lnTo>
                    <a:pt x="7934476" y="265819"/>
                  </a:lnTo>
                  <a:lnTo>
                    <a:pt x="7999558" y="302760"/>
                  </a:lnTo>
                  <a:lnTo>
                    <a:pt x="8060095" y="343449"/>
                  </a:lnTo>
                  <a:lnTo>
                    <a:pt x="8116822" y="388267"/>
                  </a:lnTo>
                  <a:lnTo>
                    <a:pt x="8170453" y="437534"/>
                  </a:lnTo>
                  <a:lnTo>
                    <a:pt x="8221642" y="491441"/>
                  </a:lnTo>
                  <a:lnTo>
                    <a:pt x="8229629" y="500480"/>
                  </a:lnTo>
                  <a:lnTo>
                    <a:pt x="8272922" y="552456"/>
                  </a:lnTo>
                  <a:lnTo>
                    <a:pt x="8315155" y="608101"/>
                  </a:lnTo>
                  <a:lnTo>
                    <a:pt x="8356606" y="667487"/>
                  </a:lnTo>
                  <a:lnTo>
                    <a:pt x="8397501" y="730637"/>
                  </a:lnTo>
                  <a:lnTo>
                    <a:pt x="8438022" y="797508"/>
                  </a:lnTo>
                  <a:lnTo>
                    <a:pt x="8478311" y="867995"/>
                  </a:lnTo>
                  <a:lnTo>
                    <a:pt x="8518479" y="941921"/>
                  </a:lnTo>
                  <a:lnTo>
                    <a:pt x="8558608" y="1019037"/>
                  </a:lnTo>
                  <a:lnTo>
                    <a:pt x="8598750" y="1099023"/>
                  </a:lnTo>
                  <a:lnTo>
                    <a:pt x="8638938" y="1181491"/>
                  </a:lnTo>
                  <a:lnTo>
                    <a:pt x="8679184" y="1265991"/>
                  </a:lnTo>
                  <a:lnTo>
                    <a:pt x="8719485" y="1352020"/>
                  </a:lnTo>
                  <a:lnTo>
                    <a:pt x="8759827" y="1439035"/>
                  </a:lnTo>
                  <a:lnTo>
                    <a:pt x="8800186" y="1526464"/>
                  </a:lnTo>
                  <a:lnTo>
                    <a:pt x="8840538" y="1613728"/>
                  </a:lnTo>
                  <a:lnTo>
                    <a:pt x="8880859" y="1700247"/>
                  </a:lnTo>
                  <a:lnTo>
                    <a:pt x="8921130" y="1785465"/>
                  </a:lnTo>
                  <a:lnTo>
                    <a:pt x="8961342" y="1868860"/>
                  </a:lnTo>
                  <a:lnTo>
                    <a:pt x="9001501" y="1949959"/>
                  </a:lnTo>
                  <a:lnTo>
                    <a:pt x="9041630" y="2028346"/>
                  </a:lnTo>
                  <a:lnTo>
                    <a:pt x="9081773" y="2103671"/>
                  </a:lnTo>
                  <a:lnTo>
                    <a:pt x="9121999" y="2175655"/>
                  </a:lnTo>
                  <a:lnTo>
                    <a:pt x="9162405" y="2244090"/>
                  </a:lnTo>
                  <a:lnTo>
                    <a:pt x="9203120" y="2308841"/>
                  </a:lnTo>
                  <a:lnTo>
                    <a:pt x="9244308" y="2369838"/>
                  </a:lnTo>
                  <a:lnTo>
                    <a:pt x="9286176" y="2427077"/>
                  </a:lnTo>
                  <a:lnTo>
                    <a:pt x="9328978" y="2480610"/>
                  </a:lnTo>
                  <a:lnTo>
                    <a:pt x="9347647" y="2502402"/>
                  </a:lnTo>
                  <a:lnTo>
                    <a:pt x="9398501" y="2557053"/>
                  </a:lnTo>
                  <a:lnTo>
                    <a:pt x="9451700" y="2607053"/>
                  </a:lnTo>
                  <a:lnTo>
                    <a:pt x="9507885" y="2652562"/>
                  </a:lnTo>
                  <a:lnTo>
                    <a:pt x="9567765" y="2693886"/>
                  </a:lnTo>
                  <a:lnTo>
                    <a:pt x="9632072" y="2731399"/>
                  </a:lnTo>
                  <a:lnTo>
                    <a:pt x="9701528" y="2765487"/>
                  </a:lnTo>
                  <a:lnTo>
                    <a:pt x="9776800" y="2796514"/>
                  </a:lnTo>
                  <a:lnTo>
                    <a:pt x="9858436" y="2824808"/>
                  </a:lnTo>
                  <a:lnTo>
                    <a:pt x="9946787" y="2850639"/>
                  </a:lnTo>
                  <a:lnTo>
                    <a:pt x="10041902" y="2874222"/>
                  </a:lnTo>
                  <a:lnTo>
                    <a:pt x="10143407" y="2895706"/>
                  </a:lnTo>
                  <a:lnTo>
                    <a:pt x="10250367" y="2915182"/>
                  </a:lnTo>
                  <a:lnTo>
                    <a:pt x="10361169" y="2932681"/>
                  </a:lnTo>
                  <a:lnTo>
                    <a:pt x="10473454" y="2948191"/>
                  </a:lnTo>
                  <a:lnTo>
                    <a:pt x="10584140" y="2961674"/>
                  </a:lnTo>
                  <a:lnTo>
                    <a:pt x="10689601" y="2973090"/>
                  </a:lnTo>
                  <a:lnTo>
                    <a:pt x="10786001" y="2982429"/>
                  </a:lnTo>
                  <a:lnTo>
                    <a:pt x="10869780" y="2989738"/>
                  </a:lnTo>
                  <a:lnTo>
                    <a:pt x="10938191" y="2995140"/>
                  </a:lnTo>
                  <a:lnTo>
                    <a:pt x="10989781" y="2998843"/>
                  </a:lnTo>
                  <a:lnTo>
                    <a:pt x="11024692" y="3001129"/>
                  </a:lnTo>
                  <a:lnTo>
                    <a:pt x="11044730" y="3002330"/>
                  </a:lnTo>
                  <a:lnTo>
                    <a:pt x="11053236" y="3002799"/>
                  </a:lnTo>
                  <a:lnTo>
                    <a:pt x="11054886" y="3002883"/>
                  </a:lnTo>
                  <a:lnTo>
                    <a:pt x="11054891" y="3002883"/>
                  </a:lnTo>
                  <a:lnTo>
                    <a:pt x="12049831" y="3002883"/>
                  </a:lnTo>
                  <a:lnTo>
                    <a:pt x="12049831" y="30028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0" name="pl2029"/>
            <p:cNvSpPr/>
            <p:nvPr/>
          </p:nvSpPr>
          <p:spPr>
            <a:xfrm>
              <a:off x="1199187" y="2169457"/>
              <a:ext cx="12049831" cy="4035288"/>
            </a:xfrm>
            <a:custGeom>
              <a:avLst/>
              <a:pathLst>
                <a:path w="12049831" h="4035288">
                  <a:moveTo>
                    <a:pt x="12049831" y="3002883"/>
                  </a:moveTo>
                  <a:lnTo>
                    <a:pt x="11054891" y="3002883"/>
                  </a:lnTo>
                  <a:lnTo>
                    <a:pt x="11053822" y="3002829"/>
                  </a:lnTo>
                  <a:lnTo>
                    <a:pt x="11046756" y="3002445"/>
                  </a:lnTo>
                  <a:lnTo>
                    <a:pt x="11028821" y="3001385"/>
                  </a:lnTo>
                  <a:lnTo>
                    <a:pt x="10996448" y="2999295"/>
                  </a:lnTo>
                  <a:lnTo>
                    <a:pt x="10947575" y="2995838"/>
                  </a:lnTo>
                  <a:lnTo>
                    <a:pt x="10881792" y="2990724"/>
                  </a:lnTo>
                  <a:lnTo>
                    <a:pt x="10800311" y="2983731"/>
                  </a:lnTo>
                  <a:lnTo>
                    <a:pt x="10705702" y="2974721"/>
                  </a:lnTo>
                  <a:lnTo>
                    <a:pt x="10601432" y="2963637"/>
                  </a:lnTo>
                  <a:lnTo>
                    <a:pt x="10491327" y="2950481"/>
                  </a:lnTo>
                  <a:lnTo>
                    <a:pt x="10379073" y="2935292"/>
                  </a:lnTo>
                  <a:lnTo>
                    <a:pt x="10267856" y="2918109"/>
                  </a:lnTo>
                  <a:lnTo>
                    <a:pt x="10160155" y="2898950"/>
                  </a:lnTo>
                  <a:lnTo>
                    <a:pt x="10057701" y="2877791"/>
                  </a:lnTo>
                  <a:lnTo>
                    <a:pt x="9961527" y="2854551"/>
                  </a:lnTo>
                  <a:lnTo>
                    <a:pt x="9872090" y="2829092"/>
                  </a:lnTo>
                  <a:lnTo>
                    <a:pt x="9789399" y="2801208"/>
                  </a:lnTo>
                  <a:lnTo>
                    <a:pt x="9713143" y="2770638"/>
                  </a:lnTo>
                  <a:lnTo>
                    <a:pt x="9642800" y="2737063"/>
                  </a:lnTo>
                  <a:lnTo>
                    <a:pt x="9577718" y="2700123"/>
                  </a:lnTo>
                  <a:lnTo>
                    <a:pt x="9517181" y="2659433"/>
                  </a:lnTo>
                  <a:lnTo>
                    <a:pt x="9460454" y="2614616"/>
                  </a:lnTo>
                  <a:lnTo>
                    <a:pt x="9406824" y="2565348"/>
                  </a:lnTo>
                  <a:lnTo>
                    <a:pt x="9355635" y="2511441"/>
                  </a:lnTo>
                  <a:lnTo>
                    <a:pt x="9347647" y="2502402"/>
                  </a:lnTo>
                  <a:lnTo>
                    <a:pt x="9304355" y="2450426"/>
                  </a:lnTo>
                  <a:lnTo>
                    <a:pt x="9262121" y="2394782"/>
                  </a:lnTo>
                  <a:lnTo>
                    <a:pt x="9220670" y="2335395"/>
                  </a:lnTo>
                  <a:lnTo>
                    <a:pt x="9179775" y="2272246"/>
                  </a:lnTo>
                  <a:lnTo>
                    <a:pt x="9139255" y="2205374"/>
                  </a:lnTo>
                  <a:lnTo>
                    <a:pt x="9098966" y="2134887"/>
                  </a:lnTo>
                  <a:lnTo>
                    <a:pt x="9058797" y="2060961"/>
                  </a:lnTo>
                  <a:lnTo>
                    <a:pt x="9018669" y="1983845"/>
                  </a:lnTo>
                  <a:lnTo>
                    <a:pt x="8978527" y="1903859"/>
                  </a:lnTo>
                  <a:lnTo>
                    <a:pt x="8938339" y="1821391"/>
                  </a:lnTo>
                  <a:lnTo>
                    <a:pt x="8898092" y="1736892"/>
                  </a:lnTo>
                  <a:lnTo>
                    <a:pt x="8857791" y="1650863"/>
                  </a:lnTo>
                  <a:lnTo>
                    <a:pt x="8817450" y="1563848"/>
                  </a:lnTo>
                  <a:lnTo>
                    <a:pt x="8777091" y="1476418"/>
                  </a:lnTo>
                  <a:lnTo>
                    <a:pt x="8736738" y="1389155"/>
                  </a:lnTo>
                  <a:lnTo>
                    <a:pt x="8696418" y="1302636"/>
                  </a:lnTo>
                  <a:lnTo>
                    <a:pt x="8656147" y="1217417"/>
                  </a:lnTo>
                  <a:lnTo>
                    <a:pt x="8615935" y="1134022"/>
                  </a:lnTo>
                  <a:lnTo>
                    <a:pt x="8575775" y="1052923"/>
                  </a:lnTo>
                  <a:lnTo>
                    <a:pt x="8535646" y="974536"/>
                  </a:lnTo>
                  <a:lnTo>
                    <a:pt x="8495503" y="899211"/>
                  </a:lnTo>
                  <a:lnTo>
                    <a:pt x="8455277" y="827227"/>
                  </a:lnTo>
                  <a:lnTo>
                    <a:pt x="8414871" y="758792"/>
                  </a:lnTo>
                  <a:lnTo>
                    <a:pt x="8374157" y="694041"/>
                  </a:lnTo>
                  <a:lnTo>
                    <a:pt x="8332968" y="633044"/>
                  </a:lnTo>
                  <a:lnTo>
                    <a:pt x="8291100" y="575805"/>
                  </a:lnTo>
                  <a:lnTo>
                    <a:pt x="8248299" y="522272"/>
                  </a:lnTo>
                  <a:lnTo>
                    <a:pt x="8229629" y="500480"/>
                  </a:lnTo>
                  <a:lnTo>
                    <a:pt x="8178775" y="445830"/>
                  </a:lnTo>
                  <a:lnTo>
                    <a:pt x="8125577" y="395829"/>
                  </a:lnTo>
                  <a:lnTo>
                    <a:pt x="8069391" y="350320"/>
                  </a:lnTo>
                  <a:lnTo>
                    <a:pt x="8009512" y="308996"/>
                  </a:lnTo>
                  <a:lnTo>
                    <a:pt x="7945205" y="271483"/>
                  </a:lnTo>
                  <a:lnTo>
                    <a:pt x="7875748" y="237396"/>
                  </a:lnTo>
                  <a:lnTo>
                    <a:pt x="7800476" y="206368"/>
                  </a:lnTo>
                  <a:lnTo>
                    <a:pt x="7718840" y="178075"/>
                  </a:lnTo>
                  <a:lnTo>
                    <a:pt x="7630489" y="152243"/>
                  </a:lnTo>
                  <a:lnTo>
                    <a:pt x="7535374" y="128661"/>
                  </a:lnTo>
                  <a:lnTo>
                    <a:pt x="7433870" y="107176"/>
                  </a:lnTo>
                  <a:lnTo>
                    <a:pt x="7326910" y="87701"/>
                  </a:lnTo>
                  <a:lnTo>
                    <a:pt x="7216107" y="70202"/>
                  </a:lnTo>
                  <a:lnTo>
                    <a:pt x="7103822" y="54691"/>
                  </a:lnTo>
                  <a:lnTo>
                    <a:pt x="6993136" y="41208"/>
                  </a:lnTo>
                  <a:lnTo>
                    <a:pt x="6887676" y="29792"/>
                  </a:lnTo>
                  <a:lnTo>
                    <a:pt x="6791276" y="20453"/>
                  </a:lnTo>
                  <a:lnTo>
                    <a:pt x="6707496" y="13145"/>
                  </a:lnTo>
                  <a:lnTo>
                    <a:pt x="6639085" y="7743"/>
                  </a:lnTo>
                  <a:lnTo>
                    <a:pt x="6587495" y="4039"/>
                  </a:lnTo>
                  <a:lnTo>
                    <a:pt x="6552585" y="1753"/>
                  </a:lnTo>
                  <a:lnTo>
                    <a:pt x="6532547" y="552"/>
                  </a:lnTo>
                  <a:lnTo>
                    <a:pt x="6524040" y="84"/>
                  </a:lnTo>
                  <a:lnTo>
                    <a:pt x="6522390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3" y="69"/>
                  </a:lnTo>
                  <a:lnTo>
                    <a:pt x="5519666" y="561"/>
                  </a:lnTo>
                  <a:lnTo>
                    <a:pt x="5502495" y="1920"/>
                  </a:lnTo>
                  <a:lnTo>
                    <a:pt x="5471450" y="4600"/>
                  </a:lnTo>
                  <a:lnTo>
                    <a:pt x="5424480" y="9035"/>
                  </a:lnTo>
                  <a:lnTo>
                    <a:pt x="5361084" y="15605"/>
                  </a:lnTo>
                  <a:lnTo>
                    <a:pt x="5282296" y="24600"/>
                  </a:lnTo>
                  <a:lnTo>
                    <a:pt x="5190459" y="36209"/>
                  </a:lnTo>
                  <a:lnTo>
                    <a:pt x="5088812" y="50517"/>
                  </a:lnTo>
                  <a:lnTo>
                    <a:pt x="4980993" y="67527"/>
                  </a:lnTo>
                  <a:lnTo>
                    <a:pt x="4870570" y="87196"/>
                  </a:lnTo>
                  <a:lnTo>
                    <a:pt x="4760677" y="109471"/>
                  </a:lnTo>
                  <a:lnTo>
                    <a:pt x="4653807" y="134320"/>
                  </a:lnTo>
                  <a:lnTo>
                    <a:pt x="4551748" y="161764"/>
                  </a:lnTo>
                  <a:lnTo>
                    <a:pt x="4455617" y="191888"/>
                  </a:lnTo>
                  <a:lnTo>
                    <a:pt x="4365959" y="224856"/>
                  </a:lnTo>
                  <a:lnTo>
                    <a:pt x="4282874" y="260909"/>
                  </a:lnTo>
                  <a:lnTo>
                    <a:pt x="4206131" y="300367"/>
                  </a:lnTo>
                  <a:lnTo>
                    <a:pt x="4135277" y="343619"/>
                  </a:lnTo>
                  <a:lnTo>
                    <a:pt x="4069717" y="391113"/>
                  </a:lnTo>
                  <a:lnTo>
                    <a:pt x="4008780" y="443337"/>
                  </a:lnTo>
                  <a:lnTo>
                    <a:pt x="3951767" y="500786"/>
                  </a:lnTo>
                  <a:lnTo>
                    <a:pt x="3897984" y="563905"/>
                  </a:lnTo>
                  <a:lnTo>
                    <a:pt x="3846784" y="633009"/>
                  </a:lnTo>
                  <a:lnTo>
                    <a:pt x="3820202" y="672548"/>
                  </a:lnTo>
                  <a:lnTo>
                    <a:pt x="3781735" y="734269"/>
                  </a:lnTo>
                  <a:lnTo>
                    <a:pt x="3744128" y="799858"/>
                  </a:lnTo>
                  <a:lnTo>
                    <a:pt x="3707182" y="869394"/>
                  </a:lnTo>
                  <a:lnTo>
                    <a:pt x="3670729" y="942910"/>
                  </a:lnTo>
                  <a:lnTo>
                    <a:pt x="3634631" y="1020392"/>
                  </a:lnTo>
                  <a:lnTo>
                    <a:pt x="3598775" y="1101772"/>
                  </a:lnTo>
                  <a:lnTo>
                    <a:pt x="3563069" y="1186925"/>
                  </a:lnTo>
                  <a:lnTo>
                    <a:pt x="3527443" y="1275668"/>
                  </a:lnTo>
                  <a:lnTo>
                    <a:pt x="3491843" y="1367756"/>
                  </a:lnTo>
                  <a:lnTo>
                    <a:pt x="3456232" y="1462887"/>
                  </a:lnTo>
                  <a:lnTo>
                    <a:pt x="3420587" y="1560700"/>
                  </a:lnTo>
                  <a:lnTo>
                    <a:pt x="3384898" y="1660784"/>
                  </a:lnTo>
                  <a:lnTo>
                    <a:pt x="3349162" y="1762681"/>
                  </a:lnTo>
                  <a:lnTo>
                    <a:pt x="3313389" y="1865893"/>
                  </a:lnTo>
                  <a:lnTo>
                    <a:pt x="3277591" y="1969897"/>
                  </a:lnTo>
                  <a:lnTo>
                    <a:pt x="3241784" y="2074151"/>
                  </a:lnTo>
                  <a:lnTo>
                    <a:pt x="3205987" y="2178109"/>
                  </a:lnTo>
                  <a:lnTo>
                    <a:pt x="3170217" y="2281231"/>
                  </a:lnTo>
                  <a:lnTo>
                    <a:pt x="3134485" y="2382993"/>
                  </a:lnTo>
                  <a:lnTo>
                    <a:pt x="3098799" y="2482904"/>
                  </a:lnTo>
                  <a:lnTo>
                    <a:pt x="3063158" y="2580507"/>
                  </a:lnTo>
                  <a:lnTo>
                    <a:pt x="3027549" y="2675395"/>
                  </a:lnTo>
                  <a:lnTo>
                    <a:pt x="2991949" y="2767213"/>
                  </a:lnTo>
                  <a:lnTo>
                    <a:pt x="2956318" y="2855662"/>
                  </a:lnTo>
                  <a:lnTo>
                    <a:pt x="2920603" y="2940504"/>
                  </a:lnTo>
                  <a:lnTo>
                    <a:pt x="2884730" y="3021560"/>
                  </a:lnTo>
                  <a:lnTo>
                    <a:pt x="2848606" y="3098711"/>
                  </a:lnTo>
                  <a:lnTo>
                    <a:pt x="2812118" y="3171892"/>
                  </a:lnTo>
                  <a:lnTo>
                    <a:pt x="2775123" y="3241094"/>
                  </a:lnTo>
                  <a:lnTo>
                    <a:pt x="2737453" y="3306355"/>
                  </a:lnTo>
                  <a:lnTo>
                    <a:pt x="2702183" y="3362740"/>
                  </a:lnTo>
                  <a:lnTo>
                    <a:pt x="2652126" y="3435100"/>
                  </a:lnTo>
                  <a:lnTo>
                    <a:pt x="2599804" y="3501401"/>
                  </a:lnTo>
                  <a:lnTo>
                    <a:pt x="2544606" y="3561839"/>
                  </a:lnTo>
                  <a:lnTo>
                    <a:pt x="2485859" y="3616803"/>
                  </a:lnTo>
                  <a:lnTo>
                    <a:pt x="2422863" y="3666771"/>
                  </a:lnTo>
                  <a:lnTo>
                    <a:pt x="2354927" y="3712238"/>
                  </a:lnTo>
                  <a:lnTo>
                    <a:pt x="2281407" y="3753676"/>
                  </a:lnTo>
                  <a:lnTo>
                    <a:pt x="2201767" y="3791510"/>
                  </a:lnTo>
                  <a:lnTo>
                    <a:pt x="2115643" y="3826096"/>
                  </a:lnTo>
                  <a:lnTo>
                    <a:pt x="2022945" y="3857719"/>
                  </a:lnTo>
                  <a:lnTo>
                    <a:pt x="1923963" y="3886585"/>
                  </a:lnTo>
                  <a:lnTo>
                    <a:pt x="1819494" y="3912818"/>
                  </a:lnTo>
                  <a:lnTo>
                    <a:pt x="1710956" y="3936474"/>
                  </a:lnTo>
                  <a:lnTo>
                    <a:pt x="1600465" y="3957545"/>
                  </a:lnTo>
                  <a:lnTo>
                    <a:pt x="1490828" y="3975987"/>
                  </a:lnTo>
                  <a:lnTo>
                    <a:pt x="1385415" y="3991747"/>
                  </a:lnTo>
                  <a:lnTo>
                    <a:pt x="1287880" y="4004798"/>
                  </a:lnTo>
                  <a:lnTo>
                    <a:pt x="1201738" y="4015177"/>
                  </a:lnTo>
                  <a:lnTo>
                    <a:pt x="1129873" y="4023017"/>
                  </a:lnTo>
                  <a:lnTo>
                    <a:pt x="1074060" y="4028554"/>
                  </a:lnTo>
                  <a:lnTo>
                    <a:pt x="1034639" y="4032124"/>
                  </a:lnTo>
                  <a:lnTo>
                    <a:pt x="1010376" y="4034135"/>
                  </a:lnTo>
                  <a:lnTo>
                    <a:pt x="998545" y="4035035"/>
                  </a:lnTo>
                  <a:lnTo>
                    <a:pt x="995101" y="4035277"/>
                  </a:lnTo>
                  <a:lnTo>
                    <a:pt x="994940" y="4035288"/>
                  </a:lnTo>
                  <a:lnTo>
                    <a:pt x="0" y="4035288"/>
                  </a:lnTo>
                  <a:lnTo>
                    <a:pt x="0" y="40352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1" name="pg2030"/>
            <p:cNvSpPr/>
            <p:nvPr/>
          </p:nvSpPr>
          <p:spPr>
            <a:xfrm>
              <a:off x="1199187" y="3018440"/>
              <a:ext cx="12049831" cy="3285877"/>
            </a:xfrm>
            <a:custGeom>
              <a:avLst/>
              <a:pathLst>
                <a:path w="12049831" h="3285877">
                  <a:moveTo>
                    <a:pt x="0" y="3285877"/>
                  </a:moveTo>
                  <a:lnTo>
                    <a:pt x="994940" y="3285877"/>
                  </a:lnTo>
                  <a:lnTo>
                    <a:pt x="995997" y="3285819"/>
                  </a:lnTo>
                  <a:lnTo>
                    <a:pt x="1002986" y="3285404"/>
                  </a:lnTo>
                  <a:lnTo>
                    <a:pt x="1020730" y="3284259"/>
                  </a:lnTo>
                  <a:lnTo>
                    <a:pt x="1052771" y="3282002"/>
                  </a:lnTo>
                  <a:lnTo>
                    <a:pt x="1101170" y="3278269"/>
                  </a:lnTo>
                  <a:lnTo>
                    <a:pt x="1166360" y="3272743"/>
                  </a:lnTo>
                  <a:lnTo>
                    <a:pt x="1247173" y="3265184"/>
                  </a:lnTo>
                  <a:lnTo>
                    <a:pt x="1341097" y="3255442"/>
                  </a:lnTo>
                  <a:lnTo>
                    <a:pt x="1444721" y="3243452"/>
                  </a:lnTo>
                  <a:lnTo>
                    <a:pt x="1554267" y="3229215"/>
                  </a:lnTo>
                  <a:lnTo>
                    <a:pt x="1666075" y="3212770"/>
                  </a:lnTo>
                  <a:lnTo>
                    <a:pt x="1776973" y="3194163"/>
                  </a:lnTo>
                  <a:lnTo>
                    <a:pt x="1884477" y="3173413"/>
                  </a:lnTo>
                  <a:lnTo>
                    <a:pt x="1986841" y="3150498"/>
                  </a:lnTo>
                  <a:lnTo>
                    <a:pt x="2083011" y="3125333"/>
                  </a:lnTo>
                  <a:lnTo>
                    <a:pt x="2172507" y="3097772"/>
                  </a:lnTo>
                  <a:lnTo>
                    <a:pt x="2255299" y="3067598"/>
                  </a:lnTo>
                  <a:lnTo>
                    <a:pt x="2331677" y="3034531"/>
                  </a:lnTo>
                  <a:lnTo>
                    <a:pt x="2402146" y="2998231"/>
                  </a:lnTo>
                  <a:lnTo>
                    <a:pt x="2467344" y="2958313"/>
                  </a:lnTo>
                  <a:lnTo>
                    <a:pt x="2527977" y="2914361"/>
                  </a:lnTo>
                  <a:lnTo>
                    <a:pt x="2584771" y="2865964"/>
                  </a:lnTo>
                  <a:lnTo>
                    <a:pt x="2638434" y="2812768"/>
                  </a:lnTo>
                  <a:lnTo>
                    <a:pt x="2689621" y="2754551"/>
                  </a:lnTo>
                  <a:lnTo>
                    <a:pt x="2702183" y="2739104"/>
                  </a:lnTo>
                  <a:lnTo>
                    <a:pt x="2744031" y="2684305"/>
                  </a:lnTo>
                  <a:lnTo>
                    <a:pt x="2784880" y="2625769"/>
                  </a:lnTo>
                  <a:lnTo>
                    <a:pt x="2824984" y="2563419"/>
                  </a:lnTo>
                  <a:lnTo>
                    <a:pt x="2864549" y="2497231"/>
                  </a:lnTo>
                  <a:lnTo>
                    <a:pt x="2903744" y="2427237"/>
                  </a:lnTo>
                  <a:lnTo>
                    <a:pt x="2942703" y="2353532"/>
                  </a:lnTo>
                  <a:lnTo>
                    <a:pt x="2981531" y="2276277"/>
                  </a:lnTo>
                  <a:lnTo>
                    <a:pt x="3020306" y="2195702"/>
                  </a:lnTo>
                  <a:lnTo>
                    <a:pt x="3059082" y="2112103"/>
                  </a:lnTo>
                  <a:lnTo>
                    <a:pt x="3097895" y="2025846"/>
                  </a:lnTo>
                  <a:lnTo>
                    <a:pt x="3136760" y="1937355"/>
                  </a:lnTo>
                  <a:lnTo>
                    <a:pt x="3175678" y="1847107"/>
                  </a:lnTo>
                  <a:lnTo>
                    <a:pt x="3214641" y="1755624"/>
                  </a:lnTo>
                  <a:lnTo>
                    <a:pt x="3253631" y="1663460"/>
                  </a:lnTo>
                  <a:lnTo>
                    <a:pt x="3292625" y="1571185"/>
                  </a:lnTo>
                  <a:lnTo>
                    <a:pt x="3331601" y="1479371"/>
                  </a:lnTo>
                  <a:lnTo>
                    <a:pt x="3370538" y="1388581"/>
                  </a:lnTo>
                  <a:lnTo>
                    <a:pt x="3409425" y="1299349"/>
                  </a:lnTo>
                  <a:lnTo>
                    <a:pt x="3448256" y="1212171"/>
                  </a:lnTo>
                  <a:lnTo>
                    <a:pt x="3487044" y="1127495"/>
                  </a:lnTo>
                  <a:lnTo>
                    <a:pt x="3525814" y="1045709"/>
                  </a:lnTo>
                  <a:lnTo>
                    <a:pt x="3564614" y="967135"/>
                  </a:lnTo>
                  <a:lnTo>
                    <a:pt x="3603511" y="892030"/>
                  </a:lnTo>
                  <a:lnTo>
                    <a:pt x="3642600" y="820582"/>
                  </a:lnTo>
                  <a:lnTo>
                    <a:pt x="3682004" y="752911"/>
                  </a:lnTo>
                  <a:lnTo>
                    <a:pt x="3721876" y="689072"/>
                  </a:lnTo>
                  <a:lnTo>
                    <a:pt x="3762409" y="629064"/>
                  </a:lnTo>
                  <a:lnTo>
                    <a:pt x="3803836" y="572827"/>
                  </a:lnTo>
                  <a:lnTo>
                    <a:pt x="3820202" y="552013"/>
                  </a:lnTo>
                  <a:lnTo>
                    <a:pt x="3870859" y="492525"/>
                  </a:lnTo>
                  <a:lnTo>
                    <a:pt x="3923840" y="438078"/>
                  </a:lnTo>
                  <a:lnTo>
                    <a:pt x="3979781" y="388503"/>
                  </a:lnTo>
                  <a:lnTo>
                    <a:pt x="4039379" y="343470"/>
                  </a:lnTo>
                  <a:lnTo>
                    <a:pt x="4103361" y="302576"/>
                  </a:lnTo>
                  <a:lnTo>
                    <a:pt x="4172440" y="265403"/>
                  </a:lnTo>
                  <a:lnTo>
                    <a:pt x="4247276" y="231557"/>
                  </a:lnTo>
                  <a:lnTo>
                    <a:pt x="4328416" y="200683"/>
                  </a:lnTo>
                  <a:lnTo>
                    <a:pt x="4416213" y="172487"/>
                  </a:lnTo>
                  <a:lnTo>
                    <a:pt x="4510728" y="146736"/>
                  </a:lnTo>
                  <a:lnTo>
                    <a:pt x="4611608" y="123265"/>
                  </a:lnTo>
                  <a:lnTo>
                    <a:pt x="4717954" y="101975"/>
                  </a:lnTo>
                  <a:lnTo>
                    <a:pt x="4828203" y="82828"/>
                  </a:lnTo>
                  <a:lnTo>
                    <a:pt x="4940056" y="65835"/>
                  </a:lnTo>
                  <a:lnTo>
                    <a:pt x="5050501" y="51038"/>
                  </a:lnTo>
                  <a:lnTo>
                    <a:pt x="5155975" y="38480"/>
                  </a:lnTo>
                  <a:lnTo>
                    <a:pt x="5252685" y="28175"/>
                  </a:lnTo>
                  <a:lnTo>
                    <a:pt x="5337078" y="20078"/>
                  </a:lnTo>
                  <a:lnTo>
                    <a:pt x="5406369" y="14060"/>
                  </a:lnTo>
                  <a:lnTo>
                    <a:pt x="5459018" y="9902"/>
                  </a:lnTo>
                  <a:lnTo>
                    <a:pt x="5495045" y="7306"/>
                  </a:lnTo>
                  <a:lnTo>
                    <a:pt x="5516108" y="5917"/>
                  </a:lnTo>
                  <a:lnTo>
                    <a:pt x="5525398" y="5355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8" y="5297"/>
                  </a:lnTo>
                  <a:lnTo>
                    <a:pt x="6530471" y="5698"/>
                  </a:lnTo>
                  <a:lnTo>
                    <a:pt x="6548300" y="6806"/>
                  </a:lnTo>
                  <a:lnTo>
                    <a:pt x="6580487" y="8992"/>
                  </a:lnTo>
                  <a:lnTo>
                    <a:pt x="6629096" y="12606"/>
                  </a:lnTo>
                  <a:lnTo>
                    <a:pt x="6694548" y="17955"/>
                  </a:lnTo>
                  <a:lnTo>
                    <a:pt x="6775656" y="25271"/>
                  </a:lnTo>
                  <a:lnTo>
                    <a:pt x="6869883" y="34698"/>
                  </a:lnTo>
                  <a:lnTo>
                    <a:pt x="6973794" y="46299"/>
                  </a:lnTo>
                  <a:lnTo>
                    <a:pt x="7083587" y="60070"/>
                  </a:lnTo>
                  <a:lnTo>
                    <a:pt x="7195593" y="75974"/>
                  </a:lnTo>
                  <a:lnTo>
                    <a:pt x="7306633" y="93968"/>
                  </a:lnTo>
                  <a:lnTo>
                    <a:pt x="7414224" y="114033"/>
                  </a:lnTo>
                  <a:lnTo>
                    <a:pt x="7516629" y="136192"/>
                  </a:lnTo>
                  <a:lnTo>
                    <a:pt x="7612801" y="160527"/>
                  </a:lnTo>
                  <a:lnTo>
                    <a:pt x="7702272" y="187183"/>
                  </a:lnTo>
                  <a:lnTo>
                    <a:pt x="7785019" y="216371"/>
                  </a:lnTo>
                  <a:lnTo>
                    <a:pt x="7861343" y="248364"/>
                  </a:lnTo>
                  <a:lnTo>
                    <a:pt x="7931756" y="283492"/>
                  </a:lnTo>
                  <a:lnTo>
                    <a:pt x="7996903" y="322130"/>
                  </a:lnTo>
                  <a:lnTo>
                    <a:pt x="8057493" y="364681"/>
                  </a:lnTo>
                  <a:lnTo>
                    <a:pt x="8114257" y="411540"/>
                  </a:lnTo>
                  <a:lnTo>
                    <a:pt x="8167906" y="463049"/>
                  </a:lnTo>
                  <a:lnTo>
                    <a:pt x="8219093" y="519414"/>
                  </a:lnTo>
                  <a:lnTo>
                    <a:pt x="8229629" y="531924"/>
                  </a:lnTo>
                  <a:lnTo>
                    <a:pt x="8272089" y="585519"/>
                  </a:lnTo>
                  <a:lnTo>
                    <a:pt x="8313525" y="642823"/>
                  </a:lnTo>
                  <a:lnTo>
                    <a:pt x="8354200" y="703912"/>
                  </a:lnTo>
                  <a:lnTo>
                    <a:pt x="8394329" y="768808"/>
                  </a:lnTo>
                  <a:lnTo>
                    <a:pt x="8434085" y="837476"/>
                  </a:lnTo>
                  <a:lnTo>
                    <a:pt x="8473608" y="909816"/>
                  </a:lnTo>
                  <a:lnTo>
                    <a:pt x="8513003" y="985660"/>
                  </a:lnTo>
                  <a:lnTo>
                    <a:pt x="8552351" y="1064770"/>
                  </a:lnTo>
                  <a:lnTo>
                    <a:pt x="8591706" y="1146839"/>
                  </a:lnTo>
                  <a:lnTo>
                    <a:pt x="8631101" y="1231493"/>
                  </a:lnTo>
                  <a:lnTo>
                    <a:pt x="8670551" y="1318296"/>
                  </a:lnTo>
                  <a:lnTo>
                    <a:pt x="8710056" y="1406760"/>
                  </a:lnTo>
                  <a:lnTo>
                    <a:pt x="8749603" y="1496352"/>
                  </a:lnTo>
                  <a:lnTo>
                    <a:pt x="8789174" y="1586513"/>
                  </a:lnTo>
                  <a:lnTo>
                    <a:pt x="8828744" y="1676665"/>
                  </a:lnTo>
                  <a:lnTo>
                    <a:pt x="8868291" y="1766235"/>
                  </a:lnTo>
                  <a:lnTo>
                    <a:pt x="8907794" y="1854660"/>
                  </a:lnTo>
                  <a:lnTo>
                    <a:pt x="8947242" y="1941411"/>
                  </a:lnTo>
                  <a:lnTo>
                    <a:pt x="8986636" y="2026001"/>
                  </a:lnTo>
                  <a:lnTo>
                    <a:pt x="9025990" y="2107994"/>
                  </a:lnTo>
                  <a:lnTo>
                    <a:pt x="9065338" y="2187020"/>
                  </a:lnTo>
                  <a:lnTo>
                    <a:pt x="9104736" y="2262771"/>
                  </a:lnTo>
                  <a:lnTo>
                    <a:pt x="9144264" y="2335014"/>
                  </a:lnTo>
                  <a:lnTo>
                    <a:pt x="9184028" y="2403581"/>
                  </a:lnTo>
                  <a:lnTo>
                    <a:pt x="9224169" y="2468374"/>
                  </a:lnTo>
                  <a:lnTo>
                    <a:pt x="9264862" y="2529360"/>
                  </a:lnTo>
                  <a:lnTo>
                    <a:pt x="9306322" y="2586562"/>
                  </a:lnTo>
                  <a:lnTo>
                    <a:pt x="9347647" y="2638659"/>
                  </a:lnTo>
                  <a:lnTo>
                    <a:pt x="9398391" y="2696054"/>
                  </a:lnTo>
                  <a:lnTo>
                    <a:pt x="9451469" y="2748576"/>
                  </a:lnTo>
                  <a:lnTo>
                    <a:pt x="9507518" y="2796391"/>
                  </a:lnTo>
                  <a:lnTo>
                    <a:pt x="9567241" y="2839818"/>
                  </a:lnTo>
                  <a:lnTo>
                    <a:pt x="9631366" y="2879247"/>
                  </a:lnTo>
                  <a:lnTo>
                    <a:pt x="9700612" y="2915083"/>
                  </a:lnTo>
                  <a:lnTo>
                    <a:pt x="9775641" y="2947708"/>
                  </a:lnTo>
                  <a:lnTo>
                    <a:pt x="9857000" y="2977463"/>
                  </a:lnTo>
                  <a:lnTo>
                    <a:pt x="9945042" y="3004633"/>
                  </a:lnTo>
                  <a:lnTo>
                    <a:pt x="10039823" y="3029444"/>
                  </a:lnTo>
                  <a:lnTo>
                    <a:pt x="10140979" y="3052053"/>
                  </a:lnTo>
                  <a:lnTo>
                    <a:pt x="10247597" y="3072555"/>
                  </a:lnTo>
                  <a:lnTo>
                    <a:pt x="10358091" y="3090986"/>
                  </a:lnTo>
                  <a:lnTo>
                    <a:pt x="10470136" y="3107334"/>
                  </a:lnTo>
                  <a:lnTo>
                    <a:pt x="10580689" y="3121559"/>
                  </a:lnTo>
                  <a:lnTo>
                    <a:pt x="10686159" y="3133620"/>
                  </a:lnTo>
                  <a:lnTo>
                    <a:pt x="10782735" y="3143502"/>
                  </a:lnTo>
                  <a:lnTo>
                    <a:pt x="10866859" y="3151254"/>
                  </a:lnTo>
                  <a:lnTo>
                    <a:pt x="10935762" y="3157002"/>
                  </a:lnTo>
                  <a:lnTo>
                    <a:pt x="10987944" y="3160959"/>
                  </a:lnTo>
                  <a:lnTo>
                    <a:pt x="11023476" y="3163417"/>
                  </a:lnTo>
                  <a:lnTo>
                    <a:pt x="11044085" y="3164722"/>
                  </a:lnTo>
                  <a:lnTo>
                    <a:pt x="11053024" y="3165242"/>
                  </a:lnTo>
                  <a:lnTo>
                    <a:pt x="11054891" y="3165342"/>
                  </a:lnTo>
                  <a:lnTo>
                    <a:pt x="12049831" y="3165342"/>
                  </a:lnTo>
                  <a:lnTo>
                    <a:pt x="12049831" y="3160102"/>
                  </a:lnTo>
                  <a:lnTo>
                    <a:pt x="11054891" y="3160102"/>
                  </a:lnTo>
                  <a:lnTo>
                    <a:pt x="11053828" y="3160045"/>
                  </a:lnTo>
                  <a:lnTo>
                    <a:pt x="11046805" y="3159644"/>
                  </a:lnTo>
                  <a:lnTo>
                    <a:pt x="11028977" y="3158536"/>
                  </a:lnTo>
                  <a:lnTo>
                    <a:pt x="10996789" y="3156350"/>
                  </a:lnTo>
                  <a:lnTo>
                    <a:pt x="10948181" y="3152736"/>
                  </a:lnTo>
                  <a:lnTo>
                    <a:pt x="10882729" y="3147387"/>
                  </a:lnTo>
                  <a:lnTo>
                    <a:pt x="10801620" y="3140071"/>
                  </a:lnTo>
                  <a:lnTo>
                    <a:pt x="10707393" y="3130644"/>
                  </a:lnTo>
                  <a:lnTo>
                    <a:pt x="10603483" y="3119043"/>
                  </a:lnTo>
                  <a:lnTo>
                    <a:pt x="10493689" y="3105272"/>
                  </a:lnTo>
                  <a:lnTo>
                    <a:pt x="10381684" y="3089368"/>
                  </a:lnTo>
                  <a:lnTo>
                    <a:pt x="10270644" y="3071374"/>
                  </a:lnTo>
                  <a:lnTo>
                    <a:pt x="10163052" y="3051309"/>
                  </a:lnTo>
                  <a:lnTo>
                    <a:pt x="10060647" y="3029150"/>
                  </a:lnTo>
                  <a:lnTo>
                    <a:pt x="9964475" y="3004815"/>
                  </a:lnTo>
                  <a:lnTo>
                    <a:pt x="9875005" y="2978159"/>
                  </a:lnTo>
                  <a:lnTo>
                    <a:pt x="9792257" y="2948971"/>
                  </a:lnTo>
                  <a:lnTo>
                    <a:pt x="9715933" y="2916978"/>
                  </a:lnTo>
                  <a:lnTo>
                    <a:pt x="9645520" y="2881850"/>
                  </a:lnTo>
                  <a:lnTo>
                    <a:pt x="9580374" y="2843212"/>
                  </a:lnTo>
                  <a:lnTo>
                    <a:pt x="9519783" y="2800661"/>
                  </a:lnTo>
                  <a:lnTo>
                    <a:pt x="9463019" y="2753802"/>
                  </a:lnTo>
                  <a:lnTo>
                    <a:pt x="9409371" y="2702293"/>
                  </a:lnTo>
                  <a:lnTo>
                    <a:pt x="9358183" y="2645928"/>
                  </a:lnTo>
                  <a:lnTo>
                    <a:pt x="9347647" y="2633418"/>
                  </a:lnTo>
                  <a:lnTo>
                    <a:pt x="9305187" y="2579823"/>
                  </a:lnTo>
                  <a:lnTo>
                    <a:pt x="9263751" y="2522519"/>
                  </a:lnTo>
                  <a:lnTo>
                    <a:pt x="9223076" y="2461430"/>
                  </a:lnTo>
                  <a:lnTo>
                    <a:pt x="9182948" y="2396534"/>
                  </a:lnTo>
                  <a:lnTo>
                    <a:pt x="9143191" y="2327866"/>
                  </a:lnTo>
                  <a:lnTo>
                    <a:pt x="9103669" y="2255526"/>
                  </a:lnTo>
                  <a:lnTo>
                    <a:pt x="9064273" y="2179682"/>
                  </a:lnTo>
                  <a:lnTo>
                    <a:pt x="9024925" y="2100572"/>
                  </a:lnTo>
                  <a:lnTo>
                    <a:pt x="8985570" y="2018503"/>
                  </a:lnTo>
                  <a:lnTo>
                    <a:pt x="8946175" y="1933849"/>
                  </a:lnTo>
                  <a:lnTo>
                    <a:pt x="8906725" y="1847046"/>
                  </a:lnTo>
                  <a:lnTo>
                    <a:pt x="8867221" y="1758582"/>
                  </a:lnTo>
                  <a:lnTo>
                    <a:pt x="8827673" y="1668990"/>
                  </a:lnTo>
                  <a:lnTo>
                    <a:pt x="8788103" y="1578829"/>
                  </a:lnTo>
                  <a:lnTo>
                    <a:pt x="8748532" y="1488677"/>
                  </a:lnTo>
                  <a:lnTo>
                    <a:pt x="8708986" y="1399107"/>
                  </a:lnTo>
                  <a:lnTo>
                    <a:pt x="8669483" y="1310682"/>
                  </a:lnTo>
                  <a:lnTo>
                    <a:pt x="8630034" y="1223931"/>
                  </a:lnTo>
                  <a:lnTo>
                    <a:pt x="8590641" y="1139341"/>
                  </a:lnTo>
                  <a:lnTo>
                    <a:pt x="8551287" y="1057348"/>
                  </a:lnTo>
                  <a:lnTo>
                    <a:pt x="8511938" y="978322"/>
                  </a:lnTo>
                  <a:lnTo>
                    <a:pt x="8472540" y="902571"/>
                  </a:lnTo>
                  <a:lnTo>
                    <a:pt x="8433013" y="830328"/>
                  </a:lnTo>
                  <a:lnTo>
                    <a:pt x="8393248" y="761761"/>
                  </a:lnTo>
                  <a:lnTo>
                    <a:pt x="8353107" y="696968"/>
                  </a:lnTo>
                  <a:lnTo>
                    <a:pt x="8312415" y="635982"/>
                  </a:lnTo>
                  <a:lnTo>
                    <a:pt x="8270955" y="578780"/>
                  </a:lnTo>
                  <a:lnTo>
                    <a:pt x="8229629" y="526683"/>
                  </a:lnTo>
                  <a:lnTo>
                    <a:pt x="8178885" y="469288"/>
                  </a:lnTo>
                  <a:lnTo>
                    <a:pt x="8125808" y="416766"/>
                  </a:lnTo>
                  <a:lnTo>
                    <a:pt x="8069759" y="368951"/>
                  </a:lnTo>
                  <a:lnTo>
                    <a:pt x="8010036" y="325524"/>
                  </a:lnTo>
                  <a:lnTo>
                    <a:pt x="7945910" y="286095"/>
                  </a:lnTo>
                  <a:lnTo>
                    <a:pt x="7876665" y="250259"/>
                  </a:lnTo>
                  <a:lnTo>
                    <a:pt x="7801636" y="217634"/>
                  </a:lnTo>
                  <a:lnTo>
                    <a:pt x="7720276" y="187879"/>
                  </a:lnTo>
                  <a:lnTo>
                    <a:pt x="7632234" y="160709"/>
                  </a:lnTo>
                  <a:lnTo>
                    <a:pt x="7537454" y="135898"/>
                  </a:lnTo>
                  <a:lnTo>
                    <a:pt x="7436298" y="113289"/>
                  </a:lnTo>
                  <a:lnTo>
                    <a:pt x="7329680" y="92787"/>
                  </a:lnTo>
                  <a:lnTo>
                    <a:pt x="7219185" y="74356"/>
                  </a:lnTo>
                  <a:lnTo>
                    <a:pt x="7107140" y="58008"/>
                  </a:lnTo>
                  <a:lnTo>
                    <a:pt x="6996587" y="43783"/>
                  </a:lnTo>
                  <a:lnTo>
                    <a:pt x="6891117" y="31722"/>
                  </a:lnTo>
                  <a:lnTo>
                    <a:pt x="6794542" y="21840"/>
                  </a:lnTo>
                  <a:lnTo>
                    <a:pt x="6710418" y="14088"/>
                  </a:lnTo>
                  <a:lnTo>
                    <a:pt x="6641514" y="8340"/>
                  </a:lnTo>
                  <a:lnTo>
                    <a:pt x="6589333" y="4383"/>
                  </a:lnTo>
                  <a:lnTo>
                    <a:pt x="6553800" y="1925"/>
                  </a:lnTo>
                  <a:lnTo>
                    <a:pt x="6533192" y="620"/>
                  </a:lnTo>
                  <a:lnTo>
                    <a:pt x="6524252" y="10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8" y="58"/>
                  </a:lnTo>
                  <a:lnTo>
                    <a:pt x="5519399" y="472"/>
                  </a:lnTo>
                  <a:lnTo>
                    <a:pt x="5501655" y="1617"/>
                  </a:lnTo>
                  <a:lnTo>
                    <a:pt x="5469614" y="3874"/>
                  </a:lnTo>
                  <a:lnTo>
                    <a:pt x="5421215" y="7608"/>
                  </a:lnTo>
                  <a:lnTo>
                    <a:pt x="5356025" y="13134"/>
                  </a:lnTo>
                  <a:lnTo>
                    <a:pt x="5275212" y="20692"/>
                  </a:lnTo>
                  <a:lnTo>
                    <a:pt x="5181288" y="30434"/>
                  </a:lnTo>
                  <a:lnTo>
                    <a:pt x="5077663" y="42425"/>
                  </a:lnTo>
                  <a:lnTo>
                    <a:pt x="4968118" y="56662"/>
                  </a:lnTo>
                  <a:lnTo>
                    <a:pt x="4856310" y="73106"/>
                  </a:lnTo>
                  <a:lnTo>
                    <a:pt x="4745412" y="91714"/>
                  </a:lnTo>
                  <a:lnTo>
                    <a:pt x="4637908" y="112463"/>
                  </a:lnTo>
                  <a:lnTo>
                    <a:pt x="4535544" y="135379"/>
                  </a:lnTo>
                  <a:lnTo>
                    <a:pt x="4439374" y="160543"/>
                  </a:lnTo>
                  <a:lnTo>
                    <a:pt x="4349878" y="188105"/>
                  </a:lnTo>
                  <a:lnTo>
                    <a:pt x="4267086" y="218279"/>
                  </a:lnTo>
                  <a:lnTo>
                    <a:pt x="4190708" y="251346"/>
                  </a:lnTo>
                  <a:lnTo>
                    <a:pt x="4120239" y="287645"/>
                  </a:lnTo>
                  <a:lnTo>
                    <a:pt x="4055041" y="327564"/>
                  </a:lnTo>
                  <a:lnTo>
                    <a:pt x="3994408" y="371516"/>
                  </a:lnTo>
                  <a:lnTo>
                    <a:pt x="3937614" y="419912"/>
                  </a:lnTo>
                  <a:lnTo>
                    <a:pt x="3883951" y="473109"/>
                  </a:lnTo>
                  <a:lnTo>
                    <a:pt x="3832763" y="531326"/>
                  </a:lnTo>
                  <a:lnTo>
                    <a:pt x="3820202" y="546772"/>
                  </a:lnTo>
                  <a:lnTo>
                    <a:pt x="3778354" y="601571"/>
                  </a:lnTo>
                  <a:lnTo>
                    <a:pt x="3737505" y="660107"/>
                  </a:lnTo>
                  <a:lnTo>
                    <a:pt x="3697401" y="722457"/>
                  </a:lnTo>
                  <a:lnTo>
                    <a:pt x="3657836" y="788645"/>
                  </a:lnTo>
                  <a:lnTo>
                    <a:pt x="3618641" y="858640"/>
                  </a:lnTo>
                  <a:lnTo>
                    <a:pt x="3579682" y="932345"/>
                  </a:lnTo>
                  <a:lnTo>
                    <a:pt x="3540854" y="1009600"/>
                  </a:lnTo>
                  <a:lnTo>
                    <a:pt x="3502079" y="1090175"/>
                  </a:lnTo>
                  <a:lnTo>
                    <a:pt x="3463303" y="1173773"/>
                  </a:lnTo>
                  <a:lnTo>
                    <a:pt x="3424490" y="1260030"/>
                  </a:lnTo>
                  <a:lnTo>
                    <a:pt x="3385625" y="1348522"/>
                  </a:lnTo>
                  <a:lnTo>
                    <a:pt x="3346707" y="1438770"/>
                  </a:lnTo>
                  <a:lnTo>
                    <a:pt x="3307744" y="1530252"/>
                  </a:lnTo>
                  <a:lnTo>
                    <a:pt x="3268754" y="1622416"/>
                  </a:lnTo>
                  <a:lnTo>
                    <a:pt x="3229760" y="1714692"/>
                  </a:lnTo>
                  <a:lnTo>
                    <a:pt x="3190784" y="1806505"/>
                  </a:lnTo>
                  <a:lnTo>
                    <a:pt x="3151847" y="1897296"/>
                  </a:lnTo>
                  <a:lnTo>
                    <a:pt x="3112960" y="1986528"/>
                  </a:lnTo>
                  <a:lnTo>
                    <a:pt x="3074129" y="2073705"/>
                  </a:lnTo>
                  <a:lnTo>
                    <a:pt x="3035341" y="2158381"/>
                  </a:lnTo>
                  <a:lnTo>
                    <a:pt x="2996571" y="2240168"/>
                  </a:lnTo>
                  <a:lnTo>
                    <a:pt x="2957771" y="2318742"/>
                  </a:lnTo>
                  <a:lnTo>
                    <a:pt x="2918874" y="2393846"/>
                  </a:lnTo>
                  <a:lnTo>
                    <a:pt x="2879785" y="2465294"/>
                  </a:lnTo>
                  <a:lnTo>
                    <a:pt x="2840381" y="2532966"/>
                  </a:lnTo>
                  <a:lnTo>
                    <a:pt x="2800509" y="2596804"/>
                  </a:lnTo>
                  <a:lnTo>
                    <a:pt x="2759976" y="2656813"/>
                  </a:lnTo>
                  <a:lnTo>
                    <a:pt x="2718549" y="2713049"/>
                  </a:lnTo>
                  <a:lnTo>
                    <a:pt x="2702183" y="2733864"/>
                  </a:lnTo>
                  <a:lnTo>
                    <a:pt x="2651526" y="2793352"/>
                  </a:lnTo>
                  <a:lnTo>
                    <a:pt x="2598545" y="2847799"/>
                  </a:lnTo>
                  <a:lnTo>
                    <a:pt x="2542604" y="2897373"/>
                  </a:lnTo>
                  <a:lnTo>
                    <a:pt x="2483006" y="2942406"/>
                  </a:lnTo>
                  <a:lnTo>
                    <a:pt x="2419024" y="2983301"/>
                  </a:lnTo>
                  <a:lnTo>
                    <a:pt x="2349945" y="3020473"/>
                  </a:lnTo>
                  <a:lnTo>
                    <a:pt x="2275109" y="3054320"/>
                  </a:lnTo>
                  <a:lnTo>
                    <a:pt x="2193969" y="3085193"/>
                  </a:lnTo>
                  <a:lnTo>
                    <a:pt x="2106172" y="3113389"/>
                  </a:lnTo>
                  <a:lnTo>
                    <a:pt x="2011657" y="3139140"/>
                  </a:lnTo>
                  <a:lnTo>
                    <a:pt x="1910777" y="3162611"/>
                  </a:lnTo>
                  <a:lnTo>
                    <a:pt x="1804431" y="3183902"/>
                  </a:lnTo>
                  <a:lnTo>
                    <a:pt x="1694182" y="3203049"/>
                  </a:lnTo>
                  <a:lnTo>
                    <a:pt x="1582329" y="3220041"/>
                  </a:lnTo>
                  <a:lnTo>
                    <a:pt x="1471884" y="3234838"/>
                  </a:lnTo>
                  <a:lnTo>
                    <a:pt x="1366410" y="3247396"/>
                  </a:lnTo>
                  <a:lnTo>
                    <a:pt x="1269700" y="3257701"/>
                  </a:lnTo>
                  <a:lnTo>
                    <a:pt x="1185307" y="3265799"/>
                  </a:lnTo>
                  <a:lnTo>
                    <a:pt x="1116016" y="3271817"/>
                  </a:lnTo>
                  <a:lnTo>
                    <a:pt x="1063367" y="3275974"/>
                  </a:lnTo>
                  <a:lnTo>
                    <a:pt x="1027340" y="3278570"/>
                  </a:lnTo>
                  <a:lnTo>
                    <a:pt x="1006277" y="3279959"/>
                  </a:lnTo>
                  <a:lnTo>
                    <a:pt x="996987" y="3280522"/>
                  </a:lnTo>
                  <a:lnTo>
                    <a:pt x="994940" y="3280636"/>
                  </a:lnTo>
                  <a:lnTo>
                    <a:pt x="0" y="3280636"/>
                  </a:lnTo>
                  <a:close/>
                </a:path>
              </a:pathLst>
            </a:custGeom>
            <a:solidFill>
              <a:srgbClr val="EF5350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32" name="pl2031"/>
            <p:cNvSpPr/>
            <p:nvPr/>
          </p:nvSpPr>
          <p:spPr>
            <a:xfrm>
              <a:off x="1199187" y="3023681"/>
              <a:ext cx="12049831" cy="3280636"/>
            </a:xfrm>
            <a:custGeom>
              <a:avLst/>
              <a:pathLst>
                <a:path w="12049831" h="3280636">
                  <a:moveTo>
                    <a:pt x="0" y="3280636"/>
                  </a:moveTo>
                  <a:lnTo>
                    <a:pt x="994940" y="3280636"/>
                  </a:lnTo>
                  <a:lnTo>
                    <a:pt x="995997" y="3280578"/>
                  </a:lnTo>
                  <a:lnTo>
                    <a:pt x="1002986" y="3280164"/>
                  </a:lnTo>
                  <a:lnTo>
                    <a:pt x="1020730" y="3279019"/>
                  </a:lnTo>
                  <a:lnTo>
                    <a:pt x="1052771" y="3276762"/>
                  </a:lnTo>
                  <a:lnTo>
                    <a:pt x="1101170" y="3273028"/>
                  </a:lnTo>
                  <a:lnTo>
                    <a:pt x="1166360" y="3267502"/>
                  </a:lnTo>
                  <a:lnTo>
                    <a:pt x="1247173" y="3259944"/>
                  </a:lnTo>
                  <a:lnTo>
                    <a:pt x="1341097" y="3250201"/>
                  </a:lnTo>
                  <a:lnTo>
                    <a:pt x="1444721" y="3238211"/>
                  </a:lnTo>
                  <a:lnTo>
                    <a:pt x="1554267" y="3223974"/>
                  </a:lnTo>
                  <a:lnTo>
                    <a:pt x="1666075" y="3207530"/>
                  </a:lnTo>
                  <a:lnTo>
                    <a:pt x="1776973" y="3188922"/>
                  </a:lnTo>
                  <a:lnTo>
                    <a:pt x="1884477" y="3168173"/>
                  </a:lnTo>
                  <a:lnTo>
                    <a:pt x="1986841" y="3145257"/>
                  </a:lnTo>
                  <a:lnTo>
                    <a:pt x="2083011" y="3120093"/>
                  </a:lnTo>
                  <a:lnTo>
                    <a:pt x="2172507" y="3092531"/>
                  </a:lnTo>
                  <a:lnTo>
                    <a:pt x="2255299" y="3062357"/>
                  </a:lnTo>
                  <a:lnTo>
                    <a:pt x="2331677" y="3029290"/>
                  </a:lnTo>
                  <a:lnTo>
                    <a:pt x="2402146" y="2992991"/>
                  </a:lnTo>
                  <a:lnTo>
                    <a:pt x="2467344" y="2953072"/>
                  </a:lnTo>
                  <a:lnTo>
                    <a:pt x="2527977" y="2909120"/>
                  </a:lnTo>
                  <a:lnTo>
                    <a:pt x="2584771" y="2860724"/>
                  </a:lnTo>
                  <a:lnTo>
                    <a:pt x="2638434" y="2807527"/>
                  </a:lnTo>
                  <a:lnTo>
                    <a:pt x="2689621" y="2749310"/>
                  </a:lnTo>
                  <a:lnTo>
                    <a:pt x="2702183" y="2733864"/>
                  </a:lnTo>
                  <a:lnTo>
                    <a:pt x="2744031" y="2679065"/>
                  </a:lnTo>
                  <a:lnTo>
                    <a:pt x="2784880" y="2620529"/>
                  </a:lnTo>
                  <a:lnTo>
                    <a:pt x="2824984" y="2558179"/>
                  </a:lnTo>
                  <a:lnTo>
                    <a:pt x="2864549" y="2491991"/>
                  </a:lnTo>
                  <a:lnTo>
                    <a:pt x="2903744" y="2421996"/>
                  </a:lnTo>
                  <a:lnTo>
                    <a:pt x="2942703" y="2348291"/>
                  </a:lnTo>
                  <a:lnTo>
                    <a:pt x="2981531" y="2271036"/>
                  </a:lnTo>
                  <a:lnTo>
                    <a:pt x="3020306" y="2190461"/>
                  </a:lnTo>
                  <a:lnTo>
                    <a:pt x="3059082" y="2106863"/>
                  </a:lnTo>
                  <a:lnTo>
                    <a:pt x="3097895" y="2020606"/>
                  </a:lnTo>
                  <a:lnTo>
                    <a:pt x="3136760" y="1932114"/>
                  </a:lnTo>
                  <a:lnTo>
                    <a:pt x="3175678" y="1841866"/>
                  </a:lnTo>
                  <a:lnTo>
                    <a:pt x="3214641" y="1750384"/>
                  </a:lnTo>
                  <a:lnTo>
                    <a:pt x="3253631" y="1658220"/>
                  </a:lnTo>
                  <a:lnTo>
                    <a:pt x="3292625" y="1565944"/>
                  </a:lnTo>
                  <a:lnTo>
                    <a:pt x="3331601" y="1474131"/>
                  </a:lnTo>
                  <a:lnTo>
                    <a:pt x="3370538" y="1383340"/>
                  </a:lnTo>
                  <a:lnTo>
                    <a:pt x="3409425" y="1294108"/>
                  </a:lnTo>
                  <a:lnTo>
                    <a:pt x="3448256" y="1206931"/>
                  </a:lnTo>
                  <a:lnTo>
                    <a:pt x="3487044" y="1122255"/>
                  </a:lnTo>
                  <a:lnTo>
                    <a:pt x="3525814" y="1040468"/>
                  </a:lnTo>
                  <a:lnTo>
                    <a:pt x="3564614" y="961894"/>
                  </a:lnTo>
                  <a:lnTo>
                    <a:pt x="3603511" y="886790"/>
                  </a:lnTo>
                  <a:lnTo>
                    <a:pt x="3642600" y="815342"/>
                  </a:lnTo>
                  <a:lnTo>
                    <a:pt x="3682004" y="747670"/>
                  </a:lnTo>
                  <a:lnTo>
                    <a:pt x="3721876" y="683832"/>
                  </a:lnTo>
                  <a:lnTo>
                    <a:pt x="3762409" y="623823"/>
                  </a:lnTo>
                  <a:lnTo>
                    <a:pt x="3803836" y="567587"/>
                  </a:lnTo>
                  <a:lnTo>
                    <a:pt x="3820202" y="546772"/>
                  </a:lnTo>
                  <a:lnTo>
                    <a:pt x="3870859" y="487284"/>
                  </a:lnTo>
                  <a:lnTo>
                    <a:pt x="3923840" y="432837"/>
                  </a:lnTo>
                  <a:lnTo>
                    <a:pt x="3979781" y="383263"/>
                  </a:lnTo>
                  <a:lnTo>
                    <a:pt x="4039379" y="338229"/>
                  </a:lnTo>
                  <a:lnTo>
                    <a:pt x="4103361" y="297335"/>
                  </a:lnTo>
                  <a:lnTo>
                    <a:pt x="4172440" y="260163"/>
                  </a:lnTo>
                  <a:lnTo>
                    <a:pt x="4247276" y="226316"/>
                  </a:lnTo>
                  <a:lnTo>
                    <a:pt x="4328416" y="195443"/>
                  </a:lnTo>
                  <a:lnTo>
                    <a:pt x="4416213" y="167247"/>
                  </a:lnTo>
                  <a:lnTo>
                    <a:pt x="4510728" y="141496"/>
                  </a:lnTo>
                  <a:lnTo>
                    <a:pt x="4611608" y="118024"/>
                  </a:lnTo>
                  <a:lnTo>
                    <a:pt x="4717954" y="96734"/>
                  </a:lnTo>
                  <a:lnTo>
                    <a:pt x="4828203" y="77587"/>
                  </a:lnTo>
                  <a:lnTo>
                    <a:pt x="4940056" y="60595"/>
                  </a:lnTo>
                  <a:lnTo>
                    <a:pt x="5050501" y="45798"/>
                  </a:lnTo>
                  <a:lnTo>
                    <a:pt x="5155975" y="33240"/>
                  </a:lnTo>
                  <a:lnTo>
                    <a:pt x="5252685" y="22935"/>
                  </a:lnTo>
                  <a:lnTo>
                    <a:pt x="5337078" y="14837"/>
                  </a:lnTo>
                  <a:lnTo>
                    <a:pt x="5406369" y="8819"/>
                  </a:lnTo>
                  <a:lnTo>
                    <a:pt x="5459018" y="4661"/>
                  </a:lnTo>
                  <a:lnTo>
                    <a:pt x="5495045" y="2066"/>
                  </a:lnTo>
                  <a:lnTo>
                    <a:pt x="5516108" y="677"/>
                  </a:lnTo>
                  <a:lnTo>
                    <a:pt x="5525398" y="114"/>
                  </a:lnTo>
                  <a:lnTo>
                    <a:pt x="5527428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8" y="56"/>
                  </a:lnTo>
                  <a:lnTo>
                    <a:pt x="6530471" y="457"/>
                  </a:lnTo>
                  <a:lnTo>
                    <a:pt x="6548300" y="1566"/>
                  </a:lnTo>
                  <a:lnTo>
                    <a:pt x="6580487" y="3751"/>
                  </a:lnTo>
                  <a:lnTo>
                    <a:pt x="6629096" y="7366"/>
                  </a:lnTo>
                  <a:lnTo>
                    <a:pt x="6694548" y="12715"/>
                  </a:lnTo>
                  <a:lnTo>
                    <a:pt x="6775656" y="20030"/>
                  </a:lnTo>
                  <a:lnTo>
                    <a:pt x="6869883" y="29457"/>
                  </a:lnTo>
                  <a:lnTo>
                    <a:pt x="6973794" y="41058"/>
                  </a:lnTo>
                  <a:lnTo>
                    <a:pt x="7083587" y="54830"/>
                  </a:lnTo>
                  <a:lnTo>
                    <a:pt x="7195593" y="70734"/>
                  </a:lnTo>
                  <a:lnTo>
                    <a:pt x="7306633" y="88728"/>
                  </a:lnTo>
                  <a:lnTo>
                    <a:pt x="7414224" y="108792"/>
                  </a:lnTo>
                  <a:lnTo>
                    <a:pt x="7516629" y="130951"/>
                  </a:lnTo>
                  <a:lnTo>
                    <a:pt x="7612801" y="155286"/>
                  </a:lnTo>
                  <a:lnTo>
                    <a:pt x="7702272" y="181943"/>
                  </a:lnTo>
                  <a:lnTo>
                    <a:pt x="7785019" y="211131"/>
                  </a:lnTo>
                  <a:lnTo>
                    <a:pt x="7861343" y="243124"/>
                  </a:lnTo>
                  <a:lnTo>
                    <a:pt x="7931756" y="278252"/>
                  </a:lnTo>
                  <a:lnTo>
                    <a:pt x="7996903" y="316890"/>
                  </a:lnTo>
                  <a:lnTo>
                    <a:pt x="8057493" y="359440"/>
                  </a:lnTo>
                  <a:lnTo>
                    <a:pt x="8114257" y="406299"/>
                  </a:lnTo>
                  <a:lnTo>
                    <a:pt x="8167906" y="457808"/>
                  </a:lnTo>
                  <a:lnTo>
                    <a:pt x="8219093" y="514174"/>
                  </a:lnTo>
                  <a:lnTo>
                    <a:pt x="8229629" y="526683"/>
                  </a:lnTo>
                  <a:lnTo>
                    <a:pt x="8272089" y="580278"/>
                  </a:lnTo>
                  <a:lnTo>
                    <a:pt x="8313525" y="637582"/>
                  </a:lnTo>
                  <a:lnTo>
                    <a:pt x="8354200" y="698671"/>
                  </a:lnTo>
                  <a:lnTo>
                    <a:pt x="8394329" y="763568"/>
                  </a:lnTo>
                  <a:lnTo>
                    <a:pt x="8434085" y="832236"/>
                  </a:lnTo>
                  <a:lnTo>
                    <a:pt x="8473608" y="904575"/>
                  </a:lnTo>
                  <a:lnTo>
                    <a:pt x="8513003" y="980419"/>
                  </a:lnTo>
                  <a:lnTo>
                    <a:pt x="8552351" y="1059529"/>
                  </a:lnTo>
                  <a:lnTo>
                    <a:pt x="8591706" y="1141598"/>
                  </a:lnTo>
                  <a:lnTo>
                    <a:pt x="8631101" y="1226252"/>
                  </a:lnTo>
                  <a:lnTo>
                    <a:pt x="8670551" y="1313055"/>
                  </a:lnTo>
                  <a:lnTo>
                    <a:pt x="8710056" y="1401519"/>
                  </a:lnTo>
                  <a:lnTo>
                    <a:pt x="8749603" y="1491111"/>
                  </a:lnTo>
                  <a:lnTo>
                    <a:pt x="8789174" y="1581272"/>
                  </a:lnTo>
                  <a:lnTo>
                    <a:pt x="8828744" y="1671425"/>
                  </a:lnTo>
                  <a:lnTo>
                    <a:pt x="8868291" y="1760994"/>
                  </a:lnTo>
                  <a:lnTo>
                    <a:pt x="8907794" y="1849419"/>
                  </a:lnTo>
                  <a:lnTo>
                    <a:pt x="8947242" y="1936171"/>
                  </a:lnTo>
                  <a:lnTo>
                    <a:pt x="8986636" y="2020760"/>
                  </a:lnTo>
                  <a:lnTo>
                    <a:pt x="9025990" y="2102754"/>
                  </a:lnTo>
                  <a:lnTo>
                    <a:pt x="9065338" y="2181779"/>
                  </a:lnTo>
                  <a:lnTo>
                    <a:pt x="9104736" y="2257531"/>
                  </a:lnTo>
                  <a:lnTo>
                    <a:pt x="9144264" y="2329773"/>
                  </a:lnTo>
                  <a:lnTo>
                    <a:pt x="9184028" y="2398340"/>
                  </a:lnTo>
                  <a:lnTo>
                    <a:pt x="9224169" y="2463133"/>
                  </a:lnTo>
                  <a:lnTo>
                    <a:pt x="9264862" y="2524119"/>
                  </a:lnTo>
                  <a:lnTo>
                    <a:pt x="9306322" y="2581322"/>
                  </a:lnTo>
                  <a:lnTo>
                    <a:pt x="9347647" y="2633418"/>
                  </a:lnTo>
                  <a:lnTo>
                    <a:pt x="9398391" y="2690813"/>
                  </a:lnTo>
                  <a:lnTo>
                    <a:pt x="9451469" y="2743336"/>
                  </a:lnTo>
                  <a:lnTo>
                    <a:pt x="9507518" y="2791150"/>
                  </a:lnTo>
                  <a:lnTo>
                    <a:pt x="9567241" y="2834577"/>
                  </a:lnTo>
                  <a:lnTo>
                    <a:pt x="9631366" y="2874007"/>
                  </a:lnTo>
                  <a:lnTo>
                    <a:pt x="9700612" y="2909842"/>
                  </a:lnTo>
                  <a:lnTo>
                    <a:pt x="9775641" y="2942467"/>
                  </a:lnTo>
                  <a:lnTo>
                    <a:pt x="9857000" y="2972222"/>
                  </a:lnTo>
                  <a:lnTo>
                    <a:pt x="9945042" y="2999393"/>
                  </a:lnTo>
                  <a:lnTo>
                    <a:pt x="10039823" y="3024203"/>
                  </a:lnTo>
                  <a:lnTo>
                    <a:pt x="10140979" y="3046812"/>
                  </a:lnTo>
                  <a:lnTo>
                    <a:pt x="10247597" y="3067315"/>
                  </a:lnTo>
                  <a:lnTo>
                    <a:pt x="10358091" y="3085746"/>
                  </a:lnTo>
                  <a:lnTo>
                    <a:pt x="10470136" y="3102094"/>
                  </a:lnTo>
                  <a:lnTo>
                    <a:pt x="10580689" y="3116319"/>
                  </a:lnTo>
                  <a:lnTo>
                    <a:pt x="10686159" y="3128379"/>
                  </a:lnTo>
                  <a:lnTo>
                    <a:pt x="10782735" y="3138262"/>
                  </a:lnTo>
                  <a:lnTo>
                    <a:pt x="10866859" y="3146014"/>
                  </a:lnTo>
                  <a:lnTo>
                    <a:pt x="10935762" y="3151761"/>
                  </a:lnTo>
                  <a:lnTo>
                    <a:pt x="10987944" y="3155718"/>
                  </a:lnTo>
                  <a:lnTo>
                    <a:pt x="11023476" y="3158177"/>
                  </a:lnTo>
                  <a:lnTo>
                    <a:pt x="11044085" y="3159482"/>
                  </a:lnTo>
                  <a:lnTo>
                    <a:pt x="11053024" y="3160001"/>
                  </a:lnTo>
                  <a:lnTo>
                    <a:pt x="11054881" y="3160101"/>
                  </a:lnTo>
                  <a:lnTo>
                    <a:pt x="11054891" y="3160102"/>
                  </a:lnTo>
                  <a:lnTo>
                    <a:pt x="12049831" y="3160102"/>
                  </a:lnTo>
                  <a:lnTo>
                    <a:pt x="12049831" y="31601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3" name="pl2032"/>
            <p:cNvSpPr/>
            <p:nvPr/>
          </p:nvSpPr>
          <p:spPr>
            <a:xfrm>
              <a:off x="1199187" y="3018440"/>
              <a:ext cx="12049831" cy="3280636"/>
            </a:xfrm>
            <a:custGeom>
              <a:avLst/>
              <a:pathLst>
                <a:path w="12049831" h="3280636">
                  <a:moveTo>
                    <a:pt x="12049831" y="3160102"/>
                  </a:moveTo>
                  <a:lnTo>
                    <a:pt x="11054891" y="3160102"/>
                  </a:lnTo>
                  <a:lnTo>
                    <a:pt x="11053828" y="3160045"/>
                  </a:lnTo>
                  <a:lnTo>
                    <a:pt x="11046805" y="3159644"/>
                  </a:lnTo>
                  <a:lnTo>
                    <a:pt x="11028977" y="3158536"/>
                  </a:lnTo>
                  <a:lnTo>
                    <a:pt x="10996789" y="3156350"/>
                  </a:lnTo>
                  <a:lnTo>
                    <a:pt x="10948181" y="3152736"/>
                  </a:lnTo>
                  <a:lnTo>
                    <a:pt x="10882729" y="3147387"/>
                  </a:lnTo>
                  <a:lnTo>
                    <a:pt x="10801620" y="3140071"/>
                  </a:lnTo>
                  <a:lnTo>
                    <a:pt x="10707393" y="3130644"/>
                  </a:lnTo>
                  <a:lnTo>
                    <a:pt x="10603483" y="3119043"/>
                  </a:lnTo>
                  <a:lnTo>
                    <a:pt x="10493689" y="3105272"/>
                  </a:lnTo>
                  <a:lnTo>
                    <a:pt x="10381684" y="3089368"/>
                  </a:lnTo>
                  <a:lnTo>
                    <a:pt x="10270644" y="3071374"/>
                  </a:lnTo>
                  <a:lnTo>
                    <a:pt x="10163052" y="3051309"/>
                  </a:lnTo>
                  <a:lnTo>
                    <a:pt x="10060647" y="3029150"/>
                  </a:lnTo>
                  <a:lnTo>
                    <a:pt x="9964475" y="3004815"/>
                  </a:lnTo>
                  <a:lnTo>
                    <a:pt x="9875005" y="2978159"/>
                  </a:lnTo>
                  <a:lnTo>
                    <a:pt x="9792257" y="2948971"/>
                  </a:lnTo>
                  <a:lnTo>
                    <a:pt x="9715933" y="2916978"/>
                  </a:lnTo>
                  <a:lnTo>
                    <a:pt x="9645520" y="2881850"/>
                  </a:lnTo>
                  <a:lnTo>
                    <a:pt x="9580374" y="2843212"/>
                  </a:lnTo>
                  <a:lnTo>
                    <a:pt x="9519783" y="2800661"/>
                  </a:lnTo>
                  <a:lnTo>
                    <a:pt x="9463019" y="2753802"/>
                  </a:lnTo>
                  <a:lnTo>
                    <a:pt x="9409371" y="2702293"/>
                  </a:lnTo>
                  <a:lnTo>
                    <a:pt x="9358183" y="2645928"/>
                  </a:lnTo>
                  <a:lnTo>
                    <a:pt x="9347647" y="2633418"/>
                  </a:lnTo>
                  <a:lnTo>
                    <a:pt x="9305187" y="2579823"/>
                  </a:lnTo>
                  <a:lnTo>
                    <a:pt x="9263751" y="2522519"/>
                  </a:lnTo>
                  <a:lnTo>
                    <a:pt x="9223076" y="2461430"/>
                  </a:lnTo>
                  <a:lnTo>
                    <a:pt x="9182948" y="2396534"/>
                  </a:lnTo>
                  <a:lnTo>
                    <a:pt x="9143191" y="2327866"/>
                  </a:lnTo>
                  <a:lnTo>
                    <a:pt x="9103669" y="2255526"/>
                  </a:lnTo>
                  <a:lnTo>
                    <a:pt x="9064273" y="2179682"/>
                  </a:lnTo>
                  <a:lnTo>
                    <a:pt x="9024925" y="2100572"/>
                  </a:lnTo>
                  <a:lnTo>
                    <a:pt x="8985570" y="2018503"/>
                  </a:lnTo>
                  <a:lnTo>
                    <a:pt x="8946175" y="1933849"/>
                  </a:lnTo>
                  <a:lnTo>
                    <a:pt x="8906725" y="1847046"/>
                  </a:lnTo>
                  <a:lnTo>
                    <a:pt x="8867221" y="1758582"/>
                  </a:lnTo>
                  <a:lnTo>
                    <a:pt x="8827673" y="1668990"/>
                  </a:lnTo>
                  <a:lnTo>
                    <a:pt x="8788103" y="1578829"/>
                  </a:lnTo>
                  <a:lnTo>
                    <a:pt x="8748532" y="1488677"/>
                  </a:lnTo>
                  <a:lnTo>
                    <a:pt x="8708986" y="1399107"/>
                  </a:lnTo>
                  <a:lnTo>
                    <a:pt x="8669483" y="1310682"/>
                  </a:lnTo>
                  <a:lnTo>
                    <a:pt x="8630034" y="1223931"/>
                  </a:lnTo>
                  <a:lnTo>
                    <a:pt x="8590641" y="1139341"/>
                  </a:lnTo>
                  <a:lnTo>
                    <a:pt x="8551287" y="1057348"/>
                  </a:lnTo>
                  <a:lnTo>
                    <a:pt x="8511938" y="978322"/>
                  </a:lnTo>
                  <a:lnTo>
                    <a:pt x="8472540" y="902571"/>
                  </a:lnTo>
                  <a:lnTo>
                    <a:pt x="8433013" y="830328"/>
                  </a:lnTo>
                  <a:lnTo>
                    <a:pt x="8393248" y="761761"/>
                  </a:lnTo>
                  <a:lnTo>
                    <a:pt x="8353107" y="696968"/>
                  </a:lnTo>
                  <a:lnTo>
                    <a:pt x="8312415" y="635982"/>
                  </a:lnTo>
                  <a:lnTo>
                    <a:pt x="8270955" y="578780"/>
                  </a:lnTo>
                  <a:lnTo>
                    <a:pt x="8229629" y="526683"/>
                  </a:lnTo>
                  <a:lnTo>
                    <a:pt x="8178885" y="469288"/>
                  </a:lnTo>
                  <a:lnTo>
                    <a:pt x="8125808" y="416766"/>
                  </a:lnTo>
                  <a:lnTo>
                    <a:pt x="8069759" y="368951"/>
                  </a:lnTo>
                  <a:lnTo>
                    <a:pt x="8010036" y="325524"/>
                  </a:lnTo>
                  <a:lnTo>
                    <a:pt x="7945910" y="286095"/>
                  </a:lnTo>
                  <a:lnTo>
                    <a:pt x="7876665" y="250259"/>
                  </a:lnTo>
                  <a:lnTo>
                    <a:pt x="7801636" y="217634"/>
                  </a:lnTo>
                  <a:lnTo>
                    <a:pt x="7720276" y="187879"/>
                  </a:lnTo>
                  <a:lnTo>
                    <a:pt x="7632234" y="160709"/>
                  </a:lnTo>
                  <a:lnTo>
                    <a:pt x="7537454" y="135898"/>
                  </a:lnTo>
                  <a:lnTo>
                    <a:pt x="7436298" y="113289"/>
                  </a:lnTo>
                  <a:lnTo>
                    <a:pt x="7329680" y="92787"/>
                  </a:lnTo>
                  <a:lnTo>
                    <a:pt x="7219185" y="74356"/>
                  </a:lnTo>
                  <a:lnTo>
                    <a:pt x="7107140" y="58008"/>
                  </a:lnTo>
                  <a:lnTo>
                    <a:pt x="6996587" y="43783"/>
                  </a:lnTo>
                  <a:lnTo>
                    <a:pt x="6891117" y="31722"/>
                  </a:lnTo>
                  <a:lnTo>
                    <a:pt x="6794542" y="21840"/>
                  </a:lnTo>
                  <a:lnTo>
                    <a:pt x="6710418" y="14088"/>
                  </a:lnTo>
                  <a:lnTo>
                    <a:pt x="6641514" y="8340"/>
                  </a:lnTo>
                  <a:lnTo>
                    <a:pt x="6589333" y="4383"/>
                  </a:lnTo>
                  <a:lnTo>
                    <a:pt x="6553800" y="1925"/>
                  </a:lnTo>
                  <a:lnTo>
                    <a:pt x="6533192" y="620"/>
                  </a:lnTo>
                  <a:lnTo>
                    <a:pt x="6524252" y="100"/>
                  </a:lnTo>
                  <a:lnTo>
                    <a:pt x="652239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8" y="58"/>
                  </a:lnTo>
                  <a:lnTo>
                    <a:pt x="5519399" y="472"/>
                  </a:lnTo>
                  <a:lnTo>
                    <a:pt x="5501655" y="1617"/>
                  </a:lnTo>
                  <a:lnTo>
                    <a:pt x="5469614" y="3874"/>
                  </a:lnTo>
                  <a:lnTo>
                    <a:pt x="5421215" y="7608"/>
                  </a:lnTo>
                  <a:lnTo>
                    <a:pt x="5356025" y="13134"/>
                  </a:lnTo>
                  <a:lnTo>
                    <a:pt x="5275212" y="20692"/>
                  </a:lnTo>
                  <a:lnTo>
                    <a:pt x="5181288" y="30434"/>
                  </a:lnTo>
                  <a:lnTo>
                    <a:pt x="5077663" y="42425"/>
                  </a:lnTo>
                  <a:lnTo>
                    <a:pt x="4968118" y="56662"/>
                  </a:lnTo>
                  <a:lnTo>
                    <a:pt x="4856310" y="73106"/>
                  </a:lnTo>
                  <a:lnTo>
                    <a:pt x="4745412" y="91714"/>
                  </a:lnTo>
                  <a:lnTo>
                    <a:pt x="4637908" y="112463"/>
                  </a:lnTo>
                  <a:lnTo>
                    <a:pt x="4535544" y="135379"/>
                  </a:lnTo>
                  <a:lnTo>
                    <a:pt x="4439374" y="160543"/>
                  </a:lnTo>
                  <a:lnTo>
                    <a:pt x="4349878" y="188105"/>
                  </a:lnTo>
                  <a:lnTo>
                    <a:pt x="4267086" y="218279"/>
                  </a:lnTo>
                  <a:lnTo>
                    <a:pt x="4190708" y="251346"/>
                  </a:lnTo>
                  <a:lnTo>
                    <a:pt x="4120239" y="287645"/>
                  </a:lnTo>
                  <a:lnTo>
                    <a:pt x="4055041" y="327564"/>
                  </a:lnTo>
                  <a:lnTo>
                    <a:pt x="3994408" y="371516"/>
                  </a:lnTo>
                  <a:lnTo>
                    <a:pt x="3937614" y="419912"/>
                  </a:lnTo>
                  <a:lnTo>
                    <a:pt x="3883951" y="473109"/>
                  </a:lnTo>
                  <a:lnTo>
                    <a:pt x="3832763" y="531326"/>
                  </a:lnTo>
                  <a:lnTo>
                    <a:pt x="3820202" y="546772"/>
                  </a:lnTo>
                  <a:lnTo>
                    <a:pt x="3778354" y="601571"/>
                  </a:lnTo>
                  <a:lnTo>
                    <a:pt x="3737505" y="660107"/>
                  </a:lnTo>
                  <a:lnTo>
                    <a:pt x="3697401" y="722457"/>
                  </a:lnTo>
                  <a:lnTo>
                    <a:pt x="3657836" y="788645"/>
                  </a:lnTo>
                  <a:lnTo>
                    <a:pt x="3618641" y="858640"/>
                  </a:lnTo>
                  <a:lnTo>
                    <a:pt x="3579682" y="932345"/>
                  </a:lnTo>
                  <a:lnTo>
                    <a:pt x="3540854" y="1009600"/>
                  </a:lnTo>
                  <a:lnTo>
                    <a:pt x="3502079" y="1090175"/>
                  </a:lnTo>
                  <a:lnTo>
                    <a:pt x="3463303" y="1173773"/>
                  </a:lnTo>
                  <a:lnTo>
                    <a:pt x="3424490" y="1260030"/>
                  </a:lnTo>
                  <a:lnTo>
                    <a:pt x="3385625" y="1348522"/>
                  </a:lnTo>
                  <a:lnTo>
                    <a:pt x="3346707" y="1438770"/>
                  </a:lnTo>
                  <a:lnTo>
                    <a:pt x="3307744" y="1530252"/>
                  </a:lnTo>
                  <a:lnTo>
                    <a:pt x="3268754" y="1622416"/>
                  </a:lnTo>
                  <a:lnTo>
                    <a:pt x="3229760" y="1714692"/>
                  </a:lnTo>
                  <a:lnTo>
                    <a:pt x="3190784" y="1806505"/>
                  </a:lnTo>
                  <a:lnTo>
                    <a:pt x="3151847" y="1897296"/>
                  </a:lnTo>
                  <a:lnTo>
                    <a:pt x="3112960" y="1986528"/>
                  </a:lnTo>
                  <a:lnTo>
                    <a:pt x="3074129" y="2073705"/>
                  </a:lnTo>
                  <a:lnTo>
                    <a:pt x="3035341" y="2158381"/>
                  </a:lnTo>
                  <a:lnTo>
                    <a:pt x="2996571" y="2240168"/>
                  </a:lnTo>
                  <a:lnTo>
                    <a:pt x="2957771" y="2318742"/>
                  </a:lnTo>
                  <a:lnTo>
                    <a:pt x="2918874" y="2393846"/>
                  </a:lnTo>
                  <a:lnTo>
                    <a:pt x="2879785" y="2465294"/>
                  </a:lnTo>
                  <a:lnTo>
                    <a:pt x="2840381" y="2532966"/>
                  </a:lnTo>
                  <a:lnTo>
                    <a:pt x="2800509" y="2596804"/>
                  </a:lnTo>
                  <a:lnTo>
                    <a:pt x="2759976" y="2656813"/>
                  </a:lnTo>
                  <a:lnTo>
                    <a:pt x="2718549" y="2713049"/>
                  </a:lnTo>
                  <a:lnTo>
                    <a:pt x="2702183" y="2733864"/>
                  </a:lnTo>
                  <a:lnTo>
                    <a:pt x="2651526" y="2793352"/>
                  </a:lnTo>
                  <a:lnTo>
                    <a:pt x="2598545" y="2847799"/>
                  </a:lnTo>
                  <a:lnTo>
                    <a:pt x="2542604" y="2897373"/>
                  </a:lnTo>
                  <a:lnTo>
                    <a:pt x="2483006" y="2942406"/>
                  </a:lnTo>
                  <a:lnTo>
                    <a:pt x="2419024" y="2983301"/>
                  </a:lnTo>
                  <a:lnTo>
                    <a:pt x="2349945" y="3020473"/>
                  </a:lnTo>
                  <a:lnTo>
                    <a:pt x="2275109" y="3054320"/>
                  </a:lnTo>
                  <a:lnTo>
                    <a:pt x="2193969" y="3085193"/>
                  </a:lnTo>
                  <a:lnTo>
                    <a:pt x="2106172" y="3113389"/>
                  </a:lnTo>
                  <a:lnTo>
                    <a:pt x="2011657" y="3139140"/>
                  </a:lnTo>
                  <a:lnTo>
                    <a:pt x="1910777" y="3162611"/>
                  </a:lnTo>
                  <a:lnTo>
                    <a:pt x="1804431" y="3183902"/>
                  </a:lnTo>
                  <a:lnTo>
                    <a:pt x="1694182" y="3203049"/>
                  </a:lnTo>
                  <a:lnTo>
                    <a:pt x="1582329" y="3220041"/>
                  </a:lnTo>
                  <a:lnTo>
                    <a:pt x="1471884" y="3234838"/>
                  </a:lnTo>
                  <a:lnTo>
                    <a:pt x="1366410" y="3247396"/>
                  </a:lnTo>
                  <a:lnTo>
                    <a:pt x="1269700" y="3257701"/>
                  </a:lnTo>
                  <a:lnTo>
                    <a:pt x="1185307" y="3265799"/>
                  </a:lnTo>
                  <a:lnTo>
                    <a:pt x="1116016" y="3271817"/>
                  </a:lnTo>
                  <a:lnTo>
                    <a:pt x="1063367" y="3275974"/>
                  </a:lnTo>
                  <a:lnTo>
                    <a:pt x="1027340" y="3278570"/>
                  </a:lnTo>
                  <a:lnTo>
                    <a:pt x="1006277" y="3279959"/>
                  </a:lnTo>
                  <a:lnTo>
                    <a:pt x="996987" y="3280522"/>
                  </a:lnTo>
                  <a:lnTo>
                    <a:pt x="994957" y="3280636"/>
                  </a:lnTo>
                  <a:lnTo>
                    <a:pt x="994940" y="3280636"/>
                  </a:lnTo>
                  <a:lnTo>
                    <a:pt x="0" y="3280636"/>
                  </a:lnTo>
                  <a:lnTo>
                    <a:pt x="0" y="32806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4" name="pg2033"/>
            <p:cNvSpPr/>
            <p:nvPr/>
          </p:nvSpPr>
          <p:spPr>
            <a:xfrm>
              <a:off x="1199187" y="5754051"/>
              <a:ext cx="12049831" cy="702244"/>
            </a:xfrm>
            <a:custGeom>
              <a:avLst/>
              <a:pathLst>
                <a:path w="12049831" h="702244">
                  <a:moveTo>
                    <a:pt x="0" y="576469"/>
                  </a:moveTo>
                  <a:lnTo>
                    <a:pt x="994940" y="576469"/>
                  </a:lnTo>
                  <a:lnTo>
                    <a:pt x="996076" y="576472"/>
                  </a:lnTo>
                  <a:lnTo>
                    <a:pt x="1003575" y="576489"/>
                  </a:lnTo>
                  <a:lnTo>
                    <a:pt x="1022577" y="576536"/>
                  </a:lnTo>
                  <a:lnTo>
                    <a:pt x="1056800" y="576629"/>
                  </a:lnTo>
                  <a:lnTo>
                    <a:pt x="1108313" y="576783"/>
                  </a:lnTo>
                  <a:lnTo>
                    <a:pt x="1177386" y="577011"/>
                  </a:lnTo>
                  <a:lnTo>
                    <a:pt x="1262545" y="577321"/>
                  </a:lnTo>
                  <a:lnTo>
                    <a:pt x="1360900" y="577720"/>
                  </a:lnTo>
                  <a:lnTo>
                    <a:pt x="1468669" y="578210"/>
                  </a:lnTo>
                  <a:lnTo>
                    <a:pt x="1581776" y="578789"/>
                  </a:lnTo>
                  <a:lnTo>
                    <a:pt x="1696380" y="579458"/>
                  </a:lnTo>
                  <a:lnTo>
                    <a:pt x="1809248" y="580212"/>
                  </a:lnTo>
                  <a:lnTo>
                    <a:pt x="1917933" y="581054"/>
                  </a:lnTo>
                  <a:lnTo>
                    <a:pt x="2020796" y="581983"/>
                  </a:lnTo>
                  <a:lnTo>
                    <a:pt x="2116921" y="583004"/>
                  </a:lnTo>
                  <a:lnTo>
                    <a:pt x="2205981" y="584125"/>
                  </a:lnTo>
                  <a:lnTo>
                    <a:pt x="2288090" y="585355"/>
                  </a:lnTo>
                  <a:lnTo>
                    <a:pt x="2363666" y="586707"/>
                  </a:lnTo>
                  <a:lnTo>
                    <a:pt x="2433324" y="588196"/>
                  </a:lnTo>
                  <a:lnTo>
                    <a:pt x="2497789" y="589839"/>
                  </a:lnTo>
                  <a:lnTo>
                    <a:pt x="2557837" y="591652"/>
                  </a:lnTo>
                  <a:lnTo>
                    <a:pt x="2614245" y="593652"/>
                  </a:lnTo>
                  <a:lnTo>
                    <a:pt x="2667747" y="595850"/>
                  </a:lnTo>
                  <a:lnTo>
                    <a:pt x="2702183" y="597432"/>
                  </a:lnTo>
                  <a:lnTo>
                    <a:pt x="2763753" y="600592"/>
                  </a:lnTo>
                  <a:lnTo>
                    <a:pt x="2823403" y="604070"/>
                  </a:lnTo>
                  <a:lnTo>
                    <a:pt x="2881849" y="607869"/>
                  </a:lnTo>
                  <a:lnTo>
                    <a:pt x="2939616" y="611985"/>
                  </a:lnTo>
                  <a:lnTo>
                    <a:pt x="2997073" y="616399"/>
                  </a:lnTo>
                  <a:lnTo>
                    <a:pt x="3054463" y="621083"/>
                  </a:lnTo>
                  <a:lnTo>
                    <a:pt x="3111921" y="625993"/>
                  </a:lnTo>
                  <a:lnTo>
                    <a:pt x="3169495" y="631077"/>
                  </a:lnTo>
                  <a:lnTo>
                    <a:pt x="3227169" y="636271"/>
                  </a:lnTo>
                  <a:lnTo>
                    <a:pt x="3284886" y="641507"/>
                  </a:lnTo>
                  <a:lnTo>
                    <a:pt x="3342573" y="646714"/>
                  </a:lnTo>
                  <a:lnTo>
                    <a:pt x="3400167" y="651822"/>
                  </a:lnTo>
                  <a:lnTo>
                    <a:pt x="3457645" y="656767"/>
                  </a:lnTo>
                  <a:lnTo>
                    <a:pt x="3515040" y="661495"/>
                  </a:lnTo>
                  <a:lnTo>
                    <a:pt x="3572471" y="665960"/>
                  </a:lnTo>
                  <a:lnTo>
                    <a:pt x="3630158" y="670131"/>
                  </a:lnTo>
                  <a:lnTo>
                    <a:pt x="3688449" y="673988"/>
                  </a:lnTo>
                  <a:lnTo>
                    <a:pt x="3747837" y="677523"/>
                  </a:lnTo>
                  <a:lnTo>
                    <a:pt x="3809001" y="680739"/>
                  </a:lnTo>
                  <a:lnTo>
                    <a:pt x="3820202" y="681282"/>
                  </a:lnTo>
                  <a:lnTo>
                    <a:pt x="3872135" y="683616"/>
                  </a:lnTo>
                  <a:lnTo>
                    <a:pt x="3926525" y="685748"/>
                  </a:lnTo>
                  <a:lnTo>
                    <a:pt x="3984058" y="687684"/>
                  </a:lnTo>
                  <a:lnTo>
                    <a:pt x="4045487" y="689439"/>
                  </a:lnTo>
                  <a:lnTo>
                    <a:pt x="4111593" y="691028"/>
                  </a:lnTo>
                  <a:lnTo>
                    <a:pt x="4183140" y="692470"/>
                  </a:lnTo>
                  <a:lnTo>
                    <a:pt x="4260826" y="693780"/>
                  </a:lnTo>
                  <a:lnTo>
                    <a:pt x="4345211" y="694973"/>
                  </a:lnTo>
                  <a:lnTo>
                    <a:pt x="4436626" y="696059"/>
                  </a:lnTo>
                  <a:lnTo>
                    <a:pt x="4535051" y="697050"/>
                  </a:lnTo>
                  <a:lnTo>
                    <a:pt x="4639983" y="697949"/>
                  </a:lnTo>
                  <a:lnTo>
                    <a:pt x="4750278" y="698762"/>
                  </a:lnTo>
                  <a:lnTo>
                    <a:pt x="4864036" y="699488"/>
                  </a:lnTo>
                  <a:lnTo>
                    <a:pt x="4978537" y="700127"/>
                  </a:lnTo>
                  <a:lnTo>
                    <a:pt x="5090317" y="700677"/>
                  </a:lnTo>
                  <a:lnTo>
                    <a:pt x="5195408" y="701136"/>
                  </a:lnTo>
                  <a:lnTo>
                    <a:pt x="5289766" y="701505"/>
                  </a:lnTo>
                  <a:lnTo>
                    <a:pt x="5369840" y="701787"/>
                  </a:lnTo>
                  <a:lnTo>
                    <a:pt x="5433160" y="701989"/>
                  </a:lnTo>
                  <a:lnTo>
                    <a:pt x="5478808" y="702122"/>
                  </a:lnTo>
                  <a:lnTo>
                    <a:pt x="5507658" y="702198"/>
                  </a:lnTo>
                  <a:lnTo>
                    <a:pt x="5522352" y="702233"/>
                  </a:lnTo>
                  <a:lnTo>
                    <a:pt x="5527101" y="702244"/>
                  </a:lnTo>
                  <a:lnTo>
                    <a:pt x="5527445" y="702244"/>
                  </a:lnTo>
                  <a:lnTo>
                    <a:pt x="6522385" y="702244"/>
                  </a:lnTo>
                  <a:lnTo>
                    <a:pt x="6523518" y="702231"/>
                  </a:lnTo>
                  <a:lnTo>
                    <a:pt x="6530993" y="702137"/>
                  </a:lnTo>
                  <a:lnTo>
                    <a:pt x="6549936" y="701876"/>
                  </a:lnTo>
                  <a:lnTo>
                    <a:pt x="6584056" y="701361"/>
                  </a:lnTo>
                  <a:lnTo>
                    <a:pt x="6635422" y="700511"/>
                  </a:lnTo>
                  <a:lnTo>
                    <a:pt x="6704313" y="699254"/>
                  </a:lnTo>
                  <a:lnTo>
                    <a:pt x="6789269" y="697540"/>
                  </a:lnTo>
                  <a:lnTo>
                    <a:pt x="6887419" y="695335"/>
                  </a:lnTo>
                  <a:lnTo>
                    <a:pt x="6994998" y="692630"/>
                  </a:lnTo>
                  <a:lnTo>
                    <a:pt x="7107943" y="689426"/>
                  </a:lnTo>
                  <a:lnTo>
                    <a:pt x="7222423" y="685733"/>
                  </a:lnTo>
                  <a:lnTo>
                    <a:pt x="7335205" y="681560"/>
                  </a:lnTo>
                  <a:lnTo>
                    <a:pt x="7443840" y="676911"/>
                  </a:lnTo>
                  <a:lnTo>
                    <a:pt x="7546684" y="671775"/>
                  </a:lnTo>
                  <a:lnTo>
                    <a:pt x="7642815" y="666129"/>
                  </a:lnTo>
                  <a:lnTo>
                    <a:pt x="7731898" y="659934"/>
                  </a:lnTo>
                  <a:lnTo>
                    <a:pt x="7814040" y="653136"/>
                  </a:lnTo>
                  <a:lnTo>
                    <a:pt x="7889654" y="645666"/>
                  </a:lnTo>
                  <a:lnTo>
                    <a:pt x="7959348" y="637440"/>
                  </a:lnTo>
                  <a:lnTo>
                    <a:pt x="8023846" y="628368"/>
                  </a:lnTo>
                  <a:lnTo>
                    <a:pt x="8083920" y="618355"/>
                  </a:lnTo>
                  <a:lnTo>
                    <a:pt x="8140343" y="607311"/>
                  </a:lnTo>
                  <a:lnTo>
                    <a:pt x="8193850" y="595168"/>
                  </a:lnTo>
                  <a:lnTo>
                    <a:pt x="8229629" y="586077"/>
                  </a:lnTo>
                  <a:lnTo>
                    <a:pt x="8288917" y="569255"/>
                  </a:lnTo>
                  <a:lnTo>
                    <a:pt x="8346401" y="550808"/>
                  </a:lnTo>
                  <a:lnTo>
                    <a:pt x="8402727" y="530708"/>
                  </a:lnTo>
                  <a:lnTo>
                    <a:pt x="8458377" y="508979"/>
                  </a:lnTo>
                  <a:lnTo>
                    <a:pt x="8513698" y="485698"/>
                  </a:lnTo>
                  <a:lnTo>
                    <a:pt x="8568923" y="461002"/>
                  </a:lnTo>
                  <a:lnTo>
                    <a:pt x="8624191" y="435088"/>
                  </a:lnTo>
                  <a:lnTo>
                    <a:pt x="8679562" y="408207"/>
                  </a:lnTo>
                  <a:lnTo>
                    <a:pt x="8735036" y="380657"/>
                  </a:lnTo>
                  <a:lnTo>
                    <a:pt x="8790570" y="352771"/>
                  </a:lnTo>
                  <a:lnTo>
                    <a:pt x="8846101" y="324896"/>
                  </a:lnTo>
                  <a:lnTo>
                    <a:pt x="8901568" y="297383"/>
                  </a:lnTo>
                  <a:lnTo>
                    <a:pt x="8956932" y="270560"/>
                  </a:lnTo>
                  <a:lnTo>
                    <a:pt x="9012194" y="244723"/>
                  </a:lnTo>
                  <a:lnTo>
                    <a:pt x="9067421" y="220120"/>
                  </a:lnTo>
                  <a:lnTo>
                    <a:pt x="9122756" y="196943"/>
                  </a:lnTo>
                  <a:lnTo>
                    <a:pt x="9178440" y="175325"/>
                  </a:lnTo>
                  <a:lnTo>
                    <a:pt x="9234830" y="155340"/>
                  </a:lnTo>
                  <a:lnTo>
                    <a:pt x="9292416" y="137007"/>
                  </a:lnTo>
                  <a:lnTo>
                    <a:pt x="9347647" y="121408"/>
                  </a:lnTo>
                  <a:lnTo>
                    <a:pt x="9399522" y="108484"/>
                  </a:lnTo>
                  <a:lnTo>
                    <a:pt x="9453846" y="96682"/>
                  </a:lnTo>
                  <a:lnTo>
                    <a:pt x="9511305" y="85962"/>
                  </a:lnTo>
                  <a:lnTo>
                    <a:pt x="9572649" y="76247"/>
                  </a:lnTo>
                  <a:lnTo>
                    <a:pt x="9638655" y="67444"/>
                  </a:lnTo>
                  <a:lnTo>
                    <a:pt x="9710087" y="59458"/>
                  </a:lnTo>
                  <a:lnTo>
                    <a:pt x="9787640" y="52201"/>
                  </a:lnTo>
                  <a:lnTo>
                    <a:pt x="9871873" y="45595"/>
                  </a:lnTo>
                  <a:lnTo>
                    <a:pt x="9963117" y="39573"/>
                  </a:lnTo>
                  <a:lnTo>
                    <a:pt x="10061361" y="34087"/>
                  </a:lnTo>
                  <a:lnTo>
                    <a:pt x="10166104" y="29101"/>
                  </a:lnTo>
                  <a:lnTo>
                    <a:pt x="10276218" y="24598"/>
                  </a:lnTo>
                  <a:lnTo>
                    <a:pt x="10389818" y="20571"/>
                  </a:lnTo>
                  <a:lnTo>
                    <a:pt x="10504204" y="17027"/>
                  </a:lnTo>
                  <a:lnTo>
                    <a:pt x="10615934" y="13974"/>
                  </a:lnTo>
                  <a:lnTo>
                    <a:pt x="10721059" y="11422"/>
                  </a:lnTo>
                  <a:lnTo>
                    <a:pt x="10815544" y="9370"/>
                  </a:lnTo>
                  <a:lnTo>
                    <a:pt x="10895836" y="7799"/>
                  </a:lnTo>
                  <a:lnTo>
                    <a:pt x="10959446" y="6674"/>
                  </a:lnTo>
                  <a:lnTo>
                    <a:pt x="11005424" y="5934"/>
                  </a:lnTo>
                  <a:lnTo>
                    <a:pt x="11034603" y="5506"/>
                  </a:lnTo>
                  <a:lnTo>
                    <a:pt x="11049576" y="5305"/>
                  </a:lnTo>
                  <a:lnTo>
                    <a:pt x="11054506" y="524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8" y="13"/>
                  </a:lnTo>
                  <a:lnTo>
                    <a:pt x="11046284" y="107"/>
                  </a:lnTo>
                  <a:lnTo>
                    <a:pt x="11027341" y="368"/>
                  </a:lnTo>
                  <a:lnTo>
                    <a:pt x="10993221" y="883"/>
                  </a:lnTo>
                  <a:lnTo>
                    <a:pt x="10941854" y="1733"/>
                  </a:lnTo>
                  <a:lnTo>
                    <a:pt x="10872964" y="2990"/>
                  </a:lnTo>
                  <a:lnTo>
                    <a:pt x="10788007" y="4704"/>
                  </a:lnTo>
                  <a:lnTo>
                    <a:pt x="10689857" y="6909"/>
                  </a:lnTo>
                  <a:lnTo>
                    <a:pt x="10582278" y="9614"/>
                  </a:lnTo>
                  <a:lnTo>
                    <a:pt x="10469333" y="12818"/>
                  </a:lnTo>
                  <a:lnTo>
                    <a:pt x="10354853" y="16511"/>
                  </a:lnTo>
                  <a:lnTo>
                    <a:pt x="10242071" y="20684"/>
                  </a:lnTo>
                  <a:lnTo>
                    <a:pt x="10133436" y="25333"/>
                  </a:lnTo>
                  <a:lnTo>
                    <a:pt x="10030593" y="30469"/>
                  </a:lnTo>
                  <a:lnTo>
                    <a:pt x="9934462" y="36115"/>
                  </a:lnTo>
                  <a:lnTo>
                    <a:pt x="9845378" y="42310"/>
                  </a:lnTo>
                  <a:lnTo>
                    <a:pt x="9763236" y="49108"/>
                  </a:lnTo>
                  <a:lnTo>
                    <a:pt x="9687623" y="56578"/>
                  </a:lnTo>
                  <a:lnTo>
                    <a:pt x="9617928" y="64804"/>
                  </a:lnTo>
                  <a:lnTo>
                    <a:pt x="9553430" y="73876"/>
                  </a:lnTo>
                  <a:lnTo>
                    <a:pt x="9493357" y="83889"/>
                  </a:lnTo>
                  <a:lnTo>
                    <a:pt x="9436934" y="94933"/>
                  </a:lnTo>
                  <a:lnTo>
                    <a:pt x="9383427" y="107076"/>
                  </a:lnTo>
                  <a:lnTo>
                    <a:pt x="9347647" y="116167"/>
                  </a:lnTo>
                  <a:lnTo>
                    <a:pt x="9288359" y="132989"/>
                  </a:lnTo>
                  <a:lnTo>
                    <a:pt x="9230876" y="151436"/>
                  </a:lnTo>
                  <a:lnTo>
                    <a:pt x="9174550" y="171536"/>
                  </a:lnTo>
                  <a:lnTo>
                    <a:pt x="9118900" y="193265"/>
                  </a:lnTo>
                  <a:lnTo>
                    <a:pt x="9063579" y="216546"/>
                  </a:lnTo>
                  <a:lnTo>
                    <a:pt x="9008354" y="241242"/>
                  </a:lnTo>
                  <a:lnTo>
                    <a:pt x="8953085" y="267156"/>
                  </a:lnTo>
                  <a:lnTo>
                    <a:pt x="8897714" y="294037"/>
                  </a:lnTo>
                  <a:lnTo>
                    <a:pt x="8842241" y="321587"/>
                  </a:lnTo>
                  <a:lnTo>
                    <a:pt x="8786707" y="349473"/>
                  </a:lnTo>
                  <a:lnTo>
                    <a:pt x="8731175" y="377347"/>
                  </a:lnTo>
                  <a:lnTo>
                    <a:pt x="8675708" y="404861"/>
                  </a:lnTo>
                  <a:lnTo>
                    <a:pt x="8620345" y="431684"/>
                  </a:lnTo>
                  <a:lnTo>
                    <a:pt x="8565082" y="457521"/>
                  </a:lnTo>
                  <a:lnTo>
                    <a:pt x="8509856" y="482124"/>
                  </a:lnTo>
                  <a:lnTo>
                    <a:pt x="8454521" y="505301"/>
                  </a:lnTo>
                  <a:lnTo>
                    <a:pt x="8398836" y="526919"/>
                  </a:lnTo>
                  <a:lnTo>
                    <a:pt x="8342447" y="546904"/>
                  </a:lnTo>
                  <a:lnTo>
                    <a:pt x="8284861" y="565237"/>
                  </a:lnTo>
                  <a:lnTo>
                    <a:pt x="8229629" y="580836"/>
                  </a:lnTo>
                  <a:lnTo>
                    <a:pt x="8177755" y="593760"/>
                  </a:lnTo>
                  <a:lnTo>
                    <a:pt x="8123430" y="605561"/>
                  </a:lnTo>
                  <a:lnTo>
                    <a:pt x="8065972" y="616282"/>
                  </a:lnTo>
                  <a:lnTo>
                    <a:pt x="8004628" y="625997"/>
                  </a:lnTo>
                  <a:lnTo>
                    <a:pt x="7938621" y="634800"/>
                  </a:lnTo>
                  <a:lnTo>
                    <a:pt x="7867189" y="642786"/>
                  </a:lnTo>
                  <a:lnTo>
                    <a:pt x="7789637" y="650043"/>
                  </a:lnTo>
                  <a:lnTo>
                    <a:pt x="7705404" y="656649"/>
                  </a:lnTo>
                  <a:lnTo>
                    <a:pt x="7614159" y="662671"/>
                  </a:lnTo>
                  <a:lnTo>
                    <a:pt x="7515916" y="668157"/>
                  </a:lnTo>
                  <a:lnTo>
                    <a:pt x="7411172" y="673143"/>
                  </a:lnTo>
                  <a:lnTo>
                    <a:pt x="7301058" y="677646"/>
                  </a:lnTo>
                  <a:lnTo>
                    <a:pt x="7187459" y="681673"/>
                  </a:lnTo>
                  <a:lnTo>
                    <a:pt x="7073073" y="685217"/>
                  </a:lnTo>
                  <a:lnTo>
                    <a:pt x="6961342" y="688270"/>
                  </a:lnTo>
                  <a:lnTo>
                    <a:pt x="6856218" y="690822"/>
                  </a:lnTo>
                  <a:lnTo>
                    <a:pt x="6761732" y="692874"/>
                  </a:lnTo>
                  <a:lnTo>
                    <a:pt x="6681441" y="694445"/>
                  </a:lnTo>
                  <a:lnTo>
                    <a:pt x="6617831" y="695570"/>
                  </a:lnTo>
                  <a:lnTo>
                    <a:pt x="6571852" y="696310"/>
                  </a:lnTo>
                  <a:lnTo>
                    <a:pt x="6542673" y="696738"/>
                  </a:lnTo>
                  <a:lnTo>
                    <a:pt x="6527700" y="696939"/>
                  </a:lnTo>
                  <a:lnTo>
                    <a:pt x="6522770" y="696999"/>
                  </a:lnTo>
                  <a:lnTo>
                    <a:pt x="6522385" y="697004"/>
                  </a:lnTo>
                  <a:lnTo>
                    <a:pt x="5527445" y="697004"/>
                  </a:lnTo>
                  <a:lnTo>
                    <a:pt x="5526309" y="697001"/>
                  </a:lnTo>
                  <a:lnTo>
                    <a:pt x="5518810" y="696984"/>
                  </a:lnTo>
                  <a:lnTo>
                    <a:pt x="5499808" y="696937"/>
                  </a:lnTo>
                  <a:lnTo>
                    <a:pt x="5465585" y="696844"/>
                  </a:lnTo>
                  <a:lnTo>
                    <a:pt x="5414072" y="696690"/>
                  </a:lnTo>
                  <a:lnTo>
                    <a:pt x="5344999" y="696462"/>
                  </a:lnTo>
                  <a:lnTo>
                    <a:pt x="5259840" y="696152"/>
                  </a:lnTo>
                  <a:lnTo>
                    <a:pt x="5161485" y="695753"/>
                  </a:lnTo>
                  <a:lnTo>
                    <a:pt x="5053716" y="695263"/>
                  </a:lnTo>
                  <a:lnTo>
                    <a:pt x="4940609" y="694684"/>
                  </a:lnTo>
                  <a:lnTo>
                    <a:pt x="4826005" y="694016"/>
                  </a:lnTo>
                  <a:lnTo>
                    <a:pt x="4713137" y="693261"/>
                  </a:lnTo>
                  <a:lnTo>
                    <a:pt x="4604452" y="692419"/>
                  </a:lnTo>
                  <a:lnTo>
                    <a:pt x="4501589" y="691490"/>
                  </a:lnTo>
                  <a:lnTo>
                    <a:pt x="4405464" y="690469"/>
                  </a:lnTo>
                  <a:lnTo>
                    <a:pt x="4316404" y="689348"/>
                  </a:lnTo>
                  <a:lnTo>
                    <a:pt x="4234295" y="688118"/>
                  </a:lnTo>
                  <a:lnTo>
                    <a:pt x="4158719" y="686766"/>
                  </a:lnTo>
                  <a:lnTo>
                    <a:pt x="4089061" y="685277"/>
                  </a:lnTo>
                  <a:lnTo>
                    <a:pt x="4024596" y="683634"/>
                  </a:lnTo>
                  <a:lnTo>
                    <a:pt x="3964548" y="681821"/>
                  </a:lnTo>
                  <a:lnTo>
                    <a:pt x="3908140" y="679821"/>
                  </a:lnTo>
                  <a:lnTo>
                    <a:pt x="3854638" y="677623"/>
                  </a:lnTo>
                  <a:lnTo>
                    <a:pt x="3820202" y="676041"/>
                  </a:lnTo>
                  <a:lnTo>
                    <a:pt x="3758632" y="672881"/>
                  </a:lnTo>
                  <a:lnTo>
                    <a:pt x="3698982" y="669403"/>
                  </a:lnTo>
                  <a:lnTo>
                    <a:pt x="3640536" y="665604"/>
                  </a:lnTo>
                  <a:lnTo>
                    <a:pt x="3582769" y="661488"/>
                  </a:lnTo>
                  <a:lnTo>
                    <a:pt x="3525312" y="657074"/>
                  </a:lnTo>
                  <a:lnTo>
                    <a:pt x="3467922" y="652390"/>
                  </a:lnTo>
                  <a:lnTo>
                    <a:pt x="3410464" y="647480"/>
                  </a:lnTo>
                  <a:lnTo>
                    <a:pt x="3352890" y="642396"/>
                  </a:lnTo>
                  <a:lnTo>
                    <a:pt x="3295216" y="637202"/>
                  </a:lnTo>
                  <a:lnTo>
                    <a:pt x="3237499" y="631966"/>
                  </a:lnTo>
                  <a:lnTo>
                    <a:pt x="3179812" y="626760"/>
                  </a:lnTo>
                  <a:lnTo>
                    <a:pt x="3122218" y="621651"/>
                  </a:lnTo>
                  <a:lnTo>
                    <a:pt x="3064740" y="616706"/>
                  </a:lnTo>
                  <a:lnTo>
                    <a:pt x="3007345" y="611978"/>
                  </a:lnTo>
                  <a:lnTo>
                    <a:pt x="2949914" y="607513"/>
                  </a:lnTo>
                  <a:lnTo>
                    <a:pt x="2892227" y="603342"/>
                  </a:lnTo>
                  <a:lnTo>
                    <a:pt x="2833936" y="599485"/>
                  </a:lnTo>
                  <a:lnTo>
                    <a:pt x="2774548" y="595950"/>
                  </a:lnTo>
                  <a:lnTo>
                    <a:pt x="2713384" y="592734"/>
                  </a:lnTo>
                  <a:lnTo>
                    <a:pt x="2702183" y="592191"/>
                  </a:lnTo>
                  <a:lnTo>
                    <a:pt x="2650250" y="589857"/>
                  </a:lnTo>
                  <a:lnTo>
                    <a:pt x="2595860" y="587725"/>
                  </a:lnTo>
                  <a:lnTo>
                    <a:pt x="2538327" y="585789"/>
                  </a:lnTo>
                  <a:lnTo>
                    <a:pt x="2476898" y="584034"/>
                  </a:lnTo>
                  <a:lnTo>
                    <a:pt x="2410792" y="582445"/>
                  </a:lnTo>
                  <a:lnTo>
                    <a:pt x="2339245" y="581003"/>
                  </a:lnTo>
                  <a:lnTo>
                    <a:pt x="2261559" y="579693"/>
                  </a:lnTo>
                  <a:lnTo>
                    <a:pt x="2177174" y="578500"/>
                  </a:lnTo>
                  <a:lnTo>
                    <a:pt x="2085759" y="577414"/>
                  </a:lnTo>
                  <a:lnTo>
                    <a:pt x="1987334" y="576423"/>
                  </a:lnTo>
                  <a:lnTo>
                    <a:pt x="1882402" y="575524"/>
                  </a:lnTo>
                  <a:lnTo>
                    <a:pt x="1772106" y="574711"/>
                  </a:lnTo>
                  <a:lnTo>
                    <a:pt x="1658349" y="573985"/>
                  </a:lnTo>
                  <a:lnTo>
                    <a:pt x="1543848" y="573346"/>
                  </a:lnTo>
                  <a:lnTo>
                    <a:pt x="1432068" y="572796"/>
                  </a:lnTo>
                  <a:lnTo>
                    <a:pt x="1326977" y="572337"/>
                  </a:lnTo>
                  <a:lnTo>
                    <a:pt x="1232619" y="571968"/>
                  </a:lnTo>
                  <a:lnTo>
                    <a:pt x="1152545" y="571686"/>
                  </a:lnTo>
                  <a:lnTo>
                    <a:pt x="1089225" y="571484"/>
                  </a:lnTo>
                  <a:lnTo>
                    <a:pt x="1043577" y="571352"/>
                  </a:lnTo>
                  <a:lnTo>
                    <a:pt x="1014727" y="571275"/>
                  </a:lnTo>
                  <a:lnTo>
                    <a:pt x="1000033" y="571240"/>
                  </a:lnTo>
                  <a:lnTo>
                    <a:pt x="995284" y="571229"/>
                  </a:lnTo>
                  <a:lnTo>
                    <a:pt x="994940" y="571229"/>
                  </a:lnTo>
                  <a:lnTo>
                    <a:pt x="0" y="571229"/>
                  </a:lnTo>
                  <a:close/>
                </a:path>
              </a:pathLst>
            </a:custGeom>
            <a:solidFill>
              <a:srgbClr val="EF5350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35" name="pl2034"/>
            <p:cNvSpPr/>
            <p:nvPr/>
          </p:nvSpPr>
          <p:spPr>
            <a:xfrm>
              <a:off x="1199187" y="5759292"/>
              <a:ext cx="12049831" cy="697004"/>
            </a:xfrm>
            <a:custGeom>
              <a:avLst/>
              <a:pathLst>
                <a:path w="12049831" h="697004">
                  <a:moveTo>
                    <a:pt x="0" y="571229"/>
                  </a:moveTo>
                  <a:lnTo>
                    <a:pt x="994940" y="571229"/>
                  </a:lnTo>
                  <a:lnTo>
                    <a:pt x="996076" y="571231"/>
                  </a:lnTo>
                  <a:lnTo>
                    <a:pt x="1003575" y="571248"/>
                  </a:lnTo>
                  <a:lnTo>
                    <a:pt x="1022577" y="571295"/>
                  </a:lnTo>
                  <a:lnTo>
                    <a:pt x="1056800" y="571389"/>
                  </a:lnTo>
                  <a:lnTo>
                    <a:pt x="1108313" y="571543"/>
                  </a:lnTo>
                  <a:lnTo>
                    <a:pt x="1177386" y="571770"/>
                  </a:lnTo>
                  <a:lnTo>
                    <a:pt x="1262545" y="572080"/>
                  </a:lnTo>
                  <a:lnTo>
                    <a:pt x="1360900" y="572479"/>
                  </a:lnTo>
                  <a:lnTo>
                    <a:pt x="1468669" y="572969"/>
                  </a:lnTo>
                  <a:lnTo>
                    <a:pt x="1581776" y="573549"/>
                  </a:lnTo>
                  <a:lnTo>
                    <a:pt x="1696380" y="574217"/>
                  </a:lnTo>
                  <a:lnTo>
                    <a:pt x="1809248" y="574972"/>
                  </a:lnTo>
                  <a:lnTo>
                    <a:pt x="1917933" y="575813"/>
                  </a:lnTo>
                  <a:lnTo>
                    <a:pt x="2020796" y="576742"/>
                  </a:lnTo>
                  <a:lnTo>
                    <a:pt x="2116921" y="577764"/>
                  </a:lnTo>
                  <a:lnTo>
                    <a:pt x="2205981" y="578884"/>
                  </a:lnTo>
                  <a:lnTo>
                    <a:pt x="2288090" y="580115"/>
                  </a:lnTo>
                  <a:lnTo>
                    <a:pt x="2363666" y="581467"/>
                  </a:lnTo>
                  <a:lnTo>
                    <a:pt x="2433324" y="582956"/>
                  </a:lnTo>
                  <a:lnTo>
                    <a:pt x="2497789" y="584598"/>
                  </a:lnTo>
                  <a:lnTo>
                    <a:pt x="2557837" y="586411"/>
                  </a:lnTo>
                  <a:lnTo>
                    <a:pt x="2614245" y="588411"/>
                  </a:lnTo>
                  <a:lnTo>
                    <a:pt x="2667747" y="590610"/>
                  </a:lnTo>
                  <a:lnTo>
                    <a:pt x="2702183" y="592191"/>
                  </a:lnTo>
                  <a:lnTo>
                    <a:pt x="2763753" y="595352"/>
                  </a:lnTo>
                  <a:lnTo>
                    <a:pt x="2823403" y="598829"/>
                  </a:lnTo>
                  <a:lnTo>
                    <a:pt x="2881849" y="602628"/>
                  </a:lnTo>
                  <a:lnTo>
                    <a:pt x="2939616" y="606744"/>
                  </a:lnTo>
                  <a:lnTo>
                    <a:pt x="2997073" y="611159"/>
                  </a:lnTo>
                  <a:lnTo>
                    <a:pt x="3054463" y="615842"/>
                  </a:lnTo>
                  <a:lnTo>
                    <a:pt x="3111921" y="620752"/>
                  </a:lnTo>
                  <a:lnTo>
                    <a:pt x="3169495" y="625836"/>
                  </a:lnTo>
                  <a:lnTo>
                    <a:pt x="3227169" y="631030"/>
                  </a:lnTo>
                  <a:lnTo>
                    <a:pt x="3284886" y="636266"/>
                  </a:lnTo>
                  <a:lnTo>
                    <a:pt x="3342573" y="641473"/>
                  </a:lnTo>
                  <a:lnTo>
                    <a:pt x="3400167" y="646581"/>
                  </a:lnTo>
                  <a:lnTo>
                    <a:pt x="3457645" y="651527"/>
                  </a:lnTo>
                  <a:lnTo>
                    <a:pt x="3515040" y="656254"/>
                  </a:lnTo>
                  <a:lnTo>
                    <a:pt x="3572471" y="660719"/>
                  </a:lnTo>
                  <a:lnTo>
                    <a:pt x="3630158" y="664890"/>
                  </a:lnTo>
                  <a:lnTo>
                    <a:pt x="3688449" y="668747"/>
                  </a:lnTo>
                  <a:lnTo>
                    <a:pt x="3747837" y="672282"/>
                  </a:lnTo>
                  <a:lnTo>
                    <a:pt x="3809001" y="675498"/>
                  </a:lnTo>
                  <a:lnTo>
                    <a:pt x="3820202" y="676041"/>
                  </a:lnTo>
                  <a:lnTo>
                    <a:pt x="3872135" y="678376"/>
                  </a:lnTo>
                  <a:lnTo>
                    <a:pt x="3926525" y="680507"/>
                  </a:lnTo>
                  <a:lnTo>
                    <a:pt x="3984058" y="682444"/>
                  </a:lnTo>
                  <a:lnTo>
                    <a:pt x="4045487" y="684198"/>
                  </a:lnTo>
                  <a:lnTo>
                    <a:pt x="4111593" y="685788"/>
                  </a:lnTo>
                  <a:lnTo>
                    <a:pt x="4183140" y="687229"/>
                  </a:lnTo>
                  <a:lnTo>
                    <a:pt x="4260826" y="688539"/>
                  </a:lnTo>
                  <a:lnTo>
                    <a:pt x="4345211" y="689732"/>
                  </a:lnTo>
                  <a:lnTo>
                    <a:pt x="4436626" y="690819"/>
                  </a:lnTo>
                  <a:lnTo>
                    <a:pt x="4535051" y="691809"/>
                  </a:lnTo>
                  <a:lnTo>
                    <a:pt x="4639983" y="692709"/>
                  </a:lnTo>
                  <a:lnTo>
                    <a:pt x="4750278" y="693521"/>
                  </a:lnTo>
                  <a:lnTo>
                    <a:pt x="4864036" y="694247"/>
                  </a:lnTo>
                  <a:lnTo>
                    <a:pt x="4978537" y="694886"/>
                  </a:lnTo>
                  <a:lnTo>
                    <a:pt x="5090317" y="695436"/>
                  </a:lnTo>
                  <a:lnTo>
                    <a:pt x="5195408" y="695896"/>
                  </a:lnTo>
                  <a:lnTo>
                    <a:pt x="5289766" y="696265"/>
                  </a:lnTo>
                  <a:lnTo>
                    <a:pt x="5369840" y="696547"/>
                  </a:lnTo>
                  <a:lnTo>
                    <a:pt x="5433160" y="696749"/>
                  </a:lnTo>
                  <a:lnTo>
                    <a:pt x="5478808" y="696881"/>
                  </a:lnTo>
                  <a:lnTo>
                    <a:pt x="5507658" y="696957"/>
                  </a:lnTo>
                  <a:lnTo>
                    <a:pt x="5522352" y="696993"/>
                  </a:lnTo>
                  <a:lnTo>
                    <a:pt x="5527101" y="697003"/>
                  </a:lnTo>
                  <a:lnTo>
                    <a:pt x="5527445" y="697004"/>
                  </a:lnTo>
                  <a:lnTo>
                    <a:pt x="6522385" y="697004"/>
                  </a:lnTo>
                  <a:lnTo>
                    <a:pt x="6523518" y="696991"/>
                  </a:lnTo>
                  <a:lnTo>
                    <a:pt x="6530993" y="696896"/>
                  </a:lnTo>
                  <a:lnTo>
                    <a:pt x="6549936" y="696635"/>
                  </a:lnTo>
                  <a:lnTo>
                    <a:pt x="6584056" y="696120"/>
                  </a:lnTo>
                  <a:lnTo>
                    <a:pt x="6635422" y="695270"/>
                  </a:lnTo>
                  <a:lnTo>
                    <a:pt x="6704313" y="694014"/>
                  </a:lnTo>
                  <a:lnTo>
                    <a:pt x="6789269" y="692299"/>
                  </a:lnTo>
                  <a:lnTo>
                    <a:pt x="6887419" y="690095"/>
                  </a:lnTo>
                  <a:lnTo>
                    <a:pt x="6994998" y="687389"/>
                  </a:lnTo>
                  <a:lnTo>
                    <a:pt x="7107943" y="684185"/>
                  </a:lnTo>
                  <a:lnTo>
                    <a:pt x="7222423" y="680492"/>
                  </a:lnTo>
                  <a:lnTo>
                    <a:pt x="7335205" y="676320"/>
                  </a:lnTo>
                  <a:lnTo>
                    <a:pt x="7443840" y="671670"/>
                  </a:lnTo>
                  <a:lnTo>
                    <a:pt x="7546684" y="666534"/>
                  </a:lnTo>
                  <a:lnTo>
                    <a:pt x="7642815" y="660888"/>
                  </a:lnTo>
                  <a:lnTo>
                    <a:pt x="7731898" y="654694"/>
                  </a:lnTo>
                  <a:lnTo>
                    <a:pt x="7814040" y="647896"/>
                  </a:lnTo>
                  <a:lnTo>
                    <a:pt x="7889654" y="640425"/>
                  </a:lnTo>
                  <a:lnTo>
                    <a:pt x="7959348" y="632199"/>
                  </a:lnTo>
                  <a:lnTo>
                    <a:pt x="8023846" y="623127"/>
                  </a:lnTo>
                  <a:lnTo>
                    <a:pt x="8083920" y="613114"/>
                  </a:lnTo>
                  <a:lnTo>
                    <a:pt x="8140343" y="602070"/>
                  </a:lnTo>
                  <a:lnTo>
                    <a:pt x="8193850" y="589927"/>
                  </a:lnTo>
                  <a:lnTo>
                    <a:pt x="8229629" y="580836"/>
                  </a:lnTo>
                  <a:lnTo>
                    <a:pt x="8288917" y="564015"/>
                  </a:lnTo>
                  <a:lnTo>
                    <a:pt x="8346401" y="545567"/>
                  </a:lnTo>
                  <a:lnTo>
                    <a:pt x="8402727" y="525468"/>
                  </a:lnTo>
                  <a:lnTo>
                    <a:pt x="8458377" y="503738"/>
                  </a:lnTo>
                  <a:lnTo>
                    <a:pt x="8513698" y="480457"/>
                  </a:lnTo>
                  <a:lnTo>
                    <a:pt x="8568923" y="455761"/>
                  </a:lnTo>
                  <a:lnTo>
                    <a:pt x="8624191" y="429847"/>
                  </a:lnTo>
                  <a:lnTo>
                    <a:pt x="8679562" y="402966"/>
                  </a:lnTo>
                  <a:lnTo>
                    <a:pt x="8735036" y="375417"/>
                  </a:lnTo>
                  <a:lnTo>
                    <a:pt x="8790570" y="347530"/>
                  </a:lnTo>
                  <a:lnTo>
                    <a:pt x="8846101" y="319656"/>
                  </a:lnTo>
                  <a:lnTo>
                    <a:pt x="8901568" y="292142"/>
                  </a:lnTo>
                  <a:lnTo>
                    <a:pt x="8956932" y="265319"/>
                  </a:lnTo>
                  <a:lnTo>
                    <a:pt x="9012194" y="239483"/>
                  </a:lnTo>
                  <a:lnTo>
                    <a:pt x="9067421" y="214880"/>
                  </a:lnTo>
                  <a:lnTo>
                    <a:pt x="9122756" y="191703"/>
                  </a:lnTo>
                  <a:lnTo>
                    <a:pt x="9178440" y="170085"/>
                  </a:lnTo>
                  <a:lnTo>
                    <a:pt x="9234830" y="150100"/>
                  </a:lnTo>
                  <a:lnTo>
                    <a:pt x="9292416" y="131767"/>
                  </a:lnTo>
                  <a:lnTo>
                    <a:pt x="9347647" y="116167"/>
                  </a:lnTo>
                  <a:lnTo>
                    <a:pt x="9399522" y="103244"/>
                  </a:lnTo>
                  <a:lnTo>
                    <a:pt x="9453846" y="91442"/>
                  </a:lnTo>
                  <a:lnTo>
                    <a:pt x="9511305" y="80722"/>
                  </a:lnTo>
                  <a:lnTo>
                    <a:pt x="9572649" y="71006"/>
                  </a:lnTo>
                  <a:lnTo>
                    <a:pt x="9638655" y="62203"/>
                  </a:lnTo>
                  <a:lnTo>
                    <a:pt x="9710087" y="54218"/>
                  </a:lnTo>
                  <a:lnTo>
                    <a:pt x="9787640" y="46961"/>
                  </a:lnTo>
                  <a:lnTo>
                    <a:pt x="9871873" y="40354"/>
                  </a:lnTo>
                  <a:lnTo>
                    <a:pt x="9963117" y="34332"/>
                  </a:lnTo>
                  <a:lnTo>
                    <a:pt x="10061361" y="28846"/>
                  </a:lnTo>
                  <a:lnTo>
                    <a:pt x="10166104" y="23860"/>
                  </a:lnTo>
                  <a:lnTo>
                    <a:pt x="10276218" y="19357"/>
                  </a:lnTo>
                  <a:lnTo>
                    <a:pt x="10389818" y="15331"/>
                  </a:lnTo>
                  <a:lnTo>
                    <a:pt x="10504204" y="11786"/>
                  </a:lnTo>
                  <a:lnTo>
                    <a:pt x="10615934" y="8733"/>
                  </a:lnTo>
                  <a:lnTo>
                    <a:pt x="10721059" y="6181"/>
                  </a:lnTo>
                  <a:lnTo>
                    <a:pt x="10815544" y="4129"/>
                  </a:lnTo>
                  <a:lnTo>
                    <a:pt x="10895836" y="2559"/>
                  </a:lnTo>
                  <a:lnTo>
                    <a:pt x="10959446" y="1433"/>
                  </a:lnTo>
                  <a:lnTo>
                    <a:pt x="11005424" y="694"/>
                  </a:lnTo>
                  <a:lnTo>
                    <a:pt x="11034603" y="266"/>
                  </a:lnTo>
                  <a:lnTo>
                    <a:pt x="11049576" y="65"/>
                  </a:lnTo>
                  <a:lnTo>
                    <a:pt x="11054506" y="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6" name="pl2035"/>
            <p:cNvSpPr/>
            <p:nvPr/>
          </p:nvSpPr>
          <p:spPr>
            <a:xfrm>
              <a:off x="1199187" y="5754051"/>
              <a:ext cx="12049831" cy="697004"/>
            </a:xfrm>
            <a:custGeom>
              <a:avLst/>
              <a:pathLst>
                <a:path w="12049831" h="697004">
                  <a:moveTo>
                    <a:pt x="12049831" y="0"/>
                  </a:moveTo>
                  <a:lnTo>
                    <a:pt x="11054891" y="0"/>
                  </a:lnTo>
                  <a:lnTo>
                    <a:pt x="11053758" y="13"/>
                  </a:lnTo>
                  <a:lnTo>
                    <a:pt x="11046284" y="107"/>
                  </a:lnTo>
                  <a:lnTo>
                    <a:pt x="11027341" y="368"/>
                  </a:lnTo>
                  <a:lnTo>
                    <a:pt x="10993221" y="883"/>
                  </a:lnTo>
                  <a:lnTo>
                    <a:pt x="10941854" y="1733"/>
                  </a:lnTo>
                  <a:lnTo>
                    <a:pt x="10872964" y="2990"/>
                  </a:lnTo>
                  <a:lnTo>
                    <a:pt x="10788007" y="4704"/>
                  </a:lnTo>
                  <a:lnTo>
                    <a:pt x="10689857" y="6909"/>
                  </a:lnTo>
                  <a:lnTo>
                    <a:pt x="10582278" y="9614"/>
                  </a:lnTo>
                  <a:lnTo>
                    <a:pt x="10469333" y="12818"/>
                  </a:lnTo>
                  <a:lnTo>
                    <a:pt x="10354853" y="16511"/>
                  </a:lnTo>
                  <a:lnTo>
                    <a:pt x="10242071" y="20684"/>
                  </a:lnTo>
                  <a:lnTo>
                    <a:pt x="10133436" y="25333"/>
                  </a:lnTo>
                  <a:lnTo>
                    <a:pt x="10030593" y="30469"/>
                  </a:lnTo>
                  <a:lnTo>
                    <a:pt x="9934462" y="36115"/>
                  </a:lnTo>
                  <a:lnTo>
                    <a:pt x="9845378" y="42310"/>
                  </a:lnTo>
                  <a:lnTo>
                    <a:pt x="9763236" y="49108"/>
                  </a:lnTo>
                  <a:lnTo>
                    <a:pt x="9687623" y="56578"/>
                  </a:lnTo>
                  <a:lnTo>
                    <a:pt x="9617928" y="64804"/>
                  </a:lnTo>
                  <a:lnTo>
                    <a:pt x="9553430" y="73876"/>
                  </a:lnTo>
                  <a:lnTo>
                    <a:pt x="9493357" y="83889"/>
                  </a:lnTo>
                  <a:lnTo>
                    <a:pt x="9436934" y="94933"/>
                  </a:lnTo>
                  <a:lnTo>
                    <a:pt x="9383427" y="107076"/>
                  </a:lnTo>
                  <a:lnTo>
                    <a:pt x="9347647" y="116167"/>
                  </a:lnTo>
                  <a:lnTo>
                    <a:pt x="9288359" y="132989"/>
                  </a:lnTo>
                  <a:lnTo>
                    <a:pt x="9230876" y="151436"/>
                  </a:lnTo>
                  <a:lnTo>
                    <a:pt x="9174550" y="171536"/>
                  </a:lnTo>
                  <a:lnTo>
                    <a:pt x="9118900" y="193265"/>
                  </a:lnTo>
                  <a:lnTo>
                    <a:pt x="9063579" y="216546"/>
                  </a:lnTo>
                  <a:lnTo>
                    <a:pt x="9008354" y="241242"/>
                  </a:lnTo>
                  <a:lnTo>
                    <a:pt x="8953085" y="267156"/>
                  </a:lnTo>
                  <a:lnTo>
                    <a:pt x="8897714" y="294037"/>
                  </a:lnTo>
                  <a:lnTo>
                    <a:pt x="8842241" y="321587"/>
                  </a:lnTo>
                  <a:lnTo>
                    <a:pt x="8786707" y="349473"/>
                  </a:lnTo>
                  <a:lnTo>
                    <a:pt x="8731175" y="377347"/>
                  </a:lnTo>
                  <a:lnTo>
                    <a:pt x="8675708" y="404861"/>
                  </a:lnTo>
                  <a:lnTo>
                    <a:pt x="8620345" y="431684"/>
                  </a:lnTo>
                  <a:lnTo>
                    <a:pt x="8565082" y="457521"/>
                  </a:lnTo>
                  <a:lnTo>
                    <a:pt x="8509856" y="482124"/>
                  </a:lnTo>
                  <a:lnTo>
                    <a:pt x="8454521" y="505301"/>
                  </a:lnTo>
                  <a:lnTo>
                    <a:pt x="8398836" y="526919"/>
                  </a:lnTo>
                  <a:lnTo>
                    <a:pt x="8342447" y="546904"/>
                  </a:lnTo>
                  <a:lnTo>
                    <a:pt x="8284861" y="565237"/>
                  </a:lnTo>
                  <a:lnTo>
                    <a:pt x="8229629" y="580836"/>
                  </a:lnTo>
                  <a:lnTo>
                    <a:pt x="8177755" y="593760"/>
                  </a:lnTo>
                  <a:lnTo>
                    <a:pt x="8123430" y="605561"/>
                  </a:lnTo>
                  <a:lnTo>
                    <a:pt x="8065972" y="616282"/>
                  </a:lnTo>
                  <a:lnTo>
                    <a:pt x="8004628" y="625997"/>
                  </a:lnTo>
                  <a:lnTo>
                    <a:pt x="7938621" y="634800"/>
                  </a:lnTo>
                  <a:lnTo>
                    <a:pt x="7867189" y="642786"/>
                  </a:lnTo>
                  <a:lnTo>
                    <a:pt x="7789637" y="650043"/>
                  </a:lnTo>
                  <a:lnTo>
                    <a:pt x="7705404" y="656649"/>
                  </a:lnTo>
                  <a:lnTo>
                    <a:pt x="7614159" y="662671"/>
                  </a:lnTo>
                  <a:lnTo>
                    <a:pt x="7515916" y="668157"/>
                  </a:lnTo>
                  <a:lnTo>
                    <a:pt x="7411172" y="673143"/>
                  </a:lnTo>
                  <a:lnTo>
                    <a:pt x="7301058" y="677646"/>
                  </a:lnTo>
                  <a:lnTo>
                    <a:pt x="7187459" y="681673"/>
                  </a:lnTo>
                  <a:lnTo>
                    <a:pt x="7073073" y="685217"/>
                  </a:lnTo>
                  <a:lnTo>
                    <a:pt x="6961342" y="688270"/>
                  </a:lnTo>
                  <a:lnTo>
                    <a:pt x="6856218" y="690822"/>
                  </a:lnTo>
                  <a:lnTo>
                    <a:pt x="6761732" y="692874"/>
                  </a:lnTo>
                  <a:lnTo>
                    <a:pt x="6681441" y="694445"/>
                  </a:lnTo>
                  <a:lnTo>
                    <a:pt x="6617831" y="695570"/>
                  </a:lnTo>
                  <a:lnTo>
                    <a:pt x="6571852" y="696310"/>
                  </a:lnTo>
                  <a:lnTo>
                    <a:pt x="6542673" y="696738"/>
                  </a:lnTo>
                  <a:lnTo>
                    <a:pt x="6527700" y="696939"/>
                  </a:lnTo>
                  <a:lnTo>
                    <a:pt x="6522770" y="696999"/>
                  </a:lnTo>
                  <a:lnTo>
                    <a:pt x="6522385" y="697004"/>
                  </a:lnTo>
                  <a:lnTo>
                    <a:pt x="5527445" y="697004"/>
                  </a:lnTo>
                  <a:lnTo>
                    <a:pt x="5526309" y="697001"/>
                  </a:lnTo>
                  <a:lnTo>
                    <a:pt x="5518810" y="696984"/>
                  </a:lnTo>
                  <a:lnTo>
                    <a:pt x="5499808" y="696937"/>
                  </a:lnTo>
                  <a:lnTo>
                    <a:pt x="5465585" y="696844"/>
                  </a:lnTo>
                  <a:lnTo>
                    <a:pt x="5414072" y="696690"/>
                  </a:lnTo>
                  <a:lnTo>
                    <a:pt x="5344999" y="696462"/>
                  </a:lnTo>
                  <a:lnTo>
                    <a:pt x="5259840" y="696152"/>
                  </a:lnTo>
                  <a:lnTo>
                    <a:pt x="5161485" y="695753"/>
                  </a:lnTo>
                  <a:lnTo>
                    <a:pt x="5053716" y="695263"/>
                  </a:lnTo>
                  <a:lnTo>
                    <a:pt x="4940609" y="694684"/>
                  </a:lnTo>
                  <a:lnTo>
                    <a:pt x="4826005" y="694016"/>
                  </a:lnTo>
                  <a:lnTo>
                    <a:pt x="4713137" y="693261"/>
                  </a:lnTo>
                  <a:lnTo>
                    <a:pt x="4604452" y="692419"/>
                  </a:lnTo>
                  <a:lnTo>
                    <a:pt x="4501589" y="691490"/>
                  </a:lnTo>
                  <a:lnTo>
                    <a:pt x="4405464" y="690469"/>
                  </a:lnTo>
                  <a:lnTo>
                    <a:pt x="4316404" y="689348"/>
                  </a:lnTo>
                  <a:lnTo>
                    <a:pt x="4234295" y="688118"/>
                  </a:lnTo>
                  <a:lnTo>
                    <a:pt x="4158719" y="686766"/>
                  </a:lnTo>
                  <a:lnTo>
                    <a:pt x="4089061" y="685277"/>
                  </a:lnTo>
                  <a:lnTo>
                    <a:pt x="4024596" y="683634"/>
                  </a:lnTo>
                  <a:lnTo>
                    <a:pt x="3964548" y="681821"/>
                  </a:lnTo>
                  <a:lnTo>
                    <a:pt x="3908140" y="679821"/>
                  </a:lnTo>
                  <a:lnTo>
                    <a:pt x="3854638" y="677623"/>
                  </a:lnTo>
                  <a:lnTo>
                    <a:pt x="3820202" y="676041"/>
                  </a:lnTo>
                  <a:lnTo>
                    <a:pt x="3758632" y="672881"/>
                  </a:lnTo>
                  <a:lnTo>
                    <a:pt x="3698982" y="669403"/>
                  </a:lnTo>
                  <a:lnTo>
                    <a:pt x="3640536" y="665604"/>
                  </a:lnTo>
                  <a:lnTo>
                    <a:pt x="3582769" y="661488"/>
                  </a:lnTo>
                  <a:lnTo>
                    <a:pt x="3525312" y="657074"/>
                  </a:lnTo>
                  <a:lnTo>
                    <a:pt x="3467922" y="652390"/>
                  </a:lnTo>
                  <a:lnTo>
                    <a:pt x="3410464" y="647480"/>
                  </a:lnTo>
                  <a:lnTo>
                    <a:pt x="3352890" y="642396"/>
                  </a:lnTo>
                  <a:lnTo>
                    <a:pt x="3295216" y="637202"/>
                  </a:lnTo>
                  <a:lnTo>
                    <a:pt x="3237499" y="631966"/>
                  </a:lnTo>
                  <a:lnTo>
                    <a:pt x="3179812" y="626760"/>
                  </a:lnTo>
                  <a:lnTo>
                    <a:pt x="3122218" y="621651"/>
                  </a:lnTo>
                  <a:lnTo>
                    <a:pt x="3064740" y="616706"/>
                  </a:lnTo>
                  <a:lnTo>
                    <a:pt x="3007345" y="611978"/>
                  </a:lnTo>
                  <a:lnTo>
                    <a:pt x="2949914" y="607513"/>
                  </a:lnTo>
                  <a:lnTo>
                    <a:pt x="2892227" y="603342"/>
                  </a:lnTo>
                  <a:lnTo>
                    <a:pt x="2833936" y="599485"/>
                  </a:lnTo>
                  <a:lnTo>
                    <a:pt x="2774548" y="595950"/>
                  </a:lnTo>
                  <a:lnTo>
                    <a:pt x="2713384" y="592734"/>
                  </a:lnTo>
                  <a:lnTo>
                    <a:pt x="2702183" y="592191"/>
                  </a:lnTo>
                  <a:lnTo>
                    <a:pt x="2650250" y="589857"/>
                  </a:lnTo>
                  <a:lnTo>
                    <a:pt x="2595860" y="587725"/>
                  </a:lnTo>
                  <a:lnTo>
                    <a:pt x="2538327" y="585789"/>
                  </a:lnTo>
                  <a:lnTo>
                    <a:pt x="2476898" y="584034"/>
                  </a:lnTo>
                  <a:lnTo>
                    <a:pt x="2410792" y="582445"/>
                  </a:lnTo>
                  <a:lnTo>
                    <a:pt x="2339245" y="581003"/>
                  </a:lnTo>
                  <a:lnTo>
                    <a:pt x="2261559" y="579693"/>
                  </a:lnTo>
                  <a:lnTo>
                    <a:pt x="2177174" y="578500"/>
                  </a:lnTo>
                  <a:lnTo>
                    <a:pt x="2085759" y="577414"/>
                  </a:lnTo>
                  <a:lnTo>
                    <a:pt x="1987334" y="576423"/>
                  </a:lnTo>
                  <a:lnTo>
                    <a:pt x="1882402" y="575524"/>
                  </a:lnTo>
                  <a:lnTo>
                    <a:pt x="1772106" y="574711"/>
                  </a:lnTo>
                  <a:lnTo>
                    <a:pt x="1658349" y="573985"/>
                  </a:lnTo>
                  <a:lnTo>
                    <a:pt x="1543848" y="573346"/>
                  </a:lnTo>
                  <a:lnTo>
                    <a:pt x="1432068" y="572796"/>
                  </a:lnTo>
                  <a:lnTo>
                    <a:pt x="1326977" y="572337"/>
                  </a:lnTo>
                  <a:lnTo>
                    <a:pt x="1232619" y="571968"/>
                  </a:lnTo>
                  <a:lnTo>
                    <a:pt x="1152545" y="571686"/>
                  </a:lnTo>
                  <a:lnTo>
                    <a:pt x="1089225" y="571484"/>
                  </a:lnTo>
                  <a:lnTo>
                    <a:pt x="1043577" y="571352"/>
                  </a:lnTo>
                  <a:lnTo>
                    <a:pt x="1014727" y="571275"/>
                  </a:lnTo>
                  <a:lnTo>
                    <a:pt x="1000033" y="571240"/>
                  </a:lnTo>
                  <a:lnTo>
                    <a:pt x="995284" y="571229"/>
                  </a:lnTo>
                  <a:lnTo>
                    <a:pt x="994940" y="571229"/>
                  </a:lnTo>
                  <a:lnTo>
                    <a:pt x="0" y="571229"/>
                  </a:lnTo>
                  <a:lnTo>
                    <a:pt x="0" y="5712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7" name="pg2036"/>
            <p:cNvSpPr/>
            <p:nvPr/>
          </p:nvSpPr>
          <p:spPr>
            <a:xfrm>
              <a:off x="1199187" y="1907426"/>
              <a:ext cx="12049831" cy="4643201"/>
            </a:xfrm>
            <a:custGeom>
              <a:avLst/>
              <a:pathLst>
                <a:path w="12049831" h="4643201">
                  <a:moveTo>
                    <a:pt x="0" y="4375929"/>
                  </a:moveTo>
                  <a:lnTo>
                    <a:pt x="994940" y="4375929"/>
                  </a:lnTo>
                  <a:lnTo>
                    <a:pt x="995944" y="4375855"/>
                  </a:lnTo>
                  <a:lnTo>
                    <a:pt x="1002590" y="4375332"/>
                  </a:lnTo>
                  <a:lnTo>
                    <a:pt x="1019486" y="4373885"/>
                  </a:lnTo>
                  <a:lnTo>
                    <a:pt x="1050049" y="4371032"/>
                  </a:lnTo>
                  <a:lnTo>
                    <a:pt x="1096328" y="4366310"/>
                  </a:lnTo>
                  <a:lnTo>
                    <a:pt x="1158855" y="4359314"/>
                  </a:lnTo>
                  <a:lnTo>
                    <a:pt x="1236657" y="4349728"/>
                  </a:lnTo>
                  <a:lnTo>
                    <a:pt x="1327473" y="4337350"/>
                  </a:lnTo>
                  <a:lnTo>
                    <a:pt x="1428147" y="4322084"/>
                  </a:lnTo>
                  <a:lnTo>
                    <a:pt x="1535109" y="4303923"/>
                  </a:lnTo>
                  <a:lnTo>
                    <a:pt x="1644838" y="4282912"/>
                  </a:lnTo>
                  <a:lnTo>
                    <a:pt x="1754222" y="4259108"/>
                  </a:lnTo>
                  <a:lnTo>
                    <a:pt x="1860762" y="4232546"/>
                  </a:lnTo>
                  <a:lnTo>
                    <a:pt x="1962655" y="4203210"/>
                  </a:lnTo>
                  <a:lnTo>
                    <a:pt x="2058753" y="4171014"/>
                  </a:lnTo>
                  <a:lnTo>
                    <a:pt x="2148478" y="4135792"/>
                  </a:lnTo>
                  <a:lnTo>
                    <a:pt x="2231700" y="4097294"/>
                  </a:lnTo>
                  <a:lnTo>
                    <a:pt x="2308618" y="4055188"/>
                  </a:lnTo>
                  <a:lnTo>
                    <a:pt x="2379660" y="4009065"/>
                  </a:lnTo>
                  <a:lnTo>
                    <a:pt x="2445400" y="3958454"/>
                  </a:lnTo>
                  <a:lnTo>
                    <a:pt x="2506491" y="3902840"/>
                  </a:lnTo>
                  <a:lnTo>
                    <a:pt x="2563621" y="3841695"/>
                  </a:lnTo>
                  <a:lnTo>
                    <a:pt x="2617472" y="3774532"/>
                  </a:lnTo>
                  <a:lnTo>
                    <a:pt x="2668689" y="3700993"/>
                  </a:lnTo>
                  <a:lnTo>
                    <a:pt x="2702183" y="3647481"/>
                  </a:lnTo>
                  <a:lnTo>
                    <a:pt x="2739364" y="3582960"/>
                  </a:lnTo>
                  <a:lnTo>
                    <a:pt x="2775734" y="3514531"/>
                  </a:lnTo>
                  <a:lnTo>
                    <a:pt x="2811477" y="3442116"/>
                  </a:lnTo>
                  <a:lnTo>
                    <a:pt x="2846745" y="3365677"/>
                  </a:lnTo>
                  <a:lnTo>
                    <a:pt x="2881665" y="3285224"/>
                  </a:lnTo>
                  <a:lnTo>
                    <a:pt x="2916344" y="3200814"/>
                  </a:lnTo>
                  <a:lnTo>
                    <a:pt x="2950867" y="3112558"/>
                  </a:lnTo>
                  <a:lnTo>
                    <a:pt x="2985301" y="3020624"/>
                  </a:lnTo>
                  <a:lnTo>
                    <a:pt x="3019700" y="2925233"/>
                  </a:lnTo>
                  <a:lnTo>
                    <a:pt x="3054099" y="2826667"/>
                  </a:lnTo>
                  <a:lnTo>
                    <a:pt x="3088524" y="2725258"/>
                  </a:lnTo>
                  <a:lnTo>
                    <a:pt x="3122988" y="2621393"/>
                  </a:lnTo>
                  <a:lnTo>
                    <a:pt x="3157496" y="2515502"/>
                  </a:lnTo>
                  <a:lnTo>
                    <a:pt x="3192043" y="2408055"/>
                  </a:lnTo>
                  <a:lnTo>
                    <a:pt x="3226620" y="2299554"/>
                  </a:lnTo>
                  <a:lnTo>
                    <a:pt x="3261213" y="2190520"/>
                  </a:lnTo>
                  <a:lnTo>
                    <a:pt x="3295806" y="2081487"/>
                  </a:lnTo>
                  <a:lnTo>
                    <a:pt x="3330383" y="1972986"/>
                  </a:lnTo>
                  <a:lnTo>
                    <a:pt x="3364930" y="1865541"/>
                  </a:lnTo>
                  <a:lnTo>
                    <a:pt x="3399438" y="1759652"/>
                  </a:lnTo>
                  <a:lnTo>
                    <a:pt x="3433902" y="1655790"/>
                  </a:lnTo>
                  <a:lnTo>
                    <a:pt x="3468327" y="1554384"/>
                  </a:lnTo>
                  <a:lnTo>
                    <a:pt x="3502726" y="1455821"/>
                  </a:lnTo>
                  <a:lnTo>
                    <a:pt x="3537124" y="1360435"/>
                  </a:lnTo>
                  <a:lnTo>
                    <a:pt x="3571559" y="1268504"/>
                  </a:lnTo>
                  <a:lnTo>
                    <a:pt x="3606082" y="1180253"/>
                  </a:lnTo>
                  <a:lnTo>
                    <a:pt x="3640761" y="1095848"/>
                  </a:lnTo>
                  <a:lnTo>
                    <a:pt x="3675682" y="1015399"/>
                  </a:lnTo>
                  <a:lnTo>
                    <a:pt x="3710950" y="938965"/>
                  </a:lnTo>
                  <a:lnTo>
                    <a:pt x="3746693" y="866555"/>
                  </a:lnTo>
                  <a:lnTo>
                    <a:pt x="3783065" y="798131"/>
                  </a:lnTo>
                  <a:lnTo>
                    <a:pt x="3820202" y="733688"/>
                  </a:lnTo>
                  <a:lnTo>
                    <a:pt x="3869967" y="655744"/>
                  </a:lnTo>
                  <a:lnTo>
                    <a:pt x="3921966" y="584289"/>
                  </a:lnTo>
                  <a:lnTo>
                    <a:pt x="3976802" y="519115"/>
                  </a:lnTo>
                  <a:lnTo>
                    <a:pt x="4035134" y="459810"/>
                  </a:lnTo>
                  <a:lnTo>
                    <a:pt x="4097651" y="405868"/>
                  </a:lnTo>
                  <a:lnTo>
                    <a:pt x="4165032" y="356760"/>
                  </a:lnTo>
                  <a:lnTo>
                    <a:pt x="4237913" y="311981"/>
                  </a:lnTo>
                  <a:lnTo>
                    <a:pt x="4316826" y="271080"/>
                  </a:lnTo>
                  <a:lnTo>
                    <a:pt x="4402138" y="233671"/>
                  </a:lnTo>
                  <a:lnTo>
                    <a:pt x="4493952" y="199448"/>
                  </a:lnTo>
                  <a:lnTo>
                    <a:pt x="4592008" y="168189"/>
                  </a:lnTo>
                  <a:lnTo>
                    <a:pt x="4695555" y="139754"/>
                  </a:lnTo>
                  <a:lnTo>
                    <a:pt x="4803244" y="114081"/>
                  </a:lnTo>
                  <a:lnTo>
                    <a:pt x="4913044" y="91172"/>
                  </a:lnTo>
                  <a:lnTo>
                    <a:pt x="5022246" y="71073"/>
                  </a:lnTo>
                  <a:lnTo>
                    <a:pt x="5127575" y="53843"/>
                  </a:lnTo>
                  <a:lnTo>
                    <a:pt x="5225449" y="39513"/>
                  </a:lnTo>
                  <a:lnTo>
                    <a:pt x="5312378" y="28051"/>
                  </a:lnTo>
                  <a:lnTo>
                    <a:pt x="5385444" y="19329"/>
                  </a:lnTo>
                  <a:lnTo>
                    <a:pt x="5442766" y="13105"/>
                  </a:lnTo>
                  <a:lnTo>
                    <a:pt x="5483843" y="9034"/>
                  </a:lnTo>
                  <a:lnTo>
                    <a:pt x="5509704" y="6687"/>
                  </a:lnTo>
                  <a:lnTo>
                    <a:pt x="5522859" y="5591"/>
                  </a:lnTo>
                  <a:lnTo>
                    <a:pt x="5527128" y="526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376" y="5317"/>
                  </a:lnTo>
                  <a:lnTo>
                    <a:pt x="6529930" y="5865"/>
                  </a:lnTo>
                  <a:lnTo>
                    <a:pt x="6546598" y="7378"/>
                  </a:lnTo>
                  <a:lnTo>
                    <a:pt x="6576765" y="10361"/>
                  </a:lnTo>
                  <a:lnTo>
                    <a:pt x="6622474" y="15300"/>
                  </a:lnTo>
                  <a:lnTo>
                    <a:pt x="6684281" y="22621"/>
                  </a:lnTo>
                  <a:lnTo>
                    <a:pt x="6761265" y="32655"/>
                  </a:lnTo>
                  <a:lnTo>
                    <a:pt x="6851232" y="45618"/>
                  </a:lnTo>
                  <a:lnTo>
                    <a:pt x="6951092" y="61615"/>
                  </a:lnTo>
                  <a:lnTo>
                    <a:pt x="7057335" y="80655"/>
                  </a:lnTo>
                  <a:lnTo>
                    <a:pt x="7166480" y="102695"/>
                  </a:lnTo>
                  <a:lnTo>
                    <a:pt x="7275430" y="127672"/>
                  </a:lnTo>
                  <a:lnTo>
                    <a:pt x="7381687" y="155549"/>
                  </a:lnTo>
                  <a:lnTo>
                    <a:pt x="7483432" y="186337"/>
                  </a:lnTo>
                  <a:lnTo>
                    <a:pt x="7579496" y="220123"/>
                  </a:lnTo>
                  <a:lnTo>
                    <a:pt x="7669271" y="257075"/>
                  </a:lnTo>
                  <a:lnTo>
                    <a:pt x="7752602" y="297446"/>
                  </a:lnTo>
                  <a:lnTo>
                    <a:pt x="7829663" y="341577"/>
                  </a:lnTo>
                  <a:lnTo>
                    <a:pt x="7900862" y="389890"/>
                  </a:lnTo>
                  <a:lnTo>
                    <a:pt x="7966753" y="442872"/>
                  </a:lnTo>
                  <a:lnTo>
                    <a:pt x="8027976" y="501060"/>
                  </a:lnTo>
                  <a:lnTo>
                    <a:pt x="8085206" y="565006"/>
                  </a:lnTo>
                  <a:lnTo>
                    <a:pt x="8139119" y="635226"/>
                  </a:lnTo>
                  <a:lnTo>
                    <a:pt x="8190355" y="712117"/>
                  </a:lnTo>
                  <a:lnTo>
                    <a:pt x="8229629" y="778234"/>
                  </a:lnTo>
                  <a:lnTo>
                    <a:pt x="8265864" y="844888"/>
                  </a:lnTo>
                  <a:lnTo>
                    <a:pt x="8301325" y="915475"/>
                  </a:lnTo>
                  <a:lnTo>
                    <a:pt x="8336183" y="990075"/>
                  </a:lnTo>
                  <a:lnTo>
                    <a:pt x="8370580" y="1068727"/>
                  </a:lnTo>
                  <a:lnTo>
                    <a:pt x="8404635" y="1151425"/>
                  </a:lnTo>
                  <a:lnTo>
                    <a:pt x="8438450" y="1238120"/>
                  </a:lnTo>
                  <a:lnTo>
                    <a:pt x="8472105" y="1328710"/>
                  </a:lnTo>
                  <a:lnTo>
                    <a:pt x="8505666" y="1423040"/>
                  </a:lnTo>
                  <a:lnTo>
                    <a:pt x="8539183" y="1520902"/>
                  </a:lnTo>
                  <a:lnTo>
                    <a:pt x="8572694" y="1622033"/>
                  </a:lnTo>
                  <a:lnTo>
                    <a:pt x="8606225" y="1726119"/>
                  </a:lnTo>
                  <a:lnTo>
                    <a:pt x="8639791" y="1832795"/>
                  </a:lnTo>
                  <a:lnTo>
                    <a:pt x="8673398" y="1941650"/>
                  </a:lnTo>
                  <a:lnTo>
                    <a:pt x="8707044" y="2052234"/>
                  </a:lnTo>
                  <a:lnTo>
                    <a:pt x="8740722" y="2164065"/>
                  </a:lnTo>
                  <a:lnTo>
                    <a:pt x="8774420" y="2276637"/>
                  </a:lnTo>
                  <a:lnTo>
                    <a:pt x="8808125" y="2389431"/>
                  </a:lnTo>
                  <a:lnTo>
                    <a:pt x="8841822" y="2501921"/>
                  </a:lnTo>
                  <a:lnTo>
                    <a:pt x="8875495" y="2613590"/>
                  </a:lnTo>
                  <a:lnTo>
                    <a:pt x="8909136" y="2723935"/>
                  </a:lnTo>
                  <a:lnTo>
                    <a:pt x="8942736" y="2832478"/>
                  </a:lnTo>
                  <a:lnTo>
                    <a:pt x="8976295" y="2938775"/>
                  </a:lnTo>
                  <a:lnTo>
                    <a:pt x="9009822" y="3042422"/>
                  </a:lnTo>
                  <a:lnTo>
                    <a:pt x="9043332" y="3143062"/>
                  </a:lnTo>
                  <a:lnTo>
                    <a:pt x="9076854" y="3240387"/>
                  </a:lnTo>
                  <a:lnTo>
                    <a:pt x="9110425" y="3334145"/>
                  </a:lnTo>
                  <a:lnTo>
                    <a:pt x="9144101" y="3424134"/>
                  </a:lnTo>
                  <a:lnTo>
                    <a:pt x="9177947" y="3510210"/>
                  </a:lnTo>
                  <a:lnTo>
                    <a:pt x="9212049" y="3592278"/>
                  </a:lnTo>
                  <a:lnTo>
                    <a:pt x="9246509" y="3670295"/>
                  </a:lnTo>
                  <a:lnTo>
                    <a:pt x="9281451" y="3744264"/>
                  </a:lnTo>
                  <a:lnTo>
                    <a:pt x="9317021" y="3814231"/>
                  </a:lnTo>
                  <a:lnTo>
                    <a:pt x="9347647" y="3870208"/>
                  </a:lnTo>
                  <a:lnTo>
                    <a:pt x="9397169" y="3952538"/>
                  </a:lnTo>
                  <a:lnTo>
                    <a:pt x="9448901" y="4028048"/>
                  </a:lnTo>
                  <a:lnTo>
                    <a:pt x="9503436" y="4096953"/>
                  </a:lnTo>
                  <a:lnTo>
                    <a:pt x="9561424" y="4159682"/>
                  </a:lnTo>
                  <a:lnTo>
                    <a:pt x="9623543" y="4216765"/>
                  </a:lnTo>
                  <a:lnTo>
                    <a:pt x="9690466" y="4268753"/>
                  </a:lnTo>
                  <a:lnTo>
                    <a:pt x="9762817" y="4316177"/>
                  </a:lnTo>
                  <a:lnTo>
                    <a:pt x="9841129" y="4359511"/>
                  </a:lnTo>
                  <a:lnTo>
                    <a:pt x="9925767" y="4399161"/>
                  </a:lnTo>
                  <a:lnTo>
                    <a:pt x="10016849" y="4435449"/>
                  </a:lnTo>
                  <a:lnTo>
                    <a:pt x="10114135" y="4468614"/>
                  </a:lnTo>
                  <a:lnTo>
                    <a:pt x="10216914" y="4498805"/>
                  </a:lnTo>
                  <a:lnTo>
                    <a:pt x="10323890" y="4526092"/>
                  </a:lnTo>
                  <a:lnTo>
                    <a:pt x="10433104" y="4550476"/>
                  </a:lnTo>
                  <a:lnTo>
                    <a:pt x="10541925" y="4571909"/>
                  </a:lnTo>
                  <a:lnTo>
                    <a:pt x="10647157" y="4590332"/>
                  </a:lnTo>
                  <a:lnTo>
                    <a:pt x="10745281" y="4605708"/>
                  </a:lnTo>
                  <a:lnTo>
                    <a:pt x="10832832" y="4618063"/>
                  </a:lnTo>
                  <a:lnTo>
                    <a:pt x="10906866" y="4627522"/>
                  </a:lnTo>
                  <a:lnTo>
                    <a:pt x="10965422" y="4634328"/>
                  </a:lnTo>
                  <a:lnTo>
                    <a:pt x="11007870" y="4638831"/>
                  </a:lnTo>
                  <a:lnTo>
                    <a:pt x="11035076" y="4641475"/>
                  </a:lnTo>
                  <a:lnTo>
                    <a:pt x="11049370" y="4642750"/>
                  </a:lnTo>
                  <a:lnTo>
                    <a:pt x="11054386" y="4643163"/>
                  </a:lnTo>
                  <a:lnTo>
                    <a:pt x="11054891" y="4643201"/>
                  </a:lnTo>
                  <a:lnTo>
                    <a:pt x="12049831" y="4643201"/>
                  </a:lnTo>
                  <a:lnTo>
                    <a:pt x="12049831" y="4637961"/>
                  </a:lnTo>
                  <a:lnTo>
                    <a:pt x="11054891" y="4637961"/>
                  </a:lnTo>
                  <a:lnTo>
                    <a:pt x="11053901" y="4637884"/>
                  </a:lnTo>
                  <a:lnTo>
                    <a:pt x="11047347" y="4637336"/>
                  </a:lnTo>
                  <a:lnTo>
                    <a:pt x="11030678" y="4635823"/>
                  </a:lnTo>
                  <a:lnTo>
                    <a:pt x="11000511" y="4632840"/>
                  </a:lnTo>
                  <a:lnTo>
                    <a:pt x="10954803" y="4627901"/>
                  </a:lnTo>
                  <a:lnTo>
                    <a:pt x="10892996" y="4620580"/>
                  </a:lnTo>
                  <a:lnTo>
                    <a:pt x="10816012" y="4610546"/>
                  </a:lnTo>
                  <a:lnTo>
                    <a:pt x="10726045" y="4597583"/>
                  </a:lnTo>
                  <a:lnTo>
                    <a:pt x="10626184" y="4581586"/>
                  </a:lnTo>
                  <a:lnTo>
                    <a:pt x="10519941" y="4562545"/>
                  </a:lnTo>
                  <a:lnTo>
                    <a:pt x="10410797" y="4540506"/>
                  </a:lnTo>
                  <a:lnTo>
                    <a:pt x="10301847" y="4515529"/>
                  </a:lnTo>
                  <a:lnTo>
                    <a:pt x="10195589" y="4487652"/>
                  </a:lnTo>
                  <a:lnTo>
                    <a:pt x="10093844" y="4456863"/>
                  </a:lnTo>
                  <a:lnTo>
                    <a:pt x="9997781" y="4423077"/>
                  </a:lnTo>
                  <a:lnTo>
                    <a:pt x="9908005" y="4386126"/>
                  </a:lnTo>
                  <a:lnTo>
                    <a:pt x="9824674" y="4345755"/>
                  </a:lnTo>
                  <a:lnTo>
                    <a:pt x="9747613" y="4301623"/>
                  </a:lnTo>
                  <a:lnTo>
                    <a:pt x="9676414" y="4253311"/>
                  </a:lnTo>
                  <a:lnTo>
                    <a:pt x="9610523" y="4200329"/>
                  </a:lnTo>
                  <a:lnTo>
                    <a:pt x="9549300" y="4142141"/>
                  </a:lnTo>
                  <a:lnTo>
                    <a:pt x="9492070" y="4078195"/>
                  </a:lnTo>
                  <a:lnTo>
                    <a:pt x="9438158" y="4007975"/>
                  </a:lnTo>
                  <a:lnTo>
                    <a:pt x="9386921" y="3931084"/>
                  </a:lnTo>
                  <a:lnTo>
                    <a:pt x="9347647" y="3864967"/>
                  </a:lnTo>
                  <a:lnTo>
                    <a:pt x="9311412" y="3798313"/>
                  </a:lnTo>
                  <a:lnTo>
                    <a:pt x="9275951" y="3727725"/>
                  </a:lnTo>
                  <a:lnTo>
                    <a:pt x="9241094" y="3653126"/>
                  </a:lnTo>
                  <a:lnTo>
                    <a:pt x="9206697" y="3574474"/>
                  </a:lnTo>
                  <a:lnTo>
                    <a:pt x="9172641" y="3491775"/>
                  </a:lnTo>
                  <a:lnTo>
                    <a:pt x="9138827" y="3405080"/>
                  </a:lnTo>
                  <a:lnTo>
                    <a:pt x="9105172" y="3314491"/>
                  </a:lnTo>
                  <a:lnTo>
                    <a:pt x="9071611" y="3220161"/>
                  </a:lnTo>
                  <a:lnTo>
                    <a:pt x="9038094" y="3122299"/>
                  </a:lnTo>
                  <a:lnTo>
                    <a:pt x="9004582" y="3021168"/>
                  </a:lnTo>
                  <a:lnTo>
                    <a:pt x="8971051" y="2917082"/>
                  </a:lnTo>
                  <a:lnTo>
                    <a:pt x="8937486" y="2810406"/>
                  </a:lnTo>
                  <a:lnTo>
                    <a:pt x="8903879" y="2701551"/>
                  </a:lnTo>
                  <a:lnTo>
                    <a:pt x="8870233" y="2590967"/>
                  </a:lnTo>
                  <a:lnTo>
                    <a:pt x="8836555" y="2479136"/>
                  </a:lnTo>
                  <a:lnTo>
                    <a:pt x="8802856" y="2366564"/>
                  </a:lnTo>
                  <a:lnTo>
                    <a:pt x="8769151" y="2253770"/>
                  </a:lnTo>
                  <a:lnTo>
                    <a:pt x="8735455" y="2141279"/>
                  </a:lnTo>
                  <a:lnTo>
                    <a:pt x="8701781" y="2029610"/>
                  </a:lnTo>
                  <a:lnTo>
                    <a:pt x="8668141" y="1919266"/>
                  </a:lnTo>
                  <a:lnTo>
                    <a:pt x="8634541" y="1810723"/>
                  </a:lnTo>
                  <a:lnTo>
                    <a:pt x="8600981" y="1704426"/>
                  </a:lnTo>
                  <a:lnTo>
                    <a:pt x="8567455" y="1600779"/>
                  </a:lnTo>
                  <a:lnTo>
                    <a:pt x="8533944" y="1500139"/>
                  </a:lnTo>
                  <a:lnTo>
                    <a:pt x="8500423" y="1402813"/>
                  </a:lnTo>
                  <a:lnTo>
                    <a:pt x="8466851" y="1309056"/>
                  </a:lnTo>
                  <a:lnTo>
                    <a:pt x="8433176" y="1219066"/>
                  </a:lnTo>
                  <a:lnTo>
                    <a:pt x="8399329" y="1132991"/>
                  </a:lnTo>
                  <a:lnTo>
                    <a:pt x="8365228" y="1050923"/>
                  </a:lnTo>
                  <a:lnTo>
                    <a:pt x="8330767" y="972905"/>
                  </a:lnTo>
                  <a:lnTo>
                    <a:pt x="8295826" y="898937"/>
                  </a:lnTo>
                  <a:lnTo>
                    <a:pt x="8260255" y="828970"/>
                  </a:lnTo>
                  <a:lnTo>
                    <a:pt x="8229629" y="772993"/>
                  </a:lnTo>
                  <a:lnTo>
                    <a:pt x="8180108" y="690663"/>
                  </a:lnTo>
                  <a:lnTo>
                    <a:pt x="8128376" y="615153"/>
                  </a:lnTo>
                  <a:lnTo>
                    <a:pt x="8073841" y="546248"/>
                  </a:lnTo>
                  <a:lnTo>
                    <a:pt x="8015853" y="483519"/>
                  </a:lnTo>
                  <a:lnTo>
                    <a:pt x="7953733" y="426436"/>
                  </a:lnTo>
                  <a:lnTo>
                    <a:pt x="7886811" y="374447"/>
                  </a:lnTo>
                  <a:lnTo>
                    <a:pt x="7814459" y="327024"/>
                  </a:lnTo>
                  <a:lnTo>
                    <a:pt x="7736148" y="283690"/>
                  </a:lnTo>
                  <a:lnTo>
                    <a:pt x="7651510" y="244040"/>
                  </a:lnTo>
                  <a:lnTo>
                    <a:pt x="7560428" y="207752"/>
                  </a:lnTo>
                  <a:lnTo>
                    <a:pt x="7463141" y="174587"/>
                  </a:lnTo>
                  <a:lnTo>
                    <a:pt x="7360362" y="144395"/>
                  </a:lnTo>
                  <a:lnTo>
                    <a:pt x="7253386" y="117108"/>
                  </a:lnTo>
                  <a:lnTo>
                    <a:pt x="7144173" y="92725"/>
                  </a:lnTo>
                  <a:lnTo>
                    <a:pt x="7035352" y="71291"/>
                  </a:lnTo>
                  <a:lnTo>
                    <a:pt x="6930119" y="52868"/>
                  </a:lnTo>
                  <a:lnTo>
                    <a:pt x="6831996" y="37493"/>
                  </a:lnTo>
                  <a:lnTo>
                    <a:pt x="6744445" y="25138"/>
                  </a:lnTo>
                  <a:lnTo>
                    <a:pt x="6670411" y="15678"/>
                  </a:lnTo>
                  <a:lnTo>
                    <a:pt x="6611854" y="8873"/>
                  </a:lnTo>
                  <a:lnTo>
                    <a:pt x="6569406" y="4370"/>
                  </a:lnTo>
                  <a:lnTo>
                    <a:pt x="6542200" y="1726"/>
                  </a:lnTo>
                  <a:lnTo>
                    <a:pt x="6527907" y="451"/>
                  </a:lnTo>
                  <a:lnTo>
                    <a:pt x="6522891" y="3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41" y="73"/>
                  </a:lnTo>
                  <a:lnTo>
                    <a:pt x="5519795" y="597"/>
                  </a:lnTo>
                  <a:lnTo>
                    <a:pt x="5502899" y="2044"/>
                  </a:lnTo>
                  <a:lnTo>
                    <a:pt x="5472336" y="4896"/>
                  </a:lnTo>
                  <a:lnTo>
                    <a:pt x="5426057" y="9618"/>
                  </a:lnTo>
                  <a:lnTo>
                    <a:pt x="5363530" y="16615"/>
                  </a:lnTo>
                  <a:lnTo>
                    <a:pt x="5285728" y="26200"/>
                  </a:lnTo>
                  <a:lnTo>
                    <a:pt x="5194912" y="38578"/>
                  </a:lnTo>
                  <a:lnTo>
                    <a:pt x="5094238" y="53844"/>
                  </a:lnTo>
                  <a:lnTo>
                    <a:pt x="4987276" y="72005"/>
                  </a:lnTo>
                  <a:lnTo>
                    <a:pt x="4877547" y="93017"/>
                  </a:lnTo>
                  <a:lnTo>
                    <a:pt x="4768163" y="116821"/>
                  </a:lnTo>
                  <a:lnTo>
                    <a:pt x="4661623" y="143383"/>
                  </a:lnTo>
                  <a:lnTo>
                    <a:pt x="4559730" y="172718"/>
                  </a:lnTo>
                  <a:lnTo>
                    <a:pt x="4463632" y="204914"/>
                  </a:lnTo>
                  <a:lnTo>
                    <a:pt x="4373907" y="240136"/>
                  </a:lnTo>
                  <a:lnTo>
                    <a:pt x="4290685" y="278634"/>
                  </a:lnTo>
                  <a:lnTo>
                    <a:pt x="4213767" y="320741"/>
                  </a:lnTo>
                  <a:lnTo>
                    <a:pt x="4142725" y="366863"/>
                  </a:lnTo>
                  <a:lnTo>
                    <a:pt x="4076985" y="417474"/>
                  </a:lnTo>
                  <a:lnTo>
                    <a:pt x="4015894" y="473088"/>
                  </a:lnTo>
                  <a:lnTo>
                    <a:pt x="3958764" y="534234"/>
                  </a:lnTo>
                  <a:lnTo>
                    <a:pt x="3904913" y="601396"/>
                  </a:lnTo>
                  <a:lnTo>
                    <a:pt x="3853696" y="674936"/>
                  </a:lnTo>
                  <a:lnTo>
                    <a:pt x="3820202" y="728448"/>
                  </a:lnTo>
                  <a:lnTo>
                    <a:pt x="3783021" y="792969"/>
                  </a:lnTo>
                  <a:lnTo>
                    <a:pt x="3746651" y="861398"/>
                  </a:lnTo>
                  <a:lnTo>
                    <a:pt x="3710908" y="933813"/>
                  </a:lnTo>
                  <a:lnTo>
                    <a:pt x="3675640" y="1010251"/>
                  </a:lnTo>
                  <a:lnTo>
                    <a:pt x="3640720" y="1090704"/>
                  </a:lnTo>
                  <a:lnTo>
                    <a:pt x="3606041" y="1175115"/>
                  </a:lnTo>
                  <a:lnTo>
                    <a:pt x="3571518" y="1263370"/>
                  </a:lnTo>
                  <a:lnTo>
                    <a:pt x="3537084" y="1355305"/>
                  </a:lnTo>
                  <a:lnTo>
                    <a:pt x="3502685" y="1450695"/>
                  </a:lnTo>
                  <a:lnTo>
                    <a:pt x="3468286" y="1549262"/>
                  </a:lnTo>
                  <a:lnTo>
                    <a:pt x="3433861" y="1650670"/>
                  </a:lnTo>
                  <a:lnTo>
                    <a:pt x="3399397" y="1754536"/>
                  </a:lnTo>
                  <a:lnTo>
                    <a:pt x="3364889" y="1860427"/>
                  </a:lnTo>
                  <a:lnTo>
                    <a:pt x="3330342" y="1967873"/>
                  </a:lnTo>
                  <a:lnTo>
                    <a:pt x="3295765" y="2076375"/>
                  </a:lnTo>
                  <a:lnTo>
                    <a:pt x="3261172" y="2185408"/>
                  </a:lnTo>
                  <a:lnTo>
                    <a:pt x="3226579" y="2294442"/>
                  </a:lnTo>
                  <a:lnTo>
                    <a:pt x="3192002" y="2402942"/>
                  </a:lnTo>
                  <a:lnTo>
                    <a:pt x="3157455" y="2510387"/>
                  </a:lnTo>
                  <a:lnTo>
                    <a:pt x="3122947" y="2616276"/>
                  </a:lnTo>
                  <a:lnTo>
                    <a:pt x="3088483" y="2720139"/>
                  </a:lnTo>
                  <a:lnTo>
                    <a:pt x="3054058" y="2821544"/>
                  </a:lnTo>
                  <a:lnTo>
                    <a:pt x="3019659" y="2920107"/>
                  </a:lnTo>
                  <a:lnTo>
                    <a:pt x="2985261" y="3015494"/>
                  </a:lnTo>
                  <a:lnTo>
                    <a:pt x="2950826" y="3107424"/>
                  </a:lnTo>
                  <a:lnTo>
                    <a:pt x="2916303" y="3195675"/>
                  </a:lnTo>
                  <a:lnTo>
                    <a:pt x="2881624" y="3280081"/>
                  </a:lnTo>
                  <a:lnTo>
                    <a:pt x="2846703" y="3360529"/>
                  </a:lnTo>
                  <a:lnTo>
                    <a:pt x="2811435" y="3436963"/>
                  </a:lnTo>
                  <a:lnTo>
                    <a:pt x="2775692" y="3509373"/>
                  </a:lnTo>
                  <a:lnTo>
                    <a:pt x="2739320" y="3577797"/>
                  </a:lnTo>
                  <a:lnTo>
                    <a:pt x="2702183" y="3642240"/>
                  </a:lnTo>
                  <a:lnTo>
                    <a:pt x="2652418" y="3720184"/>
                  </a:lnTo>
                  <a:lnTo>
                    <a:pt x="2600419" y="3791640"/>
                  </a:lnTo>
                  <a:lnTo>
                    <a:pt x="2545583" y="3856813"/>
                  </a:lnTo>
                  <a:lnTo>
                    <a:pt x="2487251" y="3916118"/>
                  </a:lnTo>
                  <a:lnTo>
                    <a:pt x="2424734" y="3970061"/>
                  </a:lnTo>
                  <a:lnTo>
                    <a:pt x="2357353" y="4019169"/>
                  </a:lnTo>
                  <a:lnTo>
                    <a:pt x="2284472" y="4063947"/>
                  </a:lnTo>
                  <a:lnTo>
                    <a:pt x="2205559" y="4104849"/>
                  </a:lnTo>
                  <a:lnTo>
                    <a:pt x="2120247" y="4142258"/>
                  </a:lnTo>
                  <a:lnTo>
                    <a:pt x="2028433" y="4176480"/>
                  </a:lnTo>
                  <a:lnTo>
                    <a:pt x="1930377" y="4207739"/>
                  </a:lnTo>
                  <a:lnTo>
                    <a:pt x="1826830" y="4236175"/>
                  </a:lnTo>
                  <a:lnTo>
                    <a:pt x="1719141" y="4261848"/>
                  </a:lnTo>
                  <a:lnTo>
                    <a:pt x="1609341" y="4284757"/>
                  </a:lnTo>
                  <a:lnTo>
                    <a:pt x="1500139" y="4304855"/>
                  </a:lnTo>
                  <a:lnTo>
                    <a:pt x="1394810" y="4322085"/>
                  </a:lnTo>
                  <a:lnTo>
                    <a:pt x="1296936" y="4336415"/>
                  </a:lnTo>
                  <a:lnTo>
                    <a:pt x="1210007" y="4347877"/>
                  </a:lnTo>
                  <a:lnTo>
                    <a:pt x="1136941" y="4356600"/>
                  </a:lnTo>
                  <a:lnTo>
                    <a:pt x="1079619" y="4362823"/>
                  </a:lnTo>
                  <a:lnTo>
                    <a:pt x="1038542" y="4366894"/>
                  </a:lnTo>
                  <a:lnTo>
                    <a:pt x="1012681" y="4369241"/>
                  </a:lnTo>
                  <a:lnTo>
                    <a:pt x="999526" y="4370337"/>
                  </a:lnTo>
                  <a:lnTo>
                    <a:pt x="995257" y="4370666"/>
                  </a:lnTo>
                  <a:lnTo>
                    <a:pt x="994940" y="4370688"/>
                  </a:lnTo>
                  <a:lnTo>
                    <a:pt x="0" y="4370688"/>
                  </a:lnTo>
                  <a:close/>
                </a:path>
              </a:pathLst>
            </a:custGeom>
            <a:solidFill>
              <a:srgbClr val="EF5350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38" name="pl2037"/>
            <p:cNvSpPr/>
            <p:nvPr/>
          </p:nvSpPr>
          <p:spPr>
            <a:xfrm>
              <a:off x="1199187" y="1912666"/>
              <a:ext cx="12049831" cy="4637961"/>
            </a:xfrm>
            <a:custGeom>
              <a:avLst/>
              <a:pathLst>
                <a:path w="12049831" h="4637961">
                  <a:moveTo>
                    <a:pt x="0" y="4370688"/>
                  </a:moveTo>
                  <a:lnTo>
                    <a:pt x="994940" y="4370688"/>
                  </a:lnTo>
                  <a:lnTo>
                    <a:pt x="995944" y="4370615"/>
                  </a:lnTo>
                  <a:lnTo>
                    <a:pt x="1002590" y="4370091"/>
                  </a:lnTo>
                  <a:lnTo>
                    <a:pt x="1019486" y="4368644"/>
                  </a:lnTo>
                  <a:lnTo>
                    <a:pt x="1050049" y="4365791"/>
                  </a:lnTo>
                  <a:lnTo>
                    <a:pt x="1096328" y="4361070"/>
                  </a:lnTo>
                  <a:lnTo>
                    <a:pt x="1158855" y="4354073"/>
                  </a:lnTo>
                  <a:lnTo>
                    <a:pt x="1236657" y="4344488"/>
                  </a:lnTo>
                  <a:lnTo>
                    <a:pt x="1327473" y="4332109"/>
                  </a:lnTo>
                  <a:lnTo>
                    <a:pt x="1428147" y="4316844"/>
                  </a:lnTo>
                  <a:lnTo>
                    <a:pt x="1535109" y="4298683"/>
                  </a:lnTo>
                  <a:lnTo>
                    <a:pt x="1644838" y="4277671"/>
                  </a:lnTo>
                  <a:lnTo>
                    <a:pt x="1754222" y="4253867"/>
                  </a:lnTo>
                  <a:lnTo>
                    <a:pt x="1860762" y="4227305"/>
                  </a:lnTo>
                  <a:lnTo>
                    <a:pt x="1962655" y="4197970"/>
                  </a:lnTo>
                  <a:lnTo>
                    <a:pt x="2058753" y="4165774"/>
                  </a:lnTo>
                  <a:lnTo>
                    <a:pt x="2148478" y="4130552"/>
                  </a:lnTo>
                  <a:lnTo>
                    <a:pt x="2231700" y="4092053"/>
                  </a:lnTo>
                  <a:lnTo>
                    <a:pt x="2308618" y="4049947"/>
                  </a:lnTo>
                  <a:lnTo>
                    <a:pt x="2379660" y="4003824"/>
                  </a:lnTo>
                  <a:lnTo>
                    <a:pt x="2445400" y="3953214"/>
                  </a:lnTo>
                  <a:lnTo>
                    <a:pt x="2506491" y="3897599"/>
                  </a:lnTo>
                  <a:lnTo>
                    <a:pt x="2563621" y="3836454"/>
                  </a:lnTo>
                  <a:lnTo>
                    <a:pt x="2617472" y="3769292"/>
                  </a:lnTo>
                  <a:lnTo>
                    <a:pt x="2668689" y="3695752"/>
                  </a:lnTo>
                  <a:lnTo>
                    <a:pt x="2702183" y="3642240"/>
                  </a:lnTo>
                  <a:lnTo>
                    <a:pt x="2739364" y="3577719"/>
                  </a:lnTo>
                  <a:lnTo>
                    <a:pt x="2775734" y="3509290"/>
                  </a:lnTo>
                  <a:lnTo>
                    <a:pt x="2811477" y="3436875"/>
                  </a:lnTo>
                  <a:lnTo>
                    <a:pt x="2846745" y="3360437"/>
                  </a:lnTo>
                  <a:lnTo>
                    <a:pt x="2881665" y="3279983"/>
                  </a:lnTo>
                  <a:lnTo>
                    <a:pt x="2916344" y="3195573"/>
                  </a:lnTo>
                  <a:lnTo>
                    <a:pt x="2950867" y="3107318"/>
                  </a:lnTo>
                  <a:lnTo>
                    <a:pt x="2985301" y="3015383"/>
                  </a:lnTo>
                  <a:lnTo>
                    <a:pt x="3019700" y="2919993"/>
                  </a:lnTo>
                  <a:lnTo>
                    <a:pt x="3054099" y="2821426"/>
                  </a:lnTo>
                  <a:lnTo>
                    <a:pt x="3088524" y="2720017"/>
                  </a:lnTo>
                  <a:lnTo>
                    <a:pt x="3122988" y="2616152"/>
                  </a:lnTo>
                  <a:lnTo>
                    <a:pt x="3157496" y="2510261"/>
                  </a:lnTo>
                  <a:lnTo>
                    <a:pt x="3192043" y="2402814"/>
                  </a:lnTo>
                  <a:lnTo>
                    <a:pt x="3226620" y="2294313"/>
                  </a:lnTo>
                  <a:lnTo>
                    <a:pt x="3261213" y="2185279"/>
                  </a:lnTo>
                  <a:lnTo>
                    <a:pt x="3295806" y="2076246"/>
                  </a:lnTo>
                  <a:lnTo>
                    <a:pt x="3330383" y="1967746"/>
                  </a:lnTo>
                  <a:lnTo>
                    <a:pt x="3364930" y="1860301"/>
                  </a:lnTo>
                  <a:lnTo>
                    <a:pt x="3399438" y="1754412"/>
                  </a:lnTo>
                  <a:lnTo>
                    <a:pt x="3433902" y="1650549"/>
                  </a:lnTo>
                  <a:lnTo>
                    <a:pt x="3468327" y="1549144"/>
                  </a:lnTo>
                  <a:lnTo>
                    <a:pt x="3502726" y="1450581"/>
                  </a:lnTo>
                  <a:lnTo>
                    <a:pt x="3537124" y="1355194"/>
                  </a:lnTo>
                  <a:lnTo>
                    <a:pt x="3571559" y="1263264"/>
                  </a:lnTo>
                  <a:lnTo>
                    <a:pt x="3606082" y="1175013"/>
                  </a:lnTo>
                  <a:lnTo>
                    <a:pt x="3640761" y="1090607"/>
                  </a:lnTo>
                  <a:lnTo>
                    <a:pt x="3675682" y="1010158"/>
                  </a:lnTo>
                  <a:lnTo>
                    <a:pt x="3710950" y="933725"/>
                  </a:lnTo>
                  <a:lnTo>
                    <a:pt x="3746693" y="861314"/>
                  </a:lnTo>
                  <a:lnTo>
                    <a:pt x="3783065" y="792890"/>
                  </a:lnTo>
                  <a:lnTo>
                    <a:pt x="3820202" y="728448"/>
                  </a:lnTo>
                  <a:lnTo>
                    <a:pt x="3869967" y="650503"/>
                  </a:lnTo>
                  <a:lnTo>
                    <a:pt x="3921966" y="579048"/>
                  </a:lnTo>
                  <a:lnTo>
                    <a:pt x="3976802" y="513874"/>
                  </a:lnTo>
                  <a:lnTo>
                    <a:pt x="4035134" y="454569"/>
                  </a:lnTo>
                  <a:lnTo>
                    <a:pt x="4097651" y="400627"/>
                  </a:lnTo>
                  <a:lnTo>
                    <a:pt x="4165032" y="351519"/>
                  </a:lnTo>
                  <a:lnTo>
                    <a:pt x="4237913" y="306741"/>
                  </a:lnTo>
                  <a:lnTo>
                    <a:pt x="4316826" y="265839"/>
                  </a:lnTo>
                  <a:lnTo>
                    <a:pt x="4402138" y="228430"/>
                  </a:lnTo>
                  <a:lnTo>
                    <a:pt x="4493952" y="194208"/>
                  </a:lnTo>
                  <a:lnTo>
                    <a:pt x="4592008" y="162948"/>
                  </a:lnTo>
                  <a:lnTo>
                    <a:pt x="4695555" y="134513"/>
                  </a:lnTo>
                  <a:lnTo>
                    <a:pt x="4803244" y="108840"/>
                  </a:lnTo>
                  <a:lnTo>
                    <a:pt x="4913044" y="85931"/>
                  </a:lnTo>
                  <a:lnTo>
                    <a:pt x="5022246" y="65833"/>
                  </a:lnTo>
                  <a:lnTo>
                    <a:pt x="5127575" y="48602"/>
                  </a:lnTo>
                  <a:lnTo>
                    <a:pt x="5225449" y="34273"/>
                  </a:lnTo>
                  <a:lnTo>
                    <a:pt x="5312378" y="22811"/>
                  </a:lnTo>
                  <a:lnTo>
                    <a:pt x="5385444" y="14088"/>
                  </a:lnTo>
                  <a:lnTo>
                    <a:pt x="5442766" y="7864"/>
                  </a:lnTo>
                  <a:lnTo>
                    <a:pt x="5483843" y="3793"/>
                  </a:lnTo>
                  <a:lnTo>
                    <a:pt x="5509704" y="1447"/>
                  </a:lnTo>
                  <a:lnTo>
                    <a:pt x="5522859" y="350"/>
                  </a:lnTo>
                  <a:lnTo>
                    <a:pt x="5527128" y="2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376" y="76"/>
                  </a:lnTo>
                  <a:lnTo>
                    <a:pt x="6529930" y="624"/>
                  </a:lnTo>
                  <a:lnTo>
                    <a:pt x="6546598" y="2137"/>
                  </a:lnTo>
                  <a:lnTo>
                    <a:pt x="6576765" y="5121"/>
                  </a:lnTo>
                  <a:lnTo>
                    <a:pt x="6622474" y="10060"/>
                  </a:lnTo>
                  <a:lnTo>
                    <a:pt x="6684281" y="17380"/>
                  </a:lnTo>
                  <a:lnTo>
                    <a:pt x="6761265" y="27414"/>
                  </a:lnTo>
                  <a:lnTo>
                    <a:pt x="6851232" y="40377"/>
                  </a:lnTo>
                  <a:lnTo>
                    <a:pt x="6951092" y="56374"/>
                  </a:lnTo>
                  <a:lnTo>
                    <a:pt x="7057335" y="75415"/>
                  </a:lnTo>
                  <a:lnTo>
                    <a:pt x="7166480" y="97454"/>
                  </a:lnTo>
                  <a:lnTo>
                    <a:pt x="7275430" y="122431"/>
                  </a:lnTo>
                  <a:lnTo>
                    <a:pt x="7381687" y="150308"/>
                  </a:lnTo>
                  <a:lnTo>
                    <a:pt x="7483432" y="181097"/>
                  </a:lnTo>
                  <a:lnTo>
                    <a:pt x="7579496" y="214883"/>
                  </a:lnTo>
                  <a:lnTo>
                    <a:pt x="7669271" y="251834"/>
                  </a:lnTo>
                  <a:lnTo>
                    <a:pt x="7752602" y="292205"/>
                  </a:lnTo>
                  <a:lnTo>
                    <a:pt x="7829663" y="336337"/>
                  </a:lnTo>
                  <a:lnTo>
                    <a:pt x="7900862" y="384649"/>
                  </a:lnTo>
                  <a:lnTo>
                    <a:pt x="7966753" y="437631"/>
                  </a:lnTo>
                  <a:lnTo>
                    <a:pt x="8027976" y="495819"/>
                  </a:lnTo>
                  <a:lnTo>
                    <a:pt x="8085206" y="559765"/>
                  </a:lnTo>
                  <a:lnTo>
                    <a:pt x="8139119" y="629985"/>
                  </a:lnTo>
                  <a:lnTo>
                    <a:pt x="8190355" y="706877"/>
                  </a:lnTo>
                  <a:lnTo>
                    <a:pt x="8229629" y="772993"/>
                  </a:lnTo>
                  <a:lnTo>
                    <a:pt x="8265864" y="839647"/>
                  </a:lnTo>
                  <a:lnTo>
                    <a:pt x="8301325" y="910235"/>
                  </a:lnTo>
                  <a:lnTo>
                    <a:pt x="8336183" y="984835"/>
                  </a:lnTo>
                  <a:lnTo>
                    <a:pt x="8370580" y="1063486"/>
                  </a:lnTo>
                  <a:lnTo>
                    <a:pt x="8404635" y="1146185"/>
                  </a:lnTo>
                  <a:lnTo>
                    <a:pt x="8438450" y="1232880"/>
                  </a:lnTo>
                  <a:lnTo>
                    <a:pt x="8472105" y="1323469"/>
                  </a:lnTo>
                  <a:lnTo>
                    <a:pt x="8505666" y="1417799"/>
                  </a:lnTo>
                  <a:lnTo>
                    <a:pt x="8539183" y="1515661"/>
                  </a:lnTo>
                  <a:lnTo>
                    <a:pt x="8572694" y="1616793"/>
                  </a:lnTo>
                  <a:lnTo>
                    <a:pt x="8606225" y="1720879"/>
                  </a:lnTo>
                  <a:lnTo>
                    <a:pt x="8639791" y="1827554"/>
                  </a:lnTo>
                  <a:lnTo>
                    <a:pt x="8673398" y="1936409"/>
                  </a:lnTo>
                  <a:lnTo>
                    <a:pt x="8707044" y="2046993"/>
                  </a:lnTo>
                  <a:lnTo>
                    <a:pt x="8740722" y="2158824"/>
                  </a:lnTo>
                  <a:lnTo>
                    <a:pt x="8774420" y="2271397"/>
                  </a:lnTo>
                  <a:lnTo>
                    <a:pt x="8808125" y="2384190"/>
                  </a:lnTo>
                  <a:lnTo>
                    <a:pt x="8841822" y="2496681"/>
                  </a:lnTo>
                  <a:lnTo>
                    <a:pt x="8875495" y="2608350"/>
                  </a:lnTo>
                  <a:lnTo>
                    <a:pt x="8909136" y="2718695"/>
                  </a:lnTo>
                  <a:lnTo>
                    <a:pt x="8942736" y="2827237"/>
                  </a:lnTo>
                  <a:lnTo>
                    <a:pt x="8976295" y="2933534"/>
                  </a:lnTo>
                  <a:lnTo>
                    <a:pt x="9009822" y="3037181"/>
                  </a:lnTo>
                  <a:lnTo>
                    <a:pt x="9043332" y="3137821"/>
                  </a:lnTo>
                  <a:lnTo>
                    <a:pt x="9076854" y="3235147"/>
                  </a:lnTo>
                  <a:lnTo>
                    <a:pt x="9110425" y="3328904"/>
                  </a:lnTo>
                  <a:lnTo>
                    <a:pt x="9144101" y="3418894"/>
                  </a:lnTo>
                  <a:lnTo>
                    <a:pt x="9177947" y="3504969"/>
                  </a:lnTo>
                  <a:lnTo>
                    <a:pt x="9212049" y="3587038"/>
                  </a:lnTo>
                  <a:lnTo>
                    <a:pt x="9246509" y="3665055"/>
                  </a:lnTo>
                  <a:lnTo>
                    <a:pt x="9281451" y="3739024"/>
                  </a:lnTo>
                  <a:lnTo>
                    <a:pt x="9317021" y="3808990"/>
                  </a:lnTo>
                  <a:lnTo>
                    <a:pt x="9347647" y="3864967"/>
                  </a:lnTo>
                  <a:lnTo>
                    <a:pt x="9397169" y="3947298"/>
                  </a:lnTo>
                  <a:lnTo>
                    <a:pt x="9448901" y="4022808"/>
                  </a:lnTo>
                  <a:lnTo>
                    <a:pt x="9503436" y="4091712"/>
                  </a:lnTo>
                  <a:lnTo>
                    <a:pt x="9561424" y="4154442"/>
                  </a:lnTo>
                  <a:lnTo>
                    <a:pt x="9623543" y="4211524"/>
                  </a:lnTo>
                  <a:lnTo>
                    <a:pt x="9690466" y="4263513"/>
                  </a:lnTo>
                  <a:lnTo>
                    <a:pt x="9762817" y="4310936"/>
                  </a:lnTo>
                  <a:lnTo>
                    <a:pt x="9841129" y="4354270"/>
                  </a:lnTo>
                  <a:lnTo>
                    <a:pt x="9925767" y="4393920"/>
                  </a:lnTo>
                  <a:lnTo>
                    <a:pt x="10016849" y="4430209"/>
                  </a:lnTo>
                  <a:lnTo>
                    <a:pt x="10114135" y="4463373"/>
                  </a:lnTo>
                  <a:lnTo>
                    <a:pt x="10216914" y="4493565"/>
                  </a:lnTo>
                  <a:lnTo>
                    <a:pt x="10323890" y="4520852"/>
                  </a:lnTo>
                  <a:lnTo>
                    <a:pt x="10433104" y="4545235"/>
                  </a:lnTo>
                  <a:lnTo>
                    <a:pt x="10541925" y="4566669"/>
                  </a:lnTo>
                  <a:lnTo>
                    <a:pt x="10647157" y="4585092"/>
                  </a:lnTo>
                  <a:lnTo>
                    <a:pt x="10745281" y="4600467"/>
                  </a:lnTo>
                  <a:lnTo>
                    <a:pt x="10832832" y="4612822"/>
                  </a:lnTo>
                  <a:lnTo>
                    <a:pt x="10906866" y="4622282"/>
                  </a:lnTo>
                  <a:lnTo>
                    <a:pt x="10965422" y="4629087"/>
                  </a:lnTo>
                  <a:lnTo>
                    <a:pt x="11007870" y="4633591"/>
                  </a:lnTo>
                  <a:lnTo>
                    <a:pt x="11035076" y="4636234"/>
                  </a:lnTo>
                  <a:lnTo>
                    <a:pt x="11049370" y="4637509"/>
                  </a:lnTo>
                  <a:lnTo>
                    <a:pt x="11054386" y="4637922"/>
                  </a:lnTo>
                  <a:lnTo>
                    <a:pt x="11054891" y="4637961"/>
                  </a:lnTo>
                  <a:lnTo>
                    <a:pt x="12049831" y="4637961"/>
                  </a:lnTo>
                  <a:lnTo>
                    <a:pt x="12049831" y="46379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9" name="pl2038"/>
            <p:cNvSpPr/>
            <p:nvPr/>
          </p:nvSpPr>
          <p:spPr>
            <a:xfrm>
              <a:off x="1199187" y="1907426"/>
              <a:ext cx="12049831" cy="4637961"/>
            </a:xfrm>
            <a:custGeom>
              <a:avLst/>
              <a:pathLst>
                <a:path w="12049831" h="4637961">
                  <a:moveTo>
                    <a:pt x="12049831" y="4637961"/>
                  </a:moveTo>
                  <a:lnTo>
                    <a:pt x="11054891" y="4637961"/>
                  </a:lnTo>
                  <a:lnTo>
                    <a:pt x="11053901" y="4637884"/>
                  </a:lnTo>
                  <a:lnTo>
                    <a:pt x="11047347" y="4637336"/>
                  </a:lnTo>
                  <a:lnTo>
                    <a:pt x="11030678" y="4635823"/>
                  </a:lnTo>
                  <a:lnTo>
                    <a:pt x="11000511" y="4632840"/>
                  </a:lnTo>
                  <a:lnTo>
                    <a:pt x="10954803" y="4627901"/>
                  </a:lnTo>
                  <a:lnTo>
                    <a:pt x="10892996" y="4620580"/>
                  </a:lnTo>
                  <a:lnTo>
                    <a:pt x="10816012" y="4610546"/>
                  </a:lnTo>
                  <a:lnTo>
                    <a:pt x="10726045" y="4597583"/>
                  </a:lnTo>
                  <a:lnTo>
                    <a:pt x="10626184" y="4581586"/>
                  </a:lnTo>
                  <a:lnTo>
                    <a:pt x="10519941" y="4562545"/>
                  </a:lnTo>
                  <a:lnTo>
                    <a:pt x="10410797" y="4540506"/>
                  </a:lnTo>
                  <a:lnTo>
                    <a:pt x="10301847" y="4515529"/>
                  </a:lnTo>
                  <a:lnTo>
                    <a:pt x="10195589" y="4487652"/>
                  </a:lnTo>
                  <a:lnTo>
                    <a:pt x="10093844" y="4456863"/>
                  </a:lnTo>
                  <a:lnTo>
                    <a:pt x="9997781" y="4423077"/>
                  </a:lnTo>
                  <a:lnTo>
                    <a:pt x="9908005" y="4386126"/>
                  </a:lnTo>
                  <a:lnTo>
                    <a:pt x="9824674" y="4345755"/>
                  </a:lnTo>
                  <a:lnTo>
                    <a:pt x="9747613" y="4301623"/>
                  </a:lnTo>
                  <a:lnTo>
                    <a:pt x="9676414" y="4253311"/>
                  </a:lnTo>
                  <a:lnTo>
                    <a:pt x="9610523" y="4200329"/>
                  </a:lnTo>
                  <a:lnTo>
                    <a:pt x="9549300" y="4142141"/>
                  </a:lnTo>
                  <a:lnTo>
                    <a:pt x="9492070" y="4078195"/>
                  </a:lnTo>
                  <a:lnTo>
                    <a:pt x="9438158" y="4007975"/>
                  </a:lnTo>
                  <a:lnTo>
                    <a:pt x="9386921" y="3931084"/>
                  </a:lnTo>
                  <a:lnTo>
                    <a:pt x="9347647" y="3864967"/>
                  </a:lnTo>
                  <a:lnTo>
                    <a:pt x="9311412" y="3798313"/>
                  </a:lnTo>
                  <a:lnTo>
                    <a:pt x="9275951" y="3727725"/>
                  </a:lnTo>
                  <a:lnTo>
                    <a:pt x="9241094" y="3653126"/>
                  </a:lnTo>
                  <a:lnTo>
                    <a:pt x="9206697" y="3574474"/>
                  </a:lnTo>
                  <a:lnTo>
                    <a:pt x="9172641" y="3491775"/>
                  </a:lnTo>
                  <a:lnTo>
                    <a:pt x="9138827" y="3405080"/>
                  </a:lnTo>
                  <a:lnTo>
                    <a:pt x="9105172" y="3314491"/>
                  </a:lnTo>
                  <a:lnTo>
                    <a:pt x="9071611" y="3220161"/>
                  </a:lnTo>
                  <a:lnTo>
                    <a:pt x="9038094" y="3122299"/>
                  </a:lnTo>
                  <a:lnTo>
                    <a:pt x="9004582" y="3021168"/>
                  </a:lnTo>
                  <a:lnTo>
                    <a:pt x="8971051" y="2917082"/>
                  </a:lnTo>
                  <a:lnTo>
                    <a:pt x="8937486" y="2810406"/>
                  </a:lnTo>
                  <a:lnTo>
                    <a:pt x="8903879" y="2701551"/>
                  </a:lnTo>
                  <a:lnTo>
                    <a:pt x="8870233" y="2590967"/>
                  </a:lnTo>
                  <a:lnTo>
                    <a:pt x="8836555" y="2479136"/>
                  </a:lnTo>
                  <a:lnTo>
                    <a:pt x="8802856" y="2366564"/>
                  </a:lnTo>
                  <a:lnTo>
                    <a:pt x="8769151" y="2253770"/>
                  </a:lnTo>
                  <a:lnTo>
                    <a:pt x="8735455" y="2141279"/>
                  </a:lnTo>
                  <a:lnTo>
                    <a:pt x="8701781" y="2029610"/>
                  </a:lnTo>
                  <a:lnTo>
                    <a:pt x="8668141" y="1919266"/>
                  </a:lnTo>
                  <a:lnTo>
                    <a:pt x="8634541" y="1810723"/>
                  </a:lnTo>
                  <a:lnTo>
                    <a:pt x="8600981" y="1704426"/>
                  </a:lnTo>
                  <a:lnTo>
                    <a:pt x="8567455" y="1600779"/>
                  </a:lnTo>
                  <a:lnTo>
                    <a:pt x="8533944" y="1500139"/>
                  </a:lnTo>
                  <a:lnTo>
                    <a:pt x="8500423" y="1402813"/>
                  </a:lnTo>
                  <a:lnTo>
                    <a:pt x="8466851" y="1309056"/>
                  </a:lnTo>
                  <a:lnTo>
                    <a:pt x="8433176" y="1219066"/>
                  </a:lnTo>
                  <a:lnTo>
                    <a:pt x="8399329" y="1132991"/>
                  </a:lnTo>
                  <a:lnTo>
                    <a:pt x="8365228" y="1050923"/>
                  </a:lnTo>
                  <a:lnTo>
                    <a:pt x="8330767" y="972905"/>
                  </a:lnTo>
                  <a:lnTo>
                    <a:pt x="8295826" y="898937"/>
                  </a:lnTo>
                  <a:lnTo>
                    <a:pt x="8260255" y="828970"/>
                  </a:lnTo>
                  <a:lnTo>
                    <a:pt x="8229629" y="772993"/>
                  </a:lnTo>
                  <a:lnTo>
                    <a:pt x="8180108" y="690663"/>
                  </a:lnTo>
                  <a:lnTo>
                    <a:pt x="8128376" y="615153"/>
                  </a:lnTo>
                  <a:lnTo>
                    <a:pt x="8073841" y="546248"/>
                  </a:lnTo>
                  <a:lnTo>
                    <a:pt x="8015853" y="483519"/>
                  </a:lnTo>
                  <a:lnTo>
                    <a:pt x="7953733" y="426436"/>
                  </a:lnTo>
                  <a:lnTo>
                    <a:pt x="7886811" y="374447"/>
                  </a:lnTo>
                  <a:lnTo>
                    <a:pt x="7814459" y="327024"/>
                  </a:lnTo>
                  <a:lnTo>
                    <a:pt x="7736148" y="283690"/>
                  </a:lnTo>
                  <a:lnTo>
                    <a:pt x="7651510" y="244040"/>
                  </a:lnTo>
                  <a:lnTo>
                    <a:pt x="7560428" y="207752"/>
                  </a:lnTo>
                  <a:lnTo>
                    <a:pt x="7463141" y="174587"/>
                  </a:lnTo>
                  <a:lnTo>
                    <a:pt x="7360362" y="144395"/>
                  </a:lnTo>
                  <a:lnTo>
                    <a:pt x="7253386" y="117108"/>
                  </a:lnTo>
                  <a:lnTo>
                    <a:pt x="7144173" y="92725"/>
                  </a:lnTo>
                  <a:lnTo>
                    <a:pt x="7035352" y="71291"/>
                  </a:lnTo>
                  <a:lnTo>
                    <a:pt x="6930119" y="52868"/>
                  </a:lnTo>
                  <a:lnTo>
                    <a:pt x="6831996" y="37493"/>
                  </a:lnTo>
                  <a:lnTo>
                    <a:pt x="6744445" y="25138"/>
                  </a:lnTo>
                  <a:lnTo>
                    <a:pt x="6670411" y="15678"/>
                  </a:lnTo>
                  <a:lnTo>
                    <a:pt x="6611854" y="8873"/>
                  </a:lnTo>
                  <a:lnTo>
                    <a:pt x="6569406" y="4370"/>
                  </a:lnTo>
                  <a:lnTo>
                    <a:pt x="6542200" y="1726"/>
                  </a:lnTo>
                  <a:lnTo>
                    <a:pt x="6527907" y="451"/>
                  </a:lnTo>
                  <a:lnTo>
                    <a:pt x="6522891" y="3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41" y="73"/>
                  </a:lnTo>
                  <a:lnTo>
                    <a:pt x="5519795" y="597"/>
                  </a:lnTo>
                  <a:lnTo>
                    <a:pt x="5502899" y="2044"/>
                  </a:lnTo>
                  <a:lnTo>
                    <a:pt x="5472336" y="4896"/>
                  </a:lnTo>
                  <a:lnTo>
                    <a:pt x="5426057" y="9618"/>
                  </a:lnTo>
                  <a:lnTo>
                    <a:pt x="5363530" y="16615"/>
                  </a:lnTo>
                  <a:lnTo>
                    <a:pt x="5285728" y="26200"/>
                  </a:lnTo>
                  <a:lnTo>
                    <a:pt x="5194912" y="38578"/>
                  </a:lnTo>
                  <a:lnTo>
                    <a:pt x="5094238" y="53844"/>
                  </a:lnTo>
                  <a:lnTo>
                    <a:pt x="4987276" y="72005"/>
                  </a:lnTo>
                  <a:lnTo>
                    <a:pt x="4877547" y="93017"/>
                  </a:lnTo>
                  <a:lnTo>
                    <a:pt x="4768163" y="116821"/>
                  </a:lnTo>
                  <a:lnTo>
                    <a:pt x="4661623" y="143383"/>
                  </a:lnTo>
                  <a:lnTo>
                    <a:pt x="4559730" y="172718"/>
                  </a:lnTo>
                  <a:lnTo>
                    <a:pt x="4463632" y="204914"/>
                  </a:lnTo>
                  <a:lnTo>
                    <a:pt x="4373907" y="240136"/>
                  </a:lnTo>
                  <a:lnTo>
                    <a:pt x="4290685" y="278634"/>
                  </a:lnTo>
                  <a:lnTo>
                    <a:pt x="4213767" y="320741"/>
                  </a:lnTo>
                  <a:lnTo>
                    <a:pt x="4142725" y="366863"/>
                  </a:lnTo>
                  <a:lnTo>
                    <a:pt x="4076985" y="417474"/>
                  </a:lnTo>
                  <a:lnTo>
                    <a:pt x="4015894" y="473088"/>
                  </a:lnTo>
                  <a:lnTo>
                    <a:pt x="3958764" y="534234"/>
                  </a:lnTo>
                  <a:lnTo>
                    <a:pt x="3904913" y="601396"/>
                  </a:lnTo>
                  <a:lnTo>
                    <a:pt x="3853696" y="674936"/>
                  </a:lnTo>
                  <a:lnTo>
                    <a:pt x="3820202" y="728448"/>
                  </a:lnTo>
                  <a:lnTo>
                    <a:pt x="3783021" y="792969"/>
                  </a:lnTo>
                  <a:lnTo>
                    <a:pt x="3746651" y="861398"/>
                  </a:lnTo>
                  <a:lnTo>
                    <a:pt x="3710908" y="933813"/>
                  </a:lnTo>
                  <a:lnTo>
                    <a:pt x="3675640" y="1010251"/>
                  </a:lnTo>
                  <a:lnTo>
                    <a:pt x="3640720" y="1090704"/>
                  </a:lnTo>
                  <a:lnTo>
                    <a:pt x="3606041" y="1175115"/>
                  </a:lnTo>
                  <a:lnTo>
                    <a:pt x="3571518" y="1263370"/>
                  </a:lnTo>
                  <a:lnTo>
                    <a:pt x="3537084" y="1355305"/>
                  </a:lnTo>
                  <a:lnTo>
                    <a:pt x="3502685" y="1450695"/>
                  </a:lnTo>
                  <a:lnTo>
                    <a:pt x="3468286" y="1549262"/>
                  </a:lnTo>
                  <a:lnTo>
                    <a:pt x="3433861" y="1650670"/>
                  </a:lnTo>
                  <a:lnTo>
                    <a:pt x="3399397" y="1754536"/>
                  </a:lnTo>
                  <a:lnTo>
                    <a:pt x="3364889" y="1860427"/>
                  </a:lnTo>
                  <a:lnTo>
                    <a:pt x="3330342" y="1967873"/>
                  </a:lnTo>
                  <a:lnTo>
                    <a:pt x="3295765" y="2076375"/>
                  </a:lnTo>
                  <a:lnTo>
                    <a:pt x="3261172" y="2185408"/>
                  </a:lnTo>
                  <a:lnTo>
                    <a:pt x="3226579" y="2294442"/>
                  </a:lnTo>
                  <a:lnTo>
                    <a:pt x="3192002" y="2402942"/>
                  </a:lnTo>
                  <a:lnTo>
                    <a:pt x="3157455" y="2510387"/>
                  </a:lnTo>
                  <a:lnTo>
                    <a:pt x="3122947" y="2616276"/>
                  </a:lnTo>
                  <a:lnTo>
                    <a:pt x="3088483" y="2720139"/>
                  </a:lnTo>
                  <a:lnTo>
                    <a:pt x="3054058" y="2821544"/>
                  </a:lnTo>
                  <a:lnTo>
                    <a:pt x="3019659" y="2920107"/>
                  </a:lnTo>
                  <a:lnTo>
                    <a:pt x="2985261" y="3015494"/>
                  </a:lnTo>
                  <a:lnTo>
                    <a:pt x="2950826" y="3107424"/>
                  </a:lnTo>
                  <a:lnTo>
                    <a:pt x="2916303" y="3195675"/>
                  </a:lnTo>
                  <a:lnTo>
                    <a:pt x="2881624" y="3280081"/>
                  </a:lnTo>
                  <a:lnTo>
                    <a:pt x="2846703" y="3360529"/>
                  </a:lnTo>
                  <a:lnTo>
                    <a:pt x="2811435" y="3436963"/>
                  </a:lnTo>
                  <a:lnTo>
                    <a:pt x="2775692" y="3509373"/>
                  </a:lnTo>
                  <a:lnTo>
                    <a:pt x="2739320" y="3577797"/>
                  </a:lnTo>
                  <a:lnTo>
                    <a:pt x="2702183" y="3642240"/>
                  </a:lnTo>
                  <a:lnTo>
                    <a:pt x="2652418" y="3720184"/>
                  </a:lnTo>
                  <a:lnTo>
                    <a:pt x="2600419" y="3791640"/>
                  </a:lnTo>
                  <a:lnTo>
                    <a:pt x="2545583" y="3856813"/>
                  </a:lnTo>
                  <a:lnTo>
                    <a:pt x="2487251" y="3916118"/>
                  </a:lnTo>
                  <a:lnTo>
                    <a:pt x="2424734" y="3970061"/>
                  </a:lnTo>
                  <a:lnTo>
                    <a:pt x="2357353" y="4019169"/>
                  </a:lnTo>
                  <a:lnTo>
                    <a:pt x="2284472" y="4063947"/>
                  </a:lnTo>
                  <a:lnTo>
                    <a:pt x="2205559" y="4104849"/>
                  </a:lnTo>
                  <a:lnTo>
                    <a:pt x="2120247" y="4142258"/>
                  </a:lnTo>
                  <a:lnTo>
                    <a:pt x="2028433" y="4176480"/>
                  </a:lnTo>
                  <a:lnTo>
                    <a:pt x="1930377" y="4207739"/>
                  </a:lnTo>
                  <a:lnTo>
                    <a:pt x="1826830" y="4236175"/>
                  </a:lnTo>
                  <a:lnTo>
                    <a:pt x="1719141" y="4261848"/>
                  </a:lnTo>
                  <a:lnTo>
                    <a:pt x="1609341" y="4284757"/>
                  </a:lnTo>
                  <a:lnTo>
                    <a:pt x="1500139" y="4304855"/>
                  </a:lnTo>
                  <a:lnTo>
                    <a:pt x="1394810" y="4322085"/>
                  </a:lnTo>
                  <a:lnTo>
                    <a:pt x="1296936" y="4336415"/>
                  </a:lnTo>
                  <a:lnTo>
                    <a:pt x="1210007" y="4347877"/>
                  </a:lnTo>
                  <a:lnTo>
                    <a:pt x="1136941" y="4356600"/>
                  </a:lnTo>
                  <a:lnTo>
                    <a:pt x="1079619" y="4362823"/>
                  </a:lnTo>
                  <a:lnTo>
                    <a:pt x="1038542" y="4366894"/>
                  </a:lnTo>
                  <a:lnTo>
                    <a:pt x="1012681" y="4369241"/>
                  </a:lnTo>
                  <a:lnTo>
                    <a:pt x="999526" y="4370337"/>
                  </a:lnTo>
                  <a:lnTo>
                    <a:pt x="995257" y="4370666"/>
                  </a:lnTo>
                  <a:lnTo>
                    <a:pt x="994940" y="4370688"/>
                  </a:lnTo>
                  <a:lnTo>
                    <a:pt x="0" y="4370688"/>
                  </a:lnTo>
                  <a:lnTo>
                    <a:pt x="0" y="43706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0" name="pg2039"/>
            <p:cNvSpPr/>
            <p:nvPr/>
          </p:nvSpPr>
          <p:spPr>
            <a:xfrm>
              <a:off x="1199187" y="4360043"/>
              <a:ext cx="12049831" cy="1965237"/>
            </a:xfrm>
            <a:custGeom>
              <a:avLst/>
              <a:pathLst>
                <a:path w="12049831" h="1965237">
                  <a:moveTo>
                    <a:pt x="0" y="1965237"/>
                  </a:moveTo>
                  <a:lnTo>
                    <a:pt x="994940" y="1965237"/>
                  </a:lnTo>
                  <a:lnTo>
                    <a:pt x="996075" y="1965231"/>
                  </a:lnTo>
                  <a:lnTo>
                    <a:pt x="1003569" y="1965187"/>
                  </a:lnTo>
                  <a:lnTo>
                    <a:pt x="1022561" y="1965065"/>
                  </a:lnTo>
                  <a:lnTo>
                    <a:pt x="1056764" y="1964824"/>
                  </a:lnTo>
                  <a:lnTo>
                    <a:pt x="1108249" y="1964427"/>
                  </a:lnTo>
                  <a:lnTo>
                    <a:pt x="1177286" y="1963840"/>
                  </a:lnTo>
                  <a:lnTo>
                    <a:pt x="1262406" y="1963038"/>
                  </a:lnTo>
                  <a:lnTo>
                    <a:pt x="1360723" y="1962008"/>
                  </a:lnTo>
                  <a:lnTo>
                    <a:pt x="1468455" y="1960744"/>
                  </a:lnTo>
                  <a:lnTo>
                    <a:pt x="1581531" y="1959247"/>
                  </a:lnTo>
                  <a:lnTo>
                    <a:pt x="1696112" y="1957522"/>
                  </a:lnTo>
                  <a:lnTo>
                    <a:pt x="1808964" y="1955573"/>
                  </a:lnTo>
                  <a:lnTo>
                    <a:pt x="1917639" y="1953401"/>
                  </a:lnTo>
                  <a:lnTo>
                    <a:pt x="2020498" y="1951002"/>
                  </a:lnTo>
                  <a:lnTo>
                    <a:pt x="2116624" y="1948364"/>
                  </a:lnTo>
                  <a:lnTo>
                    <a:pt x="2205689" y="1945470"/>
                  </a:lnTo>
                  <a:lnTo>
                    <a:pt x="2287804" y="1942294"/>
                  </a:lnTo>
                  <a:lnTo>
                    <a:pt x="2363387" y="1938803"/>
                  </a:lnTo>
                  <a:lnTo>
                    <a:pt x="2433052" y="1934959"/>
                  </a:lnTo>
                  <a:lnTo>
                    <a:pt x="2497524" y="1930718"/>
                  </a:lnTo>
                  <a:lnTo>
                    <a:pt x="2557577" y="1926038"/>
                  </a:lnTo>
                  <a:lnTo>
                    <a:pt x="2613987" y="1920875"/>
                  </a:lnTo>
                  <a:lnTo>
                    <a:pt x="2667490" y="1915199"/>
                  </a:lnTo>
                  <a:lnTo>
                    <a:pt x="2702183" y="1911084"/>
                  </a:lnTo>
                  <a:lnTo>
                    <a:pt x="2763282" y="1902986"/>
                  </a:lnTo>
                  <a:lnTo>
                    <a:pt x="2822486" y="1894083"/>
                  </a:lnTo>
                  <a:lnTo>
                    <a:pt x="2880495" y="1884360"/>
                  </a:lnTo>
                  <a:lnTo>
                    <a:pt x="2937824" y="1873832"/>
                  </a:lnTo>
                  <a:lnTo>
                    <a:pt x="2994840" y="1862542"/>
                  </a:lnTo>
                  <a:lnTo>
                    <a:pt x="3051783" y="1850564"/>
                  </a:lnTo>
                  <a:lnTo>
                    <a:pt x="3108789" y="1838004"/>
                  </a:lnTo>
                  <a:lnTo>
                    <a:pt x="3165908" y="1824996"/>
                  </a:lnTo>
                  <a:lnTo>
                    <a:pt x="3223129" y="1811695"/>
                  </a:lnTo>
                  <a:lnTo>
                    <a:pt x="3280396" y="1798276"/>
                  </a:lnTo>
                  <a:lnTo>
                    <a:pt x="3337639" y="1784917"/>
                  </a:lnTo>
                  <a:lnTo>
                    <a:pt x="3394795" y="1771793"/>
                  </a:lnTo>
                  <a:lnTo>
                    <a:pt x="3451836" y="1759070"/>
                  </a:lnTo>
                  <a:lnTo>
                    <a:pt x="3508790" y="1746887"/>
                  </a:lnTo>
                  <a:lnTo>
                    <a:pt x="3565760" y="1735361"/>
                  </a:lnTo>
                  <a:lnTo>
                    <a:pt x="3622953" y="1724576"/>
                  </a:lnTo>
                  <a:lnTo>
                    <a:pt x="3680689" y="1714585"/>
                  </a:lnTo>
                  <a:lnTo>
                    <a:pt x="3739431" y="1705411"/>
                  </a:lnTo>
                  <a:lnTo>
                    <a:pt x="3799816" y="1697051"/>
                  </a:lnTo>
                  <a:lnTo>
                    <a:pt x="3820202" y="1694471"/>
                  </a:lnTo>
                  <a:lnTo>
                    <a:pt x="3872124" y="1688442"/>
                  </a:lnTo>
                  <a:lnTo>
                    <a:pt x="3926501" y="1682936"/>
                  </a:lnTo>
                  <a:lnTo>
                    <a:pt x="3984020" y="1677935"/>
                  </a:lnTo>
                  <a:lnTo>
                    <a:pt x="4045433" y="1673403"/>
                  </a:lnTo>
                  <a:lnTo>
                    <a:pt x="4111519" y="1669297"/>
                  </a:lnTo>
                  <a:lnTo>
                    <a:pt x="4183045" y="1665573"/>
                  </a:lnTo>
                  <a:lnTo>
                    <a:pt x="4260705" y="1662189"/>
                  </a:lnTo>
                  <a:lnTo>
                    <a:pt x="4345061" y="1659109"/>
                  </a:lnTo>
                  <a:lnTo>
                    <a:pt x="4436443" y="1656301"/>
                  </a:lnTo>
                  <a:lnTo>
                    <a:pt x="4534834" y="1653743"/>
                  </a:lnTo>
                  <a:lnTo>
                    <a:pt x="4639729" y="1651419"/>
                  </a:lnTo>
                  <a:lnTo>
                    <a:pt x="4749990" y="1649320"/>
                  </a:lnTo>
                  <a:lnTo>
                    <a:pt x="4863717" y="1647444"/>
                  </a:lnTo>
                  <a:lnTo>
                    <a:pt x="4978196" y="1645793"/>
                  </a:lnTo>
                  <a:lnTo>
                    <a:pt x="5089967" y="1644372"/>
                  </a:lnTo>
                  <a:lnTo>
                    <a:pt x="5195064" y="1643184"/>
                  </a:lnTo>
                  <a:lnTo>
                    <a:pt x="5289447" y="1642230"/>
                  </a:lnTo>
                  <a:lnTo>
                    <a:pt x="5369563" y="1641501"/>
                  </a:lnTo>
                  <a:lnTo>
                    <a:pt x="5432938" y="1640979"/>
                  </a:lnTo>
                  <a:lnTo>
                    <a:pt x="5478650" y="1640637"/>
                  </a:lnTo>
                  <a:lnTo>
                    <a:pt x="5507563" y="1640439"/>
                  </a:lnTo>
                  <a:lnTo>
                    <a:pt x="5522310" y="1640347"/>
                  </a:lnTo>
                  <a:lnTo>
                    <a:pt x="5527093" y="1640320"/>
                  </a:lnTo>
                  <a:lnTo>
                    <a:pt x="5527445" y="1640318"/>
                  </a:lnTo>
                  <a:lnTo>
                    <a:pt x="6522385" y="1640318"/>
                  </a:lnTo>
                  <a:lnTo>
                    <a:pt x="6523501" y="1640287"/>
                  </a:lnTo>
                  <a:lnTo>
                    <a:pt x="6530866" y="1640069"/>
                  </a:lnTo>
                  <a:lnTo>
                    <a:pt x="6549537" y="1639466"/>
                  </a:lnTo>
                  <a:lnTo>
                    <a:pt x="6583188" y="1638278"/>
                  </a:lnTo>
                  <a:lnTo>
                    <a:pt x="6633886" y="1636313"/>
                  </a:lnTo>
                  <a:lnTo>
                    <a:pt x="6701945" y="1633410"/>
                  </a:lnTo>
                  <a:lnTo>
                    <a:pt x="6785975" y="1629445"/>
                  </a:lnTo>
                  <a:lnTo>
                    <a:pt x="6883185" y="1624345"/>
                  </a:lnTo>
                  <a:lnTo>
                    <a:pt x="6989890" y="1618082"/>
                  </a:lnTo>
                  <a:lnTo>
                    <a:pt x="7102091" y="1610660"/>
                  </a:lnTo>
                  <a:lnTo>
                    <a:pt x="7215991" y="1602102"/>
                  </a:lnTo>
                  <a:lnTo>
                    <a:pt x="7328372" y="1592430"/>
                  </a:lnTo>
                  <a:lnTo>
                    <a:pt x="7436772" y="1581650"/>
                  </a:lnTo>
                  <a:lnTo>
                    <a:pt x="7539525" y="1569743"/>
                  </a:lnTo>
                  <a:lnTo>
                    <a:pt x="7635678" y="1556658"/>
                  </a:lnTo>
                  <a:lnTo>
                    <a:pt x="7724862" y="1542306"/>
                  </a:lnTo>
                  <a:lnTo>
                    <a:pt x="7807155" y="1526566"/>
                  </a:lnTo>
                  <a:lnTo>
                    <a:pt x="7882941" y="1509278"/>
                  </a:lnTo>
                  <a:lnTo>
                    <a:pt x="7952806" y="1490257"/>
                  </a:lnTo>
                  <a:lnTo>
                    <a:pt x="8017456" y="1469292"/>
                  </a:lnTo>
                  <a:lnTo>
                    <a:pt x="8077647" y="1446163"/>
                  </a:lnTo>
                  <a:lnTo>
                    <a:pt x="8134144" y="1420662"/>
                  </a:lnTo>
                  <a:lnTo>
                    <a:pt x="8187675" y="1392623"/>
                  </a:lnTo>
                  <a:lnTo>
                    <a:pt x="8229629" y="1367805"/>
                  </a:lnTo>
                  <a:lnTo>
                    <a:pt x="8281945" y="1333255"/>
                  </a:lnTo>
                  <a:lnTo>
                    <a:pt x="8332795" y="1295758"/>
                  </a:lnTo>
                  <a:lnTo>
                    <a:pt x="8382643" y="1255257"/>
                  </a:lnTo>
                  <a:lnTo>
                    <a:pt x="8431848" y="1211765"/>
                  </a:lnTo>
                  <a:lnTo>
                    <a:pt x="8480684" y="1165367"/>
                  </a:lnTo>
                  <a:lnTo>
                    <a:pt x="8529348" y="1116233"/>
                  </a:lnTo>
                  <a:lnTo>
                    <a:pt x="8577977" y="1064613"/>
                  </a:lnTo>
                  <a:lnTo>
                    <a:pt x="8626651" y="1010844"/>
                  </a:lnTo>
                  <a:lnTo>
                    <a:pt x="8675407" y="955337"/>
                  </a:lnTo>
                  <a:lnTo>
                    <a:pt x="8724245" y="898570"/>
                  </a:lnTo>
                  <a:lnTo>
                    <a:pt x="8773137" y="841068"/>
                  </a:lnTo>
                  <a:lnTo>
                    <a:pt x="8822044" y="783387"/>
                  </a:lnTo>
                  <a:lnTo>
                    <a:pt x="8870921" y="726090"/>
                  </a:lnTo>
                  <a:lnTo>
                    <a:pt x="8919730" y="669726"/>
                  </a:lnTo>
                  <a:lnTo>
                    <a:pt x="8968455" y="614803"/>
                  </a:lnTo>
                  <a:lnTo>
                    <a:pt x="9017106" y="561777"/>
                  </a:lnTo>
                  <a:lnTo>
                    <a:pt x="9065736" y="511032"/>
                  </a:lnTo>
                  <a:lnTo>
                    <a:pt x="9114444" y="462875"/>
                  </a:lnTo>
                  <a:lnTo>
                    <a:pt x="9163388" y="417526"/>
                  </a:lnTo>
                  <a:lnTo>
                    <a:pt x="9212792" y="375123"/>
                  </a:lnTo>
                  <a:lnTo>
                    <a:pt x="9262961" y="335725"/>
                  </a:lnTo>
                  <a:lnTo>
                    <a:pt x="9314287" y="299316"/>
                  </a:lnTo>
                  <a:lnTo>
                    <a:pt x="9347647" y="277753"/>
                  </a:lnTo>
                  <a:lnTo>
                    <a:pt x="9399250" y="247585"/>
                  </a:lnTo>
                  <a:lnTo>
                    <a:pt x="9453275" y="220022"/>
                  </a:lnTo>
                  <a:lnTo>
                    <a:pt x="9510395" y="194971"/>
                  </a:lnTo>
                  <a:lnTo>
                    <a:pt x="9571348" y="172257"/>
                  </a:lnTo>
                  <a:lnTo>
                    <a:pt x="9636900" y="151665"/>
                  </a:lnTo>
                  <a:lnTo>
                    <a:pt x="9707804" y="132978"/>
                  </a:lnTo>
                  <a:lnTo>
                    <a:pt x="9784746" y="115988"/>
                  </a:lnTo>
                  <a:lnTo>
                    <a:pt x="9868285" y="100514"/>
                  </a:lnTo>
                  <a:lnTo>
                    <a:pt x="9958756" y="86403"/>
                  </a:lnTo>
                  <a:lnTo>
                    <a:pt x="10056164" y="73540"/>
                  </a:lnTo>
                  <a:lnTo>
                    <a:pt x="10160046" y="61843"/>
                  </a:lnTo>
                  <a:lnTo>
                    <a:pt x="10269327" y="51268"/>
                  </a:lnTo>
                  <a:lnTo>
                    <a:pt x="10382195" y="41799"/>
                  </a:lnTo>
                  <a:lnTo>
                    <a:pt x="10496045" y="33448"/>
                  </a:lnTo>
                  <a:lnTo>
                    <a:pt x="10607532" y="26238"/>
                  </a:lnTo>
                  <a:lnTo>
                    <a:pt x="10712790" y="20189"/>
                  </a:lnTo>
                  <a:lnTo>
                    <a:pt x="10807836" y="15301"/>
                  </a:lnTo>
                  <a:lnTo>
                    <a:pt x="10889103" y="11538"/>
                  </a:lnTo>
                  <a:lnTo>
                    <a:pt x="10954028" y="8818"/>
                  </a:lnTo>
                  <a:lnTo>
                    <a:pt x="11001515" y="7009"/>
                  </a:lnTo>
                  <a:lnTo>
                    <a:pt x="11032207" y="5943"/>
                  </a:lnTo>
                  <a:lnTo>
                    <a:pt x="11048481" y="5426"/>
                  </a:lnTo>
                  <a:lnTo>
                    <a:pt x="11054279" y="525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5" y="30"/>
                  </a:lnTo>
                  <a:lnTo>
                    <a:pt x="11046411" y="248"/>
                  </a:lnTo>
                  <a:lnTo>
                    <a:pt x="11027739" y="851"/>
                  </a:lnTo>
                  <a:lnTo>
                    <a:pt x="10994089" y="2040"/>
                  </a:lnTo>
                  <a:lnTo>
                    <a:pt x="10943391" y="4004"/>
                  </a:lnTo>
                  <a:lnTo>
                    <a:pt x="10875332" y="6908"/>
                  </a:lnTo>
                  <a:lnTo>
                    <a:pt x="10791302" y="10873"/>
                  </a:lnTo>
                  <a:lnTo>
                    <a:pt x="10694092" y="15972"/>
                  </a:lnTo>
                  <a:lnTo>
                    <a:pt x="10587386" y="22236"/>
                  </a:lnTo>
                  <a:lnTo>
                    <a:pt x="10475186" y="29657"/>
                  </a:lnTo>
                  <a:lnTo>
                    <a:pt x="10361285" y="38216"/>
                  </a:lnTo>
                  <a:lnTo>
                    <a:pt x="10248905" y="47888"/>
                  </a:lnTo>
                  <a:lnTo>
                    <a:pt x="10140504" y="58668"/>
                  </a:lnTo>
                  <a:lnTo>
                    <a:pt x="10037751" y="70575"/>
                  </a:lnTo>
                  <a:lnTo>
                    <a:pt x="9941599" y="83660"/>
                  </a:lnTo>
                  <a:lnTo>
                    <a:pt x="9852414" y="98011"/>
                  </a:lnTo>
                  <a:lnTo>
                    <a:pt x="9770122" y="113752"/>
                  </a:lnTo>
                  <a:lnTo>
                    <a:pt x="9694336" y="131039"/>
                  </a:lnTo>
                  <a:lnTo>
                    <a:pt x="9624470" y="150061"/>
                  </a:lnTo>
                  <a:lnTo>
                    <a:pt x="9559821" y="171026"/>
                  </a:lnTo>
                  <a:lnTo>
                    <a:pt x="9499629" y="194154"/>
                  </a:lnTo>
                  <a:lnTo>
                    <a:pt x="9443133" y="219656"/>
                  </a:lnTo>
                  <a:lnTo>
                    <a:pt x="9389601" y="247694"/>
                  </a:lnTo>
                  <a:lnTo>
                    <a:pt x="9347647" y="272512"/>
                  </a:lnTo>
                  <a:lnTo>
                    <a:pt x="9295331" y="307063"/>
                  </a:lnTo>
                  <a:lnTo>
                    <a:pt x="9244481" y="344560"/>
                  </a:lnTo>
                  <a:lnTo>
                    <a:pt x="9194633" y="385060"/>
                  </a:lnTo>
                  <a:lnTo>
                    <a:pt x="9145428" y="428552"/>
                  </a:lnTo>
                  <a:lnTo>
                    <a:pt x="9096593" y="474950"/>
                  </a:lnTo>
                  <a:lnTo>
                    <a:pt x="9047929" y="524085"/>
                  </a:lnTo>
                  <a:lnTo>
                    <a:pt x="8999300" y="575704"/>
                  </a:lnTo>
                  <a:lnTo>
                    <a:pt x="8950625" y="629473"/>
                  </a:lnTo>
                  <a:lnTo>
                    <a:pt x="8901869" y="684980"/>
                  </a:lnTo>
                  <a:lnTo>
                    <a:pt x="8853032" y="741748"/>
                  </a:lnTo>
                  <a:lnTo>
                    <a:pt x="8804139" y="799250"/>
                  </a:lnTo>
                  <a:lnTo>
                    <a:pt x="8755232" y="856931"/>
                  </a:lnTo>
                  <a:lnTo>
                    <a:pt x="8706356" y="914227"/>
                  </a:lnTo>
                  <a:lnTo>
                    <a:pt x="8657546" y="970592"/>
                  </a:lnTo>
                  <a:lnTo>
                    <a:pt x="8608822" y="1025515"/>
                  </a:lnTo>
                  <a:lnTo>
                    <a:pt x="8560170" y="1078541"/>
                  </a:lnTo>
                  <a:lnTo>
                    <a:pt x="8511541" y="1129285"/>
                  </a:lnTo>
                  <a:lnTo>
                    <a:pt x="8462833" y="1177443"/>
                  </a:lnTo>
                  <a:lnTo>
                    <a:pt x="8413889" y="1222792"/>
                  </a:lnTo>
                  <a:lnTo>
                    <a:pt x="8364484" y="1265194"/>
                  </a:lnTo>
                  <a:lnTo>
                    <a:pt x="8314316" y="1304593"/>
                  </a:lnTo>
                  <a:lnTo>
                    <a:pt x="8262989" y="1341001"/>
                  </a:lnTo>
                  <a:lnTo>
                    <a:pt x="8229629" y="1362564"/>
                  </a:lnTo>
                  <a:lnTo>
                    <a:pt x="8178026" y="1392732"/>
                  </a:lnTo>
                  <a:lnTo>
                    <a:pt x="8124001" y="1420295"/>
                  </a:lnTo>
                  <a:lnTo>
                    <a:pt x="8066882" y="1445346"/>
                  </a:lnTo>
                  <a:lnTo>
                    <a:pt x="8005929" y="1468061"/>
                  </a:lnTo>
                  <a:lnTo>
                    <a:pt x="7940376" y="1488652"/>
                  </a:lnTo>
                  <a:lnTo>
                    <a:pt x="7869473" y="1507340"/>
                  </a:lnTo>
                  <a:lnTo>
                    <a:pt x="7792530" y="1524330"/>
                  </a:lnTo>
                  <a:lnTo>
                    <a:pt x="7708992" y="1539804"/>
                  </a:lnTo>
                  <a:lnTo>
                    <a:pt x="7618521" y="1553914"/>
                  </a:lnTo>
                  <a:lnTo>
                    <a:pt x="7521112" y="1566777"/>
                  </a:lnTo>
                  <a:lnTo>
                    <a:pt x="7417230" y="1578474"/>
                  </a:lnTo>
                  <a:lnTo>
                    <a:pt x="7307950" y="1589050"/>
                  </a:lnTo>
                  <a:lnTo>
                    <a:pt x="7195082" y="1598519"/>
                  </a:lnTo>
                  <a:lnTo>
                    <a:pt x="7081231" y="1606870"/>
                  </a:lnTo>
                  <a:lnTo>
                    <a:pt x="6969744" y="1614080"/>
                  </a:lnTo>
                  <a:lnTo>
                    <a:pt x="6864486" y="1620129"/>
                  </a:lnTo>
                  <a:lnTo>
                    <a:pt x="6769441" y="1625017"/>
                  </a:lnTo>
                  <a:lnTo>
                    <a:pt x="6688173" y="1628779"/>
                  </a:lnTo>
                  <a:lnTo>
                    <a:pt x="6623249" y="1631500"/>
                  </a:lnTo>
                  <a:lnTo>
                    <a:pt x="6575761" y="1633308"/>
                  </a:lnTo>
                  <a:lnTo>
                    <a:pt x="6545070" y="1634374"/>
                  </a:lnTo>
                  <a:lnTo>
                    <a:pt x="6528796" y="1634891"/>
                  </a:lnTo>
                  <a:lnTo>
                    <a:pt x="6522998" y="1635061"/>
                  </a:lnTo>
                  <a:lnTo>
                    <a:pt x="6522385" y="1635077"/>
                  </a:lnTo>
                  <a:lnTo>
                    <a:pt x="5527445" y="1635077"/>
                  </a:lnTo>
                  <a:lnTo>
                    <a:pt x="5526310" y="1635084"/>
                  </a:lnTo>
                  <a:lnTo>
                    <a:pt x="5518816" y="1635128"/>
                  </a:lnTo>
                  <a:lnTo>
                    <a:pt x="5499824" y="1635250"/>
                  </a:lnTo>
                  <a:lnTo>
                    <a:pt x="5465621" y="1635490"/>
                  </a:lnTo>
                  <a:lnTo>
                    <a:pt x="5414136" y="1635888"/>
                  </a:lnTo>
                  <a:lnTo>
                    <a:pt x="5345099" y="1636475"/>
                  </a:lnTo>
                  <a:lnTo>
                    <a:pt x="5259978" y="1637276"/>
                  </a:lnTo>
                  <a:lnTo>
                    <a:pt x="5161662" y="1638306"/>
                  </a:lnTo>
                  <a:lnTo>
                    <a:pt x="5053930" y="1639571"/>
                  </a:lnTo>
                  <a:lnTo>
                    <a:pt x="4940854" y="1641068"/>
                  </a:lnTo>
                  <a:lnTo>
                    <a:pt x="4826273" y="1642793"/>
                  </a:lnTo>
                  <a:lnTo>
                    <a:pt x="4713421" y="1644742"/>
                  </a:lnTo>
                  <a:lnTo>
                    <a:pt x="4604746" y="1646914"/>
                  </a:lnTo>
                  <a:lnTo>
                    <a:pt x="4501887" y="1649313"/>
                  </a:lnTo>
                  <a:lnTo>
                    <a:pt x="4405761" y="1651951"/>
                  </a:lnTo>
                  <a:lnTo>
                    <a:pt x="4316696" y="1654845"/>
                  </a:lnTo>
                  <a:lnTo>
                    <a:pt x="4234581" y="1658021"/>
                  </a:lnTo>
                  <a:lnTo>
                    <a:pt x="4158998" y="1661512"/>
                  </a:lnTo>
                  <a:lnTo>
                    <a:pt x="4089333" y="1665356"/>
                  </a:lnTo>
                  <a:lnTo>
                    <a:pt x="4024861" y="1669596"/>
                  </a:lnTo>
                  <a:lnTo>
                    <a:pt x="3964808" y="1674277"/>
                  </a:lnTo>
                  <a:lnTo>
                    <a:pt x="3908398" y="1679440"/>
                  </a:lnTo>
                  <a:lnTo>
                    <a:pt x="3854895" y="1685116"/>
                  </a:lnTo>
                  <a:lnTo>
                    <a:pt x="3820202" y="1689231"/>
                  </a:lnTo>
                  <a:lnTo>
                    <a:pt x="3759103" y="1697328"/>
                  </a:lnTo>
                  <a:lnTo>
                    <a:pt x="3699899" y="1706232"/>
                  </a:lnTo>
                  <a:lnTo>
                    <a:pt x="3641890" y="1715955"/>
                  </a:lnTo>
                  <a:lnTo>
                    <a:pt x="3584561" y="1726483"/>
                  </a:lnTo>
                  <a:lnTo>
                    <a:pt x="3527545" y="1737773"/>
                  </a:lnTo>
                  <a:lnTo>
                    <a:pt x="3470602" y="1749750"/>
                  </a:lnTo>
                  <a:lnTo>
                    <a:pt x="3413596" y="1762310"/>
                  </a:lnTo>
                  <a:lnTo>
                    <a:pt x="3356477" y="1775319"/>
                  </a:lnTo>
                  <a:lnTo>
                    <a:pt x="3299256" y="1788619"/>
                  </a:lnTo>
                  <a:lnTo>
                    <a:pt x="3241989" y="1802039"/>
                  </a:lnTo>
                  <a:lnTo>
                    <a:pt x="3184746" y="1815398"/>
                  </a:lnTo>
                  <a:lnTo>
                    <a:pt x="3127590" y="1828521"/>
                  </a:lnTo>
                  <a:lnTo>
                    <a:pt x="3070549" y="1841245"/>
                  </a:lnTo>
                  <a:lnTo>
                    <a:pt x="3013595" y="1853428"/>
                  </a:lnTo>
                  <a:lnTo>
                    <a:pt x="2956625" y="1864954"/>
                  </a:lnTo>
                  <a:lnTo>
                    <a:pt x="2899432" y="1875739"/>
                  </a:lnTo>
                  <a:lnTo>
                    <a:pt x="2841696" y="1885730"/>
                  </a:lnTo>
                  <a:lnTo>
                    <a:pt x="2782954" y="1894903"/>
                  </a:lnTo>
                  <a:lnTo>
                    <a:pt x="2722569" y="1903264"/>
                  </a:lnTo>
                  <a:lnTo>
                    <a:pt x="2702183" y="1905843"/>
                  </a:lnTo>
                  <a:lnTo>
                    <a:pt x="2650261" y="1911873"/>
                  </a:lnTo>
                  <a:lnTo>
                    <a:pt x="2595884" y="1917379"/>
                  </a:lnTo>
                  <a:lnTo>
                    <a:pt x="2538365" y="1922380"/>
                  </a:lnTo>
                  <a:lnTo>
                    <a:pt x="2476952" y="1926911"/>
                  </a:lnTo>
                  <a:lnTo>
                    <a:pt x="2410866" y="1931017"/>
                  </a:lnTo>
                  <a:lnTo>
                    <a:pt x="2339340" y="1934741"/>
                  </a:lnTo>
                  <a:lnTo>
                    <a:pt x="2261680" y="1938125"/>
                  </a:lnTo>
                  <a:lnTo>
                    <a:pt x="2177324" y="1941206"/>
                  </a:lnTo>
                  <a:lnTo>
                    <a:pt x="2085942" y="1944014"/>
                  </a:lnTo>
                  <a:lnTo>
                    <a:pt x="1987551" y="1946571"/>
                  </a:lnTo>
                  <a:lnTo>
                    <a:pt x="1882656" y="1948895"/>
                  </a:lnTo>
                  <a:lnTo>
                    <a:pt x="1772395" y="1950994"/>
                  </a:lnTo>
                  <a:lnTo>
                    <a:pt x="1658668" y="1952871"/>
                  </a:lnTo>
                  <a:lnTo>
                    <a:pt x="1544189" y="1954522"/>
                  </a:lnTo>
                  <a:lnTo>
                    <a:pt x="1432418" y="1955943"/>
                  </a:lnTo>
                  <a:lnTo>
                    <a:pt x="1327321" y="1957130"/>
                  </a:lnTo>
                  <a:lnTo>
                    <a:pt x="1232938" y="1958085"/>
                  </a:lnTo>
                  <a:lnTo>
                    <a:pt x="1152822" y="1958814"/>
                  </a:lnTo>
                  <a:lnTo>
                    <a:pt x="1089447" y="1959336"/>
                  </a:lnTo>
                  <a:lnTo>
                    <a:pt x="1043735" y="1959678"/>
                  </a:lnTo>
                  <a:lnTo>
                    <a:pt x="1014822" y="1959875"/>
                  </a:lnTo>
                  <a:lnTo>
                    <a:pt x="1000075" y="1959967"/>
                  </a:lnTo>
                  <a:lnTo>
                    <a:pt x="995291" y="1959995"/>
                  </a:lnTo>
                  <a:lnTo>
                    <a:pt x="994940" y="1959997"/>
                  </a:lnTo>
                  <a:lnTo>
                    <a:pt x="0" y="1959997"/>
                  </a:lnTo>
                  <a:close/>
                </a:path>
              </a:pathLst>
            </a:custGeom>
            <a:solidFill>
              <a:srgbClr val="EF5350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41" name="pl2040"/>
            <p:cNvSpPr/>
            <p:nvPr/>
          </p:nvSpPr>
          <p:spPr>
            <a:xfrm>
              <a:off x="1199187" y="4365283"/>
              <a:ext cx="12049831" cy="1959997"/>
            </a:xfrm>
            <a:custGeom>
              <a:avLst/>
              <a:pathLst>
                <a:path w="12049831" h="1959997">
                  <a:moveTo>
                    <a:pt x="0" y="1959997"/>
                  </a:moveTo>
                  <a:lnTo>
                    <a:pt x="994940" y="1959997"/>
                  </a:lnTo>
                  <a:lnTo>
                    <a:pt x="996075" y="1959990"/>
                  </a:lnTo>
                  <a:lnTo>
                    <a:pt x="1003569" y="1959946"/>
                  </a:lnTo>
                  <a:lnTo>
                    <a:pt x="1022561" y="1959824"/>
                  </a:lnTo>
                  <a:lnTo>
                    <a:pt x="1056764" y="1959584"/>
                  </a:lnTo>
                  <a:lnTo>
                    <a:pt x="1108249" y="1959186"/>
                  </a:lnTo>
                  <a:lnTo>
                    <a:pt x="1177286" y="1958599"/>
                  </a:lnTo>
                  <a:lnTo>
                    <a:pt x="1262406" y="1957798"/>
                  </a:lnTo>
                  <a:lnTo>
                    <a:pt x="1360723" y="1956768"/>
                  </a:lnTo>
                  <a:lnTo>
                    <a:pt x="1468455" y="1955503"/>
                  </a:lnTo>
                  <a:lnTo>
                    <a:pt x="1581531" y="1954006"/>
                  </a:lnTo>
                  <a:lnTo>
                    <a:pt x="1696112" y="1952281"/>
                  </a:lnTo>
                  <a:lnTo>
                    <a:pt x="1808964" y="1950332"/>
                  </a:lnTo>
                  <a:lnTo>
                    <a:pt x="1917639" y="1948160"/>
                  </a:lnTo>
                  <a:lnTo>
                    <a:pt x="2020498" y="1945761"/>
                  </a:lnTo>
                  <a:lnTo>
                    <a:pt x="2116624" y="1943123"/>
                  </a:lnTo>
                  <a:lnTo>
                    <a:pt x="2205689" y="1940229"/>
                  </a:lnTo>
                  <a:lnTo>
                    <a:pt x="2287804" y="1937053"/>
                  </a:lnTo>
                  <a:lnTo>
                    <a:pt x="2363387" y="1933562"/>
                  </a:lnTo>
                  <a:lnTo>
                    <a:pt x="2433052" y="1929718"/>
                  </a:lnTo>
                  <a:lnTo>
                    <a:pt x="2497524" y="1925478"/>
                  </a:lnTo>
                  <a:lnTo>
                    <a:pt x="2557577" y="1920797"/>
                  </a:lnTo>
                  <a:lnTo>
                    <a:pt x="2613987" y="1915634"/>
                  </a:lnTo>
                  <a:lnTo>
                    <a:pt x="2667490" y="1909958"/>
                  </a:lnTo>
                  <a:lnTo>
                    <a:pt x="2702183" y="1905843"/>
                  </a:lnTo>
                  <a:lnTo>
                    <a:pt x="2763282" y="1897746"/>
                  </a:lnTo>
                  <a:lnTo>
                    <a:pt x="2822486" y="1888842"/>
                  </a:lnTo>
                  <a:lnTo>
                    <a:pt x="2880495" y="1879119"/>
                  </a:lnTo>
                  <a:lnTo>
                    <a:pt x="2937824" y="1868591"/>
                  </a:lnTo>
                  <a:lnTo>
                    <a:pt x="2994840" y="1857301"/>
                  </a:lnTo>
                  <a:lnTo>
                    <a:pt x="3051783" y="1845324"/>
                  </a:lnTo>
                  <a:lnTo>
                    <a:pt x="3108789" y="1832764"/>
                  </a:lnTo>
                  <a:lnTo>
                    <a:pt x="3165908" y="1819755"/>
                  </a:lnTo>
                  <a:lnTo>
                    <a:pt x="3223129" y="1806455"/>
                  </a:lnTo>
                  <a:lnTo>
                    <a:pt x="3280396" y="1793035"/>
                  </a:lnTo>
                  <a:lnTo>
                    <a:pt x="3337639" y="1779676"/>
                  </a:lnTo>
                  <a:lnTo>
                    <a:pt x="3394795" y="1766553"/>
                  </a:lnTo>
                  <a:lnTo>
                    <a:pt x="3451836" y="1753829"/>
                  </a:lnTo>
                  <a:lnTo>
                    <a:pt x="3508790" y="1741646"/>
                  </a:lnTo>
                  <a:lnTo>
                    <a:pt x="3565760" y="1730120"/>
                  </a:lnTo>
                  <a:lnTo>
                    <a:pt x="3622953" y="1719335"/>
                  </a:lnTo>
                  <a:lnTo>
                    <a:pt x="3680689" y="1709344"/>
                  </a:lnTo>
                  <a:lnTo>
                    <a:pt x="3739431" y="1700171"/>
                  </a:lnTo>
                  <a:lnTo>
                    <a:pt x="3799816" y="1691810"/>
                  </a:lnTo>
                  <a:lnTo>
                    <a:pt x="3820202" y="1689231"/>
                  </a:lnTo>
                  <a:lnTo>
                    <a:pt x="3872124" y="1683201"/>
                  </a:lnTo>
                  <a:lnTo>
                    <a:pt x="3926501" y="1677695"/>
                  </a:lnTo>
                  <a:lnTo>
                    <a:pt x="3984020" y="1672694"/>
                  </a:lnTo>
                  <a:lnTo>
                    <a:pt x="4045433" y="1668163"/>
                  </a:lnTo>
                  <a:lnTo>
                    <a:pt x="4111519" y="1664057"/>
                  </a:lnTo>
                  <a:lnTo>
                    <a:pt x="4183045" y="1660333"/>
                  </a:lnTo>
                  <a:lnTo>
                    <a:pt x="4260705" y="1656949"/>
                  </a:lnTo>
                  <a:lnTo>
                    <a:pt x="4345061" y="1653868"/>
                  </a:lnTo>
                  <a:lnTo>
                    <a:pt x="4436443" y="1651060"/>
                  </a:lnTo>
                  <a:lnTo>
                    <a:pt x="4534834" y="1648503"/>
                  </a:lnTo>
                  <a:lnTo>
                    <a:pt x="4639729" y="1646179"/>
                  </a:lnTo>
                  <a:lnTo>
                    <a:pt x="4749990" y="1644080"/>
                  </a:lnTo>
                  <a:lnTo>
                    <a:pt x="4863717" y="1642203"/>
                  </a:lnTo>
                  <a:lnTo>
                    <a:pt x="4978196" y="1640552"/>
                  </a:lnTo>
                  <a:lnTo>
                    <a:pt x="5089967" y="1639131"/>
                  </a:lnTo>
                  <a:lnTo>
                    <a:pt x="5195064" y="1637944"/>
                  </a:lnTo>
                  <a:lnTo>
                    <a:pt x="5289447" y="1636989"/>
                  </a:lnTo>
                  <a:lnTo>
                    <a:pt x="5369563" y="1636260"/>
                  </a:lnTo>
                  <a:lnTo>
                    <a:pt x="5432938" y="1635738"/>
                  </a:lnTo>
                  <a:lnTo>
                    <a:pt x="5478650" y="1635396"/>
                  </a:lnTo>
                  <a:lnTo>
                    <a:pt x="5507563" y="1635199"/>
                  </a:lnTo>
                  <a:lnTo>
                    <a:pt x="5522310" y="1635107"/>
                  </a:lnTo>
                  <a:lnTo>
                    <a:pt x="5527093" y="1635079"/>
                  </a:lnTo>
                  <a:lnTo>
                    <a:pt x="5527445" y="1635077"/>
                  </a:lnTo>
                  <a:lnTo>
                    <a:pt x="6522385" y="1635077"/>
                  </a:lnTo>
                  <a:lnTo>
                    <a:pt x="6523501" y="1635047"/>
                  </a:lnTo>
                  <a:lnTo>
                    <a:pt x="6530866" y="1634828"/>
                  </a:lnTo>
                  <a:lnTo>
                    <a:pt x="6549537" y="1634225"/>
                  </a:lnTo>
                  <a:lnTo>
                    <a:pt x="6583188" y="1633037"/>
                  </a:lnTo>
                  <a:lnTo>
                    <a:pt x="6633886" y="1631073"/>
                  </a:lnTo>
                  <a:lnTo>
                    <a:pt x="6701945" y="1628169"/>
                  </a:lnTo>
                  <a:lnTo>
                    <a:pt x="6785975" y="1624204"/>
                  </a:lnTo>
                  <a:lnTo>
                    <a:pt x="6883185" y="1619104"/>
                  </a:lnTo>
                  <a:lnTo>
                    <a:pt x="6989890" y="1612841"/>
                  </a:lnTo>
                  <a:lnTo>
                    <a:pt x="7102091" y="1605419"/>
                  </a:lnTo>
                  <a:lnTo>
                    <a:pt x="7215991" y="1596861"/>
                  </a:lnTo>
                  <a:lnTo>
                    <a:pt x="7328372" y="1587189"/>
                  </a:lnTo>
                  <a:lnTo>
                    <a:pt x="7436772" y="1576409"/>
                  </a:lnTo>
                  <a:lnTo>
                    <a:pt x="7539525" y="1564502"/>
                  </a:lnTo>
                  <a:lnTo>
                    <a:pt x="7635678" y="1551417"/>
                  </a:lnTo>
                  <a:lnTo>
                    <a:pt x="7724862" y="1537066"/>
                  </a:lnTo>
                  <a:lnTo>
                    <a:pt x="7807155" y="1521325"/>
                  </a:lnTo>
                  <a:lnTo>
                    <a:pt x="7882941" y="1504038"/>
                  </a:lnTo>
                  <a:lnTo>
                    <a:pt x="7952806" y="1485016"/>
                  </a:lnTo>
                  <a:lnTo>
                    <a:pt x="8017456" y="1464051"/>
                  </a:lnTo>
                  <a:lnTo>
                    <a:pt x="8077647" y="1440922"/>
                  </a:lnTo>
                  <a:lnTo>
                    <a:pt x="8134144" y="1415421"/>
                  </a:lnTo>
                  <a:lnTo>
                    <a:pt x="8187675" y="1387383"/>
                  </a:lnTo>
                  <a:lnTo>
                    <a:pt x="8229629" y="1362564"/>
                  </a:lnTo>
                  <a:lnTo>
                    <a:pt x="8281945" y="1328014"/>
                  </a:lnTo>
                  <a:lnTo>
                    <a:pt x="8332795" y="1290517"/>
                  </a:lnTo>
                  <a:lnTo>
                    <a:pt x="8382643" y="1250017"/>
                  </a:lnTo>
                  <a:lnTo>
                    <a:pt x="8431848" y="1206524"/>
                  </a:lnTo>
                  <a:lnTo>
                    <a:pt x="8480684" y="1160127"/>
                  </a:lnTo>
                  <a:lnTo>
                    <a:pt x="8529348" y="1110992"/>
                  </a:lnTo>
                  <a:lnTo>
                    <a:pt x="8577977" y="1059372"/>
                  </a:lnTo>
                  <a:lnTo>
                    <a:pt x="8626651" y="1005603"/>
                  </a:lnTo>
                  <a:lnTo>
                    <a:pt x="8675407" y="950096"/>
                  </a:lnTo>
                  <a:lnTo>
                    <a:pt x="8724245" y="893329"/>
                  </a:lnTo>
                  <a:lnTo>
                    <a:pt x="8773137" y="835827"/>
                  </a:lnTo>
                  <a:lnTo>
                    <a:pt x="8822044" y="778146"/>
                  </a:lnTo>
                  <a:lnTo>
                    <a:pt x="8870921" y="720850"/>
                  </a:lnTo>
                  <a:lnTo>
                    <a:pt x="8919730" y="664485"/>
                  </a:lnTo>
                  <a:lnTo>
                    <a:pt x="8968455" y="609562"/>
                  </a:lnTo>
                  <a:lnTo>
                    <a:pt x="9017106" y="556536"/>
                  </a:lnTo>
                  <a:lnTo>
                    <a:pt x="9065736" y="505792"/>
                  </a:lnTo>
                  <a:lnTo>
                    <a:pt x="9114444" y="457634"/>
                  </a:lnTo>
                  <a:lnTo>
                    <a:pt x="9163388" y="412285"/>
                  </a:lnTo>
                  <a:lnTo>
                    <a:pt x="9212792" y="369882"/>
                  </a:lnTo>
                  <a:lnTo>
                    <a:pt x="9262961" y="330484"/>
                  </a:lnTo>
                  <a:lnTo>
                    <a:pt x="9314287" y="294076"/>
                  </a:lnTo>
                  <a:lnTo>
                    <a:pt x="9347647" y="272512"/>
                  </a:lnTo>
                  <a:lnTo>
                    <a:pt x="9399250" y="242345"/>
                  </a:lnTo>
                  <a:lnTo>
                    <a:pt x="9453275" y="214781"/>
                  </a:lnTo>
                  <a:lnTo>
                    <a:pt x="9510395" y="189731"/>
                  </a:lnTo>
                  <a:lnTo>
                    <a:pt x="9571348" y="167016"/>
                  </a:lnTo>
                  <a:lnTo>
                    <a:pt x="9636900" y="146425"/>
                  </a:lnTo>
                  <a:lnTo>
                    <a:pt x="9707804" y="127737"/>
                  </a:lnTo>
                  <a:lnTo>
                    <a:pt x="9784746" y="110747"/>
                  </a:lnTo>
                  <a:lnTo>
                    <a:pt x="9868285" y="95273"/>
                  </a:lnTo>
                  <a:lnTo>
                    <a:pt x="9958756" y="81163"/>
                  </a:lnTo>
                  <a:lnTo>
                    <a:pt x="10056164" y="68299"/>
                  </a:lnTo>
                  <a:lnTo>
                    <a:pt x="10160046" y="56603"/>
                  </a:lnTo>
                  <a:lnTo>
                    <a:pt x="10269327" y="46027"/>
                  </a:lnTo>
                  <a:lnTo>
                    <a:pt x="10382195" y="36558"/>
                  </a:lnTo>
                  <a:lnTo>
                    <a:pt x="10496045" y="28207"/>
                  </a:lnTo>
                  <a:lnTo>
                    <a:pt x="10607532" y="20997"/>
                  </a:lnTo>
                  <a:lnTo>
                    <a:pt x="10712790" y="14948"/>
                  </a:lnTo>
                  <a:lnTo>
                    <a:pt x="10807836" y="10060"/>
                  </a:lnTo>
                  <a:lnTo>
                    <a:pt x="10889103" y="6297"/>
                  </a:lnTo>
                  <a:lnTo>
                    <a:pt x="10954028" y="3577"/>
                  </a:lnTo>
                  <a:lnTo>
                    <a:pt x="11001515" y="1768"/>
                  </a:lnTo>
                  <a:lnTo>
                    <a:pt x="11032207" y="703"/>
                  </a:lnTo>
                  <a:lnTo>
                    <a:pt x="11048481" y="185"/>
                  </a:lnTo>
                  <a:lnTo>
                    <a:pt x="11054279" y="16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2" name="pl2041"/>
            <p:cNvSpPr/>
            <p:nvPr/>
          </p:nvSpPr>
          <p:spPr>
            <a:xfrm>
              <a:off x="1199187" y="4360043"/>
              <a:ext cx="12049831" cy="1959997"/>
            </a:xfrm>
            <a:custGeom>
              <a:avLst/>
              <a:pathLst>
                <a:path w="12049831" h="1959997">
                  <a:moveTo>
                    <a:pt x="12049831" y="0"/>
                  </a:moveTo>
                  <a:lnTo>
                    <a:pt x="11054891" y="0"/>
                  </a:lnTo>
                  <a:lnTo>
                    <a:pt x="11053775" y="30"/>
                  </a:lnTo>
                  <a:lnTo>
                    <a:pt x="11046411" y="248"/>
                  </a:lnTo>
                  <a:lnTo>
                    <a:pt x="11027739" y="851"/>
                  </a:lnTo>
                  <a:lnTo>
                    <a:pt x="10994089" y="2040"/>
                  </a:lnTo>
                  <a:lnTo>
                    <a:pt x="10943391" y="4004"/>
                  </a:lnTo>
                  <a:lnTo>
                    <a:pt x="10875332" y="6908"/>
                  </a:lnTo>
                  <a:lnTo>
                    <a:pt x="10791302" y="10873"/>
                  </a:lnTo>
                  <a:lnTo>
                    <a:pt x="10694092" y="15972"/>
                  </a:lnTo>
                  <a:lnTo>
                    <a:pt x="10587386" y="22236"/>
                  </a:lnTo>
                  <a:lnTo>
                    <a:pt x="10475186" y="29657"/>
                  </a:lnTo>
                  <a:lnTo>
                    <a:pt x="10361285" y="38216"/>
                  </a:lnTo>
                  <a:lnTo>
                    <a:pt x="10248905" y="47888"/>
                  </a:lnTo>
                  <a:lnTo>
                    <a:pt x="10140504" y="58668"/>
                  </a:lnTo>
                  <a:lnTo>
                    <a:pt x="10037751" y="70575"/>
                  </a:lnTo>
                  <a:lnTo>
                    <a:pt x="9941599" y="83660"/>
                  </a:lnTo>
                  <a:lnTo>
                    <a:pt x="9852414" y="98011"/>
                  </a:lnTo>
                  <a:lnTo>
                    <a:pt x="9770122" y="113752"/>
                  </a:lnTo>
                  <a:lnTo>
                    <a:pt x="9694336" y="131039"/>
                  </a:lnTo>
                  <a:lnTo>
                    <a:pt x="9624470" y="150061"/>
                  </a:lnTo>
                  <a:lnTo>
                    <a:pt x="9559821" y="171026"/>
                  </a:lnTo>
                  <a:lnTo>
                    <a:pt x="9499629" y="194154"/>
                  </a:lnTo>
                  <a:lnTo>
                    <a:pt x="9443133" y="219656"/>
                  </a:lnTo>
                  <a:lnTo>
                    <a:pt x="9389601" y="247694"/>
                  </a:lnTo>
                  <a:lnTo>
                    <a:pt x="9347647" y="272512"/>
                  </a:lnTo>
                  <a:lnTo>
                    <a:pt x="9295331" y="307063"/>
                  </a:lnTo>
                  <a:lnTo>
                    <a:pt x="9244481" y="344560"/>
                  </a:lnTo>
                  <a:lnTo>
                    <a:pt x="9194633" y="385060"/>
                  </a:lnTo>
                  <a:lnTo>
                    <a:pt x="9145428" y="428552"/>
                  </a:lnTo>
                  <a:lnTo>
                    <a:pt x="9096593" y="474950"/>
                  </a:lnTo>
                  <a:lnTo>
                    <a:pt x="9047929" y="524085"/>
                  </a:lnTo>
                  <a:lnTo>
                    <a:pt x="8999300" y="575704"/>
                  </a:lnTo>
                  <a:lnTo>
                    <a:pt x="8950625" y="629473"/>
                  </a:lnTo>
                  <a:lnTo>
                    <a:pt x="8901869" y="684980"/>
                  </a:lnTo>
                  <a:lnTo>
                    <a:pt x="8853032" y="741748"/>
                  </a:lnTo>
                  <a:lnTo>
                    <a:pt x="8804139" y="799250"/>
                  </a:lnTo>
                  <a:lnTo>
                    <a:pt x="8755232" y="856931"/>
                  </a:lnTo>
                  <a:lnTo>
                    <a:pt x="8706356" y="914227"/>
                  </a:lnTo>
                  <a:lnTo>
                    <a:pt x="8657546" y="970592"/>
                  </a:lnTo>
                  <a:lnTo>
                    <a:pt x="8608822" y="1025515"/>
                  </a:lnTo>
                  <a:lnTo>
                    <a:pt x="8560170" y="1078541"/>
                  </a:lnTo>
                  <a:lnTo>
                    <a:pt x="8511541" y="1129285"/>
                  </a:lnTo>
                  <a:lnTo>
                    <a:pt x="8462833" y="1177443"/>
                  </a:lnTo>
                  <a:lnTo>
                    <a:pt x="8413889" y="1222792"/>
                  </a:lnTo>
                  <a:lnTo>
                    <a:pt x="8364484" y="1265194"/>
                  </a:lnTo>
                  <a:lnTo>
                    <a:pt x="8314316" y="1304593"/>
                  </a:lnTo>
                  <a:lnTo>
                    <a:pt x="8262989" y="1341001"/>
                  </a:lnTo>
                  <a:lnTo>
                    <a:pt x="8229629" y="1362564"/>
                  </a:lnTo>
                  <a:lnTo>
                    <a:pt x="8178026" y="1392732"/>
                  </a:lnTo>
                  <a:lnTo>
                    <a:pt x="8124001" y="1420295"/>
                  </a:lnTo>
                  <a:lnTo>
                    <a:pt x="8066882" y="1445346"/>
                  </a:lnTo>
                  <a:lnTo>
                    <a:pt x="8005929" y="1468061"/>
                  </a:lnTo>
                  <a:lnTo>
                    <a:pt x="7940376" y="1488652"/>
                  </a:lnTo>
                  <a:lnTo>
                    <a:pt x="7869473" y="1507340"/>
                  </a:lnTo>
                  <a:lnTo>
                    <a:pt x="7792530" y="1524330"/>
                  </a:lnTo>
                  <a:lnTo>
                    <a:pt x="7708992" y="1539804"/>
                  </a:lnTo>
                  <a:lnTo>
                    <a:pt x="7618521" y="1553914"/>
                  </a:lnTo>
                  <a:lnTo>
                    <a:pt x="7521112" y="1566777"/>
                  </a:lnTo>
                  <a:lnTo>
                    <a:pt x="7417230" y="1578474"/>
                  </a:lnTo>
                  <a:lnTo>
                    <a:pt x="7307950" y="1589050"/>
                  </a:lnTo>
                  <a:lnTo>
                    <a:pt x="7195082" y="1598519"/>
                  </a:lnTo>
                  <a:lnTo>
                    <a:pt x="7081231" y="1606870"/>
                  </a:lnTo>
                  <a:lnTo>
                    <a:pt x="6969744" y="1614080"/>
                  </a:lnTo>
                  <a:lnTo>
                    <a:pt x="6864486" y="1620129"/>
                  </a:lnTo>
                  <a:lnTo>
                    <a:pt x="6769441" y="1625017"/>
                  </a:lnTo>
                  <a:lnTo>
                    <a:pt x="6688173" y="1628779"/>
                  </a:lnTo>
                  <a:lnTo>
                    <a:pt x="6623249" y="1631500"/>
                  </a:lnTo>
                  <a:lnTo>
                    <a:pt x="6575761" y="1633308"/>
                  </a:lnTo>
                  <a:lnTo>
                    <a:pt x="6545070" y="1634374"/>
                  </a:lnTo>
                  <a:lnTo>
                    <a:pt x="6528796" y="1634891"/>
                  </a:lnTo>
                  <a:lnTo>
                    <a:pt x="6522998" y="1635061"/>
                  </a:lnTo>
                  <a:lnTo>
                    <a:pt x="6522385" y="1635077"/>
                  </a:lnTo>
                  <a:lnTo>
                    <a:pt x="5527445" y="1635077"/>
                  </a:lnTo>
                  <a:lnTo>
                    <a:pt x="5526310" y="1635084"/>
                  </a:lnTo>
                  <a:lnTo>
                    <a:pt x="5518816" y="1635128"/>
                  </a:lnTo>
                  <a:lnTo>
                    <a:pt x="5499824" y="1635250"/>
                  </a:lnTo>
                  <a:lnTo>
                    <a:pt x="5465621" y="1635490"/>
                  </a:lnTo>
                  <a:lnTo>
                    <a:pt x="5414136" y="1635888"/>
                  </a:lnTo>
                  <a:lnTo>
                    <a:pt x="5345099" y="1636475"/>
                  </a:lnTo>
                  <a:lnTo>
                    <a:pt x="5259978" y="1637276"/>
                  </a:lnTo>
                  <a:lnTo>
                    <a:pt x="5161662" y="1638306"/>
                  </a:lnTo>
                  <a:lnTo>
                    <a:pt x="5053930" y="1639571"/>
                  </a:lnTo>
                  <a:lnTo>
                    <a:pt x="4940854" y="1641068"/>
                  </a:lnTo>
                  <a:lnTo>
                    <a:pt x="4826273" y="1642793"/>
                  </a:lnTo>
                  <a:lnTo>
                    <a:pt x="4713421" y="1644742"/>
                  </a:lnTo>
                  <a:lnTo>
                    <a:pt x="4604746" y="1646914"/>
                  </a:lnTo>
                  <a:lnTo>
                    <a:pt x="4501887" y="1649313"/>
                  </a:lnTo>
                  <a:lnTo>
                    <a:pt x="4405761" y="1651951"/>
                  </a:lnTo>
                  <a:lnTo>
                    <a:pt x="4316696" y="1654845"/>
                  </a:lnTo>
                  <a:lnTo>
                    <a:pt x="4234581" y="1658021"/>
                  </a:lnTo>
                  <a:lnTo>
                    <a:pt x="4158998" y="1661512"/>
                  </a:lnTo>
                  <a:lnTo>
                    <a:pt x="4089333" y="1665356"/>
                  </a:lnTo>
                  <a:lnTo>
                    <a:pt x="4024861" y="1669596"/>
                  </a:lnTo>
                  <a:lnTo>
                    <a:pt x="3964808" y="1674277"/>
                  </a:lnTo>
                  <a:lnTo>
                    <a:pt x="3908398" y="1679440"/>
                  </a:lnTo>
                  <a:lnTo>
                    <a:pt x="3854895" y="1685116"/>
                  </a:lnTo>
                  <a:lnTo>
                    <a:pt x="3820202" y="1689231"/>
                  </a:lnTo>
                  <a:lnTo>
                    <a:pt x="3759103" y="1697328"/>
                  </a:lnTo>
                  <a:lnTo>
                    <a:pt x="3699899" y="1706232"/>
                  </a:lnTo>
                  <a:lnTo>
                    <a:pt x="3641890" y="1715955"/>
                  </a:lnTo>
                  <a:lnTo>
                    <a:pt x="3584561" y="1726483"/>
                  </a:lnTo>
                  <a:lnTo>
                    <a:pt x="3527545" y="1737773"/>
                  </a:lnTo>
                  <a:lnTo>
                    <a:pt x="3470602" y="1749750"/>
                  </a:lnTo>
                  <a:lnTo>
                    <a:pt x="3413596" y="1762310"/>
                  </a:lnTo>
                  <a:lnTo>
                    <a:pt x="3356477" y="1775319"/>
                  </a:lnTo>
                  <a:lnTo>
                    <a:pt x="3299256" y="1788619"/>
                  </a:lnTo>
                  <a:lnTo>
                    <a:pt x="3241989" y="1802039"/>
                  </a:lnTo>
                  <a:lnTo>
                    <a:pt x="3184746" y="1815398"/>
                  </a:lnTo>
                  <a:lnTo>
                    <a:pt x="3127590" y="1828521"/>
                  </a:lnTo>
                  <a:lnTo>
                    <a:pt x="3070549" y="1841245"/>
                  </a:lnTo>
                  <a:lnTo>
                    <a:pt x="3013595" y="1853428"/>
                  </a:lnTo>
                  <a:lnTo>
                    <a:pt x="2956625" y="1864954"/>
                  </a:lnTo>
                  <a:lnTo>
                    <a:pt x="2899432" y="1875739"/>
                  </a:lnTo>
                  <a:lnTo>
                    <a:pt x="2841696" y="1885730"/>
                  </a:lnTo>
                  <a:lnTo>
                    <a:pt x="2782954" y="1894903"/>
                  </a:lnTo>
                  <a:lnTo>
                    <a:pt x="2722569" y="1903264"/>
                  </a:lnTo>
                  <a:lnTo>
                    <a:pt x="2702183" y="1905843"/>
                  </a:lnTo>
                  <a:lnTo>
                    <a:pt x="2650261" y="1911873"/>
                  </a:lnTo>
                  <a:lnTo>
                    <a:pt x="2595884" y="1917379"/>
                  </a:lnTo>
                  <a:lnTo>
                    <a:pt x="2538365" y="1922380"/>
                  </a:lnTo>
                  <a:lnTo>
                    <a:pt x="2476952" y="1926911"/>
                  </a:lnTo>
                  <a:lnTo>
                    <a:pt x="2410866" y="1931017"/>
                  </a:lnTo>
                  <a:lnTo>
                    <a:pt x="2339340" y="1934741"/>
                  </a:lnTo>
                  <a:lnTo>
                    <a:pt x="2261680" y="1938125"/>
                  </a:lnTo>
                  <a:lnTo>
                    <a:pt x="2177324" y="1941206"/>
                  </a:lnTo>
                  <a:lnTo>
                    <a:pt x="2085942" y="1944014"/>
                  </a:lnTo>
                  <a:lnTo>
                    <a:pt x="1987551" y="1946571"/>
                  </a:lnTo>
                  <a:lnTo>
                    <a:pt x="1882656" y="1948895"/>
                  </a:lnTo>
                  <a:lnTo>
                    <a:pt x="1772395" y="1950994"/>
                  </a:lnTo>
                  <a:lnTo>
                    <a:pt x="1658668" y="1952871"/>
                  </a:lnTo>
                  <a:lnTo>
                    <a:pt x="1544189" y="1954522"/>
                  </a:lnTo>
                  <a:lnTo>
                    <a:pt x="1432418" y="1955943"/>
                  </a:lnTo>
                  <a:lnTo>
                    <a:pt x="1327321" y="1957130"/>
                  </a:lnTo>
                  <a:lnTo>
                    <a:pt x="1232938" y="1958085"/>
                  </a:lnTo>
                  <a:lnTo>
                    <a:pt x="1152822" y="1958814"/>
                  </a:lnTo>
                  <a:lnTo>
                    <a:pt x="1089447" y="1959336"/>
                  </a:lnTo>
                  <a:lnTo>
                    <a:pt x="1043735" y="1959678"/>
                  </a:lnTo>
                  <a:lnTo>
                    <a:pt x="1014822" y="1959875"/>
                  </a:lnTo>
                  <a:lnTo>
                    <a:pt x="1000075" y="1959967"/>
                  </a:lnTo>
                  <a:lnTo>
                    <a:pt x="995291" y="1959995"/>
                  </a:lnTo>
                  <a:lnTo>
                    <a:pt x="994940" y="1959997"/>
                  </a:lnTo>
                  <a:lnTo>
                    <a:pt x="0" y="1959997"/>
                  </a:lnTo>
                  <a:lnTo>
                    <a:pt x="0" y="19599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3" name="pg2042"/>
            <p:cNvSpPr/>
            <p:nvPr/>
          </p:nvSpPr>
          <p:spPr>
            <a:xfrm>
              <a:off x="1199187" y="5214266"/>
              <a:ext cx="12049831" cy="1116255"/>
            </a:xfrm>
            <a:custGeom>
              <a:avLst/>
              <a:pathLst>
                <a:path w="12049831" h="1116255">
                  <a:moveTo>
                    <a:pt x="0" y="1100533"/>
                  </a:moveTo>
                  <a:lnTo>
                    <a:pt x="994940" y="1100533"/>
                  </a:lnTo>
                  <a:lnTo>
                    <a:pt x="996067" y="1100512"/>
                  </a:lnTo>
                  <a:lnTo>
                    <a:pt x="1003505" y="1100364"/>
                  </a:lnTo>
                  <a:lnTo>
                    <a:pt x="1022359" y="1099956"/>
                  </a:lnTo>
                  <a:lnTo>
                    <a:pt x="1056324" y="1099152"/>
                  </a:lnTo>
                  <a:lnTo>
                    <a:pt x="1107469" y="1097822"/>
                  </a:lnTo>
                  <a:lnTo>
                    <a:pt x="1176086" y="1095857"/>
                  </a:lnTo>
                  <a:lnTo>
                    <a:pt x="1260737" y="1093176"/>
                  </a:lnTo>
                  <a:lnTo>
                    <a:pt x="1358578" y="1089727"/>
                  </a:lnTo>
                  <a:lnTo>
                    <a:pt x="1465870" y="1085494"/>
                  </a:lnTo>
                  <a:lnTo>
                    <a:pt x="1578571" y="1080480"/>
                  </a:lnTo>
                  <a:lnTo>
                    <a:pt x="1692861" y="1074700"/>
                  </a:lnTo>
                  <a:lnTo>
                    <a:pt x="1805512" y="1068169"/>
                  </a:lnTo>
                  <a:lnTo>
                    <a:pt x="1914071" y="1060891"/>
                  </a:lnTo>
                  <a:lnTo>
                    <a:pt x="2016886" y="1052851"/>
                  </a:lnTo>
                  <a:lnTo>
                    <a:pt x="2113024" y="1044014"/>
                  </a:lnTo>
                  <a:lnTo>
                    <a:pt x="2202142" y="1034320"/>
                  </a:lnTo>
                  <a:lnTo>
                    <a:pt x="2284334" y="1023683"/>
                  </a:lnTo>
                  <a:lnTo>
                    <a:pt x="2360004" y="1011996"/>
                  </a:lnTo>
                  <a:lnTo>
                    <a:pt x="2429755" y="999131"/>
                  </a:lnTo>
                  <a:lnTo>
                    <a:pt x="2494303" y="984945"/>
                  </a:lnTo>
                  <a:lnTo>
                    <a:pt x="2554414" y="969290"/>
                  </a:lnTo>
                  <a:lnTo>
                    <a:pt x="2610861" y="952025"/>
                  </a:lnTo>
                  <a:lnTo>
                    <a:pt x="2664375" y="933042"/>
                  </a:lnTo>
                  <a:lnTo>
                    <a:pt x="2702183" y="917984"/>
                  </a:lnTo>
                  <a:lnTo>
                    <a:pt x="2758684" y="892871"/>
                  </a:lnTo>
                  <a:lnTo>
                    <a:pt x="2813518" y="865444"/>
                  </a:lnTo>
                  <a:lnTo>
                    <a:pt x="2867255" y="835664"/>
                  </a:lnTo>
                  <a:lnTo>
                    <a:pt x="2920325" y="803552"/>
                  </a:lnTo>
                  <a:lnTo>
                    <a:pt x="2973046" y="769201"/>
                  </a:lnTo>
                  <a:lnTo>
                    <a:pt x="3025638" y="732779"/>
                  </a:lnTo>
                  <a:lnTo>
                    <a:pt x="3078242" y="694531"/>
                  </a:lnTo>
                  <a:lnTo>
                    <a:pt x="3130929" y="654778"/>
                  </a:lnTo>
                  <a:lnTo>
                    <a:pt x="3183714" y="613902"/>
                  </a:lnTo>
                  <a:lnTo>
                    <a:pt x="3236574" y="572339"/>
                  </a:lnTo>
                  <a:lnTo>
                    <a:pt x="3289461" y="530553"/>
                  </a:lnTo>
                  <a:lnTo>
                    <a:pt x="3342317" y="489022"/>
                  </a:lnTo>
                  <a:lnTo>
                    <a:pt x="3395096" y="448210"/>
                  </a:lnTo>
                  <a:lnTo>
                    <a:pt x="3447776" y="408549"/>
                  </a:lnTo>
                  <a:lnTo>
                    <a:pt x="3500376" y="370418"/>
                  </a:lnTo>
                  <a:lnTo>
                    <a:pt x="3552972" y="334132"/>
                  </a:lnTo>
                  <a:lnTo>
                    <a:pt x="3605709" y="299931"/>
                  </a:lnTo>
                  <a:lnTo>
                    <a:pt x="3658814" y="267978"/>
                  </a:lnTo>
                  <a:lnTo>
                    <a:pt x="3712611" y="238360"/>
                  </a:lnTo>
                  <a:lnTo>
                    <a:pt x="3767540" y="211095"/>
                  </a:lnTo>
                  <a:lnTo>
                    <a:pt x="3820202" y="187789"/>
                  </a:lnTo>
                  <a:lnTo>
                    <a:pt x="3871987" y="167514"/>
                  </a:lnTo>
                  <a:lnTo>
                    <a:pt x="3926213" y="148995"/>
                  </a:lnTo>
                  <a:lnTo>
                    <a:pt x="3983560" y="132170"/>
                  </a:lnTo>
                  <a:lnTo>
                    <a:pt x="4044774" y="116920"/>
                  </a:lnTo>
                  <a:lnTo>
                    <a:pt x="4110631" y="103100"/>
                  </a:lnTo>
                  <a:lnTo>
                    <a:pt x="4181889" y="90561"/>
                  </a:lnTo>
                  <a:lnTo>
                    <a:pt x="4259241" y="79165"/>
                  </a:lnTo>
                  <a:lnTo>
                    <a:pt x="4343245" y="68788"/>
                  </a:lnTo>
                  <a:lnTo>
                    <a:pt x="4434234" y="59329"/>
                  </a:lnTo>
                  <a:lnTo>
                    <a:pt x="4532203" y="50709"/>
                  </a:lnTo>
                  <a:lnTo>
                    <a:pt x="4636663" y="42874"/>
                  </a:lnTo>
                  <a:lnTo>
                    <a:pt x="4746503" y="35795"/>
                  </a:lnTo>
                  <a:lnTo>
                    <a:pt x="4859862" y="29462"/>
                  </a:lnTo>
                  <a:lnTo>
                    <a:pt x="4974074" y="23884"/>
                  </a:lnTo>
                  <a:lnTo>
                    <a:pt x="5085727" y="19077"/>
                  </a:lnTo>
                  <a:lnTo>
                    <a:pt x="5190899" y="15053"/>
                  </a:lnTo>
                  <a:lnTo>
                    <a:pt x="5285573" y="11811"/>
                  </a:lnTo>
                  <a:lnTo>
                    <a:pt x="5366190" y="9326"/>
                  </a:lnTo>
                  <a:lnTo>
                    <a:pt x="5430235" y="7539"/>
                  </a:lnTo>
                  <a:lnTo>
                    <a:pt x="5476712" y="6361"/>
                  </a:lnTo>
                  <a:lnTo>
                    <a:pt x="5506387" y="5675"/>
                  </a:lnTo>
                  <a:lnTo>
                    <a:pt x="5521784" y="5350"/>
                  </a:lnTo>
                  <a:lnTo>
                    <a:pt x="5526993" y="5248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2" y="5261"/>
                  </a:lnTo>
                  <a:lnTo>
                    <a:pt x="6530949" y="5411"/>
                  </a:lnTo>
                  <a:lnTo>
                    <a:pt x="6549798" y="5825"/>
                  </a:lnTo>
                  <a:lnTo>
                    <a:pt x="6583755" y="6641"/>
                  </a:lnTo>
                  <a:lnTo>
                    <a:pt x="6634891" y="7989"/>
                  </a:lnTo>
                  <a:lnTo>
                    <a:pt x="6703494" y="9981"/>
                  </a:lnTo>
                  <a:lnTo>
                    <a:pt x="6788130" y="12701"/>
                  </a:lnTo>
                  <a:lnTo>
                    <a:pt x="6885956" y="16198"/>
                  </a:lnTo>
                  <a:lnTo>
                    <a:pt x="6993234" y="20491"/>
                  </a:lnTo>
                  <a:lnTo>
                    <a:pt x="7105923" y="25576"/>
                  </a:lnTo>
                  <a:lnTo>
                    <a:pt x="7220204" y="31438"/>
                  </a:lnTo>
                  <a:lnTo>
                    <a:pt x="7332849" y="38061"/>
                  </a:lnTo>
                  <a:lnTo>
                    <a:pt x="7441404" y="45443"/>
                  </a:lnTo>
                  <a:lnTo>
                    <a:pt x="7544218" y="53596"/>
                  </a:lnTo>
                  <a:lnTo>
                    <a:pt x="7640357" y="62558"/>
                  </a:lnTo>
                  <a:lnTo>
                    <a:pt x="7729476" y="72390"/>
                  </a:lnTo>
                  <a:lnTo>
                    <a:pt x="7811670" y="83177"/>
                  </a:lnTo>
                  <a:lnTo>
                    <a:pt x="7887343" y="95029"/>
                  </a:lnTo>
                  <a:lnTo>
                    <a:pt x="7957097" y="108076"/>
                  </a:lnTo>
                  <a:lnTo>
                    <a:pt x="8021647" y="122462"/>
                  </a:lnTo>
                  <a:lnTo>
                    <a:pt x="8081760" y="138338"/>
                  </a:lnTo>
                  <a:lnTo>
                    <a:pt x="8138208" y="155847"/>
                  </a:lnTo>
                  <a:lnTo>
                    <a:pt x="8191723" y="175097"/>
                  </a:lnTo>
                  <a:lnTo>
                    <a:pt x="8229629" y="190409"/>
                  </a:lnTo>
                  <a:lnTo>
                    <a:pt x="8286011" y="215826"/>
                  </a:lnTo>
                  <a:lnTo>
                    <a:pt x="8340731" y="243578"/>
                  </a:lnTo>
                  <a:lnTo>
                    <a:pt x="8394356" y="273708"/>
                  </a:lnTo>
                  <a:lnTo>
                    <a:pt x="8447316" y="306194"/>
                  </a:lnTo>
                  <a:lnTo>
                    <a:pt x="8499926" y="340942"/>
                  </a:lnTo>
                  <a:lnTo>
                    <a:pt x="8552406" y="377784"/>
                  </a:lnTo>
                  <a:lnTo>
                    <a:pt x="8604896" y="416473"/>
                  </a:lnTo>
                  <a:lnTo>
                    <a:pt x="8657468" y="456689"/>
                  </a:lnTo>
                  <a:lnTo>
                    <a:pt x="8710138" y="498045"/>
                  </a:lnTo>
                  <a:lnTo>
                    <a:pt x="8762883" y="540105"/>
                  </a:lnTo>
                  <a:lnTo>
                    <a:pt x="8815656" y="582400"/>
                  </a:lnTo>
                  <a:lnTo>
                    <a:pt x="8868400" y="624449"/>
                  </a:lnTo>
                  <a:lnTo>
                    <a:pt x="8921068" y="665783"/>
                  </a:lnTo>
                  <a:lnTo>
                    <a:pt x="8973637" y="705967"/>
                  </a:lnTo>
                  <a:lnTo>
                    <a:pt x="9026126" y="744615"/>
                  </a:lnTo>
                  <a:lnTo>
                    <a:pt x="9078608" y="781409"/>
                  </a:lnTo>
                  <a:lnTo>
                    <a:pt x="9131223" y="816105"/>
                  </a:lnTo>
                  <a:lnTo>
                    <a:pt x="9184194" y="848535"/>
                  </a:lnTo>
                  <a:lnTo>
                    <a:pt x="9237840" y="878608"/>
                  </a:lnTo>
                  <a:lnTo>
                    <a:pt x="9292593" y="906304"/>
                  </a:lnTo>
                  <a:lnTo>
                    <a:pt x="9347647" y="931085"/>
                  </a:lnTo>
                  <a:lnTo>
                    <a:pt x="9399428" y="951650"/>
                  </a:lnTo>
                  <a:lnTo>
                    <a:pt x="9453649" y="970433"/>
                  </a:lnTo>
                  <a:lnTo>
                    <a:pt x="9510991" y="987499"/>
                  </a:lnTo>
                  <a:lnTo>
                    <a:pt x="9572199" y="1002967"/>
                  </a:lnTo>
                  <a:lnTo>
                    <a:pt x="9638049" y="1016985"/>
                  </a:lnTo>
                  <a:lnTo>
                    <a:pt x="9709299" y="1029703"/>
                  </a:lnTo>
                  <a:lnTo>
                    <a:pt x="9786640" y="1041262"/>
                  </a:lnTo>
                  <a:lnTo>
                    <a:pt x="9870633" y="1051788"/>
                  </a:lnTo>
                  <a:lnTo>
                    <a:pt x="9961611" y="1061383"/>
                  </a:lnTo>
                  <a:lnTo>
                    <a:pt x="10059566" y="1070126"/>
                  </a:lnTo>
                  <a:lnTo>
                    <a:pt x="10164012" y="1078073"/>
                  </a:lnTo>
                  <a:lnTo>
                    <a:pt x="10273839" y="1085254"/>
                  </a:lnTo>
                  <a:lnTo>
                    <a:pt x="10387187" y="1091678"/>
                  </a:lnTo>
                  <a:lnTo>
                    <a:pt x="10501390" y="1097337"/>
                  </a:lnTo>
                  <a:lnTo>
                    <a:pt x="10613039" y="1102214"/>
                  </a:lnTo>
                  <a:lnTo>
                    <a:pt x="10718214" y="1106297"/>
                  </a:lnTo>
                  <a:lnTo>
                    <a:pt x="10812896" y="1109585"/>
                  </a:lnTo>
                  <a:lnTo>
                    <a:pt x="10893529" y="1112107"/>
                  </a:lnTo>
                  <a:lnTo>
                    <a:pt x="10957595" y="1113920"/>
                  </a:lnTo>
                  <a:lnTo>
                    <a:pt x="11004096" y="1115116"/>
                  </a:lnTo>
                  <a:lnTo>
                    <a:pt x="11033795" y="1115812"/>
                  </a:lnTo>
                  <a:lnTo>
                    <a:pt x="11049213" y="1116143"/>
                  </a:lnTo>
                  <a:lnTo>
                    <a:pt x="11054435" y="1116246"/>
                  </a:lnTo>
                  <a:lnTo>
                    <a:pt x="11054891" y="1116255"/>
                  </a:lnTo>
                  <a:lnTo>
                    <a:pt x="12049831" y="1116255"/>
                  </a:lnTo>
                  <a:lnTo>
                    <a:pt x="12049831" y="1111014"/>
                  </a:lnTo>
                  <a:lnTo>
                    <a:pt x="11054891" y="1111014"/>
                  </a:lnTo>
                  <a:lnTo>
                    <a:pt x="11053764" y="1110993"/>
                  </a:lnTo>
                  <a:lnTo>
                    <a:pt x="11046328" y="1110843"/>
                  </a:lnTo>
                  <a:lnTo>
                    <a:pt x="11027479" y="1110429"/>
                  </a:lnTo>
                  <a:lnTo>
                    <a:pt x="10993521" y="1109613"/>
                  </a:lnTo>
                  <a:lnTo>
                    <a:pt x="10942386" y="1108265"/>
                  </a:lnTo>
                  <a:lnTo>
                    <a:pt x="10873783" y="1106273"/>
                  </a:lnTo>
                  <a:lnTo>
                    <a:pt x="10789146" y="1103553"/>
                  </a:lnTo>
                  <a:lnTo>
                    <a:pt x="10691320" y="1100056"/>
                  </a:lnTo>
                  <a:lnTo>
                    <a:pt x="10584042" y="1095763"/>
                  </a:lnTo>
                  <a:lnTo>
                    <a:pt x="10471353" y="1090678"/>
                  </a:lnTo>
                  <a:lnTo>
                    <a:pt x="10357072" y="1084816"/>
                  </a:lnTo>
                  <a:lnTo>
                    <a:pt x="10244428" y="1078193"/>
                  </a:lnTo>
                  <a:lnTo>
                    <a:pt x="10135872" y="1070811"/>
                  </a:lnTo>
                  <a:lnTo>
                    <a:pt x="10033059" y="1062658"/>
                  </a:lnTo>
                  <a:lnTo>
                    <a:pt x="9936920" y="1053696"/>
                  </a:lnTo>
                  <a:lnTo>
                    <a:pt x="9847801" y="1043864"/>
                  </a:lnTo>
                  <a:lnTo>
                    <a:pt x="9765607" y="1033077"/>
                  </a:lnTo>
                  <a:lnTo>
                    <a:pt x="9689933" y="1021225"/>
                  </a:lnTo>
                  <a:lnTo>
                    <a:pt x="9620180" y="1008178"/>
                  </a:lnTo>
                  <a:lnTo>
                    <a:pt x="9555630" y="993792"/>
                  </a:lnTo>
                  <a:lnTo>
                    <a:pt x="9495516" y="977916"/>
                  </a:lnTo>
                  <a:lnTo>
                    <a:pt x="9439069" y="960407"/>
                  </a:lnTo>
                  <a:lnTo>
                    <a:pt x="9385554" y="941157"/>
                  </a:lnTo>
                  <a:lnTo>
                    <a:pt x="9347647" y="925845"/>
                  </a:lnTo>
                  <a:lnTo>
                    <a:pt x="9291266" y="900429"/>
                  </a:lnTo>
                  <a:lnTo>
                    <a:pt x="9236546" y="872676"/>
                  </a:lnTo>
                  <a:lnTo>
                    <a:pt x="9182920" y="842546"/>
                  </a:lnTo>
                  <a:lnTo>
                    <a:pt x="9129960" y="810060"/>
                  </a:lnTo>
                  <a:lnTo>
                    <a:pt x="9077351" y="775312"/>
                  </a:lnTo>
                  <a:lnTo>
                    <a:pt x="9024871" y="738470"/>
                  </a:lnTo>
                  <a:lnTo>
                    <a:pt x="8972380" y="699781"/>
                  </a:lnTo>
                  <a:lnTo>
                    <a:pt x="8919809" y="659565"/>
                  </a:lnTo>
                  <a:lnTo>
                    <a:pt x="8867139" y="618209"/>
                  </a:lnTo>
                  <a:lnTo>
                    <a:pt x="8814393" y="576149"/>
                  </a:lnTo>
                  <a:lnTo>
                    <a:pt x="8761620" y="533854"/>
                  </a:lnTo>
                  <a:lnTo>
                    <a:pt x="8708876" y="491805"/>
                  </a:lnTo>
                  <a:lnTo>
                    <a:pt x="8656208" y="450471"/>
                  </a:lnTo>
                  <a:lnTo>
                    <a:pt x="8603639" y="410287"/>
                  </a:lnTo>
                  <a:lnTo>
                    <a:pt x="8551150" y="371639"/>
                  </a:lnTo>
                  <a:lnTo>
                    <a:pt x="8498669" y="334845"/>
                  </a:lnTo>
                  <a:lnTo>
                    <a:pt x="8446054" y="300149"/>
                  </a:lnTo>
                  <a:lnTo>
                    <a:pt x="8393082" y="267719"/>
                  </a:lnTo>
                  <a:lnTo>
                    <a:pt x="8339436" y="237646"/>
                  </a:lnTo>
                  <a:lnTo>
                    <a:pt x="8284683" y="209950"/>
                  </a:lnTo>
                  <a:lnTo>
                    <a:pt x="8229629" y="185169"/>
                  </a:lnTo>
                  <a:lnTo>
                    <a:pt x="8177848" y="164604"/>
                  </a:lnTo>
                  <a:lnTo>
                    <a:pt x="8123627" y="145821"/>
                  </a:lnTo>
                  <a:lnTo>
                    <a:pt x="8066286" y="128755"/>
                  </a:lnTo>
                  <a:lnTo>
                    <a:pt x="8005077" y="113287"/>
                  </a:lnTo>
                  <a:lnTo>
                    <a:pt x="7939227" y="99269"/>
                  </a:lnTo>
                  <a:lnTo>
                    <a:pt x="7867978" y="86551"/>
                  </a:lnTo>
                  <a:lnTo>
                    <a:pt x="7790636" y="74992"/>
                  </a:lnTo>
                  <a:lnTo>
                    <a:pt x="7706643" y="64466"/>
                  </a:lnTo>
                  <a:lnTo>
                    <a:pt x="7615666" y="54871"/>
                  </a:lnTo>
                  <a:lnTo>
                    <a:pt x="7517711" y="46128"/>
                  </a:lnTo>
                  <a:lnTo>
                    <a:pt x="7413264" y="38181"/>
                  </a:lnTo>
                  <a:lnTo>
                    <a:pt x="7303438" y="31000"/>
                  </a:lnTo>
                  <a:lnTo>
                    <a:pt x="7190090" y="24576"/>
                  </a:lnTo>
                  <a:lnTo>
                    <a:pt x="7075886" y="18917"/>
                  </a:lnTo>
                  <a:lnTo>
                    <a:pt x="6964237" y="14040"/>
                  </a:lnTo>
                  <a:lnTo>
                    <a:pt x="6859063" y="9958"/>
                  </a:lnTo>
                  <a:lnTo>
                    <a:pt x="6764380" y="6669"/>
                  </a:lnTo>
                  <a:lnTo>
                    <a:pt x="6683748" y="4147"/>
                  </a:lnTo>
                  <a:lnTo>
                    <a:pt x="6619681" y="2334"/>
                  </a:lnTo>
                  <a:lnTo>
                    <a:pt x="6573181" y="1138"/>
                  </a:lnTo>
                  <a:lnTo>
                    <a:pt x="6543481" y="442"/>
                  </a:lnTo>
                  <a:lnTo>
                    <a:pt x="6528063" y="111"/>
                  </a:lnTo>
                  <a:lnTo>
                    <a:pt x="6522841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8" y="20"/>
                  </a:lnTo>
                  <a:lnTo>
                    <a:pt x="5518880" y="168"/>
                  </a:lnTo>
                  <a:lnTo>
                    <a:pt x="5500026" y="576"/>
                  </a:lnTo>
                  <a:lnTo>
                    <a:pt x="5466061" y="1381"/>
                  </a:lnTo>
                  <a:lnTo>
                    <a:pt x="5414916" y="2710"/>
                  </a:lnTo>
                  <a:lnTo>
                    <a:pt x="5346299" y="4675"/>
                  </a:lnTo>
                  <a:lnTo>
                    <a:pt x="5261648" y="7357"/>
                  </a:lnTo>
                  <a:lnTo>
                    <a:pt x="5163807" y="10805"/>
                  </a:lnTo>
                  <a:lnTo>
                    <a:pt x="5056515" y="15038"/>
                  </a:lnTo>
                  <a:lnTo>
                    <a:pt x="4943814" y="20052"/>
                  </a:lnTo>
                  <a:lnTo>
                    <a:pt x="4829524" y="25832"/>
                  </a:lnTo>
                  <a:lnTo>
                    <a:pt x="4716873" y="32363"/>
                  </a:lnTo>
                  <a:lnTo>
                    <a:pt x="4608314" y="39642"/>
                  </a:lnTo>
                  <a:lnTo>
                    <a:pt x="4505499" y="47681"/>
                  </a:lnTo>
                  <a:lnTo>
                    <a:pt x="4409361" y="56518"/>
                  </a:lnTo>
                  <a:lnTo>
                    <a:pt x="4320243" y="66212"/>
                  </a:lnTo>
                  <a:lnTo>
                    <a:pt x="4238051" y="76849"/>
                  </a:lnTo>
                  <a:lnTo>
                    <a:pt x="4162381" y="88536"/>
                  </a:lnTo>
                  <a:lnTo>
                    <a:pt x="4092630" y="101401"/>
                  </a:lnTo>
                  <a:lnTo>
                    <a:pt x="4028082" y="115587"/>
                  </a:lnTo>
                  <a:lnTo>
                    <a:pt x="3967971" y="131242"/>
                  </a:lnTo>
                  <a:lnTo>
                    <a:pt x="3911524" y="148507"/>
                  </a:lnTo>
                  <a:lnTo>
                    <a:pt x="3858010" y="167490"/>
                  </a:lnTo>
                  <a:lnTo>
                    <a:pt x="3820202" y="182548"/>
                  </a:lnTo>
                  <a:lnTo>
                    <a:pt x="3763701" y="207661"/>
                  </a:lnTo>
                  <a:lnTo>
                    <a:pt x="3708867" y="235088"/>
                  </a:lnTo>
                  <a:lnTo>
                    <a:pt x="3655130" y="264868"/>
                  </a:lnTo>
                  <a:lnTo>
                    <a:pt x="3602060" y="296980"/>
                  </a:lnTo>
                  <a:lnTo>
                    <a:pt x="3549339" y="331332"/>
                  </a:lnTo>
                  <a:lnTo>
                    <a:pt x="3496747" y="367754"/>
                  </a:lnTo>
                  <a:lnTo>
                    <a:pt x="3444143" y="406001"/>
                  </a:lnTo>
                  <a:lnTo>
                    <a:pt x="3391456" y="445754"/>
                  </a:lnTo>
                  <a:lnTo>
                    <a:pt x="3338671" y="486630"/>
                  </a:lnTo>
                  <a:lnTo>
                    <a:pt x="3285811" y="528194"/>
                  </a:lnTo>
                  <a:lnTo>
                    <a:pt x="3232924" y="569980"/>
                  </a:lnTo>
                  <a:lnTo>
                    <a:pt x="3180068" y="611511"/>
                  </a:lnTo>
                  <a:lnTo>
                    <a:pt x="3127289" y="652322"/>
                  </a:lnTo>
                  <a:lnTo>
                    <a:pt x="3074609" y="691983"/>
                  </a:lnTo>
                  <a:lnTo>
                    <a:pt x="3022009" y="730114"/>
                  </a:lnTo>
                  <a:lnTo>
                    <a:pt x="2969413" y="766400"/>
                  </a:lnTo>
                  <a:lnTo>
                    <a:pt x="2916676" y="800601"/>
                  </a:lnTo>
                  <a:lnTo>
                    <a:pt x="2863571" y="832555"/>
                  </a:lnTo>
                  <a:lnTo>
                    <a:pt x="2809774" y="862172"/>
                  </a:lnTo>
                  <a:lnTo>
                    <a:pt x="2754845" y="889437"/>
                  </a:lnTo>
                  <a:lnTo>
                    <a:pt x="2702183" y="912743"/>
                  </a:lnTo>
                  <a:lnTo>
                    <a:pt x="2650398" y="933019"/>
                  </a:lnTo>
                  <a:lnTo>
                    <a:pt x="2596172" y="951537"/>
                  </a:lnTo>
                  <a:lnTo>
                    <a:pt x="2538825" y="968362"/>
                  </a:lnTo>
                  <a:lnTo>
                    <a:pt x="2477611" y="983612"/>
                  </a:lnTo>
                  <a:lnTo>
                    <a:pt x="2411754" y="997433"/>
                  </a:lnTo>
                  <a:lnTo>
                    <a:pt x="2340496" y="1009971"/>
                  </a:lnTo>
                  <a:lnTo>
                    <a:pt x="2263144" y="1021367"/>
                  </a:lnTo>
                  <a:lnTo>
                    <a:pt x="2179140" y="1031744"/>
                  </a:lnTo>
                  <a:lnTo>
                    <a:pt x="2088151" y="1041203"/>
                  </a:lnTo>
                  <a:lnTo>
                    <a:pt x="1990182" y="1049823"/>
                  </a:lnTo>
                  <a:lnTo>
                    <a:pt x="1885722" y="1057658"/>
                  </a:lnTo>
                  <a:lnTo>
                    <a:pt x="1775882" y="1064737"/>
                  </a:lnTo>
                  <a:lnTo>
                    <a:pt x="1662523" y="1071070"/>
                  </a:lnTo>
                  <a:lnTo>
                    <a:pt x="1548311" y="1076648"/>
                  </a:lnTo>
                  <a:lnTo>
                    <a:pt x="1436658" y="1081456"/>
                  </a:lnTo>
                  <a:lnTo>
                    <a:pt x="1331486" y="1085480"/>
                  </a:lnTo>
                  <a:lnTo>
                    <a:pt x="1236812" y="1088721"/>
                  </a:lnTo>
                  <a:lnTo>
                    <a:pt x="1156195" y="1091206"/>
                  </a:lnTo>
                  <a:lnTo>
                    <a:pt x="1092150" y="1092993"/>
                  </a:lnTo>
                  <a:lnTo>
                    <a:pt x="1045673" y="1094171"/>
                  </a:lnTo>
                  <a:lnTo>
                    <a:pt x="1015998" y="1094857"/>
                  </a:lnTo>
                  <a:lnTo>
                    <a:pt x="1000600" y="1095183"/>
                  </a:lnTo>
                  <a:lnTo>
                    <a:pt x="995392" y="1095284"/>
                  </a:lnTo>
                  <a:lnTo>
                    <a:pt x="994940" y="1095292"/>
                  </a:lnTo>
                  <a:lnTo>
                    <a:pt x="0" y="1095292"/>
                  </a:lnTo>
                  <a:close/>
                </a:path>
              </a:pathLst>
            </a:custGeom>
            <a:solidFill>
              <a:srgbClr val="EF5350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44" name="pl2043"/>
            <p:cNvSpPr/>
            <p:nvPr/>
          </p:nvSpPr>
          <p:spPr>
            <a:xfrm>
              <a:off x="1199187" y="5219507"/>
              <a:ext cx="12049831" cy="1111014"/>
            </a:xfrm>
            <a:custGeom>
              <a:avLst/>
              <a:pathLst>
                <a:path w="12049831" h="1111014">
                  <a:moveTo>
                    <a:pt x="0" y="1095292"/>
                  </a:moveTo>
                  <a:lnTo>
                    <a:pt x="994940" y="1095292"/>
                  </a:lnTo>
                  <a:lnTo>
                    <a:pt x="996067" y="1095271"/>
                  </a:lnTo>
                  <a:lnTo>
                    <a:pt x="1003505" y="1095124"/>
                  </a:lnTo>
                  <a:lnTo>
                    <a:pt x="1022359" y="1094715"/>
                  </a:lnTo>
                  <a:lnTo>
                    <a:pt x="1056324" y="1093911"/>
                  </a:lnTo>
                  <a:lnTo>
                    <a:pt x="1107469" y="1092581"/>
                  </a:lnTo>
                  <a:lnTo>
                    <a:pt x="1176086" y="1090617"/>
                  </a:lnTo>
                  <a:lnTo>
                    <a:pt x="1260737" y="1087935"/>
                  </a:lnTo>
                  <a:lnTo>
                    <a:pt x="1358578" y="1084487"/>
                  </a:lnTo>
                  <a:lnTo>
                    <a:pt x="1465870" y="1080254"/>
                  </a:lnTo>
                  <a:lnTo>
                    <a:pt x="1578571" y="1075240"/>
                  </a:lnTo>
                  <a:lnTo>
                    <a:pt x="1692861" y="1069460"/>
                  </a:lnTo>
                  <a:lnTo>
                    <a:pt x="1805512" y="1062928"/>
                  </a:lnTo>
                  <a:lnTo>
                    <a:pt x="1914071" y="1055650"/>
                  </a:lnTo>
                  <a:lnTo>
                    <a:pt x="2016886" y="1047610"/>
                  </a:lnTo>
                  <a:lnTo>
                    <a:pt x="2113024" y="1038774"/>
                  </a:lnTo>
                  <a:lnTo>
                    <a:pt x="2202142" y="1029079"/>
                  </a:lnTo>
                  <a:lnTo>
                    <a:pt x="2284334" y="1018442"/>
                  </a:lnTo>
                  <a:lnTo>
                    <a:pt x="2360004" y="1006755"/>
                  </a:lnTo>
                  <a:lnTo>
                    <a:pt x="2429755" y="993890"/>
                  </a:lnTo>
                  <a:lnTo>
                    <a:pt x="2494303" y="979704"/>
                  </a:lnTo>
                  <a:lnTo>
                    <a:pt x="2554414" y="964049"/>
                  </a:lnTo>
                  <a:lnTo>
                    <a:pt x="2610861" y="946784"/>
                  </a:lnTo>
                  <a:lnTo>
                    <a:pt x="2664375" y="927801"/>
                  </a:lnTo>
                  <a:lnTo>
                    <a:pt x="2702183" y="912743"/>
                  </a:lnTo>
                  <a:lnTo>
                    <a:pt x="2758684" y="887630"/>
                  </a:lnTo>
                  <a:lnTo>
                    <a:pt x="2813518" y="860204"/>
                  </a:lnTo>
                  <a:lnTo>
                    <a:pt x="2867255" y="830423"/>
                  </a:lnTo>
                  <a:lnTo>
                    <a:pt x="2920325" y="798311"/>
                  </a:lnTo>
                  <a:lnTo>
                    <a:pt x="2973046" y="763960"/>
                  </a:lnTo>
                  <a:lnTo>
                    <a:pt x="3025638" y="727538"/>
                  </a:lnTo>
                  <a:lnTo>
                    <a:pt x="3078242" y="689291"/>
                  </a:lnTo>
                  <a:lnTo>
                    <a:pt x="3130929" y="649538"/>
                  </a:lnTo>
                  <a:lnTo>
                    <a:pt x="3183714" y="608662"/>
                  </a:lnTo>
                  <a:lnTo>
                    <a:pt x="3236574" y="567098"/>
                  </a:lnTo>
                  <a:lnTo>
                    <a:pt x="3289461" y="525312"/>
                  </a:lnTo>
                  <a:lnTo>
                    <a:pt x="3342317" y="483781"/>
                  </a:lnTo>
                  <a:lnTo>
                    <a:pt x="3395096" y="442969"/>
                  </a:lnTo>
                  <a:lnTo>
                    <a:pt x="3447776" y="403308"/>
                  </a:lnTo>
                  <a:lnTo>
                    <a:pt x="3500376" y="365178"/>
                  </a:lnTo>
                  <a:lnTo>
                    <a:pt x="3552972" y="328892"/>
                  </a:lnTo>
                  <a:lnTo>
                    <a:pt x="3605709" y="294690"/>
                  </a:lnTo>
                  <a:lnTo>
                    <a:pt x="3658814" y="262737"/>
                  </a:lnTo>
                  <a:lnTo>
                    <a:pt x="3712611" y="233119"/>
                  </a:lnTo>
                  <a:lnTo>
                    <a:pt x="3767540" y="205854"/>
                  </a:lnTo>
                  <a:lnTo>
                    <a:pt x="3820202" y="182548"/>
                  </a:lnTo>
                  <a:lnTo>
                    <a:pt x="3871987" y="162273"/>
                  </a:lnTo>
                  <a:lnTo>
                    <a:pt x="3926213" y="143754"/>
                  </a:lnTo>
                  <a:lnTo>
                    <a:pt x="3983560" y="126930"/>
                  </a:lnTo>
                  <a:lnTo>
                    <a:pt x="4044774" y="111679"/>
                  </a:lnTo>
                  <a:lnTo>
                    <a:pt x="4110631" y="97859"/>
                  </a:lnTo>
                  <a:lnTo>
                    <a:pt x="4181889" y="85320"/>
                  </a:lnTo>
                  <a:lnTo>
                    <a:pt x="4259241" y="73924"/>
                  </a:lnTo>
                  <a:lnTo>
                    <a:pt x="4343245" y="63547"/>
                  </a:lnTo>
                  <a:lnTo>
                    <a:pt x="4434234" y="54088"/>
                  </a:lnTo>
                  <a:lnTo>
                    <a:pt x="4532203" y="45468"/>
                  </a:lnTo>
                  <a:lnTo>
                    <a:pt x="4636663" y="37634"/>
                  </a:lnTo>
                  <a:lnTo>
                    <a:pt x="4746503" y="30554"/>
                  </a:lnTo>
                  <a:lnTo>
                    <a:pt x="4859862" y="24222"/>
                  </a:lnTo>
                  <a:lnTo>
                    <a:pt x="4974074" y="18644"/>
                  </a:lnTo>
                  <a:lnTo>
                    <a:pt x="5085727" y="13836"/>
                  </a:lnTo>
                  <a:lnTo>
                    <a:pt x="5190899" y="9812"/>
                  </a:lnTo>
                  <a:lnTo>
                    <a:pt x="5285573" y="6570"/>
                  </a:lnTo>
                  <a:lnTo>
                    <a:pt x="5366190" y="4085"/>
                  </a:lnTo>
                  <a:lnTo>
                    <a:pt x="5430235" y="2299"/>
                  </a:lnTo>
                  <a:lnTo>
                    <a:pt x="5476712" y="1121"/>
                  </a:lnTo>
                  <a:lnTo>
                    <a:pt x="5506387" y="435"/>
                  </a:lnTo>
                  <a:lnTo>
                    <a:pt x="5521784" y="109"/>
                  </a:lnTo>
                  <a:lnTo>
                    <a:pt x="5526993" y="8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2" y="21"/>
                  </a:lnTo>
                  <a:lnTo>
                    <a:pt x="6530949" y="170"/>
                  </a:lnTo>
                  <a:lnTo>
                    <a:pt x="6549798" y="584"/>
                  </a:lnTo>
                  <a:lnTo>
                    <a:pt x="6583755" y="1400"/>
                  </a:lnTo>
                  <a:lnTo>
                    <a:pt x="6634891" y="2748"/>
                  </a:lnTo>
                  <a:lnTo>
                    <a:pt x="6703494" y="4741"/>
                  </a:lnTo>
                  <a:lnTo>
                    <a:pt x="6788130" y="7460"/>
                  </a:lnTo>
                  <a:lnTo>
                    <a:pt x="6885956" y="10957"/>
                  </a:lnTo>
                  <a:lnTo>
                    <a:pt x="6993234" y="15250"/>
                  </a:lnTo>
                  <a:lnTo>
                    <a:pt x="7105923" y="20335"/>
                  </a:lnTo>
                  <a:lnTo>
                    <a:pt x="7220204" y="26197"/>
                  </a:lnTo>
                  <a:lnTo>
                    <a:pt x="7332849" y="32821"/>
                  </a:lnTo>
                  <a:lnTo>
                    <a:pt x="7441404" y="40202"/>
                  </a:lnTo>
                  <a:lnTo>
                    <a:pt x="7544218" y="48356"/>
                  </a:lnTo>
                  <a:lnTo>
                    <a:pt x="7640357" y="57318"/>
                  </a:lnTo>
                  <a:lnTo>
                    <a:pt x="7729476" y="67149"/>
                  </a:lnTo>
                  <a:lnTo>
                    <a:pt x="7811670" y="77937"/>
                  </a:lnTo>
                  <a:lnTo>
                    <a:pt x="7887343" y="89789"/>
                  </a:lnTo>
                  <a:lnTo>
                    <a:pt x="7957097" y="102836"/>
                  </a:lnTo>
                  <a:lnTo>
                    <a:pt x="8021647" y="117222"/>
                  </a:lnTo>
                  <a:lnTo>
                    <a:pt x="8081760" y="133098"/>
                  </a:lnTo>
                  <a:lnTo>
                    <a:pt x="8138208" y="150606"/>
                  </a:lnTo>
                  <a:lnTo>
                    <a:pt x="8191723" y="169856"/>
                  </a:lnTo>
                  <a:lnTo>
                    <a:pt x="8229629" y="185169"/>
                  </a:lnTo>
                  <a:lnTo>
                    <a:pt x="8286011" y="210585"/>
                  </a:lnTo>
                  <a:lnTo>
                    <a:pt x="8340731" y="238338"/>
                  </a:lnTo>
                  <a:lnTo>
                    <a:pt x="8394356" y="268468"/>
                  </a:lnTo>
                  <a:lnTo>
                    <a:pt x="8447316" y="300953"/>
                  </a:lnTo>
                  <a:lnTo>
                    <a:pt x="8499926" y="335701"/>
                  </a:lnTo>
                  <a:lnTo>
                    <a:pt x="8552406" y="372543"/>
                  </a:lnTo>
                  <a:lnTo>
                    <a:pt x="8604896" y="411232"/>
                  </a:lnTo>
                  <a:lnTo>
                    <a:pt x="8657468" y="451448"/>
                  </a:lnTo>
                  <a:lnTo>
                    <a:pt x="8710138" y="492804"/>
                  </a:lnTo>
                  <a:lnTo>
                    <a:pt x="8762883" y="534865"/>
                  </a:lnTo>
                  <a:lnTo>
                    <a:pt x="8815656" y="577160"/>
                  </a:lnTo>
                  <a:lnTo>
                    <a:pt x="8868400" y="619209"/>
                  </a:lnTo>
                  <a:lnTo>
                    <a:pt x="8921068" y="660543"/>
                  </a:lnTo>
                  <a:lnTo>
                    <a:pt x="8973637" y="700726"/>
                  </a:lnTo>
                  <a:lnTo>
                    <a:pt x="9026126" y="739374"/>
                  </a:lnTo>
                  <a:lnTo>
                    <a:pt x="9078608" y="776169"/>
                  </a:lnTo>
                  <a:lnTo>
                    <a:pt x="9131223" y="810865"/>
                  </a:lnTo>
                  <a:lnTo>
                    <a:pt x="9184194" y="843295"/>
                  </a:lnTo>
                  <a:lnTo>
                    <a:pt x="9237840" y="873368"/>
                  </a:lnTo>
                  <a:lnTo>
                    <a:pt x="9292593" y="901064"/>
                  </a:lnTo>
                  <a:lnTo>
                    <a:pt x="9347647" y="925845"/>
                  </a:lnTo>
                  <a:lnTo>
                    <a:pt x="9399428" y="946410"/>
                  </a:lnTo>
                  <a:lnTo>
                    <a:pt x="9453649" y="965193"/>
                  </a:lnTo>
                  <a:lnTo>
                    <a:pt x="9510991" y="982258"/>
                  </a:lnTo>
                  <a:lnTo>
                    <a:pt x="9572199" y="997726"/>
                  </a:lnTo>
                  <a:lnTo>
                    <a:pt x="9638049" y="1011744"/>
                  </a:lnTo>
                  <a:lnTo>
                    <a:pt x="9709299" y="1024462"/>
                  </a:lnTo>
                  <a:lnTo>
                    <a:pt x="9786640" y="1036022"/>
                  </a:lnTo>
                  <a:lnTo>
                    <a:pt x="9870633" y="1046547"/>
                  </a:lnTo>
                  <a:lnTo>
                    <a:pt x="9961611" y="1056142"/>
                  </a:lnTo>
                  <a:lnTo>
                    <a:pt x="10059566" y="1064886"/>
                  </a:lnTo>
                  <a:lnTo>
                    <a:pt x="10164012" y="1072833"/>
                  </a:lnTo>
                  <a:lnTo>
                    <a:pt x="10273839" y="1080014"/>
                  </a:lnTo>
                  <a:lnTo>
                    <a:pt x="10387187" y="1086437"/>
                  </a:lnTo>
                  <a:lnTo>
                    <a:pt x="10501390" y="1092096"/>
                  </a:lnTo>
                  <a:lnTo>
                    <a:pt x="10613039" y="1096973"/>
                  </a:lnTo>
                  <a:lnTo>
                    <a:pt x="10718214" y="1101056"/>
                  </a:lnTo>
                  <a:lnTo>
                    <a:pt x="10812896" y="1104345"/>
                  </a:lnTo>
                  <a:lnTo>
                    <a:pt x="10893529" y="1106866"/>
                  </a:lnTo>
                  <a:lnTo>
                    <a:pt x="10957595" y="1108679"/>
                  </a:lnTo>
                  <a:lnTo>
                    <a:pt x="11004096" y="1109875"/>
                  </a:lnTo>
                  <a:lnTo>
                    <a:pt x="11033795" y="1110572"/>
                  </a:lnTo>
                  <a:lnTo>
                    <a:pt x="11049213" y="1110903"/>
                  </a:lnTo>
                  <a:lnTo>
                    <a:pt x="11054435" y="1111006"/>
                  </a:lnTo>
                  <a:lnTo>
                    <a:pt x="11054891" y="1111014"/>
                  </a:lnTo>
                  <a:lnTo>
                    <a:pt x="12049831" y="1111014"/>
                  </a:lnTo>
                  <a:lnTo>
                    <a:pt x="12049831" y="11110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5" name="pl2044"/>
            <p:cNvSpPr/>
            <p:nvPr/>
          </p:nvSpPr>
          <p:spPr>
            <a:xfrm>
              <a:off x="1199187" y="5214266"/>
              <a:ext cx="12049831" cy="1111014"/>
            </a:xfrm>
            <a:custGeom>
              <a:avLst/>
              <a:pathLst>
                <a:path w="12049831" h="1111014">
                  <a:moveTo>
                    <a:pt x="12049831" y="1111014"/>
                  </a:moveTo>
                  <a:lnTo>
                    <a:pt x="11054891" y="1111014"/>
                  </a:lnTo>
                  <a:lnTo>
                    <a:pt x="11053764" y="1110993"/>
                  </a:lnTo>
                  <a:lnTo>
                    <a:pt x="11046328" y="1110843"/>
                  </a:lnTo>
                  <a:lnTo>
                    <a:pt x="11027479" y="1110429"/>
                  </a:lnTo>
                  <a:lnTo>
                    <a:pt x="10993521" y="1109613"/>
                  </a:lnTo>
                  <a:lnTo>
                    <a:pt x="10942386" y="1108265"/>
                  </a:lnTo>
                  <a:lnTo>
                    <a:pt x="10873783" y="1106273"/>
                  </a:lnTo>
                  <a:lnTo>
                    <a:pt x="10789146" y="1103553"/>
                  </a:lnTo>
                  <a:lnTo>
                    <a:pt x="10691320" y="1100056"/>
                  </a:lnTo>
                  <a:lnTo>
                    <a:pt x="10584042" y="1095763"/>
                  </a:lnTo>
                  <a:lnTo>
                    <a:pt x="10471353" y="1090678"/>
                  </a:lnTo>
                  <a:lnTo>
                    <a:pt x="10357072" y="1084816"/>
                  </a:lnTo>
                  <a:lnTo>
                    <a:pt x="10244428" y="1078193"/>
                  </a:lnTo>
                  <a:lnTo>
                    <a:pt x="10135872" y="1070811"/>
                  </a:lnTo>
                  <a:lnTo>
                    <a:pt x="10033059" y="1062658"/>
                  </a:lnTo>
                  <a:lnTo>
                    <a:pt x="9936920" y="1053696"/>
                  </a:lnTo>
                  <a:lnTo>
                    <a:pt x="9847801" y="1043864"/>
                  </a:lnTo>
                  <a:lnTo>
                    <a:pt x="9765607" y="1033077"/>
                  </a:lnTo>
                  <a:lnTo>
                    <a:pt x="9689933" y="1021225"/>
                  </a:lnTo>
                  <a:lnTo>
                    <a:pt x="9620180" y="1008178"/>
                  </a:lnTo>
                  <a:lnTo>
                    <a:pt x="9555630" y="993792"/>
                  </a:lnTo>
                  <a:lnTo>
                    <a:pt x="9495516" y="977916"/>
                  </a:lnTo>
                  <a:lnTo>
                    <a:pt x="9439069" y="960407"/>
                  </a:lnTo>
                  <a:lnTo>
                    <a:pt x="9385554" y="941157"/>
                  </a:lnTo>
                  <a:lnTo>
                    <a:pt x="9347647" y="925845"/>
                  </a:lnTo>
                  <a:lnTo>
                    <a:pt x="9291266" y="900429"/>
                  </a:lnTo>
                  <a:lnTo>
                    <a:pt x="9236546" y="872676"/>
                  </a:lnTo>
                  <a:lnTo>
                    <a:pt x="9182920" y="842546"/>
                  </a:lnTo>
                  <a:lnTo>
                    <a:pt x="9129960" y="810060"/>
                  </a:lnTo>
                  <a:lnTo>
                    <a:pt x="9077351" y="775312"/>
                  </a:lnTo>
                  <a:lnTo>
                    <a:pt x="9024871" y="738470"/>
                  </a:lnTo>
                  <a:lnTo>
                    <a:pt x="8972380" y="699781"/>
                  </a:lnTo>
                  <a:lnTo>
                    <a:pt x="8919809" y="659565"/>
                  </a:lnTo>
                  <a:lnTo>
                    <a:pt x="8867139" y="618209"/>
                  </a:lnTo>
                  <a:lnTo>
                    <a:pt x="8814393" y="576149"/>
                  </a:lnTo>
                  <a:lnTo>
                    <a:pt x="8761620" y="533854"/>
                  </a:lnTo>
                  <a:lnTo>
                    <a:pt x="8708876" y="491805"/>
                  </a:lnTo>
                  <a:lnTo>
                    <a:pt x="8656208" y="450471"/>
                  </a:lnTo>
                  <a:lnTo>
                    <a:pt x="8603639" y="410287"/>
                  </a:lnTo>
                  <a:lnTo>
                    <a:pt x="8551150" y="371639"/>
                  </a:lnTo>
                  <a:lnTo>
                    <a:pt x="8498669" y="334845"/>
                  </a:lnTo>
                  <a:lnTo>
                    <a:pt x="8446054" y="300149"/>
                  </a:lnTo>
                  <a:lnTo>
                    <a:pt x="8393082" y="267719"/>
                  </a:lnTo>
                  <a:lnTo>
                    <a:pt x="8339436" y="237646"/>
                  </a:lnTo>
                  <a:lnTo>
                    <a:pt x="8284683" y="209950"/>
                  </a:lnTo>
                  <a:lnTo>
                    <a:pt x="8229629" y="185169"/>
                  </a:lnTo>
                  <a:lnTo>
                    <a:pt x="8177848" y="164604"/>
                  </a:lnTo>
                  <a:lnTo>
                    <a:pt x="8123627" y="145821"/>
                  </a:lnTo>
                  <a:lnTo>
                    <a:pt x="8066286" y="128755"/>
                  </a:lnTo>
                  <a:lnTo>
                    <a:pt x="8005077" y="113287"/>
                  </a:lnTo>
                  <a:lnTo>
                    <a:pt x="7939227" y="99269"/>
                  </a:lnTo>
                  <a:lnTo>
                    <a:pt x="7867978" y="86551"/>
                  </a:lnTo>
                  <a:lnTo>
                    <a:pt x="7790636" y="74992"/>
                  </a:lnTo>
                  <a:lnTo>
                    <a:pt x="7706643" y="64466"/>
                  </a:lnTo>
                  <a:lnTo>
                    <a:pt x="7615666" y="54871"/>
                  </a:lnTo>
                  <a:lnTo>
                    <a:pt x="7517711" y="46128"/>
                  </a:lnTo>
                  <a:lnTo>
                    <a:pt x="7413264" y="38181"/>
                  </a:lnTo>
                  <a:lnTo>
                    <a:pt x="7303438" y="31000"/>
                  </a:lnTo>
                  <a:lnTo>
                    <a:pt x="7190090" y="24576"/>
                  </a:lnTo>
                  <a:lnTo>
                    <a:pt x="7075886" y="18917"/>
                  </a:lnTo>
                  <a:lnTo>
                    <a:pt x="6964237" y="14040"/>
                  </a:lnTo>
                  <a:lnTo>
                    <a:pt x="6859063" y="9958"/>
                  </a:lnTo>
                  <a:lnTo>
                    <a:pt x="6764380" y="6669"/>
                  </a:lnTo>
                  <a:lnTo>
                    <a:pt x="6683748" y="4147"/>
                  </a:lnTo>
                  <a:lnTo>
                    <a:pt x="6619681" y="2334"/>
                  </a:lnTo>
                  <a:lnTo>
                    <a:pt x="6573181" y="1138"/>
                  </a:lnTo>
                  <a:lnTo>
                    <a:pt x="6543481" y="442"/>
                  </a:lnTo>
                  <a:lnTo>
                    <a:pt x="6528063" y="111"/>
                  </a:lnTo>
                  <a:lnTo>
                    <a:pt x="6522841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18" y="20"/>
                  </a:lnTo>
                  <a:lnTo>
                    <a:pt x="5518880" y="168"/>
                  </a:lnTo>
                  <a:lnTo>
                    <a:pt x="5500026" y="576"/>
                  </a:lnTo>
                  <a:lnTo>
                    <a:pt x="5466061" y="1381"/>
                  </a:lnTo>
                  <a:lnTo>
                    <a:pt x="5414916" y="2710"/>
                  </a:lnTo>
                  <a:lnTo>
                    <a:pt x="5346299" y="4675"/>
                  </a:lnTo>
                  <a:lnTo>
                    <a:pt x="5261648" y="7357"/>
                  </a:lnTo>
                  <a:lnTo>
                    <a:pt x="5163807" y="10805"/>
                  </a:lnTo>
                  <a:lnTo>
                    <a:pt x="5056515" y="15038"/>
                  </a:lnTo>
                  <a:lnTo>
                    <a:pt x="4943814" y="20052"/>
                  </a:lnTo>
                  <a:lnTo>
                    <a:pt x="4829524" y="25832"/>
                  </a:lnTo>
                  <a:lnTo>
                    <a:pt x="4716873" y="32363"/>
                  </a:lnTo>
                  <a:lnTo>
                    <a:pt x="4608314" y="39642"/>
                  </a:lnTo>
                  <a:lnTo>
                    <a:pt x="4505499" y="47681"/>
                  </a:lnTo>
                  <a:lnTo>
                    <a:pt x="4409361" y="56518"/>
                  </a:lnTo>
                  <a:lnTo>
                    <a:pt x="4320243" y="66212"/>
                  </a:lnTo>
                  <a:lnTo>
                    <a:pt x="4238051" y="76849"/>
                  </a:lnTo>
                  <a:lnTo>
                    <a:pt x="4162381" y="88536"/>
                  </a:lnTo>
                  <a:lnTo>
                    <a:pt x="4092630" y="101401"/>
                  </a:lnTo>
                  <a:lnTo>
                    <a:pt x="4028082" y="115587"/>
                  </a:lnTo>
                  <a:lnTo>
                    <a:pt x="3967971" y="131242"/>
                  </a:lnTo>
                  <a:lnTo>
                    <a:pt x="3911524" y="148507"/>
                  </a:lnTo>
                  <a:lnTo>
                    <a:pt x="3858010" y="167490"/>
                  </a:lnTo>
                  <a:lnTo>
                    <a:pt x="3820202" y="182548"/>
                  </a:lnTo>
                  <a:lnTo>
                    <a:pt x="3763701" y="207661"/>
                  </a:lnTo>
                  <a:lnTo>
                    <a:pt x="3708867" y="235088"/>
                  </a:lnTo>
                  <a:lnTo>
                    <a:pt x="3655130" y="264868"/>
                  </a:lnTo>
                  <a:lnTo>
                    <a:pt x="3602060" y="296980"/>
                  </a:lnTo>
                  <a:lnTo>
                    <a:pt x="3549339" y="331332"/>
                  </a:lnTo>
                  <a:lnTo>
                    <a:pt x="3496747" y="367754"/>
                  </a:lnTo>
                  <a:lnTo>
                    <a:pt x="3444143" y="406001"/>
                  </a:lnTo>
                  <a:lnTo>
                    <a:pt x="3391456" y="445754"/>
                  </a:lnTo>
                  <a:lnTo>
                    <a:pt x="3338671" y="486630"/>
                  </a:lnTo>
                  <a:lnTo>
                    <a:pt x="3285811" y="528194"/>
                  </a:lnTo>
                  <a:lnTo>
                    <a:pt x="3232924" y="569980"/>
                  </a:lnTo>
                  <a:lnTo>
                    <a:pt x="3180068" y="611511"/>
                  </a:lnTo>
                  <a:lnTo>
                    <a:pt x="3127289" y="652322"/>
                  </a:lnTo>
                  <a:lnTo>
                    <a:pt x="3074609" y="691983"/>
                  </a:lnTo>
                  <a:lnTo>
                    <a:pt x="3022009" y="730114"/>
                  </a:lnTo>
                  <a:lnTo>
                    <a:pt x="2969413" y="766400"/>
                  </a:lnTo>
                  <a:lnTo>
                    <a:pt x="2916676" y="800601"/>
                  </a:lnTo>
                  <a:lnTo>
                    <a:pt x="2863571" y="832555"/>
                  </a:lnTo>
                  <a:lnTo>
                    <a:pt x="2809774" y="862172"/>
                  </a:lnTo>
                  <a:lnTo>
                    <a:pt x="2754845" y="889437"/>
                  </a:lnTo>
                  <a:lnTo>
                    <a:pt x="2702183" y="912743"/>
                  </a:lnTo>
                  <a:lnTo>
                    <a:pt x="2650398" y="933019"/>
                  </a:lnTo>
                  <a:lnTo>
                    <a:pt x="2596172" y="951537"/>
                  </a:lnTo>
                  <a:lnTo>
                    <a:pt x="2538825" y="968362"/>
                  </a:lnTo>
                  <a:lnTo>
                    <a:pt x="2477611" y="983612"/>
                  </a:lnTo>
                  <a:lnTo>
                    <a:pt x="2411754" y="997433"/>
                  </a:lnTo>
                  <a:lnTo>
                    <a:pt x="2340496" y="1009971"/>
                  </a:lnTo>
                  <a:lnTo>
                    <a:pt x="2263144" y="1021367"/>
                  </a:lnTo>
                  <a:lnTo>
                    <a:pt x="2179140" y="1031744"/>
                  </a:lnTo>
                  <a:lnTo>
                    <a:pt x="2088151" y="1041203"/>
                  </a:lnTo>
                  <a:lnTo>
                    <a:pt x="1990182" y="1049823"/>
                  </a:lnTo>
                  <a:lnTo>
                    <a:pt x="1885722" y="1057658"/>
                  </a:lnTo>
                  <a:lnTo>
                    <a:pt x="1775882" y="1064737"/>
                  </a:lnTo>
                  <a:lnTo>
                    <a:pt x="1662523" y="1071070"/>
                  </a:lnTo>
                  <a:lnTo>
                    <a:pt x="1548311" y="1076648"/>
                  </a:lnTo>
                  <a:lnTo>
                    <a:pt x="1436658" y="1081456"/>
                  </a:lnTo>
                  <a:lnTo>
                    <a:pt x="1331486" y="1085480"/>
                  </a:lnTo>
                  <a:lnTo>
                    <a:pt x="1236812" y="1088721"/>
                  </a:lnTo>
                  <a:lnTo>
                    <a:pt x="1156195" y="1091206"/>
                  </a:lnTo>
                  <a:lnTo>
                    <a:pt x="1092150" y="1092993"/>
                  </a:lnTo>
                  <a:lnTo>
                    <a:pt x="1045673" y="1094171"/>
                  </a:lnTo>
                  <a:lnTo>
                    <a:pt x="1015998" y="1094857"/>
                  </a:lnTo>
                  <a:lnTo>
                    <a:pt x="1000600" y="1095183"/>
                  </a:lnTo>
                  <a:lnTo>
                    <a:pt x="995392" y="1095284"/>
                  </a:lnTo>
                  <a:lnTo>
                    <a:pt x="994940" y="1095292"/>
                  </a:lnTo>
                  <a:lnTo>
                    <a:pt x="0" y="1095292"/>
                  </a:lnTo>
                  <a:lnTo>
                    <a:pt x="0" y="10952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6" name="pg2045"/>
            <p:cNvSpPr/>
            <p:nvPr/>
          </p:nvSpPr>
          <p:spPr>
            <a:xfrm>
              <a:off x="1199187" y="2494377"/>
              <a:ext cx="12049831" cy="3804700"/>
            </a:xfrm>
            <a:custGeom>
              <a:avLst/>
              <a:pathLst>
                <a:path w="12049831" h="3804700">
                  <a:moveTo>
                    <a:pt x="0" y="3804700"/>
                  </a:moveTo>
                  <a:lnTo>
                    <a:pt x="994940" y="3804700"/>
                  </a:lnTo>
                  <a:lnTo>
                    <a:pt x="995973" y="3804634"/>
                  </a:lnTo>
                  <a:lnTo>
                    <a:pt x="1002806" y="3804165"/>
                  </a:lnTo>
                  <a:lnTo>
                    <a:pt x="1020164" y="3802870"/>
                  </a:lnTo>
                  <a:lnTo>
                    <a:pt x="1051534" y="3800317"/>
                  </a:lnTo>
                  <a:lnTo>
                    <a:pt x="1098970" y="3796093"/>
                  </a:lnTo>
                  <a:lnTo>
                    <a:pt x="1162953" y="3789838"/>
                  </a:lnTo>
                  <a:lnTo>
                    <a:pt x="1242404" y="3781275"/>
                  </a:lnTo>
                  <a:lnTo>
                    <a:pt x="1334927" y="3770230"/>
                  </a:lnTo>
                  <a:lnTo>
                    <a:pt x="1437225" y="3756623"/>
                  </a:lnTo>
                  <a:lnTo>
                    <a:pt x="1545614" y="3740452"/>
                  </a:lnTo>
                  <a:lnTo>
                    <a:pt x="1656496" y="3721761"/>
                  </a:lnTo>
                  <a:lnTo>
                    <a:pt x="1766725" y="3700599"/>
                  </a:lnTo>
                  <a:lnTo>
                    <a:pt x="1873809" y="3676995"/>
                  </a:lnTo>
                  <a:lnTo>
                    <a:pt x="1975973" y="3650927"/>
                  </a:lnTo>
                  <a:lnTo>
                    <a:pt x="2072122" y="3622309"/>
                  </a:lnTo>
                  <a:lnTo>
                    <a:pt x="2161730" y="3590981"/>
                  </a:lnTo>
                  <a:lnTo>
                    <a:pt x="2244721" y="3556710"/>
                  </a:lnTo>
                  <a:lnTo>
                    <a:pt x="2321344" y="3519186"/>
                  </a:lnTo>
                  <a:lnTo>
                    <a:pt x="2392072" y="3478034"/>
                  </a:lnTo>
                  <a:lnTo>
                    <a:pt x="2457512" y="3432824"/>
                  </a:lnTo>
                  <a:lnTo>
                    <a:pt x="2518347" y="3383090"/>
                  </a:lnTo>
                  <a:lnTo>
                    <a:pt x="2575287" y="3328362"/>
                  </a:lnTo>
                  <a:lnTo>
                    <a:pt x="2629027" y="3268223"/>
                  </a:lnTo>
                  <a:lnTo>
                    <a:pt x="2680220" y="3202387"/>
                  </a:lnTo>
                  <a:lnTo>
                    <a:pt x="2702183" y="3171457"/>
                  </a:lnTo>
                  <a:lnTo>
                    <a:pt x="2741629" y="3111797"/>
                  </a:lnTo>
                  <a:lnTo>
                    <a:pt x="2780175" y="3048303"/>
                  </a:lnTo>
                  <a:lnTo>
                    <a:pt x="2818036" y="2980897"/>
                  </a:lnTo>
                  <a:lnTo>
                    <a:pt x="2855390" y="2909547"/>
                  </a:lnTo>
                  <a:lnTo>
                    <a:pt x="2892385" y="2834272"/>
                  </a:lnTo>
                  <a:lnTo>
                    <a:pt x="2929138" y="2755149"/>
                  </a:lnTo>
                  <a:lnTo>
                    <a:pt x="2965746" y="2672313"/>
                  </a:lnTo>
                  <a:lnTo>
                    <a:pt x="3002281" y="2585960"/>
                  </a:lnTo>
                  <a:lnTo>
                    <a:pt x="3038798" y="2496349"/>
                  </a:lnTo>
                  <a:lnTo>
                    <a:pt x="3075334" y="2403802"/>
                  </a:lnTo>
                  <a:lnTo>
                    <a:pt x="3111909" y="2308698"/>
                  </a:lnTo>
                  <a:lnTo>
                    <a:pt x="3148532" y="2211469"/>
                  </a:lnTo>
                  <a:lnTo>
                    <a:pt x="3185202" y="2112594"/>
                  </a:lnTo>
                  <a:lnTo>
                    <a:pt x="3221908" y="2012586"/>
                  </a:lnTo>
                  <a:lnTo>
                    <a:pt x="3258634" y="1911986"/>
                  </a:lnTo>
                  <a:lnTo>
                    <a:pt x="3295361" y="1811347"/>
                  </a:lnTo>
                  <a:lnTo>
                    <a:pt x="3332071" y="1711224"/>
                  </a:lnTo>
                  <a:lnTo>
                    <a:pt x="3368746" y="1612159"/>
                  </a:lnTo>
                  <a:lnTo>
                    <a:pt x="3405377" y="1514672"/>
                  </a:lnTo>
                  <a:lnTo>
                    <a:pt x="3441958" y="1419244"/>
                  </a:lnTo>
                  <a:lnTo>
                    <a:pt x="3478498" y="1326317"/>
                  </a:lnTo>
                  <a:lnTo>
                    <a:pt x="3515016" y="1236277"/>
                  </a:lnTo>
                  <a:lnTo>
                    <a:pt x="3551546" y="1149453"/>
                  </a:lnTo>
                  <a:lnTo>
                    <a:pt x="3588140" y="1066113"/>
                  </a:lnTo>
                  <a:lnTo>
                    <a:pt x="3624868" y="986463"/>
                  </a:lnTo>
                  <a:lnTo>
                    <a:pt x="3661822" y="910647"/>
                  </a:lnTo>
                  <a:lnTo>
                    <a:pt x="3699118" y="838747"/>
                  </a:lnTo>
                  <a:lnTo>
                    <a:pt x="3736898" y="770792"/>
                  </a:lnTo>
                  <a:lnTo>
                    <a:pt x="3775337" y="706757"/>
                  </a:lnTo>
                  <a:lnTo>
                    <a:pt x="3814643" y="646570"/>
                  </a:lnTo>
                  <a:lnTo>
                    <a:pt x="3820202" y="638483"/>
                  </a:lnTo>
                  <a:lnTo>
                    <a:pt x="3870456" y="570101"/>
                  </a:lnTo>
                  <a:lnTo>
                    <a:pt x="3922994" y="507467"/>
                  </a:lnTo>
                  <a:lnTo>
                    <a:pt x="3978436" y="450394"/>
                  </a:lnTo>
                  <a:lnTo>
                    <a:pt x="4037461" y="398509"/>
                  </a:lnTo>
                  <a:lnTo>
                    <a:pt x="4100780" y="351358"/>
                  </a:lnTo>
                  <a:lnTo>
                    <a:pt x="4169090" y="308469"/>
                  </a:lnTo>
                  <a:lnTo>
                    <a:pt x="4243040" y="269392"/>
                  </a:lnTo>
                  <a:lnTo>
                    <a:pt x="4323171" y="233725"/>
                  </a:lnTo>
                  <a:lnTo>
                    <a:pt x="4409842" y="201130"/>
                  </a:lnTo>
                  <a:lnTo>
                    <a:pt x="4503135" y="171338"/>
                  </a:lnTo>
                  <a:lnTo>
                    <a:pt x="4602740" y="144158"/>
                  </a:lnTo>
                  <a:lnTo>
                    <a:pt x="4707826" y="119471"/>
                  </a:lnTo>
                  <a:lnTo>
                    <a:pt x="4816930" y="97229"/>
                  </a:lnTo>
                  <a:lnTo>
                    <a:pt x="4927876" y="77441"/>
                  </a:lnTo>
                  <a:lnTo>
                    <a:pt x="5037790" y="60149"/>
                  </a:lnTo>
                  <a:lnTo>
                    <a:pt x="5143239" y="45406"/>
                  </a:lnTo>
                  <a:lnTo>
                    <a:pt x="5240523" y="33233"/>
                  </a:lnTo>
                  <a:lnTo>
                    <a:pt x="5326111" y="23589"/>
                  </a:lnTo>
                  <a:lnTo>
                    <a:pt x="5397149" y="16342"/>
                  </a:lnTo>
                  <a:lnTo>
                    <a:pt x="5451934" y="11260"/>
                  </a:lnTo>
                  <a:lnTo>
                    <a:pt x="5490242" y="8017"/>
                  </a:lnTo>
                  <a:lnTo>
                    <a:pt x="5513443" y="6220"/>
                  </a:lnTo>
                  <a:lnTo>
                    <a:pt x="5524414" y="543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67" y="5289"/>
                  </a:lnTo>
                  <a:lnTo>
                    <a:pt x="6530612" y="5638"/>
                  </a:lnTo>
                  <a:lnTo>
                    <a:pt x="6548741" y="6602"/>
                  </a:lnTo>
                  <a:lnTo>
                    <a:pt x="6581451" y="8503"/>
                  </a:lnTo>
                  <a:lnTo>
                    <a:pt x="6630806" y="11645"/>
                  </a:lnTo>
                  <a:lnTo>
                    <a:pt x="6697193" y="16294"/>
                  </a:lnTo>
                  <a:lnTo>
                    <a:pt x="6779350" y="22647"/>
                  </a:lnTo>
                  <a:lnTo>
                    <a:pt x="6874652" y="30830"/>
                  </a:lnTo>
                  <a:lnTo>
                    <a:pt x="6979574" y="40891"/>
                  </a:lnTo>
                  <a:lnTo>
                    <a:pt x="7090242" y="52828"/>
                  </a:lnTo>
                  <a:lnTo>
                    <a:pt x="7202941" y="66606"/>
                  </a:lnTo>
                  <a:lnTo>
                    <a:pt x="7314475" y="82188"/>
                  </a:lnTo>
                  <a:lnTo>
                    <a:pt x="7422370" y="99559"/>
                  </a:lnTo>
                  <a:lnTo>
                    <a:pt x="7524911" y="118745"/>
                  </a:lnTo>
                  <a:lnTo>
                    <a:pt x="7621085" y="139819"/>
                  </a:lnTo>
                  <a:lnTo>
                    <a:pt x="7710459" y="162914"/>
                  </a:lnTo>
                  <a:lnTo>
                    <a:pt x="7793046" y="188217"/>
                  </a:lnTo>
                  <a:lnTo>
                    <a:pt x="7869178" y="215972"/>
                  </a:lnTo>
                  <a:lnTo>
                    <a:pt x="7939393" y="246469"/>
                  </a:lnTo>
                  <a:lnTo>
                    <a:pt x="8004358" y="280038"/>
                  </a:lnTo>
                  <a:lnTo>
                    <a:pt x="8064800" y="317031"/>
                  </a:lnTo>
                  <a:lnTo>
                    <a:pt x="8121462" y="357788"/>
                  </a:lnTo>
                  <a:lnTo>
                    <a:pt x="8175062" y="402596"/>
                  </a:lnTo>
                  <a:lnTo>
                    <a:pt x="8226256" y="451611"/>
                  </a:lnTo>
                  <a:lnTo>
                    <a:pt x="8229629" y="455061"/>
                  </a:lnTo>
                  <a:lnTo>
                    <a:pt x="8274646" y="503732"/>
                  </a:lnTo>
                  <a:lnTo>
                    <a:pt x="8318530" y="555975"/>
                  </a:lnTo>
                  <a:lnTo>
                    <a:pt x="8361588" y="611863"/>
                  </a:lnTo>
                  <a:lnTo>
                    <a:pt x="8404070" y="671408"/>
                  </a:lnTo>
                  <a:lnTo>
                    <a:pt x="8446174" y="734563"/>
                  </a:lnTo>
                  <a:lnTo>
                    <a:pt x="8488055" y="801205"/>
                  </a:lnTo>
                  <a:lnTo>
                    <a:pt x="8529828" y="871140"/>
                  </a:lnTo>
                  <a:lnTo>
                    <a:pt x="8571578" y="944096"/>
                  </a:lnTo>
                  <a:lnTo>
                    <a:pt x="8613355" y="1019730"/>
                  </a:lnTo>
                  <a:lnTo>
                    <a:pt x="8655190" y="1097625"/>
                  </a:lnTo>
                  <a:lnTo>
                    <a:pt x="8697087" y="1177304"/>
                  </a:lnTo>
                  <a:lnTo>
                    <a:pt x="8739038" y="1258241"/>
                  </a:lnTo>
                  <a:lnTo>
                    <a:pt x="8781022" y="1339869"/>
                  </a:lnTo>
                  <a:lnTo>
                    <a:pt x="8823011" y="1421604"/>
                  </a:lnTo>
                  <a:lnTo>
                    <a:pt x="8864977" y="1502858"/>
                  </a:lnTo>
                  <a:lnTo>
                    <a:pt x="8906895" y="1583057"/>
                  </a:lnTo>
                  <a:lnTo>
                    <a:pt x="8948753" y="1661657"/>
                  </a:lnTo>
                  <a:lnTo>
                    <a:pt x="8990549" y="1738162"/>
                  </a:lnTo>
                  <a:lnTo>
                    <a:pt x="9032304" y="1812134"/>
                  </a:lnTo>
                  <a:lnTo>
                    <a:pt x="9074060" y="1883200"/>
                  </a:lnTo>
                  <a:lnTo>
                    <a:pt x="9115891" y="1951063"/>
                  </a:lnTo>
                  <a:lnTo>
                    <a:pt x="9157898" y="2015501"/>
                  </a:lnTo>
                  <a:lnTo>
                    <a:pt x="9200222" y="2076365"/>
                  </a:lnTo>
                  <a:lnTo>
                    <a:pt x="9243045" y="2133581"/>
                  </a:lnTo>
                  <a:lnTo>
                    <a:pt x="9286597" y="2187140"/>
                  </a:lnTo>
                  <a:lnTo>
                    <a:pt x="9331163" y="2237096"/>
                  </a:lnTo>
                  <a:lnTo>
                    <a:pt x="9347647" y="2254346"/>
                  </a:lnTo>
                  <a:lnTo>
                    <a:pt x="9398701" y="2303645"/>
                  </a:lnTo>
                  <a:lnTo>
                    <a:pt x="9452119" y="2348733"/>
                  </a:lnTo>
                  <a:lnTo>
                    <a:pt x="9508552" y="2389755"/>
                  </a:lnTo>
                  <a:lnTo>
                    <a:pt x="9568717" y="2426990"/>
                  </a:lnTo>
                  <a:lnTo>
                    <a:pt x="9633354" y="2460779"/>
                  </a:lnTo>
                  <a:lnTo>
                    <a:pt x="9703194" y="2491472"/>
                  </a:lnTo>
                  <a:lnTo>
                    <a:pt x="9778909" y="2519401"/>
                  </a:lnTo>
                  <a:lnTo>
                    <a:pt x="9861049" y="2544861"/>
                  </a:lnTo>
                  <a:lnTo>
                    <a:pt x="9949961" y="2568098"/>
                  </a:lnTo>
                  <a:lnTo>
                    <a:pt x="10045685" y="2589304"/>
                  </a:lnTo>
                  <a:lnTo>
                    <a:pt x="10147822" y="2608614"/>
                  </a:lnTo>
                  <a:lnTo>
                    <a:pt x="10255402" y="2626106"/>
                  </a:lnTo>
                  <a:lnTo>
                    <a:pt x="10366761" y="2641809"/>
                  </a:lnTo>
                  <a:lnTo>
                    <a:pt x="10479474" y="2655709"/>
                  </a:lnTo>
                  <a:lnTo>
                    <a:pt x="10590391" y="2667771"/>
                  </a:lnTo>
                  <a:lnTo>
                    <a:pt x="10695822" y="2677959"/>
                  </a:lnTo>
                  <a:lnTo>
                    <a:pt x="10791889" y="2686267"/>
                  </a:lnTo>
                  <a:lnTo>
                    <a:pt x="10875027" y="2692741"/>
                  </a:lnTo>
                  <a:lnTo>
                    <a:pt x="10942531" y="2697499"/>
                  </a:lnTo>
                  <a:lnTo>
                    <a:pt x="10993040" y="2700735"/>
                  </a:lnTo>
                  <a:lnTo>
                    <a:pt x="11026823" y="2702710"/>
                  </a:lnTo>
                  <a:lnTo>
                    <a:pt x="11045837" y="2703727"/>
                  </a:lnTo>
                  <a:lnTo>
                    <a:pt x="11053581" y="2704107"/>
                  </a:lnTo>
                  <a:lnTo>
                    <a:pt x="11054891" y="2704167"/>
                  </a:lnTo>
                  <a:lnTo>
                    <a:pt x="12049831" y="2704167"/>
                  </a:lnTo>
                  <a:lnTo>
                    <a:pt x="12049831" y="2698926"/>
                  </a:lnTo>
                  <a:lnTo>
                    <a:pt x="11054891" y="2698926"/>
                  </a:lnTo>
                  <a:lnTo>
                    <a:pt x="11053809" y="2698877"/>
                  </a:lnTo>
                  <a:lnTo>
                    <a:pt x="11046665" y="2698528"/>
                  </a:lnTo>
                  <a:lnTo>
                    <a:pt x="11028535" y="2697564"/>
                  </a:lnTo>
                  <a:lnTo>
                    <a:pt x="10995826" y="2695664"/>
                  </a:lnTo>
                  <a:lnTo>
                    <a:pt x="10946470" y="2692521"/>
                  </a:lnTo>
                  <a:lnTo>
                    <a:pt x="10880084" y="2687873"/>
                  </a:lnTo>
                  <a:lnTo>
                    <a:pt x="10797926" y="2681519"/>
                  </a:lnTo>
                  <a:lnTo>
                    <a:pt x="10702624" y="2673337"/>
                  </a:lnTo>
                  <a:lnTo>
                    <a:pt x="10597703" y="2663275"/>
                  </a:lnTo>
                  <a:lnTo>
                    <a:pt x="10487034" y="2651338"/>
                  </a:lnTo>
                  <a:lnTo>
                    <a:pt x="10374336" y="2637560"/>
                  </a:lnTo>
                  <a:lnTo>
                    <a:pt x="10262801" y="2621979"/>
                  </a:lnTo>
                  <a:lnTo>
                    <a:pt x="10154906" y="2604607"/>
                  </a:lnTo>
                  <a:lnTo>
                    <a:pt x="10052366" y="2585422"/>
                  </a:lnTo>
                  <a:lnTo>
                    <a:pt x="9956192" y="2564347"/>
                  </a:lnTo>
                  <a:lnTo>
                    <a:pt x="9866818" y="2541252"/>
                  </a:lnTo>
                  <a:lnTo>
                    <a:pt x="9784230" y="2515949"/>
                  </a:lnTo>
                  <a:lnTo>
                    <a:pt x="9708099" y="2488194"/>
                  </a:lnTo>
                  <a:lnTo>
                    <a:pt x="9637883" y="2457697"/>
                  </a:lnTo>
                  <a:lnTo>
                    <a:pt x="9572919" y="2424128"/>
                  </a:lnTo>
                  <a:lnTo>
                    <a:pt x="9512476" y="2387135"/>
                  </a:lnTo>
                  <a:lnTo>
                    <a:pt x="9455814" y="2346378"/>
                  </a:lnTo>
                  <a:lnTo>
                    <a:pt x="9402215" y="2301570"/>
                  </a:lnTo>
                  <a:lnTo>
                    <a:pt x="9351021" y="2252555"/>
                  </a:lnTo>
                  <a:lnTo>
                    <a:pt x="9347647" y="2249105"/>
                  </a:lnTo>
                  <a:lnTo>
                    <a:pt x="9302630" y="2200434"/>
                  </a:lnTo>
                  <a:lnTo>
                    <a:pt x="9258747" y="2148191"/>
                  </a:lnTo>
                  <a:lnTo>
                    <a:pt x="9215688" y="2092304"/>
                  </a:lnTo>
                  <a:lnTo>
                    <a:pt x="9173206" y="2032758"/>
                  </a:lnTo>
                  <a:lnTo>
                    <a:pt x="9131102" y="1969603"/>
                  </a:lnTo>
                  <a:lnTo>
                    <a:pt x="9089222" y="1902961"/>
                  </a:lnTo>
                  <a:lnTo>
                    <a:pt x="9047448" y="1833027"/>
                  </a:lnTo>
                  <a:lnTo>
                    <a:pt x="9005699" y="1760070"/>
                  </a:lnTo>
                  <a:lnTo>
                    <a:pt x="8963921" y="1684436"/>
                  </a:lnTo>
                  <a:lnTo>
                    <a:pt x="8922087" y="1606541"/>
                  </a:lnTo>
                  <a:lnTo>
                    <a:pt x="8880190" y="1526862"/>
                  </a:lnTo>
                  <a:lnTo>
                    <a:pt x="8838238" y="1445926"/>
                  </a:lnTo>
                  <a:lnTo>
                    <a:pt x="8796255" y="1364297"/>
                  </a:lnTo>
                  <a:lnTo>
                    <a:pt x="8754266" y="1282562"/>
                  </a:lnTo>
                  <a:lnTo>
                    <a:pt x="8712300" y="1201308"/>
                  </a:lnTo>
                  <a:lnTo>
                    <a:pt x="8670381" y="1121110"/>
                  </a:lnTo>
                  <a:lnTo>
                    <a:pt x="8628524" y="1042509"/>
                  </a:lnTo>
                  <a:lnTo>
                    <a:pt x="8586728" y="966004"/>
                  </a:lnTo>
                  <a:lnTo>
                    <a:pt x="8544973" y="892032"/>
                  </a:lnTo>
                  <a:lnTo>
                    <a:pt x="8503216" y="820966"/>
                  </a:lnTo>
                  <a:lnTo>
                    <a:pt x="8461386" y="753103"/>
                  </a:lnTo>
                  <a:lnTo>
                    <a:pt x="8419379" y="688666"/>
                  </a:lnTo>
                  <a:lnTo>
                    <a:pt x="8377054" y="627801"/>
                  </a:lnTo>
                  <a:lnTo>
                    <a:pt x="8334231" y="570585"/>
                  </a:lnTo>
                  <a:lnTo>
                    <a:pt x="8290679" y="517026"/>
                  </a:lnTo>
                  <a:lnTo>
                    <a:pt x="8246113" y="467071"/>
                  </a:lnTo>
                  <a:lnTo>
                    <a:pt x="8229629" y="449821"/>
                  </a:lnTo>
                  <a:lnTo>
                    <a:pt x="8178576" y="400522"/>
                  </a:lnTo>
                  <a:lnTo>
                    <a:pt x="8125158" y="355434"/>
                  </a:lnTo>
                  <a:lnTo>
                    <a:pt x="8068724" y="314412"/>
                  </a:lnTo>
                  <a:lnTo>
                    <a:pt x="8008560" y="277176"/>
                  </a:lnTo>
                  <a:lnTo>
                    <a:pt x="7943922" y="243387"/>
                  </a:lnTo>
                  <a:lnTo>
                    <a:pt x="7874082" y="212694"/>
                  </a:lnTo>
                  <a:lnTo>
                    <a:pt x="7798368" y="184765"/>
                  </a:lnTo>
                  <a:lnTo>
                    <a:pt x="7716228" y="159305"/>
                  </a:lnTo>
                  <a:lnTo>
                    <a:pt x="7627315" y="136068"/>
                  </a:lnTo>
                  <a:lnTo>
                    <a:pt x="7531591" y="114862"/>
                  </a:lnTo>
                  <a:lnTo>
                    <a:pt x="7429454" y="95552"/>
                  </a:lnTo>
                  <a:lnTo>
                    <a:pt x="7321874" y="78060"/>
                  </a:lnTo>
                  <a:lnTo>
                    <a:pt x="7210516" y="62357"/>
                  </a:lnTo>
                  <a:lnTo>
                    <a:pt x="7097802" y="48457"/>
                  </a:lnTo>
                  <a:lnTo>
                    <a:pt x="6986885" y="36396"/>
                  </a:lnTo>
                  <a:lnTo>
                    <a:pt x="6881455" y="26207"/>
                  </a:lnTo>
                  <a:lnTo>
                    <a:pt x="6785388" y="17899"/>
                  </a:lnTo>
                  <a:lnTo>
                    <a:pt x="6702250" y="11425"/>
                  </a:lnTo>
                  <a:lnTo>
                    <a:pt x="6634745" y="6667"/>
                  </a:lnTo>
                  <a:lnTo>
                    <a:pt x="6584237" y="3431"/>
                  </a:lnTo>
                  <a:lnTo>
                    <a:pt x="6550453" y="1456"/>
                  </a:lnTo>
                  <a:lnTo>
                    <a:pt x="6531439" y="439"/>
                  </a:lnTo>
                  <a:lnTo>
                    <a:pt x="6523696" y="59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12" y="65"/>
                  </a:lnTo>
                  <a:lnTo>
                    <a:pt x="5519579" y="534"/>
                  </a:lnTo>
                  <a:lnTo>
                    <a:pt x="5502221" y="1829"/>
                  </a:lnTo>
                  <a:lnTo>
                    <a:pt x="5470851" y="4382"/>
                  </a:lnTo>
                  <a:lnTo>
                    <a:pt x="5423415" y="8606"/>
                  </a:lnTo>
                  <a:lnTo>
                    <a:pt x="5359432" y="14862"/>
                  </a:lnTo>
                  <a:lnTo>
                    <a:pt x="5279981" y="23424"/>
                  </a:lnTo>
                  <a:lnTo>
                    <a:pt x="5187458" y="34469"/>
                  </a:lnTo>
                  <a:lnTo>
                    <a:pt x="5085160" y="48077"/>
                  </a:lnTo>
                  <a:lnTo>
                    <a:pt x="4976771" y="64247"/>
                  </a:lnTo>
                  <a:lnTo>
                    <a:pt x="4865889" y="82939"/>
                  </a:lnTo>
                  <a:lnTo>
                    <a:pt x="4755660" y="104100"/>
                  </a:lnTo>
                  <a:lnTo>
                    <a:pt x="4648576" y="127704"/>
                  </a:lnTo>
                  <a:lnTo>
                    <a:pt x="4546412" y="153772"/>
                  </a:lnTo>
                  <a:lnTo>
                    <a:pt x="4450263" y="182391"/>
                  </a:lnTo>
                  <a:lnTo>
                    <a:pt x="4360655" y="213718"/>
                  </a:lnTo>
                  <a:lnTo>
                    <a:pt x="4277664" y="247990"/>
                  </a:lnTo>
                  <a:lnTo>
                    <a:pt x="4201041" y="285514"/>
                  </a:lnTo>
                  <a:lnTo>
                    <a:pt x="4130313" y="326665"/>
                  </a:lnTo>
                  <a:lnTo>
                    <a:pt x="4064873" y="371875"/>
                  </a:lnTo>
                  <a:lnTo>
                    <a:pt x="4004038" y="421610"/>
                  </a:lnTo>
                  <a:lnTo>
                    <a:pt x="3947098" y="476338"/>
                  </a:lnTo>
                  <a:lnTo>
                    <a:pt x="3893358" y="536477"/>
                  </a:lnTo>
                  <a:lnTo>
                    <a:pt x="3842165" y="602312"/>
                  </a:lnTo>
                  <a:lnTo>
                    <a:pt x="3820202" y="633243"/>
                  </a:lnTo>
                  <a:lnTo>
                    <a:pt x="3780756" y="692902"/>
                  </a:lnTo>
                  <a:lnTo>
                    <a:pt x="3742210" y="756396"/>
                  </a:lnTo>
                  <a:lnTo>
                    <a:pt x="3704349" y="823802"/>
                  </a:lnTo>
                  <a:lnTo>
                    <a:pt x="3666995" y="895152"/>
                  </a:lnTo>
                  <a:lnTo>
                    <a:pt x="3630000" y="970427"/>
                  </a:lnTo>
                  <a:lnTo>
                    <a:pt x="3593247" y="1049550"/>
                  </a:lnTo>
                  <a:lnTo>
                    <a:pt x="3556639" y="1132387"/>
                  </a:lnTo>
                  <a:lnTo>
                    <a:pt x="3520104" y="1218740"/>
                  </a:lnTo>
                  <a:lnTo>
                    <a:pt x="3483587" y="1308350"/>
                  </a:lnTo>
                  <a:lnTo>
                    <a:pt x="3447051" y="1400897"/>
                  </a:lnTo>
                  <a:lnTo>
                    <a:pt x="3410476" y="1496001"/>
                  </a:lnTo>
                  <a:lnTo>
                    <a:pt x="3373853" y="1593230"/>
                  </a:lnTo>
                  <a:lnTo>
                    <a:pt x="3337183" y="1692106"/>
                  </a:lnTo>
                  <a:lnTo>
                    <a:pt x="3300477" y="1792113"/>
                  </a:lnTo>
                  <a:lnTo>
                    <a:pt x="3263751" y="1892713"/>
                  </a:lnTo>
                  <a:lnTo>
                    <a:pt x="3227024" y="1993352"/>
                  </a:lnTo>
                  <a:lnTo>
                    <a:pt x="3190314" y="2093475"/>
                  </a:lnTo>
                  <a:lnTo>
                    <a:pt x="3153639" y="2192540"/>
                  </a:lnTo>
                  <a:lnTo>
                    <a:pt x="3117008" y="2290028"/>
                  </a:lnTo>
                  <a:lnTo>
                    <a:pt x="3080427" y="2385455"/>
                  </a:lnTo>
                  <a:lnTo>
                    <a:pt x="3043887" y="2478382"/>
                  </a:lnTo>
                  <a:lnTo>
                    <a:pt x="3007369" y="2568422"/>
                  </a:lnTo>
                  <a:lnTo>
                    <a:pt x="2970839" y="2655246"/>
                  </a:lnTo>
                  <a:lnTo>
                    <a:pt x="2934245" y="2738586"/>
                  </a:lnTo>
                  <a:lnTo>
                    <a:pt x="2897517" y="2818236"/>
                  </a:lnTo>
                  <a:lnTo>
                    <a:pt x="2860563" y="2894053"/>
                  </a:lnTo>
                  <a:lnTo>
                    <a:pt x="2823267" y="2965952"/>
                  </a:lnTo>
                  <a:lnTo>
                    <a:pt x="2785487" y="3033907"/>
                  </a:lnTo>
                  <a:lnTo>
                    <a:pt x="2747048" y="3097942"/>
                  </a:lnTo>
                  <a:lnTo>
                    <a:pt x="2707742" y="3158130"/>
                  </a:lnTo>
                  <a:lnTo>
                    <a:pt x="2702183" y="3166216"/>
                  </a:lnTo>
                  <a:lnTo>
                    <a:pt x="2651929" y="3234599"/>
                  </a:lnTo>
                  <a:lnTo>
                    <a:pt x="2599391" y="3297232"/>
                  </a:lnTo>
                  <a:lnTo>
                    <a:pt x="2543949" y="3354305"/>
                  </a:lnTo>
                  <a:lnTo>
                    <a:pt x="2484924" y="3406190"/>
                  </a:lnTo>
                  <a:lnTo>
                    <a:pt x="2421605" y="3453341"/>
                  </a:lnTo>
                  <a:lnTo>
                    <a:pt x="2353295" y="3496230"/>
                  </a:lnTo>
                  <a:lnTo>
                    <a:pt x="2279345" y="3535308"/>
                  </a:lnTo>
                  <a:lnTo>
                    <a:pt x="2199214" y="3570974"/>
                  </a:lnTo>
                  <a:lnTo>
                    <a:pt x="2112543" y="3603569"/>
                  </a:lnTo>
                  <a:lnTo>
                    <a:pt x="2019250" y="3633361"/>
                  </a:lnTo>
                  <a:lnTo>
                    <a:pt x="1919645" y="3660541"/>
                  </a:lnTo>
                  <a:lnTo>
                    <a:pt x="1814559" y="3685228"/>
                  </a:lnTo>
                  <a:lnTo>
                    <a:pt x="1705455" y="3707470"/>
                  </a:lnTo>
                  <a:lnTo>
                    <a:pt x="1594509" y="3727259"/>
                  </a:lnTo>
                  <a:lnTo>
                    <a:pt x="1484595" y="3744550"/>
                  </a:lnTo>
                  <a:lnTo>
                    <a:pt x="1379146" y="3759293"/>
                  </a:lnTo>
                  <a:lnTo>
                    <a:pt x="1281862" y="3771466"/>
                  </a:lnTo>
                  <a:lnTo>
                    <a:pt x="1196274" y="3781110"/>
                  </a:lnTo>
                  <a:lnTo>
                    <a:pt x="1125236" y="3788357"/>
                  </a:lnTo>
                  <a:lnTo>
                    <a:pt x="1070451" y="3793439"/>
                  </a:lnTo>
                  <a:lnTo>
                    <a:pt x="1032143" y="3796682"/>
                  </a:lnTo>
                  <a:lnTo>
                    <a:pt x="1008942" y="3798480"/>
                  </a:lnTo>
                  <a:lnTo>
                    <a:pt x="997971" y="3799260"/>
                  </a:lnTo>
                  <a:lnTo>
                    <a:pt x="994940" y="3799459"/>
                  </a:lnTo>
                  <a:lnTo>
                    <a:pt x="0" y="3799459"/>
                  </a:lnTo>
                  <a:close/>
                </a:path>
              </a:pathLst>
            </a:custGeom>
            <a:solidFill>
              <a:srgbClr val="EF5350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47" name="pl2046"/>
            <p:cNvSpPr/>
            <p:nvPr/>
          </p:nvSpPr>
          <p:spPr>
            <a:xfrm>
              <a:off x="1199187" y="2499617"/>
              <a:ext cx="12049831" cy="3799459"/>
            </a:xfrm>
            <a:custGeom>
              <a:avLst/>
              <a:pathLst>
                <a:path w="12049831" h="3799459">
                  <a:moveTo>
                    <a:pt x="0" y="3799459"/>
                  </a:moveTo>
                  <a:lnTo>
                    <a:pt x="994940" y="3799459"/>
                  </a:lnTo>
                  <a:lnTo>
                    <a:pt x="995973" y="3799393"/>
                  </a:lnTo>
                  <a:lnTo>
                    <a:pt x="1002806" y="3798925"/>
                  </a:lnTo>
                  <a:lnTo>
                    <a:pt x="1020164" y="3797630"/>
                  </a:lnTo>
                  <a:lnTo>
                    <a:pt x="1051534" y="3795077"/>
                  </a:lnTo>
                  <a:lnTo>
                    <a:pt x="1098970" y="3790852"/>
                  </a:lnTo>
                  <a:lnTo>
                    <a:pt x="1162953" y="3784597"/>
                  </a:lnTo>
                  <a:lnTo>
                    <a:pt x="1242404" y="3776035"/>
                  </a:lnTo>
                  <a:lnTo>
                    <a:pt x="1334927" y="3764989"/>
                  </a:lnTo>
                  <a:lnTo>
                    <a:pt x="1437225" y="3751382"/>
                  </a:lnTo>
                  <a:lnTo>
                    <a:pt x="1545614" y="3735212"/>
                  </a:lnTo>
                  <a:lnTo>
                    <a:pt x="1656496" y="3716520"/>
                  </a:lnTo>
                  <a:lnTo>
                    <a:pt x="1766725" y="3695359"/>
                  </a:lnTo>
                  <a:lnTo>
                    <a:pt x="1873809" y="3671755"/>
                  </a:lnTo>
                  <a:lnTo>
                    <a:pt x="1975973" y="3645686"/>
                  </a:lnTo>
                  <a:lnTo>
                    <a:pt x="2072122" y="3617068"/>
                  </a:lnTo>
                  <a:lnTo>
                    <a:pt x="2161730" y="3585740"/>
                  </a:lnTo>
                  <a:lnTo>
                    <a:pt x="2244721" y="3551469"/>
                  </a:lnTo>
                  <a:lnTo>
                    <a:pt x="2321344" y="3513945"/>
                  </a:lnTo>
                  <a:lnTo>
                    <a:pt x="2392072" y="3472793"/>
                  </a:lnTo>
                  <a:lnTo>
                    <a:pt x="2457512" y="3427583"/>
                  </a:lnTo>
                  <a:lnTo>
                    <a:pt x="2518347" y="3377849"/>
                  </a:lnTo>
                  <a:lnTo>
                    <a:pt x="2575287" y="3323121"/>
                  </a:lnTo>
                  <a:lnTo>
                    <a:pt x="2629027" y="3262982"/>
                  </a:lnTo>
                  <a:lnTo>
                    <a:pt x="2680220" y="3197146"/>
                  </a:lnTo>
                  <a:lnTo>
                    <a:pt x="2702183" y="3166216"/>
                  </a:lnTo>
                  <a:lnTo>
                    <a:pt x="2741629" y="3106556"/>
                  </a:lnTo>
                  <a:lnTo>
                    <a:pt x="2780175" y="3043063"/>
                  </a:lnTo>
                  <a:lnTo>
                    <a:pt x="2818036" y="2975656"/>
                  </a:lnTo>
                  <a:lnTo>
                    <a:pt x="2855390" y="2904306"/>
                  </a:lnTo>
                  <a:lnTo>
                    <a:pt x="2892385" y="2829032"/>
                  </a:lnTo>
                  <a:lnTo>
                    <a:pt x="2929138" y="2749909"/>
                  </a:lnTo>
                  <a:lnTo>
                    <a:pt x="2965746" y="2667072"/>
                  </a:lnTo>
                  <a:lnTo>
                    <a:pt x="3002281" y="2580719"/>
                  </a:lnTo>
                  <a:lnTo>
                    <a:pt x="3038798" y="2491108"/>
                  </a:lnTo>
                  <a:lnTo>
                    <a:pt x="3075334" y="2398561"/>
                  </a:lnTo>
                  <a:lnTo>
                    <a:pt x="3111909" y="2303457"/>
                  </a:lnTo>
                  <a:lnTo>
                    <a:pt x="3148532" y="2206229"/>
                  </a:lnTo>
                  <a:lnTo>
                    <a:pt x="3185202" y="2107353"/>
                  </a:lnTo>
                  <a:lnTo>
                    <a:pt x="3221908" y="2007345"/>
                  </a:lnTo>
                  <a:lnTo>
                    <a:pt x="3258634" y="1906745"/>
                  </a:lnTo>
                  <a:lnTo>
                    <a:pt x="3295361" y="1806107"/>
                  </a:lnTo>
                  <a:lnTo>
                    <a:pt x="3332071" y="1705983"/>
                  </a:lnTo>
                  <a:lnTo>
                    <a:pt x="3368746" y="1606919"/>
                  </a:lnTo>
                  <a:lnTo>
                    <a:pt x="3405377" y="1509431"/>
                  </a:lnTo>
                  <a:lnTo>
                    <a:pt x="3441958" y="1414004"/>
                  </a:lnTo>
                  <a:lnTo>
                    <a:pt x="3478498" y="1321077"/>
                  </a:lnTo>
                  <a:lnTo>
                    <a:pt x="3515016" y="1231036"/>
                  </a:lnTo>
                  <a:lnTo>
                    <a:pt x="3551546" y="1144212"/>
                  </a:lnTo>
                  <a:lnTo>
                    <a:pt x="3588140" y="1060872"/>
                  </a:lnTo>
                  <a:lnTo>
                    <a:pt x="3624868" y="981223"/>
                  </a:lnTo>
                  <a:lnTo>
                    <a:pt x="3661822" y="905406"/>
                  </a:lnTo>
                  <a:lnTo>
                    <a:pt x="3699118" y="833507"/>
                  </a:lnTo>
                  <a:lnTo>
                    <a:pt x="3736898" y="765552"/>
                  </a:lnTo>
                  <a:lnTo>
                    <a:pt x="3775337" y="701517"/>
                  </a:lnTo>
                  <a:lnTo>
                    <a:pt x="3814643" y="641329"/>
                  </a:lnTo>
                  <a:lnTo>
                    <a:pt x="3820202" y="633243"/>
                  </a:lnTo>
                  <a:lnTo>
                    <a:pt x="3870456" y="564860"/>
                  </a:lnTo>
                  <a:lnTo>
                    <a:pt x="3922994" y="502227"/>
                  </a:lnTo>
                  <a:lnTo>
                    <a:pt x="3978436" y="445154"/>
                  </a:lnTo>
                  <a:lnTo>
                    <a:pt x="4037461" y="393269"/>
                  </a:lnTo>
                  <a:lnTo>
                    <a:pt x="4100780" y="346118"/>
                  </a:lnTo>
                  <a:lnTo>
                    <a:pt x="4169090" y="303228"/>
                  </a:lnTo>
                  <a:lnTo>
                    <a:pt x="4243040" y="264151"/>
                  </a:lnTo>
                  <a:lnTo>
                    <a:pt x="4323171" y="228484"/>
                  </a:lnTo>
                  <a:lnTo>
                    <a:pt x="4409842" y="195889"/>
                  </a:lnTo>
                  <a:lnTo>
                    <a:pt x="4503135" y="166098"/>
                  </a:lnTo>
                  <a:lnTo>
                    <a:pt x="4602740" y="138917"/>
                  </a:lnTo>
                  <a:lnTo>
                    <a:pt x="4707826" y="114230"/>
                  </a:lnTo>
                  <a:lnTo>
                    <a:pt x="4816930" y="91988"/>
                  </a:lnTo>
                  <a:lnTo>
                    <a:pt x="4927876" y="72200"/>
                  </a:lnTo>
                  <a:lnTo>
                    <a:pt x="5037790" y="54909"/>
                  </a:lnTo>
                  <a:lnTo>
                    <a:pt x="5143239" y="40165"/>
                  </a:lnTo>
                  <a:lnTo>
                    <a:pt x="5240523" y="27992"/>
                  </a:lnTo>
                  <a:lnTo>
                    <a:pt x="5326111" y="18348"/>
                  </a:lnTo>
                  <a:lnTo>
                    <a:pt x="5397149" y="11102"/>
                  </a:lnTo>
                  <a:lnTo>
                    <a:pt x="5451934" y="6020"/>
                  </a:lnTo>
                  <a:lnTo>
                    <a:pt x="5490242" y="2777"/>
                  </a:lnTo>
                  <a:lnTo>
                    <a:pt x="5513443" y="979"/>
                  </a:lnTo>
                  <a:lnTo>
                    <a:pt x="5524414" y="198"/>
                  </a:lnTo>
                  <a:lnTo>
                    <a:pt x="5527354" y="5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67" y="49"/>
                  </a:lnTo>
                  <a:lnTo>
                    <a:pt x="6530612" y="398"/>
                  </a:lnTo>
                  <a:lnTo>
                    <a:pt x="6548741" y="1362"/>
                  </a:lnTo>
                  <a:lnTo>
                    <a:pt x="6581451" y="3262"/>
                  </a:lnTo>
                  <a:lnTo>
                    <a:pt x="6630806" y="6404"/>
                  </a:lnTo>
                  <a:lnTo>
                    <a:pt x="6697193" y="11053"/>
                  </a:lnTo>
                  <a:lnTo>
                    <a:pt x="6779350" y="17407"/>
                  </a:lnTo>
                  <a:lnTo>
                    <a:pt x="6874652" y="25589"/>
                  </a:lnTo>
                  <a:lnTo>
                    <a:pt x="6979574" y="35651"/>
                  </a:lnTo>
                  <a:lnTo>
                    <a:pt x="7090242" y="47587"/>
                  </a:lnTo>
                  <a:lnTo>
                    <a:pt x="7202941" y="61365"/>
                  </a:lnTo>
                  <a:lnTo>
                    <a:pt x="7314475" y="76947"/>
                  </a:lnTo>
                  <a:lnTo>
                    <a:pt x="7422370" y="94318"/>
                  </a:lnTo>
                  <a:lnTo>
                    <a:pt x="7524911" y="113504"/>
                  </a:lnTo>
                  <a:lnTo>
                    <a:pt x="7621085" y="134579"/>
                  </a:lnTo>
                  <a:lnTo>
                    <a:pt x="7710459" y="157674"/>
                  </a:lnTo>
                  <a:lnTo>
                    <a:pt x="7793046" y="182977"/>
                  </a:lnTo>
                  <a:lnTo>
                    <a:pt x="7869178" y="210731"/>
                  </a:lnTo>
                  <a:lnTo>
                    <a:pt x="7939393" y="241228"/>
                  </a:lnTo>
                  <a:lnTo>
                    <a:pt x="8004358" y="274798"/>
                  </a:lnTo>
                  <a:lnTo>
                    <a:pt x="8064800" y="311790"/>
                  </a:lnTo>
                  <a:lnTo>
                    <a:pt x="8121462" y="352548"/>
                  </a:lnTo>
                  <a:lnTo>
                    <a:pt x="8175062" y="397356"/>
                  </a:lnTo>
                  <a:lnTo>
                    <a:pt x="8226256" y="446371"/>
                  </a:lnTo>
                  <a:lnTo>
                    <a:pt x="8229629" y="449821"/>
                  </a:lnTo>
                  <a:lnTo>
                    <a:pt x="8274646" y="498492"/>
                  </a:lnTo>
                  <a:lnTo>
                    <a:pt x="8318530" y="550735"/>
                  </a:lnTo>
                  <a:lnTo>
                    <a:pt x="8361588" y="606622"/>
                  </a:lnTo>
                  <a:lnTo>
                    <a:pt x="8404070" y="666168"/>
                  </a:lnTo>
                  <a:lnTo>
                    <a:pt x="8446174" y="729322"/>
                  </a:lnTo>
                  <a:lnTo>
                    <a:pt x="8488055" y="795964"/>
                  </a:lnTo>
                  <a:lnTo>
                    <a:pt x="8529828" y="865899"/>
                  </a:lnTo>
                  <a:lnTo>
                    <a:pt x="8571578" y="938856"/>
                  </a:lnTo>
                  <a:lnTo>
                    <a:pt x="8613355" y="1014489"/>
                  </a:lnTo>
                  <a:lnTo>
                    <a:pt x="8655190" y="1092384"/>
                  </a:lnTo>
                  <a:lnTo>
                    <a:pt x="8697087" y="1172064"/>
                  </a:lnTo>
                  <a:lnTo>
                    <a:pt x="8739038" y="1253000"/>
                  </a:lnTo>
                  <a:lnTo>
                    <a:pt x="8781022" y="1334628"/>
                  </a:lnTo>
                  <a:lnTo>
                    <a:pt x="8823011" y="1416363"/>
                  </a:lnTo>
                  <a:lnTo>
                    <a:pt x="8864977" y="1497617"/>
                  </a:lnTo>
                  <a:lnTo>
                    <a:pt x="8906895" y="1577816"/>
                  </a:lnTo>
                  <a:lnTo>
                    <a:pt x="8948753" y="1656416"/>
                  </a:lnTo>
                  <a:lnTo>
                    <a:pt x="8990549" y="1732922"/>
                  </a:lnTo>
                  <a:lnTo>
                    <a:pt x="9032304" y="1806893"/>
                  </a:lnTo>
                  <a:lnTo>
                    <a:pt x="9074060" y="1877960"/>
                  </a:lnTo>
                  <a:lnTo>
                    <a:pt x="9115891" y="1945823"/>
                  </a:lnTo>
                  <a:lnTo>
                    <a:pt x="9157898" y="2010260"/>
                  </a:lnTo>
                  <a:lnTo>
                    <a:pt x="9200222" y="2071124"/>
                  </a:lnTo>
                  <a:lnTo>
                    <a:pt x="9243045" y="2128340"/>
                  </a:lnTo>
                  <a:lnTo>
                    <a:pt x="9286597" y="2181900"/>
                  </a:lnTo>
                  <a:lnTo>
                    <a:pt x="9331163" y="2231855"/>
                  </a:lnTo>
                  <a:lnTo>
                    <a:pt x="9347647" y="2249105"/>
                  </a:lnTo>
                  <a:lnTo>
                    <a:pt x="9398701" y="2298404"/>
                  </a:lnTo>
                  <a:lnTo>
                    <a:pt x="9452119" y="2343492"/>
                  </a:lnTo>
                  <a:lnTo>
                    <a:pt x="9508552" y="2384514"/>
                  </a:lnTo>
                  <a:lnTo>
                    <a:pt x="9568717" y="2421750"/>
                  </a:lnTo>
                  <a:lnTo>
                    <a:pt x="9633354" y="2455538"/>
                  </a:lnTo>
                  <a:lnTo>
                    <a:pt x="9703194" y="2486232"/>
                  </a:lnTo>
                  <a:lnTo>
                    <a:pt x="9778909" y="2514161"/>
                  </a:lnTo>
                  <a:lnTo>
                    <a:pt x="9861049" y="2539621"/>
                  </a:lnTo>
                  <a:lnTo>
                    <a:pt x="9949961" y="2562858"/>
                  </a:lnTo>
                  <a:lnTo>
                    <a:pt x="10045685" y="2584064"/>
                  </a:lnTo>
                  <a:lnTo>
                    <a:pt x="10147822" y="2603373"/>
                  </a:lnTo>
                  <a:lnTo>
                    <a:pt x="10255402" y="2620866"/>
                  </a:lnTo>
                  <a:lnTo>
                    <a:pt x="10366761" y="2636568"/>
                  </a:lnTo>
                  <a:lnTo>
                    <a:pt x="10479474" y="2650468"/>
                  </a:lnTo>
                  <a:lnTo>
                    <a:pt x="10590391" y="2662530"/>
                  </a:lnTo>
                  <a:lnTo>
                    <a:pt x="10695822" y="2672719"/>
                  </a:lnTo>
                  <a:lnTo>
                    <a:pt x="10791889" y="2681027"/>
                  </a:lnTo>
                  <a:lnTo>
                    <a:pt x="10875027" y="2687500"/>
                  </a:lnTo>
                  <a:lnTo>
                    <a:pt x="10942531" y="2692258"/>
                  </a:lnTo>
                  <a:lnTo>
                    <a:pt x="10993040" y="2695494"/>
                  </a:lnTo>
                  <a:lnTo>
                    <a:pt x="11026823" y="2697469"/>
                  </a:lnTo>
                  <a:lnTo>
                    <a:pt x="11045837" y="2698486"/>
                  </a:lnTo>
                  <a:lnTo>
                    <a:pt x="11053581" y="2698866"/>
                  </a:lnTo>
                  <a:lnTo>
                    <a:pt x="11054891" y="2698926"/>
                  </a:lnTo>
                  <a:lnTo>
                    <a:pt x="11054891" y="2698926"/>
                  </a:lnTo>
                  <a:lnTo>
                    <a:pt x="12049831" y="2698926"/>
                  </a:lnTo>
                  <a:lnTo>
                    <a:pt x="12049831" y="26989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8" name="pl2047"/>
            <p:cNvSpPr/>
            <p:nvPr/>
          </p:nvSpPr>
          <p:spPr>
            <a:xfrm>
              <a:off x="1199187" y="2494377"/>
              <a:ext cx="12049831" cy="3799459"/>
            </a:xfrm>
            <a:custGeom>
              <a:avLst/>
              <a:pathLst>
                <a:path w="12049831" h="3799459">
                  <a:moveTo>
                    <a:pt x="12049831" y="2698926"/>
                  </a:moveTo>
                  <a:lnTo>
                    <a:pt x="11054891" y="2698926"/>
                  </a:lnTo>
                  <a:lnTo>
                    <a:pt x="11053809" y="2698877"/>
                  </a:lnTo>
                  <a:lnTo>
                    <a:pt x="11046665" y="2698528"/>
                  </a:lnTo>
                  <a:lnTo>
                    <a:pt x="11028535" y="2697564"/>
                  </a:lnTo>
                  <a:lnTo>
                    <a:pt x="10995826" y="2695664"/>
                  </a:lnTo>
                  <a:lnTo>
                    <a:pt x="10946470" y="2692521"/>
                  </a:lnTo>
                  <a:lnTo>
                    <a:pt x="10880084" y="2687873"/>
                  </a:lnTo>
                  <a:lnTo>
                    <a:pt x="10797926" y="2681519"/>
                  </a:lnTo>
                  <a:lnTo>
                    <a:pt x="10702624" y="2673337"/>
                  </a:lnTo>
                  <a:lnTo>
                    <a:pt x="10597703" y="2663275"/>
                  </a:lnTo>
                  <a:lnTo>
                    <a:pt x="10487034" y="2651338"/>
                  </a:lnTo>
                  <a:lnTo>
                    <a:pt x="10374336" y="2637560"/>
                  </a:lnTo>
                  <a:lnTo>
                    <a:pt x="10262801" y="2621979"/>
                  </a:lnTo>
                  <a:lnTo>
                    <a:pt x="10154906" y="2604607"/>
                  </a:lnTo>
                  <a:lnTo>
                    <a:pt x="10052366" y="2585422"/>
                  </a:lnTo>
                  <a:lnTo>
                    <a:pt x="9956192" y="2564347"/>
                  </a:lnTo>
                  <a:lnTo>
                    <a:pt x="9866818" y="2541252"/>
                  </a:lnTo>
                  <a:lnTo>
                    <a:pt x="9784230" y="2515949"/>
                  </a:lnTo>
                  <a:lnTo>
                    <a:pt x="9708099" y="2488194"/>
                  </a:lnTo>
                  <a:lnTo>
                    <a:pt x="9637883" y="2457697"/>
                  </a:lnTo>
                  <a:lnTo>
                    <a:pt x="9572919" y="2424128"/>
                  </a:lnTo>
                  <a:lnTo>
                    <a:pt x="9512476" y="2387135"/>
                  </a:lnTo>
                  <a:lnTo>
                    <a:pt x="9455814" y="2346378"/>
                  </a:lnTo>
                  <a:lnTo>
                    <a:pt x="9402215" y="2301570"/>
                  </a:lnTo>
                  <a:lnTo>
                    <a:pt x="9351021" y="2252555"/>
                  </a:lnTo>
                  <a:lnTo>
                    <a:pt x="9347647" y="2249105"/>
                  </a:lnTo>
                  <a:lnTo>
                    <a:pt x="9302630" y="2200434"/>
                  </a:lnTo>
                  <a:lnTo>
                    <a:pt x="9258747" y="2148191"/>
                  </a:lnTo>
                  <a:lnTo>
                    <a:pt x="9215688" y="2092304"/>
                  </a:lnTo>
                  <a:lnTo>
                    <a:pt x="9173206" y="2032758"/>
                  </a:lnTo>
                  <a:lnTo>
                    <a:pt x="9131102" y="1969603"/>
                  </a:lnTo>
                  <a:lnTo>
                    <a:pt x="9089222" y="1902961"/>
                  </a:lnTo>
                  <a:lnTo>
                    <a:pt x="9047448" y="1833027"/>
                  </a:lnTo>
                  <a:lnTo>
                    <a:pt x="9005699" y="1760070"/>
                  </a:lnTo>
                  <a:lnTo>
                    <a:pt x="8963921" y="1684436"/>
                  </a:lnTo>
                  <a:lnTo>
                    <a:pt x="8922087" y="1606541"/>
                  </a:lnTo>
                  <a:lnTo>
                    <a:pt x="8880190" y="1526862"/>
                  </a:lnTo>
                  <a:lnTo>
                    <a:pt x="8838238" y="1445926"/>
                  </a:lnTo>
                  <a:lnTo>
                    <a:pt x="8796255" y="1364297"/>
                  </a:lnTo>
                  <a:lnTo>
                    <a:pt x="8754266" y="1282562"/>
                  </a:lnTo>
                  <a:lnTo>
                    <a:pt x="8712300" y="1201308"/>
                  </a:lnTo>
                  <a:lnTo>
                    <a:pt x="8670381" y="1121110"/>
                  </a:lnTo>
                  <a:lnTo>
                    <a:pt x="8628524" y="1042509"/>
                  </a:lnTo>
                  <a:lnTo>
                    <a:pt x="8586728" y="966004"/>
                  </a:lnTo>
                  <a:lnTo>
                    <a:pt x="8544973" y="892032"/>
                  </a:lnTo>
                  <a:lnTo>
                    <a:pt x="8503216" y="820966"/>
                  </a:lnTo>
                  <a:lnTo>
                    <a:pt x="8461386" y="753103"/>
                  </a:lnTo>
                  <a:lnTo>
                    <a:pt x="8419379" y="688666"/>
                  </a:lnTo>
                  <a:lnTo>
                    <a:pt x="8377054" y="627801"/>
                  </a:lnTo>
                  <a:lnTo>
                    <a:pt x="8334231" y="570585"/>
                  </a:lnTo>
                  <a:lnTo>
                    <a:pt x="8290679" y="517026"/>
                  </a:lnTo>
                  <a:lnTo>
                    <a:pt x="8246113" y="467071"/>
                  </a:lnTo>
                  <a:lnTo>
                    <a:pt x="8229629" y="449821"/>
                  </a:lnTo>
                  <a:lnTo>
                    <a:pt x="8178576" y="400522"/>
                  </a:lnTo>
                  <a:lnTo>
                    <a:pt x="8125158" y="355434"/>
                  </a:lnTo>
                  <a:lnTo>
                    <a:pt x="8068724" y="314412"/>
                  </a:lnTo>
                  <a:lnTo>
                    <a:pt x="8008560" y="277176"/>
                  </a:lnTo>
                  <a:lnTo>
                    <a:pt x="7943922" y="243387"/>
                  </a:lnTo>
                  <a:lnTo>
                    <a:pt x="7874082" y="212694"/>
                  </a:lnTo>
                  <a:lnTo>
                    <a:pt x="7798368" y="184765"/>
                  </a:lnTo>
                  <a:lnTo>
                    <a:pt x="7716228" y="159305"/>
                  </a:lnTo>
                  <a:lnTo>
                    <a:pt x="7627315" y="136068"/>
                  </a:lnTo>
                  <a:lnTo>
                    <a:pt x="7531591" y="114862"/>
                  </a:lnTo>
                  <a:lnTo>
                    <a:pt x="7429454" y="95552"/>
                  </a:lnTo>
                  <a:lnTo>
                    <a:pt x="7321874" y="78060"/>
                  </a:lnTo>
                  <a:lnTo>
                    <a:pt x="7210516" y="62357"/>
                  </a:lnTo>
                  <a:lnTo>
                    <a:pt x="7097802" y="48457"/>
                  </a:lnTo>
                  <a:lnTo>
                    <a:pt x="6986885" y="36396"/>
                  </a:lnTo>
                  <a:lnTo>
                    <a:pt x="6881455" y="26207"/>
                  </a:lnTo>
                  <a:lnTo>
                    <a:pt x="6785388" y="17899"/>
                  </a:lnTo>
                  <a:lnTo>
                    <a:pt x="6702250" y="11425"/>
                  </a:lnTo>
                  <a:lnTo>
                    <a:pt x="6634745" y="6667"/>
                  </a:lnTo>
                  <a:lnTo>
                    <a:pt x="6584237" y="3431"/>
                  </a:lnTo>
                  <a:lnTo>
                    <a:pt x="6550453" y="1456"/>
                  </a:lnTo>
                  <a:lnTo>
                    <a:pt x="6531439" y="439"/>
                  </a:lnTo>
                  <a:lnTo>
                    <a:pt x="6523696" y="59"/>
                  </a:lnTo>
                  <a:lnTo>
                    <a:pt x="652238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12" y="65"/>
                  </a:lnTo>
                  <a:lnTo>
                    <a:pt x="5519579" y="534"/>
                  </a:lnTo>
                  <a:lnTo>
                    <a:pt x="5502221" y="1829"/>
                  </a:lnTo>
                  <a:lnTo>
                    <a:pt x="5470851" y="4382"/>
                  </a:lnTo>
                  <a:lnTo>
                    <a:pt x="5423415" y="8606"/>
                  </a:lnTo>
                  <a:lnTo>
                    <a:pt x="5359432" y="14862"/>
                  </a:lnTo>
                  <a:lnTo>
                    <a:pt x="5279981" y="23424"/>
                  </a:lnTo>
                  <a:lnTo>
                    <a:pt x="5187458" y="34469"/>
                  </a:lnTo>
                  <a:lnTo>
                    <a:pt x="5085160" y="48077"/>
                  </a:lnTo>
                  <a:lnTo>
                    <a:pt x="4976771" y="64247"/>
                  </a:lnTo>
                  <a:lnTo>
                    <a:pt x="4865889" y="82939"/>
                  </a:lnTo>
                  <a:lnTo>
                    <a:pt x="4755660" y="104100"/>
                  </a:lnTo>
                  <a:lnTo>
                    <a:pt x="4648576" y="127704"/>
                  </a:lnTo>
                  <a:lnTo>
                    <a:pt x="4546412" y="153772"/>
                  </a:lnTo>
                  <a:lnTo>
                    <a:pt x="4450263" y="182391"/>
                  </a:lnTo>
                  <a:lnTo>
                    <a:pt x="4360655" y="213718"/>
                  </a:lnTo>
                  <a:lnTo>
                    <a:pt x="4277664" y="247990"/>
                  </a:lnTo>
                  <a:lnTo>
                    <a:pt x="4201041" y="285514"/>
                  </a:lnTo>
                  <a:lnTo>
                    <a:pt x="4130313" y="326665"/>
                  </a:lnTo>
                  <a:lnTo>
                    <a:pt x="4064873" y="371875"/>
                  </a:lnTo>
                  <a:lnTo>
                    <a:pt x="4004038" y="421610"/>
                  </a:lnTo>
                  <a:lnTo>
                    <a:pt x="3947098" y="476338"/>
                  </a:lnTo>
                  <a:lnTo>
                    <a:pt x="3893358" y="536477"/>
                  </a:lnTo>
                  <a:lnTo>
                    <a:pt x="3842165" y="602312"/>
                  </a:lnTo>
                  <a:lnTo>
                    <a:pt x="3820202" y="633243"/>
                  </a:lnTo>
                  <a:lnTo>
                    <a:pt x="3780756" y="692902"/>
                  </a:lnTo>
                  <a:lnTo>
                    <a:pt x="3742210" y="756396"/>
                  </a:lnTo>
                  <a:lnTo>
                    <a:pt x="3704349" y="823802"/>
                  </a:lnTo>
                  <a:lnTo>
                    <a:pt x="3666995" y="895152"/>
                  </a:lnTo>
                  <a:lnTo>
                    <a:pt x="3630000" y="970427"/>
                  </a:lnTo>
                  <a:lnTo>
                    <a:pt x="3593247" y="1049550"/>
                  </a:lnTo>
                  <a:lnTo>
                    <a:pt x="3556639" y="1132387"/>
                  </a:lnTo>
                  <a:lnTo>
                    <a:pt x="3520104" y="1218740"/>
                  </a:lnTo>
                  <a:lnTo>
                    <a:pt x="3483587" y="1308350"/>
                  </a:lnTo>
                  <a:lnTo>
                    <a:pt x="3447051" y="1400897"/>
                  </a:lnTo>
                  <a:lnTo>
                    <a:pt x="3410476" y="1496001"/>
                  </a:lnTo>
                  <a:lnTo>
                    <a:pt x="3373853" y="1593230"/>
                  </a:lnTo>
                  <a:lnTo>
                    <a:pt x="3337183" y="1692106"/>
                  </a:lnTo>
                  <a:lnTo>
                    <a:pt x="3300477" y="1792113"/>
                  </a:lnTo>
                  <a:lnTo>
                    <a:pt x="3263751" y="1892713"/>
                  </a:lnTo>
                  <a:lnTo>
                    <a:pt x="3227024" y="1993352"/>
                  </a:lnTo>
                  <a:lnTo>
                    <a:pt x="3190314" y="2093475"/>
                  </a:lnTo>
                  <a:lnTo>
                    <a:pt x="3153639" y="2192540"/>
                  </a:lnTo>
                  <a:lnTo>
                    <a:pt x="3117008" y="2290028"/>
                  </a:lnTo>
                  <a:lnTo>
                    <a:pt x="3080427" y="2385455"/>
                  </a:lnTo>
                  <a:lnTo>
                    <a:pt x="3043887" y="2478382"/>
                  </a:lnTo>
                  <a:lnTo>
                    <a:pt x="3007369" y="2568422"/>
                  </a:lnTo>
                  <a:lnTo>
                    <a:pt x="2970839" y="2655246"/>
                  </a:lnTo>
                  <a:lnTo>
                    <a:pt x="2934245" y="2738586"/>
                  </a:lnTo>
                  <a:lnTo>
                    <a:pt x="2897517" y="2818236"/>
                  </a:lnTo>
                  <a:lnTo>
                    <a:pt x="2860563" y="2894053"/>
                  </a:lnTo>
                  <a:lnTo>
                    <a:pt x="2823267" y="2965952"/>
                  </a:lnTo>
                  <a:lnTo>
                    <a:pt x="2785487" y="3033907"/>
                  </a:lnTo>
                  <a:lnTo>
                    <a:pt x="2747048" y="3097942"/>
                  </a:lnTo>
                  <a:lnTo>
                    <a:pt x="2707742" y="3158130"/>
                  </a:lnTo>
                  <a:lnTo>
                    <a:pt x="2702183" y="3166216"/>
                  </a:lnTo>
                  <a:lnTo>
                    <a:pt x="2651929" y="3234599"/>
                  </a:lnTo>
                  <a:lnTo>
                    <a:pt x="2599391" y="3297232"/>
                  </a:lnTo>
                  <a:lnTo>
                    <a:pt x="2543949" y="3354305"/>
                  </a:lnTo>
                  <a:lnTo>
                    <a:pt x="2484924" y="3406190"/>
                  </a:lnTo>
                  <a:lnTo>
                    <a:pt x="2421605" y="3453341"/>
                  </a:lnTo>
                  <a:lnTo>
                    <a:pt x="2353295" y="3496230"/>
                  </a:lnTo>
                  <a:lnTo>
                    <a:pt x="2279345" y="3535308"/>
                  </a:lnTo>
                  <a:lnTo>
                    <a:pt x="2199214" y="3570974"/>
                  </a:lnTo>
                  <a:lnTo>
                    <a:pt x="2112543" y="3603569"/>
                  </a:lnTo>
                  <a:lnTo>
                    <a:pt x="2019250" y="3633361"/>
                  </a:lnTo>
                  <a:lnTo>
                    <a:pt x="1919645" y="3660541"/>
                  </a:lnTo>
                  <a:lnTo>
                    <a:pt x="1814559" y="3685228"/>
                  </a:lnTo>
                  <a:lnTo>
                    <a:pt x="1705455" y="3707470"/>
                  </a:lnTo>
                  <a:lnTo>
                    <a:pt x="1594509" y="3727259"/>
                  </a:lnTo>
                  <a:lnTo>
                    <a:pt x="1484595" y="3744550"/>
                  </a:lnTo>
                  <a:lnTo>
                    <a:pt x="1379146" y="3759293"/>
                  </a:lnTo>
                  <a:lnTo>
                    <a:pt x="1281862" y="3771466"/>
                  </a:lnTo>
                  <a:lnTo>
                    <a:pt x="1196274" y="3781110"/>
                  </a:lnTo>
                  <a:lnTo>
                    <a:pt x="1125236" y="3788357"/>
                  </a:lnTo>
                  <a:lnTo>
                    <a:pt x="1070451" y="3793439"/>
                  </a:lnTo>
                  <a:lnTo>
                    <a:pt x="1032143" y="3796682"/>
                  </a:lnTo>
                  <a:lnTo>
                    <a:pt x="1008942" y="3798480"/>
                  </a:lnTo>
                  <a:lnTo>
                    <a:pt x="997971" y="3799260"/>
                  </a:lnTo>
                  <a:lnTo>
                    <a:pt x="995031" y="3799454"/>
                  </a:lnTo>
                  <a:lnTo>
                    <a:pt x="994940" y="3799459"/>
                  </a:lnTo>
                  <a:lnTo>
                    <a:pt x="0" y="3799459"/>
                  </a:lnTo>
                  <a:lnTo>
                    <a:pt x="0" y="37994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9" name="pg2048"/>
            <p:cNvSpPr/>
            <p:nvPr/>
          </p:nvSpPr>
          <p:spPr>
            <a:xfrm>
              <a:off x="1199187" y="4501540"/>
              <a:ext cx="12049831" cy="1808018"/>
            </a:xfrm>
            <a:custGeom>
              <a:avLst/>
              <a:pathLst>
                <a:path w="12049831" h="1808018">
                  <a:moveTo>
                    <a:pt x="0" y="1808018"/>
                  </a:moveTo>
                  <a:lnTo>
                    <a:pt x="994940" y="1808018"/>
                  </a:lnTo>
                  <a:lnTo>
                    <a:pt x="996051" y="1807985"/>
                  </a:lnTo>
                  <a:lnTo>
                    <a:pt x="1003387" y="1807745"/>
                  </a:lnTo>
                  <a:lnTo>
                    <a:pt x="1021989" y="1807083"/>
                  </a:lnTo>
                  <a:lnTo>
                    <a:pt x="1055518" y="1805778"/>
                  </a:lnTo>
                  <a:lnTo>
                    <a:pt x="1106043" y="1803621"/>
                  </a:lnTo>
                  <a:lnTo>
                    <a:pt x="1173887" y="1800432"/>
                  </a:lnTo>
                  <a:lnTo>
                    <a:pt x="1257677" y="1796077"/>
                  </a:lnTo>
                  <a:lnTo>
                    <a:pt x="1354644" y="1790474"/>
                  </a:lnTo>
                  <a:lnTo>
                    <a:pt x="1461122" y="1783592"/>
                  </a:lnTo>
                  <a:lnTo>
                    <a:pt x="1573128" y="1775436"/>
                  </a:lnTo>
                  <a:lnTo>
                    <a:pt x="1686877" y="1766030"/>
                  </a:lnTo>
                  <a:lnTo>
                    <a:pt x="1799152" y="1755399"/>
                  </a:lnTo>
                  <a:lnTo>
                    <a:pt x="1907490" y="1743549"/>
                  </a:lnTo>
                  <a:lnTo>
                    <a:pt x="2010218" y="1730462"/>
                  </a:lnTo>
                  <a:lnTo>
                    <a:pt x="2106374" y="1716080"/>
                  </a:lnTo>
                  <a:lnTo>
                    <a:pt x="2195584" y="1700308"/>
                  </a:lnTo>
                  <a:lnTo>
                    <a:pt x="2277915" y="1683011"/>
                  </a:lnTo>
                  <a:lnTo>
                    <a:pt x="2353746" y="1664018"/>
                  </a:lnTo>
                  <a:lnTo>
                    <a:pt x="2423656" y="1643124"/>
                  </a:lnTo>
                  <a:lnTo>
                    <a:pt x="2488345" y="1620098"/>
                  </a:lnTo>
                  <a:lnTo>
                    <a:pt x="2548568" y="1594700"/>
                  </a:lnTo>
                  <a:lnTo>
                    <a:pt x="2605084" y="1566698"/>
                  </a:lnTo>
                  <a:lnTo>
                    <a:pt x="2658623" y="1535911"/>
                  </a:lnTo>
                  <a:lnTo>
                    <a:pt x="2702183" y="1507555"/>
                  </a:lnTo>
                  <a:lnTo>
                    <a:pt x="2753228" y="1470440"/>
                  </a:lnTo>
                  <a:lnTo>
                    <a:pt x="2802867" y="1430236"/>
                  </a:lnTo>
                  <a:lnTo>
                    <a:pt x="2851534" y="1386883"/>
                  </a:lnTo>
                  <a:lnTo>
                    <a:pt x="2899567" y="1340388"/>
                  </a:lnTo>
                  <a:lnTo>
                    <a:pt x="2947226" y="1290833"/>
                  </a:lnTo>
                  <a:lnTo>
                    <a:pt x="2994703" y="1238381"/>
                  </a:lnTo>
                  <a:lnTo>
                    <a:pt x="3042131" y="1183277"/>
                  </a:lnTo>
                  <a:lnTo>
                    <a:pt x="3089592" y="1125852"/>
                  </a:lnTo>
                  <a:lnTo>
                    <a:pt x="3137127" y="1066512"/>
                  </a:lnTo>
                  <a:lnTo>
                    <a:pt x="3184743" y="1005734"/>
                  </a:lnTo>
                  <a:lnTo>
                    <a:pt x="3232419" y="944046"/>
                  </a:lnTo>
                  <a:lnTo>
                    <a:pt x="3280120" y="882010"/>
                  </a:lnTo>
                  <a:lnTo>
                    <a:pt x="3327804" y="820203"/>
                  </a:lnTo>
                  <a:lnTo>
                    <a:pt x="3375434" y="759192"/>
                  </a:lnTo>
                  <a:lnTo>
                    <a:pt x="3422986" y="699515"/>
                  </a:lnTo>
                  <a:lnTo>
                    <a:pt x="3470461" y="641658"/>
                  </a:lnTo>
                  <a:lnTo>
                    <a:pt x="3517890" y="586046"/>
                  </a:lnTo>
                  <a:lnTo>
                    <a:pt x="3565348" y="533023"/>
                  </a:lnTo>
                  <a:lnTo>
                    <a:pt x="3612956" y="482854"/>
                  </a:lnTo>
                  <a:lnTo>
                    <a:pt x="3660893" y="435718"/>
                  </a:lnTo>
                  <a:lnTo>
                    <a:pt x="3709404" y="391713"/>
                  </a:lnTo>
                  <a:lnTo>
                    <a:pt x="3758810" y="350862"/>
                  </a:lnTo>
                  <a:lnTo>
                    <a:pt x="3809524" y="313117"/>
                  </a:lnTo>
                  <a:lnTo>
                    <a:pt x="3820202" y="305703"/>
                  </a:lnTo>
                  <a:lnTo>
                    <a:pt x="3871734" y="272484"/>
                  </a:lnTo>
                  <a:lnTo>
                    <a:pt x="3925681" y="242128"/>
                  </a:lnTo>
                  <a:lnTo>
                    <a:pt x="3982713" y="214536"/>
                  </a:lnTo>
                  <a:lnTo>
                    <a:pt x="4043565" y="189514"/>
                  </a:lnTo>
                  <a:lnTo>
                    <a:pt x="4109000" y="166827"/>
                  </a:lnTo>
                  <a:lnTo>
                    <a:pt x="4179767" y="146236"/>
                  </a:lnTo>
                  <a:lnTo>
                    <a:pt x="4256552" y="127514"/>
                  </a:lnTo>
                  <a:lnTo>
                    <a:pt x="4339910" y="110459"/>
                  </a:lnTo>
                  <a:lnTo>
                    <a:pt x="4430181" y="94906"/>
                  </a:lnTo>
                  <a:lnTo>
                    <a:pt x="4527374" y="80726"/>
                  </a:lnTo>
                  <a:lnTo>
                    <a:pt x="4631033" y="67829"/>
                  </a:lnTo>
                  <a:lnTo>
                    <a:pt x="4740096" y="56165"/>
                  </a:lnTo>
                  <a:lnTo>
                    <a:pt x="4852773" y="45719"/>
                  </a:lnTo>
                  <a:lnTo>
                    <a:pt x="4966482" y="36502"/>
                  </a:lnTo>
                  <a:lnTo>
                    <a:pt x="5077901" y="28538"/>
                  </a:lnTo>
                  <a:lnTo>
                    <a:pt x="5183189" y="21851"/>
                  </a:lnTo>
                  <a:lnTo>
                    <a:pt x="5278373" y="16441"/>
                  </a:lnTo>
                  <a:lnTo>
                    <a:pt x="5359889" y="12270"/>
                  </a:lnTo>
                  <a:lnTo>
                    <a:pt x="5425149" y="9247"/>
                  </a:lnTo>
                  <a:lnTo>
                    <a:pt x="5473027" y="7232"/>
                  </a:lnTo>
                  <a:lnTo>
                    <a:pt x="5504112" y="6039"/>
                  </a:lnTo>
                  <a:lnTo>
                    <a:pt x="5520729" y="5455"/>
                  </a:lnTo>
                  <a:lnTo>
                    <a:pt x="5526762" y="526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2" y="5241"/>
                  </a:lnTo>
                  <a:lnTo>
                    <a:pt x="6531021" y="5246"/>
                  </a:lnTo>
                  <a:lnTo>
                    <a:pt x="6550026" y="5260"/>
                  </a:lnTo>
                  <a:lnTo>
                    <a:pt x="6584252" y="5287"/>
                  </a:lnTo>
                  <a:lnTo>
                    <a:pt x="6635770" y="5332"/>
                  </a:lnTo>
                  <a:lnTo>
                    <a:pt x="6704847" y="5398"/>
                  </a:lnTo>
                  <a:lnTo>
                    <a:pt x="6790013" y="5489"/>
                  </a:lnTo>
                  <a:lnTo>
                    <a:pt x="6888374" y="5605"/>
                  </a:lnTo>
                  <a:lnTo>
                    <a:pt x="6996149" y="5748"/>
                  </a:lnTo>
                  <a:lnTo>
                    <a:pt x="7109261" y="5917"/>
                  </a:lnTo>
                  <a:lnTo>
                    <a:pt x="7223869" y="6112"/>
                  </a:lnTo>
                  <a:lnTo>
                    <a:pt x="7336740" y="6332"/>
                  </a:lnTo>
                  <a:lnTo>
                    <a:pt x="7445427" y="6577"/>
                  </a:lnTo>
                  <a:lnTo>
                    <a:pt x="7548289" y="6848"/>
                  </a:lnTo>
                  <a:lnTo>
                    <a:pt x="7644414" y="7146"/>
                  </a:lnTo>
                  <a:lnTo>
                    <a:pt x="7733474" y="7473"/>
                  </a:lnTo>
                  <a:lnTo>
                    <a:pt x="7815582" y="7832"/>
                  </a:lnTo>
                  <a:lnTo>
                    <a:pt x="7891157" y="8227"/>
                  </a:lnTo>
                  <a:lnTo>
                    <a:pt x="7960813" y="8661"/>
                  </a:lnTo>
                  <a:lnTo>
                    <a:pt x="8025278" y="9140"/>
                  </a:lnTo>
                  <a:lnTo>
                    <a:pt x="8085325" y="9669"/>
                  </a:lnTo>
                  <a:lnTo>
                    <a:pt x="8141732" y="10252"/>
                  </a:lnTo>
                  <a:lnTo>
                    <a:pt x="8195234" y="10893"/>
                  </a:lnTo>
                  <a:lnTo>
                    <a:pt x="8229629" y="11354"/>
                  </a:lnTo>
                  <a:lnTo>
                    <a:pt x="8291276" y="12277"/>
                  </a:lnTo>
                  <a:lnTo>
                    <a:pt x="8351000" y="13293"/>
                  </a:lnTo>
                  <a:lnTo>
                    <a:pt x="8409519" y="14403"/>
                  </a:lnTo>
                  <a:lnTo>
                    <a:pt x="8467357" y="15605"/>
                  </a:lnTo>
                  <a:lnTo>
                    <a:pt x="8524887" y="16895"/>
                  </a:lnTo>
                  <a:lnTo>
                    <a:pt x="8582351" y="18263"/>
                  </a:lnTo>
                  <a:lnTo>
                    <a:pt x="8639883" y="19698"/>
                  </a:lnTo>
                  <a:lnTo>
                    <a:pt x="8697533" y="21183"/>
                  </a:lnTo>
                  <a:lnTo>
                    <a:pt x="8755281" y="22700"/>
                  </a:lnTo>
                  <a:lnTo>
                    <a:pt x="8813072" y="24229"/>
                  </a:lnTo>
                  <a:lnTo>
                    <a:pt x="8870832" y="25749"/>
                  </a:lnTo>
                  <a:lnTo>
                    <a:pt x="8928499" y="27241"/>
                  </a:lnTo>
                  <a:lnTo>
                    <a:pt x="8986049" y="28684"/>
                  </a:lnTo>
                  <a:lnTo>
                    <a:pt x="9043517" y="30063"/>
                  </a:lnTo>
                  <a:lnTo>
                    <a:pt x="9101024" y="31366"/>
                  </a:lnTo>
                  <a:lnTo>
                    <a:pt x="9158794" y="32582"/>
                  </a:lnTo>
                  <a:lnTo>
                    <a:pt x="9217177" y="33707"/>
                  </a:lnTo>
                  <a:lnTo>
                    <a:pt x="9276673" y="34737"/>
                  </a:lnTo>
                  <a:lnTo>
                    <a:pt x="9337967" y="35674"/>
                  </a:lnTo>
                  <a:lnTo>
                    <a:pt x="9347647" y="35810"/>
                  </a:lnTo>
                  <a:lnTo>
                    <a:pt x="9399583" y="36491"/>
                  </a:lnTo>
                  <a:lnTo>
                    <a:pt x="9453975" y="37113"/>
                  </a:lnTo>
                  <a:lnTo>
                    <a:pt x="9511510" y="37678"/>
                  </a:lnTo>
                  <a:lnTo>
                    <a:pt x="9572942" y="38190"/>
                  </a:lnTo>
                  <a:lnTo>
                    <a:pt x="9639050" y="38653"/>
                  </a:lnTo>
                  <a:lnTo>
                    <a:pt x="9710601" y="39074"/>
                  </a:lnTo>
                  <a:lnTo>
                    <a:pt x="9788292" y="39456"/>
                  </a:lnTo>
                  <a:lnTo>
                    <a:pt x="9872681" y="39804"/>
                  </a:lnTo>
                  <a:lnTo>
                    <a:pt x="9964101" y="40121"/>
                  </a:lnTo>
                  <a:lnTo>
                    <a:pt x="10062532" y="40410"/>
                  </a:lnTo>
                  <a:lnTo>
                    <a:pt x="10167470" y="40672"/>
                  </a:lnTo>
                  <a:lnTo>
                    <a:pt x="10277771" y="40909"/>
                  </a:lnTo>
                  <a:lnTo>
                    <a:pt x="10391533" y="41121"/>
                  </a:lnTo>
                  <a:lnTo>
                    <a:pt x="10506037" y="41307"/>
                  </a:lnTo>
                  <a:lnTo>
                    <a:pt x="10617819" y="41467"/>
                  </a:lnTo>
                  <a:lnTo>
                    <a:pt x="10722909" y="41601"/>
                  </a:lnTo>
                  <a:lnTo>
                    <a:pt x="10817263" y="41709"/>
                  </a:lnTo>
                  <a:lnTo>
                    <a:pt x="10897331" y="41791"/>
                  </a:lnTo>
                  <a:lnTo>
                    <a:pt x="10960641" y="41850"/>
                  </a:lnTo>
                  <a:lnTo>
                    <a:pt x="11006279" y="41889"/>
                  </a:lnTo>
                  <a:lnTo>
                    <a:pt x="11035120" y="41911"/>
                  </a:lnTo>
                  <a:lnTo>
                    <a:pt x="11049805" y="41921"/>
                  </a:lnTo>
                  <a:lnTo>
                    <a:pt x="11054548" y="41924"/>
                  </a:lnTo>
                  <a:lnTo>
                    <a:pt x="11054891" y="41925"/>
                  </a:lnTo>
                  <a:lnTo>
                    <a:pt x="12049831" y="41925"/>
                  </a:lnTo>
                  <a:lnTo>
                    <a:pt x="12049831" y="36684"/>
                  </a:lnTo>
                  <a:lnTo>
                    <a:pt x="11054891" y="36684"/>
                  </a:lnTo>
                  <a:lnTo>
                    <a:pt x="11053755" y="36683"/>
                  </a:lnTo>
                  <a:lnTo>
                    <a:pt x="11046255" y="36678"/>
                  </a:lnTo>
                  <a:lnTo>
                    <a:pt x="11027251" y="36664"/>
                  </a:lnTo>
                  <a:lnTo>
                    <a:pt x="10993024" y="36637"/>
                  </a:lnTo>
                  <a:lnTo>
                    <a:pt x="10941507" y="36592"/>
                  </a:lnTo>
                  <a:lnTo>
                    <a:pt x="10872429" y="36526"/>
                  </a:lnTo>
                  <a:lnTo>
                    <a:pt x="10787264" y="36435"/>
                  </a:lnTo>
                  <a:lnTo>
                    <a:pt x="10688902" y="36319"/>
                  </a:lnTo>
                  <a:lnTo>
                    <a:pt x="10581127" y="36176"/>
                  </a:lnTo>
                  <a:lnTo>
                    <a:pt x="10468016" y="36007"/>
                  </a:lnTo>
                  <a:lnTo>
                    <a:pt x="10353407" y="35812"/>
                  </a:lnTo>
                  <a:lnTo>
                    <a:pt x="10240536" y="35592"/>
                  </a:lnTo>
                  <a:lnTo>
                    <a:pt x="10131850" y="35347"/>
                  </a:lnTo>
                  <a:lnTo>
                    <a:pt x="10028987" y="35076"/>
                  </a:lnTo>
                  <a:lnTo>
                    <a:pt x="9932862" y="34778"/>
                  </a:lnTo>
                  <a:lnTo>
                    <a:pt x="9843802" y="34451"/>
                  </a:lnTo>
                  <a:lnTo>
                    <a:pt x="9761694" y="34092"/>
                  </a:lnTo>
                  <a:lnTo>
                    <a:pt x="9686119" y="33698"/>
                  </a:lnTo>
                  <a:lnTo>
                    <a:pt x="9616463" y="33263"/>
                  </a:lnTo>
                  <a:lnTo>
                    <a:pt x="9551999" y="32784"/>
                  </a:lnTo>
                  <a:lnTo>
                    <a:pt x="9491951" y="32255"/>
                  </a:lnTo>
                  <a:lnTo>
                    <a:pt x="9435544" y="31672"/>
                  </a:lnTo>
                  <a:lnTo>
                    <a:pt x="9382042" y="31031"/>
                  </a:lnTo>
                  <a:lnTo>
                    <a:pt x="9347647" y="30570"/>
                  </a:lnTo>
                  <a:lnTo>
                    <a:pt x="9286000" y="29647"/>
                  </a:lnTo>
                  <a:lnTo>
                    <a:pt x="9226276" y="28631"/>
                  </a:lnTo>
                  <a:lnTo>
                    <a:pt x="9167758" y="27521"/>
                  </a:lnTo>
                  <a:lnTo>
                    <a:pt x="9109920" y="26319"/>
                  </a:lnTo>
                  <a:lnTo>
                    <a:pt x="9052390" y="25029"/>
                  </a:lnTo>
                  <a:lnTo>
                    <a:pt x="8994926" y="23661"/>
                  </a:lnTo>
                  <a:lnTo>
                    <a:pt x="8937393" y="22226"/>
                  </a:lnTo>
                  <a:lnTo>
                    <a:pt x="8879744" y="20741"/>
                  </a:lnTo>
                  <a:lnTo>
                    <a:pt x="8821995" y="19224"/>
                  </a:lnTo>
                  <a:lnTo>
                    <a:pt x="8764204" y="17695"/>
                  </a:lnTo>
                  <a:lnTo>
                    <a:pt x="8706444" y="16175"/>
                  </a:lnTo>
                  <a:lnTo>
                    <a:pt x="8648777" y="14684"/>
                  </a:lnTo>
                  <a:lnTo>
                    <a:pt x="8591228" y="13240"/>
                  </a:lnTo>
                  <a:lnTo>
                    <a:pt x="8533760" y="11861"/>
                  </a:lnTo>
                  <a:lnTo>
                    <a:pt x="8476253" y="10558"/>
                  </a:lnTo>
                  <a:lnTo>
                    <a:pt x="8418483" y="9342"/>
                  </a:lnTo>
                  <a:lnTo>
                    <a:pt x="8360100" y="8218"/>
                  </a:lnTo>
                  <a:lnTo>
                    <a:pt x="8300603" y="7187"/>
                  </a:lnTo>
                  <a:lnTo>
                    <a:pt x="8239309" y="6250"/>
                  </a:lnTo>
                  <a:lnTo>
                    <a:pt x="8229629" y="6114"/>
                  </a:lnTo>
                  <a:lnTo>
                    <a:pt x="8177694" y="5433"/>
                  </a:lnTo>
                  <a:lnTo>
                    <a:pt x="8123302" y="4811"/>
                  </a:lnTo>
                  <a:lnTo>
                    <a:pt x="8065767" y="4246"/>
                  </a:lnTo>
                  <a:lnTo>
                    <a:pt x="8004335" y="3734"/>
                  </a:lnTo>
                  <a:lnTo>
                    <a:pt x="7938226" y="3271"/>
                  </a:lnTo>
                  <a:lnTo>
                    <a:pt x="7866675" y="2850"/>
                  </a:lnTo>
                  <a:lnTo>
                    <a:pt x="7788985" y="2468"/>
                  </a:lnTo>
                  <a:lnTo>
                    <a:pt x="7704595" y="2120"/>
                  </a:lnTo>
                  <a:lnTo>
                    <a:pt x="7613176" y="1803"/>
                  </a:lnTo>
                  <a:lnTo>
                    <a:pt x="7514744" y="1515"/>
                  </a:lnTo>
                  <a:lnTo>
                    <a:pt x="7409807" y="1252"/>
                  </a:lnTo>
                  <a:lnTo>
                    <a:pt x="7299506" y="1015"/>
                  </a:lnTo>
                  <a:lnTo>
                    <a:pt x="7185744" y="803"/>
                  </a:lnTo>
                  <a:lnTo>
                    <a:pt x="7071239" y="617"/>
                  </a:lnTo>
                  <a:lnTo>
                    <a:pt x="6959457" y="457"/>
                  </a:lnTo>
                  <a:lnTo>
                    <a:pt x="6854368" y="323"/>
                  </a:lnTo>
                  <a:lnTo>
                    <a:pt x="6760013" y="215"/>
                  </a:lnTo>
                  <a:lnTo>
                    <a:pt x="6679946" y="133"/>
                  </a:lnTo>
                  <a:lnTo>
                    <a:pt x="6616635" y="74"/>
                  </a:lnTo>
                  <a:lnTo>
                    <a:pt x="6570997" y="35"/>
                  </a:lnTo>
                  <a:lnTo>
                    <a:pt x="6542157" y="13"/>
                  </a:lnTo>
                  <a:lnTo>
                    <a:pt x="6527472" y="3"/>
                  </a:lnTo>
                  <a:lnTo>
                    <a:pt x="6522728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4" y="33"/>
                  </a:lnTo>
                  <a:lnTo>
                    <a:pt x="5518998" y="273"/>
                  </a:lnTo>
                  <a:lnTo>
                    <a:pt x="5500396" y="935"/>
                  </a:lnTo>
                  <a:lnTo>
                    <a:pt x="5466867" y="2240"/>
                  </a:lnTo>
                  <a:lnTo>
                    <a:pt x="5416342" y="4397"/>
                  </a:lnTo>
                  <a:lnTo>
                    <a:pt x="5348498" y="7586"/>
                  </a:lnTo>
                  <a:lnTo>
                    <a:pt x="5264708" y="11941"/>
                  </a:lnTo>
                  <a:lnTo>
                    <a:pt x="5167741" y="17544"/>
                  </a:lnTo>
                  <a:lnTo>
                    <a:pt x="5061263" y="24426"/>
                  </a:lnTo>
                  <a:lnTo>
                    <a:pt x="4949257" y="32582"/>
                  </a:lnTo>
                  <a:lnTo>
                    <a:pt x="4835508" y="41988"/>
                  </a:lnTo>
                  <a:lnTo>
                    <a:pt x="4723233" y="52619"/>
                  </a:lnTo>
                  <a:lnTo>
                    <a:pt x="4614895" y="64468"/>
                  </a:lnTo>
                  <a:lnTo>
                    <a:pt x="4512167" y="77556"/>
                  </a:lnTo>
                  <a:lnTo>
                    <a:pt x="4416011" y="91938"/>
                  </a:lnTo>
                  <a:lnTo>
                    <a:pt x="4326800" y="107710"/>
                  </a:lnTo>
                  <a:lnTo>
                    <a:pt x="4244470" y="125007"/>
                  </a:lnTo>
                  <a:lnTo>
                    <a:pt x="4168639" y="144000"/>
                  </a:lnTo>
                  <a:lnTo>
                    <a:pt x="4098729" y="164894"/>
                  </a:lnTo>
                  <a:lnTo>
                    <a:pt x="4034040" y="187920"/>
                  </a:lnTo>
                  <a:lnTo>
                    <a:pt x="3973817" y="213318"/>
                  </a:lnTo>
                  <a:lnTo>
                    <a:pt x="3917301" y="241319"/>
                  </a:lnTo>
                  <a:lnTo>
                    <a:pt x="3863762" y="272107"/>
                  </a:lnTo>
                  <a:lnTo>
                    <a:pt x="3820202" y="300463"/>
                  </a:lnTo>
                  <a:lnTo>
                    <a:pt x="3769157" y="337578"/>
                  </a:lnTo>
                  <a:lnTo>
                    <a:pt x="3719518" y="377782"/>
                  </a:lnTo>
                  <a:lnTo>
                    <a:pt x="3670851" y="421135"/>
                  </a:lnTo>
                  <a:lnTo>
                    <a:pt x="3622818" y="467629"/>
                  </a:lnTo>
                  <a:lnTo>
                    <a:pt x="3575159" y="517184"/>
                  </a:lnTo>
                  <a:lnTo>
                    <a:pt x="3527682" y="569637"/>
                  </a:lnTo>
                  <a:lnTo>
                    <a:pt x="3480254" y="624741"/>
                  </a:lnTo>
                  <a:lnTo>
                    <a:pt x="3432793" y="682166"/>
                  </a:lnTo>
                  <a:lnTo>
                    <a:pt x="3385258" y="741505"/>
                  </a:lnTo>
                  <a:lnTo>
                    <a:pt x="3337642" y="802284"/>
                  </a:lnTo>
                  <a:lnTo>
                    <a:pt x="3289966" y="863972"/>
                  </a:lnTo>
                  <a:lnTo>
                    <a:pt x="3242265" y="926008"/>
                  </a:lnTo>
                  <a:lnTo>
                    <a:pt x="3194581" y="987815"/>
                  </a:lnTo>
                  <a:lnTo>
                    <a:pt x="3146951" y="1048826"/>
                  </a:lnTo>
                  <a:lnTo>
                    <a:pt x="3099399" y="1108503"/>
                  </a:lnTo>
                  <a:lnTo>
                    <a:pt x="3051924" y="1166359"/>
                  </a:lnTo>
                  <a:lnTo>
                    <a:pt x="3004495" y="1221972"/>
                  </a:lnTo>
                  <a:lnTo>
                    <a:pt x="2957037" y="1274995"/>
                  </a:lnTo>
                  <a:lnTo>
                    <a:pt x="2909429" y="1325164"/>
                  </a:lnTo>
                  <a:lnTo>
                    <a:pt x="2861492" y="1372300"/>
                  </a:lnTo>
                  <a:lnTo>
                    <a:pt x="2812981" y="1416304"/>
                  </a:lnTo>
                  <a:lnTo>
                    <a:pt x="2763575" y="1457156"/>
                  </a:lnTo>
                  <a:lnTo>
                    <a:pt x="2712861" y="1494901"/>
                  </a:lnTo>
                  <a:lnTo>
                    <a:pt x="2702183" y="1502315"/>
                  </a:lnTo>
                  <a:lnTo>
                    <a:pt x="2650651" y="1535534"/>
                  </a:lnTo>
                  <a:lnTo>
                    <a:pt x="2596704" y="1565889"/>
                  </a:lnTo>
                  <a:lnTo>
                    <a:pt x="2539672" y="1593482"/>
                  </a:lnTo>
                  <a:lnTo>
                    <a:pt x="2478820" y="1618504"/>
                  </a:lnTo>
                  <a:lnTo>
                    <a:pt x="2413385" y="1641190"/>
                  </a:lnTo>
                  <a:lnTo>
                    <a:pt x="2342618" y="1661781"/>
                  </a:lnTo>
                  <a:lnTo>
                    <a:pt x="2265833" y="1680504"/>
                  </a:lnTo>
                  <a:lnTo>
                    <a:pt x="2182475" y="1697559"/>
                  </a:lnTo>
                  <a:lnTo>
                    <a:pt x="2092204" y="1713112"/>
                  </a:lnTo>
                  <a:lnTo>
                    <a:pt x="1995011" y="1727292"/>
                  </a:lnTo>
                  <a:lnTo>
                    <a:pt x="1891352" y="1740189"/>
                  </a:lnTo>
                  <a:lnTo>
                    <a:pt x="1782289" y="1751852"/>
                  </a:lnTo>
                  <a:lnTo>
                    <a:pt x="1669612" y="1762299"/>
                  </a:lnTo>
                  <a:lnTo>
                    <a:pt x="1555903" y="1771516"/>
                  </a:lnTo>
                  <a:lnTo>
                    <a:pt x="1444483" y="1779480"/>
                  </a:lnTo>
                  <a:lnTo>
                    <a:pt x="1339196" y="1786167"/>
                  </a:lnTo>
                  <a:lnTo>
                    <a:pt x="1244012" y="1791577"/>
                  </a:lnTo>
                  <a:lnTo>
                    <a:pt x="1162496" y="1795748"/>
                  </a:lnTo>
                  <a:lnTo>
                    <a:pt x="1097236" y="1798770"/>
                  </a:lnTo>
                  <a:lnTo>
                    <a:pt x="1049358" y="1800786"/>
                  </a:lnTo>
                  <a:lnTo>
                    <a:pt x="1018273" y="1801979"/>
                  </a:lnTo>
                  <a:lnTo>
                    <a:pt x="1001656" y="1802562"/>
                  </a:lnTo>
                  <a:lnTo>
                    <a:pt x="995623" y="1802757"/>
                  </a:lnTo>
                  <a:lnTo>
                    <a:pt x="994940" y="1802778"/>
                  </a:lnTo>
                  <a:lnTo>
                    <a:pt x="0" y="1802778"/>
                  </a:lnTo>
                  <a:close/>
                </a:path>
              </a:pathLst>
            </a:custGeom>
            <a:solidFill>
              <a:srgbClr val="EF5350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50" name="pl2049"/>
            <p:cNvSpPr/>
            <p:nvPr/>
          </p:nvSpPr>
          <p:spPr>
            <a:xfrm>
              <a:off x="1199187" y="4506780"/>
              <a:ext cx="12049831" cy="1802778"/>
            </a:xfrm>
            <a:custGeom>
              <a:avLst/>
              <a:pathLst>
                <a:path w="12049831" h="1802778">
                  <a:moveTo>
                    <a:pt x="0" y="1802778"/>
                  </a:moveTo>
                  <a:lnTo>
                    <a:pt x="994940" y="1802778"/>
                  </a:lnTo>
                  <a:lnTo>
                    <a:pt x="996051" y="1802744"/>
                  </a:lnTo>
                  <a:lnTo>
                    <a:pt x="1003387" y="1802504"/>
                  </a:lnTo>
                  <a:lnTo>
                    <a:pt x="1021989" y="1801842"/>
                  </a:lnTo>
                  <a:lnTo>
                    <a:pt x="1055518" y="1800537"/>
                  </a:lnTo>
                  <a:lnTo>
                    <a:pt x="1106043" y="1798380"/>
                  </a:lnTo>
                  <a:lnTo>
                    <a:pt x="1173887" y="1795191"/>
                  </a:lnTo>
                  <a:lnTo>
                    <a:pt x="1257677" y="1790836"/>
                  </a:lnTo>
                  <a:lnTo>
                    <a:pt x="1354644" y="1785233"/>
                  </a:lnTo>
                  <a:lnTo>
                    <a:pt x="1461122" y="1778351"/>
                  </a:lnTo>
                  <a:lnTo>
                    <a:pt x="1573128" y="1770195"/>
                  </a:lnTo>
                  <a:lnTo>
                    <a:pt x="1686877" y="1760790"/>
                  </a:lnTo>
                  <a:lnTo>
                    <a:pt x="1799152" y="1750158"/>
                  </a:lnTo>
                  <a:lnTo>
                    <a:pt x="1907490" y="1738309"/>
                  </a:lnTo>
                  <a:lnTo>
                    <a:pt x="2010218" y="1725221"/>
                  </a:lnTo>
                  <a:lnTo>
                    <a:pt x="2106374" y="1710839"/>
                  </a:lnTo>
                  <a:lnTo>
                    <a:pt x="2195584" y="1695067"/>
                  </a:lnTo>
                  <a:lnTo>
                    <a:pt x="2277915" y="1677770"/>
                  </a:lnTo>
                  <a:lnTo>
                    <a:pt x="2353746" y="1658778"/>
                  </a:lnTo>
                  <a:lnTo>
                    <a:pt x="2423656" y="1637883"/>
                  </a:lnTo>
                  <a:lnTo>
                    <a:pt x="2488345" y="1614857"/>
                  </a:lnTo>
                  <a:lnTo>
                    <a:pt x="2548568" y="1589459"/>
                  </a:lnTo>
                  <a:lnTo>
                    <a:pt x="2605084" y="1561458"/>
                  </a:lnTo>
                  <a:lnTo>
                    <a:pt x="2658623" y="1530670"/>
                  </a:lnTo>
                  <a:lnTo>
                    <a:pt x="2702183" y="1502315"/>
                  </a:lnTo>
                  <a:lnTo>
                    <a:pt x="2753228" y="1465200"/>
                  </a:lnTo>
                  <a:lnTo>
                    <a:pt x="2802867" y="1424995"/>
                  </a:lnTo>
                  <a:lnTo>
                    <a:pt x="2851534" y="1381642"/>
                  </a:lnTo>
                  <a:lnTo>
                    <a:pt x="2899567" y="1335148"/>
                  </a:lnTo>
                  <a:lnTo>
                    <a:pt x="2947226" y="1285593"/>
                  </a:lnTo>
                  <a:lnTo>
                    <a:pt x="2994703" y="1233140"/>
                  </a:lnTo>
                  <a:lnTo>
                    <a:pt x="3042131" y="1178036"/>
                  </a:lnTo>
                  <a:lnTo>
                    <a:pt x="3089592" y="1120611"/>
                  </a:lnTo>
                  <a:lnTo>
                    <a:pt x="3137127" y="1061272"/>
                  </a:lnTo>
                  <a:lnTo>
                    <a:pt x="3184743" y="1000494"/>
                  </a:lnTo>
                  <a:lnTo>
                    <a:pt x="3232419" y="938805"/>
                  </a:lnTo>
                  <a:lnTo>
                    <a:pt x="3280120" y="876769"/>
                  </a:lnTo>
                  <a:lnTo>
                    <a:pt x="3327804" y="814962"/>
                  </a:lnTo>
                  <a:lnTo>
                    <a:pt x="3375434" y="753951"/>
                  </a:lnTo>
                  <a:lnTo>
                    <a:pt x="3422986" y="694274"/>
                  </a:lnTo>
                  <a:lnTo>
                    <a:pt x="3470461" y="636418"/>
                  </a:lnTo>
                  <a:lnTo>
                    <a:pt x="3517890" y="580805"/>
                  </a:lnTo>
                  <a:lnTo>
                    <a:pt x="3565348" y="527782"/>
                  </a:lnTo>
                  <a:lnTo>
                    <a:pt x="3612956" y="477613"/>
                  </a:lnTo>
                  <a:lnTo>
                    <a:pt x="3660893" y="430477"/>
                  </a:lnTo>
                  <a:lnTo>
                    <a:pt x="3709404" y="386473"/>
                  </a:lnTo>
                  <a:lnTo>
                    <a:pt x="3758810" y="345621"/>
                  </a:lnTo>
                  <a:lnTo>
                    <a:pt x="3809524" y="307877"/>
                  </a:lnTo>
                  <a:lnTo>
                    <a:pt x="3820202" y="300463"/>
                  </a:lnTo>
                  <a:lnTo>
                    <a:pt x="3871734" y="267243"/>
                  </a:lnTo>
                  <a:lnTo>
                    <a:pt x="3925681" y="236888"/>
                  </a:lnTo>
                  <a:lnTo>
                    <a:pt x="3982713" y="209296"/>
                  </a:lnTo>
                  <a:lnTo>
                    <a:pt x="4043565" y="184273"/>
                  </a:lnTo>
                  <a:lnTo>
                    <a:pt x="4109000" y="161587"/>
                  </a:lnTo>
                  <a:lnTo>
                    <a:pt x="4179767" y="140996"/>
                  </a:lnTo>
                  <a:lnTo>
                    <a:pt x="4256552" y="122273"/>
                  </a:lnTo>
                  <a:lnTo>
                    <a:pt x="4339910" y="105219"/>
                  </a:lnTo>
                  <a:lnTo>
                    <a:pt x="4430181" y="89666"/>
                  </a:lnTo>
                  <a:lnTo>
                    <a:pt x="4527374" y="75485"/>
                  </a:lnTo>
                  <a:lnTo>
                    <a:pt x="4631033" y="62589"/>
                  </a:lnTo>
                  <a:lnTo>
                    <a:pt x="4740096" y="50925"/>
                  </a:lnTo>
                  <a:lnTo>
                    <a:pt x="4852773" y="40479"/>
                  </a:lnTo>
                  <a:lnTo>
                    <a:pt x="4966482" y="31261"/>
                  </a:lnTo>
                  <a:lnTo>
                    <a:pt x="5077901" y="23297"/>
                  </a:lnTo>
                  <a:lnTo>
                    <a:pt x="5183189" y="16610"/>
                  </a:lnTo>
                  <a:lnTo>
                    <a:pt x="5278373" y="11200"/>
                  </a:lnTo>
                  <a:lnTo>
                    <a:pt x="5359889" y="7029"/>
                  </a:lnTo>
                  <a:lnTo>
                    <a:pt x="5425149" y="4007"/>
                  </a:lnTo>
                  <a:lnTo>
                    <a:pt x="5473027" y="1992"/>
                  </a:lnTo>
                  <a:lnTo>
                    <a:pt x="5504112" y="798"/>
                  </a:lnTo>
                  <a:lnTo>
                    <a:pt x="5520729" y="215"/>
                  </a:lnTo>
                  <a:lnTo>
                    <a:pt x="5526762" y="2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2" y="0"/>
                  </a:lnTo>
                  <a:lnTo>
                    <a:pt x="6531021" y="5"/>
                  </a:lnTo>
                  <a:lnTo>
                    <a:pt x="6550026" y="19"/>
                  </a:lnTo>
                  <a:lnTo>
                    <a:pt x="6584252" y="46"/>
                  </a:lnTo>
                  <a:lnTo>
                    <a:pt x="6635770" y="91"/>
                  </a:lnTo>
                  <a:lnTo>
                    <a:pt x="6704847" y="157"/>
                  </a:lnTo>
                  <a:lnTo>
                    <a:pt x="6790013" y="248"/>
                  </a:lnTo>
                  <a:lnTo>
                    <a:pt x="6888374" y="364"/>
                  </a:lnTo>
                  <a:lnTo>
                    <a:pt x="6996149" y="507"/>
                  </a:lnTo>
                  <a:lnTo>
                    <a:pt x="7109261" y="676"/>
                  </a:lnTo>
                  <a:lnTo>
                    <a:pt x="7223869" y="871"/>
                  </a:lnTo>
                  <a:lnTo>
                    <a:pt x="7336740" y="1091"/>
                  </a:lnTo>
                  <a:lnTo>
                    <a:pt x="7445427" y="1337"/>
                  </a:lnTo>
                  <a:lnTo>
                    <a:pt x="7548289" y="1608"/>
                  </a:lnTo>
                  <a:lnTo>
                    <a:pt x="7644414" y="1906"/>
                  </a:lnTo>
                  <a:lnTo>
                    <a:pt x="7733474" y="2233"/>
                  </a:lnTo>
                  <a:lnTo>
                    <a:pt x="7815582" y="2591"/>
                  </a:lnTo>
                  <a:lnTo>
                    <a:pt x="7891157" y="2986"/>
                  </a:lnTo>
                  <a:lnTo>
                    <a:pt x="7960813" y="3420"/>
                  </a:lnTo>
                  <a:lnTo>
                    <a:pt x="8025278" y="3899"/>
                  </a:lnTo>
                  <a:lnTo>
                    <a:pt x="8085325" y="4428"/>
                  </a:lnTo>
                  <a:lnTo>
                    <a:pt x="8141732" y="5011"/>
                  </a:lnTo>
                  <a:lnTo>
                    <a:pt x="8195234" y="5653"/>
                  </a:lnTo>
                  <a:lnTo>
                    <a:pt x="8229629" y="6114"/>
                  </a:lnTo>
                  <a:lnTo>
                    <a:pt x="8291276" y="7037"/>
                  </a:lnTo>
                  <a:lnTo>
                    <a:pt x="8351000" y="8052"/>
                  </a:lnTo>
                  <a:lnTo>
                    <a:pt x="8409519" y="9162"/>
                  </a:lnTo>
                  <a:lnTo>
                    <a:pt x="8467357" y="10365"/>
                  </a:lnTo>
                  <a:lnTo>
                    <a:pt x="8524887" y="11654"/>
                  </a:lnTo>
                  <a:lnTo>
                    <a:pt x="8582351" y="13023"/>
                  </a:lnTo>
                  <a:lnTo>
                    <a:pt x="8639883" y="14457"/>
                  </a:lnTo>
                  <a:lnTo>
                    <a:pt x="8697533" y="15942"/>
                  </a:lnTo>
                  <a:lnTo>
                    <a:pt x="8755281" y="17459"/>
                  </a:lnTo>
                  <a:lnTo>
                    <a:pt x="8813072" y="18988"/>
                  </a:lnTo>
                  <a:lnTo>
                    <a:pt x="8870832" y="20509"/>
                  </a:lnTo>
                  <a:lnTo>
                    <a:pt x="8928499" y="22000"/>
                  </a:lnTo>
                  <a:lnTo>
                    <a:pt x="8986049" y="23443"/>
                  </a:lnTo>
                  <a:lnTo>
                    <a:pt x="9043517" y="24823"/>
                  </a:lnTo>
                  <a:lnTo>
                    <a:pt x="9101024" y="26125"/>
                  </a:lnTo>
                  <a:lnTo>
                    <a:pt x="9158794" y="27342"/>
                  </a:lnTo>
                  <a:lnTo>
                    <a:pt x="9217177" y="28466"/>
                  </a:lnTo>
                  <a:lnTo>
                    <a:pt x="9276673" y="29496"/>
                  </a:lnTo>
                  <a:lnTo>
                    <a:pt x="9337967" y="30433"/>
                  </a:lnTo>
                  <a:lnTo>
                    <a:pt x="9347647" y="30570"/>
                  </a:lnTo>
                  <a:lnTo>
                    <a:pt x="9399583" y="31251"/>
                  </a:lnTo>
                  <a:lnTo>
                    <a:pt x="9453975" y="31873"/>
                  </a:lnTo>
                  <a:lnTo>
                    <a:pt x="9511510" y="32437"/>
                  </a:lnTo>
                  <a:lnTo>
                    <a:pt x="9572942" y="32949"/>
                  </a:lnTo>
                  <a:lnTo>
                    <a:pt x="9639050" y="33413"/>
                  </a:lnTo>
                  <a:lnTo>
                    <a:pt x="9710601" y="33833"/>
                  </a:lnTo>
                  <a:lnTo>
                    <a:pt x="9788292" y="34215"/>
                  </a:lnTo>
                  <a:lnTo>
                    <a:pt x="9872681" y="34563"/>
                  </a:lnTo>
                  <a:lnTo>
                    <a:pt x="9964101" y="34880"/>
                  </a:lnTo>
                  <a:lnTo>
                    <a:pt x="10062532" y="35169"/>
                  </a:lnTo>
                  <a:lnTo>
                    <a:pt x="10167470" y="35431"/>
                  </a:lnTo>
                  <a:lnTo>
                    <a:pt x="10277771" y="35668"/>
                  </a:lnTo>
                  <a:lnTo>
                    <a:pt x="10391533" y="35880"/>
                  </a:lnTo>
                  <a:lnTo>
                    <a:pt x="10506037" y="36066"/>
                  </a:lnTo>
                  <a:lnTo>
                    <a:pt x="10617819" y="36227"/>
                  </a:lnTo>
                  <a:lnTo>
                    <a:pt x="10722909" y="36361"/>
                  </a:lnTo>
                  <a:lnTo>
                    <a:pt x="10817263" y="36468"/>
                  </a:lnTo>
                  <a:lnTo>
                    <a:pt x="10897331" y="36551"/>
                  </a:lnTo>
                  <a:lnTo>
                    <a:pt x="10960641" y="36610"/>
                  </a:lnTo>
                  <a:lnTo>
                    <a:pt x="11006279" y="36648"/>
                  </a:lnTo>
                  <a:lnTo>
                    <a:pt x="11035120" y="36670"/>
                  </a:lnTo>
                  <a:lnTo>
                    <a:pt x="11049805" y="36681"/>
                  </a:lnTo>
                  <a:lnTo>
                    <a:pt x="11054548" y="36684"/>
                  </a:lnTo>
                  <a:lnTo>
                    <a:pt x="11054891" y="36684"/>
                  </a:lnTo>
                  <a:lnTo>
                    <a:pt x="12049831" y="36684"/>
                  </a:lnTo>
                  <a:lnTo>
                    <a:pt x="12049831" y="366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1" name="pl2050"/>
            <p:cNvSpPr/>
            <p:nvPr/>
          </p:nvSpPr>
          <p:spPr>
            <a:xfrm>
              <a:off x="1199187" y="4501540"/>
              <a:ext cx="12049831" cy="1802778"/>
            </a:xfrm>
            <a:custGeom>
              <a:avLst/>
              <a:pathLst>
                <a:path w="12049831" h="1802778">
                  <a:moveTo>
                    <a:pt x="12049831" y="36684"/>
                  </a:moveTo>
                  <a:lnTo>
                    <a:pt x="11054891" y="36684"/>
                  </a:lnTo>
                  <a:lnTo>
                    <a:pt x="11053755" y="36683"/>
                  </a:lnTo>
                  <a:lnTo>
                    <a:pt x="11046255" y="36678"/>
                  </a:lnTo>
                  <a:lnTo>
                    <a:pt x="11027251" y="36664"/>
                  </a:lnTo>
                  <a:lnTo>
                    <a:pt x="10993024" y="36637"/>
                  </a:lnTo>
                  <a:lnTo>
                    <a:pt x="10941507" y="36592"/>
                  </a:lnTo>
                  <a:lnTo>
                    <a:pt x="10872429" y="36526"/>
                  </a:lnTo>
                  <a:lnTo>
                    <a:pt x="10787264" y="36435"/>
                  </a:lnTo>
                  <a:lnTo>
                    <a:pt x="10688902" y="36319"/>
                  </a:lnTo>
                  <a:lnTo>
                    <a:pt x="10581127" y="36176"/>
                  </a:lnTo>
                  <a:lnTo>
                    <a:pt x="10468016" y="36007"/>
                  </a:lnTo>
                  <a:lnTo>
                    <a:pt x="10353407" y="35812"/>
                  </a:lnTo>
                  <a:lnTo>
                    <a:pt x="10240536" y="35592"/>
                  </a:lnTo>
                  <a:lnTo>
                    <a:pt x="10131850" y="35347"/>
                  </a:lnTo>
                  <a:lnTo>
                    <a:pt x="10028987" y="35076"/>
                  </a:lnTo>
                  <a:lnTo>
                    <a:pt x="9932862" y="34778"/>
                  </a:lnTo>
                  <a:lnTo>
                    <a:pt x="9843802" y="34451"/>
                  </a:lnTo>
                  <a:lnTo>
                    <a:pt x="9761694" y="34092"/>
                  </a:lnTo>
                  <a:lnTo>
                    <a:pt x="9686119" y="33698"/>
                  </a:lnTo>
                  <a:lnTo>
                    <a:pt x="9616463" y="33263"/>
                  </a:lnTo>
                  <a:lnTo>
                    <a:pt x="9551999" y="32784"/>
                  </a:lnTo>
                  <a:lnTo>
                    <a:pt x="9491951" y="32255"/>
                  </a:lnTo>
                  <a:lnTo>
                    <a:pt x="9435544" y="31672"/>
                  </a:lnTo>
                  <a:lnTo>
                    <a:pt x="9382042" y="31031"/>
                  </a:lnTo>
                  <a:lnTo>
                    <a:pt x="9347647" y="30570"/>
                  </a:lnTo>
                  <a:lnTo>
                    <a:pt x="9286000" y="29647"/>
                  </a:lnTo>
                  <a:lnTo>
                    <a:pt x="9226276" y="28631"/>
                  </a:lnTo>
                  <a:lnTo>
                    <a:pt x="9167758" y="27521"/>
                  </a:lnTo>
                  <a:lnTo>
                    <a:pt x="9109920" y="26319"/>
                  </a:lnTo>
                  <a:lnTo>
                    <a:pt x="9052390" y="25029"/>
                  </a:lnTo>
                  <a:lnTo>
                    <a:pt x="8994926" y="23661"/>
                  </a:lnTo>
                  <a:lnTo>
                    <a:pt x="8937393" y="22226"/>
                  </a:lnTo>
                  <a:lnTo>
                    <a:pt x="8879744" y="20741"/>
                  </a:lnTo>
                  <a:lnTo>
                    <a:pt x="8821995" y="19224"/>
                  </a:lnTo>
                  <a:lnTo>
                    <a:pt x="8764204" y="17695"/>
                  </a:lnTo>
                  <a:lnTo>
                    <a:pt x="8706444" y="16175"/>
                  </a:lnTo>
                  <a:lnTo>
                    <a:pt x="8648777" y="14684"/>
                  </a:lnTo>
                  <a:lnTo>
                    <a:pt x="8591228" y="13240"/>
                  </a:lnTo>
                  <a:lnTo>
                    <a:pt x="8533760" y="11861"/>
                  </a:lnTo>
                  <a:lnTo>
                    <a:pt x="8476253" y="10558"/>
                  </a:lnTo>
                  <a:lnTo>
                    <a:pt x="8418483" y="9342"/>
                  </a:lnTo>
                  <a:lnTo>
                    <a:pt x="8360100" y="8218"/>
                  </a:lnTo>
                  <a:lnTo>
                    <a:pt x="8300603" y="7187"/>
                  </a:lnTo>
                  <a:lnTo>
                    <a:pt x="8239309" y="6250"/>
                  </a:lnTo>
                  <a:lnTo>
                    <a:pt x="8229629" y="6114"/>
                  </a:lnTo>
                  <a:lnTo>
                    <a:pt x="8177694" y="5433"/>
                  </a:lnTo>
                  <a:lnTo>
                    <a:pt x="8123302" y="4811"/>
                  </a:lnTo>
                  <a:lnTo>
                    <a:pt x="8065767" y="4246"/>
                  </a:lnTo>
                  <a:lnTo>
                    <a:pt x="8004335" y="3734"/>
                  </a:lnTo>
                  <a:lnTo>
                    <a:pt x="7938226" y="3271"/>
                  </a:lnTo>
                  <a:lnTo>
                    <a:pt x="7866675" y="2850"/>
                  </a:lnTo>
                  <a:lnTo>
                    <a:pt x="7788985" y="2468"/>
                  </a:lnTo>
                  <a:lnTo>
                    <a:pt x="7704595" y="2120"/>
                  </a:lnTo>
                  <a:lnTo>
                    <a:pt x="7613176" y="1803"/>
                  </a:lnTo>
                  <a:lnTo>
                    <a:pt x="7514744" y="1515"/>
                  </a:lnTo>
                  <a:lnTo>
                    <a:pt x="7409807" y="1252"/>
                  </a:lnTo>
                  <a:lnTo>
                    <a:pt x="7299506" y="1015"/>
                  </a:lnTo>
                  <a:lnTo>
                    <a:pt x="7185744" y="803"/>
                  </a:lnTo>
                  <a:lnTo>
                    <a:pt x="7071239" y="617"/>
                  </a:lnTo>
                  <a:lnTo>
                    <a:pt x="6959457" y="457"/>
                  </a:lnTo>
                  <a:lnTo>
                    <a:pt x="6854368" y="323"/>
                  </a:lnTo>
                  <a:lnTo>
                    <a:pt x="6760013" y="215"/>
                  </a:lnTo>
                  <a:lnTo>
                    <a:pt x="6679946" y="133"/>
                  </a:lnTo>
                  <a:lnTo>
                    <a:pt x="6616635" y="74"/>
                  </a:lnTo>
                  <a:lnTo>
                    <a:pt x="6570997" y="35"/>
                  </a:lnTo>
                  <a:lnTo>
                    <a:pt x="6542157" y="13"/>
                  </a:lnTo>
                  <a:lnTo>
                    <a:pt x="6527472" y="3"/>
                  </a:lnTo>
                  <a:lnTo>
                    <a:pt x="6522728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4" y="33"/>
                  </a:lnTo>
                  <a:lnTo>
                    <a:pt x="5518998" y="273"/>
                  </a:lnTo>
                  <a:lnTo>
                    <a:pt x="5500396" y="935"/>
                  </a:lnTo>
                  <a:lnTo>
                    <a:pt x="5466867" y="2240"/>
                  </a:lnTo>
                  <a:lnTo>
                    <a:pt x="5416342" y="4397"/>
                  </a:lnTo>
                  <a:lnTo>
                    <a:pt x="5348498" y="7586"/>
                  </a:lnTo>
                  <a:lnTo>
                    <a:pt x="5264708" y="11941"/>
                  </a:lnTo>
                  <a:lnTo>
                    <a:pt x="5167741" y="17544"/>
                  </a:lnTo>
                  <a:lnTo>
                    <a:pt x="5061263" y="24426"/>
                  </a:lnTo>
                  <a:lnTo>
                    <a:pt x="4949257" y="32582"/>
                  </a:lnTo>
                  <a:lnTo>
                    <a:pt x="4835508" y="41988"/>
                  </a:lnTo>
                  <a:lnTo>
                    <a:pt x="4723233" y="52619"/>
                  </a:lnTo>
                  <a:lnTo>
                    <a:pt x="4614895" y="64468"/>
                  </a:lnTo>
                  <a:lnTo>
                    <a:pt x="4512167" y="77556"/>
                  </a:lnTo>
                  <a:lnTo>
                    <a:pt x="4416011" y="91938"/>
                  </a:lnTo>
                  <a:lnTo>
                    <a:pt x="4326800" y="107710"/>
                  </a:lnTo>
                  <a:lnTo>
                    <a:pt x="4244470" y="125007"/>
                  </a:lnTo>
                  <a:lnTo>
                    <a:pt x="4168639" y="144000"/>
                  </a:lnTo>
                  <a:lnTo>
                    <a:pt x="4098729" y="164894"/>
                  </a:lnTo>
                  <a:lnTo>
                    <a:pt x="4034040" y="187920"/>
                  </a:lnTo>
                  <a:lnTo>
                    <a:pt x="3973817" y="213318"/>
                  </a:lnTo>
                  <a:lnTo>
                    <a:pt x="3917301" y="241319"/>
                  </a:lnTo>
                  <a:lnTo>
                    <a:pt x="3863762" y="272107"/>
                  </a:lnTo>
                  <a:lnTo>
                    <a:pt x="3820202" y="300463"/>
                  </a:lnTo>
                  <a:lnTo>
                    <a:pt x="3769157" y="337578"/>
                  </a:lnTo>
                  <a:lnTo>
                    <a:pt x="3719518" y="377782"/>
                  </a:lnTo>
                  <a:lnTo>
                    <a:pt x="3670851" y="421135"/>
                  </a:lnTo>
                  <a:lnTo>
                    <a:pt x="3622818" y="467629"/>
                  </a:lnTo>
                  <a:lnTo>
                    <a:pt x="3575159" y="517184"/>
                  </a:lnTo>
                  <a:lnTo>
                    <a:pt x="3527682" y="569637"/>
                  </a:lnTo>
                  <a:lnTo>
                    <a:pt x="3480254" y="624741"/>
                  </a:lnTo>
                  <a:lnTo>
                    <a:pt x="3432793" y="682166"/>
                  </a:lnTo>
                  <a:lnTo>
                    <a:pt x="3385258" y="741505"/>
                  </a:lnTo>
                  <a:lnTo>
                    <a:pt x="3337642" y="802284"/>
                  </a:lnTo>
                  <a:lnTo>
                    <a:pt x="3289966" y="863972"/>
                  </a:lnTo>
                  <a:lnTo>
                    <a:pt x="3242265" y="926008"/>
                  </a:lnTo>
                  <a:lnTo>
                    <a:pt x="3194581" y="987815"/>
                  </a:lnTo>
                  <a:lnTo>
                    <a:pt x="3146951" y="1048826"/>
                  </a:lnTo>
                  <a:lnTo>
                    <a:pt x="3099399" y="1108503"/>
                  </a:lnTo>
                  <a:lnTo>
                    <a:pt x="3051924" y="1166359"/>
                  </a:lnTo>
                  <a:lnTo>
                    <a:pt x="3004495" y="1221972"/>
                  </a:lnTo>
                  <a:lnTo>
                    <a:pt x="2957037" y="1274995"/>
                  </a:lnTo>
                  <a:lnTo>
                    <a:pt x="2909429" y="1325164"/>
                  </a:lnTo>
                  <a:lnTo>
                    <a:pt x="2861492" y="1372300"/>
                  </a:lnTo>
                  <a:lnTo>
                    <a:pt x="2812981" y="1416304"/>
                  </a:lnTo>
                  <a:lnTo>
                    <a:pt x="2763575" y="1457156"/>
                  </a:lnTo>
                  <a:lnTo>
                    <a:pt x="2712861" y="1494901"/>
                  </a:lnTo>
                  <a:lnTo>
                    <a:pt x="2702183" y="1502315"/>
                  </a:lnTo>
                  <a:lnTo>
                    <a:pt x="2650651" y="1535534"/>
                  </a:lnTo>
                  <a:lnTo>
                    <a:pt x="2596704" y="1565889"/>
                  </a:lnTo>
                  <a:lnTo>
                    <a:pt x="2539672" y="1593482"/>
                  </a:lnTo>
                  <a:lnTo>
                    <a:pt x="2478820" y="1618504"/>
                  </a:lnTo>
                  <a:lnTo>
                    <a:pt x="2413385" y="1641190"/>
                  </a:lnTo>
                  <a:lnTo>
                    <a:pt x="2342618" y="1661781"/>
                  </a:lnTo>
                  <a:lnTo>
                    <a:pt x="2265833" y="1680504"/>
                  </a:lnTo>
                  <a:lnTo>
                    <a:pt x="2182475" y="1697559"/>
                  </a:lnTo>
                  <a:lnTo>
                    <a:pt x="2092204" y="1713112"/>
                  </a:lnTo>
                  <a:lnTo>
                    <a:pt x="1995011" y="1727292"/>
                  </a:lnTo>
                  <a:lnTo>
                    <a:pt x="1891352" y="1740189"/>
                  </a:lnTo>
                  <a:lnTo>
                    <a:pt x="1782289" y="1751852"/>
                  </a:lnTo>
                  <a:lnTo>
                    <a:pt x="1669612" y="1762299"/>
                  </a:lnTo>
                  <a:lnTo>
                    <a:pt x="1555903" y="1771516"/>
                  </a:lnTo>
                  <a:lnTo>
                    <a:pt x="1444483" y="1779480"/>
                  </a:lnTo>
                  <a:lnTo>
                    <a:pt x="1339196" y="1786167"/>
                  </a:lnTo>
                  <a:lnTo>
                    <a:pt x="1244012" y="1791577"/>
                  </a:lnTo>
                  <a:lnTo>
                    <a:pt x="1162496" y="1795748"/>
                  </a:lnTo>
                  <a:lnTo>
                    <a:pt x="1097236" y="1798770"/>
                  </a:lnTo>
                  <a:lnTo>
                    <a:pt x="1049358" y="1800786"/>
                  </a:lnTo>
                  <a:lnTo>
                    <a:pt x="1018273" y="1801979"/>
                  </a:lnTo>
                  <a:lnTo>
                    <a:pt x="1001656" y="1802562"/>
                  </a:lnTo>
                  <a:lnTo>
                    <a:pt x="995623" y="1802757"/>
                  </a:lnTo>
                  <a:lnTo>
                    <a:pt x="994940" y="1802778"/>
                  </a:lnTo>
                  <a:lnTo>
                    <a:pt x="0" y="1802778"/>
                  </a:lnTo>
                  <a:lnTo>
                    <a:pt x="0" y="18027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2" name="pg2051"/>
            <p:cNvSpPr/>
            <p:nvPr/>
          </p:nvSpPr>
          <p:spPr>
            <a:xfrm>
              <a:off x="1199187" y="1299512"/>
              <a:ext cx="12049831" cy="5020527"/>
            </a:xfrm>
            <a:custGeom>
              <a:avLst/>
              <a:pathLst>
                <a:path w="12049831" h="5020527">
                  <a:moveTo>
                    <a:pt x="0" y="5020527"/>
                  </a:moveTo>
                  <a:lnTo>
                    <a:pt x="994940" y="5020527"/>
                  </a:lnTo>
                  <a:lnTo>
                    <a:pt x="996074" y="5020517"/>
                  </a:lnTo>
                  <a:lnTo>
                    <a:pt x="1003560" y="5020448"/>
                  </a:lnTo>
                  <a:lnTo>
                    <a:pt x="1022532" y="5020258"/>
                  </a:lnTo>
                  <a:lnTo>
                    <a:pt x="1056702" y="5019882"/>
                  </a:lnTo>
                  <a:lnTo>
                    <a:pt x="1108139" y="5019260"/>
                  </a:lnTo>
                  <a:lnTo>
                    <a:pt x="1177117" y="5018343"/>
                  </a:lnTo>
                  <a:lnTo>
                    <a:pt x="1262172" y="5017090"/>
                  </a:lnTo>
                  <a:lnTo>
                    <a:pt x="1360421" y="5015480"/>
                  </a:lnTo>
                  <a:lnTo>
                    <a:pt x="1468092" y="5013504"/>
                  </a:lnTo>
                  <a:lnTo>
                    <a:pt x="1581115" y="5011164"/>
                  </a:lnTo>
                  <a:lnTo>
                    <a:pt x="1695655" y="5008468"/>
                  </a:lnTo>
                  <a:lnTo>
                    <a:pt x="1808479" y="5005421"/>
                  </a:lnTo>
                  <a:lnTo>
                    <a:pt x="1917138" y="5002025"/>
                  </a:lnTo>
                  <a:lnTo>
                    <a:pt x="2019991" y="4998275"/>
                  </a:lnTo>
                  <a:lnTo>
                    <a:pt x="2116119" y="4994152"/>
                  </a:lnTo>
                  <a:lnTo>
                    <a:pt x="2205191" y="4989628"/>
                  </a:lnTo>
                  <a:lnTo>
                    <a:pt x="2287318" y="4984664"/>
                  </a:lnTo>
                  <a:lnTo>
                    <a:pt x="2362913" y="4979207"/>
                  </a:lnTo>
                  <a:lnTo>
                    <a:pt x="2432590" y="4973199"/>
                  </a:lnTo>
                  <a:lnTo>
                    <a:pt x="2497072" y="4966572"/>
                  </a:lnTo>
                  <a:lnTo>
                    <a:pt x="2557133" y="4959257"/>
                  </a:lnTo>
                  <a:lnTo>
                    <a:pt x="2613548" y="4951189"/>
                  </a:lnTo>
                  <a:lnTo>
                    <a:pt x="2667053" y="4942318"/>
                  </a:lnTo>
                  <a:lnTo>
                    <a:pt x="2702183" y="4935803"/>
                  </a:lnTo>
                  <a:lnTo>
                    <a:pt x="2762521" y="4923303"/>
                  </a:lnTo>
                  <a:lnTo>
                    <a:pt x="2821002" y="4909573"/>
                  </a:lnTo>
                  <a:lnTo>
                    <a:pt x="2878303" y="4894595"/>
                  </a:lnTo>
                  <a:lnTo>
                    <a:pt x="2934926" y="4878387"/>
                  </a:lnTo>
                  <a:lnTo>
                    <a:pt x="2991229" y="4861012"/>
                  </a:lnTo>
                  <a:lnTo>
                    <a:pt x="3047449" y="4842580"/>
                  </a:lnTo>
                  <a:lnTo>
                    <a:pt x="3103724" y="4823245"/>
                  </a:lnTo>
                  <a:lnTo>
                    <a:pt x="3160108" y="4803207"/>
                  </a:lnTo>
                  <a:lnTo>
                    <a:pt x="3216594" y="4782698"/>
                  </a:lnTo>
                  <a:lnTo>
                    <a:pt x="3273133" y="4761976"/>
                  </a:lnTo>
                  <a:lnTo>
                    <a:pt x="3329657" y="4741312"/>
                  </a:lnTo>
                  <a:lnTo>
                    <a:pt x="3386104" y="4720971"/>
                  </a:lnTo>
                  <a:lnTo>
                    <a:pt x="3442440" y="4701203"/>
                  </a:lnTo>
                  <a:lnTo>
                    <a:pt x="3498681" y="4682228"/>
                  </a:lnTo>
                  <a:lnTo>
                    <a:pt x="3554914" y="4664226"/>
                  </a:lnTo>
                  <a:lnTo>
                    <a:pt x="3611316" y="4647333"/>
                  </a:lnTo>
                  <a:lnTo>
                    <a:pt x="3668174" y="4631640"/>
                  </a:lnTo>
                  <a:lnTo>
                    <a:pt x="3725903" y="4617188"/>
                  </a:lnTo>
                  <a:lnTo>
                    <a:pt x="3785074" y="4603982"/>
                  </a:lnTo>
                  <a:lnTo>
                    <a:pt x="3820202" y="4596909"/>
                  </a:lnTo>
                  <a:lnTo>
                    <a:pt x="3872105" y="4587479"/>
                  </a:lnTo>
                  <a:lnTo>
                    <a:pt x="3926461" y="4578868"/>
                  </a:lnTo>
                  <a:lnTo>
                    <a:pt x="3983955" y="4571046"/>
                  </a:lnTo>
                  <a:lnTo>
                    <a:pt x="4045340" y="4563958"/>
                  </a:lnTo>
                  <a:lnTo>
                    <a:pt x="4111395" y="4557535"/>
                  </a:lnTo>
                  <a:lnTo>
                    <a:pt x="4182882" y="4551710"/>
                  </a:lnTo>
                  <a:lnTo>
                    <a:pt x="4260499" y="4546416"/>
                  </a:lnTo>
                  <a:lnTo>
                    <a:pt x="4344806" y="4541597"/>
                  </a:lnTo>
                  <a:lnTo>
                    <a:pt x="4436132" y="4537205"/>
                  </a:lnTo>
                  <a:lnTo>
                    <a:pt x="4534464" y="4533203"/>
                  </a:lnTo>
                  <a:lnTo>
                    <a:pt x="4639298" y="4529567"/>
                  </a:lnTo>
                  <a:lnTo>
                    <a:pt x="4749500" y="4526283"/>
                  </a:lnTo>
                  <a:lnTo>
                    <a:pt x="4863176" y="4523347"/>
                  </a:lnTo>
                  <a:lnTo>
                    <a:pt x="4977618" y="4520763"/>
                  </a:lnTo>
                  <a:lnTo>
                    <a:pt x="5089372" y="4518539"/>
                  </a:lnTo>
                  <a:lnTo>
                    <a:pt x="5194480" y="4516680"/>
                  </a:lnTo>
                  <a:lnTo>
                    <a:pt x="5288905" y="4515185"/>
                  </a:lnTo>
                  <a:lnTo>
                    <a:pt x="5369091" y="4514042"/>
                  </a:lnTo>
                  <a:lnTo>
                    <a:pt x="5432561" y="4513224"/>
                  </a:lnTo>
                  <a:lnTo>
                    <a:pt x="5478380" y="4512687"/>
                  </a:lnTo>
                  <a:lnTo>
                    <a:pt x="5507401" y="4512377"/>
                  </a:lnTo>
                  <a:lnTo>
                    <a:pt x="5522238" y="4512232"/>
                  </a:lnTo>
                  <a:lnTo>
                    <a:pt x="5527080" y="4512189"/>
                  </a:lnTo>
                  <a:lnTo>
                    <a:pt x="5527445" y="4512185"/>
                  </a:lnTo>
                  <a:lnTo>
                    <a:pt x="6522385" y="4512185"/>
                  </a:lnTo>
                  <a:lnTo>
                    <a:pt x="6523383" y="4512110"/>
                  </a:lnTo>
                  <a:lnTo>
                    <a:pt x="6529982" y="4511574"/>
                  </a:lnTo>
                  <a:lnTo>
                    <a:pt x="6546763" y="4510093"/>
                  </a:lnTo>
                  <a:lnTo>
                    <a:pt x="6577126" y="4507173"/>
                  </a:lnTo>
                  <a:lnTo>
                    <a:pt x="6623116" y="4502339"/>
                  </a:lnTo>
                  <a:lnTo>
                    <a:pt x="6685278" y="4495176"/>
                  </a:lnTo>
                  <a:lnTo>
                    <a:pt x="6762667" y="4485359"/>
                  </a:lnTo>
                  <a:lnTo>
                    <a:pt x="6853054" y="4472679"/>
                  </a:lnTo>
                  <a:lnTo>
                    <a:pt x="6953317" y="4457038"/>
                  </a:lnTo>
                  <a:lnTo>
                    <a:pt x="7059916" y="4438424"/>
                  </a:lnTo>
                  <a:lnTo>
                    <a:pt x="7169351" y="4416884"/>
                  </a:lnTo>
                  <a:lnTo>
                    <a:pt x="7278516" y="4392476"/>
                  </a:lnTo>
                  <a:lnTo>
                    <a:pt x="7384915" y="4365239"/>
                  </a:lnTo>
                  <a:lnTo>
                    <a:pt x="7486734" y="4335156"/>
                  </a:lnTo>
                  <a:lnTo>
                    <a:pt x="7582815" y="4302143"/>
                  </a:lnTo>
                  <a:lnTo>
                    <a:pt x="7672567" y="4266032"/>
                  </a:lnTo>
                  <a:lnTo>
                    <a:pt x="7755844" y="4226570"/>
                  </a:lnTo>
                  <a:lnTo>
                    <a:pt x="7832834" y="4183422"/>
                  </a:lnTo>
                  <a:lnTo>
                    <a:pt x="7903956" y="4136172"/>
                  </a:lnTo>
                  <a:lnTo>
                    <a:pt x="7969772" y="4084340"/>
                  </a:lnTo>
                  <a:lnTo>
                    <a:pt x="8030930" y="4027400"/>
                  </a:lnTo>
                  <a:lnTo>
                    <a:pt x="8088110" y="3964810"/>
                  </a:lnTo>
                  <a:lnTo>
                    <a:pt x="8141991" y="3896071"/>
                  </a:lnTo>
                  <a:lnTo>
                    <a:pt x="8193217" y="3820802"/>
                  </a:lnTo>
                  <a:lnTo>
                    <a:pt x="8229629" y="3761028"/>
                  </a:lnTo>
                  <a:lnTo>
                    <a:pt x="8266319" y="3695409"/>
                  </a:lnTo>
                  <a:lnTo>
                    <a:pt x="8302218" y="3625869"/>
                  </a:lnTo>
                  <a:lnTo>
                    <a:pt x="8337502" y="3552329"/>
                  </a:lnTo>
                  <a:lnTo>
                    <a:pt x="8372318" y="3474751"/>
                  </a:lnTo>
                  <a:lnTo>
                    <a:pt x="8406790" y="3393140"/>
                  </a:lnTo>
                  <a:lnTo>
                    <a:pt x="8441021" y="3307552"/>
                  </a:lnTo>
                  <a:lnTo>
                    <a:pt x="8475093" y="3218092"/>
                  </a:lnTo>
                  <a:lnTo>
                    <a:pt x="8509074" y="3124921"/>
                  </a:lnTo>
                  <a:lnTo>
                    <a:pt x="8543016" y="3028255"/>
                  </a:lnTo>
                  <a:lnTo>
                    <a:pt x="8576954" y="2928363"/>
                  </a:lnTo>
                  <a:lnTo>
                    <a:pt x="8610915" y="2825570"/>
                  </a:lnTo>
                  <a:lnTo>
                    <a:pt x="8644913" y="2720251"/>
                  </a:lnTo>
                  <a:lnTo>
                    <a:pt x="8678954" y="2612827"/>
                  </a:lnTo>
                  <a:lnTo>
                    <a:pt x="8713033" y="2503757"/>
                  </a:lnTo>
                  <a:lnTo>
                    <a:pt x="8747144" y="2393532"/>
                  </a:lnTo>
                  <a:lnTo>
                    <a:pt x="8781274" y="2282666"/>
                  </a:lnTo>
                  <a:lnTo>
                    <a:pt x="8815406" y="2171686"/>
                  </a:lnTo>
                  <a:lnTo>
                    <a:pt x="8849527" y="2061121"/>
                  </a:lnTo>
                  <a:lnTo>
                    <a:pt x="8883622" y="1951490"/>
                  </a:lnTo>
                  <a:lnTo>
                    <a:pt x="8917680" y="1843297"/>
                  </a:lnTo>
                  <a:lnTo>
                    <a:pt x="8951696" y="1737016"/>
                  </a:lnTo>
                  <a:lnTo>
                    <a:pt x="8985672" y="1633084"/>
                  </a:lnTo>
                  <a:lnTo>
                    <a:pt x="9019618" y="1531898"/>
                  </a:lnTo>
                  <a:lnTo>
                    <a:pt x="9053554" y="1433803"/>
                  </a:lnTo>
                  <a:lnTo>
                    <a:pt x="9087512" y="1339094"/>
                  </a:lnTo>
                  <a:lnTo>
                    <a:pt x="9121538" y="1248010"/>
                  </a:lnTo>
                  <a:lnTo>
                    <a:pt x="9155691" y="1160735"/>
                  </a:lnTo>
                  <a:lnTo>
                    <a:pt x="9190048" y="1077399"/>
                  </a:lnTo>
                  <a:lnTo>
                    <a:pt x="9224701" y="998077"/>
                  </a:lnTo>
                  <a:lnTo>
                    <a:pt x="9259767" y="922796"/>
                  </a:lnTo>
                  <a:lnTo>
                    <a:pt x="9295380" y="851537"/>
                  </a:lnTo>
                  <a:lnTo>
                    <a:pt x="9331706" y="784239"/>
                  </a:lnTo>
                  <a:lnTo>
                    <a:pt x="9347647" y="756398"/>
                  </a:lnTo>
                  <a:lnTo>
                    <a:pt x="9397289" y="676210"/>
                  </a:lnTo>
                  <a:lnTo>
                    <a:pt x="9449154" y="602682"/>
                  </a:lnTo>
                  <a:lnTo>
                    <a:pt x="9503837" y="535601"/>
                  </a:lnTo>
                  <a:lnTo>
                    <a:pt x="9561995" y="474547"/>
                  </a:lnTo>
                  <a:lnTo>
                    <a:pt x="9624311" y="419000"/>
                  </a:lnTo>
                  <a:lnTo>
                    <a:pt x="9691460" y="368421"/>
                  </a:lnTo>
                  <a:lnTo>
                    <a:pt x="9764073" y="322293"/>
                  </a:lnTo>
                  <a:lnTo>
                    <a:pt x="9842682" y="280150"/>
                  </a:lnTo>
                  <a:lnTo>
                    <a:pt x="9927653" y="241597"/>
                  </a:lnTo>
                  <a:lnTo>
                    <a:pt x="10019097" y="206321"/>
                  </a:lnTo>
                  <a:lnTo>
                    <a:pt x="10116764" y="174090"/>
                  </a:lnTo>
                  <a:lnTo>
                    <a:pt x="10219923" y="144760"/>
                  </a:lnTo>
                  <a:lnTo>
                    <a:pt x="10327252" y="118264"/>
                  </a:lnTo>
                  <a:lnTo>
                    <a:pt x="10436757" y="94605"/>
                  </a:lnTo>
                  <a:lnTo>
                    <a:pt x="10545769" y="73828"/>
                  </a:lnTo>
                  <a:lnTo>
                    <a:pt x="10651052" y="55991"/>
                  </a:lnTo>
                  <a:lnTo>
                    <a:pt x="10749056" y="41131"/>
                  </a:lnTo>
                  <a:lnTo>
                    <a:pt x="10836303" y="29218"/>
                  </a:lnTo>
                  <a:lnTo>
                    <a:pt x="10909862" y="20123"/>
                  </a:lnTo>
                  <a:lnTo>
                    <a:pt x="10967810" y="13607"/>
                  </a:lnTo>
                  <a:lnTo>
                    <a:pt x="11009581" y="9319"/>
                  </a:lnTo>
                  <a:lnTo>
                    <a:pt x="11036120" y="6824"/>
                  </a:lnTo>
                  <a:lnTo>
                    <a:pt x="11049847" y="5640"/>
                  </a:lnTo>
                  <a:lnTo>
                    <a:pt x="11054486" y="5270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94" y="75"/>
                  </a:lnTo>
                  <a:lnTo>
                    <a:pt x="11047295" y="611"/>
                  </a:lnTo>
                  <a:lnTo>
                    <a:pt x="11030514" y="2092"/>
                  </a:lnTo>
                  <a:lnTo>
                    <a:pt x="11000151" y="5012"/>
                  </a:lnTo>
                  <a:lnTo>
                    <a:pt x="10954161" y="9846"/>
                  </a:lnTo>
                  <a:lnTo>
                    <a:pt x="10891998" y="17009"/>
                  </a:lnTo>
                  <a:lnTo>
                    <a:pt x="10814610" y="26826"/>
                  </a:lnTo>
                  <a:lnTo>
                    <a:pt x="10724223" y="39505"/>
                  </a:lnTo>
                  <a:lnTo>
                    <a:pt x="10623960" y="55147"/>
                  </a:lnTo>
                  <a:lnTo>
                    <a:pt x="10517361" y="73761"/>
                  </a:lnTo>
                  <a:lnTo>
                    <a:pt x="10407926" y="95301"/>
                  </a:lnTo>
                  <a:lnTo>
                    <a:pt x="10298760" y="119709"/>
                  </a:lnTo>
                  <a:lnTo>
                    <a:pt x="10192362" y="146946"/>
                  </a:lnTo>
                  <a:lnTo>
                    <a:pt x="10090543" y="177029"/>
                  </a:lnTo>
                  <a:lnTo>
                    <a:pt x="9994461" y="210042"/>
                  </a:lnTo>
                  <a:lnTo>
                    <a:pt x="9904710" y="246153"/>
                  </a:lnTo>
                  <a:lnTo>
                    <a:pt x="9821433" y="285614"/>
                  </a:lnTo>
                  <a:lnTo>
                    <a:pt x="9744442" y="328763"/>
                  </a:lnTo>
                  <a:lnTo>
                    <a:pt x="9673321" y="376013"/>
                  </a:lnTo>
                  <a:lnTo>
                    <a:pt x="9607504" y="427845"/>
                  </a:lnTo>
                  <a:lnTo>
                    <a:pt x="9546347" y="484785"/>
                  </a:lnTo>
                  <a:lnTo>
                    <a:pt x="9489167" y="547375"/>
                  </a:lnTo>
                  <a:lnTo>
                    <a:pt x="9435285" y="616114"/>
                  </a:lnTo>
                  <a:lnTo>
                    <a:pt x="9384059" y="691382"/>
                  </a:lnTo>
                  <a:lnTo>
                    <a:pt x="9347647" y="751157"/>
                  </a:lnTo>
                  <a:lnTo>
                    <a:pt x="9310957" y="816776"/>
                  </a:lnTo>
                  <a:lnTo>
                    <a:pt x="9275058" y="886316"/>
                  </a:lnTo>
                  <a:lnTo>
                    <a:pt x="9239775" y="959856"/>
                  </a:lnTo>
                  <a:lnTo>
                    <a:pt x="9204958" y="1037434"/>
                  </a:lnTo>
                  <a:lnTo>
                    <a:pt x="9170486" y="1119045"/>
                  </a:lnTo>
                  <a:lnTo>
                    <a:pt x="9136256" y="1204633"/>
                  </a:lnTo>
                  <a:lnTo>
                    <a:pt x="9102183" y="1294093"/>
                  </a:lnTo>
                  <a:lnTo>
                    <a:pt x="9068202" y="1387264"/>
                  </a:lnTo>
                  <a:lnTo>
                    <a:pt x="9034261" y="1483930"/>
                  </a:lnTo>
                  <a:lnTo>
                    <a:pt x="9000323" y="1583822"/>
                  </a:lnTo>
                  <a:lnTo>
                    <a:pt x="8966361" y="1686615"/>
                  </a:lnTo>
                  <a:lnTo>
                    <a:pt x="8932363" y="1791934"/>
                  </a:lnTo>
                  <a:lnTo>
                    <a:pt x="8898323" y="1899358"/>
                  </a:lnTo>
                  <a:lnTo>
                    <a:pt x="8864243" y="2008428"/>
                  </a:lnTo>
                  <a:lnTo>
                    <a:pt x="8830132" y="2118653"/>
                  </a:lnTo>
                  <a:lnTo>
                    <a:pt x="8796003" y="2229519"/>
                  </a:lnTo>
                  <a:lnTo>
                    <a:pt x="8761870" y="2340499"/>
                  </a:lnTo>
                  <a:lnTo>
                    <a:pt x="8727750" y="2451064"/>
                  </a:lnTo>
                  <a:lnTo>
                    <a:pt x="8693655" y="2560695"/>
                  </a:lnTo>
                  <a:lnTo>
                    <a:pt x="8659597" y="2668888"/>
                  </a:lnTo>
                  <a:lnTo>
                    <a:pt x="8625581" y="2775169"/>
                  </a:lnTo>
                  <a:lnTo>
                    <a:pt x="8591605" y="2879101"/>
                  </a:lnTo>
                  <a:lnTo>
                    <a:pt x="8557659" y="2980287"/>
                  </a:lnTo>
                  <a:lnTo>
                    <a:pt x="8523723" y="3078382"/>
                  </a:lnTo>
                  <a:lnTo>
                    <a:pt x="8489764" y="3173091"/>
                  </a:lnTo>
                  <a:lnTo>
                    <a:pt x="8455739" y="3264175"/>
                  </a:lnTo>
                  <a:lnTo>
                    <a:pt x="8421585" y="3351450"/>
                  </a:lnTo>
                  <a:lnTo>
                    <a:pt x="8387229" y="3434786"/>
                  </a:lnTo>
                  <a:lnTo>
                    <a:pt x="8352575" y="3514108"/>
                  </a:lnTo>
                  <a:lnTo>
                    <a:pt x="8317510" y="3589389"/>
                  </a:lnTo>
                  <a:lnTo>
                    <a:pt x="8281896" y="3660648"/>
                  </a:lnTo>
                  <a:lnTo>
                    <a:pt x="8245571" y="3727946"/>
                  </a:lnTo>
                  <a:lnTo>
                    <a:pt x="8229629" y="3755787"/>
                  </a:lnTo>
                  <a:lnTo>
                    <a:pt x="8179987" y="3835975"/>
                  </a:lnTo>
                  <a:lnTo>
                    <a:pt x="8128123" y="3909503"/>
                  </a:lnTo>
                  <a:lnTo>
                    <a:pt x="8073439" y="3976584"/>
                  </a:lnTo>
                  <a:lnTo>
                    <a:pt x="8015281" y="4037638"/>
                  </a:lnTo>
                  <a:lnTo>
                    <a:pt x="7952965" y="4093185"/>
                  </a:lnTo>
                  <a:lnTo>
                    <a:pt x="7885816" y="4143764"/>
                  </a:lnTo>
                  <a:lnTo>
                    <a:pt x="7813203" y="4189892"/>
                  </a:lnTo>
                  <a:lnTo>
                    <a:pt x="7734594" y="4232035"/>
                  </a:lnTo>
                  <a:lnTo>
                    <a:pt x="7649623" y="4270588"/>
                  </a:lnTo>
                  <a:lnTo>
                    <a:pt x="7558180" y="4305864"/>
                  </a:lnTo>
                  <a:lnTo>
                    <a:pt x="7460513" y="4338095"/>
                  </a:lnTo>
                  <a:lnTo>
                    <a:pt x="7357353" y="4367425"/>
                  </a:lnTo>
                  <a:lnTo>
                    <a:pt x="7250025" y="4393921"/>
                  </a:lnTo>
                  <a:lnTo>
                    <a:pt x="7140520" y="4417580"/>
                  </a:lnTo>
                  <a:lnTo>
                    <a:pt x="7031508" y="4438357"/>
                  </a:lnTo>
                  <a:lnTo>
                    <a:pt x="6926225" y="4456193"/>
                  </a:lnTo>
                  <a:lnTo>
                    <a:pt x="6828221" y="4471053"/>
                  </a:lnTo>
                  <a:lnTo>
                    <a:pt x="6740974" y="4482967"/>
                  </a:lnTo>
                  <a:lnTo>
                    <a:pt x="6667415" y="4492062"/>
                  </a:lnTo>
                  <a:lnTo>
                    <a:pt x="6609467" y="4498578"/>
                  </a:lnTo>
                  <a:lnTo>
                    <a:pt x="6567696" y="4502866"/>
                  </a:lnTo>
                  <a:lnTo>
                    <a:pt x="6541157" y="4505361"/>
                  </a:lnTo>
                  <a:lnTo>
                    <a:pt x="6527430" y="4506545"/>
                  </a:lnTo>
                  <a:lnTo>
                    <a:pt x="6522791" y="4506915"/>
                  </a:lnTo>
                  <a:lnTo>
                    <a:pt x="6522385" y="4506945"/>
                  </a:lnTo>
                  <a:lnTo>
                    <a:pt x="5527445" y="4506945"/>
                  </a:lnTo>
                  <a:lnTo>
                    <a:pt x="5526311" y="4506955"/>
                  </a:lnTo>
                  <a:lnTo>
                    <a:pt x="5518825" y="4507024"/>
                  </a:lnTo>
                  <a:lnTo>
                    <a:pt x="5499853" y="4507214"/>
                  </a:lnTo>
                  <a:lnTo>
                    <a:pt x="5465683" y="4507590"/>
                  </a:lnTo>
                  <a:lnTo>
                    <a:pt x="5414246" y="4508211"/>
                  </a:lnTo>
                  <a:lnTo>
                    <a:pt x="5345268" y="4509129"/>
                  </a:lnTo>
                  <a:lnTo>
                    <a:pt x="5260213" y="4510382"/>
                  </a:lnTo>
                  <a:lnTo>
                    <a:pt x="5161964" y="4511992"/>
                  </a:lnTo>
                  <a:lnTo>
                    <a:pt x="5054293" y="4513967"/>
                  </a:lnTo>
                  <a:lnTo>
                    <a:pt x="4941270" y="4516307"/>
                  </a:lnTo>
                  <a:lnTo>
                    <a:pt x="4826730" y="4519004"/>
                  </a:lnTo>
                  <a:lnTo>
                    <a:pt x="4713906" y="4522051"/>
                  </a:lnTo>
                  <a:lnTo>
                    <a:pt x="4605247" y="4525446"/>
                  </a:lnTo>
                  <a:lnTo>
                    <a:pt x="4502394" y="4529197"/>
                  </a:lnTo>
                  <a:lnTo>
                    <a:pt x="4406266" y="4533320"/>
                  </a:lnTo>
                  <a:lnTo>
                    <a:pt x="4317194" y="4537843"/>
                  </a:lnTo>
                  <a:lnTo>
                    <a:pt x="4235067" y="4542808"/>
                  </a:lnTo>
                  <a:lnTo>
                    <a:pt x="4159472" y="4548265"/>
                  </a:lnTo>
                  <a:lnTo>
                    <a:pt x="4089795" y="4554273"/>
                  </a:lnTo>
                  <a:lnTo>
                    <a:pt x="4025313" y="4560900"/>
                  </a:lnTo>
                  <a:lnTo>
                    <a:pt x="3965252" y="4568215"/>
                  </a:lnTo>
                  <a:lnTo>
                    <a:pt x="3908837" y="4576283"/>
                  </a:lnTo>
                  <a:lnTo>
                    <a:pt x="3855332" y="4585154"/>
                  </a:lnTo>
                  <a:lnTo>
                    <a:pt x="3820202" y="4591668"/>
                  </a:lnTo>
                  <a:lnTo>
                    <a:pt x="3759864" y="4604169"/>
                  </a:lnTo>
                  <a:lnTo>
                    <a:pt x="3701383" y="4617898"/>
                  </a:lnTo>
                  <a:lnTo>
                    <a:pt x="3644082" y="4632877"/>
                  </a:lnTo>
                  <a:lnTo>
                    <a:pt x="3587459" y="4649085"/>
                  </a:lnTo>
                  <a:lnTo>
                    <a:pt x="3531156" y="4666460"/>
                  </a:lnTo>
                  <a:lnTo>
                    <a:pt x="3474936" y="4684892"/>
                  </a:lnTo>
                  <a:lnTo>
                    <a:pt x="3418661" y="4704227"/>
                  </a:lnTo>
                  <a:lnTo>
                    <a:pt x="3362277" y="4724265"/>
                  </a:lnTo>
                  <a:lnTo>
                    <a:pt x="3305791" y="4744774"/>
                  </a:lnTo>
                  <a:lnTo>
                    <a:pt x="3249252" y="4765496"/>
                  </a:lnTo>
                  <a:lnTo>
                    <a:pt x="3192728" y="4786160"/>
                  </a:lnTo>
                  <a:lnTo>
                    <a:pt x="3136281" y="4806501"/>
                  </a:lnTo>
                  <a:lnTo>
                    <a:pt x="3079945" y="4826268"/>
                  </a:lnTo>
                  <a:lnTo>
                    <a:pt x="3023704" y="4845244"/>
                  </a:lnTo>
                  <a:lnTo>
                    <a:pt x="2967471" y="4863246"/>
                  </a:lnTo>
                  <a:lnTo>
                    <a:pt x="2911069" y="4880138"/>
                  </a:lnTo>
                  <a:lnTo>
                    <a:pt x="2854211" y="4895832"/>
                  </a:lnTo>
                  <a:lnTo>
                    <a:pt x="2796482" y="4910283"/>
                  </a:lnTo>
                  <a:lnTo>
                    <a:pt x="2737311" y="4923489"/>
                  </a:lnTo>
                  <a:lnTo>
                    <a:pt x="2702183" y="4930563"/>
                  </a:lnTo>
                  <a:lnTo>
                    <a:pt x="2650280" y="4939993"/>
                  </a:lnTo>
                  <a:lnTo>
                    <a:pt x="2595924" y="4948604"/>
                  </a:lnTo>
                  <a:lnTo>
                    <a:pt x="2538430" y="4956426"/>
                  </a:lnTo>
                  <a:lnTo>
                    <a:pt x="2477045" y="4963514"/>
                  </a:lnTo>
                  <a:lnTo>
                    <a:pt x="2410990" y="4969936"/>
                  </a:lnTo>
                  <a:lnTo>
                    <a:pt x="2339503" y="4975762"/>
                  </a:lnTo>
                  <a:lnTo>
                    <a:pt x="2261886" y="4981055"/>
                  </a:lnTo>
                  <a:lnTo>
                    <a:pt x="2177579" y="4985875"/>
                  </a:lnTo>
                  <a:lnTo>
                    <a:pt x="2086253" y="4990267"/>
                  </a:lnTo>
                  <a:lnTo>
                    <a:pt x="1987921" y="4994269"/>
                  </a:lnTo>
                  <a:lnTo>
                    <a:pt x="1883087" y="4997905"/>
                  </a:lnTo>
                  <a:lnTo>
                    <a:pt x="1772885" y="5001189"/>
                  </a:lnTo>
                  <a:lnTo>
                    <a:pt x="1659209" y="5004124"/>
                  </a:lnTo>
                  <a:lnTo>
                    <a:pt x="1544767" y="5006708"/>
                  </a:lnTo>
                  <a:lnTo>
                    <a:pt x="1433013" y="5008933"/>
                  </a:lnTo>
                  <a:lnTo>
                    <a:pt x="1327904" y="5010792"/>
                  </a:lnTo>
                  <a:lnTo>
                    <a:pt x="1233480" y="5012287"/>
                  </a:lnTo>
                  <a:lnTo>
                    <a:pt x="1153293" y="5013429"/>
                  </a:lnTo>
                  <a:lnTo>
                    <a:pt x="1089824" y="5014248"/>
                  </a:lnTo>
                  <a:lnTo>
                    <a:pt x="1044005" y="5014785"/>
                  </a:lnTo>
                  <a:lnTo>
                    <a:pt x="1014984" y="5015095"/>
                  </a:lnTo>
                  <a:lnTo>
                    <a:pt x="1000147" y="5015240"/>
                  </a:lnTo>
                  <a:lnTo>
                    <a:pt x="995305" y="5015283"/>
                  </a:lnTo>
                  <a:lnTo>
                    <a:pt x="994940" y="5015286"/>
                  </a:lnTo>
                  <a:lnTo>
                    <a:pt x="0" y="5015286"/>
                  </a:lnTo>
                  <a:close/>
                </a:path>
              </a:pathLst>
            </a:custGeom>
            <a:solidFill>
              <a:srgbClr val="EF5350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53" name="pl2052"/>
            <p:cNvSpPr/>
            <p:nvPr/>
          </p:nvSpPr>
          <p:spPr>
            <a:xfrm>
              <a:off x="1199187" y="1304753"/>
              <a:ext cx="12049831" cy="5015286"/>
            </a:xfrm>
            <a:custGeom>
              <a:avLst/>
              <a:pathLst>
                <a:path w="12049831" h="5015286">
                  <a:moveTo>
                    <a:pt x="0" y="5015286"/>
                  </a:moveTo>
                  <a:lnTo>
                    <a:pt x="994940" y="5015286"/>
                  </a:lnTo>
                  <a:lnTo>
                    <a:pt x="996074" y="5015277"/>
                  </a:lnTo>
                  <a:lnTo>
                    <a:pt x="1003560" y="5015208"/>
                  </a:lnTo>
                  <a:lnTo>
                    <a:pt x="1022532" y="5015017"/>
                  </a:lnTo>
                  <a:lnTo>
                    <a:pt x="1056702" y="5014641"/>
                  </a:lnTo>
                  <a:lnTo>
                    <a:pt x="1108139" y="5014020"/>
                  </a:lnTo>
                  <a:lnTo>
                    <a:pt x="1177117" y="5013102"/>
                  </a:lnTo>
                  <a:lnTo>
                    <a:pt x="1262172" y="5011850"/>
                  </a:lnTo>
                  <a:lnTo>
                    <a:pt x="1360421" y="5010240"/>
                  </a:lnTo>
                  <a:lnTo>
                    <a:pt x="1468092" y="5008264"/>
                  </a:lnTo>
                  <a:lnTo>
                    <a:pt x="1581115" y="5005924"/>
                  </a:lnTo>
                  <a:lnTo>
                    <a:pt x="1695655" y="5003227"/>
                  </a:lnTo>
                  <a:lnTo>
                    <a:pt x="1808479" y="5000180"/>
                  </a:lnTo>
                  <a:lnTo>
                    <a:pt x="1917138" y="4996785"/>
                  </a:lnTo>
                  <a:lnTo>
                    <a:pt x="2019991" y="4993034"/>
                  </a:lnTo>
                  <a:lnTo>
                    <a:pt x="2116119" y="4988911"/>
                  </a:lnTo>
                  <a:lnTo>
                    <a:pt x="2205191" y="4984388"/>
                  </a:lnTo>
                  <a:lnTo>
                    <a:pt x="2287318" y="4979423"/>
                  </a:lnTo>
                  <a:lnTo>
                    <a:pt x="2362913" y="4973966"/>
                  </a:lnTo>
                  <a:lnTo>
                    <a:pt x="2432590" y="4967958"/>
                  </a:lnTo>
                  <a:lnTo>
                    <a:pt x="2497072" y="4961331"/>
                  </a:lnTo>
                  <a:lnTo>
                    <a:pt x="2557133" y="4954017"/>
                  </a:lnTo>
                  <a:lnTo>
                    <a:pt x="2613548" y="4945948"/>
                  </a:lnTo>
                  <a:lnTo>
                    <a:pt x="2667053" y="4937078"/>
                  </a:lnTo>
                  <a:lnTo>
                    <a:pt x="2702183" y="4930563"/>
                  </a:lnTo>
                  <a:lnTo>
                    <a:pt x="2762521" y="4918062"/>
                  </a:lnTo>
                  <a:lnTo>
                    <a:pt x="2821002" y="4904333"/>
                  </a:lnTo>
                  <a:lnTo>
                    <a:pt x="2878303" y="4889354"/>
                  </a:lnTo>
                  <a:lnTo>
                    <a:pt x="2934926" y="4873146"/>
                  </a:lnTo>
                  <a:lnTo>
                    <a:pt x="2991229" y="4855771"/>
                  </a:lnTo>
                  <a:lnTo>
                    <a:pt x="3047449" y="4837339"/>
                  </a:lnTo>
                  <a:lnTo>
                    <a:pt x="3103724" y="4818005"/>
                  </a:lnTo>
                  <a:lnTo>
                    <a:pt x="3160108" y="4797966"/>
                  </a:lnTo>
                  <a:lnTo>
                    <a:pt x="3216594" y="4777457"/>
                  </a:lnTo>
                  <a:lnTo>
                    <a:pt x="3273133" y="4756736"/>
                  </a:lnTo>
                  <a:lnTo>
                    <a:pt x="3329657" y="4736071"/>
                  </a:lnTo>
                  <a:lnTo>
                    <a:pt x="3386104" y="4715731"/>
                  </a:lnTo>
                  <a:lnTo>
                    <a:pt x="3442440" y="4695963"/>
                  </a:lnTo>
                  <a:lnTo>
                    <a:pt x="3498681" y="4676987"/>
                  </a:lnTo>
                  <a:lnTo>
                    <a:pt x="3554914" y="4658985"/>
                  </a:lnTo>
                  <a:lnTo>
                    <a:pt x="3611316" y="4642093"/>
                  </a:lnTo>
                  <a:lnTo>
                    <a:pt x="3668174" y="4626399"/>
                  </a:lnTo>
                  <a:lnTo>
                    <a:pt x="3725903" y="4611948"/>
                  </a:lnTo>
                  <a:lnTo>
                    <a:pt x="3785074" y="4598742"/>
                  </a:lnTo>
                  <a:lnTo>
                    <a:pt x="3820202" y="4591668"/>
                  </a:lnTo>
                  <a:lnTo>
                    <a:pt x="3872105" y="4582238"/>
                  </a:lnTo>
                  <a:lnTo>
                    <a:pt x="3926461" y="4573627"/>
                  </a:lnTo>
                  <a:lnTo>
                    <a:pt x="3983955" y="4565805"/>
                  </a:lnTo>
                  <a:lnTo>
                    <a:pt x="4045340" y="4558717"/>
                  </a:lnTo>
                  <a:lnTo>
                    <a:pt x="4111395" y="4552295"/>
                  </a:lnTo>
                  <a:lnTo>
                    <a:pt x="4182882" y="4546469"/>
                  </a:lnTo>
                  <a:lnTo>
                    <a:pt x="4260499" y="4541176"/>
                  </a:lnTo>
                  <a:lnTo>
                    <a:pt x="4344806" y="4536356"/>
                  </a:lnTo>
                  <a:lnTo>
                    <a:pt x="4436132" y="4531964"/>
                  </a:lnTo>
                  <a:lnTo>
                    <a:pt x="4534464" y="4527963"/>
                  </a:lnTo>
                  <a:lnTo>
                    <a:pt x="4639298" y="4524327"/>
                  </a:lnTo>
                  <a:lnTo>
                    <a:pt x="4749500" y="4521043"/>
                  </a:lnTo>
                  <a:lnTo>
                    <a:pt x="4863176" y="4518107"/>
                  </a:lnTo>
                  <a:lnTo>
                    <a:pt x="4977618" y="4515523"/>
                  </a:lnTo>
                  <a:lnTo>
                    <a:pt x="5089372" y="4513298"/>
                  </a:lnTo>
                  <a:lnTo>
                    <a:pt x="5194480" y="4511439"/>
                  </a:lnTo>
                  <a:lnTo>
                    <a:pt x="5288905" y="4509944"/>
                  </a:lnTo>
                  <a:lnTo>
                    <a:pt x="5369091" y="4508802"/>
                  </a:lnTo>
                  <a:lnTo>
                    <a:pt x="5432561" y="4507983"/>
                  </a:lnTo>
                  <a:lnTo>
                    <a:pt x="5478380" y="4507447"/>
                  </a:lnTo>
                  <a:lnTo>
                    <a:pt x="5507401" y="4507136"/>
                  </a:lnTo>
                  <a:lnTo>
                    <a:pt x="5522238" y="4506991"/>
                  </a:lnTo>
                  <a:lnTo>
                    <a:pt x="5527080" y="4506948"/>
                  </a:lnTo>
                  <a:lnTo>
                    <a:pt x="5527445" y="4506945"/>
                  </a:lnTo>
                  <a:lnTo>
                    <a:pt x="6522385" y="4506945"/>
                  </a:lnTo>
                  <a:lnTo>
                    <a:pt x="6523383" y="4506869"/>
                  </a:lnTo>
                  <a:lnTo>
                    <a:pt x="6529982" y="4506333"/>
                  </a:lnTo>
                  <a:lnTo>
                    <a:pt x="6546763" y="4504852"/>
                  </a:lnTo>
                  <a:lnTo>
                    <a:pt x="6577126" y="4501932"/>
                  </a:lnTo>
                  <a:lnTo>
                    <a:pt x="6623116" y="4497099"/>
                  </a:lnTo>
                  <a:lnTo>
                    <a:pt x="6685278" y="4489935"/>
                  </a:lnTo>
                  <a:lnTo>
                    <a:pt x="6762667" y="4480118"/>
                  </a:lnTo>
                  <a:lnTo>
                    <a:pt x="6853054" y="4467439"/>
                  </a:lnTo>
                  <a:lnTo>
                    <a:pt x="6953317" y="4451797"/>
                  </a:lnTo>
                  <a:lnTo>
                    <a:pt x="7059916" y="4433183"/>
                  </a:lnTo>
                  <a:lnTo>
                    <a:pt x="7169351" y="4411643"/>
                  </a:lnTo>
                  <a:lnTo>
                    <a:pt x="7278516" y="4387236"/>
                  </a:lnTo>
                  <a:lnTo>
                    <a:pt x="7384915" y="4359998"/>
                  </a:lnTo>
                  <a:lnTo>
                    <a:pt x="7486734" y="4329915"/>
                  </a:lnTo>
                  <a:lnTo>
                    <a:pt x="7582815" y="4296902"/>
                  </a:lnTo>
                  <a:lnTo>
                    <a:pt x="7672567" y="4260791"/>
                  </a:lnTo>
                  <a:lnTo>
                    <a:pt x="7755844" y="4221330"/>
                  </a:lnTo>
                  <a:lnTo>
                    <a:pt x="7832834" y="4178181"/>
                  </a:lnTo>
                  <a:lnTo>
                    <a:pt x="7903956" y="4130931"/>
                  </a:lnTo>
                  <a:lnTo>
                    <a:pt x="7969772" y="4079100"/>
                  </a:lnTo>
                  <a:lnTo>
                    <a:pt x="8030930" y="4022159"/>
                  </a:lnTo>
                  <a:lnTo>
                    <a:pt x="8088110" y="3959570"/>
                  </a:lnTo>
                  <a:lnTo>
                    <a:pt x="8141991" y="3890830"/>
                  </a:lnTo>
                  <a:lnTo>
                    <a:pt x="8193217" y="3815562"/>
                  </a:lnTo>
                  <a:lnTo>
                    <a:pt x="8229629" y="3755787"/>
                  </a:lnTo>
                  <a:lnTo>
                    <a:pt x="8266319" y="3690168"/>
                  </a:lnTo>
                  <a:lnTo>
                    <a:pt x="8302218" y="3620628"/>
                  </a:lnTo>
                  <a:lnTo>
                    <a:pt x="8337502" y="3547088"/>
                  </a:lnTo>
                  <a:lnTo>
                    <a:pt x="8372318" y="3469510"/>
                  </a:lnTo>
                  <a:lnTo>
                    <a:pt x="8406790" y="3387899"/>
                  </a:lnTo>
                  <a:lnTo>
                    <a:pt x="8441021" y="3302311"/>
                  </a:lnTo>
                  <a:lnTo>
                    <a:pt x="8475093" y="3212851"/>
                  </a:lnTo>
                  <a:lnTo>
                    <a:pt x="8509074" y="3119681"/>
                  </a:lnTo>
                  <a:lnTo>
                    <a:pt x="8543016" y="3023014"/>
                  </a:lnTo>
                  <a:lnTo>
                    <a:pt x="8576954" y="2923122"/>
                  </a:lnTo>
                  <a:lnTo>
                    <a:pt x="8610915" y="2820330"/>
                  </a:lnTo>
                  <a:lnTo>
                    <a:pt x="8644913" y="2715011"/>
                  </a:lnTo>
                  <a:lnTo>
                    <a:pt x="8678954" y="2607586"/>
                  </a:lnTo>
                  <a:lnTo>
                    <a:pt x="8713033" y="2498516"/>
                  </a:lnTo>
                  <a:lnTo>
                    <a:pt x="8747144" y="2388291"/>
                  </a:lnTo>
                  <a:lnTo>
                    <a:pt x="8781274" y="2277425"/>
                  </a:lnTo>
                  <a:lnTo>
                    <a:pt x="8815406" y="2166445"/>
                  </a:lnTo>
                  <a:lnTo>
                    <a:pt x="8849527" y="2055880"/>
                  </a:lnTo>
                  <a:lnTo>
                    <a:pt x="8883622" y="1946250"/>
                  </a:lnTo>
                  <a:lnTo>
                    <a:pt x="8917680" y="1838056"/>
                  </a:lnTo>
                  <a:lnTo>
                    <a:pt x="8951696" y="1731775"/>
                  </a:lnTo>
                  <a:lnTo>
                    <a:pt x="8985672" y="1627844"/>
                  </a:lnTo>
                  <a:lnTo>
                    <a:pt x="9019618" y="1526657"/>
                  </a:lnTo>
                  <a:lnTo>
                    <a:pt x="9053554" y="1428562"/>
                  </a:lnTo>
                  <a:lnTo>
                    <a:pt x="9087512" y="1333854"/>
                  </a:lnTo>
                  <a:lnTo>
                    <a:pt x="9121538" y="1242770"/>
                  </a:lnTo>
                  <a:lnTo>
                    <a:pt x="9155691" y="1155495"/>
                  </a:lnTo>
                  <a:lnTo>
                    <a:pt x="9190048" y="1072158"/>
                  </a:lnTo>
                  <a:lnTo>
                    <a:pt x="9224701" y="992836"/>
                  </a:lnTo>
                  <a:lnTo>
                    <a:pt x="9259767" y="917556"/>
                  </a:lnTo>
                  <a:lnTo>
                    <a:pt x="9295380" y="846297"/>
                  </a:lnTo>
                  <a:lnTo>
                    <a:pt x="9331706" y="778998"/>
                  </a:lnTo>
                  <a:lnTo>
                    <a:pt x="9347647" y="751157"/>
                  </a:lnTo>
                  <a:lnTo>
                    <a:pt x="9397289" y="670970"/>
                  </a:lnTo>
                  <a:lnTo>
                    <a:pt x="9449154" y="597441"/>
                  </a:lnTo>
                  <a:lnTo>
                    <a:pt x="9503837" y="530361"/>
                  </a:lnTo>
                  <a:lnTo>
                    <a:pt x="9561995" y="469306"/>
                  </a:lnTo>
                  <a:lnTo>
                    <a:pt x="9624311" y="413760"/>
                  </a:lnTo>
                  <a:lnTo>
                    <a:pt x="9691460" y="363181"/>
                  </a:lnTo>
                  <a:lnTo>
                    <a:pt x="9764073" y="317052"/>
                  </a:lnTo>
                  <a:lnTo>
                    <a:pt x="9842682" y="274909"/>
                  </a:lnTo>
                  <a:lnTo>
                    <a:pt x="9927653" y="236357"/>
                  </a:lnTo>
                  <a:lnTo>
                    <a:pt x="10019097" y="201080"/>
                  </a:lnTo>
                  <a:lnTo>
                    <a:pt x="10116764" y="168849"/>
                  </a:lnTo>
                  <a:lnTo>
                    <a:pt x="10219923" y="139519"/>
                  </a:lnTo>
                  <a:lnTo>
                    <a:pt x="10327252" y="113024"/>
                  </a:lnTo>
                  <a:lnTo>
                    <a:pt x="10436757" y="89364"/>
                  </a:lnTo>
                  <a:lnTo>
                    <a:pt x="10545769" y="68587"/>
                  </a:lnTo>
                  <a:lnTo>
                    <a:pt x="10651052" y="50751"/>
                  </a:lnTo>
                  <a:lnTo>
                    <a:pt x="10749056" y="35891"/>
                  </a:lnTo>
                  <a:lnTo>
                    <a:pt x="10836303" y="23977"/>
                  </a:lnTo>
                  <a:lnTo>
                    <a:pt x="10909862" y="14882"/>
                  </a:lnTo>
                  <a:lnTo>
                    <a:pt x="10967810" y="8366"/>
                  </a:lnTo>
                  <a:lnTo>
                    <a:pt x="11009581" y="4078"/>
                  </a:lnTo>
                  <a:lnTo>
                    <a:pt x="11036120" y="1584"/>
                  </a:lnTo>
                  <a:lnTo>
                    <a:pt x="11049847" y="399"/>
                  </a:lnTo>
                  <a:lnTo>
                    <a:pt x="11054486" y="3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4" name="pl2053"/>
            <p:cNvSpPr/>
            <p:nvPr/>
          </p:nvSpPr>
          <p:spPr>
            <a:xfrm>
              <a:off x="1199187" y="1299512"/>
              <a:ext cx="12049831" cy="5015286"/>
            </a:xfrm>
            <a:custGeom>
              <a:avLst/>
              <a:pathLst>
                <a:path w="12049831" h="5015286">
                  <a:moveTo>
                    <a:pt x="12049831" y="0"/>
                  </a:moveTo>
                  <a:lnTo>
                    <a:pt x="11054891" y="0"/>
                  </a:lnTo>
                  <a:lnTo>
                    <a:pt x="11053894" y="75"/>
                  </a:lnTo>
                  <a:lnTo>
                    <a:pt x="11047295" y="611"/>
                  </a:lnTo>
                  <a:lnTo>
                    <a:pt x="11030514" y="2092"/>
                  </a:lnTo>
                  <a:lnTo>
                    <a:pt x="11000151" y="5012"/>
                  </a:lnTo>
                  <a:lnTo>
                    <a:pt x="10954161" y="9846"/>
                  </a:lnTo>
                  <a:lnTo>
                    <a:pt x="10891998" y="17009"/>
                  </a:lnTo>
                  <a:lnTo>
                    <a:pt x="10814610" y="26826"/>
                  </a:lnTo>
                  <a:lnTo>
                    <a:pt x="10724223" y="39505"/>
                  </a:lnTo>
                  <a:lnTo>
                    <a:pt x="10623960" y="55147"/>
                  </a:lnTo>
                  <a:lnTo>
                    <a:pt x="10517361" y="73761"/>
                  </a:lnTo>
                  <a:lnTo>
                    <a:pt x="10407926" y="95301"/>
                  </a:lnTo>
                  <a:lnTo>
                    <a:pt x="10298760" y="119709"/>
                  </a:lnTo>
                  <a:lnTo>
                    <a:pt x="10192362" y="146946"/>
                  </a:lnTo>
                  <a:lnTo>
                    <a:pt x="10090543" y="177029"/>
                  </a:lnTo>
                  <a:lnTo>
                    <a:pt x="9994461" y="210042"/>
                  </a:lnTo>
                  <a:lnTo>
                    <a:pt x="9904710" y="246153"/>
                  </a:lnTo>
                  <a:lnTo>
                    <a:pt x="9821433" y="285614"/>
                  </a:lnTo>
                  <a:lnTo>
                    <a:pt x="9744442" y="328763"/>
                  </a:lnTo>
                  <a:lnTo>
                    <a:pt x="9673321" y="376013"/>
                  </a:lnTo>
                  <a:lnTo>
                    <a:pt x="9607504" y="427845"/>
                  </a:lnTo>
                  <a:lnTo>
                    <a:pt x="9546347" y="484785"/>
                  </a:lnTo>
                  <a:lnTo>
                    <a:pt x="9489167" y="547375"/>
                  </a:lnTo>
                  <a:lnTo>
                    <a:pt x="9435285" y="616114"/>
                  </a:lnTo>
                  <a:lnTo>
                    <a:pt x="9384059" y="691382"/>
                  </a:lnTo>
                  <a:lnTo>
                    <a:pt x="9347647" y="751157"/>
                  </a:lnTo>
                  <a:lnTo>
                    <a:pt x="9310957" y="816776"/>
                  </a:lnTo>
                  <a:lnTo>
                    <a:pt x="9275058" y="886316"/>
                  </a:lnTo>
                  <a:lnTo>
                    <a:pt x="9239775" y="959856"/>
                  </a:lnTo>
                  <a:lnTo>
                    <a:pt x="9204958" y="1037434"/>
                  </a:lnTo>
                  <a:lnTo>
                    <a:pt x="9170486" y="1119045"/>
                  </a:lnTo>
                  <a:lnTo>
                    <a:pt x="9136256" y="1204633"/>
                  </a:lnTo>
                  <a:lnTo>
                    <a:pt x="9102183" y="1294093"/>
                  </a:lnTo>
                  <a:lnTo>
                    <a:pt x="9068202" y="1387264"/>
                  </a:lnTo>
                  <a:lnTo>
                    <a:pt x="9034261" y="1483930"/>
                  </a:lnTo>
                  <a:lnTo>
                    <a:pt x="9000323" y="1583822"/>
                  </a:lnTo>
                  <a:lnTo>
                    <a:pt x="8966361" y="1686615"/>
                  </a:lnTo>
                  <a:lnTo>
                    <a:pt x="8932363" y="1791934"/>
                  </a:lnTo>
                  <a:lnTo>
                    <a:pt x="8898323" y="1899358"/>
                  </a:lnTo>
                  <a:lnTo>
                    <a:pt x="8864243" y="2008428"/>
                  </a:lnTo>
                  <a:lnTo>
                    <a:pt x="8830132" y="2118653"/>
                  </a:lnTo>
                  <a:lnTo>
                    <a:pt x="8796003" y="2229519"/>
                  </a:lnTo>
                  <a:lnTo>
                    <a:pt x="8761870" y="2340499"/>
                  </a:lnTo>
                  <a:lnTo>
                    <a:pt x="8727750" y="2451064"/>
                  </a:lnTo>
                  <a:lnTo>
                    <a:pt x="8693655" y="2560695"/>
                  </a:lnTo>
                  <a:lnTo>
                    <a:pt x="8659597" y="2668888"/>
                  </a:lnTo>
                  <a:lnTo>
                    <a:pt x="8625581" y="2775169"/>
                  </a:lnTo>
                  <a:lnTo>
                    <a:pt x="8591605" y="2879101"/>
                  </a:lnTo>
                  <a:lnTo>
                    <a:pt x="8557659" y="2980287"/>
                  </a:lnTo>
                  <a:lnTo>
                    <a:pt x="8523723" y="3078382"/>
                  </a:lnTo>
                  <a:lnTo>
                    <a:pt x="8489764" y="3173091"/>
                  </a:lnTo>
                  <a:lnTo>
                    <a:pt x="8455739" y="3264175"/>
                  </a:lnTo>
                  <a:lnTo>
                    <a:pt x="8421585" y="3351450"/>
                  </a:lnTo>
                  <a:lnTo>
                    <a:pt x="8387229" y="3434786"/>
                  </a:lnTo>
                  <a:lnTo>
                    <a:pt x="8352575" y="3514108"/>
                  </a:lnTo>
                  <a:lnTo>
                    <a:pt x="8317510" y="3589389"/>
                  </a:lnTo>
                  <a:lnTo>
                    <a:pt x="8281896" y="3660648"/>
                  </a:lnTo>
                  <a:lnTo>
                    <a:pt x="8245571" y="3727946"/>
                  </a:lnTo>
                  <a:lnTo>
                    <a:pt x="8229629" y="3755787"/>
                  </a:lnTo>
                  <a:lnTo>
                    <a:pt x="8179987" y="3835975"/>
                  </a:lnTo>
                  <a:lnTo>
                    <a:pt x="8128123" y="3909503"/>
                  </a:lnTo>
                  <a:lnTo>
                    <a:pt x="8073439" y="3976584"/>
                  </a:lnTo>
                  <a:lnTo>
                    <a:pt x="8015281" y="4037638"/>
                  </a:lnTo>
                  <a:lnTo>
                    <a:pt x="7952965" y="4093185"/>
                  </a:lnTo>
                  <a:lnTo>
                    <a:pt x="7885816" y="4143764"/>
                  </a:lnTo>
                  <a:lnTo>
                    <a:pt x="7813203" y="4189892"/>
                  </a:lnTo>
                  <a:lnTo>
                    <a:pt x="7734594" y="4232035"/>
                  </a:lnTo>
                  <a:lnTo>
                    <a:pt x="7649623" y="4270588"/>
                  </a:lnTo>
                  <a:lnTo>
                    <a:pt x="7558180" y="4305864"/>
                  </a:lnTo>
                  <a:lnTo>
                    <a:pt x="7460513" y="4338095"/>
                  </a:lnTo>
                  <a:lnTo>
                    <a:pt x="7357353" y="4367425"/>
                  </a:lnTo>
                  <a:lnTo>
                    <a:pt x="7250025" y="4393921"/>
                  </a:lnTo>
                  <a:lnTo>
                    <a:pt x="7140520" y="4417580"/>
                  </a:lnTo>
                  <a:lnTo>
                    <a:pt x="7031508" y="4438357"/>
                  </a:lnTo>
                  <a:lnTo>
                    <a:pt x="6926225" y="4456193"/>
                  </a:lnTo>
                  <a:lnTo>
                    <a:pt x="6828221" y="4471053"/>
                  </a:lnTo>
                  <a:lnTo>
                    <a:pt x="6740974" y="4482967"/>
                  </a:lnTo>
                  <a:lnTo>
                    <a:pt x="6667415" y="4492062"/>
                  </a:lnTo>
                  <a:lnTo>
                    <a:pt x="6609467" y="4498578"/>
                  </a:lnTo>
                  <a:lnTo>
                    <a:pt x="6567696" y="4502866"/>
                  </a:lnTo>
                  <a:lnTo>
                    <a:pt x="6541157" y="4505361"/>
                  </a:lnTo>
                  <a:lnTo>
                    <a:pt x="6527430" y="4506545"/>
                  </a:lnTo>
                  <a:lnTo>
                    <a:pt x="6522791" y="4506915"/>
                  </a:lnTo>
                  <a:lnTo>
                    <a:pt x="6522385" y="4506945"/>
                  </a:lnTo>
                  <a:lnTo>
                    <a:pt x="5527445" y="4506945"/>
                  </a:lnTo>
                  <a:lnTo>
                    <a:pt x="5526311" y="4506955"/>
                  </a:lnTo>
                  <a:lnTo>
                    <a:pt x="5518825" y="4507024"/>
                  </a:lnTo>
                  <a:lnTo>
                    <a:pt x="5499853" y="4507214"/>
                  </a:lnTo>
                  <a:lnTo>
                    <a:pt x="5465683" y="4507590"/>
                  </a:lnTo>
                  <a:lnTo>
                    <a:pt x="5414246" y="4508211"/>
                  </a:lnTo>
                  <a:lnTo>
                    <a:pt x="5345268" y="4509129"/>
                  </a:lnTo>
                  <a:lnTo>
                    <a:pt x="5260213" y="4510382"/>
                  </a:lnTo>
                  <a:lnTo>
                    <a:pt x="5161964" y="4511992"/>
                  </a:lnTo>
                  <a:lnTo>
                    <a:pt x="5054293" y="4513967"/>
                  </a:lnTo>
                  <a:lnTo>
                    <a:pt x="4941270" y="4516307"/>
                  </a:lnTo>
                  <a:lnTo>
                    <a:pt x="4826730" y="4519004"/>
                  </a:lnTo>
                  <a:lnTo>
                    <a:pt x="4713906" y="4522051"/>
                  </a:lnTo>
                  <a:lnTo>
                    <a:pt x="4605247" y="4525446"/>
                  </a:lnTo>
                  <a:lnTo>
                    <a:pt x="4502394" y="4529197"/>
                  </a:lnTo>
                  <a:lnTo>
                    <a:pt x="4406266" y="4533320"/>
                  </a:lnTo>
                  <a:lnTo>
                    <a:pt x="4317194" y="4537843"/>
                  </a:lnTo>
                  <a:lnTo>
                    <a:pt x="4235067" y="4542808"/>
                  </a:lnTo>
                  <a:lnTo>
                    <a:pt x="4159472" y="4548265"/>
                  </a:lnTo>
                  <a:lnTo>
                    <a:pt x="4089795" y="4554273"/>
                  </a:lnTo>
                  <a:lnTo>
                    <a:pt x="4025313" y="4560900"/>
                  </a:lnTo>
                  <a:lnTo>
                    <a:pt x="3965252" y="4568215"/>
                  </a:lnTo>
                  <a:lnTo>
                    <a:pt x="3908837" y="4576283"/>
                  </a:lnTo>
                  <a:lnTo>
                    <a:pt x="3855332" y="4585154"/>
                  </a:lnTo>
                  <a:lnTo>
                    <a:pt x="3820202" y="4591668"/>
                  </a:lnTo>
                  <a:lnTo>
                    <a:pt x="3759864" y="4604169"/>
                  </a:lnTo>
                  <a:lnTo>
                    <a:pt x="3701383" y="4617898"/>
                  </a:lnTo>
                  <a:lnTo>
                    <a:pt x="3644082" y="4632877"/>
                  </a:lnTo>
                  <a:lnTo>
                    <a:pt x="3587459" y="4649085"/>
                  </a:lnTo>
                  <a:lnTo>
                    <a:pt x="3531156" y="4666460"/>
                  </a:lnTo>
                  <a:lnTo>
                    <a:pt x="3474936" y="4684892"/>
                  </a:lnTo>
                  <a:lnTo>
                    <a:pt x="3418661" y="4704227"/>
                  </a:lnTo>
                  <a:lnTo>
                    <a:pt x="3362277" y="4724265"/>
                  </a:lnTo>
                  <a:lnTo>
                    <a:pt x="3305791" y="4744774"/>
                  </a:lnTo>
                  <a:lnTo>
                    <a:pt x="3249252" y="4765496"/>
                  </a:lnTo>
                  <a:lnTo>
                    <a:pt x="3192728" y="4786160"/>
                  </a:lnTo>
                  <a:lnTo>
                    <a:pt x="3136281" y="4806501"/>
                  </a:lnTo>
                  <a:lnTo>
                    <a:pt x="3079945" y="4826268"/>
                  </a:lnTo>
                  <a:lnTo>
                    <a:pt x="3023704" y="4845244"/>
                  </a:lnTo>
                  <a:lnTo>
                    <a:pt x="2967471" y="4863246"/>
                  </a:lnTo>
                  <a:lnTo>
                    <a:pt x="2911069" y="4880138"/>
                  </a:lnTo>
                  <a:lnTo>
                    <a:pt x="2854211" y="4895832"/>
                  </a:lnTo>
                  <a:lnTo>
                    <a:pt x="2796482" y="4910283"/>
                  </a:lnTo>
                  <a:lnTo>
                    <a:pt x="2737311" y="4923489"/>
                  </a:lnTo>
                  <a:lnTo>
                    <a:pt x="2702183" y="4930563"/>
                  </a:lnTo>
                  <a:lnTo>
                    <a:pt x="2650280" y="4939993"/>
                  </a:lnTo>
                  <a:lnTo>
                    <a:pt x="2595924" y="4948604"/>
                  </a:lnTo>
                  <a:lnTo>
                    <a:pt x="2538430" y="4956426"/>
                  </a:lnTo>
                  <a:lnTo>
                    <a:pt x="2477045" y="4963514"/>
                  </a:lnTo>
                  <a:lnTo>
                    <a:pt x="2410990" y="4969936"/>
                  </a:lnTo>
                  <a:lnTo>
                    <a:pt x="2339503" y="4975762"/>
                  </a:lnTo>
                  <a:lnTo>
                    <a:pt x="2261886" y="4981055"/>
                  </a:lnTo>
                  <a:lnTo>
                    <a:pt x="2177579" y="4985875"/>
                  </a:lnTo>
                  <a:lnTo>
                    <a:pt x="2086253" y="4990267"/>
                  </a:lnTo>
                  <a:lnTo>
                    <a:pt x="1987921" y="4994269"/>
                  </a:lnTo>
                  <a:lnTo>
                    <a:pt x="1883087" y="4997905"/>
                  </a:lnTo>
                  <a:lnTo>
                    <a:pt x="1772885" y="5001189"/>
                  </a:lnTo>
                  <a:lnTo>
                    <a:pt x="1659209" y="5004124"/>
                  </a:lnTo>
                  <a:lnTo>
                    <a:pt x="1544767" y="5006708"/>
                  </a:lnTo>
                  <a:lnTo>
                    <a:pt x="1433013" y="5008933"/>
                  </a:lnTo>
                  <a:lnTo>
                    <a:pt x="1327904" y="5010792"/>
                  </a:lnTo>
                  <a:lnTo>
                    <a:pt x="1233480" y="5012287"/>
                  </a:lnTo>
                  <a:lnTo>
                    <a:pt x="1153293" y="5013429"/>
                  </a:lnTo>
                  <a:lnTo>
                    <a:pt x="1089824" y="5014248"/>
                  </a:lnTo>
                  <a:lnTo>
                    <a:pt x="1044005" y="5014785"/>
                  </a:lnTo>
                  <a:lnTo>
                    <a:pt x="1014984" y="5015095"/>
                  </a:lnTo>
                  <a:lnTo>
                    <a:pt x="1000147" y="5015240"/>
                  </a:lnTo>
                  <a:lnTo>
                    <a:pt x="995305" y="5015283"/>
                  </a:lnTo>
                  <a:lnTo>
                    <a:pt x="994940" y="5015286"/>
                  </a:lnTo>
                  <a:lnTo>
                    <a:pt x="0" y="5015286"/>
                  </a:lnTo>
                  <a:lnTo>
                    <a:pt x="0" y="50152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5" name="pg2054"/>
            <p:cNvSpPr/>
            <p:nvPr/>
          </p:nvSpPr>
          <p:spPr>
            <a:xfrm>
              <a:off x="1199187" y="1524859"/>
              <a:ext cx="12049831" cy="4753255"/>
            </a:xfrm>
            <a:custGeom>
              <a:avLst/>
              <a:pathLst>
                <a:path w="12049831" h="4753255">
                  <a:moveTo>
                    <a:pt x="0" y="4753255"/>
                  </a:moveTo>
                  <a:lnTo>
                    <a:pt x="994940" y="4753255"/>
                  </a:lnTo>
                  <a:lnTo>
                    <a:pt x="995816" y="4753185"/>
                  </a:lnTo>
                  <a:lnTo>
                    <a:pt x="1001628" y="4752690"/>
                  </a:lnTo>
                  <a:lnTo>
                    <a:pt x="1016453" y="4751325"/>
                  </a:lnTo>
                  <a:lnTo>
                    <a:pt x="1043394" y="4748632"/>
                  </a:lnTo>
                  <a:lnTo>
                    <a:pt x="1084432" y="4744168"/>
                  </a:lnTo>
                  <a:lnTo>
                    <a:pt x="1140305" y="4737534"/>
                  </a:lnTo>
                  <a:lnTo>
                    <a:pt x="1210480" y="4728410"/>
                  </a:lnTo>
                  <a:lnTo>
                    <a:pt x="1293285" y="4716571"/>
                  </a:lnTo>
                  <a:lnTo>
                    <a:pt x="1386189" y="4701895"/>
                  </a:lnTo>
                  <a:lnTo>
                    <a:pt x="1486168" y="4684346"/>
                  </a:lnTo>
                  <a:lnTo>
                    <a:pt x="1590090" y="4663950"/>
                  </a:lnTo>
                  <a:lnTo>
                    <a:pt x="1695045" y="4640761"/>
                  </a:lnTo>
                  <a:lnTo>
                    <a:pt x="1798562" y="4614827"/>
                  </a:lnTo>
                  <a:lnTo>
                    <a:pt x="1898730" y="4586163"/>
                  </a:lnTo>
                  <a:lnTo>
                    <a:pt x="1994206" y="4554731"/>
                  </a:lnTo>
                  <a:lnTo>
                    <a:pt x="2084177" y="4520423"/>
                  </a:lnTo>
                  <a:lnTo>
                    <a:pt x="2168266" y="4483059"/>
                  </a:lnTo>
                  <a:lnTo>
                    <a:pt x="2246444" y="4442383"/>
                  </a:lnTo>
                  <a:lnTo>
                    <a:pt x="2318933" y="4398064"/>
                  </a:lnTo>
                  <a:lnTo>
                    <a:pt x="2386133" y="4349707"/>
                  </a:lnTo>
                  <a:lnTo>
                    <a:pt x="2448553" y="4296858"/>
                  </a:lnTo>
                  <a:lnTo>
                    <a:pt x="2506766" y="4239029"/>
                  </a:lnTo>
                  <a:lnTo>
                    <a:pt x="2561370" y="4175719"/>
                  </a:lnTo>
                  <a:lnTo>
                    <a:pt x="2612962" y="4106469"/>
                  </a:lnTo>
                  <a:lnTo>
                    <a:pt x="2662104" y="4030925"/>
                  </a:lnTo>
                  <a:lnTo>
                    <a:pt x="2702183" y="3961919"/>
                  </a:lnTo>
                  <a:lnTo>
                    <a:pt x="2738048" y="3894409"/>
                  </a:lnTo>
                  <a:lnTo>
                    <a:pt x="2773153" y="3822957"/>
                  </a:lnTo>
                  <a:lnTo>
                    <a:pt x="2807663" y="3747483"/>
                  </a:lnTo>
                  <a:lnTo>
                    <a:pt x="2841718" y="3667947"/>
                  </a:lnTo>
                  <a:lnTo>
                    <a:pt x="2875435" y="3584351"/>
                  </a:lnTo>
                  <a:lnTo>
                    <a:pt x="2908911" y="3496745"/>
                  </a:lnTo>
                  <a:lnTo>
                    <a:pt x="2942226" y="3405226"/>
                  </a:lnTo>
                  <a:lnTo>
                    <a:pt x="2975445" y="3309944"/>
                  </a:lnTo>
                  <a:lnTo>
                    <a:pt x="3008618" y="3211101"/>
                  </a:lnTo>
                  <a:lnTo>
                    <a:pt x="3041782" y="3108952"/>
                  </a:lnTo>
                  <a:lnTo>
                    <a:pt x="3074963" y="3003806"/>
                  </a:lnTo>
                  <a:lnTo>
                    <a:pt x="3108177" y="2896020"/>
                  </a:lnTo>
                  <a:lnTo>
                    <a:pt x="3141430" y="2785995"/>
                  </a:lnTo>
                  <a:lnTo>
                    <a:pt x="3174723" y="2674173"/>
                  </a:lnTo>
                  <a:lnTo>
                    <a:pt x="3208049" y="2561030"/>
                  </a:lnTo>
                  <a:lnTo>
                    <a:pt x="3241397" y="2447063"/>
                  </a:lnTo>
                  <a:lnTo>
                    <a:pt x="3274753" y="2332788"/>
                  </a:lnTo>
                  <a:lnTo>
                    <a:pt x="3308103" y="2218724"/>
                  </a:lnTo>
                  <a:lnTo>
                    <a:pt x="3341434" y="2105388"/>
                  </a:lnTo>
                  <a:lnTo>
                    <a:pt x="3374734" y="1993282"/>
                  </a:lnTo>
                  <a:lnTo>
                    <a:pt x="3407995" y="1882887"/>
                  </a:lnTo>
                  <a:lnTo>
                    <a:pt x="3441216" y="1774650"/>
                  </a:lnTo>
                  <a:lnTo>
                    <a:pt x="3474402" y="1668982"/>
                  </a:lnTo>
                  <a:lnTo>
                    <a:pt x="3507568" y="1566248"/>
                  </a:lnTo>
                  <a:lnTo>
                    <a:pt x="3540736" y="1466766"/>
                  </a:lnTo>
                  <a:lnTo>
                    <a:pt x="3573943" y="1370801"/>
                  </a:lnTo>
                  <a:lnTo>
                    <a:pt x="3607236" y="1278565"/>
                  </a:lnTo>
                  <a:lnTo>
                    <a:pt x="3640676" y="1190219"/>
                  </a:lnTo>
                  <a:lnTo>
                    <a:pt x="3674341" y="1105868"/>
                  </a:lnTo>
                  <a:lnTo>
                    <a:pt x="3708324" y="1025572"/>
                  </a:lnTo>
                  <a:lnTo>
                    <a:pt x="3742740" y="949340"/>
                  </a:lnTo>
                  <a:lnTo>
                    <a:pt x="3777722" y="877141"/>
                  </a:lnTo>
                  <a:lnTo>
                    <a:pt x="3813430" y="808902"/>
                  </a:lnTo>
                  <a:lnTo>
                    <a:pt x="3820202" y="796576"/>
                  </a:lnTo>
                  <a:lnTo>
                    <a:pt x="3867671" y="715581"/>
                  </a:lnTo>
                  <a:lnTo>
                    <a:pt x="3917154" y="641016"/>
                  </a:lnTo>
                  <a:lnTo>
                    <a:pt x="3969169" y="572703"/>
                  </a:lnTo>
                  <a:lnTo>
                    <a:pt x="4024288" y="510264"/>
                  </a:lnTo>
                  <a:lnTo>
                    <a:pt x="4083107" y="453230"/>
                  </a:lnTo>
                  <a:lnTo>
                    <a:pt x="4146223" y="401101"/>
                  </a:lnTo>
                  <a:lnTo>
                    <a:pt x="4214201" y="353391"/>
                  </a:lnTo>
                  <a:lnTo>
                    <a:pt x="4287540" y="309654"/>
                  </a:lnTo>
                  <a:lnTo>
                    <a:pt x="4366614" y="269504"/>
                  </a:lnTo>
                  <a:lnTo>
                    <a:pt x="4451614" y="232623"/>
                  </a:lnTo>
                  <a:lnTo>
                    <a:pt x="4542462" y="198766"/>
                  </a:lnTo>
                  <a:lnTo>
                    <a:pt x="4638722" y="167763"/>
                  </a:lnTo>
                  <a:lnTo>
                    <a:pt x="4739504" y="139518"/>
                  </a:lnTo>
                  <a:lnTo>
                    <a:pt x="4843380" y="114003"/>
                  </a:lnTo>
                  <a:lnTo>
                    <a:pt x="4948349" y="91238"/>
                  </a:lnTo>
                  <a:lnTo>
                    <a:pt x="5051865" y="71275"/>
                  </a:lnTo>
                  <a:lnTo>
                    <a:pt x="5150964" y="54165"/>
                  </a:lnTo>
                  <a:lnTo>
                    <a:pt x="5242510" y="39928"/>
                  </a:lnTo>
                  <a:lnTo>
                    <a:pt x="5323528" y="28516"/>
                  </a:lnTo>
                  <a:lnTo>
                    <a:pt x="5391594" y="19790"/>
                  </a:lnTo>
                  <a:lnTo>
                    <a:pt x="5445198" y="13512"/>
                  </a:lnTo>
                  <a:lnTo>
                    <a:pt x="5483997" y="9346"/>
                  </a:lnTo>
                  <a:lnTo>
                    <a:pt x="5508923" y="6886"/>
                  </a:lnTo>
                  <a:lnTo>
                    <a:pt x="5522141" y="5683"/>
                  </a:lnTo>
                  <a:lnTo>
                    <a:pt x="5526909" y="5282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28" y="5303"/>
                  </a:lnTo>
                  <a:lnTo>
                    <a:pt x="6530323" y="5752"/>
                  </a:lnTo>
                  <a:lnTo>
                    <a:pt x="6547833" y="6990"/>
                  </a:lnTo>
                  <a:lnTo>
                    <a:pt x="6579468" y="9432"/>
                  </a:lnTo>
                  <a:lnTo>
                    <a:pt x="6627285" y="13472"/>
                  </a:lnTo>
                  <a:lnTo>
                    <a:pt x="6691746" y="19454"/>
                  </a:lnTo>
                  <a:lnTo>
                    <a:pt x="6771736" y="27639"/>
                  </a:lnTo>
                  <a:lnTo>
                    <a:pt x="6864814" y="38195"/>
                  </a:lnTo>
                  <a:lnTo>
                    <a:pt x="6967639" y="51193"/>
                  </a:lnTo>
                  <a:lnTo>
                    <a:pt x="7076489" y="66635"/>
                  </a:lnTo>
                  <a:lnTo>
                    <a:pt x="7187741" y="84480"/>
                  </a:lnTo>
                  <a:lnTo>
                    <a:pt x="7298238" y="104678"/>
                  </a:lnTo>
                  <a:lnTo>
                    <a:pt x="7405490" y="127204"/>
                  </a:lnTo>
                  <a:lnTo>
                    <a:pt x="7507737" y="152083"/>
                  </a:lnTo>
                  <a:lnTo>
                    <a:pt x="7603896" y="179398"/>
                  </a:lnTo>
                  <a:lnTo>
                    <a:pt x="7693461" y="209305"/>
                  </a:lnTo>
                  <a:lnTo>
                    <a:pt x="7776374" y="242032"/>
                  </a:lnTo>
                  <a:lnTo>
                    <a:pt x="7852901" y="277878"/>
                  </a:lnTo>
                  <a:lnTo>
                    <a:pt x="7923526" y="317205"/>
                  </a:lnTo>
                  <a:lnTo>
                    <a:pt x="7988870" y="360426"/>
                  </a:lnTo>
                  <a:lnTo>
                    <a:pt x="8049624" y="407990"/>
                  </a:lnTo>
                  <a:lnTo>
                    <a:pt x="8106504" y="460344"/>
                  </a:lnTo>
                  <a:lnTo>
                    <a:pt x="8160212" y="517880"/>
                  </a:lnTo>
                  <a:lnTo>
                    <a:pt x="8211401" y="580860"/>
                  </a:lnTo>
                  <a:lnTo>
                    <a:pt x="8229629" y="605293"/>
                  </a:lnTo>
                  <a:lnTo>
                    <a:pt x="8269954" y="663143"/>
                  </a:lnTo>
                  <a:lnTo>
                    <a:pt x="8309344" y="724795"/>
                  </a:lnTo>
                  <a:lnTo>
                    <a:pt x="8348026" y="790326"/>
                  </a:lnTo>
                  <a:lnTo>
                    <a:pt x="8386190" y="859765"/>
                  </a:lnTo>
                  <a:lnTo>
                    <a:pt x="8423990" y="933087"/>
                  </a:lnTo>
                  <a:lnTo>
                    <a:pt x="8461550" y="1010211"/>
                  </a:lnTo>
                  <a:lnTo>
                    <a:pt x="8498969" y="1090991"/>
                  </a:lnTo>
                  <a:lnTo>
                    <a:pt x="8536323" y="1175219"/>
                  </a:lnTo>
                  <a:lnTo>
                    <a:pt x="8573666" y="1262621"/>
                  </a:lnTo>
                  <a:lnTo>
                    <a:pt x="8611033" y="1352861"/>
                  </a:lnTo>
                  <a:lnTo>
                    <a:pt x="8648446" y="1445542"/>
                  </a:lnTo>
                  <a:lnTo>
                    <a:pt x="8685909" y="1540214"/>
                  </a:lnTo>
                  <a:lnTo>
                    <a:pt x="8723418" y="1636383"/>
                  </a:lnTo>
                  <a:lnTo>
                    <a:pt x="8760961" y="1733519"/>
                  </a:lnTo>
                  <a:lnTo>
                    <a:pt x="8798519" y="1831069"/>
                  </a:lnTo>
                  <a:lnTo>
                    <a:pt x="8836071" y="1928471"/>
                  </a:lnTo>
                  <a:lnTo>
                    <a:pt x="8873598" y="2025166"/>
                  </a:lnTo>
                  <a:lnTo>
                    <a:pt x="8911085" y="2120611"/>
                  </a:lnTo>
                  <a:lnTo>
                    <a:pt x="8948521" y="2214295"/>
                  </a:lnTo>
                  <a:lnTo>
                    <a:pt x="8985908" y="2305744"/>
                  </a:lnTo>
                  <a:lnTo>
                    <a:pt x="9023259" y="2394537"/>
                  </a:lnTo>
                  <a:lnTo>
                    <a:pt x="9060602" y="2480307"/>
                  </a:lnTo>
                  <a:lnTo>
                    <a:pt x="9097983" y="2562751"/>
                  </a:lnTo>
                  <a:lnTo>
                    <a:pt x="9135465" y="2641629"/>
                  </a:lnTo>
                  <a:lnTo>
                    <a:pt x="9173137" y="2716767"/>
                  </a:lnTo>
                  <a:lnTo>
                    <a:pt x="9211111" y="2788052"/>
                  </a:lnTo>
                  <a:lnTo>
                    <a:pt x="9249527" y="2855435"/>
                  </a:lnTo>
                  <a:lnTo>
                    <a:pt x="9288555" y="2918918"/>
                  </a:lnTo>
                  <a:lnTo>
                    <a:pt x="9328406" y="2978557"/>
                  </a:lnTo>
                  <a:lnTo>
                    <a:pt x="9347647" y="3005503"/>
                  </a:lnTo>
                  <a:lnTo>
                    <a:pt x="9398061" y="3070495"/>
                  </a:lnTo>
                  <a:lnTo>
                    <a:pt x="9450775" y="3130004"/>
                  </a:lnTo>
                  <a:lnTo>
                    <a:pt x="9506414" y="3184215"/>
                  </a:lnTo>
                  <a:lnTo>
                    <a:pt x="9565667" y="3233482"/>
                  </a:lnTo>
                  <a:lnTo>
                    <a:pt x="9629248" y="3278241"/>
                  </a:lnTo>
                  <a:lnTo>
                    <a:pt x="9697862" y="3318943"/>
                  </a:lnTo>
                  <a:lnTo>
                    <a:pt x="9772163" y="3356018"/>
                  </a:lnTo>
                  <a:lnTo>
                    <a:pt x="9852693" y="3389849"/>
                  </a:lnTo>
                  <a:lnTo>
                    <a:pt x="9939810" y="3420759"/>
                  </a:lnTo>
                  <a:lnTo>
                    <a:pt x="10033587" y="3449001"/>
                  </a:lnTo>
                  <a:lnTo>
                    <a:pt x="10133697" y="3474758"/>
                  </a:lnTo>
                  <a:lnTo>
                    <a:pt x="10239283" y="3498140"/>
                  </a:lnTo>
                  <a:lnTo>
                    <a:pt x="10348843" y="3519192"/>
                  </a:lnTo>
                  <a:lnTo>
                    <a:pt x="10460152" y="3537903"/>
                  </a:lnTo>
                  <a:lnTo>
                    <a:pt x="10570283" y="3554230"/>
                  </a:lnTo>
                  <a:lnTo>
                    <a:pt x="10675750" y="3568127"/>
                  </a:lnTo>
                  <a:lnTo>
                    <a:pt x="10772816" y="3579573"/>
                  </a:lnTo>
                  <a:lnTo>
                    <a:pt x="10857941" y="3588612"/>
                  </a:lnTo>
                  <a:lnTo>
                    <a:pt x="10928294" y="3595374"/>
                  </a:lnTo>
                  <a:lnTo>
                    <a:pt x="10982238" y="3600089"/>
                  </a:lnTo>
                  <a:lnTo>
                    <a:pt x="11019641" y="3603073"/>
                  </a:lnTo>
                  <a:lnTo>
                    <a:pt x="11041989" y="3604704"/>
                  </a:lnTo>
                  <a:lnTo>
                    <a:pt x="11052280" y="3605394"/>
                  </a:lnTo>
                  <a:lnTo>
                    <a:pt x="11054891" y="3605556"/>
                  </a:lnTo>
                  <a:lnTo>
                    <a:pt x="12049831" y="3605556"/>
                  </a:lnTo>
                  <a:lnTo>
                    <a:pt x="12049831" y="3600315"/>
                  </a:lnTo>
                  <a:lnTo>
                    <a:pt x="11054891" y="3600315"/>
                  </a:lnTo>
                  <a:lnTo>
                    <a:pt x="11053848" y="3600252"/>
                  </a:lnTo>
                  <a:lnTo>
                    <a:pt x="11046954" y="3599804"/>
                  </a:lnTo>
                  <a:lnTo>
                    <a:pt x="11029443" y="3598565"/>
                  </a:lnTo>
                  <a:lnTo>
                    <a:pt x="10997808" y="3596123"/>
                  </a:lnTo>
                  <a:lnTo>
                    <a:pt x="10949991" y="3592083"/>
                  </a:lnTo>
                  <a:lnTo>
                    <a:pt x="10885531" y="3586101"/>
                  </a:lnTo>
                  <a:lnTo>
                    <a:pt x="10805540" y="3577916"/>
                  </a:lnTo>
                  <a:lnTo>
                    <a:pt x="10712462" y="3567361"/>
                  </a:lnTo>
                  <a:lnTo>
                    <a:pt x="10609637" y="3554362"/>
                  </a:lnTo>
                  <a:lnTo>
                    <a:pt x="10500788" y="3538920"/>
                  </a:lnTo>
                  <a:lnTo>
                    <a:pt x="10389536" y="3521076"/>
                  </a:lnTo>
                  <a:lnTo>
                    <a:pt x="10279039" y="3500878"/>
                  </a:lnTo>
                  <a:lnTo>
                    <a:pt x="10171786" y="3478351"/>
                  </a:lnTo>
                  <a:lnTo>
                    <a:pt x="10069540" y="3453472"/>
                  </a:lnTo>
                  <a:lnTo>
                    <a:pt x="9973381" y="3426157"/>
                  </a:lnTo>
                  <a:lnTo>
                    <a:pt x="9883815" y="3396250"/>
                  </a:lnTo>
                  <a:lnTo>
                    <a:pt x="9800902" y="3363523"/>
                  </a:lnTo>
                  <a:lnTo>
                    <a:pt x="9724376" y="3327677"/>
                  </a:lnTo>
                  <a:lnTo>
                    <a:pt x="9653751" y="3288351"/>
                  </a:lnTo>
                  <a:lnTo>
                    <a:pt x="9588407" y="3245129"/>
                  </a:lnTo>
                  <a:lnTo>
                    <a:pt x="9527653" y="3197565"/>
                  </a:lnTo>
                  <a:lnTo>
                    <a:pt x="9470772" y="3145212"/>
                  </a:lnTo>
                  <a:lnTo>
                    <a:pt x="9417064" y="3087675"/>
                  </a:lnTo>
                  <a:lnTo>
                    <a:pt x="9365875" y="3024695"/>
                  </a:lnTo>
                  <a:lnTo>
                    <a:pt x="9347647" y="3000263"/>
                  </a:lnTo>
                  <a:lnTo>
                    <a:pt x="9307322" y="2942412"/>
                  </a:lnTo>
                  <a:lnTo>
                    <a:pt x="9267933" y="2880760"/>
                  </a:lnTo>
                  <a:lnTo>
                    <a:pt x="9229250" y="2815230"/>
                  </a:lnTo>
                  <a:lnTo>
                    <a:pt x="9191087" y="2745791"/>
                  </a:lnTo>
                  <a:lnTo>
                    <a:pt x="9153287" y="2672468"/>
                  </a:lnTo>
                  <a:lnTo>
                    <a:pt x="9115727" y="2595345"/>
                  </a:lnTo>
                  <a:lnTo>
                    <a:pt x="9078307" y="2514564"/>
                  </a:lnTo>
                  <a:lnTo>
                    <a:pt x="9040953" y="2430336"/>
                  </a:lnTo>
                  <a:lnTo>
                    <a:pt x="9003611" y="2342934"/>
                  </a:lnTo>
                  <a:lnTo>
                    <a:pt x="8966243" y="2252695"/>
                  </a:lnTo>
                  <a:lnTo>
                    <a:pt x="8928831" y="2160014"/>
                  </a:lnTo>
                  <a:lnTo>
                    <a:pt x="8891368" y="2065341"/>
                  </a:lnTo>
                  <a:lnTo>
                    <a:pt x="8853858" y="1969172"/>
                  </a:lnTo>
                  <a:lnTo>
                    <a:pt x="8816315" y="1872037"/>
                  </a:lnTo>
                  <a:lnTo>
                    <a:pt x="8778758" y="1774486"/>
                  </a:lnTo>
                  <a:lnTo>
                    <a:pt x="8741205" y="1677085"/>
                  </a:lnTo>
                  <a:lnTo>
                    <a:pt x="8703678" y="1580390"/>
                  </a:lnTo>
                  <a:lnTo>
                    <a:pt x="8666192" y="1484944"/>
                  </a:lnTo>
                  <a:lnTo>
                    <a:pt x="8628756" y="1391261"/>
                  </a:lnTo>
                  <a:lnTo>
                    <a:pt x="8591368" y="1299811"/>
                  </a:lnTo>
                  <a:lnTo>
                    <a:pt x="8554017" y="1211019"/>
                  </a:lnTo>
                  <a:lnTo>
                    <a:pt x="8516674" y="1125248"/>
                  </a:lnTo>
                  <a:lnTo>
                    <a:pt x="8479294" y="1042804"/>
                  </a:lnTo>
                  <a:lnTo>
                    <a:pt x="8441811" y="963926"/>
                  </a:lnTo>
                  <a:lnTo>
                    <a:pt x="8404139" y="888788"/>
                  </a:lnTo>
                  <a:lnTo>
                    <a:pt x="8366165" y="817503"/>
                  </a:lnTo>
                  <a:lnTo>
                    <a:pt x="8327750" y="750121"/>
                  </a:lnTo>
                  <a:lnTo>
                    <a:pt x="8288721" y="686638"/>
                  </a:lnTo>
                  <a:lnTo>
                    <a:pt x="8248871" y="626998"/>
                  </a:lnTo>
                  <a:lnTo>
                    <a:pt x="8229629" y="600052"/>
                  </a:lnTo>
                  <a:lnTo>
                    <a:pt x="8179215" y="535061"/>
                  </a:lnTo>
                  <a:lnTo>
                    <a:pt x="8126501" y="475551"/>
                  </a:lnTo>
                  <a:lnTo>
                    <a:pt x="8070862" y="421340"/>
                  </a:lnTo>
                  <a:lnTo>
                    <a:pt x="8011609" y="372073"/>
                  </a:lnTo>
                  <a:lnTo>
                    <a:pt x="7948029" y="327314"/>
                  </a:lnTo>
                  <a:lnTo>
                    <a:pt x="7879414" y="286612"/>
                  </a:lnTo>
                  <a:lnTo>
                    <a:pt x="7805113" y="249537"/>
                  </a:lnTo>
                  <a:lnTo>
                    <a:pt x="7724583" y="215706"/>
                  </a:lnTo>
                  <a:lnTo>
                    <a:pt x="7637466" y="184796"/>
                  </a:lnTo>
                  <a:lnTo>
                    <a:pt x="7543689" y="156554"/>
                  </a:lnTo>
                  <a:lnTo>
                    <a:pt x="7443580" y="130797"/>
                  </a:lnTo>
                  <a:lnTo>
                    <a:pt x="7337993" y="107415"/>
                  </a:lnTo>
                  <a:lnTo>
                    <a:pt x="7228434" y="86363"/>
                  </a:lnTo>
                  <a:lnTo>
                    <a:pt x="7117124" y="67652"/>
                  </a:lnTo>
                  <a:lnTo>
                    <a:pt x="7006993" y="51325"/>
                  </a:lnTo>
                  <a:lnTo>
                    <a:pt x="6901526" y="37429"/>
                  </a:lnTo>
                  <a:lnTo>
                    <a:pt x="6804460" y="25983"/>
                  </a:lnTo>
                  <a:lnTo>
                    <a:pt x="6719336" y="16944"/>
                  </a:lnTo>
                  <a:lnTo>
                    <a:pt x="6648982" y="10181"/>
                  </a:lnTo>
                  <a:lnTo>
                    <a:pt x="6595039" y="5466"/>
                  </a:lnTo>
                  <a:lnTo>
                    <a:pt x="6557635" y="2482"/>
                  </a:lnTo>
                  <a:lnTo>
                    <a:pt x="6535288" y="851"/>
                  </a:lnTo>
                  <a:lnTo>
                    <a:pt x="6524996" y="16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569" y="69"/>
                  </a:lnTo>
                  <a:lnTo>
                    <a:pt x="5520757" y="564"/>
                  </a:lnTo>
                  <a:lnTo>
                    <a:pt x="5505932" y="1929"/>
                  </a:lnTo>
                  <a:lnTo>
                    <a:pt x="5478991" y="4622"/>
                  </a:lnTo>
                  <a:lnTo>
                    <a:pt x="5437953" y="9086"/>
                  </a:lnTo>
                  <a:lnTo>
                    <a:pt x="5382080" y="15720"/>
                  </a:lnTo>
                  <a:lnTo>
                    <a:pt x="5311905" y="24844"/>
                  </a:lnTo>
                  <a:lnTo>
                    <a:pt x="5229100" y="36683"/>
                  </a:lnTo>
                  <a:lnTo>
                    <a:pt x="5136196" y="51359"/>
                  </a:lnTo>
                  <a:lnTo>
                    <a:pt x="5036217" y="68908"/>
                  </a:lnTo>
                  <a:lnTo>
                    <a:pt x="4932295" y="89304"/>
                  </a:lnTo>
                  <a:lnTo>
                    <a:pt x="4827340" y="112493"/>
                  </a:lnTo>
                  <a:lnTo>
                    <a:pt x="4723823" y="138427"/>
                  </a:lnTo>
                  <a:lnTo>
                    <a:pt x="4623655" y="167091"/>
                  </a:lnTo>
                  <a:lnTo>
                    <a:pt x="4528179" y="198523"/>
                  </a:lnTo>
                  <a:lnTo>
                    <a:pt x="4438208" y="232831"/>
                  </a:lnTo>
                  <a:lnTo>
                    <a:pt x="4354119" y="270195"/>
                  </a:lnTo>
                  <a:lnTo>
                    <a:pt x="4275941" y="310872"/>
                  </a:lnTo>
                  <a:lnTo>
                    <a:pt x="4203452" y="355190"/>
                  </a:lnTo>
                  <a:lnTo>
                    <a:pt x="4136252" y="403547"/>
                  </a:lnTo>
                  <a:lnTo>
                    <a:pt x="4073832" y="456396"/>
                  </a:lnTo>
                  <a:lnTo>
                    <a:pt x="4015619" y="514225"/>
                  </a:lnTo>
                  <a:lnTo>
                    <a:pt x="3961015" y="577535"/>
                  </a:lnTo>
                  <a:lnTo>
                    <a:pt x="3909423" y="646785"/>
                  </a:lnTo>
                  <a:lnTo>
                    <a:pt x="3860281" y="722329"/>
                  </a:lnTo>
                  <a:lnTo>
                    <a:pt x="3820202" y="791335"/>
                  </a:lnTo>
                  <a:lnTo>
                    <a:pt x="3784337" y="858845"/>
                  </a:lnTo>
                  <a:lnTo>
                    <a:pt x="3749232" y="930297"/>
                  </a:lnTo>
                  <a:lnTo>
                    <a:pt x="3714722" y="1005771"/>
                  </a:lnTo>
                  <a:lnTo>
                    <a:pt x="3680667" y="1085307"/>
                  </a:lnTo>
                  <a:lnTo>
                    <a:pt x="3646950" y="1168903"/>
                  </a:lnTo>
                  <a:lnTo>
                    <a:pt x="3613474" y="1256509"/>
                  </a:lnTo>
                  <a:lnTo>
                    <a:pt x="3580159" y="1348028"/>
                  </a:lnTo>
                  <a:lnTo>
                    <a:pt x="3546940" y="1443310"/>
                  </a:lnTo>
                  <a:lnTo>
                    <a:pt x="3513767" y="1542153"/>
                  </a:lnTo>
                  <a:lnTo>
                    <a:pt x="3480603" y="1644302"/>
                  </a:lnTo>
                  <a:lnTo>
                    <a:pt x="3447422" y="1749448"/>
                  </a:lnTo>
                  <a:lnTo>
                    <a:pt x="3414208" y="1857234"/>
                  </a:lnTo>
                  <a:lnTo>
                    <a:pt x="3380955" y="1967259"/>
                  </a:lnTo>
                  <a:lnTo>
                    <a:pt x="3347662" y="2079081"/>
                  </a:lnTo>
                  <a:lnTo>
                    <a:pt x="3314336" y="2192224"/>
                  </a:lnTo>
                  <a:lnTo>
                    <a:pt x="3280988" y="2306191"/>
                  </a:lnTo>
                  <a:lnTo>
                    <a:pt x="3247632" y="2420467"/>
                  </a:lnTo>
                  <a:lnTo>
                    <a:pt x="3214282" y="2534530"/>
                  </a:lnTo>
                  <a:lnTo>
                    <a:pt x="3180951" y="2647866"/>
                  </a:lnTo>
                  <a:lnTo>
                    <a:pt x="3147651" y="2759972"/>
                  </a:lnTo>
                  <a:lnTo>
                    <a:pt x="3114390" y="2870367"/>
                  </a:lnTo>
                  <a:lnTo>
                    <a:pt x="3081169" y="2978604"/>
                  </a:lnTo>
                  <a:lnTo>
                    <a:pt x="3047983" y="3084272"/>
                  </a:lnTo>
                  <a:lnTo>
                    <a:pt x="3014817" y="3187006"/>
                  </a:lnTo>
                  <a:lnTo>
                    <a:pt x="2981649" y="3286488"/>
                  </a:lnTo>
                  <a:lnTo>
                    <a:pt x="2948442" y="3382453"/>
                  </a:lnTo>
                  <a:lnTo>
                    <a:pt x="2915149" y="3474689"/>
                  </a:lnTo>
                  <a:lnTo>
                    <a:pt x="2881709" y="3563035"/>
                  </a:lnTo>
                  <a:lnTo>
                    <a:pt x="2848044" y="3647386"/>
                  </a:lnTo>
                  <a:lnTo>
                    <a:pt x="2814061" y="3727682"/>
                  </a:lnTo>
                  <a:lnTo>
                    <a:pt x="2779645" y="3803914"/>
                  </a:lnTo>
                  <a:lnTo>
                    <a:pt x="2744663" y="3876113"/>
                  </a:lnTo>
                  <a:lnTo>
                    <a:pt x="2708955" y="3944352"/>
                  </a:lnTo>
                  <a:lnTo>
                    <a:pt x="2702183" y="3956678"/>
                  </a:lnTo>
                  <a:lnTo>
                    <a:pt x="2654714" y="4037673"/>
                  </a:lnTo>
                  <a:lnTo>
                    <a:pt x="2605231" y="4112238"/>
                  </a:lnTo>
                  <a:lnTo>
                    <a:pt x="2553216" y="4180552"/>
                  </a:lnTo>
                  <a:lnTo>
                    <a:pt x="2498097" y="4242990"/>
                  </a:lnTo>
                  <a:lnTo>
                    <a:pt x="2439278" y="4300024"/>
                  </a:lnTo>
                  <a:lnTo>
                    <a:pt x="2376162" y="4352153"/>
                  </a:lnTo>
                  <a:lnTo>
                    <a:pt x="2308184" y="4399864"/>
                  </a:lnTo>
                  <a:lnTo>
                    <a:pt x="2234845" y="4443600"/>
                  </a:lnTo>
                  <a:lnTo>
                    <a:pt x="2155771" y="4483750"/>
                  </a:lnTo>
                  <a:lnTo>
                    <a:pt x="2070771" y="4520631"/>
                  </a:lnTo>
                  <a:lnTo>
                    <a:pt x="1979923" y="4554488"/>
                  </a:lnTo>
                  <a:lnTo>
                    <a:pt x="1883663" y="4585491"/>
                  </a:lnTo>
                  <a:lnTo>
                    <a:pt x="1782881" y="4613736"/>
                  </a:lnTo>
                  <a:lnTo>
                    <a:pt x="1679005" y="4639251"/>
                  </a:lnTo>
                  <a:lnTo>
                    <a:pt x="1574036" y="4662016"/>
                  </a:lnTo>
                  <a:lnTo>
                    <a:pt x="1470520" y="4681979"/>
                  </a:lnTo>
                  <a:lnTo>
                    <a:pt x="1371421" y="4699089"/>
                  </a:lnTo>
                  <a:lnTo>
                    <a:pt x="1279875" y="4713326"/>
                  </a:lnTo>
                  <a:lnTo>
                    <a:pt x="1198857" y="4724739"/>
                  </a:lnTo>
                  <a:lnTo>
                    <a:pt x="1130791" y="4733464"/>
                  </a:lnTo>
                  <a:lnTo>
                    <a:pt x="1077187" y="4739743"/>
                  </a:lnTo>
                  <a:lnTo>
                    <a:pt x="1038388" y="4743908"/>
                  </a:lnTo>
                  <a:lnTo>
                    <a:pt x="1013462" y="4746368"/>
                  </a:lnTo>
                  <a:lnTo>
                    <a:pt x="1000244" y="4747571"/>
                  </a:lnTo>
                  <a:lnTo>
                    <a:pt x="995476" y="4747972"/>
                  </a:lnTo>
                  <a:lnTo>
                    <a:pt x="994940" y="4748014"/>
                  </a:lnTo>
                  <a:lnTo>
                    <a:pt x="0" y="4748014"/>
                  </a:lnTo>
                  <a:close/>
                </a:path>
              </a:pathLst>
            </a:custGeom>
            <a:solidFill>
              <a:srgbClr val="EF5350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56" name="pl2055"/>
            <p:cNvSpPr/>
            <p:nvPr/>
          </p:nvSpPr>
          <p:spPr>
            <a:xfrm>
              <a:off x="1199187" y="1530100"/>
              <a:ext cx="12049831" cy="4748014"/>
            </a:xfrm>
            <a:custGeom>
              <a:avLst/>
              <a:pathLst>
                <a:path w="12049831" h="4748014">
                  <a:moveTo>
                    <a:pt x="0" y="4748014"/>
                  </a:moveTo>
                  <a:lnTo>
                    <a:pt x="994940" y="4748014"/>
                  </a:lnTo>
                  <a:lnTo>
                    <a:pt x="995816" y="4747944"/>
                  </a:lnTo>
                  <a:lnTo>
                    <a:pt x="1001628" y="4747450"/>
                  </a:lnTo>
                  <a:lnTo>
                    <a:pt x="1016453" y="4746085"/>
                  </a:lnTo>
                  <a:lnTo>
                    <a:pt x="1043394" y="4743392"/>
                  </a:lnTo>
                  <a:lnTo>
                    <a:pt x="1084432" y="4738927"/>
                  </a:lnTo>
                  <a:lnTo>
                    <a:pt x="1140305" y="4732293"/>
                  </a:lnTo>
                  <a:lnTo>
                    <a:pt x="1210480" y="4723169"/>
                  </a:lnTo>
                  <a:lnTo>
                    <a:pt x="1293285" y="4711331"/>
                  </a:lnTo>
                  <a:lnTo>
                    <a:pt x="1386189" y="4696654"/>
                  </a:lnTo>
                  <a:lnTo>
                    <a:pt x="1486168" y="4679105"/>
                  </a:lnTo>
                  <a:lnTo>
                    <a:pt x="1590090" y="4658709"/>
                  </a:lnTo>
                  <a:lnTo>
                    <a:pt x="1695045" y="4635520"/>
                  </a:lnTo>
                  <a:lnTo>
                    <a:pt x="1798562" y="4609586"/>
                  </a:lnTo>
                  <a:lnTo>
                    <a:pt x="1898730" y="4580923"/>
                  </a:lnTo>
                  <a:lnTo>
                    <a:pt x="1994206" y="4549491"/>
                  </a:lnTo>
                  <a:lnTo>
                    <a:pt x="2084177" y="4515183"/>
                  </a:lnTo>
                  <a:lnTo>
                    <a:pt x="2168266" y="4477819"/>
                  </a:lnTo>
                  <a:lnTo>
                    <a:pt x="2246444" y="4437142"/>
                  </a:lnTo>
                  <a:lnTo>
                    <a:pt x="2318933" y="4392823"/>
                  </a:lnTo>
                  <a:lnTo>
                    <a:pt x="2386133" y="4344466"/>
                  </a:lnTo>
                  <a:lnTo>
                    <a:pt x="2448553" y="4291618"/>
                  </a:lnTo>
                  <a:lnTo>
                    <a:pt x="2506766" y="4233788"/>
                  </a:lnTo>
                  <a:lnTo>
                    <a:pt x="2561370" y="4170479"/>
                  </a:lnTo>
                  <a:lnTo>
                    <a:pt x="2612962" y="4101228"/>
                  </a:lnTo>
                  <a:lnTo>
                    <a:pt x="2662104" y="4025684"/>
                  </a:lnTo>
                  <a:lnTo>
                    <a:pt x="2702183" y="3956678"/>
                  </a:lnTo>
                  <a:lnTo>
                    <a:pt x="2738048" y="3889169"/>
                  </a:lnTo>
                  <a:lnTo>
                    <a:pt x="2773153" y="3817716"/>
                  </a:lnTo>
                  <a:lnTo>
                    <a:pt x="2807663" y="3742242"/>
                  </a:lnTo>
                  <a:lnTo>
                    <a:pt x="2841718" y="3662706"/>
                  </a:lnTo>
                  <a:lnTo>
                    <a:pt x="2875435" y="3579111"/>
                  </a:lnTo>
                  <a:lnTo>
                    <a:pt x="2908911" y="3491505"/>
                  </a:lnTo>
                  <a:lnTo>
                    <a:pt x="2942226" y="3399986"/>
                  </a:lnTo>
                  <a:lnTo>
                    <a:pt x="2975445" y="3304703"/>
                  </a:lnTo>
                  <a:lnTo>
                    <a:pt x="3008618" y="3205860"/>
                  </a:lnTo>
                  <a:lnTo>
                    <a:pt x="3041782" y="3103712"/>
                  </a:lnTo>
                  <a:lnTo>
                    <a:pt x="3074963" y="2998566"/>
                  </a:lnTo>
                  <a:lnTo>
                    <a:pt x="3108177" y="2890779"/>
                  </a:lnTo>
                  <a:lnTo>
                    <a:pt x="3141430" y="2780754"/>
                  </a:lnTo>
                  <a:lnTo>
                    <a:pt x="3174723" y="2668933"/>
                  </a:lnTo>
                  <a:lnTo>
                    <a:pt x="3208049" y="2555789"/>
                  </a:lnTo>
                  <a:lnTo>
                    <a:pt x="3241397" y="2441822"/>
                  </a:lnTo>
                  <a:lnTo>
                    <a:pt x="3274753" y="2327547"/>
                  </a:lnTo>
                  <a:lnTo>
                    <a:pt x="3308103" y="2213483"/>
                  </a:lnTo>
                  <a:lnTo>
                    <a:pt x="3341434" y="2100147"/>
                  </a:lnTo>
                  <a:lnTo>
                    <a:pt x="3374734" y="1988041"/>
                  </a:lnTo>
                  <a:lnTo>
                    <a:pt x="3407995" y="1877646"/>
                  </a:lnTo>
                  <a:lnTo>
                    <a:pt x="3441216" y="1769409"/>
                  </a:lnTo>
                  <a:lnTo>
                    <a:pt x="3474402" y="1663741"/>
                  </a:lnTo>
                  <a:lnTo>
                    <a:pt x="3507568" y="1561007"/>
                  </a:lnTo>
                  <a:lnTo>
                    <a:pt x="3540736" y="1461525"/>
                  </a:lnTo>
                  <a:lnTo>
                    <a:pt x="3573943" y="1365560"/>
                  </a:lnTo>
                  <a:lnTo>
                    <a:pt x="3607236" y="1273325"/>
                  </a:lnTo>
                  <a:lnTo>
                    <a:pt x="3640676" y="1184978"/>
                  </a:lnTo>
                  <a:lnTo>
                    <a:pt x="3674341" y="1100628"/>
                  </a:lnTo>
                  <a:lnTo>
                    <a:pt x="3708324" y="1020331"/>
                  </a:lnTo>
                  <a:lnTo>
                    <a:pt x="3742740" y="944100"/>
                  </a:lnTo>
                  <a:lnTo>
                    <a:pt x="3777722" y="871900"/>
                  </a:lnTo>
                  <a:lnTo>
                    <a:pt x="3813430" y="803661"/>
                  </a:lnTo>
                  <a:lnTo>
                    <a:pt x="3820202" y="791335"/>
                  </a:lnTo>
                  <a:lnTo>
                    <a:pt x="3867671" y="710340"/>
                  </a:lnTo>
                  <a:lnTo>
                    <a:pt x="3917154" y="635776"/>
                  </a:lnTo>
                  <a:lnTo>
                    <a:pt x="3969169" y="567462"/>
                  </a:lnTo>
                  <a:lnTo>
                    <a:pt x="4024288" y="505023"/>
                  </a:lnTo>
                  <a:lnTo>
                    <a:pt x="4083107" y="447990"/>
                  </a:lnTo>
                  <a:lnTo>
                    <a:pt x="4146223" y="395860"/>
                  </a:lnTo>
                  <a:lnTo>
                    <a:pt x="4214201" y="348150"/>
                  </a:lnTo>
                  <a:lnTo>
                    <a:pt x="4287540" y="304413"/>
                  </a:lnTo>
                  <a:lnTo>
                    <a:pt x="4366614" y="264264"/>
                  </a:lnTo>
                  <a:lnTo>
                    <a:pt x="4451614" y="227383"/>
                  </a:lnTo>
                  <a:lnTo>
                    <a:pt x="4542462" y="193525"/>
                  </a:lnTo>
                  <a:lnTo>
                    <a:pt x="4638722" y="162522"/>
                  </a:lnTo>
                  <a:lnTo>
                    <a:pt x="4739504" y="134278"/>
                  </a:lnTo>
                  <a:lnTo>
                    <a:pt x="4843380" y="108762"/>
                  </a:lnTo>
                  <a:lnTo>
                    <a:pt x="4948349" y="85997"/>
                  </a:lnTo>
                  <a:lnTo>
                    <a:pt x="5051865" y="66034"/>
                  </a:lnTo>
                  <a:lnTo>
                    <a:pt x="5150964" y="48925"/>
                  </a:lnTo>
                  <a:lnTo>
                    <a:pt x="5242510" y="34687"/>
                  </a:lnTo>
                  <a:lnTo>
                    <a:pt x="5323528" y="23275"/>
                  </a:lnTo>
                  <a:lnTo>
                    <a:pt x="5391594" y="14549"/>
                  </a:lnTo>
                  <a:lnTo>
                    <a:pt x="5445198" y="8271"/>
                  </a:lnTo>
                  <a:lnTo>
                    <a:pt x="5483997" y="4105"/>
                  </a:lnTo>
                  <a:lnTo>
                    <a:pt x="5508923" y="1645"/>
                  </a:lnTo>
                  <a:lnTo>
                    <a:pt x="5522141" y="443"/>
                  </a:lnTo>
                  <a:lnTo>
                    <a:pt x="5526909" y="4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28" y="63"/>
                  </a:lnTo>
                  <a:lnTo>
                    <a:pt x="6530323" y="511"/>
                  </a:lnTo>
                  <a:lnTo>
                    <a:pt x="6547833" y="1750"/>
                  </a:lnTo>
                  <a:lnTo>
                    <a:pt x="6579468" y="4192"/>
                  </a:lnTo>
                  <a:lnTo>
                    <a:pt x="6627285" y="8232"/>
                  </a:lnTo>
                  <a:lnTo>
                    <a:pt x="6691746" y="14213"/>
                  </a:lnTo>
                  <a:lnTo>
                    <a:pt x="6771736" y="22399"/>
                  </a:lnTo>
                  <a:lnTo>
                    <a:pt x="6864814" y="32954"/>
                  </a:lnTo>
                  <a:lnTo>
                    <a:pt x="6967639" y="45953"/>
                  </a:lnTo>
                  <a:lnTo>
                    <a:pt x="7076489" y="61395"/>
                  </a:lnTo>
                  <a:lnTo>
                    <a:pt x="7187741" y="79239"/>
                  </a:lnTo>
                  <a:lnTo>
                    <a:pt x="7298238" y="99437"/>
                  </a:lnTo>
                  <a:lnTo>
                    <a:pt x="7405490" y="121964"/>
                  </a:lnTo>
                  <a:lnTo>
                    <a:pt x="7507737" y="146842"/>
                  </a:lnTo>
                  <a:lnTo>
                    <a:pt x="7603896" y="174157"/>
                  </a:lnTo>
                  <a:lnTo>
                    <a:pt x="7693461" y="204065"/>
                  </a:lnTo>
                  <a:lnTo>
                    <a:pt x="7776374" y="236792"/>
                  </a:lnTo>
                  <a:lnTo>
                    <a:pt x="7852901" y="272638"/>
                  </a:lnTo>
                  <a:lnTo>
                    <a:pt x="7923526" y="311964"/>
                  </a:lnTo>
                  <a:lnTo>
                    <a:pt x="7988870" y="355186"/>
                  </a:lnTo>
                  <a:lnTo>
                    <a:pt x="8049624" y="402750"/>
                  </a:lnTo>
                  <a:lnTo>
                    <a:pt x="8106504" y="455103"/>
                  </a:lnTo>
                  <a:lnTo>
                    <a:pt x="8160212" y="512640"/>
                  </a:lnTo>
                  <a:lnTo>
                    <a:pt x="8211401" y="575619"/>
                  </a:lnTo>
                  <a:lnTo>
                    <a:pt x="8229629" y="600052"/>
                  </a:lnTo>
                  <a:lnTo>
                    <a:pt x="8269954" y="657903"/>
                  </a:lnTo>
                  <a:lnTo>
                    <a:pt x="8309344" y="719554"/>
                  </a:lnTo>
                  <a:lnTo>
                    <a:pt x="8348026" y="785085"/>
                  </a:lnTo>
                  <a:lnTo>
                    <a:pt x="8386190" y="854524"/>
                  </a:lnTo>
                  <a:lnTo>
                    <a:pt x="8423990" y="927846"/>
                  </a:lnTo>
                  <a:lnTo>
                    <a:pt x="8461550" y="1004970"/>
                  </a:lnTo>
                  <a:lnTo>
                    <a:pt x="8498969" y="1085750"/>
                  </a:lnTo>
                  <a:lnTo>
                    <a:pt x="8536323" y="1169978"/>
                  </a:lnTo>
                  <a:lnTo>
                    <a:pt x="8573666" y="1257380"/>
                  </a:lnTo>
                  <a:lnTo>
                    <a:pt x="8611033" y="1347620"/>
                  </a:lnTo>
                  <a:lnTo>
                    <a:pt x="8648446" y="1440301"/>
                  </a:lnTo>
                  <a:lnTo>
                    <a:pt x="8685909" y="1534973"/>
                  </a:lnTo>
                  <a:lnTo>
                    <a:pt x="8723418" y="1631142"/>
                  </a:lnTo>
                  <a:lnTo>
                    <a:pt x="8760961" y="1728278"/>
                  </a:lnTo>
                  <a:lnTo>
                    <a:pt x="8798519" y="1825828"/>
                  </a:lnTo>
                  <a:lnTo>
                    <a:pt x="8836071" y="1923230"/>
                  </a:lnTo>
                  <a:lnTo>
                    <a:pt x="8873598" y="2019925"/>
                  </a:lnTo>
                  <a:lnTo>
                    <a:pt x="8911085" y="2115370"/>
                  </a:lnTo>
                  <a:lnTo>
                    <a:pt x="8948521" y="2209054"/>
                  </a:lnTo>
                  <a:lnTo>
                    <a:pt x="8985908" y="2300503"/>
                  </a:lnTo>
                  <a:lnTo>
                    <a:pt x="9023259" y="2389296"/>
                  </a:lnTo>
                  <a:lnTo>
                    <a:pt x="9060602" y="2475066"/>
                  </a:lnTo>
                  <a:lnTo>
                    <a:pt x="9097983" y="2557510"/>
                  </a:lnTo>
                  <a:lnTo>
                    <a:pt x="9135465" y="2636388"/>
                  </a:lnTo>
                  <a:lnTo>
                    <a:pt x="9173137" y="2711526"/>
                  </a:lnTo>
                  <a:lnTo>
                    <a:pt x="9211111" y="2782812"/>
                  </a:lnTo>
                  <a:lnTo>
                    <a:pt x="9249527" y="2850194"/>
                  </a:lnTo>
                  <a:lnTo>
                    <a:pt x="9288555" y="2913677"/>
                  </a:lnTo>
                  <a:lnTo>
                    <a:pt x="9328406" y="2973316"/>
                  </a:lnTo>
                  <a:lnTo>
                    <a:pt x="9347647" y="3000263"/>
                  </a:lnTo>
                  <a:lnTo>
                    <a:pt x="9398061" y="3065254"/>
                  </a:lnTo>
                  <a:lnTo>
                    <a:pt x="9450775" y="3124764"/>
                  </a:lnTo>
                  <a:lnTo>
                    <a:pt x="9506414" y="3178974"/>
                  </a:lnTo>
                  <a:lnTo>
                    <a:pt x="9565667" y="3228241"/>
                  </a:lnTo>
                  <a:lnTo>
                    <a:pt x="9629248" y="3273000"/>
                  </a:lnTo>
                  <a:lnTo>
                    <a:pt x="9697862" y="3313703"/>
                  </a:lnTo>
                  <a:lnTo>
                    <a:pt x="9772163" y="3350778"/>
                  </a:lnTo>
                  <a:lnTo>
                    <a:pt x="9852693" y="3384609"/>
                  </a:lnTo>
                  <a:lnTo>
                    <a:pt x="9939810" y="3415518"/>
                  </a:lnTo>
                  <a:lnTo>
                    <a:pt x="10033587" y="3443760"/>
                  </a:lnTo>
                  <a:lnTo>
                    <a:pt x="10133697" y="3469518"/>
                  </a:lnTo>
                  <a:lnTo>
                    <a:pt x="10239283" y="3492900"/>
                  </a:lnTo>
                  <a:lnTo>
                    <a:pt x="10348843" y="3513951"/>
                  </a:lnTo>
                  <a:lnTo>
                    <a:pt x="10460152" y="3532662"/>
                  </a:lnTo>
                  <a:lnTo>
                    <a:pt x="10570283" y="3548990"/>
                  </a:lnTo>
                  <a:lnTo>
                    <a:pt x="10675750" y="3562886"/>
                  </a:lnTo>
                  <a:lnTo>
                    <a:pt x="10772816" y="3574332"/>
                  </a:lnTo>
                  <a:lnTo>
                    <a:pt x="10857941" y="3583371"/>
                  </a:lnTo>
                  <a:lnTo>
                    <a:pt x="10928294" y="3590134"/>
                  </a:lnTo>
                  <a:lnTo>
                    <a:pt x="10982238" y="3594849"/>
                  </a:lnTo>
                  <a:lnTo>
                    <a:pt x="11019641" y="3597832"/>
                  </a:lnTo>
                  <a:lnTo>
                    <a:pt x="11041989" y="3599464"/>
                  </a:lnTo>
                  <a:lnTo>
                    <a:pt x="11052280" y="3600154"/>
                  </a:lnTo>
                  <a:lnTo>
                    <a:pt x="11054838" y="3600312"/>
                  </a:lnTo>
                  <a:lnTo>
                    <a:pt x="11054891" y="3600315"/>
                  </a:lnTo>
                  <a:lnTo>
                    <a:pt x="12049831" y="3600315"/>
                  </a:lnTo>
                  <a:lnTo>
                    <a:pt x="12049831" y="36003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7" name="pl2056"/>
            <p:cNvSpPr/>
            <p:nvPr/>
          </p:nvSpPr>
          <p:spPr>
            <a:xfrm>
              <a:off x="1199187" y="1524859"/>
              <a:ext cx="12049831" cy="4748014"/>
            </a:xfrm>
            <a:custGeom>
              <a:avLst/>
              <a:pathLst>
                <a:path w="12049831" h="4748014">
                  <a:moveTo>
                    <a:pt x="12049831" y="3600315"/>
                  </a:moveTo>
                  <a:lnTo>
                    <a:pt x="11054891" y="3600315"/>
                  </a:lnTo>
                  <a:lnTo>
                    <a:pt x="11053848" y="3600252"/>
                  </a:lnTo>
                  <a:lnTo>
                    <a:pt x="11046954" y="3599804"/>
                  </a:lnTo>
                  <a:lnTo>
                    <a:pt x="11029443" y="3598565"/>
                  </a:lnTo>
                  <a:lnTo>
                    <a:pt x="10997808" y="3596123"/>
                  </a:lnTo>
                  <a:lnTo>
                    <a:pt x="10949991" y="3592083"/>
                  </a:lnTo>
                  <a:lnTo>
                    <a:pt x="10885531" y="3586101"/>
                  </a:lnTo>
                  <a:lnTo>
                    <a:pt x="10805540" y="3577916"/>
                  </a:lnTo>
                  <a:lnTo>
                    <a:pt x="10712462" y="3567361"/>
                  </a:lnTo>
                  <a:lnTo>
                    <a:pt x="10609637" y="3554362"/>
                  </a:lnTo>
                  <a:lnTo>
                    <a:pt x="10500788" y="3538920"/>
                  </a:lnTo>
                  <a:lnTo>
                    <a:pt x="10389536" y="3521076"/>
                  </a:lnTo>
                  <a:lnTo>
                    <a:pt x="10279039" y="3500878"/>
                  </a:lnTo>
                  <a:lnTo>
                    <a:pt x="10171786" y="3478351"/>
                  </a:lnTo>
                  <a:lnTo>
                    <a:pt x="10069540" y="3453472"/>
                  </a:lnTo>
                  <a:lnTo>
                    <a:pt x="9973381" y="3426157"/>
                  </a:lnTo>
                  <a:lnTo>
                    <a:pt x="9883815" y="3396250"/>
                  </a:lnTo>
                  <a:lnTo>
                    <a:pt x="9800902" y="3363523"/>
                  </a:lnTo>
                  <a:lnTo>
                    <a:pt x="9724376" y="3327677"/>
                  </a:lnTo>
                  <a:lnTo>
                    <a:pt x="9653751" y="3288351"/>
                  </a:lnTo>
                  <a:lnTo>
                    <a:pt x="9588407" y="3245129"/>
                  </a:lnTo>
                  <a:lnTo>
                    <a:pt x="9527653" y="3197565"/>
                  </a:lnTo>
                  <a:lnTo>
                    <a:pt x="9470772" y="3145212"/>
                  </a:lnTo>
                  <a:lnTo>
                    <a:pt x="9417064" y="3087675"/>
                  </a:lnTo>
                  <a:lnTo>
                    <a:pt x="9365875" y="3024695"/>
                  </a:lnTo>
                  <a:lnTo>
                    <a:pt x="9347647" y="3000263"/>
                  </a:lnTo>
                  <a:lnTo>
                    <a:pt x="9307322" y="2942412"/>
                  </a:lnTo>
                  <a:lnTo>
                    <a:pt x="9267933" y="2880760"/>
                  </a:lnTo>
                  <a:lnTo>
                    <a:pt x="9229250" y="2815230"/>
                  </a:lnTo>
                  <a:lnTo>
                    <a:pt x="9191087" y="2745791"/>
                  </a:lnTo>
                  <a:lnTo>
                    <a:pt x="9153287" y="2672468"/>
                  </a:lnTo>
                  <a:lnTo>
                    <a:pt x="9115727" y="2595345"/>
                  </a:lnTo>
                  <a:lnTo>
                    <a:pt x="9078307" y="2514564"/>
                  </a:lnTo>
                  <a:lnTo>
                    <a:pt x="9040953" y="2430336"/>
                  </a:lnTo>
                  <a:lnTo>
                    <a:pt x="9003611" y="2342934"/>
                  </a:lnTo>
                  <a:lnTo>
                    <a:pt x="8966243" y="2252695"/>
                  </a:lnTo>
                  <a:lnTo>
                    <a:pt x="8928831" y="2160014"/>
                  </a:lnTo>
                  <a:lnTo>
                    <a:pt x="8891368" y="2065341"/>
                  </a:lnTo>
                  <a:lnTo>
                    <a:pt x="8853858" y="1969172"/>
                  </a:lnTo>
                  <a:lnTo>
                    <a:pt x="8816315" y="1872037"/>
                  </a:lnTo>
                  <a:lnTo>
                    <a:pt x="8778758" y="1774486"/>
                  </a:lnTo>
                  <a:lnTo>
                    <a:pt x="8741205" y="1677085"/>
                  </a:lnTo>
                  <a:lnTo>
                    <a:pt x="8703678" y="1580390"/>
                  </a:lnTo>
                  <a:lnTo>
                    <a:pt x="8666192" y="1484944"/>
                  </a:lnTo>
                  <a:lnTo>
                    <a:pt x="8628756" y="1391261"/>
                  </a:lnTo>
                  <a:lnTo>
                    <a:pt x="8591368" y="1299811"/>
                  </a:lnTo>
                  <a:lnTo>
                    <a:pt x="8554017" y="1211019"/>
                  </a:lnTo>
                  <a:lnTo>
                    <a:pt x="8516674" y="1125248"/>
                  </a:lnTo>
                  <a:lnTo>
                    <a:pt x="8479294" y="1042804"/>
                  </a:lnTo>
                  <a:lnTo>
                    <a:pt x="8441811" y="963926"/>
                  </a:lnTo>
                  <a:lnTo>
                    <a:pt x="8404139" y="888788"/>
                  </a:lnTo>
                  <a:lnTo>
                    <a:pt x="8366165" y="817503"/>
                  </a:lnTo>
                  <a:lnTo>
                    <a:pt x="8327750" y="750121"/>
                  </a:lnTo>
                  <a:lnTo>
                    <a:pt x="8288721" y="686638"/>
                  </a:lnTo>
                  <a:lnTo>
                    <a:pt x="8248871" y="626998"/>
                  </a:lnTo>
                  <a:lnTo>
                    <a:pt x="8229629" y="600052"/>
                  </a:lnTo>
                  <a:lnTo>
                    <a:pt x="8179215" y="535061"/>
                  </a:lnTo>
                  <a:lnTo>
                    <a:pt x="8126501" y="475551"/>
                  </a:lnTo>
                  <a:lnTo>
                    <a:pt x="8070862" y="421340"/>
                  </a:lnTo>
                  <a:lnTo>
                    <a:pt x="8011609" y="372073"/>
                  </a:lnTo>
                  <a:lnTo>
                    <a:pt x="7948029" y="327314"/>
                  </a:lnTo>
                  <a:lnTo>
                    <a:pt x="7879414" y="286612"/>
                  </a:lnTo>
                  <a:lnTo>
                    <a:pt x="7805113" y="249537"/>
                  </a:lnTo>
                  <a:lnTo>
                    <a:pt x="7724583" y="215706"/>
                  </a:lnTo>
                  <a:lnTo>
                    <a:pt x="7637466" y="184796"/>
                  </a:lnTo>
                  <a:lnTo>
                    <a:pt x="7543689" y="156554"/>
                  </a:lnTo>
                  <a:lnTo>
                    <a:pt x="7443580" y="130797"/>
                  </a:lnTo>
                  <a:lnTo>
                    <a:pt x="7337993" y="107415"/>
                  </a:lnTo>
                  <a:lnTo>
                    <a:pt x="7228434" y="86363"/>
                  </a:lnTo>
                  <a:lnTo>
                    <a:pt x="7117124" y="67652"/>
                  </a:lnTo>
                  <a:lnTo>
                    <a:pt x="7006993" y="51325"/>
                  </a:lnTo>
                  <a:lnTo>
                    <a:pt x="6901526" y="37429"/>
                  </a:lnTo>
                  <a:lnTo>
                    <a:pt x="6804460" y="25983"/>
                  </a:lnTo>
                  <a:lnTo>
                    <a:pt x="6719336" y="16944"/>
                  </a:lnTo>
                  <a:lnTo>
                    <a:pt x="6648982" y="10181"/>
                  </a:lnTo>
                  <a:lnTo>
                    <a:pt x="6595039" y="5466"/>
                  </a:lnTo>
                  <a:lnTo>
                    <a:pt x="6557635" y="2482"/>
                  </a:lnTo>
                  <a:lnTo>
                    <a:pt x="6535288" y="851"/>
                  </a:lnTo>
                  <a:lnTo>
                    <a:pt x="6524996" y="161"/>
                  </a:lnTo>
                  <a:lnTo>
                    <a:pt x="6522438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569" y="69"/>
                  </a:lnTo>
                  <a:lnTo>
                    <a:pt x="5520757" y="564"/>
                  </a:lnTo>
                  <a:lnTo>
                    <a:pt x="5505932" y="1929"/>
                  </a:lnTo>
                  <a:lnTo>
                    <a:pt x="5478991" y="4622"/>
                  </a:lnTo>
                  <a:lnTo>
                    <a:pt x="5437953" y="9086"/>
                  </a:lnTo>
                  <a:lnTo>
                    <a:pt x="5382080" y="15720"/>
                  </a:lnTo>
                  <a:lnTo>
                    <a:pt x="5311905" y="24844"/>
                  </a:lnTo>
                  <a:lnTo>
                    <a:pt x="5229100" y="36683"/>
                  </a:lnTo>
                  <a:lnTo>
                    <a:pt x="5136196" y="51359"/>
                  </a:lnTo>
                  <a:lnTo>
                    <a:pt x="5036217" y="68908"/>
                  </a:lnTo>
                  <a:lnTo>
                    <a:pt x="4932295" y="89304"/>
                  </a:lnTo>
                  <a:lnTo>
                    <a:pt x="4827340" y="112493"/>
                  </a:lnTo>
                  <a:lnTo>
                    <a:pt x="4723823" y="138427"/>
                  </a:lnTo>
                  <a:lnTo>
                    <a:pt x="4623655" y="167091"/>
                  </a:lnTo>
                  <a:lnTo>
                    <a:pt x="4528179" y="198523"/>
                  </a:lnTo>
                  <a:lnTo>
                    <a:pt x="4438208" y="232831"/>
                  </a:lnTo>
                  <a:lnTo>
                    <a:pt x="4354119" y="270195"/>
                  </a:lnTo>
                  <a:lnTo>
                    <a:pt x="4275941" y="310872"/>
                  </a:lnTo>
                  <a:lnTo>
                    <a:pt x="4203452" y="355190"/>
                  </a:lnTo>
                  <a:lnTo>
                    <a:pt x="4136252" y="403547"/>
                  </a:lnTo>
                  <a:lnTo>
                    <a:pt x="4073832" y="456396"/>
                  </a:lnTo>
                  <a:lnTo>
                    <a:pt x="4015619" y="514225"/>
                  </a:lnTo>
                  <a:lnTo>
                    <a:pt x="3961015" y="577535"/>
                  </a:lnTo>
                  <a:lnTo>
                    <a:pt x="3909423" y="646785"/>
                  </a:lnTo>
                  <a:lnTo>
                    <a:pt x="3860281" y="722329"/>
                  </a:lnTo>
                  <a:lnTo>
                    <a:pt x="3820202" y="791335"/>
                  </a:lnTo>
                  <a:lnTo>
                    <a:pt x="3784337" y="858845"/>
                  </a:lnTo>
                  <a:lnTo>
                    <a:pt x="3749232" y="930297"/>
                  </a:lnTo>
                  <a:lnTo>
                    <a:pt x="3714722" y="1005771"/>
                  </a:lnTo>
                  <a:lnTo>
                    <a:pt x="3680667" y="1085307"/>
                  </a:lnTo>
                  <a:lnTo>
                    <a:pt x="3646950" y="1168903"/>
                  </a:lnTo>
                  <a:lnTo>
                    <a:pt x="3613474" y="1256509"/>
                  </a:lnTo>
                  <a:lnTo>
                    <a:pt x="3580159" y="1348028"/>
                  </a:lnTo>
                  <a:lnTo>
                    <a:pt x="3546940" y="1443310"/>
                  </a:lnTo>
                  <a:lnTo>
                    <a:pt x="3513767" y="1542153"/>
                  </a:lnTo>
                  <a:lnTo>
                    <a:pt x="3480603" y="1644302"/>
                  </a:lnTo>
                  <a:lnTo>
                    <a:pt x="3447422" y="1749448"/>
                  </a:lnTo>
                  <a:lnTo>
                    <a:pt x="3414208" y="1857234"/>
                  </a:lnTo>
                  <a:lnTo>
                    <a:pt x="3380955" y="1967259"/>
                  </a:lnTo>
                  <a:lnTo>
                    <a:pt x="3347662" y="2079081"/>
                  </a:lnTo>
                  <a:lnTo>
                    <a:pt x="3314336" y="2192224"/>
                  </a:lnTo>
                  <a:lnTo>
                    <a:pt x="3280988" y="2306191"/>
                  </a:lnTo>
                  <a:lnTo>
                    <a:pt x="3247632" y="2420467"/>
                  </a:lnTo>
                  <a:lnTo>
                    <a:pt x="3214282" y="2534530"/>
                  </a:lnTo>
                  <a:lnTo>
                    <a:pt x="3180951" y="2647866"/>
                  </a:lnTo>
                  <a:lnTo>
                    <a:pt x="3147651" y="2759972"/>
                  </a:lnTo>
                  <a:lnTo>
                    <a:pt x="3114390" y="2870367"/>
                  </a:lnTo>
                  <a:lnTo>
                    <a:pt x="3081169" y="2978604"/>
                  </a:lnTo>
                  <a:lnTo>
                    <a:pt x="3047983" y="3084272"/>
                  </a:lnTo>
                  <a:lnTo>
                    <a:pt x="3014817" y="3187006"/>
                  </a:lnTo>
                  <a:lnTo>
                    <a:pt x="2981649" y="3286488"/>
                  </a:lnTo>
                  <a:lnTo>
                    <a:pt x="2948442" y="3382453"/>
                  </a:lnTo>
                  <a:lnTo>
                    <a:pt x="2915149" y="3474689"/>
                  </a:lnTo>
                  <a:lnTo>
                    <a:pt x="2881709" y="3563035"/>
                  </a:lnTo>
                  <a:lnTo>
                    <a:pt x="2848044" y="3647386"/>
                  </a:lnTo>
                  <a:lnTo>
                    <a:pt x="2814061" y="3727682"/>
                  </a:lnTo>
                  <a:lnTo>
                    <a:pt x="2779645" y="3803914"/>
                  </a:lnTo>
                  <a:lnTo>
                    <a:pt x="2744663" y="3876113"/>
                  </a:lnTo>
                  <a:lnTo>
                    <a:pt x="2708955" y="3944352"/>
                  </a:lnTo>
                  <a:lnTo>
                    <a:pt x="2702183" y="3956678"/>
                  </a:lnTo>
                  <a:lnTo>
                    <a:pt x="2654714" y="4037673"/>
                  </a:lnTo>
                  <a:lnTo>
                    <a:pt x="2605231" y="4112238"/>
                  </a:lnTo>
                  <a:lnTo>
                    <a:pt x="2553216" y="4180552"/>
                  </a:lnTo>
                  <a:lnTo>
                    <a:pt x="2498097" y="4242990"/>
                  </a:lnTo>
                  <a:lnTo>
                    <a:pt x="2439278" y="4300024"/>
                  </a:lnTo>
                  <a:lnTo>
                    <a:pt x="2376162" y="4352153"/>
                  </a:lnTo>
                  <a:lnTo>
                    <a:pt x="2308184" y="4399864"/>
                  </a:lnTo>
                  <a:lnTo>
                    <a:pt x="2234845" y="4443600"/>
                  </a:lnTo>
                  <a:lnTo>
                    <a:pt x="2155771" y="4483750"/>
                  </a:lnTo>
                  <a:lnTo>
                    <a:pt x="2070771" y="4520631"/>
                  </a:lnTo>
                  <a:lnTo>
                    <a:pt x="1979923" y="4554488"/>
                  </a:lnTo>
                  <a:lnTo>
                    <a:pt x="1883663" y="4585491"/>
                  </a:lnTo>
                  <a:lnTo>
                    <a:pt x="1782881" y="4613736"/>
                  </a:lnTo>
                  <a:lnTo>
                    <a:pt x="1679005" y="4639251"/>
                  </a:lnTo>
                  <a:lnTo>
                    <a:pt x="1574036" y="4662016"/>
                  </a:lnTo>
                  <a:lnTo>
                    <a:pt x="1470520" y="4681979"/>
                  </a:lnTo>
                  <a:lnTo>
                    <a:pt x="1371421" y="4699089"/>
                  </a:lnTo>
                  <a:lnTo>
                    <a:pt x="1279875" y="4713326"/>
                  </a:lnTo>
                  <a:lnTo>
                    <a:pt x="1198857" y="4724739"/>
                  </a:lnTo>
                  <a:lnTo>
                    <a:pt x="1130791" y="4733464"/>
                  </a:lnTo>
                  <a:lnTo>
                    <a:pt x="1077187" y="4739743"/>
                  </a:lnTo>
                  <a:lnTo>
                    <a:pt x="1038388" y="4743908"/>
                  </a:lnTo>
                  <a:lnTo>
                    <a:pt x="1013462" y="4746368"/>
                  </a:lnTo>
                  <a:lnTo>
                    <a:pt x="1000244" y="4747571"/>
                  </a:lnTo>
                  <a:lnTo>
                    <a:pt x="995476" y="4747972"/>
                  </a:lnTo>
                  <a:lnTo>
                    <a:pt x="994940" y="4748014"/>
                  </a:lnTo>
                  <a:lnTo>
                    <a:pt x="0" y="4748014"/>
                  </a:lnTo>
                  <a:lnTo>
                    <a:pt x="0" y="47480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8" name="pg2057"/>
            <p:cNvSpPr/>
            <p:nvPr/>
          </p:nvSpPr>
          <p:spPr>
            <a:xfrm>
              <a:off x="1199187" y="2006998"/>
              <a:ext cx="12049831" cy="4281598"/>
            </a:xfrm>
            <a:custGeom>
              <a:avLst/>
              <a:pathLst>
                <a:path w="12049831" h="4281598">
                  <a:moveTo>
                    <a:pt x="0" y="4281598"/>
                  </a:moveTo>
                  <a:lnTo>
                    <a:pt x="994940" y="4281598"/>
                  </a:lnTo>
                  <a:lnTo>
                    <a:pt x="995949" y="4281525"/>
                  </a:lnTo>
                  <a:lnTo>
                    <a:pt x="1002627" y="4281010"/>
                  </a:lnTo>
                  <a:lnTo>
                    <a:pt x="1019601" y="4279587"/>
                  </a:lnTo>
                  <a:lnTo>
                    <a:pt x="1050302" y="4276782"/>
                  </a:lnTo>
                  <a:lnTo>
                    <a:pt x="1096778" y="4272140"/>
                  </a:lnTo>
                  <a:lnTo>
                    <a:pt x="1159554" y="4265261"/>
                  </a:lnTo>
                  <a:lnTo>
                    <a:pt x="1237638" y="4255838"/>
                  </a:lnTo>
                  <a:lnTo>
                    <a:pt x="1328746" y="4243673"/>
                  </a:lnTo>
                  <a:lnTo>
                    <a:pt x="1429699" y="4228672"/>
                  </a:lnTo>
                  <a:lnTo>
                    <a:pt x="1536907" y="4210829"/>
                  </a:lnTo>
                  <a:lnTo>
                    <a:pt x="1646836" y="4190189"/>
                  </a:lnTo>
                  <a:lnTo>
                    <a:pt x="1756367" y="4166809"/>
                  </a:lnTo>
                  <a:lnTo>
                    <a:pt x="1863003" y="4140722"/>
                  </a:lnTo>
                  <a:lnTo>
                    <a:pt x="1964945" y="4111911"/>
                  </a:lnTo>
                  <a:lnTo>
                    <a:pt x="2061054" y="4080289"/>
                  </a:lnTo>
                  <a:lnTo>
                    <a:pt x="2150760" y="4045691"/>
                  </a:lnTo>
                  <a:lnTo>
                    <a:pt x="2233943" y="4007870"/>
                  </a:lnTo>
                  <a:lnTo>
                    <a:pt x="2310811" y="3966496"/>
                  </a:lnTo>
                  <a:lnTo>
                    <a:pt x="2381799" y="3921168"/>
                  </a:lnTo>
                  <a:lnTo>
                    <a:pt x="2447488" y="3871418"/>
                  </a:lnTo>
                  <a:lnTo>
                    <a:pt x="2508534" y="3816739"/>
                  </a:lnTo>
                  <a:lnTo>
                    <a:pt x="2565630" y="3756612"/>
                  </a:lnTo>
                  <a:lnTo>
                    <a:pt x="2619461" y="3690564"/>
                  </a:lnTo>
                  <a:lnTo>
                    <a:pt x="2670672" y="3618246"/>
                  </a:lnTo>
                  <a:lnTo>
                    <a:pt x="2702183" y="3568871"/>
                  </a:lnTo>
                  <a:lnTo>
                    <a:pt x="2739714" y="3505123"/>
                  </a:lnTo>
                  <a:lnTo>
                    <a:pt x="2776421" y="3437477"/>
                  </a:lnTo>
                  <a:lnTo>
                    <a:pt x="2812491" y="3365856"/>
                  </a:lnTo>
                  <a:lnTo>
                    <a:pt x="2848081" y="3290222"/>
                  </a:lnTo>
                  <a:lnTo>
                    <a:pt x="2883322" y="3210586"/>
                  </a:lnTo>
                  <a:lnTo>
                    <a:pt x="2918321" y="3127008"/>
                  </a:lnTo>
                  <a:lnTo>
                    <a:pt x="2953166" y="3039604"/>
                  </a:lnTo>
                  <a:lnTo>
                    <a:pt x="2987924" y="2948545"/>
                  </a:lnTo>
                  <a:lnTo>
                    <a:pt x="3022649" y="2854060"/>
                  </a:lnTo>
                  <a:lnTo>
                    <a:pt x="3057377" y="2756433"/>
                  </a:lnTo>
                  <a:lnTo>
                    <a:pt x="3092134" y="2656008"/>
                  </a:lnTo>
                  <a:lnTo>
                    <a:pt x="3126931" y="2553176"/>
                  </a:lnTo>
                  <a:lnTo>
                    <a:pt x="3161773" y="2448375"/>
                  </a:lnTo>
                  <a:lnTo>
                    <a:pt x="3196654" y="2342084"/>
                  </a:lnTo>
                  <a:lnTo>
                    <a:pt x="3231563" y="2234810"/>
                  </a:lnTo>
                  <a:lnTo>
                    <a:pt x="3266487" y="2127080"/>
                  </a:lnTo>
                  <a:lnTo>
                    <a:pt x="3301408" y="2019432"/>
                  </a:lnTo>
                  <a:lnTo>
                    <a:pt x="3336310" y="1912401"/>
                  </a:lnTo>
                  <a:lnTo>
                    <a:pt x="3371180" y="1806509"/>
                  </a:lnTo>
                  <a:lnTo>
                    <a:pt x="3406008" y="1702257"/>
                  </a:lnTo>
                  <a:lnTo>
                    <a:pt x="3440793" y="1600110"/>
                  </a:lnTo>
                  <a:lnTo>
                    <a:pt x="3475539" y="1500494"/>
                  </a:lnTo>
                  <a:lnTo>
                    <a:pt x="3510263" y="1403786"/>
                  </a:lnTo>
                  <a:lnTo>
                    <a:pt x="3544993" y="1310312"/>
                  </a:lnTo>
                  <a:lnTo>
                    <a:pt x="3579772" y="1220339"/>
                  </a:lnTo>
                  <a:lnTo>
                    <a:pt x="3614655" y="1134080"/>
                  </a:lnTo>
                  <a:lnTo>
                    <a:pt x="3649717" y="1051688"/>
                  </a:lnTo>
                  <a:lnTo>
                    <a:pt x="3685052" y="973261"/>
                  </a:lnTo>
                  <a:lnTo>
                    <a:pt x="3720773" y="898845"/>
                  </a:lnTo>
                  <a:lnTo>
                    <a:pt x="3757018" y="828435"/>
                  </a:lnTo>
                  <a:lnTo>
                    <a:pt x="3793953" y="761981"/>
                  </a:lnTo>
                  <a:lnTo>
                    <a:pt x="3820202" y="717966"/>
                  </a:lnTo>
                  <a:lnTo>
                    <a:pt x="3870050" y="641584"/>
                  </a:lnTo>
                  <a:lnTo>
                    <a:pt x="3922142" y="571571"/>
                  </a:lnTo>
                  <a:lnTo>
                    <a:pt x="3977082" y="507723"/>
                  </a:lnTo>
                  <a:lnTo>
                    <a:pt x="4035532" y="449634"/>
                  </a:lnTo>
                  <a:lnTo>
                    <a:pt x="4098186" y="396806"/>
                  </a:lnTo>
                  <a:lnTo>
                    <a:pt x="4165726" y="348719"/>
                  </a:lnTo>
                  <a:lnTo>
                    <a:pt x="4238790" y="304878"/>
                  </a:lnTo>
                  <a:lnTo>
                    <a:pt x="4317911" y="264837"/>
                  </a:lnTo>
                  <a:lnTo>
                    <a:pt x="4403454" y="228221"/>
                  </a:lnTo>
                  <a:lnTo>
                    <a:pt x="4495521" y="194729"/>
                  </a:lnTo>
                  <a:lnTo>
                    <a:pt x="4593842" y="164143"/>
                  </a:lnTo>
                  <a:lnTo>
                    <a:pt x="4697654" y="136327"/>
                  </a:lnTo>
                  <a:lnTo>
                    <a:pt x="4805586" y="111222"/>
                  </a:lnTo>
                  <a:lnTo>
                    <a:pt x="4915586" y="88831"/>
                  </a:lnTo>
                  <a:lnTo>
                    <a:pt x="5024915" y="69201"/>
                  </a:lnTo>
                  <a:lnTo>
                    <a:pt x="5130272" y="52387"/>
                  </a:lnTo>
                  <a:lnTo>
                    <a:pt x="5228053" y="38421"/>
                  </a:lnTo>
                  <a:lnTo>
                    <a:pt x="5314761" y="27268"/>
                  </a:lnTo>
                  <a:lnTo>
                    <a:pt x="5387488" y="18798"/>
                  </a:lnTo>
                  <a:lnTo>
                    <a:pt x="5444380" y="12772"/>
                  </a:lnTo>
                  <a:lnTo>
                    <a:pt x="5484983" y="8847"/>
                  </a:lnTo>
                  <a:lnTo>
                    <a:pt x="5510385" y="6598"/>
                  </a:lnTo>
                  <a:lnTo>
                    <a:pt x="5523156" y="5560"/>
                  </a:lnTo>
                  <a:lnTo>
                    <a:pt x="5527180" y="5259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9" y="5251"/>
                  </a:lnTo>
                  <a:lnTo>
                    <a:pt x="6531001" y="5330"/>
                  </a:lnTo>
                  <a:lnTo>
                    <a:pt x="6549963" y="5548"/>
                  </a:lnTo>
                  <a:lnTo>
                    <a:pt x="6584115" y="5978"/>
                  </a:lnTo>
                  <a:lnTo>
                    <a:pt x="6635528" y="6689"/>
                  </a:lnTo>
                  <a:lnTo>
                    <a:pt x="6704475" y="7738"/>
                  </a:lnTo>
                  <a:lnTo>
                    <a:pt x="6789495" y="9171"/>
                  </a:lnTo>
                  <a:lnTo>
                    <a:pt x="6887709" y="11012"/>
                  </a:lnTo>
                  <a:lnTo>
                    <a:pt x="6995348" y="13272"/>
                  </a:lnTo>
                  <a:lnTo>
                    <a:pt x="7108344" y="15949"/>
                  </a:lnTo>
                  <a:lnTo>
                    <a:pt x="7222862" y="19033"/>
                  </a:lnTo>
                  <a:lnTo>
                    <a:pt x="7335671" y="22518"/>
                  </a:lnTo>
                  <a:lnTo>
                    <a:pt x="7444322" y="26402"/>
                  </a:lnTo>
                  <a:lnTo>
                    <a:pt x="7547172" y="30692"/>
                  </a:lnTo>
                  <a:lnTo>
                    <a:pt x="7643301" y="35408"/>
                  </a:lnTo>
                  <a:lnTo>
                    <a:pt x="7732377" y="40582"/>
                  </a:lnTo>
                  <a:lnTo>
                    <a:pt x="7814509" y="46260"/>
                  </a:lnTo>
                  <a:lnTo>
                    <a:pt x="7890111" y="52501"/>
                  </a:lnTo>
                  <a:lnTo>
                    <a:pt x="7959794" y="59373"/>
                  </a:lnTo>
                  <a:lnTo>
                    <a:pt x="8024281" y="66952"/>
                  </a:lnTo>
                  <a:lnTo>
                    <a:pt x="8084347" y="75318"/>
                  </a:lnTo>
                  <a:lnTo>
                    <a:pt x="8140765" y="84545"/>
                  </a:lnTo>
                  <a:lnTo>
                    <a:pt x="8194270" y="94690"/>
                  </a:lnTo>
                  <a:lnTo>
                    <a:pt x="8229629" y="102192"/>
                  </a:lnTo>
                  <a:lnTo>
                    <a:pt x="8289587" y="116400"/>
                  </a:lnTo>
                  <a:lnTo>
                    <a:pt x="8347707" y="131997"/>
                  </a:lnTo>
                  <a:lnTo>
                    <a:pt x="8404655" y="149005"/>
                  </a:lnTo>
                  <a:lnTo>
                    <a:pt x="8460926" y="167403"/>
                  </a:lnTo>
                  <a:lnTo>
                    <a:pt x="8516873" y="187121"/>
                  </a:lnTo>
                  <a:lnTo>
                    <a:pt x="8572733" y="208039"/>
                  </a:lnTo>
                  <a:lnTo>
                    <a:pt x="8628644" y="229984"/>
                  </a:lnTo>
                  <a:lnTo>
                    <a:pt x="8684661" y="252735"/>
                  </a:lnTo>
                  <a:lnTo>
                    <a:pt x="8740781" y="276033"/>
                  </a:lnTo>
                  <a:lnTo>
                    <a:pt x="8796956" y="299587"/>
                  </a:lnTo>
                  <a:lnTo>
                    <a:pt x="8853121" y="323096"/>
                  </a:lnTo>
                  <a:lnTo>
                    <a:pt x="8909214" y="346261"/>
                  </a:lnTo>
                  <a:lnTo>
                    <a:pt x="8965198" y="368799"/>
                  </a:lnTo>
                  <a:lnTo>
                    <a:pt x="9021084" y="390461"/>
                  </a:lnTo>
                  <a:lnTo>
                    <a:pt x="9076951" y="411039"/>
                  </a:lnTo>
                  <a:lnTo>
                    <a:pt x="9132965" y="430377"/>
                  </a:lnTo>
                  <a:lnTo>
                    <a:pt x="9189394" y="448368"/>
                  </a:lnTo>
                  <a:lnTo>
                    <a:pt x="9246630" y="464958"/>
                  </a:lnTo>
                  <a:lnTo>
                    <a:pt x="9305216" y="480140"/>
                  </a:lnTo>
                  <a:lnTo>
                    <a:pt x="9347647" y="489999"/>
                  </a:lnTo>
                  <a:lnTo>
                    <a:pt x="9399540" y="500788"/>
                  </a:lnTo>
                  <a:lnTo>
                    <a:pt x="9453885" y="510641"/>
                  </a:lnTo>
                  <a:lnTo>
                    <a:pt x="9511367" y="519590"/>
                  </a:lnTo>
                  <a:lnTo>
                    <a:pt x="9572738" y="527700"/>
                  </a:lnTo>
                  <a:lnTo>
                    <a:pt x="9638775" y="535049"/>
                  </a:lnTo>
                  <a:lnTo>
                    <a:pt x="9710243" y="541714"/>
                  </a:lnTo>
                  <a:lnTo>
                    <a:pt x="9787838" y="547771"/>
                  </a:lnTo>
                  <a:lnTo>
                    <a:pt x="9872118" y="553286"/>
                  </a:lnTo>
                  <a:lnTo>
                    <a:pt x="9963416" y="558312"/>
                  </a:lnTo>
                  <a:lnTo>
                    <a:pt x="10061717" y="562891"/>
                  </a:lnTo>
                  <a:lnTo>
                    <a:pt x="10166519" y="567052"/>
                  </a:lnTo>
                  <a:lnTo>
                    <a:pt x="10276690" y="570810"/>
                  </a:lnTo>
                  <a:lnTo>
                    <a:pt x="10390338" y="574170"/>
                  </a:lnTo>
                  <a:lnTo>
                    <a:pt x="10504761" y="577127"/>
                  </a:lnTo>
                  <a:lnTo>
                    <a:pt x="10616507" y="579674"/>
                  </a:lnTo>
                  <a:lnTo>
                    <a:pt x="10721621" y="581802"/>
                  </a:lnTo>
                  <a:lnTo>
                    <a:pt x="10816067" y="583513"/>
                  </a:lnTo>
                  <a:lnTo>
                    <a:pt x="10896291" y="584822"/>
                  </a:lnTo>
                  <a:lnTo>
                    <a:pt x="10959810" y="585759"/>
                  </a:lnTo>
                  <a:lnTo>
                    <a:pt x="11005685" y="586375"/>
                  </a:lnTo>
                  <a:lnTo>
                    <a:pt x="11034761" y="586730"/>
                  </a:lnTo>
                  <a:lnTo>
                    <a:pt x="11049646" y="586897"/>
                  </a:lnTo>
                  <a:lnTo>
                    <a:pt x="11054519" y="586947"/>
                  </a:lnTo>
                  <a:lnTo>
                    <a:pt x="11054891" y="586951"/>
                  </a:lnTo>
                  <a:lnTo>
                    <a:pt x="12049831" y="586951"/>
                  </a:lnTo>
                  <a:lnTo>
                    <a:pt x="12049831" y="581710"/>
                  </a:lnTo>
                  <a:lnTo>
                    <a:pt x="11054891" y="581710"/>
                  </a:lnTo>
                  <a:lnTo>
                    <a:pt x="11053757" y="581699"/>
                  </a:lnTo>
                  <a:lnTo>
                    <a:pt x="11046275" y="581620"/>
                  </a:lnTo>
                  <a:lnTo>
                    <a:pt x="11027313" y="581402"/>
                  </a:lnTo>
                  <a:lnTo>
                    <a:pt x="10993161" y="580972"/>
                  </a:lnTo>
                  <a:lnTo>
                    <a:pt x="10941749" y="580261"/>
                  </a:lnTo>
                  <a:lnTo>
                    <a:pt x="10872802" y="579212"/>
                  </a:lnTo>
                  <a:lnTo>
                    <a:pt x="10787782" y="577779"/>
                  </a:lnTo>
                  <a:lnTo>
                    <a:pt x="10689567" y="575938"/>
                  </a:lnTo>
                  <a:lnTo>
                    <a:pt x="10581929" y="573678"/>
                  </a:lnTo>
                  <a:lnTo>
                    <a:pt x="10468933" y="571001"/>
                  </a:lnTo>
                  <a:lnTo>
                    <a:pt x="10354414" y="567917"/>
                  </a:lnTo>
                  <a:lnTo>
                    <a:pt x="10241605" y="564432"/>
                  </a:lnTo>
                  <a:lnTo>
                    <a:pt x="10132954" y="560548"/>
                  </a:lnTo>
                  <a:lnTo>
                    <a:pt x="10030105" y="556258"/>
                  </a:lnTo>
                  <a:lnTo>
                    <a:pt x="9933976" y="551542"/>
                  </a:lnTo>
                  <a:lnTo>
                    <a:pt x="9844900" y="546368"/>
                  </a:lnTo>
                  <a:lnTo>
                    <a:pt x="9762768" y="540690"/>
                  </a:lnTo>
                  <a:lnTo>
                    <a:pt x="9687166" y="534449"/>
                  </a:lnTo>
                  <a:lnTo>
                    <a:pt x="9617483" y="527577"/>
                  </a:lnTo>
                  <a:lnTo>
                    <a:pt x="9552995" y="519998"/>
                  </a:lnTo>
                  <a:lnTo>
                    <a:pt x="9492930" y="511632"/>
                  </a:lnTo>
                  <a:lnTo>
                    <a:pt x="9436512" y="502405"/>
                  </a:lnTo>
                  <a:lnTo>
                    <a:pt x="9383006" y="492260"/>
                  </a:lnTo>
                  <a:lnTo>
                    <a:pt x="9347647" y="484758"/>
                  </a:lnTo>
                  <a:lnTo>
                    <a:pt x="9287690" y="470550"/>
                  </a:lnTo>
                  <a:lnTo>
                    <a:pt x="9229570" y="454953"/>
                  </a:lnTo>
                  <a:lnTo>
                    <a:pt x="9172622" y="437945"/>
                  </a:lnTo>
                  <a:lnTo>
                    <a:pt x="9116351" y="419547"/>
                  </a:lnTo>
                  <a:lnTo>
                    <a:pt x="9060403" y="399829"/>
                  </a:lnTo>
                  <a:lnTo>
                    <a:pt x="9004543" y="378911"/>
                  </a:lnTo>
                  <a:lnTo>
                    <a:pt x="8948633" y="356966"/>
                  </a:lnTo>
                  <a:lnTo>
                    <a:pt x="8892616" y="334215"/>
                  </a:lnTo>
                  <a:lnTo>
                    <a:pt x="8836496" y="310917"/>
                  </a:lnTo>
                  <a:lnTo>
                    <a:pt x="8780321" y="287363"/>
                  </a:lnTo>
                  <a:lnTo>
                    <a:pt x="8724155" y="263854"/>
                  </a:lnTo>
                  <a:lnTo>
                    <a:pt x="8668063" y="240689"/>
                  </a:lnTo>
                  <a:lnTo>
                    <a:pt x="8612079" y="218151"/>
                  </a:lnTo>
                  <a:lnTo>
                    <a:pt x="8556193" y="196489"/>
                  </a:lnTo>
                  <a:lnTo>
                    <a:pt x="8500325" y="175911"/>
                  </a:lnTo>
                  <a:lnTo>
                    <a:pt x="8444312" y="156573"/>
                  </a:lnTo>
                  <a:lnTo>
                    <a:pt x="8387883" y="138582"/>
                  </a:lnTo>
                  <a:lnTo>
                    <a:pt x="8330646" y="121992"/>
                  </a:lnTo>
                  <a:lnTo>
                    <a:pt x="8272060" y="106810"/>
                  </a:lnTo>
                  <a:lnTo>
                    <a:pt x="8229629" y="96951"/>
                  </a:lnTo>
                  <a:lnTo>
                    <a:pt x="8177736" y="86162"/>
                  </a:lnTo>
                  <a:lnTo>
                    <a:pt x="8123391" y="76309"/>
                  </a:lnTo>
                  <a:lnTo>
                    <a:pt x="8065909" y="67360"/>
                  </a:lnTo>
                  <a:lnTo>
                    <a:pt x="8004539" y="59250"/>
                  </a:lnTo>
                  <a:lnTo>
                    <a:pt x="7938501" y="51901"/>
                  </a:lnTo>
                  <a:lnTo>
                    <a:pt x="7867033" y="45236"/>
                  </a:lnTo>
                  <a:lnTo>
                    <a:pt x="7789439" y="39179"/>
                  </a:lnTo>
                  <a:lnTo>
                    <a:pt x="7705158" y="33664"/>
                  </a:lnTo>
                  <a:lnTo>
                    <a:pt x="7613860" y="28638"/>
                  </a:lnTo>
                  <a:lnTo>
                    <a:pt x="7515560" y="24059"/>
                  </a:lnTo>
                  <a:lnTo>
                    <a:pt x="7410758" y="19898"/>
                  </a:lnTo>
                  <a:lnTo>
                    <a:pt x="7300587" y="16140"/>
                  </a:lnTo>
                  <a:lnTo>
                    <a:pt x="7186938" y="12780"/>
                  </a:lnTo>
                  <a:lnTo>
                    <a:pt x="7072516" y="9823"/>
                  </a:lnTo>
                  <a:lnTo>
                    <a:pt x="6960770" y="7276"/>
                  </a:lnTo>
                  <a:lnTo>
                    <a:pt x="6855656" y="5148"/>
                  </a:lnTo>
                  <a:lnTo>
                    <a:pt x="6761210" y="3437"/>
                  </a:lnTo>
                  <a:lnTo>
                    <a:pt x="6680986" y="2128"/>
                  </a:lnTo>
                  <a:lnTo>
                    <a:pt x="6617467" y="1191"/>
                  </a:lnTo>
                  <a:lnTo>
                    <a:pt x="6571592" y="575"/>
                  </a:lnTo>
                  <a:lnTo>
                    <a:pt x="6542516" y="220"/>
                  </a:lnTo>
                  <a:lnTo>
                    <a:pt x="6527630" y="53"/>
                  </a:lnTo>
                  <a:lnTo>
                    <a:pt x="6522757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36" y="72"/>
                  </a:lnTo>
                  <a:lnTo>
                    <a:pt x="5519758" y="587"/>
                  </a:lnTo>
                  <a:lnTo>
                    <a:pt x="5502784" y="2010"/>
                  </a:lnTo>
                  <a:lnTo>
                    <a:pt x="5472083" y="4815"/>
                  </a:lnTo>
                  <a:lnTo>
                    <a:pt x="5425607" y="9458"/>
                  </a:lnTo>
                  <a:lnTo>
                    <a:pt x="5362831" y="16336"/>
                  </a:lnTo>
                  <a:lnTo>
                    <a:pt x="5284747" y="25759"/>
                  </a:lnTo>
                  <a:lnTo>
                    <a:pt x="5193639" y="37925"/>
                  </a:lnTo>
                  <a:lnTo>
                    <a:pt x="5092686" y="52925"/>
                  </a:lnTo>
                  <a:lnTo>
                    <a:pt x="4985478" y="70768"/>
                  </a:lnTo>
                  <a:lnTo>
                    <a:pt x="4875549" y="91408"/>
                  </a:lnTo>
                  <a:lnTo>
                    <a:pt x="4766018" y="114788"/>
                  </a:lnTo>
                  <a:lnTo>
                    <a:pt x="4659382" y="140875"/>
                  </a:lnTo>
                  <a:lnTo>
                    <a:pt x="4557440" y="169687"/>
                  </a:lnTo>
                  <a:lnTo>
                    <a:pt x="4461331" y="201308"/>
                  </a:lnTo>
                  <a:lnTo>
                    <a:pt x="4371625" y="235906"/>
                  </a:lnTo>
                  <a:lnTo>
                    <a:pt x="4288442" y="273727"/>
                  </a:lnTo>
                  <a:lnTo>
                    <a:pt x="4211574" y="315101"/>
                  </a:lnTo>
                  <a:lnTo>
                    <a:pt x="4140586" y="360430"/>
                  </a:lnTo>
                  <a:lnTo>
                    <a:pt x="4074897" y="410179"/>
                  </a:lnTo>
                  <a:lnTo>
                    <a:pt x="4013851" y="464858"/>
                  </a:lnTo>
                  <a:lnTo>
                    <a:pt x="3956755" y="524985"/>
                  </a:lnTo>
                  <a:lnTo>
                    <a:pt x="3902924" y="591033"/>
                  </a:lnTo>
                  <a:lnTo>
                    <a:pt x="3851713" y="663351"/>
                  </a:lnTo>
                  <a:lnTo>
                    <a:pt x="3820202" y="712726"/>
                  </a:lnTo>
                  <a:lnTo>
                    <a:pt x="3782671" y="776474"/>
                  </a:lnTo>
                  <a:lnTo>
                    <a:pt x="3745964" y="844120"/>
                  </a:lnTo>
                  <a:lnTo>
                    <a:pt x="3709894" y="915741"/>
                  </a:lnTo>
                  <a:lnTo>
                    <a:pt x="3674304" y="991375"/>
                  </a:lnTo>
                  <a:lnTo>
                    <a:pt x="3639063" y="1071011"/>
                  </a:lnTo>
                  <a:lnTo>
                    <a:pt x="3604064" y="1154589"/>
                  </a:lnTo>
                  <a:lnTo>
                    <a:pt x="3569219" y="1241993"/>
                  </a:lnTo>
                  <a:lnTo>
                    <a:pt x="3534461" y="1333052"/>
                  </a:lnTo>
                  <a:lnTo>
                    <a:pt x="3499736" y="1427537"/>
                  </a:lnTo>
                  <a:lnTo>
                    <a:pt x="3465008" y="1525164"/>
                  </a:lnTo>
                  <a:lnTo>
                    <a:pt x="3430251" y="1625589"/>
                  </a:lnTo>
                  <a:lnTo>
                    <a:pt x="3395454" y="1728422"/>
                  </a:lnTo>
                  <a:lnTo>
                    <a:pt x="3360612" y="1833222"/>
                  </a:lnTo>
                  <a:lnTo>
                    <a:pt x="3325731" y="1939513"/>
                  </a:lnTo>
                  <a:lnTo>
                    <a:pt x="3290822" y="2046787"/>
                  </a:lnTo>
                  <a:lnTo>
                    <a:pt x="3255898" y="2154517"/>
                  </a:lnTo>
                  <a:lnTo>
                    <a:pt x="3220977" y="2262165"/>
                  </a:lnTo>
                  <a:lnTo>
                    <a:pt x="3186075" y="2369196"/>
                  </a:lnTo>
                  <a:lnTo>
                    <a:pt x="3151205" y="2475088"/>
                  </a:lnTo>
                  <a:lnTo>
                    <a:pt x="3116377" y="2579340"/>
                  </a:lnTo>
                  <a:lnTo>
                    <a:pt x="3081592" y="2681487"/>
                  </a:lnTo>
                  <a:lnTo>
                    <a:pt x="3046846" y="2781103"/>
                  </a:lnTo>
                  <a:lnTo>
                    <a:pt x="3012122" y="2877811"/>
                  </a:lnTo>
                  <a:lnTo>
                    <a:pt x="2977392" y="2971285"/>
                  </a:lnTo>
                  <a:lnTo>
                    <a:pt x="2942613" y="3061258"/>
                  </a:lnTo>
                  <a:lnTo>
                    <a:pt x="2907730" y="3147517"/>
                  </a:lnTo>
                  <a:lnTo>
                    <a:pt x="2872668" y="3229909"/>
                  </a:lnTo>
                  <a:lnTo>
                    <a:pt x="2837333" y="3308336"/>
                  </a:lnTo>
                  <a:lnTo>
                    <a:pt x="2801612" y="3382752"/>
                  </a:lnTo>
                  <a:lnTo>
                    <a:pt x="2765367" y="3453162"/>
                  </a:lnTo>
                  <a:lnTo>
                    <a:pt x="2728432" y="3519616"/>
                  </a:lnTo>
                  <a:lnTo>
                    <a:pt x="2702183" y="3563631"/>
                  </a:lnTo>
                  <a:lnTo>
                    <a:pt x="2652335" y="3640013"/>
                  </a:lnTo>
                  <a:lnTo>
                    <a:pt x="2600243" y="3710026"/>
                  </a:lnTo>
                  <a:lnTo>
                    <a:pt x="2545303" y="3773874"/>
                  </a:lnTo>
                  <a:lnTo>
                    <a:pt x="2486853" y="3831963"/>
                  </a:lnTo>
                  <a:lnTo>
                    <a:pt x="2424199" y="3884791"/>
                  </a:lnTo>
                  <a:lnTo>
                    <a:pt x="2356659" y="3932878"/>
                  </a:lnTo>
                  <a:lnTo>
                    <a:pt x="2283595" y="3976719"/>
                  </a:lnTo>
                  <a:lnTo>
                    <a:pt x="2204474" y="4016760"/>
                  </a:lnTo>
                  <a:lnTo>
                    <a:pt x="2118931" y="4053376"/>
                  </a:lnTo>
                  <a:lnTo>
                    <a:pt x="2026864" y="4086868"/>
                  </a:lnTo>
                  <a:lnTo>
                    <a:pt x="1928543" y="4117454"/>
                  </a:lnTo>
                  <a:lnTo>
                    <a:pt x="1824731" y="4145270"/>
                  </a:lnTo>
                  <a:lnTo>
                    <a:pt x="1716799" y="4170375"/>
                  </a:lnTo>
                  <a:lnTo>
                    <a:pt x="1606799" y="4192766"/>
                  </a:lnTo>
                  <a:lnTo>
                    <a:pt x="1497470" y="4212396"/>
                  </a:lnTo>
                  <a:lnTo>
                    <a:pt x="1392113" y="4229210"/>
                  </a:lnTo>
                  <a:lnTo>
                    <a:pt x="1294332" y="4243176"/>
                  </a:lnTo>
                  <a:lnTo>
                    <a:pt x="1207624" y="4254329"/>
                  </a:lnTo>
                  <a:lnTo>
                    <a:pt x="1134897" y="4262799"/>
                  </a:lnTo>
                  <a:lnTo>
                    <a:pt x="1078005" y="4268825"/>
                  </a:lnTo>
                  <a:lnTo>
                    <a:pt x="1037402" y="4272750"/>
                  </a:lnTo>
                  <a:lnTo>
                    <a:pt x="1012000" y="4274999"/>
                  </a:lnTo>
                  <a:lnTo>
                    <a:pt x="999229" y="4276037"/>
                  </a:lnTo>
                  <a:lnTo>
                    <a:pt x="995205" y="4276338"/>
                  </a:lnTo>
                  <a:lnTo>
                    <a:pt x="994940" y="4276357"/>
                  </a:lnTo>
                  <a:lnTo>
                    <a:pt x="0" y="4276357"/>
                  </a:lnTo>
                  <a:close/>
                </a:path>
              </a:pathLst>
            </a:custGeom>
            <a:solidFill>
              <a:srgbClr val="EF5350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59" name="pl2058"/>
            <p:cNvSpPr/>
            <p:nvPr/>
          </p:nvSpPr>
          <p:spPr>
            <a:xfrm>
              <a:off x="1199187" y="2012238"/>
              <a:ext cx="12049831" cy="4276357"/>
            </a:xfrm>
            <a:custGeom>
              <a:avLst/>
              <a:pathLst>
                <a:path w="12049831" h="4276357">
                  <a:moveTo>
                    <a:pt x="0" y="4276357"/>
                  </a:moveTo>
                  <a:lnTo>
                    <a:pt x="994940" y="4276357"/>
                  </a:lnTo>
                  <a:lnTo>
                    <a:pt x="995949" y="4276285"/>
                  </a:lnTo>
                  <a:lnTo>
                    <a:pt x="1002627" y="4275769"/>
                  </a:lnTo>
                  <a:lnTo>
                    <a:pt x="1019601" y="4274347"/>
                  </a:lnTo>
                  <a:lnTo>
                    <a:pt x="1050302" y="4271542"/>
                  </a:lnTo>
                  <a:lnTo>
                    <a:pt x="1096778" y="4266899"/>
                  </a:lnTo>
                  <a:lnTo>
                    <a:pt x="1159554" y="4260020"/>
                  </a:lnTo>
                  <a:lnTo>
                    <a:pt x="1237638" y="4250598"/>
                  </a:lnTo>
                  <a:lnTo>
                    <a:pt x="1328746" y="4238432"/>
                  </a:lnTo>
                  <a:lnTo>
                    <a:pt x="1429699" y="4223431"/>
                  </a:lnTo>
                  <a:lnTo>
                    <a:pt x="1536907" y="4205588"/>
                  </a:lnTo>
                  <a:lnTo>
                    <a:pt x="1646836" y="4184949"/>
                  </a:lnTo>
                  <a:lnTo>
                    <a:pt x="1756367" y="4161568"/>
                  </a:lnTo>
                  <a:lnTo>
                    <a:pt x="1863003" y="4135481"/>
                  </a:lnTo>
                  <a:lnTo>
                    <a:pt x="1964945" y="4106670"/>
                  </a:lnTo>
                  <a:lnTo>
                    <a:pt x="2061054" y="4075048"/>
                  </a:lnTo>
                  <a:lnTo>
                    <a:pt x="2150760" y="4040451"/>
                  </a:lnTo>
                  <a:lnTo>
                    <a:pt x="2233943" y="4002629"/>
                  </a:lnTo>
                  <a:lnTo>
                    <a:pt x="2310811" y="3961256"/>
                  </a:lnTo>
                  <a:lnTo>
                    <a:pt x="2381799" y="3915927"/>
                  </a:lnTo>
                  <a:lnTo>
                    <a:pt x="2447488" y="3866177"/>
                  </a:lnTo>
                  <a:lnTo>
                    <a:pt x="2508534" y="3811498"/>
                  </a:lnTo>
                  <a:lnTo>
                    <a:pt x="2565630" y="3751372"/>
                  </a:lnTo>
                  <a:lnTo>
                    <a:pt x="2619461" y="3685324"/>
                  </a:lnTo>
                  <a:lnTo>
                    <a:pt x="2670672" y="3613006"/>
                  </a:lnTo>
                  <a:lnTo>
                    <a:pt x="2702183" y="3563631"/>
                  </a:lnTo>
                  <a:lnTo>
                    <a:pt x="2739714" y="3499882"/>
                  </a:lnTo>
                  <a:lnTo>
                    <a:pt x="2776421" y="3432237"/>
                  </a:lnTo>
                  <a:lnTo>
                    <a:pt x="2812491" y="3360615"/>
                  </a:lnTo>
                  <a:lnTo>
                    <a:pt x="2848081" y="3284981"/>
                  </a:lnTo>
                  <a:lnTo>
                    <a:pt x="2883322" y="3205345"/>
                  </a:lnTo>
                  <a:lnTo>
                    <a:pt x="2918321" y="3121768"/>
                  </a:lnTo>
                  <a:lnTo>
                    <a:pt x="2953166" y="3034364"/>
                  </a:lnTo>
                  <a:lnTo>
                    <a:pt x="2987924" y="2943305"/>
                  </a:lnTo>
                  <a:lnTo>
                    <a:pt x="3022649" y="2848819"/>
                  </a:lnTo>
                  <a:lnTo>
                    <a:pt x="3057377" y="2751193"/>
                  </a:lnTo>
                  <a:lnTo>
                    <a:pt x="3092134" y="2650767"/>
                  </a:lnTo>
                  <a:lnTo>
                    <a:pt x="3126931" y="2547935"/>
                  </a:lnTo>
                  <a:lnTo>
                    <a:pt x="3161773" y="2443134"/>
                  </a:lnTo>
                  <a:lnTo>
                    <a:pt x="3196654" y="2336843"/>
                  </a:lnTo>
                  <a:lnTo>
                    <a:pt x="3231563" y="2229569"/>
                  </a:lnTo>
                  <a:lnTo>
                    <a:pt x="3266487" y="2121839"/>
                  </a:lnTo>
                  <a:lnTo>
                    <a:pt x="3301408" y="2014191"/>
                  </a:lnTo>
                  <a:lnTo>
                    <a:pt x="3336310" y="1907160"/>
                  </a:lnTo>
                  <a:lnTo>
                    <a:pt x="3371180" y="1801269"/>
                  </a:lnTo>
                  <a:lnTo>
                    <a:pt x="3406008" y="1697016"/>
                  </a:lnTo>
                  <a:lnTo>
                    <a:pt x="3440793" y="1594869"/>
                  </a:lnTo>
                  <a:lnTo>
                    <a:pt x="3475539" y="1495253"/>
                  </a:lnTo>
                  <a:lnTo>
                    <a:pt x="3510263" y="1398545"/>
                  </a:lnTo>
                  <a:lnTo>
                    <a:pt x="3544993" y="1305071"/>
                  </a:lnTo>
                  <a:lnTo>
                    <a:pt x="3579772" y="1215099"/>
                  </a:lnTo>
                  <a:lnTo>
                    <a:pt x="3614655" y="1128839"/>
                  </a:lnTo>
                  <a:lnTo>
                    <a:pt x="3649717" y="1046447"/>
                  </a:lnTo>
                  <a:lnTo>
                    <a:pt x="3685052" y="968021"/>
                  </a:lnTo>
                  <a:lnTo>
                    <a:pt x="3720773" y="893604"/>
                  </a:lnTo>
                  <a:lnTo>
                    <a:pt x="3757018" y="823194"/>
                  </a:lnTo>
                  <a:lnTo>
                    <a:pt x="3793953" y="756740"/>
                  </a:lnTo>
                  <a:lnTo>
                    <a:pt x="3820202" y="712726"/>
                  </a:lnTo>
                  <a:lnTo>
                    <a:pt x="3870050" y="636343"/>
                  </a:lnTo>
                  <a:lnTo>
                    <a:pt x="3922142" y="566330"/>
                  </a:lnTo>
                  <a:lnTo>
                    <a:pt x="3977082" y="502482"/>
                  </a:lnTo>
                  <a:lnTo>
                    <a:pt x="4035532" y="444393"/>
                  </a:lnTo>
                  <a:lnTo>
                    <a:pt x="4098186" y="391565"/>
                  </a:lnTo>
                  <a:lnTo>
                    <a:pt x="4165726" y="343478"/>
                  </a:lnTo>
                  <a:lnTo>
                    <a:pt x="4238790" y="299637"/>
                  </a:lnTo>
                  <a:lnTo>
                    <a:pt x="4317911" y="259597"/>
                  </a:lnTo>
                  <a:lnTo>
                    <a:pt x="4403454" y="222980"/>
                  </a:lnTo>
                  <a:lnTo>
                    <a:pt x="4495521" y="189488"/>
                  </a:lnTo>
                  <a:lnTo>
                    <a:pt x="4593842" y="158902"/>
                  </a:lnTo>
                  <a:lnTo>
                    <a:pt x="4697654" y="131086"/>
                  </a:lnTo>
                  <a:lnTo>
                    <a:pt x="4805586" y="105981"/>
                  </a:lnTo>
                  <a:lnTo>
                    <a:pt x="4915586" y="83591"/>
                  </a:lnTo>
                  <a:lnTo>
                    <a:pt x="5024915" y="63960"/>
                  </a:lnTo>
                  <a:lnTo>
                    <a:pt x="5130272" y="47147"/>
                  </a:lnTo>
                  <a:lnTo>
                    <a:pt x="5228053" y="33180"/>
                  </a:lnTo>
                  <a:lnTo>
                    <a:pt x="5314761" y="22027"/>
                  </a:lnTo>
                  <a:lnTo>
                    <a:pt x="5387488" y="13557"/>
                  </a:lnTo>
                  <a:lnTo>
                    <a:pt x="5444380" y="7532"/>
                  </a:lnTo>
                  <a:lnTo>
                    <a:pt x="5484983" y="3606"/>
                  </a:lnTo>
                  <a:lnTo>
                    <a:pt x="5510385" y="1358"/>
                  </a:lnTo>
                  <a:lnTo>
                    <a:pt x="5523156" y="320"/>
                  </a:lnTo>
                  <a:lnTo>
                    <a:pt x="5527180" y="18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9" y="11"/>
                  </a:lnTo>
                  <a:lnTo>
                    <a:pt x="6531001" y="90"/>
                  </a:lnTo>
                  <a:lnTo>
                    <a:pt x="6549963" y="308"/>
                  </a:lnTo>
                  <a:lnTo>
                    <a:pt x="6584115" y="738"/>
                  </a:lnTo>
                  <a:lnTo>
                    <a:pt x="6635528" y="1448"/>
                  </a:lnTo>
                  <a:lnTo>
                    <a:pt x="6704475" y="2498"/>
                  </a:lnTo>
                  <a:lnTo>
                    <a:pt x="6789495" y="3930"/>
                  </a:lnTo>
                  <a:lnTo>
                    <a:pt x="6887709" y="5771"/>
                  </a:lnTo>
                  <a:lnTo>
                    <a:pt x="6995348" y="8032"/>
                  </a:lnTo>
                  <a:lnTo>
                    <a:pt x="7108344" y="10708"/>
                  </a:lnTo>
                  <a:lnTo>
                    <a:pt x="7222862" y="13793"/>
                  </a:lnTo>
                  <a:lnTo>
                    <a:pt x="7335671" y="17278"/>
                  </a:lnTo>
                  <a:lnTo>
                    <a:pt x="7444322" y="21161"/>
                  </a:lnTo>
                  <a:lnTo>
                    <a:pt x="7547172" y="25451"/>
                  </a:lnTo>
                  <a:lnTo>
                    <a:pt x="7643301" y="30167"/>
                  </a:lnTo>
                  <a:lnTo>
                    <a:pt x="7732377" y="35341"/>
                  </a:lnTo>
                  <a:lnTo>
                    <a:pt x="7814509" y="41020"/>
                  </a:lnTo>
                  <a:lnTo>
                    <a:pt x="7890111" y="47261"/>
                  </a:lnTo>
                  <a:lnTo>
                    <a:pt x="7959794" y="54132"/>
                  </a:lnTo>
                  <a:lnTo>
                    <a:pt x="8024281" y="61711"/>
                  </a:lnTo>
                  <a:lnTo>
                    <a:pt x="8084347" y="70077"/>
                  </a:lnTo>
                  <a:lnTo>
                    <a:pt x="8140765" y="79304"/>
                  </a:lnTo>
                  <a:lnTo>
                    <a:pt x="8194270" y="89450"/>
                  </a:lnTo>
                  <a:lnTo>
                    <a:pt x="8229629" y="96951"/>
                  </a:lnTo>
                  <a:lnTo>
                    <a:pt x="8289587" y="111160"/>
                  </a:lnTo>
                  <a:lnTo>
                    <a:pt x="8347707" y="126757"/>
                  </a:lnTo>
                  <a:lnTo>
                    <a:pt x="8404655" y="143765"/>
                  </a:lnTo>
                  <a:lnTo>
                    <a:pt x="8460926" y="162162"/>
                  </a:lnTo>
                  <a:lnTo>
                    <a:pt x="8516873" y="181881"/>
                  </a:lnTo>
                  <a:lnTo>
                    <a:pt x="8572733" y="202799"/>
                  </a:lnTo>
                  <a:lnTo>
                    <a:pt x="8628644" y="224744"/>
                  </a:lnTo>
                  <a:lnTo>
                    <a:pt x="8684661" y="247495"/>
                  </a:lnTo>
                  <a:lnTo>
                    <a:pt x="8740781" y="270792"/>
                  </a:lnTo>
                  <a:lnTo>
                    <a:pt x="8796956" y="294346"/>
                  </a:lnTo>
                  <a:lnTo>
                    <a:pt x="8853121" y="317856"/>
                  </a:lnTo>
                  <a:lnTo>
                    <a:pt x="8909214" y="341020"/>
                  </a:lnTo>
                  <a:lnTo>
                    <a:pt x="8965198" y="363558"/>
                  </a:lnTo>
                  <a:lnTo>
                    <a:pt x="9021084" y="385220"/>
                  </a:lnTo>
                  <a:lnTo>
                    <a:pt x="9076951" y="405799"/>
                  </a:lnTo>
                  <a:lnTo>
                    <a:pt x="9132965" y="425136"/>
                  </a:lnTo>
                  <a:lnTo>
                    <a:pt x="9189394" y="443127"/>
                  </a:lnTo>
                  <a:lnTo>
                    <a:pt x="9246630" y="459718"/>
                  </a:lnTo>
                  <a:lnTo>
                    <a:pt x="9305216" y="474899"/>
                  </a:lnTo>
                  <a:lnTo>
                    <a:pt x="9347647" y="484758"/>
                  </a:lnTo>
                  <a:lnTo>
                    <a:pt x="9399540" y="495547"/>
                  </a:lnTo>
                  <a:lnTo>
                    <a:pt x="9453885" y="505400"/>
                  </a:lnTo>
                  <a:lnTo>
                    <a:pt x="9511367" y="514349"/>
                  </a:lnTo>
                  <a:lnTo>
                    <a:pt x="9572738" y="522460"/>
                  </a:lnTo>
                  <a:lnTo>
                    <a:pt x="9638775" y="529808"/>
                  </a:lnTo>
                  <a:lnTo>
                    <a:pt x="9710243" y="536473"/>
                  </a:lnTo>
                  <a:lnTo>
                    <a:pt x="9787838" y="542531"/>
                  </a:lnTo>
                  <a:lnTo>
                    <a:pt x="9872118" y="548045"/>
                  </a:lnTo>
                  <a:lnTo>
                    <a:pt x="9963416" y="553071"/>
                  </a:lnTo>
                  <a:lnTo>
                    <a:pt x="10061717" y="557650"/>
                  </a:lnTo>
                  <a:lnTo>
                    <a:pt x="10166519" y="561811"/>
                  </a:lnTo>
                  <a:lnTo>
                    <a:pt x="10276690" y="565569"/>
                  </a:lnTo>
                  <a:lnTo>
                    <a:pt x="10390338" y="568929"/>
                  </a:lnTo>
                  <a:lnTo>
                    <a:pt x="10504761" y="571887"/>
                  </a:lnTo>
                  <a:lnTo>
                    <a:pt x="10616507" y="574433"/>
                  </a:lnTo>
                  <a:lnTo>
                    <a:pt x="10721621" y="576561"/>
                  </a:lnTo>
                  <a:lnTo>
                    <a:pt x="10816067" y="578272"/>
                  </a:lnTo>
                  <a:lnTo>
                    <a:pt x="10896291" y="579581"/>
                  </a:lnTo>
                  <a:lnTo>
                    <a:pt x="10959810" y="580519"/>
                  </a:lnTo>
                  <a:lnTo>
                    <a:pt x="11005685" y="581134"/>
                  </a:lnTo>
                  <a:lnTo>
                    <a:pt x="11034761" y="581490"/>
                  </a:lnTo>
                  <a:lnTo>
                    <a:pt x="11049646" y="581656"/>
                  </a:lnTo>
                  <a:lnTo>
                    <a:pt x="11054519" y="581706"/>
                  </a:lnTo>
                  <a:lnTo>
                    <a:pt x="11054891" y="581710"/>
                  </a:lnTo>
                  <a:lnTo>
                    <a:pt x="12049831" y="581710"/>
                  </a:lnTo>
                  <a:lnTo>
                    <a:pt x="12049831" y="5817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0" name="pl2059"/>
            <p:cNvSpPr/>
            <p:nvPr/>
          </p:nvSpPr>
          <p:spPr>
            <a:xfrm>
              <a:off x="1199187" y="2006998"/>
              <a:ext cx="12049831" cy="4276357"/>
            </a:xfrm>
            <a:custGeom>
              <a:avLst/>
              <a:pathLst>
                <a:path w="12049831" h="4276357">
                  <a:moveTo>
                    <a:pt x="12049831" y="581710"/>
                  </a:moveTo>
                  <a:lnTo>
                    <a:pt x="11054891" y="581710"/>
                  </a:lnTo>
                  <a:lnTo>
                    <a:pt x="11053757" y="581699"/>
                  </a:lnTo>
                  <a:lnTo>
                    <a:pt x="11046275" y="581620"/>
                  </a:lnTo>
                  <a:lnTo>
                    <a:pt x="11027313" y="581402"/>
                  </a:lnTo>
                  <a:lnTo>
                    <a:pt x="10993161" y="580972"/>
                  </a:lnTo>
                  <a:lnTo>
                    <a:pt x="10941749" y="580261"/>
                  </a:lnTo>
                  <a:lnTo>
                    <a:pt x="10872802" y="579212"/>
                  </a:lnTo>
                  <a:lnTo>
                    <a:pt x="10787782" y="577779"/>
                  </a:lnTo>
                  <a:lnTo>
                    <a:pt x="10689567" y="575938"/>
                  </a:lnTo>
                  <a:lnTo>
                    <a:pt x="10581929" y="573678"/>
                  </a:lnTo>
                  <a:lnTo>
                    <a:pt x="10468933" y="571001"/>
                  </a:lnTo>
                  <a:lnTo>
                    <a:pt x="10354414" y="567917"/>
                  </a:lnTo>
                  <a:lnTo>
                    <a:pt x="10241605" y="564432"/>
                  </a:lnTo>
                  <a:lnTo>
                    <a:pt x="10132954" y="560548"/>
                  </a:lnTo>
                  <a:lnTo>
                    <a:pt x="10030105" y="556258"/>
                  </a:lnTo>
                  <a:lnTo>
                    <a:pt x="9933976" y="551542"/>
                  </a:lnTo>
                  <a:lnTo>
                    <a:pt x="9844900" y="546368"/>
                  </a:lnTo>
                  <a:lnTo>
                    <a:pt x="9762768" y="540690"/>
                  </a:lnTo>
                  <a:lnTo>
                    <a:pt x="9687166" y="534449"/>
                  </a:lnTo>
                  <a:lnTo>
                    <a:pt x="9617483" y="527577"/>
                  </a:lnTo>
                  <a:lnTo>
                    <a:pt x="9552995" y="519998"/>
                  </a:lnTo>
                  <a:lnTo>
                    <a:pt x="9492930" y="511632"/>
                  </a:lnTo>
                  <a:lnTo>
                    <a:pt x="9436512" y="502405"/>
                  </a:lnTo>
                  <a:lnTo>
                    <a:pt x="9383006" y="492260"/>
                  </a:lnTo>
                  <a:lnTo>
                    <a:pt x="9347647" y="484758"/>
                  </a:lnTo>
                  <a:lnTo>
                    <a:pt x="9287690" y="470550"/>
                  </a:lnTo>
                  <a:lnTo>
                    <a:pt x="9229570" y="454953"/>
                  </a:lnTo>
                  <a:lnTo>
                    <a:pt x="9172622" y="437945"/>
                  </a:lnTo>
                  <a:lnTo>
                    <a:pt x="9116351" y="419547"/>
                  </a:lnTo>
                  <a:lnTo>
                    <a:pt x="9060403" y="399829"/>
                  </a:lnTo>
                  <a:lnTo>
                    <a:pt x="9004543" y="378911"/>
                  </a:lnTo>
                  <a:lnTo>
                    <a:pt x="8948633" y="356966"/>
                  </a:lnTo>
                  <a:lnTo>
                    <a:pt x="8892616" y="334215"/>
                  </a:lnTo>
                  <a:lnTo>
                    <a:pt x="8836496" y="310917"/>
                  </a:lnTo>
                  <a:lnTo>
                    <a:pt x="8780321" y="287363"/>
                  </a:lnTo>
                  <a:lnTo>
                    <a:pt x="8724155" y="263854"/>
                  </a:lnTo>
                  <a:lnTo>
                    <a:pt x="8668063" y="240689"/>
                  </a:lnTo>
                  <a:lnTo>
                    <a:pt x="8612079" y="218151"/>
                  </a:lnTo>
                  <a:lnTo>
                    <a:pt x="8556193" y="196489"/>
                  </a:lnTo>
                  <a:lnTo>
                    <a:pt x="8500325" y="175911"/>
                  </a:lnTo>
                  <a:lnTo>
                    <a:pt x="8444312" y="156573"/>
                  </a:lnTo>
                  <a:lnTo>
                    <a:pt x="8387883" y="138582"/>
                  </a:lnTo>
                  <a:lnTo>
                    <a:pt x="8330646" y="121992"/>
                  </a:lnTo>
                  <a:lnTo>
                    <a:pt x="8272060" y="106810"/>
                  </a:lnTo>
                  <a:lnTo>
                    <a:pt x="8229629" y="96951"/>
                  </a:lnTo>
                  <a:lnTo>
                    <a:pt x="8177736" y="86162"/>
                  </a:lnTo>
                  <a:lnTo>
                    <a:pt x="8123391" y="76309"/>
                  </a:lnTo>
                  <a:lnTo>
                    <a:pt x="8065909" y="67360"/>
                  </a:lnTo>
                  <a:lnTo>
                    <a:pt x="8004539" y="59250"/>
                  </a:lnTo>
                  <a:lnTo>
                    <a:pt x="7938501" y="51901"/>
                  </a:lnTo>
                  <a:lnTo>
                    <a:pt x="7867033" y="45236"/>
                  </a:lnTo>
                  <a:lnTo>
                    <a:pt x="7789439" y="39179"/>
                  </a:lnTo>
                  <a:lnTo>
                    <a:pt x="7705158" y="33664"/>
                  </a:lnTo>
                  <a:lnTo>
                    <a:pt x="7613860" y="28638"/>
                  </a:lnTo>
                  <a:lnTo>
                    <a:pt x="7515560" y="24059"/>
                  </a:lnTo>
                  <a:lnTo>
                    <a:pt x="7410758" y="19898"/>
                  </a:lnTo>
                  <a:lnTo>
                    <a:pt x="7300587" y="16140"/>
                  </a:lnTo>
                  <a:lnTo>
                    <a:pt x="7186938" y="12780"/>
                  </a:lnTo>
                  <a:lnTo>
                    <a:pt x="7072516" y="9823"/>
                  </a:lnTo>
                  <a:lnTo>
                    <a:pt x="6960770" y="7276"/>
                  </a:lnTo>
                  <a:lnTo>
                    <a:pt x="6855656" y="5148"/>
                  </a:lnTo>
                  <a:lnTo>
                    <a:pt x="6761210" y="3437"/>
                  </a:lnTo>
                  <a:lnTo>
                    <a:pt x="6680986" y="2128"/>
                  </a:lnTo>
                  <a:lnTo>
                    <a:pt x="6617467" y="1191"/>
                  </a:lnTo>
                  <a:lnTo>
                    <a:pt x="6571592" y="575"/>
                  </a:lnTo>
                  <a:lnTo>
                    <a:pt x="6542516" y="220"/>
                  </a:lnTo>
                  <a:lnTo>
                    <a:pt x="6527630" y="53"/>
                  </a:lnTo>
                  <a:lnTo>
                    <a:pt x="6522757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36" y="72"/>
                  </a:lnTo>
                  <a:lnTo>
                    <a:pt x="5519758" y="587"/>
                  </a:lnTo>
                  <a:lnTo>
                    <a:pt x="5502784" y="2010"/>
                  </a:lnTo>
                  <a:lnTo>
                    <a:pt x="5472083" y="4815"/>
                  </a:lnTo>
                  <a:lnTo>
                    <a:pt x="5425607" y="9458"/>
                  </a:lnTo>
                  <a:lnTo>
                    <a:pt x="5362831" y="16336"/>
                  </a:lnTo>
                  <a:lnTo>
                    <a:pt x="5284747" y="25759"/>
                  </a:lnTo>
                  <a:lnTo>
                    <a:pt x="5193639" y="37925"/>
                  </a:lnTo>
                  <a:lnTo>
                    <a:pt x="5092686" y="52925"/>
                  </a:lnTo>
                  <a:lnTo>
                    <a:pt x="4985478" y="70768"/>
                  </a:lnTo>
                  <a:lnTo>
                    <a:pt x="4875549" y="91408"/>
                  </a:lnTo>
                  <a:lnTo>
                    <a:pt x="4766018" y="114788"/>
                  </a:lnTo>
                  <a:lnTo>
                    <a:pt x="4659382" y="140875"/>
                  </a:lnTo>
                  <a:lnTo>
                    <a:pt x="4557440" y="169687"/>
                  </a:lnTo>
                  <a:lnTo>
                    <a:pt x="4461331" y="201308"/>
                  </a:lnTo>
                  <a:lnTo>
                    <a:pt x="4371625" y="235906"/>
                  </a:lnTo>
                  <a:lnTo>
                    <a:pt x="4288442" y="273727"/>
                  </a:lnTo>
                  <a:lnTo>
                    <a:pt x="4211574" y="315101"/>
                  </a:lnTo>
                  <a:lnTo>
                    <a:pt x="4140586" y="360430"/>
                  </a:lnTo>
                  <a:lnTo>
                    <a:pt x="4074897" y="410179"/>
                  </a:lnTo>
                  <a:lnTo>
                    <a:pt x="4013851" y="464858"/>
                  </a:lnTo>
                  <a:lnTo>
                    <a:pt x="3956755" y="524985"/>
                  </a:lnTo>
                  <a:lnTo>
                    <a:pt x="3902924" y="591033"/>
                  </a:lnTo>
                  <a:lnTo>
                    <a:pt x="3851713" y="663351"/>
                  </a:lnTo>
                  <a:lnTo>
                    <a:pt x="3820202" y="712726"/>
                  </a:lnTo>
                  <a:lnTo>
                    <a:pt x="3782671" y="776474"/>
                  </a:lnTo>
                  <a:lnTo>
                    <a:pt x="3745964" y="844120"/>
                  </a:lnTo>
                  <a:lnTo>
                    <a:pt x="3709894" y="915741"/>
                  </a:lnTo>
                  <a:lnTo>
                    <a:pt x="3674304" y="991375"/>
                  </a:lnTo>
                  <a:lnTo>
                    <a:pt x="3639063" y="1071011"/>
                  </a:lnTo>
                  <a:lnTo>
                    <a:pt x="3604064" y="1154589"/>
                  </a:lnTo>
                  <a:lnTo>
                    <a:pt x="3569219" y="1241993"/>
                  </a:lnTo>
                  <a:lnTo>
                    <a:pt x="3534461" y="1333052"/>
                  </a:lnTo>
                  <a:lnTo>
                    <a:pt x="3499736" y="1427537"/>
                  </a:lnTo>
                  <a:lnTo>
                    <a:pt x="3465008" y="1525164"/>
                  </a:lnTo>
                  <a:lnTo>
                    <a:pt x="3430251" y="1625589"/>
                  </a:lnTo>
                  <a:lnTo>
                    <a:pt x="3395454" y="1728422"/>
                  </a:lnTo>
                  <a:lnTo>
                    <a:pt x="3360612" y="1833222"/>
                  </a:lnTo>
                  <a:lnTo>
                    <a:pt x="3325731" y="1939513"/>
                  </a:lnTo>
                  <a:lnTo>
                    <a:pt x="3290822" y="2046787"/>
                  </a:lnTo>
                  <a:lnTo>
                    <a:pt x="3255898" y="2154517"/>
                  </a:lnTo>
                  <a:lnTo>
                    <a:pt x="3220977" y="2262165"/>
                  </a:lnTo>
                  <a:lnTo>
                    <a:pt x="3186075" y="2369196"/>
                  </a:lnTo>
                  <a:lnTo>
                    <a:pt x="3151205" y="2475088"/>
                  </a:lnTo>
                  <a:lnTo>
                    <a:pt x="3116377" y="2579340"/>
                  </a:lnTo>
                  <a:lnTo>
                    <a:pt x="3081592" y="2681487"/>
                  </a:lnTo>
                  <a:lnTo>
                    <a:pt x="3046846" y="2781103"/>
                  </a:lnTo>
                  <a:lnTo>
                    <a:pt x="3012122" y="2877811"/>
                  </a:lnTo>
                  <a:lnTo>
                    <a:pt x="2977392" y="2971285"/>
                  </a:lnTo>
                  <a:lnTo>
                    <a:pt x="2942613" y="3061258"/>
                  </a:lnTo>
                  <a:lnTo>
                    <a:pt x="2907730" y="3147517"/>
                  </a:lnTo>
                  <a:lnTo>
                    <a:pt x="2872668" y="3229909"/>
                  </a:lnTo>
                  <a:lnTo>
                    <a:pt x="2837333" y="3308336"/>
                  </a:lnTo>
                  <a:lnTo>
                    <a:pt x="2801612" y="3382752"/>
                  </a:lnTo>
                  <a:lnTo>
                    <a:pt x="2765367" y="3453162"/>
                  </a:lnTo>
                  <a:lnTo>
                    <a:pt x="2728432" y="3519616"/>
                  </a:lnTo>
                  <a:lnTo>
                    <a:pt x="2702183" y="3563631"/>
                  </a:lnTo>
                  <a:lnTo>
                    <a:pt x="2652335" y="3640013"/>
                  </a:lnTo>
                  <a:lnTo>
                    <a:pt x="2600243" y="3710026"/>
                  </a:lnTo>
                  <a:lnTo>
                    <a:pt x="2545303" y="3773874"/>
                  </a:lnTo>
                  <a:lnTo>
                    <a:pt x="2486853" y="3831963"/>
                  </a:lnTo>
                  <a:lnTo>
                    <a:pt x="2424199" y="3884791"/>
                  </a:lnTo>
                  <a:lnTo>
                    <a:pt x="2356659" y="3932878"/>
                  </a:lnTo>
                  <a:lnTo>
                    <a:pt x="2283595" y="3976719"/>
                  </a:lnTo>
                  <a:lnTo>
                    <a:pt x="2204474" y="4016760"/>
                  </a:lnTo>
                  <a:lnTo>
                    <a:pt x="2118931" y="4053376"/>
                  </a:lnTo>
                  <a:lnTo>
                    <a:pt x="2026864" y="4086868"/>
                  </a:lnTo>
                  <a:lnTo>
                    <a:pt x="1928543" y="4117454"/>
                  </a:lnTo>
                  <a:lnTo>
                    <a:pt x="1824731" y="4145270"/>
                  </a:lnTo>
                  <a:lnTo>
                    <a:pt x="1716799" y="4170375"/>
                  </a:lnTo>
                  <a:lnTo>
                    <a:pt x="1606799" y="4192766"/>
                  </a:lnTo>
                  <a:lnTo>
                    <a:pt x="1497470" y="4212396"/>
                  </a:lnTo>
                  <a:lnTo>
                    <a:pt x="1392113" y="4229210"/>
                  </a:lnTo>
                  <a:lnTo>
                    <a:pt x="1294332" y="4243176"/>
                  </a:lnTo>
                  <a:lnTo>
                    <a:pt x="1207624" y="4254329"/>
                  </a:lnTo>
                  <a:lnTo>
                    <a:pt x="1134897" y="4262799"/>
                  </a:lnTo>
                  <a:lnTo>
                    <a:pt x="1078005" y="4268825"/>
                  </a:lnTo>
                  <a:lnTo>
                    <a:pt x="1037402" y="4272750"/>
                  </a:lnTo>
                  <a:lnTo>
                    <a:pt x="1012000" y="4274999"/>
                  </a:lnTo>
                  <a:lnTo>
                    <a:pt x="999229" y="4276037"/>
                  </a:lnTo>
                  <a:lnTo>
                    <a:pt x="995205" y="4276338"/>
                  </a:lnTo>
                  <a:lnTo>
                    <a:pt x="994940" y="4276357"/>
                  </a:lnTo>
                  <a:lnTo>
                    <a:pt x="0" y="4276357"/>
                  </a:lnTo>
                  <a:lnTo>
                    <a:pt x="0" y="42763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1" name="pg2060"/>
            <p:cNvSpPr/>
            <p:nvPr/>
          </p:nvSpPr>
          <p:spPr>
            <a:xfrm>
              <a:off x="1199187" y="2054164"/>
              <a:ext cx="12049831" cy="4239672"/>
            </a:xfrm>
            <a:custGeom>
              <a:avLst/>
              <a:pathLst>
                <a:path w="12049831" h="4239672">
                  <a:moveTo>
                    <a:pt x="0" y="4239672"/>
                  </a:moveTo>
                  <a:lnTo>
                    <a:pt x="994940" y="4239672"/>
                  </a:lnTo>
                  <a:lnTo>
                    <a:pt x="995951" y="4239601"/>
                  </a:lnTo>
                  <a:lnTo>
                    <a:pt x="1002643" y="4239089"/>
                  </a:lnTo>
                  <a:lnTo>
                    <a:pt x="1019652" y="4237678"/>
                  </a:lnTo>
                  <a:lnTo>
                    <a:pt x="1050413" y="4234894"/>
                  </a:lnTo>
                  <a:lnTo>
                    <a:pt x="1096977" y="4230287"/>
                  </a:lnTo>
                  <a:lnTo>
                    <a:pt x="1159862" y="4223461"/>
                  </a:lnTo>
                  <a:lnTo>
                    <a:pt x="1238070" y="4214111"/>
                  </a:lnTo>
                  <a:lnTo>
                    <a:pt x="1329307" y="4202041"/>
                  </a:lnTo>
                  <a:lnTo>
                    <a:pt x="1430383" y="4187159"/>
                  </a:lnTo>
                  <a:lnTo>
                    <a:pt x="1537699" y="4169460"/>
                  </a:lnTo>
                  <a:lnTo>
                    <a:pt x="1647715" y="4148986"/>
                  </a:lnTo>
                  <a:lnTo>
                    <a:pt x="1757311" y="4125796"/>
                  </a:lnTo>
                  <a:lnTo>
                    <a:pt x="1863989" y="4099922"/>
                  </a:lnTo>
                  <a:lnTo>
                    <a:pt x="1965951" y="4071345"/>
                  </a:lnTo>
                  <a:lnTo>
                    <a:pt x="2062064" y="4039981"/>
                  </a:lnTo>
                  <a:lnTo>
                    <a:pt x="2151763" y="4005663"/>
                  </a:lnTo>
                  <a:lnTo>
                    <a:pt x="2234928" y="3968146"/>
                  </a:lnTo>
                  <a:lnTo>
                    <a:pt x="2311774" y="3927101"/>
                  </a:lnTo>
                  <a:lnTo>
                    <a:pt x="2382739" y="3882128"/>
                  </a:lnTo>
                  <a:lnTo>
                    <a:pt x="2448405" y="3832765"/>
                  </a:lnTo>
                  <a:lnTo>
                    <a:pt x="2509432" y="3778506"/>
                  </a:lnTo>
                  <a:lnTo>
                    <a:pt x="2566513" y="3718838"/>
                  </a:lnTo>
                  <a:lnTo>
                    <a:pt x="2620335" y="3653291"/>
                  </a:lnTo>
                  <a:lnTo>
                    <a:pt x="2671544" y="3581522"/>
                  </a:lnTo>
                  <a:lnTo>
                    <a:pt x="2702183" y="3533934"/>
                  </a:lnTo>
                  <a:lnTo>
                    <a:pt x="2739872" y="3470532"/>
                  </a:lnTo>
                  <a:lnTo>
                    <a:pt x="2776731" y="3403239"/>
                  </a:lnTo>
                  <a:lnTo>
                    <a:pt x="2812950" y="3331974"/>
                  </a:lnTo>
                  <a:lnTo>
                    <a:pt x="2848686" y="3256701"/>
                  </a:lnTo>
                  <a:lnTo>
                    <a:pt x="2884072" y="3177433"/>
                  </a:lnTo>
                  <a:lnTo>
                    <a:pt x="2919216" y="3094231"/>
                  </a:lnTo>
                  <a:lnTo>
                    <a:pt x="2954206" y="3007210"/>
                  </a:lnTo>
                  <a:lnTo>
                    <a:pt x="2989111" y="2916546"/>
                  </a:lnTo>
                  <a:lnTo>
                    <a:pt x="3023984" y="2822468"/>
                  </a:lnTo>
                  <a:lnTo>
                    <a:pt x="3058862" y="2725266"/>
                  </a:lnTo>
                  <a:lnTo>
                    <a:pt x="3093768" y="2625284"/>
                  </a:lnTo>
                  <a:lnTo>
                    <a:pt x="3128717" y="2522918"/>
                  </a:lnTo>
                  <a:lnTo>
                    <a:pt x="3163710" y="2418611"/>
                  </a:lnTo>
                  <a:lnTo>
                    <a:pt x="3198742" y="2312842"/>
                  </a:lnTo>
                  <a:lnTo>
                    <a:pt x="3233802" y="2206122"/>
                  </a:lnTo>
                  <a:lnTo>
                    <a:pt x="3268874" y="2098982"/>
                  </a:lnTo>
                  <a:lnTo>
                    <a:pt x="3303944" y="1991959"/>
                  </a:lnTo>
                  <a:lnTo>
                    <a:pt x="3338993" y="1885592"/>
                  </a:lnTo>
                  <a:lnTo>
                    <a:pt x="3374009" y="1780402"/>
                  </a:lnTo>
                  <a:lnTo>
                    <a:pt x="3408983" y="1676888"/>
                  </a:lnTo>
                  <a:lnTo>
                    <a:pt x="3443912" y="1575514"/>
                  </a:lnTo>
                  <a:lnTo>
                    <a:pt x="3478804" y="1476704"/>
                  </a:lnTo>
                  <a:lnTo>
                    <a:pt x="3513675" y="1380832"/>
                  </a:lnTo>
                  <a:lnTo>
                    <a:pt x="3548557" y="1288217"/>
                  </a:lnTo>
                  <a:lnTo>
                    <a:pt x="3583492" y="1199124"/>
                  </a:lnTo>
                  <a:lnTo>
                    <a:pt x="3618540" y="1113758"/>
                  </a:lnTo>
                  <a:lnTo>
                    <a:pt x="3653778" y="1032267"/>
                  </a:lnTo>
                  <a:lnTo>
                    <a:pt x="3689303" y="954745"/>
                  </a:lnTo>
                  <a:lnTo>
                    <a:pt x="3725232" y="881230"/>
                  </a:lnTo>
                  <a:lnTo>
                    <a:pt x="3761710" y="811711"/>
                  </a:lnTo>
                  <a:lnTo>
                    <a:pt x="3798908" y="746135"/>
                  </a:lnTo>
                  <a:lnTo>
                    <a:pt x="3820202" y="710979"/>
                  </a:lnTo>
                  <a:lnTo>
                    <a:pt x="3870087" y="635293"/>
                  </a:lnTo>
                  <a:lnTo>
                    <a:pt x="3922220" y="565923"/>
                  </a:lnTo>
                  <a:lnTo>
                    <a:pt x="3977205" y="502666"/>
                  </a:lnTo>
                  <a:lnTo>
                    <a:pt x="4035708" y="445118"/>
                  </a:lnTo>
                  <a:lnTo>
                    <a:pt x="4098422" y="392786"/>
                  </a:lnTo>
                  <a:lnTo>
                    <a:pt x="4166032" y="345154"/>
                  </a:lnTo>
                  <a:lnTo>
                    <a:pt x="4239176" y="301730"/>
                  </a:lnTo>
                  <a:lnTo>
                    <a:pt x="4318388" y="262072"/>
                  </a:lnTo>
                  <a:lnTo>
                    <a:pt x="4404034" y="225809"/>
                  </a:lnTo>
                  <a:lnTo>
                    <a:pt x="4496213" y="192641"/>
                  </a:lnTo>
                  <a:lnTo>
                    <a:pt x="4594650" y="162354"/>
                  </a:lnTo>
                  <a:lnTo>
                    <a:pt x="4698578" y="134814"/>
                  </a:lnTo>
                  <a:lnTo>
                    <a:pt x="4806618" y="109961"/>
                  </a:lnTo>
                  <a:lnTo>
                    <a:pt x="4916705" y="87801"/>
                  </a:lnTo>
                  <a:lnTo>
                    <a:pt x="5026089" y="68378"/>
                  </a:lnTo>
                  <a:lnTo>
                    <a:pt x="5131457" y="51748"/>
                  </a:lnTo>
                  <a:lnTo>
                    <a:pt x="5229196" y="37943"/>
                  </a:lnTo>
                  <a:lnTo>
                    <a:pt x="5315806" y="26925"/>
                  </a:lnTo>
                  <a:lnTo>
                    <a:pt x="5388382" y="18567"/>
                  </a:lnTo>
                  <a:lnTo>
                    <a:pt x="5445085" y="12628"/>
                  </a:lnTo>
                  <a:lnTo>
                    <a:pt x="5485480" y="8766"/>
                  </a:lnTo>
                  <a:lnTo>
                    <a:pt x="5510679" y="6561"/>
                  </a:lnTo>
                  <a:lnTo>
                    <a:pt x="5523282" y="5548"/>
                  </a:lnTo>
                  <a:lnTo>
                    <a:pt x="5527201" y="525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4" y="5259"/>
                  </a:lnTo>
                  <a:lnTo>
                    <a:pt x="6530966" y="5390"/>
                  </a:lnTo>
                  <a:lnTo>
                    <a:pt x="6549852" y="5752"/>
                  </a:lnTo>
                  <a:lnTo>
                    <a:pt x="6583873" y="6465"/>
                  </a:lnTo>
                  <a:lnTo>
                    <a:pt x="6635099" y="7644"/>
                  </a:lnTo>
                  <a:lnTo>
                    <a:pt x="6703815" y="9386"/>
                  </a:lnTo>
                  <a:lnTo>
                    <a:pt x="6788577" y="11764"/>
                  </a:lnTo>
                  <a:lnTo>
                    <a:pt x="6886530" y="14821"/>
                  </a:lnTo>
                  <a:lnTo>
                    <a:pt x="6993926" y="18574"/>
                  </a:lnTo>
                  <a:lnTo>
                    <a:pt x="7106716" y="23019"/>
                  </a:lnTo>
                  <a:lnTo>
                    <a:pt x="7221075" y="28143"/>
                  </a:lnTo>
                  <a:lnTo>
                    <a:pt x="7333773" y="33932"/>
                  </a:lnTo>
                  <a:lnTo>
                    <a:pt x="7442360" y="40384"/>
                  </a:lnTo>
                  <a:lnTo>
                    <a:pt x="7545185" y="47510"/>
                  </a:lnTo>
                  <a:lnTo>
                    <a:pt x="7641321" y="55344"/>
                  </a:lnTo>
                  <a:lnTo>
                    <a:pt x="7730426" y="63938"/>
                  </a:lnTo>
                  <a:lnTo>
                    <a:pt x="7812600" y="73368"/>
                  </a:lnTo>
                  <a:lnTo>
                    <a:pt x="7888250" y="83730"/>
                  </a:lnTo>
                  <a:lnTo>
                    <a:pt x="7957981" y="95137"/>
                  </a:lnTo>
                  <a:lnTo>
                    <a:pt x="8022510" y="107716"/>
                  </a:lnTo>
                  <a:lnTo>
                    <a:pt x="8082608" y="121599"/>
                  </a:lnTo>
                  <a:lnTo>
                    <a:pt x="8139046" y="136911"/>
                  </a:lnTo>
                  <a:lnTo>
                    <a:pt x="8192557" y="153745"/>
                  </a:lnTo>
                  <a:lnTo>
                    <a:pt x="8229629" y="166826"/>
                  </a:lnTo>
                  <a:lnTo>
                    <a:pt x="8287067" y="189448"/>
                  </a:lnTo>
                  <a:lnTo>
                    <a:pt x="8342792" y="214188"/>
                  </a:lnTo>
                  <a:lnTo>
                    <a:pt x="8397399" y="241083"/>
                  </a:lnTo>
                  <a:lnTo>
                    <a:pt x="8451336" y="270109"/>
                  </a:lnTo>
                  <a:lnTo>
                    <a:pt x="8504930" y="301176"/>
                  </a:lnTo>
                  <a:lnTo>
                    <a:pt x="8558407" y="334122"/>
                  </a:lnTo>
                  <a:lnTo>
                    <a:pt x="8611905" y="368711"/>
                  </a:lnTo>
                  <a:lnTo>
                    <a:pt x="8665493" y="404641"/>
                  </a:lnTo>
                  <a:lnTo>
                    <a:pt x="8719182" y="441546"/>
                  </a:lnTo>
                  <a:lnTo>
                    <a:pt x="8772942" y="479018"/>
                  </a:lnTo>
                  <a:lnTo>
                    <a:pt x="8826719" y="516620"/>
                  </a:lnTo>
                  <a:lnTo>
                    <a:pt x="8880455" y="553908"/>
                  </a:lnTo>
                  <a:lnTo>
                    <a:pt x="8934104" y="590454"/>
                  </a:lnTo>
                  <a:lnTo>
                    <a:pt x="8987651" y="625867"/>
                  </a:lnTo>
                  <a:lnTo>
                    <a:pt x="9041128" y="659806"/>
                  </a:lnTo>
                  <a:lnTo>
                    <a:pt x="9094632" y="691994"/>
                  </a:lnTo>
                  <a:lnTo>
                    <a:pt x="9148336" y="722227"/>
                  </a:lnTo>
                  <a:lnTo>
                    <a:pt x="9202505" y="750373"/>
                  </a:lnTo>
                  <a:lnTo>
                    <a:pt x="9257516" y="776369"/>
                  </a:lnTo>
                  <a:lnTo>
                    <a:pt x="9313872" y="800220"/>
                  </a:lnTo>
                  <a:lnTo>
                    <a:pt x="9347647" y="813171"/>
                  </a:lnTo>
                  <a:lnTo>
                    <a:pt x="9399465" y="831129"/>
                  </a:lnTo>
                  <a:lnTo>
                    <a:pt x="9453727" y="847530"/>
                  </a:lnTo>
                  <a:lnTo>
                    <a:pt x="9511114" y="862429"/>
                  </a:lnTo>
                  <a:lnTo>
                    <a:pt x="9572376" y="875934"/>
                  </a:lnTo>
                  <a:lnTo>
                    <a:pt x="9638287" y="888171"/>
                  </a:lnTo>
                  <a:lnTo>
                    <a:pt x="9709608" y="899273"/>
                  </a:lnTo>
                  <a:lnTo>
                    <a:pt x="9787032" y="909363"/>
                  </a:lnTo>
                  <a:lnTo>
                    <a:pt x="9871119" y="918550"/>
                  </a:lnTo>
                  <a:lnTo>
                    <a:pt x="9962202" y="926924"/>
                  </a:lnTo>
                  <a:lnTo>
                    <a:pt x="10060270" y="934555"/>
                  </a:lnTo>
                  <a:lnTo>
                    <a:pt x="10164833" y="941489"/>
                  </a:lnTo>
                  <a:lnTo>
                    <a:pt x="10274772" y="947755"/>
                  </a:lnTo>
                  <a:lnTo>
                    <a:pt x="10388219" y="953359"/>
                  </a:lnTo>
                  <a:lnTo>
                    <a:pt x="10502494" y="958294"/>
                  </a:lnTo>
                  <a:lnTo>
                    <a:pt x="10614175" y="962546"/>
                  </a:lnTo>
                  <a:lnTo>
                    <a:pt x="10719331" y="966103"/>
                  </a:lnTo>
                  <a:lnTo>
                    <a:pt x="10813936" y="968967"/>
                  </a:lnTo>
                  <a:lnTo>
                    <a:pt x="10894436" y="971161"/>
                  </a:lnTo>
                  <a:lnTo>
                    <a:pt x="10958323" y="972737"/>
                  </a:lnTo>
                  <a:lnTo>
                    <a:pt x="11004619" y="973775"/>
                  </a:lnTo>
                  <a:lnTo>
                    <a:pt x="11034115" y="974378"/>
                  </a:lnTo>
                  <a:lnTo>
                    <a:pt x="11049357" y="974663"/>
                  </a:lnTo>
                  <a:lnTo>
                    <a:pt x="11054464" y="974751"/>
                  </a:lnTo>
                  <a:lnTo>
                    <a:pt x="11054891" y="974757"/>
                  </a:lnTo>
                  <a:lnTo>
                    <a:pt x="12049831" y="974757"/>
                  </a:lnTo>
                  <a:lnTo>
                    <a:pt x="12049831" y="969517"/>
                  </a:lnTo>
                  <a:lnTo>
                    <a:pt x="11054891" y="969517"/>
                  </a:lnTo>
                  <a:lnTo>
                    <a:pt x="11053762" y="969498"/>
                  </a:lnTo>
                  <a:lnTo>
                    <a:pt x="11046311" y="969367"/>
                  </a:lnTo>
                  <a:lnTo>
                    <a:pt x="11027425" y="969005"/>
                  </a:lnTo>
                  <a:lnTo>
                    <a:pt x="10993403" y="968292"/>
                  </a:lnTo>
                  <a:lnTo>
                    <a:pt x="10942177" y="967113"/>
                  </a:lnTo>
                  <a:lnTo>
                    <a:pt x="10873462" y="965371"/>
                  </a:lnTo>
                  <a:lnTo>
                    <a:pt x="10788700" y="962993"/>
                  </a:lnTo>
                  <a:lnTo>
                    <a:pt x="10690746" y="959936"/>
                  </a:lnTo>
                  <a:lnTo>
                    <a:pt x="10583350" y="956183"/>
                  </a:lnTo>
                  <a:lnTo>
                    <a:pt x="10470561" y="951738"/>
                  </a:lnTo>
                  <a:lnTo>
                    <a:pt x="10356202" y="946614"/>
                  </a:lnTo>
                  <a:lnTo>
                    <a:pt x="10243503" y="940825"/>
                  </a:lnTo>
                  <a:lnTo>
                    <a:pt x="10134916" y="934373"/>
                  </a:lnTo>
                  <a:lnTo>
                    <a:pt x="10032091" y="927247"/>
                  </a:lnTo>
                  <a:lnTo>
                    <a:pt x="9935955" y="919413"/>
                  </a:lnTo>
                  <a:lnTo>
                    <a:pt x="9846850" y="910819"/>
                  </a:lnTo>
                  <a:lnTo>
                    <a:pt x="9764676" y="901389"/>
                  </a:lnTo>
                  <a:lnTo>
                    <a:pt x="9689026" y="891027"/>
                  </a:lnTo>
                  <a:lnTo>
                    <a:pt x="9619296" y="879620"/>
                  </a:lnTo>
                  <a:lnTo>
                    <a:pt x="9554766" y="867041"/>
                  </a:lnTo>
                  <a:lnTo>
                    <a:pt x="9494669" y="853158"/>
                  </a:lnTo>
                  <a:lnTo>
                    <a:pt x="9438231" y="837846"/>
                  </a:lnTo>
                  <a:lnTo>
                    <a:pt x="9384719" y="821012"/>
                  </a:lnTo>
                  <a:lnTo>
                    <a:pt x="9347647" y="807931"/>
                  </a:lnTo>
                  <a:lnTo>
                    <a:pt x="9290209" y="785309"/>
                  </a:lnTo>
                  <a:lnTo>
                    <a:pt x="9234484" y="760569"/>
                  </a:lnTo>
                  <a:lnTo>
                    <a:pt x="9179877" y="733674"/>
                  </a:lnTo>
                  <a:lnTo>
                    <a:pt x="9125940" y="704648"/>
                  </a:lnTo>
                  <a:lnTo>
                    <a:pt x="9072346" y="673581"/>
                  </a:lnTo>
                  <a:lnTo>
                    <a:pt x="9018870" y="640635"/>
                  </a:lnTo>
                  <a:lnTo>
                    <a:pt x="8965371" y="606046"/>
                  </a:lnTo>
                  <a:lnTo>
                    <a:pt x="8911783" y="570116"/>
                  </a:lnTo>
                  <a:lnTo>
                    <a:pt x="8858094" y="533211"/>
                  </a:lnTo>
                  <a:lnTo>
                    <a:pt x="8804334" y="495739"/>
                  </a:lnTo>
                  <a:lnTo>
                    <a:pt x="8750557" y="458137"/>
                  </a:lnTo>
                  <a:lnTo>
                    <a:pt x="8696821" y="420849"/>
                  </a:lnTo>
                  <a:lnTo>
                    <a:pt x="8643173" y="384303"/>
                  </a:lnTo>
                  <a:lnTo>
                    <a:pt x="8589626" y="348890"/>
                  </a:lnTo>
                  <a:lnTo>
                    <a:pt x="8536149" y="314951"/>
                  </a:lnTo>
                  <a:lnTo>
                    <a:pt x="8482645" y="282763"/>
                  </a:lnTo>
                  <a:lnTo>
                    <a:pt x="8428941" y="252530"/>
                  </a:lnTo>
                  <a:lnTo>
                    <a:pt x="8374771" y="224384"/>
                  </a:lnTo>
                  <a:lnTo>
                    <a:pt x="8319761" y="198387"/>
                  </a:lnTo>
                  <a:lnTo>
                    <a:pt x="8263404" y="174537"/>
                  </a:lnTo>
                  <a:lnTo>
                    <a:pt x="8229629" y="161586"/>
                  </a:lnTo>
                  <a:lnTo>
                    <a:pt x="8177812" y="143628"/>
                  </a:lnTo>
                  <a:lnTo>
                    <a:pt x="8123550" y="127227"/>
                  </a:lnTo>
                  <a:lnTo>
                    <a:pt x="8066163" y="112328"/>
                  </a:lnTo>
                  <a:lnTo>
                    <a:pt x="8004901" y="98823"/>
                  </a:lnTo>
                  <a:lnTo>
                    <a:pt x="7938990" y="86586"/>
                  </a:lnTo>
                  <a:lnTo>
                    <a:pt x="7867669" y="75484"/>
                  </a:lnTo>
                  <a:lnTo>
                    <a:pt x="7790244" y="65394"/>
                  </a:lnTo>
                  <a:lnTo>
                    <a:pt x="7706157" y="56207"/>
                  </a:lnTo>
                  <a:lnTo>
                    <a:pt x="7615075" y="47833"/>
                  </a:lnTo>
                  <a:lnTo>
                    <a:pt x="7517007" y="40202"/>
                  </a:lnTo>
                  <a:lnTo>
                    <a:pt x="7412444" y="33268"/>
                  </a:lnTo>
                  <a:lnTo>
                    <a:pt x="7302504" y="27002"/>
                  </a:lnTo>
                  <a:lnTo>
                    <a:pt x="7189058" y="21398"/>
                  </a:lnTo>
                  <a:lnTo>
                    <a:pt x="7074783" y="16463"/>
                  </a:lnTo>
                  <a:lnTo>
                    <a:pt x="6963101" y="12211"/>
                  </a:lnTo>
                  <a:lnTo>
                    <a:pt x="6857946" y="8654"/>
                  </a:lnTo>
                  <a:lnTo>
                    <a:pt x="6763340" y="5790"/>
                  </a:lnTo>
                  <a:lnTo>
                    <a:pt x="6682841" y="3596"/>
                  </a:lnTo>
                  <a:lnTo>
                    <a:pt x="6618953" y="2020"/>
                  </a:lnTo>
                  <a:lnTo>
                    <a:pt x="6572657" y="982"/>
                  </a:lnTo>
                  <a:lnTo>
                    <a:pt x="6543162" y="379"/>
                  </a:lnTo>
                  <a:lnTo>
                    <a:pt x="6527919" y="94"/>
                  </a:lnTo>
                  <a:lnTo>
                    <a:pt x="6522812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34" y="71"/>
                  </a:lnTo>
                  <a:lnTo>
                    <a:pt x="5519742" y="583"/>
                  </a:lnTo>
                  <a:lnTo>
                    <a:pt x="5502733" y="1994"/>
                  </a:lnTo>
                  <a:lnTo>
                    <a:pt x="5471971" y="4778"/>
                  </a:lnTo>
                  <a:lnTo>
                    <a:pt x="5425408" y="9385"/>
                  </a:lnTo>
                  <a:lnTo>
                    <a:pt x="5362523" y="16211"/>
                  </a:lnTo>
                  <a:lnTo>
                    <a:pt x="5284315" y="25561"/>
                  </a:lnTo>
                  <a:lnTo>
                    <a:pt x="5193078" y="37631"/>
                  </a:lnTo>
                  <a:lnTo>
                    <a:pt x="5092002" y="52513"/>
                  </a:lnTo>
                  <a:lnTo>
                    <a:pt x="4984686" y="70212"/>
                  </a:lnTo>
                  <a:lnTo>
                    <a:pt x="4874670" y="90686"/>
                  </a:lnTo>
                  <a:lnTo>
                    <a:pt x="4765074" y="113876"/>
                  </a:lnTo>
                  <a:lnTo>
                    <a:pt x="4658396" y="139750"/>
                  </a:lnTo>
                  <a:lnTo>
                    <a:pt x="4556434" y="168327"/>
                  </a:lnTo>
                  <a:lnTo>
                    <a:pt x="4460321" y="199691"/>
                  </a:lnTo>
                  <a:lnTo>
                    <a:pt x="4370622" y="234009"/>
                  </a:lnTo>
                  <a:lnTo>
                    <a:pt x="4287457" y="271526"/>
                  </a:lnTo>
                  <a:lnTo>
                    <a:pt x="4210611" y="312571"/>
                  </a:lnTo>
                  <a:lnTo>
                    <a:pt x="4139646" y="357544"/>
                  </a:lnTo>
                  <a:lnTo>
                    <a:pt x="4073980" y="406907"/>
                  </a:lnTo>
                  <a:lnTo>
                    <a:pt x="4012953" y="461166"/>
                  </a:lnTo>
                  <a:lnTo>
                    <a:pt x="3955872" y="520834"/>
                  </a:lnTo>
                  <a:lnTo>
                    <a:pt x="3902050" y="586381"/>
                  </a:lnTo>
                  <a:lnTo>
                    <a:pt x="3850841" y="658150"/>
                  </a:lnTo>
                  <a:lnTo>
                    <a:pt x="3820202" y="705738"/>
                  </a:lnTo>
                  <a:lnTo>
                    <a:pt x="3782513" y="769140"/>
                  </a:lnTo>
                  <a:lnTo>
                    <a:pt x="3745654" y="836433"/>
                  </a:lnTo>
                  <a:lnTo>
                    <a:pt x="3709435" y="907698"/>
                  </a:lnTo>
                  <a:lnTo>
                    <a:pt x="3673699" y="982970"/>
                  </a:lnTo>
                  <a:lnTo>
                    <a:pt x="3638313" y="1062239"/>
                  </a:lnTo>
                  <a:lnTo>
                    <a:pt x="3603169" y="1145441"/>
                  </a:lnTo>
                  <a:lnTo>
                    <a:pt x="3568179" y="1232462"/>
                  </a:lnTo>
                  <a:lnTo>
                    <a:pt x="3533274" y="1323126"/>
                  </a:lnTo>
                  <a:lnTo>
                    <a:pt x="3498401" y="1417204"/>
                  </a:lnTo>
                  <a:lnTo>
                    <a:pt x="3463523" y="1514406"/>
                  </a:lnTo>
                  <a:lnTo>
                    <a:pt x="3428617" y="1614388"/>
                  </a:lnTo>
                  <a:lnTo>
                    <a:pt x="3393668" y="1716754"/>
                  </a:lnTo>
                  <a:lnTo>
                    <a:pt x="3358675" y="1821061"/>
                  </a:lnTo>
                  <a:lnTo>
                    <a:pt x="3323643" y="1926830"/>
                  </a:lnTo>
                  <a:lnTo>
                    <a:pt x="3288583" y="2033550"/>
                  </a:lnTo>
                  <a:lnTo>
                    <a:pt x="3253510" y="2140690"/>
                  </a:lnTo>
                  <a:lnTo>
                    <a:pt x="3218441" y="2247712"/>
                  </a:lnTo>
                  <a:lnTo>
                    <a:pt x="3183392" y="2354080"/>
                  </a:lnTo>
                  <a:lnTo>
                    <a:pt x="3148376" y="2459270"/>
                  </a:lnTo>
                  <a:lnTo>
                    <a:pt x="3113402" y="2562784"/>
                  </a:lnTo>
                  <a:lnTo>
                    <a:pt x="3078473" y="2664158"/>
                  </a:lnTo>
                  <a:lnTo>
                    <a:pt x="3043581" y="2762968"/>
                  </a:lnTo>
                  <a:lnTo>
                    <a:pt x="3008710" y="2858840"/>
                  </a:lnTo>
                  <a:lnTo>
                    <a:pt x="2973828" y="2951455"/>
                  </a:lnTo>
                  <a:lnTo>
                    <a:pt x="2938893" y="3040548"/>
                  </a:lnTo>
                  <a:lnTo>
                    <a:pt x="2903845" y="3125914"/>
                  </a:lnTo>
                  <a:lnTo>
                    <a:pt x="2868607" y="3207405"/>
                  </a:lnTo>
                  <a:lnTo>
                    <a:pt x="2833082" y="3284927"/>
                  </a:lnTo>
                  <a:lnTo>
                    <a:pt x="2797153" y="3358442"/>
                  </a:lnTo>
                  <a:lnTo>
                    <a:pt x="2760675" y="3427961"/>
                  </a:lnTo>
                  <a:lnTo>
                    <a:pt x="2723477" y="3493537"/>
                  </a:lnTo>
                  <a:lnTo>
                    <a:pt x="2702183" y="3528693"/>
                  </a:lnTo>
                  <a:lnTo>
                    <a:pt x="2652298" y="3604379"/>
                  </a:lnTo>
                  <a:lnTo>
                    <a:pt x="2600165" y="3673749"/>
                  </a:lnTo>
                  <a:lnTo>
                    <a:pt x="2545180" y="3737006"/>
                  </a:lnTo>
                  <a:lnTo>
                    <a:pt x="2486677" y="3794554"/>
                  </a:lnTo>
                  <a:lnTo>
                    <a:pt x="2423963" y="3846886"/>
                  </a:lnTo>
                  <a:lnTo>
                    <a:pt x="2356353" y="3894518"/>
                  </a:lnTo>
                  <a:lnTo>
                    <a:pt x="2283209" y="3937942"/>
                  </a:lnTo>
                  <a:lnTo>
                    <a:pt x="2203997" y="3977600"/>
                  </a:lnTo>
                  <a:lnTo>
                    <a:pt x="2118351" y="4013863"/>
                  </a:lnTo>
                  <a:lnTo>
                    <a:pt x="2026172" y="4047031"/>
                  </a:lnTo>
                  <a:lnTo>
                    <a:pt x="1927735" y="4077318"/>
                  </a:lnTo>
                  <a:lnTo>
                    <a:pt x="1823807" y="4104858"/>
                  </a:lnTo>
                  <a:lnTo>
                    <a:pt x="1715767" y="4129711"/>
                  </a:lnTo>
                  <a:lnTo>
                    <a:pt x="1605680" y="4151871"/>
                  </a:lnTo>
                  <a:lnTo>
                    <a:pt x="1496296" y="4171294"/>
                  </a:lnTo>
                  <a:lnTo>
                    <a:pt x="1390928" y="4187924"/>
                  </a:lnTo>
                  <a:lnTo>
                    <a:pt x="1293189" y="4201729"/>
                  </a:lnTo>
                  <a:lnTo>
                    <a:pt x="1206579" y="4212747"/>
                  </a:lnTo>
                  <a:lnTo>
                    <a:pt x="1134003" y="4221105"/>
                  </a:lnTo>
                  <a:lnTo>
                    <a:pt x="1077300" y="4227044"/>
                  </a:lnTo>
                  <a:lnTo>
                    <a:pt x="1036905" y="4230906"/>
                  </a:lnTo>
                  <a:lnTo>
                    <a:pt x="1011706" y="4233111"/>
                  </a:lnTo>
                  <a:lnTo>
                    <a:pt x="999103" y="4234124"/>
                  </a:lnTo>
                  <a:lnTo>
                    <a:pt x="995184" y="4234415"/>
                  </a:lnTo>
                  <a:lnTo>
                    <a:pt x="994940" y="4234432"/>
                  </a:lnTo>
                  <a:lnTo>
                    <a:pt x="0" y="4234432"/>
                  </a:lnTo>
                  <a:close/>
                </a:path>
              </a:pathLst>
            </a:custGeom>
            <a:solidFill>
              <a:srgbClr val="EF5350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62" name="pl2061"/>
            <p:cNvSpPr/>
            <p:nvPr/>
          </p:nvSpPr>
          <p:spPr>
            <a:xfrm>
              <a:off x="1199187" y="2059404"/>
              <a:ext cx="12049831" cy="4234432"/>
            </a:xfrm>
            <a:custGeom>
              <a:avLst/>
              <a:pathLst>
                <a:path w="12049831" h="4234432">
                  <a:moveTo>
                    <a:pt x="0" y="4234432"/>
                  </a:moveTo>
                  <a:lnTo>
                    <a:pt x="994940" y="4234432"/>
                  </a:lnTo>
                  <a:lnTo>
                    <a:pt x="995951" y="4234360"/>
                  </a:lnTo>
                  <a:lnTo>
                    <a:pt x="1002643" y="4233849"/>
                  </a:lnTo>
                  <a:lnTo>
                    <a:pt x="1019652" y="4232437"/>
                  </a:lnTo>
                  <a:lnTo>
                    <a:pt x="1050413" y="4229653"/>
                  </a:lnTo>
                  <a:lnTo>
                    <a:pt x="1096977" y="4225046"/>
                  </a:lnTo>
                  <a:lnTo>
                    <a:pt x="1159862" y="4218220"/>
                  </a:lnTo>
                  <a:lnTo>
                    <a:pt x="1238070" y="4208871"/>
                  </a:lnTo>
                  <a:lnTo>
                    <a:pt x="1329307" y="4196801"/>
                  </a:lnTo>
                  <a:lnTo>
                    <a:pt x="1430383" y="4181919"/>
                  </a:lnTo>
                  <a:lnTo>
                    <a:pt x="1537699" y="4164219"/>
                  </a:lnTo>
                  <a:lnTo>
                    <a:pt x="1647715" y="4143746"/>
                  </a:lnTo>
                  <a:lnTo>
                    <a:pt x="1757311" y="4120555"/>
                  </a:lnTo>
                  <a:lnTo>
                    <a:pt x="1863989" y="4094681"/>
                  </a:lnTo>
                  <a:lnTo>
                    <a:pt x="1965951" y="4066105"/>
                  </a:lnTo>
                  <a:lnTo>
                    <a:pt x="2062064" y="4034740"/>
                  </a:lnTo>
                  <a:lnTo>
                    <a:pt x="2151763" y="4000423"/>
                  </a:lnTo>
                  <a:lnTo>
                    <a:pt x="2234928" y="3962905"/>
                  </a:lnTo>
                  <a:lnTo>
                    <a:pt x="2311774" y="3921860"/>
                  </a:lnTo>
                  <a:lnTo>
                    <a:pt x="2382739" y="3876887"/>
                  </a:lnTo>
                  <a:lnTo>
                    <a:pt x="2448405" y="3827524"/>
                  </a:lnTo>
                  <a:lnTo>
                    <a:pt x="2509432" y="3773265"/>
                  </a:lnTo>
                  <a:lnTo>
                    <a:pt x="2566513" y="3713597"/>
                  </a:lnTo>
                  <a:lnTo>
                    <a:pt x="2620335" y="3648050"/>
                  </a:lnTo>
                  <a:lnTo>
                    <a:pt x="2671544" y="3576282"/>
                  </a:lnTo>
                  <a:lnTo>
                    <a:pt x="2702183" y="3528693"/>
                  </a:lnTo>
                  <a:lnTo>
                    <a:pt x="2739872" y="3465292"/>
                  </a:lnTo>
                  <a:lnTo>
                    <a:pt x="2776731" y="3397998"/>
                  </a:lnTo>
                  <a:lnTo>
                    <a:pt x="2812950" y="3326733"/>
                  </a:lnTo>
                  <a:lnTo>
                    <a:pt x="2848686" y="3251461"/>
                  </a:lnTo>
                  <a:lnTo>
                    <a:pt x="2884072" y="3172193"/>
                  </a:lnTo>
                  <a:lnTo>
                    <a:pt x="2919216" y="3088990"/>
                  </a:lnTo>
                  <a:lnTo>
                    <a:pt x="2954206" y="3001970"/>
                  </a:lnTo>
                  <a:lnTo>
                    <a:pt x="2989111" y="2911305"/>
                  </a:lnTo>
                  <a:lnTo>
                    <a:pt x="3023984" y="2817227"/>
                  </a:lnTo>
                  <a:lnTo>
                    <a:pt x="3058862" y="2720025"/>
                  </a:lnTo>
                  <a:lnTo>
                    <a:pt x="3093768" y="2620043"/>
                  </a:lnTo>
                  <a:lnTo>
                    <a:pt x="3128717" y="2517678"/>
                  </a:lnTo>
                  <a:lnTo>
                    <a:pt x="3163710" y="2413370"/>
                  </a:lnTo>
                  <a:lnTo>
                    <a:pt x="3198742" y="2307601"/>
                  </a:lnTo>
                  <a:lnTo>
                    <a:pt x="3233802" y="2200881"/>
                  </a:lnTo>
                  <a:lnTo>
                    <a:pt x="3268874" y="2093741"/>
                  </a:lnTo>
                  <a:lnTo>
                    <a:pt x="3303944" y="1986719"/>
                  </a:lnTo>
                  <a:lnTo>
                    <a:pt x="3338993" y="1880351"/>
                  </a:lnTo>
                  <a:lnTo>
                    <a:pt x="3374009" y="1775161"/>
                  </a:lnTo>
                  <a:lnTo>
                    <a:pt x="3408983" y="1671647"/>
                  </a:lnTo>
                  <a:lnTo>
                    <a:pt x="3443912" y="1570274"/>
                  </a:lnTo>
                  <a:lnTo>
                    <a:pt x="3478804" y="1471464"/>
                  </a:lnTo>
                  <a:lnTo>
                    <a:pt x="3513675" y="1375591"/>
                  </a:lnTo>
                  <a:lnTo>
                    <a:pt x="3548557" y="1282976"/>
                  </a:lnTo>
                  <a:lnTo>
                    <a:pt x="3583492" y="1193883"/>
                  </a:lnTo>
                  <a:lnTo>
                    <a:pt x="3618540" y="1108517"/>
                  </a:lnTo>
                  <a:lnTo>
                    <a:pt x="3653778" y="1027027"/>
                  </a:lnTo>
                  <a:lnTo>
                    <a:pt x="3689303" y="949504"/>
                  </a:lnTo>
                  <a:lnTo>
                    <a:pt x="3725232" y="875989"/>
                  </a:lnTo>
                  <a:lnTo>
                    <a:pt x="3761710" y="806471"/>
                  </a:lnTo>
                  <a:lnTo>
                    <a:pt x="3798908" y="740894"/>
                  </a:lnTo>
                  <a:lnTo>
                    <a:pt x="3820202" y="705738"/>
                  </a:lnTo>
                  <a:lnTo>
                    <a:pt x="3870087" y="630052"/>
                  </a:lnTo>
                  <a:lnTo>
                    <a:pt x="3922220" y="560682"/>
                  </a:lnTo>
                  <a:lnTo>
                    <a:pt x="3977205" y="497425"/>
                  </a:lnTo>
                  <a:lnTo>
                    <a:pt x="4035708" y="439878"/>
                  </a:lnTo>
                  <a:lnTo>
                    <a:pt x="4098422" y="387545"/>
                  </a:lnTo>
                  <a:lnTo>
                    <a:pt x="4166032" y="339913"/>
                  </a:lnTo>
                  <a:lnTo>
                    <a:pt x="4239176" y="296489"/>
                  </a:lnTo>
                  <a:lnTo>
                    <a:pt x="4318388" y="256832"/>
                  </a:lnTo>
                  <a:lnTo>
                    <a:pt x="4404034" y="220568"/>
                  </a:lnTo>
                  <a:lnTo>
                    <a:pt x="4496213" y="187400"/>
                  </a:lnTo>
                  <a:lnTo>
                    <a:pt x="4594650" y="157114"/>
                  </a:lnTo>
                  <a:lnTo>
                    <a:pt x="4698578" y="129573"/>
                  </a:lnTo>
                  <a:lnTo>
                    <a:pt x="4806618" y="104721"/>
                  </a:lnTo>
                  <a:lnTo>
                    <a:pt x="4916705" y="82560"/>
                  </a:lnTo>
                  <a:lnTo>
                    <a:pt x="5026089" y="63137"/>
                  </a:lnTo>
                  <a:lnTo>
                    <a:pt x="5131457" y="46508"/>
                  </a:lnTo>
                  <a:lnTo>
                    <a:pt x="5229196" y="32702"/>
                  </a:lnTo>
                  <a:lnTo>
                    <a:pt x="5315806" y="21685"/>
                  </a:lnTo>
                  <a:lnTo>
                    <a:pt x="5388382" y="13326"/>
                  </a:lnTo>
                  <a:lnTo>
                    <a:pt x="5445085" y="7388"/>
                  </a:lnTo>
                  <a:lnTo>
                    <a:pt x="5485480" y="3526"/>
                  </a:lnTo>
                  <a:lnTo>
                    <a:pt x="5510679" y="1320"/>
                  </a:lnTo>
                  <a:lnTo>
                    <a:pt x="5523282" y="307"/>
                  </a:lnTo>
                  <a:lnTo>
                    <a:pt x="5527201" y="16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4" y="18"/>
                  </a:lnTo>
                  <a:lnTo>
                    <a:pt x="6530966" y="149"/>
                  </a:lnTo>
                  <a:lnTo>
                    <a:pt x="6549852" y="511"/>
                  </a:lnTo>
                  <a:lnTo>
                    <a:pt x="6583873" y="1224"/>
                  </a:lnTo>
                  <a:lnTo>
                    <a:pt x="6635099" y="2403"/>
                  </a:lnTo>
                  <a:lnTo>
                    <a:pt x="6703815" y="4145"/>
                  </a:lnTo>
                  <a:lnTo>
                    <a:pt x="6788577" y="6523"/>
                  </a:lnTo>
                  <a:lnTo>
                    <a:pt x="6886530" y="9581"/>
                  </a:lnTo>
                  <a:lnTo>
                    <a:pt x="6993926" y="13334"/>
                  </a:lnTo>
                  <a:lnTo>
                    <a:pt x="7106716" y="17779"/>
                  </a:lnTo>
                  <a:lnTo>
                    <a:pt x="7221075" y="22902"/>
                  </a:lnTo>
                  <a:lnTo>
                    <a:pt x="7333773" y="28692"/>
                  </a:lnTo>
                  <a:lnTo>
                    <a:pt x="7442360" y="35143"/>
                  </a:lnTo>
                  <a:lnTo>
                    <a:pt x="7545185" y="42270"/>
                  </a:lnTo>
                  <a:lnTo>
                    <a:pt x="7641321" y="50103"/>
                  </a:lnTo>
                  <a:lnTo>
                    <a:pt x="7730426" y="58697"/>
                  </a:lnTo>
                  <a:lnTo>
                    <a:pt x="7812600" y="68127"/>
                  </a:lnTo>
                  <a:lnTo>
                    <a:pt x="7888250" y="78489"/>
                  </a:lnTo>
                  <a:lnTo>
                    <a:pt x="7957981" y="89896"/>
                  </a:lnTo>
                  <a:lnTo>
                    <a:pt x="8022510" y="102476"/>
                  </a:lnTo>
                  <a:lnTo>
                    <a:pt x="8082608" y="116359"/>
                  </a:lnTo>
                  <a:lnTo>
                    <a:pt x="8139046" y="131670"/>
                  </a:lnTo>
                  <a:lnTo>
                    <a:pt x="8192557" y="148505"/>
                  </a:lnTo>
                  <a:lnTo>
                    <a:pt x="8229629" y="161586"/>
                  </a:lnTo>
                  <a:lnTo>
                    <a:pt x="8287067" y="184207"/>
                  </a:lnTo>
                  <a:lnTo>
                    <a:pt x="8342792" y="208947"/>
                  </a:lnTo>
                  <a:lnTo>
                    <a:pt x="8397399" y="235842"/>
                  </a:lnTo>
                  <a:lnTo>
                    <a:pt x="8451336" y="264868"/>
                  </a:lnTo>
                  <a:lnTo>
                    <a:pt x="8504930" y="295935"/>
                  </a:lnTo>
                  <a:lnTo>
                    <a:pt x="8558407" y="328881"/>
                  </a:lnTo>
                  <a:lnTo>
                    <a:pt x="8611905" y="363471"/>
                  </a:lnTo>
                  <a:lnTo>
                    <a:pt x="8665493" y="399400"/>
                  </a:lnTo>
                  <a:lnTo>
                    <a:pt x="8719182" y="436306"/>
                  </a:lnTo>
                  <a:lnTo>
                    <a:pt x="8772942" y="473778"/>
                  </a:lnTo>
                  <a:lnTo>
                    <a:pt x="8826719" y="511379"/>
                  </a:lnTo>
                  <a:lnTo>
                    <a:pt x="8880455" y="548667"/>
                  </a:lnTo>
                  <a:lnTo>
                    <a:pt x="8934104" y="585214"/>
                  </a:lnTo>
                  <a:lnTo>
                    <a:pt x="8987651" y="620626"/>
                  </a:lnTo>
                  <a:lnTo>
                    <a:pt x="9041128" y="654565"/>
                  </a:lnTo>
                  <a:lnTo>
                    <a:pt x="9094632" y="686753"/>
                  </a:lnTo>
                  <a:lnTo>
                    <a:pt x="9148336" y="716986"/>
                  </a:lnTo>
                  <a:lnTo>
                    <a:pt x="9202505" y="745132"/>
                  </a:lnTo>
                  <a:lnTo>
                    <a:pt x="9257516" y="771129"/>
                  </a:lnTo>
                  <a:lnTo>
                    <a:pt x="9313872" y="794979"/>
                  </a:lnTo>
                  <a:lnTo>
                    <a:pt x="9347647" y="807931"/>
                  </a:lnTo>
                  <a:lnTo>
                    <a:pt x="9399465" y="825888"/>
                  </a:lnTo>
                  <a:lnTo>
                    <a:pt x="9453727" y="842289"/>
                  </a:lnTo>
                  <a:lnTo>
                    <a:pt x="9511114" y="857189"/>
                  </a:lnTo>
                  <a:lnTo>
                    <a:pt x="9572376" y="870693"/>
                  </a:lnTo>
                  <a:lnTo>
                    <a:pt x="9638287" y="882931"/>
                  </a:lnTo>
                  <a:lnTo>
                    <a:pt x="9709608" y="894032"/>
                  </a:lnTo>
                  <a:lnTo>
                    <a:pt x="9787032" y="904122"/>
                  </a:lnTo>
                  <a:lnTo>
                    <a:pt x="9871119" y="913309"/>
                  </a:lnTo>
                  <a:lnTo>
                    <a:pt x="9962202" y="921683"/>
                  </a:lnTo>
                  <a:lnTo>
                    <a:pt x="10060270" y="929314"/>
                  </a:lnTo>
                  <a:lnTo>
                    <a:pt x="10164833" y="936249"/>
                  </a:lnTo>
                  <a:lnTo>
                    <a:pt x="10274772" y="942514"/>
                  </a:lnTo>
                  <a:lnTo>
                    <a:pt x="10388219" y="948118"/>
                  </a:lnTo>
                  <a:lnTo>
                    <a:pt x="10502494" y="953053"/>
                  </a:lnTo>
                  <a:lnTo>
                    <a:pt x="10614175" y="957305"/>
                  </a:lnTo>
                  <a:lnTo>
                    <a:pt x="10719331" y="960863"/>
                  </a:lnTo>
                  <a:lnTo>
                    <a:pt x="10813936" y="963727"/>
                  </a:lnTo>
                  <a:lnTo>
                    <a:pt x="10894436" y="965921"/>
                  </a:lnTo>
                  <a:lnTo>
                    <a:pt x="10958323" y="967497"/>
                  </a:lnTo>
                  <a:lnTo>
                    <a:pt x="11004619" y="968534"/>
                  </a:lnTo>
                  <a:lnTo>
                    <a:pt x="11034115" y="969137"/>
                  </a:lnTo>
                  <a:lnTo>
                    <a:pt x="11049357" y="969422"/>
                  </a:lnTo>
                  <a:lnTo>
                    <a:pt x="11054464" y="969510"/>
                  </a:lnTo>
                  <a:lnTo>
                    <a:pt x="11054891" y="969517"/>
                  </a:lnTo>
                  <a:lnTo>
                    <a:pt x="12049831" y="969517"/>
                  </a:lnTo>
                  <a:lnTo>
                    <a:pt x="12049831" y="9695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3" name="pl2062"/>
            <p:cNvSpPr/>
            <p:nvPr/>
          </p:nvSpPr>
          <p:spPr>
            <a:xfrm>
              <a:off x="1199187" y="2054164"/>
              <a:ext cx="12049831" cy="4234432"/>
            </a:xfrm>
            <a:custGeom>
              <a:avLst/>
              <a:pathLst>
                <a:path w="12049831" h="4234432">
                  <a:moveTo>
                    <a:pt x="12049831" y="969517"/>
                  </a:moveTo>
                  <a:lnTo>
                    <a:pt x="11054891" y="969517"/>
                  </a:lnTo>
                  <a:lnTo>
                    <a:pt x="11053762" y="969498"/>
                  </a:lnTo>
                  <a:lnTo>
                    <a:pt x="11046311" y="969367"/>
                  </a:lnTo>
                  <a:lnTo>
                    <a:pt x="11027425" y="969005"/>
                  </a:lnTo>
                  <a:lnTo>
                    <a:pt x="10993403" y="968292"/>
                  </a:lnTo>
                  <a:lnTo>
                    <a:pt x="10942177" y="967113"/>
                  </a:lnTo>
                  <a:lnTo>
                    <a:pt x="10873462" y="965371"/>
                  </a:lnTo>
                  <a:lnTo>
                    <a:pt x="10788700" y="962993"/>
                  </a:lnTo>
                  <a:lnTo>
                    <a:pt x="10690746" y="959936"/>
                  </a:lnTo>
                  <a:lnTo>
                    <a:pt x="10583350" y="956183"/>
                  </a:lnTo>
                  <a:lnTo>
                    <a:pt x="10470561" y="951738"/>
                  </a:lnTo>
                  <a:lnTo>
                    <a:pt x="10356202" y="946614"/>
                  </a:lnTo>
                  <a:lnTo>
                    <a:pt x="10243503" y="940825"/>
                  </a:lnTo>
                  <a:lnTo>
                    <a:pt x="10134916" y="934373"/>
                  </a:lnTo>
                  <a:lnTo>
                    <a:pt x="10032091" y="927247"/>
                  </a:lnTo>
                  <a:lnTo>
                    <a:pt x="9935955" y="919413"/>
                  </a:lnTo>
                  <a:lnTo>
                    <a:pt x="9846850" y="910819"/>
                  </a:lnTo>
                  <a:lnTo>
                    <a:pt x="9764676" y="901389"/>
                  </a:lnTo>
                  <a:lnTo>
                    <a:pt x="9689026" y="891027"/>
                  </a:lnTo>
                  <a:lnTo>
                    <a:pt x="9619296" y="879620"/>
                  </a:lnTo>
                  <a:lnTo>
                    <a:pt x="9554766" y="867041"/>
                  </a:lnTo>
                  <a:lnTo>
                    <a:pt x="9494669" y="853158"/>
                  </a:lnTo>
                  <a:lnTo>
                    <a:pt x="9438231" y="837846"/>
                  </a:lnTo>
                  <a:lnTo>
                    <a:pt x="9384719" y="821012"/>
                  </a:lnTo>
                  <a:lnTo>
                    <a:pt x="9347647" y="807931"/>
                  </a:lnTo>
                  <a:lnTo>
                    <a:pt x="9290209" y="785309"/>
                  </a:lnTo>
                  <a:lnTo>
                    <a:pt x="9234484" y="760569"/>
                  </a:lnTo>
                  <a:lnTo>
                    <a:pt x="9179877" y="733674"/>
                  </a:lnTo>
                  <a:lnTo>
                    <a:pt x="9125940" y="704648"/>
                  </a:lnTo>
                  <a:lnTo>
                    <a:pt x="9072346" y="673581"/>
                  </a:lnTo>
                  <a:lnTo>
                    <a:pt x="9018870" y="640635"/>
                  </a:lnTo>
                  <a:lnTo>
                    <a:pt x="8965371" y="606046"/>
                  </a:lnTo>
                  <a:lnTo>
                    <a:pt x="8911783" y="570116"/>
                  </a:lnTo>
                  <a:lnTo>
                    <a:pt x="8858094" y="533211"/>
                  </a:lnTo>
                  <a:lnTo>
                    <a:pt x="8804334" y="495739"/>
                  </a:lnTo>
                  <a:lnTo>
                    <a:pt x="8750557" y="458137"/>
                  </a:lnTo>
                  <a:lnTo>
                    <a:pt x="8696821" y="420849"/>
                  </a:lnTo>
                  <a:lnTo>
                    <a:pt x="8643173" y="384303"/>
                  </a:lnTo>
                  <a:lnTo>
                    <a:pt x="8589626" y="348890"/>
                  </a:lnTo>
                  <a:lnTo>
                    <a:pt x="8536149" y="314951"/>
                  </a:lnTo>
                  <a:lnTo>
                    <a:pt x="8482645" y="282763"/>
                  </a:lnTo>
                  <a:lnTo>
                    <a:pt x="8428941" y="252530"/>
                  </a:lnTo>
                  <a:lnTo>
                    <a:pt x="8374771" y="224384"/>
                  </a:lnTo>
                  <a:lnTo>
                    <a:pt x="8319761" y="198387"/>
                  </a:lnTo>
                  <a:lnTo>
                    <a:pt x="8263404" y="174537"/>
                  </a:lnTo>
                  <a:lnTo>
                    <a:pt x="8229629" y="161586"/>
                  </a:lnTo>
                  <a:lnTo>
                    <a:pt x="8177812" y="143628"/>
                  </a:lnTo>
                  <a:lnTo>
                    <a:pt x="8123550" y="127227"/>
                  </a:lnTo>
                  <a:lnTo>
                    <a:pt x="8066163" y="112328"/>
                  </a:lnTo>
                  <a:lnTo>
                    <a:pt x="8004901" y="98823"/>
                  </a:lnTo>
                  <a:lnTo>
                    <a:pt x="7938990" y="86586"/>
                  </a:lnTo>
                  <a:lnTo>
                    <a:pt x="7867669" y="75484"/>
                  </a:lnTo>
                  <a:lnTo>
                    <a:pt x="7790244" y="65394"/>
                  </a:lnTo>
                  <a:lnTo>
                    <a:pt x="7706157" y="56207"/>
                  </a:lnTo>
                  <a:lnTo>
                    <a:pt x="7615075" y="47833"/>
                  </a:lnTo>
                  <a:lnTo>
                    <a:pt x="7517007" y="40202"/>
                  </a:lnTo>
                  <a:lnTo>
                    <a:pt x="7412444" y="33268"/>
                  </a:lnTo>
                  <a:lnTo>
                    <a:pt x="7302504" y="27002"/>
                  </a:lnTo>
                  <a:lnTo>
                    <a:pt x="7189058" y="21398"/>
                  </a:lnTo>
                  <a:lnTo>
                    <a:pt x="7074783" y="16463"/>
                  </a:lnTo>
                  <a:lnTo>
                    <a:pt x="6963101" y="12211"/>
                  </a:lnTo>
                  <a:lnTo>
                    <a:pt x="6857946" y="8654"/>
                  </a:lnTo>
                  <a:lnTo>
                    <a:pt x="6763340" y="5790"/>
                  </a:lnTo>
                  <a:lnTo>
                    <a:pt x="6682841" y="3596"/>
                  </a:lnTo>
                  <a:lnTo>
                    <a:pt x="6618953" y="2020"/>
                  </a:lnTo>
                  <a:lnTo>
                    <a:pt x="6572657" y="982"/>
                  </a:lnTo>
                  <a:lnTo>
                    <a:pt x="6543162" y="379"/>
                  </a:lnTo>
                  <a:lnTo>
                    <a:pt x="6527919" y="94"/>
                  </a:lnTo>
                  <a:lnTo>
                    <a:pt x="6522812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34" y="71"/>
                  </a:lnTo>
                  <a:lnTo>
                    <a:pt x="5519742" y="583"/>
                  </a:lnTo>
                  <a:lnTo>
                    <a:pt x="5502733" y="1994"/>
                  </a:lnTo>
                  <a:lnTo>
                    <a:pt x="5471971" y="4778"/>
                  </a:lnTo>
                  <a:lnTo>
                    <a:pt x="5425408" y="9385"/>
                  </a:lnTo>
                  <a:lnTo>
                    <a:pt x="5362523" y="16211"/>
                  </a:lnTo>
                  <a:lnTo>
                    <a:pt x="5284315" y="25561"/>
                  </a:lnTo>
                  <a:lnTo>
                    <a:pt x="5193078" y="37631"/>
                  </a:lnTo>
                  <a:lnTo>
                    <a:pt x="5092002" y="52513"/>
                  </a:lnTo>
                  <a:lnTo>
                    <a:pt x="4984686" y="70212"/>
                  </a:lnTo>
                  <a:lnTo>
                    <a:pt x="4874670" y="90686"/>
                  </a:lnTo>
                  <a:lnTo>
                    <a:pt x="4765074" y="113876"/>
                  </a:lnTo>
                  <a:lnTo>
                    <a:pt x="4658396" y="139750"/>
                  </a:lnTo>
                  <a:lnTo>
                    <a:pt x="4556434" y="168327"/>
                  </a:lnTo>
                  <a:lnTo>
                    <a:pt x="4460321" y="199691"/>
                  </a:lnTo>
                  <a:lnTo>
                    <a:pt x="4370622" y="234009"/>
                  </a:lnTo>
                  <a:lnTo>
                    <a:pt x="4287457" y="271526"/>
                  </a:lnTo>
                  <a:lnTo>
                    <a:pt x="4210611" y="312571"/>
                  </a:lnTo>
                  <a:lnTo>
                    <a:pt x="4139646" y="357544"/>
                  </a:lnTo>
                  <a:lnTo>
                    <a:pt x="4073980" y="406907"/>
                  </a:lnTo>
                  <a:lnTo>
                    <a:pt x="4012953" y="461166"/>
                  </a:lnTo>
                  <a:lnTo>
                    <a:pt x="3955872" y="520834"/>
                  </a:lnTo>
                  <a:lnTo>
                    <a:pt x="3902050" y="586381"/>
                  </a:lnTo>
                  <a:lnTo>
                    <a:pt x="3850841" y="658150"/>
                  </a:lnTo>
                  <a:lnTo>
                    <a:pt x="3820202" y="705738"/>
                  </a:lnTo>
                  <a:lnTo>
                    <a:pt x="3782513" y="769140"/>
                  </a:lnTo>
                  <a:lnTo>
                    <a:pt x="3745654" y="836433"/>
                  </a:lnTo>
                  <a:lnTo>
                    <a:pt x="3709435" y="907698"/>
                  </a:lnTo>
                  <a:lnTo>
                    <a:pt x="3673699" y="982970"/>
                  </a:lnTo>
                  <a:lnTo>
                    <a:pt x="3638313" y="1062239"/>
                  </a:lnTo>
                  <a:lnTo>
                    <a:pt x="3603169" y="1145441"/>
                  </a:lnTo>
                  <a:lnTo>
                    <a:pt x="3568179" y="1232462"/>
                  </a:lnTo>
                  <a:lnTo>
                    <a:pt x="3533274" y="1323126"/>
                  </a:lnTo>
                  <a:lnTo>
                    <a:pt x="3498401" y="1417204"/>
                  </a:lnTo>
                  <a:lnTo>
                    <a:pt x="3463523" y="1514406"/>
                  </a:lnTo>
                  <a:lnTo>
                    <a:pt x="3428617" y="1614388"/>
                  </a:lnTo>
                  <a:lnTo>
                    <a:pt x="3393668" y="1716754"/>
                  </a:lnTo>
                  <a:lnTo>
                    <a:pt x="3358675" y="1821061"/>
                  </a:lnTo>
                  <a:lnTo>
                    <a:pt x="3323643" y="1926830"/>
                  </a:lnTo>
                  <a:lnTo>
                    <a:pt x="3288583" y="2033550"/>
                  </a:lnTo>
                  <a:lnTo>
                    <a:pt x="3253510" y="2140690"/>
                  </a:lnTo>
                  <a:lnTo>
                    <a:pt x="3218441" y="2247712"/>
                  </a:lnTo>
                  <a:lnTo>
                    <a:pt x="3183392" y="2354080"/>
                  </a:lnTo>
                  <a:lnTo>
                    <a:pt x="3148376" y="2459270"/>
                  </a:lnTo>
                  <a:lnTo>
                    <a:pt x="3113402" y="2562784"/>
                  </a:lnTo>
                  <a:lnTo>
                    <a:pt x="3078473" y="2664158"/>
                  </a:lnTo>
                  <a:lnTo>
                    <a:pt x="3043581" y="2762968"/>
                  </a:lnTo>
                  <a:lnTo>
                    <a:pt x="3008710" y="2858840"/>
                  </a:lnTo>
                  <a:lnTo>
                    <a:pt x="2973828" y="2951455"/>
                  </a:lnTo>
                  <a:lnTo>
                    <a:pt x="2938893" y="3040548"/>
                  </a:lnTo>
                  <a:lnTo>
                    <a:pt x="2903845" y="3125914"/>
                  </a:lnTo>
                  <a:lnTo>
                    <a:pt x="2868607" y="3207405"/>
                  </a:lnTo>
                  <a:lnTo>
                    <a:pt x="2833082" y="3284927"/>
                  </a:lnTo>
                  <a:lnTo>
                    <a:pt x="2797153" y="3358442"/>
                  </a:lnTo>
                  <a:lnTo>
                    <a:pt x="2760675" y="3427961"/>
                  </a:lnTo>
                  <a:lnTo>
                    <a:pt x="2723477" y="3493537"/>
                  </a:lnTo>
                  <a:lnTo>
                    <a:pt x="2702183" y="3528693"/>
                  </a:lnTo>
                  <a:lnTo>
                    <a:pt x="2652298" y="3604379"/>
                  </a:lnTo>
                  <a:lnTo>
                    <a:pt x="2600165" y="3673749"/>
                  </a:lnTo>
                  <a:lnTo>
                    <a:pt x="2545180" y="3737006"/>
                  </a:lnTo>
                  <a:lnTo>
                    <a:pt x="2486677" y="3794554"/>
                  </a:lnTo>
                  <a:lnTo>
                    <a:pt x="2423963" y="3846886"/>
                  </a:lnTo>
                  <a:lnTo>
                    <a:pt x="2356353" y="3894518"/>
                  </a:lnTo>
                  <a:lnTo>
                    <a:pt x="2283209" y="3937942"/>
                  </a:lnTo>
                  <a:lnTo>
                    <a:pt x="2203997" y="3977600"/>
                  </a:lnTo>
                  <a:lnTo>
                    <a:pt x="2118351" y="4013863"/>
                  </a:lnTo>
                  <a:lnTo>
                    <a:pt x="2026172" y="4047031"/>
                  </a:lnTo>
                  <a:lnTo>
                    <a:pt x="1927735" y="4077318"/>
                  </a:lnTo>
                  <a:lnTo>
                    <a:pt x="1823807" y="4104858"/>
                  </a:lnTo>
                  <a:lnTo>
                    <a:pt x="1715767" y="4129711"/>
                  </a:lnTo>
                  <a:lnTo>
                    <a:pt x="1605680" y="4151871"/>
                  </a:lnTo>
                  <a:lnTo>
                    <a:pt x="1496296" y="4171294"/>
                  </a:lnTo>
                  <a:lnTo>
                    <a:pt x="1390928" y="4187924"/>
                  </a:lnTo>
                  <a:lnTo>
                    <a:pt x="1293189" y="4201729"/>
                  </a:lnTo>
                  <a:lnTo>
                    <a:pt x="1206579" y="4212747"/>
                  </a:lnTo>
                  <a:lnTo>
                    <a:pt x="1134003" y="4221105"/>
                  </a:lnTo>
                  <a:lnTo>
                    <a:pt x="1077300" y="4227044"/>
                  </a:lnTo>
                  <a:lnTo>
                    <a:pt x="1036905" y="4230906"/>
                  </a:lnTo>
                  <a:lnTo>
                    <a:pt x="1011706" y="4233111"/>
                  </a:lnTo>
                  <a:lnTo>
                    <a:pt x="999103" y="4234124"/>
                  </a:lnTo>
                  <a:lnTo>
                    <a:pt x="995184" y="4234415"/>
                  </a:lnTo>
                  <a:lnTo>
                    <a:pt x="994940" y="4234432"/>
                  </a:lnTo>
                  <a:lnTo>
                    <a:pt x="0" y="4234432"/>
                  </a:lnTo>
                  <a:lnTo>
                    <a:pt x="0" y="42344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4" name="pg2063"/>
            <p:cNvSpPr/>
            <p:nvPr/>
          </p:nvSpPr>
          <p:spPr>
            <a:xfrm>
              <a:off x="1199187" y="2861221"/>
              <a:ext cx="12049831" cy="3490262"/>
            </a:xfrm>
            <a:custGeom>
              <a:avLst/>
              <a:pathLst>
                <a:path w="12049831" h="3490262">
                  <a:moveTo>
                    <a:pt x="0" y="3490262"/>
                  </a:moveTo>
                  <a:lnTo>
                    <a:pt x="994940" y="3490262"/>
                  </a:lnTo>
                  <a:lnTo>
                    <a:pt x="995988" y="3490201"/>
                  </a:lnTo>
                  <a:lnTo>
                    <a:pt x="1002917" y="3489764"/>
                  </a:lnTo>
                  <a:lnTo>
                    <a:pt x="1020514" y="3488559"/>
                  </a:lnTo>
                  <a:lnTo>
                    <a:pt x="1052298" y="3486183"/>
                  </a:lnTo>
                  <a:lnTo>
                    <a:pt x="1100329" y="3482251"/>
                  </a:lnTo>
                  <a:lnTo>
                    <a:pt x="1165058" y="3476432"/>
                  </a:lnTo>
                  <a:lnTo>
                    <a:pt x="1245351" y="3468470"/>
                  </a:lnTo>
                  <a:lnTo>
                    <a:pt x="1338741" y="3458204"/>
                  </a:lnTo>
                  <a:lnTo>
                    <a:pt x="1441862" y="3445564"/>
                  </a:lnTo>
                  <a:lnTo>
                    <a:pt x="1550968" y="3430552"/>
                  </a:lnTo>
                  <a:lnTo>
                    <a:pt x="1662426" y="3413207"/>
                  </a:lnTo>
                  <a:lnTo>
                    <a:pt x="1773072" y="3393576"/>
                  </a:lnTo>
                  <a:lnTo>
                    <a:pt x="1880418" y="3371684"/>
                  </a:lnTo>
                  <a:lnTo>
                    <a:pt x="1982709" y="3347506"/>
                  </a:lnTo>
                  <a:lnTo>
                    <a:pt x="2078872" y="3320958"/>
                  </a:lnTo>
                  <a:lnTo>
                    <a:pt x="2168413" y="3291888"/>
                  </a:lnTo>
                  <a:lnTo>
                    <a:pt x="2251282" y="3260071"/>
                  </a:lnTo>
                  <a:lnTo>
                    <a:pt x="2327753" y="3225215"/>
                  </a:lnTo>
                  <a:lnTo>
                    <a:pt x="2398321" y="3186967"/>
                  </a:lnTo>
                  <a:lnTo>
                    <a:pt x="2463611" y="3144921"/>
                  </a:lnTo>
                  <a:lnTo>
                    <a:pt x="2524320" y="3098641"/>
                  </a:lnTo>
                  <a:lnTo>
                    <a:pt x="2581168" y="3047695"/>
                  </a:lnTo>
                  <a:lnTo>
                    <a:pt x="2634859" y="2991701"/>
                  </a:lnTo>
                  <a:lnTo>
                    <a:pt x="2686047" y="2930414"/>
                  </a:lnTo>
                  <a:lnTo>
                    <a:pt x="2702183" y="2909425"/>
                  </a:lnTo>
                  <a:lnTo>
                    <a:pt x="2743041" y="2852653"/>
                  </a:lnTo>
                  <a:lnTo>
                    <a:pt x="2782942" y="2792101"/>
                  </a:lnTo>
                  <a:lnTo>
                    <a:pt x="2822122" y="2727692"/>
                  </a:lnTo>
                  <a:lnTo>
                    <a:pt x="2860776" y="2659398"/>
                  </a:lnTo>
                  <a:lnTo>
                    <a:pt x="2899063" y="2587246"/>
                  </a:lnTo>
                  <a:lnTo>
                    <a:pt x="2937113" y="2511324"/>
                  </a:lnTo>
                  <a:lnTo>
                    <a:pt x="2975024" y="2431781"/>
                  </a:lnTo>
                  <a:lnTo>
                    <a:pt x="3012875" y="2348834"/>
                  </a:lnTo>
                  <a:lnTo>
                    <a:pt x="3050719" y="2262764"/>
                  </a:lnTo>
                  <a:lnTo>
                    <a:pt x="3088591" y="2173919"/>
                  </a:lnTo>
                  <a:lnTo>
                    <a:pt x="3126512" y="2082703"/>
                  </a:lnTo>
                  <a:lnTo>
                    <a:pt x="3164484" y="1989579"/>
                  </a:lnTo>
                  <a:lnTo>
                    <a:pt x="3202502" y="1895048"/>
                  </a:lnTo>
                  <a:lnTo>
                    <a:pt x="3240551" y="1799652"/>
                  </a:lnTo>
                  <a:lnTo>
                    <a:pt x="3278612" y="1703947"/>
                  </a:lnTo>
                  <a:lnTo>
                    <a:pt x="3316663" y="1608503"/>
                  </a:lnTo>
                  <a:lnTo>
                    <a:pt x="3354685" y="1513878"/>
                  </a:lnTo>
                  <a:lnTo>
                    <a:pt x="3392661" y="1420614"/>
                  </a:lnTo>
                  <a:lnTo>
                    <a:pt x="3430586" y="1329219"/>
                  </a:lnTo>
                  <a:lnTo>
                    <a:pt x="3468462" y="1240156"/>
                  </a:lnTo>
                  <a:lnTo>
                    <a:pt x="3506307" y="1153837"/>
                  </a:lnTo>
                  <a:lnTo>
                    <a:pt x="3544155" y="1070614"/>
                  </a:lnTo>
                  <a:lnTo>
                    <a:pt x="3582059" y="990774"/>
                  </a:lnTo>
                  <a:lnTo>
                    <a:pt x="3620093" y="914538"/>
                  </a:lnTo>
                  <a:lnTo>
                    <a:pt x="3658356" y="842063"/>
                  </a:lnTo>
                  <a:lnTo>
                    <a:pt x="3696974" y="773441"/>
                  </a:lnTo>
                  <a:lnTo>
                    <a:pt x="3736102" y="708703"/>
                  </a:lnTo>
                  <a:lnTo>
                    <a:pt x="3775933" y="647827"/>
                  </a:lnTo>
                  <a:lnTo>
                    <a:pt x="3816699" y="590739"/>
                  </a:lnTo>
                  <a:lnTo>
                    <a:pt x="3820202" y="586077"/>
                  </a:lnTo>
                  <a:lnTo>
                    <a:pt x="3870705" y="523062"/>
                  </a:lnTo>
                  <a:lnTo>
                    <a:pt x="3923518" y="465371"/>
                  </a:lnTo>
                  <a:lnTo>
                    <a:pt x="3979268" y="412827"/>
                  </a:lnTo>
                  <a:lnTo>
                    <a:pt x="4038648" y="365083"/>
                  </a:lnTo>
                  <a:lnTo>
                    <a:pt x="4102376" y="321714"/>
                  </a:lnTo>
                  <a:lnTo>
                    <a:pt x="4171162" y="282282"/>
                  </a:lnTo>
                  <a:lnTo>
                    <a:pt x="4245660" y="246370"/>
                  </a:lnTo>
                  <a:lnTo>
                    <a:pt x="4326414" y="213604"/>
                  </a:lnTo>
                  <a:lnTo>
                    <a:pt x="4413782" y="183672"/>
                  </a:lnTo>
                  <a:lnTo>
                    <a:pt x="4507831" y="156327"/>
                  </a:lnTo>
                  <a:lnTo>
                    <a:pt x="4608224" y="131395"/>
                  </a:lnTo>
                  <a:lnTo>
                    <a:pt x="4714091" y="108767"/>
                  </a:lnTo>
                  <a:lnTo>
                    <a:pt x="4823905" y="88404"/>
                  </a:lnTo>
                  <a:lnTo>
                    <a:pt x="4935416" y="70314"/>
                  </a:lnTo>
                  <a:lnTo>
                    <a:pt x="5045665" y="54541"/>
                  </a:lnTo>
                  <a:lnTo>
                    <a:pt x="5151138" y="41130"/>
                  </a:lnTo>
                  <a:lnTo>
                    <a:pt x="5248076" y="30099"/>
                  </a:lnTo>
                  <a:lnTo>
                    <a:pt x="5332934" y="21404"/>
                  </a:lnTo>
                  <a:lnTo>
                    <a:pt x="5402899" y="14914"/>
                  </a:lnTo>
                  <a:lnTo>
                    <a:pt x="5456367" y="10405"/>
                  </a:lnTo>
                  <a:lnTo>
                    <a:pt x="5493263" y="7565"/>
                  </a:lnTo>
                  <a:lnTo>
                    <a:pt x="5515135" y="6024"/>
                  </a:lnTo>
                  <a:lnTo>
                    <a:pt x="5525052" y="538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4" y="5259"/>
                  </a:lnTo>
                  <a:lnTo>
                    <a:pt x="6530960" y="5397"/>
                  </a:lnTo>
                  <a:lnTo>
                    <a:pt x="6549835" y="5776"/>
                  </a:lnTo>
                  <a:lnTo>
                    <a:pt x="6583836" y="6524"/>
                  </a:lnTo>
                  <a:lnTo>
                    <a:pt x="6635033" y="7759"/>
                  </a:lnTo>
                  <a:lnTo>
                    <a:pt x="6703712" y="9585"/>
                  </a:lnTo>
                  <a:lnTo>
                    <a:pt x="6788435" y="12077"/>
                  </a:lnTo>
                  <a:lnTo>
                    <a:pt x="6886347" y="15281"/>
                  </a:lnTo>
                  <a:lnTo>
                    <a:pt x="6993706" y="19214"/>
                  </a:lnTo>
                  <a:lnTo>
                    <a:pt x="7106463" y="23873"/>
                  </a:lnTo>
                  <a:lnTo>
                    <a:pt x="7220797" y="29243"/>
                  </a:lnTo>
                  <a:lnTo>
                    <a:pt x="7333479" y="35311"/>
                  </a:lnTo>
                  <a:lnTo>
                    <a:pt x="7442056" y="42073"/>
                  </a:lnTo>
                  <a:lnTo>
                    <a:pt x="7544877" y="49542"/>
                  </a:lnTo>
                  <a:lnTo>
                    <a:pt x="7641014" y="57753"/>
                  </a:lnTo>
                  <a:lnTo>
                    <a:pt x="7730124" y="66760"/>
                  </a:lnTo>
                  <a:lnTo>
                    <a:pt x="7812304" y="76643"/>
                  </a:lnTo>
                  <a:lnTo>
                    <a:pt x="7887961" y="87503"/>
                  </a:lnTo>
                  <a:lnTo>
                    <a:pt x="7957699" y="99458"/>
                  </a:lnTo>
                  <a:lnTo>
                    <a:pt x="8022235" y="112640"/>
                  </a:lnTo>
                  <a:lnTo>
                    <a:pt x="8082338" y="127189"/>
                  </a:lnTo>
                  <a:lnTo>
                    <a:pt x="8138779" y="143234"/>
                  </a:lnTo>
                  <a:lnTo>
                    <a:pt x="8192292" y="160876"/>
                  </a:lnTo>
                  <a:lnTo>
                    <a:pt x="8229629" y="174687"/>
                  </a:lnTo>
                  <a:lnTo>
                    <a:pt x="8286720" y="198257"/>
                  </a:lnTo>
                  <a:lnTo>
                    <a:pt x="8342115" y="224020"/>
                  </a:lnTo>
                  <a:lnTo>
                    <a:pt x="8396400" y="252016"/>
                  </a:lnTo>
                  <a:lnTo>
                    <a:pt x="8450016" y="282220"/>
                  </a:lnTo>
                  <a:lnTo>
                    <a:pt x="8503286" y="314541"/>
                  </a:lnTo>
                  <a:lnTo>
                    <a:pt x="8556435" y="348815"/>
                  </a:lnTo>
                  <a:lnTo>
                    <a:pt x="8609602" y="384802"/>
                  </a:lnTo>
                  <a:lnTo>
                    <a:pt x="8662856" y="422191"/>
                  </a:lnTo>
                  <a:lnTo>
                    <a:pt x="8716210" y="460612"/>
                  </a:lnTo>
                  <a:lnTo>
                    <a:pt x="8769637" y="499643"/>
                  </a:lnTo>
                  <a:lnTo>
                    <a:pt x="8823085" y="538837"/>
                  </a:lnTo>
                  <a:lnTo>
                    <a:pt x="8876495" y="577737"/>
                  </a:lnTo>
                  <a:lnTo>
                    <a:pt x="8929822" y="615901"/>
                  </a:lnTo>
                  <a:lnTo>
                    <a:pt x="8983047" y="652921"/>
                  </a:lnTo>
                  <a:lnTo>
                    <a:pt x="9036199" y="688441"/>
                  </a:lnTo>
                  <a:lnTo>
                    <a:pt x="9089365" y="722172"/>
                  </a:lnTo>
                  <a:lnTo>
                    <a:pt x="9142708" y="753895"/>
                  </a:lnTo>
                  <a:lnTo>
                    <a:pt x="9196479" y="783467"/>
                  </a:lnTo>
                  <a:lnTo>
                    <a:pt x="9251034" y="810817"/>
                  </a:lnTo>
                  <a:lnTo>
                    <a:pt x="9306852" y="835940"/>
                  </a:lnTo>
                  <a:lnTo>
                    <a:pt x="9347647" y="852476"/>
                  </a:lnTo>
                  <a:lnTo>
                    <a:pt x="9399453" y="871303"/>
                  </a:lnTo>
                  <a:lnTo>
                    <a:pt x="9453702" y="888499"/>
                  </a:lnTo>
                  <a:lnTo>
                    <a:pt x="9511075" y="904120"/>
                  </a:lnTo>
                  <a:lnTo>
                    <a:pt x="9572320" y="918280"/>
                  </a:lnTo>
                  <a:lnTo>
                    <a:pt x="9638211" y="931111"/>
                  </a:lnTo>
                  <a:lnTo>
                    <a:pt x="9709509" y="942752"/>
                  </a:lnTo>
                  <a:lnTo>
                    <a:pt x="9786907" y="953332"/>
                  </a:lnTo>
                  <a:lnTo>
                    <a:pt x="9870964" y="962965"/>
                  </a:lnTo>
                  <a:lnTo>
                    <a:pt x="9962013" y="971746"/>
                  </a:lnTo>
                  <a:lnTo>
                    <a:pt x="10060045" y="979748"/>
                  </a:lnTo>
                  <a:lnTo>
                    <a:pt x="10164571" y="987020"/>
                  </a:lnTo>
                  <a:lnTo>
                    <a:pt x="10274475" y="993590"/>
                  </a:lnTo>
                  <a:lnTo>
                    <a:pt x="10387890" y="999467"/>
                  </a:lnTo>
                  <a:lnTo>
                    <a:pt x="10502142" y="1004643"/>
                  </a:lnTo>
                  <a:lnTo>
                    <a:pt x="10613813" y="1009104"/>
                  </a:lnTo>
                  <a:lnTo>
                    <a:pt x="10718975" y="1012836"/>
                  </a:lnTo>
                  <a:lnTo>
                    <a:pt x="10813605" y="1015841"/>
                  </a:lnTo>
                  <a:lnTo>
                    <a:pt x="10894147" y="1018144"/>
                  </a:lnTo>
                  <a:lnTo>
                    <a:pt x="10958092" y="1019799"/>
                  </a:lnTo>
                  <a:lnTo>
                    <a:pt x="11004453" y="1020889"/>
                  </a:lnTo>
                  <a:lnTo>
                    <a:pt x="11034013" y="1021523"/>
                  </a:lnTo>
                  <a:lnTo>
                    <a:pt x="11049312" y="1021823"/>
                  </a:lnTo>
                  <a:lnTo>
                    <a:pt x="11054455" y="1021916"/>
                  </a:lnTo>
                  <a:lnTo>
                    <a:pt x="11054891" y="1021923"/>
                  </a:lnTo>
                  <a:lnTo>
                    <a:pt x="12049831" y="1021923"/>
                  </a:lnTo>
                  <a:lnTo>
                    <a:pt x="12049831" y="1016683"/>
                  </a:lnTo>
                  <a:lnTo>
                    <a:pt x="11054891" y="1016683"/>
                  </a:lnTo>
                  <a:lnTo>
                    <a:pt x="11053763" y="1016663"/>
                  </a:lnTo>
                  <a:lnTo>
                    <a:pt x="11046316" y="1016526"/>
                  </a:lnTo>
                  <a:lnTo>
                    <a:pt x="11027442" y="1016147"/>
                  </a:lnTo>
                  <a:lnTo>
                    <a:pt x="10993441" y="1015399"/>
                  </a:lnTo>
                  <a:lnTo>
                    <a:pt x="10942244" y="1014163"/>
                  </a:lnTo>
                  <a:lnTo>
                    <a:pt x="10873564" y="1012338"/>
                  </a:lnTo>
                  <a:lnTo>
                    <a:pt x="10788842" y="1009846"/>
                  </a:lnTo>
                  <a:lnTo>
                    <a:pt x="10690929" y="1006642"/>
                  </a:lnTo>
                  <a:lnTo>
                    <a:pt x="10583571" y="1002708"/>
                  </a:lnTo>
                  <a:lnTo>
                    <a:pt x="10470813" y="998050"/>
                  </a:lnTo>
                  <a:lnTo>
                    <a:pt x="10356479" y="992679"/>
                  </a:lnTo>
                  <a:lnTo>
                    <a:pt x="10243798" y="986612"/>
                  </a:lnTo>
                  <a:lnTo>
                    <a:pt x="10135221" y="979849"/>
                  </a:lnTo>
                  <a:lnTo>
                    <a:pt x="10032399" y="972380"/>
                  </a:lnTo>
                  <a:lnTo>
                    <a:pt x="9936263" y="964170"/>
                  </a:lnTo>
                  <a:lnTo>
                    <a:pt x="9847153" y="955163"/>
                  </a:lnTo>
                  <a:lnTo>
                    <a:pt x="9764972" y="945280"/>
                  </a:lnTo>
                  <a:lnTo>
                    <a:pt x="9689315" y="934420"/>
                  </a:lnTo>
                  <a:lnTo>
                    <a:pt x="9619577" y="922465"/>
                  </a:lnTo>
                  <a:lnTo>
                    <a:pt x="9555041" y="909282"/>
                  </a:lnTo>
                  <a:lnTo>
                    <a:pt x="9494939" y="894734"/>
                  </a:lnTo>
                  <a:lnTo>
                    <a:pt x="9438498" y="878688"/>
                  </a:lnTo>
                  <a:lnTo>
                    <a:pt x="9384985" y="861047"/>
                  </a:lnTo>
                  <a:lnTo>
                    <a:pt x="9347647" y="847235"/>
                  </a:lnTo>
                  <a:lnTo>
                    <a:pt x="9290557" y="823666"/>
                  </a:lnTo>
                  <a:lnTo>
                    <a:pt x="9235161" y="797902"/>
                  </a:lnTo>
                  <a:lnTo>
                    <a:pt x="9180877" y="769907"/>
                  </a:lnTo>
                  <a:lnTo>
                    <a:pt x="9127261" y="739703"/>
                  </a:lnTo>
                  <a:lnTo>
                    <a:pt x="9073990" y="707381"/>
                  </a:lnTo>
                  <a:lnTo>
                    <a:pt x="9020841" y="673108"/>
                  </a:lnTo>
                  <a:lnTo>
                    <a:pt x="8967674" y="637121"/>
                  </a:lnTo>
                  <a:lnTo>
                    <a:pt x="8914420" y="599731"/>
                  </a:lnTo>
                  <a:lnTo>
                    <a:pt x="8861066" y="561311"/>
                  </a:lnTo>
                  <a:lnTo>
                    <a:pt x="8807639" y="522279"/>
                  </a:lnTo>
                  <a:lnTo>
                    <a:pt x="8754192" y="483086"/>
                  </a:lnTo>
                  <a:lnTo>
                    <a:pt x="8700782" y="444186"/>
                  </a:lnTo>
                  <a:lnTo>
                    <a:pt x="8647455" y="406022"/>
                  </a:lnTo>
                  <a:lnTo>
                    <a:pt x="8594230" y="369002"/>
                  </a:lnTo>
                  <a:lnTo>
                    <a:pt x="8541078" y="333481"/>
                  </a:lnTo>
                  <a:lnTo>
                    <a:pt x="8487911" y="299750"/>
                  </a:lnTo>
                  <a:lnTo>
                    <a:pt x="8434568" y="268027"/>
                  </a:lnTo>
                  <a:lnTo>
                    <a:pt x="8380797" y="238455"/>
                  </a:lnTo>
                  <a:lnTo>
                    <a:pt x="8326243" y="211105"/>
                  </a:lnTo>
                  <a:lnTo>
                    <a:pt x="8270425" y="185982"/>
                  </a:lnTo>
                  <a:lnTo>
                    <a:pt x="8229629" y="169447"/>
                  </a:lnTo>
                  <a:lnTo>
                    <a:pt x="8177823" y="150619"/>
                  </a:lnTo>
                  <a:lnTo>
                    <a:pt x="8123575" y="133424"/>
                  </a:lnTo>
                  <a:lnTo>
                    <a:pt x="8066202" y="117802"/>
                  </a:lnTo>
                  <a:lnTo>
                    <a:pt x="8004957" y="103643"/>
                  </a:lnTo>
                  <a:lnTo>
                    <a:pt x="7939065" y="90812"/>
                  </a:lnTo>
                  <a:lnTo>
                    <a:pt x="7867767" y="79171"/>
                  </a:lnTo>
                  <a:lnTo>
                    <a:pt x="7790369" y="68591"/>
                  </a:lnTo>
                  <a:lnTo>
                    <a:pt x="7706312" y="58958"/>
                  </a:lnTo>
                  <a:lnTo>
                    <a:pt x="7615263" y="50177"/>
                  </a:lnTo>
                  <a:lnTo>
                    <a:pt x="7517231" y="42175"/>
                  </a:lnTo>
                  <a:lnTo>
                    <a:pt x="7412705" y="34903"/>
                  </a:lnTo>
                  <a:lnTo>
                    <a:pt x="7302802" y="28332"/>
                  </a:lnTo>
                  <a:lnTo>
                    <a:pt x="7189387" y="22455"/>
                  </a:lnTo>
                  <a:lnTo>
                    <a:pt x="7075134" y="17279"/>
                  </a:lnTo>
                  <a:lnTo>
                    <a:pt x="6963463" y="12819"/>
                  </a:lnTo>
                  <a:lnTo>
                    <a:pt x="6858302" y="9087"/>
                  </a:lnTo>
                  <a:lnTo>
                    <a:pt x="6763671" y="6081"/>
                  </a:lnTo>
                  <a:lnTo>
                    <a:pt x="6683130" y="3778"/>
                  </a:lnTo>
                  <a:lnTo>
                    <a:pt x="6619185" y="2124"/>
                  </a:lnTo>
                  <a:lnTo>
                    <a:pt x="6572824" y="1034"/>
                  </a:lnTo>
                  <a:lnTo>
                    <a:pt x="6543263" y="400"/>
                  </a:lnTo>
                  <a:lnTo>
                    <a:pt x="6527965" y="100"/>
                  </a:lnTo>
                  <a:lnTo>
                    <a:pt x="6522821" y="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97" y="61"/>
                  </a:lnTo>
                  <a:lnTo>
                    <a:pt x="5519468" y="497"/>
                  </a:lnTo>
                  <a:lnTo>
                    <a:pt x="5501871" y="1702"/>
                  </a:lnTo>
                  <a:lnTo>
                    <a:pt x="5470087" y="4079"/>
                  </a:lnTo>
                  <a:lnTo>
                    <a:pt x="5422056" y="8010"/>
                  </a:lnTo>
                  <a:lnTo>
                    <a:pt x="5357327" y="13829"/>
                  </a:lnTo>
                  <a:lnTo>
                    <a:pt x="5277034" y="21792"/>
                  </a:lnTo>
                  <a:lnTo>
                    <a:pt x="5183644" y="32057"/>
                  </a:lnTo>
                  <a:lnTo>
                    <a:pt x="5080523" y="44697"/>
                  </a:lnTo>
                  <a:lnTo>
                    <a:pt x="4971417" y="59710"/>
                  </a:lnTo>
                  <a:lnTo>
                    <a:pt x="4859959" y="77054"/>
                  </a:lnTo>
                  <a:lnTo>
                    <a:pt x="4749313" y="96685"/>
                  </a:lnTo>
                  <a:lnTo>
                    <a:pt x="4641967" y="118577"/>
                  </a:lnTo>
                  <a:lnTo>
                    <a:pt x="4539676" y="142755"/>
                  </a:lnTo>
                  <a:lnTo>
                    <a:pt x="4443513" y="169303"/>
                  </a:lnTo>
                  <a:lnTo>
                    <a:pt x="4353972" y="198373"/>
                  </a:lnTo>
                  <a:lnTo>
                    <a:pt x="4271103" y="230190"/>
                  </a:lnTo>
                  <a:lnTo>
                    <a:pt x="4194632" y="265046"/>
                  </a:lnTo>
                  <a:lnTo>
                    <a:pt x="4124064" y="303294"/>
                  </a:lnTo>
                  <a:lnTo>
                    <a:pt x="4058774" y="345341"/>
                  </a:lnTo>
                  <a:lnTo>
                    <a:pt x="3998065" y="391620"/>
                  </a:lnTo>
                  <a:lnTo>
                    <a:pt x="3941217" y="442566"/>
                  </a:lnTo>
                  <a:lnTo>
                    <a:pt x="3887526" y="498561"/>
                  </a:lnTo>
                  <a:lnTo>
                    <a:pt x="3836338" y="559847"/>
                  </a:lnTo>
                  <a:lnTo>
                    <a:pt x="3820202" y="580836"/>
                  </a:lnTo>
                  <a:lnTo>
                    <a:pt x="3779344" y="637609"/>
                  </a:lnTo>
                  <a:lnTo>
                    <a:pt x="3739443" y="698161"/>
                  </a:lnTo>
                  <a:lnTo>
                    <a:pt x="3700263" y="762570"/>
                  </a:lnTo>
                  <a:lnTo>
                    <a:pt x="3661609" y="830864"/>
                  </a:lnTo>
                  <a:lnTo>
                    <a:pt x="3623322" y="903015"/>
                  </a:lnTo>
                  <a:lnTo>
                    <a:pt x="3585272" y="978938"/>
                  </a:lnTo>
                  <a:lnTo>
                    <a:pt x="3547361" y="1058480"/>
                  </a:lnTo>
                  <a:lnTo>
                    <a:pt x="3509510" y="1141428"/>
                  </a:lnTo>
                  <a:lnTo>
                    <a:pt x="3471666" y="1227497"/>
                  </a:lnTo>
                  <a:lnTo>
                    <a:pt x="3433794" y="1316343"/>
                  </a:lnTo>
                  <a:lnTo>
                    <a:pt x="3395873" y="1407558"/>
                  </a:lnTo>
                  <a:lnTo>
                    <a:pt x="3357901" y="1500683"/>
                  </a:lnTo>
                  <a:lnTo>
                    <a:pt x="3319883" y="1595213"/>
                  </a:lnTo>
                  <a:lnTo>
                    <a:pt x="3281834" y="1690610"/>
                  </a:lnTo>
                  <a:lnTo>
                    <a:pt x="3243773" y="1786314"/>
                  </a:lnTo>
                  <a:lnTo>
                    <a:pt x="3205722" y="1881759"/>
                  </a:lnTo>
                  <a:lnTo>
                    <a:pt x="3167700" y="1976383"/>
                  </a:lnTo>
                  <a:lnTo>
                    <a:pt x="3129724" y="2069647"/>
                  </a:lnTo>
                  <a:lnTo>
                    <a:pt x="3091799" y="2161043"/>
                  </a:lnTo>
                  <a:lnTo>
                    <a:pt x="3053923" y="2250105"/>
                  </a:lnTo>
                  <a:lnTo>
                    <a:pt x="3016078" y="2336424"/>
                  </a:lnTo>
                  <a:lnTo>
                    <a:pt x="2978230" y="2419648"/>
                  </a:lnTo>
                  <a:lnTo>
                    <a:pt x="2940326" y="2499488"/>
                  </a:lnTo>
                  <a:lnTo>
                    <a:pt x="2902292" y="2575723"/>
                  </a:lnTo>
                  <a:lnTo>
                    <a:pt x="2864029" y="2648198"/>
                  </a:lnTo>
                  <a:lnTo>
                    <a:pt x="2825411" y="2716821"/>
                  </a:lnTo>
                  <a:lnTo>
                    <a:pt x="2786283" y="2781558"/>
                  </a:lnTo>
                  <a:lnTo>
                    <a:pt x="2746452" y="2842434"/>
                  </a:lnTo>
                  <a:lnTo>
                    <a:pt x="2705686" y="2899522"/>
                  </a:lnTo>
                  <a:lnTo>
                    <a:pt x="2702183" y="2904184"/>
                  </a:lnTo>
                  <a:lnTo>
                    <a:pt x="2651680" y="2967199"/>
                  </a:lnTo>
                  <a:lnTo>
                    <a:pt x="2598867" y="3024890"/>
                  </a:lnTo>
                  <a:lnTo>
                    <a:pt x="2543117" y="3077434"/>
                  </a:lnTo>
                  <a:lnTo>
                    <a:pt x="2483737" y="3125178"/>
                  </a:lnTo>
                  <a:lnTo>
                    <a:pt x="2420009" y="3168547"/>
                  </a:lnTo>
                  <a:lnTo>
                    <a:pt x="2351223" y="3207979"/>
                  </a:lnTo>
                  <a:lnTo>
                    <a:pt x="2276725" y="3243892"/>
                  </a:lnTo>
                  <a:lnTo>
                    <a:pt x="2195971" y="3276657"/>
                  </a:lnTo>
                  <a:lnTo>
                    <a:pt x="2108603" y="3306589"/>
                  </a:lnTo>
                  <a:lnTo>
                    <a:pt x="2014554" y="3333934"/>
                  </a:lnTo>
                  <a:lnTo>
                    <a:pt x="1914161" y="3358867"/>
                  </a:lnTo>
                  <a:lnTo>
                    <a:pt x="1808294" y="3381494"/>
                  </a:lnTo>
                  <a:lnTo>
                    <a:pt x="1698480" y="3401858"/>
                  </a:lnTo>
                  <a:lnTo>
                    <a:pt x="1586969" y="3419947"/>
                  </a:lnTo>
                  <a:lnTo>
                    <a:pt x="1476720" y="3435721"/>
                  </a:lnTo>
                  <a:lnTo>
                    <a:pt x="1371247" y="3449131"/>
                  </a:lnTo>
                  <a:lnTo>
                    <a:pt x="1274309" y="3460162"/>
                  </a:lnTo>
                  <a:lnTo>
                    <a:pt x="1189451" y="3468857"/>
                  </a:lnTo>
                  <a:lnTo>
                    <a:pt x="1119486" y="3475347"/>
                  </a:lnTo>
                  <a:lnTo>
                    <a:pt x="1066018" y="3479857"/>
                  </a:lnTo>
                  <a:lnTo>
                    <a:pt x="1029122" y="3482696"/>
                  </a:lnTo>
                  <a:lnTo>
                    <a:pt x="1007250" y="3484237"/>
                  </a:lnTo>
                  <a:lnTo>
                    <a:pt x="997333" y="3484878"/>
                  </a:lnTo>
                  <a:lnTo>
                    <a:pt x="994940" y="3485021"/>
                  </a:lnTo>
                  <a:lnTo>
                    <a:pt x="0" y="3485021"/>
                  </a:lnTo>
                  <a:close/>
                </a:path>
              </a:pathLst>
            </a:custGeom>
            <a:solidFill>
              <a:srgbClr val="26A69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65" name="pl2064"/>
            <p:cNvSpPr/>
            <p:nvPr/>
          </p:nvSpPr>
          <p:spPr>
            <a:xfrm>
              <a:off x="1199187" y="2866462"/>
              <a:ext cx="12049831" cy="3485021"/>
            </a:xfrm>
            <a:custGeom>
              <a:avLst/>
              <a:pathLst>
                <a:path w="12049831" h="3485021">
                  <a:moveTo>
                    <a:pt x="0" y="3485021"/>
                  </a:moveTo>
                  <a:lnTo>
                    <a:pt x="994940" y="3485021"/>
                  </a:lnTo>
                  <a:lnTo>
                    <a:pt x="995988" y="3484960"/>
                  </a:lnTo>
                  <a:lnTo>
                    <a:pt x="1002917" y="3484523"/>
                  </a:lnTo>
                  <a:lnTo>
                    <a:pt x="1020514" y="3483318"/>
                  </a:lnTo>
                  <a:lnTo>
                    <a:pt x="1052298" y="3480942"/>
                  </a:lnTo>
                  <a:lnTo>
                    <a:pt x="1100329" y="3477011"/>
                  </a:lnTo>
                  <a:lnTo>
                    <a:pt x="1165058" y="3471191"/>
                  </a:lnTo>
                  <a:lnTo>
                    <a:pt x="1245351" y="3463229"/>
                  </a:lnTo>
                  <a:lnTo>
                    <a:pt x="1338741" y="3452963"/>
                  </a:lnTo>
                  <a:lnTo>
                    <a:pt x="1441862" y="3440324"/>
                  </a:lnTo>
                  <a:lnTo>
                    <a:pt x="1550968" y="3425311"/>
                  </a:lnTo>
                  <a:lnTo>
                    <a:pt x="1662426" y="3407966"/>
                  </a:lnTo>
                  <a:lnTo>
                    <a:pt x="1773072" y="3388336"/>
                  </a:lnTo>
                  <a:lnTo>
                    <a:pt x="1880418" y="3366443"/>
                  </a:lnTo>
                  <a:lnTo>
                    <a:pt x="1982709" y="3342265"/>
                  </a:lnTo>
                  <a:lnTo>
                    <a:pt x="2078872" y="3315718"/>
                  </a:lnTo>
                  <a:lnTo>
                    <a:pt x="2168413" y="3286647"/>
                  </a:lnTo>
                  <a:lnTo>
                    <a:pt x="2251282" y="3254830"/>
                  </a:lnTo>
                  <a:lnTo>
                    <a:pt x="2327753" y="3219975"/>
                  </a:lnTo>
                  <a:lnTo>
                    <a:pt x="2398321" y="3181726"/>
                  </a:lnTo>
                  <a:lnTo>
                    <a:pt x="2463611" y="3139680"/>
                  </a:lnTo>
                  <a:lnTo>
                    <a:pt x="2524320" y="3093401"/>
                  </a:lnTo>
                  <a:lnTo>
                    <a:pt x="2581168" y="3042454"/>
                  </a:lnTo>
                  <a:lnTo>
                    <a:pt x="2634859" y="2986460"/>
                  </a:lnTo>
                  <a:lnTo>
                    <a:pt x="2686047" y="2925173"/>
                  </a:lnTo>
                  <a:lnTo>
                    <a:pt x="2702183" y="2904184"/>
                  </a:lnTo>
                  <a:lnTo>
                    <a:pt x="2743041" y="2847412"/>
                  </a:lnTo>
                  <a:lnTo>
                    <a:pt x="2782942" y="2786860"/>
                  </a:lnTo>
                  <a:lnTo>
                    <a:pt x="2822122" y="2722451"/>
                  </a:lnTo>
                  <a:lnTo>
                    <a:pt x="2860776" y="2654157"/>
                  </a:lnTo>
                  <a:lnTo>
                    <a:pt x="2899063" y="2582005"/>
                  </a:lnTo>
                  <a:lnTo>
                    <a:pt x="2937113" y="2506083"/>
                  </a:lnTo>
                  <a:lnTo>
                    <a:pt x="2975024" y="2426540"/>
                  </a:lnTo>
                  <a:lnTo>
                    <a:pt x="3012875" y="2343593"/>
                  </a:lnTo>
                  <a:lnTo>
                    <a:pt x="3050719" y="2257524"/>
                  </a:lnTo>
                  <a:lnTo>
                    <a:pt x="3088591" y="2168678"/>
                  </a:lnTo>
                  <a:lnTo>
                    <a:pt x="3126512" y="2077463"/>
                  </a:lnTo>
                  <a:lnTo>
                    <a:pt x="3164484" y="1984338"/>
                  </a:lnTo>
                  <a:lnTo>
                    <a:pt x="3202502" y="1889808"/>
                  </a:lnTo>
                  <a:lnTo>
                    <a:pt x="3240551" y="1794411"/>
                  </a:lnTo>
                  <a:lnTo>
                    <a:pt x="3278612" y="1698707"/>
                  </a:lnTo>
                  <a:lnTo>
                    <a:pt x="3316663" y="1603262"/>
                  </a:lnTo>
                  <a:lnTo>
                    <a:pt x="3354685" y="1508637"/>
                  </a:lnTo>
                  <a:lnTo>
                    <a:pt x="3392661" y="1415373"/>
                  </a:lnTo>
                  <a:lnTo>
                    <a:pt x="3430586" y="1323978"/>
                  </a:lnTo>
                  <a:lnTo>
                    <a:pt x="3468462" y="1234915"/>
                  </a:lnTo>
                  <a:lnTo>
                    <a:pt x="3506307" y="1148596"/>
                  </a:lnTo>
                  <a:lnTo>
                    <a:pt x="3544155" y="1065373"/>
                  </a:lnTo>
                  <a:lnTo>
                    <a:pt x="3582059" y="985533"/>
                  </a:lnTo>
                  <a:lnTo>
                    <a:pt x="3620093" y="909297"/>
                  </a:lnTo>
                  <a:lnTo>
                    <a:pt x="3658356" y="836822"/>
                  </a:lnTo>
                  <a:lnTo>
                    <a:pt x="3696974" y="768200"/>
                  </a:lnTo>
                  <a:lnTo>
                    <a:pt x="3736102" y="703462"/>
                  </a:lnTo>
                  <a:lnTo>
                    <a:pt x="3775933" y="642586"/>
                  </a:lnTo>
                  <a:lnTo>
                    <a:pt x="3816699" y="585498"/>
                  </a:lnTo>
                  <a:lnTo>
                    <a:pt x="3820202" y="580836"/>
                  </a:lnTo>
                  <a:lnTo>
                    <a:pt x="3870705" y="517821"/>
                  </a:lnTo>
                  <a:lnTo>
                    <a:pt x="3923518" y="460131"/>
                  </a:lnTo>
                  <a:lnTo>
                    <a:pt x="3979268" y="407587"/>
                  </a:lnTo>
                  <a:lnTo>
                    <a:pt x="4038648" y="359842"/>
                  </a:lnTo>
                  <a:lnTo>
                    <a:pt x="4102376" y="316474"/>
                  </a:lnTo>
                  <a:lnTo>
                    <a:pt x="4171162" y="277042"/>
                  </a:lnTo>
                  <a:lnTo>
                    <a:pt x="4245660" y="241129"/>
                  </a:lnTo>
                  <a:lnTo>
                    <a:pt x="4326414" y="208363"/>
                  </a:lnTo>
                  <a:lnTo>
                    <a:pt x="4413782" y="178431"/>
                  </a:lnTo>
                  <a:lnTo>
                    <a:pt x="4507831" y="151087"/>
                  </a:lnTo>
                  <a:lnTo>
                    <a:pt x="4608224" y="126154"/>
                  </a:lnTo>
                  <a:lnTo>
                    <a:pt x="4714091" y="103527"/>
                  </a:lnTo>
                  <a:lnTo>
                    <a:pt x="4823905" y="83163"/>
                  </a:lnTo>
                  <a:lnTo>
                    <a:pt x="4935416" y="65073"/>
                  </a:lnTo>
                  <a:lnTo>
                    <a:pt x="5045665" y="49300"/>
                  </a:lnTo>
                  <a:lnTo>
                    <a:pt x="5151138" y="35889"/>
                  </a:lnTo>
                  <a:lnTo>
                    <a:pt x="5248076" y="24859"/>
                  </a:lnTo>
                  <a:lnTo>
                    <a:pt x="5332934" y="16164"/>
                  </a:lnTo>
                  <a:lnTo>
                    <a:pt x="5402899" y="9674"/>
                  </a:lnTo>
                  <a:lnTo>
                    <a:pt x="5456367" y="5164"/>
                  </a:lnTo>
                  <a:lnTo>
                    <a:pt x="5493263" y="2325"/>
                  </a:lnTo>
                  <a:lnTo>
                    <a:pt x="5515135" y="784"/>
                  </a:lnTo>
                  <a:lnTo>
                    <a:pt x="5525052" y="142"/>
                  </a:lnTo>
                  <a:lnTo>
                    <a:pt x="5527408" y="2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4" y="19"/>
                  </a:lnTo>
                  <a:lnTo>
                    <a:pt x="6530960" y="156"/>
                  </a:lnTo>
                  <a:lnTo>
                    <a:pt x="6549835" y="535"/>
                  </a:lnTo>
                  <a:lnTo>
                    <a:pt x="6583836" y="1283"/>
                  </a:lnTo>
                  <a:lnTo>
                    <a:pt x="6635033" y="2519"/>
                  </a:lnTo>
                  <a:lnTo>
                    <a:pt x="6703712" y="4344"/>
                  </a:lnTo>
                  <a:lnTo>
                    <a:pt x="6788435" y="6836"/>
                  </a:lnTo>
                  <a:lnTo>
                    <a:pt x="6886347" y="10040"/>
                  </a:lnTo>
                  <a:lnTo>
                    <a:pt x="6993706" y="13974"/>
                  </a:lnTo>
                  <a:lnTo>
                    <a:pt x="7106463" y="18632"/>
                  </a:lnTo>
                  <a:lnTo>
                    <a:pt x="7220797" y="24003"/>
                  </a:lnTo>
                  <a:lnTo>
                    <a:pt x="7333479" y="30071"/>
                  </a:lnTo>
                  <a:lnTo>
                    <a:pt x="7442056" y="36833"/>
                  </a:lnTo>
                  <a:lnTo>
                    <a:pt x="7544877" y="44302"/>
                  </a:lnTo>
                  <a:lnTo>
                    <a:pt x="7641014" y="52512"/>
                  </a:lnTo>
                  <a:lnTo>
                    <a:pt x="7730124" y="61519"/>
                  </a:lnTo>
                  <a:lnTo>
                    <a:pt x="7812304" y="71402"/>
                  </a:lnTo>
                  <a:lnTo>
                    <a:pt x="7887961" y="82262"/>
                  </a:lnTo>
                  <a:lnTo>
                    <a:pt x="7957699" y="94217"/>
                  </a:lnTo>
                  <a:lnTo>
                    <a:pt x="8022235" y="107400"/>
                  </a:lnTo>
                  <a:lnTo>
                    <a:pt x="8082338" y="121949"/>
                  </a:lnTo>
                  <a:lnTo>
                    <a:pt x="8138779" y="137994"/>
                  </a:lnTo>
                  <a:lnTo>
                    <a:pt x="8192292" y="155635"/>
                  </a:lnTo>
                  <a:lnTo>
                    <a:pt x="8229629" y="169447"/>
                  </a:lnTo>
                  <a:lnTo>
                    <a:pt x="8286720" y="193016"/>
                  </a:lnTo>
                  <a:lnTo>
                    <a:pt x="8342115" y="218780"/>
                  </a:lnTo>
                  <a:lnTo>
                    <a:pt x="8396400" y="246775"/>
                  </a:lnTo>
                  <a:lnTo>
                    <a:pt x="8450016" y="276979"/>
                  </a:lnTo>
                  <a:lnTo>
                    <a:pt x="8503286" y="309301"/>
                  </a:lnTo>
                  <a:lnTo>
                    <a:pt x="8556435" y="343574"/>
                  </a:lnTo>
                  <a:lnTo>
                    <a:pt x="8609602" y="379561"/>
                  </a:lnTo>
                  <a:lnTo>
                    <a:pt x="8662856" y="416951"/>
                  </a:lnTo>
                  <a:lnTo>
                    <a:pt x="8716210" y="455371"/>
                  </a:lnTo>
                  <a:lnTo>
                    <a:pt x="8769637" y="494403"/>
                  </a:lnTo>
                  <a:lnTo>
                    <a:pt x="8823085" y="533596"/>
                  </a:lnTo>
                  <a:lnTo>
                    <a:pt x="8876495" y="572496"/>
                  </a:lnTo>
                  <a:lnTo>
                    <a:pt x="8929822" y="610660"/>
                  </a:lnTo>
                  <a:lnTo>
                    <a:pt x="8983047" y="647680"/>
                  </a:lnTo>
                  <a:lnTo>
                    <a:pt x="9036199" y="683201"/>
                  </a:lnTo>
                  <a:lnTo>
                    <a:pt x="9089365" y="716932"/>
                  </a:lnTo>
                  <a:lnTo>
                    <a:pt x="9142708" y="748655"/>
                  </a:lnTo>
                  <a:lnTo>
                    <a:pt x="9196479" y="778227"/>
                  </a:lnTo>
                  <a:lnTo>
                    <a:pt x="9251034" y="805577"/>
                  </a:lnTo>
                  <a:lnTo>
                    <a:pt x="9306852" y="830700"/>
                  </a:lnTo>
                  <a:lnTo>
                    <a:pt x="9347647" y="847235"/>
                  </a:lnTo>
                  <a:lnTo>
                    <a:pt x="9399453" y="866063"/>
                  </a:lnTo>
                  <a:lnTo>
                    <a:pt x="9453702" y="883258"/>
                  </a:lnTo>
                  <a:lnTo>
                    <a:pt x="9511075" y="898880"/>
                  </a:lnTo>
                  <a:lnTo>
                    <a:pt x="9572320" y="913039"/>
                  </a:lnTo>
                  <a:lnTo>
                    <a:pt x="9638211" y="925870"/>
                  </a:lnTo>
                  <a:lnTo>
                    <a:pt x="9709509" y="937511"/>
                  </a:lnTo>
                  <a:lnTo>
                    <a:pt x="9786907" y="948091"/>
                  </a:lnTo>
                  <a:lnTo>
                    <a:pt x="9870964" y="957724"/>
                  </a:lnTo>
                  <a:lnTo>
                    <a:pt x="9962013" y="966505"/>
                  </a:lnTo>
                  <a:lnTo>
                    <a:pt x="10060045" y="974507"/>
                  </a:lnTo>
                  <a:lnTo>
                    <a:pt x="10164571" y="981779"/>
                  </a:lnTo>
                  <a:lnTo>
                    <a:pt x="10274475" y="988350"/>
                  </a:lnTo>
                  <a:lnTo>
                    <a:pt x="10387890" y="994227"/>
                  </a:lnTo>
                  <a:lnTo>
                    <a:pt x="10502142" y="999403"/>
                  </a:lnTo>
                  <a:lnTo>
                    <a:pt x="10613813" y="1003863"/>
                  </a:lnTo>
                  <a:lnTo>
                    <a:pt x="10718975" y="1007595"/>
                  </a:lnTo>
                  <a:lnTo>
                    <a:pt x="10813605" y="1010601"/>
                  </a:lnTo>
                  <a:lnTo>
                    <a:pt x="10894147" y="1012904"/>
                  </a:lnTo>
                  <a:lnTo>
                    <a:pt x="10958092" y="1014558"/>
                  </a:lnTo>
                  <a:lnTo>
                    <a:pt x="11004453" y="1015648"/>
                  </a:lnTo>
                  <a:lnTo>
                    <a:pt x="11034013" y="1016282"/>
                  </a:lnTo>
                  <a:lnTo>
                    <a:pt x="11049312" y="1016582"/>
                  </a:lnTo>
                  <a:lnTo>
                    <a:pt x="11054455" y="1016675"/>
                  </a:lnTo>
                  <a:lnTo>
                    <a:pt x="11054891" y="1016683"/>
                  </a:lnTo>
                  <a:lnTo>
                    <a:pt x="12049831" y="1016683"/>
                  </a:lnTo>
                  <a:lnTo>
                    <a:pt x="12049831" y="10166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6" name="pl2065"/>
            <p:cNvSpPr/>
            <p:nvPr/>
          </p:nvSpPr>
          <p:spPr>
            <a:xfrm>
              <a:off x="1199187" y="2861221"/>
              <a:ext cx="12049831" cy="3485021"/>
            </a:xfrm>
            <a:custGeom>
              <a:avLst/>
              <a:pathLst>
                <a:path w="12049831" h="3485021">
                  <a:moveTo>
                    <a:pt x="12049831" y="1016683"/>
                  </a:moveTo>
                  <a:lnTo>
                    <a:pt x="11054891" y="1016683"/>
                  </a:lnTo>
                  <a:lnTo>
                    <a:pt x="11053763" y="1016663"/>
                  </a:lnTo>
                  <a:lnTo>
                    <a:pt x="11046316" y="1016526"/>
                  </a:lnTo>
                  <a:lnTo>
                    <a:pt x="11027442" y="1016147"/>
                  </a:lnTo>
                  <a:lnTo>
                    <a:pt x="10993441" y="1015399"/>
                  </a:lnTo>
                  <a:lnTo>
                    <a:pt x="10942244" y="1014163"/>
                  </a:lnTo>
                  <a:lnTo>
                    <a:pt x="10873564" y="1012338"/>
                  </a:lnTo>
                  <a:lnTo>
                    <a:pt x="10788842" y="1009846"/>
                  </a:lnTo>
                  <a:lnTo>
                    <a:pt x="10690929" y="1006642"/>
                  </a:lnTo>
                  <a:lnTo>
                    <a:pt x="10583571" y="1002708"/>
                  </a:lnTo>
                  <a:lnTo>
                    <a:pt x="10470813" y="998050"/>
                  </a:lnTo>
                  <a:lnTo>
                    <a:pt x="10356479" y="992679"/>
                  </a:lnTo>
                  <a:lnTo>
                    <a:pt x="10243798" y="986612"/>
                  </a:lnTo>
                  <a:lnTo>
                    <a:pt x="10135221" y="979849"/>
                  </a:lnTo>
                  <a:lnTo>
                    <a:pt x="10032399" y="972380"/>
                  </a:lnTo>
                  <a:lnTo>
                    <a:pt x="9936263" y="964170"/>
                  </a:lnTo>
                  <a:lnTo>
                    <a:pt x="9847153" y="955163"/>
                  </a:lnTo>
                  <a:lnTo>
                    <a:pt x="9764972" y="945280"/>
                  </a:lnTo>
                  <a:lnTo>
                    <a:pt x="9689315" y="934420"/>
                  </a:lnTo>
                  <a:lnTo>
                    <a:pt x="9619577" y="922465"/>
                  </a:lnTo>
                  <a:lnTo>
                    <a:pt x="9555041" y="909282"/>
                  </a:lnTo>
                  <a:lnTo>
                    <a:pt x="9494939" y="894734"/>
                  </a:lnTo>
                  <a:lnTo>
                    <a:pt x="9438498" y="878688"/>
                  </a:lnTo>
                  <a:lnTo>
                    <a:pt x="9384985" y="861047"/>
                  </a:lnTo>
                  <a:lnTo>
                    <a:pt x="9347647" y="847235"/>
                  </a:lnTo>
                  <a:lnTo>
                    <a:pt x="9290557" y="823666"/>
                  </a:lnTo>
                  <a:lnTo>
                    <a:pt x="9235161" y="797902"/>
                  </a:lnTo>
                  <a:lnTo>
                    <a:pt x="9180877" y="769907"/>
                  </a:lnTo>
                  <a:lnTo>
                    <a:pt x="9127261" y="739703"/>
                  </a:lnTo>
                  <a:lnTo>
                    <a:pt x="9073990" y="707381"/>
                  </a:lnTo>
                  <a:lnTo>
                    <a:pt x="9020841" y="673108"/>
                  </a:lnTo>
                  <a:lnTo>
                    <a:pt x="8967674" y="637121"/>
                  </a:lnTo>
                  <a:lnTo>
                    <a:pt x="8914420" y="599731"/>
                  </a:lnTo>
                  <a:lnTo>
                    <a:pt x="8861066" y="561311"/>
                  </a:lnTo>
                  <a:lnTo>
                    <a:pt x="8807639" y="522279"/>
                  </a:lnTo>
                  <a:lnTo>
                    <a:pt x="8754192" y="483086"/>
                  </a:lnTo>
                  <a:lnTo>
                    <a:pt x="8700782" y="444186"/>
                  </a:lnTo>
                  <a:lnTo>
                    <a:pt x="8647455" y="406022"/>
                  </a:lnTo>
                  <a:lnTo>
                    <a:pt x="8594230" y="369002"/>
                  </a:lnTo>
                  <a:lnTo>
                    <a:pt x="8541078" y="333481"/>
                  </a:lnTo>
                  <a:lnTo>
                    <a:pt x="8487911" y="299750"/>
                  </a:lnTo>
                  <a:lnTo>
                    <a:pt x="8434568" y="268027"/>
                  </a:lnTo>
                  <a:lnTo>
                    <a:pt x="8380797" y="238455"/>
                  </a:lnTo>
                  <a:lnTo>
                    <a:pt x="8326243" y="211105"/>
                  </a:lnTo>
                  <a:lnTo>
                    <a:pt x="8270425" y="185982"/>
                  </a:lnTo>
                  <a:lnTo>
                    <a:pt x="8229629" y="169447"/>
                  </a:lnTo>
                  <a:lnTo>
                    <a:pt x="8177823" y="150619"/>
                  </a:lnTo>
                  <a:lnTo>
                    <a:pt x="8123575" y="133424"/>
                  </a:lnTo>
                  <a:lnTo>
                    <a:pt x="8066202" y="117802"/>
                  </a:lnTo>
                  <a:lnTo>
                    <a:pt x="8004957" y="103643"/>
                  </a:lnTo>
                  <a:lnTo>
                    <a:pt x="7939065" y="90812"/>
                  </a:lnTo>
                  <a:lnTo>
                    <a:pt x="7867767" y="79171"/>
                  </a:lnTo>
                  <a:lnTo>
                    <a:pt x="7790369" y="68591"/>
                  </a:lnTo>
                  <a:lnTo>
                    <a:pt x="7706312" y="58958"/>
                  </a:lnTo>
                  <a:lnTo>
                    <a:pt x="7615263" y="50177"/>
                  </a:lnTo>
                  <a:lnTo>
                    <a:pt x="7517231" y="42175"/>
                  </a:lnTo>
                  <a:lnTo>
                    <a:pt x="7412705" y="34903"/>
                  </a:lnTo>
                  <a:lnTo>
                    <a:pt x="7302802" y="28332"/>
                  </a:lnTo>
                  <a:lnTo>
                    <a:pt x="7189387" y="22455"/>
                  </a:lnTo>
                  <a:lnTo>
                    <a:pt x="7075134" y="17279"/>
                  </a:lnTo>
                  <a:lnTo>
                    <a:pt x="6963463" y="12819"/>
                  </a:lnTo>
                  <a:lnTo>
                    <a:pt x="6858302" y="9087"/>
                  </a:lnTo>
                  <a:lnTo>
                    <a:pt x="6763671" y="6081"/>
                  </a:lnTo>
                  <a:lnTo>
                    <a:pt x="6683130" y="3778"/>
                  </a:lnTo>
                  <a:lnTo>
                    <a:pt x="6619185" y="2124"/>
                  </a:lnTo>
                  <a:lnTo>
                    <a:pt x="6572824" y="1034"/>
                  </a:lnTo>
                  <a:lnTo>
                    <a:pt x="6543263" y="400"/>
                  </a:lnTo>
                  <a:lnTo>
                    <a:pt x="6527965" y="100"/>
                  </a:lnTo>
                  <a:lnTo>
                    <a:pt x="6522821" y="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97" y="61"/>
                  </a:lnTo>
                  <a:lnTo>
                    <a:pt x="5519468" y="497"/>
                  </a:lnTo>
                  <a:lnTo>
                    <a:pt x="5501871" y="1702"/>
                  </a:lnTo>
                  <a:lnTo>
                    <a:pt x="5470087" y="4079"/>
                  </a:lnTo>
                  <a:lnTo>
                    <a:pt x="5422056" y="8010"/>
                  </a:lnTo>
                  <a:lnTo>
                    <a:pt x="5357327" y="13829"/>
                  </a:lnTo>
                  <a:lnTo>
                    <a:pt x="5277034" y="21792"/>
                  </a:lnTo>
                  <a:lnTo>
                    <a:pt x="5183644" y="32057"/>
                  </a:lnTo>
                  <a:lnTo>
                    <a:pt x="5080523" y="44697"/>
                  </a:lnTo>
                  <a:lnTo>
                    <a:pt x="4971417" y="59710"/>
                  </a:lnTo>
                  <a:lnTo>
                    <a:pt x="4859959" y="77054"/>
                  </a:lnTo>
                  <a:lnTo>
                    <a:pt x="4749313" y="96685"/>
                  </a:lnTo>
                  <a:lnTo>
                    <a:pt x="4641967" y="118577"/>
                  </a:lnTo>
                  <a:lnTo>
                    <a:pt x="4539676" y="142755"/>
                  </a:lnTo>
                  <a:lnTo>
                    <a:pt x="4443513" y="169303"/>
                  </a:lnTo>
                  <a:lnTo>
                    <a:pt x="4353972" y="198373"/>
                  </a:lnTo>
                  <a:lnTo>
                    <a:pt x="4271103" y="230190"/>
                  </a:lnTo>
                  <a:lnTo>
                    <a:pt x="4194632" y="265046"/>
                  </a:lnTo>
                  <a:lnTo>
                    <a:pt x="4124064" y="303294"/>
                  </a:lnTo>
                  <a:lnTo>
                    <a:pt x="4058774" y="345341"/>
                  </a:lnTo>
                  <a:lnTo>
                    <a:pt x="3998065" y="391620"/>
                  </a:lnTo>
                  <a:lnTo>
                    <a:pt x="3941217" y="442566"/>
                  </a:lnTo>
                  <a:lnTo>
                    <a:pt x="3887526" y="498561"/>
                  </a:lnTo>
                  <a:lnTo>
                    <a:pt x="3836338" y="559847"/>
                  </a:lnTo>
                  <a:lnTo>
                    <a:pt x="3820202" y="580836"/>
                  </a:lnTo>
                  <a:lnTo>
                    <a:pt x="3779344" y="637609"/>
                  </a:lnTo>
                  <a:lnTo>
                    <a:pt x="3739443" y="698161"/>
                  </a:lnTo>
                  <a:lnTo>
                    <a:pt x="3700263" y="762570"/>
                  </a:lnTo>
                  <a:lnTo>
                    <a:pt x="3661609" y="830864"/>
                  </a:lnTo>
                  <a:lnTo>
                    <a:pt x="3623322" y="903015"/>
                  </a:lnTo>
                  <a:lnTo>
                    <a:pt x="3585272" y="978938"/>
                  </a:lnTo>
                  <a:lnTo>
                    <a:pt x="3547361" y="1058480"/>
                  </a:lnTo>
                  <a:lnTo>
                    <a:pt x="3509510" y="1141428"/>
                  </a:lnTo>
                  <a:lnTo>
                    <a:pt x="3471666" y="1227497"/>
                  </a:lnTo>
                  <a:lnTo>
                    <a:pt x="3433794" y="1316343"/>
                  </a:lnTo>
                  <a:lnTo>
                    <a:pt x="3395873" y="1407558"/>
                  </a:lnTo>
                  <a:lnTo>
                    <a:pt x="3357901" y="1500683"/>
                  </a:lnTo>
                  <a:lnTo>
                    <a:pt x="3319883" y="1595213"/>
                  </a:lnTo>
                  <a:lnTo>
                    <a:pt x="3281834" y="1690610"/>
                  </a:lnTo>
                  <a:lnTo>
                    <a:pt x="3243773" y="1786314"/>
                  </a:lnTo>
                  <a:lnTo>
                    <a:pt x="3205722" y="1881759"/>
                  </a:lnTo>
                  <a:lnTo>
                    <a:pt x="3167700" y="1976383"/>
                  </a:lnTo>
                  <a:lnTo>
                    <a:pt x="3129724" y="2069647"/>
                  </a:lnTo>
                  <a:lnTo>
                    <a:pt x="3091799" y="2161043"/>
                  </a:lnTo>
                  <a:lnTo>
                    <a:pt x="3053923" y="2250105"/>
                  </a:lnTo>
                  <a:lnTo>
                    <a:pt x="3016078" y="2336424"/>
                  </a:lnTo>
                  <a:lnTo>
                    <a:pt x="2978230" y="2419648"/>
                  </a:lnTo>
                  <a:lnTo>
                    <a:pt x="2940326" y="2499488"/>
                  </a:lnTo>
                  <a:lnTo>
                    <a:pt x="2902292" y="2575723"/>
                  </a:lnTo>
                  <a:lnTo>
                    <a:pt x="2864029" y="2648198"/>
                  </a:lnTo>
                  <a:lnTo>
                    <a:pt x="2825411" y="2716821"/>
                  </a:lnTo>
                  <a:lnTo>
                    <a:pt x="2786283" y="2781558"/>
                  </a:lnTo>
                  <a:lnTo>
                    <a:pt x="2746452" y="2842434"/>
                  </a:lnTo>
                  <a:lnTo>
                    <a:pt x="2705686" y="2899522"/>
                  </a:lnTo>
                  <a:lnTo>
                    <a:pt x="2702183" y="2904184"/>
                  </a:lnTo>
                  <a:lnTo>
                    <a:pt x="2651680" y="2967199"/>
                  </a:lnTo>
                  <a:lnTo>
                    <a:pt x="2598867" y="3024890"/>
                  </a:lnTo>
                  <a:lnTo>
                    <a:pt x="2543117" y="3077434"/>
                  </a:lnTo>
                  <a:lnTo>
                    <a:pt x="2483737" y="3125178"/>
                  </a:lnTo>
                  <a:lnTo>
                    <a:pt x="2420009" y="3168547"/>
                  </a:lnTo>
                  <a:lnTo>
                    <a:pt x="2351223" y="3207979"/>
                  </a:lnTo>
                  <a:lnTo>
                    <a:pt x="2276725" y="3243892"/>
                  </a:lnTo>
                  <a:lnTo>
                    <a:pt x="2195971" y="3276657"/>
                  </a:lnTo>
                  <a:lnTo>
                    <a:pt x="2108603" y="3306589"/>
                  </a:lnTo>
                  <a:lnTo>
                    <a:pt x="2014554" y="3333934"/>
                  </a:lnTo>
                  <a:lnTo>
                    <a:pt x="1914161" y="3358867"/>
                  </a:lnTo>
                  <a:lnTo>
                    <a:pt x="1808294" y="3381494"/>
                  </a:lnTo>
                  <a:lnTo>
                    <a:pt x="1698480" y="3401858"/>
                  </a:lnTo>
                  <a:lnTo>
                    <a:pt x="1586969" y="3419947"/>
                  </a:lnTo>
                  <a:lnTo>
                    <a:pt x="1476720" y="3435721"/>
                  </a:lnTo>
                  <a:lnTo>
                    <a:pt x="1371247" y="3449131"/>
                  </a:lnTo>
                  <a:lnTo>
                    <a:pt x="1274309" y="3460162"/>
                  </a:lnTo>
                  <a:lnTo>
                    <a:pt x="1189451" y="3468857"/>
                  </a:lnTo>
                  <a:lnTo>
                    <a:pt x="1119486" y="3475347"/>
                  </a:lnTo>
                  <a:lnTo>
                    <a:pt x="1066018" y="3479857"/>
                  </a:lnTo>
                  <a:lnTo>
                    <a:pt x="1029122" y="3482696"/>
                  </a:lnTo>
                  <a:lnTo>
                    <a:pt x="1007250" y="3484237"/>
                  </a:lnTo>
                  <a:lnTo>
                    <a:pt x="997333" y="3484878"/>
                  </a:lnTo>
                  <a:lnTo>
                    <a:pt x="994977" y="3485019"/>
                  </a:lnTo>
                  <a:lnTo>
                    <a:pt x="994940" y="3485021"/>
                  </a:lnTo>
                  <a:lnTo>
                    <a:pt x="0" y="3485021"/>
                  </a:lnTo>
                  <a:lnTo>
                    <a:pt x="0" y="34850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7" name="pg2066"/>
            <p:cNvSpPr/>
            <p:nvPr/>
          </p:nvSpPr>
          <p:spPr>
            <a:xfrm>
              <a:off x="1199187" y="3228066"/>
              <a:ext cx="12049831" cy="3160102"/>
            </a:xfrm>
            <a:custGeom>
              <a:avLst/>
              <a:pathLst>
                <a:path w="12049831" h="3160102">
                  <a:moveTo>
                    <a:pt x="0" y="3160102"/>
                  </a:moveTo>
                  <a:lnTo>
                    <a:pt x="994940" y="3160102"/>
                  </a:lnTo>
                  <a:lnTo>
                    <a:pt x="996076" y="3160101"/>
                  </a:lnTo>
                  <a:lnTo>
                    <a:pt x="1003576" y="3160095"/>
                  </a:lnTo>
                  <a:lnTo>
                    <a:pt x="1022580" y="3160080"/>
                  </a:lnTo>
                  <a:lnTo>
                    <a:pt x="1056806" y="3160049"/>
                  </a:lnTo>
                  <a:lnTo>
                    <a:pt x="1108324" y="3159997"/>
                  </a:lnTo>
                  <a:lnTo>
                    <a:pt x="1177401" y="3159921"/>
                  </a:lnTo>
                  <a:lnTo>
                    <a:pt x="1262566" y="3159818"/>
                  </a:lnTo>
                  <a:lnTo>
                    <a:pt x="1360928" y="3159685"/>
                  </a:lnTo>
                  <a:lnTo>
                    <a:pt x="1468702" y="3159522"/>
                  </a:lnTo>
                  <a:lnTo>
                    <a:pt x="1581814" y="3159328"/>
                  </a:lnTo>
                  <a:lnTo>
                    <a:pt x="1696422" y="3159106"/>
                  </a:lnTo>
                  <a:lnTo>
                    <a:pt x="1809293" y="3158854"/>
                  </a:lnTo>
                  <a:lnTo>
                    <a:pt x="1917979" y="3158574"/>
                  </a:lnTo>
                  <a:lnTo>
                    <a:pt x="2020842" y="3158264"/>
                  </a:lnTo>
                  <a:lnTo>
                    <a:pt x="2116967" y="3157923"/>
                  </a:lnTo>
                  <a:lnTo>
                    <a:pt x="2206027" y="3157550"/>
                  </a:lnTo>
                  <a:lnTo>
                    <a:pt x="2288135" y="3157140"/>
                  </a:lnTo>
                  <a:lnTo>
                    <a:pt x="2363710" y="3156689"/>
                  </a:lnTo>
                  <a:lnTo>
                    <a:pt x="2433366" y="3156192"/>
                  </a:lnTo>
                  <a:lnTo>
                    <a:pt x="2497831" y="3155645"/>
                  </a:lnTo>
                  <a:lnTo>
                    <a:pt x="2557878" y="3155041"/>
                  </a:lnTo>
                  <a:lnTo>
                    <a:pt x="2614285" y="3154374"/>
                  </a:lnTo>
                  <a:lnTo>
                    <a:pt x="2667787" y="3153641"/>
                  </a:lnTo>
                  <a:lnTo>
                    <a:pt x="2702183" y="3153114"/>
                  </a:lnTo>
                  <a:lnTo>
                    <a:pt x="2763828" y="3152060"/>
                  </a:lnTo>
                  <a:lnTo>
                    <a:pt x="2823550" y="3150899"/>
                  </a:lnTo>
                  <a:lnTo>
                    <a:pt x="2882066" y="3149630"/>
                  </a:lnTo>
                  <a:lnTo>
                    <a:pt x="2939903" y="3148256"/>
                  </a:lnTo>
                  <a:lnTo>
                    <a:pt x="2997431" y="3146782"/>
                  </a:lnTo>
                  <a:lnTo>
                    <a:pt x="3054892" y="3145219"/>
                  </a:lnTo>
                  <a:lnTo>
                    <a:pt x="3112423" y="3143579"/>
                  </a:lnTo>
                  <a:lnTo>
                    <a:pt x="3170070" y="3141882"/>
                  </a:lnTo>
                  <a:lnTo>
                    <a:pt x="3227817" y="3140148"/>
                  </a:lnTo>
                  <a:lnTo>
                    <a:pt x="3285605" y="3138401"/>
                  </a:lnTo>
                  <a:lnTo>
                    <a:pt x="3343363" y="3136663"/>
                  </a:lnTo>
                  <a:lnTo>
                    <a:pt x="3401028" y="3134959"/>
                  </a:lnTo>
                  <a:lnTo>
                    <a:pt x="3458575" y="3133310"/>
                  </a:lnTo>
                  <a:lnTo>
                    <a:pt x="3516041" y="3131733"/>
                  </a:lnTo>
                  <a:lnTo>
                    <a:pt x="3573546" y="3130245"/>
                  </a:lnTo>
                  <a:lnTo>
                    <a:pt x="3631314" y="3128855"/>
                  </a:lnTo>
                  <a:lnTo>
                    <a:pt x="3689694" y="3127570"/>
                  </a:lnTo>
                  <a:lnTo>
                    <a:pt x="3749188" y="3126392"/>
                  </a:lnTo>
                  <a:lnTo>
                    <a:pt x="3810478" y="3125321"/>
                  </a:lnTo>
                  <a:lnTo>
                    <a:pt x="3820202" y="3125164"/>
                  </a:lnTo>
                  <a:lnTo>
                    <a:pt x="3872137" y="3124386"/>
                  </a:lnTo>
                  <a:lnTo>
                    <a:pt x="3926529" y="3123676"/>
                  </a:lnTo>
                  <a:lnTo>
                    <a:pt x="3984064" y="3123030"/>
                  </a:lnTo>
                  <a:lnTo>
                    <a:pt x="4045496" y="3122445"/>
                  </a:lnTo>
                  <a:lnTo>
                    <a:pt x="4111604" y="3121915"/>
                  </a:lnTo>
                  <a:lnTo>
                    <a:pt x="4183155" y="3121435"/>
                  </a:lnTo>
                  <a:lnTo>
                    <a:pt x="4260845" y="3120998"/>
                  </a:lnTo>
                  <a:lnTo>
                    <a:pt x="4345235" y="3120601"/>
                  </a:lnTo>
                  <a:lnTo>
                    <a:pt x="4436654" y="3120238"/>
                  </a:lnTo>
                  <a:lnTo>
                    <a:pt x="4535086" y="3119908"/>
                  </a:lnTo>
                  <a:lnTo>
                    <a:pt x="4640023" y="3119608"/>
                  </a:lnTo>
                  <a:lnTo>
                    <a:pt x="4750324" y="3119338"/>
                  </a:lnTo>
                  <a:lnTo>
                    <a:pt x="4864086" y="3119096"/>
                  </a:lnTo>
                  <a:lnTo>
                    <a:pt x="4978590" y="3118883"/>
                  </a:lnTo>
                  <a:lnTo>
                    <a:pt x="5090372" y="3118699"/>
                  </a:lnTo>
                  <a:lnTo>
                    <a:pt x="5195462" y="3118546"/>
                  </a:lnTo>
                  <a:lnTo>
                    <a:pt x="5289816" y="3118423"/>
                  </a:lnTo>
                  <a:lnTo>
                    <a:pt x="5369884" y="3118329"/>
                  </a:lnTo>
                  <a:lnTo>
                    <a:pt x="5433194" y="3118262"/>
                  </a:lnTo>
                  <a:lnTo>
                    <a:pt x="5478833" y="3118218"/>
                  </a:lnTo>
                  <a:lnTo>
                    <a:pt x="5507673" y="3118192"/>
                  </a:lnTo>
                  <a:lnTo>
                    <a:pt x="5522359" y="3118181"/>
                  </a:lnTo>
                  <a:lnTo>
                    <a:pt x="5527102" y="3118177"/>
                  </a:lnTo>
                  <a:lnTo>
                    <a:pt x="5527445" y="3118177"/>
                  </a:lnTo>
                  <a:lnTo>
                    <a:pt x="6522385" y="3118177"/>
                  </a:lnTo>
                  <a:lnTo>
                    <a:pt x="6523450" y="3118121"/>
                  </a:lnTo>
                  <a:lnTo>
                    <a:pt x="6530486" y="3117725"/>
                  </a:lnTo>
                  <a:lnTo>
                    <a:pt x="6548347" y="3116631"/>
                  </a:lnTo>
                  <a:lnTo>
                    <a:pt x="6580591" y="3114474"/>
                  </a:lnTo>
                  <a:lnTo>
                    <a:pt x="6629280" y="3110906"/>
                  </a:lnTo>
                  <a:lnTo>
                    <a:pt x="6694833" y="3105627"/>
                  </a:lnTo>
                  <a:lnTo>
                    <a:pt x="6776054" y="3098408"/>
                  </a:lnTo>
                  <a:lnTo>
                    <a:pt x="6870397" y="3089105"/>
                  </a:lnTo>
                  <a:lnTo>
                    <a:pt x="6974417" y="3077658"/>
                  </a:lnTo>
                  <a:lnTo>
                    <a:pt x="7084306" y="3064071"/>
                  </a:lnTo>
                  <a:lnTo>
                    <a:pt x="7196387" y="3048380"/>
                  </a:lnTo>
                  <a:lnTo>
                    <a:pt x="7307481" y="3030628"/>
                  </a:lnTo>
                  <a:lnTo>
                    <a:pt x="7415106" y="3010834"/>
                  </a:lnTo>
                  <a:lnTo>
                    <a:pt x="7517526" y="2988973"/>
                  </a:lnTo>
                  <a:lnTo>
                    <a:pt x="7613699" y="2964965"/>
                  </a:lnTo>
                  <a:lnTo>
                    <a:pt x="7703160" y="2938666"/>
                  </a:lnTo>
                  <a:lnTo>
                    <a:pt x="7785890" y="2909867"/>
                  </a:lnTo>
                  <a:lnTo>
                    <a:pt x="7862193" y="2878298"/>
                  </a:lnTo>
                  <a:lnTo>
                    <a:pt x="7932585" y="2843633"/>
                  </a:lnTo>
                  <a:lnTo>
                    <a:pt x="7997712" y="2805501"/>
                  </a:lnTo>
                  <a:lnTo>
                    <a:pt x="8058286" y="2763505"/>
                  </a:lnTo>
                  <a:lnTo>
                    <a:pt x="8115038" y="2717254"/>
                  </a:lnTo>
                  <a:lnTo>
                    <a:pt x="8168681" y="2666413"/>
                  </a:lnTo>
                  <a:lnTo>
                    <a:pt x="8219869" y="2610780"/>
                  </a:lnTo>
                  <a:lnTo>
                    <a:pt x="8229629" y="2599354"/>
                  </a:lnTo>
                  <a:lnTo>
                    <a:pt x="8272335" y="2546239"/>
                  </a:lnTo>
                  <a:lnTo>
                    <a:pt x="8314006" y="2489426"/>
                  </a:lnTo>
                  <a:lnTo>
                    <a:pt x="8354910" y="2428841"/>
                  </a:lnTo>
                  <a:lnTo>
                    <a:pt x="8395265" y="2364461"/>
                  </a:lnTo>
                  <a:lnTo>
                    <a:pt x="8435247" y="2296323"/>
                  </a:lnTo>
                  <a:lnTo>
                    <a:pt x="8474996" y="2224531"/>
                  </a:lnTo>
                  <a:lnTo>
                    <a:pt x="8514619" y="2149253"/>
                  </a:lnTo>
                  <a:lnTo>
                    <a:pt x="8554197" y="2070731"/>
                  </a:lnTo>
                  <a:lnTo>
                    <a:pt x="8593784" y="1989276"/>
                  </a:lnTo>
                  <a:lnTo>
                    <a:pt x="8633413" y="1905266"/>
                  </a:lnTo>
                  <a:lnTo>
                    <a:pt x="8673098" y="1819141"/>
                  </a:lnTo>
                  <a:lnTo>
                    <a:pt x="8712838" y="1731395"/>
                  </a:lnTo>
                  <a:lnTo>
                    <a:pt x="8752619" y="1642562"/>
                  </a:lnTo>
                  <a:lnTo>
                    <a:pt x="8792423" y="1553206"/>
                  </a:lnTo>
                  <a:lnTo>
                    <a:pt x="8832224" y="1463906"/>
                  </a:lnTo>
                  <a:lnTo>
                    <a:pt x="8871999" y="1375237"/>
                  </a:lnTo>
                  <a:lnTo>
                    <a:pt x="8911729" y="1287758"/>
                  </a:lnTo>
                  <a:lnTo>
                    <a:pt x="8951403" y="1201999"/>
                  </a:lnTo>
                  <a:lnTo>
                    <a:pt x="8991022" y="1118443"/>
                  </a:lnTo>
                  <a:lnTo>
                    <a:pt x="9030604" y="1037519"/>
                  </a:lnTo>
                  <a:lnTo>
                    <a:pt x="9070186" y="959592"/>
                  </a:lnTo>
                  <a:lnTo>
                    <a:pt x="9109827" y="884960"/>
                  </a:lnTo>
                  <a:lnTo>
                    <a:pt x="9149610" y="813852"/>
                  </a:lnTo>
                  <a:lnTo>
                    <a:pt x="9189651" y="746423"/>
                  </a:lnTo>
                  <a:lnTo>
                    <a:pt x="9230096" y="682764"/>
                  </a:lnTo>
                  <a:lnTo>
                    <a:pt x="9271128" y="622899"/>
                  </a:lnTo>
                  <a:lnTo>
                    <a:pt x="9312973" y="566797"/>
                  </a:lnTo>
                  <a:lnTo>
                    <a:pt x="9347647" y="524063"/>
                  </a:lnTo>
                  <a:lnTo>
                    <a:pt x="9398425" y="467490"/>
                  </a:lnTo>
                  <a:lnTo>
                    <a:pt x="9451539" y="415722"/>
                  </a:lnTo>
                  <a:lnTo>
                    <a:pt x="9507630" y="368598"/>
                  </a:lnTo>
                  <a:lnTo>
                    <a:pt x="9567400" y="325801"/>
                  </a:lnTo>
                  <a:lnTo>
                    <a:pt x="9631581" y="286946"/>
                  </a:lnTo>
                  <a:lnTo>
                    <a:pt x="9700891" y="251634"/>
                  </a:lnTo>
                  <a:lnTo>
                    <a:pt x="9775993" y="219488"/>
                  </a:lnTo>
                  <a:lnTo>
                    <a:pt x="9857437" y="190172"/>
                  </a:lnTo>
                  <a:lnTo>
                    <a:pt x="9945573" y="163402"/>
                  </a:lnTo>
                  <a:lnTo>
                    <a:pt x="10040455" y="138960"/>
                  </a:lnTo>
                  <a:lnTo>
                    <a:pt x="10141717" y="116688"/>
                  </a:lnTo>
                  <a:lnTo>
                    <a:pt x="10248439" y="96494"/>
                  </a:lnTo>
                  <a:lnTo>
                    <a:pt x="10359027" y="78343"/>
                  </a:lnTo>
                  <a:lnTo>
                    <a:pt x="10471146" y="62247"/>
                  </a:lnTo>
                  <a:lnTo>
                    <a:pt x="10581740" y="48245"/>
                  </a:lnTo>
                  <a:lnTo>
                    <a:pt x="10687207" y="36378"/>
                  </a:lnTo>
                  <a:lnTo>
                    <a:pt x="10783730" y="26659"/>
                  </a:lnTo>
                  <a:lnTo>
                    <a:pt x="10867750" y="19041"/>
                  </a:lnTo>
                  <a:lnTo>
                    <a:pt x="10936504" y="13399"/>
                  </a:lnTo>
                  <a:lnTo>
                    <a:pt x="10988506" y="9519"/>
                  </a:lnTo>
                  <a:lnTo>
                    <a:pt x="11023849" y="7112"/>
                  </a:lnTo>
                  <a:lnTo>
                    <a:pt x="11044284" y="5839"/>
                  </a:lnTo>
                  <a:lnTo>
                    <a:pt x="11053090" y="533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6" y="55"/>
                  </a:lnTo>
                  <a:lnTo>
                    <a:pt x="11046790" y="451"/>
                  </a:lnTo>
                  <a:lnTo>
                    <a:pt x="11028929" y="1545"/>
                  </a:lnTo>
                  <a:lnTo>
                    <a:pt x="10996686" y="3702"/>
                  </a:lnTo>
                  <a:lnTo>
                    <a:pt x="10947997" y="7270"/>
                  </a:lnTo>
                  <a:lnTo>
                    <a:pt x="10882444" y="12549"/>
                  </a:lnTo>
                  <a:lnTo>
                    <a:pt x="10801222" y="19769"/>
                  </a:lnTo>
                  <a:lnTo>
                    <a:pt x="10706879" y="29071"/>
                  </a:lnTo>
                  <a:lnTo>
                    <a:pt x="10602859" y="40518"/>
                  </a:lnTo>
                  <a:lnTo>
                    <a:pt x="10492971" y="54105"/>
                  </a:lnTo>
                  <a:lnTo>
                    <a:pt x="10380890" y="69796"/>
                  </a:lnTo>
                  <a:lnTo>
                    <a:pt x="10269795" y="87548"/>
                  </a:lnTo>
                  <a:lnTo>
                    <a:pt x="10162170" y="107343"/>
                  </a:lnTo>
                  <a:lnTo>
                    <a:pt x="10059750" y="129203"/>
                  </a:lnTo>
                  <a:lnTo>
                    <a:pt x="9963578" y="153211"/>
                  </a:lnTo>
                  <a:lnTo>
                    <a:pt x="9874117" y="179511"/>
                  </a:lnTo>
                  <a:lnTo>
                    <a:pt x="9791387" y="208309"/>
                  </a:lnTo>
                  <a:lnTo>
                    <a:pt x="9715084" y="239878"/>
                  </a:lnTo>
                  <a:lnTo>
                    <a:pt x="9644692" y="274543"/>
                  </a:lnTo>
                  <a:lnTo>
                    <a:pt x="9579565" y="312675"/>
                  </a:lnTo>
                  <a:lnTo>
                    <a:pt x="9518991" y="354671"/>
                  </a:lnTo>
                  <a:lnTo>
                    <a:pt x="9462238" y="400922"/>
                  </a:lnTo>
                  <a:lnTo>
                    <a:pt x="9408595" y="451763"/>
                  </a:lnTo>
                  <a:lnTo>
                    <a:pt x="9357407" y="507396"/>
                  </a:lnTo>
                  <a:lnTo>
                    <a:pt x="9347647" y="518822"/>
                  </a:lnTo>
                  <a:lnTo>
                    <a:pt x="9304942" y="571938"/>
                  </a:lnTo>
                  <a:lnTo>
                    <a:pt x="9263270" y="628750"/>
                  </a:lnTo>
                  <a:lnTo>
                    <a:pt x="9222366" y="689336"/>
                  </a:lnTo>
                  <a:lnTo>
                    <a:pt x="9182012" y="753716"/>
                  </a:lnTo>
                  <a:lnTo>
                    <a:pt x="9142030" y="821853"/>
                  </a:lnTo>
                  <a:lnTo>
                    <a:pt x="9102281" y="893646"/>
                  </a:lnTo>
                  <a:lnTo>
                    <a:pt x="9062657" y="968923"/>
                  </a:lnTo>
                  <a:lnTo>
                    <a:pt x="9023079" y="1047445"/>
                  </a:lnTo>
                  <a:lnTo>
                    <a:pt x="8983492" y="1128900"/>
                  </a:lnTo>
                  <a:lnTo>
                    <a:pt x="8943863" y="1212910"/>
                  </a:lnTo>
                  <a:lnTo>
                    <a:pt x="8904179" y="1299035"/>
                  </a:lnTo>
                  <a:lnTo>
                    <a:pt x="8864439" y="1386781"/>
                  </a:lnTo>
                  <a:lnTo>
                    <a:pt x="8824657" y="1475614"/>
                  </a:lnTo>
                  <a:lnTo>
                    <a:pt x="8784854" y="1564970"/>
                  </a:lnTo>
                  <a:lnTo>
                    <a:pt x="8745052" y="1654271"/>
                  </a:lnTo>
                  <a:lnTo>
                    <a:pt x="8705277" y="1742940"/>
                  </a:lnTo>
                  <a:lnTo>
                    <a:pt x="8665547" y="1830418"/>
                  </a:lnTo>
                  <a:lnTo>
                    <a:pt x="8625874" y="1916177"/>
                  </a:lnTo>
                  <a:lnTo>
                    <a:pt x="8586254" y="1999733"/>
                  </a:lnTo>
                  <a:lnTo>
                    <a:pt x="8546672" y="2080657"/>
                  </a:lnTo>
                  <a:lnTo>
                    <a:pt x="8507090" y="2158584"/>
                  </a:lnTo>
                  <a:lnTo>
                    <a:pt x="8467450" y="2233216"/>
                  </a:lnTo>
                  <a:lnTo>
                    <a:pt x="8427666" y="2304325"/>
                  </a:lnTo>
                  <a:lnTo>
                    <a:pt x="8387625" y="2371753"/>
                  </a:lnTo>
                  <a:lnTo>
                    <a:pt x="8347181" y="2435413"/>
                  </a:lnTo>
                  <a:lnTo>
                    <a:pt x="8306149" y="2495277"/>
                  </a:lnTo>
                  <a:lnTo>
                    <a:pt x="8264303" y="2551379"/>
                  </a:lnTo>
                  <a:lnTo>
                    <a:pt x="8229629" y="2594113"/>
                  </a:lnTo>
                  <a:lnTo>
                    <a:pt x="8178852" y="2650687"/>
                  </a:lnTo>
                  <a:lnTo>
                    <a:pt x="8125738" y="2702454"/>
                  </a:lnTo>
                  <a:lnTo>
                    <a:pt x="8069647" y="2749578"/>
                  </a:lnTo>
                  <a:lnTo>
                    <a:pt x="8009876" y="2792375"/>
                  </a:lnTo>
                  <a:lnTo>
                    <a:pt x="7945696" y="2831230"/>
                  </a:lnTo>
                  <a:lnTo>
                    <a:pt x="7876386" y="2866542"/>
                  </a:lnTo>
                  <a:lnTo>
                    <a:pt x="7801283" y="2898688"/>
                  </a:lnTo>
                  <a:lnTo>
                    <a:pt x="7719840" y="2928005"/>
                  </a:lnTo>
                  <a:lnTo>
                    <a:pt x="7631704" y="2954774"/>
                  </a:lnTo>
                  <a:lnTo>
                    <a:pt x="7536821" y="2979216"/>
                  </a:lnTo>
                  <a:lnTo>
                    <a:pt x="7435559" y="3001488"/>
                  </a:lnTo>
                  <a:lnTo>
                    <a:pt x="7328837" y="3021682"/>
                  </a:lnTo>
                  <a:lnTo>
                    <a:pt x="7218249" y="3039833"/>
                  </a:lnTo>
                  <a:lnTo>
                    <a:pt x="7106131" y="3055930"/>
                  </a:lnTo>
                  <a:lnTo>
                    <a:pt x="6995537" y="3069932"/>
                  </a:lnTo>
                  <a:lnTo>
                    <a:pt x="6890069" y="3081798"/>
                  </a:lnTo>
                  <a:lnTo>
                    <a:pt x="6793546" y="3091517"/>
                  </a:lnTo>
                  <a:lnTo>
                    <a:pt x="6709527" y="3099135"/>
                  </a:lnTo>
                  <a:lnTo>
                    <a:pt x="6640772" y="3104778"/>
                  </a:lnTo>
                  <a:lnTo>
                    <a:pt x="6588770" y="3108658"/>
                  </a:lnTo>
                  <a:lnTo>
                    <a:pt x="6553427" y="3111064"/>
                  </a:lnTo>
                  <a:lnTo>
                    <a:pt x="6532993" y="3112337"/>
                  </a:lnTo>
                  <a:lnTo>
                    <a:pt x="6524186" y="3112841"/>
                  </a:lnTo>
                  <a:lnTo>
                    <a:pt x="6522385" y="3112936"/>
                  </a:lnTo>
                  <a:lnTo>
                    <a:pt x="5527445" y="3112936"/>
                  </a:lnTo>
                  <a:lnTo>
                    <a:pt x="5526309" y="3112937"/>
                  </a:lnTo>
                  <a:lnTo>
                    <a:pt x="5518809" y="3112943"/>
                  </a:lnTo>
                  <a:lnTo>
                    <a:pt x="5499805" y="3112958"/>
                  </a:lnTo>
                  <a:lnTo>
                    <a:pt x="5465579" y="3112989"/>
                  </a:lnTo>
                  <a:lnTo>
                    <a:pt x="5414061" y="3113041"/>
                  </a:lnTo>
                  <a:lnTo>
                    <a:pt x="5344984" y="3113117"/>
                  </a:lnTo>
                  <a:lnTo>
                    <a:pt x="5259819" y="3113220"/>
                  </a:lnTo>
                  <a:lnTo>
                    <a:pt x="5161457" y="3113353"/>
                  </a:lnTo>
                  <a:lnTo>
                    <a:pt x="5053683" y="3113516"/>
                  </a:lnTo>
                  <a:lnTo>
                    <a:pt x="4940571" y="3113710"/>
                  </a:lnTo>
                  <a:lnTo>
                    <a:pt x="4825963" y="3113932"/>
                  </a:lnTo>
                  <a:lnTo>
                    <a:pt x="4713092" y="3114184"/>
                  </a:lnTo>
                  <a:lnTo>
                    <a:pt x="4604406" y="3114464"/>
                  </a:lnTo>
                  <a:lnTo>
                    <a:pt x="4501543" y="3114774"/>
                  </a:lnTo>
                  <a:lnTo>
                    <a:pt x="4405418" y="3115115"/>
                  </a:lnTo>
                  <a:lnTo>
                    <a:pt x="4316358" y="3115488"/>
                  </a:lnTo>
                  <a:lnTo>
                    <a:pt x="4234250" y="3115898"/>
                  </a:lnTo>
                  <a:lnTo>
                    <a:pt x="4158675" y="3116349"/>
                  </a:lnTo>
                  <a:lnTo>
                    <a:pt x="4089019" y="3116846"/>
                  </a:lnTo>
                  <a:lnTo>
                    <a:pt x="4024554" y="3117393"/>
                  </a:lnTo>
                  <a:lnTo>
                    <a:pt x="3964507" y="3117997"/>
                  </a:lnTo>
                  <a:lnTo>
                    <a:pt x="3908100" y="3118664"/>
                  </a:lnTo>
                  <a:lnTo>
                    <a:pt x="3854598" y="3119397"/>
                  </a:lnTo>
                  <a:lnTo>
                    <a:pt x="3820202" y="3119924"/>
                  </a:lnTo>
                  <a:lnTo>
                    <a:pt x="3758557" y="3120978"/>
                  </a:lnTo>
                  <a:lnTo>
                    <a:pt x="3698835" y="3122139"/>
                  </a:lnTo>
                  <a:lnTo>
                    <a:pt x="3640319" y="3123408"/>
                  </a:lnTo>
                  <a:lnTo>
                    <a:pt x="3582482" y="3124782"/>
                  </a:lnTo>
                  <a:lnTo>
                    <a:pt x="3524954" y="3126256"/>
                  </a:lnTo>
                  <a:lnTo>
                    <a:pt x="3467493" y="3127819"/>
                  </a:lnTo>
                  <a:lnTo>
                    <a:pt x="3409962" y="3129459"/>
                  </a:lnTo>
                  <a:lnTo>
                    <a:pt x="3352315" y="3131156"/>
                  </a:lnTo>
                  <a:lnTo>
                    <a:pt x="3294568" y="3132890"/>
                  </a:lnTo>
                  <a:lnTo>
                    <a:pt x="3236780" y="3134637"/>
                  </a:lnTo>
                  <a:lnTo>
                    <a:pt x="3179022" y="3136375"/>
                  </a:lnTo>
                  <a:lnTo>
                    <a:pt x="3121357" y="3138079"/>
                  </a:lnTo>
                  <a:lnTo>
                    <a:pt x="3063810" y="3139728"/>
                  </a:lnTo>
                  <a:lnTo>
                    <a:pt x="3006343" y="3141305"/>
                  </a:lnTo>
                  <a:lnTo>
                    <a:pt x="2948839" y="3142793"/>
                  </a:lnTo>
                  <a:lnTo>
                    <a:pt x="2891071" y="3144183"/>
                  </a:lnTo>
                  <a:lnTo>
                    <a:pt x="2832691" y="3145468"/>
                  </a:lnTo>
                  <a:lnTo>
                    <a:pt x="2773197" y="3146646"/>
                  </a:lnTo>
                  <a:lnTo>
                    <a:pt x="2711907" y="3147717"/>
                  </a:lnTo>
                  <a:lnTo>
                    <a:pt x="2702183" y="3147874"/>
                  </a:lnTo>
                  <a:lnTo>
                    <a:pt x="2650248" y="3148652"/>
                  </a:lnTo>
                  <a:lnTo>
                    <a:pt x="2595856" y="3149362"/>
                  </a:lnTo>
                  <a:lnTo>
                    <a:pt x="2538321" y="3150008"/>
                  </a:lnTo>
                  <a:lnTo>
                    <a:pt x="2476889" y="3150593"/>
                  </a:lnTo>
                  <a:lnTo>
                    <a:pt x="2410781" y="3151123"/>
                  </a:lnTo>
                  <a:lnTo>
                    <a:pt x="2339230" y="3151603"/>
                  </a:lnTo>
                  <a:lnTo>
                    <a:pt x="2261540" y="3152040"/>
                  </a:lnTo>
                  <a:lnTo>
                    <a:pt x="2177150" y="3152437"/>
                  </a:lnTo>
                  <a:lnTo>
                    <a:pt x="2085731" y="3152800"/>
                  </a:lnTo>
                  <a:lnTo>
                    <a:pt x="1987299" y="3153130"/>
                  </a:lnTo>
                  <a:lnTo>
                    <a:pt x="1882362" y="3153430"/>
                  </a:lnTo>
                  <a:lnTo>
                    <a:pt x="1772061" y="3153700"/>
                  </a:lnTo>
                  <a:lnTo>
                    <a:pt x="1658299" y="3153942"/>
                  </a:lnTo>
                  <a:lnTo>
                    <a:pt x="1543795" y="3154155"/>
                  </a:lnTo>
                  <a:lnTo>
                    <a:pt x="1432013" y="3154339"/>
                  </a:lnTo>
                  <a:lnTo>
                    <a:pt x="1326923" y="3154492"/>
                  </a:lnTo>
                  <a:lnTo>
                    <a:pt x="1232569" y="3154615"/>
                  </a:lnTo>
                  <a:lnTo>
                    <a:pt x="1152501" y="3154709"/>
                  </a:lnTo>
                  <a:lnTo>
                    <a:pt x="1089191" y="3154776"/>
                  </a:lnTo>
                  <a:lnTo>
                    <a:pt x="1043552" y="3154820"/>
                  </a:lnTo>
                  <a:lnTo>
                    <a:pt x="1014712" y="3154846"/>
                  </a:lnTo>
                  <a:lnTo>
                    <a:pt x="1000026" y="3154857"/>
                  </a:lnTo>
                  <a:lnTo>
                    <a:pt x="995283" y="3154861"/>
                  </a:lnTo>
                  <a:lnTo>
                    <a:pt x="994940" y="3154861"/>
                  </a:lnTo>
                  <a:lnTo>
                    <a:pt x="0" y="3154861"/>
                  </a:lnTo>
                  <a:close/>
                </a:path>
              </a:pathLst>
            </a:custGeom>
            <a:solidFill>
              <a:srgbClr val="26A69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68" name="pl2067"/>
            <p:cNvSpPr/>
            <p:nvPr/>
          </p:nvSpPr>
          <p:spPr>
            <a:xfrm>
              <a:off x="1199187" y="3233306"/>
              <a:ext cx="12049831" cy="3154861"/>
            </a:xfrm>
            <a:custGeom>
              <a:avLst/>
              <a:pathLst>
                <a:path w="12049831" h="3154861">
                  <a:moveTo>
                    <a:pt x="0" y="3154861"/>
                  </a:moveTo>
                  <a:lnTo>
                    <a:pt x="994940" y="3154861"/>
                  </a:lnTo>
                  <a:lnTo>
                    <a:pt x="996076" y="3154860"/>
                  </a:lnTo>
                  <a:lnTo>
                    <a:pt x="1003576" y="3154855"/>
                  </a:lnTo>
                  <a:lnTo>
                    <a:pt x="1022580" y="3154839"/>
                  </a:lnTo>
                  <a:lnTo>
                    <a:pt x="1056806" y="3154808"/>
                  </a:lnTo>
                  <a:lnTo>
                    <a:pt x="1108324" y="3154757"/>
                  </a:lnTo>
                  <a:lnTo>
                    <a:pt x="1177401" y="3154681"/>
                  </a:lnTo>
                  <a:lnTo>
                    <a:pt x="1262566" y="3154577"/>
                  </a:lnTo>
                  <a:lnTo>
                    <a:pt x="1360928" y="3154444"/>
                  </a:lnTo>
                  <a:lnTo>
                    <a:pt x="1468702" y="3154281"/>
                  </a:lnTo>
                  <a:lnTo>
                    <a:pt x="1581814" y="3154088"/>
                  </a:lnTo>
                  <a:lnTo>
                    <a:pt x="1696422" y="3153865"/>
                  </a:lnTo>
                  <a:lnTo>
                    <a:pt x="1809293" y="3153613"/>
                  </a:lnTo>
                  <a:lnTo>
                    <a:pt x="1917979" y="3153333"/>
                  </a:lnTo>
                  <a:lnTo>
                    <a:pt x="2020842" y="3153023"/>
                  </a:lnTo>
                  <a:lnTo>
                    <a:pt x="2116967" y="3152683"/>
                  </a:lnTo>
                  <a:lnTo>
                    <a:pt x="2206027" y="3152309"/>
                  </a:lnTo>
                  <a:lnTo>
                    <a:pt x="2288135" y="3151899"/>
                  </a:lnTo>
                  <a:lnTo>
                    <a:pt x="2363710" y="3151448"/>
                  </a:lnTo>
                  <a:lnTo>
                    <a:pt x="2433366" y="3150952"/>
                  </a:lnTo>
                  <a:lnTo>
                    <a:pt x="2497831" y="3150404"/>
                  </a:lnTo>
                  <a:lnTo>
                    <a:pt x="2557878" y="3149800"/>
                  </a:lnTo>
                  <a:lnTo>
                    <a:pt x="2614285" y="3149133"/>
                  </a:lnTo>
                  <a:lnTo>
                    <a:pt x="2667787" y="3148400"/>
                  </a:lnTo>
                  <a:lnTo>
                    <a:pt x="2702183" y="3147874"/>
                  </a:lnTo>
                  <a:lnTo>
                    <a:pt x="2763828" y="3146819"/>
                  </a:lnTo>
                  <a:lnTo>
                    <a:pt x="2823550" y="3145658"/>
                  </a:lnTo>
                  <a:lnTo>
                    <a:pt x="2882066" y="3144390"/>
                  </a:lnTo>
                  <a:lnTo>
                    <a:pt x="2939903" y="3143016"/>
                  </a:lnTo>
                  <a:lnTo>
                    <a:pt x="2997431" y="3141542"/>
                  </a:lnTo>
                  <a:lnTo>
                    <a:pt x="3054892" y="3139978"/>
                  </a:lnTo>
                  <a:lnTo>
                    <a:pt x="3112423" y="3138339"/>
                  </a:lnTo>
                  <a:lnTo>
                    <a:pt x="3170070" y="3136642"/>
                  </a:lnTo>
                  <a:lnTo>
                    <a:pt x="3227817" y="3134908"/>
                  </a:lnTo>
                  <a:lnTo>
                    <a:pt x="3285605" y="3133160"/>
                  </a:lnTo>
                  <a:lnTo>
                    <a:pt x="3343363" y="3131423"/>
                  </a:lnTo>
                  <a:lnTo>
                    <a:pt x="3401028" y="3129719"/>
                  </a:lnTo>
                  <a:lnTo>
                    <a:pt x="3458575" y="3128069"/>
                  </a:lnTo>
                  <a:lnTo>
                    <a:pt x="3516041" y="3126493"/>
                  </a:lnTo>
                  <a:lnTo>
                    <a:pt x="3573546" y="3125004"/>
                  </a:lnTo>
                  <a:lnTo>
                    <a:pt x="3631314" y="3123614"/>
                  </a:lnTo>
                  <a:lnTo>
                    <a:pt x="3689694" y="3122329"/>
                  </a:lnTo>
                  <a:lnTo>
                    <a:pt x="3749188" y="3121152"/>
                  </a:lnTo>
                  <a:lnTo>
                    <a:pt x="3810478" y="3120080"/>
                  </a:lnTo>
                  <a:lnTo>
                    <a:pt x="3820202" y="3119924"/>
                  </a:lnTo>
                  <a:lnTo>
                    <a:pt x="3872137" y="3119145"/>
                  </a:lnTo>
                  <a:lnTo>
                    <a:pt x="3926529" y="3118435"/>
                  </a:lnTo>
                  <a:lnTo>
                    <a:pt x="3984064" y="3117789"/>
                  </a:lnTo>
                  <a:lnTo>
                    <a:pt x="4045496" y="3117205"/>
                  </a:lnTo>
                  <a:lnTo>
                    <a:pt x="4111604" y="3116675"/>
                  </a:lnTo>
                  <a:lnTo>
                    <a:pt x="4183155" y="3116194"/>
                  </a:lnTo>
                  <a:lnTo>
                    <a:pt x="4260845" y="3115758"/>
                  </a:lnTo>
                  <a:lnTo>
                    <a:pt x="4345235" y="3115360"/>
                  </a:lnTo>
                  <a:lnTo>
                    <a:pt x="4436654" y="3114998"/>
                  </a:lnTo>
                  <a:lnTo>
                    <a:pt x="4535086" y="3114668"/>
                  </a:lnTo>
                  <a:lnTo>
                    <a:pt x="4640023" y="3114368"/>
                  </a:lnTo>
                  <a:lnTo>
                    <a:pt x="4750324" y="3114097"/>
                  </a:lnTo>
                  <a:lnTo>
                    <a:pt x="4864086" y="3113855"/>
                  </a:lnTo>
                  <a:lnTo>
                    <a:pt x="4978590" y="3113642"/>
                  </a:lnTo>
                  <a:lnTo>
                    <a:pt x="5090372" y="3113459"/>
                  </a:lnTo>
                  <a:lnTo>
                    <a:pt x="5195462" y="3113305"/>
                  </a:lnTo>
                  <a:lnTo>
                    <a:pt x="5289816" y="3113182"/>
                  </a:lnTo>
                  <a:lnTo>
                    <a:pt x="5369884" y="3113088"/>
                  </a:lnTo>
                  <a:lnTo>
                    <a:pt x="5433194" y="3113021"/>
                  </a:lnTo>
                  <a:lnTo>
                    <a:pt x="5478833" y="3112977"/>
                  </a:lnTo>
                  <a:lnTo>
                    <a:pt x="5507673" y="3112952"/>
                  </a:lnTo>
                  <a:lnTo>
                    <a:pt x="5522359" y="3112940"/>
                  </a:lnTo>
                  <a:lnTo>
                    <a:pt x="5527102" y="3112936"/>
                  </a:lnTo>
                  <a:lnTo>
                    <a:pt x="5527445" y="3112936"/>
                  </a:lnTo>
                  <a:lnTo>
                    <a:pt x="6522385" y="3112936"/>
                  </a:lnTo>
                  <a:lnTo>
                    <a:pt x="6523450" y="3112881"/>
                  </a:lnTo>
                  <a:lnTo>
                    <a:pt x="6530486" y="3112484"/>
                  </a:lnTo>
                  <a:lnTo>
                    <a:pt x="6548347" y="3111390"/>
                  </a:lnTo>
                  <a:lnTo>
                    <a:pt x="6580591" y="3109233"/>
                  </a:lnTo>
                  <a:lnTo>
                    <a:pt x="6629280" y="3105666"/>
                  </a:lnTo>
                  <a:lnTo>
                    <a:pt x="6694833" y="3100387"/>
                  </a:lnTo>
                  <a:lnTo>
                    <a:pt x="6776054" y="3093167"/>
                  </a:lnTo>
                  <a:lnTo>
                    <a:pt x="6870397" y="3083864"/>
                  </a:lnTo>
                  <a:lnTo>
                    <a:pt x="6974417" y="3072418"/>
                  </a:lnTo>
                  <a:lnTo>
                    <a:pt x="7084306" y="3058830"/>
                  </a:lnTo>
                  <a:lnTo>
                    <a:pt x="7196387" y="3043139"/>
                  </a:lnTo>
                  <a:lnTo>
                    <a:pt x="7307481" y="3025387"/>
                  </a:lnTo>
                  <a:lnTo>
                    <a:pt x="7415106" y="3005593"/>
                  </a:lnTo>
                  <a:lnTo>
                    <a:pt x="7517526" y="2983732"/>
                  </a:lnTo>
                  <a:lnTo>
                    <a:pt x="7613699" y="2959724"/>
                  </a:lnTo>
                  <a:lnTo>
                    <a:pt x="7703160" y="2933425"/>
                  </a:lnTo>
                  <a:lnTo>
                    <a:pt x="7785890" y="2904626"/>
                  </a:lnTo>
                  <a:lnTo>
                    <a:pt x="7862193" y="2873058"/>
                  </a:lnTo>
                  <a:lnTo>
                    <a:pt x="7932585" y="2838393"/>
                  </a:lnTo>
                  <a:lnTo>
                    <a:pt x="7997712" y="2800261"/>
                  </a:lnTo>
                  <a:lnTo>
                    <a:pt x="8058286" y="2758265"/>
                  </a:lnTo>
                  <a:lnTo>
                    <a:pt x="8115038" y="2712014"/>
                  </a:lnTo>
                  <a:lnTo>
                    <a:pt x="8168681" y="2661172"/>
                  </a:lnTo>
                  <a:lnTo>
                    <a:pt x="8219869" y="2605539"/>
                  </a:lnTo>
                  <a:lnTo>
                    <a:pt x="8229629" y="2594113"/>
                  </a:lnTo>
                  <a:lnTo>
                    <a:pt x="8272335" y="2540998"/>
                  </a:lnTo>
                  <a:lnTo>
                    <a:pt x="8314006" y="2484185"/>
                  </a:lnTo>
                  <a:lnTo>
                    <a:pt x="8354910" y="2423600"/>
                  </a:lnTo>
                  <a:lnTo>
                    <a:pt x="8395265" y="2359220"/>
                  </a:lnTo>
                  <a:lnTo>
                    <a:pt x="8435247" y="2291083"/>
                  </a:lnTo>
                  <a:lnTo>
                    <a:pt x="8474996" y="2219290"/>
                  </a:lnTo>
                  <a:lnTo>
                    <a:pt x="8514619" y="2144012"/>
                  </a:lnTo>
                  <a:lnTo>
                    <a:pt x="8554197" y="2065490"/>
                  </a:lnTo>
                  <a:lnTo>
                    <a:pt x="8593784" y="1984035"/>
                  </a:lnTo>
                  <a:lnTo>
                    <a:pt x="8633413" y="1900025"/>
                  </a:lnTo>
                  <a:lnTo>
                    <a:pt x="8673098" y="1813901"/>
                  </a:lnTo>
                  <a:lnTo>
                    <a:pt x="8712838" y="1726154"/>
                  </a:lnTo>
                  <a:lnTo>
                    <a:pt x="8752619" y="1637321"/>
                  </a:lnTo>
                  <a:lnTo>
                    <a:pt x="8792423" y="1547966"/>
                  </a:lnTo>
                  <a:lnTo>
                    <a:pt x="8832224" y="1458665"/>
                  </a:lnTo>
                  <a:lnTo>
                    <a:pt x="8871999" y="1369996"/>
                  </a:lnTo>
                  <a:lnTo>
                    <a:pt x="8911729" y="1282518"/>
                  </a:lnTo>
                  <a:lnTo>
                    <a:pt x="8951403" y="1196759"/>
                  </a:lnTo>
                  <a:lnTo>
                    <a:pt x="8991022" y="1113203"/>
                  </a:lnTo>
                  <a:lnTo>
                    <a:pt x="9030604" y="1032278"/>
                  </a:lnTo>
                  <a:lnTo>
                    <a:pt x="9070186" y="954351"/>
                  </a:lnTo>
                  <a:lnTo>
                    <a:pt x="9109827" y="879720"/>
                  </a:lnTo>
                  <a:lnTo>
                    <a:pt x="9149610" y="808611"/>
                  </a:lnTo>
                  <a:lnTo>
                    <a:pt x="9189651" y="741182"/>
                  </a:lnTo>
                  <a:lnTo>
                    <a:pt x="9230096" y="677523"/>
                  </a:lnTo>
                  <a:lnTo>
                    <a:pt x="9271128" y="617659"/>
                  </a:lnTo>
                  <a:lnTo>
                    <a:pt x="9312973" y="561556"/>
                  </a:lnTo>
                  <a:lnTo>
                    <a:pt x="9347647" y="518822"/>
                  </a:lnTo>
                  <a:lnTo>
                    <a:pt x="9398425" y="462249"/>
                  </a:lnTo>
                  <a:lnTo>
                    <a:pt x="9451539" y="410482"/>
                  </a:lnTo>
                  <a:lnTo>
                    <a:pt x="9507630" y="363358"/>
                  </a:lnTo>
                  <a:lnTo>
                    <a:pt x="9567400" y="320561"/>
                  </a:lnTo>
                  <a:lnTo>
                    <a:pt x="9631581" y="281705"/>
                  </a:lnTo>
                  <a:lnTo>
                    <a:pt x="9700891" y="246394"/>
                  </a:lnTo>
                  <a:lnTo>
                    <a:pt x="9775993" y="214248"/>
                  </a:lnTo>
                  <a:lnTo>
                    <a:pt x="9857437" y="184931"/>
                  </a:lnTo>
                  <a:lnTo>
                    <a:pt x="9945573" y="158162"/>
                  </a:lnTo>
                  <a:lnTo>
                    <a:pt x="10040455" y="133720"/>
                  </a:lnTo>
                  <a:lnTo>
                    <a:pt x="10141717" y="111448"/>
                  </a:lnTo>
                  <a:lnTo>
                    <a:pt x="10248439" y="91254"/>
                  </a:lnTo>
                  <a:lnTo>
                    <a:pt x="10359027" y="73102"/>
                  </a:lnTo>
                  <a:lnTo>
                    <a:pt x="10471146" y="57006"/>
                  </a:lnTo>
                  <a:lnTo>
                    <a:pt x="10581740" y="43004"/>
                  </a:lnTo>
                  <a:lnTo>
                    <a:pt x="10687207" y="31138"/>
                  </a:lnTo>
                  <a:lnTo>
                    <a:pt x="10783730" y="21419"/>
                  </a:lnTo>
                  <a:lnTo>
                    <a:pt x="10867750" y="13801"/>
                  </a:lnTo>
                  <a:lnTo>
                    <a:pt x="10936504" y="8158"/>
                  </a:lnTo>
                  <a:lnTo>
                    <a:pt x="10988506" y="4278"/>
                  </a:lnTo>
                  <a:lnTo>
                    <a:pt x="11023849" y="1872"/>
                  </a:lnTo>
                  <a:lnTo>
                    <a:pt x="11044284" y="599"/>
                  </a:lnTo>
                  <a:lnTo>
                    <a:pt x="11053090" y="95"/>
                  </a:lnTo>
                  <a:lnTo>
                    <a:pt x="11054883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9" name="pl2068"/>
            <p:cNvSpPr/>
            <p:nvPr/>
          </p:nvSpPr>
          <p:spPr>
            <a:xfrm>
              <a:off x="1199187" y="3228066"/>
              <a:ext cx="12049831" cy="3154861"/>
            </a:xfrm>
            <a:custGeom>
              <a:avLst/>
              <a:pathLst>
                <a:path w="12049831" h="3154861">
                  <a:moveTo>
                    <a:pt x="12049831" y="0"/>
                  </a:moveTo>
                  <a:lnTo>
                    <a:pt x="11054891" y="0"/>
                  </a:lnTo>
                  <a:lnTo>
                    <a:pt x="11053826" y="55"/>
                  </a:lnTo>
                  <a:lnTo>
                    <a:pt x="11046790" y="451"/>
                  </a:lnTo>
                  <a:lnTo>
                    <a:pt x="11028929" y="1545"/>
                  </a:lnTo>
                  <a:lnTo>
                    <a:pt x="10996686" y="3702"/>
                  </a:lnTo>
                  <a:lnTo>
                    <a:pt x="10947997" y="7270"/>
                  </a:lnTo>
                  <a:lnTo>
                    <a:pt x="10882444" y="12549"/>
                  </a:lnTo>
                  <a:lnTo>
                    <a:pt x="10801222" y="19769"/>
                  </a:lnTo>
                  <a:lnTo>
                    <a:pt x="10706879" y="29071"/>
                  </a:lnTo>
                  <a:lnTo>
                    <a:pt x="10602859" y="40518"/>
                  </a:lnTo>
                  <a:lnTo>
                    <a:pt x="10492971" y="54105"/>
                  </a:lnTo>
                  <a:lnTo>
                    <a:pt x="10380890" y="69796"/>
                  </a:lnTo>
                  <a:lnTo>
                    <a:pt x="10269795" y="87548"/>
                  </a:lnTo>
                  <a:lnTo>
                    <a:pt x="10162170" y="107343"/>
                  </a:lnTo>
                  <a:lnTo>
                    <a:pt x="10059750" y="129203"/>
                  </a:lnTo>
                  <a:lnTo>
                    <a:pt x="9963578" y="153211"/>
                  </a:lnTo>
                  <a:lnTo>
                    <a:pt x="9874117" y="179511"/>
                  </a:lnTo>
                  <a:lnTo>
                    <a:pt x="9791387" y="208309"/>
                  </a:lnTo>
                  <a:lnTo>
                    <a:pt x="9715084" y="239878"/>
                  </a:lnTo>
                  <a:lnTo>
                    <a:pt x="9644692" y="274543"/>
                  </a:lnTo>
                  <a:lnTo>
                    <a:pt x="9579565" y="312675"/>
                  </a:lnTo>
                  <a:lnTo>
                    <a:pt x="9518991" y="354671"/>
                  </a:lnTo>
                  <a:lnTo>
                    <a:pt x="9462238" y="400922"/>
                  </a:lnTo>
                  <a:lnTo>
                    <a:pt x="9408595" y="451763"/>
                  </a:lnTo>
                  <a:lnTo>
                    <a:pt x="9357407" y="507396"/>
                  </a:lnTo>
                  <a:lnTo>
                    <a:pt x="9347647" y="518822"/>
                  </a:lnTo>
                  <a:lnTo>
                    <a:pt x="9304942" y="571938"/>
                  </a:lnTo>
                  <a:lnTo>
                    <a:pt x="9263270" y="628750"/>
                  </a:lnTo>
                  <a:lnTo>
                    <a:pt x="9222366" y="689336"/>
                  </a:lnTo>
                  <a:lnTo>
                    <a:pt x="9182012" y="753716"/>
                  </a:lnTo>
                  <a:lnTo>
                    <a:pt x="9142030" y="821853"/>
                  </a:lnTo>
                  <a:lnTo>
                    <a:pt x="9102281" y="893646"/>
                  </a:lnTo>
                  <a:lnTo>
                    <a:pt x="9062657" y="968923"/>
                  </a:lnTo>
                  <a:lnTo>
                    <a:pt x="9023079" y="1047445"/>
                  </a:lnTo>
                  <a:lnTo>
                    <a:pt x="8983492" y="1128900"/>
                  </a:lnTo>
                  <a:lnTo>
                    <a:pt x="8943863" y="1212910"/>
                  </a:lnTo>
                  <a:lnTo>
                    <a:pt x="8904179" y="1299035"/>
                  </a:lnTo>
                  <a:lnTo>
                    <a:pt x="8864439" y="1386781"/>
                  </a:lnTo>
                  <a:lnTo>
                    <a:pt x="8824657" y="1475614"/>
                  </a:lnTo>
                  <a:lnTo>
                    <a:pt x="8784854" y="1564970"/>
                  </a:lnTo>
                  <a:lnTo>
                    <a:pt x="8745052" y="1654271"/>
                  </a:lnTo>
                  <a:lnTo>
                    <a:pt x="8705277" y="1742940"/>
                  </a:lnTo>
                  <a:lnTo>
                    <a:pt x="8665547" y="1830418"/>
                  </a:lnTo>
                  <a:lnTo>
                    <a:pt x="8625874" y="1916177"/>
                  </a:lnTo>
                  <a:lnTo>
                    <a:pt x="8586254" y="1999733"/>
                  </a:lnTo>
                  <a:lnTo>
                    <a:pt x="8546672" y="2080657"/>
                  </a:lnTo>
                  <a:lnTo>
                    <a:pt x="8507090" y="2158584"/>
                  </a:lnTo>
                  <a:lnTo>
                    <a:pt x="8467450" y="2233216"/>
                  </a:lnTo>
                  <a:lnTo>
                    <a:pt x="8427666" y="2304325"/>
                  </a:lnTo>
                  <a:lnTo>
                    <a:pt x="8387625" y="2371753"/>
                  </a:lnTo>
                  <a:lnTo>
                    <a:pt x="8347181" y="2435413"/>
                  </a:lnTo>
                  <a:lnTo>
                    <a:pt x="8306149" y="2495277"/>
                  </a:lnTo>
                  <a:lnTo>
                    <a:pt x="8264303" y="2551379"/>
                  </a:lnTo>
                  <a:lnTo>
                    <a:pt x="8229629" y="2594113"/>
                  </a:lnTo>
                  <a:lnTo>
                    <a:pt x="8178852" y="2650687"/>
                  </a:lnTo>
                  <a:lnTo>
                    <a:pt x="8125738" y="2702454"/>
                  </a:lnTo>
                  <a:lnTo>
                    <a:pt x="8069647" y="2749578"/>
                  </a:lnTo>
                  <a:lnTo>
                    <a:pt x="8009876" y="2792375"/>
                  </a:lnTo>
                  <a:lnTo>
                    <a:pt x="7945696" y="2831230"/>
                  </a:lnTo>
                  <a:lnTo>
                    <a:pt x="7876386" y="2866542"/>
                  </a:lnTo>
                  <a:lnTo>
                    <a:pt x="7801283" y="2898688"/>
                  </a:lnTo>
                  <a:lnTo>
                    <a:pt x="7719840" y="2928005"/>
                  </a:lnTo>
                  <a:lnTo>
                    <a:pt x="7631704" y="2954774"/>
                  </a:lnTo>
                  <a:lnTo>
                    <a:pt x="7536821" y="2979216"/>
                  </a:lnTo>
                  <a:lnTo>
                    <a:pt x="7435559" y="3001488"/>
                  </a:lnTo>
                  <a:lnTo>
                    <a:pt x="7328837" y="3021682"/>
                  </a:lnTo>
                  <a:lnTo>
                    <a:pt x="7218249" y="3039833"/>
                  </a:lnTo>
                  <a:lnTo>
                    <a:pt x="7106131" y="3055930"/>
                  </a:lnTo>
                  <a:lnTo>
                    <a:pt x="6995537" y="3069932"/>
                  </a:lnTo>
                  <a:lnTo>
                    <a:pt x="6890069" y="3081798"/>
                  </a:lnTo>
                  <a:lnTo>
                    <a:pt x="6793546" y="3091517"/>
                  </a:lnTo>
                  <a:lnTo>
                    <a:pt x="6709527" y="3099135"/>
                  </a:lnTo>
                  <a:lnTo>
                    <a:pt x="6640772" y="3104778"/>
                  </a:lnTo>
                  <a:lnTo>
                    <a:pt x="6588770" y="3108658"/>
                  </a:lnTo>
                  <a:lnTo>
                    <a:pt x="6553427" y="3111064"/>
                  </a:lnTo>
                  <a:lnTo>
                    <a:pt x="6532993" y="3112337"/>
                  </a:lnTo>
                  <a:lnTo>
                    <a:pt x="6524186" y="3112841"/>
                  </a:lnTo>
                  <a:lnTo>
                    <a:pt x="6522394" y="3112936"/>
                  </a:lnTo>
                  <a:lnTo>
                    <a:pt x="6522385" y="3112936"/>
                  </a:lnTo>
                  <a:lnTo>
                    <a:pt x="5527445" y="3112936"/>
                  </a:lnTo>
                  <a:lnTo>
                    <a:pt x="5526309" y="3112937"/>
                  </a:lnTo>
                  <a:lnTo>
                    <a:pt x="5518809" y="3112943"/>
                  </a:lnTo>
                  <a:lnTo>
                    <a:pt x="5499805" y="3112958"/>
                  </a:lnTo>
                  <a:lnTo>
                    <a:pt x="5465579" y="3112989"/>
                  </a:lnTo>
                  <a:lnTo>
                    <a:pt x="5414061" y="3113041"/>
                  </a:lnTo>
                  <a:lnTo>
                    <a:pt x="5344984" y="3113117"/>
                  </a:lnTo>
                  <a:lnTo>
                    <a:pt x="5259819" y="3113220"/>
                  </a:lnTo>
                  <a:lnTo>
                    <a:pt x="5161457" y="3113353"/>
                  </a:lnTo>
                  <a:lnTo>
                    <a:pt x="5053683" y="3113516"/>
                  </a:lnTo>
                  <a:lnTo>
                    <a:pt x="4940571" y="3113710"/>
                  </a:lnTo>
                  <a:lnTo>
                    <a:pt x="4825963" y="3113932"/>
                  </a:lnTo>
                  <a:lnTo>
                    <a:pt x="4713092" y="3114184"/>
                  </a:lnTo>
                  <a:lnTo>
                    <a:pt x="4604406" y="3114464"/>
                  </a:lnTo>
                  <a:lnTo>
                    <a:pt x="4501543" y="3114774"/>
                  </a:lnTo>
                  <a:lnTo>
                    <a:pt x="4405418" y="3115115"/>
                  </a:lnTo>
                  <a:lnTo>
                    <a:pt x="4316358" y="3115488"/>
                  </a:lnTo>
                  <a:lnTo>
                    <a:pt x="4234250" y="3115898"/>
                  </a:lnTo>
                  <a:lnTo>
                    <a:pt x="4158675" y="3116349"/>
                  </a:lnTo>
                  <a:lnTo>
                    <a:pt x="4089019" y="3116846"/>
                  </a:lnTo>
                  <a:lnTo>
                    <a:pt x="4024554" y="3117393"/>
                  </a:lnTo>
                  <a:lnTo>
                    <a:pt x="3964507" y="3117997"/>
                  </a:lnTo>
                  <a:lnTo>
                    <a:pt x="3908100" y="3118664"/>
                  </a:lnTo>
                  <a:lnTo>
                    <a:pt x="3854598" y="3119397"/>
                  </a:lnTo>
                  <a:lnTo>
                    <a:pt x="3820202" y="3119924"/>
                  </a:lnTo>
                  <a:lnTo>
                    <a:pt x="3758557" y="3120978"/>
                  </a:lnTo>
                  <a:lnTo>
                    <a:pt x="3698835" y="3122139"/>
                  </a:lnTo>
                  <a:lnTo>
                    <a:pt x="3640319" y="3123408"/>
                  </a:lnTo>
                  <a:lnTo>
                    <a:pt x="3582482" y="3124782"/>
                  </a:lnTo>
                  <a:lnTo>
                    <a:pt x="3524954" y="3126256"/>
                  </a:lnTo>
                  <a:lnTo>
                    <a:pt x="3467493" y="3127819"/>
                  </a:lnTo>
                  <a:lnTo>
                    <a:pt x="3409962" y="3129459"/>
                  </a:lnTo>
                  <a:lnTo>
                    <a:pt x="3352315" y="3131156"/>
                  </a:lnTo>
                  <a:lnTo>
                    <a:pt x="3294568" y="3132890"/>
                  </a:lnTo>
                  <a:lnTo>
                    <a:pt x="3236780" y="3134637"/>
                  </a:lnTo>
                  <a:lnTo>
                    <a:pt x="3179022" y="3136375"/>
                  </a:lnTo>
                  <a:lnTo>
                    <a:pt x="3121357" y="3138079"/>
                  </a:lnTo>
                  <a:lnTo>
                    <a:pt x="3063810" y="3139728"/>
                  </a:lnTo>
                  <a:lnTo>
                    <a:pt x="3006343" y="3141305"/>
                  </a:lnTo>
                  <a:lnTo>
                    <a:pt x="2948839" y="3142793"/>
                  </a:lnTo>
                  <a:lnTo>
                    <a:pt x="2891071" y="3144183"/>
                  </a:lnTo>
                  <a:lnTo>
                    <a:pt x="2832691" y="3145468"/>
                  </a:lnTo>
                  <a:lnTo>
                    <a:pt x="2773197" y="3146646"/>
                  </a:lnTo>
                  <a:lnTo>
                    <a:pt x="2711907" y="3147717"/>
                  </a:lnTo>
                  <a:lnTo>
                    <a:pt x="2702183" y="3147874"/>
                  </a:lnTo>
                  <a:lnTo>
                    <a:pt x="2650248" y="3148652"/>
                  </a:lnTo>
                  <a:lnTo>
                    <a:pt x="2595856" y="3149362"/>
                  </a:lnTo>
                  <a:lnTo>
                    <a:pt x="2538321" y="3150008"/>
                  </a:lnTo>
                  <a:lnTo>
                    <a:pt x="2476889" y="3150593"/>
                  </a:lnTo>
                  <a:lnTo>
                    <a:pt x="2410781" y="3151123"/>
                  </a:lnTo>
                  <a:lnTo>
                    <a:pt x="2339230" y="3151603"/>
                  </a:lnTo>
                  <a:lnTo>
                    <a:pt x="2261540" y="3152040"/>
                  </a:lnTo>
                  <a:lnTo>
                    <a:pt x="2177150" y="3152437"/>
                  </a:lnTo>
                  <a:lnTo>
                    <a:pt x="2085731" y="3152800"/>
                  </a:lnTo>
                  <a:lnTo>
                    <a:pt x="1987299" y="3153130"/>
                  </a:lnTo>
                  <a:lnTo>
                    <a:pt x="1882362" y="3153430"/>
                  </a:lnTo>
                  <a:lnTo>
                    <a:pt x="1772061" y="3153700"/>
                  </a:lnTo>
                  <a:lnTo>
                    <a:pt x="1658299" y="3153942"/>
                  </a:lnTo>
                  <a:lnTo>
                    <a:pt x="1543795" y="3154155"/>
                  </a:lnTo>
                  <a:lnTo>
                    <a:pt x="1432013" y="3154339"/>
                  </a:lnTo>
                  <a:lnTo>
                    <a:pt x="1326923" y="3154492"/>
                  </a:lnTo>
                  <a:lnTo>
                    <a:pt x="1232569" y="3154615"/>
                  </a:lnTo>
                  <a:lnTo>
                    <a:pt x="1152501" y="3154709"/>
                  </a:lnTo>
                  <a:lnTo>
                    <a:pt x="1089191" y="3154776"/>
                  </a:lnTo>
                  <a:lnTo>
                    <a:pt x="1043552" y="3154820"/>
                  </a:lnTo>
                  <a:lnTo>
                    <a:pt x="1014712" y="3154846"/>
                  </a:lnTo>
                  <a:lnTo>
                    <a:pt x="1000026" y="3154857"/>
                  </a:lnTo>
                  <a:lnTo>
                    <a:pt x="995283" y="3154861"/>
                  </a:lnTo>
                  <a:lnTo>
                    <a:pt x="994940" y="3154861"/>
                  </a:lnTo>
                  <a:lnTo>
                    <a:pt x="0" y="3154861"/>
                  </a:lnTo>
                  <a:lnTo>
                    <a:pt x="0" y="31548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0" name="pg2069"/>
            <p:cNvSpPr/>
            <p:nvPr/>
          </p:nvSpPr>
          <p:spPr>
            <a:xfrm>
              <a:off x="1199187" y="1629672"/>
              <a:ext cx="12049831" cy="4732292"/>
            </a:xfrm>
            <a:custGeom>
              <a:avLst/>
              <a:pathLst>
                <a:path w="12049831" h="4732292">
                  <a:moveTo>
                    <a:pt x="0" y="4732292"/>
                  </a:moveTo>
                  <a:lnTo>
                    <a:pt x="994940" y="4732292"/>
                  </a:lnTo>
                  <a:lnTo>
                    <a:pt x="996037" y="4732250"/>
                  </a:lnTo>
                  <a:lnTo>
                    <a:pt x="1003281" y="4731953"/>
                  </a:lnTo>
                  <a:lnTo>
                    <a:pt x="1021657" y="4731130"/>
                  </a:lnTo>
                  <a:lnTo>
                    <a:pt x="1054794" y="4729509"/>
                  </a:lnTo>
                  <a:lnTo>
                    <a:pt x="1104760" y="4726829"/>
                  </a:lnTo>
                  <a:lnTo>
                    <a:pt x="1171909" y="4722865"/>
                  </a:lnTo>
                  <a:lnTo>
                    <a:pt x="1254920" y="4717450"/>
                  </a:lnTo>
                  <a:lnTo>
                    <a:pt x="1351094" y="4710481"/>
                  </a:lnTo>
                  <a:lnTo>
                    <a:pt x="1456832" y="4701915"/>
                  </a:lnTo>
                  <a:lnTo>
                    <a:pt x="1568203" y="4691759"/>
                  </a:lnTo>
                  <a:lnTo>
                    <a:pt x="1681455" y="4680041"/>
                  </a:lnTo>
                  <a:lnTo>
                    <a:pt x="1793381" y="4666794"/>
                  </a:lnTo>
                  <a:lnTo>
                    <a:pt x="1901512" y="4652027"/>
                  </a:lnTo>
                  <a:lnTo>
                    <a:pt x="2004155" y="4635717"/>
                  </a:lnTo>
                  <a:lnTo>
                    <a:pt x="2100322" y="4617798"/>
                  </a:lnTo>
                  <a:lnTo>
                    <a:pt x="2189613" y="4598153"/>
                  </a:lnTo>
                  <a:lnTo>
                    <a:pt x="2272067" y="4576620"/>
                  </a:lnTo>
                  <a:lnTo>
                    <a:pt x="2348041" y="4552987"/>
                  </a:lnTo>
                  <a:lnTo>
                    <a:pt x="2418097" y="4527003"/>
                  </a:lnTo>
                  <a:lnTo>
                    <a:pt x="2482916" y="4498384"/>
                  </a:lnTo>
                  <a:lnTo>
                    <a:pt x="2543242" y="4466830"/>
                  </a:lnTo>
                  <a:lnTo>
                    <a:pt x="2599826" y="4432053"/>
                  </a:lnTo>
                  <a:lnTo>
                    <a:pt x="2653391" y="4393817"/>
                  </a:lnTo>
                  <a:lnTo>
                    <a:pt x="2702183" y="4354093"/>
                  </a:lnTo>
                  <a:lnTo>
                    <a:pt x="2749915" y="4310571"/>
                  </a:lnTo>
                  <a:lnTo>
                    <a:pt x="2796392" y="4263662"/>
                  </a:lnTo>
                  <a:lnTo>
                    <a:pt x="2841978" y="4213298"/>
                  </a:lnTo>
                  <a:lnTo>
                    <a:pt x="2886958" y="4159474"/>
                  </a:lnTo>
                  <a:lnTo>
                    <a:pt x="2931559" y="4102257"/>
                  </a:lnTo>
                  <a:lnTo>
                    <a:pt x="2975953" y="4041787"/>
                  </a:lnTo>
                  <a:lnTo>
                    <a:pt x="3020264" y="3978286"/>
                  </a:lnTo>
                  <a:lnTo>
                    <a:pt x="3064577" y="3912056"/>
                  </a:lnTo>
                  <a:lnTo>
                    <a:pt x="3108940" y="3843476"/>
                  </a:lnTo>
                  <a:lnTo>
                    <a:pt x="3153374" y="3772998"/>
                  </a:lnTo>
                  <a:lnTo>
                    <a:pt x="3197873" y="3701132"/>
                  </a:lnTo>
                  <a:lnTo>
                    <a:pt x="3242418" y="3628433"/>
                  </a:lnTo>
                  <a:lnTo>
                    <a:pt x="3286978" y="3555485"/>
                  </a:lnTo>
                  <a:lnTo>
                    <a:pt x="3331518" y="3482879"/>
                  </a:lnTo>
                  <a:lnTo>
                    <a:pt x="3376008" y="3411195"/>
                  </a:lnTo>
                  <a:lnTo>
                    <a:pt x="3420430" y="3340984"/>
                  </a:lnTo>
                  <a:lnTo>
                    <a:pt x="3464783" y="3272746"/>
                  </a:lnTo>
                  <a:lnTo>
                    <a:pt x="3509092" y="3206922"/>
                  </a:lnTo>
                  <a:lnTo>
                    <a:pt x="3553409" y="3143880"/>
                  </a:lnTo>
                  <a:lnTo>
                    <a:pt x="3597826" y="3083909"/>
                  </a:lnTo>
                  <a:lnTo>
                    <a:pt x="3642475" y="3027218"/>
                  </a:lnTo>
                  <a:lnTo>
                    <a:pt x="3687534" y="2973937"/>
                  </a:lnTo>
                  <a:lnTo>
                    <a:pt x="3733239" y="2924119"/>
                  </a:lnTo>
                  <a:lnTo>
                    <a:pt x="3779887" y="2877748"/>
                  </a:lnTo>
                  <a:lnTo>
                    <a:pt x="3820202" y="2841297"/>
                  </a:lnTo>
                  <a:lnTo>
                    <a:pt x="3871506" y="2799656"/>
                  </a:lnTo>
                  <a:lnTo>
                    <a:pt x="3925201" y="2761590"/>
                  </a:lnTo>
                  <a:lnTo>
                    <a:pt x="3981947" y="2726974"/>
                  </a:lnTo>
                  <a:lnTo>
                    <a:pt x="4042471" y="2695568"/>
                  </a:lnTo>
                  <a:lnTo>
                    <a:pt x="4107525" y="2667082"/>
                  </a:lnTo>
                  <a:lnTo>
                    <a:pt x="4177850" y="2641217"/>
                  </a:lnTo>
                  <a:lnTo>
                    <a:pt x="4254124" y="2617690"/>
                  </a:lnTo>
                  <a:lnTo>
                    <a:pt x="4336900" y="2596252"/>
                  </a:lnTo>
                  <a:lnTo>
                    <a:pt x="4426523" y="2576694"/>
                  </a:lnTo>
                  <a:lnTo>
                    <a:pt x="4523015" y="2558854"/>
                  </a:lnTo>
                  <a:lnTo>
                    <a:pt x="4625948" y="2542619"/>
                  </a:lnTo>
                  <a:lnTo>
                    <a:pt x="4734306" y="2527925"/>
                  </a:lnTo>
                  <a:lnTo>
                    <a:pt x="4846358" y="2514751"/>
                  </a:lnTo>
                  <a:lnTo>
                    <a:pt x="4959599" y="2503107"/>
                  </a:lnTo>
                  <a:lnTo>
                    <a:pt x="5070789" y="2493027"/>
                  </a:lnTo>
                  <a:lnTo>
                    <a:pt x="5176157" y="2484538"/>
                  </a:lnTo>
                  <a:lnTo>
                    <a:pt x="5271776" y="2477645"/>
                  </a:lnTo>
                  <a:lnTo>
                    <a:pt x="5354079" y="2472302"/>
                  </a:lnTo>
                  <a:lnTo>
                    <a:pt x="5420419" y="2468405"/>
                  </a:lnTo>
                  <a:lnTo>
                    <a:pt x="5469556" y="2465781"/>
                  </a:lnTo>
                  <a:lnTo>
                    <a:pt x="5501924" y="2464204"/>
                  </a:lnTo>
                  <a:lnTo>
                    <a:pt x="5519671" y="2463413"/>
                  </a:lnTo>
                  <a:lnTo>
                    <a:pt x="5526496" y="2463134"/>
                  </a:lnTo>
                  <a:lnTo>
                    <a:pt x="5527445" y="2463098"/>
                  </a:lnTo>
                  <a:lnTo>
                    <a:pt x="6522385" y="2463098"/>
                  </a:lnTo>
                  <a:lnTo>
                    <a:pt x="6523476" y="2463053"/>
                  </a:lnTo>
                  <a:lnTo>
                    <a:pt x="6530678" y="2462732"/>
                  </a:lnTo>
                  <a:lnTo>
                    <a:pt x="6548950" y="2461847"/>
                  </a:lnTo>
                  <a:lnTo>
                    <a:pt x="6581907" y="2460101"/>
                  </a:lnTo>
                  <a:lnTo>
                    <a:pt x="6631616" y="2457216"/>
                  </a:lnTo>
                  <a:lnTo>
                    <a:pt x="6698443" y="2452948"/>
                  </a:lnTo>
                  <a:lnTo>
                    <a:pt x="6781095" y="2447116"/>
                  </a:lnTo>
                  <a:lnTo>
                    <a:pt x="6876903" y="2439608"/>
                  </a:lnTo>
                  <a:lnTo>
                    <a:pt x="6982298" y="2430379"/>
                  </a:lnTo>
                  <a:lnTo>
                    <a:pt x="7093374" y="2419433"/>
                  </a:lnTo>
                  <a:lnTo>
                    <a:pt x="7206394" y="2406802"/>
                  </a:lnTo>
                  <a:lnTo>
                    <a:pt x="7318157" y="2392520"/>
                  </a:lnTo>
                  <a:lnTo>
                    <a:pt x="7426189" y="2376599"/>
                  </a:lnTo>
                  <a:lnTo>
                    <a:pt x="7528790" y="2359015"/>
                  </a:lnTo>
                  <a:lnTo>
                    <a:pt x="7624961" y="2339697"/>
                  </a:lnTo>
                  <a:lnTo>
                    <a:pt x="7714287" y="2318523"/>
                  </a:lnTo>
                  <a:lnTo>
                    <a:pt x="7796798" y="2295318"/>
                  </a:lnTo>
                  <a:lnTo>
                    <a:pt x="7872839" y="2269856"/>
                  </a:lnTo>
                  <a:lnTo>
                    <a:pt x="7942961" y="2241869"/>
                  </a:lnTo>
                  <a:lnTo>
                    <a:pt x="8007842" y="2211050"/>
                  </a:lnTo>
                  <a:lnTo>
                    <a:pt x="8068216" y="2177080"/>
                  </a:lnTo>
                  <a:lnTo>
                    <a:pt x="8124832" y="2139644"/>
                  </a:lnTo>
                  <a:lnTo>
                    <a:pt x="8178411" y="2098486"/>
                  </a:lnTo>
                  <a:lnTo>
                    <a:pt x="8229629" y="2053455"/>
                  </a:lnTo>
                  <a:lnTo>
                    <a:pt x="8276128" y="2007595"/>
                  </a:lnTo>
                  <a:lnTo>
                    <a:pt x="8321428" y="1958259"/>
                  </a:lnTo>
                  <a:lnTo>
                    <a:pt x="8365866" y="1905376"/>
                  </a:lnTo>
                  <a:lnTo>
                    <a:pt x="8409712" y="1848938"/>
                  </a:lnTo>
                  <a:lnTo>
                    <a:pt x="8453179" y="1789002"/>
                  </a:lnTo>
                  <a:lnTo>
                    <a:pt x="8496430" y="1725702"/>
                  </a:lnTo>
                  <a:lnTo>
                    <a:pt x="8539587" y="1659246"/>
                  </a:lnTo>
                  <a:lnTo>
                    <a:pt x="8582734" y="1589924"/>
                  </a:lnTo>
                  <a:lnTo>
                    <a:pt x="8625921" y="1518101"/>
                  </a:lnTo>
                  <a:lnTo>
                    <a:pt x="8669173" y="1444212"/>
                  </a:lnTo>
                  <a:lnTo>
                    <a:pt x="8712491" y="1368755"/>
                  </a:lnTo>
                  <a:lnTo>
                    <a:pt x="8755859" y="1292274"/>
                  </a:lnTo>
                  <a:lnTo>
                    <a:pt x="8799251" y="1215346"/>
                  </a:lnTo>
                  <a:lnTo>
                    <a:pt x="8842634" y="1138563"/>
                  </a:lnTo>
                  <a:lnTo>
                    <a:pt x="8885980" y="1062513"/>
                  </a:lnTo>
                  <a:lnTo>
                    <a:pt x="8929267" y="987757"/>
                  </a:lnTo>
                  <a:lnTo>
                    <a:pt x="8972486" y="914820"/>
                  </a:lnTo>
                  <a:lnTo>
                    <a:pt x="9015649" y="844170"/>
                  </a:lnTo>
                  <a:lnTo>
                    <a:pt x="9058793" y="776209"/>
                  </a:lnTo>
                  <a:lnTo>
                    <a:pt x="9101983" y="711265"/>
                  </a:lnTo>
                  <a:lnTo>
                    <a:pt x="9145322" y="649589"/>
                  </a:lnTo>
                  <a:lnTo>
                    <a:pt x="9188951" y="591352"/>
                  </a:lnTo>
                  <a:lnTo>
                    <a:pt x="9233057" y="536650"/>
                  </a:lnTo>
                  <a:lnTo>
                    <a:pt x="9277879" y="485507"/>
                  </a:lnTo>
                  <a:lnTo>
                    <a:pt x="9323718" y="437884"/>
                  </a:lnTo>
                  <a:lnTo>
                    <a:pt x="9347647" y="414883"/>
                  </a:lnTo>
                  <a:lnTo>
                    <a:pt x="9398846" y="369868"/>
                  </a:lnTo>
                  <a:lnTo>
                    <a:pt x="9452424" y="328708"/>
                  </a:lnTo>
                  <a:lnTo>
                    <a:pt x="9509039" y="291271"/>
                  </a:lnTo>
                  <a:lnTo>
                    <a:pt x="9569412" y="257299"/>
                  </a:lnTo>
                  <a:lnTo>
                    <a:pt x="9634291" y="226480"/>
                  </a:lnTo>
                  <a:lnTo>
                    <a:pt x="9704411" y="198491"/>
                  </a:lnTo>
                  <a:lnTo>
                    <a:pt x="9780449" y="173029"/>
                  </a:lnTo>
                  <a:lnTo>
                    <a:pt x="9862958" y="149823"/>
                  </a:lnTo>
                  <a:lnTo>
                    <a:pt x="9952281" y="128648"/>
                  </a:lnTo>
                  <a:lnTo>
                    <a:pt x="10048450" y="109330"/>
                  </a:lnTo>
                  <a:lnTo>
                    <a:pt x="10151048" y="91745"/>
                  </a:lnTo>
                  <a:lnTo>
                    <a:pt x="10259079" y="75823"/>
                  </a:lnTo>
                  <a:lnTo>
                    <a:pt x="10370841" y="61540"/>
                  </a:lnTo>
                  <a:lnTo>
                    <a:pt x="10483861" y="48909"/>
                  </a:lnTo>
                  <a:lnTo>
                    <a:pt x="10594939" y="37963"/>
                  </a:lnTo>
                  <a:lnTo>
                    <a:pt x="10700337" y="28733"/>
                  </a:lnTo>
                  <a:lnTo>
                    <a:pt x="10796148" y="21224"/>
                  </a:lnTo>
                  <a:lnTo>
                    <a:pt x="10878806" y="15392"/>
                  </a:lnTo>
                  <a:lnTo>
                    <a:pt x="10945639" y="11123"/>
                  </a:lnTo>
                  <a:lnTo>
                    <a:pt x="10995354" y="8237"/>
                  </a:lnTo>
                  <a:lnTo>
                    <a:pt x="11028317" y="6492"/>
                  </a:lnTo>
                  <a:lnTo>
                    <a:pt x="11046594" y="5606"/>
                  </a:lnTo>
                  <a:lnTo>
                    <a:pt x="11053799" y="528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01" y="45"/>
                  </a:lnTo>
                  <a:lnTo>
                    <a:pt x="11046598" y="365"/>
                  </a:lnTo>
                  <a:lnTo>
                    <a:pt x="11028326" y="1250"/>
                  </a:lnTo>
                  <a:lnTo>
                    <a:pt x="10995369" y="2996"/>
                  </a:lnTo>
                  <a:lnTo>
                    <a:pt x="10945660" y="5881"/>
                  </a:lnTo>
                  <a:lnTo>
                    <a:pt x="10878833" y="10149"/>
                  </a:lnTo>
                  <a:lnTo>
                    <a:pt x="10796181" y="15981"/>
                  </a:lnTo>
                  <a:lnTo>
                    <a:pt x="10700374" y="23489"/>
                  </a:lnTo>
                  <a:lnTo>
                    <a:pt x="10594979" y="32718"/>
                  </a:lnTo>
                  <a:lnTo>
                    <a:pt x="10483903" y="43664"/>
                  </a:lnTo>
                  <a:lnTo>
                    <a:pt x="10370882" y="56295"/>
                  </a:lnTo>
                  <a:lnTo>
                    <a:pt x="10259120" y="70577"/>
                  </a:lnTo>
                  <a:lnTo>
                    <a:pt x="10151087" y="86498"/>
                  </a:lnTo>
                  <a:lnTo>
                    <a:pt x="10048486" y="104082"/>
                  </a:lnTo>
                  <a:lnTo>
                    <a:pt x="9952316" y="123400"/>
                  </a:lnTo>
                  <a:lnTo>
                    <a:pt x="9862989" y="144574"/>
                  </a:lnTo>
                  <a:lnTo>
                    <a:pt x="9780479" y="167779"/>
                  </a:lnTo>
                  <a:lnTo>
                    <a:pt x="9704438" y="193241"/>
                  </a:lnTo>
                  <a:lnTo>
                    <a:pt x="9634315" y="221228"/>
                  </a:lnTo>
                  <a:lnTo>
                    <a:pt x="9569435" y="252047"/>
                  </a:lnTo>
                  <a:lnTo>
                    <a:pt x="9509061" y="286017"/>
                  </a:lnTo>
                  <a:lnTo>
                    <a:pt x="9452445" y="323453"/>
                  </a:lnTo>
                  <a:lnTo>
                    <a:pt x="9398865" y="364611"/>
                  </a:lnTo>
                  <a:lnTo>
                    <a:pt x="9347647" y="409642"/>
                  </a:lnTo>
                  <a:lnTo>
                    <a:pt x="9301148" y="455502"/>
                  </a:lnTo>
                  <a:lnTo>
                    <a:pt x="9255848" y="504838"/>
                  </a:lnTo>
                  <a:lnTo>
                    <a:pt x="9211410" y="557721"/>
                  </a:lnTo>
                  <a:lnTo>
                    <a:pt x="9167564" y="614159"/>
                  </a:lnTo>
                  <a:lnTo>
                    <a:pt x="9124098" y="674095"/>
                  </a:lnTo>
                  <a:lnTo>
                    <a:pt x="9080846" y="737395"/>
                  </a:lnTo>
                  <a:lnTo>
                    <a:pt x="9037689" y="803851"/>
                  </a:lnTo>
                  <a:lnTo>
                    <a:pt x="8994543" y="873173"/>
                  </a:lnTo>
                  <a:lnTo>
                    <a:pt x="8951355" y="944996"/>
                  </a:lnTo>
                  <a:lnTo>
                    <a:pt x="8908103" y="1018885"/>
                  </a:lnTo>
                  <a:lnTo>
                    <a:pt x="8864785" y="1094342"/>
                  </a:lnTo>
                  <a:lnTo>
                    <a:pt x="8821417" y="1170823"/>
                  </a:lnTo>
                  <a:lnTo>
                    <a:pt x="8778026" y="1247751"/>
                  </a:lnTo>
                  <a:lnTo>
                    <a:pt x="8734642" y="1324534"/>
                  </a:lnTo>
                  <a:lnTo>
                    <a:pt x="8691296" y="1400584"/>
                  </a:lnTo>
                  <a:lnTo>
                    <a:pt x="8648009" y="1475340"/>
                  </a:lnTo>
                  <a:lnTo>
                    <a:pt x="8604790" y="1548277"/>
                  </a:lnTo>
                  <a:lnTo>
                    <a:pt x="8561627" y="1618927"/>
                  </a:lnTo>
                  <a:lnTo>
                    <a:pt x="8518484" y="1686888"/>
                  </a:lnTo>
                  <a:lnTo>
                    <a:pt x="8475293" y="1751832"/>
                  </a:lnTo>
                  <a:lnTo>
                    <a:pt x="8431954" y="1813508"/>
                  </a:lnTo>
                  <a:lnTo>
                    <a:pt x="8388326" y="1871745"/>
                  </a:lnTo>
                  <a:lnTo>
                    <a:pt x="8344220" y="1926447"/>
                  </a:lnTo>
                  <a:lnTo>
                    <a:pt x="8299398" y="1977590"/>
                  </a:lnTo>
                  <a:lnTo>
                    <a:pt x="8253558" y="2025213"/>
                  </a:lnTo>
                  <a:lnTo>
                    <a:pt x="8229629" y="2048214"/>
                  </a:lnTo>
                  <a:lnTo>
                    <a:pt x="8178431" y="2093229"/>
                  </a:lnTo>
                  <a:lnTo>
                    <a:pt x="8124852" y="2134389"/>
                  </a:lnTo>
                  <a:lnTo>
                    <a:pt x="8068237" y="2171826"/>
                  </a:lnTo>
                  <a:lnTo>
                    <a:pt x="8007864" y="2205798"/>
                  </a:lnTo>
                  <a:lnTo>
                    <a:pt x="7942986" y="2236617"/>
                  </a:lnTo>
                  <a:lnTo>
                    <a:pt x="7872865" y="2264606"/>
                  </a:lnTo>
                  <a:lnTo>
                    <a:pt x="7796827" y="2290068"/>
                  </a:lnTo>
                  <a:lnTo>
                    <a:pt x="7714319" y="2313274"/>
                  </a:lnTo>
                  <a:lnTo>
                    <a:pt x="7624995" y="2334449"/>
                  </a:lnTo>
                  <a:lnTo>
                    <a:pt x="7528827" y="2353767"/>
                  </a:lnTo>
                  <a:lnTo>
                    <a:pt x="7426228" y="2371352"/>
                  </a:lnTo>
                  <a:lnTo>
                    <a:pt x="7318197" y="2387274"/>
                  </a:lnTo>
                  <a:lnTo>
                    <a:pt x="7206436" y="2401557"/>
                  </a:lnTo>
                  <a:lnTo>
                    <a:pt x="7093415" y="2414188"/>
                  </a:lnTo>
                  <a:lnTo>
                    <a:pt x="6982338" y="2425134"/>
                  </a:lnTo>
                  <a:lnTo>
                    <a:pt x="6876940" y="2434364"/>
                  </a:lnTo>
                  <a:lnTo>
                    <a:pt x="6781128" y="2441873"/>
                  </a:lnTo>
                  <a:lnTo>
                    <a:pt x="6698471" y="2447705"/>
                  </a:lnTo>
                  <a:lnTo>
                    <a:pt x="6631638" y="2451974"/>
                  </a:lnTo>
                  <a:lnTo>
                    <a:pt x="6581922" y="2454860"/>
                  </a:lnTo>
                  <a:lnTo>
                    <a:pt x="6548960" y="2456606"/>
                  </a:lnTo>
                  <a:lnTo>
                    <a:pt x="6530683" y="2457491"/>
                  </a:lnTo>
                  <a:lnTo>
                    <a:pt x="6523477" y="2457812"/>
                  </a:lnTo>
                  <a:lnTo>
                    <a:pt x="6522385" y="2457857"/>
                  </a:lnTo>
                  <a:lnTo>
                    <a:pt x="5527445" y="2457857"/>
                  </a:lnTo>
                  <a:lnTo>
                    <a:pt x="5526348" y="2457899"/>
                  </a:lnTo>
                  <a:lnTo>
                    <a:pt x="5519104" y="2458196"/>
                  </a:lnTo>
                  <a:lnTo>
                    <a:pt x="5500728" y="2459019"/>
                  </a:lnTo>
                  <a:lnTo>
                    <a:pt x="5467591" y="2460640"/>
                  </a:lnTo>
                  <a:lnTo>
                    <a:pt x="5417624" y="2463320"/>
                  </a:lnTo>
                  <a:lnTo>
                    <a:pt x="5350476" y="2467284"/>
                  </a:lnTo>
                  <a:lnTo>
                    <a:pt x="5267465" y="2472699"/>
                  </a:lnTo>
                  <a:lnTo>
                    <a:pt x="5171291" y="2479668"/>
                  </a:lnTo>
                  <a:lnTo>
                    <a:pt x="5065553" y="2488234"/>
                  </a:lnTo>
                  <a:lnTo>
                    <a:pt x="4954182" y="2498390"/>
                  </a:lnTo>
                  <a:lnTo>
                    <a:pt x="4840930" y="2510108"/>
                  </a:lnTo>
                  <a:lnTo>
                    <a:pt x="4729004" y="2523355"/>
                  </a:lnTo>
                  <a:lnTo>
                    <a:pt x="4620873" y="2538122"/>
                  </a:lnTo>
                  <a:lnTo>
                    <a:pt x="4518230" y="2554432"/>
                  </a:lnTo>
                  <a:lnTo>
                    <a:pt x="4422063" y="2572351"/>
                  </a:lnTo>
                  <a:lnTo>
                    <a:pt x="4332772" y="2591996"/>
                  </a:lnTo>
                  <a:lnTo>
                    <a:pt x="4250318" y="2613529"/>
                  </a:lnTo>
                  <a:lnTo>
                    <a:pt x="4174344" y="2637162"/>
                  </a:lnTo>
                  <a:lnTo>
                    <a:pt x="4104288" y="2663146"/>
                  </a:lnTo>
                  <a:lnTo>
                    <a:pt x="4039469" y="2691765"/>
                  </a:lnTo>
                  <a:lnTo>
                    <a:pt x="3979143" y="2723319"/>
                  </a:lnTo>
                  <a:lnTo>
                    <a:pt x="3922559" y="2758096"/>
                  </a:lnTo>
                  <a:lnTo>
                    <a:pt x="3868994" y="2796332"/>
                  </a:lnTo>
                  <a:lnTo>
                    <a:pt x="3820202" y="2836056"/>
                  </a:lnTo>
                  <a:lnTo>
                    <a:pt x="3772470" y="2879578"/>
                  </a:lnTo>
                  <a:lnTo>
                    <a:pt x="3725993" y="2926487"/>
                  </a:lnTo>
                  <a:lnTo>
                    <a:pt x="3680407" y="2976851"/>
                  </a:lnTo>
                  <a:lnTo>
                    <a:pt x="3635427" y="3030675"/>
                  </a:lnTo>
                  <a:lnTo>
                    <a:pt x="3590826" y="3087892"/>
                  </a:lnTo>
                  <a:lnTo>
                    <a:pt x="3546432" y="3148362"/>
                  </a:lnTo>
                  <a:lnTo>
                    <a:pt x="3502121" y="3211863"/>
                  </a:lnTo>
                  <a:lnTo>
                    <a:pt x="3457808" y="3278093"/>
                  </a:lnTo>
                  <a:lnTo>
                    <a:pt x="3413445" y="3346673"/>
                  </a:lnTo>
                  <a:lnTo>
                    <a:pt x="3369011" y="3417151"/>
                  </a:lnTo>
                  <a:lnTo>
                    <a:pt x="3324512" y="3489017"/>
                  </a:lnTo>
                  <a:lnTo>
                    <a:pt x="3279967" y="3561716"/>
                  </a:lnTo>
                  <a:lnTo>
                    <a:pt x="3235407" y="3634664"/>
                  </a:lnTo>
                  <a:lnTo>
                    <a:pt x="3190867" y="3707270"/>
                  </a:lnTo>
                  <a:lnTo>
                    <a:pt x="3146377" y="3778953"/>
                  </a:lnTo>
                  <a:lnTo>
                    <a:pt x="3101955" y="3849165"/>
                  </a:lnTo>
                  <a:lnTo>
                    <a:pt x="3057602" y="3917403"/>
                  </a:lnTo>
                  <a:lnTo>
                    <a:pt x="3013293" y="3983227"/>
                  </a:lnTo>
                  <a:lnTo>
                    <a:pt x="2968976" y="4046269"/>
                  </a:lnTo>
                  <a:lnTo>
                    <a:pt x="2924559" y="4106240"/>
                  </a:lnTo>
                  <a:lnTo>
                    <a:pt x="2879910" y="4162931"/>
                  </a:lnTo>
                  <a:lnTo>
                    <a:pt x="2834851" y="4216212"/>
                  </a:lnTo>
                  <a:lnTo>
                    <a:pt x="2789146" y="4266030"/>
                  </a:lnTo>
                  <a:lnTo>
                    <a:pt x="2742498" y="4312401"/>
                  </a:lnTo>
                  <a:lnTo>
                    <a:pt x="2702183" y="4348852"/>
                  </a:lnTo>
                  <a:lnTo>
                    <a:pt x="2650879" y="4390493"/>
                  </a:lnTo>
                  <a:lnTo>
                    <a:pt x="2597184" y="4428559"/>
                  </a:lnTo>
                  <a:lnTo>
                    <a:pt x="2540438" y="4463175"/>
                  </a:lnTo>
                  <a:lnTo>
                    <a:pt x="2479914" y="4494581"/>
                  </a:lnTo>
                  <a:lnTo>
                    <a:pt x="2414860" y="4523067"/>
                  </a:lnTo>
                  <a:lnTo>
                    <a:pt x="2344535" y="4548932"/>
                  </a:lnTo>
                  <a:lnTo>
                    <a:pt x="2268261" y="4572459"/>
                  </a:lnTo>
                  <a:lnTo>
                    <a:pt x="2185485" y="4593897"/>
                  </a:lnTo>
                  <a:lnTo>
                    <a:pt x="2095862" y="4613455"/>
                  </a:lnTo>
                  <a:lnTo>
                    <a:pt x="1999370" y="4631295"/>
                  </a:lnTo>
                  <a:lnTo>
                    <a:pt x="1896437" y="4647530"/>
                  </a:lnTo>
                  <a:lnTo>
                    <a:pt x="1788079" y="4662224"/>
                  </a:lnTo>
                  <a:lnTo>
                    <a:pt x="1676027" y="4675398"/>
                  </a:lnTo>
                  <a:lnTo>
                    <a:pt x="1562786" y="4687042"/>
                  </a:lnTo>
                  <a:lnTo>
                    <a:pt x="1451596" y="4697122"/>
                  </a:lnTo>
                  <a:lnTo>
                    <a:pt x="1346228" y="4705611"/>
                  </a:lnTo>
                  <a:lnTo>
                    <a:pt x="1250609" y="4712504"/>
                  </a:lnTo>
                  <a:lnTo>
                    <a:pt x="1168306" y="4717847"/>
                  </a:lnTo>
                  <a:lnTo>
                    <a:pt x="1101966" y="4721744"/>
                  </a:lnTo>
                  <a:lnTo>
                    <a:pt x="1052829" y="4724368"/>
                  </a:lnTo>
                  <a:lnTo>
                    <a:pt x="1020461" y="4725945"/>
                  </a:lnTo>
                  <a:lnTo>
                    <a:pt x="1002714" y="4726736"/>
                  </a:lnTo>
                  <a:lnTo>
                    <a:pt x="995889" y="4727015"/>
                  </a:lnTo>
                  <a:lnTo>
                    <a:pt x="994940" y="4727051"/>
                  </a:lnTo>
                  <a:lnTo>
                    <a:pt x="0" y="4727051"/>
                  </a:lnTo>
                  <a:close/>
                </a:path>
              </a:pathLst>
            </a:custGeom>
            <a:solidFill>
              <a:srgbClr val="26A69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71" name="pl2070"/>
            <p:cNvSpPr/>
            <p:nvPr/>
          </p:nvSpPr>
          <p:spPr>
            <a:xfrm>
              <a:off x="1199187" y="1634913"/>
              <a:ext cx="12049831" cy="4727051"/>
            </a:xfrm>
            <a:custGeom>
              <a:avLst/>
              <a:pathLst>
                <a:path w="12049831" h="4727051">
                  <a:moveTo>
                    <a:pt x="0" y="4727051"/>
                  </a:moveTo>
                  <a:lnTo>
                    <a:pt x="994940" y="4727051"/>
                  </a:lnTo>
                  <a:lnTo>
                    <a:pt x="996037" y="4727010"/>
                  </a:lnTo>
                  <a:lnTo>
                    <a:pt x="1003281" y="4726712"/>
                  </a:lnTo>
                  <a:lnTo>
                    <a:pt x="1021657" y="4725889"/>
                  </a:lnTo>
                  <a:lnTo>
                    <a:pt x="1054794" y="4724268"/>
                  </a:lnTo>
                  <a:lnTo>
                    <a:pt x="1104760" y="4721588"/>
                  </a:lnTo>
                  <a:lnTo>
                    <a:pt x="1171909" y="4717625"/>
                  </a:lnTo>
                  <a:lnTo>
                    <a:pt x="1254920" y="4712210"/>
                  </a:lnTo>
                  <a:lnTo>
                    <a:pt x="1351094" y="4705240"/>
                  </a:lnTo>
                  <a:lnTo>
                    <a:pt x="1456832" y="4696674"/>
                  </a:lnTo>
                  <a:lnTo>
                    <a:pt x="1568203" y="4686518"/>
                  </a:lnTo>
                  <a:lnTo>
                    <a:pt x="1681455" y="4674801"/>
                  </a:lnTo>
                  <a:lnTo>
                    <a:pt x="1793381" y="4661553"/>
                  </a:lnTo>
                  <a:lnTo>
                    <a:pt x="1901512" y="4646786"/>
                  </a:lnTo>
                  <a:lnTo>
                    <a:pt x="2004155" y="4630476"/>
                  </a:lnTo>
                  <a:lnTo>
                    <a:pt x="2100322" y="4612557"/>
                  </a:lnTo>
                  <a:lnTo>
                    <a:pt x="2189613" y="4592913"/>
                  </a:lnTo>
                  <a:lnTo>
                    <a:pt x="2272067" y="4571379"/>
                  </a:lnTo>
                  <a:lnTo>
                    <a:pt x="2348041" y="4547746"/>
                  </a:lnTo>
                  <a:lnTo>
                    <a:pt x="2418097" y="4521762"/>
                  </a:lnTo>
                  <a:lnTo>
                    <a:pt x="2482916" y="4493143"/>
                  </a:lnTo>
                  <a:lnTo>
                    <a:pt x="2543242" y="4461589"/>
                  </a:lnTo>
                  <a:lnTo>
                    <a:pt x="2599826" y="4426812"/>
                  </a:lnTo>
                  <a:lnTo>
                    <a:pt x="2653391" y="4388576"/>
                  </a:lnTo>
                  <a:lnTo>
                    <a:pt x="2702183" y="4348852"/>
                  </a:lnTo>
                  <a:lnTo>
                    <a:pt x="2749915" y="4305330"/>
                  </a:lnTo>
                  <a:lnTo>
                    <a:pt x="2796392" y="4258421"/>
                  </a:lnTo>
                  <a:lnTo>
                    <a:pt x="2841978" y="4208057"/>
                  </a:lnTo>
                  <a:lnTo>
                    <a:pt x="2886958" y="4154234"/>
                  </a:lnTo>
                  <a:lnTo>
                    <a:pt x="2931559" y="4097016"/>
                  </a:lnTo>
                  <a:lnTo>
                    <a:pt x="2975953" y="4036546"/>
                  </a:lnTo>
                  <a:lnTo>
                    <a:pt x="3020264" y="3973045"/>
                  </a:lnTo>
                  <a:lnTo>
                    <a:pt x="3064577" y="3906815"/>
                  </a:lnTo>
                  <a:lnTo>
                    <a:pt x="3108940" y="3838236"/>
                  </a:lnTo>
                  <a:lnTo>
                    <a:pt x="3153374" y="3767758"/>
                  </a:lnTo>
                  <a:lnTo>
                    <a:pt x="3197873" y="3695892"/>
                  </a:lnTo>
                  <a:lnTo>
                    <a:pt x="3242418" y="3623193"/>
                  </a:lnTo>
                  <a:lnTo>
                    <a:pt x="3286978" y="3550244"/>
                  </a:lnTo>
                  <a:lnTo>
                    <a:pt x="3331518" y="3477638"/>
                  </a:lnTo>
                  <a:lnTo>
                    <a:pt x="3376008" y="3405955"/>
                  </a:lnTo>
                  <a:lnTo>
                    <a:pt x="3420430" y="3335743"/>
                  </a:lnTo>
                  <a:lnTo>
                    <a:pt x="3464783" y="3267505"/>
                  </a:lnTo>
                  <a:lnTo>
                    <a:pt x="3509092" y="3201682"/>
                  </a:lnTo>
                  <a:lnTo>
                    <a:pt x="3553409" y="3138639"/>
                  </a:lnTo>
                  <a:lnTo>
                    <a:pt x="3597826" y="3078668"/>
                  </a:lnTo>
                  <a:lnTo>
                    <a:pt x="3642475" y="3021978"/>
                  </a:lnTo>
                  <a:lnTo>
                    <a:pt x="3687534" y="2968696"/>
                  </a:lnTo>
                  <a:lnTo>
                    <a:pt x="3733239" y="2918878"/>
                  </a:lnTo>
                  <a:lnTo>
                    <a:pt x="3779887" y="2872508"/>
                  </a:lnTo>
                  <a:lnTo>
                    <a:pt x="3820202" y="2836056"/>
                  </a:lnTo>
                  <a:lnTo>
                    <a:pt x="3871506" y="2794416"/>
                  </a:lnTo>
                  <a:lnTo>
                    <a:pt x="3925201" y="2756349"/>
                  </a:lnTo>
                  <a:lnTo>
                    <a:pt x="3981947" y="2721733"/>
                  </a:lnTo>
                  <a:lnTo>
                    <a:pt x="4042471" y="2690327"/>
                  </a:lnTo>
                  <a:lnTo>
                    <a:pt x="4107525" y="2661841"/>
                  </a:lnTo>
                  <a:lnTo>
                    <a:pt x="4177850" y="2635976"/>
                  </a:lnTo>
                  <a:lnTo>
                    <a:pt x="4254124" y="2612449"/>
                  </a:lnTo>
                  <a:lnTo>
                    <a:pt x="4336900" y="2591011"/>
                  </a:lnTo>
                  <a:lnTo>
                    <a:pt x="4426523" y="2571453"/>
                  </a:lnTo>
                  <a:lnTo>
                    <a:pt x="4523015" y="2553613"/>
                  </a:lnTo>
                  <a:lnTo>
                    <a:pt x="4625948" y="2537379"/>
                  </a:lnTo>
                  <a:lnTo>
                    <a:pt x="4734306" y="2522685"/>
                  </a:lnTo>
                  <a:lnTo>
                    <a:pt x="4846358" y="2509510"/>
                  </a:lnTo>
                  <a:lnTo>
                    <a:pt x="4959599" y="2497867"/>
                  </a:lnTo>
                  <a:lnTo>
                    <a:pt x="5070789" y="2487786"/>
                  </a:lnTo>
                  <a:lnTo>
                    <a:pt x="5176157" y="2479298"/>
                  </a:lnTo>
                  <a:lnTo>
                    <a:pt x="5271776" y="2472404"/>
                  </a:lnTo>
                  <a:lnTo>
                    <a:pt x="5354079" y="2467062"/>
                  </a:lnTo>
                  <a:lnTo>
                    <a:pt x="5420419" y="2463164"/>
                  </a:lnTo>
                  <a:lnTo>
                    <a:pt x="5469556" y="2460540"/>
                  </a:lnTo>
                  <a:lnTo>
                    <a:pt x="5501924" y="2458963"/>
                  </a:lnTo>
                  <a:lnTo>
                    <a:pt x="5519671" y="2458172"/>
                  </a:lnTo>
                  <a:lnTo>
                    <a:pt x="5526496" y="2457893"/>
                  </a:lnTo>
                  <a:lnTo>
                    <a:pt x="5527445" y="2457857"/>
                  </a:lnTo>
                  <a:lnTo>
                    <a:pt x="6522385" y="2457857"/>
                  </a:lnTo>
                  <a:lnTo>
                    <a:pt x="6523476" y="2457812"/>
                  </a:lnTo>
                  <a:lnTo>
                    <a:pt x="6530678" y="2457491"/>
                  </a:lnTo>
                  <a:lnTo>
                    <a:pt x="6548950" y="2456606"/>
                  </a:lnTo>
                  <a:lnTo>
                    <a:pt x="6581907" y="2454861"/>
                  </a:lnTo>
                  <a:lnTo>
                    <a:pt x="6631616" y="2451975"/>
                  </a:lnTo>
                  <a:lnTo>
                    <a:pt x="6698443" y="2447707"/>
                  </a:lnTo>
                  <a:lnTo>
                    <a:pt x="6781095" y="2441875"/>
                  </a:lnTo>
                  <a:lnTo>
                    <a:pt x="6876903" y="2434367"/>
                  </a:lnTo>
                  <a:lnTo>
                    <a:pt x="6982298" y="2425138"/>
                  </a:lnTo>
                  <a:lnTo>
                    <a:pt x="7093374" y="2414192"/>
                  </a:lnTo>
                  <a:lnTo>
                    <a:pt x="7206394" y="2401561"/>
                  </a:lnTo>
                  <a:lnTo>
                    <a:pt x="7318157" y="2387279"/>
                  </a:lnTo>
                  <a:lnTo>
                    <a:pt x="7426189" y="2371358"/>
                  </a:lnTo>
                  <a:lnTo>
                    <a:pt x="7528790" y="2353774"/>
                  </a:lnTo>
                  <a:lnTo>
                    <a:pt x="7624961" y="2334456"/>
                  </a:lnTo>
                  <a:lnTo>
                    <a:pt x="7714287" y="2313282"/>
                  </a:lnTo>
                  <a:lnTo>
                    <a:pt x="7796798" y="2290077"/>
                  </a:lnTo>
                  <a:lnTo>
                    <a:pt x="7872839" y="2264616"/>
                  </a:lnTo>
                  <a:lnTo>
                    <a:pt x="7942961" y="2236628"/>
                  </a:lnTo>
                  <a:lnTo>
                    <a:pt x="8007842" y="2205810"/>
                  </a:lnTo>
                  <a:lnTo>
                    <a:pt x="8068216" y="2171839"/>
                  </a:lnTo>
                  <a:lnTo>
                    <a:pt x="8124832" y="2134403"/>
                  </a:lnTo>
                  <a:lnTo>
                    <a:pt x="8178411" y="2093245"/>
                  </a:lnTo>
                  <a:lnTo>
                    <a:pt x="8229611" y="2048231"/>
                  </a:lnTo>
                  <a:lnTo>
                    <a:pt x="8229629" y="2048214"/>
                  </a:lnTo>
                  <a:lnTo>
                    <a:pt x="8276128" y="2002354"/>
                  </a:lnTo>
                  <a:lnTo>
                    <a:pt x="8321428" y="1953018"/>
                  </a:lnTo>
                  <a:lnTo>
                    <a:pt x="8365866" y="1900136"/>
                  </a:lnTo>
                  <a:lnTo>
                    <a:pt x="8409712" y="1843697"/>
                  </a:lnTo>
                  <a:lnTo>
                    <a:pt x="8453179" y="1783762"/>
                  </a:lnTo>
                  <a:lnTo>
                    <a:pt x="8496430" y="1720461"/>
                  </a:lnTo>
                  <a:lnTo>
                    <a:pt x="8539587" y="1654005"/>
                  </a:lnTo>
                  <a:lnTo>
                    <a:pt x="8582734" y="1584683"/>
                  </a:lnTo>
                  <a:lnTo>
                    <a:pt x="8625921" y="1512860"/>
                  </a:lnTo>
                  <a:lnTo>
                    <a:pt x="8669173" y="1438971"/>
                  </a:lnTo>
                  <a:lnTo>
                    <a:pt x="8712491" y="1363514"/>
                  </a:lnTo>
                  <a:lnTo>
                    <a:pt x="8755859" y="1287033"/>
                  </a:lnTo>
                  <a:lnTo>
                    <a:pt x="8799251" y="1210105"/>
                  </a:lnTo>
                  <a:lnTo>
                    <a:pt x="8842634" y="1133323"/>
                  </a:lnTo>
                  <a:lnTo>
                    <a:pt x="8885980" y="1057272"/>
                  </a:lnTo>
                  <a:lnTo>
                    <a:pt x="8929267" y="982516"/>
                  </a:lnTo>
                  <a:lnTo>
                    <a:pt x="8972486" y="909579"/>
                  </a:lnTo>
                  <a:lnTo>
                    <a:pt x="9015649" y="838929"/>
                  </a:lnTo>
                  <a:lnTo>
                    <a:pt x="9058793" y="770968"/>
                  </a:lnTo>
                  <a:lnTo>
                    <a:pt x="9101983" y="706025"/>
                  </a:lnTo>
                  <a:lnTo>
                    <a:pt x="9145322" y="644349"/>
                  </a:lnTo>
                  <a:lnTo>
                    <a:pt x="9188951" y="586112"/>
                  </a:lnTo>
                  <a:lnTo>
                    <a:pt x="9233057" y="531409"/>
                  </a:lnTo>
                  <a:lnTo>
                    <a:pt x="9277879" y="480267"/>
                  </a:lnTo>
                  <a:lnTo>
                    <a:pt x="9323718" y="432643"/>
                  </a:lnTo>
                  <a:lnTo>
                    <a:pt x="9347647" y="409642"/>
                  </a:lnTo>
                  <a:lnTo>
                    <a:pt x="9398846" y="364627"/>
                  </a:lnTo>
                  <a:lnTo>
                    <a:pt x="9452424" y="323468"/>
                  </a:lnTo>
                  <a:lnTo>
                    <a:pt x="9509039" y="286031"/>
                  </a:lnTo>
                  <a:lnTo>
                    <a:pt x="9569412" y="252059"/>
                  </a:lnTo>
                  <a:lnTo>
                    <a:pt x="9634291" y="221239"/>
                  </a:lnTo>
                  <a:lnTo>
                    <a:pt x="9704411" y="193251"/>
                  </a:lnTo>
                  <a:lnTo>
                    <a:pt x="9780449" y="167788"/>
                  </a:lnTo>
                  <a:lnTo>
                    <a:pt x="9862958" y="144582"/>
                  </a:lnTo>
                  <a:lnTo>
                    <a:pt x="9952281" y="123407"/>
                  </a:lnTo>
                  <a:lnTo>
                    <a:pt x="10048450" y="104089"/>
                  </a:lnTo>
                  <a:lnTo>
                    <a:pt x="10151048" y="86504"/>
                  </a:lnTo>
                  <a:lnTo>
                    <a:pt x="10259079" y="70583"/>
                  </a:lnTo>
                  <a:lnTo>
                    <a:pt x="10370841" y="56300"/>
                  </a:lnTo>
                  <a:lnTo>
                    <a:pt x="10483861" y="43669"/>
                  </a:lnTo>
                  <a:lnTo>
                    <a:pt x="10594939" y="32722"/>
                  </a:lnTo>
                  <a:lnTo>
                    <a:pt x="10700337" y="23492"/>
                  </a:lnTo>
                  <a:lnTo>
                    <a:pt x="10796148" y="15984"/>
                  </a:lnTo>
                  <a:lnTo>
                    <a:pt x="10878806" y="10151"/>
                  </a:lnTo>
                  <a:lnTo>
                    <a:pt x="10945639" y="5883"/>
                  </a:lnTo>
                  <a:lnTo>
                    <a:pt x="10995354" y="2997"/>
                  </a:lnTo>
                  <a:lnTo>
                    <a:pt x="11028317" y="1251"/>
                  </a:lnTo>
                  <a:lnTo>
                    <a:pt x="11046594" y="365"/>
                  </a:lnTo>
                  <a:lnTo>
                    <a:pt x="11053799" y="45"/>
                  </a:lnTo>
                  <a:lnTo>
                    <a:pt x="11054891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2" name="pl2071"/>
            <p:cNvSpPr/>
            <p:nvPr/>
          </p:nvSpPr>
          <p:spPr>
            <a:xfrm>
              <a:off x="1199187" y="1629672"/>
              <a:ext cx="12049831" cy="4727051"/>
            </a:xfrm>
            <a:custGeom>
              <a:avLst/>
              <a:pathLst>
                <a:path w="12049831" h="4727051">
                  <a:moveTo>
                    <a:pt x="12049831" y="0"/>
                  </a:moveTo>
                  <a:lnTo>
                    <a:pt x="11054891" y="0"/>
                  </a:lnTo>
                  <a:lnTo>
                    <a:pt x="11053801" y="45"/>
                  </a:lnTo>
                  <a:lnTo>
                    <a:pt x="11046598" y="365"/>
                  </a:lnTo>
                  <a:lnTo>
                    <a:pt x="11028326" y="1250"/>
                  </a:lnTo>
                  <a:lnTo>
                    <a:pt x="10995369" y="2996"/>
                  </a:lnTo>
                  <a:lnTo>
                    <a:pt x="10945660" y="5881"/>
                  </a:lnTo>
                  <a:lnTo>
                    <a:pt x="10878833" y="10149"/>
                  </a:lnTo>
                  <a:lnTo>
                    <a:pt x="10796181" y="15981"/>
                  </a:lnTo>
                  <a:lnTo>
                    <a:pt x="10700374" y="23489"/>
                  </a:lnTo>
                  <a:lnTo>
                    <a:pt x="10594979" y="32718"/>
                  </a:lnTo>
                  <a:lnTo>
                    <a:pt x="10483903" y="43664"/>
                  </a:lnTo>
                  <a:lnTo>
                    <a:pt x="10370882" y="56295"/>
                  </a:lnTo>
                  <a:lnTo>
                    <a:pt x="10259120" y="70577"/>
                  </a:lnTo>
                  <a:lnTo>
                    <a:pt x="10151087" y="86498"/>
                  </a:lnTo>
                  <a:lnTo>
                    <a:pt x="10048486" y="104082"/>
                  </a:lnTo>
                  <a:lnTo>
                    <a:pt x="9952316" y="123400"/>
                  </a:lnTo>
                  <a:lnTo>
                    <a:pt x="9862989" y="144574"/>
                  </a:lnTo>
                  <a:lnTo>
                    <a:pt x="9780479" y="167779"/>
                  </a:lnTo>
                  <a:lnTo>
                    <a:pt x="9704438" y="193241"/>
                  </a:lnTo>
                  <a:lnTo>
                    <a:pt x="9634315" y="221228"/>
                  </a:lnTo>
                  <a:lnTo>
                    <a:pt x="9569435" y="252047"/>
                  </a:lnTo>
                  <a:lnTo>
                    <a:pt x="9509061" y="286017"/>
                  </a:lnTo>
                  <a:lnTo>
                    <a:pt x="9452445" y="323453"/>
                  </a:lnTo>
                  <a:lnTo>
                    <a:pt x="9398865" y="364611"/>
                  </a:lnTo>
                  <a:lnTo>
                    <a:pt x="9347666" y="409625"/>
                  </a:lnTo>
                  <a:lnTo>
                    <a:pt x="9347647" y="409642"/>
                  </a:lnTo>
                  <a:lnTo>
                    <a:pt x="9301148" y="455502"/>
                  </a:lnTo>
                  <a:lnTo>
                    <a:pt x="9255848" y="504838"/>
                  </a:lnTo>
                  <a:lnTo>
                    <a:pt x="9211410" y="557721"/>
                  </a:lnTo>
                  <a:lnTo>
                    <a:pt x="9167564" y="614159"/>
                  </a:lnTo>
                  <a:lnTo>
                    <a:pt x="9124098" y="674095"/>
                  </a:lnTo>
                  <a:lnTo>
                    <a:pt x="9080846" y="737395"/>
                  </a:lnTo>
                  <a:lnTo>
                    <a:pt x="9037689" y="803851"/>
                  </a:lnTo>
                  <a:lnTo>
                    <a:pt x="8994543" y="873173"/>
                  </a:lnTo>
                  <a:lnTo>
                    <a:pt x="8951355" y="944996"/>
                  </a:lnTo>
                  <a:lnTo>
                    <a:pt x="8908103" y="1018885"/>
                  </a:lnTo>
                  <a:lnTo>
                    <a:pt x="8864785" y="1094342"/>
                  </a:lnTo>
                  <a:lnTo>
                    <a:pt x="8821417" y="1170823"/>
                  </a:lnTo>
                  <a:lnTo>
                    <a:pt x="8778026" y="1247751"/>
                  </a:lnTo>
                  <a:lnTo>
                    <a:pt x="8734642" y="1324534"/>
                  </a:lnTo>
                  <a:lnTo>
                    <a:pt x="8691296" y="1400584"/>
                  </a:lnTo>
                  <a:lnTo>
                    <a:pt x="8648009" y="1475340"/>
                  </a:lnTo>
                  <a:lnTo>
                    <a:pt x="8604790" y="1548277"/>
                  </a:lnTo>
                  <a:lnTo>
                    <a:pt x="8561627" y="1618927"/>
                  </a:lnTo>
                  <a:lnTo>
                    <a:pt x="8518484" y="1686888"/>
                  </a:lnTo>
                  <a:lnTo>
                    <a:pt x="8475293" y="1751832"/>
                  </a:lnTo>
                  <a:lnTo>
                    <a:pt x="8431954" y="1813508"/>
                  </a:lnTo>
                  <a:lnTo>
                    <a:pt x="8388326" y="1871745"/>
                  </a:lnTo>
                  <a:lnTo>
                    <a:pt x="8344220" y="1926447"/>
                  </a:lnTo>
                  <a:lnTo>
                    <a:pt x="8299398" y="1977590"/>
                  </a:lnTo>
                  <a:lnTo>
                    <a:pt x="8253558" y="2025213"/>
                  </a:lnTo>
                  <a:lnTo>
                    <a:pt x="8229629" y="2048214"/>
                  </a:lnTo>
                  <a:lnTo>
                    <a:pt x="8178431" y="2093229"/>
                  </a:lnTo>
                  <a:lnTo>
                    <a:pt x="8124852" y="2134389"/>
                  </a:lnTo>
                  <a:lnTo>
                    <a:pt x="8068237" y="2171826"/>
                  </a:lnTo>
                  <a:lnTo>
                    <a:pt x="8007864" y="2205798"/>
                  </a:lnTo>
                  <a:lnTo>
                    <a:pt x="7942986" y="2236617"/>
                  </a:lnTo>
                  <a:lnTo>
                    <a:pt x="7872865" y="2264606"/>
                  </a:lnTo>
                  <a:lnTo>
                    <a:pt x="7796827" y="2290068"/>
                  </a:lnTo>
                  <a:lnTo>
                    <a:pt x="7714319" y="2313274"/>
                  </a:lnTo>
                  <a:lnTo>
                    <a:pt x="7624995" y="2334449"/>
                  </a:lnTo>
                  <a:lnTo>
                    <a:pt x="7528827" y="2353767"/>
                  </a:lnTo>
                  <a:lnTo>
                    <a:pt x="7426228" y="2371352"/>
                  </a:lnTo>
                  <a:lnTo>
                    <a:pt x="7318197" y="2387274"/>
                  </a:lnTo>
                  <a:lnTo>
                    <a:pt x="7206436" y="2401557"/>
                  </a:lnTo>
                  <a:lnTo>
                    <a:pt x="7093415" y="2414188"/>
                  </a:lnTo>
                  <a:lnTo>
                    <a:pt x="6982338" y="2425134"/>
                  </a:lnTo>
                  <a:lnTo>
                    <a:pt x="6876940" y="2434364"/>
                  </a:lnTo>
                  <a:lnTo>
                    <a:pt x="6781128" y="2441873"/>
                  </a:lnTo>
                  <a:lnTo>
                    <a:pt x="6698471" y="2447705"/>
                  </a:lnTo>
                  <a:lnTo>
                    <a:pt x="6631638" y="2451974"/>
                  </a:lnTo>
                  <a:lnTo>
                    <a:pt x="6581922" y="2454860"/>
                  </a:lnTo>
                  <a:lnTo>
                    <a:pt x="6548960" y="2456606"/>
                  </a:lnTo>
                  <a:lnTo>
                    <a:pt x="6530683" y="2457491"/>
                  </a:lnTo>
                  <a:lnTo>
                    <a:pt x="6523477" y="2457812"/>
                  </a:lnTo>
                  <a:lnTo>
                    <a:pt x="6522385" y="2457857"/>
                  </a:lnTo>
                  <a:lnTo>
                    <a:pt x="6522385" y="2457857"/>
                  </a:lnTo>
                  <a:lnTo>
                    <a:pt x="5527445" y="2457857"/>
                  </a:lnTo>
                  <a:lnTo>
                    <a:pt x="5526348" y="2457899"/>
                  </a:lnTo>
                  <a:lnTo>
                    <a:pt x="5519104" y="2458196"/>
                  </a:lnTo>
                  <a:lnTo>
                    <a:pt x="5500728" y="2459019"/>
                  </a:lnTo>
                  <a:lnTo>
                    <a:pt x="5467591" y="2460640"/>
                  </a:lnTo>
                  <a:lnTo>
                    <a:pt x="5417624" y="2463320"/>
                  </a:lnTo>
                  <a:lnTo>
                    <a:pt x="5350476" y="2467284"/>
                  </a:lnTo>
                  <a:lnTo>
                    <a:pt x="5267465" y="2472699"/>
                  </a:lnTo>
                  <a:lnTo>
                    <a:pt x="5171291" y="2479668"/>
                  </a:lnTo>
                  <a:lnTo>
                    <a:pt x="5065553" y="2488234"/>
                  </a:lnTo>
                  <a:lnTo>
                    <a:pt x="4954182" y="2498390"/>
                  </a:lnTo>
                  <a:lnTo>
                    <a:pt x="4840930" y="2510108"/>
                  </a:lnTo>
                  <a:lnTo>
                    <a:pt x="4729004" y="2523355"/>
                  </a:lnTo>
                  <a:lnTo>
                    <a:pt x="4620873" y="2538122"/>
                  </a:lnTo>
                  <a:lnTo>
                    <a:pt x="4518230" y="2554432"/>
                  </a:lnTo>
                  <a:lnTo>
                    <a:pt x="4422063" y="2572351"/>
                  </a:lnTo>
                  <a:lnTo>
                    <a:pt x="4332772" y="2591996"/>
                  </a:lnTo>
                  <a:lnTo>
                    <a:pt x="4250318" y="2613529"/>
                  </a:lnTo>
                  <a:lnTo>
                    <a:pt x="4174344" y="2637162"/>
                  </a:lnTo>
                  <a:lnTo>
                    <a:pt x="4104288" y="2663146"/>
                  </a:lnTo>
                  <a:lnTo>
                    <a:pt x="4039469" y="2691765"/>
                  </a:lnTo>
                  <a:lnTo>
                    <a:pt x="3979143" y="2723319"/>
                  </a:lnTo>
                  <a:lnTo>
                    <a:pt x="3922559" y="2758096"/>
                  </a:lnTo>
                  <a:lnTo>
                    <a:pt x="3868994" y="2796332"/>
                  </a:lnTo>
                  <a:lnTo>
                    <a:pt x="3820202" y="2836056"/>
                  </a:lnTo>
                  <a:lnTo>
                    <a:pt x="3772470" y="2879578"/>
                  </a:lnTo>
                  <a:lnTo>
                    <a:pt x="3725993" y="2926487"/>
                  </a:lnTo>
                  <a:lnTo>
                    <a:pt x="3680407" y="2976851"/>
                  </a:lnTo>
                  <a:lnTo>
                    <a:pt x="3635427" y="3030675"/>
                  </a:lnTo>
                  <a:lnTo>
                    <a:pt x="3590826" y="3087892"/>
                  </a:lnTo>
                  <a:lnTo>
                    <a:pt x="3546432" y="3148362"/>
                  </a:lnTo>
                  <a:lnTo>
                    <a:pt x="3502121" y="3211863"/>
                  </a:lnTo>
                  <a:lnTo>
                    <a:pt x="3457808" y="3278093"/>
                  </a:lnTo>
                  <a:lnTo>
                    <a:pt x="3413445" y="3346673"/>
                  </a:lnTo>
                  <a:lnTo>
                    <a:pt x="3369011" y="3417151"/>
                  </a:lnTo>
                  <a:lnTo>
                    <a:pt x="3324512" y="3489017"/>
                  </a:lnTo>
                  <a:lnTo>
                    <a:pt x="3279967" y="3561716"/>
                  </a:lnTo>
                  <a:lnTo>
                    <a:pt x="3235407" y="3634664"/>
                  </a:lnTo>
                  <a:lnTo>
                    <a:pt x="3190867" y="3707270"/>
                  </a:lnTo>
                  <a:lnTo>
                    <a:pt x="3146377" y="3778953"/>
                  </a:lnTo>
                  <a:lnTo>
                    <a:pt x="3101955" y="3849165"/>
                  </a:lnTo>
                  <a:lnTo>
                    <a:pt x="3057602" y="3917403"/>
                  </a:lnTo>
                  <a:lnTo>
                    <a:pt x="3013293" y="3983227"/>
                  </a:lnTo>
                  <a:lnTo>
                    <a:pt x="2968976" y="4046269"/>
                  </a:lnTo>
                  <a:lnTo>
                    <a:pt x="2924559" y="4106240"/>
                  </a:lnTo>
                  <a:lnTo>
                    <a:pt x="2879910" y="4162931"/>
                  </a:lnTo>
                  <a:lnTo>
                    <a:pt x="2834851" y="4216212"/>
                  </a:lnTo>
                  <a:lnTo>
                    <a:pt x="2789146" y="4266030"/>
                  </a:lnTo>
                  <a:lnTo>
                    <a:pt x="2742498" y="4312401"/>
                  </a:lnTo>
                  <a:lnTo>
                    <a:pt x="2702183" y="4348852"/>
                  </a:lnTo>
                  <a:lnTo>
                    <a:pt x="2650879" y="4390493"/>
                  </a:lnTo>
                  <a:lnTo>
                    <a:pt x="2597184" y="4428559"/>
                  </a:lnTo>
                  <a:lnTo>
                    <a:pt x="2540438" y="4463175"/>
                  </a:lnTo>
                  <a:lnTo>
                    <a:pt x="2479914" y="4494581"/>
                  </a:lnTo>
                  <a:lnTo>
                    <a:pt x="2414860" y="4523067"/>
                  </a:lnTo>
                  <a:lnTo>
                    <a:pt x="2344535" y="4548932"/>
                  </a:lnTo>
                  <a:lnTo>
                    <a:pt x="2268261" y="4572459"/>
                  </a:lnTo>
                  <a:lnTo>
                    <a:pt x="2185485" y="4593897"/>
                  </a:lnTo>
                  <a:lnTo>
                    <a:pt x="2095862" y="4613455"/>
                  </a:lnTo>
                  <a:lnTo>
                    <a:pt x="1999370" y="4631295"/>
                  </a:lnTo>
                  <a:lnTo>
                    <a:pt x="1896437" y="4647530"/>
                  </a:lnTo>
                  <a:lnTo>
                    <a:pt x="1788079" y="4662224"/>
                  </a:lnTo>
                  <a:lnTo>
                    <a:pt x="1676027" y="4675398"/>
                  </a:lnTo>
                  <a:lnTo>
                    <a:pt x="1562786" y="4687042"/>
                  </a:lnTo>
                  <a:lnTo>
                    <a:pt x="1451596" y="4697122"/>
                  </a:lnTo>
                  <a:lnTo>
                    <a:pt x="1346228" y="4705611"/>
                  </a:lnTo>
                  <a:lnTo>
                    <a:pt x="1250609" y="4712504"/>
                  </a:lnTo>
                  <a:lnTo>
                    <a:pt x="1168306" y="4717847"/>
                  </a:lnTo>
                  <a:lnTo>
                    <a:pt x="1101966" y="4721744"/>
                  </a:lnTo>
                  <a:lnTo>
                    <a:pt x="1052829" y="4724368"/>
                  </a:lnTo>
                  <a:lnTo>
                    <a:pt x="1020461" y="4725945"/>
                  </a:lnTo>
                  <a:lnTo>
                    <a:pt x="1002714" y="4726736"/>
                  </a:lnTo>
                  <a:lnTo>
                    <a:pt x="995889" y="4727015"/>
                  </a:lnTo>
                  <a:lnTo>
                    <a:pt x="994940" y="4727051"/>
                  </a:lnTo>
                  <a:lnTo>
                    <a:pt x="0" y="4727051"/>
                  </a:lnTo>
                  <a:lnTo>
                    <a:pt x="0" y="47270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3" name="pg2072"/>
            <p:cNvSpPr/>
            <p:nvPr/>
          </p:nvSpPr>
          <p:spPr>
            <a:xfrm>
              <a:off x="1199187" y="2101329"/>
              <a:ext cx="12049831" cy="4265876"/>
            </a:xfrm>
            <a:custGeom>
              <a:avLst/>
              <a:pathLst>
                <a:path w="12049831" h="4265876">
                  <a:moveTo>
                    <a:pt x="0" y="4265876"/>
                  </a:moveTo>
                  <a:lnTo>
                    <a:pt x="994940" y="4265876"/>
                  </a:lnTo>
                  <a:lnTo>
                    <a:pt x="996037" y="4265834"/>
                  </a:lnTo>
                  <a:lnTo>
                    <a:pt x="1003284" y="4265538"/>
                  </a:lnTo>
                  <a:lnTo>
                    <a:pt x="1021665" y="4264719"/>
                  </a:lnTo>
                  <a:lnTo>
                    <a:pt x="1054812" y="4263104"/>
                  </a:lnTo>
                  <a:lnTo>
                    <a:pt x="1104792" y="4260436"/>
                  </a:lnTo>
                  <a:lnTo>
                    <a:pt x="1171957" y="4256489"/>
                  </a:lnTo>
                  <a:lnTo>
                    <a:pt x="1254988" y="4251098"/>
                  </a:lnTo>
                  <a:lnTo>
                    <a:pt x="1351181" y="4244158"/>
                  </a:lnTo>
                  <a:lnTo>
                    <a:pt x="1456938" y="4235630"/>
                  </a:lnTo>
                  <a:lnTo>
                    <a:pt x="1568325" y="4225518"/>
                  </a:lnTo>
                  <a:lnTo>
                    <a:pt x="1681589" y="4213852"/>
                  </a:lnTo>
                  <a:lnTo>
                    <a:pt x="1793524" y="4200662"/>
                  </a:lnTo>
                  <a:lnTo>
                    <a:pt x="1901660" y="4185959"/>
                  </a:lnTo>
                  <a:lnTo>
                    <a:pt x="2004305" y="4169721"/>
                  </a:lnTo>
                  <a:lnTo>
                    <a:pt x="2100472" y="4151880"/>
                  </a:lnTo>
                  <a:lnTo>
                    <a:pt x="2189761" y="4132321"/>
                  </a:lnTo>
                  <a:lnTo>
                    <a:pt x="2272212" y="4110881"/>
                  </a:lnTo>
                  <a:lnTo>
                    <a:pt x="2348183" y="4087351"/>
                  </a:lnTo>
                  <a:lnTo>
                    <a:pt x="2418235" y="4061479"/>
                  </a:lnTo>
                  <a:lnTo>
                    <a:pt x="2483051" y="4032983"/>
                  </a:lnTo>
                  <a:lnTo>
                    <a:pt x="2543374" y="4001565"/>
                  </a:lnTo>
                  <a:lnTo>
                    <a:pt x="2599956" y="3966937"/>
                  </a:lnTo>
                  <a:lnTo>
                    <a:pt x="2653521" y="3928865"/>
                  </a:lnTo>
                  <a:lnTo>
                    <a:pt x="2702183" y="3889423"/>
                  </a:lnTo>
                  <a:lnTo>
                    <a:pt x="2749985" y="3846035"/>
                  </a:lnTo>
                  <a:lnTo>
                    <a:pt x="2796530" y="3799265"/>
                  </a:lnTo>
                  <a:lnTo>
                    <a:pt x="2842181" y="3749046"/>
                  </a:lnTo>
                  <a:lnTo>
                    <a:pt x="2887226" y="3695373"/>
                  </a:lnTo>
                  <a:lnTo>
                    <a:pt x="2931892" y="3638312"/>
                  </a:lnTo>
                  <a:lnTo>
                    <a:pt x="2976351" y="3578006"/>
                  </a:lnTo>
                  <a:lnTo>
                    <a:pt x="3020728" y="3514675"/>
                  </a:lnTo>
                  <a:lnTo>
                    <a:pt x="3065107" y="3448624"/>
                  </a:lnTo>
                  <a:lnTo>
                    <a:pt x="3109538" y="3380232"/>
                  </a:lnTo>
                  <a:lnTo>
                    <a:pt x="3154039" y="3309952"/>
                  </a:lnTo>
                  <a:lnTo>
                    <a:pt x="3198606" y="3238293"/>
                  </a:lnTo>
                  <a:lnTo>
                    <a:pt x="3243218" y="3165813"/>
                  </a:lnTo>
                  <a:lnTo>
                    <a:pt x="3287844" y="3093094"/>
                  </a:lnTo>
                  <a:lnTo>
                    <a:pt x="3332450" y="3020728"/>
                  </a:lnTo>
                  <a:lnTo>
                    <a:pt x="3377005" y="2949295"/>
                  </a:lnTo>
                  <a:lnTo>
                    <a:pt x="3421492" y="2879343"/>
                  </a:lnTo>
                  <a:lnTo>
                    <a:pt x="3465910" y="2811374"/>
                  </a:lnTo>
                  <a:lnTo>
                    <a:pt x="3510284" y="2745824"/>
                  </a:lnTo>
                  <a:lnTo>
                    <a:pt x="3554670" y="2683060"/>
                  </a:lnTo>
                  <a:lnTo>
                    <a:pt x="3599158" y="2623370"/>
                  </a:lnTo>
                  <a:lnTo>
                    <a:pt x="3643883" y="2566959"/>
                  </a:lnTo>
                  <a:lnTo>
                    <a:pt x="3689026" y="2513955"/>
                  </a:lnTo>
                  <a:lnTo>
                    <a:pt x="3734826" y="2464409"/>
                  </a:lnTo>
                  <a:lnTo>
                    <a:pt x="3781584" y="2418304"/>
                  </a:lnTo>
                  <a:lnTo>
                    <a:pt x="3820202" y="2383615"/>
                  </a:lnTo>
                  <a:lnTo>
                    <a:pt x="3871511" y="2342162"/>
                  </a:lnTo>
                  <a:lnTo>
                    <a:pt x="3925213" y="2304268"/>
                  </a:lnTo>
                  <a:lnTo>
                    <a:pt x="3981966" y="2269809"/>
                  </a:lnTo>
                  <a:lnTo>
                    <a:pt x="4042498" y="2238546"/>
                  </a:lnTo>
                  <a:lnTo>
                    <a:pt x="4107562" y="2210190"/>
                  </a:lnTo>
                  <a:lnTo>
                    <a:pt x="4177897" y="2184443"/>
                  </a:lnTo>
                  <a:lnTo>
                    <a:pt x="4254184" y="2161024"/>
                  </a:lnTo>
                  <a:lnTo>
                    <a:pt x="4336975" y="2139684"/>
                  </a:lnTo>
                  <a:lnTo>
                    <a:pt x="4426613" y="2120216"/>
                  </a:lnTo>
                  <a:lnTo>
                    <a:pt x="4523122" y="2102458"/>
                  </a:lnTo>
                  <a:lnTo>
                    <a:pt x="4626074" y="2086299"/>
                  </a:lnTo>
                  <a:lnTo>
                    <a:pt x="4734449" y="2071673"/>
                  </a:lnTo>
                  <a:lnTo>
                    <a:pt x="4846517" y="2058560"/>
                  </a:lnTo>
                  <a:lnTo>
                    <a:pt x="4959769" y="2046971"/>
                  </a:lnTo>
                  <a:lnTo>
                    <a:pt x="5070965" y="2036939"/>
                  </a:lnTo>
                  <a:lnTo>
                    <a:pt x="5176332" y="2028491"/>
                  </a:lnTo>
                  <a:lnTo>
                    <a:pt x="5271940" y="2021631"/>
                  </a:lnTo>
                  <a:lnTo>
                    <a:pt x="5354223" y="2016316"/>
                  </a:lnTo>
                  <a:lnTo>
                    <a:pt x="5420538" y="2012438"/>
                  </a:lnTo>
                  <a:lnTo>
                    <a:pt x="5469643" y="2009829"/>
                  </a:lnTo>
                  <a:lnTo>
                    <a:pt x="5501980" y="2008261"/>
                  </a:lnTo>
                  <a:lnTo>
                    <a:pt x="5519698" y="2007475"/>
                  </a:lnTo>
                  <a:lnTo>
                    <a:pt x="5526504" y="2007198"/>
                  </a:lnTo>
                  <a:lnTo>
                    <a:pt x="5527445" y="2007162"/>
                  </a:lnTo>
                  <a:lnTo>
                    <a:pt x="6522385" y="2007162"/>
                  </a:lnTo>
                  <a:lnTo>
                    <a:pt x="6523491" y="2007125"/>
                  </a:lnTo>
                  <a:lnTo>
                    <a:pt x="6530790" y="2006860"/>
                  </a:lnTo>
                  <a:lnTo>
                    <a:pt x="6549301" y="2006129"/>
                  </a:lnTo>
                  <a:lnTo>
                    <a:pt x="6582673" y="2004688"/>
                  </a:lnTo>
                  <a:lnTo>
                    <a:pt x="6632973" y="2002304"/>
                  </a:lnTo>
                  <a:lnTo>
                    <a:pt x="6700537" y="1998781"/>
                  </a:lnTo>
                  <a:lnTo>
                    <a:pt x="6784014" y="1993969"/>
                  </a:lnTo>
                  <a:lnTo>
                    <a:pt x="6880663" y="1987777"/>
                  </a:lnTo>
                  <a:lnTo>
                    <a:pt x="6986844" y="1980169"/>
                  </a:lnTo>
                  <a:lnTo>
                    <a:pt x="7098596" y="1971151"/>
                  </a:lnTo>
                  <a:lnTo>
                    <a:pt x="7212146" y="1960749"/>
                  </a:lnTo>
                  <a:lnTo>
                    <a:pt x="7324282" y="1948991"/>
                  </a:lnTo>
                  <a:lnTo>
                    <a:pt x="7432537" y="1935885"/>
                  </a:lnTo>
                  <a:lnTo>
                    <a:pt x="7535232" y="1921410"/>
                  </a:lnTo>
                  <a:lnTo>
                    <a:pt x="7631393" y="1905504"/>
                  </a:lnTo>
                  <a:lnTo>
                    <a:pt x="7720636" y="1888064"/>
                  </a:lnTo>
                  <a:lnTo>
                    <a:pt x="7803017" y="1868942"/>
                  </a:lnTo>
                  <a:lnTo>
                    <a:pt x="7878905" y="1847948"/>
                  </a:lnTo>
                  <a:lnTo>
                    <a:pt x="7948874" y="1824858"/>
                  </a:lnTo>
                  <a:lnTo>
                    <a:pt x="8013615" y="1799418"/>
                  </a:lnTo>
                  <a:lnTo>
                    <a:pt x="8073879" y="1771362"/>
                  </a:lnTo>
                  <a:lnTo>
                    <a:pt x="8130422" y="1740434"/>
                  </a:lnTo>
                  <a:lnTo>
                    <a:pt x="8183971" y="1706429"/>
                  </a:lnTo>
                  <a:lnTo>
                    <a:pt x="8229629" y="1673509"/>
                  </a:lnTo>
                  <a:lnTo>
                    <a:pt x="8279215" y="1633537"/>
                  </a:lnTo>
                  <a:lnTo>
                    <a:pt x="8327463" y="1590334"/>
                  </a:lnTo>
                  <a:lnTo>
                    <a:pt x="8374773" y="1543836"/>
                  </a:lnTo>
                  <a:lnTo>
                    <a:pt x="8421462" y="1494044"/>
                  </a:lnTo>
                  <a:lnTo>
                    <a:pt x="8467773" y="1441034"/>
                  </a:lnTo>
                  <a:lnTo>
                    <a:pt x="8513891" y="1384960"/>
                  </a:lnTo>
                  <a:lnTo>
                    <a:pt x="8559944" y="1326058"/>
                  </a:lnTo>
                  <a:lnTo>
                    <a:pt x="8606016" y="1264648"/>
                  </a:lnTo>
                  <a:lnTo>
                    <a:pt x="8652153" y="1201128"/>
                  </a:lnTo>
                  <a:lnTo>
                    <a:pt x="8698367" y="1135966"/>
                  </a:lnTo>
                  <a:lnTo>
                    <a:pt x="8744645" y="1069685"/>
                  </a:lnTo>
                  <a:lnTo>
                    <a:pt x="8790958" y="1002850"/>
                  </a:lnTo>
                  <a:lnTo>
                    <a:pt x="8837270" y="936044"/>
                  </a:lnTo>
                  <a:lnTo>
                    <a:pt x="8883542" y="869850"/>
                  </a:lnTo>
                  <a:lnTo>
                    <a:pt x="8929748" y="804829"/>
                  </a:lnTo>
                  <a:lnTo>
                    <a:pt x="8975878" y="741501"/>
                  </a:lnTo>
                  <a:lnTo>
                    <a:pt x="9021946" y="680325"/>
                  </a:lnTo>
                  <a:lnTo>
                    <a:pt x="9068001" y="621694"/>
                  </a:lnTo>
                  <a:lnTo>
                    <a:pt x="9114131" y="565917"/>
                  </a:lnTo>
                  <a:lnTo>
                    <a:pt x="9160471" y="513224"/>
                  </a:lnTo>
                  <a:lnTo>
                    <a:pt x="9207210" y="463760"/>
                  </a:lnTo>
                  <a:lnTo>
                    <a:pt x="9254598" y="417593"/>
                  </a:lnTo>
                  <a:lnTo>
                    <a:pt x="9302960" y="374717"/>
                  </a:lnTo>
                  <a:lnTo>
                    <a:pt x="9347647" y="338894"/>
                  </a:lnTo>
                  <a:lnTo>
                    <a:pt x="9399088" y="302066"/>
                  </a:lnTo>
                  <a:lnTo>
                    <a:pt x="9452934" y="268408"/>
                  </a:lnTo>
                  <a:lnTo>
                    <a:pt x="9509851" y="237809"/>
                  </a:lnTo>
                  <a:lnTo>
                    <a:pt x="9570571" y="210054"/>
                  </a:lnTo>
                  <a:lnTo>
                    <a:pt x="9635853" y="184886"/>
                  </a:lnTo>
                  <a:lnTo>
                    <a:pt x="9706443" y="162040"/>
                  </a:lnTo>
                  <a:lnTo>
                    <a:pt x="9783022" y="141263"/>
                  </a:lnTo>
                  <a:lnTo>
                    <a:pt x="9866146" y="122335"/>
                  </a:lnTo>
                  <a:lnTo>
                    <a:pt x="9956157" y="105070"/>
                  </a:lnTo>
                  <a:lnTo>
                    <a:pt x="10053068" y="89327"/>
                  </a:lnTo>
                  <a:lnTo>
                    <a:pt x="10156435" y="75005"/>
                  </a:lnTo>
                  <a:lnTo>
                    <a:pt x="10265216" y="62048"/>
                  </a:lnTo>
                  <a:lnTo>
                    <a:pt x="10377643" y="50439"/>
                  </a:lnTo>
                  <a:lnTo>
                    <a:pt x="10491165" y="40188"/>
                  </a:lnTo>
                  <a:lnTo>
                    <a:pt x="10602494" y="31325"/>
                  </a:lnTo>
                  <a:lnTo>
                    <a:pt x="10707817" y="23873"/>
                  </a:lnTo>
                  <a:lnTo>
                    <a:pt x="10803179" y="17836"/>
                  </a:lnTo>
                  <a:lnTo>
                    <a:pt x="10885013" y="13172"/>
                  </a:lnTo>
                  <a:lnTo>
                    <a:pt x="10950710" y="9782"/>
                  </a:lnTo>
                  <a:lnTo>
                    <a:pt x="10999094" y="7514"/>
                  </a:lnTo>
                  <a:lnTo>
                    <a:pt x="11030694" y="6162"/>
                  </a:lnTo>
                  <a:lnTo>
                    <a:pt x="11047762" y="5494"/>
                  </a:lnTo>
                  <a:lnTo>
                    <a:pt x="11054108" y="526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6" y="37"/>
                  </a:lnTo>
                  <a:lnTo>
                    <a:pt x="11046486" y="301"/>
                  </a:lnTo>
                  <a:lnTo>
                    <a:pt x="11027975" y="1033"/>
                  </a:lnTo>
                  <a:lnTo>
                    <a:pt x="10994604" y="2474"/>
                  </a:lnTo>
                  <a:lnTo>
                    <a:pt x="10944304" y="4857"/>
                  </a:lnTo>
                  <a:lnTo>
                    <a:pt x="10876739" y="8381"/>
                  </a:lnTo>
                  <a:lnTo>
                    <a:pt x="10793262" y="13193"/>
                  </a:lnTo>
                  <a:lnTo>
                    <a:pt x="10696614" y="19385"/>
                  </a:lnTo>
                  <a:lnTo>
                    <a:pt x="10590433" y="26993"/>
                  </a:lnTo>
                  <a:lnTo>
                    <a:pt x="10478681" y="36011"/>
                  </a:lnTo>
                  <a:lnTo>
                    <a:pt x="10365131" y="46413"/>
                  </a:lnTo>
                  <a:lnTo>
                    <a:pt x="10252995" y="58171"/>
                  </a:lnTo>
                  <a:lnTo>
                    <a:pt x="10144739" y="71277"/>
                  </a:lnTo>
                  <a:lnTo>
                    <a:pt x="10042045" y="85752"/>
                  </a:lnTo>
                  <a:lnTo>
                    <a:pt x="9945883" y="101658"/>
                  </a:lnTo>
                  <a:lnTo>
                    <a:pt x="9856640" y="119098"/>
                  </a:lnTo>
                  <a:lnTo>
                    <a:pt x="9774259" y="138220"/>
                  </a:lnTo>
                  <a:lnTo>
                    <a:pt x="9698371" y="159214"/>
                  </a:lnTo>
                  <a:lnTo>
                    <a:pt x="9628403" y="182304"/>
                  </a:lnTo>
                  <a:lnTo>
                    <a:pt x="9563661" y="207744"/>
                  </a:lnTo>
                  <a:lnTo>
                    <a:pt x="9503398" y="235800"/>
                  </a:lnTo>
                  <a:lnTo>
                    <a:pt x="9446855" y="266728"/>
                  </a:lnTo>
                  <a:lnTo>
                    <a:pt x="9393305" y="300733"/>
                  </a:lnTo>
                  <a:lnTo>
                    <a:pt x="9347647" y="333653"/>
                  </a:lnTo>
                  <a:lnTo>
                    <a:pt x="9298061" y="373625"/>
                  </a:lnTo>
                  <a:lnTo>
                    <a:pt x="9249814" y="416828"/>
                  </a:lnTo>
                  <a:lnTo>
                    <a:pt x="9202503" y="463326"/>
                  </a:lnTo>
                  <a:lnTo>
                    <a:pt x="9155815" y="513118"/>
                  </a:lnTo>
                  <a:lnTo>
                    <a:pt x="9109503" y="566128"/>
                  </a:lnTo>
                  <a:lnTo>
                    <a:pt x="9063386" y="622202"/>
                  </a:lnTo>
                  <a:lnTo>
                    <a:pt x="9017333" y="681104"/>
                  </a:lnTo>
                  <a:lnTo>
                    <a:pt x="8971260" y="742514"/>
                  </a:lnTo>
                  <a:lnTo>
                    <a:pt x="8925123" y="806034"/>
                  </a:lnTo>
                  <a:lnTo>
                    <a:pt x="8878910" y="871196"/>
                  </a:lnTo>
                  <a:lnTo>
                    <a:pt x="8832632" y="937477"/>
                  </a:lnTo>
                  <a:lnTo>
                    <a:pt x="8786318" y="1004312"/>
                  </a:lnTo>
                  <a:lnTo>
                    <a:pt x="8740007" y="1071118"/>
                  </a:lnTo>
                  <a:lnTo>
                    <a:pt x="8693734" y="1137312"/>
                  </a:lnTo>
                  <a:lnTo>
                    <a:pt x="8647528" y="1202333"/>
                  </a:lnTo>
                  <a:lnTo>
                    <a:pt x="8601399" y="1265661"/>
                  </a:lnTo>
                  <a:lnTo>
                    <a:pt x="8555331" y="1326837"/>
                  </a:lnTo>
                  <a:lnTo>
                    <a:pt x="8509276" y="1385468"/>
                  </a:lnTo>
                  <a:lnTo>
                    <a:pt x="8463146" y="1441245"/>
                  </a:lnTo>
                  <a:lnTo>
                    <a:pt x="8416806" y="1493938"/>
                  </a:lnTo>
                  <a:lnTo>
                    <a:pt x="8370067" y="1543402"/>
                  </a:lnTo>
                  <a:lnTo>
                    <a:pt x="8322678" y="1589569"/>
                  </a:lnTo>
                  <a:lnTo>
                    <a:pt x="8274316" y="1632445"/>
                  </a:lnTo>
                  <a:lnTo>
                    <a:pt x="8229629" y="1668268"/>
                  </a:lnTo>
                  <a:lnTo>
                    <a:pt x="8178188" y="1705096"/>
                  </a:lnTo>
                  <a:lnTo>
                    <a:pt x="8124342" y="1738754"/>
                  </a:lnTo>
                  <a:lnTo>
                    <a:pt x="8067425" y="1769353"/>
                  </a:lnTo>
                  <a:lnTo>
                    <a:pt x="8006705" y="1797108"/>
                  </a:lnTo>
                  <a:lnTo>
                    <a:pt x="7941423" y="1822275"/>
                  </a:lnTo>
                  <a:lnTo>
                    <a:pt x="7870834" y="1845122"/>
                  </a:lnTo>
                  <a:lnTo>
                    <a:pt x="7794255" y="1865899"/>
                  </a:lnTo>
                  <a:lnTo>
                    <a:pt x="7711130" y="1884827"/>
                  </a:lnTo>
                  <a:lnTo>
                    <a:pt x="7621120" y="1902092"/>
                  </a:lnTo>
                  <a:lnTo>
                    <a:pt x="7524209" y="1917835"/>
                  </a:lnTo>
                  <a:lnTo>
                    <a:pt x="7420841" y="1932157"/>
                  </a:lnTo>
                  <a:lnTo>
                    <a:pt x="7312061" y="1945114"/>
                  </a:lnTo>
                  <a:lnTo>
                    <a:pt x="7199634" y="1956723"/>
                  </a:lnTo>
                  <a:lnTo>
                    <a:pt x="7086112" y="1966974"/>
                  </a:lnTo>
                  <a:lnTo>
                    <a:pt x="6974782" y="1975837"/>
                  </a:lnTo>
                  <a:lnTo>
                    <a:pt x="6869459" y="1983288"/>
                  </a:lnTo>
                  <a:lnTo>
                    <a:pt x="6774097" y="1989326"/>
                  </a:lnTo>
                  <a:lnTo>
                    <a:pt x="6692263" y="1993990"/>
                  </a:lnTo>
                  <a:lnTo>
                    <a:pt x="6626566" y="1997379"/>
                  </a:lnTo>
                  <a:lnTo>
                    <a:pt x="6578182" y="1999648"/>
                  </a:lnTo>
                  <a:lnTo>
                    <a:pt x="6546583" y="2001000"/>
                  </a:lnTo>
                  <a:lnTo>
                    <a:pt x="6529515" y="2001667"/>
                  </a:lnTo>
                  <a:lnTo>
                    <a:pt x="6523168" y="2001896"/>
                  </a:lnTo>
                  <a:lnTo>
                    <a:pt x="6522385" y="2001922"/>
                  </a:lnTo>
                  <a:lnTo>
                    <a:pt x="5527445" y="2001922"/>
                  </a:lnTo>
                  <a:lnTo>
                    <a:pt x="5526348" y="2001963"/>
                  </a:lnTo>
                  <a:lnTo>
                    <a:pt x="5519101" y="2002260"/>
                  </a:lnTo>
                  <a:lnTo>
                    <a:pt x="5500720" y="2003079"/>
                  </a:lnTo>
                  <a:lnTo>
                    <a:pt x="5467573" y="2004693"/>
                  </a:lnTo>
                  <a:lnTo>
                    <a:pt x="5417593" y="2007362"/>
                  </a:lnTo>
                  <a:lnTo>
                    <a:pt x="5350428" y="2011308"/>
                  </a:lnTo>
                  <a:lnTo>
                    <a:pt x="5267397" y="2016700"/>
                  </a:lnTo>
                  <a:lnTo>
                    <a:pt x="5171204" y="2023639"/>
                  </a:lnTo>
                  <a:lnTo>
                    <a:pt x="5065447" y="2032168"/>
                  </a:lnTo>
                  <a:lnTo>
                    <a:pt x="4954060" y="2042280"/>
                  </a:lnTo>
                  <a:lnTo>
                    <a:pt x="4840796" y="2053946"/>
                  </a:lnTo>
                  <a:lnTo>
                    <a:pt x="4728861" y="2067136"/>
                  </a:lnTo>
                  <a:lnTo>
                    <a:pt x="4620725" y="2081838"/>
                  </a:lnTo>
                  <a:lnTo>
                    <a:pt x="4518080" y="2098077"/>
                  </a:lnTo>
                  <a:lnTo>
                    <a:pt x="4421913" y="2115918"/>
                  </a:lnTo>
                  <a:lnTo>
                    <a:pt x="4332624" y="2135476"/>
                  </a:lnTo>
                  <a:lnTo>
                    <a:pt x="4250173" y="2156916"/>
                  </a:lnTo>
                  <a:lnTo>
                    <a:pt x="4174202" y="2180446"/>
                  </a:lnTo>
                  <a:lnTo>
                    <a:pt x="4104150" y="2206318"/>
                  </a:lnTo>
                  <a:lnTo>
                    <a:pt x="4039334" y="2234814"/>
                  </a:lnTo>
                  <a:lnTo>
                    <a:pt x="3979011" y="2266232"/>
                  </a:lnTo>
                  <a:lnTo>
                    <a:pt x="3922429" y="2300860"/>
                  </a:lnTo>
                  <a:lnTo>
                    <a:pt x="3868864" y="2338933"/>
                  </a:lnTo>
                  <a:lnTo>
                    <a:pt x="3820202" y="2378374"/>
                  </a:lnTo>
                  <a:lnTo>
                    <a:pt x="3772400" y="2421762"/>
                  </a:lnTo>
                  <a:lnTo>
                    <a:pt x="3725855" y="2468532"/>
                  </a:lnTo>
                  <a:lnTo>
                    <a:pt x="3680204" y="2518752"/>
                  </a:lnTo>
                  <a:lnTo>
                    <a:pt x="3635159" y="2572424"/>
                  </a:lnTo>
                  <a:lnTo>
                    <a:pt x="3590493" y="2629485"/>
                  </a:lnTo>
                  <a:lnTo>
                    <a:pt x="3546034" y="2689792"/>
                  </a:lnTo>
                  <a:lnTo>
                    <a:pt x="3501657" y="2753122"/>
                  </a:lnTo>
                  <a:lnTo>
                    <a:pt x="3457278" y="2819173"/>
                  </a:lnTo>
                  <a:lnTo>
                    <a:pt x="3412847" y="2887565"/>
                  </a:lnTo>
                  <a:lnTo>
                    <a:pt x="3368346" y="2957846"/>
                  </a:lnTo>
                  <a:lnTo>
                    <a:pt x="3323779" y="3029504"/>
                  </a:lnTo>
                  <a:lnTo>
                    <a:pt x="3279167" y="3101985"/>
                  </a:lnTo>
                  <a:lnTo>
                    <a:pt x="3234541" y="3174704"/>
                  </a:lnTo>
                  <a:lnTo>
                    <a:pt x="3189935" y="3247069"/>
                  </a:lnTo>
                  <a:lnTo>
                    <a:pt x="3145380" y="3318502"/>
                  </a:lnTo>
                  <a:lnTo>
                    <a:pt x="3100893" y="3388454"/>
                  </a:lnTo>
                  <a:lnTo>
                    <a:pt x="3056475" y="3456424"/>
                  </a:lnTo>
                  <a:lnTo>
                    <a:pt x="3012101" y="3521973"/>
                  </a:lnTo>
                  <a:lnTo>
                    <a:pt x="2967715" y="3584737"/>
                  </a:lnTo>
                  <a:lnTo>
                    <a:pt x="2923227" y="3644427"/>
                  </a:lnTo>
                  <a:lnTo>
                    <a:pt x="2878502" y="3700838"/>
                  </a:lnTo>
                  <a:lnTo>
                    <a:pt x="2833359" y="3753842"/>
                  </a:lnTo>
                  <a:lnTo>
                    <a:pt x="2787559" y="3803388"/>
                  </a:lnTo>
                  <a:lnTo>
                    <a:pt x="2740801" y="3849493"/>
                  </a:lnTo>
                  <a:lnTo>
                    <a:pt x="2702183" y="3884183"/>
                  </a:lnTo>
                  <a:lnTo>
                    <a:pt x="2650874" y="3925635"/>
                  </a:lnTo>
                  <a:lnTo>
                    <a:pt x="2597172" y="3963529"/>
                  </a:lnTo>
                  <a:lnTo>
                    <a:pt x="2540419" y="3997988"/>
                  </a:lnTo>
                  <a:lnTo>
                    <a:pt x="2479887" y="4029251"/>
                  </a:lnTo>
                  <a:lnTo>
                    <a:pt x="2414823" y="4057608"/>
                  </a:lnTo>
                  <a:lnTo>
                    <a:pt x="2344488" y="4083355"/>
                  </a:lnTo>
                  <a:lnTo>
                    <a:pt x="2268201" y="4106773"/>
                  </a:lnTo>
                  <a:lnTo>
                    <a:pt x="2185410" y="4128113"/>
                  </a:lnTo>
                  <a:lnTo>
                    <a:pt x="2095772" y="4147582"/>
                  </a:lnTo>
                  <a:lnTo>
                    <a:pt x="1999263" y="4165339"/>
                  </a:lnTo>
                  <a:lnTo>
                    <a:pt x="1896311" y="4181499"/>
                  </a:lnTo>
                  <a:lnTo>
                    <a:pt x="1787936" y="4196125"/>
                  </a:lnTo>
                  <a:lnTo>
                    <a:pt x="1675868" y="4209238"/>
                  </a:lnTo>
                  <a:lnTo>
                    <a:pt x="1562616" y="4220826"/>
                  </a:lnTo>
                  <a:lnTo>
                    <a:pt x="1451420" y="4230859"/>
                  </a:lnTo>
                  <a:lnTo>
                    <a:pt x="1346053" y="4239307"/>
                  </a:lnTo>
                  <a:lnTo>
                    <a:pt x="1250445" y="4246166"/>
                  </a:lnTo>
                  <a:lnTo>
                    <a:pt x="1168162" y="4251482"/>
                  </a:lnTo>
                  <a:lnTo>
                    <a:pt x="1101847" y="4255359"/>
                  </a:lnTo>
                  <a:lnTo>
                    <a:pt x="1052742" y="4257969"/>
                  </a:lnTo>
                  <a:lnTo>
                    <a:pt x="1020405" y="4259536"/>
                  </a:lnTo>
                  <a:lnTo>
                    <a:pt x="1002687" y="4260322"/>
                  </a:lnTo>
                  <a:lnTo>
                    <a:pt x="995881" y="4260599"/>
                  </a:lnTo>
                  <a:lnTo>
                    <a:pt x="994940" y="4260635"/>
                  </a:lnTo>
                  <a:lnTo>
                    <a:pt x="0" y="4260635"/>
                  </a:lnTo>
                  <a:close/>
                </a:path>
              </a:pathLst>
            </a:custGeom>
            <a:solidFill>
              <a:srgbClr val="26A69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74" name="pl2073"/>
            <p:cNvSpPr/>
            <p:nvPr/>
          </p:nvSpPr>
          <p:spPr>
            <a:xfrm>
              <a:off x="1199187" y="2106570"/>
              <a:ext cx="12049831" cy="4260635"/>
            </a:xfrm>
            <a:custGeom>
              <a:avLst/>
              <a:pathLst>
                <a:path w="12049831" h="4260635">
                  <a:moveTo>
                    <a:pt x="0" y="4260635"/>
                  </a:moveTo>
                  <a:lnTo>
                    <a:pt x="994940" y="4260635"/>
                  </a:lnTo>
                  <a:lnTo>
                    <a:pt x="996037" y="4260593"/>
                  </a:lnTo>
                  <a:lnTo>
                    <a:pt x="1003284" y="4260297"/>
                  </a:lnTo>
                  <a:lnTo>
                    <a:pt x="1021665" y="4259478"/>
                  </a:lnTo>
                  <a:lnTo>
                    <a:pt x="1054812" y="4257864"/>
                  </a:lnTo>
                  <a:lnTo>
                    <a:pt x="1104792" y="4255195"/>
                  </a:lnTo>
                  <a:lnTo>
                    <a:pt x="1171957" y="4251249"/>
                  </a:lnTo>
                  <a:lnTo>
                    <a:pt x="1254988" y="4245857"/>
                  </a:lnTo>
                  <a:lnTo>
                    <a:pt x="1351181" y="4238918"/>
                  </a:lnTo>
                  <a:lnTo>
                    <a:pt x="1456938" y="4230389"/>
                  </a:lnTo>
                  <a:lnTo>
                    <a:pt x="1568325" y="4220277"/>
                  </a:lnTo>
                  <a:lnTo>
                    <a:pt x="1681589" y="4208611"/>
                  </a:lnTo>
                  <a:lnTo>
                    <a:pt x="1793524" y="4195421"/>
                  </a:lnTo>
                  <a:lnTo>
                    <a:pt x="1901660" y="4180719"/>
                  </a:lnTo>
                  <a:lnTo>
                    <a:pt x="2004305" y="4164480"/>
                  </a:lnTo>
                  <a:lnTo>
                    <a:pt x="2100472" y="4146639"/>
                  </a:lnTo>
                  <a:lnTo>
                    <a:pt x="2189761" y="4127080"/>
                  </a:lnTo>
                  <a:lnTo>
                    <a:pt x="2272212" y="4105641"/>
                  </a:lnTo>
                  <a:lnTo>
                    <a:pt x="2348183" y="4082110"/>
                  </a:lnTo>
                  <a:lnTo>
                    <a:pt x="2418235" y="4056238"/>
                  </a:lnTo>
                  <a:lnTo>
                    <a:pt x="2483051" y="4027742"/>
                  </a:lnTo>
                  <a:lnTo>
                    <a:pt x="2543374" y="3996324"/>
                  </a:lnTo>
                  <a:lnTo>
                    <a:pt x="2599956" y="3961696"/>
                  </a:lnTo>
                  <a:lnTo>
                    <a:pt x="2653521" y="3923624"/>
                  </a:lnTo>
                  <a:lnTo>
                    <a:pt x="2702183" y="3884183"/>
                  </a:lnTo>
                  <a:lnTo>
                    <a:pt x="2749985" y="3840794"/>
                  </a:lnTo>
                  <a:lnTo>
                    <a:pt x="2796530" y="3794024"/>
                  </a:lnTo>
                  <a:lnTo>
                    <a:pt x="2842181" y="3743805"/>
                  </a:lnTo>
                  <a:lnTo>
                    <a:pt x="2887226" y="3690132"/>
                  </a:lnTo>
                  <a:lnTo>
                    <a:pt x="2931892" y="3633072"/>
                  </a:lnTo>
                  <a:lnTo>
                    <a:pt x="2976351" y="3572765"/>
                  </a:lnTo>
                  <a:lnTo>
                    <a:pt x="3020728" y="3509435"/>
                  </a:lnTo>
                  <a:lnTo>
                    <a:pt x="3065107" y="3443383"/>
                  </a:lnTo>
                  <a:lnTo>
                    <a:pt x="3109538" y="3374992"/>
                  </a:lnTo>
                  <a:lnTo>
                    <a:pt x="3154039" y="3304711"/>
                  </a:lnTo>
                  <a:lnTo>
                    <a:pt x="3198606" y="3233053"/>
                  </a:lnTo>
                  <a:lnTo>
                    <a:pt x="3243218" y="3160572"/>
                  </a:lnTo>
                  <a:lnTo>
                    <a:pt x="3287844" y="3087853"/>
                  </a:lnTo>
                  <a:lnTo>
                    <a:pt x="3332450" y="3015487"/>
                  </a:lnTo>
                  <a:lnTo>
                    <a:pt x="3377005" y="2944054"/>
                  </a:lnTo>
                  <a:lnTo>
                    <a:pt x="3421492" y="2874103"/>
                  </a:lnTo>
                  <a:lnTo>
                    <a:pt x="3465910" y="2806133"/>
                  </a:lnTo>
                  <a:lnTo>
                    <a:pt x="3510284" y="2740583"/>
                  </a:lnTo>
                  <a:lnTo>
                    <a:pt x="3554670" y="2677820"/>
                  </a:lnTo>
                  <a:lnTo>
                    <a:pt x="3599158" y="2618129"/>
                  </a:lnTo>
                  <a:lnTo>
                    <a:pt x="3643883" y="2561719"/>
                  </a:lnTo>
                  <a:lnTo>
                    <a:pt x="3689026" y="2508715"/>
                  </a:lnTo>
                  <a:lnTo>
                    <a:pt x="3734826" y="2459169"/>
                  </a:lnTo>
                  <a:lnTo>
                    <a:pt x="3781584" y="2413063"/>
                  </a:lnTo>
                  <a:lnTo>
                    <a:pt x="3820202" y="2378374"/>
                  </a:lnTo>
                  <a:lnTo>
                    <a:pt x="3871511" y="2336922"/>
                  </a:lnTo>
                  <a:lnTo>
                    <a:pt x="3925213" y="2299028"/>
                  </a:lnTo>
                  <a:lnTo>
                    <a:pt x="3981966" y="2264569"/>
                  </a:lnTo>
                  <a:lnTo>
                    <a:pt x="4042498" y="2233305"/>
                  </a:lnTo>
                  <a:lnTo>
                    <a:pt x="4107562" y="2204949"/>
                  </a:lnTo>
                  <a:lnTo>
                    <a:pt x="4177897" y="2179202"/>
                  </a:lnTo>
                  <a:lnTo>
                    <a:pt x="4254184" y="2155783"/>
                  </a:lnTo>
                  <a:lnTo>
                    <a:pt x="4336975" y="2134443"/>
                  </a:lnTo>
                  <a:lnTo>
                    <a:pt x="4426613" y="2114975"/>
                  </a:lnTo>
                  <a:lnTo>
                    <a:pt x="4523122" y="2097217"/>
                  </a:lnTo>
                  <a:lnTo>
                    <a:pt x="4626074" y="2081058"/>
                  </a:lnTo>
                  <a:lnTo>
                    <a:pt x="4734449" y="2066432"/>
                  </a:lnTo>
                  <a:lnTo>
                    <a:pt x="4846517" y="2053319"/>
                  </a:lnTo>
                  <a:lnTo>
                    <a:pt x="4959769" y="2041730"/>
                  </a:lnTo>
                  <a:lnTo>
                    <a:pt x="5070965" y="2031698"/>
                  </a:lnTo>
                  <a:lnTo>
                    <a:pt x="5176332" y="2023250"/>
                  </a:lnTo>
                  <a:lnTo>
                    <a:pt x="5271940" y="2016390"/>
                  </a:lnTo>
                  <a:lnTo>
                    <a:pt x="5354223" y="2011075"/>
                  </a:lnTo>
                  <a:lnTo>
                    <a:pt x="5420538" y="2007198"/>
                  </a:lnTo>
                  <a:lnTo>
                    <a:pt x="5469643" y="2004588"/>
                  </a:lnTo>
                  <a:lnTo>
                    <a:pt x="5501980" y="2003020"/>
                  </a:lnTo>
                  <a:lnTo>
                    <a:pt x="5519698" y="2002235"/>
                  </a:lnTo>
                  <a:lnTo>
                    <a:pt x="5526504" y="2001957"/>
                  </a:lnTo>
                  <a:lnTo>
                    <a:pt x="5527445" y="2001922"/>
                  </a:lnTo>
                  <a:lnTo>
                    <a:pt x="6522385" y="2001922"/>
                  </a:lnTo>
                  <a:lnTo>
                    <a:pt x="6523491" y="2001885"/>
                  </a:lnTo>
                  <a:lnTo>
                    <a:pt x="6530790" y="2001620"/>
                  </a:lnTo>
                  <a:lnTo>
                    <a:pt x="6549301" y="2000888"/>
                  </a:lnTo>
                  <a:lnTo>
                    <a:pt x="6582673" y="1999447"/>
                  </a:lnTo>
                  <a:lnTo>
                    <a:pt x="6632973" y="1997064"/>
                  </a:lnTo>
                  <a:lnTo>
                    <a:pt x="6700537" y="1993540"/>
                  </a:lnTo>
                  <a:lnTo>
                    <a:pt x="6784014" y="1988728"/>
                  </a:lnTo>
                  <a:lnTo>
                    <a:pt x="6880663" y="1982536"/>
                  </a:lnTo>
                  <a:lnTo>
                    <a:pt x="6986844" y="1974928"/>
                  </a:lnTo>
                  <a:lnTo>
                    <a:pt x="7098596" y="1965910"/>
                  </a:lnTo>
                  <a:lnTo>
                    <a:pt x="7212146" y="1955509"/>
                  </a:lnTo>
                  <a:lnTo>
                    <a:pt x="7324282" y="1943750"/>
                  </a:lnTo>
                  <a:lnTo>
                    <a:pt x="7432537" y="1930645"/>
                  </a:lnTo>
                  <a:lnTo>
                    <a:pt x="7535232" y="1916169"/>
                  </a:lnTo>
                  <a:lnTo>
                    <a:pt x="7631393" y="1900264"/>
                  </a:lnTo>
                  <a:lnTo>
                    <a:pt x="7720636" y="1882823"/>
                  </a:lnTo>
                  <a:lnTo>
                    <a:pt x="7803017" y="1863701"/>
                  </a:lnTo>
                  <a:lnTo>
                    <a:pt x="7878905" y="1842707"/>
                  </a:lnTo>
                  <a:lnTo>
                    <a:pt x="7948874" y="1819617"/>
                  </a:lnTo>
                  <a:lnTo>
                    <a:pt x="8013615" y="1794177"/>
                  </a:lnTo>
                  <a:lnTo>
                    <a:pt x="8073879" y="1766121"/>
                  </a:lnTo>
                  <a:lnTo>
                    <a:pt x="8130422" y="1735193"/>
                  </a:lnTo>
                  <a:lnTo>
                    <a:pt x="8183971" y="1701188"/>
                  </a:lnTo>
                  <a:lnTo>
                    <a:pt x="8229629" y="1668268"/>
                  </a:lnTo>
                  <a:lnTo>
                    <a:pt x="8279215" y="1628297"/>
                  </a:lnTo>
                  <a:lnTo>
                    <a:pt x="8327463" y="1585094"/>
                  </a:lnTo>
                  <a:lnTo>
                    <a:pt x="8374773" y="1538595"/>
                  </a:lnTo>
                  <a:lnTo>
                    <a:pt x="8421462" y="1488804"/>
                  </a:lnTo>
                  <a:lnTo>
                    <a:pt x="8467773" y="1435793"/>
                  </a:lnTo>
                  <a:lnTo>
                    <a:pt x="8513891" y="1379719"/>
                  </a:lnTo>
                  <a:lnTo>
                    <a:pt x="8559944" y="1320817"/>
                  </a:lnTo>
                  <a:lnTo>
                    <a:pt x="8606016" y="1259407"/>
                  </a:lnTo>
                  <a:lnTo>
                    <a:pt x="8652153" y="1195888"/>
                  </a:lnTo>
                  <a:lnTo>
                    <a:pt x="8698367" y="1130725"/>
                  </a:lnTo>
                  <a:lnTo>
                    <a:pt x="8744645" y="1064444"/>
                  </a:lnTo>
                  <a:lnTo>
                    <a:pt x="8790958" y="997609"/>
                  </a:lnTo>
                  <a:lnTo>
                    <a:pt x="8837270" y="930803"/>
                  </a:lnTo>
                  <a:lnTo>
                    <a:pt x="8883542" y="864609"/>
                  </a:lnTo>
                  <a:lnTo>
                    <a:pt x="8929748" y="799588"/>
                  </a:lnTo>
                  <a:lnTo>
                    <a:pt x="8975878" y="736260"/>
                  </a:lnTo>
                  <a:lnTo>
                    <a:pt x="9021946" y="675085"/>
                  </a:lnTo>
                  <a:lnTo>
                    <a:pt x="9068001" y="616453"/>
                  </a:lnTo>
                  <a:lnTo>
                    <a:pt x="9114131" y="560676"/>
                  </a:lnTo>
                  <a:lnTo>
                    <a:pt x="9160471" y="507983"/>
                  </a:lnTo>
                  <a:lnTo>
                    <a:pt x="9207210" y="458519"/>
                  </a:lnTo>
                  <a:lnTo>
                    <a:pt x="9254598" y="412352"/>
                  </a:lnTo>
                  <a:lnTo>
                    <a:pt x="9302960" y="369477"/>
                  </a:lnTo>
                  <a:lnTo>
                    <a:pt x="9347647" y="333653"/>
                  </a:lnTo>
                  <a:lnTo>
                    <a:pt x="9399088" y="296826"/>
                  </a:lnTo>
                  <a:lnTo>
                    <a:pt x="9452934" y="263168"/>
                  </a:lnTo>
                  <a:lnTo>
                    <a:pt x="9509851" y="232568"/>
                  </a:lnTo>
                  <a:lnTo>
                    <a:pt x="9570571" y="204813"/>
                  </a:lnTo>
                  <a:lnTo>
                    <a:pt x="9635853" y="179646"/>
                  </a:lnTo>
                  <a:lnTo>
                    <a:pt x="9706443" y="156799"/>
                  </a:lnTo>
                  <a:lnTo>
                    <a:pt x="9783022" y="136022"/>
                  </a:lnTo>
                  <a:lnTo>
                    <a:pt x="9866146" y="117094"/>
                  </a:lnTo>
                  <a:lnTo>
                    <a:pt x="9956157" y="99829"/>
                  </a:lnTo>
                  <a:lnTo>
                    <a:pt x="10053068" y="84086"/>
                  </a:lnTo>
                  <a:lnTo>
                    <a:pt x="10156435" y="69764"/>
                  </a:lnTo>
                  <a:lnTo>
                    <a:pt x="10265216" y="56807"/>
                  </a:lnTo>
                  <a:lnTo>
                    <a:pt x="10377643" y="45198"/>
                  </a:lnTo>
                  <a:lnTo>
                    <a:pt x="10491165" y="34948"/>
                  </a:lnTo>
                  <a:lnTo>
                    <a:pt x="10602494" y="26084"/>
                  </a:lnTo>
                  <a:lnTo>
                    <a:pt x="10707817" y="18633"/>
                  </a:lnTo>
                  <a:lnTo>
                    <a:pt x="10803179" y="12596"/>
                  </a:lnTo>
                  <a:lnTo>
                    <a:pt x="10885013" y="7931"/>
                  </a:lnTo>
                  <a:lnTo>
                    <a:pt x="10950710" y="4542"/>
                  </a:lnTo>
                  <a:lnTo>
                    <a:pt x="10999094" y="2273"/>
                  </a:lnTo>
                  <a:lnTo>
                    <a:pt x="11030694" y="922"/>
                  </a:lnTo>
                  <a:lnTo>
                    <a:pt x="11047762" y="254"/>
                  </a:lnTo>
                  <a:lnTo>
                    <a:pt x="11054108" y="26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5" name="pl2074"/>
            <p:cNvSpPr/>
            <p:nvPr/>
          </p:nvSpPr>
          <p:spPr>
            <a:xfrm>
              <a:off x="1199187" y="2101329"/>
              <a:ext cx="12049831" cy="4260635"/>
            </a:xfrm>
            <a:custGeom>
              <a:avLst/>
              <a:pathLst>
                <a:path w="12049831" h="4260635">
                  <a:moveTo>
                    <a:pt x="12049831" y="0"/>
                  </a:moveTo>
                  <a:lnTo>
                    <a:pt x="11054891" y="0"/>
                  </a:lnTo>
                  <a:lnTo>
                    <a:pt x="11053786" y="37"/>
                  </a:lnTo>
                  <a:lnTo>
                    <a:pt x="11046486" y="301"/>
                  </a:lnTo>
                  <a:lnTo>
                    <a:pt x="11027975" y="1033"/>
                  </a:lnTo>
                  <a:lnTo>
                    <a:pt x="10994604" y="2474"/>
                  </a:lnTo>
                  <a:lnTo>
                    <a:pt x="10944304" y="4857"/>
                  </a:lnTo>
                  <a:lnTo>
                    <a:pt x="10876739" y="8381"/>
                  </a:lnTo>
                  <a:lnTo>
                    <a:pt x="10793262" y="13193"/>
                  </a:lnTo>
                  <a:lnTo>
                    <a:pt x="10696614" y="19385"/>
                  </a:lnTo>
                  <a:lnTo>
                    <a:pt x="10590433" y="26993"/>
                  </a:lnTo>
                  <a:lnTo>
                    <a:pt x="10478681" y="36011"/>
                  </a:lnTo>
                  <a:lnTo>
                    <a:pt x="10365131" y="46413"/>
                  </a:lnTo>
                  <a:lnTo>
                    <a:pt x="10252995" y="58171"/>
                  </a:lnTo>
                  <a:lnTo>
                    <a:pt x="10144739" y="71277"/>
                  </a:lnTo>
                  <a:lnTo>
                    <a:pt x="10042045" y="85752"/>
                  </a:lnTo>
                  <a:lnTo>
                    <a:pt x="9945883" y="101658"/>
                  </a:lnTo>
                  <a:lnTo>
                    <a:pt x="9856640" y="119098"/>
                  </a:lnTo>
                  <a:lnTo>
                    <a:pt x="9774259" y="138220"/>
                  </a:lnTo>
                  <a:lnTo>
                    <a:pt x="9698371" y="159214"/>
                  </a:lnTo>
                  <a:lnTo>
                    <a:pt x="9628403" y="182304"/>
                  </a:lnTo>
                  <a:lnTo>
                    <a:pt x="9563661" y="207744"/>
                  </a:lnTo>
                  <a:lnTo>
                    <a:pt x="9503398" y="235800"/>
                  </a:lnTo>
                  <a:lnTo>
                    <a:pt x="9446855" y="266728"/>
                  </a:lnTo>
                  <a:lnTo>
                    <a:pt x="9393305" y="300733"/>
                  </a:lnTo>
                  <a:lnTo>
                    <a:pt x="9347647" y="333653"/>
                  </a:lnTo>
                  <a:lnTo>
                    <a:pt x="9298061" y="373625"/>
                  </a:lnTo>
                  <a:lnTo>
                    <a:pt x="9249814" y="416828"/>
                  </a:lnTo>
                  <a:lnTo>
                    <a:pt x="9202503" y="463326"/>
                  </a:lnTo>
                  <a:lnTo>
                    <a:pt x="9155815" y="513118"/>
                  </a:lnTo>
                  <a:lnTo>
                    <a:pt x="9109503" y="566128"/>
                  </a:lnTo>
                  <a:lnTo>
                    <a:pt x="9063386" y="622202"/>
                  </a:lnTo>
                  <a:lnTo>
                    <a:pt x="9017333" y="681104"/>
                  </a:lnTo>
                  <a:lnTo>
                    <a:pt x="8971260" y="742514"/>
                  </a:lnTo>
                  <a:lnTo>
                    <a:pt x="8925123" y="806034"/>
                  </a:lnTo>
                  <a:lnTo>
                    <a:pt x="8878910" y="871196"/>
                  </a:lnTo>
                  <a:lnTo>
                    <a:pt x="8832632" y="937477"/>
                  </a:lnTo>
                  <a:lnTo>
                    <a:pt x="8786318" y="1004312"/>
                  </a:lnTo>
                  <a:lnTo>
                    <a:pt x="8740007" y="1071118"/>
                  </a:lnTo>
                  <a:lnTo>
                    <a:pt x="8693734" y="1137312"/>
                  </a:lnTo>
                  <a:lnTo>
                    <a:pt x="8647528" y="1202333"/>
                  </a:lnTo>
                  <a:lnTo>
                    <a:pt x="8601399" y="1265661"/>
                  </a:lnTo>
                  <a:lnTo>
                    <a:pt x="8555331" y="1326837"/>
                  </a:lnTo>
                  <a:lnTo>
                    <a:pt x="8509276" y="1385468"/>
                  </a:lnTo>
                  <a:lnTo>
                    <a:pt x="8463146" y="1441245"/>
                  </a:lnTo>
                  <a:lnTo>
                    <a:pt x="8416806" y="1493938"/>
                  </a:lnTo>
                  <a:lnTo>
                    <a:pt x="8370067" y="1543402"/>
                  </a:lnTo>
                  <a:lnTo>
                    <a:pt x="8322678" y="1589569"/>
                  </a:lnTo>
                  <a:lnTo>
                    <a:pt x="8274316" y="1632445"/>
                  </a:lnTo>
                  <a:lnTo>
                    <a:pt x="8229629" y="1668268"/>
                  </a:lnTo>
                  <a:lnTo>
                    <a:pt x="8178188" y="1705096"/>
                  </a:lnTo>
                  <a:lnTo>
                    <a:pt x="8124342" y="1738754"/>
                  </a:lnTo>
                  <a:lnTo>
                    <a:pt x="8067425" y="1769353"/>
                  </a:lnTo>
                  <a:lnTo>
                    <a:pt x="8006705" y="1797108"/>
                  </a:lnTo>
                  <a:lnTo>
                    <a:pt x="7941423" y="1822275"/>
                  </a:lnTo>
                  <a:lnTo>
                    <a:pt x="7870834" y="1845122"/>
                  </a:lnTo>
                  <a:lnTo>
                    <a:pt x="7794255" y="1865899"/>
                  </a:lnTo>
                  <a:lnTo>
                    <a:pt x="7711130" y="1884827"/>
                  </a:lnTo>
                  <a:lnTo>
                    <a:pt x="7621120" y="1902092"/>
                  </a:lnTo>
                  <a:lnTo>
                    <a:pt x="7524209" y="1917835"/>
                  </a:lnTo>
                  <a:lnTo>
                    <a:pt x="7420841" y="1932157"/>
                  </a:lnTo>
                  <a:lnTo>
                    <a:pt x="7312061" y="1945114"/>
                  </a:lnTo>
                  <a:lnTo>
                    <a:pt x="7199634" y="1956723"/>
                  </a:lnTo>
                  <a:lnTo>
                    <a:pt x="7086112" y="1966974"/>
                  </a:lnTo>
                  <a:lnTo>
                    <a:pt x="6974782" y="1975837"/>
                  </a:lnTo>
                  <a:lnTo>
                    <a:pt x="6869459" y="1983288"/>
                  </a:lnTo>
                  <a:lnTo>
                    <a:pt x="6774097" y="1989326"/>
                  </a:lnTo>
                  <a:lnTo>
                    <a:pt x="6692263" y="1993990"/>
                  </a:lnTo>
                  <a:lnTo>
                    <a:pt x="6626566" y="1997379"/>
                  </a:lnTo>
                  <a:lnTo>
                    <a:pt x="6578182" y="1999648"/>
                  </a:lnTo>
                  <a:lnTo>
                    <a:pt x="6546583" y="2001000"/>
                  </a:lnTo>
                  <a:lnTo>
                    <a:pt x="6529515" y="2001667"/>
                  </a:lnTo>
                  <a:lnTo>
                    <a:pt x="6523168" y="2001896"/>
                  </a:lnTo>
                  <a:lnTo>
                    <a:pt x="6522385" y="2001922"/>
                  </a:lnTo>
                  <a:lnTo>
                    <a:pt x="5527445" y="2001922"/>
                  </a:lnTo>
                  <a:lnTo>
                    <a:pt x="5526348" y="2001963"/>
                  </a:lnTo>
                  <a:lnTo>
                    <a:pt x="5519101" y="2002260"/>
                  </a:lnTo>
                  <a:lnTo>
                    <a:pt x="5500720" y="2003079"/>
                  </a:lnTo>
                  <a:lnTo>
                    <a:pt x="5467573" y="2004693"/>
                  </a:lnTo>
                  <a:lnTo>
                    <a:pt x="5417593" y="2007362"/>
                  </a:lnTo>
                  <a:lnTo>
                    <a:pt x="5350428" y="2011308"/>
                  </a:lnTo>
                  <a:lnTo>
                    <a:pt x="5267397" y="2016700"/>
                  </a:lnTo>
                  <a:lnTo>
                    <a:pt x="5171204" y="2023639"/>
                  </a:lnTo>
                  <a:lnTo>
                    <a:pt x="5065447" y="2032168"/>
                  </a:lnTo>
                  <a:lnTo>
                    <a:pt x="4954060" y="2042280"/>
                  </a:lnTo>
                  <a:lnTo>
                    <a:pt x="4840796" y="2053946"/>
                  </a:lnTo>
                  <a:lnTo>
                    <a:pt x="4728861" y="2067136"/>
                  </a:lnTo>
                  <a:lnTo>
                    <a:pt x="4620725" y="2081838"/>
                  </a:lnTo>
                  <a:lnTo>
                    <a:pt x="4518080" y="2098077"/>
                  </a:lnTo>
                  <a:lnTo>
                    <a:pt x="4421913" y="2115918"/>
                  </a:lnTo>
                  <a:lnTo>
                    <a:pt x="4332624" y="2135476"/>
                  </a:lnTo>
                  <a:lnTo>
                    <a:pt x="4250173" y="2156916"/>
                  </a:lnTo>
                  <a:lnTo>
                    <a:pt x="4174202" y="2180446"/>
                  </a:lnTo>
                  <a:lnTo>
                    <a:pt x="4104150" y="2206318"/>
                  </a:lnTo>
                  <a:lnTo>
                    <a:pt x="4039334" y="2234814"/>
                  </a:lnTo>
                  <a:lnTo>
                    <a:pt x="3979011" y="2266232"/>
                  </a:lnTo>
                  <a:lnTo>
                    <a:pt x="3922429" y="2300860"/>
                  </a:lnTo>
                  <a:lnTo>
                    <a:pt x="3868864" y="2338933"/>
                  </a:lnTo>
                  <a:lnTo>
                    <a:pt x="3820202" y="2378374"/>
                  </a:lnTo>
                  <a:lnTo>
                    <a:pt x="3772400" y="2421762"/>
                  </a:lnTo>
                  <a:lnTo>
                    <a:pt x="3725855" y="2468532"/>
                  </a:lnTo>
                  <a:lnTo>
                    <a:pt x="3680204" y="2518752"/>
                  </a:lnTo>
                  <a:lnTo>
                    <a:pt x="3635159" y="2572424"/>
                  </a:lnTo>
                  <a:lnTo>
                    <a:pt x="3590493" y="2629485"/>
                  </a:lnTo>
                  <a:lnTo>
                    <a:pt x="3546034" y="2689792"/>
                  </a:lnTo>
                  <a:lnTo>
                    <a:pt x="3501657" y="2753122"/>
                  </a:lnTo>
                  <a:lnTo>
                    <a:pt x="3457278" y="2819173"/>
                  </a:lnTo>
                  <a:lnTo>
                    <a:pt x="3412847" y="2887565"/>
                  </a:lnTo>
                  <a:lnTo>
                    <a:pt x="3368346" y="2957846"/>
                  </a:lnTo>
                  <a:lnTo>
                    <a:pt x="3323779" y="3029504"/>
                  </a:lnTo>
                  <a:lnTo>
                    <a:pt x="3279167" y="3101985"/>
                  </a:lnTo>
                  <a:lnTo>
                    <a:pt x="3234541" y="3174704"/>
                  </a:lnTo>
                  <a:lnTo>
                    <a:pt x="3189935" y="3247069"/>
                  </a:lnTo>
                  <a:lnTo>
                    <a:pt x="3145380" y="3318502"/>
                  </a:lnTo>
                  <a:lnTo>
                    <a:pt x="3100893" y="3388454"/>
                  </a:lnTo>
                  <a:lnTo>
                    <a:pt x="3056475" y="3456424"/>
                  </a:lnTo>
                  <a:lnTo>
                    <a:pt x="3012101" y="3521973"/>
                  </a:lnTo>
                  <a:lnTo>
                    <a:pt x="2967715" y="3584737"/>
                  </a:lnTo>
                  <a:lnTo>
                    <a:pt x="2923227" y="3644427"/>
                  </a:lnTo>
                  <a:lnTo>
                    <a:pt x="2878502" y="3700838"/>
                  </a:lnTo>
                  <a:lnTo>
                    <a:pt x="2833359" y="3753842"/>
                  </a:lnTo>
                  <a:lnTo>
                    <a:pt x="2787559" y="3803388"/>
                  </a:lnTo>
                  <a:lnTo>
                    <a:pt x="2740801" y="3849493"/>
                  </a:lnTo>
                  <a:lnTo>
                    <a:pt x="2702183" y="3884183"/>
                  </a:lnTo>
                  <a:lnTo>
                    <a:pt x="2650874" y="3925635"/>
                  </a:lnTo>
                  <a:lnTo>
                    <a:pt x="2597172" y="3963529"/>
                  </a:lnTo>
                  <a:lnTo>
                    <a:pt x="2540419" y="3997988"/>
                  </a:lnTo>
                  <a:lnTo>
                    <a:pt x="2479887" y="4029251"/>
                  </a:lnTo>
                  <a:lnTo>
                    <a:pt x="2414823" y="4057608"/>
                  </a:lnTo>
                  <a:lnTo>
                    <a:pt x="2344488" y="4083355"/>
                  </a:lnTo>
                  <a:lnTo>
                    <a:pt x="2268201" y="4106773"/>
                  </a:lnTo>
                  <a:lnTo>
                    <a:pt x="2185410" y="4128113"/>
                  </a:lnTo>
                  <a:lnTo>
                    <a:pt x="2095772" y="4147582"/>
                  </a:lnTo>
                  <a:lnTo>
                    <a:pt x="1999263" y="4165339"/>
                  </a:lnTo>
                  <a:lnTo>
                    <a:pt x="1896311" y="4181499"/>
                  </a:lnTo>
                  <a:lnTo>
                    <a:pt x="1787936" y="4196125"/>
                  </a:lnTo>
                  <a:lnTo>
                    <a:pt x="1675868" y="4209238"/>
                  </a:lnTo>
                  <a:lnTo>
                    <a:pt x="1562616" y="4220826"/>
                  </a:lnTo>
                  <a:lnTo>
                    <a:pt x="1451420" y="4230859"/>
                  </a:lnTo>
                  <a:lnTo>
                    <a:pt x="1346053" y="4239307"/>
                  </a:lnTo>
                  <a:lnTo>
                    <a:pt x="1250445" y="4246166"/>
                  </a:lnTo>
                  <a:lnTo>
                    <a:pt x="1168162" y="4251482"/>
                  </a:lnTo>
                  <a:lnTo>
                    <a:pt x="1101847" y="4255359"/>
                  </a:lnTo>
                  <a:lnTo>
                    <a:pt x="1052742" y="4257969"/>
                  </a:lnTo>
                  <a:lnTo>
                    <a:pt x="1020405" y="4259536"/>
                  </a:lnTo>
                  <a:lnTo>
                    <a:pt x="1002687" y="4260322"/>
                  </a:lnTo>
                  <a:lnTo>
                    <a:pt x="995881" y="4260599"/>
                  </a:lnTo>
                  <a:lnTo>
                    <a:pt x="994940" y="4260635"/>
                  </a:lnTo>
                  <a:lnTo>
                    <a:pt x="0" y="4260635"/>
                  </a:lnTo>
                  <a:lnTo>
                    <a:pt x="0" y="42606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6" name="pg2075"/>
            <p:cNvSpPr/>
            <p:nvPr/>
          </p:nvSpPr>
          <p:spPr>
            <a:xfrm>
              <a:off x="1199187" y="1755447"/>
              <a:ext cx="12049831" cy="4585554"/>
            </a:xfrm>
            <a:custGeom>
              <a:avLst/>
              <a:pathLst>
                <a:path w="12049831" h="4585554">
                  <a:moveTo>
                    <a:pt x="0" y="4585554"/>
                  </a:moveTo>
                  <a:lnTo>
                    <a:pt x="994940" y="4585554"/>
                  </a:lnTo>
                  <a:lnTo>
                    <a:pt x="995933" y="4585478"/>
                  </a:lnTo>
                  <a:lnTo>
                    <a:pt x="1002507" y="4584935"/>
                  </a:lnTo>
                  <a:lnTo>
                    <a:pt x="1019225" y="4583436"/>
                  </a:lnTo>
                  <a:lnTo>
                    <a:pt x="1049479" y="4580481"/>
                  </a:lnTo>
                  <a:lnTo>
                    <a:pt x="1095311" y="4575588"/>
                  </a:lnTo>
                  <a:lnTo>
                    <a:pt x="1157275" y="4568336"/>
                  </a:lnTo>
                  <a:lnTo>
                    <a:pt x="1234438" y="4558397"/>
                  </a:lnTo>
                  <a:lnTo>
                    <a:pt x="1324591" y="4545558"/>
                  </a:lnTo>
                  <a:lnTo>
                    <a:pt x="1424630" y="4529716"/>
                  </a:lnTo>
                  <a:lnTo>
                    <a:pt x="1531030" y="4510863"/>
                  </a:lnTo>
                  <a:lnTo>
                    <a:pt x="1640303" y="4489042"/>
                  </a:lnTo>
                  <a:lnTo>
                    <a:pt x="1749349" y="4464314"/>
                  </a:lnTo>
                  <a:lnTo>
                    <a:pt x="1855669" y="4436717"/>
                  </a:lnTo>
                  <a:lnTo>
                    <a:pt x="1957447" y="4406238"/>
                  </a:lnTo>
                  <a:lnTo>
                    <a:pt x="2053518" y="4372790"/>
                  </a:lnTo>
                  <a:lnTo>
                    <a:pt x="2143284" y="4336207"/>
                  </a:lnTo>
                  <a:lnTo>
                    <a:pt x="2226591" y="4296234"/>
                  </a:lnTo>
                  <a:lnTo>
                    <a:pt x="2303621" y="4252533"/>
                  </a:lnTo>
                  <a:lnTo>
                    <a:pt x="2374785" y="4204685"/>
                  </a:lnTo>
                  <a:lnTo>
                    <a:pt x="2440643" y="4152206"/>
                  </a:lnTo>
                  <a:lnTo>
                    <a:pt x="2501837" y="4094564"/>
                  </a:lnTo>
                  <a:lnTo>
                    <a:pt x="2559045" y="4031211"/>
                  </a:lnTo>
                  <a:lnTo>
                    <a:pt x="2612944" y="3961638"/>
                  </a:lnTo>
                  <a:lnTo>
                    <a:pt x="2664176" y="3885456"/>
                  </a:lnTo>
                  <a:lnTo>
                    <a:pt x="2702183" y="3822169"/>
                  </a:lnTo>
                  <a:lnTo>
                    <a:pt x="2738617" y="3755968"/>
                  </a:lnTo>
                  <a:lnTo>
                    <a:pt x="2774269" y="3685839"/>
                  </a:lnTo>
                  <a:lnTo>
                    <a:pt x="2809312" y="3611703"/>
                  </a:lnTo>
                  <a:lnTo>
                    <a:pt x="2843891" y="3533520"/>
                  </a:lnTo>
                  <a:lnTo>
                    <a:pt x="2878129" y="3451298"/>
                  </a:lnTo>
                  <a:lnTo>
                    <a:pt x="2912124" y="3365087"/>
                  </a:lnTo>
                  <a:lnTo>
                    <a:pt x="2945961" y="3274991"/>
                  </a:lnTo>
                  <a:lnTo>
                    <a:pt x="2979705" y="3181168"/>
                  </a:lnTo>
                  <a:lnTo>
                    <a:pt x="3013407" y="3083828"/>
                  </a:lnTo>
                  <a:lnTo>
                    <a:pt x="3047105" y="2983238"/>
                  </a:lnTo>
                  <a:lnTo>
                    <a:pt x="3080823" y="2879716"/>
                  </a:lnTo>
                  <a:lnTo>
                    <a:pt x="3114577" y="2773633"/>
                  </a:lnTo>
                  <a:lnTo>
                    <a:pt x="3148373" y="2665402"/>
                  </a:lnTo>
                  <a:lnTo>
                    <a:pt x="3182208" y="2555479"/>
                  </a:lnTo>
                  <a:lnTo>
                    <a:pt x="3216075" y="2444349"/>
                  </a:lnTo>
                  <a:lnTo>
                    <a:pt x="3249961" y="2332521"/>
                  </a:lnTo>
                  <a:lnTo>
                    <a:pt x="3283852" y="2220518"/>
                  </a:lnTo>
                  <a:lnTo>
                    <a:pt x="3317734" y="2108868"/>
                  </a:lnTo>
                  <a:lnTo>
                    <a:pt x="3351591" y="1998088"/>
                  </a:lnTo>
                  <a:lnTo>
                    <a:pt x="3385413" y="1888683"/>
                  </a:lnTo>
                  <a:lnTo>
                    <a:pt x="3419195" y="1781127"/>
                  </a:lnTo>
                  <a:lnTo>
                    <a:pt x="3452936" y="1675864"/>
                  </a:lnTo>
                  <a:lnTo>
                    <a:pt x="3486645" y="1573292"/>
                  </a:lnTo>
                  <a:lnTo>
                    <a:pt x="3520340" y="1473765"/>
                  </a:lnTo>
                  <a:lnTo>
                    <a:pt x="3554052" y="1377584"/>
                  </a:lnTo>
                  <a:lnTo>
                    <a:pt x="3587821" y="1284997"/>
                  </a:lnTo>
                  <a:lnTo>
                    <a:pt x="3621703" y="1196196"/>
                  </a:lnTo>
                  <a:lnTo>
                    <a:pt x="3655770" y="1111321"/>
                  </a:lnTo>
                  <a:lnTo>
                    <a:pt x="3690110" y="1030457"/>
                  </a:lnTo>
                  <a:lnTo>
                    <a:pt x="3724831" y="953641"/>
                  </a:lnTo>
                  <a:lnTo>
                    <a:pt x="3760062" y="880863"/>
                  </a:lnTo>
                  <a:lnTo>
                    <a:pt x="3795957" y="812069"/>
                  </a:lnTo>
                  <a:lnTo>
                    <a:pt x="3820202" y="768626"/>
                  </a:lnTo>
                  <a:lnTo>
                    <a:pt x="3869776" y="687237"/>
                  </a:lnTo>
                  <a:lnTo>
                    <a:pt x="3921567" y="612597"/>
                  </a:lnTo>
                  <a:lnTo>
                    <a:pt x="3976167" y="544494"/>
                  </a:lnTo>
                  <a:lnTo>
                    <a:pt x="4034231" y="482500"/>
                  </a:lnTo>
                  <a:lnTo>
                    <a:pt x="4096437" y="426093"/>
                  </a:lnTo>
                  <a:lnTo>
                    <a:pt x="4163459" y="374724"/>
                  </a:lnTo>
                  <a:lnTo>
                    <a:pt x="4235927" y="327870"/>
                  </a:lnTo>
                  <a:lnTo>
                    <a:pt x="4314369" y="285060"/>
                  </a:lnTo>
                  <a:lnTo>
                    <a:pt x="4399155" y="245893"/>
                  </a:lnTo>
                  <a:lnTo>
                    <a:pt x="4490397" y="210049"/>
                  </a:lnTo>
                  <a:lnTo>
                    <a:pt x="4587851" y="177295"/>
                  </a:lnTo>
                  <a:lnTo>
                    <a:pt x="4690798" y="147483"/>
                  </a:lnTo>
                  <a:lnTo>
                    <a:pt x="4797930" y="120544"/>
                  </a:lnTo>
                  <a:lnTo>
                    <a:pt x="4907273" y="96480"/>
                  </a:lnTo>
                  <a:lnTo>
                    <a:pt x="5016179" y="75335"/>
                  </a:lnTo>
                  <a:lnTo>
                    <a:pt x="5121434" y="57171"/>
                  </a:lnTo>
                  <a:lnTo>
                    <a:pt x="5219506" y="42023"/>
                  </a:lnTo>
                  <a:lnTo>
                    <a:pt x="5306923" y="29863"/>
                  </a:lnTo>
                  <a:lnTo>
                    <a:pt x="5380748" y="20565"/>
                  </a:lnTo>
                  <a:lnTo>
                    <a:pt x="5439036" y="13888"/>
                  </a:lnTo>
                  <a:lnTo>
                    <a:pt x="5481185" y="9480"/>
                  </a:lnTo>
                  <a:lnTo>
                    <a:pt x="5508096" y="6903"/>
                  </a:lnTo>
                  <a:lnTo>
                    <a:pt x="5522138" y="5668"/>
                  </a:lnTo>
                  <a:lnTo>
                    <a:pt x="5526986" y="5275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0" y="5283"/>
                  </a:lnTo>
                  <a:lnTo>
                    <a:pt x="6530711" y="5588"/>
                  </a:lnTo>
                  <a:lnTo>
                    <a:pt x="6549053" y="6432"/>
                  </a:lnTo>
                  <a:lnTo>
                    <a:pt x="6582132" y="8095"/>
                  </a:lnTo>
                  <a:lnTo>
                    <a:pt x="6632014" y="10844"/>
                  </a:lnTo>
                  <a:lnTo>
                    <a:pt x="6699057" y="14909"/>
                  </a:lnTo>
                  <a:lnTo>
                    <a:pt x="6781952" y="20464"/>
                  </a:lnTo>
                  <a:lnTo>
                    <a:pt x="6878006" y="27614"/>
                  </a:lnTo>
                  <a:lnTo>
                    <a:pt x="6983633" y="36402"/>
                  </a:lnTo>
                  <a:lnTo>
                    <a:pt x="7094908" y="46823"/>
                  </a:lnTo>
                  <a:lnTo>
                    <a:pt x="7208085" y="58846"/>
                  </a:lnTo>
                  <a:lnTo>
                    <a:pt x="7319958" y="72440"/>
                  </a:lnTo>
                  <a:lnTo>
                    <a:pt x="7428057" y="87594"/>
                  </a:lnTo>
                  <a:lnTo>
                    <a:pt x="7530686" y="104330"/>
                  </a:lnTo>
                  <a:lnTo>
                    <a:pt x="7626855" y="122718"/>
                  </a:lnTo>
                  <a:lnTo>
                    <a:pt x="7716157" y="142875"/>
                  </a:lnTo>
                  <a:lnTo>
                    <a:pt x="7798630" y="164968"/>
                  </a:lnTo>
                  <a:lnTo>
                    <a:pt x="7874626" y="189214"/>
                  </a:lnTo>
                  <a:lnTo>
                    <a:pt x="7944703" y="215870"/>
                  </a:lnTo>
                  <a:lnTo>
                    <a:pt x="8009542" y="245226"/>
                  </a:lnTo>
                  <a:lnTo>
                    <a:pt x="8069884" y="277591"/>
                  </a:lnTo>
                  <a:lnTo>
                    <a:pt x="8126478" y="313259"/>
                  </a:lnTo>
                  <a:lnTo>
                    <a:pt x="8180048" y="352476"/>
                  </a:lnTo>
                  <a:lnTo>
                    <a:pt x="8229629" y="393920"/>
                  </a:lnTo>
                  <a:lnTo>
                    <a:pt x="8276943" y="438236"/>
                  </a:lnTo>
                  <a:lnTo>
                    <a:pt x="8323021" y="485970"/>
                  </a:lnTo>
                  <a:lnTo>
                    <a:pt x="8368217" y="537192"/>
                  </a:lnTo>
                  <a:lnTo>
                    <a:pt x="8412813" y="591906"/>
                  </a:lnTo>
                  <a:lnTo>
                    <a:pt x="8457029" y="650051"/>
                  </a:lnTo>
                  <a:lnTo>
                    <a:pt x="8501035" y="711488"/>
                  </a:lnTo>
                  <a:lnTo>
                    <a:pt x="8544955" y="775998"/>
                  </a:lnTo>
                  <a:lnTo>
                    <a:pt x="8588872" y="843285"/>
                  </a:lnTo>
                  <a:lnTo>
                    <a:pt x="8632836" y="912974"/>
                  </a:lnTo>
                  <a:lnTo>
                    <a:pt x="8676868" y="984618"/>
                  </a:lnTo>
                  <a:lnTo>
                    <a:pt x="8720967" y="1057711"/>
                  </a:lnTo>
                  <a:lnTo>
                    <a:pt x="8765113" y="1131702"/>
                  </a:lnTo>
                  <a:lnTo>
                    <a:pt x="8809277" y="1206008"/>
                  </a:lnTo>
                  <a:lnTo>
                    <a:pt x="8853425" y="1280037"/>
                  </a:lnTo>
                  <a:lnTo>
                    <a:pt x="8897528" y="1353206"/>
                  </a:lnTo>
                  <a:lnTo>
                    <a:pt x="8941565" y="1424961"/>
                  </a:lnTo>
                  <a:lnTo>
                    <a:pt x="8985533" y="1494791"/>
                  </a:lnTo>
                  <a:lnTo>
                    <a:pt x="9029452" y="1562248"/>
                  </a:lnTo>
                  <a:lnTo>
                    <a:pt x="9073369" y="1626950"/>
                  </a:lnTo>
                  <a:lnTo>
                    <a:pt x="9117366" y="1688595"/>
                  </a:lnTo>
                  <a:lnTo>
                    <a:pt x="9161564" y="1746960"/>
                  </a:lnTo>
                  <a:lnTo>
                    <a:pt x="9206129" y="1801901"/>
                  </a:lnTo>
                  <a:lnTo>
                    <a:pt x="9251278" y="1853351"/>
                  </a:lnTo>
                  <a:lnTo>
                    <a:pt x="9297289" y="1901312"/>
                  </a:lnTo>
                  <a:lnTo>
                    <a:pt x="9344509" y="1945848"/>
                  </a:lnTo>
                  <a:lnTo>
                    <a:pt x="9347647" y="1948642"/>
                  </a:lnTo>
                  <a:lnTo>
                    <a:pt x="9398917" y="1991409"/>
                  </a:lnTo>
                  <a:lnTo>
                    <a:pt x="9452574" y="2030508"/>
                  </a:lnTo>
                  <a:lnTo>
                    <a:pt x="9509278" y="2066066"/>
                  </a:lnTo>
                  <a:lnTo>
                    <a:pt x="9569753" y="2098329"/>
                  </a:lnTo>
                  <a:lnTo>
                    <a:pt x="9634750" y="2127594"/>
                  </a:lnTo>
                  <a:lnTo>
                    <a:pt x="9705008" y="2154167"/>
                  </a:lnTo>
                  <a:lnTo>
                    <a:pt x="9781205" y="2178340"/>
                  </a:lnTo>
                  <a:lnTo>
                    <a:pt x="9863894" y="2200367"/>
                  </a:lnTo>
                  <a:lnTo>
                    <a:pt x="9953419" y="2220465"/>
                  </a:lnTo>
                  <a:lnTo>
                    <a:pt x="10049806" y="2238797"/>
                  </a:lnTo>
                  <a:lnTo>
                    <a:pt x="10152630" y="2255482"/>
                  </a:lnTo>
                  <a:lnTo>
                    <a:pt x="10260881" y="2270585"/>
                  </a:lnTo>
                  <a:lnTo>
                    <a:pt x="10372839" y="2284129"/>
                  </a:lnTo>
                  <a:lnTo>
                    <a:pt x="10486008" y="2296101"/>
                  </a:lnTo>
                  <a:lnTo>
                    <a:pt x="10597162" y="2306469"/>
                  </a:lnTo>
                  <a:lnTo>
                    <a:pt x="10702541" y="2315204"/>
                  </a:lnTo>
                  <a:lnTo>
                    <a:pt x="10798223" y="2322302"/>
                  </a:lnTo>
                  <a:lnTo>
                    <a:pt x="10880641" y="2327807"/>
                  </a:lnTo>
                  <a:lnTo>
                    <a:pt x="10947143" y="2331827"/>
                  </a:lnTo>
                  <a:lnTo>
                    <a:pt x="10996468" y="2334537"/>
                  </a:lnTo>
                  <a:lnTo>
                    <a:pt x="11029030" y="2336169"/>
                  </a:lnTo>
                  <a:lnTo>
                    <a:pt x="11046949" y="2336991"/>
                  </a:lnTo>
                  <a:lnTo>
                    <a:pt x="11053897" y="2337283"/>
                  </a:lnTo>
                  <a:lnTo>
                    <a:pt x="11054891" y="2337322"/>
                  </a:lnTo>
                  <a:lnTo>
                    <a:pt x="12049831" y="2337322"/>
                  </a:lnTo>
                  <a:lnTo>
                    <a:pt x="12049831" y="2332082"/>
                  </a:lnTo>
                  <a:lnTo>
                    <a:pt x="11054891" y="2332082"/>
                  </a:lnTo>
                  <a:lnTo>
                    <a:pt x="11053796" y="2332039"/>
                  </a:lnTo>
                  <a:lnTo>
                    <a:pt x="11046565" y="2331733"/>
                  </a:lnTo>
                  <a:lnTo>
                    <a:pt x="11028223" y="2330890"/>
                  </a:lnTo>
                  <a:lnTo>
                    <a:pt x="10995145" y="2329227"/>
                  </a:lnTo>
                  <a:lnTo>
                    <a:pt x="10945263" y="2326478"/>
                  </a:lnTo>
                  <a:lnTo>
                    <a:pt x="10878219" y="2322412"/>
                  </a:lnTo>
                  <a:lnTo>
                    <a:pt x="10795325" y="2316858"/>
                  </a:lnTo>
                  <a:lnTo>
                    <a:pt x="10699270" y="2309708"/>
                  </a:lnTo>
                  <a:lnTo>
                    <a:pt x="10593644" y="2300920"/>
                  </a:lnTo>
                  <a:lnTo>
                    <a:pt x="10482368" y="2290499"/>
                  </a:lnTo>
                  <a:lnTo>
                    <a:pt x="10369192" y="2278476"/>
                  </a:lnTo>
                  <a:lnTo>
                    <a:pt x="10257318" y="2264881"/>
                  </a:lnTo>
                  <a:lnTo>
                    <a:pt x="10149219" y="2249728"/>
                  </a:lnTo>
                  <a:lnTo>
                    <a:pt x="10046591" y="2232991"/>
                  </a:lnTo>
                  <a:lnTo>
                    <a:pt x="9950422" y="2214604"/>
                  </a:lnTo>
                  <a:lnTo>
                    <a:pt x="9861120" y="2194447"/>
                  </a:lnTo>
                  <a:lnTo>
                    <a:pt x="9778647" y="2172354"/>
                  </a:lnTo>
                  <a:lnTo>
                    <a:pt x="9702651" y="2148108"/>
                  </a:lnTo>
                  <a:lnTo>
                    <a:pt x="9632574" y="2121452"/>
                  </a:lnTo>
                  <a:lnTo>
                    <a:pt x="9567734" y="2092096"/>
                  </a:lnTo>
                  <a:lnTo>
                    <a:pt x="9507393" y="2059731"/>
                  </a:lnTo>
                  <a:lnTo>
                    <a:pt x="9450799" y="2024062"/>
                  </a:lnTo>
                  <a:lnTo>
                    <a:pt x="9397229" y="1984846"/>
                  </a:lnTo>
                  <a:lnTo>
                    <a:pt x="9347647" y="1943401"/>
                  </a:lnTo>
                  <a:lnTo>
                    <a:pt x="9300334" y="1899086"/>
                  </a:lnTo>
                  <a:lnTo>
                    <a:pt x="9254256" y="1851351"/>
                  </a:lnTo>
                  <a:lnTo>
                    <a:pt x="9209059" y="1800130"/>
                  </a:lnTo>
                  <a:lnTo>
                    <a:pt x="9164464" y="1745415"/>
                  </a:lnTo>
                  <a:lnTo>
                    <a:pt x="9120247" y="1687271"/>
                  </a:lnTo>
                  <a:lnTo>
                    <a:pt x="9076241" y="1625834"/>
                  </a:lnTo>
                  <a:lnTo>
                    <a:pt x="9032322" y="1561323"/>
                  </a:lnTo>
                  <a:lnTo>
                    <a:pt x="8988405" y="1494036"/>
                  </a:lnTo>
                  <a:lnTo>
                    <a:pt x="8944441" y="1424348"/>
                  </a:lnTo>
                  <a:lnTo>
                    <a:pt x="8900408" y="1352704"/>
                  </a:lnTo>
                  <a:lnTo>
                    <a:pt x="8856309" y="1279611"/>
                  </a:lnTo>
                  <a:lnTo>
                    <a:pt x="8812163" y="1205620"/>
                  </a:lnTo>
                  <a:lnTo>
                    <a:pt x="8768000" y="1131314"/>
                  </a:lnTo>
                  <a:lnTo>
                    <a:pt x="8723851" y="1057285"/>
                  </a:lnTo>
                  <a:lnTo>
                    <a:pt x="8679749" y="984116"/>
                  </a:lnTo>
                  <a:lnTo>
                    <a:pt x="8635712" y="912361"/>
                  </a:lnTo>
                  <a:lnTo>
                    <a:pt x="8591743" y="842531"/>
                  </a:lnTo>
                  <a:lnTo>
                    <a:pt x="8547824" y="775074"/>
                  </a:lnTo>
                  <a:lnTo>
                    <a:pt x="8503907" y="710372"/>
                  </a:lnTo>
                  <a:lnTo>
                    <a:pt x="8459910" y="648727"/>
                  </a:lnTo>
                  <a:lnTo>
                    <a:pt x="8415712" y="590362"/>
                  </a:lnTo>
                  <a:lnTo>
                    <a:pt x="8371147" y="535421"/>
                  </a:lnTo>
                  <a:lnTo>
                    <a:pt x="8325998" y="483971"/>
                  </a:lnTo>
                  <a:lnTo>
                    <a:pt x="8279988" y="436010"/>
                  </a:lnTo>
                  <a:lnTo>
                    <a:pt x="8232767" y="391474"/>
                  </a:lnTo>
                  <a:lnTo>
                    <a:pt x="8229629" y="388680"/>
                  </a:lnTo>
                  <a:lnTo>
                    <a:pt x="8178359" y="345912"/>
                  </a:lnTo>
                  <a:lnTo>
                    <a:pt x="8124702" y="306813"/>
                  </a:lnTo>
                  <a:lnTo>
                    <a:pt x="8067999" y="271255"/>
                  </a:lnTo>
                  <a:lnTo>
                    <a:pt x="8007524" y="238993"/>
                  </a:lnTo>
                  <a:lnTo>
                    <a:pt x="7942527" y="209728"/>
                  </a:lnTo>
                  <a:lnTo>
                    <a:pt x="7872269" y="183155"/>
                  </a:lnTo>
                  <a:lnTo>
                    <a:pt x="7796072" y="158982"/>
                  </a:lnTo>
                  <a:lnTo>
                    <a:pt x="7713383" y="136954"/>
                  </a:lnTo>
                  <a:lnTo>
                    <a:pt x="7623857" y="116857"/>
                  </a:lnTo>
                  <a:lnTo>
                    <a:pt x="7527471" y="98524"/>
                  </a:lnTo>
                  <a:lnTo>
                    <a:pt x="7424647" y="81840"/>
                  </a:lnTo>
                  <a:lnTo>
                    <a:pt x="7316395" y="66737"/>
                  </a:lnTo>
                  <a:lnTo>
                    <a:pt x="7204437" y="53193"/>
                  </a:lnTo>
                  <a:lnTo>
                    <a:pt x="7091268" y="41221"/>
                  </a:lnTo>
                  <a:lnTo>
                    <a:pt x="6980114" y="30852"/>
                  </a:lnTo>
                  <a:lnTo>
                    <a:pt x="6874736" y="22117"/>
                  </a:lnTo>
                  <a:lnTo>
                    <a:pt x="6779054" y="15020"/>
                  </a:lnTo>
                  <a:lnTo>
                    <a:pt x="6696635" y="9515"/>
                  </a:lnTo>
                  <a:lnTo>
                    <a:pt x="6630133" y="5495"/>
                  </a:lnTo>
                  <a:lnTo>
                    <a:pt x="6580808" y="2785"/>
                  </a:lnTo>
                  <a:lnTo>
                    <a:pt x="6548247" y="1153"/>
                  </a:lnTo>
                  <a:lnTo>
                    <a:pt x="6530328" y="331"/>
                  </a:lnTo>
                  <a:lnTo>
                    <a:pt x="6523379" y="3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52" y="76"/>
                  </a:lnTo>
                  <a:lnTo>
                    <a:pt x="5519878" y="619"/>
                  </a:lnTo>
                  <a:lnTo>
                    <a:pt x="5503160" y="2117"/>
                  </a:lnTo>
                  <a:lnTo>
                    <a:pt x="5472906" y="5073"/>
                  </a:lnTo>
                  <a:lnTo>
                    <a:pt x="5427074" y="9966"/>
                  </a:lnTo>
                  <a:lnTo>
                    <a:pt x="5365110" y="17218"/>
                  </a:lnTo>
                  <a:lnTo>
                    <a:pt x="5287947" y="27157"/>
                  </a:lnTo>
                  <a:lnTo>
                    <a:pt x="5197794" y="39996"/>
                  </a:lnTo>
                  <a:lnTo>
                    <a:pt x="5097755" y="55838"/>
                  </a:lnTo>
                  <a:lnTo>
                    <a:pt x="4991355" y="74691"/>
                  </a:lnTo>
                  <a:lnTo>
                    <a:pt x="4882082" y="96512"/>
                  </a:lnTo>
                  <a:lnTo>
                    <a:pt x="4773036" y="121240"/>
                  </a:lnTo>
                  <a:lnTo>
                    <a:pt x="4666716" y="148837"/>
                  </a:lnTo>
                  <a:lnTo>
                    <a:pt x="4564938" y="179316"/>
                  </a:lnTo>
                  <a:lnTo>
                    <a:pt x="4468867" y="212764"/>
                  </a:lnTo>
                  <a:lnTo>
                    <a:pt x="4379101" y="249347"/>
                  </a:lnTo>
                  <a:lnTo>
                    <a:pt x="4295794" y="289320"/>
                  </a:lnTo>
                  <a:lnTo>
                    <a:pt x="4218764" y="333021"/>
                  </a:lnTo>
                  <a:lnTo>
                    <a:pt x="4147600" y="380869"/>
                  </a:lnTo>
                  <a:lnTo>
                    <a:pt x="4081742" y="433348"/>
                  </a:lnTo>
                  <a:lnTo>
                    <a:pt x="4020548" y="490990"/>
                  </a:lnTo>
                  <a:lnTo>
                    <a:pt x="3963340" y="554343"/>
                  </a:lnTo>
                  <a:lnTo>
                    <a:pt x="3909441" y="623916"/>
                  </a:lnTo>
                  <a:lnTo>
                    <a:pt x="3858209" y="700098"/>
                  </a:lnTo>
                  <a:lnTo>
                    <a:pt x="3820202" y="763385"/>
                  </a:lnTo>
                  <a:lnTo>
                    <a:pt x="3783768" y="829586"/>
                  </a:lnTo>
                  <a:lnTo>
                    <a:pt x="3748116" y="899715"/>
                  </a:lnTo>
                  <a:lnTo>
                    <a:pt x="3713073" y="973851"/>
                  </a:lnTo>
                  <a:lnTo>
                    <a:pt x="3678494" y="1052033"/>
                  </a:lnTo>
                  <a:lnTo>
                    <a:pt x="3644256" y="1134256"/>
                  </a:lnTo>
                  <a:lnTo>
                    <a:pt x="3610261" y="1220467"/>
                  </a:lnTo>
                  <a:lnTo>
                    <a:pt x="3576424" y="1310563"/>
                  </a:lnTo>
                  <a:lnTo>
                    <a:pt x="3542680" y="1404386"/>
                  </a:lnTo>
                  <a:lnTo>
                    <a:pt x="3508978" y="1501726"/>
                  </a:lnTo>
                  <a:lnTo>
                    <a:pt x="3475280" y="1602316"/>
                  </a:lnTo>
                  <a:lnTo>
                    <a:pt x="3441562" y="1705837"/>
                  </a:lnTo>
                  <a:lnTo>
                    <a:pt x="3407808" y="1811921"/>
                  </a:lnTo>
                  <a:lnTo>
                    <a:pt x="3374012" y="1920151"/>
                  </a:lnTo>
                  <a:lnTo>
                    <a:pt x="3340177" y="2030075"/>
                  </a:lnTo>
                  <a:lnTo>
                    <a:pt x="3306310" y="2141205"/>
                  </a:lnTo>
                  <a:lnTo>
                    <a:pt x="3272424" y="2253033"/>
                  </a:lnTo>
                  <a:lnTo>
                    <a:pt x="3238533" y="2365036"/>
                  </a:lnTo>
                  <a:lnTo>
                    <a:pt x="3204651" y="2476686"/>
                  </a:lnTo>
                  <a:lnTo>
                    <a:pt x="3170794" y="2587466"/>
                  </a:lnTo>
                  <a:lnTo>
                    <a:pt x="3136972" y="2696871"/>
                  </a:lnTo>
                  <a:lnTo>
                    <a:pt x="3103190" y="2804427"/>
                  </a:lnTo>
                  <a:lnTo>
                    <a:pt x="3069449" y="2909690"/>
                  </a:lnTo>
                  <a:lnTo>
                    <a:pt x="3035740" y="3012262"/>
                  </a:lnTo>
                  <a:lnTo>
                    <a:pt x="3002045" y="3111789"/>
                  </a:lnTo>
                  <a:lnTo>
                    <a:pt x="2968333" y="3207970"/>
                  </a:lnTo>
                  <a:lnTo>
                    <a:pt x="2934564" y="3300557"/>
                  </a:lnTo>
                  <a:lnTo>
                    <a:pt x="2900682" y="3389358"/>
                  </a:lnTo>
                  <a:lnTo>
                    <a:pt x="2866615" y="3474233"/>
                  </a:lnTo>
                  <a:lnTo>
                    <a:pt x="2832275" y="3555097"/>
                  </a:lnTo>
                  <a:lnTo>
                    <a:pt x="2797554" y="3631913"/>
                  </a:lnTo>
                  <a:lnTo>
                    <a:pt x="2762323" y="3704691"/>
                  </a:lnTo>
                  <a:lnTo>
                    <a:pt x="2726428" y="3773485"/>
                  </a:lnTo>
                  <a:lnTo>
                    <a:pt x="2702183" y="3816928"/>
                  </a:lnTo>
                  <a:lnTo>
                    <a:pt x="2652609" y="3898317"/>
                  </a:lnTo>
                  <a:lnTo>
                    <a:pt x="2600818" y="3972957"/>
                  </a:lnTo>
                  <a:lnTo>
                    <a:pt x="2546218" y="4041060"/>
                  </a:lnTo>
                  <a:lnTo>
                    <a:pt x="2488154" y="4103053"/>
                  </a:lnTo>
                  <a:lnTo>
                    <a:pt x="2425948" y="4159461"/>
                  </a:lnTo>
                  <a:lnTo>
                    <a:pt x="2358926" y="4210830"/>
                  </a:lnTo>
                  <a:lnTo>
                    <a:pt x="2286458" y="4257684"/>
                  </a:lnTo>
                  <a:lnTo>
                    <a:pt x="2208016" y="4300494"/>
                  </a:lnTo>
                  <a:lnTo>
                    <a:pt x="2123230" y="4339661"/>
                  </a:lnTo>
                  <a:lnTo>
                    <a:pt x="2031988" y="4375505"/>
                  </a:lnTo>
                  <a:lnTo>
                    <a:pt x="1934534" y="4408259"/>
                  </a:lnTo>
                  <a:lnTo>
                    <a:pt x="1831587" y="4438071"/>
                  </a:lnTo>
                  <a:lnTo>
                    <a:pt x="1724455" y="4465010"/>
                  </a:lnTo>
                  <a:lnTo>
                    <a:pt x="1615112" y="4489074"/>
                  </a:lnTo>
                  <a:lnTo>
                    <a:pt x="1506206" y="4510219"/>
                  </a:lnTo>
                  <a:lnTo>
                    <a:pt x="1400950" y="4528383"/>
                  </a:lnTo>
                  <a:lnTo>
                    <a:pt x="1302879" y="4543531"/>
                  </a:lnTo>
                  <a:lnTo>
                    <a:pt x="1215462" y="4555691"/>
                  </a:lnTo>
                  <a:lnTo>
                    <a:pt x="1141637" y="4564989"/>
                  </a:lnTo>
                  <a:lnTo>
                    <a:pt x="1083349" y="4571666"/>
                  </a:lnTo>
                  <a:lnTo>
                    <a:pt x="1041200" y="4576074"/>
                  </a:lnTo>
                  <a:lnTo>
                    <a:pt x="1014289" y="4578651"/>
                  </a:lnTo>
                  <a:lnTo>
                    <a:pt x="1000247" y="4579886"/>
                  </a:lnTo>
                  <a:lnTo>
                    <a:pt x="995399" y="4580279"/>
                  </a:lnTo>
                  <a:lnTo>
                    <a:pt x="994940" y="4580314"/>
                  </a:lnTo>
                  <a:lnTo>
                    <a:pt x="0" y="4580314"/>
                  </a:lnTo>
                  <a:close/>
                </a:path>
              </a:pathLst>
            </a:custGeom>
            <a:solidFill>
              <a:srgbClr val="26A69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77" name="pl2076"/>
            <p:cNvSpPr/>
            <p:nvPr/>
          </p:nvSpPr>
          <p:spPr>
            <a:xfrm>
              <a:off x="1199187" y="1760688"/>
              <a:ext cx="12049831" cy="4580314"/>
            </a:xfrm>
            <a:custGeom>
              <a:avLst/>
              <a:pathLst>
                <a:path w="12049831" h="4580314">
                  <a:moveTo>
                    <a:pt x="0" y="4580314"/>
                  </a:moveTo>
                  <a:lnTo>
                    <a:pt x="994940" y="4580314"/>
                  </a:lnTo>
                  <a:lnTo>
                    <a:pt x="995933" y="4580237"/>
                  </a:lnTo>
                  <a:lnTo>
                    <a:pt x="1002507" y="4579695"/>
                  </a:lnTo>
                  <a:lnTo>
                    <a:pt x="1019225" y="4578196"/>
                  </a:lnTo>
                  <a:lnTo>
                    <a:pt x="1049479" y="4575240"/>
                  </a:lnTo>
                  <a:lnTo>
                    <a:pt x="1095311" y="4570347"/>
                  </a:lnTo>
                  <a:lnTo>
                    <a:pt x="1157275" y="4563095"/>
                  </a:lnTo>
                  <a:lnTo>
                    <a:pt x="1234438" y="4553156"/>
                  </a:lnTo>
                  <a:lnTo>
                    <a:pt x="1324591" y="4540317"/>
                  </a:lnTo>
                  <a:lnTo>
                    <a:pt x="1424630" y="4524476"/>
                  </a:lnTo>
                  <a:lnTo>
                    <a:pt x="1531030" y="4505622"/>
                  </a:lnTo>
                  <a:lnTo>
                    <a:pt x="1640303" y="4483801"/>
                  </a:lnTo>
                  <a:lnTo>
                    <a:pt x="1749349" y="4459073"/>
                  </a:lnTo>
                  <a:lnTo>
                    <a:pt x="1855669" y="4431477"/>
                  </a:lnTo>
                  <a:lnTo>
                    <a:pt x="1957447" y="4400997"/>
                  </a:lnTo>
                  <a:lnTo>
                    <a:pt x="2053518" y="4367549"/>
                  </a:lnTo>
                  <a:lnTo>
                    <a:pt x="2143284" y="4330966"/>
                  </a:lnTo>
                  <a:lnTo>
                    <a:pt x="2226591" y="4290993"/>
                  </a:lnTo>
                  <a:lnTo>
                    <a:pt x="2303621" y="4247292"/>
                  </a:lnTo>
                  <a:lnTo>
                    <a:pt x="2374785" y="4199444"/>
                  </a:lnTo>
                  <a:lnTo>
                    <a:pt x="2440643" y="4146966"/>
                  </a:lnTo>
                  <a:lnTo>
                    <a:pt x="2501837" y="4089323"/>
                  </a:lnTo>
                  <a:lnTo>
                    <a:pt x="2559045" y="4025970"/>
                  </a:lnTo>
                  <a:lnTo>
                    <a:pt x="2612944" y="3956397"/>
                  </a:lnTo>
                  <a:lnTo>
                    <a:pt x="2664176" y="3880215"/>
                  </a:lnTo>
                  <a:lnTo>
                    <a:pt x="2702183" y="3816928"/>
                  </a:lnTo>
                  <a:lnTo>
                    <a:pt x="2738617" y="3750727"/>
                  </a:lnTo>
                  <a:lnTo>
                    <a:pt x="2774269" y="3680598"/>
                  </a:lnTo>
                  <a:lnTo>
                    <a:pt x="2809312" y="3606462"/>
                  </a:lnTo>
                  <a:lnTo>
                    <a:pt x="2843891" y="3528280"/>
                  </a:lnTo>
                  <a:lnTo>
                    <a:pt x="2878129" y="3446057"/>
                  </a:lnTo>
                  <a:lnTo>
                    <a:pt x="2912124" y="3359846"/>
                  </a:lnTo>
                  <a:lnTo>
                    <a:pt x="2945961" y="3269750"/>
                  </a:lnTo>
                  <a:lnTo>
                    <a:pt x="2979705" y="3175927"/>
                  </a:lnTo>
                  <a:lnTo>
                    <a:pt x="3013407" y="3078587"/>
                  </a:lnTo>
                  <a:lnTo>
                    <a:pt x="3047105" y="2977997"/>
                  </a:lnTo>
                  <a:lnTo>
                    <a:pt x="3080823" y="2874476"/>
                  </a:lnTo>
                  <a:lnTo>
                    <a:pt x="3114577" y="2768392"/>
                  </a:lnTo>
                  <a:lnTo>
                    <a:pt x="3148373" y="2660162"/>
                  </a:lnTo>
                  <a:lnTo>
                    <a:pt x="3182208" y="2550238"/>
                  </a:lnTo>
                  <a:lnTo>
                    <a:pt x="3216075" y="2439108"/>
                  </a:lnTo>
                  <a:lnTo>
                    <a:pt x="3249961" y="2327280"/>
                  </a:lnTo>
                  <a:lnTo>
                    <a:pt x="3283852" y="2215278"/>
                  </a:lnTo>
                  <a:lnTo>
                    <a:pt x="3317734" y="2103627"/>
                  </a:lnTo>
                  <a:lnTo>
                    <a:pt x="3351591" y="1992848"/>
                  </a:lnTo>
                  <a:lnTo>
                    <a:pt x="3385413" y="1883442"/>
                  </a:lnTo>
                  <a:lnTo>
                    <a:pt x="3419195" y="1775887"/>
                  </a:lnTo>
                  <a:lnTo>
                    <a:pt x="3452936" y="1670623"/>
                  </a:lnTo>
                  <a:lnTo>
                    <a:pt x="3486645" y="1568051"/>
                  </a:lnTo>
                  <a:lnTo>
                    <a:pt x="3520340" y="1468524"/>
                  </a:lnTo>
                  <a:lnTo>
                    <a:pt x="3554052" y="1372343"/>
                  </a:lnTo>
                  <a:lnTo>
                    <a:pt x="3587821" y="1279756"/>
                  </a:lnTo>
                  <a:lnTo>
                    <a:pt x="3621703" y="1190956"/>
                  </a:lnTo>
                  <a:lnTo>
                    <a:pt x="3655770" y="1106080"/>
                  </a:lnTo>
                  <a:lnTo>
                    <a:pt x="3690110" y="1025217"/>
                  </a:lnTo>
                  <a:lnTo>
                    <a:pt x="3724831" y="948401"/>
                  </a:lnTo>
                  <a:lnTo>
                    <a:pt x="3760062" y="875622"/>
                  </a:lnTo>
                  <a:lnTo>
                    <a:pt x="3795957" y="806828"/>
                  </a:lnTo>
                  <a:lnTo>
                    <a:pt x="3820202" y="763385"/>
                  </a:lnTo>
                  <a:lnTo>
                    <a:pt x="3869776" y="681996"/>
                  </a:lnTo>
                  <a:lnTo>
                    <a:pt x="3921567" y="607357"/>
                  </a:lnTo>
                  <a:lnTo>
                    <a:pt x="3976167" y="539253"/>
                  </a:lnTo>
                  <a:lnTo>
                    <a:pt x="4034231" y="477260"/>
                  </a:lnTo>
                  <a:lnTo>
                    <a:pt x="4096437" y="420852"/>
                  </a:lnTo>
                  <a:lnTo>
                    <a:pt x="4163459" y="369484"/>
                  </a:lnTo>
                  <a:lnTo>
                    <a:pt x="4235927" y="322629"/>
                  </a:lnTo>
                  <a:lnTo>
                    <a:pt x="4314369" y="279819"/>
                  </a:lnTo>
                  <a:lnTo>
                    <a:pt x="4399155" y="240652"/>
                  </a:lnTo>
                  <a:lnTo>
                    <a:pt x="4490397" y="204809"/>
                  </a:lnTo>
                  <a:lnTo>
                    <a:pt x="4587851" y="172055"/>
                  </a:lnTo>
                  <a:lnTo>
                    <a:pt x="4690798" y="142242"/>
                  </a:lnTo>
                  <a:lnTo>
                    <a:pt x="4797930" y="115304"/>
                  </a:lnTo>
                  <a:lnTo>
                    <a:pt x="4907273" y="91239"/>
                  </a:lnTo>
                  <a:lnTo>
                    <a:pt x="5016179" y="70095"/>
                  </a:lnTo>
                  <a:lnTo>
                    <a:pt x="5121434" y="51930"/>
                  </a:lnTo>
                  <a:lnTo>
                    <a:pt x="5219506" y="36782"/>
                  </a:lnTo>
                  <a:lnTo>
                    <a:pt x="5306923" y="24622"/>
                  </a:lnTo>
                  <a:lnTo>
                    <a:pt x="5380748" y="15324"/>
                  </a:lnTo>
                  <a:lnTo>
                    <a:pt x="5439036" y="8647"/>
                  </a:lnTo>
                  <a:lnTo>
                    <a:pt x="5481185" y="4239"/>
                  </a:lnTo>
                  <a:lnTo>
                    <a:pt x="5508096" y="1662"/>
                  </a:lnTo>
                  <a:lnTo>
                    <a:pt x="5522138" y="427"/>
                  </a:lnTo>
                  <a:lnTo>
                    <a:pt x="5526986" y="34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0" y="42"/>
                  </a:lnTo>
                  <a:lnTo>
                    <a:pt x="6530711" y="348"/>
                  </a:lnTo>
                  <a:lnTo>
                    <a:pt x="6549053" y="1191"/>
                  </a:lnTo>
                  <a:lnTo>
                    <a:pt x="6582132" y="2854"/>
                  </a:lnTo>
                  <a:lnTo>
                    <a:pt x="6632014" y="5603"/>
                  </a:lnTo>
                  <a:lnTo>
                    <a:pt x="6699057" y="9669"/>
                  </a:lnTo>
                  <a:lnTo>
                    <a:pt x="6781952" y="15224"/>
                  </a:lnTo>
                  <a:lnTo>
                    <a:pt x="6878006" y="22374"/>
                  </a:lnTo>
                  <a:lnTo>
                    <a:pt x="6983633" y="31162"/>
                  </a:lnTo>
                  <a:lnTo>
                    <a:pt x="7094908" y="41582"/>
                  </a:lnTo>
                  <a:lnTo>
                    <a:pt x="7208085" y="53606"/>
                  </a:lnTo>
                  <a:lnTo>
                    <a:pt x="7319958" y="67200"/>
                  </a:lnTo>
                  <a:lnTo>
                    <a:pt x="7428057" y="82353"/>
                  </a:lnTo>
                  <a:lnTo>
                    <a:pt x="7530686" y="99090"/>
                  </a:lnTo>
                  <a:lnTo>
                    <a:pt x="7626855" y="117478"/>
                  </a:lnTo>
                  <a:lnTo>
                    <a:pt x="7716157" y="137634"/>
                  </a:lnTo>
                  <a:lnTo>
                    <a:pt x="7798630" y="159728"/>
                  </a:lnTo>
                  <a:lnTo>
                    <a:pt x="7874626" y="183973"/>
                  </a:lnTo>
                  <a:lnTo>
                    <a:pt x="7944703" y="210629"/>
                  </a:lnTo>
                  <a:lnTo>
                    <a:pt x="8009542" y="239986"/>
                  </a:lnTo>
                  <a:lnTo>
                    <a:pt x="8069884" y="272350"/>
                  </a:lnTo>
                  <a:lnTo>
                    <a:pt x="8126478" y="308019"/>
                  </a:lnTo>
                  <a:lnTo>
                    <a:pt x="8180048" y="347235"/>
                  </a:lnTo>
                  <a:lnTo>
                    <a:pt x="8229629" y="388680"/>
                  </a:lnTo>
                  <a:lnTo>
                    <a:pt x="8276943" y="432996"/>
                  </a:lnTo>
                  <a:lnTo>
                    <a:pt x="8323021" y="480730"/>
                  </a:lnTo>
                  <a:lnTo>
                    <a:pt x="8368217" y="531951"/>
                  </a:lnTo>
                  <a:lnTo>
                    <a:pt x="8412813" y="586666"/>
                  </a:lnTo>
                  <a:lnTo>
                    <a:pt x="8457029" y="644811"/>
                  </a:lnTo>
                  <a:lnTo>
                    <a:pt x="8501035" y="706247"/>
                  </a:lnTo>
                  <a:lnTo>
                    <a:pt x="8544955" y="770758"/>
                  </a:lnTo>
                  <a:lnTo>
                    <a:pt x="8588872" y="838045"/>
                  </a:lnTo>
                  <a:lnTo>
                    <a:pt x="8632836" y="907733"/>
                  </a:lnTo>
                  <a:lnTo>
                    <a:pt x="8676868" y="979377"/>
                  </a:lnTo>
                  <a:lnTo>
                    <a:pt x="8720967" y="1052471"/>
                  </a:lnTo>
                  <a:lnTo>
                    <a:pt x="8765113" y="1126461"/>
                  </a:lnTo>
                  <a:lnTo>
                    <a:pt x="8809277" y="1200767"/>
                  </a:lnTo>
                  <a:lnTo>
                    <a:pt x="8853425" y="1274796"/>
                  </a:lnTo>
                  <a:lnTo>
                    <a:pt x="8897528" y="1347965"/>
                  </a:lnTo>
                  <a:lnTo>
                    <a:pt x="8941565" y="1419720"/>
                  </a:lnTo>
                  <a:lnTo>
                    <a:pt x="8985533" y="1489551"/>
                  </a:lnTo>
                  <a:lnTo>
                    <a:pt x="9029452" y="1557007"/>
                  </a:lnTo>
                  <a:lnTo>
                    <a:pt x="9073369" y="1621709"/>
                  </a:lnTo>
                  <a:lnTo>
                    <a:pt x="9117366" y="1683354"/>
                  </a:lnTo>
                  <a:lnTo>
                    <a:pt x="9161564" y="1741719"/>
                  </a:lnTo>
                  <a:lnTo>
                    <a:pt x="9206129" y="1796660"/>
                  </a:lnTo>
                  <a:lnTo>
                    <a:pt x="9251278" y="1848111"/>
                  </a:lnTo>
                  <a:lnTo>
                    <a:pt x="9297289" y="1896071"/>
                  </a:lnTo>
                  <a:lnTo>
                    <a:pt x="9344509" y="1940607"/>
                  </a:lnTo>
                  <a:lnTo>
                    <a:pt x="9347647" y="1943401"/>
                  </a:lnTo>
                  <a:lnTo>
                    <a:pt x="9398917" y="1986169"/>
                  </a:lnTo>
                  <a:lnTo>
                    <a:pt x="9452574" y="2025268"/>
                  </a:lnTo>
                  <a:lnTo>
                    <a:pt x="9509278" y="2060826"/>
                  </a:lnTo>
                  <a:lnTo>
                    <a:pt x="9569753" y="2093088"/>
                  </a:lnTo>
                  <a:lnTo>
                    <a:pt x="9634750" y="2122353"/>
                  </a:lnTo>
                  <a:lnTo>
                    <a:pt x="9705008" y="2148927"/>
                  </a:lnTo>
                  <a:lnTo>
                    <a:pt x="9781205" y="2173099"/>
                  </a:lnTo>
                  <a:lnTo>
                    <a:pt x="9863894" y="2195127"/>
                  </a:lnTo>
                  <a:lnTo>
                    <a:pt x="9953419" y="2215224"/>
                  </a:lnTo>
                  <a:lnTo>
                    <a:pt x="10049806" y="2233557"/>
                  </a:lnTo>
                  <a:lnTo>
                    <a:pt x="10152630" y="2250241"/>
                  </a:lnTo>
                  <a:lnTo>
                    <a:pt x="10260881" y="2265344"/>
                  </a:lnTo>
                  <a:lnTo>
                    <a:pt x="10372839" y="2278888"/>
                  </a:lnTo>
                  <a:lnTo>
                    <a:pt x="10486008" y="2290860"/>
                  </a:lnTo>
                  <a:lnTo>
                    <a:pt x="10597162" y="2301229"/>
                  </a:lnTo>
                  <a:lnTo>
                    <a:pt x="10702541" y="2309964"/>
                  </a:lnTo>
                  <a:lnTo>
                    <a:pt x="10798223" y="2317061"/>
                  </a:lnTo>
                  <a:lnTo>
                    <a:pt x="10880641" y="2322566"/>
                  </a:lnTo>
                  <a:lnTo>
                    <a:pt x="10947143" y="2326586"/>
                  </a:lnTo>
                  <a:lnTo>
                    <a:pt x="10996468" y="2329296"/>
                  </a:lnTo>
                  <a:lnTo>
                    <a:pt x="11029030" y="2330928"/>
                  </a:lnTo>
                  <a:lnTo>
                    <a:pt x="11046949" y="2331750"/>
                  </a:lnTo>
                  <a:lnTo>
                    <a:pt x="11053897" y="2332043"/>
                  </a:lnTo>
                  <a:lnTo>
                    <a:pt x="11054891" y="2332082"/>
                  </a:lnTo>
                  <a:lnTo>
                    <a:pt x="12049831" y="2332082"/>
                  </a:lnTo>
                  <a:lnTo>
                    <a:pt x="12049831" y="23320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8" name="pl2077"/>
            <p:cNvSpPr/>
            <p:nvPr/>
          </p:nvSpPr>
          <p:spPr>
            <a:xfrm>
              <a:off x="1199187" y="1755447"/>
              <a:ext cx="12049831" cy="4580314"/>
            </a:xfrm>
            <a:custGeom>
              <a:avLst/>
              <a:pathLst>
                <a:path w="12049831" h="4580314">
                  <a:moveTo>
                    <a:pt x="12049831" y="2332082"/>
                  </a:moveTo>
                  <a:lnTo>
                    <a:pt x="11054891" y="2332082"/>
                  </a:lnTo>
                  <a:lnTo>
                    <a:pt x="11053796" y="2332039"/>
                  </a:lnTo>
                  <a:lnTo>
                    <a:pt x="11046565" y="2331733"/>
                  </a:lnTo>
                  <a:lnTo>
                    <a:pt x="11028223" y="2330890"/>
                  </a:lnTo>
                  <a:lnTo>
                    <a:pt x="10995145" y="2329227"/>
                  </a:lnTo>
                  <a:lnTo>
                    <a:pt x="10945263" y="2326478"/>
                  </a:lnTo>
                  <a:lnTo>
                    <a:pt x="10878219" y="2322412"/>
                  </a:lnTo>
                  <a:lnTo>
                    <a:pt x="10795325" y="2316858"/>
                  </a:lnTo>
                  <a:lnTo>
                    <a:pt x="10699270" y="2309708"/>
                  </a:lnTo>
                  <a:lnTo>
                    <a:pt x="10593644" y="2300920"/>
                  </a:lnTo>
                  <a:lnTo>
                    <a:pt x="10482368" y="2290499"/>
                  </a:lnTo>
                  <a:lnTo>
                    <a:pt x="10369192" y="2278476"/>
                  </a:lnTo>
                  <a:lnTo>
                    <a:pt x="10257318" y="2264881"/>
                  </a:lnTo>
                  <a:lnTo>
                    <a:pt x="10149219" y="2249728"/>
                  </a:lnTo>
                  <a:lnTo>
                    <a:pt x="10046591" y="2232991"/>
                  </a:lnTo>
                  <a:lnTo>
                    <a:pt x="9950422" y="2214604"/>
                  </a:lnTo>
                  <a:lnTo>
                    <a:pt x="9861120" y="2194447"/>
                  </a:lnTo>
                  <a:lnTo>
                    <a:pt x="9778647" y="2172354"/>
                  </a:lnTo>
                  <a:lnTo>
                    <a:pt x="9702651" y="2148108"/>
                  </a:lnTo>
                  <a:lnTo>
                    <a:pt x="9632574" y="2121452"/>
                  </a:lnTo>
                  <a:lnTo>
                    <a:pt x="9567734" y="2092096"/>
                  </a:lnTo>
                  <a:lnTo>
                    <a:pt x="9507393" y="2059731"/>
                  </a:lnTo>
                  <a:lnTo>
                    <a:pt x="9450799" y="2024062"/>
                  </a:lnTo>
                  <a:lnTo>
                    <a:pt x="9397229" y="1984846"/>
                  </a:lnTo>
                  <a:lnTo>
                    <a:pt x="9347647" y="1943401"/>
                  </a:lnTo>
                  <a:lnTo>
                    <a:pt x="9300334" y="1899086"/>
                  </a:lnTo>
                  <a:lnTo>
                    <a:pt x="9254256" y="1851351"/>
                  </a:lnTo>
                  <a:lnTo>
                    <a:pt x="9209059" y="1800130"/>
                  </a:lnTo>
                  <a:lnTo>
                    <a:pt x="9164464" y="1745415"/>
                  </a:lnTo>
                  <a:lnTo>
                    <a:pt x="9120247" y="1687271"/>
                  </a:lnTo>
                  <a:lnTo>
                    <a:pt x="9076241" y="1625834"/>
                  </a:lnTo>
                  <a:lnTo>
                    <a:pt x="9032322" y="1561323"/>
                  </a:lnTo>
                  <a:lnTo>
                    <a:pt x="8988405" y="1494036"/>
                  </a:lnTo>
                  <a:lnTo>
                    <a:pt x="8944441" y="1424348"/>
                  </a:lnTo>
                  <a:lnTo>
                    <a:pt x="8900408" y="1352704"/>
                  </a:lnTo>
                  <a:lnTo>
                    <a:pt x="8856309" y="1279611"/>
                  </a:lnTo>
                  <a:lnTo>
                    <a:pt x="8812163" y="1205620"/>
                  </a:lnTo>
                  <a:lnTo>
                    <a:pt x="8768000" y="1131314"/>
                  </a:lnTo>
                  <a:lnTo>
                    <a:pt x="8723851" y="1057285"/>
                  </a:lnTo>
                  <a:lnTo>
                    <a:pt x="8679749" y="984116"/>
                  </a:lnTo>
                  <a:lnTo>
                    <a:pt x="8635712" y="912361"/>
                  </a:lnTo>
                  <a:lnTo>
                    <a:pt x="8591743" y="842531"/>
                  </a:lnTo>
                  <a:lnTo>
                    <a:pt x="8547824" y="775074"/>
                  </a:lnTo>
                  <a:lnTo>
                    <a:pt x="8503907" y="710372"/>
                  </a:lnTo>
                  <a:lnTo>
                    <a:pt x="8459910" y="648727"/>
                  </a:lnTo>
                  <a:lnTo>
                    <a:pt x="8415712" y="590362"/>
                  </a:lnTo>
                  <a:lnTo>
                    <a:pt x="8371147" y="535421"/>
                  </a:lnTo>
                  <a:lnTo>
                    <a:pt x="8325998" y="483971"/>
                  </a:lnTo>
                  <a:lnTo>
                    <a:pt x="8279988" y="436010"/>
                  </a:lnTo>
                  <a:lnTo>
                    <a:pt x="8232767" y="391474"/>
                  </a:lnTo>
                  <a:lnTo>
                    <a:pt x="8229629" y="388680"/>
                  </a:lnTo>
                  <a:lnTo>
                    <a:pt x="8178359" y="345912"/>
                  </a:lnTo>
                  <a:lnTo>
                    <a:pt x="8124702" y="306813"/>
                  </a:lnTo>
                  <a:lnTo>
                    <a:pt x="8067999" y="271255"/>
                  </a:lnTo>
                  <a:lnTo>
                    <a:pt x="8007524" y="238993"/>
                  </a:lnTo>
                  <a:lnTo>
                    <a:pt x="7942527" y="209728"/>
                  </a:lnTo>
                  <a:lnTo>
                    <a:pt x="7872269" y="183155"/>
                  </a:lnTo>
                  <a:lnTo>
                    <a:pt x="7796072" y="158982"/>
                  </a:lnTo>
                  <a:lnTo>
                    <a:pt x="7713383" y="136954"/>
                  </a:lnTo>
                  <a:lnTo>
                    <a:pt x="7623857" y="116857"/>
                  </a:lnTo>
                  <a:lnTo>
                    <a:pt x="7527471" y="98524"/>
                  </a:lnTo>
                  <a:lnTo>
                    <a:pt x="7424647" y="81840"/>
                  </a:lnTo>
                  <a:lnTo>
                    <a:pt x="7316395" y="66737"/>
                  </a:lnTo>
                  <a:lnTo>
                    <a:pt x="7204437" y="53193"/>
                  </a:lnTo>
                  <a:lnTo>
                    <a:pt x="7091268" y="41221"/>
                  </a:lnTo>
                  <a:lnTo>
                    <a:pt x="6980114" y="30852"/>
                  </a:lnTo>
                  <a:lnTo>
                    <a:pt x="6874736" y="22117"/>
                  </a:lnTo>
                  <a:lnTo>
                    <a:pt x="6779054" y="15020"/>
                  </a:lnTo>
                  <a:lnTo>
                    <a:pt x="6696635" y="9515"/>
                  </a:lnTo>
                  <a:lnTo>
                    <a:pt x="6630133" y="5495"/>
                  </a:lnTo>
                  <a:lnTo>
                    <a:pt x="6580808" y="2785"/>
                  </a:lnTo>
                  <a:lnTo>
                    <a:pt x="6548247" y="1153"/>
                  </a:lnTo>
                  <a:lnTo>
                    <a:pt x="6530328" y="331"/>
                  </a:lnTo>
                  <a:lnTo>
                    <a:pt x="6523379" y="3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52" y="76"/>
                  </a:lnTo>
                  <a:lnTo>
                    <a:pt x="5519878" y="619"/>
                  </a:lnTo>
                  <a:lnTo>
                    <a:pt x="5503160" y="2117"/>
                  </a:lnTo>
                  <a:lnTo>
                    <a:pt x="5472906" y="5073"/>
                  </a:lnTo>
                  <a:lnTo>
                    <a:pt x="5427074" y="9966"/>
                  </a:lnTo>
                  <a:lnTo>
                    <a:pt x="5365110" y="17218"/>
                  </a:lnTo>
                  <a:lnTo>
                    <a:pt x="5287947" y="27157"/>
                  </a:lnTo>
                  <a:lnTo>
                    <a:pt x="5197794" y="39996"/>
                  </a:lnTo>
                  <a:lnTo>
                    <a:pt x="5097755" y="55838"/>
                  </a:lnTo>
                  <a:lnTo>
                    <a:pt x="4991355" y="74691"/>
                  </a:lnTo>
                  <a:lnTo>
                    <a:pt x="4882082" y="96512"/>
                  </a:lnTo>
                  <a:lnTo>
                    <a:pt x="4773036" y="121240"/>
                  </a:lnTo>
                  <a:lnTo>
                    <a:pt x="4666716" y="148837"/>
                  </a:lnTo>
                  <a:lnTo>
                    <a:pt x="4564938" y="179316"/>
                  </a:lnTo>
                  <a:lnTo>
                    <a:pt x="4468867" y="212764"/>
                  </a:lnTo>
                  <a:lnTo>
                    <a:pt x="4379101" y="249347"/>
                  </a:lnTo>
                  <a:lnTo>
                    <a:pt x="4295794" y="289320"/>
                  </a:lnTo>
                  <a:lnTo>
                    <a:pt x="4218764" y="333021"/>
                  </a:lnTo>
                  <a:lnTo>
                    <a:pt x="4147600" y="380869"/>
                  </a:lnTo>
                  <a:lnTo>
                    <a:pt x="4081742" y="433348"/>
                  </a:lnTo>
                  <a:lnTo>
                    <a:pt x="4020548" y="490990"/>
                  </a:lnTo>
                  <a:lnTo>
                    <a:pt x="3963340" y="554343"/>
                  </a:lnTo>
                  <a:lnTo>
                    <a:pt x="3909441" y="623916"/>
                  </a:lnTo>
                  <a:lnTo>
                    <a:pt x="3858209" y="700098"/>
                  </a:lnTo>
                  <a:lnTo>
                    <a:pt x="3820202" y="763385"/>
                  </a:lnTo>
                  <a:lnTo>
                    <a:pt x="3783768" y="829586"/>
                  </a:lnTo>
                  <a:lnTo>
                    <a:pt x="3748116" y="899715"/>
                  </a:lnTo>
                  <a:lnTo>
                    <a:pt x="3713073" y="973851"/>
                  </a:lnTo>
                  <a:lnTo>
                    <a:pt x="3678494" y="1052033"/>
                  </a:lnTo>
                  <a:lnTo>
                    <a:pt x="3644256" y="1134256"/>
                  </a:lnTo>
                  <a:lnTo>
                    <a:pt x="3610261" y="1220467"/>
                  </a:lnTo>
                  <a:lnTo>
                    <a:pt x="3576424" y="1310563"/>
                  </a:lnTo>
                  <a:lnTo>
                    <a:pt x="3542680" y="1404386"/>
                  </a:lnTo>
                  <a:lnTo>
                    <a:pt x="3508978" y="1501726"/>
                  </a:lnTo>
                  <a:lnTo>
                    <a:pt x="3475280" y="1602316"/>
                  </a:lnTo>
                  <a:lnTo>
                    <a:pt x="3441562" y="1705837"/>
                  </a:lnTo>
                  <a:lnTo>
                    <a:pt x="3407808" y="1811921"/>
                  </a:lnTo>
                  <a:lnTo>
                    <a:pt x="3374012" y="1920151"/>
                  </a:lnTo>
                  <a:lnTo>
                    <a:pt x="3340177" y="2030075"/>
                  </a:lnTo>
                  <a:lnTo>
                    <a:pt x="3306310" y="2141205"/>
                  </a:lnTo>
                  <a:lnTo>
                    <a:pt x="3272424" y="2253033"/>
                  </a:lnTo>
                  <a:lnTo>
                    <a:pt x="3238533" y="2365036"/>
                  </a:lnTo>
                  <a:lnTo>
                    <a:pt x="3204651" y="2476686"/>
                  </a:lnTo>
                  <a:lnTo>
                    <a:pt x="3170794" y="2587466"/>
                  </a:lnTo>
                  <a:lnTo>
                    <a:pt x="3136972" y="2696871"/>
                  </a:lnTo>
                  <a:lnTo>
                    <a:pt x="3103190" y="2804427"/>
                  </a:lnTo>
                  <a:lnTo>
                    <a:pt x="3069449" y="2909690"/>
                  </a:lnTo>
                  <a:lnTo>
                    <a:pt x="3035740" y="3012262"/>
                  </a:lnTo>
                  <a:lnTo>
                    <a:pt x="3002045" y="3111789"/>
                  </a:lnTo>
                  <a:lnTo>
                    <a:pt x="2968333" y="3207970"/>
                  </a:lnTo>
                  <a:lnTo>
                    <a:pt x="2934564" y="3300557"/>
                  </a:lnTo>
                  <a:lnTo>
                    <a:pt x="2900682" y="3389358"/>
                  </a:lnTo>
                  <a:lnTo>
                    <a:pt x="2866615" y="3474233"/>
                  </a:lnTo>
                  <a:lnTo>
                    <a:pt x="2832275" y="3555097"/>
                  </a:lnTo>
                  <a:lnTo>
                    <a:pt x="2797554" y="3631913"/>
                  </a:lnTo>
                  <a:lnTo>
                    <a:pt x="2762323" y="3704691"/>
                  </a:lnTo>
                  <a:lnTo>
                    <a:pt x="2726428" y="3773485"/>
                  </a:lnTo>
                  <a:lnTo>
                    <a:pt x="2702183" y="3816928"/>
                  </a:lnTo>
                  <a:lnTo>
                    <a:pt x="2652609" y="3898317"/>
                  </a:lnTo>
                  <a:lnTo>
                    <a:pt x="2600818" y="3972957"/>
                  </a:lnTo>
                  <a:lnTo>
                    <a:pt x="2546218" y="4041060"/>
                  </a:lnTo>
                  <a:lnTo>
                    <a:pt x="2488154" y="4103053"/>
                  </a:lnTo>
                  <a:lnTo>
                    <a:pt x="2425948" y="4159461"/>
                  </a:lnTo>
                  <a:lnTo>
                    <a:pt x="2358926" y="4210830"/>
                  </a:lnTo>
                  <a:lnTo>
                    <a:pt x="2286458" y="4257684"/>
                  </a:lnTo>
                  <a:lnTo>
                    <a:pt x="2208016" y="4300494"/>
                  </a:lnTo>
                  <a:lnTo>
                    <a:pt x="2123230" y="4339661"/>
                  </a:lnTo>
                  <a:lnTo>
                    <a:pt x="2031988" y="4375505"/>
                  </a:lnTo>
                  <a:lnTo>
                    <a:pt x="1934534" y="4408259"/>
                  </a:lnTo>
                  <a:lnTo>
                    <a:pt x="1831587" y="4438071"/>
                  </a:lnTo>
                  <a:lnTo>
                    <a:pt x="1724455" y="4465010"/>
                  </a:lnTo>
                  <a:lnTo>
                    <a:pt x="1615112" y="4489074"/>
                  </a:lnTo>
                  <a:lnTo>
                    <a:pt x="1506206" y="4510219"/>
                  </a:lnTo>
                  <a:lnTo>
                    <a:pt x="1400950" y="4528383"/>
                  </a:lnTo>
                  <a:lnTo>
                    <a:pt x="1302879" y="4543531"/>
                  </a:lnTo>
                  <a:lnTo>
                    <a:pt x="1215462" y="4555691"/>
                  </a:lnTo>
                  <a:lnTo>
                    <a:pt x="1141637" y="4564989"/>
                  </a:lnTo>
                  <a:lnTo>
                    <a:pt x="1083349" y="4571666"/>
                  </a:lnTo>
                  <a:lnTo>
                    <a:pt x="1041200" y="4576074"/>
                  </a:lnTo>
                  <a:lnTo>
                    <a:pt x="1014289" y="4578651"/>
                  </a:lnTo>
                  <a:lnTo>
                    <a:pt x="1000247" y="4579886"/>
                  </a:lnTo>
                  <a:lnTo>
                    <a:pt x="995399" y="4580279"/>
                  </a:lnTo>
                  <a:lnTo>
                    <a:pt x="994940" y="4580314"/>
                  </a:lnTo>
                  <a:lnTo>
                    <a:pt x="0" y="4580314"/>
                  </a:lnTo>
                  <a:lnTo>
                    <a:pt x="0" y="45803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9" name="pg2078"/>
            <p:cNvSpPr/>
            <p:nvPr/>
          </p:nvSpPr>
          <p:spPr>
            <a:xfrm>
              <a:off x="1199187" y="3159937"/>
              <a:ext cx="12049831" cy="3217749"/>
            </a:xfrm>
            <a:custGeom>
              <a:avLst/>
              <a:pathLst>
                <a:path w="12049831" h="3217749">
                  <a:moveTo>
                    <a:pt x="0" y="3217749"/>
                  </a:moveTo>
                  <a:lnTo>
                    <a:pt x="994940" y="3217749"/>
                  </a:lnTo>
                  <a:lnTo>
                    <a:pt x="996063" y="3217725"/>
                  </a:lnTo>
                  <a:lnTo>
                    <a:pt x="1003480" y="3217554"/>
                  </a:lnTo>
                  <a:lnTo>
                    <a:pt x="1022282" y="3217080"/>
                  </a:lnTo>
                  <a:lnTo>
                    <a:pt x="1056156" y="3216148"/>
                  </a:lnTo>
                  <a:lnTo>
                    <a:pt x="1107172" y="3214607"/>
                  </a:lnTo>
                  <a:lnTo>
                    <a:pt x="1175628" y="3212329"/>
                  </a:lnTo>
                  <a:lnTo>
                    <a:pt x="1260100" y="3209220"/>
                  </a:lnTo>
                  <a:lnTo>
                    <a:pt x="1357759" y="3205221"/>
                  </a:lnTo>
                  <a:lnTo>
                    <a:pt x="1464882" y="3200312"/>
                  </a:lnTo>
                  <a:lnTo>
                    <a:pt x="1577439" y="3194496"/>
                  </a:lnTo>
                  <a:lnTo>
                    <a:pt x="1691618" y="3187792"/>
                  </a:lnTo>
                  <a:lnTo>
                    <a:pt x="1804191" y="3180216"/>
                  </a:lnTo>
                  <a:lnTo>
                    <a:pt x="1912705" y="3171773"/>
                  </a:lnTo>
                  <a:lnTo>
                    <a:pt x="2015502" y="3162446"/>
                  </a:lnTo>
                  <a:lnTo>
                    <a:pt x="2111645" y="3152196"/>
                  </a:lnTo>
                  <a:lnTo>
                    <a:pt x="2200782" y="3140952"/>
                  </a:lnTo>
                  <a:lnTo>
                    <a:pt x="2283003" y="3128616"/>
                  </a:lnTo>
                  <a:lnTo>
                    <a:pt x="2358707" y="3115063"/>
                  </a:lnTo>
                  <a:lnTo>
                    <a:pt x="2428491" y="3100147"/>
                  </a:lnTo>
                  <a:lnTo>
                    <a:pt x="2493068" y="3083701"/>
                  </a:lnTo>
                  <a:lnTo>
                    <a:pt x="2553202" y="3065553"/>
                  </a:lnTo>
                  <a:lnTo>
                    <a:pt x="2609663" y="3045541"/>
                  </a:lnTo>
                  <a:lnTo>
                    <a:pt x="2663182" y="3023537"/>
                  </a:lnTo>
                  <a:lnTo>
                    <a:pt x="2702183" y="3005503"/>
                  </a:lnTo>
                  <a:lnTo>
                    <a:pt x="2757312" y="2977058"/>
                  </a:lnTo>
                  <a:lnTo>
                    <a:pt x="2810840" y="2946056"/>
                  </a:lnTo>
                  <a:lnTo>
                    <a:pt x="2863301" y="2912451"/>
                  </a:lnTo>
                  <a:lnTo>
                    <a:pt x="2915102" y="2876262"/>
                  </a:lnTo>
                  <a:lnTo>
                    <a:pt x="2966546" y="2837583"/>
                  </a:lnTo>
                  <a:lnTo>
                    <a:pt x="3017847" y="2796586"/>
                  </a:lnTo>
                  <a:lnTo>
                    <a:pt x="3069144" y="2753524"/>
                  </a:lnTo>
                  <a:lnTo>
                    <a:pt x="3120512" y="2708730"/>
                  </a:lnTo>
                  <a:lnTo>
                    <a:pt x="3171974" y="2662605"/>
                  </a:lnTo>
                  <a:lnTo>
                    <a:pt x="3223515" y="2615608"/>
                  </a:lnTo>
                  <a:lnTo>
                    <a:pt x="3275094" y="2568237"/>
                  </a:lnTo>
                  <a:lnTo>
                    <a:pt x="3326659" y="2521004"/>
                  </a:lnTo>
                  <a:lnTo>
                    <a:pt x="3378162" y="2474418"/>
                  </a:lnTo>
                  <a:lnTo>
                    <a:pt x="3429573" y="2428957"/>
                  </a:lnTo>
                  <a:lnTo>
                    <a:pt x="3480896" y="2385051"/>
                  </a:lnTo>
                  <a:lnTo>
                    <a:pt x="3532182" y="2343065"/>
                  </a:lnTo>
                  <a:lnTo>
                    <a:pt x="3583538" y="2303291"/>
                  </a:lnTo>
                  <a:lnTo>
                    <a:pt x="3635143" y="2265938"/>
                  </a:lnTo>
                  <a:lnTo>
                    <a:pt x="3687256" y="2231135"/>
                  </a:lnTo>
                  <a:lnTo>
                    <a:pt x="3740235" y="2198935"/>
                  </a:lnTo>
                  <a:lnTo>
                    <a:pt x="3794550" y="2169321"/>
                  </a:lnTo>
                  <a:lnTo>
                    <a:pt x="3820202" y="2156520"/>
                  </a:lnTo>
                  <a:lnTo>
                    <a:pt x="3871934" y="2132969"/>
                  </a:lnTo>
                  <a:lnTo>
                    <a:pt x="3926102" y="2111456"/>
                  </a:lnTo>
                  <a:lnTo>
                    <a:pt x="3983384" y="2091909"/>
                  </a:lnTo>
                  <a:lnTo>
                    <a:pt x="4044523" y="2074189"/>
                  </a:lnTo>
                  <a:lnTo>
                    <a:pt x="4110292" y="2058130"/>
                  </a:lnTo>
                  <a:lnTo>
                    <a:pt x="4181448" y="2043558"/>
                  </a:lnTo>
                  <a:lnTo>
                    <a:pt x="4258681" y="2030313"/>
                  </a:lnTo>
                  <a:lnTo>
                    <a:pt x="4342551" y="2018252"/>
                  </a:lnTo>
                  <a:lnTo>
                    <a:pt x="4433391" y="2007256"/>
                  </a:lnTo>
                  <a:lnTo>
                    <a:pt x="4531198" y="1997235"/>
                  </a:lnTo>
                  <a:lnTo>
                    <a:pt x="4635492" y="1988126"/>
                  </a:lnTo>
                  <a:lnTo>
                    <a:pt x="4745170" y="1979893"/>
                  </a:lnTo>
                  <a:lnTo>
                    <a:pt x="4858389" y="1972527"/>
                  </a:lnTo>
                  <a:lnTo>
                    <a:pt x="4972497" y="1966036"/>
                  </a:lnTo>
                  <a:lnTo>
                    <a:pt x="5084104" y="1960439"/>
                  </a:lnTo>
                  <a:lnTo>
                    <a:pt x="5189302" y="1955750"/>
                  </a:lnTo>
                  <a:lnTo>
                    <a:pt x="5284084" y="1951971"/>
                  </a:lnTo>
                  <a:lnTo>
                    <a:pt x="5364890" y="1949070"/>
                  </a:lnTo>
                  <a:lnTo>
                    <a:pt x="5429190" y="1946980"/>
                  </a:lnTo>
                  <a:lnTo>
                    <a:pt x="5475959" y="1945599"/>
                  </a:lnTo>
                  <a:lnTo>
                    <a:pt x="5505926" y="1944792"/>
                  </a:lnTo>
                  <a:lnTo>
                    <a:pt x="5521575" y="1944407"/>
                  </a:lnTo>
                  <a:lnTo>
                    <a:pt x="5526950" y="1944285"/>
                  </a:lnTo>
                  <a:lnTo>
                    <a:pt x="5527445" y="1944275"/>
                  </a:lnTo>
                  <a:lnTo>
                    <a:pt x="6522385" y="1944275"/>
                  </a:lnTo>
                  <a:lnTo>
                    <a:pt x="6523493" y="1944239"/>
                  </a:lnTo>
                  <a:lnTo>
                    <a:pt x="6530804" y="1943982"/>
                  </a:lnTo>
                  <a:lnTo>
                    <a:pt x="6549345" y="1943272"/>
                  </a:lnTo>
                  <a:lnTo>
                    <a:pt x="6582768" y="1941874"/>
                  </a:lnTo>
                  <a:lnTo>
                    <a:pt x="6633141" y="1939561"/>
                  </a:lnTo>
                  <a:lnTo>
                    <a:pt x="6700797" y="1936143"/>
                  </a:lnTo>
                  <a:lnTo>
                    <a:pt x="6784376" y="1931474"/>
                  </a:lnTo>
                  <a:lnTo>
                    <a:pt x="6881128" y="1925467"/>
                  </a:lnTo>
                  <a:lnTo>
                    <a:pt x="6987406" y="1918088"/>
                  </a:lnTo>
                  <a:lnTo>
                    <a:pt x="7099241" y="1909341"/>
                  </a:lnTo>
                  <a:lnTo>
                    <a:pt x="7212856" y="1899252"/>
                  </a:lnTo>
                  <a:lnTo>
                    <a:pt x="7325037" y="1887848"/>
                  </a:lnTo>
                  <a:lnTo>
                    <a:pt x="7433320" y="1875138"/>
                  </a:lnTo>
                  <a:lnTo>
                    <a:pt x="7536025" y="1861099"/>
                  </a:lnTo>
                  <a:lnTo>
                    <a:pt x="7632185" y="1845672"/>
                  </a:lnTo>
                  <a:lnTo>
                    <a:pt x="7721418" y="1828757"/>
                  </a:lnTo>
                  <a:lnTo>
                    <a:pt x="7803782" y="1810208"/>
                  </a:lnTo>
                  <a:lnTo>
                    <a:pt x="7879651" y="1789843"/>
                  </a:lnTo>
                  <a:lnTo>
                    <a:pt x="7949601" y="1767443"/>
                  </a:lnTo>
                  <a:lnTo>
                    <a:pt x="8014325" y="1742761"/>
                  </a:lnTo>
                  <a:lnTo>
                    <a:pt x="8074575" y="1715540"/>
                  </a:lnTo>
                  <a:lnTo>
                    <a:pt x="8131110" y="1685531"/>
                  </a:lnTo>
                  <a:lnTo>
                    <a:pt x="8184656" y="1652536"/>
                  </a:lnTo>
                  <a:lnTo>
                    <a:pt x="8229629" y="1621102"/>
                  </a:lnTo>
                  <a:lnTo>
                    <a:pt x="8279669" y="1582012"/>
                  </a:lnTo>
                  <a:lnTo>
                    <a:pt x="8328350" y="1539732"/>
                  </a:lnTo>
                  <a:lnTo>
                    <a:pt x="8376082" y="1494201"/>
                  </a:lnTo>
                  <a:lnTo>
                    <a:pt x="8423190" y="1445421"/>
                  </a:lnTo>
                  <a:lnTo>
                    <a:pt x="8469920" y="1393470"/>
                  </a:lnTo>
                  <a:lnTo>
                    <a:pt x="8516460" y="1338505"/>
                  </a:lnTo>
                  <a:lnTo>
                    <a:pt x="8562941" y="1280765"/>
                  </a:lnTo>
                  <a:lnTo>
                    <a:pt x="8609445" y="1220575"/>
                  </a:lnTo>
                  <a:lnTo>
                    <a:pt x="8656017" y="1158334"/>
                  </a:lnTo>
                  <a:lnTo>
                    <a:pt x="8702667" y="1094515"/>
                  </a:lnTo>
                  <a:lnTo>
                    <a:pt x="8749380" y="1029642"/>
                  </a:lnTo>
                  <a:lnTo>
                    <a:pt x="8796126" y="964280"/>
                  </a:lnTo>
                  <a:lnTo>
                    <a:pt x="8842865" y="899012"/>
                  </a:lnTo>
                  <a:lnTo>
                    <a:pt x="8889561" y="834417"/>
                  </a:lnTo>
                  <a:lnTo>
                    <a:pt x="8936186" y="771048"/>
                  </a:lnTo>
                  <a:lnTo>
                    <a:pt x="8982734" y="709416"/>
                  </a:lnTo>
                  <a:lnTo>
                    <a:pt x="9029224" y="649970"/>
                  </a:lnTo>
                  <a:lnTo>
                    <a:pt x="9075712" y="593088"/>
                  </a:lnTo>
                  <a:lnTo>
                    <a:pt x="9122297" y="539066"/>
                  </a:lnTo>
                  <a:lnTo>
                    <a:pt x="9169125" y="488118"/>
                  </a:lnTo>
                  <a:lnTo>
                    <a:pt x="9216402" y="440374"/>
                  </a:lnTo>
                  <a:lnTo>
                    <a:pt x="9264399" y="395887"/>
                  </a:lnTo>
                  <a:lnTo>
                    <a:pt x="9313466" y="354639"/>
                  </a:lnTo>
                  <a:lnTo>
                    <a:pt x="9347647" y="328413"/>
                  </a:lnTo>
                  <a:lnTo>
                    <a:pt x="9399118" y="292722"/>
                  </a:lnTo>
                  <a:lnTo>
                    <a:pt x="9452997" y="260106"/>
                  </a:lnTo>
                  <a:lnTo>
                    <a:pt x="9509952" y="230455"/>
                  </a:lnTo>
                  <a:lnTo>
                    <a:pt x="9570715" y="203562"/>
                  </a:lnTo>
                  <a:lnTo>
                    <a:pt x="9636046" y="179177"/>
                  </a:lnTo>
                  <a:lnTo>
                    <a:pt x="9706694" y="157042"/>
                  </a:lnTo>
                  <a:lnTo>
                    <a:pt x="9783340" y="136913"/>
                  </a:lnTo>
                  <a:lnTo>
                    <a:pt x="9866541" y="118576"/>
                  </a:lnTo>
                  <a:lnTo>
                    <a:pt x="9956636" y="101852"/>
                  </a:lnTo>
                  <a:lnTo>
                    <a:pt x="10053639" y="86602"/>
                  </a:lnTo>
                  <a:lnTo>
                    <a:pt x="10157101" y="72730"/>
                  </a:lnTo>
                  <a:lnTo>
                    <a:pt x="10265974" y="60182"/>
                  </a:lnTo>
                  <a:lnTo>
                    <a:pt x="10378483" y="48940"/>
                  </a:lnTo>
                  <a:lnTo>
                    <a:pt x="10492066" y="39017"/>
                  </a:lnTo>
                  <a:lnTo>
                    <a:pt x="10603425" y="30438"/>
                  </a:lnTo>
                  <a:lnTo>
                    <a:pt x="10708737" y="23229"/>
                  </a:lnTo>
                  <a:lnTo>
                    <a:pt x="10804041" y="17390"/>
                  </a:lnTo>
                  <a:lnTo>
                    <a:pt x="10885772" y="12883"/>
                  </a:lnTo>
                  <a:lnTo>
                    <a:pt x="10951327" y="9610"/>
                  </a:lnTo>
                  <a:lnTo>
                    <a:pt x="10999546" y="7423"/>
                  </a:lnTo>
                  <a:lnTo>
                    <a:pt x="11030978" y="6122"/>
                  </a:lnTo>
                  <a:lnTo>
                    <a:pt x="11047898" y="5481"/>
                  </a:lnTo>
                  <a:lnTo>
                    <a:pt x="11054142" y="5264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84" y="36"/>
                  </a:lnTo>
                  <a:lnTo>
                    <a:pt x="11046472" y="292"/>
                  </a:lnTo>
                  <a:lnTo>
                    <a:pt x="11027932" y="1002"/>
                  </a:lnTo>
                  <a:lnTo>
                    <a:pt x="10994509" y="2401"/>
                  </a:lnTo>
                  <a:lnTo>
                    <a:pt x="10944135" y="4713"/>
                  </a:lnTo>
                  <a:lnTo>
                    <a:pt x="10876480" y="8131"/>
                  </a:lnTo>
                  <a:lnTo>
                    <a:pt x="10792901" y="12800"/>
                  </a:lnTo>
                  <a:lnTo>
                    <a:pt x="10696149" y="18807"/>
                  </a:lnTo>
                  <a:lnTo>
                    <a:pt x="10589871" y="26186"/>
                  </a:lnTo>
                  <a:lnTo>
                    <a:pt x="10478036" y="34933"/>
                  </a:lnTo>
                  <a:lnTo>
                    <a:pt x="10364421" y="45022"/>
                  </a:lnTo>
                  <a:lnTo>
                    <a:pt x="10252240" y="56426"/>
                  </a:lnTo>
                  <a:lnTo>
                    <a:pt x="10143957" y="69136"/>
                  </a:lnTo>
                  <a:lnTo>
                    <a:pt x="10041251" y="83175"/>
                  </a:lnTo>
                  <a:lnTo>
                    <a:pt x="9945091" y="98602"/>
                  </a:lnTo>
                  <a:lnTo>
                    <a:pt x="9855859" y="115518"/>
                  </a:lnTo>
                  <a:lnTo>
                    <a:pt x="9773494" y="134066"/>
                  </a:lnTo>
                  <a:lnTo>
                    <a:pt x="9697625" y="154431"/>
                  </a:lnTo>
                  <a:lnTo>
                    <a:pt x="9627676" y="176831"/>
                  </a:lnTo>
                  <a:lnTo>
                    <a:pt x="9562951" y="201513"/>
                  </a:lnTo>
                  <a:lnTo>
                    <a:pt x="9502701" y="228734"/>
                  </a:lnTo>
                  <a:lnTo>
                    <a:pt x="9446167" y="258743"/>
                  </a:lnTo>
                  <a:lnTo>
                    <a:pt x="9392621" y="291738"/>
                  </a:lnTo>
                  <a:lnTo>
                    <a:pt x="9347647" y="323172"/>
                  </a:lnTo>
                  <a:lnTo>
                    <a:pt x="9297607" y="362262"/>
                  </a:lnTo>
                  <a:lnTo>
                    <a:pt x="9248926" y="404542"/>
                  </a:lnTo>
                  <a:lnTo>
                    <a:pt x="9201194" y="450073"/>
                  </a:lnTo>
                  <a:lnTo>
                    <a:pt x="9154087" y="498853"/>
                  </a:lnTo>
                  <a:lnTo>
                    <a:pt x="9107356" y="550804"/>
                  </a:lnTo>
                  <a:lnTo>
                    <a:pt x="9060816" y="605769"/>
                  </a:lnTo>
                  <a:lnTo>
                    <a:pt x="9014336" y="663509"/>
                  </a:lnTo>
                  <a:lnTo>
                    <a:pt x="8967831" y="723699"/>
                  </a:lnTo>
                  <a:lnTo>
                    <a:pt x="8921259" y="785940"/>
                  </a:lnTo>
                  <a:lnTo>
                    <a:pt x="8874610" y="849760"/>
                  </a:lnTo>
                  <a:lnTo>
                    <a:pt x="8827896" y="914632"/>
                  </a:lnTo>
                  <a:lnTo>
                    <a:pt x="8781151" y="979994"/>
                  </a:lnTo>
                  <a:lnTo>
                    <a:pt x="8734412" y="1045262"/>
                  </a:lnTo>
                  <a:lnTo>
                    <a:pt x="8687716" y="1109858"/>
                  </a:lnTo>
                  <a:lnTo>
                    <a:pt x="8641091" y="1173226"/>
                  </a:lnTo>
                  <a:lnTo>
                    <a:pt x="8594543" y="1234858"/>
                  </a:lnTo>
                  <a:lnTo>
                    <a:pt x="8548053" y="1294304"/>
                  </a:lnTo>
                  <a:lnTo>
                    <a:pt x="8501564" y="1351186"/>
                  </a:lnTo>
                  <a:lnTo>
                    <a:pt x="8454980" y="1405208"/>
                  </a:lnTo>
                  <a:lnTo>
                    <a:pt x="8408152" y="1456156"/>
                  </a:lnTo>
                  <a:lnTo>
                    <a:pt x="8360875" y="1503900"/>
                  </a:lnTo>
                  <a:lnTo>
                    <a:pt x="8312878" y="1548387"/>
                  </a:lnTo>
                  <a:lnTo>
                    <a:pt x="8263811" y="1589635"/>
                  </a:lnTo>
                  <a:lnTo>
                    <a:pt x="8229629" y="1615862"/>
                  </a:lnTo>
                  <a:lnTo>
                    <a:pt x="8178158" y="1651552"/>
                  </a:lnTo>
                  <a:lnTo>
                    <a:pt x="8124279" y="1684168"/>
                  </a:lnTo>
                  <a:lnTo>
                    <a:pt x="8067325" y="1713820"/>
                  </a:lnTo>
                  <a:lnTo>
                    <a:pt x="8006562" y="1740712"/>
                  </a:lnTo>
                  <a:lnTo>
                    <a:pt x="7941230" y="1765097"/>
                  </a:lnTo>
                  <a:lnTo>
                    <a:pt x="7870583" y="1787232"/>
                  </a:lnTo>
                  <a:lnTo>
                    <a:pt x="7793937" y="1807361"/>
                  </a:lnTo>
                  <a:lnTo>
                    <a:pt x="7710736" y="1825698"/>
                  </a:lnTo>
                  <a:lnTo>
                    <a:pt x="7620640" y="1842422"/>
                  </a:lnTo>
                  <a:lnTo>
                    <a:pt x="7523638" y="1857672"/>
                  </a:lnTo>
                  <a:lnTo>
                    <a:pt x="7420175" y="1871544"/>
                  </a:lnTo>
                  <a:lnTo>
                    <a:pt x="7311302" y="1884092"/>
                  </a:lnTo>
                  <a:lnTo>
                    <a:pt x="7198794" y="1895334"/>
                  </a:lnTo>
                  <a:lnTo>
                    <a:pt x="7085211" y="1905258"/>
                  </a:lnTo>
                  <a:lnTo>
                    <a:pt x="6973851" y="1913836"/>
                  </a:lnTo>
                  <a:lnTo>
                    <a:pt x="6868540" y="1921046"/>
                  </a:lnTo>
                  <a:lnTo>
                    <a:pt x="6773235" y="1926884"/>
                  </a:lnTo>
                  <a:lnTo>
                    <a:pt x="6691504" y="1931392"/>
                  </a:lnTo>
                  <a:lnTo>
                    <a:pt x="6625949" y="1934664"/>
                  </a:lnTo>
                  <a:lnTo>
                    <a:pt x="6577731" y="1936851"/>
                  </a:lnTo>
                  <a:lnTo>
                    <a:pt x="6546299" y="1938152"/>
                  </a:lnTo>
                  <a:lnTo>
                    <a:pt x="6529378" y="1938793"/>
                  </a:lnTo>
                  <a:lnTo>
                    <a:pt x="6523135" y="1939010"/>
                  </a:lnTo>
                  <a:lnTo>
                    <a:pt x="6522385" y="1939034"/>
                  </a:lnTo>
                  <a:lnTo>
                    <a:pt x="5527445" y="1939034"/>
                  </a:lnTo>
                  <a:lnTo>
                    <a:pt x="5526322" y="1939058"/>
                  </a:lnTo>
                  <a:lnTo>
                    <a:pt x="5518905" y="1939229"/>
                  </a:lnTo>
                  <a:lnTo>
                    <a:pt x="5500103" y="1939703"/>
                  </a:lnTo>
                  <a:lnTo>
                    <a:pt x="5466229" y="1940635"/>
                  </a:lnTo>
                  <a:lnTo>
                    <a:pt x="5415213" y="1942176"/>
                  </a:lnTo>
                  <a:lnTo>
                    <a:pt x="5346757" y="1944454"/>
                  </a:lnTo>
                  <a:lnTo>
                    <a:pt x="5262285" y="1947563"/>
                  </a:lnTo>
                  <a:lnTo>
                    <a:pt x="5164626" y="1951562"/>
                  </a:lnTo>
                  <a:lnTo>
                    <a:pt x="5057503" y="1956471"/>
                  </a:lnTo>
                  <a:lnTo>
                    <a:pt x="4944946" y="1962286"/>
                  </a:lnTo>
                  <a:lnTo>
                    <a:pt x="4830767" y="1968991"/>
                  </a:lnTo>
                  <a:lnTo>
                    <a:pt x="4718194" y="1976567"/>
                  </a:lnTo>
                  <a:lnTo>
                    <a:pt x="4609680" y="1985010"/>
                  </a:lnTo>
                  <a:lnTo>
                    <a:pt x="4506883" y="1994337"/>
                  </a:lnTo>
                  <a:lnTo>
                    <a:pt x="4410740" y="2004587"/>
                  </a:lnTo>
                  <a:lnTo>
                    <a:pt x="4321603" y="2015831"/>
                  </a:lnTo>
                  <a:lnTo>
                    <a:pt x="4239382" y="2028167"/>
                  </a:lnTo>
                  <a:lnTo>
                    <a:pt x="4163678" y="2041720"/>
                  </a:lnTo>
                  <a:lnTo>
                    <a:pt x="4093894" y="2056636"/>
                  </a:lnTo>
                  <a:lnTo>
                    <a:pt x="4029317" y="2073082"/>
                  </a:lnTo>
                  <a:lnTo>
                    <a:pt x="3969183" y="2091230"/>
                  </a:lnTo>
                  <a:lnTo>
                    <a:pt x="3912722" y="2111242"/>
                  </a:lnTo>
                  <a:lnTo>
                    <a:pt x="3859203" y="2133246"/>
                  </a:lnTo>
                  <a:lnTo>
                    <a:pt x="3820202" y="2151280"/>
                  </a:lnTo>
                  <a:lnTo>
                    <a:pt x="3765073" y="2179725"/>
                  </a:lnTo>
                  <a:lnTo>
                    <a:pt x="3711545" y="2210727"/>
                  </a:lnTo>
                  <a:lnTo>
                    <a:pt x="3659084" y="2244332"/>
                  </a:lnTo>
                  <a:lnTo>
                    <a:pt x="3607283" y="2280521"/>
                  </a:lnTo>
                  <a:lnTo>
                    <a:pt x="3555839" y="2319200"/>
                  </a:lnTo>
                  <a:lnTo>
                    <a:pt x="3504538" y="2360197"/>
                  </a:lnTo>
                  <a:lnTo>
                    <a:pt x="3453241" y="2403259"/>
                  </a:lnTo>
                  <a:lnTo>
                    <a:pt x="3401873" y="2448053"/>
                  </a:lnTo>
                  <a:lnTo>
                    <a:pt x="3350411" y="2494178"/>
                  </a:lnTo>
                  <a:lnTo>
                    <a:pt x="3298870" y="2541174"/>
                  </a:lnTo>
                  <a:lnTo>
                    <a:pt x="3247291" y="2588546"/>
                  </a:lnTo>
                  <a:lnTo>
                    <a:pt x="3195726" y="2635779"/>
                  </a:lnTo>
                  <a:lnTo>
                    <a:pt x="3144223" y="2682365"/>
                  </a:lnTo>
                  <a:lnTo>
                    <a:pt x="3092812" y="2727826"/>
                  </a:lnTo>
                  <a:lnTo>
                    <a:pt x="3041489" y="2771732"/>
                  </a:lnTo>
                  <a:lnTo>
                    <a:pt x="2990203" y="2813718"/>
                  </a:lnTo>
                  <a:lnTo>
                    <a:pt x="2938847" y="2853492"/>
                  </a:lnTo>
                  <a:lnTo>
                    <a:pt x="2887242" y="2890845"/>
                  </a:lnTo>
                  <a:lnTo>
                    <a:pt x="2835129" y="2925648"/>
                  </a:lnTo>
                  <a:lnTo>
                    <a:pt x="2782150" y="2957848"/>
                  </a:lnTo>
                  <a:lnTo>
                    <a:pt x="2727835" y="2987462"/>
                  </a:lnTo>
                  <a:lnTo>
                    <a:pt x="2702183" y="3000263"/>
                  </a:lnTo>
                  <a:lnTo>
                    <a:pt x="2650451" y="3023814"/>
                  </a:lnTo>
                  <a:lnTo>
                    <a:pt x="2596283" y="3045327"/>
                  </a:lnTo>
                  <a:lnTo>
                    <a:pt x="2539001" y="3064874"/>
                  </a:lnTo>
                  <a:lnTo>
                    <a:pt x="2477862" y="3082594"/>
                  </a:lnTo>
                  <a:lnTo>
                    <a:pt x="2412093" y="3098653"/>
                  </a:lnTo>
                  <a:lnTo>
                    <a:pt x="2340937" y="3113225"/>
                  </a:lnTo>
                  <a:lnTo>
                    <a:pt x="2263704" y="3126470"/>
                  </a:lnTo>
                  <a:lnTo>
                    <a:pt x="2179834" y="3138531"/>
                  </a:lnTo>
                  <a:lnTo>
                    <a:pt x="2088994" y="3149527"/>
                  </a:lnTo>
                  <a:lnTo>
                    <a:pt x="1991187" y="3159548"/>
                  </a:lnTo>
                  <a:lnTo>
                    <a:pt x="1886893" y="3168657"/>
                  </a:lnTo>
                  <a:lnTo>
                    <a:pt x="1777215" y="3176890"/>
                  </a:lnTo>
                  <a:lnTo>
                    <a:pt x="1663996" y="3184256"/>
                  </a:lnTo>
                  <a:lnTo>
                    <a:pt x="1549888" y="3190747"/>
                  </a:lnTo>
                  <a:lnTo>
                    <a:pt x="1438281" y="3196344"/>
                  </a:lnTo>
                  <a:lnTo>
                    <a:pt x="1333083" y="3201032"/>
                  </a:lnTo>
                  <a:lnTo>
                    <a:pt x="1238301" y="3204812"/>
                  </a:lnTo>
                  <a:lnTo>
                    <a:pt x="1157495" y="3207713"/>
                  </a:lnTo>
                  <a:lnTo>
                    <a:pt x="1093195" y="3209803"/>
                  </a:lnTo>
                  <a:lnTo>
                    <a:pt x="1046426" y="3211184"/>
                  </a:lnTo>
                  <a:lnTo>
                    <a:pt x="1016459" y="3211991"/>
                  </a:lnTo>
                  <a:lnTo>
                    <a:pt x="1000810" y="3212376"/>
                  </a:lnTo>
                  <a:lnTo>
                    <a:pt x="995435" y="3212498"/>
                  </a:lnTo>
                  <a:lnTo>
                    <a:pt x="994940" y="3212508"/>
                  </a:lnTo>
                  <a:lnTo>
                    <a:pt x="0" y="3212508"/>
                  </a:lnTo>
                  <a:close/>
                </a:path>
              </a:pathLst>
            </a:custGeom>
            <a:solidFill>
              <a:srgbClr val="26A69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80" name="pl2079"/>
            <p:cNvSpPr/>
            <p:nvPr/>
          </p:nvSpPr>
          <p:spPr>
            <a:xfrm>
              <a:off x="1199187" y="3165178"/>
              <a:ext cx="12049831" cy="3212508"/>
            </a:xfrm>
            <a:custGeom>
              <a:avLst/>
              <a:pathLst>
                <a:path w="12049831" h="3212508">
                  <a:moveTo>
                    <a:pt x="0" y="3212508"/>
                  </a:moveTo>
                  <a:lnTo>
                    <a:pt x="994940" y="3212508"/>
                  </a:lnTo>
                  <a:lnTo>
                    <a:pt x="996063" y="3212484"/>
                  </a:lnTo>
                  <a:lnTo>
                    <a:pt x="1003480" y="3212313"/>
                  </a:lnTo>
                  <a:lnTo>
                    <a:pt x="1022282" y="3211840"/>
                  </a:lnTo>
                  <a:lnTo>
                    <a:pt x="1056156" y="3210907"/>
                  </a:lnTo>
                  <a:lnTo>
                    <a:pt x="1107172" y="3209366"/>
                  </a:lnTo>
                  <a:lnTo>
                    <a:pt x="1175628" y="3207088"/>
                  </a:lnTo>
                  <a:lnTo>
                    <a:pt x="1260100" y="3203979"/>
                  </a:lnTo>
                  <a:lnTo>
                    <a:pt x="1357759" y="3199981"/>
                  </a:lnTo>
                  <a:lnTo>
                    <a:pt x="1464882" y="3195071"/>
                  </a:lnTo>
                  <a:lnTo>
                    <a:pt x="1577439" y="3189256"/>
                  </a:lnTo>
                  <a:lnTo>
                    <a:pt x="1691618" y="3182551"/>
                  </a:lnTo>
                  <a:lnTo>
                    <a:pt x="1804191" y="3174975"/>
                  </a:lnTo>
                  <a:lnTo>
                    <a:pt x="1912705" y="3166532"/>
                  </a:lnTo>
                  <a:lnTo>
                    <a:pt x="2015502" y="3157206"/>
                  </a:lnTo>
                  <a:lnTo>
                    <a:pt x="2111645" y="3146955"/>
                  </a:lnTo>
                  <a:lnTo>
                    <a:pt x="2200782" y="3135711"/>
                  </a:lnTo>
                  <a:lnTo>
                    <a:pt x="2283003" y="3123375"/>
                  </a:lnTo>
                  <a:lnTo>
                    <a:pt x="2358707" y="3109823"/>
                  </a:lnTo>
                  <a:lnTo>
                    <a:pt x="2428491" y="3094906"/>
                  </a:lnTo>
                  <a:lnTo>
                    <a:pt x="2493068" y="3078460"/>
                  </a:lnTo>
                  <a:lnTo>
                    <a:pt x="2553202" y="3060312"/>
                  </a:lnTo>
                  <a:lnTo>
                    <a:pt x="2609663" y="3040300"/>
                  </a:lnTo>
                  <a:lnTo>
                    <a:pt x="2663182" y="3018297"/>
                  </a:lnTo>
                  <a:lnTo>
                    <a:pt x="2702183" y="3000263"/>
                  </a:lnTo>
                  <a:lnTo>
                    <a:pt x="2757312" y="2971817"/>
                  </a:lnTo>
                  <a:lnTo>
                    <a:pt x="2810840" y="2940815"/>
                  </a:lnTo>
                  <a:lnTo>
                    <a:pt x="2863301" y="2907210"/>
                  </a:lnTo>
                  <a:lnTo>
                    <a:pt x="2915102" y="2871021"/>
                  </a:lnTo>
                  <a:lnTo>
                    <a:pt x="2966546" y="2832342"/>
                  </a:lnTo>
                  <a:lnTo>
                    <a:pt x="3017847" y="2791345"/>
                  </a:lnTo>
                  <a:lnTo>
                    <a:pt x="3069144" y="2748283"/>
                  </a:lnTo>
                  <a:lnTo>
                    <a:pt x="3120512" y="2703489"/>
                  </a:lnTo>
                  <a:lnTo>
                    <a:pt x="3171974" y="2657364"/>
                  </a:lnTo>
                  <a:lnTo>
                    <a:pt x="3223515" y="2610368"/>
                  </a:lnTo>
                  <a:lnTo>
                    <a:pt x="3275094" y="2562996"/>
                  </a:lnTo>
                  <a:lnTo>
                    <a:pt x="3326659" y="2515764"/>
                  </a:lnTo>
                  <a:lnTo>
                    <a:pt x="3378162" y="2469177"/>
                  </a:lnTo>
                  <a:lnTo>
                    <a:pt x="3429573" y="2423716"/>
                  </a:lnTo>
                  <a:lnTo>
                    <a:pt x="3480896" y="2379810"/>
                  </a:lnTo>
                  <a:lnTo>
                    <a:pt x="3532182" y="2337825"/>
                  </a:lnTo>
                  <a:lnTo>
                    <a:pt x="3583538" y="2298051"/>
                  </a:lnTo>
                  <a:lnTo>
                    <a:pt x="3635143" y="2260698"/>
                  </a:lnTo>
                  <a:lnTo>
                    <a:pt x="3687256" y="2225895"/>
                  </a:lnTo>
                  <a:lnTo>
                    <a:pt x="3740235" y="2193695"/>
                  </a:lnTo>
                  <a:lnTo>
                    <a:pt x="3794550" y="2164080"/>
                  </a:lnTo>
                  <a:lnTo>
                    <a:pt x="3820202" y="2151280"/>
                  </a:lnTo>
                  <a:lnTo>
                    <a:pt x="3871934" y="2127728"/>
                  </a:lnTo>
                  <a:lnTo>
                    <a:pt x="3926102" y="2106216"/>
                  </a:lnTo>
                  <a:lnTo>
                    <a:pt x="3983384" y="2086668"/>
                  </a:lnTo>
                  <a:lnTo>
                    <a:pt x="4044523" y="2068949"/>
                  </a:lnTo>
                  <a:lnTo>
                    <a:pt x="4110292" y="2052889"/>
                  </a:lnTo>
                  <a:lnTo>
                    <a:pt x="4181448" y="2038318"/>
                  </a:lnTo>
                  <a:lnTo>
                    <a:pt x="4258681" y="2025073"/>
                  </a:lnTo>
                  <a:lnTo>
                    <a:pt x="4342551" y="2013011"/>
                  </a:lnTo>
                  <a:lnTo>
                    <a:pt x="4433391" y="2002016"/>
                  </a:lnTo>
                  <a:lnTo>
                    <a:pt x="4531198" y="1991995"/>
                  </a:lnTo>
                  <a:lnTo>
                    <a:pt x="4635492" y="1982885"/>
                  </a:lnTo>
                  <a:lnTo>
                    <a:pt x="4745170" y="1974652"/>
                  </a:lnTo>
                  <a:lnTo>
                    <a:pt x="4858389" y="1967286"/>
                  </a:lnTo>
                  <a:lnTo>
                    <a:pt x="4972497" y="1960795"/>
                  </a:lnTo>
                  <a:lnTo>
                    <a:pt x="5084104" y="1955198"/>
                  </a:lnTo>
                  <a:lnTo>
                    <a:pt x="5189302" y="1950510"/>
                  </a:lnTo>
                  <a:lnTo>
                    <a:pt x="5284084" y="1946730"/>
                  </a:lnTo>
                  <a:lnTo>
                    <a:pt x="5364890" y="1943829"/>
                  </a:lnTo>
                  <a:lnTo>
                    <a:pt x="5429190" y="1941740"/>
                  </a:lnTo>
                  <a:lnTo>
                    <a:pt x="5475959" y="1940359"/>
                  </a:lnTo>
                  <a:lnTo>
                    <a:pt x="5505926" y="1939552"/>
                  </a:lnTo>
                  <a:lnTo>
                    <a:pt x="5521575" y="1939166"/>
                  </a:lnTo>
                  <a:lnTo>
                    <a:pt x="5526950" y="1939045"/>
                  </a:lnTo>
                  <a:lnTo>
                    <a:pt x="5527445" y="1939034"/>
                  </a:lnTo>
                  <a:lnTo>
                    <a:pt x="6522385" y="1939034"/>
                  </a:lnTo>
                  <a:lnTo>
                    <a:pt x="6523493" y="1938998"/>
                  </a:lnTo>
                  <a:lnTo>
                    <a:pt x="6530804" y="1938741"/>
                  </a:lnTo>
                  <a:lnTo>
                    <a:pt x="6549345" y="1938032"/>
                  </a:lnTo>
                  <a:lnTo>
                    <a:pt x="6582768" y="1936633"/>
                  </a:lnTo>
                  <a:lnTo>
                    <a:pt x="6633141" y="1934321"/>
                  </a:lnTo>
                  <a:lnTo>
                    <a:pt x="6700797" y="1930902"/>
                  </a:lnTo>
                  <a:lnTo>
                    <a:pt x="6784376" y="1926234"/>
                  </a:lnTo>
                  <a:lnTo>
                    <a:pt x="6881128" y="1920227"/>
                  </a:lnTo>
                  <a:lnTo>
                    <a:pt x="6987406" y="1912847"/>
                  </a:lnTo>
                  <a:lnTo>
                    <a:pt x="7099241" y="1904100"/>
                  </a:lnTo>
                  <a:lnTo>
                    <a:pt x="7212856" y="1894012"/>
                  </a:lnTo>
                  <a:lnTo>
                    <a:pt x="7325037" y="1882608"/>
                  </a:lnTo>
                  <a:lnTo>
                    <a:pt x="7433320" y="1869897"/>
                  </a:lnTo>
                  <a:lnTo>
                    <a:pt x="7536025" y="1855858"/>
                  </a:lnTo>
                  <a:lnTo>
                    <a:pt x="7632185" y="1840432"/>
                  </a:lnTo>
                  <a:lnTo>
                    <a:pt x="7721418" y="1823516"/>
                  </a:lnTo>
                  <a:lnTo>
                    <a:pt x="7803782" y="1804967"/>
                  </a:lnTo>
                  <a:lnTo>
                    <a:pt x="7879651" y="1784603"/>
                  </a:lnTo>
                  <a:lnTo>
                    <a:pt x="7949601" y="1762202"/>
                  </a:lnTo>
                  <a:lnTo>
                    <a:pt x="8014325" y="1737521"/>
                  </a:lnTo>
                  <a:lnTo>
                    <a:pt x="8074575" y="1710299"/>
                  </a:lnTo>
                  <a:lnTo>
                    <a:pt x="8131110" y="1680290"/>
                  </a:lnTo>
                  <a:lnTo>
                    <a:pt x="8184656" y="1647296"/>
                  </a:lnTo>
                  <a:lnTo>
                    <a:pt x="8229629" y="1615862"/>
                  </a:lnTo>
                  <a:lnTo>
                    <a:pt x="8279669" y="1576771"/>
                  </a:lnTo>
                  <a:lnTo>
                    <a:pt x="8328350" y="1534492"/>
                  </a:lnTo>
                  <a:lnTo>
                    <a:pt x="8376082" y="1488960"/>
                  </a:lnTo>
                  <a:lnTo>
                    <a:pt x="8423190" y="1440181"/>
                  </a:lnTo>
                  <a:lnTo>
                    <a:pt x="8469920" y="1388230"/>
                  </a:lnTo>
                  <a:lnTo>
                    <a:pt x="8516460" y="1333264"/>
                  </a:lnTo>
                  <a:lnTo>
                    <a:pt x="8562941" y="1275525"/>
                  </a:lnTo>
                  <a:lnTo>
                    <a:pt x="8609445" y="1215334"/>
                  </a:lnTo>
                  <a:lnTo>
                    <a:pt x="8656017" y="1153094"/>
                  </a:lnTo>
                  <a:lnTo>
                    <a:pt x="8702667" y="1089274"/>
                  </a:lnTo>
                  <a:lnTo>
                    <a:pt x="8749380" y="1024401"/>
                  </a:lnTo>
                  <a:lnTo>
                    <a:pt x="8796126" y="959040"/>
                  </a:lnTo>
                  <a:lnTo>
                    <a:pt x="8842865" y="893772"/>
                  </a:lnTo>
                  <a:lnTo>
                    <a:pt x="8889561" y="829176"/>
                  </a:lnTo>
                  <a:lnTo>
                    <a:pt x="8936186" y="765807"/>
                  </a:lnTo>
                  <a:lnTo>
                    <a:pt x="8982734" y="704175"/>
                  </a:lnTo>
                  <a:lnTo>
                    <a:pt x="9029224" y="644730"/>
                  </a:lnTo>
                  <a:lnTo>
                    <a:pt x="9075712" y="587848"/>
                  </a:lnTo>
                  <a:lnTo>
                    <a:pt x="9122297" y="533826"/>
                  </a:lnTo>
                  <a:lnTo>
                    <a:pt x="9169125" y="482877"/>
                  </a:lnTo>
                  <a:lnTo>
                    <a:pt x="9216402" y="435133"/>
                  </a:lnTo>
                  <a:lnTo>
                    <a:pt x="9264399" y="390647"/>
                  </a:lnTo>
                  <a:lnTo>
                    <a:pt x="9313466" y="349398"/>
                  </a:lnTo>
                  <a:lnTo>
                    <a:pt x="9347647" y="323172"/>
                  </a:lnTo>
                  <a:lnTo>
                    <a:pt x="9399118" y="287482"/>
                  </a:lnTo>
                  <a:lnTo>
                    <a:pt x="9452997" y="254865"/>
                  </a:lnTo>
                  <a:lnTo>
                    <a:pt x="9509952" y="225214"/>
                  </a:lnTo>
                  <a:lnTo>
                    <a:pt x="9570715" y="198321"/>
                  </a:lnTo>
                  <a:lnTo>
                    <a:pt x="9636046" y="173936"/>
                  </a:lnTo>
                  <a:lnTo>
                    <a:pt x="9706694" y="151801"/>
                  </a:lnTo>
                  <a:lnTo>
                    <a:pt x="9783340" y="131673"/>
                  </a:lnTo>
                  <a:lnTo>
                    <a:pt x="9866541" y="113336"/>
                  </a:lnTo>
                  <a:lnTo>
                    <a:pt x="9956636" y="96612"/>
                  </a:lnTo>
                  <a:lnTo>
                    <a:pt x="10053639" y="81362"/>
                  </a:lnTo>
                  <a:lnTo>
                    <a:pt x="10157101" y="67490"/>
                  </a:lnTo>
                  <a:lnTo>
                    <a:pt x="10265974" y="54942"/>
                  </a:lnTo>
                  <a:lnTo>
                    <a:pt x="10378483" y="43700"/>
                  </a:lnTo>
                  <a:lnTo>
                    <a:pt x="10492066" y="33776"/>
                  </a:lnTo>
                  <a:lnTo>
                    <a:pt x="10603425" y="25197"/>
                  </a:lnTo>
                  <a:lnTo>
                    <a:pt x="10708737" y="17988"/>
                  </a:lnTo>
                  <a:lnTo>
                    <a:pt x="10804041" y="12150"/>
                  </a:lnTo>
                  <a:lnTo>
                    <a:pt x="10885772" y="7642"/>
                  </a:lnTo>
                  <a:lnTo>
                    <a:pt x="10951327" y="4370"/>
                  </a:lnTo>
                  <a:lnTo>
                    <a:pt x="10999546" y="2182"/>
                  </a:lnTo>
                  <a:lnTo>
                    <a:pt x="11030978" y="881"/>
                  </a:lnTo>
                  <a:lnTo>
                    <a:pt x="11047898" y="241"/>
                  </a:lnTo>
                  <a:lnTo>
                    <a:pt x="11054142" y="24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1" name="pl2080"/>
            <p:cNvSpPr/>
            <p:nvPr/>
          </p:nvSpPr>
          <p:spPr>
            <a:xfrm>
              <a:off x="1199187" y="3159937"/>
              <a:ext cx="12049831" cy="3212508"/>
            </a:xfrm>
            <a:custGeom>
              <a:avLst/>
              <a:pathLst>
                <a:path w="12049831" h="3212508">
                  <a:moveTo>
                    <a:pt x="12049831" y="0"/>
                  </a:moveTo>
                  <a:lnTo>
                    <a:pt x="11054891" y="0"/>
                  </a:lnTo>
                  <a:lnTo>
                    <a:pt x="11053784" y="36"/>
                  </a:lnTo>
                  <a:lnTo>
                    <a:pt x="11046472" y="292"/>
                  </a:lnTo>
                  <a:lnTo>
                    <a:pt x="11027932" y="1002"/>
                  </a:lnTo>
                  <a:lnTo>
                    <a:pt x="10994509" y="2401"/>
                  </a:lnTo>
                  <a:lnTo>
                    <a:pt x="10944135" y="4713"/>
                  </a:lnTo>
                  <a:lnTo>
                    <a:pt x="10876480" y="8131"/>
                  </a:lnTo>
                  <a:lnTo>
                    <a:pt x="10792901" y="12800"/>
                  </a:lnTo>
                  <a:lnTo>
                    <a:pt x="10696149" y="18807"/>
                  </a:lnTo>
                  <a:lnTo>
                    <a:pt x="10589871" y="26186"/>
                  </a:lnTo>
                  <a:lnTo>
                    <a:pt x="10478036" y="34933"/>
                  </a:lnTo>
                  <a:lnTo>
                    <a:pt x="10364421" y="45022"/>
                  </a:lnTo>
                  <a:lnTo>
                    <a:pt x="10252240" y="56426"/>
                  </a:lnTo>
                  <a:lnTo>
                    <a:pt x="10143957" y="69136"/>
                  </a:lnTo>
                  <a:lnTo>
                    <a:pt x="10041251" y="83175"/>
                  </a:lnTo>
                  <a:lnTo>
                    <a:pt x="9945091" y="98602"/>
                  </a:lnTo>
                  <a:lnTo>
                    <a:pt x="9855859" y="115518"/>
                  </a:lnTo>
                  <a:lnTo>
                    <a:pt x="9773494" y="134066"/>
                  </a:lnTo>
                  <a:lnTo>
                    <a:pt x="9697625" y="154431"/>
                  </a:lnTo>
                  <a:lnTo>
                    <a:pt x="9627676" y="176831"/>
                  </a:lnTo>
                  <a:lnTo>
                    <a:pt x="9562951" y="201513"/>
                  </a:lnTo>
                  <a:lnTo>
                    <a:pt x="9502701" y="228734"/>
                  </a:lnTo>
                  <a:lnTo>
                    <a:pt x="9446167" y="258743"/>
                  </a:lnTo>
                  <a:lnTo>
                    <a:pt x="9392621" y="291738"/>
                  </a:lnTo>
                  <a:lnTo>
                    <a:pt x="9347647" y="323172"/>
                  </a:lnTo>
                  <a:lnTo>
                    <a:pt x="9297607" y="362262"/>
                  </a:lnTo>
                  <a:lnTo>
                    <a:pt x="9248926" y="404542"/>
                  </a:lnTo>
                  <a:lnTo>
                    <a:pt x="9201194" y="450073"/>
                  </a:lnTo>
                  <a:lnTo>
                    <a:pt x="9154087" y="498853"/>
                  </a:lnTo>
                  <a:lnTo>
                    <a:pt x="9107356" y="550804"/>
                  </a:lnTo>
                  <a:lnTo>
                    <a:pt x="9060816" y="605769"/>
                  </a:lnTo>
                  <a:lnTo>
                    <a:pt x="9014336" y="663509"/>
                  </a:lnTo>
                  <a:lnTo>
                    <a:pt x="8967831" y="723699"/>
                  </a:lnTo>
                  <a:lnTo>
                    <a:pt x="8921259" y="785940"/>
                  </a:lnTo>
                  <a:lnTo>
                    <a:pt x="8874610" y="849760"/>
                  </a:lnTo>
                  <a:lnTo>
                    <a:pt x="8827896" y="914632"/>
                  </a:lnTo>
                  <a:lnTo>
                    <a:pt x="8781151" y="979994"/>
                  </a:lnTo>
                  <a:lnTo>
                    <a:pt x="8734412" y="1045262"/>
                  </a:lnTo>
                  <a:lnTo>
                    <a:pt x="8687716" y="1109858"/>
                  </a:lnTo>
                  <a:lnTo>
                    <a:pt x="8641091" y="1173226"/>
                  </a:lnTo>
                  <a:lnTo>
                    <a:pt x="8594543" y="1234858"/>
                  </a:lnTo>
                  <a:lnTo>
                    <a:pt x="8548053" y="1294304"/>
                  </a:lnTo>
                  <a:lnTo>
                    <a:pt x="8501564" y="1351186"/>
                  </a:lnTo>
                  <a:lnTo>
                    <a:pt x="8454980" y="1405208"/>
                  </a:lnTo>
                  <a:lnTo>
                    <a:pt x="8408152" y="1456156"/>
                  </a:lnTo>
                  <a:lnTo>
                    <a:pt x="8360875" y="1503900"/>
                  </a:lnTo>
                  <a:lnTo>
                    <a:pt x="8312878" y="1548387"/>
                  </a:lnTo>
                  <a:lnTo>
                    <a:pt x="8263811" y="1589635"/>
                  </a:lnTo>
                  <a:lnTo>
                    <a:pt x="8229629" y="1615862"/>
                  </a:lnTo>
                  <a:lnTo>
                    <a:pt x="8178158" y="1651552"/>
                  </a:lnTo>
                  <a:lnTo>
                    <a:pt x="8124279" y="1684168"/>
                  </a:lnTo>
                  <a:lnTo>
                    <a:pt x="8067325" y="1713820"/>
                  </a:lnTo>
                  <a:lnTo>
                    <a:pt x="8006562" y="1740712"/>
                  </a:lnTo>
                  <a:lnTo>
                    <a:pt x="7941230" y="1765097"/>
                  </a:lnTo>
                  <a:lnTo>
                    <a:pt x="7870583" y="1787232"/>
                  </a:lnTo>
                  <a:lnTo>
                    <a:pt x="7793937" y="1807361"/>
                  </a:lnTo>
                  <a:lnTo>
                    <a:pt x="7710736" y="1825698"/>
                  </a:lnTo>
                  <a:lnTo>
                    <a:pt x="7620640" y="1842422"/>
                  </a:lnTo>
                  <a:lnTo>
                    <a:pt x="7523638" y="1857672"/>
                  </a:lnTo>
                  <a:lnTo>
                    <a:pt x="7420175" y="1871544"/>
                  </a:lnTo>
                  <a:lnTo>
                    <a:pt x="7311302" y="1884092"/>
                  </a:lnTo>
                  <a:lnTo>
                    <a:pt x="7198794" y="1895334"/>
                  </a:lnTo>
                  <a:lnTo>
                    <a:pt x="7085211" y="1905258"/>
                  </a:lnTo>
                  <a:lnTo>
                    <a:pt x="6973851" y="1913836"/>
                  </a:lnTo>
                  <a:lnTo>
                    <a:pt x="6868540" y="1921046"/>
                  </a:lnTo>
                  <a:lnTo>
                    <a:pt x="6773235" y="1926884"/>
                  </a:lnTo>
                  <a:lnTo>
                    <a:pt x="6691504" y="1931392"/>
                  </a:lnTo>
                  <a:lnTo>
                    <a:pt x="6625949" y="1934664"/>
                  </a:lnTo>
                  <a:lnTo>
                    <a:pt x="6577731" y="1936851"/>
                  </a:lnTo>
                  <a:lnTo>
                    <a:pt x="6546299" y="1938152"/>
                  </a:lnTo>
                  <a:lnTo>
                    <a:pt x="6529378" y="1938793"/>
                  </a:lnTo>
                  <a:lnTo>
                    <a:pt x="6523135" y="1939010"/>
                  </a:lnTo>
                  <a:lnTo>
                    <a:pt x="6522385" y="1939034"/>
                  </a:lnTo>
                  <a:lnTo>
                    <a:pt x="5527445" y="1939034"/>
                  </a:lnTo>
                  <a:lnTo>
                    <a:pt x="5526322" y="1939058"/>
                  </a:lnTo>
                  <a:lnTo>
                    <a:pt x="5518905" y="1939229"/>
                  </a:lnTo>
                  <a:lnTo>
                    <a:pt x="5500103" y="1939703"/>
                  </a:lnTo>
                  <a:lnTo>
                    <a:pt x="5466229" y="1940635"/>
                  </a:lnTo>
                  <a:lnTo>
                    <a:pt x="5415213" y="1942176"/>
                  </a:lnTo>
                  <a:lnTo>
                    <a:pt x="5346757" y="1944454"/>
                  </a:lnTo>
                  <a:lnTo>
                    <a:pt x="5262285" y="1947563"/>
                  </a:lnTo>
                  <a:lnTo>
                    <a:pt x="5164626" y="1951562"/>
                  </a:lnTo>
                  <a:lnTo>
                    <a:pt x="5057503" y="1956471"/>
                  </a:lnTo>
                  <a:lnTo>
                    <a:pt x="4944946" y="1962286"/>
                  </a:lnTo>
                  <a:lnTo>
                    <a:pt x="4830767" y="1968991"/>
                  </a:lnTo>
                  <a:lnTo>
                    <a:pt x="4718194" y="1976567"/>
                  </a:lnTo>
                  <a:lnTo>
                    <a:pt x="4609680" y="1985010"/>
                  </a:lnTo>
                  <a:lnTo>
                    <a:pt x="4506883" y="1994337"/>
                  </a:lnTo>
                  <a:lnTo>
                    <a:pt x="4410740" y="2004587"/>
                  </a:lnTo>
                  <a:lnTo>
                    <a:pt x="4321603" y="2015831"/>
                  </a:lnTo>
                  <a:lnTo>
                    <a:pt x="4239382" y="2028167"/>
                  </a:lnTo>
                  <a:lnTo>
                    <a:pt x="4163678" y="2041720"/>
                  </a:lnTo>
                  <a:lnTo>
                    <a:pt x="4093894" y="2056636"/>
                  </a:lnTo>
                  <a:lnTo>
                    <a:pt x="4029317" y="2073082"/>
                  </a:lnTo>
                  <a:lnTo>
                    <a:pt x="3969183" y="2091230"/>
                  </a:lnTo>
                  <a:lnTo>
                    <a:pt x="3912722" y="2111242"/>
                  </a:lnTo>
                  <a:lnTo>
                    <a:pt x="3859203" y="2133246"/>
                  </a:lnTo>
                  <a:lnTo>
                    <a:pt x="3820202" y="2151280"/>
                  </a:lnTo>
                  <a:lnTo>
                    <a:pt x="3765073" y="2179725"/>
                  </a:lnTo>
                  <a:lnTo>
                    <a:pt x="3711545" y="2210727"/>
                  </a:lnTo>
                  <a:lnTo>
                    <a:pt x="3659084" y="2244332"/>
                  </a:lnTo>
                  <a:lnTo>
                    <a:pt x="3607283" y="2280521"/>
                  </a:lnTo>
                  <a:lnTo>
                    <a:pt x="3555839" y="2319200"/>
                  </a:lnTo>
                  <a:lnTo>
                    <a:pt x="3504538" y="2360197"/>
                  </a:lnTo>
                  <a:lnTo>
                    <a:pt x="3453241" y="2403259"/>
                  </a:lnTo>
                  <a:lnTo>
                    <a:pt x="3401873" y="2448053"/>
                  </a:lnTo>
                  <a:lnTo>
                    <a:pt x="3350411" y="2494178"/>
                  </a:lnTo>
                  <a:lnTo>
                    <a:pt x="3298870" y="2541174"/>
                  </a:lnTo>
                  <a:lnTo>
                    <a:pt x="3247291" y="2588546"/>
                  </a:lnTo>
                  <a:lnTo>
                    <a:pt x="3195726" y="2635779"/>
                  </a:lnTo>
                  <a:lnTo>
                    <a:pt x="3144223" y="2682365"/>
                  </a:lnTo>
                  <a:lnTo>
                    <a:pt x="3092812" y="2727826"/>
                  </a:lnTo>
                  <a:lnTo>
                    <a:pt x="3041489" y="2771732"/>
                  </a:lnTo>
                  <a:lnTo>
                    <a:pt x="2990203" y="2813718"/>
                  </a:lnTo>
                  <a:lnTo>
                    <a:pt x="2938847" y="2853492"/>
                  </a:lnTo>
                  <a:lnTo>
                    <a:pt x="2887242" y="2890845"/>
                  </a:lnTo>
                  <a:lnTo>
                    <a:pt x="2835129" y="2925648"/>
                  </a:lnTo>
                  <a:lnTo>
                    <a:pt x="2782150" y="2957848"/>
                  </a:lnTo>
                  <a:lnTo>
                    <a:pt x="2727835" y="2987462"/>
                  </a:lnTo>
                  <a:lnTo>
                    <a:pt x="2702183" y="3000263"/>
                  </a:lnTo>
                  <a:lnTo>
                    <a:pt x="2650451" y="3023814"/>
                  </a:lnTo>
                  <a:lnTo>
                    <a:pt x="2596283" y="3045327"/>
                  </a:lnTo>
                  <a:lnTo>
                    <a:pt x="2539001" y="3064874"/>
                  </a:lnTo>
                  <a:lnTo>
                    <a:pt x="2477862" y="3082594"/>
                  </a:lnTo>
                  <a:lnTo>
                    <a:pt x="2412093" y="3098653"/>
                  </a:lnTo>
                  <a:lnTo>
                    <a:pt x="2340937" y="3113225"/>
                  </a:lnTo>
                  <a:lnTo>
                    <a:pt x="2263704" y="3126470"/>
                  </a:lnTo>
                  <a:lnTo>
                    <a:pt x="2179834" y="3138531"/>
                  </a:lnTo>
                  <a:lnTo>
                    <a:pt x="2088994" y="3149527"/>
                  </a:lnTo>
                  <a:lnTo>
                    <a:pt x="1991187" y="3159548"/>
                  </a:lnTo>
                  <a:lnTo>
                    <a:pt x="1886893" y="3168657"/>
                  </a:lnTo>
                  <a:lnTo>
                    <a:pt x="1777215" y="3176890"/>
                  </a:lnTo>
                  <a:lnTo>
                    <a:pt x="1663996" y="3184256"/>
                  </a:lnTo>
                  <a:lnTo>
                    <a:pt x="1549888" y="3190747"/>
                  </a:lnTo>
                  <a:lnTo>
                    <a:pt x="1438281" y="3196344"/>
                  </a:lnTo>
                  <a:lnTo>
                    <a:pt x="1333083" y="3201032"/>
                  </a:lnTo>
                  <a:lnTo>
                    <a:pt x="1238301" y="3204812"/>
                  </a:lnTo>
                  <a:lnTo>
                    <a:pt x="1157495" y="3207713"/>
                  </a:lnTo>
                  <a:lnTo>
                    <a:pt x="1093195" y="3209803"/>
                  </a:lnTo>
                  <a:lnTo>
                    <a:pt x="1046426" y="3211184"/>
                  </a:lnTo>
                  <a:lnTo>
                    <a:pt x="1016459" y="3211991"/>
                  </a:lnTo>
                  <a:lnTo>
                    <a:pt x="1000810" y="3212376"/>
                  </a:lnTo>
                  <a:lnTo>
                    <a:pt x="995435" y="3212498"/>
                  </a:lnTo>
                  <a:lnTo>
                    <a:pt x="994940" y="3212508"/>
                  </a:lnTo>
                  <a:lnTo>
                    <a:pt x="0" y="3212508"/>
                  </a:lnTo>
                  <a:lnTo>
                    <a:pt x="0" y="32125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2" name="pg2081"/>
            <p:cNvSpPr/>
            <p:nvPr/>
          </p:nvSpPr>
          <p:spPr>
            <a:xfrm>
              <a:off x="1199187" y="4344321"/>
              <a:ext cx="12049831" cy="2038606"/>
            </a:xfrm>
            <a:custGeom>
              <a:avLst/>
              <a:pathLst>
                <a:path w="12049831" h="2038606">
                  <a:moveTo>
                    <a:pt x="0" y="2038606"/>
                  </a:moveTo>
                  <a:lnTo>
                    <a:pt x="994940" y="2038606"/>
                  </a:lnTo>
                  <a:lnTo>
                    <a:pt x="996069" y="2038588"/>
                  </a:lnTo>
                  <a:lnTo>
                    <a:pt x="1003522" y="2038460"/>
                  </a:lnTo>
                  <a:lnTo>
                    <a:pt x="1022414" y="2038106"/>
                  </a:lnTo>
                  <a:lnTo>
                    <a:pt x="1056443" y="2037408"/>
                  </a:lnTo>
                  <a:lnTo>
                    <a:pt x="1107682" y="2036254"/>
                  </a:lnTo>
                  <a:lnTo>
                    <a:pt x="1176413" y="2034549"/>
                  </a:lnTo>
                  <a:lnTo>
                    <a:pt x="1261192" y="2032222"/>
                  </a:lnTo>
                  <a:lnTo>
                    <a:pt x="1359163" y="2029230"/>
                  </a:lnTo>
                  <a:lnTo>
                    <a:pt x="1466575" y="2025557"/>
                  </a:lnTo>
                  <a:lnTo>
                    <a:pt x="1579378" y="2021207"/>
                  </a:lnTo>
                  <a:lnTo>
                    <a:pt x="1693748" y="2016193"/>
                  </a:lnTo>
                  <a:lnTo>
                    <a:pt x="1806454" y="2010528"/>
                  </a:lnTo>
                  <a:lnTo>
                    <a:pt x="1915045" y="2004214"/>
                  </a:lnTo>
                  <a:lnTo>
                    <a:pt x="2017872" y="1997240"/>
                  </a:lnTo>
                  <a:lnTo>
                    <a:pt x="2114007" y="1989575"/>
                  </a:lnTo>
                  <a:lnTo>
                    <a:pt x="2203111" y="1981164"/>
                  </a:lnTo>
                  <a:lnTo>
                    <a:pt x="2285282" y="1971936"/>
                  </a:lnTo>
                  <a:lnTo>
                    <a:pt x="2360928" y="1961796"/>
                  </a:lnTo>
                  <a:lnTo>
                    <a:pt x="2430656" y="1950632"/>
                  </a:lnTo>
                  <a:lnTo>
                    <a:pt x="2495182" y="1938321"/>
                  </a:lnTo>
                  <a:lnTo>
                    <a:pt x="2555278" y="1924734"/>
                  </a:lnTo>
                  <a:lnTo>
                    <a:pt x="2611714" y="1909750"/>
                  </a:lnTo>
                  <a:lnTo>
                    <a:pt x="2665226" y="1893274"/>
                  </a:lnTo>
                  <a:lnTo>
                    <a:pt x="2702183" y="1880514"/>
                  </a:lnTo>
                  <a:lnTo>
                    <a:pt x="2759774" y="1858319"/>
                  </a:lnTo>
                  <a:lnTo>
                    <a:pt x="2815644" y="1834040"/>
                  </a:lnTo>
                  <a:lnTo>
                    <a:pt x="2870392" y="1807641"/>
                  </a:lnTo>
                  <a:lnTo>
                    <a:pt x="2924470" y="1779147"/>
                  </a:lnTo>
                  <a:lnTo>
                    <a:pt x="2978206" y="1748646"/>
                  </a:lnTo>
                  <a:lnTo>
                    <a:pt x="3031826" y="1716300"/>
                  </a:lnTo>
                  <a:lnTo>
                    <a:pt x="3085470" y="1682341"/>
                  </a:lnTo>
                  <a:lnTo>
                    <a:pt x="3139205" y="1647071"/>
                  </a:lnTo>
                  <a:lnTo>
                    <a:pt x="3193041" y="1610849"/>
                  </a:lnTo>
                  <a:lnTo>
                    <a:pt x="3246947" y="1574080"/>
                  </a:lnTo>
                  <a:lnTo>
                    <a:pt x="3300869" y="1537195"/>
                  </a:lnTo>
                  <a:lnTo>
                    <a:pt x="3354747" y="1500631"/>
                  </a:lnTo>
                  <a:lnTo>
                    <a:pt x="3408537" y="1464810"/>
                  </a:lnTo>
                  <a:lnTo>
                    <a:pt x="3462225" y="1430116"/>
                  </a:lnTo>
                  <a:lnTo>
                    <a:pt x="3515845" y="1396885"/>
                  </a:lnTo>
                  <a:lnTo>
                    <a:pt x="3569498" y="1365384"/>
                  </a:lnTo>
                  <a:lnTo>
                    <a:pt x="3623361" y="1335814"/>
                  </a:lnTo>
                  <a:lnTo>
                    <a:pt x="3677707" y="1308301"/>
                  </a:lnTo>
                  <a:lnTo>
                    <a:pt x="3732920" y="1282903"/>
                  </a:lnTo>
                  <a:lnTo>
                    <a:pt x="3789516" y="1259615"/>
                  </a:lnTo>
                  <a:lnTo>
                    <a:pt x="3820202" y="1248144"/>
                  </a:lnTo>
                  <a:lnTo>
                    <a:pt x="3872024" y="1230573"/>
                  </a:lnTo>
                  <a:lnTo>
                    <a:pt x="3926291" y="1214525"/>
                  </a:lnTo>
                  <a:lnTo>
                    <a:pt x="3983685" y="1199947"/>
                  </a:lnTo>
                  <a:lnTo>
                    <a:pt x="4044954" y="1186734"/>
                  </a:lnTo>
                  <a:lnTo>
                    <a:pt x="4110874" y="1174760"/>
                  </a:lnTo>
                  <a:lnTo>
                    <a:pt x="4182204" y="1163898"/>
                  </a:lnTo>
                  <a:lnTo>
                    <a:pt x="4259640" y="1154026"/>
                  </a:lnTo>
                  <a:lnTo>
                    <a:pt x="4343740" y="1145037"/>
                  </a:lnTo>
                  <a:lnTo>
                    <a:pt x="4434837" y="1136844"/>
                  </a:lnTo>
                  <a:lnTo>
                    <a:pt x="4532920" y="1129378"/>
                  </a:lnTo>
                  <a:lnTo>
                    <a:pt x="4637499" y="1122593"/>
                  </a:lnTo>
                  <a:lnTo>
                    <a:pt x="4747454" y="1116463"/>
                  </a:lnTo>
                  <a:lnTo>
                    <a:pt x="4860914" y="1110981"/>
                  </a:lnTo>
                  <a:lnTo>
                    <a:pt x="4975199" y="1106153"/>
                  </a:lnTo>
                  <a:lnTo>
                    <a:pt x="5086885" y="1101994"/>
                  </a:lnTo>
                  <a:lnTo>
                    <a:pt x="5192038" y="1098514"/>
                  </a:lnTo>
                  <a:lnTo>
                    <a:pt x="5286633" y="1095712"/>
                  </a:lnTo>
                  <a:lnTo>
                    <a:pt x="5367114" y="1093567"/>
                  </a:lnTo>
                  <a:lnTo>
                    <a:pt x="5430977" y="1092026"/>
                  </a:lnTo>
                  <a:lnTo>
                    <a:pt x="5477245" y="1091011"/>
                  </a:lnTo>
                  <a:lnTo>
                    <a:pt x="5506712" y="1090422"/>
                  </a:lnTo>
                  <a:lnTo>
                    <a:pt x="5521931" y="1090144"/>
                  </a:lnTo>
                  <a:lnTo>
                    <a:pt x="5527022" y="1090058"/>
                  </a:lnTo>
                  <a:lnTo>
                    <a:pt x="5527445" y="1090051"/>
                  </a:lnTo>
                  <a:lnTo>
                    <a:pt x="6522385" y="1090051"/>
                  </a:lnTo>
                  <a:lnTo>
                    <a:pt x="6523513" y="1090031"/>
                  </a:lnTo>
                  <a:lnTo>
                    <a:pt x="6530952" y="1089884"/>
                  </a:lnTo>
                  <a:lnTo>
                    <a:pt x="6549809" y="1089480"/>
                  </a:lnTo>
                  <a:lnTo>
                    <a:pt x="6583778" y="1088683"/>
                  </a:lnTo>
                  <a:lnTo>
                    <a:pt x="6634931" y="1087366"/>
                  </a:lnTo>
                  <a:lnTo>
                    <a:pt x="6703556" y="1085420"/>
                  </a:lnTo>
                  <a:lnTo>
                    <a:pt x="6788217" y="1082764"/>
                  </a:lnTo>
                  <a:lnTo>
                    <a:pt x="6886068" y="1079348"/>
                  </a:lnTo>
                  <a:lnTo>
                    <a:pt x="6993369" y="1075155"/>
                  </a:lnTo>
                  <a:lnTo>
                    <a:pt x="7106078" y="1070188"/>
                  </a:lnTo>
                  <a:lnTo>
                    <a:pt x="7220374" y="1064463"/>
                  </a:lnTo>
                  <a:lnTo>
                    <a:pt x="7333029" y="1057993"/>
                  </a:lnTo>
                  <a:lnTo>
                    <a:pt x="7441591" y="1050783"/>
                  </a:lnTo>
                  <a:lnTo>
                    <a:pt x="7544407" y="1042820"/>
                  </a:lnTo>
                  <a:lnTo>
                    <a:pt x="7640545" y="1034066"/>
                  </a:lnTo>
                  <a:lnTo>
                    <a:pt x="7729661" y="1024464"/>
                  </a:lnTo>
                  <a:lnTo>
                    <a:pt x="7811852" y="1013927"/>
                  </a:lnTo>
                  <a:lnTo>
                    <a:pt x="7887520" y="1002350"/>
                  </a:lnTo>
                  <a:lnTo>
                    <a:pt x="7957269" y="989606"/>
                  </a:lnTo>
                  <a:lnTo>
                    <a:pt x="8021815" y="975554"/>
                  </a:lnTo>
                  <a:lnTo>
                    <a:pt x="8081926" y="960046"/>
                  </a:lnTo>
                  <a:lnTo>
                    <a:pt x="8138371" y="942943"/>
                  </a:lnTo>
                  <a:lnTo>
                    <a:pt x="8191886" y="924139"/>
                  </a:lnTo>
                  <a:lnTo>
                    <a:pt x="8229629" y="909250"/>
                  </a:lnTo>
                  <a:lnTo>
                    <a:pt x="8286209" y="884340"/>
                  </a:lnTo>
                  <a:lnTo>
                    <a:pt x="8341119" y="857132"/>
                  </a:lnTo>
                  <a:lnTo>
                    <a:pt x="8394929" y="827586"/>
                  </a:lnTo>
                  <a:lnTo>
                    <a:pt x="8448073" y="795724"/>
                  </a:lnTo>
                  <a:lnTo>
                    <a:pt x="8500867" y="761639"/>
                  </a:lnTo>
                  <a:lnTo>
                    <a:pt x="8553535" y="725499"/>
                  </a:lnTo>
                  <a:lnTo>
                    <a:pt x="8606215" y="687548"/>
                  </a:lnTo>
                  <a:lnTo>
                    <a:pt x="8658978" y="648105"/>
                  </a:lnTo>
                  <a:lnTo>
                    <a:pt x="8711839" y="607552"/>
                  </a:lnTo>
                  <a:lnTo>
                    <a:pt x="8764776" y="566321"/>
                  </a:lnTo>
                  <a:lnTo>
                    <a:pt x="8817738" y="524876"/>
                  </a:lnTo>
                  <a:lnTo>
                    <a:pt x="8870669" y="483692"/>
                  </a:lnTo>
                  <a:lnTo>
                    <a:pt x="8923521" y="443230"/>
                  </a:lnTo>
                  <a:lnTo>
                    <a:pt x="8976274" y="403918"/>
                  </a:lnTo>
                  <a:lnTo>
                    <a:pt x="9028949" y="366133"/>
                  </a:lnTo>
                  <a:lnTo>
                    <a:pt x="9081622" y="330187"/>
                  </a:lnTo>
                  <a:lnTo>
                    <a:pt x="9134439" y="296315"/>
                  </a:lnTo>
                  <a:lnTo>
                    <a:pt x="9187633" y="264680"/>
                  </a:lnTo>
                  <a:lnTo>
                    <a:pt x="9241531" y="235365"/>
                  </a:lnTo>
                  <a:lnTo>
                    <a:pt x="9296577" y="208387"/>
                  </a:lnTo>
                  <a:lnTo>
                    <a:pt x="9347647" y="186042"/>
                  </a:lnTo>
                  <a:lnTo>
                    <a:pt x="9399435" y="165960"/>
                  </a:lnTo>
                  <a:lnTo>
                    <a:pt x="9453664" y="147617"/>
                  </a:lnTo>
                  <a:lnTo>
                    <a:pt x="9511015" y="130953"/>
                  </a:lnTo>
                  <a:lnTo>
                    <a:pt x="9572234" y="115848"/>
                  </a:lnTo>
                  <a:lnTo>
                    <a:pt x="9638096" y="102160"/>
                  </a:lnTo>
                  <a:lnTo>
                    <a:pt x="9709359" y="89741"/>
                  </a:lnTo>
                  <a:lnTo>
                    <a:pt x="9786717" y="78453"/>
                  </a:lnTo>
                  <a:lnTo>
                    <a:pt x="9870728" y="68176"/>
                  </a:lnTo>
                  <a:lnTo>
                    <a:pt x="9961726" y="58807"/>
                  </a:lnTo>
                  <a:lnTo>
                    <a:pt x="10059703" y="50269"/>
                  </a:lnTo>
                  <a:lnTo>
                    <a:pt x="10164172" y="42510"/>
                  </a:lnTo>
                  <a:lnTo>
                    <a:pt x="10274021" y="35498"/>
                  </a:lnTo>
                  <a:lnTo>
                    <a:pt x="10387388" y="29227"/>
                  </a:lnTo>
                  <a:lnTo>
                    <a:pt x="10501606" y="23702"/>
                  </a:lnTo>
                  <a:lnTo>
                    <a:pt x="10613261" y="18941"/>
                  </a:lnTo>
                  <a:lnTo>
                    <a:pt x="10718432" y="14956"/>
                  </a:lnTo>
                  <a:lnTo>
                    <a:pt x="10813099" y="11746"/>
                  </a:lnTo>
                  <a:lnTo>
                    <a:pt x="10893706" y="9285"/>
                  </a:lnTo>
                  <a:lnTo>
                    <a:pt x="10957737" y="7516"/>
                  </a:lnTo>
                  <a:lnTo>
                    <a:pt x="11004198" y="6350"/>
                  </a:lnTo>
                  <a:lnTo>
                    <a:pt x="11033858" y="5670"/>
                  </a:lnTo>
                  <a:lnTo>
                    <a:pt x="11049242" y="5348"/>
                  </a:lnTo>
                  <a:lnTo>
                    <a:pt x="11054441" y="524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4" y="20"/>
                  </a:lnTo>
                  <a:lnTo>
                    <a:pt x="11046324" y="166"/>
                  </a:lnTo>
                  <a:lnTo>
                    <a:pt x="11027468" y="571"/>
                  </a:lnTo>
                  <a:lnTo>
                    <a:pt x="10993498" y="1368"/>
                  </a:lnTo>
                  <a:lnTo>
                    <a:pt x="10942345" y="2685"/>
                  </a:lnTo>
                  <a:lnTo>
                    <a:pt x="10873720" y="4631"/>
                  </a:lnTo>
                  <a:lnTo>
                    <a:pt x="10789059" y="7287"/>
                  </a:lnTo>
                  <a:lnTo>
                    <a:pt x="10691208" y="10703"/>
                  </a:lnTo>
                  <a:lnTo>
                    <a:pt x="10583907" y="14896"/>
                  </a:lnTo>
                  <a:lnTo>
                    <a:pt x="10471198" y="19863"/>
                  </a:lnTo>
                  <a:lnTo>
                    <a:pt x="10356902" y="25588"/>
                  </a:lnTo>
                  <a:lnTo>
                    <a:pt x="10244247" y="32058"/>
                  </a:lnTo>
                  <a:lnTo>
                    <a:pt x="10135686" y="39268"/>
                  </a:lnTo>
                  <a:lnTo>
                    <a:pt x="10032870" y="47231"/>
                  </a:lnTo>
                  <a:lnTo>
                    <a:pt x="9936732" y="55984"/>
                  </a:lnTo>
                  <a:lnTo>
                    <a:pt x="9847615" y="65587"/>
                  </a:lnTo>
                  <a:lnTo>
                    <a:pt x="9765425" y="76124"/>
                  </a:lnTo>
                  <a:lnTo>
                    <a:pt x="9689756" y="87701"/>
                  </a:lnTo>
                  <a:lnTo>
                    <a:pt x="9620007" y="100445"/>
                  </a:lnTo>
                  <a:lnTo>
                    <a:pt x="9555461" y="114497"/>
                  </a:lnTo>
                  <a:lnTo>
                    <a:pt x="9495351" y="130005"/>
                  </a:lnTo>
                  <a:lnTo>
                    <a:pt x="9438905" y="147107"/>
                  </a:lnTo>
                  <a:lnTo>
                    <a:pt x="9385391" y="165912"/>
                  </a:lnTo>
                  <a:lnTo>
                    <a:pt x="9347647" y="180801"/>
                  </a:lnTo>
                  <a:lnTo>
                    <a:pt x="9291067" y="205711"/>
                  </a:lnTo>
                  <a:lnTo>
                    <a:pt x="9236158" y="232919"/>
                  </a:lnTo>
                  <a:lnTo>
                    <a:pt x="9182347" y="262465"/>
                  </a:lnTo>
                  <a:lnTo>
                    <a:pt x="9129204" y="294327"/>
                  </a:lnTo>
                  <a:lnTo>
                    <a:pt x="9076409" y="328412"/>
                  </a:lnTo>
                  <a:lnTo>
                    <a:pt x="9023742" y="364552"/>
                  </a:lnTo>
                  <a:lnTo>
                    <a:pt x="8971062" y="402503"/>
                  </a:lnTo>
                  <a:lnTo>
                    <a:pt x="8918299" y="441946"/>
                  </a:lnTo>
                  <a:lnTo>
                    <a:pt x="8865437" y="482499"/>
                  </a:lnTo>
                  <a:lnTo>
                    <a:pt x="8812501" y="523730"/>
                  </a:lnTo>
                  <a:lnTo>
                    <a:pt x="8759539" y="565175"/>
                  </a:lnTo>
                  <a:lnTo>
                    <a:pt x="8706608" y="606359"/>
                  </a:lnTo>
                  <a:lnTo>
                    <a:pt x="8653755" y="646821"/>
                  </a:lnTo>
                  <a:lnTo>
                    <a:pt x="8601002" y="686133"/>
                  </a:lnTo>
                  <a:lnTo>
                    <a:pt x="8548328" y="723918"/>
                  </a:lnTo>
                  <a:lnTo>
                    <a:pt x="8495655" y="759864"/>
                  </a:lnTo>
                  <a:lnTo>
                    <a:pt x="8442837" y="793736"/>
                  </a:lnTo>
                  <a:lnTo>
                    <a:pt x="8389644" y="825371"/>
                  </a:lnTo>
                  <a:lnTo>
                    <a:pt x="8335746" y="854686"/>
                  </a:lnTo>
                  <a:lnTo>
                    <a:pt x="8280699" y="881664"/>
                  </a:lnTo>
                  <a:lnTo>
                    <a:pt x="8229629" y="904009"/>
                  </a:lnTo>
                  <a:lnTo>
                    <a:pt x="8177841" y="924091"/>
                  </a:lnTo>
                  <a:lnTo>
                    <a:pt x="8123612" y="942434"/>
                  </a:lnTo>
                  <a:lnTo>
                    <a:pt x="8066262" y="959098"/>
                  </a:lnTo>
                  <a:lnTo>
                    <a:pt x="8005043" y="974203"/>
                  </a:lnTo>
                  <a:lnTo>
                    <a:pt x="7939181" y="987891"/>
                  </a:lnTo>
                  <a:lnTo>
                    <a:pt x="7867918" y="1000310"/>
                  </a:lnTo>
                  <a:lnTo>
                    <a:pt x="7790560" y="1011598"/>
                  </a:lnTo>
                  <a:lnTo>
                    <a:pt x="7706549" y="1021875"/>
                  </a:lnTo>
                  <a:lnTo>
                    <a:pt x="7615550" y="1031244"/>
                  </a:lnTo>
                  <a:lnTo>
                    <a:pt x="7517573" y="1039781"/>
                  </a:lnTo>
                  <a:lnTo>
                    <a:pt x="7413104" y="1047541"/>
                  </a:lnTo>
                  <a:lnTo>
                    <a:pt x="7303256" y="1054553"/>
                  </a:lnTo>
                  <a:lnTo>
                    <a:pt x="7189888" y="1060824"/>
                  </a:lnTo>
                  <a:lnTo>
                    <a:pt x="7075671" y="1066349"/>
                  </a:lnTo>
                  <a:lnTo>
                    <a:pt x="6964015" y="1071110"/>
                  </a:lnTo>
                  <a:lnTo>
                    <a:pt x="6858845" y="1075095"/>
                  </a:lnTo>
                  <a:lnTo>
                    <a:pt x="6764177" y="1078305"/>
                  </a:lnTo>
                  <a:lnTo>
                    <a:pt x="6683571" y="1080766"/>
                  </a:lnTo>
                  <a:lnTo>
                    <a:pt x="6619539" y="1082535"/>
                  </a:lnTo>
                  <a:lnTo>
                    <a:pt x="6573078" y="1083701"/>
                  </a:lnTo>
                  <a:lnTo>
                    <a:pt x="6543419" y="1084380"/>
                  </a:lnTo>
                  <a:lnTo>
                    <a:pt x="6528035" y="1084703"/>
                  </a:lnTo>
                  <a:lnTo>
                    <a:pt x="6522835" y="1084803"/>
                  </a:lnTo>
                  <a:lnTo>
                    <a:pt x="6522385" y="1084811"/>
                  </a:lnTo>
                  <a:lnTo>
                    <a:pt x="5527445" y="1084811"/>
                  </a:lnTo>
                  <a:lnTo>
                    <a:pt x="5526316" y="1084829"/>
                  </a:lnTo>
                  <a:lnTo>
                    <a:pt x="5518862" y="1084957"/>
                  </a:lnTo>
                  <a:lnTo>
                    <a:pt x="5499971" y="1085311"/>
                  </a:lnTo>
                  <a:lnTo>
                    <a:pt x="5465942" y="1086009"/>
                  </a:lnTo>
                  <a:lnTo>
                    <a:pt x="5414703" y="1087163"/>
                  </a:lnTo>
                  <a:lnTo>
                    <a:pt x="5345972" y="1088868"/>
                  </a:lnTo>
                  <a:lnTo>
                    <a:pt x="5261193" y="1091195"/>
                  </a:lnTo>
                  <a:lnTo>
                    <a:pt x="5163222" y="1094187"/>
                  </a:lnTo>
                  <a:lnTo>
                    <a:pt x="5055810" y="1097860"/>
                  </a:lnTo>
                  <a:lnTo>
                    <a:pt x="4943007" y="1102210"/>
                  </a:lnTo>
                  <a:lnTo>
                    <a:pt x="4828637" y="1107224"/>
                  </a:lnTo>
                  <a:lnTo>
                    <a:pt x="4715931" y="1112889"/>
                  </a:lnTo>
                  <a:lnTo>
                    <a:pt x="4607340" y="1119203"/>
                  </a:lnTo>
                  <a:lnTo>
                    <a:pt x="4504513" y="1126177"/>
                  </a:lnTo>
                  <a:lnTo>
                    <a:pt x="4408378" y="1133842"/>
                  </a:lnTo>
                  <a:lnTo>
                    <a:pt x="4319274" y="1142253"/>
                  </a:lnTo>
                  <a:lnTo>
                    <a:pt x="4237103" y="1151481"/>
                  </a:lnTo>
                  <a:lnTo>
                    <a:pt x="4161457" y="1161621"/>
                  </a:lnTo>
                  <a:lnTo>
                    <a:pt x="4091729" y="1172785"/>
                  </a:lnTo>
                  <a:lnTo>
                    <a:pt x="4027203" y="1185096"/>
                  </a:lnTo>
                  <a:lnTo>
                    <a:pt x="3967107" y="1198683"/>
                  </a:lnTo>
                  <a:lnTo>
                    <a:pt x="3910671" y="1213667"/>
                  </a:lnTo>
                  <a:lnTo>
                    <a:pt x="3857159" y="1230143"/>
                  </a:lnTo>
                  <a:lnTo>
                    <a:pt x="3820202" y="1242903"/>
                  </a:lnTo>
                  <a:lnTo>
                    <a:pt x="3762611" y="1265098"/>
                  </a:lnTo>
                  <a:lnTo>
                    <a:pt x="3706741" y="1289377"/>
                  </a:lnTo>
                  <a:lnTo>
                    <a:pt x="3651993" y="1315775"/>
                  </a:lnTo>
                  <a:lnTo>
                    <a:pt x="3597915" y="1344270"/>
                  </a:lnTo>
                  <a:lnTo>
                    <a:pt x="3544179" y="1374771"/>
                  </a:lnTo>
                  <a:lnTo>
                    <a:pt x="3490559" y="1407117"/>
                  </a:lnTo>
                  <a:lnTo>
                    <a:pt x="3436915" y="1441076"/>
                  </a:lnTo>
                  <a:lnTo>
                    <a:pt x="3383180" y="1476346"/>
                  </a:lnTo>
                  <a:lnTo>
                    <a:pt x="3329344" y="1512568"/>
                  </a:lnTo>
                  <a:lnTo>
                    <a:pt x="3275438" y="1549337"/>
                  </a:lnTo>
                  <a:lnTo>
                    <a:pt x="3221516" y="1586222"/>
                  </a:lnTo>
                  <a:lnTo>
                    <a:pt x="3167638" y="1622786"/>
                  </a:lnTo>
                  <a:lnTo>
                    <a:pt x="3113848" y="1658607"/>
                  </a:lnTo>
                  <a:lnTo>
                    <a:pt x="3060160" y="1693301"/>
                  </a:lnTo>
                  <a:lnTo>
                    <a:pt x="3006540" y="1726532"/>
                  </a:lnTo>
                  <a:lnTo>
                    <a:pt x="2952887" y="1758033"/>
                  </a:lnTo>
                  <a:lnTo>
                    <a:pt x="2899024" y="1787603"/>
                  </a:lnTo>
                  <a:lnTo>
                    <a:pt x="2844678" y="1815116"/>
                  </a:lnTo>
                  <a:lnTo>
                    <a:pt x="2789465" y="1840513"/>
                  </a:lnTo>
                  <a:lnTo>
                    <a:pt x="2732869" y="1863802"/>
                  </a:lnTo>
                  <a:lnTo>
                    <a:pt x="2702183" y="1875273"/>
                  </a:lnTo>
                  <a:lnTo>
                    <a:pt x="2650361" y="1892844"/>
                  </a:lnTo>
                  <a:lnTo>
                    <a:pt x="2596094" y="1908891"/>
                  </a:lnTo>
                  <a:lnTo>
                    <a:pt x="2538700" y="1923470"/>
                  </a:lnTo>
                  <a:lnTo>
                    <a:pt x="2477431" y="1936683"/>
                  </a:lnTo>
                  <a:lnTo>
                    <a:pt x="2411511" y="1948657"/>
                  </a:lnTo>
                  <a:lnTo>
                    <a:pt x="2340181" y="1959519"/>
                  </a:lnTo>
                  <a:lnTo>
                    <a:pt x="2262745" y="1969391"/>
                  </a:lnTo>
                  <a:lnTo>
                    <a:pt x="2178645" y="1978380"/>
                  </a:lnTo>
                  <a:lnTo>
                    <a:pt x="2087548" y="1986573"/>
                  </a:lnTo>
                  <a:lnTo>
                    <a:pt x="1989465" y="1994039"/>
                  </a:lnTo>
                  <a:lnTo>
                    <a:pt x="1884886" y="2000824"/>
                  </a:lnTo>
                  <a:lnTo>
                    <a:pt x="1774931" y="2006953"/>
                  </a:lnTo>
                  <a:lnTo>
                    <a:pt x="1661471" y="2012436"/>
                  </a:lnTo>
                  <a:lnTo>
                    <a:pt x="1547186" y="2017264"/>
                  </a:lnTo>
                  <a:lnTo>
                    <a:pt x="1435500" y="2021423"/>
                  </a:lnTo>
                  <a:lnTo>
                    <a:pt x="1330347" y="2024903"/>
                  </a:lnTo>
                  <a:lnTo>
                    <a:pt x="1235752" y="2027705"/>
                  </a:lnTo>
                  <a:lnTo>
                    <a:pt x="1155271" y="2029850"/>
                  </a:lnTo>
                  <a:lnTo>
                    <a:pt x="1091408" y="2031391"/>
                  </a:lnTo>
                  <a:lnTo>
                    <a:pt x="1045140" y="2032406"/>
                  </a:lnTo>
                  <a:lnTo>
                    <a:pt x="1015673" y="2032995"/>
                  </a:lnTo>
                  <a:lnTo>
                    <a:pt x="1000454" y="2033273"/>
                  </a:lnTo>
                  <a:lnTo>
                    <a:pt x="995363" y="2033359"/>
                  </a:lnTo>
                  <a:lnTo>
                    <a:pt x="994940" y="2033366"/>
                  </a:lnTo>
                  <a:lnTo>
                    <a:pt x="0" y="2033366"/>
                  </a:lnTo>
                  <a:close/>
                </a:path>
              </a:pathLst>
            </a:custGeom>
            <a:solidFill>
              <a:srgbClr val="26A69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83" name="pl2082"/>
            <p:cNvSpPr/>
            <p:nvPr/>
          </p:nvSpPr>
          <p:spPr>
            <a:xfrm>
              <a:off x="1199187" y="4349561"/>
              <a:ext cx="12049831" cy="2033366"/>
            </a:xfrm>
            <a:custGeom>
              <a:avLst/>
              <a:pathLst>
                <a:path w="12049831" h="2033366">
                  <a:moveTo>
                    <a:pt x="0" y="2033366"/>
                  </a:moveTo>
                  <a:lnTo>
                    <a:pt x="994940" y="2033366"/>
                  </a:lnTo>
                  <a:lnTo>
                    <a:pt x="996069" y="2033348"/>
                  </a:lnTo>
                  <a:lnTo>
                    <a:pt x="1003522" y="2033219"/>
                  </a:lnTo>
                  <a:lnTo>
                    <a:pt x="1022414" y="2032865"/>
                  </a:lnTo>
                  <a:lnTo>
                    <a:pt x="1056443" y="2032167"/>
                  </a:lnTo>
                  <a:lnTo>
                    <a:pt x="1107682" y="2031013"/>
                  </a:lnTo>
                  <a:lnTo>
                    <a:pt x="1176413" y="2029308"/>
                  </a:lnTo>
                  <a:lnTo>
                    <a:pt x="1261192" y="2026981"/>
                  </a:lnTo>
                  <a:lnTo>
                    <a:pt x="1359163" y="2023989"/>
                  </a:lnTo>
                  <a:lnTo>
                    <a:pt x="1466575" y="2020316"/>
                  </a:lnTo>
                  <a:lnTo>
                    <a:pt x="1579378" y="2015966"/>
                  </a:lnTo>
                  <a:lnTo>
                    <a:pt x="1693748" y="2010952"/>
                  </a:lnTo>
                  <a:lnTo>
                    <a:pt x="1806454" y="2005287"/>
                  </a:lnTo>
                  <a:lnTo>
                    <a:pt x="1915045" y="1998973"/>
                  </a:lnTo>
                  <a:lnTo>
                    <a:pt x="2017872" y="1992000"/>
                  </a:lnTo>
                  <a:lnTo>
                    <a:pt x="2114007" y="1984334"/>
                  </a:lnTo>
                  <a:lnTo>
                    <a:pt x="2203111" y="1975924"/>
                  </a:lnTo>
                  <a:lnTo>
                    <a:pt x="2285282" y="1966695"/>
                  </a:lnTo>
                  <a:lnTo>
                    <a:pt x="2360928" y="1956555"/>
                  </a:lnTo>
                  <a:lnTo>
                    <a:pt x="2430656" y="1945391"/>
                  </a:lnTo>
                  <a:lnTo>
                    <a:pt x="2495182" y="1933081"/>
                  </a:lnTo>
                  <a:lnTo>
                    <a:pt x="2555278" y="1919494"/>
                  </a:lnTo>
                  <a:lnTo>
                    <a:pt x="2611714" y="1904509"/>
                  </a:lnTo>
                  <a:lnTo>
                    <a:pt x="2665226" y="1888034"/>
                  </a:lnTo>
                  <a:lnTo>
                    <a:pt x="2702183" y="1875273"/>
                  </a:lnTo>
                  <a:lnTo>
                    <a:pt x="2759774" y="1853078"/>
                  </a:lnTo>
                  <a:lnTo>
                    <a:pt x="2815644" y="1828799"/>
                  </a:lnTo>
                  <a:lnTo>
                    <a:pt x="2870392" y="1802401"/>
                  </a:lnTo>
                  <a:lnTo>
                    <a:pt x="2924470" y="1773906"/>
                  </a:lnTo>
                  <a:lnTo>
                    <a:pt x="2978206" y="1743406"/>
                  </a:lnTo>
                  <a:lnTo>
                    <a:pt x="3031826" y="1711059"/>
                  </a:lnTo>
                  <a:lnTo>
                    <a:pt x="3085470" y="1677101"/>
                  </a:lnTo>
                  <a:lnTo>
                    <a:pt x="3139205" y="1641830"/>
                  </a:lnTo>
                  <a:lnTo>
                    <a:pt x="3193041" y="1605608"/>
                  </a:lnTo>
                  <a:lnTo>
                    <a:pt x="3246947" y="1568839"/>
                  </a:lnTo>
                  <a:lnTo>
                    <a:pt x="3300869" y="1531954"/>
                  </a:lnTo>
                  <a:lnTo>
                    <a:pt x="3354747" y="1495390"/>
                  </a:lnTo>
                  <a:lnTo>
                    <a:pt x="3408537" y="1459569"/>
                  </a:lnTo>
                  <a:lnTo>
                    <a:pt x="3462225" y="1424876"/>
                  </a:lnTo>
                  <a:lnTo>
                    <a:pt x="3515845" y="1391644"/>
                  </a:lnTo>
                  <a:lnTo>
                    <a:pt x="3569498" y="1360144"/>
                  </a:lnTo>
                  <a:lnTo>
                    <a:pt x="3623361" y="1330573"/>
                  </a:lnTo>
                  <a:lnTo>
                    <a:pt x="3677707" y="1303061"/>
                  </a:lnTo>
                  <a:lnTo>
                    <a:pt x="3732920" y="1277663"/>
                  </a:lnTo>
                  <a:lnTo>
                    <a:pt x="3789516" y="1254375"/>
                  </a:lnTo>
                  <a:lnTo>
                    <a:pt x="3820202" y="1242903"/>
                  </a:lnTo>
                  <a:lnTo>
                    <a:pt x="3872024" y="1225332"/>
                  </a:lnTo>
                  <a:lnTo>
                    <a:pt x="3926291" y="1209285"/>
                  </a:lnTo>
                  <a:lnTo>
                    <a:pt x="3983685" y="1194706"/>
                  </a:lnTo>
                  <a:lnTo>
                    <a:pt x="4044954" y="1181493"/>
                  </a:lnTo>
                  <a:lnTo>
                    <a:pt x="4110874" y="1169520"/>
                  </a:lnTo>
                  <a:lnTo>
                    <a:pt x="4182204" y="1158657"/>
                  </a:lnTo>
                  <a:lnTo>
                    <a:pt x="4259640" y="1148785"/>
                  </a:lnTo>
                  <a:lnTo>
                    <a:pt x="4343740" y="1139797"/>
                  </a:lnTo>
                  <a:lnTo>
                    <a:pt x="4434837" y="1131603"/>
                  </a:lnTo>
                  <a:lnTo>
                    <a:pt x="4532920" y="1124138"/>
                  </a:lnTo>
                  <a:lnTo>
                    <a:pt x="4637499" y="1117353"/>
                  </a:lnTo>
                  <a:lnTo>
                    <a:pt x="4747454" y="1111223"/>
                  </a:lnTo>
                  <a:lnTo>
                    <a:pt x="4860914" y="1105741"/>
                  </a:lnTo>
                  <a:lnTo>
                    <a:pt x="4975199" y="1100913"/>
                  </a:lnTo>
                  <a:lnTo>
                    <a:pt x="5086885" y="1096753"/>
                  </a:lnTo>
                  <a:lnTo>
                    <a:pt x="5192038" y="1093273"/>
                  </a:lnTo>
                  <a:lnTo>
                    <a:pt x="5286633" y="1090472"/>
                  </a:lnTo>
                  <a:lnTo>
                    <a:pt x="5367114" y="1088326"/>
                  </a:lnTo>
                  <a:lnTo>
                    <a:pt x="5430977" y="1086785"/>
                  </a:lnTo>
                  <a:lnTo>
                    <a:pt x="5477245" y="1085771"/>
                  </a:lnTo>
                  <a:lnTo>
                    <a:pt x="5506712" y="1085181"/>
                  </a:lnTo>
                  <a:lnTo>
                    <a:pt x="5521931" y="1084903"/>
                  </a:lnTo>
                  <a:lnTo>
                    <a:pt x="5527022" y="1084817"/>
                  </a:lnTo>
                  <a:lnTo>
                    <a:pt x="5527445" y="1084811"/>
                  </a:lnTo>
                  <a:lnTo>
                    <a:pt x="6522385" y="1084811"/>
                  </a:lnTo>
                  <a:lnTo>
                    <a:pt x="6523513" y="1084790"/>
                  </a:lnTo>
                  <a:lnTo>
                    <a:pt x="6530952" y="1084644"/>
                  </a:lnTo>
                  <a:lnTo>
                    <a:pt x="6549809" y="1084240"/>
                  </a:lnTo>
                  <a:lnTo>
                    <a:pt x="6583778" y="1083443"/>
                  </a:lnTo>
                  <a:lnTo>
                    <a:pt x="6634931" y="1082126"/>
                  </a:lnTo>
                  <a:lnTo>
                    <a:pt x="6703556" y="1080179"/>
                  </a:lnTo>
                  <a:lnTo>
                    <a:pt x="6788217" y="1077523"/>
                  </a:lnTo>
                  <a:lnTo>
                    <a:pt x="6886068" y="1074107"/>
                  </a:lnTo>
                  <a:lnTo>
                    <a:pt x="6993369" y="1069914"/>
                  </a:lnTo>
                  <a:lnTo>
                    <a:pt x="7106078" y="1064947"/>
                  </a:lnTo>
                  <a:lnTo>
                    <a:pt x="7220374" y="1059222"/>
                  </a:lnTo>
                  <a:lnTo>
                    <a:pt x="7333029" y="1052752"/>
                  </a:lnTo>
                  <a:lnTo>
                    <a:pt x="7441591" y="1045543"/>
                  </a:lnTo>
                  <a:lnTo>
                    <a:pt x="7544407" y="1037579"/>
                  </a:lnTo>
                  <a:lnTo>
                    <a:pt x="7640545" y="1028826"/>
                  </a:lnTo>
                  <a:lnTo>
                    <a:pt x="7729661" y="1019223"/>
                  </a:lnTo>
                  <a:lnTo>
                    <a:pt x="7811852" y="1008686"/>
                  </a:lnTo>
                  <a:lnTo>
                    <a:pt x="7887520" y="997110"/>
                  </a:lnTo>
                  <a:lnTo>
                    <a:pt x="7957269" y="984366"/>
                  </a:lnTo>
                  <a:lnTo>
                    <a:pt x="8021815" y="970313"/>
                  </a:lnTo>
                  <a:lnTo>
                    <a:pt x="8081926" y="954805"/>
                  </a:lnTo>
                  <a:lnTo>
                    <a:pt x="8138371" y="937703"/>
                  </a:lnTo>
                  <a:lnTo>
                    <a:pt x="8191886" y="918899"/>
                  </a:lnTo>
                  <a:lnTo>
                    <a:pt x="8229629" y="904009"/>
                  </a:lnTo>
                  <a:lnTo>
                    <a:pt x="8286209" y="879099"/>
                  </a:lnTo>
                  <a:lnTo>
                    <a:pt x="8341119" y="851891"/>
                  </a:lnTo>
                  <a:lnTo>
                    <a:pt x="8394929" y="822345"/>
                  </a:lnTo>
                  <a:lnTo>
                    <a:pt x="8448073" y="790484"/>
                  </a:lnTo>
                  <a:lnTo>
                    <a:pt x="8500867" y="756399"/>
                  </a:lnTo>
                  <a:lnTo>
                    <a:pt x="8553535" y="720258"/>
                  </a:lnTo>
                  <a:lnTo>
                    <a:pt x="8606215" y="682308"/>
                  </a:lnTo>
                  <a:lnTo>
                    <a:pt x="8658978" y="642865"/>
                  </a:lnTo>
                  <a:lnTo>
                    <a:pt x="8711839" y="602311"/>
                  </a:lnTo>
                  <a:lnTo>
                    <a:pt x="8764776" y="561080"/>
                  </a:lnTo>
                  <a:lnTo>
                    <a:pt x="8817738" y="519635"/>
                  </a:lnTo>
                  <a:lnTo>
                    <a:pt x="8870669" y="478451"/>
                  </a:lnTo>
                  <a:lnTo>
                    <a:pt x="8923521" y="437989"/>
                  </a:lnTo>
                  <a:lnTo>
                    <a:pt x="8976274" y="398677"/>
                  </a:lnTo>
                  <a:lnTo>
                    <a:pt x="9028949" y="360893"/>
                  </a:lnTo>
                  <a:lnTo>
                    <a:pt x="9081622" y="324946"/>
                  </a:lnTo>
                  <a:lnTo>
                    <a:pt x="9134439" y="291075"/>
                  </a:lnTo>
                  <a:lnTo>
                    <a:pt x="9187633" y="259439"/>
                  </a:lnTo>
                  <a:lnTo>
                    <a:pt x="9241531" y="230124"/>
                  </a:lnTo>
                  <a:lnTo>
                    <a:pt x="9296577" y="203147"/>
                  </a:lnTo>
                  <a:lnTo>
                    <a:pt x="9347647" y="180801"/>
                  </a:lnTo>
                  <a:lnTo>
                    <a:pt x="9399435" y="160719"/>
                  </a:lnTo>
                  <a:lnTo>
                    <a:pt x="9453664" y="142377"/>
                  </a:lnTo>
                  <a:lnTo>
                    <a:pt x="9511015" y="125712"/>
                  </a:lnTo>
                  <a:lnTo>
                    <a:pt x="9572234" y="110607"/>
                  </a:lnTo>
                  <a:lnTo>
                    <a:pt x="9638096" y="96919"/>
                  </a:lnTo>
                  <a:lnTo>
                    <a:pt x="9709359" y="84500"/>
                  </a:lnTo>
                  <a:lnTo>
                    <a:pt x="9786717" y="73213"/>
                  </a:lnTo>
                  <a:lnTo>
                    <a:pt x="9870728" y="62935"/>
                  </a:lnTo>
                  <a:lnTo>
                    <a:pt x="9961726" y="53566"/>
                  </a:lnTo>
                  <a:lnTo>
                    <a:pt x="10059703" y="45029"/>
                  </a:lnTo>
                  <a:lnTo>
                    <a:pt x="10164172" y="37269"/>
                  </a:lnTo>
                  <a:lnTo>
                    <a:pt x="10274021" y="30258"/>
                  </a:lnTo>
                  <a:lnTo>
                    <a:pt x="10387388" y="23986"/>
                  </a:lnTo>
                  <a:lnTo>
                    <a:pt x="10501606" y="18461"/>
                  </a:lnTo>
                  <a:lnTo>
                    <a:pt x="10613261" y="13700"/>
                  </a:lnTo>
                  <a:lnTo>
                    <a:pt x="10718432" y="9715"/>
                  </a:lnTo>
                  <a:lnTo>
                    <a:pt x="10813099" y="6505"/>
                  </a:lnTo>
                  <a:lnTo>
                    <a:pt x="10893706" y="4044"/>
                  </a:lnTo>
                  <a:lnTo>
                    <a:pt x="10957737" y="2275"/>
                  </a:lnTo>
                  <a:lnTo>
                    <a:pt x="11004198" y="1109"/>
                  </a:lnTo>
                  <a:lnTo>
                    <a:pt x="11033858" y="430"/>
                  </a:lnTo>
                  <a:lnTo>
                    <a:pt x="11049242" y="108"/>
                  </a:lnTo>
                  <a:lnTo>
                    <a:pt x="11054441" y="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4" name="pl2083"/>
            <p:cNvSpPr/>
            <p:nvPr/>
          </p:nvSpPr>
          <p:spPr>
            <a:xfrm>
              <a:off x="1199187" y="4344321"/>
              <a:ext cx="12049831" cy="2033366"/>
            </a:xfrm>
            <a:custGeom>
              <a:avLst/>
              <a:pathLst>
                <a:path w="12049831" h="2033366">
                  <a:moveTo>
                    <a:pt x="12049831" y="0"/>
                  </a:moveTo>
                  <a:lnTo>
                    <a:pt x="11054891" y="0"/>
                  </a:lnTo>
                  <a:lnTo>
                    <a:pt x="11053764" y="20"/>
                  </a:lnTo>
                  <a:lnTo>
                    <a:pt x="11046324" y="166"/>
                  </a:lnTo>
                  <a:lnTo>
                    <a:pt x="11027468" y="571"/>
                  </a:lnTo>
                  <a:lnTo>
                    <a:pt x="10993498" y="1368"/>
                  </a:lnTo>
                  <a:lnTo>
                    <a:pt x="10942345" y="2685"/>
                  </a:lnTo>
                  <a:lnTo>
                    <a:pt x="10873720" y="4631"/>
                  </a:lnTo>
                  <a:lnTo>
                    <a:pt x="10789059" y="7287"/>
                  </a:lnTo>
                  <a:lnTo>
                    <a:pt x="10691208" y="10703"/>
                  </a:lnTo>
                  <a:lnTo>
                    <a:pt x="10583907" y="14896"/>
                  </a:lnTo>
                  <a:lnTo>
                    <a:pt x="10471198" y="19863"/>
                  </a:lnTo>
                  <a:lnTo>
                    <a:pt x="10356902" y="25588"/>
                  </a:lnTo>
                  <a:lnTo>
                    <a:pt x="10244247" y="32058"/>
                  </a:lnTo>
                  <a:lnTo>
                    <a:pt x="10135686" y="39268"/>
                  </a:lnTo>
                  <a:lnTo>
                    <a:pt x="10032870" y="47231"/>
                  </a:lnTo>
                  <a:lnTo>
                    <a:pt x="9936732" y="55984"/>
                  </a:lnTo>
                  <a:lnTo>
                    <a:pt x="9847615" y="65587"/>
                  </a:lnTo>
                  <a:lnTo>
                    <a:pt x="9765425" y="76124"/>
                  </a:lnTo>
                  <a:lnTo>
                    <a:pt x="9689756" y="87701"/>
                  </a:lnTo>
                  <a:lnTo>
                    <a:pt x="9620007" y="100445"/>
                  </a:lnTo>
                  <a:lnTo>
                    <a:pt x="9555461" y="114497"/>
                  </a:lnTo>
                  <a:lnTo>
                    <a:pt x="9495351" y="130005"/>
                  </a:lnTo>
                  <a:lnTo>
                    <a:pt x="9438905" y="147107"/>
                  </a:lnTo>
                  <a:lnTo>
                    <a:pt x="9385391" y="165912"/>
                  </a:lnTo>
                  <a:lnTo>
                    <a:pt x="9347647" y="180801"/>
                  </a:lnTo>
                  <a:lnTo>
                    <a:pt x="9291067" y="205711"/>
                  </a:lnTo>
                  <a:lnTo>
                    <a:pt x="9236158" y="232919"/>
                  </a:lnTo>
                  <a:lnTo>
                    <a:pt x="9182347" y="262465"/>
                  </a:lnTo>
                  <a:lnTo>
                    <a:pt x="9129204" y="294327"/>
                  </a:lnTo>
                  <a:lnTo>
                    <a:pt x="9076409" y="328412"/>
                  </a:lnTo>
                  <a:lnTo>
                    <a:pt x="9023742" y="364552"/>
                  </a:lnTo>
                  <a:lnTo>
                    <a:pt x="8971062" y="402503"/>
                  </a:lnTo>
                  <a:lnTo>
                    <a:pt x="8918299" y="441946"/>
                  </a:lnTo>
                  <a:lnTo>
                    <a:pt x="8865437" y="482499"/>
                  </a:lnTo>
                  <a:lnTo>
                    <a:pt x="8812501" y="523730"/>
                  </a:lnTo>
                  <a:lnTo>
                    <a:pt x="8759539" y="565175"/>
                  </a:lnTo>
                  <a:lnTo>
                    <a:pt x="8706608" y="606359"/>
                  </a:lnTo>
                  <a:lnTo>
                    <a:pt x="8653755" y="646821"/>
                  </a:lnTo>
                  <a:lnTo>
                    <a:pt x="8601002" y="686133"/>
                  </a:lnTo>
                  <a:lnTo>
                    <a:pt x="8548328" y="723918"/>
                  </a:lnTo>
                  <a:lnTo>
                    <a:pt x="8495655" y="759864"/>
                  </a:lnTo>
                  <a:lnTo>
                    <a:pt x="8442837" y="793736"/>
                  </a:lnTo>
                  <a:lnTo>
                    <a:pt x="8389644" y="825371"/>
                  </a:lnTo>
                  <a:lnTo>
                    <a:pt x="8335746" y="854686"/>
                  </a:lnTo>
                  <a:lnTo>
                    <a:pt x="8280699" y="881664"/>
                  </a:lnTo>
                  <a:lnTo>
                    <a:pt x="8229629" y="904009"/>
                  </a:lnTo>
                  <a:lnTo>
                    <a:pt x="8177841" y="924091"/>
                  </a:lnTo>
                  <a:lnTo>
                    <a:pt x="8123612" y="942434"/>
                  </a:lnTo>
                  <a:lnTo>
                    <a:pt x="8066262" y="959098"/>
                  </a:lnTo>
                  <a:lnTo>
                    <a:pt x="8005043" y="974203"/>
                  </a:lnTo>
                  <a:lnTo>
                    <a:pt x="7939181" y="987891"/>
                  </a:lnTo>
                  <a:lnTo>
                    <a:pt x="7867918" y="1000310"/>
                  </a:lnTo>
                  <a:lnTo>
                    <a:pt x="7790560" y="1011598"/>
                  </a:lnTo>
                  <a:lnTo>
                    <a:pt x="7706549" y="1021875"/>
                  </a:lnTo>
                  <a:lnTo>
                    <a:pt x="7615550" y="1031244"/>
                  </a:lnTo>
                  <a:lnTo>
                    <a:pt x="7517573" y="1039781"/>
                  </a:lnTo>
                  <a:lnTo>
                    <a:pt x="7413104" y="1047541"/>
                  </a:lnTo>
                  <a:lnTo>
                    <a:pt x="7303256" y="1054553"/>
                  </a:lnTo>
                  <a:lnTo>
                    <a:pt x="7189888" y="1060824"/>
                  </a:lnTo>
                  <a:lnTo>
                    <a:pt x="7075671" y="1066349"/>
                  </a:lnTo>
                  <a:lnTo>
                    <a:pt x="6964015" y="1071110"/>
                  </a:lnTo>
                  <a:lnTo>
                    <a:pt x="6858845" y="1075095"/>
                  </a:lnTo>
                  <a:lnTo>
                    <a:pt x="6764177" y="1078305"/>
                  </a:lnTo>
                  <a:lnTo>
                    <a:pt x="6683571" y="1080766"/>
                  </a:lnTo>
                  <a:lnTo>
                    <a:pt x="6619539" y="1082535"/>
                  </a:lnTo>
                  <a:lnTo>
                    <a:pt x="6573078" y="1083701"/>
                  </a:lnTo>
                  <a:lnTo>
                    <a:pt x="6543419" y="1084380"/>
                  </a:lnTo>
                  <a:lnTo>
                    <a:pt x="6528035" y="1084703"/>
                  </a:lnTo>
                  <a:lnTo>
                    <a:pt x="6522835" y="1084803"/>
                  </a:lnTo>
                  <a:lnTo>
                    <a:pt x="6522385" y="1084811"/>
                  </a:lnTo>
                  <a:lnTo>
                    <a:pt x="5527445" y="1084811"/>
                  </a:lnTo>
                  <a:lnTo>
                    <a:pt x="5526316" y="1084829"/>
                  </a:lnTo>
                  <a:lnTo>
                    <a:pt x="5518862" y="1084957"/>
                  </a:lnTo>
                  <a:lnTo>
                    <a:pt x="5499971" y="1085311"/>
                  </a:lnTo>
                  <a:lnTo>
                    <a:pt x="5465942" y="1086009"/>
                  </a:lnTo>
                  <a:lnTo>
                    <a:pt x="5414703" y="1087163"/>
                  </a:lnTo>
                  <a:lnTo>
                    <a:pt x="5345972" y="1088868"/>
                  </a:lnTo>
                  <a:lnTo>
                    <a:pt x="5261193" y="1091195"/>
                  </a:lnTo>
                  <a:lnTo>
                    <a:pt x="5163222" y="1094187"/>
                  </a:lnTo>
                  <a:lnTo>
                    <a:pt x="5055810" y="1097860"/>
                  </a:lnTo>
                  <a:lnTo>
                    <a:pt x="4943007" y="1102210"/>
                  </a:lnTo>
                  <a:lnTo>
                    <a:pt x="4828637" y="1107224"/>
                  </a:lnTo>
                  <a:lnTo>
                    <a:pt x="4715931" y="1112889"/>
                  </a:lnTo>
                  <a:lnTo>
                    <a:pt x="4607340" y="1119203"/>
                  </a:lnTo>
                  <a:lnTo>
                    <a:pt x="4504513" y="1126177"/>
                  </a:lnTo>
                  <a:lnTo>
                    <a:pt x="4408378" y="1133842"/>
                  </a:lnTo>
                  <a:lnTo>
                    <a:pt x="4319274" y="1142253"/>
                  </a:lnTo>
                  <a:lnTo>
                    <a:pt x="4237103" y="1151481"/>
                  </a:lnTo>
                  <a:lnTo>
                    <a:pt x="4161457" y="1161621"/>
                  </a:lnTo>
                  <a:lnTo>
                    <a:pt x="4091729" y="1172785"/>
                  </a:lnTo>
                  <a:lnTo>
                    <a:pt x="4027203" y="1185096"/>
                  </a:lnTo>
                  <a:lnTo>
                    <a:pt x="3967107" y="1198683"/>
                  </a:lnTo>
                  <a:lnTo>
                    <a:pt x="3910671" y="1213667"/>
                  </a:lnTo>
                  <a:lnTo>
                    <a:pt x="3857159" y="1230143"/>
                  </a:lnTo>
                  <a:lnTo>
                    <a:pt x="3820202" y="1242903"/>
                  </a:lnTo>
                  <a:lnTo>
                    <a:pt x="3762611" y="1265098"/>
                  </a:lnTo>
                  <a:lnTo>
                    <a:pt x="3706741" y="1289377"/>
                  </a:lnTo>
                  <a:lnTo>
                    <a:pt x="3651993" y="1315775"/>
                  </a:lnTo>
                  <a:lnTo>
                    <a:pt x="3597915" y="1344270"/>
                  </a:lnTo>
                  <a:lnTo>
                    <a:pt x="3544179" y="1374771"/>
                  </a:lnTo>
                  <a:lnTo>
                    <a:pt x="3490559" y="1407117"/>
                  </a:lnTo>
                  <a:lnTo>
                    <a:pt x="3436915" y="1441076"/>
                  </a:lnTo>
                  <a:lnTo>
                    <a:pt x="3383180" y="1476346"/>
                  </a:lnTo>
                  <a:lnTo>
                    <a:pt x="3329344" y="1512568"/>
                  </a:lnTo>
                  <a:lnTo>
                    <a:pt x="3275438" y="1549337"/>
                  </a:lnTo>
                  <a:lnTo>
                    <a:pt x="3221516" y="1586222"/>
                  </a:lnTo>
                  <a:lnTo>
                    <a:pt x="3167638" y="1622786"/>
                  </a:lnTo>
                  <a:lnTo>
                    <a:pt x="3113848" y="1658607"/>
                  </a:lnTo>
                  <a:lnTo>
                    <a:pt x="3060160" y="1693301"/>
                  </a:lnTo>
                  <a:lnTo>
                    <a:pt x="3006540" y="1726532"/>
                  </a:lnTo>
                  <a:lnTo>
                    <a:pt x="2952887" y="1758033"/>
                  </a:lnTo>
                  <a:lnTo>
                    <a:pt x="2899024" y="1787603"/>
                  </a:lnTo>
                  <a:lnTo>
                    <a:pt x="2844678" y="1815116"/>
                  </a:lnTo>
                  <a:lnTo>
                    <a:pt x="2789465" y="1840513"/>
                  </a:lnTo>
                  <a:lnTo>
                    <a:pt x="2732869" y="1863802"/>
                  </a:lnTo>
                  <a:lnTo>
                    <a:pt x="2702183" y="1875273"/>
                  </a:lnTo>
                  <a:lnTo>
                    <a:pt x="2650361" y="1892844"/>
                  </a:lnTo>
                  <a:lnTo>
                    <a:pt x="2596094" y="1908891"/>
                  </a:lnTo>
                  <a:lnTo>
                    <a:pt x="2538700" y="1923470"/>
                  </a:lnTo>
                  <a:lnTo>
                    <a:pt x="2477431" y="1936683"/>
                  </a:lnTo>
                  <a:lnTo>
                    <a:pt x="2411511" y="1948657"/>
                  </a:lnTo>
                  <a:lnTo>
                    <a:pt x="2340181" y="1959519"/>
                  </a:lnTo>
                  <a:lnTo>
                    <a:pt x="2262745" y="1969391"/>
                  </a:lnTo>
                  <a:lnTo>
                    <a:pt x="2178645" y="1978380"/>
                  </a:lnTo>
                  <a:lnTo>
                    <a:pt x="2087548" y="1986573"/>
                  </a:lnTo>
                  <a:lnTo>
                    <a:pt x="1989465" y="1994039"/>
                  </a:lnTo>
                  <a:lnTo>
                    <a:pt x="1884886" y="2000824"/>
                  </a:lnTo>
                  <a:lnTo>
                    <a:pt x="1774931" y="2006953"/>
                  </a:lnTo>
                  <a:lnTo>
                    <a:pt x="1661471" y="2012436"/>
                  </a:lnTo>
                  <a:lnTo>
                    <a:pt x="1547186" y="2017264"/>
                  </a:lnTo>
                  <a:lnTo>
                    <a:pt x="1435500" y="2021423"/>
                  </a:lnTo>
                  <a:lnTo>
                    <a:pt x="1330347" y="2024903"/>
                  </a:lnTo>
                  <a:lnTo>
                    <a:pt x="1235752" y="2027705"/>
                  </a:lnTo>
                  <a:lnTo>
                    <a:pt x="1155271" y="2029850"/>
                  </a:lnTo>
                  <a:lnTo>
                    <a:pt x="1091408" y="2031391"/>
                  </a:lnTo>
                  <a:lnTo>
                    <a:pt x="1045140" y="2032406"/>
                  </a:lnTo>
                  <a:lnTo>
                    <a:pt x="1015673" y="2032995"/>
                  </a:lnTo>
                  <a:lnTo>
                    <a:pt x="1000454" y="2033273"/>
                  </a:lnTo>
                  <a:lnTo>
                    <a:pt x="995363" y="2033359"/>
                  </a:lnTo>
                  <a:lnTo>
                    <a:pt x="994940" y="2033366"/>
                  </a:lnTo>
                  <a:lnTo>
                    <a:pt x="0" y="2033366"/>
                  </a:lnTo>
                  <a:lnTo>
                    <a:pt x="0" y="20333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5" name="pg2084"/>
            <p:cNvSpPr/>
            <p:nvPr/>
          </p:nvSpPr>
          <p:spPr>
            <a:xfrm>
              <a:off x="1199187" y="4532983"/>
              <a:ext cx="12049831" cy="1839462"/>
            </a:xfrm>
            <a:custGeom>
              <a:avLst/>
              <a:pathLst>
                <a:path w="12049831" h="1839462">
                  <a:moveTo>
                    <a:pt x="0" y="1839462"/>
                  </a:moveTo>
                  <a:lnTo>
                    <a:pt x="994940" y="1839462"/>
                  </a:lnTo>
                  <a:lnTo>
                    <a:pt x="996050" y="1839428"/>
                  </a:lnTo>
                  <a:lnTo>
                    <a:pt x="1003381" y="1839184"/>
                  </a:lnTo>
                  <a:lnTo>
                    <a:pt x="1021969" y="1838511"/>
                  </a:lnTo>
                  <a:lnTo>
                    <a:pt x="1055474" y="1837184"/>
                  </a:lnTo>
                  <a:lnTo>
                    <a:pt x="1105965" y="1834991"/>
                  </a:lnTo>
                  <a:lnTo>
                    <a:pt x="1173767" y="1831749"/>
                  </a:lnTo>
                  <a:lnTo>
                    <a:pt x="1257509" y="1827321"/>
                  </a:lnTo>
                  <a:lnTo>
                    <a:pt x="1354427" y="1821625"/>
                  </a:lnTo>
                  <a:lnTo>
                    <a:pt x="1460861" y="1814628"/>
                  </a:lnTo>
                  <a:lnTo>
                    <a:pt x="1572828" y="1806335"/>
                  </a:lnTo>
                  <a:lnTo>
                    <a:pt x="1686547" y="1796771"/>
                  </a:lnTo>
                  <a:lnTo>
                    <a:pt x="1798801" y="1785961"/>
                  </a:lnTo>
                  <a:lnTo>
                    <a:pt x="1907127" y="1773912"/>
                  </a:lnTo>
                  <a:lnTo>
                    <a:pt x="2009849" y="1760604"/>
                  </a:lnTo>
                  <a:lnTo>
                    <a:pt x="2106007" y="1745980"/>
                  </a:lnTo>
                  <a:lnTo>
                    <a:pt x="2195222" y="1729944"/>
                  </a:lnTo>
                  <a:lnTo>
                    <a:pt x="2277561" y="1712357"/>
                  </a:lnTo>
                  <a:lnTo>
                    <a:pt x="2353400" y="1693047"/>
                  </a:lnTo>
                  <a:lnTo>
                    <a:pt x="2423319" y="1671803"/>
                  </a:lnTo>
                  <a:lnTo>
                    <a:pt x="2488016" y="1648394"/>
                  </a:lnTo>
                  <a:lnTo>
                    <a:pt x="2548245" y="1622573"/>
                  </a:lnTo>
                  <a:lnTo>
                    <a:pt x="2604765" y="1594107"/>
                  </a:lnTo>
                  <a:lnTo>
                    <a:pt x="2658306" y="1562808"/>
                  </a:lnTo>
                  <a:lnTo>
                    <a:pt x="2702183" y="1533758"/>
                  </a:lnTo>
                  <a:lnTo>
                    <a:pt x="2752994" y="1496179"/>
                  </a:lnTo>
                  <a:lnTo>
                    <a:pt x="2802410" y="1455487"/>
                  </a:lnTo>
                  <a:lnTo>
                    <a:pt x="2850858" y="1411620"/>
                  </a:lnTo>
                  <a:lnTo>
                    <a:pt x="2898675" y="1364587"/>
                  </a:lnTo>
                  <a:lnTo>
                    <a:pt x="2946118" y="1314466"/>
                  </a:lnTo>
                  <a:lnTo>
                    <a:pt x="2993376" y="1261420"/>
                  </a:lnTo>
                  <a:lnTo>
                    <a:pt x="3040583" y="1205693"/>
                  </a:lnTo>
                  <a:lnTo>
                    <a:pt x="3087821" y="1147614"/>
                  </a:lnTo>
                  <a:lnTo>
                    <a:pt x="3135132" y="1087589"/>
                  </a:lnTo>
                  <a:lnTo>
                    <a:pt x="3182522" y="1026092"/>
                  </a:lnTo>
                  <a:lnTo>
                    <a:pt x="3229973" y="963652"/>
                  </a:lnTo>
                  <a:lnTo>
                    <a:pt x="3277452" y="900832"/>
                  </a:lnTo>
                  <a:lnTo>
                    <a:pt x="3324916" y="838210"/>
                  </a:lnTo>
                  <a:lnTo>
                    <a:pt x="3372328" y="776357"/>
                  </a:lnTo>
                  <a:lnTo>
                    <a:pt x="3419664" y="715815"/>
                  </a:lnTo>
                  <a:lnTo>
                    <a:pt x="3466923" y="657075"/>
                  </a:lnTo>
                  <a:lnTo>
                    <a:pt x="3514132" y="600568"/>
                  </a:lnTo>
                  <a:lnTo>
                    <a:pt x="3561363" y="546646"/>
                  </a:lnTo>
                  <a:lnTo>
                    <a:pt x="3608729" y="495582"/>
                  </a:lnTo>
                  <a:lnTo>
                    <a:pt x="3656404" y="447563"/>
                  </a:lnTo>
                  <a:lnTo>
                    <a:pt x="3704622" y="402695"/>
                  </a:lnTo>
                  <a:lnTo>
                    <a:pt x="3753691" y="361006"/>
                  </a:lnTo>
                  <a:lnTo>
                    <a:pt x="3804009" y="322456"/>
                  </a:lnTo>
                  <a:lnTo>
                    <a:pt x="3820202" y="310944"/>
                  </a:lnTo>
                  <a:lnTo>
                    <a:pt x="3871720" y="277153"/>
                  </a:lnTo>
                  <a:lnTo>
                    <a:pt x="3925652" y="246276"/>
                  </a:lnTo>
                  <a:lnTo>
                    <a:pt x="3982666" y="218208"/>
                  </a:lnTo>
                  <a:lnTo>
                    <a:pt x="4043498" y="192753"/>
                  </a:lnTo>
                  <a:lnTo>
                    <a:pt x="4108910" y="169675"/>
                  </a:lnTo>
                  <a:lnTo>
                    <a:pt x="4179650" y="148727"/>
                  </a:lnTo>
                  <a:lnTo>
                    <a:pt x="4256404" y="129680"/>
                  </a:lnTo>
                  <a:lnTo>
                    <a:pt x="4339727" y="112329"/>
                  </a:lnTo>
                  <a:lnTo>
                    <a:pt x="4429959" y="96506"/>
                  </a:lnTo>
                  <a:lnTo>
                    <a:pt x="4527108" y="82079"/>
                  </a:lnTo>
                  <a:lnTo>
                    <a:pt x="4630723" y="68957"/>
                  </a:lnTo>
                  <a:lnTo>
                    <a:pt x="4739744" y="57089"/>
                  </a:lnTo>
                  <a:lnTo>
                    <a:pt x="4852383" y="46460"/>
                  </a:lnTo>
                  <a:lnTo>
                    <a:pt x="4966063" y="37079"/>
                  </a:lnTo>
                  <a:lnTo>
                    <a:pt x="5077470" y="28974"/>
                  </a:lnTo>
                  <a:lnTo>
                    <a:pt x="5182763" y="22166"/>
                  </a:lnTo>
                  <a:lnTo>
                    <a:pt x="5277974" y="16658"/>
                  </a:lnTo>
                  <a:lnTo>
                    <a:pt x="5359538" y="12410"/>
                  </a:lnTo>
                  <a:lnTo>
                    <a:pt x="5424865" y="9330"/>
                  </a:lnTo>
                  <a:lnTo>
                    <a:pt x="5472819" y="7275"/>
                  </a:lnTo>
                  <a:lnTo>
                    <a:pt x="5503982" y="6058"/>
                  </a:lnTo>
                  <a:lnTo>
                    <a:pt x="5520668" y="5461"/>
                  </a:lnTo>
                  <a:lnTo>
                    <a:pt x="5526748" y="526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2" y="5261"/>
                  </a:lnTo>
                  <a:lnTo>
                    <a:pt x="6530948" y="5412"/>
                  </a:lnTo>
                  <a:lnTo>
                    <a:pt x="6549796" y="5828"/>
                  </a:lnTo>
                  <a:lnTo>
                    <a:pt x="6583751" y="6647"/>
                  </a:lnTo>
                  <a:lnTo>
                    <a:pt x="6634882" y="8002"/>
                  </a:lnTo>
                  <a:lnTo>
                    <a:pt x="6703481" y="10003"/>
                  </a:lnTo>
                  <a:lnTo>
                    <a:pt x="6788113" y="12736"/>
                  </a:lnTo>
                  <a:lnTo>
                    <a:pt x="6885934" y="16249"/>
                  </a:lnTo>
                  <a:lnTo>
                    <a:pt x="6993207" y="20562"/>
                  </a:lnTo>
                  <a:lnTo>
                    <a:pt x="7105892" y="25670"/>
                  </a:lnTo>
                  <a:lnTo>
                    <a:pt x="7220170" y="31559"/>
                  </a:lnTo>
                  <a:lnTo>
                    <a:pt x="7332812" y="38214"/>
                  </a:lnTo>
                  <a:lnTo>
                    <a:pt x="7441366" y="45630"/>
                  </a:lnTo>
                  <a:lnTo>
                    <a:pt x="7544179" y="53821"/>
                  </a:lnTo>
                  <a:lnTo>
                    <a:pt x="7640318" y="62825"/>
                  </a:lnTo>
                  <a:lnTo>
                    <a:pt x="7729438" y="72702"/>
                  </a:lnTo>
                  <a:lnTo>
                    <a:pt x="7811633" y="83540"/>
                  </a:lnTo>
                  <a:lnTo>
                    <a:pt x="7887307" y="95447"/>
                  </a:lnTo>
                  <a:lnTo>
                    <a:pt x="7957062" y="108554"/>
                  </a:lnTo>
                  <a:lnTo>
                    <a:pt x="8021612" y="123007"/>
                  </a:lnTo>
                  <a:lnTo>
                    <a:pt x="8081727" y="138956"/>
                  </a:lnTo>
                  <a:lnTo>
                    <a:pt x="8138175" y="156546"/>
                  </a:lnTo>
                  <a:lnTo>
                    <a:pt x="8191690" y="175885"/>
                  </a:lnTo>
                  <a:lnTo>
                    <a:pt x="8229629" y="191283"/>
                  </a:lnTo>
                  <a:lnTo>
                    <a:pt x="8285971" y="216800"/>
                  </a:lnTo>
                  <a:lnTo>
                    <a:pt x="8340653" y="244661"/>
                  </a:lnTo>
                  <a:lnTo>
                    <a:pt x="8394241" y="274907"/>
                  </a:lnTo>
                  <a:lnTo>
                    <a:pt x="8447164" y="307516"/>
                  </a:lnTo>
                  <a:lnTo>
                    <a:pt x="8499737" y="342396"/>
                  </a:lnTo>
                  <a:lnTo>
                    <a:pt x="8552179" y="379377"/>
                  </a:lnTo>
                  <a:lnTo>
                    <a:pt x="8604631" y="418213"/>
                  </a:lnTo>
                  <a:lnTo>
                    <a:pt x="8657165" y="458582"/>
                  </a:lnTo>
                  <a:lnTo>
                    <a:pt x="8709796" y="500098"/>
                  </a:lnTo>
                  <a:lnTo>
                    <a:pt x="8762503" y="542323"/>
                  </a:lnTo>
                  <a:lnTo>
                    <a:pt x="8815238" y="584787"/>
                  </a:lnTo>
                  <a:lnTo>
                    <a:pt x="8867945" y="627008"/>
                  </a:lnTo>
                  <a:lnTo>
                    <a:pt x="8920576" y="668515"/>
                  </a:lnTo>
                  <a:lnTo>
                    <a:pt x="8973108" y="708872"/>
                  </a:lnTo>
                  <a:lnTo>
                    <a:pt x="9025560" y="747693"/>
                  </a:lnTo>
                  <a:lnTo>
                    <a:pt x="9078003" y="784656"/>
                  </a:lnTo>
                  <a:lnTo>
                    <a:pt x="9130577" y="819517"/>
                  </a:lnTo>
                  <a:lnTo>
                    <a:pt x="9183504" y="852106"/>
                  </a:lnTo>
                  <a:lnTo>
                    <a:pt x="9237100" y="882331"/>
                  </a:lnTo>
                  <a:lnTo>
                    <a:pt x="9291795" y="910171"/>
                  </a:lnTo>
                  <a:lnTo>
                    <a:pt x="9347647" y="935453"/>
                  </a:lnTo>
                  <a:lnTo>
                    <a:pt x="9399427" y="956114"/>
                  </a:lnTo>
                  <a:lnTo>
                    <a:pt x="9453646" y="974985"/>
                  </a:lnTo>
                  <a:lnTo>
                    <a:pt x="9510986" y="992131"/>
                  </a:lnTo>
                  <a:lnTo>
                    <a:pt x="9572193" y="1007672"/>
                  </a:lnTo>
                  <a:lnTo>
                    <a:pt x="9638040" y="1021756"/>
                  </a:lnTo>
                  <a:lnTo>
                    <a:pt x="9709286" y="1034533"/>
                  </a:lnTo>
                  <a:lnTo>
                    <a:pt x="9786625" y="1046147"/>
                  </a:lnTo>
                  <a:lnTo>
                    <a:pt x="9870614" y="1056722"/>
                  </a:lnTo>
                  <a:lnTo>
                    <a:pt x="9961587" y="1066362"/>
                  </a:lnTo>
                  <a:lnTo>
                    <a:pt x="10059538" y="1075147"/>
                  </a:lnTo>
                  <a:lnTo>
                    <a:pt x="10163980" y="1083132"/>
                  </a:lnTo>
                  <a:lnTo>
                    <a:pt x="10273802" y="1090347"/>
                  </a:lnTo>
                  <a:lnTo>
                    <a:pt x="10387146" y="1096801"/>
                  </a:lnTo>
                  <a:lnTo>
                    <a:pt x="10501346" y="1102486"/>
                  </a:lnTo>
                  <a:lnTo>
                    <a:pt x="10612994" y="1107387"/>
                  </a:lnTo>
                  <a:lnTo>
                    <a:pt x="10718169" y="1111489"/>
                  </a:lnTo>
                  <a:lnTo>
                    <a:pt x="10812855" y="1114793"/>
                  </a:lnTo>
                  <a:lnTo>
                    <a:pt x="10893493" y="1117327"/>
                  </a:lnTo>
                  <a:lnTo>
                    <a:pt x="10957566" y="1119149"/>
                  </a:lnTo>
                  <a:lnTo>
                    <a:pt x="11004075" y="1120351"/>
                  </a:lnTo>
                  <a:lnTo>
                    <a:pt x="11033783" y="1121051"/>
                  </a:lnTo>
                  <a:lnTo>
                    <a:pt x="11049207" y="1121383"/>
                  </a:lnTo>
                  <a:lnTo>
                    <a:pt x="11054434" y="1121487"/>
                  </a:lnTo>
                  <a:lnTo>
                    <a:pt x="11054891" y="1121495"/>
                  </a:lnTo>
                  <a:lnTo>
                    <a:pt x="12049831" y="1121495"/>
                  </a:lnTo>
                  <a:lnTo>
                    <a:pt x="12049831" y="1116255"/>
                  </a:lnTo>
                  <a:lnTo>
                    <a:pt x="11054891" y="1116255"/>
                  </a:lnTo>
                  <a:lnTo>
                    <a:pt x="11053764" y="1116233"/>
                  </a:lnTo>
                  <a:lnTo>
                    <a:pt x="11046329" y="1116083"/>
                  </a:lnTo>
                  <a:lnTo>
                    <a:pt x="11027481" y="1115667"/>
                  </a:lnTo>
                  <a:lnTo>
                    <a:pt x="10993526" y="1114848"/>
                  </a:lnTo>
                  <a:lnTo>
                    <a:pt x="10942394" y="1113493"/>
                  </a:lnTo>
                  <a:lnTo>
                    <a:pt x="10873795" y="1111491"/>
                  </a:lnTo>
                  <a:lnTo>
                    <a:pt x="10789164" y="1108759"/>
                  </a:lnTo>
                  <a:lnTo>
                    <a:pt x="10691343" y="1105246"/>
                  </a:lnTo>
                  <a:lnTo>
                    <a:pt x="10584069" y="1100933"/>
                  </a:lnTo>
                  <a:lnTo>
                    <a:pt x="10471384" y="1095824"/>
                  </a:lnTo>
                  <a:lnTo>
                    <a:pt x="10357107" y="1089935"/>
                  </a:lnTo>
                  <a:lnTo>
                    <a:pt x="10244464" y="1083281"/>
                  </a:lnTo>
                  <a:lnTo>
                    <a:pt x="10135910" y="1075865"/>
                  </a:lnTo>
                  <a:lnTo>
                    <a:pt x="10033097" y="1067674"/>
                  </a:lnTo>
                  <a:lnTo>
                    <a:pt x="9936958" y="1058670"/>
                  </a:lnTo>
                  <a:lnTo>
                    <a:pt x="9847839" y="1048793"/>
                  </a:lnTo>
                  <a:lnTo>
                    <a:pt x="9765643" y="1037955"/>
                  </a:lnTo>
                  <a:lnTo>
                    <a:pt x="9689969" y="1026048"/>
                  </a:lnTo>
                  <a:lnTo>
                    <a:pt x="9620215" y="1012941"/>
                  </a:lnTo>
                  <a:lnTo>
                    <a:pt x="9555664" y="998488"/>
                  </a:lnTo>
                  <a:lnTo>
                    <a:pt x="9495550" y="982538"/>
                  </a:lnTo>
                  <a:lnTo>
                    <a:pt x="9439102" y="964949"/>
                  </a:lnTo>
                  <a:lnTo>
                    <a:pt x="9385587" y="945609"/>
                  </a:lnTo>
                  <a:lnTo>
                    <a:pt x="9347647" y="930212"/>
                  </a:lnTo>
                  <a:lnTo>
                    <a:pt x="9291306" y="904695"/>
                  </a:lnTo>
                  <a:lnTo>
                    <a:pt x="9236623" y="876834"/>
                  </a:lnTo>
                  <a:lnTo>
                    <a:pt x="9183035" y="846588"/>
                  </a:lnTo>
                  <a:lnTo>
                    <a:pt x="9130112" y="813979"/>
                  </a:lnTo>
                  <a:lnTo>
                    <a:pt x="9077540" y="779099"/>
                  </a:lnTo>
                  <a:lnTo>
                    <a:pt x="9025097" y="742117"/>
                  </a:lnTo>
                  <a:lnTo>
                    <a:pt x="8972645" y="703282"/>
                  </a:lnTo>
                  <a:lnTo>
                    <a:pt x="8920112" y="662913"/>
                  </a:lnTo>
                  <a:lnTo>
                    <a:pt x="8867480" y="621397"/>
                  </a:lnTo>
                  <a:lnTo>
                    <a:pt x="8814773" y="579172"/>
                  </a:lnTo>
                  <a:lnTo>
                    <a:pt x="8762038" y="536708"/>
                  </a:lnTo>
                  <a:lnTo>
                    <a:pt x="8709332" y="494487"/>
                  </a:lnTo>
                  <a:lnTo>
                    <a:pt x="8656701" y="452979"/>
                  </a:lnTo>
                  <a:lnTo>
                    <a:pt x="8604168" y="412622"/>
                  </a:lnTo>
                  <a:lnTo>
                    <a:pt x="8551717" y="373802"/>
                  </a:lnTo>
                  <a:lnTo>
                    <a:pt x="8499274" y="336838"/>
                  </a:lnTo>
                  <a:lnTo>
                    <a:pt x="8446699" y="301978"/>
                  </a:lnTo>
                  <a:lnTo>
                    <a:pt x="8393772" y="269389"/>
                  </a:lnTo>
                  <a:lnTo>
                    <a:pt x="8340176" y="239164"/>
                  </a:lnTo>
                  <a:lnTo>
                    <a:pt x="8285482" y="211324"/>
                  </a:lnTo>
                  <a:lnTo>
                    <a:pt x="8229629" y="186042"/>
                  </a:lnTo>
                  <a:lnTo>
                    <a:pt x="8177850" y="165381"/>
                  </a:lnTo>
                  <a:lnTo>
                    <a:pt x="8123630" y="146509"/>
                  </a:lnTo>
                  <a:lnTo>
                    <a:pt x="8066291" y="129364"/>
                  </a:lnTo>
                  <a:lnTo>
                    <a:pt x="8005084" y="113823"/>
                  </a:lnTo>
                  <a:lnTo>
                    <a:pt x="7939237" y="99739"/>
                  </a:lnTo>
                  <a:lnTo>
                    <a:pt x="7867990" y="86961"/>
                  </a:lnTo>
                  <a:lnTo>
                    <a:pt x="7790652" y="75348"/>
                  </a:lnTo>
                  <a:lnTo>
                    <a:pt x="7706663" y="64773"/>
                  </a:lnTo>
                  <a:lnTo>
                    <a:pt x="7615689" y="55133"/>
                  </a:lnTo>
                  <a:lnTo>
                    <a:pt x="7517739" y="46348"/>
                  </a:lnTo>
                  <a:lnTo>
                    <a:pt x="7413297" y="38363"/>
                  </a:lnTo>
                  <a:lnTo>
                    <a:pt x="7303475" y="31148"/>
                  </a:lnTo>
                  <a:lnTo>
                    <a:pt x="7190131" y="24694"/>
                  </a:lnTo>
                  <a:lnTo>
                    <a:pt x="7075930" y="19009"/>
                  </a:lnTo>
                  <a:lnTo>
                    <a:pt x="6964282" y="14108"/>
                  </a:lnTo>
                  <a:lnTo>
                    <a:pt x="6859107" y="10006"/>
                  </a:lnTo>
                  <a:lnTo>
                    <a:pt x="6764421" y="6702"/>
                  </a:lnTo>
                  <a:lnTo>
                    <a:pt x="6683784" y="4168"/>
                  </a:lnTo>
                  <a:lnTo>
                    <a:pt x="6619710" y="2346"/>
                  </a:lnTo>
                  <a:lnTo>
                    <a:pt x="6573202" y="1144"/>
                  </a:lnTo>
                  <a:lnTo>
                    <a:pt x="6543494" y="444"/>
                  </a:lnTo>
                  <a:lnTo>
                    <a:pt x="6528069" y="111"/>
                  </a:lnTo>
                  <a:lnTo>
                    <a:pt x="6522842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5" y="34"/>
                  </a:lnTo>
                  <a:lnTo>
                    <a:pt x="5519004" y="277"/>
                  </a:lnTo>
                  <a:lnTo>
                    <a:pt x="5500416" y="950"/>
                  </a:lnTo>
                  <a:lnTo>
                    <a:pt x="5466911" y="2277"/>
                  </a:lnTo>
                  <a:lnTo>
                    <a:pt x="5416420" y="4470"/>
                  </a:lnTo>
                  <a:lnTo>
                    <a:pt x="5348618" y="7712"/>
                  </a:lnTo>
                  <a:lnTo>
                    <a:pt x="5264876" y="12140"/>
                  </a:lnTo>
                  <a:lnTo>
                    <a:pt x="5167958" y="17836"/>
                  </a:lnTo>
                  <a:lnTo>
                    <a:pt x="5061524" y="24834"/>
                  </a:lnTo>
                  <a:lnTo>
                    <a:pt x="4949557" y="33126"/>
                  </a:lnTo>
                  <a:lnTo>
                    <a:pt x="4835838" y="42690"/>
                  </a:lnTo>
                  <a:lnTo>
                    <a:pt x="4723584" y="53501"/>
                  </a:lnTo>
                  <a:lnTo>
                    <a:pt x="4615258" y="65549"/>
                  </a:lnTo>
                  <a:lnTo>
                    <a:pt x="4512536" y="78857"/>
                  </a:lnTo>
                  <a:lnTo>
                    <a:pt x="4416378" y="93481"/>
                  </a:lnTo>
                  <a:lnTo>
                    <a:pt x="4327163" y="109518"/>
                  </a:lnTo>
                  <a:lnTo>
                    <a:pt x="4244824" y="127104"/>
                  </a:lnTo>
                  <a:lnTo>
                    <a:pt x="4168985" y="146415"/>
                  </a:lnTo>
                  <a:lnTo>
                    <a:pt x="4099066" y="167658"/>
                  </a:lnTo>
                  <a:lnTo>
                    <a:pt x="4034369" y="191068"/>
                  </a:lnTo>
                  <a:lnTo>
                    <a:pt x="3974140" y="216888"/>
                  </a:lnTo>
                  <a:lnTo>
                    <a:pt x="3917620" y="245355"/>
                  </a:lnTo>
                  <a:lnTo>
                    <a:pt x="3864079" y="276654"/>
                  </a:lnTo>
                  <a:lnTo>
                    <a:pt x="3820202" y="305703"/>
                  </a:lnTo>
                  <a:lnTo>
                    <a:pt x="3769391" y="343282"/>
                  </a:lnTo>
                  <a:lnTo>
                    <a:pt x="3719975" y="383975"/>
                  </a:lnTo>
                  <a:lnTo>
                    <a:pt x="3671527" y="427841"/>
                  </a:lnTo>
                  <a:lnTo>
                    <a:pt x="3623710" y="474875"/>
                  </a:lnTo>
                  <a:lnTo>
                    <a:pt x="3576267" y="524996"/>
                  </a:lnTo>
                  <a:lnTo>
                    <a:pt x="3529009" y="578042"/>
                  </a:lnTo>
                  <a:lnTo>
                    <a:pt x="3481802" y="633769"/>
                  </a:lnTo>
                  <a:lnTo>
                    <a:pt x="3434564" y="691848"/>
                  </a:lnTo>
                  <a:lnTo>
                    <a:pt x="3387253" y="751873"/>
                  </a:lnTo>
                  <a:lnTo>
                    <a:pt x="3339863" y="813370"/>
                  </a:lnTo>
                  <a:lnTo>
                    <a:pt x="3292412" y="875810"/>
                  </a:lnTo>
                  <a:lnTo>
                    <a:pt x="3244933" y="938629"/>
                  </a:lnTo>
                  <a:lnTo>
                    <a:pt x="3197469" y="1001251"/>
                  </a:lnTo>
                  <a:lnTo>
                    <a:pt x="3150057" y="1063104"/>
                  </a:lnTo>
                  <a:lnTo>
                    <a:pt x="3102721" y="1123647"/>
                  </a:lnTo>
                  <a:lnTo>
                    <a:pt x="3055462" y="1182387"/>
                  </a:lnTo>
                  <a:lnTo>
                    <a:pt x="3008253" y="1238894"/>
                  </a:lnTo>
                  <a:lnTo>
                    <a:pt x="2961022" y="1292815"/>
                  </a:lnTo>
                  <a:lnTo>
                    <a:pt x="2913656" y="1343879"/>
                  </a:lnTo>
                  <a:lnTo>
                    <a:pt x="2865981" y="1391898"/>
                  </a:lnTo>
                  <a:lnTo>
                    <a:pt x="2817763" y="1436767"/>
                  </a:lnTo>
                  <a:lnTo>
                    <a:pt x="2768694" y="1478456"/>
                  </a:lnTo>
                  <a:lnTo>
                    <a:pt x="2718376" y="1517006"/>
                  </a:lnTo>
                  <a:lnTo>
                    <a:pt x="2702183" y="1528518"/>
                  </a:lnTo>
                  <a:lnTo>
                    <a:pt x="2650665" y="1562308"/>
                  </a:lnTo>
                  <a:lnTo>
                    <a:pt x="2596733" y="1593186"/>
                  </a:lnTo>
                  <a:lnTo>
                    <a:pt x="2539719" y="1621254"/>
                  </a:lnTo>
                  <a:lnTo>
                    <a:pt x="2478887" y="1646708"/>
                  </a:lnTo>
                  <a:lnTo>
                    <a:pt x="2413475" y="1669787"/>
                  </a:lnTo>
                  <a:lnTo>
                    <a:pt x="2342735" y="1690734"/>
                  </a:lnTo>
                  <a:lnTo>
                    <a:pt x="2265981" y="1709782"/>
                  </a:lnTo>
                  <a:lnTo>
                    <a:pt x="2182658" y="1727132"/>
                  </a:lnTo>
                  <a:lnTo>
                    <a:pt x="2092426" y="1742956"/>
                  </a:lnTo>
                  <a:lnTo>
                    <a:pt x="1995277" y="1757383"/>
                  </a:lnTo>
                  <a:lnTo>
                    <a:pt x="1891662" y="1770504"/>
                  </a:lnTo>
                  <a:lnTo>
                    <a:pt x="1782641" y="1782372"/>
                  </a:lnTo>
                  <a:lnTo>
                    <a:pt x="1670002" y="1793002"/>
                  </a:lnTo>
                  <a:lnTo>
                    <a:pt x="1556322" y="1802382"/>
                  </a:lnTo>
                  <a:lnTo>
                    <a:pt x="1444915" y="1810488"/>
                  </a:lnTo>
                  <a:lnTo>
                    <a:pt x="1339622" y="1817295"/>
                  </a:lnTo>
                  <a:lnTo>
                    <a:pt x="1244411" y="1822803"/>
                  </a:lnTo>
                  <a:lnTo>
                    <a:pt x="1162847" y="1827052"/>
                  </a:lnTo>
                  <a:lnTo>
                    <a:pt x="1097520" y="1830131"/>
                  </a:lnTo>
                  <a:lnTo>
                    <a:pt x="1049566" y="1832186"/>
                  </a:lnTo>
                  <a:lnTo>
                    <a:pt x="1018403" y="1833404"/>
                  </a:lnTo>
                  <a:lnTo>
                    <a:pt x="1001717" y="1834000"/>
                  </a:lnTo>
                  <a:lnTo>
                    <a:pt x="995637" y="1834200"/>
                  </a:lnTo>
                  <a:lnTo>
                    <a:pt x="994940" y="1834221"/>
                  </a:lnTo>
                  <a:lnTo>
                    <a:pt x="0" y="1834221"/>
                  </a:lnTo>
                  <a:close/>
                </a:path>
              </a:pathLst>
            </a:custGeom>
            <a:solidFill>
              <a:srgbClr val="26A69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86" name="pl2085"/>
            <p:cNvSpPr/>
            <p:nvPr/>
          </p:nvSpPr>
          <p:spPr>
            <a:xfrm>
              <a:off x="1199187" y="4538224"/>
              <a:ext cx="12049831" cy="1834221"/>
            </a:xfrm>
            <a:custGeom>
              <a:avLst/>
              <a:pathLst>
                <a:path w="12049831" h="1834221">
                  <a:moveTo>
                    <a:pt x="0" y="1834221"/>
                  </a:moveTo>
                  <a:lnTo>
                    <a:pt x="994940" y="1834221"/>
                  </a:lnTo>
                  <a:lnTo>
                    <a:pt x="996050" y="1834187"/>
                  </a:lnTo>
                  <a:lnTo>
                    <a:pt x="1003381" y="1833944"/>
                  </a:lnTo>
                  <a:lnTo>
                    <a:pt x="1021969" y="1833270"/>
                  </a:lnTo>
                  <a:lnTo>
                    <a:pt x="1055474" y="1831944"/>
                  </a:lnTo>
                  <a:lnTo>
                    <a:pt x="1105965" y="1829751"/>
                  </a:lnTo>
                  <a:lnTo>
                    <a:pt x="1173767" y="1826508"/>
                  </a:lnTo>
                  <a:lnTo>
                    <a:pt x="1257509" y="1822081"/>
                  </a:lnTo>
                  <a:lnTo>
                    <a:pt x="1354427" y="1816385"/>
                  </a:lnTo>
                  <a:lnTo>
                    <a:pt x="1460861" y="1809387"/>
                  </a:lnTo>
                  <a:lnTo>
                    <a:pt x="1572828" y="1801094"/>
                  </a:lnTo>
                  <a:lnTo>
                    <a:pt x="1686547" y="1791531"/>
                  </a:lnTo>
                  <a:lnTo>
                    <a:pt x="1798801" y="1780720"/>
                  </a:lnTo>
                  <a:lnTo>
                    <a:pt x="1907127" y="1768672"/>
                  </a:lnTo>
                  <a:lnTo>
                    <a:pt x="2009849" y="1755364"/>
                  </a:lnTo>
                  <a:lnTo>
                    <a:pt x="2106007" y="1740740"/>
                  </a:lnTo>
                  <a:lnTo>
                    <a:pt x="2195222" y="1724703"/>
                  </a:lnTo>
                  <a:lnTo>
                    <a:pt x="2277561" y="1707117"/>
                  </a:lnTo>
                  <a:lnTo>
                    <a:pt x="2353400" y="1687806"/>
                  </a:lnTo>
                  <a:lnTo>
                    <a:pt x="2423319" y="1666563"/>
                  </a:lnTo>
                  <a:lnTo>
                    <a:pt x="2488016" y="1643153"/>
                  </a:lnTo>
                  <a:lnTo>
                    <a:pt x="2548245" y="1617333"/>
                  </a:lnTo>
                  <a:lnTo>
                    <a:pt x="2604765" y="1588866"/>
                  </a:lnTo>
                  <a:lnTo>
                    <a:pt x="2658306" y="1557567"/>
                  </a:lnTo>
                  <a:lnTo>
                    <a:pt x="2702183" y="1528518"/>
                  </a:lnTo>
                  <a:lnTo>
                    <a:pt x="2752994" y="1490939"/>
                  </a:lnTo>
                  <a:lnTo>
                    <a:pt x="2802410" y="1450246"/>
                  </a:lnTo>
                  <a:lnTo>
                    <a:pt x="2850858" y="1406380"/>
                  </a:lnTo>
                  <a:lnTo>
                    <a:pt x="2898675" y="1359346"/>
                  </a:lnTo>
                  <a:lnTo>
                    <a:pt x="2946118" y="1309225"/>
                  </a:lnTo>
                  <a:lnTo>
                    <a:pt x="2993376" y="1256179"/>
                  </a:lnTo>
                  <a:lnTo>
                    <a:pt x="3040583" y="1200452"/>
                  </a:lnTo>
                  <a:lnTo>
                    <a:pt x="3087821" y="1142373"/>
                  </a:lnTo>
                  <a:lnTo>
                    <a:pt x="3135132" y="1082348"/>
                  </a:lnTo>
                  <a:lnTo>
                    <a:pt x="3182522" y="1020851"/>
                  </a:lnTo>
                  <a:lnTo>
                    <a:pt x="3229973" y="958411"/>
                  </a:lnTo>
                  <a:lnTo>
                    <a:pt x="3277452" y="895591"/>
                  </a:lnTo>
                  <a:lnTo>
                    <a:pt x="3324916" y="832970"/>
                  </a:lnTo>
                  <a:lnTo>
                    <a:pt x="3372328" y="771117"/>
                  </a:lnTo>
                  <a:lnTo>
                    <a:pt x="3419664" y="710574"/>
                  </a:lnTo>
                  <a:lnTo>
                    <a:pt x="3466923" y="651834"/>
                  </a:lnTo>
                  <a:lnTo>
                    <a:pt x="3514132" y="595327"/>
                  </a:lnTo>
                  <a:lnTo>
                    <a:pt x="3561363" y="541406"/>
                  </a:lnTo>
                  <a:lnTo>
                    <a:pt x="3608729" y="490342"/>
                  </a:lnTo>
                  <a:lnTo>
                    <a:pt x="3656404" y="442323"/>
                  </a:lnTo>
                  <a:lnTo>
                    <a:pt x="3704622" y="397454"/>
                  </a:lnTo>
                  <a:lnTo>
                    <a:pt x="3753691" y="355765"/>
                  </a:lnTo>
                  <a:lnTo>
                    <a:pt x="3804009" y="317215"/>
                  </a:lnTo>
                  <a:lnTo>
                    <a:pt x="3820202" y="305703"/>
                  </a:lnTo>
                  <a:lnTo>
                    <a:pt x="3871720" y="271913"/>
                  </a:lnTo>
                  <a:lnTo>
                    <a:pt x="3925652" y="241035"/>
                  </a:lnTo>
                  <a:lnTo>
                    <a:pt x="3982666" y="212967"/>
                  </a:lnTo>
                  <a:lnTo>
                    <a:pt x="4043498" y="187513"/>
                  </a:lnTo>
                  <a:lnTo>
                    <a:pt x="4108910" y="164434"/>
                  </a:lnTo>
                  <a:lnTo>
                    <a:pt x="4179650" y="143487"/>
                  </a:lnTo>
                  <a:lnTo>
                    <a:pt x="4256404" y="124439"/>
                  </a:lnTo>
                  <a:lnTo>
                    <a:pt x="4339727" y="107089"/>
                  </a:lnTo>
                  <a:lnTo>
                    <a:pt x="4429959" y="91265"/>
                  </a:lnTo>
                  <a:lnTo>
                    <a:pt x="4527108" y="76838"/>
                  </a:lnTo>
                  <a:lnTo>
                    <a:pt x="4630723" y="63716"/>
                  </a:lnTo>
                  <a:lnTo>
                    <a:pt x="4739744" y="51849"/>
                  </a:lnTo>
                  <a:lnTo>
                    <a:pt x="4852383" y="41219"/>
                  </a:lnTo>
                  <a:lnTo>
                    <a:pt x="4966063" y="31838"/>
                  </a:lnTo>
                  <a:lnTo>
                    <a:pt x="5077470" y="23733"/>
                  </a:lnTo>
                  <a:lnTo>
                    <a:pt x="5182763" y="16926"/>
                  </a:lnTo>
                  <a:lnTo>
                    <a:pt x="5277974" y="11418"/>
                  </a:lnTo>
                  <a:lnTo>
                    <a:pt x="5359538" y="7169"/>
                  </a:lnTo>
                  <a:lnTo>
                    <a:pt x="5424865" y="4089"/>
                  </a:lnTo>
                  <a:lnTo>
                    <a:pt x="5472819" y="2035"/>
                  </a:lnTo>
                  <a:lnTo>
                    <a:pt x="5503982" y="817"/>
                  </a:lnTo>
                  <a:lnTo>
                    <a:pt x="5520668" y="220"/>
                  </a:lnTo>
                  <a:lnTo>
                    <a:pt x="5526748" y="2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2" y="21"/>
                  </a:lnTo>
                  <a:lnTo>
                    <a:pt x="6530948" y="171"/>
                  </a:lnTo>
                  <a:lnTo>
                    <a:pt x="6549796" y="587"/>
                  </a:lnTo>
                  <a:lnTo>
                    <a:pt x="6583751" y="1407"/>
                  </a:lnTo>
                  <a:lnTo>
                    <a:pt x="6634882" y="2761"/>
                  </a:lnTo>
                  <a:lnTo>
                    <a:pt x="6703481" y="4763"/>
                  </a:lnTo>
                  <a:lnTo>
                    <a:pt x="6788113" y="7495"/>
                  </a:lnTo>
                  <a:lnTo>
                    <a:pt x="6885934" y="11008"/>
                  </a:lnTo>
                  <a:lnTo>
                    <a:pt x="6993207" y="15321"/>
                  </a:lnTo>
                  <a:lnTo>
                    <a:pt x="7105892" y="20430"/>
                  </a:lnTo>
                  <a:lnTo>
                    <a:pt x="7220170" y="26319"/>
                  </a:lnTo>
                  <a:lnTo>
                    <a:pt x="7332812" y="32973"/>
                  </a:lnTo>
                  <a:lnTo>
                    <a:pt x="7441366" y="40389"/>
                  </a:lnTo>
                  <a:lnTo>
                    <a:pt x="7544179" y="48581"/>
                  </a:lnTo>
                  <a:lnTo>
                    <a:pt x="7640318" y="57584"/>
                  </a:lnTo>
                  <a:lnTo>
                    <a:pt x="7729438" y="67461"/>
                  </a:lnTo>
                  <a:lnTo>
                    <a:pt x="7811633" y="78299"/>
                  </a:lnTo>
                  <a:lnTo>
                    <a:pt x="7887307" y="90206"/>
                  </a:lnTo>
                  <a:lnTo>
                    <a:pt x="7957062" y="103313"/>
                  </a:lnTo>
                  <a:lnTo>
                    <a:pt x="8021612" y="117766"/>
                  </a:lnTo>
                  <a:lnTo>
                    <a:pt x="8081727" y="133716"/>
                  </a:lnTo>
                  <a:lnTo>
                    <a:pt x="8138175" y="151305"/>
                  </a:lnTo>
                  <a:lnTo>
                    <a:pt x="8191690" y="170645"/>
                  </a:lnTo>
                  <a:lnTo>
                    <a:pt x="8229629" y="186042"/>
                  </a:lnTo>
                  <a:lnTo>
                    <a:pt x="8285971" y="211559"/>
                  </a:lnTo>
                  <a:lnTo>
                    <a:pt x="8340653" y="239420"/>
                  </a:lnTo>
                  <a:lnTo>
                    <a:pt x="8394241" y="269666"/>
                  </a:lnTo>
                  <a:lnTo>
                    <a:pt x="8447164" y="302276"/>
                  </a:lnTo>
                  <a:lnTo>
                    <a:pt x="8499737" y="337155"/>
                  </a:lnTo>
                  <a:lnTo>
                    <a:pt x="8552179" y="374137"/>
                  </a:lnTo>
                  <a:lnTo>
                    <a:pt x="8604631" y="412972"/>
                  </a:lnTo>
                  <a:lnTo>
                    <a:pt x="8657165" y="453341"/>
                  </a:lnTo>
                  <a:lnTo>
                    <a:pt x="8709796" y="494857"/>
                  </a:lnTo>
                  <a:lnTo>
                    <a:pt x="8762503" y="537082"/>
                  </a:lnTo>
                  <a:lnTo>
                    <a:pt x="8815238" y="579546"/>
                  </a:lnTo>
                  <a:lnTo>
                    <a:pt x="8867945" y="621767"/>
                  </a:lnTo>
                  <a:lnTo>
                    <a:pt x="8920576" y="663275"/>
                  </a:lnTo>
                  <a:lnTo>
                    <a:pt x="8973108" y="703632"/>
                  </a:lnTo>
                  <a:lnTo>
                    <a:pt x="9025560" y="742452"/>
                  </a:lnTo>
                  <a:lnTo>
                    <a:pt x="9078003" y="779416"/>
                  </a:lnTo>
                  <a:lnTo>
                    <a:pt x="9130577" y="814276"/>
                  </a:lnTo>
                  <a:lnTo>
                    <a:pt x="9183504" y="846865"/>
                  </a:lnTo>
                  <a:lnTo>
                    <a:pt x="9237100" y="877090"/>
                  </a:lnTo>
                  <a:lnTo>
                    <a:pt x="9291795" y="904930"/>
                  </a:lnTo>
                  <a:lnTo>
                    <a:pt x="9347647" y="930212"/>
                  </a:lnTo>
                  <a:lnTo>
                    <a:pt x="9399427" y="950873"/>
                  </a:lnTo>
                  <a:lnTo>
                    <a:pt x="9453646" y="969745"/>
                  </a:lnTo>
                  <a:lnTo>
                    <a:pt x="9510986" y="986890"/>
                  </a:lnTo>
                  <a:lnTo>
                    <a:pt x="9572193" y="1002431"/>
                  </a:lnTo>
                  <a:lnTo>
                    <a:pt x="9638040" y="1016515"/>
                  </a:lnTo>
                  <a:lnTo>
                    <a:pt x="9709286" y="1029293"/>
                  </a:lnTo>
                  <a:lnTo>
                    <a:pt x="9786625" y="1040907"/>
                  </a:lnTo>
                  <a:lnTo>
                    <a:pt x="9870614" y="1051482"/>
                  </a:lnTo>
                  <a:lnTo>
                    <a:pt x="9961587" y="1061122"/>
                  </a:lnTo>
                  <a:lnTo>
                    <a:pt x="10059538" y="1069906"/>
                  </a:lnTo>
                  <a:lnTo>
                    <a:pt x="10163980" y="1077891"/>
                  </a:lnTo>
                  <a:lnTo>
                    <a:pt x="10273802" y="1085106"/>
                  </a:lnTo>
                  <a:lnTo>
                    <a:pt x="10387146" y="1091560"/>
                  </a:lnTo>
                  <a:lnTo>
                    <a:pt x="10501346" y="1097245"/>
                  </a:lnTo>
                  <a:lnTo>
                    <a:pt x="10612994" y="1102146"/>
                  </a:lnTo>
                  <a:lnTo>
                    <a:pt x="10718169" y="1106248"/>
                  </a:lnTo>
                  <a:lnTo>
                    <a:pt x="10812855" y="1109552"/>
                  </a:lnTo>
                  <a:lnTo>
                    <a:pt x="10893493" y="1112086"/>
                  </a:lnTo>
                  <a:lnTo>
                    <a:pt x="10957566" y="1113908"/>
                  </a:lnTo>
                  <a:lnTo>
                    <a:pt x="11004075" y="1115110"/>
                  </a:lnTo>
                  <a:lnTo>
                    <a:pt x="11033783" y="1115810"/>
                  </a:lnTo>
                  <a:lnTo>
                    <a:pt x="11049207" y="1116143"/>
                  </a:lnTo>
                  <a:lnTo>
                    <a:pt x="11054434" y="1116246"/>
                  </a:lnTo>
                  <a:lnTo>
                    <a:pt x="11054891" y="1116255"/>
                  </a:lnTo>
                  <a:lnTo>
                    <a:pt x="12049831" y="1116255"/>
                  </a:lnTo>
                  <a:lnTo>
                    <a:pt x="12049831" y="11162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7" name="pl2086"/>
            <p:cNvSpPr/>
            <p:nvPr/>
          </p:nvSpPr>
          <p:spPr>
            <a:xfrm>
              <a:off x="1199187" y="4532983"/>
              <a:ext cx="12049831" cy="1834221"/>
            </a:xfrm>
            <a:custGeom>
              <a:avLst/>
              <a:pathLst>
                <a:path w="12049831" h="1834221">
                  <a:moveTo>
                    <a:pt x="12049831" y="1116255"/>
                  </a:moveTo>
                  <a:lnTo>
                    <a:pt x="11054891" y="1116255"/>
                  </a:lnTo>
                  <a:lnTo>
                    <a:pt x="11053764" y="1116233"/>
                  </a:lnTo>
                  <a:lnTo>
                    <a:pt x="11046329" y="1116083"/>
                  </a:lnTo>
                  <a:lnTo>
                    <a:pt x="11027481" y="1115667"/>
                  </a:lnTo>
                  <a:lnTo>
                    <a:pt x="10993526" y="1114848"/>
                  </a:lnTo>
                  <a:lnTo>
                    <a:pt x="10942394" y="1113493"/>
                  </a:lnTo>
                  <a:lnTo>
                    <a:pt x="10873795" y="1111491"/>
                  </a:lnTo>
                  <a:lnTo>
                    <a:pt x="10789164" y="1108759"/>
                  </a:lnTo>
                  <a:lnTo>
                    <a:pt x="10691343" y="1105246"/>
                  </a:lnTo>
                  <a:lnTo>
                    <a:pt x="10584069" y="1100933"/>
                  </a:lnTo>
                  <a:lnTo>
                    <a:pt x="10471384" y="1095824"/>
                  </a:lnTo>
                  <a:lnTo>
                    <a:pt x="10357107" y="1089935"/>
                  </a:lnTo>
                  <a:lnTo>
                    <a:pt x="10244464" y="1083281"/>
                  </a:lnTo>
                  <a:lnTo>
                    <a:pt x="10135910" y="1075865"/>
                  </a:lnTo>
                  <a:lnTo>
                    <a:pt x="10033097" y="1067674"/>
                  </a:lnTo>
                  <a:lnTo>
                    <a:pt x="9936958" y="1058670"/>
                  </a:lnTo>
                  <a:lnTo>
                    <a:pt x="9847839" y="1048793"/>
                  </a:lnTo>
                  <a:lnTo>
                    <a:pt x="9765643" y="1037955"/>
                  </a:lnTo>
                  <a:lnTo>
                    <a:pt x="9689969" y="1026048"/>
                  </a:lnTo>
                  <a:lnTo>
                    <a:pt x="9620215" y="1012941"/>
                  </a:lnTo>
                  <a:lnTo>
                    <a:pt x="9555664" y="998488"/>
                  </a:lnTo>
                  <a:lnTo>
                    <a:pt x="9495550" y="982538"/>
                  </a:lnTo>
                  <a:lnTo>
                    <a:pt x="9439102" y="964949"/>
                  </a:lnTo>
                  <a:lnTo>
                    <a:pt x="9385587" y="945609"/>
                  </a:lnTo>
                  <a:lnTo>
                    <a:pt x="9347647" y="930212"/>
                  </a:lnTo>
                  <a:lnTo>
                    <a:pt x="9291306" y="904695"/>
                  </a:lnTo>
                  <a:lnTo>
                    <a:pt x="9236623" y="876834"/>
                  </a:lnTo>
                  <a:lnTo>
                    <a:pt x="9183035" y="846588"/>
                  </a:lnTo>
                  <a:lnTo>
                    <a:pt x="9130112" y="813979"/>
                  </a:lnTo>
                  <a:lnTo>
                    <a:pt x="9077540" y="779099"/>
                  </a:lnTo>
                  <a:lnTo>
                    <a:pt x="9025097" y="742117"/>
                  </a:lnTo>
                  <a:lnTo>
                    <a:pt x="8972645" y="703282"/>
                  </a:lnTo>
                  <a:lnTo>
                    <a:pt x="8920112" y="662913"/>
                  </a:lnTo>
                  <a:lnTo>
                    <a:pt x="8867480" y="621397"/>
                  </a:lnTo>
                  <a:lnTo>
                    <a:pt x="8814773" y="579172"/>
                  </a:lnTo>
                  <a:lnTo>
                    <a:pt x="8762038" y="536708"/>
                  </a:lnTo>
                  <a:lnTo>
                    <a:pt x="8709332" y="494487"/>
                  </a:lnTo>
                  <a:lnTo>
                    <a:pt x="8656701" y="452979"/>
                  </a:lnTo>
                  <a:lnTo>
                    <a:pt x="8604168" y="412622"/>
                  </a:lnTo>
                  <a:lnTo>
                    <a:pt x="8551717" y="373802"/>
                  </a:lnTo>
                  <a:lnTo>
                    <a:pt x="8499274" y="336838"/>
                  </a:lnTo>
                  <a:lnTo>
                    <a:pt x="8446699" y="301978"/>
                  </a:lnTo>
                  <a:lnTo>
                    <a:pt x="8393772" y="269389"/>
                  </a:lnTo>
                  <a:lnTo>
                    <a:pt x="8340176" y="239164"/>
                  </a:lnTo>
                  <a:lnTo>
                    <a:pt x="8285482" y="211324"/>
                  </a:lnTo>
                  <a:lnTo>
                    <a:pt x="8229629" y="186042"/>
                  </a:lnTo>
                  <a:lnTo>
                    <a:pt x="8177850" y="165381"/>
                  </a:lnTo>
                  <a:lnTo>
                    <a:pt x="8123630" y="146509"/>
                  </a:lnTo>
                  <a:lnTo>
                    <a:pt x="8066291" y="129364"/>
                  </a:lnTo>
                  <a:lnTo>
                    <a:pt x="8005084" y="113823"/>
                  </a:lnTo>
                  <a:lnTo>
                    <a:pt x="7939237" y="99739"/>
                  </a:lnTo>
                  <a:lnTo>
                    <a:pt x="7867990" y="86961"/>
                  </a:lnTo>
                  <a:lnTo>
                    <a:pt x="7790652" y="75348"/>
                  </a:lnTo>
                  <a:lnTo>
                    <a:pt x="7706663" y="64773"/>
                  </a:lnTo>
                  <a:lnTo>
                    <a:pt x="7615689" y="55133"/>
                  </a:lnTo>
                  <a:lnTo>
                    <a:pt x="7517739" y="46348"/>
                  </a:lnTo>
                  <a:lnTo>
                    <a:pt x="7413297" y="38363"/>
                  </a:lnTo>
                  <a:lnTo>
                    <a:pt x="7303475" y="31148"/>
                  </a:lnTo>
                  <a:lnTo>
                    <a:pt x="7190131" y="24694"/>
                  </a:lnTo>
                  <a:lnTo>
                    <a:pt x="7075930" y="19009"/>
                  </a:lnTo>
                  <a:lnTo>
                    <a:pt x="6964282" y="14108"/>
                  </a:lnTo>
                  <a:lnTo>
                    <a:pt x="6859107" y="10006"/>
                  </a:lnTo>
                  <a:lnTo>
                    <a:pt x="6764421" y="6702"/>
                  </a:lnTo>
                  <a:lnTo>
                    <a:pt x="6683784" y="4168"/>
                  </a:lnTo>
                  <a:lnTo>
                    <a:pt x="6619710" y="2346"/>
                  </a:lnTo>
                  <a:lnTo>
                    <a:pt x="6573202" y="1144"/>
                  </a:lnTo>
                  <a:lnTo>
                    <a:pt x="6543494" y="444"/>
                  </a:lnTo>
                  <a:lnTo>
                    <a:pt x="6528069" y="111"/>
                  </a:lnTo>
                  <a:lnTo>
                    <a:pt x="6522842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5" y="34"/>
                  </a:lnTo>
                  <a:lnTo>
                    <a:pt x="5519004" y="277"/>
                  </a:lnTo>
                  <a:lnTo>
                    <a:pt x="5500416" y="950"/>
                  </a:lnTo>
                  <a:lnTo>
                    <a:pt x="5466911" y="2277"/>
                  </a:lnTo>
                  <a:lnTo>
                    <a:pt x="5416420" y="4470"/>
                  </a:lnTo>
                  <a:lnTo>
                    <a:pt x="5348618" y="7712"/>
                  </a:lnTo>
                  <a:lnTo>
                    <a:pt x="5264876" y="12140"/>
                  </a:lnTo>
                  <a:lnTo>
                    <a:pt x="5167958" y="17836"/>
                  </a:lnTo>
                  <a:lnTo>
                    <a:pt x="5061524" y="24834"/>
                  </a:lnTo>
                  <a:lnTo>
                    <a:pt x="4949557" y="33126"/>
                  </a:lnTo>
                  <a:lnTo>
                    <a:pt x="4835838" y="42690"/>
                  </a:lnTo>
                  <a:lnTo>
                    <a:pt x="4723584" y="53501"/>
                  </a:lnTo>
                  <a:lnTo>
                    <a:pt x="4615258" y="65549"/>
                  </a:lnTo>
                  <a:lnTo>
                    <a:pt x="4512536" y="78857"/>
                  </a:lnTo>
                  <a:lnTo>
                    <a:pt x="4416378" y="93481"/>
                  </a:lnTo>
                  <a:lnTo>
                    <a:pt x="4327163" y="109518"/>
                  </a:lnTo>
                  <a:lnTo>
                    <a:pt x="4244824" y="127104"/>
                  </a:lnTo>
                  <a:lnTo>
                    <a:pt x="4168985" y="146415"/>
                  </a:lnTo>
                  <a:lnTo>
                    <a:pt x="4099066" y="167658"/>
                  </a:lnTo>
                  <a:lnTo>
                    <a:pt x="4034369" y="191068"/>
                  </a:lnTo>
                  <a:lnTo>
                    <a:pt x="3974140" y="216888"/>
                  </a:lnTo>
                  <a:lnTo>
                    <a:pt x="3917620" y="245355"/>
                  </a:lnTo>
                  <a:lnTo>
                    <a:pt x="3864079" y="276654"/>
                  </a:lnTo>
                  <a:lnTo>
                    <a:pt x="3820202" y="305703"/>
                  </a:lnTo>
                  <a:lnTo>
                    <a:pt x="3769391" y="343282"/>
                  </a:lnTo>
                  <a:lnTo>
                    <a:pt x="3719975" y="383975"/>
                  </a:lnTo>
                  <a:lnTo>
                    <a:pt x="3671527" y="427841"/>
                  </a:lnTo>
                  <a:lnTo>
                    <a:pt x="3623710" y="474875"/>
                  </a:lnTo>
                  <a:lnTo>
                    <a:pt x="3576267" y="524996"/>
                  </a:lnTo>
                  <a:lnTo>
                    <a:pt x="3529009" y="578042"/>
                  </a:lnTo>
                  <a:lnTo>
                    <a:pt x="3481802" y="633769"/>
                  </a:lnTo>
                  <a:lnTo>
                    <a:pt x="3434564" y="691848"/>
                  </a:lnTo>
                  <a:lnTo>
                    <a:pt x="3387253" y="751873"/>
                  </a:lnTo>
                  <a:lnTo>
                    <a:pt x="3339863" y="813370"/>
                  </a:lnTo>
                  <a:lnTo>
                    <a:pt x="3292412" y="875810"/>
                  </a:lnTo>
                  <a:lnTo>
                    <a:pt x="3244933" y="938629"/>
                  </a:lnTo>
                  <a:lnTo>
                    <a:pt x="3197469" y="1001251"/>
                  </a:lnTo>
                  <a:lnTo>
                    <a:pt x="3150057" y="1063104"/>
                  </a:lnTo>
                  <a:lnTo>
                    <a:pt x="3102721" y="1123647"/>
                  </a:lnTo>
                  <a:lnTo>
                    <a:pt x="3055462" y="1182387"/>
                  </a:lnTo>
                  <a:lnTo>
                    <a:pt x="3008253" y="1238894"/>
                  </a:lnTo>
                  <a:lnTo>
                    <a:pt x="2961022" y="1292815"/>
                  </a:lnTo>
                  <a:lnTo>
                    <a:pt x="2913656" y="1343879"/>
                  </a:lnTo>
                  <a:lnTo>
                    <a:pt x="2865981" y="1391898"/>
                  </a:lnTo>
                  <a:lnTo>
                    <a:pt x="2817763" y="1436767"/>
                  </a:lnTo>
                  <a:lnTo>
                    <a:pt x="2768694" y="1478456"/>
                  </a:lnTo>
                  <a:lnTo>
                    <a:pt x="2718376" y="1517006"/>
                  </a:lnTo>
                  <a:lnTo>
                    <a:pt x="2702183" y="1528518"/>
                  </a:lnTo>
                  <a:lnTo>
                    <a:pt x="2650665" y="1562308"/>
                  </a:lnTo>
                  <a:lnTo>
                    <a:pt x="2596733" y="1593186"/>
                  </a:lnTo>
                  <a:lnTo>
                    <a:pt x="2539719" y="1621254"/>
                  </a:lnTo>
                  <a:lnTo>
                    <a:pt x="2478887" y="1646708"/>
                  </a:lnTo>
                  <a:lnTo>
                    <a:pt x="2413475" y="1669787"/>
                  </a:lnTo>
                  <a:lnTo>
                    <a:pt x="2342735" y="1690734"/>
                  </a:lnTo>
                  <a:lnTo>
                    <a:pt x="2265981" y="1709782"/>
                  </a:lnTo>
                  <a:lnTo>
                    <a:pt x="2182658" y="1727132"/>
                  </a:lnTo>
                  <a:lnTo>
                    <a:pt x="2092426" y="1742956"/>
                  </a:lnTo>
                  <a:lnTo>
                    <a:pt x="1995277" y="1757383"/>
                  </a:lnTo>
                  <a:lnTo>
                    <a:pt x="1891662" y="1770504"/>
                  </a:lnTo>
                  <a:lnTo>
                    <a:pt x="1782641" y="1782372"/>
                  </a:lnTo>
                  <a:lnTo>
                    <a:pt x="1670002" y="1793002"/>
                  </a:lnTo>
                  <a:lnTo>
                    <a:pt x="1556322" y="1802382"/>
                  </a:lnTo>
                  <a:lnTo>
                    <a:pt x="1444915" y="1810488"/>
                  </a:lnTo>
                  <a:lnTo>
                    <a:pt x="1339622" y="1817295"/>
                  </a:lnTo>
                  <a:lnTo>
                    <a:pt x="1244411" y="1822803"/>
                  </a:lnTo>
                  <a:lnTo>
                    <a:pt x="1162847" y="1827052"/>
                  </a:lnTo>
                  <a:lnTo>
                    <a:pt x="1097520" y="1830131"/>
                  </a:lnTo>
                  <a:lnTo>
                    <a:pt x="1049566" y="1832186"/>
                  </a:lnTo>
                  <a:lnTo>
                    <a:pt x="1018403" y="1833404"/>
                  </a:lnTo>
                  <a:lnTo>
                    <a:pt x="1001717" y="1834000"/>
                  </a:lnTo>
                  <a:lnTo>
                    <a:pt x="995637" y="1834200"/>
                  </a:lnTo>
                  <a:lnTo>
                    <a:pt x="994940" y="1834221"/>
                  </a:lnTo>
                  <a:lnTo>
                    <a:pt x="0" y="1834221"/>
                  </a:lnTo>
                  <a:lnTo>
                    <a:pt x="0" y="18342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8" name="pg2087"/>
            <p:cNvSpPr/>
            <p:nvPr/>
          </p:nvSpPr>
          <p:spPr>
            <a:xfrm>
              <a:off x="1199187" y="1488175"/>
              <a:ext cx="12049831" cy="4847586"/>
            </a:xfrm>
            <a:custGeom>
              <a:avLst/>
              <a:pathLst>
                <a:path w="12049831" h="4847586">
                  <a:moveTo>
                    <a:pt x="0" y="4847586"/>
                  </a:moveTo>
                  <a:lnTo>
                    <a:pt x="994940" y="4847586"/>
                  </a:lnTo>
                  <a:lnTo>
                    <a:pt x="995812" y="4847515"/>
                  </a:lnTo>
                  <a:lnTo>
                    <a:pt x="1001595" y="4847014"/>
                  </a:lnTo>
                  <a:lnTo>
                    <a:pt x="1016349" y="4845628"/>
                  </a:lnTo>
                  <a:lnTo>
                    <a:pt x="1043165" y="4842896"/>
                  </a:lnTo>
                  <a:lnTo>
                    <a:pt x="1084021" y="4838366"/>
                  </a:lnTo>
                  <a:lnTo>
                    <a:pt x="1139661" y="4831634"/>
                  </a:lnTo>
                  <a:lnTo>
                    <a:pt x="1209567" y="4822374"/>
                  </a:lnTo>
                  <a:lnTo>
                    <a:pt x="1292086" y="4810357"/>
                  </a:lnTo>
                  <a:lnTo>
                    <a:pt x="1384708" y="4795457"/>
                  </a:lnTo>
                  <a:lnTo>
                    <a:pt x="1484429" y="4777637"/>
                  </a:lnTo>
                  <a:lnTo>
                    <a:pt x="1588131" y="4756922"/>
                  </a:lnTo>
                  <a:lnTo>
                    <a:pt x="1692913" y="4733367"/>
                  </a:lnTo>
                  <a:lnTo>
                    <a:pt x="1796307" y="4707022"/>
                  </a:lnTo>
                  <a:lnTo>
                    <a:pt x="1896398" y="4677903"/>
                  </a:lnTo>
                  <a:lnTo>
                    <a:pt x="1991840" y="4645971"/>
                  </a:lnTo>
                  <a:lnTo>
                    <a:pt x="2081809" y="4611120"/>
                  </a:lnTo>
                  <a:lnTo>
                    <a:pt x="2165922" y="4573169"/>
                  </a:lnTo>
                  <a:lnTo>
                    <a:pt x="2244140" y="4531859"/>
                  </a:lnTo>
                  <a:lnTo>
                    <a:pt x="2316679" y="4486859"/>
                  </a:lnTo>
                  <a:lnTo>
                    <a:pt x="2383932" y="4437768"/>
                  </a:lnTo>
                  <a:lnTo>
                    <a:pt x="2446402" y="4384129"/>
                  </a:lnTo>
                  <a:lnTo>
                    <a:pt x="2504659" y="4325445"/>
                  </a:lnTo>
                  <a:lnTo>
                    <a:pt x="2559298" y="4261209"/>
                  </a:lnTo>
                  <a:lnTo>
                    <a:pt x="2610911" y="4190952"/>
                  </a:lnTo>
                  <a:lnTo>
                    <a:pt x="2660061" y="4114309"/>
                  </a:lnTo>
                  <a:lnTo>
                    <a:pt x="2702183" y="4040528"/>
                  </a:lnTo>
                  <a:lnTo>
                    <a:pt x="2737738" y="3972296"/>
                  </a:lnTo>
                  <a:lnTo>
                    <a:pt x="2772546" y="3900112"/>
                  </a:lnTo>
                  <a:lnTo>
                    <a:pt x="2806766" y="3823900"/>
                  </a:lnTo>
                  <a:lnTo>
                    <a:pt x="2840536" y="3743617"/>
                  </a:lnTo>
                  <a:lnTo>
                    <a:pt x="2873969" y="3659265"/>
                  </a:lnTo>
                  <a:lnTo>
                    <a:pt x="2907163" y="3570891"/>
                  </a:lnTo>
                  <a:lnTo>
                    <a:pt x="2940194" y="3478589"/>
                  </a:lnTo>
                  <a:lnTo>
                    <a:pt x="2973128" y="3382504"/>
                  </a:lnTo>
                  <a:lnTo>
                    <a:pt x="3006013" y="3282836"/>
                  </a:lnTo>
                  <a:lnTo>
                    <a:pt x="3038887" y="3179833"/>
                  </a:lnTo>
                  <a:lnTo>
                    <a:pt x="3071776" y="3073797"/>
                  </a:lnTo>
                  <a:lnTo>
                    <a:pt x="3104697" y="2965078"/>
                  </a:lnTo>
                  <a:lnTo>
                    <a:pt x="3137656" y="2854072"/>
                  </a:lnTo>
                  <a:lnTo>
                    <a:pt x="3170654" y="2741213"/>
                  </a:lnTo>
                  <a:lnTo>
                    <a:pt x="3203685" y="2626969"/>
                  </a:lnTo>
                  <a:lnTo>
                    <a:pt x="3236740" y="2511835"/>
                  </a:lnTo>
                  <a:lnTo>
                    <a:pt x="3269805" y="2396318"/>
                  </a:lnTo>
                  <a:lnTo>
                    <a:pt x="3302866" y="2280936"/>
                  </a:lnTo>
                  <a:lnTo>
                    <a:pt x="3335910" y="2166203"/>
                  </a:lnTo>
                  <a:lnTo>
                    <a:pt x="3368925" y="2052621"/>
                  </a:lnTo>
                  <a:lnTo>
                    <a:pt x="3401903" y="1940670"/>
                  </a:lnTo>
                  <a:lnTo>
                    <a:pt x="3434841" y="1830804"/>
                  </a:lnTo>
                  <a:lnTo>
                    <a:pt x="3467744" y="1723436"/>
                  </a:lnTo>
                  <a:lnTo>
                    <a:pt x="3500623" y="1618939"/>
                  </a:lnTo>
                  <a:lnTo>
                    <a:pt x="3533499" y="1517639"/>
                  </a:lnTo>
                  <a:lnTo>
                    <a:pt x="3566404" y="1419809"/>
                  </a:lnTo>
                  <a:lnTo>
                    <a:pt x="3599381" y="1325674"/>
                  </a:lnTo>
                  <a:lnTo>
                    <a:pt x="3632488" y="1235403"/>
                  </a:lnTo>
                  <a:lnTo>
                    <a:pt x="3665796" y="1149115"/>
                  </a:lnTo>
                  <a:lnTo>
                    <a:pt x="3699392" y="1066880"/>
                  </a:lnTo>
                  <a:lnTo>
                    <a:pt x="3733380" y="988720"/>
                  </a:lnTo>
                  <a:lnTo>
                    <a:pt x="3767888" y="914614"/>
                  </a:lnTo>
                  <a:lnTo>
                    <a:pt x="3803063" y="844501"/>
                  </a:lnTo>
                  <a:lnTo>
                    <a:pt x="3820202" y="812298"/>
                  </a:lnTo>
                  <a:lnTo>
                    <a:pt x="3867589" y="729828"/>
                  </a:lnTo>
                  <a:lnTo>
                    <a:pt x="3916982" y="653895"/>
                  </a:lnTo>
                  <a:lnTo>
                    <a:pt x="3968897" y="584316"/>
                  </a:lnTo>
                  <a:lnTo>
                    <a:pt x="4023901" y="520711"/>
                  </a:lnTo>
                  <a:lnTo>
                    <a:pt x="4082590" y="462603"/>
                  </a:lnTo>
                  <a:lnTo>
                    <a:pt x="4145556" y="409484"/>
                  </a:lnTo>
                  <a:lnTo>
                    <a:pt x="4213363" y="360861"/>
                  </a:lnTo>
                  <a:lnTo>
                    <a:pt x="4286506" y="316283"/>
                  </a:lnTo>
                  <a:lnTo>
                    <a:pt x="4365361" y="275355"/>
                  </a:lnTo>
                  <a:lnTo>
                    <a:pt x="4450121" y="237753"/>
                  </a:lnTo>
                  <a:lnTo>
                    <a:pt x="4540713" y="203228"/>
                  </a:lnTo>
                  <a:lnTo>
                    <a:pt x="4636712" y="171608"/>
                  </a:lnTo>
                  <a:lnTo>
                    <a:pt x="4737239" y="142792"/>
                  </a:lnTo>
                  <a:lnTo>
                    <a:pt x="4840889" y="116750"/>
                  </a:lnTo>
                  <a:lnTo>
                    <a:pt x="4945682" y="93503"/>
                  </a:lnTo>
                  <a:lnTo>
                    <a:pt x="5049097" y="73102"/>
                  </a:lnTo>
                  <a:lnTo>
                    <a:pt x="5148194" y="55600"/>
                  </a:lnTo>
                  <a:lnTo>
                    <a:pt x="5239853" y="41018"/>
                  </a:lnTo>
                  <a:lnTo>
                    <a:pt x="5321105" y="29310"/>
                  </a:lnTo>
                  <a:lnTo>
                    <a:pt x="5389514" y="20339"/>
                  </a:lnTo>
                  <a:lnTo>
                    <a:pt x="5443543" y="13865"/>
                  </a:lnTo>
                  <a:lnTo>
                    <a:pt x="5482806" y="9552"/>
                  </a:lnTo>
                  <a:lnTo>
                    <a:pt x="5508187" y="6989"/>
                  </a:lnTo>
                  <a:lnTo>
                    <a:pt x="5521793" y="5723"/>
                  </a:lnTo>
                  <a:lnTo>
                    <a:pt x="5526826" y="529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6" y="5297"/>
                  </a:lnTo>
                  <a:lnTo>
                    <a:pt x="6530452" y="5705"/>
                  </a:lnTo>
                  <a:lnTo>
                    <a:pt x="6548241" y="6831"/>
                  </a:lnTo>
                  <a:lnTo>
                    <a:pt x="6580359" y="9051"/>
                  </a:lnTo>
                  <a:lnTo>
                    <a:pt x="6628868" y="12723"/>
                  </a:lnTo>
                  <a:lnTo>
                    <a:pt x="6694195" y="18157"/>
                  </a:lnTo>
                  <a:lnTo>
                    <a:pt x="6775163" y="25589"/>
                  </a:lnTo>
                  <a:lnTo>
                    <a:pt x="6869247" y="35167"/>
                  </a:lnTo>
                  <a:lnTo>
                    <a:pt x="6973022" y="46955"/>
                  </a:lnTo>
                  <a:lnTo>
                    <a:pt x="7082697" y="60950"/>
                  </a:lnTo>
                  <a:lnTo>
                    <a:pt x="7194609" y="77113"/>
                  </a:lnTo>
                  <a:lnTo>
                    <a:pt x="7305582" y="95401"/>
                  </a:lnTo>
                  <a:lnTo>
                    <a:pt x="7413132" y="115794"/>
                  </a:lnTo>
                  <a:lnTo>
                    <a:pt x="7515518" y="138316"/>
                  </a:lnTo>
                  <a:lnTo>
                    <a:pt x="7611689" y="163049"/>
                  </a:lnTo>
                  <a:lnTo>
                    <a:pt x="7701172" y="190140"/>
                  </a:lnTo>
                  <a:lnTo>
                    <a:pt x="7783940" y="219801"/>
                  </a:lnTo>
                  <a:lnTo>
                    <a:pt x="7860290" y="252310"/>
                  </a:lnTo>
                  <a:lnTo>
                    <a:pt x="7930729" y="288000"/>
                  </a:lnTo>
                  <a:lnTo>
                    <a:pt x="7995900" y="327253"/>
                  </a:lnTo>
                  <a:lnTo>
                    <a:pt x="8056511" y="370476"/>
                  </a:lnTo>
                  <a:lnTo>
                    <a:pt x="8113289" y="418074"/>
                  </a:lnTo>
                  <a:lnTo>
                    <a:pt x="8166945" y="470393"/>
                  </a:lnTo>
                  <a:lnTo>
                    <a:pt x="8218132" y="527648"/>
                  </a:lnTo>
                  <a:lnTo>
                    <a:pt x="8229629" y="541532"/>
                  </a:lnTo>
                  <a:lnTo>
                    <a:pt x="8271794" y="595706"/>
                  </a:lnTo>
                  <a:lnTo>
                    <a:pt x="8312946" y="653604"/>
                  </a:lnTo>
                  <a:lnTo>
                    <a:pt x="8353345" y="715300"/>
                  </a:lnTo>
                  <a:lnTo>
                    <a:pt x="8393202" y="780820"/>
                  </a:lnTo>
                  <a:lnTo>
                    <a:pt x="8432687" y="850127"/>
                  </a:lnTo>
                  <a:lnTo>
                    <a:pt x="8471938" y="923125"/>
                  </a:lnTo>
                  <a:lnTo>
                    <a:pt x="8511059" y="999650"/>
                  </a:lnTo>
                  <a:lnTo>
                    <a:pt x="8550131" y="1079467"/>
                  </a:lnTo>
                  <a:lnTo>
                    <a:pt x="8589206" y="1162275"/>
                  </a:lnTo>
                  <a:lnTo>
                    <a:pt x="8628320" y="1247703"/>
                  </a:lnTo>
                  <a:lnTo>
                    <a:pt x="8667487" y="1335322"/>
                  </a:lnTo>
                  <a:lnTo>
                    <a:pt x="8706709" y="1424647"/>
                  </a:lnTo>
                  <a:lnTo>
                    <a:pt x="8745975" y="1515153"/>
                  </a:lnTo>
                  <a:lnTo>
                    <a:pt x="8785265" y="1606281"/>
                  </a:lnTo>
                  <a:lnTo>
                    <a:pt x="8824557" y="1697459"/>
                  </a:lnTo>
                  <a:lnTo>
                    <a:pt x="8863828" y="1788111"/>
                  </a:lnTo>
                  <a:lnTo>
                    <a:pt x="8903058" y="1877678"/>
                  </a:lnTo>
                  <a:lnTo>
                    <a:pt x="8942235" y="1965625"/>
                  </a:lnTo>
                  <a:lnTo>
                    <a:pt x="8981358" y="2051462"/>
                  </a:lnTo>
                  <a:lnTo>
                    <a:pt x="9020438" y="2134747"/>
                  </a:lnTo>
                  <a:lnTo>
                    <a:pt x="9059507" y="2215101"/>
                  </a:lnTo>
                  <a:lnTo>
                    <a:pt x="9098615" y="2292210"/>
                  </a:lnTo>
                  <a:lnTo>
                    <a:pt x="9137836" y="2365827"/>
                  </a:lnTo>
                  <a:lnTo>
                    <a:pt x="9177273" y="2435777"/>
                  </a:lnTo>
                  <a:lnTo>
                    <a:pt x="9217054" y="2501951"/>
                  </a:lnTo>
                  <a:lnTo>
                    <a:pt x="9257346" y="2564304"/>
                  </a:lnTo>
                  <a:lnTo>
                    <a:pt x="9298353" y="2622850"/>
                  </a:lnTo>
                  <a:lnTo>
                    <a:pt x="9340323" y="2677656"/>
                  </a:lnTo>
                  <a:lnTo>
                    <a:pt x="9347647" y="2686698"/>
                  </a:lnTo>
                  <a:lnTo>
                    <a:pt x="9398350" y="2745095"/>
                  </a:lnTo>
                  <a:lnTo>
                    <a:pt x="9451382" y="2798539"/>
                  </a:lnTo>
                  <a:lnTo>
                    <a:pt x="9507380" y="2847196"/>
                  </a:lnTo>
                  <a:lnTo>
                    <a:pt x="9567043" y="2891392"/>
                  </a:lnTo>
                  <a:lnTo>
                    <a:pt x="9631100" y="2931522"/>
                  </a:lnTo>
                  <a:lnTo>
                    <a:pt x="9700267" y="2967998"/>
                  </a:lnTo>
                  <a:lnTo>
                    <a:pt x="9775204" y="3001207"/>
                  </a:lnTo>
                  <a:lnTo>
                    <a:pt x="9856460" y="3031497"/>
                  </a:lnTo>
                  <a:lnTo>
                    <a:pt x="9944385" y="3059159"/>
                  </a:lnTo>
                  <a:lnTo>
                    <a:pt x="10039040" y="3084419"/>
                  </a:lnTo>
                  <a:lnTo>
                    <a:pt x="10140065" y="3107440"/>
                  </a:lnTo>
                  <a:lnTo>
                    <a:pt x="10246554" y="3128320"/>
                  </a:lnTo>
                  <a:lnTo>
                    <a:pt x="10356932" y="3147093"/>
                  </a:lnTo>
                  <a:lnTo>
                    <a:pt x="10468886" y="3163749"/>
                  </a:lnTo>
                  <a:lnTo>
                    <a:pt x="10579388" y="3178247"/>
                  </a:lnTo>
                  <a:lnTo>
                    <a:pt x="10684860" y="3190545"/>
                  </a:lnTo>
                  <a:lnTo>
                    <a:pt x="10781500" y="3200629"/>
                  </a:lnTo>
                  <a:lnTo>
                    <a:pt x="10865752" y="3208546"/>
                  </a:lnTo>
                  <a:lnTo>
                    <a:pt x="10934840" y="3214422"/>
                  </a:lnTo>
                  <a:lnTo>
                    <a:pt x="10987244" y="3218474"/>
                  </a:lnTo>
                  <a:lnTo>
                    <a:pt x="11023011" y="3220998"/>
                  </a:lnTo>
                  <a:lnTo>
                    <a:pt x="11043835" y="3222343"/>
                  </a:lnTo>
                  <a:lnTo>
                    <a:pt x="11052940" y="3222882"/>
                  </a:lnTo>
                  <a:lnTo>
                    <a:pt x="11054891" y="3222989"/>
                  </a:lnTo>
                  <a:lnTo>
                    <a:pt x="12049831" y="3222989"/>
                  </a:lnTo>
                  <a:lnTo>
                    <a:pt x="12049831" y="3217749"/>
                  </a:lnTo>
                  <a:lnTo>
                    <a:pt x="11054891" y="3217749"/>
                  </a:lnTo>
                  <a:lnTo>
                    <a:pt x="11053831" y="3217692"/>
                  </a:lnTo>
                  <a:lnTo>
                    <a:pt x="11046824" y="3217284"/>
                  </a:lnTo>
                  <a:lnTo>
                    <a:pt x="11029036" y="3216158"/>
                  </a:lnTo>
                  <a:lnTo>
                    <a:pt x="10996918" y="3213938"/>
                  </a:lnTo>
                  <a:lnTo>
                    <a:pt x="10948409" y="3210266"/>
                  </a:lnTo>
                  <a:lnTo>
                    <a:pt x="10883081" y="3204832"/>
                  </a:lnTo>
                  <a:lnTo>
                    <a:pt x="10802113" y="3197400"/>
                  </a:lnTo>
                  <a:lnTo>
                    <a:pt x="10708030" y="3187822"/>
                  </a:lnTo>
                  <a:lnTo>
                    <a:pt x="10604255" y="3176034"/>
                  </a:lnTo>
                  <a:lnTo>
                    <a:pt x="10494579" y="3162039"/>
                  </a:lnTo>
                  <a:lnTo>
                    <a:pt x="10382667" y="3145876"/>
                  </a:lnTo>
                  <a:lnTo>
                    <a:pt x="10271694" y="3127588"/>
                  </a:lnTo>
                  <a:lnTo>
                    <a:pt x="10164144" y="3107195"/>
                  </a:lnTo>
                  <a:lnTo>
                    <a:pt x="10061758" y="3084673"/>
                  </a:lnTo>
                  <a:lnTo>
                    <a:pt x="9965588" y="3059940"/>
                  </a:lnTo>
                  <a:lnTo>
                    <a:pt x="9876105" y="3032849"/>
                  </a:lnTo>
                  <a:lnTo>
                    <a:pt x="9793336" y="3003188"/>
                  </a:lnTo>
                  <a:lnTo>
                    <a:pt x="9716987" y="2970679"/>
                  </a:lnTo>
                  <a:lnTo>
                    <a:pt x="9646547" y="2934989"/>
                  </a:lnTo>
                  <a:lnTo>
                    <a:pt x="9581376" y="2895736"/>
                  </a:lnTo>
                  <a:lnTo>
                    <a:pt x="9520765" y="2852513"/>
                  </a:lnTo>
                  <a:lnTo>
                    <a:pt x="9463987" y="2804915"/>
                  </a:lnTo>
                  <a:lnTo>
                    <a:pt x="9410332" y="2752596"/>
                  </a:lnTo>
                  <a:lnTo>
                    <a:pt x="9359145" y="2695341"/>
                  </a:lnTo>
                  <a:lnTo>
                    <a:pt x="9347647" y="2681457"/>
                  </a:lnTo>
                  <a:lnTo>
                    <a:pt x="9305483" y="2627283"/>
                  </a:lnTo>
                  <a:lnTo>
                    <a:pt x="9264330" y="2569385"/>
                  </a:lnTo>
                  <a:lnTo>
                    <a:pt x="9223931" y="2507689"/>
                  </a:lnTo>
                  <a:lnTo>
                    <a:pt x="9184074" y="2442169"/>
                  </a:lnTo>
                  <a:lnTo>
                    <a:pt x="9144589" y="2372862"/>
                  </a:lnTo>
                  <a:lnTo>
                    <a:pt x="9105339" y="2299864"/>
                  </a:lnTo>
                  <a:lnTo>
                    <a:pt x="9066217" y="2223339"/>
                  </a:lnTo>
                  <a:lnTo>
                    <a:pt x="9027146" y="2143521"/>
                  </a:lnTo>
                  <a:lnTo>
                    <a:pt x="8988070" y="2060714"/>
                  </a:lnTo>
                  <a:lnTo>
                    <a:pt x="8948956" y="1975286"/>
                  </a:lnTo>
                  <a:lnTo>
                    <a:pt x="8909789" y="1887667"/>
                  </a:lnTo>
                  <a:lnTo>
                    <a:pt x="8870567" y="1798342"/>
                  </a:lnTo>
                  <a:lnTo>
                    <a:pt x="8831302" y="1707836"/>
                  </a:lnTo>
                  <a:lnTo>
                    <a:pt x="8792012" y="1616708"/>
                  </a:lnTo>
                  <a:lnTo>
                    <a:pt x="8752720" y="1525530"/>
                  </a:lnTo>
                  <a:lnTo>
                    <a:pt x="8713448" y="1434878"/>
                  </a:lnTo>
                  <a:lnTo>
                    <a:pt x="8674218" y="1345311"/>
                  </a:lnTo>
                  <a:lnTo>
                    <a:pt x="8635041" y="1257364"/>
                  </a:lnTo>
                  <a:lnTo>
                    <a:pt x="8595919" y="1171527"/>
                  </a:lnTo>
                  <a:lnTo>
                    <a:pt x="8556838" y="1088242"/>
                  </a:lnTo>
                  <a:lnTo>
                    <a:pt x="8517770" y="1007888"/>
                  </a:lnTo>
                  <a:lnTo>
                    <a:pt x="8478662" y="930779"/>
                  </a:lnTo>
                  <a:lnTo>
                    <a:pt x="8439440" y="857162"/>
                  </a:lnTo>
                  <a:lnTo>
                    <a:pt x="8400004" y="787212"/>
                  </a:lnTo>
                  <a:lnTo>
                    <a:pt x="8360222" y="721038"/>
                  </a:lnTo>
                  <a:lnTo>
                    <a:pt x="8319930" y="658685"/>
                  </a:lnTo>
                  <a:lnTo>
                    <a:pt x="8278924" y="600139"/>
                  </a:lnTo>
                  <a:lnTo>
                    <a:pt x="8236954" y="545333"/>
                  </a:lnTo>
                  <a:lnTo>
                    <a:pt x="8229629" y="536291"/>
                  </a:lnTo>
                  <a:lnTo>
                    <a:pt x="8178926" y="477894"/>
                  </a:lnTo>
                  <a:lnTo>
                    <a:pt x="8125895" y="424450"/>
                  </a:lnTo>
                  <a:lnTo>
                    <a:pt x="8069897" y="375793"/>
                  </a:lnTo>
                  <a:lnTo>
                    <a:pt x="8010233" y="331597"/>
                  </a:lnTo>
                  <a:lnTo>
                    <a:pt x="7946176" y="291466"/>
                  </a:lnTo>
                  <a:lnTo>
                    <a:pt x="7877010" y="254991"/>
                  </a:lnTo>
                  <a:lnTo>
                    <a:pt x="7802072" y="221782"/>
                  </a:lnTo>
                  <a:lnTo>
                    <a:pt x="7720817" y="191492"/>
                  </a:lnTo>
                  <a:lnTo>
                    <a:pt x="7632891" y="163830"/>
                  </a:lnTo>
                  <a:lnTo>
                    <a:pt x="7538236" y="138570"/>
                  </a:lnTo>
                  <a:lnTo>
                    <a:pt x="7437211" y="115548"/>
                  </a:lnTo>
                  <a:lnTo>
                    <a:pt x="7330723" y="94669"/>
                  </a:lnTo>
                  <a:lnTo>
                    <a:pt x="7220345" y="75896"/>
                  </a:lnTo>
                  <a:lnTo>
                    <a:pt x="7108391" y="59240"/>
                  </a:lnTo>
                  <a:lnTo>
                    <a:pt x="6997888" y="44742"/>
                  </a:lnTo>
                  <a:lnTo>
                    <a:pt x="6892416" y="32444"/>
                  </a:lnTo>
                  <a:lnTo>
                    <a:pt x="6795776" y="22360"/>
                  </a:lnTo>
                  <a:lnTo>
                    <a:pt x="6711524" y="14443"/>
                  </a:lnTo>
                  <a:lnTo>
                    <a:pt x="6642436" y="8567"/>
                  </a:lnTo>
                  <a:lnTo>
                    <a:pt x="6590033" y="4515"/>
                  </a:lnTo>
                  <a:lnTo>
                    <a:pt x="6554266" y="1991"/>
                  </a:lnTo>
                  <a:lnTo>
                    <a:pt x="6533442" y="646"/>
                  </a:lnTo>
                  <a:lnTo>
                    <a:pt x="6524337" y="10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573" y="70"/>
                  </a:lnTo>
                  <a:lnTo>
                    <a:pt x="5520790" y="572"/>
                  </a:lnTo>
                  <a:lnTo>
                    <a:pt x="5506036" y="1957"/>
                  </a:lnTo>
                  <a:lnTo>
                    <a:pt x="5479220" y="4689"/>
                  </a:lnTo>
                  <a:lnTo>
                    <a:pt x="5438364" y="9219"/>
                  </a:lnTo>
                  <a:lnTo>
                    <a:pt x="5382724" y="15951"/>
                  </a:lnTo>
                  <a:lnTo>
                    <a:pt x="5312818" y="25211"/>
                  </a:lnTo>
                  <a:lnTo>
                    <a:pt x="5230299" y="37228"/>
                  </a:lnTo>
                  <a:lnTo>
                    <a:pt x="5137677" y="52129"/>
                  </a:lnTo>
                  <a:lnTo>
                    <a:pt x="5037956" y="69949"/>
                  </a:lnTo>
                  <a:lnTo>
                    <a:pt x="4934254" y="90664"/>
                  </a:lnTo>
                  <a:lnTo>
                    <a:pt x="4829472" y="114218"/>
                  </a:lnTo>
                  <a:lnTo>
                    <a:pt x="4726078" y="140564"/>
                  </a:lnTo>
                  <a:lnTo>
                    <a:pt x="4625987" y="169683"/>
                  </a:lnTo>
                  <a:lnTo>
                    <a:pt x="4530545" y="201615"/>
                  </a:lnTo>
                  <a:lnTo>
                    <a:pt x="4440576" y="236466"/>
                  </a:lnTo>
                  <a:lnTo>
                    <a:pt x="4356463" y="274417"/>
                  </a:lnTo>
                  <a:lnTo>
                    <a:pt x="4278245" y="315727"/>
                  </a:lnTo>
                  <a:lnTo>
                    <a:pt x="4205706" y="360727"/>
                  </a:lnTo>
                  <a:lnTo>
                    <a:pt x="4138453" y="409818"/>
                  </a:lnTo>
                  <a:lnTo>
                    <a:pt x="4075983" y="463457"/>
                  </a:lnTo>
                  <a:lnTo>
                    <a:pt x="4017726" y="522141"/>
                  </a:lnTo>
                  <a:lnTo>
                    <a:pt x="3963087" y="586376"/>
                  </a:lnTo>
                  <a:lnTo>
                    <a:pt x="3911474" y="656633"/>
                  </a:lnTo>
                  <a:lnTo>
                    <a:pt x="3862324" y="733276"/>
                  </a:lnTo>
                  <a:lnTo>
                    <a:pt x="3820202" y="807057"/>
                  </a:lnTo>
                  <a:lnTo>
                    <a:pt x="3784647" y="875290"/>
                  </a:lnTo>
                  <a:lnTo>
                    <a:pt x="3749839" y="947473"/>
                  </a:lnTo>
                  <a:lnTo>
                    <a:pt x="3715619" y="1023686"/>
                  </a:lnTo>
                  <a:lnTo>
                    <a:pt x="3681849" y="1103969"/>
                  </a:lnTo>
                  <a:lnTo>
                    <a:pt x="3648416" y="1188320"/>
                  </a:lnTo>
                  <a:lnTo>
                    <a:pt x="3615222" y="1276695"/>
                  </a:lnTo>
                  <a:lnTo>
                    <a:pt x="3582191" y="1368997"/>
                  </a:lnTo>
                  <a:lnTo>
                    <a:pt x="3549257" y="1465081"/>
                  </a:lnTo>
                  <a:lnTo>
                    <a:pt x="3516372" y="1564750"/>
                  </a:lnTo>
                  <a:lnTo>
                    <a:pt x="3483498" y="1667753"/>
                  </a:lnTo>
                  <a:lnTo>
                    <a:pt x="3450609" y="1773789"/>
                  </a:lnTo>
                  <a:lnTo>
                    <a:pt x="3417688" y="1882508"/>
                  </a:lnTo>
                  <a:lnTo>
                    <a:pt x="3384729" y="1993514"/>
                  </a:lnTo>
                  <a:lnTo>
                    <a:pt x="3351731" y="2106373"/>
                  </a:lnTo>
                  <a:lnTo>
                    <a:pt x="3318700" y="2220616"/>
                  </a:lnTo>
                  <a:lnTo>
                    <a:pt x="3285645" y="2335751"/>
                  </a:lnTo>
                  <a:lnTo>
                    <a:pt x="3252580" y="2451268"/>
                  </a:lnTo>
                  <a:lnTo>
                    <a:pt x="3219519" y="2566649"/>
                  </a:lnTo>
                  <a:lnTo>
                    <a:pt x="3186475" y="2681383"/>
                  </a:lnTo>
                  <a:lnTo>
                    <a:pt x="3153460" y="2794965"/>
                  </a:lnTo>
                  <a:lnTo>
                    <a:pt x="3120482" y="2906915"/>
                  </a:lnTo>
                  <a:lnTo>
                    <a:pt x="3087544" y="3016782"/>
                  </a:lnTo>
                  <a:lnTo>
                    <a:pt x="3054641" y="3124150"/>
                  </a:lnTo>
                  <a:lnTo>
                    <a:pt x="3021762" y="3228646"/>
                  </a:lnTo>
                  <a:lnTo>
                    <a:pt x="2988886" y="3329947"/>
                  </a:lnTo>
                  <a:lnTo>
                    <a:pt x="2955981" y="3427776"/>
                  </a:lnTo>
                  <a:lnTo>
                    <a:pt x="2923004" y="3521912"/>
                  </a:lnTo>
                  <a:lnTo>
                    <a:pt x="2889897" y="3612183"/>
                  </a:lnTo>
                  <a:lnTo>
                    <a:pt x="2856589" y="3698470"/>
                  </a:lnTo>
                  <a:lnTo>
                    <a:pt x="2822993" y="3780705"/>
                  </a:lnTo>
                  <a:lnTo>
                    <a:pt x="2789005" y="3858865"/>
                  </a:lnTo>
                  <a:lnTo>
                    <a:pt x="2754497" y="3932972"/>
                  </a:lnTo>
                  <a:lnTo>
                    <a:pt x="2719322" y="4003085"/>
                  </a:lnTo>
                  <a:lnTo>
                    <a:pt x="2702183" y="4035288"/>
                  </a:lnTo>
                  <a:lnTo>
                    <a:pt x="2654796" y="4117757"/>
                  </a:lnTo>
                  <a:lnTo>
                    <a:pt x="2605403" y="4193690"/>
                  </a:lnTo>
                  <a:lnTo>
                    <a:pt x="2553488" y="4263269"/>
                  </a:lnTo>
                  <a:lnTo>
                    <a:pt x="2498484" y="4326874"/>
                  </a:lnTo>
                  <a:lnTo>
                    <a:pt x="2439795" y="4384983"/>
                  </a:lnTo>
                  <a:lnTo>
                    <a:pt x="2376829" y="4438102"/>
                  </a:lnTo>
                  <a:lnTo>
                    <a:pt x="2309022" y="4486724"/>
                  </a:lnTo>
                  <a:lnTo>
                    <a:pt x="2235879" y="4531303"/>
                  </a:lnTo>
                  <a:lnTo>
                    <a:pt x="2157024" y="4572231"/>
                  </a:lnTo>
                  <a:lnTo>
                    <a:pt x="2072264" y="4609832"/>
                  </a:lnTo>
                  <a:lnTo>
                    <a:pt x="1981672" y="4644357"/>
                  </a:lnTo>
                  <a:lnTo>
                    <a:pt x="1885673" y="4675978"/>
                  </a:lnTo>
                  <a:lnTo>
                    <a:pt x="1785146" y="4704794"/>
                  </a:lnTo>
                  <a:lnTo>
                    <a:pt x="1681496" y="4730835"/>
                  </a:lnTo>
                  <a:lnTo>
                    <a:pt x="1576703" y="4754083"/>
                  </a:lnTo>
                  <a:lnTo>
                    <a:pt x="1473288" y="4774484"/>
                  </a:lnTo>
                  <a:lnTo>
                    <a:pt x="1374191" y="4791986"/>
                  </a:lnTo>
                  <a:lnTo>
                    <a:pt x="1282532" y="4806568"/>
                  </a:lnTo>
                  <a:lnTo>
                    <a:pt x="1201280" y="4818276"/>
                  </a:lnTo>
                  <a:lnTo>
                    <a:pt x="1132871" y="4827247"/>
                  </a:lnTo>
                  <a:lnTo>
                    <a:pt x="1078842" y="4833721"/>
                  </a:lnTo>
                  <a:lnTo>
                    <a:pt x="1039579" y="4838033"/>
                  </a:lnTo>
                  <a:lnTo>
                    <a:pt x="1014198" y="4840596"/>
                  </a:lnTo>
                  <a:lnTo>
                    <a:pt x="1000592" y="4841862"/>
                  </a:lnTo>
                  <a:lnTo>
                    <a:pt x="995559" y="4842296"/>
                  </a:lnTo>
                  <a:lnTo>
                    <a:pt x="994940" y="4842345"/>
                  </a:lnTo>
                  <a:lnTo>
                    <a:pt x="0" y="4842345"/>
                  </a:lnTo>
                  <a:close/>
                </a:path>
              </a:pathLst>
            </a:custGeom>
            <a:solidFill>
              <a:srgbClr val="26A69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89" name="pl2088"/>
            <p:cNvSpPr/>
            <p:nvPr/>
          </p:nvSpPr>
          <p:spPr>
            <a:xfrm>
              <a:off x="1199187" y="1493416"/>
              <a:ext cx="12049831" cy="4842345"/>
            </a:xfrm>
            <a:custGeom>
              <a:avLst/>
              <a:pathLst>
                <a:path w="12049831" h="4842345">
                  <a:moveTo>
                    <a:pt x="0" y="4842345"/>
                  </a:moveTo>
                  <a:lnTo>
                    <a:pt x="994940" y="4842345"/>
                  </a:lnTo>
                  <a:lnTo>
                    <a:pt x="995812" y="4842275"/>
                  </a:lnTo>
                  <a:lnTo>
                    <a:pt x="1001595" y="4841773"/>
                  </a:lnTo>
                  <a:lnTo>
                    <a:pt x="1016349" y="4840388"/>
                  </a:lnTo>
                  <a:lnTo>
                    <a:pt x="1043165" y="4837655"/>
                  </a:lnTo>
                  <a:lnTo>
                    <a:pt x="1084021" y="4833125"/>
                  </a:lnTo>
                  <a:lnTo>
                    <a:pt x="1139661" y="4826394"/>
                  </a:lnTo>
                  <a:lnTo>
                    <a:pt x="1209567" y="4817134"/>
                  </a:lnTo>
                  <a:lnTo>
                    <a:pt x="1292086" y="4805117"/>
                  </a:lnTo>
                  <a:lnTo>
                    <a:pt x="1384708" y="4790216"/>
                  </a:lnTo>
                  <a:lnTo>
                    <a:pt x="1484429" y="4772396"/>
                  </a:lnTo>
                  <a:lnTo>
                    <a:pt x="1588131" y="4751681"/>
                  </a:lnTo>
                  <a:lnTo>
                    <a:pt x="1692913" y="4728126"/>
                  </a:lnTo>
                  <a:lnTo>
                    <a:pt x="1796307" y="4701781"/>
                  </a:lnTo>
                  <a:lnTo>
                    <a:pt x="1896398" y="4672662"/>
                  </a:lnTo>
                  <a:lnTo>
                    <a:pt x="1991840" y="4640730"/>
                  </a:lnTo>
                  <a:lnTo>
                    <a:pt x="2081809" y="4605879"/>
                  </a:lnTo>
                  <a:lnTo>
                    <a:pt x="2165922" y="4567928"/>
                  </a:lnTo>
                  <a:lnTo>
                    <a:pt x="2244140" y="4526618"/>
                  </a:lnTo>
                  <a:lnTo>
                    <a:pt x="2316679" y="4481618"/>
                  </a:lnTo>
                  <a:lnTo>
                    <a:pt x="2383932" y="4432527"/>
                  </a:lnTo>
                  <a:lnTo>
                    <a:pt x="2446402" y="4378888"/>
                  </a:lnTo>
                  <a:lnTo>
                    <a:pt x="2504659" y="4320204"/>
                  </a:lnTo>
                  <a:lnTo>
                    <a:pt x="2559298" y="4255969"/>
                  </a:lnTo>
                  <a:lnTo>
                    <a:pt x="2610911" y="4185712"/>
                  </a:lnTo>
                  <a:lnTo>
                    <a:pt x="2660061" y="4109069"/>
                  </a:lnTo>
                  <a:lnTo>
                    <a:pt x="2702183" y="4035288"/>
                  </a:lnTo>
                  <a:lnTo>
                    <a:pt x="2737738" y="3967055"/>
                  </a:lnTo>
                  <a:lnTo>
                    <a:pt x="2772546" y="3894872"/>
                  </a:lnTo>
                  <a:lnTo>
                    <a:pt x="2806766" y="3818659"/>
                  </a:lnTo>
                  <a:lnTo>
                    <a:pt x="2840536" y="3738376"/>
                  </a:lnTo>
                  <a:lnTo>
                    <a:pt x="2873969" y="3654025"/>
                  </a:lnTo>
                  <a:lnTo>
                    <a:pt x="2907163" y="3565650"/>
                  </a:lnTo>
                  <a:lnTo>
                    <a:pt x="2940194" y="3473348"/>
                  </a:lnTo>
                  <a:lnTo>
                    <a:pt x="2973128" y="3377264"/>
                  </a:lnTo>
                  <a:lnTo>
                    <a:pt x="3006013" y="3277595"/>
                  </a:lnTo>
                  <a:lnTo>
                    <a:pt x="3038887" y="3174592"/>
                  </a:lnTo>
                  <a:lnTo>
                    <a:pt x="3071776" y="3068556"/>
                  </a:lnTo>
                  <a:lnTo>
                    <a:pt x="3104697" y="2959837"/>
                  </a:lnTo>
                  <a:lnTo>
                    <a:pt x="3137656" y="2848831"/>
                  </a:lnTo>
                  <a:lnTo>
                    <a:pt x="3170654" y="2735972"/>
                  </a:lnTo>
                  <a:lnTo>
                    <a:pt x="3203685" y="2621729"/>
                  </a:lnTo>
                  <a:lnTo>
                    <a:pt x="3236740" y="2506594"/>
                  </a:lnTo>
                  <a:lnTo>
                    <a:pt x="3269805" y="2391077"/>
                  </a:lnTo>
                  <a:lnTo>
                    <a:pt x="3302866" y="2275695"/>
                  </a:lnTo>
                  <a:lnTo>
                    <a:pt x="3335910" y="2160962"/>
                  </a:lnTo>
                  <a:lnTo>
                    <a:pt x="3368925" y="2047380"/>
                  </a:lnTo>
                  <a:lnTo>
                    <a:pt x="3401903" y="1935430"/>
                  </a:lnTo>
                  <a:lnTo>
                    <a:pt x="3434841" y="1825563"/>
                  </a:lnTo>
                  <a:lnTo>
                    <a:pt x="3467744" y="1718195"/>
                  </a:lnTo>
                  <a:lnTo>
                    <a:pt x="3500623" y="1613698"/>
                  </a:lnTo>
                  <a:lnTo>
                    <a:pt x="3533499" y="1512398"/>
                  </a:lnTo>
                  <a:lnTo>
                    <a:pt x="3566404" y="1414569"/>
                  </a:lnTo>
                  <a:lnTo>
                    <a:pt x="3599381" y="1320433"/>
                  </a:lnTo>
                  <a:lnTo>
                    <a:pt x="3632488" y="1230162"/>
                  </a:lnTo>
                  <a:lnTo>
                    <a:pt x="3665796" y="1143874"/>
                  </a:lnTo>
                  <a:lnTo>
                    <a:pt x="3699392" y="1061639"/>
                  </a:lnTo>
                  <a:lnTo>
                    <a:pt x="3733380" y="983479"/>
                  </a:lnTo>
                  <a:lnTo>
                    <a:pt x="3767888" y="909373"/>
                  </a:lnTo>
                  <a:lnTo>
                    <a:pt x="3803063" y="839260"/>
                  </a:lnTo>
                  <a:lnTo>
                    <a:pt x="3820202" y="807057"/>
                  </a:lnTo>
                  <a:lnTo>
                    <a:pt x="3867589" y="724588"/>
                  </a:lnTo>
                  <a:lnTo>
                    <a:pt x="3916982" y="648654"/>
                  </a:lnTo>
                  <a:lnTo>
                    <a:pt x="3968897" y="579075"/>
                  </a:lnTo>
                  <a:lnTo>
                    <a:pt x="4023901" y="515470"/>
                  </a:lnTo>
                  <a:lnTo>
                    <a:pt x="4082590" y="457362"/>
                  </a:lnTo>
                  <a:lnTo>
                    <a:pt x="4145556" y="404243"/>
                  </a:lnTo>
                  <a:lnTo>
                    <a:pt x="4213363" y="355621"/>
                  </a:lnTo>
                  <a:lnTo>
                    <a:pt x="4286506" y="311042"/>
                  </a:lnTo>
                  <a:lnTo>
                    <a:pt x="4365361" y="270114"/>
                  </a:lnTo>
                  <a:lnTo>
                    <a:pt x="4450121" y="232513"/>
                  </a:lnTo>
                  <a:lnTo>
                    <a:pt x="4540713" y="197988"/>
                  </a:lnTo>
                  <a:lnTo>
                    <a:pt x="4636712" y="166367"/>
                  </a:lnTo>
                  <a:lnTo>
                    <a:pt x="4737239" y="137551"/>
                  </a:lnTo>
                  <a:lnTo>
                    <a:pt x="4840889" y="111509"/>
                  </a:lnTo>
                  <a:lnTo>
                    <a:pt x="4945682" y="88262"/>
                  </a:lnTo>
                  <a:lnTo>
                    <a:pt x="5049097" y="67861"/>
                  </a:lnTo>
                  <a:lnTo>
                    <a:pt x="5148194" y="50359"/>
                  </a:lnTo>
                  <a:lnTo>
                    <a:pt x="5239853" y="35777"/>
                  </a:lnTo>
                  <a:lnTo>
                    <a:pt x="5321105" y="24069"/>
                  </a:lnTo>
                  <a:lnTo>
                    <a:pt x="5389514" y="15098"/>
                  </a:lnTo>
                  <a:lnTo>
                    <a:pt x="5443543" y="8624"/>
                  </a:lnTo>
                  <a:lnTo>
                    <a:pt x="5482806" y="4311"/>
                  </a:lnTo>
                  <a:lnTo>
                    <a:pt x="5508187" y="1749"/>
                  </a:lnTo>
                  <a:lnTo>
                    <a:pt x="5521793" y="482"/>
                  </a:lnTo>
                  <a:lnTo>
                    <a:pt x="5526826" y="49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6" y="57"/>
                  </a:lnTo>
                  <a:lnTo>
                    <a:pt x="6530452" y="464"/>
                  </a:lnTo>
                  <a:lnTo>
                    <a:pt x="6548241" y="1590"/>
                  </a:lnTo>
                  <a:lnTo>
                    <a:pt x="6580359" y="3810"/>
                  </a:lnTo>
                  <a:lnTo>
                    <a:pt x="6628868" y="7482"/>
                  </a:lnTo>
                  <a:lnTo>
                    <a:pt x="6694195" y="12916"/>
                  </a:lnTo>
                  <a:lnTo>
                    <a:pt x="6775163" y="20348"/>
                  </a:lnTo>
                  <a:lnTo>
                    <a:pt x="6869247" y="29927"/>
                  </a:lnTo>
                  <a:lnTo>
                    <a:pt x="6973022" y="41714"/>
                  </a:lnTo>
                  <a:lnTo>
                    <a:pt x="7082697" y="55709"/>
                  </a:lnTo>
                  <a:lnTo>
                    <a:pt x="7194609" y="71872"/>
                  </a:lnTo>
                  <a:lnTo>
                    <a:pt x="7305582" y="90161"/>
                  </a:lnTo>
                  <a:lnTo>
                    <a:pt x="7413132" y="110554"/>
                  </a:lnTo>
                  <a:lnTo>
                    <a:pt x="7515518" y="133076"/>
                  </a:lnTo>
                  <a:lnTo>
                    <a:pt x="7611689" y="157809"/>
                  </a:lnTo>
                  <a:lnTo>
                    <a:pt x="7701172" y="184899"/>
                  </a:lnTo>
                  <a:lnTo>
                    <a:pt x="7783940" y="214560"/>
                  </a:lnTo>
                  <a:lnTo>
                    <a:pt x="7860290" y="247069"/>
                  </a:lnTo>
                  <a:lnTo>
                    <a:pt x="7930729" y="282759"/>
                  </a:lnTo>
                  <a:lnTo>
                    <a:pt x="7995900" y="322012"/>
                  </a:lnTo>
                  <a:lnTo>
                    <a:pt x="8056511" y="365236"/>
                  </a:lnTo>
                  <a:lnTo>
                    <a:pt x="8113289" y="412833"/>
                  </a:lnTo>
                  <a:lnTo>
                    <a:pt x="8166945" y="465152"/>
                  </a:lnTo>
                  <a:lnTo>
                    <a:pt x="8218132" y="522407"/>
                  </a:lnTo>
                  <a:lnTo>
                    <a:pt x="8229629" y="536291"/>
                  </a:lnTo>
                  <a:lnTo>
                    <a:pt x="8271794" y="590466"/>
                  </a:lnTo>
                  <a:lnTo>
                    <a:pt x="8312946" y="648363"/>
                  </a:lnTo>
                  <a:lnTo>
                    <a:pt x="8353345" y="710060"/>
                  </a:lnTo>
                  <a:lnTo>
                    <a:pt x="8393202" y="775579"/>
                  </a:lnTo>
                  <a:lnTo>
                    <a:pt x="8432687" y="844886"/>
                  </a:lnTo>
                  <a:lnTo>
                    <a:pt x="8471938" y="917885"/>
                  </a:lnTo>
                  <a:lnTo>
                    <a:pt x="8511059" y="994409"/>
                  </a:lnTo>
                  <a:lnTo>
                    <a:pt x="8550131" y="1074227"/>
                  </a:lnTo>
                  <a:lnTo>
                    <a:pt x="8589206" y="1157034"/>
                  </a:lnTo>
                  <a:lnTo>
                    <a:pt x="8628320" y="1242463"/>
                  </a:lnTo>
                  <a:lnTo>
                    <a:pt x="8667487" y="1330081"/>
                  </a:lnTo>
                  <a:lnTo>
                    <a:pt x="8706709" y="1419407"/>
                  </a:lnTo>
                  <a:lnTo>
                    <a:pt x="8745975" y="1509912"/>
                  </a:lnTo>
                  <a:lnTo>
                    <a:pt x="8785265" y="1601040"/>
                  </a:lnTo>
                  <a:lnTo>
                    <a:pt x="8824557" y="1692218"/>
                  </a:lnTo>
                  <a:lnTo>
                    <a:pt x="8863828" y="1782870"/>
                  </a:lnTo>
                  <a:lnTo>
                    <a:pt x="8903058" y="1872437"/>
                  </a:lnTo>
                  <a:lnTo>
                    <a:pt x="8942235" y="1960384"/>
                  </a:lnTo>
                  <a:lnTo>
                    <a:pt x="8981358" y="2046221"/>
                  </a:lnTo>
                  <a:lnTo>
                    <a:pt x="9020438" y="2129507"/>
                  </a:lnTo>
                  <a:lnTo>
                    <a:pt x="9059507" y="2209861"/>
                  </a:lnTo>
                  <a:lnTo>
                    <a:pt x="9098615" y="2286969"/>
                  </a:lnTo>
                  <a:lnTo>
                    <a:pt x="9137836" y="2360587"/>
                  </a:lnTo>
                  <a:lnTo>
                    <a:pt x="9177273" y="2430537"/>
                  </a:lnTo>
                  <a:lnTo>
                    <a:pt x="9217054" y="2496711"/>
                  </a:lnTo>
                  <a:lnTo>
                    <a:pt x="9257346" y="2559063"/>
                  </a:lnTo>
                  <a:lnTo>
                    <a:pt x="9298353" y="2617609"/>
                  </a:lnTo>
                  <a:lnTo>
                    <a:pt x="9340323" y="2672415"/>
                  </a:lnTo>
                  <a:lnTo>
                    <a:pt x="9347647" y="2681457"/>
                  </a:lnTo>
                  <a:lnTo>
                    <a:pt x="9398350" y="2739855"/>
                  </a:lnTo>
                  <a:lnTo>
                    <a:pt x="9451382" y="2793298"/>
                  </a:lnTo>
                  <a:lnTo>
                    <a:pt x="9507380" y="2841956"/>
                  </a:lnTo>
                  <a:lnTo>
                    <a:pt x="9567043" y="2886151"/>
                  </a:lnTo>
                  <a:lnTo>
                    <a:pt x="9631100" y="2926282"/>
                  </a:lnTo>
                  <a:lnTo>
                    <a:pt x="9700267" y="2962757"/>
                  </a:lnTo>
                  <a:lnTo>
                    <a:pt x="9775204" y="2995967"/>
                  </a:lnTo>
                  <a:lnTo>
                    <a:pt x="9856460" y="3026257"/>
                  </a:lnTo>
                  <a:lnTo>
                    <a:pt x="9944385" y="3053918"/>
                  </a:lnTo>
                  <a:lnTo>
                    <a:pt x="10039040" y="3079178"/>
                  </a:lnTo>
                  <a:lnTo>
                    <a:pt x="10140065" y="3102200"/>
                  </a:lnTo>
                  <a:lnTo>
                    <a:pt x="10246554" y="3123079"/>
                  </a:lnTo>
                  <a:lnTo>
                    <a:pt x="10356932" y="3141852"/>
                  </a:lnTo>
                  <a:lnTo>
                    <a:pt x="10468886" y="3158508"/>
                  </a:lnTo>
                  <a:lnTo>
                    <a:pt x="10579388" y="3173006"/>
                  </a:lnTo>
                  <a:lnTo>
                    <a:pt x="10684860" y="3185304"/>
                  </a:lnTo>
                  <a:lnTo>
                    <a:pt x="10781500" y="3195389"/>
                  </a:lnTo>
                  <a:lnTo>
                    <a:pt x="10865752" y="3203305"/>
                  </a:lnTo>
                  <a:lnTo>
                    <a:pt x="10934840" y="3209181"/>
                  </a:lnTo>
                  <a:lnTo>
                    <a:pt x="10987244" y="3213234"/>
                  </a:lnTo>
                  <a:lnTo>
                    <a:pt x="11023011" y="3215757"/>
                  </a:lnTo>
                  <a:lnTo>
                    <a:pt x="11043835" y="3217102"/>
                  </a:lnTo>
                  <a:lnTo>
                    <a:pt x="11052940" y="3217642"/>
                  </a:lnTo>
                  <a:lnTo>
                    <a:pt x="11054878" y="3217748"/>
                  </a:lnTo>
                  <a:lnTo>
                    <a:pt x="11054891" y="3217749"/>
                  </a:lnTo>
                  <a:lnTo>
                    <a:pt x="12049831" y="3217749"/>
                  </a:lnTo>
                  <a:lnTo>
                    <a:pt x="12049831" y="32177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0" name="pl2089"/>
            <p:cNvSpPr/>
            <p:nvPr/>
          </p:nvSpPr>
          <p:spPr>
            <a:xfrm>
              <a:off x="1199187" y="1488175"/>
              <a:ext cx="12049831" cy="4842345"/>
            </a:xfrm>
            <a:custGeom>
              <a:avLst/>
              <a:pathLst>
                <a:path w="12049831" h="4842345">
                  <a:moveTo>
                    <a:pt x="12049831" y="3217749"/>
                  </a:moveTo>
                  <a:lnTo>
                    <a:pt x="11054891" y="3217749"/>
                  </a:lnTo>
                  <a:lnTo>
                    <a:pt x="11053831" y="3217692"/>
                  </a:lnTo>
                  <a:lnTo>
                    <a:pt x="11046824" y="3217284"/>
                  </a:lnTo>
                  <a:lnTo>
                    <a:pt x="11029036" y="3216158"/>
                  </a:lnTo>
                  <a:lnTo>
                    <a:pt x="10996918" y="3213938"/>
                  </a:lnTo>
                  <a:lnTo>
                    <a:pt x="10948409" y="3210266"/>
                  </a:lnTo>
                  <a:lnTo>
                    <a:pt x="10883081" y="3204832"/>
                  </a:lnTo>
                  <a:lnTo>
                    <a:pt x="10802113" y="3197400"/>
                  </a:lnTo>
                  <a:lnTo>
                    <a:pt x="10708030" y="3187822"/>
                  </a:lnTo>
                  <a:lnTo>
                    <a:pt x="10604255" y="3176034"/>
                  </a:lnTo>
                  <a:lnTo>
                    <a:pt x="10494579" y="3162039"/>
                  </a:lnTo>
                  <a:lnTo>
                    <a:pt x="10382667" y="3145876"/>
                  </a:lnTo>
                  <a:lnTo>
                    <a:pt x="10271694" y="3127588"/>
                  </a:lnTo>
                  <a:lnTo>
                    <a:pt x="10164144" y="3107195"/>
                  </a:lnTo>
                  <a:lnTo>
                    <a:pt x="10061758" y="3084673"/>
                  </a:lnTo>
                  <a:lnTo>
                    <a:pt x="9965588" y="3059940"/>
                  </a:lnTo>
                  <a:lnTo>
                    <a:pt x="9876105" y="3032849"/>
                  </a:lnTo>
                  <a:lnTo>
                    <a:pt x="9793336" y="3003188"/>
                  </a:lnTo>
                  <a:lnTo>
                    <a:pt x="9716987" y="2970679"/>
                  </a:lnTo>
                  <a:lnTo>
                    <a:pt x="9646547" y="2934989"/>
                  </a:lnTo>
                  <a:lnTo>
                    <a:pt x="9581376" y="2895736"/>
                  </a:lnTo>
                  <a:lnTo>
                    <a:pt x="9520765" y="2852513"/>
                  </a:lnTo>
                  <a:lnTo>
                    <a:pt x="9463987" y="2804915"/>
                  </a:lnTo>
                  <a:lnTo>
                    <a:pt x="9410332" y="2752596"/>
                  </a:lnTo>
                  <a:lnTo>
                    <a:pt x="9359145" y="2695341"/>
                  </a:lnTo>
                  <a:lnTo>
                    <a:pt x="9347647" y="2681457"/>
                  </a:lnTo>
                  <a:lnTo>
                    <a:pt x="9305483" y="2627283"/>
                  </a:lnTo>
                  <a:lnTo>
                    <a:pt x="9264330" y="2569385"/>
                  </a:lnTo>
                  <a:lnTo>
                    <a:pt x="9223931" y="2507689"/>
                  </a:lnTo>
                  <a:lnTo>
                    <a:pt x="9184074" y="2442169"/>
                  </a:lnTo>
                  <a:lnTo>
                    <a:pt x="9144589" y="2372862"/>
                  </a:lnTo>
                  <a:lnTo>
                    <a:pt x="9105339" y="2299864"/>
                  </a:lnTo>
                  <a:lnTo>
                    <a:pt x="9066217" y="2223339"/>
                  </a:lnTo>
                  <a:lnTo>
                    <a:pt x="9027146" y="2143521"/>
                  </a:lnTo>
                  <a:lnTo>
                    <a:pt x="8988070" y="2060714"/>
                  </a:lnTo>
                  <a:lnTo>
                    <a:pt x="8948956" y="1975286"/>
                  </a:lnTo>
                  <a:lnTo>
                    <a:pt x="8909789" y="1887667"/>
                  </a:lnTo>
                  <a:lnTo>
                    <a:pt x="8870567" y="1798342"/>
                  </a:lnTo>
                  <a:lnTo>
                    <a:pt x="8831302" y="1707836"/>
                  </a:lnTo>
                  <a:lnTo>
                    <a:pt x="8792012" y="1616708"/>
                  </a:lnTo>
                  <a:lnTo>
                    <a:pt x="8752720" y="1525530"/>
                  </a:lnTo>
                  <a:lnTo>
                    <a:pt x="8713448" y="1434878"/>
                  </a:lnTo>
                  <a:lnTo>
                    <a:pt x="8674218" y="1345311"/>
                  </a:lnTo>
                  <a:lnTo>
                    <a:pt x="8635041" y="1257364"/>
                  </a:lnTo>
                  <a:lnTo>
                    <a:pt x="8595919" y="1171527"/>
                  </a:lnTo>
                  <a:lnTo>
                    <a:pt x="8556838" y="1088242"/>
                  </a:lnTo>
                  <a:lnTo>
                    <a:pt x="8517770" y="1007888"/>
                  </a:lnTo>
                  <a:lnTo>
                    <a:pt x="8478662" y="930779"/>
                  </a:lnTo>
                  <a:lnTo>
                    <a:pt x="8439440" y="857162"/>
                  </a:lnTo>
                  <a:lnTo>
                    <a:pt x="8400004" y="787212"/>
                  </a:lnTo>
                  <a:lnTo>
                    <a:pt x="8360222" y="721038"/>
                  </a:lnTo>
                  <a:lnTo>
                    <a:pt x="8319930" y="658685"/>
                  </a:lnTo>
                  <a:lnTo>
                    <a:pt x="8278924" y="600139"/>
                  </a:lnTo>
                  <a:lnTo>
                    <a:pt x="8236954" y="545333"/>
                  </a:lnTo>
                  <a:lnTo>
                    <a:pt x="8229629" y="536291"/>
                  </a:lnTo>
                  <a:lnTo>
                    <a:pt x="8178926" y="477894"/>
                  </a:lnTo>
                  <a:lnTo>
                    <a:pt x="8125895" y="424450"/>
                  </a:lnTo>
                  <a:lnTo>
                    <a:pt x="8069897" y="375793"/>
                  </a:lnTo>
                  <a:lnTo>
                    <a:pt x="8010233" y="331597"/>
                  </a:lnTo>
                  <a:lnTo>
                    <a:pt x="7946176" y="291466"/>
                  </a:lnTo>
                  <a:lnTo>
                    <a:pt x="7877010" y="254991"/>
                  </a:lnTo>
                  <a:lnTo>
                    <a:pt x="7802072" y="221782"/>
                  </a:lnTo>
                  <a:lnTo>
                    <a:pt x="7720817" y="191492"/>
                  </a:lnTo>
                  <a:lnTo>
                    <a:pt x="7632891" y="163830"/>
                  </a:lnTo>
                  <a:lnTo>
                    <a:pt x="7538236" y="138570"/>
                  </a:lnTo>
                  <a:lnTo>
                    <a:pt x="7437211" y="115548"/>
                  </a:lnTo>
                  <a:lnTo>
                    <a:pt x="7330723" y="94669"/>
                  </a:lnTo>
                  <a:lnTo>
                    <a:pt x="7220345" y="75896"/>
                  </a:lnTo>
                  <a:lnTo>
                    <a:pt x="7108391" y="59240"/>
                  </a:lnTo>
                  <a:lnTo>
                    <a:pt x="6997888" y="44742"/>
                  </a:lnTo>
                  <a:lnTo>
                    <a:pt x="6892416" y="32444"/>
                  </a:lnTo>
                  <a:lnTo>
                    <a:pt x="6795776" y="22360"/>
                  </a:lnTo>
                  <a:lnTo>
                    <a:pt x="6711524" y="14443"/>
                  </a:lnTo>
                  <a:lnTo>
                    <a:pt x="6642436" y="8567"/>
                  </a:lnTo>
                  <a:lnTo>
                    <a:pt x="6590033" y="4515"/>
                  </a:lnTo>
                  <a:lnTo>
                    <a:pt x="6554266" y="1991"/>
                  </a:lnTo>
                  <a:lnTo>
                    <a:pt x="6533442" y="646"/>
                  </a:lnTo>
                  <a:lnTo>
                    <a:pt x="6524337" y="106"/>
                  </a:lnTo>
                  <a:lnTo>
                    <a:pt x="6522399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573" y="70"/>
                  </a:lnTo>
                  <a:lnTo>
                    <a:pt x="5520790" y="572"/>
                  </a:lnTo>
                  <a:lnTo>
                    <a:pt x="5506036" y="1957"/>
                  </a:lnTo>
                  <a:lnTo>
                    <a:pt x="5479220" y="4689"/>
                  </a:lnTo>
                  <a:lnTo>
                    <a:pt x="5438364" y="9219"/>
                  </a:lnTo>
                  <a:lnTo>
                    <a:pt x="5382724" y="15951"/>
                  </a:lnTo>
                  <a:lnTo>
                    <a:pt x="5312818" y="25211"/>
                  </a:lnTo>
                  <a:lnTo>
                    <a:pt x="5230299" y="37228"/>
                  </a:lnTo>
                  <a:lnTo>
                    <a:pt x="5137677" y="52129"/>
                  </a:lnTo>
                  <a:lnTo>
                    <a:pt x="5037956" y="69949"/>
                  </a:lnTo>
                  <a:lnTo>
                    <a:pt x="4934254" y="90664"/>
                  </a:lnTo>
                  <a:lnTo>
                    <a:pt x="4829472" y="114218"/>
                  </a:lnTo>
                  <a:lnTo>
                    <a:pt x="4726078" y="140564"/>
                  </a:lnTo>
                  <a:lnTo>
                    <a:pt x="4625987" y="169683"/>
                  </a:lnTo>
                  <a:lnTo>
                    <a:pt x="4530545" y="201615"/>
                  </a:lnTo>
                  <a:lnTo>
                    <a:pt x="4440576" y="236466"/>
                  </a:lnTo>
                  <a:lnTo>
                    <a:pt x="4356463" y="274417"/>
                  </a:lnTo>
                  <a:lnTo>
                    <a:pt x="4278245" y="315727"/>
                  </a:lnTo>
                  <a:lnTo>
                    <a:pt x="4205706" y="360727"/>
                  </a:lnTo>
                  <a:lnTo>
                    <a:pt x="4138453" y="409818"/>
                  </a:lnTo>
                  <a:lnTo>
                    <a:pt x="4075983" y="463457"/>
                  </a:lnTo>
                  <a:lnTo>
                    <a:pt x="4017726" y="522141"/>
                  </a:lnTo>
                  <a:lnTo>
                    <a:pt x="3963087" y="586376"/>
                  </a:lnTo>
                  <a:lnTo>
                    <a:pt x="3911474" y="656633"/>
                  </a:lnTo>
                  <a:lnTo>
                    <a:pt x="3862324" y="733276"/>
                  </a:lnTo>
                  <a:lnTo>
                    <a:pt x="3820202" y="807057"/>
                  </a:lnTo>
                  <a:lnTo>
                    <a:pt x="3784647" y="875290"/>
                  </a:lnTo>
                  <a:lnTo>
                    <a:pt x="3749839" y="947473"/>
                  </a:lnTo>
                  <a:lnTo>
                    <a:pt x="3715619" y="1023686"/>
                  </a:lnTo>
                  <a:lnTo>
                    <a:pt x="3681849" y="1103969"/>
                  </a:lnTo>
                  <a:lnTo>
                    <a:pt x="3648416" y="1188320"/>
                  </a:lnTo>
                  <a:lnTo>
                    <a:pt x="3615222" y="1276695"/>
                  </a:lnTo>
                  <a:lnTo>
                    <a:pt x="3582191" y="1368997"/>
                  </a:lnTo>
                  <a:lnTo>
                    <a:pt x="3549257" y="1465081"/>
                  </a:lnTo>
                  <a:lnTo>
                    <a:pt x="3516372" y="1564750"/>
                  </a:lnTo>
                  <a:lnTo>
                    <a:pt x="3483498" y="1667753"/>
                  </a:lnTo>
                  <a:lnTo>
                    <a:pt x="3450609" y="1773789"/>
                  </a:lnTo>
                  <a:lnTo>
                    <a:pt x="3417688" y="1882508"/>
                  </a:lnTo>
                  <a:lnTo>
                    <a:pt x="3384729" y="1993514"/>
                  </a:lnTo>
                  <a:lnTo>
                    <a:pt x="3351731" y="2106373"/>
                  </a:lnTo>
                  <a:lnTo>
                    <a:pt x="3318700" y="2220616"/>
                  </a:lnTo>
                  <a:lnTo>
                    <a:pt x="3285645" y="2335751"/>
                  </a:lnTo>
                  <a:lnTo>
                    <a:pt x="3252580" y="2451268"/>
                  </a:lnTo>
                  <a:lnTo>
                    <a:pt x="3219519" y="2566649"/>
                  </a:lnTo>
                  <a:lnTo>
                    <a:pt x="3186475" y="2681383"/>
                  </a:lnTo>
                  <a:lnTo>
                    <a:pt x="3153460" y="2794965"/>
                  </a:lnTo>
                  <a:lnTo>
                    <a:pt x="3120482" y="2906915"/>
                  </a:lnTo>
                  <a:lnTo>
                    <a:pt x="3087544" y="3016782"/>
                  </a:lnTo>
                  <a:lnTo>
                    <a:pt x="3054641" y="3124150"/>
                  </a:lnTo>
                  <a:lnTo>
                    <a:pt x="3021762" y="3228646"/>
                  </a:lnTo>
                  <a:lnTo>
                    <a:pt x="2988886" y="3329947"/>
                  </a:lnTo>
                  <a:lnTo>
                    <a:pt x="2955981" y="3427776"/>
                  </a:lnTo>
                  <a:lnTo>
                    <a:pt x="2923004" y="3521912"/>
                  </a:lnTo>
                  <a:lnTo>
                    <a:pt x="2889897" y="3612183"/>
                  </a:lnTo>
                  <a:lnTo>
                    <a:pt x="2856589" y="3698470"/>
                  </a:lnTo>
                  <a:lnTo>
                    <a:pt x="2822993" y="3780705"/>
                  </a:lnTo>
                  <a:lnTo>
                    <a:pt x="2789005" y="3858865"/>
                  </a:lnTo>
                  <a:lnTo>
                    <a:pt x="2754497" y="3932972"/>
                  </a:lnTo>
                  <a:lnTo>
                    <a:pt x="2719322" y="4003085"/>
                  </a:lnTo>
                  <a:lnTo>
                    <a:pt x="2702183" y="4035288"/>
                  </a:lnTo>
                  <a:lnTo>
                    <a:pt x="2654796" y="4117757"/>
                  </a:lnTo>
                  <a:lnTo>
                    <a:pt x="2605403" y="4193690"/>
                  </a:lnTo>
                  <a:lnTo>
                    <a:pt x="2553488" y="4263269"/>
                  </a:lnTo>
                  <a:lnTo>
                    <a:pt x="2498484" y="4326874"/>
                  </a:lnTo>
                  <a:lnTo>
                    <a:pt x="2439795" y="4384983"/>
                  </a:lnTo>
                  <a:lnTo>
                    <a:pt x="2376829" y="4438102"/>
                  </a:lnTo>
                  <a:lnTo>
                    <a:pt x="2309022" y="4486724"/>
                  </a:lnTo>
                  <a:lnTo>
                    <a:pt x="2235879" y="4531303"/>
                  </a:lnTo>
                  <a:lnTo>
                    <a:pt x="2157024" y="4572231"/>
                  </a:lnTo>
                  <a:lnTo>
                    <a:pt x="2072264" y="4609832"/>
                  </a:lnTo>
                  <a:lnTo>
                    <a:pt x="1981672" y="4644357"/>
                  </a:lnTo>
                  <a:lnTo>
                    <a:pt x="1885673" y="4675978"/>
                  </a:lnTo>
                  <a:lnTo>
                    <a:pt x="1785146" y="4704794"/>
                  </a:lnTo>
                  <a:lnTo>
                    <a:pt x="1681496" y="4730835"/>
                  </a:lnTo>
                  <a:lnTo>
                    <a:pt x="1576703" y="4754083"/>
                  </a:lnTo>
                  <a:lnTo>
                    <a:pt x="1473288" y="4774484"/>
                  </a:lnTo>
                  <a:lnTo>
                    <a:pt x="1374191" y="4791986"/>
                  </a:lnTo>
                  <a:lnTo>
                    <a:pt x="1282532" y="4806568"/>
                  </a:lnTo>
                  <a:lnTo>
                    <a:pt x="1201280" y="4818276"/>
                  </a:lnTo>
                  <a:lnTo>
                    <a:pt x="1132871" y="4827247"/>
                  </a:lnTo>
                  <a:lnTo>
                    <a:pt x="1078842" y="4833721"/>
                  </a:lnTo>
                  <a:lnTo>
                    <a:pt x="1039579" y="4838033"/>
                  </a:lnTo>
                  <a:lnTo>
                    <a:pt x="1014198" y="4840596"/>
                  </a:lnTo>
                  <a:lnTo>
                    <a:pt x="1000592" y="4841862"/>
                  </a:lnTo>
                  <a:lnTo>
                    <a:pt x="995559" y="4842296"/>
                  </a:lnTo>
                  <a:lnTo>
                    <a:pt x="994940" y="4842345"/>
                  </a:lnTo>
                  <a:lnTo>
                    <a:pt x="0" y="4842345"/>
                  </a:lnTo>
                  <a:lnTo>
                    <a:pt x="0" y="48423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1" name="pg2090"/>
            <p:cNvSpPr/>
            <p:nvPr/>
          </p:nvSpPr>
          <p:spPr>
            <a:xfrm>
              <a:off x="1199187" y="2080367"/>
              <a:ext cx="12049831" cy="4265876"/>
            </a:xfrm>
            <a:custGeom>
              <a:avLst/>
              <a:pathLst>
                <a:path w="12049831" h="4265876">
                  <a:moveTo>
                    <a:pt x="0" y="4265876"/>
                  </a:moveTo>
                  <a:lnTo>
                    <a:pt x="994940" y="4265876"/>
                  </a:lnTo>
                  <a:lnTo>
                    <a:pt x="995950" y="4265803"/>
                  </a:lnTo>
                  <a:lnTo>
                    <a:pt x="1002633" y="4265290"/>
                  </a:lnTo>
                  <a:lnTo>
                    <a:pt x="1019620" y="4263871"/>
                  </a:lnTo>
                  <a:lnTo>
                    <a:pt x="1050344" y="4261074"/>
                  </a:lnTo>
                  <a:lnTo>
                    <a:pt x="1096853" y="4256445"/>
                  </a:lnTo>
                  <a:lnTo>
                    <a:pt x="1159669" y="4249586"/>
                  </a:lnTo>
                  <a:lnTo>
                    <a:pt x="1237800" y="4240191"/>
                  </a:lnTo>
                  <a:lnTo>
                    <a:pt x="1328957" y="4228061"/>
                  </a:lnTo>
                  <a:lnTo>
                    <a:pt x="1429956" y="4213104"/>
                  </a:lnTo>
                  <a:lnTo>
                    <a:pt x="1537204" y="4195315"/>
                  </a:lnTo>
                  <a:lnTo>
                    <a:pt x="1647167" y="4174738"/>
                  </a:lnTo>
                  <a:lnTo>
                    <a:pt x="1756722" y="4151428"/>
                  </a:lnTo>
                  <a:lnTo>
                    <a:pt x="1863373" y="4125421"/>
                  </a:lnTo>
                  <a:lnTo>
                    <a:pt x="1965323" y="4096698"/>
                  </a:lnTo>
                  <a:lnTo>
                    <a:pt x="2061433" y="4065172"/>
                  </a:lnTo>
                  <a:lnTo>
                    <a:pt x="2151137" y="4030680"/>
                  </a:lnTo>
                  <a:lnTo>
                    <a:pt x="2234313" y="3992972"/>
                  </a:lnTo>
                  <a:lnTo>
                    <a:pt x="2311173" y="3951721"/>
                  </a:lnTo>
                  <a:lnTo>
                    <a:pt x="2382153" y="3906526"/>
                  </a:lnTo>
                  <a:lnTo>
                    <a:pt x="2447832" y="3856921"/>
                  </a:lnTo>
                  <a:lnTo>
                    <a:pt x="2508872" y="3802399"/>
                  </a:lnTo>
                  <a:lnTo>
                    <a:pt x="2565962" y="3742444"/>
                  </a:lnTo>
                  <a:lnTo>
                    <a:pt x="2619789" y="3676583"/>
                  </a:lnTo>
                  <a:lnTo>
                    <a:pt x="2671000" y="3604471"/>
                  </a:lnTo>
                  <a:lnTo>
                    <a:pt x="2702183" y="3555770"/>
                  </a:lnTo>
                  <a:lnTo>
                    <a:pt x="2739773" y="3492151"/>
                  </a:lnTo>
                  <a:lnTo>
                    <a:pt x="2776537" y="3424637"/>
                  </a:lnTo>
                  <a:lnTo>
                    <a:pt x="2812662" y="3353149"/>
                  </a:lnTo>
                  <a:lnTo>
                    <a:pt x="2848307" y="3277651"/>
                  </a:lnTo>
                  <a:lnTo>
                    <a:pt x="2883602" y="3198152"/>
                  </a:lnTo>
                  <a:lnTo>
                    <a:pt x="2918656" y="3114715"/>
                  </a:lnTo>
                  <a:lnTo>
                    <a:pt x="2953554" y="3027455"/>
                  </a:lnTo>
                  <a:lnTo>
                    <a:pt x="2988368" y="2936543"/>
                  </a:lnTo>
                  <a:lnTo>
                    <a:pt x="3023148" y="2842210"/>
                  </a:lnTo>
                  <a:lnTo>
                    <a:pt x="3057932" y="2744742"/>
                  </a:lnTo>
                  <a:lnTo>
                    <a:pt x="3092745" y="2644482"/>
                  </a:lnTo>
                  <a:lnTo>
                    <a:pt x="3127599" y="2541825"/>
                  </a:lnTo>
                  <a:lnTo>
                    <a:pt x="3162497" y="2437208"/>
                  </a:lnTo>
                  <a:lnTo>
                    <a:pt x="3197434" y="2331112"/>
                  </a:lnTo>
                  <a:lnTo>
                    <a:pt x="3232400" y="2224045"/>
                  </a:lnTo>
                  <a:lnTo>
                    <a:pt x="3267379" y="2116536"/>
                  </a:lnTo>
                  <a:lnTo>
                    <a:pt x="3302355" y="2009122"/>
                  </a:lnTo>
                  <a:lnTo>
                    <a:pt x="3337312" y="1902339"/>
                  </a:lnTo>
                  <a:lnTo>
                    <a:pt x="3372237" y="1796710"/>
                  </a:lnTo>
                  <a:lnTo>
                    <a:pt x="3407120" y="1692733"/>
                  </a:lnTo>
                  <a:lnTo>
                    <a:pt x="3441958" y="1590875"/>
                  </a:lnTo>
                  <a:lnTo>
                    <a:pt x="3476759" y="1491561"/>
                  </a:lnTo>
                  <a:lnTo>
                    <a:pt x="3511538" y="1395165"/>
                  </a:lnTo>
                  <a:lnTo>
                    <a:pt x="3546325" y="1302013"/>
                  </a:lnTo>
                  <a:lnTo>
                    <a:pt x="3581161" y="1212369"/>
                  </a:lnTo>
                  <a:lnTo>
                    <a:pt x="3616106" y="1126445"/>
                  </a:lnTo>
                  <a:lnTo>
                    <a:pt x="3651234" y="1044390"/>
                  </a:lnTo>
                  <a:lnTo>
                    <a:pt x="3686639" y="966302"/>
                  </a:lnTo>
                  <a:lnTo>
                    <a:pt x="3722438" y="892223"/>
                  </a:lnTo>
                  <a:lnTo>
                    <a:pt x="3758770" y="822147"/>
                  </a:lnTo>
                  <a:lnTo>
                    <a:pt x="3795803" y="756022"/>
                  </a:lnTo>
                  <a:lnTo>
                    <a:pt x="3820202" y="715346"/>
                  </a:lnTo>
                  <a:lnTo>
                    <a:pt x="3870064" y="639224"/>
                  </a:lnTo>
                  <a:lnTo>
                    <a:pt x="3922171" y="569453"/>
                  </a:lnTo>
                  <a:lnTo>
                    <a:pt x="3977128" y="505826"/>
                  </a:lnTo>
                  <a:lnTo>
                    <a:pt x="4035598" y="447940"/>
                  </a:lnTo>
                  <a:lnTo>
                    <a:pt x="4098275" y="395298"/>
                  </a:lnTo>
                  <a:lnTo>
                    <a:pt x="4165841" y="347381"/>
                  </a:lnTo>
                  <a:lnTo>
                    <a:pt x="4238935" y="303696"/>
                  </a:lnTo>
                  <a:lnTo>
                    <a:pt x="4318090" y="263800"/>
                  </a:lnTo>
                  <a:lnTo>
                    <a:pt x="4403672" y="227316"/>
                  </a:lnTo>
                  <a:lnTo>
                    <a:pt x="4495781" y="193945"/>
                  </a:lnTo>
                  <a:lnTo>
                    <a:pt x="4594146" y="163471"/>
                  </a:lnTo>
                  <a:lnTo>
                    <a:pt x="4698001" y="135759"/>
                  </a:lnTo>
                  <a:lnTo>
                    <a:pt x="4805974" y="110748"/>
                  </a:lnTo>
                  <a:lnTo>
                    <a:pt x="4916007" y="88444"/>
                  </a:lnTo>
                  <a:lnTo>
                    <a:pt x="5025357" y="68891"/>
                  </a:lnTo>
                  <a:lnTo>
                    <a:pt x="5130717" y="52147"/>
                  </a:lnTo>
                  <a:lnTo>
                    <a:pt x="5228483" y="38241"/>
                  </a:lnTo>
                  <a:lnTo>
                    <a:pt x="5315154" y="27139"/>
                  </a:lnTo>
                  <a:lnTo>
                    <a:pt x="5387824" y="18711"/>
                  </a:lnTo>
                  <a:lnTo>
                    <a:pt x="5444645" y="12718"/>
                  </a:lnTo>
                  <a:lnTo>
                    <a:pt x="5485170" y="8817"/>
                  </a:lnTo>
                  <a:lnTo>
                    <a:pt x="5510496" y="6584"/>
                  </a:lnTo>
                  <a:lnTo>
                    <a:pt x="5523204" y="5556"/>
                  </a:lnTo>
                  <a:lnTo>
                    <a:pt x="5527188" y="5258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6" y="5267"/>
                  </a:lnTo>
                  <a:lnTo>
                    <a:pt x="6530899" y="5461"/>
                  </a:lnTo>
                  <a:lnTo>
                    <a:pt x="6549642" y="5997"/>
                  </a:lnTo>
                  <a:lnTo>
                    <a:pt x="6583416" y="7052"/>
                  </a:lnTo>
                  <a:lnTo>
                    <a:pt x="6634289" y="8797"/>
                  </a:lnTo>
                  <a:lnTo>
                    <a:pt x="6702567" y="11376"/>
                  </a:lnTo>
                  <a:lnTo>
                    <a:pt x="6786840" y="14897"/>
                  </a:lnTo>
                  <a:lnTo>
                    <a:pt x="6884298" y="19425"/>
                  </a:lnTo>
                  <a:lnTo>
                    <a:pt x="6991234" y="24985"/>
                  </a:lnTo>
                  <a:lnTo>
                    <a:pt x="7103631" y="31572"/>
                  </a:lnTo>
                  <a:lnTo>
                    <a:pt x="7217685" y="39167"/>
                  </a:lnTo>
                  <a:lnTo>
                    <a:pt x="7330172" y="47750"/>
                  </a:lnTo>
                  <a:lnTo>
                    <a:pt x="7438636" y="57316"/>
                  </a:lnTo>
                  <a:lnTo>
                    <a:pt x="7541413" y="67882"/>
                  </a:lnTo>
                  <a:lnTo>
                    <a:pt x="7637560" y="79494"/>
                  </a:lnTo>
                  <a:lnTo>
                    <a:pt x="7726719" y="92231"/>
                  </a:lnTo>
                  <a:lnTo>
                    <a:pt x="7808972" y="106204"/>
                  </a:lnTo>
                  <a:lnTo>
                    <a:pt x="7884713" y="121551"/>
                  </a:lnTo>
                  <a:lnTo>
                    <a:pt x="7954533" y="138442"/>
                  </a:lnTo>
                  <a:lnTo>
                    <a:pt x="8019143" y="157061"/>
                  </a:lnTo>
                  <a:lnTo>
                    <a:pt x="8079303" y="177605"/>
                  </a:lnTo>
                  <a:lnTo>
                    <a:pt x="8135779" y="200258"/>
                  </a:lnTo>
                  <a:lnTo>
                    <a:pt x="8189304" y="225165"/>
                  </a:lnTo>
                  <a:lnTo>
                    <a:pt x="8229629" y="246309"/>
                  </a:lnTo>
                  <a:lnTo>
                    <a:pt x="8283407" y="277779"/>
                  </a:lnTo>
                  <a:lnTo>
                    <a:pt x="8335650" y="312007"/>
                  </a:lnTo>
                  <a:lnTo>
                    <a:pt x="8386856" y="349046"/>
                  </a:lnTo>
                  <a:lnTo>
                    <a:pt x="8437411" y="388880"/>
                  </a:lnTo>
                  <a:lnTo>
                    <a:pt x="8487601" y="431418"/>
                  </a:lnTo>
                  <a:lnTo>
                    <a:pt x="8537634" y="476487"/>
                  </a:lnTo>
                  <a:lnTo>
                    <a:pt x="8587648" y="523833"/>
                  </a:lnTo>
                  <a:lnTo>
                    <a:pt x="8637721" y="573118"/>
                  </a:lnTo>
                  <a:lnTo>
                    <a:pt x="8687883" y="623933"/>
                  </a:lnTo>
                  <a:lnTo>
                    <a:pt x="8738127" y="675804"/>
                  </a:lnTo>
                  <a:lnTo>
                    <a:pt x="8788417" y="728217"/>
                  </a:lnTo>
                  <a:lnTo>
                    <a:pt x="8838708" y="780632"/>
                  </a:lnTo>
                  <a:lnTo>
                    <a:pt x="8888951" y="832510"/>
                  </a:lnTo>
                  <a:lnTo>
                    <a:pt x="8939114" y="883336"/>
                  </a:lnTo>
                  <a:lnTo>
                    <a:pt x="8989188" y="932636"/>
                  </a:lnTo>
                  <a:lnTo>
                    <a:pt x="9039202" y="980001"/>
                  </a:lnTo>
                  <a:lnTo>
                    <a:pt x="9089235" y="1025091"/>
                  </a:lnTo>
                  <a:lnTo>
                    <a:pt x="9139423" y="1067652"/>
                  </a:lnTo>
                  <a:lnTo>
                    <a:pt x="9189973" y="1107511"/>
                  </a:lnTo>
                  <a:lnTo>
                    <a:pt x="9241172" y="1144574"/>
                  </a:lnTo>
                  <a:lnTo>
                    <a:pt x="9293404" y="1178828"/>
                  </a:lnTo>
                  <a:lnTo>
                    <a:pt x="9347166" y="1210321"/>
                  </a:lnTo>
                  <a:lnTo>
                    <a:pt x="9347647" y="1210586"/>
                  </a:lnTo>
                  <a:lnTo>
                    <a:pt x="9399322" y="1237308"/>
                  </a:lnTo>
                  <a:lnTo>
                    <a:pt x="9453426" y="1261719"/>
                  </a:lnTo>
                  <a:lnTo>
                    <a:pt x="9510634" y="1283902"/>
                  </a:lnTo>
                  <a:lnTo>
                    <a:pt x="9571690" y="1304013"/>
                  </a:lnTo>
                  <a:lnTo>
                    <a:pt x="9637362" y="1322243"/>
                  </a:lnTo>
                  <a:lnTo>
                    <a:pt x="9708404" y="1338785"/>
                  </a:lnTo>
                  <a:lnTo>
                    <a:pt x="9785507" y="1353822"/>
                  </a:lnTo>
                  <a:lnTo>
                    <a:pt x="9869228" y="1367516"/>
                  </a:lnTo>
                  <a:lnTo>
                    <a:pt x="9959903" y="1380002"/>
                  </a:lnTo>
                  <a:lnTo>
                    <a:pt x="10057531" y="1391383"/>
                  </a:lnTo>
                  <a:lnTo>
                    <a:pt x="10161639" y="1401730"/>
                  </a:lnTo>
                  <a:lnTo>
                    <a:pt x="10271140" y="1411083"/>
                  </a:lnTo>
                  <a:lnTo>
                    <a:pt x="10384201" y="1419454"/>
                  </a:lnTo>
                  <a:lnTo>
                    <a:pt x="10498194" y="1426833"/>
                  </a:lnTo>
                  <a:lnTo>
                    <a:pt x="10609748" y="1433200"/>
                  </a:lnTo>
                  <a:lnTo>
                    <a:pt x="10714974" y="1438536"/>
                  </a:lnTo>
                  <a:lnTo>
                    <a:pt x="10809875" y="1442843"/>
                  </a:lnTo>
                  <a:lnTo>
                    <a:pt x="10890889" y="1446153"/>
                  </a:lnTo>
                  <a:lnTo>
                    <a:pt x="10955470" y="1448541"/>
                  </a:lnTo>
                  <a:lnTo>
                    <a:pt x="11002562" y="1450124"/>
                  </a:lnTo>
                  <a:lnTo>
                    <a:pt x="11032854" y="1451052"/>
                  </a:lnTo>
                  <a:lnTo>
                    <a:pt x="11048782" y="1451499"/>
                  </a:lnTo>
                  <a:lnTo>
                    <a:pt x="11054345" y="1451642"/>
                  </a:lnTo>
                  <a:lnTo>
                    <a:pt x="11054891" y="1451655"/>
                  </a:lnTo>
                  <a:lnTo>
                    <a:pt x="12049831" y="1451655"/>
                  </a:lnTo>
                  <a:lnTo>
                    <a:pt x="12049831" y="1446415"/>
                  </a:lnTo>
                  <a:lnTo>
                    <a:pt x="11054891" y="1446415"/>
                  </a:lnTo>
                  <a:lnTo>
                    <a:pt x="11053771" y="1446387"/>
                  </a:lnTo>
                  <a:lnTo>
                    <a:pt x="11046378" y="1446193"/>
                  </a:lnTo>
                  <a:lnTo>
                    <a:pt x="11027635" y="1445658"/>
                  </a:lnTo>
                  <a:lnTo>
                    <a:pt x="10993861" y="1444602"/>
                  </a:lnTo>
                  <a:lnTo>
                    <a:pt x="10942988" y="1442857"/>
                  </a:lnTo>
                  <a:lnTo>
                    <a:pt x="10874710" y="1440279"/>
                  </a:lnTo>
                  <a:lnTo>
                    <a:pt x="10790436" y="1436758"/>
                  </a:lnTo>
                  <a:lnTo>
                    <a:pt x="10692978" y="1432230"/>
                  </a:lnTo>
                  <a:lnTo>
                    <a:pt x="10586043" y="1426670"/>
                  </a:lnTo>
                  <a:lnTo>
                    <a:pt x="10473646" y="1420083"/>
                  </a:lnTo>
                  <a:lnTo>
                    <a:pt x="10359592" y="1412488"/>
                  </a:lnTo>
                  <a:lnTo>
                    <a:pt x="10247104" y="1403904"/>
                  </a:lnTo>
                  <a:lnTo>
                    <a:pt x="10138641" y="1394339"/>
                  </a:lnTo>
                  <a:lnTo>
                    <a:pt x="10035863" y="1383773"/>
                  </a:lnTo>
                  <a:lnTo>
                    <a:pt x="9939716" y="1372161"/>
                  </a:lnTo>
                  <a:lnTo>
                    <a:pt x="9850557" y="1359423"/>
                  </a:lnTo>
                  <a:lnTo>
                    <a:pt x="9768304" y="1345451"/>
                  </a:lnTo>
                  <a:lnTo>
                    <a:pt x="9692564" y="1330103"/>
                  </a:lnTo>
                  <a:lnTo>
                    <a:pt x="9622743" y="1313213"/>
                  </a:lnTo>
                  <a:lnTo>
                    <a:pt x="9558134" y="1294594"/>
                  </a:lnTo>
                  <a:lnTo>
                    <a:pt x="9497974" y="1274050"/>
                  </a:lnTo>
                  <a:lnTo>
                    <a:pt x="9441497" y="1251397"/>
                  </a:lnTo>
                  <a:lnTo>
                    <a:pt x="9387973" y="1226490"/>
                  </a:lnTo>
                  <a:lnTo>
                    <a:pt x="9347647" y="1205345"/>
                  </a:lnTo>
                  <a:lnTo>
                    <a:pt x="9293869" y="1173876"/>
                  </a:lnTo>
                  <a:lnTo>
                    <a:pt x="9241627" y="1139648"/>
                  </a:lnTo>
                  <a:lnTo>
                    <a:pt x="9190420" y="1102608"/>
                  </a:lnTo>
                  <a:lnTo>
                    <a:pt x="9139866" y="1062774"/>
                  </a:lnTo>
                  <a:lnTo>
                    <a:pt x="9089676" y="1020237"/>
                  </a:lnTo>
                  <a:lnTo>
                    <a:pt x="9039642" y="975167"/>
                  </a:lnTo>
                  <a:lnTo>
                    <a:pt x="8989628" y="927822"/>
                  </a:lnTo>
                  <a:lnTo>
                    <a:pt x="8939555" y="878536"/>
                  </a:lnTo>
                  <a:lnTo>
                    <a:pt x="8889393" y="827722"/>
                  </a:lnTo>
                  <a:lnTo>
                    <a:pt x="8839150" y="775851"/>
                  </a:lnTo>
                  <a:lnTo>
                    <a:pt x="8788860" y="723438"/>
                  </a:lnTo>
                  <a:lnTo>
                    <a:pt x="8738569" y="671023"/>
                  </a:lnTo>
                  <a:lnTo>
                    <a:pt x="8688325" y="619145"/>
                  </a:lnTo>
                  <a:lnTo>
                    <a:pt x="8638162" y="568319"/>
                  </a:lnTo>
                  <a:lnTo>
                    <a:pt x="8588088" y="519018"/>
                  </a:lnTo>
                  <a:lnTo>
                    <a:pt x="8538074" y="471654"/>
                  </a:lnTo>
                  <a:lnTo>
                    <a:pt x="8488042" y="426563"/>
                  </a:lnTo>
                  <a:lnTo>
                    <a:pt x="8437854" y="384002"/>
                  </a:lnTo>
                  <a:lnTo>
                    <a:pt x="8387304" y="344144"/>
                  </a:lnTo>
                  <a:lnTo>
                    <a:pt x="8336104" y="307080"/>
                  </a:lnTo>
                  <a:lnTo>
                    <a:pt x="8283873" y="272827"/>
                  </a:lnTo>
                  <a:lnTo>
                    <a:pt x="8230111" y="241334"/>
                  </a:lnTo>
                  <a:lnTo>
                    <a:pt x="8229629" y="241069"/>
                  </a:lnTo>
                  <a:lnTo>
                    <a:pt x="8177955" y="214347"/>
                  </a:lnTo>
                  <a:lnTo>
                    <a:pt x="8123851" y="189936"/>
                  </a:lnTo>
                  <a:lnTo>
                    <a:pt x="8066642" y="167753"/>
                  </a:lnTo>
                  <a:lnTo>
                    <a:pt x="8005587" y="147641"/>
                  </a:lnTo>
                  <a:lnTo>
                    <a:pt x="7939915" y="129412"/>
                  </a:lnTo>
                  <a:lnTo>
                    <a:pt x="7868872" y="112870"/>
                  </a:lnTo>
                  <a:lnTo>
                    <a:pt x="7791769" y="97833"/>
                  </a:lnTo>
                  <a:lnTo>
                    <a:pt x="7708049" y="84138"/>
                  </a:lnTo>
                  <a:lnTo>
                    <a:pt x="7617374" y="71652"/>
                  </a:lnTo>
                  <a:lnTo>
                    <a:pt x="7519746" y="60272"/>
                  </a:lnTo>
                  <a:lnTo>
                    <a:pt x="7415637" y="49925"/>
                  </a:lnTo>
                  <a:lnTo>
                    <a:pt x="7306137" y="40572"/>
                  </a:lnTo>
                  <a:lnTo>
                    <a:pt x="7193075" y="32201"/>
                  </a:lnTo>
                  <a:lnTo>
                    <a:pt x="7079082" y="24822"/>
                  </a:lnTo>
                  <a:lnTo>
                    <a:pt x="6967529" y="18455"/>
                  </a:lnTo>
                  <a:lnTo>
                    <a:pt x="6862303" y="13118"/>
                  </a:lnTo>
                  <a:lnTo>
                    <a:pt x="6767401" y="8812"/>
                  </a:lnTo>
                  <a:lnTo>
                    <a:pt x="6686387" y="5501"/>
                  </a:lnTo>
                  <a:lnTo>
                    <a:pt x="6621806" y="3113"/>
                  </a:lnTo>
                  <a:lnTo>
                    <a:pt x="6574715" y="1531"/>
                  </a:lnTo>
                  <a:lnTo>
                    <a:pt x="6544423" y="602"/>
                  </a:lnTo>
                  <a:lnTo>
                    <a:pt x="6528494" y="156"/>
                  </a:lnTo>
                  <a:lnTo>
                    <a:pt x="6522931" y="1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35" y="72"/>
                  </a:lnTo>
                  <a:lnTo>
                    <a:pt x="5519752" y="585"/>
                  </a:lnTo>
                  <a:lnTo>
                    <a:pt x="5502765" y="2004"/>
                  </a:lnTo>
                  <a:lnTo>
                    <a:pt x="5472041" y="4801"/>
                  </a:lnTo>
                  <a:lnTo>
                    <a:pt x="5425532" y="9431"/>
                  </a:lnTo>
                  <a:lnTo>
                    <a:pt x="5362716" y="16289"/>
                  </a:lnTo>
                  <a:lnTo>
                    <a:pt x="5284585" y="25685"/>
                  </a:lnTo>
                  <a:lnTo>
                    <a:pt x="5193428" y="37815"/>
                  </a:lnTo>
                  <a:lnTo>
                    <a:pt x="5092429" y="52771"/>
                  </a:lnTo>
                  <a:lnTo>
                    <a:pt x="4985181" y="70560"/>
                  </a:lnTo>
                  <a:lnTo>
                    <a:pt x="4875218" y="91138"/>
                  </a:lnTo>
                  <a:lnTo>
                    <a:pt x="4765663" y="114447"/>
                  </a:lnTo>
                  <a:lnTo>
                    <a:pt x="4659012" y="140454"/>
                  </a:lnTo>
                  <a:lnTo>
                    <a:pt x="4557062" y="169177"/>
                  </a:lnTo>
                  <a:lnTo>
                    <a:pt x="4460952" y="200703"/>
                  </a:lnTo>
                  <a:lnTo>
                    <a:pt x="4371248" y="235196"/>
                  </a:lnTo>
                  <a:lnTo>
                    <a:pt x="4288072" y="272903"/>
                  </a:lnTo>
                  <a:lnTo>
                    <a:pt x="4211212" y="314154"/>
                  </a:lnTo>
                  <a:lnTo>
                    <a:pt x="4140232" y="359349"/>
                  </a:lnTo>
                  <a:lnTo>
                    <a:pt x="4074553" y="408954"/>
                  </a:lnTo>
                  <a:lnTo>
                    <a:pt x="4013513" y="463476"/>
                  </a:lnTo>
                  <a:lnTo>
                    <a:pt x="3956423" y="523431"/>
                  </a:lnTo>
                  <a:lnTo>
                    <a:pt x="3902596" y="589292"/>
                  </a:lnTo>
                  <a:lnTo>
                    <a:pt x="3851385" y="661404"/>
                  </a:lnTo>
                  <a:lnTo>
                    <a:pt x="3820202" y="710105"/>
                  </a:lnTo>
                  <a:lnTo>
                    <a:pt x="3782612" y="773724"/>
                  </a:lnTo>
                  <a:lnTo>
                    <a:pt x="3745848" y="841238"/>
                  </a:lnTo>
                  <a:lnTo>
                    <a:pt x="3709723" y="912726"/>
                  </a:lnTo>
                  <a:lnTo>
                    <a:pt x="3674078" y="988225"/>
                  </a:lnTo>
                  <a:lnTo>
                    <a:pt x="3638783" y="1067723"/>
                  </a:lnTo>
                  <a:lnTo>
                    <a:pt x="3603729" y="1151160"/>
                  </a:lnTo>
                  <a:lnTo>
                    <a:pt x="3568830" y="1238421"/>
                  </a:lnTo>
                  <a:lnTo>
                    <a:pt x="3534017" y="1329332"/>
                  </a:lnTo>
                  <a:lnTo>
                    <a:pt x="3499237" y="1423665"/>
                  </a:lnTo>
                  <a:lnTo>
                    <a:pt x="3464453" y="1521133"/>
                  </a:lnTo>
                  <a:lnTo>
                    <a:pt x="3429640" y="1621393"/>
                  </a:lnTo>
                  <a:lnTo>
                    <a:pt x="3394786" y="1724051"/>
                  </a:lnTo>
                  <a:lnTo>
                    <a:pt x="3359888" y="1828667"/>
                  </a:lnTo>
                  <a:lnTo>
                    <a:pt x="3324951" y="1934763"/>
                  </a:lnTo>
                  <a:lnTo>
                    <a:pt x="3289985" y="2041830"/>
                  </a:lnTo>
                  <a:lnTo>
                    <a:pt x="3255006" y="2149339"/>
                  </a:lnTo>
                  <a:lnTo>
                    <a:pt x="3220030" y="2256753"/>
                  </a:lnTo>
                  <a:lnTo>
                    <a:pt x="3185072" y="2363536"/>
                  </a:lnTo>
                  <a:lnTo>
                    <a:pt x="3150148" y="2469166"/>
                  </a:lnTo>
                  <a:lnTo>
                    <a:pt x="3115265" y="2573142"/>
                  </a:lnTo>
                  <a:lnTo>
                    <a:pt x="3080427" y="2675000"/>
                  </a:lnTo>
                  <a:lnTo>
                    <a:pt x="3045626" y="2774314"/>
                  </a:lnTo>
                  <a:lnTo>
                    <a:pt x="3010847" y="2870710"/>
                  </a:lnTo>
                  <a:lnTo>
                    <a:pt x="2976060" y="2963862"/>
                  </a:lnTo>
                  <a:lnTo>
                    <a:pt x="2941224" y="3053506"/>
                  </a:lnTo>
                  <a:lnTo>
                    <a:pt x="2906279" y="3139431"/>
                  </a:lnTo>
                  <a:lnTo>
                    <a:pt x="2871151" y="3221485"/>
                  </a:lnTo>
                  <a:lnTo>
                    <a:pt x="2835746" y="3299573"/>
                  </a:lnTo>
                  <a:lnTo>
                    <a:pt x="2799947" y="3373652"/>
                  </a:lnTo>
                  <a:lnTo>
                    <a:pt x="2763615" y="3443728"/>
                  </a:lnTo>
                  <a:lnTo>
                    <a:pt x="2726582" y="3509853"/>
                  </a:lnTo>
                  <a:lnTo>
                    <a:pt x="2702183" y="3550529"/>
                  </a:lnTo>
                  <a:lnTo>
                    <a:pt x="2652321" y="3626651"/>
                  </a:lnTo>
                  <a:lnTo>
                    <a:pt x="2600214" y="3696423"/>
                  </a:lnTo>
                  <a:lnTo>
                    <a:pt x="2545257" y="3760049"/>
                  </a:lnTo>
                  <a:lnTo>
                    <a:pt x="2486787" y="3817935"/>
                  </a:lnTo>
                  <a:lnTo>
                    <a:pt x="2424110" y="3870577"/>
                  </a:lnTo>
                  <a:lnTo>
                    <a:pt x="2356544" y="3918494"/>
                  </a:lnTo>
                  <a:lnTo>
                    <a:pt x="2283450" y="3962179"/>
                  </a:lnTo>
                  <a:lnTo>
                    <a:pt x="2204295" y="4002075"/>
                  </a:lnTo>
                  <a:lnTo>
                    <a:pt x="2118713" y="4038560"/>
                  </a:lnTo>
                  <a:lnTo>
                    <a:pt x="2026604" y="4071930"/>
                  </a:lnTo>
                  <a:lnTo>
                    <a:pt x="1928239" y="4102404"/>
                  </a:lnTo>
                  <a:lnTo>
                    <a:pt x="1824384" y="4130116"/>
                  </a:lnTo>
                  <a:lnTo>
                    <a:pt x="1716411" y="4155127"/>
                  </a:lnTo>
                  <a:lnTo>
                    <a:pt x="1606378" y="4177431"/>
                  </a:lnTo>
                  <a:lnTo>
                    <a:pt x="1497028" y="4196984"/>
                  </a:lnTo>
                  <a:lnTo>
                    <a:pt x="1391668" y="4213728"/>
                  </a:lnTo>
                  <a:lnTo>
                    <a:pt x="1293902" y="4227634"/>
                  </a:lnTo>
                  <a:lnTo>
                    <a:pt x="1207231" y="4238736"/>
                  </a:lnTo>
                  <a:lnTo>
                    <a:pt x="1134561" y="4247164"/>
                  </a:lnTo>
                  <a:lnTo>
                    <a:pt x="1077740" y="4253157"/>
                  </a:lnTo>
                  <a:lnTo>
                    <a:pt x="1037215" y="4257059"/>
                  </a:lnTo>
                  <a:lnTo>
                    <a:pt x="1011889" y="4259291"/>
                  </a:lnTo>
                  <a:lnTo>
                    <a:pt x="999181" y="4260320"/>
                  </a:lnTo>
                  <a:lnTo>
                    <a:pt x="995197" y="4260617"/>
                  </a:lnTo>
                  <a:lnTo>
                    <a:pt x="994940" y="4260635"/>
                  </a:lnTo>
                  <a:lnTo>
                    <a:pt x="0" y="4260635"/>
                  </a:lnTo>
                  <a:close/>
                </a:path>
              </a:pathLst>
            </a:custGeom>
            <a:solidFill>
              <a:srgbClr val="26A69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92" name="pl2091"/>
            <p:cNvSpPr/>
            <p:nvPr/>
          </p:nvSpPr>
          <p:spPr>
            <a:xfrm>
              <a:off x="1199187" y="2085607"/>
              <a:ext cx="12049831" cy="4260635"/>
            </a:xfrm>
            <a:custGeom>
              <a:avLst/>
              <a:pathLst>
                <a:path w="12049831" h="4260635">
                  <a:moveTo>
                    <a:pt x="0" y="4260635"/>
                  </a:moveTo>
                  <a:lnTo>
                    <a:pt x="994940" y="4260635"/>
                  </a:lnTo>
                  <a:lnTo>
                    <a:pt x="995950" y="4260563"/>
                  </a:lnTo>
                  <a:lnTo>
                    <a:pt x="1002633" y="4260049"/>
                  </a:lnTo>
                  <a:lnTo>
                    <a:pt x="1019620" y="4258631"/>
                  </a:lnTo>
                  <a:lnTo>
                    <a:pt x="1050344" y="4255834"/>
                  </a:lnTo>
                  <a:lnTo>
                    <a:pt x="1096853" y="4251204"/>
                  </a:lnTo>
                  <a:lnTo>
                    <a:pt x="1159669" y="4244345"/>
                  </a:lnTo>
                  <a:lnTo>
                    <a:pt x="1237800" y="4234950"/>
                  </a:lnTo>
                  <a:lnTo>
                    <a:pt x="1328957" y="4222820"/>
                  </a:lnTo>
                  <a:lnTo>
                    <a:pt x="1429956" y="4207864"/>
                  </a:lnTo>
                  <a:lnTo>
                    <a:pt x="1537204" y="4190074"/>
                  </a:lnTo>
                  <a:lnTo>
                    <a:pt x="1647167" y="4169497"/>
                  </a:lnTo>
                  <a:lnTo>
                    <a:pt x="1756722" y="4146188"/>
                  </a:lnTo>
                  <a:lnTo>
                    <a:pt x="1863373" y="4120180"/>
                  </a:lnTo>
                  <a:lnTo>
                    <a:pt x="1965323" y="4091457"/>
                  </a:lnTo>
                  <a:lnTo>
                    <a:pt x="2061433" y="4059932"/>
                  </a:lnTo>
                  <a:lnTo>
                    <a:pt x="2151137" y="4025439"/>
                  </a:lnTo>
                  <a:lnTo>
                    <a:pt x="2234313" y="3987731"/>
                  </a:lnTo>
                  <a:lnTo>
                    <a:pt x="2311173" y="3946481"/>
                  </a:lnTo>
                  <a:lnTo>
                    <a:pt x="2382153" y="3901285"/>
                  </a:lnTo>
                  <a:lnTo>
                    <a:pt x="2447832" y="3851680"/>
                  </a:lnTo>
                  <a:lnTo>
                    <a:pt x="2508872" y="3797158"/>
                  </a:lnTo>
                  <a:lnTo>
                    <a:pt x="2565962" y="3737203"/>
                  </a:lnTo>
                  <a:lnTo>
                    <a:pt x="2619789" y="3671343"/>
                  </a:lnTo>
                  <a:lnTo>
                    <a:pt x="2671000" y="3599230"/>
                  </a:lnTo>
                  <a:lnTo>
                    <a:pt x="2702183" y="3550529"/>
                  </a:lnTo>
                  <a:lnTo>
                    <a:pt x="2739773" y="3486911"/>
                  </a:lnTo>
                  <a:lnTo>
                    <a:pt x="2776537" y="3419397"/>
                  </a:lnTo>
                  <a:lnTo>
                    <a:pt x="2812662" y="3347908"/>
                  </a:lnTo>
                  <a:lnTo>
                    <a:pt x="2848307" y="3272410"/>
                  </a:lnTo>
                  <a:lnTo>
                    <a:pt x="2883602" y="3192911"/>
                  </a:lnTo>
                  <a:lnTo>
                    <a:pt x="2918656" y="3109474"/>
                  </a:lnTo>
                  <a:lnTo>
                    <a:pt x="2953554" y="3022214"/>
                  </a:lnTo>
                  <a:lnTo>
                    <a:pt x="2988368" y="2931302"/>
                  </a:lnTo>
                  <a:lnTo>
                    <a:pt x="3023148" y="2836969"/>
                  </a:lnTo>
                  <a:lnTo>
                    <a:pt x="3057932" y="2739502"/>
                  </a:lnTo>
                  <a:lnTo>
                    <a:pt x="3092745" y="2639242"/>
                  </a:lnTo>
                  <a:lnTo>
                    <a:pt x="3127599" y="2536584"/>
                  </a:lnTo>
                  <a:lnTo>
                    <a:pt x="3162497" y="2431968"/>
                  </a:lnTo>
                  <a:lnTo>
                    <a:pt x="3197434" y="2325872"/>
                  </a:lnTo>
                  <a:lnTo>
                    <a:pt x="3232400" y="2218805"/>
                  </a:lnTo>
                  <a:lnTo>
                    <a:pt x="3267379" y="2111295"/>
                  </a:lnTo>
                  <a:lnTo>
                    <a:pt x="3302355" y="2003881"/>
                  </a:lnTo>
                  <a:lnTo>
                    <a:pt x="3337312" y="1897098"/>
                  </a:lnTo>
                  <a:lnTo>
                    <a:pt x="3372237" y="1791469"/>
                  </a:lnTo>
                  <a:lnTo>
                    <a:pt x="3407120" y="1687492"/>
                  </a:lnTo>
                  <a:lnTo>
                    <a:pt x="3441958" y="1585635"/>
                  </a:lnTo>
                  <a:lnTo>
                    <a:pt x="3476759" y="1486320"/>
                  </a:lnTo>
                  <a:lnTo>
                    <a:pt x="3511538" y="1389925"/>
                  </a:lnTo>
                  <a:lnTo>
                    <a:pt x="3546325" y="1296772"/>
                  </a:lnTo>
                  <a:lnTo>
                    <a:pt x="3581161" y="1207129"/>
                  </a:lnTo>
                  <a:lnTo>
                    <a:pt x="3616106" y="1121204"/>
                  </a:lnTo>
                  <a:lnTo>
                    <a:pt x="3651234" y="1039150"/>
                  </a:lnTo>
                  <a:lnTo>
                    <a:pt x="3686639" y="961062"/>
                  </a:lnTo>
                  <a:lnTo>
                    <a:pt x="3722438" y="886983"/>
                  </a:lnTo>
                  <a:lnTo>
                    <a:pt x="3758770" y="816907"/>
                  </a:lnTo>
                  <a:lnTo>
                    <a:pt x="3795803" y="750782"/>
                  </a:lnTo>
                  <a:lnTo>
                    <a:pt x="3820202" y="710105"/>
                  </a:lnTo>
                  <a:lnTo>
                    <a:pt x="3870064" y="633984"/>
                  </a:lnTo>
                  <a:lnTo>
                    <a:pt x="3922171" y="564212"/>
                  </a:lnTo>
                  <a:lnTo>
                    <a:pt x="3977128" y="500585"/>
                  </a:lnTo>
                  <a:lnTo>
                    <a:pt x="4035598" y="442699"/>
                  </a:lnTo>
                  <a:lnTo>
                    <a:pt x="4098275" y="390057"/>
                  </a:lnTo>
                  <a:lnTo>
                    <a:pt x="4165841" y="342141"/>
                  </a:lnTo>
                  <a:lnTo>
                    <a:pt x="4238935" y="298456"/>
                  </a:lnTo>
                  <a:lnTo>
                    <a:pt x="4318090" y="258559"/>
                  </a:lnTo>
                  <a:lnTo>
                    <a:pt x="4403672" y="222075"/>
                  </a:lnTo>
                  <a:lnTo>
                    <a:pt x="4495781" y="188704"/>
                  </a:lnTo>
                  <a:lnTo>
                    <a:pt x="4594146" y="158231"/>
                  </a:lnTo>
                  <a:lnTo>
                    <a:pt x="4698001" y="130518"/>
                  </a:lnTo>
                  <a:lnTo>
                    <a:pt x="4805974" y="105508"/>
                  </a:lnTo>
                  <a:lnTo>
                    <a:pt x="4916007" y="83203"/>
                  </a:lnTo>
                  <a:lnTo>
                    <a:pt x="5025357" y="63651"/>
                  </a:lnTo>
                  <a:lnTo>
                    <a:pt x="5130717" y="46906"/>
                  </a:lnTo>
                  <a:lnTo>
                    <a:pt x="5228483" y="33000"/>
                  </a:lnTo>
                  <a:lnTo>
                    <a:pt x="5315154" y="21898"/>
                  </a:lnTo>
                  <a:lnTo>
                    <a:pt x="5387824" y="13470"/>
                  </a:lnTo>
                  <a:lnTo>
                    <a:pt x="5444645" y="7477"/>
                  </a:lnTo>
                  <a:lnTo>
                    <a:pt x="5485170" y="3576"/>
                  </a:lnTo>
                  <a:lnTo>
                    <a:pt x="5510496" y="1344"/>
                  </a:lnTo>
                  <a:lnTo>
                    <a:pt x="5523204" y="315"/>
                  </a:lnTo>
                  <a:lnTo>
                    <a:pt x="5527188" y="17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6" y="27"/>
                  </a:lnTo>
                  <a:lnTo>
                    <a:pt x="6530899" y="221"/>
                  </a:lnTo>
                  <a:lnTo>
                    <a:pt x="6549642" y="756"/>
                  </a:lnTo>
                  <a:lnTo>
                    <a:pt x="6583416" y="1812"/>
                  </a:lnTo>
                  <a:lnTo>
                    <a:pt x="6634289" y="3557"/>
                  </a:lnTo>
                  <a:lnTo>
                    <a:pt x="6702567" y="6135"/>
                  </a:lnTo>
                  <a:lnTo>
                    <a:pt x="6786840" y="9656"/>
                  </a:lnTo>
                  <a:lnTo>
                    <a:pt x="6884298" y="14184"/>
                  </a:lnTo>
                  <a:lnTo>
                    <a:pt x="6991234" y="19744"/>
                  </a:lnTo>
                  <a:lnTo>
                    <a:pt x="7103631" y="26331"/>
                  </a:lnTo>
                  <a:lnTo>
                    <a:pt x="7217685" y="33926"/>
                  </a:lnTo>
                  <a:lnTo>
                    <a:pt x="7330172" y="42510"/>
                  </a:lnTo>
                  <a:lnTo>
                    <a:pt x="7438636" y="52075"/>
                  </a:lnTo>
                  <a:lnTo>
                    <a:pt x="7541413" y="62641"/>
                  </a:lnTo>
                  <a:lnTo>
                    <a:pt x="7637560" y="74253"/>
                  </a:lnTo>
                  <a:lnTo>
                    <a:pt x="7726719" y="86991"/>
                  </a:lnTo>
                  <a:lnTo>
                    <a:pt x="7808972" y="100963"/>
                  </a:lnTo>
                  <a:lnTo>
                    <a:pt x="7884713" y="116311"/>
                  </a:lnTo>
                  <a:lnTo>
                    <a:pt x="7954533" y="133201"/>
                  </a:lnTo>
                  <a:lnTo>
                    <a:pt x="8019143" y="151820"/>
                  </a:lnTo>
                  <a:lnTo>
                    <a:pt x="8079303" y="172364"/>
                  </a:lnTo>
                  <a:lnTo>
                    <a:pt x="8135779" y="195017"/>
                  </a:lnTo>
                  <a:lnTo>
                    <a:pt x="8189304" y="219924"/>
                  </a:lnTo>
                  <a:lnTo>
                    <a:pt x="8229629" y="241069"/>
                  </a:lnTo>
                  <a:lnTo>
                    <a:pt x="8283407" y="272538"/>
                  </a:lnTo>
                  <a:lnTo>
                    <a:pt x="8335650" y="306766"/>
                  </a:lnTo>
                  <a:lnTo>
                    <a:pt x="8386856" y="343806"/>
                  </a:lnTo>
                  <a:lnTo>
                    <a:pt x="8437411" y="383640"/>
                  </a:lnTo>
                  <a:lnTo>
                    <a:pt x="8487601" y="426177"/>
                  </a:lnTo>
                  <a:lnTo>
                    <a:pt x="8537634" y="471247"/>
                  </a:lnTo>
                  <a:lnTo>
                    <a:pt x="8587648" y="518592"/>
                  </a:lnTo>
                  <a:lnTo>
                    <a:pt x="8637721" y="567878"/>
                  </a:lnTo>
                  <a:lnTo>
                    <a:pt x="8687883" y="618692"/>
                  </a:lnTo>
                  <a:lnTo>
                    <a:pt x="8738127" y="670563"/>
                  </a:lnTo>
                  <a:lnTo>
                    <a:pt x="8788417" y="722976"/>
                  </a:lnTo>
                  <a:lnTo>
                    <a:pt x="8838708" y="775391"/>
                  </a:lnTo>
                  <a:lnTo>
                    <a:pt x="8888951" y="827269"/>
                  </a:lnTo>
                  <a:lnTo>
                    <a:pt x="8939114" y="878095"/>
                  </a:lnTo>
                  <a:lnTo>
                    <a:pt x="8989188" y="927396"/>
                  </a:lnTo>
                  <a:lnTo>
                    <a:pt x="9039202" y="974760"/>
                  </a:lnTo>
                  <a:lnTo>
                    <a:pt x="9089235" y="1019851"/>
                  </a:lnTo>
                  <a:lnTo>
                    <a:pt x="9139423" y="1062412"/>
                  </a:lnTo>
                  <a:lnTo>
                    <a:pt x="9189973" y="1102270"/>
                  </a:lnTo>
                  <a:lnTo>
                    <a:pt x="9241172" y="1139334"/>
                  </a:lnTo>
                  <a:lnTo>
                    <a:pt x="9293404" y="1173587"/>
                  </a:lnTo>
                  <a:lnTo>
                    <a:pt x="9347166" y="1205080"/>
                  </a:lnTo>
                  <a:lnTo>
                    <a:pt x="9347647" y="1205345"/>
                  </a:lnTo>
                  <a:lnTo>
                    <a:pt x="9399322" y="1232067"/>
                  </a:lnTo>
                  <a:lnTo>
                    <a:pt x="9453426" y="1256478"/>
                  </a:lnTo>
                  <a:lnTo>
                    <a:pt x="9510634" y="1278661"/>
                  </a:lnTo>
                  <a:lnTo>
                    <a:pt x="9571690" y="1298773"/>
                  </a:lnTo>
                  <a:lnTo>
                    <a:pt x="9637362" y="1317002"/>
                  </a:lnTo>
                  <a:lnTo>
                    <a:pt x="9708404" y="1333544"/>
                  </a:lnTo>
                  <a:lnTo>
                    <a:pt x="9785507" y="1348581"/>
                  </a:lnTo>
                  <a:lnTo>
                    <a:pt x="9869228" y="1362276"/>
                  </a:lnTo>
                  <a:lnTo>
                    <a:pt x="9959903" y="1374762"/>
                  </a:lnTo>
                  <a:lnTo>
                    <a:pt x="10057531" y="1386142"/>
                  </a:lnTo>
                  <a:lnTo>
                    <a:pt x="10161639" y="1396489"/>
                  </a:lnTo>
                  <a:lnTo>
                    <a:pt x="10271140" y="1405842"/>
                  </a:lnTo>
                  <a:lnTo>
                    <a:pt x="10384201" y="1414213"/>
                  </a:lnTo>
                  <a:lnTo>
                    <a:pt x="10498194" y="1421592"/>
                  </a:lnTo>
                  <a:lnTo>
                    <a:pt x="10609748" y="1427959"/>
                  </a:lnTo>
                  <a:lnTo>
                    <a:pt x="10714974" y="1433296"/>
                  </a:lnTo>
                  <a:lnTo>
                    <a:pt x="10809875" y="1437602"/>
                  </a:lnTo>
                  <a:lnTo>
                    <a:pt x="10890889" y="1440913"/>
                  </a:lnTo>
                  <a:lnTo>
                    <a:pt x="10955470" y="1443301"/>
                  </a:lnTo>
                  <a:lnTo>
                    <a:pt x="11002562" y="1444883"/>
                  </a:lnTo>
                  <a:lnTo>
                    <a:pt x="11032854" y="1445812"/>
                  </a:lnTo>
                  <a:lnTo>
                    <a:pt x="11048782" y="1446258"/>
                  </a:lnTo>
                  <a:lnTo>
                    <a:pt x="11054345" y="1446401"/>
                  </a:lnTo>
                  <a:lnTo>
                    <a:pt x="11054891" y="1446415"/>
                  </a:lnTo>
                  <a:lnTo>
                    <a:pt x="12049831" y="1446415"/>
                  </a:lnTo>
                  <a:lnTo>
                    <a:pt x="12049831" y="14464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3" name="pl2092"/>
            <p:cNvSpPr/>
            <p:nvPr/>
          </p:nvSpPr>
          <p:spPr>
            <a:xfrm>
              <a:off x="1199187" y="2080367"/>
              <a:ext cx="12049831" cy="4260635"/>
            </a:xfrm>
            <a:custGeom>
              <a:avLst/>
              <a:pathLst>
                <a:path w="12049831" h="4260635">
                  <a:moveTo>
                    <a:pt x="12049831" y="1446415"/>
                  </a:moveTo>
                  <a:lnTo>
                    <a:pt x="11054891" y="1446415"/>
                  </a:lnTo>
                  <a:lnTo>
                    <a:pt x="11053771" y="1446387"/>
                  </a:lnTo>
                  <a:lnTo>
                    <a:pt x="11046378" y="1446193"/>
                  </a:lnTo>
                  <a:lnTo>
                    <a:pt x="11027635" y="1445658"/>
                  </a:lnTo>
                  <a:lnTo>
                    <a:pt x="10993861" y="1444602"/>
                  </a:lnTo>
                  <a:lnTo>
                    <a:pt x="10942988" y="1442857"/>
                  </a:lnTo>
                  <a:lnTo>
                    <a:pt x="10874710" y="1440279"/>
                  </a:lnTo>
                  <a:lnTo>
                    <a:pt x="10790436" y="1436758"/>
                  </a:lnTo>
                  <a:lnTo>
                    <a:pt x="10692978" y="1432230"/>
                  </a:lnTo>
                  <a:lnTo>
                    <a:pt x="10586043" y="1426670"/>
                  </a:lnTo>
                  <a:lnTo>
                    <a:pt x="10473646" y="1420083"/>
                  </a:lnTo>
                  <a:lnTo>
                    <a:pt x="10359592" y="1412488"/>
                  </a:lnTo>
                  <a:lnTo>
                    <a:pt x="10247104" y="1403904"/>
                  </a:lnTo>
                  <a:lnTo>
                    <a:pt x="10138641" y="1394339"/>
                  </a:lnTo>
                  <a:lnTo>
                    <a:pt x="10035863" y="1383773"/>
                  </a:lnTo>
                  <a:lnTo>
                    <a:pt x="9939716" y="1372161"/>
                  </a:lnTo>
                  <a:lnTo>
                    <a:pt x="9850557" y="1359423"/>
                  </a:lnTo>
                  <a:lnTo>
                    <a:pt x="9768304" y="1345451"/>
                  </a:lnTo>
                  <a:lnTo>
                    <a:pt x="9692564" y="1330103"/>
                  </a:lnTo>
                  <a:lnTo>
                    <a:pt x="9622743" y="1313213"/>
                  </a:lnTo>
                  <a:lnTo>
                    <a:pt x="9558134" y="1294594"/>
                  </a:lnTo>
                  <a:lnTo>
                    <a:pt x="9497974" y="1274050"/>
                  </a:lnTo>
                  <a:lnTo>
                    <a:pt x="9441497" y="1251397"/>
                  </a:lnTo>
                  <a:lnTo>
                    <a:pt x="9387973" y="1226490"/>
                  </a:lnTo>
                  <a:lnTo>
                    <a:pt x="9347647" y="1205345"/>
                  </a:lnTo>
                  <a:lnTo>
                    <a:pt x="9293869" y="1173876"/>
                  </a:lnTo>
                  <a:lnTo>
                    <a:pt x="9241627" y="1139648"/>
                  </a:lnTo>
                  <a:lnTo>
                    <a:pt x="9190420" y="1102608"/>
                  </a:lnTo>
                  <a:lnTo>
                    <a:pt x="9139866" y="1062774"/>
                  </a:lnTo>
                  <a:lnTo>
                    <a:pt x="9089676" y="1020237"/>
                  </a:lnTo>
                  <a:lnTo>
                    <a:pt x="9039642" y="975167"/>
                  </a:lnTo>
                  <a:lnTo>
                    <a:pt x="8989628" y="927822"/>
                  </a:lnTo>
                  <a:lnTo>
                    <a:pt x="8939555" y="878536"/>
                  </a:lnTo>
                  <a:lnTo>
                    <a:pt x="8889393" y="827722"/>
                  </a:lnTo>
                  <a:lnTo>
                    <a:pt x="8839150" y="775851"/>
                  </a:lnTo>
                  <a:lnTo>
                    <a:pt x="8788860" y="723438"/>
                  </a:lnTo>
                  <a:lnTo>
                    <a:pt x="8738569" y="671023"/>
                  </a:lnTo>
                  <a:lnTo>
                    <a:pt x="8688325" y="619145"/>
                  </a:lnTo>
                  <a:lnTo>
                    <a:pt x="8638162" y="568319"/>
                  </a:lnTo>
                  <a:lnTo>
                    <a:pt x="8588088" y="519018"/>
                  </a:lnTo>
                  <a:lnTo>
                    <a:pt x="8538074" y="471654"/>
                  </a:lnTo>
                  <a:lnTo>
                    <a:pt x="8488042" y="426563"/>
                  </a:lnTo>
                  <a:lnTo>
                    <a:pt x="8437854" y="384002"/>
                  </a:lnTo>
                  <a:lnTo>
                    <a:pt x="8387304" y="344144"/>
                  </a:lnTo>
                  <a:lnTo>
                    <a:pt x="8336104" y="307080"/>
                  </a:lnTo>
                  <a:lnTo>
                    <a:pt x="8283873" y="272827"/>
                  </a:lnTo>
                  <a:lnTo>
                    <a:pt x="8230111" y="241334"/>
                  </a:lnTo>
                  <a:lnTo>
                    <a:pt x="8229629" y="241069"/>
                  </a:lnTo>
                  <a:lnTo>
                    <a:pt x="8177955" y="214347"/>
                  </a:lnTo>
                  <a:lnTo>
                    <a:pt x="8123851" y="189936"/>
                  </a:lnTo>
                  <a:lnTo>
                    <a:pt x="8066642" y="167753"/>
                  </a:lnTo>
                  <a:lnTo>
                    <a:pt x="8005587" y="147641"/>
                  </a:lnTo>
                  <a:lnTo>
                    <a:pt x="7939915" y="129412"/>
                  </a:lnTo>
                  <a:lnTo>
                    <a:pt x="7868872" y="112870"/>
                  </a:lnTo>
                  <a:lnTo>
                    <a:pt x="7791769" y="97833"/>
                  </a:lnTo>
                  <a:lnTo>
                    <a:pt x="7708049" y="84138"/>
                  </a:lnTo>
                  <a:lnTo>
                    <a:pt x="7617374" y="71652"/>
                  </a:lnTo>
                  <a:lnTo>
                    <a:pt x="7519746" y="60272"/>
                  </a:lnTo>
                  <a:lnTo>
                    <a:pt x="7415637" y="49925"/>
                  </a:lnTo>
                  <a:lnTo>
                    <a:pt x="7306137" y="40572"/>
                  </a:lnTo>
                  <a:lnTo>
                    <a:pt x="7193075" y="32201"/>
                  </a:lnTo>
                  <a:lnTo>
                    <a:pt x="7079082" y="24822"/>
                  </a:lnTo>
                  <a:lnTo>
                    <a:pt x="6967529" y="18455"/>
                  </a:lnTo>
                  <a:lnTo>
                    <a:pt x="6862303" y="13118"/>
                  </a:lnTo>
                  <a:lnTo>
                    <a:pt x="6767401" y="8812"/>
                  </a:lnTo>
                  <a:lnTo>
                    <a:pt x="6686387" y="5501"/>
                  </a:lnTo>
                  <a:lnTo>
                    <a:pt x="6621806" y="3113"/>
                  </a:lnTo>
                  <a:lnTo>
                    <a:pt x="6574715" y="1531"/>
                  </a:lnTo>
                  <a:lnTo>
                    <a:pt x="6544423" y="602"/>
                  </a:lnTo>
                  <a:lnTo>
                    <a:pt x="6528494" y="156"/>
                  </a:lnTo>
                  <a:lnTo>
                    <a:pt x="6522931" y="1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35" y="72"/>
                  </a:lnTo>
                  <a:lnTo>
                    <a:pt x="5519752" y="585"/>
                  </a:lnTo>
                  <a:lnTo>
                    <a:pt x="5502765" y="2004"/>
                  </a:lnTo>
                  <a:lnTo>
                    <a:pt x="5472041" y="4801"/>
                  </a:lnTo>
                  <a:lnTo>
                    <a:pt x="5425532" y="9431"/>
                  </a:lnTo>
                  <a:lnTo>
                    <a:pt x="5362716" y="16289"/>
                  </a:lnTo>
                  <a:lnTo>
                    <a:pt x="5284585" y="25685"/>
                  </a:lnTo>
                  <a:lnTo>
                    <a:pt x="5193428" y="37815"/>
                  </a:lnTo>
                  <a:lnTo>
                    <a:pt x="5092429" y="52771"/>
                  </a:lnTo>
                  <a:lnTo>
                    <a:pt x="4985181" y="70560"/>
                  </a:lnTo>
                  <a:lnTo>
                    <a:pt x="4875218" y="91138"/>
                  </a:lnTo>
                  <a:lnTo>
                    <a:pt x="4765663" y="114447"/>
                  </a:lnTo>
                  <a:lnTo>
                    <a:pt x="4659012" y="140454"/>
                  </a:lnTo>
                  <a:lnTo>
                    <a:pt x="4557062" y="169177"/>
                  </a:lnTo>
                  <a:lnTo>
                    <a:pt x="4460952" y="200703"/>
                  </a:lnTo>
                  <a:lnTo>
                    <a:pt x="4371248" y="235196"/>
                  </a:lnTo>
                  <a:lnTo>
                    <a:pt x="4288072" y="272903"/>
                  </a:lnTo>
                  <a:lnTo>
                    <a:pt x="4211212" y="314154"/>
                  </a:lnTo>
                  <a:lnTo>
                    <a:pt x="4140232" y="359349"/>
                  </a:lnTo>
                  <a:lnTo>
                    <a:pt x="4074553" y="408954"/>
                  </a:lnTo>
                  <a:lnTo>
                    <a:pt x="4013513" y="463476"/>
                  </a:lnTo>
                  <a:lnTo>
                    <a:pt x="3956423" y="523431"/>
                  </a:lnTo>
                  <a:lnTo>
                    <a:pt x="3902596" y="589292"/>
                  </a:lnTo>
                  <a:lnTo>
                    <a:pt x="3851385" y="661404"/>
                  </a:lnTo>
                  <a:lnTo>
                    <a:pt x="3820202" y="710105"/>
                  </a:lnTo>
                  <a:lnTo>
                    <a:pt x="3782612" y="773724"/>
                  </a:lnTo>
                  <a:lnTo>
                    <a:pt x="3745848" y="841238"/>
                  </a:lnTo>
                  <a:lnTo>
                    <a:pt x="3709723" y="912726"/>
                  </a:lnTo>
                  <a:lnTo>
                    <a:pt x="3674078" y="988225"/>
                  </a:lnTo>
                  <a:lnTo>
                    <a:pt x="3638783" y="1067723"/>
                  </a:lnTo>
                  <a:lnTo>
                    <a:pt x="3603729" y="1151160"/>
                  </a:lnTo>
                  <a:lnTo>
                    <a:pt x="3568830" y="1238421"/>
                  </a:lnTo>
                  <a:lnTo>
                    <a:pt x="3534017" y="1329332"/>
                  </a:lnTo>
                  <a:lnTo>
                    <a:pt x="3499237" y="1423665"/>
                  </a:lnTo>
                  <a:lnTo>
                    <a:pt x="3464453" y="1521133"/>
                  </a:lnTo>
                  <a:lnTo>
                    <a:pt x="3429640" y="1621393"/>
                  </a:lnTo>
                  <a:lnTo>
                    <a:pt x="3394786" y="1724051"/>
                  </a:lnTo>
                  <a:lnTo>
                    <a:pt x="3359888" y="1828667"/>
                  </a:lnTo>
                  <a:lnTo>
                    <a:pt x="3324951" y="1934763"/>
                  </a:lnTo>
                  <a:lnTo>
                    <a:pt x="3289985" y="2041830"/>
                  </a:lnTo>
                  <a:lnTo>
                    <a:pt x="3255006" y="2149339"/>
                  </a:lnTo>
                  <a:lnTo>
                    <a:pt x="3220030" y="2256753"/>
                  </a:lnTo>
                  <a:lnTo>
                    <a:pt x="3185072" y="2363536"/>
                  </a:lnTo>
                  <a:lnTo>
                    <a:pt x="3150148" y="2469166"/>
                  </a:lnTo>
                  <a:lnTo>
                    <a:pt x="3115265" y="2573142"/>
                  </a:lnTo>
                  <a:lnTo>
                    <a:pt x="3080427" y="2675000"/>
                  </a:lnTo>
                  <a:lnTo>
                    <a:pt x="3045626" y="2774314"/>
                  </a:lnTo>
                  <a:lnTo>
                    <a:pt x="3010847" y="2870710"/>
                  </a:lnTo>
                  <a:lnTo>
                    <a:pt x="2976060" y="2963862"/>
                  </a:lnTo>
                  <a:lnTo>
                    <a:pt x="2941224" y="3053506"/>
                  </a:lnTo>
                  <a:lnTo>
                    <a:pt x="2906279" y="3139431"/>
                  </a:lnTo>
                  <a:lnTo>
                    <a:pt x="2871151" y="3221485"/>
                  </a:lnTo>
                  <a:lnTo>
                    <a:pt x="2835746" y="3299573"/>
                  </a:lnTo>
                  <a:lnTo>
                    <a:pt x="2799947" y="3373652"/>
                  </a:lnTo>
                  <a:lnTo>
                    <a:pt x="2763615" y="3443728"/>
                  </a:lnTo>
                  <a:lnTo>
                    <a:pt x="2726582" y="3509853"/>
                  </a:lnTo>
                  <a:lnTo>
                    <a:pt x="2702183" y="3550529"/>
                  </a:lnTo>
                  <a:lnTo>
                    <a:pt x="2652321" y="3626651"/>
                  </a:lnTo>
                  <a:lnTo>
                    <a:pt x="2600214" y="3696423"/>
                  </a:lnTo>
                  <a:lnTo>
                    <a:pt x="2545257" y="3760049"/>
                  </a:lnTo>
                  <a:lnTo>
                    <a:pt x="2486787" y="3817935"/>
                  </a:lnTo>
                  <a:lnTo>
                    <a:pt x="2424110" y="3870577"/>
                  </a:lnTo>
                  <a:lnTo>
                    <a:pt x="2356544" y="3918494"/>
                  </a:lnTo>
                  <a:lnTo>
                    <a:pt x="2283450" y="3962179"/>
                  </a:lnTo>
                  <a:lnTo>
                    <a:pt x="2204295" y="4002075"/>
                  </a:lnTo>
                  <a:lnTo>
                    <a:pt x="2118713" y="4038560"/>
                  </a:lnTo>
                  <a:lnTo>
                    <a:pt x="2026604" y="4071930"/>
                  </a:lnTo>
                  <a:lnTo>
                    <a:pt x="1928239" y="4102404"/>
                  </a:lnTo>
                  <a:lnTo>
                    <a:pt x="1824384" y="4130116"/>
                  </a:lnTo>
                  <a:lnTo>
                    <a:pt x="1716411" y="4155127"/>
                  </a:lnTo>
                  <a:lnTo>
                    <a:pt x="1606378" y="4177431"/>
                  </a:lnTo>
                  <a:lnTo>
                    <a:pt x="1497028" y="4196984"/>
                  </a:lnTo>
                  <a:lnTo>
                    <a:pt x="1391668" y="4213728"/>
                  </a:lnTo>
                  <a:lnTo>
                    <a:pt x="1293902" y="4227634"/>
                  </a:lnTo>
                  <a:lnTo>
                    <a:pt x="1207231" y="4238736"/>
                  </a:lnTo>
                  <a:lnTo>
                    <a:pt x="1134561" y="4247164"/>
                  </a:lnTo>
                  <a:lnTo>
                    <a:pt x="1077740" y="4253157"/>
                  </a:lnTo>
                  <a:lnTo>
                    <a:pt x="1037215" y="4257059"/>
                  </a:lnTo>
                  <a:lnTo>
                    <a:pt x="1011889" y="4259291"/>
                  </a:lnTo>
                  <a:lnTo>
                    <a:pt x="999181" y="4260320"/>
                  </a:lnTo>
                  <a:lnTo>
                    <a:pt x="995197" y="4260617"/>
                  </a:lnTo>
                  <a:lnTo>
                    <a:pt x="994940" y="4260635"/>
                  </a:lnTo>
                  <a:lnTo>
                    <a:pt x="0" y="4260635"/>
                  </a:lnTo>
                  <a:lnTo>
                    <a:pt x="0" y="42606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4" name="pg2093"/>
            <p:cNvSpPr/>
            <p:nvPr/>
          </p:nvSpPr>
          <p:spPr>
            <a:xfrm>
              <a:off x="1199187" y="3516300"/>
              <a:ext cx="12049831" cy="2840423"/>
            </a:xfrm>
            <a:custGeom>
              <a:avLst/>
              <a:pathLst>
                <a:path w="12049831" h="2840423">
                  <a:moveTo>
                    <a:pt x="0" y="2840423"/>
                  </a:moveTo>
                  <a:lnTo>
                    <a:pt x="994940" y="2840423"/>
                  </a:lnTo>
                  <a:lnTo>
                    <a:pt x="996016" y="2840372"/>
                  </a:lnTo>
                  <a:lnTo>
                    <a:pt x="1003126" y="2840007"/>
                  </a:lnTo>
                  <a:lnTo>
                    <a:pt x="1021170" y="2839000"/>
                  </a:lnTo>
                  <a:lnTo>
                    <a:pt x="1053732" y="2837013"/>
                  </a:lnTo>
                  <a:lnTo>
                    <a:pt x="1102877" y="2833729"/>
                  </a:lnTo>
                  <a:lnTo>
                    <a:pt x="1168999" y="2828869"/>
                  </a:lnTo>
                  <a:lnTo>
                    <a:pt x="1250860" y="2822226"/>
                  </a:lnTo>
                  <a:lnTo>
                    <a:pt x="1345859" y="2813670"/>
                  </a:lnTo>
                  <a:lnTo>
                    <a:pt x="1450496" y="2803146"/>
                  </a:lnTo>
                  <a:lnTo>
                    <a:pt x="1560918" y="2790658"/>
                  </a:lnTo>
                  <a:lnTo>
                    <a:pt x="1673423" y="2776243"/>
                  </a:lnTo>
                  <a:lnTo>
                    <a:pt x="1784819" y="2759938"/>
                  </a:lnTo>
                  <a:lnTo>
                    <a:pt x="1892630" y="2741759"/>
                  </a:lnTo>
                  <a:lnTo>
                    <a:pt x="1995134" y="2721683"/>
                  </a:lnTo>
                  <a:lnTo>
                    <a:pt x="2091308" y="2699631"/>
                  </a:lnTo>
                  <a:lnTo>
                    <a:pt x="2180710" y="2675468"/>
                  </a:lnTo>
                  <a:lnTo>
                    <a:pt x="2263343" y="2648998"/>
                  </a:lnTo>
                  <a:lnTo>
                    <a:pt x="2339529" y="2619971"/>
                  </a:lnTo>
                  <a:lnTo>
                    <a:pt x="2409800" y="2588082"/>
                  </a:lnTo>
                  <a:lnTo>
                    <a:pt x="2474816" y="2552988"/>
                  </a:lnTo>
                  <a:lnTo>
                    <a:pt x="2535299" y="2514322"/>
                  </a:lnTo>
                  <a:lnTo>
                    <a:pt x="2591989" y="2471726"/>
                  </a:lnTo>
                  <a:lnTo>
                    <a:pt x="2645602" y="2424899"/>
                  </a:lnTo>
                  <a:lnTo>
                    <a:pt x="2696793" y="2373669"/>
                  </a:lnTo>
                  <a:lnTo>
                    <a:pt x="2702183" y="2367893"/>
                  </a:lnTo>
                  <a:lnTo>
                    <a:pt x="2746408" y="2317709"/>
                  </a:lnTo>
                  <a:lnTo>
                    <a:pt x="2789534" y="2263908"/>
                  </a:lnTo>
                  <a:lnTo>
                    <a:pt x="2831854" y="2206416"/>
                  </a:lnTo>
                  <a:lnTo>
                    <a:pt x="2873607" y="2145215"/>
                  </a:lnTo>
                  <a:lnTo>
                    <a:pt x="2914983" y="2080351"/>
                  </a:lnTo>
                  <a:lnTo>
                    <a:pt x="2956132" y="2011939"/>
                  </a:lnTo>
                  <a:lnTo>
                    <a:pt x="2997167" y="1940166"/>
                  </a:lnTo>
                  <a:lnTo>
                    <a:pt x="3038171" y="1865291"/>
                  </a:lnTo>
                  <a:lnTo>
                    <a:pt x="3079196" y="1787650"/>
                  </a:lnTo>
                  <a:lnTo>
                    <a:pt x="3120274" y="1707644"/>
                  </a:lnTo>
                  <a:lnTo>
                    <a:pt x="3161412" y="1625740"/>
                  </a:lnTo>
                  <a:lnTo>
                    <a:pt x="3202605" y="1542454"/>
                  </a:lnTo>
                  <a:lnTo>
                    <a:pt x="3243835" y="1458341"/>
                  </a:lnTo>
                  <a:lnTo>
                    <a:pt x="3285076" y="1373982"/>
                  </a:lnTo>
                  <a:lnTo>
                    <a:pt x="3326301" y="1289962"/>
                  </a:lnTo>
                  <a:lnTo>
                    <a:pt x="3367486" y="1206858"/>
                  </a:lnTo>
                  <a:lnTo>
                    <a:pt x="3408615" y="1125221"/>
                  </a:lnTo>
                  <a:lnTo>
                    <a:pt x="3449683" y="1045560"/>
                  </a:lnTo>
                  <a:lnTo>
                    <a:pt x="3490703" y="968331"/>
                  </a:lnTo>
                  <a:lnTo>
                    <a:pt x="3531707" y="893927"/>
                  </a:lnTo>
                  <a:lnTo>
                    <a:pt x="3572754" y="822670"/>
                  </a:lnTo>
                  <a:lnTo>
                    <a:pt x="3613931" y="754809"/>
                  </a:lnTo>
                  <a:lnTo>
                    <a:pt x="3655355" y="690519"/>
                  </a:lnTo>
                  <a:lnTo>
                    <a:pt x="3697184" y="629903"/>
                  </a:lnTo>
                  <a:lnTo>
                    <a:pt x="3739614" y="572998"/>
                  </a:lnTo>
                  <a:lnTo>
                    <a:pt x="3782893" y="519775"/>
                  </a:lnTo>
                  <a:lnTo>
                    <a:pt x="3820202" y="477771"/>
                  </a:lnTo>
                  <a:lnTo>
                    <a:pt x="3871168" y="426066"/>
                  </a:lnTo>
                  <a:lnTo>
                    <a:pt x="3924490" y="378770"/>
                  </a:lnTo>
                  <a:lnTo>
                    <a:pt x="3980815" y="335732"/>
                  </a:lnTo>
                  <a:lnTo>
                    <a:pt x="4040855" y="296659"/>
                  </a:lnTo>
                  <a:lnTo>
                    <a:pt x="4105347" y="261198"/>
                  </a:lnTo>
                  <a:lnTo>
                    <a:pt x="4175019" y="228981"/>
                  </a:lnTo>
                  <a:lnTo>
                    <a:pt x="4250540" y="199661"/>
                  </a:lnTo>
                  <a:lnTo>
                    <a:pt x="4332459" y="172930"/>
                  </a:lnTo>
                  <a:lnTo>
                    <a:pt x="4421126" y="148529"/>
                  </a:lnTo>
                  <a:lnTo>
                    <a:pt x="4516584" y="126257"/>
                  </a:lnTo>
                  <a:lnTo>
                    <a:pt x="4618444" y="105973"/>
                  </a:lnTo>
                  <a:lnTo>
                    <a:pt x="4725753" y="87592"/>
                  </a:lnTo>
                  <a:lnTo>
                    <a:pt x="4836869" y="71085"/>
                  </a:lnTo>
                  <a:lnTo>
                    <a:pt x="4949395" y="56465"/>
                  </a:lnTo>
                  <a:lnTo>
                    <a:pt x="5060213" y="43768"/>
                  </a:lnTo>
                  <a:lnTo>
                    <a:pt x="5165659" y="33031"/>
                  </a:lnTo>
                  <a:lnTo>
                    <a:pt x="5261874" y="24265"/>
                  </a:lnTo>
                  <a:lnTo>
                    <a:pt x="5345295" y="17420"/>
                  </a:lnTo>
                  <a:lnTo>
                    <a:pt x="5413198" y="12378"/>
                  </a:lnTo>
                  <a:lnTo>
                    <a:pt x="5464181" y="8936"/>
                  </a:lnTo>
                  <a:lnTo>
                    <a:pt x="5498457" y="6825"/>
                  </a:lnTo>
                  <a:lnTo>
                    <a:pt x="5517917" y="5728"/>
                  </a:lnTo>
                  <a:lnTo>
                    <a:pt x="5525991" y="531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0" y="5248"/>
                  </a:lnTo>
                  <a:lnTo>
                    <a:pt x="6531010" y="5308"/>
                  </a:lnTo>
                  <a:lnTo>
                    <a:pt x="6549991" y="5471"/>
                  </a:lnTo>
                  <a:lnTo>
                    <a:pt x="6584176" y="5793"/>
                  </a:lnTo>
                  <a:lnTo>
                    <a:pt x="6635635" y="6324"/>
                  </a:lnTo>
                  <a:lnTo>
                    <a:pt x="6704640" y="7110"/>
                  </a:lnTo>
                  <a:lnTo>
                    <a:pt x="6789724" y="8182"/>
                  </a:lnTo>
                  <a:lnTo>
                    <a:pt x="6888003" y="9560"/>
                  </a:lnTo>
                  <a:lnTo>
                    <a:pt x="6995702" y="11252"/>
                  </a:lnTo>
                  <a:lnTo>
                    <a:pt x="7108749" y="13255"/>
                  </a:lnTo>
                  <a:lnTo>
                    <a:pt x="7223307" y="15563"/>
                  </a:lnTo>
                  <a:lnTo>
                    <a:pt x="7336144" y="18172"/>
                  </a:lnTo>
                  <a:lnTo>
                    <a:pt x="7444810" y="21078"/>
                  </a:lnTo>
                  <a:lnTo>
                    <a:pt x="7547666" y="24288"/>
                  </a:lnTo>
                  <a:lnTo>
                    <a:pt x="7643793" y="27817"/>
                  </a:lnTo>
                  <a:lnTo>
                    <a:pt x="7732862" y="31690"/>
                  </a:lnTo>
                  <a:lnTo>
                    <a:pt x="7814984" y="35940"/>
                  </a:lnTo>
                  <a:lnTo>
                    <a:pt x="7890573" y="40611"/>
                  </a:lnTo>
                  <a:lnTo>
                    <a:pt x="7960245" y="45754"/>
                  </a:lnTo>
                  <a:lnTo>
                    <a:pt x="8024722" y="51427"/>
                  </a:lnTo>
                  <a:lnTo>
                    <a:pt x="8084780" y="57690"/>
                  </a:lnTo>
                  <a:lnTo>
                    <a:pt x="8141193" y="64597"/>
                  </a:lnTo>
                  <a:lnTo>
                    <a:pt x="8194697" y="72191"/>
                  </a:lnTo>
                  <a:lnTo>
                    <a:pt x="8229629" y="77736"/>
                  </a:lnTo>
                  <a:lnTo>
                    <a:pt x="8290305" y="88496"/>
                  </a:lnTo>
                  <a:lnTo>
                    <a:pt x="8349108" y="100320"/>
                  </a:lnTo>
                  <a:lnTo>
                    <a:pt x="8406724" y="113225"/>
                  </a:lnTo>
                  <a:lnTo>
                    <a:pt x="8463661" y="127194"/>
                  </a:lnTo>
                  <a:lnTo>
                    <a:pt x="8520281" y="142171"/>
                  </a:lnTo>
                  <a:lnTo>
                    <a:pt x="8576823" y="158060"/>
                  </a:lnTo>
                  <a:lnTo>
                    <a:pt x="8633423" y="174724"/>
                  </a:lnTo>
                  <a:lnTo>
                    <a:pt x="8690134" y="191990"/>
                  </a:lnTo>
                  <a:lnTo>
                    <a:pt x="8746947" y="209653"/>
                  </a:lnTo>
                  <a:lnTo>
                    <a:pt x="8803810" y="227488"/>
                  </a:lnTo>
                  <a:lnTo>
                    <a:pt x="8860654" y="245261"/>
                  </a:lnTo>
                  <a:lnTo>
                    <a:pt x="8917417" y="262739"/>
                  </a:lnTo>
                  <a:lnTo>
                    <a:pt x="8974067" y="279708"/>
                  </a:lnTo>
                  <a:lnTo>
                    <a:pt x="9030624" y="295977"/>
                  </a:lnTo>
                  <a:lnTo>
                    <a:pt x="9087185" y="311394"/>
                  </a:lnTo>
                  <a:lnTo>
                    <a:pt x="9143937" y="325842"/>
                  </a:lnTo>
                  <a:lnTo>
                    <a:pt x="9201183" y="339248"/>
                  </a:lnTo>
                  <a:lnTo>
                    <a:pt x="9259358" y="351576"/>
                  </a:lnTo>
                  <a:lnTo>
                    <a:pt x="9319062" y="362829"/>
                  </a:lnTo>
                  <a:lnTo>
                    <a:pt x="9347647" y="367717"/>
                  </a:lnTo>
                  <a:lnTo>
                    <a:pt x="9399559" y="375788"/>
                  </a:lnTo>
                  <a:lnTo>
                    <a:pt x="9453925" y="383157"/>
                  </a:lnTo>
                  <a:lnTo>
                    <a:pt x="9511430" y="389851"/>
                  </a:lnTo>
                  <a:lnTo>
                    <a:pt x="9572828" y="395917"/>
                  </a:lnTo>
                  <a:lnTo>
                    <a:pt x="9638897" y="401412"/>
                  </a:lnTo>
                  <a:lnTo>
                    <a:pt x="9710402" y="406397"/>
                  </a:lnTo>
                  <a:lnTo>
                    <a:pt x="9788038" y="410927"/>
                  </a:lnTo>
                  <a:lnTo>
                    <a:pt x="9872367" y="415051"/>
                  </a:lnTo>
                  <a:lnTo>
                    <a:pt x="9963719" y="418810"/>
                  </a:lnTo>
                  <a:lnTo>
                    <a:pt x="10062077" y="422234"/>
                  </a:lnTo>
                  <a:lnTo>
                    <a:pt x="10166939" y="425345"/>
                  </a:lnTo>
                  <a:lnTo>
                    <a:pt x="10277168" y="428155"/>
                  </a:lnTo>
                  <a:lnTo>
                    <a:pt x="10390867" y="430667"/>
                  </a:lnTo>
                  <a:lnTo>
                    <a:pt x="10505325" y="432878"/>
                  </a:lnTo>
                  <a:lnTo>
                    <a:pt x="10617087" y="434781"/>
                  </a:lnTo>
                  <a:lnTo>
                    <a:pt x="10722191" y="436371"/>
                  </a:lnTo>
                  <a:lnTo>
                    <a:pt x="10816596" y="437649"/>
                  </a:lnTo>
                  <a:lnTo>
                    <a:pt x="10896751" y="438626"/>
                  </a:lnTo>
                  <a:lnTo>
                    <a:pt x="10960178" y="439326"/>
                  </a:lnTo>
                  <a:lnTo>
                    <a:pt x="11005948" y="439785"/>
                  </a:lnTo>
                  <a:lnTo>
                    <a:pt x="11034920" y="440049"/>
                  </a:lnTo>
                  <a:lnTo>
                    <a:pt x="11049717" y="440173"/>
                  </a:lnTo>
                  <a:lnTo>
                    <a:pt x="11054532" y="440210"/>
                  </a:lnTo>
                  <a:lnTo>
                    <a:pt x="11054891" y="440213"/>
                  </a:lnTo>
                  <a:lnTo>
                    <a:pt x="12049831" y="440213"/>
                  </a:lnTo>
                  <a:lnTo>
                    <a:pt x="12049831" y="434972"/>
                  </a:lnTo>
                  <a:lnTo>
                    <a:pt x="11054891" y="434972"/>
                  </a:lnTo>
                  <a:lnTo>
                    <a:pt x="11053756" y="434964"/>
                  </a:lnTo>
                  <a:lnTo>
                    <a:pt x="11046266" y="434905"/>
                  </a:lnTo>
                  <a:lnTo>
                    <a:pt x="11027286" y="434741"/>
                  </a:lnTo>
                  <a:lnTo>
                    <a:pt x="10993101" y="434420"/>
                  </a:lnTo>
                  <a:lnTo>
                    <a:pt x="10941642" y="433888"/>
                  </a:lnTo>
                  <a:lnTo>
                    <a:pt x="10872637" y="433102"/>
                  </a:lnTo>
                  <a:lnTo>
                    <a:pt x="10787553" y="432030"/>
                  </a:lnTo>
                  <a:lnTo>
                    <a:pt x="10689273" y="430652"/>
                  </a:lnTo>
                  <a:lnTo>
                    <a:pt x="10581574" y="428960"/>
                  </a:lnTo>
                  <a:lnTo>
                    <a:pt x="10468527" y="426957"/>
                  </a:lnTo>
                  <a:lnTo>
                    <a:pt x="10353969" y="424649"/>
                  </a:lnTo>
                  <a:lnTo>
                    <a:pt x="10241132" y="422041"/>
                  </a:lnTo>
                  <a:lnTo>
                    <a:pt x="10132466" y="419134"/>
                  </a:lnTo>
                  <a:lnTo>
                    <a:pt x="10029611" y="415924"/>
                  </a:lnTo>
                  <a:lnTo>
                    <a:pt x="9933483" y="412395"/>
                  </a:lnTo>
                  <a:lnTo>
                    <a:pt x="9844414" y="408522"/>
                  </a:lnTo>
                  <a:lnTo>
                    <a:pt x="9762293" y="404272"/>
                  </a:lnTo>
                  <a:lnTo>
                    <a:pt x="9686703" y="399601"/>
                  </a:lnTo>
                  <a:lnTo>
                    <a:pt x="9617032" y="394458"/>
                  </a:lnTo>
                  <a:lnTo>
                    <a:pt x="9552554" y="388785"/>
                  </a:lnTo>
                  <a:lnTo>
                    <a:pt x="9492497" y="382523"/>
                  </a:lnTo>
                  <a:lnTo>
                    <a:pt x="9436084" y="375616"/>
                  </a:lnTo>
                  <a:lnTo>
                    <a:pt x="9382580" y="368021"/>
                  </a:lnTo>
                  <a:lnTo>
                    <a:pt x="9347647" y="362477"/>
                  </a:lnTo>
                  <a:lnTo>
                    <a:pt x="9286971" y="351716"/>
                  </a:lnTo>
                  <a:lnTo>
                    <a:pt x="9228169" y="339892"/>
                  </a:lnTo>
                  <a:lnTo>
                    <a:pt x="9170553" y="326987"/>
                  </a:lnTo>
                  <a:lnTo>
                    <a:pt x="9113615" y="313018"/>
                  </a:lnTo>
                  <a:lnTo>
                    <a:pt x="9056995" y="298041"/>
                  </a:lnTo>
                  <a:lnTo>
                    <a:pt x="9000453" y="282153"/>
                  </a:lnTo>
                  <a:lnTo>
                    <a:pt x="8943853" y="265488"/>
                  </a:lnTo>
                  <a:lnTo>
                    <a:pt x="8887142" y="248222"/>
                  </a:lnTo>
                  <a:lnTo>
                    <a:pt x="8830329" y="230559"/>
                  </a:lnTo>
                  <a:lnTo>
                    <a:pt x="8773466" y="212724"/>
                  </a:lnTo>
                  <a:lnTo>
                    <a:pt x="8716622" y="194951"/>
                  </a:lnTo>
                  <a:lnTo>
                    <a:pt x="8659859" y="177473"/>
                  </a:lnTo>
                  <a:lnTo>
                    <a:pt x="8603210" y="160505"/>
                  </a:lnTo>
                  <a:lnTo>
                    <a:pt x="8546652" y="144235"/>
                  </a:lnTo>
                  <a:lnTo>
                    <a:pt x="8490092" y="128818"/>
                  </a:lnTo>
                  <a:lnTo>
                    <a:pt x="8433339" y="114370"/>
                  </a:lnTo>
                  <a:lnTo>
                    <a:pt x="8376094" y="100964"/>
                  </a:lnTo>
                  <a:lnTo>
                    <a:pt x="8317918" y="88636"/>
                  </a:lnTo>
                  <a:lnTo>
                    <a:pt x="8258214" y="77384"/>
                  </a:lnTo>
                  <a:lnTo>
                    <a:pt x="8229629" y="72495"/>
                  </a:lnTo>
                  <a:lnTo>
                    <a:pt x="8177717" y="64425"/>
                  </a:lnTo>
                  <a:lnTo>
                    <a:pt x="8123351" y="57055"/>
                  </a:lnTo>
                  <a:lnTo>
                    <a:pt x="8065846" y="50361"/>
                  </a:lnTo>
                  <a:lnTo>
                    <a:pt x="8004449" y="44296"/>
                  </a:lnTo>
                  <a:lnTo>
                    <a:pt x="7938380" y="38800"/>
                  </a:lnTo>
                  <a:lnTo>
                    <a:pt x="7866875" y="33815"/>
                  </a:lnTo>
                  <a:lnTo>
                    <a:pt x="7789238" y="29285"/>
                  </a:lnTo>
                  <a:lnTo>
                    <a:pt x="7704909" y="25161"/>
                  </a:lnTo>
                  <a:lnTo>
                    <a:pt x="7613558" y="21403"/>
                  </a:lnTo>
                  <a:lnTo>
                    <a:pt x="7515199" y="17978"/>
                  </a:lnTo>
                  <a:lnTo>
                    <a:pt x="7410337" y="14867"/>
                  </a:lnTo>
                  <a:lnTo>
                    <a:pt x="7300109" y="12057"/>
                  </a:lnTo>
                  <a:lnTo>
                    <a:pt x="7186410" y="9545"/>
                  </a:lnTo>
                  <a:lnTo>
                    <a:pt x="7071951" y="7335"/>
                  </a:lnTo>
                  <a:lnTo>
                    <a:pt x="6960189" y="5432"/>
                  </a:lnTo>
                  <a:lnTo>
                    <a:pt x="6855086" y="3841"/>
                  </a:lnTo>
                  <a:lnTo>
                    <a:pt x="6760680" y="2563"/>
                  </a:lnTo>
                  <a:lnTo>
                    <a:pt x="6680526" y="1586"/>
                  </a:lnTo>
                  <a:lnTo>
                    <a:pt x="6617099" y="886"/>
                  </a:lnTo>
                  <a:lnTo>
                    <a:pt x="6571328" y="428"/>
                  </a:lnTo>
                  <a:lnTo>
                    <a:pt x="6542356" y="163"/>
                  </a:lnTo>
                  <a:lnTo>
                    <a:pt x="6527560" y="39"/>
                  </a:lnTo>
                  <a:lnTo>
                    <a:pt x="6522744" y="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9" y="51"/>
                  </a:lnTo>
                  <a:lnTo>
                    <a:pt x="5519259" y="415"/>
                  </a:lnTo>
                  <a:lnTo>
                    <a:pt x="5501215" y="1423"/>
                  </a:lnTo>
                  <a:lnTo>
                    <a:pt x="5468653" y="3409"/>
                  </a:lnTo>
                  <a:lnTo>
                    <a:pt x="5419508" y="6694"/>
                  </a:lnTo>
                  <a:lnTo>
                    <a:pt x="5353386" y="11553"/>
                  </a:lnTo>
                  <a:lnTo>
                    <a:pt x="5271525" y="18196"/>
                  </a:lnTo>
                  <a:lnTo>
                    <a:pt x="5176526" y="26753"/>
                  </a:lnTo>
                  <a:lnTo>
                    <a:pt x="5071889" y="37277"/>
                  </a:lnTo>
                  <a:lnTo>
                    <a:pt x="4961467" y="49764"/>
                  </a:lnTo>
                  <a:lnTo>
                    <a:pt x="4848962" y="64180"/>
                  </a:lnTo>
                  <a:lnTo>
                    <a:pt x="4737566" y="80485"/>
                  </a:lnTo>
                  <a:lnTo>
                    <a:pt x="4629755" y="98663"/>
                  </a:lnTo>
                  <a:lnTo>
                    <a:pt x="4527251" y="118740"/>
                  </a:lnTo>
                  <a:lnTo>
                    <a:pt x="4431077" y="140792"/>
                  </a:lnTo>
                  <a:lnTo>
                    <a:pt x="4341675" y="164955"/>
                  </a:lnTo>
                  <a:lnTo>
                    <a:pt x="4259042" y="191424"/>
                  </a:lnTo>
                  <a:lnTo>
                    <a:pt x="4182856" y="220452"/>
                  </a:lnTo>
                  <a:lnTo>
                    <a:pt x="4112585" y="252341"/>
                  </a:lnTo>
                  <a:lnTo>
                    <a:pt x="4047569" y="287435"/>
                  </a:lnTo>
                  <a:lnTo>
                    <a:pt x="3987086" y="326101"/>
                  </a:lnTo>
                  <a:lnTo>
                    <a:pt x="3930396" y="368696"/>
                  </a:lnTo>
                  <a:lnTo>
                    <a:pt x="3876783" y="415524"/>
                  </a:lnTo>
                  <a:lnTo>
                    <a:pt x="3825592" y="466753"/>
                  </a:lnTo>
                  <a:lnTo>
                    <a:pt x="3820202" y="472530"/>
                  </a:lnTo>
                  <a:lnTo>
                    <a:pt x="3775977" y="522713"/>
                  </a:lnTo>
                  <a:lnTo>
                    <a:pt x="3732851" y="576514"/>
                  </a:lnTo>
                  <a:lnTo>
                    <a:pt x="3690531" y="634007"/>
                  </a:lnTo>
                  <a:lnTo>
                    <a:pt x="3648778" y="695208"/>
                  </a:lnTo>
                  <a:lnTo>
                    <a:pt x="3607402" y="760071"/>
                  </a:lnTo>
                  <a:lnTo>
                    <a:pt x="3566253" y="828483"/>
                  </a:lnTo>
                  <a:lnTo>
                    <a:pt x="3525218" y="900257"/>
                  </a:lnTo>
                  <a:lnTo>
                    <a:pt x="3484214" y="975131"/>
                  </a:lnTo>
                  <a:lnTo>
                    <a:pt x="3443189" y="1052773"/>
                  </a:lnTo>
                  <a:lnTo>
                    <a:pt x="3402111" y="1132778"/>
                  </a:lnTo>
                  <a:lnTo>
                    <a:pt x="3360973" y="1214683"/>
                  </a:lnTo>
                  <a:lnTo>
                    <a:pt x="3319780" y="1297969"/>
                  </a:lnTo>
                  <a:lnTo>
                    <a:pt x="3278550" y="1382082"/>
                  </a:lnTo>
                  <a:lnTo>
                    <a:pt x="3237309" y="1466441"/>
                  </a:lnTo>
                  <a:lnTo>
                    <a:pt x="3196084" y="1550461"/>
                  </a:lnTo>
                  <a:lnTo>
                    <a:pt x="3154899" y="1633565"/>
                  </a:lnTo>
                  <a:lnTo>
                    <a:pt x="3113770" y="1715202"/>
                  </a:lnTo>
                  <a:lnTo>
                    <a:pt x="3072702" y="1794863"/>
                  </a:lnTo>
                  <a:lnTo>
                    <a:pt x="3031682" y="1872092"/>
                  </a:lnTo>
                  <a:lnTo>
                    <a:pt x="2990678" y="1946496"/>
                  </a:lnTo>
                  <a:lnTo>
                    <a:pt x="2949631" y="2017753"/>
                  </a:lnTo>
                  <a:lnTo>
                    <a:pt x="2908454" y="2085614"/>
                  </a:lnTo>
                  <a:lnTo>
                    <a:pt x="2867030" y="2149904"/>
                  </a:lnTo>
                  <a:lnTo>
                    <a:pt x="2825201" y="2210519"/>
                  </a:lnTo>
                  <a:lnTo>
                    <a:pt x="2782771" y="2267425"/>
                  </a:lnTo>
                  <a:lnTo>
                    <a:pt x="2739492" y="2320647"/>
                  </a:lnTo>
                  <a:lnTo>
                    <a:pt x="2702183" y="2362652"/>
                  </a:lnTo>
                  <a:lnTo>
                    <a:pt x="2651217" y="2414357"/>
                  </a:lnTo>
                  <a:lnTo>
                    <a:pt x="2597895" y="2461653"/>
                  </a:lnTo>
                  <a:lnTo>
                    <a:pt x="2541570" y="2504691"/>
                  </a:lnTo>
                  <a:lnTo>
                    <a:pt x="2481530" y="2543763"/>
                  </a:lnTo>
                  <a:lnTo>
                    <a:pt x="2417038" y="2579224"/>
                  </a:lnTo>
                  <a:lnTo>
                    <a:pt x="2347366" y="2611441"/>
                  </a:lnTo>
                  <a:lnTo>
                    <a:pt x="2271845" y="2640761"/>
                  </a:lnTo>
                  <a:lnTo>
                    <a:pt x="2189926" y="2667493"/>
                  </a:lnTo>
                  <a:lnTo>
                    <a:pt x="2101259" y="2691894"/>
                  </a:lnTo>
                  <a:lnTo>
                    <a:pt x="2005801" y="2714165"/>
                  </a:lnTo>
                  <a:lnTo>
                    <a:pt x="1903941" y="2734450"/>
                  </a:lnTo>
                  <a:lnTo>
                    <a:pt x="1796632" y="2752831"/>
                  </a:lnTo>
                  <a:lnTo>
                    <a:pt x="1685516" y="2769338"/>
                  </a:lnTo>
                  <a:lnTo>
                    <a:pt x="1572990" y="2783958"/>
                  </a:lnTo>
                  <a:lnTo>
                    <a:pt x="1462172" y="2796655"/>
                  </a:lnTo>
                  <a:lnTo>
                    <a:pt x="1356726" y="2807391"/>
                  </a:lnTo>
                  <a:lnTo>
                    <a:pt x="1260511" y="2816158"/>
                  </a:lnTo>
                  <a:lnTo>
                    <a:pt x="1177090" y="2823002"/>
                  </a:lnTo>
                  <a:lnTo>
                    <a:pt x="1109187" y="2828045"/>
                  </a:lnTo>
                  <a:lnTo>
                    <a:pt x="1058204" y="2831487"/>
                  </a:lnTo>
                  <a:lnTo>
                    <a:pt x="1023928" y="2833598"/>
                  </a:lnTo>
                  <a:lnTo>
                    <a:pt x="1004468" y="2834695"/>
                  </a:lnTo>
                  <a:lnTo>
                    <a:pt x="996394" y="2835113"/>
                  </a:lnTo>
                  <a:lnTo>
                    <a:pt x="994940" y="2835183"/>
                  </a:lnTo>
                  <a:lnTo>
                    <a:pt x="0" y="2835183"/>
                  </a:lnTo>
                  <a:close/>
                </a:path>
              </a:pathLst>
            </a:custGeom>
            <a:solidFill>
              <a:srgbClr val="26A69A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95" name="pl2094"/>
            <p:cNvSpPr/>
            <p:nvPr/>
          </p:nvSpPr>
          <p:spPr>
            <a:xfrm>
              <a:off x="1199187" y="3521541"/>
              <a:ext cx="12049831" cy="2835183"/>
            </a:xfrm>
            <a:custGeom>
              <a:avLst/>
              <a:pathLst>
                <a:path w="12049831" h="2835183">
                  <a:moveTo>
                    <a:pt x="0" y="2835183"/>
                  </a:moveTo>
                  <a:lnTo>
                    <a:pt x="994940" y="2835183"/>
                  </a:lnTo>
                  <a:lnTo>
                    <a:pt x="996016" y="2835131"/>
                  </a:lnTo>
                  <a:lnTo>
                    <a:pt x="1003126" y="2834767"/>
                  </a:lnTo>
                  <a:lnTo>
                    <a:pt x="1021170" y="2833759"/>
                  </a:lnTo>
                  <a:lnTo>
                    <a:pt x="1053732" y="2831773"/>
                  </a:lnTo>
                  <a:lnTo>
                    <a:pt x="1102877" y="2828488"/>
                  </a:lnTo>
                  <a:lnTo>
                    <a:pt x="1168999" y="2823629"/>
                  </a:lnTo>
                  <a:lnTo>
                    <a:pt x="1250860" y="2816986"/>
                  </a:lnTo>
                  <a:lnTo>
                    <a:pt x="1345859" y="2808429"/>
                  </a:lnTo>
                  <a:lnTo>
                    <a:pt x="1450496" y="2797905"/>
                  </a:lnTo>
                  <a:lnTo>
                    <a:pt x="1560918" y="2785418"/>
                  </a:lnTo>
                  <a:lnTo>
                    <a:pt x="1673423" y="2771002"/>
                  </a:lnTo>
                  <a:lnTo>
                    <a:pt x="1784819" y="2754697"/>
                  </a:lnTo>
                  <a:lnTo>
                    <a:pt x="1892630" y="2736519"/>
                  </a:lnTo>
                  <a:lnTo>
                    <a:pt x="1995134" y="2716442"/>
                  </a:lnTo>
                  <a:lnTo>
                    <a:pt x="2091308" y="2694390"/>
                  </a:lnTo>
                  <a:lnTo>
                    <a:pt x="2180710" y="2670227"/>
                  </a:lnTo>
                  <a:lnTo>
                    <a:pt x="2263343" y="2643758"/>
                  </a:lnTo>
                  <a:lnTo>
                    <a:pt x="2339529" y="2614730"/>
                  </a:lnTo>
                  <a:lnTo>
                    <a:pt x="2409800" y="2582841"/>
                  </a:lnTo>
                  <a:lnTo>
                    <a:pt x="2474816" y="2547747"/>
                  </a:lnTo>
                  <a:lnTo>
                    <a:pt x="2535299" y="2509081"/>
                  </a:lnTo>
                  <a:lnTo>
                    <a:pt x="2591989" y="2466486"/>
                  </a:lnTo>
                  <a:lnTo>
                    <a:pt x="2645602" y="2419658"/>
                  </a:lnTo>
                  <a:lnTo>
                    <a:pt x="2696793" y="2368429"/>
                  </a:lnTo>
                  <a:lnTo>
                    <a:pt x="2702183" y="2362652"/>
                  </a:lnTo>
                  <a:lnTo>
                    <a:pt x="2746408" y="2312469"/>
                  </a:lnTo>
                  <a:lnTo>
                    <a:pt x="2789534" y="2258668"/>
                  </a:lnTo>
                  <a:lnTo>
                    <a:pt x="2831854" y="2201175"/>
                  </a:lnTo>
                  <a:lnTo>
                    <a:pt x="2873607" y="2139974"/>
                  </a:lnTo>
                  <a:lnTo>
                    <a:pt x="2914983" y="2075111"/>
                  </a:lnTo>
                  <a:lnTo>
                    <a:pt x="2956132" y="2006699"/>
                  </a:lnTo>
                  <a:lnTo>
                    <a:pt x="2997167" y="1934925"/>
                  </a:lnTo>
                  <a:lnTo>
                    <a:pt x="3038171" y="1860051"/>
                  </a:lnTo>
                  <a:lnTo>
                    <a:pt x="3079196" y="1782409"/>
                  </a:lnTo>
                  <a:lnTo>
                    <a:pt x="3120274" y="1702404"/>
                  </a:lnTo>
                  <a:lnTo>
                    <a:pt x="3161412" y="1620499"/>
                  </a:lnTo>
                  <a:lnTo>
                    <a:pt x="3202605" y="1537213"/>
                  </a:lnTo>
                  <a:lnTo>
                    <a:pt x="3243835" y="1453100"/>
                  </a:lnTo>
                  <a:lnTo>
                    <a:pt x="3285076" y="1368741"/>
                  </a:lnTo>
                  <a:lnTo>
                    <a:pt x="3326301" y="1284721"/>
                  </a:lnTo>
                  <a:lnTo>
                    <a:pt x="3367486" y="1201617"/>
                  </a:lnTo>
                  <a:lnTo>
                    <a:pt x="3408615" y="1119980"/>
                  </a:lnTo>
                  <a:lnTo>
                    <a:pt x="3449683" y="1040319"/>
                  </a:lnTo>
                  <a:lnTo>
                    <a:pt x="3490703" y="963090"/>
                  </a:lnTo>
                  <a:lnTo>
                    <a:pt x="3531707" y="888686"/>
                  </a:lnTo>
                  <a:lnTo>
                    <a:pt x="3572754" y="817429"/>
                  </a:lnTo>
                  <a:lnTo>
                    <a:pt x="3613931" y="749568"/>
                  </a:lnTo>
                  <a:lnTo>
                    <a:pt x="3655355" y="685278"/>
                  </a:lnTo>
                  <a:lnTo>
                    <a:pt x="3697184" y="624663"/>
                  </a:lnTo>
                  <a:lnTo>
                    <a:pt x="3739614" y="567757"/>
                  </a:lnTo>
                  <a:lnTo>
                    <a:pt x="3782893" y="514535"/>
                  </a:lnTo>
                  <a:lnTo>
                    <a:pt x="3820202" y="472530"/>
                  </a:lnTo>
                  <a:lnTo>
                    <a:pt x="3871168" y="420825"/>
                  </a:lnTo>
                  <a:lnTo>
                    <a:pt x="3924490" y="373529"/>
                  </a:lnTo>
                  <a:lnTo>
                    <a:pt x="3980815" y="330491"/>
                  </a:lnTo>
                  <a:lnTo>
                    <a:pt x="4040855" y="291419"/>
                  </a:lnTo>
                  <a:lnTo>
                    <a:pt x="4105347" y="255958"/>
                  </a:lnTo>
                  <a:lnTo>
                    <a:pt x="4175019" y="223741"/>
                  </a:lnTo>
                  <a:lnTo>
                    <a:pt x="4250540" y="194421"/>
                  </a:lnTo>
                  <a:lnTo>
                    <a:pt x="4332459" y="167689"/>
                  </a:lnTo>
                  <a:lnTo>
                    <a:pt x="4421126" y="143289"/>
                  </a:lnTo>
                  <a:lnTo>
                    <a:pt x="4516584" y="121017"/>
                  </a:lnTo>
                  <a:lnTo>
                    <a:pt x="4618444" y="100732"/>
                  </a:lnTo>
                  <a:lnTo>
                    <a:pt x="4725753" y="82351"/>
                  </a:lnTo>
                  <a:lnTo>
                    <a:pt x="4836869" y="65844"/>
                  </a:lnTo>
                  <a:lnTo>
                    <a:pt x="4949395" y="51224"/>
                  </a:lnTo>
                  <a:lnTo>
                    <a:pt x="5060213" y="38527"/>
                  </a:lnTo>
                  <a:lnTo>
                    <a:pt x="5165659" y="27791"/>
                  </a:lnTo>
                  <a:lnTo>
                    <a:pt x="5261874" y="19024"/>
                  </a:lnTo>
                  <a:lnTo>
                    <a:pt x="5345295" y="12180"/>
                  </a:lnTo>
                  <a:lnTo>
                    <a:pt x="5413198" y="7137"/>
                  </a:lnTo>
                  <a:lnTo>
                    <a:pt x="5464181" y="3695"/>
                  </a:lnTo>
                  <a:lnTo>
                    <a:pt x="5498457" y="1584"/>
                  </a:lnTo>
                  <a:lnTo>
                    <a:pt x="5517917" y="487"/>
                  </a:lnTo>
                  <a:lnTo>
                    <a:pt x="5525991" y="69"/>
                  </a:lnTo>
                  <a:lnTo>
                    <a:pt x="5527444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0" y="8"/>
                  </a:lnTo>
                  <a:lnTo>
                    <a:pt x="6531010" y="67"/>
                  </a:lnTo>
                  <a:lnTo>
                    <a:pt x="6549991" y="230"/>
                  </a:lnTo>
                  <a:lnTo>
                    <a:pt x="6584176" y="552"/>
                  </a:lnTo>
                  <a:lnTo>
                    <a:pt x="6635635" y="1084"/>
                  </a:lnTo>
                  <a:lnTo>
                    <a:pt x="6704640" y="1869"/>
                  </a:lnTo>
                  <a:lnTo>
                    <a:pt x="6789724" y="2942"/>
                  </a:lnTo>
                  <a:lnTo>
                    <a:pt x="6888003" y="4320"/>
                  </a:lnTo>
                  <a:lnTo>
                    <a:pt x="6995702" y="6011"/>
                  </a:lnTo>
                  <a:lnTo>
                    <a:pt x="7108749" y="8014"/>
                  </a:lnTo>
                  <a:lnTo>
                    <a:pt x="7223307" y="10323"/>
                  </a:lnTo>
                  <a:lnTo>
                    <a:pt x="7336144" y="12931"/>
                  </a:lnTo>
                  <a:lnTo>
                    <a:pt x="7444810" y="15837"/>
                  </a:lnTo>
                  <a:lnTo>
                    <a:pt x="7547666" y="19048"/>
                  </a:lnTo>
                  <a:lnTo>
                    <a:pt x="7643793" y="22577"/>
                  </a:lnTo>
                  <a:lnTo>
                    <a:pt x="7732862" y="26449"/>
                  </a:lnTo>
                  <a:lnTo>
                    <a:pt x="7814984" y="30699"/>
                  </a:lnTo>
                  <a:lnTo>
                    <a:pt x="7890573" y="35370"/>
                  </a:lnTo>
                  <a:lnTo>
                    <a:pt x="7960245" y="40514"/>
                  </a:lnTo>
                  <a:lnTo>
                    <a:pt x="8024722" y="46187"/>
                  </a:lnTo>
                  <a:lnTo>
                    <a:pt x="8084780" y="52449"/>
                  </a:lnTo>
                  <a:lnTo>
                    <a:pt x="8141193" y="59356"/>
                  </a:lnTo>
                  <a:lnTo>
                    <a:pt x="8194697" y="66950"/>
                  </a:lnTo>
                  <a:lnTo>
                    <a:pt x="8229629" y="72495"/>
                  </a:lnTo>
                  <a:lnTo>
                    <a:pt x="8290305" y="83255"/>
                  </a:lnTo>
                  <a:lnTo>
                    <a:pt x="8349108" y="95080"/>
                  </a:lnTo>
                  <a:lnTo>
                    <a:pt x="8406724" y="107985"/>
                  </a:lnTo>
                  <a:lnTo>
                    <a:pt x="8463661" y="121954"/>
                  </a:lnTo>
                  <a:lnTo>
                    <a:pt x="8520281" y="136930"/>
                  </a:lnTo>
                  <a:lnTo>
                    <a:pt x="8576823" y="152819"/>
                  </a:lnTo>
                  <a:lnTo>
                    <a:pt x="8633423" y="169483"/>
                  </a:lnTo>
                  <a:lnTo>
                    <a:pt x="8690134" y="186749"/>
                  </a:lnTo>
                  <a:lnTo>
                    <a:pt x="8746947" y="204413"/>
                  </a:lnTo>
                  <a:lnTo>
                    <a:pt x="8803810" y="222248"/>
                  </a:lnTo>
                  <a:lnTo>
                    <a:pt x="8860654" y="240020"/>
                  </a:lnTo>
                  <a:lnTo>
                    <a:pt x="8917417" y="257498"/>
                  </a:lnTo>
                  <a:lnTo>
                    <a:pt x="8974067" y="274467"/>
                  </a:lnTo>
                  <a:lnTo>
                    <a:pt x="9030624" y="290737"/>
                  </a:lnTo>
                  <a:lnTo>
                    <a:pt x="9087185" y="306153"/>
                  </a:lnTo>
                  <a:lnTo>
                    <a:pt x="9143937" y="320602"/>
                  </a:lnTo>
                  <a:lnTo>
                    <a:pt x="9201183" y="334007"/>
                  </a:lnTo>
                  <a:lnTo>
                    <a:pt x="9259358" y="346336"/>
                  </a:lnTo>
                  <a:lnTo>
                    <a:pt x="9319062" y="357588"/>
                  </a:lnTo>
                  <a:lnTo>
                    <a:pt x="9347647" y="362477"/>
                  </a:lnTo>
                  <a:lnTo>
                    <a:pt x="9399559" y="370547"/>
                  </a:lnTo>
                  <a:lnTo>
                    <a:pt x="9453925" y="377917"/>
                  </a:lnTo>
                  <a:lnTo>
                    <a:pt x="9511430" y="384610"/>
                  </a:lnTo>
                  <a:lnTo>
                    <a:pt x="9572828" y="390676"/>
                  </a:lnTo>
                  <a:lnTo>
                    <a:pt x="9638897" y="396172"/>
                  </a:lnTo>
                  <a:lnTo>
                    <a:pt x="9710402" y="401157"/>
                  </a:lnTo>
                  <a:lnTo>
                    <a:pt x="9788038" y="405687"/>
                  </a:lnTo>
                  <a:lnTo>
                    <a:pt x="9872367" y="409811"/>
                  </a:lnTo>
                  <a:lnTo>
                    <a:pt x="9963719" y="413569"/>
                  </a:lnTo>
                  <a:lnTo>
                    <a:pt x="10062077" y="416993"/>
                  </a:lnTo>
                  <a:lnTo>
                    <a:pt x="10166939" y="420104"/>
                  </a:lnTo>
                  <a:lnTo>
                    <a:pt x="10277168" y="422914"/>
                  </a:lnTo>
                  <a:lnTo>
                    <a:pt x="10390867" y="425426"/>
                  </a:lnTo>
                  <a:lnTo>
                    <a:pt x="10505325" y="427637"/>
                  </a:lnTo>
                  <a:lnTo>
                    <a:pt x="10617087" y="429540"/>
                  </a:lnTo>
                  <a:lnTo>
                    <a:pt x="10722191" y="431130"/>
                  </a:lnTo>
                  <a:lnTo>
                    <a:pt x="10816596" y="432409"/>
                  </a:lnTo>
                  <a:lnTo>
                    <a:pt x="10896751" y="433386"/>
                  </a:lnTo>
                  <a:lnTo>
                    <a:pt x="10960178" y="434085"/>
                  </a:lnTo>
                  <a:lnTo>
                    <a:pt x="11005948" y="434544"/>
                  </a:lnTo>
                  <a:lnTo>
                    <a:pt x="11034920" y="434809"/>
                  </a:lnTo>
                  <a:lnTo>
                    <a:pt x="11049717" y="434933"/>
                  </a:lnTo>
                  <a:lnTo>
                    <a:pt x="11054532" y="434970"/>
                  </a:lnTo>
                  <a:lnTo>
                    <a:pt x="11054891" y="434972"/>
                  </a:lnTo>
                  <a:lnTo>
                    <a:pt x="12049831" y="434972"/>
                  </a:lnTo>
                  <a:lnTo>
                    <a:pt x="12049831" y="4349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6" name="pl2095"/>
            <p:cNvSpPr/>
            <p:nvPr/>
          </p:nvSpPr>
          <p:spPr>
            <a:xfrm>
              <a:off x="1199187" y="3516300"/>
              <a:ext cx="12049831" cy="2835183"/>
            </a:xfrm>
            <a:custGeom>
              <a:avLst/>
              <a:pathLst>
                <a:path w="12049831" h="2835183">
                  <a:moveTo>
                    <a:pt x="12049831" y="434972"/>
                  </a:moveTo>
                  <a:lnTo>
                    <a:pt x="11054891" y="434972"/>
                  </a:lnTo>
                  <a:lnTo>
                    <a:pt x="11053756" y="434964"/>
                  </a:lnTo>
                  <a:lnTo>
                    <a:pt x="11046266" y="434905"/>
                  </a:lnTo>
                  <a:lnTo>
                    <a:pt x="11027286" y="434741"/>
                  </a:lnTo>
                  <a:lnTo>
                    <a:pt x="10993101" y="434420"/>
                  </a:lnTo>
                  <a:lnTo>
                    <a:pt x="10941642" y="433888"/>
                  </a:lnTo>
                  <a:lnTo>
                    <a:pt x="10872637" y="433102"/>
                  </a:lnTo>
                  <a:lnTo>
                    <a:pt x="10787553" y="432030"/>
                  </a:lnTo>
                  <a:lnTo>
                    <a:pt x="10689273" y="430652"/>
                  </a:lnTo>
                  <a:lnTo>
                    <a:pt x="10581574" y="428960"/>
                  </a:lnTo>
                  <a:lnTo>
                    <a:pt x="10468527" y="426957"/>
                  </a:lnTo>
                  <a:lnTo>
                    <a:pt x="10353969" y="424649"/>
                  </a:lnTo>
                  <a:lnTo>
                    <a:pt x="10241132" y="422041"/>
                  </a:lnTo>
                  <a:lnTo>
                    <a:pt x="10132466" y="419134"/>
                  </a:lnTo>
                  <a:lnTo>
                    <a:pt x="10029611" y="415924"/>
                  </a:lnTo>
                  <a:lnTo>
                    <a:pt x="9933483" y="412395"/>
                  </a:lnTo>
                  <a:lnTo>
                    <a:pt x="9844414" y="408522"/>
                  </a:lnTo>
                  <a:lnTo>
                    <a:pt x="9762293" y="404272"/>
                  </a:lnTo>
                  <a:lnTo>
                    <a:pt x="9686703" y="399601"/>
                  </a:lnTo>
                  <a:lnTo>
                    <a:pt x="9617032" y="394458"/>
                  </a:lnTo>
                  <a:lnTo>
                    <a:pt x="9552554" y="388785"/>
                  </a:lnTo>
                  <a:lnTo>
                    <a:pt x="9492497" y="382523"/>
                  </a:lnTo>
                  <a:lnTo>
                    <a:pt x="9436084" y="375616"/>
                  </a:lnTo>
                  <a:lnTo>
                    <a:pt x="9382580" y="368021"/>
                  </a:lnTo>
                  <a:lnTo>
                    <a:pt x="9347647" y="362477"/>
                  </a:lnTo>
                  <a:lnTo>
                    <a:pt x="9286971" y="351716"/>
                  </a:lnTo>
                  <a:lnTo>
                    <a:pt x="9228169" y="339892"/>
                  </a:lnTo>
                  <a:lnTo>
                    <a:pt x="9170553" y="326987"/>
                  </a:lnTo>
                  <a:lnTo>
                    <a:pt x="9113615" y="313018"/>
                  </a:lnTo>
                  <a:lnTo>
                    <a:pt x="9056995" y="298041"/>
                  </a:lnTo>
                  <a:lnTo>
                    <a:pt x="9000453" y="282153"/>
                  </a:lnTo>
                  <a:lnTo>
                    <a:pt x="8943853" y="265488"/>
                  </a:lnTo>
                  <a:lnTo>
                    <a:pt x="8887142" y="248222"/>
                  </a:lnTo>
                  <a:lnTo>
                    <a:pt x="8830329" y="230559"/>
                  </a:lnTo>
                  <a:lnTo>
                    <a:pt x="8773466" y="212724"/>
                  </a:lnTo>
                  <a:lnTo>
                    <a:pt x="8716622" y="194951"/>
                  </a:lnTo>
                  <a:lnTo>
                    <a:pt x="8659859" y="177473"/>
                  </a:lnTo>
                  <a:lnTo>
                    <a:pt x="8603210" y="160505"/>
                  </a:lnTo>
                  <a:lnTo>
                    <a:pt x="8546652" y="144235"/>
                  </a:lnTo>
                  <a:lnTo>
                    <a:pt x="8490092" y="128818"/>
                  </a:lnTo>
                  <a:lnTo>
                    <a:pt x="8433339" y="114370"/>
                  </a:lnTo>
                  <a:lnTo>
                    <a:pt x="8376094" y="100964"/>
                  </a:lnTo>
                  <a:lnTo>
                    <a:pt x="8317918" y="88636"/>
                  </a:lnTo>
                  <a:lnTo>
                    <a:pt x="8258214" y="77384"/>
                  </a:lnTo>
                  <a:lnTo>
                    <a:pt x="8229629" y="72495"/>
                  </a:lnTo>
                  <a:lnTo>
                    <a:pt x="8177717" y="64425"/>
                  </a:lnTo>
                  <a:lnTo>
                    <a:pt x="8123351" y="57055"/>
                  </a:lnTo>
                  <a:lnTo>
                    <a:pt x="8065846" y="50361"/>
                  </a:lnTo>
                  <a:lnTo>
                    <a:pt x="8004449" y="44296"/>
                  </a:lnTo>
                  <a:lnTo>
                    <a:pt x="7938380" y="38800"/>
                  </a:lnTo>
                  <a:lnTo>
                    <a:pt x="7866875" y="33815"/>
                  </a:lnTo>
                  <a:lnTo>
                    <a:pt x="7789238" y="29285"/>
                  </a:lnTo>
                  <a:lnTo>
                    <a:pt x="7704909" y="25161"/>
                  </a:lnTo>
                  <a:lnTo>
                    <a:pt x="7613558" y="21403"/>
                  </a:lnTo>
                  <a:lnTo>
                    <a:pt x="7515199" y="17978"/>
                  </a:lnTo>
                  <a:lnTo>
                    <a:pt x="7410337" y="14867"/>
                  </a:lnTo>
                  <a:lnTo>
                    <a:pt x="7300109" y="12057"/>
                  </a:lnTo>
                  <a:lnTo>
                    <a:pt x="7186410" y="9545"/>
                  </a:lnTo>
                  <a:lnTo>
                    <a:pt x="7071951" y="7335"/>
                  </a:lnTo>
                  <a:lnTo>
                    <a:pt x="6960189" y="5432"/>
                  </a:lnTo>
                  <a:lnTo>
                    <a:pt x="6855086" y="3841"/>
                  </a:lnTo>
                  <a:lnTo>
                    <a:pt x="6760680" y="2563"/>
                  </a:lnTo>
                  <a:lnTo>
                    <a:pt x="6680526" y="1586"/>
                  </a:lnTo>
                  <a:lnTo>
                    <a:pt x="6617099" y="886"/>
                  </a:lnTo>
                  <a:lnTo>
                    <a:pt x="6571328" y="428"/>
                  </a:lnTo>
                  <a:lnTo>
                    <a:pt x="6542356" y="163"/>
                  </a:lnTo>
                  <a:lnTo>
                    <a:pt x="6527560" y="39"/>
                  </a:lnTo>
                  <a:lnTo>
                    <a:pt x="6522744" y="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9" y="51"/>
                  </a:lnTo>
                  <a:lnTo>
                    <a:pt x="5519259" y="415"/>
                  </a:lnTo>
                  <a:lnTo>
                    <a:pt x="5501215" y="1423"/>
                  </a:lnTo>
                  <a:lnTo>
                    <a:pt x="5468653" y="3409"/>
                  </a:lnTo>
                  <a:lnTo>
                    <a:pt x="5419508" y="6694"/>
                  </a:lnTo>
                  <a:lnTo>
                    <a:pt x="5353386" y="11553"/>
                  </a:lnTo>
                  <a:lnTo>
                    <a:pt x="5271525" y="18196"/>
                  </a:lnTo>
                  <a:lnTo>
                    <a:pt x="5176526" y="26753"/>
                  </a:lnTo>
                  <a:lnTo>
                    <a:pt x="5071889" y="37277"/>
                  </a:lnTo>
                  <a:lnTo>
                    <a:pt x="4961467" y="49764"/>
                  </a:lnTo>
                  <a:lnTo>
                    <a:pt x="4848962" y="64180"/>
                  </a:lnTo>
                  <a:lnTo>
                    <a:pt x="4737566" y="80485"/>
                  </a:lnTo>
                  <a:lnTo>
                    <a:pt x="4629755" y="98663"/>
                  </a:lnTo>
                  <a:lnTo>
                    <a:pt x="4527251" y="118740"/>
                  </a:lnTo>
                  <a:lnTo>
                    <a:pt x="4431077" y="140792"/>
                  </a:lnTo>
                  <a:lnTo>
                    <a:pt x="4341675" y="164955"/>
                  </a:lnTo>
                  <a:lnTo>
                    <a:pt x="4259042" y="191424"/>
                  </a:lnTo>
                  <a:lnTo>
                    <a:pt x="4182856" y="220452"/>
                  </a:lnTo>
                  <a:lnTo>
                    <a:pt x="4112585" y="252341"/>
                  </a:lnTo>
                  <a:lnTo>
                    <a:pt x="4047569" y="287435"/>
                  </a:lnTo>
                  <a:lnTo>
                    <a:pt x="3987086" y="326101"/>
                  </a:lnTo>
                  <a:lnTo>
                    <a:pt x="3930396" y="368696"/>
                  </a:lnTo>
                  <a:lnTo>
                    <a:pt x="3876783" y="415524"/>
                  </a:lnTo>
                  <a:lnTo>
                    <a:pt x="3825592" y="466753"/>
                  </a:lnTo>
                  <a:lnTo>
                    <a:pt x="3820202" y="472530"/>
                  </a:lnTo>
                  <a:lnTo>
                    <a:pt x="3775977" y="522713"/>
                  </a:lnTo>
                  <a:lnTo>
                    <a:pt x="3732851" y="576514"/>
                  </a:lnTo>
                  <a:lnTo>
                    <a:pt x="3690531" y="634007"/>
                  </a:lnTo>
                  <a:lnTo>
                    <a:pt x="3648778" y="695208"/>
                  </a:lnTo>
                  <a:lnTo>
                    <a:pt x="3607402" y="760071"/>
                  </a:lnTo>
                  <a:lnTo>
                    <a:pt x="3566253" y="828483"/>
                  </a:lnTo>
                  <a:lnTo>
                    <a:pt x="3525218" y="900257"/>
                  </a:lnTo>
                  <a:lnTo>
                    <a:pt x="3484214" y="975131"/>
                  </a:lnTo>
                  <a:lnTo>
                    <a:pt x="3443189" y="1052773"/>
                  </a:lnTo>
                  <a:lnTo>
                    <a:pt x="3402111" y="1132778"/>
                  </a:lnTo>
                  <a:lnTo>
                    <a:pt x="3360973" y="1214683"/>
                  </a:lnTo>
                  <a:lnTo>
                    <a:pt x="3319780" y="1297969"/>
                  </a:lnTo>
                  <a:lnTo>
                    <a:pt x="3278550" y="1382082"/>
                  </a:lnTo>
                  <a:lnTo>
                    <a:pt x="3237309" y="1466441"/>
                  </a:lnTo>
                  <a:lnTo>
                    <a:pt x="3196084" y="1550461"/>
                  </a:lnTo>
                  <a:lnTo>
                    <a:pt x="3154899" y="1633565"/>
                  </a:lnTo>
                  <a:lnTo>
                    <a:pt x="3113770" y="1715202"/>
                  </a:lnTo>
                  <a:lnTo>
                    <a:pt x="3072702" y="1794863"/>
                  </a:lnTo>
                  <a:lnTo>
                    <a:pt x="3031682" y="1872092"/>
                  </a:lnTo>
                  <a:lnTo>
                    <a:pt x="2990678" y="1946496"/>
                  </a:lnTo>
                  <a:lnTo>
                    <a:pt x="2949631" y="2017753"/>
                  </a:lnTo>
                  <a:lnTo>
                    <a:pt x="2908454" y="2085614"/>
                  </a:lnTo>
                  <a:lnTo>
                    <a:pt x="2867030" y="2149904"/>
                  </a:lnTo>
                  <a:lnTo>
                    <a:pt x="2825201" y="2210519"/>
                  </a:lnTo>
                  <a:lnTo>
                    <a:pt x="2782771" y="2267425"/>
                  </a:lnTo>
                  <a:lnTo>
                    <a:pt x="2739492" y="2320647"/>
                  </a:lnTo>
                  <a:lnTo>
                    <a:pt x="2702183" y="2362652"/>
                  </a:lnTo>
                  <a:lnTo>
                    <a:pt x="2651217" y="2414357"/>
                  </a:lnTo>
                  <a:lnTo>
                    <a:pt x="2597895" y="2461653"/>
                  </a:lnTo>
                  <a:lnTo>
                    <a:pt x="2541570" y="2504691"/>
                  </a:lnTo>
                  <a:lnTo>
                    <a:pt x="2481530" y="2543763"/>
                  </a:lnTo>
                  <a:lnTo>
                    <a:pt x="2417038" y="2579224"/>
                  </a:lnTo>
                  <a:lnTo>
                    <a:pt x="2347366" y="2611441"/>
                  </a:lnTo>
                  <a:lnTo>
                    <a:pt x="2271845" y="2640761"/>
                  </a:lnTo>
                  <a:lnTo>
                    <a:pt x="2189926" y="2667493"/>
                  </a:lnTo>
                  <a:lnTo>
                    <a:pt x="2101259" y="2691894"/>
                  </a:lnTo>
                  <a:lnTo>
                    <a:pt x="2005801" y="2714165"/>
                  </a:lnTo>
                  <a:lnTo>
                    <a:pt x="1903941" y="2734450"/>
                  </a:lnTo>
                  <a:lnTo>
                    <a:pt x="1796632" y="2752831"/>
                  </a:lnTo>
                  <a:lnTo>
                    <a:pt x="1685516" y="2769338"/>
                  </a:lnTo>
                  <a:lnTo>
                    <a:pt x="1572990" y="2783958"/>
                  </a:lnTo>
                  <a:lnTo>
                    <a:pt x="1462172" y="2796655"/>
                  </a:lnTo>
                  <a:lnTo>
                    <a:pt x="1356726" y="2807391"/>
                  </a:lnTo>
                  <a:lnTo>
                    <a:pt x="1260511" y="2816158"/>
                  </a:lnTo>
                  <a:lnTo>
                    <a:pt x="1177090" y="2823002"/>
                  </a:lnTo>
                  <a:lnTo>
                    <a:pt x="1109187" y="2828045"/>
                  </a:lnTo>
                  <a:lnTo>
                    <a:pt x="1058204" y="2831487"/>
                  </a:lnTo>
                  <a:lnTo>
                    <a:pt x="1023928" y="2833598"/>
                  </a:lnTo>
                  <a:lnTo>
                    <a:pt x="1004468" y="2834695"/>
                  </a:lnTo>
                  <a:lnTo>
                    <a:pt x="996394" y="2835113"/>
                  </a:lnTo>
                  <a:lnTo>
                    <a:pt x="994941" y="2835182"/>
                  </a:lnTo>
                  <a:lnTo>
                    <a:pt x="994940" y="2835183"/>
                  </a:lnTo>
                  <a:lnTo>
                    <a:pt x="0" y="2835183"/>
                  </a:lnTo>
                  <a:lnTo>
                    <a:pt x="0" y="28351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7" name="pg2096"/>
            <p:cNvSpPr/>
            <p:nvPr/>
          </p:nvSpPr>
          <p:spPr>
            <a:xfrm>
              <a:off x="1199187" y="3170419"/>
              <a:ext cx="12049831" cy="3243952"/>
            </a:xfrm>
            <a:custGeom>
              <a:avLst/>
              <a:pathLst>
                <a:path w="12049831" h="3243952">
                  <a:moveTo>
                    <a:pt x="0" y="3243952"/>
                  </a:moveTo>
                  <a:lnTo>
                    <a:pt x="994940" y="3243952"/>
                  </a:lnTo>
                  <a:lnTo>
                    <a:pt x="995999" y="3243894"/>
                  </a:lnTo>
                  <a:lnTo>
                    <a:pt x="1003000" y="3243484"/>
                  </a:lnTo>
                  <a:lnTo>
                    <a:pt x="1020774" y="3242352"/>
                  </a:lnTo>
                  <a:lnTo>
                    <a:pt x="1052866" y="3240120"/>
                  </a:lnTo>
                  <a:lnTo>
                    <a:pt x="1101339" y="3236427"/>
                  </a:lnTo>
                  <a:lnTo>
                    <a:pt x="1166620" y="3230963"/>
                  </a:lnTo>
                  <a:lnTo>
                    <a:pt x="1247537" y="3223488"/>
                  </a:lnTo>
                  <a:lnTo>
                    <a:pt x="1341567" y="3213855"/>
                  </a:lnTo>
                  <a:lnTo>
                    <a:pt x="1445292" y="3202000"/>
                  </a:lnTo>
                  <a:lnTo>
                    <a:pt x="1554925" y="3187924"/>
                  </a:lnTo>
                  <a:lnTo>
                    <a:pt x="1666802" y="3171667"/>
                  </a:lnTo>
                  <a:lnTo>
                    <a:pt x="1777751" y="3153272"/>
                  </a:lnTo>
                  <a:lnTo>
                    <a:pt x="1885285" y="3132760"/>
                  </a:lnTo>
                  <a:lnTo>
                    <a:pt x="1987664" y="3110106"/>
                  </a:lnTo>
                  <a:lnTo>
                    <a:pt x="2083835" y="3085229"/>
                  </a:lnTo>
                  <a:lnTo>
                    <a:pt x="2173322" y="3057981"/>
                  </a:lnTo>
                  <a:lnTo>
                    <a:pt x="2256098" y="3028149"/>
                  </a:lnTo>
                  <a:lnTo>
                    <a:pt x="2332457" y="2995454"/>
                  </a:lnTo>
                  <a:lnTo>
                    <a:pt x="2402906" y="2959560"/>
                  </a:lnTo>
                  <a:lnTo>
                    <a:pt x="2468086" y="2920085"/>
                  </a:lnTo>
                  <a:lnTo>
                    <a:pt x="2528705" y="2876618"/>
                  </a:lnTo>
                  <a:lnTo>
                    <a:pt x="2585488" y="2828753"/>
                  </a:lnTo>
                  <a:lnTo>
                    <a:pt x="2639146" y="2776141"/>
                  </a:lnTo>
                  <a:lnTo>
                    <a:pt x="2690333" y="2718564"/>
                  </a:lnTo>
                  <a:lnTo>
                    <a:pt x="2702183" y="2704167"/>
                  </a:lnTo>
                  <a:lnTo>
                    <a:pt x="2744242" y="2649783"/>
                  </a:lnTo>
                  <a:lnTo>
                    <a:pt x="2785293" y="2591672"/>
                  </a:lnTo>
                  <a:lnTo>
                    <a:pt x="2825593" y="2529756"/>
                  </a:lnTo>
                  <a:lnTo>
                    <a:pt x="2865351" y="2464013"/>
                  </a:lnTo>
                  <a:lnTo>
                    <a:pt x="2904739" y="2394475"/>
                  </a:lnTo>
                  <a:lnTo>
                    <a:pt x="2943892" y="2321240"/>
                  </a:lnTo>
                  <a:lnTo>
                    <a:pt x="2982915" y="2244470"/>
                  </a:lnTo>
                  <a:lnTo>
                    <a:pt x="3021887" y="2164399"/>
                  </a:lnTo>
                  <a:lnTo>
                    <a:pt x="3060862" y="2081326"/>
                  </a:lnTo>
                  <a:lnTo>
                    <a:pt x="3099875" y="1995620"/>
                  </a:lnTo>
                  <a:lnTo>
                    <a:pt x="3138941" y="1907708"/>
                  </a:lnTo>
                  <a:lnTo>
                    <a:pt x="3178061" y="1818073"/>
                  </a:lnTo>
                  <a:lnTo>
                    <a:pt x="3217225" y="1727240"/>
                  </a:lnTo>
                  <a:lnTo>
                    <a:pt x="3256414" y="1635764"/>
                  </a:lnTo>
                  <a:lnTo>
                    <a:pt x="3295606" y="1544218"/>
                  </a:lnTo>
                  <a:lnTo>
                    <a:pt x="3334779" y="1453176"/>
                  </a:lnTo>
                  <a:lnTo>
                    <a:pt x="3373911" y="1363200"/>
                  </a:lnTo>
                  <a:lnTo>
                    <a:pt x="3412990" y="1274822"/>
                  </a:lnTo>
                  <a:lnTo>
                    <a:pt x="3452015" y="1188536"/>
                  </a:lnTo>
                  <a:lnTo>
                    <a:pt x="3490997" y="1104785"/>
                  </a:lnTo>
                  <a:lnTo>
                    <a:pt x="3529966" y="1023951"/>
                  </a:lnTo>
                  <a:lnTo>
                    <a:pt x="3568970" y="946352"/>
                  </a:lnTo>
                  <a:lnTo>
                    <a:pt x="3608082" y="872237"/>
                  </a:lnTo>
                  <a:lnTo>
                    <a:pt x="3647402" y="801787"/>
                  </a:lnTo>
                  <a:lnTo>
                    <a:pt x="3687056" y="735113"/>
                  </a:lnTo>
                  <a:lnTo>
                    <a:pt x="3727206" y="672264"/>
                  </a:lnTo>
                  <a:lnTo>
                    <a:pt x="3768052" y="613231"/>
                  </a:lnTo>
                  <a:lnTo>
                    <a:pt x="3809838" y="557948"/>
                  </a:lnTo>
                  <a:lnTo>
                    <a:pt x="3820202" y="545025"/>
                  </a:lnTo>
                  <a:lnTo>
                    <a:pt x="3870889" y="486264"/>
                  </a:lnTo>
                  <a:lnTo>
                    <a:pt x="3923904" y="432486"/>
                  </a:lnTo>
                  <a:lnTo>
                    <a:pt x="3979883" y="383523"/>
                  </a:lnTo>
                  <a:lnTo>
                    <a:pt x="4039525" y="339048"/>
                  </a:lnTo>
                  <a:lnTo>
                    <a:pt x="4103557" y="298662"/>
                  </a:lnTo>
                  <a:lnTo>
                    <a:pt x="4172695" y="261954"/>
                  </a:lnTo>
                  <a:lnTo>
                    <a:pt x="4247599" y="228533"/>
                  </a:lnTo>
                  <a:lnTo>
                    <a:pt x="4328815" y="198048"/>
                  </a:lnTo>
                  <a:lnTo>
                    <a:pt x="4416699" y="170209"/>
                  </a:lnTo>
                  <a:lnTo>
                    <a:pt x="4511307" y="144785"/>
                  </a:lnTo>
                  <a:lnTo>
                    <a:pt x="4612284" y="121613"/>
                  </a:lnTo>
                  <a:lnTo>
                    <a:pt x="4718725" y="100597"/>
                  </a:lnTo>
                  <a:lnTo>
                    <a:pt x="4829060" y="81699"/>
                  </a:lnTo>
                  <a:lnTo>
                    <a:pt x="4940981" y="64931"/>
                  </a:lnTo>
                  <a:lnTo>
                    <a:pt x="5051464" y="50333"/>
                  </a:lnTo>
                  <a:lnTo>
                    <a:pt x="5156937" y="37949"/>
                  </a:lnTo>
                  <a:lnTo>
                    <a:pt x="5253600" y="27791"/>
                  </a:lnTo>
                  <a:lnTo>
                    <a:pt x="5337900" y="19815"/>
                  </a:lnTo>
                  <a:lnTo>
                    <a:pt x="5407055" y="13891"/>
                  </a:lnTo>
                  <a:lnTo>
                    <a:pt x="5459540" y="9804"/>
                  </a:lnTo>
                  <a:lnTo>
                    <a:pt x="5495393" y="7256"/>
                  </a:lnTo>
                  <a:lnTo>
                    <a:pt x="5516297" y="5897"/>
                  </a:lnTo>
                  <a:lnTo>
                    <a:pt x="5525462" y="535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9" y="5265"/>
                  </a:lnTo>
                  <a:lnTo>
                    <a:pt x="6530922" y="5439"/>
                  </a:lnTo>
                  <a:lnTo>
                    <a:pt x="6549715" y="5922"/>
                  </a:lnTo>
                  <a:lnTo>
                    <a:pt x="6583575" y="6873"/>
                  </a:lnTo>
                  <a:lnTo>
                    <a:pt x="6634571" y="8445"/>
                  </a:lnTo>
                  <a:lnTo>
                    <a:pt x="6703001" y="10769"/>
                  </a:lnTo>
                  <a:lnTo>
                    <a:pt x="6787444" y="13941"/>
                  </a:lnTo>
                  <a:lnTo>
                    <a:pt x="6885075" y="18020"/>
                  </a:lnTo>
                  <a:lnTo>
                    <a:pt x="6992171" y="23028"/>
                  </a:lnTo>
                  <a:lnTo>
                    <a:pt x="7104705" y="28961"/>
                  </a:lnTo>
                  <a:lnTo>
                    <a:pt x="7218865" y="35801"/>
                  </a:lnTo>
                  <a:lnTo>
                    <a:pt x="7331427" y="43530"/>
                  </a:lnTo>
                  <a:lnTo>
                    <a:pt x="7439933" y="52144"/>
                  </a:lnTo>
                  <a:lnTo>
                    <a:pt x="7542728" y="61658"/>
                  </a:lnTo>
                  <a:lnTo>
                    <a:pt x="7638871" y="72116"/>
                  </a:lnTo>
                  <a:lnTo>
                    <a:pt x="7728011" y="83587"/>
                  </a:lnTo>
                  <a:lnTo>
                    <a:pt x="7810237" y="96172"/>
                  </a:lnTo>
                  <a:lnTo>
                    <a:pt x="7885946" y="109997"/>
                  </a:lnTo>
                  <a:lnTo>
                    <a:pt x="7955735" y="125214"/>
                  </a:lnTo>
                  <a:lnTo>
                    <a:pt x="8020317" y="141991"/>
                  </a:lnTo>
                  <a:lnTo>
                    <a:pt x="8080455" y="160503"/>
                  </a:lnTo>
                  <a:lnTo>
                    <a:pt x="8136918" y="180917"/>
                  </a:lnTo>
                  <a:lnTo>
                    <a:pt x="8190438" y="203362"/>
                  </a:lnTo>
                  <a:lnTo>
                    <a:pt x="8229629" y="221853"/>
                  </a:lnTo>
                  <a:lnTo>
                    <a:pt x="8284553" y="250769"/>
                  </a:lnTo>
                  <a:lnTo>
                    <a:pt x="8337887" y="282275"/>
                  </a:lnTo>
                  <a:lnTo>
                    <a:pt x="8390158" y="316418"/>
                  </a:lnTo>
                  <a:lnTo>
                    <a:pt x="8441771" y="353178"/>
                  </a:lnTo>
                  <a:lnTo>
                    <a:pt x="8493025" y="392463"/>
                  </a:lnTo>
                  <a:lnTo>
                    <a:pt x="8544134" y="434100"/>
                  </a:lnTo>
                  <a:lnTo>
                    <a:pt x="8595237" y="477834"/>
                  </a:lnTo>
                  <a:lnTo>
                    <a:pt x="8646409" y="523334"/>
                  </a:lnTo>
                  <a:lnTo>
                    <a:pt x="8697674" y="570194"/>
                  </a:lnTo>
                  <a:lnTo>
                    <a:pt x="8749019" y="617954"/>
                  </a:lnTo>
                  <a:lnTo>
                    <a:pt x="8800403" y="666113"/>
                  </a:lnTo>
                  <a:lnTo>
                    <a:pt x="8851776" y="714153"/>
                  </a:lnTo>
                  <a:lnTo>
                    <a:pt x="8903088" y="761561"/>
                  </a:lnTo>
                  <a:lnTo>
                    <a:pt x="8954310" y="807853"/>
                  </a:lnTo>
                  <a:lnTo>
                    <a:pt x="9005445" y="852590"/>
                  </a:lnTo>
                  <a:lnTo>
                    <a:pt x="9056537" y="895401"/>
                  </a:lnTo>
                  <a:lnTo>
                    <a:pt x="9107691" y="935987"/>
                  </a:lnTo>
                  <a:lnTo>
                    <a:pt x="9159078" y="974133"/>
                  </a:lnTo>
                  <a:lnTo>
                    <a:pt x="9210950" y="1009701"/>
                  </a:lnTo>
                  <a:lnTo>
                    <a:pt x="9263650" y="1042634"/>
                  </a:lnTo>
                  <a:lnTo>
                    <a:pt x="9317638" y="1072945"/>
                  </a:lnTo>
                  <a:lnTo>
                    <a:pt x="9347647" y="1088305"/>
                  </a:lnTo>
                  <a:lnTo>
                    <a:pt x="9399372" y="1112337"/>
                  </a:lnTo>
                  <a:lnTo>
                    <a:pt x="9453530" y="1134289"/>
                  </a:lnTo>
                  <a:lnTo>
                    <a:pt x="9510801" y="1154236"/>
                  </a:lnTo>
                  <a:lnTo>
                    <a:pt x="9571929" y="1172319"/>
                  </a:lnTo>
                  <a:lnTo>
                    <a:pt x="9637684" y="1188707"/>
                  </a:lnTo>
                  <a:lnTo>
                    <a:pt x="9708823" y="1203578"/>
                  </a:lnTo>
                  <a:lnTo>
                    <a:pt x="9786038" y="1217094"/>
                  </a:lnTo>
                  <a:lnTo>
                    <a:pt x="9869886" y="1229403"/>
                  </a:lnTo>
                  <a:lnTo>
                    <a:pt x="9960703" y="1240625"/>
                  </a:lnTo>
                  <a:lnTo>
                    <a:pt x="10058484" y="1250852"/>
                  </a:lnTo>
                  <a:lnTo>
                    <a:pt x="10162751" y="1260149"/>
                  </a:lnTo>
                  <a:lnTo>
                    <a:pt x="10272404" y="1268551"/>
                  </a:lnTo>
                  <a:lnTo>
                    <a:pt x="10385600" y="1276069"/>
                  </a:lnTo>
                  <a:lnTo>
                    <a:pt x="10499692" y="1282695"/>
                  </a:lnTo>
                  <a:lnTo>
                    <a:pt x="10611291" y="1288408"/>
                  </a:lnTo>
                  <a:lnTo>
                    <a:pt x="10716493" y="1293195"/>
                  </a:lnTo>
                  <a:lnTo>
                    <a:pt x="10811293" y="1297054"/>
                  </a:lnTo>
                  <a:lnTo>
                    <a:pt x="10892129" y="1300017"/>
                  </a:lnTo>
                  <a:lnTo>
                    <a:pt x="10956469" y="1302151"/>
                  </a:lnTo>
                  <a:lnTo>
                    <a:pt x="11003284" y="1303562"/>
                  </a:lnTo>
                  <a:lnTo>
                    <a:pt x="11033298" y="1304387"/>
                  </a:lnTo>
                  <a:lnTo>
                    <a:pt x="11048987" y="1304782"/>
                  </a:lnTo>
                  <a:lnTo>
                    <a:pt x="11054389" y="1304907"/>
                  </a:lnTo>
                  <a:lnTo>
                    <a:pt x="11054891" y="1304917"/>
                  </a:lnTo>
                  <a:lnTo>
                    <a:pt x="12049831" y="1304917"/>
                  </a:lnTo>
                  <a:lnTo>
                    <a:pt x="12049831" y="1299677"/>
                  </a:lnTo>
                  <a:lnTo>
                    <a:pt x="11054891" y="1299677"/>
                  </a:lnTo>
                  <a:lnTo>
                    <a:pt x="11053768" y="1299652"/>
                  </a:lnTo>
                  <a:lnTo>
                    <a:pt x="11046354" y="1299478"/>
                  </a:lnTo>
                  <a:lnTo>
                    <a:pt x="11027562" y="1298995"/>
                  </a:lnTo>
                  <a:lnTo>
                    <a:pt x="10993702" y="1298044"/>
                  </a:lnTo>
                  <a:lnTo>
                    <a:pt x="10942706" y="1296471"/>
                  </a:lnTo>
                  <a:lnTo>
                    <a:pt x="10874276" y="1294148"/>
                  </a:lnTo>
                  <a:lnTo>
                    <a:pt x="10789832" y="1290976"/>
                  </a:lnTo>
                  <a:lnTo>
                    <a:pt x="10692202" y="1286897"/>
                  </a:lnTo>
                  <a:lnTo>
                    <a:pt x="10585106" y="1281889"/>
                  </a:lnTo>
                  <a:lnTo>
                    <a:pt x="10472572" y="1275956"/>
                  </a:lnTo>
                  <a:lnTo>
                    <a:pt x="10358411" y="1269116"/>
                  </a:lnTo>
                  <a:lnTo>
                    <a:pt x="10245850" y="1261387"/>
                  </a:lnTo>
                  <a:lnTo>
                    <a:pt x="10137343" y="1252773"/>
                  </a:lnTo>
                  <a:lnTo>
                    <a:pt x="10034549" y="1243259"/>
                  </a:lnTo>
                  <a:lnTo>
                    <a:pt x="9938405" y="1232801"/>
                  </a:lnTo>
                  <a:lnTo>
                    <a:pt x="9849265" y="1221330"/>
                  </a:lnTo>
                  <a:lnTo>
                    <a:pt x="9767039" y="1208745"/>
                  </a:lnTo>
                  <a:lnTo>
                    <a:pt x="9691330" y="1194919"/>
                  </a:lnTo>
                  <a:lnTo>
                    <a:pt x="9621541" y="1179703"/>
                  </a:lnTo>
                  <a:lnTo>
                    <a:pt x="9556960" y="1162926"/>
                  </a:lnTo>
                  <a:lnTo>
                    <a:pt x="9496822" y="1144414"/>
                  </a:lnTo>
                  <a:lnTo>
                    <a:pt x="9440359" y="1124000"/>
                  </a:lnTo>
                  <a:lnTo>
                    <a:pt x="9386839" y="1101554"/>
                  </a:lnTo>
                  <a:lnTo>
                    <a:pt x="9347647" y="1083064"/>
                  </a:lnTo>
                  <a:lnTo>
                    <a:pt x="9292723" y="1054147"/>
                  </a:lnTo>
                  <a:lnTo>
                    <a:pt x="9239390" y="1022641"/>
                  </a:lnTo>
                  <a:lnTo>
                    <a:pt x="9187118" y="988499"/>
                  </a:lnTo>
                  <a:lnTo>
                    <a:pt x="9135506" y="951739"/>
                  </a:lnTo>
                  <a:lnTo>
                    <a:pt x="9084251" y="912454"/>
                  </a:lnTo>
                  <a:lnTo>
                    <a:pt x="9033142" y="870817"/>
                  </a:lnTo>
                  <a:lnTo>
                    <a:pt x="8982040" y="827083"/>
                  </a:lnTo>
                  <a:lnTo>
                    <a:pt x="8930868" y="781583"/>
                  </a:lnTo>
                  <a:lnTo>
                    <a:pt x="8879602" y="734723"/>
                  </a:lnTo>
                  <a:lnTo>
                    <a:pt x="8828257" y="686963"/>
                  </a:lnTo>
                  <a:lnTo>
                    <a:pt x="8776873" y="638804"/>
                  </a:lnTo>
                  <a:lnTo>
                    <a:pt x="8725501" y="590764"/>
                  </a:lnTo>
                  <a:lnTo>
                    <a:pt x="8674188" y="543356"/>
                  </a:lnTo>
                  <a:lnTo>
                    <a:pt x="8622966" y="497064"/>
                  </a:lnTo>
                  <a:lnTo>
                    <a:pt x="8571832" y="452327"/>
                  </a:lnTo>
                  <a:lnTo>
                    <a:pt x="8520739" y="409516"/>
                  </a:lnTo>
                  <a:lnTo>
                    <a:pt x="8469585" y="368930"/>
                  </a:lnTo>
                  <a:lnTo>
                    <a:pt x="8418198" y="330784"/>
                  </a:lnTo>
                  <a:lnTo>
                    <a:pt x="8366327" y="295216"/>
                  </a:lnTo>
                  <a:lnTo>
                    <a:pt x="8313626" y="262283"/>
                  </a:lnTo>
                  <a:lnTo>
                    <a:pt x="8259638" y="231972"/>
                  </a:lnTo>
                  <a:lnTo>
                    <a:pt x="8229629" y="216612"/>
                  </a:lnTo>
                  <a:lnTo>
                    <a:pt x="8177905" y="192580"/>
                  </a:lnTo>
                  <a:lnTo>
                    <a:pt x="8123746" y="170627"/>
                  </a:lnTo>
                  <a:lnTo>
                    <a:pt x="8066475" y="150681"/>
                  </a:lnTo>
                  <a:lnTo>
                    <a:pt x="8005348" y="132598"/>
                  </a:lnTo>
                  <a:lnTo>
                    <a:pt x="7939593" y="116210"/>
                  </a:lnTo>
                  <a:lnTo>
                    <a:pt x="7868453" y="101339"/>
                  </a:lnTo>
                  <a:lnTo>
                    <a:pt x="7791239" y="87823"/>
                  </a:lnTo>
                  <a:lnTo>
                    <a:pt x="7707390" y="75514"/>
                  </a:lnTo>
                  <a:lnTo>
                    <a:pt x="7616574" y="64292"/>
                  </a:lnTo>
                  <a:lnTo>
                    <a:pt x="7518793" y="54065"/>
                  </a:lnTo>
                  <a:lnTo>
                    <a:pt x="7414526" y="44768"/>
                  </a:lnTo>
                  <a:lnTo>
                    <a:pt x="7304873" y="36366"/>
                  </a:lnTo>
                  <a:lnTo>
                    <a:pt x="7191677" y="28848"/>
                  </a:lnTo>
                  <a:lnTo>
                    <a:pt x="7077585" y="22222"/>
                  </a:lnTo>
                  <a:lnTo>
                    <a:pt x="6965986" y="16508"/>
                  </a:lnTo>
                  <a:lnTo>
                    <a:pt x="6860783" y="11722"/>
                  </a:lnTo>
                  <a:lnTo>
                    <a:pt x="6765984" y="7863"/>
                  </a:lnTo>
                  <a:lnTo>
                    <a:pt x="6685148" y="4900"/>
                  </a:lnTo>
                  <a:lnTo>
                    <a:pt x="6620808" y="2766"/>
                  </a:lnTo>
                  <a:lnTo>
                    <a:pt x="6573993" y="1355"/>
                  </a:lnTo>
                  <a:lnTo>
                    <a:pt x="6543978" y="530"/>
                  </a:lnTo>
                  <a:lnTo>
                    <a:pt x="6528290" y="135"/>
                  </a:lnTo>
                  <a:lnTo>
                    <a:pt x="6522888" y="1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6" y="57"/>
                  </a:lnTo>
                  <a:lnTo>
                    <a:pt x="5519385" y="467"/>
                  </a:lnTo>
                  <a:lnTo>
                    <a:pt x="5501611" y="1599"/>
                  </a:lnTo>
                  <a:lnTo>
                    <a:pt x="5469519" y="3832"/>
                  </a:lnTo>
                  <a:lnTo>
                    <a:pt x="5421046" y="7524"/>
                  </a:lnTo>
                  <a:lnTo>
                    <a:pt x="5355765" y="12989"/>
                  </a:lnTo>
                  <a:lnTo>
                    <a:pt x="5274848" y="20463"/>
                  </a:lnTo>
                  <a:lnTo>
                    <a:pt x="5180818" y="30096"/>
                  </a:lnTo>
                  <a:lnTo>
                    <a:pt x="5077093" y="41952"/>
                  </a:lnTo>
                  <a:lnTo>
                    <a:pt x="4967460" y="56028"/>
                  </a:lnTo>
                  <a:lnTo>
                    <a:pt x="4855583" y="72285"/>
                  </a:lnTo>
                  <a:lnTo>
                    <a:pt x="4744634" y="90680"/>
                  </a:lnTo>
                  <a:lnTo>
                    <a:pt x="4637100" y="111192"/>
                  </a:lnTo>
                  <a:lnTo>
                    <a:pt x="4534721" y="133845"/>
                  </a:lnTo>
                  <a:lnTo>
                    <a:pt x="4438550" y="158722"/>
                  </a:lnTo>
                  <a:lnTo>
                    <a:pt x="4349063" y="185970"/>
                  </a:lnTo>
                  <a:lnTo>
                    <a:pt x="4266287" y="215803"/>
                  </a:lnTo>
                  <a:lnTo>
                    <a:pt x="4189928" y="248498"/>
                  </a:lnTo>
                  <a:lnTo>
                    <a:pt x="4119479" y="284392"/>
                  </a:lnTo>
                  <a:lnTo>
                    <a:pt x="4054299" y="323867"/>
                  </a:lnTo>
                  <a:lnTo>
                    <a:pt x="3993680" y="367334"/>
                  </a:lnTo>
                  <a:lnTo>
                    <a:pt x="3936897" y="415198"/>
                  </a:lnTo>
                  <a:lnTo>
                    <a:pt x="3883239" y="467811"/>
                  </a:lnTo>
                  <a:lnTo>
                    <a:pt x="3832052" y="525387"/>
                  </a:lnTo>
                  <a:lnTo>
                    <a:pt x="3820202" y="539785"/>
                  </a:lnTo>
                  <a:lnTo>
                    <a:pt x="3778143" y="594168"/>
                  </a:lnTo>
                  <a:lnTo>
                    <a:pt x="3737092" y="652280"/>
                  </a:lnTo>
                  <a:lnTo>
                    <a:pt x="3696792" y="714195"/>
                  </a:lnTo>
                  <a:lnTo>
                    <a:pt x="3657034" y="779939"/>
                  </a:lnTo>
                  <a:lnTo>
                    <a:pt x="3617646" y="849476"/>
                  </a:lnTo>
                  <a:lnTo>
                    <a:pt x="3578493" y="922712"/>
                  </a:lnTo>
                  <a:lnTo>
                    <a:pt x="3539470" y="999481"/>
                  </a:lnTo>
                  <a:lnTo>
                    <a:pt x="3500498" y="1079553"/>
                  </a:lnTo>
                  <a:lnTo>
                    <a:pt x="3461523" y="1162625"/>
                  </a:lnTo>
                  <a:lnTo>
                    <a:pt x="3422510" y="1248332"/>
                  </a:lnTo>
                  <a:lnTo>
                    <a:pt x="3383444" y="1336243"/>
                  </a:lnTo>
                  <a:lnTo>
                    <a:pt x="3344324" y="1425878"/>
                  </a:lnTo>
                  <a:lnTo>
                    <a:pt x="3305160" y="1516711"/>
                  </a:lnTo>
                  <a:lnTo>
                    <a:pt x="3265971" y="1608187"/>
                  </a:lnTo>
                  <a:lnTo>
                    <a:pt x="3226779" y="1699733"/>
                  </a:lnTo>
                  <a:lnTo>
                    <a:pt x="3187606" y="1790775"/>
                  </a:lnTo>
                  <a:lnTo>
                    <a:pt x="3148474" y="1880752"/>
                  </a:lnTo>
                  <a:lnTo>
                    <a:pt x="3109395" y="1969130"/>
                  </a:lnTo>
                  <a:lnTo>
                    <a:pt x="3070370" y="2055416"/>
                  </a:lnTo>
                  <a:lnTo>
                    <a:pt x="3031388" y="2139167"/>
                  </a:lnTo>
                  <a:lnTo>
                    <a:pt x="2992419" y="2220001"/>
                  </a:lnTo>
                  <a:lnTo>
                    <a:pt x="2953415" y="2297599"/>
                  </a:lnTo>
                  <a:lnTo>
                    <a:pt x="2914303" y="2371714"/>
                  </a:lnTo>
                  <a:lnTo>
                    <a:pt x="2874983" y="2442165"/>
                  </a:lnTo>
                  <a:lnTo>
                    <a:pt x="2835329" y="2508839"/>
                  </a:lnTo>
                  <a:lnTo>
                    <a:pt x="2795179" y="2571687"/>
                  </a:lnTo>
                  <a:lnTo>
                    <a:pt x="2754333" y="2630721"/>
                  </a:lnTo>
                  <a:lnTo>
                    <a:pt x="2712547" y="2686004"/>
                  </a:lnTo>
                  <a:lnTo>
                    <a:pt x="2702183" y="2698926"/>
                  </a:lnTo>
                  <a:lnTo>
                    <a:pt x="2651496" y="2757687"/>
                  </a:lnTo>
                  <a:lnTo>
                    <a:pt x="2598481" y="2811466"/>
                  </a:lnTo>
                  <a:lnTo>
                    <a:pt x="2542502" y="2860429"/>
                  </a:lnTo>
                  <a:lnTo>
                    <a:pt x="2482860" y="2904904"/>
                  </a:lnTo>
                  <a:lnTo>
                    <a:pt x="2418828" y="2945289"/>
                  </a:lnTo>
                  <a:lnTo>
                    <a:pt x="2349690" y="2981997"/>
                  </a:lnTo>
                  <a:lnTo>
                    <a:pt x="2274786" y="3015419"/>
                  </a:lnTo>
                  <a:lnTo>
                    <a:pt x="2193570" y="3045903"/>
                  </a:lnTo>
                  <a:lnTo>
                    <a:pt x="2105686" y="3073743"/>
                  </a:lnTo>
                  <a:lnTo>
                    <a:pt x="2011078" y="3099167"/>
                  </a:lnTo>
                  <a:lnTo>
                    <a:pt x="1910101" y="3122338"/>
                  </a:lnTo>
                  <a:lnTo>
                    <a:pt x="1803660" y="3143355"/>
                  </a:lnTo>
                  <a:lnTo>
                    <a:pt x="1693325" y="3162252"/>
                  </a:lnTo>
                  <a:lnTo>
                    <a:pt x="1581404" y="3179020"/>
                  </a:lnTo>
                  <a:lnTo>
                    <a:pt x="1470921" y="3193618"/>
                  </a:lnTo>
                  <a:lnTo>
                    <a:pt x="1365448" y="3206003"/>
                  </a:lnTo>
                  <a:lnTo>
                    <a:pt x="1268785" y="3216160"/>
                  </a:lnTo>
                  <a:lnTo>
                    <a:pt x="1184485" y="3224137"/>
                  </a:lnTo>
                  <a:lnTo>
                    <a:pt x="1115330" y="3230060"/>
                  </a:lnTo>
                  <a:lnTo>
                    <a:pt x="1062845" y="3234148"/>
                  </a:lnTo>
                  <a:lnTo>
                    <a:pt x="1026992" y="3236695"/>
                  </a:lnTo>
                  <a:lnTo>
                    <a:pt x="1006088" y="3238055"/>
                  </a:lnTo>
                  <a:lnTo>
                    <a:pt x="996923" y="3238602"/>
                  </a:lnTo>
                  <a:lnTo>
                    <a:pt x="994940" y="3238711"/>
                  </a:lnTo>
                  <a:lnTo>
                    <a:pt x="0" y="3238711"/>
                  </a:lnTo>
                  <a:close/>
                </a:path>
              </a:pathLst>
            </a:custGeom>
            <a:solidFill>
              <a:srgbClr val="F1C40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098" name="pl2097"/>
            <p:cNvSpPr/>
            <p:nvPr/>
          </p:nvSpPr>
          <p:spPr>
            <a:xfrm>
              <a:off x="1199187" y="3175659"/>
              <a:ext cx="12049831" cy="3238711"/>
            </a:xfrm>
            <a:custGeom>
              <a:avLst/>
              <a:pathLst>
                <a:path w="12049831" h="3238711">
                  <a:moveTo>
                    <a:pt x="0" y="3238711"/>
                  </a:moveTo>
                  <a:lnTo>
                    <a:pt x="994940" y="3238711"/>
                  </a:lnTo>
                  <a:lnTo>
                    <a:pt x="995999" y="3238654"/>
                  </a:lnTo>
                  <a:lnTo>
                    <a:pt x="1003000" y="3238244"/>
                  </a:lnTo>
                  <a:lnTo>
                    <a:pt x="1020774" y="3237112"/>
                  </a:lnTo>
                  <a:lnTo>
                    <a:pt x="1052866" y="3234879"/>
                  </a:lnTo>
                  <a:lnTo>
                    <a:pt x="1101339" y="3231187"/>
                  </a:lnTo>
                  <a:lnTo>
                    <a:pt x="1166620" y="3225722"/>
                  </a:lnTo>
                  <a:lnTo>
                    <a:pt x="1247537" y="3218248"/>
                  </a:lnTo>
                  <a:lnTo>
                    <a:pt x="1341567" y="3208615"/>
                  </a:lnTo>
                  <a:lnTo>
                    <a:pt x="1445292" y="3196759"/>
                  </a:lnTo>
                  <a:lnTo>
                    <a:pt x="1554925" y="3182683"/>
                  </a:lnTo>
                  <a:lnTo>
                    <a:pt x="1666802" y="3166426"/>
                  </a:lnTo>
                  <a:lnTo>
                    <a:pt x="1777751" y="3148031"/>
                  </a:lnTo>
                  <a:lnTo>
                    <a:pt x="1885285" y="3127519"/>
                  </a:lnTo>
                  <a:lnTo>
                    <a:pt x="1987664" y="3104866"/>
                  </a:lnTo>
                  <a:lnTo>
                    <a:pt x="2083835" y="3079989"/>
                  </a:lnTo>
                  <a:lnTo>
                    <a:pt x="2173322" y="3052741"/>
                  </a:lnTo>
                  <a:lnTo>
                    <a:pt x="2256098" y="3022908"/>
                  </a:lnTo>
                  <a:lnTo>
                    <a:pt x="2332457" y="2990213"/>
                  </a:lnTo>
                  <a:lnTo>
                    <a:pt x="2402906" y="2954319"/>
                  </a:lnTo>
                  <a:lnTo>
                    <a:pt x="2468086" y="2914844"/>
                  </a:lnTo>
                  <a:lnTo>
                    <a:pt x="2528705" y="2871377"/>
                  </a:lnTo>
                  <a:lnTo>
                    <a:pt x="2585488" y="2823512"/>
                  </a:lnTo>
                  <a:lnTo>
                    <a:pt x="2639146" y="2770900"/>
                  </a:lnTo>
                  <a:lnTo>
                    <a:pt x="2690333" y="2713324"/>
                  </a:lnTo>
                  <a:lnTo>
                    <a:pt x="2702183" y="2698926"/>
                  </a:lnTo>
                  <a:lnTo>
                    <a:pt x="2744242" y="2644542"/>
                  </a:lnTo>
                  <a:lnTo>
                    <a:pt x="2785293" y="2586431"/>
                  </a:lnTo>
                  <a:lnTo>
                    <a:pt x="2825593" y="2524516"/>
                  </a:lnTo>
                  <a:lnTo>
                    <a:pt x="2865351" y="2458772"/>
                  </a:lnTo>
                  <a:lnTo>
                    <a:pt x="2904739" y="2389235"/>
                  </a:lnTo>
                  <a:lnTo>
                    <a:pt x="2943892" y="2315999"/>
                  </a:lnTo>
                  <a:lnTo>
                    <a:pt x="2982915" y="2239230"/>
                  </a:lnTo>
                  <a:lnTo>
                    <a:pt x="3021887" y="2159158"/>
                  </a:lnTo>
                  <a:lnTo>
                    <a:pt x="3060862" y="2076085"/>
                  </a:lnTo>
                  <a:lnTo>
                    <a:pt x="3099875" y="1990379"/>
                  </a:lnTo>
                  <a:lnTo>
                    <a:pt x="3138941" y="1902467"/>
                  </a:lnTo>
                  <a:lnTo>
                    <a:pt x="3178061" y="1812833"/>
                  </a:lnTo>
                  <a:lnTo>
                    <a:pt x="3217225" y="1721999"/>
                  </a:lnTo>
                  <a:lnTo>
                    <a:pt x="3256414" y="1630524"/>
                  </a:lnTo>
                  <a:lnTo>
                    <a:pt x="3295606" y="1538978"/>
                  </a:lnTo>
                  <a:lnTo>
                    <a:pt x="3334779" y="1447936"/>
                  </a:lnTo>
                  <a:lnTo>
                    <a:pt x="3373911" y="1357959"/>
                  </a:lnTo>
                  <a:lnTo>
                    <a:pt x="3412990" y="1269581"/>
                  </a:lnTo>
                  <a:lnTo>
                    <a:pt x="3452015" y="1183295"/>
                  </a:lnTo>
                  <a:lnTo>
                    <a:pt x="3490997" y="1099544"/>
                  </a:lnTo>
                  <a:lnTo>
                    <a:pt x="3529966" y="1018710"/>
                  </a:lnTo>
                  <a:lnTo>
                    <a:pt x="3568970" y="941112"/>
                  </a:lnTo>
                  <a:lnTo>
                    <a:pt x="3608082" y="866997"/>
                  </a:lnTo>
                  <a:lnTo>
                    <a:pt x="3647402" y="796546"/>
                  </a:lnTo>
                  <a:lnTo>
                    <a:pt x="3687056" y="729872"/>
                  </a:lnTo>
                  <a:lnTo>
                    <a:pt x="3727206" y="667024"/>
                  </a:lnTo>
                  <a:lnTo>
                    <a:pt x="3768052" y="607990"/>
                  </a:lnTo>
                  <a:lnTo>
                    <a:pt x="3809838" y="552707"/>
                  </a:lnTo>
                  <a:lnTo>
                    <a:pt x="3820202" y="539785"/>
                  </a:lnTo>
                  <a:lnTo>
                    <a:pt x="3870889" y="481023"/>
                  </a:lnTo>
                  <a:lnTo>
                    <a:pt x="3923904" y="427245"/>
                  </a:lnTo>
                  <a:lnTo>
                    <a:pt x="3979883" y="378282"/>
                  </a:lnTo>
                  <a:lnTo>
                    <a:pt x="4039525" y="333807"/>
                  </a:lnTo>
                  <a:lnTo>
                    <a:pt x="4103557" y="293422"/>
                  </a:lnTo>
                  <a:lnTo>
                    <a:pt x="4172695" y="256714"/>
                  </a:lnTo>
                  <a:lnTo>
                    <a:pt x="4247599" y="223292"/>
                  </a:lnTo>
                  <a:lnTo>
                    <a:pt x="4328815" y="192807"/>
                  </a:lnTo>
                  <a:lnTo>
                    <a:pt x="4416699" y="164968"/>
                  </a:lnTo>
                  <a:lnTo>
                    <a:pt x="4511307" y="139544"/>
                  </a:lnTo>
                  <a:lnTo>
                    <a:pt x="4612284" y="116373"/>
                  </a:lnTo>
                  <a:lnTo>
                    <a:pt x="4718725" y="95356"/>
                  </a:lnTo>
                  <a:lnTo>
                    <a:pt x="4829060" y="76458"/>
                  </a:lnTo>
                  <a:lnTo>
                    <a:pt x="4940981" y="59690"/>
                  </a:lnTo>
                  <a:lnTo>
                    <a:pt x="5051464" y="45093"/>
                  </a:lnTo>
                  <a:lnTo>
                    <a:pt x="5156937" y="32708"/>
                  </a:lnTo>
                  <a:lnTo>
                    <a:pt x="5253600" y="22551"/>
                  </a:lnTo>
                  <a:lnTo>
                    <a:pt x="5337900" y="14574"/>
                  </a:lnTo>
                  <a:lnTo>
                    <a:pt x="5407055" y="8651"/>
                  </a:lnTo>
                  <a:lnTo>
                    <a:pt x="5459540" y="4563"/>
                  </a:lnTo>
                  <a:lnTo>
                    <a:pt x="5495393" y="2016"/>
                  </a:lnTo>
                  <a:lnTo>
                    <a:pt x="5516297" y="656"/>
                  </a:lnTo>
                  <a:lnTo>
                    <a:pt x="5525462" y="109"/>
                  </a:lnTo>
                  <a:lnTo>
                    <a:pt x="5527431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9" y="24"/>
                  </a:lnTo>
                  <a:lnTo>
                    <a:pt x="6530922" y="199"/>
                  </a:lnTo>
                  <a:lnTo>
                    <a:pt x="6549715" y="681"/>
                  </a:lnTo>
                  <a:lnTo>
                    <a:pt x="6583575" y="1633"/>
                  </a:lnTo>
                  <a:lnTo>
                    <a:pt x="6634571" y="3205"/>
                  </a:lnTo>
                  <a:lnTo>
                    <a:pt x="6703001" y="5528"/>
                  </a:lnTo>
                  <a:lnTo>
                    <a:pt x="6787444" y="8700"/>
                  </a:lnTo>
                  <a:lnTo>
                    <a:pt x="6885075" y="12779"/>
                  </a:lnTo>
                  <a:lnTo>
                    <a:pt x="6992171" y="17787"/>
                  </a:lnTo>
                  <a:lnTo>
                    <a:pt x="7104705" y="23720"/>
                  </a:lnTo>
                  <a:lnTo>
                    <a:pt x="7218865" y="30560"/>
                  </a:lnTo>
                  <a:lnTo>
                    <a:pt x="7331427" y="38289"/>
                  </a:lnTo>
                  <a:lnTo>
                    <a:pt x="7439933" y="46903"/>
                  </a:lnTo>
                  <a:lnTo>
                    <a:pt x="7542728" y="56418"/>
                  </a:lnTo>
                  <a:lnTo>
                    <a:pt x="7638871" y="66875"/>
                  </a:lnTo>
                  <a:lnTo>
                    <a:pt x="7728011" y="78346"/>
                  </a:lnTo>
                  <a:lnTo>
                    <a:pt x="7810237" y="90931"/>
                  </a:lnTo>
                  <a:lnTo>
                    <a:pt x="7885946" y="104757"/>
                  </a:lnTo>
                  <a:lnTo>
                    <a:pt x="7955735" y="119974"/>
                  </a:lnTo>
                  <a:lnTo>
                    <a:pt x="8020317" y="136750"/>
                  </a:lnTo>
                  <a:lnTo>
                    <a:pt x="8080455" y="155262"/>
                  </a:lnTo>
                  <a:lnTo>
                    <a:pt x="8136918" y="175676"/>
                  </a:lnTo>
                  <a:lnTo>
                    <a:pt x="8190438" y="198122"/>
                  </a:lnTo>
                  <a:lnTo>
                    <a:pt x="8229629" y="216612"/>
                  </a:lnTo>
                  <a:lnTo>
                    <a:pt x="8284553" y="245529"/>
                  </a:lnTo>
                  <a:lnTo>
                    <a:pt x="8337887" y="277035"/>
                  </a:lnTo>
                  <a:lnTo>
                    <a:pt x="8390158" y="311177"/>
                  </a:lnTo>
                  <a:lnTo>
                    <a:pt x="8441771" y="347937"/>
                  </a:lnTo>
                  <a:lnTo>
                    <a:pt x="8493025" y="387222"/>
                  </a:lnTo>
                  <a:lnTo>
                    <a:pt x="8544134" y="428859"/>
                  </a:lnTo>
                  <a:lnTo>
                    <a:pt x="8595237" y="472594"/>
                  </a:lnTo>
                  <a:lnTo>
                    <a:pt x="8646409" y="518093"/>
                  </a:lnTo>
                  <a:lnTo>
                    <a:pt x="8697674" y="564953"/>
                  </a:lnTo>
                  <a:lnTo>
                    <a:pt x="8749019" y="612713"/>
                  </a:lnTo>
                  <a:lnTo>
                    <a:pt x="8800403" y="660872"/>
                  </a:lnTo>
                  <a:lnTo>
                    <a:pt x="8851776" y="708912"/>
                  </a:lnTo>
                  <a:lnTo>
                    <a:pt x="8903088" y="756321"/>
                  </a:lnTo>
                  <a:lnTo>
                    <a:pt x="8954310" y="802612"/>
                  </a:lnTo>
                  <a:lnTo>
                    <a:pt x="9005445" y="847349"/>
                  </a:lnTo>
                  <a:lnTo>
                    <a:pt x="9056537" y="890160"/>
                  </a:lnTo>
                  <a:lnTo>
                    <a:pt x="9107691" y="930747"/>
                  </a:lnTo>
                  <a:lnTo>
                    <a:pt x="9159078" y="968892"/>
                  </a:lnTo>
                  <a:lnTo>
                    <a:pt x="9210950" y="1004460"/>
                  </a:lnTo>
                  <a:lnTo>
                    <a:pt x="9263650" y="1037394"/>
                  </a:lnTo>
                  <a:lnTo>
                    <a:pt x="9317638" y="1067704"/>
                  </a:lnTo>
                  <a:lnTo>
                    <a:pt x="9347647" y="1083064"/>
                  </a:lnTo>
                  <a:lnTo>
                    <a:pt x="9399372" y="1107096"/>
                  </a:lnTo>
                  <a:lnTo>
                    <a:pt x="9453530" y="1129049"/>
                  </a:lnTo>
                  <a:lnTo>
                    <a:pt x="9510801" y="1148996"/>
                  </a:lnTo>
                  <a:lnTo>
                    <a:pt x="9571929" y="1167078"/>
                  </a:lnTo>
                  <a:lnTo>
                    <a:pt x="9637684" y="1183467"/>
                  </a:lnTo>
                  <a:lnTo>
                    <a:pt x="9708823" y="1198337"/>
                  </a:lnTo>
                  <a:lnTo>
                    <a:pt x="9786038" y="1211854"/>
                  </a:lnTo>
                  <a:lnTo>
                    <a:pt x="9869886" y="1224162"/>
                  </a:lnTo>
                  <a:lnTo>
                    <a:pt x="9960703" y="1235384"/>
                  </a:lnTo>
                  <a:lnTo>
                    <a:pt x="10058484" y="1245611"/>
                  </a:lnTo>
                  <a:lnTo>
                    <a:pt x="10162751" y="1254908"/>
                  </a:lnTo>
                  <a:lnTo>
                    <a:pt x="10272404" y="1263310"/>
                  </a:lnTo>
                  <a:lnTo>
                    <a:pt x="10385600" y="1270829"/>
                  </a:lnTo>
                  <a:lnTo>
                    <a:pt x="10499692" y="1277454"/>
                  </a:lnTo>
                  <a:lnTo>
                    <a:pt x="10611291" y="1283168"/>
                  </a:lnTo>
                  <a:lnTo>
                    <a:pt x="10716493" y="1287954"/>
                  </a:lnTo>
                  <a:lnTo>
                    <a:pt x="10811293" y="1291813"/>
                  </a:lnTo>
                  <a:lnTo>
                    <a:pt x="10892129" y="1294776"/>
                  </a:lnTo>
                  <a:lnTo>
                    <a:pt x="10956469" y="1296910"/>
                  </a:lnTo>
                  <a:lnTo>
                    <a:pt x="11003284" y="1298321"/>
                  </a:lnTo>
                  <a:lnTo>
                    <a:pt x="11033298" y="1299147"/>
                  </a:lnTo>
                  <a:lnTo>
                    <a:pt x="11048987" y="1299541"/>
                  </a:lnTo>
                  <a:lnTo>
                    <a:pt x="11054389" y="1299666"/>
                  </a:lnTo>
                  <a:lnTo>
                    <a:pt x="11054891" y="1299677"/>
                  </a:lnTo>
                  <a:lnTo>
                    <a:pt x="12049831" y="1299677"/>
                  </a:lnTo>
                  <a:lnTo>
                    <a:pt x="12049831" y="12996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9" name="pl2098"/>
            <p:cNvSpPr/>
            <p:nvPr/>
          </p:nvSpPr>
          <p:spPr>
            <a:xfrm>
              <a:off x="1199187" y="3170419"/>
              <a:ext cx="12049831" cy="3238711"/>
            </a:xfrm>
            <a:custGeom>
              <a:avLst/>
              <a:pathLst>
                <a:path w="12049831" h="3238711">
                  <a:moveTo>
                    <a:pt x="12049831" y="1299677"/>
                  </a:moveTo>
                  <a:lnTo>
                    <a:pt x="11054891" y="1299677"/>
                  </a:lnTo>
                  <a:lnTo>
                    <a:pt x="11053768" y="1299652"/>
                  </a:lnTo>
                  <a:lnTo>
                    <a:pt x="11046354" y="1299478"/>
                  </a:lnTo>
                  <a:lnTo>
                    <a:pt x="11027562" y="1298995"/>
                  </a:lnTo>
                  <a:lnTo>
                    <a:pt x="10993702" y="1298044"/>
                  </a:lnTo>
                  <a:lnTo>
                    <a:pt x="10942706" y="1296471"/>
                  </a:lnTo>
                  <a:lnTo>
                    <a:pt x="10874276" y="1294148"/>
                  </a:lnTo>
                  <a:lnTo>
                    <a:pt x="10789832" y="1290976"/>
                  </a:lnTo>
                  <a:lnTo>
                    <a:pt x="10692202" y="1286897"/>
                  </a:lnTo>
                  <a:lnTo>
                    <a:pt x="10585106" y="1281889"/>
                  </a:lnTo>
                  <a:lnTo>
                    <a:pt x="10472572" y="1275956"/>
                  </a:lnTo>
                  <a:lnTo>
                    <a:pt x="10358411" y="1269116"/>
                  </a:lnTo>
                  <a:lnTo>
                    <a:pt x="10245850" y="1261387"/>
                  </a:lnTo>
                  <a:lnTo>
                    <a:pt x="10137343" y="1252773"/>
                  </a:lnTo>
                  <a:lnTo>
                    <a:pt x="10034549" y="1243259"/>
                  </a:lnTo>
                  <a:lnTo>
                    <a:pt x="9938405" y="1232801"/>
                  </a:lnTo>
                  <a:lnTo>
                    <a:pt x="9849265" y="1221330"/>
                  </a:lnTo>
                  <a:lnTo>
                    <a:pt x="9767039" y="1208745"/>
                  </a:lnTo>
                  <a:lnTo>
                    <a:pt x="9691330" y="1194919"/>
                  </a:lnTo>
                  <a:lnTo>
                    <a:pt x="9621541" y="1179703"/>
                  </a:lnTo>
                  <a:lnTo>
                    <a:pt x="9556960" y="1162926"/>
                  </a:lnTo>
                  <a:lnTo>
                    <a:pt x="9496822" y="1144414"/>
                  </a:lnTo>
                  <a:lnTo>
                    <a:pt x="9440359" y="1124000"/>
                  </a:lnTo>
                  <a:lnTo>
                    <a:pt x="9386839" y="1101554"/>
                  </a:lnTo>
                  <a:lnTo>
                    <a:pt x="9347647" y="1083064"/>
                  </a:lnTo>
                  <a:lnTo>
                    <a:pt x="9292723" y="1054147"/>
                  </a:lnTo>
                  <a:lnTo>
                    <a:pt x="9239390" y="1022641"/>
                  </a:lnTo>
                  <a:lnTo>
                    <a:pt x="9187118" y="988499"/>
                  </a:lnTo>
                  <a:lnTo>
                    <a:pt x="9135506" y="951739"/>
                  </a:lnTo>
                  <a:lnTo>
                    <a:pt x="9084251" y="912454"/>
                  </a:lnTo>
                  <a:lnTo>
                    <a:pt x="9033142" y="870817"/>
                  </a:lnTo>
                  <a:lnTo>
                    <a:pt x="8982040" y="827083"/>
                  </a:lnTo>
                  <a:lnTo>
                    <a:pt x="8930868" y="781583"/>
                  </a:lnTo>
                  <a:lnTo>
                    <a:pt x="8879602" y="734723"/>
                  </a:lnTo>
                  <a:lnTo>
                    <a:pt x="8828257" y="686963"/>
                  </a:lnTo>
                  <a:lnTo>
                    <a:pt x="8776873" y="638804"/>
                  </a:lnTo>
                  <a:lnTo>
                    <a:pt x="8725501" y="590764"/>
                  </a:lnTo>
                  <a:lnTo>
                    <a:pt x="8674188" y="543356"/>
                  </a:lnTo>
                  <a:lnTo>
                    <a:pt x="8622966" y="497064"/>
                  </a:lnTo>
                  <a:lnTo>
                    <a:pt x="8571832" y="452327"/>
                  </a:lnTo>
                  <a:lnTo>
                    <a:pt x="8520739" y="409516"/>
                  </a:lnTo>
                  <a:lnTo>
                    <a:pt x="8469585" y="368930"/>
                  </a:lnTo>
                  <a:lnTo>
                    <a:pt x="8418198" y="330784"/>
                  </a:lnTo>
                  <a:lnTo>
                    <a:pt x="8366327" y="295216"/>
                  </a:lnTo>
                  <a:lnTo>
                    <a:pt x="8313626" y="262283"/>
                  </a:lnTo>
                  <a:lnTo>
                    <a:pt x="8259638" y="231972"/>
                  </a:lnTo>
                  <a:lnTo>
                    <a:pt x="8229629" y="216612"/>
                  </a:lnTo>
                  <a:lnTo>
                    <a:pt x="8177905" y="192580"/>
                  </a:lnTo>
                  <a:lnTo>
                    <a:pt x="8123746" y="170627"/>
                  </a:lnTo>
                  <a:lnTo>
                    <a:pt x="8066475" y="150681"/>
                  </a:lnTo>
                  <a:lnTo>
                    <a:pt x="8005348" y="132598"/>
                  </a:lnTo>
                  <a:lnTo>
                    <a:pt x="7939593" y="116210"/>
                  </a:lnTo>
                  <a:lnTo>
                    <a:pt x="7868453" y="101339"/>
                  </a:lnTo>
                  <a:lnTo>
                    <a:pt x="7791239" y="87823"/>
                  </a:lnTo>
                  <a:lnTo>
                    <a:pt x="7707390" y="75514"/>
                  </a:lnTo>
                  <a:lnTo>
                    <a:pt x="7616574" y="64292"/>
                  </a:lnTo>
                  <a:lnTo>
                    <a:pt x="7518793" y="54065"/>
                  </a:lnTo>
                  <a:lnTo>
                    <a:pt x="7414526" y="44768"/>
                  </a:lnTo>
                  <a:lnTo>
                    <a:pt x="7304873" y="36366"/>
                  </a:lnTo>
                  <a:lnTo>
                    <a:pt x="7191677" y="28848"/>
                  </a:lnTo>
                  <a:lnTo>
                    <a:pt x="7077585" y="22222"/>
                  </a:lnTo>
                  <a:lnTo>
                    <a:pt x="6965986" y="16508"/>
                  </a:lnTo>
                  <a:lnTo>
                    <a:pt x="6860783" y="11722"/>
                  </a:lnTo>
                  <a:lnTo>
                    <a:pt x="6765984" y="7863"/>
                  </a:lnTo>
                  <a:lnTo>
                    <a:pt x="6685148" y="4900"/>
                  </a:lnTo>
                  <a:lnTo>
                    <a:pt x="6620808" y="2766"/>
                  </a:lnTo>
                  <a:lnTo>
                    <a:pt x="6573993" y="1355"/>
                  </a:lnTo>
                  <a:lnTo>
                    <a:pt x="6543978" y="530"/>
                  </a:lnTo>
                  <a:lnTo>
                    <a:pt x="6528290" y="135"/>
                  </a:lnTo>
                  <a:lnTo>
                    <a:pt x="6522888" y="1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6" y="57"/>
                  </a:lnTo>
                  <a:lnTo>
                    <a:pt x="5519385" y="467"/>
                  </a:lnTo>
                  <a:lnTo>
                    <a:pt x="5501611" y="1599"/>
                  </a:lnTo>
                  <a:lnTo>
                    <a:pt x="5469519" y="3832"/>
                  </a:lnTo>
                  <a:lnTo>
                    <a:pt x="5421046" y="7524"/>
                  </a:lnTo>
                  <a:lnTo>
                    <a:pt x="5355765" y="12989"/>
                  </a:lnTo>
                  <a:lnTo>
                    <a:pt x="5274848" y="20463"/>
                  </a:lnTo>
                  <a:lnTo>
                    <a:pt x="5180818" y="30096"/>
                  </a:lnTo>
                  <a:lnTo>
                    <a:pt x="5077093" y="41952"/>
                  </a:lnTo>
                  <a:lnTo>
                    <a:pt x="4967460" y="56028"/>
                  </a:lnTo>
                  <a:lnTo>
                    <a:pt x="4855583" y="72285"/>
                  </a:lnTo>
                  <a:lnTo>
                    <a:pt x="4744634" y="90680"/>
                  </a:lnTo>
                  <a:lnTo>
                    <a:pt x="4637100" y="111192"/>
                  </a:lnTo>
                  <a:lnTo>
                    <a:pt x="4534721" y="133845"/>
                  </a:lnTo>
                  <a:lnTo>
                    <a:pt x="4438550" y="158722"/>
                  </a:lnTo>
                  <a:lnTo>
                    <a:pt x="4349063" y="185970"/>
                  </a:lnTo>
                  <a:lnTo>
                    <a:pt x="4266287" y="215803"/>
                  </a:lnTo>
                  <a:lnTo>
                    <a:pt x="4189928" y="248498"/>
                  </a:lnTo>
                  <a:lnTo>
                    <a:pt x="4119479" y="284392"/>
                  </a:lnTo>
                  <a:lnTo>
                    <a:pt x="4054299" y="323867"/>
                  </a:lnTo>
                  <a:lnTo>
                    <a:pt x="3993680" y="367334"/>
                  </a:lnTo>
                  <a:lnTo>
                    <a:pt x="3936897" y="415198"/>
                  </a:lnTo>
                  <a:lnTo>
                    <a:pt x="3883239" y="467811"/>
                  </a:lnTo>
                  <a:lnTo>
                    <a:pt x="3832052" y="525387"/>
                  </a:lnTo>
                  <a:lnTo>
                    <a:pt x="3820202" y="539785"/>
                  </a:lnTo>
                  <a:lnTo>
                    <a:pt x="3778143" y="594168"/>
                  </a:lnTo>
                  <a:lnTo>
                    <a:pt x="3737092" y="652280"/>
                  </a:lnTo>
                  <a:lnTo>
                    <a:pt x="3696792" y="714195"/>
                  </a:lnTo>
                  <a:lnTo>
                    <a:pt x="3657034" y="779939"/>
                  </a:lnTo>
                  <a:lnTo>
                    <a:pt x="3617646" y="849476"/>
                  </a:lnTo>
                  <a:lnTo>
                    <a:pt x="3578493" y="922712"/>
                  </a:lnTo>
                  <a:lnTo>
                    <a:pt x="3539470" y="999481"/>
                  </a:lnTo>
                  <a:lnTo>
                    <a:pt x="3500498" y="1079553"/>
                  </a:lnTo>
                  <a:lnTo>
                    <a:pt x="3461523" y="1162625"/>
                  </a:lnTo>
                  <a:lnTo>
                    <a:pt x="3422510" y="1248332"/>
                  </a:lnTo>
                  <a:lnTo>
                    <a:pt x="3383444" y="1336243"/>
                  </a:lnTo>
                  <a:lnTo>
                    <a:pt x="3344324" y="1425878"/>
                  </a:lnTo>
                  <a:lnTo>
                    <a:pt x="3305160" y="1516711"/>
                  </a:lnTo>
                  <a:lnTo>
                    <a:pt x="3265971" y="1608187"/>
                  </a:lnTo>
                  <a:lnTo>
                    <a:pt x="3226779" y="1699733"/>
                  </a:lnTo>
                  <a:lnTo>
                    <a:pt x="3187606" y="1790775"/>
                  </a:lnTo>
                  <a:lnTo>
                    <a:pt x="3148474" y="1880752"/>
                  </a:lnTo>
                  <a:lnTo>
                    <a:pt x="3109395" y="1969130"/>
                  </a:lnTo>
                  <a:lnTo>
                    <a:pt x="3070370" y="2055416"/>
                  </a:lnTo>
                  <a:lnTo>
                    <a:pt x="3031388" y="2139167"/>
                  </a:lnTo>
                  <a:lnTo>
                    <a:pt x="2992419" y="2220001"/>
                  </a:lnTo>
                  <a:lnTo>
                    <a:pt x="2953415" y="2297599"/>
                  </a:lnTo>
                  <a:lnTo>
                    <a:pt x="2914303" y="2371714"/>
                  </a:lnTo>
                  <a:lnTo>
                    <a:pt x="2874983" y="2442165"/>
                  </a:lnTo>
                  <a:lnTo>
                    <a:pt x="2835329" y="2508839"/>
                  </a:lnTo>
                  <a:lnTo>
                    <a:pt x="2795179" y="2571687"/>
                  </a:lnTo>
                  <a:lnTo>
                    <a:pt x="2754333" y="2630721"/>
                  </a:lnTo>
                  <a:lnTo>
                    <a:pt x="2712547" y="2686004"/>
                  </a:lnTo>
                  <a:lnTo>
                    <a:pt x="2702183" y="2698926"/>
                  </a:lnTo>
                  <a:lnTo>
                    <a:pt x="2651496" y="2757687"/>
                  </a:lnTo>
                  <a:lnTo>
                    <a:pt x="2598481" y="2811466"/>
                  </a:lnTo>
                  <a:lnTo>
                    <a:pt x="2542502" y="2860429"/>
                  </a:lnTo>
                  <a:lnTo>
                    <a:pt x="2482860" y="2904904"/>
                  </a:lnTo>
                  <a:lnTo>
                    <a:pt x="2418828" y="2945289"/>
                  </a:lnTo>
                  <a:lnTo>
                    <a:pt x="2349690" y="2981997"/>
                  </a:lnTo>
                  <a:lnTo>
                    <a:pt x="2274786" y="3015419"/>
                  </a:lnTo>
                  <a:lnTo>
                    <a:pt x="2193570" y="3045903"/>
                  </a:lnTo>
                  <a:lnTo>
                    <a:pt x="2105686" y="3073743"/>
                  </a:lnTo>
                  <a:lnTo>
                    <a:pt x="2011078" y="3099167"/>
                  </a:lnTo>
                  <a:lnTo>
                    <a:pt x="1910101" y="3122338"/>
                  </a:lnTo>
                  <a:lnTo>
                    <a:pt x="1803660" y="3143355"/>
                  </a:lnTo>
                  <a:lnTo>
                    <a:pt x="1693325" y="3162252"/>
                  </a:lnTo>
                  <a:lnTo>
                    <a:pt x="1581404" y="3179020"/>
                  </a:lnTo>
                  <a:lnTo>
                    <a:pt x="1470921" y="3193618"/>
                  </a:lnTo>
                  <a:lnTo>
                    <a:pt x="1365448" y="3206003"/>
                  </a:lnTo>
                  <a:lnTo>
                    <a:pt x="1268785" y="3216160"/>
                  </a:lnTo>
                  <a:lnTo>
                    <a:pt x="1184485" y="3224137"/>
                  </a:lnTo>
                  <a:lnTo>
                    <a:pt x="1115330" y="3230060"/>
                  </a:lnTo>
                  <a:lnTo>
                    <a:pt x="1062845" y="3234148"/>
                  </a:lnTo>
                  <a:lnTo>
                    <a:pt x="1026992" y="3236695"/>
                  </a:lnTo>
                  <a:lnTo>
                    <a:pt x="1006088" y="3238055"/>
                  </a:lnTo>
                  <a:lnTo>
                    <a:pt x="996923" y="3238602"/>
                  </a:lnTo>
                  <a:lnTo>
                    <a:pt x="994954" y="3238711"/>
                  </a:lnTo>
                  <a:lnTo>
                    <a:pt x="994940" y="3238711"/>
                  </a:lnTo>
                  <a:lnTo>
                    <a:pt x="0" y="3238711"/>
                  </a:lnTo>
                  <a:lnTo>
                    <a:pt x="0" y="32387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0" name="pg2099"/>
            <p:cNvSpPr/>
            <p:nvPr/>
          </p:nvSpPr>
          <p:spPr>
            <a:xfrm>
              <a:off x="1199187" y="6058008"/>
              <a:ext cx="12049831" cy="377325"/>
            </a:xfrm>
            <a:custGeom>
              <a:avLst/>
              <a:pathLst>
                <a:path w="12049831" h="377325">
                  <a:moveTo>
                    <a:pt x="0" y="377325"/>
                  </a:moveTo>
                  <a:lnTo>
                    <a:pt x="994940" y="377325"/>
                  </a:lnTo>
                  <a:lnTo>
                    <a:pt x="996076" y="377324"/>
                  </a:lnTo>
                  <a:lnTo>
                    <a:pt x="1003576" y="377317"/>
                  </a:lnTo>
                  <a:lnTo>
                    <a:pt x="1022580" y="377297"/>
                  </a:lnTo>
                  <a:lnTo>
                    <a:pt x="1056806" y="377259"/>
                  </a:lnTo>
                  <a:lnTo>
                    <a:pt x="1108323" y="377194"/>
                  </a:lnTo>
                  <a:lnTo>
                    <a:pt x="1177400" y="377100"/>
                  </a:lnTo>
                  <a:lnTo>
                    <a:pt x="1262565" y="376970"/>
                  </a:lnTo>
                  <a:lnTo>
                    <a:pt x="1360926" y="376804"/>
                  </a:lnTo>
                  <a:lnTo>
                    <a:pt x="1468700" y="376600"/>
                  </a:lnTo>
                  <a:lnTo>
                    <a:pt x="1581811" y="376358"/>
                  </a:lnTo>
                  <a:lnTo>
                    <a:pt x="1696419" y="376080"/>
                  </a:lnTo>
                  <a:lnTo>
                    <a:pt x="1809290" y="375765"/>
                  </a:lnTo>
                  <a:lnTo>
                    <a:pt x="1917976" y="375415"/>
                  </a:lnTo>
                  <a:lnTo>
                    <a:pt x="2020839" y="375028"/>
                  </a:lnTo>
                  <a:lnTo>
                    <a:pt x="2116964" y="374602"/>
                  </a:lnTo>
                  <a:lnTo>
                    <a:pt x="2206024" y="374135"/>
                  </a:lnTo>
                  <a:lnTo>
                    <a:pt x="2288132" y="373622"/>
                  </a:lnTo>
                  <a:lnTo>
                    <a:pt x="2363707" y="373059"/>
                  </a:lnTo>
                  <a:lnTo>
                    <a:pt x="2433363" y="372438"/>
                  </a:lnTo>
                  <a:lnTo>
                    <a:pt x="2497828" y="371754"/>
                  </a:lnTo>
                  <a:lnTo>
                    <a:pt x="2557875" y="370999"/>
                  </a:lnTo>
                  <a:lnTo>
                    <a:pt x="2614282" y="370165"/>
                  </a:lnTo>
                  <a:lnTo>
                    <a:pt x="2667784" y="369249"/>
                  </a:lnTo>
                  <a:lnTo>
                    <a:pt x="2702183" y="368591"/>
                  </a:lnTo>
                  <a:lnTo>
                    <a:pt x="2763823" y="367272"/>
                  </a:lnTo>
                  <a:lnTo>
                    <a:pt x="2823540" y="365821"/>
                  </a:lnTo>
                  <a:lnTo>
                    <a:pt x="2882051" y="364236"/>
                  </a:lnTo>
                  <a:lnTo>
                    <a:pt x="2939882" y="362519"/>
                  </a:lnTo>
                  <a:lnTo>
                    <a:pt x="2997405" y="360677"/>
                  </a:lnTo>
                  <a:lnTo>
                    <a:pt x="3054862" y="358722"/>
                  </a:lnTo>
                  <a:lnTo>
                    <a:pt x="3112387" y="356673"/>
                  </a:lnTo>
                  <a:lnTo>
                    <a:pt x="3170029" y="354552"/>
                  </a:lnTo>
                  <a:lnTo>
                    <a:pt x="3227771" y="352385"/>
                  </a:lnTo>
                  <a:lnTo>
                    <a:pt x="3285555" y="350201"/>
                  </a:lnTo>
                  <a:lnTo>
                    <a:pt x="3343307" y="348029"/>
                  </a:lnTo>
                  <a:lnTo>
                    <a:pt x="3400967" y="345899"/>
                  </a:lnTo>
                  <a:lnTo>
                    <a:pt x="3458510" y="343837"/>
                  </a:lnTo>
                  <a:lnTo>
                    <a:pt x="3515971" y="341867"/>
                  </a:lnTo>
                  <a:lnTo>
                    <a:pt x="3573470" y="340006"/>
                  </a:lnTo>
                  <a:lnTo>
                    <a:pt x="3631232" y="338268"/>
                  </a:lnTo>
                  <a:lnTo>
                    <a:pt x="3689606" y="336662"/>
                  </a:lnTo>
                  <a:lnTo>
                    <a:pt x="3749092" y="335190"/>
                  </a:lnTo>
                  <a:lnTo>
                    <a:pt x="3810374" y="333851"/>
                  </a:lnTo>
                  <a:lnTo>
                    <a:pt x="3820202" y="333653"/>
                  </a:lnTo>
                  <a:lnTo>
                    <a:pt x="3872137" y="332680"/>
                  </a:lnTo>
                  <a:lnTo>
                    <a:pt x="3926529" y="331792"/>
                  </a:lnTo>
                  <a:lnTo>
                    <a:pt x="3984064" y="330985"/>
                  </a:lnTo>
                  <a:lnTo>
                    <a:pt x="4045495" y="330254"/>
                  </a:lnTo>
                  <a:lnTo>
                    <a:pt x="4111604" y="329592"/>
                  </a:lnTo>
                  <a:lnTo>
                    <a:pt x="4183154" y="328991"/>
                  </a:lnTo>
                  <a:lnTo>
                    <a:pt x="4260844" y="328446"/>
                  </a:lnTo>
                  <a:lnTo>
                    <a:pt x="4345233" y="327949"/>
                  </a:lnTo>
                  <a:lnTo>
                    <a:pt x="4436652" y="327496"/>
                  </a:lnTo>
                  <a:lnTo>
                    <a:pt x="4535083" y="327083"/>
                  </a:lnTo>
                  <a:lnTo>
                    <a:pt x="4640020" y="326708"/>
                  </a:lnTo>
                  <a:lnTo>
                    <a:pt x="4750321" y="326370"/>
                  </a:lnTo>
                  <a:lnTo>
                    <a:pt x="4864082" y="326067"/>
                  </a:lnTo>
                  <a:lnTo>
                    <a:pt x="4978586" y="325801"/>
                  </a:lnTo>
                  <a:lnTo>
                    <a:pt x="5090368" y="325572"/>
                  </a:lnTo>
                  <a:lnTo>
                    <a:pt x="5195458" y="325380"/>
                  </a:lnTo>
                  <a:lnTo>
                    <a:pt x="5289813" y="325227"/>
                  </a:lnTo>
                  <a:lnTo>
                    <a:pt x="5369881" y="325109"/>
                  </a:lnTo>
                  <a:lnTo>
                    <a:pt x="5433192" y="325025"/>
                  </a:lnTo>
                  <a:lnTo>
                    <a:pt x="5478831" y="324970"/>
                  </a:lnTo>
                  <a:lnTo>
                    <a:pt x="5507672" y="324938"/>
                  </a:lnTo>
                  <a:lnTo>
                    <a:pt x="5522358" y="324923"/>
                  </a:lnTo>
                  <a:lnTo>
                    <a:pt x="5527102" y="324919"/>
                  </a:lnTo>
                  <a:lnTo>
                    <a:pt x="5527445" y="324919"/>
                  </a:lnTo>
                  <a:lnTo>
                    <a:pt x="6522385" y="324919"/>
                  </a:lnTo>
                  <a:lnTo>
                    <a:pt x="6523521" y="324913"/>
                  </a:lnTo>
                  <a:lnTo>
                    <a:pt x="6531015" y="324869"/>
                  </a:lnTo>
                  <a:lnTo>
                    <a:pt x="6550007" y="324749"/>
                  </a:lnTo>
                  <a:lnTo>
                    <a:pt x="6584211" y="324513"/>
                  </a:lnTo>
                  <a:lnTo>
                    <a:pt x="6635697" y="324121"/>
                  </a:lnTo>
                  <a:lnTo>
                    <a:pt x="6704736" y="323544"/>
                  </a:lnTo>
                  <a:lnTo>
                    <a:pt x="6789857" y="322755"/>
                  </a:lnTo>
                  <a:lnTo>
                    <a:pt x="6888175" y="321742"/>
                  </a:lnTo>
                  <a:lnTo>
                    <a:pt x="6995909" y="320498"/>
                  </a:lnTo>
                  <a:lnTo>
                    <a:pt x="7108986" y="319025"/>
                  </a:lnTo>
                  <a:lnTo>
                    <a:pt x="7223567" y="317328"/>
                  </a:lnTo>
                  <a:lnTo>
                    <a:pt x="7336420" y="315410"/>
                  </a:lnTo>
                  <a:lnTo>
                    <a:pt x="7445096" y="313273"/>
                  </a:lnTo>
                  <a:lnTo>
                    <a:pt x="7547955" y="310912"/>
                  </a:lnTo>
                  <a:lnTo>
                    <a:pt x="7644081" y="308317"/>
                  </a:lnTo>
                  <a:lnTo>
                    <a:pt x="7733146" y="305470"/>
                  </a:lnTo>
                  <a:lnTo>
                    <a:pt x="7815261" y="302345"/>
                  </a:lnTo>
                  <a:lnTo>
                    <a:pt x="7890844" y="298910"/>
                  </a:lnTo>
                  <a:lnTo>
                    <a:pt x="7960508" y="295128"/>
                  </a:lnTo>
                  <a:lnTo>
                    <a:pt x="8024979" y="290956"/>
                  </a:lnTo>
                  <a:lnTo>
                    <a:pt x="8085032" y="286351"/>
                  </a:lnTo>
                  <a:lnTo>
                    <a:pt x="8141442" y="281271"/>
                  </a:lnTo>
                  <a:lnTo>
                    <a:pt x="8194945" y="275686"/>
                  </a:lnTo>
                  <a:lnTo>
                    <a:pt x="8229629" y="271639"/>
                  </a:lnTo>
                  <a:lnTo>
                    <a:pt x="8290745" y="263670"/>
                  </a:lnTo>
                  <a:lnTo>
                    <a:pt x="8349966" y="254906"/>
                  </a:lnTo>
                  <a:lnTo>
                    <a:pt x="8407990" y="245337"/>
                  </a:lnTo>
                  <a:lnTo>
                    <a:pt x="8465336" y="234975"/>
                  </a:lnTo>
                  <a:lnTo>
                    <a:pt x="8522368" y="223863"/>
                  </a:lnTo>
                  <a:lnTo>
                    <a:pt x="8579328" y="212074"/>
                  </a:lnTo>
                  <a:lnTo>
                    <a:pt x="8636350" y="199712"/>
                  </a:lnTo>
                  <a:lnTo>
                    <a:pt x="8693487" y="186909"/>
                  </a:lnTo>
                  <a:lnTo>
                    <a:pt x="8750724" y="173819"/>
                  </a:lnTo>
                  <a:lnTo>
                    <a:pt x="8808007" y="160612"/>
                  </a:lnTo>
                  <a:lnTo>
                    <a:pt x="8865267" y="147465"/>
                  </a:lnTo>
                  <a:lnTo>
                    <a:pt x="8922439" y="134551"/>
                  </a:lnTo>
                  <a:lnTo>
                    <a:pt x="8979497" y="122030"/>
                  </a:lnTo>
                  <a:lnTo>
                    <a:pt x="9036466" y="110043"/>
                  </a:lnTo>
                  <a:lnTo>
                    <a:pt x="9093454" y="98702"/>
                  </a:lnTo>
                  <a:lnTo>
                    <a:pt x="9150665" y="88091"/>
                  </a:lnTo>
                  <a:lnTo>
                    <a:pt x="9208421" y="78263"/>
                  </a:lnTo>
                  <a:lnTo>
                    <a:pt x="9267187" y="69239"/>
                  </a:lnTo>
                  <a:lnTo>
                    <a:pt x="9327600" y="61015"/>
                  </a:lnTo>
                  <a:lnTo>
                    <a:pt x="9347647" y="58520"/>
                  </a:lnTo>
                  <a:lnTo>
                    <a:pt x="9399570" y="52588"/>
                  </a:lnTo>
                  <a:lnTo>
                    <a:pt x="9453948" y="47170"/>
                  </a:lnTo>
                  <a:lnTo>
                    <a:pt x="9511467" y="42250"/>
                  </a:lnTo>
                  <a:lnTo>
                    <a:pt x="9572880" y="37792"/>
                  </a:lnTo>
                  <a:lnTo>
                    <a:pt x="9638968" y="33752"/>
                  </a:lnTo>
                  <a:lnTo>
                    <a:pt x="9710494" y="30088"/>
                  </a:lnTo>
                  <a:lnTo>
                    <a:pt x="9788156" y="26759"/>
                  </a:lnTo>
                  <a:lnTo>
                    <a:pt x="9872513" y="23728"/>
                  </a:lnTo>
                  <a:lnTo>
                    <a:pt x="9963896" y="20965"/>
                  </a:lnTo>
                  <a:lnTo>
                    <a:pt x="10062288" y="18449"/>
                  </a:lnTo>
                  <a:lnTo>
                    <a:pt x="10167185" y="16162"/>
                  </a:lnTo>
                  <a:lnTo>
                    <a:pt x="10277447" y="14097"/>
                  </a:lnTo>
                  <a:lnTo>
                    <a:pt x="10391175" y="12251"/>
                  </a:lnTo>
                  <a:lnTo>
                    <a:pt x="10505655" y="10627"/>
                  </a:lnTo>
                  <a:lnTo>
                    <a:pt x="10617426" y="9228"/>
                  </a:lnTo>
                  <a:lnTo>
                    <a:pt x="10722523" y="8060"/>
                  </a:lnTo>
                  <a:lnTo>
                    <a:pt x="10816905" y="7121"/>
                  </a:lnTo>
                  <a:lnTo>
                    <a:pt x="10897019" y="6404"/>
                  </a:lnTo>
                  <a:lnTo>
                    <a:pt x="10960392" y="5890"/>
                  </a:lnTo>
                  <a:lnTo>
                    <a:pt x="11006102" y="5554"/>
                  </a:lnTo>
                  <a:lnTo>
                    <a:pt x="11035013" y="5360"/>
                  </a:lnTo>
                  <a:lnTo>
                    <a:pt x="11049758" y="5269"/>
                  </a:lnTo>
                  <a:lnTo>
                    <a:pt x="11054540" y="524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6"/>
                  </a:lnTo>
                  <a:lnTo>
                    <a:pt x="11046261" y="49"/>
                  </a:lnTo>
                  <a:lnTo>
                    <a:pt x="11027269" y="169"/>
                  </a:lnTo>
                  <a:lnTo>
                    <a:pt x="10993065" y="406"/>
                  </a:lnTo>
                  <a:lnTo>
                    <a:pt x="10941579" y="797"/>
                  </a:lnTo>
                  <a:lnTo>
                    <a:pt x="10872541" y="1375"/>
                  </a:lnTo>
                  <a:lnTo>
                    <a:pt x="10787419" y="2163"/>
                  </a:lnTo>
                  <a:lnTo>
                    <a:pt x="10689102" y="3177"/>
                  </a:lnTo>
                  <a:lnTo>
                    <a:pt x="10581368" y="4420"/>
                  </a:lnTo>
                  <a:lnTo>
                    <a:pt x="10468291" y="5893"/>
                  </a:lnTo>
                  <a:lnTo>
                    <a:pt x="10353709" y="7591"/>
                  </a:lnTo>
                  <a:lnTo>
                    <a:pt x="10240856" y="9508"/>
                  </a:lnTo>
                  <a:lnTo>
                    <a:pt x="10132181" y="11645"/>
                  </a:lnTo>
                  <a:lnTo>
                    <a:pt x="10029322" y="14006"/>
                  </a:lnTo>
                  <a:lnTo>
                    <a:pt x="9933196" y="16601"/>
                  </a:lnTo>
                  <a:lnTo>
                    <a:pt x="9844131" y="19448"/>
                  </a:lnTo>
                  <a:lnTo>
                    <a:pt x="9762016" y="22573"/>
                  </a:lnTo>
                  <a:lnTo>
                    <a:pt x="9686433" y="26008"/>
                  </a:lnTo>
                  <a:lnTo>
                    <a:pt x="9616769" y="29791"/>
                  </a:lnTo>
                  <a:lnTo>
                    <a:pt x="9552297" y="33962"/>
                  </a:lnTo>
                  <a:lnTo>
                    <a:pt x="9492244" y="38568"/>
                  </a:lnTo>
                  <a:lnTo>
                    <a:pt x="9435834" y="43647"/>
                  </a:lnTo>
                  <a:lnTo>
                    <a:pt x="9382331" y="49232"/>
                  </a:lnTo>
                  <a:lnTo>
                    <a:pt x="9347647" y="53279"/>
                  </a:lnTo>
                  <a:lnTo>
                    <a:pt x="9286531" y="61249"/>
                  </a:lnTo>
                  <a:lnTo>
                    <a:pt x="9227311" y="70012"/>
                  </a:lnTo>
                  <a:lnTo>
                    <a:pt x="9169286" y="79581"/>
                  </a:lnTo>
                  <a:lnTo>
                    <a:pt x="9111940" y="89943"/>
                  </a:lnTo>
                  <a:lnTo>
                    <a:pt x="9054908" y="101055"/>
                  </a:lnTo>
                  <a:lnTo>
                    <a:pt x="8997949" y="112844"/>
                  </a:lnTo>
                  <a:lnTo>
                    <a:pt x="8940926" y="125206"/>
                  </a:lnTo>
                  <a:lnTo>
                    <a:pt x="8883790" y="138009"/>
                  </a:lnTo>
                  <a:lnTo>
                    <a:pt x="8826553" y="151099"/>
                  </a:lnTo>
                  <a:lnTo>
                    <a:pt x="8769269" y="164306"/>
                  </a:lnTo>
                  <a:lnTo>
                    <a:pt x="8712010" y="177453"/>
                  </a:lnTo>
                  <a:lnTo>
                    <a:pt x="8654837" y="190368"/>
                  </a:lnTo>
                  <a:lnTo>
                    <a:pt x="8597780" y="202888"/>
                  </a:lnTo>
                  <a:lnTo>
                    <a:pt x="8540810" y="214875"/>
                  </a:lnTo>
                  <a:lnTo>
                    <a:pt x="8483823" y="226216"/>
                  </a:lnTo>
                  <a:lnTo>
                    <a:pt x="8426612" y="236827"/>
                  </a:lnTo>
                  <a:lnTo>
                    <a:pt x="8368856" y="246656"/>
                  </a:lnTo>
                  <a:lnTo>
                    <a:pt x="8310089" y="255680"/>
                  </a:lnTo>
                  <a:lnTo>
                    <a:pt x="8249677" y="263903"/>
                  </a:lnTo>
                  <a:lnTo>
                    <a:pt x="8229629" y="266398"/>
                  </a:lnTo>
                  <a:lnTo>
                    <a:pt x="8177706" y="272331"/>
                  </a:lnTo>
                  <a:lnTo>
                    <a:pt x="8123328" y="277748"/>
                  </a:lnTo>
                  <a:lnTo>
                    <a:pt x="8065809" y="282668"/>
                  </a:lnTo>
                  <a:lnTo>
                    <a:pt x="8004396" y="287127"/>
                  </a:lnTo>
                  <a:lnTo>
                    <a:pt x="7938309" y="291166"/>
                  </a:lnTo>
                  <a:lnTo>
                    <a:pt x="7866782" y="294830"/>
                  </a:lnTo>
                  <a:lnTo>
                    <a:pt x="7789121" y="298160"/>
                  </a:lnTo>
                  <a:lnTo>
                    <a:pt x="7704764" y="301191"/>
                  </a:lnTo>
                  <a:lnTo>
                    <a:pt x="7613381" y="303953"/>
                  </a:lnTo>
                  <a:lnTo>
                    <a:pt x="7514989" y="306470"/>
                  </a:lnTo>
                  <a:lnTo>
                    <a:pt x="7410092" y="308756"/>
                  </a:lnTo>
                  <a:lnTo>
                    <a:pt x="7299830" y="310821"/>
                  </a:lnTo>
                  <a:lnTo>
                    <a:pt x="7186101" y="312667"/>
                  </a:lnTo>
                  <a:lnTo>
                    <a:pt x="7071622" y="314292"/>
                  </a:lnTo>
                  <a:lnTo>
                    <a:pt x="6959851" y="315690"/>
                  </a:lnTo>
                  <a:lnTo>
                    <a:pt x="6854753" y="316858"/>
                  </a:lnTo>
                  <a:lnTo>
                    <a:pt x="6760371" y="317797"/>
                  </a:lnTo>
                  <a:lnTo>
                    <a:pt x="6680257" y="318514"/>
                  </a:lnTo>
                  <a:lnTo>
                    <a:pt x="6616884" y="319028"/>
                  </a:lnTo>
                  <a:lnTo>
                    <a:pt x="6571175" y="319365"/>
                  </a:lnTo>
                  <a:lnTo>
                    <a:pt x="6542264" y="319559"/>
                  </a:lnTo>
                  <a:lnTo>
                    <a:pt x="6527519" y="319649"/>
                  </a:lnTo>
                  <a:lnTo>
                    <a:pt x="6522737" y="319676"/>
                  </a:lnTo>
                  <a:lnTo>
                    <a:pt x="6522385" y="319678"/>
                  </a:lnTo>
                  <a:lnTo>
                    <a:pt x="5527445" y="319678"/>
                  </a:lnTo>
                  <a:lnTo>
                    <a:pt x="5526309" y="319679"/>
                  </a:lnTo>
                  <a:lnTo>
                    <a:pt x="5518809" y="319686"/>
                  </a:lnTo>
                  <a:lnTo>
                    <a:pt x="5499805" y="319706"/>
                  </a:lnTo>
                  <a:lnTo>
                    <a:pt x="5465579" y="319745"/>
                  </a:lnTo>
                  <a:lnTo>
                    <a:pt x="5414062" y="319809"/>
                  </a:lnTo>
                  <a:lnTo>
                    <a:pt x="5344985" y="319904"/>
                  </a:lnTo>
                  <a:lnTo>
                    <a:pt x="5259820" y="320033"/>
                  </a:lnTo>
                  <a:lnTo>
                    <a:pt x="5161459" y="320199"/>
                  </a:lnTo>
                  <a:lnTo>
                    <a:pt x="5053685" y="320403"/>
                  </a:lnTo>
                  <a:lnTo>
                    <a:pt x="4940574" y="320645"/>
                  </a:lnTo>
                  <a:lnTo>
                    <a:pt x="4825966" y="320923"/>
                  </a:lnTo>
                  <a:lnTo>
                    <a:pt x="4713095" y="321238"/>
                  </a:lnTo>
                  <a:lnTo>
                    <a:pt x="4604409" y="321588"/>
                  </a:lnTo>
                  <a:lnTo>
                    <a:pt x="4501546" y="321976"/>
                  </a:lnTo>
                  <a:lnTo>
                    <a:pt x="4405421" y="322401"/>
                  </a:lnTo>
                  <a:lnTo>
                    <a:pt x="4316361" y="322868"/>
                  </a:lnTo>
                  <a:lnTo>
                    <a:pt x="4234253" y="323381"/>
                  </a:lnTo>
                  <a:lnTo>
                    <a:pt x="4158678" y="323944"/>
                  </a:lnTo>
                  <a:lnTo>
                    <a:pt x="4089022" y="324565"/>
                  </a:lnTo>
                  <a:lnTo>
                    <a:pt x="4024557" y="325249"/>
                  </a:lnTo>
                  <a:lnTo>
                    <a:pt x="3964510" y="326005"/>
                  </a:lnTo>
                  <a:lnTo>
                    <a:pt x="3908103" y="326838"/>
                  </a:lnTo>
                  <a:lnTo>
                    <a:pt x="3854601" y="327754"/>
                  </a:lnTo>
                  <a:lnTo>
                    <a:pt x="3820202" y="328413"/>
                  </a:lnTo>
                  <a:lnTo>
                    <a:pt x="3758562" y="329731"/>
                  </a:lnTo>
                  <a:lnTo>
                    <a:pt x="3698845" y="331182"/>
                  </a:lnTo>
                  <a:lnTo>
                    <a:pt x="3640334" y="332767"/>
                  </a:lnTo>
                  <a:lnTo>
                    <a:pt x="3582503" y="334485"/>
                  </a:lnTo>
                  <a:lnTo>
                    <a:pt x="3524980" y="336327"/>
                  </a:lnTo>
                  <a:lnTo>
                    <a:pt x="3467523" y="338281"/>
                  </a:lnTo>
                  <a:lnTo>
                    <a:pt x="3409998" y="340330"/>
                  </a:lnTo>
                  <a:lnTo>
                    <a:pt x="3352356" y="342451"/>
                  </a:lnTo>
                  <a:lnTo>
                    <a:pt x="3294614" y="344618"/>
                  </a:lnTo>
                  <a:lnTo>
                    <a:pt x="3236830" y="346802"/>
                  </a:lnTo>
                  <a:lnTo>
                    <a:pt x="3179078" y="348974"/>
                  </a:lnTo>
                  <a:lnTo>
                    <a:pt x="3121418" y="351104"/>
                  </a:lnTo>
                  <a:lnTo>
                    <a:pt x="3063875" y="353166"/>
                  </a:lnTo>
                  <a:lnTo>
                    <a:pt x="3006414" y="355137"/>
                  </a:lnTo>
                  <a:lnTo>
                    <a:pt x="2948915" y="356997"/>
                  </a:lnTo>
                  <a:lnTo>
                    <a:pt x="2891153" y="358735"/>
                  </a:lnTo>
                  <a:lnTo>
                    <a:pt x="2832779" y="360341"/>
                  </a:lnTo>
                  <a:lnTo>
                    <a:pt x="2773293" y="361813"/>
                  </a:lnTo>
                  <a:lnTo>
                    <a:pt x="2712011" y="363152"/>
                  </a:lnTo>
                  <a:lnTo>
                    <a:pt x="2702183" y="363350"/>
                  </a:lnTo>
                  <a:lnTo>
                    <a:pt x="2650248" y="364323"/>
                  </a:lnTo>
                  <a:lnTo>
                    <a:pt x="2595856" y="365211"/>
                  </a:lnTo>
                  <a:lnTo>
                    <a:pt x="2538321" y="366018"/>
                  </a:lnTo>
                  <a:lnTo>
                    <a:pt x="2476890" y="366749"/>
                  </a:lnTo>
                  <a:lnTo>
                    <a:pt x="2410781" y="367411"/>
                  </a:lnTo>
                  <a:lnTo>
                    <a:pt x="2339231" y="368012"/>
                  </a:lnTo>
                  <a:lnTo>
                    <a:pt x="2261541" y="368558"/>
                  </a:lnTo>
                  <a:lnTo>
                    <a:pt x="2177152" y="369055"/>
                  </a:lnTo>
                  <a:lnTo>
                    <a:pt x="2085733" y="369508"/>
                  </a:lnTo>
                  <a:lnTo>
                    <a:pt x="1987302" y="369920"/>
                  </a:lnTo>
                  <a:lnTo>
                    <a:pt x="1882365" y="370295"/>
                  </a:lnTo>
                  <a:lnTo>
                    <a:pt x="1772064" y="370633"/>
                  </a:lnTo>
                  <a:lnTo>
                    <a:pt x="1658303" y="370936"/>
                  </a:lnTo>
                  <a:lnTo>
                    <a:pt x="1543799" y="371202"/>
                  </a:lnTo>
                  <a:lnTo>
                    <a:pt x="1432017" y="371431"/>
                  </a:lnTo>
                  <a:lnTo>
                    <a:pt x="1326927" y="371623"/>
                  </a:lnTo>
                  <a:lnTo>
                    <a:pt x="1232572" y="371777"/>
                  </a:lnTo>
                  <a:lnTo>
                    <a:pt x="1152504" y="371894"/>
                  </a:lnTo>
                  <a:lnTo>
                    <a:pt x="1089193" y="371978"/>
                  </a:lnTo>
                  <a:lnTo>
                    <a:pt x="1043554" y="372033"/>
                  </a:lnTo>
                  <a:lnTo>
                    <a:pt x="1014713" y="372065"/>
                  </a:lnTo>
                  <a:lnTo>
                    <a:pt x="1000027" y="372080"/>
                  </a:lnTo>
                  <a:lnTo>
                    <a:pt x="995283" y="372084"/>
                  </a:lnTo>
                  <a:lnTo>
                    <a:pt x="994940" y="372085"/>
                  </a:lnTo>
                  <a:lnTo>
                    <a:pt x="0" y="372085"/>
                  </a:lnTo>
                  <a:close/>
                </a:path>
              </a:pathLst>
            </a:custGeom>
            <a:solidFill>
              <a:srgbClr val="F1C40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01" name="pl2100"/>
            <p:cNvSpPr/>
            <p:nvPr/>
          </p:nvSpPr>
          <p:spPr>
            <a:xfrm>
              <a:off x="1199187" y="6063249"/>
              <a:ext cx="12049831" cy="372085"/>
            </a:xfrm>
            <a:custGeom>
              <a:avLst/>
              <a:pathLst>
                <a:path w="12049831" h="372085">
                  <a:moveTo>
                    <a:pt x="0" y="372085"/>
                  </a:moveTo>
                  <a:lnTo>
                    <a:pt x="994940" y="372085"/>
                  </a:lnTo>
                  <a:lnTo>
                    <a:pt x="996076" y="372084"/>
                  </a:lnTo>
                  <a:lnTo>
                    <a:pt x="1003576" y="372076"/>
                  </a:lnTo>
                  <a:lnTo>
                    <a:pt x="1022580" y="372057"/>
                  </a:lnTo>
                  <a:lnTo>
                    <a:pt x="1056806" y="372018"/>
                  </a:lnTo>
                  <a:lnTo>
                    <a:pt x="1108323" y="371954"/>
                  </a:lnTo>
                  <a:lnTo>
                    <a:pt x="1177400" y="371859"/>
                  </a:lnTo>
                  <a:lnTo>
                    <a:pt x="1262565" y="371730"/>
                  </a:lnTo>
                  <a:lnTo>
                    <a:pt x="1360926" y="371563"/>
                  </a:lnTo>
                  <a:lnTo>
                    <a:pt x="1468700" y="371359"/>
                  </a:lnTo>
                  <a:lnTo>
                    <a:pt x="1581811" y="371118"/>
                  </a:lnTo>
                  <a:lnTo>
                    <a:pt x="1696419" y="370839"/>
                  </a:lnTo>
                  <a:lnTo>
                    <a:pt x="1809290" y="370525"/>
                  </a:lnTo>
                  <a:lnTo>
                    <a:pt x="1917976" y="370174"/>
                  </a:lnTo>
                  <a:lnTo>
                    <a:pt x="2020839" y="369787"/>
                  </a:lnTo>
                  <a:lnTo>
                    <a:pt x="2116964" y="369361"/>
                  </a:lnTo>
                  <a:lnTo>
                    <a:pt x="2206024" y="368894"/>
                  </a:lnTo>
                  <a:lnTo>
                    <a:pt x="2288132" y="368382"/>
                  </a:lnTo>
                  <a:lnTo>
                    <a:pt x="2363707" y="367818"/>
                  </a:lnTo>
                  <a:lnTo>
                    <a:pt x="2433363" y="367198"/>
                  </a:lnTo>
                  <a:lnTo>
                    <a:pt x="2497828" y="366513"/>
                  </a:lnTo>
                  <a:lnTo>
                    <a:pt x="2557875" y="365758"/>
                  </a:lnTo>
                  <a:lnTo>
                    <a:pt x="2614282" y="364925"/>
                  </a:lnTo>
                  <a:lnTo>
                    <a:pt x="2667784" y="364008"/>
                  </a:lnTo>
                  <a:lnTo>
                    <a:pt x="2702183" y="363350"/>
                  </a:lnTo>
                  <a:lnTo>
                    <a:pt x="2763823" y="362032"/>
                  </a:lnTo>
                  <a:lnTo>
                    <a:pt x="2823540" y="360581"/>
                  </a:lnTo>
                  <a:lnTo>
                    <a:pt x="2882051" y="358996"/>
                  </a:lnTo>
                  <a:lnTo>
                    <a:pt x="2939882" y="357278"/>
                  </a:lnTo>
                  <a:lnTo>
                    <a:pt x="2997405" y="355436"/>
                  </a:lnTo>
                  <a:lnTo>
                    <a:pt x="3054862" y="353482"/>
                  </a:lnTo>
                  <a:lnTo>
                    <a:pt x="3112387" y="351433"/>
                  </a:lnTo>
                  <a:lnTo>
                    <a:pt x="3170029" y="349312"/>
                  </a:lnTo>
                  <a:lnTo>
                    <a:pt x="3227771" y="347145"/>
                  </a:lnTo>
                  <a:lnTo>
                    <a:pt x="3285555" y="344960"/>
                  </a:lnTo>
                  <a:lnTo>
                    <a:pt x="3343307" y="342789"/>
                  </a:lnTo>
                  <a:lnTo>
                    <a:pt x="3400967" y="340658"/>
                  </a:lnTo>
                  <a:lnTo>
                    <a:pt x="3458510" y="338597"/>
                  </a:lnTo>
                  <a:lnTo>
                    <a:pt x="3515971" y="336626"/>
                  </a:lnTo>
                  <a:lnTo>
                    <a:pt x="3573470" y="334765"/>
                  </a:lnTo>
                  <a:lnTo>
                    <a:pt x="3631232" y="333028"/>
                  </a:lnTo>
                  <a:lnTo>
                    <a:pt x="3689606" y="331422"/>
                  </a:lnTo>
                  <a:lnTo>
                    <a:pt x="3749092" y="329950"/>
                  </a:lnTo>
                  <a:lnTo>
                    <a:pt x="3810374" y="328611"/>
                  </a:lnTo>
                  <a:lnTo>
                    <a:pt x="3820202" y="328413"/>
                  </a:lnTo>
                  <a:lnTo>
                    <a:pt x="3872137" y="327440"/>
                  </a:lnTo>
                  <a:lnTo>
                    <a:pt x="3926529" y="326552"/>
                  </a:lnTo>
                  <a:lnTo>
                    <a:pt x="3984064" y="325745"/>
                  </a:lnTo>
                  <a:lnTo>
                    <a:pt x="4045495" y="325014"/>
                  </a:lnTo>
                  <a:lnTo>
                    <a:pt x="4111604" y="324352"/>
                  </a:lnTo>
                  <a:lnTo>
                    <a:pt x="4183154" y="323751"/>
                  </a:lnTo>
                  <a:lnTo>
                    <a:pt x="4260844" y="323205"/>
                  </a:lnTo>
                  <a:lnTo>
                    <a:pt x="4345233" y="322708"/>
                  </a:lnTo>
                  <a:lnTo>
                    <a:pt x="4436652" y="322255"/>
                  </a:lnTo>
                  <a:lnTo>
                    <a:pt x="4535083" y="321843"/>
                  </a:lnTo>
                  <a:lnTo>
                    <a:pt x="4640020" y="321468"/>
                  </a:lnTo>
                  <a:lnTo>
                    <a:pt x="4750321" y="321129"/>
                  </a:lnTo>
                  <a:lnTo>
                    <a:pt x="4864082" y="320827"/>
                  </a:lnTo>
                  <a:lnTo>
                    <a:pt x="4978586" y="320560"/>
                  </a:lnTo>
                  <a:lnTo>
                    <a:pt x="5090368" y="320331"/>
                  </a:lnTo>
                  <a:lnTo>
                    <a:pt x="5195458" y="320140"/>
                  </a:lnTo>
                  <a:lnTo>
                    <a:pt x="5289813" y="319986"/>
                  </a:lnTo>
                  <a:lnTo>
                    <a:pt x="5369881" y="319869"/>
                  </a:lnTo>
                  <a:lnTo>
                    <a:pt x="5433192" y="319784"/>
                  </a:lnTo>
                  <a:lnTo>
                    <a:pt x="5478831" y="319729"/>
                  </a:lnTo>
                  <a:lnTo>
                    <a:pt x="5507672" y="319698"/>
                  </a:lnTo>
                  <a:lnTo>
                    <a:pt x="5522358" y="319683"/>
                  </a:lnTo>
                  <a:lnTo>
                    <a:pt x="5527102" y="319678"/>
                  </a:lnTo>
                  <a:lnTo>
                    <a:pt x="5527445" y="319678"/>
                  </a:lnTo>
                  <a:lnTo>
                    <a:pt x="6522385" y="319678"/>
                  </a:lnTo>
                  <a:lnTo>
                    <a:pt x="6523521" y="319672"/>
                  </a:lnTo>
                  <a:lnTo>
                    <a:pt x="6531015" y="319629"/>
                  </a:lnTo>
                  <a:lnTo>
                    <a:pt x="6550007" y="319509"/>
                  </a:lnTo>
                  <a:lnTo>
                    <a:pt x="6584211" y="319272"/>
                  </a:lnTo>
                  <a:lnTo>
                    <a:pt x="6635697" y="318881"/>
                  </a:lnTo>
                  <a:lnTo>
                    <a:pt x="6704736" y="318303"/>
                  </a:lnTo>
                  <a:lnTo>
                    <a:pt x="6789857" y="317515"/>
                  </a:lnTo>
                  <a:lnTo>
                    <a:pt x="6888175" y="316501"/>
                  </a:lnTo>
                  <a:lnTo>
                    <a:pt x="6995909" y="315257"/>
                  </a:lnTo>
                  <a:lnTo>
                    <a:pt x="7108986" y="313784"/>
                  </a:lnTo>
                  <a:lnTo>
                    <a:pt x="7223567" y="312087"/>
                  </a:lnTo>
                  <a:lnTo>
                    <a:pt x="7336420" y="310169"/>
                  </a:lnTo>
                  <a:lnTo>
                    <a:pt x="7445096" y="308032"/>
                  </a:lnTo>
                  <a:lnTo>
                    <a:pt x="7547955" y="305672"/>
                  </a:lnTo>
                  <a:lnTo>
                    <a:pt x="7644081" y="303077"/>
                  </a:lnTo>
                  <a:lnTo>
                    <a:pt x="7733146" y="300229"/>
                  </a:lnTo>
                  <a:lnTo>
                    <a:pt x="7815261" y="297104"/>
                  </a:lnTo>
                  <a:lnTo>
                    <a:pt x="7890844" y="293669"/>
                  </a:lnTo>
                  <a:lnTo>
                    <a:pt x="7960508" y="289887"/>
                  </a:lnTo>
                  <a:lnTo>
                    <a:pt x="8024979" y="285715"/>
                  </a:lnTo>
                  <a:lnTo>
                    <a:pt x="8085032" y="281110"/>
                  </a:lnTo>
                  <a:lnTo>
                    <a:pt x="8141442" y="276030"/>
                  </a:lnTo>
                  <a:lnTo>
                    <a:pt x="8194945" y="270445"/>
                  </a:lnTo>
                  <a:lnTo>
                    <a:pt x="8229629" y="266398"/>
                  </a:lnTo>
                  <a:lnTo>
                    <a:pt x="8290745" y="258429"/>
                  </a:lnTo>
                  <a:lnTo>
                    <a:pt x="8349966" y="249666"/>
                  </a:lnTo>
                  <a:lnTo>
                    <a:pt x="8407990" y="240096"/>
                  </a:lnTo>
                  <a:lnTo>
                    <a:pt x="8465336" y="229735"/>
                  </a:lnTo>
                  <a:lnTo>
                    <a:pt x="8522368" y="218623"/>
                  </a:lnTo>
                  <a:lnTo>
                    <a:pt x="8579328" y="206834"/>
                  </a:lnTo>
                  <a:lnTo>
                    <a:pt x="8636350" y="194472"/>
                  </a:lnTo>
                  <a:lnTo>
                    <a:pt x="8693487" y="181668"/>
                  </a:lnTo>
                  <a:lnTo>
                    <a:pt x="8750724" y="168578"/>
                  </a:lnTo>
                  <a:lnTo>
                    <a:pt x="8808007" y="155371"/>
                  </a:lnTo>
                  <a:lnTo>
                    <a:pt x="8865267" y="142224"/>
                  </a:lnTo>
                  <a:lnTo>
                    <a:pt x="8922439" y="129310"/>
                  </a:lnTo>
                  <a:lnTo>
                    <a:pt x="8979497" y="116790"/>
                  </a:lnTo>
                  <a:lnTo>
                    <a:pt x="9036466" y="104802"/>
                  </a:lnTo>
                  <a:lnTo>
                    <a:pt x="9093454" y="93462"/>
                  </a:lnTo>
                  <a:lnTo>
                    <a:pt x="9150665" y="82851"/>
                  </a:lnTo>
                  <a:lnTo>
                    <a:pt x="9208421" y="73022"/>
                  </a:lnTo>
                  <a:lnTo>
                    <a:pt x="9267187" y="63998"/>
                  </a:lnTo>
                  <a:lnTo>
                    <a:pt x="9327600" y="55774"/>
                  </a:lnTo>
                  <a:lnTo>
                    <a:pt x="9347647" y="53279"/>
                  </a:lnTo>
                  <a:lnTo>
                    <a:pt x="9399570" y="47347"/>
                  </a:lnTo>
                  <a:lnTo>
                    <a:pt x="9453948" y="41930"/>
                  </a:lnTo>
                  <a:lnTo>
                    <a:pt x="9511467" y="37010"/>
                  </a:lnTo>
                  <a:lnTo>
                    <a:pt x="9572880" y="32551"/>
                  </a:lnTo>
                  <a:lnTo>
                    <a:pt x="9638968" y="28511"/>
                  </a:lnTo>
                  <a:lnTo>
                    <a:pt x="9710494" y="24847"/>
                  </a:lnTo>
                  <a:lnTo>
                    <a:pt x="9788156" y="21518"/>
                  </a:lnTo>
                  <a:lnTo>
                    <a:pt x="9872513" y="18487"/>
                  </a:lnTo>
                  <a:lnTo>
                    <a:pt x="9963896" y="15725"/>
                  </a:lnTo>
                  <a:lnTo>
                    <a:pt x="10062288" y="13208"/>
                  </a:lnTo>
                  <a:lnTo>
                    <a:pt x="10167185" y="10921"/>
                  </a:lnTo>
                  <a:lnTo>
                    <a:pt x="10277447" y="8856"/>
                  </a:lnTo>
                  <a:lnTo>
                    <a:pt x="10391175" y="7010"/>
                  </a:lnTo>
                  <a:lnTo>
                    <a:pt x="10505655" y="5386"/>
                  </a:lnTo>
                  <a:lnTo>
                    <a:pt x="10617426" y="3988"/>
                  </a:lnTo>
                  <a:lnTo>
                    <a:pt x="10722523" y="2819"/>
                  </a:lnTo>
                  <a:lnTo>
                    <a:pt x="10816905" y="1881"/>
                  </a:lnTo>
                  <a:lnTo>
                    <a:pt x="10897019" y="1163"/>
                  </a:lnTo>
                  <a:lnTo>
                    <a:pt x="10960392" y="650"/>
                  </a:lnTo>
                  <a:lnTo>
                    <a:pt x="11006102" y="313"/>
                  </a:lnTo>
                  <a:lnTo>
                    <a:pt x="11035013" y="119"/>
                  </a:lnTo>
                  <a:lnTo>
                    <a:pt x="11049758" y="28"/>
                  </a:lnTo>
                  <a:lnTo>
                    <a:pt x="11054540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2" name="pl2101"/>
            <p:cNvSpPr/>
            <p:nvPr/>
          </p:nvSpPr>
          <p:spPr>
            <a:xfrm>
              <a:off x="1199187" y="6058008"/>
              <a:ext cx="12049831" cy="372085"/>
            </a:xfrm>
            <a:custGeom>
              <a:avLst/>
              <a:pathLst>
                <a:path w="12049831" h="372085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6"/>
                  </a:lnTo>
                  <a:lnTo>
                    <a:pt x="11046261" y="49"/>
                  </a:lnTo>
                  <a:lnTo>
                    <a:pt x="11027269" y="169"/>
                  </a:lnTo>
                  <a:lnTo>
                    <a:pt x="10993065" y="406"/>
                  </a:lnTo>
                  <a:lnTo>
                    <a:pt x="10941579" y="797"/>
                  </a:lnTo>
                  <a:lnTo>
                    <a:pt x="10872541" y="1375"/>
                  </a:lnTo>
                  <a:lnTo>
                    <a:pt x="10787419" y="2163"/>
                  </a:lnTo>
                  <a:lnTo>
                    <a:pt x="10689102" y="3177"/>
                  </a:lnTo>
                  <a:lnTo>
                    <a:pt x="10581368" y="4420"/>
                  </a:lnTo>
                  <a:lnTo>
                    <a:pt x="10468291" y="5893"/>
                  </a:lnTo>
                  <a:lnTo>
                    <a:pt x="10353709" y="7591"/>
                  </a:lnTo>
                  <a:lnTo>
                    <a:pt x="10240856" y="9508"/>
                  </a:lnTo>
                  <a:lnTo>
                    <a:pt x="10132181" y="11645"/>
                  </a:lnTo>
                  <a:lnTo>
                    <a:pt x="10029322" y="14006"/>
                  </a:lnTo>
                  <a:lnTo>
                    <a:pt x="9933196" y="16601"/>
                  </a:lnTo>
                  <a:lnTo>
                    <a:pt x="9844131" y="19448"/>
                  </a:lnTo>
                  <a:lnTo>
                    <a:pt x="9762016" y="22573"/>
                  </a:lnTo>
                  <a:lnTo>
                    <a:pt x="9686433" y="26008"/>
                  </a:lnTo>
                  <a:lnTo>
                    <a:pt x="9616769" y="29791"/>
                  </a:lnTo>
                  <a:lnTo>
                    <a:pt x="9552297" y="33962"/>
                  </a:lnTo>
                  <a:lnTo>
                    <a:pt x="9492244" y="38568"/>
                  </a:lnTo>
                  <a:lnTo>
                    <a:pt x="9435834" y="43647"/>
                  </a:lnTo>
                  <a:lnTo>
                    <a:pt x="9382331" y="49232"/>
                  </a:lnTo>
                  <a:lnTo>
                    <a:pt x="9347647" y="53279"/>
                  </a:lnTo>
                  <a:lnTo>
                    <a:pt x="9286531" y="61249"/>
                  </a:lnTo>
                  <a:lnTo>
                    <a:pt x="9227311" y="70012"/>
                  </a:lnTo>
                  <a:lnTo>
                    <a:pt x="9169286" y="79581"/>
                  </a:lnTo>
                  <a:lnTo>
                    <a:pt x="9111940" y="89943"/>
                  </a:lnTo>
                  <a:lnTo>
                    <a:pt x="9054908" y="101055"/>
                  </a:lnTo>
                  <a:lnTo>
                    <a:pt x="8997949" y="112844"/>
                  </a:lnTo>
                  <a:lnTo>
                    <a:pt x="8940926" y="125206"/>
                  </a:lnTo>
                  <a:lnTo>
                    <a:pt x="8883790" y="138009"/>
                  </a:lnTo>
                  <a:lnTo>
                    <a:pt x="8826553" y="151099"/>
                  </a:lnTo>
                  <a:lnTo>
                    <a:pt x="8769269" y="164306"/>
                  </a:lnTo>
                  <a:lnTo>
                    <a:pt x="8712010" y="177453"/>
                  </a:lnTo>
                  <a:lnTo>
                    <a:pt x="8654837" y="190368"/>
                  </a:lnTo>
                  <a:lnTo>
                    <a:pt x="8597780" y="202888"/>
                  </a:lnTo>
                  <a:lnTo>
                    <a:pt x="8540810" y="214875"/>
                  </a:lnTo>
                  <a:lnTo>
                    <a:pt x="8483823" y="226216"/>
                  </a:lnTo>
                  <a:lnTo>
                    <a:pt x="8426612" y="236827"/>
                  </a:lnTo>
                  <a:lnTo>
                    <a:pt x="8368856" y="246656"/>
                  </a:lnTo>
                  <a:lnTo>
                    <a:pt x="8310089" y="255680"/>
                  </a:lnTo>
                  <a:lnTo>
                    <a:pt x="8249677" y="263903"/>
                  </a:lnTo>
                  <a:lnTo>
                    <a:pt x="8229629" y="266398"/>
                  </a:lnTo>
                  <a:lnTo>
                    <a:pt x="8177706" y="272331"/>
                  </a:lnTo>
                  <a:lnTo>
                    <a:pt x="8123328" y="277748"/>
                  </a:lnTo>
                  <a:lnTo>
                    <a:pt x="8065809" y="282668"/>
                  </a:lnTo>
                  <a:lnTo>
                    <a:pt x="8004396" y="287127"/>
                  </a:lnTo>
                  <a:lnTo>
                    <a:pt x="7938309" y="291166"/>
                  </a:lnTo>
                  <a:lnTo>
                    <a:pt x="7866782" y="294830"/>
                  </a:lnTo>
                  <a:lnTo>
                    <a:pt x="7789121" y="298160"/>
                  </a:lnTo>
                  <a:lnTo>
                    <a:pt x="7704764" y="301191"/>
                  </a:lnTo>
                  <a:lnTo>
                    <a:pt x="7613381" y="303953"/>
                  </a:lnTo>
                  <a:lnTo>
                    <a:pt x="7514989" y="306470"/>
                  </a:lnTo>
                  <a:lnTo>
                    <a:pt x="7410092" y="308756"/>
                  </a:lnTo>
                  <a:lnTo>
                    <a:pt x="7299830" y="310821"/>
                  </a:lnTo>
                  <a:lnTo>
                    <a:pt x="7186101" y="312667"/>
                  </a:lnTo>
                  <a:lnTo>
                    <a:pt x="7071622" y="314292"/>
                  </a:lnTo>
                  <a:lnTo>
                    <a:pt x="6959851" y="315690"/>
                  </a:lnTo>
                  <a:lnTo>
                    <a:pt x="6854753" y="316858"/>
                  </a:lnTo>
                  <a:lnTo>
                    <a:pt x="6760371" y="317797"/>
                  </a:lnTo>
                  <a:lnTo>
                    <a:pt x="6680257" y="318514"/>
                  </a:lnTo>
                  <a:lnTo>
                    <a:pt x="6616884" y="319028"/>
                  </a:lnTo>
                  <a:lnTo>
                    <a:pt x="6571175" y="319365"/>
                  </a:lnTo>
                  <a:lnTo>
                    <a:pt x="6542264" y="319559"/>
                  </a:lnTo>
                  <a:lnTo>
                    <a:pt x="6527519" y="319649"/>
                  </a:lnTo>
                  <a:lnTo>
                    <a:pt x="6522737" y="319676"/>
                  </a:lnTo>
                  <a:lnTo>
                    <a:pt x="6522385" y="319678"/>
                  </a:lnTo>
                  <a:lnTo>
                    <a:pt x="5527445" y="319678"/>
                  </a:lnTo>
                  <a:lnTo>
                    <a:pt x="5526309" y="319679"/>
                  </a:lnTo>
                  <a:lnTo>
                    <a:pt x="5518809" y="319686"/>
                  </a:lnTo>
                  <a:lnTo>
                    <a:pt x="5499805" y="319706"/>
                  </a:lnTo>
                  <a:lnTo>
                    <a:pt x="5465579" y="319745"/>
                  </a:lnTo>
                  <a:lnTo>
                    <a:pt x="5414062" y="319809"/>
                  </a:lnTo>
                  <a:lnTo>
                    <a:pt x="5344985" y="319904"/>
                  </a:lnTo>
                  <a:lnTo>
                    <a:pt x="5259820" y="320033"/>
                  </a:lnTo>
                  <a:lnTo>
                    <a:pt x="5161459" y="320199"/>
                  </a:lnTo>
                  <a:lnTo>
                    <a:pt x="5053685" y="320403"/>
                  </a:lnTo>
                  <a:lnTo>
                    <a:pt x="4940574" y="320645"/>
                  </a:lnTo>
                  <a:lnTo>
                    <a:pt x="4825966" y="320923"/>
                  </a:lnTo>
                  <a:lnTo>
                    <a:pt x="4713095" y="321238"/>
                  </a:lnTo>
                  <a:lnTo>
                    <a:pt x="4604409" y="321588"/>
                  </a:lnTo>
                  <a:lnTo>
                    <a:pt x="4501546" y="321976"/>
                  </a:lnTo>
                  <a:lnTo>
                    <a:pt x="4405421" y="322401"/>
                  </a:lnTo>
                  <a:lnTo>
                    <a:pt x="4316361" y="322868"/>
                  </a:lnTo>
                  <a:lnTo>
                    <a:pt x="4234253" y="323381"/>
                  </a:lnTo>
                  <a:lnTo>
                    <a:pt x="4158678" y="323944"/>
                  </a:lnTo>
                  <a:lnTo>
                    <a:pt x="4089022" y="324565"/>
                  </a:lnTo>
                  <a:lnTo>
                    <a:pt x="4024557" y="325249"/>
                  </a:lnTo>
                  <a:lnTo>
                    <a:pt x="3964510" y="326005"/>
                  </a:lnTo>
                  <a:lnTo>
                    <a:pt x="3908103" y="326838"/>
                  </a:lnTo>
                  <a:lnTo>
                    <a:pt x="3854601" y="327754"/>
                  </a:lnTo>
                  <a:lnTo>
                    <a:pt x="3820202" y="328413"/>
                  </a:lnTo>
                  <a:lnTo>
                    <a:pt x="3758562" y="329731"/>
                  </a:lnTo>
                  <a:lnTo>
                    <a:pt x="3698845" y="331182"/>
                  </a:lnTo>
                  <a:lnTo>
                    <a:pt x="3640334" y="332767"/>
                  </a:lnTo>
                  <a:lnTo>
                    <a:pt x="3582503" y="334485"/>
                  </a:lnTo>
                  <a:lnTo>
                    <a:pt x="3524980" y="336327"/>
                  </a:lnTo>
                  <a:lnTo>
                    <a:pt x="3467523" y="338281"/>
                  </a:lnTo>
                  <a:lnTo>
                    <a:pt x="3409998" y="340330"/>
                  </a:lnTo>
                  <a:lnTo>
                    <a:pt x="3352356" y="342451"/>
                  </a:lnTo>
                  <a:lnTo>
                    <a:pt x="3294614" y="344618"/>
                  </a:lnTo>
                  <a:lnTo>
                    <a:pt x="3236830" y="346802"/>
                  </a:lnTo>
                  <a:lnTo>
                    <a:pt x="3179078" y="348974"/>
                  </a:lnTo>
                  <a:lnTo>
                    <a:pt x="3121418" y="351104"/>
                  </a:lnTo>
                  <a:lnTo>
                    <a:pt x="3063875" y="353166"/>
                  </a:lnTo>
                  <a:lnTo>
                    <a:pt x="3006414" y="355137"/>
                  </a:lnTo>
                  <a:lnTo>
                    <a:pt x="2948915" y="356997"/>
                  </a:lnTo>
                  <a:lnTo>
                    <a:pt x="2891153" y="358735"/>
                  </a:lnTo>
                  <a:lnTo>
                    <a:pt x="2832779" y="360341"/>
                  </a:lnTo>
                  <a:lnTo>
                    <a:pt x="2773293" y="361813"/>
                  </a:lnTo>
                  <a:lnTo>
                    <a:pt x="2712011" y="363152"/>
                  </a:lnTo>
                  <a:lnTo>
                    <a:pt x="2702183" y="363350"/>
                  </a:lnTo>
                  <a:lnTo>
                    <a:pt x="2650248" y="364323"/>
                  </a:lnTo>
                  <a:lnTo>
                    <a:pt x="2595856" y="365211"/>
                  </a:lnTo>
                  <a:lnTo>
                    <a:pt x="2538321" y="366018"/>
                  </a:lnTo>
                  <a:lnTo>
                    <a:pt x="2476890" y="366749"/>
                  </a:lnTo>
                  <a:lnTo>
                    <a:pt x="2410781" y="367411"/>
                  </a:lnTo>
                  <a:lnTo>
                    <a:pt x="2339231" y="368012"/>
                  </a:lnTo>
                  <a:lnTo>
                    <a:pt x="2261541" y="368558"/>
                  </a:lnTo>
                  <a:lnTo>
                    <a:pt x="2177152" y="369055"/>
                  </a:lnTo>
                  <a:lnTo>
                    <a:pt x="2085733" y="369508"/>
                  </a:lnTo>
                  <a:lnTo>
                    <a:pt x="1987302" y="369920"/>
                  </a:lnTo>
                  <a:lnTo>
                    <a:pt x="1882365" y="370295"/>
                  </a:lnTo>
                  <a:lnTo>
                    <a:pt x="1772064" y="370633"/>
                  </a:lnTo>
                  <a:lnTo>
                    <a:pt x="1658303" y="370936"/>
                  </a:lnTo>
                  <a:lnTo>
                    <a:pt x="1543799" y="371202"/>
                  </a:lnTo>
                  <a:lnTo>
                    <a:pt x="1432017" y="371431"/>
                  </a:lnTo>
                  <a:lnTo>
                    <a:pt x="1326927" y="371623"/>
                  </a:lnTo>
                  <a:lnTo>
                    <a:pt x="1232572" y="371777"/>
                  </a:lnTo>
                  <a:lnTo>
                    <a:pt x="1152504" y="371894"/>
                  </a:lnTo>
                  <a:lnTo>
                    <a:pt x="1089193" y="371978"/>
                  </a:lnTo>
                  <a:lnTo>
                    <a:pt x="1043554" y="372033"/>
                  </a:lnTo>
                  <a:lnTo>
                    <a:pt x="1014713" y="372065"/>
                  </a:lnTo>
                  <a:lnTo>
                    <a:pt x="1000027" y="372080"/>
                  </a:lnTo>
                  <a:lnTo>
                    <a:pt x="995283" y="372084"/>
                  </a:lnTo>
                  <a:lnTo>
                    <a:pt x="994940" y="372085"/>
                  </a:lnTo>
                  <a:lnTo>
                    <a:pt x="0" y="372085"/>
                  </a:lnTo>
                  <a:lnTo>
                    <a:pt x="0" y="3720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3" name="pg2102"/>
            <p:cNvSpPr/>
            <p:nvPr/>
          </p:nvSpPr>
          <p:spPr>
            <a:xfrm>
              <a:off x="1199187" y="4176620"/>
              <a:ext cx="12049831" cy="2253472"/>
            </a:xfrm>
            <a:custGeom>
              <a:avLst/>
              <a:pathLst>
                <a:path w="12049831" h="2253472">
                  <a:moveTo>
                    <a:pt x="0" y="2253472"/>
                  </a:moveTo>
                  <a:lnTo>
                    <a:pt x="994940" y="2253472"/>
                  </a:lnTo>
                  <a:lnTo>
                    <a:pt x="996037" y="2253431"/>
                  </a:lnTo>
                  <a:lnTo>
                    <a:pt x="1003286" y="2253136"/>
                  </a:lnTo>
                  <a:lnTo>
                    <a:pt x="1021673" y="2252320"/>
                  </a:lnTo>
                  <a:lnTo>
                    <a:pt x="1054830" y="2250713"/>
                  </a:lnTo>
                  <a:lnTo>
                    <a:pt x="1104824" y="2248056"/>
                  </a:lnTo>
                  <a:lnTo>
                    <a:pt x="1172006" y="2244126"/>
                  </a:lnTo>
                  <a:lnTo>
                    <a:pt x="1255056" y="2238758"/>
                  </a:lnTo>
                  <a:lnTo>
                    <a:pt x="1351269" y="2231849"/>
                  </a:lnTo>
                  <a:lnTo>
                    <a:pt x="1457043" y="2223358"/>
                  </a:lnTo>
                  <a:lnTo>
                    <a:pt x="1568446" y="2213290"/>
                  </a:lnTo>
                  <a:lnTo>
                    <a:pt x="1681723" y="2201675"/>
                  </a:lnTo>
                  <a:lnTo>
                    <a:pt x="1793666" y="2188543"/>
                  </a:lnTo>
                  <a:lnTo>
                    <a:pt x="1901808" y="2173905"/>
                  </a:lnTo>
                  <a:lnTo>
                    <a:pt x="2004454" y="2157738"/>
                  </a:lnTo>
                  <a:lnTo>
                    <a:pt x="2100622" y="2139975"/>
                  </a:lnTo>
                  <a:lnTo>
                    <a:pt x="2189908" y="2120502"/>
                  </a:lnTo>
                  <a:lnTo>
                    <a:pt x="2272357" y="2099156"/>
                  </a:lnTo>
                  <a:lnTo>
                    <a:pt x="2348324" y="2075729"/>
                  </a:lnTo>
                  <a:lnTo>
                    <a:pt x="2418372" y="2049969"/>
                  </a:lnTo>
                  <a:lnTo>
                    <a:pt x="2483185" y="2021596"/>
                  </a:lnTo>
                  <a:lnTo>
                    <a:pt x="2543505" y="1990314"/>
                  </a:lnTo>
                  <a:lnTo>
                    <a:pt x="2600086" y="1955835"/>
                  </a:lnTo>
                  <a:lnTo>
                    <a:pt x="2653650" y="1917927"/>
                  </a:lnTo>
                  <a:lnTo>
                    <a:pt x="2702183" y="1878767"/>
                  </a:lnTo>
                  <a:lnTo>
                    <a:pt x="2750056" y="1835512"/>
                  </a:lnTo>
                  <a:lnTo>
                    <a:pt x="2796668" y="1788882"/>
                  </a:lnTo>
                  <a:lnTo>
                    <a:pt x="2842384" y="1738808"/>
                  </a:lnTo>
                  <a:lnTo>
                    <a:pt x="2887494" y="1685286"/>
                  </a:lnTo>
                  <a:lnTo>
                    <a:pt x="2932226" y="1628383"/>
                  </a:lnTo>
                  <a:lnTo>
                    <a:pt x="2976750" y="1568241"/>
                  </a:lnTo>
                  <a:lnTo>
                    <a:pt x="3021193" y="1505082"/>
                  </a:lnTo>
                  <a:lnTo>
                    <a:pt x="3065639" y="1439210"/>
                  </a:lnTo>
                  <a:lnTo>
                    <a:pt x="3110137" y="1371007"/>
                  </a:lnTo>
                  <a:lnTo>
                    <a:pt x="3154706" y="1300925"/>
                  </a:lnTo>
                  <a:lnTo>
                    <a:pt x="3199341" y="1229474"/>
                  </a:lnTo>
                  <a:lnTo>
                    <a:pt x="3244020" y="1157213"/>
                  </a:lnTo>
                  <a:lnTo>
                    <a:pt x="3288713" y="1084725"/>
                  </a:lnTo>
                  <a:lnTo>
                    <a:pt x="3333385" y="1012600"/>
                  </a:lnTo>
                  <a:lnTo>
                    <a:pt x="3378006" y="941418"/>
                  </a:lnTo>
                  <a:lnTo>
                    <a:pt x="3422558" y="871728"/>
                  </a:lnTo>
                  <a:lnTo>
                    <a:pt x="3467041" y="804027"/>
                  </a:lnTo>
                  <a:lnTo>
                    <a:pt x="3511481" y="738752"/>
                  </a:lnTo>
                  <a:lnTo>
                    <a:pt x="3555934" y="676268"/>
                  </a:lnTo>
                  <a:lnTo>
                    <a:pt x="3600493" y="616858"/>
                  </a:lnTo>
                  <a:lnTo>
                    <a:pt x="3645295" y="560728"/>
                  </a:lnTo>
                  <a:lnTo>
                    <a:pt x="3690523" y="508001"/>
                  </a:lnTo>
                  <a:lnTo>
                    <a:pt x="3736419" y="458728"/>
                  </a:lnTo>
                  <a:lnTo>
                    <a:pt x="3783287" y="412887"/>
                  </a:lnTo>
                  <a:lnTo>
                    <a:pt x="3820202" y="379945"/>
                  </a:lnTo>
                  <a:lnTo>
                    <a:pt x="3871517" y="338681"/>
                  </a:lnTo>
                  <a:lnTo>
                    <a:pt x="3925225" y="300960"/>
                  </a:lnTo>
                  <a:lnTo>
                    <a:pt x="3981985" y="266658"/>
                  </a:lnTo>
                  <a:lnTo>
                    <a:pt x="4042525" y="235537"/>
                  </a:lnTo>
                  <a:lnTo>
                    <a:pt x="4107598" y="207311"/>
                  </a:lnTo>
                  <a:lnTo>
                    <a:pt x="4177945" y="181682"/>
                  </a:lnTo>
                  <a:lnTo>
                    <a:pt x="4254243" y="158371"/>
                  </a:lnTo>
                  <a:lnTo>
                    <a:pt x="4337049" y="137129"/>
                  </a:lnTo>
                  <a:lnTo>
                    <a:pt x="4426703" y="117751"/>
                  </a:lnTo>
                  <a:lnTo>
                    <a:pt x="4523229" y="100076"/>
                  </a:lnTo>
                  <a:lnTo>
                    <a:pt x="4626199" y="83991"/>
                  </a:lnTo>
                  <a:lnTo>
                    <a:pt x="4734591" y="69433"/>
                  </a:lnTo>
                  <a:lnTo>
                    <a:pt x="4846675" y="56382"/>
                  </a:lnTo>
                  <a:lnTo>
                    <a:pt x="4959939" y="44848"/>
                  </a:lnTo>
                  <a:lnTo>
                    <a:pt x="5071140" y="34863"/>
                  </a:lnTo>
                  <a:lnTo>
                    <a:pt x="5176505" y="26456"/>
                  </a:lnTo>
                  <a:lnTo>
                    <a:pt x="5272104" y="19631"/>
                  </a:lnTo>
                  <a:lnTo>
                    <a:pt x="5354368" y="14342"/>
                  </a:lnTo>
                  <a:lnTo>
                    <a:pt x="5420656" y="10485"/>
                  </a:lnTo>
                  <a:lnTo>
                    <a:pt x="5469730" y="7890"/>
                  </a:lnTo>
                  <a:lnTo>
                    <a:pt x="5502035" y="6331"/>
                  </a:lnTo>
                  <a:lnTo>
                    <a:pt x="5519726" y="5550"/>
                  </a:lnTo>
                  <a:lnTo>
                    <a:pt x="5526511" y="5275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2" y="5261"/>
                  </a:lnTo>
                  <a:lnTo>
                    <a:pt x="6530947" y="5413"/>
                  </a:lnTo>
                  <a:lnTo>
                    <a:pt x="6549792" y="5833"/>
                  </a:lnTo>
                  <a:lnTo>
                    <a:pt x="6583741" y="6660"/>
                  </a:lnTo>
                  <a:lnTo>
                    <a:pt x="6634866" y="8027"/>
                  </a:lnTo>
                  <a:lnTo>
                    <a:pt x="6703456" y="10047"/>
                  </a:lnTo>
                  <a:lnTo>
                    <a:pt x="6788077" y="12805"/>
                  </a:lnTo>
                  <a:lnTo>
                    <a:pt x="6885888" y="16350"/>
                  </a:lnTo>
                  <a:lnTo>
                    <a:pt x="6993152" y="20703"/>
                  </a:lnTo>
                  <a:lnTo>
                    <a:pt x="7105829" y="25859"/>
                  </a:lnTo>
                  <a:lnTo>
                    <a:pt x="7220100" y="31803"/>
                  </a:lnTo>
                  <a:lnTo>
                    <a:pt x="7332739" y="38519"/>
                  </a:lnTo>
                  <a:lnTo>
                    <a:pt x="7441290" y="46003"/>
                  </a:lnTo>
                  <a:lnTo>
                    <a:pt x="7544102" y="54271"/>
                  </a:lnTo>
                  <a:lnTo>
                    <a:pt x="7640241" y="63358"/>
                  </a:lnTo>
                  <a:lnTo>
                    <a:pt x="7729362" y="73326"/>
                  </a:lnTo>
                  <a:lnTo>
                    <a:pt x="7811559" y="84264"/>
                  </a:lnTo>
                  <a:lnTo>
                    <a:pt x="7887235" y="96281"/>
                  </a:lnTo>
                  <a:lnTo>
                    <a:pt x="7956991" y="109510"/>
                  </a:lnTo>
                  <a:lnTo>
                    <a:pt x="8021544" y="124096"/>
                  </a:lnTo>
                  <a:lnTo>
                    <a:pt x="8081659" y="140192"/>
                  </a:lnTo>
                  <a:lnTo>
                    <a:pt x="8138108" y="157944"/>
                  </a:lnTo>
                  <a:lnTo>
                    <a:pt x="8191623" y="177462"/>
                  </a:lnTo>
                  <a:lnTo>
                    <a:pt x="8229629" y="193030"/>
                  </a:lnTo>
                  <a:lnTo>
                    <a:pt x="8285891" y="218747"/>
                  </a:lnTo>
                  <a:lnTo>
                    <a:pt x="8340497" y="246824"/>
                  </a:lnTo>
                  <a:lnTo>
                    <a:pt x="8394011" y="277301"/>
                  </a:lnTo>
                  <a:lnTo>
                    <a:pt x="8446860" y="310158"/>
                  </a:lnTo>
                  <a:lnTo>
                    <a:pt x="8499358" y="345300"/>
                  </a:lnTo>
                  <a:lnTo>
                    <a:pt x="8551725" y="382559"/>
                  </a:lnTo>
                  <a:lnTo>
                    <a:pt x="8604101" y="421686"/>
                  </a:lnTo>
                  <a:lnTo>
                    <a:pt x="8656558" y="462361"/>
                  </a:lnTo>
                  <a:lnTo>
                    <a:pt x="8709112" y="504194"/>
                  </a:lnTo>
                  <a:lnTo>
                    <a:pt x="8761743" y="546748"/>
                  </a:lnTo>
                  <a:lnTo>
                    <a:pt x="8814401" y="589549"/>
                  </a:lnTo>
                  <a:lnTo>
                    <a:pt x="8867033" y="632113"/>
                  </a:lnTo>
                  <a:lnTo>
                    <a:pt x="8919589" y="673967"/>
                  </a:lnTo>
                  <a:lnTo>
                    <a:pt x="8972048" y="714670"/>
                  </a:lnTo>
                  <a:lnTo>
                    <a:pt x="9024425" y="753835"/>
                  </a:lnTo>
                  <a:lnTo>
                    <a:pt x="9076791" y="791137"/>
                  </a:lnTo>
                  <a:lnTo>
                    <a:pt x="9129284" y="826327"/>
                  </a:lnTo>
                  <a:lnTo>
                    <a:pt x="9182123" y="859233"/>
                  </a:lnTo>
                  <a:lnTo>
                    <a:pt x="9235619" y="889762"/>
                  </a:lnTo>
                  <a:lnTo>
                    <a:pt x="9290196" y="917890"/>
                  </a:lnTo>
                  <a:lnTo>
                    <a:pt x="9346415" y="943658"/>
                  </a:lnTo>
                  <a:lnTo>
                    <a:pt x="9347647" y="944187"/>
                  </a:lnTo>
                  <a:lnTo>
                    <a:pt x="9399424" y="965041"/>
                  </a:lnTo>
                  <a:lnTo>
                    <a:pt x="9453640" y="984089"/>
                  </a:lnTo>
                  <a:lnTo>
                    <a:pt x="9510976" y="1001394"/>
                  </a:lnTo>
                  <a:lnTo>
                    <a:pt x="9572178" y="1017081"/>
                  </a:lnTo>
                  <a:lnTo>
                    <a:pt x="9638021" y="1031297"/>
                  </a:lnTo>
                  <a:lnTo>
                    <a:pt x="9709262" y="1044194"/>
                  </a:lnTo>
                  <a:lnTo>
                    <a:pt x="9786594" y="1055917"/>
                  </a:lnTo>
                  <a:lnTo>
                    <a:pt x="9870575" y="1066591"/>
                  </a:lnTo>
                  <a:lnTo>
                    <a:pt x="9961540" y="1076321"/>
                  </a:lnTo>
                  <a:lnTo>
                    <a:pt x="10059482" y="1085188"/>
                  </a:lnTo>
                  <a:lnTo>
                    <a:pt x="10163914" y="1093248"/>
                  </a:lnTo>
                  <a:lnTo>
                    <a:pt x="10273728" y="1100531"/>
                  </a:lnTo>
                  <a:lnTo>
                    <a:pt x="10387064" y="1107046"/>
                  </a:lnTo>
                  <a:lnTo>
                    <a:pt x="10501258" y="1112785"/>
                  </a:lnTo>
                  <a:lnTo>
                    <a:pt x="10612904" y="1117732"/>
                  </a:lnTo>
                  <a:lnTo>
                    <a:pt x="10718080" y="1121873"/>
                  </a:lnTo>
                  <a:lnTo>
                    <a:pt x="10812772" y="1125209"/>
                  </a:lnTo>
                  <a:lnTo>
                    <a:pt x="10893420" y="1127767"/>
                  </a:lnTo>
                  <a:lnTo>
                    <a:pt x="10957508" y="1129606"/>
                  </a:lnTo>
                  <a:lnTo>
                    <a:pt x="11004033" y="1130820"/>
                  </a:lnTo>
                  <a:lnTo>
                    <a:pt x="11033757" y="1131527"/>
                  </a:lnTo>
                  <a:lnTo>
                    <a:pt x="11049196" y="1131863"/>
                  </a:lnTo>
                  <a:lnTo>
                    <a:pt x="11054432" y="1131968"/>
                  </a:lnTo>
                  <a:lnTo>
                    <a:pt x="11054891" y="1131976"/>
                  </a:lnTo>
                  <a:lnTo>
                    <a:pt x="12049831" y="1131976"/>
                  </a:lnTo>
                  <a:lnTo>
                    <a:pt x="12049831" y="1126736"/>
                  </a:lnTo>
                  <a:lnTo>
                    <a:pt x="11054891" y="1126736"/>
                  </a:lnTo>
                  <a:lnTo>
                    <a:pt x="11053765" y="1126714"/>
                  </a:lnTo>
                  <a:lnTo>
                    <a:pt x="11046330" y="1126563"/>
                  </a:lnTo>
                  <a:lnTo>
                    <a:pt x="11027485" y="1126143"/>
                  </a:lnTo>
                  <a:lnTo>
                    <a:pt x="10993535" y="1125316"/>
                  </a:lnTo>
                  <a:lnTo>
                    <a:pt x="10942411" y="1123949"/>
                  </a:lnTo>
                  <a:lnTo>
                    <a:pt x="10873821" y="1121929"/>
                  </a:lnTo>
                  <a:lnTo>
                    <a:pt x="10789199" y="1119171"/>
                  </a:lnTo>
                  <a:lnTo>
                    <a:pt x="10691388" y="1115626"/>
                  </a:lnTo>
                  <a:lnTo>
                    <a:pt x="10584125" y="1111273"/>
                  </a:lnTo>
                  <a:lnTo>
                    <a:pt x="10471448" y="1106117"/>
                  </a:lnTo>
                  <a:lnTo>
                    <a:pt x="10357176" y="1100173"/>
                  </a:lnTo>
                  <a:lnTo>
                    <a:pt x="10244538" y="1093457"/>
                  </a:lnTo>
                  <a:lnTo>
                    <a:pt x="10135986" y="1085973"/>
                  </a:lnTo>
                  <a:lnTo>
                    <a:pt x="10033174" y="1077705"/>
                  </a:lnTo>
                  <a:lnTo>
                    <a:pt x="9937035" y="1068618"/>
                  </a:lnTo>
                  <a:lnTo>
                    <a:pt x="9847914" y="1058650"/>
                  </a:lnTo>
                  <a:lnTo>
                    <a:pt x="9765718" y="1047712"/>
                  </a:lnTo>
                  <a:lnTo>
                    <a:pt x="9690042" y="1035695"/>
                  </a:lnTo>
                  <a:lnTo>
                    <a:pt x="9620285" y="1022466"/>
                  </a:lnTo>
                  <a:lnTo>
                    <a:pt x="9555733" y="1007880"/>
                  </a:lnTo>
                  <a:lnTo>
                    <a:pt x="9495617" y="991784"/>
                  </a:lnTo>
                  <a:lnTo>
                    <a:pt x="9439169" y="974032"/>
                  </a:lnTo>
                  <a:lnTo>
                    <a:pt x="9385653" y="954514"/>
                  </a:lnTo>
                  <a:lnTo>
                    <a:pt x="9347647" y="938946"/>
                  </a:lnTo>
                  <a:lnTo>
                    <a:pt x="9291386" y="913229"/>
                  </a:lnTo>
                  <a:lnTo>
                    <a:pt x="9236779" y="885152"/>
                  </a:lnTo>
                  <a:lnTo>
                    <a:pt x="9183265" y="854675"/>
                  </a:lnTo>
                  <a:lnTo>
                    <a:pt x="9130417" y="821818"/>
                  </a:lnTo>
                  <a:lnTo>
                    <a:pt x="9077918" y="786676"/>
                  </a:lnTo>
                  <a:lnTo>
                    <a:pt x="9025551" y="749417"/>
                  </a:lnTo>
                  <a:lnTo>
                    <a:pt x="8973175" y="710290"/>
                  </a:lnTo>
                  <a:lnTo>
                    <a:pt x="8920719" y="669615"/>
                  </a:lnTo>
                  <a:lnTo>
                    <a:pt x="8868164" y="627782"/>
                  </a:lnTo>
                  <a:lnTo>
                    <a:pt x="8815534" y="585228"/>
                  </a:lnTo>
                  <a:lnTo>
                    <a:pt x="8762875" y="542427"/>
                  </a:lnTo>
                  <a:lnTo>
                    <a:pt x="8710244" y="499863"/>
                  </a:lnTo>
                  <a:lnTo>
                    <a:pt x="8657687" y="458009"/>
                  </a:lnTo>
                  <a:lnTo>
                    <a:pt x="8605229" y="417305"/>
                  </a:lnTo>
                  <a:lnTo>
                    <a:pt x="8552852" y="378141"/>
                  </a:lnTo>
                  <a:lnTo>
                    <a:pt x="8500485" y="340839"/>
                  </a:lnTo>
                  <a:lnTo>
                    <a:pt x="8447992" y="305649"/>
                  </a:lnTo>
                  <a:lnTo>
                    <a:pt x="8395154" y="272743"/>
                  </a:lnTo>
                  <a:lnTo>
                    <a:pt x="8341658" y="242214"/>
                  </a:lnTo>
                  <a:lnTo>
                    <a:pt x="8287080" y="214086"/>
                  </a:lnTo>
                  <a:lnTo>
                    <a:pt x="8230862" y="188318"/>
                  </a:lnTo>
                  <a:lnTo>
                    <a:pt x="8229629" y="187789"/>
                  </a:lnTo>
                  <a:lnTo>
                    <a:pt x="8177853" y="166935"/>
                  </a:lnTo>
                  <a:lnTo>
                    <a:pt x="8123636" y="147887"/>
                  </a:lnTo>
                  <a:lnTo>
                    <a:pt x="8066300" y="130582"/>
                  </a:lnTo>
                  <a:lnTo>
                    <a:pt x="8005098" y="114895"/>
                  </a:lnTo>
                  <a:lnTo>
                    <a:pt x="7939256" y="100679"/>
                  </a:lnTo>
                  <a:lnTo>
                    <a:pt x="7868015" y="87782"/>
                  </a:lnTo>
                  <a:lnTo>
                    <a:pt x="7790683" y="76059"/>
                  </a:lnTo>
                  <a:lnTo>
                    <a:pt x="7706701" y="65385"/>
                  </a:lnTo>
                  <a:lnTo>
                    <a:pt x="7615736" y="55655"/>
                  </a:lnTo>
                  <a:lnTo>
                    <a:pt x="7517795" y="46788"/>
                  </a:lnTo>
                  <a:lnTo>
                    <a:pt x="7413362" y="38728"/>
                  </a:lnTo>
                  <a:lnTo>
                    <a:pt x="7303549" y="31445"/>
                  </a:lnTo>
                  <a:lnTo>
                    <a:pt x="7190213" y="24930"/>
                  </a:lnTo>
                  <a:lnTo>
                    <a:pt x="7076018" y="19191"/>
                  </a:lnTo>
                  <a:lnTo>
                    <a:pt x="6964373" y="14244"/>
                  </a:lnTo>
                  <a:lnTo>
                    <a:pt x="6859196" y="10103"/>
                  </a:lnTo>
                  <a:lnTo>
                    <a:pt x="6764504" y="6767"/>
                  </a:lnTo>
                  <a:lnTo>
                    <a:pt x="6683856" y="4209"/>
                  </a:lnTo>
                  <a:lnTo>
                    <a:pt x="6619769" y="2370"/>
                  </a:lnTo>
                  <a:lnTo>
                    <a:pt x="6573243" y="1156"/>
                  </a:lnTo>
                  <a:lnTo>
                    <a:pt x="6543520" y="449"/>
                  </a:lnTo>
                  <a:lnTo>
                    <a:pt x="6528081" y="113"/>
                  </a:lnTo>
                  <a:lnTo>
                    <a:pt x="6522845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8" y="41"/>
                  </a:lnTo>
                  <a:lnTo>
                    <a:pt x="5519099" y="336"/>
                  </a:lnTo>
                  <a:lnTo>
                    <a:pt x="5500712" y="1152"/>
                  </a:lnTo>
                  <a:lnTo>
                    <a:pt x="5467555" y="2759"/>
                  </a:lnTo>
                  <a:lnTo>
                    <a:pt x="5417561" y="5416"/>
                  </a:lnTo>
                  <a:lnTo>
                    <a:pt x="5350379" y="9345"/>
                  </a:lnTo>
                  <a:lnTo>
                    <a:pt x="5267329" y="14714"/>
                  </a:lnTo>
                  <a:lnTo>
                    <a:pt x="5171116" y="21623"/>
                  </a:lnTo>
                  <a:lnTo>
                    <a:pt x="5065342" y="30114"/>
                  </a:lnTo>
                  <a:lnTo>
                    <a:pt x="4953939" y="40182"/>
                  </a:lnTo>
                  <a:lnTo>
                    <a:pt x="4840662" y="51797"/>
                  </a:lnTo>
                  <a:lnTo>
                    <a:pt x="4728719" y="64929"/>
                  </a:lnTo>
                  <a:lnTo>
                    <a:pt x="4620577" y="79567"/>
                  </a:lnTo>
                  <a:lnTo>
                    <a:pt x="4517931" y="95734"/>
                  </a:lnTo>
                  <a:lnTo>
                    <a:pt x="4421763" y="113496"/>
                  </a:lnTo>
                  <a:lnTo>
                    <a:pt x="4332477" y="132969"/>
                  </a:lnTo>
                  <a:lnTo>
                    <a:pt x="4250028" y="154315"/>
                  </a:lnTo>
                  <a:lnTo>
                    <a:pt x="4174061" y="177743"/>
                  </a:lnTo>
                  <a:lnTo>
                    <a:pt x="4104013" y="203503"/>
                  </a:lnTo>
                  <a:lnTo>
                    <a:pt x="4039200" y="231875"/>
                  </a:lnTo>
                  <a:lnTo>
                    <a:pt x="3978880" y="263158"/>
                  </a:lnTo>
                  <a:lnTo>
                    <a:pt x="3922299" y="297636"/>
                  </a:lnTo>
                  <a:lnTo>
                    <a:pt x="3868735" y="335544"/>
                  </a:lnTo>
                  <a:lnTo>
                    <a:pt x="3820202" y="374705"/>
                  </a:lnTo>
                  <a:lnTo>
                    <a:pt x="3772329" y="417959"/>
                  </a:lnTo>
                  <a:lnTo>
                    <a:pt x="3725717" y="464590"/>
                  </a:lnTo>
                  <a:lnTo>
                    <a:pt x="3680001" y="514663"/>
                  </a:lnTo>
                  <a:lnTo>
                    <a:pt x="3634891" y="568185"/>
                  </a:lnTo>
                  <a:lnTo>
                    <a:pt x="3590159" y="625089"/>
                  </a:lnTo>
                  <a:lnTo>
                    <a:pt x="3545635" y="685231"/>
                  </a:lnTo>
                  <a:lnTo>
                    <a:pt x="3501192" y="748390"/>
                  </a:lnTo>
                  <a:lnTo>
                    <a:pt x="3456746" y="814262"/>
                  </a:lnTo>
                  <a:lnTo>
                    <a:pt x="3412248" y="882465"/>
                  </a:lnTo>
                  <a:lnTo>
                    <a:pt x="3367679" y="952547"/>
                  </a:lnTo>
                  <a:lnTo>
                    <a:pt x="3323044" y="1023997"/>
                  </a:lnTo>
                  <a:lnTo>
                    <a:pt x="3278365" y="1096258"/>
                  </a:lnTo>
                  <a:lnTo>
                    <a:pt x="3233672" y="1168747"/>
                  </a:lnTo>
                  <a:lnTo>
                    <a:pt x="3189000" y="1240872"/>
                  </a:lnTo>
                  <a:lnTo>
                    <a:pt x="3144379" y="1312053"/>
                  </a:lnTo>
                  <a:lnTo>
                    <a:pt x="3099827" y="1381744"/>
                  </a:lnTo>
                  <a:lnTo>
                    <a:pt x="3055344" y="1449445"/>
                  </a:lnTo>
                  <a:lnTo>
                    <a:pt x="3010904" y="1514720"/>
                  </a:lnTo>
                  <a:lnTo>
                    <a:pt x="2966451" y="1577204"/>
                  </a:lnTo>
                  <a:lnTo>
                    <a:pt x="2921892" y="1636613"/>
                  </a:lnTo>
                  <a:lnTo>
                    <a:pt x="2877090" y="1692744"/>
                  </a:lnTo>
                  <a:lnTo>
                    <a:pt x="2831862" y="1745470"/>
                  </a:lnTo>
                  <a:lnTo>
                    <a:pt x="2785966" y="1794744"/>
                  </a:lnTo>
                  <a:lnTo>
                    <a:pt x="2739098" y="1840584"/>
                  </a:lnTo>
                  <a:lnTo>
                    <a:pt x="2702183" y="1873526"/>
                  </a:lnTo>
                  <a:lnTo>
                    <a:pt x="2650868" y="1914790"/>
                  </a:lnTo>
                  <a:lnTo>
                    <a:pt x="2597160" y="1952512"/>
                  </a:lnTo>
                  <a:lnTo>
                    <a:pt x="2540400" y="1986814"/>
                  </a:lnTo>
                  <a:lnTo>
                    <a:pt x="2479860" y="2017934"/>
                  </a:lnTo>
                  <a:lnTo>
                    <a:pt x="2414787" y="2046161"/>
                  </a:lnTo>
                  <a:lnTo>
                    <a:pt x="2344440" y="2071789"/>
                  </a:lnTo>
                  <a:lnTo>
                    <a:pt x="2268142" y="2095101"/>
                  </a:lnTo>
                  <a:lnTo>
                    <a:pt x="2185336" y="2116342"/>
                  </a:lnTo>
                  <a:lnTo>
                    <a:pt x="2095682" y="2135721"/>
                  </a:lnTo>
                  <a:lnTo>
                    <a:pt x="1999156" y="2153396"/>
                  </a:lnTo>
                  <a:lnTo>
                    <a:pt x="1896186" y="2169481"/>
                  </a:lnTo>
                  <a:lnTo>
                    <a:pt x="1787794" y="2184038"/>
                  </a:lnTo>
                  <a:lnTo>
                    <a:pt x="1675710" y="2197090"/>
                  </a:lnTo>
                  <a:lnTo>
                    <a:pt x="1562446" y="2208624"/>
                  </a:lnTo>
                  <a:lnTo>
                    <a:pt x="1451245" y="2218608"/>
                  </a:lnTo>
                  <a:lnTo>
                    <a:pt x="1345880" y="2227015"/>
                  </a:lnTo>
                  <a:lnTo>
                    <a:pt x="1250281" y="2233841"/>
                  </a:lnTo>
                  <a:lnTo>
                    <a:pt x="1168017" y="2239130"/>
                  </a:lnTo>
                  <a:lnTo>
                    <a:pt x="1101729" y="2242987"/>
                  </a:lnTo>
                  <a:lnTo>
                    <a:pt x="1052655" y="2245582"/>
                  </a:lnTo>
                  <a:lnTo>
                    <a:pt x="1020350" y="2247140"/>
                  </a:lnTo>
                  <a:lnTo>
                    <a:pt x="1002659" y="2247921"/>
                  </a:lnTo>
                  <a:lnTo>
                    <a:pt x="995874" y="2248196"/>
                  </a:lnTo>
                  <a:lnTo>
                    <a:pt x="994940" y="2248232"/>
                  </a:lnTo>
                  <a:lnTo>
                    <a:pt x="0" y="2248232"/>
                  </a:lnTo>
                  <a:close/>
                </a:path>
              </a:pathLst>
            </a:custGeom>
            <a:solidFill>
              <a:srgbClr val="F1C40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04" name="pl2103"/>
            <p:cNvSpPr/>
            <p:nvPr/>
          </p:nvSpPr>
          <p:spPr>
            <a:xfrm>
              <a:off x="1199187" y="4181861"/>
              <a:ext cx="12049831" cy="2248232"/>
            </a:xfrm>
            <a:custGeom>
              <a:avLst/>
              <a:pathLst>
                <a:path w="12049831" h="2248232">
                  <a:moveTo>
                    <a:pt x="0" y="2248232"/>
                  </a:moveTo>
                  <a:lnTo>
                    <a:pt x="994940" y="2248232"/>
                  </a:lnTo>
                  <a:lnTo>
                    <a:pt x="996037" y="2248190"/>
                  </a:lnTo>
                  <a:lnTo>
                    <a:pt x="1003286" y="2247895"/>
                  </a:lnTo>
                  <a:lnTo>
                    <a:pt x="1021673" y="2247080"/>
                  </a:lnTo>
                  <a:lnTo>
                    <a:pt x="1054830" y="2245472"/>
                  </a:lnTo>
                  <a:lnTo>
                    <a:pt x="1104824" y="2242815"/>
                  </a:lnTo>
                  <a:lnTo>
                    <a:pt x="1172006" y="2238886"/>
                  </a:lnTo>
                  <a:lnTo>
                    <a:pt x="1255056" y="2233517"/>
                  </a:lnTo>
                  <a:lnTo>
                    <a:pt x="1351269" y="2226608"/>
                  </a:lnTo>
                  <a:lnTo>
                    <a:pt x="1457043" y="2218117"/>
                  </a:lnTo>
                  <a:lnTo>
                    <a:pt x="1568446" y="2208049"/>
                  </a:lnTo>
                  <a:lnTo>
                    <a:pt x="1681723" y="2196434"/>
                  </a:lnTo>
                  <a:lnTo>
                    <a:pt x="1793666" y="2183302"/>
                  </a:lnTo>
                  <a:lnTo>
                    <a:pt x="1901808" y="2168664"/>
                  </a:lnTo>
                  <a:lnTo>
                    <a:pt x="2004454" y="2152497"/>
                  </a:lnTo>
                  <a:lnTo>
                    <a:pt x="2100622" y="2134735"/>
                  </a:lnTo>
                  <a:lnTo>
                    <a:pt x="2189908" y="2115262"/>
                  </a:lnTo>
                  <a:lnTo>
                    <a:pt x="2272357" y="2093916"/>
                  </a:lnTo>
                  <a:lnTo>
                    <a:pt x="2348324" y="2070488"/>
                  </a:lnTo>
                  <a:lnTo>
                    <a:pt x="2418372" y="2044728"/>
                  </a:lnTo>
                  <a:lnTo>
                    <a:pt x="2483185" y="2016356"/>
                  </a:lnTo>
                  <a:lnTo>
                    <a:pt x="2543505" y="1985073"/>
                  </a:lnTo>
                  <a:lnTo>
                    <a:pt x="2600086" y="1950595"/>
                  </a:lnTo>
                  <a:lnTo>
                    <a:pt x="2653650" y="1912687"/>
                  </a:lnTo>
                  <a:lnTo>
                    <a:pt x="2702183" y="1873526"/>
                  </a:lnTo>
                  <a:lnTo>
                    <a:pt x="2750056" y="1830272"/>
                  </a:lnTo>
                  <a:lnTo>
                    <a:pt x="2796668" y="1783641"/>
                  </a:lnTo>
                  <a:lnTo>
                    <a:pt x="2842384" y="1733568"/>
                  </a:lnTo>
                  <a:lnTo>
                    <a:pt x="2887494" y="1680046"/>
                  </a:lnTo>
                  <a:lnTo>
                    <a:pt x="2932226" y="1623142"/>
                  </a:lnTo>
                  <a:lnTo>
                    <a:pt x="2976750" y="1563000"/>
                  </a:lnTo>
                  <a:lnTo>
                    <a:pt x="3021193" y="1499841"/>
                  </a:lnTo>
                  <a:lnTo>
                    <a:pt x="3065639" y="1433969"/>
                  </a:lnTo>
                  <a:lnTo>
                    <a:pt x="3110137" y="1365766"/>
                  </a:lnTo>
                  <a:lnTo>
                    <a:pt x="3154706" y="1295684"/>
                  </a:lnTo>
                  <a:lnTo>
                    <a:pt x="3199341" y="1224234"/>
                  </a:lnTo>
                  <a:lnTo>
                    <a:pt x="3244020" y="1151973"/>
                  </a:lnTo>
                  <a:lnTo>
                    <a:pt x="3288713" y="1079484"/>
                  </a:lnTo>
                  <a:lnTo>
                    <a:pt x="3333385" y="1007359"/>
                  </a:lnTo>
                  <a:lnTo>
                    <a:pt x="3378006" y="936178"/>
                  </a:lnTo>
                  <a:lnTo>
                    <a:pt x="3422558" y="866487"/>
                  </a:lnTo>
                  <a:lnTo>
                    <a:pt x="3467041" y="798786"/>
                  </a:lnTo>
                  <a:lnTo>
                    <a:pt x="3511481" y="733511"/>
                  </a:lnTo>
                  <a:lnTo>
                    <a:pt x="3555934" y="671027"/>
                  </a:lnTo>
                  <a:lnTo>
                    <a:pt x="3600493" y="611618"/>
                  </a:lnTo>
                  <a:lnTo>
                    <a:pt x="3645295" y="555487"/>
                  </a:lnTo>
                  <a:lnTo>
                    <a:pt x="3690523" y="502761"/>
                  </a:lnTo>
                  <a:lnTo>
                    <a:pt x="3736419" y="453487"/>
                  </a:lnTo>
                  <a:lnTo>
                    <a:pt x="3783287" y="407647"/>
                  </a:lnTo>
                  <a:lnTo>
                    <a:pt x="3820202" y="374705"/>
                  </a:lnTo>
                  <a:lnTo>
                    <a:pt x="3871517" y="333441"/>
                  </a:lnTo>
                  <a:lnTo>
                    <a:pt x="3925225" y="295719"/>
                  </a:lnTo>
                  <a:lnTo>
                    <a:pt x="3981985" y="261417"/>
                  </a:lnTo>
                  <a:lnTo>
                    <a:pt x="4042525" y="230297"/>
                  </a:lnTo>
                  <a:lnTo>
                    <a:pt x="4107598" y="202070"/>
                  </a:lnTo>
                  <a:lnTo>
                    <a:pt x="4177945" y="176442"/>
                  </a:lnTo>
                  <a:lnTo>
                    <a:pt x="4254243" y="153130"/>
                  </a:lnTo>
                  <a:lnTo>
                    <a:pt x="4337049" y="131889"/>
                  </a:lnTo>
                  <a:lnTo>
                    <a:pt x="4426703" y="112510"/>
                  </a:lnTo>
                  <a:lnTo>
                    <a:pt x="4523229" y="94835"/>
                  </a:lnTo>
                  <a:lnTo>
                    <a:pt x="4626199" y="78750"/>
                  </a:lnTo>
                  <a:lnTo>
                    <a:pt x="4734591" y="64193"/>
                  </a:lnTo>
                  <a:lnTo>
                    <a:pt x="4846675" y="51141"/>
                  </a:lnTo>
                  <a:lnTo>
                    <a:pt x="4959939" y="39607"/>
                  </a:lnTo>
                  <a:lnTo>
                    <a:pt x="5071140" y="29623"/>
                  </a:lnTo>
                  <a:lnTo>
                    <a:pt x="5176505" y="21216"/>
                  </a:lnTo>
                  <a:lnTo>
                    <a:pt x="5272104" y="14390"/>
                  </a:lnTo>
                  <a:lnTo>
                    <a:pt x="5354368" y="9101"/>
                  </a:lnTo>
                  <a:lnTo>
                    <a:pt x="5420656" y="5245"/>
                  </a:lnTo>
                  <a:lnTo>
                    <a:pt x="5469730" y="2649"/>
                  </a:lnTo>
                  <a:lnTo>
                    <a:pt x="5502035" y="1091"/>
                  </a:lnTo>
                  <a:lnTo>
                    <a:pt x="5519726" y="310"/>
                  </a:lnTo>
                  <a:lnTo>
                    <a:pt x="5526511" y="35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2" y="21"/>
                  </a:lnTo>
                  <a:lnTo>
                    <a:pt x="6530947" y="173"/>
                  </a:lnTo>
                  <a:lnTo>
                    <a:pt x="6549792" y="592"/>
                  </a:lnTo>
                  <a:lnTo>
                    <a:pt x="6583741" y="1420"/>
                  </a:lnTo>
                  <a:lnTo>
                    <a:pt x="6634866" y="2787"/>
                  </a:lnTo>
                  <a:lnTo>
                    <a:pt x="6703456" y="4807"/>
                  </a:lnTo>
                  <a:lnTo>
                    <a:pt x="6788077" y="7564"/>
                  </a:lnTo>
                  <a:lnTo>
                    <a:pt x="6885888" y="11110"/>
                  </a:lnTo>
                  <a:lnTo>
                    <a:pt x="6993152" y="15462"/>
                  </a:lnTo>
                  <a:lnTo>
                    <a:pt x="7105829" y="20618"/>
                  </a:lnTo>
                  <a:lnTo>
                    <a:pt x="7220100" y="26562"/>
                  </a:lnTo>
                  <a:lnTo>
                    <a:pt x="7332739" y="33278"/>
                  </a:lnTo>
                  <a:lnTo>
                    <a:pt x="7441290" y="40763"/>
                  </a:lnTo>
                  <a:lnTo>
                    <a:pt x="7544102" y="49030"/>
                  </a:lnTo>
                  <a:lnTo>
                    <a:pt x="7640241" y="58117"/>
                  </a:lnTo>
                  <a:lnTo>
                    <a:pt x="7729362" y="68086"/>
                  </a:lnTo>
                  <a:lnTo>
                    <a:pt x="7811559" y="79023"/>
                  </a:lnTo>
                  <a:lnTo>
                    <a:pt x="7887235" y="91041"/>
                  </a:lnTo>
                  <a:lnTo>
                    <a:pt x="7956991" y="104269"/>
                  </a:lnTo>
                  <a:lnTo>
                    <a:pt x="8021544" y="118855"/>
                  </a:lnTo>
                  <a:lnTo>
                    <a:pt x="8081659" y="134952"/>
                  </a:lnTo>
                  <a:lnTo>
                    <a:pt x="8138108" y="152703"/>
                  </a:lnTo>
                  <a:lnTo>
                    <a:pt x="8191623" y="172221"/>
                  </a:lnTo>
                  <a:lnTo>
                    <a:pt x="8229629" y="187789"/>
                  </a:lnTo>
                  <a:lnTo>
                    <a:pt x="8285891" y="213507"/>
                  </a:lnTo>
                  <a:lnTo>
                    <a:pt x="8340497" y="241583"/>
                  </a:lnTo>
                  <a:lnTo>
                    <a:pt x="8394011" y="272061"/>
                  </a:lnTo>
                  <a:lnTo>
                    <a:pt x="8446860" y="304917"/>
                  </a:lnTo>
                  <a:lnTo>
                    <a:pt x="8499358" y="340059"/>
                  </a:lnTo>
                  <a:lnTo>
                    <a:pt x="8551725" y="377318"/>
                  </a:lnTo>
                  <a:lnTo>
                    <a:pt x="8604101" y="416446"/>
                  </a:lnTo>
                  <a:lnTo>
                    <a:pt x="8656558" y="457120"/>
                  </a:lnTo>
                  <a:lnTo>
                    <a:pt x="8709112" y="498954"/>
                  </a:lnTo>
                  <a:lnTo>
                    <a:pt x="8761743" y="541507"/>
                  </a:lnTo>
                  <a:lnTo>
                    <a:pt x="8814401" y="584308"/>
                  </a:lnTo>
                  <a:lnTo>
                    <a:pt x="8867033" y="626872"/>
                  </a:lnTo>
                  <a:lnTo>
                    <a:pt x="8919589" y="668726"/>
                  </a:lnTo>
                  <a:lnTo>
                    <a:pt x="8972048" y="709430"/>
                  </a:lnTo>
                  <a:lnTo>
                    <a:pt x="9024425" y="748594"/>
                  </a:lnTo>
                  <a:lnTo>
                    <a:pt x="9076791" y="785896"/>
                  </a:lnTo>
                  <a:lnTo>
                    <a:pt x="9129284" y="821086"/>
                  </a:lnTo>
                  <a:lnTo>
                    <a:pt x="9182123" y="853993"/>
                  </a:lnTo>
                  <a:lnTo>
                    <a:pt x="9235619" y="884522"/>
                  </a:lnTo>
                  <a:lnTo>
                    <a:pt x="9290196" y="912650"/>
                  </a:lnTo>
                  <a:lnTo>
                    <a:pt x="9346415" y="938417"/>
                  </a:lnTo>
                  <a:lnTo>
                    <a:pt x="9347647" y="938946"/>
                  </a:lnTo>
                  <a:lnTo>
                    <a:pt x="9399424" y="959801"/>
                  </a:lnTo>
                  <a:lnTo>
                    <a:pt x="9453640" y="978848"/>
                  </a:lnTo>
                  <a:lnTo>
                    <a:pt x="9510976" y="996154"/>
                  </a:lnTo>
                  <a:lnTo>
                    <a:pt x="9572178" y="1011840"/>
                  </a:lnTo>
                  <a:lnTo>
                    <a:pt x="9638021" y="1026056"/>
                  </a:lnTo>
                  <a:lnTo>
                    <a:pt x="9709262" y="1038953"/>
                  </a:lnTo>
                  <a:lnTo>
                    <a:pt x="9786594" y="1050676"/>
                  </a:lnTo>
                  <a:lnTo>
                    <a:pt x="9870575" y="1061350"/>
                  </a:lnTo>
                  <a:lnTo>
                    <a:pt x="9961540" y="1071081"/>
                  </a:lnTo>
                  <a:lnTo>
                    <a:pt x="10059482" y="1079948"/>
                  </a:lnTo>
                  <a:lnTo>
                    <a:pt x="10163914" y="1088007"/>
                  </a:lnTo>
                  <a:lnTo>
                    <a:pt x="10273728" y="1095290"/>
                  </a:lnTo>
                  <a:lnTo>
                    <a:pt x="10387064" y="1101805"/>
                  </a:lnTo>
                  <a:lnTo>
                    <a:pt x="10501258" y="1107544"/>
                  </a:lnTo>
                  <a:lnTo>
                    <a:pt x="10612904" y="1112491"/>
                  </a:lnTo>
                  <a:lnTo>
                    <a:pt x="10718080" y="1116632"/>
                  </a:lnTo>
                  <a:lnTo>
                    <a:pt x="10812772" y="1119968"/>
                  </a:lnTo>
                  <a:lnTo>
                    <a:pt x="10893420" y="1122526"/>
                  </a:lnTo>
                  <a:lnTo>
                    <a:pt x="10957508" y="1124366"/>
                  </a:lnTo>
                  <a:lnTo>
                    <a:pt x="11004033" y="1125579"/>
                  </a:lnTo>
                  <a:lnTo>
                    <a:pt x="11033757" y="1126287"/>
                  </a:lnTo>
                  <a:lnTo>
                    <a:pt x="11049196" y="1126623"/>
                  </a:lnTo>
                  <a:lnTo>
                    <a:pt x="11054432" y="1126727"/>
                  </a:lnTo>
                  <a:lnTo>
                    <a:pt x="11054891" y="1126736"/>
                  </a:lnTo>
                  <a:lnTo>
                    <a:pt x="12049831" y="1126736"/>
                  </a:lnTo>
                  <a:lnTo>
                    <a:pt x="12049831" y="11267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5" name="pl2104"/>
            <p:cNvSpPr/>
            <p:nvPr/>
          </p:nvSpPr>
          <p:spPr>
            <a:xfrm>
              <a:off x="1199187" y="4176620"/>
              <a:ext cx="12049831" cy="2248232"/>
            </a:xfrm>
            <a:custGeom>
              <a:avLst/>
              <a:pathLst>
                <a:path w="12049831" h="2248232">
                  <a:moveTo>
                    <a:pt x="12049831" y="1126736"/>
                  </a:moveTo>
                  <a:lnTo>
                    <a:pt x="11054891" y="1126736"/>
                  </a:lnTo>
                  <a:lnTo>
                    <a:pt x="11053765" y="1126714"/>
                  </a:lnTo>
                  <a:lnTo>
                    <a:pt x="11046330" y="1126563"/>
                  </a:lnTo>
                  <a:lnTo>
                    <a:pt x="11027485" y="1126143"/>
                  </a:lnTo>
                  <a:lnTo>
                    <a:pt x="10993535" y="1125316"/>
                  </a:lnTo>
                  <a:lnTo>
                    <a:pt x="10942411" y="1123949"/>
                  </a:lnTo>
                  <a:lnTo>
                    <a:pt x="10873821" y="1121929"/>
                  </a:lnTo>
                  <a:lnTo>
                    <a:pt x="10789199" y="1119171"/>
                  </a:lnTo>
                  <a:lnTo>
                    <a:pt x="10691388" y="1115626"/>
                  </a:lnTo>
                  <a:lnTo>
                    <a:pt x="10584125" y="1111273"/>
                  </a:lnTo>
                  <a:lnTo>
                    <a:pt x="10471448" y="1106117"/>
                  </a:lnTo>
                  <a:lnTo>
                    <a:pt x="10357176" y="1100173"/>
                  </a:lnTo>
                  <a:lnTo>
                    <a:pt x="10244538" y="1093457"/>
                  </a:lnTo>
                  <a:lnTo>
                    <a:pt x="10135986" y="1085973"/>
                  </a:lnTo>
                  <a:lnTo>
                    <a:pt x="10033174" y="1077705"/>
                  </a:lnTo>
                  <a:lnTo>
                    <a:pt x="9937035" y="1068618"/>
                  </a:lnTo>
                  <a:lnTo>
                    <a:pt x="9847914" y="1058650"/>
                  </a:lnTo>
                  <a:lnTo>
                    <a:pt x="9765718" y="1047712"/>
                  </a:lnTo>
                  <a:lnTo>
                    <a:pt x="9690042" y="1035695"/>
                  </a:lnTo>
                  <a:lnTo>
                    <a:pt x="9620285" y="1022466"/>
                  </a:lnTo>
                  <a:lnTo>
                    <a:pt x="9555733" y="1007880"/>
                  </a:lnTo>
                  <a:lnTo>
                    <a:pt x="9495617" y="991784"/>
                  </a:lnTo>
                  <a:lnTo>
                    <a:pt x="9439169" y="974032"/>
                  </a:lnTo>
                  <a:lnTo>
                    <a:pt x="9385653" y="954514"/>
                  </a:lnTo>
                  <a:lnTo>
                    <a:pt x="9347647" y="938946"/>
                  </a:lnTo>
                  <a:lnTo>
                    <a:pt x="9291386" y="913229"/>
                  </a:lnTo>
                  <a:lnTo>
                    <a:pt x="9236779" y="885152"/>
                  </a:lnTo>
                  <a:lnTo>
                    <a:pt x="9183265" y="854675"/>
                  </a:lnTo>
                  <a:lnTo>
                    <a:pt x="9130417" y="821818"/>
                  </a:lnTo>
                  <a:lnTo>
                    <a:pt x="9077918" y="786676"/>
                  </a:lnTo>
                  <a:lnTo>
                    <a:pt x="9025551" y="749417"/>
                  </a:lnTo>
                  <a:lnTo>
                    <a:pt x="8973175" y="710290"/>
                  </a:lnTo>
                  <a:lnTo>
                    <a:pt x="8920719" y="669615"/>
                  </a:lnTo>
                  <a:lnTo>
                    <a:pt x="8868164" y="627782"/>
                  </a:lnTo>
                  <a:lnTo>
                    <a:pt x="8815534" y="585228"/>
                  </a:lnTo>
                  <a:lnTo>
                    <a:pt x="8762875" y="542427"/>
                  </a:lnTo>
                  <a:lnTo>
                    <a:pt x="8710244" y="499863"/>
                  </a:lnTo>
                  <a:lnTo>
                    <a:pt x="8657687" y="458009"/>
                  </a:lnTo>
                  <a:lnTo>
                    <a:pt x="8605229" y="417305"/>
                  </a:lnTo>
                  <a:lnTo>
                    <a:pt x="8552852" y="378141"/>
                  </a:lnTo>
                  <a:lnTo>
                    <a:pt x="8500485" y="340839"/>
                  </a:lnTo>
                  <a:lnTo>
                    <a:pt x="8447992" y="305649"/>
                  </a:lnTo>
                  <a:lnTo>
                    <a:pt x="8395154" y="272743"/>
                  </a:lnTo>
                  <a:lnTo>
                    <a:pt x="8341658" y="242214"/>
                  </a:lnTo>
                  <a:lnTo>
                    <a:pt x="8287080" y="214086"/>
                  </a:lnTo>
                  <a:lnTo>
                    <a:pt x="8230862" y="188318"/>
                  </a:lnTo>
                  <a:lnTo>
                    <a:pt x="8229629" y="187789"/>
                  </a:lnTo>
                  <a:lnTo>
                    <a:pt x="8177853" y="166935"/>
                  </a:lnTo>
                  <a:lnTo>
                    <a:pt x="8123636" y="147887"/>
                  </a:lnTo>
                  <a:lnTo>
                    <a:pt x="8066300" y="130582"/>
                  </a:lnTo>
                  <a:lnTo>
                    <a:pt x="8005098" y="114895"/>
                  </a:lnTo>
                  <a:lnTo>
                    <a:pt x="7939256" y="100679"/>
                  </a:lnTo>
                  <a:lnTo>
                    <a:pt x="7868015" y="87782"/>
                  </a:lnTo>
                  <a:lnTo>
                    <a:pt x="7790683" y="76059"/>
                  </a:lnTo>
                  <a:lnTo>
                    <a:pt x="7706701" y="65385"/>
                  </a:lnTo>
                  <a:lnTo>
                    <a:pt x="7615736" y="55655"/>
                  </a:lnTo>
                  <a:lnTo>
                    <a:pt x="7517795" y="46788"/>
                  </a:lnTo>
                  <a:lnTo>
                    <a:pt x="7413362" y="38728"/>
                  </a:lnTo>
                  <a:lnTo>
                    <a:pt x="7303549" y="31445"/>
                  </a:lnTo>
                  <a:lnTo>
                    <a:pt x="7190213" y="24930"/>
                  </a:lnTo>
                  <a:lnTo>
                    <a:pt x="7076018" y="19191"/>
                  </a:lnTo>
                  <a:lnTo>
                    <a:pt x="6964373" y="14244"/>
                  </a:lnTo>
                  <a:lnTo>
                    <a:pt x="6859196" y="10103"/>
                  </a:lnTo>
                  <a:lnTo>
                    <a:pt x="6764504" y="6767"/>
                  </a:lnTo>
                  <a:lnTo>
                    <a:pt x="6683856" y="4209"/>
                  </a:lnTo>
                  <a:lnTo>
                    <a:pt x="6619769" y="2370"/>
                  </a:lnTo>
                  <a:lnTo>
                    <a:pt x="6573243" y="1156"/>
                  </a:lnTo>
                  <a:lnTo>
                    <a:pt x="6543520" y="449"/>
                  </a:lnTo>
                  <a:lnTo>
                    <a:pt x="6528081" y="113"/>
                  </a:lnTo>
                  <a:lnTo>
                    <a:pt x="6522845" y="8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48" y="41"/>
                  </a:lnTo>
                  <a:lnTo>
                    <a:pt x="5519099" y="336"/>
                  </a:lnTo>
                  <a:lnTo>
                    <a:pt x="5500712" y="1152"/>
                  </a:lnTo>
                  <a:lnTo>
                    <a:pt x="5467555" y="2759"/>
                  </a:lnTo>
                  <a:lnTo>
                    <a:pt x="5417561" y="5416"/>
                  </a:lnTo>
                  <a:lnTo>
                    <a:pt x="5350379" y="9345"/>
                  </a:lnTo>
                  <a:lnTo>
                    <a:pt x="5267329" y="14714"/>
                  </a:lnTo>
                  <a:lnTo>
                    <a:pt x="5171116" y="21623"/>
                  </a:lnTo>
                  <a:lnTo>
                    <a:pt x="5065342" y="30114"/>
                  </a:lnTo>
                  <a:lnTo>
                    <a:pt x="4953939" y="40182"/>
                  </a:lnTo>
                  <a:lnTo>
                    <a:pt x="4840662" y="51797"/>
                  </a:lnTo>
                  <a:lnTo>
                    <a:pt x="4728719" y="64929"/>
                  </a:lnTo>
                  <a:lnTo>
                    <a:pt x="4620577" y="79567"/>
                  </a:lnTo>
                  <a:lnTo>
                    <a:pt x="4517931" y="95734"/>
                  </a:lnTo>
                  <a:lnTo>
                    <a:pt x="4421763" y="113496"/>
                  </a:lnTo>
                  <a:lnTo>
                    <a:pt x="4332477" y="132969"/>
                  </a:lnTo>
                  <a:lnTo>
                    <a:pt x="4250028" y="154315"/>
                  </a:lnTo>
                  <a:lnTo>
                    <a:pt x="4174061" y="177743"/>
                  </a:lnTo>
                  <a:lnTo>
                    <a:pt x="4104013" y="203503"/>
                  </a:lnTo>
                  <a:lnTo>
                    <a:pt x="4039200" y="231875"/>
                  </a:lnTo>
                  <a:lnTo>
                    <a:pt x="3978880" y="263158"/>
                  </a:lnTo>
                  <a:lnTo>
                    <a:pt x="3922299" y="297636"/>
                  </a:lnTo>
                  <a:lnTo>
                    <a:pt x="3868735" y="335544"/>
                  </a:lnTo>
                  <a:lnTo>
                    <a:pt x="3820202" y="374705"/>
                  </a:lnTo>
                  <a:lnTo>
                    <a:pt x="3772329" y="417959"/>
                  </a:lnTo>
                  <a:lnTo>
                    <a:pt x="3725717" y="464590"/>
                  </a:lnTo>
                  <a:lnTo>
                    <a:pt x="3680001" y="514663"/>
                  </a:lnTo>
                  <a:lnTo>
                    <a:pt x="3634891" y="568185"/>
                  </a:lnTo>
                  <a:lnTo>
                    <a:pt x="3590159" y="625089"/>
                  </a:lnTo>
                  <a:lnTo>
                    <a:pt x="3545635" y="685231"/>
                  </a:lnTo>
                  <a:lnTo>
                    <a:pt x="3501192" y="748390"/>
                  </a:lnTo>
                  <a:lnTo>
                    <a:pt x="3456746" y="814262"/>
                  </a:lnTo>
                  <a:lnTo>
                    <a:pt x="3412248" y="882465"/>
                  </a:lnTo>
                  <a:lnTo>
                    <a:pt x="3367679" y="952547"/>
                  </a:lnTo>
                  <a:lnTo>
                    <a:pt x="3323044" y="1023997"/>
                  </a:lnTo>
                  <a:lnTo>
                    <a:pt x="3278365" y="1096258"/>
                  </a:lnTo>
                  <a:lnTo>
                    <a:pt x="3233672" y="1168747"/>
                  </a:lnTo>
                  <a:lnTo>
                    <a:pt x="3189000" y="1240872"/>
                  </a:lnTo>
                  <a:lnTo>
                    <a:pt x="3144379" y="1312053"/>
                  </a:lnTo>
                  <a:lnTo>
                    <a:pt x="3099827" y="1381744"/>
                  </a:lnTo>
                  <a:lnTo>
                    <a:pt x="3055344" y="1449445"/>
                  </a:lnTo>
                  <a:lnTo>
                    <a:pt x="3010904" y="1514720"/>
                  </a:lnTo>
                  <a:lnTo>
                    <a:pt x="2966451" y="1577204"/>
                  </a:lnTo>
                  <a:lnTo>
                    <a:pt x="2921892" y="1636613"/>
                  </a:lnTo>
                  <a:lnTo>
                    <a:pt x="2877090" y="1692744"/>
                  </a:lnTo>
                  <a:lnTo>
                    <a:pt x="2831862" y="1745470"/>
                  </a:lnTo>
                  <a:lnTo>
                    <a:pt x="2785966" y="1794744"/>
                  </a:lnTo>
                  <a:lnTo>
                    <a:pt x="2739098" y="1840584"/>
                  </a:lnTo>
                  <a:lnTo>
                    <a:pt x="2702183" y="1873526"/>
                  </a:lnTo>
                  <a:lnTo>
                    <a:pt x="2650868" y="1914790"/>
                  </a:lnTo>
                  <a:lnTo>
                    <a:pt x="2597160" y="1952512"/>
                  </a:lnTo>
                  <a:lnTo>
                    <a:pt x="2540400" y="1986814"/>
                  </a:lnTo>
                  <a:lnTo>
                    <a:pt x="2479860" y="2017934"/>
                  </a:lnTo>
                  <a:lnTo>
                    <a:pt x="2414787" y="2046161"/>
                  </a:lnTo>
                  <a:lnTo>
                    <a:pt x="2344440" y="2071789"/>
                  </a:lnTo>
                  <a:lnTo>
                    <a:pt x="2268142" y="2095101"/>
                  </a:lnTo>
                  <a:lnTo>
                    <a:pt x="2185336" y="2116342"/>
                  </a:lnTo>
                  <a:lnTo>
                    <a:pt x="2095682" y="2135721"/>
                  </a:lnTo>
                  <a:lnTo>
                    <a:pt x="1999156" y="2153396"/>
                  </a:lnTo>
                  <a:lnTo>
                    <a:pt x="1896186" y="2169481"/>
                  </a:lnTo>
                  <a:lnTo>
                    <a:pt x="1787794" y="2184038"/>
                  </a:lnTo>
                  <a:lnTo>
                    <a:pt x="1675710" y="2197090"/>
                  </a:lnTo>
                  <a:lnTo>
                    <a:pt x="1562446" y="2208624"/>
                  </a:lnTo>
                  <a:lnTo>
                    <a:pt x="1451245" y="2218608"/>
                  </a:lnTo>
                  <a:lnTo>
                    <a:pt x="1345880" y="2227015"/>
                  </a:lnTo>
                  <a:lnTo>
                    <a:pt x="1250281" y="2233841"/>
                  </a:lnTo>
                  <a:lnTo>
                    <a:pt x="1168017" y="2239130"/>
                  </a:lnTo>
                  <a:lnTo>
                    <a:pt x="1101729" y="2242987"/>
                  </a:lnTo>
                  <a:lnTo>
                    <a:pt x="1052655" y="2245582"/>
                  </a:lnTo>
                  <a:lnTo>
                    <a:pt x="1020350" y="2247140"/>
                  </a:lnTo>
                  <a:lnTo>
                    <a:pt x="1002659" y="2247921"/>
                  </a:lnTo>
                  <a:lnTo>
                    <a:pt x="995874" y="2248196"/>
                  </a:lnTo>
                  <a:lnTo>
                    <a:pt x="994940" y="2248232"/>
                  </a:lnTo>
                  <a:lnTo>
                    <a:pt x="0" y="2248232"/>
                  </a:lnTo>
                  <a:lnTo>
                    <a:pt x="0" y="22482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6" name="pg2105"/>
            <p:cNvSpPr/>
            <p:nvPr/>
          </p:nvSpPr>
          <p:spPr>
            <a:xfrm>
              <a:off x="1199187" y="3416728"/>
              <a:ext cx="12049831" cy="3002883"/>
            </a:xfrm>
            <a:custGeom>
              <a:avLst/>
              <a:pathLst>
                <a:path w="12049831" h="3002883">
                  <a:moveTo>
                    <a:pt x="0" y="3002883"/>
                  </a:moveTo>
                  <a:lnTo>
                    <a:pt x="994940" y="3002883"/>
                  </a:lnTo>
                  <a:lnTo>
                    <a:pt x="996009" y="3002829"/>
                  </a:lnTo>
                  <a:lnTo>
                    <a:pt x="1003077" y="3002446"/>
                  </a:lnTo>
                  <a:lnTo>
                    <a:pt x="1021015" y="3001387"/>
                  </a:lnTo>
                  <a:lnTo>
                    <a:pt x="1053394" y="2999300"/>
                  </a:lnTo>
                  <a:lnTo>
                    <a:pt x="1102276" y="2995849"/>
                  </a:lnTo>
                  <a:lnTo>
                    <a:pt x="1168070" y="2990743"/>
                  </a:lnTo>
                  <a:lnTo>
                    <a:pt x="1249563" y="2983760"/>
                  </a:lnTo>
                  <a:lnTo>
                    <a:pt x="1344184" y="2974764"/>
                  </a:lnTo>
                  <a:lnTo>
                    <a:pt x="1448466" y="2963698"/>
                  </a:lnTo>
                  <a:lnTo>
                    <a:pt x="1558581" y="2950563"/>
                  </a:lnTo>
                  <a:lnTo>
                    <a:pt x="1670842" y="2935397"/>
                  </a:lnTo>
                  <a:lnTo>
                    <a:pt x="1782066" y="2918242"/>
                  </a:lnTo>
                  <a:lnTo>
                    <a:pt x="1889770" y="2899113"/>
                  </a:lnTo>
                  <a:lnTo>
                    <a:pt x="1992226" y="2877987"/>
                  </a:lnTo>
                  <a:lnTo>
                    <a:pt x="2088400" y="2854785"/>
                  </a:lnTo>
                  <a:lnTo>
                    <a:pt x="2177836" y="2829366"/>
                  </a:lnTo>
                  <a:lnTo>
                    <a:pt x="2260525" y="2801526"/>
                  </a:lnTo>
                  <a:lnTo>
                    <a:pt x="2336779" y="2771004"/>
                  </a:lnTo>
                  <a:lnTo>
                    <a:pt x="2407119" y="2737481"/>
                  </a:lnTo>
                  <a:lnTo>
                    <a:pt x="2472199" y="2700598"/>
                  </a:lnTo>
                  <a:lnTo>
                    <a:pt x="2532734" y="2659971"/>
                  </a:lnTo>
                  <a:lnTo>
                    <a:pt x="2589460" y="2615222"/>
                  </a:lnTo>
                  <a:lnTo>
                    <a:pt x="2643090" y="2566030"/>
                  </a:lnTo>
                  <a:lnTo>
                    <a:pt x="2694279" y="2512206"/>
                  </a:lnTo>
                  <a:lnTo>
                    <a:pt x="2702183" y="2503276"/>
                  </a:lnTo>
                  <a:lnTo>
                    <a:pt x="2745505" y="2451354"/>
                  </a:lnTo>
                  <a:lnTo>
                    <a:pt x="2787765" y="2395767"/>
                  </a:lnTo>
                  <a:lnTo>
                    <a:pt x="2829243" y="2336438"/>
                  </a:lnTo>
                  <a:lnTo>
                    <a:pt x="2870164" y="2273348"/>
                  </a:lnTo>
                  <a:lnTo>
                    <a:pt x="2910710" y="2206537"/>
                  </a:lnTo>
                  <a:lnTo>
                    <a:pt x="2951026" y="2136114"/>
                  </a:lnTo>
                  <a:lnTo>
                    <a:pt x="2991221" y="2062253"/>
                  </a:lnTo>
                  <a:lnTo>
                    <a:pt x="3031376" y="1985206"/>
                  </a:lnTo>
                  <a:lnTo>
                    <a:pt x="3071545" y="1905291"/>
                  </a:lnTo>
                  <a:lnTo>
                    <a:pt x="3111760" y="1822898"/>
                  </a:lnTo>
                  <a:lnTo>
                    <a:pt x="3152033" y="1738477"/>
                  </a:lnTo>
                  <a:lnTo>
                    <a:pt x="3192362" y="1652531"/>
                  </a:lnTo>
                  <a:lnTo>
                    <a:pt x="3232730" y="1565605"/>
                  </a:lnTo>
                  <a:lnTo>
                    <a:pt x="3273116" y="1478268"/>
                  </a:lnTo>
                  <a:lnTo>
                    <a:pt x="3313495" y="1391104"/>
                  </a:lnTo>
                  <a:lnTo>
                    <a:pt x="3353842" y="1304689"/>
                  </a:lnTo>
                  <a:lnTo>
                    <a:pt x="3394139" y="1219580"/>
                  </a:lnTo>
                  <a:lnTo>
                    <a:pt x="3434378" y="1136299"/>
                  </a:lnTo>
                  <a:lnTo>
                    <a:pt x="3474563" y="1055319"/>
                  </a:lnTo>
                  <a:lnTo>
                    <a:pt x="3514719" y="977054"/>
                  </a:lnTo>
                  <a:lnTo>
                    <a:pt x="3554889" y="901854"/>
                  </a:lnTo>
                  <a:lnTo>
                    <a:pt x="3595144" y="829998"/>
                  </a:lnTo>
                  <a:lnTo>
                    <a:pt x="3635580" y="761691"/>
                  </a:lnTo>
                  <a:lnTo>
                    <a:pt x="3676328" y="697068"/>
                  </a:lnTo>
                  <a:lnTo>
                    <a:pt x="3717553" y="636198"/>
                  </a:lnTo>
                  <a:lnTo>
                    <a:pt x="3759462" y="579085"/>
                  </a:lnTo>
                  <a:lnTo>
                    <a:pt x="3802312" y="525674"/>
                  </a:lnTo>
                  <a:lnTo>
                    <a:pt x="3820202" y="504847"/>
                  </a:lnTo>
                  <a:lnTo>
                    <a:pt x="3871059" y="450289"/>
                  </a:lnTo>
                  <a:lnTo>
                    <a:pt x="3924261" y="400372"/>
                  </a:lnTo>
                  <a:lnTo>
                    <a:pt x="3980451" y="354940"/>
                  </a:lnTo>
                  <a:lnTo>
                    <a:pt x="4040336" y="313686"/>
                  </a:lnTo>
                  <a:lnTo>
                    <a:pt x="4104649" y="276238"/>
                  </a:lnTo>
                  <a:lnTo>
                    <a:pt x="4174112" y="242209"/>
                  </a:lnTo>
                  <a:lnTo>
                    <a:pt x="4249392" y="211234"/>
                  </a:lnTo>
                  <a:lnTo>
                    <a:pt x="4331037" y="182990"/>
                  </a:lnTo>
                  <a:lnTo>
                    <a:pt x="4419398" y="157203"/>
                  </a:lnTo>
                  <a:lnTo>
                    <a:pt x="4514525" y="133661"/>
                  </a:lnTo>
                  <a:lnTo>
                    <a:pt x="4616040" y="112214"/>
                  </a:lnTo>
                  <a:lnTo>
                    <a:pt x="4723011" y="92773"/>
                  </a:lnTo>
                  <a:lnTo>
                    <a:pt x="4833824" y="75305"/>
                  </a:lnTo>
                  <a:lnTo>
                    <a:pt x="4946117" y="59823"/>
                  </a:lnTo>
                  <a:lnTo>
                    <a:pt x="5056807" y="46364"/>
                  </a:lnTo>
                  <a:lnTo>
                    <a:pt x="5162267" y="34969"/>
                  </a:lnTo>
                  <a:lnTo>
                    <a:pt x="5258662" y="25648"/>
                  </a:lnTo>
                  <a:lnTo>
                    <a:pt x="5342429" y="18354"/>
                  </a:lnTo>
                  <a:lnTo>
                    <a:pt x="5410824" y="12964"/>
                  </a:lnTo>
                  <a:lnTo>
                    <a:pt x="5462395" y="9269"/>
                  </a:lnTo>
                  <a:lnTo>
                    <a:pt x="5497285" y="6988"/>
                  </a:lnTo>
                  <a:lnTo>
                    <a:pt x="5517305" y="5790"/>
                  </a:lnTo>
                  <a:lnTo>
                    <a:pt x="5525797" y="532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6" y="5280"/>
                  </a:lnTo>
                  <a:lnTo>
                    <a:pt x="6530754" y="5564"/>
                  </a:lnTo>
                  <a:lnTo>
                    <a:pt x="6549187" y="6349"/>
                  </a:lnTo>
                  <a:lnTo>
                    <a:pt x="6582424" y="7897"/>
                  </a:lnTo>
                  <a:lnTo>
                    <a:pt x="6632532" y="10456"/>
                  </a:lnTo>
                  <a:lnTo>
                    <a:pt x="6699857" y="14239"/>
                  </a:lnTo>
                  <a:lnTo>
                    <a:pt x="6783066" y="19408"/>
                  </a:lnTo>
                  <a:lnTo>
                    <a:pt x="6879442" y="26059"/>
                  </a:lnTo>
                  <a:lnTo>
                    <a:pt x="6985369" y="34233"/>
                  </a:lnTo>
                  <a:lnTo>
                    <a:pt x="7096902" y="43923"/>
                  </a:lnTo>
                  <a:lnTo>
                    <a:pt x="7210281" y="55102"/>
                  </a:lnTo>
                  <a:lnTo>
                    <a:pt x="7322297" y="67740"/>
                  </a:lnTo>
                  <a:lnTo>
                    <a:pt x="7430481" y="81826"/>
                  </a:lnTo>
                  <a:lnTo>
                    <a:pt x="7533146" y="97385"/>
                  </a:lnTo>
                  <a:lnTo>
                    <a:pt x="7629311" y="114479"/>
                  </a:lnTo>
                  <a:lnTo>
                    <a:pt x="7718582" y="133221"/>
                  </a:lnTo>
                  <a:lnTo>
                    <a:pt x="7801005" y="153767"/>
                  </a:lnTo>
                  <a:lnTo>
                    <a:pt x="7876943" y="176320"/>
                  </a:lnTo>
                  <a:lnTo>
                    <a:pt x="7946961" y="201120"/>
                  </a:lnTo>
                  <a:lnTo>
                    <a:pt x="8011747" y="228439"/>
                  </a:lnTo>
                  <a:lnTo>
                    <a:pt x="8072046" y="258563"/>
                  </a:lnTo>
                  <a:lnTo>
                    <a:pt x="8128612" y="291767"/>
                  </a:lnTo>
                  <a:lnTo>
                    <a:pt x="8182171" y="328273"/>
                  </a:lnTo>
                  <a:lnTo>
                    <a:pt x="8229629" y="365097"/>
                  </a:lnTo>
                  <a:lnTo>
                    <a:pt x="8278109" y="407193"/>
                  </a:lnTo>
                  <a:lnTo>
                    <a:pt x="8325301" y="452617"/>
                  </a:lnTo>
                  <a:lnTo>
                    <a:pt x="8371583" y="501435"/>
                  </a:lnTo>
                  <a:lnTo>
                    <a:pt x="8417253" y="553648"/>
                  </a:lnTo>
                  <a:lnTo>
                    <a:pt x="8462544" y="609187"/>
                  </a:lnTo>
                  <a:lnTo>
                    <a:pt x="8507633" y="667906"/>
                  </a:lnTo>
                  <a:lnTo>
                    <a:pt x="8552646" y="729577"/>
                  </a:lnTo>
                  <a:lnTo>
                    <a:pt x="8597668" y="793889"/>
                  </a:lnTo>
                  <a:lnTo>
                    <a:pt x="8642747" y="860456"/>
                  </a:lnTo>
                  <a:lnTo>
                    <a:pt x="8687898" y="928818"/>
                  </a:lnTo>
                  <a:lnTo>
                    <a:pt x="8733116" y="998459"/>
                  </a:lnTo>
                  <a:lnTo>
                    <a:pt x="8778375" y="1068819"/>
                  </a:lnTo>
                  <a:lnTo>
                    <a:pt x="8823642" y="1139314"/>
                  </a:lnTo>
                  <a:lnTo>
                    <a:pt x="8868883" y="1209352"/>
                  </a:lnTo>
                  <a:lnTo>
                    <a:pt x="8914066" y="1278361"/>
                  </a:lnTo>
                  <a:lnTo>
                    <a:pt x="8959177" y="1345803"/>
                  </a:lnTo>
                  <a:lnTo>
                    <a:pt x="9004221" y="1411190"/>
                  </a:lnTo>
                  <a:lnTo>
                    <a:pt x="9049230" y="1474101"/>
                  </a:lnTo>
                  <a:lnTo>
                    <a:pt x="9094272" y="1534192"/>
                  </a:lnTo>
                  <a:lnTo>
                    <a:pt x="9139453" y="1591196"/>
                  </a:lnTo>
                  <a:lnTo>
                    <a:pt x="9184925" y="1644931"/>
                  </a:lnTo>
                  <a:lnTo>
                    <a:pt x="9230897" y="1695292"/>
                  </a:lnTo>
                  <a:lnTo>
                    <a:pt x="9277634" y="1742250"/>
                  </a:lnTo>
                  <a:lnTo>
                    <a:pt x="9325478" y="1785843"/>
                  </a:lnTo>
                  <a:lnTo>
                    <a:pt x="9347647" y="1804525"/>
                  </a:lnTo>
                  <a:lnTo>
                    <a:pt x="9399010" y="1844187"/>
                  </a:lnTo>
                  <a:lnTo>
                    <a:pt x="9452769" y="1880442"/>
                  </a:lnTo>
                  <a:lnTo>
                    <a:pt x="9509588" y="1913407"/>
                  </a:lnTo>
                  <a:lnTo>
                    <a:pt x="9570195" y="1943312"/>
                  </a:lnTo>
                  <a:lnTo>
                    <a:pt x="9635346" y="1970433"/>
                  </a:lnTo>
                  <a:lnTo>
                    <a:pt x="9705783" y="1995057"/>
                  </a:lnTo>
                  <a:lnTo>
                    <a:pt x="9782187" y="2017452"/>
                  </a:lnTo>
                  <a:lnTo>
                    <a:pt x="9865111" y="2037858"/>
                  </a:lnTo>
                  <a:lnTo>
                    <a:pt x="9954899" y="2056472"/>
                  </a:lnTo>
                  <a:lnTo>
                    <a:pt x="10051569" y="2073449"/>
                  </a:lnTo>
                  <a:lnTo>
                    <a:pt x="10154687" y="2088896"/>
                  </a:lnTo>
                  <a:lnTo>
                    <a:pt x="10263225" y="2102874"/>
                  </a:lnTo>
                  <a:lnTo>
                    <a:pt x="10375437" y="2115404"/>
                  </a:lnTo>
                  <a:lnTo>
                    <a:pt x="10488797" y="2126472"/>
                  </a:lnTo>
                  <a:lnTo>
                    <a:pt x="10600047" y="2136050"/>
                  </a:lnTo>
                  <a:lnTo>
                    <a:pt x="10705397" y="2144110"/>
                  </a:lnTo>
                  <a:lnTo>
                    <a:pt x="10800908" y="2150649"/>
                  </a:lnTo>
                  <a:lnTo>
                    <a:pt x="10883013" y="2155710"/>
                  </a:lnTo>
                  <a:lnTo>
                    <a:pt x="10949080" y="2159396"/>
                  </a:lnTo>
                  <a:lnTo>
                    <a:pt x="10997897" y="2161872"/>
                  </a:lnTo>
                  <a:lnTo>
                    <a:pt x="11029938" y="2163354"/>
                  </a:lnTo>
                  <a:lnTo>
                    <a:pt x="11047396" y="2164092"/>
                  </a:lnTo>
                  <a:lnTo>
                    <a:pt x="11054015" y="2164350"/>
                  </a:lnTo>
                  <a:lnTo>
                    <a:pt x="11054891" y="2164381"/>
                  </a:lnTo>
                  <a:lnTo>
                    <a:pt x="12049831" y="2164381"/>
                  </a:lnTo>
                  <a:lnTo>
                    <a:pt x="12049831" y="2159141"/>
                  </a:lnTo>
                  <a:lnTo>
                    <a:pt x="11054891" y="2159141"/>
                  </a:lnTo>
                  <a:lnTo>
                    <a:pt x="11053790" y="2159101"/>
                  </a:lnTo>
                  <a:lnTo>
                    <a:pt x="11046523" y="2158817"/>
                  </a:lnTo>
                  <a:lnTo>
                    <a:pt x="11028089" y="2158031"/>
                  </a:lnTo>
                  <a:lnTo>
                    <a:pt x="10994853" y="2156484"/>
                  </a:lnTo>
                  <a:lnTo>
                    <a:pt x="10944745" y="2153925"/>
                  </a:lnTo>
                  <a:lnTo>
                    <a:pt x="10877420" y="2150141"/>
                  </a:lnTo>
                  <a:lnTo>
                    <a:pt x="10794210" y="2144973"/>
                  </a:lnTo>
                  <a:lnTo>
                    <a:pt x="10697835" y="2138321"/>
                  </a:lnTo>
                  <a:lnTo>
                    <a:pt x="10591908" y="2130148"/>
                  </a:lnTo>
                  <a:lnTo>
                    <a:pt x="10480375" y="2120458"/>
                  </a:lnTo>
                  <a:lnTo>
                    <a:pt x="10366995" y="2109279"/>
                  </a:lnTo>
                  <a:lnTo>
                    <a:pt x="10254980" y="2096641"/>
                  </a:lnTo>
                  <a:lnTo>
                    <a:pt x="10146795" y="2082555"/>
                  </a:lnTo>
                  <a:lnTo>
                    <a:pt x="10044131" y="2066996"/>
                  </a:lnTo>
                  <a:lnTo>
                    <a:pt x="9947965" y="2049902"/>
                  </a:lnTo>
                  <a:lnTo>
                    <a:pt x="9858695" y="2031160"/>
                  </a:lnTo>
                  <a:lnTo>
                    <a:pt x="9776272" y="2010613"/>
                  </a:lnTo>
                  <a:lnTo>
                    <a:pt x="9700334" y="1988061"/>
                  </a:lnTo>
                  <a:lnTo>
                    <a:pt x="9630316" y="1963260"/>
                  </a:lnTo>
                  <a:lnTo>
                    <a:pt x="9565529" y="1935941"/>
                  </a:lnTo>
                  <a:lnTo>
                    <a:pt x="9505230" y="1905818"/>
                  </a:lnTo>
                  <a:lnTo>
                    <a:pt x="9448664" y="1872614"/>
                  </a:lnTo>
                  <a:lnTo>
                    <a:pt x="9395105" y="1836108"/>
                  </a:lnTo>
                  <a:lnTo>
                    <a:pt x="9347647" y="1799284"/>
                  </a:lnTo>
                  <a:lnTo>
                    <a:pt x="9299167" y="1757187"/>
                  </a:lnTo>
                  <a:lnTo>
                    <a:pt x="9251975" y="1711764"/>
                  </a:lnTo>
                  <a:lnTo>
                    <a:pt x="9205694" y="1662946"/>
                  </a:lnTo>
                  <a:lnTo>
                    <a:pt x="9160024" y="1610733"/>
                  </a:lnTo>
                  <a:lnTo>
                    <a:pt x="9114733" y="1555194"/>
                  </a:lnTo>
                  <a:lnTo>
                    <a:pt x="9069644" y="1496474"/>
                  </a:lnTo>
                  <a:lnTo>
                    <a:pt x="9024630" y="1434804"/>
                  </a:lnTo>
                  <a:lnTo>
                    <a:pt x="8979608" y="1370492"/>
                  </a:lnTo>
                  <a:lnTo>
                    <a:pt x="8934530" y="1303925"/>
                  </a:lnTo>
                  <a:lnTo>
                    <a:pt x="8889378" y="1235563"/>
                  </a:lnTo>
                  <a:lnTo>
                    <a:pt x="8844161" y="1165922"/>
                  </a:lnTo>
                  <a:lnTo>
                    <a:pt x="8798902" y="1095561"/>
                  </a:lnTo>
                  <a:lnTo>
                    <a:pt x="8753634" y="1025067"/>
                  </a:lnTo>
                  <a:lnTo>
                    <a:pt x="8708394" y="955029"/>
                  </a:lnTo>
                  <a:lnTo>
                    <a:pt x="8663210" y="886020"/>
                  </a:lnTo>
                  <a:lnTo>
                    <a:pt x="8618099" y="818578"/>
                  </a:lnTo>
                  <a:lnTo>
                    <a:pt x="8573055" y="753191"/>
                  </a:lnTo>
                  <a:lnTo>
                    <a:pt x="8528046" y="690280"/>
                  </a:lnTo>
                  <a:lnTo>
                    <a:pt x="8483005" y="630189"/>
                  </a:lnTo>
                  <a:lnTo>
                    <a:pt x="8437824" y="573185"/>
                  </a:lnTo>
                  <a:lnTo>
                    <a:pt x="8392351" y="519450"/>
                  </a:lnTo>
                  <a:lnTo>
                    <a:pt x="8346380" y="469089"/>
                  </a:lnTo>
                  <a:lnTo>
                    <a:pt x="8299642" y="422131"/>
                  </a:lnTo>
                  <a:lnTo>
                    <a:pt x="8251799" y="378538"/>
                  </a:lnTo>
                  <a:lnTo>
                    <a:pt x="8229629" y="359856"/>
                  </a:lnTo>
                  <a:lnTo>
                    <a:pt x="8178267" y="320193"/>
                  </a:lnTo>
                  <a:lnTo>
                    <a:pt x="8124508" y="283939"/>
                  </a:lnTo>
                  <a:lnTo>
                    <a:pt x="8067689" y="250974"/>
                  </a:lnTo>
                  <a:lnTo>
                    <a:pt x="8007081" y="221069"/>
                  </a:lnTo>
                  <a:lnTo>
                    <a:pt x="7941930" y="193947"/>
                  </a:lnTo>
                  <a:lnTo>
                    <a:pt x="7871493" y="169324"/>
                  </a:lnTo>
                  <a:lnTo>
                    <a:pt x="7795090" y="146929"/>
                  </a:lnTo>
                  <a:lnTo>
                    <a:pt x="7712165" y="126523"/>
                  </a:lnTo>
                  <a:lnTo>
                    <a:pt x="7622378" y="107909"/>
                  </a:lnTo>
                  <a:lnTo>
                    <a:pt x="7525708" y="90932"/>
                  </a:lnTo>
                  <a:lnTo>
                    <a:pt x="7422590" y="75485"/>
                  </a:lnTo>
                  <a:lnTo>
                    <a:pt x="7314052" y="61507"/>
                  </a:lnTo>
                  <a:lnTo>
                    <a:pt x="7201840" y="48977"/>
                  </a:lnTo>
                  <a:lnTo>
                    <a:pt x="7088479" y="37908"/>
                  </a:lnTo>
                  <a:lnTo>
                    <a:pt x="6977229" y="28330"/>
                  </a:lnTo>
                  <a:lnTo>
                    <a:pt x="6871879" y="20271"/>
                  </a:lnTo>
                  <a:lnTo>
                    <a:pt x="6776368" y="13732"/>
                  </a:lnTo>
                  <a:lnTo>
                    <a:pt x="6694264" y="8671"/>
                  </a:lnTo>
                  <a:lnTo>
                    <a:pt x="6628196" y="4985"/>
                  </a:lnTo>
                  <a:lnTo>
                    <a:pt x="6579379" y="2509"/>
                  </a:lnTo>
                  <a:lnTo>
                    <a:pt x="6547338" y="1027"/>
                  </a:lnTo>
                  <a:lnTo>
                    <a:pt x="6529881" y="288"/>
                  </a:lnTo>
                  <a:lnTo>
                    <a:pt x="6523261" y="3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6" y="53"/>
                  </a:lnTo>
                  <a:lnTo>
                    <a:pt x="5519308" y="437"/>
                  </a:lnTo>
                  <a:lnTo>
                    <a:pt x="5501370" y="1495"/>
                  </a:lnTo>
                  <a:lnTo>
                    <a:pt x="5468991" y="3582"/>
                  </a:lnTo>
                  <a:lnTo>
                    <a:pt x="5420109" y="7033"/>
                  </a:lnTo>
                  <a:lnTo>
                    <a:pt x="5354315" y="12140"/>
                  </a:lnTo>
                  <a:lnTo>
                    <a:pt x="5272822" y="19122"/>
                  </a:lnTo>
                  <a:lnTo>
                    <a:pt x="5178201" y="28118"/>
                  </a:lnTo>
                  <a:lnTo>
                    <a:pt x="5073919" y="39185"/>
                  </a:lnTo>
                  <a:lnTo>
                    <a:pt x="4963804" y="52319"/>
                  </a:lnTo>
                  <a:lnTo>
                    <a:pt x="4851543" y="67485"/>
                  </a:lnTo>
                  <a:lnTo>
                    <a:pt x="4740319" y="84641"/>
                  </a:lnTo>
                  <a:lnTo>
                    <a:pt x="4632615" y="103769"/>
                  </a:lnTo>
                  <a:lnTo>
                    <a:pt x="4530159" y="124895"/>
                  </a:lnTo>
                  <a:lnTo>
                    <a:pt x="4433985" y="148097"/>
                  </a:lnTo>
                  <a:lnTo>
                    <a:pt x="4344549" y="173517"/>
                  </a:lnTo>
                  <a:lnTo>
                    <a:pt x="4261860" y="201356"/>
                  </a:lnTo>
                  <a:lnTo>
                    <a:pt x="4185606" y="231879"/>
                  </a:lnTo>
                  <a:lnTo>
                    <a:pt x="4115266" y="265402"/>
                  </a:lnTo>
                  <a:lnTo>
                    <a:pt x="4050186" y="302285"/>
                  </a:lnTo>
                  <a:lnTo>
                    <a:pt x="3989651" y="342912"/>
                  </a:lnTo>
                  <a:lnTo>
                    <a:pt x="3932925" y="387660"/>
                  </a:lnTo>
                  <a:lnTo>
                    <a:pt x="3879295" y="436853"/>
                  </a:lnTo>
                  <a:lnTo>
                    <a:pt x="3828106" y="490676"/>
                  </a:lnTo>
                  <a:lnTo>
                    <a:pt x="3820202" y="499607"/>
                  </a:lnTo>
                  <a:lnTo>
                    <a:pt x="3776880" y="551528"/>
                  </a:lnTo>
                  <a:lnTo>
                    <a:pt x="3734620" y="607116"/>
                  </a:lnTo>
                  <a:lnTo>
                    <a:pt x="3693142" y="666445"/>
                  </a:lnTo>
                  <a:lnTo>
                    <a:pt x="3652221" y="729535"/>
                  </a:lnTo>
                  <a:lnTo>
                    <a:pt x="3611675" y="796345"/>
                  </a:lnTo>
                  <a:lnTo>
                    <a:pt x="3571359" y="866769"/>
                  </a:lnTo>
                  <a:lnTo>
                    <a:pt x="3531164" y="940629"/>
                  </a:lnTo>
                  <a:lnTo>
                    <a:pt x="3491009" y="1017677"/>
                  </a:lnTo>
                  <a:lnTo>
                    <a:pt x="3450840" y="1097591"/>
                  </a:lnTo>
                  <a:lnTo>
                    <a:pt x="3410625" y="1179984"/>
                  </a:lnTo>
                  <a:lnTo>
                    <a:pt x="3370352" y="1264405"/>
                  </a:lnTo>
                  <a:lnTo>
                    <a:pt x="3330023" y="1350351"/>
                  </a:lnTo>
                  <a:lnTo>
                    <a:pt x="3289655" y="1437277"/>
                  </a:lnTo>
                  <a:lnTo>
                    <a:pt x="3249269" y="1524614"/>
                  </a:lnTo>
                  <a:lnTo>
                    <a:pt x="3208890" y="1611778"/>
                  </a:lnTo>
                  <a:lnTo>
                    <a:pt x="3168543" y="1698193"/>
                  </a:lnTo>
                  <a:lnTo>
                    <a:pt x="3128246" y="1783302"/>
                  </a:lnTo>
                  <a:lnTo>
                    <a:pt x="3088007" y="1866583"/>
                  </a:lnTo>
                  <a:lnTo>
                    <a:pt x="3047822" y="1947564"/>
                  </a:lnTo>
                  <a:lnTo>
                    <a:pt x="3007666" y="2025828"/>
                  </a:lnTo>
                  <a:lnTo>
                    <a:pt x="2967496" y="2101028"/>
                  </a:lnTo>
                  <a:lnTo>
                    <a:pt x="2927241" y="2172885"/>
                  </a:lnTo>
                  <a:lnTo>
                    <a:pt x="2886805" y="2241192"/>
                  </a:lnTo>
                  <a:lnTo>
                    <a:pt x="2846057" y="2305814"/>
                  </a:lnTo>
                  <a:lnTo>
                    <a:pt x="2804832" y="2366684"/>
                  </a:lnTo>
                  <a:lnTo>
                    <a:pt x="2762923" y="2423798"/>
                  </a:lnTo>
                  <a:lnTo>
                    <a:pt x="2720073" y="2477208"/>
                  </a:lnTo>
                  <a:lnTo>
                    <a:pt x="2702183" y="2498035"/>
                  </a:lnTo>
                  <a:lnTo>
                    <a:pt x="2651326" y="2552594"/>
                  </a:lnTo>
                  <a:lnTo>
                    <a:pt x="2598124" y="2602510"/>
                  </a:lnTo>
                  <a:lnTo>
                    <a:pt x="2541934" y="2647942"/>
                  </a:lnTo>
                  <a:lnTo>
                    <a:pt x="2482049" y="2689196"/>
                  </a:lnTo>
                  <a:lnTo>
                    <a:pt x="2417736" y="2726645"/>
                  </a:lnTo>
                  <a:lnTo>
                    <a:pt x="2348273" y="2760674"/>
                  </a:lnTo>
                  <a:lnTo>
                    <a:pt x="2272993" y="2791648"/>
                  </a:lnTo>
                  <a:lnTo>
                    <a:pt x="2191347" y="2819893"/>
                  </a:lnTo>
                  <a:lnTo>
                    <a:pt x="2102987" y="2845679"/>
                  </a:lnTo>
                  <a:lnTo>
                    <a:pt x="2007860" y="2869221"/>
                  </a:lnTo>
                  <a:lnTo>
                    <a:pt x="1906345" y="2890668"/>
                  </a:lnTo>
                  <a:lnTo>
                    <a:pt x="1799374" y="2910109"/>
                  </a:lnTo>
                  <a:lnTo>
                    <a:pt x="1688561" y="2927577"/>
                  </a:lnTo>
                  <a:lnTo>
                    <a:pt x="1576268" y="2943060"/>
                  </a:lnTo>
                  <a:lnTo>
                    <a:pt x="1465578" y="2956518"/>
                  </a:lnTo>
                  <a:lnTo>
                    <a:pt x="1360118" y="2967913"/>
                  </a:lnTo>
                  <a:lnTo>
                    <a:pt x="1263723" y="2977234"/>
                  </a:lnTo>
                  <a:lnTo>
                    <a:pt x="1179956" y="2984528"/>
                  </a:lnTo>
                  <a:lnTo>
                    <a:pt x="1111561" y="2989918"/>
                  </a:lnTo>
                  <a:lnTo>
                    <a:pt x="1059990" y="2993613"/>
                  </a:lnTo>
                  <a:lnTo>
                    <a:pt x="1025100" y="2995894"/>
                  </a:lnTo>
                  <a:lnTo>
                    <a:pt x="1005080" y="2997092"/>
                  </a:lnTo>
                  <a:lnTo>
                    <a:pt x="996588" y="2997558"/>
                  </a:lnTo>
                  <a:lnTo>
                    <a:pt x="994940" y="2997642"/>
                  </a:lnTo>
                  <a:lnTo>
                    <a:pt x="0" y="2997642"/>
                  </a:lnTo>
                  <a:close/>
                </a:path>
              </a:pathLst>
            </a:custGeom>
            <a:solidFill>
              <a:srgbClr val="F1C40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07" name="pl2106"/>
            <p:cNvSpPr/>
            <p:nvPr/>
          </p:nvSpPr>
          <p:spPr>
            <a:xfrm>
              <a:off x="1199187" y="3421969"/>
              <a:ext cx="12049831" cy="2997642"/>
            </a:xfrm>
            <a:custGeom>
              <a:avLst/>
              <a:pathLst>
                <a:path w="12049831" h="2997642">
                  <a:moveTo>
                    <a:pt x="0" y="2997642"/>
                  </a:moveTo>
                  <a:lnTo>
                    <a:pt x="994940" y="2997642"/>
                  </a:lnTo>
                  <a:lnTo>
                    <a:pt x="996009" y="2997588"/>
                  </a:lnTo>
                  <a:lnTo>
                    <a:pt x="1003077" y="2997205"/>
                  </a:lnTo>
                  <a:lnTo>
                    <a:pt x="1021015" y="2996147"/>
                  </a:lnTo>
                  <a:lnTo>
                    <a:pt x="1053394" y="2994060"/>
                  </a:lnTo>
                  <a:lnTo>
                    <a:pt x="1102276" y="2990609"/>
                  </a:lnTo>
                  <a:lnTo>
                    <a:pt x="1168070" y="2985502"/>
                  </a:lnTo>
                  <a:lnTo>
                    <a:pt x="1249563" y="2978520"/>
                  </a:lnTo>
                  <a:lnTo>
                    <a:pt x="1344184" y="2969524"/>
                  </a:lnTo>
                  <a:lnTo>
                    <a:pt x="1448466" y="2958457"/>
                  </a:lnTo>
                  <a:lnTo>
                    <a:pt x="1558581" y="2945322"/>
                  </a:lnTo>
                  <a:lnTo>
                    <a:pt x="1670842" y="2930157"/>
                  </a:lnTo>
                  <a:lnTo>
                    <a:pt x="1782066" y="2913001"/>
                  </a:lnTo>
                  <a:lnTo>
                    <a:pt x="1889770" y="2893872"/>
                  </a:lnTo>
                  <a:lnTo>
                    <a:pt x="1992226" y="2872747"/>
                  </a:lnTo>
                  <a:lnTo>
                    <a:pt x="2088400" y="2849545"/>
                  </a:lnTo>
                  <a:lnTo>
                    <a:pt x="2177836" y="2824125"/>
                  </a:lnTo>
                  <a:lnTo>
                    <a:pt x="2260525" y="2796286"/>
                  </a:lnTo>
                  <a:lnTo>
                    <a:pt x="2336779" y="2765763"/>
                  </a:lnTo>
                  <a:lnTo>
                    <a:pt x="2407119" y="2732240"/>
                  </a:lnTo>
                  <a:lnTo>
                    <a:pt x="2472199" y="2695357"/>
                  </a:lnTo>
                  <a:lnTo>
                    <a:pt x="2532734" y="2654730"/>
                  </a:lnTo>
                  <a:lnTo>
                    <a:pt x="2589460" y="2609981"/>
                  </a:lnTo>
                  <a:lnTo>
                    <a:pt x="2643090" y="2560789"/>
                  </a:lnTo>
                  <a:lnTo>
                    <a:pt x="2694279" y="2506965"/>
                  </a:lnTo>
                  <a:lnTo>
                    <a:pt x="2702183" y="2498035"/>
                  </a:lnTo>
                  <a:lnTo>
                    <a:pt x="2745505" y="2446114"/>
                  </a:lnTo>
                  <a:lnTo>
                    <a:pt x="2787765" y="2390526"/>
                  </a:lnTo>
                  <a:lnTo>
                    <a:pt x="2829243" y="2331197"/>
                  </a:lnTo>
                  <a:lnTo>
                    <a:pt x="2870164" y="2268107"/>
                  </a:lnTo>
                  <a:lnTo>
                    <a:pt x="2910710" y="2201297"/>
                  </a:lnTo>
                  <a:lnTo>
                    <a:pt x="2951026" y="2130873"/>
                  </a:lnTo>
                  <a:lnTo>
                    <a:pt x="2991221" y="2057013"/>
                  </a:lnTo>
                  <a:lnTo>
                    <a:pt x="3031376" y="1979965"/>
                  </a:lnTo>
                  <a:lnTo>
                    <a:pt x="3071545" y="1900050"/>
                  </a:lnTo>
                  <a:lnTo>
                    <a:pt x="3111760" y="1817657"/>
                  </a:lnTo>
                  <a:lnTo>
                    <a:pt x="3152033" y="1733236"/>
                  </a:lnTo>
                  <a:lnTo>
                    <a:pt x="3192362" y="1647291"/>
                  </a:lnTo>
                  <a:lnTo>
                    <a:pt x="3232730" y="1560364"/>
                  </a:lnTo>
                  <a:lnTo>
                    <a:pt x="3273116" y="1473028"/>
                  </a:lnTo>
                  <a:lnTo>
                    <a:pt x="3313495" y="1385863"/>
                  </a:lnTo>
                  <a:lnTo>
                    <a:pt x="3353842" y="1299448"/>
                  </a:lnTo>
                  <a:lnTo>
                    <a:pt x="3394139" y="1214339"/>
                  </a:lnTo>
                  <a:lnTo>
                    <a:pt x="3434378" y="1131058"/>
                  </a:lnTo>
                  <a:lnTo>
                    <a:pt x="3474563" y="1050078"/>
                  </a:lnTo>
                  <a:lnTo>
                    <a:pt x="3514719" y="971813"/>
                  </a:lnTo>
                  <a:lnTo>
                    <a:pt x="3554889" y="896614"/>
                  </a:lnTo>
                  <a:lnTo>
                    <a:pt x="3595144" y="824757"/>
                  </a:lnTo>
                  <a:lnTo>
                    <a:pt x="3635580" y="756450"/>
                  </a:lnTo>
                  <a:lnTo>
                    <a:pt x="3676328" y="691828"/>
                  </a:lnTo>
                  <a:lnTo>
                    <a:pt x="3717553" y="630958"/>
                  </a:lnTo>
                  <a:lnTo>
                    <a:pt x="3759462" y="573844"/>
                  </a:lnTo>
                  <a:lnTo>
                    <a:pt x="3802312" y="520434"/>
                  </a:lnTo>
                  <a:lnTo>
                    <a:pt x="3820202" y="499607"/>
                  </a:lnTo>
                  <a:lnTo>
                    <a:pt x="3871059" y="445048"/>
                  </a:lnTo>
                  <a:lnTo>
                    <a:pt x="3924261" y="395132"/>
                  </a:lnTo>
                  <a:lnTo>
                    <a:pt x="3980451" y="349700"/>
                  </a:lnTo>
                  <a:lnTo>
                    <a:pt x="4040336" y="308446"/>
                  </a:lnTo>
                  <a:lnTo>
                    <a:pt x="4104649" y="270997"/>
                  </a:lnTo>
                  <a:lnTo>
                    <a:pt x="4174112" y="236968"/>
                  </a:lnTo>
                  <a:lnTo>
                    <a:pt x="4249392" y="205994"/>
                  </a:lnTo>
                  <a:lnTo>
                    <a:pt x="4331037" y="177749"/>
                  </a:lnTo>
                  <a:lnTo>
                    <a:pt x="4419398" y="151962"/>
                  </a:lnTo>
                  <a:lnTo>
                    <a:pt x="4514525" y="128421"/>
                  </a:lnTo>
                  <a:lnTo>
                    <a:pt x="4616040" y="106974"/>
                  </a:lnTo>
                  <a:lnTo>
                    <a:pt x="4723011" y="87532"/>
                  </a:lnTo>
                  <a:lnTo>
                    <a:pt x="4833824" y="70064"/>
                  </a:lnTo>
                  <a:lnTo>
                    <a:pt x="4946117" y="54582"/>
                  </a:lnTo>
                  <a:lnTo>
                    <a:pt x="5056807" y="41124"/>
                  </a:lnTo>
                  <a:lnTo>
                    <a:pt x="5162267" y="29729"/>
                  </a:lnTo>
                  <a:lnTo>
                    <a:pt x="5258662" y="20407"/>
                  </a:lnTo>
                  <a:lnTo>
                    <a:pt x="5342429" y="13114"/>
                  </a:lnTo>
                  <a:lnTo>
                    <a:pt x="5410824" y="7723"/>
                  </a:lnTo>
                  <a:lnTo>
                    <a:pt x="5462395" y="4028"/>
                  </a:lnTo>
                  <a:lnTo>
                    <a:pt x="5497285" y="1747"/>
                  </a:lnTo>
                  <a:lnTo>
                    <a:pt x="5517305" y="550"/>
                  </a:lnTo>
                  <a:lnTo>
                    <a:pt x="5525797" y="83"/>
                  </a:lnTo>
                  <a:lnTo>
                    <a:pt x="5527441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6" y="39"/>
                  </a:lnTo>
                  <a:lnTo>
                    <a:pt x="6530754" y="324"/>
                  </a:lnTo>
                  <a:lnTo>
                    <a:pt x="6549187" y="1109"/>
                  </a:lnTo>
                  <a:lnTo>
                    <a:pt x="6582424" y="2657"/>
                  </a:lnTo>
                  <a:lnTo>
                    <a:pt x="6632532" y="5215"/>
                  </a:lnTo>
                  <a:lnTo>
                    <a:pt x="6699857" y="8999"/>
                  </a:lnTo>
                  <a:lnTo>
                    <a:pt x="6783066" y="14167"/>
                  </a:lnTo>
                  <a:lnTo>
                    <a:pt x="6879442" y="20819"/>
                  </a:lnTo>
                  <a:lnTo>
                    <a:pt x="6985369" y="28992"/>
                  </a:lnTo>
                  <a:lnTo>
                    <a:pt x="7096902" y="38683"/>
                  </a:lnTo>
                  <a:lnTo>
                    <a:pt x="7210281" y="49861"/>
                  </a:lnTo>
                  <a:lnTo>
                    <a:pt x="7322297" y="62499"/>
                  </a:lnTo>
                  <a:lnTo>
                    <a:pt x="7430481" y="76586"/>
                  </a:lnTo>
                  <a:lnTo>
                    <a:pt x="7533146" y="92144"/>
                  </a:lnTo>
                  <a:lnTo>
                    <a:pt x="7629311" y="109239"/>
                  </a:lnTo>
                  <a:lnTo>
                    <a:pt x="7718582" y="127980"/>
                  </a:lnTo>
                  <a:lnTo>
                    <a:pt x="7801005" y="148527"/>
                  </a:lnTo>
                  <a:lnTo>
                    <a:pt x="7876943" y="171080"/>
                  </a:lnTo>
                  <a:lnTo>
                    <a:pt x="7946961" y="195880"/>
                  </a:lnTo>
                  <a:lnTo>
                    <a:pt x="8011747" y="223199"/>
                  </a:lnTo>
                  <a:lnTo>
                    <a:pt x="8072046" y="253322"/>
                  </a:lnTo>
                  <a:lnTo>
                    <a:pt x="8128612" y="286526"/>
                  </a:lnTo>
                  <a:lnTo>
                    <a:pt x="8182171" y="323032"/>
                  </a:lnTo>
                  <a:lnTo>
                    <a:pt x="8229629" y="359856"/>
                  </a:lnTo>
                  <a:lnTo>
                    <a:pt x="8278109" y="401953"/>
                  </a:lnTo>
                  <a:lnTo>
                    <a:pt x="8325301" y="447377"/>
                  </a:lnTo>
                  <a:lnTo>
                    <a:pt x="8371583" y="496194"/>
                  </a:lnTo>
                  <a:lnTo>
                    <a:pt x="8417253" y="548407"/>
                  </a:lnTo>
                  <a:lnTo>
                    <a:pt x="8462544" y="603947"/>
                  </a:lnTo>
                  <a:lnTo>
                    <a:pt x="8507633" y="662666"/>
                  </a:lnTo>
                  <a:lnTo>
                    <a:pt x="8552646" y="724336"/>
                  </a:lnTo>
                  <a:lnTo>
                    <a:pt x="8597668" y="788649"/>
                  </a:lnTo>
                  <a:lnTo>
                    <a:pt x="8642747" y="855215"/>
                  </a:lnTo>
                  <a:lnTo>
                    <a:pt x="8687898" y="923577"/>
                  </a:lnTo>
                  <a:lnTo>
                    <a:pt x="8733116" y="993219"/>
                  </a:lnTo>
                  <a:lnTo>
                    <a:pt x="8778375" y="1063579"/>
                  </a:lnTo>
                  <a:lnTo>
                    <a:pt x="8823642" y="1134073"/>
                  </a:lnTo>
                  <a:lnTo>
                    <a:pt x="8868883" y="1204111"/>
                  </a:lnTo>
                  <a:lnTo>
                    <a:pt x="8914066" y="1273121"/>
                  </a:lnTo>
                  <a:lnTo>
                    <a:pt x="8959177" y="1340562"/>
                  </a:lnTo>
                  <a:lnTo>
                    <a:pt x="9004221" y="1405949"/>
                  </a:lnTo>
                  <a:lnTo>
                    <a:pt x="9049230" y="1468861"/>
                  </a:lnTo>
                  <a:lnTo>
                    <a:pt x="9094272" y="1528951"/>
                  </a:lnTo>
                  <a:lnTo>
                    <a:pt x="9139453" y="1585955"/>
                  </a:lnTo>
                  <a:lnTo>
                    <a:pt x="9184925" y="1639690"/>
                  </a:lnTo>
                  <a:lnTo>
                    <a:pt x="9230897" y="1690051"/>
                  </a:lnTo>
                  <a:lnTo>
                    <a:pt x="9277634" y="1737009"/>
                  </a:lnTo>
                  <a:lnTo>
                    <a:pt x="9325478" y="1780602"/>
                  </a:lnTo>
                  <a:lnTo>
                    <a:pt x="9347647" y="1799284"/>
                  </a:lnTo>
                  <a:lnTo>
                    <a:pt x="9399010" y="1838947"/>
                  </a:lnTo>
                  <a:lnTo>
                    <a:pt x="9452769" y="1875201"/>
                  </a:lnTo>
                  <a:lnTo>
                    <a:pt x="9509588" y="1908167"/>
                  </a:lnTo>
                  <a:lnTo>
                    <a:pt x="9570195" y="1938071"/>
                  </a:lnTo>
                  <a:lnTo>
                    <a:pt x="9635346" y="1965193"/>
                  </a:lnTo>
                  <a:lnTo>
                    <a:pt x="9705783" y="1989816"/>
                  </a:lnTo>
                  <a:lnTo>
                    <a:pt x="9782187" y="2012212"/>
                  </a:lnTo>
                  <a:lnTo>
                    <a:pt x="9865111" y="2032617"/>
                  </a:lnTo>
                  <a:lnTo>
                    <a:pt x="9954899" y="2051231"/>
                  </a:lnTo>
                  <a:lnTo>
                    <a:pt x="10051569" y="2068208"/>
                  </a:lnTo>
                  <a:lnTo>
                    <a:pt x="10154687" y="2083655"/>
                  </a:lnTo>
                  <a:lnTo>
                    <a:pt x="10263225" y="2097633"/>
                  </a:lnTo>
                  <a:lnTo>
                    <a:pt x="10375437" y="2110163"/>
                  </a:lnTo>
                  <a:lnTo>
                    <a:pt x="10488797" y="2121232"/>
                  </a:lnTo>
                  <a:lnTo>
                    <a:pt x="10600047" y="2130810"/>
                  </a:lnTo>
                  <a:lnTo>
                    <a:pt x="10705397" y="2138870"/>
                  </a:lnTo>
                  <a:lnTo>
                    <a:pt x="10800908" y="2145409"/>
                  </a:lnTo>
                  <a:lnTo>
                    <a:pt x="10883013" y="2150470"/>
                  </a:lnTo>
                  <a:lnTo>
                    <a:pt x="10949080" y="2154156"/>
                  </a:lnTo>
                  <a:lnTo>
                    <a:pt x="10997897" y="2156631"/>
                  </a:lnTo>
                  <a:lnTo>
                    <a:pt x="11029938" y="2158113"/>
                  </a:lnTo>
                  <a:lnTo>
                    <a:pt x="11047396" y="2158852"/>
                  </a:lnTo>
                  <a:lnTo>
                    <a:pt x="11054015" y="2159109"/>
                  </a:lnTo>
                  <a:lnTo>
                    <a:pt x="11054891" y="2159141"/>
                  </a:lnTo>
                  <a:lnTo>
                    <a:pt x="12049831" y="2159141"/>
                  </a:lnTo>
                  <a:lnTo>
                    <a:pt x="12049831" y="21591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8" name="pl2107"/>
            <p:cNvSpPr/>
            <p:nvPr/>
          </p:nvSpPr>
          <p:spPr>
            <a:xfrm>
              <a:off x="1199187" y="3416728"/>
              <a:ext cx="12049831" cy="2997642"/>
            </a:xfrm>
            <a:custGeom>
              <a:avLst/>
              <a:pathLst>
                <a:path w="12049831" h="2997642">
                  <a:moveTo>
                    <a:pt x="12049831" y="2159141"/>
                  </a:moveTo>
                  <a:lnTo>
                    <a:pt x="11054891" y="2159141"/>
                  </a:lnTo>
                  <a:lnTo>
                    <a:pt x="11053790" y="2159101"/>
                  </a:lnTo>
                  <a:lnTo>
                    <a:pt x="11046523" y="2158817"/>
                  </a:lnTo>
                  <a:lnTo>
                    <a:pt x="11028089" y="2158031"/>
                  </a:lnTo>
                  <a:lnTo>
                    <a:pt x="10994853" y="2156484"/>
                  </a:lnTo>
                  <a:lnTo>
                    <a:pt x="10944745" y="2153925"/>
                  </a:lnTo>
                  <a:lnTo>
                    <a:pt x="10877420" y="2150141"/>
                  </a:lnTo>
                  <a:lnTo>
                    <a:pt x="10794210" y="2144973"/>
                  </a:lnTo>
                  <a:lnTo>
                    <a:pt x="10697835" y="2138321"/>
                  </a:lnTo>
                  <a:lnTo>
                    <a:pt x="10591908" y="2130148"/>
                  </a:lnTo>
                  <a:lnTo>
                    <a:pt x="10480375" y="2120458"/>
                  </a:lnTo>
                  <a:lnTo>
                    <a:pt x="10366995" y="2109279"/>
                  </a:lnTo>
                  <a:lnTo>
                    <a:pt x="10254980" y="2096641"/>
                  </a:lnTo>
                  <a:lnTo>
                    <a:pt x="10146795" y="2082555"/>
                  </a:lnTo>
                  <a:lnTo>
                    <a:pt x="10044131" y="2066996"/>
                  </a:lnTo>
                  <a:lnTo>
                    <a:pt x="9947965" y="2049902"/>
                  </a:lnTo>
                  <a:lnTo>
                    <a:pt x="9858695" y="2031160"/>
                  </a:lnTo>
                  <a:lnTo>
                    <a:pt x="9776272" y="2010613"/>
                  </a:lnTo>
                  <a:lnTo>
                    <a:pt x="9700334" y="1988061"/>
                  </a:lnTo>
                  <a:lnTo>
                    <a:pt x="9630316" y="1963260"/>
                  </a:lnTo>
                  <a:lnTo>
                    <a:pt x="9565529" y="1935941"/>
                  </a:lnTo>
                  <a:lnTo>
                    <a:pt x="9505230" y="1905818"/>
                  </a:lnTo>
                  <a:lnTo>
                    <a:pt x="9448664" y="1872614"/>
                  </a:lnTo>
                  <a:lnTo>
                    <a:pt x="9395105" y="1836108"/>
                  </a:lnTo>
                  <a:lnTo>
                    <a:pt x="9347647" y="1799284"/>
                  </a:lnTo>
                  <a:lnTo>
                    <a:pt x="9299167" y="1757187"/>
                  </a:lnTo>
                  <a:lnTo>
                    <a:pt x="9251975" y="1711764"/>
                  </a:lnTo>
                  <a:lnTo>
                    <a:pt x="9205694" y="1662946"/>
                  </a:lnTo>
                  <a:lnTo>
                    <a:pt x="9160024" y="1610733"/>
                  </a:lnTo>
                  <a:lnTo>
                    <a:pt x="9114733" y="1555194"/>
                  </a:lnTo>
                  <a:lnTo>
                    <a:pt x="9069644" y="1496474"/>
                  </a:lnTo>
                  <a:lnTo>
                    <a:pt x="9024630" y="1434804"/>
                  </a:lnTo>
                  <a:lnTo>
                    <a:pt x="8979608" y="1370492"/>
                  </a:lnTo>
                  <a:lnTo>
                    <a:pt x="8934530" y="1303925"/>
                  </a:lnTo>
                  <a:lnTo>
                    <a:pt x="8889378" y="1235563"/>
                  </a:lnTo>
                  <a:lnTo>
                    <a:pt x="8844161" y="1165922"/>
                  </a:lnTo>
                  <a:lnTo>
                    <a:pt x="8798902" y="1095561"/>
                  </a:lnTo>
                  <a:lnTo>
                    <a:pt x="8753634" y="1025067"/>
                  </a:lnTo>
                  <a:lnTo>
                    <a:pt x="8708394" y="955029"/>
                  </a:lnTo>
                  <a:lnTo>
                    <a:pt x="8663210" y="886020"/>
                  </a:lnTo>
                  <a:lnTo>
                    <a:pt x="8618099" y="818578"/>
                  </a:lnTo>
                  <a:lnTo>
                    <a:pt x="8573055" y="753191"/>
                  </a:lnTo>
                  <a:lnTo>
                    <a:pt x="8528046" y="690280"/>
                  </a:lnTo>
                  <a:lnTo>
                    <a:pt x="8483005" y="630189"/>
                  </a:lnTo>
                  <a:lnTo>
                    <a:pt x="8437824" y="573185"/>
                  </a:lnTo>
                  <a:lnTo>
                    <a:pt x="8392351" y="519450"/>
                  </a:lnTo>
                  <a:lnTo>
                    <a:pt x="8346380" y="469089"/>
                  </a:lnTo>
                  <a:lnTo>
                    <a:pt x="8299642" y="422131"/>
                  </a:lnTo>
                  <a:lnTo>
                    <a:pt x="8251799" y="378538"/>
                  </a:lnTo>
                  <a:lnTo>
                    <a:pt x="8229629" y="359856"/>
                  </a:lnTo>
                  <a:lnTo>
                    <a:pt x="8178267" y="320193"/>
                  </a:lnTo>
                  <a:lnTo>
                    <a:pt x="8124508" y="283939"/>
                  </a:lnTo>
                  <a:lnTo>
                    <a:pt x="8067689" y="250974"/>
                  </a:lnTo>
                  <a:lnTo>
                    <a:pt x="8007081" y="221069"/>
                  </a:lnTo>
                  <a:lnTo>
                    <a:pt x="7941930" y="193947"/>
                  </a:lnTo>
                  <a:lnTo>
                    <a:pt x="7871493" y="169324"/>
                  </a:lnTo>
                  <a:lnTo>
                    <a:pt x="7795090" y="146929"/>
                  </a:lnTo>
                  <a:lnTo>
                    <a:pt x="7712165" y="126523"/>
                  </a:lnTo>
                  <a:lnTo>
                    <a:pt x="7622378" y="107909"/>
                  </a:lnTo>
                  <a:lnTo>
                    <a:pt x="7525708" y="90932"/>
                  </a:lnTo>
                  <a:lnTo>
                    <a:pt x="7422590" y="75485"/>
                  </a:lnTo>
                  <a:lnTo>
                    <a:pt x="7314052" y="61507"/>
                  </a:lnTo>
                  <a:lnTo>
                    <a:pt x="7201840" y="48977"/>
                  </a:lnTo>
                  <a:lnTo>
                    <a:pt x="7088479" y="37908"/>
                  </a:lnTo>
                  <a:lnTo>
                    <a:pt x="6977229" y="28330"/>
                  </a:lnTo>
                  <a:lnTo>
                    <a:pt x="6871879" y="20271"/>
                  </a:lnTo>
                  <a:lnTo>
                    <a:pt x="6776368" y="13732"/>
                  </a:lnTo>
                  <a:lnTo>
                    <a:pt x="6694264" y="8671"/>
                  </a:lnTo>
                  <a:lnTo>
                    <a:pt x="6628196" y="4985"/>
                  </a:lnTo>
                  <a:lnTo>
                    <a:pt x="6579379" y="2509"/>
                  </a:lnTo>
                  <a:lnTo>
                    <a:pt x="6547338" y="1027"/>
                  </a:lnTo>
                  <a:lnTo>
                    <a:pt x="6529881" y="288"/>
                  </a:lnTo>
                  <a:lnTo>
                    <a:pt x="6523261" y="3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6" y="53"/>
                  </a:lnTo>
                  <a:lnTo>
                    <a:pt x="5519308" y="437"/>
                  </a:lnTo>
                  <a:lnTo>
                    <a:pt x="5501370" y="1495"/>
                  </a:lnTo>
                  <a:lnTo>
                    <a:pt x="5468991" y="3582"/>
                  </a:lnTo>
                  <a:lnTo>
                    <a:pt x="5420109" y="7033"/>
                  </a:lnTo>
                  <a:lnTo>
                    <a:pt x="5354315" y="12140"/>
                  </a:lnTo>
                  <a:lnTo>
                    <a:pt x="5272822" y="19122"/>
                  </a:lnTo>
                  <a:lnTo>
                    <a:pt x="5178201" y="28118"/>
                  </a:lnTo>
                  <a:lnTo>
                    <a:pt x="5073919" y="39185"/>
                  </a:lnTo>
                  <a:lnTo>
                    <a:pt x="4963804" y="52319"/>
                  </a:lnTo>
                  <a:lnTo>
                    <a:pt x="4851543" y="67485"/>
                  </a:lnTo>
                  <a:lnTo>
                    <a:pt x="4740319" y="84641"/>
                  </a:lnTo>
                  <a:lnTo>
                    <a:pt x="4632615" y="103769"/>
                  </a:lnTo>
                  <a:lnTo>
                    <a:pt x="4530159" y="124895"/>
                  </a:lnTo>
                  <a:lnTo>
                    <a:pt x="4433985" y="148097"/>
                  </a:lnTo>
                  <a:lnTo>
                    <a:pt x="4344549" y="173517"/>
                  </a:lnTo>
                  <a:lnTo>
                    <a:pt x="4261860" y="201356"/>
                  </a:lnTo>
                  <a:lnTo>
                    <a:pt x="4185606" y="231879"/>
                  </a:lnTo>
                  <a:lnTo>
                    <a:pt x="4115266" y="265402"/>
                  </a:lnTo>
                  <a:lnTo>
                    <a:pt x="4050186" y="302285"/>
                  </a:lnTo>
                  <a:lnTo>
                    <a:pt x="3989651" y="342912"/>
                  </a:lnTo>
                  <a:lnTo>
                    <a:pt x="3932925" y="387660"/>
                  </a:lnTo>
                  <a:lnTo>
                    <a:pt x="3879295" y="436853"/>
                  </a:lnTo>
                  <a:lnTo>
                    <a:pt x="3828106" y="490676"/>
                  </a:lnTo>
                  <a:lnTo>
                    <a:pt x="3820202" y="499607"/>
                  </a:lnTo>
                  <a:lnTo>
                    <a:pt x="3776880" y="551528"/>
                  </a:lnTo>
                  <a:lnTo>
                    <a:pt x="3734620" y="607116"/>
                  </a:lnTo>
                  <a:lnTo>
                    <a:pt x="3693142" y="666445"/>
                  </a:lnTo>
                  <a:lnTo>
                    <a:pt x="3652221" y="729535"/>
                  </a:lnTo>
                  <a:lnTo>
                    <a:pt x="3611675" y="796345"/>
                  </a:lnTo>
                  <a:lnTo>
                    <a:pt x="3571359" y="866769"/>
                  </a:lnTo>
                  <a:lnTo>
                    <a:pt x="3531164" y="940629"/>
                  </a:lnTo>
                  <a:lnTo>
                    <a:pt x="3491009" y="1017677"/>
                  </a:lnTo>
                  <a:lnTo>
                    <a:pt x="3450840" y="1097591"/>
                  </a:lnTo>
                  <a:lnTo>
                    <a:pt x="3410625" y="1179984"/>
                  </a:lnTo>
                  <a:lnTo>
                    <a:pt x="3370352" y="1264405"/>
                  </a:lnTo>
                  <a:lnTo>
                    <a:pt x="3330023" y="1350351"/>
                  </a:lnTo>
                  <a:lnTo>
                    <a:pt x="3289655" y="1437277"/>
                  </a:lnTo>
                  <a:lnTo>
                    <a:pt x="3249269" y="1524614"/>
                  </a:lnTo>
                  <a:lnTo>
                    <a:pt x="3208890" y="1611778"/>
                  </a:lnTo>
                  <a:lnTo>
                    <a:pt x="3168543" y="1698193"/>
                  </a:lnTo>
                  <a:lnTo>
                    <a:pt x="3128246" y="1783302"/>
                  </a:lnTo>
                  <a:lnTo>
                    <a:pt x="3088007" y="1866583"/>
                  </a:lnTo>
                  <a:lnTo>
                    <a:pt x="3047822" y="1947564"/>
                  </a:lnTo>
                  <a:lnTo>
                    <a:pt x="3007666" y="2025828"/>
                  </a:lnTo>
                  <a:lnTo>
                    <a:pt x="2967496" y="2101028"/>
                  </a:lnTo>
                  <a:lnTo>
                    <a:pt x="2927241" y="2172885"/>
                  </a:lnTo>
                  <a:lnTo>
                    <a:pt x="2886805" y="2241192"/>
                  </a:lnTo>
                  <a:lnTo>
                    <a:pt x="2846057" y="2305814"/>
                  </a:lnTo>
                  <a:lnTo>
                    <a:pt x="2804832" y="2366684"/>
                  </a:lnTo>
                  <a:lnTo>
                    <a:pt x="2762923" y="2423798"/>
                  </a:lnTo>
                  <a:lnTo>
                    <a:pt x="2720073" y="2477208"/>
                  </a:lnTo>
                  <a:lnTo>
                    <a:pt x="2702183" y="2498035"/>
                  </a:lnTo>
                  <a:lnTo>
                    <a:pt x="2651326" y="2552594"/>
                  </a:lnTo>
                  <a:lnTo>
                    <a:pt x="2598124" y="2602510"/>
                  </a:lnTo>
                  <a:lnTo>
                    <a:pt x="2541934" y="2647942"/>
                  </a:lnTo>
                  <a:lnTo>
                    <a:pt x="2482049" y="2689196"/>
                  </a:lnTo>
                  <a:lnTo>
                    <a:pt x="2417736" y="2726645"/>
                  </a:lnTo>
                  <a:lnTo>
                    <a:pt x="2348273" y="2760674"/>
                  </a:lnTo>
                  <a:lnTo>
                    <a:pt x="2272993" y="2791648"/>
                  </a:lnTo>
                  <a:lnTo>
                    <a:pt x="2191347" y="2819893"/>
                  </a:lnTo>
                  <a:lnTo>
                    <a:pt x="2102987" y="2845679"/>
                  </a:lnTo>
                  <a:lnTo>
                    <a:pt x="2007860" y="2869221"/>
                  </a:lnTo>
                  <a:lnTo>
                    <a:pt x="1906345" y="2890668"/>
                  </a:lnTo>
                  <a:lnTo>
                    <a:pt x="1799374" y="2910109"/>
                  </a:lnTo>
                  <a:lnTo>
                    <a:pt x="1688561" y="2927577"/>
                  </a:lnTo>
                  <a:lnTo>
                    <a:pt x="1576268" y="2943060"/>
                  </a:lnTo>
                  <a:lnTo>
                    <a:pt x="1465578" y="2956518"/>
                  </a:lnTo>
                  <a:lnTo>
                    <a:pt x="1360118" y="2967913"/>
                  </a:lnTo>
                  <a:lnTo>
                    <a:pt x="1263723" y="2977234"/>
                  </a:lnTo>
                  <a:lnTo>
                    <a:pt x="1179956" y="2984528"/>
                  </a:lnTo>
                  <a:lnTo>
                    <a:pt x="1111561" y="2989918"/>
                  </a:lnTo>
                  <a:lnTo>
                    <a:pt x="1059990" y="2993613"/>
                  </a:lnTo>
                  <a:lnTo>
                    <a:pt x="1025100" y="2995894"/>
                  </a:lnTo>
                  <a:lnTo>
                    <a:pt x="1005080" y="2997092"/>
                  </a:lnTo>
                  <a:lnTo>
                    <a:pt x="996588" y="2997558"/>
                  </a:lnTo>
                  <a:lnTo>
                    <a:pt x="994944" y="2997642"/>
                  </a:lnTo>
                  <a:lnTo>
                    <a:pt x="994940" y="2997642"/>
                  </a:lnTo>
                  <a:lnTo>
                    <a:pt x="0" y="2997642"/>
                  </a:lnTo>
                  <a:lnTo>
                    <a:pt x="0" y="29976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9" name="pg2108"/>
            <p:cNvSpPr/>
            <p:nvPr/>
          </p:nvSpPr>
          <p:spPr>
            <a:xfrm>
              <a:off x="1199187" y="3437691"/>
              <a:ext cx="12049831" cy="2987161"/>
            </a:xfrm>
            <a:custGeom>
              <a:avLst/>
              <a:pathLst>
                <a:path w="12049831" h="2987161">
                  <a:moveTo>
                    <a:pt x="0" y="2987161"/>
                  </a:moveTo>
                  <a:lnTo>
                    <a:pt x="994940" y="2987161"/>
                  </a:lnTo>
                  <a:lnTo>
                    <a:pt x="996010" y="2987107"/>
                  </a:lnTo>
                  <a:lnTo>
                    <a:pt x="1003082" y="2986726"/>
                  </a:lnTo>
                  <a:lnTo>
                    <a:pt x="1021031" y="2985672"/>
                  </a:lnTo>
                  <a:lnTo>
                    <a:pt x="1053427" y="2983595"/>
                  </a:lnTo>
                  <a:lnTo>
                    <a:pt x="1102335" y="2980160"/>
                  </a:lnTo>
                  <a:lnTo>
                    <a:pt x="1168161" y="2975077"/>
                  </a:lnTo>
                  <a:lnTo>
                    <a:pt x="1249691" y="2968127"/>
                  </a:lnTo>
                  <a:lnTo>
                    <a:pt x="1344349" y="2959174"/>
                  </a:lnTo>
                  <a:lnTo>
                    <a:pt x="1448666" y="2948159"/>
                  </a:lnTo>
                  <a:lnTo>
                    <a:pt x="1558812" y="2935086"/>
                  </a:lnTo>
                  <a:lnTo>
                    <a:pt x="1671097" y="2919993"/>
                  </a:lnTo>
                  <a:lnTo>
                    <a:pt x="1782338" y="2902919"/>
                  </a:lnTo>
                  <a:lnTo>
                    <a:pt x="1890053" y="2883882"/>
                  </a:lnTo>
                  <a:lnTo>
                    <a:pt x="1992514" y="2862857"/>
                  </a:lnTo>
                  <a:lnTo>
                    <a:pt x="2088687" y="2839765"/>
                  </a:lnTo>
                  <a:lnTo>
                    <a:pt x="2178120" y="2814467"/>
                  </a:lnTo>
                  <a:lnTo>
                    <a:pt x="2260804" y="2786759"/>
                  </a:lnTo>
                  <a:lnTo>
                    <a:pt x="2337051" y="2756380"/>
                  </a:lnTo>
                  <a:lnTo>
                    <a:pt x="2407384" y="2723014"/>
                  </a:lnTo>
                  <a:lnTo>
                    <a:pt x="2472458" y="2686302"/>
                  </a:lnTo>
                  <a:lnTo>
                    <a:pt x="2532988" y="2645863"/>
                  </a:lnTo>
                  <a:lnTo>
                    <a:pt x="2589710" y="2601321"/>
                  </a:lnTo>
                  <a:lnTo>
                    <a:pt x="2643338" y="2552356"/>
                  </a:lnTo>
                  <a:lnTo>
                    <a:pt x="2694527" y="2498781"/>
                  </a:lnTo>
                  <a:lnTo>
                    <a:pt x="2702183" y="2490174"/>
                  </a:lnTo>
                  <a:lnTo>
                    <a:pt x="2745590" y="2438418"/>
                  </a:lnTo>
                  <a:lnTo>
                    <a:pt x="2787932" y="2383000"/>
                  </a:lnTo>
                  <a:lnTo>
                    <a:pt x="2829490" y="2323845"/>
                  </a:lnTo>
                  <a:lnTo>
                    <a:pt x="2870490" y="2260935"/>
                  </a:lnTo>
                  <a:lnTo>
                    <a:pt x="2911115" y="2194309"/>
                  </a:lnTo>
                  <a:lnTo>
                    <a:pt x="2951509" y="2124075"/>
                  </a:lnTo>
                  <a:lnTo>
                    <a:pt x="2991784" y="2050412"/>
                  </a:lnTo>
                  <a:lnTo>
                    <a:pt x="3032019" y="1973570"/>
                  </a:lnTo>
                  <a:lnTo>
                    <a:pt x="3072269" y="1893870"/>
                  </a:lnTo>
                  <a:lnTo>
                    <a:pt x="3112566" y="1811702"/>
                  </a:lnTo>
                  <a:lnTo>
                    <a:pt x="3152921" y="1727518"/>
                  </a:lnTo>
                  <a:lnTo>
                    <a:pt x="3193331" y="1641824"/>
                  </a:lnTo>
                  <a:lnTo>
                    <a:pt x="3233781" y="1555163"/>
                  </a:lnTo>
                  <a:lnTo>
                    <a:pt x="3274248" y="1468107"/>
                  </a:lnTo>
                  <a:lnTo>
                    <a:pt x="3314707" y="1381240"/>
                  </a:lnTo>
                  <a:lnTo>
                    <a:pt x="3355134" y="1295139"/>
                  </a:lnTo>
                  <a:lnTo>
                    <a:pt x="3395510" y="1210359"/>
                  </a:lnTo>
                  <a:lnTo>
                    <a:pt x="3435827" y="1127421"/>
                  </a:lnTo>
                  <a:lnTo>
                    <a:pt x="3476091" y="1046798"/>
                  </a:lnTo>
                  <a:lnTo>
                    <a:pt x="3516326" y="968901"/>
                  </a:lnTo>
                  <a:lnTo>
                    <a:pt x="3556579" y="894078"/>
                  </a:lnTo>
                  <a:lnTo>
                    <a:pt x="3596920" y="822604"/>
                  </a:lnTo>
                  <a:lnTo>
                    <a:pt x="3637448" y="754682"/>
                  </a:lnTo>
                  <a:lnTo>
                    <a:pt x="3678296" y="690445"/>
                  </a:lnTo>
                  <a:lnTo>
                    <a:pt x="3719632" y="629957"/>
                  </a:lnTo>
                  <a:lnTo>
                    <a:pt x="3761667" y="573219"/>
                  </a:lnTo>
                  <a:lnTo>
                    <a:pt x="3804661" y="520176"/>
                  </a:lnTo>
                  <a:lnTo>
                    <a:pt x="3820202" y="502227"/>
                  </a:lnTo>
                  <a:lnTo>
                    <a:pt x="3871070" y="447944"/>
                  </a:lnTo>
                  <a:lnTo>
                    <a:pt x="3924284" y="398281"/>
                  </a:lnTo>
                  <a:lnTo>
                    <a:pt x="3980487" y="353080"/>
                  </a:lnTo>
                  <a:lnTo>
                    <a:pt x="4040387" y="312036"/>
                  </a:lnTo>
                  <a:lnTo>
                    <a:pt x="4104718" y="274780"/>
                  </a:lnTo>
                  <a:lnTo>
                    <a:pt x="4174202" y="240926"/>
                  </a:lnTo>
                  <a:lnTo>
                    <a:pt x="4249506" y="210111"/>
                  </a:lnTo>
                  <a:lnTo>
                    <a:pt x="4331178" y="182013"/>
                  </a:lnTo>
                  <a:lnTo>
                    <a:pt x="4419569" y="156360"/>
                  </a:lnTo>
                  <a:lnTo>
                    <a:pt x="4514728" y="132942"/>
                  </a:lnTo>
                  <a:lnTo>
                    <a:pt x="4616278" y="111607"/>
                  </a:lnTo>
                  <a:lnTo>
                    <a:pt x="4723282" y="92268"/>
                  </a:lnTo>
                  <a:lnTo>
                    <a:pt x="4834125" y="74894"/>
                  </a:lnTo>
                  <a:lnTo>
                    <a:pt x="4946440" y="59495"/>
                  </a:lnTo>
                  <a:lnTo>
                    <a:pt x="5057143" y="46110"/>
                  </a:lnTo>
                  <a:lnTo>
                    <a:pt x="5162602" y="34779"/>
                  </a:lnTo>
                  <a:lnTo>
                    <a:pt x="5258980" y="25512"/>
                  </a:lnTo>
                  <a:lnTo>
                    <a:pt x="5342713" y="18262"/>
                  </a:lnTo>
                  <a:lnTo>
                    <a:pt x="5411060" y="12906"/>
                  </a:lnTo>
                  <a:lnTo>
                    <a:pt x="5462573" y="9236"/>
                  </a:lnTo>
                  <a:lnTo>
                    <a:pt x="5497402" y="6972"/>
                  </a:lnTo>
                  <a:lnTo>
                    <a:pt x="5517366" y="5784"/>
                  </a:lnTo>
                  <a:lnTo>
                    <a:pt x="5525817" y="5322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75" y="5286"/>
                  </a:lnTo>
                  <a:lnTo>
                    <a:pt x="6530671" y="5609"/>
                  </a:lnTo>
                  <a:lnTo>
                    <a:pt x="6548928" y="6503"/>
                  </a:lnTo>
                  <a:lnTo>
                    <a:pt x="6581859" y="8266"/>
                  </a:lnTo>
                  <a:lnTo>
                    <a:pt x="6631531" y="11180"/>
                  </a:lnTo>
                  <a:lnTo>
                    <a:pt x="6698312" y="15489"/>
                  </a:lnTo>
                  <a:lnTo>
                    <a:pt x="6780912" y="21378"/>
                  </a:lnTo>
                  <a:lnTo>
                    <a:pt x="6876666" y="28960"/>
                  </a:lnTo>
                  <a:lnTo>
                    <a:pt x="6982012" y="38281"/>
                  </a:lnTo>
                  <a:lnTo>
                    <a:pt x="7093046" y="49336"/>
                  </a:lnTo>
                  <a:lnTo>
                    <a:pt x="7206032" y="62092"/>
                  </a:lnTo>
                  <a:lnTo>
                    <a:pt x="7317771" y="76517"/>
                  </a:lnTo>
                  <a:lnTo>
                    <a:pt x="7425789" y="92597"/>
                  </a:lnTo>
                  <a:lnTo>
                    <a:pt x="7528384" y="110356"/>
                  </a:lnTo>
                  <a:lnTo>
                    <a:pt x="7624555" y="129867"/>
                  </a:lnTo>
                  <a:lnTo>
                    <a:pt x="7713886" y="151251"/>
                  </a:lnTo>
                  <a:lnTo>
                    <a:pt x="7796405" y="174687"/>
                  </a:lnTo>
                  <a:lnTo>
                    <a:pt x="7872455" y="200400"/>
                  </a:lnTo>
                  <a:lnTo>
                    <a:pt x="7942588" y="228663"/>
                  </a:lnTo>
                  <a:lnTo>
                    <a:pt x="8007477" y="259784"/>
                  </a:lnTo>
                  <a:lnTo>
                    <a:pt x="8067858" y="294087"/>
                  </a:lnTo>
                  <a:lnTo>
                    <a:pt x="8124479" y="331888"/>
                  </a:lnTo>
                  <a:lnTo>
                    <a:pt x="8178061" y="373447"/>
                  </a:lnTo>
                  <a:lnTo>
                    <a:pt x="8229260" y="418901"/>
                  </a:lnTo>
                  <a:lnTo>
                    <a:pt x="8229629" y="419250"/>
                  </a:lnTo>
                  <a:lnTo>
                    <a:pt x="8275962" y="465424"/>
                  </a:lnTo>
                  <a:lnTo>
                    <a:pt x="8321103" y="515087"/>
                  </a:lnTo>
                  <a:lnTo>
                    <a:pt x="8365387" y="568307"/>
                  </a:lnTo>
                  <a:lnTo>
                    <a:pt x="8409080" y="625095"/>
                  </a:lnTo>
                  <a:lnTo>
                    <a:pt x="8452394" y="685394"/>
                  </a:lnTo>
                  <a:lnTo>
                    <a:pt x="8495491" y="749072"/>
                  </a:lnTo>
                  <a:lnTo>
                    <a:pt x="8538493" y="815921"/>
                  </a:lnTo>
                  <a:lnTo>
                    <a:pt x="8581483" y="885654"/>
                  </a:lnTo>
                  <a:lnTo>
                    <a:pt x="8624512" y="957909"/>
                  </a:lnTo>
                  <a:lnTo>
                    <a:pt x="8667605" y="1032251"/>
                  </a:lnTo>
                  <a:lnTo>
                    <a:pt x="8710764" y="1108187"/>
                  </a:lnTo>
                  <a:lnTo>
                    <a:pt x="8753973" y="1185172"/>
                  </a:lnTo>
                  <a:lnTo>
                    <a:pt x="8797207" y="1262630"/>
                  </a:lnTo>
                  <a:lnTo>
                    <a:pt x="8840434" y="1339971"/>
                  </a:lnTo>
                  <a:lnTo>
                    <a:pt x="8883626" y="1416608"/>
                  </a:lnTo>
                  <a:lnTo>
                    <a:pt x="8926759" y="1491974"/>
                  </a:lnTo>
                  <a:lnTo>
                    <a:pt x="8969826" y="1565545"/>
                  </a:lnTo>
                  <a:lnTo>
                    <a:pt x="9012835" y="1636849"/>
                  </a:lnTo>
                  <a:lnTo>
                    <a:pt x="9055822" y="1705478"/>
                  </a:lnTo>
                  <a:lnTo>
                    <a:pt x="9098850" y="1771100"/>
                  </a:lnTo>
                  <a:lnTo>
                    <a:pt x="9142016" y="1833459"/>
                  </a:lnTo>
                  <a:lnTo>
                    <a:pt x="9185458" y="1892378"/>
                  </a:lnTo>
                  <a:lnTo>
                    <a:pt x="9229357" y="1947755"/>
                  </a:lnTo>
                  <a:lnTo>
                    <a:pt x="9273945" y="1999561"/>
                  </a:lnTo>
                  <a:lnTo>
                    <a:pt x="9319515" y="2047829"/>
                  </a:lnTo>
                  <a:lnTo>
                    <a:pt x="9347647" y="2075291"/>
                  </a:lnTo>
                  <a:lnTo>
                    <a:pt x="9398831" y="2120773"/>
                  </a:lnTo>
                  <a:lnTo>
                    <a:pt x="9452392" y="2162361"/>
                  </a:lnTo>
                  <a:lnTo>
                    <a:pt x="9508988" y="2200189"/>
                  </a:lnTo>
                  <a:lnTo>
                    <a:pt x="9569339" y="2234516"/>
                  </a:lnTo>
                  <a:lnTo>
                    <a:pt x="9634192" y="2265659"/>
                  </a:lnTo>
                  <a:lnTo>
                    <a:pt x="9704284" y="2293942"/>
                  </a:lnTo>
                  <a:lnTo>
                    <a:pt x="9780288" y="2319673"/>
                  </a:lnTo>
                  <a:lnTo>
                    <a:pt x="9862758" y="2343125"/>
                  </a:lnTo>
                  <a:lnTo>
                    <a:pt x="9952038" y="2364524"/>
                  </a:lnTo>
                  <a:lnTo>
                    <a:pt x="10048160" y="2384047"/>
                  </a:lnTo>
                  <a:lnTo>
                    <a:pt x="10150710" y="2401819"/>
                  </a:lnTo>
                  <a:lnTo>
                    <a:pt x="10258694" y="2417912"/>
                  </a:lnTo>
                  <a:lnTo>
                    <a:pt x="10370413" y="2432349"/>
                  </a:lnTo>
                  <a:lnTo>
                    <a:pt x="10483402" y="2445117"/>
                  </a:lnTo>
                  <a:lnTo>
                    <a:pt x="10594463" y="2456185"/>
                  </a:lnTo>
                  <a:lnTo>
                    <a:pt x="10699864" y="2465518"/>
                  </a:lnTo>
                  <a:lnTo>
                    <a:pt x="10795703" y="2473113"/>
                  </a:lnTo>
                  <a:lnTo>
                    <a:pt x="10878411" y="2479014"/>
                  </a:lnTo>
                  <a:lnTo>
                    <a:pt x="10945315" y="2483335"/>
                  </a:lnTo>
                  <a:lnTo>
                    <a:pt x="10995114" y="2486258"/>
                  </a:lnTo>
                  <a:lnTo>
                    <a:pt x="11028163" y="2488028"/>
                  </a:lnTo>
                  <a:lnTo>
                    <a:pt x="11046516" y="2488927"/>
                  </a:lnTo>
                  <a:lnTo>
                    <a:pt x="11053778" y="2489254"/>
                  </a:lnTo>
                  <a:lnTo>
                    <a:pt x="11054891" y="2489301"/>
                  </a:lnTo>
                  <a:lnTo>
                    <a:pt x="12049831" y="2489301"/>
                  </a:lnTo>
                  <a:lnTo>
                    <a:pt x="12049831" y="2484060"/>
                  </a:lnTo>
                  <a:lnTo>
                    <a:pt x="11054891" y="2484060"/>
                  </a:lnTo>
                  <a:lnTo>
                    <a:pt x="11053801" y="2484015"/>
                  </a:lnTo>
                  <a:lnTo>
                    <a:pt x="11046605" y="2483691"/>
                  </a:lnTo>
                  <a:lnTo>
                    <a:pt x="11028348" y="2482797"/>
                  </a:lnTo>
                  <a:lnTo>
                    <a:pt x="10995417" y="2481035"/>
                  </a:lnTo>
                  <a:lnTo>
                    <a:pt x="10945745" y="2478121"/>
                  </a:lnTo>
                  <a:lnTo>
                    <a:pt x="10878964" y="2473811"/>
                  </a:lnTo>
                  <a:lnTo>
                    <a:pt x="10796364" y="2467922"/>
                  </a:lnTo>
                  <a:lnTo>
                    <a:pt x="10700610" y="2460340"/>
                  </a:lnTo>
                  <a:lnTo>
                    <a:pt x="10595265" y="2451019"/>
                  </a:lnTo>
                  <a:lnTo>
                    <a:pt x="10484231" y="2439965"/>
                  </a:lnTo>
                  <a:lnTo>
                    <a:pt x="10371244" y="2427208"/>
                  </a:lnTo>
                  <a:lnTo>
                    <a:pt x="10259505" y="2412783"/>
                  </a:lnTo>
                  <a:lnTo>
                    <a:pt x="10151487" y="2396703"/>
                  </a:lnTo>
                  <a:lnTo>
                    <a:pt x="10048893" y="2378944"/>
                  </a:lnTo>
                  <a:lnTo>
                    <a:pt x="9952721" y="2359433"/>
                  </a:lnTo>
                  <a:lnTo>
                    <a:pt x="9863390" y="2338049"/>
                  </a:lnTo>
                  <a:lnTo>
                    <a:pt x="9780871" y="2314613"/>
                  </a:lnTo>
                  <a:lnTo>
                    <a:pt x="9704821" y="2288900"/>
                  </a:lnTo>
                  <a:lnTo>
                    <a:pt x="9634689" y="2260637"/>
                  </a:lnTo>
                  <a:lnTo>
                    <a:pt x="9569799" y="2229516"/>
                  </a:lnTo>
                  <a:lnTo>
                    <a:pt x="9509418" y="2195213"/>
                  </a:lnTo>
                  <a:lnTo>
                    <a:pt x="9452797" y="2157412"/>
                  </a:lnTo>
                  <a:lnTo>
                    <a:pt x="9399216" y="2115853"/>
                  </a:lnTo>
                  <a:lnTo>
                    <a:pt x="9348017" y="2070399"/>
                  </a:lnTo>
                  <a:lnTo>
                    <a:pt x="9347647" y="2070050"/>
                  </a:lnTo>
                  <a:lnTo>
                    <a:pt x="9301314" y="2023876"/>
                  </a:lnTo>
                  <a:lnTo>
                    <a:pt x="9256173" y="1974214"/>
                  </a:lnTo>
                  <a:lnTo>
                    <a:pt x="9211890" y="1920993"/>
                  </a:lnTo>
                  <a:lnTo>
                    <a:pt x="9168197" y="1864205"/>
                  </a:lnTo>
                  <a:lnTo>
                    <a:pt x="9124883" y="1803906"/>
                  </a:lnTo>
                  <a:lnTo>
                    <a:pt x="9081785" y="1740228"/>
                  </a:lnTo>
                  <a:lnTo>
                    <a:pt x="9038784" y="1673380"/>
                  </a:lnTo>
                  <a:lnTo>
                    <a:pt x="8995794" y="1603646"/>
                  </a:lnTo>
                  <a:lnTo>
                    <a:pt x="8952764" y="1531392"/>
                  </a:lnTo>
                  <a:lnTo>
                    <a:pt x="8909671" y="1457049"/>
                  </a:lnTo>
                  <a:lnTo>
                    <a:pt x="8866513" y="1381114"/>
                  </a:lnTo>
                  <a:lnTo>
                    <a:pt x="8823304" y="1304129"/>
                  </a:lnTo>
                  <a:lnTo>
                    <a:pt x="8780070" y="1226670"/>
                  </a:lnTo>
                  <a:lnTo>
                    <a:pt x="8736842" y="1149329"/>
                  </a:lnTo>
                  <a:lnTo>
                    <a:pt x="8693651" y="1072692"/>
                  </a:lnTo>
                  <a:lnTo>
                    <a:pt x="8650517" y="997326"/>
                  </a:lnTo>
                  <a:lnTo>
                    <a:pt x="8607451" y="923755"/>
                  </a:lnTo>
                  <a:lnTo>
                    <a:pt x="8564441" y="852451"/>
                  </a:lnTo>
                  <a:lnTo>
                    <a:pt x="8521455" y="783822"/>
                  </a:lnTo>
                  <a:lnTo>
                    <a:pt x="8478427" y="718200"/>
                  </a:lnTo>
                  <a:lnTo>
                    <a:pt x="8435260" y="655841"/>
                  </a:lnTo>
                  <a:lnTo>
                    <a:pt x="8391818" y="596922"/>
                  </a:lnTo>
                  <a:lnTo>
                    <a:pt x="8347919" y="541545"/>
                  </a:lnTo>
                  <a:lnTo>
                    <a:pt x="8303331" y="489740"/>
                  </a:lnTo>
                  <a:lnTo>
                    <a:pt x="8257762" y="441471"/>
                  </a:lnTo>
                  <a:lnTo>
                    <a:pt x="8229629" y="414010"/>
                  </a:lnTo>
                  <a:lnTo>
                    <a:pt x="8178446" y="368527"/>
                  </a:lnTo>
                  <a:lnTo>
                    <a:pt x="8124884" y="326939"/>
                  </a:lnTo>
                  <a:lnTo>
                    <a:pt x="8068288" y="289111"/>
                  </a:lnTo>
                  <a:lnTo>
                    <a:pt x="8007937" y="254784"/>
                  </a:lnTo>
                  <a:lnTo>
                    <a:pt x="7943084" y="223641"/>
                  </a:lnTo>
                  <a:lnTo>
                    <a:pt x="7872993" y="195358"/>
                  </a:lnTo>
                  <a:lnTo>
                    <a:pt x="7796989" y="169627"/>
                  </a:lnTo>
                  <a:lnTo>
                    <a:pt x="7714519" y="146176"/>
                  </a:lnTo>
                  <a:lnTo>
                    <a:pt x="7625238" y="124777"/>
                  </a:lnTo>
                  <a:lnTo>
                    <a:pt x="7529117" y="105253"/>
                  </a:lnTo>
                  <a:lnTo>
                    <a:pt x="7426567" y="87481"/>
                  </a:lnTo>
                  <a:lnTo>
                    <a:pt x="7318583" y="71389"/>
                  </a:lnTo>
                  <a:lnTo>
                    <a:pt x="7206863" y="56952"/>
                  </a:lnTo>
                  <a:lnTo>
                    <a:pt x="7093875" y="44183"/>
                  </a:lnTo>
                  <a:lnTo>
                    <a:pt x="6982814" y="33116"/>
                  </a:lnTo>
                  <a:lnTo>
                    <a:pt x="6877412" y="23782"/>
                  </a:lnTo>
                  <a:lnTo>
                    <a:pt x="6781573" y="16187"/>
                  </a:lnTo>
                  <a:lnTo>
                    <a:pt x="6698865" y="10286"/>
                  </a:lnTo>
                  <a:lnTo>
                    <a:pt x="6631961" y="5965"/>
                  </a:lnTo>
                  <a:lnTo>
                    <a:pt x="6582163" y="3042"/>
                  </a:lnTo>
                  <a:lnTo>
                    <a:pt x="6549114" y="1272"/>
                  </a:lnTo>
                  <a:lnTo>
                    <a:pt x="6530760" y="373"/>
                  </a:lnTo>
                  <a:lnTo>
                    <a:pt x="6523499" y="4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5" y="53"/>
                  </a:lnTo>
                  <a:lnTo>
                    <a:pt x="5519303" y="435"/>
                  </a:lnTo>
                  <a:lnTo>
                    <a:pt x="5501354" y="1488"/>
                  </a:lnTo>
                  <a:lnTo>
                    <a:pt x="5468958" y="3565"/>
                  </a:lnTo>
                  <a:lnTo>
                    <a:pt x="5420050" y="7001"/>
                  </a:lnTo>
                  <a:lnTo>
                    <a:pt x="5354224" y="12083"/>
                  </a:lnTo>
                  <a:lnTo>
                    <a:pt x="5272694" y="19033"/>
                  </a:lnTo>
                  <a:lnTo>
                    <a:pt x="5178036" y="27987"/>
                  </a:lnTo>
                  <a:lnTo>
                    <a:pt x="5073719" y="39002"/>
                  </a:lnTo>
                  <a:lnTo>
                    <a:pt x="4963573" y="52074"/>
                  </a:lnTo>
                  <a:lnTo>
                    <a:pt x="4851288" y="67167"/>
                  </a:lnTo>
                  <a:lnTo>
                    <a:pt x="4740047" y="84242"/>
                  </a:lnTo>
                  <a:lnTo>
                    <a:pt x="4632332" y="103279"/>
                  </a:lnTo>
                  <a:lnTo>
                    <a:pt x="4529871" y="124304"/>
                  </a:lnTo>
                  <a:lnTo>
                    <a:pt x="4433698" y="147395"/>
                  </a:lnTo>
                  <a:lnTo>
                    <a:pt x="4344265" y="172694"/>
                  </a:lnTo>
                  <a:lnTo>
                    <a:pt x="4261581" y="200402"/>
                  </a:lnTo>
                  <a:lnTo>
                    <a:pt x="4185334" y="230781"/>
                  </a:lnTo>
                  <a:lnTo>
                    <a:pt x="4115001" y="264147"/>
                  </a:lnTo>
                  <a:lnTo>
                    <a:pt x="4049927" y="300858"/>
                  </a:lnTo>
                  <a:lnTo>
                    <a:pt x="3989397" y="341297"/>
                  </a:lnTo>
                  <a:lnTo>
                    <a:pt x="3932675" y="385839"/>
                  </a:lnTo>
                  <a:lnTo>
                    <a:pt x="3879047" y="434805"/>
                  </a:lnTo>
                  <a:lnTo>
                    <a:pt x="3827858" y="488380"/>
                  </a:lnTo>
                  <a:lnTo>
                    <a:pt x="3820202" y="496986"/>
                  </a:lnTo>
                  <a:lnTo>
                    <a:pt x="3776795" y="548742"/>
                  </a:lnTo>
                  <a:lnTo>
                    <a:pt x="3734453" y="604160"/>
                  </a:lnTo>
                  <a:lnTo>
                    <a:pt x="3692895" y="663315"/>
                  </a:lnTo>
                  <a:lnTo>
                    <a:pt x="3651895" y="726226"/>
                  </a:lnTo>
                  <a:lnTo>
                    <a:pt x="3611270" y="792852"/>
                  </a:lnTo>
                  <a:lnTo>
                    <a:pt x="3570876" y="863085"/>
                  </a:lnTo>
                  <a:lnTo>
                    <a:pt x="3530601" y="936748"/>
                  </a:lnTo>
                  <a:lnTo>
                    <a:pt x="3490366" y="1013591"/>
                  </a:lnTo>
                  <a:lnTo>
                    <a:pt x="3450116" y="1093291"/>
                  </a:lnTo>
                  <a:lnTo>
                    <a:pt x="3409819" y="1175459"/>
                  </a:lnTo>
                  <a:lnTo>
                    <a:pt x="3369464" y="1259642"/>
                  </a:lnTo>
                  <a:lnTo>
                    <a:pt x="3329054" y="1345337"/>
                  </a:lnTo>
                  <a:lnTo>
                    <a:pt x="3288604" y="1431998"/>
                  </a:lnTo>
                  <a:lnTo>
                    <a:pt x="3248137" y="1519053"/>
                  </a:lnTo>
                  <a:lnTo>
                    <a:pt x="3207678" y="1605920"/>
                  </a:lnTo>
                  <a:lnTo>
                    <a:pt x="3167251" y="1692022"/>
                  </a:lnTo>
                  <a:lnTo>
                    <a:pt x="3126875" y="1776801"/>
                  </a:lnTo>
                  <a:lnTo>
                    <a:pt x="3086558" y="1859739"/>
                  </a:lnTo>
                  <a:lnTo>
                    <a:pt x="3046294" y="1940363"/>
                  </a:lnTo>
                  <a:lnTo>
                    <a:pt x="3006059" y="2018259"/>
                  </a:lnTo>
                  <a:lnTo>
                    <a:pt x="2965806" y="2093082"/>
                  </a:lnTo>
                  <a:lnTo>
                    <a:pt x="2925465" y="2164557"/>
                  </a:lnTo>
                  <a:lnTo>
                    <a:pt x="2884937" y="2232478"/>
                  </a:lnTo>
                  <a:lnTo>
                    <a:pt x="2844089" y="2296715"/>
                  </a:lnTo>
                  <a:lnTo>
                    <a:pt x="2802753" y="2357203"/>
                  </a:lnTo>
                  <a:lnTo>
                    <a:pt x="2760718" y="2413941"/>
                  </a:lnTo>
                  <a:lnTo>
                    <a:pt x="2717724" y="2466985"/>
                  </a:lnTo>
                  <a:lnTo>
                    <a:pt x="2702183" y="2484933"/>
                  </a:lnTo>
                  <a:lnTo>
                    <a:pt x="2651315" y="2539217"/>
                  </a:lnTo>
                  <a:lnTo>
                    <a:pt x="2598101" y="2588880"/>
                  </a:lnTo>
                  <a:lnTo>
                    <a:pt x="2541898" y="2634081"/>
                  </a:lnTo>
                  <a:lnTo>
                    <a:pt x="2481998" y="2675124"/>
                  </a:lnTo>
                  <a:lnTo>
                    <a:pt x="2417667" y="2712381"/>
                  </a:lnTo>
                  <a:lnTo>
                    <a:pt x="2348183" y="2746235"/>
                  </a:lnTo>
                  <a:lnTo>
                    <a:pt x="2272879" y="2777049"/>
                  </a:lnTo>
                  <a:lnTo>
                    <a:pt x="2191207" y="2805147"/>
                  </a:lnTo>
                  <a:lnTo>
                    <a:pt x="2102816" y="2830800"/>
                  </a:lnTo>
                  <a:lnTo>
                    <a:pt x="2007657" y="2854219"/>
                  </a:lnTo>
                  <a:lnTo>
                    <a:pt x="1906107" y="2875553"/>
                  </a:lnTo>
                  <a:lnTo>
                    <a:pt x="1799103" y="2894892"/>
                  </a:lnTo>
                  <a:lnTo>
                    <a:pt x="1688260" y="2912267"/>
                  </a:lnTo>
                  <a:lnTo>
                    <a:pt x="1575945" y="2927666"/>
                  </a:lnTo>
                  <a:lnTo>
                    <a:pt x="1465242" y="2941050"/>
                  </a:lnTo>
                  <a:lnTo>
                    <a:pt x="1359783" y="2952381"/>
                  </a:lnTo>
                  <a:lnTo>
                    <a:pt x="1263405" y="2961648"/>
                  </a:lnTo>
                  <a:lnTo>
                    <a:pt x="1179672" y="2968898"/>
                  </a:lnTo>
                  <a:lnTo>
                    <a:pt x="1111325" y="2974254"/>
                  </a:lnTo>
                  <a:lnTo>
                    <a:pt x="1059812" y="2977925"/>
                  </a:lnTo>
                  <a:lnTo>
                    <a:pt x="1024983" y="2980189"/>
                  </a:lnTo>
                  <a:lnTo>
                    <a:pt x="1005019" y="2981376"/>
                  </a:lnTo>
                  <a:lnTo>
                    <a:pt x="996568" y="2981838"/>
                  </a:lnTo>
                  <a:lnTo>
                    <a:pt x="994940" y="2981920"/>
                  </a:lnTo>
                  <a:lnTo>
                    <a:pt x="0" y="2981920"/>
                  </a:lnTo>
                  <a:close/>
                </a:path>
              </a:pathLst>
            </a:custGeom>
            <a:solidFill>
              <a:srgbClr val="F1C40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10" name="pl2109"/>
            <p:cNvSpPr/>
            <p:nvPr/>
          </p:nvSpPr>
          <p:spPr>
            <a:xfrm>
              <a:off x="1199187" y="3442932"/>
              <a:ext cx="12049831" cy="2981920"/>
            </a:xfrm>
            <a:custGeom>
              <a:avLst/>
              <a:pathLst>
                <a:path w="12049831" h="2981920">
                  <a:moveTo>
                    <a:pt x="0" y="2981920"/>
                  </a:moveTo>
                  <a:lnTo>
                    <a:pt x="994940" y="2981920"/>
                  </a:lnTo>
                  <a:lnTo>
                    <a:pt x="996010" y="2981867"/>
                  </a:lnTo>
                  <a:lnTo>
                    <a:pt x="1003082" y="2981485"/>
                  </a:lnTo>
                  <a:lnTo>
                    <a:pt x="1021031" y="2980432"/>
                  </a:lnTo>
                  <a:lnTo>
                    <a:pt x="1053427" y="2978355"/>
                  </a:lnTo>
                  <a:lnTo>
                    <a:pt x="1102335" y="2974919"/>
                  </a:lnTo>
                  <a:lnTo>
                    <a:pt x="1168161" y="2969836"/>
                  </a:lnTo>
                  <a:lnTo>
                    <a:pt x="1249691" y="2962886"/>
                  </a:lnTo>
                  <a:lnTo>
                    <a:pt x="1344349" y="2953933"/>
                  </a:lnTo>
                  <a:lnTo>
                    <a:pt x="1448666" y="2942918"/>
                  </a:lnTo>
                  <a:lnTo>
                    <a:pt x="1558812" y="2929846"/>
                  </a:lnTo>
                  <a:lnTo>
                    <a:pt x="1671097" y="2914752"/>
                  </a:lnTo>
                  <a:lnTo>
                    <a:pt x="1782338" y="2897678"/>
                  </a:lnTo>
                  <a:lnTo>
                    <a:pt x="1890053" y="2878641"/>
                  </a:lnTo>
                  <a:lnTo>
                    <a:pt x="1992514" y="2857616"/>
                  </a:lnTo>
                  <a:lnTo>
                    <a:pt x="2088687" y="2834525"/>
                  </a:lnTo>
                  <a:lnTo>
                    <a:pt x="2178120" y="2809226"/>
                  </a:lnTo>
                  <a:lnTo>
                    <a:pt x="2260804" y="2781518"/>
                  </a:lnTo>
                  <a:lnTo>
                    <a:pt x="2337051" y="2751139"/>
                  </a:lnTo>
                  <a:lnTo>
                    <a:pt x="2407384" y="2717773"/>
                  </a:lnTo>
                  <a:lnTo>
                    <a:pt x="2472458" y="2681062"/>
                  </a:lnTo>
                  <a:lnTo>
                    <a:pt x="2532988" y="2640623"/>
                  </a:lnTo>
                  <a:lnTo>
                    <a:pt x="2589710" y="2596081"/>
                  </a:lnTo>
                  <a:lnTo>
                    <a:pt x="2643338" y="2547115"/>
                  </a:lnTo>
                  <a:lnTo>
                    <a:pt x="2694527" y="2493540"/>
                  </a:lnTo>
                  <a:lnTo>
                    <a:pt x="2702183" y="2484933"/>
                  </a:lnTo>
                  <a:lnTo>
                    <a:pt x="2745590" y="2433177"/>
                  </a:lnTo>
                  <a:lnTo>
                    <a:pt x="2787932" y="2377759"/>
                  </a:lnTo>
                  <a:lnTo>
                    <a:pt x="2829490" y="2318605"/>
                  </a:lnTo>
                  <a:lnTo>
                    <a:pt x="2870490" y="2255694"/>
                  </a:lnTo>
                  <a:lnTo>
                    <a:pt x="2911115" y="2189068"/>
                  </a:lnTo>
                  <a:lnTo>
                    <a:pt x="2951509" y="2118834"/>
                  </a:lnTo>
                  <a:lnTo>
                    <a:pt x="2991784" y="2045171"/>
                  </a:lnTo>
                  <a:lnTo>
                    <a:pt x="3032019" y="1968329"/>
                  </a:lnTo>
                  <a:lnTo>
                    <a:pt x="3072269" y="1888629"/>
                  </a:lnTo>
                  <a:lnTo>
                    <a:pt x="3112566" y="1806461"/>
                  </a:lnTo>
                  <a:lnTo>
                    <a:pt x="3152921" y="1722278"/>
                  </a:lnTo>
                  <a:lnTo>
                    <a:pt x="3193331" y="1636583"/>
                  </a:lnTo>
                  <a:lnTo>
                    <a:pt x="3233781" y="1549922"/>
                  </a:lnTo>
                  <a:lnTo>
                    <a:pt x="3274248" y="1462867"/>
                  </a:lnTo>
                  <a:lnTo>
                    <a:pt x="3314707" y="1376000"/>
                  </a:lnTo>
                  <a:lnTo>
                    <a:pt x="3355134" y="1289898"/>
                  </a:lnTo>
                  <a:lnTo>
                    <a:pt x="3395510" y="1205118"/>
                  </a:lnTo>
                  <a:lnTo>
                    <a:pt x="3435827" y="1122181"/>
                  </a:lnTo>
                  <a:lnTo>
                    <a:pt x="3476091" y="1041557"/>
                  </a:lnTo>
                  <a:lnTo>
                    <a:pt x="3516326" y="963661"/>
                  </a:lnTo>
                  <a:lnTo>
                    <a:pt x="3556579" y="888837"/>
                  </a:lnTo>
                  <a:lnTo>
                    <a:pt x="3596920" y="817363"/>
                  </a:lnTo>
                  <a:lnTo>
                    <a:pt x="3637448" y="749441"/>
                  </a:lnTo>
                  <a:lnTo>
                    <a:pt x="3678296" y="685204"/>
                  </a:lnTo>
                  <a:lnTo>
                    <a:pt x="3719632" y="624716"/>
                  </a:lnTo>
                  <a:lnTo>
                    <a:pt x="3761667" y="567979"/>
                  </a:lnTo>
                  <a:lnTo>
                    <a:pt x="3804661" y="514935"/>
                  </a:lnTo>
                  <a:lnTo>
                    <a:pt x="3820202" y="496986"/>
                  </a:lnTo>
                  <a:lnTo>
                    <a:pt x="3871070" y="442703"/>
                  </a:lnTo>
                  <a:lnTo>
                    <a:pt x="3924284" y="393040"/>
                  </a:lnTo>
                  <a:lnTo>
                    <a:pt x="3980487" y="347839"/>
                  </a:lnTo>
                  <a:lnTo>
                    <a:pt x="4040387" y="306796"/>
                  </a:lnTo>
                  <a:lnTo>
                    <a:pt x="4104718" y="269539"/>
                  </a:lnTo>
                  <a:lnTo>
                    <a:pt x="4174202" y="235685"/>
                  </a:lnTo>
                  <a:lnTo>
                    <a:pt x="4249506" y="204871"/>
                  </a:lnTo>
                  <a:lnTo>
                    <a:pt x="4331178" y="176772"/>
                  </a:lnTo>
                  <a:lnTo>
                    <a:pt x="4419569" y="151120"/>
                  </a:lnTo>
                  <a:lnTo>
                    <a:pt x="4514728" y="127701"/>
                  </a:lnTo>
                  <a:lnTo>
                    <a:pt x="4616278" y="106366"/>
                  </a:lnTo>
                  <a:lnTo>
                    <a:pt x="4723282" y="87028"/>
                  </a:lnTo>
                  <a:lnTo>
                    <a:pt x="4834125" y="69653"/>
                  </a:lnTo>
                  <a:lnTo>
                    <a:pt x="4946440" y="54254"/>
                  </a:lnTo>
                  <a:lnTo>
                    <a:pt x="5057143" y="40870"/>
                  </a:lnTo>
                  <a:lnTo>
                    <a:pt x="5162602" y="29539"/>
                  </a:lnTo>
                  <a:lnTo>
                    <a:pt x="5258980" y="20272"/>
                  </a:lnTo>
                  <a:lnTo>
                    <a:pt x="5342713" y="13022"/>
                  </a:lnTo>
                  <a:lnTo>
                    <a:pt x="5411060" y="7665"/>
                  </a:lnTo>
                  <a:lnTo>
                    <a:pt x="5462573" y="3995"/>
                  </a:lnTo>
                  <a:lnTo>
                    <a:pt x="5497402" y="1731"/>
                  </a:lnTo>
                  <a:lnTo>
                    <a:pt x="5517366" y="543"/>
                  </a:lnTo>
                  <a:lnTo>
                    <a:pt x="5525817" y="82"/>
                  </a:lnTo>
                  <a:lnTo>
                    <a:pt x="5527441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75" y="45"/>
                  </a:lnTo>
                  <a:lnTo>
                    <a:pt x="6530671" y="369"/>
                  </a:lnTo>
                  <a:lnTo>
                    <a:pt x="6548928" y="1263"/>
                  </a:lnTo>
                  <a:lnTo>
                    <a:pt x="6581859" y="3025"/>
                  </a:lnTo>
                  <a:lnTo>
                    <a:pt x="6631531" y="5939"/>
                  </a:lnTo>
                  <a:lnTo>
                    <a:pt x="6698312" y="10249"/>
                  </a:lnTo>
                  <a:lnTo>
                    <a:pt x="6780912" y="16138"/>
                  </a:lnTo>
                  <a:lnTo>
                    <a:pt x="6876666" y="23720"/>
                  </a:lnTo>
                  <a:lnTo>
                    <a:pt x="6982012" y="33041"/>
                  </a:lnTo>
                  <a:lnTo>
                    <a:pt x="7093046" y="44095"/>
                  </a:lnTo>
                  <a:lnTo>
                    <a:pt x="7206032" y="56851"/>
                  </a:lnTo>
                  <a:lnTo>
                    <a:pt x="7317771" y="71276"/>
                  </a:lnTo>
                  <a:lnTo>
                    <a:pt x="7425789" y="87356"/>
                  </a:lnTo>
                  <a:lnTo>
                    <a:pt x="7528384" y="105116"/>
                  </a:lnTo>
                  <a:lnTo>
                    <a:pt x="7624555" y="124626"/>
                  </a:lnTo>
                  <a:lnTo>
                    <a:pt x="7713886" y="146011"/>
                  </a:lnTo>
                  <a:lnTo>
                    <a:pt x="7796405" y="169446"/>
                  </a:lnTo>
                  <a:lnTo>
                    <a:pt x="7872455" y="195159"/>
                  </a:lnTo>
                  <a:lnTo>
                    <a:pt x="7942588" y="223423"/>
                  </a:lnTo>
                  <a:lnTo>
                    <a:pt x="8007477" y="254543"/>
                  </a:lnTo>
                  <a:lnTo>
                    <a:pt x="8067858" y="288846"/>
                  </a:lnTo>
                  <a:lnTo>
                    <a:pt x="8124479" y="326647"/>
                  </a:lnTo>
                  <a:lnTo>
                    <a:pt x="8178061" y="368206"/>
                  </a:lnTo>
                  <a:lnTo>
                    <a:pt x="8229260" y="413660"/>
                  </a:lnTo>
                  <a:lnTo>
                    <a:pt x="8229629" y="414010"/>
                  </a:lnTo>
                  <a:lnTo>
                    <a:pt x="8275962" y="460184"/>
                  </a:lnTo>
                  <a:lnTo>
                    <a:pt x="8321103" y="509846"/>
                  </a:lnTo>
                  <a:lnTo>
                    <a:pt x="8365387" y="563066"/>
                  </a:lnTo>
                  <a:lnTo>
                    <a:pt x="8409080" y="619854"/>
                  </a:lnTo>
                  <a:lnTo>
                    <a:pt x="8452394" y="680153"/>
                  </a:lnTo>
                  <a:lnTo>
                    <a:pt x="8495491" y="743831"/>
                  </a:lnTo>
                  <a:lnTo>
                    <a:pt x="8538493" y="810680"/>
                  </a:lnTo>
                  <a:lnTo>
                    <a:pt x="8581483" y="880413"/>
                  </a:lnTo>
                  <a:lnTo>
                    <a:pt x="8624512" y="952668"/>
                  </a:lnTo>
                  <a:lnTo>
                    <a:pt x="8667605" y="1027010"/>
                  </a:lnTo>
                  <a:lnTo>
                    <a:pt x="8710764" y="1102946"/>
                  </a:lnTo>
                  <a:lnTo>
                    <a:pt x="8753973" y="1179931"/>
                  </a:lnTo>
                  <a:lnTo>
                    <a:pt x="8797207" y="1257389"/>
                  </a:lnTo>
                  <a:lnTo>
                    <a:pt x="8840434" y="1334731"/>
                  </a:lnTo>
                  <a:lnTo>
                    <a:pt x="8883626" y="1411367"/>
                  </a:lnTo>
                  <a:lnTo>
                    <a:pt x="8926759" y="1486734"/>
                  </a:lnTo>
                  <a:lnTo>
                    <a:pt x="8969826" y="1560305"/>
                  </a:lnTo>
                  <a:lnTo>
                    <a:pt x="9012835" y="1631608"/>
                  </a:lnTo>
                  <a:lnTo>
                    <a:pt x="9055822" y="1700238"/>
                  </a:lnTo>
                  <a:lnTo>
                    <a:pt x="9098850" y="1765860"/>
                  </a:lnTo>
                  <a:lnTo>
                    <a:pt x="9142016" y="1828219"/>
                  </a:lnTo>
                  <a:lnTo>
                    <a:pt x="9185458" y="1887138"/>
                  </a:lnTo>
                  <a:lnTo>
                    <a:pt x="9229357" y="1942515"/>
                  </a:lnTo>
                  <a:lnTo>
                    <a:pt x="9273945" y="1994320"/>
                  </a:lnTo>
                  <a:lnTo>
                    <a:pt x="9319515" y="2042588"/>
                  </a:lnTo>
                  <a:lnTo>
                    <a:pt x="9347647" y="2070050"/>
                  </a:lnTo>
                  <a:lnTo>
                    <a:pt x="9398831" y="2115533"/>
                  </a:lnTo>
                  <a:lnTo>
                    <a:pt x="9452392" y="2157120"/>
                  </a:lnTo>
                  <a:lnTo>
                    <a:pt x="9508988" y="2194948"/>
                  </a:lnTo>
                  <a:lnTo>
                    <a:pt x="9569339" y="2229276"/>
                  </a:lnTo>
                  <a:lnTo>
                    <a:pt x="9634192" y="2260418"/>
                  </a:lnTo>
                  <a:lnTo>
                    <a:pt x="9704284" y="2288702"/>
                  </a:lnTo>
                  <a:lnTo>
                    <a:pt x="9780288" y="2314433"/>
                  </a:lnTo>
                  <a:lnTo>
                    <a:pt x="9862758" y="2337884"/>
                  </a:lnTo>
                  <a:lnTo>
                    <a:pt x="9952038" y="2359283"/>
                  </a:lnTo>
                  <a:lnTo>
                    <a:pt x="10048160" y="2378807"/>
                  </a:lnTo>
                  <a:lnTo>
                    <a:pt x="10150710" y="2396579"/>
                  </a:lnTo>
                  <a:lnTo>
                    <a:pt x="10258694" y="2412671"/>
                  </a:lnTo>
                  <a:lnTo>
                    <a:pt x="10370413" y="2427108"/>
                  </a:lnTo>
                  <a:lnTo>
                    <a:pt x="10483402" y="2439877"/>
                  </a:lnTo>
                  <a:lnTo>
                    <a:pt x="10594463" y="2450944"/>
                  </a:lnTo>
                  <a:lnTo>
                    <a:pt x="10699864" y="2460278"/>
                  </a:lnTo>
                  <a:lnTo>
                    <a:pt x="10795703" y="2467872"/>
                  </a:lnTo>
                  <a:lnTo>
                    <a:pt x="10878411" y="2473774"/>
                  </a:lnTo>
                  <a:lnTo>
                    <a:pt x="10945315" y="2478094"/>
                  </a:lnTo>
                  <a:lnTo>
                    <a:pt x="10995114" y="2481018"/>
                  </a:lnTo>
                  <a:lnTo>
                    <a:pt x="11028163" y="2482787"/>
                  </a:lnTo>
                  <a:lnTo>
                    <a:pt x="11046516" y="2483687"/>
                  </a:lnTo>
                  <a:lnTo>
                    <a:pt x="11053778" y="2484014"/>
                  </a:lnTo>
                  <a:lnTo>
                    <a:pt x="11054891" y="2484060"/>
                  </a:lnTo>
                  <a:lnTo>
                    <a:pt x="11054891" y="2484060"/>
                  </a:lnTo>
                  <a:lnTo>
                    <a:pt x="12049831" y="2484060"/>
                  </a:lnTo>
                  <a:lnTo>
                    <a:pt x="12049831" y="24840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1" name="pl2110"/>
            <p:cNvSpPr/>
            <p:nvPr/>
          </p:nvSpPr>
          <p:spPr>
            <a:xfrm>
              <a:off x="1199187" y="3437691"/>
              <a:ext cx="12049831" cy="2981920"/>
            </a:xfrm>
            <a:custGeom>
              <a:avLst/>
              <a:pathLst>
                <a:path w="12049831" h="2981920">
                  <a:moveTo>
                    <a:pt x="12049831" y="2484060"/>
                  </a:moveTo>
                  <a:lnTo>
                    <a:pt x="11054891" y="2484060"/>
                  </a:lnTo>
                  <a:lnTo>
                    <a:pt x="11053801" y="2484015"/>
                  </a:lnTo>
                  <a:lnTo>
                    <a:pt x="11046605" y="2483691"/>
                  </a:lnTo>
                  <a:lnTo>
                    <a:pt x="11028348" y="2482797"/>
                  </a:lnTo>
                  <a:lnTo>
                    <a:pt x="10995417" y="2481035"/>
                  </a:lnTo>
                  <a:lnTo>
                    <a:pt x="10945745" y="2478121"/>
                  </a:lnTo>
                  <a:lnTo>
                    <a:pt x="10878964" y="2473811"/>
                  </a:lnTo>
                  <a:lnTo>
                    <a:pt x="10796364" y="2467922"/>
                  </a:lnTo>
                  <a:lnTo>
                    <a:pt x="10700610" y="2460340"/>
                  </a:lnTo>
                  <a:lnTo>
                    <a:pt x="10595265" y="2451019"/>
                  </a:lnTo>
                  <a:lnTo>
                    <a:pt x="10484231" y="2439965"/>
                  </a:lnTo>
                  <a:lnTo>
                    <a:pt x="10371244" y="2427208"/>
                  </a:lnTo>
                  <a:lnTo>
                    <a:pt x="10259505" y="2412783"/>
                  </a:lnTo>
                  <a:lnTo>
                    <a:pt x="10151487" y="2396703"/>
                  </a:lnTo>
                  <a:lnTo>
                    <a:pt x="10048893" y="2378944"/>
                  </a:lnTo>
                  <a:lnTo>
                    <a:pt x="9952721" y="2359433"/>
                  </a:lnTo>
                  <a:lnTo>
                    <a:pt x="9863390" y="2338049"/>
                  </a:lnTo>
                  <a:lnTo>
                    <a:pt x="9780871" y="2314613"/>
                  </a:lnTo>
                  <a:lnTo>
                    <a:pt x="9704821" y="2288900"/>
                  </a:lnTo>
                  <a:lnTo>
                    <a:pt x="9634689" y="2260637"/>
                  </a:lnTo>
                  <a:lnTo>
                    <a:pt x="9569799" y="2229516"/>
                  </a:lnTo>
                  <a:lnTo>
                    <a:pt x="9509418" y="2195213"/>
                  </a:lnTo>
                  <a:lnTo>
                    <a:pt x="9452797" y="2157412"/>
                  </a:lnTo>
                  <a:lnTo>
                    <a:pt x="9399216" y="2115853"/>
                  </a:lnTo>
                  <a:lnTo>
                    <a:pt x="9348017" y="2070399"/>
                  </a:lnTo>
                  <a:lnTo>
                    <a:pt x="9347647" y="2070050"/>
                  </a:lnTo>
                  <a:lnTo>
                    <a:pt x="9301314" y="2023876"/>
                  </a:lnTo>
                  <a:lnTo>
                    <a:pt x="9256173" y="1974214"/>
                  </a:lnTo>
                  <a:lnTo>
                    <a:pt x="9211890" y="1920993"/>
                  </a:lnTo>
                  <a:lnTo>
                    <a:pt x="9168197" y="1864205"/>
                  </a:lnTo>
                  <a:lnTo>
                    <a:pt x="9124883" y="1803906"/>
                  </a:lnTo>
                  <a:lnTo>
                    <a:pt x="9081785" y="1740228"/>
                  </a:lnTo>
                  <a:lnTo>
                    <a:pt x="9038784" y="1673380"/>
                  </a:lnTo>
                  <a:lnTo>
                    <a:pt x="8995794" y="1603646"/>
                  </a:lnTo>
                  <a:lnTo>
                    <a:pt x="8952764" y="1531392"/>
                  </a:lnTo>
                  <a:lnTo>
                    <a:pt x="8909671" y="1457049"/>
                  </a:lnTo>
                  <a:lnTo>
                    <a:pt x="8866513" y="1381114"/>
                  </a:lnTo>
                  <a:lnTo>
                    <a:pt x="8823304" y="1304129"/>
                  </a:lnTo>
                  <a:lnTo>
                    <a:pt x="8780070" y="1226670"/>
                  </a:lnTo>
                  <a:lnTo>
                    <a:pt x="8736842" y="1149329"/>
                  </a:lnTo>
                  <a:lnTo>
                    <a:pt x="8693651" y="1072692"/>
                  </a:lnTo>
                  <a:lnTo>
                    <a:pt x="8650517" y="997326"/>
                  </a:lnTo>
                  <a:lnTo>
                    <a:pt x="8607451" y="923755"/>
                  </a:lnTo>
                  <a:lnTo>
                    <a:pt x="8564441" y="852451"/>
                  </a:lnTo>
                  <a:lnTo>
                    <a:pt x="8521455" y="783822"/>
                  </a:lnTo>
                  <a:lnTo>
                    <a:pt x="8478427" y="718200"/>
                  </a:lnTo>
                  <a:lnTo>
                    <a:pt x="8435260" y="655841"/>
                  </a:lnTo>
                  <a:lnTo>
                    <a:pt x="8391818" y="596922"/>
                  </a:lnTo>
                  <a:lnTo>
                    <a:pt x="8347919" y="541545"/>
                  </a:lnTo>
                  <a:lnTo>
                    <a:pt x="8303331" y="489740"/>
                  </a:lnTo>
                  <a:lnTo>
                    <a:pt x="8257762" y="441471"/>
                  </a:lnTo>
                  <a:lnTo>
                    <a:pt x="8229629" y="414010"/>
                  </a:lnTo>
                  <a:lnTo>
                    <a:pt x="8178446" y="368527"/>
                  </a:lnTo>
                  <a:lnTo>
                    <a:pt x="8124884" y="326939"/>
                  </a:lnTo>
                  <a:lnTo>
                    <a:pt x="8068288" y="289111"/>
                  </a:lnTo>
                  <a:lnTo>
                    <a:pt x="8007937" y="254784"/>
                  </a:lnTo>
                  <a:lnTo>
                    <a:pt x="7943084" y="223641"/>
                  </a:lnTo>
                  <a:lnTo>
                    <a:pt x="7872993" y="195358"/>
                  </a:lnTo>
                  <a:lnTo>
                    <a:pt x="7796989" y="169627"/>
                  </a:lnTo>
                  <a:lnTo>
                    <a:pt x="7714519" y="146176"/>
                  </a:lnTo>
                  <a:lnTo>
                    <a:pt x="7625238" y="124777"/>
                  </a:lnTo>
                  <a:lnTo>
                    <a:pt x="7529117" y="105253"/>
                  </a:lnTo>
                  <a:lnTo>
                    <a:pt x="7426567" y="87481"/>
                  </a:lnTo>
                  <a:lnTo>
                    <a:pt x="7318583" y="71389"/>
                  </a:lnTo>
                  <a:lnTo>
                    <a:pt x="7206863" y="56952"/>
                  </a:lnTo>
                  <a:lnTo>
                    <a:pt x="7093875" y="44183"/>
                  </a:lnTo>
                  <a:lnTo>
                    <a:pt x="6982814" y="33116"/>
                  </a:lnTo>
                  <a:lnTo>
                    <a:pt x="6877412" y="23782"/>
                  </a:lnTo>
                  <a:lnTo>
                    <a:pt x="6781573" y="16187"/>
                  </a:lnTo>
                  <a:lnTo>
                    <a:pt x="6698865" y="10286"/>
                  </a:lnTo>
                  <a:lnTo>
                    <a:pt x="6631961" y="5965"/>
                  </a:lnTo>
                  <a:lnTo>
                    <a:pt x="6582163" y="3042"/>
                  </a:lnTo>
                  <a:lnTo>
                    <a:pt x="6549114" y="1272"/>
                  </a:lnTo>
                  <a:lnTo>
                    <a:pt x="6530760" y="373"/>
                  </a:lnTo>
                  <a:lnTo>
                    <a:pt x="6523499" y="46"/>
                  </a:lnTo>
                  <a:lnTo>
                    <a:pt x="6522385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5" y="53"/>
                  </a:lnTo>
                  <a:lnTo>
                    <a:pt x="5519303" y="435"/>
                  </a:lnTo>
                  <a:lnTo>
                    <a:pt x="5501354" y="1488"/>
                  </a:lnTo>
                  <a:lnTo>
                    <a:pt x="5468958" y="3565"/>
                  </a:lnTo>
                  <a:lnTo>
                    <a:pt x="5420050" y="7001"/>
                  </a:lnTo>
                  <a:lnTo>
                    <a:pt x="5354224" y="12083"/>
                  </a:lnTo>
                  <a:lnTo>
                    <a:pt x="5272694" y="19033"/>
                  </a:lnTo>
                  <a:lnTo>
                    <a:pt x="5178036" y="27987"/>
                  </a:lnTo>
                  <a:lnTo>
                    <a:pt x="5073719" y="39002"/>
                  </a:lnTo>
                  <a:lnTo>
                    <a:pt x="4963573" y="52074"/>
                  </a:lnTo>
                  <a:lnTo>
                    <a:pt x="4851288" y="67167"/>
                  </a:lnTo>
                  <a:lnTo>
                    <a:pt x="4740047" y="84242"/>
                  </a:lnTo>
                  <a:lnTo>
                    <a:pt x="4632332" y="103279"/>
                  </a:lnTo>
                  <a:lnTo>
                    <a:pt x="4529871" y="124304"/>
                  </a:lnTo>
                  <a:lnTo>
                    <a:pt x="4433698" y="147395"/>
                  </a:lnTo>
                  <a:lnTo>
                    <a:pt x="4344265" y="172694"/>
                  </a:lnTo>
                  <a:lnTo>
                    <a:pt x="4261581" y="200402"/>
                  </a:lnTo>
                  <a:lnTo>
                    <a:pt x="4185334" y="230781"/>
                  </a:lnTo>
                  <a:lnTo>
                    <a:pt x="4115001" y="264147"/>
                  </a:lnTo>
                  <a:lnTo>
                    <a:pt x="4049927" y="300858"/>
                  </a:lnTo>
                  <a:lnTo>
                    <a:pt x="3989397" y="341297"/>
                  </a:lnTo>
                  <a:lnTo>
                    <a:pt x="3932675" y="385839"/>
                  </a:lnTo>
                  <a:lnTo>
                    <a:pt x="3879047" y="434805"/>
                  </a:lnTo>
                  <a:lnTo>
                    <a:pt x="3827858" y="488380"/>
                  </a:lnTo>
                  <a:lnTo>
                    <a:pt x="3820202" y="496986"/>
                  </a:lnTo>
                  <a:lnTo>
                    <a:pt x="3776795" y="548742"/>
                  </a:lnTo>
                  <a:lnTo>
                    <a:pt x="3734453" y="604160"/>
                  </a:lnTo>
                  <a:lnTo>
                    <a:pt x="3692895" y="663315"/>
                  </a:lnTo>
                  <a:lnTo>
                    <a:pt x="3651895" y="726226"/>
                  </a:lnTo>
                  <a:lnTo>
                    <a:pt x="3611270" y="792852"/>
                  </a:lnTo>
                  <a:lnTo>
                    <a:pt x="3570876" y="863085"/>
                  </a:lnTo>
                  <a:lnTo>
                    <a:pt x="3530601" y="936748"/>
                  </a:lnTo>
                  <a:lnTo>
                    <a:pt x="3490366" y="1013591"/>
                  </a:lnTo>
                  <a:lnTo>
                    <a:pt x="3450116" y="1093291"/>
                  </a:lnTo>
                  <a:lnTo>
                    <a:pt x="3409819" y="1175459"/>
                  </a:lnTo>
                  <a:lnTo>
                    <a:pt x="3369464" y="1259642"/>
                  </a:lnTo>
                  <a:lnTo>
                    <a:pt x="3329054" y="1345337"/>
                  </a:lnTo>
                  <a:lnTo>
                    <a:pt x="3288604" y="1431998"/>
                  </a:lnTo>
                  <a:lnTo>
                    <a:pt x="3248137" y="1519053"/>
                  </a:lnTo>
                  <a:lnTo>
                    <a:pt x="3207678" y="1605920"/>
                  </a:lnTo>
                  <a:lnTo>
                    <a:pt x="3167251" y="1692022"/>
                  </a:lnTo>
                  <a:lnTo>
                    <a:pt x="3126875" y="1776801"/>
                  </a:lnTo>
                  <a:lnTo>
                    <a:pt x="3086558" y="1859739"/>
                  </a:lnTo>
                  <a:lnTo>
                    <a:pt x="3046294" y="1940363"/>
                  </a:lnTo>
                  <a:lnTo>
                    <a:pt x="3006059" y="2018259"/>
                  </a:lnTo>
                  <a:lnTo>
                    <a:pt x="2965806" y="2093082"/>
                  </a:lnTo>
                  <a:lnTo>
                    <a:pt x="2925465" y="2164557"/>
                  </a:lnTo>
                  <a:lnTo>
                    <a:pt x="2884937" y="2232478"/>
                  </a:lnTo>
                  <a:lnTo>
                    <a:pt x="2844089" y="2296715"/>
                  </a:lnTo>
                  <a:lnTo>
                    <a:pt x="2802753" y="2357203"/>
                  </a:lnTo>
                  <a:lnTo>
                    <a:pt x="2760718" y="2413941"/>
                  </a:lnTo>
                  <a:lnTo>
                    <a:pt x="2717724" y="2466985"/>
                  </a:lnTo>
                  <a:lnTo>
                    <a:pt x="2702183" y="2484933"/>
                  </a:lnTo>
                  <a:lnTo>
                    <a:pt x="2651315" y="2539217"/>
                  </a:lnTo>
                  <a:lnTo>
                    <a:pt x="2598101" y="2588880"/>
                  </a:lnTo>
                  <a:lnTo>
                    <a:pt x="2541898" y="2634081"/>
                  </a:lnTo>
                  <a:lnTo>
                    <a:pt x="2481998" y="2675124"/>
                  </a:lnTo>
                  <a:lnTo>
                    <a:pt x="2417667" y="2712381"/>
                  </a:lnTo>
                  <a:lnTo>
                    <a:pt x="2348183" y="2746235"/>
                  </a:lnTo>
                  <a:lnTo>
                    <a:pt x="2272879" y="2777049"/>
                  </a:lnTo>
                  <a:lnTo>
                    <a:pt x="2191207" y="2805147"/>
                  </a:lnTo>
                  <a:lnTo>
                    <a:pt x="2102816" y="2830800"/>
                  </a:lnTo>
                  <a:lnTo>
                    <a:pt x="2007657" y="2854219"/>
                  </a:lnTo>
                  <a:lnTo>
                    <a:pt x="1906107" y="2875553"/>
                  </a:lnTo>
                  <a:lnTo>
                    <a:pt x="1799103" y="2894892"/>
                  </a:lnTo>
                  <a:lnTo>
                    <a:pt x="1688260" y="2912267"/>
                  </a:lnTo>
                  <a:lnTo>
                    <a:pt x="1575945" y="2927666"/>
                  </a:lnTo>
                  <a:lnTo>
                    <a:pt x="1465242" y="2941050"/>
                  </a:lnTo>
                  <a:lnTo>
                    <a:pt x="1359783" y="2952381"/>
                  </a:lnTo>
                  <a:lnTo>
                    <a:pt x="1263405" y="2961648"/>
                  </a:lnTo>
                  <a:lnTo>
                    <a:pt x="1179672" y="2968898"/>
                  </a:lnTo>
                  <a:lnTo>
                    <a:pt x="1111325" y="2974254"/>
                  </a:lnTo>
                  <a:lnTo>
                    <a:pt x="1059812" y="2977925"/>
                  </a:lnTo>
                  <a:lnTo>
                    <a:pt x="1024983" y="2980189"/>
                  </a:lnTo>
                  <a:lnTo>
                    <a:pt x="1005019" y="2981376"/>
                  </a:lnTo>
                  <a:lnTo>
                    <a:pt x="996568" y="2981838"/>
                  </a:lnTo>
                  <a:lnTo>
                    <a:pt x="994944" y="2981920"/>
                  </a:lnTo>
                  <a:lnTo>
                    <a:pt x="994940" y="2981920"/>
                  </a:lnTo>
                  <a:lnTo>
                    <a:pt x="0" y="2981920"/>
                  </a:lnTo>
                  <a:lnTo>
                    <a:pt x="0" y="29819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2" name="pg2111"/>
            <p:cNvSpPr/>
            <p:nvPr/>
          </p:nvSpPr>
          <p:spPr>
            <a:xfrm>
              <a:off x="1199187" y="2635874"/>
              <a:ext cx="12049831" cy="3773256"/>
            </a:xfrm>
            <a:custGeom>
              <a:avLst/>
              <a:pathLst>
                <a:path w="12049831" h="3773256">
                  <a:moveTo>
                    <a:pt x="0" y="3773256"/>
                  </a:moveTo>
                  <a:lnTo>
                    <a:pt x="994940" y="3773256"/>
                  </a:lnTo>
                  <a:lnTo>
                    <a:pt x="995975" y="3773191"/>
                  </a:lnTo>
                  <a:lnTo>
                    <a:pt x="1002817" y="3772725"/>
                  </a:lnTo>
                  <a:lnTo>
                    <a:pt x="1020200" y="3771439"/>
                  </a:lnTo>
                  <a:lnTo>
                    <a:pt x="1051612" y="3768903"/>
                  </a:lnTo>
                  <a:lnTo>
                    <a:pt x="1099109" y="3764708"/>
                  </a:lnTo>
                  <a:lnTo>
                    <a:pt x="1163169" y="3758495"/>
                  </a:lnTo>
                  <a:lnTo>
                    <a:pt x="1242707" y="3749992"/>
                  </a:lnTo>
                  <a:lnTo>
                    <a:pt x="1335318" y="3739023"/>
                  </a:lnTo>
                  <a:lnTo>
                    <a:pt x="1437701" y="3725511"/>
                  </a:lnTo>
                  <a:lnTo>
                    <a:pt x="1546164" y="3709454"/>
                  </a:lnTo>
                  <a:lnTo>
                    <a:pt x="1657106" y="3690895"/>
                  </a:lnTo>
                  <a:lnTo>
                    <a:pt x="1767378" y="3669884"/>
                  </a:lnTo>
                  <a:lnTo>
                    <a:pt x="1874489" y="3646449"/>
                  </a:lnTo>
                  <a:lnTo>
                    <a:pt x="1976667" y="3620566"/>
                  </a:lnTo>
                  <a:lnTo>
                    <a:pt x="2072817" y="3592152"/>
                  </a:lnTo>
                  <a:lnTo>
                    <a:pt x="2162418" y="3561047"/>
                  </a:lnTo>
                  <a:lnTo>
                    <a:pt x="2245397" y="3527016"/>
                  </a:lnTo>
                  <a:lnTo>
                    <a:pt x="2322005" y="3489755"/>
                  </a:lnTo>
                  <a:lnTo>
                    <a:pt x="2392716" y="3448888"/>
                  </a:lnTo>
                  <a:lnTo>
                    <a:pt x="2458141" y="3403989"/>
                  </a:lnTo>
                  <a:lnTo>
                    <a:pt x="2518963" y="3354593"/>
                  </a:lnTo>
                  <a:lnTo>
                    <a:pt x="2575893" y="3300235"/>
                  </a:lnTo>
                  <a:lnTo>
                    <a:pt x="2629628" y="3240502"/>
                  </a:lnTo>
                  <a:lnTo>
                    <a:pt x="2680820" y="3175111"/>
                  </a:lnTo>
                  <a:lnTo>
                    <a:pt x="2702183" y="3145253"/>
                  </a:lnTo>
                  <a:lnTo>
                    <a:pt x="2741765" y="3085875"/>
                  </a:lnTo>
                  <a:lnTo>
                    <a:pt x="2780441" y="3022668"/>
                  </a:lnTo>
                  <a:lnTo>
                    <a:pt x="2818428" y="2955553"/>
                  </a:lnTo>
                  <a:lnTo>
                    <a:pt x="2855907" y="2884499"/>
                  </a:lnTo>
                  <a:lnTo>
                    <a:pt x="2893026" y="2809527"/>
                  </a:lnTo>
                  <a:lnTo>
                    <a:pt x="2929903" y="2730714"/>
                  </a:lnTo>
                  <a:lnTo>
                    <a:pt x="2966636" y="2648195"/>
                  </a:lnTo>
                  <a:lnTo>
                    <a:pt x="3003298" y="2562171"/>
                  </a:lnTo>
                  <a:lnTo>
                    <a:pt x="3039942" y="2472902"/>
                  </a:lnTo>
                  <a:lnTo>
                    <a:pt x="3076605" y="2380711"/>
                  </a:lnTo>
                  <a:lnTo>
                    <a:pt x="3113309" y="2285981"/>
                  </a:lnTo>
                  <a:lnTo>
                    <a:pt x="3150062" y="2189146"/>
                  </a:lnTo>
                  <a:lnTo>
                    <a:pt x="3186861" y="2090688"/>
                  </a:lnTo>
                  <a:lnTo>
                    <a:pt x="3223696" y="1991124"/>
                  </a:lnTo>
                  <a:lnTo>
                    <a:pt x="3260550" y="1890994"/>
                  </a:lnTo>
                  <a:lnTo>
                    <a:pt x="3297405" y="1790855"/>
                  </a:lnTo>
                  <a:lnTo>
                    <a:pt x="3334241" y="1691261"/>
                  </a:lnTo>
                  <a:lnTo>
                    <a:pt x="3371042" y="1592755"/>
                  </a:lnTo>
                  <a:lnTo>
                    <a:pt x="3407796" y="1495856"/>
                  </a:lnTo>
                  <a:lnTo>
                    <a:pt x="3444502" y="1401045"/>
                  </a:lnTo>
                  <a:lnTo>
                    <a:pt x="3481166" y="1308759"/>
                  </a:lnTo>
                  <a:lnTo>
                    <a:pt x="3517811" y="1219382"/>
                  </a:lnTo>
                  <a:lnTo>
                    <a:pt x="3554471" y="1133240"/>
                  </a:lnTo>
                  <a:lnTo>
                    <a:pt x="3591200" y="1050596"/>
                  </a:lnTo>
                  <a:lnTo>
                    <a:pt x="3628071" y="971651"/>
                  </a:lnTo>
                  <a:lnTo>
                    <a:pt x="3665179" y="896543"/>
                  </a:lnTo>
                  <a:lnTo>
                    <a:pt x="3702643" y="825353"/>
                  </a:lnTo>
                  <a:lnTo>
                    <a:pt x="3740610" y="758101"/>
                  </a:lnTo>
                  <a:lnTo>
                    <a:pt x="3779259" y="694758"/>
                  </a:lnTo>
                  <a:lnTo>
                    <a:pt x="3818805" y="635248"/>
                  </a:lnTo>
                  <a:lnTo>
                    <a:pt x="3820202" y="633243"/>
                  </a:lnTo>
                  <a:lnTo>
                    <a:pt x="3870482" y="565394"/>
                  </a:lnTo>
                  <a:lnTo>
                    <a:pt x="3923048" y="503252"/>
                  </a:lnTo>
                  <a:lnTo>
                    <a:pt x="3978521" y="446629"/>
                  </a:lnTo>
                  <a:lnTo>
                    <a:pt x="4037583" y="395157"/>
                  </a:lnTo>
                  <a:lnTo>
                    <a:pt x="4100944" y="348383"/>
                  </a:lnTo>
                  <a:lnTo>
                    <a:pt x="4169303" y="305838"/>
                  </a:lnTo>
                  <a:lnTo>
                    <a:pt x="4243309" y="267076"/>
                  </a:lnTo>
                  <a:lnTo>
                    <a:pt x="4323504" y="231699"/>
                  </a:lnTo>
                  <a:lnTo>
                    <a:pt x="4410247" y="199370"/>
                  </a:lnTo>
                  <a:lnTo>
                    <a:pt x="4503617" y="169823"/>
                  </a:lnTo>
                  <a:lnTo>
                    <a:pt x="4603303" y="142867"/>
                  </a:lnTo>
                  <a:lnTo>
                    <a:pt x="4708469" y="118386"/>
                  </a:lnTo>
                  <a:lnTo>
                    <a:pt x="4817646" y="96333"/>
                  </a:lnTo>
                  <a:lnTo>
                    <a:pt x="4928651" y="76715"/>
                  </a:lnTo>
                  <a:lnTo>
                    <a:pt x="5038601" y="59576"/>
                  </a:lnTo>
                  <a:lnTo>
                    <a:pt x="5144053" y="44967"/>
                  </a:lnTo>
                  <a:lnTo>
                    <a:pt x="5241303" y="32910"/>
                  </a:lnTo>
                  <a:lnTo>
                    <a:pt x="5326818" y="23362"/>
                  </a:lnTo>
                  <a:lnTo>
                    <a:pt x="5397747" y="16193"/>
                  </a:lnTo>
                  <a:lnTo>
                    <a:pt x="5452397" y="11170"/>
                  </a:lnTo>
                  <a:lnTo>
                    <a:pt x="5490560" y="7969"/>
                  </a:lnTo>
                  <a:lnTo>
                    <a:pt x="5513623" y="6198"/>
                  </a:lnTo>
                  <a:lnTo>
                    <a:pt x="5524485" y="543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5" y="5268"/>
                  </a:lnTo>
                  <a:lnTo>
                    <a:pt x="6530892" y="5467"/>
                  </a:lnTo>
                  <a:lnTo>
                    <a:pt x="6549620" y="6018"/>
                  </a:lnTo>
                  <a:lnTo>
                    <a:pt x="6583367" y="7103"/>
                  </a:lnTo>
                  <a:lnTo>
                    <a:pt x="6634203" y="8897"/>
                  </a:lnTo>
                  <a:lnTo>
                    <a:pt x="6702435" y="11548"/>
                  </a:lnTo>
                  <a:lnTo>
                    <a:pt x="6786656" y="15168"/>
                  </a:lnTo>
                  <a:lnTo>
                    <a:pt x="6884062" y="19824"/>
                  </a:lnTo>
                  <a:lnTo>
                    <a:pt x="6990949" y="25541"/>
                  </a:lnTo>
                  <a:lnTo>
                    <a:pt x="7103304" y="32314"/>
                  </a:lnTo>
                  <a:lnTo>
                    <a:pt x="7217326" y="40124"/>
                  </a:lnTo>
                  <a:lnTo>
                    <a:pt x="7329790" y="48950"/>
                  </a:lnTo>
                  <a:lnTo>
                    <a:pt x="7438240" y="58787"/>
                  </a:lnTo>
                  <a:lnTo>
                    <a:pt x="7541013" y="69652"/>
                  </a:lnTo>
                  <a:lnTo>
                    <a:pt x="7637161" y="81592"/>
                  </a:lnTo>
                  <a:lnTo>
                    <a:pt x="7726325" y="94690"/>
                  </a:lnTo>
                  <a:lnTo>
                    <a:pt x="7808587" y="109057"/>
                  </a:lnTo>
                  <a:lnTo>
                    <a:pt x="7884337" y="124837"/>
                  </a:lnTo>
                  <a:lnTo>
                    <a:pt x="7954167" y="142203"/>
                  </a:lnTo>
                  <a:lnTo>
                    <a:pt x="8018785" y="161346"/>
                  </a:lnTo>
                  <a:lnTo>
                    <a:pt x="8078951" y="182467"/>
                  </a:lnTo>
                  <a:lnTo>
                    <a:pt x="8135432" y="205756"/>
                  </a:lnTo>
                  <a:lnTo>
                    <a:pt x="8188958" y="231362"/>
                  </a:lnTo>
                  <a:lnTo>
                    <a:pt x="8229629" y="253297"/>
                  </a:lnTo>
                  <a:lnTo>
                    <a:pt x="8283080" y="285470"/>
                  </a:lnTo>
                  <a:lnTo>
                    <a:pt x="8335012" y="320446"/>
                  </a:lnTo>
                  <a:lnTo>
                    <a:pt x="8385915" y="358279"/>
                  </a:lnTo>
                  <a:lnTo>
                    <a:pt x="8436167" y="398954"/>
                  </a:lnTo>
                  <a:lnTo>
                    <a:pt x="8486054" y="442379"/>
                  </a:lnTo>
                  <a:lnTo>
                    <a:pt x="8535781" y="488385"/>
                  </a:lnTo>
                  <a:lnTo>
                    <a:pt x="8585485" y="536715"/>
                  </a:lnTo>
                  <a:lnTo>
                    <a:pt x="8635246" y="587032"/>
                  </a:lnTo>
                  <a:lnTo>
                    <a:pt x="8685093" y="638926"/>
                  </a:lnTo>
                  <a:lnTo>
                    <a:pt x="8735022" y="691923"/>
                  </a:lnTo>
                  <a:lnTo>
                    <a:pt x="8785000" y="745503"/>
                  </a:lnTo>
                  <a:lnTo>
                    <a:pt x="8834982" y="799122"/>
                  </a:lnTo>
                  <a:lnTo>
                    <a:pt x="8884920" y="852237"/>
                  </a:lnTo>
                  <a:lnTo>
                    <a:pt x="8934781" y="904322"/>
                  </a:lnTo>
                  <a:lnTo>
                    <a:pt x="8984553" y="954896"/>
                  </a:lnTo>
                  <a:lnTo>
                    <a:pt x="9034262" y="1003538"/>
                  </a:lnTo>
                  <a:lnTo>
                    <a:pt x="9083978" y="1049900"/>
                  </a:lnTo>
                  <a:lnTo>
                    <a:pt x="9133831" y="1093714"/>
                  </a:lnTo>
                  <a:lnTo>
                    <a:pt x="9184015" y="1134796"/>
                  </a:lnTo>
                  <a:lnTo>
                    <a:pt x="9234802" y="1173045"/>
                  </a:lnTo>
                  <a:lnTo>
                    <a:pt x="9286556" y="1208436"/>
                  </a:lnTo>
                  <a:lnTo>
                    <a:pt x="9339750" y="1241011"/>
                  </a:lnTo>
                  <a:lnTo>
                    <a:pt x="9347647" y="1245524"/>
                  </a:lnTo>
                  <a:lnTo>
                    <a:pt x="9399307" y="1273012"/>
                  </a:lnTo>
                  <a:lnTo>
                    <a:pt x="9453394" y="1298125"/>
                  </a:lnTo>
                  <a:lnTo>
                    <a:pt x="9510583" y="1320946"/>
                  </a:lnTo>
                  <a:lnTo>
                    <a:pt x="9571617" y="1341636"/>
                  </a:lnTo>
                  <a:lnTo>
                    <a:pt x="9637264" y="1360391"/>
                  </a:lnTo>
                  <a:lnTo>
                    <a:pt x="9708277" y="1377410"/>
                  </a:lnTo>
                  <a:lnTo>
                    <a:pt x="9785346" y="1392881"/>
                  </a:lnTo>
                  <a:lnTo>
                    <a:pt x="9869028" y="1406972"/>
                  </a:lnTo>
                  <a:lnTo>
                    <a:pt x="9959659" y="1419819"/>
                  </a:lnTo>
                  <a:lnTo>
                    <a:pt x="10057241" y="1431529"/>
                  </a:lnTo>
                  <a:lnTo>
                    <a:pt x="10161301" y="1442176"/>
                  </a:lnTo>
                  <a:lnTo>
                    <a:pt x="10270755" y="1451800"/>
                  </a:lnTo>
                  <a:lnTo>
                    <a:pt x="10383775" y="1460415"/>
                  </a:lnTo>
                  <a:lnTo>
                    <a:pt x="10497738" y="1468010"/>
                  </a:lnTo>
                  <a:lnTo>
                    <a:pt x="10609278" y="1474564"/>
                  </a:lnTo>
                  <a:lnTo>
                    <a:pt x="10714511" y="1480058"/>
                  </a:lnTo>
                  <a:lnTo>
                    <a:pt x="10809443" y="1484494"/>
                  </a:lnTo>
                  <a:lnTo>
                    <a:pt x="10890511" y="1487904"/>
                  </a:lnTo>
                  <a:lnTo>
                    <a:pt x="10955165" y="1490365"/>
                  </a:lnTo>
                  <a:lnTo>
                    <a:pt x="11002341" y="1491997"/>
                  </a:lnTo>
                  <a:lnTo>
                    <a:pt x="11032718" y="1492956"/>
                  </a:lnTo>
                  <a:lnTo>
                    <a:pt x="11048719" y="1493418"/>
                  </a:lnTo>
                  <a:lnTo>
                    <a:pt x="11054332" y="1493566"/>
                  </a:lnTo>
                  <a:lnTo>
                    <a:pt x="11054891" y="1493580"/>
                  </a:lnTo>
                  <a:lnTo>
                    <a:pt x="12049831" y="1493580"/>
                  </a:lnTo>
                  <a:lnTo>
                    <a:pt x="12049831" y="1488340"/>
                  </a:lnTo>
                  <a:lnTo>
                    <a:pt x="11054891" y="1488340"/>
                  </a:lnTo>
                  <a:lnTo>
                    <a:pt x="11053772" y="1488312"/>
                  </a:lnTo>
                  <a:lnTo>
                    <a:pt x="11046385" y="1488112"/>
                  </a:lnTo>
                  <a:lnTo>
                    <a:pt x="11027657" y="1487562"/>
                  </a:lnTo>
                  <a:lnTo>
                    <a:pt x="10993909" y="1486476"/>
                  </a:lnTo>
                  <a:lnTo>
                    <a:pt x="10943073" y="1484683"/>
                  </a:lnTo>
                  <a:lnTo>
                    <a:pt x="10874842" y="1482031"/>
                  </a:lnTo>
                  <a:lnTo>
                    <a:pt x="10790620" y="1478411"/>
                  </a:lnTo>
                  <a:lnTo>
                    <a:pt x="10693215" y="1473756"/>
                  </a:lnTo>
                  <a:lnTo>
                    <a:pt x="10586328" y="1468039"/>
                  </a:lnTo>
                  <a:lnTo>
                    <a:pt x="10473972" y="1461265"/>
                  </a:lnTo>
                  <a:lnTo>
                    <a:pt x="10359951" y="1453456"/>
                  </a:lnTo>
                  <a:lnTo>
                    <a:pt x="10247486" y="1444629"/>
                  </a:lnTo>
                  <a:lnTo>
                    <a:pt x="10139036" y="1434793"/>
                  </a:lnTo>
                  <a:lnTo>
                    <a:pt x="10036264" y="1423928"/>
                  </a:lnTo>
                  <a:lnTo>
                    <a:pt x="9940115" y="1411987"/>
                  </a:lnTo>
                  <a:lnTo>
                    <a:pt x="9850951" y="1398890"/>
                  </a:lnTo>
                  <a:lnTo>
                    <a:pt x="9768690" y="1384523"/>
                  </a:lnTo>
                  <a:lnTo>
                    <a:pt x="9692940" y="1368743"/>
                  </a:lnTo>
                  <a:lnTo>
                    <a:pt x="9623109" y="1351377"/>
                  </a:lnTo>
                  <a:lnTo>
                    <a:pt x="9558491" y="1332234"/>
                  </a:lnTo>
                  <a:lnTo>
                    <a:pt x="9498325" y="1311113"/>
                  </a:lnTo>
                  <a:lnTo>
                    <a:pt x="9441844" y="1287824"/>
                  </a:lnTo>
                  <a:lnTo>
                    <a:pt x="9388318" y="1262217"/>
                  </a:lnTo>
                  <a:lnTo>
                    <a:pt x="9347647" y="1240283"/>
                  </a:lnTo>
                  <a:lnTo>
                    <a:pt x="9294196" y="1208110"/>
                  </a:lnTo>
                  <a:lnTo>
                    <a:pt x="9242265" y="1173133"/>
                  </a:lnTo>
                  <a:lnTo>
                    <a:pt x="9191362" y="1135300"/>
                  </a:lnTo>
                  <a:lnTo>
                    <a:pt x="9141109" y="1094626"/>
                  </a:lnTo>
                  <a:lnTo>
                    <a:pt x="9091222" y="1051200"/>
                  </a:lnTo>
                  <a:lnTo>
                    <a:pt x="9041495" y="1005195"/>
                  </a:lnTo>
                  <a:lnTo>
                    <a:pt x="8991791" y="956865"/>
                  </a:lnTo>
                  <a:lnTo>
                    <a:pt x="8942031" y="906547"/>
                  </a:lnTo>
                  <a:lnTo>
                    <a:pt x="8892183" y="854653"/>
                  </a:lnTo>
                  <a:lnTo>
                    <a:pt x="8842254" y="801657"/>
                  </a:lnTo>
                  <a:lnTo>
                    <a:pt x="8792276" y="748077"/>
                  </a:lnTo>
                  <a:lnTo>
                    <a:pt x="8742295" y="694457"/>
                  </a:lnTo>
                  <a:lnTo>
                    <a:pt x="8692356" y="641343"/>
                  </a:lnTo>
                  <a:lnTo>
                    <a:pt x="8642495" y="589258"/>
                  </a:lnTo>
                  <a:lnTo>
                    <a:pt x="8592723" y="538683"/>
                  </a:lnTo>
                  <a:lnTo>
                    <a:pt x="8543015" y="490041"/>
                  </a:lnTo>
                  <a:lnTo>
                    <a:pt x="8493298" y="443680"/>
                  </a:lnTo>
                  <a:lnTo>
                    <a:pt x="8443446" y="399866"/>
                  </a:lnTo>
                  <a:lnTo>
                    <a:pt x="8393262" y="358784"/>
                  </a:lnTo>
                  <a:lnTo>
                    <a:pt x="8342475" y="320534"/>
                  </a:lnTo>
                  <a:lnTo>
                    <a:pt x="8290721" y="285144"/>
                  </a:lnTo>
                  <a:lnTo>
                    <a:pt x="8237526" y="252568"/>
                  </a:lnTo>
                  <a:lnTo>
                    <a:pt x="8229629" y="248056"/>
                  </a:lnTo>
                  <a:lnTo>
                    <a:pt x="8177970" y="220568"/>
                  </a:lnTo>
                  <a:lnTo>
                    <a:pt x="8123883" y="195455"/>
                  </a:lnTo>
                  <a:lnTo>
                    <a:pt x="8066693" y="172634"/>
                  </a:lnTo>
                  <a:lnTo>
                    <a:pt x="8005659" y="151943"/>
                  </a:lnTo>
                  <a:lnTo>
                    <a:pt x="7940013" y="133189"/>
                  </a:lnTo>
                  <a:lnTo>
                    <a:pt x="7869000" y="116170"/>
                  </a:lnTo>
                  <a:lnTo>
                    <a:pt x="7791931" y="100698"/>
                  </a:lnTo>
                  <a:lnTo>
                    <a:pt x="7708249" y="86608"/>
                  </a:lnTo>
                  <a:lnTo>
                    <a:pt x="7617617" y="73761"/>
                  </a:lnTo>
                  <a:lnTo>
                    <a:pt x="7520036" y="62051"/>
                  </a:lnTo>
                  <a:lnTo>
                    <a:pt x="7415975" y="51404"/>
                  </a:lnTo>
                  <a:lnTo>
                    <a:pt x="7306522" y="41779"/>
                  </a:lnTo>
                  <a:lnTo>
                    <a:pt x="7193501" y="33165"/>
                  </a:lnTo>
                  <a:lnTo>
                    <a:pt x="7079538" y="25570"/>
                  </a:lnTo>
                  <a:lnTo>
                    <a:pt x="6967999" y="19016"/>
                  </a:lnTo>
                  <a:lnTo>
                    <a:pt x="6862766" y="13522"/>
                  </a:lnTo>
                  <a:lnTo>
                    <a:pt x="6767833" y="9086"/>
                  </a:lnTo>
                  <a:lnTo>
                    <a:pt x="6686765" y="5676"/>
                  </a:lnTo>
                  <a:lnTo>
                    <a:pt x="6622111" y="3215"/>
                  </a:lnTo>
                  <a:lnTo>
                    <a:pt x="6574936" y="1583"/>
                  </a:lnTo>
                  <a:lnTo>
                    <a:pt x="6544559" y="624"/>
                  </a:lnTo>
                  <a:lnTo>
                    <a:pt x="6528558" y="162"/>
                  </a:lnTo>
                  <a:lnTo>
                    <a:pt x="6522945" y="1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10" y="65"/>
                  </a:lnTo>
                  <a:lnTo>
                    <a:pt x="5519568" y="531"/>
                  </a:lnTo>
                  <a:lnTo>
                    <a:pt x="5502185" y="1817"/>
                  </a:lnTo>
                  <a:lnTo>
                    <a:pt x="5470773" y="4352"/>
                  </a:lnTo>
                  <a:lnTo>
                    <a:pt x="5423276" y="8548"/>
                  </a:lnTo>
                  <a:lnTo>
                    <a:pt x="5359216" y="14760"/>
                  </a:lnTo>
                  <a:lnTo>
                    <a:pt x="5279678" y="23264"/>
                  </a:lnTo>
                  <a:lnTo>
                    <a:pt x="5187067" y="34233"/>
                  </a:lnTo>
                  <a:lnTo>
                    <a:pt x="5084684" y="47745"/>
                  </a:lnTo>
                  <a:lnTo>
                    <a:pt x="4976221" y="63802"/>
                  </a:lnTo>
                  <a:lnTo>
                    <a:pt x="4865279" y="82361"/>
                  </a:lnTo>
                  <a:lnTo>
                    <a:pt x="4755007" y="103371"/>
                  </a:lnTo>
                  <a:lnTo>
                    <a:pt x="4647896" y="126807"/>
                  </a:lnTo>
                  <a:lnTo>
                    <a:pt x="4545718" y="152689"/>
                  </a:lnTo>
                  <a:lnTo>
                    <a:pt x="4449568" y="181104"/>
                  </a:lnTo>
                  <a:lnTo>
                    <a:pt x="4359967" y="212209"/>
                  </a:lnTo>
                  <a:lnTo>
                    <a:pt x="4276988" y="246239"/>
                  </a:lnTo>
                  <a:lnTo>
                    <a:pt x="4200380" y="283501"/>
                  </a:lnTo>
                  <a:lnTo>
                    <a:pt x="4129669" y="324367"/>
                  </a:lnTo>
                  <a:lnTo>
                    <a:pt x="4064244" y="369267"/>
                  </a:lnTo>
                  <a:lnTo>
                    <a:pt x="4003422" y="418663"/>
                  </a:lnTo>
                  <a:lnTo>
                    <a:pt x="3946492" y="473020"/>
                  </a:lnTo>
                  <a:lnTo>
                    <a:pt x="3892757" y="532754"/>
                  </a:lnTo>
                  <a:lnTo>
                    <a:pt x="3841565" y="598144"/>
                  </a:lnTo>
                  <a:lnTo>
                    <a:pt x="3820202" y="628002"/>
                  </a:lnTo>
                  <a:lnTo>
                    <a:pt x="3780620" y="687380"/>
                  </a:lnTo>
                  <a:lnTo>
                    <a:pt x="3741944" y="750588"/>
                  </a:lnTo>
                  <a:lnTo>
                    <a:pt x="3703957" y="817703"/>
                  </a:lnTo>
                  <a:lnTo>
                    <a:pt x="3666478" y="888757"/>
                  </a:lnTo>
                  <a:lnTo>
                    <a:pt x="3629359" y="963728"/>
                  </a:lnTo>
                  <a:lnTo>
                    <a:pt x="3592482" y="1042542"/>
                  </a:lnTo>
                  <a:lnTo>
                    <a:pt x="3555749" y="1125060"/>
                  </a:lnTo>
                  <a:lnTo>
                    <a:pt x="3519087" y="1211085"/>
                  </a:lnTo>
                  <a:lnTo>
                    <a:pt x="3482443" y="1300354"/>
                  </a:lnTo>
                  <a:lnTo>
                    <a:pt x="3445780" y="1392545"/>
                  </a:lnTo>
                  <a:lnTo>
                    <a:pt x="3409076" y="1487275"/>
                  </a:lnTo>
                  <a:lnTo>
                    <a:pt x="3372323" y="1584109"/>
                  </a:lnTo>
                  <a:lnTo>
                    <a:pt x="3335524" y="1682567"/>
                  </a:lnTo>
                  <a:lnTo>
                    <a:pt x="3298689" y="1782132"/>
                  </a:lnTo>
                  <a:lnTo>
                    <a:pt x="3261835" y="1882262"/>
                  </a:lnTo>
                  <a:lnTo>
                    <a:pt x="3224980" y="1982401"/>
                  </a:lnTo>
                  <a:lnTo>
                    <a:pt x="3188144" y="2081995"/>
                  </a:lnTo>
                  <a:lnTo>
                    <a:pt x="3151343" y="2180500"/>
                  </a:lnTo>
                  <a:lnTo>
                    <a:pt x="3114589" y="2277399"/>
                  </a:lnTo>
                  <a:lnTo>
                    <a:pt x="3077883" y="2372210"/>
                  </a:lnTo>
                  <a:lnTo>
                    <a:pt x="3041219" y="2464496"/>
                  </a:lnTo>
                  <a:lnTo>
                    <a:pt x="3004574" y="2553873"/>
                  </a:lnTo>
                  <a:lnTo>
                    <a:pt x="2967914" y="2640016"/>
                  </a:lnTo>
                  <a:lnTo>
                    <a:pt x="2931185" y="2722660"/>
                  </a:lnTo>
                  <a:lnTo>
                    <a:pt x="2894314" y="2801605"/>
                  </a:lnTo>
                  <a:lnTo>
                    <a:pt x="2857206" y="2876712"/>
                  </a:lnTo>
                  <a:lnTo>
                    <a:pt x="2819742" y="2947903"/>
                  </a:lnTo>
                  <a:lnTo>
                    <a:pt x="2781775" y="3015155"/>
                  </a:lnTo>
                  <a:lnTo>
                    <a:pt x="2743126" y="3078498"/>
                  </a:lnTo>
                  <a:lnTo>
                    <a:pt x="2703580" y="3138007"/>
                  </a:lnTo>
                  <a:lnTo>
                    <a:pt x="2702183" y="3140013"/>
                  </a:lnTo>
                  <a:lnTo>
                    <a:pt x="2651903" y="3207862"/>
                  </a:lnTo>
                  <a:lnTo>
                    <a:pt x="2599337" y="3270004"/>
                  </a:lnTo>
                  <a:lnTo>
                    <a:pt x="2543864" y="3326626"/>
                  </a:lnTo>
                  <a:lnTo>
                    <a:pt x="2484802" y="3378099"/>
                  </a:lnTo>
                  <a:lnTo>
                    <a:pt x="2421441" y="3424873"/>
                  </a:lnTo>
                  <a:lnTo>
                    <a:pt x="2353082" y="3467418"/>
                  </a:lnTo>
                  <a:lnTo>
                    <a:pt x="2279076" y="3506179"/>
                  </a:lnTo>
                  <a:lnTo>
                    <a:pt x="2198881" y="3541556"/>
                  </a:lnTo>
                  <a:lnTo>
                    <a:pt x="2112138" y="3573886"/>
                  </a:lnTo>
                  <a:lnTo>
                    <a:pt x="2018768" y="3603433"/>
                  </a:lnTo>
                  <a:lnTo>
                    <a:pt x="1919082" y="3630388"/>
                  </a:lnTo>
                  <a:lnTo>
                    <a:pt x="1813916" y="3654869"/>
                  </a:lnTo>
                  <a:lnTo>
                    <a:pt x="1704739" y="3676923"/>
                  </a:lnTo>
                  <a:lnTo>
                    <a:pt x="1593734" y="3696541"/>
                  </a:lnTo>
                  <a:lnTo>
                    <a:pt x="1483784" y="3713680"/>
                  </a:lnTo>
                  <a:lnTo>
                    <a:pt x="1378332" y="3728288"/>
                  </a:lnTo>
                  <a:lnTo>
                    <a:pt x="1281082" y="3740346"/>
                  </a:lnTo>
                  <a:lnTo>
                    <a:pt x="1195567" y="3749893"/>
                  </a:lnTo>
                  <a:lnTo>
                    <a:pt x="1124638" y="3757063"/>
                  </a:lnTo>
                  <a:lnTo>
                    <a:pt x="1069988" y="3762085"/>
                  </a:lnTo>
                  <a:lnTo>
                    <a:pt x="1031825" y="3765286"/>
                  </a:lnTo>
                  <a:lnTo>
                    <a:pt x="1008762" y="3767057"/>
                  </a:lnTo>
                  <a:lnTo>
                    <a:pt x="997900" y="3767823"/>
                  </a:lnTo>
                  <a:lnTo>
                    <a:pt x="994940" y="3768015"/>
                  </a:lnTo>
                  <a:lnTo>
                    <a:pt x="0" y="3768015"/>
                  </a:lnTo>
                  <a:close/>
                </a:path>
              </a:pathLst>
            </a:custGeom>
            <a:solidFill>
              <a:srgbClr val="F1C40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13" name="pl2112"/>
            <p:cNvSpPr/>
            <p:nvPr/>
          </p:nvSpPr>
          <p:spPr>
            <a:xfrm>
              <a:off x="1199187" y="2641115"/>
              <a:ext cx="12049831" cy="3768015"/>
            </a:xfrm>
            <a:custGeom>
              <a:avLst/>
              <a:pathLst>
                <a:path w="12049831" h="3768015">
                  <a:moveTo>
                    <a:pt x="0" y="3768015"/>
                  </a:moveTo>
                  <a:lnTo>
                    <a:pt x="994940" y="3768015"/>
                  </a:lnTo>
                  <a:lnTo>
                    <a:pt x="995975" y="3767950"/>
                  </a:lnTo>
                  <a:lnTo>
                    <a:pt x="1002817" y="3767484"/>
                  </a:lnTo>
                  <a:lnTo>
                    <a:pt x="1020200" y="3766198"/>
                  </a:lnTo>
                  <a:lnTo>
                    <a:pt x="1051612" y="3763663"/>
                  </a:lnTo>
                  <a:lnTo>
                    <a:pt x="1099109" y="3759467"/>
                  </a:lnTo>
                  <a:lnTo>
                    <a:pt x="1163169" y="3753254"/>
                  </a:lnTo>
                  <a:lnTo>
                    <a:pt x="1242707" y="3744751"/>
                  </a:lnTo>
                  <a:lnTo>
                    <a:pt x="1335318" y="3733782"/>
                  </a:lnTo>
                  <a:lnTo>
                    <a:pt x="1437701" y="3720270"/>
                  </a:lnTo>
                  <a:lnTo>
                    <a:pt x="1546164" y="3704213"/>
                  </a:lnTo>
                  <a:lnTo>
                    <a:pt x="1657106" y="3685654"/>
                  </a:lnTo>
                  <a:lnTo>
                    <a:pt x="1767378" y="3664644"/>
                  </a:lnTo>
                  <a:lnTo>
                    <a:pt x="1874489" y="3641208"/>
                  </a:lnTo>
                  <a:lnTo>
                    <a:pt x="1976667" y="3615326"/>
                  </a:lnTo>
                  <a:lnTo>
                    <a:pt x="2072817" y="3586911"/>
                  </a:lnTo>
                  <a:lnTo>
                    <a:pt x="2162418" y="3555806"/>
                  </a:lnTo>
                  <a:lnTo>
                    <a:pt x="2245397" y="3521776"/>
                  </a:lnTo>
                  <a:lnTo>
                    <a:pt x="2322005" y="3484514"/>
                  </a:lnTo>
                  <a:lnTo>
                    <a:pt x="2392716" y="3443648"/>
                  </a:lnTo>
                  <a:lnTo>
                    <a:pt x="2458141" y="3398748"/>
                  </a:lnTo>
                  <a:lnTo>
                    <a:pt x="2518963" y="3349352"/>
                  </a:lnTo>
                  <a:lnTo>
                    <a:pt x="2575893" y="3294995"/>
                  </a:lnTo>
                  <a:lnTo>
                    <a:pt x="2629628" y="3235261"/>
                  </a:lnTo>
                  <a:lnTo>
                    <a:pt x="2680820" y="3169871"/>
                  </a:lnTo>
                  <a:lnTo>
                    <a:pt x="2702183" y="3140013"/>
                  </a:lnTo>
                  <a:lnTo>
                    <a:pt x="2741765" y="3080635"/>
                  </a:lnTo>
                  <a:lnTo>
                    <a:pt x="2780441" y="3017427"/>
                  </a:lnTo>
                  <a:lnTo>
                    <a:pt x="2818428" y="2950312"/>
                  </a:lnTo>
                  <a:lnTo>
                    <a:pt x="2855907" y="2879258"/>
                  </a:lnTo>
                  <a:lnTo>
                    <a:pt x="2893026" y="2804287"/>
                  </a:lnTo>
                  <a:lnTo>
                    <a:pt x="2929903" y="2725473"/>
                  </a:lnTo>
                  <a:lnTo>
                    <a:pt x="2966636" y="2642955"/>
                  </a:lnTo>
                  <a:lnTo>
                    <a:pt x="3003298" y="2556930"/>
                  </a:lnTo>
                  <a:lnTo>
                    <a:pt x="3039942" y="2467661"/>
                  </a:lnTo>
                  <a:lnTo>
                    <a:pt x="3076605" y="2375470"/>
                  </a:lnTo>
                  <a:lnTo>
                    <a:pt x="3113309" y="2280740"/>
                  </a:lnTo>
                  <a:lnTo>
                    <a:pt x="3150062" y="2183906"/>
                  </a:lnTo>
                  <a:lnTo>
                    <a:pt x="3186861" y="2085448"/>
                  </a:lnTo>
                  <a:lnTo>
                    <a:pt x="3223696" y="1985883"/>
                  </a:lnTo>
                  <a:lnTo>
                    <a:pt x="3260550" y="1885753"/>
                  </a:lnTo>
                  <a:lnTo>
                    <a:pt x="3297405" y="1785614"/>
                  </a:lnTo>
                  <a:lnTo>
                    <a:pt x="3334241" y="1686020"/>
                  </a:lnTo>
                  <a:lnTo>
                    <a:pt x="3371042" y="1587515"/>
                  </a:lnTo>
                  <a:lnTo>
                    <a:pt x="3407796" y="1490615"/>
                  </a:lnTo>
                  <a:lnTo>
                    <a:pt x="3444502" y="1395804"/>
                  </a:lnTo>
                  <a:lnTo>
                    <a:pt x="3481166" y="1303519"/>
                  </a:lnTo>
                  <a:lnTo>
                    <a:pt x="3517811" y="1214142"/>
                  </a:lnTo>
                  <a:lnTo>
                    <a:pt x="3554471" y="1127999"/>
                  </a:lnTo>
                  <a:lnTo>
                    <a:pt x="3591200" y="1045355"/>
                  </a:lnTo>
                  <a:lnTo>
                    <a:pt x="3628071" y="966410"/>
                  </a:lnTo>
                  <a:lnTo>
                    <a:pt x="3665179" y="891303"/>
                  </a:lnTo>
                  <a:lnTo>
                    <a:pt x="3702643" y="820112"/>
                  </a:lnTo>
                  <a:lnTo>
                    <a:pt x="3740610" y="752860"/>
                  </a:lnTo>
                  <a:lnTo>
                    <a:pt x="3779259" y="689517"/>
                  </a:lnTo>
                  <a:lnTo>
                    <a:pt x="3818805" y="630008"/>
                  </a:lnTo>
                  <a:lnTo>
                    <a:pt x="3820202" y="628002"/>
                  </a:lnTo>
                  <a:lnTo>
                    <a:pt x="3870482" y="560153"/>
                  </a:lnTo>
                  <a:lnTo>
                    <a:pt x="3923048" y="498011"/>
                  </a:lnTo>
                  <a:lnTo>
                    <a:pt x="3978521" y="441389"/>
                  </a:lnTo>
                  <a:lnTo>
                    <a:pt x="4037583" y="389916"/>
                  </a:lnTo>
                  <a:lnTo>
                    <a:pt x="4100944" y="343142"/>
                  </a:lnTo>
                  <a:lnTo>
                    <a:pt x="4169303" y="300597"/>
                  </a:lnTo>
                  <a:lnTo>
                    <a:pt x="4243309" y="261836"/>
                  </a:lnTo>
                  <a:lnTo>
                    <a:pt x="4323504" y="226459"/>
                  </a:lnTo>
                  <a:lnTo>
                    <a:pt x="4410247" y="194129"/>
                  </a:lnTo>
                  <a:lnTo>
                    <a:pt x="4503617" y="164582"/>
                  </a:lnTo>
                  <a:lnTo>
                    <a:pt x="4603303" y="137627"/>
                  </a:lnTo>
                  <a:lnTo>
                    <a:pt x="4708469" y="113146"/>
                  </a:lnTo>
                  <a:lnTo>
                    <a:pt x="4817646" y="91092"/>
                  </a:lnTo>
                  <a:lnTo>
                    <a:pt x="4928651" y="71474"/>
                  </a:lnTo>
                  <a:lnTo>
                    <a:pt x="5038601" y="54335"/>
                  </a:lnTo>
                  <a:lnTo>
                    <a:pt x="5144053" y="39727"/>
                  </a:lnTo>
                  <a:lnTo>
                    <a:pt x="5241303" y="27669"/>
                  </a:lnTo>
                  <a:lnTo>
                    <a:pt x="5326818" y="18122"/>
                  </a:lnTo>
                  <a:lnTo>
                    <a:pt x="5397747" y="10952"/>
                  </a:lnTo>
                  <a:lnTo>
                    <a:pt x="5452397" y="5929"/>
                  </a:lnTo>
                  <a:lnTo>
                    <a:pt x="5490560" y="2728"/>
                  </a:lnTo>
                  <a:lnTo>
                    <a:pt x="5513623" y="958"/>
                  </a:lnTo>
                  <a:lnTo>
                    <a:pt x="5524485" y="192"/>
                  </a:lnTo>
                  <a:lnTo>
                    <a:pt x="5527361" y="5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5" y="27"/>
                  </a:lnTo>
                  <a:lnTo>
                    <a:pt x="6530892" y="227"/>
                  </a:lnTo>
                  <a:lnTo>
                    <a:pt x="6549620" y="777"/>
                  </a:lnTo>
                  <a:lnTo>
                    <a:pt x="6583367" y="1863"/>
                  </a:lnTo>
                  <a:lnTo>
                    <a:pt x="6634203" y="3657"/>
                  </a:lnTo>
                  <a:lnTo>
                    <a:pt x="6702435" y="6308"/>
                  </a:lnTo>
                  <a:lnTo>
                    <a:pt x="6786656" y="9928"/>
                  </a:lnTo>
                  <a:lnTo>
                    <a:pt x="6884062" y="14583"/>
                  </a:lnTo>
                  <a:lnTo>
                    <a:pt x="6990949" y="20300"/>
                  </a:lnTo>
                  <a:lnTo>
                    <a:pt x="7103304" y="27074"/>
                  </a:lnTo>
                  <a:lnTo>
                    <a:pt x="7217326" y="34883"/>
                  </a:lnTo>
                  <a:lnTo>
                    <a:pt x="7329790" y="43710"/>
                  </a:lnTo>
                  <a:lnTo>
                    <a:pt x="7438240" y="53546"/>
                  </a:lnTo>
                  <a:lnTo>
                    <a:pt x="7541013" y="64411"/>
                  </a:lnTo>
                  <a:lnTo>
                    <a:pt x="7637161" y="76352"/>
                  </a:lnTo>
                  <a:lnTo>
                    <a:pt x="7726325" y="89449"/>
                  </a:lnTo>
                  <a:lnTo>
                    <a:pt x="7808587" y="103816"/>
                  </a:lnTo>
                  <a:lnTo>
                    <a:pt x="7884337" y="119597"/>
                  </a:lnTo>
                  <a:lnTo>
                    <a:pt x="7954167" y="136962"/>
                  </a:lnTo>
                  <a:lnTo>
                    <a:pt x="8018785" y="156105"/>
                  </a:lnTo>
                  <a:lnTo>
                    <a:pt x="8078951" y="177226"/>
                  </a:lnTo>
                  <a:lnTo>
                    <a:pt x="8135432" y="200515"/>
                  </a:lnTo>
                  <a:lnTo>
                    <a:pt x="8188958" y="226122"/>
                  </a:lnTo>
                  <a:lnTo>
                    <a:pt x="8229629" y="248056"/>
                  </a:lnTo>
                  <a:lnTo>
                    <a:pt x="8283080" y="280229"/>
                  </a:lnTo>
                  <a:lnTo>
                    <a:pt x="8335012" y="315206"/>
                  </a:lnTo>
                  <a:lnTo>
                    <a:pt x="8385915" y="353039"/>
                  </a:lnTo>
                  <a:lnTo>
                    <a:pt x="8436167" y="393713"/>
                  </a:lnTo>
                  <a:lnTo>
                    <a:pt x="8486054" y="437139"/>
                  </a:lnTo>
                  <a:lnTo>
                    <a:pt x="8535781" y="483144"/>
                  </a:lnTo>
                  <a:lnTo>
                    <a:pt x="8585485" y="531474"/>
                  </a:lnTo>
                  <a:lnTo>
                    <a:pt x="8635246" y="581792"/>
                  </a:lnTo>
                  <a:lnTo>
                    <a:pt x="8685093" y="633686"/>
                  </a:lnTo>
                  <a:lnTo>
                    <a:pt x="8735022" y="686682"/>
                  </a:lnTo>
                  <a:lnTo>
                    <a:pt x="8785000" y="740262"/>
                  </a:lnTo>
                  <a:lnTo>
                    <a:pt x="8834982" y="793882"/>
                  </a:lnTo>
                  <a:lnTo>
                    <a:pt x="8884920" y="846996"/>
                  </a:lnTo>
                  <a:lnTo>
                    <a:pt x="8934781" y="899081"/>
                  </a:lnTo>
                  <a:lnTo>
                    <a:pt x="8984553" y="949656"/>
                  </a:lnTo>
                  <a:lnTo>
                    <a:pt x="9034262" y="998298"/>
                  </a:lnTo>
                  <a:lnTo>
                    <a:pt x="9083978" y="1044659"/>
                  </a:lnTo>
                  <a:lnTo>
                    <a:pt x="9133831" y="1088473"/>
                  </a:lnTo>
                  <a:lnTo>
                    <a:pt x="9184015" y="1129556"/>
                  </a:lnTo>
                  <a:lnTo>
                    <a:pt x="9234802" y="1167805"/>
                  </a:lnTo>
                  <a:lnTo>
                    <a:pt x="9286556" y="1203195"/>
                  </a:lnTo>
                  <a:lnTo>
                    <a:pt x="9339750" y="1235771"/>
                  </a:lnTo>
                  <a:lnTo>
                    <a:pt x="9347647" y="1240283"/>
                  </a:lnTo>
                  <a:lnTo>
                    <a:pt x="9399307" y="1267771"/>
                  </a:lnTo>
                  <a:lnTo>
                    <a:pt x="9453394" y="1292884"/>
                  </a:lnTo>
                  <a:lnTo>
                    <a:pt x="9510583" y="1315705"/>
                  </a:lnTo>
                  <a:lnTo>
                    <a:pt x="9571617" y="1336396"/>
                  </a:lnTo>
                  <a:lnTo>
                    <a:pt x="9637264" y="1355150"/>
                  </a:lnTo>
                  <a:lnTo>
                    <a:pt x="9708277" y="1372169"/>
                  </a:lnTo>
                  <a:lnTo>
                    <a:pt x="9785346" y="1387641"/>
                  </a:lnTo>
                  <a:lnTo>
                    <a:pt x="9869028" y="1401731"/>
                  </a:lnTo>
                  <a:lnTo>
                    <a:pt x="9959659" y="1414578"/>
                  </a:lnTo>
                  <a:lnTo>
                    <a:pt x="10057241" y="1426288"/>
                  </a:lnTo>
                  <a:lnTo>
                    <a:pt x="10161301" y="1436935"/>
                  </a:lnTo>
                  <a:lnTo>
                    <a:pt x="10270755" y="1446560"/>
                  </a:lnTo>
                  <a:lnTo>
                    <a:pt x="10383775" y="1455174"/>
                  </a:lnTo>
                  <a:lnTo>
                    <a:pt x="10497738" y="1462769"/>
                  </a:lnTo>
                  <a:lnTo>
                    <a:pt x="10609278" y="1469323"/>
                  </a:lnTo>
                  <a:lnTo>
                    <a:pt x="10714511" y="1474818"/>
                  </a:lnTo>
                  <a:lnTo>
                    <a:pt x="10809443" y="1479253"/>
                  </a:lnTo>
                  <a:lnTo>
                    <a:pt x="10890511" y="1482663"/>
                  </a:lnTo>
                  <a:lnTo>
                    <a:pt x="10955165" y="1485124"/>
                  </a:lnTo>
                  <a:lnTo>
                    <a:pt x="11002341" y="1486757"/>
                  </a:lnTo>
                  <a:lnTo>
                    <a:pt x="11032718" y="1487715"/>
                  </a:lnTo>
                  <a:lnTo>
                    <a:pt x="11048719" y="1488177"/>
                  </a:lnTo>
                  <a:lnTo>
                    <a:pt x="11054332" y="1488326"/>
                  </a:lnTo>
                  <a:lnTo>
                    <a:pt x="11054891" y="1488340"/>
                  </a:lnTo>
                  <a:lnTo>
                    <a:pt x="12049831" y="1488340"/>
                  </a:lnTo>
                  <a:lnTo>
                    <a:pt x="12049831" y="14883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4" name="pl2113"/>
            <p:cNvSpPr/>
            <p:nvPr/>
          </p:nvSpPr>
          <p:spPr>
            <a:xfrm>
              <a:off x="1199187" y="2635874"/>
              <a:ext cx="12049831" cy="3768015"/>
            </a:xfrm>
            <a:custGeom>
              <a:avLst/>
              <a:pathLst>
                <a:path w="12049831" h="3768015">
                  <a:moveTo>
                    <a:pt x="12049831" y="1488340"/>
                  </a:moveTo>
                  <a:lnTo>
                    <a:pt x="11054891" y="1488340"/>
                  </a:lnTo>
                  <a:lnTo>
                    <a:pt x="11053772" y="1488312"/>
                  </a:lnTo>
                  <a:lnTo>
                    <a:pt x="11046385" y="1488112"/>
                  </a:lnTo>
                  <a:lnTo>
                    <a:pt x="11027657" y="1487562"/>
                  </a:lnTo>
                  <a:lnTo>
                    <a:pt x="10993909" y="1486476"/>
                  </a:lnTo>
                  <a:lnTo>
                    <a:pt x="10943073" y="1484683"/>
                  </a:lnTo>
                  <a:lnTo>
                    <a:pt x="10874842" y="1482031"/>
                  </a:lnTo>
                  <a:lnTo>
                    <a:pt x="10790620" y="1478411"/>
                  </a:lnTo>
                  <a:lnTo>
                    <a:pt x="10693215" y="1473756"/>
                  </a:lnTo>
                  <a:lnTo>
                    <a:pt x="10586328" y="1468039"/>
                  </a:lnTo>
                  <a:lnTo>
                    <a:pt x="10473972" y="1461265"/>
                  </a:lnTo>
                  <a:lnTo>
                    <a:pt x="10359951" y="1453456"/>
                  </a:lnTo>
                  <a:lnTo>
                    <a:pt x="10247486" y="1444629"/>
                  </a:lnTo>
                  <a:lnTo>
                    <a:pt x="10139036" y="1434793"/>
                  </a:lnTo>
                  <a:lnTo>
                    <a:pt x="10036264" y="1423928"/>
                  </a:lnTo>
                  <a:lnTo>
                    <a:pt x="9940115" y="1411987"/>
                  </a:lnTo>
                  <a:lnTo>
                    <a:pt x="9850951" y="1398890"/>
                  </a:lnTo>
                  <a:lnTo>
                    <a:pt x="9768690" y="1384523"/>
                  </a:lnTo>
                  <a:lnTo>
                    <a:pt x="9692940" y="1368743"/>
                  </a:lnTo>
                  <a:lnTo>
                    <a:pt x="9623109" y="1351377"/>
                  </a:lnTo>
                  <a:lnTo>
                    <a:pt x="9558491" y="1332234"/>
                  </a:lnTo>
                  <a:lnTo>
                    <a:pt x="9498325" y="1311113"/>
                  </a:lnTo>
                  <a:lnTo>
                    <a:pt x="9441844" y="1287824"/>
                  </a:lnTo>
                  <a:lnTo>
                    <a:pt x="9388318" y="1262217"/>
                  </a:lnTo>
                  <a:lnTo>
                    <a:pt x="9347647" y="1240283"/>
                  </a:lnTo>
                  <a:lnTo>
                    <a:pt x="9294196" y="1208110"/>
                  </a:lnTo>
                  <a:lnTo>
                    <a:pt x="9242265" y="1173133"/>
                  </a:lnTo>
                  <a:lnTo>
                    <a:pt x="9191362" y="1135300"/>
                  </a:lnTo>
                  <a:lnTo>
                    <a:pt x="9141109" y="1094626"/>
                  </a:lnTo>
                  <a:lnTo>
                    <a:pt x="9091222" y="1051200"/>
                  </a:lnTo>
                  <a:lnTo>
                    <a:pt x="9041495" y="1005195"/>
                  </a:lnTo>
                  <a:lnTo>
                    <a:pt x="8991791" y="956865"/>
                  </a:lnTo>
                  <a:lnTo>
                    <a:pt x="8942031" y="906547"/>
                  </a:lnTo>
                  <a:lnTo>
                    <a:pt x="8892183" y="854653"/>
                  </a:lnTo>
                  <a:lnTo>
                    <a:pt x="8842254" y="801657"/>
                  </a:lnTo>
                  <a:lnTo>
                    <a:pt x="8792276" y="748077"/>
                  </a:lnTo>
                  <a:lnTo>
                    <a:pt x="8742295" y="694457"/>
                  </a:lnTo>
                  <a:lnTo>
                    <a:pt x="8692356" y="641343"/>
                  </a:lnTo>
                  <a:lnTo>
                    <a:pt x="8642495" y="589258"/>
                  </a:lnTo>
                  <a:lnTo>
                    <a:pt x="8592723" y="538683"/>
                  </a:lnTo>
                  <a:lnTo>
                    <a:pt x="8543015" y="490041"/>
                  </a:lnTo>
                  <a:lnTo>
                    <a:pt x="8493298" y="443680"/>
                  </a:lnTo>
                  <a:lnTo>
                    <a:pt x="8443446" y="399866"/>
                  </a:lnTo>
                  <a:lnTo>
                    <a:pt x="8393262" y="358784"/>
                  </a:lnTo>
                  <a:lnTo>
                    <a:pt x="8342475" y="320534"/>
                  </a:lnTo>
                  <a:lnTo>
                    <a:pt x="8290721" y="285144"/>
                  </a:lnTo>
                  <a:lnTo>
                    <a:pt x="8237526" y="252568"/>
                  </a:lnTo>
                  <a:lnTo>
                    <a:pt x="8229629" y="248056"/>
                  </a:lnTo>
                  <a:lnTo>
                    <a:pt x="8177970" y="220568"/>
                  </a:lnTo>
                  <a:lnTo>
                    <a:pt x="8123883" y="195455"/>
                  </a:lnTo>
                  <a:lnTo>
                    <a:pt x="8066693" y="172634"/>
                  </a:lnTo>
                  <a:lnTo>
                    <a:pt x="8005659" y="151943"/>
                  </a:lnTo>
                  <a:lnTo>
                    <a:pt x="7940013" y="133189"/>
                  </a:lnTo>
                  <a:lnTo>
                    <a:pt x="7869000" y="116170"/>
                  </a:lnTo>
                  <a:lnTo>
                    <a:pt x="7791931" y="100698"/>
                  </a:lnTo>
                  <a:lnTo>
                    <a:pt x="7708249" y="86608"/>
                  </a:lnTo>
                  <a:lnTo>
                    <a:pt x="7617617" y="73761"/>
                  </a:lnTo>
                  <a:lnTo>
                    <a:pt x="7520036" y="62051"/>
                  </a:lnTo>
                  <a:lnTo>
                    <a:pt x="7415975" y="51404"/>
                  </a:lnTo>
                  <a:lnTo>
                    <a:pt x="7306522" y="41779"/>
                  </a:lnTo>
                  <a:lnTo>
                    <a:pt x="7193501" y="33165"/>
                  </a:lnTo>
                  <a:lnTo>
                    <a:pt x="7079538" y="25570"/>
                  </a:lnTo>
                  <a:lnTo>
                    <a:pt x="6967999" y="19016"/>
                  </a:lnTo>
                  <a:lnTo>
                    <a:pt x="6862766" y="13522"/>
                  </a:lnTo>
                  <a:lnTo>
                    <a:pt x="6767833" y="9086"/>
                  </a:lnTo>
                  <a:lnTo>
                    <a:pt x="6686765" y="5676"/>
                  </a:lnTo>
                  <a:lnTo>
                    <a:pt x="6622111" y="3215"/>
                  </a:lnTo>
                  <a:lnTo>
                    <a:pt x="6574936" y="1583"/>
                  </a:lnTo>
                  <a:lnTo>
                    <a:pt x="6544559" y="624"/>
                  </a:lnTo>
                  <a:lnTo>
                    <a:pt x="6528558" y="162"/>
                  </a:lnTo>
                  <a:lnTo>
                    <a:pt x="6522945" y="1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10" y="65"/>
                  </a:lnTo>
                  <a:lnTo>
                    <a:pt x="5519568" y="531"/>
                  </a:lnTo>
                  <a:lnTo>
                    <a:pt x="5502185" y="1817"/>
                  </a:lnTo>
                  <a:lnTo>
                    <a:pt x="5470773" y="4352"/>
                  </a:lnTo>
                  <a:lnTo>
                    <a:pt x="5423276" y="8548"/>
                  </a:lnTo>
                  <a:lnTo>
                    <a:pt x="5359216" y="14760"/>
                  </a:lnTo>
                  <a:lnTo>
                    <a:pt x="5279678" y="23264"/>
                  </a:lnTo>
                  <a:lnTo>
                    <a:pt x="5187067" y="34233"/>
                  </a:lnTo>
                  <a:lnTo>
                    <a:pt x="5084684" y="47745"/>
                  </a:lnTo>
                  <a:lnTo>
                    <a:pt x="4976221" y="63802"/>
                  </a:lnTo>
                  <a:lnTo>
                    <a:pt x="4865279" y="82361"/>
                  </a:lnTo>
                  <a:lnTo>
                    <a:pt x="4755007" y="103371"/>
                  </a:lnTo>
                  <a:lnTo>
                    <a:pt x="4647896" y="126807"/>
                  </a:lnTo>
                  <a:lnTo>
                    <a:pt x="4545718" y="152689"/>
                  </a:lnTo>
                  <a:lnTo>
                    <a:pt x="4449568" y="181104"/>
                  </a:lnTo>
                  <a:lnTo>
                    <a:pt x="4359967" y="212209"/>
                  </a:lnTo>
                  <a:lnTo>
                    <a:pt x="4276988" y="246239"/>
                  </a:lnTo>
                  <a:lnTo>
                    <a:pt x="4200380" y="283501"/>
                  </a:lnTo>
                  <a:lnTo>
                    <a:pt x="4129669" y="324367"/>
                  </a:lnTo>
                  <a:lnTo>
                    <a:pt x="4064244" y="369267"/>
                  </a:lnTo>
                  <a:lnTo>
                    <a:pt x="4003422" y="418663"/>
                  </a:lnTo>
                  <a:lnTo>
                    <a:pt x="3946492" y="473020"/>
                  </a:lnTo>
                  <a:lnTo>
                    <a:pt x="3892757" y="532754"/>
                  </a:lnTo>
                  <a:lnTo>
                    <a:pt x="3841565" y="598144"/>
                  </a:lnTo>
                  <a:lnTo>
                    <a:pt x="3820202" y="628002"/>
                  </a:lnTo>
                  <a:lnTo>
                    <a:pt x="3780620" y="687380"/>
                  </a:lnTo>
                  <a:lnTo>
                    <a:pt x="3741944" y="750588"/>
                  </a:lnTo>
                  <a:lnTo>
                    <a:pt x="3703957" y="817703"/>
                  </a:lnTo>
                  <a:lnTo>
                    <a:pt x="3666478" y="888757"/>
                  </a:lnTo>
                  <a:lnTo>
                    <a:pt x="3629359" y="963728"/>
                  </a:lnTo>
                  <a:lnTo>
                    <a:pt x="3592482" y="1042542"/>
                  </a:lnTo>
                  <a:lnTo>
                    <a:pt x="3555749" y="1125060"/>
                  </a:lnTo>
                  <a:lnTo>
                    <a:pt x="3519087" y="1211085"/>
                  </a:lnTo>
                  <a:lnTo>
                    <a:pt x="3482443" y="1300354"/>
                  </a:lnTo>
                  <a:lnTo>
                    <a:pt x="3445780" y="1392545"/>
                  </a:lnTo>
                  <a:lnTo>
                    <a:pt x="3409076" y="1487275"/>
                  </a:lnTo>
                  <a:lnTo>
                    <a:pt x="3372323" y="1584109"/>
                  </a:lnTo>
                  <a:lnTo>
                    <a:pt x="3335524" y="1682567"/>
                  </a:lnTo>
                  <a:lnTo>
                    <a:pt x="3298689" y="1782132"/>
                  </a:lnTo>
                  <a:lnTo>
                    <a:pt x="3261835" y="1882262"/>
                  </a:lnTo>
                  <a:lnTo>
                    <a:pt x="3224980" y="1982401"/>
                  </a:lnTo>
                  <a:lnTo>
                    <a:pt x="3188144" y="2081995"/>
                  </a:lnTo>
                  <a:lnTo>
                    <a:pt x="3151343" y="2180500"/>
                  </a:lnTo>
                  <a:lnTo>
                    <a:pt x="3114589" y="2277399"/>
                  </a:lnTo>
                  <a:lnTo>
                    <a:pt x="3077883" y="2372210"/>
                  </a:lnTo>
                  <a:lnTo>
                    <a:pt x="3041219" y="2464496"/>
                  </a:lnTo>
                  <a:lnTo>
                    <a:pt x="3004574" y="2553873"/>
                  </a:lnTo>
                  <a:lnTo>
                    <a:pt x="2967914" y="2640016"/>
                  </a:lnTo>
                  <a:lnTo>
                    <a:pt x="2931185" y="2722660"/>
                  </a:lnTo>
                  <a:lnTo>
                    <a:pt x="2894314" y="2801605"/>
                  </a:lnTo>
                  <a:lnTo>
                    <a:pt x="2857206" y="2876712"/>
                  </a:lnTo>
                  <a:lnTo>
                    <a:pt x="2819742" y="2947903"/>
                  </a:lnTo>
                  <a:lnTo>
                    <a:pt x="2781775" y="3015155"/>
                  </a:lnTo>
                  <a:lnTo>
                    <a:pt x="2743126" y="3078498"/>
                  </a:lnTo>
                  <a:lnTo>
                    <a:pt x="2703580" y="3138007"/>
                  </a:lnTo>
                  <a:lnTo>
                    <a:pt x="2702183" y="3140013"/>
                  </a:lnTo>
                  <a:lnTo>
                    <a:pt x="2651903" y="3207862"/>
                  </a:lnTo>
                  <a:lnTo>
                    <a:pt x="2599337" y="3270004"/>
                  </a:lnTo>
                  <a:lnTo>
                    <a:pt x="2543864" y="3326626"/>
                  </a:lnTo>
                  <a:lnTo>
                    <a:pt x="2484802" y="3378099"/>
                  </a:lnTo>
                  <a:lnTo>
                    <a:pt x="2421441" y="3424873"/>
                  </a:lnTo>
                  <a:lnTo>
                    <a:pt x="2353082" y="3467418"/>
                  </a:lnTo>
                  <a:lnTo>
                    <a:pt x="2279076" y="3506179"/>
                  </a:lnTo>
                  <a:lnTo>
                    <a:pt x="2198881" y="3541556"/>
                  </a:lnTo>
                  <a:lnTo>
                    <a:pt x="2112138" y="3573886"/>
                  </a:lnTo>
                  <a:lnTo>
                    <a:pt x="2018768" y="3603433"/>
                  </a:lnTo>
                  <a:lnTo>
                    <a:pt x="1919082" y="3630388"/>
                  </a:lnTo>
                  <a:lnTo>
                    <a:pt x="1813916" y="3654869"/>
                  </a:lnTo>
                  <a:lnTo>
                    <a:pt x="1704739" y="3676923"/>
                  </a:lnTo>
                  <a:lnTo>
                    <a:pt x="1593734" y="3696541"/>
                  </a:lnTo>
                  <a:lnTo>
                    <a:pt x="1483784" y="3713680"/>
                  </a:lnTo>
                  <a:lnTo>
                    <a:pt x="1378332" y="3728288"/>
                  </a:lnTo>
                  <a:lnTo>
                    <a:pt x="1281082" y="3740346"/>
                  </a:lnTo>
                  <a:lnTo>
                    <a:pt x="1195567" y="3749893"/>
                  </a:lnTo>
                  <a:lnTo>
                    <a:pt x="1124638" y="3757063"/>
                  </a:lnTo>
                  <a:lnTo>
                    <a:pt x="1069988" y="3762085"/>
                  </a:lnTo>
                  <a:lnTo>
                    <a:pt x="1031825" y="3765286"/>
                  </a:lnTo>
                  <a:lnTo>
                    <a:pt x="1008762" y="3767057"/>
                  </a:lnTo>
                  <a:lnTo>
                    <a:pt x="997900" y="3767823"/>
                  </a:lnTo>
                  <a:lnTo>
                    <a:pt x="995024" y="3768010"/>
                  </a:lnTo>
                  <a:lnTo>
                    <a:pt x="994940" y="3768015"/>
                  </a:lnTo>
                  <a:lnTo>
                    <a:pt x="0" y="3768015"/>
                  </a:lnTo>
                  <a:lnTo>
                    <a:pt x="0" y="37680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5" name="pg2114"/>
            <p:cNvSpPr/>
            <p:nvPr/>
          </p:nvSpPr>
          <p:spPr>
            <a:xfrm>
              <a:off x="1199187" y="1923148"/>
              <a:ext cx="12049831" cy="4616998"/>
            </a:xfrm>
            <a:custGeom>
              <a:avLst/>
              <a:pathLst>
                <a:path w="12049831" h="4616998">
                  <a:moveTo>
                    <a:pt x="0" y="4517426"/>
                  </a:moveTo>
                  <a:lnTo>
                    <a:pt x="994940" y="4517426"/>
                  </a:lnTo>
                  <a:lnTo>
                    <a:pt x="996076" y="4517428"/>
                  </a:lnTo>
                  <a:lnTo>
                    <a:pt x="1003575" y="4517442"/>
                  </a:lnTo>
                  <a:lnTo>
                    <a:pt x="1022579" y="4517479"/>
                  </a:lnTo>
                  <a:lnTo>
                    <a:pt x="1056803" y="4517553"/>
                  </a:lnTo>
                  <a:lnTo>
                    <a:pt x="1108318" y="4517675"/>
                  </a:lnTo>
                  <a:lnTo>
                    <a:pt x="1177392" y="4517855"/>
                  </a:lnTo>
                  <a:lnTo>
                    <a:pt x="1262554" y="4518100"/>
                  </a:lnTo>
                  <a:lnTo>
                    <a:pt x="1360912" y="4518416"/>
                  </a:lnTo>
                  <a:lnTo>
                    <a:pt x="1468683" y="4518804"/>
                  </a:lnTo>
                  <a:lnTo>
                    <a:pt x="1581792" y="4519263"/>
                  </a:lnTo>
                  <a:lnTo>
                    <a:pt x="1696398" y="4519792"/>
                  </a:lnTo>
                  <a:lnTo>
                    <a:pt x="1809267" y="4520390"/>
                  </a:lnTo>
                  <a:lnTo>
                    <a:pt x="1917953" y="4521055"/>
                  </a:lnTo>
                  <a:lnTo>
                    <a:pt x="2020815" y="4521791"/>
                  </a:lnTo>
                  <a:lnTo>
                    <a:pt x="2116940" y="4522600"/>
                  </a:lnTo>
                  <a:lnTo>
                    <a:pt x="2206001" y="4523487"/>
                  </a:lnTo>
                  <a:lnTo>
                    <a:pt x="2288109" y="4524461"/>
                  </a:lnTo>
                  <a:lnTo>
                    <a:pt x="2363685" y="4525532"/>
                  </a:lnTo>
                  <a:lnTo>
                    <a:pt x="2433342" y="4526710"/>
                  </a:lnTo>
                  <a:lnTo>
                    <a:pt x="2497807" y="4528011"/>
                  </a:lnTo>
                  <a:lnTo>
                    <a:pt x="2557855" y="4529446"/>
                  </a:lnTo>
                  <a:lnTo>
                    <a:pt x="2614262" y="4531029"/>
                  </a:lnTo>
                  <a:lnTo>
                    <a:pt x="2667764" y="4532770"/>
                  </a:lnTo>
                  <a:lnTo>
                    <a:pt x="2702183" y="4534021"/>
                  </a:lnTo>
                  <a:lnTo>
                    <a:pt x="2763784" y="4536525"/>
                  </a:lnTo>
                  <a:lnTo>
                    <a:pt x="2823465" y="4539279"/>
                  </a:lnTo>
                  <a:lnTo>
                    <a:pt x="2881940" y="4542289"/>
                  </a:lnTo>
                  <a:lnTo>
                    <a:pt x="2939736" y="4545550"/>
                  </a:lnTo>
                  <a:lnTo>
                    <a:pt x="2997223" y="4549047"/>
                  </a:lnTo>
                  <a:lnTo>
                    <a:pt x="3054643" y="4552757"/>
                  </a:lnTo>
                  <a:lnTo>
                    <a:pt x="3112131" y="4556647"/>
                  </a:lnTo>
                  <a:lnTo>
                    <a:pt x="3169736" y="4560674"/>
                  </a:lnTo>
                  <a:lnTo>
                    <a:pt x="3227441" y="4564788"/>
                  </a:lnTo>
                  <a:lnTo>
                    <a:pt x="3285187" y="4568936"/>
                  </a:lnTo>
                  <a:lnTo>
                    <a:pt x="3342904" y="4573060"/>
                  </a:lnTo>
                  <a:lnTo>
                    <a:pt x="3400528" y="4577105"/>
                  </a:lnTo>
                  <a:lnTo>
                    <a:pt x="3458035" y="4581021"/>
                  </a:lnTo>
                  <a:lnTo>
                    <a:pt x="3515460" y="4584765"/>
                  </a:lnTo>
                  <a:lnTo>
                    <a:pt x="3572921" y="4588300"/>
                  </a:lnTo>
                  <a:lnTo>
                    <a:pt x="3630643" y="4591601"/>
                  </a:lnTo>
                  <a:lnTo>
                    <a:pt x="3688971" y="4594654"/>
                  </a:lnTo>
                  <a:lnTo>
                    <a:pt x="3748403" y="4597452"/>
                  </a:lnTo>
                  <a:lnTo>
                    <a:pt x="3809620" y="4599997"/>
                  </a:lnTo>
                  <a:lnTo>
                    <a:pt x="3820202" y="4600403"/>
                  </a:lnTo>
                  <a:lnTo>
                    <a:pt x="3872136" y="4602251"/>
                  </a:lnTo>
                  <a:lnTo>
                    <a:pt x="3926527" y="4603939"/>
                  </a:lnTo>
                  <a:lnTo>
                    <a:pt x="3984061" y="4605471"/>
                  </a:lnTo>
                  <a:lnTo>
                    <a:pt x="4045491" y="4606860"/>
                  </a:lnTo>
                  <a:lnTo>
                    <a:pt x="4111598" y="4608119"/>
                  </a:lnTo>
                  <a:lnTo>
                    <a:pt x="4183147" y="4609260"/>
                  </a:lnTo>
                  <a:lnTo>
                    <a:pt x="4260834" y="4610297"/>
                  </a:lnTo>
                  <a:lnTo>
                    <a:pt x="4345221" y="4611241"/>
                  </a:lnTo>
                  <a:lnTo>
                    <a:pt x="4436638" y="4612102"/>
                  </a:lnTo>
                  <a:lnTo>
                    <a:pt x="4535066" y="4612886"/>
                  </a:lnTo>
                  <a:lnTo>
                    <a:pt x="4640000" y="4613598"/>
                  </a:lnTo>
                  <a:lnTo>
                    <a:pt x="4750297" y="4614241"/>
                  </a:lnTo>
                  <a:lnTo>
                    <a:pt x="4864057" y="4614816"/>
                  </a:lnTo>
                  <a:lnTo>
                    <a:pt x="4978559" y="4615322"/>
                  </a:lnTo>
                  <a:lnTo>
                    <a:pt x="5090340" y="4615757"/>
                  </a:lnTo>
                  <a:lnTo>
                    <a:pt x="5195430" y="4616121"/>
                  </a:lnTo>
                  <a:lnTo>
                    <a:pt x="5289787" y="4616413"/>
                  </a:lnTo>
                  <a:lnTo>
                    <a:pt x="5369858" y="4616636"/>
                  </a:lnTo>
                  <a:lnTo>
                    <a:pt x="5433174" y="4616796"/>
                  </a:lnTo>
                  <a:lnTo>
                    <a:pt x="5478818" y="4616901"/>
                  </a:lnTo>
                  <a:lnTo>
                    <a:pt x="5507665" y="4616961"/>
                  </a:lnTo>
                  <a:lnTo>
                    <a:pt x="5522355" y="4616989"/>
                  </a:lnTo>
                  <a:lnTo>
                    <a:pt x="5527102" y="4616998"/>
                  </a:lnTo>
                  <a:lnTo>
                    <a:pt x="5527445" y="4616998"/>
                  </a:lnTo>
                  <a:lnTo>
                    <a:pt x="6522385" y="4616998"/>
                  </a:lnTo>
                  <a:lnTo>
                    <a:pt x="6523377" y="4616921"/>
                  </a:lnTo>
                  <a:lnTo>
                    <a:pt x="6529940" y="4616376"/>
                  </a:lnTo>
                  <a:lnTo>
                    <a:pt x="6546631" y="4614869"/>
                  </a:lnTo>
                  <a:lnTo>
                    <a:pt x="6576838" y="4611899"/>
                  </a:lnTo>
                  <a:lnTo>
                    <a:pt x="6622603" y="4606980"/>
                  </a:lnTo>
                  <a:lnTo>
                    <a:pt x="6684481" y="4599691"/>
                  </a:lnTo>
                  <a:lnTo>
                    <a:pt x="6761547" y="4589700"/>
                  </a:lnTo>
                  <a:lnTo>
                    <a:pt x="6851598" y="4576793"/>
                  </a:lnTo>
                  <a:lnTo>
                    <a:pt x="6951540" y="4560867"/>
                  </a:lnTo>
                  <a:lnTo>
                    <a:pt x="7057855" y="4541911"/>
                  </a:lnTo>
                  <a:lnTo>
                    <a:pt x="7167058" y="4519971"/>
                  </a:lnTo>
                  <a:lnTo>
                    <a:pt x="7276051" y="4495107"/>
                  </a:lnTo>
                  <a:lnTo>
                    <a:pt x="7382338" y="4467357"/>
                  </a:lnTo>
                  <a:lnTo>
                    <a:pt x="7484098" y="4436708"/>
                  </a:lnTo>
                  <a:lnTo>
                    <a:pt x="7580165" y="4403076"/>
                  </a:lnTo>
                  <a:lnTo>
                    <a:pt x="7669936" y="4366292"/>
                  </a:lnTo>
                  <a:lnTo>
                    <a:pt x="7753256" y="4326101"/>
                  </a:lnTo>
                  <a:lnTo>
                    <a:pt x="7830303" y="4282165"/>
                  </a:lnTo>
                  <a:lnTo>
                    <a:pt x="7901486" y="4234063"/>
                  </a:lnTo>
                  <a:lnTo>
                    <a:pt x="7967362" y="4181309"/>
                  </a:lnTo>
                  <a:lnTo>
                    <a:pt x="8028572" y="4123369"/>
                  </a:lnTo>
                  <a:lnTo>
                    <a:pt x="8085792" y="4059691"/>
                  </a:lnTo>
                  <a:lnTo>
                    <a:pt x="8139698" y="3989765"/>
                  </a:lnTo>
                  <a:lnTo>
                    <a:pt x="8190932" y="3913195"/>
                  </a:lnTo>
                  <a:lnTo>
                    <a:pt x="8229629" y="3848372"/>
                  </a:lnTo>
                  <a:lnTo>
                    <a:pt x="8265954" y="3781923"/>
                  </a:lnTo>
                  <a:lnTo>
                    <a:pt x="8301502" y="3711544"/>
                  </a:lnTo>
                  <a:lnTo>
                    <a:pt x="8336443" y="3637154"/>
                  </a:lnTo>
                  <a:lnTo>
                    <a:pt x="8370923" y="3558716"/>
                  </a:lnTo>
                  <a:lnTo>
                    <a:pt x="8405060" y="3476232"/>
                  </a:lnTo>
                  <a:lnTo>
                    <a:pt x="8438957" y="3389757"/>
                  </a:lnTo>
                  <a:lnTo>
                    <a:pt x="8472694" y="3299391"/>
                  </a:lnTo>
                  <a:lnTo>
                    <a:pt x="8506338" y="3205291"/>
                  </a:lnTo>
                  <a:lnTo>
                    <a:pt x="8539939" y="3107666"/>
                  </a:lnTo>
                  <a:lnTo>
                    <a:pt x="8573534" y="3006780"/>
                  </a:lnTo>
                  <a:lnTo>
                    <a:pt x="8607150" y="2902949"/>
                  </a:lnTo>
                  <a:lnTo>
                    <a:pt x="8640801" y="2796542"/>
                  </a:lnTo>
                  <a:lnTo>
                    <a:pt x="8674493" y="2687970"/>
                  </a:lnTo>
                  <a:lnTo>
                    <a:pt x="8708225" y="2577685"/>
                  </a:lnTo>
                  <a:lnTo>
                    <a:pt x="8741989" y="2466171"/>
                  </a:lnTo>
                  <a:lnTo>
                    <a:pt x="8775772" y="2353936"/>
                  </a:lnTo>
                  <a:lnTo>
                    <a:pt x="8809561" y="2241501"/>
                  </a:lnTo>
                  <a:lnTo>
                    <a:pt x="8843342" y="2129391"/>
                  </a:lnTo>
                  <a:lnTo>
                    <a:pt x="8877098" y="2018125"/>
                  </a:lnTo>
                  <a:lnTo>
                    <a:pt x="8910821" y="1908205"/>
                  </a:lnTo>
                  <a:lnTo>
                    <a:pt x="8944503" y="1800110"/>
                  </a:lnTo>
                  <a:lnTo>
                    <a:pt x="8978145" y="1694281"/>
                  </a:lnTo>
                  <a:lnTo>
                    <a:pt x="9011754" y="1591121"/>
                  </a:lnTo>
                  <a:lnTo>
                    <a:pt x="9045348" y="1490986"/>
                  </a:lnTo>
                  <a:lnTo>
                    <a:pt x="9078956" y="1394179"/>
                  </a:lnTo>
                  <a:lnTo>
                    <a:pt x="9112617" y="1300953"/>
                  </a:lnTo>
                  <a:lnTo>
                    <a:pt x="9146385" y="1211503"/>
                  </a:lnTo>
                  <a:lnTo>
                    <a:pt x="9180331" y="1125972"/>
                  </a:lnTo>
                  <a:lnTo>
                    <a:pt x="9214541" y="1044450"/>
                  </a:lnTo>
                  <a:lnTo>
                    <a:pt x="9249119" y="966978"/>
                  </a:lnTo>
                  <a:lnTo>
                    <a:pt x="9284191" y="893550"/>
                  </a:lnTo>
                  <a:lnTo>
                    <a:pt x="9319907" y="824117"/>
                  </a:lnTo>
                  <a:lnTo>
                    <a:pt x="9347647" y="773866"/>
                  </a:lnTo>
                  <a:lnTo>
                    <a:pt x="9397193" y="691963"/>
                  </a:lnTo>
                  <a:lnTo>
                    <a:pt x="9448952" y="616849"/>
                  </a:lnTo>
                  <a:lnTo>
                    <a:pt x="9503516" y="548308"/>
                  </a:lnTo>
                  <a:lnTo>
                    <a:pt x="9561539" y="485913"/>
                  </a:lnTo>
                  <a:lnTo>
                    <a:pt x="9623698" y="429138"/>
                  </a:lnTo>
                  <a:lnTo>
                    <a:pt x="9690666" y="377430"/>
                  </a:lnTo>
                  <a:lnTo>
                    <a:pt x="9763070" y="330266"/>
                  </a:lnTo>
                  <a:lnTo>
                    <a:pt x="9841441" y="287170"/>
                  </a:lnTo>
                  <a:lnTo>
                    <a:pt x="9926146" y="247739"/>
                  </a:lnTo>
                  <a:lnTo>
                    <a:pt x="10017301" y="211653"/>
                  </a:lnTo>
                  <a:lnTo>
                    <a:pt x="10114664" y="178675"/>
                  </a:lnTo>
                  <a:lnTo>
                    <a:pt x="10217520" y="148656"/>
                  </a:lnTo>
                  <a:lnTo>
                    <a:pt x="10324567" y="121527"/>
                  </a:lnTo>
                  <a:lnTo>
                    <a:pt x="10433839" y="97289"/>
                  </a:lnTo>
                  <a:lnTo>
                    <a:pt x="10542699" y="75987"/>
                  </a:lnTo>
                  <a:lnTo>
                    <a:pt x="10647942" y="57681"/>
                  </a:lnTo>
                  <a:lnTo>
                    <a:pt x="10746042" y="42410"/>
                  </a:lnTo>
                  <a:lnTo>
                    <a:pt x="10833532" y="30143"/>
                  </a:lnTo>
                  <a:lnTo>
                    <a:pt x="10907472" y="20757"/>
                  </a:lnTo>
                  <a:lnTo>
                    <a:pt x="10965906" y="14010"/>
                  </a:lnTo>
                  <a:lnTo>
                    <a:pt x="11008218" y="9551"/>
                  </a:lnTo>
                  <a:lnTo>
                    <a:pt x="11035289" y="6938"/>
                  </a:lnTo>
                  <a:lnTo>
                    <a:pt x="11049468" y="5681"/>
                  </a:lnTo>
                  <a:lnTo>
                    <a:pt x="11054407" y="527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99" y="76"/>
                  </a:lnTo>
                  <a:lnTo>
                    <a:pt x="11047336" y="622"/>
                  </a:lnTo>
                  <a:lnTo>
                    <a:pt x="11030645" y="2128"/>
                  </a:lnTo>
                  <a:lnTo>
                    <a:pt x="11000439" y="5099"/>
                  </a:lnTo>
                  <a:lnTo>
                    <a:pt x="10954674" y="10017"/>
                  </a:lnTo>
                  <a:lnTo>
                    <a:pt x="10892795" y="17307"/>
                  </a:lnTo>
                  <a:lnTo>
                    <a:pt x="10815730" y="27297"/>
                  </a:lnTo>
                  <a:lnTo>
                    <a:pt x="10725678" y="40205"/>
                  </a:lnTo>
                  <a:lnTo>
                    <a:pt x="10625737" y="56131"/>
                  </a:lnTo>
                  <a:lnTo>
                    <a:pt x="10519422" y="75087"/>
                  </a:lnTo>
                  <a:lnTo>
                    <a:pt x="10410219" y="97027"/>
                  </a:lnTo>
                  <a:lnTo>
                    <a:pt x="10301225" y="121891"/>
                  </a:lnTo>
                  <a:lnTo>
                    <a:pt x="10194939" y="149641"/>
                  </a:lnTo>
                  <a:lnTo>
                    <a:pt x="10093179" y="180289"/>
                  </a:lnTo>
                  <a:lnTo>
                    <a:pt x="9997112" y="213922"/>
                  </a:lnTo>
                  <a:lnTo>
                    <a:pt x="9907341" y="250706"/>
                  </a:lnTo>
                  <a:lnTo>
                    <a:pt x="9824021" y="290896"/>
                  </a:lnTo>
                  <a:lnTo>
                    <a:pt x="9746974" y="334833"/>
                  </a:lnTo>
                  <a:lnTo>
                    <a:pt x="9675791" y="382935"/>
                  </a:lnTo>
                  <a:lnTo>
                    <a:pt x="9609915" y="435688"/>
                  </a:lnTo>
                  <a:lnTo>
                    <a:pt x="9548705" y="493629"/>
                  </a:lnTo>
                  <a:lnTo>
                    <a:pt x="9491485" y="557306"/>
                  </a:lnTo>
                  <a:lnTo>
                    <a:pt x="9437579" y="627233"/>
                  </a:lnTo>
                  <a:lnTo>
                    <a:pt x="9386344" y="703803"/>
                  </a:lnTo>
                  <a:lnTo>
                    <a:pt x="9347647" y="768626"/>
                  </a:lnTo>
                  <a:lnTo>
                    <a:pt x="9311323" y="835074"/>
                  </a:lnTo>
                  <a:lnTo>
                    <a:pt x="9275775" y="905454"/>
                  </a:lnTo>
                  <a:lnTo>
                    <a:pt x="9240833" y="979844"/>
                  </a:lnTo>
                  <a:lnTo>
                    <a:pt x="9206354" y="1058282"/>
                  </a:lnTo>
                  <a:lnTo>
                    <a:pt x="9172216" y="1140765"/>
                  </a:lnTo>
                  <a:lnTo>
                    <a:pt x="9138320" y="1227241"/>
                  </a:lnTo>
                  <a:lnTo>
                    <a:pt x="9104582" y="1317606"/>
                  </a:lnTo>
                  <a:lnTo>
                    <a:pt x="9070939" y="1411707"/>
                  </a:lnTo>
                  <a:lnTo>
                    <a:pt x="9037338" y="1509332"/>
                  </a:lnTo>
                  <a:lnTo>
                    <a:pt x="9003742" y="1610218"/>
                  </a:lnTo>
                  <a:lnTo>
                    <a:pt x="8970126" y="1714048"/>
                  </a:lnTo>
                  <a:lnTo>
                    <a:pt x="8936475" y="1820456"/>
                  </a:lnTo>
                  <a:lnTo>
                    <a:pt x="8902783" y="1929028"/>
                  </a:lnTo>
                  <a:lnTo>
                    <a:pt x="8869052" y="2039313"/>
                  </a:lnTo>
                  <a:lnTo>
                    <a:pt x="8835288" y="2150826"/>
                  </a:lnTo>
                  <a:lnTo>
                    <a:pt x="8801504" y="2263062"/>
                  </a:lnTo>
                  <a:lnTo>
                    <a:pt x="8767715" y="2375497"/>
                  </a:lnTo>
                  <a:lnTo>
                    <a:pt x="8733935" y="2487607"/>
                  </a:lnTo>
                  <a:lnTo>
                    <a:pt x="8700178" y="2598873"/>
                  </a:lnTo>
                  <a:lnTo>
                    <a:pt x="8666455" y="2708792"/>
                  </a:lnTo>
                  <a:lnTo>
                    <a:pt x="8632773" y="2816888"/>
                  </a:lnTo>
                  <a:lnTo>
                    <a:pt x="8599131" y="2922717"/>
                  </a:lnTo>
                  <a:lnTo>
                    <a:pt x="8565522" y="3025876"/>
                  </a:lnTo>
                  <a:lnTo>
                    <a:pt x="8531928" y="3126012"/>
                  </a:lnTo>
                  <a:lnTo>
                    <a:pt x="8498321" y="3222818"/>
                  </a:lnTo>
                  <a:lnTo>
                    <a:pt x="8464660" y="3316045"/>
                  </a:lnTo>
                  <a:lnTo>
                    <a:pt x="8430891" y="3405495"/>
                  </a:lnTo>
                  <a:lnTo>
                    <a:pt x="8396945" y="3491026"/>
                  </a:lnTo>
                  <a:lnTo>
                    <a:pt x="8362736" y="3572547"/>
                  </a:lnTo>
                  <a:lnTo>
                    <a:pt x="8328158" y="3650019"/>
                  </a:lnTo>
                  <a:lnTo>
                    <a:pt x="8293086" y="3723447"/>
                  </a:lnTo>
                  <a:lnTo>
                    <a:pt x="8257369" y="3792881"/>
                  </a:lnTo>
                  <a:lnTo>
                    <a:pt x="8229629" y="3843131"/>
                  </a:lnTo>
                  <a:lnTo>
                    <a:pt x="8180083" y="3925034"/>
                  </a:lnTo>
                  <a:lnTo>
                    <a:pt x="8128325" y="4000149"/>
                  </a:lnTo>
                  <a:lnTo>
                    <a:pt x="8073760" y="4068689"/>
                  </a:lnTo>
                  <a:lnTo>
                    <a:pt x="8015738" y="4131084"/>
                  </a:lnTo>
                  <a:lnTo>
                    <a:pt x="7953579" y="4187860"/>
                  </a:lnTo>
                  <a:lnTo>
                    <a:pt x="7886611" y="4239567"/>
                  </a:lnTo>
                  <a:lnTo>
                    <a:pt x="7814207" y="4286732"/>
                  </a:lnTo>
                  <a:lnTo>
                    <a:pt x="7735835" y="4329828"/>
                  </a:lnTo>
                  <a:lnTo>
                    <a:pt x="7651130" y="4369258"/>
                  </a:lnTo>
                  <a:lnTo>
                    <a:pt x="7559975" y="4405345"/>
                  </a:lnTo>
                  <a:lnTo>
                    <a:pt x="7462612" y="4438323"/>
                  </a:lnTo>
                  <a:lnTo>
                    <a:pt x="7359757" y="4468342"/>
                  </a:lnTo>
                  <a:lnTo>
                    <a:pt x="7252710" y="4495470"/>
                  </a:lnTo>
                  <a:lnTo>
                    <a:pt x="7143437" y="4519709"/>
                  </a:lnTo>
                  <a:lnTo>
                    <a:pt x="7034577" y="4541011"/>
                  </a:lnTo>
                  <a:lnTo>
                    <a:pt x="6929334" y="4559316"/>
                  </a:lnTo>
                  <a:lnTo>
                    <a:pt x="6831234" y="4574588"/>
                  </a:lnTo>
                  <a:lnTo>
                    <a:pt x="6743744" y="4586854"/>
                  </a:lnTo>
                  <a:lnTo>
                    <a:pt x="6669805" y="4596240"/>
                  </a:lnTo>
                  <a:lnTo>
                    <a:pt x="6611371" y="4602987"/>
                  </a:lnTo>
                  <a:lnTo>
                    <a:pt x="6569059" y="4607447"/>
                  </a:lnTo>
                  <a:lnTo>
                    <a:pt x="6541987" y="4610060"/>
                  </a:lnTo>
                  <a:lnTo>
                    <a:pt x="6527808" y="4611317"/>
                  </a:lnTo>
                  <a:lnTo>
                    <a:pt x="6522869" y="4611721"/>
                  </a:lnTo>
                  <a:lnTo>
                    <a:pt x="6522385" y="4611758"/>
                  </a:lnTo>
                  <a:lnTo>
                    <a:pt x="5527445" y="4611758"/>
                  </a:lnTo>
                  <a:lnTo>
                    <a:pt x="5526309" y="4611756"/>
                  </a:lnTo>
                  <a:lnTo>
                    <a:pt x="5518810" y="4611742"/>
                  </a:lnTo>
                  <a:lnTo>
                    <a:pt x="5499806" y="4611705"/>
                  </a:lnTo>
                  <a:lnTo>
                    <a:pt x="5465582" y="4611631"/>
                  </a:lnTo>
                  <a:lnTo>
                    <a:pt x="5414067" y="4611509"/>
                  </a:lnTo>
                  <a:lnTo>
                    <a:pt x="5344993" y="4611329"/>
                  </a:lnTo>
                  <a:lnTo>
                    <a:pt x="5259831" y="4611083"/>
                  </a:lnTo>
                  <a:lnTo>
                    <a:pt x="5161473" y="4610767"/>
                  </a:lnTo>
                  <a:lnTo>
                    <a:pt x="5053702" y="4610380"/>
                  </a:lnTo>
                  <a:lnTo>
                    <a:pt x="4940593" y="4609921"/>
                  </a:lnTo>
                  <a:lnTo>
                    <a:pt x="4825987" y="4609392"/>
                  </a:lnTo>
                  <a:lnTo>
                    <a:pt x="4713118" y="4608794"/>
                  </a:lnTo>
                  <a:lnTo>
                    <a:pt x="4604432" y="4608128"/>
                  </a:lnTo>
                  <a:lnTo>
                    <a:pt x="4501570" y="4607392"/>
                  </a:lnTo>
                  <a:lnTo>
                    <a:pt x="4405445" y="4606584"/>
                  </a:lnTo>
                  <a:lnTo>
                    <a:pt x="4316384" y="4605696"/>
                  </a:lnTo>
                  <a:lnTo>
                    <a:pt x="4234276" y="4604722"/>
                  </a:lnTo>
                  <a:lnTo>
                    <a:pt x="4158700" y="4603652"/>
                  </a:lnTo>
                  <a:lnTo>
                    <a:pt x="4089043" y="4602473"/>
                  </a:lnTo>
                  <a:lnTo>
                    <a:pt x="4024578" y="4601173"/>
                  </a:lnTo>
                  <a:lnTo>
                    <a:pt x="3964530" y="4599738"/>
                  </a:lnTo>
                  <a:lnTo>
                    <a:pt x="3908123" y="4598154"/>
                  </a:lnTo>
                  <a:lnTo>
                    <a:pt x="3854621" y="4596414"/>
                  </a:lnTo>
                  <a:lnTo>
                    <a:pt x="3820202" y="4595162"/>
                  </a:lnTo>
                  <a:lnTo>
                    <a:pt x="3758601" y="4592659"/>
                  </a:lnTo>
                  <a:lnTo>
                    <a:pt x="3698920" y="4589904"/>
                  </a:lnTo>
                  <a:lnTo>
                    <a:pt x="3640445" y="4586894"/>
                  </a:lnTo>
                  <a:lnTo>
                    <a:pt x="3582649" y="4583634"/>
                  </a:lnTo>
                  <a:lnTo>
                    <a:pt x="3525162" y="4580137"/>
                  </a:lnTo>
                  <a:lnTo>
                    <a:pt x="3467742" y="4576427"/>
                  </a:lnTo>
                  <a:lnTo>
                    <a:pt x="3410254" y="4572537"/>
                  </a:lnTo>
                  <a:lnTo>
                    <a:pt x="3352649" y="4568510"/>
                  </a:lnTo>
                  <a:lnTo>
                    <a:pt x="3294944" y="4564395"/>
                  </a:lnTo>
                  <a:lnTo>
                    <a:pt x="3237198" y="4560248"/>
                  </a:lnTo>
                  <a:lnTo>
                    <a:pt x="3179481" y="4556124"/>
                  </a:lnTo>
                  <a:lnTo>
                    <a:pt x="3121857" y="4552078"/>
                  </a:lnTo>
                  <a:lnTo>
                    <a:pt x="3064350" y="4548162"/>
                  </a:lnTo>
                  <a:lnTo>
                    <a:pt x="3006925" y="4544419"/>
                  </a:lnTo>
                  <a:lnTo>
                    <a:pt x="2949464" y="4540884"/>
                  </a:lnTo>
                  <a:lnTo>
                    <a:pt x="2891742" y="4537582"/>
                  </a:lnTo>
                  <a:lnTo>
                    <a:pt x="2833414" y="4534529"/>
                  </a:lnTo>
                  <a:lnTo>
                    <a:pt x="2773982" y="4531732"/>
                  </a:lnTo>
                  <a:lnTo>
                    <a:pt x="2712765" y="4529187"/>
                  </a:lnTo>
                  <a:lnTo>
                    <a:pt x="2702183" y="4528781"/>
                  </a:lnTo>
                  <a:lnTo>
                    <a:pt x="2650249" y="4526933"/>
                  </a:lnTo>
                  <a:lnTo>
                    <a:pt x="2595858" y="4525245"/>
                  </a:lnTo>
                  <a:lnTo>
                    <a:pt x="2538324" y="4523712"/>
                  </a:lnTo>
                  <a:lnTo>
                    <a:pt x="2476894" y="4522323"/>
                  </a:lnTo>
                  <a:lnTo>
                    <a:pt x="2410787" y="4521065"/>
                  </a:lnTo>
                  <a:lnTo>
                    <a:pt x="2339238" y="4519924"/>
                  </a:lnTo>
                  <a:lnTo>
                    <a:pt x="2261551" y="4518886"/>
                  </a:lnTo>
                  <a:lnTo>
                    <a:pt x="2177164" y="4517942"/>
                  </a:lnTo>
                  <a:lnTo>
                    <a:pt x="2085747" y="4517082"/>
                  </a:lnTo>
                  <a:lnTo>
                    <a:pt x="1987319" y="4516298"/>
                  </a:lnTo>
                  <a:lnTo>
                    <a:pt x="1882385" y="4515586"/>
                  </a:lnTo>
                  <a:lnTo>
                    <a:pt x="1772088" y="4514943"/>
                  </a:lnTo>
                  <a:lnTo>
                    <a:pt x="1658328" y="4514368"/>
                  </a:lnTo>
                  <a:lnTo>
                    <a:pt x="1543826" y="4513862"/>
                  </a:lnTo>
                  <a:lnTo>
                    <a:pt x="1432045" y="4513426"/>
                  </a:lnTo>
                  <a:lnTo>
                    <a:pt x="1326955" y="4513063"/>
                  </a:lnTo>
                  <a:lnTo>
                    <a:pt x="1232598" y="4512770"/>
                  </a:lnTo>
                  <a:lnTo>
                    <a:pt x="1152527" y="4512547"/>
                  </a:lnTo>
                  <a:lnTo>
                    <a:pt x="1089211" y="4512387"/>
                  </a:lnTo>
                  <a:lnTo>
                    <a:pt x="1043567" y="4512283"/>
                  </a:lnTo>
                  <a:lnTo>
                    <a:pt x="1014720" y="4512222"/>
                  </a:lnTo>
                  <a:lnTo>
                    <a:pt x="1000030" y="4512194"/>
                  </a:lnTo>
                  <a:lnTo>
                    <a:pt x="995283" y="4512186"/>
                  </a:lnTo>
                  <a:lnTo>
                    <a:pt x="994940" y="4512185"/>
                  </a:lnTo>
                  <a:lnTo>
                    <a:pt x="0" y="4512185"/>
                  </a:lnTo>
                  <a:close/>
                </a:path>
              </a:pathLst>
            </a:custGeom>
            <a:solidFill>
              <a:srgbClr val="F1C40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16" name="pl2115"/>
            <p:cNvSpPr/>
            <p:nvPr/>
          </p:nvSpPr>
          <p:spPr>
            <a:xfrm>
              <a:off x="1199187" y="1928388"/>
              <a:ext cx="12049831" cy="4611758"/>
            </a:xfrm>
            <a:custGeom>
              <a:avLst/>
              <a:pathLst>
                <a:path w="12049831" h="4611758">
                  <a:moveTo>
                    <a:pt x="0" y="4512185"/>
                  </a:moveTo>
                  <a:lnTo>
                    <a:pt x="994940" y="4512185"/>
                  </a:lnTo>
                  <a:lnTo>
                    <a:pt x="996076" y="4512187"/>
                  </a:lnTo>
                  <a:lnTo>
                    <a:pt x="1003575" y="4512201"/>
                  </a:lnTo>
                  <a:lnTo>
                    <a:pt x="1022579" y="4512238"/>
                  </a:lnTo>
                  <a:lnTo>
                    <a:pt x="1056803" y="4512312"/>
                  </a:lnTo>
                  <a:lnTo>
                    <a:pt x="1108318" y="4512434"/>
                  </a:lnTo>
                  <a:lnTo>
                    <a:pt x="1177392" y="4512614"/>
                  </a:lnTo>
                  <a:lnTo>
                    <a:pt x="1262554" y="4512860"/>
                  </a:lnTo>
                  <a:lnTo>
                    <a:pt x="1360912" y="4513176"/>
                  </a:lnTo>
                  <a:lnTo>
                    <a:pt x="1468683" y="4513563"/>
                  </a:lnTo>
                  <a:lnTo>
                    <a:pt x="1581792" y="4514022"/>
                  </a:lnTo>
                  <a:lnTo>
                    <a:pt x="1696398" y="4514551"/>
                  </a:lnTo>
                  <a:lnTo>
                    <a:pt x="1809267" y="4515149"/>
                  </a:lnTo>
                  <a:lnTo>
                    <a:pt x="1917953" y="4515815"/>
                  </a:lnTo>
                  <a:lnTo>
                    <a:pt x="2020815" y="4516550"/>
                  </a:lnTo>
                  <a:lnTo>
                    <a:pt x="2116940" y="4517359"/>
                  </a:lnTo>
                  <a:lnTo>
                    <a:pt x="2206001" y="4518247"/>
                  </a:lnTo>
                  <a:lnTo>
                    <a:pt x="2288109" y="4519220"/>
                  </a:lnTo>
                  <a:lnTo>
                    <a:pt x="2363685" y="4520291"/>
                  </a:lnTo>
                  <a:lnTo>
                    <a:pt x="2433342" y="4521470"/>
                  </a:lnTo>
                  <a:lnTo>
                    <a:pt x="2497807" y="4522770"/>
                  </a:lnTo>
                  <a:lnTo>
                    <a:pt x="2557855" y="4524205"/>
                  </a:lnTo>
                  <a:lnTo>
                    <a:pt x="2614262" y="4525789"/>
                  </a:lnTo>
                  <a:lnTo>
                    <a:pt x="2667764" y="4527529"/>
                  </a:lnTo>
                  <a:lnTo>
                    <a:pt x="2702183" y="4528781"/>
                  </a:lnTo>
                  <a:lnTo>
                    <a:pt x="2763784" y="4531284"/>
                  </a:lnTo>
                  <a:lnTo>
                    <a:pt x="2823465" y="4534039"/>
                  </a:lnTo>
                  <a:lnTo>
                    <a:pt x="2881940" y="4537049"/>
                  </a:lnTo>
                  <a:lnTo>
                    <a:pt x="2939736" y="4540309"/>
                  </a:lnTo>
                  <a:lnTo>
                    <a:pt x="2997223" y="4543806"/>
                  </a:lnTo>
                  <a:lnTo>
                    <a:pt x="3054643" y="4547516"/>
                  </a:lnTo>
                  <a:lnTo>
                    <a:pt x="3112131" y="4551406"/>
                  </a:lnTo>
                  <a:lnTo>
                    <a:pt x="3169736" y="4555433"/>
                  </a:lnTo>
                  <a:lnTo>
                    <a:pt x="3227441" y="4559548"/>
                  </a:lnTo>
                  <a:lnTo>
                    <a:pt x="3285187" y="4563695"/>
                  </a:lnTo>
                  <a:lnTo>
                    <a:pt x="3342904" y="4567819"/>
                  </a:lnTo>
                  <a:lnTo>
                    <a:pt x="3400528" y="4571864"/>
                  </a:lnTo>
                  <a:lnTo>
                    <a:pt x="3458035" y="4575781"/>
                  </a:lnTo>
                  <a:lnTo>
                    <a:pt x="3515460" y="4579524"/>
                  </a:lnTo>
                  <a:lnTo>
                    <a:pt x="3572921" y="4583059"/>
                  </a:lnTo>
                  <a:lnTo>
                    <a:pt x="3630643" y="4586361"/>
                  </a:lnTo>
                  <a:lnTo>
                    <a:pt x="3688971" y="4589414"/>
                  </a:lnTo>
                  <a:lnTo>
                    <a:pt x="3748403" y="4592211"/>
                  </a:lnTo>
                  <a:lnTo>
                    <a:pt x="3809620" y="4594756"/>
                  </a:lnTo>
                  <a:lnTo>
                    <a:pt x="3820202" y="4595162"/>
                  </a:lnTo>
                  <a:lnTo>
                    <a:pt x="3872136" y="4597010"/>
                  </a:lnTo>
                  <a:lnTo>
                    <a:pt x="3926527" y="4598698"/>
                  </a:lnTo>
                  <a:lnTo>
                    <a:pt x="3984061" y="4600231"/>
                  </a:lnTo>
                  <a:lnTo>
                    <a:pt x="4045491" y="4601620"/>
                  </a:lnTo>
                  <a:lnTo>
                    <a:pt x="4111598" y="4602878"/>
                  </a:lnTo>
                  <a:lnTo>
                    <a:pt x="4183147" y="4604019"/>
                  </a:lnTo>
                  <a:lnTo>
                    <a:pt x="4260834" y="4605057"/>
                  </a:lnTo>
                  <a:lnTo>
                    <a:pt x="4345221" y="4606001"/>
                  </a:lnTo>
                  <a:lnTo>
                    <a:pt x="4436638" y="4606861"/>
                  </a:lnTo>
                  <a:lnTo>
                    <a:pt x="4535066" y="4607645"/>
                  </a:lnTo>
                  <a:lnTo>
                    <a:pt x="4640000" y="4608357"/>
                  </a:lnTo>
                  <a:lnTo>
                    <a:pt x="4750297" y="4609000"/>
                  </a:lnTo>
                  <a:lnTo>
                    <a:pt x="4864057" y="4609575"/>
                  </a:lnTo>
                  <a:lnTo>
                    <a:pt x="4978559" y="4610081"/>
                  </a:lnTo>
                  <a:lnTo>
                    <a:pt x="5090340" y="4610517"/>
                  </a:lnTo>
                  <a:lnTo>
                    <a:pt x="5195430" y="4610880"/>
                  </a:lnTo>
                  <a:lnTo>
                    <a:pt x="5289787" y="4611173"/>
                  </a:lnTo>
                  <a:lnTo>
                    <a:pt x="5369858" y="4611396"/>
                  </a:lnTo>
                  <a:lnTo>
                    <a:pt x="5433174" y="4611556"/>
                  </a:lnTo>
                  <a:lnTo>
                    <a:pt x="5478818" y="4611660"/>
                  </a:lnTo>
                  <a:lnTo>
                    <a:pt x="5507665" y="4611720"/>
                  </a:lnTo>
                  <a:lnTo>
                    <a:pt x="5522355" y="4611749"/>
                  </a:lnTo>
                  <a:lnTo>
                    <a:pt x="5527102" y="4611757"/>
                  </a:lnTo>
                  <a:lnTo>
                    <a:pt x="5527445" y="4611758"/>
                  </a:lnTo>
                  <a:lnTo>
                    <a:pt x="6522385" y="4611758"/>
                  </a:lnTo>
                  <a:lnTo>
                    <a:pt x="6523377" y="4611681"/>
                  </a:lnTo>
                  <a:lnTo>
                    <a:pt x="6529940" y="4611135"/>
                  </a:lnTo>
                  <a:lnTo>
                    <a:pt x="6546631" y="4609629"/>
                  </a:lnTo>
                  <a:lnTo>
                    <a:pt x="6576838" y="4606658"/>
                  </a:lnTo>
                  <a:lnTo>
                    <a:pt x="6622603" y="4601740"/>
                  </a:lnTo>
                  <a:lnTo>
                    <a:pt x="6684481" y="4594450"/>
                  </a:lnTo>
                  <a:lnTo>
                    <a:pt x="6761547" y="4584460"/>
                  </a:lnTo>
                  <a:lnTo>
                    <a:pt x="6851598" y="4571552"/>
                  </a:lnTo>
                  <a:lnTo>
                    <a:pt x="6951540" y="4555626"/>
                  </a:lnTo>
                  <a:lnTo>
                    <a:pt x="7057855" y="4536670"/>
                  </a:lnTo>
                  <a:lnTo>
                    <a:pt x="7167058" y="4514730"/>
                  </a:lnTo>
                  <a:lnTo>
                    <a:pt x="7276051" y="4489866"/>
                  </a:lnTo>
                  <a:lnTo>
                    <a:pt x="7382338" y="4462116"/>
                  </a:lnTo>
                  <a:lnTo>
                    <a:pt x="7484098" y="4431468"/>
                  </a:lnTo>
                  <a:lnTo>
                    <a:pt x="7580165" y="4397835"/>
                  </a:lnTo>
                  <a:lnTo>
                    <a:pt x="7669936" y="4361051"/>
                  </a:lnTo>
                  <a:lnTo>
                    <a:pt x="7753256" y="4320861"/>
                  </a:lnTo>
                  <a:lnTo>
                    <a:pt x="7830303" y="4276924"/>
                  </a:lnTo>
                  <a:lnTo>
                    <a:pt x="7901486" y="4228822"/>
                  </a:lnTo>
                  <a:lnTo>
                    <a:pt x="7967362" y="4176069"/>
                  </a:lnTo>
                  <a:lnTo>
                    <a:pt x="8028572" y="4118128"/>
                  </a:lnTo>
                  <a:lnTo>
                    <a:pt x="8085792" y="4054451"/>
                  </a:lnTo>
                  <a:lnTo>
                    <a:pt x="8139698" y="3984524"/>
                  </a:lnTo>
                  <a:lnTo>
                    <a:pt x="8190932" y="3907954"/>
                  </a:lnTo>
                  <a:lnTo>
                    <a:pt x="8229629" y="3843131"/>
                  </a:lnTo>
                  <a:lnTo>
                    <a:pt x="8265954" y="3776683"/>
                  </a:lnTo>
                  <a:lnTo>
                    <a:pt x="8301502" y="3706303"/>
                  </a:lnTo>
                  <a:lnTo>
                    <a:pt x="8336443" y="3631913"/>
                  </a:lnTo>
                  <a:lnTo>
                    <a:pt x="8370923" y="3553475"/>
                  </a:lnTo>
                  <a:lnTo>
                    <a:pt x="8405060" y="3470992"/>
                  </a:lnTo>
                  <a:lnTo>
                    <a:pt x="8438957" y="3384516"/>
                  </a:lnTo>
                  <a:lnTo>
                    <a:pt x="8472694" y="3294151"/>
                  </a:lnTo>
                  <a:lnTo>
                    <a:pt x="8506338" y="3200050"/>
                  </a:lnTo>
                  <a:lnTo>
                    <a:pt x="8539939" y="3102425"/>
                  </a:lnTo>
                  <a:lnTo>
                    <a:pt x="8573534" y="3001539"/>
                  </a:lnTo>
                  <a:lnTo>
                    <a:pt x="8607150" y="2897709"/>
                  </a:lnTo>
                  <a:lnTo>
                    <a:pt x="8640801" y="2791301"/>
                  </a:lnTo>
                  <a:lnTo>
                    <a:pt x="8674493" y="2682729"/>
                  </a:lnTo>
                  <a:lnTo>
                    <a:pt x="8708225" y="2572444"/>
                  </a:lnTo>
                  <a:lnTo>
                    <a:pt x="8741989" y="2460931"/>
                  </a:lnTo>
                  <a:lnTo>
                    <a:pt x="8775772" y="2348695"/>
                  </a:lnTo>
                  <a:lnTo>
                    <a:pt x="8809561" y="2236260"/>
                  </a:lnTo>
                  <a:lnTo>
                    <a:pt x="8843342" y="2124150"/>
                  </a:lnTo>
                  <a:lnTo>
                    <a:pt x="8877098" y="2012884"/>
                  </a:lnTo>
                  <a:lnTo>
                    <a:pt x="8910821" y="1902965"/>
                  </a:lnTo>
                  <a:lnTo>
                    <a:pt x="8944503" y="1794869"/>
                  </a:lnTo>
                  <a:lnTo>
                    <a:pt x="8978145" y="1689040"/>
                  </a:lnTo>
                  <a:lnTo>
                    <a:pt x="9011754" y="1585881"/>
                  </a:lnTo>
                  <a:lnTo>
                    <a:pt x="9045348" y="1485745"/>
                  </a:lnTo>
                  <a:lnTo>
                    <a:pt x="9078956" y="1388939"/>
                  </a:lnTo>
                  <a:lnTo>
                    <a:pt x="9112617" y="1295712"/>
                  </a:lnTo>
                  <a:lnTo>
                    <a:pt x="9146385" y="1206262"/>
                  </a:lnTo>
                  <a:lnTo>
                    <a:pt x="9180331" y="1120731"/>
                  </a:lnTo>
                  <a:lnTo>
                    <a:pt x="9214541" y="1039210"/>
                  </a:lnTo>
                  <a:lnTo>
                    <a:pt x="9249119" y="961738"/>
                  </a:lnTo>
                  <a:lnTo>
                    <a:pt x="9284191" y="888310"/>
                  </a:lnTo>
                  <a:lnTo>
                    <a:pt x="9319907" y="818876"/>
                  </a:lnTo>
                  <a:lnTo>
                    <a:pt x="9347647" y="768626"/>
                  </a:lnTo>
                  <a:lnTo>
                    <a:pt x="9397193" y="686723"/>
                  </a:lnTo>
                  <a:lnTo>
                    <a:pt x="9448952" y="611608"/>
                  </a:lnTo>
                  <a:lnTo>
                    <a:pt x="9503516" y="543068"/>
                  </a:lnTo>
                  <a:lnTo>
                    <a:pt x="9561539" y="480673"/>
                  </a:lnTo>
                  <a:lnTo>
                    <a:pt x="9623698" y="423897"/>
                  </a:lnTo>
                  <a:lnTo>
                    <a:pt x="9690666" y="372190"/>
                  </a:lnTo>
                  <a:lnTo>
                    <a:pt x="9763070" y="325025"/>
                  </a:lnTo>
                  <a:lnTo>
                    <a:pt x="9841441" y="281929"/>
                  </a:lnTo>
                  <a:lnTo>
                    <a:pt x="9926146" y="242499"/>
                  </a:lnTo>
                  <a:lnTo>
                    <a:pt x="10017301" y="206412"/>
                  </a:lnTo>
                  <a:lnTo>
                    <a:pt x="10114664" y="173434"/>
                  </a:lnTo>
                  <a:lnTo>
                    <a:pt x="10217520" y="143415"/>
                  </a:lnTo>
                  <a:lnTo>
                    <a:pt x="10324567" y="116287"/>
                  </a:lnTo>
                  <a:lnTo>
                    <a:pt x="10433839" y="92048"/>
                  </a:lnTo>
                  <a:lnTo>
                    <a:pt x="10542699" y="70746"/>
                  </a:lnTo>
                  <a:lnTo>
                    <a:pt x="10647942" y="52441"/>
                  </a:lnTo>
                  <a:lnTo>
                    <a:pt x="10746042" y="37169"/>
                  </a:lnTo>
                  <a:lnTo>
                    <a:pt x="10833532" y="24903"/>
                  </a:lnTo>
                  <a:lnTo>
                    <a:pt x="10907472" y="15517"/>
                  </a:lnTo>
                  <a:lnTo>
                    <a:pt x="10965906" y="8770"/>
                  </a:lnTo>
                  <a:lnTo>
                    <a:pt x="11008218" y="4310"/>
                  </a:lnTo>
                  <a:lnTo>
                    <a:pt x="11035289" y="1697"/>
                  </a:lnTo>
                  <a:lnTo>
                    <a:pt x="11049468" y="440"/>
                  </a:lnTo>
                  <a:lnTo>
                    <a:pt x="11054407" y="36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7" name="pl2116"/>
            <p:cNvSpPr/>
            <p:nvPr/>
          </p:nvSpPr>
          <p:spPr>
            <a:xfrm>
              <a:off x="1199187" y="1923148"/>
              <a:ext cx="12049831" cy="4611758"/>
            </a:xfrm>
            <a:custGeom>
              <a:avLst/>
              <a:pathLst>
                <a:path w="12049831" h="4611758">
                  <a:moveTo>
                    <a:pt x="12049831" y="0"/>
                  </a:moveTo>
                  <a:lnTo>
                    <a:pt x="11054891" y="0"/>
                  </a:lnTo>
                  <a:lnTo>
                    <a:pt x="11053899" y="76"/>
                  </a:lnTo>
                  <a:lnTo>
                    <a:pt x="11047336" y="622"/>
                  </a:lnTo>
                  <a:lnTo>
                    <a:pt x="11030645" y="2128"/>
                  </a:lnTo>
                  <a:lnTo>
                    <a:pt x="11000439" y="5099"/>
                  </a:lnTo>
                  <a:lnTo>
                    <a:pt x="10954674" y="10017"/>
                  </a:lnTo>
                  <a:lnTo>
                    <a:pt x="10892795" y="17307"/>
                  </a:lnTo>
                  <a:lnTo>
                    <a:pt x="10815730" y="27297"/>
                  </a:lnTo>
                  <a:lnTo>
                    <a:pt x="10725678" y="40205"/>
                  </a:lnTo>
                  <a:lnTo>
                    <a:pt x="10625737" y="56131"/>
                  </a:lnTo>
                  <a:lnTo>
                    <a:pt x="10519422" y="75087"/>
                  </a:lnTo>
                  <a:lnTo>
                    <a:pt x="10410219" y="97027"/>
                  </a:lnTo>
                  <a:lnTo>
                    <a:pt x="10301225" y="121891"/>
                  </a:lnTo>
                  <a:lnTo>
                    <a:pt x="10194939" y="149641"/>
                  </a:lnTo>
                  <a:lnTo>
                    <a:pt x="10093179" y="180289"/>
                  </a:lnTo>
                  <a:lnTo>
                    <a:pt x="9997112" y="213922"/>
                  </a:lnTo>
                  <a:lnTo>
                    <a:pt x="9907341" y="250706"/>
                  </a:lnTo>
                  <a:lnTo>
                    <a:pt x="9824021" y="290896"/>
                  </a:lnTo>
                  <a:lnTo>
                    <a:pt x="9746974" y="334833"/>
                  </a:lnTo>
                  <a:lnTo>
                    <a:pt x="9675791" y="382935"/>
                  </a:lnTo>
                  <a:lnTo>
                    <a:pt x="9609915" y="435688"/>
                  </a:lnTo>
                  <a:lnTo>
                    <a:pt x="9548705" y="493629"/>
                  </a:lnTo>
                  <a:lnTo>
                    <a:pt x="9491485" y="557306"/>
                  </a:lnTo>
                  <a:lnTo>
                    <a:pt x="9437579" y="627233"/>
                  </a:lnTo>
                  <a:lnTo>
                    <a:pt x="9386344" y="703803"/>
                  </a:lnTo>
                  <a:lnTo>
                    <a:pt x="9347647" y="768626"/>
                  </a:lnTo>
                  <a:lnTo>
                    <a:pt x="9311323" y="835074"/>
                  </a:lnTo>
                  <a:lnTo>
                    <a:pt x="9275775" y="905454"/>
                  </a:lnTo>
                  <a:lnTo>
                    <a:pt x="9240833" y="979844"/>
                  </a:lnTo>
                  <a:lnTo>
                    <a:pt x="9206354" y="1058282"/>
                  </a:lnTo>
                  <a:lnTo>
                    <a:pt x="9172216" y="1140765"/>
                  </a:lnTo>
                  <a:lnTo>
                    <a:pt x="9138320" y="1227241"/>
                  </a:lnTo>
                  <a:lnTo>
                    <a:pt x="9104582" y="1317606"/>
                  </a:lnTo>
                  <a:lnTo>
                    <a:pt x="9070939" y="1411707"/>
                  </a:lnTo>
                  <a:lnTo>
                    <a:pt x="9037338" y="1509332"/>
                  </a:lnTo>
                  <a:lnTo>
                    <a:pt x="9003742" y="1610218"/>
                  </a:lnTo>
                  <a:lnTo>
                    <a:pt x="8970126" y="1714048"/>
                  </a:lnTo>
                  <a:lnTo>
                    <a:pt x="8936475" y="1820456"/>
                  </a:lnTo>
                  <a:lnTo>
                    <a:pt x="8902783" y="1929028"/>
                  </a:lnTo>
                  <a:lnTo>
                    <a:pt x="8869052" y="2039313"/>
                  </a:lnTo>
                  <a:lnTo>
                    <a:pt x="8835288" y="2150826"/>
                  </a:lnTo>
                  <a:lnTo>
                    <a:pt x="8801504" y="2263062"/>
                  </a:lnTo>
                  <a:lnTo>
                    <a:pt x="8767715" y="2375497"/>
                  </a:lnTo>
                  <a:lnTo>
                    <a:pt x="8733935" y="2487607"/>
                  </a:lnTo>
                  <a:lnTo>
                    <a:pt x="8700178" y="2598873"/>
                  </a:lnTo>
                  <a:lnTo>
                    <a:pt x="8666455" y="2708792"/>
                  </a:lnTo>
                  <a:lnTo>
                    <a:pt x="8632773" y="2816888"/>
                  </a:lnTo>
                  <a:lnTo>
                    <a:pt x="8599131" y="2922717"/>
                  </a:lnTo>
                  <a:lnTo>
                    <a:pt x="8565522" y="3025876"/>
                  </a:lnTo>
                  <a:lnTo>
                    <a:pt x="8531928" y="3126012"/>
                  </a:lnTo>
                  <a:lnTo>
                    <a:pt x="8498321" y="3222818"/>
                  </a:lnTo>
                  <a:lnTo>
                    <a:pt x="8464660" y="3316045"/>
                  </a:lnTo>
                  <a:lnTo>
                    <a:pt x="8430891" y="3405495"/>
                  </a:lnTo>
                  <a:lnTo>
                    <a:pt x="8396945" y="3491026"/>
                  </a:lnTo>
                  <a:lnTo>
                    <a:pt x="8362736" y="3572547"/>
                  </a:lnTo>
                  <a:lnTo>
                    <a:pt x="8328158" y="3650019"/>
                  </a:lnTo>
                  <a:lnTo>
                    <a:pt x="8293086" y="3723447"/>
                  </a:lnTo>
                  <a:lnTo>
                    <a:pt x="8257369" y="3792881"/>
                  </a:lnTo>
                  <a:lnTo>
                    <a:pt x="8229629" y="3843131"/>
                  </a:lnTo>
                  <a:lnTo>
                    <a:pt x="8180083" y="3925034"/>
                  </a:lnTo>
                  <a:lnTo>
                    <a:pt x="8128325" y="4000149"/>
                  </a:lnTo>
                  <a:lnTo>
                    <a:pt x="8073760" y="4068689"/>
                  </a:lnTo>
                  <a:lnTo>
                    <a:pt x="8015738" y="4131084"/>
                  </a:lnTo>
                  <a:lnTo>
                    <a:pt x="7953579" y="4187860"/>
                  </a:lnTo>
                  <a:lnTo>
                    <a:pt x="7886611" y="4239567"/>
                  </a:lnTo>
                  <a:lnTo>
                    <a:pt x="7814207" y="4286732"/>
                  </a:lnTo>
                  <a:lnTo>
                    <a:pt x="7735835" y="4329828"/>
                  </a:lnTo>
                  <a:lnTo>
                    <a:pt x="7651130" y="4369258"/>
                  </a:lnTo>
                  <a:lnTo>
                    <a:pt x="7559975" y="4405345"/>
                  </a:lnTo>
                  <a:lnTo>
                    <a:pt x="7462612" y="4438323"/>
                  </a:lnTo>
                  <a:lnTo>
                    <a:pt x="7359757" y="4468342"/>
                  </a:lnTo>
                  <a:lnTo>
                    <a:pt x="7252710" y="4495470"/>
                  </a:lnTo>
                  <a:lnTo>
                    <a:pt x="7143437" y="4519709"/>
                  </a:lnTo>
                  <a:lnTo>
                    <a:pt x="7034577" y="4541011"/>
                  </a:lnTo>
                  <a:lnTo>
                    <a:pt x="6929334" y="4559316"/>
                  </a:lnTo>
                  <a:lnTo>
                    <a:pt x="6831234" y="4574588"/>
                  </a:lnTo>
                  <a:lnTo>
                    <a:pt x="6743744" y="4586854"/>
                  </a:lnTo>
                  <a:lnTo>
                    <a:pt x="6669805" y="4596240"/>
                  </a:lnTo>
                  <a:lnTo>
                    <a:pt x="6611371" y="4602987"/>
                  </a:lnTo>
                  <a:lnTo>
                    <a:pt x="6569059" y="4607447"/>
                  </a:lnTo>
                  <a:lnTo>
                    <a:pt x="6541987" y="4610060"/>
                  </a:lnTo>
                  <a:lnTo>
                    <a:pt x="6527808" y="4611317"/>
                  </a:lnTo>
                  <a:lnTo>
                    <a:pt x="6522869" y="4611721"/>
                  </a:lnTo>
                  <a:lnTo>
                    <a:pt x="6522385" y="4611758"/>
                  </a:lnTo>
                  <a:lnTo>
                    <a:pt x="5527445" y="4611758"/>
                  </a:lnTo>
                  <a:lnTo>
                    <a:pt x="5526309" y="4611756"/>
                  </a:lnTo>
                  <a:lnTo>
                    <a:pt x="5518810" y="4611742"/>
                  </a:lnTo>
                  <a:lnTo>
                    <a:pt x="5499806" y="4611705"/>
                  </a:lnTo>
                  <a:lnTo>
                    <a:pt x="5465582" y="4611631"/>
                  </a:lnTo>
                  <a:lnTo>
                    <a:pt x="5414067" y="4611509"/>
                  </a:lnTo>
                  <a:lnTo>
                    <a:pt x="5344993" y="4611329"/>
                  </a:lnTo>
                  <a:lnTo>
                    <a:pt x="5259831" y="4611083"/>
                  </a:lnTo>
                  <a:lnTo>
                    <a:pt x="5161473" y="4610767"/>
                  </a:lnTo>
                  <a:lnTo>
                    <a:pt x="5053702" y="4610380"/>
                  </a:lnTo>
                  <a:lnTo>
                    <a:pt x="4940593" y="4609921"/>
                  </a:lnTo>
                  <a:lnTo>
                    <a:pt x="4825987" y="4609392"/>
                  </a:lnTo>
                  <a:lnTo>
                    <a:pt x="4713118" y="4608794"/>
                  </a:lnTo>
                  <a:lnTo>
                    <a:pt x="4604432" y="4608128"/>
                  </a:lnTo>
                  <a:lnTo>
                    <a:pt x="4501570" y="4607392"/>
                  </a:lnTo>
                  <a:lnTo>
                    <a:pt x="4405445" y="4606584"/>
                  </a:lnTo>
                  <a:lnTo>
                    <a:pt x="4316384" y="4605696"/>
                  </a:lnTo>
                  <a:lnTo>
                    <a:pt x="4234276" y="4604722"/>
                  </a:lnTo>
                  <a:lnTo>
                    <a:pt x="4158700" y="4603652"/>
                  </a:lnTo>
                  <a:lnTo>
                    <a:pt x="4089043" y="4602473"/>
                  </a:lnTo>
                  <a:lnTo>
                    <a:pt x="4024578" y="4601173"/>
                  </a:lnTo>
                  <a:lnTo>
                    <a:pt x="3964530" y="4599738"/>
                  </a:lnTo>
                  <a:lnTo>
                    <a:pt x="3908123" y="4598154"/>
                  </a:lnTo>
                  <a:lnTo>
                    <a:pt x="3854621" y="4596414"/>
                  </a:lnTo>
                  <a:lnTo>
                    <a:pt x="3820202" y="4595162"/>
                  </a:lnTo>
                  <a:lnTo>
                    <a:pt x="3758601" y="4592659"/>
                  </a:lnTo>
                  <a:lnTo>
                    <a:pt x="3698920" y="4589904"/>
                  </a:lnTo>
                  <a:lnTo>
                    <a:pt x="3640445" y="4586894"/>
                  </a:lnTo>
                  <a:lnTo>
                    <a:pt x="3582649" y="4583634"/>
                  </a:lnTo>
                  <a:lnTo>
                    <a:pt x="3525162" y="4580137"/>
                  </a:lnTo>
                  <a:lnTo>
                    <a:pt x="3467742" y="4576427"/>
                  </a:lnTo>
                  <a:lnTo>
                    <a:pt x="3410254" y="4572537"/>
                  </a:lnTo>
                  <a:lnTo>
                    <a:pt x="3352649" y="4568510"/>
                  </a:lnTo>
                  <a:lnTo>
                    <a:pt x="3294944" y="4564395"/>
                  </a:lnTo>
                  <a:lnTo>
                    <a:pt x="3237198" y="4560248"/>
                  </a:lnTo>
                  <a:lnTo>
                    <a:pt x="3179481" y="4556124"/>
                  </a:lnTo>
                  <a:lnTo>
                    <a:pt x="3121857" y="4552078"/>
                  </a:lnTo>
                  <a:lnTo>
                    <a:pt x="3064350" y="4548162"/>
                  </a:lnTo>
                  <a:lnTo>
                    <a:pt x="3006925" y="4544419"/>
                  </a:lnTo>
                  <a:lnTo>
                    <a:pt x="2949464" y="4540884"/>
                  </a:lnTo>
                  <a:lnTo>
                    <a:pt x="2891742" y="4537582"/>
                  </a:lnTo>
                  <a:lnTo>
                    <a:pt x="2833414" y="4534529"/>
                  </a:lnTo>
                  <a:lnTo>
                    <a:pt x="2773982" y="4531732"/>
                  </a:lnTo>
                  <a:lnTo>
                    <a:pt x="2712765" y="4529187"/>
                  </a:lnTo>
                  <a:lnTo>
                    <a:pt x="2702183" y="4528781"/>
                  </a:lnTo>
                  <a:lnTo>
                    <a:pt x="2650249" y="4526933"/>
                  </a:lnTo>
                  <a:lnTo>
                    <a:pt x="2595858" y="4525245"/>
                  </a:lnTo>
                  <a:lnTo>
                    <a:pt x="2538324" y="4523712"/>
                  </a:lnTo>
                  <a:lnTo>
                    <a:pt x="2476894" y="4522323"/>
                  </a:lnTo>
                  <a:lnTo>
                    <a:pt x="2410787" y="4521065"/>
                  </a:lnTo>
                  <a:lnTo>
                    <a:pt x="2339238" y="4519924"/>
                  </a:lnTo>
                  <a:lnTo>
                    <a:pt x="2261551" y="4518886"/>
                  </a:lnTo>
                  <a:lnTo>
                    <a:pt x="2177164" y="4517942"/>
                  </a:lnTo>
                  <a:lnTo>
                    <a:pt x="2085747" y="4517082"/>
                  </a:lnTo>
                  <a:lnTo>
                    <a:pt x="1987319" y="4516298"/>
                  </a:lnTo>
                  <a:lnTo>
                    <a:pt x="1882385" y="4515586"/>
                  </a:lnTo>
                  <a:lnTo>
                    <a:pt x="1772088" y="4514943"/>
                  </a:lnTo>
                  <a:lnTo>
                    <a:pt x="1658328" y="4514368"/>
                  </a:lnTo>
                  <a:lnTo>
                    <a:pt x="1543826" y="4513862"/>
                  </a:lnTo>
                  <a:lnTo>
                    <a:pt x="1432045" y="4513426"/>
                  </a:lnTo>
                  <a:lnTo>
                    <a:pt x="1326955" y="4513063"/>
                  </a:lnTo>
                  <a:lnTo>
                    <a:pt x="1232598" y="4512770"/>
                  </a:lnTo>
                  <a:lnTo>
                    <a:pt x="1152527" y="4512547"/>
                  </a:lnTo>
                  <a:lnTo>
                    <a:pt x="1089211" y="4512387"/>
                  </a:lnTo>
                  <a:lnTo>
                    <a:pt x="1043567" y="4512283"/>
                  </a:lnTo>
                  <a:lnTo>
                    <a:pt x="1014720" y="4512222"/>
                  </a:lnTo>
                  <a:lnTo>
                    <a:pt x="1000030" y="4512194"/>
                  </a:lnTo>
                  <a:lnTo>
                    <a:pt x="995283" y="4512186"/>
                  </a:lnTo>
                  <a:lnTo>
                    <a:pt x="994940" y="4512185"/>
                  </a:lnTo>
                  <a:lnTo>
                    <a:pt x="0" y="4512185"/>
                  </a:lnTo>
                  <a:lnTo>
                    <a:pt x="0" y="45121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8" name="pg2117"/>
            <p:cNvSpPr/>
            <p:nvPr/>
          </p:nvSpPr>
          <p:spPr>
            <a:xfrm>
              <a:off x="1199187" y="1587747"/>
              <a:ext cx="12049831" cy="4957639"/>
            </a:xfrm>
            <a:custGeom>
              <a:avLst/>
              <a:pathLst>
                <a:path w="12049831" h="4957639">
                  <a:moveTo>
                    <a:pt x="0" y="4805661"/>
                  </a:moveTo>
                  <a:lnTo>
                    <a:pt x="994940" y="4805661"/>
                  </a:lnTo>
                  <a:lnTo>
                    <a:pt x="995814" y="4805591"/>
                  </a:lnTo>
                  <a:lnTo>
                    <a:pt x="1001609" y="4805092"/>
                  </a:lnTo>
                  <a:lnTo>
                    <a:pt x="1016396" y="4803716"/>
                  </a:lnTo>
                  <a:lnTo>
                    <a:pt x="1043267" y="4801001"/>
                  </a:lnTo>
                  <a:lnTo>
                    <a:pt x="1084204" y="4796500"/>
                  </a:lnTo>
                  <a:lnTo>
                    <a:pt x="1139948" y="4789812"/>
                  </a:lnTo>
                  <a:lnTo>
                    <a:pt x="1209974" y="4780612"/>
                  </a:lnTo>
                  <a:lnTo>
                    <a:pt x="1292621" y="4768674"/>
                  </a:lnTo>
                  <a:lnTo>
                    <a:pt x="1385368" y="4753872"/>
                  </a:lnTo>
                  <a:lnTo>
                    <a:pt x="1485204" y="4736172"/>
                  </a:lnTo>
                  <a:lnTo>
                    <a:pt x="1589004" y="4715599"/>
                  </a:lnTo>
                  <a:lnTo>
                    <a:pt x="1693863" y="4692206"/>
                  </a:lnTo>
                  <a:lnTo>
                    <a:pt x="1797313" y="4666043"/>
                  </a:lnTo>
                  <a:lnTo>
                    <a:pt x="1897438" y="4637125"/>
                  </a:lnTo>
                  <a:lnTo>
                    <a:pt x="1992895" y="4605415"/>
                  </a:lnTo>
                  <a:lnTo>
                    <a:pt x="2082865" y="4570804"/>
                  </a:lnTo>
                  <a:lnTo>
                    <a:pt x="2166968" y="4533113"/>
                  </a:lnTo>
                  <a:lnTo>
                    <a:pt x="2245168" y="4492084"/>
                  </a:lnTo>
                  <a:lnTo>
                    <a:pt x="2317685" y="4447386"/>
                  </a:lnTo>
                  <a:lnTo>
                    <a:pt x="2384914" y="4398620"/>
                  </a:lnTo>
                  <a:lnTo>
                    <a:pt x="2447362" y="4345330"/>
                  </a:lnTo>
                  <a:lnTo>
                    <a:pt x="2505599" y="4287025"/>
                  </a:lnTo>
                  <a:lnTo>
                    <a:pt x="2560222" y="4223199"/>
                  </a:lnTo>
                  <a:lnTo>
                    <a:pt x="2611825" y="4153387"/>
                  </a:lnTo>
                  <a:lnTo>
                    <a:pt x="2660972" y="4077230"/>
                  </a:lnTo>
                  <a:lnTo>
                    <a:pt x="2702183" y="4005591"/>
                  </a:lnTo>
                  <a:lnTo>
                    <a:pt x="2737875" y="3937678"/>
                  </a:lnTo>
                  <a:lnTo>
                    <a:pt x="2772814" y="3865819"/>
                  </a:lnTo>
                  <a:lnTo>
                    <a:pt x="2807162" y="3789933"/>
                  </a:lnTo>
                  <a:lnTo>
                    <a:pt x="2841058" y="3709981"/>
                  </a:lnTo>
                  <a:lnTo>
                    <a:pt x="2874616" y="3625964"/>
                  </a:lnTo>
                  <a:lnTo>
                    <a:pt x="2907934" y="3537930"/>
                  </a:lnTo>
                  <a:lnTo>
                    <a:pt x="2941091" y="3445974"/>
                  </a:lnTo>
                  <a:lnTo>
                    <a:pt x="2974151" y="3350245"/>
                  </a:lnTo>
                  <a:lnTo>
                    <a:pt x="3007163" y="3250941"/>
                  </a:lnTo>
                  <a:lnTo>
                    <a:pt x="3040165" y="3148316"/>
                  </a:lnTo>
                  <a:lnTo>
                    <a:pt x="3073183" y="3042674"/>
                  </a:lnTo>
                  <a:lnTo>
                    <a:pt x="3106233" y="2934367"/>
                  </a:lnTo>
                  <a:lnTo>
                    <a:pt x="3139322" y="2823794"/>
                  </a:lnTo>
                  <a:lnTo>
                    <a:pt x="3172450" y="2711394"/>
                  </a:lnTo>
                  <a:lnTo>
                    <a:pt x="3205612" y="2597637"/>
                  </a:lnTo>
                  <a:lnTo>
                    <a:pt x="3238796" y="2483018"/>
                  </a:lnTo>
                  <a:lnTo>
                    <a:pt x="3271989" y="2368050"/>
                  </a:lnTo>
                  <a:lnTo>
                    <a:pt x="3305178" y="2253250"/>
                  </a:lnTo>
                  <a:lnTo>
                    <a:pt x="3338349" y="2139134"/>
                  </a:lnTo>
                  <a:lnTo>
                    <a:pt x="3371489" y="2026205"/>
                  </a:lnTo>
                  <a:lnTo>
                    <a:pt x="3404592" y="1914942"/>
                  </a:lnTo>
                  <a:lnTo>
                    <a:pt x="3437656" y="1805796"/>
                  </a:lnTo>
                  <a:lnTo>
                    <a:pt x="3470683" y="1699180"/>
                  </a:lnTo>
                  <a:lnTo>
                    <a:pt x="3503689" y="1595463"/>
                  </a:lnTo>
                  <a:lnTo>
                    <a:pt x="3536694" y="1494967"/>
                  </a:lnTo>
                  <a:lnTo>
                    <a:pt x="3569732" y="1397963"/>
                  </a:lnTo>
                  <a:lnTo>
                    <a:pt x="3602848" y="1304669"/>
                  </a:lnTo>
                  <a:lnTo>
                    <a:pt x="3636101" y="1215251"/>
                  </a:lnTo>
                  <a:lnTo>
                    <a:pt x="3669566" y="1129822"/>
                  </a:lnTo>
                  <a:lnTo>
                    <a:pt x="3703332" y="1048447"/>
                  </a:lnTo>
                  <a:lnTo>
                    <a:pt x="3737507" y="971143"/>
                  </a:lnTo>
                  <a:lnTo>
                    <a:pt x="3772223" y="897883"/>
                  </a:lnTo>
                  <a:lnTo>
                    <a:pt x="3807631" y="828602"/>
                  </a:lnTo>
                  <a:lnTo>
                    <a:pt x="3820202" y="805310"/>
                  </a:lnTo>
                  <a:lnTo>
                    <a:pt x="3867625" y="723495"/>
                  </a:lnTo>
                  <a:lnTo>
                    <a:pt x="3917059" y="648170"/>
                  </a:lnTo>
                  <a:lnTo>
                    <a:pt x="3969018" y="579152"/>
                  </a:lnTo>
                  <a:lnTo>
                    <a:pt x="4024074" y="516065"/>
                  </a:lnTo>
                  <a:lnTo>
                    <a:pt x="4082820" y="458434"/>
                  </a:lnTo>
                  <a:lnTo>
                    <a:pt x="4145853" y="405755"/>
                  </a:lnTo>
                  <a:lnTo>
                    <a:pt x="4213737" y="357537"/>
                  </a:lnTo>
                  <a:lnTo>
                    <a:pt x="4286967" y="313333"/>
                  </a:lnTo>
                  <a:lnTo>
                    <a:pt x="4365919" y="272751"/>
                  </a:lnTo>
                  <a:lnTo>
                    <a:pt x="4450786" y="235469"/>
                  </a:lnTo>
                  <a:lnTo>
                    <a:pt x="4541492" y="201241"/>
                  </a:lnTo>
                  <a:lnTo>
                    <a:pt x="4637608" y="169895"/>
                  </a:lnTo>
                  <a:lnTo>
                    <a:pt x="4738249" y="141333"/>
                  </a:lnTo>
                  <a:lnTo>
                    <a:pt x="4841999" y="115525"/>
                  </a:lnTo>
                  <a:lnTo>
                    <a:pt x="4946871" y="92493"/>
                  </a:lnTo>
                  <a:lnTo>
                    <a:pt x="5050331" y="72286"/>
                  </a:lnTo>
                  <a:lnTo>
                    <a:pt x="5149430" y="54959"/>
                  </a:lnTo>
                  <a:lnTo>
                    <a:pt x="5241039" y="40531"/>
                  </a:lnTo>
                  <a:lnTo>
                    <a:pt x="5322187" y="28954"/>
                  </a:lnTo>
                  <a:lnTo>
                    <a:pt x="5390444" y="20093"/>
                  </a:lnTo>
                  <a:lnTo>
                    <a:pt x="5444283" y="13706"/>
                  </a:lnTo>
                  <a:lnTo>
                    <a:pt x="5483340" y="9459"/>
                  </a:lnTo>
                  <a:lnTo>
                    <a:pt x="5508518" y="6942"/>
                  </a:lnTo>
                  <a:lnTo>
                    <a:pt x="5521950" y="5705"/>
                  </a:lnTo>
                  <a:lnTo>
                    <a:pt x="5526864" y="5286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252" y="5312"/>
                  </a:lnTo>
                  <a:lnTo>
                    <a:pt x="6529002" y="5822"/>
                  </a:lnTo>
                  <a:lnTo>
                    <a:pt x="6543673" y="7230"/>
                  </a:lnTo>
                  <a:lnTo>
                    <a:pt x="6570341" y="10008"/>
                  </a:lnTo>
                  <a:lnTo>
                    <a:pt x="6610983" y="14613"/>
                  </a:lnTo>
                  <a:lnTo>
                    <a:pt x="6666350" y="21457"/>
                  </a:lnTo>
                  <a:lnTo>
                    <a:pt x="6735938" y="30873"/>
                  </a:lnTo>
                  <a:lnTo>
                    <a:pt x="6818119" y="43095"/>
                  </a:lnTo>
                  <a:lnTo>
                    <a:pt x="6910408" y="58252"/>
                  </a:lnTo>
                  <a:lnTo>
                    <a:pt x="7009823" y="76384"/>
                  </a:lnTo>
                  <a:lnTo>
                    <a:pt x="7113265" y="97465"/>
                  </a:lnTo>
                  <a:lnTo>
                    <a:pt x="7217841" y="121441"/>
                  </a:lnTo>
                  <a:lnTo>
                    <a:pt x="7321089" y="148260"/>
                  </a:lnTo>
                  <a:lnTo>
                    <a:pt x="7421089" y="177904"/>
                  </a:lnTo>
                  <a:lnTo>
                    <a:pt x="7516489" y="210411"/>
                  </a:lnTo>
                  <a:lnTo>
                    <a:pt x="7606455" y="245888"/>
                  </a:lnTo>
                  <a:lnTo>
                    <a:pt x="7690595" y="284515"/>
                  </a:lnTo>
                  <a:lnTo>
                    <a:pt x="7768860" y="326552"/>
                  </a:lnTo>
                  <a:lnTo>
                    <a:pt x="7841458" y="372336"/>
                  </a:lnTo>
                  <a:lnTo>
                    <a:pt x="7908773" y="422270"/>
                  </a:lnTo>
                  <a:lnTo>
                    <a:pt x="7971303" y="476817"/>
                  </a:lnTo>
                  <a:lnTo>
                    <a:pt x="8029613" y="536481"/>
                  </a:lnTo>
                  <a:lnTo>
                    <a:pt x="8084292" y="601778"/>
                  </a:lnTo>
                  <a:lnTo>
                    <a:pt x="8135930" y="673187"/>
                  </a:lnTo>
                  <a:lnTo>
                    <a:pt x="8185090" y="751088"/>
                  </a:lnTo>
                  <a:lnTo>
                    <a:pt x="8229629" y="830640"/>
                  </a:lnTo>
                  <a:lnTo>
                    <a:pt x="8264832" y="899705"/>
                  </a:lnTo>
                  <a:lnTo>
                    <a:pt x="8299301" y="972730"/>
                  </a:lnTo>
                  <a:lnTo>
                    <a:pt x="8333192" y="1049792"/>
                  </a:lnTo>
                  <a:lnTo>
                    <a:pt x="8366637" y="1130933"/>
                  </a:lnTo>
                  <a:lnTo>
                    <a:pt x="8399749" y="1216154"/>
                  </a:lnTo>
                  <a:lnTo>
                    <a:pt x="8432621" y="1305410"/>
                  </a:lnTo>
                  <a:lnTo>
                    <a:pt x="8465330" y="1398611"/>
                  </a:lnTo>
                  <a:lnTo>
                    <a:pt x="8497940" y="1495614"/>
                  </a:lnTo>
                  <a:lnTo>
                    <a:pt x="8530498" y="1596229"/>
                  </a:lnTo>
                  <a:lnTo>
                    <a:pt x="8563043" y="1700211"/>
                  </a:lnTo>
                  <a:lnTo>
                    <a:pt x="8595601" y="1807265"/>
                  </a:lnTo>
                  <a:lnTo>
                    <a:pt x="8628188" y="1917049"/>
                  </a:lnTo>
                  <a:lnTo>
                    <a:pt x="8660812" y="2029176"/>
                  </a:lnTo>
                  <a:lnTo>
                    <a:pt x="8693475" y="2143219"/>
                  </a:lnTo>
                  <a:lnTo>
                    <a:pt x="8726171" y="2258717"/>
                  </a:lnTo>
                  <a:lnTo>
                    <a:pt x="8758892" y="2375184"/>
                  </a:lnTo>
                  <a:lnTo>
                    <a:pt x="8791626" y="2492117"/>
                  </a:lnTo>
                  <a:lnTo>
                    <a:pt x="8824358" y="2609002"/>
                  </a:lnTo>
                  <a:lnTo>
                    <a:pt x="8857075" y="2725330"/>
                  </a:lnTo>
                  <a:lnTo>
                    <a:pt x="8889766" y="2840598"/>
                  </a:lnTo>
                  <a:lnTo>
                    <a:pt x="8922422" y="2954324"/>
                  </a:lnTo>
                  <a:lnTo>
                    <a:pt x="8955039" y="3066055"/>
                  </a:lnTo>
                  <a:lnTo>
                    <a:pt x="8987620" y="3175368"/>
                  </a:lnTo>
                  <a:lnTo>
                    <a:pt x="9020174" y="3281886"/>
                  </a:lnTo>
                  <a:lnTo>
                    <a:pt x="9052719" y="3385274"/>
                  </a:lnTo>
                  <a:lnTo>
                    <a:pt x="9085284" y="3485246"/>
                  </a:lnTo>
                  <a:lnTo>
                    <a:pt x="9117907" y="3581568"/>
                  </a:lnTo>
                  <a:lnTo>
                    <a:pt x="9150641" y="3674058"/>
                  </a:lnTo>
                  <a:lnTo>
                    <a:pt x="9183551" y="3762583"/>
                  </a:lnTo>
                  <a:lnTo>
                    <a:pt x="9216716" y="3847061"/>
                  </a:lnTo>
                  <a:lnTo>
                    <a:pt x="9250234" y="3927457"/>
                  </a:lnTo>
                  <a:lnTo>
                    <a:pt x="9284219" y="4003777"/>
                  </a:lnTo>
                  <a:lnTo>
                    <a:pt x="9318810" y="4076072"/>
                  </a:lnTo>
                  <a:lnTo>
                    <a:pt x="9347647" y="4132239"/>
                  </a:lnTo>
                  <a:lnTo>
                    <a:pt x="9394938" y="4216421"/>
                  </a:lnTo>
                  <a:lnTo>
                    <a:pt x="9444225" y="4293944"/>
                  </a:lnTo>
                  <a:lnTo>
                    <a:pt x="9496021" y="4364993"/>
                  </a:lnTo>
                  <a:lnTo>
                    <a:pt x="9550892" y="4429954"/>
                  </a:lnTo>
                  <a:lnTo>
                    <a:pt x="9609426" y="4489312"/>
                  </a:lnTo>
                  <a:lnTo>
                    <a:pt x="9672215" y="4543582"/>
                  </a:lnTo>
                  <a:lnTo>
                    <a:pt x="9739820" y="4593267"/>
                  </a:lnTo>
                  <a:lnTo>
                    <a:pt x="9812732" y="4638826"/>
                  </a:lnTo>
                  <a:lnTo>
                    <a:pt x="9891330" y="4680661"/>
                  </a:lnTo>
                  <a:lnTo>
                    <a:pt x="9975806" y="4719102"/>
                  </a:lnTo>
                  <a:lnTo>
                    <a:pt x="10066097" y="4754404"/>
                  </a:lnTo>
                  <a:lnTo>
                    <a:pt x="10161787" y="4786746"/>
                  </a:lnTo>
                  <a:lnTo>
                    <a:pt x="10262014" y="4816228"/>
                  </a:lnTo>
                  <a:lnTo>
                    <a:pt x="10365395" y="4842885"/>
                  </a:lnTo>
                  <a:lnTo>
                    <a:pt x="10469978" y="4866697"/>
                  </a:lnTo>
                  <a:lnTo>
                    <a:pt x="10573271" y="4887611"/>
                  </a:lnTo>
                  <a:lnTo>
                    <a:pt x="10672362" y="4905573"/>
                  </a:lnTo>
                  <a:lnTo>
                    <a:pt x="10764151" y="4920561"/>
                  </a:lnTo>
                  <a:lnTo>
                    <a:pt x="10845674" y="4932619"/>
                  </a:lnTo>
                  <a:lnTo>
                    <a:pt x="10914483" y="4941880"/>
                  </a:lnTo>
                  <a:lnTo>
                    <a:pt x="10969010" y="4948587"/>
                  </a:lnTo>
                  <a:lnTo>
                    <a:pt x="11008822" y="4953076"/>
                  </a:lnTo>
                  <a:lnTo>
                    <a:pt x="11034741" y="4955762"/>
                  </a:lnTo>
                  <a:lnTo>
                    <a:pt x="11048809" y="4957106"/>
                  </a:lnTo>
                  <a:lnTo>
                    <a:pt x="11054163" y="4957579"/>
                  </a:lnTo>
                  <a:lnTo>
                    <a:pt x="11054891" y="4957639"/>
                  </a:lnTo>
                  <a:lnTo>
                    <a:pt x="12049831" y="4957639"/>
                  </a:lnTo>
                  <a:lnTo>
                    <a:pt x="12049831" y="4952399"/>
                  </a:lnTo>
                  <a:lnTo>
                    <a:pt x="11054891" y="4952399"/>
                  </a:lnTo>
                  <a:lnTo>
                    <a:pt x="11054024" y="4952327"/>
                  </a:lnTo>
                  <a:lnTo>
                    <a:pt x="11048275" y="4951817"/>
                  </a:lnTo>
                  <a:lnTo>
                    <a:pt x="11033604" y="4950409"/>
                  </a:lnTo>
                  <a:lnTo>
                    <a:pt x="11006935" y="4947631"/>
                  </a:lnTo>
                  <a:lnTo>
                    <a:pt x="10966293" y="4943026"/>
                  </a:lnTo>
                  <a:lnTo>
                    <a:pt x="10910927" y="4936182"/>
                  </a:lnTo>
                  <a:lnTo>
                    <a:pt x="10841339" y="4926766"/>
                  </a:lnTo>
                  <a:lnTo>
                    <a:pt x="10759157" y="4914544"/>
                  </a:lnTo>
                  <a:lnTo>
                    <a:pt x="10666869" y="4899387"/>
                  </a:lnTo>
                  <a:lnTo>
                    <a:pt x="10567454" y="4881255"/>
                  </a:lnTo>
                  <a:lnTo>
                    <a:pt x="10464012" y="4860173"/>
                  </a:lnTo>
                  <a:lnTo>
                    <a:pt x="10359435" y="4836198"/>
                  </a:lnTo>
                  <a:lnTo>
                    <a:pt x="10256187" y="4809379"/>
                  </a:lnTo>
                  <a:lnTo>
                    <a:pt x="10156187" y="4779735"/>
                  </a:lnTo>
                  <a:lnTo>
                    <a:pt x="10060788" y="4747228"/>
                  </a:lnTo>
                  <a:lnTo>
                    <a:pt x="9970822" y="4711751"/>
                  </a:lnTo>
                  <a:lnTo>
                    <a:pt x="9886682" y="4673124"/>
                  </a:lnTo>
                  <a:lnTo>
                    <a:pt x="9808417" y="4631086"/>
                  </a:lnTo>
                  <a:lnTo>
                    <a:pt x="9735819" y="4585303"/>
                  </a:lnTo>
                  <a:lnTo>
                    <a:pt x="9668504" y="4535369"/>
                  </a:lnTo>
                  <a:lnTo>
                    <a:pt x="9605973" y="4480822"/>
                  </a:lnTo>
                  <a:lnTo>
                    <a:pt x="9547664" y="4421158"/>
                  </a:lnTo>
                  <a:lnTo>
                    <a:pt x="9492985" y="4355861"/>
                  </a:lnTo>
                  <a:lnTo>
                    <a:pt x="9441346" y="4284451"/>
                  </a:lnTo>
                  <a:lnTo>
                    <a:pt x="9392187" y="4206551"/>
                  </a:lnTo>
                  <a:lnTo>
                    <a:pt x="9347647" y="4126999"/>
                  </a:lnTo>
                  <a:lnTo>
                    <a:pt x="9312444" y="4057934"/>
                  </a:lnTo>
                  <a:lnTo>
                    <a:pt x="9277975" y="3984909"/>
                  </a:lnTo>
                  <a:lnTo>
                    <a:pt x="9244085" y="3907847"/>
                  </a:lnTo>
                  <a:lnTo>
                    <a:pt x="9210639" y="3826706"/>
                  </a:lnTo>
                  <a:lnTo>
                    <a:pt x="9177528" y="3741485"/>
                  </a:lnTo>
                  <a:lnTo>
                    <a:pt x="9144656" y="3652229"/>
                  </a:lnTo>
                  <a:lnTo>
                    <a:pt x="9111946" y="3559028"/>
                  </a:lnTo>
                  <a:lnTo>
                    <a:pt x="9079337" y="3462024"/>
                  </a:lnTo>
                  <a:lnTo>
                    <a:pt x="9046778" y="3361410"/>
                  </a:lnTo>
                  <a:lnTo>
                    <a:pt x="9014233" y="3257428"/>
                  </a:lnTo>
                  <a:lnTo>
                    <a:pt x="8981676" y="3150374"/>
                  </a:lnTo>
                  <a:lnTo>
                    <a:pt x="8949089" y="3040590"/>
                  </a:lnTo>
                  <a:lnTo>
                    <a:pt x="8916465" y="2928463"/>
                  </a:lnTo>
                  <a:lnTo>
                    <a:pt x="8883802" y="2814420"/>
                  </a:lnTo>
                  <a:lnTo>
                    <a:pt x="8851105" y="2698922"/>
                  </a:lnTo>
                  <a:lnTo>
                    <a:pt x="8818384" y="2582455"/>
                  </a:lnTo>
                  <a:lnTo>
                    <a:pt x="8785651" y="2465522"/>
                  </a:lnTo>
                  <a:lnTo>
                    <a:pt x="8752919" y="2348637"/>
                  </a:lnTo>
                  <a:lnTo>
                    <a:pt x="8720202" y="2232309"/>
                  </a:lnTo>
                  <a:lnTo>
                    <a:pt x="8687511" y="2117041"/>
                  </a:lnTo>
                  <a:lnTo>
                    <a:pt x="8654855" y="2003315"/>
                  </a:lnTo>
                  <a:lnTo>
                    <a:pt x="8622237" y="1891584"/>
                  </a:lnTo>
                  <a:lnTo>
                    <a:pt x="8589657" y="1782271"/>
                  </a:lnTo>
                  <a:lnTo>
                    <a:pt x="8557103" y="1675753"/>
                  </a:lnTo>
                  <a:lnTo>
                    <a:pt x="8524558" y="1572365"/>
                  </a:lnTo>
                  <a:lnTo>
                    <a:pt x="8491993" y="1472393"/>
                  </a:lnTo>
                  <a:lnTo>
                    <a:pt x="8459369" y="1376071"/>
                  </a:lnTo>
                  <a:lnTo>
                    <a:pt x="8426635" y="1283581"/>
                  </a:lnTo>
                  <a:lnTo>
                    <a:pt x="8393726" y="1195056"/>
                  </a:lnTo>
                  <a:lnTo>
                    <a:pt x="8360561" y="1110578"/>
                  </a:lnTo>
                  <a:lnTo>
                    <a:pt x="8327043" y="1030182"/>
                  </a:lnTo>
                  <a:lnTo>
                    <a:pt x="8293057" y="953861"/>
                  </a:lnTo>
                  <a:lnTo>
                    <a:pt x="8258467" y="881567"/>
                  </a:lnTo>
                  <a:lnTo>
                    <a:pt x="8229629" y="825399"/>
                  </a:lnTo>
                  <a:lnTo>
                    <a:pt x="8182339" y="741218"/>
                  </a:lnTo>
                  <a:lnTo>
                    <a:pt x="8133052" y="663695"/>
                  </a:lnTo>
                  <a:lnTo>
                    <a:pt x="8081255" y="592646"/>
                  </a:lnTo>
                  <a:lnTo>
                    <a:pt x="8026385" y="527685"/>
                  </a:lnTo>
                  <a:lnTo>
                    <a:pt x="7967850" y="468327"/>
                  </a:lnTo>
                  <a:lnTo>
                    <a:pt x="7905061" y="414057"/>
                  </a:lnTo>
                  <a:lnTo>
                    <a:pt x="7837457" y="364372"/>
                  </a:lnTo>
                  <a:lnTo>
                    <a:pt x="7764544" y="318813"/>
                  </a:lnTo>
                  <a:lnTo>
                    <a:pt x="7685947" y="276978"/>
                  </a:lnTo>
                  <a:lnTo>
                    <a:pt x="7601470" y="238537"/>
                  </a:lnTo>
                  <a:lnTo>
                    <a:pt x="7511179" y="203235"/>
                  </a:lnTo>
                  <a:lnTo>
                    <a:pt x="7415490" y="170893"/>
                  </a:lnTo>
                  <a:lnTo>
                    <a:pt x="7315262" y="141411"/>
                  </a:lnTo>
                  <a:lnTo>
                    <a:pt x="7211882" y="114754"/>
                  </a:lnTo>
                  <a:lnTo>
                    <a:pt x="7107299" y="90942"/>
                  </a:lnTo>
                  <a:lnTo>
                    <a:pt x="7004006" y="70028"/>
                  </a:lnTo>
                  <a:lnTo>
                    <a:pt x="6904914" y="52065"/>
                  </a:lnTo>
                  <a:lnTo>
                    <a:pt x="6813125" y="37077"/>
                  </a:lnTo>
                  <a:lnTo>
                    <a:pt x="6731603" y="25020"/>
                  </a:lnTo>
                  <a:lnTo>
                    <a:pt x="6662793" y="15758"/>
                  </a:lnTo>
                  <a:lnTo>
                    <a:pt x="6608266" y="9052"/>
                  </a:lnTo>
                  <a:lnTo>
                    <a:pt x="6568454" y="4563"/>
                  </a:lnTo>
                  <a:lnTo>
                    <a:pt x="6542536" y="1877"/>
                  </a:lnTo>
                  <a:lnTo>
                    <a:pt x="6528467" y="532"/>
                  </a:lnTo>
                  <a:lnTo>
                    <a:pt x="6523114" y="6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571" y="70"/>
                  </a:lnTo>
                  <a:lnTo>
                    <a:pt x="5520776" y="568"/>
                  </a:lnTo>
                  <a:lnTo>
                    <a:pt x="5505989" y="1945"/>
                  </a:lnTo>
                  <a:lnTo>
                    <a:pt x="5479118" y="4660"/>
                  </a:lnTo>
                  <a:lnTo>
                    <a:pt x="5438181" y="9161"/>
                  </a:lnTo>
                  <a:lnTo>
                    <a:pt x="5382437" y="15849"/>
                  </a:lnTo>
                  <a:lnTo>
                    <a:pt x="5312411" y="25049"/>
                  </a:lnTo>
                  <a:lnTo>
                    <a:pt x="5229764" y="36987"/>
                  </a:lnTo>
                  <a:lnTo>
                    <a:pt x="5137017" y="51788"/>
                  </a:lnTo>
                  <a:lnTo>
                    <a:pt x="5037181" y="69488"/>
                  </a:lnTo>
                  <a:lnTo>
                    <a:pt x="4933380" y="90062"/>
                  </a:lnTo>
                  <a:lnTo>
                    <a:pt x="4828522" y="113455"/>
                  </a:lnTo>
                  <a:lnTo>
                    <a:pt x="4725072" y="139618"/>
                  </a:lnTo>
                  <a:lnTo>
                    <a:pt x="4624947" y="168535"/>
                  </a:lnTo>
                  <a:lnTo>
                    <a:pt x="4529490" y="200246"/>
                  </a:lnTo>
                  <a:lnTo>
                    <a:pt x="4439520" y="234856"/>
                  </a:lnTo>
                  <a:lnTo>
                    <a:pt x="4355417" y="272547"/>
                  </a:lnTo>
                  <a:lnTo>
                    <a:pt x="4277217" y="313576"/>
                  </a:lnTo>
                  <a:lnTo>
                    <a:pt x="4204700" y="358275"/>
                  </a:lnTo>
                  <a:lnTo>
                    <a:pt x="4137471" y="407041"/>
                  </a:lnTo>
                  <a:lnTo>
                    <a:pt x="4075023" y="460330"/>
                  </a:lnTo>
                  <a:lnTo>
                    <a:pt x="4016786" y="518636"/>
                  </a:lnTo>
                  <a:lnTo>
                    <a:pt x="3962163" y="582462"/>
                  </a:lnTo>
                  <a:lnTo>
                    <a:pt x="3910560" y="652273"/>
                  </a:lnTo>
                  <a:lnTo>
                    <a:pt x="3861413" y="728430"/>
                  </a:lnTo>
                  <a:lnTo>
                    <a:pt x="3820202" y="800070"/>
                  </a:lnTo>
                  <a:lnTo>
                    <a:pt x="3784510" y="867982"/>
                  </a:lnTo>
                  <a:lnTo>
                    <a:pt x="3749571" y="939842"/>
                  </a:lnTo>
                  <a:lnTo>
                    <a:pt x="3715223" y="1015727"/>
                  </a:lnTo>
                  <a:lnTo>
                    <a:pt x="3681327" y="1095679"/>
                  </a:lnTo>
                  <a:lnTo>
                    <a:pt x="3647769" y="1179696"/>
                  </a:lnTo>
                  <a:lnTo>
                    <a:pt x="3614451" y="1267731"/>
                  </a:lnTo>
                  <a:lnTo>
                    <a:pt x="3581294" y="1359686"/>
                  </a:lnTo>
                  <a:lnTo>
                    <a:pt x="3548234" y="1455416"/>
                  </a:lnTo>
                  <a:lnTo>
                    <a:pt x="3515222" y="1554719"/>
                  </a:lnTo>
                  <a:lnTo>
                    <a:pt x="3482220" y="1657344"/>
                  </a:lnTo>
                  <a:lnTo>
                    <a:pt x="3449202" y="1762987"/>
                  </a:lnTo>
                  <a:lnTo>
                    <a:pt x="3416152" y="1871294"/>
                  </a:lnTo>
                  <a:lnTo>
                    <a:pt x="3383063" y="1981866"/>
                  </a:lnTo>
                  <a:lnTo>
                    <a:pt x="3349935" y="2094266"/>
                  </a:lnTo>
                  <a:lnTo>
                    <a:pt x="3316773" y="2208024"/>
                  </a:lnTo>
                  <a:lnTo>
                    <a:pt x="3283589" y="2322642"/>
                  </a:lnTo>
                  <a:lnTo>
                    <a:pt x="3250396" y="2437611"/>
                  </a:lnTo>
                  <a:lnTo>
                    <a:pt x="3217207" y="2552410"/>
                  </a:lnTo>
                  <a:lnTo>
                    <a:pt x="3184036" y="2666526"/>
                  </a:lnTo>
                  <a:lnTo>
                    <a:pt x="3150896" y="2779456"/>
                  </a:lnTo>
                  <a:lnTo>
                    <a:pt x="3117793" y="2890719"/>
                  </a:lnTo>
                  <a:lnTo>
                    <a:pt x="3084729" y="2999865"/>
                  </a:lnTo>
                  <a:lnTo>
                    <a:pt x="3051702" y="3106481"/>
                  </a:lnTo>
                  <a:lnTo>
                    <a:pt x="3018696" y="3210197"/>
                  </a:lnTo>
                  <a:lnTo>
                    <a:pt x="2985691" y="3310693"/>
                  </a:lnTo>
                  <a:lnTo>
                    <a:pt x="2952653" y="3407697"/>
                  </a:lnTo>
                  <a:lnTo>
                    <a:pt x="2919537" y="3500991"/>
                  </a:lnTo>
                  <a:lnTo>
                    <a:pt x="2886284" y="3590409"/>
                  </a:lnTo>
                  <a:lnTo>
                    <a:pt x="2852819" y="3675838"/>
                  </a:lnTo>
                  <a:lnTo>
                    <a:pt x="2819053" y="3757213"/>
                  </a:lnTo>
                  <a:lnTo>
                    <a:pt x="2784878" y="3834518"/>
                  </a:lnTo>
                  <a:lnTo>
                    <a:pt x="2750162" y="3907777"/>
                  </a:lnTo>
                  <a:lnTo>
                    <a:pt x="2714754" y="3977058"/>
                  </a:lnTo>
                  <a:lnTo>
                    <a:pt x="2702183" y="4000350"/>
                  </a:lnTo>
                  <a:lnTo>
                    <a:pt x="2654760" y="4082165"/>
                  </a:lnTo>
                  <a:lnTo>
                    <a:pt x="2605326" y="4157491"/>
                  </a:lnTo>
                  <a:lnTo>
                    <a:pt x="2553367" y="4226508"/>
                  </a:lnTo>
                  <a:lnTo>
                    <a:pt x="2498311" y="4289595"/>
                  </a:lnTo>
                  <a:lnTo>
                    <a:pt x="2439565" y="4347226"/>
                  </a:lnTo>
                  <a:lnTo>
                    <a:pt x="2376532" y="4399905"/>
                  </a:lnTo>
                  <a:lnTo>
                    <a:pt x="2308648" y="4448123"/>
                  </a:lnTo>
                  <a:lnTo>
                    <a:pt x="2235418" y="4492328"/>
                  </a:lnTo>
                  <a:lnTo>
                    <a:pt x="2156466" y="4532910"/>
                  </a:lnTo>
                  <a:lnTo>
                    <a:pt x="2071599" y="4570191"/>
                  </a:lnTo>
                  <a:lnTo>
                    <a:pt x="1980893" y="4604419"/>
                  </a:lnTo>
                  <a:lnTo>
                    <a:pt x="1884777" y="4635766"/>
                  </a:lnTo>
                  <a:lnTo>
                    <a:pt x="1784136" y="4664327"/>
                  </a:lnTo>
                  <a:lnTo>
                    <a:pt x="1680386" y="4690135"/>
                  </a:lnTo>
                  <a:lnTo>
                    <a:pt x="1575514" y="4713168"/>
                  </a:lnTo>
                  <a:lnTo>
                    <a:pt x="1472054" y="4733374"/>
                  </a:lnTo>
                  <a:lnTo>
                    <a:pt x="1372955" y="4750701"/>
                  </a:lnTo>
                  <a:lnTo>
                    <a:pt x="1281346" y="4765130"/>
                  </a:lnTo>
                  <a:lnTo>
                    <a:pt x="1200198" y="4776706"/>
                  </a:lnTo>
                  <a:lnTo>
                    <a:pt x="1131941" y="4785568"/>
                  </a:lnTo>
                  <a:lnTo>
                    <a:pt x="1078102" y="4791954"/>
                  </a:lnTo>
                  <a:lnTo>
                    <a:pt x="1039045" y="4796201"/>
                  </a:lnTo>
                  <a:lnTo>
                    <a:pt x="1013867" y="4798718"/>
                  </a:lnTo>
                  <a:lnTo>
                    <a:pt x="1000435" y="4799955"/>
                  </a:lnTo>
                  <a:lnTo>
                    <a:pt x="995521" y="4800374"/>
                  </a:lnTo>
                  <a:lnTo>
                    <a:pt x="994940" y="4800420"/>
                  </a:lnTo>
                  <a:lnTo>
                    <a:pt x="0" y="4800420"/>
                  </a:lnTo>
                  <a:close/>
                </a:path>
              </a:pathLst>
            </a:custGeom>
            <a:solidFill>
              <a:srgbClr val="F1C40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19" name="pl2118"/>
            <p:cNvSpPr/>
            <p:nvPr/>
          </p:nvSpPr>
          <p:spPr>
            <a:xfrm>
              <a:off x="1199187" y="1592988"/>
              <a:ext cx="12049831" cy="4952399"/>
            </a:xfrm>
            <a:custGeom>
              <a:avLst/>
              <a:pathLst>
                <a:path w="12049831" h="4952399">
                  <a:moveTo>
                    <a:pt x="0" y="4800420"/>
                  </a:moveTo>
                  <a:lnTo>
                    <a:pt x="994940" y="4800420"/>
                  </a:lnTo>
                  <a:lnTo>
                    <a:pt x="995814" y="4800350"/>
                  </a:lnTo>
                  <a:lnTo>
                    <a:pt x="1001609" y="4799852"/>
                  </a:lnTo>
                  <a:lnTo>
                    <a:pt x="1016396" y="4798475"/>
                  </a:lnTo>
                  <a:lnTo>
                    <a:pt x="1043267" y="4795760"/>
                  </a:lnTo>
                  <a:lnTo>
                    <a:pt x="1084204" y="4791259"/>
                  </a:lnTo>
                  <a:lnTo>
                    <a:pt x="1139948" y="4784571"/>
                  </a:lnTo>
                  <a:lnTo>
                    <a:pt x="1209974" y="4775371"/>
                  </a:lnTo>
                  <a:lnTo>
                    <a:pt x="1292621" y="4763433"/>
                  </a:lnTo>
                  <a:lnTo>
                    <a:pt x="1385368" y="4748632"/>
                  </a:lnTo>
                  <a:lnTo>
                    <a:pt x="1485204" y="4730932"/>
                  </a:lnTo>
                  <a:lnTo>
                    <a:pt x="1589004" y="4710358"/>
                  </a:lnTo>
                  <a:lnTo>
                    <a:pt x="1693863" y="4686965"/>
                  </a:lnTo>
                  <a:lnTo>
                    <a:pt x="1797313" y="4660802"/>
                  </a:lnTo>
                  <a:lnTo>
                    <a:pt x="1897438" y="4631885"/>
                  </a:lnTo>
                  <a:lnTo>
                    <a:pt x="1992895" y="4600174"/>
                  </a:lnTo>
                  <a:lnTo>
                    <a:pt x="2082865" y="4565564"/>
                  </a:lnTo>
                  <a:lnTo>
                    <a:pt x="2166968" y="4527873"/>
                  </a:lnTo>
                  <a:lnTo>
                    <a:pt x="2245168" y="4486843"/>
                  </a:lnTo>
                  <a:lnTo>
                    <a:pt x="2317685" y="4442145"/>
                  </a:lnTo>
                  <a:lnTo>
                    <a:pt x="2384914" y="4393379"/>
                  </a:lnTo>
                  <a:lnTo>
                    <a:pt x="2447362" y="4340090"/>
                  </a:lnTo>
                  <a:lnTo>
                    <a:pt x="2505599" y="4281784"/>
                  </a:lnTo>
                  <a:lnTo>
                    <a:pt x="2560222" y="4217958"/>
                  </a:lnTo>
                  <a:lnTo>
                    <a:pt x="2611825" y="4148146"/>
                  </a:lnTo>
                  <a:lnTo>
                    <a:pt x="2660972" y="4071989"/>
                  </a:lnTo>
                  <a:lnTo>
                    <a:pt x="2702183" y="4000350"/>
                  </a:lnTo>
                  <a:lnTo>
                    <a:pt x="2737875" y="3932438"/>
                  </a:lnTo>
                  <a:lnTo>
                    <a:pt x="2772814" y="3860578"/>
                  </a:lnTo>
                  <a:lnTo>
                    <a:pt x="2807162" y="3784693"/>
                  </a:lnTo>
                  <a:lnTo>
                    <a:pt x="2841058" y="3704740"/>
                  </a:lnTo>
                  <a:lnTo>
                    <a:pt x="2874616" y="3620723"/>
                  </a:lnTo>
                  <a:lnTo>
                    <a:pt x="2907934" y="3532689"/>
                  </a:lnTo>
                  <a:lnTo>
                    <a:pt x="2941091" y="3440733"/>
                  </a:lnTo>
                  <a:lnTo>
                    <a:pt x="2974151" y="3345004"/>
                  </a:lnTo>
                  <a:lnTo>
                    <a:pt x="3007163" y="3245701"/>
                  </a:lnTo>
                  <a:lnTo>
                    <a:pt x="3040165" y="3143075"/>
                  </a:lnTo>
                  <a:lnTo>
                    <a:pt x="3073183" y="3037433"/>
                  </a:lnTo>
                  <a:lnTo>
                    <a:pt x="3106233" y="2929126"/>
                  </a:lnTo>
                  <a:lnTo>
                    <a:pt x="3139322" y="2818554"/>
                  </a:lnTo>
                  <a:lnTo>
                    <a:pt x="3172450" y="2706153"/>
                  </a:lnTo>
                  <a:lnTo>
                    <a:pt x="3205612" y="2592396"/>
                  </a:lnTo>
                  <a:lnTo>
                    <a:pt x="3238796" y="2477777"/>
                  </a:lnTo>
                  <a:lnTo>
                    <a:pt x="3271989" y="2362809"/>
                  </a:lnTo>
                  <a:lnTo>
                    <a:pt x="3305178" y="2248010"/>
                  </a:lnTo>
                  <a:lnTo>
                    <a:pt x="3338349" y="2133894"/>
                  </a:lnTo>
                  <a:lnTo>
                    <a:pt x="3371489" y="2020964"/>
                  </a:lnTo>
                  <a:lnTo>
                    <a:pt x="3404592" y="1909701"/>
                  </a:lnTo>
                  <a:lnTo>
                    <a:pt x="3437656" y="1800555"/>
                  </a:lnTo>
                  <a:lnTo>
                    <a:pt x="3470683" y="1693939"/>
                  </a:lnTo>
                  <a:lnTo>
                    <a:pt x="3503689" y="1590222"/>
                  </a:lnTo>
                  <a:lnTo>
                    <a:pt x="3536694" y="1489727"/>
                  </a:lnTo>
                  <a:lnTo>
                    <a:pt x="3569732" y="1392723"/>
                  </a:lnTo>
                  <a:lnTo>
                    <a:pt x="3602848" y="1299429"/>
                  </a:lnTo>
                  <a:lnTo>
                    <a:pt x="3636101" y="1210010"/>
                  </a:lnTo>
                  <a:lnTo>
                    <a:pt x="3669566" y="1124582"/>
                  </a:lnTo>
                  <a:lnTo>
                    <a:pt x="3703332" y="1043206"/>
                  </a:lnTo>
                  <a:lnTo>
                    <a:pt x="3737507" y="965902"/>
                  </a:lnTo>
                  <a:lnTo>
                    <a:pt x="3772223" y="892643"/>
                  </a:lnTo>
                  <a:lnTo>
                    <a:pt x="3807631" y="823362"/>
                  </a:lnTo>
                  <a:lnTo>
                    <a:pt x="3820202" y="800070"/>
                  </a:lnTo>
                  <a:lnTo>
                    <a:pt x="3867625" y="718255"/>
                  </a:lnTo>
                  <a:lnTo>
                    <a:pt x="3917059" y="642929"/>
                  </a:lnTo>
                  <a:lnTo>
                    <a:pt x="3969018" y="573912"/>
                  </a:lnTo>
                  <a:lnTo>
                    <a:pt x="4024074" y="510825"/>
                  </a:lnTo>
                  <a:lnTo>
                    <a:pt x="4082820" y="453194"/>
                  </a:lnTo>
                  <a:lnTo>
                    <a:pt x="4145853" y="400514"/>
                  </a:lnTo>
                  <a:lnTo>
                    <a:pt x="4213737" y="352297"/>
                  </a:lnTo>
                  <a:lnTo>
                    <a:pt x="4286967" y="308092"/>
                  </a:lnTo>
                  <a:lnTo>
                    <a:pt x="4365919" y="267510"/>
                  </a:lnTo>
                  <a:lnTo>
                    <a:pt x="4450786" y="230229"/>
                  </a:lnTo>
                  <a:lnTo>
                    <a:pt x="4541492" y="196000"/>
                  </a:lnTo>
                  <a:lnTo>
                    <a:pt x="4637608" y="164654"/>
                  </a:lnTo>
                  <a:lnTo>
                    <a:pt x="4738249" y="136093"/>
                  </a:lnTo>
                  <a:lnTo>
                    <a:pt x="4841999" y="110285"/>
                  </a:lnTo>
                  <a:lnTo>
                    <a:pt x="4946871" y="87252"/>
                  </a:lnTo>
                  <a:lnTo>
                    <a:pt x="5050331" y="67046"/>
                  </a:lnTo>
                  <a:lnTo>
                    <a:pt x="5149430" y="49718"/>
                  </a:lnTo>
                  <a:lnTo>
                    <a:pt x="5241039" y="35290"/>
                  </a:lnTo>
                  <a:lnTo>
                    <a:pt x="5322187" y="23714"/>
                  </a:lnTo>
                  <a:lnTo>
                    <a:pt x="5390444" y="14852"/>
                  </a:lnTo>
                  <a:lnTo>
                    <a:pt x="5444283" y="8466"/>
                  </a:lnTo>
                  <a:lnTo>
                    <a:pt x="5483340" y="4219"/>
                  </a:lnTo>
                  <a:lnTo>
                    <a:pt x="5508518" y="1702"/>
                  </a:lnTo>
                  <a:lnTo>
                    <a:pt x="5521950" y="464"/>
                  </a:lnTo>
                  <a:lnTo>
                    <a:pt x="5526864" y="46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252" y="71"/>
                  </a:lnTo>
                  <a:lnTo>
                    <a:pt x="6529002" y="581"/>
                  </a:lnTo>
                  <a:lnTo>
                    <a:pt x="6543673" y="1989"/>
                  </a:lnTo>
                  <a:lnTo>
                    <a:pt x="6570341" y="4767"/>
                  </a:lnTo>
                  <a:lnTo>
                    <a:pt x="6610983" y="9372"/>
                  </a:lnTo>
                  <a:lnTo>
                    <a:pt x="6666350" y="16216"/>
                  </a:lnTo>
                  <a:lnTo>
                    <a:pt x="6735938" y="25632"/>
                  </a:lnTo>
                  <a:lnTo>
                    <a:pt x="6818119" y="37854"/>
                  </a:lnTo>
                  <a:lnTo>
                    <a:pt x="6910408" y="53012"/>
                  </a:lnTo>
                  <a:lnTo>
                    <a:pt x="7009823" y="71143"/>
                  </a:lnTo>
                  <a:lnTo>
                    <a:pt x="7113265" y="92225"/>
                  </a:lnTo>
                  <a:lnTo>
                    <a:pt x="7217841" y="116200"/>
                  </a:lnTo>
                  <a:lnTo>
                    <a:pt x="7321089" y="143019"/>
                  </a:lnTo>
                  <a:lnTo>
                    <a:pt x="7421089" y="172663"/>
                  </a:lnTo>
                  <a:lnTo>
                    <a:pt x="7516489" y="205171"/>
                  </a:lnTo>
                  <a:lnTo>
                    <a:pt x="7606455" y="240647"/>
                  </a:lnTo>
                  <a:lnTo>
                    <a:pt x="7690595" y="279274"/>
                  </a:lnTo>
                  <a:lnTo>
                    <a:pt x="7768860" y="321312"/>
                  </a:lnTo>
                  <a:lnTo>
                    <a:pt x="7841458" y="367095"/>
                  </a:lnTo>
                  <a:lnTo>
                    <a:pt x="7908773" y="417029"/>
                  </a:lnTo>
                  <a:lnTo>
                    <a:pt x="7971303" y="471576"/>
                  </a:lnTo>
                  <a:lnTo>
                    <a:pt x="8029613" y="531241"/>
                  </a:lnTo>
                  <a:lnTo>
                    <a:pt x="8084292" y="596537"/>
                  </a:lnTo>
                  <a:lnTo>
                    <a:pt x="8135930" y="667947"/>
                  </a:lnTo>
                  <a:lnTo>
                    <a:pt x="8185090" y="745848"/>
                  </a:lnTo>
                  <a:lnTo>
                    <a:pt x="8229629" y="825399"/>
                  </a:lnTo>
                  <a:lnTo>
                    <a:pt x="8264832" y="894465"/>
                  </a:lnTo>
                  <a:lnTo>
                    <a:pt x="8299301" y="967489"/>
                  </a:lnTo>
                  <a:lnTo>
                    <a:pt x="8333192" y="1044551"/>
                  </a:lnTo>
                  <a:lnTo>
                    <a:pt x="8366637" y="1125692"/>
                  </a:lnTo>
                  <a:lnTo>
                    <a:pt x="8399749" y="1210913"/>
                  </a:lnTo>
                  <a:lnTo>
                    <a:pt x="8432621" y="1300169"/>
                  </a:lnTo>
                  <a:lnTo>
                    <a:pt x="8465330" y="1393370"/>
                  </a:lnTo>
                  <a:lnTo>
                    <a:pt x="8497940" y="1490374"/>
                  </a:lnTo>
                  <a:lnTo>
                    <a:pt x="8530498" y="1590988"/>
                  </a:lnTo>
                  <a:lnTo>
                    <a:pt x="8563043" y="1694970"/>
                  </a:lnTo>
                  <a:lnTo>
                    <a:pt x="8595601" y="1802024"/>
                  </a:lnTo>
                  <a:lnTo>
                    <a:pt x="8628188" y="1911809"/>
                  </a:lnTo>
                  <a:lnTo>
                    <a:pt x="8660812" y="2023936"/>
                  </a:lnTo>
                  <a:lnTo>
                    <a:pt x="8693475" y="2137978"/>
                  </a:lnTo>
                  <a:lnTo>
                    <a:pt x="8726171" y="2253477"/>
                  </a:lnTo>
                  <a:lnTo>
                    <a:pt x="8758892" y="2369944"/>
                  </a:lnTo>
                  <a:lnTo>
                    <a:pt x="8791626" y="2486876"/>
                  </a:lnTo>
                  <a:lnTo>
                    <a:pt x="8824358" y="2603762"/>
                  </a:lnTo>
                  <a:lnTo>
                    <a:pt x="8857075" y="2720089"/>
                  </a:lnTo>
                  <a:lnTo>
                    <a:pt x="8889766" y="2835357"/>
                  </a:lnTo>
                  <a:lnTo>
                    <a:pt x="8922422" y="2949084"/>
                  </a:lnTo>
                  <a:lnTo>
                    <a:pt x="8955039" y="3060814"/>
                  </a:lnTo>
                  <a:lnTo>
                    <a:pt x="8987620" y="3170128"/>
                  </a:lnTo>
                  <a:lnTo>
                    <a:pt x="9020174" y="3276645"/>
                  </a:lnTo>
                  <a:lnTo>
                    <a:pt x="9052719" y="3380033"/>
                  </a:lnTo>
                  <a:lnTo>
                    <a:pt x="9085284" y="3480005"/>
                  </a:lnTo>
                  <a:lnTo>
                    <a:pt x="9117907" y="3576327"/>
                  </a:lnTo>
                  <a:lnTo>
                    <a:pt x="9150641" y="3668817"/>
                  </a:lnTo>
                  <a:lnTo>
                    <a:pt x="9183551" y="3757342"/>
                  </a:lnTo>
                  <a:lnTo>
                    <a:pt x="9216716" y="3841821"/>
                  </a:lnTo>
                  <a:lnTo>
                    <a:pt x="9250234" y="3922216"/>
                  </a:lnTo>
                  <a:lnTo>
                    <a:pt x="9284219" y="3998537"/>
                  </a:lnTo>
                  <a:lnTo>
                    <a:pt x="9318810" y="4070832"/>
                  </a:lnTo>
                  <a:lnTo>
                    <a:pt x="9347647" y="4126999"/>
                  </a:lnTo>
                  <a:lnTo>
                    <a:pt x="9394938" y="4211180"/>
                  </a:lnTo>
                  <a:lnTo>
                    <a:pt x="9444225" y="4288703"/>
                  </a:lnTo>
                  <a:lnTo>
                    <a:pt x="9496021" y="4359752"/>
                  </a:lnTo>
                  <a:lnTo>
                    <a:pt x="9550892" y="4424713"/>
                  </a:lnTo>
                  <a:lnTo>
                    <a:pt x="9609426" y="4484071"/>
                  </a:lnTo>
                  <a:lnTo>
                    <a:pt x="9672215" y="4538341"/>
                  </a:lnTo>
                  <a:lnTo>
                    <a:pt x="9739820" y="4588026"/>
                  </a:lnTo>
                  <a:lnTo>
                    <a:pt x="9812732" y="4633585"/>
                  </a:lnTo>
                  <a:lnTo>
                    <a:pt x="9891330" y="4675420"/>
                  </a:lnTo>
                  <a:lnTo>
                    <a:pt x="9975806" y="4713861"/>
                  </a:lnTo>
                  <a:lnTo>
                    <a:pt x="10066097" y="4749163"/>
                  </a:lnTo>
                  <a:lnTo>
                    <a:pt x="10161787" y="4781505"/>
                  </a:lnTo>
                  <a:lnTo>
                    <a:pt x="10262014" y="4810988"/>
                  </a:lnTo>
                  <a:lnTo>
                    <a:pt x="10365395" y="4837645"/>
                  </a:lnTo>
                  <a:lnTo>
                    <a:pt x="10469978" y="4861456"/>
                  </a:lnTo>
                  <a:lnTo>
                    <a:pt x="10573271" y="4882370"/>
                  </a:lnTo>
                  <a:lnTo>
                    <a:pt x="10672362" y="4900333"/>
                  </a:lnTo>
                  <a:lnTo>
                    <a:pt x="10764151" y="4915321"/>
                  </a:lnTo>
                  <a:lnTo>
                    <a:pt x="10845674" y="4927378"/>
                  </a:lnTo>
                  <a:lnTo>
                    <a:pt x="10914483" y="4936640"/>
                  </a:lnTo>
                  <a:lnTo>
                    <a:pt x="10969010" y="4943346"/>
                  </a:lnTo>
                  <a:lnTo>
                    <a:pt x="11008822" y="4947835"/>
                  </a:lnTo>
                  <a:lnTo>
                    <a:pt x="11034741" y="4950522"/>
                  </a:lnTo>
                  <a:lnTo>
                    <a:pt x="11048809" y="4951866"/>
                  </a:lnTo>
                  <a:lnTo>
                    <a:pt x="11054163" y="4952339"/>
                  </a:lnTo>
                  <a:lnTo>
                    <a:pt x="11054891" y="4952399"/>
                  </a:lnTo>
                  <a:lnTo>
                    <a:pt x="12049831" y="4952399"/>
                  </a:lnTo>
                  <a:lnTo>
                    <a:pt x="12049831" y="49523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0" name="pl2119"/>
            <p:cNvSpPr/>
            <p:nvPr/>
          </p:nvSpPr>
          <p:spPr>
            <a:xfrm>
              <a:off x="1199187" y="1587747"/>
              <a:ext cx="12049831" cy="4952399"/>
            </a:xfrm>
            <a:custGeom>
              <a:avLst/>
              <a:pathLst>
                <a:path w="12049831" h="4952399">
                  <a:moveTo>
                    <a:pt x="12049831" y="4952399"/>
                  </a:moveTo>
                  <a:lnTo>
                    <a:pt x="11054891" y="4952399"/>
                  </a:lnTo>
                  <a:lnTo>
                    <a:pt x="11054024" y="4952327"/>
                  </a:lnTo>
                  <a:lnTo>
                    <a:pt x="11048275" y="4951817"/>
                  </a:lnTo>
                  <a:lnTo>
                    <a:pt x="11033604" y="4950409"/>
                  </a:lnTo>
                  <a:lnTo>
                    <a:pt x="11006935" y="4947631"/>
                  </a:lnTo>
                  <a:lnTo>
                    <a:pt x="10966293" y="4943026"/>
                  </a:lnTo>
                  <a:lnTo>
                    <a:pt x="10910927" y="4936182"/>
                  </a:lnTo>
                  <a:lnTo>
                    <a:pt x="10841339" y="4926766"/>
                  </a:lnTo>
                  <a:lnTo>
                    <a:pt x="10759157" y="4914544"/>
                  </a:lnTo>
                  <a:lnTo>
                    <a:pt x="10666869" y="4899387"/>
                  </a:lnTo>
                  <a:lnTo>
                    <a:pt x="10567454" y="4881255"/>
                  </a:lnTo>
                  <a:lnTo>
                    <a:pt x="10464012" y="4860173"/>
                  </a:lnTo>
                  <a:lnTo>
                    <a:pt x="10359435" y="4836198"/>
                  </a:lnTo>
                  <a:lnTo>
                    <a:pt x="10256187" y="4809379"/>
                  </a:lnTo>
                  <a:lnTo>
                    <a:pt x="10156187" y="4779735"/>
                  </a:lnTo>
                  <a:lnTo>
                    <a:pt x="10060788" y="4747228"/>
                  </a:lnTo>
                  <a:lnTo>
                    <a:pt x="9970822" y="4711751"/>
                  </a:lnTo>
                  <a:lnTo>
                    <a:pt x="9886682" y="4673124"/>
                  </a:lnTo>
                  <a:lnTo>
                    <a:pt x="9808417" y="4631086"/>
                  </a:lnTo>
                  <a:lnTo>
                    <a:pt x="9735819" y="4585303"/>
                  </a:lnTo>
                  <a:lnTo>
                    <a:pt x="9668504" y="4535369"/>
                  </a:lnTo>
                  <a:lnTo>
                    <a:pt x="9605973" y="4480822"/>
                  </a:lnTo>
                  <a:lnTo>
                    <a:pt x="9547664" y="4421158"/>
                  </a:lnTo>
                  <a:lnTo>
                    <a:pt x="9492985" y="4355861"/>
                  </a:lnTo>
                  <a:lnTo>
                    <a:pt x="9441346" y="4284451"/>
                  </a:lnTo>
                  <a:lnTo>
                    <a:pt x="9392187" y="4206551"/>
                  </a:lnTo>
                  <a:lnTo>
                    <a:pt x="9347647" y="4126999"/>
                  </a:lnTo>
                  <a:lnTo>
                    <a:pt x="9312444" y="4057934"/>
                  </a:lnTo>
                  <a:lnTo>
                    <a:pt x="9277975" y="3984909"/>
                  </a:lnTo>
                  <a:lnTo>
                    <a:pt x="9244085" y="3907847"/>
                  </a:lnTo>
                  <a:lnTo>
                    <a:pt x="9210639" y="3826706"/>
                  </a:lnTo>
                  <a:lnTo>
                    <a:pt x="9177528" y="3741485"/>
                  </a:lnTo>
                  <a:lnTo>
                    <a:pt x="9144656" y="3652229"/>
                  </a:lnTo>
                  <a:lnTo>
                    <a:pt x="9111946" y="3559028"/>
                  </a:lnTo>
                  <a:lnTo>
                    <a:pt x="9079337" y="3462024"/>
                  </a:lnTo>
                  <a:lnTo>
                    <a:pt x="9046778" y="3361410"/>
                  </a:lnTo>
                  <a:lnTo>
                    <a:pt x="9014233" y="3257428"/>
                  </a:lnTo>
                  <a:lnTo>
                    <a:pt x="8981676" y="3150374"/>
                  </a:lnTo>
                  <a:lnTo>
                    <a:pt x="8949089" y="3040590"/>
                  </a:lnTo>
                  <a:lnTo>
                    <a:pt x="8916465" y="2928463"/>
                  </a:lnTo>
                  <a:lnTo>
                    <a:pt x="8883802" y="2814420"/>
                  </a:lnTo>
                  <a:lnTo>
                    <a:pt x="8851105" y="2698922"/>
                  </a:lnTo>
                  <a:lnTo>
                    <a:pt x="8818384" y="2582455"/>
                  </a:lnTo>
                  <a:lnTo>
                    <a:pt x="8785651" y="2465522"/>
                  </a:lnTo>
                  <a:lnTo>
                    <a:pt x="8752919" y="2348637"/>
                  </a:lnTo>
                  <a:lnTo>
                    <a:pt x="8720202" y="2232309"/>
                  </a:lnTo>
                  <a:lnTo>
                    <a:pt x="8687511" y="2117041"/>
                  </a:lnTo>
                  <a:lnTo>
                    <a:pt x="8654855" y="2003315"/>
                  </a:lnTo>
                  <a:lnTo>
                    <a:pt x="8622237" y="1891584"/>
                  </a:lnTo>
                  <a:lnTo>
                    <a:pt x="8589657" y="1782271"/>
                  </a:lnTo>
                  <a:lnTo>
                    <a:pt x="8557103" y="1675753"/>
                  </a:lnTo>
                  <a:lnTo>
                    <a:pt x="8524558" y="1572365"/>
                  </a:lnTo>
                  <a:lnTo>
                    <a:pt x="8491993" y="1472393"/>
                  </a:lnTo>
                  <a:lnTo>
                    <a:pt x="8459369" y="1376071"/>
                  </a:lnTo>
                  <a:lnTo>
                    <a:pt x="8426635" y="1283581"/>
                  </a:lnTo>
                  <a:lnTo>
                    <a:pt x="8393726" y="1195056"/>
                  </a:lnTo>
                  <a:lnTo>
                    <a:pt x="8360561" y="1110578"/>
                  </a:lnTo>
                  <a:lnTo>
                    <a:pt x="8327043" y="1030182"/>
                  </a:lnTo>
                  <a:lnTo>
                    <a:pt x="8293057" y="953861"/>
                  </a:lnTo>
                  <a:lnTo>
                    <a:pt x="8258467" y="881567"/>
                  </a:lnTo>
                  <a:lnTo>
                    <a:pt x="8229629" y="825399"/>
                  </a:lnTo>
                  <a:lnTo>
                    <a:pt x="8182339" y="741218"/>
                  </a:lnTo>
                  <a:lnTo>
                    <a:pt x="8133052" y="663695"/>
                  </a:lnTo>
                  <a:lnTo>
                    <a:pt x="8081255" y="592646"/>
                  </a:lnTo>
                  <a:lnTo>
                    <a:pt x="8026385" y="527685"/>
                  </a:lnTo>
                  <a:lnTo>
                    <a:pt x="7967850" y="468327"/>
                  </a:lnTo>
                  <a:lnTo>
                    <a:pt x="7905061" y="414057"/>
                  </a:lnTo>
                  <a:lnTo>
                    <a:pt x="7837457" y="364372"/>
                  </a:lnTo>
                  <a:lnTo>
                    <a:pt x="7764544" y="318813"/>
                  </a:lnTo>
                  <a:lnTo>
                    <a:pt x="7685947" y="276978"/>
                  </a:lnTo>
                  <a:lnTo>
                    <a:pt x="7601470" y="238537"/>
                  </a:lnTo>
                  <a:lnTo>
                    <a:pt x="7511179" y="203235"/>
                  </a:lnTo>
                  <a:lnTo>
                    <a:pt x="7415490" y="170893"/>
                  </a:lnTo>
                  <a:lnTo>
                    <a:pt x="7315262" y="141411"/>
                  </a:lnTo>
                  <a:lnTo>
                    <a:pt x="7211882" y="114754"/>
                  </a:lnTo>
                  <a:lnTo>
                    <a:pt x="7107299" y="90942"/>
                  </a:lnTo>
                  <a:lnTo>
                    <a:pt x="7004006" y="70028"/>
                  </a:lnTo>
                  <a:lnTo>
                    <a:pt x="6904914" y="52065"/>
                  </a:lnTo>
                  <a:lnTo>
                    <a:pt x="6813125" y="37077"/>
                  </a:lnTo>
                  <a:lnTo>
                    <a:pt x="6731603" y="25020"/>
                  </a:lnTo>
                  <a:lnTo>
                    <a:pt x="6662793" y="15758"/>
                  </a:lnTo>
                  <a:lnTo>
                    <a:pt x="6608266" y="9052"/>
                  </a:lnTo>
                  <a:lnTo>
                    <a:pt x="6568454" y="4563"/>
                  </a:lnTo>
                  <a:lnTo>
                    <a:pt x="6542536" y="1877"/>
                  </a:lnTo>
                  <a:lnTo>
                    <a:pt x="6528467" y="532"/>
                  </a:lnTo>
                  <a:lnTo>
                    <a:pt x="6523114" y="6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571" y="70"/>
                  </a:lnTo>
                  <a:lnTo>
                    <a:pt x="5520776" y="568"/>
                  </a:lnTo>
                  <a:lnTo>
                    <a:pt x="5505989" y="1945"/>
                  </a:lnTo>
                  <a:lnTo>
                    <a:pt x="5479118" y="4660"/>
                  </a:lnTo>
                  <a:lnTo>
                    <a:pt x="5438181" y="9161"/>
                  </a:lnTo>
                  <a:lnTo>
                    <a:pt x="5382437" y="15849"/>
                  </a:lnTo>
                  <a:lnTo>
                    <a:pt x="5312411" y="25049"/>
                  </a:lnTo>
                  <a:lnTo>
                    <a:pt x="5229764" y="36987"/>
                  </a:lnTo>
                  <a:lnTo>
                    <a:pt x="5137017" y="51788"/>
                  </a:lnTo>
                  <a:lnTo>
                    <a:pt x="5037181" y="69488"/>
                  </a:lnTo>
                  <a:lnTo>
                    <a:pt x="4933380" y="90062"/>
                  </a:lnTo>
                  <a:lnTo>
                    <a:pt x="4828522" y="113455"/>
                  </a:lnTo>
                  <a:lnTo>
                    <a:pt x="4725072" y="139618"/>
                  </a:lnTo>
                  <a:lnTo>
                    <a:pt x="4624947" y="168535"/>
                  </a:lnTo>
                  <a:lnTo>
                    <a:pt x="4529490" y="200246"/>
                  </a:lnTo>
                  <a:lnTo>
                    <a:pt x="4439520" y="234856"/>
                  </a:lnTo>
                  <a:lnTo>
                    <a:pt x="4355417" y="272547"/>
                  </a:lnTo>
                  <a:lnTo>
                    <a:pt x="4277217" y="313576"/>
                  </a:lnTo>
                  <a:lnTo>
                    <a:pt x="4204700" y="358275"/>
                  </a:lnTo>
                  <a:lnTo>
                    <a:pt x="4137471" y="407041"/>
                  </a:lnTo>
                  <a:lnTo>
                    <a:pt x="4075023" y="460330"/>
                  </a:lnTo>
                  <a:lnTo>
                    <a:pt x="4016786" y="518636"/>
                  </a:lnTo>
                  <a:lnTo>
                    <a:pt x="3962163" y="582462"/>
                  </a:lnTo>
                  <a:lnTo>
                    <a:pt x="3910560" y="652273"/>
                  </a:lnTo>
                  <a:lnTo>
                    <a:pt x="3861413" y="728430"/>
                  </a:lnTo>
                  <a:lnTo>
                    <a:pt x="3820202" y="800070"/>
                  </a:lnTo>
                  <a:lnTo>
                    <a:pt x="3784510" y="867982"/>
                  </a:lnTo>
                  <a:lnTo>
                    <a:pt x="3749571" y="939842"/>
                  </a:lnTo>
                  <a:lnTo>
                    <a:pt x="3715223" y="1015727"/>
                  </a:lnTo>
                  <a:lnTo>
                    <a:pt x="3681327" y="1095679"/>
                  </a:lnTo>
                  <a:lnTo>
                    <a:pt x="3647769" y="1179696"/>
                  </a:lnTo>
                  <a:lnTo>
                    <a:pt x="3614451" y="1267731"/>
                  </a:lnTo>
                  <a:lnTo>
                    <a:pt x="3581294" y="1359686"/>
                  </a:lnTo>
                  <a:lnTo>
                    <a:pt x="3548234" y="1455416"/>
                  </a:lnTo>
                  <a:lnTo>
                    <a:pt x="3515222" y="1554719"/>
                  </a:lnTo>
                  <a:lnTo>
                    <a:pt x="3482220" y="1657344"/>
                  </a:lnTo>
                  <a:lnTo>
                    <a:pt x="3449202" y="1762987"/>
                  </a:lnTo>
                  <a:lnTo>
                    <a:pt x="3416152" y="1871294"/>
                  </a:lnTo>
                  <a:lnTo>
                    <a:pt x="3383063" y="1981866"/>
                  </a:lnTo>
                  <a:lnTo>
                    <a:pt x="3349935" y="2094266"/>
                  </a:lnTo>
                  <a:lnTo>
                    <a:pt x="3316773" y="2208024"/>
                  </a:lnTo>
                  <a:lnTo>
                    <a:pt x="3283589" y="2322642"/>
                  </a:lnTo>
                  <a:lnTo>
                    <a:pt x="3250396" y="2437611"/>
                  </a:lnTo>
                  <a:lnTo>
                    <a:pt x="3217207" y="2552410"/>
                  </a:lnTo>
                  <a:lnTo>
                    <a:pt x="3184036" y="2666526"/>
                  </a:lnTo>
                  <a:lnTo>
                    <a:pt x="3150896" y="2779456"/>
                  </a:lnTo>
                  <a:lnTo>
                    <a:pt x="3117793" y="2890719"/>
                  </a:lnTo>
                  <a:lnTo>
                    <a:pt x="3084729" y="2999865"/>
                  </a:lnTo>
                  <a:lnTo>
                    <a:pt x="3051702" y="3106481"/>
                  </a:lnTo>
                  <a:lnTo>
                    <a:pt x="3018696" y="3210197"/>
                  </a:lnTo>
                  <a:lnTo>
                    <a:pt x="2985691" y="3310693"/>
                  </a:lnTo>
                  <a:lnTo>
                    <a:pt x="2952653" y="3407697"/>
                  </a:lnTo>
                  <a:lnTo>
                    <a:pt x="2919537" y="3500991"/>
                  </a:lnTo>
                  <a:lnTo>
                    <a:pt x="2886284" y="3590409"/>
                  </a:lnTo>
                  <a:lnTo>
                    <a:pt x="2852819" y="3675838"/>
                  </a:lnTo>
                  <a:lnTo>
                    <a:pt x="2819053" y="3757213"/>
                  </a:lnTo>
                  <a:lnTo>
                    <a:pt x="2784878" y="3834518"/>
                  </a:lnTo>
                  <a:lnTo>
                    <a:pt x="2750162" y="3907777"/>
                  </a:lnTo>
                  <a:lnTo>
                    <a:pt x="2714754" y="3977058"/>
                  </a:lnTo>
                  <a:lnTo>
                    <a:pt x="2702183" y="4000350"/>
                  </a:lnTo>
                  <a:lnTo>
                    <a:pt x="2654760" y="4082165"/>
                  </a:lnTo>
                  <a:lnTo>
                    <a:pt x="2605326" y="4157491"/>
                  </a:lnTo>
                  <a:lnTo>
                    <a:pt x="2553367" y="4226508"/>
                  </a:lnTo>
                  <a:lnTo>
                    <a:pt x="2498311" y="4289595"/>
                  </a:lnTo>
                  <a:lnTo>
                    <a:pt x="2439565" y="4347226"/>
                  </a:lnTo>
                  <a:lnTo>
                    <a:pt x="2376532" y="4399905"/>
                  </a:lnTo>
                  <a:lnTo>
                    <a:pt x="2308648" y="4448123"/>
                  </a:lnTo>
                  <a:lnTo>
                    <a:pt x="2235418" y="4492328"/>
                  </a:lnTo>
                  <a:lnTo>
                    <a:pt x="2156466" y="4532910"/>
                  </a:lnTo>
                  <a:lnTo>
                    <a:pt x="2071599" y="4570191"/>
                  </a:lnTo>
                  <a:lnTo>
                    <a:pt x="1980893" y="4604419"/>
                  </a:lnTo>
                  <a:lnTo>
                    <a:pt x="1884777" y="4635766"/>
                  </a:lnTo>
                  <a:lnTo>
                    <a:pt x="1784136" y="4664327"/>
                  </a:lnTo>
                  <a:lnTo>
                    <a:pt x="1680386" y="4690135"/>
                  </a:lnTo>
                  <a:lnTo>
                    <a:pt x="1575514" y="4713168"/>
                  </a:lnTo>
                  <a:lnTo>
                    <a:pt x="1472054" y="4733374"/>
                  </a:lnTo>
                  <a:lnTo>
                    <a:pt x="1372955" y="4750701"/>
                  </a:lnTo>
                  <a:lnTo>
                    <a:pt x="1281346" y="4765130"/>
                  </a:lnTo>
                  <a:lnTo>
                    <a:pt x="1200198" y="4776706"/>
                  </a:lnTo>
                  <a:lnTo>
                    <a:pt x="1131941" y="4785568"/>
                  </a:lnTo>
                  <a:lnTo>
                    <a:pt x="1078102" y="4791954"/>
                  </a:lnTo>
                  <a:lnTo>
                    <a:pt x="1039045" y="4796201"/>
                  </a:lnTo>
                  <a:lnTo>
                    <a:pt x="1013867" y="4798718"/>
                  </a:lnTo>
                  <a:lnTo>
                    <a:pt x="1000435" y="4799955"/>
                  </a:lnTo>
                  <a:lnTo>
                    <a:pt x="995521" y="4800374"/>
                  </a:lnTo>
                  <a:lnTo>
                    <a:pt x="994940" y="4800420"/>
                  </a:lnTo>
                  <a:lnTo>
                    <a:pt x="0" y="4800420"/>
                  </a:lnTo>
                  <a:lnTo>
                    <a:pt x="0" y="48004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1" name="pg2120"/>
            <p:cNvSpPr/>
            <p:nvPr/>
          </p:nvSpPr>
          <p:spPr>
            <a:xfrm>
              <a:off x="1199187" y="2012238"/>
              <a:ext cx="12049831" cy="4386410"/>
            </a:xfrm>
            <a:custGeom>
              <a:avLst/>
              <a:pathLst>
                <a:path w="12049831" h="4386410">
                  <a:moveTo>
                    <a:pt x="0" y="4386410"/>
                  </a:moveTo>
                  <a:lnTo>
                    <a:pt x="994940" y="4386410"/>
                  </a:lnTo>
                  <a:lnTo>
                    <a:pt x="995944" y="4386336"/>
                  </a:lnTo>
                  <a:lnTo>
                    <a:pt x="1002586" y="4385812"/>
                  </a:lnTo>
                  <a:lnTo>
                    <a:pt x="1019473" y="4384362"/>
                  </a:lnTo>
                  <a:lnTo>
                    <a:pt x="1050021" y="4381504"/>
                  </a:lnTo>
                  <a:lnTo>
                    <a:pt x="1096278" y="4376774"/>
                  </a:lnTo>
                  <a:lnTo>
                    <a:pt x="1158777" y="4369764"/>
                  </a:lnTo>
                  <a:lnTo>
                    <a:pt x="1236548" y="4360161"/>
                  </a:lnTo>
                  <a:lnTo>
                    <a:pt x="1327331" y="4347759"/>
                  </a:lnTo>
                  <a:lnTo>
                    <a:pt x="1427973" y="4332464"/>
                  </a:lnTo>
                  <a:lnTo>
                    <a:pt x="1534907" y="4314268"/>
                  </a:lnTo>
                  <a:lnTo>
                    <a:pt x="1644615" y="4293216"/>
                  </a:lnTo>
                  <a:lnTo>
                    <a:pt x="1753981" y="4269365"/>
                  </a:lnTo>
                  <a:lnTo>
                    <a:pt x="1860511" y="4242751"/>
                  </a:lnTo>
                  <a:lnTo>
                    <a:pt x="1962398" y="4213357"/>
                  </a:lnTo>
                  <a:lnTo>
                    <a:pt x="2058496" y="4181098"/>
                  </a:lnTo>
                  <a:lnTo>
                    <a:pt x="2148223" y="4145807"/>
                  </a:lnTo>
                  <a:lnTo>
                    <a:pt x="2231448" y="4107234"/>
                  </a:lnTo>
                  <a:lnTo>
                    <a:pt x="2308372" y="4065046"/>
                  </a:lnTo>
                  <a:lnTo>
                    <a:pt x="2379420" y="4018836"/>
                  </a:lnTo>
                  <a:lnTo>
                    <a:pt x="2445166" y="3968131"/>
                  </a:lnTo>
                  <a:lnTo>
                    <a:pt x="2506262" y="3912414"/>
                  </a:lnTo>
                  <a:lnTo>
                    <a:pt x="2563396" y="3851156"/>
                  </a:lnTo>
                  <a:lnTo>
                    <a:pt x="2617249" y="3783871"/>
                  </a:lnTo>
                  <a:lnTo>
                    <a:pt x="2668467" y="3710197"/>
                  </a:lnTo>
                  <a:lnTo>
                    <a:pt x="2702183" y="3656215"/>
                  </a:lnTo>
                  <a:lnTo>
                    <a:pt x="2739325" y="3591609"/>
                  </a:lnTo>
                  <a:lnTo>
                    <a:pt x="2775659" y="3523094"/>
                  </a:lnTo>
                  <a:lnTo>
                    <a:pt x="2811366" y="3450591"/>
                  </a:lnTo>
                  <a:lnTo>
                    <a:pt x="2846598" y="3374064"/>
                  </a:lnTo>
                  <a:lnTo>
                    <a:pt x="2881484" y="3293521"/>
                  </a:lnTo>
                  <a:lnTo>
                    <a:pt x="2916128" y="3209019"/>
                  </a:lnTo>
                  <a:lnTo>
                    <a:pt x="2950615" y="3120670"/>
                  </a:lnTo>
                  <a:lnTo>
                    <a:pt x="2985014" y="3028639"/>
                  </a:lnTo>
                  <a:lnTo>
                    <a:pt x="3019377" y="2933149"/>
                  </a:lnTo>
                  <a:lnTo>
                    <a:pt x="3053740" y="2834479"/>
                  </a:lnTo>
                  <a:lnTo>
                    <a:pt x="3088128" y="2732963"/>
                  </a:lnTo>
                  <a:lnTo>
                    <a:pt x="3122556" y="2628984"/>
                  </a:lnTo>
                  <a:lnTo>
                    <a:pt x="3157027" y="2522973"/>
                  </a:lnTo>
                  <a:lnTo>
                    <a:pt x="3191538" y="2415400"/>
                  </a:lnTo>
                  <a:lnTo>
                    <a:pt x="3226079" y="2306764"/>
                  </a:lnTo>
                  <a:lnTo>
                    <a:pt x="3260635" y="2197587"/>
                  </a:lnTo>
                  <a:lnTo>
                    <a:pt x="3295192" y="2088402"/>
                  </a:lnTo>
                  <a:lnTo>
                    <a:pt x="3329733" y="1979740"/>
                  </a:lnTo>
                  <a:lnTo>
                    <a:pt x="3364245" y="1872125"/>
                  </a:lnTo>
                  <a:lnTo>
                    <a:pt x="3398718" y="1766056"/>
                  </a:lnTo>
                  <a:lnTo>
                    <a:pt x="3433147" y="1662005"/>
                  </a:lnTo>
                  <a:lnTo>
                    <a:pt x="3467537" y="1560403"/>
                  </a:lnTo>
                  <a:lnTo>
                    <a:pt x="3501900" y="1461636"/>
                  </a:lnTo>
                  <a:lnTo>
                    <a:pt x="3536262" y="1366039"/>
                  </a:lnTo>
                  <a:lnTo>
                    <a:pt x="3570659" y="1273892"/>
                  </a:lnTo>
                  <a:lnTo>
                    <a:pt x="3605143" y="1185421"/>
                  </a:lnTo>
                  <a:lnTo>
                    <a:pt x="3639781" y="1100793"/>
                  </a:lnTo>
                  <a:lnTo>
                    <a:pt x="3674657" y="1020121"/>
                  </a:lnTo>
                  <a:lnTo>
                    <a:pt x="3709876" y="943464"/>
                  </a:lnTo>
                  <a:lnTo>
                    <a:pt x="3745566" y="870832"/>
                  </a:lnTo>
                  <a:lnTo>
                    <a:pt x="3781876" y="802190"/>
                  </a:lnTo>
                  <a:lnTo>
                    <a:pt x="3818989" y="737459"/>
                  </a:lnTo>
                  <a:lnTo>
                    <a:pt x="3820202" y="735435"/>
                  </a:lnTo>
                  <a:lnTo>
                    <a:pt x="3869957" y="657318"/>
                  </a:lnTo>
                  <a:lnTo>
                    <a:pt x="3921947" y="585703"/>
                  </a:lnTo>
                  <a:lnTo>
                    <a:pt x="3976771" y="520382"/>
                  </a:lnTo>
                  <a:lnTo>
                    <a:pt x="4035090" y="460942"/>
                  </a:lnTo>
                  <a:lnTo>
                    <a:pt x="4097591" y="406876"/>
                  </a:lnTo>
                  <a:lnTo>
                    <a:pt x="4164955" y="357655"/>
                  </a:lnTo>
                  <a:lnTo>
                    <a:pt x="4237815" y="312772"/>
                  </a:lnTo>
                  <a:lnTo>
                    <a:pt x="4316705" y="271775"/>
                  </a:lnTo>
                  <a:lnTo>
                    <a:pt x="4401990" y="234278"/>
                  </a:lnTo>
                  <a:lnTo>
                    <a:pt x="4493776" y="199974"/>
                  </a:lnTo>
                  <a:lnTo>
                    <a:pt x="4591802" y="168641"/>
                  </a:lnTo>
                  <a:lnTo>
                    <a:pt x="4695320" y="140137"/>
                  </a:lnTo>
                  <a:lnTo>
                    <a:pt x="4802981" y="114400"/>
                  </a:lnTo>
                  <a:lnTo>
                    <a:pt x="4912759" y="91434"/>
                  </a:lnTo>
                  <a:lnTo>
                    <a:pt x="5021947" y="71283"/>
                  </a:lnTo>
                  <a:lnTo>
                    <a:pt x="5127272" y="54006"/>
                  </a:lnTo>
                  <a:lnTo>
                    <a:pt x="5225157" y="39636"/>
                  </a:lnTo>
                  <a:lnTo>
                    <a:pt x="5312110" y="28140"/>
                  </a:lnTo>
                  <a:lnTo>
                    <a:pt x="5385214" y="19389"/>
                  </a:lnTo>
                  <a:lnTo>
                    <a:pt x="5442584" y="13143"/>
                  </a:lnTo>
                  <a:lnTo>
                    <a:pt x="5483714" y="9055"/>
                  </a:lnTo>
                  <a:lnTo>
                    <a:pt x="5509627" y="6697"/>
                  </a:lnTo>
                  <a:lnTo>
                    <a:pt x="5522825" y="5595"/>
                  </a:lnTo>
                  <a:lnTo>
                    <a:pt x="5527122" y="526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9" y="5251"/>
                  </a:lnTo>
                  <a:lnTo>
                    <a:pt x="6531001" y="5330"/>
                  </a:lnTo>
                  <a:lnTo>
                    <a:pt x="6549963" y="5548"/>
                  </a:lnTo>
                  <a:lnTo>
                    <a:pt x="6584115" y="5978"/>
                  </a:lnTo>
                  <a:lnTo>
                    <a:pt x="6635528" y="6689"/>
                  </a:lnTo>
                  <a:lnTo>
                    <a:pt x="6704475" y="7738"/>
                  </a:lnTo>
                  <a:lnTo>
                    <a:pt x="6789495" y="9171"/>
                  </a:lnTo>
                  <a:lnTo>
                    <a:pt x="6887709" y="11012"/>
                  </a:lnTo>
                  <a:lnTo>
                    <a:pt x="6995348" y="13272"/>
                  </a:lnTo>
                  <a:lnTo>
                    <a:pt x="7108344" y="15949"/>
                  </a:lnTo>
                  <a:lnTo>
                    <a:pt x="7222862" y="19033"/>
                  </a:lnTo>
                  <a:lnTo>
                    <a:pt x="7335671" y="22518"/>
                  </a:lnTo>
                  <a:lnTo>
                    <a:pt x="7444322" y="26402"/>
                  </a:lnTo>
                  <a:lnTo>
                    <a:pt x="7547172" y="30692"/>
                  </a:lnTo>
                  <a:lnTo>
                    <a:pt x="7643301" y="35408"/>
                  </a:lnTo>
                  <a:lnTo>
                    <a:pt x="7732377" y="40582"/>
                  </a:lnTo>
                  <a:lnTo>
                    <a:pt x="7814509" y="46260"/>
                  </a:lnTo>
                  <a:lnTo>
                    <a:pt x="7890111" y="52501"/>
                  </a:lnTo>
                  <a:lnTo>
                    <a:pt x="7959794" y="59373"/>
                  </a:lnTo>
                  <a:lnTo>
                    <a:pt x="8024281" y="66952"/>
                  </a:lnTo>
                  <a:lnTo>
                    <a:pt x="8084347" y="75318"/>
                  </a:lnTo>
                  <a:lnTo>
                    <a:pt x="8140765" y="84545"/>
                  </a:lnTo>
                  <a:lnTo>
                    <a:pt x="8194270" y="94690"/>
                  </a:lnTo>
                  <a:lnTo>
                    <a:pt x="8229629" y="102192"/>
                  </a:lnTo>
                  <a:lnTo>
                    <a:pt x="8289587" y="116400"/>
                  </a:lnTo>
                  <a:lnTo>
                    <a:pt x="8347707" y="131997"/>
                  </a:lnTo>
                  <a:lnTo>
                    <a:pt x="8404655" y="149005"/>
                  </a:lnTo>
                  <a:lnTo>
                    <a:pt x="8460926" y="167403"/>
                  </a:lnTo>
                  <a:lnTo>
                    <a:pt x="8516873" y="187121"/>
                  </a:lnTo>
                  <a:lnTo>
                    <a:pt x="8572733" y="208039"/>
                  </a:lnTo>
                  <a:lnTo>
                    <a:pt x="8628644" y="229984"/>
                  </a:lnTo>
                  <a:lnTo>
                    <a:pt x="8684661" y="252735"/>
                  </a:lnTo>
                  <a:lnTo>
                    <a:pt x="8740781" y="276033"/>
                  </a:lnTo>
                  <a:lnTo>
                    <a:pt x="8796956" y="299587"/>
                  </a:lnTo>
                  <a:lnTo>
                    <a:pt x="8853121" y="323096"/>
                  </a:lnTo>
                  <a:lnTo>
                    <a:pt x="8909214" y="346261"/>
                  </a:lnTo>
                  <a:lnTo>
                    <a:pt x="8965198" y="368799"/>
                  </a:lnTo>
                  <a:lnTo>
                    <a:pt x="9021084" y="390461"/>
                  </a:lnTo>
                  <a:lnTo>
                    <a:pt x="9076951" y="411039"/>
                  </a:lnTo>
                  <a:lnTo>
                    <a:pt x="9132965" y="430377"/>
                  </a:lnTo>
                  <a:lnTo>
                    <a:pt x="9189394" y="448368"/>
                  </a:lnTo>
                  <a:lnTo>
                    <a:pt x="9246630" y="464958"/>
                  </a:lnTo>
                  <a:lnTo>
                    <a:pt x="9305216" y="480140"/>
                  </a:lnTo>
                  <a:lnTo>
                    <a:pt x="9347647" y="489999"/>
                  </a:lnTo>
                  <a:lnTo>
                    <a:pt x="9399540" y="500788"/>
                  </a:lnTo>
                  <a:lnTo>
                    <a:pt x="9453885" y="510641"/>
                  </a:lnTo>
                  <a:lnTo>
                    <a:pt x="9511367" y="519590"/>
                  </a:lnTo>
                  <a:lnTo>
                    <a:pt x="9572738" y="527700"/>
                  </a:lnTo>
                  <a:lnTo>
                    <a:pt x="9638775" y="535049"/>
                  </a:lnTo>
                  <a:lnTo>
                    <a:pt x="9710243" y="541714"/>
                  </a:lnTo>
                  <a:lnTo>
                    <a:pt x="9787838" y="547771"/>
                  </a:lnTo>
                  <a:lnTo>
                    <a:pt x="9872118" y="553286"/>
                  </a:lnTo>
                  <a:lnTo>
                    <a:pt x="9963416" y="558312"/>
                  </a:lnTo>
                  <a:lnTo>
                    <a:pt x="10061717" y="562891"/>
                  </a:lnTo>
                  <a:lnTo>
                    <a:pt x="10166519" y="567052"/>
                  </a:lnTo>
                  <a:lnTo>
                    <a:pt x="10276690" y="570810"/>
                  </a:lnTo>
                  <a:lnTo>
                    <a:pt x="10390338" y="574170"/>
                  </a:lnTo>
                  <a:lnTo>
                    <a:pt x="10504761" y="577127"/>
                  </a:lnTo>
                  <a:lnTo>
                    <a:pt x="10616507" y="579674"/>
                  </a:lnTo>
                  <a:lnTo>
                    <a:pt x="10721621" y="581802"/>
                  </a:lnTo>
                  <a:lnTo>
                    <a:pt x="10816067" y="583513"/>
                  </a:lnTo>
                  <a:lnTo>
                    <a:pt x="10896291" y="584822"/>
                  </a:lnTo>
                  <a:lnTo>
                    <a:pt x="10959810" y="585759"/>
                  </a:lnTo>
                  <a:lnTo>
                    <a:pt x="11005685" y="586375"/>
                  </a:lnTo>
                  <a:lnTo>
                    <a:pt x="11034761" y="586730"/>
                  </a:lnTo>
                  <a:lnTo>
                    <a:pt x="11049646" y="586897"/>
                  </a:lnTo>
                  <a:lnTo>
                    <a:pt x="11054519" y="586947"/>
                  </a:lnTo>
                  <a:lnTo>
                    <a:pt x="11054891" y="586951"/>
                  </a:lnTo>
                  <a:lnTo>
                    <a:pt x="12049831" y="586951"/>
                  </a:lnTo>
                  <a:lnTo>
                    <a:pt x="12049831" y="581710"/>
                  </a:lnTo>
                  <a:lnTo>
                    <a:pt x="11054891" y="581710"/>
                  </a:lnTo>
                  <a:lnTo>
                    <a:pt x="11053757" y="581699"/>
                  </a:lnTo>
                  <a:lnTo>
                    <a:pt x="11046275" y="581620"/>
                  </a:lnTo>
                  <a:lnTo>
                    <a:pt x="11027313" y="581402"/>
                  </a:lnTo>
                  <a:lnTo>
                    <a:pt x="10993161" y="580972"/>
                  </a:lnTo>
                  <a:lnTo>
                    <a:pt x="10941749" y="580261"/>
                  </a:lnTo>
                  <a:lnTo>
                    <a:pt x="10872802" y="579212"/>
                  </a:lnTo>
                  <a:lnTo>
                    <a:pt x="10787782" y="577779"/>
                  </a:lnTo>
                  <a:lnTo>
                    <a:pt x="10689567" y="575938"/>
                  </a:lnTo>
                  <a:lnTo>
                    <a:pt x="10581929" y="573678"/>
                  </a:lnTo>
                  <a:lnTo>
                    <a:pt x="10468933" y="571001"/>
                  </a:lnTo>
                  <a:lnTo>
                    <a:pt x="10354414" y="567917"/>
                  </a:lnTo>
                  <a:lnTo>
                    <a:pt x="10241605" y="564432"/>
                  </a:lnTo>
                  <a:lnTo>
                    <a:pt x="10132954" y="560548"/>
                  </a:lnTo>
                  <a:lnTo>
                    <a:pt x="10030105" y="556258"/>
                  </a:lnTo>
                  <a:lnTo>
                    <a:pt x="9933976" y="551542"/>
                  </a:lnTo>
                  <a:lnTo>
                    <a:pt x="9844900" y="546368"/>
                  </a:lnTo>
                  <a:lnTo>
                    <a:pt x="9762768" y="540690"/>
                  </a:lnTo>
                  <a:lnTo>
                    <a:pt x="9687166" y="534449"/>
                  </a:lnTo>
                  <a:lnTo>
                    <a:pt x="9617483" y="527577"/>
                  </a:lnTo>
                  <a:lnTo>
                    <a:pt x="9552995" y="519998"/>
                  </a:lnTo>
                  <a:lnTo>
                    <a:pt x="9492930" y="511632"/>
                  </a:lnTo>
                  <a:lnTo>
                    <a:pt x="9436512" y="502405"/>
                  </a:lnTo>
                  <a:lnTo>
                    <a:pt x="9383006" y="492260"/>
                  </a:lnTo>
                  <a:lnTo>
                    <a:pt x="9347647" y="484758"/>
                  </a:lnTo>
                  <a:lnTo>
                    <a:pt x="9287690" y="470550"/>
                  </a:lnTo>
                  <a:lnTo>
                    <a:pt x="9229570" y="454953"/>
                  </a:lnTo>
                  <a:lnTo>
                    <a:pt x="9172622" y="437945"/>
                  </a:lnTo>
                  <a:lnTo>
                    <a:pt x="9116351" y="419547"/>
                  </a:lnTo>
                  <a:lnTo>
                    <a:pt x="9060403" y="399829"/>
                  </a:lnTo>
                  <a:lnTo>
                    <a:pt x="9004543" y="378911"/>
                  </a:lnTo>
                  <a:lnTo>
                    <a:pt x="8948633" y="356966"/>
                  </a:lnTo>
                  <a:lnTo>
                    <a:pt x="8892616" y="334215"/>
                  </a:lnTo>
                  <a:lnTo>
                    <a:pt x="8836496" y="310917"/>
                  </a:lnTo>
                  <a:lnTo>
                    <a:pt x="8780321" y="287363"/>
                  </a:lnTo>
                  <a:lnTo>
                    <a:pt x="8724155" y="263854"/>
                  </a:lnTo>
                  <a:lnTo>
                    <a:pt x="8668063" y="240689"/>
                  </a:lnTo>
                  <a:lnTo>
                    <a:pt x="8612079" y="218151"/>
                  </a:lnTo>
                  <a:lnTo>
                    <a:pt x="8556193" y="196489"/>
                  </a:lnTo>
                  <a:lnTo>
                    <a:pt x="8500325" y="175911"/>
                  </a:lnTo>
                  <a:lnTo>
                    <a:pt x="8444312" y="156573"/>
                  </a:lnTo>
                  <a:lnTo>
                    <a:pt x="8387883" y="138582"/>
                  </a:lnTo>
                  <a:lnTo>
                    <a:pt x="8330646" y="121992"/>
                  </a:lnTo>
                  <a:lnTo>
                    <a:pt x="8272060" y="106810"/>
                  </a:lnTo>
                  <a:lnTo>
                    <a:pt x="8229629" y="96951"/>
                  </a:lnTo>
                  <a:lnTo>
                    <a:pt x="8177736" y="86162"/>
                  </a:lnTo>
                  <a:lnTo>
                    <a:pt x="8123391" y="76309"/>
                  </a:lnTo>
                  <a:lnTo>
                    <a:pt x="8065909" y="67360"/>
                  </a:lnTo>
                  <a:lnTo>
                    <a:pt x="8004539" y="59250"/>
                  </a:lnTo>
                  <a:lnTo>
                    <a:pt x="7938501" y="51901"/>
                  </a:lnTo>
                  <a:lnTo>
                    <a:pt x="7867033" y="45236"/>
                  </a:lnTo>
                  <a:lnTo>
                    <a:pt x="7789439" y="39179"/>
                  </a:lnTo>
                  <a:lnTo>
                    <a:pt x="7705158" y="33664"/>
                  </a:lnTo>
                  <a:lnTo>
                    <a:pt x="7613860" y="28638"/>
                  </a:lnTo>
                  <a:lnTo>
                    <a:pt x="7515560" y="24059"/>
                  </a:lnTo>
                  <a:lnTo>
                    <a:pt x="7410758" y="19898"/>
                  </a:lnTo>
                  <a:lnTo>
                    <a:pt x="7300587" y="16140"/>
                  </a:lnTo>
                  <a:lnTo>
                    <a:pt x="7186938" y="12780"/>
                  </a:lnTo>
                  <a:lnTo>
                    <a:pt x="7072516" y="9823"/>
                  </a:lnTo>
                  <a:lnTo>
                    <a:pt x="6960770" y="7276"/>
                  </a:lnTo>
                  <a:lnTo>
                    <a:pt x="6855656" y="5148"/>
                  </a:lnTo>
                  <a:lnTo>
                    <a:pt x="6761210" y="3437"/>
                  </a:lnTo>
                  <a:lnTo>
                    <a:pt x="6680986" y="2128"/>
                  </a:lnTo>
                  <a:lnTo>
                    <a:pt x="6617467" y="1191"/>
                  </a:lnTo>
                  <a:lnTo>
                    <a:pt x="6571592" y="575"/>
                  </a:lnTo>
                  <a:lnTo>
                    <a:pt x="6542516" y="220"/>
                  </a:lnTo>
                  <a:lnTo>
                    <a:pt x="6527630" y="53"/>
                  </a:lnTo>
                  <a:lnTo>
                    <a:pt x="6522757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41" y="73"/>
                  </a:lnTo>
                  <a:lnTo>
                    <a:pt x="5519799" y="598"/>
                  </a:lnTo>
                  <a:lnTo>
                    <a:pt x="5502912" y="2047"/>
                  </a:lnTo>
                  <a:lnTo>
                    <a:pt x="5472364" y="4905"/>
                  </a:lnTo>
                  <a:lnTo>
                    <a:pt x="5426107" y="9636"/>
                  </a:lnTo>
                  <a:lnTo>
                    <a:pt x="5363608" y="16645"/>
                  </a:lnTo>
                  <a:lnTo>
                    <a:pt x="5285837" y="26249"/>
                  </a:lnTo>
                  <a:lnTo>
                    <a:pt x="5195054" y="38650"/>
                  </a:lnTo>
                  <a:lnTo>
                    <a:pt x="5094412" y="53945"/>
                  </a:lnTo>
                  <a:lnTo>
                    <a:pt x="4987478" y="72142"/>
                  </a:lnTo>
                  <a:lnTo>
                    <a:pt x="4877770" y="93194"/>
                  </a:lnTo>
                  <a:lnTo>
                    <a:pt x="4768404" y="117045"/>
                  </a:lnTo>
                  <a:lnTo>
                    <a:pt x="4661874" y="143659"/>
                  </a:lnTo>
                  <a:lnTo>
                    <a:pt x="4559987" y="173053"/>
                  </a:lnTo>
                  <a:lnTo>
                    <a:pt x="4463889" y="205312"/>
                  </a:lnTo>
                  <a:lnTo>
                    <a:pt x="4374162" y="240603"/>
                  </a:lnTo>
                  <a:lnTo>
                    <a:pt x="4290937" y="279176"/>
                  </a:lnTo>
                  <a:lnTo>
                    <a:pt x="4214013" y="321363"/>
                  </a:lnTo>
                  <a:lnTo>
                    <a:pt x="4142965" y="367573"/>
                  </a:lnTo>
                  <a:lnTo>
                    <a:pt x="4077219" y="418279"/>
                  </a:lnTo>
                  <a:lnTo>
                    <a:pt x="4016123" y="473996"/>
                  </a:lnTo>
                  <a:lnTo>
                    <a:pt x="3958989" y="535254"/>
                  </a:lnTo>
                  <a:lnTo>
                    <a:pt x="3905136" y="602539"/>
                  </a:lnTo>
                  <a:lnTo>
                    <a:pt x="3853918" y="676213"/>
                  </a:lnTo>
                  <a:lnTo>
                    <a:pt x="3820202" y="730195"/>
                  </a:lnTo>
                  <a:lnTo>
                    <a:pt x="3783060" y="794801"/>
                  </a:lnTo>
                  <a:lnTo>
                    <a:pt x="3746726" y="863316"/>
                  </a:lnTo>
                  <a:lnTo>
                    <a:pt x="3711019" y="935818"/>
                  </a:lnTo>
                  <a:lnTo>
                    <a:pt x="3675787" y="1012345"/>
                  </a:lnTo>
                  <a:lnTo>
                    <a:pt x="3640901" y="1092889"/>
                  </a:lnTo>
                  <a:lnTo>
                    <a:pt x="3606257" y="1177391"/>
                  </a:lnTo>
                  <a:lnTo>
                    <a:pt x="3571770" y="1265740"/>
                  </a:lnTo>
                  <a:lnTo>
                    <a:pt x="3537371" y="1357771"/>
                  </a:lnTo>
                  <a:lnTo>
                    <a:pt x="3503008" y="1453261"/>
                  </a:lnTo>
                  <a:lnTo>
                    <a:pt x="3468645" y="1551931"/>
                  </a:lnTo>
                  <a:lnTo>
                    <a:pt x="3434257" y="1653447"/>
                  </a:lnTo>
                  <a:lnTo>
                    <a:pt x="3399829" y="1757426"/>
                  </a:lnTo>
                  <a:lnTo>
                    <a:pt x="3365358" y="1863437"/>
                  </a:lnTo>
                  <a:lnTo>
                    <a:pt x="3330847" y="1971010"/>
                  </a:lnTo>
                  <a:lnTo>
                    <a:pt x="3296306" y="2079646"/>
                  </a:lnTo>
                  <a:lnTo>
                    <a:pt x="3261750" y="2188823"/>
                  </a:lnTo>
                  <a:lnTo>
                    <a:pt x="3227193" y="2298008"/>
                  </a:lnTo>
                  <a:lnTo>
                    <a:pt x="3192652" y="2406669"/>
                  </a:lnTo>
                  <a:lnTo>
                    <a:pt x="3158140" y="2514285"/>
                  </a:lnTo>
                  <a:lnTo>
                    <a:pt x="3123667" y="2620354"/>
                  </a:lnTo>
                  <a:lnTo>
                    <a:pt x="3089238" y="2724405"/>
                  </a:lnTo>
                  <a:lnTo>
                    <a:pt x="3054848" y="2826007"/>
                  </a:lnTo>
                  <a:lnTo>
                    <a:pt x="3020485" y="2924774"/>
                  </a:lnTo>
                  <a:lnTo>
                    <a:pt x="2986123" y="3020371"/>
                  </a:lnTo>
                  <a:lnTo>
                    <a:pt x="2951726" y="3112517"/>
                  </a:lnTo>
                  <a:lnTo>
                    <a:pt x="2917242" y="3200988"/>
                  </a:lnTo>
                  <a:lnTo>
                    <a:pt x="2882604" y="3285616"/>
                  </a:lnTo>
                  <a:lnTo>
                    <a:pt x="2847728" y="3366289"/>
                  </a:lnTo>
                  <a:lnTo>
                    <a:pt x="2812509" y="3442946"/>
                  </a:lnTo>
                  <a:lnTo>
                    <a:pt x="2776819" y="3515577"/>
                  </a:lnTo>
                  <a:lnTo>
                    <a:pt x="2740509" y="3584220"/>
                  </a:lnTo>
                  <a:lnTo>
                    <a:pt x="2703396" y="3648951"/>
                  </a:lnTo>
                  <a:lnTo>
                    <a:pt x="2702183" y="3650975"/>
                  </a:lnTo>
                  <a:lnTo>
                    <a:pt x="2652428" y="3729092"/>
                  </a:lnTo>
                  <a:lnTo>
                    <a:pt x="2600438" y="3800707"/>
                  </a:lnTo>
                  <a:lnTo>
                    <a:pt x="2545614" y="3866028"/>
                  </a:lnTo>
                  <a:lnTo>
                    <a:pt x="2487295" y="3925468"/>
                  </a:lnTo>
                  <a:lnTo>
                    <a:pt x="2424794" y="3979534"/>
                  </a:lnTo>
                  <a:lnTo>
                    <a:pt x="2357430" y="4028755"/>
                  </a:lnTo>
                  <a:lnTo>
                    <a:pt x="2284570" y="4073637"/>
                  </a:lnTo>
                  <a:lnTo>
                    <a:pt x="2205680" y="4114634"/>
                  </a:lnTo>
                  <a:lnTo>
                    <a:pt x="2120395" y="4152132"/>
                  </a:lnTo>
                  <a:lnTo>
                    <a:pt x="2028609" y="4186435"/>
                  </a:lnTo>
                  <a:lnTo>
                    <a:pt x="1930583" y="4217769"/>
                  </a:lnTo>
                  <a:lnTo>
                    <a:pt x="1827065" y="4246273"/>
                  </a:lnTo>
                  <a:lnTo>
                    <a:pt x="1719404" y="4272010"/>
                  </a:lnTo>
                  <a:lnTo>
                    <a:pt x="1609626" y="4294976"/>
                  </a:lnTo>
                  <a:lnTo>
                    <a:pt x="1500438" y="4315127"/>
                  </a:lnTo>
                  <a:lnTo>
                    <a:pt x="1395113" y="4332403"/>
                  </a:lnTo>
                  <a:lnTo>
                    <a:pt x="1297228" y="4346774"/>
                  </a:lnTo>
                  <a:lnTo>
                    <a:pt x="1210275" y="4358270"/>
                  </a:lnTo>
                  <a:lnTo>
                    <a:pt x="1137171" y="4367021"/>
                  </a:lnTo>
                  <a:lnTo>
                    <a:pt x="1079801" y="4373267"/>
                  </a:lnTo>
                  <a:lnTo>
                    <a:pt x="1038671" y="4377354"/>
                  </a:lnTo>
                  <a:lnTo>
                    <a:pt x="1012758" y="4379712"/>
                  </a:lnTo>
                  <a:lnTo>
                    <a:pt x="999560" y="4380815"/>
                  </a:lnTo>
                  <a:lnTo>
                    <a:pt x="995263" y="4381146"/>
                  </a:lnTo>
                  <a:lnTo>
                    <a:pt x="994940" y="4381170"/>
                  </a:lnTo>
                  <a:lnTo>
                    <a:pt x="0" y="4381170"/>
                  </a:lnTo>
                  <a:close/>
                </a:path>
              </a:pathLst>
            </a:custGeom>
            <a:solidFill>
              <a:srgbClr val="F1C40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22" name="pl2121"/>
            <p:cNvSpPr/>
            <p:nvPr/>
          </p:nvSpPr>
          <p:spPr>
            <a:xfrm>
              <a:off x="1199187" y="2017479"/>
              <a:ext cx="12049831" cy="4381170"/>
            </a:xfrm>
            <a:custGeom>
              <a:avLst/>
              <a:pathLst>
                <a:path w="12049831" h="4381170">
                  <a:moveTo>
                    <a:pt x="0" y="4381170"/>
                  </a:moveTo>
                  <a:lnTo>
                    <a:pt x="994940" y="4381170"/>
                  </a:lnTo>
                  <a:lnTo>
                    <a:pt x="995944" y="4381096"/>
                  </a:lnTo>
                  <a:lnTo>
                    <a:pt x="1002586" y="4380571"/>
                  </a:lnTo>
                  <a:lnTo>
                    <a:pt x="1019473" y="4379122"/>
                  </a:lnTo>
                  <a:lnTo>
                    <a:pt x="1050021" y="4376264"/>
                  </a:lnTo>
                  <a:lnTo>
                    <a:pt x="1096278" y="4371533"/>
                  </a:lnTo>
                  <a:lnTo>
                    <a:pt x="1158777" y="4364524"/>
                  </a:lnTo>
                  <a:lnTo>
                    <a:pt x="1236548" y="4354920"/>
                  </a:lnTo>
                  <a:lnTo>
                    <a:pt x="1327331" y="4342519"/>
                  </a:lnTo>
                  <a:lnTo>
                    <a:pt x="1427973" y="4327224"/>
                  </a:lnTo>
                  <a:lnTo>
                    <a:pt x="1534907" y="4309028"/>
                  </a:lnTo>
                  <a:lnTo>
                    <a:pt x="1644615" y="4287975"/>
                  </a:lnTo>
                  <a:lnTo>
                    <a:pt x="1753981" y="4264124"/>
                  </a:lnTo>
                  <a:lnTo>
                    <a:pt x="1860511" y="4237510"/>
                  </a:lnTo>
                  <a:lnTo>
                    <a:pt x="1962398" y="4208116"/>
                  </a:lnTo>
                  <a:lnTo>
                    <a:pt x="2058496" y="4175857"/>
                  </a:lnTo>
                  <a:lnTo>
                    <a:pt x="2148223" y="4140566"/>
                  </a:lnTo>
                  <a:lnTo>
                    <a:pt x="2231448" y="4101993"/>
                  </a:lnTo>
                  <a:lnTo>
                    <a:pt x="2308372" y="4059806"/>
                  </a:lnTo>
                  <a:lnTo>
                    <a:pt x="2379420" y="4013596"/>
                  </a:lnTo>
                  <a:lnTo>
                    <a:pt x="2445166" y="3962890"/>
                  </a:lnTo>
                  <a:lnTo>
                    <a:pt x="2506262" y="3907173"/>
                  </a:lnTo>
                  <a:lnTo>
                    <a:pt x="2563396" y="3845915"/>
                  </a:lnTo>
                  <a:lnTo>
                    <a:pt x="2617249" y="3778630"/>
                  </a:lnTo>
                  <a:lnTo>
                    <a:pt x="2668467" y="3704956"/>
                  </a:lnTo>
                  <a:lnTo>
                    <a:pt x="2702183" y="3650975"/>
                  </a:lnTo>
                  <a:lnTo>
                    <a:pt x="2739325" y="3586368"/>
                  </a:lnTo>
                  <a:lnTo>
                    <a:pt x="2775659" y="3517853"/>
                  </a:lnTo>
                  <a:lnTo>
                    <a:pt x="2811366" y="3445351"/>
                  </a:lnTo>
                  <a:lnTo>
                    <a:pt x="2846598" y="3368824"/>
                  </a:lnTo>
                  <a:lnTo>
                    <a:pt x="2881484" y="3288280"/>
                  </a:lnTo>
                  <a:lnTo>
                    <a:pt x="2916128" y="3203778"/>
                  </a:lnTo>
                  <a:lnTo>
                    <a:pt x="2950615" y="3115429"/>
                  </a:lnTo>
                  <a:lnTo>
                    <a:pt x="2985014" y="3023398"/>
                  </a:lnTo>
                  <a:lnTo>
                    <a:pt x="3019377" y="2927908"/>
                  </a:lnTo>
                  <a:lnTo>
                    <a:pt x="3053740" y="2829239"/>
                  </a:lnTo>
                  <a:lnTo>
                    <a:pt x="3088128" y="2727722"/>
                  </a:lnTo>
                  <a:lnTo>
                    <a:pt x="3122556" y="2623743"/>
                  </a:lnTo>
                  <a:lnTo>
                    <a:pt x="3157027" y="2517733"/>
                  </a:lnTo>
                  <a:lnTo>
                    <a:pt x="3191538" y="2410159"/>
                  </a:lnTo>
                  <a:lnTo>
                    <a:pt x="3226079" y="2301523"/>
                  </a:lnTo>
                  <a:lnTo>
                    <a:pt x="3260635" y="2192347"/>
                  </a:lnTo>
                  <a:lnTo>
                    <a:pt x="3295192" y="2083161"/>
                  </a:lnTo>
                  <a:lnTo>
                    <a:pt x="3329733" y="1974500"/>
                  </a:lnTo>
                  <a:lnTo>
                    <a:pt x="3364245" y="1866884"/>
                  </a:lnTo>
                  <a:lnTo>
                    <a:pt x="3398718" y="1760815"/>
                  </a:lnTo>
                  <a:lnTo>
                    <a:pt x="3433147" y="1656764"/>
                  </a:lnTo>
                  <a:lnTo>
                    <a:pt x="3467537" y="1555162"/>
                  </a:lnTo>
                  <a:lnTo>
                    <a:pt x="3501900" y="1456395"/>
                  </a:lnTo>
                  <a:lnTo>
                    <a:pt x="3536262" y="1360798"/>
                  </a:lnTo>
                  <a:lnTo>
                    <a:pt x="3570659" y="1268652"/>
                  </a:lnTo>
                  <a:lnTo>
                    <a:pt x="3605143" y="1180181"/>
                  </a:lnTo>
                  <a:lnTo>
                    <a:pt x="3639781" y="1095553"/>
                  </a:lnTo>
                  <a:lnTo>
                    <a:pt x="3674657" y="1014881"/>
                  </a:lnTo>
                  <a:lnTo>
                    <a:pt x="3709876" y="938224"/>
                  </a:lnTo>
                  <a:lnTo>
                    <a:pt x="3745566" y="865592"/>
                  </a:lnTo>
                  <a:lnTo>
                    <a:pt x="3781876" y="796949"/>
                  </a:lnTo>
                  <a:lnTo>
                    <a:pt x="3818989" y="732218"/>
                  </a:lnTo>
                  <a:lnTo>
                    <a:pt x="3820202" y="730195"/>
                  </a:lnTo>
                  <a:lnTo>
                    <a:pt x="3869957" y="652077"/>
                  </a:lnTo>
                  <a:lnTo>
                    <a:pt x="3921947" y="580462"/>
                  </a:lnTo>
                  <a:lnTo>
                    <a:pt x="3976771" y="515141"/>
                  </a:lnTo>
                  <a:lnTo>
                    <a:pt x="4035090" y="455701"/>
                  </a:lnTo>
                  <a:lnTo>
                    <a:pt x="4097591" y="401635"/>
                  </a:lnTo>
                  <a:lnTo>
                    <a:pt x="4164955" y="352414"/>
                  </a:lnTo>
                  <a:lnTo>
                    <a:pt x="4237815" y="307532"/>
                  </a:lnTo>
                  <a:lnTo>
                    <a:pt x="4316705" y="266535"/>
                  </a:lnTo>
                  <a:lnTo>
                    <a:pt x="4401990" y="229038"/>
                  </a:lnTo>
                  <a:lnTo>
                    <a:pt x="4493776" y="194734"/>
                  </a:lnTo>
                  <a:lnTo>
                    <a:pt x="4591802" y="163400"/>
                  </a:lnTo>
                  <a:lnTo>
                    <a:pt x="4695320" y="134896"/>
                  </a:lnTo>
                  <a:lnTo>
                    <a:pt x="4802981" y="109159"/>
                  </a:lnTo>
                  <a:lnTo>
                    <a:pt x="4912759" y="86193"/>
                  </a:lnTo>
                  <a:lnTo>
                    <a:pt x="5021947" y="66042"/>
                  </a:lnTo>
                  <a:lnTo>
                    <a:pt x="5127272" y="48766"/>
                  </a:lnTo>
                  <a:lnTo>
                    <a:pt x="5225157" y="34395"/>
                  </a:lnTo>
                  <a:lnTo>
                    <a:pt x="5312110" y="22899"/>
                  </a:lnTo>
                  <a:lnTo>
                    <a:pt x="5385214" y="14148"/>
                  </a:lnTo>
                  <a:lnTo>
                    <a:pt x="5442584" y="7902"/>
                  </a:lnTo>
                  <a:lnTo>
                    <a:pt x="5483714" y="3815"/>
                  </a:lnTo>
                  <a:lnTo>
                    <a:pt x="5509627" y="1457"/>
                  </a:lnTo>
                  <a:lnTo>
                    <a:pt x="5522825" y="354"/>
                  </a:lnTo>
                  <a:lnTo>
                    <a:pt x="5527122" y="2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9" y="11"/>
                  </a:lnTo>
                  <a:lnTo>
                    <a:pt x="6531001" y="90"/>
                  </a:lnTo>
                  <a:lnTo>
                    <a:pt x="6549963" y="308"/>
                  </a:lnTo>
                  <a:lnTo>
                    <a:pt x="6584115" y="738"/>
                  </a:lnTo>
                  <a:lnTo>
                    <a:pt x="6635528" y="1448"/>
                  </a:lnTo>
                  <a:lnTo>
                    <a:pt x="6704475" y="2498"/>
                  </a:lnTo>
                  <a:lnTo>
                    <a:pt x="6789495" y="3930"/>
                  </a:lnTo>
                  <a:lnTo>
                    <a:pt x="6887709" y="5771"/>
                  </a:lnTo>
                  <a:lnTo>
                    <a:pt x="6995348" y="8032"/>
                  </a:lnTo>
                  <a:lnTo>
                    <a:pt x="7108344" y="10708"/>
                  </a:lnTo>
                  <a:lnTo>
                    <a:pt x="7222862" y="13793"/>
                  </a:lnTo>
                  <a:lnTo>
                    <a:pt x="7335671" y="17278"/>
                  </a:lnTo>
                  <a:lnTo>
                    <a:pt x="7444322" y="21161"/>
                  </a:lnTo>
                  <a:lnTo>
                    <a:pt x="7547172" y="25451"/>
                  </a:lnTo>
                  <a:lnTo>
                    <a:pt x="7643301" y="30167"/>
                  </a:lnTo>
                  <a:lnTo>
                    <a:pt x="7732377" y="35341"/>
                  </a:lnTo>
                  <a:lnTo>
                    <a:pt x="7814509" y="41020"/>
                  </a:lnTo>
                  <a:lnTo>
                    <a:pt x="7890111" y="47261"/>
                  </a:lnTo>
                  <a:lnTo>
                    <a:pt x="7959794" y="54132"/>
                  </a:lnTo>
                  <a:lnTo>
                    <a:pt x="8024281" y="61711"/>
                  </a:lnTo>
                  <a:lnTo>
                    <a:pt x="8084347" y="70077"/>
                  </a:lnTo>
                  <a:lnTo>
                    <a:pt x="8140765" y="79304"/>
                  </a:lnTo>
                  <a:lnTo>
                    <a:pt x="8194270" y="89450"/>
                  </a:lnTo>
                  <a:lnTo>
                    <a:pt x="8229629" y="96951"/>
                  </a:lnTo>
                  <a:lnTo>
                    <a:pt x="8289587" y="111160"/>
                  </a:lnTo>
                  <a:lnTo>
                    <a:pt x="8347707" y="126757"/>
                  </a:lnTo>
                  <a:lnTo>
                    <a:pt x="8404655" y="143765"/>
                  </a:lnTo>
                  <a:lnTo>
                    <a:pt x="8460926" y="162162"/>
                  </a:lnTo>
                  <a:lnTo>
                    <a:pt x="8516873" y="181881"/>
                  </a:lnTo>
                  <a:lnTo>
                    <a:pt x="8572733" y="202799"/>
                  </a:lnTo>
                  <a:lnTo>
                    <a:pt x="8628644" y="224744"/>
                  </a:lnTo>
                  <a:lnTo>
                    <a:pt x="8684661" y="247495"/>
                  </a:lnTo>
                  <a:lnTo>
                    <a:pt x="8740781" y="270792"/>
                  </a:lnTo>
                  <a:lnTo>
                    <a:pt x="8796956" y="294346"/>
                  </a:lnTo>
                  <a:lnTo>
                    <a:pt x="8853121" y="317856"/>
                  </a:lnTo>
                  <a:lnTo>
                    <a:pt x="8909214" y="341020"/>
                  </a:lnTo>
                  <a:lnTo>
                    <a:pt x="8965198" y="363558"/>
                  </a:lnTo>
                  <a:lnTo>
                    <a:pt x="9021084" y="385220"/>
                  </a:lnTo>
                  <a:lnTo>
                    <a:pt x="9076951" y="405799"/>
                  </a:lnTo>
                  <a:lnTo>
                    <a:pt x="9132965" y="425136"/>
                  </a:lnTo>
                  <a:lnTo>
                    <a:pt x="9189394" y="443127"/>
                  </a:lnTo>
                  <a:lnTo>
                    <a:pt x="9246630" y="459718"/>
                  </a:lnTo>
                  <a:lnTo>
                    <a:pt x="9305216" y="474899"/>
                  </a:lnTo>
                  <a:lnTo>
                    <a:pt x="9347647" y="484758"/>
                  </a:lnTo>
                  <a:lnTo>
                    <a:pt x="9399540" y="495547"/>
                  </a:lnTo>
                  <a:lnTo>
                    <a:pt x="9453885" y="505400"/>
                  </a:lnTo>
                  <a:lnTo>
                    <a:pt x="9511367" y="514349"/>
                  </a:lnTo>
                  <a:lnTo>
                    <a:pt x="9572738" y="522460"/>
                  </a:lnTo>
                  <a:lnTo>
                    <a:pt x="9638775" y="529808"/>
                  </a:lnTo>
                  <a:lnTo>
                    <a:pt x="9710243" y="536473"/>
                  </a:lnTo>
                  <a:lnTo>
                    <a:pt x="9787838" y="542531"/>
                  </a:lnTo>
                  <a:lnTo>
                    <a:pt x="9872118" y="548045"/>
                  </a:lnTo>
                  <a:lnTo>
                    <a:pt x="9963416" y="553071"/>
                  </a:lnTo>
                  <a:lnTo>
                    <a:pt x="10061717" y="557650"/>
                  </a:lnTo>
                  <a:lnTo>
                    <a:pt x="10166519" y="561811"/>
                  </a:lnTo>
                  <a:lnTo>
                    <a:pt x="10276690" y="565569"/>
                  </a:lnTo>
                  <a:lnTo>
                    <a:pt x="10390338" y="568929"/>
                  </a:lnTo>
                  <a:lnTo>
                    <a:pt x="10504761" y="571887"/>
                  </a:lnTo>
                  <a:lnTo>
                    <a:pt x="10616507" y="574433"/>
                  </a:lnTo>
                  <a:lnTo>
                    <a:pt x="10721621" y="576561"/>
                  </a:lnTo>
                  <a:lnTo>
                    <a:pt x="10816067" y="578272"/>
                  </a:lnTo>
                  <a:lnTo>
                    <a:pt x="10896291" y="579581"/>
                  </a:lnTo>
                  <a:lnTo>
                    <a:pt x="10959810" y="580519"/>
                  </a:lnTo>
                  <a:lnTo>
                    <a:pt x="11005685" y="581134"/>
                  </a:lnTo>
                  <a:lnTo>
                    <a:pt x="11034761" y="581490"/>
                  </a:lnTo>
                  <a:lnTo>
                    <a:pt x="11049646" y="581656"/>
                  </a:lnTo>
                  <a:lnTo>
                    <a:pt x="11054519" y="581706"/>
                  </a:lnTo>
                  <a:lnTo>
                    <a:pt x="11054891" y="581710"/>
                  </a:lnTo>
                  <a:lnTo>
                    <a:pt x="12049831" y="581710"/>
                  </a:lnTo>
                  <a:lnTo>
                    <a:pt x="12049831" y="5817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3" name="pl2122"/>
            <p:cNvSpPr/>
            <p:nvPr/>
          </p:nvSpPr>
          <p:spPr>
            <a:xfrm>
              <a:off x="1199187" y="2012238"/>
              <a:ext cx="12049831" cy="4381170"/>
            </a:xfrm>
            <a:custGeom>
              <a:avLst/>
              <a:pathLst>
                <a:path w="12049831" h="4381170">
                  <a:moveTo>
                    <a:pt x="12049831" y="581710"/>
                  </a:moveTo>
                  <a:lnTo>
                    <a:pt x="11054891" y="581710"/>
                  </a:lnTo>
                  <a:lnTo>
                    <a:pt x="11053757" y="581699"/>
                  </a:lnTo>
                  <a:lnTo>
                    <a:pt x="11046275" y="581620"/>
                  </a:lnTo>
                  <a:lnTo>
                    <a:pt x="11027313" y="581402"/>
                  </a:lnTo>
                  <a:lnTo>
                    <a:pt x="10993161" y="580972"/>
                  </a:lnTo>
                  <a:lnTo>
                    <a:pt x="10941749" y="580261"/>
                  </a:lnTo>
                  <a:lnTo>
                    <a:pt x="10872802" y="579212"/>
                  </a:lnTo>
                  <a:lnTo>
                    <a:pt x="10787782" y="577779"/>
                  </a:lnTo>
                  <a:lnTo>
                    <a:pt x="10689567" y="575938"/>
                  </a:lnTo>
                  <a:lnTo>
                    <a:pt x="10581929" y="573678"/>
                  </a:lnTo>
                  <a:lnTo>
                    <a:pt x="10468933" y="571001"/>
                  </a:lnTo>
                  <a:lnTo>
                    <a:pt x="10354414" y="567917"/>
                  </a:lnTo>
                  <a:lnTo>
                    <a:pt x="10241605" y="564432"/>
                  </a:lnTo>
                  <a:lnTo>
                    <a:pt x="10132954" y="560548"/>
                  </a:lnTo>
                  <a:lnTo>
                    <a:pt x="10030105" y="556258"/>
                  </a:lnTo>
                  <a:lnTo>
                    <a:pt x="9933976" y="551542"/>
                  </a:lnTo>
                  <a:lnTo>
                    <a:pt x="9844900" y="546368"/>
                  </a:lnTo>
                  <a:lnTo>
                    <a:pt x="9762768" y="540690"/>
                  </a:lnTo>
                  <a:lnTo>
                    <a:pt x="9687166" y="534449"/>
                  </a:lnTo>
                  <a:lnTo>
                    <a:pt x="9617483" y="527577"/>
                  </a:lnTo>
                  <a:lnTo>
                    <a:pt x="9552995" y="519998"/>
                  </a:lnTo>
                  <a:lnTo>
                    <a:pt x="9492930" y="511632"/>
                  </a:lnTo>
                  <a:lnTo>
                    <a:pt x="9436512" y="502405"/>
                  </a:lnTo>
                  <a:lnTo>
                    <a:pt x="9383006" y="492260"/>
                  </a:lnTo>
                  <a:lnTo>
                    <a:pt x="9347647" y="484758"/>
                  </a:lnTo>
                  <a:lnTo>
                    <a:pt x="9287690" y="470550"/>
                  </a:lnTo>
                  <a:lnTo>
                    <a:pt x="9229570" y="454953"/>
                  </a:lnTo>
                  <a:lnTo>
                    <a:pt x="9172622" y="437945"/>
                  </a:lnTo>
                  <a:lnTo>
                    <a:pt x="9116351" y="419547"/>
                  </a:lnTo>
                  <a:lnTo>
                    <a:pt x="9060403" y="399829"/>
                  </a:lnTo>
                  <a:lnTo>
                    <a:pt x="9004543" y="378911"/>
                  </a:lnTo>
                  <a:lnTo>
                    <a:pt x="8948633" y="356966"/>
                  </a:lnTo>
                  <a:lnTo>
                    <a:pt x="8892616" y="334215"/>
                  </a:lnTo>
                  <a:lnTo>
                    <a:pt x="8836496" y="310917"/>
                  </a:lnTo>
                  <a:lnTo>
                    <a:pt x="8780321" y="287363"/>
                  </a:lnTo>
                  <a:lnTo>
                    <a:pt x="8724155" y="263854"/>
                  </a:lnTo>
                  <a:lnTo>
                    <a:pt x="8668063" y="240689"/>
                  </a:lnTo>
                  <a:lnTo>
                    <a:pt x="8612079" y="218151"/>
                  </a:lnTo>
                  <a:lnTo>
                    <a:pt x="8556193" y="196489"/>
                  </a:lnTo>
                  <a:lnTo>
                    <a:pt x="8500325" y="175911"/>
                  </a:lnTo>
                  <a:lnTo>
                    <a:pt x="8444312" y="156573"/>
                  </a:lnTo>
                  <a:lnTo>
                    <a:pt x="8387883" y="138582"/>
                  </a:lnTo>
                  <a:lnTo>
                    <a:pt x="8330646" y="121992"/>
                  </a:lnTo>
                  <a:lnTo>
                    <a:pt x="8272060" y="106810"/>
                  </a:lnTo>
                  <a:lnTo>
                    <a:pt x="8229629" y="96951"/>
                  </a:lnTo>
                  <a:lnTo>
                    <a:pt x="8177736" y="86162"/>
                  </a:lnTo>
                  <a:lnTo>
                    <a:pt x="8123391" y="76309"/>
                  </a:lnTo>
                  <a:lnTo>
                    <a:pt x="8065909" y="67360"/>
                  </a:lnTo>
                  <a:lnTo>
                    <a:pt x="8004539" y="59250"/>
                  </a:lnTo>
                  <a:lnTo>
                    <a:pt x="7938501" y="51901"/>
                  </a:lnTo>
                  <a:lnTo>
                    <a:pt x="7867033" y="45236"/>
                  </a:lnTo>
                  <a:lnTo>
                    <a:pt x="7789439" y="39179"/>
                  </a:lnTo>
                  <a:lnTo>
                    <a:pt x="7705158" y="33664"/>
                  </a:lnTo>
                  <a:lnTo>
                    <a:pt x="7613860" y="28638"/>
                  </a:lnTo>
                  <a:lnTo>
                    <a:pt x="7515560" y="24059"/>
                  </a:lnTo>
                  <a:lnTo>
                    <a:pt x="7410758" y="19898"/>
                  </a:lnTo>
                  <a:lnTo>
                    <a:pt x="7300587" y="16140"/>
                  </a:lnTo>
                  <a:lnTo>
                    <a:pt x="7186938" y="12780"/>
                  </a:lnTo>
                  <a:lnTo>
                    <a:pt x="7072516" y="9823"/>
                  </a:lnTo>
                  <a:lnTo>
                    <a:pt x="6960770" y="7276"/>
                  </a:lnTo>
                  <a:lnTo>
                    <a:pt x="6855656" y="5148"/>
                  </a:lnTo>
                  <a:lnTo>
                    <a:pt x="6761210" y="3437"/>
                  </a:lnTo>
                  <a:lnTo>
                    <a:pt x="6680986" y="2128"/>
                  </a:lnTo>
                  <a:lnTo>
                    <a:pt x="6617467" y="1191"/>
                  </a:lnTo>
                  <a:lnTo>
                    <a:pt x="6571592" y="575"/>
                  </a:lnTo>
                  <a:lnTo>
                    <a:pt x="6542516" y="220"/>
                  </a:lnTo>
                  <a:lnTo>
                    <a:pt x="6527630" y="53"/>
                  </a:lnTo>
                  <a:lnTo>
                    <a:pt x="6522757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41" y="73"/>
                  </a:lnTo>
                  <a:lnTo>
                    <a:pt x="5519799" y="598"/>
                  </a:lnTo>
                  <a:lnTo>
                    <a:pt x="5502912" y="2047"/>
                  </a:lnTo>
                  <a:lnTo>
                    <a:pt x="5472364" y="4905"/>
                  </a:lnTo>
                  <a:lnTo>
                    <a:pt x="5426107" y="9636"/>
                  </a:lnTo>
                  <a:lnTo>
                    <a:pt x="5363608" y="16645"/>
                  </a:lnTo>
                  <a:lnTo>
                    <a:pt x="5285837" y="26249"/>
                  </a:lnTo>
                  <a:lnTo>
                    <a:pt x="5195054" y="38650"/>
                  </a:lnTo>
                  <a:lnTo>
                    <a:pt x="5094412" y="53945"/>
                  </a:lnTo>
                  <a:lnTo>
                    <a:pt x="4987478" y="72142"/>
                  </a:lnTo>
                  <a:lnTo>
                    <a:pt x="4877770" y="93194"/>
                  </a:lnTo>
                  <a:lnTo>
                    <a:pt x="4768404" y="117045"/>
                  </a:lnTo>
                  <a:lnTo>
                    <a:pt x="4661874" y="143659"/>
                  </a:lnTo>
                  <a:lnTo>
                    <a:pt x="4559987" y="173053"/>
                  </a:lnTo>
                  <a:lnTo>
                    <a:pt x="4463889" y="205312"/>
                  </a:lnTo>
                  <a:lnTo>
                    <a:pt x="4374162" y="240603"/>
                  </a:lnTo>
                  <a:lnTo>
                    <a:pt x="4290937" y="279176"/>
                  </a:lnTo>
                  <a:lnTo>
                    <a:pt x="4214013" y="321363"/>
                  </a:lnTo>
                  <a:lnTo>
                    <a:pt x="4142965" y="367573"/>
                  </a:lnTo>
                  <a:lnTo>
                    <a:pt x="4077219" y="418279"/>
                  </a:lnTo>
                  <a:lnTo>
                    <a:pt x="4016123" y="473996"/>
                  </a:lnTo>
                  <a:lnTo>
                    <a:pt x="3958989" y="535254"/>
                  </a:lnTo>
                  <a:lnTo>
                    <a:pt x="3905136" y="602539"/>
                  </a:lnTo>
                  <a:lnTo>
                    <a:pt x="3853918" y="676213"/>
                  </a:lnTo>
                  <a:lnTo>
                    <a:pt x="3820202" y="730195"/>
                  </a:lnTo>
                  <a:lnTo>
                    <a:pt x="3783060" y="794801"/>
                  </a:lnTo>
                  <a:lnTo>
                    <a:pt x="3746726" y="863316"/>
                  </a:lnTo>
                  <a:lnTo>
                    <a:pt x="3711019" y="935818"/>
                  </a:lnTo>
                  <a:lnTo>
                    <a:pt x="3675787" y="1012345"/>
                  </a:lnTo>
                  <a:lnTo>
                    <a:pt x="3640901" y="1092889"/>
                  </a:lnTo>
                  <a:lnTo>
                    <a:pt x="3606257" y="1177391"/>
                  </a:lnTo>
                  <a:lnTo>
                    <a:pt x="3571770" y="1265740"/>
                  </a:lnTo>
                  <a:lnTo>
                    <a:pt x="3537371" y="1357771"/>
                  </a:lnTo>
                  <a:lnTo>
                    <a:pt x="3503008" y="1453261"/>
                  </a:lnTo>
                  <a:lnTo>
                    <a:pt x="3468645" y="1551931"/>
                  </a:lnTo>
                  <a:lnTo>
                    <a:pt x="3434257" y="1653447"/>
                  </a:lnTo>
                  <a:lnTo>
                    <a:pt x="3399829" y="1757426"/>
                  </a:lnTo>
                  <a:lnTo>
                    <a:pt x="3365358" y="1863437"/>
                  </a:lnTo>
                  <a:lnTo>
                    <a:pt x="3330847" y="1971010"/>
                  </a:lnTo>
                  <a:lnTo>
                    <a:pt x="3296306" y="2079646"/>
                  </a:lnTo>
                  <a:lnTo>
                    <a:pt x="3261750" y="2188823"/>
                  </a:lnTo>
                  <a:lnTo>
                    <a:pt x="3227193" y="2298008"/>
                  </a:lnTo>
                  <a:lnTo>
                    <a:pt x="3192652" y="2406669"/>
                  </a:lnTo>
                  <a:lnTo>
                    <a:pt x="3158140" y="2514285"/>
                  </a:lnTo>
                  <a:lnTo>
                    <a:pt x="3123667" y="2620354"/>
                  </a:lnTo>
                  <a:lnTo>
                    <a:pt x="3089238" y="2724405"/>
                  </a:lnTo>
                  <a:lnTo>
                    <a:pt x="3054848" y="2826007"/>
                  </a:lnTo>
                  <a:lnTo>
                    <a:pt x="3020485" y="2924774"/>
                  </a:lnTo>
                  <a:lnTo>
                    <a:pt x="2986123" y="3020371"/>
                  </a:lnTo>
                  <a:lnTo>
                    <a:pt x="2951726" y="3112517"/>
                  </a:lnTo>
                  <a:lnTo>
                    <a:pt x="2917242" y="3200988"/>
                  </a:lnTo>
                  <a:lnTo>
                    <a:pt x="2882604" y="3285616"/>
                  </a:lnTo>
                  <a:lnTo>
                    <a:pt x="2847728" y="3366289"/>
                  </a:lnTo>
                  <a:lnTo>
                    <a:pt x="2812509" y="3442946"/>
                  </a:lnTo>
                  <a:lnTo>
                    <a:pt x="2776819" y="3515577"/>
                  </a:lnTo>
                  <a:lnTo>
                    <a:pt x="2740509" y="3584220"/>
                  </a:lnTo>
                  <a:lnTo>
                    <a:pt x="2703396" y="3648951"/>
                  </a:lnTo>
                  <a:lnTo>
                    <a:pt x="2702183" y="3650975"/>
                  </a:lnTo>
                  <a:lnTo>
                    <a:pt x="2652428" y="3729092"/>
                  </a:lnTo>
                  <a:lnTo>
                    <a:pt x="2600438" y="3800707"/>
                  </a:lnTo>
                  <a:lnTo>
                    <a:pt x="2545614" y="3866028"/>
                  </a:lnTo>
                  <a:lnTo>
                    <a:pt x="2487295" y="3925468"/>
                  </a:lnTo>
                  <a:lnTo>
                    <a:pt x="2424794" y="3979534"/>
                  </a:lnTo>
                  <a:lnTo>
                    <a:pt x="2357430" y="4028755"/>
                  </a:lnTo>
                  <a:lnTo>
                    <a:pt x="2284570" y="4073637"/>
                  </a:lnTo>
                  <a:lnTo>
                    <a:pt x="2205680" y="4114634"/>
                  </a:lnTo>
                  <a:lnTo>
                    <a:pt x="2120395" y="4152132"/>
                  </a:lnTo>
                  <a:lnTo>
                    <a:pt x="2028609" y="4186435"/>
                  </a:lnTo>
                  <a:lnTo>
                    <a:pt x="1930583" y="4217769"/>
                  </a:lnTo>
                  <a:lnTo>
                    <a:pt x="1827065" y="4246273"/>
                  </a:lnTo>
                  <a:lnTo>
                    <a:pt x="1719404" y="4272010"/>
                  </a:lnTo>
                  <a:lnTo>
                    <a:pt x="1609626" y="4294976"/>
                  </a:lnTo>
                  <a:lnTo>
                    <a:pt x="1500438" y="4315127"/>
                  </a:lnTo>
                  <a:lnTo>
                    <a:pt x="1395113" y="4332403"/>
                  </a:lnTo>
                  <a:lnTo>
                    <a:pt x="1297228" y="4346774"/>
                  </a:lnTo>
                  <a:lnTo>
                    <a:pt x="1210275" y="4358270"/>
                  </a:lnTo>
                  <a:lnTo>
                    <a:pt x="1137171" y="4367021"/>
                  </a:lnTo>
                  <a:lnTo>
                    <a:pt x="1079801" y="4373267"/>
                  </a:lnTo>
                  <a:lnTo>
                    <a:pt x="1038671" y="4377354"/>
                  </a:lnTo>
                  <a:lnTo>
                    <a:pt x="1012758" y="4379712"/>
                  </a:lnTo>
                  <a:lnTo>
                    <a:pt x="999560" y="4380815"/>
                  </a:lnTo>
                  <a:lnTo>
                    <a:pt x="995263" y="4381146"/>
                  </a:lnTo>
                  <a:lnTo>
                    <a:pt x="994940" y="4381170"/>
                  </a:lnTo>
                  <a:lnTo>
                    <a:pt x="0" y="4381170"/>
                  </a:lnTo>
                  <a:lnTo>
                    <a:pt x="0" y="43811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4" name="pg2123"/>
            <p:cNvSpPr/>
            <p:nvPr/>
          </p:nvSpPr>
          <p:spPr>
            <a:xfrm>
              <a:off x="1199187" y="2200901"/>
              <a:ext cx="12049831" cy="4202988"/>
            </a:xfrm>
            <a:custGeom>
              <a:avLst/>
              <a:pathLst>
                <a:path w="12049831" h="4202988">
                  <a:moveTo>
                    <a:pt x="0" y="4202988"/>
                  </a:moveTo>
                  <a:lnTo>
                    <a:pt x="994940" y="4202988"/>
                  </a:lnTo>
                  <a:lnTo>
                    <a:pt x="995953" y="4202917"/>
                  </a:lnTo>
                  <a:lnTo>
                    <a:pt x="1002657" y="4202409"/>
                  </a:lnTo>
                  <a:lnTo>
                    <a:pt x="1019696" y="4201007"/>
                  </a:lnTo>
                  <a:lnTo>
                    <a:pt x="1050510" y="4198242"/>
                  </a:lnTo>
                  <a:lnTo>
                    <a:pt x="1097149" y="4193666"/>
                  </a:lnTo>
                  <a:lnTo>
                    <a:pt x="1160130" y="4186887"/>
                  </a:lnTo>
                  <a:lnTo>
                    <a:pt x="1238446" y="4177602"/>
                  </a:lnTo>
                  <a:lnTo>
                    <a:pt x="1329795" y="4165615"/>
                  </a:lnTo>
                  <a:lnTo>
                    <a:pt x="1430978" y="4150838"/>
                  </a:lnTo>
                  <a:lnTo>
                    <a:pt x="1538387" y="4133264"/>
                  </a:lnTo>
                  <a:lnTo>
                    <a:pt x="1648480" y="4112937"/>
                  </a:lnTo>
                  <a:lnTo>
                    <a:pt x="1758131" y="4089914"/>
                  </a:lnTo>
                  <a:lnTo>
                    <a:pt x="1864845" y="4064227"/>
                  </a:lnTo>
                  <a:lnTo>
                    <a:pt x="1966826" y="4035857"/>
                  </a:lnTo>
                  <a:lnTo>
                    <a:pt x="2062943" y="4004719"/>
                  </a:lnTo>
                  <a:lnTo>
                    <a:pt x="2152634" y="3970647"/>
                  </a:lnTo>
                  <a:lnTo>
                    <a:pt x="2235785" y="3933397"/>
                  </a:lnTo>
                  <a:lnTo>
                    <a:pt x="2312612" y="3892641"/>
                  </a:lnTo>
                  <a:lnTo>
                    <a:pt x="2383556" y="3847982"/>
                  </a:lnTo>
                  <a:lnTo>
                    <a:pt x="2449201" y="3798959"/>
                  </a:lnTo>
                  <a:lnTo>
                    <a:pt x="2510212" y="3745070"/>
                  </a:lnTo>
                  <a:lnTo>
                    <a:pt x="2567280" y="3685805"/>
                  </a:lnTo>
                  <a:lnTo>
                    <a:pt x="2621095" y="3620699"/>
                  </a:lnTo>
                  <a:lnTo>
                    <a:pt x="2672302" y="3549415"/>
                  </a:lnTo>
                  <a:lnTo>
                    <a:pt x="2702183" y="3503363"/>
                  </a:lnTo>
                  <a:lnTo>
                    <a:pt x="2740012" y="3440268"/>
                  </a:lnTo>
                  <a:lnTo>
                    <a:pt x="2777006" y="3373283"/>
                  </a:lnTo>
                  <a:lnTo>
                    <a:pt x="2813356" y="3302333"/>
                  </a:lnTo>
                  <a:lnTo>
                    <a:pt x="2849221" y="3227379"/>
                  </a:lnTo>
                  <a:lnTo>
                    <a:pt x="2884735" y="3148435"/>
                  </a:lnTo>
                  <a:lnTo>
                    <a:pt x="2920008" y="3065563"/>
                  </a:lnTo>
                  <a:lnTo>
                    <a:pt x="2955127" y="2978881"/>
                  </a:lnTo>
                  <a:lnTo>
                    <a:pt x="2990162" y="2888564"/>
                  </a:lnTo>
                  <a:lnTo>
                    <a:pt x="3025165" y="2794847"/>
                  </a:lnTo>
                  <a:lnTo>
                    <a:pt x="3060175" y="2698019"/>
                  </a:lnTo>
                  <a:lnTo>
                    <a:pt x="3095214" y="2598429"/>
                  </a:lnTo>
                  <a:lnTo>
                    <a:pt x="3130296" y="2496475"/>
                  </a:lnTo>
                  <a:lnTo>
                    <a:pt x="3165423" y="2392603"/>
                  </a:lnTo>
                  <a:lnTo>
                    <a:pt x="3200588" y="2287295"/>
                  </a:lnTo>
                  <a:lnTo>
                    <a:pt x="3235781" y="2181065"/>
                  </a:lnTo>
                  <a:lnTo>
                    <a:pt x="3270986" y="2074446"/>
                  </a:lnTo>
                  <a:lnTo>
                    <a:pt x="3306187" y="1967977"/>
                  </a:lnTo>
                  <a:lnTo>
                    <a:pt x="3341366" y="1862195"/>
                  </a:lnTo>
                  <a:lnTo>
                    <a:pt x="3376511" y="1757625"/>
                  </a:lnTo>
                  <a:lnTo>
                    <a:pt x="3411613" y="1654762"/>
                  </a:lnTo>
                  <a:lnTo>
                    <a:pt x="3446670" y="1554072"/>
                  </a:lnTo>
                  <a:lnTo>
                    <a:pt x="3481691" y="1455972"/>
                  </a:lnTo>
                  <a:lnTo>
                    <a:pt x="3516694" y="1360836"/>
                  </a:lnTo>
                  <a:lnTo>
                    <a:pt x="3551709" y="1268978"/>
                  </a:lnTo>
                  <a:lnTo>
                    <a:pt x="3586783" y="1180658"/>
                  </a:lnTo>
                  <a:lnTo>
                    <a:pt x="3621978" y="1096078"/>
                  </a:lnTo>
                  <a:lnTo>
                    <a:pt x="3657373" y="1015381"/>
                  </a:lnTo>
                  <a:lnTo>
                    <a:pt x="3693067" y="938652"/>
                  </a:lnTo>
                  <a:lnTo>
                    <a:pt x="3729184" y="865928"/>
                  </a:lnTo>
                  <a:lnTo>
                    <a:pt x="3765870" y="797191"/>
                  </a:lnTo>
                  <a:lnTo>
                    <a:pt x="3803303" y="732383"/>
                  </a:lnTo>
                  <a:lnTo>
                    <a:pt x="3820202" y="704865"/>
                  </a:lnTo>
                  <a:lnTo>
                    <a:pt x="3870119" y="629789"/>
                  </a:lnTo>
                  <a:lnTo>
                    <a:pt x="3922287" y="560982"/>
                  </a:lnTo>
                  <a:lnTo>
                    <a:pt x="3977312" y="498243"/>
                  </a:lnTo>
                  <a:lnTo>
                    <a:pt x="4035860" y="441170"/>
                  </a:lnTo>
                  <a:lnTo>
                    <a:pt x="4098627" y="389273"/>
                  </a:lnTo>
                  <a:lnTo>
                    <a:pt x="4166298" y="342039"/>
                  </a:lnTo>
                  <a:lnTo>
                    <a:pt x="4239511" y="298980"/>
                  </a:lnTo>
                  <a:lnTo>
                    <a:pt x="4318804" y="259658"/>
                  </a:lnTo>
                  <a:lnTo>
                    <a:pt x="4404539" y="223703"/>
                  </a:lnTo>
                  <a:lnTo>
                    <a:pt x="4496814" y="190820"/>
                  </a:lnTo>
                  <a:lnTo>
                    <a:pt x="4595353" y="160795"/>
                  </a:lnTo>
                  <a:lnTo>
                    <a:pt x="4699382" y="133495"/>
                  </a:lnTo>
                  <a:lnTo>
                    <a:pt x="4807515" y="108863"/>
                  </a:lnTo>
                  <a:lnTo>
                    <a:pt x="4917678" y="86903"/>
                  </a:lnTo>
                  <a:lnTo>
                    <a:pt x="5027110" y="67662"/>
                  </a:lnTo>
                  <a:lnTo>
                    <a:pt x="5132487" y="51193"/>
                  </a:lnTo>
                  <a:lnTo>
                    <a:pt x="5230189" y="37528"/>
                  </a:lnTo>
                  <a:lnTo>
                    <a:pt x="5316713" y="26629"/>
                  </a:lnTo>
                  <a:lnTo>
                    <a:pt x="5389158" y="18367"/>
                  </a:lnTo>
                  <a:lnTo>
                    <a:pt x="5445695" y="12504"/>
                  </a:lnTo>
                  <a:lnTo>
                    <a:pt x="5485908" y="8697"/>
                  </a:lnTo>
                  <a:lnTo>
                    <a:pt x="5510932" y="6528"/>
                  </a:lnTo>
                  <a:lnTo>
                    <a:pt x="5523390" y="5537"/>
                  </a:lnTo>
                  <a:lnTo>
                    <a:pt x="5527218" y="5256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27" y="5304"/>
                  </a:lnTo>
                  <a:lnTo>
                    <a:pt x="6530313" y="5755"/>
                  </a:lnTo>
                  <a:lnTo>
                    <a:pt x="6547804" y="7001"/>
                  </a:lnTo>
                  <a:lnTo>
                    <a:pt x="6579405" y="9458"/>
                  </a:lnTo>
                  <a:lnTo>
                    <a:pt x="6627172" y="13522"/>
                  </a:lnTo>
                  <a:lnTo>
                    <a:pt x="6691571" y="19540"/>
                  </a:lnTo>
                  <a:lnTo>
                    <a:pt x="6771492" y="27776"/>
                  </a:lnTo>
                  <a:lnTo>
                    <a:pt x="6864498" y="38396"/>
                  </a:lnTo>
                  <a:lnTo>
                    <a:pt x="6967255" y="51476"/>
                  </a:lnTo>
                  <a:lnTo>
                    <a:pt x="7076045" y="67015"/>
                  </a:lnTo>
                  <a:lnTo>
                    <a:pt x="7187249" y="84972"/>
                  </a:lnTo>
                  <a:lnTo>
                    <a:pt x="7297712" y="105298"/>
                  </a:lnTo>
                  <a:lnTo>
                    <a:pt x="7404943" y="127968"/>
                  </a:lnTo>
                  <a:lnTo>
                    <a:pt x="7507179" y="153004"/>
                  </a:lnTo>
                  <a:lnTo>
                    <a:pt x="7603337" y="180492"/>
                  </a:lnTo>
                  <a:lnTo>
                    <a:pt x="7692908" y="210588"/>
                  </a:lnTo>
                  <a:lnTo>
                    <a:pt x="7775831" y="243521"/>
                  </a:lnTo>
                  <a:lnTo>
                    <a:pt x="7852370" y="279590"/>
                  </a:lnTo>
                  <a:lnTo>
                    <a:pt x="7923008" y="319159"/>
                  </a:lnTo>
                  <a:lnTo>
                    <a:pt x="7988365" y="362645"/>
                  </a:lnTo>
                  <a:lnTo>
                    <a:pt x="8049129" y="410499"/>
                  </a:lnTo>
                  <a:lnTo>
                    <a:pt x="8106017" y="463168"/>
                  </a:lnTo>
                  <a:lnTo>
                    <a:pt x="8159729" y="521052"/>
                  </a:lnTo>
                  <a:lnTo>
                    <a:pt x="8210919" y="584412"/>
                  </a:lnTo>
                  <a:lnTo>
                    <a:pt x="8229629" y="609660"/>
                  </a:lnTo>
                  <a:lnTo>
                    <a:pt x="8269836" y="667752"/>
                  </a:lnTo>
                  <a:lnTo>
                    <a:pt x="8309111" y="729651"/>
                  </a:lnTo>
                  <a:lnTo>
                    <a:pt x="8347683" y="795432"/>
                  </a:lnTo>
                  <a:lnTo>
                    <a:pt x="8385738" y="865127"/>
                  </a:lnTo>
                  <a:lnTo>
                    <a:pt x="8423429" y="938712"/>
                  </a:lnTo>
                  <a:lnTo>
                    <a:pt x="8460880" y="1016104"/>
                  </a:lnTo>
                  <a:lnTo>
                    <a:pt x="8498190" y="1097160"/>
                  </a:lnTo>
                  <a:lnTo>
                    <a:pt x="8535433" y="1181674"/>
                  </a:lnTo>
                  <a:lnTo>
                    <a:pt x="8572664" y="1269373"/>
                  </a:lnTo>
                  <a:lnTo>
                    <a:pt x="8609920" y="1359923"/>
                  </a:lnTo>
                  <a:lnTo>
                    <a:pt x="8647219" y="1452931"/>
                  </a:lnTo>
                  <a:lnTo>
                    <a:pt x="8684569" y="1547948"/>
                  </a:lnTo>
                  <a:lnTo>
                    <a:pt x="8721965" y="1644482"/>
                  </a:lnTo>
                  <a:lnTo>
                    <a:pt x="8759395" y="1742004"/>
                  </a:lnTo>
                  <a:lnTo>
                    <a:pt x="8796841" y="1839966"/>
                  </a:lnTo>
                  <a:lnTo>
                    <a:pt x="8834282" y="1937804"/>
                  </a:lnTo>
                  <a:lnTo>
                    <a:pt x="8871699" y="2034960"/>
                  </a:lnTo>
                  <a:lnTo>
                    <a:pt x="8909076" y="2130893"/>
                  </a:lnTo>
                  <a:lnTo>
                    <a:pt x="8946404" y="2225087"/>
                  </a:lnTo>
                  <a:lnTo>
                    <a:pt x="8983682" y="2317070"/>
                  </a:lnTo>
                  <a:lnTo>
                    <a:pt x="9020923" y="2406417"/>
                  </a:lnTo>
                  <a:lnTo>
                    <a:pt x="9058154" y="2492758"/>
                  </a:lnTo>
                  <a:lnTo>
                    <a:pt x="9095419" y="2575787"/>
                  </a:lnTo>
                  <a:lnTo>
                    <a:pt x="9132780" y="2655260"/>
                  </a:lnTo>
                  <a:lnTo>
                    <a:pt x="9170323" y="2730998"/>
                  </a:lnTo>
                  <a:lnTo>
                    <a:pt x="9208156" y="2802885"/>
                  </a:lnTo>
                  <a:lnTo>
                    <a:pt x="9246417" y="2870865"/>
                  </a:lnTo>
                  <a:lnTo>
                    <a:pt x="9285272" y="2934939"/>
                  </a:lnTo>
                  <a:lnTo>
                    <a:pt x="9324925" y="2995158"/>
                  </a:lnTo>
                  <a:lnTo>
                    <a:pt x="9347647" y="3027339"/>
                  </a:lnTo>
                  <a:lnTo>
                    <a:pt x="9398041" y="3092778"/>
                  </a:lnTo>
                  <a:lnTo>
                    <a:pt x="9450732" y="3152701"/>
                  </a:lnTo>
                  <a:lnTo>
                    <a:pt x="9506345" y="3207289"/>
                  </a:lnTo>
                  <a:lnTo>
                    <a:pt x="9565569" y="3256901"/>
                  </a:lnTo>
                  <a:lnTo>
                    <a:pt x="9629116" y="3301976"/>
                  </a:lnTo>
                  <a:lnTo>
                    <a:pt x="9697691" y="3342966"/>
                  </a:lnTo>
                  <a:lnTo>
                    <a:pt x="9771946" y="3380305"/>
                  </a:lnTo>
                  <a:lnTo>
                    <a:pt x="9852424" y="3414378"/>
                  </a:lnTo>
                  <a:lnTo>
                    <a:pt x="9939483" y="3445510"/>
                  </a:lnTo>
                  <a:lnTo>
                    <a:pt x="10033198" y="3473956"/>
                  </a:lnTo>
                  <a:lnTo>
                    <a:pt x="10133242" y="3499900"/>
                  </a:lnTo>
                  <a:lnTo>
                    <a:pt x="10238764" y="3523454"/>
                  </a:lnTo>
                  <a:lnTo>
                    <a:pt x="10348265" y="3544662"/>
                  </a:lnTo>
                  <a:lnTo>
                    <a:pt x="10459528" y="3563514"/>
                  </a:lnTo>
                  <a:lnTo>
                    <a:pt x="10569631" y="3579968"/>
                  </a:lnTo>
                  <a:lnTo>
                    <a:pt x="10675096" y="3593975"/>
                  </a:lnTo>
                  <a:lnTo>
                    <a:pt x="10772191" y="3605516"/>
                  </a:lnTo>
                  <a:lnTo>
                    <a:pt x="10857376" y="3614634"/>
                  </a:lnTo>
                  <a:lnTo>
                    <a:pt x="10927819" y="3621460"/>
                  </a:lnTo>
                  <a:lnTo>
                    <a:pt x="10981872" y="3626222"/>
                  </a:lnTo>
                  <a:lnTo>
                    <a:pt x="11019392" y="3629239"/>
                  </a:lnTo>
                  <a:lnTo>
                    <a:pt x="11041850" y="3630892"/>
                  </a:lnTo>
                  <a:lnTo>
                    <a:pt x="11052228" y="3631593"/>
                  </a:lnTo>
                  <a:lnTo>
                    <a:pt x="11054891" y="3631759"/>
                  </a:lnTo>
                  <a:lnTo>
                    <a:pt x="12049831" y="3631759"/>
                  </a:lnTo>
                  <a:lnTo>
                    <a:pt x="12049831" y="3626518"/>
                  </a:lnTo>
                  <a:lnTo>
                    <a:pt x="11054891" y="3626518"/>
                  </a:lnTo>
                  <a:lnTo>
                    <a:pt x="11053849" y="3626455"/>
                  </a:lnTo>
                  <a:lnTo>
                    <a:pt x="11046963" y="3626004"/>
                  </a:lnTo>
                  <a:lnTo>
                    <a:pt x="11029472" y="3624758"/>
                  </a:lnTo>
                  <a:lnTo>
                    <a:pt x="10997872" y="3622301"/>
                  </a:lnTo>
                  <a:lnTo>
                    <a:pt x="10950104" y="3618236"/>
                  </a:lnTo>
                  <a:lnTo>
                    <a:pt x="10885706" y="3612218"/>
                  </a:lnTo>
                  <a:lnTo>
                    <a:pt x="10805785" y="3603983"/>
                  </a:lnTo>
                  <a:lnTo>
                    <a:pt x="10712778" y="3593362"/>
                  </a:lnTo>
                  <a:lnTo>
                    <a:pt x="10610021" y="3580282"/>
                  </a:lnTo>
                  <a:lnTo>
                    <a:pt x="10501232" y="3564743"/>
                  </a:lnTo>
                  <a:lnTo>
                    <a:pt x="10390027" y="3546787"/>
                  </a:lnTo>
                  <a:lnTo>
                    <a:pt x="10279565" y="3526461"/>
                  </a:lnTo>
                  <a:lnTo>
                    <a:pt x="10172334" y="3503791"/>
                  </a:lnTo>
                  <a:lnTo>
                    <a:pt x="10070098" y="3478754"/>
                  </a:lnTo>
                  <a:lnTo>
                    <a:pt x="9973940" y="3451266"/>
                  </a:lnTo>
                  <a:lnTo>
                    <a:pt x="9884369" y="3421170"/>
                  </a:lnTo>
                  <a:lnTo>
                    <a:pt x="9801446" y="3388238"/>
                  </a:lnTo>
                  <a:lnTo>
                    <a:pt x="9724907" y="3352169"/>
                  </a:lnTo>
                  <a:lnTo>
                    <a:pt x="9654268" y="3312599"/>
                  </a:lnTo>
                  <a:lnTo>
                    <a:pt x="9588912" y="3269113"/>
                  </a:lnTo>
                  <a:lnTo>
                    <a:pt x="9528147" y="3221260"/>
                  </a:lnTo>
                  <a:lnTo>
                    <a:pt x="9471260" y="3168590"/>
                  </a:lnTo>
                  <a:lnTo>
                    <a:pt x="9417547" y="3110707"/>
                  </a:lnTo>
                  <a:lnTo>
                    <a:pt x="9366358" y="3047346"/>
                  </a:lnTo>
                  <a:lnTo>
                    <a:pt x="9347647" y="3022098"/>
                  </a:lnTo>
                  <a:lnTo>
                    <a:pt x="9307441" y="2964006"/>
                  </a:lnTo>
                  <a:lnTo>
                    <a:pt x="9268165" y="2902108"/>
                  </a:lnTo>
                  <a:lnTo>
                    <a:pt x="9229593" y="2836326"/>
                  </a:lnTo>
                  <a:lnTo>
                    <a:pt x="9191539" y="2766631"/>
                  </a:lnTo>
                  <a:lnTo>
                    <a:pt x="9153848" y="2693047"/>
                  </a:lnTo>
                  <a:lnTo>
                    <a:pt x="9116397" y="2615655"/>
                  </a:lnTo>
                  <a:lnTo>
                    <a:pt x="9079087" y="2534598"/>
                  </a:lnTo>
                  <a:lnTo>
                    <a:pt x="9041843" y="2450085"/>
                  </a:lnTo>
                  <a:lnTo>
                    <a:pt x="9004612" y="2362385"/>
                  </a:lnTo>
                  <a:lnTo>
                    <a:pt x="8967357" y="2271835"/>
                  </a:lnTo>
                  <a:lnTo>
                    <a:pt x="8930058" y="2178828"/>
                  </a:lnTo>
                  <a:lnTo>
                    <a:pt x="8892708" y="2083811"/>
                  </a:lnTo>
                  <a:lnTo>
                    <a:pt x="8855311" y="1987277"/>
                  </a:lnTo>
                  <a:lnTo>
                    <a:pt x="8817882" y="1889754"/>
                  </a:lnTo>
                  <a:lnTo>
                    <a:pt x="8780436" y="1791793"/>
                  </a:lnTo>
                  <a:lnTo>
                    <a:pt x="8742995" y="1693955"/>
                  </a:lnTo>
                  <a:lnTo>
                    <a:pt x="8705578" y="1596798"/>
                  </a:lnTo>
                  <a:lnTo>
                    <a:pt x="8668201" y="1500866"/>
                  </a:lnTo>
                  <a:lnTo>
                    <a:pt x="8630873" y="1406671"/>
                  </a:lnTo>
                  <a:lnTo>
                    <a:pt x="8593595" y="1314688"/>
                  </a:lnTo>
                  <a:lnTo>
                    <a:pt x="8556353" y="1225342"/>
                  </a:lnTo>
                  <a:lnTo>
                    <a:pt x="8519122" y="1139000"/>
                  </a:lnTo>
                  <a:lnTo>
                    <a:pt x="8481857" y="1055971"/>
                  </a:lnTo>
                  <a:lnTo>
                    <a:pt x="8444496" y="976499"/>
                  </a:lnTo>
                  <a:lnTo>
                    <a:pt x="8406953" y="900761"/>
                  </a:lnTo>
                  <a:lnTo>
                    <a:pt x="8369120" y="828874"/>
                  </a:lnTo>
                  <a:lnTo>
                    <a:pt x="8330860" y="760893"/>
                  </a:lnTo>
                  <a:lnTo>
                    <a:pt x="8292005" y="696819"/>
                  </a:lnTo>
                  <a:lnTo>
                    <a:pt x="8252352" y="636601"/>
                  </a:lnTo>
                  <a:lnTo>
                    <a:pt x="8229629" y="604419"/>
                  </a:lnTo>
                  <a:lnTo>
                    <a:pt x="8179236" y="538980"/>
                  </a:lnTo>
                  <a:lnTo>
                    <a:pt x="8126545" y="479058"/>
                  </a:lnTo>
                  <a:lnTo>
                    <a:pt x="8070931" y="424470"/>
                  </a:lnTo>
                  <a:lnTo>
                    <a:pt x="8011708" y="374857"/>
                  </a:lnTo>
                  <a:lnTo>
                    <a:pt x="7948161" y="329783"/>
                  </a:lnTo>
                  <a:lnTo>
                    <a:pt x="7879586" y="288792"/>
                  </a:lnTo>
                  <a:lnTo>
                    <a:pt x="7805331" y="251453"/>
                  </a:lnTo>
                  <a:lnTo>
                    <a:pt x="7724852" y="217380"/>
                  </a:lnTo>
                  <a:lnTo>
                    <a:pt x="7637793" y="186249"/>
                  </a:lnTo>
                  <a:lnTo>
                    <a:pt x="7544079" y="157803"/>
                  </a:lnTo>
                  <a:lnTo>
                    <a:pt x="7444034" y="131858"/>
                  </a:lnTo>
                  <a:lnTo>
                    <a:pt x="7338512" y="108304"/>
                  </a:lnTo>
                  <a:lnTo>
                    <a:pt x="7229012" y="87096"/>
                  </a:lnTo>
                  <a:lnTo>
                    <a:pt x="7117749" y="68244"/>
                  </a:lnTo>
                  <a:lnTo>
                    <a:pt x="7007646" y="51790"/>
                  </a:lnTo>
                  <a:lnTo>
                    <a:pt x="6902180" y="37783"/>
                  </a:lnTo>
                  <a:lnTo>
                    <a:pt x="6805085" y="26242"/>
                  </a:lnTo>
                  <a:lnTo>
                    <a:pt x="6719900" y="17124"/>
                  </a:lnTo>
                  <a:lnTo>
                    <a:pt x="6649458" y="10299"/>
                  </a:lnTo>
                  <a:lnTo>
                    <a:pt x="6595405" y="5536"/>
                  </a:lnTo>
                  <a:lnTo>
                    <a:pt x="6557884" y="2520"/>
                  </a:lnTo>
                  <a:lnTo>
                    <a:pt x="6535427" y="867"/>
                  </a:lnTo>
                  <a:lnTo>
                    <a:pt x="6525048" y="16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32" y="71"/>
                  </a:lnTo>
                  <a:lnTo>
                    <a:pt x="5519728" y="579"/>
                  </a:lnTo>
                  <a:lnTo>
                    <a:pt x="5502689" y="1981"/>
                  </a:lnTo>
                  <a:lnTo>
                    <a:pt x="5471874" y="4746"/>
                  </a:lnTo>
                  <a:lnTo>
                    <a:pt x="5425236" y="9322"/>
                  </a:lnTo>
                  <a:lnTo>
                    <a:pt x="5362255" y="16101"/>
                  </a:lnTo>
                  <a:lnTo>
                    <a:pt x="5283939" y="25386"/>
                  </a:lnTo>
                  <a:lnTo>
                    <a:pt x="5192590" y="37372"/>
                  </a:lnTo>
                  <a:lnTo>
                    <a:pt x="5091407" y="52149"/>
                  </a:lnTo>
                  <a:lnTo>
                    <a:pt x="4983998" y="69724"/>
                  </a:lnTo>
                  <a:lnTo>
                    <a:pt x="4873905" y="90050"/>
                  </a:lnTo>
                  <a:lnTo>
                    <a:pt x="4764254" y="113074"/>
                  </a:lnTo>
                  <a:lnTo>
                    <a:pt x="4657540" y="138761"/>
                  </a:lnTo>
                  <a:lnTo>
                    <a:pt x="4555559" y="167131"/>
                  </a:lnTo>
                  <a:lnTo>
                    <a:pt x="4459442" y="198269"/>
                  </a:lnTo>
                  <a:lnTo>
                    <a:pt x="4369751" y="232340"/>
                  </a:lnTo>
                  <a:lnTo>
                    <a:pt x="4286600" y="269591"/>
                  </a:lnTo>
                  <a:lnTo>
                    <a:pt x="4209773" y="310347"/>
                  </a:lnTo>
                  <a:lnTo>
                    <a:pt x="4138829" y="355006"/>
                  </a:lnTo>
                  <a:lnTo>
                    <a:pt x="4073184" y="404029"/>
                  </a:lnTo>
                  <a:lnTo>
                    <a:pt x="4012173" y="457918"/>
                  </a:lnTo>
                  <a:lnTo>
                    <a:pt x="3955105" y="517182"/>
                  </a:lnTo>
                  <a:lnTo>
                    <a:pt x="3901290" y="582288"/>
                  </a:lnTo>
                  <a:lnTo>
                    <a:pt x="3850083" y="653573"/>
                  </a:lnTo>
                  <a:lnTo>
                    <a:pt x="3820202" y="699624"/>
                  </a:lnTo>
                  <a:lnTo>
                    <a:pt x="3782373" y="762720"/>
                  </a:lnTo>
                  <a:lnTo>
                    <a:pt x="3745379" y="829704"/>
                  </a:lnTo>
                  <a:lnTo>
                    <a:pt x="3709029" y="900655"/>
                  </a:lnTo>
                  <a:lnTo>
                    <a:pt x="3673164" y="975608"/>
                  </a:lnTo>
                  <a:lnTo>
                    <a:pt x="3637650" y="1054553"/>
                  </a:lnTo>
                  <a:lnTo>
                    <a:pt x="3602377" y="1137425"/>
                  </a:lnTo>
                  <a:lnTo>
                    <a:pt x="3567258" y="1224107"/>
                  </a:lnTo>
                  <a:lnTo>
                    <a:pt x="3532223" y="1314423"/>
                  </a:lnTo>
                  <a:lnTo>
                    <a:pt x="3497220" y="1408141"/>
                  </a:lnTo>
                  <a:lnTo>
                    <a:pt x="3462210" y="1504969"/>
                  </a:lnTo>
                  <a:lnTo>
                    <a:pt x="3427171" y="1604559"/>
                  </a:lnTo>
                  <a:lnTo>
                    <a:pt x="3392089" y="1706513"/>
                  </a:lnTo>
                  <a:lnTo>
                    <a:pt x="3356962" y="1810385"/>
                  </a:lnTo>
                  <a:lnTo>
                    <a:pt x="3321797" y="1915692"/>
                  </a:lnTo>
                  <a:lnTo>
                    <a:pt x="3286604" y="2021922"/>
                  </a:lnTo>
                  <a:lnTo>
                    <a:pt x="3251399" y="2128542"/>
                  </a:lnTo>
                  <a:lnTo>
                    <a:pt x="3216198" y="2235011"/>
                  </a:lnTo>
                  <a:lnTo>
                    <a:pt x="3181019" y="2340792"/>
                  </a:lnTo>
                  <a:lnTo>
                    <a:pt x="3145874" y="2445363"/>
                  </a:lnTo>
                  <a:lnTo>
                    <a:pt x="3110772" y="2548225"/>
                  </a:lnTo>
                  <a:lnTo>
                    <a:pt x="3075715" y="2648916"/>
                  </a:lnTo>
                  <a:lnTo>
                    <a:pt x="3040694" y="2747015"/>
                  </a:lnTo>
                  <a:lnTo>
                    <a:pt x="3005691" y="2842152"/>
                  </a:lnTo>
                  <a:lnTo>
                    <a:pt x="2970676" y="2934010"/>
                  </a:lnTo>
                  <a:lnTo>
                    <a:pt x="2935602" y="3022329"/>
                  </a:lnTo>
                  <a:lnTo>
                    <a:pt x="2900407" y="3106909"/>
                  </a:lnTo>
                  <a:lnTo>
                    <a:pt x="2865012" y="3187607"/>
                  </a:lnTo>
                  <a:lnTo>
                    <a:pt x="2829318" y="3264335"/>
                  </a:lnTo>
                  <a:lnTo>
                    <a:pt x="2793201" y="3337060"/>
                  </a:lnTo>
                  <a:lnTo>
                    <a:pt x="2756515" y="3405796"/>
                  </a:lnTo>
                  <a:lnTo>
                    <a:pt x="2719082" y="3470605"/>
                  </a:lnTo>
                  <a:lnTo>
                    <a:pt x="2702183" y="3498123"/>
                  </a:lnTo>
                  <a:lnTo>
                    <a:pt x="2652266" y="3573199"/>
                  </a:lnTo>
                  <a:lnTo>
                    <a:pt x="2600098" y="3642005"/>
                  </a:lnTo>
                  <a:lnTo>
                    <a:pt x="2545073" y="3704744"/>
                  </a:lnTo>
                  <a:lnTo>
                    <a:pt x="2486525" y="3761817"/>
                  </a:lnTo>
                  <a:lnTo>
                    <a:pt x="2423758" y="3813715"/>
                  </a:lnTo>
                  <a:lnTo>
                    <a:pt x="2356087" y="3860949"/>
                  </a:lnTo>
                  <a:lnTo>
                    <a:pt x="2282874" y="3904008"/>
                  </a:lnTo>
                  <a:lnTo>
                    <a:pt x="2203581" y="3943330"/>
                  </a:lnTo>
                  <a:lnTo>
                    <a:pt x="2117846" y="3979285"/>
                  </a:lnTo>
                  <a:lnTo>
                    <a:pt x="2025571" y="4012168"/>
                  </a:lnTo>
                  <a:lnTo>
                    <a:pt x="1927032" y="4042193"/>
                  </a:lnTo>
                  <a:lnTo>
                    <a:pt x="1823003" y="4069493"/>
                  </a:lnTo>
                  <a:lnTo>
                    <a:pt x="1714870" y="4094124"/>
                  </a:lnTo>
                  <a:lnTo>
                    <a:pt x="1604707" y="4116084"/>
                  </a:lnTo>
                  <a:lnTo>
                    <a:pt x="1495275" y="4135326"/>
                  </a:lnTo>
                  <a:lnTo>
                    <a:pt x="1389898" y="4151794"/>
                  </a:lnTo>
                  <a:lnTo>
                    <a:pt x="1292196" y="4165460"/>
                  </a:lnTo>
                  <a:lnTo>
                    <a:pt x="1205672" y="4176358"/>
                  </a:lnTo>
                  <a:lnTo>
                    <a:pt x="1133227" y="4184620"/>
                  </a:lnTo>
                  <a:lnTo>
                    <a:pt x="1076690" y="4190484"/>
                  </a:lnTo>
                  <a:lnTo>
                    <a:pt x="1036477" y="4194290"/>
                  </a:lnTo>
                  <a:lnTo>
                    <a:pt x="1011453" y="4196459"/>
                  </a:lnTo>
                  <a:lnTo>
                    <a:pt x="998995" y="4197451"/>
                  </a:lnTo>
                  <a:lnTo>
                    <a:pt x="995167" y="4197732"/>
                  </a:lnTo>
                  <a:lnTo>
                    <a:pt x="994940" y="4197747"/>
                  </a:lnTo>
                  <a:lnTo>
                    <a:pt x="0" y="4197747"/>
                  </a:lnTo>
                  <a:close/>
                </a:path>
              </a:pathLst>
            </a:custGeom>
            <a:solidFill>
              <a:srgbClr val="F1C40F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25" name="pl2124"/>
            <p:cNvSpPr/>
            <p:nvPr/>
          </p:nvSpPr>
          <p:spPr>
            <a:xfrm>
              <a:off x="1199187" y="2206142"/>
              <a:ext cx="12049831" cy="4197747"/>
            </a:xfrm>
            <a:custGeom>
              <a:avLst/>
              <a:pathLst>
                <a:path w="12049831" h="4197747">
                  <a:moveTo>
                    <a:pt x="0" y="4197747"/>
                  </a:moveTo>
                  <a:lnTo>
                    <a:pt x="994940" y="4197747"/>
                  </a:lnTo>
                  <a:lnTo>
                    <a:pt x="995953" y="4197676"/>
                  </a:lnTo>
                  <a:lnTo>
                    <a:pt x="1002657" y="4197168"/>
                  </a:lnTo>
                  <a:lnTo>
                    <a:pt x="1019696" y="4195766"/>
                  </a:lnTo>
                  <a:lnTo>
                    <a:pt x="1050510" y="4193001"/>
                  </a:lnTo>
                  <a:lnTo>
                    <a:pt x="1097149" y="4188425"/>
                  </a:lnTo>
                  <a:lnTo>
                    <a:pt x="1160130" y="4181646"/>
                  </a:lnTo>
                  <a:lnTo>
                    <a:pt x="1238446" y="4172361"/>
                  </a:lnTo>
                  <a:lnTo>
                    <a:pt x="1329795" y="4160375"/>
                  </a:lnTo>
                  <a:lnTo>
                    <a:pt x="1430978" y="4145597"/>
                  </a:lnTo>
                  <a:lnTo>
                    <a:pt x="1538387" y="4128023"/>
                  </a:lnTo>
                  <a:lnTo>
                    <a:pt x="1648480" y="4107697"/>
                  </a:lnTo>
                  <a:lnTo>
                    <a:pt x="1758131" y="4084673"/>
                  </a:lnTo>
                  <a:lnTo>
                    <a:pt x="1864845" y="4058986"/>
                  </a:lnTo>
                  <a:lnTo>
                    <a:pt x="1966826" y="4030616"/>
                  </a:lnTo>
                  <a:lnTo>
                    <a:pt x="2062943" y="3999478"/>
                  </a:lnTo>
                  <a:lnTo>
                    <a:pt x="2152634" y="3965407"/>
                  </a:lnTo>
                  <a:lnTo>
                    <a:pt x="2235785" y="3928156"/>
                  </a:lnTo>
                  <a:lnTo>
                    <a:pt x="2312612" y="3887400"/>
                  </a:lnTo>
                  <a:lnTo>
                    <a:pt x="2383556" y="3842741"/>
                  </a:lnTo>
                  <a:lnTo>
                    <a:pt x="2449201" y="3793718"/>
                  </a:lnTo>
                  <a:lnTo>
                    <a:pt x="2510212" y="3739829"/>
                  </a:lnTo>
                  <a:lnTo>
                    <a:pt x="2567280" y="3680564"/>
                  </a:lnTo>
                  <a:lnTo>
                    <a:pt x="2621095" y="3615459"/>
                  </a:lnTo>
                  <a:lnTo>
                    <a:pt x="2672302" y="3544174"/>
                  </a:lnTo>
                  <a:lnTo>
                    <a:pt x="2702183" y="3498123"/>
                  </a:lnTo>
                  <a:lnTo>
                    <a:pt x="2740012" y="3435027"/>
                  </a:lnTo>
                  <a:lnTo>
                    <a:pt x="2777006" y="3368043"/>
                  </a:lnTo>
                  <a:lnTo>
                    <a:pt x="2813356" y="3297092"/>
                  </a:lnTo>
                  <a:lnTo>
                    <a:pt x="2849221" y="3222139"/>
                  </a:lnTo>
                  <a:lnTo>
                    <a:pt x="2884735" y="3143194"/>
                  </a:lnTo>
                  <a:lnTo>
                    <a:pt x="2920008" y="3060322"/>
                  </a:lnTo>
                  <a:lnTo>
                    <a:pt x="2955127" y="2973640"/>
                  </a:lnTo>
                  <a:lnTo>
                    <a:pt x="2990162" y="2883324"/>
                  </a:lnTo>
                  <a:lnTo>
                    <a:pt x="3025165" y="2789606"/>
                  </a:lnTo>
                  <a:lnTo>
                    <a:pt x="3060175" y="2692778"/>
                  </a:lnTo>
                  <a:lnTo>
                    <a:pt x="3095214" y="2593188"/>
                  </a:lnTo>
                  <a:lnTo>
                    <a:pt x="3130296" y="2491234"/>
                  </a:lnTo>
                  <a:lnTo>
                    <a:pt x="3165423" y="2387362"/>
                  </a:lnTo>
                  <a:lnTo>
                    <a:pt x="3200588" y="2282054"/>
                  </a:lnTo>
                  <a:lnTo>
                    <a:pt x="3235781" y="2175825"/>
                  </a:lnTo>
                  <a:lnTo>
                    <a:pt x="3270986" y="2069205"/>
                  </a:lnTo>
                  <a:lnTo>
                    <a:pt x="3306187" y="1962736"/>
                  </a:lnTo>
                  <a:lnTo>
                    <a:pt x="3341366" y="1856955"/>
                  </a:lnTo>
                  <a:lnTo>
                    <a:pt x="3376511" y="1752384"/>
                  </a:lnTo>
                  <a:lnTo>
                    <a:pt x="3411613" y="1649522"/>
                  </a:lnTo>
                  <a:lnTo>
                    <a:pt x="3446670" y="1548831"/>
                  </a:lnTo>
                  <a:lnTo>
                    <a:pt x="3481691" y="1450732"/>
                  </a:lnTo>
                  <a:lnTo>
                    <a:pt x="3516694" y="1355595"/>
                  </a:lnTo>
                  <a:lnTo>
                    <a:pt x="3551709" y="1263737"/>
                  </a:lnTo>
                  <a:lnTo>
                    <a:pt x="3586783" y="1175418"/>
                  </a:lnTo>
                  <a:lnTo>
                    <a:pt x="3621978" y="1090838"/>
                  </a:lnTo>
                  <a:lnTo>
                    <a:pt x="3657373" y="1010140"/>
                  </a:lnTo>
                  <a:lnTo>
                    <a:pt x="3693067" y="933412"/>
                  </a:lnTo>
                  <a:lnTo>
                    <a:pt x="3729184" y="860687"/>
                  </a:lnTo>
                  <a:lnTo>
                    <a:pt x="3765870" y="791950"/>
                  </a:lnTo>
                  <a:lnTo>
                    <a:pt x="3803303" y="727142"/>
                  </a:lnTo>
                  <a:lnTo>
                    <a:pt x="3820202" y="699624"/>
                  </a:lnTo>
                  <a:lnTo>
                    <a:pt x="3870119" y="624548"/>
                  </a:lnTo>
                  <a:lnTo>
                    <a:pt x="3922287" y="555742"/>
                  </a:lnTo>
                  <a:lnTo>
                    <a:pt x="3977312" y="493002"/>
                  </a:lnTo>
                  <a:lnTo>
                    <a:pt x="4035860" y="435930"/>
                  </a:lnTo>
                  <a:lnTo>
                    <a:pt x="4098627" y="384032"/>
                  </a:lnTo>
                  <a:lnTo>
                    <a:pt x="4166298" y="336798"/>
                  </a:lnTo>
                  <a:lnTo>
                    <a:pt x="4239511" y="293739"/>
                  </a:lnTo>
                  <a:lnTo>
                    <a:pt x="4318804" y="254417"/>
                  </a:lnTo>
                  <a:lnTo>
                    <a:pt x="4404539" y="218462"/>
                  </a:lnTo>
                  <a:lnTo>
                    <a:pt x="4496814" y="185579"/>
                  </a:lnTo>
                  <a:lnTo>
                    <a:pt x="4595353" y="155554"/>
                  </a:lnTo>
                  <a:lnTo>
                    <a:pt x="4699382" y="128254"/>
                  </a:lnTo>
                  <a:lnTo>
                    <a:pt x="4807515" y="103622"/>
                  </a:lnTo>
                  <a:lnTo>
                    <a:pt x="4917678" y="81663"/>
                  </a:lnTo>
                  <a:lnTo>
                    <a:pt x="5027110" y="62421"/>
                  </a:lnTo>
                  <a:lnTo>
                    <a:pt x="5132487" y="45953"/>
                  </a:lnTo>
                  <a:lnTo>
                    <a:pt x="5230189" y="32287"/>
                  </a:lnTo>
                  <a:lnTo>
                    <a:pt x="5316713" y="21388"/>
                  </a:lnTo>
                  <a:lnTo>
                    <a:pt x="5389158" y="13127"/>
                  </a:lnTo>
                  <a:lnTo>
                    <a:pt x="5445695" y="7263"/>
                  </a:lnTo>
                  <a:lnTo>
                    <a:pt x="5485908" y="3456"/>
                  </a:lnTo>
                  <a:lnTo>
                    <a:pt x="5510932" y="1288"/>
                  </a:lnTo>
                  <a:lnTo>
                    <a:pt x="5523390" y="296"/>
                  </a:lnTo>
                  <a:lnTo>
                    <a:pt x="5527218" y="15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27" y="63"/>
                  </a:lnTo>
                  <a:lnTo>
                    <a:pt x="6530313" y="514"/>
                  </a:lnTo>
                  <a:lnTo>
                    <a:pt x="6547804" y="1760"/>
                  </a:lnTo>
                  <a:lnTo>
                    <a:pt x="6579405" y="4217"/>
                  </a:lnTo>
                  <a:lnTo>
                    <a:pt x="6627172" y="8282"/>
                  </a:lnTo>
                  <a:lnTo>
                    <a:pt x="6691571" y="14300"/>
                  </a:lnTo>
                  <a:lnTo>
                    <a:pt x="6771492" y="22535"/>
                  </a:lnTo>
                  <a:lnTo>
                    <a:pt x="6864498" y="33156"/>
                  </a:lnTo>
                  <a:lnTo>
                    <a:pt x="6967255" y="46235"/>
                  </a:lnTo>
                  <a:lnTo>
                    <a:pt x="7076045" y="61774"/>
                  </a:lnTo>
                  <a:lnTo>
                    <a:pt x="7187249" y="79731"/>
                  </a:lnTo>
                  <a:lnTo>
                    <a:pt x="7297712" y="100057"/>
                  </a:lnTo>
                  <a:lnTo>
                    <a:pt x="7404943" y="122727"/>
                  </a:lnTo>
                  <a:lnTo>
                    <a:pt x="7507179" y="147763"/>
                  </a:lnTo>
                  <a:lnTo>
                    <a:pt x="7603337" y="175252"/>
                  </a:lnTo>
                  <a:lnTo>
                    <a:pt x="7692908" y="205348"/>
                  </a:lnTo>
                  <a:lnTo>
                    <a:pt x="7775831" y="238280"/>
                  </a:lnTo>
                  <a:lnTo>
                    <a:pt x="7852370" y="274349"/>
                  </a:lnTo>
                  <a:lnTo>
                    <a:pt x="7923008" y="313918"/>
                  </a:lnTo>
                  <a:lnTo>
                    <a:pt x="7988365" y="357405"/>
                  </a:lnTo>
                  <a:lnTo>
                    <a:pt x="8049129" y="405258"/>
                  </a:lnTo>
                  <a:lnTo>
                    <a:pt x="8106017" y="457928"/>
                  </a:lnTo>
                  <a:lnTo>
                    <a:pt x="8159729" y="515811"/>
                  </a:lnTo>
                  <a:lnTo>
                    <a:pt x="8210919" y="579171"/>
                  </a:lnTo>
                  <a:lnTo>
                    <a:pt x="8229629" y="604419"/>
                  </a:lnTo>
                  <a:lnTo>
                    <a:pt x="8269836" y="662512"/>
                  </a:lnTo>
                  <a:lnTo>
                    <a:pt x="8309111" y="724410"/>
                  </a:lnTo>
                  <a:lnTo>
                    <a:pt x="8347683" y="790192"/>
                  </a:lnTo>
                  <a:lnTo>
                    <a:pt x="8385738" y="859887"/>
                  </a:lnTo>
                  <a:lnTo>
                    <a:pt x="8423429" y="933471"/>
                  </a:lnTo>
                  <a:lnTo>
                    <a:pt x="8460880" y="1010863"/>
                  </a:lnTo>
                  <a:lnTo>
                    <a:pt x="8498190" y="1091919"/>
                  </a:lnTo>
                  <a:lnTo>
                    <a:pt x="8535433" y="1176433"/>
                  </a:lnTo>
                  <a:lnTo>
                    <a:pt x="8572664" y="1264132"/>
                  </a:lnTo>
                  <a:lnTo>
                    <a:pt x="8609920" y="1354683"/>
                  </a:lnTo>
                  <a:lnTo>
                    <a:pt x="8647219" y="1447690"/>
                  </a:lnTo>
                  <a:lnTo>
                    <a:pt x="8684569" y="1542707"/>
                  </a:lnTo>
                  <a:lnTo>
                    <a:pt x="8721965" y="1639241"/>
                  </a:lnTo>
                  <a:lnTo>
                    <a:pt x="8759395" y="1736764"/>
                  </a:lnTo>
                  <a:lnTo>
                    <a:pt x="8796841" y="1834725"/>
                  </a:lnTo>
                  <a:lnTo>
                    <a:pt x="8834282" y="1932563"/>
                  </a:lnTo>
                  <a:lnTo>
                    <a:pt x="8871699" y="2029719"/>
                  </a:lnTo>
                  <a:lnTo>
                    <a:pt x="8909076" y="2125652"/>
                  </a:lnTo>
                  <a:lnTo>
                    <a:pt x="8946404" y="2219847"/>
                  </a:lnTo>
                  <a:lnTo>
                    <a:pt x="8983682" y="2311830"/>
                  </a:lnTo>
                  <a:lnTo>
                    <a:pt x="9020923" y="2401176"/>
                  </a:lnTo>
                  <a:lnTo>
                    <a:pt x="9058154" y="2487518"/>
                  </a:lnTo>
                  <a:lnTo>
                    <a:pt x="9095419" y="2570546"/>
                  </a:lnTo>
                  <a:lnTo>
                    <a:pt x="9132780" y="2650019"/>
                  </a:lnTo>
                  <a:lnTo>
                    <a:pt x="9170323" y="2725757"/>
                  </a:lnTo>
                  <a:lnTo>
                    <a:pt x="9208156" y="2797644"/>
                  </a:lnTo>
                  <a:lnTo>
                    <a:pt x="9246417" y="2865625"/>
                  </a:lnTo>
                  <a:lnTo>
                    <a:pt x="9285272" y="2929698"/>
                  </a:lnTo>
                  <a:lnTo>
                    <a:pt x="9324925" y="2989917"/>
                  </a:lnTo>
                  <a:lnTo>
                    <a:pt x="9347647" y="3022098"/>
                  </a:lnTo>
                  <a:lnTo>
                    <a:pt x="9398041" y="3087538"/>
                  </a:lnTo>
                  <a:lnTo>
                    <a:pt x="9450732" y="3147460"/>
                  </a:lnTo>
                  <a:lnTo>
                    <a:pt x="9506345" y="3202048"/>
                  </a:lnTo>
                  <a:lnTo>
                    <a:pt x="9565569" y="3251661"/>
                  </a:lnTo>
                  <a:lnTo>
                    <a:pt x="9629116" y="3296735"/>
                  </a:lnTo>
                  <a:lnTo>
                    <a:pt x="9697691" y="3337726"/>
                  </a:lnTo>
                  <a:lnTo>
                    <a:pt x="9771946" y="3375065"/>
                  </a:lnTo>
                  <a:lnTo>
                    <a:pt x="9852424" y="3409137"/>
                  </a:lnTo>
                  <a:lnTo>
                    <a:pt x="9939483" y="3440269"/>
                  </a:lnTo>
                  <a:lnTo>
                    <a:pt x="10033198" y="3468715"/>
                  </a:lnTo>
                  <a:lnTo>
                    <a:pt x="10133242" y="3494660"/>
                  </a:lnTo>
                  <a:lnTo>
                    <a:pt x="10238764" y="3518213"/>
                  </a:lnTo>
                  <a:lnTo>
                    <a:pt x="10348265" y="3539421"/>
                  </a:lnTo>
                  <a:lnTo>
                    <a:pt x="10459528" y="3558274"/>
                  </a:lnTo>
                  <a:lnTo>
                    <a:pt x="10569631" y="3574728"/>
                  </a:lnTo>
                  <a:lnTo>
                    <a:pt x="10675096" y="3588735"/>
                  </a:lnTo>
                  <a:lnTo>
                    <a:pt x="10772191" y="3600276"/>
                  </a:lnTo>
                  <a:lnTo>
                    <a:pt x="10857376" y="3609394"/>
                  </a:lnTo>
                  <a:lnTo>
                    <a:pt x="10927819" y="3616219"/>
                  </a:lnTo>
                  <a:lnTo>
                    <a:pt x="10981872" y="3620981"/>
                  </a:lnTo>
                  <a:lnTo>
                    <a:pt x="11019392" y="3623998"/>
                  </a:lnTo>
                  <a:lnTo>
                    <a:pt x="11041850" y="3625651"/>
                  </a:lnTo>
                  <a:lnTo>
                    <a:pt x="11052228" y="3626352"/>
                  </a:lnTo>
                  <a:lnTo>
                    <a:pt x="11054834" y="3626515"/>
                  </a:lnTo>
                  <a:lnTo>
                    <a:pt x="11054891" y="3626518"/>
                  </a:lnTo>
                  <a:lnTo>
                    <a:pt x="12049831" y="3626518"/>
                  </a:lnTo>
                  <a:lnTo>
                    <a:pt x="12049831" y="36265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6" name="pl2125"/>
            <p:cNvSpPr/>
            <p:nvPr/>
          </p:nvSpPr>
          <p:spPr>
            <a:xfrm>
              <a:off x="1199187" y="2200901"/>
              <a:ext cx="12049831" cy="4197747"/>
            </a:xfrm>
            <a:custGeom>
              <a:avLst/>
              <a:pathLst>
                <a:path w="12049831" h="4197747">
                  <a:moveTo>
                    <a:pt x="12049831" y="3626518"/>
                  </a:moveTo>
                  <a:lnTo>
                    <a:pt x="11054891" y="3626518"/>
                  </a:lnTo>
                  <a:lnTo>
                    <a:pt x="11053849" y="3626455"/>
                  </a:lnTo>
                  <a:lnTo>
                    <a:pt x="11046963" y="3626004"/>
                  </a:lnTo>
                  <a:lnTo>
                    <a:pt x="11029472" y="3624758"/>
                  </a:lnTo>
                  <a:lnTo>
                    <a:pt x="10997872" y="3622301"/>
                  </a:lnTo>
                  <a:lnTo>
                    <a:pt x="10950104" y="3618236"/>
                  </a:lnTo>
                  <a:lnTo>
                    <a:pt x="10885706" y="3612218"/>
                  </a:lnTo>
                  <a:lnTo>
                    <a:pt x="10805785" y="3603983"/>
                  </a:lnTo>
                  <a:lnTo>
                    <a:pt x="10712778" y="3593362"/>
                  </a:lnTo>
                  <a:lnTo>
                    <a:pt x="10610021" y="3580282"/>
                  </a:lnTo>
                  <a:lnTo>
                    <a:pt x="10501232" y="3564743"/>
                  </a:lnTo>
                  <a:lnTo>
                    <a:pt x="10390027" y="3546787"/>
                  </a:lnTo>
                  <a:lnTo>
                    <a:pt x="10279565" y="3526461"/>
                  </a:lnTo>
                  <a:lnTo>
                    <a:pt x="10172334" y="3503791"/>
                  </a:lnTo>
                  <a:lnTo>
                    <a:pt x="10070098" y="3478754"/>
                  </a:lnTo>
                  <a:lnTo>
                    <a:pt x="9973940" y="3451266"/>
                  </a:lnTo>
                  <a:lnTo>
                    <a:pt x="9884369" y="3421170"/>
                  </a:lnTo>
                  <a:lnTo>
                    <a:pt x="9801446" y="3388238"/>
                  </a:lnTo>
                  <a:lnTo>
                    <a:pt x="9724907" y="3352169"/>
                  </a:lnTo>
                  <a:lnTo>
                    <a:pt x="9654268" y="3312599"/>
                  </a:lnTo>
                  <a:lnTo>
                    <a:pt x="9588912" y="3269113"/>
                  </a:lnTo>
                  <a:lnTo>
                    <a:pt x="9528147" y="3221260"/>
                  </a:lnTo>
                  <a:lnTo>
                    <a:pt x="9471260" y="3168590"/>
                  </a:lnTo>
                  <a:lnTo>
                    <a:pt x="9417547" y="3110707"/>
                  </a:lnTo>
                  <a:lnTo>
                    <a:pt x="9366358" y="3047346"/>
                  </a:lnTo>
                  <a:lnTo>
                    <a:pt x="9347647" y="3022098"/>
                  </a:lnTo>
                  <a:lnTo>
                    <a:pt x="9307441" y="2964006"/>
                  </a:lnTo>
                  <a:lnTo>
                    <a:pt x="9268165" y="2902108"/>
                  </a:lnTo>
                  <a:lnTo>
                    <a:pt x="9229593" y="2836326"/>
                  </a:lnTo>
                  <a:lnTo>
                    <a:pt x="9191539" y="2766631"/>
                  </a:lnTo>
                  <a:lnTo>
                    <a:pt x="9153848" y="2693047"/>
                  </a:lnTo>
                  <a:lnTo>
                    <a:pt x="9116397" y="2615655"/>
                  </a:lnTo>
                  <a:lnTo>
                    <a:pt x="9079087" y="2534598"/>
                  </a:lnTo>
                  <a:lnTo>
                    <a:pt x="9041843" y="2450085"/>
                  </a:lnTo>
                  <a:lnTo>
                    <a:pt x="9004612" y="2362385"/>
                  </a:lnTo>
                  <a:lnTo>
                    <a:pt x="8967357" y="2271835"/>
                  </a:lnTo>
                  <a:lnTo>
                    <a:pt x="8930058" y="2178828"/>
                  </a:lnTo>
                  <a:lnTo>
                    <a:pt x="8892708" y="2083811"/>
                  </a:lnTo>
                  <a:lnTo>
                    <a:pt x="8855311" y="1987277"/>
                  </a:lnTo>
                  <a:lnTo>
                    <a:pt x="8817882" y="1889754"/>
                  </a:lnTo>
                  <a:lnTo>
                    <a:pt x="8780436" y="1791793"/>
                  </a:lnTo>
                  <a:lnTo>
                    <a:pt x="8742995" y="1693955"/>
                  </a:lnTo>
                  <a:lnTo>
                    <a:pt x="8705578" y="1596798"/>
                  </a:lnTo>
                  <a:lnTo>
                    <a:pt x="8668201" y="1500866"/>
                  </a:lnTo>
                  <a:lnTo>
                    <a:pt x="8630873" y="1406671"/>
                  </a:lnTo>
                  <a:lnTo>
                    <a:pt x="8593595" y="1314688"/>
                  </a:lnTo>
                  <a:lnTo>
                    <a:pt x="8556353" y="1225342"/>
                  </a:lnTo>
                  <a:lnTo>
                    <a:pt x="8519122" y="1139000"/>
                  </a:lnTo>
                  <a:lnTo>
                    <a:pt x="8481857" y="1055971"/>
                  </a:lnTo>
                  <a:lnTo>
                    <a:pt x="8444496" y="976499"/>
                  </a:lnTo>
                  <a:lnTo>
                    <a:pt x="8406953" y="900761"/>
                  </a:lnTo>
                  <a:lnTo>
                    <a:pt x="8369120" y="828874"/>
                  </a:lnTo>
                  <a:lnTo>
                    <a:pt x="8330860" y="760893"/>
                  </a:lnTo>
                  <a:lnTo>
                    <a:pt x="8292005" y="696819"/>
                  </a:lnTo>
                  <a:lnTo>
                    <a:pt x="8252352" y="636601"/>
                  </a:lnTo>
                  <a:lnTo>
                    <a:pt x="8229629" y="604419"/>
                  </a:lnTo>
                  <a:lnTo>
                    <a:pt x="8179236" y="538980"/>
                  </a:lnTo>
                  <a:lnTo>
                    <a:pt x="8126545" y="479058"/>
                  </a:lnTo>
                  <a:lnTo>
                    <a:pt x="8070931" y="424470"/>
                  </a:lnTo>
                  <a:lnTo>
                    <a:pt x="8011708" y="374857"/>
                  </a:lnTo>
                  <a:lnTo>
                    <a:pt x="7948161" y="329783"/>
                  </a:lnTo>
                  <a:lnTo>
                    <a:pt x="7879586" y="288792"/>
                  </a:lnTo>
                  <a:lnTo>
                    <a:pt x="7805331" y="251453"/>
                  </a:lnTo>
                  <a:lnTo>
                    <a:pt x="7724852" y="217380"/>
                  </a:lnTo>
                  <a:lnTo>
                    <a:pt x="7637793" y="186249"/>
                  </a:lnTo>
                  <a:lnTo>
                    <a:pt x="7544079" y="157803"/>
                  </a:lnTo>
                  <a:lnTo>
                    <a:pt x="7444034" y="131858"/>
                  </a:lnTo>
                  <a:lnTo>
                    <a:pt x="7338512" y="108304"/>
                  </a:lnTo>
                  <a:lnTo>
                    <a:pt x="7229012" y="87096"/>
                  </a:lnTo>
                  <a:lnTo>
                    <a:pt x="7117749" y="68244"/>
                  </a:lnTo>
                  <a:lnTo>
                    <a:pt x="7007646" y="51790"/>
                  </a:lnTo>
                  <a:lnTo>
                    <a:pt x="6902180" y="37783"/>
                  </a:lnTo>
                  <a:lnTo>
                    <a:pt x="6805085" y="26242"/>
                  </a:lnTo>
                  <a:lnTo>
                    <a:pt x="6719900" y="17124"/>
                  </a:lnTo>
                  <a:lnTo>
                    <a:pt x="6649458" y="10299"/>
                  </a:lnTo>
                  <a:lnTo>
                    <a:pt x="6595405" y="5536"/>
                  </a:lnTo>
                  <a:lnTo>
                    <a:pt x="6557884" y="2520"/>
                  </a:lnTo>
                  <a:lnTo>
                    <a:pt x="6535427" y="867"/>
                  </a:lnTo>
                  <a:lnTo>
                    <a:pt x="6525048" y="166"/>
                  </a:lnTo>
                  <a:lnTo>
                    <a:pt x="6522443" y="3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32" y="71"/>
                  </a:lnTo>
                  <a:lnTo>
                    <a:pt x="5519728" y="579"/>
                  </a:lnTo>
                  <a:lnTo>
                    <a:pt x="5502689" y="1981"/>
                  </a:lnTo>
                  <a:lnTo>
                    <a:pt x="5471874" y="4746"/>
                  </a:lnTo>
                  <a:lnTo>
                    <a:pt x="5425236" y="9322"/>
                  </a:lnTo>
                  <a:lnTo>
                    <a:pt x="5362255" y="16101"/>
                  </a:lnTo>
                  <a:lnTo>
                    <a:pt x="5283939" y="25386"/>
                  </a:lnTo>
                  <a:lnTo>
                    <a:pt x="5192590" y="37372"/>
                  </a:lnTo>
                  <a:lnTo>
                    <a:pt x="5091407" y="52149"/>
                  </a:lnTo>
                  <a:lnTo>
                    <a:pt x="4983998" y="69724"/>
                  </a:lnTo>
                  <a:lnTo>
                    <a:pt x="4873905" y="90050"/>
                  </a:lnTo>
                  <a:lnTo>
                    <a:pt x="4764254" y="113074"/>
                  </a:lnTo>
                  <a:lnTo>
                    <a:pt x="4657540" y="138761"/>
                  </a:lnTo>
                  <a:lnTo>
                    <a:pt x="4555559" y="167131"/>
                  </a:lnTo>
                  <a:lnTo>
                    <a:pt x="4459442" y="198269"/>
                  </a:lnTo>
                  <a:lnTo>
                    <a:pt x="4369751" y="232340"/>
                  </a:lnTo>
                  <a:lnTo>
                    <a:pt x="4286600" y="269591"/>
                  </a:lnTo>
                  <a:lnTo>
                    <a:pt x="4209773" y="310347"/>
                  </a:lnTo>
                  <a:lnTo>
                    <a:pt x="4138829" y="355006"/>
                  </a:lnTo>
                  <a:lnTo>
                    <a:pt x="4073184" y="404029"/>
                  </a:lnTo>
                  <a:lnTo>
                    <a:pt x="4012173" y="457918"/>
                  </a:lnTo>
                  <a:lnTo>
                    <a:pt x="3955105" y="517182"/>
                  </a:lnTo>
                  <a:lnTo>
                    <a:pt x="3901290" y="582288"/>
                  </a:lnTo>
                  <a:lnTo>
                    <a:pt x="3850083" y="653573"/>
                  </a:lnTo>
                  <a:lnTo>
                    <a:pt x="3820202" y="699624"/>
                  </a:lnTo>
                  <a:lnTo>
                    <a:pt x="3782373" y="762720"/>
                  </a:lnTo>
                  <a:lnTo>
                    <a:pt x="3745379" y="829704"/>
                  </a:lnTo>
                  <a:lnTo>
                    <a:pt x="3709029" y="900655"/>
                  </a:lnTo>
                  <a:lnTo>
                    <a:pt x="3673164" y="975608"/>
                  </a:lnTo>
                  <a:lnTo>
                    <a:pt x="3637650" y="1054553"/>
                  </a:lnTo>
                  <a:lnTo>
                    <a:pt x="3602377" y="1137425"/>
                  </a:lnTo>
                  <a:lnTo>
                    <a:pt x="3567258" y="1224107"/>
                  </a:lnTo>
                  <a:lnTo>
                    <a:pt x="3532223" y="1314423"/>
                  </a:lnTo>
                  <a:lnTo>
                    <a:pt x="3497220" y="1408141"/>
                  </a:lnTo>
                  <a:lnTo>
                    <a:pt x="3462210" y="1504969"/>
                  </a:lnTo>
                  <a:lnTo>
                    <a:pt x="3427171" y="1604559"/>
                  </a:lnTo>
                  <a:lnTo>
                    <a:pt x="3392089" y="1706513"/>
                  </a:lnTo>
                  <a:lnTo>
                    <a:pt x="3356962" y="1810385"/>
                  </a:lnTo>
                  <a:lnTo>
                    <a:pt x="3321797" y="1915692"/>
                  </a:lnTo>
                  <a:lnTo>
                    <a:pt x="3286604" y="2021922"/>
                  </a:lnTo>
                  <a:lnTo>
                    <a:pt x="3251399" y="2128542"/>
                  </a:lnTo>
                  <a:lnTo>
                    <a:pt x="3216198" y="2235011"/>
                  </a:lnTo>
                  <a:lnTo>
                    <a:pt x="3181019" y="2340792"/>
                  </a:lnTo>
                  <a:lnTo>
                    <a:pt x="3145874" y="2445363"/>
                  </a:lnTo>
                  <a:lnTo>
                    <a:pt x="3110772" y="2548225"/>
                  </a:lnTo>
                  <a:lnTo>
                    <a:pt x="3075715" y="2648916"/>
                  </a:lnTo>
                  <a:lnTo>
                    <a:pt x="3040694" y="2747015"/>
                  </a:lnTo>
                  <a:lnTo>
                    <a:pt x="3005691" y="2842152"/>
                  </a:lnTo>
                  <a:lnTo>
                    <a:pt x="2970676" y="2934010"/>
                  </a:lnTo>
                  <a:lnTo>
                    <a:pt x="2935602" y="3022329"/>
                  </a:lnTo>
                  <a:lnTo>
                    <a:pt x="2900407" y="3106909"/>
                  </a:lnTo>
                  <a:lnTo>
                    <a:pt x="2865012" y="3187607"/>
                  </a:lnTo>
                  <a:lnTo>
                    <a:pt x="2829318" y="3264335"/>
                  </a:lnTo>
                  <a:lnTo>
                    <a:pt x="2793201" y="3337060"/>
                  </a:lnTo>
                  <a:lnTo>
                    <a:pt x="2756515" y="3405796"/>
                  </a:lnTo>
                  <a:lnTo>
                    <a:pt x="2719082" y="3470605"/>
                  </a:lnTo>
                  <a:lnTo>
                    <a:pt x="2702183" y="3498123"/>
                  </a:lnTo>
                  <a:lnTo>
                    <a:pt x="2652266" y="3573199"/>
                  </a:lnTo>
                  <a:lnTo>
                    <a:pt x="2600098" y="3642005"/>
                  </a:lnTo>
                  <a:lnTo>
                    <a:pt x="2545073" y="3704744"/>
                  </a:lnTo>
                  <a:lnTo>
                    <a:pt x="2486525" y="3761817"/>
                  </a:lnTo>
                  <a:lnTo>
                    <a:pt x="2423758" y="3813715"/>
                  </a:lnTo>
                  <a:lnTo>
                    <a:pt x="2356087" y="3860949"/>
                  </a:lnTo>
                  <a:lnTo>
                    <a:pt x="2282874" y="3904008"/>
                  </a:lnTo>
                  <a:lnTo>
                    <a:pt x="2203581" y="3943330"/>
                  </a:lnTo>
                  <a:lnTo>
                    <a:pt x="2117846" y="3979285"/>
                  </a:lnTo>
                  <a:lnTo>
                    <a:pt x="2025571" y="4012168"/>
                  </a:lnTo>
                  <a:lnTo>
                    <a:pt x="1927032" y="4042193"/>
                  </a:lnTo>
                  <a:lnTo>
                    <a:pt x="1823003" y="4069493"/>
                  </a:lnTo>
                  <a:lnTo>
                    <a:pt x="1714870" y="4094124"/>
                  </a:lnTo>
                  <a:lnTo>
                    <a:pt x="1604707" y="4116084"/>
                  </a:lnTo>
                  <a:lnTo>
                    <a:pt x="1495275" y="4135326"/>
                  </a:lnTo>
                  <a:lnTo>
                    <a:pt x="1389898" y="4151794"/>
                  </a:lnTo>
                  <a:lnTo>
                    <a:pt x="1292196" y="4165460"/>
                  </a:lnTo>
                  <a:lnTo>
                    <a:pt x="1205672" y="4176358"/>
                  </a:lnTo>
                  <a:lnTo>
                    <a:pt x="1133227" y="4184620"/>
                  </a:lnTo>
                  <a:lnTo>
                    <a:pt x="1076690" y="4190484"/>
                  </a:lnTo>
                  <a:lnTo>
                    <a:pt x="1036477" y="4194290"/>
                  </a:lnTo>
                  <a:lnTo>
                    <a:pt x="1011453" y="4196459"/>
                  </a:lnTo>
                  <a:lnTo>
                    <a:pt x="998995" y="4197451"/>
                  </a:lnTo>
                  <a:lnTo>
                    <a:pt x="995167" y="4197732"/>
                  </a:lnTo>
                  <a:lnTo>
                    <a:pt x="994940" y="4197747"/>
                  </a:lnTo>
                  <a:lnTo>
                    <a:pt x="0" y="4197747"/>
                  </a:lnTo>
                  <a:lnTo>
                    <a:pt x="0" y="41977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7" name="pg2126"/>
            <p:cNvSpPr/>
            <p:nvPr/>
          </p:nvSpPr>
          <p:spPr>
            <a:xfrm>
              <a:off x="1199187" y="3180900"/>
              <a:ext cx="12049831" cy="3280636"/>
            </a:xfrm>
            <a:custGeom>
              <a:avLst/>
              <a:pathLst>
                <a:path w="12049831" h="3280636">
                  <a:moveTo>
                    <a:pt x="0" y="3280636"/>
                  </a:moveTo>
                  <a:lnTo>
                    <a:pt x="994940" y="3280636"/>
                  </a:lnTo>
                  <a:lnTo>
                    <a:pt x="995997" y="3280578"/>
                  </a:lnTo>
                  <a:lnTo>
                    <a:pt x="1002988" y="3280164"/>
                  </a:lnTo>
                  <a:lnTo>
                    <a:pt x="1020736" y="3279021"/>
                  </a:lnTo>
                  <a:lnTo>
                    <a:pt x="1052783" y="3276767"/>
                  </a:lnTo>
                  <a:lnTo>
                    <a:pt x="1101191" y="3273038"/>
                  </a:lnTo>
                  <a:lnTo>
                    <a:pt x="1166393" y="3267520"/>
                  </a:lnTo>
                  <a:lnTo>
                    <a:pt x="1247219" y="3259972"/>
                  </a:lnTo>
                  <a:lnTo>
                    <a:pt x="1341156" y="3250244"/>
                  </a:lnTo>
                  <a:lnTo>
                    <a:pt x="1444793" y="3238270"/>
                  </a:lnTo>
                  <a:lnTo>
                    <a:pt x="1554349" y="3224053"/>
                  </a:lnTo>
                  <a:lnTo>
                    <a:pt x="1666166" y="3207632"/>
                  </a:lnTo>
                  <a:lnTo>
                    <a:pt x="1777071" y="3189051"/>
                  </a:lnTo>
                  <a:lnTo>
                    <a:pt x="1884578" y="3168331"/>
                  </a:lnTo>
                  <a:lnTo>
                    <a:pt x="1986945" y="3145449"/>
                  </a:lnTo>
                  <a:lnTo>
                    <a:pt x="2083114" y="3120320"/>
                  </a:lnTo>
                  <a:lnTo>
                    <a:pt x="2172610" y="3092798"/>
                  </a:lnTo>
                  <a:lnTo>
                    <a:pt x="2255399" y="3062666"/>
                  </a:lnTo>
                  <a:lnTo>
                    <a:pt x="2331775" y="3029646"/>
                  </a:lnTo>
                  <a:lnTo>
                    <a:pt x="2402241" y="2993397"/>
                  </a:lnTo>
                  <a:lnTo>
                    <a:pt x="2467437" y="2953533"/>
                  </a:lnTo>
                  <a:lnTo>
                    <a:pt x="2528068" y="2909642"/>
                  </a:lnTo>
                  <a:lnTo>
                    <a:pt x="2584861" y="2861312"/>
                  </a:lnTo>
                  <a:lnTo>
                    <a:pt x="2638524" y="2808188"/>
                  </a:lnTo>
                  <a:lnTo>
                    <a:pt x="2689711" y="2750051"/>
                  </a:lnTo>
                  <a:lnTo>
                    <a:pt x="2702183" y="2734737"/>
                  </a:lnTo>
                  <a:lnTo>
                    <a:pt x="2744057" y="2679990"/>
                  </a:lnTo>
                  <a:lnTo>
                    <a:pt x="2784932" y="2621507"/>
                  </a:lnTo>
                  <a:lnTo>
                    <a:pt x="2825060" y="2559211"/>
                  </a:lnTo>
                  <a:lnTo>
                    <a:pt x="2864649" y="2493078"/>
                  </a:lnTo>
                  <a:lnTo>
                    <a:pt x="2903868" y="2423141"/>
                  </a:lnTo>
                  <a:lnTo>
                    <a:pt x="2942851" y="2349494"/>
                  </a:lnTo>
                  <a:lnTo>
                    <a:pt x="2981703" y="2272299"/>
                  </a:lnTo>
                  <a:lnTo>
                    <a:pt x="3020502" y="2191787"/>
                  </a:lnTo>
                  <a:lnTo>
                    <a:pt x="3059304" y="2108254"/>
                  </a:lnTo>
                  <a:lnTo>
                    <a:pt x="3098141" y="2022065"/>
                  </a:lnTo>
                  <a:lnTo>
                    <a:pt x="3137031" y="1933645"/>
                  </a:lnTo>
                  <a:lnTo>
                    <a:pt x="3175975" y="1843474"/>
                  </a:lnTo>
                  <a:lnTo>
                    <a:pt x="3214963" y="1752072"/>
                  </a:lnTo>
                  <a:lnTo>
                    <a:pt x="3253977" y="1659994"/>
                  </a:lnTo>
                  <a:lnTo>
                    <a:pt x="3292996" y="1567809"/>
                  </a:lnTo>
                  <a:lnTo>
                    <a:pt x="3331996" y="1476091"/>
                  </a:lnTo>
                  <a:lnTo>
                    <a:pt x="3370958" y="1385402"/>
                  </a:lnTo>
                  <a:lnTo>
                    <a:pt x="3409868" y="1296276"/>
                  </a:lnTo>
                  <a:lnTo>
                    <a:pt x="3448724" y="1209210"/>
                  </a:lnTo>
                  <a:lnTo>
                    <a:pt x="3487535" y="1124649"/>
                  </a:lnTo>
                  <a:lnTo>
                    <a:pt x="3526330" y="1042981"/>
                  </a:lnTo>
                  <a:lnTo>
                    <a:pt x="3565155" y="964529"/>
                  </a:lnTo>
                  <a:lnTo>
                    <a:pt x="3604079" y="889547"/>
                  </a:lnTo>
                  <a:lnTo>
                    <a:pt x="3643197" y="818224"/>
                  </a:lnTo>
                  <a:lnTo>
                    <a:pt x="3682631" y="750677"/>
                  </a:lnTo>
                  <a:lnTo>
                    <a:pt x="3722538" y="686962"/>
                  </a:lnTo>
                  <a:lnTo>
                    <a:pt x="3763109" y="627075"/>
                  </a:lnTo>
                  <a:lnTo>
                    <a:pt x="3804581" y="570958"/>
                  </a:lnTo>
                  <a:lnTo>
                    <a:pt x="3820202" y="551140"/>
                  </a:lnTo>
                  <a:lnTo>
                    <a:pt x="3870862" y="491742"/>
                  </a:lnTo>
                  <a:lnTo>
                    <a:pt x="3923848" y="437379"/>
                  </a:lnTo>
                  <a:lnTo>
                    <a:pt x="3979794" y="387880"/>
                  </a:lnTo>
                  <a:lnTo>
                    <a:pt x="4039398" y="342917"/>
                  </a:lnTo>
                  <a:lnTo>
                    <a:pt x="4103385" y="302087"/>
                  </a:lnTo>
                  <a:lnTo>
                    <a:pt x="4172472" y="264972"/>
                  </a:lnTo>
                  <a:lnTo>
                    <a:pt x="4247316" y="231178"/>
                  </a:lnTo>
                  <a:lnTo>
                    <a:pt x="4328466" y="200354"/>
                  </a:lnTo>
                  <a:lnTo>
                    <a:pt x="4416274" y="172202"/>
                  </a:lnTo>
                  <a:lnTo>
                    <a:pt x="4510801" y="146492"/>
                  </a:lnTo>
                  <a:lnTo>
                    <a:pt x="4611693" y="123058"/>
                  </a:lnTo>
                  <a:lnTo>
                    <a:pt x="4718051" y="101802"/>
                  </a:lnTo>
                  <a:lnTo>
                    <a:pt x="4828311" y="82686"/>
                  </a:lnTo>
                  <a:lnTo>
                    <a:pt x="4940172" y="65722"/>
                  </a:lnTo>
                  <a:lnTo>
                    <a:pt x="5050622" y="50950"/>
                  </a:lnTo>
                  <a:lnTo>
                    <a:pt x="5156096" y="38414"/>
                  </a:lnTo>
                  <a:lnTo>
                    <a:pt x="5252800" y="28127"/>
                  </a:lnTo>
                  <a:lnTo>
                    <a:pt x="5337182" y="20045"/>
                  </a:lnTo>
                  <a:lnTo>
                    <a:pt x="5406455" y="14039"/>
                  </a:lnTo>
                  <a:lnTo>
                    <a:pt x="5459084" y="9890"/>
                  </a:lnTo>
                  <a:lnTo>
                    <a:pt x="5495089" y="7300"/>
                  </a:lnTo>
                  <a:lnTo>
                    <a:pt x="5516132" y="5915"/>
                  </a:lnTo>
                  <a:lnTo>
                    <a:pt x="5525406" y="535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1" y="5271"/>
                  </a:lnTo>
                  <a:lnTo>
                    <a:pt x="6530867" y="5488"/>
                  </a:lnTo>
                  <a:lnTo>
                    <a:pt x="6549541" y="6089"/>
                  </a:lnTo>
                  <a:lnTo>
                    <a:pt x="6583194" y="7274"/>
                  </a:lnTo>
                  <a:lnTo>
                    <a:pt x="6633897" y="9232"/>
                  </a:lnTo>
                  <a:lnTo>
                    <a:pt x="6701963" y="12127"/>
                  </a:lnTo>
                  <a:lnTo>
                    <a:pt x="6786000" y="16080"/>
                  </a:lnTo>
                  <a:lnTo>
                    <a:pt x="6883218" y="21164"/>
                  </a:lnTo>
                  <a:lnTo>
                    <a:pt x="6989930" y="27407"/>
                  </a:lnTo>
                  <a:lnTo>
                    <a:pt x="7102136" y="34806"/>
                  </a:lnTo>
                  <a:lnTo>
                    <a:pt x="7216041" y="43338"/>
                  </a:lnTo>
                  <a:lnTo>
                    <a:pt x="7328425" y="52980"/>
                  </a:lnTo>
                  <a:lnTo>
                    <a:pt x="7436827" y="63726"/>
                  </a:lnTo>
                  <a:lnTo>
                    <a:pt x="7539581" y="75596"/>
                  </a:lnTo>
                  <a:lnTo>
                    <a:pt x="7635733" y="88641"/>
                  </a:lnTo>
                  <a:lnTo>
                    <a:pt x="7724917" y="102947"/>
                  </a:lnTo>
                  <a:lnTo>
                    <a:pt x="7807208" y="118639"/>
                  </a:lnTo>
                  <a:lnTo>
                    <a:pt x="7882993" y="135873"/>
                  </a:lnTo>
                  <a:lnTo>
                    <a:pt x="7952857" y="154835"/>
                  </a:lnTo>
                  <a:lnTo>
                    <a:pt x="8017505" y="175736"/>
                  </a:lnTo>
                  <a:lnTo>
                    <a:pt x="8077696" y="198793"/>
                  </a:lnTo>
                  <a:lnTo>
                    <a:pt x="8134192" y="224215"/>
                  </a:lnTo>
                  <a:lnTo>
                    <a:pt x="8187723" y="252168"/>
                  </a:lnTo>
                  <a:lnTo>
                    <a:pt x="8229629" y="276880"/>
                  </a:lnTo>
                  <a:lnTo>
                    <a:pt x="8281985" y="311347"/>
                  </a:lnTo>
                  <a:lnTo>
                    <a:pt x="8332874" y="348757"/>
                  </a:lnTo>
                  <a:lnTo>
                    <a:pt x="8382759" y="389165"/>
                  </a:lnTo>
                  <a:lnTo>
                    <a:pt x="8432002" y="432560"/>
                  </a:lnTo>
                  <a:lnTo>
                    <a:pt x="8480874" y="478855"/>
                  </a:lnTo>
                  <a:lnTo>
                    <a:pt x="8529576" y="527881"/>
                  </a:lnTo>
                  <a:lnTo>
                    <a:pt x="8578243" y="579387"/>
                  </a:lnTo>
                  <a:lnTo>
                    <a:pt x="8626956" y="633037"/>
                  </a:lnTo>
                  <a:lnTo>
                    <a:pt x="8675750" y="688420"/>
                  </a:lnTo>
                  <a:lnTo>
                    <a:pt x="8724626" y="745057"/>
                  </a:lnTo>
                  <a:lnTo>
                    <a:pt x="8773558" y="802423"/>
                  </a:lnTo>
                  <a:lnTo>
                    <a:pt x="8822503" y="859963"/>
                  </a:lnTo>
                  <a:lnTo>
                    <a:pt x="8871417" y="917114"/>
                  </a:lnTo>
                  <a:lnTo>
                    <a:pt x="8920264" y="973329"/>
                  </a:lnTo>
                  <a:lnTo>
                    <a:pt x="8969025" y="1028100"/>
                  </a:lnTo>
                  <a:lnTo>
                    <a:pt x="9017714" y="1080972"/>
                  </a:lnTo>
                  <a:lnTo>
                    <a:pt x="9066382" y="1131561"/>
                  </a:lnTo>
                  <a:lnTo>
                    <a:pt x="9115130" y="1179565"/>
                  </a:lnTo>
                  <a:lnTo>
                    <a:pt x="9164117" y="1224762"/>
                  </a:lnTo>
                  <a:lnTo>
                    <a:pt x="9213570" y="1267017"/>
                  </a:lnTo>
                  <a:lnTo>
                    <a:pt x="9263792" y="1306271"/>
                  </a:lnTo>
                  <a:lnTo>
                    <a:pt x="9315183" y="1342542"/>
                  </a:lnTo>
                  <a:lnTo>
                    <a:pt x="9347647" y="1363438"/>
                  </a:lnTo>
                  <a:lnTo>
                    <a:pt x="9399253" y="1393510"/>
                  </a:lnTo>
                  <a:lnTo>
                    <a:pt x="9453280" y="1420986"/>
                  </a:lnTo>
                  <a:lnTo>
                    <a:pt x="9510402" y="1445957"/>
                  </a:lnTo>
                  <a:lnTo>
                    <a:pt x="9571358" y="1468600"/>
                  </a:lnTo>
                  <a:lnTo>
                    <a:pt x="9636914" y="1489125"/>
                  </a:lnTo>
                  <a:lnTo>
                    <a:pt x="9707822" y="1507753"/>
                  </a:lnTo>
                  <a:lnTo>
                    <a:pt x="9784769" y="1524689"/>
                  </a:lnTo>
                  <a:lnTo>
                    <a:pt x="9868312" y="1540114"/>
                  </a:lnTo>
                  <a:lnTo>
                    <a:pt x="9958789" y="1554179"/>
                  </a:lnTo>
                  <a:lnTo>
                    <a:pt x="10056204" y="1567001"/>
                  </a:lnTo>
                  <a:lnTo>
                    <a:pt x="10160093" y="1578660"/>
                  </a:lnTo>
                  <a:lnTo>
                    <a:pt x="10269380" y="1589202"/>
                  </a:lnTo>
                  <a:lnTo>
                    <a:pt x="10382254" y="1598640"/>
                  </a:lnTo>
                  <a:lnTo>
                    <a:pt x="10496108" y="1606964"/>
                  </a:lnTo>
                  <a:lnTo>
                    <a:pt x="10607597" y="1614151"/>
                  </a:lnTo>
                  <a:lnTo>
                    <a:pt x="10712855" y="1620180"/>
                  </a:lnTo>
                  <a:lnTo>
                    <a:pt x="10807896" y="1625052"/>
                  </a:lnTo>
                  <a:lnTo>
                    <a:pt x="10889156" y="1628802"/>
                  </a:lnTo>
                  <a:lnTo>
                    <a:pt x="10954070" y="1631513"/>
                  </a:lnTo>
                  <a:lnTo>
                    <a:pt x="11001546" y="1633315"/>
                  </a:lnTo>
                  <a:lnTo>
                    <a:pt x="11032226" y="1634377"/>
                  </a:lnTo>
                  <a:lnTo>
                    <a:pt x="11048490" y="1634892"/>
                  </a:lnTo>
                  <a:lnTo>
                    <a:pt x="11054281" y="1635061"/>
                  </a:lnTo>
                  <a:lnTo>
                    <a:pt x="11054891" y="1635077"/>
                  </a:lnTo>
                  <a:lnTo>
                    <a:pt x="12049831" y="1635077"/>
                  </a:lnTo>
                  <a:lnTo>
                    <a:pt x="12049831" y="1629837"/>
                  </a:lnTo>
                  <a:lnTo>
                    <a:pt x="11054891" y="1629837"/>
                  </a:lnTo>
                  <a:lnTo>
                    <a:pt x="11053775" y="1629806"/>
                  </a:lnTo>
                  <a:lnTo>
                    <a:pt x="11046410" y="1629589"/>
                  </a:lnTo>
                  <a:lnTo>
                    <a:pt x="11027736" y="1628987"/>
                  </a:lnTo>
                  <a:lnTo>
                    <a:pt x="10994082" y="1627803"/>
                  </a:lnTo>
                  <a:lnTo>
                    <a:pt x="10943379" y="1625844"/>
                  </a:lnTo>
                  <a:lnTo>
                    <a:pt x="10875314" y="1622950"/>
                  </a:lnTo>
                  <a:lnTo>
                    <a:pt x="10791277" y="1618997"/>
                  </a:lnTo>
                  <a:lnTo>
                    <a:pt x="10694059" y="1613913"/>
                  </a:lnTo>
                  <a:lnTo>
                    <a:pt x="10587347" y="1607669"/>
                  </a:lnTo>
                  <a:lnTo>
                    <a:pt x="10475141" y="1600271"/>
                  </a:lnTo>
                  <a:lnTo>
                    <a:pt x="10361236" y="1591739"/>
                  </a:lnTo>
                  <a:lnTo>
                    <a:pt x="10248852" y="1582097"/>
                  </a:lnTo>
                  <a:lnTo>
                    <a:pt x="10140449" y="1571351"/>
                  </a:lnTo>
                  <a:lnTo>
                    <a:pt x="10037696" y="1559481"/>
                  </a:lnTo>
                  <a:lnTo>
                    <a:pt x="9941544" y="1546436"/>
                  </a:lnTo>
                  <a:lnTo>
                    <a:pt x="9852360" y="1532130"/>
                  </a:lnTo>
                  <a:lnTo>
                    <a:pt x="9770068" y="1516438"/>
                  </a:lnTo>
                  <a:lnTo>
                    <a:pt x="9694284" y="1499204"/>
                  </a:lnTo>
                  <a:lnTo>
                    <a:pt x="9624419" y="1480242"/>
                  </a:lnTo>
                  <a:lnTo>
                    <a:pt x="9559771" y="1459341"/>
                  </a:lnTo>
                  <a:lnTo>
                    <a:pt x="9499581" y="1436284"/>
                  </a:lnTo>
                  <a:lnTo>
                    <a:pt x="9443085" y="1410861"/>
                  </a:lnTo>
                  <a:lnTo>
                    <a:pt x="9389553" y="1382909"/>
                  </a:lnTo>
                  <a:lnTo>
                    <a:pt x="9347647" y="1358197"/>
                  </a:lnTo>
                  <a:lnTo>
                    <a:pt x="9295291" y="1323730"/>
                  </a:lnTo>
                  <a:lnTo>
                    <a:pt x="9244403" y="1286320"/>
                  </a:lnTo>
                  <a:lnTo>
                    <a:pt x="9194517" y="1245912"/>
                  </a:lnTo>
                  <a:lnTo>
                    <a:pt x="9145275" y="1202517"/>
                  </a:lnTo>
                  <a:lnTo>
                    <a:pt x="9096403" y="1156222"/>
                  </a:lnTo>
                  <a:lnTo>
                    <a:pt x="9047701" y="1107195"/>
                  </a:lnTo>
                  <a:lnTo>
                    <a:pt x="8999034" y="1055689"/>
                  </a:lnTo>
                  <a:lnTo>
                    <a:pt x="8950321" y="1002039"/>
                  </a:lnTo>
                  <a:lnTo>
                    <a:pt x="8901526" y="946657"/>
                  </a:lnTo>
                  <a:lnTo>
                    <a:pt x="8852650" y="890020"/>
                  </a:lnTo>
                  <a:lnTo>
                    <a:pt x="8803719" y="832654"/>
                  </a:lnTo>
                  <a:lnTo>
                    <a:pt x="8754774" y="775114"/>
                  </a:lnTo>
                  <a:lnTo>
                    <a:pt x="8705860" y="717963"/>
                  </a:lnTo>
                  <a:lnTo>
                    <a:pt x="8657013" y="661748"/>
                  </a:lnTo>
                  <a:lnTo>
                    <a:pt x="8608251" y="606977"/>
                  </a:lnTo>
                  <a:lnTo>
                    <a:pt x="8559562" y="554105"/>
                  </a:lnTo>
                  <a:lnTo>
                    <a:pt x="8510894" y="503516"/>
                  </a:lnTo>
                  <a:lnTo>
                    <a:pt x="8462146" y="455512"/>
                  </a:lnTo>
                  <a:lnTo>
                    <a:pt x="8413159" y="410315"/>
                  </a:lnTo>
                  <a:lnTo>
                    <a:pt x="8363707" y="368060"/>
                  </a:lnTo>
                  <a:lnTo>
                    <a:pt x="8313484" y="328805"/>
                  </a:lnTo>
                  <a:lnTo>
                    <a:pt x="8262094" y="292535"/>
                  </a:lnTo>
                  <a:lnTo>
                    <a:pt x="8229629" y="271639"/>
                  </a:lnTo>
                  <a:lnTo>
                    <a:pt x="8178024" y="241567"/>
                  </a:lnTo>
                  <a:lnTo>
                    <a:pt x="8123997" y="214091"/>
                  </a:lnTo>
                  <a:lnTo>
                    <a:pt x="8066875" y="189120"/>
                  </a:lnTo>
                  <a:lnTo>
                    <a:pt x="8005919" y="166477"/>
                  </a:lnTo>
                  <a:lnTo>
                    <a:pt x="7940363" y="145951"/>
                  </a:lnTo>
                  <a:lnTo>
                    <a:pt x="7869455" y="127323"/>
                  </a:lnTo>
                  <a:lnTo>
                    <a:pt x="7792508" y="110388"/>
                  </a:lnTo>
                  <a:lnTo>
                    <a:pt x="7708964" y="94963"/>
                  </a:lnTo>
                  <a:lnTo>
                    <a:pt x="7618487" y="80898"/>
                  </a:lnTo>
                  <a:lnTo>
                    <a:pt x="7521072" y="68076"/>
                  </a:lnTo>
                  <a:lnTo>
                    <a:pt x="7417183" y="56416"/>
                  </a:lnTo>
                  <a:lnTo>
                    <a:pt x="7307897" y="45875"/>
                  </a:lnTo>
                  <a:lnTo>
                    <a:pt x="7195023" y="36436"/>
                  </a:lnTo>
                  <a:lnTo>
                    <a:pt x="7081168" y="28112"/>
                  </a:lnTo>
                  <a:lnTo>
                    <a:pt x="6969679" y="20926"/>
                  </a:lnTo>
                  <a:lnTo>
                    <a:pt x="6864422" y="14897"/>
                  </a:lnTo>
                  <a:lnTo>
                    <a:pt x="6769381" y="10025"/>
                  </a:lnTo>
                  <a:lnTo>
                    <a:pt x="6688121" y="6275"/>
                  </a:lnTo>
                  <a:lnTo>
                    <a:pt x="6623206" y="3564"/>
                  </a:lnTo>
                  <a:lnTo>
                    <a:pt x="6575730" y="1762"/>
                  </a:lnTo>
                  <a:lnTo>
                    <a:pt x="6545051" y="700"/>
                  </a:lnTo>
                  <a:lnTo>
                    <a:pt x="6528787" y="185"/>
                  </a:lnTo>
                  <a:lnTo>
                    <a:pt x="6522996" y="1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8" y="58"/>
                  </a:lnTo>
                  <a:lnTo>
                    <a:pt x="5519397" y="472"/>
                  </a:lnTo>
                  <a:lnTo>
                    <a:pt x="5501649" y="1615"/>
                  </a:lnTo>
                  <a:lnTo>
                    <a:pt x="5469602" y="3869"/>
                  </a:lnTo>
                  <a:lnTo>
                    <a:pt x="5421194" y="7598"/>
                  </a:lnTo>
                  <a:lnTo>
                    <a:pt x="5355992" y="13116"/>
                  </a:lnTo>
                  <a:lnTo>
                    <a:pt x="5275166" y="20664"/>
                  </a:lnTo>
                  <a:lnTo>
                    <a:pt x="5181229" y="30392"/>
                  </a:lnTo>
                  <a:lnTo>
                    <a:pt x="5077592" y="42366"/>
                  </a:lnTo>
                  <a:lnTo>
                    <a:pt x="4968036" y="56583"/>
                  </a:lnTo>
                  <a:lnTo>
                    <a:pt x="4856219" y="73004"/>
                  </a:lnTo>
                  <a:lnTo>
                    <a:pt x="4745314" y="91585"/>
                  </a:lnTo>
                  <a:lnTo>
                    <a:pt x="4637807" y="112305"/>
                  </a:lnTo>
                  <a:lnTo>
                    <a:pt x="4535440" y="135187"/>
                  </a:lnTo>
                  <a:lnTo>
                    <a:pt x="4439271" y="160316"/>
                  </a:lnTo>
                  <a:lnTo>
                    <a:pt x="4349775" y="187838"/>
                  </a:lnTo>
                  <a:lnTo>
                    <a:pt x="4266986" y="217970"/>
                  </a:lnTo>
                  <a:lnTo>
                    <a:pt x="4190610" y="250990"/>
                  </a:lnTo>
                  <a:lnTo>
                    <a:pt x="4120144" y="287239"/>
                  </a:lnTo>
                  <a:lnTo>
                    <a:pt x="4054948" y="327103"/>
                  </a:lnTo>
                  <a:lnTo>
                    <a:pt x="3994317" y="370994"/>
                  </a:lnTo>
                  <a:lnTo>
                    <a:pt x="3937524" y="419324"/>
                  </a:lnTo>
                  <a:lnTo>
                    <a:pt x="3883861" y="472448"/>
                  </a:lnTo>
                  <a:lnTo>
                    <a:pt x="3832674" y="530585"/>
                  </a:lnTo>
                  <a:lnTo>
                    <a:pt x="3820202" y="545899"/>
                  </a:lnTo>
                  <a:lnTo>
                    <a:pt x="3778328" y="600646"/>
                  </a:lnTo>
                  <a:lnTo>
                    <a:pt x="3737453" y="659129"/>
                  </a:lnTo>
                  <a:lnTo>
                    <a:pt x="3697325" y="721425"/>
                  </a:lnTo>
                  <a:lnTo>
                    <a:pt x="3657736" y="787558"/>
                  </a:lnTo>
                  <a:lnTo>
                    <a:pt x="3618517" y="857495"/>
                  </a:lnTo>
                  <a:lnTo>
                    <a:pt x="3579534" y="931142"/>
                  </a:lnTo>
                  <a:lnTo>
                    <a:pt x="3540682" y="1008337"/>
                  </a:lnTo>
                  <a:lnTo>
                    <a:pt x="3501883" y="1088849"/>
                  </a:lnTo>
                  <a:lnTo>
                    <a:pt x="3463081" y="1172382"/>
                  </a:lnTo>
                  <a:lnTo>
                    <a:pt x="3424244" y="1258571"/>
                  </a:lnTo>
                  <a:lnTo>
                    <a:pt x="3385354" y="1346991"/>
                  </a:lnTo>
                  <a:lnTo>
                    <a:pt x="3346410" y="1437162"/>
                  </a:lnTo>
                  <a:lnTo>
                    <a:pt x="3307422" y="1528564"/>
                  </a:lnTo>
                  <a:lnTo>
                    <a:pt x="3268408" y="1620642"/>
                  </a:lnTo>
                  <a:lnTo>
                    <a:pt x="3229389" y="1712827"/>
                  </a:lnTo>
                  <a:lnTo>
                    <a:pt x="3190389" y="1804545"/>
                  </a:lnTo>
                  <a:lnTo>
                    <a:pt x="3151427" y="1895234"/>
                  </a:lnTo>
                  <a:lnTo>
                    <a:pt x="3112517" y="1984360"/>
                  </a:lnTo>
                  <a:lnTo>
                    <a:pt x="3073661" y="2071426"/>
                  </a:lnTo>
                  <a:lnTo>
                    <a:pt x="3034850" y="2155987"/>
                  </a:lnTo>
                  <a:lnTo>
                    <a:pt x="2996055" y="2237655"/>
                  </a:lnTo>
                  <a:lnTo>
                    <a:pt x="2957230" y="2316107"/>
                  </a:lnTo>
                  <a:lnTo>
                    <a:pt x="2918306" y="2391089"/>
                  </a:lnTo>
                  <a:lnTo>
                    <a:pt x="2879188" y="2462412"/>
                  </a:lnTo>
                  <a:lnTo>
                    <a:pt x="2839754" y="2529959"/>
                  </a:lnTo>
                  <a:lnTo>
                    <a:pt x="2799847" y="2593674"/>
                  </a:lnTo>
                  <a:lnTo>
                    <a:pt x="2759276" y="2653561"/>
                  </a:lnTo>
                  <a:lnTo>
                    <a:pt x="2717804" y="2709678"/>
                  </a:lnTo>
                  <a:lnTo>
                    <a:pt x="2702183" y="2729496"/>
                  </a:lnTo>
                  <a:lnTo>
                    <a:pt x="2651523" y="2788894"/>
                  </a:lnTo>
                  <a:lnTo>
                    <a:pt x="2598537" y="2843257"/>
                  </a:lnTo>
                  <a:lnTo>
                    <a:pt x="2542591" y="2892755"/>
                  </a:lnTo>
                  <a:lnTo>
                    <a:pt x="2482987" y="2937719"/>
                  </a:lnTo>
                  <a:lnTo>
                    <a:pt x="2419000" y="2978549"/>
                  </a:lnTo>
                  <a:lnTo>
                    <a:pt x="2349913" y="3015664"/>
                  </a:lnTo>
                  <a:lnTo>
                    <a:pt x="2275069" y="3049457"/>
                  </a:lnTo>
                  <a:lnTo>
                    <a:pt x="2193919" y="3080282"/>
                  </a:lnTo>
                  <a:lnTo>
                    <a:pt x="2106111" y="3108434"/>
                  </a:lnTo>
                  <a:lnTo>
                    <a:pt x="2011584" y="3134144"/>
                  </a:lnTo>
                  <a:lnTo>
                    <a:pt x="1910692" y="3157578"/>
                  </a:lnTo>
                  <a:lnTo>
                    <a:pt x="1804334" y="3178834"/>
                  </a:lnTo>
                  <a:lnTo>
                    <a:pt x="1694074" y="3197949"/>
                  </a:lnTo>
                  <a:lnTo>
                    <a:pt x="1582213" y="3214914"/>
                  </a:lnTo>
                  <a:lnTo>
                    <a:pt x="1471763" y="3229686"/>
                  </a:lnTo>
                  <a:lnTo>
                    <a:pt x="1366289" y="3242222"/>
                  </a:lnTo>
                  <a:lnTo>
                    <a:pt x="1269585" y="3252509"/>
                  </a:lnTo>
                  <a:lnTo>
                    <a:pt x="1185203" y="3260591"/>
                  </a:lnTo>
                  <a:lnTo>
                    <a:pt x="1115930" y="3266597"/>
                  </a:lnTo>
                  <a:lnTo>
                    <a:pt x="1063301" y="3270746"/>
                  </a:lnTo>
                  <a:lnTo>
                    <a:pt x="1027296" y="3273336"/>
                  </a:lnTo>
                  <a:lnTo>
                    <a:pt x="1006253" y="3274721"/>
                  </a:lnTo>
                  <a:lnTo>
                    <a:pt x="996979" y="3275282"/>
                  </a:lnTo>
                  <a:lnTo>
                    <a:pt x="994940" y="3275396"/>
                  </a:lnTo>
                  <a:lnTo>
                    <a:pt x="0" y="3275396"/>
                  </a:lnTo>
                  <a:close/>
                </a:path>
              </a:pathLst>
            </a:custGeom>
            <a:solidFill>
              <a:srgbClr val="42A5F5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28" name="pl2127"/>
            <p:cNvSpPr/>
            <p:nvPr/>
          </p:nvSpPr>
          <p:spPr>
            <a:xfrm>
              <a:off x="1199187" y="3186141"/>
              <a:ext cx="12049831" cy="3275396"/>
            </a:xfrm>
            <a:custGeom>
              <a:avLst/>
              <a:pathLst>
                <a:path w="12049831" h="3275396">
                  <a:moveTo>
                    <a:pt x="0" y="3275396"/>
                  </a:moveTo>
                  <a:lnTo>
                    <a:pt x="994940" y="3275396"/>
                  </a:lnTo>
                  <a:lnTo>
                    <a:pt x="995997" y="3275338"/>
                  </a:lnTo>
                  <a:lnTo>
                    <a:pt x="1002988" y="3274924"/>
                  </a:lnTo>
                  <a:lnTo>
                    <a:pt x="1020736" y="3273780"/>
                  </a:lnTo>
                  <a:lnTo>
                    <a:pt x="1052783" y="3271526"/>
                  </a:lnTo>
                  <a:lnTo>
                    <a:pt x="1101191" y="3267798"/>
                  </a:lnTo>
                  <a:lnTo>
                    <a:pt x="1166393" y="3262280"/>
                  </a:lnTo>
                  <a:lnTo>
                    <a:pt x="1247219" y="3254731"/>
                  </a:lnTo>
                  <a:lnTo>
                    <a:pt x="1341156" y="3245003"/>
                  </a:lnTo>
                  <a:lnTo>
                    <a:pt x="1444793" y="3233029"/>
                  </a:lnTo>
                  <a:lnTo>
                    <a:pt x="1554349" y="3218812"/>
                  </a:lnTo>
                  <a:lnTo>
                    <a:pt x="1666166" y="3202391"/>
                  </a:lnTo>
                  <a:lnTo>
                    <a:pt x="1777071" y="3183811"/>
                  </a:lnTo>
                  <a:lnTo>
                    <a:pt x="1884578" y="3163091"/>
                  </a:lnTo>
                  <a:lnTo>
                    <a:pt x="1986945" y="3140208"/>
                  </a:lnTo>
                  <a:lnTo>
                    <a:pt x="2083114" y="3115079"/>
                  </a:lnTo>
                  <a:lnTo>
                    <a:pt x="2172610" y="3087557"/>
                  </a:lnTo>
                  <a:lnTo>
                    <a:pt x="2255399" y="3057426"/>
                  </a:lnTo>
                  <a:lnTo>
                    <a:pt x="2331775" y="3024405"/>
                  </a:lnTo>
                  <a:lnTo>
                    <a:pt x="2402241" y="2988156"/>
                  </a:lnTo>
                  <a:lnTo>
                    <a:pt x="2467437" y="2948293"/>
                  </a:lnTo>
                  <a:lnTo>
                    <a:pt x="2528068" y="2904401"/>
                  </a:lnTo>
                  <a:lnTo>
                    <a:pt x="2584861" y="2856071"/>
                  </a:lnTo>
                  <a:lnTo>
                    <a:pt x="2638524" y="2802947"/>
                  </a:lnTo>
                  <a:lnTo>
                    <a:pt x="2689711" y="2744810"/>
                  </a:lnTo>
                  <a:lnTo>
                    <a:pt x="2702183" y="2729496"/>
                  </a:lnTo>
                  <a:lnTo>
                    <a:pt x="2744057" y="2674749"/>
                  </a:lnTo>
                  <a:lnTo>
                    <a:pt x="2784932" y="2616266"/>
                  </a:lnTo>
                  <a:lnTo>
                    <a:pt x="2825060" y="2553970"/>
                  </a:lnTo>
                  <a:lnTo>
                    <a:pt x="2864649" y="2487837"/>
                  </a:lnTo>
                  <a:lnTo>
                    <a:pt x="2903868" y="2417900"/>
                  </a:lnTo>
                  <a:lnTo>
                    <a:pt x="2942851" y="2344253"/>
                  </a:lnTo>
                  <a:lnTo>
                    <a:pt x="2981703" y="2267059"/>
                  </a:lnTo>
                  <a:lnTo>
                    <a:pt x="3020502" y="2186546"/>
                  </a:lnTo>
                  <a:lnTo>
                    <a:pt x="3059304" y="2103013"/>
                  </a:lnTo>
                  <a:lnTo>
                    <a:pt x="3098141" y="2016824"/>
                  </a:lnTo>
                  <a:lnTo>
                    <a:pt x="3137031" y="1928405"/>
                  </a:lnTo>
                  <a:lnTo>
                    <a:pt x="3175975" y="1838233"/>
                  </a:lnTo>
                  <a:lnTo>
                    <a:pt x="3214963" y="1746832"/>
                  </a:lnTo>
                  <a:lnTo>
                    <a:pt x="3253977" y="1654753"/>
                  </a:lnTo>
                  <a:lnTo>
                    <a:pt x="3292996" y="1562568"/>
                  </a:lnTo>
                  <a:lnTo>
                    <a:pt x="3331996" y="1470851"/>
                  </a:lnTo>
                  <a:lnTo>
                    <a:pt x="3370958" y="1380161"/>
                  </a:lnTo>
                  <a:lnTo>
                    <a:pt x="3409868" y="1291035"/>
                  </a:lnTo>
                  <a:lnTo>
                    <a:pt x="3448724" y="1203969"/>
                  </a:lnTo>
                  <a:lnTo>
                    <a:pt x="3487535" y="1119408"/>
                  </a:lnTo>
                  <a:lnTo>
                    <a:pt x="3526330" y="1037740"/>
                  </a:lnTo>
                  <a:lnTo>
                    <a:pt x="3565155" y="959288"/>
                  </a:lnTo>
                  <a:lnTo>
                    <a:pt x="3604079" y="884307"/>
                  </a:lnTo>
                  <a:lnTo>
                    <a:pt x="3643197" y="812983"/>
                  </a:lnTo>
                  <a:lnTo>
                    <a:pt x="3682631" y="745436"/>
                  </a:lnTo>
                  <a:lnTo>
                    <a:pt x="3722538" y="681721"/>
                  </a:lnTo>
                  <a:lnTo>
                    <a:pt x="3763109" y="621834"/>
                  </a:lnTo>
                  <a:lnTo>
                    <a:pt x="3804581" y="565717"/>
                  </a:lnTo>
                  <a:lnTo>
                    <a:pt x="3820202" y="545899"/>
                  </a:lnTo>
                  <a:lnTo>
                    <a:pt x="3870862" y="486501"/>
                  </a:lnTo>
                  <a:lnTo>
                    <a:pt x="3923848" y="432138"/>
                  </a:lnTo>
                  <a:lnTo>
                    <a:pt x="3979794" y="382640"/>
                  </a:lnTo>
                  <a:lnTo>
                    <a:pt x="4039398" y="337676"/>
                  </a:lnTo>
                  <a:lnTo>
                    <a:pt x="4103385" y="296846"/>
                  </a:lnTo>
                  <a:lnTo>
                    <a:pt x="4172472" y="259731"/>
                  </a:lnTo>
                  <a:lnTo>
                    <a:pt x="4247316" y="225938"/>
                  </a:lnTo>
                  <a:lnTo>
                    <a:pt x="4328466" y="195113"/>
                  </a:lnTo>
                  <a:lnTo>
                    <a:pt x="4416274" y="166962"/>
                  </a:lnTo>
                  <a:lnTo>
                    <a:pt x="4510801" y="141252"/>
                  </a:lnTo>
                  <a:lnTo>
                    <a:pt x="4611693" y="117818"/>
                  </a:lnTo>
                  <a:lnTo>
                    <a:pt x="4718051" y="96562"/>
                  </a:lnTo>
                  <a:lnTo>
                    <a:pt x="4828311" y="77446"/>
                  </a:lnTo>
                  <a:lnTo>
                    <a:pt x="4940172" y="60481"/>
                  </a:lnTo>
                  <a:lnTo>
                    <a:pt x="5050622" y="45709"/>
                  </a:lnTo>
                  <a:lnTo>
                    <a:pt x="5156096" y="33173"/>
                  </a:lnTo>
                  <a:lnTo>
                    <a:pt x="5252800" y="22887"/>
                  </a:lnTo>
                  <a:lnTo>
                    <a:pt x="5337182" y="14804"/>
                  </a:lnTo>
                  <a:lnTo>
                    <a:pt x="5406455" y="8798"/>
                  </a:lnTo>
                  <a:lnTo>
                    <a:pt x="5459084" y="4649"/>
                  </a:lnTo>
                  <a:lnTo>
                    <a:pt x="5495089" y="2059"/>
                  </a:lnTo>
                  <a:lnTo>
                    <a:pt x="5516132" y="674"/>
                  </a:lnTo>
                  <a:lnTo>
                    <a:pt x="5525406" y="113"/>
                  </a:lnTo>
                  <a:lnTo>
                    <a:pt x="5527428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1" y="30"/>
                  </a:lnTo>
                  <a:lnTo>
                    <a:pt x="6530867" y="248"/>
                  </a:lnTo>
                  <a:lnTo>
                    <a:pt x="6549541" y="849"/>
                  </a:lnTo>
                  <a:lnTo>
                    <a:pt x="6583194" y="2033"/>
                  </a:lnTo>
                  <a:lnTo>
                    <a:pt x="6633897" y="3992"/>
                  </a:lnTo>
                  <a:lnTo>
                    <a:pt x="6701963" y="6886"/>
                  </a:lnTo>
                  <a:lnTo>
                    <a:pt x="6786000" y="10839"/>
                  </a:lnTo>
                  <a:lnTo>
                    <a:pt x="6883218" y="15923"/>
                  </a:lnTo>
                  <a:lnTo>
                    <a:pt x="6989930" y="22167"/>
                  </a:lnTo>
                  <a:lnTo>
                    <a:pt x="7102136" y="29566"/>
                  </a:lnTo>
                  <a:lnTo>
                    <a:pt x="7216041" y="38097"/>
                  </a:lnTo>
                  <a:lnTo>
                    <a:pt x="7328425" y="47739"/>
                  </a:lnTo>
                  <a:lnTo>
                    <a:pt x="7436827" y="58486"/>
                  </a:lnTo>
                  <a:lnTo>
                    <a:pt x="7539581" y="70355"/>
                  </a:lnTo>
                  <a:lnTo>
                    <a:pt x="7635733" y="83400"/>
                  </a:lnTo>
                  <a:lnTo>
                    <a:pt x="7724917" y="97707"/>
                  </a:lnTo>
                  <a:lnTo>
                    <a:pt x="7807208" y="113398"/>
                  </a:lnTo>
                  <a:lnTo>
                    <a:pt x="7882993" y="130632"/>
                  </a:lnTo>
                  <a:lnTo>
                    <a:pt x="7952857" y="149595"/>
                  </a:lnTo>
                  <a:lnTo>
                    <a:pt x="8017505" y="170495"/>
                  </a:lnTo>
                  <a:lnTo>
                    <a:pt x="8077696" y="193552"/>
                  </a:lnTo>
                  <a:lnTo>
                    <a:pt x="8134192" y="218975"/>
                  </a:lnTo>
                  <a:lnTo>
                    <a:pt x="8187723" y="246927"/>
                  </a:lnTo>
                  <a:lnTo>
                    <a:pt x="8229629" y="271639"/>
                  </a:lnTo>
                  <a:lnTo>
                    <a:pt x="8281985" y="306106"/>
                  </a:lnTo>
                  <a:lnTo>
                    <a:pt x="8332874" y="343516"/>
                  </a:lnTo>
                  <a:lnTo>
                    <a:pt x="8382759" y="383924"/>
                  </a:lnTo>
                  <a:lnTo>
                    <a:pt x="8432002" y="427319"/>
                  </a:lnTo>
                  <a:lnTo>
                    <a:pt x="8480874" y="473614"/>
                  </a:lnTo>
                  <a:lnTo>
                    <a:pt x="8529576" y="522641"/>
                  </a:lnTo>
                  <a:lnTo>
                    <a:pt x="8578243" y="574147"/>
                  </a:lnTo>
                  <a:lnTo>
                    <a:pt x="8626956" y="627797"/>
                  </a:lnTo>
                  <a:lnTo>
                    <a:pt x="8675750" y="683179"/>
                  </a:lnTo>
                  <a:lnTo>
                    <a:pt x="8724626" y="739816"/>
                  </a:lnTo>
                  <a:lnTo>
                    <a:pt x="8773558" y="797182"/>
                  </a:lnTo>
                  <a:lnTo>
                    <a:pt x="8822503" y="854722"/>
                  </a:lnTo>
                  <a:lnTo>
                    <a:pt x="8871417" y="911873"/>
                  </a:lnTo>
                  <a:lnTo>
                    <a:pt x="8920264" y="968088"/>
                  </a:lnTo>
                  <a:lnTo>
                    <a:pt x="8969025" y="1022859"/>
                  </a:lnTo>
                  <a:lnTo>
                    <a:pt x="9017714" y="1075731"/>
                  </a:lnTo>
                  <a:lnTo>
                    <a:pt x="9066382" y="1126321"/>
                  </a:lnTo>
                  <a:lnTo>
                    <a:pt x="9115130" y="1174324"/>
                  </a:lnTo>
                  <a:lnTo>
                    <a:pt x="9164117" y="1219521"/>
                  </a:lnTo>
                  <a:lnTo>
                    <a:pt x="9213570" y="1261776"/>
                  </a:lnTo>
                  <a:lnTo>
                    <a:pt x="9263792" y="1301031"/>
                  </a:lnTo>
                  <a:lnTo>
                    <a:pt x="9315183" y="1337301"/>
                  </a:lnTo>
                  <a:lnTo>
                    <a:pt x="9347647" y="1358197"/>
                  </a:lnTo>
                  <a:lnTo>
                    <a:pt x="9399253" y="1388269"/>
                  </a:lnTo>
                  <a:lnTo>
                    <a:pt x="9453280" y="1415745"/>
                  </a:lnTo>
                  <a:lnTo>
                    <a:pt x="9510402" y="1440717"/>
                  </a:lnTo>
                  <a:lnTo>
                    <a:pt x="9571358" y="1463359"/>
                  </a:lnTo>
                  <a:lnTo>
                    <a:pt x="9636914" y="1483885"/>
                  </a:lnTo>
                  <a:lnTo>
                    <a:pt x="9707822" y="1502513"/>
                  </a:lnTo>
                  <a:lnTo>
                    <a:pt x="9784769" y="1519448"/>
                  </a:lnTo>
                  <a:lnTo>
                    <a:pt x="9868312" y="1534873"/>
                  </a:lnTo>
                  <a:lnTo>
                    <a:pt x="9958789" y="1548939"/>
                  </a:lnTo>
                  <a:lnTo>
                    <a:pt x="10056204" y="1561761"/>
                  </a:lnTo>
                  <a:lnTo>
                    <a:pt x="10160093" y="1573420"/>
                  </a:lnTo>
                  <a:lnTo>
                    <a:pt x="10269380" y="1583962"/>
                  </a:lnTo>
                  <a:lnTo>
                    <a:pt x="10382254" y="1593400"/>
                  </a:lnTo>
                  <a:lnTo>
                    <a:pt x="10496108" y="1601724"/>
                  </a:lnTo>
                  <a:lnTo>
                    <a:pt x="10607597" y="1608911"/>
                  </a:lnTo>
                  <a:lnTo>
                    <a:pt x="10712855" y="1614940"/>
                  </a:lnTo>
                  <a:lnTo>
                    <a:pt x="10807896" y="1619811"/>
                  </a:lnTo>
                  <a:lnTo>
                    <a:pt x="10889156" y="1623561"/>
                  </a:lnTo>
                  <a:lnTo>
                    <a:pt x="10954070" y="1626272"/>
                  </a:lnTo>
                  <a:lnTo>
                    <a:pt x="11001546" y="1628074"/>
                  </a:lnTo>
                  <a:lnTo>
                    <a:pt x="11032226" y="1629137"/>
                  </a:lnTo>
                  <a:lnTo>
                    <a:pt x="11048490" y="1629652"/>
                  </a:lnTo>
                  <a:lnTo>
                    <a:pt x="11054281" y="1629820"/>
                  </a:lnTo>
                  <a:lnTo>
                    <a:pt x="11054891" y="1629837"/>
                  </a:lnTo>
                  <a:lnTo>
                    <a:pt x="12049831" y="1629837"/>
                  </a:lnTo>
                  <a:lnTo>
                    <a:pt x="12049831" y="16298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9" name="pl2128"/>
            <p:cNvSpPr/>
            <p:nvPr/>
          </p:nvSpPr>
          <p:spPr>
            <a:xfrm>
              <a:off x="1199187" y="3180900"/>
              <a:ext cx="12049831" cy="3275396"/>
            </a:xfrm>
            <a:custGeom>
              <a:avLst/>
              <a:pathLst>
                <a:path w="12049831" h="3275396">
                  <a:moveTo>
                    <a:pt x="12049831" y="1629837"/>
                  </a:moveTo>
                  <a:lnTo>
                    <a:pt x="11054891" y="1629837"/>
                  </a:lnTo>
                  <a:lnTo>
                    <a:pt x="11053775" y="1629806"/>
                  </a:lnTo>
                  <a:lnTo>
                    <a:pt x="11046410" y="1629589"/>
                  </a:lnTo>
                  <a:lnTo>
                    <a:pt x="11027736" y="1628987"/>
                  </a:lnTo>
                  <a:lnTo>
                    <a:pt x="10994082" y="1627803"/>
                  </a:lnTo>
                  <a:lnTo>
                    <a:pt x="10943379" y="1625844"/>
                  </a:lnTo>
                  <a:lnTo>
                    <a:pt x="10875314" y="1622950"/>
                  </a:lnTo>
                  <a:lnTo>
                    <a:pt x="10791277" y="1618997"/>
                  </a:lnTo>
                  <a:lnTo>
                    <a:pt x="10694059" y="1613913"/>
                  </a:lnTo>
                  <a:lnTo>
                    <a:pt x="10587347" y="1607669"/>
                  </a:lnTo>
                  <a:lnTo>
                    <a:pt x="10475141" y="1600271"/>
                  </a:lnTo>
                  <a:lnTo>
                    <a:pt x="10361236" y="1591739"/>
                  </a:lnTo>
                  <a:lnTo>
                    <a:pt x="10248852" y="1582097"/>
                  </a:lnTo>
                  <a:lnTo>
                    <a:pt x="10140449" y="1571351"/>
                  </a:lnTo>
                  <a:lnTo>
                    <a:pt x="10037696" y="1559481"/>
                  </a:lnTo>
                  <a:lnTo>
                    <a:pt x="9941544" y="1546436"/>
                  </a:lnTo>
                  <a:lnTo>
                    <a:pt x="9852360" y="1532130"/>
                  </a:lnTo>
                  <a:lnTo>
                    <a:pt x="9770068" y="1516438"/>
                  </a:lnTo>
                  <a:lnTo>
                    <a:pt x="9694284" y="1499204"/>
                  </a:lnTo>
                  <a:lnTo>
                    <a:pt x="9624419" y="1480242"/>
                  </a:lnTo>
                  <a:lnTo>
                    <a:pt x="9559771" y="1459341"/>
                  </a:lnTo>
                  <a:lnTo>
                    <a:pt x="9499581" y="1436284"/>
                  </a:lnTo>
                  <a:lnTo>
                    <a:pt x="9443085" y="1410861"/>
                  </a:lnTo>
                  <a:lnTo>
                    <a:pt x="9389553" y="1382909"/>
                  </a:lnTo>
                  <a:lnTo>
                    <a:pt x="9347647" y="1358197"/>
                  </a:lnTo>
                  <a:lnTo>
                    <a:pt x="9295291" y="1323730"/>
                  </a:lnTo>
                  <a:lnTo>
                    <a:pt x="9244403" y="1286320"/>
                  </a:lnTo>
                  <a:lnTo>
                    <a:pt x="9194517" y="1245912"/>
                  </a:lnTo>
                  <a:lnTo>
                    <a:pt x="9145275" y="1202517"/>
                  </a:lnTo>
                  <a:lnTo>
                    <a:pt x="9096403" y="1156222"/>
                  </a:lnTo>
                  <a:lnTo>
                    <a:pt x="9047701" y="1107195"/>
                  </a:lnTo>
                  <a:lnTo>
                    <a:pt x="8999034" y="1055689"/>
                  </a:lnTo>
                  <a:lnTo>
                    <a:pt x="8950321" y="1002039"/>
                  </a:lnTo>
                  <a:lnTo>
                    <a:pt x="8901526" y="946657"/>
                  </a:lnTo>
                  <a:lnTo>
                    <a:pt x="8852650" y="890020"/>
                  </a:lnTo>
                  <a:lnTo>
                    <a:pt x="8803719" y="832654"/>
                  </a:lnTo>
                  <a:lnTo>
                    <a:pt x="8754774" y="775114"/>
                  </a:lnTo>
                  <a:lnTo>
                    <a:pt x="8705860" y="717963"/>
                  </a:lnTo>
                  <a:lnTo>
                    <a:pt x="8657013" y="661748"/>
                  </a:lnTo>
                  <a:lnTo>
                    <a:pt x="8608251" y="606977"/>
                  </a:lnTo>
                  <a:lnTo>
                    <a:pt x="8559562" y="554105"/>
                  </a:lnTo>
                  <a:lnTo>
                    <a:pt x="8510894" y="503516"/>
                  </a:lnTo>
                  <a:lnTo>
                    <a:pt x="8462146" y="455512"/>
                  </a:lnTo>
                  <a:lnTo>
                    <a:pt x="8413159" y="410315"/>
                  </a:lnTo>
                  <a:lnTo>
                    <a:pt x="8363707" y="368060"/>
                  </a:lnTo>
                  <a:lnTo>
                    <a:pt x="8313484" y="328805"/>
                  </a:lnTo>
                  <a:lnTo>
                    <a:pt x="8262094" y="292535"/>
                  </a:lnTo>
                  <a:lnTo>
                    <a:pt x="8229629" y="271639"/>
                  </a:lnTo>
                  <a:lnTo>
                    <a:pt x="8178024" y="241567"/>
                  </a:lnTo>
                  <a:lnTo>
                    <a:pt x="8123997" y="214091"/>
                  </a:lnTo>
                  <a:lnTo>
                    <a:pt x="8066875" y="189120"/>
                  </a:lnTo>
                  <a:lnTo>
                    <a:pt x="8005919" y="166477"/>
                  </a:lnTo>
                  <a:lnTo>
                    <a:pt x="7940363" y="145951"/>
                  </a:lnTo>
                  <a:lnTo>
                    <a:pt x="7869455" y="127323"/>
                  </a:lnTo>
                  <a:lnTo>
                    <a:pt x="7792508" y="110388"/>
                  </a:lnTo>
                  <a:lnTo>
                    <a:pt x="7708964" y="94963"/>
                  </a:lnTo>
                  <a:lnTo>
                    <a:pt x="7618487" y="80898"/>
                  </a:lnTo>
                  <a:lnTo>
                    <a:pt x="7521072" y="68076"/>
                  </a:lnTo>
                  <a:lnTo>
                    <a:pt x="7417183" y="56416"/>
                  </a:lnTo>
                  <a:lnTo>
                    <a:pt x="7307897" y="45875"/>
                  </a:lnTo>
                  <a:lnTo>
                    <a:pt x="7195023" y="36436"/>
                  </a:lnTo>
                  <a:lnTo>
                    <a:pt x="7081168" y="28112"/>
                  </a:lnTo>
                  <a:lnTo>
                    <a:pt x="6969679" y="20926"/>
                  </a:lnTo>
                  <a:lnTo>
                    <a:pt x="6864422" y="14897"/>
                  </a:lnTo>
                  <a:lnTo>
                    <a:pt x="6769381" y="10025"/>
                  </a:lnTo>
                  <a:lnTo>
                    <a:pt x="6688121" y="6275"/>
                  </a:lnTo>
                  <a:lnTo>
                    <a:pt x="6623206" y="3564"/>
                  </a:lnTo>
                  <a:lnTo>
                    <a:pt x="6575730" y="1762"/>
                  </a:lnTo>
                  <a:lnTo>
                    <a:pt x="6545051" y="700"/>
                  </a:lnTo>
                  <a:lnTo>
                    <a:pt x="6528787" y="185"/>
                  </a:lnTo>
                  <a:lnTo>
                    <a:pt x="6522996" y="1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88" y="58"/>
                  </a:lnTo>
                  <a:lnTo>
                    <a:pt x="5519397" y="472"/>
                  </a:lnTo>
                  <a:lnTo>
                    <a:pt x="5501649" y="1615"/>
                  </a:lnTo>
                  <a:lnTo>
                    <a:pt x="5469602" y="3869"/>
                  </a:lnTo>
                  <a:lnTo>
                    <a:pt x="5421194" y="7598"/>
                  </a:lnTo>
                  <a:lnTo>
                    <a:pt x="5355992" y="13116"/>
                  </a:lnTo>
                  <a:lnTo>
                    <a:pt x="5275166" y="20664"/>
                  </a:lnTo>
                  <a:lnTo>
                    <a:pt x="5181229" y="30392"/>
                  </a:lnTo>
                  <a:lnTo>
                    <a:pt x="5077592" y="42366"/>
                  </a:lnTo>
                  <a:lnTo>
                    <a:pt x="4968036" y="56583"/>
                  </a:lnTo>
                  <a:lnTo>
                    <a:pt x="4856219" y="73004"/>
                  </a:lnTo>
                  <a:lnTo>
                    <a:pt x="4745314" y="91585"/>
                  </a:lnTo>
                  <a:lnTo>
                    <a:pt x="4637807" y="112305"/>
                  </a:lnTo>
                  <a:lnTo>
                    <a:pt x="4535440" y="135187"/>
                  </a:lnTo>
                  <a:lnTo>
                    <a:pt x="4439271" y="160316"/>
                  </a:lnTo>
                  <a:lnTo>
                    <a:pt x="4349775" y="187838"/>
                  </a:lnTo>
                  <a:lnTo>
                    <a:pt x="4266986" y="217970"/>
                  </a:lnTo>
                  <a:lnTo>
                    <a:pt x="4190610" y="250990"/>
                  </a:lnTo>
                  <a:lnTo>
                    <a:pt x="4120144" y="287239"/>
                  </a:lnTo>
                  <a:lnTo>
                    <a:pt x="4054948" y="327103"/>
                  </a:lnTo>
                  <a:lnTo>
                    <a:pt x="3994317" y="370994"/>
                  </a:lnTo>
                  <a:lnTo>
                    <a:pt x="3937524" y="419324"/>
                  </a:lnTo>
                  <a:lnTo>
                    <a:pt x="3883861" y="472448"/>
                  </a:lnTo>
                  <a:lnTo>
                    <a:pt x="3832674" y="530585"/>
                  </a:lnTo>
                  <a:lnTo>
                    <a:pt x="3820202" y="545899"/>
                  </a:lnTo>
                  <a:lnTo>
                    <a:pt x="3778328" y="600646"/>
                  </a:lnTo>
                  <a:lnTo>
                    <a:pt x="3737453" y="659129"/>
                  </a:lnTo>
                  <a:lnTo>
                    <a:pt x="3697325" y="721425"/>
                  </a:lnTo>
                  <a:lnTo>
                    <a:pt x="3657736" y="787558"/>
                  </a:lnTo>
                  <a:lnTo>
                    <a:pt x="3618517" y="857495"/>
                  </a:lnTo>
                  <a:lnTo>
                    <a:pt x="3579534" y="931142"/>
                  </a:lnTo>
                  <a:lnTo>
                    <a:pt x="3540682" y="1008337"/>
                  </a:lnTo>
                  <a:lnTo>
                    <a:pt x="3501883" y="1088849"/>
                  </a:lnTo>
                  <a:lnTo>
                    <a:pt x="3463081" y="1172382"/>
                  </a:lnTo>
                  <a:lnTo>
                    <a:pt x="3424244" y="1258571"/>
                  </a:lnTo>
                  <a:lnTo>
                    <a:pt x="3385354" y="1346991"/>
                  </a:lnTo>
                  <a:lnTo>
                    <a:pt x="3346410" y="1437162"/>
                  </a:lnTo>
                  <a:lnTo>
                    <a:pt x="3307422" y="1528564"/>
                  </a:lnTo>
                  <a:lnTo>
                    <a:pt x="3268408" y="1620642"/>
                  </a:lnTo>
                  <a:lnTo>
                    <a:pt x="3229389" y="1712827"/>
                  </a:lnTo>
                  <a:lnTo>
                    <a:pt x="3190389" y="1804545"/>
                  </a:lnTo>
                  <a:lnTo>
                    <a:pt x="3151427" y="1895234"/>
                  </a:lnTo>
                  <a:lnTo>
                    <a:pt x="3112517" y="1984360"/>
                  </a:lnTo>
                  <a:lnTo>
                    <a:pt x="3073661" y="2071426"/>
                  </a:lnTo>
                  <a:lnTo>
                    <a:pt x="3034850" y="2155987"/>
                  </a:lnTo>
                  <a:lnTo>
                    <a:pt x="2996055" y="2237655"/>
                  </a:lnTo>
                  <a:lnTo>
                    <a:pt x="2957230" y="2316107"/>
                  </a:lnTo>
                  <a:lnTo>
                    <a:pt x="2918306" y="2391089"/>
                  </a:lnTo>
                  <a:lnTo>
                    <a:pt x="2879188" y="2462412"/>
                  </a:lnTo>
                  <a:lnTo>
                    <a:pt x="2839754" y="2529959"/>
                  </a:lnTo>
                  <a:lnTo>
                    <a:pt x="2799847" y="2593674"/>
                  </a:lnTo>
                  <a:lnTo>
                    <a:pt x="2759276" y="2653561"/>
                  </a:lnTo>
                  <a:lnTo>
                    <a:pt x="2717804" y="2709678"/>
                  </a:lnTo>
                  <a:lnTo>
                    <a:pt x="2702183" y="2729496"/>
                  </a:lnTo>
                  <a:lnTo>
                    <a:pt x="2651523" y="2788894"/>
                  </a:lnTo>
                  <a:lnTo>
                    <a:pt x="2598537" y="2843257"/>
                  </a:lnTo>
                  <a:lnTo>
                    <a:pt x="2542591" y="2892755"/>
                  </a:lnTo>
                  <a:lnTo>
                    <a:pt x="2482987" y="2937719"/>
                  </a:lnTo>
                  <a:lnTo>
                    <a:pt x="2419000" y="2978549"/>
                  </a:lnTo>
                  <a:lnTo>
                    <a:pt x="2349913" y="3015664"/>
                  </a:lnTo>
                  <a:lnTo>
                    <a:pt x="2275069" y="3049457"/>
                  </a:lnTo>
                  <a:lnTo>
                    <a:pt x="2193919" y="3080282"/>
                  </a:lnTo>
                  <a:lnTo>
                    <a:pt x="2106111" y="3108434"/>
                  </a:lnTo>
                  <a:lnTo>
                    <a:pt x="2011584" y="3134144"/>
                  </a:lnTo>
                  <a:lnTo>
                    <a:pt x="1910692" y="3157578"/>
                  </a:lnTo>
                  <a:lnTo>
                    <a:pt x="1804334" y="3178834"/>
                  </a:lnTo>
                  <a:lnTo>
                    <a:pt x="1694074" y="3197949"/>
                  </a:lnTo>
                  <a:lnTo>
                    <a:pt x="1582213" y="3214914"/>
                  </a:lnTo>
                  <a:lnTo>
                    <a:pt x="1471763" y="3229686"/>
                  </a:lnTo>
                  <a:lnTo>
                    <a:pt x="1366289" y="3242222"/>
                  </a:lnTo>
                  <a:lnTo>
                    <a:pt x="1269585" y="3252509"/>
                  </a:lnTo>
                  <a:lnTo>
                    <a:pt x="1185203" y="3260591"/>
                  </a:lnTo>
                  <a:lnTo>
                    <a:pt x="1115930" y="3266597"/>
                  </a:lnTo>
                  <a:lnTo>
                    <a:pt x="1063301" y="3270746"/>
                  </a:lnTo>
                  <a:lnTo>
                    <a:pt x="1027296" y="3273336"/>
                  </a:lnTo>
                  <a:lnTo>
                    <a:pt x="1006253" y="3274721"/>
                  </a:lnTo>
                  <a:lnTo>
                    <a:pt x="996979" y="3275282"/>
                  </a:lnTo>
                  <a:lnTo>
                    <a:pt x="994957" y="3275395"/>
                  </a:lnTo>
                  <a:lnTo>
                    <a:pt x="994940" y="3275396"/>
                  </a:lnTo>
                  <a:lnTo>
                    <a:pt x="0" y="3275396"/>
                  </a:lnTo>
                  <a:lnTo>
                    <a:pt x="0" y="32753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0" name="pg2129"/>
            <p:cNvSpPr/>
            <p:nvPr/>
          </p:nvSpPr>
          <p:spPr>
            <a:xfrm>
              <a:off x="1199187" y="2185179"/>
              <a:ext cx="12049831" cy="4271116"/>
            </a:xfrm>
            <a:custGeom>
              <a:avLst/>
              <a:pathLst>
                <a:path w="12049831" h="4271116">
                  <a:moveTo>
                    <a:pt x="0" y="4271116"/>
                  </a:moveTo>
                  <a:lnTo>
                    <a:pt x="994940" y="4271116"/>
                  </a:lnTo>
                  <a:lnTo>
                    <a:pt x="995969" y="4271049"/>
                  </a:lnTo>
                  <a:lnTo>
                    <a:pt x="1002773" y="4270571"/>
                  </a:lnTo>
                  <a:lnTo>
                    <a:pt x="1020062" y="4269252"/>
                  </a:lnTo>
                  <a:lnTo>
                    <a:pt x="1051310" y="4266650"/>
                  </a:lnTo>
                  <a:lnTo>
                    <a:pt x="1098572" y="4262346"/>
                  </a:lnTo>
                  <a:lnTo>
                    <a:pt x="1162336" y="4255970"/>
                  </a:lnTo>
                  <a:lnTo>
                    <a:pt x="1241540" y="4247243"/>
                  </a:lnTo>
                  <a:lnTo>
                    <a:pt x="1333807" y="4235982"/>
                  </a:lnTo>
                  <a:lnTo>
                    <a:pt x="1435862" y="4222108"/>
                  </a:lnTo>
                  <a:lnTo>
                    <a:pt x="1544039" y="4205617"/>
                  </a:lnTo>
                  <a:lnTo>
                    <a:pt x="1654750" y="4186553"/>
                  </a:lnTo>
                  <a:lnTo>
                    <a:pt x="1764855" y="4164967"/>
                  </a:lnTo>
                  <a:lnTo>
                    <a:pt x="1871859" y="4140889"/>
                  </a:lnTo>
                  <a:lnTo>
                    <a:pt x="1973985" y="4114297"/>
                  </a:lnTo>
                  <a:lnTo>
                    <a:pt x="2070128" y="4085105"/>
                  </a:lnTo>
                  <a:lnTo>
                    <a:pt x="2159755" y="4053152"/>
                  </a:lnTo>
                  <a:lnTo>
                    <a:pt x="2242781" y="4018201"/>
                  </a:lnTo>
                  <a:lnTo>
                    <a:pt x="2319449" y="3979940"/>
                  </a:lnTo>
                  <a:lnTo>
                    <a:pt x="2390224" y="3937987"/>
                  </a:lnTo>
                  <a:lnTo>
                    <a:pt x="2455709" y="3891905"/>
                  </a:lnTo>
                  <a:lnTo>
                    <a:pt x="2516582" y="3841220"/>
                  </a:lnTo>
                  <a:lnTo>
                    <a:pt x="2573548" y="3785453"/>
                  </a:lnTo>
                  <a:lnTo>
                    <a:pt x="2627304" y="3724175"/>
                  </a:lnTo>
                  <a:lnTo>
                    <a:pt x="2678499" y="3657090"/>
                  </a:lnTo>
                  <a:lnTo>
                    <a:pt x="2702183" y="3623025"/>
                  </a:lnTo>
                  <a:lnTo>
                    <a:pt x="2741252" y="3562576"/>
                  </a:lnTo>
                  <a:lnTo>
                    <a:pt x="2779435" y="3498280"/>
                  </a:lnTo>
                  <a:lnTo>
                    <a:pt x="2816944" y="3430059"/>
                  </a:lnTo>
                  <a:lnTo>
                    <a:pt x="2853950" y="3357878"/>
                  </a:lnTo>
                  <a:lnTo>
                    <a:pt x="2890599" y="3281758"/>
                  </a:lnTo>
                  <a:lnTo>
                    <a:pt x="2927006" y="3201769"/>
                  </a:lnTo>
                  <a:lnTo>
                    <a:pt x="2963266" y="3118043"/>
                  </a:lnTo>
                  <a:lnTo>
                    <a:pt x="2999451" y="3030771"/>
                  </a:lnTo>
                  <a:lnTo>
                    <a:pt x="3035614" y="2940208"/>
                  </a:lnTo>
                  <a:lnTo>
                    <a:pt x="3071793" y="2846667"/>
                  </a:lnTo>
                  <a:lnTo>
                    <a:pt x="3108009" y="2750520"/>
                  </a:lnTo>
                  <a:lnTo>
                    <a:pt x="3144272" y="2652192"/>
                  </a:lnTo>
                  <a:lnTo>
                    <a:pt x="3180581" y="2552153"/>
                  </a:lnTo>
                  <a:lnTo>
                    <a:pt x="3216928" y="2450911"/>
                  </a:lnTo>
                  <a:lnTo>
                    <a:pt x="3253296" y="2349000"/>
                  </a:lnTo>
                  <a:lnTo>
                    <a:pt x="3289669" y="2246969"/>
                  </a:lnTo>
                  <a:lnTo>
                    <a:pt x="3326027" y="2145369"/>
                  </a:lnTo>
                  <a:lnTo>
                    <a:pt x="3362354" y="2044744"/>
                  </a:lnTo>
                  <a:lnTo>
                    <a:pt x="3398637" y="1945612"/>
                  </a:lnTo>
                  <a:lnTo>
                    <a:pt x="3434874" y="1848463"/>
                  </a:lnTo>
                  <a:lnTo>
                    <a:pt x="3471066" y="1753742"/>
                  </a:lnTo>
                  <a:lnTo>
                    <a:pt x="3507233" y="1661844"/>
                  </a:lnTo>
                  <a:lnTo>
                    <a:pt x="3543402" y="1573109"/>
                  </a:lnTo>
                  <a:lnTo>
                    <a:pt x="3579622" y="1487816"/>
                  </a:lnTo>
                  <a:lnTo>
                    <a:pt x="3615955" y="1406185"/>
                  </a:lnTo>
                  <a:lnTo>
                    <a:pt x="3652486" y="1328373"/>
                  </a:lnTo>
                  <a:lnTo>
                    <a:pt x="3689321" y="1254476"/>
                  </a:lnTo>
                  <a:lnTo>
                    <a:pt x="3726592" y="1184537"/>
                  </a:lnTo>
                  <a:lnTo>
                    <a:pt x="3764459" y="1118544"/>
                  </a:lnTo>
                  <a:lnTo>
                    <a:pt x="3803115" y="1056437"/>
                  </a:lnTo>
                  <a:lnTo>
                    <a:pt x="3820202" y="1030658"/>
                  </a:lnTo>
                  <a:lnTo>
                    <a:pt x="3870383" y="960767"/>
                  </a:lnTo>
                  <a:lnTo>
                    <a:pt x="3922840" y="896745"/>
                  </a:lnTo>
                  <a:lnTo>
                    <a:pt x="3978191" y="838397"/>
                  </a:lnTo>
                  <a:lnTo>
                    <a:pt x="4037112" y="785346"/>
                  </a:lnTo>
                  <a:lnTo>
                    <a:pt x="4100310" y="737129"/>
                  </a:lnTo>
                  <a:lnTo>
                    <a:pt x="4168481" y="693264"/>
                  </a:lnTo>
                  <a:lnTo>
                    <a:pt x="4242270" y="653294"/>
                  </a:lnTo>
                  <a:lnTo>
                    <a:pt x="4322218" y="616807"/>
                  </a:lnTo>
                  <a:lnTo>
                    <a:pt x="4408685" y="583459"/>
                  </a:lnTo>
                  <a:lnTo>
                    <a:pt x="4501756" y="552975"/>
                  </a:lnTo>
                  <a:lnTo>
                    <a:pt x="4601128" y="525158"/>
                  </a:lnTo>
                  <a:lnTo>
                    <a:pt x="4705985" y="499887"/>
                  </a:lnTo>
                  <a:lnTo>
                    <a:pt x="4814878" y="477112"/>
                  </a:lnTo>
                  <a:lnTo>
                    <a:pt x="4925655" y="456840"/>
                  </a:lnTo>
                  <a:lnTo>
                    <a:pt x="5035467" y="439115"/>
                  </a:lnTo>
                  <a:lnTo>
                    <a:pt x="5140905" y="423989"/>
                  </a:lnTo>
                  <a:lnTo>
                    <a:pt x="5238285" y="411487"/>
                  </a:lnTo>
                  <a:lnTo>
                    <a:pt x="5324081" y="401567"/>
                  </a:lnTo>
                  <a:lnTo>
                    <a:pt x="5395430" y="394099"/>
                  </a:lnTo>
                  <a:lnTo>
                    <a:pt x="5450600" y="388848"/>
                  </a:lnTo>
                  <a:lnTo>
                    <a:pt x="5489323" y="385484"/>
                  </a:lnTo>
                  <a:lnTo>
                    <a:pt x="5512919" y="383608"/>
                  </a:lnTo>
                  <a:lnTo>
                    <a:pt x="5524208" y="382784"/>
                  </a:lnTo>
                  <a:lnTo>
                    <a:pt x="5527445" y="382566"/>
                  </a:lnTo>
                  <a:lnTo>
                    <a:pt x="6522385" y="382566"/>
                  </a:lnTo>
                  <a:lnTo>
                    <a:pt x="6523521" y="382559"/>
                  </a:lnTo>
                  <a:lnTo>
                    <a:pt x="6531013" y="382507"/>
                  </a:lnTo>
                  <a:lnTo>
                    <a:pt x="6550000" y="382366"/>
                  </a:lnTo>
                  <a:lnTo>
                    <a:pt x="6584195" y="382086"/>
                  </a:lnTo>
                  <a:lnTo>
                    <a:pt x="6635668" y="381625"/>
                  </a:lnTo>
                  <a:lnTo>
                    <a:pt x="6704691" y="380943"/>
                  </a:lnTo>
                  <a:lnTo>
                    <a:pt x="6789796" y="380013"/>
                  </a:lnTo>
                  <a:lnTo>
                    <a:pt x="6888096" y="378817"/>
                  </a:lnTo>
                  <a:lnTo>
                    <a:pt x="6995813" y="377349"/>
                  </a:lnTo>
                  <a:lnTo>
                    <a:pt x="7108876" y="375611"/>
                  </a:lnTo>
                  <a:lnTo>
                    <a:pt x="7223447" y="373608"/>
                  </a:lnTo>
                  <a:lnTo>
                    <a:pt x="7336293" y="371345"/>
                  </a:lnTo>
                  <a:lnTo>
                    <a:pt x="7444964" y="368823"/>
                  </a:lnTo>
                  <a:lnTo>
                    <a:pt x="7547821" y="366038"/>
                  </a:lnTo>
                  <a:lnTo>
                    <a:pt x="7643948" y="362975"/>
                  </a:lnTo>
                  <a:lnTo>
                    <a:pt x="7733015" y="359615"/>
                  </a:lnTo>
                  <a:lnTo>
                    <a:pt x="7815133" y="355927"/>
                  </a:lnTo>
                  <a:lnTo>
                    <a:pt x="7890719" y="351874"/>
                  </a:lnTo>
                  <a:lnTo>
                    <a:pt x="7960386" y="347411"/>
                  </a:lnTo>
                  <a:lnTo>
                    <a:pt x="8024860" y="342488"/>
                  </a:lnTo>
                  <a:lnTo>
                    <a:pt x="8084916" y="337054"/>
                  </a:lnTo>
                  <a:lnTo>
                    <a:pt x="8141327" y="331060"/>
                  </a:lnTo>
                  <a:lnTo>
                    <a:pt x="8194831" y="324470"/>
                  </a:lnTo>
                  <a:lnTo>
                    <a:pt x="8229629" y="319678"/>
                  </a:lnTo>
                  <a:lnTo>
                    <a:pt x="8290540" y="310305"/>
                  </a:lnTo>
                  <a:lnTo>
                    <a:pt x="8349566" y="300002"/>
                  </a:lnTo>
                  <a:lnTo>
                    <a:pt x="8407400" y="288754"/>
                  </a:lnTo>
                  <a:lnTo>
                    <a:pt x="8464555" y="276576"/>
                  </a:lnTo>
                  <a:lnTo>
                    <a:pt x="8521395" y="263518"/>
                  </a:lnTo>
                  <a:lnTo>
                    <a:pt x="8578160" y="249665"/>
                  </a:lnTo>
                  <a:lnTo>
                    <a:pt x="8634985" y="235137"/>
                  </a:lnTo>
                  <a:lnTo>
                    <a:pt x="8691923" y="220088"/>
                  </a:lnTo>
                  <a:lnTo>
                    <a:pt x="8748962" y="204697"/>
                  </a:lnTo>
                  <a:lnTo>
                    <a:pt x="8806050" y="189163"/>
                  </a:lnTo>
                  <a:lnTo>
                    <a:pt x="8863116" y="173691"/>
                  </a:lnTo>
                  <a:lnTo>
                    <a:pt x="8920097" y="158486"/>
                  </a:lnTo>
                  <a:lnTo>
                    <a:pt x="8976964" y="143735"/>
                  </a:lnTo>
                  <a:lnTo>
                    <a:pt x="9033742" y="129602"/>
                  </a:lnTo>
                  <a:lnTo>
                    <a:pt x="9090530" y="116222"/>
                  </a:lnTo>
                  <a:lnTo>
                    <a:pt x="9147526" y="103693"/>
                  </a:lnTo>
                  <a:lnTo>
                    <a:pt x="9205043" y="92079"/>
                  </a:lnTo>
                  <a:lnTo>
                    <a:pt x="9263533" y="81407"/>
                  </a:lnTo>
                  <a:lnTo>
                    <a:pt x="9323612" y="71675"/>
                  </a:lnTo>
                  <a:lnTo>
                    <a:pt x="9347647" y="68128"/>
                  </a:lnTo>
                  <a:lnTo>
                    <a:pt x="9399565" y="61126"/>
                  </a:lnTo>
                  <a:lnTo>
                    <a:pt x="9453937" y="54733"/>
                  </a:lnTo>
                  <a:lnTo>
                    <a:pt x="9511450" y="48926"/>
                  </a:lnTo>
                  <a:lnTo>
                    <a:pt x="9572856" y="43663"/>
                  </a:lnTo>
                  <a:lnTo>
                    <a:pt x="9638935" y="38896"/>
                  </a:lnTo>
                  <a:lnTo>
                    <a:pt x="9710451" y="34571"/>
                  </a:lnTo>
                  <a:lnTo>
                    <a:pt x="9788101" y="30641"/>
                  </a:lnTo>
                  <a:lnTo>
                    <a:pt x="9872445" y="27064"/>
                  </a:lnTo>
                  <a:lnTo>
                    <a:pt x="9963814" y="23804"/>
                  </a:lnTo>
                  <a:lnTo>
                    <a:pt x="10062191" y="20833"/>
                  </a:lnTo>
                  <a:lnTo>
                    <a:pt x="10167071" y="18134"/>
                  </a:lnTo>
                  <a:lnTo>
                    <a:pt x="10277318" y="15697"/>
                  </a:lnTo>
                  <a:lnTo>
                    <a:pt x="10391033" y="13518"/>
                  </a:lnTo>
                  <a:lnTo>
                    <a:pt x="10505503" y="11600"/>
                  </a:lnTo>
                  <a:lnTo>
                    <a:pt x="10617269" y="9950"/>
                  </a:lnTo>
                  <a:lnTo>
                    <a:pt x="10722370" y="8571"/>
                  </a:lnTo>
                  <a:lnTo>
                    <a:pt x="10816762" y="7462"/>
                  </a:lnTo>
                  <a:lnTo>
                    <a:pt x="10896895" y="6615"/>
                  </a:lnTo>
                  <a:lnTo>
                    <a:pt x="10960293" y="6008"/>
                  </a:lnTo>
                  <a:lnTo>
                    <a:pt x="11006031" y="5611"/>
                  </a:lnTo>
                  <a:lnTo>
                    <a:pt x="11034970" y="5381"/>
                  </a:lnTo>
                  <a:lnTo>
                    <a:pt x="11049739" y="5274"/>
                  </a:lnTo>
                  <a:lnTo>
                    <a:pt x="11054536" y="524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6" y="7"/>
                  </a:lnTo>
                  <a:lnTo>
                    <a:pt x="11046263" y="58"/>
                  </a:lnTo>
                  <a:lnTo>
                    <a:pt x="11027277" y="200"/>
                  </a:lnTo>
                  <a:lnTo>
                    <a:pt x="10993082" y="479"/>
                  </a:lnTo>
                  <a:lnTo>
                    <a:pt x="10941608" y="940"/>
                  </a:lnTo>
                  <a:lnTo>
                    <a:pt x="10872585" y="1622"/>
                  </a:lnTo>
                  <a:lnTo>
                    <a:pt x="10787481" y="2553"/>
                  </a:lnTo>
                  <a:lnTo>
                    <a:pt x="10689181" y="3748"/>
                  </a:lnTo>
                  <a:lnTo>
                    <a:pt x="10581463" y="5216"/>
                  </a:lnTo>
                  <a:lnTo>
                    <a:pt x="10468400" y="6954"/>
                  </a:lnTo>
                  <a:lnTo>
                    <a:pt x="10353829" y="8957"/>
                  </a:lnTo>
                  <a:lnTo>
                    <a:pt x="10240984" y="11220"/>
                  </a:lnTo>
                  <a:lnTo>
                    <a:pt x="10132313" y="13742"/>
                  </a:lnTo>
                  <a:lnTo>
                    <a:pt x="10029455" y="16528"/>
                  </a:lnTo>
                  <a:lnTo>
                    <a:pt x="9933329" y="19590"/>
                  </a:lnTo>
                  <a:lnTo>
                    <a:pt x="9844262" y="22950"/>
                  </a:lnTo>
                  <a:lnTo>
                    <a:pt x="9762144" y="26638"/>
                  </a:lnTo>
                  <a:lnTo>
                    <a:pt x="9686558" y="30691"/>
                  </a:lnTo>
                  <a:lnTo>
                    <a:pt x="9616890" y="35154"/>
                  </a:lnTo>
                  <a:lnTo>
                    <a:pt x="9552416" y="40077"/>
                  </a:lnTo>
                  <a:lnTo>
                    <a:pt x="9492361" y="45511"/>
                  </a:lnTo>
                  <a:lnTo>
                    <a:pt x="9435950" y="51505"/>
                  </a:lnTo>
                  <a:lnTo>
                    <a:pt x="9382446" y="58095"/>
                  </a:lnTo>
                  <a:lnTo>
                    <a:pt x="9347647" y="62887"/>
                  </a:lnTo>
                  <a:lnTo>
                    <a:pt x="9286736" y="72260"/>
                  </a:lnTo>
                  <a:lnTo>
                    <a:pt x="9227711" y="82563"/>
                  </a:lnTo>
                  <a:lnTo>
                    <a:pt x="9169877" y="93811"/>
                  </a:lnTo>
                  <a:lnTo>
                    <a:pt x="9112721" y="105989"/>
                  </a:lnTo>
                  <a:lnTo>
                    <a:pt x="9055881" y="119047"/>
                  </a:lnTo>
                  <a:lnTo>
                    <a:pt x="8999117" y="132900"/>
                  </a:lnTo>
                  <a:lnTo>
                    <a:pt x="8942291" y="147428"/>
                  </a:lnTo>
                  <a:lnTo>
                    <a:pt x="8885353" y="162478"/>
                  </a:lnTo>
                  <a:lnTo>
                    <a:pt x="8828314" y="177869"/>
                  </a:lnTo>
                  <a:lnTo>
                    <a:pt x="8771227" y="193403"/>
                  </a:lnTo>
                  <a:lnTo>
                    <a:pt x="8714161" y="208874"/>
                  </a:lnTo>
                  <a:lnTo>
                    <a:pt x="8657179" y="224079"/>
                  </a:lnTo>
                  <a:lnTo>
                    <a:pt x="8600312" y="238830"/>
                  </a:lnTo>
                  <a:lnTo>
                    <a:pt x="8543535" y="252963"/>
                  </a:lnTo>
                  <a:lnTo>
                    <a:pt x="8486747" y="266343"/>
                  </a:lnTo>
                  <a:lnTo>
                    <a:pt x="8429750" y="278872"/>
                  </a:lnTo>
                  <a:lnTo>
                    <a:pt x="8372233" y="290486"/>
                  </a:lnTo>
                  <a:lnTo>
                    <a:pt x="8313744" y="301158"/>
                  </a:lnTo>
                  <a:lnTo>
                    <a:pt x="8253664" y="310890"/>
                  </a:lnTo>
                  <a:lnTo>
                    <a:pt x="8229629" y="314438"/>
                  </a:lnTo>
                  <a:lnTo>
                    <a:pt x="8177711" y="321439"/>
                  </a:lnTo>
                  <a:lnTo>
                    <a:pt x="8123339" y="327832"/>
                  </a:lnTo>
                  <a:lnTo>
                    <a:pt x="8065826" y="333640"/>
                  </a:lnTo>
                  <a:lnTo>
                    <a:pt x="8004420" y="338902"/>
                  </a:lnTo>
                  <a:lnTo>
                    <a:pt x="7938341" y="343670"/>
                  </a:lnTo>
                  <a:lnTo>
                    <a:pt x="7866825" y="347994"/>
                  </a:lnTo>
                  <a:lnTo>
                    <a:pt x="7789175" y="351924"/>
                  </a:lnTo>
                  <a:lnTo>
                    <a:pt x="7704831" y="355501"/>
                  </a:lnTo>
                  <a:lnTo>
                    <a:pt x="7613463" y="358762"/>
                  </a:lnTo>
                  <a:lnTo>
                    <a:pt x="7515086" y="361732"/>
                  </a:lnTo>
                  <a:lnTo>
                    <a:pt x="7410205" y="364431"/>
                  </a:lnTo>
                  <a:lnTo>
                    <a:pt x="7299959" y="366868"/>
                  </a:lnTo>
                  <a:lnTo>
                    <a:pt x="7186244" y="369047"/>
                  </a:lnTo>
                  <a:lnTo>
                    <a:pt x="7071774" y="370965"/>
                  </a:lnTo>
                  <a:lnTo>
                    <a:pt x="6960007" y="372616"/>
                  </a:lnTo>
                  <a:lnTo>
                    <a:pt x="6854907" y="373995"/>
                  </a:lnTo>
                  <a:lnTo>
                    <a:pt x="6760514" y="375103"/>
                  </a:lnTo>
                  <a:lnTo>
                    <a:pt x="6680381" y="375950"/>
                  </a:lnTo>
                  <a:lnTo>
                    <a:pt x="6616983" y="376557"/>
                  </a:lnTo>
                  <a:lnTo>
                    <a:pt x="6571246" y="376954"/>
                  </a:lnTo>
                  <a:lnTo>
                    <a:pt x="6542307" y="377184"/>
                  </a:lnTo>
                  <a:lnTo>
                    <a:pt x="6527538" y="377291"/>
                  </a:lnTo>
                  <a:lnTo>
                    <a:pt x="6522740" y="377323"/>
                  </a:lnTo>
                  <a:lnTo>
                    <a:pt x="6522385" y="377325"/>
                  </a:lnTo>
                  <a:lnTo>
                    <a:pt x="5527445" y="377325"/>
                  </a:lnTo>
                  <a:lnTo>
                    <a:pt x="5526416" y="377392"/>
                  </a:lnTo>
                  <a:lnTo>
                    <a:pt x="5519612" y="377870"/>
                  </a:lnTo>
                  <a:lnTo>
                    <a:pt x="5502323" y="379189"/>
                  </a:lnTo>
                  <a:lnTo>
                    <a:pt x="5471075" y="381791"/>
                  </a:lnTo>
                  <a:lnTo>
                    <a:pt x="5423813" y="386096"/>
                  </a:lnTo>
                  <a:lnTo>
                    <a:pt x="5360049" y="392471"/>
                  </a:lnTo>
                  <a:lnTo>
                    <a:pt x="5280845" y="401199"/>
                  </a:lnTo>
                  <a:lnTo>
                    <a:pt x="5188578" y="412459"/>
                  </a:lnTo>
                  <a:lnTo>
                    <a:pt x="5086523" y="426334"/>
                  </a:lnTo>
                  <a:lnTo>
                    <a:pt x="4978346" y="442824"/>
                  </a:lnTo>
                  <a:lnTo>
                    <a:pt x="4867635" y="461889"/>
                  </a:lnTo>
                  <a:lnTo>
                    <a:pt x="4757530" y="483474"/>
                  </a:lnTo>
                  <a:lnTo>
                    <a:pt x="4650526" y="507552"/>
                  </a:lnTo>
                  <a:lnTo>
                    <a:pt x="4548400" y="534145"/>
                  </a:lnTo>
                  <a:lnTo>
                    <a:pt x="4452257" y="563337"/>
                  </a:lnTo>
                  <a:lnTo>
                    <a:pt x="4362630" y="595289"/>
                  </a:lnTo>
                  <a:lnTo>
                    <a:pt x="4279604" y="630240"/>
                  </a:lnTo>
                  <a:lnTo>
                    <a:pt x="4202936" y="668501"/>
                  </a:lnTo>
                  <a:lnTo>
                    <a:pt x="4132161" y="710454"/>
                  </a:lnTo>
                  <a:lnTo>
                    <a:pt x="4066676" y="756536"/>
                  </a:lnTo>
                  <a:lnTo>
                    <a:pt x="4005803" y="807221"/>
                  </a:lnTo>
                  <a:lnTo>
                    <a:pt x="3948837" y="862989"/>
                  </a:lnTo>
                  <a:lnTo>
                    <a:pt x="3895081" y="924267"/>
                  </a:lnTo>
                  <a:lnTo>
                    <a:pt x="3843886" y="991352"/>
                  </a:lnTo>
                  <a:lnTo>
                    <a:pt x="3820202" y="1025417"/>
                  </a:lnTo>
                  <a:lnTo>
                    <a:pt x="3781133" y="1085865"/>
                  </a:lnTo>
                  <a:lnTo>
                    <a:pt x="3742950" y="1150161"/>
                  </a:lnTo>
                  <a:lnTo>
                    <a:pt x="3705441" y="1218383"/>
                  </a:lnTo>
                  <a:lnTo>
                    <a:pt x="3668435" y="1290563"/>
                  </a:lnTo>
                  <a:lnTo>
                    <a:pt x="3631786" y="1366684"/>
                  </a:lnTo>
                  <a:lnTo>
                    <a:pt x="3595379" y="1446673"/>
                  </a:lnTo>
                  <a:lnTo>
                    <a:pt x="3559119" y="1530399"/>
                  </a:lnTo>
                  <a:lnTo>
                    <a:pt x="3522934" y="1617670"/>
                  </a:lnTo>
                  <a:lnTo>
                    <a:pt x="3486771" y="1708233"/>
                  </a:lnTo>
                  <a:lnTo>
                    <a:pt x="3450592" y="1801774"/>
                  </a:lnTo>
                  <a:lnTo>
                    <a:pt x="3414376" y="1897921"/>
                  </a:lnTo>
                  <a:lnTo>
                    <a:pt x="3378113" y="1996249"/>
                  </a:lnTo>
                  <a:lnTo>
                    <a:pt x="3341804" y="2096288"/>
                  </a:lnTo>
                  <a:lnTo>
                    <a:pt x="3305457" y="2197530"/>
                  </a:lnTo>
                  <a:lnTo>
                    <a:pt x="3269089" y="2299442"/>
                  </a:lnTo>
                  <a:lnTo>
                    <a:pt x="3232716" y="2401473"/>
                  </a:lnTo>
                  <a:lnTo>
                    <a:pt x="3196358" y="2503072"/>
                  </a:lnTo>
                  <a:lnTo>
                    <a:pt x="3160031" y="2603698"/>
                  </a:lnTo>
                  <a:lnTo>
                    <a:pt x="3123748" y="2702829"/>
                  </a:lnTo>
                  <a:lnTo>
                    <a:pt x="3087511" y="2799978"/>
                  </a:lnTo>
                  <a:lnTo>
                    <a:pt x="3051319" y="2894699"/>
                  </a:lnTo>
                  <a:lnTo>
                    <a:pt x="3015152" y="2986597"/>
                  </a:lnTo>
                  <a:lnTo>
                    <a:pt x="2978983" y="3075333"/>
                  </a:lnTo>
                  <a:lnTo>
                    <a:pt x="2942763" y="3160625"/>
                  </a:lnTo>
                  <a:lnTo>
                    <a:pt x="2906430" y="3242256"/>
                  </a:lnTo>
                  <a:lnTo>
                    <a:pt x="2869899" y="3320069"/>
                  </a:lnTo>
                  <a:lnTo>
                    <a:pt x="2833064" y="3393965"/>
                  </a:lnTo>
                  <a:lnTo>
                    <a:pt x="2795793" y="3463905"/>
                  </a:lnTo>
                  <a:lnTo>
                    <a:pt x="2757926" y="3529898"/>
                  </a:lnTo>
                  <a:lnTo>
                    <a:pt x="2719270" y="3592004"/>
                  </a:lnTo>
                  <a:lnTo>
                    <a:pt x="2702183" y="3617784"/>
                  </a:lnTo>
                  <a:lnTo>
                    <a:pt x="2652002" y="3687674"/>
                  </a:lnTo>
                  <a:lnTo>
                    <a:pt x="2599545" y="3751697"/>
                  </a:lnTo>
                  <a:lnTo>
                    <a:pt x="2544194" y="3810045"/>
                  </a:lnTo>
                  <a:lnTo>
                    <a:pt x="2485273" y="3863096"/>
                  </a:lnTo>
                  <a:lnTo>
                    <a:pt x="2422075" y="3911313"/>
                  </a:lnTo>
                  <a:lnTo>
                    <a:pt x="2353904" y="3955177"/>
                  </a:lnTo>
                  <a:lnTo>
                    <a:pt x="2280115" y="3995148"/>
                  </a:lnTo>
                  <a:lnTo>
                    <a:pt x="2200167" y="4031634"/>
                  </a:lnTo>
                  <a:lnTo>
                    <a:pt x="2113700" y="4064982"/>
                  </a:lnTo>
                  <a:lnTo>
                    <a:pt x="2020629" y="4095466"/>
                  </a:lnTo>
                  <a:lnTo>
                    <a:pt x="1921257" y="4123283"/>
                  </a:lnTo>
                  <a:lnTo>
                    <a:pt x="1816400" y="4148554"/>
                  </a:lnTo>
                  <a:lnTo>
                    <a:pt x="1707507" y="4171330"/>
                  </a:lnTo>
                  <a:lnTo>
                    <a:pt x="1596730" y="4191602"/>
                  </a:lnTo>
                  <a:lnTo>
                    <a:pt x="1486918" y="4209327"/>
                  </a:lnTo>
                  <a:lnTo>
                    <a:pt x="1381480" y="4224452"/>
                  </a:lnTo>
                  <a:lnTo>
                    <a:pt x="1284100" y="4236955"/>
                  </a:lnTo>
                  <a:lnTo>
                    <a:pt x="1198304" y="4246874"/>
                  </a:lnTo>
                  <a:lnTo>
                    <a:pt x="1126955" y="4254342"/>
                  </a:lnTo>
                  <a:lnTo>
                    <a:pt x="1071785" y="4259593"/>
                  </a:lnTo>
                  <a:lnTo>
                    <a:pt x="1033062" y="4262957"/>
                  </a:lnTo>
                  <a:lnTo>
                    <a:pt x="1009466" y="4264834"/>
                  </a:lnTo>
                  <a:lnTo>
                    <a:pt x="998177" y="4265658"/>
                  </a:lnTo>
                  <a:lnTo>
                    <a:pt x="994940" y="4265876"/>
                  </a:lnTo>
                  <a:lnTo>
                    <a:pt x="0" y="4265876"/>
                  </a:lnTo>
                  <a:close/>
                </a:path>
              </a:pathLst>
            </a:custGeom>
            <a:solidFill>
              <a:srgbClr val="42A5F5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31" name="pl2130"/>
            <p:cNvSpPr/>
            <p:nvPr/>
          </p:nvSpPr>
          <p:spPr>
            <a:xfrm>
              <a:off x="1199187" y="2190420"/>
              <a:ext cx="12049831" cy="4265876"/>
            </a:xfrm>
            <a:custGeom>
              <a:avLst/>
              <a:pathLst>
                <a:path w="12049831" h="4265876">
                  <a:moveTo>
                    <a:pt x="0" y="4265876"/>
                  </a:moveTo>
                  <a:lnTo>
                    <a:pt x="994940" y="4265876"/>
                  </a:lnTo>
                  <a:lnTo>
                    <a:pt x="995969" y="4265809"/>
                  </a:lnTo>
                  <a:lnTo>
                    <a:pt x="1002773" y="4265331"/>
                  </a:lnTo>
                  <a:lnTo>
                    <a:pt x="1020062" y="4264011"/>
                  </a:lnTo>
                  <a:lnTo>
                    <a:pt x="1051310" y="4261410"/>
                  </a:lnTo>
                  <a:lnTo>
                    <a:pt x="1098572" y="4257105"/>
                  </a:lnTo>
                  <a:lnTo>
                    <a:pt x="1162336" y="4250730"/>
                  </a:lnTo>
                  <a:lnTo>
                    <a:pt x="1241540" y="4242002"/>
                  </a:lnTo>
                  <a:lnTo>
                    <a:pt x="1333807" y="4230742"/>
                  </a:lnTo>
                  <a:lnTo>
                    <a:pt x="1435862" y="4216867"/>
                  </a:lnTo>
                  <a:lnTo>
                    <a:pt x="1544039" y="4200376"/>
                  </a:lnTo>
                  <a:lnTo>
                    <a:pt x="1654750" y="4181312"/>
                  </a:lnTo>
                  <a:lnTo>
                    <a:pt x="1764855" y="4159727"/>
                  </a:lnTo>
                  <a:lnTo>
                    <a:pt x="1871859" y="4135648"/>
                  </a:lnTo>
                  <a:lnTo>
                    <a:pt x="1973985" y="4109056"/>
                  </a:lnTo>
                  <a:lnTo>
                    <a:pt x="2070128" y="4079864"/>
                  </a:lnTo>
                  <a:lnTo>
                    <a:pt x="2159755" y="4047911"/>
                  </a:lnTo>
                  <a:lnTo>
                    <a:pt x="2242781" y="4012961"/>
                  </a:lnTo>
                  <a:lnTo>
                    <a:pt x="2319449" y="3974699"/>
                  </a:lnTo>
                  <a:lnTo>
                    <a:pt x="2390224" y="3932747"/>
                  </a:lnTo>
                  <a:lnTo>
                    <a:pt x="2455709" y="3886665"/>
                  </a:lnTo>
                  <a:lnTo>
                    <a:pt x="2516582" y="3835979"/>
                  </a:lnTo>
                  <a:lnTo>
                    <a:pt x="2573548" y="3780212"/>
                  </a:lnTo>
                  <a:lnTo>
                    <a:pt x="2627304" y="3718934"/>
                  </a:lnTo>
                  <a:lnTo>
                    <a:pt x="2678499" y="3651849"/>
                  </a:lnTo>
                  <a:lnTo>
                    <a:pt x="2702183" y="3617784"/>
                  </a:lnTo>
                  <a:lnTo>
                    <a:pt x="2741252" y="3557336"/>
                  </a:lnTo>
                  <a:lnTo>
                    <a:pt x="2779435" y="3493040"/>
                  </a:lnTo>
                  <a:lnTo>
                    <a:pt x="2816944" y="3424818"/>
                  </a:lnTo>
                  <a:lnTo>
                    <a:pt x="2853950" y="3352638"/>
                  </a:lnTo>
                  <a:lnTo>
                    <a:pt x="2890599" y="3276517"/>
                  </a:lnTo>
                  <a:lnTo>
                    <a:pt x="2927006" y="3196528"/>
                  </a:lnTo>
                  <a:lnTo>
                    <a:pt x="2963266" y="3112802"/>
                  </a:lnTo>
                  <a:lnTo>
                    <a:pt x="2999451" y="3025531"/>
                  </a:lnTo>
                  <a:lnTo>
                    <a:pt x="3035614" y="2934968"/>
                  </a:lnTo>
                  <a:lnTo>
                    <a:pt x="3071793" y="2841427"/>
                  </a:lnTo>
                  <a:lnTo>
                    <a:pt x="3108009" y="2745280"/>
                  </a:lnTo>
                  <a:lnTo>
                    <a:pt x="3144272" y="2646952"/>
                  </a:lnTo>
                  <a:lnTo>
                    <a:pt x="3180581" y="2546913"/>
                  </a:lnTo>
                  <a:lnTo>
                    <a:pt x="3216928" y="2445671"/>
                  </a:lnTo>
                  <a:lnTo>
                    <a:pt x="3253296" y="2343759"/>
                  </a:lnTo>
                  <a:lnTo>
                    <a:pt x="3289669" y="2241728"/>
                  </a:lnTo>
                  <a:lnTo>
                    <a:pt x="3326027" y="2140129"/>
                  </a:lnTo>
                  <a:lnTo>
                    <a:pt x="3362354" y="2039503"/>
                  </a:lnTo>
                  <a:lnTo>
                    <a:pt x="3398637" y="1940372"/>
                  </a:lnTo>
                  <a:lnTo>
                    <a:pt x="3434874" y="1843223"/>
                  </a:lnTo>
                  <a:lnTo>
                    <a:pt x="3471066" y="1748502"/>
                  </a:lnTo>
                  <a:lnTo>
                    <a:pt x="3507233" y="1656603"/>
                  </a:lnTo>
                  <a:lnTo>
                    <a:pt x="3543402" y="1567868"/>
                  </a:lnTo>
                  <a:lnTo>
                    <a:pt x="3579622" y="1482576"/>
                  </a:lnTo>
                  <a:lnTo>
                    <a:pt x="3615955" y="1400945"/>
                  </a:lnTo>
                  <a:lnTo>
                    <a:pt x="3652486" y="1323132"/>
                  </a:lnTo>
                  <a:lnTo>
                    <a:pt x="3689321" y="1249236"/>
                  </a:lnTo>
                  <a:lnTo>
                    <a:pt x="3726592" y="1179296"/>
                  </a:lnTo>
                  <a:lnTo>
                    <a:pt x="3764459" y="1113303"/>
                  </a:lnTo>
                  <a:lnTo>
                    <a:pt x="3803115" y="1051196"/>
                  </a:lnTo>
                  <a:lnTo>
                    <a:pt x="3820202" y="1025417"/>
                  </a:lnTo>
                  <a:lnTo>
                    <a:pt x="3870383" y="955527"/>
                  </a:lnTo>
                  <a:lnTo>
                    <a:pt x="3922840" y="891504"/>
                  </a:lnTo>
                  <a:lnTo>
                    <a:pt x="3978191" y="833156"/>
                  </a:lnTo>
                  <a:lnTo>
                    <a:pt x="4037112" y="780105"/>
                  </a:lnTo>
                  <a:lnTo>
                    <a:pt x="4100310" y="731888"/>
                  </a:lnTo>
                  <a:lnTo>
                    <a:pt x="4168481" y="688023"/>
                  </a:lnTo>
                  <a:lnTo>
                    <a:pt x="4242270" y="648053"/>
                  </a:lnTo>
                  <a:lnTo>
                    <a:pt x="4322218" y="611567"/>
                  </a:lnTo>
                  <a:lnTo>
                    <a:pt x="4408685" y="578219"/>
                  </a:lnTo>
                  <a:lnTo>
                    <a:pt x="4501756" y="547735"/>
                  </a:lnTo>
                  <a:lnTo>
                    <a:pt x="4601128" y="519918"/>
                  </a:lnTo>
                  <a:lnTo>
                    <a:pt x="4705985" y="494647"/>
                  </a:lnTo>
                  <a:lnTo>
                    <a:pt x="4814878" y="471871"/>
                  </a:lnTo>
                  <a:lnTo>
                    <a:pt x="4925655" y="451599"/>
                  </a:lnTo>
                  <a:lnTo>
                    <a:pt x="5035467" y="433874"/>
                  </a:lnTo>
                  <a:lnTo>
                    <a:pt x="5140905" y="418749"/>
                  </a:lnTo>
                  <a:lnTo>
                    <a:pt x="5238285" y="406246"/>
                  </a:lnTo>
                  <a:lnTo>
                    <a:pt x="5324081" y="396327"/>
                  </a:lnTo>
                  <a:lnTo>
                    <a:pt x="5395430" y="388858"/>
                  </a:lnTo>
                  <a:lnTo>
                    <a:pt x="5450600" y="383607"/>
                  </a:lnTo>
                  <a:lnTo>
                    <a:pt x="5489323" y="380244"/>
                  </a:lnTo>
                  <a:lnTo>
                    <a:pt x="5512919" y="378367"/>
                  </a:lnTo>
                  <a:lnTo>
                    <a:pt x="5524208" y="377543"/>
                  </a:lnTo>
                  <a:lnTo>
                    <a:pt x="5527331" y="377332"/>
                  </a:lnTo>
                  <a:lnTo>
                    <a:pt x="5527445" y="377325"/>
                  </a:lnTo>
                  <a:lnTo>
                    <a:pt x="6522385" y="377325"/>
                  </a:lnTo>
                  <a:lnTo>
                    <a:pt x="6523521" y="377318"/>
                  </a:lnTo>
                  <a:lnTo>
                    <a:pt x="6531013" y="377267"/>
                  </a:lnTo>
                  <a:lnTo>
                    <a:pt x="6550000" y="377125"/>
                  </a:lnTo>
                  <a:lnTo>
                    <a:pt x="6584195" y="376846"/>
                  </a:lnTo>
                  <a:lnTo>
                    <a:pt x="6635668" y="376384"/>
                  </a:lnTo>
                  <a:lnTo>
                    <a:pt x="6704691" y="375703"/>
                  </a:lnTo>
                  <a:lnTo>
                    <a:pt x="6789796" y="374772"/>
                  </a:lnTo>
                  <a:lnTo>
                    <a:pt x="6888096" y="373576"/>
                  </a:lnTo>
                  <a:lnTo>
                    <a:pt x="6995813" y="372108"/>
                  </a:lnTo>
                  <a:lnTo>
                    <a:pt x="7108876" y="370370"/>
                  </a:lnTo>
                  <a:lnTo>
                    <a:pt x="7223447" y="368367"/>
                  </a:lnTo>
                  <a:lnTo>
                    <a:pt x="7336293" y="366104"/>
                  </a:lnTo>
                  <a:lnTo>
                    <a:pt x="7444964" y="363583"/>
                  </a:lnTo>
                  <a:lnTo>
                    <a:pt x="7547821" y="360797"/>
                  </a:lnTo>
                  <a:lnTo>
                    <a:pt x="7643948" y="357735"/>
                  </a:lnTo>
                  <a:lnTo>
                    <a:pt x="7733015" y="354375"/>
                  </a:lnTo>
                  <a:lnTo>
                    <a:pt x="7815133" y="350687"/>
                  </a:lnTo>
                  <a:lnTo>
                    <a:pt x="7890719" y="346634"/>
                  </a:lnTo>
                  <a:lnTo>
                    <a:pt x="7960386" y="342171"/>
                  </a:lnTo>
                  <a:lnTo>
                    <a:pt x="8024860" y="337248"/>
                  </a:lnTo>
                  <a:lnTo>
                    <a:pt x="8084916" y="331813"/>
                  </a:lnTo>
                  <a:lnTo>
                    <a:pt x="8141327" y="325820"/>
                  </a:lnTo>
                  <a:lnTo>
                    <a:pt x="8194831" y="319230"/>
                  </a:lnTo>
                  <a:lnTo>
                    <a:pt x="8229629" y="314438"/>
                  </a:lnTo>
                  <a:lnTo>
                    <a:pt x="8290540" y="305065"/>
                  </a:lnTo>
                  <a:lnTo>
                    <a:pt x="8349566" y="294761"/>
                  </a:lnTo>
                  <a:lnTo>
                    <a:pt x="8407400" y="283513"/>
                  </a:lnTo>
                  <a:lnTo>
                    <a:pt x="8464555" y="271336"/>
                  </a:lnTo>
                  <a:lnTo>
                    <a:pt x="8521395" y="258278"/>
                  </a:lnTo>
                  <a:lnTo>
                    <a:pt x="8578160" y="244424"/>
                  </a:lnTo>
                  <a:lnTo>
                    <a:pt x="8634985" y="229896"/>
                  </a:lnTo>
                  <a:lnTo>
                    <a:pt x="8691923" y="214847"/>
                  </a:lnTo>
                  <a:lnTo>
                    <a:pt x="8748962" y="199456"/>
                  </a:lnTo>
                  <a:lnTo>
                    <a:pt x="8806050" y="183922"/>
                  </a:lnTo>
                  <a:lnTo>
                    <a:pt x="8863116" y="168451"/>
                  </a:lnTo>
                  <a:lnTo>
                    <a:pt x="8920097" y="153246"/>
                  </a:lnTo>
                  <a:lnTo>
                    <a:pt x="8976964" y="138494"/>
                  </a:lnTo>
                  <a:lnTo>
                    <a:pt x="9033742" y="124362"/>
                  </a:lnTo>
                  <a:lnTo>
                    <a:pt x="9090530" y="110981"/>
                  </a:lnTo>
                  <a:lnTo>
                    <a:pt x="9147526" y="98453"/>
                  </a:lnTo>
                  <a:lnTo>
                    <a:pt x="9205043" y="86838"/>
                  </a:lnTo>
                  <a:lnTo>
                    <a:pt x="9263533" y="76167"/>
                  </a:lnTo>
                  <a:lnTo>
                    <a:pt x="9323612" y="66434"/>
                  </a:lnTo>
                  <a:lnTo>
                    <a:pt x="9347647" y="62887"/>
                  </a:lnTo>
                  <a:lnTo>
                    <a:pt x="9399565" y="55886"/>
                  </a:lnTo>
                  <a:lnTo>
                    <a:pt x="9453937" y="49492"/>
                  </a:lnTo>
                  <a:lnTo>
                    <a:pt x="9511450" y="43685"/>
                  </a:lnTo>
                  <a:lnTo>
                    <a:pt x="9572856" y="38423"/>
                  </a:lnTo>
                  <a:lnTo>
                    <a:pt x="9638935" y="33655"/>
                  </a:lnTo>
                  <a:lnTo>
                    <a:pt x="9710451" y="29331"/>
                  </a:lnTo>
                  <a:lnTo>
                    <a:pt x="9788101" y="25401"/>
                  </a:lnTo>
                  <a:lnTo>
                    <a:pt x="9872445" y="21823"/>
                  </a:lnTo>
                  <a:lnTo>
                    <a:pt x="9963814" y="18563"/>
                  </a:lnTo>
                  <a:lnTo>
                    <a:pt x="10062191" y="15593"/>
                  </a:lnTo>
                  <a:lnTo>
                    <a:pt x="10167071" y="12894"/>
                  </a:lnTo>
                  <a:lnTo>
                    <a:pt x="10277318" y="10456"/>
                  </a:lnTo>
                  <a:lnTo>
                    <a:pt x="10391033" y="8277"/>
                  </a:lnTo>
                  <a:lnTo>
                    <a:pt x="10505503" y="6360"/>
                  </a:lnTo>
                  <a:lnTo>
                    <a:pt x="10617269" y="4709"/>
                  </a:lnTo>
                  <a:lnTo>
                    <a:pt x="10722370" y="3330"/>
                  </a:lnTo>
                  <a:lnTo>
                    <a:pt x="10816762" y="2221"/>
                  </a:lnTo>
                  <a:lnTo>
                    <a:pt x="10896895" y="1374"/>
                  </a:lnTo>
                  <a:lnTo>
                    <a:pt x="10960293" y="768"/>
                  </a:lnTo>
                  <a:lnTo>
                    <a:pt x="11006031" y="370"/>
                  </a:lnTo>
                  <a:lnTo>
                    <a:pt x="11034970" y="141"/>
                  </a:lnTo>
                  <a:lnTo>
                    <a:pt x="11049739" y="34"/>
                  </a:lnTo>
                  <a:lnTo>
                    <a:pt x="11054536" y="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2" name="pl2131"/>
            <p:cNvSpPr/>
            <p:nvPr/>
          </p:nvSpPr>
          <p:spPr>
            <a:xfrm>
              <a:off x="1199187" y="2185179"/>
              <a:ext cx="12049831" cy="4265876"/>
            </a:xfrm>
            <a:custGeom>
              <a:avLst/>
              <a:pathLst>
                <a:path w="12049831" h="4265876">
                  <a:moveTo>
                    <a:pt x="12049831" y="0"/>
                  </a:moveTo>
                  <a:lnTo>
                    <a:pt x="11054891" y="0"/>
                  </a:lnTo>
                  <a:lnTo>
                    <a:pt x="11053756" y="7"/>
                  </a:lnTo>
                  <a:lnTo>
                    <a:pt x="11046263" y="58"/>
                  </a:lnTo>
                  <a:lnTo>
                    <a:pt x="11027277" y="200"/>
                  </a:lnTo>
                  <a:lnTo>
                    <a:pt x="10993082" y="479"/>
                  </a:lnTo>
                  <a:lnTo>
                    <a:pt x="10941608" y="940"/>
                  </a:lnTo>
                  <a:lnTo>
                    <a:pt x="10872585" y="1622"/>
                  </a:lnTo>
                  <a:lnTo>
                    <a:pt x="10787481" y="2553"/>
                  </a:lnTo>
                  <a:lnTo>
                    <a:pt x="10689181" y="3748"/>
                  </a:lnTo>
                  <a:lnTo>
                    <a:pt x="10581463" y="5216"/>
                  </a:lnTo>
                  <a:lnTo>
                    <a:pt x="10468400" y="6954"/>
                  </a:lnTo>
                  <a:lnTo>
                    <a:pt x="10353829" y="8957"/>
                  </a:lnTo>
                  <a:lnTo>
                    <a:pt x="10240984" y="11220"/>
                  </a:lnTo>
                  <a:lnTo>
                    <a:pt x="10132313" y="13742"/>
                  </a:lnTo>
                  <a:lnTo>
                    <a:pt x="10029455" y="16528"/>
                  </a:lnTo>
                  <a:lnTo>
                    <a:pt x="9933329" y="19590"/>
                  </a:lnTo>
                  <a:lnTo>
                    <a:pt x="9844262" y="22950"/>
                  </a:lnTo>
                  <a:lnTo>
                    <a:pt x="9762144" y="26638"/>
                  </a:lnTo>
                  <a:lnTo>
                    <a:pt x="9686558" y="30691"/>
                  </a:lnTo>
                  <a:lnTo>
                    <a:pt x="9616890" y="35154"/>
                  </a:lnTo>
                  <a:lnTo>
                    <a:pt x="9552416" y="40077"/>
                  </a:lnTo>
                  <a:lnTo>
                    <a:pt x="9492361" y="45511"/>
                  </a:lnTo>
                  <a:lnTo>
                    <a:pt x="9435950" y="51505"/>
                  </a:lnTo>
                  <a:lnTo>
                    <a:pt x="9382446" y="58095"/>
                  </a:lnTo>
                  <a:lnTo>
                    <a:pt x="9347647" y="62887"/>
                  </a:lnTo>
                  <a:lnTo>
                    <a:pt x="9286736" y="72260"/>
                  </a:lnTo>
                  <a:lnTo>
                    <a:pt x="9227711" y="82563"/>
                  </a:lnTo>
                  <a:lnTo>
                    <a:pt x="9169877" y="93811"/>
                  </a:lnTo>
                  <a:lnTo>
                    <a:pt x="9112721" y="105989"/>
                  </a:lnTo>
                  <a:lnTo>
                    <a:pt x="9055881" y="119047"/>
                  </a:lnTo>
                  <a:lnTo>
                    <a:pt x="8999117" y="132900"/>
                  </a:lnTo>
                  <a:lnTo>
                    <a:pt x="8942291" y="147428"/>
                  </a:lnTo>
                  <a:lnTo>
                    <a:pt x="8885353" y="162478"/>
                  </a:lnTo>
                  <a:lnTo>
                    <a:pt x="8828314" y="177869"/>
                  </a:lnTo>
                  <a:lnTo>
                    <a:pt x="8771227" y="193403"/>
                  </a:lnTo>
                  <a:lnTo>
                    <a:pt x="8714161" y="208874"/>
                  </a:lnTo>
                  <a:lnTo>
                    <a:pt x="8657179" y="224079"/>
                  </a:lnTo>
                  <a:lnTo>
                    <a:pt x="8600312" y="238830"/>
                  </a:lnTo>
                  <a:lnTo>
                    <a:pt x="8543535" y="252963"/>
                  </a:lnTo>
                  <a:lnTo>
                    <a:pt x="8486747" y="266343"/>
                  </a:lnTo>
                  <a:lnTo>
                    <a:pt x="8429750" y="278872"/>
                  </a:lnTo>
                  <a:lnTo>
                    <a:pt x="8372233" y="290486"/>
                  </a:lnTo>
                  <a:lnTo>
                    <a:pt x="8313744" y="301158"/>
                  </a:lnTo>
                  <a:lnTo>
                    <a:pt x="8253664" y="310890"/>
                  </a:lnTo>
                  <a:lnTo>
                    <a:pt x="8229629" y="314438"/>
                  </a:lnTo>
                  <a:lnTo>
                    <a:pt x="8177711" y="321439"/>
                  </a:lnTo>
                  <a:lnTo>
                    <a:pt x="8123339" y="327832"/>
                  </a:lnTo>
                  <a:lnTo>
                    <a:pt x="8065826" y="333640"/>
                  </a:lnTo>
                  <a:lnTo>
                    <a:pt x="8004420" y="338902"/>
                  </a:lnTo>
                  <a:lnTo>
                    <a:pt x="7938341" y="343670"/>
                  </a:lnTo>
                  <a:lnTo>
                    <a:pt x="7866825" y="347994"/>
                  </a:lnTo>
                  <a:lnTo>
                    <a:pt x="7789175" y="351924"/>
                  </a:lnTo>
                  <a:lnTo>
                    <a:pt x="7704831" y="355501"/>
                  </a:lnTo>
                  <a:lnTo>
                    <a:pt x="7613463" y="358762"/>
                  </a:lnTo>
                  <a:lnTo>
                    <a:pt x="7515086" y="361732"/>
                  </a:lnTo>
                  <a:lnTo>
                    <a:pt x="7410205" y="364431"/>
                  </a:lnTo>
                  <a:lnTo>
                    <a:pt x="7299959" y="366868"/>
                  </a:lnTo>
                  <a:lnTo>
                    <a:pt x="7186244" y="369047"/>
                  </a:lnTo>
                  <a:lnTo>
                    <a:pt x="7071774" y="370965"/>
                  </a:lnTo>
                  <a:lnTo>
                    <a:pt x="6960007" y="372616"/>
                  </a:lnTo>
                  <a:lnTo>
                    <a:pt x="6854907" y="373995"/>
                  </a:lnTo>
                  <a:lnTo>
                    <a:pt x="6760514" y="375103"/>
                  </a:lnTo>
                  <a:lnTo>
                    <a:pt x="6680381" y="375950"/>
                  </a:lnTo>
                  <a:lnTo>
                    <a:pt x="6616983" y="376557"/>
                  </a:lnTo>
                  <a:lnTo>
                    <a:pt x="6571246" y="376954"/>
                  </a:lnTo>
                  <a:lnTo>
                    <a:pt x="6542307" y="377184"/>
                  </a:lnTo>
                  <a:lnTo>
                    <a:pt x="6527538" y="377291"/>
                  </a:lnTo>
                  <a:lnTo>
                    <a:pt x="6522740" y="377323"/>
                  </a:lnTo>
                  <a:lnTo>
                    <a:pt x="6522385" y="377325"/>
                  </a:lnTo>
                  <a:lnTo>
                    <a:pt x="5527445" y="377325"/>
                  </a:lnTo>
                  <a:lnTo>
                    <a:pt x="5526416" y="377392"/>
                  </a:lnTo>
                  <a:lnTo>
                    <a:pt x="5519612" y="377870"/>
                  </a:lnTo>
                  <a:lnTo>
                    <a:pt x="5502323" y="379189"/>
                  </a:lnTo>
                  <a:lnTo>
                    <a:pt x="5471075" y="381791"/>
                  </a:lnTo>
                  <a:lnTo>
                    <a:pt x="5423813" y="386096"/>
                  </a:lnTo>
                  <a:lnTo>
                    <a:pt x="5360049" y="392471"/>
                  </a:lnTo>
                  <a:lnTo>
                    <a:pt x="5280845" y="401199"/>
                  </a:lnTo>
                  <a:lnTo>
                    <a:pt x="5188578" y="412459"/>
                  </a:lnTo>
                  <a:lnTo>
                    <a:pt x="5086523" y="426334"/>
                  </a:lnTo>
                  <a:lnTo>
                    <a:pt x="4978346" y="442824"/>
                  </a:lnTo>
                  <a:lnTo>
                    <a:pt x="4867635" y="461889"/>
                  </a:lnTo>
                  <a:lnTo>
                    <a:pt x="4757530" y="483474"/>
                  </a:lnTo>
                  <a:lnTo>
                    <a:pt x="4650526" y="507552"/>
                  </a:lnTo>
                  <a:lnTo>
                    <a:pt x="4548400" y="534145"/>
                  </a:lnTo>
                  <a:lnTo>
                    <a:pt x="4452257" y="563337"/>
                  </a:lnTo>
                  <a:lnTo>
                    <a:pt x="4362630" y="595289"/>
                  </a:lnTo>
                  <a:lnTo>
                    <a:pt x="4279604" y="630240"/>
                  </a:lnTo>
                  <a:lnTo>
                    <a:pt x="4202936" y="668501"/>
                  </a:lnTo>
                  <a:lnTo>
                    <a:pt x="4132161" y="710454"/>
                  </a:lnTo>
                  <a:lnTo>
                    <a:pt x="4066676" y="756536"/>
                  </a:lnTo>
                  <a:lnTo>
                    <a:pt x="4005803" y="807221"/>
                  </a:lnTo>
                  <a:lnTo>
                    <a:pt x="3948837" y="862989"/>
                  </a:lnTo>
                  <a:lnTo>
                    <a:pt x="3895081" y="924267"/>
                  </a:lnTo>
                  <a:lnTo>
                    <a:pt x="3843886" y="991352"/>
                  </a:lnTo>
                  <a:lnTo>
                    <a:pt x="3820202" y="1025417"/>
                  </a:lnTo>
                  <a:lnTo>
                    <a:pt x="3781133" y="1085865"/>
                  </a:lnTo>
                  <a:lnTo>
                    <a:pt x="3742950" y="1150161"/>
                  </a:lnTo>
                  <a:lnTo>
                    <a:pt x="3705441" y="1218383"/>
                  </a:lnTo>
                  <a:lnTo>
                    <a:pt x="3668435" y="1290563"/>
                  </a:lnTo>
                  <a:lnTo>
                    <a:pt x="3631786" y="1366684"/>
                  </a:lnTo>
                  <a:lnTo>
                    <a:pt x="3595379" y="1446673"/>
                  </a:lnTo>
                  <a:lnTo>
                    <a:pt x="3559119" y="1530399"/>
                  </a:lnTo>
                  <a:lnTo>
                    <a:pt x="3522934" y="1617670"/>
                  </a:lnTo>
                  <a:lnTo>
                    <a:pt x="3486771" y="1708233"/>
                  </a:lnTo>
                  <a:lnTo>
                    <a:pt x="3450592" y="1801774"/>
                  </a:lnTo>
                  <a:lnTo>
                    <a:pt x="3414376" y="1897921"/>
                  </a:lnTo>
                  <a:lnTo>
                    <a:pt x="3378113" y="1996249"/>
                  </a:lnTo>
                  <a:lnTo>
                    <a:pt x="3341804" y="2096288"/>
                  </a:lnTo>
                  <a:lnTo>
                    <a:pt x="3305457" y="2197530"/>
                  </a:lnTo>
                  <a:lnTo>
                    <a:pt x="3269089" y="2299442"/>
                  </a:lnTo>
                  <a:lnTo>
                    <a:pt x="3232716" y="2401473"/>
                  </a:lnTo>
                  <a:lnTo>
                    <a:pt x="3196358" y="2503072"/>
                  </a:lnTo>
                  <a:lnTo>
                    <a:pt x="3160031" y="2603698"/>
                  </a:lnTo>
                  <a:lnTo>
                    <a:pt x="3123748" y="2702829"/>
                  </a:lnTo>
                  <a:lnTo>
                    <a:pt x="3087511" y="2799978"/>
                  </a:lnTo>
                  <a:lnTo>
                    <a:pt x="3051319" y="2894699"/>
                  </a:lnTo>
                  <a:lnTo>
                    <a:pt x="3015152" y="2986597"/>
                  </a:lnTo>
                  <a:lnTo>
                    <a:pt x="2978983" y="3075333"/>
                  </a:lnTo>
                  <a:lnTo>
                    <a:pt x="2942763" y="3160625"/>
                  </a:lnTo>
                  <a:lnTo>
                    <a:pt x="2906430" y="3242256"/>
                  </a:lnTo>
                  <a:lnTo>
                    <a:pt x="2869899" y="3320069"/>
                  </a:lnTo>
                  <a:lnTo>
                    <a:pt x="2833064" y="3393965"/>
                  </a:lnTo>
                  <a:lnTo>
                    <a:pt x="2795793" y="3463905"/>
                  </a:lnTo>
                  <a:lnTo>
                    <a:pt x="2757926" y="3529898"/>
                  </a:lnTo>
                  <a:lnTo>
                    <a:pt x="2719270" y="3592004"/>
                  </a:lnTo>
                  <a:lnTo>
                    <a:pt x="2702183" y="3617784"/>
                  </a:lnTo>
                  <a:lnTo>
                    <a:pt x="2652002" y="3687674"/>
                  </a:lnTo>
                  <a:lnTo>
                    <a:pt x="2599545" y="3751697"/>
                  </a:lnTo>
                  <a:lnTo>
                    <a:pt x="2544194" y="3810045"/>
                  </a:lnTo>
                  <a:lnTo>
                    <a:pt x="2485273" y="3863096"/>
                  </a:lnTo>
                  <a:lnTo>
                    <a:pt x="2422075" y="3911313"/>
                  </a:lnTo>
                  <a:lnTo>
                    <a:pt x="2353904" y="3955177"/>
                  </a:lnTo>
                  <a:lnTo>
                    <a:pt x="2280115" y="3995148"/>
                  </a:lnTo>
                  <a:lnTo>
                    <a:pt x="2200167" y="4031634"/>
                  </a:lnTo>
                  <a:lnTo>
                    <a:pt x="2113700" y="4064982"/>
                  </a:lnTo>
                  <a:lnTo>
                    <a:pt x="2020629" y="4095466"/>
                  </a:lnTo>
                  <a:lnTo>
                    <a:pt x="1921257" y="4123283"/>
                  </a:lnTo>
                  <a:lnTo>
                    <a:pt x="1816400" y="4148554"/>
                  </a:lnTo>
                  <a:lnTo>
                    <a:pt x="1707507" y="4171330"/>
                  </a:lnTo>
                  <a:lnTo>
                    <a:pt x="1596730" y="4191602"/>
                  </a:lnTo>
                  <a:lnTo>
                    <a:pt x="1486918" y="4209327"/>
                  </a:lnTo>
                  <a:lnTo>
                    <a:pt x="1381480" y="4224452"/>
                  </a:lnTo>
                  <a:lnTo>
                    <a:pt x="1284100" y="4236955"/>
                  </a:lnTo>
                  <a:lnTo>
                    <a:pt x="1198304" y="4246874"/>
                  </a:lnTo>
                  <a:lnTo>
                    <a:pt x="1126955" y="4254342"/>
                  </a:lnTo>
                  <a:lnTo>
                    <a:pt x="1071785" y="4259593"/>
                  </a:lnTo>
                  <a:lnTo>
                    <a:pt x="1033062" y="4262957"/>
                  </a:lnTo>
                  <a:lnTo>
                    <a:pt x="1009466" y="4264834"/>
                  </a:lnTo>
                  <a:lnTo>
                    <a:pt x="998177" y="4265658"/>
                  </a:lnTo>
                  <a:lnTo>
                    <a:pt x="995054" y="4265868"/>
                  </a:lnTo>
                  <a:lnTo>
                    <a:pt x="994940" y="4265876"/>
                  </a:lnTo>
                  <a:lnTo>
                    <a:pt x="0" y="4265876"/>
                  </a:lnTo>
                  <a:lnTo>
                    <a:pt x="0" y="42658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3" name="pg2132"/>
            <p:cNvSpPr/>
            <p:nvPr/>
          </p:nvSpPr>
          <p:spPr>
            <a:xfrm>
              <a:off x="1199187" y="2772130"/>
              <a:ext cx="12049831" cy="3715609"/>
            </a:xfrm>
            <a:custGeom>
              <a:avLst/>
              <a:pathLst>
                <a:path w="12049831" h="3715609">
                  <a:moveTo>
                    <a:pt x="0" y="3715609"/>
                  </a:moveTo>
                  <a:lnTo>
                    <a:pt x="994940" y="3715609"/>
                  </a:lnTo>
                  <a:lnTo>
                    <a:pt x="996070" y="3715592"/>
                  </a:lnTo>
                  <a:lnTo>
                    <a:pt x="1003530" y="3715473"/>
                  </a:lnTo>
                  <a:lnTo>
                    <a:pt x="1022437" y="3715144"/>
                  </a:lnTo>
                  <a:lnTo>
                    <a:pt x="1056494" y="3714496"/>
                  </a:lnTo>
                  <a:lnTo>
                    <a:pt x="1107770" y="3713424"/>
                  </a:lnTo>
                  <a:lnTo>
                    <a:pt x="1176549" y="3711840"/>
                  </a:lnTo>
                  <a:lnTo>
                    <a:pt x="1261382" y="3709678"/>
                  </a:lnTo>
                  <a:lnTo>
                    <a:pt x="1359406" y="3706899"/>
                  </a:lnTo>
                  <a:lnTo>
                    <a:pt x="1466869" y="3703487"/>
                  </a:lnTo>
                  <a:lnTo>
                    <a:pt x="1579715" y="3699447"/>
                  </a:lnTo>
                  <a:lnTo>
                    <a:pt x="1694117" y="3694790"/>
                  </a:lnTo>
                  <a:lnTo>
                    <a:pt x="1806846" y="3689527"/>
                  </a:lnTo>
                  <a:lnTo>
                    <a:pt x="1915451" y="3683663"/>
                  </a:lnTo>
                  <a:lnTo>
                    <a:pt x="2018283" y="3677186"/>
                  </a:lnTo>
                  <a:lnTo>
                    <a:pt x="2114417" y="3670066"/>
                  </a:lnTo>
                  <a:lnTo>
                    <a:pt x="2203514" y="3662254"/>
                  </a:lnTo>
                  <a:lnTo>
                    <a:pt x="2285676" y="3653682"/>
                  </a:lnTo>
                  <a:lnTo>
                    <a:pt x="2361313" y="3644263"/>
                  </a:lnTo>
                  <a:lnTo>
                    <a:pt x="2431031" y="3633893"/>
                  </a:lnTo>
                  <a:lnTo>
                    <a:pt x="2495549" y="3622456"/>
                  </a:lnTo>
                  <a:lnTo>
                    <a:pt x="2555638" y="3609834"/>
                  </a:lnTo>
                  <a:lnTo>
                    <a:pt x="2612070" y="3595913"/>
                  </a:lnTo>
                  <a:lnTo>
                    <a:pt x="2665580" y="3580607"/>
                  </a:lnTo>
                  <a:lnTo>
                    <a:pt x="2702183" y="3568871"/>
                  </a:lnTo>
                  <a:lnTo>
                    <a:pt x="2760259" y="3548085"/>
                  </a:lnTo>
                  <a:lnTo>
                    <a:pt x="2816590" y="3525332"/>
                  </a:lnTo>
                  <a:lnTo>
                    <a:pt x="2871790" y="3500577"/>
                  </a:lnTo>
                  <a:lnTo>
                    <a:pt x="2926317" y="3473845"/>
                  </a:lnTo>
                  <a:lnTo>
                    <a:pt x="2980505" y="3445222"/>
                  </a:lnTo>
                  <a:lnTo>
                    <a:pt x="3034584" y="3414865"/>
                  </a:lnTo>
                  <a:lnTo>
                    <a:pt x="3088692" y="3382999"/>
                  </a:lnTo>
                  <a:lnTo>
                    <a:pt x="3142894" y="3349914"/>
                  </a:lnTo>
                  <a:lnTo>
                    <a:pt x="3197198" y="3315955"/>
                  </a:lnTo>
                  <a:lnTo>
                    <a:pt x="3251569" y="3281510"/>
                  </a:lnTo>
                  <a:lnTo>
                    <a:pt x="3305952" y="3246991"/>
                  </a:lnTo>
                  <a:lnTo>
                    <a:pt x="3360285" y="3212815"/>
                  </a:lnTo>
                  <a:lnTo>
                    <a:pt x="3414525" y="3179378"/>
                  </a:lnTo>
                  <a:lnTo>
                    <a:pt x="3468662" y="3147044"/>
                  </a:lnTo>
                  <a:lnTo>
                    <a:pt x="3522739" y="3116124"/>
                  </a:lnTo>
                  <a:lnTo>
                    <a:pt x="3576868" y="3086866"/>
                  </a:lnTo>
                  <a:lnTo>
                    <a:pt x="3631243" y="3059451"/>
                  </a:lnTo>
                  <a:lnTo>
                    <a:pt x="3686159" y="3033991"/>
                  </a:lnTo>
                  <a:lnTo>
                    <a:pt x="3742028" y="3010530"/>
                  </a:lnTo>
                  <a:lnTo>
                    <a:pt x="3799405" y="2989055"/>
                  </a:lnTo>
                  <a:lnTo>
                    <a:pt x="3820202" y="2981920"/>
                  </a:lnTo>
                  <a:lnTo>
                    <a:pt x="3872040" y="2965607"/>
                  </a:lnTo>
                  <a:lnTo>
                    <a:pt x="3926324" y="2950708"/>
                  </a:lnTo>
                  <a:lnTo>
                    <a:pt x="3983737" y="2937174"/>
                  </a:lnTo>
                  <a:lnTo>
                    <a:pt x="4045029" y="2924907"/>
                  </a:lnTo>
                  <a:lnTo>
                    <a:pt x="4110974" y="2913792"/>
                  </a:lnTo>
                  <a:lnTo>
                    <a:pt x="4182336" y="2903708"/>
                  </a:lnTo>
                  <a:lnTo>
                    <a:pt x="4259806" y="2894544"/>
                  </a:lnTo>
                  <a:lnTo>
                    <a:pt x="4343946" y="2886200"/>
                  </a:lnTo>
                  <a:lnTo>
                    <a:pt x="4435088" y="2878595"/>
                  </a:lnTo>
                  <a:lnTo>
                    <a:pt x="4533219" y="2871665"/>
                  </a:lnTo>
                  <a:lnTo>
                    <a:pt x="4637847" y="2865368"/>
                  </a:lnTo>
                  <a:lnTo>
                    <a:pt x="4747850" y="2859679"/>
                  </a:lnTo>
                  <a:lnTo>
                    <a:pt x="4861352" y="2854591"/>
                  </a:lnTo>
                  <a:lnTo>
                    <a:pt x="4975668" y="2850111"/>
                  </a:lnTo>
                  <a:lnTo>
                    <a:pt x="5087367" y="2846251"/>
                  </a:lnTo>
                  <a:lnTo>
                    <a:pt x="5192511" y="2843023"/>
                  </a:lnTo>
                  <a:lnTo>
                    <a:pt x="5287074" y="2840425"/>
                  </a:lnTo>
                  <a:lnTo>
                    <a:pt x="5367498" y="2838436"/>
                  </a:lnTo>
                  <a:lnTo>
                    <a:pt x="5431285" y="2837008"/>
                  </a:lnTo>
                  <a:lnTo>
                    <a:pt x="5477466" y="2836069"/>
                  </a:lnTo>
                  <a:lnTo>
                    <a:pt x="5506847" y="2835524"/>
                  </a:lnTo>
                  <a:lnTo>
                    <a:pt x="5521992" y="2835267"/>
                  </a:lnTo>
                  <a:lnTo>
                    <a:pt x="5527034" y="2835189"/>
                  </a:lnTo>
                  <a:lnTo>
                    <a:pt x="5527445" y="2835183"/>
                  </a:lnTo>
                  <a:lnTo>
                    <a:pt x="6522385" y="2835183"/>
                  </a:lnTo>
                  <a:lnTo>
                    <a:pt x="6523462" y="2835131"/>
                  </a:lnTo>
                  <a:lnTo>
                    <a:pt x="6530573" y="2834767"/>
                  </a:lnTo>
                  <a:lnTo>
                    <a:pt x="6548621" y="2833761"/>
                  </a:lnTo>
                  <a:lnTo>
                    <a:pt x="6581189" y="2831778"/>
                  </a:lnTo>
                  <a:lnTo>
                    <a:pt x="6630341" y="2828499"/>
                  </a:lnTo>
                  <a:lnTo>
                    <a:pt x="6696474" y="2823648"/>
                  </a:lnTo>
                  <a:lnTo>
                    <a:pt x="6778347" y="2817016"/>
                  </a:lnTo>
                  <a:lnTo>
                    <a:pt x="6873358" y="2808474"/>
                  </a:lnTo>
                  <a:lnTo>
                    <a:pt x="6978006" y="2797967"/>
                  </a:lnTo>
                  <a:lnTo>
                    <a:pt x="7088438" y="2785501"/>
                  </a:lnTo>
                  <a:lnTo>
                    <a:pt x="7200950" y="2771110"/>
                  </a:lnTo>
                  <a:lnTo>
                    <a:pt x="7312352" y="2754833"/>
                  </a:lnTo>
                  <a:lnTo>
                    <a:pt x="7420166" y="2736685"/>
                  </a:lnTo>
                  <a:lnTo>
                    <a:pt x="7522671" y="2716642"/>
                  </a:lnTo>
                  <a:lnTo>
                    <a:pt x="7618845" y="2694627"/>
                  </a:lnTo>
                  <a:lnTo>
                    <a:pt x="7708246" y="2670505"/>
                  </a:lnTo>
                  <a:lnTo>
                    <a:pt x="7790877" y="2644081"/>
                  </a:lnTo>
                  <a:lnTo>
                    <a:pt x="7867061" y="2615102"/>
                  </a:lnTo>
                  <a:lnTo>
                    <a:pt x="7937330" y="2583266"/>
                  </a:lnTo>
                  <a:lnTo>
                    <a:pt x="8002344" y="2548230"/>
                  </a:lnTo>
                  <a:lnTo>
                    <a:pt x="8062826" y="2509628"/>
                  </a:lnTo>
                  <a:lnTo>
                    <a:pt x="8119515" y="2467103"/>
                  </a:lnTo>
                  <a:lnTo>
                    <a:pt x="8173127" y="2420352"/>
                  </a:lnTo>
                  <a:lnTo>
                    <a:pt x="8224318" y="2369207"/>
                  </a:lnTo>
                  <a:lnTo>
                    <a:pt x="8229629" y="2363525"/>
                  </a:lnTo>
                  <a:lnTo>
                    <a:pt x="8273884" y="2313399"/>
                  </a:lnTo>
                  <a:lnTo>
                    <a:pt x="8317038" y="2259657"/>
                  </a:lnTo>
                  <a:lnTo>
                    <a:pt x="8359386" y="2202225"/>
                  </a:lnTo>
                  <a:lnTo>
                    <a:pt x="8401166" y="2141087"/>
                  </a:lnTo>
                  <a:lnTo>
                    <a:pt x="8442570" y="2076288"/>
                  </a:lnTo>
                  <a:lnTo>
                    <a:pt x="8483746" y="2007942"/>
                  </a:lnTo>
                  <a:lnTo>
                    <a:pt x="8524810" y="1936238"/>
                  </a:lnTo>
                  <a:lnTo>
                    <a:pt x="8565841" y="1861435"/>
                  </a:lnTo>
                  <a:lnTo>
                    <a:pt x="8606895" y="1783869"/>
                  </a:lnTo>
                  <a:lnTo>
                    <a:pt x="8648001" y="1703943"/>
                  </a:lnTo>
                  <a:lnTo>
                    <a:pt x="8689168" y="1622122"/>
                  </a:lnTo>
                  <a:lnTo>
                    <a:pt x="8730390" y="1538924"/>
                  </a:lnTo>
                  <a:lnTo>
                    <a:pt x="8771648" y="1454905"/>
                  </a:lnTo>
                  <a:lnTo>
                    <a:pt x="8812917" y="1370645"/>
                  </a:lnTo>
                  <a:lnTo>
                    <a:pt x="8854170" y="1286729"/>
                  </a:lnTo>
                  <a:lnTo>
                    <a:pt x="8895383" y="1203735"/>
                  </a:lnTo>
                  <a:lnTo>
                    <a:pt x="8936540" y="1122212"/>
                  </a:lnTo>
                  <a:lnTo>
                    <a:pt x="8977635" y="1042670"/>
                  </a:lnTo>
                  <a:lnTo>
                    <a:pt x="9018682" y="965565"/>
                  </a:lnTo>
                  <a:lnTo>
                    <a:pt x="9059715" y="891288"/>
                  </a:lnTo>
                  <a:lnTo>
                    <a:pt x="9100791" y="820159"/>
                  </a:lnTo>
                  <a:lnTo>
                    <a:pt x="9141999" y="752429"/>
                  </a:lnTo>
                  <a:lnTo>
                    <a:pt x="9183457" y="688270"/>
                  </a:lnTo>
                  <a:lnTo>
                    <a:pt x="9225322" y="627785"/>
                  </a:lnTo>
                  <a:lnTo>
                    <a:pt x="9267794" y="571007"/>
                  </a:lnTo>
                  <a:lnTo>
                    <a:pt x="9311119" y="517911"/>
                  </a:lnTo>
                  <a:lnTo>
                    <a:pt x="9347647" y="476897"/>
                  </a:lnTo>
                  <a:lnTo>
                    <a:pt x="9398617" y="425285"/>
                  </a:lnTo>
                  <a:lnTo>
                    <a:pt x="9451943" y="378073"/>
                  </a:lnTo>
                  <a:lnTo>
                    <a:pt x="9508272" y="335113"/>
                  </a:lnTo>
                  <a:lnTo>
                    <a:pt x="9568317" y="296111"/>
                  </a:lnTo>
                  <a:lnTo>
                    <a:pt x="9632815" y="260714"/>
                  </a:lnTo>
                  <a:lnTo>
                    <a:pt x="9702494" y="228556"/>
                  </a:lnTo>
                  <a:lnTo>
                    <a:pt x="9778022" y="199289"/>
                  </a:lnTo>
                  <a:lnTo>
                    <a:pt x="9859950" y="172607"/>
                  </a:lnTo>
                  <a:lnTo>
                    <a:pt x="9948626" y="148251"/>
                  </a:lnTo>
                  <a:lnTo>
                    <a:pt x="10044094" y="126020"/>
                  </a:lnTo>
                  <a:lnTo>
                    <a:pt x="10145965" y="105773"/>
                  </a:lnTo>
                  <a:lnTo>
                    <a:pt x="10253285" y="87426"/>
                  </a:lnTo>
                  <a:lnTo>
                    <a:pt x="10364410" y="70950"/>
                  </a:lnTo>
                  <a:lnTo>
                    <a:pt x="10476945" y="56357"/>
                  </a:lnTo>
                  <a:lnTo>
                    <a:pt x="10587766" y="43685"/>
                  </a:lnTo>
                  <a:lnTo>
                    <a:pt x="10693211" y="32970"/>
                  </a:lnTo>
                  <a:lnTo>
                    <a:pt x="10789421" y="24221"/>
                  </a:lnTo>
                  <a:lnTo>
                    <a:pt x="10872831" y="17391"/>
                  </a:lnTo>
                  <a:lnTo>
                    <a:pt x="10940718" y="12359"/>
                  </a:lnTo>
                  <a:lnTo>
                    <a:pt x="10991682" y="8925"/>
                  </a:lnTo>
                  <a:lnTo>
                    <a:pt x="11025939" y="6819"/>
                  </a:lnTo>
                  <a:lnTo>
                    <a:pt x="11045382" y="5726"/>
                  </a:lnTo>
                  <a:lnTo>
                    <a:pt x="11053442" y="530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5" y="51"/>
                  </a:lnTo>
                  <a:lnTo>
                    <a:pt x="11046703" y="415"/>
                  </a:lnTo>
                  <a:lnTo>
                    <a:pt x="11028655" y="1421"/>
                  </a:lnTo>
                  <a:lnTo>
                    <a:pt x="10996088" y="3404"/>
                  </a:lnTo>
                  <a:lnTo>
                    <a:pt x="10946935" y="6683"/>
                  </a:lnTo>
                  <a:lnTo>
                    <a:pt x="10880803" y="11534"/>
                  </a:lnTo>
                  <a:lnTo>
                    <a:pt x="10798930" y="18166"/>
                  </a:lnTo>
                  <a:lnTo>
                    <a:pt x="10703919" y="26708"/>
                  </a:lnTo>
                  <a:lnTo>
                    <a:pt x="10599271" y="37215"/>
                  </a:lnTo>
                  <a:lnTo>
                    <a:pt x="10488839" y="49681"/>
                  </a:lnTo>
                  <a:lnTo>
                    <a:pt x="10376327" y="64072"/>
                  </a:lnTo>
                  <a:lnTo>
                    <a:pt x="10264925" y="80349"/>
                  </a:lnTo>
                  <a:lnTo>
                    <a:pt x="10157111" y="98497"/>
                  </a:lnTo>
                  <a:lnTo>
                    <a:pt x="10054606" y="118540"/>
                  </a:lnTo>
                  <a:lnTo>
                    <a:pt x="9958431" y="140555"/>
                  </a:lnTo>
                  <a:lnTo>
                    <a:pt x="9869031" y="164677"/>
                  </a:lnTo>
                  <a:lnTo>
                    <a:pt x="9786399" y="191101"/>
                  </a:lnTo>
                  <a:lnTo>
                    <a:pt x="9710215" y="220080"/>
                  </a:lnTo>
                  <a:lnTo>
                    <a:pt x="9639946" y="251916"/>
                  </a:lnTo>
                  <a:lnTo>
                    <a:pt x="9574933" y="286952"/>
                  </a:lnTo>
                  <a:lnTo>
                    <a:pt x="9514451" y="325554"/>
                  </a:lnTo>
                  <a:lnTo>
                    <a:pt x="9457762" y="368079"/>
                  </a:lnTo>
                  <a:lnTo>
                    <a:pt x="9404150" y="414830"/>
                  </a:lnTo>
                  <a:lnTo>
                    <a:pt x="9352958" y="465975"/>
                  </a:lnTo>
                  <a:lnTo>
                    <a:pt x="9347647" y="471657"/>
                  </a:lnTo>
                  <a:lnTo>
                    <a:pt x="9303393" y="521783"/>
                  </a:lnTo>
                  <a:lnTo>
                    <a:pt x="9260239" y="575525"/>
                  </a:lnTo>
                  <a:lnTo>
                    <a:pt x="9217891" y="632957"/>
                  </a:lnTo>
                  <a:lnTo>
                    <a:pt x="9176110" y="694095"/>
                  </a:lnTo>
                  <a:lnTo>
                    <a:pt x="9134707" y="758894"/>
                  </a:lnTo>
                  <a:lnTo>
                    <a:pt x="9093530" y="827240"/>
                  </a:lnTo>
                  <a:lnTo>
                    <a:pt x="9052467" y="898944"/>
                  </a:lnTo>
                  <a:lnTo>
                    <a:pt x="9011435" y="973747"/>
                  </a:lnTo>
                  <a:lnTo>
                    <a:pt x="8970381" y="1051313"/>
                  </a:lnTo>
                  <a:lnTo>
                    <a:pt x="8929276" y="1131239"/>
                  </a:lnTo>
                  <a:lnTo>
                    <a:pt x="8888109" y="1213060"/>
                  </a:lnTo>
                  <a:lnTo>
                    <a:pt x="8846887" y="1296258"/>
                  </a:lnTo>
                  <a:lnTo>
                    <a:pt x="8805629" y="1380277"/>
                  </a:lnTo>
                  <a:lnTo>
                    <a:pt x="8764360" y="1464537"/>
                  </a:lnTo>
                  <a:lnTo>
                    <a:pt x="8723106" y="1548453"/>
                  </a:lnTo>
                  <a:lnTo>
                    <a:pt x="8681893" y="1631448"/>
                  </a:lnTo>
                  <a:lnTo>
                    <a:pt x="8640737" y="1712970"/>
                  </a:lnTo>
                  <a:lnTo>
                    <a:pt x="8599641" y="1792512"/>
                  </a:lnTo>
                  <a:lnTo>
                    <a:pt x="8558594" y="1869617"/>
                  </a:lnTo>
                  <a:lnTo>
                    <a:pt x="8517562" y="1943895"/>
                  </a:lnTo>
                  <a:lnTo>
                    <a:pt x="8476485" y="2015023"/>
                  </a:lnTo>
                  <a:lnTo>
                    <a:pt x="8435278" y="2082753"/>
                  </a:lnTo>
                  <a:lnTo>
                    <a:pt x="8393820" y="2146912"/>
                  </a:lnTo>
                  <a:lnTo>
                    <a:pt x="8351954" y="2207397"/>
                  </a:lnTo>
                  <a:lnTo>
                    <a:pt x="8309483" y="2264175"/>
                  </a:lnTo>
                  <a:lnTo>
                    <a:pt x="8266158" y="2317271"/>
                  </a:lnTo>
                  <a:lnTo>
                    <a:pt x="8229629" y="2358285"/>
                  </a:lnTo>
                  <a:lnTo>
                    <a:pt x="8178660" y="2409897"/>
                  </a:lnTo>
                  <a:lnTo>
                    <a:pt x="8125334" y="2457109"/>
                  </a:lnTo>
                  <a:lnTo>
                    <a:pt x="8069005" y="2500069"/>
                  </a:lnTo>
                  <a:lnTo>
                    <a:pt x="8008960" y="2539071"/>
                  </a:lnTo>
                  <a:lnTo>
                    <a:pt x="7944462" y="2574468"/>
                  </a:lnTo>
                  <a:lnTo>
                    <a:pt x="7874783" y="2606626"/>
                  </a:lnTo>
                  <a:lnTo>
                    <a:pt x="7799254" y="2635893"/>
                  </a:lnTo>
                  <a:lnTo>
                    <a:pt x="7717327" y="2662575"/>
                  </a:lnTo>
                  <a:lnTo>
                    <a:pt x="7628650" y="2686932"/>
                  </a:lnTo>
                  <a:lnTo>
                    <a:pt x="7533182" y="2709162"/>
                  </a:lnTo>
                  <a:lnTo>
                    <a:pt x="7431311" y="2729409"/>
                  </a:lnTo>
                  <a:lnTo>
                    <a:pt x="7323992" y="2747756"/>
                  </a:lnTo>
                  <a:lnTo>
                    <a:pt x="7212866" y="2764232"/>
                  </a:lnTo>
                  <a:lnTo>
                    <a:pt x="7100332" y="2778825"/>
                  </a:lnTo>
                  <a:lnTo>
                    <a:pt x="6989510" y="2791497"/>
                  </a:lnTo>
                  <a:lnTo>
                    <a:pt x="6884065" y="2802212"/>
                  </a:lnTo>
                  <a:lnTo>
                    <a:pt x="6787856" y="2810961"/>
                  </a:lnTo>
                  <a:lnTo>
                    <a:pt x="6704446" y="2817791"/>
                  </a:lnTo>
                  <a:lnTo>
                    <a:pt x="6636558" y="2822823"/>
                  </a:lnTo>
                  <a:lnTo>
                    <a:pt x="6585594" y="2826257"/>
                  </a:lnTo>
                  <a:lnTo>
                    <a:pt x="6551337" y="2828363"/>
                  </a:lnTo>
                  <a:lnTo>
                    <a:pt x="6531895" y="2829456"/>
                  </a:lnTo>
                  <a:lnTo>
                    <a:pt x="6523834" y="2829873"/>
                  </a:lnTo>
                  <a:lnTo>
                    <a:pt x="6522385" y="2829942"/>
                  </a:lnTo>
                  <a:lnTo>
                    <a:pt x="5527445" y="2829942"/>
                  </a:lnTo>
                  <a:lnTo>
                    <a:pt x="5526315" y="2829959"/>
                  </a:lnTo>
                  <a:lnTo>
                    <a:pt x="5518855" y="2830078"/>
                  </a:lnTo>
                  <a:lnTo>
                    <a:pt x="5499948" y="2830407"/>
                  </a:lnTo>
                  <a:lnTo>
                    <a:pt x="5465891" y="2831055"/>
                  </a:lnTo>
                  <a:lnTo>
                    <a:pt x="5414615" y="2832127"/>
                  </a:lnTo>
                  <a:lnTo>
                    <a:pt x="5345836" y="2833711"/>
                  </a:lnTo>
                  <a:lnTo>
                    <a:pt x="5261003" y="2835873"/>
                  </a:lnTo>
                  <a:lnTo>
                    <a:pt x="5162979" y="2838652"/>
                  </a:lnTo>
                  <a:lnTo>
                    <a:pt x="5055516" y="2842064"/>
                  </a:lnTo>
                  <a:lnTo>
                    <a:pt x="4942670" y="2846104"/>
                  </a:lnTo>
                  <a:lnTo>
                    <a:pt x="4828268" y="2850761"/>
                  </a:lnTo>
                  <a:lnTo>
                    <a:pt x="4715539" y="2856024"/>
                  </a:lnTo>
                  <a:lnTo>
                    <a:pt x="4606934" y="2861888"/>
                  </a:lnTo>
                  <a:lnTo>
                    <a:pt x="4504102" y="2868365"/>
                  </a:lnTo>
                  <a:lnTo>
                    <a:pt x="4407968" y="2875485"/>
                  </a:lnTo>
                  <a:lnTo>
                    <a:pt x="4318871" y="2883297"/>
                  </a:lnTo>
                  <a:lnTo>
                    <a:pt x="4236709" y="2891869"/>
                  </a:lnTo>
                  <a:lnTo>
                    <a:pt x="4161072" y="2901288"/>
                  </a:lnTo>
                  <a:lnTo>
                    <a:pt x="4091354" y="2911658"/>
                  </a:lnTo>
                  <a:lnTo>
                    <a:pt x="4026836" y="2923095"/>
                  </a:lnTo>
                  <a:lnTo>
                    <a:pt x="3966747" y="2935717"/>
                  </a:lnTo>
                  <a:lnTo>
                    <a:pt x="3910315" y="2949638"/>
                  </a:lnTo>
                  <a:lnTo>
                    <a:pt x="3856805" y="2964944"/>
                  </a:lnTo>
                  <a:lnTo>
                    <a:pt x="3820202" y="2976680"/>
                  </a:lnTo>
                  <a:lnTo>
                    <a:pt x="3762126" y="2997466"/>
                  </a:lnTo>
                  <a:lnTo>
                    <a:pt x="3705795" y="3020219"/>
                  </a:lnTo>
                  <a:lnTo>
                    <a:pt x="3650595" y="3044974"/>
                  </a:lnTo>
                  <a:lnTo>
                    <a:pt x="3596068" y="3071706"/>
                  </a:lnTo>
                  <a:lnTo>
                    <a:pt x="3541880" y="3100329"/>
                  </a:lnTo>
                  <a:lnTo>
                    <a:pt x="3487801" y="3130686"/>
                  </a:lnTo>
                  <a:lnTo>
                    <a:pt x="3433693" y="3162552"/>
                  </a:lnTo>
                  <a:lnTo>
                    <a:pt x="3379491" y="3195637"/>
                  </a:lnTo>
                  <a:lnTo>
                    <a:pt x="3325187" y="3229596"/>
                  </a:lnTo>
                  <a:lnTo>
                    <a:pt x="3270816" y="3264041"/>
                  </a:lnTo>
                  <a:lnTo>
                    <a:pt x="3216433" y="3298560"/>
                  </a:lnTo>
                  <a:lnTo>
                    <a:pt x="3162100" y="3332736"/>
                  </a:lnTo>
                  <a:lnTo>
                    <a:pt x="3107860" y="3366173"/>
                  </a:lnTo>
                  <a:lnTo>
                    <a:pt x="3053723" y="3398507"/>
                  </a:lnTo>
                  <a:lnTo>
                    <a:pt x="2999646" y="3429427"/>
                  </a:lnTo>
                  <a:lnTo>
                    <a:pt x="2945517" y="3458685"/>
                  </a:lnTo>
                  <a:lnTo>
                    <a:pt x="2891142" y="3486099"/>
                  </a:lnTo>
                  <a:lnTo>
                    <a:pt x="2836226" y="3511560"/>
                  </a:lnTo>
                  <a:lnTo>
                    <a:pt x="2780357" y="3535021"/>
                  </a:lnTo>
                  <a:lnTo>
                    <a:pt x="2722980" y="3556496"/>
                  </a:lnTo>
                  <a:lnTo>
                    <a:pt x="2702183" y="3563631"/>
                  </a:lnTo>
                  <a:lnTo>
                    <a:pt x="2650345" y="3579944"/>
                  </a:lnTo>
                  <a:lnTo>
                    <a:pt x="2596061" y="3594843"/>
                  </a:lnTo>
                  <a:lnTo>
                    <a:pt x="2538648" y="3608377"/>
                  </a:lnTo>
                  <a:lnTo>
                    <a:pt x="2477356" y="3620644"/>
                  </a:lnTo>
                  <a:lnTo>
                    <a:pt x="2411411" y="3631759"/>
                  </a:lnTo>
                  <a:lnTo>
                    <a:pt x="2340049" y="3641843"/>
                  </a:lnTo>
                  <a:lnTo>
                    <a:pt x="2262579" y="3651007"/>
                  </a:lnTo>
                  <a:lnTo>
                    <a:pt x="2178439" y="3659351"/>
                  </a:lnTo>
                  <a:lnTo>
                    <a:pt x="2087297" y="3666956"/>
                  </a:lnTo>
                  <a:lnTo>
                    <a:pt x="1989166" y="3673886"/>
                  </a:lnTo>
                  <a:lnTo>
                    <a:pt x="1884538" y="3680183"/>
                  </a:lnTo>
                  <a:lnTo>
                    <a:pt x="1774535" y="3685872"/>
                  </a:lnTo>
                  <a:lnTo>
                    <a:pt x="1661033" y="3690960"/>
                  </a:lnTo>
                  <a:lnTo>
                    <a:pt x="1546717" y="3695440"/>
                  </a:lnTo>
                  <a:lnTo>
                    <a:pt x="1435018" y="3699300"/>
                  </a:lnTo>
                  <a:lnTo>
                    <a:pt x="1329874" y="3702528"/>
                  </a:lnTo>
                  <a:lnTo>
                    <a:pt x="1235311" y="3705126"/>
                  </a:lnTo>
                  <a:lnTo>
                    <a:pt x="1154887" y="3707115"/>
                  </a:lnTo>
                  <a:lnTo>
                    <a:pt x="1091100" y="3708543"/>
                  </a:lnTo>
                  <a:lnTo>
                    <a:pt x="1044919" y="3709482"/>
                  </a:lnTo>
                  <a:lnTo>
                    <a:pt x="1015538" y="3710027"/>
                  </a:lnTo>
                  <a:lnTo>
                    <a:pt x="1000393" y="3710284"/>
                  </a:lnTo>
                  <a:lnTo>
                    <a:pt x="995351" y="3710362"/>
                  </a:lnTo>
                  <a:lnTo>
                    <a:pt x="994940" y="3710368"/>
                  </a:lnTo>
                  <a:lnTo>
                    <a:pt x="0" y="3710368"/>
                  </a:lnTo>
                  <a:close/>
                </a:path>
              </a:pathLst>
            </a:custGeom>
            <a:solidFill>
              <a:srgbClr val="42A5F5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34" name="pl2133"/>
            <p:cNvSpPr/>
            <p:nvPr/>
          </p:nvSpPr>
          <p:spPr>
            <a:xfrm>
              <a:off x="1199187" y="2777371"/>
              <a:ext cx="12049831" cy="3710368"/>
            </a:xfrm>
            <a:custGeom>
              <a:avLst/>
              <a:pathLst>
                <a:path w="12049831" h="3710368">
                  <a:moveTo>
                    <a:pt x="0" y="3710368"/>
                  </a:moveTo>
                  <a:lnTo>
                    <a:pt x="994940" y="3710368"/>
                  </a:lnTo>
                  <a:lnTo>
                    <a:pt x="996070" y="3710352"/>
                  </a:lnTo>
                  <a:lnTo>
                    <a:pt x="1003530" y="3710233"/>
                  </a:lnTo>
                  <a:lnTo>
                    <a:pt x="1022437" y="3709904"/>
                  </a:lnTo>
                  <a:lnTo>
                    <a:pt x="1056494" y="3709255"/>
                  </a:lnTo>
                  <a:lnTo>
                    <a:pt x="1107770" y="3708183"/>
                  </a:lnTo>
                  <a:lnTo>
                    <a:pt x="1176549" y="3706599"/>
                  </a:lnTo>
                  <a:lnTo>
                    <a:pt x="1261382" y="3704437"/>
                  </a:lnTo>
                  <a:lnTo>
                    <a:pt x="1359406" y="3701658"/>
                  </a:lnTo>
                  <a:lnTo>
                    <a:pt x="1466869" y="3698247"/>
                  </a:lnTo>
                  <a:lnTo>
                    <a:pt x="1579715" y="3694206"/>
                  </a:lnTo>
                  <a:lnTo>
                    <a:pt x="1694117" y="3689549"/>
                  </a:lnTo>
                  <a:lnTo>
                    <a:pt x="1806846" y="3684287"/>
                  </a:lnTo>
                  <a:lnTo>
                    <a:pt x="1915451" y="3678423"/>
                  </a:lnTo>
                  <a:lnTo>
                    <a:pt x="2018283" y="3671945"/>
                  </a:lnTo>
                  <a:lnTo>
                    <a:pt x="2114417" y="3664825"/>
                  </a:lnTo>
                  <a:lnTo>
                    <a:pt x="2203514" y="3657014"/>
                  </a:lnTo>
                  <a:lnTo>
                    <a:pt x="2285676" y="3648442"/>
                  </a:lnTo>
                  <a:lnTo>
                    <a:pt x="2361313" y="3639022"/>
                  </a:lnTo>
                  <a:lnTo>
                    <a:pt x="2431031" y="3628652"/>
                  </a:lnTo>
                  <a:lnTo>
                    <a:pt x="2495549" y="3617216"/>
                  </a:lnTo>
                  <a:lnTo>
                    <a:pt x="2555638" y="3604593"/>
                  </a:lnTo>
                  <a:lnTo>
                    <a:pt x="2612070" y="3590672"/>
                  </a:lnTo>
                  <a:lnTo>
                    <a:pt x="2665580" y="3575366"/>
                  </a:lnTo>
                  <a:lnTo>
                    <a:pt x="2702183" y="3563631"/>
                  </a:lnTo>
                  <a:lnTo>
                    <a:pt x="2760259" y="3542845"/>
                  </a:lnTo>
                  <a:lnTo>
                    <a:pt x="2816590" y="3520091"/>
                  </a:lnTo>
                  <a:lnTo>
                    <a:pt x="2871790" y="3495336"/>
                  </a:lnTo>
                  <a:lnTo>
                    <a:pt x="2926317" y="3468604"/>
                  </a:lnTo>
                  <a:lnTo>
                    <a:pt x="2980505" y="3439981"/>
                  </a:lnTo>
                  <a:lnTo>
                    <a:pt x="3034584" y="3409625"/>
                  </a:lnTo>
                  <a:lnTo>
                    <a:pt x="3088692" y="3377758"/>
                  </a:lnTo>
                  <a:lnTo>
                    <a:pt x="3142894" y="3344673"/>
                  </a:lnTo>
                  <a:lnTo>
                    <a:pt x="3197198" y="3310714"/>
                  </a:lnTo>
                  <a:lnTo>
                    <a:pt x="3251569" y="3276269"/>
                  </a:lnTo>
                  <a:lnTo>
                    <a:pt x="3305952" y="3241751"/>
                  </a:lnTo>
                  <a:lnTo>
                    <a:pt x="3360285" y="3207574"/>
                  </a:lnTo>
                  <a:lnTo>
                    <a:pt x="3414525" y="3174137"/>
                  </a:lnTo>
                  <a:lnTo>
                    <a:pt x="3468662" y="3141803"/>
                  </a:lnTo>
                  <a:lnTo>
                    <a:pt x="3522739" y="3110883"/>
                  </a:lnTo>
                  <a:lnTo>
                    <a:pt x="3576868" y="3081626"/>
                  </a:lnTo>
                  <a:lnTo>
                    <a:pt x="3631243" y="3054211"/>
                  </a:lnTo>
                  <a:lnTo>
                    <a:pt x="3686159" y="3028750"/>
                  </a:lnTo>
                  <a:lnTo>
                    <a:pt x="3742028" y="3005290"/>
                  </a:lnTo>
                  <a:lnTo>
                    <a:pt x="3799405" y="2983814"/>
                  </a:lnTo>
                  <a:lnTo>
                    <a:pt x="3820202" y="2976680"/>
                  </a:lnTo>
                  <a:lnTo>
                    <a:pt x="3872040" y="2960366"/>
                  </a:lnTo>
                  <a:lnTo>
                    <a:pt x="3926324" y="2945467"/>
                  </a:lnTo>
                  <a:lnTo>
                    <a:pt x="3983737" y="2931933"/>
                  </a:lnTo>
                  <a:lnTo>
                    <a:pt x="4045029" y="2919666"/>
                  </a:lnTo>
                  <a:lnTo>
                    <a:pt x="4110974" y="2908551"/>
                  </a:lnTo>
                  <a:lnTo>
                    <a:pt x="4182336" y="2898467"/>
                  </a:lnTo>
                  <a:lnTo>
                    <a:pt x="4259806" y="2889303"/>
                  </a:lnTo>
                  <a:lnTo>
                    <a:pt x="4343946" y="2880960"/>
                  </a:lnTo>
                  <a:lnTo>
                    <a:pt x="4435088" y="2873355"/>
                  </a:lnTo>
                  <a:lnTo>
                    <a:pt x="4533219" y="2866425"/>
                  </a:lnTo>
                  <a:lnTo>
                    <a:pt x="4637847" y="2860127"/>
                  </a:lnTo>
                  <a:lnTo>
                    <a:pt x="4747850" y="2854438"/>
                  </a:lnTo>
                  <a:lnTo>
                    <a:pt x="4861352" y="2849350"/>
                  </a:lnTo>
                  <a:lnTo>
                    <a:pt x="4975668" y="2844870"/>
                  </a:lnTo>
                  <a:lnTo>
                    <a:pt x="5087367" y="2841011"/>
                  </a:lnTo>
                  <a:lnTo>
                    <a:pt x="5192511" y="2837783"/>
                  </a:lnTo>
                  <a:lnTo>
                    <a:pt x="5287074" y="2835185"/>
                  </a:lnTo>
                  <a:lnTo>
                    <a:pt x="5367498" y="2833196"/>
                  </a:lnTo>
                  <a:lnTo>
                    <a:pt x="5431285" y="2831768"/>
                  </a:lnTo>
                  <a:lnTo>
                    <a:pt x="5477466" y="2830828"/>
                  </a:lnTo>
                  <a:lnTo>
                    <a:pt x="5506847" y="2830284"/>
                  </a:lnTo>
                  <a:lnTo>
                    <a:pt x="5521992" y="2830027"/>
                  </a:lnTo>
                  <a:lnTo>
                    <a:pt x="5527034" y="2829948"/>
                  </a:lnTo>
                  <a:lnTo>
                    <a:pt x="5527445" y="2829942"/>
                  </a:lnTo>
                  <a:lnTo>
                    <a:pt x="6522385" y="2829942"/>
                  </a:lnTo>
                  <a:lnTo>
                    <a:pt x="6523462" y="2829891"/>
                  </a:lnTo>
                  <a:lnTo>
                    <a:pt x="6530573" y="2829527"/>
                  </a:lnTo>
                  <a:lnTo>
                    <a:pt x="6548621" y="2828521"/>
                  </a:lnTo>
                  <a:lnTo>
                    <a:pt x="6581189" y="2826538"/>
                  </a:lnTo>
                  <a:lnTo>
                    <a:pt x="6630341" y="2823259"/>
                  </a:lnTo>
                  <a:lnTo>
                    <a:pt x="6696474" y="2818407"/>
                  </a:lnTo>
                  <a:lnTo>
                    <a:pt x="6778347" y="2811775"/>
                  </a:lnTo>
                  <a:lnTo>
                    <a:pt x="6873358" y="2803233"/>
                  </a:lnTo>
                  <a:lnTo>
                    <a:pt x="6978006" y="2792727"/>
                  </a:lnTo>
                  <a:lnTo>
                    <a:pt x="7088438" y="2780260"/>
                  </a:lnTo>
                  <a:lnTo>
                    <a:pt x="7200950" y="2765869"/>
                  </a:lnTo>
                  <a:lnTo>
                    <a:pt x="7312352" y="2749592"/>
                  </a:lnTo>
                  <a:lnTo>
                    <a:pt x="7420166" y="2731444"/>
                  </a:lnTo>
                  <a:lnTo>
                    <a:pt x="7522671" y="2711402"/>
                  </a:lnTo>
                  <a:lnTo>
                    <a:pt x="7618845" y="2689387"/>
                  </a:lnTo>
                  <a:lnTo>
                    <a:pt x="7708246" y="2665265"/>
                  </a:lnTo>
                  <a:lnTo>
                    <a:pt x="7790877" y="2638840"/>
                  </a:lnTo>
                  <a:lnTo>
                    <a:pt x="7867061" y="2609861"/>
                  </a:lnTo>
                  <a:lnTo>
                    <a:pt x="7937330" y="2578026"/>
                  </a:lnTo>
                  <a:lnTo>
                    <a:pt x="8002344" y="2542989"/>
                  </a:lnTo>
                  <a:lnTo>
                    <a:pt x="8062826" y="2504387"/>
                  </a:lnTo>
                  <a:lnTo>
                    <a:pt x="8119515" y="2461862"/>
                  </a:lnTo>
                  <a:lnTo>
                    <a:pt x="8173127" y="2415112"/>
                  </a:lnTo>
                  <a:lnTo>
                    <a:pt x="8224318" y="2363967"/>
                  </a:lnTo>
                  <a:lnTo>
                    <a:pt x="8229629" y="2358285"/>
                  </a:lnTo>
                  <a:lnTo>
                    <a:pt x="8273884" y="2308159"/>
                  </a:lnTo>
                  <a:lnTo>
                    <a:pt x="8317038" y="2254417"/>
                  </a:lnTo>
                  <a:lnTo>
                    <a:pt x="8359386" y="2196985"/>
                  </a:lnTo>
                  <a:lnTo>
                    <a:pt x="8401166" y="2135846"/>
                  </a:lnTo>
                  <a:lnTo>
                    <a:pt x="8442570" y="2071047"/>
                  </a:lnTo>
                  <a:lnTo>
                    <a:pt x="8483746" y="2002702"/>
                  </a:lnTo>
                  <a:lnTo>
                    <a:pt x="8524810" y="1930997"/>
                  </a:lnTo>
                  <a:lnTo>
                    <a:pt x="8565841" y="1856195"/>
                  </a:lnTo>
                  <a:lnTo>
                    <a:pt x="8606895" y="1778629"/>
                  </a:lnTo>
                  <a:lnTo>
                    <a:pt x="8648001" y="1698702"/>
                  </a:lnTo>
                  <a:lnTo>
                    <a:pt x="8689168" y="1616882"/>
                  </a:lnTo>
                  <a:lnTo>
                    <a:pt x="8730390" y="1533684"/>
                  </a:lnTo>
                  <a:lnTo>
                    <a:pt x="8771648" y="1449665"/>
                  </a:lnTo>
                  <a:lnTo>
                    <a:pt x="8812917" y="1365404"/>
                  </a:lnTo>
                  <a:lnTo>
                    <a:pt x="8854170" y="1281488"/>
                  </a:lnTo>
                  <a:lnTo>
                    <a:pt x="8895383" y="1198494"/>
                  </a:lnTo>
                  <a:lnTo>
                    <a:pt x="8936540" y="1116971"/>
                  </a:lnTo>
                  <a:lnTo>
                    <a:pt x="8977635" y="1037430"/>
                  </a:lnTo>
                  <a:lnTo>
                    <a:pt x="9018682" y="960324"/>
                  </a:lnTo>
                  <a:lnTo>
                    <a:pt x="9059715" y="886047"/>
                  </a:lnTo>
                  <a:lnTo>
                    <a:pt x="9100791" y="814919"/>
                  </a:lnTo>
                  <a:lnTo>
                    <a:pt x="9141999" y="747188"/>
                  </a:lnTo>
                  <a:lnTo>
                    <a:pt x="9183457" y="683029"/>
                  </a:lnTo>
                  <a:lnTo>
                    <a:pt x="9225322" y="622544"/>
                  </a:lnTo>
                  <a:lnTo>
                    <a:pt x="9267794" y="565767"/>
                  </a:lnTo>
                  <a:lnTo>
                    <a:pt x="9311119" y="512670"/>
                  </a:lnTo>
                  <a:lnTo>
                    <a:pt x="9347647" y="471657"/>
                  </a:lnTo>
                  <a:lnTo>
                    <a:pt x="9398617" y="420044"/>
                  </a:lnTo>
                  <a:lnTo>
                    <a:pt x="9451943" y="372833"/>
                  </a:lnTo>
                  <a:lnTo>
                    <a:pt x="9508272" y="329872"/>
                  </a:lnTo>
                  <a:lnTo>
                    <a:pt x="9568317" y="290870"/>
                  </a:lnTo>
                  <a:lnTo>
                    <a:pt x="9632815" y="255473"/>
                  </a:lnTo>
                  <a:lnTo>
                    <a:pt x="9702494" y="223315"/>
                  </a:lnTo>
                  <a:lnTo>
                    <a:pt x="9778022" y="194048"/>
                  </a:lnTo>
                  <a:lnTo>
                    <a:pt x="9859950" y="167366"/>
                  </a:lnTo>
                  <a:lnTo>
                    <a:pt x="9948626" y="143010"/>
                  </a:lnTo>
                  <a:lnTo>
                    <a:pt x="10044094" y="120779"/>
                  </a:lnTo>
                  <a:lnTo>
                    <a:pt x="10145965" y="100532"/>
                  </a:lnTo>
                  <a:lnTo>
                    <a:pt x="10253285" y="82185"/>
                  </a:lnTo>
                  <a:lnTo>
                    <a:pt x="10364410" y="65709"/>
                  </a:lnTo>
                  <a:lnTo>
                    <a:pt x="10476945" y="51117"/>
                  </a:lnTo>
                  <a:lnTo>
                    <a:pt x="10587766" y="38444"/>
                  </a:lnTo>
                  <a:lnTo>
                    <a:pt x="10693211" y="27729"/>
                  </a:lnTo>
                  <a:lnTo>
                    <a:pt x="10789421" y="18980"/>
                  </a:lnTo>
                  <a:lnTo>
                    <a:pt x="10872831" y="12150"/>
                  </a:lnTo>
                  <a:lnTo>
                    <a:pt x="10940718" y="7119"/>
                  </a:lnTo>
                  <a:lnTo>
                    <a:pt x="10991682" y="3685"/>
                  </a:lnTo>
                  <a:lnTo>
                    <a:pt x="11025939" y="1579"/>
                  </a:lnTo>
                  <a:lnTo>
                    <a:pt x="11045382" y="485"/>
                  </a:lnTo>
                  <a:lnTo>
                    <a:pt x="11053442" y="69"/>
                  </a:lnTo>
                  <a:lnTo>
                    <a:pt x="11054890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5" name="pl2134"/>
            <p:cNvSpPr/>
            <p:nvPr/>
          </p:nvSpPr>
          <p:spPr>
            <a:xfrm>
              <a:off x="1199187" y="2772130"/>
              <a:ext cx="12049831" cy="3710368"/>
            </a:xfrm>
            <a:custGeom>
              <a:avLst/>
              <a:pathLst>
                <a:path w="12049831" h="3710368">
                  <a:moveTo>
                    <a:pt x="12049831" y="0"/>
                  </a:moveTo>
                  <a:lnTo>
                    <a:pt x="11054891" y="0"/>
                  </a:lnTo>
                  <a:lnTo>
                    <a:pt x="11053815" y="51"/>
                  </a:lnTo>
                  <a:lnTo>
                    <a:pt x="11046703" y="415"/>
                  </a:lnTo>
                  <a:lnTo>
                    <a:pt x="11028655" y="1421"/>
                  </a:lnTo>
                  <a:lnTo>
                    <a:pt x="10996088" y="3404"/>
                  </a:lnTo>
                  <a:lnTo>
                    <a:pt x="10946935" y="6683"/>
                  </a:lnTo>
                  <a:lnTo>
                    <a:pt x="10880803" y="11534"/>
                  </a:lnTo>
                  <a:lnTo>
                    <a:pt x="10798930" y="18166"/>
                  </a:lnTo>
                  <a:lnTo>
                    <a:pt x="10703919" y="26708"/>
                  </a:lnTo>
                  <a:lnTo>
                    <a:pt x="10599271" y="37215"/>
                  </a:lnTo>
                  <a:lnTo>
                    <a:pt x="10488839" y="49681"/>
                  </a:lnTo>
                  <a:lnTo>
                    <a:pt x="10376327" y="64072"/>
                  </a:lnTo>
                  <a:lnTo>
                    <a:pt x="10264925" y="80349"/>
                  </a:lnTo>
                  <a:lnTo>
                    <a:pt x="10157111" y="98497"/>
                  </a:lnTo>
                  <a:lnTo>
                    <a:pt x="10054606" y="118540"/>
                  </a:lnTo>
                  <a:lnTo>
                    <a:pt x="9958431" y="140555"/>
                  </a:lnTo>
                  <a:lnTo>
                    <a:pt x="9869031" y="164677"/>
                  </a:lnTo>
                  <a:lnTo>
                    <a:pt x="9786399" y="191101"/>
                  </a:lnTo>
                  <a:lnTo>
                    <a:pt x="9710215" y="220080"/>
                  </a:lnTo>
                  <a:lnTo>
                    <a:pt x="9639946" y="251916"/>
                  </a:lnTo>
                  <a:lnTo>
                    <a:pt x="9574933" y="286952"/>
                  </a:lnTo>
                  <a:lnTo>
                    <a:pt x="9514451" y="325554"/>
                  </a:lnTo>
                  <a:lnTo>
                    <a:pt x="9457762" y="368079"/>
                  </a:lnTo>
                  <a:lnTo>
                    <a:pt x="9404150" y="414830"/>
                  </a:lnTo>
                  <a:lnTo>
                    <a:pt x="9352958" y="465975"/>
                  </a:lnTo>
                  <a:lnTo>
                    <a:pt x="9347647" y="471657"/>
                  </a:lnTo>
                  <a:lnTo>
                    <a:pt x="9303393" y="521783"/>
                  </a:lnTo>
                  <a:lnTo>
                    <a:pt x="9260239" y="575525"/>
                  </a:lnTo>
                  <a:lnTo>
                    <a:pt x="9217891" y="632957"/>
                  </a:lnTo>
                  <a:lnTo>
                    <a:pt x="9176110" y="694095"/>
                  </a:lnTo>
                  <a:lnTo>
                    <a:pt x="9134707" y="758894"/>
                  </a:lnTo>
                  <a:lnTo>
                    <a:pt x="9093530" y="827240"/>
                  </a:lnTo>
                  <a:lnTo>
                    <a:pt x="9052467" y="898944"/>
                  </a:lnTo>
                  <a:lnTo>
                    <a:pt x="9011435" y="973747"/>
                  </a:lnTo>
                  <a:lnTo>
                    <a:pt x="8970381" y="1051313"/>
                  </a:lnTo>
                  <a:lnTo>
                    <a:pt x="8929276" y="1131239"/>
                  </a:lnTo>
                  <a:lnTo>
                    <a:pt x="8888109" y="1213060"/>
                  </a:lnTo>
                  <a:lnTo>
                    <a:pt x="8846887" y="1296258"/>
                  </a:lnTo>
                  <a:lnTo>
                    <a:pt x="8805629" y="1380277"/>
                  </a:lnTo>
                  <a:lnTo>
                    <a:pt x="8764360" y="1464537"/>
                  </a:lnTo>
                  <a:lnTo>
                    <a:pt x="8723106" y="1548453"/>
                  </a:lnTo>
                  <a:lnTo>
                    <a:pt x="8681893" y="1631448"/>
                  </a:lnTo>
                  <a:lnTo>
                    <a:pt x="8640737" y="1712970"/>
                  </a:lnTo>
                  <a:lnTo>
                    <a:pt x="8599641" y="1792512"/>
                  </a:lnTo>
                  <a:lnTo>
                    <a:pt x="8558594" y="1869617"/>
                  </a:lnTo>
                  <a:lnTo>
                    <a:pt x="8517562" y="1943895"/>
                  </a:lnTo>
                  <a:lnTo>
                    <a:pt x="8476485" y="2015023"/>
                  </a:lnTo>
                  <a:lnTo>
                    <a:pt x="8435278" y="2082753"/>
                  </a:lnTo>
                  <a:lnTo>
                    <a:pt x="8393820" y="2146912"/>
                  </a:lnTo>
                  <a:lnTo>
                    <a:pt x="8351954" y="2207397"/>
                  </a:lnTo>
                  <a:lnTo>
                    <a:pt x="8309483" y="2264175"/>
                  </a:lnTo>
                  <a:lnTo>
                    <a:pt x="8266158" y="2317271"/>
                  </a:lnTo>
                  <a:lnTo>
                    <a:pt x="8229629" y="2358285"/>
                  </a:lnTo>
                  <a:lnTo>
                    <a:pt x="8178660" y="2409897"/>
                  </a:lnTo>
                  <a:lnTo>
                    <a:pt x="8125334" y="2457109"/>
                  </a:lnTo>
                  <a:lnTo>
                    <a:pt x="8069005" y="2500069"/>
                  </a:lnTo>
                  <a:lnTo>
                    <a:pt x="8008960" y="2539071"/>
                  </a:lnTo>
                  <a:lnTo>
                    <a:pt x="7944462" y="2574468"/>
                  </a:lnTo>
                  <a:lnTo>
                    <a:pt x="7874783" y="2606626"/>
                  </a:lnTo>
                  <a:lnTo>
                    <a:pt x="7799254" y="2635893"/>
                  </a:lnTo>
                  <a:lnTo>
                    <a:pt x="7717327" y="2662575"/>
                  </a:lnTo>
                  <a:lnTo>
                    <a:pt x="7628650" y="2686932"/>
                  </a:lnTo>
                  <a:lnTo>
                    <a:pt x="7533182" y="2709162"/>
                  </a:lnTo>
                  <a:lnTo>
                    <a:pt x="7431311" y="2729409"/>
                  </a:lnTo>
                  <a:lnTo>
                    <a:pt x="7323992" y="2747756"/>
                  </a:lnTo>
                  <a:lnTo>
                    <a:pt x="7212866" y="2764232"/>
                  </a:lnTo>
                  <a:lnTo>
                    <a:pt x="7100332" y="2778825"/>
                  </a:lnTo>
                  <a:lnTo>
                    <a:pt x="6989510" y="2791497"/>
                  </a:lnTo>
                  <a:lnTo>
                    <a:pt x="6884065" y="2802212"/>
                  </a:lnTo>
                  <a:lnTo>
                    <a:pt x="6787856" y="2810961"/>
                  </a:lnTo>
                  <a:lnTo>
                    <a:pt x="6704446" y="2817791"/>
                  </a:lnTo>
                  <a:lnTo>
                    <a:pt x="6636558" y="2822823"/>
                  </a:lnTo>
                  <a:lnTo>
                    <a:pt x="6585594" y="2826257"/>
                  </a:lnTo>
                  <a:lnTo>
                    <a:pt x="6551337" y="2828363"/>
                  </a:lnTo>
                  <a:lnTo>
                    <a:pt x="6531895" y="2829456"/>
                  </a:lnTo>
                  <a:lnTo>
                    <a:pt x="6523834" y="2829873"/>
                  </a:lnTo>
                  <a:lnTo>
                    <a:pt x="6522387" y="2829942"/>
                  </a:lnTo>
                  <a:lnTo>
                    <a:pt x="6522385" y="2829942"/>
                  </a:lnTo>
                  <a:lnTo>
                    <a:pt x="5527445" y="2829942"/>
                  </a:lnTo>
                  <a:lnTo>
                    <a:pt x="5526315" y="2829959"/>
                  </a:lnTo>
                  <a:lnTo>
                    <a:pt x="5518855" y="2830078"/>
                  </a:lnTo>
                  <a:lnTo>
                    <a:pt x="5499948" y="2830407"/>
                  </a:lnTo>
                  <a:lnTo>
                    <a:pt x="5465891" y="2831055"/>
                  </a:lnTo>
                  <a:lnTo>
                    <a:pt x="5414615" y="2832127"/>
                  </a:lnTo>
                  <a:lnTo>
                    <a:pt x="5345836" y="2833711"/>
                  </a:lnTo>
                  <a:lnTo>
                    <a:pt x="5261003" y="2835873"/>
                  </a:lnTo>
                  <a:lnTo>
                    <a:pt x="5162979" y="2838652"/>
                  </a:lnTo>
                  <a:lnTo>
                    <a:pt x="5055516" y="2842064"/>
                  </a:lnTo>
                  <a:lnTo>
                    <a:pt x="4942670" y="2846104"/>
                  </a:lnTo>
                  <a:lnTo>
                    <a:pt x="4828268" y="2850761"/>
                  </a:lnTo>
                  <a:lnTo>
                    <a:pt x="4715539" y="2856024"/>
                  </a:lnTo>
                  <a:lnTo>
                    <a:pt x="4606934" y="2861888"/>
                  </a:lnTo>
                  <a:lnTo>
                    <a:pt x="4504102" y="2868365"/>
                  </a:lnTo>
                  <a:lnTo>
                    <a:pt x="4407968" y="2875485"/>
                  </a:lnTo>
                  <a:lnTo>
                    <a:pt x="4318871" y="2883297"/>
                  </a:lnTo>
                  <a:lnTo>
                    <a:pt x="4236709" y="2891869"/>
                  </a:lnTo>
                  <a:lnTo>
                    <a:pt x="4161072" y="2901288"/>
                  </a:lnTo>
                  <a:lnTo>
                    <a:pt x="4091354" y="2911658"/>
                  </a:lnTo>
                  <a:lnTo>
                    <a:pt x="4026836" y="2923095"/>
                  </a:lnTo>
                  <a:lnTo>
                    <a:pt x="3966747" y="2935717"/>
                  </a:lnTo>
                  <a:lnTo>
                    <a:pt x="3910315" y="2949638"/>
                  </a:lnTo>
                  <a:lnTo>
                    <a:pt x="3856805" y="2964944"/>
                  </a:lnTo>
                  <a:lnTo>
                    <a:pt x="3820202" y="2976680"/>
                  </a:lnTo>
                  <a:lnTo>
                    <a:pt x="3762126" y="2997466"/>
                  </a:lnTo>
                  <a:lnTo>
                    <a:pt x="3705795" y="3020219"/>
                  </a:lnTo>
                  <a:lnTo>
                    <a:pt x="3650595" y="3044974"/>
                  </a:lnTo>
                  <a:lnTo>
                    <a:pt x="3596068" y="3071706"/>
                  </a:lnTo>
                  <a:lnTo>
                    <a:pt x="3541880" y="3100329"/>
                  </a:lnTo>
                  <a:lnTo>
                    <a:pt x="3487801" y="3130686"/>
                  </a:lnTo>
                  <a:lnTo>
                    <a:pt x="3433693" y="3162552"/>
                  </a:lnTo>
                  <a:lnTo>
                    <a:pt x="3379491" y="3195637"/>
                  </a:lnTo>
                  <a:lnTo>
                    <a:pt x="3325187" y="3229596"/>
                  </a:lnTo>
                  <a:lnTo>
                    <a:pt x="3270816" y="3264041"/>
                  </a:lnTo>
                  <a:lnTo>
                    <a:pt x="3216433" y="3298560"/>
                  </a:lnTo>
                  <a:lnTo>
                    <a:pt x="3162100" y="3332736"/>
                  </a:lnTo>
                  <a:lnTo>
                    <a:pt x="3107860" y="3366173"/>
                  </a:lnTo>
                  <a:lnTo>
                    <a:pt x="3053723" y="3398507"/>
                  </a:lnTo>
                  <a:lnTo>
                    <a:pt x="2999646" y="3429427"/>
                  </a:lnTo>
                  <a:lnTo>
                    <a:pt x="2945517" y="3458685"/>
                  </a:lnTo>
                  <a:lnTo>
                    <a:pt x="2891142" y="3486099"/>
                  </a:lnTo>
                  <a:lnTo>
                    <a:pt x="2836226" y="3511560"/>
                  </a:lnTo>
                  <a:lnTo>
                    <a:pt x="2780357" y="3535021"/>
                  </a:lnTo>
                  <a:lnTo>
                    <a:pt x="2722980" y="3556496"/>
                  </a:lnTo>
                  <a:lnTo>
                    <a:pt x="2702183" y="3563631"/>
                  </a:lnTo>
                  <a:lnTo>
                    <a:pt x="2650345" y="3579944"/>
                  </a:lnTo>
                  <a:lnTo>
                    <a:pt x="2596061" y="3594843"/>
                  </a:lnTo>
                  <a:lnTo>
                    <a:pt x="2538648" y="3608377"/>
                  </a:lnTo>
                  <a:lnTo>
                    <a:pt x="2477356" y="3620644"/>
                  </a:lnTo>
                  <a:lnTo>
                    <a:pt x="2411411" y="3631759"/>
                  </a:lnTo>
                  <a:lnTo>
                    <a:pt x="2340049" y="3641843"/>
                  </a:lnTo>
                  <a:lnTo>
                    <a:pt x="2262579" y="3651007"/>
                  </a:lnTo>
                  <a:lnTo>
                    <a:pt x="2178439" y="3659351"/>
                  </a:lnTo>
                  <a:lnTo>
                    <a:pt x="2087297" y="3666956"/>
                  </a:lnTo>
                  <a:lnTo>
                    <a:pt x="1989166" y="3673886"/>
                  </a:lnTo>
                  <a:lnTo>
                    <a:pt x="1884538" y="3680183"/>
                  </a:lnTo>
                  <a:lnTo>
                    <a:pt x="1774535" y="3685872"/>
                  </a:lnTo>
                  <a:lnTo>
                    <a:pt x="1661033" y="3690960"/>
                  </a:lnTo>
                  <a:lnTo>
                    <a:pt x="1546717" y="3695440"/>
                  </a:lnTo>
                  <a:lnTo>
                    <a:pt x="1435018" y="3699300"/>
                  </a:lnTo>
                  <a:lnTo>
                    <a:pt x="1329874" y="3702528"/>
                  </a:lnTo>
                  <a:lnTo>
                    <a:pt x="1235311" y="3705126"/>
                  </a:lnTo>
                  <a:lnTo>
                    <a:pt x="1154887" y="3707115"/>
                  </a:lnTo>
                  <a:lnTo>
                    <a:pt x="1091100" y="3708543"/>
                  </a:lnTo>
                  <a:lnTo>
                    <a:pt x="1044919" y="3709482"/>
                  </a:lnTo>
                  <a:lnTo>
                    <a:pt x="1015538" y="3710027"/>
                  </a:lnTo>
                  <a:lnTo>
                    <a:pt x="1000393" y="3710284"/>
                  </a:lnTo>
                  <a:lnTo>
                    <a:pt x="995351" y="3710362"/>
                  </a:lnTo>
                  <a:lnTo>
                    <a:pt x="994940" y="3710368"/>
                  </a:lnTo>
                  <a:lnTo>
                    <a:pt x="0" y="3710368"/>
                  </a:lnTo>
                  <a:lnTo>
                    <a:pt x="0" y="37103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6" name="pg2135"/>
            <p:cNvSpPr/>
            <p:nvPr/>
          </p:nvSpPr>
          <p:spPr>
            <a:xfrm>
              <a:off x="1199187" y="4014161"/>
              <a:ext cx="12049831" cy="2457857"/>
            </a:xfrm>
            <a:custGeom>
              <a:avLst/>
              <a:pathLst>
                <a:path w="12049831" h="2457857">
                  <a:moveTo>
                    <a:pt x="0" y="2457857"/>
                  </a:moveTo>
                  <a:lnTo>
                    <a:pt x="994940" y="2457857"/>
                  </a:lnTo>
                  <a:lnTo>
                    <a:pt x="996030" y="2457812"/>
                  </a:lnTo>
                  <a:lnTo>
                    <a:pt x="1003234" y="2457492"/>
                  </a:lnTo>
                  <a:lnTo>
                    <a:pt x="1021509" y="2456608"/>
                  </a:lnTo>
                  <a:lnTo>
                    <a:pt x="1054471" y="2454867"/>
                  </a:lnTo>
                  <a:lnTo>
                    <a:pt x="1104187" y="2451987"/>
                  </a:lnTo>
                  <a:lnTo>
                    <a:pt x="1171024" y="2447727"/>
                  </a:lnTo>
                  <a:lnTo>
                    <a:pt x="1253686" y="2441907"/>
                  </a:lnTo>
                  <a:lnTo>
                    <a:pt x="1349504" y="2434414"/>
                  </a:lnTo>
                  <a:lnTo>
                    <a:pt x="1454909" y="2425202"/>
                  </a:lnTo>
                  <a:lnTo>
                    <a:pt x="1565993" y="2414278"/>
                  </a:lnTo>
                  <a:lnTo>
                    <a:pt x="1679020" y="2401673"/>
                  </a:lnTo>
                  <a:lnTo>
                    <a:pt x="1790788" y="2387419"/>
                  </a:lnTo>
                  <a:lnTo>
                    <a:pt x="1898823" y="2371530"/>
                  </a:lnTo>
                  <a:lnTo>
                    <a:pt x="2001425" y="2353981"/>
                  </a:lnTo>
                  <a:lnTo>
                    <a:pt x="2097596" y="2334702"/>
                  </a:lnTo>
                  <a:lnTo>
                    <a:pt x="2186921" y="2313570"/>
                  </a:lnTo>
                  <a:lnTo>
                    <a:pt x="2269430" y="2290411"/>
                  </a:lnTo>
                  <a:lnTo>
                    <a:pt x="2345469" y="2265000"/>
                  </a:lnTo>
                  <a:lnTo>
                    <a:pt x="2415590" y="2237067"/>
                  </a:lnTo>
                  <a:lnTo>
                    <a:pt x="2480468" y="2206310"/>
                  </a:lnTo>
                  <a:lnTo>
                    <a:pt x="2540841" y="2172405"/>
                  </a:lnTo>
                  <a:lnTo>
                    <a:pt x="2597456" y="2135043"/>
                  </a:lnTo>
                  <a:lnTo>
                    <a:pt x="2651035" y="2093965"/>
                  </a:lnTo>
                  <a:lnTo>
                    <a:pt x="2702183" y="2049087"/>
                  </a:lnTo>
                  <a:lnTo>
                    <a:pt x="2748716" y="2003291"/>
                  </a:lnTo>
                  <a:lnTo>
                    <a:pt x="2794048" y="1954021"/>
                  </a:lnTo>
                  <a:lnTo>
                    <a:pt x="2838517" y="1901206"/>
                  </a:lnTo>
                  <a:lnTo>
                    <a:pt x="2882393" y="1844838"/>
                  </a:lnTo>
                  <a:lnTo>
                    <a:pt x="2925891" y="1784975"/>
                  </a:lnTo>
                  <a:lnTo>
                    <a:pt x="2969173" y="1721750"/>
                  </a:lnTo>
                  <a:lnTo>
                    <a:pt x="3012361" y="1655374"/>
                  </a:lnTo>
                  <a:lnTo>
                    <a:pt x="3055539" y="1586135"/>
                  </a:lnTo>
                  <a:lnTo>
                    <a:pt x="3098759" y="1514398"/>
                  </a:lnTo>
                  <a:lnTo>
                    <a:pt x="3142043" y="1440601"/>
                  </a:lnTo>
                  <a:lnTo>
                    <a:pt x="3185393" y="1365240"/>
                  </a:lnTo>
                  <a:lnTo>
                    <a:pt x="3228792" y="1288860"/>
                  </a:lnTo>
                  <a:lnTo>
                    <a:pt x="3272215" y="1212039"/>
                  </a:lnTo>
                  <a:lnTo>
                    <a:pt x="3315631" y="1135369"/>
                  </a:lnTo>
                  <a:lnTo>
                    <a:pt x="3359008" y="1059436"/>
                  </a:lnTo>
                  <a:lnTo>
                    <a:pt x="3402325" y="984803"/>
                  </a:lnTo>
                  <a:lnTo>
                    <a:pt x="3445575" y="911993"/>
                  </a:lnTo>
                  <a:lnTo>
                    <a:pt x="3488769" y="841474"/>
                  </a:lnTo>
                  <a:lnTo>
                    <a:pt x="3531944" y="773648"/>
                  </a:lnTo>
                  <a:lnTo>
                    <a:pt x="3575167" y="708840"/>
                  </a:lnTo>
                  <a:lnTo>
                    <a:pt x="3618541" y="647301"/>
                  </a:lnTo>
                  <a:lnTo>
                    <a:pt x="3662207" y="589200"/>
                  </a:lnTo>
                  <a:lnTo>
                    <a:pt x="3706355" y="534633"/>
                  </a:lnTo>
                  <a:lnTo>
                    <a:pt x="3751224" y="483623"/>
                  </a:lnTo>
                  <a:lnTo>
                    <a:pt x="3797118" y="436129"/>
                  </a:lnTo>
                  <a:lnTo>
                    <a:pt x="3820202" y="414010"/>
                  </a:lnTo>
                  <a:lnTo>
                    <a:pt x="3871403" y="369088"/>
                  </a:lnTo>
                  <a:lnTo>
                    <a:pt x="3924985" y="328014"/>
                  </a:lnTo>
                  <a:lnTo>
                    <a:pt x="3981604" y="290655"/>
                  </a:lnTo>
                  <a:lnTo>
                    <a:pt x="4041981" y="256754"/>
                  </a:lnTo>
                  <a:lnTo>
                    <a:pt x="4106864" y="226000"/>
                  </a:lnTo>
                  <a:lnTo>
                    <a:pt x="4176991" y="198070"/>
                  </a:lnTo>
                  <a:lnTo>
                    <a:pt x="4253036" y="172661"/>
                  </a:lnTo>
                  <a:lnTo>
                    <a:pt x="4335552" y="149504"/>
                  </a:lnTo>
                  <a:lnTo>
                    <a:pt x="4424884" y="128374"/>
                  </a:lnTo>
                  <a:lnTo>
                    <a:pt x="4521062" y="109097"/>
                  </a:lnTo>
                  <a:lnTo>
                    <a:pt x="4623670" y="91550"/>
                  </a:lnTo>
                  <a:lnTo>
                    <a:pt x="4731710" y="75662"/>
                  </a:lnTo>
                  <a:lnTo>
                    <a:pt x="4843480" y="61410"/>
                  </a:lnTo>
                  <a:lnTo>
                    <a:pt x="4956507" y="48807"/>
                  </a:lnTo>
                  <a:lnTo>
                    <a:pt x="5067588" y="37884"/>
                  </a:lnTo>
                  <a:lnTo>
                    <a:pt x="5172985" y="28675"/>
                  </a:lnTo>
                  <a:lnTo>
                    <a:pt x="5268791" y="21184"/>
                  </a:lnTo>
                  <a:lnTo>
                    <a:pt x="5351438" y="15365"/>
                  </a:lnTo>
                  <a:lnTo>
                    <a:pt x="5418257" y="11107"/>
                  </a:lnTo>
                  <a:lnTo>
                    <a:pt x="5467956" y="8228"/>
                  </a:lnTo>
                  <a:lnTo>
                    <a:pt x="5500902" y="6487"/>
                  </a:lnTo>
                  <a:lnTo>
                    <a:pt x="5519163" y="5604"/>
                  </a:lnTo>
                  <a:lnTo>
                    <a:pt x="5526358" y="5285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93" y="5276"/>
                  </a:lnTo>
                  <a:lnTo>
                    <a:pt x="6530803" y="5534"/>
                  </a:lnTo>
                  <a:lnTo>
                    <a:pt x="6549341" y="6245"/>
                  </a:lnTo>
                  <a:lnTo>
                    <a:pt x="6582760" y="7648"/>
                  </a:lnTo>
                  <a:lnTo>
                    <a:pt x="6633127" y="9966"/>
                  </a:lnTo>
                  <a:lnTo>
                    <a:pt x="6700775" y="13393"/>
                  </a:lnTo>
                  <a:lnTo>
                    <a:pt x="6784346" y="18073"/>
                  </a:lnTo>
                  <a:lnTo>
                    <a:pt x="6881089" y="24096"/>
                  </a:lnTo>
                  <a:lnTo>
                    <a:pt x="6987360" y="31494"/>
                  </a:lnTo>
                  <a:lnTo>
                    <a:pt x="7099188" y="40264"/>
                  </a:lnTo>
                  <a:lnTo>
                    <a:pt x="7212798" y="50379"/>
                  </a:lnTo>
                  <a:lnTo>
                    <a:pt x="7324975" y="61812"/>
                  </a:lnTo>
                  <a:lnTo>
                    <a:pt x="7433256" y="74556"/>
                  </a:lnTo>
                  <a:lnTo>
                    <a:pt x="7535960" y="88631"/>
                  </a:lnTo>
                  <a:lnTo>
                    <a:pt x="7632120" y="104098"/>
                  </a:lnTo>
                  <a:lnTo>
                    <a:pt x="7721353" y="121057"/>
                  </a:lnTo>
                  <a:lnTo>
                    <a:pt x="7803719" y="139654"/>
                  </a:lnTo>
                  <a:lnTo>
                    <a:pt x="7879590" y="160071"/>
                  </a:lnTo>
                  <a:lnTo>
                    <a:pt x="7949541" y="182529"/>
                  </a:lnTo>
                  <a:lnTo>
                    <a:pt x="8014267" y="207274"/>
                  </a:lnTo>
                  <a:lnTo>
                    <a:pt x="8074518" y="234565"/>
                  </a:lnTo>
                  <a:lnTo>
                    <a:pt x="8131053" y="264651"/>
                  </a:lnTo>
                  <a:lnTo>
                    <a:pt x="8184599" y="297730"/>
                  </a:lnTo>
                  <a:lnTo>
                    <a:pt x="8229629" y="329286"/>
                  </a:lnTo>
                  <a:lnTo>
                    <a:pt x="8279631" y="368450"/>
                  </a:lnTo>
                  <a:lnTo>
                    <a:pt x="8328276" y="410808"/>
                  </a:lnTo>
                  <a:lnTo>
                    <a:pt x="8375973" y="456421"/>
                  </a:lnTo>
                  <a:lnTo>
                    <a:pt x="8423045" y="505286"/>
                  </a:lnTo>
                  <a:lnTo>
                    <a:pt x="8469740" y="557326"/>
                  </a:lnTo>
                  <a:lnTo>
                    <a:pt x="8516245" y="612385"/>
                  </a:lnTo>
                  <a:lnTo>
                    <a:pt x="8562689" y="670223"/>
                  </a:lnTo>
                  <a:lnTo>
                    <a:pt x="8609158" y="730516"/>
                  </a:lnTo>
                  <a:lnTo>
                    <a:pt x="8655693" y="792865"/>
                  </a:lnTo>
                  <a:lnTo>
                    <a:pt x="8702306" y="856798"/>
                  </a:lnTo>
                  <a:lnTo>
                    <a:pt x="8748983" y="921789"/>
                  </a:lnTo>
                  <a:lnTo>
                    <a:pt x="8795692" y="987275"/>
                  </a:lnTo>
                  <a:lnTo>
                    <a:pt x="8842396" y="1052673"/>
                  </a:lnTo>
                  <a:lnTo>
                    <a:pt x="8889056" y="1117403"/>
                  </a:lnTo>
                  <a:lnTo>
                    <a:pt x="8935646" y="1180910"/>
                  </a:lnTo>
                  <a:lnTo>
                    <a:pt x="8982159" y="1242685"/>
                  </a:lnTo>
                  <a:lnTo>
                    <a:pt x="9028613" y="1302276"/>
                  </a:lnTo>
                  <a:lnTo>
                    <a:pt x="9075065" y="1359304"/>
                  </a:lnTo>
                  <a:lnTo>
                    <a:pt x="9121611" y="1413473"/>
                  </a:lnTo>
                  <a:lnTo>
                    <a:pt x="9168398" y="1464567"/>
                  </a:lnTo>
                  <a:lnTo>
                    <a:pt x="9215630" y="1512455"/>
                  </a:lnTo>
                  <a:lnTo>
                    <a:pt x="9263575" y="1557082"/>
                  </a:lnTo>
                  <a:lnTo>
                    <a:pt x="9312582" y="1598465"/>
                  </a:lnTo>
                  <a:lnTo>
                    <a:pt x="9347647" y="1625470"/>
                  </a:lnTo>
                  <a:lnTo>
                    <a:pt x="9399116" y="1661254"/>
                  </a:lnTo>
                  <a:lnTo>
                    <a:pt x="9452992" y="1693958"/>
                  </a:lnTo>
                  <a:lnTo>
                    <a:pt x="9509943" y="1723688"/>
                  </a:lnTo>
                  <a:lnTo>
                    <a:pt x="9570703" y="1750653"/>
                  </a:lnTo>
                  <a:lnTo>
                    <a:pt x="9636031" y="1775103"/>
                  </a:lnTo>
                  <a:lnTo>
                    <a:pt x="9706673" y="1797297"/>
                  </a:lnTo>
                  <a:lnTo>
                    <a:pt x="9783314" y="1817480"/>
                  </a:lnTo>
                  <a:lnTo>
                    <a:pt x="9866508" y="1835866"/>
                  </a:lnTo>
                  <a:lnTo>
                    <a:pt x="9956597" y="1852635"/>
                  </a:lnTo>
                  <a:lnTo>
                    <a:pt x="10053592" y="1867927"/>
                  </a:lnTo>
                  <a:lnTo>
                    <a:pt x="10157046" y="1881836"/>
                  </a:lnTo>
                  <a:lnTo>
                    <a:pt x="10265912" y="1894418"/>
                  </a:lnTo>
                  <a:lnTo>
                    <a:pt x="10378414" y="1905691"/>
                  </a:lnTo>
                  <a:lnTo>
                    <a:pt x="10491992" y="1915642"/>
                  </a:lnTo>
                  <a:lnTo>
                    <a:pt x="10603349" y="1924244"/>
                  </a:lnTo>
                  <a:lnTo>
                    <a:pt x="10708661" y="1931473"/>
                  </a:lnTo>
                  <a:lnTo>
                    <a:pt x="10803971" y="1937328"/>
                  </a:lnTo>
                  <a:lnTo>
                    <a:pt x="10885710" y="1941849"/>
                  </a:lnTo>
                  <a:lnTo>
                    <a:pt x="10951276" y="1945131"/>
                  </a:lnTo>
                  <a:lnTo>
                    <a:pt x="10999509" y="1947325"/>
                  </a:lnTo>
                  <a:lnTo>
                    <a:pt x="11030954" y="1948630"/>
                  </a:lnTo>
                  <a:lnTo>
                    <a:pt x="11047887" y="1949273"/>
                  </a:lnTo>
                  <a:lnTo>
                    <a:pt x="11054139" y="1949491"/>
                  </a:lnTo>
                  <a:lnTo>
                    <a:pt x="11054891" y="1949515"/>
                  </a:lnTo>
                  <a:lnTo>
                    <a:pt x="12049831" y="1949515"/>
                  </a:lnTo>
                  <a:lnTo>
                    <a:pt x="12049831" y="1944275"/>
                  </a:lnTo>
                  <a:lnTo>
                    <a:pt x="11054891" y="1944275"/>
                  </a:lnTo>
                  <a:lnTo>
                    <a:pt x="11053784" y="1944239"/>
                  </a:lnTo>
                  <a:lnTo>
                    <a:pt x="11046474" y="1943981"/>
                  </a:lnTo>
                  <a:lnTo>
                    <a:pt x="11027935" y="1943270"/>
                  </a:lnTo>
                  <a:lnTo>
                    <a:pt x="10994517" y="1941867"/>
                  </a:lnTo>
                  <a:lnTo>
                    <a:pt x="10944149" y="1939549"/>
                  </a:lnTo>
                  <a:lnTo>
                    <a:pt x="10876501" y="1936122"/>
                  </a:lnTo>
                  <a:lnTo>
                    <a:pt x="10792930" y="1931442"/>
                  </a:lnTo>
                  <a:lnTo>
                    <a:pt x="10696187" y="1925419"/>
                  </a:lnTo>
                  <a:lnTo>
                    <a:pt x="10589917" y="1918020"/>
                  </a:lnTo>
                  <a:lnTo>
                    <a:pt x="10478089" y="1909251"/>
                  </a:lnTo>
                  <a:lnTo>
                    <a:pt x="10364479" y="1899136"/>
                  </a:lnTo>
                  <a:lnTo>
                    <a:pt x="10252302" y="1887703"/>
                  </a:lnTo>
                  <a:lnTo>
                    <a:pt x="10144021" y="1874959"/>
                  </a:lnTo>
                  <a:lnTo>
                    <a:pt x="10041317" y="1860884"/>
                  </a:lnTo>
                  <a:lnTo>
                    <a:pt x="9945156" y="1845417"/>
                  </a:lnTo>
                  <a:lnTo>
                    <a:pt x="9855923" y="1828458"/>
                  </a:lnTo>
                  <a:lnTo>
                    <a:pt x="9773557" y="1809861"/>
                  </a:lnTo>
                  <a:lnTo>
                    <a:pt x="9697686" y="1789444"/>
                  </a:lnTo>
                  <a:lnTo>
                    <a:pt x="9627735" y="1766986"/>
                  </a:lnTo>
                  <a:lnTo>
                    <a:pt x="9563009" y="1742241"/>
                  </a:lnTo>
                  <a:lnTo>
                    <a:pt x="9502758" y="1714950"/>
                  </a:lnTo>
                  <a:lnTo>
                    <a:pt x="9446223" y="1684864"/>
                  </a:lnTo>
                  <a:lnTo>
                    <a:pt x="9392677" y="1651785"/>
                  </a:lnTo>
                  <a:lnTo>
                    <a:pt x="9347647" y="1620229"/>
                  </a:lnTo>
                  <a:lnTo>
                    <a:pt x="9297645" y="1581064"/>
                  </a:lnTo>
                  <a:lnTo>
                    <a:pt x="9249001" y="1538707"/>
                  </a:lnTo>
                  <a:lnTo>
                    <a:pt x="9201304" y="1493094"/>
                  </a:lnTo>
                  <a:lnTo>
                    <a:pt x="9154232" y="1444229"/>
                  </a:lnTo>
                  <a:lnTo>
                    <a:pt x="9107536" y="1392189"/>
                  </a:lnTo>
                  <a:lnTo>
                    <a:pt x="9061032" y="1337130"/>
                  </a:lnTo>
                  <a:lnTo>
                    <a:pt x="9014587" y="1279292"/>
                  </a:lnTo>
                  <a:lnTo>
                    <a:pt x="8968119" y="1218999"/>
                  </a:lnTo>
                  <a:lnTo>
                    <a:pt x="8921584" y="1156650"/>
                  </a:lnTo>
                  <a:lnTo>
                    <a:pt x="8874970" y="1092717"/>
                  </a:lnTo>
                  <a:lnTo>
                    <a:pt x="8828294" y="1027726"/>
                  </a:lnTo>
                  <a:lnTo>
                    <a:pt x="8781584" y="962240"/>
                  </a:lnTo>
                  <a:lnTo>
                    <a:pt x="8734881" y="896842"/>
                  </a:lnTo>
                  <a:lnTo>
                    <a:pt x="8688221" y="832112"/>
                  </a:lnTo>
                  <a:lnTo>
                    <a:pt x="8641631" y="768604"/>
                  </a:lnTo>
                  <a:lnTo>
                    <a:pt x="8595118" y="706830"/>
                  </a:lnTo>
                  <a:lnTo>
                    <a:pt x="8548663" y="647239"/>
                  </a:lnTo>
                  <a:lnTo>
                    <a:pt x="8502211" y="590211"/>
                  </a:lnTo>
                  <a:lnTo>
                    <a:pt x="8455665" y="536042"/>
                  </a:lnTo>
                  <a:lnTo>
                    <a:pt x="8408878" y="484948"/>
                  </a:lnTo>
                  <a:lnTo>
                    <a:pt x="8361647" y="437060"/>
                  </a:lnTo>
                  <a:lnTo>
                    <a:pt x="8313701" y="392433"/>
                  </a:lnTo>
                  <a:lnTo>
                    <a:pt x="8264695" y="351050"/>
                  </a:lnTo>
                  <a:lnTo>
                    <a:pt x="8229629" y="324045"/>
                  </a:lnTo>
                  <a:lnTo>
                    <a:pt x="8178161" y="288260"/>
                  </a:lnTo>
                  <a:lnTo>
                    <a:pt x="8124285" y="255557"/>
                  </a:lnTo>
                  <a:lnTo>
                    <a:pt x="8067333" y="225827"/>
                  </a:lnTo>
                  <a:lnTo>
                    <a:pt x="8006574" y="198862"/>
                  </a:lnTo>
                  <a:lnTo>
                    <a:pt x="7941246" y="174412"/>
                  </a:lnTo>
                  <a:lnTo>
                    <a:pt x="7870603" y="152217"/>
                  </a:lnTo>
                  <a:lnTo>
                    <a:pt x="7793963" y="132035"/>
                  </a:lnTo>
                  <a:lnTo>
                    <a:pt x="7710768" y="113649"/>
                  </a:lnTo>
                  <a:lnTo>
                    <a:pt x="7620680" y="96879"/>
                  </a:lnTo>
                  <a:lnTo>
                    <a:pt x="7523685" y="81588"/>
                  </a:lnTo>
                  <a:lnTo>
                    <a:pt x="7420230" y="67679"/>
                  </a:lnTo>
                  <a:lnTo>
                    <a:pt x="7311365" y="55097"/>
                  </a:lnTo>
                  <a:lnTo>
                    <a:pt x="7198863" y="43824"/>
                  </a:lnTo>
                  <a:lnTo>
                    <a:pt x="7085285" y="33873"/>
                  </a:lnTo>
                  <a:lnTo>
                    <a:pt x="6973928" y="25271"/>
                  </a:lnTo>
                  <a:lnTo>
                    <a:pt x="6868615" y="18042"/>
                  </a:lnTo>
                  <a:lnTo>
                    <a:pt x="6773306" y="12187"/>
                  </a:lnTo>
                  <a:lnTo>
                    <a:pt x="6691567" y="7666"/>
                  </a:lnTo>
                  <a:lnTo>
                    <a:pt x="6626000" y="4384"/>
                  </a:lnTo>
                  <a:lnTo>
                    <a:pt x="6577768" y="2190"/>
                  </a:lnTo>
                  <a:lnTo>
                    <a:pt x="6546322" y="885"/>
                  </a:lnTo>
                  <a:lnTo>
                    <a:pt x="6529389" y="242"/>
                  </a:lnTo>
                  <a:lnTo>
                    <a:pt x="6523137" y="2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5" y="44"/>
                  </a:lnTo>
                  <a:lnTo>
                    <a:pt x="5519151" y="364"/>
                  </a:lnTo>
                  <a:lnTo>
                    <a:pt x="5500876" y="1248"/>
                  </a:lnTo>
                  <a:lnTo>
                    <a:pt x="5467914" y="2990"/>
                  </a:lnTo>
                  <a:lnTo>
                    <a:pt x="5418198" y="5870"/>
                  </a:lnTo>
                  <a:lnTo>
                    <a:pt x="5351361" y="10129"/>
                  </a:lnTo>
                  <a:lnTo>
                    <a:pt x="5268699" y="15950"/>
                  </a:lnTo>
                  <a:lnTo>
                    <a:pt x="5172881" y="23443"/>
                  </a:lnTo>
                  <a:lnTo>
                    <a:pt x="5067476" y="32654"/>
                  </a:lnTo>
                  <a:lnTo>
                    <a:pt x="4956392" y="43578"/>
                  </a:lnTo>
                  <a:lnTo>
                    <a:pt x="4843365" y="56183"/>
                  </a:lnTo>
                  <a:lnTo>
                    <a:pt x="4731597" y="70437"/>
                  </a:lnTo>
                  <a:lnTo>
                    <a:pt x="4623562" y="86326"/>
                  </a:lnTo>
                  <a:lnTo>
                    <a:pt x="4520960" y="103875"/>
                  </a:lnTo>
                  <a:lnTo>
                    <a:pt x="4424789" y="123154"/>
                  </a:lnTo>
                  <a:lnTo>
                    <a:pt x="4335464" y="144286"/>
                  </a:lnTo>
                  <a:lnTo>
                    <a:pt x="4252955" y="167445"/>
                  </a:lnTo>
                  <a:lnTo>
                    <a:pt x="4176916" y="192857"/>
                  </a:lnTo>
                  <a:lnTo>
                    <a:pt x="4106795" y="220789"/>
                  </a:lnTo>
                  <a:lnTo>
                    <a:pt x="4041917" y="251547"/>
                  </a:lnTo>
                  <a:lnTo>
                    <a:pt x="3981544" y="285451"/>
                  </a:lnTo>
                  <a:lnTo>
                    <a:pt x="3924929" y="322813"/>
                  </a:lnTo>
                  <a:lnTo>
                    <a:pt x="3871350" y="363891"/>
                  </a:lnTo>
                  <a:lnTo>
                    <a:pt x="3820202" y="408769"/>
                  </a:lnTo>
                  <a:lnTo>
                    <a:pt x="3773669" y="454565"/>
                  </a:lnTo>
                  <a:lnTo>
                    <a:pt x="3728337" y="503836"/>
                  </a:lnTo>
                  <a:lnTo>
                    <a:pt x="3683868" y="556651"/>
                  </a:lnTo>
                  <a:lnTo>
                    <a:pt x="3639992" y="613019"/>
                  </a:lnTo>
                  <a:lnTo>
                    <a:pt x="3596494" y="672882"/>
                  </a:lnTo>
                  <a:lnTo>
                    <a:pt x="3553212" y="736106"/>
                  </a:lnTo>
                  <a:lnTo>
                    <a:pt x="3510024" y="802483"/>
                  </a:lnTo>
                  <a:lnTo>
                    <a:pt x="3466846" y="871722"/>
                  </a:lnTo>
                  <a:lnTo>
                    <a:pt x="3423626" y="943458"/>
                  </a:lnTo>
                  <a:lnTo>
                    <a:pt x="3380342" y="1017256"/>
                  </a:lnTo>
                  <a:lnTo>
                    <a:pt x="3336992" y="1092617"/>
                  </a:lnTo>
                  <a:lnTo>
                    <a:pt x="3293593" y="1168997"/>
                  </a:lnTo>
                  <a:lnTo>
                    <a:pt x="3250169" y="1245817"/>
                  </a:lnTo>
                  <a:lnTo>
                    <a:pt x="3206754" y="1322488"/>
                  </a:lnTo>
                  <a:lnTo>
                    <a:pt x="3163377" y="1398421"/>
                  </a:lnTo>
                  <a:lnTo>
                    <a:pt x="3120060" y="1473054"/>
                  </a:lnTo>
                  <a:lnTo>
                    <a:pt x="3076810" y="1545863"/>
                  </a:lnTo>
                  <a:lnTo>
                    <a:pt x="3033616" y="1616382"/>
                  </a:lnTo>
                  <a:lnTo>
                    <a:pt x="2990441" y="1684209"/>
                  </a:lnTo>
                  <a:lnTo>
                    <a:pt x="2947218" y="1749016"/>
                  </a:lnTo>
                  <a:lnTo>
                    <a:pt x="2903844" y="1810556"/>
                  </a:lnTo>
                  <a:lnTo>
                    <a:pt x="2860178" y="1868656"/>
                  </a:lnTo>
                  <a:lnTo>
                    <a:pt x="2816030" y="1923223"/>
                  </a:lnTo>
                  <a:lnTo>
                    <a:pt x="2771161" y="1974233"/>
                  </a:lnTo>
                  <a:lnTo>
                    <a:pt x="2725267" y="2021728"/>
                  </a:lnTo>
                  <a:lnTo>
                    <a:pt x="2702183" y="2043847"/>
                  </a:lnTo>
                  <a:lnTo>
                    <a:pt x="2650982" y="2088769"/>
                  </a:lnTo>
                  <a:lnTo>
                    <a:pt x="2597400" y="2129842"/>
                  </a:lnTo>
                  <a:lnTo>
                    <a:pt x="2540781" y="2167201"/>
                  </a:lnTo>
                  <a:lnTo>
                    <a:pt x="2480404" y="2201102"/>
                  </a:lnTo>
                  <a:lnTo>
                    <a:pt x="2415521" y="2231857"/>
                  </a:lnTo>
                  <a:lnTo>
                    <a:pt x="2345394" y="2259787"/>
                  </a:lnTo>
                  <a:lnTo>
                    <a:pt x="2269349" y="2285195"/>
                  </a:lnTo>
                  <a:lnTo>
                    <a:pt x="2186833" y="2308352"/>
                  </a:lnTo>
                  <a:lnTo>
                    <a:pt x="2097501" y="2329482"/>
                  </a:lnTo>
                  <a:lnTo>
                    <a:pt x="2001323" y="2348759"/>
                  </a:lnTo>
                  <a:lnTo>
                    <a:pt x="1898715" y="2366307"/>
                  </a:lnTo>
                  <a:lnTo>
                    <a:pt x="1790675" y="2382194"/>
                  </a:lnTo>
                  <a:lnTo>
                    <a:pt x="1678905" y="2396446"/>
                  </a:lnTo>
                  <a:lnTo>
                    <a:pt x="1565878" y="2409050"/>
                  </a:lnTo>
                  <a:lnTo>
                    <a:pt x="1454797" y="2419972"/>
                  </a:lnTo>
                  <a:lnTo>
                    <a:pt x="1349400" y="2429181"/>
                  </a:lnTo>
                  <a:lnTo>
                    <a:pt x="1253594" y="2436673"/>
                  </a:lnTo>
                  <a:lnTo>
                    <a:pt x="1170947" y="2442492"/>
                  </a:lnTo>
                  <a:lnTo>
                    <a:pt x="1104128" y="2446750"/>
                  </a:lnTo>
                  <a:lnTo>
                    <a:pt x="1054429" y="2449628"/>
                  </a:lnTo>
                  <a:lnTo>
                    <a:pt x="1021483" y="2451369"/>
                  </a:lnTo>
                  <a:lnTo>
                    <a:pt x="1003222" y="2452252"/>
                  </a:lnTo>
                  <a:lnTo>
                    <a:pt x="996027" y="2452571"/>
                  </a:lnTo>
                  <a:lnTo>
                    <a:pt x="994940" y="2452616"/>
                  </a:lnTo>
                  <a:lnTo>
                    <a:pt x="0" y="2452616"/>
                  </a:lnTo>
                  <a:close/>
                </a:path>
              </a:pathLst>
            </a:custGeom>
            <a:solidFill>
              <a:srgbClr val="42A5F5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37" name="pl2136"/>
            <p:cNvSpPr/>
            <p:nvPr/>
          </p:nvSpPr>
          <p:spPr>
            <a:xfrm>
              <a:off x="1199187" y="4019401"/>
              <a:ext cx="12049831" cy="2452616"/>
            </a:xfrm>
            <a:custGeom>
              <a:avLst/>
              <a:pathLst>
                <a:path w="12049831" h="2452616">
                  <a:moveTo>
                    <a:pt x="0" y="2452616"/>
                  </a:moveTo>
                  <a:lnTo>
                    <a:pt x="994940" y="2452616"/>
                  </a:lnTo>
                  <a:lnTo>
                    <a:pt x="996030" y="2452571"/>
                  </a:lnTo>
                  <a:lnTo>
                    <a:pt x="1003234" y="2452251"/>
                  </a:lnTo>
                  <a:lnTo>
                    <a:pt x="1021509" y="2451368"/>
                  </a:lnTo>
                  <a:lnTo>
                    <a:pt x="1054471" y="2449626"/>
                  </a:lnTo>
                  <a:lnTo>
                    <a:pt x="1104187" y="2446746"/>
                  </a:lnTo>
                  <a:lnTo>
                    <a:pt x="1171024" y="2442486"/>
                  </a:lnTo>
                  <a:lnTo>
                    <a:pt x="1253686" y="2436666"/>
                  </a:lnTo>
                  <a:lnTo>
                    <a:pt x="1349504" y="2429173"/>
                  </a:lnTo>
                  <a:lnTo>
                    <a:pt x="1454909" y="2419962"/>
                  </a:lnTo>
                  <a:lnTo>
                    <a:pt x="1565993" y="2409038"/>
                  </a:lnTo>
                  <a:lnTo>
                    <a:pt x="1679020" y="2396432"/>
                  </a:lnTo>
                  <a:lnTo>
                    <a:pt x="1790788" y="2382179"/>
                  </a:lnTo>
                  <a:lnTo>
                    <a:pt x="1898823" y="2366289"/>
                  </a:lnTo>
                  <a:lnTo>
                    <a:pt x="2001425" y="2348741"/>
                  </a:lnTo>
                  <a:lnTo>
                    <a:pt x="2097596" y="2329461"/>
                  </a:lnTo>
                  <a:lnTo>
                    <a:pt x="2186921" y="2308330"/>
                  </a:lnTo>
                  <a:lnTo>
                    <a:pt x="2269430" y="2285170"/>
                  </a:lnTo>
                  <a:lnTo>
                    <a:pt x="2345469" y="2259759"/>
                  </a:lnTo>
                  <a:lnTo>
                    <a:pt x="2415590" y="2231827"/>
                  </a:lnTo>
                  <a:lnTo>
                    <a:pt x="2480468" y="2201069"/>
                  </a:lnTo>
                  <a:lnTo>
                    <a:pt x="2540841" y="2167165"/>
                  </a:lnTo>
                  <a:lnTo>
                    <a:pt x="2597456" y="2129802"/>
                  </a:lnTo>
                  <a:lnTo>
                    <a:pt x="2651035" y="2088725"/>
                  </a:lnTo>
                  <a:lnTo>
                    <a:pt x="2702183" y="2043847"/>
                  </a:lnTo>
                  <a:lnTo>
                    <a:pt x="2748716" y="1998050"/>
                  </a:lnTo>
                  <a:lnTo>
                    <a:pt x="2794048" y="1948780"/>
                  </a:lnTo>
                  <a:lnTo>
                    <a:pt x="2838517" y="1895965"/>
                  </a:lnTo>
                  <a:lnTo>
                    <a:pt x="2882393" y="1839597"/>
                  </a:lnTo>
                  <a:lnTo>
                    <a:pt x="2925891" y="1779734"/>
                  </a:lnTo>
                  <a:lnTo>
                    <a:pt x="2969173" y="1716510"/>
                  </a:lnTo>
                  <a:lnTo>
                    <a:pt x="3012361" y="1650133"/>
                  </a:lnTo>
                  <a:lnTo>
                    <a:pt x="3055539" y="1580894"/>
                  </a:lnTo>
                  <a:lnTo>
                    <a:pt x="3098759" y="1509158"/>
                  </a:lnTo>
                  <a:lnTo>
                    <a:pt x="3142043" y="1435360"/>
                  </a:lnTo>
                  <a:lnTo>
                    <a:pt x="3185393" y="1359999"/>
                  </a:lnTo>
                  <a:lnTo>
                    <a:pt x="3228792" y="1283619"/>
                  </a:lnTo>
                  <a:lnTo>
                    <a:pt x="3272215" y="1206799"/>
                  </a:lnTo>
                  <a:lnTo>
                    <a:pt x="3315631" y="1130128"/>
                  </a:lnTo>
                  <a:lnTo>
                    <a:pt x="3359008" y="1054195"/>
                  </a:lnTo>
                  <a:lnTo>
                    <a:pt x="3402325" y="979562"/>
                  </a:lnTo>
                  <a:lnTo>
                    <a:pt x="3445575" y="906753"/>
                  </a:lnTo>
                  <a:lnTo>
                    <a:pt x="3488769" y="836234"/>
                  </a:lnTo>
                  <a:lnTo>
                    <a:pt x="3531944" y="768407"/>
                  </a:lnTo>
                  <a:lnTo>
                    <a:pt x="3575167" y="703599"/>
                  </a:lnTo>
                  <a:lnTo>
                    <a:pt x="3618541" y="642060"/>
                  </a:lnTo>
                  <a:lnTo>
                    <a:pt x="3662207" y="583960"/>
                  </a:lnTo>
                  <a:lnTo>
                    <a:pt x="3706355" y="529393"/>
                  </a:lnTo>
                  <a:lnTo>
                    <a:pt x="3751224" y="478382"/>
                  </a:lnTo>
                  <a:lnTo>
                    <a:pt x="3797118" y="430888"/>
                  </a:lnTo>
                  <a:lnTo>
                    <a:pt x="3820202" y="408769"/>
                  </a:lnTo>
                  <a:lnTo>
                    <a:pt x="3871403" y="363847"/>
                  </a:lnTo>
                  <a:lnTo>
                    <a:pt x="3924985" y="322773"/>
                  </a:lnTo>
                  <a:lnTo>
                    <a:pt x="3981604" y="285414"/>
                  </a:lnTo>
                  <a:lnTo>
                    <a:pt x="4041981" y="251514"/>
                  </a:lnTo>
                  <a:lnTo>
                    <a:pt x="4106864" y="220759"/>
                  </a:lnTo>
                  <a:lnTo>
                    <a:pt x="4176991" y="192829"/>
                  </a:lnTo>
                  <a:lnTo>
                    <a:pt x="4253036" y="167420"/>
                  </a:lnTo>
                  <a:lnTo>
                    <a:pt x="4335552" y="144264"/>
                  </a:lnTo>
                  <a:lnTo>
                    <a:pt x="4424884" y="123134"/>
                  </a:lnTo>
                  <a:lnTo>
                    <a:pt x="4521062" y="103856"/>
                  </a:lnTo>
                  <a:lnTo>
                    <a:pt x="4623670" y="86309"/>
                  </a:lnTo>
                  <a:lnTo>
                    <a:pt x="4731710" y="70422"/>
                  </a:lnTo>
                  <a:lnTo>
                    <a:pt x="4843480" y="56170"/>
                  </a:lnTo>
                  <a:lnTo>
                    <a:pt x="4956507" y="43566"/>
                  </a:lnTo>
                  <a:lnTo>
                    <a:pt x="5067588" y="32644"/>
                  </a:lnTo>
                  <a:lnTo>
                    <a:pt x="5172985" y="23434"/>
                  </a:lnTo>
                  <a:lnTo>
                    <a:pt x="5268791" y="15943"/>
                  </a:lnTo>
                  <a:lnTo>
                    <a:pt x="5351438" y="10124"/>
                  </a:lnTo>
                  <a:lnTo>
                    <a:pt x="5418257" y="5866"/>
                  </a:lnTo>
                  <a:lnTo>
                    <a:pt x="5467956" y="2987"/>
                  </a:lnTo>
                  <a:lnTo>
                    <a:pt x="5500902" y="1247"/>
                  </a:lnTo>
                  <a:lnTo>
                    <a:pt x="5519163" y="364"/>
                  </a:lnTo>
                  <a:lnTo>
                    <a:pt x="5526358" y="44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93" y="36"/>
                  </a:lnTo>
                  <a:lnTo>
                    <a:pt x="6530803" y="293"/>
                  </a:lnTo>
                  <a:lnTo>
                    <a:pt x="6549341" y="1005"/>
                  </a:lnTo>
                  <a:lnTo>
                    <a:pt x="6582760" y="2407"/>
                  </a:lnTo>
                  <a:lnTo>
                    <a:pt x="6633127" y="4725"/>
                  </a:lnTo>
                  <a:lnTo>
                    <a:pt x="6700775" y="8152"/>
                  </a:lnTo>
                  <a:lnTo>
                    <a:pt x="6784346" y="12833"/>
                  </a:lnTo>
                  <a:lnTo>
                    <a:pt x="6881089" y="18855"/>
                  </a:lnTo>
                  <a:lnTo>
                    <a:pt x="6987360" y="26254"/>
                  </a:lnTo>
                  <a:lnTo>
                    <a:pt x="7099188" y="35023"/>
                  </a:lnTo>
                  <a:lnTo>
                    <a:pt x="7212798" y="45138"/>
                  </a:lnTo>
                  <a:lnTo>
                    <a:pt x="7324975" y="56572"/>
                  </a:lnTo>
                  <a:lnTo>
                    <a:pt x="7433256" y="69315"/>
                  </a:lnTo>
                  <a:lnTo>
                    <a:pt x="7535960" y="83390"/>
                  </a:lnTo>
                  <a:lnTo>
                    <a:pt x="7632120" y="98857"/>
                  </a:lnTo>
                  <a:lnTo>
                    <a:pt x="7721353" y="115817"/>
                  </a:lnTo>
                  <a:lnTo>
                    <a:pt x="7803719" y="134413"/>
                  </a:lnTo>
                  <a:lnTo>
                    <a:pt x="7879590" y="154830"/>
                  </a:lnTo>
                  <a:lnTo>
                    <a:pt x="7949541" y="177288"/>
                  </a:lnTo>
                  <a:lnTo>
                    <a:pt x="8014267" y="202033"/>
                  </a:lnTo>
                  <a:lnTo>
                    <a:pt x="8074518" y="229324"/>
                  </a:lnTo>
                  <a:lnTo>
                    <a:pt x="8131053" y="259410"/>
                  </a:lnTo>
                  <a:lnTo>
                    <a:pt x="8184599" y="292489"/>
                  </a:lnTo>
                  <a:lnTo>
                    <a:pt x="8229629" y="324045"/>
                  </a:lnTo>
                  <a:lnTo>
                    <a:pt x="8279631" y="363210"/>
                  </a:lnTo>
                  <a:lnTo>
                    <a:pt x="8328276" y="405567"/>
                  </a:lnTo>
                  <a:lnTo>
                    <a:pt x="8375973" y="451180"/>
                  </a:lnTo>
                  <a:lnTo>
                    <a:pt x="8423045" y="500045"/>
                  </a:lnTo>
                  <a:lnTo>
                    <a:pt x="8469740" y="552086"/>
                  </a:lnTo>
                  <a:lnTo>
                    <a:pt x="8516245" y="607144"/>
                  </a:lnTo>
                  <a:lnTo>
                    <a:pt x="8562689" y="664982"/>
                  </a:lnTo>
                  <a:lnTo>
                    <a:pt x="8609158" y="725276"/>
                  </a:lnTo>
                  <a:lnTo>
                    <a:pt x="8655693" y="787624"/>
                  </a:lnTo>
                  <a:lnTo>
                    <a:pt x="8702306" y="851557"/>
                  </a:lnTo>
                  <a:lnTo>
                    <a:pt x="8748983" y="916549"/>
                  </a:lnTo>
                  <a:lnTo>
                    <a:pt x="8795692" y="982035"/>
                  </a:lnTo>
                  <a:lnTo>
                    <a:pt x="8842396" y="1047432"/>
                  </a:lnTo>
                  <a:lnTo>
                    <a:pt x="8889056" y="1112162"/>
                  </a:lnTo>
                  <a:lnTo>
                    <a:pt x="8935646" y="1175670"/>
                  </a:lnTo>
                  <a:lnTo>
                    <a:pt x="8982159" y="1237444"/>
                  </a:lnTo>
                  <a:lnTo>
                    <a:pt x="9028613" y="1297035"/>
                  </a:lnTo>
                  <a:lnTo>
                    <a:pt x="9075065" y="1354064"/>
                  </a:lnTo>
                  <a:lnTo>
                    <a:pt x="9121611" y="1408232"/>
                  </a:lnTo>
                  <a:lnTo>
                    <a:pt x="9168398" y="1459327"/>
                  </a:lnTo>
                  <a:lnTo>
                    <a:pt x="9215630" y="1507214"/>
                  </a:lnTo>
                  <a:lnTo>
                    <a:pt x="9263575" y="1551841"/>
                  </a:lnTo>
                  <a:lnTo>
                    <a:pt x="9312582" y="1593225"/>
                  </a:lnTo>
                  <a:lnTo>
                    <a:pt x="9347647" y="1620229"/>
                  </a:lnTo>
                  <a:lnTo>
                    <a:pt x="9399116" y="1656014"/>
                  </a:lnTo>
                  <a:lnTo>
                    <a:pt x="9452992" y="1688717"/>
                  </a:lnTo>
                  <a:lnTo>
                    <a:pt x="9509943" y="1718448"/>
                  </a:lnTo>
                  <a:lnTo>
                    <a:pt x="9570703" y="1745412"/>
                  </a:lnTo>
                  <a:lnTo>
                    <a:pt x="9636031" y="1769862"/>
                  </a:lnTo>
                  <a:lnTo>
                    <a:pt x="9706673" y="1792057"/>
                  </a:lnTo>
                  <a:lnTo>
                    <a:pt x="9783314" y="1812239"/>
                  </a:lnTo>
                  <a:lnTo>
                    <a:pt x="9866508" y="1830626"/>
                  </a:lnTo>
                  <a:lnTo>
                    <a:pt x="9956597" y="1847395"/>
                  </a:lnTo>
                  <a:lnTo>
                    <a:pt x="10053592" y="1862686"/>
                  </a:lnTo>
                  <a:lnTo>
                    <a:pt x="10157046" y="1876595"/>
                  </a:lnTo>
                  <a:lnTo>
                    <a:pt x="10265912" y="1889177"/>
                  </a:lnTo>
                  <a:lnTo>
                    <a:pt x="10378414" y="1900450"/>
                  </a:lnTo>
                  <a:lnTo>
                    <a:pt x="10491992" y="1910401"/>
                  </a:lnTo>
                  <a:lnTo>
                    <a:pt x="10603349" y="1919003"/>
                  </a:lnTo>
                  <a:lnTo>
                    <a:pt x="10708661" y="1926233"/>
                  </a:lnTo>
                  <a:lnTo>
                    <a:pt x="10803971" y="1932087"/>
                  </a:lnTo>
                  <a:lnTo>
                    <a:pt x="10885710" y="1936608"/>
                  </a:lnTo>
                  <a:lnTo>
                    <a:pt x="10951276" y="1939890"/>
                  </a:lnTo>
                  <a:lnTo>
                    <a:pt x="10999509" y="1942085"/>
                  </a:lnTo>
                  <a:lnTo>
                    <a:pt x="11030954" y="1943389"/>
                  </a:lnTo>
                  <a:lnTo>
                    <a:pt x="11047887" y="1944032"/>
                  </a:lnTo>
                  <a:lnTo>
                    <a:pt x="11054139" y="1944250"/>
                  </a:lnTo>
                  <a:lnTo>
                    <a:pt x="11054891" y="1944275"/>
                  </a:lnTo>
                  <a:lnTo>
                    <a:pt x="12049831" y="1944275"/>
                  </a:lnTo>
                  <a:lnTo>
                    <a:pt x="12049831" y="19442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8" name="pl2137"/>
            <p:cNvSpPr/>
            <p:nvPr/>
          </p:nvSpPr>
          <p:spPr>
            <a:xfrm>
              <a:off x="1199187" y="4014161"/>
              <a:ext cx="12049831" cy="2452616"/>
            </a:xfrm>
            <a:custGeom>
              <a:avLst/>
              <a:pathLst>
                <a:path w="12049831" h="2452616">
                  <a:moveTo>
                    <a:pt x="12049831" y="1944275"/>
                  </a:moveTo>
                  <a:lnTo>
                    <a:pt x="11054891" y="1944275"/>
                  </a:lnTo>
                  <a:lnTo>
                    <a:pt x="11053784" y="1944239"/>
                  </a:lnTo>
                  <a:lnTo>
                    <a:pt x="11046474" y="1943981"/>
                  </a:lnTo>
                  <a:lnTo>
                    <a:pt x="11027935" y="1943270"/>
                  </a:lnTo>
                  <a:lnTo>
                    <a:pt x="10994517" y="1941867"/>
                  </a:lnTo>
                  <a:lnTo>
                    <a:pt x="10944149" y="1939549"/>
                  </a:lnTo>
                  <a:lnTo>
                    <a:pt x="10876501" y="1936122"/>
                  </a:lnTo>
                  <a:lnTo>
                    <a:pt x="10792930" y="1931442"/>
                  </a:lnTo>
                  <a:lnTo>
                    <a:pt x="10696187" y="1925419"/>
                  </a:lnTo>
                  <a:lnTo>
                    <a:pt x="10589917" y="1918020"/>
                  </a:lnTo>
                  <a:lnTo>
                    <a:pt x="10478089" y="1909251"/>
                  </a:lnTo>
                  <a:lnTo>
                    <a:pt x="10364479" y="1899136"/>
                  </a:lnTo>
                  <a:lnTo>
                    <a:pt x="10252302" y="1887703"/>
                  </a:lnTo>
                  <a:lnTo>
                    <a:pt x="10144021" y="1874959"/>
                  </a:lnTo>
                  <a:lnTo>
                    <a:pt x="10041317" y="1860884"/>
                  </a:lnTo>
                  <a:lnTo>
                    <a:pt x="9945156" y="1845417"/>
                  </a:lnTo>
                  <a:lnTo>
                    <a:pt x="9855923" y="1828458"/>
                  </a:lnTo>
                  <a:lnTo>
                    <a:pt x="9773557" y="1809861"/>
                  </a:lnTo>
                  <a:lnTo>
                    <a:pt x="9697686" y="1789444"/>
                  </a:lnTo>
                  <a:lnTo>
                    <a:pt x="9627735" y="1766986"/>
                  </a:lnTo>
                  <a:lnTo>
                    <a:pt x="9563009" y="1742241"/>
                  </a:lnTo>
                  <a:lnTo>
                    <a:pt x="9502758" y="1714950"/>
                  </a:lnTo>
                  <a:lnTo>
                    <a:pt x="9446223" y="1684864"/>
                  </a:lnTo>
                  <a:lnTo>
                    <a:pt x="9392677" y="1651785"/>
                  </a:lnTo>
                  <a:lnTo>
                    <a:pt x="9347647" y="1620229"/>
                  </a:lnTo>
                  <a:lnTo>
                    <a:pt x="9297645" y="1581064"/>
                  </a:lnTo>
                  <a:lnTo>
                    <a:pt x="9249001" y="1538707"/>
                  </a:lnTo>
                  <a:lnTo>
                    <a:pt x="9201304" y="1493094"/>
                  </a:lnTo>
                  <a:lnTo>
                    <a:pt x="9154232" y="1444229"/>
                  </a:lnTo>
                  <a:lnTo>
                    <a:pt x="9107536" y="1392189"/>
                  </a:lnTo>
                  <a:lnTo>
                    <a:pt x="9061032" y="1337130"/>
                  </a:lnTo>
                  <a:lnTo>
                    <a:pt x="9014587" y="1279292"/>
                  </a:lnTo>
                  <a:lnTo>
                    <a:pt x="8968119" y="1218999"/>
                  </a:lnTo>
                  <a:lnTo>
                    <a:pt x="8921584" y="1156650"/>
                  </a:lnTo>
                  <a:lnTo>
                    <a:pt x="8874970" y="1092717"/>
                  </a:lnTo>
                  <a:lnTo>
                    <a:pt x="8828294" y="1027726"/>
                  </a:lnTo>
                  <a:lnTo>
                    <a:pt x="8781584" y="962240"/>
                  </a:lnTo>
                  <a:lnTo>
                    <a:pt x="8734881" y="896842"/>
                  </a:lnTo>
                  <a:lnTo>
                    <a:pt x="8688221" y="832112"/>
                  </a:lnTo>
                  <a:lnTo>
                    <a:pt x="8641631" y="768604"/>
                  </a:lnTo>
                  <a:lnTo>
                    <a:pt x="8595118" y="706830"/>
                  </a:lnTo>
                  <a:lnTo>
                    <a:pt x="8548663" y="647239"/>
                  </a:lnTo>
                  <a:lnTo>
                    <a:pt x="8502211" y="590211"/>
                  </a:lnTo>
                  <a:lnTo>
                    <a:pt x="8455665" y="536042"/>
                  </a:lnTo>
                  <a:lnTo>
                    <a:pt x="8408878" y="484948"/>
                  </a:lnTo>
                  <a:lnTo>
                    <a:pt x="8361647" y="437060"/>
                  </a:lnTo>
                  <a:lnTo>
                    <a:pt x="8313701" y="392433"/>
                  </a:lnTo>
                  <a:lnTo>
                    <a:pt x="8264695" y="351050"/>
                  </a:lnTo>
                  <a:lnTo>
                    <a:pt x="8229629" y="324045"/>
                  </a:lnTo>
                  <a:lnTo>
                    <a:pt x="8178161" y="288260"/>
                  </a:lnTo>
                  <a:lnTo>
                    <a:pt x="8124285" y="255557"/>
                  </a:lnTo>
                  <a:lnTo>
                    <a:pt x="8067333" y="225827"/>
                  </a:lnTo>
                  <a:lnTo>
                    <a:pt x="8006574" y="198862"/>
                  </a:lnTo>
                  <a:lnTo>
                    <a:pt x="7941246" y="174412"/>
                  </a:lnTo>
                  <a:lnTo>
                    <a:pt x="7870603" y="152217"/>
                  </a:lnTo>
                  <a:lnTo>
                    <a:pt x="7793963" y="132035"/>
                  </a:lnTo>
                  <a:lnTo>
                    <a:pt x="7710768" y="113649"/>
                  </a:lnTo>
                  <a:lnTo>
                    <a:pt x="7620680" y="96879"/>
                  </a:lnTo>
                  <a:lnTo>
                    <a:pt x="7523685" y="81588"/>
                  </a:lnTo>
                  <a:lnTo>
                    <a:pt x="7420230" y="67679"/>
                  </a:lnTo>
                  <a:lnTo>
                    <a:pt x="7311365" y="55097"/>
                  </a:lnTo>
                  <a:lnTo>
                    <a:pt x="7198863" y="43824"/>
                  </a:lnTo>
                  <a:lnTo>
                    <a:pt x="7085285" y="33873"/>
                  </a:lnTo>
                  <a:lnTo>
                    <a:pt x="6973928" y="25271"/>
                  </a:lnTo>
                  <a:lnTo>
                    <a:pt x="6868615" y="18042"/>
                  </a:lnTo>
                  <a:lnTo>
                    <a:pt x="6773306" y="12187"/>
                  </a:lnTo>
                  <a:lnTo>
                    <a:pt x="6691567" y="7666"/>
                  </a:lnTo>
                  <a:lnTo>
                    <a:pt x="6626000" y="4384"/>
                  </a:lnTo>
                  <a:lnTo>
                    <a:pt x="6577768" y="2190"/>
                  </a:lnTo>
                  <a:lnTo>
                    <a:pt x="6546322" y="885"/>
                  </a:lnTo>
                  <a:lnTo>
                    <a:pt x="6529389" y="242"/>
                  </a:lnTo>
                  <a:lnTo>
                    <a:pt x="6523137" y="24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55" y="44"/>
                  </a:lnTo>
                  <a:lnTo>
                    <a:pt x="5519151" y="364"/>
                  </a:lnTo>
                  <a:lnTo>
                    <a:pt x="5500876" y="1248"/>
                  </a:lnTo>
                  <a:lnTo>
                    <a:pt x="5467914" y="2990"/>
                  </a:lnTo>
                  <a:lnTo>
                    <a:pt x="5418198" y="5870"/>
                  </a:lnTo>
                  <a:lnTo>
                    <a:pt x="5351361" y="10129"/>
                  </a:lnTo>
                  <a:lnTo>
                    <a:pt x="5268699" y="15950"/>
                  </a:lnTo>
                  <a:lnTo>
                    <a:pt x="5172881" y="23443"/>
                  </a:lnTo>
                  <a:lnTo>
                    <a:pt x="5067476" y="32654"/>
                  </a:lnTo>
                  <a:lnTo>
                    <a:pt x="4956392" y="43578"/>
                  </a:lnTo>
                  <a:lnTo>
                    <a:pt x="4843365" y="56183"/>
                  </a:lnTo>
                  <a:lnTo>
                    <a:pt x="4731597" y="70437"/>
                  </a:lnTo>
                  <a:lnTo>
                    <a:pt x="4623562" y="86326"/>
                  </a:lnTo>
                  <a:lnTo>
                    <a:pt x="4520960" y="103875"/>
                  </a:lnTo>
                  <a:lnTo>
                    <a:pt x="4424789" y="123154"/>
                  </a:lnTo>
                  <a:lnTo>
                    <a:pt x="4335464" y="144286"/>
                  </a:lnTo>
                  <a:lnTo>
                    <a:pt x="4252955" y="167445"/>
                  </a:lnTo>
                  <a:lnTo>
                    <a:pt x="4176916" y="192857"/>
                  </a:lnTo>
                  <a:lnTo>
                    <a:pt x="4106795" y="220789"/>
                  </a:lnTo>
                  <a:lnTo>
                    <a:pt x="4041917" y="251547"/>
                  </a:lnTo>
                  <a:lnTo>
                    <a:pt x="3981544" y="285451"/>
                  </a:lnTo>
                  <a:lnTo>
                    <a:pt x="3924929" y="322813"/>
                  </a:lnTo>
                  <a:lnTo>
                    <a:pt x="3871350" y="363891"/>
                  </a:lnTo>
                  <a:lnTo>
                    <a:pt x="3820202" y="408769"/>
                  </a:lnTo>
                  <a:lnTo>
                    <a:pt x="3773669" y="454565"/>
                  </a:lnTo>
                  <a:lnTo>
                    <a:pt x="3728337" y="503836"/>
                  </a:lnTo>
                  <a:lnTo>
                    <a:pt x="3683868" y="556651"/>
                  </a:lnTo>
                  <a:lnTo>
                    <a:pt x="3639992" y="613019"/>
                  </a:lnTo>
                  <a:lnTo>
                    <a:pt x="3596494" y="672882"/>
                  </a:lnTo>
                  <a:lnTo>
                    <a:pt x="3553212" y="736106"/>
                  </a:lnTo>
                  <a:lnTo>
                    <a:pt x="3510024" y="802483"/>
                  </a:lnTo>
                  <a:lnTo>
                    <a:pt x="3466846" y="871722"/>
                  </a:lnTo>
                  <a:lnTo>
                    <a:pt x="3423626" y="943458"/>
                  </a:lnTo>
                  <a:lnTo>
                    <a:pt x="3380342" y="1017256"/>
                  </a:lnTo>
                  <a:lnTo>
                    <a:pt x="3336992" y="1092617"/>
                  </a:lnTo>
                  <a:lnTo>
                    <a:pt x="3293593" y="1168997"/>
                  </a:lnTo>
                  <a:lnTo>
                    <a:pt x="3250169" y="1245817"/>
                  </a:lnTo>
                  <a:lnTo>
                    <a:pt x="3206754" y="1322488"/>
                  </a:lnTo>
                  <a:lnTo>
                    <a:pt x="3163377" y="1398421"/>
                  </a:lnTo>
                  <a:lnTo>
                    <a:pt x="3120060" y="1473054"/>
                  </a:lnTo>
                  <a:lnTo>
                    <a:pt x="3076810" y="1545863"/>
                  </a:lnTo>
                  <a:lnTo>
                    <a:pt x="3033616" y="1616382"/>
                  </a:lnTo>
                  <a:lnTo>
                    <a:pt x="2990441" y="1684209"/>
                  </a:lnTo>
                  <a:lnTo>
                    <a:pt x="2947218" y="1749016"/>
                  </a:lnTo>
                  <a:lnTo>
                    <a:pt x="2903844" y="1810556"/>
                  </a:lnTo>
                  <a:lnTo>
                    <a:pt x="2860178" y="1868656"/>
                  </a:lnTo>
                  <a:lnTo>
                    <a:pt x="2816030" y="1923223"/>
                  </a:lnTo>
                  <a:lnTo>
                    <a:pt x="2771161" y="1974233"/>
                  </a:lnTo>
                  <a:lnTo>
                    <a:pt x="2725267" y="2021728"/>
                  </a:lnTo>
                  <a:lnTo>
                    <a:pt x="2702183" y="2043847"/>
                  </a:lnTo>
                  <a:lnTo>
                    <a:pt x="2650982" y="2088769"/>
                  </a:lnTo>
                  <a:lnTo>
                    <a:pt x="2597400" y="2129842"/>
                  </a:lnTo>
                  <a:lnTo>
                    <a:pt x="2540781" y="2167201"/>
                  </a:lnTo>
                  <a:lnTo>
                    <a:pt x="2480404" y="2201102"/>
                  </a:lnTo>
                  <a:lnTo>
                    <a:pt x="2415521" y="2231857"/>
                  </a:lnTo>
                  <a:lnTo>
                    <a:pt x="2345394" y="2259787"/>
                  </a:lnTo>
                  <a:lnTo>
                    <a:pt x="2269349" y="2285195"/>
                  </a:lnTo>
                  <a:lnTo>
                    <a:pt x="2186833" y="2308352"/>
                  </a:lnTo>
                  <a:lnTo>
                    <a:pt x="2097501" y="2329482"/>
                  </a:lnTo>
                  <a:lnTo>
                    <a:pt x="2001323" y="2348759"/>
                  </a:lnTo>
                  <a:lnTo>
                    <a:pt x="1898715" y="2366307"/>
                  </a:lnTo>
                  <a:lnTo>
                    <a:pt x="1790675" y="2382194"/>
                  </a:lnTo>
                  <a:lnTo>
                    <a:pt x="1678905" y="2396446"/>
                  </a:lnTo>
                  <a:lnTo>
                    <a:pt x="1565878" y="2409050"/>
                  </a:lnTo>
                  <a:lnTo>
                    <a:pt x="1454797" y="2419972"/>
                  </a:lnTo>
                  <a:lnTo>
                    <a:pt x="1349400" y="2429181"/>
                  </a:lnTo>
                  <a:lnTo>
                    <a:pt x="1253594" y="2436673"/>
                  </a:lnTo>
                  <a:lnTo>
                    <a:pt x="1170947" y="2442492"/>
                  </a:lnTo>
                  <a:lnTo>
                    <a:pt x="1104128" y="2446750"/>
                  </a:lnTo>
                  <a:lnTo>
                    <a:pt x="1054429" y="2449628"/>
                  </a:lnTo>
                  <a:lnTo>
                    <a:pt x="1021483" y="2451369"/>
                  </a:lnTo>
                  <a:lnTo>
                    <a:pt x="1003222" y="2452252"/>
                  </a:lnTo>
                  <a:lnTo>
                    <a:pt x="996027" y="2452571"/>
                  </a:lnTo>
                  <a:lnTo>
                    <a:pt x="994940" y="2452616"/>
                  </a:lnTo>
                  <a:lnTo>
                    <a:pt x="0" y="2452616"/>
                  </a:lnTo>
                  <a:lnTo>
                    <a:pt x="0" y="24526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9" name="pg2138"/>
            <p:cNvSpPr/>
            <p:nvPr/>
          </p:nvSpPr>
          <p:spPr>
            <a:xfrm>
              <a:off x="1199187" y="2431489"/>
              <a:ext cx="12049831" cy="4019566"/>
            </a:xfrm>
            <a:custGeom>
              <a:avLst/>
              <a:pathLst>
                <a:path w="12049831" h="4019566">
                  <a:moveTo>
                    <a:pt x="0" y="4019566"/>
                  </a:moveTo>
                  <a:lnTo>
                    <a:pt x="994940" y="4019566"/>
                  </a:lnTo>
                  <a:lnTo>
                    <a:pt x="995963" y="4019497"/>
                  </a:lnTo>
                  <a:lnTo>
                    <a:pt x="1002726" y="4019007"/>
                  </a:lnTo>
                  <a:lnTo>
                    <a:pt x="1019915" y="4017653"/>
                  </a:lnTo>
                  <a:lnTo>
                    <a:pt x="1050989" y="4014984"/>
                  </a:lnTo>
                  <a:lnTo>
                    <a:pt x="1098001" y="4010568"/>
                  </a:lnTo>
                  <a:lnTo>
                    <a:pt x="1161450" y="4004026"/>
                  </a:lnTo>
                  <a:lnTo>
                    <a:pt x="1240298" y="3995068"/>
                  </a:lnTo>
                  <a:lnTo>
                    <a:pt x="1332197" y="3983509"/>
                  </a:lnTo>
                  <a:lnTo>
                    <a:pt x="1433904" y="3969262"/>
                  </a:lnTo>
                  <a:lnTo>
                    <a:pt x="1541774" y="3952326"/>
                  </a:lnTo>
                  <a:lnTo>
                    <a:pt x="1652239" y="3932742"/>
                  </a:lnTo>
                  <a:lnTo>
                    <a:pt x="1762163" y="3910565"/>
                  </a:lnTo>
                  <a:lnTo>
                    <a:pt x="1869052" y="3885825"/>
                  </a:lnTo>
                  <a:lnTo>
                    <a:pt x="1971121" y="3858503"/>
                  </a:lnTo>
                  <a:lnTo>
                    <a:pt x="2067254" y="3828510"/>
                  </a:lnTo>
                  <a:lnTo>
                    <a:pt x="2156907" y="3795686"/>
                  </a:lnTo>
                  <a:lnTo>
                    <a:pt x="2239984" y="3759789"/>
                  </a:lnTo>
                  <a:lnTo>
                    <a:pt x="2316716" y="3720501"/>
                  </a:lnTo>
                  <a:lnTo>
                    <a:pt x="2387559" y="3677434"/>
                  </a:lnTo>
                  <a:lnTo>
                    <a:pt x="2453108" y="3630139"/>
                  </a:lnTo>
                  <a:lnTo>
                    <a:pt x="2514035" y="3578132"/>
                  </a:lnTo>
                  <a:lnTo>
                    <a:pt x="2571042" y="3520922"/>
                  </a:lnTo>
                  <a:lnTo>
                    <a:pt x="2624821" y="3458063"/>
                  </a:lnTo>
                  <a:lnTo>
                    <a:pt x="2676020" y="3389244"/>
                  </a:lnTo>
                  <a:lnTo>
                    <a:pt x="2702183" y="3350512"/>
                  </a:lnTo>
                  <a:lnTo>
                    <a:pt x="2740735" y="3288970"/>
                  </a:lnTo>
                  <a:lnTo>
                    <a:pt x="2778422" y="3223564"/>
                  </a:lnTo>
                  <a:lnTo>
                    <a:pt x="2815447" y="3154213"/>
                  </a:lnTo>
                  <a:lnTo>
                    <a:pt x="2851978" y="3080886"/>
                  </a:lnTo>
                  <a:lnTo>
                    <a:pt x="2888153" y="3003596"/>
                  </a:lnTo>
                  <a:lnTo>
                    <a:pt x="2924087" y="2922412"/>
                  </a:lnTo>
                  <a:lnTo>
                    <a:pt x="2959870" y="2837460"/>
                  </a:lnTo>
                  <a:lnTo>
                    <a:pt x="2995575" y="2748925"/>
                  </a:lnTo>
                  <a:lnTo>
                    <a:pt x="3031254" y="2657051"/>
                  </a:lnTo>
                  <a:lnTo>
                    <a:pt x="3066944" y="2562144"/>
                  </a:lnTo>
                  <a:lnTo>
                    <a:pt x="3102669" y="2464565"/>
                  </a:lnTo>
                  <a:lnTo>
                    <a:pt x="3138439" y="2364728"/>
                  </a:lnTo>
                  <a:lnTo>
                    <a:pt x="3174255" y="2263092"/>
                  </a:lnTo>
                  <a:lnTo>
                    <a:pt x="3210109" y="2160157"/>
                  </a:lnTo>
                  <a:lnTo>
                    <a:pt x="3245987" y="2056447"/>
                  </a:lnTo>
                  <a:lnTo>
                    <a:pt x="3281873" y="1952505"/>
                  </a:lnTo>
                  <a:lnTo>
                    <a:pt x="3317749" y="1848878"/>
                  </a:lnTo>
                  <a:lnTo>
                    <a:pt x="3353598" y="1746108"/>
                  </a:lnTo>
                  <a:lnTo>
                    <a:pt x="3389407" y="1644716"/>
                  </a:lnTo>
                  <a:lnTo>
                    <a:pt x="3425170" y="1545194"/>
                  </a:lnTo>
                  <a:lnTo>
                    <a:pt x="3460889" y="1447997"/>
                  </a:lnTo>
                  <a:lnTo>
                    <a:pt x="3496576" y="1353531"/>
                  </a:lnTo>
                  <a:lnTo>
                    <a:pt x="3532256" y="1262149"/>
                  </a:lnTo>
                  <a:lnTo>
                    <a:pt x="3567968" y="1174146"/>
                  </a:lnTo>
                  <a:lnTo>
                    <a:pt x="3603770" y="1089759"/>
                  </a:lnTo>
                  <a:lnTo>
                    <a:pt x="3639734" y="1009162"/>
                  </a:lnTo>
                  <a:lnTo>
                    <a:pt x="3675956" y="932474"/>
                  </a:lnTo>
                  <a:lnTo>
                    <a:pt x="3712552" y="859753"/>
                  </a:lnTo>
                  <a:lnTo>
                    <a:pt x="3749666" y="791008"/>
                  </a:lnTo>
                  <a:lnTo>
                    <a:pt x="3787472" y="726198"/>
                  </a:lnTo>
                  <a:lnTo>
                    <a:pt x="3820202" y="674294"/>
                  </a:lnTo>
                  <a:lnTo>
                    <a:pt x="3870277" y="602286"/>
                  </a:lnTo>
                  <a:lnTo>
                    <a:pt x="3922619" y="536310"/>
                  </a:lnTo>
                  <a:lnTo>
                    <a:pt x="3977838" y="476170"/>
                  </a:lnTo>
                  <a:lnTo>
                    <a:pt x="4036611" y="421478"/>
                  </a:lnTo>
                  <a:lnTo>
                    <a:pt x="4099635" y="371760"/>
                  </a:lnTo>
                  <a:lnTo>
                    <a:pt x="4167606" y="326522"/>
                  </a:lnTo>
                  <a:lnTo>
                    <a:pt x="4241164" y="285293"/>
                  </a:lnTo>
                  <a:lnTo>
                    <a:pt x="4320849" y="247652"/>
                  </a:lnTo>
                  <a:lnTo>
                    <a:pt x="4407022" y="213242"/>
                  </a:lnTo>
                  <a:lnTo>
                    <a:pt x="4499774" y="181781"/>
                  </a:lnTo>
                  <a:lnTo>
                    <a:pt x="4598812" y="153066"/>
                  </a:lnTo>
                  <a:lnTo>
                    <a:pt x="4703337" y="126970"/>
                  </a:lnTo>
                  <a:lnTo>
                    <a:pt x="4811927" y="103440"/>
                  </a:lnTo>
                  <a:lnTo>
                    <a:pt x="4922459" y="82483"/>
                  </a:lnTo>
                  <a:lnTo>
                    <a:pt x="5032122" y="64143"/>
                  </a:lnTo>
                  <a:lnTo>
                    <a:pt x="5137539" y="48475"/>
                  </a:lnTo>
                  <a:lnTo>
                    <a:pt x="5235052" y="35503"/>
                  </a:lnTo>
                  <a:lnTo>
                    <a:pt x="5321144" y="25189"/>
                  </a:lnTo>
                  <a:lnTo>
                    <a:pt x="5392936" y="17403"/>
                  </a:lnTo>
                  <a:lnTo>
                    <a:pt x="5448656" y="11908"/>
                  </a:lnTo>
                  <a:lnTo>
                    <a:pt x="5487977" y="8368"/>
                  </a:lnTo>
                  <a:lnTo>
                    <a:pt x="5512142" y="6377"/>
                  </a:lnTo>
                  <a:lnTo>
                    <a:pt x="5523894" y="5487"/>
                  </a:lnTo>
                  <a:lnTo>
                    <a:pt x="5527292" y="525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0" y="5272"/>
                  </a:lnTo>
                  <a:lnTo>
                    <a:pt x="6530857" y="5496"/>
                  </a:lnTo>
                  <a:lnTo>
                    <a:pt x="6549510" y="6116"/>
                  </a:lnTo>
                  <a:lnTo>
                    <a:pt x="6583127" y="7337"/>
                  </a:lnTo>
                  <a:lnTo>
                    <a:pt x="6633778" y="9356"/>
                  </a:lnTo>
                  <a:lnTo>
                    <a:pt x="6701778" y="12340"/>
                  </a:lnTo>
                  <a:lnTo>
                    <a:pt x="6785743" y="16415"/>
                  </a:lnTo>
                  <a:lnTo>
                    <a:pt x="6882887" y="21657"/>
                  </a:lnTo>
                  <a:lnTo>
                    <a:pt x="6989530" y="28095"/>
                  </a:lnTo>
                  <a:lnTo>
                    <a:pt x="7101678" y="35724"/>
                  </a:lnTo>
                  <a:lnTo>
                    <a:pt x="7215537" y="44521"/>
                  </a:lnTo>
                  <a:lnTo>
                    <a:pt x="7327889" y="54464"/>
                  </a:lnTo>
                  <a:lnTo>
                    <a:pt x="7436273" y="65546"/>
                  </a:lnTo>
                  <a:lnTo>
                    <a:pt x="7539019" y="77786"/>
                  </a:lnTo>
                  <a:lnTo>
                    <a:pt x="7635172" y="91237"/>
                  </a:lnTo>
                  <a:lnTo>
                    <a:pt x="7724364" y="105989"/>
                  </a:lnTo>
                  <a:lnTo>
                    <a:pt x="7806667" y="122169"/>
                  </a:lnTo>
                  <a:lnTo>
                    <a:pt x="7882465" y="139938"/>
                  </a:lnTo>
                  <a:lnTo>
                    <a:pt x="7952343" y="159488"/>
                  </a:lnTo>
                  <a:lnTo>
                    <a:pt x="8017003" y="181035"/>
                  </a:lnTo>
                  <a:lnTo>
                    <a:pt x="8077203" y="204805"/>
                  </a:lnTo>
                  <a:lnTo>
                    <a:pt x="8133705" y="231013"/>
                  </a:lnTo>
                  <a:lnTo>
                    <a:pt x="8187239" y="259828"/>
                  </a:lnTo>
                  <a:lnTo>
                    <a:pt x="8229629" y="285614"/>
                  </a:lnTo>
                  <a:lnTo>
                    <a:pt x="8281584" y="320901"/>
                  </a:lnTo>
                  <a:lnTo>
                    <a:pt x="8332091" y="359178"/>
                  </a:lnTo>
                  <a:lnTo>
                    <a:pt x="8381603" y="400501"/>
                  </a:lnTo>
                  <a:lnTo>
                    <a:pt x="8430476" y="444860"/>
                  </a:lnTo>
                  <a:lnTo>
                    <a:pt x="8478977" y="492170"/>
                  </a:lnTo>
                  <a:lnTo>
                    <a:pt x="8527304" y="542265"/>
                  </a:lnTo>
                  <a:lnTo>
                    <a:pt x="8575591" y="594893"/>
                  </a:lnTo>
                  <a:lnTo>
                    <a:pt x="8623921" y="649720"/>
                  </a:lnTo>
                  <a:lnTo>
                    <a:pt x="8672330" y="706336"/>
                  </a:lnTo>
                  <a:lnTo>
                    <a:pt x="8720821" y="764262"/>
                  </a:lnTo>
                  <a:lnTo>
                    <a:pt x="8769368" y="822973"/>
                  </a:lnTo>
                  <a:lnTo>
                    <a:pt x="8817933" y="881908"/>
                  </a:lnTo>
                  <a:lnTo>
                    <a:pt x="8866472" y="940502"/>
                  </a:lnTo>
                  <a:lnTo>
                    <a:pt x="8914947" y="998200"/>
                  </a:lnTo>
                  <a:lnTo>
                    <a:pt x="8963338" y="1054484"/>
                  </a:lnTo>
                  <a:lnTo>
                    <a:pt x="9011655" y="1108888"/>
                  </a:lnTo>
                  <a:lnTo>
                    <a:pt x="9059943" y="1161018"/>
                  </a:lnTo>
                  <a:lnTo>
                    <a:pt x="9108292" y="1210555"/>
                  </a:lnTo>
                  <a:lnTo>
                    <a:pt x="9156852" y="1257267"/>
                  </a:lnTo>
                  <a:lnTo>
                    <a:pt x="9205832" y="1301004"/>
                  </a:lnTo>
                  <a:lnTo>
                    <a:pt x="9255518" y="1341696"/>
                  </a:lnTo>
                  <a:lnTo>
                    <a:pt x="9306282" y="1379349"/>
                  </a:lnTo>
                  <a:lnTo>
                    <a:pt x="9347647" y="1407110"/>
                  </a:lnTo>
                  <a:lnTo>
                    <a:pt x="9399231" y="1438137"/>
                  </a:lnTo>
                  <a:lnTo>
                    <a:pt x="9453235" y="1466487"/>
                  </a:lnTo>
                  <a:lnTo>
                    <a:pt x="9510330" y="1492253"/>
                  </a:lnTo>
                  <a:lnTo>
                    <a:pt x="9571256" y="1515617"/>
                  </a:lnTo>
                  <a:lnTo>
                    <a:pt x="9636777" y="1536798"/>
                  </a:lnTo>
                  <a:lnTo>
                    <a:pt x="9707643" y="1556021"/>
                  </a:lnTo>
                  <a:lnTo>
                    <a:pt x="9784543" y="1573499"/>
                  </a:lnTo>
                  <a:lnTo>
                    <a:pt x="9868032" y="1589418"/>
                  </a:lnTo>
                  <a:lnTo>
                    <a:pt x="9958449" y="1603934"/>
                  </a:lnTo>
                  <a:lnTo>
                    <a:pt x="10055798" y="1617168"/>
                  </a:lnTo>
                  <a:lnTo>
                    <a:pt x="10159620" y="1629202"/>
                  </a:lnTo>
                  <a:lnTo>
                    <a:pt x="10268841" y="1640084"/>
                  </a:lnTo>
                  <a:lnTo>
                    <a:pt x="10381657" y="1649827"/>
                  </a:lnTo>
                  <a:lnTo>
                    <a:pt x="10495469" y="1658422"/>
                  </a:lnTo>
                  <a:lnTo>
                    <a:pt x="10606938" y="1665843"/>
                  </a:lnTo>
                  <a:lnTo>
                    <a:pt x="10712205" y="1672071"/>
                  </a:lnTo>
                  <a:lnTo>
                    <a:pt x="10807288" y="1677105"/>
                  </a:lnTo>
                  <a:lnTo>
                    <a:pt x="10888623" y="1680982"/>
                  </a:lnTo>
                  <a:lnTo>
                    <a:pt x="10953639" y="1683787"/>
                  </a:lnTo>
                  <a:lnTo>
                    <a:pt x="11001233" y="1685653"/>
                  </a:lnTo>
                  <a:lnTo>
                    <a:pt x="11032031" y="1686754"/>
                  </a:lnTo>
                  <a:lnTo>
                    <a:pt x="11048398" y="1687290"/>
                  </a:lnTo>
                  <a:lnTo>
                    <a:pt x="11054260" y="1687466"/>
                  </a:lnTo>
                  <a:lnTo>
                    <a:pt x="11054891" y="1687484"/>
                  </a:lnTo>
                  <a:lnTo>
                    <a:pt x="12049831" y="1687484"/>
                  </a:lnTo>
                  <a:lnTo>
                    <a:pt x="12049831" y="1682243"/>
                  </a:lnTo>
                  <a:lnTo>
                    <a:pt x="11054891" y="1682243"/>
                  </a:lnTo>
                  <a:lnTo>
                    <a:pt x="11053777" y="1682212"/>
                  </a:lnTo>
                  <a:lnTo>
                    <a:pt x="11046420" y="1681987"/>
                  </a:lnTo>
                  <a:lnTo>
                    <a:pt x="11027767" y="1681368"/>
                  </a:lnTo>
                  <a:lnTo>
                    <a:pt x="10994150" y="1680146"/>
                  </a:lnTo>
                  <a:lnTo>
                    <a:pt x="10943499" y="1678127"/>
                  </a:lnTo>
                  <a:lnTo>
                    <a:pt x="10875498" y="1675143"/>
                  </a:lnTo>
                  <a:lnTo>
                    <a:pt x="10791534" y="1671068"/>
                  </a:lnTo>
                  <a:lnTo>
                    <a:pt x="10694390" y="1665826"/>
                  </a:lnTo>
                  <a:lnTo>
                    <a:pt x="10587746" y="1659388"/>
                  </a:lnTo>
                  <a:lnTo>
                    <a:pt x="10475599" y="1651759"/>
                  </a:lnTo>
                  <a:lnTo>
                    <a:pt x="10361739" y="1642962"/>
                  </a:lnTo>
                  <a:lnTo>
                    <a:pt x="10249387" y="1633019"/>
                  </a:lnTo>
                  <a:lnTo>
                    <a:pt x="10141004" y="1621937"/>
                  </a:lnTo>
                  <a:lnTo>
                    <a:pt x="10038258" y="1609697"/>
                  </a:lnTo>
                  <a:lnTo>
                    <a:pt x="9942104" y="1596246"/>
                  </a:lnTo>
                  <a:lnTo>
                    <a:pt x="9852912" y="1581494"/>
                  </a:lnTo>
                  <a:lnTo>
                    <a:pt x="9770609" y="1565314"/>
                  </a:lnTo>
                  <a:lnTo>
                    <a:pt x="9694811" y="1547545"/>
                  </a:lnTo>
                  <a:lnTo>
                    <a:pt x="9624934" y="1527995"/>
                  </a:lnTo>
                  <a:lnTo>
                    <a:pt x="9560273" y="1506448"/>
                  </a:lnTo>
                  <a:lnTo>
                    <a:pt x="9500074" y="1482678"/>
                  </a:lnTo>
                  <a:lnTo>
                    <a:pt x="9443572" y="1456471"/>
                  </a:lnTo>
                  <a:lnTo>
                    <a:pt x="9390038" y="1427655"/>
                  </a:lnTo>
                  <a:lnTo>
                    <a:pt x="9347647" y="1401869"/>
                  </a:lnTo>
                  <a:lnTo>
                    <a:pt x="9295692" y="1366582"/>
                  </a:lnTo>
                  <a:lnTo>
                    <a:pt x="9245186" y="1328305"/>
                  </a:lnTo>
                  <a:lnTo>
                    <a:pt x="9195673" y="1286982"/>
                  </a:lnTo>
                  <a:lnTo>
                    <a:pt x="9146801" y="1242623"/>
                  </a:lnTo>
                  <a:lnTo>
                    <a:pt x="9098300" y="1195313"/>
                  </a:lnTo>
                  <a:lnTo>
                    <a:pt x="9049973" y="1145218"/>
                  </a:lnTo>
                  <a:lnTo>
                    <a:pt x="9001685" y="1092591"/>
                  </a:lnTo>
                  <a:lnTo>
                    <a:pt x="8953355" y="1037763"/>
                  </a:lnTo>
                  <a:lnTo>
                    <a:pt x="8904946" y="981148"/>
                  </a:lnTo>
                  <a:lnTo>
                    <a:pt x="8856456" y="923221"/>
                  </a:lnTo>
                  <a:lnTo>
                    <a:pt x="8807908" y="864510"/>
                  </a:lnTo>
                  <a:lnTo>
                    <a:pt x="8759343" y="805575"/>
                  </a:lnTo>
                  <a:lnTo>
                    <a:pt x="8710805" y="746981"/>
                  </a:lnTo>
                  <a:lnTo>
                    <a:pt x="8662330" y="689283"/>
                  </a:lnTo>
                  <a:lnTo>
                    <a:pt x="8613938" y="633000"/>
                  </a:lnTo>
                  <a:lnTo>
                    <a:pt x="8565621" y="578595"/>
                  </a:lnTo>
                  <a:lnTo>
                    <a:pt x="8517334" y="526466"/>
                  </a:lnTo>
                  <a:lnTo>
                    <a:pt x="8468984" y="476928"/>
                  </a:lnTo>
                  <a:lnTo>
                    <a:pt x="8420425" y="430216"/>
                  </a:lnTo>
                  <a:lnTo>
                    <a:pt x="8371445" y="386479"/>
                  </a:lnTo>
                  <a:lnTo>
                    <a:pt x="8321759" y="345787"/>
                  </a:lnTo>
                  <a:lnTo>
                    <a:pt x="8270994" y="308134"/>
                  </a:lnTo>
                  <a:lnTo>
                    <a:pt x="8229629" y="280373"/>
                  </a:lnTo>
                  <a:lnTo>
                    <a:pt x="8178045" y="249346"/>
                  </a:lnTo>
                  <a:lnTo>
                    <a:pt x="8124042" y="220997"/>
                  </a:lnTo>
                  <a:lnTo>
                    <a:pt x="8066946" y="195230"/>
                  </a:lnTo>
                  <a:lnTo>
                    <a:pt x="8006021" y="171866"/>
                  </a:lnTo>
                  <a:lnTo>
                    <a:pt x="7940500" y="150685"/>
                  </a:lnTo>
                  <a:lnTo>
                    <a:pt x="7869633" y="131462"/>
                  </a:lnTo>
                  <a:lnTo>
                    <a:pt x="7792734" y="113984"/>
                  </a:lnTo>
                  <a:lnTo>
                    <a:pt x="7709245" y="98065"/>
                  </a:lnTo>
                  <a:lnTo>
                    <a:pt x="7618828" y="83549"/>
                  </a:lnTo>
                  <a:lnTo>
                    <a:pt x="7521478" y="70315"/>
                  </a:lnTo>
                  <a:lnTo>
                    <a:pt x="7417657" y="58281"/>
                  </a:lnTo>
                  <a:lnTo>
                    <a:pt x="7308435" y="47400"/>
                  </a:lnTo>
                  <a:lnTo>
                    <a:pt x="7195619" y="37656"/>
                  </a:lnTo>
                  <a:lnTo>
                    <a:pt x="7081807" y="29062"/>
                  </a:lnTo>
                  <a:lnTo>
                    <a:pt x="6970339" y="21640"/>
                  </a:lnTo>
                  <a:lnTo>
                    <a:pt x="6865072" y="15412"/>
                  </a:lnTo>
                  <a:lnTo>
                    <a:pt x="6769989" y="10378"/>
                  </a:lnTo>
                  <a:lnTo>
                    <a:pt x="6688653" y="6501"/>
                  </a:lnTo>
                  <a:lnTo>
                    <a:pt x="6623637" y="3696"/>
                  </a:lnTo>
                  <a:lnTo>
                    <a:pt x="6576044" y="1830"/>
                  </a:lnTo>
                  <a:lnTo>
                    <a:pt x="6545245" y="729"/>
                  </a:lnTo>
                  <a:lnTo>
                    <a:pt x="6528878" y="193"/>
                  </a:lnTo>
                  <a:lnTo>
                    <a:pt x="6523016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2" y="68"/>
                  </a:lnTo>
                  <a:lnTo>
                    <a:pt x="5519659" y="558"/>
                  </a:lnTo>
                  <a:lnTo>
                    <a:pt x="5502470" y="1912"/>
                  </a:lnTo>
                  <a:lnTo>
                    <a:pt x="5471396" y="4581"/>
                  </a:lnTo>
                  <a:lnTo>
                    <a:pt x="5424384" y="8998"/>
                  </a:lnTo>
                  <a:lnTo>
                    <a:pt x="5360935" y="15540"/>
                  </a:lnTo>
                  <a:lnTo>
                    <a:pt x="5282087" y="24497"/>
                  </a:lnTo>
                  <a:lnTo>
                    <a:pt x="5190187" y="36057"/>
                  </a:lnTo>
                  <a:lnTo>
                    <a:pt x="5088481" y="50303"/>
                  </a:lnTo>
                  <a:lnTo>
                    <a:pt x="4980611" y="67240"/>
                  </a:lnTo>
                  <a:lnTo>
                    <a:pt x="4870146" y="86823"/>
                  </a:lnTo>
                  <a:lnTo>
                    <a:pt x="4760222" y="109000"/>
                  </a:lnTo>
                  <a:lnTo>
                    <a:pt x="4653333" y="133740"/>
                  </a:lnTo>
                  <a:lnTo>
                    <a:pt x="4551264" y="161063"/>
                  </a:lnTo>
                  <a:lnTo>
                    <a:pt x="4455131" y="191055"/>
                  </a:lnTo>
                  <a:lnTo>
                    <a:pt x="4365478" y="223879"/>
                  </a:lnTo>
                  <a:lnTo>
                    <a:pt x="4282401" y="259776"/>
                  </a:lnTo>
                  <a:lnTo>
                    <a:pt x="4205669" y="299064"/>
                  </a:lnTo>
                  <a:lnTo>
                    <a:pt x="4134826" y="342132"/>
                  </a:lnTo>
                  <a:lnTo>
                    <a:pt x="4069277" y="389426"/>
                  </a:lnTo>
                  <a:lnTo>
                    <a:pt x="4008350" y="441433"/>
                  </a:lnTo>
                  <a:lnTo>
                    <a:pt x="3951343" y="498644"/>
                  </a:lnTo>
                  <a:lnTo>
                    <a:pt x="3897564" y="561502"/>
                  </a:lnTo>
                  <a:lnTo>
                    <a:pt x="3846365" y="630321"/>
                  </a:lnTo>
                  <a:lnTo>
                    <a:pt x="3820202" y="669054"/>
                  </a:lnTo>
                  <a:lnTo>
                    <a:pt x="3781650" y="730595"/>
                  </a:lnTo>
                  <a:lnTo>
                    <a:pt x="3743963" y="796002"/>
                  </a:lnTo>
                  <a:lnTo>
                    <a:pt x="3706938" y="865352"/>
                  </a:lnTo>
                  <a:lnTo>
                    <a:pt x="3670407" y="938680"/>
                  </a:lnTo>
                  <a:lnTo>
                    <a:pt x="3634232" y="1015970"/>
                  </a:lnTo>
                  <a:lnTo>
                    <a:pt x="3598298" y="1097153"/>
                  </a:lnTo>
                  <a:lnTo>
                    <a:pt x="3562515" y="1182105"/>
                  </a:lnTo>
                  <a:lnTo>
                    <a:pt x="3526810" y="1270641"/>
                  </a:lnTo>
                  <a:lnTo>
                    <a:pt x="3491131" y="1362514"/>
                  </a:lnTo>
                  <a:lnTo>
                    <a:pt x="3455441" y="1457421"/>
                  </a:lnTo>
                  <a:lnTo>
                    <a:pt x="3419716" y="1555001"/>
                  </a:lnTo>
                  <a:lnTo>
                    <a:pt x="3383946" y="1654838"/>
                  </a:lnTo>
                  <a:lnTo>
                    <a:pt x="3348130" y="1756473"/>
                  </a:lnTo>
                  <a:lnTo>
                    <a:pt x="3312276" y="1859408"/>
                  </a:lnTo>
                  <a:lnTo>
                    <a:pt x="3276398" y="1963118"/>
                  </a:lnTo>
                  <a:lnTo>
                    <a:pt x="3240512" y="2067060"/>
                  </a:lnTo>
                  <a:lnTo>
                    <a:pt x="3204636" y="2170687"/>
                  </a:lnTo>
                  <a:lnTo>
                    <a:pt x="3168787" y="2273457"/>
                  </a:lnTo>
                  <a:lnTo>
                    <a:pt x="3132978" y="2374850"/>
                  </a:lnTo>
                  <a:lnTo>
                    <a:pt x="3097215" y="2474371"/>
                  </a:lnTo>
                  <a:lnTo>
                    <a:pt x="3061496" y="2571568"/>
                  </a:lnTo>
                  <a:lnTo>
                    <a:pt x="3025809" y="2666034"/>
                  </a:lnTo>
                  <a:lnTo>
                    <a:pt x="2990129" y="2757417"/>
                  </a:lnTo>
                  <a:lnTo>
                    <a:pt x="2954417" y="2845419"/>
                  </a:lnTo>
                  <a:lnTo>
                    <a:pt x="2918615" y="2929807"/>
                  </a:lnTo>
                  <a:lnTo>
                    <a:pt x="2882651" y="3010403"/>
                  </a:lnTo>
                  <a:lnTo>
                    <a:pt x="2846429" y="3087092"/>
                  </a:lnTo>
                  <a:lnTo>
                    <a:pt x="2809833" y="3159812"/>
                  </a:lnTo>
                  <a:lnTo>
                    <a:pt x="2772719" y="3228557"/>
                  </a:lnTo>
                  <a:lnTo>
                    <a:pt x="2734913" y="3293368"/>
                  </a:lnTo>
                  <a:lnTo>
                    <a:pt x="2702183" y="3345271"/>
                  </a:lnTo>
                  <a:lnTo>
                    <a:pt x="2652108" y="3417279"/>
                  </a:lnTo>
                  <a:lnTo>
                    <a:pt x="2599766" y="3483255"/>
                  </a:lnTo>
                  <a:lnTo>
                    <a:pt x="2544547" y="3543396"/>
                  </a:lnTo>
                  <a:lnTo>
                    <a:pt x="2485774" y="3598087"/>
                  </a:lnTo>
                  <a:lnTo>
                    <a:pt x="2422750" y="3647805"/>
                  </a:lnTo>
                  <a:lnTo>
                    <a:pt x="2354779" y="3693043"/>
                  </a:lnTo>
                  <a:lnTo>
                    <a:pt x="2281221" y="3734272"/>
                  </a:lnTo>
                  <a:lnTo>
                    <a:pt x="2201536" y="3771914"/>
                  </a:lnTo>
                  <a:lnTo>
                    <a:pt x="2115363" y="3806323"/>
                  </a:lnTo>
                  <a:lnTo>
                    <a:pt x="2022611" y="3837784"/>
                  </a:lnTo>
                  <a:lnTo>
                    <a:pt x="1923573" y="3866499"/>
                  </a:lnTo>
                  <a:lnTo>
                    <a:pt x="1819048" y="3892595"/>
                  </a:lnTo>
                  <a:lnTo>
                    <a:pt x="1710458" y="3916125"/>
                  </a:lnTo>
                  <a:lnTo>
                    <a:pt x="1599926" y="3937082"/>
                  </a:lnTo>
                  <a:lnTo>
                    <a:pt x="1490263" y="3955422"/>
                  </a:lnTo>
                  <a:lnTo>
                    <a:pt x="1384846" y="3971091"/>
                  </a:lnTo>
                  <a:lnTo>
                    <a:pt x="1287333" y="3984062"/>
                  </a:lnTo>
                  <a:lnTo>
                    <a:pt x="1201241" y="3994376"/>
                  </a:lnTo>
                  <a:lnTo>
                    <a:pt x="1129449" y="4002162"/>
                  </a:lnTo>
                  <a:lnTo>
                    <a:pt x="1073729" y="4007658"/>
                  </a:lnTo>
                  <a:lnTo>
                    <a:pt x="1034408" y="4011197"/>
                  </a:lnTo>
                  <a:lnTo>
                    <a:pt x="1010243" y="4013189"/>
                  </a:lnTo>
                  <a:lnTo>
                    <a:pt x="998491" y="4014078"/>
                  </a:lnTo>
                  <a:lnTo>
                    <a:pt x="995093" y="4014315"/>
                  </a:lnTo>
                  <a:lnTo>
                    <a:pt x="994940" y="4014325"/>
                  </a:lnTo>
                  <a:lnTo>
                    <a:pt x="0" y="4014325"/>
                  </a:lnTo>
                  <a:close/>
                </a:path>
              </a:pathLst>
            </a:custGeom>
            <a:solidFill>
              <a:srgbClr val="42A5F5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40" name="pl2139"/>
            <p:cNvSpPr/>
            <p:nvPr/>
          </p:nvSpPr>
          <p:spPr>
            <a:xfrm>
              <a:off x="1199187" y="2436730"/>
              <a:ext cx="12049831" cy="4014325"/>
            </a:xfrm>
            <a:custGeom>
              <a:avLst/>
              <a:pathLst>
                <a:path w="12049831" h="4014325">
                  <a:moveTo>
                    <a:pt x="0" y="4014325"/>
                  </a:moveTo>
                  <a:lnTo>
                    <a:pt x="994940" y="4014325"/>
                  </a:lnTo>
                  <a:lnTo>
                    <a:pt x="995963" y="4014256"/>
                  </a:lnTo>
                  <a:lnTo>
                    <a:pt x="1002726" y="4013766"/>
                  </a:lnTo>
                  <a:lnTo>
                    <a:pt x="1019915" y="4012413"/>
                  </a:lnTo>
                  <a:lnTo>
                    <a:pt x="1050989" y="4009744"/>
                  </a:lnTo>
                  <a:lnTo>
                    <a:pt x="1098001" y="4005327"/>
                  </a:lnTo>
                  <a:lnTo>
                    <a:pt x="1161450" y="3998785"/>
                  </a:lnTo>
                  <a:lnTo>
                    <a:pt x="1240298" y="3989828"/>
                  </a:lnTo>
                  <a:lnTo>
                    <a:pt x="1332197" y="3978268"/>
                  </a:lnTo>
                  <a:lnTo>
                    <a:pt x="1433904" y="3964022"/>
                  </a:lnTo>
                  <a:lnTo>
                    <a:pt x="1541774" y="3947085"/>
                  </a:lnTo>
                  <a:lnTo>
                    <a:pt x="1652239" y="3927501"/>
                  </a:lnTo>
                  <a:lnTo>
                    <a:pt x="1762163" y="3905325"/>
                  </a:lnTo>
                  <a:lnTo>
                    <a:pt x="1869052" y="3880585"/>
                  </a:lnTo>
                  <a:lnTo>
                    <a:pt x="1971121" y="3853262"/>
                  </a:lnTo>
                  <a:lnTo>
                    <a:pt x="2067254" y="3823270"/>
                  </a:lnTo>
                  <a:lnTo>
                    <a:pt x="2156907" y="3790446"/>
                  </a:lnTo>
                  <a:lnTo>
                    <a:pt x="2239984" y="3754549"/>
                  </a:lnTo>
                  <a:lnTo>
                    <a:pt x="2316716" y="3715260"/>
                  </a:lnTo>
                  <a:lnTo>
                    <a:pt x="2387559" y="3672193"/>
                  </a:lnTo>
                  <a:lnTo>
                    <a:pt x="2453108" y="3624899"/>
                  </a:lnTo>
                  <a:lnTo>
                    <a:pt x="2514035" y="3572892"/>
                  </a:lnTo>
                  <a:lnTo>
                    <a:pt x="2571042" y="3515681"/>
                  </a:lnTo>
                  <a:lnTo>
                    <a:pt x="2624821" y="3452823"/>
                  </a:lnTo>
                  <a:lnTo>
                    <a:pt x="2676020" y="3384004"/>
                  </a:lnTo>
                  <a:lnTo>
                    <a:pt x="2702183" y="3345271"/>
                  </a:lnTo>
                  <a:lnTo>
                    <a:pt x="2740735" y="3283729"/>
                  </a:lnTo>
                  <a:lnTo>
                    <a:pt x="2778422" y="3218323"/>
                  </a:lnTo>
                  <a:lnTo>
                    <a:pt x="2815447" y="3148973"/>
                  </a:lnTo>
                  <a:lnTo>
                    <a:pt x="2851978" y="3075645"/>
                  </a:lnTo>
                  <a:lnTo>
                    <a:pt x="2888153" y="2998355"/>
                  </a:lnTo>
                  <a:lnTo>
                    <a:pt x="2924087" y="2917171"/>
                  </a:lnTo>
                  <a:lnTo>
                    <a:pt x="2959870" y="2832219"/>
                  </a:lnTo>
                  <a:lnTo>
                    <a:pt x="2995575" y="2743684"/>
                  </a:lnTo>
                  <a:lnTo>
                    <a:pt x="3031254" y="2651811"/>
                  </a:lnTo>
                  <a:lnTo>
                    <a:pt x="3066944" y="2556903"/>
                  </a:lnTo>
                  <a:lnTo>
                    <a:pt x="3102669" y="2459324"/>
                  </a:lnTo>
                  <a:lnTo>
                    <a:pt x="3138439" y="2359487"/>
                  </a:lnTo>
                  <a:lnTo>
                    <a:pt x="3174255" y="2257852"/>
                  </a:lnTo>
                  <a:lnTo>
                    <a:pt x="3210109" y="2154916"/>
                  </a:lnTo>
                  <a:lnTo>
                    <a:pt x="3245987" y="2051206"/>
                  </a:lnTo>
                  <a:lnTo>
                    <a:pt x="3281873" y="1947264"/>
                  </a:lnTo>
                  <a:lnTo>
                    <a:pt x="3317749" y="1843638"/>
                  </a:lnTo>
                  <a:lnTo>
                    <a:pt x="3353598" y="1740867"/>
                  </a:lnTo>
                  <a:lnTo>
                    <a:pt x="3389407" y="1639475"/>
                  </a:lnTo>
                  <a:lnTo>
                    <a:pt x="3425170" y="1539954"/>
                  </a:lnTo>
                  <a:lnTo>
                    <a:pt x="3460889" y="1442757"/>
                  </a:lnTo>
                  <a:lnTo>
                    <a:pt x="3496576" y="1348290"/>
                  </a:lnTo>
                  <a:lnTo>
                    <a:pt x="3532256" y="1256908"/>
                  </a:lnTo>
                  <a:lnTo>
                    <a:pt x="3567968" y="1168905"/>
                  </a:lnTo>
                  <a:lnTo>
                    <a:pt x="3603770" y="1084518"/>
                  </a:lnTo>
                  <a:lnTo>
                    <a:pt x="3639734" y="1003922"/>
                  </a:lnTo>
                  <a:lnTo>
                    <a:pt x="3675956" y="927233"/>
                  </a:lnTo>
                  <a:lnTo>
                    <a:pt x="3712552" y="854513"/>
                  </a:lnTo>
                  <a:lnTo>
                    <a:pt x="3749666" y="785768"/>
                  </a:lnTo>
                  <a:lnTo>
                    <a:pt x="3787472" y="720957"/>
                  </a:lnTo>
                  <a:lnTo>
                    <a:pt x="3820202" y="669054"/>
                  </a:lnTo>
                  <a:lnTo>
                    <a:pt x="3870277" y="597045"/>
                  </a:lnTo>
                  <a:lnTo>
                    <a:pt x="3922619" y="531069"/>
                  </a:lnTo>
                  <a:lnTo>
                    <a:pt x="3977838" y="470929"/>
                  </a:lnTo>
                  <a:lnTo>
                    <a:pt x="4036611" y="416237"/>
                  </a:lnTo>
                  <a:lnTo>
                    <a:pt x="4099635" y="366519"/>
                  </a:lnTo>
                  <a:lnTo>
                    <a:pt x="4167606" y="321281"/>
                  </a:lnTo>
                  <a:lnTo>
                    <a:pt x="4241164" y="280052"/>
                  </a:lnTo>
                  <a:lnTo>
                    <a:pt x="4320849" y="242411"/>
                  </a:lnTo>
                  <a:lnTo>
                    <a:pt x="4407022" y="208001"/>
                  </a:lnTo>
                  <a:lnTo>
                    <a:pt x="4499774" y="176541"/>
                  </a:lnTo>
                  <a:lnTo>
                    <a:pt x="4598812" y="147825"/>
                  </a:lnTo>
                  <a:lnTo>
                    <a:pt x="4703337" y="121729"/>
                  </a:lnTo>
                  <a:lnTo>
                    <a:pt x="4811927" y="98200"/>
                  </a:lnTo>
                  <a:lnTo>
                    <a:pt x="4922459" y="77242"/>
                  </a:lnTo>
                  <a:lnTo>
                    <a:pt x="5032122" y="58903"/>
                  </a:lnTo>
                  <a:lnTo>
                    <a:pt x="5137539" y="43234"/>
                  </a:lnTo>
                  <a:lnTo>
                    <a:pt x="5235052" y="30262"/>
                  </a:lnTo>
                  <a:lnTo>
                    <a:pt x="5321144" y="19949"/>
                  </a:lnTo>
                  <a:lnTo>
                    <a:pt x="5392936" y="12163"/>
                  </a:lnTo>
                  <a:lnTo>
                    <a:pt x="5448656" y="6667"/>
                  </a:lnTo>
                  <a:lnTo>
                    <a:pt x="5487977" y="3128"/>
                  </a:lnTo>
                  <a:lnTo>
                    <a:pt x="5512142" y="1136"/>
                  </a:lnTo>
                  <a:lnTo>
                    <a:pt x="5523894" y="247"/>
                  </a:lnTo>
                  <a:lnTo>
                    <a:pt x="5527292" y="1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0" y="31"/>
                  </a:lnTo>
                  <a:lnTo>
                    <a:pt x="6530857" y="255"/>
                  </a:lnTo>
                  <a:lnTo>
                    <a:pt x="6549510" y="875"/>
                  </a:lnTo>
                  <a:lnTo>
                    <a:pt x="6583127" y="2096"/>
                  </a:lnTo>
                  <a:lnTo>
                    <a:pt x="6633778" y="4115"/>
                  </a:lnTo>
                  <a:lnTo>
                    <a:pt x="6701778" y="7099"/>
                  </a:lnTo>
                  <a:lnTo>
                    <a:pt x="6785743" y="11174"/>
                  </a:lnTo>
                  <a:lnTo>
                    <a:pt x="6882887" y="16416"/>
                  </a:lnTo>
                  <a:lnTo>
                    <a:pt x="6989530" y="22854"/>
                  </a:lnTo>
                  <a:lnTo>
                    <a:pt x="7101678" y="30483"/>
                  </a:lnTo>
                  <a:lnTo>
                    <a:pt x="7215537" y="39280"/>
                  </a:lnTo>
                  <a:lnTo>
                    <a:pt x="7327889" y="49223"/>
                  </a:lnTo>
                  <a:lnTo>
                    <a:pt x="7436273" y="60305"/>
                  </a:lnTo>
                  <a:lnTo>
                    <a:pt x="7539019" y="72545"/>
                  </a:lnTo>
                  <a:lnTo>
                    <a:pt x="7635172" y="85996"/>
                  </a:lnTo>
                  <a:lnTo>
                    <a:pt x="7724364" y="100749"/>
                  </a:lnTo>
                  <a:lnTo>
                    <a:pt x="7806667" y="116928"/>
                  </a:lnTo>
                  <a:lnTo>
                    <a:pt x="7882465" y="134697"/>
                  </a:lnTo>
                  <a:lnTo>
                    <a:pt x="7952343" y="154248"/>
                  </a:lnTo>
                  <a:lnTo>
                    <a:pt x="8017003" y="175795"/>
                  </a:lnTo>
                  <a:lnTo>
                    <a:pt x="8077203" y="199565"/>
                  </a:lnTo>
                  <a:lnTo>
                    <a:pt x="8133705" y="225772"/>
                  </a:lnTo>
                  <a:lnTo>
                    <a:pt x="8187239" y="254587"/>
                  </a:lnTo>
                  <a:lnTo>
                    <a:pt x="8229629" y="280373"/>
                  </a:lnTo>
                  <a:lnTo>
                    <a:pt x="8281584" y="315661"/>
                  </a:lnTo>
                  <a:lnTo>
                    <a:pt x="8332091" y="353937"/>
                  </a:lnTo>
                  <a:lnTo>
                    <a:pt x="8381603" y="395260"/>
                  </a:lnTo>
                  <a:lnTo>
                    <a:pt x="8430476" y="439619"/>
                  </a:lnTo>
                  <a:lnTo>
                    <a:pt x="8478977" y="486930"/>
                  </a:lnTo>
                  <a:lnTo>
                    <a:pt x="8527304" y="537024"/>
                  </a:lnTo>
                  <a:lnTo>
                    <a:pt x="8575591" y="589652"/>
                  </a:lnTo>
                  <a:lnTo>
                    <a:pt x="8623921" y="644479"/>
                  </a:lnTo>
                  <a:lnTo>
                    <a:pt x="8672330" y="701095"/>
                  </a:lnTo>
                  <a:lnTo>
                    <a:pt x="8720821" y="759022"/>
                  </a:lnTo>
                  <a:lnTo>
                    <a:pt x="8769368" y="817732"/>
                  </a:lnTo>
                  <a:lnTo>
                    <a:pt x="8817933" y="876668"/>
                  </a:lnTo>
                  <a:lnTo>
                    <a:pt x="8866472" y="935262"/>
                  </a:lnTo>
                  <a:lnTo>
                    <a:pt x="8914947" y="992959"/>
                  </a:lnTo>
                  <a:lnTo>
                    <a:pt x="8963338" y="1049243"/>
                  </a:lnTo>
                  <a:lnTo>
                    <a:pt x="9011655" y="1103647"/>
                  </a:lnTo>
                  <a:lnTo>
                    <a:pt x="9059943" y="1155777"/>
                  </a:lnTo>
                  <a:lnTo>
                    <a:pt x="9108292" y="1205315"/>
                  </a:lnTo>
                  <a:lnTo>
                    <a:pt x="9156852" y="1252026"/>
                  </a:lnTo>
                  <a:lnTo>
                    <a:pt x="9205832" y="1295763"/>
                  </a:lnTo>
                  <a:lnTo>
                    <a:pt x="9255518" y="1336456"/>
                  </a:lnTo>
                  <a:lnTo>
                    <a:pt x="9306282" y="1374108"/>
                  </a:lnTo>
                  <a:lnTo>
                    <a:pt x="9347647" y="1401869"/>
                  </a:lnTo>
                  <a:lnTo>
                    <a:pt x="9399231" y="1432896"/>
                  </a:lnTo>
                  <a:lnTo>
                    <a:pt x="9453235" y="1461246"/>
                  </a:lnTo>
                  <a:lnTo>
                    <a:pt x="9510330" y="1487012"/>
                  </a:lnTo>
                  <a:lnTo>
                    <a:pt x="9571256" y="1510376"/>
                  </a:lnTo>
                  <a:lnTo>
                    <a:pt x="9636777" y="1531558"/>
                  </a:lnTo>
                  <a:lnTo>
                    <a:pt x="9707643" y="1550781"/>
                  </a:lnTo>
                  <a:lnTo>
                    <a:pt x="9784543" y="1568258"/>
                  </a:lnTo>
                  <a:lnTo>
                    <a:pt x="9868032" y="1584177"/>
                  </a:lnTo>
                  <a:lnTo>
                    <a:pt x="9958449" y="1598693"/>
                  </a:lnTo>
                  <a:lnTo>
                    <a:pt x="10055798" y="1611927"/>
                  </a:lnTo>
                  <a:lnTo>
                    <a:pt x="10159620" y="1623961"/>
                  </a:lnTo>
                  <a:lnTo>
                    <a:pt x="10268841" y="1634843"/>
                  </a:lnTo>
                  <a:lnTo>
                    <a:pt x="10381657" y="1644586"/>
                  </a:lnTo>
                  <a:lnTo>
                    <a:pt x="10495469" y="1653181"/>
                  </a:lnTo>
                  <a:lnTo>
                    <a:pt x="10606938" y="1660603"/>
                  </a:lnTo>
                  <a:lnTo>
                    <a:pt x="10712205" y="1666831"/>
                  </a:lnTo>
                  <a:lnTo>
                    <a:pt x="10807288" y="1671865"/>
                  </a:lnTo>
                  <a:lnTo>
                    <a:pt x="10888623" y="1675742"/>
                  </a:lnTo>
                  <a:lnTo>
                    <a:pt x="10953639" y="1678546"/>
                  </a:lnTo>
                  <a:lnTo>
                    <a:pt x="11001233" y="1680412"/>
                  </a:lnTo>
                  <a:lnTo>
                    <a:pt x="11032031" y="1681514"/>
                  </a:lnTo>
                  <a:lnTo>
                    <a:pt x="11048398" y="1682049"/>
                  </a:lnTo>
                  <a:lnTo>
                    <a:pt x="11054260" y="1682225"/>
                  </a:lnTo>
                  <a:lnTo>
                    <a:pt x="11054891" y="1682243"/>
                  </a:lnTo>
                  <a:lnTo>
                    <a:pt x="12049831" y="1682243"/>
                  </a:lnTo>
                  <a:lnTo>
                    <a:pt x="12049831" y="16822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1" name="pl2140"/>
            <p:cNvSpPr/>
            <p:nvPr/>
          </p:nvSpPr>
          <p:spPr>
            <a:xfrm>
              <a:off x="1199187" y="2431489"/>
              <a:ext cx="12049831" cy="4014325"/>
            </a:xfrm>
            <a:custGeom>
              <a:avLst/>
              <a:pathLst>
                <a:path w="12049831" h="4014325">
                  <a:moveTo>
                    <a:pt x="12049831" y="1682243"/>
                  </a:moveTo>
                  <a:lnTo>
                    <a:pt x="11054891" y="1682243"/>
                  </a:lnTo>
                  <a:lnTo>
                    <a:pt x="11053777" y="1682212"/>
                  </a:lnTo>
                  <a:lnTo>
                    <a:pt x="11046420" y="1681987"/>
                  </a:lnTo>
                  <a:lnTo>
                    <a:pt x="11027767" y="1681368"/>
                  </a:lnTo>
                  <a:lnTo>
                    <a:pt x="10994150" y="1680146"/>
                  </a:lnTo>
                  <a:lnTo>
                    <a:pt x="10943499" y="1678127"/>
                  </a:lnTo>
                  <a:lnTo>
                    <a:pt x="10875498" y="1675143"/>
                  </a:lnTo>
                  <a:lnTo>
                    <a:pt x="10791534" y="1671068"/>
                  </a:lnTo>
                  <a:lnTo>
                    <a:pt x="10694390" y="1665826"/>
                  </a:lnTo>
                  <a:lnTo>
                    <a:pt x="10587746" y="1659388"/>
                  </a:lnTo>
                  <a:lnTo>
                    <a:pt x="10475599" y="1651759"/>
                  </a:lnTo>
                  <a:lnTo>
                    <a:pt x="10361739" y="1642962"/>
                  </a:lnTo>
                  <a:lnTo>
                    <a:pt x="10249387" y="1633019"/>
                  </a:lnTo>
                  <a:lnTo>
                    <a:pt x="10141004" y="1621937"/>
                  </a:lnTo>
                  <a:lnTo>
                    <a:pt x="10038258" y="1609697"/>
                  </a:lnTo>
                  <a:lnTo>
                    <a:pt x="9942104" y="1596246"/>
                  </a:lnTo>
                  <a:lnTo>
                    <a:pt x="9852912" y="1581494"/>
                  </a:lnTo>
                  <a:lnTo>
                    <a:pt x="9770609" y="1565314"/>
                  </a:lnTo>
                  <a:lnTo>
                    <a:pt x="9694811" y="1547545"/>
                  </a:lnTo>
                  <a:lnTo>
                    <a:pt x="9624934" y="1527995"/>
                  </a:lnTo>
                  <a:lnTo>
                    <a:pt x="9560273" y="1506448"/>
                  </a:lnTo>
                  <a:lnTo>
                    <a:pt x="9500074" y="1482678"/>
                  </a:lnTo>
                  <a:lnTo>
                    <a:pt x="9443572" y="1456471"/>
                  </a:lnTo>
                  <a:lnTo>
                    <a:pt x="9390038" y="1427655"/>
                  </a:lnTo>
                  <a:lnTo>
                    <a:pt x="9347647" y="1401869"/>
                  </a:lnTo>
                  <a:lnTo>
                    <a:pt x="9295692" y="1366582"/>
                  </a:lnTo>
                  <a:lnTo>
                    <a:pt x="9245186" y="1328305"/>
                  </a:lnTo>
                  <a:lnTo>
                    <a:pt x="9195673" y="1286982"/>
                  </a:lnTo>
                  <a:lnTo>
                    <a:pt x="9146801" y="1242623"/>
                  </a:lnTo>
                  <a:lnTo>
                    <a:pt x="9098300" y="1195313"/>
                  </a:lnTo>
                  <a:lnTo>
                    <a:pt x="9049973" y="1145218"/>
                  </a:lnTo>
                  <a:lnTo>
                    <a:pt x="9001685" y="1092591"/>
                  </a:lnTo>
                  <a:lnTo>
                    <a:pt x="8953355" y="1037763"/>
                  </a:lnTo>
                  <a:lnTo>
                    <a:pt x="8904946" y="981148"/>
                  </a:lnTo>
                  <a:lnTo>
                    <a:pt x="8856456" y="923221"/>
                  </a:lnTo>
                  <a:lnTo>
                    <a:pt x="8807908" y="864510"/>
                  </a:lnTo>
                  <a:lnTo>
                    <a:pt x="8759343" y="805575"/>
                  </a:lnTo>
                  <a:lnTo>
                    <a:pt x="8710805" y="746981"/>
                  </a:lnTo>
                  <a:lnTo>
                    <a:pt x="8662330" y="689283"/>
                  </a:lnTo>
                  <a:lnTo>
                    <a:pt x="8613938" y="633000"/>
                  </a:lnTo>
                  <a:lnTo>
                    <a:pt x="8565621" y="578595"/>
                  </a:lnTo>
                  <a:lnTo>
                    <a:pt x="8517334" y="526466"/>
                  </a:lnTo>
                  <a:lnTo>
                    <a:pt x="8468984" y="476928"/>
                  </a:lnTo>
                  <a:lnTo>
                    <a:pt x="8420425" y="430216"/>
                  </a:lnTo>
                  <a:lnTo>
                    <a:pt x="8371445" y="386479"/>
                  </a:lnTo>
                  <a:lnTo>
                    <a:pt x="8321759" y="345787"/>
                  </a:lnTo>
                  <a:lnTo>
                    <a:pt x="8270994" y="308134"/>
                  </a:lnTo>
                  <a:lnTo>
                    <a:pt x="8229629" y="280373"/>
                  </a:lnTo>
                  <a:lnTo>
                    <a:pt x="8178045" y="249346"/>
                  </a:lnTo>
                  <a:lnTo>
                    <a:pt x="8124042" y="220997"/>
                  </a:lnTo>
                  <a:lnTo>
                    <a:pt x="8066946" y="195230"/>
                  </a:lnTo>
                  <a:lnTo>
                    <a:pt x="8006021" y="171866"/>
                  </a:lnTo>
                  <a:lnTo>
                    <a:pt x="7940500" y="150685"/>
                  </a:lnTo>
                  <a:lnTo>
                    <a:pt x="7869633" y="131462"/>
                  </a:lnTo>
                  <a:lnTo>
                    <a:pt x="7792734" y="113984"/>
                  </a:lnTo>
                  <a:lnTo>
                    <a:pt x="7709245" y="98065"/>
                  </a:lnTo>
                  <a:lnTo>
                    <a:pt x="7618828" y="83549"/>
                  </a:lnTo>
                  <a:lnTo>
                    <a:pt x="7521478" y="70315"/>
                  </a:lnTo>
                  <a:lnTo>
                    <a:pt x="7417657" y="58281"/>
                  </a:lnTo>
                  <a:lnTo>
                    <a:pt x="7308435" y="47400"/>
                  </a:lnTo>
                  <a:lnTo>
                    <a:pt x="7195619" y="37656"/>
                  </a:lnTo>
                  <a:lnTo>
                    <a:pt x="7081807" y="29062"/>
                  </a:lnTo>
                  <a:lnTo>
                    <a:pt x="6970339" y="21640"/>
                  </a:lnTo>
                  <a:lnTo>
                    <a:pt x="6865072" y="15412"/>
                  </a:lnTo>
                  <a:lnTo>
                    <a:pt x="6769989" y="10378"/>
                  </a:lnTo>
                  <a:lnTo>
                    <a:pt x="6688653" y="6501"/>
                  </a:lnTo>
                  <a:lnTo>
                    <a:pt x="6623637" y="3696"/>
                  </a:lnTo>
                  <a:lnTo>
                    <a:pt x="6576044" y="1830"/>
                  </a:lnTo>
                  <a:lnTo>
                    <a:pt x="6545245" y="729"/>
                  </a:lnTo>
                  <a:lnTo>
                    <a:pt x="6528878" y="193"/>
                  </a:lnTo>
                  <a:lnTo>
                    <a:pt x="6523016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2" y="68"/>
                  </a:lnTo>
                  <a:lnTo>
                    <a:pt x="5519659" y="558"/>
                  </a:lnTo>
                  <a:lnTo>
                    <a:pt x="5502470" y="1912"/>
                  </a:lnTo>
                  <a:lnTo>
                    <a:pt x="5471396" y="4581"/>
                  </a:lnTo>
                  <a:lnTo>
                    <a:pt x="5424384" y="8998"/>
                  </a:lnTo>
                  <a:lnTo>
                    <a:pt x="5360935" y="15540"/>
                  </a:lnTo>
                  <a:lnTo>
                    <a:pt x="5282087" y="24497"/>
                  </a:lnTo>
                  <a:lnTo>
                    <a:pt x="5190187" y="36057"/>
                  </a:lnTo>
                  <a:lnTo>
                    <a:pt x="5088481" y="50303"/>
                  </a:lnTo>
                  <a:lnTo>
                    <a:pt x="4980611" y="67240"/>
                  </a:lnTo>
                  <a:lnTo>
                    <a:pt x="4870146" y="86823"/>
                  </a:lnTo>
                  <a:lnTo>
                    <a:pt x="4760222" y="109000"/>
                  </a:lnTo>
                  <a:lnTo>
                    <a:pt x="4653333" y="133740"/>
                  </a:lnTo>
                  <a:lnTo>
                    <a:pt x="4551264" y="161063"/>
                  </a:lnTo>
                  <a:lnTo>
                    <a:pt x="4455131" y="191055"/>
                  </a:lnTo>
                  <a:lnTo>
                    <a:pt x="4365478" y="223879"/>
                  </a:lnTo>
                  <a:lnTo>
                    <a:pt x="4282401" y="259776"/>
                  </a:lnTo>
                  <a:lnTo>
                    <a:pt x="4205669" y="299064"/>
                  </a:lnTo>
                  <a:lnTo>
                    <a:pt x="4134826" y="342132"/>
                  </a:lnTo>
                  <a:lnTo>
                    <a:pt x="4069277" y="389426"/>
                  </a:lnTo>
                  <a:lnTo>
                    <a:pt x="4008350" y="441433"/>
                  </a:lnTo>
                  <a:lnTo>
                    <a:pt x="3951343" y="498644"/>
                  </a:lnTo>
                  <a:lnTo>
                    <a:pt x="3897564" y="561502"/>
                  </a:lnTo>
                  <a:lnTo>
                    <a:pt x="3846365" y="630321"/>
                  </a:lnTo>
                  <a:lnTo>
                    <a:pt x="3820202" y="669054"/>
                  </a:lnTo>
                  <a:lnTo>
                    <a:pt x="3781650" y="730595"/>
                  </a:lnTo>
                  <a:lnTo>
                    <a:pt x="3743963" y="796002"/>
                  </a:lnTo>
                  <a:lnTo>
                    <a:pt x="3706938" y="865352"/>
                  </a:lnTo>
                  <a:lnTo>
                    <a:pt x="3670407" y="938680"/>
                  </a:lnTo>
                  <a:lnTo>
                    <a:pt x="3634232" y="1015970"/>
                  </a:lnTo>
                  <a:lnTo>
                    <a:pt x="3598298" y="1097153"/>
                  </a:lnTo>
                  <a:lnTo>
                    <a:pt x="3562515" y="1182105"/>
                  </a:lnTo>
                  <a:lnTo>
                    <a:pt x="3526810" y="1270641"/>
                  </a:lnTo>
                  <a:lnTo>
                    <a:pt x="3491131" y="1362514"/>
                  </a:lnTo>
                  <a:lnTo>
                    <a:pt x="3455441" y="1457421"/>
                  </a:lnTo>
                  <a:lnTo>
                    <a:pt x="3419716" y="1555001"/>
                  </a:lnTo>
                  <a:lnTo>
                    <a:pt x="3383946" y="1654838"/>
                  </a:lnTo>
                  <a:lnTo>
                    <a:pt x="3348130" y="1756473"/>
                  </a:lnTo>
                  <a:lnTo>
                    <a:pt x="3312276" y="1859408"/>
                  </a:lnTo>
                  <a:lnTo>
                    <a:pt x="3276398" y="1963118"/>
                  </a:lnTo>
                  <a:lnTo>
                    <a:pt x="3240512" y="2067060"/>
                  </a:lnTo>
                  <a:lnTo>
                    <a:pt x="3204636" y="2170687"/>
                  </a:lnTo>
                  <a:lnTo>
                    <a:pt x="3168787" y="2273457"/>
                  </a:lnTo>
                  <a:lnTo>
                    <a:pt x="3132978" y="2374850"/>
                  </a:lnTo>
                  <a:lnTo>
                    <a:pt x="3097215" y="2474371"/>
                  </a:lnTo>
                  <a:lnTo>
                    <a:pt x="3061496" y="2571568"/>
                  </a:lnTo>
                  <a:lnTo>
                    <a:pt x="3025809" y="2666034"/>
                  </a:lnTo>
                  <a:lnTo>
                    <a:pt x="2990129" y="2757417"/>
                  </a:lnTo>
                  <a:lnTo>
                    <a:pt x="2954417" y="2845419"/>
                  </a:lnTo>
                  <a:lnTo>
                    <a:pt x="2918615" y="2929807"/>
                  </a:lnTo>
                  <a:lnTo>
                    <a:pt x="2882651" y="3010403"/>
                  </a:lnTo>
                  <a:lnTo>
                    <a:pt x="2846429" y="3087092"/>
                  </a:lnTo>
                  <a:lnTo>
                    <a:pt x="2809833" y="3159812"/>
                  </a:lnTo>
                  <a:lnTo>
                    <a:pt x="2772719" y="3228557"/>
                  </a:lnTo>
                  <a:lnTo>
                    <a:pt x="2734913" y="3293368"/>
                  </a:lnTo>
                  <a:lnTo>
                    <a:pt x="2702183" y="3345271"/>
                  </a:lnTo>
                  <a:lnTo>
                    <a:pt x="2652108" y="3417279"/>
                  </a:lnTo>
                  <a:lnTo>
                    <a:pt x="2599766" y="3483255"/>
                  </a:lnTo>
                  <a:lnTo>
                    <a:pt x="2544547" y="3543396"/>
                  </a:lnTo>
                  <a:lnTo>
                    <a:pt x="2485774" y="3598087"/>
                  </a:lnTo>
                  <a:lnTo>
                    <a:pt x="2422750" y="3647805"/>
                  </a:lnTo>
                  <a:lnTo>
                    <a:pt x="2354779" y="3693043"/>
                  </a:lnTo>
                  <a:lnTo>
                    <a:pt x="2281221" y="3734272"/>
                  </a:lnTo>
                  <a:lnTo>
                    <a:pt x="2201536" y="3771914"/>
                  </a:lnTo>
                  <a:lnTo>
                    <a:pt x="2115363" y="3806323"/>
                  </a:lnTo>
                  <a:lnTo>
                    <a:pt x="2022611" y="3837784"/>
                  </a:lnTo>
                  <a:lnTo>
                    <a:pt x="1923573" y="3866499"/>
                  </a:lnTo>
                  <a:lnTo>
                    <a:pt x="1819048" y="3892595"/>
                  </a:lnTo>
                  <a:lnTo>
                    <a:pt x="1710458" y="3916125"/>
                  </a:lnTo>
                  <a:lnTo>
                    <a:pt x="1599926" y="3937082"/>
                  </a:lnTo>
                  <a:lnTo>
                    <a:pt x="1490263" y="3955422"/>
                  </a:lnTo>
                  <a:lnTo>
                    <a:pt x="1384846" y="3971091"/>
                  </a:lnTo>
                  <a:lnTo>
                    <a:pt x="1287333" y="3984062"/>
                  </a:lnTo>
                  <a:lnTo>
                    <a:pt x="1201241" y="3994376"/>
                  </a:lnTo>
                  <a:lnTo>
                    <a:pt x="1129449" y="4002162"/>
                  </a:lnTo>
                  <a:lnTo>
                    <a:pt x="1073729" y="4007658"/>
                  </a:lnTo>
                  <a:lnTo>
                    <a:pt x="1034408" y="4011197"/>
                  </a:lnTo>
                  <a:lnTo>
                    <a:pt x="1010243" y="4013189"/>
                  </a:lnTo>
                  <a:lnTo>
                    <a:pt x="998491" y="4014078"/>
                  </a:lnTo>
                  <a:lnTo>
                    <a:pt x="995093" y="4014315"/>
                  </a:lnTo>
                  <a:lnTo>
                    <a:pt x="994940" y="4014325"/>
                  </a:lnTo>
                  <a:lnTo>
                    <a:pt x="0" y="4014325"/>
                  </a:lnTo>
                  <a:lnTo>
                    <a:pt x="0" y="40143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2" name="pg2141"/>
            <p:cNvSpPr/>
            <p:nvPr/>
          </p:nvSpPr>
          <p:spPr>
            <a:xfrm>
              <a:off x="1199187" y="1634913"/>
              <a:ext cx="12049831" cy="4842345"/>
            </a:xfrm>
            <a:custGeom>
              <a:avLst/>
              <a:pathLst>
                <a:path w="12049831" h="4842345">
                  <a:moveTo>
                    <a:pt x="0" y="4842345"/>
                  </a:moveTo>
                  <a:lnTo>
                    <a:pt x="994940" y="4842345"/>
                  </a:lnTo>
                  <a:lnTo>
                    <a:pt x="996043" y="4842307"/>
                  </a:lnTo>
                  <a:lnTo>
                    <a:pt x="1003325" y="4842032"/>
                  </a:lnTo>
                  <a:lnTo>
                    <a:pt x="1021796" y="4841271"/>
                  </a:lnTo>
                  <a:lnTo>
                    <a:pt x="1055096" y="4839773"/>
                  </a:lnTo>
                  <a:lnTo>
                    <a:pt x="1105296" y="4837296"/>
                  </a:lnTo>
                  <a:lnTo>
                    <a:pt x="1172734" y="4833633"/>
                  </a:lnTo>
                  <a:lnTo>
                    <a:pt x="1256071" y="4828631"/>
                  </a:lnTo>
                  <a:lnTo>
                    <a:pt x="1352576" y="4822193"/>
                  </a:lnTo>
                  <a:lnTo>
                    <a:pt x="1458624" y="4814282"/>
                  </a:lnTo>
                  <a:lnTo>
                    <a:pt x="1570261" y="4804905"/>
                  </a:lnTo>
                  <a:lnTo>
                    <a:pt x="1683722" y="4794088"/>
                  </a:lnTo>
                  <a:lnTo>
                    <a:pt x="1795794" y="4781859"/>
                  </a:lnTo>
                  <a:lnTo>
                    <a:pt x="1904013" y="4768229"/>
                  </a:lnTo>
                  <a:lnTo>
                    <a:pt x="2006691" y="4753175"/>
                  </a:lnTo>
                  <a:lnTo>
                    <a:pt x="2102855" y="4736634"/>
                  </a:lnTo>
                  <a:lnTo>
                    <a:pt x="2192113" y="4718497"/>
                  </a:lnTo>
                  <a:lnTo>
                    <a:pt x="2274516" y="4698614"/>
                  </a:lnTo>
                  <a:lnTo>
                    <a:pt x="2350430" y="4676786"/>
                  </a:lnTo>
                  <a:lnTo>
                    <a:pt x="2420425" y="4652781"/>
                  </a:lnTo>
                  <a:lnTo>
                    <a:pt x="2485189" y="4626336"/>
                  </a:lnTo>
                  <a:lnTo>
                    <a:pt x="2545472" y="4597174"/>
                  </a:lnTo>
                  <a:lnTo>
                    <a:pt x="2602027" y="4565028"/>
                  </a:lnTo>
                  <a:lnTo>
                    <a:pt x="2655581" y="4529685"/>
                  </a:lnTo>
                  <a:lnTo>
                    <a:pt x="2702183" y="4494717"/>
                  </a:lnTo>
                  <a:lnTo>
                    <a:pt x="2751174" y="4453599"/>
                  </a:lnTo>
                  <a:lnTo>
                    <a:pt x="2798854" y="4409196"/>
                  </a:lnTo>
                  <a:lnTo>
                    <a:pt x="2845611" y="4361444"/>
                  </a:lnTo>
                  <a:lnTo>
                    <a:pt x="2891751" y="4310342"/>
                  </a:lnTo>
                  <a:lnTo>
                    <a:pt x="2937514" y="4255963"/>
                  </a:lnTo>
                  <a:lnTo>
                    <a:pt x="2983077" y="4198456"/>
                  </a:lnTo>
                  <a:lnTo>
                    <a:pt x="3028570" y="4138054"/>
                  </a:lnTo>
                  <a:lnTo>
                    <a:pt x="3074078" y="4075071"/>
                  </a:lnTo>
                  <a:lnTo>
                    <a:pt x="3119645" y="4009900"/>
                  </a:lnTo>
                  <a:lnTo>
                    <a:pt x="3165287" y="3943004"/>
                  </a:lnTo>
                  <a:lnTo>
                    <a:pt x="3210994" y="3874904"/>
                  </a:lnTo>
                  <a:lnTo>
                    <a:pt x="3256740" y="3806161"/>
                  </a:lnTo>
                  <a:lnTo>
                    <a:pt x="3302490" y="3737360"/>
                  </a:lnTo>
                  <a:lnTo>
                    <a:pt x="3348208" y="3669090"/>
                  </a:lnTo>
                  <a:lnTo>
                    <a:pt x="3393864" y="3601917"/>
                  </a:lnTo>
                  <a:lnTo>
                    <a:pt x="3439445" y="3536372"/>
                  </a:lnTo>
                  <a:lnTo>
                    <a:pt x="3484961" y="3472930"/>
                  </a:lnTo>
                  <a:lnTo>
                    <a:pt x="3530452" y="3411999"/>
                  </a:lnTo>
                  <a:lnTo>
                    <a:pt x="3575993" y="3353908"/>
                  </a:lnTo>
                  <a:lnTo>
                    <a:pt x="3621705" y="3298906"/>
                  </a:lnTo>
                  <a:lnTo>
                    <a:pt x="3667755" y="3247158"/>
                  </a:lnTo>
                  <a:lnTo>
                    <a:pt x="3714370" y="3198752"/>
                  </a:lnTo>
                  <a:lnTo>
                    <a:pt x="3761842" y="3153701"/>
                  </a:lnTo>
                  <a:lnTo>
                    <a:pt x="3810543" y="3111951"/>
                  </a:lnTo>
                  <a:lnTo>
                    <a:pt x="3820202" y="3104202"/>
                  </a:lnTo>
                  <a:lnTo>
                    <a:pt x="3871601" y="3065861"/>
                  </a:lnTo>
                  <a:lnTo>
                    <a:pt x="3925402" y="3030816"/>
                  </a:lnTo>
                  <a:lnTo>
                    <a:pt x="3982267" y="2998954"/>
                  </a:lnTo>
                  <a:lnTo>
                    <a:pt x="4042928" y="2970052"/>
                  </a:lnTo>
                  <a:lnTo>
                    <a:pt x="4108141" y="2943842"/>
                  </a:lnTo>
                  <a:lnTo>
                    <a:pt x="4178651" y="2920047"/>
                  </a:lnTo>
                  <a:lnTo>
                    <a:pt x="4255138" y="2898407"/>
                  </a:lnTo>
                  <a:lnTo>
                    <a:pt x="4338157" y="2878690"/>
                  </a:lnTo>
                  <a:lnTo>
                    <a:pt x="4428051" y="2860706"/>
                  </a:lnTo>
                  <a:lnTo>
                    <a:pt x="4524835" y="2844304"/>
                  </a:lnTo>
                  <a:lnTo>
                    <a:pt x="4628072" y="2829382"/>
                  </a:lnTo>
                  <a:lnTo>
                    <a:pt x="4736725" y="2815881"/>
                  </a:lnTo>
                  <a:lnTo>
                    <a:pt x="4849039" y="2803781"/>
                  </a:lnTo>
                  <a:lnTo>
                    <a:pt x="4962477" y="2793094"/>
                  </a:lnTo>
                  <a:lnTo>
                    <a:pt x="5073765" y="2783850"/>
                  </a:lnTo>
                  <a:lnTo>
                    <a:pt x="5179102" y="2776075"/>
                  </a:lnTo>
                  <a:lnTo>
                    <a:pt x="5274543" y="2769771"/>
                  </a:lnTo>
                  <a:lnTo>
                    <a:pt x="5356519" y="2764896"/>
                  </a:lnTo>
                  <a:lnTo>
                    <a:pt x="5422411" y="2761349"/>
                  </a:lnTo>
                  <a:lnTo>
                    <a:pt x="5471022" y="2758971"/>
                  </a:lnTo>
                  <a:lnTo>
                    <a:pt x="5502853" y="2757551"/>
                  </a:lnTo>
                  <a:lnTo>
                    <a:pt x="5520125" y="2756845"/>
                  </a:lnTo>
                  <a:lnTo>
                    <a:pt x="5526615" y="2756602"/>
                  </a:lnTo>
                  <a:lnTo>
                    <a:pt x="5527445" y="2756573"/>
                  </a:lnTo>
                  <a:lnTo>
                    <a:pt x="6522385" y="2756573"/>
                  </a:lnTo>
                  <a:lnTo>
                    <a:pt x="6523465" y="2756523"/>
                  </a:lnTo>
                  <a:lnTo>
                    <a:pt x="6530597" y="2756168"/>
                  </a:lnTo>
                  <a:lnTo>
                    <a:pt x="6548694" y="2755187"/>
                  </a:lnTo>
                  <a:lnTo>
                    <a:pt x="6581347" y="2753254"/>
                  </a:lnTo>
                  <a:lnTo>
                    <a:pt x="6630622" y="2750056"/>
                  </a:lnTo>
                  <a:lnTo>
                    <a:pt x="6696908" y="2745326"/>
                  </a:lnTo>
                  <a:lnTo>
                    <a:pt x="6778954" y="2738861"/>
                  </a:lnTo>
                  <a:lnTo>
                    <a:pt x="6874140" y="2730534"/>
                  </a:lnTo>
                  <a:lnTo>
                    <a:pt x="6978954" y="2720294"/>
                  </a:lnTo>
                  <a:lnTo>
                    <a:pt x="7089529" y="2708144"/>
                  </a:lnTo>
                  <a:lnTo>
                    <a:pt x="7202154" y="2694120"/>
                  </a:lnTo>
                  <a:lnTo>
                    <a:pt x="7313636" y="2678259"/>
                  </a:lnTo>
                  <a:lnTo>
                    <a:pt x="7421499" y="2660576"/>
                  </a:lnTo>
                  <a:lnTo>
                    <a:pt x="7524026" y="2641047"/>
                  </a:lnTo>
                  <a:lnTo>
                    <a:pt x="7620200" y="2619595"/>
                  </a:lnTo>
                  <a:lnTo>
                    <a:pt x="7709585" y="2596088"/>
                  </a:lnTo>
                  <a:lnTo>
                    <a:pt x="7792190" y="2570334"/>
                  </a:lnTo>
                  <a:lnTo>
                    <a:pt x="7868342" y="2542088"/>
                  </a:lnTo>
                  <a:lnTo>
                    <a:pt x="7938578" y="2511054"/>
                  </a:lnTo>
                  <a:lnTo>
                    <a:pt x="8003562" y="2476895"/>
                  </a:lnTo>
                  <a:lnTo>
                    <a:pt x="8064020" y="2439256"/>
                  </a:lnTo>
                  <a:lnTo>
                    <a:pt x="8120693" y="2397788"/>
                  </a:lnTo>
                  <a:lnTo>
                    <a:pt x="8174297" y="2352200"/>
                  </a:lnTo>
                  <a:lnTo>
                    <a:pt x="8225490" y="2302328"/>
                  </a:lnTo>
                  <a:lnTo>
                    <a:pt x="8229629" y="2298018"/>
                  </a:lnTo>
                  <a:lnTo>
                    <a:pt x="8274338" y="2248759"/>
                  </a:lnTo>
                  <a:lnTo>
                    <a:pt x="8317926" y="2195910"/>
                  </a:lnTo>
                  <a:lnTo>
                    <a:pt x="8360697" y="2139398"/>
                  </a:lnTo>
                  <a:lnTo>
                    <a:pt x="8402895" y="2079207"/>
                  </a:lnTo>
                  <a:lnTo>
                    <a:pt x="8444716" y="2015387"/>
                  </a:lnTo>
                  <a:lnTo>
                    <a:pt x="8486311" y="1948054"/>
                  </a:lnTo>
                  <a:lnTo>
                    <a:pt x="8527797" y="1877402"/>
                  </a:lnTo>
                  <a:lnTo>
                    <a:pt x="8569256" y="1803697"/>
                  </a:lnTo>
                  <a:lnTo>
                    <a:pt x="8610741" y="1727280"/>
                  </a:lnTo>
                  <a:lnTo>
                    <a:pt x="8652280" y="1648560"/>
                  </a:lnTo>
                  <a:lnTo>
                    <a:pt x="8693882" y="1568012"/>
                  </a:lnTo>
                  <a:lnTo>
                    <a:pt x="8735538" y="1486159"/>
                  </a:lnTo>
                  <a:lnTo>
                    <a:pt x="8777228" y="1403561"/>
                  </a:lnTo>
                  <a:lnTo>
                    <a:pt x="8818926" y="1320802"/>
                  </a:lnTo>
                  <a:lnTo>
                    <a:pt x="8860603" y="1238470"/>
                  </a:lnTo>
                  <a:lnTo>
                    <a:pt x="8902237" y="1157140"/>
                  </a:lnTo>
                  <a:lnTo>
                    <a:pt x="8943811" y="1077358"/>
                  </a:lnTo>
                  <a:lnTo>
                    <a:pt x="8985323" y="999625"/>
                  </a:lnTo>
                  <a:lnTo>
                    <a:pt x="9026791" y="924389"/>
                  </a:lnTo>
                  <a:lnTo>
                    <a:pt x="9068254" y="852028"/>
                  </a:lnTo>
                  <a:lnTo>
                    <a:pt x="9109777" y="782851"/>
                  </a:lnTo>
                  <a:lnTo>
                    <a:pt x="9151458" y="717089"/>
                  </a:lnTo>
                  <a:lnTo>
                    <a:pt x="9193429" y="654902"/>
                  </a:lnTo>
                  <a:lnTo>
                    <a:pt x="9235859" y="596374"/>
                  </a:lnTo>
                  <a:lnTo>
                    <a:pt x="9278966" y="541526"/>
                  </a:lnTo>
                  <a:lnTo>
                    <a:pt x="9323020" y="490315"/>
                  </a:lnTo>
                  <a:lnTo>
                    <a:pt x="9347647" y="463796"/>
                  </a:lnTo>
                  <a:lnTo>
                    <a:pt x="9398667" y="413570"/>
                  </a:lnTo>
                  <a:lnTo>
                    <a:pt x="9452049" y="367632"/>
                  </a:lnTo>
                  <a:lnTo>
                    <a:pt x="9508442" y="325833"/>
                  </a:lnTo>
                  <a:lnTo>
                    <a:pt x="9568559" y="287891"/>
                  </a:lnTo>
                  <a:lnTo>
                    <a:pt x="9633141" y="253458"/>
                  </a:lnTo>
                  <a:lnTo>
                    <a:pt x="9702917" y="222178"/>
                  </a:lnTo>
                  <a:lnTo>
                    <a:pt x="9778558" y="193714"/>
                  </a:lnTo>
                  <a:lnTo>
                    <a:pt x="9860614" y="167765"/>
                  </a:lnTo>
                  <a:lnTo>
                    <a:pt x="9949434" y="144080"/>
                  </a:lnTo>
                  <a:lnTo>
                    <a:pt x="10045056" y="122464"/>
                  </a:lnTo>
                  <a:lnTo>
                    <a:pt x="10147088" y="102779"/>
                  </a:lnTo>
                  <a:lnTo>
                    <a:pt x="10254565" y="84945"/>
                  </a:lnTo>
                  <a:lnTo>
                    <a:pt x="10365832" y="68934"/>
                  </a:lnTo>
                  <a:lnTo>
                    <a:pt x="10478474" y="54757"/>
                  </a:lnTo>
                  <a:lnTo>
                    <a:pt x="10589354" y="42451"/>
                  </a:lnTo>
                  <a:lnTo>
                    <a:pt x="10694791" y="32052"/>
                  </a:lnTo>
                  <a:lnTo>
                    <a:pt x="10790915" y="23569"/>
                  </a:lnTo>
                  <a:lnTo>
                    <a:pt x="10874160" y="16953"/>
                  </a:lnTo>
                  <a:lnTo>
                    <a:pt x="10941816" y="12086"/>
                  </a:lnTo>
                  <a:lnTo>
                    <a:pt x="10992505" y="8772"/>
                  </a:lnTo>
                  <a:lnTo>
                    <a:pt x="11026476" y="6745"/>
                  </a:lnTo>
                  <a:lnTo>
                    <a:pt x="11045659" y="5698"/>
                  </a:lnTo>
                  <a:lnTo>
                    <a:pt x="11053527" y="530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1" y="49"/>
                  </a:lnTo>
                  <a:lnTo>
                    <a:pt x="11046680" y="404"/>
                  </a:lnTo>
                  <a:lnTo>
                    <a:pt x="11028583" y="1385"/>
                  </a:lnTo>
                  <a:lnTo>
                    <a:pt x="10995929" y="3319"/>
                  </a:lnTo>
                  <a:lnTo>
                    <a:pt x="10946654" y="6516"/>
                  </a:lnTo>
                  <a:lnTo>
                    <a:pt x="10880368" y="11246"/>
                  </a:lnTo>
                  <a:lnTo>
                    <a:pt x="10798323" y="17712"/>
                  </a:lnTo>
                  <a:lnTo>
                    <a:pt x="10703136" y="26039"/>
                  </a:lnTo>
                  <a:lnTo>
                    <a:pt x="10598323" y="36279"/>
                  </a:lnTo>
                  <a:lnTo>
                    <a:pt x="10487748" y="48428"/>
                  </a:lnTo>
                  <a:lnTo>
                    <a:pt x="10375123" y="62452"/>
                  </a:lnTo>
                  <a:lnTo>
                    <a:pt x="10263640" y="78313"/>
                  </a:lnTo>
                  <a:lnTo>
                    <a:pt x="10155777" y="95996"/>
                  </a:lnTo>
                  <a:lnTo>
                    <a:pt x="10053251" y="115526"/>
                  </a:lnTo>
                  <a:lnTo>
                    <a:pt x="9957077" y="136978"/>
                  </a:lnTo>
                  <a:lnTo>
                    <a:pt x="9867692" y="160485"/>
                  </a:lnTo>
                  <a:lnTo>
                    <a:pt x="9785087" y="186238"/>
                  </a:lnTo>
                  <a:lnTo>
                    <a:pt x="9708935" y="214484"/>
                  </a:lnTo>
                  <a:lnTo>
                    <a:pt x="9638698" y="245519"/>
                  </a:lnTo>
                  <a:lnTo>
                    <a:pt x="9573714" y="279678"/>
                  </a:lnTo>
                  <a:lnTo>
                    <a:pt x="9513256" y="317317"/>
                  </a:lnTo>
                  <a:lnTo>
                    <a:pt x="9456584" y="358785"/>
                  </a:lnTo>
                  <a:lnTo>
                    <a:pt x="9402979" y="404373"/>
                  </a:lnTo>
                  <a:lnTo>
                    <a:pt x="9351786" y="454244"/>
                  </a:lnTo>
                  <a:lnTo>
                    <a:pt x="9347647" y="458555"/>
                  </a:lnTo>
                  <a:lnTo>
                    <a:pt x="9302939" y="507814"/>
                  </a:lnTo>
                  <a:lnTo>
                    <a:pt x="9259350" y="560663"/>
                  </a:lnTo>
                  <a:lnTo>
                    <a:pt x="9216579" y="617175"/>
                  </a:lnTo>
                  <a:lnTo>
                    <a:pt x="9174381" y="677366"/>
                  </a:lnTo>
                  <a:lnTo>
                    <a:pt x="9132561" y="741186"/>
                  </a:lnTo>
                  <a:lnTo>
                    <a:pt x="9090965" y="808518"/>
                  </a:lnTo>
                  <a:lnTo>
                    <a:pt x="9049479" y="879170"/>
                  </a:lnTo>
                  <a:lnTo>
                    <a:pt x="9008021" y="952876"/>
                  </a:lnTo>
                  <a:lnTo>
                    <a:pt x="8966536" y="1029293"/>
                  </a:lnTo>
                  <a:lnTo>
                    <a:pt x="8924997" y="1108012"/>
                  </a:lnTo>
                  <a:lnTo>
                    <a:pt x="8883395" y="1188560"/>
                  </a:lnTo>
                  <a:lnTo>
                    <a:pt x="8841739" y="1270414"/>
                  </a:lnTo>
                  <a:lnTo>
                    <a:pt x="8800049" y="1353012"/>
                  </a:lnTo>
                  <a:lnTo>
                    <a:pt x="8758351" y="1435770"/>
                  </a:lnTo>
                  <a:lnTo>
                    <a:pt x="8716673" y="1518103"/>
                  </a:lnTo>
                  <a:lnTo>
                    <a:pt x="8675040" y="1599433"/>
                  </a:lnTo>
                  <a:lnTo>
                    <a:pt x="8633466" y="1679215"/>
                  </a:lnTo>
                  <a:lnTo>
                    <a:pt x="8591954" y="1756947"/>
                  </a:lnTo>
                  <a:lnTo>
                    <a:pt x="8550486" y="1832183"/>
                  </a:lnTo>
                  <a:lnTo>
                    <a:pt x="8509023" y="1904544"/>
                  </a:lnTo>
                  <a:lnTo>
                    <a:pt x="8467499" y="1973722"/>
                  </a:lnTo>
                  <a:lnTo>
                    <a:pt x="8425818" y="2039483"/>
                  </a:lnTo>
                  <a:lnTo>
                    <a:pt x="8383848" y="2101671"/>
                  </a:lnTo>
                  <a:lnTo>
                    <a:pt x="8341418" y="2160198"/>
                  </a:lnTo>
                  <a:lnTo>
                    <a:pt x="8298310" y="2215046"/>
                  </a:lnTo>
                  <a:lnTo>
                    <a:pt x="8254256" y="2266258"/>
                  </a:lnTo>
                  <a:lnTo>
                    <a:pt x="8229629" y="2292777"/>
                  </a:lnTo>
                  <a:lnTo>
                    <a:pt x="8178609" y="2343003"/>
                  </a:lnTo>
                  <a:lnTo>
                    <a:pt x="8125227" y="2388941"/>
                  </a:lnTo>
                  <a:lnTo>
                    <a:pt x="8068835" y="2430739"/>
                  </a:lnTo>
                  <a:lnTo>
                    <a:pt x="8008718" y="2468682"/>
                  </a:lnTo>
                  <a:lnTo>
                    <a:pt x="7944136" y="2503115"/>
                  </a:lnTo>
                  <a:lnTo>
                    <a:pt x="7874359" y="2534394"/>
                  </a:lnTo>
                  <a:lnTo>
                    <a:pt x="7798718" y="2562859"/>
                  </a:lnTo>
                  <a:lnTo>
                    <a:pt x="7716662" y="2588808"/>
                  </a:lnTo>
                  <a:lnTo>
                    <a:pt x="7627843" y="2612493"/>
                  </a:lnTo>
                  <a:lnTo>
                    <a:pt x="7532220" y="2634109"/>
                  </a:lnTo>
                  <a:lnTo>
                    <a:pt x="7430189" y="2653793"/>
                  </a:lnTo>
                  <a:lnTo>
                    <a:pt x="7322712" y="2671627"/>
                  </a:lnTo>
                  <a:lnTo>
                    <a:pt x="7211445" y="2687639"/>
                  </a:lnTo>
                  <a:lnTo>
                    <a:pt x="7098802" y="2701816"/>
                  </a:lnTo>
                  <a:lnTo>
                    <a:pt x="6987922" y="2714121"/>
                  </a:lnTo>
                  <a:lnTo>
                    <a:pt x="6882486" y="2724520"/>
                  </a:lnTo>
                  <a:lnTo>
                    <a:pt x="6786362" y="2733004"/>
                  </a:lnTo>
                  <a:lnTo>
                    <a:pt x="6703116" y="2739620"/>
                  </a:lnTo>
                  <a:lnTo>
                    <a:pt x="6635460" y="2744486"/>
                  </a:lnTo>
                  <a:lnTo>
                    <a:pt x="6584771" y="2747801"/>
                  </a:lnTo>
                  <a:lnTo>
                    <a:pt x="6550801" y="2749827"/>
                  </a:lnTo>
                  <a:lnTo>
                    <a:pt x="6531618" y="2750875"/>
                  </a:lnTo>
                  <a:lnTo>
                    <a:pt x="6523750" y="2751269"/>
                  </a:lnTo>
                  <a:lnTo>
                    <a:pt x="6522385" y="2751332"/>
                  </a:lnTo>
                  <a:lnTo>
                    <a:pt x="5527445" y="2751332"/>
                  </a:lnTo>
                  <a:lnTo>
                    <a:pt x="5526342" y="2751371"/>
                  </a:lnTo>
                  <a:lnTo>
                    <a:pt x="5519060" y="2751646"/>
                  </a:lnTo>
                  <a:lnTo>
                    <a:pt x="5500589" y="2752406"/>
                  </a:lnTo>
                  <a:lnTo>
                    <a:pt x="5467289" y="2753905"/>
                  </a:lnTo>
                  <a:lnTo>
                    <a:pt x="5417089" y="2756382"/>
                  </a:lnTo>
                  <a:lnTo>
                    <a:pt x="5349651" y="2760044"/>
                  </a:lnTo>
                  <a:lnTo>
                    <a:pt x="5266314" y="2765047"/>
                  </a:lnTo>
                  <a:lnTo>
                    <a:pt x="5169809" y="2771485"/>
                  </a:lnTo>
                  <a:lnTo>
                    <a:pt x="5063761" y="2779395"/>
                  </a:lnTo>
                  <a:lnTo>
                    <a:pt x="4952124" y="2788773"/>
                  </a:lnTo>
                  <a:lnTo>
                    <a:pt x="4838663" y="2799590"/>
                  </a:lnTo>
                  <a:lnTo>
                    <a:pt x="4726591" y="2811818"/>
                  </a:lnTo>
                  <a:lnTo>
                    <a:pt x="4618372" y="2825449"/>
                  </a:lnTo>
                  <a:lnTo>
                    <a:pt x="4515693" y="2840503"/>
                  </a:lnTo>
                  <a:lnTo>
                    <a:pt x="4419530" y="2857044"/>
                  </a:lnTo>
                  <a:lnTo>
                    <a:pt x="4330272" y="2875180"/>
                  </a:lnTo>
                  <a:lnTo>
                    <a:pt x="4247869" y="2895064"/>
                  </a:lnTo>
                  <a:lnTo>
                    <a:pt x="4171955" y="2916892"/>
                  </a:lnTo>
                  <a:lnTo>
                    <a:pt x="4101960" y="2940897"/>
                  </a:lnTo>
                  <a:lnTo>
                    <a:pt x="4037196" y="2967342"/>
                  </a:lnTo>
                  <a:lnTo>
                    <a:pt x="3976913" y="2996504"/>
                  </a:lnTo>
                  <a:lnTo>
                    <a:pt x="3920358" y="3028650"/>
                  </a:lnTo>
                  <a:lnTo>
                    <a:pt x="3866804" y="3063993"/>
                  </a:lnTo>
                  <a:lnTo>
                    <a:pt x="3820202" y="3098961"/>
                  </a:lnTo>
                  <a:lnTo>
                    <a:pt x="3771211" y="3140079"/>
                  </a:lnTo>
                  <a:lnTo>
                    <a:pt x="3723531" y="3184482"/>
                  </a:lnTo>
                  <a:lnTo>
                    <a:pt x="3676774" y="3232234"/>
                  </a:lnTo>
                  <a:lnTo>
                    <a:pt x="3630634" y="3283336"/>
                  </a:lnTo>
                  <a:lnTo>
                    <a:pt x="3584871" y="3337715"/>
                  </a:lnTo>
                  <a:lnTo>
                    <a:pt x="3539308" y="3395222"/>
                  </a:lnTo>
                  <a:lnTo>
                    <a:pt x="3493815" y="3455624"/>
                  </a:lnTo>
                  <a:lnTo>
                    <a:pt x="3448307" y="3518606"/>
                  </a:lnTo>
                  <a:lnTo>
                    <a:pt x="3402740" y="3583777"/>
                  </a:lnTo>
                  <a:lnTo>
                    <a:pt x="3357098" y="3650673"/>
                  </a:lnTo>
                  <a:lnTo>
                    <a:pt x="3311391" y="3718774"/>
                  </a:lnTo>
                  <a:lnTo>
                    <a:pt x="3265645" y="3787517"/>
                  </a:lnTo>
                  <a:lnTo>
                    <a:pt x="3219895" y="3856317"/>
                  </a:lnTo>
                  <a:lnTo>
                    <a:pt x="3174177" y="3924588"/>
                  </a:lnTo>
                  <a:lnTo>
                    <a:pt x="3128521" y="3991761"/>
                  </a:lnTo>
                  <a:lnTo>
                    <a:pt x="3082940" y="4057306"/>
                  </a:lnTo>
                  <a:lnTo>
                    <a:pt x="3037424" y="4120748"/>
                  </a:lnTo>
                  <a:lnTo>
                    <a:pt x="2991933" y="4181679"/>
                  </a:lnTo>
                  <a:lnTo>
                    <a:pt x="2946392" y="4239770"/>
                  </a:lnTo>
                  <a:lnTo>
                    <a:pt x="2900680" y="4294772"/>
                  </a:lnTo>
                  <a:lnTo>
                    <a:pt x="2854630" y="4346520"/>
                  </a:lnTo>
                  <a:lnTo>
                    <a:pt x="2808015" y="4394926"/>
                  </a:lnTo>
                  <a:lnTo>
                    <a:pt x="2760543" y="4439977"/>
                  </a:lnTo>
                  <a:lnTo>
                    <a:pt x="2711842" y="4481727"/>
                  </a:lnTo>
                  <a:lnTo>
                    <a:pt x="2702183" y="4489476"/>
                  </a:lnTo>
                  <a:lnTo>
                    <a:pt x="2650784" y="4527817"/>
                  </a:lnTo>
                  <a:lnTo>
                    <a:pt x="2596983" y="4562861"/>
                  </a:lnTo>
                  <a:lnTo>
                    <a:pt x="2540118" y="4594724"/>
                  </a:lnTo>
                  <a:lnTo>
                    <a:pt x="2479457" y="4623626"/>
                  </a:lnTo>
                  <a:lnTo>
                    <a:pt x="2414244" y="4649836"/>
                  </a:lnTo>
                  <a:lnTo>
                    <a:pt x="2343734" y="4673631"/>
                  </a:lnTo>
                  <a:lnTo>
                    <a:pt x="2267247" y="4695271"/>
                  </a:lnTo>
                  <a:lnTo>
                    <a:pt x="2184228" y="4714988"/>
                  </a:lnTo>
                  <a:lnTo>
                    <a:pt x="2094334" y="4732972"/>
                  </a:lnTo>
                  <a:lnTo>
                    <a:pt x="1997550" y="4749374"/>
                  </a:lnTo>
                  <a:lnTo>
                    <a:pt x="1894313" y="4764295"/>
                  </a:lnTo>
                  <a:lnTo>
                    <a:pt x="1785660" y="4777797"/>
                  </a:lnTo>
                  <a:lnTo>
                    <a:pt x="1673346" y="4789897"/>
                  </a:lnTo>
                  <a:lnTo>
                    <a:pt x="1559908" y="4800583"/>
                  </a:lnTo>
                  <a:lnTo>
                    <a:pt x="1448620" y="4809827"/>
                  </a:lnTo>
                  <a:lnTo>
                    <a:pt x="1343283" y="4817603"/>
                  </a:lnTo>
                  <a:lnTo>
                    <a:pt x="1247842" y="4823907"/>
                  </a:lnTo>
                  <a:lnTo>
                    <a:pt x="1165866" y="4828782"/>
                  </a:lnTo>
                  <a:lnTo>
                    <a:pt x="1099974" y="4832329"/>
                  </a:lnTo>
                  <a:lnTo>
                    <a:pt x="1051363" y="4834707"/>
                  </a:lnTo>
                  <a:lnTo>
                    <a:pt x="1019532" y="4836127"/>
                  </a:lnTo>
                  <a:lnTo>
                    <a:pt x="1002260" y="4836832"/>
                  </a:lnTo>
                  <a:lnTo>
                    <a:pt x="995770" y="4837076"/>
                  </a:lnTo>
                  <a:lnTo>
                    <a:pt x="994940" y="4837105"/>
                  </a:lnTo>
                  <a:lnTo>
                    <a:pt x="0" y="4837105"/>
                  </a:lnTo>
                  <a:close/>
                </a:path>
              </a:pathLst>
            </a:custGeom>
            <a:solidFill>
              <a:srgbClr val="42A5F5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43" name="pl2142"/>
            <p:cNvSpPr/>
            <p:nvPr/>
          </p:nvSpPr>
          <p:spPr>
            <a:xfrm>
              <a:off x="1199187" y="1640153"/>
              <a:ext cx="12049831" cy="4837105"/>
            </a:xfrm>
            <a:custGeom>
              <a:avLst/>
              <a:pathLst>
                <a:path w="12049831" h="4837105">
                  <a:moveTo>
                    <a:pt x="0" y="4837105"/>
                  </a:moveTo>
                  <a:lnTo>
                    <a:pt x="994940" y="4837105"/>
                  </a:lnTo>
                  <a:lnTo>
                    <a:pt x="996043" y="4837066"/>
                  </a:lnTo>
                  <a:lnTo>
                    <a:pt x="1003325" y="4836791"/>
                  </a:lnTo>
                  <a:lnTo>
                    <a:pt x="1021796" y="4836031"/>
                  </a:lnTo>
                  <a:lnTo>
                    <a:pt x="1055096" y="4834532"/>
                  </a:lnTo>
                  <a:lnTo>
                    <a:pt x="1105296" y="4832055"/>
                  </a:lnTo>
                  <a:lnTo>
                    <a:pt x="1172734" y="4828393"/>
                  </a:lnTo>
                  <a:lnTo>
                    <a:pt x="1256071" y="4823390"/>
                  </a:lnTo>
                  <a:lnTo>
                    <a:pt x="1352576" y="4816952"/>
                  </a:lnTo>
                  <a:lnTo>
                    <a:pt x="1458624" y="4809042"/>
                  </a:lnTo>
                  <a:lnTo>
                    <a:pt x="1570261" y="4799664"/>
                  </a:lnTo>
                  <a:lnTo>
                    <a:pt x="1683722" y="4788847"/>
                  </a:lnTo>
                  <a:lnTo>
                    <a:pt x="1795794" y="4776619"/>
                  </a:lnTo>
                  <a:lnTo>
                    <a:pt x="1904013" y="4762989"/>
                  </a:lnTo>
                  <a:lnTo>
                    <a:pt x="2006691" y="4747934"/>
                  </a:lnTo>
                  <a:lnTo>
                    <a:pt x="2102855" y="4731393"/>
                  </a:lnTo>
                  <a:lnTo>
                    <a:pt x="2192113" y="4713257"/>
                  </a:lnTo>
                  <a:lnTo>
                    <a:pt x="2274516" y="4693373"/>
                  </a:lnTo>
                  <a:lnTo>
                    <a:pt x="2350430" y="4671545"/>
                  </a:lnTo>
                  <a:lnTo>
                    <a:pt x="2420425" y="4647541"/>
                  </a:lnTo>
                  <a:lnTo>
                    <a:pt x="2485189" y="4621095"/>
                  </a:lnTo>
                  <a:lnTo>
                    <a:pt x="2545472" y="4591933"/>
                  </a:lnTo>
                  <a:lnTo>
                    <a:pt x="2602027" y="4559787"/>
                  </a:lnTo>
                  <a:lnTo>
                    <a:pt x="2655581" y="4524444"/>
                  </a:lnTo>
                  <a:lnTo>
                    <a:pt x="2702183" y="4489476"/>
                  </a:lnTo>
                  <a:lnTo>
                    <a:pt x="2751174" y="4448358"/>
                  </a:lnTo>
                  <a:lnTo>
                    <a:pt x="2798854" y="4403955"/>
                  </a:lnTo>
                  <a:lnTo>
                    <a:pt x="2845611" y="4356203"/>
                  </a:lnTo>
                  <a:lnTo>
                    <a:pt x="2891751" y="4305102"/>
                  </a:lnTo>
                  <a:lnTo>
                    <a:pt x="2937514" y="4250722"/>
                  </a:lnTo>
                  <a:lnTo>
                    <a:pt x="2983077" y="4193215"/>
                  </a:lnTo>
                  <a:lnTo>
                    <a:pt x="3028570" y="4132813"/>
                  </a:lnTo>
                  <a:lnTo>
                    <a:pt x="3074078" y="4069831"/>
                  </a:lnTo>
                  <a:lnTo>
                    <a:pt x="3119645" y="4004660"/>
                  </a:lnTo>
                  <a:lnTo>
                    <a:pt x="3165287" y="3937764"/>
                  </a:lnTo>
                  <a:lnTo>
                    <a:pt x="3210994" y="3869663"/>
                  </a:lnTo>
                  <a:lnTo>
                    <a:pt x="3256740" y="3800920"/>
                  </a:lnTo>
                  <a:lnTo>
                    <a:pt x="3302490" y="3732120"/>
                  </a:lnTo>
                  <a:lnTo>
                    <a:pt x="3348208" y="3663849"/>
                  </a:lnTo>
                  <a:lnTo>
                    <a:pt x="3393864" y="3596676"/>
                  </a:lnTo>
                  <a:lnTo>
                    <a:pt x="3439445" y="3531131"/>
                  </a:lnTo>
                  <a:lnTo>
                    <a:pt x="3484961" y="3467690"/>
                  </a:lnTo>
                  <a:lnTo>
                    <a:pt x="3530452" y="3406758"/>
                  </a:lnTo>
                  <a:lnTo>
                    <a:pt x="3575993" y="3348667"/>
                  </a:lnTo>
                  <a:lnTo>
                    <a:pt x="3621705" y="3293665"/>
                  </a:lnTo>
                  <a:lnTo>
                    <a:pt x="3667755" y="3241917"/>
                  </a:lnTo>
                  <a:lnTo>
                    <a:pt x="3714370" y="3193511"/>
                  </a:lnTo>
                  <a:lnTo>
                    <a:pt x="3761842" y="3148460"/>
                  </a:lnTo>
                  <a:lnTo>
                    <a:pt x="3810543" y="3106711"/>
                  </a:lnTo>
                  <a:lnTo>
                    <a:pt x="3820202" y="3098961"/>
                  </a:lnTo>
                  <a:lnTo>
                    <a:pt x="3871601" y="3060620"/>
                  </a:lnTo>
                  <a:lnTo>
                    <a:pt x="3925402" y="3025576"/>
                  </a:lnTo>
                  <a:lnTo>
                    <a:pt x="3982267" y="2993714"/>
                  </a:lnTo>
                  <a:lnTo>
                    <a:pt x="4042928" y="2964811"/>
                  </a:lnTo>
                  <a:lnTo>
                    <a:pt x="4108141" y="2938601"/>
                  </a:lnTo>
                  <a:lnTo>
                    <a:pt x="4178651" y="2914806"/>
                  </a:lnTo>
                  <a:lnTo>
                    <a:pt x="4255138" y="2893166"/>
                  </a:lnTo>
                  <a:lnTo>
                    <a:pt x="4338157" y="2873450"/>
                  </a:lnTo>
                  <a:lnTo>
                    <a:pt x="4428051" y="2855465"/>
                  </a:lnTo>
                  <a:lnTo>
                    <a:pt x="4524835" y="2839064"/>
                  </a:lnTo>
                  <a:lnTo>
                    <a:pt x="4628072" y="2824142"/>
                  </a:lnTo>
                  <a:lnTo>
                    <a:pt x="4736725" y="2810640"/>
                  </a:lnTo>
                  <a:lnTo>
                    <a:pt x="4849039" y="2798540"/>
                  </a:lnTo>
                  <a:lnTo>
                    <a:pt x="4962477" y="2787854"/>
                  </a:lnTo>
                  <a:lnTo>
                    <a:pt x="5073765" y="2778610"/>
                  </a:lnTo>
                  <a:lnTo>
                    <a:pt x="5179102" y="2770835"/>
                  </a:lnTo>
                  <a:lnTo>
                    <a:pt x="5274543" y="2764530"/>
                  </a:lnTo>
                  <a:lnTo>
                    <a:pt x="5356519" y="2759655"/>
                  </a:lnTo>
                  <a:lnTo>
                    <a:pt x="5422411" y="2756109"/>
                  </a:lnTo>
                  <a:lnTo>
                    <a:pt x="5471022" y="2753730"/>
                  </a:lnTo>
                  <a:lnTo>
                    <a:pt x="5502853" y="2752310"/>
                  </a:lnTo>
                  <a:lnTo>
                    <a:pt x="5520125" y="2751605"/>
                  </a:lnTo>
                  <a:lnTo>
                    <a:pt x="5526615" y="2751361"/>
                  </a:lnTo>
                  <a:lnTo>
                    <a:pt x="5527445" y="2751332"/>
                  </a:lnTo>
                  <a:lnTo>
                    <a:pt x="6522385" y="2751332"/>
                  </a:lnTo>
                  <a:lnTo>
                    <a:pt x="6523465" y="2751283"/>
                  </a:lnTo>
                  <a:lnTo>
                    <a:pt x="6530597" y="2750927"/>
                  </a:lnTo>
                  <a:lnTo>
                    <a:pt x="6548694" y="2749947"/>
                  </a:lnTo>
                  <a:lnTo>
                    <a:pt x="6581347" y="2748013"/>
                  </a:lnTo>
                  <a:lnTo>
                    <a:pt x="6630622" y="2744816"/>
                  </a:lnTo>
                  <a:lnTo>
                    <a:pt x="6696908" y="2740086"/>
                  </a:lnTo>
                  <a:lnTo>
                    <a:pt x="6778954" y="2733620"/>
                  </a:lnTo>
                  <a:lnTo>
                    <a:pt x="6874140" y="2725293"/>
                  </a:lnTo>
                  <a:lnTo>
                    <a:pt x="6978954" y="2715053"/>
                  </a:lnTo>
                  <a:lnTo>
                    <a:pt x="7089529" y="2702904"/>
                  </a:lnTo>
                  <a:lnTo>
                    <a:pt x="7202154" y="2688880"/>
                  </a:lnTo>
                  <a:lnTo>
                    <a:pt x="7313636" y="2673019"/>
                  </a:lnTo>
                  <a:lnTo>
                    <a:pt x="7421499" y="2655336"/>
                  </a:lnTo>
                  <a:lnTo>
                    <a:pt x="7524026" y="2635806"/>
                  </a:lnTo>
                  <a:lnTo>
                    <a:pt x="7620200" y="2614354"/>
                  </a:lnTo>
                  <a:lnTo>
                    <a:pt x="7709585" y="2590847"/>
                  </a:lnTo>
                  <a:lnTo>
                    <a:pt x="7792190" y="2565094"/>
                  </a:lnTo>
                  <a:lnTo>
                    <a:pt x="7868342" y="2536848"/>
                  </a:lnTo>
                  <a:lnTo>
                    <a:pt x="7938578" y="2505813"/>
                  </a:lnTo>
                  <a:lnTo>
                    <a:pt x="8003562" y="2471654"/>
                  </a:lnTo>
                  <a:lnTo>
                    <a:pt x="8064020" y="2434015"/>
                  </a:lnTo>
                  <a:lnTo>
                    <a:pt x="8120693" y="2392547"/>
                  </a:lnTo>
                  <a:lnTo>
                    <a:pt x="8174297" y="2346959"/>
                  </a:lnTo>
                  <a:lnTo>
                    <a:pt x="8225490" y="2297088"/>
                  </a:lnTo>
                  <a:lnTo>
                    <a:pt x="8229629" y="2292777"/>
                  </a:lnTo>
                  <a:lnTo>
                    <a:pt x="8274338" y="2243518"/>
                  </a:lnTo>
                  <a:lnTo>
                    <a:pt x="8317926" y="2190669"/>
                  </a:lnTo>
                  <a:lnTo>
                    <a:pt x="8360697" y="2134157"/>
                  </a:lnTo>
                  <a:lnTo>
                    <a:pt x="8402895" y="2073966"/>
                  </a:lnTo>
                  <a:lnTo>
                    <a:pt x="8444716" y="2010146"/>
                  </a:lnTo>
                  <a:lnTo>
                    <a:pt x="8486311" y="1942814"/>
                  </a:lnTo>
                  <a:lnTo>
                    <a:pt x="8527797" y="1872162"/>
                  </a:lnTo>
                  <a:lnTo>
                    <a:pt x="8569256" y="1798456"/>
                  </a:lnTo>
                  <a:lnTo>
                    <a:pt x="8610741" y="1722039"/>
                  </a:lnTo>
                  <a:lnTo>
                    <a:pt x="8652280" y="1643320"/>
                  </a:lnTo>
                  <a:lnTo>
                    <a:pt x="8693882" y="1562772"/>
                  </a:lnTo>
                  <a:lnTo>
                    <a:pt x="8735538" y="1480918"/>
                  </a:lnTo>
                  <a:lnTo>
                    <a:pt x="8777228" y="1398320"/>
                  </a:lnTo>
                  <a:lnTo>
                    <a:pt x="8818926" y="1315561"/>
                  </a:lnTo>
                  <a:lnTo>
                    <a:pt x="8860603" y="1233229"/>
                  </a:lnTo>
                  <a:lnTo>
                    <a:pt x="8902237" y="1151899"/>
                  </a:lnTo>
                  <a:lnTo>
                    <a:pt x="8943811" y="1072117"/>
                  </a:lnTo>
                  <a:lnTo>
                    <a:pt x="8985323" y="994385"/>
                  </a:lnTo>
                  <a:lnTo>
                    <a:pt x="9026791" y="919149"/>
                  </a:lnTo>
                  <a:lnTo>
                    <a:pt x="9068254" y="846788"/>
                  </a:lnTo>
                  <a:lnTo>
                    <a:pt x="9109777" y="777610"/>
                  </a:lnTo>
                  <a:lnTo>
                    <a:pt x="9151458" y="711848"/>
                  </a:lnTo>
                  <a:lnTo>
                    <a:pt x="9193429" y="649661"/>
                  </a:lnTo>
                  <a:lnTo>
                    <a:pt x="9235859" y="591134"/>
                  </a:lnTo>
                  <a:lnTo>
                    <a:pt x="9278966" y="536286"/>
                  </a:lnTo>
                  <a:lnTo>
                    <a:pt x="9323020" y="485074"/>
                  </a:lnTo>
                  <a:lnTo>
                    <a:pt x="9347647" y="458555"/>
                  </a:lnTo>
                  <a:lnTo>
                    <a:pt x="9398667" y="408329"/>
                  </a:lnTo>
                  <a:lnTo>
                    <a:pt x="9452049" y="362391"/>
                  </a:lnTo>
                  <a:lnTo>
                    <a:pt x="9508442" y="320593"/>
                  </a:lnTo>
                  <a:lnTo>
                    <a:pt x="9568559" y="282650"/>
                  </a:lnTo>
                  <a:lnTo>
                    <a:pt x="9633141" y="248217"/>
                  </a:lnTo>
                  <a:lnTo>
                    <a:pt x="9702917" y="216938"/>
                  </a:lnTo>
                  <a:lnTo>
                    <a:pt x="9778558" y="188473"/>
                  </a:lnTo>
                  <a:lnTo>
                    <a:pt x="9860614" y="162524"/>
                  </a:lnTo>
                  <a:lnTo>
                    <a:pt x="9949434" y="138839"/>
                  </a:lnTo>
                  <a:lnTo>
                    <a:pt x="10045056" y="117223"/>
                  </a:lnTo>
                  <a:lnTo>
                    <a:pt x="10147088" y="97539"/>
                  </a:lnTo>
                  <a:lnTo>
                    <a:pt x="10254565" y="79705"/>
                  </a:lnTo>
                  <a:lnTo>
                    <a:pt x="10365832" y="63693"/>
                  </a:lnTo>
                  <a:lnTo>
                    <a:pt x="10478474" y="49516"/>
                  </a:lnTo>
                  <a:lnTo>
                    <a:pt x="10589354" y="37211"/>
                  </a:lnTo>
                  <a:lnTo>
                    <a:pt x="10694791" y="26812"/>
                  </a:lnTo>
                  <a:lnTo>
                    <a:pt x="10790915" y="18328"/>
                  </a:lnTo>
                  <a:lnTo>
                    <a:pt x="10874160" y="11712"/>
                  </a:lnTo>
                  <a:lnTo>
                    <a:pt x="10941816" y="6846"/>
                  </a:lnTo>
                  <a:lnTo>
                    <a:pt x="10992505" y="3531"/>
                  </a:lnTo>
                  <a:lnTo>
                    <a:pt x="11026476" y="1504"/>
                  </a:lnTo>
                  <a:lnTo>
                    <a:pt x="11045659" y="457"/>
                  </a:lnTo>
                  <a:lnTo>
                    <a:pt x="11053527" y="63"/>
                  </a:lnTo>
                  <a:lnTo>
                    <a:pt x="11054890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4" name="pl2143"/>
            <p:cNvSpPr/>
            <p:nvPr/>
          </p:nvSpPr>
          <p:spPr>
            <a:xfrm>
              <a:off x="1199187" y="1634913"/>
              <a:ext cx="12049831" cy="4837105"/>
            </a:xfrm>
            <a:custGeom>
              <a:avLst/>
              <a:pathLst>
                <a:path w="12049831" h="4837105">
                  <a:moveTo>
                    <a:pt x="12049831" y="0"/>
                  </a:moveTo>
                  <a:lnTo>
                    <a:pt x="11054891" y="0"/>
                  </a:lnTo>
                  <a:lnTo>
                    <a:pt x="11053811" y="49"/>
                  </a:lnTo>
                  <a:lnTo>
                    <a:pt x="11046680" y="404"/>
                  </a:lnTo>
                  <a:lnTo>
                    <a:pt x="11028583" y="1385"/>
                  </a:lnTo>
                  <a:lnTo>
                    <a:pt x="10995929" y="3319"/>
                  </a:lnTo>
                  <a:lnTo>
                    <a:pt x="10946654" y="6516"/>
                  </a:lnTo>
                  <a:lnTo>
                    <a:pt x="10880368" y="11246"/>
                  </a:lnTo>
                  <a:lnTo>
                    <a:pt x="10798323" y="17712"/>
                  </a:lnTo>
                  <a:lnTo>
                    <a:pt x="10703136" y="26039"/>
                  </a:lnTo>
                  <a:lnTo>
                    <a:pt x="10598323" y="36279"/>
                  </a:lnTo>
                  <a:lnTo>
                    <a:pt x="10487748" y="48428"/>
                  </a:lnTo>
                  <a:lnTo>
                    <a:pt x="10375123" y="62452"/>
                  </a:lnTo>
                  <a:lnTo>
                    <a:pt x="10263640" y="78313"/>
                  </a:lnTo>
                  <a:lnTo>
                    <a:pt x="10155777" y="95996"/>
                  </a:lnTo>
                  <a:lnTo>
                    <a:pt x="10053251" y="115526"/>
                  </a:lnTo>
                  <a:lnTo>
                    <a:pt x="9957077" y="136978"/>
                  </a:lnTo>
                  <a:lnTo>
                    <a:pt x="9867692" y="160485"/>
                  </a:lnTo>
                  <a:lnTo>
                    <a:pt x="9785087" y="186238"/>
                  </a:lnTo>
                  <a:lnTo>
                    <a:pt x="9708935" y="214484"/>
                  </a:lnTo>
                  <a:lnTo>
                    <a:pt x="9638698" y="245519"/>
                  </a:lnTo>
                  <a:lnTo>
                    <a:pt x="9573714" y="279678"/>
                  </a:lnTo>
                  <a:lnTo>
                    <a:pt x="9513256" y="317317"/>
                  </a:lnTo>
                  <a:lnTo>
                    <a:pt x="9456584" y="358785"/>
                  </a:lnTo>
                  <a:lnTo>
                    <a:pt x="9402979" y="404373"/>
                  </a:lnTo>
                  <a:lnTo>
                    <a:pt x="9351786" y="454244"/>
                  </a:lnTo>
                  <a:lnTo>
                    <a:pt x="9347647" y="458555"/>
                  </a:lnTo>
                  <a:lnTo>
                    <a:pt x="9302939" y="507814"/>
                  </a:lnTo>
                  <a:lnTo>
                    <a:pt x="9259350" y="560663"/>
                  </a:lnTo>
                  <a:lnTo>
                    <a:pt x="9216579" y="617175"/>
                  </a:lnTo>
                  <a:lnTo>
                    <a:pt x="9174381" y="677366"/>
                  </a:lnTo>
                  <a:lnTo>
                    <a:pt x="9132561" y="741186"/>
                  </a:lnTo>
                  <a:lnTo>
                    <a:pt x="9090965" y="808518"/>
                  </a:lnTo>
                  <a:lnTo>
                    <a:pt x="9049479" y="879170"/>
                  </a:lnTo>
                  <a:lnTo>
                    <a:pt x="9008021" y="952876"/>
                  </a:lnTo>
                  <a:lnTo>
                    <a:pt x="8966536" y="1029293"/>
                  </a:lnTo>
                  <a:lnTo>
                    <a:pt x="8924997" y="1108012"/>
                  </a:lnTo>
                  <a:lnTo>
                    <a:pt x="8883395" y="1188560"/>
                  </a:lnTo>
                  <a:lnTo>
                    <a:pt x="8841739" y="1270414"/>
                  </a:lnTo>
                  <a:lnTo>
                    <a:pt x="8800049" y="1353012"/>
                  </a:lnTo>
                  <a:lnTo>
                    <a:pt x="8758351" y="1435770"/>
                  </a:lnTo>
                  <a:lnTo>
                    <a:pt x="8716673" y="1518103"/>
                  </a:lnTo>
                  <a:lnTo>
                    <a:pt x="8675040" y="1599433"/>
                  </a:lnTo>
                  <a:lnTo>
                    <a:pt x="8633466" y="1679215"/>
                  </a:lnTo>
                  <a:lnTo>
                    <a:pt x="8591954" y="1756947"/>
                  </a:lnTo>
                  <a:lnTo>
                    <a:pt x="8550486" y="1832183"/>
                  </a:lnTo>
                  <a:lnTo>
                    <a:pt x="8509023" y="1904544"/>
                  </a:lnTo>
                  <a:lnTo>
                    <a:pt x="8467499" y="1973722"/>
                  </a:lnTo>
                  <a:lnTo>
                    <a:pt x="8425818" y="2039483"/>
                  </a:lnTo>
                  <a:lnTo>
                    <a:pt x="8383848" y="2101671"/>
                  </a:lnTo>
                  <a:lnTo>
                    <a:pt x="8341418" y="2160198"/>
                  </a:lnTo>
                  <a:lnTo>
                    <a:pt x="8298310" y="2215046"/>
                  </a:lnTo>
                  <a:lnTo>
                    <a:pt x="8254256" y="2266258"/>
                  </a:lnTo>
                  <a:lnTo>
                    <a:pt x="8229629" y="2292777"/>
                  </a:lnTo>
                  <a:lnTo>
                    <a:pt x="8178609" y="2343003"/>
                  </a:lnTo>
                  <a:lnTo>
                    <a:pt x="8125227" y="2388941"/>
                  </a:lnTo>
                  <a:lnTo>
                    <a:pt x="8068835" y="2430739"/>
                  </a:lnTo>
                  <a:lnTo>
                    <a:pt x="8008718" y="2468682"/>
                  </a:lnTo>
                  <a:lnTo>
                    <a:pt x="7944136" y="2503115"/>
                  </a:lnTo>
                  <a:lnTo>
                    <a:pt x="7874359" y="2534394"/>
                  </a:lnTo>
                  <a:lnTo>
                    <a:pt x="7798718" y="2562859"/>
                  </a:lnTo>
                  <a:lnTo>
                    <a:pt x="7716662" y="2588808"/>
                  </a:lnTo>
                  <a:lnTo>
                    <a:pt x="7627843" y="2612493"/>
                  </a:lnTo>
                  <a:lnTo>
                    <a:pt x="7532220" y="2634109"/>
                  </a:lnTo>
                  <a:lnTo>
                    <a:pt x="7430189" y="2653793"/>
                  </a:lnTo>
                  <a:lnTo>
                    <a:pt x="7322712" y="2671627"/>
                  </a:lnTo>
                  <a:lnTo>
                    <a:pt x="7211445" y="2687639"/>
                  </a:lnTo>
                  <a:lnTo>
                    <a:pt x="7098802" y="2701816"/>
                  </a:lnTo>
                  <a:lnTo>
                    <a:pt x="6987922" y="2714121"/>
                  </a:lnTo>
                  <a:lnTo>
                    <a:pt x="6882486" y="2724520"/>
                  </a:lnTo>
                  <a:lnTo>
                    <a:pt x="6786362" y="2733004"/>
                  </a:lnTo>
                  <a:lnTo>
                    <a:pt x="6703116" y="2739620"/>
                  </a:lnTo>
                  <a:lnTo>
                    <a:pt x="6635460" y="2744486"/>
                  </a:lnTo>
                  <a:lnTo>
                    <a:pt x="6584771" y="2747801"/>
                  </a:lnTo>
                  <a:lnTo>
                    <a:pt x="6550801" y="2749827"/>
                  </a:lnTo>
                  <a:lnTo>
                    <a:pt x="6531618" y="2750875"/>
                  </a:lnTo>
                  <a:lnTo>
                    <a:pt x="6523750" y="2751269"/>
                  </a:lnTo>
                  <a:lnTo>
                    <a:pt x="6522386" y="2751332"/>
                  </a:lnTo>
                  <a:lnTo>
                    <a:pt x="6522385" y="2751332"/>
                  </a:lnTo>
                  <a:lnTo>
                    <a:pt x="5527445" y="2751332"/>
                  </a:lnTo>
                  <a:lnTo>
                    <a:pt x="5526342" y="2751371"/>
                  </a:lnTo>
                  <a:lnTo>
                    <a:pt x="5519060" y="2751646"/>
                  </a:lnTo>
                  <a:lnTo>
                    <a:pt x="5500589" y="2752406"/>
                  </a:lnTo>
                  <a:lnTo>
                    <a:pt x="5467289" y="2753905"/>
                  </a:lnTo>
                  <a:lnTo>
                    <a:pt x="5417089" y="2756382"/>
                  </a:lnTo>
                  <a:lnTo>
                    <a:pt x="5349651" y="2760044"/>
                  </a:lnTo>
                  <a:lnTo>
                    <a:pt x="5266314" y="2765047"/>
                  </a:lnTo>
                  <a:lnTo>
                    <a:pt x="5169809" y="2771485"/>
                  </a:lnTo>
                  <a:lnTo>
                    <a:pt x="5063761" y="2779395"/>
                  </a:lnTo>
                  <a:lnTo>
                    <a:pt x="4952124" y="2788773"/>
                  </a:lnTo>
                  <a:lnTo>
                    <a:pt x="4838663" y="2799590"/>
                  </a:lnTo>
                  <a:lnTo>
                    <a:pt x="4726591" y="2811818"/>
                  </a:lnTo>
                  <a:lnTo>
                    <a:pt x="4618372" y="2825449"/>
                  </a:lnTo>
                  <a:lnTo>
                    <a:pt x="4515693" y="2840503"/>
                  </a:lnTo>
                  <a:lnTo>
                    <a:pt x="4419530" y="2857044"/>
                  </a:lnTo>
                  <a:lnTo>
                    <a:pt x="4330272" y="2875180"/>
                  </a:lnTo>
                  <a:lnTo>
                    <a:pt x="4247869" y="2895064"/>
                  </a:lnTo>
                  <a:lnTo>
                    <a:pt x="4171955" y="2916892"/>
                  </a:lnTo>
                  <a:lnTo>
                    <a:pt x="4101960" y="2940897"/>
                  </a:lnTo>
                  <a:lnTo>
                    <a:pt x="4037196" y="2967342"/>
                  </a:lnTo>
                  <a:lnTo>
                    <a:pt x="3976913" y="2996504"/>
                  </a:lnTo>
                  <a:lnTo>
                    <a:pt x="3920358" y="3028650"/>
                  </a:lnTo>
                  <a:lnTo>
                    <a:pt x="3866804" y="3063993"/>
                  </a:lnTo>
                  <a:lnTo>
                    <a:pt x="3820202" y="3098961"/>
                  </a:lnTo>
                  <a:lnTo>
                    <a:pt x="3771211" y="3140079"/>
                  </a:lnTo>
                  <a:lnTo>
                    <a:pt x="3723531" y="3184482"/>
                  </a:lnTo>
                  <a:lnTo>
                    <a:pt x="3676774" y="3232234"/>
                  </a:lnTo>
                  <a:lnTo>
                    <a:pt x="3630634" y="3283336"/>
                  </a:lnTo>
                  <a:lnTo>
                    <a:pt x="3584871" y="3337715"/>
                  </a:lnTo>
                  <a:lnTo>
                    <a:pt x="3539308" y="3395222"/>
                  </a:lnTo>
                  <a:lnTo>
                    <a:pt x="3493815" y="3455624"/>
                  </a:lnTo>
                  <a:lnTo>
                    <a:pt x="3448307" y="3518606"/>
                  </a:lnTo>
                  <a:lnTo>
                    <a:pt x="3402740" y="3583777"/>
                  </a:lnTo>
                  <a:lnTo>
                    <a:pt x="3357098" y="3650673"/>
                  </a:lnTo>
                  <a:lnTo>
                    <a:pt x="3311391" y="3718774"/>
                  </a:lnTo>
                  <a:lnTo>
                    <a:pt x="3265645" y="3787517"/>
                  </a:lnTo>
                  <a:lnTo>
                    <a:pt x="3219895" y="3856317"/>
                  </a:lnTo>
                  <a:lnTo>
                    <a:pt x="3174177" y="3924588"/>
                  </a:lnTo>
                  <a:lnTo>
                    <a:pt x="3128521" y="3991761"/>
                  </a:lnTo>
                  <a:lnTo>
                    <a:pt x="3082940" y="4057306"/>
                  </a:lnTo>
                  <a:lnTo>
                    <a:pt x="3037424" y="4120748"/>
                  </a:lnTo>
                  <a:lnTo>
                    <a:pt x="2991933" y="4181679"/>
                  </a:lnTo>
                  <a:lnTo>
                    <a:pt x="2946392" y="4239770"/>
                  </a:lnTo>
                  <a:lnTo>
                    <a:pt x="2900680" y="4294772"/>
                  </a:lnTo>
                  <a:lnTo>
                    <a:pt x="2854630" y="4346520"/>
                  </a:lnTo>
                  <a:lnTo>
                    <a:pt x="2808015" y="4394926"/>
                  </a:lnTo>
                  <a:lnTo>
                    <a:pt x="2760543" y="4439977"/>
                  </a:lnTo>
                  <a:lnTo>
                    <a:pt x="2711842" y="4481727"/>
                  </a:lnTo>
                  <a:lnTo>
                    <a:pt x="2702183" y="4489476"/>
                  </a:lnTo>
                  <a:lnTo>
                    <a:pt x="2650784" y="4527817"/>
                  </a:lnTo>
                  <a:lnTo>
                    <a:pt x="2596983" y="4562861"/>
                  </a:lnTo>
                  <a:lnTo>
                    <a:pt x="2540118" y="4594724"/>
                  </a:lnTo>
                  <a:lnTo>
                    <a:pt x="2479457" y="4623626"/>
                  </a:lnTo>
                  <a:lnTo>
                    <a:pt x="2414244" y="4649836"/>
                  </a:lnTo>
                  <a:lnTo>
                    <a:pt x="2343734" y="4673631"/>
                  </a:lnTo>
                  <a:lnTo>
                    <a:pt x="2267247" y="4695271"/>
                  </a:lnTo>
                  <a:lnTo>
                    <a:pt x="2184228" y="4714988"/>
                  </a:lnTo>
                  <a:lnTo>
                    <a:pt x="2094334" y="4732972"/>
                  </a:lnTo>
                  <a:lnTo>
                    <a:pt x="1997550" y="4749374"/>
                  </a:lnTo>
                  <a:lnTo>
                    <a:pt x="1894313" y="4764295"/>
                  </a:lnTo>
                  <a:lnTo>
                    <a:pt x="1785660" y="4777797"/>
                  </a:lnTo>
                  <a:lnTo>
                    <a:pt x="1673346" y="4789897"/>
                  </a:lnTo>
                  <a:lnTo>
                    <a:pt x="1559908" y="4800583"/>
                  </a:lnTo>
                  <a:lnTo>
                    <a:pt x="1448620" y="4809827"/>
                  </a:lnTo>
                  <a:lnTo>
                    <a:pt x="1343283" y="4817603"/>
                  </a:lnTo>
                  <a:lnTo>
                    <a:pt x="1247842" y="4823907"/>
                  </a:lnTo>
                  <a:lnTo>
                    <a:pt x="1165866" y="4828782"/>
                  </a:lnTo>
                  <a:lnTo>
                    <a:pt x="1099974" y="4832329"/>
                  </a:lnTo>
                  <a:lnTo>
                    <a:pt x="1051363" y="4834707"/>
                  </a:lnTo>
                  <a:lnTo>
                    <a:pt x="1019532" y="4836127"/>
                  </a:lnTo>
                  <a:lnTo>
                    <a:pt x="1002260" y="4836832"/>
                  </a:lnTo>
                  <a:lnTo>
                    <a:pt x="995770" y="4837076"/>
                  </a:lnTo>
                  <a:lnTo>
                    <a:pt x="994940" y="4837105"/>
                  </a:lnTo>
                  <a:lnTo>
                    <a:pt x="0" y="4837105"/>
                  </a:lnTo>
                  <a:lnTo>
                    <a:pt x="0" y="48371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5" name="pg2144"/>
            <p:cNvSpPr/>
            <p:nvPr/>
          </p:nvSpPr>
          <p:spPr>
            <a:xfrm>
              <a:off x="1199187" y="4705924"/>
              <a:ext cx="12049831" cy="1776574"/>
            </a:xfrm>
            <a:custGeom>
              <a:avLst/>
              <a:pathLst>
                <a:path w="12049831" h="1776574">
                  <a:moveTo>
                    <a:pt x="0" y="1776574"/>
                  </a:moveTo>
                  <a:lnTo>
                    <a:pt x="994940" y="1776574"/>
                  </a:lnTo>
                  <a:lnTo>
                    <a:pt x="996052" y="1776541"/>
                  </a:lnTo>
                  <a:lnTo>
                    <a:pt x="1003393" y="1776306"/>
                  </a:lnTo>
                  <a:lnTo>
                    <a:pt x="1022009" y="1775655"/>
                  </a:lnTo>
                  <a:lnTo>
                    <a:pt x="1055562" y="1774371"/>
                  </a:lnTo>
                  <a:lnTo>
                    <a:pt x="1106120" y="1772250"/>
                  </a:lnTo>
                  <a:lnTo>
                    <a:pt x="1174006" y="1769114"/>
                  </a:lnTo>
                  <a:lnTo>
                    <a:pt x="1257843" y="1764832"/>
                  </a:lnTo>
                  <a:lnTo>
                    <a:pt x="1354857" y="1759323"/>
                  </a:lnTo>
                  <a:lnTo>
                    <a:pt x="1461379" y="1752557"/>
                  </a:lnTo>
                  <a:lnTo>
                    <a:pt x="1573423" y="1744538"/>
                  </a:lnTo>
                  <a:lnTo>
                    <a:pt x="1687201" y="1735291"/>
                  </a:lnTo>
                  <a:lnTo>
                    <a:pt x="1799497" y="1724838"/>
                  </a:lnTo>
                  <a:lnTo>
                    <a:pt x="1907847" y="1713189"/>
                  </a:lnTo>
                  <a:lnTo>
                    <a:pt x="2010580" y="1700322"/>
                  </a:lnTo>
                  <a:lnTo>
                    <a:pt x="2106736" y="1686182"/>
                  </a:lnTo>
                  <a:lnTo>
                    <a:pt x="2195941" y="1670675"/>
                  </a:lnTo>
                  <a:lnTo>
                    <a:pt x="2278264" y="1653669"/>
                  </a:lnTo>
                  <a:lnTo>
                    <a:pt x="2354086" y="1634994"/>
                  </a:lnTo>
                  <a:lnTo>
                    <a:pt x="2423988" y="1614450"/>
                  </a:lnTo>
                  <a:lnTo>
                    <a:pt x="2488669" y="1591808"/>
                  </a:lnTo>
                  <a:lnTo>
                    <a:pt x="2548885" y="1566833"/>
                  </a:lnTo>
                  <a:lnTo>
                    <a:pt x="2605398" y="1539299"/>
                  </a:lnTo>
                  <a:lnTo>
                    <a:pt x="2658936" y="1509024"/>
                  </a:lnTo>
                  <a:lnTo>
                    <a:pt x="2702183" y="1481352"/>
                  </a:lnTo>
                  <a:lnTo>
                    <a:pt x="2753464" y="1444706"/>
                  </a:lnTo>
                  <a:lnTo>
                    <a:pt x="2803327" y="1404996"/>
                  </a:lnTo>
                  <a:lnTo>
                    <a:pt x="2852213" y="1362163"/>
                  </a:lnTo>
                  <a:lnTo>
                    <a:pt x="2900463" y="1316215"/>
                  </a:lnTo>
                  <a:lnTo>
                    <a:pt x="2948341" y="1267234"/>
                  </a:lnTo>
                  <a:lnTo>
                    <a:pt x="2996037" y="1215384"/>
                  </a:lnTo>
                  <a:lnTo>
                    <a:pt x="3043688" y="1160912"/>
                  </a:lnTo>
                  <a:lnTo>
                    <a:pt x="3091374" y="1104150"/>
                  </a:lnTo>
                  <a:lnTo>
                    <a:pt x="3139135" y="1045507"/>
                  </a:lnTo>
                  <a:lnTo>
                    <a:pt x="3186977" y="985457"/>
                  </a:lnTo>
                  <a:lnTo>
                    <a:pt x="3234879" y="924531"/>
                  </a:lnTo>
                  <a:lnTo>
                    <a:pt x="3282803" y="863289"/>
                  </a:lnTo>
                  <a:lnTo>
                    <a:pt x="3330709" y="802306"/>
                  </a:lnTo>
                  <a:lnTo>
                    <a:pt x="3378558" y="742147"/>
                  </a:lnTo>
                  <a:lnTo>
                    <a:pt x="3426328" y="683343"/>
                  </a:lnTo>
                  <a:lnTo>
                    <a:pt x="3474020" y="626377"/>
                  </a:lnTo>
                  <a:lnTo>
                    <a:pt x="3521671" y="571665"/>
                  </a:lnTo>
                  <a:lnTo>
                    <a:pt x="3569358" y="519546"/>
                  </a:lnTo>
                  <a:lnTo>
                    <a:pt x="3617210" y="470274"/>
                  </a:lnTo>
                  <a:lnTo>
                    <a:pt x="3665413" y="424023"/>
                  </a:lnTo>
                  <a:lnTo>
                    <a:pt x="3714223" y="380883"/>
                  </a:lnTo>
                  <a:lnTo>
                    <a:pt x="3763973" y="340868"/>
                  </a:lnTo>
                  <a:lnTo>
                    <a:pt x="3815092" y="303926"/>
                  </a:lnTo>
                  <a:lnTo>
                    <a:pt x="3820202" y="300463"/>
                  </a:lnTo>
                  <a:lnTo>
                    <a:pt x="3871748" y="267814"/>
                  </a:lnTo>
                  <a:lnTo>
                    <a:pt x="3925710" y="237982"/>
                  </a:lnTo>
                  <a:lnTo>
                    <a:pt x="3982759" y="210866"/>
                  </a:lnTo>
                  <a:lnTo>
                    <a:pt x="4043630" y="186275"/>
                  </a:lnTo>
                  <a:lnTo>
                    <a:pt x="4109088" y="163981"/>
                  </a:lnTo>
                  <a:lnTo>
                    <a:pt x="4179882" y="143747"/>
                  </a:lnTo>
                  <a:lnTo>
                    <a:pt x="4256697" y="125349"/>
                  </a:lnTo>
                  <a:lnTo>
                    <a:pt x="4340091" y="108591"/>
                  </a:lnTo>
                  <a:lnTo>
                    <a:pt x="4430401" y="93308"/>
                  </a:lnTo>
                  <a:lnTo>
                    <a:pt x="4527635" y="79375"/>
                  </a:lnTo>
                  <a:lnTo>
                    <a:pt x="4631337" y="66703"/>
                  </a:lnTo>
                  <a:lnTo>
                    <a:pt x="4740443" y="55243"/>
                  </a:lnTo>
                  <a:lnTo>
                    <a:pt x="4853157" y="44981"/>
                  </a:lnTo>
                  <a:lnTo>
                    <a:pt x="4966894" y="35926"/>
                  </a:lnTo>
                  <a:lnTo>
                    <a:pt x="5078326" y="28103"/>
                  </a:lnTo>
                  <a:lnTo>
                    <a:pt x="5183609" y="21536"/>
                  </a:lnTo>
                  <a:lnTo>
                    <a:pt x="5278766" y="16225"/>
                  </a:lnTo>
                  <a:lnTo>
                    <a:pt x="5360233" y="12131"/>
                  </a:lnTo>
                  <a:lnTo>
                    <a:pt x="5425429" y="9165"/>
                  </a:lnTo>
                  <a:lnTo>
                    <a:pt x="5473230" y="7189"/>
                  </a:lnTo>
                  <a:lnTo>
                    <a:pt x="5504239" y="6020"/>
                  </a:lnTo>
                  <a:lnTo>
                    <a:pt x="5520789" y="5450"/>
                  </a:lnTo>
                  <a:lnTo>
                    <a:pt x="5526776" y="526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5" y="5258"/>
                  </a:lnTo>
                  <a:lnTo>
                    <a:pt x="6530968" y="5387"/>
                  </a:lnTo>
                  <a:lnTo>
                    <a:pt x="6549858" y="5743"/>
                  </a:lnTo>
                  <a:lnTo>
                    <a:pt x="6583885" y="6445"/>
                  </a:lnTo>
                  <a:lnTo>
                    <a:pt x="6635121" y="7605"/>
                  </a:lnTo>
                  <a:lnTo>
                    <a:pt x="6703848" y="9320"/>
                  </a:lnTo>
                  <a:lnTo>
                    <a:pt x="6788623" y="11660"/>
                  </a:lnTo>
                  <a:lnTo>
                    <a:pt x="6886589" y="14668"/>
                  </a:lnTo>
                  <a:lnTo>
                    <a:pt x="6993997" y="18361"/>
                  </a:lnTo>
                  <a:lnTo>
                    <a:pt x="7106797" y="22734"/>
                  </a:lnTo>
                  <a:lnTo>
                    <a:pt x="7221164" y="27776"/>
                  </a:lnTo>
                  <a:lnTo>
                    <a:pt x="7333868" y="33472"/>
                  </a:lnTo>
                  <a:lnTo>
                    <a:pt x="7442458" y="39820"/>
                  </a:lnTo>
                  <a:lnTo>
                    <a:pt x="7545285" y="46832"/>
                  </a:lnTo>
                  <a:lnTo>
                    <a:pt x="7641420" y="54540"/>
                  </a:lnTo>
                  <a:lnTo>
                    <a:pt x="7730524" y="62996"/>
                  </a:lnTo>
                  <a:lnTo>
                    <a:pt x="7812696" y="72275"/>
                  </a:lnTo>
                  <a:lnTo>
                    <a:pt x="7888343" y="82471"/>
                  </a:lnTo>
                  <a:lnTo>
                    <a:pt x="7958071" y="93695"/>
                  </a:lnTo>
                  <a:lnTo>
                    <a:pt x="8022599" y="106073"/>
                  </a:lnTo>
                  <a:lnTo>
                    <a:pt x="8082695" y="119734"/>
                  </a:lnTo>
                  <a:lnTo>
                    <a:pt x="8139132" y="134800"/>
                  </a:lnTo>
                  <a:lnTo>
                    <a:pt x="8192643" y="151366"/>
                  </a:lnTo>
                  <a:lnTo>
                    <a:pt x="8229629" y="164206"/>
                  </a:lnTo>
                  <a:lnTo>
                    <a:pt x="8287181" y="186508"/>
                  </a:lnTo>
                  <a:lnTo>
                    <a:pt x="8343015" y="210903"/>
                  </a:lnTo>
                  <a:lnTo>
                    <a:pt x="8397729" y="237425"/>
                  </a:lnTo>
                  <a:lnTo>
                    <a:pt x="8451771" y="266053"/>
                  </a:lnTo>
                  <a:lnTo>
                    <a:pt x="8505472" y="296696"/>
                  </a:lnTo>
                  <a:lnTo>
                    <a:pt x="8559056" y="329193"/>
                  </a:lnTo>
                  <a:lnTo>
                    <a:pt x="8612664" y="363310"/>
                  </a:lnTo>
                  <a:lnTo>
                    <a:pt x="8666362" y="398746"/>
                  </a:lnTo>
                  <a:lnTo>
                    <a:pt x="8720162" y="435139"/>
                  </a:lnTo>
                  <a:lnTo>
                    <a:pt x="8774031" y="472085"/>
                  </a:lnTo>
                  <a:lnTo>
                    <a:pt x="8827917" y="509149"/>
                  </a:lnTo>
                  <a:lnTo>
                    <a:pt x="8881760" y="545894"/>
                  </a:lnTo>
                  <a:lnTo>
                    <a:pt x="8935515" y="581897"/>
                  </a:lnTo>
                  <a:lnTo>
                    <a:pt x="8989167" y="616771"/>
                  </a:lnTo>
                  <a:lnTo>
                    <a:pt x="9042752" y="650179"/>
                  </a:lnTo>
                  <a:lnTo>
                    <a:pt x="9096367" y="681852"/>
                  </a:lnTo>
                  <a:lnTo>
                    <a:pt x="9150191" y="711588"/>
                  </a:lnTo>
                  <a:lnTo>
                    <a:pt x="9204493" y="739259"/>
                  </a:lnTo>
                  <a:lnTo>
                    <a:pt x="9259655" y="764806"/>
                  </a:lnTo>
                  <a:lnTo>
                    <a:pt x="9316192" y="788235"/>
                  </a:lnTo>
                  <a:lnTo>
                    <a:pt x="9347647" y="800070"/>
                  </a:lnTo>
                  <a:lnTo>
                    <a:pt x="9399469" y="817737"/>
                  </a:lnTo>
                  <a:lnTo>
                    <a:pt x="9453735" y="833873"/>
                  </a:lnTo>
                  <a:lnTo>
                    <a:pt x="9511127" y="848532"/>
                  </a:lnTo>
                  <a:lnTo>
                    <a:pt x="9572394" y="861818"/>
                  </a:lnTo>
                  <a:lnTo>
                    <a:pt x="9638311" y="873857"/>
                  </a:lnTo>
                  <a:lnTo>
                    <a:pt x="9709640" y="884780"/>
                  </a:lnTo>
                  <a:lnTo>
                    <a:pt x="9787073" y="894706"/>
                  </a:lnTo>
                  <a:lnTo>
                    <a:pt x="9871169" y="903744"/>
                  </a:lnTo>
                  <a:lnTo>
                    <a:pt x="9962262" y="911983"/>
                  </a:lnTo>
                  <a:lnTo>
                    <a:pt x="10060342" y="919490"/>
                  </a:lnTo>
                  <a:lnTo>
                    <a:pt x="10164917" y="926312"/>
                  </a:lnTo>
                  <a:lnTo>
                    <a:pt x="10274868" y="932476"/>
                  </a:lnTo>
                  <a:lnTo>
                    <a:pt x="10388325" y="937989"/>
                  </a:lnTo>
                  <a:lnTo>
                    <a:pt x="10502607" y="942843"/>
                  </a:lnTo>
                  <a:lnTo>
                    <a:pt x="10614292" y="947026"/>
                  </a:lnTo>
                  <a:lnTo>
                    <a:pt x="10719445" y="950525"/>
                  </a:lnTo>
                  <a:lnTo>
                    <a:pt x="10814043" y="953342"/>
                  </a:lnTo>
                  <a:lnTo>
                    <a:pt x="10894529" y="955500"/>
                  </a:lnTo>
                  <a:lnTo>
                    <a:pt x="10958398" y="957050"/>
                  </a:lnTo>
                  <a:lnTo>
                    <a:pt x="11004673" y="958070"/>
                  </a:lnTo>
                  <a:lnTo>
                    <a:pt x="11034147" y="958663"/>
                  </a:lnTo>
                  <a:lnTo>
                    <a:pt x="11049372" y="958943"/>
                  </a:lnTo>
                  <a:lnTo>
                    <a:pt x="11054467" y="959029"/>
                  </a:lnTo>
                  <a:lnTo>
                    <a:pt x="11054891" y="959036"/>
                  </a:lnTo>
                  <a:lnTo>
                    <a:pt x="12049831" y="959036"/>
                  </a:lnTo>
                  <a:lnTo>
                    <a:pt x="12049831" y="953795"/>
                  </a:lnTo>
                  <a:lnTo>
                    <a:pt x="11054891" y="953795"/>
                  </a:lnTo>
                  <a:lnTo>
                    <a:pt x="11053762" y="953777"/>
                  </a:lnTo>
                  <a:lnTo>
                    <a:pt x="11046309" y="953648"/>
                  </a:lnTo>
                  <a:lnTo>
                    <a:pt x="11027419" y="953292"/>
                  </a:lnTo>
                  <a:lnTo>
                    <a:pt x="10993391" y="952590"/>
                  </a:lnTo>
                  <a:lnTo>
                    <a:pt x="10942156" y="951430"/>
                  </a:lnTo>
                  <a:lnTo>
                    <a:pt x="10873429" y="949715"/>
                  </a:lnTo>
                  <a:lnTo>
                    <a:pt x="10788654" y="947375"/>
                  </a:lnTo>
                  <a:lnTo>
                    <a:pt x="10690687" y="944367"/>
                  </a:lnTo>
                  <a:lnTo>
                    <a:pt x="10583279" y="940675"/>
                  </a:lnTo>
                  <a:lnTo>
                    <a:pt x="10470479" y="936301"/>
                  </a:lnTo>
                  <a:lnTo>
                    <a:pt x="10356112" y="931259"/>
                  </a:lnTo>
                  <a:lnTo>
                    <a:pt x="10243408" y="925563"/>
                  </a:lnTo>
                  <a:lnTo>
                    <a:pt x="10134818" y="919215"/>
                  </a:lnTo>
                  <a:lnTo>
                    <a:pt x="10031992" y="912203"/>
                  </a:lnTo>
                  <a:lnTo>
                    <a:pt x="9935856" y="904495"/>
                  </a:lnTo>
                  <a:lnTo>
                    <a:pt x="9846752" y="896039"/>
                  </a:lnTo>
                  <a:lnTo>
                    <a:pt x="9764580" y="886760"/>
                  </a:lnTo>
                  <a:lnTo>
                    <a:pt x="9688933" y="876564"/>
                  </a:lnTo>
                  <a:lnTo>
                    <a:pt x="9619205" y="865340"/>
                  </a:lnTo>
                  <a:lnTo>
                    <a:pt x="9554678" y="852962"/>
                  </a:lnTo>
                  <a:lnTo>
                    <a:pt x="9494581" y="839301"/>
                  </a:lnTo>
                  <a:lnTo>
                    <a:pt x="9438145" y="824235"/>
                  </a:lnTo>
                  <a:lnTo>
                    <a:pt x="9384633" y="807669"/>
                  </a:lnTo>
                  <a:lnTo>
                    <a:pt x="9347647" y="794829"/>
                  </a:lnTo>
                  <a:lnTo>
                    <a:pt x="9290095" y="772527"/>
                  </a:lnTo>
                  <a:lnTo>
                    <a:pt x="9234261" y="748132"/>
                  </a:lnTo>
                  <a:lnTo>
                    <a:pt x="9179548" y="721610"/>
                  </a:lnTo>
                  <a:lnTo>
                    <a:pt x="9125505" y="692982"/>
                  </a:lnTo>
                  <a:lnTo>
                    <a:pt x="9071805" y="662339"/>
                  </a:lnTo>
                  <a:lnTo>
                    <a:pt x="9018220" y="629842"/>
                  </a:lnTo>
                  <a:lnTo>
                    <a:pt x="8964613" y="595725"/>
                  </a:lnTo>
                  <a:lnTo>
                    <a:pt x="8910914" y="560289"/>
                  </a:lnTo>
                  <a:lnTo>
                    <a:pt x="8857115" y="523896"/>
                  </a:lnTo>
                  <a:lnTo>
                    <a:pt x="8803245" y="486951"/>
                  </a:lnTo>
                  <a:lnTo>
                    <a:pt x="8749360" y="449886"/>
                  </a:lnTo>
                  <a:lnTo>
                    <a:pt x="8695517" y="413141"/>
                  </a:lnTo>
                  <a:lnTo>
                    <a:pt x="8641762" y="377138"/>
                  </a:lnTo>
                  <a:lnTo>
                    <a:pt x="8588109" y="342264"/>
                  </a:lnTo>
                  <a:lnTo>
                    <a:pt x="8534525" y="308856"/>
                  </a:lnTo>
                  <a:lnTo>
                    <a:pt x="8480909" y="277183"/>
                  </a:lnTo>
                  <a:lnTo>
                    <a:pt x="8427086" y="247447"/>
                  </a:lnTo>
                  <a:lnTo>
                    <a:pt x="8372784" y="219776"/>
                  </a:lnTo>
                  <a:lnTo>
                    <a:pt x="8317621" y="194229"/>
                  </a:lnTo>
                  <a:lnTo>
                    <a:pt x="8261085" y="170800"/>
                  </a:lnTo>
                  <a:lnTo>
                    <a:pt x="8229629" y="158965"/>
                  </a:lnTo>
                  <a:lnTo>
                    <a:pt x="8177808" y="141298"/>
                  </a:lnTo>
                  <a:lnTo>
                    <a:pt x="8123542" y="125162"/>
                  </a:lnTo>
                  <a:lnTo>
                    <a:pt x="8066150" y="110503"/>
                  </a:lnTo>
                  <a:lnTo>
                    <a:pt x="8004883" y="97217"/>
                  </a:lnTo>
                  <a:lnTo>
                    <a:pt x="7938965" y="85178"/>
                  </a:lnTo>
                  <a:lnTo>
                    <a:pt x="7867637" y="74255"/>
                  </a:lnTo>
                  <a:lnTo>
                    <a:pt x="7790204" y="64329"/>
                  </a:lnTo>
                  <a:lnTo>
                    <a:pt x="7706107" y="55291"/>
                  </a:lnTo>
                  <a:lnTo>
                    <a:pt x="7615014" y="47052"/>
                  </a:lnTo>
                  <a:lnTo>
                    <a:pt x="7516934" y="39545"/>
                  </a:lnTo>
                  <a:lnTo>
                    <a:pt x="7412360" y="32723"/>
                  </a:lnTo>
                  <a:lnTo>
                    <a:pt x="7302408" y="26559"/>
                  </a:lnTo>
                  <a:lnTo>
                    <a:pt x="7188952" y="21047"/>
                  </a:lnTo>
                  <a:lnTo>
                    <a:pt x="7074669" y="16192"/>
                  </a:lnTo>
                  <a:lnTo>
                    <a:pt x="6962984" y="12009"/>
                  </a:lnTo>
                  <a:lnTo>
                    <a:pt x="6857831" y="8510"/>
                  </a:lnTo>
                  <a:lnTo>
                    <a:pt x="6763233" y="5693"/>
                  </a:lnTo>
                  <a:lnTo>
                    <a:pt x="6682748" y="3535"/>
                  </a:lnTo>
                  <a:lnTo>
                    <a:pt x="6618878" y="1985"/>
                  </a:lnTo>
                  <a:lnTo>
                    <a:pt x="6572603" y="965"/>
                  </a:lnTo>
                  <a:lnTo>
                    <a:pt x="6543129" y="372"/>
                  </a:lnTo>
                  <a:lnTo>
                    <a:pt x="6527904" y="92"/>
                  </a:lnTo>
                  <a:lnTo>
                    <a:pt x="6522810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3" y="33"/>
                  </a:lnTo>
                  <a:lnTo>
                    <a:pt x="5518992" y="268"/>
                  </a:lnTo>
                  <a:lnTo>
                    <a:pt x="5500376" y="919"/>
                  </a:lnTo>
                  <a:lnTo>
                    <a:pt x="5466823" y="2203"/>
                  </a:lnTo>
                  <a:lnTo>
                    <a:pt x="5416265" y="4324"/>
                  </a:lnTo>
                  <a:lnTo>
                    <a:pt x="5348379" y="7460"/>
                  </a:lnTo>
                  <a:lnTo>
                    <a:pt x="5264542" y="11742"/>
                  </a:lnTo>
                  <a:lnTo>
                    <a:pt x="5167528" y="17251"/>
                  </a:lnTo>
                  <a:lnTo>
                    <a:pt x="5061006" y="24017"/>
                  </a:lnTo>
                  <a:lnTo>
                    <a:pt x="4948962" y="32036"/>
                  </a:lnTo>
                  <a:lnTo>
                    <a:pt x="4835184" y="41283"/>
                  </a:lnTo>
                  <a:lnTo>
                    <a:pt x="4722888" y="51736"/>
                  </a:lnTo>
                  <a:lnTo>
                    <a:pt x="4614538" y="63385"/>
                  </a:lnTo>
                  <a:lnTo>
                    <a:pt x="4511805" y="76252"/>
                  </a:lnTo>
                  <a:lnTo>
                    <a:pt x="4415649" y="90392"/>
                  </a:lnTo>
                  <a:lnTo>
                    <a:pt x="4326444" y="105899"/>
                  </a:lnTo>
                  <a:lnTo>
                    <a:pt x="4244121" y="122905"/>
                  </a:lnTo>
                  <a:lnTo>
                    <a:pt x="4168299" y="141579"/>
                  </a:lnTo>
                  <a:lnTo>
                    <a:pt x="4098397" y="162124"/>
                  </a:lnTo>
                  <a:lnTo>
                    <a:pt x="4033716" y="184766"/>
                  </a:lnTo>
                  <a:lnTo>
                    <a:pt x="3973500" y="209740"/>
                  </a:lnTo>
                  <a:lnTo>
                    <a:pt x="3916987" y="237275"/>
                  </a:lnTo>
                  <a:lnTo>
                    <a:pt x="3863449" y="267550"/>
                  </a:lnTo>
                  <a:lnTo>
                    <a:pt x="3820202" y="295222"/>
                  </a:lnTo>
                  <a:lnTo>
                    <a:pt x="3768921" y="331868"/>
                  </a:lnTo>
                  <a:lnTo>
                    <a:pt x="3719058" y="371578"/>
                  </a:lnTo>
                  <a:lnTo>
                    <a:pt x="3670172" y="414411"/>
                  </a:lnTo>
                  <a:lnTo>
                    <a:pt x="3621922" y="460359"/>
                  </a:lnTo>
                  <a:lnTo>
                    <a:pt x="3574044" y="509340"/>
                  </a:lnTo>
                  <a:lnTo>
                    <a:pt x="3526348" y="561190"/>
                  </a:lnTo>
                  <a:lnTo>
                    <a:pt x="3478697" y="615662"/>
                  </a:lnTo>
                  <a:lnTo>
                    <a:pt x="3431011" y="672424"/>
                  </a:lnTo>
                  <a:lnTo>
                    <a:pt x="3383250" y="731067"/>
                  </a:lnTo>
                  <a:lnTo>
                    <a:pt x="3335408" y="791117"/>
                  </a:lnTo>
                  <a:lnTo>
                    <a:pt x="3287506" y="852043"/>
                  </a:lnTo>
                  <a:lnTo>
                    <a:pt x="3239582" y="913285"/>
                  </a:lnTo>
                  <a:lnTo>
                    <a:pt x="3191676" y="974268"/>
                  </a:lnTo>
                  <a:lnTo>
                    <a:pt x="3143827" y="1034427"/>
                  </a:lnTo>
                  <a:lnTo>
                    <a:pt x="3096057" y="1093231"/>
                  </a:lnTo>
                  <a:lnTo>
                    <a:pt x="3048365" y="1150196"/>
                  </a:lnTo>
                  <a:lnTo>
                    <a:pt x="3000714" y="1204909"/>
                  </a:lnTo>
                  <a:lnTo>
                    <a:pt x="2953027" y="1257028"/>
                  </a:lnTo>
                  <a:lnTo>
                    <a:pt x="2905175" y="1306300"/>
                  </a:lnTo>
                  <a:lnTo>
                    <a:pt x="2856972" y="1352551"/>
                  </a:lnTo>
                  <a:lnTo>
                    <a:pt x="2808162" y="1395691"/>
                  </a:lnTo>
                  <a:lnTo>
                    <a:pt x="2758412" y="1435706"/>
                  </a:lnTo>
                  <a:lnTo>
                    <a:pt x="2707293" y="1472648"/>
                  </a:lnTo>
                  <a:lnTo>
                    <a:pt x="2702183" y="1476111"/>
                  </a:lnTo>
                  <a:lnTo>
                    <a:pt x="2650637" y="1508760"/>
                  </a:lnTo>
                  <a:lnTo>
                    <a:pt x="2596675" y="1538592"/>
                  </a:lnTo>
                  <a:lnTo>
                    <a:pt x="2539626" y="1565708"/>
                  </a:lnTo>
                  <a:lnTo>
                    <a:pt x="2478755" y="1590299"/>
                  </a:lnTo>
                  <a:lnTo>
                    <a:pt x="2413297" y="1612592"/>
                  </a:lnTo>
                  <a:lnTo>
                    <a:pt x="2342503" y="1632827"/>
                  </a:lnTo>
                  <a:lnTo>
                    <a:pt x="2265688" y="1651225"/>
                  </a:lnTo>
                  <a:lnTo>
                    <a:pt x="2182294" y="1667983"/>
                  </a:lnTo>
                  <a:lnTo>
                    <a:pt x="2091984" y="1683266"/>
                  </a:lnTo>
                  <a:lnTo>
                    <a:pt x="1994750" y="1697199"/>
                  </a:lnTo>
                  <a:lnTo>
                    <a:pt x="1891048" y="1709871"/>
                  </a:lnTo>
                  <a:lnTo>
                    <a:pt x="1781942" y="1721331"/>
                  </a:lnTo>
                  <a:lnTo>
                    <a:pt x="1669228" y="1731593"/>
                  </a:lnTo>
                  <a:lnTo>
                    <a:pt x="1555491" y="1740648"/>
                  </a:lnTo>
                  <a:lnTo>
                    <a:pt x="1444059" y="1748471"/>
                  </a:lnTo>
                  <a:lnTo>
                    <a:pt x="1338776" y="1755038"/>
                  </a:lnTo>
                  <a:lnTo>
                    <a:pt x="1243619" y="1760349"/>
                  </a:lnTo>
                  <a:lnTo>
                    <a:pt x="1162152" y="1764443"/>
                  </a:lnTo>
                  <a:lnTo>
                    <a:pt x="1096956" y="1767408"/>
                  </a:lnTo>
                  <a:lnTo>
                    <a:pt x="1049155" y="1769384"/>
                  </a:lnTo>
                  <a:lnTo>
                    <a:pt x="1018146" y="1770554"/>
                  </a:lnTo>
                  <a:lnTo>
                    <a:pt x="1001596" y="1771124"/>
                  </a:lnTo>
                  <a:lnTo>
                    <a:pt x="995609" y="1771314"/>
                  </a:lnTo>
                  <a:lnTo>
                    <a:pt x="994940" y="1771334"/>
                  </a:lnTo>
                  <a:lnTo>
                    <a:pt x="0" y="1771334"/>
                  </a:lnTo>
                  <a:close/>
                </a:path>
              </a:pathLst>
            </a:custGeom>
            <a:solidFill>
              <a:srgbClr val="42A5F5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46" name="pl2145"/>
            <p:cNvSpPr/>
            <p:nvPr/>
          </p:nvSpPr>
          <p:spPr>
            <a:xfrm>
              <a:off x="1199187" y="4711165"/>
              <a:ext cx="12049831" cy="1771334"/>
            </a:xfrm>
            <a:custGeom>
              <a:avLst/>
              <a:pathLst>
                <a:path w="12049831" h="1771334">
                  <a:moveTo>
                    <a:pt x="0" y="1771334"/>
                  </a:moveTo>
                  <a:lnTo>
                    <a:pt x="994940" y="1771334"/>
                  </a:lnTo>
                  <a:lnTo>
                    <a:pt x="996052" y="1771301"/>
                  </a:lnTo>
                  <a:lnTo>
                    <a:pt x="1003393" y="1771065"/>
                  </a:lnTo>
                  <a:lnTo>
                    <a:pt x="1022009" y="1770414"/>
                  </a:lnTo>
                  <a:lnTo>
                    <a:pt x="1055562" y="1769131"/>
                  </a:lnTo>
                  <a:lnTo>
                    <a:pt x="1106120" y="1767009"/>
                  </a:lnTo>
                  <a:lnTo>
                    <a:pt x="1174006" y="1763874"/>
                  </a:lnTo>
                  <a:lnTo>
                    <a:pt x="1257843" y="1759591"/>
                  </a:lnTo>
                  <a:lnTo>
                    <a:pt x="1354857" y="1754083"/>
                  </a:lnTo>
                  <a:lnTo>
                    <a:pt x="1461379" y="1747316"/>
                  </a:lnTo>
                  <a:lnTo>
                    <a:pt x="1573423" y="1739297"/>
                  </a:lnTo>
                  <a:lnTo>
                    <a:pt x="1687201" y="1730050"/>
                  </a:lnTo>
                  <a:lnTo>
                    <a:pt x="1799497" y="1719598"/>
                  </a:lnTo>
                  <a:lnTo>
                    <a:pt x="1907847" y="1707948"/>
                  </a:lnTo>
                  <a:lnTo>
                    <a:pt x="2010580" y="1695081"/>
                  </a:lnTo>
                  <a:lnTo>
                    <a:pt x="2106736" y="1680941"/>
                  </a:lnTo>
                  <a:lnTo>
                    <a:pt x="2195941" y="1665434"/>
                  </a:lnTo>
                  <a:lnTo>
                    <a:pt x="2278264" y="1648428"/>
                  </a:lnTo>
                  <a:lnTo>
                    <a:pt x="2354086" y="1629754"/>
                  </a:lnTo>
                  <a:lnTo>
                    <a:pt x="2423988" y="1609209"/>
                  </a:lnTo>
                  <a:lnTo>
                    <a:pt x="2488669" y="1586568"/>
                  </a:lnTo>
                  <a:lnTo>
                    <a:pt x="2548885" y="1561593"/>
                  </a:lnTo>
                  <a:lnTo>
                    <a:pt x="2605398" y="1534058"/>
                  </a:lnTo>
                  <a:lnTo>
                    <a:pt x="2658936" y="1503783"/>
                  </a:lnTo>
                  <a:lnTo>
                    <a:pt x="2702183" y="1476111"/>
                  </a:lnTo>
                  <a:lnTo>
                    <a:pt x="2753464" y="1439466"/>
                  </a:lnTo>
                  <a:lnTo>
                    <a:pt x="2803327" y="1399756"/>
                  </a:lnTo>
                  <a:lnTo>
                    <a:pt x="2852213" y="1356923"/>
                  </a:lnTo>
                  <a:lnTo>
                    <a:pt x="2900463" y="1310974"/>
                  </a:lnTo>
                  <a:lnTo>
                    <a:pt x="2948341" y="1261993"/>
                  </a:lnTo>
                  <a:lnTo>
                    <a:pt x="2996037" y="1210143"/>
                  </a:lnTo>
                  <a:lnTo>
                    <a:pt x="3043688" y="1155672"/>
                  </a:lnTo>
                  <a:lnTo>
                    <a:pt x="3091374" y="1098910"/>
                  </a:lnTo>
                  <a:lnTo>
                    <a:pt x="3139135" y="1040266"/>
                  </a:lnTo>
                  <a:lnTo>
                    <a:pt x="3186977" y="980217"/>
                  </a:lnTo>
                  <a:lnTo>
                    <a:pt x="3234879" y="919290"/>
                  </a:lnTo>
                  <a:lnTo>
                    <a:pt x="3282803" y="858048"/>
                  </a:lnTo>
                  <a:lnTo>
                    <a:pt x="3330709" y="797066"/>
                  </a:lnTo>
                  <a:lnTo>
                    <a:pt x="3378558" y="736906"/>
                  </a:lnTo>
                  <a:lnTo>
                    <a:pt x="3426328" y="678103"/>
                  </a:lnTo>
                  <a:lnTo>
                    <a:pt x="3474020" y="621137"/>
                  </a:lnTo>
                  <a:lnTo>
                    <a:pt x="3521671" y="566425"/>
                  </a:lnTo>
                  <a:lnTo>
                    <a:pt x="3569358" y="514305"/>
                  </a:lnTo>
                  <a:lnTo>
                    <a:pt x="3617210" y="465034"/>
                  </a:lnTo>
                  <a:lnTo>
                    <a:pt x="3665413" y="418783"/>
                  </a:lnTo>
                  <a:lnTo>
                    <a:pt x="3714223" y="375642"/>
                  </a:lnTo>
                  <a:lnTo>
                    <a:pt x="3763973" y="335628"/>
                  </a:lnTo>
                  <a:lnTo>
                    <a:pt x="3815092" y="298685"/>
                  </a:lnTo>
                  <a:lnTo>
                    <a:pt x="3820202" y="295222"/>
                  </a:lnTo>
                  <a:lnTo>
                    <a:pt x="3871748" y="262574"/>
                  </a:lnTo>
                  <a:lnTo>
                    <a:pt x="3925710" y="232741"/>
                  </a:lnTo>
                  <a:lnTo>
                    <a:pt x="3982759" y="205625"/>
                  </a:lnTo>
                  <a:lnTo>
                    <a:pt x="4043630" y="181035"/>
                  </a:lnTo>
                  <a:lnTo>
                    <a:pt x="4109088" y="158741"/>
                  </a:lnTo>
                  <a:lnTo>
                    <a:pt x="4179882" y="138506"/>
                  </a:lnTo>
                  <a:lnTo>
                    <a:pt x="4256697" y="120109"/>
                  </a:lnTo>
                  <a:lnTo>
                    <a:pt x="4340091" y="103350"/>
                  </a:lnTo>
                  <a:lnTo>
                    <a:pt x="4430401" y="88067"/>
                  </a:lnTo>
                  <a:lnTo>
                    <a:pt x="4527635" y="74134"/>
                  </a:lnTo>
                  <a:lnTo>
                    <a:pt x="4631337" y="61462"/>
                  </a:lnTo>
                  <a:lnTo>
                    <a:pt x="4740443" y="50003"/>
                  </a:lnTo>
                  <a:lnTo>
                    <a:pt x="4853157" y="39740"/>
                  </a:lnTo>
                  <a:lnTo>
                    <a:pt x="4966894" y="30685"/>
                  </a:lnTo>
                  <a:lnTo>
                    <a:pt x="5078326" y="22863"/>
                  </a:lnTo>
                  <a:lnTo>
                    <a:pt x="5183609" y="16296"/>
                  </a:lnTo>
                  <a:lnTo>
                    <a:pt x="5278766" y="10984"/>
                  </a:lnTo>
                  <a:lnTo>
                    <a:pt x="5360233" y="6890"/>
                  </a:lnTo>
                  <a:lnTo>
                    <a:pt x="5425429" y="3925"/>
                  </a:lnTo>
                  <a:lnTo>
                    <a:pt x="5473230" y="1949"/>
                  </a:lnTo>
                  <a:lnTo>
                    <a:pt x="5504239" y="780"/>
                  </a:lnTo>
                  <a:lnTo>
                    <a:pt x="5520789" y="209"/>
                  </a:lnTo>
                  <a:lnTo>
                    <a:pt x="5526776" y="19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5" y="18"/>
                  </a:lnTo>
                  <a:lnTo>
                    <a:pt x="6530968" y="147"/>
                  </a:lnTo>
                  <a:lnTo>
                    <a:pt x="6549858" y="503"/>
                  </a:lnTo>
                  <a:lnTo>
                    <a:pt x="6583885" y="1205"/>
                  </a:lnTo>
                  <a:lnTo>
                    <a:pt x="6635121" y="2365"/>
                  </a:lnTo>
                  <a:lnTo>
                    <a:pt x="6703848" y="4079"/>
                  </a:lnTo>
                  <a:lnTo>
                    <a:pt x="6788623" y="6419"/>
                  </a:lnTo>
                  <a:lnTo>
                    <a:pt x="6886589" y="9427"/>
                  </a:lnTo>
                  <a:lnTo>
                    <a:pt x="6993997" y="13120"/>
                  </a:lnTo>
                  <a:lnTo>
                    <a:pt x="7106797" y="17494"/>
                  </a:lnTo>
                  <a:lnTo>
                    <a:pt x="7221164" y="22535"/>
                  </a:lnTo>
                  <a:lnTo>
                    <a:pt x="7333868" y="28232"/>
                  </a:lnTo>
                  <a:lnTo>
                    <a:pt x="7442458" y="34580"/>
                  </a:lnTo>
                  <a:lnTo>
                    <a:pt x="7545285" y="41592"/>
                  </a:lnTo>
                  <a:lnTo>
                    <a:pt x="7641420" y="49299"/>
                  </a:lnTo>
                  <a:lnTo>
                    <a:pt x="7730524" y="57755"/>
                  </a:lnTo>
                  <a:lnTo>
                    <a:pt x="7812696" y="67034"/>
                  </a:lnTo>
                  <a:lnTo>
                    <a:pt x="7888343" y="77230"/>
                  </a:lnTo>
                  <a:lnTo>
                    <a:pt x="7958071" y="88454"/>
                  </a:lnTo>
                  <a:lnTo>
                    <a:pt x="8022599" y="100832"/>
                  </a:lnTo>
                  <a:lnTo>
                    <a:pt x="8082695" y="114493"/>
                  </a:lnTo>
                  <a:lnTo>
                    <a:pt x="8139132" y="129560"/>
                  </a:lnTo>
                  <a:lnTo>
                    <a:pt x="8192643" y="146125"/>
                  </a:lnTo>
                  <a:lnTo>
                    <a:pt x="8229629" y="158965"/>
                  </a:lnTo>
                  <a:lnTo>
                    <a:pt x="8287181" y="181267"/>
                  </a:lnTo>
                  <a:lnTo>
                    <a:pt x="8343015" y="205662"/>
                  </a:lnTo>
                  <a:lnTo>
                    <a:pt x="8397729" y="232185"/>
                  </a:lnTo>
                  <a:lnTo>
                    <a:pt x="8451771" y="260813"/>
                  </a:lnTo>
                  <a:lnTo>
                    <a:pt x="8505472" y="291455"/>
                  </a:lnTo>
                  <a:lnTo>
                    <a:pt x="8559056" y="323952"/>
                  </a:lnTo>
                  <a:lnTo>
                    <a:pt x="8612664" y="358069"/>
                  </a:lnTo>
                  <a:lnTo>
                    <a:pt x="8666362" y="393505"/>
                  </a:lnTo>
                  <a:lnTo>
                    <a:pt x="8720162" y="429899"/>
                  </a:lnTo>
                  <a:lnTo>
                    <a:pt x="8774031" y="466844"/>
                  </a:lnTo>
                  <a:lnTo>
                    <a:pt x="8827917" y="503908"/>
                  </a:lnTo>
                  <a:lnTo>
                    <a:pt x="8881760" y="540654"/>
                  </a:lnTo>
                  <a:lnTo>
                    <a:pt x="8935515" y="576657"/>
                  </a:lnTo>
                  <a:lnTo>
                    <a:pt x="8989167" y="611530"/>
                  </a:lnTo>
                  <a:lnTo>
                    <a:pt x="9042752" y="644939"/>
                  </a:lnTo>
                  <a:lnTo>
                    <a:pt x="9096367" y="676611"/>
                  </a:lnTo>
                  <a:lnTo>
                    <a:pt x="9150191" y="706347"/>
                  </a:lnTo>
                  <a:lnTo>
                    <a:pt x="9204493" y="734018"/>
                  </a:lnTo>
                  <a:lnTo>
                    <a:pt x="9259655" y="759566"/>
                  </a:lnTo>
                  <a:lnTo>
                    <a:pt x="9316192" y="782994"/>
                  </a:lnTo>
                  <a:lnTo>
                    <a:pt x="9347647" y="794829"/>
                  </a:lnTo>
                  <a:lnTo>
                    <a:pt x="9399469" y="812497"/>
                  </a:lnTo>
                  <a:lnTo>
                    <a:pt x="9453735" y="828632"/>
                  </a:lnTo>
                  <a:lnTo>
                    <a:pt x="9511127" y="843291"/>
                  </a:lnTo>
                  <a:lnTo>
                    <a:pt x="9572394" y="856577"/>
                  </a:lnTo>
                  <a:lnTo>
                    <a:pt x="9638311" y="868617"/>
                  </a:lnTo>
                  <a:lnTo>
                    <a:pt x="9709640" y="879539"/>
                  </a:lnTo>
                  <a:lnTo>
                    <a:pt x="9787073" y="889466"/>
                  </a:lnTo>
                  <a:lnTo>
                    <a:pt x="9871169" y="898504"/>
                  </a:lnTo>
                  <a:lnTo>
                    <a:pt x="9962262" y="906742"/>
                  </a:lnTo>
                  <a:lnTo>
                    <a:pt x="10060342" y="914249"/>
                  </a:lnTo>
                  <a:lnTo>
                    <a:pt x="10164917" y="921071"/>
                  </a:lnTo>
                  <a:lnTo>
                    <a:pt x="10274868" y="927235"/>
                  </a:lnTo>
                  <a:lnTo>
                    <a:pt x="10388325" y="932748"/>
                  </a:lnTo>
                  <a:lnTo>
                    <a:pt x="10502607" y="937603"/>
                  </a:lnTo>
                  <a:lnTo>
                    <a:pt x="10614292" y="941785"/>
                  </a:lnTo>
                  <a:lnTo>
                    <a:pt x="10719445" y="945285"/>
                  </a:lnTo>
                  <a:lnTo>
                    <a:pt x="10814043" y="948102"/>
                  </a:lnTo>
                  <a:lnTo>
                    <a:pt x="10894529" y="950260"/>
                  </a:lnTo>
                  <a:lnTo>
                    <a:pt x="10958398" y="951809"/>
                  </a:lnTo>
                  <a:lnTo>
                    <a:pt x="11004673" y="952829"/>
                  </a:lnTo>
                  <a:lnTo>
                    <a:pt x="11034147" y="953422"/>
                  </a:lnTo>
                  <a:lnTo>
                    <a:pt x="11049372" y="953702"/>
                  </a:lnTo>
                  <a:lnTo>
                    <a:pt x="11054467" y="953788"/>
                  </a:lnTo>
                  <a:lnTo>
                    <a:pt x="11054891" y="953795"/>
                  </a:lnTo>
                  <a:lnTo>
                    <a:pt x="12049831" y="953795"/>
                  </a:lnTo>
                  <a:lnTo>
                    <a:pt x="12049831" y="9537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7" name="pl2146"/>
            <p:cNvSpPr/>
            <p:nvPr/>
          </p:nvSpPr>
          <p:spPr>
            <a:xfrm>
              <a:off x="1199187" y="4705924"/>
              <a:ext cx="12049831" cy="1771334"/>
            </a:xfrm>
            <a:custGeom>
              <a:avLst/>
              <a:pathLst>
                <a:path w="12049831" h="1771334">
                  <a:moveTo>
                    <a:pt x="12049831" y="953795"/>
                  </a:moveTo>
                  <a:lnTo>
                    <a:pt x="11054891" y="953795"/>
                  </a:lnTo>
                  <a:lnTo>
                    <a:pt x="11053762" y="953777"/>
                  </a:lnTo>
                  <a:lnTo>
                    <a:pt x="11046309" y="953648"/>
                  </a:lnTo>
                  <a:lnTo>
                    <a:pt x="11027419" y="953292"/>
                  </a:lnTo>
                  <a:lnTo>
                    <a:pt x="10993391" y="952590"/>
                  </a:lnTo>
                  <a:lnTo>
                    <a:pt x="10942156" y="951430"/>
                  </a:lnTo>
                  <a:lnTo>
                    <a:pt x="10873429" y="949715"/>
                  </a:lnTo>
                  <a:lnTo>
                    <a:pt x="10788654" y="947375"/>
                  </a:lnTo>
                  <a:lnTo>
                    <a:pt x="10690687" y="944367"/>
                  </a:lnTo>
                  <a:lnTo>
                    <a:pt x="10583279" y="940675"/>
                  </a:lnTo>
                  <a:lnTo>
                    <a:pt x="10470479" y="936301"/>
                  </a:lnTo>
                  <a:lnTo>
                    <a:pt x="10356112" y="931259"/>
                  </a:lnTo>
                  <a:lnTo>
                    <a:pt x="10243408" y="925563"/>
                  </a:lnTo>
                  <a:lnTo>
                    <a:pt x="10134818" y="919215"/>
                  </a:lnTo>
                  <a:lnTo>
                    <a:pt x="10031992" y="912203"/>
                  </a:lnTo>
                  <a:lnTo>
                    <a:pt x="9935856" y="904495"/>
                  </a:lnTo>
                  <a:lnTo>
                    <a:pt x="9846752" y="896039"/>
                  </a:lnTo>
                  <a:lnTo>
                    <a:pt x="9764580" y="886760"/>
                  </a:lnTo>
                  <a:lnTo>
                    <a:pt x="9688933" y="876564"/>
                  </a:lnTo>
                  <a:lnTo>
                    <a:pt x="9619205" y="865340"/>
                  </a:lnTo>
                  <a:lnTo>
                    <a:pt x="9554678" y="852962"/>
                  </a:lnTo>
                  <a:lnTo>
                    <a:pt x="9494581" y="839301"/>
                  </a:lnTo>
                  <a:lnTo>
                    <a:pt x="9438145" y="824235"/>
                  </a:lnTo>
                  <a:lnTo>
                    <a:pt x="9384633" y="807669"/>
                  </a:lnTo>
                  <a:lnTo>
                    <a:pt x="9347647" y="794829"/>
                  </a:lnTo>
                  <a:lnTo>
                    <a:pt x="9290095" y="772527"/>
                  </a:lnTo>
                  <a:lnTo>
                    <a:pt x="9234261" y="748132"/>
                  </a:lnTo>
                  <a:lnTo>
                    <a:pt x="9179548" y="721610"/>
                  </a:lnTo>
                  <a:lnTo>
                    <a:pt x="9125505" y="692982"/>
                  </a:lnTo>
                  <a:lnTo>
                    <a:pt x="9071805" y="662339"/>
                  </a:lnTo>
                  <a:lnTo>
                    <a:pt x="9018220" y="629842"/>
                  </a:lnTo>
                  <a:lnTo>
                    <a:pt x="8964613" y="595725"/>
                  </a:lnTo>
                  <a:lnTo>
                    <a:pt x="8910914" y="560289"/>
                  </a:lnTo>
                  <a:lnTo>
                    <a:pt x="8857115" y="523896"/>
                  </a:lnTo>
                  <a:lnTo>
                    <a:pt x="8803245" y="486951"/>
                  </a:lnTo>
                  <a:lnTo>
                    <a:pt x="8749360" y="449886"/>
                  </a:lnTo>
                  <a:lnTo>
                    <a:pt x="8695517" y="413141"/>
                  </a:lnTo>
                  <a:lnTo>
                    <a:pt x="8641762" y="377138"/>
                  </a:lnTo>
                  <a:lnTo>
                    <a:pt x="8588109" y="342264"/>
                  </a:lnTo>
                  <a:lnTo>
                    <a:pt x="8534525" y="308856"/>
                  </a:lnTo>
                  <a:lnTo>
                    <a:pt x="8480909" y="277183"/>
                  </a:lnTo>
                  <a:lnTo>
                    <a:pt x="8427086" y="247447"/>
                  </a:lnTo>
                  <a:lnTo>
                    <a:pt x="8372784" y="219776"/>
                  </a:lnTo>
                  <a:lnTo>
                    <a:pt x="8317621" y="194229"/>
                  </a:lnTo>
                  <a:lnTo>
                    <a:pt x="8261085" y="170800"/>
                  </a:lnTo>
                  <a:lnTo>
                    <a:pt x="8229629" y="158965"/>
                  </a:lnTo>
                  <a:lnTo>
                    <a:pt x="8177808" y="141298"/>
                  </a:lnTo>
                  <a:lnTo>
                    <a:pt x="8123542" y="125162"/>
                  </a:lnTo>
                  <a:lnTo>
                    <a:pt x="8066150" y="110503"/>
                  </a:lnTo>
                  <a:lnTo>
                    <a:pt x="8004883" y="97217"/>
                  </a:lnTo>
                  <a:lnTo>
                    <a:pt x="7938965" y="85178"/>
                  </a:lnTo>
                  <a:lnTo>
                    <a:pt x="7867637" y="74255"/>
                  </a:lnTo>
                  <a:lnTo>
                    <a:pt x="7790204" y="64329"/>
                  </a:lnTo>
                  <a:lnTo>
                    <a:pt x="7706107" y="55291"/>
                  </a:lnTo>
                  <a:lnTo>
                    <a:pt x="7615014" y="47052"/>
                  </a:lnTo>
                  <a:lnTo>
                    <a:pt x="7516934" y="39545"/>
                  </a:lnTo>
                  <a:lnTo>
                    <a:pt x="7412360" y="32723"/>
                  </a:lnTo>
                  <a:lnTo>
                    <a:pt x="7302408" y="26559"/>
                  </a:lnTo>
                  <a:lnTo>
                    <a:pt x="7188952" y="21047"/>
                  </a:lnTo>
                  <a:lnTo>
                    <a:pt x="7074669" y="16192"/>
                  </a:lnTo>
                  <a:lnTo>
                    <a:pt x="6962984" y="12009"/>
                  </a:lnTo>
                  <a:lnTo>
                    <a:pt x="6857831" y="8510"/>
                  </a:lnTo>
                  <a:lnTo>
                    <a:pt x="6763233" y="5693"/>
                  </a:lnTo>
                  <a:lnTo>
                    <a:pt x="6682748" y="3535"/>
                  </a:lnTo>
                  <a:lnTo>
                    <a:pt x="6618878" y="1985"/>
                  </a:lnTo>
                  <a:lnTo>
                    <a:pt x="6572603" y="965"/>
                  </a:lnTo>
                  <a:lnTo>
                    <a:pt x="6543129" y="372"/>
                  </a:lnTo>
                  <a:lnTo>
                    <a:pt x="6527904" y="92"/>
                  </a:lnTo>
                  <a:lnTo>
                    <a:pt x="6522810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33" y="33"/>
                  </a:lnTo>
                  <a:lnTo>
                    <a:pt x="5518992" y="268"/>
                  </a:lnTo>
                  <a:lnTo>
                    <a:pt x="5500376" y="919"/>
                  </a:lnTo>
                  <a:lnTo>
                    <a:pt x="5466823" y="2203"/>
                  </a:lnTo>
                  <a:lnTo>
                    <a:pt x="5416265" y="4324"/>
                  </a:lnTo>
                  <a:lnTo>
                    <a:pt x="5348379" y="7460"/>
                  </a:lnTo>
                  <a:lnTo>
                    <a:pt x="5264542" y="11742"/>
                  </a:lnTo>
                  <a:lnTo>
                    <a:pt x="5167528" y="17251"/>
                  </a:lnTo>
                  <a:lnTo>
                    <a:pt x="5061006" y="24017"/>
                  </a:lnTo>
                  <a:lnTo>
                    <a:pt x="4948962" y="32036"/>
                  </a:lnTo>
                  <a:lnTo>
                    <a:pt x="4835184" y="41283"/>
                  </a:lnTo>
                  <a:lnTo>
                    <a:pt x="4722888" y="51736"/>
                  </a:lnTo>
                  <a:lnTo>
                    <a:pt x="4614538" y="63385"/>
                  </a:lnTo>
                  <a:lnTo>
                    <a:pt x="4511805" y="76252"/>
                  </a:lnTo>
                  <a:lnTo>
                    <a:pt x="4415649" y="90392"/>
                  </a:lnTo>
                  <a:lnTo>
                    <a:pt x="4326444" y="105899"/>
                  </a:lnTo>
                  <a:lnTo>
                    <a:pt x="4244121" y="122905"/>
                  </a:lnTo>
                  <a:lnTo>
                    <a:pt x="4168299" y="141579"/>
                  </a:lnTo>
                  <a:lnTo>
                    <a:pt x="4098397" y="162124"/>
                  </a:lnTo>
                  <a:lnTo>
                    <a:pt x="4033716" y="184766"/>
                  </a:lnTo>
                  <a:lnTo>
                    <a:pt x="3973500" y="209740"/>
                  </a:lnTo>
                  <a:lnTo>
                    <a:pt x="3916987" y="237275"/>
                  </a:lnTo>
                  <a:lnTo>
                    <a:pt x="3863449" y="267550"/>
                  </a:lnTo>
                  <a:lnTo>
                    <a:pt x="3820202" y="295222"/>
                  </a:lnTo>
                  <a:lnTo>
                    <a:pt x="3768921" y="331868"/>
                  </a:lnTo>
                  <a:lnTo>
                    <a:pt x="3719058" y="371578"/>
                  </a:lnTo>
                  <a:lnTo>
                    <a:pt x="3670172" y="414411"/>
                  </a:lnTo>
                  <a:lnTo>
                    <a:pt x="3621922" y="460359"/>
                  </a:lnTo>
                  <a:lnTo>
                    <a:pt x="3574044" y="509340"/>
                  </a:lnTo>
                  <a:lnTo>
                    <a:pt x="3526348" y="561190"/>
                  </a:lnTo>
                  <a:lnTo>
                    <a:pt x="3478697" y="615662"/>
                  </a:lnTo>
                  <a:lnTo>
                    <a:pt x="3431011" y="672424"/>
                  </a:lnTo>
                  <a:lnTo>
                    <a:pt x="3383250" y="731067"/>
                  </a:lnTo>
                  <a:lnTo>
                    <a:pt x="3335408" y="791117"/>
                  </a:lnTo>
                  <a:lnTo>
                    <a:pt x="3287506" y="852043"/>
                  </a:lnTo>
                  <a:lnTo>
                    <a:pt x="3239582" y="913285"/>
                  </a:lnTo>
                  <a:lnTo>
                    <a:pt x="3191676" y="974268"/>
                  </a:lnTo>
                  <a:lnTo>
                    <a:pt x="3143827" y="1034427"/>
                  </a:lnTo>
                  <a:lnTo>
                    <a:pt x="3096057" y="1093231"/>
                  </a:lnTo>
                  <a:lnTo>
                    <a:pt x="3048365" y="1150196"/>
                  </a:lnTo>
                  <a:lnTo>
                    <a:pt x="3000714" y="1204909"/>
                  </a:lnTo>
                  <a:lnTo>
                    <a:pt x="2953027" y="1257028"/>
                  </a:lnTo>
                  <a:lnTo>
                    <a:pt x="2905175" y="1306300"/>
                  </a:lnTo>
                  <a:lnTo>
                    <a:pt x="2856972" y="1352551"/>
                  </a:lnTo>
                  <a:lnTo>
                    <a:pt x="2808162" y="1395691"/>
                  </a:lnTo>
                  <a:lnTo>
                    <a:pt x="2758412" y="1435706"/>
                  </a:lnTo>
                  <a:lnTo>
                    <a:pt x="2707293" y="1472648"/>
                  </a:lnTo>
                  <a:lnTo>
                    <a:pt x="2702183" y="1476111"/>
                  </a:lnTo>
                  <a:lnTo>
                    <a:pt x="2650637" y="1508760"/>
                  </a:lnTo>
                  <a:lnTo>
                    <a:pt x="2596675" y="1538592"/>
                  </a:lnTo>
                  <a:lnTo>
                    <a:pt x="2539626" y="1565708"/>
                  </a:lnTo>
                  <a:lnTo>
                    <a:pt x="2478755" y="1590299"/>
                  </a:lnTo>
                  <a:lnTo>
                    <a:pt x="2413297" y="1612592"/>
                  </a:lnTo>
                  <a:lnTo>
                    <a:pt x="2342503" y="1632827"/>
                  </a:lnTo>
                  <a:lnTo>
                    <a:pt x="2265688" y="1651225"/>
                  </a:lnTo>
                  <a:lnTo>
                    <a:pt x="2182294" y="1667983"/>
                  </a:lnTo>
                  <a:lnTo>
                    <a:pt x="2091984" y="1683266"/>
                  </a:lnTo>
                  <a:lnTo>
                    <a:pt x="1994750" y="1697199"/>
                  </a:lnTo>
                  <a:lnTo>
                    <a:pt x="1891048" y="1709871"/>
                  </a:lnTo>
                  <a:lnTo>
                    <a:pt x="1781942" y="1721331"/>
                  </a:lnTo>
                  <a:lnTo>
                    <a:pt x="1669228" y="1731593"/>
                  </a:lnTo>
                  <a:lnTo>
                    <a:pt x="1555491" y="1740648"/>
                  </a:lnTo>
                  <a:lnTo>
                    <a:pt x="1444059" y="1748471"/>
                  </a:lnTo>
                  <a:lnTo>
                    <a:pt x="1338776" y="1755038"/>
                  </a:lnTo>
                  <a:lnTo>
                    <a:pt x="1243619" y="1760349"/>
                  </a:lnTo>
                  <a:lnTo>
                    <a:pt x="1162152" y="1764443"/>
                  </a:lnTo>
                  <a:lnTo>
                    <a:pt x="1096956" y="1767408"/>
                  </a:lnTo>
                  <a:lnTo>
                    <a:pt x="1049155" y="1769384"/>
                  </a:lnTo>
                  <a:lnTo>
                    <a:pt x="1018146" y="1770554"/>
                  </a:lnTo>
                  <a:lnTo>
                    <a:pt x="1001596" y="1771124"/>
                  </a:lnTo>
                  <a:lnTo>
                    <a:pt x="995609" y="1771314"/>
                  </a:lnTo>
                  <a:lnTo>
                    <a:pt x="994940" y="1771334"/>
                  </a:lnTo>
                  <a:lnTo>
                    <a:pt x="0" y="1771334"/>
                  </a:lnTo>
                  <a:lnTo>
                    <a:pt x="0" y="17713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8" name="pg2147"/>
            <p:cNvSpPr/>
            <p:nvPr/>
          </p:nvSpPr>
          <p:spPr>
            <a:xfrm>
              <a:off x="1199187" y="2185179"/>
              <a:ext cx="12049831" cy="4260635"/>
            </a:xfrm>
            <a:custGeom>
              <a:avLst/>
              <a:pathLst>
                <a:path w="12049831" h="4260635">
                  <a:moveTo>
                    <a:pt x="0" y="4260635"/>
                  </a:moveTo>
                  <a:lnTo>
                    <a:pt x="994940" y="4260635"/>
                  </a:lnTo>
                  <a:lnTo>
                    <a:pt x="995950" y="4260563"/>
                  </a:lnTo>
                  <a:lnTo>
                    <a:pt x="1002635" y="4260050"/>
                  </a:lnTo>
                  <a:lnTo>
                    <a:pt x="1019627" y="4258633"/>
                  </a:lnTo>
                  <a:lnTo>
                    <a:pt x="1050358" y="4255838"/>
                  </a:lnTo>
                  <a:lnTo>
                    <a:pt x="1096878" y="4251213"/>
                  </a:lnTo>
                  <a:lnTo>
                    <a:pt x="1159708" y="4244361"/>
                  </a:lnTo>
                  <a:lnTo>
                    <a:pt x="1237854" y="4234975"/>
                  </a:lnTo>
                  <a:lnTo>
                    <a:pt x="1329027" y="4222857"/>
                  </a:lnTo>
                  <a:lnTo>
                    <a:pt x="1430042" y="4207915"/>
                  </a:lnTo>
                  <a:lnTo>
                    <a:pt x="1537303" y="4190144"/>
                  </a:lnTo>
                  <a:lnTo>
                    <a:pt x="1647277" y="4169587"/>
                  </a:lnTo>
                  <a:lnTo>
                    <a:pt x="1756840" y="4146302"/>
                  </a:lnTo>
                  <a:lnTo>
                    <a:pt x="1863497" y="4120321"/>
                  </a:lnTo>
                  <a:lnTo>
                    <a:pt x="1965449" y="4091627"/>
                  </a:lnTo>
                  <a:lnTo>
                    <a:pt x="2061560" y="4060134"/>
                  </a:lnTo>
                  <a:lnTo>
                    <a:pt x="2151262" y="4025676"/>
                  </a:lnTo>
                  <a:lnTo>
                    <a:pt x="2234437" y="3988006"/>
                  </a:lnTo>
                  <a:lnTo>
                    <a:pt x="2311293" y="3946797"/>
                  </a:lnTo>
                  <a:lnTo>
                    <a:pt x="2382270" y="3901646"/>
                  </a:lnTo>
                  <a:lnTo>
                    <a:pt x="2447947" y="3852089"/>
                  </a:lnTo>
                  <a:lnTo>
                    <a:pt x="2508984" y="3797620"/>
                  </a:lnTo>
                  <a:lnTo>
                    <a:pt x="2566072" y="3737722"/>
                  </a:lnTo>
                  <a:lnTo>
                    <a:pt x="2619899" y="3671924"/>
                  </a:lnTo>
                  <a:lnTo>
                    <a:pt x="2671109" y="3599880"/>
                  </a:lnTo>
                  <a:lnTo>
                    <a:pt x="2702183" y="3551403"/>
                  </a:lnTo>
                  <a:lnTo>
                    <a:pt x="2739793" y="3487827"/>
                  </a:lnTo>
                  <a:lnTo>
                    <a:pt x="2776575" y="3420357"/>
                  </a:lnTo>
                  <a:lnTo>
                    <a:pt x="2812720" y="3348914"/>
                  </a:lnTo>
                  <a:lnTo>
                    <a:pt x="2848383" y="3273460"/>
                  </a:lnTo>
                  <a:lnTo>
                    <a:pt x="2883696" y="3194008"/>
                  </a:lnTo>
                  <a:lnTo>
                    <a:pt x="2918767" y="3110618"/>
                  </a:lnTo>
                  <a:lnTo>
                    <a:pt x="2953684" y="3023405"/>
                  </a:lnTo>
                  <a:lnTo>
                    <a:pt x="2988516" y="2932543"/>
                  </a:lnTo>
                  <a:lnTo>
                    <a:pt x="3023315" y="2838261"/>
                  </a:lnTo>
                  <a:lnTo>
                    <a:pt x="3058117" y="2740846"/>
                  </a:lnTo>
                  <a:lnTo>
                    <a:pt x="3092949" y="2640642"/>
                  </a:lnTo>
                  <a:lnTo>
                    <a:pt x="3127822" y="2538042"/>
                  </a:lnTo>
                  <a:lnTo>
                    <a:pt x="3162739" y="2433487"/>
                  </a:lnTo>
                  <a:lnTo>
                    <a:pt x="3197695" y="2327457"/>
                  </a:lnTo>
                  <a:lnTo>
                    <a:pt x="3232679" y="2220459"/>
                  </a:lnTo>
                  <a:lnTo>
                    <a:pt x="3267677" y="2113023"/>
                  </a:lnTo>
                  <a:lnTo>
                    <a:pt x="3302672" y="2005687"/>
                  </a:lnTo>
                  <a:lnTo>
                    <a:pt x="3337648" y="1898987"/>
                  </a:lnTo>
                  <a:lnTo>
                    <a:pt x="3372590" y="1793445"/>
                  </a:lnTo>
                  <a:lnTo>
                    <a:pt x="3407491" y="1689561"/>
                  </a:lnTo>
                  <a:lnTo>
                    <a:pt x="3442348" y="1587800"/>
                  </a:lnTo>
                  <a:lnTo>
                    <a:pt x="3477167" y="1488586"/>
                  </a:lnTo>
                  <a:lnTo>
                    <a:pt x="3511964" y="1392295"/>
                  </a:lnTo>
                  <a:lnTo>
                    <a:pt x="3546770" y="1299250"/>
                  </a:lnTo>
                  <a:lnTo>
                    <a:pt x="3581626" y="1209716"/>
                  </a:lnTo>
                  <a:lnTo>
                    <a:pt x="3616591" y="1123903"/>
                  </a:lnTo>
                  <a:lnTo>
                    <a:pt x="3651741" y="1041962"/>
                  </a:lnTo>
                  <a:lnTo>
                    <a:pt x="3687170" y="963987"/>
                  </a:lnTo>
                  <a:lnTo>
                    <a:pt x="3722995" y="890021"/>
                  </a:lnTo>
                  <a:lnTo>
                    <a:pt x="3759356" y="820056"/>
                  </a:lnTo>
                  <a:lnTo>
                    <a:pt x="3796421" y="754041"/>
                  </a:lnTo>
                  <a:lnTo>
                    <a:pt x="3820202" y="714473"/>
                  </a:lnTo>
                  <a:lnTo>
                    <a:pt x="3870069" y="638438"/>
                  </a:lnTo>
                  <a:lnTo>
                    <a:pt x="3922181" y="568746"/>
                  </a:lnTo>
                  <a:lnTo>
                    <a:pt x="3977143" y="505194"/>
                  </a:lnTo>
                  <a:lnTo>
                    <a:pt x="4035620" y="447376"/>
                  </a:lnTo>
                  <a:lnTo>
                    <a:pt x="4098304" y="394795"/>
                  </a:lnTo>
                  <a:lnTo>
                    <a:pt x="4165879" y="346936"/>
                  </a:lnTo>
                  <a:lnTo>
                    <a:pt x="4238983" y="303303"/>
                  </a:lnTo>
                  <a:lnTo>
                    <a:pt x="4318150" y="263454"/>
                  </a:lnTo>
                  <a:lnTo>
                    <a:pt x="4403745" y="227014"/>
                  </a:lnTo>
                  <a:lnTo>
                    <a:pt x="4495868" y="193684"/>
                  </a:lnTo>
                  <a:lnTo>
                    <a:pt x="4594247" y="163248"/>
                  </a:lnTo>
                  <a:lnTo>
                    <a:pt x="4698117" y="135570"/>
                  </a:lnTo>
                  <a:lnTo>
                    <a:pt x="4806103" y="110591"/>
                  </a:lnTo>
                  <a:lnTo>
                    <a:pt x="4916146" y="88315"/>
                  </a:lnTo>
                  <a:lnTo>
                    <a:pt x="5025503" y="68788"/>
                  </a:lnTo>
                  <a:lnTo>
                    <a:pt x="5130865" y="52067"/>
                  </a:lnTo>
                  <a:lnTo>
                    <a:pt x="5228626" y="38181"/>
                  </a:lnTo>
                  <a:lnTo>
                    <a:pt x="5315285" y="27096"/>
                  </a:lnTo>
                  <a:lnTo>
                    <a:pt x="5387936" y="18682"/>
                  </a:lnTo>
                  <a:lnTo>
                    <a:pt x="5444733" y="12700"/>
                  </a:lnTo>
                  <a:lnTo>
                    <a:pt x="5485232" y="8806"/>
                  </a:lnTo>
                  <a:lnTo>
                    <a:pt x="5510532" y="6579"/>
                  </a:lnTo>
                  <a:lnTo>
                    <a:pt x="5523219" y="5554"/>
                  </a:lnTo>
                  <a:lnTo>
                    <a:pt x="5527190" y="5258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3" y="5299"/>
                  </a:lnTo>
                  <a:lnTo>
                    <a:pt x="6530428" y="5714"/>
                  </a:lnTo>
                  <a:lnTo>
                    <a:pt x="6548165" y="6862"/>
                  </a:lnTo>
                  <a:lnTo>
                    <a:pt x="6580193" y="9126"/>
                  </a:lnTo>
                  <a:lnTo>
                    <a:pt x="6628574" y="12869"/>
                  </a:lnTo>
                  <a:lnTo>
                    <a:pt x="6693740" y="18411"/>
                  </a:lnTo>
                  <a:lnTo>
                    <a:pt x="6774527" y="25990"/>
                  </a:lnTo>
                  <a:lnTo>
                    <a:pt x="6868424" y="35759"/>
                  </a:lnTo>
                  <a:lnTo>
                    <a:pt x="6972024" y="47784"/>
                  </a:lnTo>
                  <a:lnTo>
                    <a:pt x="7081547" y="62061"/>
                  </a:lnTo>
                  <a:lnTo>
                    <a:pt x="7193337" y="78552"/>
                  </a:lnTo>
                  <a:lnTo>
                    <a:pt x="7304223" y="97212"/>
                  </a:lnTo>
                  <a:lnTo>
                    <a:pt x="7411719" y="118021"/>
                  </a:lnTo>
                  <a:lnTo>
                    <a:pt x="7514080" y="141002"/>
                  </a:lnTo>
                  <a:lnTo>
                    <a:pt x="7610249" y="166238"/>
                  </a:lnTo>
                  <a:lnTo>
                    <a:pt x="7699748" y="193877"/>
                  </a:lnTo>
                  <a:lnTo>
                    <a:pt x="7782544" y="224136"/>
                  </a:lnTo>
                  <a:lnTo>
                    <a:pt x="7858926" y="257296"/>
                  </a:lnTo>
                  <a:lnTo>
                    <a:pt x="7929400" y="293697"/>
                  </a:lnTo>
                  <a:lnTo>
                    <a:pt x="7994603" y="333726"/>
                  </a:lnTo>
                  <a:lnTo>
                    <a:pt x="8055240" y="377799"/>
                  </a:lnTo>
                  <a:lnTo>
                    <a:pt x="8112036" y="426328"/>
                  </a:lnTo>
                  <a:lnTo>
                    <a:pt x="8165701" y="479670"/>
                  </a:lnTo>
                  <a:lnTo>
                    <a:pt x="8216888" y="538046"/>
                  </a:lnTo>
                  <a:lnTo>
                    <a:pt x="8229629" y="553760"/>
                  </a:lnTo>
                  <a:lnTo>
                    <a:pt x="8271425" y="608662"/>
                  </a:lnTo>
                  <a:lnTo>
                    <a:pt x="8312224" y="667304"/>
                  </a:lnTo>
                  <a:lnTo>
                    <a:pt x="8352279" y="729761"/>
                  </a:lnTo>
                  <a:lnTo>
                    <a:pt x="8391796" y="796060"/>
                  </a:lnTo>
                  <a:lnTo>
                    <a:pt x="8430943" y="866168"/>
                  </a:lnTo>
                  <a:lnTo>
                    <a:pt x="8469854" y="939989"/>
                  </a:lnTo>
                  <a:lnTo>
                    <a:pt x="8508633" y="1017365"/>
                  </a:lnTo>
                  <a:lnTo>
                    <a:pt x="8547359" y="1098065"/>
                  </a:lnTo>
                  <a:lnTo>
                    <a:pt x="8586087" y="1181794"/>
                  </a:lnTo>
                  <a:lnTo>
                    <a:pt x="8624850" y="1268188"/>
                  </a:lnTo>
                  <a:lnTo>
                    <a:pt x="8663664" y="1356823"/>
                  </a:lnTo>
                  <a:lnTo>
                    <a:pt x="8702533" y="1447223"/>
                  </a:lnTo>
                  <a:lnTo>
                    <a:pt x="8741446" y="1538866"/>
                  </a:lnTo>
                  <a:lnTo>
                    <a:pt x="8780386" y="1631201"/>
                  </a:lnTo>
                  <a:lnTo>
                    <a:pt x="8819331" y="1723657"/>
                  </a:lnTo>
                  <a:lnTo>
                    <a:pt x="8858258" y="1815662"/>
                  </a:lnTo>
                  <a:lnTo>
                    <a:pt x="8897148" y="1906655"/>
                  </a:lnTo>
                  <a:lnTo>
                    <a:pt x="8935986" y="1996099"/>
                  </a:lnTo>
                  <a:lnTo>
                    <a:pt x="8974770" y="2083498"/>
                  </a:lnTo>
                  <a:lnTo>
                    <a:pt x="9013509" y="2168404"/>
                  </a:lnTo>
                  <a:lnTo>
                    <a:pt x="9052230" y="2250427"/>
                  </a:lnTo>
                  <a:lnTo>
                    <a:pt x="9090979" y="2329244"/>
                  </a:lnTo>
                  <a:lnTo>
                    <a:pt x="9129823" y="2404595"/>
                  </a:lnTo>
                  <a:lnTo>
                    <a:pt x="9168856" y="2476291"/>
                  </a:lnTo>
                  <a:lnTo>
                    <a:pt x="9208197" y="2544212"/>
                  </a:lnTo>
                  <a:lnTo>
                    <a:pt x="9248002" y="2608297"/>
                  </a:lnTo>
                  <a:lnTo>
                    <a:pt x="9288457" y="2668549"/>
                  </a:lnTo>
                  <a:lnTo>
                    <a:pt x="9329797" y="2725024"/>
                  </a:lnTo>
                  <a:lnTo>
                    <a:pt x="9347647" y="2747839"/>
                  </a:lnTo>
                  <a:lnTo>
                    <a:pt x="9398297" y="2807509"/>
                  </a:lnTo>
                  <a:lnTo>
                    <a:pt x="9451269" y="2862122"/>
                  </a:lnTo>
                  <a:lnTo>
                    <a:pt x="9507201" y="2911850"/>
                  </a:lnTo>
                  <a:lnTo>
                    <a:pt x="9566788" y="2957022"/>
                  </a:lnTo>
                  <a:lnTo>
                    <a:pt x="9630757" y="2998044"/>
                  </a:lnTo>
                  <a:lnTo>
                    <a:pt x="9699821" y="3035332"/>
                  </a:lnTo>
                  <a:lnTo>
                    <a:pt x="9774641" y="3069285"/>
                  </a:lnTo>
                  <a:lnTo>
                    <a:pt x="9855761" y="3100255"/>
                  </a:lnTo>
                  <a:lnTo>
                    <a:pt x="9943537" y="3128540"/>
                  </a:lnTo>
                  <a:lnTo>
                    <a:pt x="10038029" y="3154373"/>
                  </a:lnTo>
                  <a:lnTo>
                    <a:pt x="10138884" y="3177920"/>
                  </a:lnTo>
                  <a:lnTo>
                    <a:pt x="10245206" y="3199278"/>
                  </a:lnTo>
                  <a:lnTo>
                    <a:pt x="10355433" y="3218488"/>
                  </a:lnTo>
                  <a:lnTo>
                    <a:pt x="10467269" y="3235536"/>
                  </a:lnTo>
                  <a:lnTo>
                    <a:pt x="10577705" y="3250383"/>
                  </a:lnTo>
                  <a:lnTo>
                    <a:pt x="10683178" y="3262985"/>
                  </a:lnTo>
                  <a:lnTo>
                    <a:pt x="10779900" y="3273326"/>
                  </a:lnTo>
                  <a:lnTo>
                    <a:pt x="10864317" y="3281454"/>
                  </a:lnTo>
                  <a:lnTo>
                    <a:pt x="10933642" y="3287496"/>
                  </a:lnTo>
                  <a:lnTo>
                    <a:pt x="10986333" y="3291672"/>
                  </a:lnTo>
                  <a:lnTo>
                    <a:pt x="11022403" y="3294280"/>
                  </a:lnTo>
                  <a:lnTo>
                    <a:pt x="11043507" y="3295676"/>
                  </a:lnTo>
                  <a:lnTo>
                    <a:pt x="11052827" y="3296242"/>
                  </a:lnTo>
                  <a:lnTo>
                    <a:pt x="11054891" y="3296358"/>
                  </a:lnTo>
                  <a:lnTo>
                    <a:pt x="12049831" y="3296358"/>
                  </a:lnTo>
                  <a:lnTo>
                    <a:pt x="12049831" y="3291118"/>
                  </a:lnTo>
                  <a:lnTo>
                    <a:pt x="11054891" y="3291118"/>
                  </a:lnTo>
                  <a:lnTo>
                    <a:pt x="11053834" y="3291059"/>
                  </a:lnTo>
                  <a:lnTo>
                    <a:pt x="11046848" y="3290644"/>
                  </a:lnTo>
                  <a:lnTo>
                    <a:pt x="11029111" y="3289496"/>
                  </a:lnTo>
                  <a:lnTo>
                    <a:pt x="10997083" y="3287232"/>
                  </a:lnTo>
                  <a:lnTo>
                    <a:pt x="10948703" y="3283488"/>
                  </a:lnTo>
                  <a:lnTo>
                    <a:pt x="10883536" y="3277947"/>
                  </a:lnTo>
                  <a:lnTo>
                    <a:pt x="10802749" y="3270368"/>
                  </a:lnTo>
                  <a:lnTo>
                    <a:pt x="10708852" y="3260598"/>
                  </a:lnTo>
                  <a:lnTo>
                    <a:pt x="10605253" y="3248574"/>
                  </a:lnTo>
                  <a:lnTo>
                    <a:pt x="10495730" y="3234297"/>
                  </a:lnTo>
                  <a:lnTo>
                    <a:pt x="10383939" y="3217806"/>
                  </a:lnTo>
                  <a:lnTo>
                    <a:pt x="10273053" y="3199146"/>
                  </a:lnTo>
                  <a:lnTo>
                    <a:pt x="10165558" y="3178337"/>
                  </a:lnTo>
                  <a:lnTo>
                    <a:pt x="10063197" y="3155356"/>
                  </a:lnTo>
                  <a:lnTo>
                    <a:pt x="9967027" y="3130120"/>
                  </a:lnTo>
                  <a:lnTo>
                    <a:pt x="9877529" y="3102481"/>
                  </a:lnTo>
                  <a:lnTo>
                    <a:pt x="9794733" y="3072221"/>
                  </a:lnTo>
                  <a:lnTo>
                    <a:pt x="9718351" y="3039062"/>
                  </a:lnTo>
                  <a:lnTo>
                    <a:pt x="9647877" y="3002661"/>
                  </a:lnTo>
                  <a:lnTo>
                    <a:pt x="9582674" y="2962632"/>
                  </a:lnTo>
                  <a:lnTo>
                    <a:pt x="9522037" y="2918559"/>
                  </a:lnTo>
                  <a:lnTo>
                    <a:pt x="9465240" y="2870030"/>
                  </a:lnTo>
                  <a:lnTo>
                    <a:pt x="9411575" y="2816688"/>
                  </a:lnTo>
                  <a:lnTo>
                    <a:pt x="9360388" y="2758312"/>
                  </a:lnTo>
                  <a:lnTo>
                    <a:pt x="9347647" y="2742598"/>
                  </a:lnTo>
                  <a:lnTo>
                    <a:pt x="9305852" y="2687696"/>
                  </a:lnTo>
                  <a:lnTo>
                    <a:pt x="9265053" y="2629054"/>
                  </a:lnTo>
                  <a:lnTo>
                    <a:pt x="9224998" y="2566597"/>
                  </a:lnTo>
                  <a:lnTo>
                    <a:pt x="9185481" y="2500298"/>
                  </a:lnTo>
                  <a:lnTo>
                    <a:pt x="9146334" y="2430190"/>
                  </a:lnTo>
                  <a:lnTo>
                    <a:pt x="9107423" y="2356369"/>
                  </a:lnTo>
                  <a:lnTo>
                    <a:pt x="9068643" y="2278993"/>
                  </a:lnTo>
                  <a:lnTo>
                    <a:pt x="9029917" y="2198293"/>
                  </a:lnTo>
                  <a:lnTo>
                    <a:pt x="8991190" y="2114564"/>
                  </a:lnTo>
                  <a:lnTo>
                    <a:pt x="8952427" y="2028170"/>
                  </a:lnTo>
                  <a:lnTo>
                    <a:pt x="8913612" y="1939535"/>
                  </a:lnTo>
                  <a:lnTo>
                    <a:pt x="8874743" y="1849135"/>
                  </a:lnTo>
                  <a:lnTo>
                    <a:pt x="8835830" y="1757492"/>
                  </a:lnTo>
                  <a:lnTo>
                    <a:pt x="8796890" y="1665157"/>
                  </a:lnTo>
                  <a:lnTo>
                    <a:pt x="8757945" y="1572701"/>
                  </a:lnTo>
                  <a:lnTo>
                    <a:pt x="8719018" y="1480695"/>
                  </a:lnTo>
                  <a:lnTo>
                    <a:pt x="8680129" y="1389703"/>
                  </a:lnTo>
                  <a:lnTo>
                    <a:pt x="8641291" y="1300259"/>
                  </a:lnTo>
                  <a:lnTo>
                    <a:pt x="8602507" y="1212860"/>
                  </a:lnTo>
                  <a:lnTo>
                    <a:pt x="8563767" y="1127954"/>
                  </a:lnTo>
                  <a:lnTo>
                    <a:pt x="8525046" y="1045930"/>
                  </a:lnTo>
                  <a:lnTo>
                    <a:pt x="8486297" y="967114"/>
                  </a:lnTo>
                  <a:lnTo>
                    <a:pt x="8447453" y="891763"/>
                  </a:lnTo>
                  <a:lnTo>
                    <a:pt x="8408421" y="820066"/>
                  </a:lnTo>
                  <a:lnTo>
                    <a:pt x="8369079" y="752146"/>
                  </a:lnTo>
                  <a:lnTo>
                    <a:pt x="8329275" y="688061"/>
                  </a:lnTo>
                  <a:lnTo>
                    <a:pt x="8288819" y="627808"/>
                  </a:lnTo>
                  <a:lnTo>
                    <a:pt x="8247480" y="571334"/>
                  </a:lnTo>
                  <a:lnTo>
                    <a:pt x="8229629" y="548519"/>
                  </a:lnTo>
                  <a:lnTo>
                    <a:pt x="8178980" y="488849"/>
                  </a:lnTo>
                  <a:lnTo>
                    <a:pt x="8126007" y="434236"/>
                  </a:lnTo>
                  <a:lnTo>
                    <a:pt x="8070076" y="384508"/>
                  </a:lnTo>
                  <a:lnTo>
                    <a:pt x="8010488" y="339336"/>
                  </a:lnTo>
                  <a:lnTo>
                    <a:pt x="7946519" y="298314"/>
                  </a:lnTo>
                  <a:lnTo>
                    <a:pt x="7877455" y="261026"/>
                  </a:lnTo>
                  <a:lnTo>
                    <a:pt x="7802636" y="227073"/>
                  </a:lnTo>
                  <a:lnTo>
                    <a:pt x="7721515" y="196102"/>
                  </a:lnTo>
                  <a:lnTo>
                    <a:pt x="7633740" y="167817"/>
                  </a:lnTo>
                  <a:lnTo>
                    <a:pt x="7539248" y="141985"/>
                  </a:lnTo>
                  <a:lnTo>
                    <a:pt x="7438392" y="118438"/>
                  </a:lnTo>
                  <a:lnTo>
                    <a:pt x="7332070" y="97079"/>
                  </a:lnTo>
                  <a:lnTo>
                    <a:pt x="7221843" y="77870"/>
                  </a:lnTo>
                  <a:lnTo>
                    <a:pt x="7110007" y="60822"/>
                  </a:lnTo>
                  <a:lnTo>
                    <a:pt x="6999572" y="45975"/>
                  </a:lnTo>
                  <a:lnTo>
                    <a:pt x="6894098" y="33373"/>
                  </a:lnTo>
                  <a:lnTo>
                    <a:pt x="6797376" y="23031"/>
                  </a:lnTo>
                  <a:lnTo>
                    <a:pt x="6712959" y="14904"/>
                  </a:lnTo>
                  <a:lnTo>
                    <a:pt x="6643634" y="8862"/>
                  </a:lnTo>
                  <a:lnTo>
                    <a:pt x="6590944" y="4686"/>
                  </a:lnTo>
                  <a:lnTo>
                    <a:pt x="6554874" y="2078"/>
                  </a:lnTo>
                  <a:lnTo>
                    <a:pt x="6533770" y="682"/>
                  </a:lnTo>
                  <a:lnTo>
                    <a:pt x="6524450" y="115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35" y="72"/>
                  </a:lnTo>
                  <a:lnTo>
                    <a:pt x="5519750" y="585"/>
                  </a:lnTo>
                  <a:lnTo>
                    <a:pt x="5502758" y="2002"/>
                  </a:lnTo>
                  <a:lnTo>
                    <a:pt x="5472027" y="4796"/>
                  </a:lnTo>
                  <a:lnTo>
                    <a:pt x="5425507" y="9421"/>
                  </a:lnTo>
                  <a:lnTo>
                    <a:pt x="5362677" y="16274"/>
                  </a:lnTo>
                  <a:lnTo>
                    <a:pt x="5284531" y="25660"/>
                  </a:lnTo>
                  <a:lnTo>
                    <a:pt x="5193358" y="37778"/>
                  </a:lnTo>
                  <a:lnTo>
                    <a:pt x="5092343" y="52719"/>
                  </a:lnTo>
                  <a:lnTo>
                    <a:pt x="4985082" y="70491"/>
                  </a:lnTo>
                  <a:lnTo>
                    <a:pt x="4875108" y="91047"/>
                  </a:lnTo>
                  <a:lnTo>
                    <a:pt x="4765545" y="114333"/>
                  </a:lnTo>
                  <a:lnTo>
                    <a:pt x="4658888" y="140314"/>
                  </a:lnTo>
                  <a:lnTo>
                    <a:pt x="4556936" y="169008"/>
                  </a:lnTo>
                  <a:lnTo>
                    <a:pt x="4460825" y="200501"/>
                  </a:lnTo>
                  <a:lnTo>
                    <a:pt x="4371123" y="234959"/>
                  </a:lnTo>
                  <a:lnTo>
                    <a:pt x="4287948" y="272628"/>
                  </a:lnTo>
                  <a:lnTo>
                    <a:pt x="4211091" y="313838"/>
                  </a:lnTo>
                  <a:lnTo>
                    <a:pt x="4140115" y="358989"/>
                  </a:lnTo>
                  <a:lnTo>
                    <a:pt x="4074438" y="408546"/>
                  </a:lnTo>
                  <a:lnTo>
                    <a:pt x="4013401" y="463015"/>
                  </a:lnTo>
                  <a:lnTo>
                    <a:pt x="3956313" y="522913"/>
                  </a:lnTo>
                  <a:lnTo>
                    <a:pt x="3902486" y="588711"/>
                  </a:lnTo>
                  <a:lnTo>
                    <a:pt x="3851276" y="660754"/>
                  </a:lnTo>
                  <a:lnTo>
                    <a:pt x="3820202" y="709232"/>
                  </a:lnTo>
                  <a:lnTo>
                    <a:pt x="3782592" y="772807"/>
                  </a:lnTo>
                  <a:lnTo>
                    <a:pt x="3745810" y="840277"/>
                  </a:lnTo>
                  <a:lnTo>
                    <a:pt x="3709665" y="911721"/>
                  </a:lnTo>
                  <a:lnTo>
                    <a:pt x="3674002" y="987174"/>
                  </a:lnTo>
                  <a:lnTo>
                    <a:pt x="3638689" y="1066627"/>
                  </a:lnTo>
                  <a:lnTo>
                    <a:pt x="3603618" y="1150017"/>
                  </a:lnTo>
                  <a:lnTo>
                    <a:pt x="3568701" y="1237229"/>
                  </a:lnTo>
                  <a:lnTo>
                    <a:pt x="3533869" y="1328092"/>
                  </a:lnTo>
                  <a:lnTo>
                    <a:pt x="3499070" y="1422374"/>
                  </a:lnTo>
                  <a:lnTo>
                    <a:pt x="3464268" y="1519788"/>
                  </a:lnTo>
                  <a:lnTo>
                    <a:pt x="3429436" y="1619993"/>
                  </a:lnTo>
                  <a:lnTo>
                    <a:pt x="3394563" y="1722592"/>
                  </a:lnTo>
                  <a:lnTo>
                    <a:pt x="3359646" y="1827147"/>
                  </a:lnTo>
                  <a:lnTo>
                    <a:pt x="3324690" y="1933178"/>
                  </a:lnTo>
                  <a:lnTo>
                    <a:pt x="3289706" y="2040175"/>
                  </a:lnTo>
                  <a:lnTo>
                    <a:pt x="3254708" y="2147611"/>
                  </a:lnTo>
                  <a:lnTo>
                    <a:pt x="3219713" y="2254947"/>
                  </a:lnTo>
                  <a:lnTo>
                    <a:pt x="3184737" y="2361647"/>
                  </a:lnTo>
                  <a:lnTo>
                    <a:pt x="3149795" y="2467189"/>
                  </a:lnTo>
                  <a:lnTo>
                    <a:pt x="3114894" y="2571073"/>
                  </a:lnTo>
                  <a:lnTo>
                    <a:pt x="3080037" y="2672834"/>
                  </a:lnTo>
                  <a:lnTo>
                    <a:pt x="3045218" y="2772048"/>
                  </a:lnTo>
                  <a:lnTo>
                    <a:pt x="3010421" y="2868339"/>
                  </a:lnTo>
                  <a:lnTo>
                    <a:pt x="2975615" y="2961385"/>
                  </a:lnTo>
                  <a:lnTo>
                    <a:pt x="2940759" y="3050918"/>
                  </a:lnTo>
                  <a:lnTo>
                    <a:pt x="2905794" y="3136731"/>
                  </a:lnTo>
                  <a:lnTo>
                    <a:pt x="2870644" y="3218673"/>
                  </a:lnTo>
                  <a:lnTo>
                    <a:pt x="2835215" y="3296648"/>
                  </a:lnTo>
                  <a:lnTo>
                    <a:pt x="2799390" y="3370614"/>
                  </a:lnTo>
                  <a:lnTo>
                    <a:pt x="2763029" y="3440579"/>
                  </a:lnTo>
                  <a:lnTo>
                    <a:pt x="2725964" y="3506594"/>
                  </a:lnTo>
                  <a:lnTo>
                    <a:pt x="2702183" y="3546162"/>
                  </a:lnTo>
                  <a:lnTo>
                    <a:pt x="2652316" y="3622197"/>
                  </a:lnTo>
                  <a:lnTo>
                    <a:pt x="2600204" y="3691888"/>
                  </a:lnTo>
                  <a:lnTo>
                    <a:pt x="2545242" y="3755441"/>
                  </a:lnTo>
                  <a:lnTo>
                    <a:pt x="2486765" y="3813259"/>
                  </a:lnTo>
                  <a:lnTo>
                    <a:pt x="2424081" y="3865839"/>
                  </a:lnTo>
                  <a:lnTo>
                    <a:pt x="2356506" y="3913699"/>
                  </a:lnTo>
                  <a:lnTo>
                    <a:pt x="2283402" y="3957332"/>
                  </a:lnTo>
                  <a:lnTo>
                    <a:pt x="2204235" y="3997180"/>
                  </a:lnTo>
                  <a:lnTo>
                    <a:pt x="2118640" y="4033621"/>
                  </a:lnTo>
                  <a:lnTo>
                    <a:pt x="2026517" y="4066950"/>
                  </a:lnTo>
                  <a:lnTo>
                    <a:pt x="1928138" y="4097387"/>
                  </a:lnTo>
                  <a:lnTo>
                    <a:pt x="1824268" y="4125065"/>
                  </a:lnTo>
                  <a:lnTo>
                    <a:pt x="1716282" y="4150044"/>
                  </a:lnTo>
                  <a:lnTo>
                    <a:pt x="1606239" y="4172319"/>
                  </a:lnTo>
                  <a:lnTo>
                    <a:pt x="1496882" y="4191846"/>
                  </a:lnTo>
                  <a:lnTo>
                    <a:pt x="1391520" y="4208567"/>
                  </a:lnTo>
                  <a:lnTo>
                    <a:pt x="1293759" y="4222453"/>
                  </a:lnTo>
                  <a:lnTo>
                    <a:pt x="1207100" y="4233538"/>
                  </a:lnTo>
                  <a:lnTo>
                    <a:pt x="1134449" y="4241952"/>
                  </a:lnTo>
                  <a:lnTo>
                    <a:pt x="1077652" y="4247935"/>
                  </a:lnTo>
                  <a:lnTo>
                    <a:pt x="1037153" y="4251828"/>
                  </a:lnTo>
                  <a:lnTo>
                    <a:pt x="1011853" y="4254055"/>
                  </a:lnTo>
                  <a:lnTo>
                    <a:pt x="999166" y="4255081"/>
                  </a:lnTo>
                  <a:lnTo>
                    <a:pt x="995194" y="4255377"/>
                  </a:lnTo>
                  <a:lnTo>
                    <a:pt x="994940" y="4255394"/>
                  </a:lnTo>
                  <a:lnTo>
                    <a:pt x="0" y="4255394"/>
                  </a:lnTo>
                  <a:close/>
                </a:path>
              </a:pathLst>
            </a:custGeom>
            <a:solidFill>
              <a:srgbClr val="42A5F5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49" name="pl2148"/>
            <p:cNvSpPr/>
            <p:nvPr/>
          </p:nvSpPr>
          <p:spPr>
            <a:xfrm>
              <a:off x="1199187" y="2190420"/>
              <a:ext cx="12049831" cy="4255394"/>
            </a:xfrm>
            <a:custGeom>
              <a:avLst/>
              <a:pathLst>
                <a:path w="12049831" h="4255394">
                  <a:moveTo>
                    <a:pt x="0" y="4255394"/>
                  </a:moveTo>
                  <a:lnTo>
                    <a:pt x="994940" y="4255394"/>
                  </a:lnTo>
                  <a:lnTo>
                    <a:pt x="995950" y="4255322"/>
                  </a:lnTo>
                  <a:lnTo>
                    <a:pt x="1002635" y="4254809"/>
                  </a:lnTo>
                  <a:lnTo>
                    <a:pt x="1019627" y="4253392"/>
                  </a:lnTo>
                  <a:lnTo>
                    <a:pt x="1050358" y="4250598"/>
                  </a:lnTo>
                  <a:lnTo>
                    <a:pt x="1096878" y="4245972"/>
                  </a:lnTo>
                  <a:lnTo>
                    <a:pt x="1159708" y="4239120"/>
                  </a:lnTo>
                  <a:lnTo>
                    <a:pt x="1237854" y="4229734"/>
                  </a:lnTo>
                  <a:lnTo>
                    <a:pt x="1329027" y="4217616"/>
                  </a:lnTo>
                  <a:lnTo>
                    <a:pt x="1430042" y="4202675"/>
                  </a:lnTo>
                  <a:lnTo>
                    <a:pt x="1537303" y="4184903"/>
                  </a:lnTo>
                  <a:lnTo>
                    <a:pt x="1647277" y="4164347"/>
                  </a:lnTo>
                  <a:lnTo>
                    <a:pt x="1756840" y="4141061"/>
                  </a:lnTo>
                  <a:lnTo>
                    <a:pt x="1863497" y="4115080"/>
                  </a:lnTo>
                  <a:lnTo>
                    <a:pt x="1965449" y="4086386"/>
                  </a:lnTo>
                  <a:lnTo>
                    <a:pt x="2061560" y="4054893"/>
                  </a:lnTo>
                  <a:lnTo>
                    <a:pt x="2151262" y="4020435"/>
                  </a:lnTo>
                  <a:lnTo>
                    <a:pt x="2234437" y="3982766"/>
                  </a:lnTo>
                  <a:lnTo>
                    <a:pt x="2311293" y="3941556"/>
                  </a:lnTo>
                  <a:lnTo>
                    <a:pt x="2382270" y="3896405"/>
                  </a:lnTo>
                  <a:lnTo>
                    <a:pt x="2447947" y="3846848"/>
                  </a:lnTo>
                  <a:lnTo>
                    <a:pt x="2508984" y="3792379"/>
                  </a:lnTo>
                  <a:lnTo>
                    <a:pt x="2566072" y="3732481"/>
                  </a:lnTo>
                  <a:lnTo>
                    <a:pt x="2619899" y="3666683"/>
                  </a:lnTo>
                  <a:lnTo>
                    <a:pt x="2671109" y="3594640"/>
                  </a:lnTo>
                  <a:lnTo>
                    <a:pt x="2702183" y="3546162"/>
                  </a:lnTo>
                  <a:lnTo>
                    <a:pt x="2739793" y="3482587"/>
                  </a:lnTo>
                  <a:lnTo>
                    <a:pt x="2776575" y="3415117"/>
                  </a:lnTo>
                  <a:lnTo>
                    <a:pt x="2812720" y="3343673"/>
                  </a:lnTo>
                  <a:lnTo>
                    <a:pt x="2848383" y="3268220"/>
                  </a:lnTo>
                  <a:lnTo>
                    <a:pt x="2883696" y="3188767"/>
                  </a:lnTo>
                  <a:lnTo>
                    <a:pt x="2918767" y="3105377"/>
                  </a:lnTo>
                  <a:lnTo>
                    <a:pt x="2953684" y="3018164"/>
                  </a:lnTo>
                  <a:lnTo>
                    <a:pt x="2988516" y="2927302"/>
                  </a:lnTo>
                  <a:lnTo>
                    <a:pt x="3023315" y="2833020"/>
                  </a:lnTo>
                  <a:lnTo>
                    <a:pt x="3058117" y="2735605"/>
                  </a:lnTo>
                  <a:lnTo>
                    <a:pt x="3092949" y="2635401"/>
                  </a:lnTo>
                  <a:lnTo>
                    <a:pt x="3127822" y="2532801"/>
                  </a:lnTo>
                  <a:lnTo>
                    <a:pt x="3162739" y="2428247"/>
                  </a:lnTo>
                  <a:lnTo>
                    <a:pt x="3197695" y="2322216"/>
                  </a:lnTo>
                  <a:lnTo>
                    <a:pt x="3232679" y="2215218"/>
                  </a:lnTo>
                  <a:lnTo>
                    <a:pt x="3267677" y="2107783"/>
                  </a:lnTo>
                  <a:lnTo>
                    <a:pt x="3302672" y="2000447"/>
                  </a:lnTo>
                  <a:lnTo>
                    <a:pt x="3337648" y="1893747"/>
                  </a:lnTo>
                  <a:lnTo>
                    <a:pt x="3372590" y="1788205"/>
                  </a:lnTo>
                  <a:lnTo>
                    <a:pt x="3407491" y="1684321"/>
                  </a:lnTo>
                  <a:lnTo>
                    <a:pt x="3442348" y="1582560"/>
                  </a:lnTo>
                  <a:lnTo>
                    <a:pt x="3477167" y="1483346"/>
                  </a:lnTo>
                  <a:lnTo>
                    <a:pt x="3511964" y="1387055"/>
                  </a:lnTo>
                  <a:lnTo>
                    <a:pt x="3546770" y="1294009"/>
                  </a:lnTo>
                  <a:lnTo>
                    <a:pt x="3581626" y="1204476"/>
                  </a:lnTo>
                  <a:lnTo>
                    <a:pt x="3616591" y="1118663"/>
                  </a:lnTo>
                  <a:lnTo>
                    <a:pt x="3651741" y="1036721"/>
                  </a:lnTo>
                  <a:lnTo>
                    <a:pt x="3687170" y="958746"/>
                  </a:lnTo>
                  <a:lnTo>
                    <a:pt x="3722995" y="884780"/>
                  </a:lnTo>
                  <a:lnTo>
                    <a:pt x="3759356" y="814815"/>
                  </a:lnTo>
                  <a:lnTo>
                    <a:pt x="3796421" y="748800"/>
                  </a:lnTo>
                  <a:lnTo>
                    <a:pt x="3820202" y="709232"/>
                  </a:lnTo>
                  <a:lnTo>
                    <a:pt x="3870069" y="633197"/>
                  </a:lnTo>
                  <a:lnTo>
                    <a:pt x="3922181" y="563506"/>
                  </a:lnTo>
                  <a:lnTo>
                    <a:pt x="3977143" y="499953"/>
                  </a:lnTo>
                  <a:lnTo>
                    <a:pt x="4035620" y="442135"/>
                  </a:lnTo>
                  <a:lnTo>
                    <a:pt x="4098304" y="389555"/>
                  </a:lnTo>
                  <a:lnTo>
                    <a:pt x="4165879" y="341695"/>
                  </a:lnTo>
                  <a:lnTo>
                    <a:pt x="4238983" y="298062"/>
                  </a:lnTo>
                  <a:lnTo>
                    <a:pt x="4318150" y="258214"/>
                  </a:lnTo>
                  <a:lnTo>
                    <a:pt x="4403745" y="221773"/>
                  </a:lnTo>
                  <a:lnTo>
                    <a:pt x="4495868" y="188443"/>
                  </a:lnTo>
                  <a:lnTo>
                    <a:pt x="4594247" y="158007"/>
                  </a:lnTo>
                  <a:lnTo>
                    <a:pt x="4698117" y="130329"/>
                  </a:lnTo>
                  <a:lnTo>
                    <a:pt x="4806103" y="105350"/>
                  </a:lnTo>
                  <a:lnTo>
                    <a:pt x="4916146" y="83075"/>
                  </a:lnTo>
                  <a:lnTo>
                    <a:pt x="5025503" y="63548"/>
                  </a:lnTo>
                  <a:lnTo>
                    <a:pt x="5130865" y="46826"/>
                  </a:lnTo>
                  <a:lnTo>
                    <a:pt x="5228626" y="32941"/>
                  </a:lnTo>
                  <a:lnTo>
                    <a:pt x="5315285" y="21855"/>
                  </a:lnTo>
                  <a:lnTo>
                    <a:pt x="5387936" y="13442"/>
                  </a:lnTo>
                  <a:lnTo>
                    <a:pt x="5444733" y="7459"/>
                  </a:lnTo>
                  <a:lnTo>
                    <a:pt x="5485232" y="3566"/>
                  </a:lnTo>
                  <a:lnTo>
                    <a:pt x="5510532" y="1339"/>
                  </a:lnTo>
                  <a:lnTo>
                    <a:pt x="5523219" y="313"/>
                  </a:lnTo>
                  <a:lnTo>
                    <a:pt x="5527190" y="17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3" y="58"/>
                  </a:lnTo>
                  <a:lnTo>
                    <a:pt x="6530428" y="474"/>
                  </a:lnTo>
                  <a:lnTo>
                    <a:pt x="6548165" y="1622"/>
                  </a:lnTo>
                  <a:lnTo>
                    <a:pt x="6580193" y="3885"/>
                  </a:lnTo>
                  <a:lnTo>
                    <a:pt x="6628574" y="7629"/>
                  </a:lnTo>
                  <a:lnTo>
                    <a:pt x="6693740" y="13170"/>
                  </a:lnTo>
                  <a:lnTo>
                    <a:pt x="6774527" y="20749"/>
                  </a:lnTo>
                  <a:lnTo>
                    <a:pt x="6868424" y="30519"/>
                  </a:lnTo>
                  <a:lnTo>
                    <a:pt x="6972024" y="42543"/>
                  </a:lnTo>
                  <a:lnTo>
                    <a:pt x="7081547" y="56820"/>
                  </a:lnTo>
                  <a:lnTo>
                    <a:pt x="7193337" y="73311"/>
                  </a:lnTo>
                  <a:lnTo>
                    <a:pt x="7304223" y="91971"/>
                  </a:lnTo>
                  <a:lnTo>
                    <a:pt x="7411719" y="112780"/>
                  </a:lnTo>
                  <a:lnTo>
                    <a:pt x="7514080" y="135761"/>
                  </a:lnTo>
                  <a:lnTo>
                    <a:pt x="7610249" y="160997"/>
                  </a:lnTo>
                  <a:lnTo>
                    <a:pt x="7699748" y="188637"/>
                  </a:lnTo>
                  <a:lnTo>
                    <a:pt x="7782544" y="218896"/>
                  </a:lnTo>
                  <a:lnTo>
                    <a:pt x="7858926" y="252056"/>
                  </a:lnTo>
                  <a:lnTo>
                    <a:pt x="7929400" y="288456"/>
                  </a:lnTo>
                  <a:lnTo>
                    <a:pt x="7994603" y="328485"/>
                  </a:lnTo>
                  <a:lnTo>
                    <a:pt x="8055240" y="372558"/>
                  </a:lnTo>
                  <a:lnTo>
                    <a:pt x="8112036" y="421087"/>
                  </a:lnTo>
                  <a:lnTo>
                    <a:pt x="8165701" y="474429"/>
                  </a:lnTo>
                  <a:lnTo>
                    <a:pt x="8216888" y="532805"/>
                  </a:lnTo>
                  <a:lnTo>
                    <a:pt x="8229629" y="548519"/>
                  </a:lnTo>
                  <a:lnTo>
                    <a:pt x="8271425" y="603421"/>
                  </a:lnTo>
                  <a:lnTo>
                    <a:pt x="8312224" y="662063"/>
                  </a:lnTo>
                  <a:lnTo>
                    <a:pt x="8352279" y="724521"/>
                  </a:lnTo>
                  <a:lnTo>
                    <a:pt x="8391796" y="790820"/>
                  </a:lnTo>
                  <a:lnTo>
                    <a:pt x="8430943" y="860927"/>
                  </a:lnTo>
                  <a:lnTo>
                    <a:pt x="8469854" y="934749"/>
                  </a:lnTo>
                  <a:lnTo>
                    <a:pt x="8508633" y="1012124"/>
                  </a:lnTo>
                  <a:lnTo>
                    <a:pt x="8547359" y="1092824"/>
                  </a:lnTo>
                  <a:lnTo>
                    <a:pt x="8586087" y="1176553"/>
                  </a:lnTo>
                  <a:lnTo>
                    <a:pt x="8624850" y="1262947"/>
                  </a:lnTo>
                  <a:lnTo>
                    <a:pt x="8663664" y="1351582"/>
                  </a:lnTo>
                  <a:lnTo>
                    <a:pt x="8702533" y="1441982"/>
                  </a:lnTo>
                  <a:lnTo>
                    <a:pt x="8741446" y="1533625"/>
                  </a:lnTo>
                  <a:lnTo>
                    <a:pt x="8780386" y="1625960"/>
                  </a:lnTo>
                  <a:lnTo>
                    <a:pt x="8819331" y="1718417"/>
                  </a:lnTo>
                  <a:lnTo>
                    <a:pt x="8858258" y="1810422"/>
                  </a:lnTo>
                  <a:lnTo>
                    <a:pt x="8897148" y="1901414"/>
                  </a:lnTo>
                  <a:lnTo>
                    <a:pt x="8935986" y="1990858"/>
                  </a:lnTo>
                  <a:lnTo>
                    <a:pt x="8974770" y="2078257"/>
                  </a:lnTo>
                  <a:lnTo>
                    <a:pt x="9013509" y="2163163"/>
                  </a:lnTo>
                  <a:lnTo>
                    <a:pt x="9052230" y="2245187"/>
                  </a:lnTo>
                  <a:lnTo>
                    <a:pt x="9090979" y="2324003"/>
                  </a:lnTo>
                  <a:lnTo>
                    <a:pt x="9129823" y="2399354"/>
                  </a:lnTo>
                  <a:lnTo>
                    <a:pt x="9168856" y="2471051"/>
                  </a:lnTo>
                  <a:lnTo>
                    <a:pt x="9208197" y="2538971"/>
                  </a:lnTo>
                  <a:lnTo>
                    <a:pt x="9248002" y="2603057"/>
                  </a:lnTo>
                  <a:lnTo>
                    <a:pt x="9288457" y="2663309"/>
                  </a:lnTo>
                  <a:lnTo>
                    <a:pt x="9329797" y="2719783"/>
                  </a:lnTo>
                  <a:lnTo>
                    <a:pt x="9347647" y="2742598"/>
                  </a:lnTo>
                  <a:lnTo>
                    <a:pt x="9398297" y="2802268"/>
                  </a:lnTo>
                  <a:lnTo>
                    <a:pt x="9451269" y="2856882"/>
                  </a:lnTo>
                  <a:lnTo>
                    <a:pt x="9507201" y="2906609"/>
                  </a:lnTo>
                  <a:lnTo>
                    <a:pt x="9566788" y="2951781"/>
                  </a:lnTo>
                  <a:lnTo>
                    <a:pt x="9630757" y="2992803"/>
                  </a:lnTo>
                  <a:lnTo>
                    <a:pt x="9699821" y="3030091"/>
                  </a:lnTo>
                  <a:lnTo>
                    <a:pt x="9774641" y="3064044"/>
                  </a:lnTo>
                  <a:lnTo>
                    <a:pt x="9855761" y="3095015"/>
                  </a:lnTo>
                  <a:lnTo>
                    <a:pt x="9943537" y="3123300"/>
                  </a:lnTo>
                  <a:lnTo>
                    <a:pt x="10038029" y="3149133"/>
                  </a:lnTo>
                  <a:lnTo>
                    <a:pt x="10138884" y="3172679"/>
                  </a:lnTo>
                  <a:lnTo>
                    <a:pt x="10245206" y="3194038"/>
                  </a:lnTo>
                  <a:lnTo>
                    <a:pt x="10355433" y="3213247"/>
                  </a:lnTo>
                  <a:lnTo>
                    <a:pt x="10467269" y="3230296"/>
                  </a:lnTo>
                  <a:lnTo>
                    <a:pt x="10577705" y="3245142"/>
                  </a:lnTo>
                  <a:lnTo>
                    <a:pt x="10683178" y="3257744"/>
                  </a:lnTo>
                  <a:lnTo>
                    <a:pt x="10779900" y="3268086"/>
                  </a:lnTo>
                  <a:lnTo>
                    <a:pt x="10864317" y="3276214"/>
                  </a:lnTo>
                  <a:lnTo>
                    <a:pt x="10933642" y="3282256"/>
                  </a:lnTo>
                  <a:lnTo>
                    <a:pt x="10986333" y="3286431"/>
                  </a:lnTo>
                  <a:lnTo>
                    <a:pt x="11022403" y="3289039"/>
                  </a:lnTo>
                  <a:lnTo>
                    <a:pt x="11043507" y="3290435"/>
                  </a:lnTo>
                  <a:lnTo>
                    <a:pt x="11052827" y="3291002"/>
                  </a:lnTo>
                  <a:lnTo>
                    <a:pt x="11054873" y="3291117"/>
                  </a:lnTo>
                  <a:lnTo>
                    <a:pt x="11054891" y="3291118"/>
                  </a:lnTo>
                  <a:lnTo>
                    <a:pt x="12049831" y="3291118"/>
                  </a:lnTo>
                  <a:lnTo>
                    <a:pt x="12049831" y="32911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0" name="pl2149"/>
            <p:cNvSpPr/>
            <p:nvPr/>
          </p:nvSpPr>
          <p:spPr>
            <a:xfrm>
              <a:off x="1199187" y="2185179"/>
              <a:ext cx="12049831" cy="4255394"/>
            </a:xfrm>
            <a:custGeom>
              <a:avLst/>
              <a:pathLst>
                <a:path w="12049831" h="4255394">
                  <a:moveTo>
                    <a:pt x="12049831" y="3291118"/>
                  </a:moveTo>
                  <a:lnTo>
                    <a:pt x="11054891" y="3291118"/>
                  </a:lnTo>
                  <a:lnTo>
                    <a:pt x="11053834" y="3291059"/>
                  </a:lnTo>
                  <a:lnTo>
                    <a:pt x="11046848" y="3290644"/>
                  </a:lnTo>
                  <a:lnTo>
                    <a:pt x="11029111" y="3289496"/>
                  </a:lnTo>
                  <a:lnTo>
                    <a:pt x="10997083" y="3287232"/>
                  </a:lnTo>
                  <a:lnTo>
                    <a:pt x="10948703" y="3283488"/>
                  </a:lnTo>
                  <a:lnTo>
                    <a:pt x="10883536" y="3277947"/>
                  </a:lnTo>
                  <a:lnTo>
                    <a:pt x="10802749" y="3270368"/>
                  </a:lnTo>
                  <a:lnTo>
                    <a:pt x="10708852" y="3260598"/>
                  </a:lnTo>
                  <a:lnTo>
                    <a:pt x="10605253" y="3248574"/>
                  </a:lnTo>
                  <a:lnTo>
                    <a:pt x="10495730" y="3234297"/>
                  </a:lnTo>
                  <a:lnTo>
                    <a:pt x="10383939" y="3217806"/>
                  </a:lnTo>
                  <a:lnTo>
                    <a:pt x="10273053" y="3199146"/>
                  </a:lnTo>
                  <a:lnTo>
                    <a:pt x="10165558" y="3178337"/>
                  </a:lnTo>
                  <a:lnTo>
                    <a:pt x="10063197" y="3155356"/>
                  </a:lnTo>
                  <a:lnTo>
                    <a:pt x="9967027" y="3130120"/>
                  </a:lnTo>
                  <a:lnTo>
                    <a:pt x="9877529" y="3102481"/>
                  </a:lnTo>
                  <a:lnTo>
                    <a:pt x="9794733" y="3072221"/>
                  </a:lnTo>
                  <a:lnTo>
                    <a:pt x="9718351" y="3039062"/>
                  </a:lnTo>
                  <a:lnTo>
                    <a:pt x="9647877" y="3002661"/>
                  </a:lnTo>
                  <a:lnTo>
                    <a:pt x="9582674" y="2962632"/>
                  </a:lnTo>
                  <a:lnTo>
                    <a:pt x="9522037" y="2918559"/>
                  </a:lnTo>
                  <a:lnTo>
                    <a:pt x="9465240" y="2870030"/>
                  </a:lnTo>
                  <a:lnTo>
                    <a:pt x="9411575" y="2816688"/>
                  </a:lnTo>
                  <a:lnTo>
                    <a:pt x="9360388" y="2758312"/>
                  </a:lnTo>
                  <a:lnTo>
                    <a:pt x="9347647" y="2742598"/>
                  </a:lnTo>
                  <a:lnTo>
                    <a:pt x="9305852" y="2687696"/>
                  </a:lnTo>
                  <a:lnTo>
                    <a:pt x="9265053" y="2629054"/>
                  </a:lnTo>
                  <a:lnTo>
                    <a:pt x="9224998" y="2566597"/>
                  </a:lnTo>
                  <a:lnTo>
                    <a:pt x="9185481" y="2500298"/>
                  </a:lnTo>
                  <a:lnTo>
                    <a:pt x="9146334" y="2430190"/>
                  </a:lnTo>
                  <a:lnTo>
                    <a:pt x="9107423" y="2356369"/>
                  </a:lnTo>
                  <a:lnTo>
                    <a:pt x="9068643" y="2278993"/>
                  </a:lnTo>
                  <a:lnTo>
                    <a:pt x="9029917" y="2198293"/>
                  </a:lnTo>
                  <a:lnTo>
                    <a:pt x="8991190" y="2114564"/>
                  </a:lnTo>
                  <a:lnTo>
                    <a:pt x="8952427" y="2028170"/>
                  </a:lnTo>
                  <a:lnTo>
                    <a:pt x="8913612" y="1939535"/>
                  </a:lnTo>
                  <a:lnTo>
                    <a:pt x="8874743" y="1849135"/>
                  </a:lnTo>
                  <a:lnTo>
                    <a:pt x="8835830" y="1757492"/>
                  </a:lnTo>
                  <a:lnTo>
                    <a:pt x="8796890" y="1665157"/>
                  </a:lnTo>
                  <a:lnTo>
                    <a:pt x="8757945" y="1572701"/>
                  </a:lnTo>
                  <a:lnTo>
                    <a:pt x="8719018" y="1480695"/>
                  </a:lnTo>
                  <a:lnTo>
                    <a:pt x="8680129" y="1389703"/>
                  </a:lnTo>
                  <a:lnTo>
                    <a:pt x="8641291" y="1300259"/>
                  </a:lnTo>
                  <a:lnTo>
                    <a:pt x="8602507" y="1212860"/>
                  </a:lnTo>
                  <a:lnTo>
                    <a:pt x="8563767" y="1127954"/>
                  </a:lnTo>
                  <a:lnTo>
                    <a:pt x="8525046" y="1045930"/>
                  </a:lnTo>
                  <a:lnTo>
                    <a:pt x="8486297" y="967114"/>
                  </a:lnTo>
                  <a:lnTo>
                    <a:pt x="8447453" y="891763"/>
                  </a:lnTo>
                  <a:lnTo>
                    <a:pt x="8408421" y="820066"/>
                  </a:lnTo>
                  <a:lnTo>
                    <a:pt x="8369079" y="752146"/>
                  </a:lnTo>
                  <a:lnTo>
                    <a:pt x="8329275" y="688061"/>
                  </a:lnTo>
                  <a:lnTo>
                    <a:pt x="8288819" y="627808"/>
                  </a:lnTo>
                  <a:lnTo>
                    <a:pt x="8247480" y="571334"/>
                  </a:lnTo>
                  <a:lnTo>
                    <a:pt x="8229629" y="548519"/>
                  </a:lnTo>
                  <a:lnTo>
                    <a:pt x="8178980" y="488849"/>
                  </a:lnTo>
                  <a:lnTo>
                    <a:pt x="8126007" y="434236"/>
                  </a:lnTo>
                  <a:lnTo>
                    <a:pt x="8070076" y="384508"/>
                  </a:lnTo>
                  <a:lnTo>
                    <a:pt x="8010488" y="339336"/>
                  </a:lnTo>
                  <a:lnTo>
                    <a:pt x="7946519" y="298314"/>
                  </a:lnTo>
                  <a:lnTo>
                    <a:pt x="7877455" y="261026"/>
                  </a:lnTo>
                  <a:lnTo>
                    <a:pt x="7802636" y="227073"/>
                  </a:lnTo>
                  <a:lnTo>
                    <a:pt x="7721515" y="196102"/>
                  </a:lnTo>
                  <a:lnTo>
                    <a:pt x="7633740" y="167817"/>
                  </a:lnTo>
                  <a:lnTo>
                    <a:pt x="7539248" y="141985"/>
                  </a:lnTo>
                  <a:lnTo>
                    <a:pt x="7438392" y="118438"/>
                  </a:lnTo>
                  <a:lnTo>
                    <a:pt x="7332070" y="97079"/>
                  </a:lnTo>
                  <a:lnTo>
                    <a:pt x="7221843" y="77870"/>
                  </a:lnTo>
                  <a:lnTo>
                    <a:pt x="7110007" y="60822"/>
                  </a:lnTo>
                  <a:lnTo>
                    <a:pt x="6999572" y="45975"/>
                  </a:lnTo>
                  <a:lnTo>
                    <a:pt x="6894098" y="33373"/>
                  </a:lnTo>
                  <a:lnTo>
                    <a:pt x="6797376" y="23031"/>
                  </a:lnTo>
                  <a:lnTo>
                    <a:pt x="6712959" y="14904"/>
                  </a:lnTo>
                  <a:lnTo>
                    <a:pt x="6643634" y="8862"/>
                  </a:lnTo>
                  <a:lnTo>
                    <a:pt x="6590944" y="4686"/>
                  </a:lnTo>
                  <a:lnTo>
                    <a:pt x="6554874" y="2078"/>
                  </a:lnTo>
                  <a:lnTo>
                    <a:pt x="6533770" y="682"/>
                  </a:lnTo>
                  <a:lnTo>
                    <a:pt x="6524450" y="115"/>
                  </a:lnTo>
                  <a:lnTo>
                    <a:pt x="6522404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35" y="72"/>
                  </a:lnTo>
                  <a:lnTo>
                    <a:pt x="5519750" y="585"/>
                  </a:lnTo>
                  <a:lnTo>
                    <a:pt x="5502758" y="2002"/>
                  </a:lnTo>
                  <a:lnTo>
                    <a:pt x="5472027" y="4796"/>
                  </a:lnTo>
                  <a:lnTo>
                    <a:pt x="5425507" y="9421"/>
                  </a:lnTo>
                  <a:lnTo>
                    <a:pt x="5362677" y="16274"/>
                  </a:lnTo>
                  <a:lnTo>
                    <a:pt x="5284531" y="25660"/>
                  </a:lnTo>
                  <a:lnTo>
                    <a:pt x="5193358" y="37778"/>
                  </a:lnTo>
                  <a:lnTo>
                    <a:pt x="5092343" y="52719"/>
                  </a:lnTo>
                  <a:lnTo>
                    <a:pt x="4985082" y="70491"/>
                  </a:lnTo>
                  <a:lnTo>
                    <a:pt x="4875108" y="91047"/>
                  </a:lnTo>
                  <a:lnTo>
                    <a:pt x="4765545" y="114333"/>
                  </a:lnTo>
                  <a:lnTo>
                    <a:pt x="4658888" y="140314"/>
                  </a:lnTo>
                  <a:lnTo>
                    <a:pt x="4556936" y="169008"/>
                  </a:lnTo>
                  <a:lnTo>
                    <a:pt x="4460825" y="200501"/>
                  </a:lnTo>
                  <a:lnTo>
                    <a:pt x="4371123" y="234959"/>
                  </a:lnTo>
                  <a:lnTo>
                    <a:pt x="4287948" y="272628"/>
                  </a:lnTo>
                  <a:lnTo>
                    <a:pt x="4211091" y="313838"/>
                  </a:lnTo>
                  <a:lnTo>
                    <a:pt x="4140115" y="358989"/>
                  </a:lnTo>
                  <a:lnTo>
                    <a:pt x="4074438" y="408546"/>
                  </a:lnTo>
                  <a:lnTo>
                    <a:pt x="4013401" y="463015"/>
                  </a:lnTo>
                  <a:lnTo>
                    <a:pt x="3956313" y="522913"/>
                  </a:lnTo>
                  <a:lnTo>
                    <a:pt x="3902486" y="588711"/>
                  </a:lnTo>
                  <a:lnTo>
                    <a:pt x="3851276" y="660754"/>
                  </a:lnTo>
                  <a:lnTo>
                    <a:pt x="3820202" y="709232"/>
                  </a:lnTo>
                  <a:lnTo>
                    <a:pt x="3782592" y="772807"/>
                  </a:lnTo>
                  <a:lnTo>
                    <a:pt x="3745810" y="840277"/>
                  </a:lnTo>
                  <a:lnTo>
                    <a:pt x="3709665" y="911721"/>
                  </a:lnTo>
                  <a:lnTo>
                    <a:pt x="3674002" y="987174"/>
                  </a:lnTo>
                  <a:lnTo>
                    <a:pt x="3638689" y="1066627"/>
                  </a:lnTo>
                  <a:lnTo>
                    <a:pt x="3603618" y="1150017"/>
                  </a:lnTo>
                  <a:lnTo>
                    <a:pt x="3568701" y="1237229"/>
                  </a:lnTo>
                  <a:lnTo>
                    <a:pt x="3533869" y="1328092"/>
                  </a:lnTo>
                  <a:lnTo>
                    <a:pt x="3499070" y="1422374"/>
                  </a:lnTo>
                  <a:lnTo>
                    <a:pt x="3464268" y="1519788"/>
                  </a:lnTo>
                  <a:lnTo>
                    <a:pt x="3429436" y="1619993"/>
                  </a:lnTo>
                  <a:lnTo>
                    <a:pt x="3394563" y="1722592"/>
                  </a:lnTo>
                  <a:lnTo>
                    <a:pt x="3359646" y="1827147"/>
                  </a:lnTo>
                  <a:lnTo>
                    <a:pt x="3324690" y="1933178"/>
                  </a:lnTo>
                  <a:lnTo>
                    <a:pt x="3289706" y="2040175"/>
                  </a:lnTo>
                  <a:lnTo>
                    <a:pt x="3254708" y="2147611"/>
                  </a:lnTo>
                  <a:lnTo>
                    <a:pt x="3219713" y="2254947"/>
                  </a:lnTo>
                  <a:lnTo>
                    <a:pt x="3184737" y="2361647"/>
                  </a:lnTo>
                  <a:lnTo>
                    <a:pt x="3149795" y="2467189"/>
                  </a:lnTo>
                  <a:lnTo>
                    <a:pt x="3114894" y="2571073"/>
                  </a:lnTo>
                  <a:lnTo>
                    <a:pt x="3080037" y="2672834"/>
                  </a:lnTo>
                  <a:lnTo>
                    <a:pt x="3045218" y="2772048"/>
                  </a:lnTo>
                  <a:lnTo>
                    <a:pt x="3010421" y="2868339"/>
                  </a:lnTo>
                  <a:lnTo>
                    <a:pt x="2975615" y="2961385"/>
                  </a:lnTo>
                  <a:lnTo>
                    <a:pt x="2940759" y="3050918"/>
                  </a:lnTo>
                  <a:lnTo>
                    <a:pt x="2905794" y="3136731"/>
                  </a:lnTo>
                  <a:lnTo>
                    <a:pt x="2870644" y="3218673"/>
                  </a:lnTo>
                  <a:lnTo>
                    <a:pt x="2835215" y="3296648"/>
                  </a:lnTo>
                  <a:lnTo>
                    <a:pt x="2799390" y="3370614"/>
                  </a:lnTo>
                  <a:lnTo>
                    <a:pt x="2763029" y="3440579"/>
                  </a:lnTo>
                  <a:lnTo>
                    <a:pt x="2725964" y="3506594"/>
                  </a:lnTo>
                  <a:lnTo>
                    <a:pt x="2702183" y="3546162"/>
                  </a:lnTo>
                  <a:lnTo>
                    <a:pt x="2652316" y="3622197"/>
                  </a:lnTo>
                  <a:lnTo>
                    <a:pt x="2600204" y="3691888"/>
                  </a:lnTo>
                  <a:lnTo>
                    <a:pt x="2545242" y="3755441"/>
                  </a:lnTo>
                  <a:lnTo>
                    <a:pt x="2486765" y="3813259"/>
                  </a:lnTo>
                  <a:lnTo>
                    <a:pt x="2424081" y="3865839"/>
                  </a:lnTo>
                  <a:lnTo>
                    <a:pt x="2356506" y="3913699"/>
                  </a:lnTo>
                  <a:lnTo>
                    <a:pt x="2283402" y="3957332"/>
                  </a:lnTo>
                  <a:lnTo>
                    <a:pt x="2204235" y="3997180"/>
                  </a:lnTo>
                  <a:lnTo>
                    <a:pt x="2118640" y="4033621"/>
                  </a:lnTo>
                  <a:lnTo>
                    <a:pt x="2026517" y="4066950"/>
                  </a:lnTo>
                  <a:lnTo>
                    <a:pt x="1928138" y="4097387"/>
                  </a:lnTo>
                  <a:lnTo>
                    <a:pt x="1824268" y="4125065"/>
                  </a:lnTo>
                  <a:lnTo>
                    <a:pt x="1716282" y="4150044"/>
                  </a:lnTo>
                  <a:lnTo>
                    <a:pt x="1606239" y="4172319"/>
                  </a:lnTo>
                  <a:lnTo>
                    <a:pt x="1496882" y="4191846"/>
                  </a:lnTo>
                  <a:lnTo>
                    <a:pt x="1391520" y="4208567"/>
                  </a:lnTo>
                  <a:lnTo>
                    <a:pt x="1293759" y="4222453"/>
                  </a:lnTo>
                  <a:lnTo>
                    <a:pt x="1207100" y="4233538"/>
                  </a:lnTo>
                  <a:lnTo>
                    <a:pt x="1134449" y="4241952"/>
                  </a:lnTo>
                  <a:lnTo>
                    <a:pt x="1077652" y="4247935"/>
                  </a:lnTo>
                  <a:lnTo>
                    <a:pt x="1037153" y="4251828"/>
                  </a:lnTo>
                  <a:lnTo>
                    <a:pt x="1011853" y="4254055"/>
                  </a:lnTo>
                  <a:lnTo>
                    <a:pt x="999166" y="4255081"/>
                  </a:lnTo>
                  <a:lnTo>
                    <a:pt x="995194" y="4255377"/>
                  </a:lnTo>
                  <a:lnTo>
                    <a:pt x="994940" y="4255394"/>
                  </a:lnTo>
                  <a:lnTo>
                    <a:pt x="0" y="4255394"/>
                  </a:lnTo>
                  <a:lnTo>
                    <a:pt x="0" y="42553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1" name="pg2150"/>
            <p:cNvSpPr/>
            <p:nvPr/>
          </p:nvSpPr>
          <p:spPr>
            <a:xfrm>
              <a:off x="1199187" y="3652557"/>
              <a:ext cx="12049831" cy="2814220"/>
            </a:xfrm>
            <a:custGeom>
              <a:avLst/>
              <a:pathLst>
                <a:path w="12049831" h="2814220">
                  <a:moveTo>
                    <a:pt x="0" y="2814220"/>
                  </a:moveTo>
                  <a:lnTo>
                    <a:pt x="994940" y="2814220"/>
                  </a:lnTo>
                  <a:lnTo>
                    <a:pt x="996017" y="2814169"/>
                  </a:lnTo>
                  <a:lnTo>
                    <a:pt x="1003134" y="2813807"/>
                  </a:lnTo>
                  <a:lnTo>
                    <a:pt x="1021195" y="2812808"/>
                  </a:lnTo>
                  <a:lnTo>
                    <a:pt x="1053786" y="2810838"/>
                  </a:lnTo>
                  <a:lnTo>
                    <a:pt x="1102971" y="2807581"/>
                  </a:lnTo>
                  <a:lnTo>
                    <a:pt x="1169145" y="2802762"/>
                  </a:lnTo>
                  <a:lnTo>
                    <a:pt x="1251064" y="2796174"/>
                  </a:lnTo>
                  <a:lnTo>
                    <a:pt x="1346122" y="2787689"/>
                  </a:lnTo>
                  <a:lnTo>
                    <a:pt x="1450815" y="2777254"/>
                  </a:lnTo>
                  <a:lnTo>
                    <a:pt x="1561285" y="2764872"/>
                  </a:lnTo>
                  <a:lnTo>
                    <a:pt x="1673828" y="2750578"/>
                  </a:lnTo>
                  <a:lnTo>
                    <a:pt x="1785252" y="2734412"/>
                  </a:lnTo>
                  <a:lnTo>
                    <a:pt x="1893079" y="2716387"/>
                  </a:lnTo>
                  <a:lnTo>
                    <a:pt x="1995590" y="2696481"/>
                  </a:lnTo>
                  <a:lnTo>
                    <a:pt x="2091764" y="2674616"/>
                  </a:lnTo>
                  <a:lnTo>
                    <a:pt x="2181160" y="2650658"/>
                  </a:lnTo>
                  <a:lnTo>
                    <a:pt x="2263785" y="2624412"/>
                  </a:lnTo>
                  <a:lnTo>
                    <a:pt x="2339960" y="2595628"/>
                  </a:lnTo>
                  <a:lnTo>
                    <a:pt x="2410220" y="2564005"/>
                  </a:lnTo>
                  <a:lnTo>
                    <a:pt x="2475226" y="2529202"/>
                  </a:lnTo>
                  <a:lnTo>
                    <a:pt x="2535701" y="2490856"/>
                  </a:lnTo>
                  <a:lnTo>
                    <a:pt x="2592386" y="2448612"/>
                  </a:lnTo>
                  <a:lnTo>
                    <a:pt x="2645996" y="2402170"/>
                  </a:lnTo>
                  <a:lnTo>
                    <a:pt x="2697188" y="2351364"/>
                  </a:lnTo>
                  <a:lnTo>
                    <a:pt x="2702183" y="2346057"/>
                  </a:lnTo>
                  <a:lnTo>
                    <a:pt x="2746558" y="2296160"/>
                  </a:lnTo>
                  <a:lnTo>
                    <a:pt x="2789827" y="2242654"/>
                  </a:lnTo>
                  <a:lnTo>
                    <a:pt x="2832287" y="2185466"/>
                  </a:lnTo>
                  <a:lnTo>
                    <a:pt x="2874178" y="2124578"/>
                  </a:lnTo>
                  <a:lnTo>
                    <a:pt x="2915691" y="2060037"/>
                  </a:lnTo>
                  <a:lnTo>
                    <a:pt x="2956979" y="1991960"/>
                  </a:lnTo>
                  <a:lnTo>
                    <a:pt x="2998154" y="1920533"/>
                  </a:lnTo>
                  <a:lnTo>
                    <a:pt x="3039298" y="1846020"/>
                  </a:lnTo>
                  <a:lnTo>
                    <a:pt x="3080466" y="1768757"/>
                  </a:lnTo>
                  <a:lnTo>
                    <a:pt x="3121686" y="1689150"/>
                  </a:lnTo>
                  <a:lnTo>
                    <a:pt x="3162968" y="1607665"/>
                  </a:lnTo>
                  <a:lnTo>
                    <a:pt x="3204305" y="1524822"/>
                  </a:lnTo>
                  <a:lnTo>
                    <a:pt x="3245677" y="1441178"/>
                  </a:lnTo>
                  <a:lnTo>
                    <a:pt x="3287060" y="1357314"/>
                  </a:lnTo>
                  <a:lnTo>
                    <a:pt x="3328425" y="1273816"/>
                  </a:lnTo>
                  <a:lnTo>
                    <a:pt x="3369750" y="1191262"/>
                  </a:lnTo>
                  <a:lnTo>
                    <a:pt x="3411016" y="1110200"/>
                  </a:lnTo>
                  <a:lnTo>
                    <a:pt x="3452222" y="1031137"/>
                  </a:lnTo>
                  <a:lnTo>
                    <a:pt x="3493380" y="954527"/>
                  </a:lnTo>
                  <a:lnTo>
                    <a:pt x="3534526" y="880758"/>
                  </a:lnTo>
                  <a:lnTo>
                    <a:pt x="3575721" y="810147"/>
                  </a:lnTo>
                  <a:lnTo>
                    <a:pt x="3617052" y="742940"/>
                  </a:lnTo>
                  <a:lnTo>
                    <a:pt x="3658645" y="679305"/>
                  </a:lnTo>
                  <a:lnTo>
                    <a:pt x="3700658" y="619340"/>
                  </a:lnTo>
                  <a:lnTo>
                    <a:pt x="3743296" y="563077"/>
                  </a:lnTo>
                  <a:lnTo>
                    <a:pt x="3786811" y="510483"/>
                  </a:lnTo>
                  <a:lnTo>
                    <a:pt x="3820202" y="473403"/>
                  </a:lnTo>
                  <a:lnTo>
                    <a:pt x="3871185" y="422160"/>
                  </a:lnTo>
                  <a:lnTo>
                    <a:pt x="3924525" y="375288"/>
                  </a:lnTo>
                  <a:lnTo>
                    <a:pt x="3980872" y="332637"/>
                  </a:lnTo>
                  <a:lnTo>
                    <a:pt x="4040936" y="293918"/>
                  </a:lnTo>
                  <a:lnTo>
                    <a:pt x="4105457" y="258778"/>
                  </a:lnTo>
                  <a:lnTo>
                    <a:pt x="4175162" y="226854"/>
                  </a:lnTo>
                  <a:lnTo>
                    <a:pt x="4250721" y="197801"/>
                  </a:lnTo>
                  <a:lnTo>
                    <a:pt x="4332683" y="171314"/>
                  </a:lnTo>
                  <a:lnTo>
                    <a:pt x="4421398" y="147137"/>
                  </a:lnTo>
                  <a:lnTo>
                    <a:pt x="4516907" y="125070"/>
                  </a:lnTo>
                  <a:lnTo>
                    <a:pt x="4618821" y="104973"/>
                  </a:lnTo>
                  <a:lnTo>
                    <a:pt x="4726183" y="86763"/>
                  </a:lnTo>
                  <a:lnTo>
                    <a:pt x="4837347" y="70411"/>
                  </a:lnTo>
                  <a:lnTo>
                    <a:pt x="4949910" y="55929"/>
                  </a:lnTo>
                  <a:lnTo>
                    <a:pt x="5060748" y="43355"/>
                  </a:lnTo>
                  <a:lnTo>
                    <a:pt x="5166191" y="32724"/>
                  </a:lnTo>
                  <a:lnTo>
                    <a:pt x="5262377" y="24046"/>
                  </a:lnTo>
                  <a:lnTo>
                    <a:pt x="5345743" y="17273"/>
                  </a:lnTo>
                  <a:lnTo>
                    <a:pt x="5413568" y="12286"/>
                  </a:lnTo>
                  <a:lnTo>
                    <a:pt x="5464459" y="8884"/>
                  </a:lnTo>
                  <a:lnTo>
                    <a:pt x="5498639" y="6799"/>
                  </a:lnTo>
                  <a:lnTo>
                    <a:pt x="5518011" y="5718"/>
                  </a:lnTo>
                  <a:lnTo>
                    <a:pt x="5526020" y="5308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72" y="5287"/>
                  </a:lnTo>
                  <a:lnTo>
                    <a:pt x="6530649" y="5621"/>
                  </a:lnTo>
                  <a:lnTo>
                    <a:pt x="6548857" y="6542"/>
                  </a:lnTo>
                  <a:lnTo>
                    <a:pt x="6581703" y="8359"/>
                  </a:lnTo>
                  <a:lnTo>
                    <a:pt x="6631254" y="11362"/>
                  </a:lnTo>
                  <a:lnTo>
                    <a:pt x="6697884" y="15805"/>
                  </a:lnTo>
                  <a:lnTo>
                    <a:pt x="6780315" y="21877"/>
                  </a:lnTo>
                  <a:lnTo>
                    <a:pt x="6875897" y="29695"/>
                  </a:lnTo>
                  <a:lnTo>
                    <a:pt x="6981081" y="39306"/>
                  </a:lnTo>
                  <a:lnTo>
                    <a:pt x="7091975" y="50707"/>
                  </a:lnTo>
                  <a:lnTo>
                    <a:pt x="7204852" y="63864"/>
                  </a:lnTo>
                  <a:lnTo>
                    <a:pt x="7316513" y="78743"/>
                  </a:lnTo>
                  <a:lnTo>
                    <a:pt x="7424484" y="95330"/>
                  </a:lnTo>
                  <a:lnTo>
                    <a:pt x="7527059" y="113649"/>
                  </a:lnTo>
                  <a:lnTo>
                    <a:pt x="7623231" y="133773"/>
                  </a:lnTo>
                  <a:lnTo>
                    <a:pt x="7712579" y="155828"/>
                  </a:lnTo>
                  <a:lnTo>
                    <a:pt x="7795124" y="179997"/>
                  </a:lnTo>
                  <a:lnTo>
                    <a:pt x="7871205" y="206511"/>
                  </a:lnTo>
                  <a:lnTo>
                    <a:pt x="7941369" y="235652"/>
                  </a:lnTo>
                  <a:lnTo>
                    <a:pt x="8006287" y="267735"/>
                  </a:lnTo>
                  <a:lnTo>
                    <a:pt x="8066692" y="303094"/>
                  </a:lnTo>
                  <a:lnTo>
                    <a:pt x="8123328" y="342057"/>
                  </a:lnTo>
                  <a:lnTo>
                    <a:pt x="8176916" y="384894"/>
                  </a:lnTo>
                  <a:lnTo>
                    <a:pt x="8228113" y="431747"/>
                  </a:lnTo>
                  <a:lnTo>
                    <a:pt x="8229629" y="433225"/>
                  </a:lnTo>
                  <a:lnTo>
                    <a:pt x="8275439" y="480391"/>
                  </a:lnTo>
                  <a:lnTo>
                    <a:pt x="8320080" y="531080"/>
                  </a:lnTo>
                  <a:lnTo>
                    <a:pt x="8363876" y="585362"/>
                  </a:lnTo>
                  <a:lnTo>
                    <a:pt x="8407088" y="643249"/>
                  </a:lnTo>
                  <a:lnTo>
                    <a:pt x="8449920" y="704687"/>
                  </a:lnTo>
                  <a:lnTo>
                    <a:pt x="8492534" y="769548"/>
                  </a:lnTo>
                  <a:lnTo>
                    <a:pt x="8535047" y="837631"/>
                  </a:lnTo>
                  <a:lnTo>
                    <a:pt x="8577543" y="908653"/>
                  </a:lnTo>
                  <a:lnTo>
                    <a:pt x="8620074" y="982259"/>
                  </a:lnTo>
                  <a:lnTo>
                    <a:pt x="8662666" y="1058022"/>
                  </a:lnTo>
                  <a:lnTo>
                    <a:pt x="8705323" y="1135455"/>
                  </a:lnTo>
                  <a:lnTo>
                    <a:pt x="8748032" y="1214020"/>
                  </a:lnTo>
                  <a:lnTo>
                    <a:pt x="8790769" y="1293144"/>
                  </a:lnTo>
                  <a:lnTo>
                    <a:pt x="8833504" y="1372239"/>
                  </a:lnTo>
                  <a:lnTo>
                    <a:pt x="8876209" y="1450716"/>
                  </a:lnTo>
                  <a:lnTo>
                    <a:pt x="8918860" y="1528005"/>
                  </a:lnTo>
                  <a:lnTo>
                    <a:pt x="8961445" y="1603575"/>
                  </a:lnTo>
                  <a:lnTo>
                    <a:pt x="9003972" y="1676941"/>
                  </a:lnTo>
                  <a:lnTo>
                    <a:pt x="9046466" y="1747685"/>
                  </a:lnTo>
                  <a:lnTo>
                    <a:pt x="9088985" y="1815457"/>
                  </a:lnTo>
                  <a:lnTo>
                    <a:pt x="9131614" y="1879985"/>
                  </a:lnTo>
                  <a:lnTo>
                    <a:pt x="9174477" y="1941074"/>
                  </a:lnTo>
                  <a:lnTo>
                    <a:pt x="9217736" y="1998603"/>
                  </a:lnTo>
                  <a:lnTo>
                    <a:pt x="9261604" y="2052525"/>
                  </a:lnTo>
                  <a:lnTo>
                    <a:pt x="9306346" y="2102858"/>
                  </a:lnTo>
                  <a:lnTo>
                    <a:pt x="9347647" y="2145166"/>
                  </a:lnTo>
                  <a:lnTo>
                    <a:pt x="9398781" y="2192141"/>
                  </a:lnTo>
                  <a:lnTo>
                    <a:pt x="9452288" y="2235097"/>
                  </a:lnTo>
                  <a:lnTo>
                    <a:pt x="9508822" y="2274174"/>
                  </a:lnTo>
                  <a:lnTo>
                    <a:pt x="9569102" y="2309638"/>
                  </a:lnTo>
                  <a:lnTo>
                    <a:pt x="9633872" y="2341814"/>
                  </a:lnTo>
                  <a:lnTo>
                    <a:pt x="9703867" y="2371039"/>
                  </a:lnTo>
                  <a:lnTo>
                    <a:pt x="9779761" y="2397629"/>
                  </a:lnTo>
                  <a:lnTo>
                    <a:pt x="9862105" y="2421864"/>
                  </a:lnTo>
                  <a:lnTo>
                    <a:pt x="9951245" y="2443981"/>
                  </a:lnTo>
                  <a:lnTo>
                    <a:pt x="10047214" y="2464161"/>
                  </a:lnTo>
                  <a:lnTo>
                    <a:pt x="10149607" y="2482533"/>
                  </a:lnTo>
                  <a:lnTo>
                    <a:pt x="10257436" y="2499172"/>
                  </a:lnTo>
                  <a:lnTo>
                    <a:pt x="10369018" y="2514102"/>
                  </a:lnTo>
                  <a:lnTo>
                    <a:pt x="10481902" y="2527312"/>
                  </a:lnTo>
                  <a:lnTo>
                    <a:pt x="10592909" y="2538766"/>
                  </a:lnTo>
                  <a:lnTo>
                    <a:pt x="10698323" y="2548432"/>
                  </a:lnTo>
                  <a:lnTo>
                    <a:pt x="10794249" y="2556304"/>
                  </a:lnTo>
                  <a:lnTo>
                    <a:pt x="10877123" y="2562427"/>
                  </a:lnTo>
                  <a:lnTo>
                    <a:pt x="10944257" y="2566917"/>
                  </a:lnTo>
                  <a:lnTo>
                    <a:pt x="10994327" y="2569960"/>
                  </a:lnTo>
                  <a:lnTo>
                    <a:pt x="11027656" y="2571809"/>
                  </a:lnTo>
                  <a:lnTo>
                    <a:pt x="11046261" y="2572753"/>
                  </a:lnTo>
                  <a:lnTo>
                    <a:pt x="11053705" y="2573100"/>
                  </a:lnTo>
                  <a:lnTo>
                    <a:pt x="11054891" y="2573151"/>
                  </a:lnTo>
                  <a:lnTo>
                    <a:pt x="12049831" y="2573151"/>
                  </a:lnTo>
                  <a:lnTo>
                    <a:pt x="12049831" y="2567910"/>
                  </a:lnTo>
                  <a:lnTo>
                    <a:pt x="11054891" y="2567910"/>
                  </a:lnTo>
                  <a:lnTo>
                    <a:pt x="11053805" y="2567863"/>
                  </a:lnTo>
                  <a:lnTo>
                    <a:pt x="11046628" y="2567530"/>
                  </a:lnTo>
                  <a:lnTo>
                    <a:pt x="11028420" y="2566608"/>
                  </a:lnTo>
                  <a:lnTo>
                    <a:pt x="10995573" y="2564792"/>
                  </a:lnTo>
                  <a:lnTo>
                    <a:pt x="10946022" y="2561788"/>
                  </a:lnTo>
                  <a:lnTo>
                    <a:pt x="10879392" y="2557345"/>
                  </a:lnTo>
                  <a:lnTo>
                    <a:pt x="10796961" y="2551273"/>
                  </a:lnTo>
                  <a:lnTo>
                    <a:pt x="10701380" y="2543456"/>
                  </a:lnTo>
                  <a:lnTo>
                    <a:pt x="10596196" y="2533844"/>
                  </a:lnTo>
                  <a:lnTo>
                    <a:pt x="10485302" y="2522443"/>
                  </a:lnTo>
                  <a:lnTo>
                    <a:pt x="10372425" y="2509286"/>
                  </a:lnTo>
                  <a:lnTo>
                    <a:pt x="10260763" y="2494407"/>
                  </a:lnTo>
                  <a:lnTo>
                    <a:pt x="10152792" y="2477821"/>
                  </a:lnTo>
                  <a:lnTo>
                    <a:pt x="10050218" y="2459502"/>
                  </a:lnTo>
                  <a:lnTo>
                    <a:pt x="9954045" y="2439378"/>
                  </a:lnTo>
                  <a:lnTo>
                    <a:pt x="9864698" y="2417322"/>
                  </a:lnTo>
                  <a:lnTo>
                    <a:pt x="9782152" y="2393153"/>
                  </a:lnTo>
                  <a:lnTo>
                    <a:pt x="9706071" y="2366639"/>
                  </a:lnTo>
                  <a:lnTo>
                    <a:pt x="9635907" y="2337498"/>
                  </a:lnTo>
                  <a:lnTo>
                    <a:pt x="9570989" y="2305416"/>
                  </a:lnTo>
                  <a:lnTo>
                    <a:pt x="9510585" y="2270056"/>
                  </a:lnTo>
                  <a:lnTo>
                    <a:pt x="9453948" y="2231093"/>
                  </a:lnTo>
                  <a:lnTo>
                    <a:pt x="9400360" y="2188257"/>
                  </a:lnTo>
                  <a:lnTo>
                    <a:pt x="9349163" y="2141403"/>
                  </a:lnTo>
                  <a:lnTo>
                    <a:pt x="9347647" y="2139925"/>
                  </a:lnTo>
                  <a:lnTo>
                    <a:pt x="9301838" y="2092759"/>
                  </a:lnTo>
                  <a:lnTo>
                    <a:pt x="9257196" y="2042071"/>
                  </a:lnTo>
                  <a:lnTo>
                    <a:pt x="9213400" y="1987789"/>
                  </a:lnTo>
                  <a:lnTo>
                    <a:pt x="9170189" y="1929901"/>
                  </a:lnTo>
                  <a:lnTo>
                    <a:pt x="9127356" y="1868463"/>
                  </a:lnTo>
                  <a:lnTo>
                    <a:pt x="9084743" y="1803602"/>
                  </a:lnTo>
                  <a:lnTo>
                    <a:pt x="9042230" y="1735520"/>
                  </a:lnTo>
                  <a:lnTo>
                    <a:pt x="8999734" y="1664498"/>
                  </a:lnTo>
                  <a:lnTo>
                    <a:pt x="8957203" y="1590892"/>
                  </a:lnTo>
                  <a:lnTo>
                    <a:pt x="8914611" y="1515128"/>
                  </a:lnTo>
                  <a:lnTo>
                    <a:pt x="8871954" y="1437695"/>
                  </a:lnTo>
                  <a:lnTo>
                    <a:pt x="8829245" y="1359131"/>
                  </a:lnTo>
                  <a:lnTo>
                    <a:pt x="8786508" y="1280007"/>
                  </a:lnTo>
                  <a:lnTo>
                    <a:pt x="8743772" y="1200912"/>
                  </a:lnTo>
                  <a:lnTo>
                    <a:pt x="8701067" y="1122435"/>
                  </a:lnTo>
                  <a:lnTo>
                    <a:pt x="8658417" y="1045145"/>
                  </a:lnTo>
                  <a:lnTo>
                    <a:pt x="8615831" y="969576"/>
                  </a:lnTo>
                  <a:lnTo>
                    <a:pt x="8573305" y="896209"/>
                  </a:lnTo>
                  <a:lnTo>
                    <a:pt x="8530810" y="825465"/>
                  </a:lnTo>
                  <a:lnTo>
                    <a:pt x="8488291" y="757693"/>
                  </a:lnTo>
                  <a:lnTo>
                    <a:pt x="8445662" y="693165"/>
                  </a:lnTo>
                  <a:lnTo>
                    <a:pt x="8402800" y="632076"/>
                  </a:lnTo>
                  <a:lnTo>
                    <a:pt x="8359540" y="574547"/>
                  </a:lnTo>
                  <a:lnTo>
                    <a:pt x="8315672" y="520625"/>
                  </a:lnTo>
                  <a:lnTo>
                    <a:pt x="8270930" y="470292"/>
                  </a:lnTo>
                  <a:lnTo>
                    <a:pt x="8229629" y="427985"/>
                  </a:lnTo>
                  <a:lnTo>
                    <a:pt x="8178495" y="381010"/>
                  </a:lnTo>
                  <a:lnTo>
                    <a:pt x="8124989" y="338053"/>
                  </a:lnTo>
                  <a:lnTo>
                    <a:pt x="8068455" y="298977"/>
                  </a:lnTo>
                  <a:lnTo>
                    <a:pt x="8008175" y="263513"/>
                  </a:lnTo>
                  <a:lnTo>
                    <a:pt x="7943404" y="231336"/>
                  </a:lnTo>
                  <a:lnTo>
                    <a:pt x="7873409" y="202111"/>
                  </a:lnTo>
                  <a:lnTo>
                    <a:pt x="7797515" y="175522"/>
                  </a:lnTo>
                  <a:lnTo>
                    <a:pt x="7715172" y="151286"/>
                  </a:lnTo>
                  <a:lnTo>
                    <a:pt x="7626032" y="129169"/>
                  </a:lnTo>
                  <a:lnTo>
                    <a:pt x="7530062" y="108989"/>
                  </a:lnTo>
                  <a:lnTo>
                    <a:pt x="7427670" y="90617"/>
                  </a:lnTo>
                  <a:lnTo>
                    <a:pt x="7319840" y="73978"/>
                  </a:lnTo>
                  <a:lnTo>
                    <a:pt x="7208258" y="59048"/>
                  </a:lnTo>
                  <a:lnTo>
                    <a:pt x="7095374" y="45839"/>
                  </a:lnTo>
                  <a:lnTo>
                    <a:pt x="6984367" y="34384"/>
                  </a:lnTo>
                  <a:lnTo>
                    <a:pt x="6878954" y="24718"/>
                  </a:lnTo>
                  <a:lnTo>
                    <a:pt x="6783027" y="16847"/>
                  </a:lnTo>
                  <a:lnTo>
                    <a:pt x="6700154" y="10723"/>
                  </a:lnTo>
                  <a:lnTo>
                    <a:pt x="6633020" y="6234"/>
                  </a:lnTo>
                  <a:lnTo>
                    <a:pt x="6582950" y="3190"/>
                  </a:lnTo>
                  <a:lnTo>
                    <a:pt x="6549620" y="1342"/>
                  </a:lnTo>
                  <a:lnTo>
                    <a:pt x="6531015" y="398"/>
                  </a:lnTo>
                  <a:lnTo>
                    <a:pt x="6523572" y="5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8" y="50"/>
                  </a:lnTo>
                  <a:lnTo>
                    <a:pt x="5519251" y="412"/>
                  </a:lnTo>
                  <a:lnTo>
                    <a:pt x="5501190" y="1411"/>
                  </a:lnTo>
                  <a:lnTo>
                    <a:pt x="5468599" y="3381"/>
                  </a:lnTo>
                  <a:lnTo>
                    <a:pt x="5419414" y="6639"/>
                  </a:lnTo>
                  <a:lnTo>
                    <a:pt x="5353240" y="11458"/>
                  </a:lnTo>
                  <a:lnTo>
                    <a:pt x="5271321" y="18045"/>
                  </a:lnTo>
                  <a:lnTo>
                    <a:pt x="5176263" y="26530"/>
                  </a:lnTo>
                  <a:lnTo>
                    <a:pt x="5071570" y="36966"/>
                  </a:lnTo>
                  <a:lnTo>
                    <a:pt x="4961100" y="49348"/>
                  </a:lnTo>
                  <a:lnTo>
                    <a:pt x="4848557" y="63641"/>
                  </a:lnTo>
                  <a:lnTo>
                    <a:pt x="4737133" y="79808"/>
                  </a:lnTo>
                  <a:lnTo>
                    <a:pt x="4629306" y="97832"/>
                  </a:lnTo>
                  <a:lnTo>
                    <a:pt x="4526795" y="117738"/>
                  </a:lnTo>
                  <a:lnTo>
                    <a:pt x="4430621" y="139603"/>
                  </a:lnTo>
                  <a:lnTo>
                    <a:pt x="4341225" y="163562"/>
                  </a:lnTo>
                  <a:lnTo>
                    <a:pt x="4258600" y="189808"/>
                  </a:lnTo>
                  <a:lnTo>
                    <a:pt x="4182425" y="218592"/>
                  </a:lnTo>
                  <a:lnTo>
                    <a:pt x="4112165" y="250215"/>
                  </a:lnTo>
                  <a:lnTo>
                    <a:pt x="4047159" y="285018"/>
                  </a:lnTo>
                  <a:lnTo>
                    <a:pt x="3986684" y="323364"/>
                  </a:lnTo>
                  <a:lnTo>
                    <a:pt x="3929999" y="365608"/>
                  </a:lnTo>
                  <a:lnTo>
                    <a:pt x="3876389" y="412049"/>
                  </a:lnTo>
                  <a:lnTo>
                    <a:pt x="3825197" y="462856"/>
                  </a:lnTo>
                  <a:lnTo>
                    <a:pt x="3820202" y="468163"/>
                  </a:lnTo>
                  <a:lnTo>
                    <a:pt x="3775827" y="518059"/>
                  </a:lnTo>
                  <a:lnTo>
                    <a:pt x="3732558" y="571565"/>
                  </a:lnTo>
                  <a:lnTo>
                    <a:pt x="3690098" y="628754"/>
                  </a:lnTo>
                  <a:lnTo>
                    <a:pt x="3648207" y="689642"/>
                  </a:lnTo>
                  <a:lnTo>
                    <a:pt x="3606694" y="754182"/>
                  </a:lnTo>
                  <a:lnTo>
                    <a:pt x="3565406" y="822260"/>
                  </a:lnTo>
                  <a:lnTo>
                    <a:pt x="3524231" y="893686"/>
                  </a:lnTo>
                  <a:lnTo>
                    <a:pt x="3483087" y="968199"/>
                  </a:lnTo>
                  <a:lnTo>
                    <a:pt x="3441919" y="1045462"/>
                  </a:lnTo>
                  <a:lnTo>
                    <a:pt x="3400699" y="1125070"/>
                  </a:lnTo>
                  <a:lnTo>
                    <a:pt x="3359417" y="1206555"/>
                  </a:lnTo>
                  <a:lnTo>
                    <a:pt x="3318080" y="1289398"/>
                  </a:lnTo>
                  <a:lnTo>
                    <a:pt x="3276708" y="1373042"/>
                  </a:lnTo>
                  <a:lnTo>
                    <a:pt x="3235325" y="1456906"/>
                  </a:lnTo>
                  <a:lnTo>
                    <a:pt x="3193960" y="1540403"/>
                  </a:lnTo>
                  <a:lnTo>
                    <a:pt x="3152635" y="1622957"/>
                  </a:lnTo>
                  <a:lnTo>
                    <a:pt x="3111369" y="1704020"/>
                  </a:lnTo>
                  <a:lnTo>
                    <a:pt x="3070163" y="1783082"/>
                  </a:lnTo>
                  <a:lnTo>
                    <a:pt x="3029005" y="1859692"/>
                  </a:lnTo>
                  <a:lnTo>
                    <a:pt x="2987859" y="1933462"/>
                  </a:lnTo>
                  <a:lnTo>
                    <a:pt x="2946664" y="2004072"/>
                  </a:lnTo>
                  <a:lnTo>
                    <a:pt x="2905333" y="2071280"/>
                  </a:lnTo>
                  <a:lnTo>
                    <a:pt x="2863740" y="2134915"/>
                  </a:lnTo>
                  <a:lnTo>
                    <a:pt x="2821727" y="2194879"/>
                  </a:lnTo>
                  <a:lnTo>
                    <a:pt x="2779089" y="2251142"/>
                  </a:lnTo>
                  <a:lnTo>
                    <a:pt x="2735574" y="2303736"/>
                  </a:lnTo>
                  <a:lnTo>
                    <a:pt x="2702183" y="2340816"/>
                  </a:lnTo>
                  <a:lnTo>
                    <a:pt x="2651200" y="2392059"/>
                  </a:lnTo>
                  <a:lnTo>
                    <a:pt x="2597860" y="2438931"/>
                  </a:lnTo>
                  <a:lnTo>
                    <a:pt x="2541513" y="2481582"/>
                  </a:lnTo>
                  <a:lnTo>
                    <a:pt x="2481449" y="2520302"/>
                  </a:lnTo>
                  <a:lnTo>
                    <a:pt x="2416928" y="2555442"/>
                  </a:lnTo>
                  <a:lnTo>
                    <a:pt x="2347223" y="2587366"/>
                  </a:lnTo>
                  <a:lnTo>
                    <a:pt x="2271664" y="2616419"/>
                  </a:lnTo>
                  <a:lnTo>
                    <a:pt x="2189702" y="2642906"/>
                  </a:lnTo>
                  <a:lnTo>
                    <a:pt x="2100987" y="2667083"/>
                  </a:lnTo>
                  <a:lnTo>
                    <a:pt x="2005478" y="2689150"/>
                  </a:lnTo>
                  <a:lnTo>
                    <a:pt x="1903564" y="2709247"/>
                  </a:lnTo>
                  <a:lnTo>
                    <a:pt x="1796202" y="2727457"/>
                  </a:lnTo>
                  <a:lnTo>
                    <a:pt x="1685038" y="2743809"/>
                  </a:lnTo>
                  <a:lnTo>
                    <a:pt x="1572475" y="2758290"/>
                  </a:lnTo>
                  <a:lnTo>
                    <a:pt x="1461637" y="2770865"/>
                  </a:lnTo>
                  <a:lnTo>
                    <a:pt x="1356194" y="2781496"/>
                  </a:lnTo>
                  <a:lnTo>
                    <a:pt x="1260008" y="2790174"/>
                  </a:lnTo>
                  <a:lnTo>
                    <a:pt x="1176642" y="2796946"/>
                  </a:lnTo>
                  <a:lnTo>
                    <a:pt x="1108817" y="2801934"/>
                  </a:lnTo>
                  <a:lnTo>
                    <a:pt x="1057926" y="2805336"/>
                  </a:lnTo>
                  <a:lnTo>
                    <a:pt x="1023746" y="2807420"/>
                  </a:lnTo>
                  <a:lnTo>
                    <a:pt x="1004374" y="2808501"/>
                  </a:lnTo>
                  <a:lnTo>
                    <a:pt x="996365" y="2808912"/>
                  </a:lnTo>
                  <a:lnTo>
                    <a:pt x="994940" y="2808979"/>
                  </a:lnTo>
                  <a:lnTo>
                    <a:pt x="0" y="2808979"/>
                  </a:lnTo>
                  <a:close/>
                </a:path>
              </a:pathLst>
            </a:custGeom>
            <a:solidFill>
              <a:srgbClr val="42A5F5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52" name="pl2151"/>
            <p:cNvSpPr/>
            <p:nvPr/>
          </p:nvSpPr>
          <p:spPr>
            <a:xfrm>
              <a:off x="1199187" y="3657798"/>
              <a:ext cx="12049831" cy="2808979"/>
            </a:xfrm>
            <a:custGeom>
              <a:avLst/>
              <a:pathLst>
                <a:path w="12049831" h="2808979">
                  <a:moveTo>
                    <a:pt x="0" y="2808979"/>
                  </a:moveTo>
                  <a:lnTo>
                    <a:pt x="994940" y="2808979"/>
                  </a:lnTo>
                  <a:lnTo>
                    <a:pt x="996017" y="2808929"/>
                  </a:lnTo>
                  <a:lnTo>
                    <a:pt x="1003134" y="2808567"/>
                  </a:lnTo>
                  <a:lnTo>
                    <a:pt x="1021195" y="2807568"/>
                  </a:lnTo>
                  <a:lnTo>
                    <a:pt x="1053786" y="2805598"/>
                  </a:lnTo>
                  <a:lnTo>
                    <a:pt x="1102971" y="2802340"/>
                  </a:lnTo>
                  <a:lnTo>
                    <a:pt x="1169145" y="2797521"/>
                  </a:lnTo>
                  <a:lnTo>
                    <a:pt x="1251064" y="2790933"/>
                  </a:lnTo>
                  <a:lnTo>
                    <a:pt x="1346122" y="2782448"/>
                  </a:lnTo>
                  <a:lnTo>
                    <a:pt x="1450815" y="2772013"/>
                  </a:lnTo>
                  <a:lnTo>
                    <a:pt x="1561285" y="2759631"/>
                  </a:lnTo>
                  <a:lnTo>
                    <a:pt x="1673828" y="2745338"/>
                  </a:lnTo>
                  <a:lnTo>
                    <a:pt x="1785252" y="2729171"/>
                  </a:lnTo>
                  <a:lnTo>
                    <a:pt x="1893079" y="2711147"/>
                  </a:lnTo>
                  <a:lnTo>
                    <a:pt x="1995590" y="2691241"/>
                  </a:lnTo>
                  <a:lnTo>
                    <a:pt x="2091764" y="2669376"/>
                  </a:lnTo>
                  <a:lnTo>
                    <a:pt x="2181160" y="2645417"/>
                  </a:lnTo>
                  <a:lnTo>
                    <a:pt x="2263785" y="2619171"/>
                  </a:lnTo>
                  <a:lnTo>
                    <a:pt x="2339960" y="2590387"/>
                  </a:lnTo>
                  <a:lnTo>
                    <a:pt x="2410220" y="2558764"/>
                  </a:lnTo>
                  <a:lnTo>
                    <a:pt x="2475226" y="2523961"/>
                  </a:lnTo>
                  <a:lnTo>
                    <a:pt x="2535701" y="2485615"/>
                  </a:lnTo>
                  <a:lnTo>
                    <a:pt x="2592386" y="2443371"/>
                  </a:lnTo>
                  <a:lnTo>
                    <a:pt x="2645996" y="2396929"/>
                  </a:lnTo>
                  <a:lnTo>
                    <a:pt x="2697188" y="2346123"/>
                  </a:lnTo>
                  <a:lnTo>
                    <a:pt x="2702183" y="2340816"/>
                  </a:lnTo>
                  <a:lnTo>
                    <a:pt x="2746558" y="2290920"/>
                  </a:lnTo>
                  <a:lnTo>
                    <a:pt x="2789827" y="2237414"/>
                  </a:lnTo>
                  <a:lnTo>
                    <a:pt x="2832287" y="2180225"/>
                  </a:lnTo>
                  <a:lnTo>
                    <a:pt x="2874178" y="2119337"/>
                  </a:lnTo>
                  <a:lnTo>
                    <a:pt x="2915691" y="2054797"/>
                  </a:lnTo>
                  <a:lnTo>
                    <a:pt x="2956979" y="1986719"/>
                  </a:lnTo>
                  <a:lnTo>
                    <a:pt x="2998154" y="1915292"/>
                  </a:lnTo>
                  <a:lnTo>
                    <a:pt x="3039298" y="1840780"/>
                  </a:lnTo>
                  <a:lnTo>
                    <a:pt x="3080466" y="1763517"/>
                  </a:lnTo>
                  <a:lnTo>
                    <a:pt x="3121686" y="1683909"/>
                  </a:lnTo>
                  <a:lnTo>
                    <a:pt x="3162968" y="1602424"/>
                  </a:lnTo>
                  <a:lnTo>
                    <a:pt x="3204305" y="1519581"/>
                  </a:lnTo>
                  <a:lnTo>
                    <a:pt x="3245677" y="1435937"/>
                  </a:lnTo>
                  <a:lnTo>
                    <a:pt x="3287060" y="1352073"/>
                  </a:lnTo>
                  <a:lnTo>
                    <a:pt x="3328425" y="1268576"/>
                  </a:lnTo>
                  <a:lnTo>
                    <a:pt x="3369750" y="1186021"/>
                  </a:lnTo>
                  <a:lnTo>
                    <a:pt x="3411016" y="1104959"/>
                  </a:lnTo>
                  <a:lnTo>
                    <a:pt x="3452222" y="1025897"/>
                  </a:lnTo>
                  <a:lnTo>
                    <a:pt x="3493380" y="949286"/>
                  </a:lnTo>
                  <a:lnTo>
                    <a:pt x="3534526" y="875517"/>
                  </a:lnTo>
                  <a:lnTo>
                    <a:pt x="3575721" y="804907"/>
                  </a:lnTo>
                  <a:lnTo>
                    <a:pt x="3617052" y="737699"/>
                  </a:lnTo>
                  <a:lnTo>
                    <a:pt x="3658645" y="674064"/>
                  </a:lnTo>
                  <a:lnTo>
                    <a:pt x="3700658" y="614100"/>
                  </a:lnTo>
                  <a:lnTo>
                    <a:pt x="3743296" y="557836"/>
                  </a:lnTo>
                  <a:lnTo>
                    <a:pt x="3786811" y="505243"/>
                  </a:lnTo>
                  <a:lnTo>
                    <a:pt x="3820202" y="468163"/>
                  </a:lnTo>
                  <a:lnTo>
                    <a:pt x="3871185" y="416920"/>
                  </a:lnTo>
                  <a:lnTo>
                    <a:pt x="3924525" y="370047"/>
                  </a:lnTo>
                  <a:lnTo>
                    <a:pt x="3980872" y="327397"/>
                  </a:lnTo>
                  <a:lnTo>
                    <a:pt x="4040936" y="288677"/>
                  </a:lnTo>
                  <a:lnTo>
                    <a:pt x="4105457" y="253537"/>
                  </a:lnTo>
                  <a:lnTo>
                    <a:pt x="4175162" y="221613"/>
                  </a:lnTo>
                  <a:lnTo>
                    <a:pt x="4250721" y="192560"/>
                  </a:lnTo>
                  <a:lnTo>
                    <a:pt x="4332683" y="166073"/>
                  </a:lnTo>
                  <a:lnTo>
                    <a:pt x="4421398" y="141896"/>
                  </a:lnTo>
                  <a:lnTo>
                    <a:pt x="4516907" y="119829"/>
                  </a:lnTo>
                  <a:lnTo>
                    <a:pt x="4618821" y="99732"/>
                  </a:lnTo>
                  <a:lnTo>
                    <a:pt x="4726183" y="81522"/>
                  </a:lnTo>
                  <a:lnTo>
                    <a:pt x="4837347" y="65170"/>
                  </a:lnTo>
                  <a:lnTo>
                    <a:pt x="4949910" y="50688"/>
                  </a:lnTo>
                  <a:lnTo>
                    <a:pt x="5060748" y="38114"/>
                  </a:lnTo>
                  <a:lnTo>
                    <a:pt x="5166191" y="27483"/>
                  </a:lnTo>
                  <a:lnTo>
                    <a:pt x="5262377" y="18805"/>
                  </a:lnTo>
                  <a:lnTo>
                    <a:pt x="5345743" y="12033"/>
                  </a:lnTo>
                  <a:lnTo>
                    <a:pt x="5413568" y="7045"/>
                  </a:lnTo>
                  <a:lnTo>
                    <a:pt x="5464459" y="3643"/>
                  </a:lnTo>
                  <a:lnTo>
                    <a:pt x="5498639" y="1559"/>
                  </a:lnTo>
                  <a:lnTo>
                    <a:pt x="5518011" y="478"/>
                  </a:lnTo>
                  <a:lnTo>
                    <a:pt x="5526020" y="67"/>
                  </a:lnTo>
                  <a:lnTo>
                    <a:pt x="5527444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72" y="46"/>
                  </a:lnTo>
                  <a:lnTo>
                    <a:pt x="6530649" y="380"/>
                  </a:lnTo>
                  <a:lnTo>
                    <a:pt x="6548857" y="1301"/>
                  </a:lnTo>
                  <a:lnTo>
                    <a:pt x="6581703" y="3118"/>
                  </a:lnTo>
                  <a:lnTo>
                    <a:pt x="6631254" y="6122"/>
                  </a:lnTo>
                  <a:lnTo>
                    <a:pt x="6697884" y="10565"/>
                  </a:lnTo>
                  <a:lnTo>
                    <a:pt x="6780315" y="16636"/>
                  </a:lnTo>
                  <a:lnTo>
                    <a:pt x="6875897" y="24454"/>
                  </a:lnTo>
                  <a:lnTo>
                    <a:pt x="6981081" y="34066"/>
                  </a:lnTo>
                  <a:lnTo>
                    <a:pt x="7091975" y="45466"/>
                  </a:lnTo>
                  <a:lnTo>
                    <a:pt x="7204852" y="58624"/>
                  </a:lnTo>
                  <a:lnTo>
                    <a:pt x="7316513" y="73502"/>
                  </a:lnTo>
                  <a:lnTo>
                    <a:pt x="7424484" y="90089"/>
                  </a:lnTo>
                  <a:lnTo>
                    <a:pt x="7527059" y="108408"/>
                  </a:lnTo>
                  <a:lnTo>
                    <a:pt x="7623231" y="128532"/>
                  </a:lnTo>
                  <a:lnTo>
                    <a:pt x="7712579" y="150588"/>
                  </a:lnTo>
                  <a:lnTo>
                    <a:pt x="7795124" y="174756"/>
                  </a:lnTo>
                  <a:lnTo>
                    <a:pt x="7871205" y="201271"/>
                  </a:lnTo>
                  <a:lnTo>
                    <a:pt x="7941369" y="230411"/>
                  </a:lnTo>
                  <a:lnTo>
                    <a:pt x="8006287" y="262494"/>
                  </a:lnTo>
                  <a:lnTo>
                    <a:pt x="8066692" y="297854"/>
                  </a:lnTo>
                  <a:lnTo>
                    <a:pt x="8123328" y="336817"/>
                  </a:lnTo>
                  <a:lnTo>
                    <a:pt x="8176916" y="379653"/>
                  </a:lnTo>
                  <a:lnTo>
                    <a:pt x="8228113" y="426506"/>
                  </a:lnTo>
                  <a:lnTo>
                    <a:pt x="8229629" y="427985"/>
                  </a:lnTo>
                  <a:lnTo>
                    <a:pt x="8275439" y="475151"/>
                  </a:lnTo>
                  <a:lnTo>
                    <a:pt x="8320080" y="525839"/>
                  </a:lnTo>
                  <a:lnTo>
                    <a:pt x="8363876" y="580121"/>
                  </a:lnTo>
                  <a:lnTo>
                    <a:pt x="8407088" y="638008"/>
                  </a:lnTo>
                  <a:lnTo>
                    <a:pt x="8449920" y="699446"/>
                  </a:lnTo>
                  <a:lnTo>
                    <a:pt x="8492534" y="764308"/>
                  </a:lnTo>
                  <a:lnTo>
                    <a:pt x="8535047" y="832390"/>
                  </a:lnTo>
                  <a:lnTo>
                    <a:pt x="8577543" y="903412"/>
                  </a:lnTo>
                  <a:lnTo>
                    <a:pt x="8620074" y="977018"/>
                  </a:lnTo>
                  <a:lnTo>
                    <a:pt x="8662666" y="1052782"/>
                  </a:lnTo>
                  <a:lnTo>
                    <a:pt x="8705323" y="1130214"/>
                  </a:lnTo>
                  <a:lnTo>
                    <a:pt x="8748032" y="1208779"/>
                  </a:lnTo>
                  <a:lnTo>
                    <a:pt x="8790769" y="1287903"/>
                  </a:lnTo>
                  <a:lnTo>
                    <a:pt x="8833504" y="1366998"/>
                  </a:lnTo>
                  <a:lnTo>
                    <a:pt x="8876209" y="1445475"/>
                  </a:lnTo>
                  <a:lnTo>
                    <a:pt x="8918860" y="1522765"/>
                  </a:lnTo>
                  <a:lnTo>
                    <a:pt x="8961445" y="1598334"/>
                  </a:lnTo>
                  <a:lnTo>
                    <a:pt x="9003972" y="1671701"/>
                  </a:lnTo>
                  <a:lnTo>
                    <a:pt x="9046466" y="1742444"/>
                  </a:lnTo>
                  <a:lnTo>
                    <a:pt x="9088985" y="1810217"/>
                  </a:lnTo>
                  <a:lnTo>
                    <a:pt x="9131614" y="1874745"/>
                  </a:lnTo>
                  <a:lnTo>
                    <a:pt x="9174477" y="1935833"/>
                  </a:lnTo>
                  <a:lnTo>
                    <a:pt x="9217736" y="1993363"/>
                  </a:lnTo>
                  <a:lnTo>
                    <a:pt x="9261604" y="2047285"/>
                  </a:lnTo>
                  <a:lnTo>
                    <a:pt x="9306346" y="2097618"/>
                  </a:lnTo>
                  <a:lnTo>
                    <a:pt x="9347647" y="2139925"/>
                  </a:lnTo>
                  <a:lnTo>
                    <a:pt x="9398781" y="2186900"/>
                  </a:lnTo>
                  <a:lnTo>
                    <a:pt x="9452288" y="2229857"/>
                  </a:lnTo>
                  <a:lnTo>
                    <a:pt x="9508822" y="2268933"/>
                  </a:lnTo>
                  <a:lnTo>
                    <a:pt x="9569102" y="2304397"/>
                  </a:lnTo>
                  <a:lnTo>
                    <a:pt x="9633872" y="2336574"/>
                  </a:lnTo>
                  <a:lnTo>
                    <a:pt x="9703867" y="2365798"/>
                  </a:lnTo>
                  <a:lnTo>
                    <a:pt x="9779761" y="2392388"/>
                  </a:lnTo>
                  <a:lnTo>
                    <a:pt x="9862105" y="2416624"/>
                  </a:lnTo>
                  <a:lnTo>
                    <a:pt x="9951245" y="2438740"/>
                  </a:lnTo>
                  <a:lnTo>
                    <a:pt x="10047214" y="2458921"/>
                  </a:lnTo>
                  <a:lnTo>
                    <a:pt x="10149607" y="2477293"/>
                  </a:lnTo>
                  <a:lnTo>
                    <a:pt x="10257436" y="2493931"/>
                  </a:lnTo>
                  <a:lnTo>
                    <a:pt x="10369018" y="2508862"/>
                  </a:lnTo>
                  <a:lnTo>
                    <a:pt x="10481902" y="2522071"/>
                  </a:lnTo>
                  <a:lnTo>
                    <a:pt x="10592909" y="2533526"/>
                  </a:lnTo>
                  <a:lnTo>
                    <a:pt x="10698323" y="2543192"/>
                  </a:lnTo>
                  <a:lnTo>
                    <a:pt x="10794249" y="2551063"/>
                  </a:lnTo>
                  <a:lnTo>
                    <a:pt x="10877123" y="2557186"/>
                  </a:lnTo>
                  <a:lnTo>
                    <a:pt x="10944257" y="2561676"/>
                  </a:lnTo>
                  <a:lnTo>
                    <a:pt x="10994327" y="2564720"/>
                  </a:lnTo>
                  <a:lnTo>
                    <a:pt x="11027656" y="2566568"/>
                  </a:lnTo>
                  <a:lnTo>
                    <a:pt x="11046261" y="2567512"/>
                  </a:lnTo>
                  <a:lnTo>
                    <a:pt x="11053705" y="2567859"/>
                  </a:lnTo>
                  <a:lnTo>
                    <a:pt x="11054891" y="2567910"/>
                  </a:lnTo>
                  <a:lnTo>
                    <a:pt x="11054891" y="2567910"/>
                  </a:lnTo>
                  <a:lnTo>
                    <a:pt x="12049831" y="2567910"/>
                  </a:lnTo>
                  <a:lnTo>
                    <a:pt x="12049831" y="25679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3" name="pl2152"/>
            <p:cNvSpPr/>
            <p:nvPr/>
          </p:nvSpPr>
          <p:spPr>
            <a:xfrm>
              <a:off x="1199187" y="3652557"/>
              <a:ext cx="12049831" cy="2808979"/>
            </a:xfrm>
            <a:custGeom>
              <a:avLst/>
              <a:pathLst>
                <a:path w="12049831" h="2808979">
                  <a:moveTo>
                    <a:pt x="12049831" y="2567910"/>
                  </a:moveTo>
                  <a:lnTo>
                    <a:pt x="11054891" y="2567910"/>
                  </a:lnTo>
                  <a:lnTo>
                    <a:pt x="11053805" y="2567863"/>
                  </a:lnTo>
                  <a:lnTo>
                    <a:pt x="11046628" y="2567530"/>
                  </a:lnTo>
                  <a:lnTo>
                    <a:pt x="11028420" y="2566608"/>
                  </a:lnTo>
                  <a:lnTo>
                    <a:pt x="10995573" y="2564792"/>
                  </a:lnTo>
                  <a:lnTo>
                    <a:pt x="10946022" y="2561788"/>
                  </a:lnTo>
                  <a:lnTo>
                    <a:pt x="10879392" y="2557345"/>
                  </a:lnTo>
                  <a:lnTo>
                    <a:pt x="10796961" y="2551273"/>
                  </a:lnTo>
                  <a:lnTo>
                    <a:pt x="10701380" y="2543456"/>
                  </a:lnTo>
                  <a:lnTo>
                    <a:pt x="10596196" y="2533844"/>
                  </a:lnTo>
                  <a:lnTo>
                    <a:pt x="10485302" y="2522443"/>
                  </a:lnTo>
                  <a:lnTo>
                    <a:pt x="10372425" y="2509286"/>
                  </a:lnTo>
                  <a:lnTo>
                    <a:pt x="10260763" y="2494407"/>
                  </a:lnTo>
                  <a:lnTo>
                    <a:pt x="10152792" y="2477821"/>
                  </a:lnTo>
                  <a:lnTo>
                    <a:pt x="10050218" y="2459502"/>
                  </a:lnTo>
                  <a:lnTo>
                    <a:pt x="9954045" y="2439378"/>
                  </a:lnTo>
                  <a:lnTo>
                    <a:pt x="9864698" y="2417322"/>
                  </a:lnTo>
                  <a:lnTo>
                    <a:pt x="9782152" y="2393153"/>
                  </a:lnTo>
                  <a:lnTo>
                    <a:pt x="9706071" y="2366639"/>
                  </a:lnTo>
                  <a:lnTo>
                    <a:pt x="9635907" y="2337498"/>
                  </a:lnTo>
                  <a:lnTo>
                    <a:pt x="9570989" y="2305416"/>
                  </a:lnTo>
                  <a:lnTo>
                    <a:pt x="9510585" y="2270056"/>
                  </a:lnTo>
                  <a:lnTo>
                    <a:pt x="9453948" y="2231093"/>
                  </a:lnTo>
                  <a:lnTo>
                    <a:pt x="9400360" y="2188257"/>
                  </a:lnTo>
                  <a:lnTo>
                    <a:pt x="9349163" y="2141403"/>
                  </a:lnTo>
                  <a:lnTo>
                    <a:pt x="9347647" y="2139925"/>
                  </a:lnTo>
                  <a:lnTo>
                    <a:pt x="9301838" y="2092759"/>
                  </a:lnTo>
                  <a:lnTo>
                    <a:pt x="9257196" y="2042071"/>
                  </a:lnTo>
                  <a:lnTo>
                    <a:pt x="9213400" y="1987789"/>
                  </a:lnTo>
                  <a:lnTo>
                    <a:pt x="9170189" y="1929901"/>
                  </a:lnTo>
                  <a:lnTo>
                    <a:pt x="9127356" y="1868463"/>
                  </a:lnTo>
                  <a:lnTo>
                    <a:pt x="9084743" y="1803602"/>
                  </a:lnTo>
                  <a:lnTo>
                    <a:pt x="9042230" y="1735520"/>
                  </a:lnTo>
                  <a:lnTo>
                    <a:pt x="8999734" y="1664498"/>
                  </a:lnTo>
                  <a:lnTo>
                    <a:pt x="8957203" y="1590892"/>
                  </a:lnTo>
                  <a:lnTo>
                    <a:pt x="8914611" y="1515128"/>
                  </a:lnTo>
                  <a:lnTo>
                    <a:pt x="8871954" y="1437695"/>
                  </a:lnTo>
                  <a:lnTo>
                    <a:pt x="8829245" y="1359131"/>
                  </a:lnTo>
                  <a:lnTo>
                    <a:pt x="8786508" y="1280007"/>
                  </a:lnTo>
                  <a:lnTo>
                    <a:pt x="8743772" y="1200912"/>
                  </a:lnTo>
                  <a:lnTo>
                    <a:pt x="8701067" y="1122435"/>
                  </a:lnTo>
                  <a:lnTo>
                    <a:pt x="8658417" y="1045145"/>
                  </a:lnTo>
                  <a:lnTo>
                    <a:pt x="8615831" y="969576"/>
                  </a:lnTo>
                  <a:lnTo>
                    <a:pt x="8573305" y="896209"/>
                  </a:lnTo>
                  <a:lnTo>
                    <a:pt x="8530810" y="825465"/>
                  </a:lnTo>
                  <a:lnTo>
                    <a:pt x="8488291" y="757693"/>
                  </a:lnTo>
                  <a:lnTo>
                    <a:pt x="8445662" y="693165"/>
                  </a:lnTo>
                  <a:lnTo>
                    <a:pt x="8402800" y="632076"/>
                  </a:lnTo>
                  <a:lnTo>
                    <a:pt x="8359540" y="574547"/>
                  </a:lnTo>
                  <a:lnTo>
                    <a:pt x="8315672" y="520625"/>
                  </a:lnTo>
                  <a:lnTo>
                    <a:pt x="8270930" y="470292"/>
                  </a:lnTo>
                  <a:lnTo>
                    <a:pt x="8229629" y="427985"/>
                  </a:lnTo>
                  <a:lnTo>
                    <a:pt x="8178495" y="381010"/>
                  </a:lnTo>
                  <a:lnTo>
                    <a:pt x="8124989" y="338053"/>
                  </a:lnTo>
                  <a:lnTo>
                    <a:pt x="8068455" y="298977"/>
                  </a:lnTo>
                  <a:lnTo>
                    <a:pt x="8008175" y="263513"/>
                  </a:lnTo>
                  <a:lnTo>
                    <a:pt x="7943404" y="231336"/>
                  </a:lnTo>
                  <a:lnTo>
                    <a:pt x="7873409" y="202111"/>
                  </a:lnTo>
                  <a:lnTo>
                    <a:pt x="7797515" y="175522"/>
                  </a:lnTo>
                  <a:lnTo>
                    <a:pt x="7715172" y="151286"/>
                  </a:lnTo>
                  <a:lnTo>
                    <a:pt x="7626032" y="129169"/>
                  </a:lnTo>
                  <a:lnTo>
                    <a:pt x="7530062" y="108989"/>
                  </a:lnTo>
                  <a:lnTo>
                    <a:pt x="7427670" y="90617"/>
                  </a:lnTo>
                  <a:lnTo>
                    <a:pt x="7319840" y="73978"/>
                  </a:lnTo>
                  <a:lnTo>
                    <a:pt x="7208258" y="59048"/>
                  </a:lnTo>
                  <a:lnTo>
                    <a:pt x="7095374" y="45839"/>
                  </a:lnTo>
                  <a:lnTo>
                    <a:pt x="6984367" y="34384"/>
                  </a:lnTo>
                  <a:lnTo>
                    <a:pt x="6878954" y="24718"/>
                  </a:lnTo>
                  <a:lnTo>
                    <a:pt x="6783027" y="16847"/>
                  </a:lnTo>
                  <a:lnTo>
                    <a:pt x="6700154" y="10723"/>
                  </a:lnTo>
                  <a:lnTo>
                    <a:pt x="6633020" y="6234"/>
                  </a:lnTo>
                  <a:lnTo>
                    <a:pt x="6582950" y="3190"/>
                  </a:lnTo>
                  <a:lnTo>
                    <a:pt x="6549620" y="1342"/>
                  </a:lnTo>
                  <a:lnTo>
                    <a:pt x="6531015" y="398"/>
                  </a:lnTo>
                  <a:lnTo>
                    <a:pt x="6523572" y="51"/>
                  </a:lnTo>
                  <a:lnTo>
                    <a:pt x="6522386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68" y="50"/>
                  </a:lnTo>
                  <a:lnTo>
                    <a:pt x="5519251" y="412"/>
                  </a:lnTo>
                  <a:lnTo>
                    <a:pt x="5501190" y="1411"/>
                  </a:lnTo>
                  <a:lnTo>
                    <a:pt x="5468599" y="3381"/>
                  </a:lnTo>
                  <a:lnTo>
                    <a:pt x="5419414" y="6639"/>
                  </a:lnTo>
                  <a:lnTo>
                    <a:pt x="5353240" y="11458"/>
                  </a:lnTo>
                  <a:lnTo>
                    <a:pt x="5271321" y="18045"/>
                  </a:lnTo>
                  <a:lnTo>
                    <a:pt x="5176263" y="26530"/>
                  </a:lnTo>
                  <a:lnTo>
                    <a:pt x="5071570" y="36966"/>
                  </a:lnTo>
                  <a:lnTo>
                    <a:pt x="4961100" y="49348"/>
                  </a:lnTo>
                  <a:lnTo>
                    <a:pt x="4848557" y="63641"/>
                  </a:lnTo>
                  <a:lnTo>
                    <a:pt x="4737133" y="79808"/>
                  </a:lnTo>
                  <a:lnTo>
                    <a:pt x="4629306" y="97832"/>
                  </a:lnTo>
                  <a:lnTo>
                    <a:pt x="4526795" y="117738"/>
                  </a:lnTo>
                  <a:lnTo>
                    <a:pt x="4430621" y="139603"/>
                  </a:lnTo>
                  <a:lnTo>
                    <a:pt x="4341225" y="163562"/>
                  </a:lnTo>
                  <a:lnTo>
                    <a:pt x="4258600" y="189808"/>
                  </a:lnTo>
                  <a:lnTo>
                    <a:pt x="4182425" y="218592"/>
                  </a:lnTo>
                  <a:lnTo>
                    <a:pt x="4112165" y="250215"/>
                  </a:lnTo>
                  <a:lnTo>
                    <a:pt x="4047159" y="285018"/>
                  </a:lnTo>
                  <a:lnTo>
                    <a:pt x="3986684" y="323364"/>
                  </a:lnTo>
                  <a:lnTo>
                    <a:pt x="3929999" y="365608"/>
                  </a:lnTo>
                  <a:lnTo>
                    <a:pt x="3876389" y="412049"/>
                  </a:lnTo>
                  <a:lnTo>
                    <a:pt x="3825197" y="462856"/>
                  </a:lnTo>
                  <a:lnTo>
                    <a:pt x="3820202" y="468163"/>
                  </a:lnTo>
                  <a:lnTo>
                    <a:pt x="3775827" y="518059"/>
                  </a:lnTo>
                  <a:lnTo>
                    <a:pt x="3732558" y="571565"/>
                  </a:lnTo>
                  <a:lnTo>
                    <a:pt x="3690098" y="628754"/>
                  </a:lnTo>
                  <a:lnTo>
                    <a:pt x="3648207" y="689642"/>
                  </a:lnTo>
                  <a:lnTo>
                    <a:pt x="3606694" y="754182"/>
                  </a:lnTo>
                  <a:lnTo>
                    <a:pt x="3565406" y="822260"/>
                  </a:lnTo>
                  <a:lnTo>
                    <a:pt x="3524231" y="893686"/>
                  </a:lnTo>
                  <a:lnTo>
                    <a:pt x="3483087" y="968199"/>
                  </a:lnTo>
                  <a:lnTo>
                    <a:pt x="3441919" y="1045462"/>
                  </a:lnTo>
                  <a:lnTo>
                    <a:pt x="3400699" y="1125070"/>
                  </a:lnTo>
                  <a:lnTo>
                    <a:pt x="3359417" y="1206555"/>
                  </a:lnTo>
                  <a:lnTo>
                    <a:pt x="3318080" y="1289398"/>
                  </a:lnTo>
                  <a:lnTo>
                    <a:pt x="3276708" y="1373042"/>
                  </a:lnTo>
                  <a:lnTo>
                    <a:pt x="3235325" y="1456906"/>
                  </a:lnTo>
                  <a:lnTo>
                    <a:pt x="3193960" y="1540403"/>
                  </a:lnTo>
                  <a:lnTo>
                    <a:pt x="3152635" y="1622957"/>
                  </a:lnTo>
                  <a:lnTo>
                    <a:pt x="3111369" y="1704020"/>
                  </a:lnTo>
                  <a:lnTo>
                    <a:pt x="3070163" y="1783082"/>
                  </a:lnTo>
                  <a:lnTo>
                    <a:pt x="3029005" y="1859692"/>
                  </a:lnTo>
                  <a:lnTo>
                    <a:pt x="2987859" y="1933462"/>
                  </a:lnTo>
                  <a:lnTo>
                    <a:pt x="2946664" y="2004072"/>
                  </a:lnTo>
                  <a:lnTo>
                    <a:pt x="2905333" y="2071280"/>
                  </a:lnTo>
                  <a:lnTo>
                    <a:pt x="2863740" y="2134915"/>
                  </a:lnTo>
                  <a:lnTo>
                    <a:pt x="2821727" y="2194879"/>
                  </a:lnTo>
                  <a:lnTo>
                    <a:pt x="2779089" y="2251142"/>
                  </a:lnTo>
                  <a:lnTo>
                    <a:pt x="2735574" y="2303736"/>
                  </a:lnTo>
                  <a:lnTo>
                    <a:pt x="2702183" y="2340816"/>
                  </a:lnTo>
                  <a:lnTo>
                    <a:pt x="2651200" y="2392059"/>
                  </a:lnTo>
                  <a:lnTo>
                    <a:pt x="2597860" y="2438931"/>
                  </a:lnTo>
                  <a:lnTo>
                    <a:pt x="2541513" y="2481582"/>
                  </a:lnTo>
                  <a:lnTo>
                    <a:pt x="2481449" y="2520302"/>
                  </a:lnTo>
                  <a:lnTo>
                    <a:pt x="2416928" y="2555442"/>
                  </a:lnTo>
                  <a:lnTo>
                    <a:pt x="2347223" y="2587366"/>
                  </a:lnTo>
                  <a:lnTo>
                    <a:pt x="2271664" y="2616419"/>
                  </a:lnTo>
                  <a:lnTo>
                    <a:pt x="2189702" y="2642906"/>
                  </a:lnTo>
                  <a:lnTo>
                    <a:pt x="2100987" y="2667083"/>
                  </a:lnTo>
                  <a:lnTo>
                    <a:pt x="2005478" y="2689150"/>
                  </a:lnTo>
                  <a:lnTo>
                    <a:pt x="1903564" y="2709247"/>
                  </a:lnTo>
                  <a:lnTo>
                    <a:pt x="1796202" y="2727457"/>
                  </a:lnTo>
                  <a:lnTo>
                    <a:pt x="1685038" y="2743809"/>
                  </a:lnTo>
                  <a:lnTo>
                    <a:pt x="1572475" y="2758290"/>
                  </a:lnTo>
                  <a:lnTo>
                    <a:pt x="1461637" y="2770865"/>
                  </a:lnTo>
                  <a:lnTo>
                    <a:pt x="1356194" y="2781496"/>
                  </a:lnTo>
                  <a:lnTo>
                    <a:pt x="1260008" y="2790174"/>
                  </a:lnTo>
                  <a:lnTo>
                    <a:pt x="1176642" y="2796946"/>
                  </a:lnTo>
                  <a:lnTo>
                    <a:pt x="1108817" y="2801934"/>
                  </a:lnTo>
                  <a:lnTo>
                    <a:pt x="1057926" y="2805336"/>
                  </a:lnTo>
                  <a:lnTo>
                    <a:pt x="1023746" y="2807420"/>
                  </a:lnTo>
                  <a:lnTo>
                    <a:pt x="1004374" y="2808501"/>
                  </a:lnTo>
                  <a:lnTo>
                    <a:pt x="996365" y="2808912"/>
                  </a:lnTo>
                  <a:lnTo>
                    <a:pt x="994941" y="2808979"/>
                  </a:lnTo>
                  <a:lnTo>
                    <a:pt x="994940" y="2808979"/>
                  </a:lnTo>
                  <a:lnTo>
                    <a:pt x="0" y="2808979"/>
                  </a:lnTo>
                  <a:lnTo>
                    <a:pt x="0" y="28089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4" name="pg2153"/>
            <p:cNvSpPr/>
            <p:nvPr/>
          </p:nvSpPr>
          <p:spPr>
            <a:xfrm>
              <a:off x="1199187" y="2635874"/>
              <a:ext cx="12049831" cy="3862347"/>
            </a:xfrm>
            <a:custGeom>
              <a:avLst/>
              <a:pathLst>
                <a:path w="12049831" h="3862347">
                  <a:moveTo>
                    <a:pt x="0" y="3862347"/>
                  </a:moveTo>
                  <a:lnTo>
                    <a:pt x="994940" y="3862347"/>
                  </a:lnTo>
                  <a:lnTo>
                    <a:pt x="995992" y="3862287"/>
                  </a:lnTo>
                  <a:lnTo>
                    <a:pt x="1002949" y="3861861"/>
                  </a:lnTo>
                  <a:lnTo>
                    <a:pt x="1020615" y="3860683"/>
                  </a:lnTo>
                  <a:lnTo>
                    <a:pt x="1052519" y="3858361"/>
                  </a:lnTo>
                  <a:lnTo>
                    <a:pt x="1100722" y="3854520"/>
                  </a:lnTo>
                  <a:lnTo>
                    <a:pt x="1165666" y="3848836"/>
                  </a:lnTo>
                  <a:lnTo>
                    <a:pt x="1246202" y="3841058"/>
                  </a:lnTo>
                  <a:lnTo>
                    <a:pt x="1339841" y="3831033"/>
                  </a:lnTo>
                  <a:lnTo>
                    <a:pt x="1443197" y="3818691"/>
                  </a:lnTo>
                  <a:lnTo>
                    <a:pt x="1552509" y="3804034"/>
                  </a:lnTo>
                  <a:lnTo>
                    <a:pt x="1664131" y="3787102"/>
                  </a:lnTo>
                  <a:lnTo>
                    <a:pt x="1774895" y="3767941"/>
                  </a:lnTo>
                  <a:lnTo>
                    <a:pt x="1882315" y="3746573"/>
                  </a:lnTo>
                  <a:lnTo>
                    <a:pt x="1984641" y="3722975"/>
                  </a:lnTo>
                  <a:lnTo>
                    <a:pt x="2080808" y="3697062"/>
                  </a:lnTo>
                  <a:lnTo>
                    <a:pt x="2170328" y="3668684"/>
                  </a:lnTo>
                  <a:lnTo>
                    <a:pt x="2253161" y="3637621"/>
                  </a:lnTo>
                  <a:lnTo>
                    <a:pt x="2329588" y="3603585"/>
                  </a:lnTo>
                  <a:lnTo>
                    <a:pt x="2400110" y="3566230"/>
                  </a:lnTo>
                  <a:lnTo>
                    <a:pt x="2465357" y="3525159"/>
                  </a:lnTo>
                  <a:lnTo>
                    <a:pt x="2526030" y="3479946"/>
                  </a:lnTo>
                  <a:lnTo>
                    <a:pt x="2582853" y="3430168"/>
                  </a:lnTo>
                  <a:lnTo>
                    <a:pt x="2636531" y="3375455"/>
                  </a:lnTo>
                  <a:lnTo>
                    <a:pt x="2687718" y="3315574"/>
                  </a:lnTo>
                  <a:lnTo>
                    <a:pt x="2702183" y="3297232"/>
                  </a:lnTo>
                  <a:lnTo>
                    <a:pt x="2743491" y="3241360"/>
                  </a:lnTo>
                  <a:lnTo>
                    <a:pt x="2783822" y="3181728"/>
                  </a:lnTo>
                  <a:lnTo>
                    <a:pt x="2823421" y="3118257"/>
                  </a:lnTo>
                  <a:lnTo>
                    <a:pt x="2862489" y="3050923"/>
                  </a:lnTo>
                  <a:lnTo>
                    <a:pt x="2901189" y="2979753"/>
                  </a:lnTo>
                  <a:lnTo>
                    <a:pt x="2939651" y="2904840"/>
                  </a:lnTo>
                  <a:lnTo>
                    <a:pt x="2977978" y="2826337"/>
                  </a:lnTo>
                  <a:lnTo>
                    <a:pt x="3016248" y="2744468"/>
                  </a:lnTo>
                  <a:lnTo>
                    <a:pt x="3054516" y="2659521"/>
                  </a:lnTo>
                  <a:lnTo>
                    <a:pt x="3092815" y="2571850"/>
                  </a:lnTo>
                  <a:lnTo>
                    <a:pt x="3131164" y="2481871"/>
                  </a:lnTo>
                  <a:lnTo>
                    <a:pt x="3169566" y="2390052"/>
                  </a:lnTo>
                  <a:lnTo>
                    <a:pt x="3208013" y="2296905"/>
                  </a:lnTo>
                  <a:lnTo>
                    <a:pt x="3246489" y="2202976"/>
                  </a:lnTo>
                  <a:lnTo>
                    <a:pt x="3284974" y="2108828"/>
                  </a:lnTo>
                  <a:lnTo>
                    <a:pt x="3323445" y="2015033"/>
                  </a:lnTo>
                  <a:lnTo>
                    <a:pt x="3361883" y="1922151"/>
                  </a:lnTo>
                  <a:lnTo>
                    <a:pt x="3400273" y="1830722"/>
                  </a:lnTo>
                  <a:lnTo>
                    <a:pt x="3438609" y="1741247"/>
                  </a:lnTo>
                  <a:lnTo>
                    <a:pt x="3476899" y="1654184"/>
                  </a:lnTo>
                  <a:lnTo>
                    <a:pt x="3515163" y="1569933"/>
                  </a:lnTo>
                  <a:lnTo>
                    <a:pt x="3553441" y="1488834"/>
                  </a:lnTo>
                  <a:lnTo>
                    <a:pt x="3591792" y="1411161"/>
                  </a:lnTo>
                  <a:lnTo>
                    <a:pt x="3630300" y="1337119"/>
                  </a:lnTo>
                  <a:lnTo>
                    <a:pt x="3669073" y="1266849"/>
                  </a:lnTo>
                  <a:lnTo>
                    <a:pt x="3708251" y="1200425"/>
                  </a:lnTo>
                  <a:lnTo>
                    <a:pt x="3748003" y="1137864"/>
                  </a:lnTo>
                  <a:lnTo>
                    <a:pt x="3788541" y="1079128"/>
                  </a:lnTo>
                  <a:lnTo>
                    <a:pt x="3820202" y="1036772"/>
                  </a:lnTo>
                  <a:lnTo>
                    <a:pt x="3870777" y="975381"/>
                  </a:lnTo>
                  <a:lnTo>
                    <a:pt x="3923668" y="919184"/>
                  </a:lnTo>
                  <a:lnTo>
                    <a:pt x="3979508" y="868008"/>
                  </a:lnTo>
                  <a:lnTo>
                    <a:pt x="4038990" y="821513"/>
                  </a:lnTo>
                  <a:lnTo>
                    <a:pt x="4102836" y="779285"/>
                  </a:lnTo>
                  <a:lnTo>
                    <a:pt x="4171759" y="740895"/>
                  </a:lnTo>
                  <a:lnTo>
                    <a:pt x="4246414" y="705935"/>
                  </a:lnTo>
                  <a:lnTo>
                    <a:pt x="4327349" y="674042"/>
                  </a:lnTo>
                  <a:lnTo>
                    <a:pt x="4414917" y="644911"/>
                  </a:lnTo>
                  <a:lnTo>
                    <a:pt x="4509184" y="618301"/>
                  </a:lnTo>
                  <a:lnTo>
                    <a:pt x="4609805" y="594043"/>
                  </a:lnTo>
                  <a:lnTo>
                    <a:pt x="4715895" y="572033"/>
                  </a:lnTo>
                  <a:lnTo>
                    <a:pt x="4825913" y="552231"/>
                  </a:lnTo>
                  <a:lnTo>
                    <a:pt x="4937584" y="534649"/>
                  </a:lnTo>
                  <a:lnTo>
                    <a:pt x="5047926" y="519327"/>
                  </a:lnTo>
                  <a:lnTo>
                    <a:pt x="5153400" y="506311"/>
                  </a:lnTo>
                  <a:lnTo>
                    <a:pt x="5250233" y="495617"/>
                  </a:lnTo>
                  <a:lnTo>
                    <a:pt x="5334876" y="487200"/>
                  </a:lnTo>
                  <a:lnTo>
                    <a:pt x="5404527" y="480929"/>
                  </a:lnTo>
                  <a:lnTo>
                    <a:pt x="5457613" y="476584"/>
                  </a:lnTo>
                  <a:lnTo>
                    <a:pt x="5494103" y="473859"/>
                  </a:lnTo>
                  <a:lnTo>
                    <a:pt x="5515596" y="472390"/>
                  </a:lnTo>
                  <a:lnTo>
                    <a:pt x="5525218" y="471786"/>
                  </a:lnTo>
                  <a:lnTo>
                    <a:pt x="5527445" y="471657"/>
                  </a:lnTo>
                  <a:lnTo>
                    <a:pt x="6522385" y="471657"/>
                  </a:lnTo>
                  <a:lnTo>
                    <a:pt x="6523520" y="471648"/>
                  </a:lnTo>
                  <a:lnTo>
                    <a:pt x="6531009" y="471584"/>
                  </a:lnTo>
                  <a:lnTo>
                    <a:pt x="6549986" y="471409"/>
                  </a:lnTo>
                  <a:lnTo>
                    <a:pt x="6584164" y="471064"/>
                  </a:lnTo>
                  <a:lnTo>
                    <a:pt x="6635614" y="470494"/>
                  </a:lnTo>
                  <a:lnTo>
                    <a:pt x="6704608" y="469652"/>
                  </a:lnTo>
                  <a:lnTo>
                    <a:pt x="6789680" y="468502"/>
                  </a:lnTo>
                  <a:lnTo>
                    <a:pt x="6887947" y="467025"/>
                  </a:lnTo>
                  <a:lnTo>
                    <a:pt x="6995635" y="465211"/>
                  </a:lnTo>
                  <a:lnTo>
                    <a:pt x="7108672" y="463064"/>
                  </a:lnTo>
                  <a:lnTo>
                    <a:pt x="7223223" y="460589"/>
                  </a:lnTo>
                  <a:lnTo>
                    <a:pt x="7336054" y="457793"/>
                  </a:lnTo>
                  <a:lnTo>
                    <a:pt x="7444718" y="454677"/>
                  </a:lnTo>
                  <a:lnTo>
                    <a:pt x="7547572" y="451235"/>
                  </a:lnTo>
                  <a:lnTo>
                    <a:pt x="7643700" y="447451"/>
                  </a:lnTo>
                  <a:lnTo>
                    <a:pt x="7732770" y="443299"/>
                  </a:lnTo>
                  <a:lnTo>
                    <a:pt x="7814893" y="438743"/>
                  </a:lnTo>
                  <a:lnTo>
                    <a:pt x="7890485" y="433735"/>
                  </a:lnTo>
                  <a:lnTo>
                    <a:pt x="7960159" y="428221"/>
                  </a:lnTo>
                  <a:lnTo>
                    <a:pt x="8024638" y="422139"/>
                  </a:lnTo>
                  <a:lnTo>
                    <a:pt x="8084697" y="415426"/>
                  </a:lnTo>
                  <a:lnTo>
                    <a:pt x="8141111" y="408021"/>
                  </a:lnTo>
                  <a:lnTo>
                    <a:pt x="8194616" y="399879"/>
                  </a:lnTo>
                  <a:lnTo>
                    <a:pt x="8229629" y="393920"/>
                  </a:lnTo>
                  <a:lnTo>
                    <a:pt x="8290165" y="382411"/>
                  </a:lnTo>
                  <a:lnTo>
                    <a:pt x="8348835" y="369765"/>
                  </a:lnTo>
                  <a:lnTo>
                    <a:pt x="8406321" y="355966"/>
                  </a:lnTo>
                  <a:lnTo>
                    <a:pt x="8463129" y="341032"/>
                  </a:lnTo>
                  <a:lnTo>
                    <a:pt x="8519618" y="325021"/>
                  </a:lnTo>
                  <a:lnTo>
                    <a:pt x="8576027" y="308036"/>
                  </a:lnTo>
                  <a:lnTo>
                    <a:pt x="8632492" y="290220"/>
                  </a:lnTo>
                  <a:lnTo>
                    <a:pt x="8689069" y="271759"/>
                  </a:lnTo>
                  <a:lnTo>
                    <a:pt x="8745746" y="252870"/>
                  </a:lnTo>
                  <a:lnTo>
                    <a:pt x="8802476" y="233791"/>
                  </a:lnTo>
                  <a:lnTo>
                    <a:pt x="8859188" y="214774"/>
                  </a:lnTo>
                  <a:lnTo>
                    <a:pt x="8915820" y="196065"/>
                  </a:lnTo>
                  <a:lnTo>
                    <a:pt x="8972340" y="177893"/>
                  </a:lnTo>
                  <a:lnTo>
                    <a:pt x="9028767" y="160462"/>
                  </a:lnTo>
                  <a:lnTo>
                    <a:pt x="9085192" y="143936"/>
                  </a:lnTo>
                  <a:lnTo>
                    <a:pt x="9141799" y="128440"/>
                  </a:lnTo>
                  <a:lnTo>
                    <a:pt x="9198885" y="114055"/>
                  </a:lnTo>
                  <a:lnTo>
                    <a:pt x="9256875" y="100819"/>
                  </a:lnTo>
                  <a:lnTo>
                    <a:pt x="9316357" y="88732"/>
                  </a:lnTo>
                  <a:lnTo>
                    <a:pt x="9347647" y="82976"/>
                  </a:lnTo>
                  <a:lnTo>
                    <a:pt x="9399556" y="74323"/>
                  </a:lnTo>
                  <a:lnTo>
                    <a:pt x="9453918" y="66421"/>
                  </a:lnTo>
                  <a:lnTo>
                    <a:pt x="9511418" y="59244"/>
                  </a:lnTo>
                  <a:lnTo>
                    <a:pt x="9572811" y="52740"/>
                  </a:lnTo>
                  <a:lnTo>
                    <a:pt x="9638874" y="46847"/>
                  </a:lnTo>
                  <a:lnTo>
                    <a:pt x="9710371" y="41502"/>
                  </a:lnTo>
                  <a:lnTo>
                    <a:pt x="9788000" y="36645"/>
                  </a:lnTo>
                  <a:lnTo>
                    <a:pt x="9872320" y="32223"/>
                  </a:lnTo>
                  <a:lnTo>
                    <a:pt x="9963661" y="28193"/>
                  </a:lnTo>
                  <a:lnTo>
                    <a:pt x="10062009" y="24521"/>
                  </a:lnTo>
                  <a:lnTo>
                    <a:pt x="10166859" y="21185"/>
                  </a:lnTo>
                  <a:lnTo>
                    <a:pt x="10277077" y="18172"/>
                  </a:lnTo>
                  <a:lnTo>
                    <a:pt x="10390766" y="15478"/>
                  </a:lnTo>
                  <a:lnTo>
                    <a:pt x="10505218" y="13108"/>
                  </a:lnTo>
                  <a:lnTo>
                    <a:pt x="10616977" y="11067"/>
                  </a:lnTo>
                  <a:lnTo>
                    <a:pt x="10722082" y="9361"/>
                  </a:lnTo>
                  <a:lnTo>
                    <a:pt x="10816496" y="7990"/>
                  </a:lnTo>
                  <a:lnTo>
                    <a:pt x="10896663" y="6942"/>
                  </a:lnTo>
                  <a:lnTo>
                    <a:pt x="10960108" y="6192"/>
                  </a:lnTo>
                  <a:lnTo>
                    <a:pt x="11005898" y="5700"/>
                  </a:lnTo>
                  <a:lnTo>
                    <a:pt x="11034890" y="5416"/>
                  </a:lnTo>
                  <a:lnTo>
                    <a:pt x="11049703" y="5283"/>
                  </a:lnTo>
                  <a:lnTo>
                    <a:pt x="11054530" y="524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6" y="8"/>
                  </a:lnTo>
                  <a:lnTo>
                    <a:pt x="11046268" y="72"/>
                  </a:lnTo>
                  <a:lnTo>
                    <a:pt x="11027291" y="247"/>
                  </a:lnTo>
                  <a:lnTo>
                    <a:pt x="10993112" y="592"/>
                  </a:lnTo>
                  <a:lnTo>
                    <a:pt x="10941662" y="1162"/>
                  </a:lnTo>
                  <a:lnTo>
                    <a:pt x="10872668" y="2004"/>
                  </a:lnTo>
                  <a:lnTo>
                    <a:pt x="10787596" y="3154"/>
                  </a:lnTo>
                  <a:lnTo>
                    <a:pt x="10689329" y="4631"/>
                  </a:lnTo>
                  <a:lnTo>
                    <a:pt x="10581642" y="6445"/>
                  </a:lnTo>
                  <a:lnTo>
                    <a:pt x="10468605" y="8592"/>
                  </a:lnTo>
                  <a:lnTo>
                    <a:pt x="10354054" y="11067"/>
                  </a:lnTo>
                  <a:lnTo>
                    <a:pt x="10241222" y="13863"/>
                  </a:lnTo>
                  <a:lnTo>
                    <a:pt x="10132559" y="16979"/>
                  </a:lnTo>
                  <a:lnTo>
                    <a:pt x="10029705" y="20421"/>
                  </a:lnTo>
                  <a:lnTo>
                    <a:pt x="9933577" y="24205"/>
                  </a:lnTo>
                  <a:lnTo>
                    <a:pt x="9844506" y="28357"/>
                  </a:lnTo>
                  <a:lnTo>
                    <a:pt x="9762383" y="32913"/>
                  </a:lnTo>
                  <a:lnTo>
                    <a:pt x="9686791" y="37921"/>
                  </a:lnTo>
                  <a:lnTo>
                    <a:pt x="9617118" y="43435"/>
                  </a:lnTo>
                  <a:lnTo>
                    <a:pt x="9552638" y="49517"/>
                  </a:lnTo>
                  <a:lnTo>
                    <a:pt x="9492579" y="56231"/>
                  </a:lnTo>
                  <a:lnTo>
                    <a:pt x="9436165" y="63635"/>
                  </a:lnTo>
                  <a:lnTo>
                    <a:pt x="9382661" y="71777"/>
                  </a:lnTo>
                  <a:lnTo>
                    <a:pt x="9347647" y="77736"/>
                  </a:lnTo>
                  <a:lnTo>
                    <a:pt x="9287111" y="89245"/>
                  </a:lnTo>
                  <a:lnTo>
                    <a:pt x="9228441" y="101891"/>
                  </a:lnTo>
                  <a:lnTo>
                    <a:pt x="9170955" y="115690"/>
                  </a:lnTo>
                  <a:lnTo>
                    <a:pt x="9114148" y="130624"/>
                  </a:lnTo>
                  <a:lnTo>
                    <a:pt x="9057659" y="146635"/>
                  </a:lnTo>
                  <a:lnTo>
                    <a:pt x="9001250" y="163620"/>
                  </a:lnTo>
                  <a:lnTo>
                    <a:pt x="8944784" y="181436"/>
                  </a:lnTo>
                  <a:lnTo>
                    <a:pt x="8888208" y="199897"/>
                  </a:lnTo>
                  <a:lnTo>
                    <a:pt x="8831530" y="218787"/>
                  </a:lnTo>
                  <a:lnTo>
                    <a:pt x="8774801" y="237865"/>
                  </a:lnTo>
                  <a:lnTo>
                    <a:pt x="8718089" y="256882"/>
                  </a:lnTo>
                  <a:lnTo>
                    <a:pt x="8661456" y="275591"/>
                  </a:lnTo>
                  <a:lnTo>
                    <a:pt x="8604936" y="293763"/>
                  </a:lnTo>
                  <a:lnTo>
                    <a:pt x="8548510" y="311194"/>
                  </a:lnTo>
                  <a:lnTo>
                    <a:pt x="8492085" y="327720"/>
                  </a:lnTo>
                  <a:lnTo>
                    <a:pt x="8435477" y="343216"/>
                  </a:lnTo>
                  <a:lnTo>
                    <a:pt x="8378392" y="357601"/>
                  </a:lnTo>
                  <a:lnTo>
                    <a:pt x="8320402" y="370837"/>
                  </a:lnTo>
                  <a:lnTo>
                    <a:pt x="8260919" y="382924"/>
                  </a:lnTo>
                  <a:lnTo>
                    <a:pt x="8229629" y="388680"/>
                  </a:lnTo>
                  <a:lnTo>
                    <a:pt x="8177721" y="397333"/>
                  </a:lnTo>
                  <a:lnTo>
                    <a:pt x="8123359" y="405235"/>
                  </a:lnTo>
                  <a:lnTo>
                    <a:pt x="8065858" y="412412"/>
                  </a:lnTo>
                  <a:lnTo>
                    <a:pt x="8004466" y="418916"/>
                  </a:lnTo>
                  <a:lnTo>
                    <a:pt x="7938403" y="424809"/>
                  </a:lnTo>
                  <a:lnTo>
                    <a:pt x="7866905" y="430154"/>
                  </a:lnTo>
                  <a:lnTo>
                    <a:pt x="7789276" y="435011"/>
                  </a:lnTo>
                  <a:lnTo>
                    <a:pt x="7704957" y="439433"/>
                  </a:lnTo>
                  <a:lnTo>
                    <a:pt x="7613615" y="443463"/>
                  </a:lnTo>
                  <a:lnTo>
                    <a:pt x="7515268" y="447135"/>
                  </a:lnTo>
                  <a:lnTo>
                    <a:pt x="7410417" y="450471"/>
                  </a:lnTo>
                  <a:lnTo>
                    <a:pt x="7300200" y="453484"/>
                  </a:lnTo>
                  <a:lnTo>
                    <a:pt x="7186510" y="456178"/>
                  </a:lnTo>
                  <a:lnTo>
                    <a:pt x="7072059" y="458548"/>
                  </a:lnTo>
                  <a:lnTo>
                    <a:pt x="6960300" y="460589"/>
                  </a:lnTo>
                  <a:lnTo>
                    <a:pt x="6855194" y="462295"/>
                  </a:lnTo>
                  <a:lnTo>
                    <a:pt x="6760781" y="463666"/>
                  </a:lnTo>
                  <a:lnTo>
                    <a:pt x="6680613" y="464714"/>
                  </a:lnTo>
                  <a:lnTo>
                    <a:pt x="6617169" y="465464"/>
                  </a:lnTo>
                  <a:lnTo>
                    <a:pt x="6571378" y="465956"/>
                  </a:lnTo>
                  <a:lnTo>
                    <a:pt x="6542387" y="466241"/>
                  </a:lnTo>
                  <a:lnTo>
                    <a:pt x="6527573" y="466373"/>
                  </a:lnTo>
                  <a:lnTo>
                    <a:pt x="6522747" y="466413"/>
                  </a:lnTo>
                  <a:lnTo>
                    <a:pt x="6522385" y="466416"/>
                  </a:lnTo>
                  <a:lnTo>
                    <a:pt x="5527445" y="466416"/>
                  </a:lnTo>
                  <a:lnTo>
                    <a:pt x="5526393" y="466476"/>
                  </a:lnTo>
                  <a:lnTo>
                    <a:pt x="5519436" y="466902"/>
                  </a:lnTo>
                  <a:lnTo>
                    <a:pt x="5501770" y="468080"/>
                  </a:lnTo>
                  <a:lnTo>
                    <a:pt x="5469866" y="470402"/>
                  </a:lnTo>
                  <a:lnTo>
                    <a:pt x="5421663" y="474242"/>
                  </a:lnTo>
                  <a:lnTo>
                    <a:pt x="5356719" y="479927"/>
                  </a:lnTo>
                  <a:lnTo>
                    <a:pt x="5276183" y="487704"/>
                  </a:lnTo>
                  <a:lnTo>
                    <a:pt x="5182544" y="497730"/>
                  </a:lnTo>
                  <a:lnTo>
                    <a:pt x="5079188" y="510072"/>
                  </a:lnTo>
                  <a:lnTo>
                    <a:pt x="4969876" y="524729"/>
                  </a:lnTo>
                  <a:lnTo>
                    <a:pt x="4858254" y="541661"/>
                  </a:lnTo>
                  <a:lnTo>
                    <a:pt x="4747490" y="560821"/>
                  </a:lnTo>
                  <a:lnTo>
                    <a:pt x="4640070" y="582189"/>
                  </a:lnTo>
                  <a:lnTo>
                    <a:pt x="4537744" y="605788"/>
                  </a:lnTo>
                  <a:lnTo>
                    <a:pt x="4441577" y="631701"/>
                  </a:lnTo>
                  <a:lnTo>
                    <a:pt x="4352057" y="660079"/>
                  </a:lnTo>
                  <a:lnTo>
                    <a:pt x="4269224" y="691142"/>
                  </a:lnTo>
                  <a:lnTo>
                    <a:pt x="4192797" y="725177"/>
                  </a:lnTo>
                  <a:lnTo>
                    <a:pt x="4122275" y="762532"/>
                  </a:lnTo>
                  <a:lnTo>
                    <a:pt x="4057028" y="803603"/>
                  </a:lnTo>
                  <a:lnTo>
                    <a:pt x="3996355" y="848816"/>
                  </a:lnTo>
                  <a:lnTo>
                    <a:pt x="3939532" y="898595"/>
                  </a:lnTo>
                  <a:lnTo>
                    <a:pt x="3885854" y="953308"/>
                  </a:lnTo>
                  <a:lnTo>
                    <a:pt x="3834667" y="1013189"/>
                  </a:lnTo>
                  <a:lnTo>
                    <a:pt x="3820202" y="1031531"/>
                  </a:lnTo>
                  <a:lnTo>
                    <a:pt x="3778894" y="1087402"/>
                  </a:lnTo>
                  <a:lnTo>
                    <a:pt x="3738563" y="1147035"/>
                  </a:lnTo>
                  <a:lnTo>
                    <a:pt x="3698964" y="1210505"/>
                  </a:lnTo>
                  <a:lnTo>
                    <a:pt x="3659896" y="1277840"/>
                  </a:lnTo>
                  <a:lnTo>
                    <a:pt x="3621196" y="1349010"/>
                  </a:lnTo>
                  <a:lnTo>
                    <a:pt x="3582734" y="1423923"/>
                  </a:lnTo>
                  <a:lnTo>
                    <a:pt x="3544407" y="1502426"/>
                  </a:lnTo>
                  <a:lnTo>
                    <a:pt x="3506137" y="1584295"/>
                  </a:lnTo>
                  <a:lnTo>
                    <a:pt x="3467869" y="1669242"/>
                  </a:lnTo>
                  <a:lnTo>
                    <a:pt x="3429570" y="1756912"/>
                  </a:lnTo>
                  <a:lnTo>
                    <a:pt x="3391221" y="1846891"/>
                  </a:lnTo>
                  <a:lnTo>
                    <a:pt x="3352819" y="1938710"/>
                  </a:lnTo>
                  <a:lnTo>
                    <a:pt x="3314372" y="2031857"/>
                  </a:lnTo>
                  <a:lnTo>
                    <a:pt x="3275896" y="2125787"/>
                  </a:lnTo>
                  <a:lnTo>
                    <a:pt x="3237411" y="2219934"/>
                  </a:lnTo>
                  <a:lnTo>
                    <a:pt x="3198940" y="2313730"/>
                  </a:lnTo>
                  <a:lnTo>
                    <a:pt x="3160502" y="2406611"/>
                  </a:lnTo>
                  <a:lnTo>
                    <a:pt x="3122112" y="2498041"/>
                  </a:lnTo>
                  <a:lnTo>
                    <a:pt x="3083776" y="2587516"/>
                  </a:lnTo>
                  <a:lnTo>
                    <a:pt x="3045486" y="2674579"/>
                  </a:lnTo>
                  <a:lnTo>
                    <a:pt x="3007222" y="2758830"/>
                  </a:lnTo>
                  <a:lnTo>
                    <a:pt x="2968944" y="2839928"/>
                  </a:lnTo>
                  <a:lnTo>
                    <a:pt x="2930593" y="2917602"/>
                  </a:lnTo>
                  <a:lnTo>
                    <a:pt x="2892085" y="2991643"/>
                  </a:lnTo>
                  <a:lnTo>
                    <a:pt x="2853312" y="3061914"/>
                  </a:lnTo>
                  <a:lnTo>
                    <a:pt x="2814134" y="3128338"/>
                  </a:lnTo>
                  <a:lnTo>
                    <a:pt x="2774382" y="3190899"/>
                  </a:lnTo>
                  <a:lnTo>
                    <a:pt x="2733844" y="3249635"/>
                  </a:lnTo>
                  <a:lnTo>
                    <a:pt x="2702183" y="3291991"/>
                  </a:lnTo>
                  <a:lnTo>
                    <a:pt x="2651608" y="3353382"/>
                  </a:lnTo>
                  <a:lnTo>
                    <a:pt x="2598717" y="3409579"/>
                  </a:lnTo>
                  <a:lnTo>
                    <a:pt x="2542877" y="3460754"/>
                  </a:lnTo>
                  <a:lnTo>
                    <a:pt x="2483395" y="3507249"/>
                  </a:lnTo>
                  <a:lnTo>
                    <a:pt x="2419549" y="3549478"/>
                  </a:lnTo>
                  <a:lnTo>
                    <a:pt x="2350626" y="3587868"/>
                  </a:lnTo>
                  <a:lnTo>
                    <a:pt x="2275971" y="3622828"/>
                  </a:lnTo>
                  <a:lnTo>
                    <a:pt x="2195036" y="3654721"/>
                  </a:lnTo>
                  <a:lnTo>
                    <a:pt x="2107468" y="3683852"/>
                  </a:lnTo>
                  <a:lnTo>
                    <a:pt x="2013201" y="3710461"/>
                  </a:lnTo>
                  <a:lnTo>
                    <a:pt x="1912580" y="3734720"/>
                  </a:lnTo>
                  <a:lnTo>
                    <a:pt x="1806490" y="3756730"/>
                  </a:lnTo>
                  <a:lnTo>
                    <a:pt x="1696472" y="3776531"/>
                  </a:lnTo>
                  <a:lnTo>
                    <a:pt x="1584801" y="3794114"/>
                  </a:lnTo>
                  <a:lnTo>
                    <a:pt x="1474459" y="3809436"/>
                  </a:lnTo>
                  <a:lnTo>
                    <a:pt x="1368985" y="3822451"/>
                  </a:lnTo>
                  <a:lnTo>
                    <a:pt x="1272152" y="3833146"/>
                  </a:lnTo>
                  <a:lnTo>
                    <a:pt x="1187509" y="3841563"/>
                  </a:lnTo>
                  <a:lnTo>
                    <a:pt x="1117858" y="3847833"/>
                  </a:lnTo>
                  <a:lnTo>
                    <a:pt x="1064772" y="3852179"/>
                  </a:lnTo>
                  <a:lnTo>
                    <a:pt x="1028282" y="3854904"/>
                  </a:lnTo>
                  <a:lnTo>
                    <a:pt x="1006789" y="3856373"/>
                  </a:lnTo>
                  <a:lnTo>
                    <a:pt x="997167" y="3856977"/>
                  </a:lnTo>
                  <a:lnTo>
                    <a:pt x="994940" y="3857106"/>
                  </a:lnTo>
                  <a:lnTo>
                    <a:pt x="0" y="3857106"/>
                  </a:lnTo>
                  <a:close/>
                </a:path>
              </a:pathLst>
            </a:custGeom>
            <a:solidFill>
              <a:srgbClr val="5D4037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55" name="pl2154"/>
            <p:cNvSpPr/>
            <p:nvPr/>
          </p:nvSpPr>
          <p:spPr>
            <a:xfrm>
              <a:off x="1199187" y="2641115"/>
              <a:ext cx="12049831" cy="3857106"/>
            </a:xfrm>
            <a:custGeom>
              <a:avLst/>
              <a:pathLst>
                <a:path w="12049831" h="3857106">
                  <a:moveTo>
                    <a:pt x="0" y="3857106"/>
                  </a:moveTo>
                  <a:lnTo>
                    <a:pt x="994940" y="3857106"/>
                  </a:lnTo>
                  <a:lnTo>
                    <a:pt x="995992" y="3857046"/>
                  </a:lnTo>
                  <a:lnTo>
                    <a:pt x="1002949" y="3856620"/>
                  </a:lnTo>
                  <a:lnTo>
                    <a:pt x="1020615" y="3855442"/>
                  </a:lnTo>
                  <a:lnTo>
                    <a:pt x="1052519" y="3853121"/>
                  </a:lnTo>
                  <a:lnTo>
                    <a:pt x="1100722" y="3849280"/>
                  </a:lnTo>
                  <a:lnTo>
                    <a:pt x="1165666" y="3843595"/>
                  </a:lnTo>
                  <a:lnTo>
                    <a:pt x="1246202" y="3835818"/>
                  </a:lnTo>
                  <a:lnTo>
                    <a:pt x="1339841" y="3825792"/>
                  </a:lnTo>
                  <a:lnTo>
                    <a:pt x="1443197" y="3813450"/>
                  </a:lnTo>
                  <a:lnTo>
                    <a:pt x="1552509" y="3798793"/>
                  </a:lnTo>
                  <a:lnTo>
                    <a:pt x="1664131" y="3781862"/>
                  </a:lnTo>
                  <a:lnTo>
                    <a:pt x="1774895" y="3762701"/>
                  </a:lnTo>
                  <a:lnTo>
                    <a:pt x="1882315" y="3741333"/>
                  </a:lnTo>
                  <a:lnTo>
                    <a:pt x="1984641" y="3717734"/>
                  </a:lnTo>
                  <a:lnTo>
                    <a:pt x="2080808" y="3691821"/>
                  </a:lnTo>
                  <a:lnTo>
                    <a:pt x="2170328" y="3663443"/>
                  </a:lnTo>
                  <a:lnTo>
                    <a:pt x="2253161" y="3632380"/>
                  </a:lnTo>
                  <a:lnTo>
                    <a:pt x="2329588" y="3598345"/>
                  </a:lnTo>
                  <a:lnTo>
                    <a:pt x="2400110" y="3560990"/>
                  </a:lnTo>
                  <a:lnTo>
                    <a:pt x="2465357" y="3519919"/>
                  </a:lnTo>
                  <a:lnTo>
                    <a:pt x="2526030" y="3474706"/>
                  </a:lnTo>
                  <a:lnTo>
                    <a:pt x="2582853" y="3424927"/>
                  </a:lnTo>
                  <a:lnTo>
                    <a:pt x="2636531" y="3370214"/>
                  </a:lnTo>
                  <a:lnTo>
                    <a:pt x="2687718" y="3310334"/>
                  </a:lnTo>
                  <a:lnTo>
                    <a:pt x="2702183" y="3291991"/>
                  </a:lnTo>
                  <a:lnTo>
                    <a:pt x="2743491" y="3236120"/>
                  </a:lnTo>
                  <a:lnTo>
                    <a:pt x="2783822" y="3176487"/>
                  </a:lnTo>
                  <a:lnTo>
                    <a:pt x="2823421" y="3113017"/>
                  </a:lnTo>
                  <a:lnTo>
                    <a:pt x="2862489" y="3045682"/>
                  </a:lnTo>
                  <a:lnTo>
                    <a:pt x="2901189" y="2974512"/>
                  </a:lnTo>
                  <a:lnTo>
                    <a:pt x="2939651" y="2899599"/>
                  </a:lnTo>
                  <a:lnTo>
                    <a:pt x="2977978" y="2821096"/>
                  </a:lnTo>
                  <a:lnTo>
                    <a:pt x="3016248" y="2739227"/>
                  </a:lnTo>
                  <a:lnTo>
                    <a:pt x="3054516" y="2654280"/>
                  </a:lnTo>
                  <a:lnTo>
                    <a:pt x="3092815" y="2566610"/>
                  </a:lnTo>
                  <a:lnTo>
                    <a:pt x="3131164" y="2476631"/>
                  </a:lnTo>
                  <a:lnTo>
                    <a:pt x="3169566" y="2384812"/>
                  </a:lnTo>
                  <a:lnTo>
                    <a:pt x="3208013" y="2291665"/>
                  </a:lnTo>
                  <a:lnTo>
                    <a:pt x="3246489" y="2197735"/>
                  </a:lnTo>
                  <a:lnTo>
                    <a:pt x="3284974" y="2103588"/>
                  </a:lnTo>
                  <a:lnTo>
                    <a:pt x="3323445" y="2009792"/>
                  </a:lnTo>
                  <a:lnTo>
                    <a:pt x="3361883" y="1916911"/>
                  </a:lnTo>
                  <a:lnTo>
                    <a:pt x="3400273" y="1825481"/>
                  </a:lnTo>
                  <a:lnTo>
                    <a:pt x="3438609" y="1736006"/>
                  </a:lnTo>
                  <a:lnTo>
                    <a:pt x="3476899" y="1648943"/>
                  </a:lnTo>
                  <a:lnTo>
                    <a:pt x="3515163" y="1564692"/>
                  </a:lnTo>
                  <a:lnTo>
                    <a:pt x="3553441" y="1483594"/>
                  </a:lnTo>
                  <a:lnTo>
                    <a:pt x="3591792" y="1405920"/>
                  </a:lnTo>
                  <a:lnTo>
                    <a:pt x="3630300" y="1331879"/>
                  </a:lnTo>
                  <a:lnTo>
                    <a:pt x="3669073" y="1261608"/>
                  </a:lnTo>
                  <a:lnTo>
                    <a:pt x="3708251" y="1195184"/>
                  </a:lnTo>
                  <a:lnTo>
                    <a:pt x="3748003" y="1132624"/>
                  </a:lnTo>
                  <a:lnTo>
                    <a:pt x="3788541" y="1073887"/>
                  </a:lnTo>
                  <a:lnTo>
                    <a:pt x="3820202" y="1031531"/>
                  </a:lnTo>
                  <a:lnTo>
                    <a:pt x="3870777" y="970140"/>
                  </a:lnTo>
                  <a:lnTo>
                    <a:pt x="3923668" y="913944"/>
                  </a:lnTo>
                  <a:lnTo>
                    <a:pt x="3979508" y="862768"/>
                  </a:lnTo>
                  <a:lnTo>
                    <a:pt x="4038990" y="816273"/>
                  </a:lnTo>
                  <a:lnTo>
                    <a:pt x="4102836" y="774045"/>
                  </a:lnTo>
                  <a:lnTo>
                    <a:pt x="4171759" y="735654"/>
                  </a:lnTo>
                  <a:lnTo>
                    <a:pt x="4246414" y="700694"/>
                  </a:lnTo>
                  <a:lnTo>
                    <a:pt x="4327349" y="668801"/>
                  </a:lnTo>
                  <a:lnTo>
                    <a:pt x="4414917" y="639670"/>
                  </a:lnTo>
                  <a:lnTo>
                    <a:pt x="4509184" y="613061"/>
                  </a:lnTo>
                  <a:lnTo>
                    <a:pt x="4609805" y="588802"/>
                  </a:lnTo>
                  <a:lnTo>
                    <a:pt x="4715895" y="566792"/>
                  </a:lnTo>
                  <a:lnTo>
                    <a:pt x="4825913" y="546991"/>
                  </a:lnTo>
                  <a:lnTo>
                    <a:pt x="4937584" y="529408"/>
                  </a:lnTo>
                  <a:lnTo>
                    <a:pt x="5047926" y="514086"/>
                  </a:lnTo>
                  <a:lnTo>
                    <a:pt x="5153400" y="501071"/>
                  </a:lnTo>
                  <a:lnTo>
                    <a:pt x="5250233" y="490377"/>
                  </a:lnTo>
                  <a:lnTo>
                    <a:pt x="5334876" y="481959"/>
                  </a:lnTo>
                  <a:lnTo>
                    <a:pt x="5404527" y="475689"/>
                  </a:lnTo>
                  <a:lnTo>
                    <a:pt x="5457613" y="471344"/>
                  </a:lnTo>
                  <a:lnTo>
                    <a:pt x="5494103" y="468618"/>
                  </a:lnTo>
                  <a:lnTo>
                    <a:pt x="5515596" y="467149"/>
                  </a:lnTo>
                  <a:lnTo>
                    <a:pt x="5525218" y="466545"/>
                  </a:lnTo>
                  <a:lnTo>
                    <a:pt x="5527419" y="466417"/>
                  </a:lnTo>
                  <a:lnTo>
                    <a:pt x="5527445" y="466416"/>
                  </a:lnTo>
                  <a:lnTo>
                    <a:pt x="6522385" y="466416"/>
                  </a:lnTo>
                  <a:lnTo>
                    <a:pt x="6523520" y="466407"/>
                  </a:lnTo>
                  <a:lnTo>
                    <a:pt x="6531009" y="466344"/>
                  </a:lnTo>
                  <a:lnTo>
                    <a:pt x="6549986" y="466169"/>
                  </a:lnTo>
                  <a:lnTo>
                    <a:pt x="6584164" y="465824"/>
                  </a:lnTo>
                  <a:lnTo>
                    <a:pt x="6635614" y="465254"/>
                  </a:lnTo>
                  <a:lnTo>
                    <a:pt x="6704608" y="464411"/>
                  </a:lnTo>
                  <a:lnTo>
                    <a:pt x="6789680" y="463262"/>
                  </a:lnTo>
                  <a:lnTo>
                    <a:pt x="6887947" y="461784"/>
                  </a:lnTo>
                  <a:lnTo>
                    <a:pt x="6995635" y="459971"/>
                  </a:lnTo>
                  <a:lnTo>
                    <a:pt x="7108672" y="457823"/>
                  </a:lnTo>
                  <a:lnTo>
                    <a:pt x="7223223" y="455348"/>
                  </a:lnTo>
                  <a:lnTo>
                    <a:pt x="7336054" y="452552"/>
                  </a:lnTo>
                  <a:lnTo>
                    <a:pt x="7444718" y="449436"/>
                  </a:lnTo>
                  <a:lnTo>
                    <a:pt x="7547572" y="445994"/>
                  </a:lnTo>
                  <a:lnTo>
                    <a:pt x="7643700" y="442211"/>
                  </a:lnTo>
                  <a:lnTo>
                    <a:pt x="7732770" y="438059"/>
                  </a:lnTo>
                  <a:lnTo>
                    <a:pt x="7814893" y="433502"/>
                  </a:lnTo>
                  <a:lnTo>
                    <a:pt x="7890485" y="428495"/>
                  </a:lnTo>
                  <a:lnTo>
                    <a:pt x="7960159" y="422981"/>
                  </a:lnTo>
                  <a:lnTo>
                    <a:pt x="8024638" y="416899"/>
                  </a:lnTo>
                  <a:lnTo>
                    <a:pt x="8084697" y="410185"/>
                  </a:lnTo>
                  <a:lnTo>
                    <a:pt x="8141111" y="402780"/>
                  </a:lnTo>
                  <a:lnTo>
                    <a:pt x="8194616" y="394638"/>
                  </a:lnTo>
                  <a:lnTo>
                    <a:pt x="8229629" y="388680"/>
                  </a:lnTo>
                  <a:lnTo>
                    <a:pt x="8290165" y="377170"/>
                  </a:lnTo>
                  <a:lnTo>
                    <a:pt x="8348835" y="364525"/>
                  </a:lnTo>
                  <a:lnTo>
                    <a:pt x="8406321" y="350726"/>
                  </a:lnTo>
                  <a:lnTo>
                    <a:pt x="8463129" y="335792"/>
                  </a:lnTo>
                  <a:lnTo>
                    <a:pt x="8519618" y="319781"/>
                  </a:lnTo>
                  <a:lnTo>
                    <a:pt x="8576027" y="302795"/>
                  </a:lnTo>
                  <a:lnTo>
                    <a:pt x="8632492" y="284980"/>
                  </a:lnTo>
                  <a:lnTo>
                    <a:pt x="8689069" y="266518"/>
                  </a:lnTo>
                  <a:lnTo>
                    <a:pt x="8745746" y="247629"/>
                  </a:lnTo>
                  <a:lnTo>
                    <a:pt x="8802476" y="228551"/>
                  </a:lnTo>
                  <a:lnTo>
                    <a:pt x="8859188" y="209533"/>
                  </a:lnTo>
                  <a:lnTo>
                    <a:pt x="8915820" y="190824"/>
                  </a:lnTo>
                  <a:lnTo>
                    <a:pt x="8972340" y="172652"/>
                  </a:lnTo>
                  <a:lnTo>
                    <a:pt x="9028767" y="155221"/>
                  </a:lnTo>
                  <a:lnTo>
                    <a:pt x="9085192" y="138695"/>
                  </a:lnTo>
                  <a:lnTo>
                    <a:pt x="9141799" y="123200"/>
                  </a:lnTo>
                  <a:lnTo>
                    <a:pt x="9198885" y="108815"/>
                  </a:lnTo>
                  <a:lnTo>
                    <a:pt x="9256875" y="95579"/>
                  </a:lnTo>
                  <a:lnTo>
                    <a:pt x="9316357" y="83491"/>
                  </a:lnTo>
                  <a:lnTo>
                    <a:pt x="9347647" y="77736"/>
                  </a:lnTo>
                  <a:lnTo>
                    <a:pt x="9399556" y="69082"/>
                  </a:lnTo>
                  <a:lnTo>
                    <a:pt x="9453918" y="61181"/>
                  </a:lnTo>
                  <a:lnTo>
                    <a:pt x="9511418" y="54003"/>
                  </a:lnTo>
                  <a:lnTo>
                    <a:pt x="9572811" y="47499"/>
                  </a:lnTo>
                  <a:lnTo>
                    <a:pt x="9638874" y="41607"/>
                  </a:lnTo>
                  <a:lnTo>
                    <a:pt x="9710371" y="36261"/>
                  </a:lnTo>
                  <a:lnTo>
                    <a:pt x="9788000" y="31404"/>
                  </a:lnTo>
                  <a:lnTo>
                    <a:pt x="9872320" y="26982"/>
                  </a:lnTo>
                  <a:lnTo>
                    <a:pt x="9963661" y="22952"/>
                  </a:lnTo>
                  <a:lnTo>
                    <a:pt x="10062009" y="19280"/>
                  </a:lnTo>
                  <a:lnTo>
                    <a:pt x="10166859" y="15944"/>
                  </a:lnTo>
                  <a:lnTo>
                    <a:pt x="10277077" y="12931"/>
                  </a:lnTo>
                  <a:lnTo>
                    <a:pt x="10390766" y="10238"/>
                  </a:lnTo>
                  <a:lnTo>
                    <a:pt x="10505218" y="7867"/>
                  </a:lnTo>
                  <a:lnTo>
                    <a:pt x="10616977" y="5826"/>
                  </a:lnTo>
                  <a:lnTo>
                    <a:pt x="10722082" y="4121"/>
                  </a:lnTo>
                  <a:lnTo>
                    <a:pt x="10816496" y="2750"/>
                  </a:lnTo>
                  <a:lnTo>
                    <a:pt x="10896663" y="1702"/>
                  </a:lnTo>
                  <a:lnTo>
                    <a:pt x="10960108" y="951"/>
                  </a:lnTo>
                  <a:lnTo>
                    <a:pt x="11005898" y="459"/>
                  </a:lnTo>
                  <a:lnTo>
                    <a:pt x="11034890" y="175"/>
                  </a:lnTo>
                  <a:lnTo>
                    <a:pt x="11049703" y="42"/>
                  </a:lnTo>
                  <a:lnTo>
                    <a:pt x="11054530" y="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6" name="pl2155"/>
            <p:cNvSpPr/>
            <p:nvPr/>
          </p:nvSpPr>
          <p:spPr>
            <a:xfrm>
              <a:off x="1199187" y="2635874"/>
              <a:ext cx="12049831" cy="3857106"/>
            </a:xfrm>
            <a:custGeom>
              <a:avLst/>
              <a:pathLst>
                <a:path w="12049831" h="3857106">
                  <a:moveTo>
                    <a:pt x="12049831" y="0"/>
                  </a:moveTo>
                  <a:lnTo>
                    <a:pt x="11054891" y="0"/>
                  </a:lnTo>
                  <a:lnTo>
                    <a:pt x="11053756" y="8"/>
                  </a:lnTo>
                  <a:lnTo>
                    <a:pt x="11046268" y="72"/>
                  </a:lnTo>
                  <a:lnTo>
                    <a:pt x="11027291" y="247"/>
                  </a:lnTo>
                  <a:lnTo>
                    <a:pt x="10993112" y="592"/>
                  </a:lnTo>
                  <a:lnTo>
                    <a:pt x="10941662" y="1162"/>
                  </a:lnTo>
                  <a:lnTo>
                    <a:pt x="10872668" y="2004"/>
                  </a:lnTo>
                  <a:lnTo>
                    <a:pt x="10787596" y="3154"/>
                  </a:lnTo>
                  <a:lnTo>
                    <a:pt x="10689329" y="4631"/>
                  </a:lnTo>
                  <a:lnTo>
                    <a:pt x="10581642" y="6445"/>
                  </a:lnTo>
                  <a:lnTo>
                    <a:pt x="10468605" y="8592"/>
                  </a:lnTo>
                  <a:lnTo>
                    <a:pt x="10354054" y="11067"/>
                  </a:lnTo>
                  <a:lnTo>
                    <a:pt x="10241222" y="13863"/>
                  </a:lnTo>
                  <a:lnTo>
                    <a:pt x="10132559" y="16979"/>
                  </a:lnTo>
                  <a:lnTo>
                    <a:pt x="10029705" y="20421"/>
                  </a:lnTo>
                  <a:lnTo>
                    <a:pt x="9933577" y="24205"/>
                  </a:lnTo>
                  <a:lnTo>
                    <a:pt x="9844506" y="28357"/>
                  </a:lnTo>
                  <a:lnTo>
                    <a:pt x="9762383" y="32913"/>
                  </a:lnTo>
                  <a:lnTo>
                    <a:pt x="9686791" y="37921"/>
                  </a:lnTo>
                  <a:lnTo>
                    <a:pt x="9617118" y="43435"/>
                  </a:lnTo>
                  <a:lnTo>
                    <a:pt x="9552638" y="49517"/>
                  </a:lnTo>
                  <a:lnTo>
                    <a:pt x="9492579" y="56231"/>
                  </a:lnTo>
                  <a:lnTo>
                    <a:pt x="9436165" y="63635"/>
                  </a:lnTo>
                  <a:lnTo>
                    <a:pt x="9382661" y="71777"/>
                  </a:lnTo>
                  <a:lnTo>
                    <a:pt x="9347647" y="77736"/>
                  </a:lnTo>
                  <a:lnTo>
                    <a:pt x="9287111" y="89245"/>
                  </a:lnTo>
                  <a:lnTo>
                    <a:pt x="9228441" y="101891"/>
                  </a:lnTo>
                  <a:lnTo>
                    <a:pt x="9170955" y="115690"/>
                  </a:lnTo>
                  <a:lnTo>
                    <a:pt x="9114148" y="130624"/>
                  </a:lnTo>
                  <a:lnTo>
                    <a:pt x="9057659" y="146635"/>
                  </a:lnTo>
                  <a:lnTo>
                    <a:pt x="9001250" y="163620"/>
                  </a:lnTo>
                  <a:lnTo>
                    <a:pt x="8944784" y="181436"/>
                  </a:lnTo>
                  <a:lnTo>
                    <a:pt x="8888208" y="199897"/>
                  </a:lnTo>
                  <a:lnTo>
                    <a:pt x="8831530" y="218787"/>
                  </a:lnTo>
                  <a:lnTo>
                    <a:pt x="8774801" y="237865"/>
                  </a:lnTo>
                  <a:lnTo>
                    <a:pt x="8718089" y="256882"/>
                  </a:lnTo>
                  <a:lnTo>
                    <a:pt x="8661456" y="275591"/>
                  </a:lnTo>
                  <a:lnTo>
                    <a:pt x="8604936" y="293763"/>
                  </a:lnTo>
                  <a:lnTo>
                    <a:pt x="8548510" y="311194"/>
                  </a:lnTo>
                  <a:lnTo>
                    <a:pt x="8492085" y="327720"/>
                  </a:lnTo>
                  <a:lnTo>
                    <a:pt x="8435477" y="343216"/>
                  </a:lnTo>
                  <a:lnTo>
                    <a:pt x="8378392" y="357601"/>
                  </a:lnTo>
                  <a:lnTo>
                    <a:pt x="8320402" y="370837"/>
                  </a:lnTo>
                  <a:lnTo>
                    <a:pt x="8260919" y="382924"/>
                  </a:lnTo>
                  <a:lnTo>
                    <a:pt x="8229629" y="388680"/>
                  </a:lnTo>
                  <a:lnTo>
                    <a:pt x="8177721" y="397333"/>
                  </a:lnTo>
                  <a:lnTo>
                    <a:pt x="8123359" y="405235"/>
                  </a:lnTo>
                  <a:lnTo>
                    <a:pt x="8065858" y="412412"/>
                  </a:lnTo>
                  <a:lnTo>
                    <a:pt x="8004466" y="418916"/>
                  </a:lnTo>
                  <a:lnTo>
                    <a:pt x="7938403" y="424809"/>
                  </a:lnTo>
                  <a:lnTo>
                    <a:pt x="7866905" y="430154"/>
                  </a:lnTo>
                  <a:lnTo>
                    <a:pt x="7789276" y="435011"/>
                  </a:lnTo>
                  <a:lnTo>
                    <a:pt x="7704957" y="439433"/>
                  </a:lnTo>
                  <a:lnTo>
                    <a:pt x="7613615" y="443463"/>
                  </a:lnTo>
                  <a:lnTo>
                    <a:pt x="7515268" y="447135"/>
                  </a:lnTo>
                  <a:lnTo>
                    <a:pt x="7410417" y="450471"/>
                  </a:lnTo>
                  <a:lnTo>
                    <a:pt x="7300200" y="453484"/>
                  </a:lnTo>
                  <a:lnTo>
                    <a:pt x="7186510" y="456178"/>
                  </a:lnTo>
                  <a:lnTo>
                    <a:pt x="7072059" y="458548"/>
                  </a:lnTo>
                  <a:lnTo>
                    <a:pt x="6960300" y="460589"/>
                  </a:lnTo>
                  <a:lnTo>
                    <a:pt x="6855194" y="462295"/>
                  </a:lnTo>
                  <a:lnTo>
                    <a:pt x="6760781" y="463666"/>
                  </a:lnTo>
                  <a:lnTo>
                    <a:pt x="6680613" y="464714"/>
                  </a:lnTo>
                  <a:lnTo>
                    <a:pt x="6617169" y="465464"/>
                  </a:lnTo>
                  <a:lnTo>
                    <a:pt x="6571378" y="465956"/>
                  </a:lnTo>
                  <a:lnTo>
                    <a:pt x="6542387" y="466241"/>
                  </a:lnTo>
                  <a:lnTo>
                    <a:pt x="6527573" y="466373"/>
                  </a:lnTo>
                  <a:lnTo>
                    <a:pt x="6522747" y="466413"/>
                  </a:lnTo>
                  <a:lnTo>
                    <a:pt x="6522385" y="466416"/>
                  </a:lnTo>
                  <a:lnTo>
                    <a:pt x="5527445" y="466416"/>
                  </a:lnTo>
                  <a:lnTo>
                    <a:pt x="5526393" y="466476"/>
                  </a:lnTo>
                  <a:lnTo>
                    <a:pt x="5519436" y="466902"/>
                  </a:lnTo>
                  <a:lnTo>
                    <a:pt x="5501770" y="468080"/>
                  </a:lnTo>
                  <a:lnTo>
                    <a:pt x="5469866" y="470402"/>
                  </a:lnTo>
                  <a:lnTo>
                    <a:pt x="5421663" y="474242"/>
                  </a:lnTo>
                  <a:lnTo>
                    <a:pt x="5356719" y="479927"/>
                  </a:lnTo>
                  <a:lnTo>
                    <a:pt x="5276183" y="487704"/>
                  </a:lnTo>
                  <a:lnTo>
                    <a:pt x="5182544" y="497730"/>
                  </a:lnTo>
                  <a:lnTo>
                    <a:pt x="5079188" y="510072"/>
                  </a:lnTo>
                  <a:lnTo>
                    <a:pt x="4969876" y="524729"/>
                  </a:lnTo>
                  <a:lnTo>
                    <a:pt x="4858254" y="541661"/>
                  </a:lnTo>
                  <a:lnTo>
                    <a:pt x="4747490" y="560821"/>
                  </a:lnTo>
                  <a:lnTo>
                    <a:pt x="4640070" y="582189"/>
                  </a:lnTo>
                  <a:lnTo>
                    <a:pt x="4537744" y="605788"/>
                  </a:lnTo>
                  <a:lnTo>
                    <a:pt x="4441577" y="631701"/>
                  </a:lnTo>
                  <a:lnTo>
                    <a:pt x="4352057" y="660079"/>
                  </a:lnTo>
                  <a:lnTo>
                    <a:pt x="4269224" y="691142"/>
                  </a:lnTo>
                  <a:lnTo>
                    <a:pt x="4192797" y="725177"/>
                  </a:lnTo>
                  <a:lnTo>
                    <a:pt x="4122275" y="762532"/>
                  </a:lnTo>
                  <a:lnTo>
                    <a:pt x="4057028" y="803603"/>
                  </a:lnTo>
                  <a:lnTo>
                    <a:pt x="3996355" y="848816"/>
                  </a:lnTo>
                  <a:lnTo>
                    <a:pt x="3939532" y="898595"/>
                  </a:lnTo>
                  <a:lnTo>
                    <a:pt x="3885854" y="953308"/>
                  </a:lnTo>
                  <a:lnTo>
                    <a:pt x="3834667" y="1013189"/>
                  </a:lnTo>
                  <a:lnTo>
                    <a:pt x="3820202" y="1031531"/>
                  </a:lnTo>
                  <a:lnTo>
                    <a:pt x="3778894" y="1087402"/>
                  </a:lnTo>
                  <a:lnTo>
                    <a:pt x="3738563" y="1147035"/>
                  </a:lnTo>
                  <a:lnTo>
                    <a:pt x="3698964" y="1210505"/>
                  </a:lnTo>
                  <a:lnTo>
                    <a:pt x="3659896" y="1277840"/>
                  </a:lnTo>
                  <a:lnTo>
                    <a:pt x="3621196" y="1349010"/>
                  </a:lnTo>
                  <a:lnTo>
                    <a:pt x="3582734" y="1423923"/>
                  </a:lnTo>
                  <a:lnTo>
                    <a:pt x="3544407" y="1502426"/>
                  </a:lnTo>
                  <a:lnTo>
                    <a:pt x="3506137" y="1584295"/>
                  </a:lnTo>
                  <a:lnTo>
                    <a:pt x="3467869" y="1669242"/>
                  </a:lnTo>
                  <a:lnTo>
                    <a:pt x="3429570" y="1756912"/>
                  </a:lnTo>
                  <a:lnTo>
                    <a:pt x="3391221" y="1846891"/>
                  </a:lnTo>
                  <a:lnTo>
                    <a:pt x="3352819" y="1938710"/>
                  </a:lnTo>
                  <a:lnTo>
                    <a:pt x="3314372" y="2031857"/>
                  </a:lnTo>
                  <a:lnTo>
                    <a:pt x="3275896" y="2125787"/>
                  </a:lnTo>
                  <a:lnTo>
                    <a:pt x="3237411" y="2219934"/>
                  </a:lnTo>
                  <a:lnTo>
                    <a:pt x="3198940" y="2313730"/>
                  </a:lnTo>
                  <a:lnTo>
                    <a:pt x="3160502" y="2406611"/>
                  </a:lnTo>
                  <a:lnTo>
                    <a:pt x="3122112" y="2498041"/>
                  </a:lnTo>
                  <a:lnTo>
                    <a:pt x="3083776" y="2587516"/>
                  </a:lnTo>
                  <a:lnTo>
                    <a:pt x="3045486" y="2674579"/>
                  </a:lnTo>
                  <a:lnTo>
                    <a:pt x="3007222" y="2758830"/>
                  </a:lnTo>
                  <a:lnTo>
                    <a:pt x="2968944" y="2839928"/>
                  </a:lnTo>
                  <a:lnTo>
                    <a:pt x="2930593" y="2917602"/>
                  </a:lnTo>
                  <a:lnTo>
                    <a:pt x="2892085" y="2991643"/>
                  </a:lnTo>
                  <a:lnTo>
                    <a:pt x="2853312" y="3061914"/>
                  </a:lnTo>
                  <a:lnTo>
                    <a:pt x="2814134" y="3128338"/>
                  </a:lnTo>
                  <a:lnTo>
                    <a:pt x="2774382" y="3190899"/>
                  </a:lnTo>
                  <a:lnTo>
                    <a:pt x="2733844" y="3249635"/>
                  </a:lnTo>
                  <a:lnTo>
                    <a:pt x="2702183" y="3291991"/>
                  </a:lnTo>
                  <a:lnTo>
                    <a:pt x="2651608" y="3353382"/>
                  </a:lnTo>
                  <a:lnTo>
                    <a:pt x="2598717" y="3409579"/>
                  </a:lnTo>
                  <a:lnTo>
                    <a:pt x="2542877" y="3460754"/>
                  </a:lnTo>
                  <a:lnTo>
                    <a:pt x="2483395" y="3507249"/>
                  </a:lnTo>
                  <a:lnTo>
                    <a:pt x="2419549" y="3549478"/>
                  </a:lnTo>
                  <a:lnTo>
                    <a:pt x="2350626" y="3587868"/>
                  </a:lnTo>
                  <a:lnTo>
                    <a:pt x="2275971" y="3622828"/>
                  </a:lnTo>
                  <a:lnTo>
                    <a:pt x="2195036" y="3654721"/>
                  </a:lnTo>
                  <a:lnTo>
                    <a:pt x="2107468" y="3683852"/>
                  </a:lnTo>
                  <a:lnTo>
                    <a:pt x="2013201" y="3710461"/>
                  </a:lnTo>
                  <a:lnTo>
                    <a:pt x="1912580" y="3734720"/>
                  </a:lnTo>
                  <a:lnTo>
                    <a:pt x="1806490" y="3756730"/>
                  </a:lnTo>
                  <a:lnTo>
                    <a:pt x="1696472" y="3776531"/>
                  </a:lnTo>
                  <a:lnTo>
                    <a:pt x="1584801" y="3794114"/>
                  </a:lnTo>
                  <a:lnTo>
                    <a:pt x="1474459" y="3809436"/>
                  </a:lnTo>
                  <a:lnTo>
                    <a:pt x="1368985" y="3822451"/>
                  </a:lnTo>
                  <a:lnTo>
                    <a:pt x="1272152" y="3833146"/>
                  </a:lnTo>
                  <a:lnTo>
                    <a:pt x="1187509" y="3841563"/>
                  </a:lnTo>
                  <a:lnTo>
                    <a:pt x="1117858" y="3847833"/>
                  </a:lnTo>
                  <a:lnTo>
                    <a:pt x="1064772" y="3852179"/>
                  </a:lnTo>
                  <a:lnTo>
                    <a:pt x="1028282" y="3854904"/>
                  </a:lnTo>
                  <a:lnTo>
                    <a:pt x="1006789" y="3856373"/>
                  </a:lnTo>
                  <a:lnTo>
                    <a:pt x="997167" y="3856977"/>
                  </a:lnTo>
                  <a:lnTo>
                    <a:pt x="994966" y="3857105"/>
                  </a:lnTo>
                  <a:lnTo>
                    <a:pt x="994940" y="3857106"/>
                  </a:lnTo>
                  <a:lnTo>
                    <a:pt x="0" y="3857106"/>
                  </a:lnTo>
                  <a:lnTo>
                    <a:pt x="0" y="38571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7" name="pg2156"/>
            <p:cNvSpPr/>
            <p:nvPr/>
          </p:nvSpPr>
          <p:spPr>
            <a:xfrm>
              <a:off x="1199187" y="1655875"/>
              <a:ext cx="12049831" cy="4868549"/>
            </a:xfrm>
            <a:custGeom>
              <a:avLst/>
              <a:pathLst>
                <a:path w="12049831" h="4868549">
                  <a:moveTo>
                    <a:pt x="0" y="4868549"/>
                  </a:moveTo>
                  <a:lnTo>
                    <a:pt x="994940" y="4868549"/>
                  </a:lnTo>
                  <a:lnTo>
                    <a:pt x="996076" y="4868544"/>
                  </a:lnTo>
                  <a:lnTo>
                    <a:pt x="1003572" y="4868511"/>
                  </a:lnTo>
                  <a:lnTo>
                    <a:pt x="1022570" y="4868421"/>
                  </a:lnTo>
                  <a:lnTo>
                    <a:pt x="1056783" y="4868242"/>
                  </a:lnTo>
                  <a:lnTo>
                    <a:pt x="1108283" y="4867947"/>
                  </a:lnTo>
                  <a:lnTo>
                    <a:pt x="1177339" y="4867511"/>
                  </a:lnTo>
                  <a:lnTo>
                    <a:pt x="1262479" y="4866917"/>
                  </a:lnTo>
                  <a:lnTo>
                    <a:pt x="1360816" y="4866152"/>
                  </a:lnTo>
                  <a:lnTo>
                    <a:pt x="1468568" y="4865214"/>
                  </a:lnTo>
                  <a:lnTo>
                    <a:pt x="1581660" y="4864103"/>
                  </a:lnTo>
                  <a:lnTo>
                    <a:pt x="1696254" y="4862823"/>
                  </a:lnTo>
                  <a:lnTo>
                    <a:pt x="1809114" y="4861376"/>
                  </a:lnTo>
                  <a:lnTo>
                    <a:pt x="1917794" y="4859764"/>
                  </a:lnTo>
                  <a:lnTo>
                    <a:pt x="2020655" y="4857984"/>
                  </a:lnTo>
                  <a:lnTo>
                    <a:pt x="2116781" y="4856026"/>
                  </a:lnTo>
                  <a:lnTo>
                    <a:pt x="2205844" y="4853878"/>
                  </a:lnTo>
                  <a:lnTo>
                    <a:pt x="2287956" y="4851521"/>
                  </a:lnTo>
                  <a:lnTo>
                    <a:pt x="2363535" y="4848930"/>
                  </a:lnTo>
                  <a:lnTo>
                    <a:pt x="2433196" y="4846077"/>
                  </a:lnTo>
                  <a:lnTo>
                    <a:pt x="2497664" y="4842930"/>
                  </a:lnTo>
                  <a:lnTo>
                    <a:pt x="2557714" y="4839456"/>
                  </a:lnTo>
                  <a:lnTo>
                    <a:pt x="2614123" y="4835625"/>
                  </a:lnTo>
                  <a:lnTo>
                    <a:pt x="2667626" y="4831412"/>
                  </a:lnTo>
                  <a:lnTo>
                    <a:pt x="2702183" y="4828370"/>
                  </a:lnTo>
                  <a:lnTo>
                    <a:pt x="2763529" y="4822337"/>
                  </a:lnTo>
                  <a:lnTo>
                    <a:pt x="2822967" y="4815700"/>
                  </a:lnTo>
                  <a:lnTo>
                    <a:pt x="2881204" y="4808450"/>
                  </a:lnTo>
                  <a:lnTo>
                    <a:pt x="2938763" y="4800598"/>
                  </a:lnTo>
                  <a:lnTo>
                    <a:pt x="2996010" y="4792178"/>
                  </a:lnTo>
                  <a:lnTo>
                    <a:pt x="3053187" y="4783244"/>
                  </a:lnTo>
                  <a:lnTo>
                    <a:pt x="3110430" y="4773877"/>
                  </a:lnTo>
                  <a:lnTo>
                    <a:pt x="3167787" y="4764177"/>
                  </a:lnTo>
                  <a:lnTo>
                    <a:pt x="3225245" y="4754263"/>
                  </a:lnTo>
                  <a:lnTo>
                    <a:pt x="3282748" y="4744265"/>
                  </a:lnTo>
                  <a:lnTo>
                    <a:pt x="3340224" y="4734318"/>
                  </a:lnTo>
                  <a:lnTo>
                    <a:pt x="3397610" y="4724552"/>
                  </a:lnTo>
                  <a:lnTo>
                    <a:pt x="3454879" y="4715092"/>
                  </a:lnTo>
                  <a:lnTo>
                    <a:pt x="3512064" y="4706041"/>
                  </a:lnTo>
                  <a:lnTo>
                    <a:pt x="3569275" y="4697486"/>
                  </a:lnTo>
                  <a:lnTo>
                    <a:pt x="3626727" y="4689488"/>
                  </a:lnTo>
                  <a:lnTo>
                    <a:pt x="3684752" y="4682086"/>
                  </a:lnTo>
                  <a:lnTo>
                    <a:pt x="3743831" y="4675295"/>
                  </a:lnTo>
                  <a:lnTo>
                    <a:pt x="3804621" y="4669112"/>
                  </a:lnTo>
                  <a:lnTo>
                    <a:pt x="3820202" y="4667658"/>
                  </a:lnTo>
                  <a:lnTo>
                    <a:pt x="3872130" y="4663184"/>
                  </a:lnTo>
                  <a:lnTo>
                    <a:pt x="3926514" y="4659098"/>
                  </a:lnTo>
                  <a:lnTo>
                    <a:pt x="3984040" y="4655388"/>
                  </a:lnTo>
                  <a:lnTo>
                    <a:pt x="4045461" y="4652025"/>
                  </a:lnTo>
                  <a:lnTo>
                    <a:pt x="4111558" y="4648979"/>
                  </a:lnTo>
                  <a:lnTo>
                    <a:pt x="4183095" y="4646215"/>
                  </a:lnTo>
                  <a:lnTo>
                    <a:pt x="4260769" y="4643705"/>
                  </a:lnTo>
                  <a:lnTo>
                    <a:pt x="4345141" y="4641419"/>
                  </a:lnTo>
                  <a:lnTo>
                    <a:pt x="4436539" y="4639336"/>
                  </a:lnTo>
                  <a:lnTo>
                    <a:pt x="4534949" y="4637438"/>
                  </a:lnTo>
                  <a:lnTo>
                    <a:pt x="4639863" y="4635714"/>
                  </a:lnTo>
                  <a:lnTo>
                    <a:pt x="4750143" y="4634157"/>
                  </a:lnTo>
                  <a:lnTo>
                    <a:pt x="4863886" y="4632765"/>
                  </a:lnTo>
                  <a:lnTo>
                    <a:pt x="4978376" y="4631540"/>
                  </a:lnTo>
                  <a:lnTo>
                    <a:pt x="5090152" y="4630485"/>
                  </a:lnTo>
                  <a:lnTo>
                    <a:pt x="5195246" y="4629605"/>
                  </a:lnTo>
                  <a:lnTo>
                    <a:pt x="5289616" y="4628897"/>
                  </a:lnTo>
                  <a:lnTo>
                    <a:pt x="5369710" y="4628356"/>
                  </a:lnTo>
                  <a:lnTo>
                    <a:pt x="5433055" y="4627969"/>
                  </a:lnTo>
                  <a:lnTo>
                    <a:pt x="5478734" y="4627715"/>
                  </a:lnTo>
                  <a:lnTo>
                    <a:pt x="5507614" y="4627569"/>
                  </a:lnTo>
                  <a:lnTo>
                    <a:pt x="5522332" y="4627501"/>
                  </a:lnTo>
                  <a:lnTo>
                    <a:pt x="5527098" y="4627481"/>
                  </a:lnTo>
                  <a:lnTo>
                    <a:pt x="5527445" y="4627479"/>
                  </a:lnTo>
                  <a:lnTo>
                    <a:pt x="6522385" y="4627479"/>
                  </a:lnTo>
                  <a:lnTo>
                    <a:pt x="6523377" y="4627403"/>
                  </a:lnTo>
                  <a:lnTo>
                    <a:pt x="6529936" y="4626856"/>
                  </a:lnTo>
                  <a:lnTo>
                    <a:pt x="6546618" y="4625347"/>
                  </a:lnTo>
                  <a:lnTo>
                    <a:pt x="6576809" y="4622371"/>
                  </a:lnTo>
                  <a:lnTo>
                    <a:pt x="6622551" y="4617445"/>
                  </a:lnTo>
                  <a:lnTo>
                    <a:pt x="6684401" y="4610143"/>
                  </a:lnTo>
                  <a:lnTo>
                    <a:pt x="6761434" y="4600135"/>
                  </a:lnTo>
                  <a:lnTo>
                    <a:pt x="6851452" y="4587205"/>
                  </a:lnTo>
                  <a:lnTo>
                    <a:pt x="6951361" y="4571251"/>
                  </a:lnTo>
                  <a:lnTo>
                    <a:pt x="7057647" y="4552261"/>
                  </a:lnTo>
                  <a:lnTo>
                    <a:pt x="7166827" y="4530281"/>
                  </a:lnTo>
                  <a:lnTo>
                    <a:pt x="7275803" y="4505371"/>
                  </a:lnTo>
                  <a:lnTo>
                    <a:pt x="7382078" y="4477571"/>
                  </a:lnTo>
                  <a:lnTo>
                    <a:pt x="7483832" y="4446866"/>
                  </a:lnTo>
                  <a:lnTo>
                    <a:pt x="7579897" y="4413172"/>
                  </a:lnTo>
                  <a:lnTo>
                    <a:pt x="7669670" y="4376321"/>
                  </a:lnTo>
                  <a:lnTo>
                    <a:pt x="7752994" y="4336058"/>
                  </a:lnTo>
                  <a:lnTo>
                    <a:pt x="7830047" y="4292044"/>
                  </a:lnTo>
                  <a:lnTo>
                    <a:pt x="7901237" y="4243858"/>
                  </a:lnTo>
                  <a:lnTo>
                    <a:pt x="7967119" y="4191012"/>
                  </a:lnTo>
                  <a:lnTo>
                    <a:pt x="8028334" y="4132973"/>
                  </a:lnTo>
                  <a:lnTo>
                    <a:pt x="8085558" y="4069188"/>
                  </a:lnTo>
                  <a:lnTo>
                    <a:pt x="8139467" y="3999144"/>
                  </a:lnTo>
                  <a:lnTo>
                    <a:pt x="8190702" y="3922445"/>
                  </a:lnTo>
                  <a:lnTo>
                    <a:pt x="8229629" y="3857106"/>
                  </a:lnTo>
                  <a:lnTo>
                    <a:pt x="8265918" y="3790575"/>
                  </a:lnTo>
                  <a:lnTo>
                    <a:pt x="8301431" y="3720112"/>
                  </a:lnTo>
                  <a:lnTo>
                    <a:pt x="8336339" y="3645639"/>
                  </a:lnTo>
                  <a:lnTo>
                    <a:pt x="8370785" y="3567115"/>
                  </a:lnTo>
                  <a:lnTo>
                    <a:pt x="8404890" y="3484545"/>
                  </a:lnTo>
                  <a:lnTo>
                    <a:pt x="8438754" y="3397982"/>
                  </a:lnTo>
                  <a:lnTo>
                    <a:pt x="8472458" y="3307527"/>
                  </a:lnTo>
                  <a:lnTo>
                    <a:pt x="8506068" y="3213334"/>
                  </a:lnTo>
                  <a:lnTo>
                    <a:pt x="8539636" y="3115614"/>
                  </a:lnTo>
                  <a:lnTo>
                    <a:pt x="8573198" y="3014630"/>
                  </a:lnTo>
                  <a:lnTo>
                    <a:pt x="8606779" y="2910697"/>
                  </a:lnTo>
                  <a:lnTo>
                    <a:pt x="8640396" y="2804182"/>
                  </a:lnTo>
                  <a:lnTo>
                    <a:pt x="8674054" y="2695497"/>
                  </a:lnTo>
                  <a:lnTo>
                    <a:pt x="8707751" y="2585092"/>
                  </a:lnTo>
                  <a:lnTo>
                    <a:pt x="8741481" y="2473451"/>
                  </a:lnTo>
                  <a:lnTo>
                    <a:pt x="8775230" y="2361081"/>
                  </a:lnTo>
                  <a:lnTo>
                    <a:pt x="8808986" y="2248502"/>
                  </a:lnTo>
                  <a:lnTo>
                    <a:pt x="8842732" y="2136239"/>
                  </a:lnTo>
                  <a:lnTo>
                    <a:pt x="8876456" y="2024812"/>
                  </a:lnTo>
                  <a:lnTo>
                    <a:pt x="8910146" y="1914722"/>
                  </a:lnTo>
                  <a:lnTo>
                    <a:pt x="8943795" y="1806447"/>
                  </a:lnTo>
                  <a:lnTo>
                    <a:pt x="8977404" y="1700431"/>
                  </a:lnTo>
                  <a:lnTo>
                    <a:pt x="9010980" y="1597076"/>
                  </a:lnTo>
                  <a:lnTo>
                    <a:pt x="9044540" y="1496739"/>
                  </a:lnTo>
                  <a:lnTo>
                    <a:pt x="9078113" y="1399724"/>
                  </a:lnTo>
                  <a:lnTo>
                    <a:pt x="9111738" y="1306285"/>
                  </a:lnTo>
                  <a:lnTo>
                    <a:pt x="9145469" y="1216619"/>
                  </a:lnTo>
                  <a:lnTo>
                    <a:pt x="9179375" y="1130870"/>
                  </a:lnTo>
                  <a:lnTo>
                    <a:pt x="9213542" y="1049130"/>
                  </a:lnTo>
                  <a:lnTo>
                    <a:pt x="9248072" y="971440"/>
                  </a:lnTo>
                  <a:lnTo>
                    <a:pt x="9283092" y="897795"/>
                  </a:lnTo>
                  <a:lnTo>
                    <a:pt x="9318750" y="828148"/>
                  </a:lnTo>
                  <a:lnTo>
                    <a:pt x="9347647" y="775613"/>
                  </a:lnTo>
                  <a:lnTo>
                    <a:pt x="9397183" y="693539"/>
                  </a:lnTo>
                  <a:lnTo>
                    <a:pt x="9448932" y="618267"/>
                  </a:lnTo>
                  <a:lnTo>
                    <a:pt x="9503484" y="549580"/>
                  </a:lnTo>
                  <a:lnTo>
                    <a:pt x="9561493" y="487051"/>
                  </a:lnTo>
                  <a:lnTo>
                    <a:pt x="9623636" y="430153"/>
                  </a:lnTo>
                  <a:lnTo>
                    <a:pt x="9690586" y="378333"/>
                  </a:lnTo>
                  <a:lnTo>
                    <a:pt x="9762969" y="331065"/>
                  </a:lnTo>
                  <a:lnTo>
                    <a:pt x="9841316" y="287874"/>
                  </a:lnTo>
                  <a:lnTo>
                    <a:pt x="9925995" y="248356"/>
                  </a:lnTo>
                  <a:lnTo>
                    <a:pt x="10017120" y="212188"/>
                  </a:lnTo>
                  <a:lnTo>
                    <a:pt x="10114453" y="179136"/>
                  </a:lnTo>
                  <a:lnTo>
                    <a:pt x="10217278" y="149048"/>
                  </a:lnTo>
                  <a:lnTo>
                    <a:pt x="10324296" y="121856"/>
                  </a:lnTo>
                  <a:lnTo>
                    <a:pt x="10433545" y="97559"/>
                  </a:lnTo>
                  <a:lnTo>
                    <a:pt x="10542390" y="76205"/>
                  </a:lnTo>
                  <a:lnTo>
                    <a:pt x="10647629" y="57852"/>
                  </a:lnTo>
                  <a:lnTo>
                    <a:pt x="10745738" y="42539"/>
                  </a:lnTo>
                  <a:lnTo>
                    <a:pt x="10833252" y="30237"/>
                  </a:lnTo>
                  <a:lnTo>
                    <a:pt x="10907230" y="20822"/>
                  </a:lnTo>
                  <a:lnTo>
                    <a:pt x="10965713" y="14052"/>
                  </a:lnTo>
                  <a:lnTo>
                    <a:pt x="11008079" y="9574"/>
                  </a:lnTo>
                  <a:lnTo>
                    <a:pt x="11035204" y="6949"/>
                  </a:lnTo>
                  <a:lnTo>
                    <a:pt x="11049429" y="5685"/>
                  </a:lnTo>
                  <a:lnTo>
                    <a:pt x="11054399" y="527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900" y="76"/>
                  </a:lnTo>
                  <a:lnTo>
                    <a:pt x="11047340" y="623"/>
                  </a:lnTo>
                  <a:lnTo>
                    <a:pt x="11030658" y="2132"/>
                  </a:lnTo>
                  <a:lnTo>
                    <a:pt x="11000468" y="5108"/>
                  </a:lnTo>
                  <a:lnTo>
                    <a:pt x="10954725" y="10034"/>
                  </a:lnTo>
                  <a:lnTo>
                    <a:pt x="10892876" y="17336"/>
                  </a:lnTo>
                  <a:lnTo>
                    <a:pt x="10815842" y="27344"/>
                  </a:lnTo>
                  <a:lnTo>
                    <a:pt x="10725825" y="40274"/>
                  </a:lnTo>
                  <a:lnTo>
                    <a:pt x="10625915" y="56228"/>
                  </a:lnTo>
                  <a:lnTo>
                    <a:pt x="10519629" y="75218"/>
                  </a:lnTo>
                  <a:lnTo>
                    <a:pt x="10410450" y="97198"/>
                  </a:lnTo>
                  <a:lnTo>
                    <a:pt x="10301474" y="122108"/>
                  </a:lnTo>
                  <a:lnTo>
                    <a:pt x="10195199" y="149908"/>
                  </a:lnTo>
                  <a:lnTo>
                    <a:pt x="10093445" y="180613"/>
                  </a:lnTo>
                  <a:lnTo>
                    <a:pt x="9997379" y="214307"/>
                  </a:lnTo>
                  <a:lnTo>
                    <a:pt x="9907606" y="251158"/>
                  </a:lnTo>
                  <a:lnTo>
                    <a:pt x="9824282" y="291420"/>
                  </a:lnTo>
                  <a:lnTo>
                    <a:pt x="9747229" y="335435"/>
                  </a:lnTo>
                  <a:lnTo>
                    <a:pt x="9676040" y="383621"/>
                  </a:lnTo>
                  <a:lnTo>
                    <a:pt x="9610158" y="436466"/>
                  </a:lnTo>
                  <a:lnTo>
                    <a:pt x="9548943" y="494506"/>
                  </a:lnTo>
                  <a:lnTo>
                    <a:pt x="9491719" y="558291"/>
                  </a:lnTo>
                  <a:lnTo>
                    <a:pt x="9437810" y="628335"/>
                  </a:lnTo>
                  <a:lnTo>
                    <a:pt x="9386575" y="705034"/>
                  </a:lnTo>
                  <a:lnTo>
                    <a:pt x="9347647" y="770373"/>
                  </a:lnTo>
                  <a:lnTo>
                    <a:pt x="9311359" y="836904"/>
                  </a:lnTo>
                  <a:lnTo>
                    <a:pt x="9275845" y="907367"/>
                  </a:lnTo>
                  <a:lnTo>
                    <a:pt x="9240938" y="981840"/>
                  </a:lnTo>
                  <a:lnTo>
                    <a:pt x="9206491" y="1060364"/>
                  </a:lnTo>
                  <a:lnTo>
                    <a:pt x="9172387" y="1142934"/>
                  </a:lnTo>
                  <a:lnTo>
                    <a:pt x="9138523" y="1229497"/>
                  </a:lnTo>
                  <a:lnTo>
                    <a:pt x="9104819" y="1319952"/>
                  </a:lnTo>
                  <a:lnTo>
                    <a:pt x="9071208" y="1414145"/>
                  </a:lnTo>
                  <a:lnTo>
                    <a:pt x="9037641" y="1511865"/>
                  </a:lnTo>
                  <a:lnTo>
                    <a:pt x="9004079" y="1612849"/>
                  </a:lnTo>
                  <a:lnTo>
                    <a:pt x="8970497" y="1716782"/>
                  </a:lnTo>
                  <a:lnTo>
                    <a:pt x="8936880" y="1823297"/>
                  </a:lnTo>
                  <a:lnTo>
                    <a:pt x="8903222" y="1931982"/>
                  </a:lnTo>
                  <a:lnTo>
                    <a:pt x="8869525" y="2042387"/>
                  </a:lnTo>
                  <a:lnTo>
                    <a:pt x="8835796" y="2154028"/>
                  </a:lnTo>
                  <a:lnTo>
                    <a:pt x="8802046" y="2266398"/>
                  </a:lnTo>
                  <a:lnTo>
                    <a:pt x="8768291" y="2378977"/>
                  </a:lnTo>
                  <a:lnTo>
                    <a:pt x="8734544" y="2491239"/>
                  </a:lnTo>
                  <a:lnTo>
                    <a:pt x="8700821" y="2602667"/>
                  </a:lnTo>
                  <a:lnTo>
                    <a:pt x="8667131" y="2712757"/>
                  </a:lnTo>
                  <a:lnTo>
                    <a:pt x="8633482" y="2821032"/>
                  </a:lnTo>
                  <a:lnTo>
                    <a:pt x="8599873" y="2927048"/>
                  </a:lnTo>
                  <a:lnTo>
                    <a:pt x="8566297" y="3030403"/>
                  </a:lnTo>
                  <a:lnTo>
                    <a:pt x="8532736" y="3130740"/>
                  </a:lnTo>
                  <a:lnTo>
                    <a:pt x="8499163" y="3227755"/>
                  </a:lnTo>
                  <a:lnTo>
                    <a:pt x="8465538" y="3321194"/>
                  </a:lnTo>
                  <a:lnTo>
                    <a:pt x="8431807" y="3410860"/>
                  </a:lnTo>
                  <a:lnTo>
                    <a:pt x="8397901" y="3496609"/>
                  </a:lnTo>
                  <a:lnTo>
                    <a:pt x="8363735" y="3578349"/>
                  </a:lnTo>
                  <a:lnTo>
                    <a:pt x="8329204" y="3656039"/>
                  </a:lnTo>
                  <a:lnTo>
                    <a:pt x="8294184" y="3729684"/>
                  </a:lnTo>
                  <a:lnTo>
                    <a:pt x="8258527" y="3799331"/>
                  </a:lnTo>
                  <a:lnTo>
                    <a:pt x="8229629" y="3851866"/>
                  </a:lnTo>
                  <a:lnTo>
                    <a:pt x="8180093" y="3933940"/>
                  </a:lnTo>
                  <a:lnTo>
                    <a:pt x="8128345" y="4009212"/>
                  </a:lnTo>
                  <a:lnTo>
                    <a:pt x="8073792" y="4077899"/>
                  </a:lnTo>
                  <a:lnTo>
                    <a:pt x="8015784" y="4140427"/>
                  </a:lnTo>
                  <a:lnTo>
                    <a:pt x="7953640" y="4197326"/>
                  </a:lnTo>
                  <a:lnTo>
                    <a:pt x="7886691" y="4249146"/>
                  </a:lnTo>
                  <a:lnTo>
                    <a:pt x="7814308" y="4296414"/>
                  </a:lnTo>
                  <a:lnTo>
                    <a:pt x="7735960" y="4339605"/>
                  </a:lnTo>
                  <a:lnTo>
                    <a:pt x="7651282" y="4379123"/>
                  </a:lnTo>
                  <a:lnTo>
                    <a:pt x="7560156" y="4415291"/>
                  </a:lnTo>
                  <a:lnTo>
                    <a:pt x="7462824" y="4448343"/>
                  </a:lnTo>
                  <a:lnTo>
                    <a:pt x="7359999" y="4478431"/>
                  </a:lnTo>
                  <a:lnTo>
                    <a:pt x="7252980" y="4505623"/>
                  </a:lnTo>
                  <a:lnTo>
                    <a:pt x="7143731" y="4529920"/>
                  </a:lnTo>
                  <a:lnTo>
                    <a:pt x="7034887" y="4551274"/>
                  </a:lnTo>
                  <a:lnTo>
                    <a:pt x="6929648" y="4569627"/>
                  </a:lnTo>
                  <a:lnTo>
                    <a:pt x="6831538" y="4584940"/>
                  </a:lnTo>
                  <a:lnTo>
                    <a:pt x="6744024" y="4597242"/>
                  </a:lnTo>
                  <a:lnTo>
                    <a:pt x="6670047" y="4606657"/>
                  </a:lnTo>
                  <a:lnTo>
                    <a:pt x="6611564" y="4613427"/>
                  </a:lnTo>
                  <a:lnTo>
                    <a:pt x="6569197" y="4617905"/>
                  </a:lnTo>
                  <a:lnTo>
                    <a:pt x="6542072" y="4620530"/>
                  </a:lnTo>
                  <a:lnTo>
                    <a:pt x="6527847" y="4621794"/>
                  </a:lnTo>
                  <a:lnTo>
                    <a:pt x="6522878" y="4622201"/>
                  </a:lnTo>
                  <a:lnTo>
                    <a:pt x="6522385" y="4622239"/>
                  </a:lnTo>
                  <a:lnTo>
                    <a:pt x="5527445" y="4622239"/>
                  </a:lnTo>
                  <a:lnTo>
                    <a:pt x="5526309" y="4622243"/>
                  </a:lnTo>
                  <a:lnTo>
                    <a:pt x="5518813" y="4622276"/>
                  </a:lnTo>
                  <a:lnTo>
                    <a:pt x="5499815" y="4622367"/>
                  </a:lnTo>
                  <a:lnTo>
                    <a:pt x="5465602" y="4622545"/>
                  </a:lnTo>
                  <a:lnTo>
                    <a:pt x="5414102" y="4622840"/>
                  </a:lnTo>
                  <a:lnTo>
                    <a:pt x="5345046" y="4623276"/>
                  </a:lnTo>
                  <a:lnTo>
                    <a:pt x="5259905" y="4623871"/>
                  </a:lnTo>
                  <a:lnTo>
                    <a:pt x="5161569" y="4624635"/>
                  </a:lnTo>
                  <a:lnTo>
                    <a:pt x="5053817" y="4625573"/>
                  </a:lnTo>
                  <a:lnTo>
                    <a:pt x="4940725" y="4626684"/>
                  </a:lnTo>
                  <a:lnTo>
                    <a:pt x="4826131" y="4627965"/>
                  </a:lnTo>
                  <a:lnTo>
                    <a:pt x="4713271" y="4629411"/>
                  </a:lnTo>
                  <a:lnTo>
                    <a:pt x="4604591" y="4631023"/>
                  </a:lnTo>
                  <a:lnTo>
                    <a:pt x="4501730" y="4632804"/>
                  </a:lnTo>
                  <a:lnTo>
                    <a:pt x="4405604" y="4634761"/>
                  </a:lnTo>
                  <a:lnTo>
                    <a:pt x="4316541" y="4636909"/>
                  </a:lnTo>
                  <a:lnTo>
                    <a:pt x="4234429" y="4639266"/>
                  </a:lnTo>
                  <a:lnTo>
                    <a:pt x="4158850" y="4641857"/>
                  </a:lnTo>
                  <a:lnTo>
                    <a:pt x="4089189" y="4644710"/>
                  </a:lnTo>
                  <a:lnTo>
                    <a:pt x="4024721" y="4647857"/>
                  </a:lnTo>
                  <a:lnTo>
                    <a:pt x="3964671" y="4651331"/>
                  </a:lnTo>
                  <a:lnTo>
                    <a:pt x="3908262" y="4655163"/>
                  </a:lnTo>
                  <a:lnTo>
                    <a:pt x="3854759" y="4659376"/>
                  </a:lnTo>
                  <a:lnTo>
                    <a:pt x="3820202" y="4662417"/>
                  </a:lnTo>
                  <a:lnTo>
                    <a:pt x="3758856" y="4668451"/>
                  </a:lnTo>
                  <a:lnTo>
                    <a:pt x="3699418" y="4675088"/>
                  </a:lnTo>
                  <a:lnTo>
                    <a:pt x="3641181" y="4682337"/>
                  </a:lnTo>
                  <a:lnTo>
                    <a:pt x="3583622" y="4690189"/>
                  </a:lnTo>
                  <a:lnTo>
                    <a:pt x="3526375" y="4698610"/>
                  </a:lnTo>
                  <a:lnTo>
                    <a:pt x="3469198" y="4707544"/>
                  </a:lnTo>
                  <a:lnTo>
                    <a:pt x="3411955" y="4716911"/>
                  </a:lnTo>
                  <a:lnTo>
                    <a:pt x="3354598" y="4726611"/>
                  </a:lnTo>
                  <a:lnTo>
                    <a:pt x="3297140" y="4736524"/>
                  </a:lnTo>
                  <a:lnTo>
                    <a:pt x="3239637" y="4746522"/>
                  </a:lnTo>
                  <a:lnTo>
                    <a:pt x="3182161" y="4756470"/>
                  </a:lnTo>
                  <a:lnTo>
                    <a:pt x="3124775" y="4766235"/>
                  </a:lnTo>
                  <a:lnTo>
                    <a:pt x="3067506" y="4775696"/>
                  </a:lnTo>
                  <a:lnTo>
                    <a:pt x="3010321" y="4784746"/>
                  </a:lnTo>
                  <a:lnTo>
                    <a:pt x="2953110" y="4793302"/>
                  </a:lnTo>
                  <a:lnTo>
                    <a:pt x="2895658" y="4801300"/>
                  </a:lnTo>
                  <a:lnTo>
                    <a:pt x="2837633" y="4808702"/>
                  </a:lnTo>
                  <a:lnTo>
                    <a:pt x="2778554" y="4815492"/>
                  </a:lnTo>
                  <a:lnTo>
                    <a:pt x="2717764" y="4821675"/>
                  </a:lnTo>
                  <a:lnTo>
                    <a:pt x="2702183" y="4823130"/>
                  </a:lnTo>
                  <a:lnTo>
                    <a:pt x="2650255" y="4827604"/>
                  </a:lnTo>
                  <a:lnTo>
                    <a:pt x="2595871" y="4831689"/>
                  </a:lnTo>
                  <a:lnTo>
                    <a:pt x="2538345" y="4835400"/>
                  </a:lnTo>
                  <a:lnTo>
                    <a:pt x="2476924" y="4838762"/>
                  </a:lnTo>
                  <a:lnTo>
                    <a:pt x="2410827" y="4841809"/>
                  </a:lnTo>
                  <a:lnTo>
                    <a:pt x="2339290" y="4844572"/>
                  </a:lnTo>
                  <a:lnTo>
                    <a:pt x="2261616" y="4847083"/>
                  </a:lnTo>
                  <a:lnTo>
                    <a:pt x="2177244" y="4849368"/>
                  </a:lnTo>
                  <a:lnTo>
                    <a:pt x="2085846" y="4851452"/>
                  </a:lnTo>
                  <a:lnTo>
                    <a:pt x="1987436" y="4853349"/>
                  </a:lnTo>
                  <a:lnTo>
                    <a:pt x="1882522" y="4855074"/>
                  </a:lnTo>
                  <a:lnTo>
                    <a:pt x="1772242" y="4856631"/>
                  </a:lnTo>
                  <a:lnTo>
                    <a:pt x="1658499" y="4858023"/>
                  </a:lnTo>
                  <a:lnTo>
                    <a:pt x="1544009" y="4859248"/>
                  </a:lnTo>
                  <a:lnTo>
                    <a:pt x="1432233" y="4860302"/>
                  </a:lnTo>
                  <a:lnTo>
                    <a:pt x="1327139" y="4861183"/>
                  </a:lnTo>
                  <a:lnTo>
                    <a:pt x="1232769" y="4861890"/>
                  </a:lnTo>
                  <a:lnTo>
                    <a:pt x="1152675" y="4862431"/>
                  </a:lnTo>
                  <a:lnTo>
                    <a:pt x="1089330" y="4862818"/>
                  </a:lnTo>
                  <a:lnTo>
                    <a:pt x="1043651" y="4863072"/>
                  </a:lnTo>
                  <a:lnTo>
                    <a:pt x="1014771" y="4863218"/>
                  </a:lnTo>
                  <a:lnTo>
                    <a:pt x="1000053" y="4863286"/>
                  </a:lnTo>
                  <a:lnTo>
                    <a:pt x="995287" y="4863307"/>
                  </a:lnTo>
                  <a:lnTo>
                    <a:pt x="994940" y="4863308"/>
                  </a:lnTo>
                  <a:lnTo>
                    <a:pt x="0" y="4863308"/>
                  </a:lnTo>
                  <a:close/>
                </a:path>
              </a:pathLst>
            </a:custGeom>
            <a:solidFill>
              <a:srgbClr val="5D4037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58" name="pl2157"/>
            <p:cNvSpPr/>
            <p:nvPr/>
          </p:nvSpPr>
          <p:spPr>
            <a:xfrm>
              <a:off x="1199187" y="1661116"/>
              <a:ext cx="12049831" cy="4863308"/>
            </a:xfrm>
            <a:custGeom>
              <a:avLst/>
              <a:pathLst>
                <a:path w="12049831" h="4863308">
                  <a:moveTo>
                    <a:pt x="0" y="4863308"/>
                  </a:moveTo>
                  <a:lnTo>
                    <a:pt x="994940" y="4863308"/>
                  </a:lnTo>
                  <a:lnTo>
                    <a:pt x="996076" y="4863303"/>
                  </a:lnTo>
                  <a:lnTo>
                    <a:pt x="1003572" y="4863271"/>
                  </a:lnTo>
                  <a:lnTo>
                    <a:pt x="1022570" y="4863180"/>
                  </a:lnTo>
                  <a:lnTo>
                    <a:pt x="1056783" y="4863001"/>
                  </a:lnTo>
                  <a:lnTo>
                    <a:pt x="1108283" y="4862706"/>
                  </a:lnTo>
                  <a:lnTo>
                    <a:pt x="1177339" y="4862271"/>
                  </a:lnTo>
                  <a:lnTo>
                    <a:pt x="1262479" y="4861676"/>
                  </a:lnTo>
                  <a:lnTo>
                    <a:pt x="1360816" y="4860911"/>
                  </a:lnTo>
                  <a:lnTo>
                    <a:pt x="1468568" y="4859973"/>
                  </a:lnTo>
                  <a:lnTo>
                    <a:pt x="1581660" y="4858862"/>
                  </a:lnTo>
                  <a:lnTo>
                    <a:pt x="1696254" y="4857582"/>
                  </a:lnTo>
                  <a:lnTo>
                    <a:pt x="1809114" y="4856135"/>
                  </a:lnTo>
                  <a:lnTo>
                    <a:pt x="1917794" y="4854523"/>
                  </a:lnTo>
                  <a:lnTo>
                    <a:pt x="2020655" y="4852743"/>
                  </a:lnTo>
                  <a:lnTo>
                    <a:pt x="2116781" y="4850786"/>
                  </a:lnTo>
                  <a:lnTo>
                    <a:pt x="2205844" y="4848638"/>
                  </a:lnTo>
                  <a:lnTo>
                    <a:pt x="2287956" y="4846281"/>
                  </a:lnTo>
                  <a:lnTo>
                    <a:pt x="2363535" y="4843690"/>
                  </a:lnTo>
                  <a:lnTo>
                    <a:pt x="2433196" y="4840837"/>
                  </a:lnTo>
                  <a:lnTo>
                    <a:pt x="2497664" y="4837690"/>
                  </a:lnTo>
                  <a:lnTo>
                    <a:pt x="2557714" y="4834216"/>
                  </a:lnTo>
                  <a:lnTo>
                    <a:pt x="2614123" y="4830384"/>
                  </a:lnTo>
                  <a:lnTo>
                    <a:pt x="2667626" y="4826171"/>
                  </a:lnTo>
                  <a:lnTo>
                    <a:pt x="2702183" y="4823130"/>
                  </a:lnTo>
                  <a:lnTo>
                    <a:pt x="2763529" y="4817096"/>
                  </a:lnTo>
                  <a:lnTo>
                    <a:pt x="2822967" y="4810459"/>
                  </a:lnTo>
                  <a:lnTo>
                    <a:pt x="2881204" y="4803209"/>
                  </a:lnTo>
                  <a:lnTo>
                    <a:pt x="2938763" y="4795358"/>
                  </a:lnTo>
                  <a:lnTo>
                    <a:pt x="2996010" y="4786937"/>
                  </a:lnTo>
                  <a:lnTo>
                    <a:pt x="3053187" y="4778003"/>
                  </a:lnTo>
                  <a:lnTo>
                    <a:pt x="3110430" y="4768636"/>
                  </a:lnTo>
                  <a:lnTo>
                    <a:pt x="3167787" y="4758936"/>
                  </a:lnTo>
                  <a:lnTo>
                    <a:pt x="3225245" y="4749022"/>
                  </a:lnTo>
                  <a:lnTo>
                    <a:pt x="3282748" y="4739024"/>
                  </a:lnTo>
                  <a:lnTo>
                    <a:pt x="3340224" y="4729077"/>
                  </a:lnTo>
                  <a:lnTo>
                    <a:pt x="3397610" y="4719312"/>
                  </a:lnTo>
                  <a:lnTo>
                    <a:pt x="3454879" y="4709851"/>
                  </a:lnTo>
                  <a:lnTo>
                    <a:pt x="3512064" y="4700800"/>
                  </a:lnTo>
                  <a:lnTo>
                    <a:pt x="3569275" y="4692245"/>
                  </a:lnTo>
                  <a:lnTo>
                    <a:pt x="3626727" y="4684247"/>
                  </a:lnTo>
                  <a:lnTo>
                    <a:pt x="3684752" y="4676845"/>
                  </a:lnTo>
                  <a:lnTo>
                    <a:pt x="3743831" y="4670055"/>
                  </a:lnTo>
                  <a:lnTo>
                    <a:pt x="3804621" y="4663872"/>
                  </a:lnTo>
                  <a:lnTo>
                    <a:pt x="3820202" y="4662417"/>
                  </a:lnTo>
                  <a:lnTo>
                    <a:pt x="3872130" y="4657943"/>
                  </a:lnTo>
                  <a:lnTo>
                    <a:pt x="3926514" y="4653858"/>
                  </a:lnTo>
                  <a:lnTo>
                    <a:pt x="3984040" y="4650147"/>
                  </a:lnTo>
                  <a:lnTo>
                    <a:pt x="4045461" y="4646784"/>
                  </a:lnTo>
                  <a:lnTo>
                    <a:pt x="4111558" y="4643738"/>
                  </a:lnTo>
                  <a:lnTo>
                    <a:pt x="4183095" y="4640975"/>
                  </a:lnTo>
                  <a:lnTo>
                    <a:pt x="4260769" y="4638464"/>
                  </a:lnTo>
                  <a:lnTo>
                    <a:pt x="4345141" y="4636178"/>
                  </a:lnTo>
                  <a:lnTo>
                    <a:pt x="4436539" y="4634095"/>
                  </a:lnTo>
                  <a:lnTo>
                    <a:pt x="4534949" y="4632197"/>
                  </a:lnTo>
                  <a:lnTo>
                    <a:pt x="4639863" y="4630473"/>
                  </a:lnTo>
                  <a:lnTo>
                    <a:pt x="4750143" y="4628916"/>
                  </a:lnTo>
                  <a:lnTo>
                    <a:pt x="4863886" y="4627524"/>
                  </a:lnTo>
                  <a:lnTo>
                    <a:pt x="4978376" y="4626299"/>
                  </a:lnTo>
                  <a:lnTo>
                    <a:pt x="5090152" y="4625245"/>
                  </a:lnTo>
                  <a:lnTo>
                    <a:pt x="5195246" y="4624364"/>
                  </a:lnTo>
                  <a:lnTo>
                    <a:pt x="5289616" y="4623656"/>
                  </a:lnTo>
                  <a:lnTo>
                    <a:pt x="5369710" y="4623115"/>
                  </a:lnTo>
                  <a:lnTo>
                    <a:pt x="5433055" y="4622728"/>
                  </a:lnTo>
                  <a:lnTo>
                    <a:pt x="5478734" y="4622475"/>
                  </a:lnTo>
                  <a:lnTo>
                    <a:pt x="5507614" y="4622329"/>
                  </a:lnTo>
                  <a:lnTo>
                    <a:pt x="5522332" y="4622260"/>
                  </a:lnTo>
                  <a:lnTo>
                    <a:pt x="5527098" y="4622240"/>
                  </a:lnTo>
                  <a:lnTo>
                    <a:pt x="5527445" y="4622239"/>
                  </a:lnTo>
                  <a:lnTo>
                    <a:pt x="6522385" y="4622239"/>
                  </a:lnTo>
                  <a:lnTo>
                    <a:pt x="6523377" y="4622162"/>
                  </a:lnTo>
                  <a:lnTo>
                    <a:pt x="6529936" y="4621616"/>
                  </a:lnTo>
                  <a:lnTo>
                    <a:pt x="6546618" y="4620106"/>
                  </a:lnTo>
                  <a:lnTo>
                    <a:pt x="6576809" y="4617131"/>
                  </a:lnTo>
                  <a:lnTo>
                    <a:pt x="6622551" y="4612204"/>
                  </a:lnTo>
                  <a:lnTo>
                    <a:pt x="6684401" y="4604902"/>
                  </a:lnTo>
                  <a:lnTo>
                    <a:pt x="6761434" y="4594894"/>
                  </a:lnTo>
                  <a:lnTo>
                    <a:pt x="6851452" y="4581964"/>
                  </a:lnTo>
                  <a:lnTo>
                    <a:pt x="6951361" y="4566010"/>
                  </a:lnTo>
                  <a:lnTo>
                    <a:pt x="7057647" y="4547020"/>
                  </a:lnTo>
                  <a:lnTo>
                    <a:pt x="7166827" y="4525040"/>
                  </a:lnTo>
                  <a:lnTo>
                    <a:pt x="7275803" y="4500131"/>
                  </a:lnTo>
                  <a:lnTo>
                    <a:pt x="7382078" y="4472330"/>
                  </a:lnTo>
                  <a:lnTo>
                    <a:pt x="7483832" y="4441626"/>
                  </a:lnTo>
                  <a:lnTo>
                    <a:pt x="7579897" y="4407932"/>
                  </a:lnTo>
                  <a:lnTo>
                    <a:pt x="7669670" y="4371081"/>
                  </a:lnTo>
                  <a:lnTo>
                    <a:pt x="7752994" y="4330818"/>
                  </a:lnTo>
                  <a:lnTo>
                    <a:pt x="7830047" y="4286803"/>
                  </a:lnTo>
                  <a:lnTo>
                    <a:pt x="7901237" y="4238617"/>
                  </a:lnTo>
                  <a:lnTo>
                    <a:pt x="7967119" y="4185772"/>
                  </a:lnTo>
                  <a:lnTo>
                    <a:pt x="8028334" y="4127732"/>
                  </a:lnTo>
                  <a:lnTo>
                    <a:pt x="8085558" y="4063947"/>
                  </a:lnTo>
                  <a:lnTo>
                    <a:pt x="8139467" y="3993903"/>
                  </a:lnTo>
                  <a:lnTo>
                    <a:pt x="8190702" y="3917204"/>
                  </a:lnTo>
                  <a:lnTo>
                    <a:pt x="8229629" y="3851866"/>
                  </a:lnTo>
                  <a:lnTo>
                    <a:pt x="8265918" y="3785335"/>
                  </a:lnTo>
                  <a:lnTo>
                    <a:pt x="8301431" y="3714872"/>
                  </a:lnTo>
                  <a:lnTo>
                    <a:pt x="8336339" y="3640398"/>
                  </a:lnTo>
                  <a:lnTo>
                    <a:pt x="8370785" y="3561874"/>
                  </a:lnTo>
                  <a:lnTo>
                    <a:pt x="8404890" y="3479305"/>
                  </a:lnTo>
                  <a:lnTo>
                    <a:pt x="8438754" y="3392741"/>
                  </a:lnTo>
                  <a:lnTo>
                    <a:pt x="8472458" y="3302286"/>
                  </a:lnTo>
                  <a:lnTo>
                    <a:pt x="8506068" y="3208094"/>
                  </a:lnTo>
                  <a:lnTo>
                    <a:pt x="8539636" y="3110374"/>
                  </a:lnTo>
                  <a:lnTo>
                    <a:pt x="8573198" y="3009389"/>
                  </a:lnTo>
                  <a:lnTo>
                    <a:pt x="8606779" y="2905456"/>
                  </a:lnTo>
                  <a:lnTo>
                    <a:pt x="8640396" y="2798942"/>
                  </a:lnTo>
                  <a:lnTo>
                    <a:pt x="8674054" y="2690256"/>
                  </a:lnTo>
                  <a:lnTo>
                    <a:pt x="8707751" y="2579851"/>
                  </a:lnTo>
                  <a:lnTo>
                    <a:pt x="8741481" y="2468211"/>
                  </a:lnTo>
                  <a:lnTo>
                    <a:pt x="8775230" y="2355840"/>
                  </a:lnTo>
                  <a:lnTo>
                    <a:pt x="8808986" y="2243261"/>
                  </a:lnTo>
                  <a:lnTo>
                    <a:pt x="8842732" y="2130999"/>
                  </a:lnTo>
                  <a:lnTo>
                    <a:pt x="8876456" y="2019571"/>
                  </a:lnTo>
                  <a:lnTo>
                    <a:pt x="8910146" y="1909482"/>
                  </a:lnTo>
                  <a:lnTo>
                    <a:pt x="8943795" y="1801207"/>
                  </a:lnTo>
                  <a:lnTo>
                    <a:pt x="8977404" y="1695191"/>
                  </a:lnTo>
                  <a:lnTo>
                    <a:pt x="9010980" y="1591836"/>
                  </a:lnTo>
                  <a:lnTo>
                    <a:pt x="9044540" y="1491498"/>
                  </a:lnTo>
                  <a:lnTo>
                    <a:pt x="9078113" y="1394484"/>
                  </a:lnTo>
                  <a:lnTo>
                    <a:pt x="9111738" y="1301044"/>
                  </a:lnTo>
                  <a:lnTo>
                    <a:pt x="9145469" y="1211378"/>
                  </a:lnTo>
                  <a:lnTo>
                    <a:pt x="9179375" y="1125629"/>
                  </a:lnTo>
                  <a:lnTo>
                    <a:pt x="9213542" y="1043889"/>
                  </a:lnTo>
                  <a:lnTo>
                    <a:pt x="9248072" y="966199"/>
                  </a:lnTo>
                  <a:lnTo>
                    <a:pt x="9283092" y="892554"/>
                  </a:lnTo>
                  <a:lnTo>
                    <a:pt x="9318750" y="822908"/>
                  </a:lnTo>
                  <a:lnTo>
                    <a:pt x="9347647" y="770373"/>
                  </a:lnTo>
                  <a:lnTo>
                    <a:pt x="9397183" y="688299"/>
                  </a:lnTo>
                  <a:lnTo>
                    <a:pt x="9448932" y="613026"/>
                  </a:lnTo>
                  <a:lnTo>
                    <a:pt x="9503484" y="544340"/>
                  </a:lnTo>
                  <a:lnTo>
                    <a:pt x="9561493" y="481811"/>
                  </a:lnTo>
                  <a:lnTo>
                    <a:pt x="9623636" y="424912"/>
                  </a:lnTo>
                  <a:lnTo>
                    <a:pt x="9690586" y="373093"/>
                  </a:lnTo>
                  <a:lnTo>
                    <a:pt x="9762969" y="325824"/>
                  </a:lnTo>
                  <a:lnTo>
                    <a:pt x="9841316" y="282633"/>
                  </a:lnTo>
                  <a:lnTo>
                    <a:pt x="9925995" y="243115"/>
                  </a:lnTo>
                  <a:lnTo>
                    <a:pt x="10017120" y="206948"/>
                  </a:lnTo>
                  <a:lnTo>
                    <a:pt x="10114453" y="173895"/>
                  </a:lnTo>
                  <a:lnTo>
                    <a:pt x="10217278" y="143807"/>
                  </a:lnTo>
                  <a:lnTo>
                    <a:pt x="10324296" y="116615"/>
                  </a:lnTo>
                  <a:lnTo>
                    <a:pt x="10433545" y="92319"/>
                  </a:lnTo>
                  <a:lnTo>
                    <a:pt x="10542390" y="70964"/>
                  </a:lnTo>
                  <a:lnTo>
                    <a:pt x="10647629" y="52612"/>
                  </a:lnTo>
                  <a:lnTo>
                    <a:pt x="10745738" y="37298"/>
                  </a:lnTo>
                  <a:lnTo>
                    <a:pt x="10833252" y="24997"/>
                  </a:lnTo>
                  <a:lnTo>
                    <a:pt x="10907230" y="15581"/>
                  </a:lnTo>
                  <a:lnTo>
                    <a:pt x="10965713" y="8811"/>
                  </a:lnTo>
                  <a:lnTo>
                    <a:pt x="11008079" y="4334"/>
                  </a:lnTo>
                  <a:lnTo>
                    <a:pt x="11035204" y="1709"/>
                  </a:lnTo>
                  <a:lnTo>
                    <a:pt x="11049429" y="444"/>
                  </a:lnTo>
                  <a:lnTo>
                    <a:pt x="11054399" y="37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9" name="pl2158"/>
            <p:cNvSpPr/>
            <p:nvPr/>
          </p:nvSpPr>
          <p:spPr>
            <a:xfrm>
              <a:off x="1199187" y="1655875"/>
              <a:ext cx="12049831" cy="4863308"/>
            </a:xfrm>
            <a:custGeom>
              <a:avLst/>
              <a:pathLst>
                <a:path w="12049831" h="4863308">
                  <a:moveTo>
                    <a:pt x="12049831" y="0"/>
                  </a:moveTo>
                  <a:lnTo>
                    <a:pt x="11054891" y="0"/>
                  </a:lnTo>
                  <a:lnTo>
                    <a:pt x="11053900" y="76"/>
                  </a:lnTo>
                  <a:lnTo>
                    <a:pt x="11047340" y="623"/>
                  </a:lnTo>
                  <a:lnTo>
                    <a:pt x="11030658" y="2132"/>
                  </a:lnTo>
                  <a:lnTo>
                    <a:pt x="11000468" y="5108"/>
                  </a:lnTo>
                  <a:lnTo>
                    <a:pt x="10954725" y="10034"/>
                  </a:lnTo>
                  <a:lnTo>
                    <a:pt x="10892876" y="17336"/>
                  </a:lnTo>
                  <a:lnTo>
                    <a:pt x="10815842" y="27344"/>
                  </a:lnTo>
                  <a:lnTo>
                    <a:pt x="10725825" y="40274"/>
                  </a:lnTo>
                  <a:lnTo>
                    <a:pt x="10625915" y="56228"/>
                  </a:lnTo>
                  <a:lnTo>
                    <a:pt x="10519629" y="75218"/>
                  </a:lnTo>
                  <a:lnTo>
                    <a:pt x="10410450" y="97198"/>
                  </a:lnTo>
                  <a:lnTo>
                    <a:pt x="10301474" y="122108"/>
                  </a:lnTo>
                  <a:lnTo>
                    <a:pt x="10195199" y="149908"/>
                  </a:lnTo>
                  <a:lnTo>
                    <a:pt x="10093445" y="180613"/>
                  </a:lnTo>
                  <a:lnTo>
                    <a:pt x="9997379" y="214307"/>
                  </a:lnTo>
                  <a:lnTo>
                    <a:pt x="9907606" y="251158"/>
                  </a:lnTo>
                  <a:lnTo>
                    <a:pt x="9824282" y="291420"/>
                  </a:lnTo>
                  <a:lnTo>
                    <a:pt x="9747229" y="335435"/>
                  </a:lnTo>
                  <a:lnTo>
                    <a:pt x="9676040" y="383621"/>
                  </a:lnTo>
                  <a:lnTo>
                    <a:pt x="9610158" y="436466"/>
                  </a:lnTo>
                  <a:lnTo>
                    <a:pt x="9548943" y="494506"/>
                  </a:lnTo>
                  <a:lnTo>
                    <a:pt x="9491719" y="558291"/>
                  </a:lnTo>
                  <a:lnTo>
                    <a:pt x="9437810" y="628335"/>
                  </a:lnTo>
                  <a:lnTo>
                    <a:pt x="9386575" y="705034"/>
                  </a:lnTo>
                  <a:lnTo>
                    <a:pt x="9347647" y="770373"/>
                  </a:lnTo>
                  <a:lnTo>
                    <a:pt x="9311359" y="836904"/>
                  </a:lnTo>
                  <a:lnTo>
                    <a:pt x="9275845" y="907367"/>
                  </a:lnTo>
                  <a:lnTo>
                    <a:pt x="9240938" y="981840"/>
                  </a:lnTo>
                  <a:lnTo>
                    <a:pt x="9206491" y="1060364"/>
                  </a:lnTo>
                  <a:lnTo>
                    <a:pt x="9172387" y="1142934"/>
                  </a:lnTo>
                  <a:lnTo>
                    <a:pt x="9138523" y="1229497"/>
                  </a:lnTo>
                  <a:lnTo>
                    <a:pt x="9104819" y="1319952"/>
                  </a:lnTo>
                  <a:lnTo>
                    <a:pt x="9071208" y="1414145"/>
                  </a:lnTo>
                  <a:lnTo>
                    <a:pt x="9037641" y="1511865"/>
                  </a:lnTo>
                  <a:lnTo>
                    <a:pt x="9004079" y="1612849"/>
                  </a:lnTo>
                  <a:lnTo>
                    <a:pt x="8970497" y="1716782"/>
                  </a:lnTo>
                  <a:lnTo>
                    <a:pt x="8936880" y="1823297"/>
                  </a:lnTo>
                  <a:lnTo>
                    <a:pt x="8903222" y="1931982"/>
                  </a:lnTo>
                  <a:lnTo>
                    <a:pt x="8869525" y="2042387"/>
                  </a:lnTo>
                  <a:lnTo>
                    <a:pt x="8835796" y="2154028"/>
                  </a:lnTo>
                  <a:lnTo>
                    <a:pt x="8802046" y="2266398"/>
                  </a:lnTo>
                  <a:lnTo>
                    <a:pt x="8768291" y="2378977"/>
                  </a:lnTo>
                  <a:lnTo>
                    <a:pt x="8734544" y="2491239"/>
                  </a:lnTo>
                  <a:lnTo>
                    <a:pt x="8700821" y="2602667"/>
                  </a:lnTo>
                  <a:lnTo>
                    <a:pt x="8667131" y="2712757"/>
                  </a:lnTo>
                  <a:lnTo>
                    <a:pt x="8633482" y="2821032"/>
                  </a:lnTo>
                  <a:lnTo>
                    <a:pt x="8599873" y="2927048"/>
                  </a:lnTo>
                  <a:lnTo>
                    <a:pt x="8566297" y="3030403"/>
                  </a:lnTo>
                  <a:lnTo>
                    <a:pt x="8532736" y="3130740"/>
                  </a:lnTo>
                  <a:lnTo>
                    <a:pt x="8499163" y="3227755"/>
                  </a:lnTo>
                  <a:lnTo>
                    <a:pt x="8465538" y="3321194"/>
                  </a:lnTo>
                  <a:lnTo>
                    <a:pt x="8431807" y="3410860"/>
                  </a:lnTo>
                  <a:lnTo>
                    <a:pt x="8397901" y="3496609"/>
                  </a:lnTo>
                  <a:lnTo>
                    <a:pt x="8363735" y="3578349"/>
                  </a:lnTo>
                  <a:lnTo>
                    <a:pt x="8329204" y="3656039"/>
                  </a:lnTo>
                  <a:lnTo>
                    <a:pt x="8294184" y="3729684"/>
                  </a:lnTo>
                  <a:lnTo>
                    <a:pt x="8258527" y="3799331"/>
                  </a:lnTo>
                  <a:lnTo>
                    <a:pt x="8229629" y="3851866"/>
                  </a:lnTo>
                  <a:lnTo>
                    <a:pt x="8180093" y="3933940"/>
                  </a:lnTo>
                  <a:lnTo>
                    <a:pt x="8128345" y="4009212"/>
                  </a:lnTo>
                  <a:lnTo>
                    <a:pt x="8073792" y="4077899"/>
                  </a:lnTo>
                  <a:lnTo>
                    <a:pt x="8015784" y="4140427"/>
                  </a:lnTo>
                  <a:lnTo>
                    <a:pt x="7953640" y="4197326"/>
                  </a:lnTo>
                  <a:lnTo>
                    <a:pt x="7886691" y="4249146"/>
                  </a:lnTo>
                  <a:lnTo>
                    <a:pt x="7814308" y="4296414"/>
                  </a:lnTo>
                  <a:lnTo>
                    <a:pt x="7735960" y="4339605"/>
                  </a:lnTo>
                  <a:lnTo>
                    <a:pt x="7651282" y="4379123"/>
                  </a:lnTo>
                  <a:lnTo>
                    <a:pt x="7560156" y="4415291"/>
                  </a:lnTo>
                  <a:lnTo>
                    <a:pt x="7462824" y="4448343"/>
                  </a:lnTo>
                  <a:lnTo>
                    <a:pt x="7359999" y="4478431"/>
                  </a:lnTo>
                  <a:lnTo>
                    <a:pt x="7252980" y="4505623"/>
                  </a:lnTo>
                  <a:lnTo>
                    <a:pt x="7143731" y="4529920"/>
                  </a:lnTo>
                  <a:lnTo>
                    <a:pt x="7034887" y="4551274"/>
                  </a:lnTo>
                  <a:lnTo>
                    <a:pt x="6929648" y="4569627"/>
                  </a:lnTo>
                  <a:lnTo>
                    <a:pt x="6831538" y="4584940"/>
                  </a:lnTo>
                  <a:lnTo>
                    <a:pt x="6744024" y="4597242"/>
                  </a:lnTo>
                  <a:lnTo>
                    <a:pt x="6670047" y="4606657"/>
                  </a:lnTo>
                  <a:lnTo>
                    <a:pt x="6611564" y="4613427"/>
                  </a:lnTo>
                  <a:lnTo>
                    <a:pt x="6569197" y="4617905"/>
                  </a:lnTo>
                  <a:lnTo>
                    <a:pt x="6542072" y="4620530"/>
                  </a:lnTo>
                  <a:lnTo>
                    <a:pt x="6527847" y="4621794"/>
                  </a:lnTo>
                  <a:lnTo>
                    <a:pt x="6522878" y="4622201"/>
                  </a:lnTo>
                  <a:lnTo>
                    <a:pt x="6522385" y="4622239"/>
                  </a:lnTo>
                  <a:lnTo>
                    <a:pt x="5527445" y="4622239"/>
                  </a:lnTo>
                  <a:lnTo>
                    <a:pt x="5526309" y="4622243"/>
                  </a:lnTo>
                  <a:lnTo>
                    <a:pt x="5518813" y="4622276"/>
                  </a:lnTo>
                  <a:lnTo>
                    <a:pt x="5499815" y="4622367"/>
                  </a:lnTo>
                  <a:lnTo>
                    <a:pt x="5465602" y="4622545"/>
                  </a:lnTo>
                  <a:lnTo>
                    <a:pt x="5414102" y="4622840"/>
                  </a:lnTo>
                  <a:lnTo>
                    <a:pt x="5345046" y="4623276"/>
                  </a:lnTo>
                  <a:lnTo>
                    <a:pt x="5259905" y="4623871"/>
                  </a:lnTo>
                  <a:lnTo>
                    <a:pt x="5161569" y="4624635"/>
                  </a:lnTo>
                  <a:lnTo>
                    <a:pt x="5053817" y="4625573"/>
                  </a:lnTo>
                  <a:lnTo>
                    <a:pt x="4940725" y="4626684"/>
                  </a:lnTo>
                  <a:lnTo>
                    <a:pt x="4826131" y="4627965"/>
                  </a:lnTo>
                  <a:lnTo>
                    <a:pt x="4713271" y="4629411"/>
                  </a:lnTo>
                  <a:lnTo>
                    <a:pt x="4604591" y="4631023"/>
                  </a:lnTo>
                  <a:lnTo>
                    <a:pt x="4501730" y="4632804"/>
                  </a:lnTo>
                  <a:lnTo>
                    <a:pt x="4405604" y="4634761"/>
                  </a:lnTo>
                  <a:lnTo>
                    <a:pt x="4316541" y="4636909"/>
                  </a:lnTo>
                  <a:lnTo>
                    <a:pt x="4234429" y="4639266"/>
                  </a:lnTo>
                  <a:lnTo>
                    <a:pt x="4158850" y="4641857"/>
                  </a:lnTo>
                  <a:lnTo>
                    <a:pt x="4089189" y="4644710"/>
                  </a:lnTo>
                  <a:lnTo>
                    <a:pt x="4024721" y="4647857"/>
                  </a:lnTo>
                  <a:lnTo>
                    <a:pt x="3964671" y="4651331"/>
                  </a:lnTo>
                  <a:lnTo>
                    <a:pt x="3908262" y="4655163"/>
                  </a:lnTo>
                  <a:lnTo>
                    <a:pt x="3854759" y="4659376"/>
                  </a:lnTo>
                  <a:lnTo>
                    <a:pt x="3820202" y="4662417"/>
                  </a:lnTo>
                  <a:lnTo>
                    <a:pt x="3758856" y="4668451"/>
                  </a:lnTo>
                  <a:lnTo>
                    <a:pt x="3699418" y="4675088"/>
                  </a:lnTo>
                  <a:lnTo>
                    <a:pt x="3641181" y="4682337"/>
                  </a:lnTo>
                  <a:lnTo>
                    <a:pt x="3583622" y="4690189"/>
                  </a:lnTo>
                  <a:lnTo>
                    <a:pt x="3526375" y="4698610"/>
                  </a:lnTo>
                  <a:lnTo>
                    <a:pt x="3469198" y="4707544"/>
                  </a:lnTo>
                  <a:lnTo>
                    <a:pt x="3411955" y="4716911"/>
                  </a:lnTo>
                  <a:lnTo>
                    <a:pt x="3354598" y="4726611"/>
                  </a:lnTo>
                  <a:lnTo>
                    <a:pt x="3297140" y="4736524"/>
                  </a:lnTo>
                  <a:lnTo>
                    <a:pt x="3239637" y="4746522"/>
                  </a:lnTo>
                  <a:lnTo>
                    <a:pt x="3182161" y="4756470"/>
                  </a:lnTo>
                  <a:lnTo>
                    <a:pt x="3124775" y="4766235"/>
                  </a:lnTo>
                  <a:lnTo>
                    <a:pt x="3067506" y="4775696"/>
                  </a:lnTo>
                  <a:lnTo>
                    <a:pt x="3010321" y="4784746"/>
                  </a:lnTo>
                  <a:lnTo>
                    <a:pt x="2953110" y="4793302"/>
                  </a:lnTo>
                  <a:lnTo>
                    <a:pt x="2895658" y="4801300"/>
                  </a:lnTo>
                  <a:lnTo>
                    <a:pt x="2837633" y="4808702"/>
                  </a:lnTo>
                  <a:lnTo>
                    <a:pt x="2778554" y="4815492"/>
                  </a:lnTo>
                  <a:lnTo>
                    <a:pt x="2717764" y="4821675"/>
                  </a:lnTo>
                  <a:lnTo>
                    <a:pt x="2702183" y="4823130"/>
                  </a:lnTo>
                  <a:lnTo>
                    <a:pt x="2650255" y="4827604"/>
                  </a:lnTo>
                  <a:lnTo>
                    <a:pt x="2595871" y="4831689"/>
                  </a:lnTo>
                  <a:lnTo>
                    <a:pt x="2538345" y="4835400"/>
                  </a:lnTo>
                  <a:lnTo>
                    <a:pt x="2476924" y="4838762"/>
                  </a:lnTo>
                  <a:lnTo>
                    <a:pt x="2410827" y="4841809"/>
                  </a:lnTo>
                  <a:lnTo>
                    <a:pt x="2339290" y="4844572"/>
                  </a:lnTo>
                  <a:lnTo>
                    <a:pt x="2261616" y="4847083"/>
                  </a:lnTo>
                  <a:lnTo>
                    <a:pt x="2177244" y="4849368"/>
                  </a:lnTo>
                  <a:lnTo>
                    <a:pt x="2085846" y="4851452"/>
                  </a:lnTo>
                  <a:lnTo>
                    <a:pt x="1987436" y="4853349"/>
                  </a:lnTo>
                  <a:lnTo>
                    <a:pt x="1882522" y="4855074"/>
                  </a:lnTo>
                  <a:lnTo>
                    <a:pt x="1772242" y="4856631"/>
                  </a:lnTo>
                  <a:lnTo>
                    <a:pt x="1658499" y="4858023"/>
                  </a:lnTo>
                  <a:lnTo>
                    <a:pt x="1544009" y="4859248"/>
                  </a:lnTo>
                  <a:lnTo>
                    <a:pt x="1432233" y="4860302"/>
                  </a:lnTo>
                  <a:lnTo>
                    <a:pt x="1327139" y="4861183"/>
                  </a:lnTo>
                  <a:lnTo>
                    <a:pt x="1232769" y="4861890"/>
                  </a:lnTo>
                  <a:lnTo>
                    <a:pt x="1152675" y="4862431"/>
                  </a:lnTo>
                  <a:lnTo>
                    <a:pt x="1089330" y="4862818"/>
                  </a:lnTo>
                  <a:lnTo>
                    <a:pt x="1043651" y="4863072"/>
                  </a:lnTo>
                  <a:lnTo>
                    <a:pt x="1014771" y="4863218"/>
                  </a:lnTo>
                  <a:lnTo>
                    <a:pt x="1000053" y="4863286"/>
                  </a:lnTo>
                  <a:lnTo>
                    <a:pt x="995287" y="4863307"/>
                  </a:lnTo>
                  <a:lnTo>
                    <a:pt x="994940" y="4863308"/>
                  </a:lnTo>
                  <a:lnTo>
                    <a:pt x="0" y="4863308"/>
                  </a:lnTo>
                  <a:lnTo>
                    <a:pt x="0" y="48633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0" name="pg2159"/>
            <p:cNvSpPr/>
            <p:nvPr/>
          </p:nvSpPr>
          <p:spPr>
            <a:xfrm>
              <a:off x="1199187" y="6325280"/>
              <a:ext cx="12049831" cy="204384"/>
            </a:xfrm>
            <a:custGeom>
              <a:avLst/>
              <a:pathLst>
                <a:path w="12049831" h="204384">
                  <a:moveTo>
                    <a:pt x="0" y="204384"/>
                  </a:moveTo>
                  <a:lnTo>
                    <a:pt x="994940" y="204384"/>
                  </a:lnTo>
                  <a:lnTo>
                    <a:pt x="996076" y="204380"/>
                  </a:lnTo>
                  <a:lnTo>
                    <a:pt x="1003573" y="204353"/>
                  </a:lnTo>
                  <a:lnTo>
                    <a:pt x="1022573" y="204279"/>
                  </a:lnTo>
                  <a:lnTo>
                    <a:pt x="1056791" y="204131"/>
                  </a:lnTo>
                  <a:lnTo>
                    <a:pt x="1108296" y="203887"/>
                  </a:lnTo>
                  <a:lnTo>
                    <a:pt x="1177359" y="203527"/>
                  </a:lnTo>
                  <a:lnTo>
                    <a:pt x="1262508" y="203036"/>
                  </a:lnTo>
                  <a:lnTo>
                    <a:pt x="1360853" y="202404"/>
                  </a:lnTo>
                  <a:lnTo>
                    <a:pt x="1468612" y="201629"/>
                  </a:lnTo>
                  <a:lnTo>
                    <a:pt x="1581711" y="200711"/>
                  </a:lnTo>
                  <a:lnTo>
                    <a:pt x="1696309" y="199653"/>
                  </a:lnTo>
                  <a:lnTo>
                    <a:pt x="1809173" y="198458"/>
                  </a:lnTo>
                  <a:lnTo>
                    <a:pt x="1917855" y="197127"/>
                  </a:lnTo>
                  <a:lnTo>
                    <a:pt x="2020716" y="195656"/>
                  </a:lnTo>
                  <a:lnTo>
                    <a:pt x="2116842" y="194039"/>
                  </a:lnTo>
                  <a:lnTo>
                    <a:pt x="2205904" y="192264"/>
                  </a:lnTo>
                  <a:lnTo>
                    <a:pt x="2288014" y="190317"/>
                  </a:lnTo>
                  <a:lnTo>
                    <a:pt x="2363592" y="188176"/>
                  </a:lnTo>
                  <a:lnTo>
                    <a:pt x="2433252" y="185819"/>
                  </a:lnTo>
                  <a:lnTo>
                    <a:pt x="2497719" y="183219"/>
                  </a:lnTo>
                  <a:lnTo>
                    <a:pt x="2557768" y="180349"/>
                  </a:lnTo>
                  <a:lnTo>
                    <a:pt x="2614176" y="177183"/>
                  </a:lnTo>
                  <a:lnTo>
                    <a:pt x="2667679" y="173702"/>
                  </a:lnTo>
                  <a:lnTo>
                    <a:pt x="2702183" y="171194"/>
                  </a:lnTo>
                  <a:lnTo>
                    <a:pt x="2763626" y="166201"/>
                  </a:lnTo>
                  <a:lnTo>
                    <a:pt x="2823156" y="160708"/>
                  </a:lnTo>
                  <a:lnTo>
                    <a:pt x="2881484" y="154707"/>
                  </a:lnTo>
                  <a:lnTo>
                    <a:pt x="2939133" y="148208"/>
                  </a:lnTo>
                  <a:lnTo>
                    <a:pt x="2996471" y="141237"/>
                  </a:lnTo>
                  <a:lnTo>
                    <a:pt x="3053741" y="133842"/>
                  </a:lnTo>
                  <a:lnTo>
                    <a:pt x="3111077" y="126088"/>
                  </a:lnTo>
                  <a:lnTo>
                    <a:pt x="3168529" y="118059"/>
                  </a:lnTo>
                  <a:lnTo>
                    <a:pt x="3226080" y="109855"/>
                  </a:lnTo>
                  <a:lnTo>
                    <a:pt x="3283676" y="101582"/>
                  </a:lnTo>
                  <a:lnTo>
                    <a:pt x="3341243" y="93353"/>
                  </a:lnTo>
                  <a:lnTo>
                    <a:pt x="3398720" y="85277"/>
                  </a:lnTo>
                  <a:lnTo>
                    <a:pt x="3456080" y="77455"/>
                  </a:lnTo>
                  <a:lnTo>
                    <a:pt x="3513356" y="69974"/>
                  </a:lnTo>
                  <a:lnTo>
                    <a:pt x="3570662" y="62906"/>
                  </a:lnTo>
                  <a:lnTo>
                    <a:pt x="3628216" y="56300"/>
                  </a:lnTo>
                  <a:lnTo>
                    <a:pt x="3686356" y="50189"/>
                  </a:lnTo>
                  <a:lnTo>
                    <a:pt x="3745569" y="44585"/>
                  </a:lnTo>
                  <a:lnTo>
                    <a:pt x="3806520" y="39484"/>
                  </a:lnTo>
                  <a:lnTo>
                    <a:pt x="3820202" y="38431"/>
                  </a:lnTo>
                  <a:lnTo>
                    <a:pt x="3872132" y="34735"/>
                  </a:lnTo>
                  <a:lnTo>
                    <a:pt x="3926519" y="31360"/>
                  </a:lnTo>
                  <a:lnTo>
                    <a:pt x="3984048" y="28294"/>
                  </a:lnTo>
                  <a:lnTo>
                    <a:pt x="4045473" y="25517"/>
                  </a:lnTo>
                  <a:lnTo>
                    <a:pt x="4111573" y="23000"/>
                  </a:lnTo>
                  <a:lnTo>
                    <a:pt x="4183115" y="20717"/>
                  </a:lnTo>
                  <a:lnTo>
                    <a:pt x="4260794" y="18643"/>
                  </a:lnTo>
                  <a:lnTo>
                    <a:pt x="4345171" y="16755"/>
                  </a:lnTo>
                  <a:lnTo>
                    <a:pt x="4436577" y="15034"/>
                  </a:lnTo>
                  <a:lnTo>
                    <a:pt x="4534994" y="13466"/>
                  </a:lnTo>
                  <a:lnTo>
                    <a:pt x="4639916" y="12042"/>
                  </a:lnTo>
                  <a:lnTo>
                    <a:pt x="4750202" y="10755"/>
                  </a:lnTo>
                  <a:lnTo>
                    <a:pt x="4863951" y="9606"/>
                  </a:lnTo>
                  <a:lnTo>
                    <a:pt x="4978446" y="8594"/>
                  </a:lnTo>
                  <a:lnTo>
                    <a:pt x="5090224" y="7723"/>
                  </a:lnTo>
                  <a:lnTo>
                    <a:pt x="5195317" y="6995"/>
                  </a:lnTo>
                  <a:lnTo>
                    <a:pt x="5289682" y="6411"/>
                  </a:lnTo>
                  <a:lnTo>
                    <a:pt x="5369767" y="5964"/>
                  </a:lnTo>
                  <a:lnTo>
                    <a:pt x="5433101" y="5644"/>
                  </a:lnTo>
                  <a:lnTo>
                    <a:pt x="5478766" y="5435"/>
                  </a:lnTo>
                  <a:lnTo>
                    <a:pt x="5507633" y="5314"/>
                  </a:lnTo>
                  <a:lnTo>
                    <a:pt x="5522341" y="5258"/>
                  </a:lnTo>
                  <a:lnTo>
                    <a:pt x="5527099" y="524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22" y="5244"/>
                  </a:lnTo>
                  <a:lnTo>
                    <a:pt x="6531019" y="5269"/>
                  </a:lnTo>
                  <a:lnTo>
                    <a:pt x="6550020" y="5340"/>
                  </a:lnTo>
                  <a:lnTo>
                    <a:pt x="6584238" y="5480"/>
                  </a:lnTo>
                  <a:lnTo>
                    <a:pt x="6635745" y="5711"/>
                  </a:lnTo>
                  <a:lnTo>
                    <a:pt x="6704809" y="6052"/>
                  </a:lnTo>
                  <a:lnTo>
                    <a:pt x="6789960" y="6518"/>
                  </a:lnTo>
                  <a:lnTo>
                    <a:pt x="6888307" y="7116"/>
                  </a:lnTo>
                  <a:lnTo>
                    <a:pt x="6996068" y="7850"/>
                  </a:lnTo>
                  <a:lnTo>
                    <a:pt x="7109167" y="8720"/>
                  </a:lnTo>
                  <a:lnTo>
                    <a:pt x="7223767" y="9722"/>
                  </a:lnTo>
                  <a:lnTo>
                    <a:pt x="7336631" y="10854"/>
                  </a:lnTo>
                  <a:lnTo>
                    <a:pt x="7445314" y="12116"/>
                  </a:lnTo>
                  <a:lnTo>
                    <a:pt x="7548176" y="13509"/>
                  </a:lnTo>
                  <a:lnTo>
                    <a:pt x="7644301" y="15041"/>
                  </a:lnTo>
                  <a:lnTo>
                    <a:pt x="7733363" y="16723"/>
                  </a:lnTo>
                  <a:lnTo>
                    <a:pt x="7815473" y="18568"/>
                  </a:lnTo>
                  <a:lnTo>
                    <a:pt x="7891051" y="20596"/>
                  </a:lnTo>
                  <a:lnTo>
                    <a:pt x="7960710" y="22829"/>
                  </a:lnTo>
                  <a:lnTo>
                    <a:pt x="8025176" y="25292"/>
                  </a:lnTo>
                  <a:lnTo>
                    <a:pt x="8085226" y="28011"/>
                  </a:lnTo>
                  <a:lnTo>
                    <a:pt x="8141634" y="31010"/>
                  </a:lnTo>
                  <a:lnTo>
                    <a:pt x="8195136" y="34308"/>
                  </a:lnTo>
                  <a:lnTo>
                    <a:pt x="8229629" y="36684"/>
                  </a:lnTo>
                  <a:lnTo>
                    <a:pt x="8291093" y="41416"/>
                  </a:lnTo>
                  <a:lnTo>
                    <a:pt x="8350644" y="46622"/>
                  </a:lnTo>
                  <a:lnTo>
                    <a:pt x="8408992" y="52309"/>
                  </a:lnTo>
                  <a:lnTo>
                    <a:pt x="8466661" y="58469"/>
                  </a:lnTo>
                  <a:lnTo>
                    <a:pt x="8524019" y="65076"/>
                  </a:lnTo>
                  <a:lnTo>
                    <a:pt x="8581309" y="72085"/>
                  </a:lnTo>
                  <a:lnTo>
                    <a:pt x="8638666" y="79434"/>
                  </a:lnTo>
                  <a:lnTo>
                    <a:pt x="8696138" y="87044"/>
                  </a:lnTo>
                  <a:lnTo>
                    <a:pt x="8753711" y="94820"/>
                  </a:lnTo>
                  <a:lnTo>
                    <a:pt x="8811327" y="102660"/>
                  </a:lnTo>
                  <a:lnTo>
                    <a:pt x="8868915" y="110458"/>
                  </a:lnTo>
                  <a:lnTo>
                    <a:pt x="8926411" y="118111"/>
                  </a:lnTo>
                  <a:lnTo>
                    <a:pt x="8983791" y="125523"/>
                  </a:lnTo>
                  <a:lnTo>
                    <a:pt x="9041087" y="132610"/>
                  </a:lnTo>
                  <a:lnTo>
                    <a:pt x="9098415" y="139307"/>
                  </a:lnTo>
                  <a:lnTo>
                    <a:pt x="9155991" y="145565"/>
                  </a:lnTo>
                  <a:lnTo>
                    <a:pt x="9214157" y="151354"/>
                  </a:lnTo>
                  <a:lnTo>
                    <a:pt x="9273400" y="156661"/>
                  </a:lnTo>
                  <a:lnTo>
                    <a:pt x="9334387" y="161493"/>
                  </a:lnTo>
                  <a:lnTo>
                    <a:pt x="9347647" y="162459"/>
                  </a:lnTo>
                  <a:lnTo>
                    <a:pt x="9399579" y="165961"/>
                  </a:lnTo>
                  <a:lnTo>
                    <a:pt x="9453966" y="169158"/>
                  </a:lnTo>
                  <a:lnTo>
                    <a:pt x="9511495" y="172062"/>
                  </a:lnTo>
                  <a:lnTo>
                    <a:pt x="9572921" y="174694"/>
                  </a:lnTo>
                  <a:lnTo>
                    <a:pt x="9639022" y="177078"/>
                  </a:lnTo>
                  <a:lnTo>
                    <a:pt x="9710565" y="179241"/>
                  </a:lnTo>
                  <a:lnTo>
                    <a:pt x="9788245" y="181206"/>
                  </a:lnTo>
                  <a:lnTo>
                    <a:pt x="9872624" y="182995"/>
                  </a:lnTo>
                  <a:lnTo>
                    <a:pt x="9964031" y="184625"/>
                  </a:lnTo>
                  <a:lnTo>
                    <a:pt x="10062449" y="186110"/>
                  </a:lnTo>
                  <a:lnTo>
                    <a:pt x="10167373" y="187459"/>
                  </a:lnTo>
                  <a:lnTo>
                    <a:pt x="10277661" y="188678"/>
                  </a:lnTo>
                  <a:lnTo>
                    <a:pt x="10391411" y="189767"/>
                  </a:lnTo>
                  <a:lnTo>
                    <a:pt x="10505907" y="190726"/>
                  </a:lnTo>
                  <a:lnTo>
                    <a:pt x="10617686" y="191551"/>
                  </a:lnTo>
                  <a:lnTo>
                    <a:pt x="10722778" y="192240"/>
                  </a:lnTo>
                  <a:lnTo>
                    <a:pt x="10817142" y="192794"/>
                  </a:lnTo>
                  <a:lnTo>
                    <a:pt x="10897225" y="193217"/>
                  </a:lnTo>
                  <a:lnTo>
                    <a:pt x="10960557" y="193520"/>
                  </a:lnTo>
                  <a:lnTo>
                    <a:pt x="11006219" y="193718"/>
                  </a:lnTo>
                  <a:lnTo>
                    <a:pt x="11035083" y="193833"/>
                  </a:lnTo>
                  <a:lnTo>
                    <a:pt x="11049789" y="193886"/>
                  </a:lnTo>
                  <a:lnTo>
                    <a:pt x="11054545" y="193902"/>
                  </a:lnTo>
                  <a:lnTo>
                    <a:pt x="11054891" y="193903"/>
                  </a:lnTo>
                  <a:lnTo>
                    <a:pt x="12049831" y="193903"/>
                  </a:lnTo>
                  <a:lnTo>
                    <a:pt x="12049831" y="188662"/>
                  </a:lnTo>
                  <a:lnTo>
                    <a:pt x="11054891" y="188662"/>
                  </a:lnTo>
                  <a:lnTo>
                    <a:pt x="11053755" y="188659"/>
                  </a:lnTo>
                  <a:lnTo>
                    <a:pt x="11046257" y="188633"/>
                  </a:lnTo>
                  <a:lnTo>
                    <a:pt x="11027257" y="188562"/>
                  </a:lnTo>
                  <a:lnTo>
                    <a:pt x="10993038" y="188422"/>
                  </a:lnTo>
                  <a:lnTo>
                    <a:pt x="10941532" y="188192"/>
                  </a:lnTo>
                  <a:lnTo>
                    <a:pt x="10872467" y="187850"/>
                  </a:lnTo>
                  <a:lnTo>
                    <a:pt x="10787317" y="187385"/>
                  </a:lnTo>
                  <a:lnTo>
                    <a:pt x="10688970" y="186787"/>
                  </a:lnTo>
                  <a:lnTo>
                    <a:pt x="10581209" y="186052"/>
                  </a:lnTo>
                  <a:lnTo>
                    <a:pt x="10468109" y="185183"/>
                  </a:lnTo>
                  <a:lnTo>
                    <a:pt x="10353510" y="184180"/>
                  </a:lnTo>
                  <a:lnTo>
                    <a:pt x="10240645" y="183048"/>
                  </a:lnTo>
                  <a:lnTo>
                    <a:pt x="10131962" y="181787"/>
                  </a:lnTo>
                  <a:lnTo>
                    <a:pt x="10029101" y="180393"/>
                  </a:lnTo>
                  <a:lnTo>
                    <a:pt x="9932975" y="178861"/>
                  </a:lnTo>
                  <a:lnTo>
                    <a:pt x="9843914" y="177180"/>
                  </a:lnTo>
                  <a:lnTo>
                    <a:pt x="9761803" y="175335"/>
                  </a:lnTo>
                  <a:lnTo>
                    <a:pt x="9686226" y="173307"/>
                  </a:lnTo>
                  <a:lnTo>
                    <a:pt x="9616567" y="171074"/>
                  </a:lnTo>
                  <a:lnTo>
                    <a:pt x="9552100" y="168610"/>
                  </a:lnTo>
                  <a:lnTo>
                    <a:pt x="9492051" y="165891"/>
                  </a:lnTo>
                  <a:lnTo>
                    <a:pt x="9435643" y="162892"/>
                  </a:lnTo>
                  <a:lnTo>
                    <a:pt x="9382140" y="159594"/>
                  </a:lnTo>
                  <a:lnTo>
                    <a:pt x="9347647" y="157219"/>
                  </a:lnTo>
                  <a:lnTo>
                    <a:pt x="9286183" y="152487"/>
                  </a:lnTo>
                  <a:lnTo>
                    <a:pt x="9226633" y="147281"/>
                  </a:lnTo>
                  <a:lnTo>
                    <a:pt x="9168284" y="141594"/>
                  </a:lnTo>
                  <a:lnTo>
                    <a:pt x="9110616" y="135434"/>
                  </a:lnTo>
                  <a:lnTo>
                    <a:pt x="9053257" y="128827"/>
                  </a:lnTo>
                  <a:lnTo>
                    <a:pt x="8995967" y="121817"/>
                  </a:lnTo>
                  <a:lnTo>
                    <a:pt x="8938611" y="114468"/>
                  </a:lnTo>
                  <a:lnTo>
                    <a:pt x="8881138" y="106859"/>
                  </a:lnTo>
                  <a:lnTo>
                    <a:pt x="8823566" y="99083"/>
                  </a:lnTo>
                  <a:lnTo>
                    <a:pt x="8765949" y="91243"/>
                  </a:lnTo>
                  <a:lnTo>
                    <a:pt x="8708362" y="83444"/>
                  </a:lnTo>
                  <a:lnTo>
                    <a:pt x="8650865" y="75792"/>
                  </a:lnTo>
                  <a:lnTo>
                    <a:pt x="8593485" y="68380"/>
                  </a:lnTo>
                  <a:lnTo>
                    <a:pt x="8536189" y="61292"/>
                  </a:lnTo>
                  <a:lnTo>
                    <a:pt x="8478862" y="54595"/>
                  </a:lnTo>
                  <a:lnTo>
                    <a:pt x="8421285" y="48338"/>
                  </a:lnTo>
                  <a:lnTo>
                    <a:pt x="8363119" y="42549"/>
                  </a:lnTo>
                  <a:lnTo>
                    <a:pt x="8303877" y="37241"/>
                  </a:lnTo>
                  <a:lnTo>
                    <a:pt x="8242890" y="32410"/>
                  </a:lnTo>
                  <a:lnTo>
                    <a:pt x="8229629" y="31443"/>
                  </a:lnTo>
                  <a:lnTo>
                    <a:pt x="8177698" y="27942"/>
                  </a:lnTo>
                  <a:lnTo>
                    <a:pt x="8123311" y="24744"/>
                  </a:lnTo>
                  <a:lnTo>
                    <a:pt x="8065781" y="21840"/>
                  </a:lnTo>
                  <a:lnTo>
                    <a:pt x="8004356" y="19209"/>
                  </a:lnTo>
                  <a:lnTo>
                    <a:pt x="7938254" y="16824"/>
                  </a:lnTo>
                  <a:lnTo>
                    <a:pt x="7866712" y="14662"/>
                  </a:lnTo>
                  <a:lnTo>
                    <a:pt x="7789031" y="12697"/>
                  </a:lnTo>
                  <a:lnTo>
                    <a:pt x="7704652" y="10908"/>
                  </a:lnTo>
                  <a:lnTo>
                    <a:pt x="7613245" y="9278"/>
                  </a:lnTo>
                  <a:lnTo>
                    <a:pt x="7514827" y="7792"/>
                  </a:lnTo>
                  <a:lnTo>
                    <a:pt x="7409904" y="6443"/>
                  </a:lnTo>
                  <a:lnTo>
                    <a:pt x="7299616" y="5224"/>
                  </a:lnTo>
                  <a:lnTo>
                    <a:pt x="7185865" y="4135"/>
                  </a:lnTo>
                  <a:lnTo>
                    <a:pt x="7071369" y="3176"/>
                  </a:lnTo>
                  <a:lnTo>
                    <a:pt x="6959591" y="2351"/>
                  </a:lnTo>
                  <a:lnTo>
                    <a:pt x="6854499" y="1662"/>
                  </a:lnTo>
                  <a:lnTo>
                    <a:pt x="6760135" y="1108"/>
                  </a:lnTo>
                  <a:lnTo>
                    <a:pt x="6680052" y="685"/>
                  </a:lnTo>
                  <a:lnTo>
                    <a:pt x="6616720" y="382"/>
                  </a:lnTo>
                  <a:lnTo>
                    <a:pt x="6571058" y="184"/>
                  </a:lnTo>
                  <a:lnTo>
                    <a:pt x="6542193" y="70"/>
                  </a:lnTo>
                  <a:lnTo>
                    <a:pt x="6527488" y="16"/>
                  </a:lnTo>
                  <a:lnTo>
                    <a:pt x="6522731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3"/>
                  </a:lnTo>
                  <a:lnTo>
                    <a:pt x="5518812" y="30"/>
                  </a:lnTo>
                  <a:lnTo>
                    <a:pt x="5499812" y="105"/>
                  </a:lnTo>
                  <a:lnTo>
                    <a:pt x="5465594" y="253"/>
                  </a:lnTo>
                  <a:lnTo>
                    <a:pt x="5414089" y="496"/>
                  </a:lnTo>
                  <a:lnTo>
                    <a:pt x="5345026" y="857"/>
                  </a:lnTo>
                  <a:lnTo>
                    <a:pt x="5259877" y="1348"/>
                  </a:lnTo>
                  <a:lnTo>
                    <a:pt x="5161532" y="1979"/>
                  </a:lnTo>
                  <a:lnTo>
                    <a:pt x="5053773" y="2755"/>
                  </a:lnTo>
                  <a:lnTo>
                    <a:pt x="4940674" y="3672"/>
                  </a:lnTo>
                  <a:lnTo>
                    <a:pt x="4826076" y="4730"/>
                  </a:lnTo>
                  <a:lnTo>
                    <a:pt x="4713212" y="5925"/>
                  </a:lnTo>
                  <a:lnTo>
                    <a:pt x="4604530" y="7257"/>
                  </a:lnTo>
                  <a:lnTo>
                    <a:pt x="4501669" y="8728"/>
                  </a:lnTo>
                  <a:lnTo>
                    <a:pt x="4405543" y="10345"/>
                  </a:lnTo>
                  <a:lnTo>
                    <a:pt x="4316481" y="12120"/>
                  </a:lnTo>
                  <a:lnTo>
                    <a:pt x="4234371" y="14067"/>
                  </a:lnTo>
                  <a:lnTo>
                    <a:pt x="4158793" y="16208"/>
                  </a:lnTo>
                  <a:lnTo>
                    <a:pt x="4089133" y="18565"/>
                  </a:lnTo>
                  <a:lnTo>
                    <a:pt x="4024666" y="21165"/>
                  </a:lnTo>
                  <a:lnTo>
                    <a:pt x="3964617" y="24035"/>
                  </a:lnTo>
                  <a:lnTo>
                    <a:pt x="3908209" y="27201"/>
                  </a:lnTo>
                  <a:lnTo>
                    <a:pt x="3854706" y="30682"/>
                  </a:lnTo>
                  <a:lnTo>
                    <a:pt x="3820202" y="33190"/>
                  </a:lnTo>
                  <a:lnTo>
                    <a:pt x="3758759" y="38183"/>
                  </a:lnTo>
                  <a:lnTo>
                    <a:pt x="3699229" y="43676"/>
                  </a:lnTo>
                  <a:lnTo>
                    <a:pt x="3640901" y="49676"/>
                  </a:lnTo>
                  <a:lnTo>
                    <a:pt x="3583252" y="56176"/>
                  </a:lnTo>
                  <a:lnTo>
                    <a:pt x="3525914" y="63146"/>
                  </a:lnTo>
                  <a:lnTo>
                    <a:pt x="3468644" y="70542"/>
                  </a:lnTo>
                  <a:lnTo>
                    <a:pt x="3411308" y="78296"/>
                  </a:lnTo>
                  <a:lnTo>
                    <a:pt x="3353856" y="86325"/>
                  </a:lnTo>
                  <a:lnTo>
                    <a:pt x="3296305" y="94529"/>
                  </a:lnTo>
                  <a:lnTo>
                    <a:pt x="3238709" y="102802"/>
                  </a:lnTo>
                  <a:lnTo>
                    <a:pt x="3181142" y="111031"/>
                  </a:lnTo>
                  <a:lnTo>
                    <a:pt x="3123665" y="119107"/>
                  </a:lnTo>
                  <a:lnTo>
                    <a:pt x="3066305" y="126929"/>
                  </a:lnTo>
                  <a:lnTo>
                    <a:pt x="3009029" y="134409"/>
                  </a:lnTo>
                  <a:lnTo>
                    <a:pt x="2951723" y="141478"/>
                  </a:lnTo>
                  <a:lnTo>
                    <a:pt x="2894169" y="148084"/>
                  </a:lnTo>
                  <a:lnTo>
                    <a:pt x="2836029" y="154195"/>
                  </a:lnTo>
                  <a:lnTo>
                    <a:pt x="2776816" y="159799"/>
                  </a:lnTo>
                  <a:lnTo>
                    <a:pt x="2715865" y="164900"/>
                  </a:lnTo>
                  <a:lnTo>
                    <a:pt x="2702183" y="165953"/>
                  </a:lnTo>
                  <a:lnTo>
                    <a:pt x="2650253" y="169649"/>
                  </a:lnTo>
                  <a:lnTo>
                    <a:pt x="2595866" y="173024"/>
                  </a:lnTo>
                  <a:lnTo>
                    <a:pt x="2538337" y="176089"/>
                  </a:lnTo>
                  <a:lnTo>
                    <a:pt x="2476912" y="178867"/>
                  </a:lnTo>
                  <a:lnTo>
                    <a:pt x="2410812" y="181384"/>
                  </a:lnTo>
                  <a:lnTo>
                    <a:pt x="2339270" y="183667"/>
                  </a:lnTo>
                  <a:lnTo>
                    <a:pt x="2261591" y="185741"/>
                  </a:lnTo>
                  <a:lnTo>
                    <a:pt x="2177214" y="187629"/>
                  </a:lnTo>
                  <a:lnTo>
                    <a:pt x="2085808" y="189350"/>
                  </a:lnTo>
                  <a:lnTo>
                    <a:pt x="1987391" y="190918"/>
                  </a:lnTo>
                  <a:lnTo>
                    <a:pt x="1882469" y="192342"/>
                  </a:lnTo>
                  <a:lnTo>
                    <a:pt x="1772183" y="193628"/>
                  </a:lnTo>
                  <a:lnTo>
                    <a:pt x="1658434" y="194778"/>
                  </a:lnTo>
                  <a:lnTo>
                    <a:pt x="1543939" y="195790"/>
                  </a:lnTo>
                  <a:lnTo>
                    <a:pt x="1432161" y="196661"/>
                  </a:lnTo>
                  <a:lnTo>
                    <a:pt x="1327068" y="197388"/>
                  </a:lnTo>
                  <a:lnTo>
                    <a:pt x="1232703" y="197973"/>
                  </a:lnTo>
                  <a:lnTo>
                    <a:pt x="1152618" y="198420"/>
                  </a:lnTo>
                  <a:lnTo>
                    <a:pt x="1089284" y="198739"/>
                  </a:lnTo>
                  <a:lnTo>
                    <a:pt x="1043619" y="198949"/>
                  </a:lnTo>
                  <a:lnTo>
                    <a:pt x="1014752" y="199069"/>
                  </a:lnTo>
                  <a:lnTo>
                    <a:pt x="1000044" y="199126"/>
                  </a:lnTo>
                  <a:lnTo>
                    <a:pt x="995286" y="199142"/>
                  </a:lnTo>
                  <a:lnTo>
                    <a:pt x="994940" y="199144"/>
                  </a:lnTo>
                  <a:lnTo>
                    <a:pt x="0" y="199144"/>
                  </a:lnTo>
                  <a:close/>
                </a:path>
              </a:pathLst>
            </a:custGeom>
            <a:solidFill>
              <a:srgbClr val="5D4037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61" name="pl2160"/>
            <p:cNvSpPr/>
            <p:nvPr/>
          </p:nvSpPr>
          <p:spPr>
            <a:xfrm>
              <a:off x="1199187" y="6330521"/>
              <a:ext cx="12049831" cy="199144"/>
            </a:xfrm>
            <a:custGeom>
              <a:avLst/>
              <a:pathLst>
                <a:path w="12049831" h="199144">
                  <a:moveTo>
                    <a:pt x="0" y="199144"/>
                  </a:moveTo>
                  <a:lnTo>
                    <a:pt x="994940" y="199144"/>
                  </a:lnTo>
                  <a:lnTo>
                    <a:pt x="996076" y="199140"/>
                  </a:lnTo>
                  <a:lnTo>
                    <a:pt x="1003573" y="199113"/>
                  </a:lnTo>
                  <a:lnTo>
                    <a:pt x="1022573" y="199038"/>
                  </a:lnTo>
                  <a:lnTo>
                    <a:pt x="1056791" y="198890"/>
                  </a:lnTo>
                  <a:lnTo>
                    <a:pt x="1108296" y="198647"/>
                  </a:lnTo>
                  <a:lnTo>
                    <a:pt x="1177359" y="198287"/>
                  </a:lnTo>
                  <a:lnTo>
                    <a:pt x="1262508" y="197795"/>
                  </a:lnTo>
                  <a:lnTo>
                    <a:pt x="1360853" y="197164"/>
                  </a:lnTo>
                  <a:lnTo>
                    <a:pt x="1468612" y="196388"/>
                  </a:lnTo>
                  <a:lnTo>
                    <a:pt x="1581711" y="195471"/>
                  </a:lnTo>
                  <a:lnTo>
                    <a:pt x="1696309" y="194413"/>
                  </a:lnTo>
                  <a:lnTo>
                    <a:pt x="1809173" y="193218"/>
                  </a:lnTo>
                  <a:lnTo>
                    <a:pt x="1917855" y="191886"/>
                  </a:lnTo>
                  <a:lnTo>
                    <a:pt x="2020716" y="190415"/>
                  </a:lnTo>
                  <a:lnTo>
                    <a:pt x="2116842" y="188798"/>
                  </a:lnTo>
                  <a:lnTo>
                    <a:pt x="2205904" y="187024"/>
                  </a:lnTo>
                  <a:lnTo>
                    <a:pt x="2288014" y="185076"/>
                  </a:lnTo>
                  <a:lnTo>
                    <a:pt x="2363592" y="182935"/>
                  </a:lnTo>
                  <a:lnTo>
                    <a:pt x="2433252" y="180578"/>
                  </a:lnTo>
                  <a:lnTo>
                    <a:pt x="2497719" y="177978"/>
                  </a:lnTo>
                  <a:lnTo>
                    <a:pt x="2557768" y="175108"/>
                  </a:lnTo>
                  <a:lnTo>
                    <a:pt x="2614176" y="171942"/>
                  </a:lnTo>
                  <a:lnTo>
                    <a:pt x="2667679" y="168462"/>
                  </a:lnTo>
                  <a:lnTo>
                    <a:pt x="2702183" y="165953"/>
                  </a:lnTo>
                  <a:lnTo>
                    <a:pt x="2763626" y="160960"/>
                  </a:lnTo>
                  <a:lnTo>
                    <a:pt x="2823156" y="155467"/>
                  </a:lnTo>
                  <a:lnTo>
                    <a:pt x="2881484" y="149467"/>
                  </a:lnTo>
                  <a:lnTo>
                    <a:pt x="2939133" y="142967"/>
                  </a:lnTo>
                  <a:lnTo>
                    <a:pt x="2996471" y="135997"/>
                  </a:lnTo>
                  <a:lnTo>
                    <a:pt x="3053741" y="128601"/>
                  </a:lnTo>
                  <a:lnTo>
                    <a:pt x="3111077" y="120847"/>
                  </a:lnTo>
                  <a:lnTo>
                    <a:pt x="3168529" y="112819"/>
                  </a:lnTo>
                  <a:lnTo>
                    <a:pt x="3226080" y="104614"/>
                  </a:lnTo>
                  <a:lnTo>
                    <a:pt x="3283676" y="96341"/>
                  </a:lnTo>
                  <a:lnTo>
                    <a:pt x="3341243" y="88112"/>
                  </a:lnTo>
                  <a:lnTo>
                    <a:pt x="3398720" y="80036"/>
                  </a:lnTo>
                  <a:lnTo>
                    <a:pt x="3456080" y="72214"/>
                  </a:lnTo>
                  <a:lnTo>
                    <a:pt x="3513356" y="64734"/>
                  </a:lnTo>
                  <a:lnTo>
                    <a:pt x="3570662" y="57665"/>
                  </a:lnTo>
                  <a:lnTo>
                    <a:pt x="3628216" y="51059"/>
                  </a:lnTo>
                  <a:lnTo>
                    <a:pt x="3686356" y="44948"/>
                  </a:lnTo>
                  <a:lnTo>
                    <a:pt x="3745569" y="39344"/>
                  </a:lnTo>
                  <a:lnTo>
                    <a:pt x="3806520" y="34243"/>
                  </a:lnTo>
                  <a:lnTo>
                    <a:pt x="3820202" y="33190"/>
                  </a:lnTo>
                  <a:lnTo>
                    <a:pt x="3872132" y="29494"/>
                  </a:lnTo>
                  <a:lnTo>
                    <a:pt x="3926519" y="26119"/>
                  </a:lnTo>
                  <a:lnTo>
                    <a:pt x="3984048" y="23054"/>
                  </a:lnTo>
                  <a:lnTo>
                    <a:pt x="4045473" y="20276"/>
                  </a:lnTo>
                  <a:lnTo>
                    <a:pt x="4111573" y="17759"/>
                  </a:lnTo>
                  <a:lnTo>
                    <a:pt x="4183115" y="15477"/>
                  </a:lnTo>
                  <a:lnTo>
                    <a:pt x="4260794" y="13402"/>
                  </a:lnTo>
                  <a:lnTo>
                    <a:pt x="4345171" y="11514"/>
                  </a:lnTo>
                  <a:lnTo>
                    <a:pt x="4436577" y="9793"/>
                  </a:lnTo>
                  <a:lnTo>
                    <a:pt x="4534994" y="8225"/>
                  </a:lnTo>
                  <a:lnTo>
                    <a:pt x="4639916" y="6801"/>
                  </a:lnTo>
                  <a:lnTo>
                    <a:pt x="4750202" y="5515"/>
                  </a:lnTo>
                  <a:lnTo>
                    <a:pt x="4863951" y="4365"/>
                  </a:lnTo>
                  <a:lnTo>
                    <a:pt x="4978446" y="3353"/>
                  </a:lnTo>
                  <a:lnTo>
                    <a:pt x="5090224" y="2482"/>
                  </a:lnTo>
                  <a:lnTo>
                    <a:pt x="5195317" y="1755"/>
                  </a:lnTo>
                  <a:lnTo>
                    <a:pt x="5289682" y="1170"/>
                  </a:lnTo>
                  <a:lnTo>
                    <a:pt x="5369767" y="723"/>
                  </a:lnTo>
                  <a:lnTo>
                    <a:pt x="5433101" y="404"/>
                  </a:lnTo>
                  <a:lnTo>
                    <a:pt x="5478766" y="194"/>
                  </a:lnTo>
                  <a:lnTo>
                    <a:pt x="5507633" y="74"/>
                  </a:lnTo>
                  <a:lnTo>
                    <a:pt x="5522341" y="17"/>
                  </a:lnTo>
                  <a:lnTo>
                    <a:pt x="5527099" y="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22" y="3"/>
                  </a:lnTo>
                  <a:lnTo>
                    <a:pt x="6531019" y="29"/>
                  </a:lnTo>
                  <a:lnTo>
                    <a:pt x="6550020" y="100"/>
                  </a:lnTo>
                  <a:lnTo>
                    <a:pt x="6584238" y="239"/>
                  </a:lnTo>
                  <a:lnTo>
                    <a:pt x="6635745" y="470"/>
                  </a:lnTo>
                  <a:lnTo>
                    <a:pt x="6704809" y="811"/>
                  </a:lnTo>
                  <a:lnTo>
                    <a:pt x="6789960" y="1277"/>
                  </a:lnTo>
                  <a:lnTo>
                    <a:pt x="6888307" y="1875"/>
                  </a:lnTo>
                  <a:lnTo>
                    <a:pt x="6996068" y="2610"/>
                  </a:lnTo>
                  <a:lnTo>
                    <a:pt x="7109167" y="3479"/>
                  </a:lnTo>
                  <a:lnTo>
                    <a:pt x="7223767" y="4481"/>
                  </a:lnTo>
                  <a:lnTo>
                    <a:pt x="7336631" y="5614"/>
                  </a:lnTo>
                  <a:lnTo>
                    <a:pt x="7445314" y="6875"/>
                  </a:lnTo>
                  <a:lnTo>
                    <a:pt x="7548176" y="8269"/>
                  </a:lnTo>
                  <a:lnTo>
                    <a:pt x="7644301" y="9801"/>
                  </a:lnTo>
                  <a:lnTo>
                    <a:pt x="7733363" y="11482"/>
                  </a:lnTo>
                  <a:lnTo>
                    <a:pt x="7815473" y="13327"/>
                  </a:lnTo>
                  <a:lnTo>
                    <a:pt x="7891051" y="15355"/>
                  </a:lnTo>
                  <a:lnTo>
                    <a:pt x="7960710" y="17588"/>
                  </a:lnTo>
                  <a:lnTo>
                    <a:pt x="8025176" y="20051"/>
                  </a:lnTo>
                  <a:lnTo>
                    <a:pt x="8085226" y="22771"/>
                  </a:lnTo>
                  <a:lnTo>
                    <a:pt x="8141634" y="25770"/>
                  </a:lnTo>
                  <a:lnTo>
                    <a:pt x="8195136" y="29067"/>
                  </a:lnTo>
                  <a:lnTo>
                    <a:pt x="8229629" y="31443"/>
                  </a:lnTo>
                  <a:lnTo>
                    <a:pt x="8291093" y="36175"/>
                  </a:lnTo>
                  <a:lnTo>
                    <a:pt x="8350644" y="41381"/>
                  </a:lnTo>
                  <a:lnTo>
                    <a:pt x="8408992" y="47068"/>
                  </a:lnTo>
                  <a:lnTo>
                    <a:pt x="8466661" y="53228"/>
                  </a:lnTo>
                  <a:lnTo>
                    <a:pt x="8524019" y="59835"/>
                  </a:lnTo>
                  <a:lnTo>
                    <a:pt x="8581309" y="66845"/>
                  </a:lnTo>
                  <a:lnTo>
                    <a:pt x="8638666" y="74194"/>
                  </a:lnTo>
                  <a:lnTo>
                    <a:pt x="8696138" y="81803"/>
                  </a:lnTo>
                  <a:lnTo>
                    <a:pt x="8753711" y="89579"/>
                  </a:lnTo>
                  <a:lnTo>
                    <a:pt x="8811327" y="97419"/>
                  </a:lnTo>
                  <a:lnTo>
                    <a:pt x="8868915" y="105217"/>
                  </a:lnTo>
                  <a:lnTo>
                    <a:pt x="8926411" y="112870"/>
                  </a:lnTo>
                  <a:lnTo>
                    <a:pt x="8983791" y="120282"/>
                  </a:lnTo>
                  <a:lnTo>
                    <a:pt x="9041087" y="127370"/>
                  </a:lnTo>
                  <a:lnTo>
                    <a:pt x="9098415" y="134066"/>
                  </a:lnTo>
                  <a:lnTo>
                    <a:pt x="9155991" y="140324"/>
                  </a:lnTo>
                  <a:lnTo>
                    <a:pt x="9214157" y="146113"/>
                  </a:lnTo>
                  <a:lnTo>
                    <a:pt x="9273400" y="151421"/>
                  </a:lnTo>
                  <a:lnTo>
                    <a:pt x="9334387" y="156252"/>
                  </a:lnTo>
                  <a:lnTo>
                    <a:pt x="9347647" y="157219"/>
                  </a:lnTo>
                  <a:lnTo>
                    <a:pt x="9399579" y="160720"/>
                  </a:lnTo>
                  <a:lnTo>
                    <a:pt x="9453966" y="163918"/>
                  </a:lnTo>
                  <a:lnTo>
                    <a:pt x="9511495" y="166822"/>
                  </a:lnTo>
                  <a:lnTo>
                    <a:pt x="9572921" y="169453"/>
                  </a:lnTo>
                  <a:lnTo>
                    <a:pt x="9639022" y="171837"/>
                  </a:lnTo>
                  <a:lnTo>
                    <a:pt x="9710565" y="174000"/>
                  </a:lnTo>
                  <a:lnTo>
                    <a:pt x="9788245" y="175965"/>
                  </a:lnTo>
                  <a:lnTo>
                    <a:pt x="9872624" y="177754"/>
                  </a:lnTo>
                  <a:lnTo>
                    <a:pt x="9964031" y="179384"/>
                  </a:lnTo>
                  <a:lnTo>
                    <a:pt x="10062449" y="180869"/>
                  </a:lnTo>
                  <a:lnTo>
                    <a:pt x="10167373" y="182219"/>
                  </a:lnTo>
                  <a:lnTo>
                    <a:pt x="10277661" y="183437"/>
                  </a:lnTo>
                  <a:lnTo>
                    <a:pt x="10391411" y="184527"/>
                  </a:lnTo>
                  <a:lnTo>
                    <a:pt x="10505907" y="185485"/>
                  </a:lnTo>
                  <a:lnTo>
                    <a:pt x="10617686" y="186310"/>
                  </a:lnTo>
                  <a:lnTo>
                    <a:pt x="10722778" y="187000"/>
                  </a:lnTo>
                  <a:lnTo>
                    <a:pt x="10817142" y="187553"/>
                  </a:lnTo>
                  <a:lnTo>
                    <a:pt x="10897225" y="187977"/>
                  </a:lnTo>
                  <a:lnTo>
                    <a:pt x="10960557" y="188279"/>
                  </a:lnTo>
                  <a:lnTo>
                    <a:pt x="11006219" y="188478"/>
                  </a:lnTo>
                  <a:lnTo>
                    <a:pt x="11035083" y="188592"/>
                  </a:lnTo>
                  <a:lnTo>
                    <a:pt x="11049789" y="188645"/>
                  </a:lnTo>
                  <a:lnTo>
                    <a:pt x="11054545" y="188661"/>
                  </a:lnTo>
                  <a:lnTo>
                    <a:pt x="11054891" y="188662"/>
                  </a:lnTo>
                  <a:lnTo>
                    <a:pt x="12049831" y="188662"/>
                  </a:lnTo>
                  <a:lnTo>
                    <a:pt x="12049831" y="1886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2" name="pl2161"/>
            <p:cNvSpPr/>
            <p:nvPr/>
          </p:nvSpPr>
          <p:spPr>
            <a:xfrm>
              <a:off x="1199187" y="6325280"/>
              <a:ext cx="12049831" cy="199144"/>
            </a:xfrm>
            <a:custGeom>
              <a:avLst/>
              <a:pathLst>
                <a:path w="12049831" h="199144">
                  <a:moveTo>
                    <a:pt x="12049831" y="188662"/>
                  </a:moveTo>
                  <a:lnTo>
                    <a:pt x="11054891" y="188662"/>
                  </a:lnTo>
                  <a:lnTo>
                    <a:pt x="11053755" y="188659"/>
                  </a:lnTo>
                  <a:lnTo>
                    <a:pt x="11046257" y="188633"/>
                  </a:lnTo>
                  <a:lnTo>
                    <a:pt x="11027257" y="188562"/>
                  </a:lnTo>
                  <a:lnTo>
                    <a:pt x="10993038" y="188422"/>
                  </a:lnTo>
                  <a:lnTo>
                    <a:pt x="10941532" y="188192"/>
                  </a:lnTo>
                  <a:lnTo>
                    <a:pt x="10872467" y="187850"/>
                  </a:lnTo>
                  <a:lnTo>
                    <a:pt x="10787317" y="187385"/>
                  </a:lnTo>
                  <a:lnTo>
                    <a:pt x="10688970" y="186787"/>
                  </a:lnTo>
                  <a:lnTo>
                    <a:pt x="10581209" y="186052"/>
                  </a:lnTo>
                  <a:lnTo>
                    <a:pt x="10468109" y="185183"/>
                  </a:lnTo>
                  <a:lnTo>
                    <a:pt x="10353510" y="184180"/>
                  </a:lnTo>
                  <a:lnTo>
                    <a:pt x="10240645" y="183048"/>
                  </a:lnTo>
                  <a:lnTo>
                    <a:pt x="10131962" y="181787"/>
                  </a:lnTo>
                  <a:lnTo>
                    <a:pt x="10029101" y="180393"/>
                  </a:lnTo>
                  <a:lnTo>
                    <a:pt x="9932975" y="178861"/>
                  </a:lnTo>
                  <a:lnTo>
                    <a:pt x="9843914" y="177180"/>
                  </a:lnTo>
                  <a:lnTo>
                    <a:pt x="9761803" y="175335"/>
                  </a:lnTo>
                  <a:lnTo>
                    <a:pt x="9686226" y="173307"/>
                  </a:lnTo>
                  <a:lnTo>
                    <a:pt x="9616567" y="171074"/>
                  </a:lnTo>
                  <a:lnTo>
                    <a:pt x="9552100" y="168610"/>
                  </a:lnTo>
                  <a:lnTo>
                    <a:pt x="9492051" y="165891"/>
                  </a:lnTo>
                  <a:lnTo>
                    <a:pt x="9435643" y="162892"/>
                  </a:lnTo>
                  <a:lnTo>
                    <a:pt x="9382140" y="159594"/>
                  </a:lnTo>
                  <a:lnTo>
                    <a:pt x="9347647" y="157219"/>
                  </a:lnTo>
                  <a:lnTo>
                    <a:pt x="9286183" y="152487"/>
                  </a:lnTo>
                  <a:lnTo>
                    <a:pt x="9226633" y="147281"/>
                  </a:lnTo>
                  <a:lnTo>
                    <a:pt x="9168284" y="141594"/>
                  </a:lnTo>
                  <a:lnTo>
                    <a:pt x="9110616" y="135434"/>
                  </a:lnTo>
                  <a:lnTo>
                    <a:pt x="9053257" y="128827"/>
                  </a:lnTo>
                  <a:lnTo>
                    <a:pt x="8995967" y="121817"/>
                  </a:lnTo>
                  <a:lnTo>
                    <a:pt x="8938611" y="114468"/>
                  </a:lnTo>
                  <a:lnTo>
                    <a:pt x="8881138" y="106859"/>
                  </a:lnTo>
                  <a:lnTo>
                    <a:pt x="8823566" y="99083"/>
                  </a:lnTo>
                  <a:lnTo>
                    <a:pt x="8765949" y="91243"/>
                  </a:lnTo>
                  <a:lnTo>
                    <a:pt x="8708362" y="83444"/>
                  </a:lnTo>
                  <a:lnTo>
                    <a:pt x="8650865" y="75792"/>
                  </a:lnTo>
                  <a:lnTo>
                    <a:pt x="8593485" y="68380"/>
                  </a:lnTo>
                  <a:lnTo>
                    <a:pt x="8536189" y="61292"/>
                  </a:lnTo>
                  <a:lnTo>
                    <a:pt x="8478862" y="54595"/>
                  </a:lnTo>
                  <a:lnTo>
                    <a:pt x="8421285" y="48338"/>
                  </a:lnTo>
                  <a:lnTo>
                    <a:pt x="8363119" y="42549"/>
                  </a:lnTo>
                  <a:lnTo>
                    <a:pt x="8303877" y="37241"/>
                  </a:lnTo>
                  <a:lnTo>
                    <a:pt x="8242890" y="32410"/>
                  </a:lnTo>
                  <a:lnTo>
                    <a:pt x="8229629" y="31443"/>
                  </a:lnTo>
                  <a:lnTo>
                    <a:pt x="8177698" y="27942"/>
                  </a:lnTo>
                  <a:lnTo>
                    <a:pt x="8123311" y="24744"/>
                  </a:lnTo>
                  <a:lnTo>
                    <a:pt x="8065781" y="21840"/>
                  </a:lnTo>
                  <a:lnTo>
                    <a:pt x="8004356" y="19209"/>
                  </a:lnTo>
                  <a:lnTo>
                    <a:pt x="7938254" y="16824"/>
                  </a:lnTo>
                  <a:lnTo>
                    <a:pt x="7866712" y="14662"/>
                  </a:lnTo>
                  <a:lnTo>
                    <a:pt x="7789031" y="12697"/>
                  </a:lnTo>
                  <a:lnTo>
                    <a:pt x="7704652" y="10908"/>
                  </a:lnTo>
                  <a:lnTo>
                    <a:pt x="7613245" y="9278"/>
                  </a:lnTo>
                  <a:lnTo>
                    <a:pt x="7514827" y="7792"/>
                  </a:lnTo>
                  <a:lnTo>
                    <a:pt x="7409904" y="6443"/>
                  </a:lnTo>
                  <a:lnTo>
                    <a:pt x="7299616" y="5224"/>
                  </a:lnTo>
                  <a:lnTo>
                    <a:pt x="7185865" y="4135"/>
                  </a:lnTo>
                  <a:lnTo>
                    <a:pt x="7071369" y="3176"/>
                  </a:lnTo>
                  <a:lnTo>
                    <a:pt x="6959591" y="2351"/>
                  </a:lnTo>
                  <a:lnTo>
                    <a:pt x="6854499" y="1662"/>
                  </a:lnTo>
                  <a:lnTo>
                    <a:pt x="6760135" y="1108"/>
                  </a:lnTo>
                  <a:lnTo>
                    <a:pt x="6680052" y="685"/>
                  </a:lnTo>
                  <a:lnTo>
                    <a:pt x="6616720" y="382"/>
                  </a:lnTo>
                  <a:lnTo>
                    <a:pt x="6571058" y="184"/>
                  </a:lnTo>
                  <a:lnTo>
                    <a:pt x="6542193" y="70"/>
                  </a:lnTo>
                  <a:lnTo>
                    <a:pt x="6527488" y="16"/>
                  </a:lnTo>
                  <a:lnTo>
                    <a:pt x="6522731" y="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09" y="3"/>
                  </a:lnTo>
                  <a:lnTo>
                    <a:pt x="5518812" y="30"/>
                  </a:lnTo>
                  <a:lnTo>
                    <a:pt x="5499812" y="105"/>
                  </a:lnTo>
                  <a:lnTo>
                    <a:pt x="5465594" y="253"/>
                  </a:lnTo>
                  <a:lnTo>
                    <a:pt x="5414089" y="496"/>
                  </a:lnTo>
                  <a:lnTo>
                    <a:pt x="5345026" y="857"/>
                  </a:lnTo>
                  <a:lnTo>
                    <a:pt x="5259877" y="1348"/>
                  </a:lnTo>
                  <a:lnTo>
                    <a:pt x="5161532" y="1979"/>
                  </a:lnTo>
                  <a:lnTo>
                    <a:pt x="5053773" y="2755"/>
                  </a:lnTo>
                  <a:lnTo>
                    <a:pt x="4940674" y="3672"/>
                  </a:lnTo>
                  <a:lnTo>
                    <a:pt x="4826076" y="4730"/>
                  </a:lnTo>
                  <a:lnTo>
                    <a:pt x="4713212" y="5925"/>
                  </a:lnTo>
                  <a:lnTo>
                    <a:pt x="4604530" y="7257"/>
                  </a:lnTo>
                  <a:lnTo>
                    <a:pt x="4501669" y="8728"/>
                  </a:lnTo>
                  <a:lnTo>
                    <a:pt x="4405543" y="10345"/>
                  </a:lnTo>
                  <a:lnTo>
                    <a:pt x="4316481" y="12120"/>
                  </a:lnTo>
                  <a:lnTo>
                    <a:pt x="4234371" y="14067"/>
                  </a:lnTo>
                  <a:lnTo>
                    <a:pt x="4158793" y="16208"/>
                  </a:lnTo>
                  <a:lnTo>
                    <a:pt x="4089133" y="18565"/>
                  </a:lnTo>
                  <a:lnTo>
                    <a:pt x="4024666" y="21165"/>
                  </a:lnTo>
                  <a:lnTo>
                    <a:pt x="3964617" y="24035"/>
                  </a:lnTo>
                  <a:lnTo>
                    <a:pt x="3908209" y="27201"/>
                  </a:lnTo>
                  <a:lnTo>
                    <a:pt x="3854706" y="30682"/>
                  </a:lnTo>
                  <a:lnTo>
                    <a:pt x="3820202" y="33190"/>
                  </a:lnTo>
                  <a:lnTo>
                    <a:pt x="3758759" y="38183"/>
                  </a:lnTo>
                  <a:lnTo>
                    <a:pt x="3699229" y="43676"/>
                  </a:lnTo>
                  <a:lnTo>
                    <a:pt x="3640901" y="49676"/>
                  </a:lnTo>
                  <a:lnTo>
                    <a:pt x="3583252" y="56176"/>
                  </a:lnTo>
                  <a:lnTo>
                    <a:pt x="3525914" y="63146"/>
                  </a:lnTo>
                  <a:lnTo>
                    <a:pt x="3468644" y="70542"/>
                  </a:lnTo>
                  <a:lnTo>
                    <a:pt x="3411308" y="78296"/>
                  </a:lnTo>
                  <a:lnTo>
                    <a:pt x="3353856" y="86325"/>
                  </a:lnTo>
                  <a:lnTo>
                    <a:pt x="3296305" y="94529"/>
                  </a:lnTo>
                  <a:lnTo>
                    <a:pt x="3238709" y="102802"/>
                  </a:lnTo>
                  <a:lnTo>
                    <a:pt x="3181142" y="111031"/>
                  </a:lnTo>
                  <a:lnTo>
                    <a:pt x="3123665" y="119107"/>
                  </a:lnTo>
                  <a:lnTo>
                    <a:pt x="3066305" y="126929"/>
                  </a:lnTo>
                  <a:lnTo>
                    <a:pt x="3009029" y="134409"/>
                  </a:lnTo>
                  <a:lnTo>
                    <a:pt x="2951723" y="141478"/>
                  </a:lnTo>
                  <a:lnTo>
                    <a:pt x="2894169" y="148084"/>
                  </a:lnTo>
                  <a:lnTo>
                    <a:pt x="2836029" y="154195"/>
                  </a:lnTo>
                  <a:lnTo>
                    <a:pt x="2776816" y="159799"/>
                  </a:lnTo>
                  <a:lnTo>
                    <a:pt x="2715865" y="164900"/>
                  </a:lnTo>
                  <a:lnTo>
                    <a:pt x="2702183" y="165953"/>
                  </a:lnTo>
                  <a:lnTo>
                    <a:pt x="2650253" y="169649"/>
                  </a:lnTo>
                  <a:lnTo>
                    <a:pt x="2595866" y="173024"/>
                  </a:lnTo>
                  <a:lnTo>
                    <a:pt x="2538337" y="176089"/>
                  </a:lnTo>
                  <a:lnTo>
                    <a:pt x="2476912" y="178867"/>
                  </a:lnTo>
                  <a:lnTo>
                    <a:pt x="2410812" y="181384"/>
                  </a:lnTo>
                  <a:lnTo>
                    <a:pt x="2339270" y="183667"/>
                  </a:lnTo>
                  <a:lnTo>
                    <a:pt x="2261591" y="185741"/>
                  </a:lnTo>
                  <a:lnTo>
                    <a:pt x="2177214" y="187629"/>
                  </a:lnTo>
                  <a:lnTo>
                    <a:pt x="2085808" y="189350"/>
                  </a:lnTo>
                  <a:lnTo>
                    <a:pt x="1987391" y="190918"/>
                  </a:lnTo>
                  <a:lnTo>
                    <a:pt x="1882469" y="192342"/>
                  </a:lnTo>
                  <a:lnTo>
                    <a:pt x="1772183" y="193628"/>
                  </a:lnTo>
                  <a:lnTo>
                    <a:pt x="1658434" y="194778"/>
                  </a:lnTo>
                  <a:lnTo>
                    <a:pt x="1543939" y="195790"/>
                  </a:lnTo>
                  <a:lnTo>
                    <a:pt x="1432161" y="196661"/>
                  </a:lnTo>
                  <a:lnTo>
                    <a:pt x="1327068" y="197388"/>
                  </a:lnTo>
                  <a:lnTo>
                    <a:pt x="1232703" y="197973"/>
                  </a:lnTo>
                  <a:lnTo>
                    <a:pt x="1152618" y="198420"/>
                  </a:lnTo>
                  <a:lnTo>
                    <a:pt x="1089284" y="198739"/>
                  </a:lnTo>
                  <a:lnTo>
                    <a:pt x="1043619" y="198949"/>
                  </a:lnTo>
                  <a:lnTo>
                    <a:pt x="1014752" y="199069"/>
                  </a:lnTo>
                  <a:lnTo>
                    <a:pt x="1000044" y="199126"/>
                  </a:lnTo>
                  <a:lnTo>
                    <a:pt x="995286" y="199142"/>
                  </a:lnTo>
                  <a:lnTo>
                    <a:pt x="994940" y="199144"/>
                  </a:lnTo>
                  <a:lnTo>
                    <a:pt x="0" y="199144"/>
                  </a:lnTo>
                  <a:lnTo>
                    <a:pt x="0" y="1991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3" name="pg2162"/>
            <p:cNvSpPr/>
            <p:nvPr/>
          </p:nvSpPr>
          <p:spPr>
            <a:xfrm>
              <a:off x="1199187" y="3233306"/>
              <a:ext cx="12049831" cy="3301599"/>
            </a:xfrm>
            <a:custGeom>
              <a:avLst/>
              <a:pathLst>
                <a:path w="12049831" h="3301599">
                  <a:moveTo>
                    <a:pt x="0" y="3301599"/>
                  </a:moveTo>
                  <a:lnTo>
                    <a:pt x="994940" y="3301599"/>
                  </a:lnTo>
                  <a:lnTo>
                    <a:pt x="996076" y="3301597"/>
                  </a:lnTo>
                  <a:lnTo>
                    <a:pt x="1003575" y="3301582"/>
                  </a:lnTo>
                  <a:lnTo>
                    <a:pt x="1022578" y="3301541"/>
                  </a:lnTo>
                  <a:lnTo>
                    <a:pt x="1056802" y="3301459"/>
                  </a:lnTo>
                  <a:lnTo>
                    <a:pt x="1108316" y="3301324"/>
                  </a:lnTo>
                  <a:lnTo>
                    <a:pt x="1177390" y="3301125"/>
                  </a:lnTo>
                  <a:lnTo>
                    <a:pt x="1262550" y="3300854"/>
                  </a:lnTo>
                  <a:lnTo>
                    <a:pt x="1360907" y="3300505"/>
                  </a:lnTo>
                  <a:lnTo>
                    <a:pt x="1468678" y="3300076"/>
                  </a:lnTo>
                  <a:lnTo>
                    <a:pt x="1581786" y="3299569"/>
                  </a:lnTo>
                  <a:lnTo>
                    <a:pt x="1696391" y="3298984"/>
                  </a:lnTo>
                  <a:lnTo>
                    <a:pt x="1809260" y="3298324"/>
                  </a:lnTo>
                  <a:lnTo>
                    <a:pt x="1917945" y="3297588"/>
                  </a:lnTo>
                  <a:lnTo>
                    <a:pt x="2020808" y="3296775"/>
                  </a:lnTo>
                  <a:lnTo>
                    <a:pt x="2116933" y="3295881"/>
                  </a:lnTo>
                  <a:lnTo>
                    <a:pt x="2205993" y="3294900"/>
                  </a:lnTo>
                  <a:lnTo>
                    <a:pt x="2288102" y="3293824"/>
                  </a:lnTo>
                  <a:lnTo>
                    <a:pt x="2363678" y="3292640"/>
                  </a:lnTo>
                  <a:lnTo>
                    <a:pt x="2433335" y="3291337"/>
                  </a:lnTo>
                  <a:lnTo>
                    <a:pt x="2497800" y="3289900"/>
                  </a:lnTo>
                  <a:lnTo>
                    <a:pt x="2557848" y="3288314"/>
                  </a:lnTo>
                  <a:lnTo>
                    <a:pt x="2614255" y="3286564"/>
                  </a:lnTo>
                  <a:lnTo>
                    <a:pt x="2667758" y="3284640"/>
                  </a:lnTo>
                  <a:lnTo>
                    <a:pt x="2702183" y="3283257"/>
                  </a:lnTo>
                  <a:lnTo>
                    <a:pt x="2763773" y="3280490"/>
                  </a:lnTo>
                  <a:lnTo>
                    <a:pt x="2823442" y="3277447"/>
                  </a:lnTo>
                  <a:lnTo>
                    <a:pt x="2881906" y="3274121"/>
                  </a:lnTo>
                  <a:lnTo>
                    <a:pt x="2939691" y="3270518"/>
                  </a:lnTo>
                  <a:lnTo>
                    <a:pt x="2997167" y="3266654"/>
                  </a:lnTo>
                  <a:lnTo>
                    <a:pt x="3054576" y="3262554"/>
                  </a:lnTo>
                  <a:lnTo>
                    <a:pt x="3112053" y="3258256"/>
                  </a:lnTo>
                  <a:lnTo>
                    <a:pt x="3169646" y="3253806"/>
                  </a:lnTo>
                  <a:lnTo>
                    <a:pt x="3227339" y="3249259"/>
                  </a:lnTo>
                  <a:lnTo>
                    <a:pt x="3285075" y="3244676"/>
                  </a:lnTo>
                  <a:lnTo>
                    <a:pt x="3342781" y="3240119"/>
                  </a:lnTo>
                  <a:lnTo>
                    <a:pt x="3400394" y="3235648"/>
                  </a:lnTo>
                  <a:lnTo>
                    <a:pt x="3457890" y="3231320"/>
                  </a:lnTo>
                  <a:lnTo>
                    <a:pt x="3515303" y="3227183"/>
                  </a:lnTo>
                  <a:lnTo>
                    <a:pt x="3572753" y="3223276"/>
                  </a:lnTo>
                  <a:lnTo>
                    <a:pt x="3630462" y="3219627"/>
                  </a:lnTo>
                  <a:lnTo>
                    <a:pt x="3688776" y="3216252"/>
                  </a:lnTo>
                  <a:lnTo>
                    <a:pt x="3748193" y="3213160"/>
                  </a:lnTo>
                  <a:lnTo>
                    <a:pt x="3809389" y="3210346"/>
                  </a:lnTo>
                  <a:lnTo>
                    <a:pt x="3820202" y="3209888"/>
                  </a:lnTo>
                  <a:lnTo>
                    <a:pt x="3872136" y="3207845"/>
                  </a:lnTo>
                  <a:lnTo>
                    <a:pt x="3926526" y="3205980"/>
                  </a:lnTo>
                  <a:lnTo>
                    <a:pt x="3984060" y="3204286"/>
                  </a:lnTo>
                  <a:lnTo>
                    <a:pt x="4045489" y="3202751"/>
                  </a:lnTo>
                  <a:lnTo>
                    <a:pt x="4111596" y="3201360"/>
                  </a:lnTo>
                  <a:lnTo>
                    <a:pt x="4183144" y="3200098"/>
                  </a:lnTo>
                  <a:lnTo>
                    <a:pt x="4260831" y="3198952"/>
                  </a:lnTo>
                  <a:lnTo>
                    <a:pt x="4345218" y="3197908"/>
                  </a:lnTo>
                  <a:lnTo>
                    <a:pt x="4436633" y="3196957"/>
                  </a:lnTo>
                  <a:lnTo>
                    <a:pt x="4535060" y="3196091"/>
                  </a:lnTo>
                  <a:lnTo>
                    <a:pt x="4639993" y="3195304"/>
                  </a:lnTo>
                  <a:lnTo>
                    <a:pt x="4750290" y="3194593"/>
                  </a:lnTo>
                  <a:lnTo>
                    <a:pt x="4864049" y="3193958"/>
                  </a:lnTo>
                  <a:lnTo>
                    <a:pt x="4978551" y="3193398"/>
                  </a:lnTo>
                  <a:lnTo>
                    <a:pt x="5090331" y="3192917"/>
                  </a:lnTo>
                  <a:lnTo>
                    <a:pt x="5195422" y="3192515"/>
                  </a:lnTo>
                  <a:lnTo>
                    <a:pt x="5289779" y="3192192"/>
                  </a:lnTo>
                  <a:lnTo>
                    <a:pt x="5369852" y="3191945"/>
                  </a:lnTo>
                  <a:lnTo>
                    <a:pt x="5433169" y="3191769"/>
                  </a:lnTo>
                  <a:lnTo>
                    <a:pt x="5478815" y="3191653"/>
                  </a:lnTo>
                  <a:lnTo>
                    <a:pt x="5507662" y="3191587"/>
                  </a:lnTo>
                  <a:lnTo>
                    <a:pt x="5522354" y="3191556"/>
                  </a:lnTo>
                  <a:lnTo>
                    <a:pt x="5527101" y="3191546"/>
                  </a:lnTo>
                  <a:lnTo>
                    <a:pt x="5527445" y="3191546"/>
                  </a:lnTo>
                  <a:lnTo>
                    <a:pt x="6522385" y="3191546"/>
                  </a:lnTo>
                  <a:lnTo>
                    <a:pt x="6523447" y="3191489"/>
                  </a:lnTo>
                  <a:lnTo>
                    <a:pt x="6530463" y="3191085"/>
                  </a:lnTo>
                  <a:lnTo>
                    <a:pt x="6548273" y="3189968"/>
                  </a:lnTo>
                  <a:lnTo>
                    <a:pt x="6580429" y="3187767"/>
                  </a:lnTo>
                  <a:lnTo>
                    <a:pt x="6628992" y="3184127"/>
                  </a:lnTo>
                  <a:lnTo>
                    <a:pt x="6694388" y="3178739"/>
                  </a:lnTo>
                  <a:lnTo>
                    <a:pt x="6775433" y="3171370"/>
                  </a:lnTo>
                  <a:lnTo>
                    <a:pt x="6869595" y="3161874"/>
                  </a:lnTo>
                  <a:lnTo>
                    <a:pt x="6973444" y="3150188"/>
                  </a:lnTo>
                  <a:lnTo>
                    <a:pt x="7083184" y="3136315"/>
                  </a:lnTo>
                  <a:lnTo>
                    <a:pt x="7195147" y="3120293"/>
                  </a:lnTo>
                  <a:lnTo>
                    <a:pt x="7306157" y="3102165"/>
                  </a:lnTo>
                  <a:lnTo>
                    <a:pt x="7413730" y="3081951"/>
                  </a:lnTo>
                  <a:lnTo>
                    <a:pt x="7516126" y="3059627"/>
                  </a:lnTo>
                  <a:lnTo>
                    <a:pt x="7612298" y="3035110"/>
                  </a:lnTo>
                  <a:lnTo>
                    <a:pt x="7701774" y="3008256"/>
                  </a:lnTo>
                  <a:lnTo>
                    <a:pt x="7784531" y="2978853"/>
                  </a:lnTo>
                  <a:lnTo>
                    <a:pt x="7860866" y="2946625"/>
                  </a:lnTo>
                  <a:lnTo>
                    <a:pt x="7931291" y="2911241"/>
                  </a:lnTo>
                  <a:lnTo>
                    <a:pt x="7996449" y="2872323"/>
                  </a:lnTo>
                  <a:lnTo>
                    <a:pt x="8057049" y="2829466"/>
                  </a:lnTo>
                  <a:lnTo>
                    <a:pt x="8113819" y="2782271"/>
                  </a:lnTo>
                  <a:lnTo>
                    <a:pt x="8167471" y="2730393"/>
                  </a:lnTo>
                  <a:lnTo>
                    <a:pt x="8218658" y="2673622"/>
                  </a:lnTo>
                  <a:lnTo>
                    <a:pt x="8229629" y="2660495"/>
                  </a:lnTo>
                  <a:lnTo>
                    <a:pt x="8271954" y="2606635"/>
                  </a:lnTo>
                  <a:lnTo>
                    <a:pt x="8313261" y="2549060"/>
                  </a:lnTo>
                  <a:lnTo>
                    <a:pt x="8353810" y="2487694"/>
                  </a:lnTo>
                  <a:lnTo>
                    <a:pt x="8393814" y="2422514"/>
                  </a:lnTo>
                  <a:lnTo>
                    <a:pt x="8433447" y="2353554"/>
                  </a:lnTo>
                  <a:lnTo>
                    <a:pt x="8472845" y="2280913"/>
                  </a:lnTo>
                  <a:lnTo>
                    <a:pt x="8512116" y="2204759"/>
                  </a:lnTo>
                  <a:lnTo>
                    <a:pt x="8551337" y="2125326"/>
                  </a:lnTo>
                  <a:lnTo>
                    <a:pt x="8590565" y="2042919"/>
                  </a:lnTo>
                  <a:lnTo>
                    <a:pt x="8629831" y="1957912"/>
                  </a:lnTo>
                  <a:lnTo>
                    <a:pt x="8669152" y="1870736"/>
                  </a:lnTo>
                  <a:lnTo>
                    <a:pt x="8708527" y="1781879"/>
                  </a:lnTo>
                  <a:lnTo>
                    <a:pt x="8747946" y="1691869"/>
                  </a:lnTo>
                  <a:lnTo>
                    <a:pt x="8787389" y="1601267"/>
                  </a:lnTo>
                  <a:lnTo>
                    <a:pt x="8826832" y="1510646"/>
                  </a:lnTo>
                  <a:lnTo>
                    <a:pt x="8866253" y="1420582"/>
                  </a:lnTo>
                  <a:lnTo>
                    <a:pt x="8905631" y="1331636"/>
                  </a:lnTo>
                  <a:lnTo>
                    <a:pt x="8944956" y="1244338"/>
                  </a:lnTo>
                  <a:lnTo>
                    <a:pt x="8984225" y="1159180"/>
                  </a:lnTo>
                  <a:lnTo>
                    <a:pt x="9023454" y="1076597"/>
                  </a:lnTo>
                  <a:lnTo>
                    <a:pt x="9062675" y="996966"/>
                  </a:lnTo>
                  <a:lnTo>
                    <a:pt x="9101940" y="920596"/>
                  </a:lnTo>
                  <a:lnTo>
                    <a:pt x="9141328" y="847727"/>
                  </a:lnTo>
                  <a:lnTo>
                    <a:pt x="9180942" y="778530"/>
                  </a:lnTo>
                  <a:lnTo>
                    <a:pt x="9220918" y="713108"/>
                  </a:lnTo>
                  <a:lnTo>
                    <a:pt x="9261426" y="651501"/>
                  </a:lnTo>
                  <a:lnTo>
                    <a:pt x="9302678" y="593687"/>
                  </a:lnTo>
                  <a:lnTo>
                    <a:pt x="9344929" y="539596"/>
                  </a:lnTo>
                  <a:lnTo>
                    <a:pt x="9347647" y="536291"/>
                  </a:lnTo>
                  <a:lnTo>
                    <a:pt x="9398373" y="478440"/>
                  </a:lnTo>
                  <a:lnTo>
                    <a:pt x="9451429" y="425499"/>
                  </a:lnTo>
                  <a:lnTo>
                    <a:pt x="9507455" y="377301"/>
                  </a:lnTo>
                  <a:lnTo>
                    <a:pt x="9567151" y="333524"/>
                  </a:lnTo>
                  <a:lnTo>
                    <a:pt x="9631246" y="293776"/>
                  </a:lnTo>
                  <a:lnTo>
                    <a:pt x="9700456" y="257650"/>
                  </a:lnTo>
                  <a:lnTo>
                    <a:pt x="9775443" y="224759"/>
                  </a:lnTo>
                  <a:lnTo>
                    <a:pt x="9856755" y="194761"/>
                  </a:lnTo>
                  <a:lnTo>
                    <a:pt x="9944745" y="167367"/>
                  </a:lnTo>
                  <a:lnTo>
                    <a:pt x="10039468" y="142352"/>
                  </a:lnTo>
                  <a:lnTo>
                    <a:pt x="10140565" y="119556"/>
                  </a:lnTo>
                  <a:lnTo>
                    <a:pt x="10247124" y="98882"/>
                  </a:lnTo>
                  <a:lnTo>
                    <a:pt x="10357566" y="80295"/>
                  </a:lnTo>
                  <a:lnTo>
                    <a:pt x="10469570" y="63807"/>
                  </a:lnTo>
                  <a:lnTo>
                    <a:pt x="10580100" y="49458"/>
                  </a:lnTo>
                  <a:lnTo>
                    <a:pt x="10685571" y="37290"/>
                  </a:lnTo>
                  <a:lnTo>
                    <a:pt x="10782176" y="27316"/>
                  </a:lnTo>
                  <a:lnTo>
                    <a:pt x="10866358" y="19489"/>
                  </a:lnTo>
                  <a:lnTo>
                    <a:pt x="10935345" y="13684"/>
                  </a:lnTo>
                  <a:lnTo>
                    <a:pt x="10987627" y="9683"/>
                  </a:lnTo>
                  <a:lnTo>
                    <a:pt x="11023266" y="7195"/>
                  </a:lnTo>
                  <a:lnTo>
                    <a:pt x="11043972" y="5872"/>
                  </a:lnTo>
                  <a:lnTo>
                    <a:pt x="11052986" y="5343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29" y="56"/>
                  </a:lnTo>
                  <a:lnTo>
                    <a:pt x="11046814" y="460"/>
                  </a:lnTo>
                  <a:lnTo>
                    <a:pt x="11029003" y="1577"/>
                  </a:lnTo>
                  <a:lnTo>
                    <a:pt x="10996848" y="3778"/>
                  </a:lnTo>
                  <a:lnTo>
                    <a:pt x="10948284" y="7419"/>
                  </a:lnTo>
                  <a:lnTo>
                    <a:pt x="10882888" y="12806"/>
                  </a:lnTo>
                  <a:lnTo>
                    <a:pt x="10801844" y="20175"/>
                  </a:lnTo>
                  <a:lnTo>
                    <a:pt x="10707682" y="29671"/>
                  </a:lnTo>
                  <a:lnTo>
                    <a:pt x="10603833" y="41357"/>
                  </a:lnTo>
                  <a:lnTo>
                    <a:pt x="10494092" y="55230"/>
                  </a:lnTo>
                  <a:lnTo>
                    <a:pt x="10382129" y="71252"/>
                  </a:lnTo>
                  <a:lnTo>
                    <a:pt x="10271119" y="89380"/>
                  </a:lnTo>
                  <a:lnTo>
                    <a:pt x="10163547" y="109594"/>
                  </a:lnTo>
                  <a:lnTo>
                    <a:pt x="10061150" y="131918"/>
                  </a:lnTo>
                  <a:lnTo>
                    <a:pt x="9964979" y="156435"/>
                  </a:lnTo>
                  <a:lnTo>
                    <a:pt x="9875503" y="183289"/>
                  </a:lnTo>
                  <a:lnTo>
                    <a:pt x="9792745" y="212692"/>
                  </a:lnTo>
                  <a:lnTo>
                    <a:pt x="9716410" y="244920"/>
                  </a:lnTo>
                  <a:lnTo>
                    <a:pt x="9645985" y="280304"/>
                  </a:lnTo>
                  <a:lnTo>
                    <a:pt x="9580827" y="319222"/>
                  </a:lnTo>
                  <a:lnTo>
                    <a:pt x="9520228" y="362079"/>
                  </a:lnTo>
                  <a:lnTo>
                    <a:pt x="9463457" y="409274"/>
                  </a:lnTo>
                  <a:lnTo>
                    <a:pt x="9409806" y="461152"/>
                  </a:lnTo>
                  <a:lnTo>
                    <a:pt x="9358618" y="517923"/>
                  </a:lnTo>
                  <a:lnTo>
                    <a:pt x="9347647" y="531050"/>
                  </a:lnTo>
                  <a:lnTo>
                    <a:pt x="9305322" y="584910"/>
                  </a:lnTo>
                  <a:lnTo>
                    <a:pt x="9264016" y="642485"/>
                  </a:lnTo>
                  <a:lnTo>
                    <a:pt x="9223467" y="703851"/>
                  </a:lnTo>
                  <a:lnTo>
                    <a:pt x="9183462" y="769031"/>
                  </a:lnTo>
                  <a:lnTo>
                    <a:pt x="9143830" y="837991"/>
                  </a:lnTo>
                  <a:lnTo>
                    <a:pt x="9104431" y="910632"/>
                  </a:lnTo>
                  <a:lnTo>
                    <a:pt x="9065161" y="986786"/>
                  </a:lnTo>
                  <a:lnTo>
                    <a:pt x="9025939" y="1066219"/>
                  </a:lnTo>
                  <a:lnTo>
                    <a:pt x="8986712" y="1148626"/>
                  </a:lnTo>
                  <a:lnTo>
                    <a:pt x="8947445" y="1233633"/>
                  </a:lnTo>
                  <a:lnTo>
                    <a:pt x="8908125" y="1320809"/>
                  </a:lnTo>
                  <a:lnTo>
                    <a:pt x="8868749" y="1409666"/>
                  </a:lnTo>
                  <a:lnTo>
                    <a:pt x="8829331" y="1499676"/>
                  </a:lnTo>
                  <a:lnTo>
                    <a:pt x="8789888" y="1590279"/>
                  </a:lnTo>
                  <a:lnTo>
                    <a:pt x="8750445" y="1680899"/>
                  </a:lnTo>
                  <a:lnTo>
                    <a:pt x="8711024" y="1770963"/>
                  </a:lnTo>
                  <a:lnTo>
                    <a:pt x="8671645" y="1859910"/>
                  </a:lnTo>
                  <a:lnTo>
                    <a:pt x="8632321" y="1947207"/>
                  </a:lnTo>
                  <a:lnTo>
                    <a:pt x="8593051" y="2032365"/>
                  </a:lnTo>
                  <a:lnTo>
                    <a:pt x="8553822" y="2114948"/>
                  </a:lnTo>
                  <a:lnTo>
                    <a:pt x="8514602" y="2194580"/>
                  </a:lnTo>
                  <a:lnTo>
                    <a:pt x="8475336" y="2270950"/>
                  </a:lnTo>
                  <a:lnTo>
                    <a:pt x="8435949" y="2343818"/>
                  </a:lnTo>
                  <a:lnTo>
                    <a:pt x="8396335" y="2413015"/>
                  </a:lnTo>
                  <a:lnTo>
                    <a:pt x="8356359" y="2478437"/>
                  </a:lnTo>
                  <a:lnTo>
                    <a:pt x="8315850" y="2540045"/>
                  </a:lnTo>
                  <a:lnTo>
                    <a:pt x="8274599" y="2597858"/>
                  </a:lnTo>
                  <a:lnTo>
                    <a:pt x="8232347" y="2651950"/>
                  </a:lnTo>
                  <a:lnTo>
                    <a:pt x="8229629" y="2655254"/>
                  </a:lnTo>
                  <a:lnTo>
                    <a:pt x="8178904" y="2713105"/>
                  </a:lnTo>
                  <a:lnTo>
                    <a:pt x="8125847" y="2766047"/>
                  </a:lnTo>
                  <a:lnTo>
                    <a:pt x="8069821" y="2814244"/>
                  </a:lnTo>
                  <a:lnTo>
                    <a:pt x="8010125" y="2858021"/>
                  </a:lnTo>
                  <a:lnTo>
                    <a:pt x="7946031" y="2897769"/>
                  </a:lnTo>
                  <a:lnTo>
                    <a:pt x="7876821" y="2933896"/>
                  </a:lnTo>
                  <a:lnTo>
                    <a:pt x="7801833" y="2966786"/>
                  </a:lnTo>
                  <a:lnTo>
                    <a:pt x="7720521" y="2996784"/>
                  </a:lnTo>
                  <a:lnTo>
                    <a:pt x="7632532" y="3024178"/>
                  </a:lnTo>
                  <a:lnTo>
                    <a:pt x="7537808" y="3049193"/>
                  </a:lnTo>
                  <a:lnTo>
                    <a:pt x="7436711" y="3071990"/>
                  </a:lnTo>
                  <a:lnTo>
                    <a:pt x="7330152" y="3092663"/>
                  </a:lnTo>
                  <a:lnTo>
                    <a:pt x="7219710" y="3111250"/>
                  </a:lnTo>
                  <a:lnTo>
                    <a:pt x="7107707" y="3127738"/>
                  </a:lnTo>
                  <a:lnTo>
                    <a:pt x="6997176" y="3142087"/>
                  </a:lnTo>
                  <a:lnTo>
                    <a:pt x="6891705" y="3154255"/>
                  </a:lnTo>
                  <a:lnTo>
                    <a:pt x="6795101" y="3164229"/>
                  </a:lnTo>
                  <a:lnTo>
                    <a:pt x="6710918" y="3172056"/>
                  </a:lnTo>
                  <a:lnTo>
                    <a:pt x="6641931" y="3177862"/>
                  </a:lnTo>
                  <a:lnTo>
                    <a:pt x="6589649" y="3181862"/>
                  </a:lnTo>
                  <a:lnTo>
                    <a:pt x="6554010" y="3184350"/>
                  </a:lnTo>
                  <a:lnTo>
                    <a:pt x="6533305" y="3185673"/>
                  </a:lnTo>
                  <a:lnTo>
                    <a:pt x="6524290" y="3186202"/>
                  </a:lnTo>
                  <a:lnTo>
                    <a:pt x="6522385" y="3186305"/>
                  </a:lnTo>
                  <a:lnTo>
                    <a:pt x="5527445" y="3186305"/>
                  </a:lnTo>
                  <a:lnTo>
                    <a:pt x="5526309" y="3186307"/>
                  </a:lnTo>
                  <a:lnTo>
                    <a:pt x="5518810" y="3186322"/>
                  </a:lnTo>
                  <a:lnTo>
                    <a:pt x="5499807" y="3186363"/>
                  </a:lnTo>
                  <a:lnTo>
                    <a:pt x="5465583" y="3186445"/>
                  </a:lnTo>
                  <a:lnTo>
                    <a:pt x="5414069" y="3186580"/>
                  </a:lnTo>
                  <a:lnTo>
                    <a:pt x="5344995" y="3186779"/>
                  </a:lnTo>
                  <a:lnTo>
                    <a:pt x="5259835" y="3187050"/>
                  </a:lnTo>
                  <a:lnTo>
                    <a:pt x="5161478" y="3187399"/>
                  </a:lnTo>
                  <a:lnTo>
                    <a:pt x="5053707" y="3187828"/>
                  </a:lnTo>
                  <a:lnTo>
                    <a:pt x="4940599" y="3188335"/>
                  </a:lnTo>
                  <a:lnTo>
                    <a:pt x="4825994" y="3188920"/>
                  </a:lnTo>
                  <a:lnTo>
                    <a:pt x="4713125" y="3189580"/>
                  </a:lnTo>
                  <a:lnTo>
                    <a:pt x="4604440" y="3190316"/>
                  </a:lnTo>
                  <a:lnTo>
                    <a:pt x="4501577" y="3191129"/>
                  </a:lnTo>
                  <a:lnTo>
                    <a:pt x="4405452" y="3192023"/>
                  </a:lnTo>
                  <a:lnTo>
                    <a:pt x="4316392" y="3193004"/>
                  </a:lnTo>
                  <a:lnTo>
                    <a:pt x="4234283" y="3194081"/>
                  </a:lnTo>
                  <a:lnTo>
                    <a:pt x="4158707" y="3195264"/>
                  </a:lnTo>
                  <a:lnTo>
                    <a:pt x="4089050" y="3196567"/>
                  </a:lnTo>
                  <a:lnTo>
                    <a:pt x="4024585" y="3198004"/>
                  </a:lnTo>
                  <a:lnTo>
                    <a:pt x="3964537" y="3199590"/>
                  </a:lnTo>
                  <a:lnTo>
                    <a:pt x="3908130" y="3201340"/>
                  </a:lnTo>
                  <a:lnTo>
                    <a:pt x="3854627" y="3203264"/>
                  </a:lnTo>
                  <a:lnTo>
                    <a:pt x="3820202" y="3204647"/>
                  </a:lnTo>
                  <a:lnTo>
                    <a:pt x="3758612" y="3207414"/>
                  </a:lnTo>
                  <a:lnTo>
                    <a:pt x="3698943" y="3210457"/>
                  </a:lnTo>
                  <a:lnTo>
                    <a:pt x="3640479" y="3213783"/>
                  </a:lnTo>
                  <a:lnTo>
                    <a:pt x="3582694" y="3217386"/>
                  </a:lnTo>
                  <a:lnTo>
                    <a:pt x="3525218" y="3221250"/>
                  </a:lnTo>
                  <a:lnTo>
                    <a:pt x="3467809" y="3225350"/>
                  </a:lnTo>
                  <a:lnTo>
                    <a:pt x="3410332" y="3229648"/>
                  </a:lnTo>
                  <a:lnTo>
                    <a:pt x="3352739" y="3234098"/>
                  </a:lnTo>
                  <a:lnTo>
                    <a:pt x="3295046" y="3238645"/>
                  </a:lnTo>
                  <a:lnTo>
                    <a:pt x="3237310" y="3243228"/>
                  </a:lnTo>
                  <a:lnTo>
                    <a:pt x="3179604" y="3247785"/>
                  </a:lnTo>
                  <a:lnTo>
                    <a:pt x="3121991" y="3252256"/>
                  </a:lnTo>
                  <a:lnTo>
                    <a:pt x="3064495" y="3256584"/>
                  </a:lnTo>
                  <a:lnTo>
                    <a:pt x="3007082" y="3260721"/>
                  </a:lnTo>
                  <a:lnTo>
                    <a:pt x="2949632" y="3264628"/>
                  </a:lnTo>
                  <a:lnTo>
                    <a:pt x="2891923" y="3268277"/>
                  </a:lnTo>
                  <a:lnTo>
                    <a:pt x="2833609" y="3271652"/>
                  </a:lnTo>
                  <a:lnTo>
                    <a:pt x="2774192" y="3274744"/>
                  </a:lnTo>
                  <a:lnTo>
                    <a:pt x="2712996" y="3277558"/>
                  </a:lnTo>
                  <a:lnTo>
                    <a:pt x="2702183" y="3278016"/>
                  </a:lnTo>
                  <a:lnTo>
                    <a:pt x="2650249" y="3280059"/>
                  </a:lnTo>
                  <a:lnTo>
                    <a:pt x="2595859" y="3281924"/>
                  </a:lnTo>
                  <a:lnTo>
                    <a:pt x="2538325" y="3283618"/>
                  </a:lnTo>
                  <a:lnTo>
                    <a:pt x="2476896" y="3285153"/>
                  </a:lnTo>
                  <a:lnTo>
                    <a:pt x="2410789" y="3286544"/>
                  </a:lnTo>
                  <a:lnTo>
                    <a:pt x="2339241" y="3287806"/>
                  </a:lnTo>
                  <a:lnTo>
                    <a:pt x="2261554" y="3288952"/>
                  </a:lnTo>
                  <a:lnTo>
                    <a:pt x="2177167" y="3289996"/>
                  </a:lnTo>
                  <a:lnTo>
                    <a:pt x="2085752" y="3290947"/>
                  </a:lnTo>
                  <a:lnTo>
                    <a:pt x="1987325" y="3291813"/>
                  </a:lnTo>
                  <a:lnTo>
                    <a:pt x="1882392" y="3292600"/>
                  </a:lnTo>
                  <a:lnTo>
                    <a:pt x="1772095" y="3293311"/>
                  </a:lnTo>
                  <a:lnTo>
                    <a:pt x="1658336" y="3293946"/>
                  </a:lnTo>
                  <a:lnTo>
                    <a:pt x="1543834" y="3294506"/>
                  </a:lnTo>
                  <a:lnTo>
                    <a:pt x="1432054" y="3294987"/>
                  </a:lnTo>
                  <a:lnTo>
                    <a:pt x="1326963" y="3295389"/>
                  </a:lnTo>
                  <a:lnTo>
                    <a:pt x="1232606" y="3295712"/>
                  </a:lnTo>
                  <a:lnTo>
                    <a:pt x="1152533" y="3295959"/>
                  </a:lnTo>
                  <a:lnTo>
                    <a:pt x="1089216" y="3296135"/>
                  </a:lnTo>
                  <a:lnTo>
                    <a:pt x="1043570" y="3296251"/>
                  </a:lnTo>
                  <a:lnTo>
                    <a:pt x="1014723" y="3296317"/>
                  </a:lnTo>
                  <a:lnTo>
                    <a:pt x="1000031" y="3296348"/>
                  </a:lnTo>
                  <a:lnTo>
                    <a:pt x="995284" y="3296358"/>
                  </a:lnTo>
                  <a:lnTo>
                    <a:pt x="994940" y="3296358"/>
                  </a:lnTo>
                  <a:lnTo>
                    <a:pt x="0" y="3296358"/>
                  </a:lnTo>
                  <a:close/>
                </a:path>
              </a:pathLst>
            </a:custGeom>
            <a:solidFill>
              <a:srgbClr val="5D4037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64" name="pl2163"/>
            <p:cNvSpPr/>
            <p:nvPr/>
          </p:nvSpPr>
          <p:spPr>
            <a:xfrm>
              <a:off x="1199187" y="3238547"/>
              <a:ext cx="12049831" cy="3296358"/>
            </a:xfrm>
            <a:custGeom>
              <a:avLst/>
              <a:pathLst>
                <a:path w="12049831" h="3296358">
                  <a:moveTo>
                    <a:pt x="0" y="3296358"/>
                  </a:moveTo>
                  <a:lnTo>
                    <a:pt x="994940" y="3296358"/>
                  </a:lnTo>
                  <a:lnTo>
                    <a:pt x="996076" y="3296356"/>
                  </a:lnTo>
                  <a:lnTo>
                    <a:pt x="1003575" y="3296341"/>
                  </a:lnTo>
                  <a:lnTo>
                    <a:pt x="1022578" y="3296300"/>
                  </a:lnTo>
                  <a:lnTo>
                    <a:pt x="1056802" y="3296218"/>
                  </a:lnTo>
                  <a:lnTo>
                    <a:pt x="1108316" y="3296084"/>
                  </a:lnTo>
                  <a:lnTo>
                    <a:pt x="1177390" y="3295885"/>
                  </a:lnTo>
                  <a:lnTo>
                    <a:pt x="1262550" y="3295613"/>
                  </a:lnTo>
                  <a:lnTo>
                    <a:pt x="1360907" y="3295264"/>
                  </a:lnTo>
                  <a:lnTo>
                    <a:pt x="1468678" y="3294836"/>
                  </a:lnTo>
                  <a:lnTo>
                    <a:pt x="1581786" y="3294328"/>
                  </a:lnTo>
                  <a:lnTo>
                    <a:pt x="1696391" y="3293744"/>
                  </a:lnTo>
                  <a:lnTo>
                    <a:pt x="1809260" y="3293083"/>
                  </a:lnTo>
                  <a:lnTo>
                    <a:pt x="1917945" y="3292347"/>
                  </a:lnTo>
                  <a:lnTo>
                    <a:pt x="2020808" y="3291534"/>
                  </a:lnTo>
                  <a:lnTo>
                    <a:pt x="2116933" y="3290640"/>
                  </a:lnTo>
                  <a:lnTo>
                    <a:pt x="2205993" y="3289659"/>
                  </a:lnTo>
                  <a:lnTo>
                    <a:pt x="2288102" y="3288583"/>
                  </a:lnTo>
                  <a:lnTo>
                    <a:pt x="2363678" y="3287400"/>
                  </a:lnTo>
                  <a:lnTo>
                    <a:pt x="2433335" y="3286097"/>
                  </a:lnTo>
                  <a:lnTo>
                    <a:pt x="2497800" y="3284660"/>
                  </a:lnTo>
                  <a:lnTo>
                    <a:pt x="2557848" y="3283073"/>
                  </a:lnTo>
                  <a:lnTo>
                    <a:pt x="2614255" y="3281323"/>
                  </a:lnTo>
                  <a:lnTo>
                    <a:pt x="2667758" y="3279399"/>
                  </a:lnTo>
                  <a:lnTo>
                    <a:pt x="2702183" y="3278016"/>
                  </a:lnTo>
                  <a:lnTo>
                    <a:pt x="2763773" y="3275250"/>
                  </a:lnTo>
                  <a:lnTo>
                    <a:pt x="2823442" y="3272206"/>
                  </a:lnTo>
                  <a:lnTo>
                    <a:pt x="2881906" y="3268880"/>
                  </a:lnTo>
                  <a:lnTo>
                    <a:pt x="2939691" y="3265277"/>
                  </a:lnTo>
                  <a:lnTo>
                    <a:pt x="2997167" y="3261413"/>
                  </a:lnTo>
                  <a:lnTo>
                    <a:pt x="3054576" y="3257313"/>
                  </a:lnTo>
                  <a:lnTo>
                    <a:pt x="3112053" y="3253015"/>
                  </a:lnTo>
                  <a:lnTo>
                    <a:pt x="3169646" y="3248565"/>
                  </a:lnTo>
                  <a:lnTo>
                    <a:pt x="3227339" y="3244019"/>
                  </a:lnTo>
                  <a:lnTo>
                    <a:pt x="3285075" y="3239436"/>
                  </a:lnTo>
                  <a:lnTo>
                    <a:pt x="3342781" y="3234878"/>
                  </a:lnTo>
                  <a:lnTo>
                    <a:pt x="3400394" y="3230408"/>
                  </a:lnTo>
                  <a:lnTo>
                    <a:pt x="3457890" y="3226080"/>
                  </a:lnTo>
                  <a:lnTo>
                    <a:pt x="3515303" y="3221942"/>
                  </a:lnTo>
                  <a:lnTo>
                    <a:pt x="3572753" y="3218035"/>
                  </a:lnTo>
                  <a:lnTo>
                    <a:pt x="3630462" y="3214386"/>
                  </a:lnTo>
                  <a:lnTo>
                    <a:pt x="3688776" y="3211012"/>
                  </a:lnTo>
                  <a:lnTo>
                    <a:pt x="3748193" y="3207919"/>
                  </a:lnTo>
                  <a:lnTo>
                    <a:pt x="3809389" y="3205106"/>
                  </a:lnTo>
                  <a:lnTo>
                    <a:pt x="3820202" y="3204647"/>
                  </a:lnTo>
                  <a:lnTo>
                    <a:pt x="3872136" y="3202605"/>
                  </a:lnTo>
                  <a:lnTo>
                    <a:pt x="3926526" y="3200739"/>
                  </a:lnTo>
                  <a:lnTo>
                    <a:pt x="3984060" y="3199045"/>
                  </a:lnTo>
                  <a:lnTo>
                    <a:pt x="4045489" y="3197510"/>
                  </a:lnTo>
                  <a:lnTo>
                    <a:pt x="4111596" y="3196119"/>
                  </a:lnTo>
                  <a:lnTo>
                    <a:pt x="4183144" y="3194858"/>
                  </a:lnTo>
                  <a:lnTo>
                    <a:pt x="4260831" y="3193711"/>
                  </a:lnTo>
                  <a:lnTo>
                    <a:pt x="4345218" y="3192668"/>
                  </a:lnTo>
                  <a:lnTo>
                    <a:pt x="4436633" y="3191717"/>
                  </a:lnTo>
                  <a:lnTo>
                    <a:pt x="4535060" y="3190850"/>
                  </a:lnTo>
                  <a:lnTo>
                    <a:pt x="4639993" y="3190063"/>
                  </a:lnTo>
                  <a:lnTo>
                    <a:pt x="4750290" y="3189352"/>
                  </a:lnTo>
                  <a:lnTo>
                    <a:pt x="4864049" y="3188717"/>
                  </a:lnTo>
                  <a:lnTo>
                    <a:pt x="4978551" y="3188158"/>
                  </a:lnTo>
                  <a:lnTo>
                    <a:pt x="5090331" y="3187677"/>
                  </a:lnTo>
                  <a:lnTo>
                    <a:pt x="5195422" y="3187275"/>
                  </a:lnTo>
                  <a:lnTo>
                    <a:pt x="5289779" y="3186952"/>
                  </a:lnTo>
                  <a:lnTo>
                    <a:pt x="5369852" y="3186705"/>
                  </a:lnTo>
                  <a:lnTo>
                    <a:pt x="5433169" y="3186528"/>
                  </a:lnTo>
                  <a:lnTo>
                    <a:pt x="5478815" y="3186413"/>
                  </a:lnTo>
                  <a:lnTo>
                    <a:pt x="5507662" y="3186346"/>
                  </a:lnTo>
                  <a:lnTo>
                    <a:pt x="5522354" y="3186315"/>
                  </a:lnTo>
                  <a:lnTo>
                    <a:pt x="5527101" y="3186306"/>
                  </a:lnTo>
                  <a:lnTo>
                    <a:pt x="5527445" y="3186305"/>
                  </a:lnTo>
                  <a:lnTo>
                    <a:pt x="6522385" y="3186305"/>
                  </a:lnTo>
                  <a:lnTo>
                    <a:pt x="6523447" y="3186248"/>
                  </a:lnTo>
                  <a:lnTo>
                    <a:pt x="6530463" y="3185844"/>
                  </a:lnTo>
                  <a:lnTo>
                    <a:pt x="6548273" y="3184728"/>
                  </a:lnTo>
                  <a:lnTo>
                    <a:pt x="6580429" y="3182527"/>
                  </a:lnTo>
                  <a:lnTo>
                    <a:pt x="6628992" y="3178886"/>
                  </a:lnTo>
                  <a:lnTo>
                    <a:pt x="6694388" y="3173498"/>
                  </a:lnTo>
                  <a:lnTo>
                    <a:pt x="6775433" y="3166129"/>
                  </a:lnTo>
                  <a:lnTo>
                    <a:pt x="6869595" y="3156633"/>
                  </a:lnTo>
                  <a:lnTo>
                    <a:pt x="6973444" y="3144948"/>
                  </a:lnTo>
                  <a:lnTo>
                    <a:pt x="7083184" y="3131074"/>
                  </a:lnTo>
                  <a:lnTo>
                    <a:pt x="7195147" y="3115052"/>
                  </a:lnTo>
                  <a:lnTo>
                    <a:pt x="7306157" y="3096924"/>
                  </a:lnTo>
                  <a:lnTo>
                    <a:pt x="7413730" y="3076710"/>
                  </a:lnTo>
                  <a:lnTo>
                    <a:pt x="7516126" y="3054386"/>
                  </a:lnTo>
                  <a:lnTo>
                    <a:pt x="7612298" y="3029870"/>
                  </a:lnTo>
                  <a:lnTo>
                    <a:pt x="7701774" y="3003016"/>
                  </a:lnTo>
                  <a:lnTo>
                    <a:pt x="7784531" y="2973612"/>
                  </a:lnTo>
                  <a:lnTo>
                    <a:pt x="7860866" y="2941385"/>
                  </a:lnTo>
                  <a:lnTo>
                    <a:pt x="7931291" y="2906001"/>
                  </a:lnTo>
                  <a:lnTo>
                    <a:pt x="7996449" y="2867083"/>
                  </a:lnTo>
                  <a:lnTo>
                    <a:pt x="8057049" y="2824226"/>
                  </a:lnTo>
                  <a:lnTo>
                    <a:pt x="8113819" y="2777030"/>
                  </a:lnTo>
                  <a:lnTo>
                    <a:pt x="8167471" y="2725152"/>
                  </a:lnTo>
                  <a:lnTo>
                    <a:pt x="8218658" y="2668382"/>
                  </a:lnTo>
                  <a:lnTo>
                    <a:pt x="8229629" y="2655254"/>
                  </a:lnTo>
                  <a:lnTo>
                    <a:pt x="8271954" y="2601395"/>
                  </a:lnTo>
                  <a:lnTo>
                    <a:pt x="8313261" y="2543820"/>
                  </a:lnTo>
                  <a:lnTo>
                    <a:pt x="8353810" y="2482454"/>
                  </a:lnTo>
                  <a:lnTo>
                    <a:pt x="8393814" y="2417273"/>
                  </a:lnTo>
                  <a:lnTo>
                    <a:pt x="8433447" y="2348313"/>
                  </a:lnTo>
                  <a:lnTo>
                    <a:pt x="8472845" y="2275673"/>
                  </a:lnTo>
                  <a:lnTo>
                    <a:pt x="8512116" y="2199518"/>
                  </a:lnTo>
                  <a:lnTo>
                    <a:pt x="8551337" y="2120085"/>
                  </a:lnTo>
                  <a:lnTo>
                    <a:pt x="8590565" y="2037679"/>
                  </a:lnTo>
                  <a:lnTo>
                    <a:pt x="8629831" y="1952671"/>
                  </a:lnTo>
                  <a:lnTo>
                    <a:pt x="8669152" y="1865495"/>
                  </a:lnTo>
                  <a:lnTo>
                    <a:pt x="8708527" y="1776638"/>
                  </a:lnTo>
                  <a:lnTo>
                    <a:pt x="8747946" y="1686629"/>
                  </a:lnTo>
                  <a:lnTo>
                    <a:pt x="8787389" y="1596026"/>
                  </a:lnTo>
                  <a:lnTo>
                    <a:pt x="8826832" y="1505405"/>
                  </a:lnTo>
                  <a:lnTo>
                    <a:pt x="8866253" y="1415341"/>
                  </a:lnTo>
                  <a:lnTo>
                    <a:pt x="8905631" y="1326395"/>
                  </a:lnTo>
                  <a:lnTo>
                    <a:pt x="8944956" y="1239098"/>
                  </a:lnTo>
                  <a:lnTo>
                    <a:pt x="8984225" y="1153939"/>
                  </a:lnTo>
                  <a:lnTo>
                    <a:pt x="9023454" y="1071356"/>
                  </a:lnTo>
                  <a:lnTo>
                    <a:pt x="9062675" y="991725"/>
                  </a:lnTo>
                  <a:lnTo>
                    <a:pt x="9101940" y="915355"/>
                  </a:lnTo>
                  <a:lnTo>
                    <a:pt x="9141328" y="842486"/>
                  </a:lnTo>
                  <a:lnTo>
                    <a:pt x="9180942" y="773289"/>
                  </a:lnTo>
                  <a:lnTo>
                    <a:pt x="9220918" y="707868"/>
                  </a:lnTo>
                  <a:lnTo>
                    <a:pt x="9261426" y="646260"/>
                  </a:lnTo>
                  <a:lnTo>
                    <a:pt x="9302678" y="588447"/>
                  </a:lnTo>
                  <a:lnTo>
                    <a:pt x="9344929" y="534355"/>
                  </a:lnTo>
                  <a:lnTo>
                    <a:pt x="9347647" y="531050"/>
                  </a:lnTo>
                  <a:lnTo>
                    <a:pt x="9398373" y="473199"/>
                  </a:lnTo>
                  <a:lnTo>
                    <a:pt x="9451429" y="420258"/>
                  </a:lnTo>
                  <a:lnTo>
                    <a:pt x="9507455" y="372060"/>
                  </a:lnTo>
                  <a:lnTo>
                    <a:pt x="9567151" y="328284"/>
                  </a:lnTo>
                  <a:lnTo>
                    <a:pt x="9631246" y="288536"/>
                  </a:lnTo>
                  <a:lnTo>
                    <a:pt x="9700456" y="252409"/>
                  </a:lnTo>
                  <a:lnTo>
                    <a:pt x="9775443" y="219518"/>
                  </a:lnTo>
                  <a:lnTo>
                    <a:pt x="9856755" y="189520"/>
                  </a:lnTo>
                  <a:lnTo>
                    <a:pt x="9944745" y="162127"/>
                  </a:lnTo>
                  <a:lnTo>
                    <a:pt x="10039468" y="137112"/>
                  </a:lnTo>
                  <a:lnTo>
                    <a:pt x="10140565" y="114315"/>
                  </a:lnTo>
                  <a:lnTo>
                    <a:pt x="10247124" y="93641"/>
                  </a:lnTo>
                  <a:lnTo>
                    <a:pt x="10357566" y="75055"/>
                  </a:lnTo>
                  <a:lnTo>
                    <a:pt x="10469570" y="58567"/>
                  </a:lnTo>
                  <a:lnTo>
                    <a:pt x="10580100" y="44218"/>
                  </a:lnTo>
                  <a:lnTo>
                    <a:pt x="10685571" y="32049"/>
                  </a:lnTo>
                  <a:lnTo>
                    <a:pt x="10782176" y="22075"/>
                  </a:lnTo>
                  <a:lnTo>
                    <a:pt x="10866358" y="14249"/>
                  </a:lnTo>
                  <a:lnTo>
                    <a:pt x="10935345" y="8443"/>
                  </a:lnTo>
                  <a:lnTo>
                    <a:pt x="10987627" y="4443"/>
                  </a:lnTo>
                  <a:lnTo>
                    <a:pt x="11023266" y="1955"/>
                  </a:lnTo>
                  <a:lnTo>
                    <a:pt x="11043972" y="632"/>
                  </a:lnTo>
                  <a:lnTo>
                    <a:pt x="11052986" y="103"/>
                  </a:lnTo>
                  <a:lnTo>
                    <a:pt x="11054879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5" name="pl2164"/>
            <p:cNvSpPr/>
            <p:nvPr/>
          </p:nvSpPr>
          <p:spPr>
            <a:xfrm>
              <a:off x="1199187" y="3233306"/>
              <a:ext cx="12049831" cy="3296358"/>
            </a:xfrm>
            <a:custGeom>
              <a:avLst/>
              <a:pathLst>
                <a:path w="12049831" h="3296358">
                  <a:moveTo>
                    <a:pt x="12049831" y="0"/>
                  </a:moveTo>
                  <a:lnTo>
                    <a:pt x="11054891" y="0"/>
                  </a:lnTo>
                  <a:lnTo>
                    <a:pt x="11053829" y="56"/>
                  </a:lnTo>
                  <a:lnTo>
                    <a:pt x="11046814" y="460"/>
                  </a:lnTo>
                  <a:lnTo>
                    <a:pt x="11029003" y="1577"/>
                  </a:lnTo>
                  <a:lnTo>
                    <a:pt x="10996848" y="3778"/>
                  </a:lnTo>
                  <a:lnTo>
                    <a:pt x="10948284" y="7419"/>
                  </a:lnTo>
                  <a:lnTo>
                    <a:pt x="10882888" y="12806"/>
                  </a:lnTo>
                  <a:lnTo>
                    <a:pt x="10801844" y="20175"/>
                  </a:lnTo>
                  <a:lnTo>
                    <a:pt x="10707682" y="29671"/>
                  </a:lnTo>
                  <a:lnTo>
                    <a:pt x="10603833" y="41357"/>
                  </a:lnTo>
                  <a:lnTo>
                    <a:pt x="10494092" y="55230"/>
                  </a:lnTo>
                  <a:lnTo>
                    <a:pt x="10382129" y="71252"/>
                  </a:lnTo>
                  <a:lnTo>
                    <a:pt x="10271119" y="89380"/>
                  </a:lnTo>
                  <a:lnTo>
                    <a:pt x="10163547" y="109594"/>
                  </a:lnTo>
                  <a:lnTo>
                    <a:pt x="10061150" y="131918"/>
                  </a:lnTo>
                  <a:lnTo>
                    <a:pt x="9964979" y="156435"/>
                  </a:lnTo>
                  <a:lnTo>
                    <a:pt x="9875503" y="183289"/>
                  </a:lnTo>
                  <a:lnTo>
                    <a:pt x="9792745" y="212692"/>
                  </a:lnTo>
                  <a:lnTo>
                    <a:pt x="9716410" y="244920"/>
                  </a:lnTo>
                  <a:lnTo>
                    <a:pt x="9645985" y="280304"/>
                  </a:lnTo>
                  <a:lnTo>
                    <a:pt x="9580827" y="319222"/>
                  </a:lnTo>
                  <a:lnTo>
                    <a:pt x="9520228" y="362079"/>
                  </a:lnTo>
                  <a:lnTo>
                    <a:pt x="9463457" y="409274"/>
                  </a:lnTo>
                  <a:lnTo>
                    <a:pt x="9409806" y="461152"/>
                  </a:lnTo>
                  <a:lnTo>
                    <a:pt x="9358618" y="517923"/>
                  </a:lnTo>
                  <a:lnTo>
                    <a:pt x="9347647" y="531050"/>
                  </a:lnTo>
                  <a:lnTo>
                    <a:pt x="9305322" y="584910"/>
                  </a:lnTo>
                  <a:lnTo>
                    <a:pt x="9264016" y="642485"/>
                  </a:lnTo>
                  <a:lnTo>
                    <a:pt x="9223467" y="703851"/>
                  </a:lnTo>
                  <a:lnTo>
                    <a:pt x="9183462" y="769031"/>
                  </a:lnTo>
                  <a:lnTo>
                    <a:pt x="9143830" y="837991"/>
                  </a:lnTo>
                  <a:lnTo>
                    <a:pt x="9104431" y="910632"/>
                  </a:lnTo>
                  <a:lnTo>
                    <a:pt x="9065161" y="986786"/>
                  </a:lnTo>
                  <a:lnTo>
                    <a:pt x="9025939" y="1066219"/>
                  </a:lnTo>
                  <a:lnTo>
                    <a:pt x="8986712" y="1148626"/>
                  </a:lnTo>
                  <a:lnTo>
                    <a:pt x="8947445" y="1233633"/>
                  </a:lnTo>
                  <a:lnTo>
                    <a:pt x="8908125" y="1320809"/>
                  </a:lnTo>
                  <a:lnTo>
                    <a:pt x="8868749" y="1409666"/>
                  </a:lnTo>
                  <a:lnTo>
                    <a:pt x="8829331" y="1499676"/>
                  </a:lnTo>
                  <a:lnTo>
                    <a:pt x="8789888" y="1590279"/>
                  </a:lnTo>
                  <a:lnTo>
                    <a:pt x="8750445" y="1680899"/>
                  </a:lnTo>
                  <a:lnTo>
                    <a:pt x="8711024" y="1770963"/>
                  </a:lnTo>
                  <a:lnTo>
                    <a:pt x="8671645" y="1859910"/>
                  </a:lnTo>
                  <a:lnTo>
                    <a:pt x="8632321" y="1947207"/>
                  </a:lnTo>
                  <a:lnTo>
                    <a:pt x="8593051" y="2032365"/>
                  </a:lnTo>
                  <a:lnTo>
                    <a:pt x="8553822" y="2114948"/>
                  </a:lnTo>
                  <a:lnTo>
                    <a:pt x="8514602" y="2194580"/>
                  </a:lnTo>
                  <a:lnTo>
                    <a:pt x="8475336" y="2270950"/>
                  </a:lnTo>
                  <a:lnTo>
                    <a:pt x="8435949" y="2343818"/>
                  </a:lnTo>
                  <a:lnTo>
                    <a:pt x="8396335" y="2413015"/>
                  </a:lnTo>
                  <a:lnTo>
                    <a:pt x="8356359" y="2478437"/>
                  </a:lnTo>
                  <a:lnTo>
                    <a:pt x="8315850" y="2540045"/>
                  </a:lnTo>
                  <a:lnTo>
                    <a:pt x="8274599" y="2597858"/>
                  </a:lnTo>
                  <a:lnTo>
                    <a:pt x="8232347" y="2651950"/>
                  </a:lnTo>
                  <a:lnTo>
                    <a:pt x="8229629" y="2655254"/>
                  </a:lnTo>
                  <a:lnTo>
                    <a:pt x="8178904" y="2713105"/>
                  </a:lnTo>
                  <a:lnTo>
                    <a:pt x="8125847" y="2766047"/>
                  </a:lnTo>
                  <a:lnTo>
                    <a:pt x="8069821" y="2814244"/>
                  </a:lnTo>
                  <a:lnTo>
                    <a:pt x="8010125" y="2858021"/>
                  </a:lnTo>
                  <a:lnTo>
                    <a:pt x="7946031" y="2897769"/>
                  </a:lnTo>
                  <a:lnTo>
                    <a:pt x="7876821" y="2933896"/>
                  </a:lnTo>
                  <a:lnTo>
                    <a:pt x="7801833" y="2966786"/>
                  </a:lnTo>
                  <a:lnTo>
                    <a:pt x="7720521" y="2996784"/>
                  </a:lnTo>
                  <a:lnTo>
                    <a:pt x="7632532" y="3024178"/>
                  </a:lnTo>
                  <a:lnTo>
                    <a:pt x="7537808" y="3049193"/>
                  </a:lnTo>
                  <a:lnTo>
                    <a:pt x="7436711" y="3071990"/>
                  </a:lnTo>
                  <a:lnTo>
                    <a:pt x="7330152" y="3092663"/>
                  </a:lnTo>
                  <a:lnTo>
                    <a:pt x="7219710" y="3111250"/>
                  </a:lnTo>
                  <a:lnTo>
                    <a:pt x="7107707" y="3127738"/>
                  </a:lnTo>
                  <a:lnTo>
                    <a:pt x="6997176" y="3142087"/>
                  </a:lnTo>
                  <a:lnTo>
                    <a:pt x="6891705" y="3154255"/>
                  </a:lnTo>
                  <a:lnTo>
                    <a:pt x="6795101" y="3164229"/>
                  </a:lnTo>
                  <a:lnTo>
                    <a:pt x="6710918" y="3172056"/>
                  </a:lnTo>
                  <a:lnTo>
                    <a:pt x="6641931" y="3177862"/>
                  </a:lnTo>
                  <a:lnTo>
                    <a:pt x="6589649" y="3181862"/>
                  </a:lnTo>
                  <a:lnTo>
                    <a:pt x="6554010" y="3184350"/>
                  </a:lnTo>
                  <a:lnTo>
                    <a:pt x="6533305" y="3185673"/>
                  </a:lnTo>
                  <a:lnTo>
                    <a:pt x="6524290" y="3186202"/>
                  </a:lnTo>
                  <a:lnTo>
                    <a:pt x="6522397" y="3186304"/>
                  </a:lnTo>
                  <a:lnTo>
                    <a:pt x="6522385" y="3186305"/>
                  </a:lnTo>
                  <a:lnTo>
                    <a:pt x="5527445" y="3186305"/>
                  </a:lnTo>
                  <a:lnTo>
                    <a:pt x="5526309" y="3186307"/>
                  </a:lnTo>
                  <a:lnTo>
                    <a:pt x="5518810" y="3186322"/>
                  </a:lnTo>
                  <a:lnTo>
                    <a:pt x="5499807" y="3186363"/>
                  </a:lnTo>
                  <a:lnTo>
                    <a:pt x="5465583" y="3186445"/>
                  </a:lnTo>
                  <a:lnTo>
                    <a:pt x="5414069" y="3186580"/>
                  </a:lnTo>
                  <a:lnTo>
                    <a:pt x="5344995" y="3186779"/>
                  </a:lnTo>
                  <a:lnTo>
                    <a:pt x="5259835" y="3187050"/>
                  </a:lnTo>
                  <a:lnTo>
                    <a:pt x="5161478" y="3187399"/>
                  </a:lnTo>
                  <a:lnTo>
                    <a:pt x="5053707" y="3187828"/>
                  </a:lnTo>
                  <a:lnTo>
                    <a:pt x="4940599" y="3188335"/>
                  </a:lnTo>
                  <a:lnTo>
                    <a:pt x="4825994" y="3188920"/>
                  </a:lnTo>
                  <a:lnTo>
                    <a:pt x="4713125" y="3189580"/>
                  </a:lnTo>
                  <a:lnTo>
                    <a:pt x="4604440" y="3190316"/>
                  </a:lnTo>
                  <a:lnTo>
                    <a:pt x="4501577" y="3191129"/>
                  </a:lnTo>
                  <a:lnTo>
                    <a:pt x="4405452" y="3192023"/>
                  </a:lnTo>
                  <a:lnTo>
                    <a:pt x="4316392" y="3193004"/>
                  </a:lnTo>
                  <a:lnTo>
                    <a:pt x="4234283" y="3194081"/>
                  </a:lnTo>
                  <a:lnTo>
                    <a:pt x="4158707" y="3195264"/>
                  </a:lnTo>
                  <a:lnTo>
                    <a:pt x="4089050" y="3196567"/>
                  </a:lnTo>
                  <a:lnTo>
                    <a:pt x="4024585" y="3198004"/>
                  </a:lnTo>
                  <a:lnTo>
                    <a:pt x="3964537" y="3199590"/>
                  </a:lnTo>
                  <a:lnTo>
                    <a:pt x="3908130" y="3201340"/>
                  </a:lnTo>
                  <a:lnTo>
                    <a:pt x="3854627" y="3203264"/>
                  </a:lnTo>
                  <a:lnTo>
                    <a:pt x="3820202" y="3204647"/>
                  </a:lnTo>
                  <a:lnTo>
                    <a:pt x="3758612" y="3207414"/>
                  </a:lnTo>
                  <a:lnTo>
                    <a:pt x="3698943" y="3210457"/>
                  </a:lnTo>
                  <a:lnTo>
                    <a:pt x="3640479" y="3213783"/>
                  </a:lnTo>
                  <a:lnTo>
                    <a:pt x="3582694" y="3217386"/>
                  </a:lnTo>
                  <a:lnTo>
                    <a:pt x="3525218" y="3221250"/>
                  </a:lnTo>
                  <a:lnTo>
                    <a:pt x="3467809" y="3225350"/>
                  </a:lnTo>
                  <a:lnTo>
                    <a:pt x="3410332" y="3229648"/>
                  </a:lnTo>
                  <a:lnTo>
                    <a:pt x="3352739" y="3234098"/>
                  </a:lnTo>
                  <a:lnTo>
                    <a:pt x="3295046" y="3238645"/>
                  </a:lnTo>
                  <a:lnTo>
                    <a:pt x="3237310" y="3243228"/>
                  </a:lnTo>
                  <a:lnTo>
                    <a:pt x="3179604" y="3247785"/>
                  </a:lnTo>
                  <a:lnTo>
                    <a:pt x="3121991" y="3252256"/>
                  </a:lnTo>
                  <a:lnTo>
                    <a:pt x="3064495" y="3256584"/>
                  </a:lnTo>
                  <a:lnTo>
                    <a:pt x="3007082" y="3260721"/>
                  </a:lnTo>
                  <a:lnTo>
                    <a:pt x="2949632" y="3264628"/>
                  </a:lnTo>
                  <a:lnTo>
                    <a:pt x="2891923" y="3268277"/>
                  </a:lnTo>
                  <a:lnTo>
                    <a:pt x="2833609" y="3271652"/>
                  </a:lnTo>
                  <a:lnTo>
                    <a:pt x="2774192" y="3274744"/>
                  </a:lnTo>
                  <a:lnTo>
                    <a:pt x="2712996" y="3277558"/>
                  </a:lnTo>
                  <a:lnTo>
                    <a:pt x="2702183" y="3278016"/>
                  </a:lnTo>
                  <a:lnTo>
                    <a:pt x="2650249" y="3280059"/>
                  </a:lnTo>
                  <a:lnTo>
                    <a:pt x="2595859" y="3281924"/>
                  </a:lnTo>
                  <a:lnTo>
                    <a:pt x="2538325" y="3283618"/>
                  </a:lnTo>
                  <a:lnTo>
                    <a:pt x="2476896" y="3285153"/>
                  </a:lnTo>
                  <a:lnTo>
                    <a:pt x="2410789" y="3286544"/>
                  </a:lnTo>
                  <a:lnTo>
                    <a:pt x="2339241" y="3287806"/>
                  </a:lnTo>
                  <a:lnTo>
                    <a:pt x="2261554" y="3288952"/>
                  </a:lnTo>
                  <a:lnTo>
                    <a:pt x="2177167" y="3289996"/>
                  </a:lnTo>
                  <a:lnTo>
                    <a:pt x="2085752" y="3290947"/>
                  </a:lnTo>
                  <a:lnTo>
                    <a:pt x="1987325" y="3291813"/>
                  </a:lnTo>
                  <a:lnTo>
                    <a:pt x="1882392" y="3292600"/>
                  </a:lnTo>
                  <a:lnTo>
                    <a:pt x="1772095" y="3293311"/>
                  </a:lnTo>
                  <a:lnTo>
                    <a:pt x="1658336" y="3293946"/>
                  </a:lnTo>
                  <a:lnTo>
                    <a:pt x="1543834" y="3294506"/>
                  </a:lnTo>
                  <a:lnTo>
                    <a:pt x="1432054" y="3294987"/>
                  </a:lnTo>
                  <a:lnTo>
                    <a:pt x="1326963" y="3295389"/>
                  </a:lnTo>
                  <a:lnTo>
                    <a:pt x="1232606" y="3295712"/>
                  </a:lnTo>
                  <a:lnTo>
                    <a:pt x="1152533" y="3295959"/>
                  </a:lnTo>
                  <a:lnTo>
                    <a:pt x="1089216" y="3296135"/>
                  </a:lnTo>
                  <a:lnTo>
                    <a:pt x="1043570" y="3296251"/>
                  </a:lnTo>
                  <a:lnTo>
                    <a:pt x="1014723" y="3296317"/>
                  </a:lnTo>
                  <a:lnTo>
                    <a:pt x="1000031" y="3296348"/>
                  </a:lnTo>
                  <a:lnTo>
                    <a:pt x="995284" y="3296358"/>
                  </a:lnTo>
                  <a:lnTo>
                    <a:pt x="994940" y="3296358"/>
                  </a:lnTo>
                  <a:lnTo>
                    <a:pt x="0" y="3296358"/>
                  </a:lnTo>
                  <a:lnTo>
                    <a:pt x="0" y="32963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6" name="pg2165"/>
            <p:cNvSpPr/>
            <p:nvPr/>
          </p:nvSpPr>
          <p:spPr>
            <a:xfrm>
              <a:off x="1199187" y="2950312"/>
              <a:ext cx="12049831" cy="3563631"/>
            </a:xfrm>
            <a:custGeom>
              <a:avLst/>
              <a:pathLst>
                <a:path w="12049831" h="3563631">
                  <a:moveTo>
                    <a:pt x="0" y="3563631"/>
                  </a:moveTo>
                  <a:lnTo>
                    <a:pt x="994940" y="3563631"/>
                  </a:lnTo>
                  <a:lnTo>
                    <a:pt x="996072" y="3563616"/>
                  </a:lnTo>
                  <a:lnTo>
                    <a:pt x="1003541" y="3563512"/>
                  </a:lnTo>
                  <a:lnTo>
                    <a:pt x="1022472" y="3563226"/>
                  </a:lnTo>
                  <a:lnTo>
                    <a:pt x="1056570" y="3562662"/>
                  </a:lnTo>
                  <a:lnTo>
                    <a:pt x="1107905" y="3561729"/>
                  </a:lnTo>
                  <a:lnTo>
                    <a:pt x="1176757" y="3560351"/>
                  </a:lnTo>
                  <a:lnTo>
                    <a:pt x="1261671" y="3558470"/>
                  </a:lnTo>
                  <a:lnTo>
                    <a:pt x="1359778" y="3556051"/>
                  </a:lnTo>
                  <a:lnTo>
                    <a:pt x="1467317" y="3553083"/>
                  </a:lnTo>
                  <a:lnTo>
                    <a:pt x="1580228" y="3549568"/>
                  </a:lnTo>
                  <a:lnTo>
                    <a:pt x="1694681" y="3545516"/>
                  </a:lnTo>
                  <a:lnTo>
                    <a:pt x="1807445" y="3540938"/>
                  </a:lnTo>
                  <a:lnTo>
                    <a:pt x="1916069" y="3535837"/>
                  </a:lnTo>
                  <a:lnTo>
                    <a:pt x="2018909" y="3530202"/>
                  </a:lnTo>
                  <a:lnTo>
                    <a:pt x="2115041" y="3524008"/>
                  </a:lnTo>
                  <a:lnTo>
                    <a:pt x="2204129" y="3517212"/>
                  </a:lnTo>
                  <a:lnTo>
                    <a:pt x="2286278" y="3509754"/>
                  </a:lnTo>
                  <a:lnTo>
                    <a:pt x="2361900" y="3501558"/>
                  </a:lnTo>
                  <a:lnTo>
                    <a:pt x="2431602" y="3492534"/>
                  </a:lnTo>
                  <a:lnTo>
                    <a:pt x="2496107" y="3482583"/>
                  </a:lnTo>
                  <a:lnTo>
                    <a:pt x="2556186" y="3471598"/>
                  </a:lnTo>
                  <a:lnTo>
                    <a:pt x="2612612" y="3459484"/>
                  </a:lnTo>
                  <a:lnTo>
                    <a:pt x="2666120" y="3446164"/>
                  </a:lnTo>
                  <a:lnTo>
                    <a:pt x="2702183" y="3436109"/>
                  </a:lnTo>
                  <a:lnTo>
                    <a:pt x="2761039" y="3417786"/>
                  </a:lnTo>
                  <a:lnTo>
                    <a:pt x="2818113" y="3397705"/>
                  </a:lnTo>
                  <a:lnTo>
                    <a:pt x="2874037" y="3375838"/>
                  </a:lnTo>
                  <a:lnTo>
                    <a:pt x="2929287" y="3352207"/>
                  </a:lnTo>
                  <a:lnTo>
                    <a:pt x="2984205" y="3326894"/>
                  </a:lnTo>
                  <a:lnTo>
                    <a:pt x="3039021" y="3300044"/>
                  </a:lnTo>
                  <a:lnTo>
                    <a:pt x="3093876" y="3271866"/>
                  </a:lnTo>
                  <a:lnTo>
                    <a:pt x="3148830" y="3242626"/>
                  </a:lnTo>
                  <a:lnTo>
                    <a:pt x="3203887" y="3212643"/>
                  </a:lnTo>
                  <a:lnTo>
                    <a:pt x="3259007" y="3182271"/>
                  </a:lnTo>
                  <a:lnTo>
                    <a:pt x="3314130" y="3151884"/>
                  </a:lnTo>
                  <a:lnTo>
                    <a:pt x="3369194" y="3121857"/>
                  </a:lnTo>
                  <a:lnTo>
                    <a:pt x="3424157" y="3092546"/>
                  </a:lnTo>
                  <a:lnTo>
                    <a:pt x="3479018" y="3064273"/>
                  </a:lnTo>
                  <a:lnTo>
                    <a:pt x="3533834" y="3037310"/>
                  </a:lnTo>
                  <a:lnTo>
                    <a:pt x="3588736" y="3011869"/>
                  </a:lnTo>
                  <a:lnTo>
                    <a:pt x="3643949" y="2988100"/>
                  </a:lnTo>
                  <a:lnTo>
                    <a:pt x="3699805" y="2966091"/>
                  </a:lnTo>
                  <a:lnTo>
                    <a:pt x="3756766" y="2945870"/>
                  </a:lnTo>
                  <a:lnTo>
                    <a:pt x="3815453" y="2927410"/>
                  </a:lnTo>
                  <a:lnTo>
                    <a:pt x="3820202" y="2926020"/>
                  </a:lnTo>
                  <a:lnTo>
                    <a:pt x="3872064" y="2911837"/>
                  </a:lnTo>
                  <a:lnTo>
                    <a:pt x="3926374" y="2898884"/>
                  </a:lnTo>
                  <a:lnTo>
                    <a:pt x="3983817" y="2887118"/>
                  </a:lnTo>
                  <a:lnTo>
                    <a:pt x="4045143" y="2876455"/>
                  </a:lnTo>
                  <a:lnTo>
                    <a:pt x="4111128" y="2866793"/>
                  </a:lnTo>
                  <a:lnTo>
                    <a:pt x="4182536" y="2858028"/>
                  </a:lnTo>
                  <a:lnTo>
                    <a:pt x="4260060" y="2850062"/>
                  </a:lnTo>
                  <a:lnTo>
                    <a:pt x="4344261" y="2842810"/>
                  </a:lnTo>
                  <a:lnTo>
                    <a:pt x="4435470" y="2836200"/>
                  </a:lnTo>
                  <a:lnTo>
                    <a:pt x="4533675" y="2830178"/>
                  </a:lnTo>
                  <a:lnTo>
                    <a:pt x="4638379" y="2824705"/>
                  </a:lnTo>
                  <a:lnTo>
                    <a:pt x="4748455" y="2819761"/>
                  </a:lnTo>
                  <a:lnTo>
                    <a:pt x="4862020" y="2815340"/>
                  </a:lnTo>
                  <a:lnTo>
                    <a:pt x="4976382" y="2811449"/>
                  </a:lnTo>
                  <a:lnTo>
                    <a:pt x="5088102" y="2808097"/>
                  </a:lnTo>
                  <a:lnTo>
                    <a:pt x="5193233" y="2805294"/>
                  </a:lnTo>
                  <a:lnTo>
                    <a:pt x="5287745" y="2803039"/>
                  </a:lnTo>
                  <a:lnTo>
                    <a:pt x="5368083" y="2801314"/>
                  </a:lnTo>
                  <a:lnTo>
                    <a:pt x="5431754" y="2800076"/>
                  </a:lnTo>
                  <a:lnTo>
                    <a:pt x="5477802" y="2799263"/>
                  </a:lnTo>
                  <a:lnTo>
                    <a:pt x="5507051" y="2798792"/>
                  </a:lnTo>
                  <a:lnTo>
                    <a:pt x="5522083" y="2798570"/>
                  </a:lnTo>
                  <a:lnTo>
                    <a:pt x="5527051" y="2798503"/>
                  </a:lnTo>
                  <a:lnTo>
                    <a:pt x="5527445" y="2798498"/>
                  </a:lnTo>
                  <a:lnTo>
                    <a:pt x="6522385" y="2798498"/>
                  </a:lnTo>
                  <a:lnTo>
                    <a:pt x="6523463" y="2798448"/>
                  </a:lnTo>
                  <a:lnTo>
                    <a:pt x="6530584" y="2798088"/>
                  </a:lnTo>
                  <a:lnTo>
                    <a:pt x="6548655" y="2797093"/>
                  </a:lnTo>
                  <a:lnTo>
                    <a:pt x="6581263" y="2795133"/>
                  </a:lnTo>
                  <a:lnTo>
                    <a:pt x="6630473" y="2791892"/>
                  </a:lnTo>
                  <a:lnTo>
                    <a:pt x="6696678" y="2787097"/>
                  </a:lnTo>
                  <a:lnTo>
                    <a:pt x="6778632" y="2780543"/>
                  </a:lnTo>
                  <a:lnTo>
                    <a:pt x="6873725" y="2772101"/>
                  </a:lnTo>
                  <a:lnTo>
                    <a:pt x="6978451" y="2761719"/>
                  </a:lnTo>
                  <a:lnTo>
                    <a:pt x="7088950" y="2749400"/>
                  </a:lnTo>
                  <a:lnTo>
                    <a:pt x="7201515" y="2735180"/>
                  </a:lnTo>
                  <a:lnTo>
                    <a:pt x="7312955" y="2719097"/>
                  </a:lnTo>
                  <a:lnTo>
                    <a:pt x="7420792" y="2701165"/>
                  </a:lnTo>
                  <a:lnTo>
                    <a:pt x="7523307" y="2681362"/>
                  </a:lnTo>
                  <a:lnTo>
                    <a:pt x="7619481" y="2659609"/>
                  </a:lnTo>
                  <a:lnTo>
                    <a:pt x="7708875" y="2635773"/>
                  </a:lnTo>
                  <a:lnTo>
                    <a:pt x="7791494" y="2609661"/>
                  </a:lnTo>
                  <a:lnTo>
                    <a:pt x="7867663" y="2581024"/>
                  </a:lnTo>
                  <a:lnTo>
                    <a:pt x="7937916" y="2549561"/>
                  </a:lnTo>
                  <a:lnTo>
                    <a:pt x="8002916" y="2514933"/>
                  </a:lnTo>
                  <a:lnTo>
                    <a:pt x="8063387" y="2476780"/>
                  </a:lnTo>
                  <a:lnTo>
                    <a:pt x="8120068" y="2434747"/>
                  </a:lnTo>
                  <a:lnTo>
                    <a:pt x="8173677" y="2388537"/>
                  </a:lnTo>
                  <a:lnTo>
                    <a:pt x="8224869" y="2337985"/>
                  </a:lnTo>
                  <a:lnTo>
                    <a:pt x="8229629" y="2332955"/>
                  </a:lnTo>
                  <a:lnTo>
                    <a:pt x="8274094" y="2283232"/>
                  </a:lnTo>
                  <a:lnTo>
                    <a:pt x="8317450" y="2229904"/>
                  </a:lnTo>
                  <a:lnTo>
                    <a:pt x="8359994" y="2172899"/>
                  </a:lnTo>
                  <a:lnTo>
                    <a:pt x="8401968" y="2112200"/>
                  </a:lnTo>
                  <a:lnTo>
                    <a:pt x="8443565" y="2047854"/>
                  </a:lnTo>
                  <a:lnTo>
                    <a:pt x="8484936" y="1979979"/>
                  </a:lnTo>
                  <a:lnTo>
                    <a:pt x="8526195" y="1908762"/>
                  </a:lnTo>
                  <a:lnTo>
                    <a:pt x="8567425" y="1834468"/>
                  </a:lnTo>
                  <a:lnTo>
                    <a:pt x="8608678" y="1757434"/>
                  </a:lnTo>
                  <a:lnTo>
                    <a:pt x="8649985" y="1678067"/>
                  </a:lnTo>
                  <a:lnTo>
                    <a:pt x="8691354" y="1596835"/>
                  </a:lnTo>
                  <a:lnTo>
                    <a:pt x="8732777" y="1514260"/>
                  </a:lnTo>
                  <a:lnTo>
                    <a:pt x="8774235" y="1430899"/>
                  </a:lnTo>
                  <a:lnTo>
                    <a:pt x="8815704" y="1347334"/>
                  </a:lnTo>
                  <a:lnTo>
                    <a:pt x="8857154" y="1264153"/>
                  </a:lnTo>
                  <a:lnTo>
                    <a:pt x="8898562" y="1181930"/>
                  </a:lnTo>
                  <a:lnTo>
                    <a:pt x="8939912" y="1101215"/>
                  </a:lnTo>
                  <a:lnTo>
                    <a:pt x="8981200" y="1022513"/>
                  </a:lnTo>
                  <a:lnTo>
                    <a:pt x="9022443" y="946276"/>
                  </a:lnTo>
                  <a:lnTo>
                    <a:pt x="9063674" y="872889"/>
                  </a:lnTo>
                  <a:lnTo>
                    <a:pt x="9104958" y="802668"/>
                  </a:lnTo>
                  <a:lnTo>
                    <a:pt x="9146384" y="735854"/>
                  </a:lnTo>
                  <a:lnTo>
                    <a:pt x="9188078" y="672613"/>
                  </a:lnTo>
                  <a:lnTo>
                    <a:pt x="9230204" y="613040"/>
                  </a:lnTo>
                  <a:lnTo>
                    <a:pt x="9272967" y="557162"/>
                  </a:lnTo>
                  <a:lnTo>
                    <a:pt x="9316627" y="504945"/>
                  </a:lnTo>
                  <a:lnTo>
                    <a:pt x="9347647" y="470783"/>
                  </a:lnTo>
                  <a:lnTo>
                    <a:pt x="9398641" y="419817"/>
                  </a:lnTo>
                  <a:lnTo>
                    <a:pt x="9451993" y="373200"/>
                  </a:lnTo>
                  <a:lnTo>
                    <a:pt x="9508352" y="330781"/>
                  </a:lnTo>
                  <a:lnTo>
                    <a:pt x="9568430" y="292273"/>
                  </a:lnTo>
                  <a:lnTo>
                    <a:pt x="9632968" y="257326"/>
                  </a:lnTo>
                  <a:lnTo>
                    <a:pt x="9702693" y="225578"/>
                  </a:lnTo>
                  <a:lnTo>
                    <a:pt x="9778274" y="196685"/>
                  </a:lnTo>
                  <a:lnTo>
                    <a:pt x="9860262" y="170345"/>
                  </a:lnTo>
                  <a:lnTo>
                    <a:pt x="9949005" y="146302"/>
                  </a:lnTo>
                  <a:lnTo>
                    <a:pt x="10044546" y="124358"/>
                  </a:lnTo>
                  <a:lnTo>
                    <a:pt x="10146492" y="104374"/>
                  </a:lnTo>
                  <a:lnTo>
                    <a:pt x="10253886" y="86266"/>
                  </a:lnTo>
                  <a:lnTo>
                    <a:pt x="10365078" y="70007"/>
                  </a:lnTo>
                  <a:lnTo>
                    <a:pt x="10477663" y="55609"/>
                  </a:lnTo>
                  <a:lnTo>
                    <a:pt x="10588512" y="43107"/>
                  </a:lnTo>
                  <a:lnTo>
                    <a:pt x="10693953" y="32540"/>
                  </a:lnTo>
                  <a:lnTo>
                    <a:pt x="10790123" y="23915"/>
                  </a:lnTo>
                  <a:lnTo>
                    <a:pt x="10873455" y="17185"/>
                  </a:lnTo>
                  <a:lnTo>
                    <a:pt x="10941234" y="12231"/>
                  </a:lnTo>
                  <a:lnTo>
                    <a:pt x="10992070" y="8853"/>
                  </a:lnTo>
                  <a:lnTo>
                    <a:pt x="11026192" y="6784"/>
                  </a:lnTo>
                  <a:lnTo>
                    <a:pt x="11045512" y="5713"/>
                  </a:lnTo>
                  <a:lnTo>
                    <a:pt x="11053482" y="5307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813" y="50"/>
                  </a:lnTo>
                  <a:lnTo>
                    <a:pt x="11046692" y="410"/>
                  </a:lnTo>
                  <a:lnTo>
                    <a:pt x="11028621" y="1404"/>
                  </a:lnTo>
                  <a:lnTo>
                    <a:pt x="10996013" y="3364"/>
                  </a:lnTo>
                  <a:lnTo>
                    <a:pt x="10946803" y="6605"/>
                  </a:lnTo>
                  <a:lnTo>
                    <a:pt x="10880599" y="11400"/>
                  </a:lnTo>
                  <a:lnTo>
                    <a:pt x="10798645" y="17955"/>
                  </a:lnTo>
                  <a:lnTo>
                    <a:pt x="10703551" y="26397"/>
                  </a:lnTo>
                  <a:lnTo>
                    <a:pt x="10598826" y="36779"/>
                  </a:lnTo>
                  <a:lnTo>
                    <a:pt x="10488326" y="49098"/>
                  </a:lnTo>
                  <a:lnTo>
                    <a:pt x="10375761" y="63318"/>
                  </a:lnTo>
                  <a:lnTo>
                    <a:pt x="10264322" y="79401"/>
                  </a:lnTo>
                  <a:lnTo>
                    <a:pt x="10156485" y="97332"/>
                  </a:lnTo>
                  <a:lnTo>
                    <a:pt x="10053969" y="117136"/>
                  </a:lnTo>
                  <a:lnTo>
                    <a:pt x="9957795" y="138889"/>
                  </a:lnTo>
                  <a:lnTo>
                    <a:pt x="9868402" y="162724"/>
                  </a:lnTo>
                  <a:lnTo>
                    <a:pt x="9785783" y="188836"/>
                  </a:lnTo>
                  <a:lnTo>
                    <a:pt x="9709614" y="217474"/>
                  </a:lnTo>
                  <a:lnTo>
                    <a:pt x="9639360" y="248937"/>
                  </a:lnTo>
                  <a:lnTo>
                    <a:pt x="9574360" y="283564"/>
                  </a:lnTo>
                  <a:lnTo>
                    <a:pt x="9513890" y="321718"/>
                  </a:lnTo>
                  <a:lnTo>
                    <a:pt x="9457208" y="363751"/>
                  </a:lnTo>
                  <a:lnTo>
                    <a:pt x="9403600" y="409960"/>
                  </a:lnTo>
                  <a:lnTo>
                    <a:pt x="9352408" y="460512"/>
                  </a:lnTo>
                  <a:lnTo>
                    <a:pt x="9347647" y="465542"/>
                  </a:lnTo>
                  <a:lnTo>
                    <a:pt x="9303182" y="515266"/>
                  </a:lnTo>
                  <a:lnTo>
                    <a:pt x="9259827" y="568594"/>
                  </a:lnTo>
                  <a:lnTo>
                    <a:pt x="9217283" y="625599"/>
                  </a:lnTo>
                  <a:lnTo>
                    <a:pt x="9175308" y="686298"/>
                  </a:lnTo>
                  <a:lnTo>
                    <a:pt x="9133712" y="750643"/>
                  </a:lnTo>
                  <a:lnTo>
                    <a:pt x="9092341" y="818519"/>
                  </a:lnTo>
                  <a:lnTo>
                    <a:pt x="9051081" y="889736"/>
                  </a:lnTo>
                  <a:lnTo>
                    <a:pt x="9009852" y="964030"/>
                  </a:lnTo>
                  <a:lnTo>
                    <a:pt x="8968598" y="1041064"/>
                  </a:lnTo>
                  <a:lnTo>
                    <a:pt x="8927291" y="1120431"/>
                  </a:lnTo>
                  <a:lnTo>
                    <a:pt x="8885923" y="1201662"/>
                  </a:lnTo>
                  <a:lnTo>
                    <a:pt x="8844500" y="1284238"/>
                  </a:lnTo>
                  <a:lnTo>
                    <a:pt x="8803041" y="1367598"/>
                  </a:lnTo>
                  <a:lnTo>
                    <a:pt x="8761573" y="1451163"/>
                  </a:lnTo>
                  <a:lnTo>
                    <a:pt x="8720123" y="1534345"/>
                  </a:lnTo>
                  <a:lnTo>
                    <a:pt x="8678715" y="1616567"/>
                  </a:lnTo>
                  <a:lnTo>
                    <a:pt x="8637365" y="1697283"/>
                  </a:lnTo>
                  <a:lnTo>
                    <a:pt x="8596076" y="1775984"/>
                  </a:lnTo>
                  <a:lnTo>
                    <a:pt x="8554834" y="1852222"/>
                  </a:lnTo>
                  <a:lnTo>
                    <a:pt x="8513602" y="1925608"/>
                  </a:lnTo>
                  <a:lnTo>
                    <a:pt x="8472319" y="1995830"/>
                  </a:lnTo>
                  <a:lnTo>
                    <a:pt x="8430893" y="2062644"/>
                  </a:lnTo>
                  <a:lnTo>
                    <a:pt x="8389198" y="2125885"/>
                  </a:lnTo>
                  <a:lnTo>
                    <a:pt x="8347073" y="2185458"/>
                  </a:lnTo>
                  <a:lnTo>
                    <a:pt x="8304309" y="2241336"/>
                  </a:lnTo>
                  <a:lnTo>
                    <a:pt x="8260649" y="2293552"/>
                  </a:lnTo>
                  <a:lnTo>
                    <a:pt x="8229629" y="2327714"/>
                  </a:lnTo>
                  <a:lnTo>
                    <a:pt x="8178636" y="2378680"/>
                  </a:lnTo>
                  <a:lnTo>
                    <a:pt x="8125284" y="2425298"/>
                  </a:lnTo>
                  <a:lnTo>
                    <a:pt x="8068925" y="2467717"/>
                  </a:lnTo>
                  <a:lnTo>
                    <a:pt x="8008846" y="2506224"/>
                  </a:lnTo>
                  <a:lnTo>
                    <a:pt x="7944308" y="2541171"/>
                  </a:lnTo>
                  <a:lnTo>
                    <a:pt x="7874584" y="2572920"/>
                  </a:lnTo>
                  <a:lnTo>
                    <a:pt x="7799003" y="2601812"/>
                  </a:lnTo>
                  <a:lnTo>
                    <a:pt x="7717015" y="2628153"/>
                  </a:lnTo>
                  <a:lnTo>
                    <a:pt x="7628271" y="2652195"/>
                  </a:lnTo>
                  <a:lnTo>
                    <a:pt x="7532731" y="2674139"/>
                  </a:lnTo>
                  <a:lnTo>
                    <a:pt x="7430784" y="2694124"/>
                  </a:lnTo>
                  <a:lnTo>
                    <a:pt x="7323391" y="2712231"/>
                  </a:lnTo>
                  <a:lnTo>
                    <a:pt x="7212199" y="2728491"/>
                  </a:lnTo>
                  <a:lnTo>
                    <a:pt x="7099614" y="2742889"/>
                  </a:lnTo>
                  <a:lnTo>
                    <a:pt x="6988765" y="2755390"/>
                  </a:lnTo>
                  <a:lnTo>
                    <a:pt x="6883323" y="2765957"/>
                  </a:lnTo>
                  <a:lnTo>
                    <a:pt x="6787154" y="2774583"/>
                  </a:lnTo>
                  <a:lnTo>
                    <a:pt x="6703821" y="2781312"/>
                  </a:lnTo>
                  <a:lnTo>
                    <a:pt x="6636042" y="2786267"/>
                  </a:lnTo>
                  <a:lnTo>
                    <a:pt x="6585207" y="2789645"/>
                  </a:lnTo>
                  <a:lnTo>
                    <a:pt x="6551084" y="2791713"/>
                  </a:lnTo>
                  <a:lnTo>
                    <a:pt x="6531764" y="2792785"/>
                  </a:lnTo>
                  <a:lnTo>
                    <a:pt x="6523794" y="2793191"/>
                  </a:lnTo>
                  <a:lnTo>
                    <a:pt x="6522385" y="2793257"/>
                  </a:lnTo>
                  <a:lnTo>
                    <a:pt x="5527445" y="2793257"/>
                  </a:lnTo>
                  <a:lnTo>
                    <a:pt x="5526313" y="2793272"/>
                  </a:lnTo>
                  <a:lnTo>
                    <a:pt x="5518844" y="2793376"/>
                  </a:lnTo>
                  <a:lnTo>
                    <a:pt x="5499913" y="2793662"/>
                  </a:lnTo>
                  <a:lnTo>
                    <a:pt x="5465815" y="2794227"/>
                  </a:lnTo>
                  <a:lnTo>
                    <a:pt x="5414480" y="2795159"/>
                  </a:lnTo>
                  <a:lnTo>
                    <a:pt x="5345628" y="2796538"/>
                  </a:lnTo>
                  <a:lnTo>
                    <a:pt x="5260714" y="2798419"/>
                  </a:lnTo>
                  <a:lnTo>
                    <a:pt x="5162607" y="2800837"/>
                  </a:lnTo>
                  <a:lnTo>
                    <a:pt x="5055068" y="2803805"/>
                  </a:lnTo>
                  <a:lnTo>
                    <a:pt x="4942157" y="2807320"/>
                  </a:lnTo>
                  <a:lnTo>
                    <a:pt x="4827704" y="2811372"/>
                  </a:lnTo>
                  <a:lnTo>
                    <a:pt x="4714940" y="2815950"/>
                  </a:lnTo>
                  <a:lnTo>
                    <a:pt x="4606316" y="2821051"/>
                  </a:lnTo>
                  <a:lnTo>
                    <a:pt x="4503476" y="2826686"/>
                  </a:lnTo>
                  <a:lnTo>
                    <a:pt x="4407344" y="2832880"/>
                  </a:lnTo>
                  <a:lnTo>
                    <a:pt x="4318256" y="2839676"/>
                  </a:lnTo>
                  <a:lnTo>
                    <a:pt x="4236107" y="2847134"/>
                  </a:lnTo>
                  <a:lnTo>
                    <a:pt x="4160485" y="2855330"/>
                  </a:lnTo>
                  <a:lnTo>
                    <a:pt x="4090783" y="2864354"/>
                  </a:lnTo>
                  <a:lnTo>
                    <a:pt x="4026278" y="2874306"/>
                  </a:lnTo>
                  <a:lnTo>
                    <a:pt x="3966199" y="2885290"/>
                  </a:lnTo>
                  <a:lnTo>
                    <a:pt x="3909773" y="2897405"/>
                  </a:lnTo>
                  <a:lnTo>
                    <a:pt x="3856265" y="2910725"/>
                  </a:lnTo>
                  <a:lnTo>
                    <a:pt x="3820202" y="2920780"/>
                  </a:lnTo>
                  <a:lnTo>
                    <a:pt x="3761346" y="2939102"/>
                  </a:lnTo>
                  <a:lnTo>
                    <a:pt x="3704272" y="2959183"/>
                  </a:lnTo>
                  <a:lnTo>
                    <a:pt x="3648348" y="2981050"/>
                  </a:lnTo>
                  <a:lnTo>
                    <a:pt x="3593098" y="3004682"/>
                  </a:lnTo>
                  <a:lnTo>
                    <a:pt x="3538180" y="3029995"/>
                  </a:lnTo>
                  <a:lnTo>
                    <a:pt x="3483364" y="3056844"/>
                  </a:lnTo>
                  <a:lnTo>
                    <a:pt x="3428509" y="3085023"/>
                  </a:lnTo>
                  <a:lnTo>
                    <a:pt x="3373555" y="3114262"/>
                  </a:lnTo>
                  <a:lnTo>
                    <a:pt x="3318498" y="3144245"/>
                  </a:lnTo>
                  <a:lnTo>
                    <a:pt x="3263378" y="3174617"/>
                  </a:lnTo>
                  <a:lnTo>
                    <a:pt x="3208255" y="3205004"/>
                  </a:lnTo>
                  <a:lnTo>
                    <a:pt x="3153191" y="3235032"/>
                  </a:lnTo>
                  <a:lnTo>
                    <a:pt x="3098228" y="3264342"/>
                  </a:lnTo>
                  <a:lnTo>
                    <a:pt x="3043367" y="3292615"/>
                  </a:lnTo>
                  <a:lnTo>
                    <a:pt x="2988551" y="3319578"/>
                  </a:lnTo>
                  <a:lnTo>
                    <a:pt x="2933649" y="3345019"/>
                  </a:lnTo>
                  <a:lnTo>
                    <a:pt x="2878436" y="3368788"/>
                  </a:lnTo>
                  <a:lnTo>
                    <a:pt x="2822580" y="3390797"/>
                  </a:lnTo>
                  <a:lnTo>
                    <a:pt x="2765619" y="3411018"/>
                  </a:lnTo>
                  <a:lnTo>
                    <a:pt x="2706932" y="3429478"/>
                  </a:lnTo>
                  <a:lnTo>
                    <a:pt x="2702183" y="3430868"/>
                  </a:lnTo>
                  <a:lnTo>
                    <a:pt x="2650321" y="3445051"/>
                  </a:lnTo>
                  <a:lnTo>
                    <a:pt x="2596011" y="3458004"/>
                  </a:lnTo>
                  <a:lnTo>
                    <a:pt x="2538568" y="3469770"/>
                  </a:lnTo>
                  <a:lnTo>
                    <a:pt x="2477242" y="3480433"/>
                  </a:lnTo>
                  <a:lnTo>
                    <a:pt x="2411257" y="3490096"/>
                  </a:lnTo>
                  <a:lnTo>
                    <a:pt x="2339849" y="3498861"/>
                  </a:lnTo>
                  <a:lnTo>
                    <a:pt x="2262325" y="3506826"/>
                  </a:lnTo>
                  <a:lnTo>
                    <a:pt x="2178124" y="3514078"/>
                  </a:lnTo>
                  <a:lnTo>
                    <a:pt x="2086915" y="3520688"/>
                  </a:lnTo>
                  <a:lnTo>
                    <a:pt x="1988710" y="3526710"/>
                  </a:lnTo>
                  <a:lnTo>
                    <a:pt x="1884006" y="3532183"/>
                  </a:lnTo>
                  <a:lnTo>
                    <a:pt x="1773930" y="3537127"/>
                  </a:lnTo>
                  <a:lnTo>
                    <a:pt x="1660365" y="3541548"/>
                  </a:lnTo>
                  <a:lnTo>
                    <a:pt x="1546003" y="3545440"/>
                  </a:lnTo>
                  <a:lnTo>
                    <a:pt x="1434283" y="3548791"/>
                  </a:lnTo>
                  <a:lnTo>
                    <a:pt x="1329152" y="3551594"/>
                  </a:lnTo>
                  <a:lnTo>
                    <a:pt x="1234640" y="3553849"/>
                  </a:lnTo>
                  <a:lnTo>
                    <a:pt x="1154302" y="3555574"/>
                  </a:lnTo>
                  <a:lnTo>
                    <a:pt x="1090631" y="3556812"/>
                  </a:lnTo>
                  <a:lnTo>
                    <a:pt x="1044583" y="3557625"/>
                  </a:lnTo>
                  <a:lnTo>
                    <a:pt x="1015334" y="3558096"/>
                  </a:lnTo>
                  <a:lnTo>
                    <a:pt x="1000302" y="3558318"/>
                  </a:lnTo>
                  <a:lnTo>
                    <a:pt x="995334" y="3558385"/>
                  </a:lnTo>
                  <a:lnTo>
                    <a:pt x="994940" y="3558390"/>
                  </a:lnTo>
                  <a:lnTo>
                    <a:pt x="0" y="3558390"/>
                  </a:lnTo>
                  <a:close/>
                </a:path>
              </a:pathLst>
            </a:custGeom>
            <a:solidFill>
              <a:srgbClr val="5D4037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67" name="pl2166"/>
            <p:cNvSpPr/>
            <p:nvPr/>
          </p:nvSpPr>
          <p:spPr>
            <a:xfrm>
              <a:off x="1199187" y="2955553"/>
              <a:ext cx="12049831" cy="3558390"/>
            </a:xfrm>
            <a:custGeom>
              <a:avLst/>
              <a:pathLst>
                <a:path w="12049831" h="3558390">
                  <a:moveTo>
                    <a:pt x="0" y="3558390"/>
                  </a:moveTo>
                  <a:lnTo>
                    <a:pt x="994940" y="3558390"/>
                  </a:lnTo>
                  <a:lnTo>
                    <a:pt x="996072" y="3558375"/>
                  </a:lnTo>
                  <a:lnTo>
                    <a:pt x="1003541" y="3558272"/>
                  </a:lnTo>
                  <a:lnTo>
                    <a:pt x="1022472" y="3557985"/>
                  </a:lnTo>
                  <a:lnTo>
                    <a:pt x="1056570" y="3557421"/>
                  </a:lnTo>
                  <a:lnTo>
                    <a:pt x="1107905" y="3556488"/>
                  </a:lnTo>
                  <a:lnTo>
                    <a:pt x="1176757" y="3555110"/>
                  </a:lnTo>
                  <a:lnTo>
                    <a:pt x="1261671" y="3553229"/>
                  </a:lnTo>
                  <a:lnTo>
                    <a:pt x="1359778" y="3550811"/>
                  </a:lnTo>
                  <a:lnTo>
                    <a:pt x="1467317" y="3547843"/>
                  </a:lnTo>
                  <a:lnTo>
                    <a:pt x="1580228" y="3544327"/>
                  </a:lnTo>
                  <a:lnTo>
                    <a:pt x="1694681" y="3540276"/>
                  </a:lnTo>
                  <a:lnTo>
                    <a:pt x="1807445" y="3535698"/>
                  </a:lnTo>
                  <a:lnTo>
                    <a:pt x="1916069" y="3530596"/>
                  </a:lnTo>
                  <a:lnTo>
                    <a:pt x="2018909" y="3524962"/>
                  </a:lnTo>
                  <a:lnTo>
                    <a:pt x="2115041" y="3518767"/>
                  </a:lnTo>
                  <a:lnTo>
                    <a:pt x="2204129" y="3511971"/>
                  </a:lnTo>
                  <a:lnTo>
                    <a:pt x="2286278" y="3504513"/>
                  </a:lnTo>
                  <a:lnTo>
                    <a:pt x="2361900" y="3496317"/>
                  </a:lnTo>
                  <a:lnTo>
                    <a:pt x="2431602" y="3487294"/>
                  </a:lnTo>
                  <a:lnTo>
                    <a:pt x="2496107" y="3477342"/>
                  </a:lnTo>
                  <a:lnTo>
                    <a:pt x="2556186" y="3466358"/>
                  </a:lnTo>
                  <a:lnTo>
                    <a:pt x="2612612" y="3454243"/>
                  </a:lnTo>
                  <a:lnTo>
                    <a:pt x="2666120" y="3440923"/>
                  </a:lnTo>
                  <a:lnTo>
                    <a:pt x="2702183" y="3430868"/>
                  </a:lnTo>
                  <a:lnTo>
                    <a:pt x="2761039" y="3412545"/>
                  </a:lnTo>
                  <a:lnTo>
                    <a:pt x="2818113" y="3392465"/>
                  </a:lnTo>
                  <a:lnTo>
                    <a:pt x="2874037" y="3370597"/>
                  </a:lnTo>
                  <a:lnTo>
                    <a:pt x="2929287" y="3346966"/>
                  </a:lnTo>
                  <a:lnTo>
                    <a:pt x="2984205" y="3321653"/>
                  </a:lnTo>
                  <a:lnTo>
                    <a:pt x="3039021" y="3294803"/>
                  </a:lnTo>
                  <a:lnTo>
                    <a:pt x="3093876" y="3266625"/>
                  </a:lnTo>
                  <a:lnTo>
                    <a:pt x="3148830" y="3237386"/>
                  </a:lnTo>
                  <a:lnTo>
                    <a:pt x="3203887" y="3207403"/>
                  </a:lnTo>
                  <a:lnTo>
                    <a:pt x="3259007" y="3177030"/>
                  </a:lnTo>
                  <a:lnTo>
                    <a:pt x="3314130" y="3146643"/>
                  </a:lnTo>
                  <a:lnTo>
                    <a:pt x="3369194" y="3116616"/>
                  </a:lnTo>
                  <a:lnTo>
                    <a:pt x="3424157" y="3087305"/>
                  </a:lnTo>
                  <a:lnTo>
                    <a:pt x="3479018" y="3059033"/>
                  </a:lnTo>
                  <a:lnTo>
                    <a:pt x="3533834" y="3032069"/>
                  </a:lnTo>
                  <a:lnTo>
                    <a:pt x="3588736" y="3006628"/>
                  </a:lnTo>
                  <a:lnTo>
                    <a:pt x="3643949" y="2982860"/>
                  </a:lnTo>
                  <a:lnTo>
                    <a:pt x="3699805" y="2960851"/>
                  </a:lnTo>
                  <a:lnTo>
                    <a:pt x="3756766" y="2940629"/>
                  </a:lnTo>
                  <a:lnTo>
                    <a:pt x="3815453" y="2922169"/>
                  </a:lnTo>
                  <a:lnTo>
                    <a:pt x="3820202" y="2920780"/>
                  </a:lnTo>
                  <a:lnTo>
                    <a:pt x="3872064" y="2906596"/>
                  </a:lnTo>
                  <a:lnTo>
                    <a:pt x="3926374" y="2893644"/>
                  </a:lnTo>
                  <a:lnTo>
                    <a:pt x="3983817" y="2881878"/>
                  </a:lnTo>
                  <a:lnTo>
                    <a:pt x="4045143" y="2871214"/>
                  </a:lnTo>
                  <a:lnTo>
                    <a:pt x="4111128" y="2861552"/>
                  </a:lnTo>
                  <a:lnTo>
                    <a:pt x="4182536" y="2852787"/>
                  </a:lnTo>
                  <a:lnTo>
                    <a:pt x="4260060" y="2844822"/>
                  </a:lnTo>
                  <a:lnTo>
                    <a:pt x="4344261" y="2837570"/>
                  </a:lnTo>
                  <a:lnTo>
                    <a:pt x="4435470" y="2830960"/>
                  </a:lnTo>
                  <a:lnTo>
                    <a:pt x="4533675" y="2824937"/>
                  </a:lnTo>
                  <a:lnTo>
                    <a:pt x="4638379" y="2819464"/>
                  </a:lnTo>
                  <a:lnTo>
                    <a:pt x="4748455" y="2814520"/>
                  </a:lnTo>
                  <a:lnTo>
                    <a:pt x="4862020" y="2810100"/>
                  </a:lnTo>
                  <a:lnTo>
                    <a:pt x="4976382" y="2806208"/>
                  </a:lnTo>
                  <a:lnTo>
                    <a:pt x="5088102" y="2802856"/>
                  </a:lnTo>
                  <a:lnTo>
                    <a:pt x="5193233" y="2800053"/>
                  </a:lnTo>
                  <a:lnTo>
                    <a:pt x="5287745" y="2797799"/>
                  </a:lnTo>
                  <a:lnTo>
                    <a:pt x="5368083" y="2796073"/>
                  </a:lnTo>
                  <a:lnTo>
                    <a:pt x="5431754" y="2794836"/>
                  </a:lnTo>
                  <a:lnTo>
                    <a:pt x="5477802" y="2794022"/>
                  </a:lnTo>
                  <a:lnTo>
                    <a:pt x="5507051" y="2793551"/>
                  </a:lnTo>
                  <a:lnTo>
                    <a:pt x="5522083" y="2793330"/>
                  </a:lnTo>
                  <a:lnTo>
                    <a:pt x="5527051" y="2793262"/>
                  </a:lnTo>
                  <a:lnTo>
                    <a:pt x="5527445" y="2793257"/>
                  </a:lnTo>
                  <a:lnTo>
                    <a:pt x="6522385" y="2793257"/>
                  </a:lnTo>
                  <a:lnTo>
                    <a:pt x="6523463" y="2793207"/>
                  </a:lnTo>
                  <a:lnTo>
                    <a:pt x="6530584" y="2792847"/>
                  </a:lnTo>
                  <a:lnTo>
                    <a:pt x="6548655" y="2791853"/>
                  </a:lnTo>
                  <a:lnTo>
                    <a:pt x="6581263" y="2789893"/>
                  </a:lnTo>
                  <a:lnTo>
                    <a:pt x="6630473" y="2786652"/>
                  </a:lnTo>
                  <a:lnTo>
                    <a:pt x="6696678" y="2781857"/>
                  </a:lnTo>
                  <a:lnTo>
                    <a:pt x="6778632" y="2775302"/>
                  </a:lnTo>
                  <a:lnTo>
                    <a:pt x="6873725" y="2766860"/>
                  </a:lnTo>
                  <a:lnTo>
                    <a:pt x="6978451" y="2756478"/>
                  </a:lnTo>
                  <a:lnTo>
                    <a:pt x="7088950" y="2744159"/>
                  </a:lnTo>
                  <a:lnTo>
                    <a:pt x="7201515" y="2729939"/>
                  </a:lnTo>
                  <a:lnTo>
                    <a:pt x="7312955" y="2713856"/>
                  </a:lnTo>
                  <a:lnTo>
                    <a:pt x="7420792" y="2695925"/>
                  </a:lnTo>
                  <a:lnTo>
                    <a:pt x="7523307" y="2676121"/>
                  </a:lnTo>
                  <a:lnTo>
                    <a:pt x="7619481" y="2654368"/>
                  </a:lnTo>
                  <a:lnTo>
                    <a:pt x="7708875" y="2630533"/>
                  </a:lnTo>
                  <a:lnTo>
                    <a:pt x="7791494" y="2604421"/>
                  </a:lnTo>
                  <a:lnTo>
                    <a:pt x="7867663" y="2575783"/>
                  </a:lnTo>
                  <a:lnTo>
                    <a:pt x="7937916" y="2544320"/>
                  </a:lnTo>
                  <a:lnTo>
                    <a:pt x="8002916" y="2509693"/>
                  </a:lnTo>
                  <a:lnTo>
                    <a:pt x="8063387" y="2471539"/>
                  </a:lnTo>
                  <a:lnTo>
                    <a:pt x="8120068" y="2429506"/>
                  </a:lnTo>
                  <a:lnTo>
                    <a:pt x="8173677" y="2383297"/>
                  </a:lnTo>
                  <a:lnTo>
                    <a:pt x="8224869" y="2332745"/>
                  </a:lnTo>
                  <a:lnTo>
                    <a:pt x="8229629" y="2327714"/>
                  </a:lnTo>
                  <a:lnTo>
                    <a:pt x="8274094" y="2277991"/>
                  </a:lnTo>
                  <a:lnTo>
                    <a:pt x="8317450" y="2224663"/>
                  </a:lnTo>
                  <a:lnTo>
                    <a:pt x="8359994" y="2167658"/>
                  </a:lnTo>
                  <a:lnTo>
                    <a:pt x="8401968" y="2106959"/>
                  </a:lnTo>
                  <a:lnTo>
                    <a:pt x="8443565" y="2042614"/>
                  </a:lnTo>
                  <a:lnTo>
                    <a:pt x="8484936" y="1974738"/>
                  </a:lnTo>
                  <a:lnTo>
                    <a:pt x="8526195" y="1903521"/>
                  </a:lnTo>
                  <a:lnTo>
                    <a:pt x="8567425" y="1829227"/>
                  </a:lnTo>
                  <a:lnTo>
                    <a:pt x="8608678" y="1752193"/>
                  </a:lnTo>
                  <a:lnTo>
                    <a:pt x="8649985" y="1672826"/>
                  </a:lnTo>
                  <a:lnTo>
                    <a:pt x="8691354" y="1591595"/>
                  </a:lnTo>
                  <a:lnTo>
                    <a:pt x="8732777" y="1509019"/>
                  </a:lnTo>
                  <a:lnTo>
                    <a:pt x="8774235" y="1425659"/>
                  </a:lnTo>
                  <a:lnTo>
                    <a:pt x="8815704" y="1342094"/>
                  </a:lnTo>
                  <a:lnTo>
                    <a:pt x="8857154" y="1258912"/>
                  </a:lnTo>
                  <a:lnTo>
                    <a:pt x="8898562" y="1176689"/>
                  </a:lnTo>
                  <a:lnTo>
                    <a:pt x="8939912" y="1095974"/>
                  </a:lnTo>
                  <a:lnTo>
                    <a:pt x="8981200" y="1017273"/>
                  </a:lnTo>
                  <a:lnTo>
                    <a:pt x="9022443" y="941035"/>
                  </a:lnTo>
                  <a:lnTo>
                    <a:pt x="9063674" y="867648"/>
                  </a:lnTo>
                  <a:lnTo>
                    <a:pt x="9104958" y="797427"/>
                  </a:lnTo>
                  <a:lnTo>
                    <a:pt x="9146384" y="730613"/>
                  </a:lnTo>
                  <a:lnTo>
                    <a:pt x="9188078" y="667372"/>
                  </a:lnTo>
                  <a:lnTo>
                    <a:pt x="9230204" y="607799"/>
                  </a:lnTo>
                  <a:lnTo>
                    <a:pt x="9272967" y="551921"/>
                  </a:lnTo>
                  <a:lnTo>
                    <a:pt x="9316627" y="499705"/>
                  </a:lnTo>
                  <a:lnTo>
                    <a:pt x="9347647" y="465542"/>
                  </a:lnTo>
                  <a:lnTo>
                    <a:pt x="9398641" y="414577"/>
                  </a:lnTo>
                  <a:lnTo>
                    <a:pt x="9451993" y="367959"/>
                  </a:lnTo>
                  <a:lnTo>
                    <a:pt x="9508352" y="325540"/>
                  </a:lnTo>
                  <a:lnTo>
                    <a:pt x="9568430" y="287033"/>
                  </a:lnTo>
                  <a:lnTo>
                    <a:pt x="9632968" y="252086"/>
                  </a:lnTo>
                  <a:lnTo>
                    <a:pt x="9702693" y="220337"/>
                  </a:lnTo>
                  <a:lnTo>
                    <a:pt x="9778274" y="191445"/>
                  </a:lnTo>
                  <a:lnTo>
                    <a:pt x="9860262" y="165104"/>
                  </a:lnTo>
                  <a:lnTo>
                    <a:pt x="9949005" y="141062"/>
                  </a:lnTo>
                  <a:lnTo>
                    <a:pt x="10044546" y="119118"/>
                  </a:lnTo>
                  <a:lnTo>
                    <a:pt x="10146492" y="99133"/>
                  </a:lnTo>
                  <a:lnTo>
                    <a:pt x="10253886" y="81026"/>
                  </a:lnTo>
                  <a:lnTo>
                    <a:pt x="10365078" y="64766"/>
                  </a:lnTo>
                  <a:lnTo>
                    <a:pt x="10477663" y="50368"/>
                  </a:lnTo>
                  <a:lnTo>
                    <a:pt x="10588512" y="37867"/>
                  </a:lnTo>
                  <a:lnTo>
                    <a:pt x="10693953" y="27300"/>
                  </a:lnTo>
                  <a:lnTo>
                    <a:pt x="10790123" y="18674"/>
                  </a:lnTo>
                  <a:lnTo>
                    <a:pt x="10873455" y="11945"/>
                  </a:lnTo>
                  <a:lnTo>
                    <a:pt x="10941234" y="6990"/>
                  </a:lnTo>
                  <a:lnTo>
                    <a:pt x="10992070" y="3612"/>
                  </a:lnTo>
                  <a:lnTo>
                    <a:pt x="11026192" y="1544"/>
                  </a:lnTo>
                  <a:lnTo>
                    <a:pt x="11045512" y="472"/>
                  </a:lnTo>
                  <a:lnTo>
                    <a:pt x="11053482" y="66"/>
                  </a:lnTo>
                  <a:lnTo>
                    <a:pt x="11054890" y="0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8" name="pl2167"/>
            <p:cNvSpPr/>
            <p:nvPr/>
          </p:nvSpPr>
          <p:spPr>
            <a:xfrm>
              <a:off x="1199187" y="2950312"/>
              <a:ext cx="12049831" cy="3558390"/>
            </a:xfrm>
            <a:custGeom>
              <a:avLst/>
              <a:pathLst>
                <a:path w="12049831" h="3558390">
                  <a:moveTo>
                    <a:pt x="12049831" y="0"/>
                  </a:moveTo>
                  <a:lnTo>
                    <a:pt x="11054891" y="0"/>
                  </a:lnTo>
                  <a:lnTo>
                    <a:pt x="11053813" y="50"/>
                  </a:lnTo>
                  <a:lnTo>
                    <a:pt x="11046692" y="410"/>
                  </a:lnTo>
                  <a:lnTo>
                    <a:pt x="11028621" y="1404"/>
                  </a:lnTo>
                  <a:lnTo>
                    <a:pt x="10996013" y="3364"/>
                  </a:lnTo>
                  <a:lnTo>
                    <a:pt x="10946803" y="6605"/>
                  </a:lnTo>
                  <a:lnTo>
                    <a:pt x="10880599" y="11400"/>
                  </a:lnTo>
                  <a:lnTo>
                    <a:pt x="10798645" y="17955"/>
                  </a:lnTo>
                  <a:lnTo>
                    <a:pt x="10703551" y="26397"/>
                  </a:lnTo>
                  <a:lnTo>
                    <a:pt x="10598826" y="36779"/>
                  </a:lnTo>
                  <a:lnTo>
                    <a:pt x="10488326" y="49098"/>
                  </a:lnTo>
                  <a:lnTo>
                    <a:pt x="10375761" y="63318"/>
                  </a:lnTo>
                  <a:lnTo>
                    <a:pt x="10264322" y="79401"/>
                  </a:lnTo>
                  <a:lnTo>
                    <a:pt x="10156485" y="97332"/>
                  </a:lnTo>
                  <a:lnTo>
                    <a:pt x="10053969" y="117136"/>
                  </a:lnTo>
                  <a:lnTo>
                    <a:pt x="9957795" y="138889"/>
                  </a:lnTo>
                  <a:lnTo>
                    <a:pt x="9868402" y="162724"/>
                  </a:lnTo>
                  <a:lnTo>
                    <a:pt x="9785783" y="188836"/>
                  </a:lnTo>
                  <a:lnTo>
                    <a:pt x="9709614" y="217474"/>
                  </a:lnTo>
                  <a:lnTo>
                    <a:pt x="9639360" y="248937"/>
                  </a:lnTo>
                  <a:lnTo>
                    <a:pt x="9574360" y="283564"/>
                  </a:lnTo>
                  <a:lnTo>
                    <a:pt x="9513890" y="321718"/>
                  </a:lnTo>
                  <a:lnTo>
                    <a:pt x="9457208" y="363751"/>
                  </a:lnTo>
                  <a:lnTo>
                    <a:pt x="9403600" y="409960"/>
                  </a:lnTo>
                  <a:lnTo>
                    <a:pt x="9352408" y="460512"/>
                  </a:lnTo>
                  <a:lnTo>
                    <a:pt x="9347647" y="465542"/>
                  </a:lnTo>
                  <a:lnTo>
                    <a:pt x="9303182" y="515266"/>
                  </a:lnTo>
                  <a:lnTo>
                    <a:pt x="9259827" y="568594"/>
                  </a:lnTo>
                  <a:lnTo>
                    <a:pt x="9217283" y="625599"/>
                  </a:lnTo>
                  <a:lnTo>
                    <a:pt x="9175308" y="686298"/>
                  </a:lnTo>
                  <a:lnTo>
                    <a:pt x="9133712" y="750643"/>
                  </a:lnTo>
                  <a:lnTo>
                    <a:pt x="9092341" y="818519"/>
                  </a:lnTo>
                  <a:lnTo>
                    <a:pt x="9051081" y="889736"/>
                  </a:lnTo>
                  <a:lnTo>
                    <a:pt x="9009852" y="964030"/>
                  </a:lnTo>
                  <a:lnTo>
                    <a:pt x="8968598" y="1041064"/>
                  </a:lnTo>
                  <a:lnTo>
                    <a:pt x="8927291" y="1120431"/>
                  </a:lnTo>
                  <a:lnTo>
                    <a:pt x="8885923" y="1201662"/>
                  </a:lnTo>
                  <a:lnTo>
                    <a:pt x="8844500" y="1284238"/>
                  </a:lnTo>
                  <a:lnTo>
                    <a:pt x="8803041" y="1367598"/>
                  </a:lnTo>
                  <a:lnTo>
                    <a:pt x="8761573" y="1451163"/>
                  </a:lnTo>
                  <a:lnTo>
                    <a:pt x="8720123" y="1534345"/>
                  </a:lnTo>
                  <a:lnTo>
                    <a:pt x="8678715" y="1616567"/>
                  </a:lnTo>
                  <a:lnTo>
                    <a:pt x="8637365" y="1697283"/>
                  </a:lnTo>
                  <a:lnTo>
                    <a:pt x="8596076" y="1775984"/>
                  </a:lnTo>
                  <a:lnTo>
                    <a:pt x="8554834" y="1852222"/>
                  </a:lnTo>
                  <a:lnTo>
                    <a:pt x="8513602" y="1925608"/>
                  </a:lnTo>
                  <a:lnTo>
                    <a:pt x="8472319" y="1995830"/>
                  </a:lnTo>
                  <a:lnTo>
                    <a:pt x="8430893" y="2062644"/>
                  </a:lnTo>
                  <a:lnTo>
                    <a:pt x="8389198" y="2125885"/>
                  </a:lnTo>
                  <a:lnTo>
                    <a:pt x="8347073" y="2185458"/>
                  </a:lnTo>
                  <a:lnTo>
                    <a:pt x="8304309" y="2241336"/>
                  </a:lnTo>
                  <a:lnTo>
                    <a:pt x="8260649" y="2293552"/>
                  </a:lnTo>
                  <a:lnTo>
                    <a:pt x="8229629" y="2327714"/>
                  </a:lnTo>
                  <a:lnTo>
                    <a:pt x="8178636" y="2378680"/>
                  </a:lnTo>
                  <a:lnTo>
                    <a:pt x="8125284" y="2425298"/>
                  </a:lnTo>
                  <a:lnTo>
                    <a:pt x="8068925" y="2467717"/>
                  </a:lnTo>
                  <a:lnTo>
                    <a:pt x="8008846" y="2506224"/>
                  </a:lnTo>
                  <a:lnTo>
                    <a:pt x="7944308" y="2541171"/>
                  </a:lnTo>
                  <a:lnTo>
                    <a:pt x="7874584" y="2572920"/>
                  </a:lnTo>
                  <a:lnTo>
                    <a:pt x="7799003" y="2601812"/>
                  </a:lnTo>
                  <a:lnTo>
                    <a:pt x="7717015" y="2628153"/>
                  </a:lnTo>
                  <a:lnTo>
                    <a:pt x="7628271" y="2652195"/>
                  </a:lnTo>
                  <a:lnTo>
                    <a:pt x="7532731" y="2674139"/>
                  </a:lnTo>
                  <a:lnTo>
                    <a:pt x="7430784" y="2694124"/>
                  </a:lnTo>
                  <a:lnTo>
                    <a:pt x="7323391" y="2712231"/>
                  </a:lnTo>
                  <a:lnTo>
                    <a:pt x="7212199" y="2728491"/>
                  </a:lnTo>
                  <a:lnTo>
                    <a:pt x="7099614" y="2742889"/>
                  </a:lnTo>
                  <a:lnTo>
                    <a:pt x="6988765" y="2755390"/>
                  </a:lnTo>
                  <a:lnTo>
                    <a:pt x="6883323" y="2765957"/>
                  </a:lnTo>
                  <a:lnTo>
                    <a:pt x="6787154" y="2774583"/>
                  </a:lnTo>
                  <a:lnTo>
                    <a:pt x="6703821" y="2781312"/>
                  </a:lnTo>
                  <a:lnTo>
                    <a:pt x="6636042" y="2786267"/>
                  </a:lnTo>
                  <a:lnTo>
                    <a:pt x="6585207" y="2789645"/>
                  </a:lnTo>
                  <a:lnTo>
                    <a:pt x="6551084" y="2791713"/>
                  </a:lnTo>
                  <a:lnTo>
                    <a:pt x="6531764" y="2792785"/>
                  </a:lnTo>
                  <a:lnTo>
                    <a:pt x="6523794" y="2793191"/>
                  </a:lnTo>
                  <a:lnTo>
                    <a:pt x="6522386" y="2793257"/>
                  </a:lnTo>
                  <a:lnTo>
                    <a:pt x="6522385" y="2793257"/>
                  </a:lnTo>
                  <a:lnTo>
                    <a:pt x="5527445" y="2793257"/>
                  </a:lnTo>
                  <a:lnTo>
                    <a:pt x="5526313" y="2793272"/>
                  </a:lnTo>
                  <a:lnTo>
                    <a:pt x="5518844" y="2793376"/>
                  </a:lnTo>
                  <a:lnTo>
                    <a:pt x="5499913" y="2793662"/>
                  </a:lnTo>
                  <a:lnTo>
                    <a:pt x="5465815" y="2794227"/>
                  </a:lnTo>
                  <a:lnTo>
                    <a:pt x="5414480" y="2795159"/>
                  </a:lnTo>
                  <a:lnTo>
                    <a:pt x="5345628" y="2796538"/>
                  </a:lnTo>
                  <a:lnTo>
                    <a:pt x="5260714" y="2798419"/>
                  </a:lnTo>
                  <a:lnTo>
                    <a:pt x="5162607" y="2800837"/>
                  </a:lnTo>
                  <a:lnTo>
                    <a:pt x="5055068" y="2803805"/>
                  </a:lnTo>
                  <a:lnTo>
                    <a:pt x="4942157" y="2807320"/>
                  </a:lnTo>
                  <a:lnTo>
                    <a:pt x="4827704" y="2811372"/>
                  </a:lnTo>
                  <a:lnTo>
                    <a:pt x="4714940" y="2815950"/>
                  </a:lnTo>
                  <a:lnTo>
                    <a:pt x="4606316" y="2821051"/>
                  </a:lnTo>
                  <a:lnTo>
                    <a:pt x="4503476" y="2826686"/>
                  </a:lnTo>
                  <a:lnTo>
                    <a:pt x="4407344" y="2832880"/>
                  </a:lnTo>
                  <a:lnTo>
                    <a:pt x="4318256" y="2839676"/>
                  </a:lnTo>
                  <a:lnTo>
                    <a:pt x="4236107" y="2847134"/>
                  </a:lnTo>
                  <a:lnTo>
                    <a:pt x="4160485" y="2855330"/>
                  </a:lnTo>
                  <a:lnTo>
                    <a:pt x="4090783" y="2864354"/>
                  </a:lnTo>
                  <a:lnTo>
                    <a:pt x="4026278" y="2874306"/>
                  </a:lnTo>
                  <a:lnTo>
                    <a:pt x="3966199" y="2885290"/>
                  </a:lnTo>
                  <a:lnTo>
                    <a:pt x="3909773" y="2897405"/>
                  </a:lnTo>
                  <a:lnTo>
                    <a:pt x="3856265" y="2910725"/>
                  </a:lnTo>
                  <a:lnTo>
                    <a:pt x="3820202" y="2920780"/>
                  </a:lnTo>
                  <a:lnTo>
                    <a:pt x="3761346" y="2939102"/>
                  </a:lnTo>
                  <a:lnTo>
                    <a:pt x="3704272" y="2959183"/>
                  </a:lnTo>
                  <a:lnTo>
                    <a:pt x="3648348" y="2981050"/>
                  </a:lnTo>
                  <a:lnTo>
                    <a:pt x="3593098" y="3004682"/>
                  </a:lnTo>
                  <a:lnTo>
                    <a:pt x="3538180" y="3029995"/>
                  </a:lnTo>
                  <a:lnTo>
                    <a:pt x="3483364" y="3056844"/>
                  </a:lnTo>
                  <a:lnTo>
                    <a:pt x="3428509" y="3085023"/>
                  </a:lnTo>
                  <a:lnTo>
                    <a:pt x="3373555" y="3114262"/>
                  </a:lnTo>
                  <a:lnTo>
                    <a:pt x="3318498" y="3144245"/>
                  </a:lnTo>
                  <a:lnTo>
                    <a:pt x="3263378" y="3174617"/>
                  </a:lnTo>
                  <a:lnTo>
                    <a:pt x="3208255" y="3205004"/>
                  </a:lnTo>
                  <a:lnTo>
                    <a:pt x="3153191" y="3235032"/>
                  </a:lnTo>
                  <a:lnTo>
                    <a:pt x="3098228" y="3264342"/>
                  </a:lnTo>
                  <a:lnTo>
                    <a:pt x="3043367" y="3292615"/>
                  </a:lnTo>
                  <a:lnTo>
                    <a:pt x="2988551" y="3319578"/>
                  </a:lnTo>
                  <a:lnTo>
                    <a:pt x="2933649" y="3345019"/>
                  </a:lnTo>
                  <a:lnTo>
                    <a:pt x="2878436" y="3368788"/>
                  </a:lnTo>
                  <a:lnTo>
                    <a:pt x="2822580" y="3390797"/>
                  </a:lnTo>
                  <a:lnTo>
                    <a:pt x="2765619" y="3411018"/>
                  </a:lnTo>
                  <a:lnTo>
                    <a:pt x="2706932" y="3429478"/>
                  </a:lnTo>
                  <a:lnTo>
                    <a:pt x="2702183" y="3430868"/>
                  </a:lnTo>
                  <a:lnTo>
                    <a:pt x="2650321" y="3445051"/>
                  </a:lnTo>
                  <a:lnTo>
                    <a:pt x="2596011" y="3458004"/>
                  </a:lnTo>
                  <a:lnTo>
                    <a:pt x="2538568" y="3469770"/>
                  </a:lnTo>
                  <a:lnTo>
                    <a:pt x="2477242" y="3480433"/>
                  </a:lnTo>
                  <a:lnTo>
                    <a:pt x="2411257" y="3490096"/>
                  </a:lnTo>
                  <a:lnTo>
                    <a:pt x="2339849" y="3498861"/>
                  </a:lnTo>
                  <a:lnTo>
                    <a:pt x="2262325" y="3506826"/>
                  </a:lnTo>
                  <a:lnTo>
                    <a:pt x="2178124" y="3514078"/>
                  </a:lnTo>
                  <a:lnTo>
                    <a:pt x="2086915" y="3520688"/>
                  </a:lnTo>
                  <a:lnTo>
                    <a:pt x="1988710" y="3526710"/>
                  </a:lnTo>
                  <a:lnTo>
                    <a:pt x="1884006" y="3532183"/>
                  </a:lnTo>
                  <a:lnTo>
                    <a:pt x="1773930" y="3537127"/>
                  </a:lnTo>
                  <a:lnTo>
                    <a:pt x="1660365" y="3541548"/>
                  </a:lnTo>
                  <a:lnTo>
                    <a:pt x="1546003" y="3545440"/>
                  </a:lnTo>
                  <a:lnTo>
                    <a:pt x="1434283" y="3548791"/>
                  </a:lnTo>
                  <a:lnTo>
                    <a:pt x="1329152" y="3551594"/>
                  </a:lnTo>
                  <a:lnTo>
                    <a:pt x="1234640" y="3553849"/>
                  </a:lnTo>
                  <a:lnTo>
                    <a:pt x="1154302" y="3555574"/>
                  </a:lnTo>
                  <a:lnTo>
                    <a:pt x="1090631" y="3556812"/>
                  </a:lnTo>
                  <a:lnTo>
                    <a:pt x="1044583" y="3557625"/>
                  </a:lnTo>
                  <a:lnTo>
                    <a:pt x="1015334" y="3558096"/>
                  </a:lnTo>
                  <a:lnTo>
                    <a:pt x="1000302" y="3558318"/>
                  </a:lnTo>
                  <a:lnTo>
                    <a:pt x="995334" y="3558385"/>
                  </a:lnTo>
                  <a:lnTo>
                    <a:pt x="994940" y="3558390"/>
                  </a:lnTo>
                  <a:lnTo>
                    <a:pt x="0" y="3558390"/>
                  </a:lnTo>
                  <a:lnTo>
                    <a:pt x="0" y="35583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9" name="pg2168"/>
            <p:cNvSpPr/>
            <p:nvPr/>
          </p:nvSpPr>
          <p:spPr>
            <a:xfrm>
              <a:off x="1199187" y="4349561"/>
              <a:ext cx="12049831" cy="2169622"/>
            </a:xfrm>
            <a:custGeom>
              <a:avLst/>
              <a:pathLst>
                <a:path w="12049831" h="2169622">
                  <a:moveTo>
                    <a:pt x="0" y="2169622"/>
                  </a:moveTo>
                  <a:lnTo>
                    <a:pt x="994940" y="2169622"/>
                  </a:lnTo>
                  <a:lnTo>
                    <a:pt x="996073" y="2169610"/>
                  </a:lnTo>
                  <a:lnTo>
                    <a:pt x="1003554" y="2169528"/>
                  </a:lnTo>
                  <a:lnTo>
                    <a:pt x="1022512" y="2169300"/>
                  </a:lnTo>
                  <a:lnTo>
                    <a:pt x="1056657" y="2168851"/>
                  </a:lnTo>
                  <a:lnTo>
                    <a:pt x="1108060" y="2168109"/>
                  </a:lnTo>
                  <a:lnTo>
                    <a:pt x="1176995" y="2167012"/>
                  </a:lnTo>
                  <a:lnTo>
                    <a:pt x="1262001" y="2165515"/>
                  </a:lnTo>
                  <a:lnTo>
                    <a:pt x="1360202" y="2163591"/>
                  </a:lnTo>
                  <a:lnTo>
                    <a:pt x="1467828" y="2161230"/>
                  </a:lnTo>
                  <a:lnTo>
                    <a:pt x="1580813" y="2158433"/>
                  </a:lnTo>
                  <a:lnTo>
                    <a:pt x="1695324" y="2155210"/>
                  </a:lnTo>
                  <a:lnTo>
                    <a:pt x="1808127" y="2151569"/>
                  </a:lnTo>
                  <a:lnTo>
                    <a:pt x="1916774" y="2147511"/>
                  </a:lnTo>
                  <a:lnTo>
                    <a:pt x="2019623" y="2143029"/>
                  </a:lnTo>
                  <a:lnTo>
                    <a:pt x="2115752" y="2138101"/>
                  </a:lnTo>
                  <a:lnTo>
                    <a:pt x="2204830" y="2132695"/>
                  </a:lnTo>
                  <a:lnTo>
                    <a:pt x="2286964" y="2126762"/>
                  </a:lnTo>
                  <a:lnTo>
                    <a:pt x="2362568" y="2120241"/>
                  </a:lnTo>
                  <a:lnTo>
                    <a:pt x="2432254" y="2113061"/>
                  </a:lnTo>
                  <a:lnTo>
                    <a:pt x="2496744" y="2105143"/>
                  </a:lnTo>
                  <a:lnTo>
                    <a:pt x="2556811" y="2096402"/>
                  </a:lnTo>
                  <a:lnTo>
                    <a:pt x="2613230" y="2086761"/>
                  </a:lnTo>
                  <a:lnTo>
                    <a:pt x="2666736" y="2076161"/>
                  </a:lnTo>
                  <a:lnTo>
                    <a:pt x="2702183" y="2068303"/>
                  </a:lnTo>
                  <a:lnTo>
                    <a:pt x="2761996" y="2053493"/>
                  </a:lnTo>
                  <a:lnTo>
                    <a:pt x="2819979" y="2037239"/>
                  </a:lnTo>
                  <a:lnTo>
                    <a:pt x="2876792" y="2019518"/>
                  </a:lnTo>
                  <a:lnTo>
                    <a:pt x="2932929" y="2000350"/>
                  </a:lnTo>
                  <a:lnTo>
                    <a:pt x="2988741" y="1979809"/>
                  </a:lnTo>
                  <a:lnTo>
                    <a:pt x="3044463" y="1958018"/>
                  </a:lnTo>
                  <a:lnTo>
                    <a:pt x="3100235" y="1935157"/>
                  </a:lnTo>
                  <a:lnTo>
                    <a:pt x="3156113" y="1911452"/>
                  </a:lnTo>
                  <a:lnTo>
                    <a:pt x="3212092" y="1887174"/>
                  </a:lnTo>
                  <a:lnTo>
                    <a:pt x="3268129" y="1862622"/>
                  </a:lnTo>
                  <a:lnTo>
                    <a:pt x="3324157" y="1838109"/>
                  </a:lnTo>
                  <a:lnTo>
                    <a:pt x="3380115" y="1813946"/>
                  </a:lnTo>
                  <a:lnTo>
                    <a:pt x="3435965" y="1790426"/>
                  </a:lnTo>
                  <a:lnTo>
                    <a:pt x="3491716" y="1767810"/>
                  </a:lnTo>
                  <a:lnTo>
                    <a:pt x="3547444" y="1746314"/>
                  </a:lnTo>
                  <a:lnTo>
                    <a:pt x="3603310" y="1726104"/>
                  </a:lnTo>
                  <a:lnTo>
                    <a:pt x="3659577" y="1707290"/>
                  </a:lnTo>
                  <a:lnTo>
                    <a:pt x="3716628" y="1689932"/>
                  </a:lnTo>
                  <a:lnTo>
                    <a:pt x="3774994" y="1674039"/>
                  </a:lnTo>
                  <a:lnTo>
                    <a:pt x="3820202" y="1663027"/>
                  </a:lnTo>
                  <a:lnTo>
                    <a:pt x="3872091" y="1651753"/>
                  </a:lnTo>
                  <a:lnTo>
                    <a:pt x="3926431" y="1641457"/>
                  </a:lnTo>
                  <a:lnTo>
                    <a:pt x="3983908" y="1632105"/>
                  </a:lnTo>
                  <a:lnTo>
                    <a:pt x="4045273" y="1623630"/>
                  </a:lnTo>
                  <a:lnTo>
                    <a:pt x="4111304" y="1615951"/>
                  </a:lnTo>
                  <a:lnTo>
                    <a:pt x="4182764" y="1608985"/>
                  </a:lnTo>
                  <a:lnTo>
                    <a:pt x="4260350" y="1602656"/>
                  </a:lnTo>
                  <a:lnTo>
                    <a:pt x="4344620" y="1596893"/>
                  </a:lnTo>
                  <a:lnTo>
                    <a:pt x="4435907" y="1591640"/>
                  </a:lnTo>
                  <a:lnTo>
                    <a:pt x="4534196" y="1586855"/>
                  </a:lnTo>
                  <a:lnTo>
                    <a:pt x="4638985" y="1582507"/>
                  </a:lnTo>
                  <a:lnTo>
                    <a:pt x="4749144" y="1578579"/>
                  </a:lnTo>
                  <a:lnTo>
                    <a:pt x="4862783" y="1575068"/>
                  </a:lnTo>
                  <a:lnTo>
                    <a:pt x="4977197" y="1571977"/>
                  </a:lnTo>
                  <a:lnTo>
                    <a:pt x="5088940" y="1569316"/>
                  </a:lnTo>
                  <a:lnTo>
                    <a:pt x="5194056" y="1567091"/>
                  </a:lnTo>
                  <a:lnTo>
                    <a:pt x="5288511" y="1565303"/>
                  </a:lnTo>
                  <a:lnTo>
                    <a:pt x="5368749" y="1563935"/>
                  </a:lnTo>
                  <a:lnTo>
                    <a:pt x="5432287" y="1562955"/>
                  </a:lnTo>
                  <a:lnTo>
                    <a:pt x="5478184" y="1562311"/>
                  </a:lnTo>
                  <a:lnTo>
                    <a:pt x="5507282" y="1561939"/>
                  </a:lnTo>
                  <a:lnTo>
                    <a:pt x="5522186" y="1561765"/>
                  </a:lnTo>
                  <a:lnTo>
                    <a:pt x="5527071" y="1561712"/>
                  </a:lnTo>
                  <a:lnTo>
                    <a:pt x="5527445" y="1561708"/>
                  </a:lnTo>
                  <a:lnTo>
                    <a:pt x="6522385" y="1561708"/>
                  </a:lnTo>
                  <a:lnTo>
                    <a:pt x="6523503" y="1561679"/>
                  </a:lnTo>
                  <a:lnTo>
                    <a:pt x="6530880" y="1561471"/>
                  </a:lnTo>
                  <a:lnTo>
                    <a:pt x="6549582" y="1560896"/>
                  </a:lnTo>
                  <a:lnTo>
                    <a:pt x="6583286" y="1559763"/>
                  </a:lnTo>
                  <a:lnTo>
                    <a:pt x="6634059" y="1557890"/>
                  </a:lnTo>
                  <a:lnTo>
                    <a:pt x="6702212" y="1555121"/>
                  </a:lnTo>
                  <a:lnTo>
                    <a:pt x="6786347" y="1551340"/>
                  </a:lnTo>
                  <a:lnTo>
                    <a:pt x="6883664" y="1546478"/>
                  </a:lnTo>
                  <a:lnTo>
                    <a:pt x="6990469" y="1540507"/>
                  </a:lnTo>
                  <a:lnTo>
                    <a:pt x="7102754" y="1533432"/>
                  </a:lnTo>
                  <a:lnTo>
                    <a:pt x="7216721" y="1525274"/>
                  </a:lnTo>
                  <a:lnTo>
                    <a:pt x="7329147" y="1516054"/>
                  </a:lnTo>
                  <a:lnTo>
                    <a:pt x="7437575" y="1505779"/>
                  </a:lnTo>
                  <a:lnTo>
                    <a:pt x="7540339" y="1494429"/>
                  </a:lnTo>
                  <a:lnTo>
                    <a:pt x="7636489" y="1481956"/>
                  </a:lnTo>
                  <a:lnTo>
                    <a:pt x="7725662" y="1468275"/>
                  </a:lnTo>
                  <a:lnTo>
                    <a:pt x="7807938" y="1453269"/>
                  </a:lnTo>
                  <a:lnTo>
                    <a:pt x="7883704" y="1436787"/>
                  </a:lnTo>
                  <a:lnTo>
                    <a:pt x="7953551" y="1418651"/>
                  </a:lnTo>
                  <a:lnTo>
                    <a:pt x="8018183" y="1398660"/>
                  </a:lnTo>
                  <a:lnTo>
                    <a:pt x="8078360" y="1376604"/>
                  </a:lnTo>
                  <a:lnTo>
                    <a:pt x="8134848" y="1352286"/>
                  </a:lnTo>
                  <a:lnTo>
                    <a:pt x="8188377" y="1325547"/>
                  </a:lnTo>
                  <a:lnTo>
                    <a:pt x="8229629" y="1302297"/>
                  </a:lnTo>
                  <a:lnTo>
                    <a:pt x="8282551" y="1269004"/>
                  </a:lnTo>
                  <a:lnTo>
                    <a:pt x="8333979" y="1232839"/>
                  </a:lnTo>
                  <a:lnTo>
                    <a:pt x="8384390" y="1193746"/>
                  </a:lnTo>
                  <a:lnTo>
                    <a:pt x="8434154" y="1151740"/>
                  </a:lnTo>
                  <a:lnTo>
                    <a:pt x="8483551" y="1106909"/>
                  </a:lnTo>
                  <a:lnTo>
                    <a:pt x="8532782" y="1059423"/>
                  </a:lnTo>
                  <a:lnTo>
                    <a:pt x="8581985" y="1009537"/>
                  </a:lnTo>
                  <a:lnTo>
                    <a:pt x="8631239" y="957586"/>
                  </a:lnTo>
                  <a:lnTo>
                    <a:pt x="8680578" y="903983"/>
                  </a:lnTo>
                  <a:lnTo>
                    <a:pt x="8729998" y="849204"/>
                  </a:lnTo>
                  <a:lnTo>
                    <a:pt x="8779470" y="793772"/>
                  </a:lnTo>
                  <a:lnTo>
                    <a:pt x="8828951" y="738237"/>
                  </a:lnTo>
                  <a:lnTo>
                    <a:pt x="8878395" y="683153"/>
                  </a:lnTo>
                  <a:lnTo>
                    <a:pt x="8927766" y="629056"/>
                  </a:lnTo>
                  <a:lnTo>
                    <a:pt x="8977050" y="576441"/>
                  </a:lnTo>
                  <a:lnTo>
                    <a:pt x="9026265" y="525746"/>
                  </a:lnTo>
                  <a:lnTo>
                    <a:pt x="9075473" y="477337"/>
                  </a:lnTo>
                  <a:lnTo>
                    <a:pt x="9124788" y="431497"/>
                  </a:lnTo>
                  <a:lnTo>
                    <a:pt x="9174388" y="388430"/>
                  </a:lnTo>
                  <a:lnTo>
                    <a:pt x="9224522" y="348253"/>
                  </a:lnTo>
                  <a:lnTo>
                    <a:pt x="9275523" y="311005"/>
                  </a:lnTo>
                  <a:lnTo>
                    <a:pt x="9327828" y="276659"/>
                  </a:lnTo>
                  <a:lnTo>
                    <a:pt x="9347647" y="264652"/>
                  </a:lnTo>
                  <a:lnTo>
                    <a:pt x="9399281" y="235918"/>
                  </a:lnTo>
                  <a:lnTo>
                    <a:pt x="9453340" y="209667"/>
                  </a:lnTo>
                  <a:lnTo>
                    <a:pt x="9510498" y="185810"/>
                  </a:lnTo>
                  <a:lnTo>
                    <a:pt x="9571495" y="164179"/>
                  </a:lnTo>
                  <a:lnTo>
                    <a:pt x="9637099" y="144571"/>
                  </a:lnTo>
                  <a:lnTo>
                    <a:pt x="9708062" y="126777"/>
                  </a:lnTo>
                  <a:lnTo>
                    <a:pt x="9785074" y="110601"/>
                  </a:lnTo>
                  <a:lnTo>
                    <a:pt x="9868691" y="95867"/>
                  </a:lnTo>
                  <a:lnTo>
                    <a:pt x="9959250" y="82434"/>
                  </a:lnTo>
                  <a:lnTo>
                    <a:pt x="10056753" y="70188"/>
                  </a:lnTo>
                  <a:lnTo>
                    <a:pt x="10160732" y="59054"/>
                  </a:lnTo>
                  <a:lnTo>
                    <a:pt x="10270107" y="48988"/>
                  </a:lnTo>
                  <a:lnTo>
                    <a:pt x="10383059" y="39977"/>
                  </a:lnTo>
                  <a:lnTo>
                    <a:pt x="10496971" y="32031"/>
                  </a:lnTo>
                  <a:lnTo>
                    <a:pt x="10608487" y="25173"/>
                  </a:lnTo>
                  <a:lnTo>
                    <a:pt x="10713732" y="19421"/>
                  </a:lnTo>
                  <a:lnTo>
                    <a:pt x="10808715" y="14776"/>
                  </a:lnTo>
                  <a:lnTo>
                    <a:pt x="10889874" y="11203"/>
                  </a:lnTo>
                  <a:lnTo>
                    <a:pt x="10954650" y="8622"/>
                  </a:lnTo>
                  <a:lnTo>
                    <a:pt x="11001968" y="6908"/>
                  </a:lnTo>
                  <a:lnTo>
                    <a:pt x="11032487" y="5901"/>
                  </a:lnTo>
                  <a:lnTo>
                    <a:pt x="11048612" y="5413"/>
                  </a:lnTo>
                  <a:lnTo>
                    <a:pt x="11054308" y="5255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74" y="29"/>
                  </a:lnTo>
                  <a:lnTo>
                    <a:pt x="11046397" y="237"/>
                  </a:lnTo>
                  <a:lnTo>
                    <a:pt x="11027694" y="812"/>
                  </a:lnTo>
                  <a:lnTo>
                    <a:pt x="10993991" y="1945"/>
                  </a:lnTo>
                  <a:lnTo>
                    <a:pt x="10943217" y="3818"/>
                  </a:lnTo>
                  <a:lnTo>
                    <a:pt x="10875064" y="6587"/>
                  </a:lnTo>
                  <a:lnTo>
                    <a:pt x="10790929" y="10367"/>
                  </a:lnTo>
                  <a:lnTo>
                    <a:pt x="10693612" y="15230"/>
                  </a:lnTo>
                  <a:lnTo>
                    <a:pt x="10586808" y="21201"/>
                  </a:lnTo>
                  <a:lnTo>
                    <a:pt x="10474523" y="28276"/>
                  </a:lnTo>
                  <a:lnTo>
                    <a:pt x="10360556" y="36434"/>
                  </a:lnTo>
                  <a:lnTo>
                    <a:pt x="10248129" y="45654"/>
                  </a:lnTo>
                  <a:lnTo>
                    <a:pt x="10139701" y="55929"/>
                  </a:lnTo>
                  <a:lnTo>
                    <a:pt x="10036938" y="67279"/>
                  </a:lnTo>
                  <a:lnTo>
                    <a:pt x="9940788" y="79752"/>
                  </a:lnTo>
                  <a:lnTo>
                    <a:pt x="9851614" y="93433"/>
                  </a:lnTo>
                  <a:lnTo>
                    <a:pt x="9769338" y="108439"/>
                  </a:lnTo>
                  <a:lnTo>
                    <a:pt x="9693572" y="124921"/>
                  </a:lnTo>
                  <a:lnTo>
                    <a:pt x="9623726" y="143057"/>
                  </a:lnTo>
                  <a:lnTo>
                    <a:pt x="9559094" y="163048"/>
                  </a:lnTo>
                  <a:lnTo>
                    <a:pt x="9498916" y="185104"/>
                  </a:lnTo>
                  <a:lnTo>
                    <a:pt x="9442428" y="209422"/>
                  </a:lnTo>
                  <a:lnTo>
                    <a:pt x="9388899" y="236161"/>
                  </a:lnTo>
                  <a:lnTo>
                    <a:pt x="9347647" y="259411"/>
                  </a:lnTo>
                  <a:lnTo>
                    <a:pt x="9294725" y="292704"/>
                  </a:lnTo>
                  <a:lnTo>
                    <a:pt x="9243298" y="328869"/>
                  </a:lnTo>
                  <a:lnTo>
                    <a:pt x="9192886" y="367961"/>
                  </a:lnTo>
                  <a:lnTo>
                    <a:pt x="9143122" y="409968"/>
                  </a:lnTo>
                  <a:lnTo>
                    <a:pt x="9093725" y="454799"/>
                  </a:lnTo>
                  <a:lnTo>
                    <a:pt x="9044494" y="502285"/>
                  </a:lnTo>
                  <a:lnTo>
                    <a:pt x="8995291" y="552171"/>
                  </a:lnTo>
                  <a:lnTo>
                    <a:pt x="8946038" y="604122"/>
                  </a:lnTo>
                  <a:lnTo>
                    <a:pt x="8896699" y="657725"/>
                  </a:lnTo>
                  <a:lnTo>
                    <a:pt x="8847279" y="712504"/>
                  </a:lnTo>
                  <a:lnTo>
                    <a:pt x="8797806" y="767936"/>
                  </a:lnTo>
                  <a:lnTo>
                    <a:pt x="8748325" y="823471"/>
                  </a:lnTo>
                  <a:lnTo>
                    <a:pt x="8698881" y="878555"/>
                  </a:lnTo>
                  <a:lnTo>
                    <a:pt x="8649510" y="932652"/>
                  </a:lnTo>
                  <a:lnTo>
                    <a:pt x="8600227" y="985267"/>
                  </a:lnTo>
                  <a:lnTo>
                    <a:pt x="8551012" y="1035962"/>
                  </a:lnTo>
                  <a:lnTo>
                    <a:pt x="8501804" y="1084371"/>
                  </a:lnTo>
                  <a:lnTo>
                    <a:pt x="8452488" y="1130211"/>
                  </a:lnTo>
                  <a:lnTo>
                    <a:pt x="8402888" y="1173278"/>
                  </a:lnTo>
                  <a:lnTo>
                    <a:pt x="8352755" y="1213455"/>
                  </a:lnTo>
                  <a:lnTo>
                    <a:pt x="8301753" y="1250702"/>
                  </a:lnTo>
                  <a:lnTo>
                    <a:pt x="8249448" y="1285049"/>
                  </a:lnTo>
                  <a:lnTo>
                    <a:pt x="8229629" y="1297056"/>
                  </a:lnTo>
                  <a:lnTo>
                    <a:pt x="8177995" y="1325790"/>
                  </a:lnTo>
                  <a:lnTo>
                    <a:pt x="8123936" y="1352041"/>
                  </a:lnTo>
                  <a:lnTo>
                    <a:pt x="8066779" y="1375898"/>
                  </a:lnTo>
                  <a:lnTo>
                    <a:pt x="8005781" y="1397529"/>
                  </a:lnTo>
                  <a:lnTo>
                    <a:pt x="7940178" y="1417137"/>
                  </a:lnTo>
                  <a:lnTo>
                    <a:pt x="7869214" y="1434931"/>
                  </a:lnTo>
                  <a:lnTo>
                    <a:pt x="7792202" y="1451107"/>
                  </a:lnTo>
                  <a:lnTo>
                    <a:pt x="7708586" y="1465840"/>
                  </a:lnTo>
                  <a:lnTo>
                    <a:pt x="7618027" y="1479274"/>
                  </a:lnTo>
                  <a:lnTo>
                    <a:pt x="7520524" y="1491520"/>
                  </a:lnTo>
                  <a:lnTo>
                    <a:pt x="7416544" y="1502654"/>
                  </a:lnTo>
                  <a:lnTo>
                    <a:pt x="7307169" y="1512720"/>
                  </a:lnTo>
                  <a:lnTo>
                    <a:pt x="7194218" y="1521731"/>
                  </a:lnTo>
                  <a:lnTo>
                    <a:pt x="7080306" y="1529677"/>
                  </a:lnTo>
                  <a:lnTo>
                    <a:pt x="6968790" y="1536535"/>
                  </a:lnTo>
                  <a:lnTo>
                    <a:pt x="6863545" y="1542287"/>
                  </a:lnTo>
                  <a:lnTo>
                    <a:pt x="6768562" y="1546932"/>
                  </a:lnTo>
                  <a:lnTo>
                    <a:pt x="6687403" y="1550505"/>
                  </a:lnTo>
                  <a:lnTo>
                    <a:pt x="6622626" y="1553086"/>
                  </a:lnTo>
                  <a:lnTo>
                    <a:pt x="6575309" y="1554799"/>
                  </a:lnTo>
                  <a:lnTo>
                    <a:pt x="6544790" y="1555807"/>
                  </a:lnTo>
                  <a:lnTo>
                    <a:pt x="6528665" y="1556295"/>
                  </a:lnTo>
                  <a:lnTo>
                    <a:pt x="6522968" y="1556453"/>
                  </a:lnTo>
                  <a:lnTo>
                    <a:pt x="6522385" y="1556468"/>
                  </a:lnTo>
                  <a:lnTo>
                    <a:pt x="5527445" y="1556468"/>
                  </a:lnTo>
                  <a:lnTo>
                    <a:pt x="5526312" y="1556479"/>
                  </a:lnTo>
                  <a:lnTo>
                    <a:pt x="5518831" y="1556562"/>
                  </a:lnTo>
                  <a:lnTo>
                    <a:pt x="5499873" y="1556790"/>
                  </a:lnTo>
                  <a:lnTo>
                    <a:pt x="5465728" y="1557239"/>
                  </a:lnTo>
                  <a:lnTo>
                    <a:pt x="5414325" y="1557981"/>
                  </a:lnTo>
                  <a:lnTo>
                    <a:pt x="5345390" y="1559078"/>
                  </a:lnTo>
                  <a:lnTo>
                    <a:pt x="5260384" y="1560575"/>
                  </a:lnTo>
                  <a:lnTo>
                    <a:pt x="5162183" y="1562499"/>
                  </a:lnTo>
                  <a:lnTo>
                    <a:pt x="5054557" y="1564860"/>
                  </a:lnTo>
                  <a:lnTo>
                    <a:pt x="4941572" y="1567656"/>
                  </a:lnTo>
                  <a:lnTo>
                    <a:pt x="4827061" y="1570879"/>
                  </a:lnTo>
                  <a:lnTo>
                    <a:pt x="4714258" y="1574521"/>
                  </a:lnTo>
                  <a:lnTo>
                    <a:pt x="4605611" y="1578579"/>
                  </a:lnTo>
                  <a:lnTo>
                    <a:pt x="4502762" y="1583061"/>
                  </a:lnTo>
                  <a:lnTo>
                    <a:pt x="4406633" y="1587988"/>
                  </a:lnTo>
                  <a:lnTo>
                    <a:pt x="4317555" y="1593395"/>
                  </a:lnTo>
                  <a:lnTo>
                    <a:pt x="4235421" y="1599328"/>
                  </a:lnTo>
                  <a:lnTo>
                    <a:pt x="4159817" y="1605849"/>
                  </a:lnTo>
                  <a:lnTo>
                    <a:pt x="4090131" y="1613029"/>
                  </a:lnTo>
                  <a:lnTo>
                    <a:pt x="4025641" y="1620947"/>
                  </a:lnTo>
                  <a:lnTo>
                    <a:pt x="3965574" y="1629688"/>
                  </a:lnTo>
                  <a:lnTo>
                    <a:pt x="3909155" y="1639329"/>
                  </a:lnTo>
                  <a:lnTo>
                    <a:pt x="3855649" y="1649928"/>
                  </a:lnTo>
                  <a:lnTo>
                    <a:pt x="3820202" y="1657787"/>
                  </a:lnTo>
                  <a:lnTo>
                    <a:pt x="3760389" y="1672597"/>
                  </a:lnTo>
                  <a:lnTo>
                    <a:pt x="3702406" y="1688851"/>
                  </a:lnTo>
                  <a:lnTo>
                    <a:pt x="3645593" y="1706572"/>
                  </a:lnTo>
                  <a:lnTo>
                    <a:pt x="3589456" y="1725739"/>
                  </a:lnTo>
                  <a:lnTo>
                    <a:pt x="3533644" y="1746281"/>
                  </a:lnTo>
                  <a:lnTo>
                    <a:pt x="3477921" y="1768071"/>
                  </a:lnTo>
                  <a:lnTo>
                    <a:pt x="3422150" y="1790933"/>
                  </a:lnTo>
                  <a:lnTo>
                    <a:pt x="3366272" y="1814638"/>
                  </a:lnTo>
                  <a:lnTo>
                    <a:pt x="3310293" y="1838915"/>
                  </a:lnTo>
                  <a:lnTo>
                    <a:pt x="3254256" y="1863468"/>
                  </a:lnTo>
                  <a:lnTo>
                    <a:pt x="3198228" y="1887981"/>
                  </a:lnTo>
                  <a:lnTo>
                    <a:pt x="3142270" y="1912144"/>
                  </a:lnTo>
                  <a:lnTo>
                    <a:pt x="3086420" y="1935663"/>
                  </a:lnTo>
                  <a:lnTo>
                    <a:pt x="3030669" y="1958279"/>
                  </a:lnTo>
                  <a:lnTo>
                    <a:pt x="2974941" y="1979775"/>
                  </a:lnTo>
                  <a:lnTo>
                    <a:pt x="2919075" y="1999986"/>
                  </a:lnTo>
                  <a:lnTo>
                    <a:pt x="2862808" y="2018800"/>
                  </a:lnTo>
                  <a:lnTo>
                    <a:pt x="2805757" y="2036158"/>
                  </a:lnTo>
                  <a:lnTo>
                    <a:pt x="2747391" y="2052051"/>
                  </a:lnTo>
                  <a:lnTo>
                    <a:pt x="2702183" y="2063062"/>
                  </a:lnTo>
                  <a:lnTo>
                    <a:pt x="2650294" y="2074337"/>
                  </a:lnTo>
                  <a:lnTo>
                    <a:pt x="2595954" y="2084633"/>
                  </a:lnTo>
                  <a:lnTo>
                    <a:pt x="2538477" y="2093985"/>
                  </a:lnTo>
                  <a:lnTo>
                    <a:pt x="2477112" y="2102460"/>
                  </a:lnTo>
                  <a:lnTo>
                    <a:pt x="2411081" y="2110139"/>
                  </a:lnTo>
                  <a:lnTo>
                    <a:pt x="2339621" y="2117104"/>
                  </a:lnTo>
                  <a:lnTo>
                    <a:pt x="2262035" y="2123434"/>
                  </a:lnTo>
                  <a:lnTo>
                    <a:pt x="2177765" y="2129197"/>
                  </a:lnTo>
                  <a:lnTo>
                    <a:pt x="2086478" y="2134449"/>
                  </a:lnTo>
                  <a:lnTo>
                    <a:pt x="1988189" y="2139235"/>
                  </a:lnTo>
                  <a:lnTo>
                    <a:pt x="1883400" y="2143583"/>
                  </a:lnTo>
                  <a:lnTo>
                    <a:pt x="1773241" y="2147510"/>
                  </a:lnTo>
                  <a:lnTo>
                    <a:pt x="1659602" y="2151022"/>
                  </a:lnTo>
                  <a:lnTo>
                    <a:pt x="1545188" y="2154113"/>
                  </a:lnTo>
                  <a:lnTo>
                    <a:pt x="1433445" y="2156774"/>
                  </a:lnTo>
                  <a:lnTo>
                    <a:pt x="1328329" y="2158998"/>
                  </a:lnTo>
                  <a:lnTo>
                    <a:pt x="1233874" y="2160787"/>
                  </a:lnTo>
                  <a:lnTo>
                    <a:pt x="1153636" y="2162155"/>
                  </a:lnTo>
                  <a:lnTo>
                    <a:pt x="1090098" y="2163135"/>
                  </a:lnTo>
                  <a:lnTo>
                    <a:pt x="1044201" y="2163779"/>
                  </a:lnTo>
                  <a:lnTo>
                    <a:pt x="1015103" y="2164151"/>
                  </a:lnTo>
                  <a:lnTo>
                    <a:pt x="1000199" y="2164325"/>
                  </a:lnTo>
                  <a:lnTo>
                    <a:pt x="995314" y="2164378"/>
                  </a:lnTo>
                  <a:lnTo>
                    <a:pt x="994940" y="2164381"/>
                  </a:lnTo>
                  <a:lnTo>
                    <a:pt x="0" y="2164381"/>
                  </a:lnTo>
                  <a:close/>
                </a:path>
              </a:pathLst>
            </a:custGeom>
            <a:solidFill>
              <a:srgbClr val="5D4037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70" name="pl2169"/>
            <p:cNvSpPr/>
            <p:nvPr/>
          </p:nvSpPr>
          <p:spPr>
            <a:xfrm>
              <a:off x="1199187" y="4354802"/>
              <a:ext cx="12049831" cy="2164381"/>
            </a:xfrm>
            <a:custGeom>
              <a:avLst/>
              <a:pathLst>
                <a:path w="12049831" h="2164381">
                  <a:moveTo>
                    <a:pt x="0" y="2164381"/>
                  </a:moveTo>
                  <a:lnTo>
                    <a:pt x="994940" y="2164381"/>
                  </a:lnTo>
                  <a:lnTo>
                    <a:pt x="996073" y="2164370"/>
                  </a:lnTo>
                  <a:lnTo>
                    <a:pt x="1003554" y="2164287"/>
                  </a:lnTo>
                  <a:lnTo>
                    <a:pt x="1022512" y="2164059"/>
                  </a:lnTo>
                  <a:lnTo>
                    <a:pt x="1056657" y="2163610"/>
                  </a:lnTo>
                  <a:lnTo>
                    <a:pt x="1108060" y="2162868"/>
                  </a:lnTo>
                  <a:lnTo>
                    <a:pt x="1176995" y="2161771"/>
                  </a:lnTo>
                  <a:lnTo>
                    <a:pt x="1262001" y="2160275"/>
                  </a:lnTo>
                  <a:lnTo>
                    <a:pt x="1360202" y="2158351"/>
                  </a:lnTo>
                  <a:lnTo>
                    <a:pt x="1467828" y="2155989"/>
                  </a:lnTo>
                  <a:lnTo>
                    <a:pt x="1580813" y="2153193"/>
                  </a:lnTo>
                  <a:lnTo>
                    <a:pt x="1695324" y="2149970"/>
                  </a:lnTo>
                  <a:lnTo>
                    <a:pt x="1808127" y="2146328"/>
                  </a:lnTo>
                  <a:lnTo>
                    <a:pt x="1916774" y="2142270"/>
                  </a:lnTo>
                  <a:lnTo>
                    <a:pt x="2019623" y="2137788"/>
                  </a:lnTo>
                  <a:lnTo>
                    <a:pt x="2115752" y="2132861"/>
                  </a:lnTo>
                  <a:lnTo>
                    <a:pt x="2204830" y="2127454"/>
                  </a:lnTo>
                  <a:lnTo>
                    <a:pt x="2286964" y="2121521"/>
                  </a:lnTo>
                  <a:lnTo>
                    <a:pt x="2362568" y="2115000"/>
                  </a:lnTo>
                  <a:lnTo>
                    <a:pt x="2432254" y="2107821"/>
                  </a:lnTo>
                  <a:lnTo>
                    <a:pt x="2496744" y="2099902"/>
                  </a:lnTo>
                  <a:lnTo>
                    <a:pt x="2556811" y="2091161"/>
                  </a:lnTo>
                  <a:lnTo>
                    <a:pt x="2613230" y="2081521"/>
                  </a:lnTo>
                  <a:lnTo>
                    <a:pt x="2666736" y="2070921"/>
                  </a:lnTo>
                  <a:lnTo>
                    <a:pt x="2702183" y="2063062"/>
                  </a:lnTo>
                  <a:lnTo>
                    <a:pt x="2761996" y="2048252"/>
                  </a:lnTo>
                  <a:lnTo>
                    <a:pt x="2819979" y="2031998"/>
                  </a:lnTo>
                  <a:lnTo>
                    <a:pt x="2876792" y="2014277"/>
                  </a:lnTo>
                  <a:lnTo>
                    <a:pt x="2932929" y="1995110"/>
                  </a:lnTo>
                  <a:lnTo>
                    <a:pt x="2988741" y="1974569"/>
                  </a:lnTo>
                  <a:lnTo>
                    <a:pt x="3044463" y="1952778"/>
                  </a:lnTo>
                  <a:lnTo>
                    <a:pt x="3100235" y="1929916"/>
                  </a:lnTo>
                  <a:lnTo>
                    <a:pt x="3156113" y="1906212"/>
                  </a:lnTo>
                  <a:lnTo>
                    <a:pt x="3212092" y="1881934"/>
                  </a:lnTo>
                  <a:lnTo>
                    <a:pt x="3268129" y="1857381"/>
                  </a:lnTo>
                  <a:lnTo>
                    <a:pt x="3324157" y="1832868"/>
                  </a:lnTo>
                  <a:lnTo>
                    <a:pt x="3380115" y="1808705"/>
                  </a:lnTo>
                  <a:lnTo>
                    <a:pt x="3435965" y="1785186"/>
                  </a:lnTo>
                  <a:lnTo>
                    <a:pt x="3491716" y="1762570"/>
                  </a:lnTo>
                  <a:lnTo>
                    <a:pt x="3547444" y="1741074"/>
                  </a:lnTo>
                  <a:lnTo>
                    <a:pt x="3603310" y="1720863"/>
                  </a:lnTo>
                  <a:lnTo>
                    <a:pt x="3659577" y="1702049"/>
                  </a:lnTo>
                  <a:lnTo>
                    <a:pt x="3716628" y="1684691"/>
                  </a:lnTo>
                  <a:lnTo>
                    <a:pt x="3774994" y="1668798"/>
                  </a:lnTo>
                  <a:lnTo>
                    <a:pt x="3820202" y="1657787"/>
                  </a:lnTo>
                  <a:lnTo>
                    <a:pt x="3872091" y="1646512"/>
                  </a:lnTo>
                  <a:lnTo>
                    <a:pt x="3926431" y="1636217"/>
                  </a:lnTo>
                  <a:lnTo>
                    <a:pt x="3983908" y="1626865"/>
                  </a:lnTo>
                  <a:lnTo>
                    <a:pt x="4045273" y="1618389"/>
                  </a:lnTo>
                  <a:lnTo>
                    <a:pt x="4111304" y="1610710"/>
                  </a:lnTo>
                  <a:lnTo>
                    <a:pt x="4182764" y="1603745"/>
                  </a:lnTo>
                  <a:lnTo>
                    <a:pt x="4260350" y="1597415"/>
                  </a:lnTo>
                  <a:lnTo>
                    <a:pt x="4344620" y="1591652"/>
                  </a:lnTo>
                  <a:lnTo>
                    <a:pt x="4435907" y="1586400"/>
                  </a:lnTo>
                  <a:lnTo>
                    <a:pt x="4534196" y="1581615"/>
                  </a:lnTo>
                  <a:lnTo>
                    <a:pt x="4638985" y="1577266"/>
                  </a:lnTo>
                  <a:lnTo>
                    <a:pt x="4749144" y="1573339"/>
                  </a:lnTo>
                  <a:lnTo>
                    <a:pt x="4862783" y="1569827"/>
                  </a:lnTo>
                  <a:lnTo>
                    <a:pt x="4977197" y="1566737"/>
                  </a:lnTo>
                  <a:lnTo>
                    <a:pt x="5088940" y="1564075"/>
                  </a:lnTo>
                  <a:lnTo>
                    <a:pt x="5194056" y="1561851"/>
                  </a:lnTo>
                  <a:lnTo>
                    <a:pt x="5288511" y="1560062"/>
                  </a:lnTo>
                  <a:lnTo>
                    <a:pt x="5368749" y="1558694"/>
                  </a:lnTo>
                  <a:lnTo>
                    <a:pt x="5432287" y="1557714"/>
                  </a:lnTo>
                  <a:lnTo>
                    <a:pt x="5478184" y="1557070"/>
                  </a:lnTo>
                  <a:lnTo>
                    <a:pt x="5507282" y="1556698"/>
                  </a:lnTo>
                  <a:lnTo>
                    <a:pt x="5522186" y="1556524"/>
                  </a:lnTo>
                  <a:lnTo>
                    <a:pt x="5527071" y="1556472"/>
                  </a:lnTo>
                  <a:lnTo>
                    <a:pt x="5527445" y="1556468"/>
                  </a:lnTo>
                  <a:lnTo>
                    <a:pt x="6522385" y="1556468"/>
                  </a:lnTo>
                  <a:lnTo>
                    <a:pt x="6523503" y="1556439"/>
                  </a:lnTo>
                  <a:lnTo>
                    <a:pt x="6530880" y="1556230"/>
                  </a:lnTo>
                  <a:lnTo>
                    <a:pt x="6549582" y="1555655"/>
                  </a:lnTo>
                  <a:lnTo>
                    <a:pt x="6583286" y="1554522"/>
                  </a:lnTo>
                  <a:lnTo>
                    <a:pt x="6634059" y="1552649"/>
                  </a:lnTo>
                  <a:lnTo>
                    <a:pt x="6702212" y="1549880"/>
                  </a:lnTo>
                  <a:lnTo>
                    <a:pt x="6786347" y="1546100"/>
                  </a:lnTo>
                  <a:lnTo>
                    <a:pt x="6883664" y="1541238"/>
                  </a:lnTo>
                  <a:lnTo>
                    <a:pt x="6990469" y="1535266"/>
                  </a:lnTo>
                  <a:lnTo>
                    <a:pt x="7102754" y="1528191"/>
                  </a:lnTo>
                  <a:lnTo>
                    <a:pt x="7216721" y="1520033"/>
                  </a:lnTo>
                  <a:lnTo>
                    <a:pt x="7329147" y="1510814"/>
                  </a:lnTo>
                  <a:lnTo>
                    <a:pt x="7437575" y="1500538"/>
                  </a:lnTo>
                  <a:lnTo>
                    <a:pt x="7540339" y="1489189"/>
                  </a:lnTo>
                  <a:lnTo>
                    <a:pt x="7636489" y="1476715"/>
                  </a:lnTo>
                  <a:lnTo>
                    <a:pt x="7725662" y="1463035"/>
                  </a:lnTo>
                  <a:lnTo>
                    <a:pt x="7807938" y="1448029"/>
                  </a:lnTo>
                  <a:lnTo>
                    <a:pt x="7883704" y="1431547"/>
                  </a:lnTo>
                  <a:lnTo>
                    <a:pt x="7953551" y="1413410"/>
                  </a:lnTo>
                  <a:lnTo>
                    <a:pt x="8018183" y="1393419"/>
                  </a:lnTo>
                  <a:lnTo>
                    <a:pt x="8078360" y="1371364"/>
                  </a:lnTo>
                  <a:lnTo>
                    <a:pt x="8134848" y="1347045"/>
                  </a:lnTo>
                  <a:lnTo>
                    <a:pt x="8188377" y="1320306"/>
                  </a:lnTo>
                  <a:lnTo>
                    <a:pt x="8229629" y="1297056"/>
                  </a:lnTo>
                  <a:lnTo>
                    <a:pt x="8282551" y="1263764"/>
                  </a:lnTo>
                  <a:lnTo>
                    <a:pt x="8333979" y="1227598"/>
                  </a:lnTo>
                  <a:lnTo>
                    <a:pt x="8384390" y="1188506"/>
                  </a:lnTo>
                  <a:lnTo>
                    <a:pt x="8434154" y="1146500"/>
                  </a:lnTo>
                  <a:lnTo>
                    <a:pt x="8483551" y="1101669"/>
                  </a:lnTo>
                  <a:lnTo>
                    <a:pt x="8532782" y="1054183"/>
                  </a:lnTo>
                  <a:lnTo>
                    <a:pt x="8581985" y="1004296"/>
                  </a:lnTo>
                  <a:lnTo>
                    <a:pt x="8631239" y="952345"/>
                  </a:lnTo>
                  <a:lnTo>
                    <a:pt x="8680578" y="898742"/>
                  </a:lnTo>
                  <a:lnTo>
                    <a:pt x="8729998" y="843963"/>
                  </a:lnTo>
                  <a:lnTo>
                    <a:pt x="8779470" y="788531"/>
                  </a:lnTo>
                  <a:lnTo>
                    <a:pt x="8828951" y="732996"/>
                  </a:lnTo>
                  <a:lnTo>
                    <a:pt x="8878395" y="677913"/>
                  </a:lnTo>
                  <a:lnTo>
                    <a:pt x="8927766" y="623815"/>
                  </a:lnTo>
                  <a:lnTo>
                    <a:pt x="8977050" y="571201"/>
                  </a:lnTo>
                  <a:lnTo>
                    <a:pt x="9026265" y="520506"/>
                  </a:lnTo>
                  <a:lnTo>
                    <a:pt x="9075473" y="472096"/>
                  </a:lnTo>
                  <a:lnTo>
                    <a:pt x="9124788" y="426257"/>
                  </a:lnTo>
                  <a:lnTo>
                    <a:pt x="9174388" y="383189"/>
                  </a:lnTo>
                  <a:lnTo>
                    <a:pt x="9224522" y="343012"/>
                  </a:lnTo>
                  <a:lnTo>
                    <a:pt x="9275523" y="305765"/>
                  </a:lnTo>
                  <a:lnTo>
                    <a:pt x="9327828" y="271418"/>
                  </a:lnTo>
                  <a:lnTo>
                    <a:pt x="9347647" y="259411"/>
                  </a:lnTo>
                  <a:lnTo>
                    <a:pt x="9399281" y="230677"/>
                  </a:lnTo>
                  <a:lnTo>
                    <a:pt x="9453340" y="204426"/>
                  </a:lnTo>
                  <a:lnTo>
                    <a:pt x="9510498" y="180569"/>
                  </a:lnTo>
                  <a:lnTo>
                    <a:pt x="9571495" y="158938"/>
                  </a:lnTo>
                  <a:lnTo>
                    <a:pt x="9637099" y="139330"/>
                  </a:lnTo>
                  <a:lnTo>
                    <a:pt x="9708062" y="121537"/>
                  </a:lnTo>
                  <a:lnTo>
                    <a:pt x="9785074" y="105360"/>
                  </a:lnTo>
                  <a:lnTo>
                    <a:pt x="9868691" y="90627"/>
                  </a:lnTo>
                  <a:lnTo>
                    <a:pt x="9959250" y="77193"/>
                  </a:lnTo>
                  <a:lnTo>
                    <a:pt x="10056753" y="64948"/>
                  </a:lnTo>
                  <a:lnTo>
                    <a:pt x="10160732" y="53813"/>
                  </a:lnTo>
                  <a:lnTo>
                    <a:pt x="10270107" y="43747"/>
                  </a:lnTo>
                  <a:lnTo>
                    <a:pt x="10383059" y="34736"/>
                  </a:lnTo>
                  <a:lnTo>
                    <a:pt x="10496971" y="26790"/>
                  </a:lnTo>
                  <a:lnTo>
                    <a:pt x="10608487" y="19932"/>
                  </a:lnTo>
                  <a:lnTo>
                    <a:pt x="10713732" y="14181"/>
                  </a:lnTo>
                  <a:lnTo>
                    <a:pt x="10808715" y="9536"/>
                  </a:lnTo>
                  <a:lnTo>
                    <a:pt x="10889874" y="5962"/>
                  </a:lnTo>
                  <a:lnTo>
                    <a:pt x="10954650" y="3381"/>
                  </a:lnTo>
                  <a:lnTo>
                    <a:pt x="11001968" y="1668"/>
                  </a:lnTo>
                  <a:lnTo>
                    <a:pt x="11032487" y="660"/>
                  </a:lnTo>
                  <a:lnTo>
                    <a:pt x="11048612" y="173"/>
                  </a:lnTo>
                  <a:lnTo>
                    <a:pt x="11054308" y="1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1" name="pl2170"/>
            <p:cNvSpPr/>
            <p:nvPr/>
          </p:nvSpPr>
          <p:spPr>
            <a:xfrm>
              <a:off x="1199187" y="4349561"/>
              <a:ext cx="12049831" cy="2164381"/>
            </a:xfrm>
            <a:custGeom>
              <a:avLst/>
              <a:pathLst>
                <a:path w="12049831" h="2164381">
                  <a:moveTo>
                    <a:pt x="12049831" y="0"/>
                  </a:moveTo>
                  <a:lnTo>
                    <a:pt x="11054891" y="0"/>
                  </a:lnTo>
                  <a:lnTo>
                    <a:pt x="11053774" y="29"/>
                  </a:lnTo>
                  <a:lnTo>
                    <a:pt x="11046397" y="237"/>
                  </a:lnTo>
                  <a:lnTo>
                    <a:pt x="11027694" y="812"/>
                  </a:lnTo>
                  <a:lnTo>
                    <a:pt x="10993991" y="1945"/>
                  </a:lnTo>
                  <a:lnTo>
                    <a:pt x="10943217" y="3818"/>
                  </a:lnTo>
                  <a:lnTo>
                    <a:pt x="10875064" y="6587"/>
                  </a:lnTo>
                  <a:lnTo>
                    <a:pt x="10790929" y="10367"/>
                  </a:lnTo>
                  <a:lnTo>
                    <a:pt x="10693612" y="15230"/>
                  </a:lnTo>
                  <a:lnTo>
                    <a:pt x="10586808" y="21201"/>
                  </a:lnTo>
                  <a:lnTo>
                    <a:pt x="10474523" y="28276"/>
                  </a:lnTo>
                  <a:lnTo>
                    <a:pt x="10360556" y="36434"/>
                  </a:lnTo>
                  <a:lnTo>
                    <a:pt x="10248129" y="45654"/>
                  </a:lnTo>
                  <a:lnTo>
                    <a:pt x="10139701" y="55929"/>
                  </a:lnTo>
                  <a:lnTo>
                    <a:pt x="10036938" y="67279"/>
                  </a:lnTo>
                  <a:lnTo>
                    <a:pt x="9940788" y="79752"/>
                  </a:lnTo>
                  <a:lnTo>
                    <a:pt x="9851614" y="93433"/>
                  </a:lnTo>
                  <a:lnTo>
                    <a:pt x="9769338" y="108439"/>
                  </a:lnTo>
                  <a:lnTo>
                    <a:pt x="9693572" y="124921"/>
                  </a:lnTo>
                  <a:lnTo>
                    <a:pt x="9623726" y="143057"/>
                  </a:lnTo>
                  <a:lnTo>
                    <a:pt x="9559094" y="163048"/>
                  </a:lnTo>
                  <a:lnTo>
                    <a:pt x="9498916" y="185104"/>
                  </a:lnTo>
                  <a:lnTo>
                    <a:pt x="9442428" y="209422"/>
                  </a:lnTo>
                  <a:lnTo>
                    <a:pt x="9388899" y="236161"/>
                  </a:lnTo>
                  <a:lnTo>
                    <a:pt x="9347647" y="259411"/>
                  </a:lnTo>
                  <a:lnTo>
                    <a:pt x="9294725" y="292704"/>
                  </a:lnTo>
                  <a:lnTo>
                    <a:pt x="9243298" y="328869"/>
                  </a:lnTo>
                  <a:lnTo>
                    <a:pt x="9192886" y="367961"/>
                  </a:lnTo>
                  <a:lnTo>
                    <a:pt x="9143122" y="409968"/>
                  </a:lnTo>
                  <a:lnTo>
                    <a:pt x="9093725" y="454799"/>
                  </a:lnTo>
                  <a:lnTo>
                    <a:pt x="9044494" y="502285"/>
                  </a:lnTo>
                  <a:lnTo>
                    <a:pt x="8995291" y="552171"/>
                  </a:lnTo>
                  <a:lnTo>
                    <a:pt x="8946038" y="604122"/>
                  </a:lnTo>
                  <a:lnTo>
                    <a:pt x="8896699" y="657725"/>
                  </a:lnTo>
                  <a:lnTo>
                    <a:pt x="8847279" y="712504"/>
                  </a:lnTo>
                  <a:lnTo>
                    <a:pt x="8797806" y="767936"/>
                  </a:lnTo>
                  <a:lnTo>
                    <a:pt x="8748325" y="823471"/>
                  </a:lnTo>
                  <a:lnTo>
                    <a:pt x="8698881" y="878555"/>
                  </a:lnTo>
                  <a:lnTo>
                    <a:pt x="8649510" y="932652"/>
                  </a:lnTo>
                  <a:lnTo>
                    <a:pt x="8600227" y="985267"/>
                  </a:lnTo>
                  <a:lnTo>
                    <a:pt x="8551012" y="1035962"/>
                  </a:lnTo>
                  <a:lnTo>
                    <a:pt x="8501804" y="1084371"/>
                  </a:lnTo>
                  <a:lnTo>
                    <a:pt x="8452488" y="1130211"/>
                  </a:lnTo>
                  <a:lnTo>
                    <a:pt x="8402888" y="1173278"/>
                  </a:lnTo>
                  <a:lnTo>
                    <a:pt x="8352755" y="1213455"/>
                  </a:lnTo>
                  <a:lnTo>
                    <a:pt x="8301753" y="1250702"/>
                  </a:lnTo>
                  <a:lnTo>
                    <a:pt x="8249448" y="1285049"/>
                  </a:lnTo>
                  <a:lnTo>
                    <a:pt x="8229629" y="1297056"/>
                  </a:lnTo>
                  <a:lnTo>
                    <a:pt x="8177995" y="1325790"/>
                  </a:lnTo>
                  <a:lnTo>
                    <a:pt x="8123936" y="1352041"/>
                  </a:lnTo>
                  <a:lnTo>
                    <a:pt x="8066779" y="1375898"/>
                  </a:lnTo>
                  <a:lnTo>
                    <a:pt x="8005781" y="1397529"/>
                  </a:lnTo>
                  <a:lnTo>
                    <a:pt x="7940178" y="1417137"/>
                  </a:lnTo>
                  <a:lnTo>
                    <a:pt x="7869214" y="1434931"/>
                  </a:lnTo>
                  <a:lnTo>
                    <a:pt x="7792202" y="1451107"/>
                  </a:lnTo>
                  <a:lnTo>
                    <a:pt x="7708586" y="1465840"/>
                  </a:lnTo>
                  <a:lnTo>
                    <a:pt x="7618027" y="1479274"/>
                  </a:lnTo>
                  <a:lnTo>
                    <a:pt x="7520524" y="1491520"/>
                  </a:lnTo>
                  <a:lnTo>
                    <a:pt x="7416544" y="1502654"/>
                  </a:lnTo>
                  <a:lnTo>
                    <a:pt x="7307169" y="1512720"/>
                  </a:lnTo>
                  <a:lnTo>
                    <a:pt x="7194218" y="1521731"/>
                  </a:lnTo>
                  <a:lnTo>
                    <a:pt x="7080306" y="1529677"/>
                  </a:lnTo>
                  <a:lnTo>
                    <a:pt x="6968790" y="1536535"/>
                  </a:lnTo>
                  <a:lnTo>
                    <a:pt x="6863545" y="1542287"/>
                  </a:lnTo>
                  <a:lnTo>
                    <a:pt x="6768562" y="1546932"/>
                  </a:lnTo>
                  <a:lnTo>
                    <a:pt x="6687403" y="1550505"/>
                  </a:lnTo>
                  <a:lnTo>
                    <a:pt x="6622626" y="1553086"/>
                  </a:lnTo>
                  <a:lnTo>
                    <a:pt x="6575309" y="1554799"/>
                  </a:lnTo>
                  <a:lnTo>
                    <a:pt x="6544790" y="1555807"/>
                  </a:lnTo>
                  <a:lnTo>
                    <a:pt x="6528665" y="1556295"/>
                  </a:lnTo>
                  <a:lnTo>
                    <a:pt x="6522968" y="1556453"/>
                  </a:lnTo>
                  <a:lnTo>
                    <a:pt x="6522385" y="1556468"/>
                  </a:lnTo>
                  <a:lnTo>
                    <a:pt x="5527445" y="1556468"/>
                  </a:lnTo>
                  <a:lnTo>
                    <a:pt x="5526312" y="1556479"/>
                  </a:lnTo>
                  <a:lnTo>
                    <a:pt x="5518831" y="1556562"/>
                  </a:lnTo>
                  <a:lnTo>
                    <a:pt x="5499873" y="1556790"/>
                  </a:lnTo>
                  <a:lnTo>
                    <a:pt x="5465728" y="1557239"/>
                  </a:lnTo>
                  <a:lnTo>
                    <a:pt x="5414325" y="1557981"/>
                  </a:lnTo>
                  <a:lnTo>
                    <a:pt x="5345390" y="1559078"/>
                  </a:lnTo>
                  <a:lnTo>
                    <a:pt x="5260384" y="1560575"/>
                  </a:lnTo>
                  <a:lnTo>
                    <a:pt x="5162183" y="1562499"/>
                  </a:lnTo>
                  <a:lnTo>
                    <a:pt x="5054557" y="1564860"/>
                  </a:lnTo>
                  <a:lnTo>
                    <a:pt x="4941572" y="1567656"/>
                  </a:lnTo>
                  <a:lnTo>
                    <a:pt x="4827061" y="1570879"/>
                  </a:lnTo>
                  <a:lnTo>
                    <a:pt x="4714258" y="1574521"/>
                  </a:lnTo>
                  <a:lnTo>
                    <a:pt x="4605611" y="1578579"/>
                  </a:lnTo>
                  <a:lnTo>
                    <a:pt x="4502762" y="1583061"/>
                  </a:lnTo>
                  <a:lnTo>
                    <a:pt x="4406633" y="1587988"/>
                  </a:lnTo>
                  <a:lnTo>
                    <a:pt x="4317555" y="1593395"/>
                  </a:lnTo>
                  <a:lnTo>
                    <a:pt x="4235421" y="1599328"/>
                  </a:lnTo>
                  <a:lnTo>
                    <a:pt x="4159817" y="1605849"/>
                  </a:lnTo>
                  <a:lnTo>
                    <a:pt x="4090131" y="1613029"/>
                  </a:lnTo>
                  <a:lnTo>
                    <a:pt x="4025641" y="1620947"/>
                  </a:lnTo>
                  <a:lnTo>
                    <a:pt x="3965574" y="1629688"/>
                  </a:lnTo>
                  <a:lnTo>
                    <a:pt x="3909155" y="1639329"/>
                  </a:lnTo>
                  <a:lnTo>
                    <a:pt x="3855649" y="1649928"/>
                  </a:lnTo>
                  <a:lnTo>
                    <a:pt x="3820202" y="1657787"/>
                  </a:lnTo>
                  <a:lnTo>
                    <a:pt x="3760389" y="1672597"/>
                  </a:lnTo>
                  <a:lnTo>
                    <a:pt x="3702406" y="1688851"/>
                  </a:lnTo>
                  <a:lnTo>
                    <a:pt x="3645593" y="1706572"/>
                  </a:lnTo>
                  <a:lnTo>
                    <a:pt x="3589456" y="1725739"/>
                  </a:lnTo>
                  <a:lnTo>
                    <a:pt x="3533644" y="1746281"/>
                  </a:lnTo>
                  <a:lnTo>
                    <a:pt x="3477921" y="1768071"/>
                  </a:lnTo>
                  <a:lnTo>
                    <a:pt x="3422150" y="1790933"/>
                  </a:lnTo>
                  <a:lnTo>
                    <a:pt x="3366272" y="1814638"/>
                  </a:lnTo>
                  <a:lnTo>
                    <a:pt x="3310293" y="1838915"/>
                  </a:lnTo>
                  <a:lnTo>
                    <a:pt x="3254256" y="1863468"/>
                  </a:lnTo>
                  <a:lnTo>
                    <a:pt x="3198228" y="1887981"/>
                  </a:lnTo>
                  <a:lnTo>
                    <a:pt x="3142270" y="1912144"/>
                  </a:lnTo>
                  <a:lnTo>
                    <a:pt x="3086420" y="1935663"/>
                  </a:lnTo>
                  <a:lnTo>
                    <a:pt x="3030669" y="1958279"/>
                  </a:lnTo>
                  <a:lnTo>
                    <a:pt x="2974941" y="1979775"/>
                  </a:lnTo>
                  <a:lnTo>
                    <a:pt x="2919075" y="1999986"/>
                  </a:lnTo>
                  <a:lnTo>
                    <a:pt x="2862808" y="2018800"/>
                  </a:lnTo>
                  <a:lnTo>
                    <a:pt x="2805757" y="2036158"/>
                  </a:lnTo>
                  <a:lnTo>
                    <a:pt x="2747391" y="2052051"/>
                  </a:lnTo>
                  <a:lnTo>
                    <a:pt x="2702183" y="2063062"/>
                  </a:lnTo>
                  <a:lnTo>
                    <a:pt x="2650294" y="2074337"/>
                  </a:lnTo>
                  <a:lnTo>
                    <a:pt x="2595954" y="2084633"/>
                  </a:lnTo>
                  <a:lnTo>
                    <a:pt x="2538477" y="2093985"/>
                  </a:lnTo>
                  <a:lnTo>
                    <a:pt x="2477112" y="2102460"/>
                  </a:lnTo>
                  <a:lnTo>
                    <a:pt x="2411081" y="2110139"/>
                  </a:lnTo>
                  <a:lnTo>
                    <a:pt x="2339621" y="2117104"/>
                  </a:lnTo>
                  <a:lnTo>
                    <a:pt x="2262035" y="2123434"/>
                  </a:lnTo>
                  <a:lnTo>
                    <a:pt x="2177765" y="2129197"/>
                  </a:lnTo>
                  <a:lnTo>
                    <a:pt x="2086478" y="2134449"/>
                  </a:lnTo>
                  <a:lnTo>
                    <a:pt x="1988189" y="2139235"/>
                  </a:lnTo>
                  <a:lnTo>
                    <a:pt x="1883400" y="2143583"/>
                  </a:lnTo>
                  <a:lnTo>
                    <a:pt x="1773241" y="2147510"/>
                  </a:lnTo>
                  <a:lnTo>
                    <a:pt x="1659602" y="2151022"/>
                  </a:lnTo>
                  <a:lnTo>
                    <a:pt x="1545188" y="2154113"/>
                  </a:lnTo>
                  <a:lnTo>
                    <a:pt x="1433445" y="2156774"/>
                  </a:lnTo>
                  <a:lnTo>
                    <a:pt x="1328329" y="2158998"/>
                  </a:lnTo>
                  <a:lnTo>
                    <a:pt x="1233874" y="2160787"/>
                  </a:lnTo>
                  <a:lnTo>
                    <a:pt x="1153636" y="2162155"/>
                  </a:lnTo>
                  <a:lnTo>
                    <a:pt x="1090098" y="2163135"/>
                  </a:lnTo>
                  <a:lnTo>
                    <a:pt x="1044201" y="2163779"/>
                  </a:lnTo>
                  <a:lnTo>
                    <a:pt x="1015103" y="2164151"/>
                  </a:lnTo>
                  <a:lnTo>
                    <a:pt x="1000199" y="2164325"/>
                  </a:lnTo>
                  <a:lnTo>
                    <a:pt x="995314" y="2164378"/>
                  </a:lnTo>
                  <a:lnTo>
                    <a:pt x="994940" y="2164381"/>
                  </a:lnTo>
                  <a:lnTo>
                    <a:pt x="0" y="2164381"/>
                  </a:lnTo>
                  <a:lnTo>
                    <a:pt x="0" y="21643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2" name="pg2171"/>
            <p:cNvSpPr/>
            <p:nvPr/>
          </p:nvSpPr>
          <p:spPr>
            <a:xfrm>
              <a:off x="1199187" y="1561544"/>
              <a:ext cx="12049831" cy="4931436"/>
            </a:xfrm>
            <a:custGeom>
              <a:avLst/>
              <a:pathLst>
                <a:path w="12049831" h="4931436">
                  <a:moveTo>
                    <a:pt x="0" y="4931436"/>
                  </a:moveTo>
                  <a:lnTo>
                    <a:pt x="994940" y="4931436"/>
                  </a:lnTo>
                  <a:lnTo>
                    <a:pt x="995935" y="4931360"/>
                  </a:lnTo>
                  <a:lnTo>
                    <a:pt x="1002520" y="4930820"/>
                  </a:lnTo>
                  <a:lnTo>
                    <a:pt x="1019265" y="4929329"/>
                  </a:lnTo>
                  <a:lnTo>
                    <a:pt x="1049565" y="4926389"/>
                  </a:lnTo>
                  <a:lnTo>
                    <a:pt x="1095465" y="4921521"/>
                  </a:lnTo>
                  <a:lnTo>
                    <a:pt x="1157515" y="4914307"/>
                  </a:lnTo>
                  <a:lnTo>
                    <a:pt x="1234775" y="4904420"/>
                  </a:lnTo>
                  <a:lnTo>
                    <a:pt x="1325028" y="4891649"/>
                  </a:lnTo>
                  <a:lnTo>
                    <a:pt x="1425163" y="4875893"/>
                  </a:lnTo>
                  <a:lnTo>
                    <a:pt x="1531649" y="4857142"/>
                  </a:lnTo>
                  <a:lnTo>
                    <a:pt x="1640992" y="4835441"/>
                  </a:lnTo>
                  <a:lnTo>
                    <a:pt x="1750089" y="4810850"/>
                  </a:lnTo>
                  <a:lnTo>
                    <a:pt x="1856443" y="4783407"/>
                  </a:lnTo>
                  <a:lnTo>
                    <a:pt x="1958238" y="4753097"/>
                  </a:lnTo>
                  <a:lnTo>
                    <a:pt x="2054314" y="4719835"/>
                  </a:lnTo>
                  <a:lnTo>
                    <a:pt x="2144073" y="4683454"/>
                  </a:lnTo>
                  <a:lnTo>
                    <a:pt x="2227368" y="4643699"/>
                  </a:lnTo>
                  <a:lnTo>
                    <a:pt x="2304381" y="4600234"/>
                  </a:lnTo>
                  <a:lnTo>
                    <a:pt x="2375527" y="4552642"/>
                  </a:lnTo>
                  <a:lnTo>
                    <a:pt x="2441367" y="4500439"/>
                  </a:lnTo>
                  <a:lnTo>
                    <a:pt x="2502545" y="4443097"/>
                  </a:lnTo>
                  <a:lnTo>
                    <a:pt x="2559741" y="4380070"/>
                  </a:lnTo>
                  <a:lnTo>
                    <a:pt x="2613632" y="4310853"/>
                  </a:lnTo>
                  <a:lnTo>
                    <a:pt x="2664862" y="4235061"/>
                  </a:lnTo>
                  <a:lnTo>
                    <a:pt x="2702183" y="4173291"/>
                  </a:lnTo>
                  <a:lnTo>
                    <a:pt x="2738726" y="4107339"/>
                  </a:lnTo>
                  <a:lnTo>
                    <a:pt x="2774484" y="4037462"/>
                  </a:lnTo>
                  <a:lnTo>
                    <a:pt x="2809629" y="3963580"/>
                  </a:lnTo>
                  <a:lnTo>
                    <a:pt x="2844310" y="3885656"/>
                  </a:lnTo>
                  <a:lnTo>
                    <a:pt x="2878647" y="3803694"/>
                  </a:lnTo>
                  <a:lnTo>
                    <a:pt x="2912743" y="3717749"/>
                  </a:lnTo>
                  <a:lnTo>
                    <a:pt x="2946680" y="3627925"/>
                  </a:lnTo>
                  <a:lnTo>
                    <a:pt x="2980525" y="3534380"/>
                  </a:lnTo>
                  <a:lnTo>
                    <a:pt x="3014329" y="3437328"/>
                  </a:lnTo>
                  <a:lnTo>
                    <a:pt x="3048129" y="3337036"/>
                  </a:lnTo>
                  <a:lnTo>
                    <a:pt x="3081951" y="3233826"/>
                  </a:lnTo>
                  <a:lnTo>
                    <a:pt x="3115809" y="3128068"/>
                  </a:lnTo>
                  <a:lnTo>
                    <a:pt x="3149709" y="3020182"/>
                  </a:lnTo>
                  <a:lnTo>
                    <a:pt x="3183648" y="2910622"/>
                  </a:lnTo>
                  <a:lnTo>
                    <a:pt x="3217619" y="2799878"/>
                  </a:lnTo>
                  <a:lnTo>
                    <a:pt x="3251609" y="2688460"/>
                  </a:lnTo>
                  <a:lnTo>
                    <a:pt x="3285603" y="2576894"/>
                  </a:lnTo>
                  <a:lnTo>
                    <a:pt x="3319587" y="2465706"/>
                  </a:lnTo>
                  <a:lnTo>
                    <a:pt x="3353545" y="2355417"/>
                  </a:lnTo>
                  <a:lnTo>
                    <a:pt x="3387468" y="2246529"/>
                  </a:lnTo>
                  <a:lnTo>
                    <a:pt x="3421349" y="2139517"/>
                  </a:lnTo>
                  <a:lnTo>
                    <a:pt x="3455190" y="2034822"/>
                  </a:lnTo>
                  <a:lnTo>
                    <a:pt x="3489000" y="1932841"/>
                  </a:lnTo>
                  <a:lnTo>
                    <a:pt x="3522798" y="1833926"/>
                  </a:lnTo>
                  <a:lnTo>
                    <a:pt x="3556615" y="1738374"/>
                  </a:lnTo>
                  <a:lnTo>
                    <a:pt x="3590493" y="1646429"/>
                  </a:lnTo>
                  <a:lnTo>
                    <a:pt x="3624490" y="1558280"/>
                  </a:lnTo>
                  <a:lnTo>
                    <a:pt x="3658680" y="1474063"/>
                  </a:lnTo>
                  <a:lnTo>
                    <a:pt x="3693154" y="1393859"/>
                  </a:lnTo>
                  <a:lnTo>
                    <a:pt x="3728020" y="1317700"/>
                  </a:lnTo>
                  <a:lnTo>
                    <a:pt x="3763414" y="1245572"/>
                  </a:lnTo>
                  <a:lnTo>
                    <a:pt x="3799490" y="1177419"/>
                  </a:lnTo>
                  <a:lnTo>
                    <a:pt x="3820202" y="1140711"/>
                  </a:lnTo>
                  <a:lnTo>
                    <a:pt x="3869805" y="1059836"/>
                  </a:lnTo>
                  <a:lnTo>
                    <a:pt x="3921628" y="985673"/>
                  </a:lnTo>
                  <a:lnTo>
                    <a:pt x="3976264" y="918007"/>
                  </a:lnTo>
                  <a:lnTo>
                    <a:pt x="4034368" y="856416"/>
                  </a:lnTo>
                  <a:lnTo>
                    <a:pt x="4096621" y="800377"/>
                  </a:lnTo>
                  <a:lnTo>
                    <a:pt x="4163698" y="749347"/>
                  </a:lnTo>
                  <a:lnTo>
                    <a:pt x="4236228" y="702803"/>
                  </a:lnTo>
                  <a:lnTo>
                    <a:pt x="4314742" y="660279"/>
                  </a:lnTo>
                  <a:lnTo>
                    <a:pt x="4399607" y="621375"/>
                  </a:lnTo>
                  <a:lnTo>
                    <a:pt x="4490936" y="585775"/>
                  </a:lnTo>
                  <a:lnTo>
                    <a:pt x="4588481" y="553245"/>
                  </a:lnTo>
                  <a:lnTo>
                    <a:pt x="4691520" y="523639"/>
                  </a:lnTo>
                  <a:lnTo>
                    <a:pt x="4798736" y="496890"/>
                  </a:lnTo>
                  <a:lnTo>
                    <a:pt x="4908149" y="473000"/>
                  </a:lnTo>
                  <a:lnTo>
                    <a:pt x="5017101" y="452013"/>
                  </a:lnTo>
                  <a:lnTo>
                    <a:pt x="5122368" y="433989"/>
                  </a:lnTo>
                  <a:lnTo>
                    <a:pt x="5220411" y="418965"/>
                  </a:lnTo>
                  <a:lnTo>
                    <a:pt x="5307755" y="406911"/>
                  </a:lnTo>
                  <a:lnTo>
                    <a:pt x="5381466" y="397700"/>
                  </a:lnTo>
                  <a:lnTo>
                    <a:pt x="5439608" y="391092"/>
                  </a:lnTo>
                  <a:lnTo>
                    <a:pt x="5481595" y="386736"/>
                  </a:lnTo>
                  <a:lnTo>
                    <a:pt x="5508346" y="384194"/>
                  </a:lnTo>
                  <a:lnTo>
                    <a:pt x="5522252" y="382981"/>
                  </a:lnTo>
                  <a:lnTo>
                    <a:pt x="5527010" y="382598"/>
                  </a:lnTo>
                  <a:lnTo>
                    <a:pt x="5527445" y="382566"/>
                  </a:lnTo>
                  <a:lnTo>
                    <a:pt x="6522385" y="382566"/>
                  </a:lnTo>
                  <a:lnTo>
                    <a:pt x="6523521" y="382559"/>
                  </a:lnTo>
                  <a:lnTo>
                    <a:pt x="6531013" y="382507"/>
                  </a:lnTo>
                  <a:lnTo>
                    <a:pt x="6550000" y="382366"/>
                  </a:lnTo>
                  <a:lnTo>
                    <a:pt x="6584195" y="382086"/>
                  </a:lnTo>
                  <a:lnTo>
                    <a:pt x="6635668" y="381625"/>
                  </a:lnTo>
                  <a:lnTo>
                    <a:pt x="6704691" y="380943"/>
                  </a:lnTo>
                  <a:lnTo>
                    <a:pt x="6789796" y="380013"/>
                  </a:lnTo>
                  <a:lnTo>
                    <a:pt x="6888096" y="378817"/>
                  </a:lnTo>
                  <a:lnTo>
                    <a:pt x="6995813" y="377349"/>
                  </a:lnTo>
                  <a:lnTo>
                    <a:pt x="7108876" y="375611"/>
                  </a:lnTo>
                  <a:lnTo>
                    <a:pt x="7223447" y="373608"/>
                  </a:lnTo>
                  <a:lnTo>
                    <a:pt x="7336293" y="371345"/>
                  </a:lnTo>
                  <a:lnTo>
                    <a:pt x="7444964" y="368823"/>
                  </a:lnTo>
                  <a:lnTo>
                    <a:pt x="7547821" y="366038"/>
                  </a:lnTo>
                  <a:lnTo>
                    <a:pt x="7643948" y="362975"/>
                  </a:lnTo>
                  <a:lnTo>
                    <a:pt x="7733015" y="359615"/>
                  </a:lnTo>
                  <a:lnTo>
                    <a:pt x="7815133" y="355927"/>
                  </a:lnTo>
                  <a:lnTo>
                    <a:pt x="7890719" y="351874"/>
                  </a:lnTo>
                  <a:lnTo>
                    <a:pt x="7960386" y="347411"/>
                  </a:lnTo>
                  <a:lnTo>
                    <a:pt x="8024860" y="342488"/>
                  </a:lnTo>
                  <a:lnTo>
                    <a:pt x="8084916" y="337054"/>
                  </a:lnTo>
                  <a:lnTo>
                    <a:pt x="8141327" y="331060"/>
                  </a:lnTo>
                  <a:lnTo>
                    <a:pt x="8194831" y="324470"/>
                  </a:lnTo>
                  <a:lnTo>
                    <a:pt x="8229629" y="319678"/>
                  </a:lnTo>
                  <a:lnTo>
                    <a:pt x="8290540" y="310305"/>
                  </a:lnTo>
                  <a:lnTo>
                    <a:pt x="8349566" y="300002"/>
                  </a:lnTo>
                  <a:lnTo>
                    <a:pt x="8407400" y="288754"/>
                  </a:lnTo>
                  <a:lnTo>
                    <a:pt x="8464555" y="276576"/>
                  </a:lnTo>
                  <a:lnTo>
                    <a:pt x="8521395" y="263518"/>
                  </a:lnTo>
                  <a:lnTo>
                    <a:pt x="8578160" y="249665"/>
                  </a:lnTo>
                  <a:lnTo>
                    <a:pt x="8634985" y="235137"/>
                  </a:lnTo>
                  <a:lnTo>
                    <a:pt x="8691923" y="220088"/>
                  </a:lnTo>
                  <a:lnTo>
                    <a:pt x="8748962" y="204697"/>
                  </a:lnTo>
                  <a:lnTo>
                    <a:pt x="8806050" y="189163"/>
                  </a:lnTo>
                  <a:lnTo>
                    <a:pt x="8863116" y="173691"/>
                  </a:lnTo>
                  <a:lnTo>
                    <a:pt x="8920097" y="158486"/>
                  </a:lnTo>
                  <a:lnTo>
                    <a:pt x="8976964" y="143735"/>
                  </a:lnTo>
                  <a:lnTo>
                    <a:pt x="9033742" y="129602"/>
                  </a:lnTo>
                  <a:lnTo>
                    <a:pt x="9090530" y="116222"/>
                  </a:lnTo>
                  <a:lnTo>
                    <a:pt x="9147526" y="103693"/>
                  </a:lnTo>
                  <a:lnTo>
                    <a:pt x="9205043" y="92079"/>
                  </a:lnTo>
                  <a:lnTo>
                    <a:pt x="9263533" y="81407"/>
                  </a:lnTo>
                  <a:lnTo>
                    <a:pt x="9323612" y="71675"/>
                  </a:lnTo>
                  <a:lnTo>
                    <a:pt x="9347647" y="68128"/>
                  </a:lnTo>
                  <a:lnTo>
                    <a:pt x="9399565" y="61126"/>
                  </a:lnTo>
                  <a:lnTo>
                    <a:pt x="9453937" y="54733"/>
                  </a:lnTo>
                  <a:lnTo>
                    <a:pt x="9511450" y="48926"/>
                  </a:lnTo>
                  <a:lnTo>
                    <a:pt x="9572856" y="43663"/>
                  </a:lnTo>
                  <a:lnTo>
                    <a:pt x="9638935" y="38896"/>
                  </a:lnTo>
                  <a:lnTo>
                    <a:pt x="9710451" y="34571"/>
                  </a:lnTo>
                  <a:lnTo>
                    <a:pt x="9788101" y="30641"/>
                  </a:lnTo>
                  <a:lnTo>
                    <a:pt x="9872445" y="27064"/>
                  </a:lnTo>
                  <a:lnTo>
                    <a:pt x="9963814" y="23804"/>
                  </a:lnTo>
                  <a:lnTo>
                    <a:pt x="10062191" y="20833"/>
                  </a:lnTo>
                  <a:lnTo>
                    <a:pt x="10167071" y="18134"/>
                  </a:lnTo>
                  <a:lnTo>
                    <a:pt x="10277318" y="15697"/>
                  </a:lnTo>
                  <a:lnTo>
                    <a:pt x="10391033" y="13518"/>
                  </a:lnTo>
                  <a:lnTo>
                    <a:pt x="10505503" y="11600"/>
                  </a:lnTo>
                  <a:lnTo>
                    <a:pt x="10617269" y="9950"/>
                  </a:lnTo>
                  <a:lnTo>
                    <a:pt x="10722370" y="8571"/>
                  </a:lnTo>
                  <a:lnTo>
                    <a:pt x="10816762" y="7462"/>
                  </a:lnTo>
                  <a:lnTo>
                    <a:pt x="10896895" y="6615"/>
                  </a:lnTo>
                  <a:lnTo>
                    <a:pt x="10960293" y="6008"/>
                  </a:lnTo>
                  <a:lnTo>
                    <a:pt x="11006031" y="5611"/>
                  </a:lnTo>
                  <a:lnTo>
                    <a:pt x="11034970" y="5381"/>
                  </a:lnTo>
                  <a:lnTo>
                    <a:pt x="11049739" y="5274"/>
                  </a:lnTo>
                  <a:lnTo>
                    <a:pt x="11054536" y="524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6" y="7"/>
                  </a:lnTo>
                  <a:lnTo>
                    <a:pt x="11046263" y="58"/>
                  </a:lnTo>
                  <a:lnTo>
                    <a:pt x="11027277" y="200"/>
                  </a:lnTo>
                  <a:lnTo>
                    <a:pt x="10993082" y="479"/>
                  </a:lnTo>
                  <a:lnTo>
                    <a:pt x="10941608" y="940"/>
                  </a:lnTo>
                  <a:lnTo>
                    <a:pt x="10872585" y="1622"/>
                  </a:lnTo>
                  <a:lnTo>
                    <a:pt x="10787481" y="2553"/>
                  </a:lnTo>
                  <a:lnTo>
                    <a:pt x="10689181" y="3748"/>
                  </a:lnTo>
                  <a:lnTo>
                    <a:pt x="10581463" y="5216"/>
                  </a:lnTo>
                  <a:lnTo>
                    <a:pt x="10468400" y="6954"/>
                  </a:lnTo>
                  <a:lnTo>
                    <a:pt x="10353829" y="8957"/>
                  </a:lnTo>
                  <a:lnTo>
                    <a:pt x="10240984" y="11220"/>
                  </a:lnTo>
                  <a:lnTo>
                    <a:pt x="10132313" y="13742"/>
                  </a:lnTo>
                  <a:lnTo>
                    <a:pt x="10029455" y="16528"/>
                  </a:lnTo>
                  <a:lnTo>
                    <a:pt x="9933329" y="19590"/>
                  </a:lnTo>
                  <a:lnTo>
                    <a:pt x="9844262" y="22950"/>
                  </a:lnTo>
                  <a:lnTo>
                    <a:pt x="9762144" y="26638"/>
                  </a:lnTo>
                  <a:lnTo>
                    <a:pt x="9686558" y="30691"/>
                  </a:lnTo>
                  <a:lnTo>
                    <a:pt x="9616890" y="35154"/>
                  </a:lnTo>
                  <a:lnTo>
                    <a:pt x="9552416" y="40077"/>
                  </a:lnTo>
                  <a:lnTo>
                    <a:pt x="9492361" y="45511"/>
                  </a:lnTo>
                  <a:lnTo>
                    <a:pt x="9435950" y="51505"/>
                  </a:lnTo>
                  <a:lnTo>
                    <a:pt x="9382446" y="58095"/>
                  </a:lnTo>
                  <a:lnTo>
                    <a:pt x="9347647" y="62887"/>
                  </a:lnTo>
                  <a:lnTo>
                    <a:pt x="9286736" y="72260"/>
                  </a:lnTo>
                  <a:lnTo>
                    <a:pt x="9227711" y="82563"/>
                  </a:lnTo>
                  <a:lnTo>
                    <a:pt x="9169877" y="93811"/>
                  </a:lnTo>
                  <a:lnTo>
                    <a:pt x="9112721" y="105989"/>
                  </a:lnTo>
                  <a:lnTo>
                    <a:pt x="9055881" y="119047"/>
                  </a:lnTo>
                  <a:lnTo>
                    <a:pt x="8999117" y="132900"/>
                  </a:lnTo>
                  <a:lnTo>
                    <a:pt x="8942291" y="147428"/>
                  </a:lnTo>
                  <a:lnTo>
                    <a:pt x="8885353" y="162478"/>
                  </a:lnTo>
                  <a:lnTo>
                    <a:pt x="8828314" y="177869"/>
                  </a:lnTo>
                  <a:lnTo>
                    <a:pt x="8771227" y="193403"/>
                  </a:lnTo>
                  <a:lnTo>
                    <a:pt x="8714161" y="208874"/>
                  </a:lnTo>
                  <a:lnTo>
                    <a:pt x="8657179" y="224079"/>
                  </a:lnTo>
                  <a:lnTo>
                    <a:pt x="8600312" y="238830"/>
                  </a:lnTo>
                  <a:lnTo>
                    <a:pt x="8543535" y="252963"/>
                  </a:lnTo>
                  <a:lnTo>
                    <a:pt x="8486747" y="266343"/>
                  </a:lnTo>
                  <a:lnTo>
                    <a:pt x="8429750" y="278872"/>
                  </a:lnTo>
                  <a:lnTo>
                    <a:pt x="8372233" y="290486"/>
                  </a:lnTo>
                  <a:lnTo>
                    <a:pt x="8313744" y="301158"/>
                  </a:lnTo>
                  <a:lnTo>
                    <a:pt x="8253664" y="310890"/>
                  </a:lnTo>
                  <a:lnTo>
                    <a:pt x="8229629" y="314438"/>
                  </a:lnTo>
                  <a:lnTo>
                    <a:pt x="8177711" y="321439"/>
                  </a:lnTo>
                  <a:lnTo>
                    <a:pt x="8123339" y="327832"/>
                  </a:lnTo>
                  <a:lnTo>
                    <a:pt x="8065826" y="333640"/>
                  </a:lnTo>
                  <a:lnTo>
                    <a:pt x="8004420" y="338902"/>
                  </a:lnTo>
                  <a:lnTo>
                    <a:pt x="7938341" y="343670"/>
                  </a:lnTo>
                  <a:lnTo>
                    <a:pt x="7866825" y="347994"/>
                  </a:lnTo>
                  <a:lnTo>
                    <a:pt x="7789175" y="351924"/>
                  </a:lnTo>
                  <a:lnTo>
                    <a:pt x="7704831" y="355501"/>
                  </a:lnTo>
                  <a:lnTo>
                    <a:pt x="7613463" y="358762"/>
                  </a:lnTo>
                  <a:lnTo>
                    <a:pt x="7515086" y="361732"/>
                  </a:lnTo>
                  <a:lnTo>
                    <a:pt x="7410205" y="364431"/>
                  </a:lnTo>
                  <a:lnTo>
                    <a:pt x="7299959" y="366868"/>
                  </a:lnTo>
                  <a:lnTo>
                    <a:pt x="7186244" y="369047"/>
                  </a:lnTo>
                  <a:lnTo>
                    <a:pt x="7071774" y="370965"/>
                  </a:lnTo>
                  <a:lnTo>
                    <a:pt x="6960007" y="372616"/>
                  </a:lnTo>
                  <a:lnTo>
                    <a:pt x="6854907" y="373995"/>
                  </a:lnTo>
                  <a:lnTo>
                    <a:pt x="6760514" y="375103"/>
                  </a:lnTo>
                  <a:lnTo>
                    <a:pt x="6680381" y="375950"/>
                  </a:lnTo>
                  <a:lnTo>
                    <a:pt x="6616983" y="376557"/>
                  </a:lnTo>
                  <a:lnTo>
                    <a:pt x="6571246" y="376954"/>
                  </a:lnTo>
                  <a:lnTo>
                    <a:pt x="6542307" y="377184"/>
                  </a:lnTo>
                  <a:lnTo>
                    <a:pt x="6527538" y="377291"/>
                  </a:lnTo>
                  <a:lnTo>
                    <a:pt x="6522740" y="377323"/>
                  </a:lnTo>
                  <a:lnTo>
                    <a:pt x="6522385" y="377325"/>
                  </a:lnTo>
                  <a:lnTo>
                    <a:pt x="5527445" y="377325"/>
                  </a:lnTo>
                  <a:lnTo>
                    <a:pt x="5526450" y="377401"/>
                  </a:lnTo>
                  <a:lnTo>
                    <a:pt x="5519865" y="377941"/>
                  </a:lnTo>
                  <a:lnTo>
                    <a:pt x="5503120" y="379432"/>
                  </a:lnTo>
                  <a:lnTo>
                    <a:pt x="5472820" y="382373"/>
                  </a:lnTo>
                  <a:lnTo>
                    <a:pt x="5426920" y="387240"/>
                  </a:lnTo>
                  <a:lnTo>
                    <a:pt x="5364870" y="394455"/>
                  </a:lnTo>
                  <a:lnTo>
                    <a:pt x="5287610" y="404341"/>
                  </a:lnTo>
                  <a:lnTo>
                    <a:pt x="5197357" y="417112"/>
                  </a:lnTo>
                  <a:lnTo>
                    <a:pt x="5097222" y="432868"/>
                  </a:lnTo>
                  <a:lnTo>
                    <a:pt x="4990736" y="451620"/>
                  </a:lnTo>
                  <a:lnTo>
                    <a:pt x="4881393" y="473321"/>
                  </a:lnTo>
                  <a:lnTo>
                    <a:pt x="4772296" y="497911"/>
                  </a:lnTo>
                  <a:lnTo>
                    <a:pt x="4665942" y="525355"/>
                  </a:lnTo>
                  <a:lnTo>
                    <a:pt x="4564147" y="555664"/>
                  </a:lnTo>
                  <a:lnTo>
                    <a:pt x="4468071" y="588926"/>
                  </a:lnTo>
                  <a:lnTo>
                    <a:pt x="4378312" y="625308"/>
                  </a:lnTo>
                  <a:lnTo>
                    <a:pt x="4295017" y="665062"/>
                  </a:lnTo>
                  <a:lnTo>
                    <a:pt x="4218004" y="708527"/>
                  </a:lnTo>
                  <a:lnTo>
                    <a:pt x="4146858" y="756119"/>
                  </a:lnTo>
                  <a:lnTo>
                    <a:pt x="4081018" y="808322"/>
                  </a:lnTo>
                  <a:lnTo>
                    <a:pt x="4019840" y="865664"/>
                  </a:lnTo>
                  <a:lnTo>
                    <a:pt x="3962644" y="928691"/>
                  </a:lnTo>
                  <a:lnTo>
                    <a:pt x="3908753" y="997908"/>
                  </a:lnTo>
                  <a:lnTo>
                    <a:pt x="3857523" y="1073700"/>
                  </a:lnTo>
                  <a:lnTo>
                    <a:pt x="3820202" y="1135470"/>
                  </a:lnTo>
                  <a:lnTo>
                    <a:pt x="3783659" y="1201422"/>
                  </a:lnTo>
                  <a:lnTo>
                    <a:pt x="3747901" y="1271300"/>
                  </a:lnTo>
                  <a:lnTo>
                    <a:pt x="3712756" y="1345181"/>
                  </a:lnTo>
                  <a:lnTo>
                    <a:pt x="3678075" y="1423105"/>
                  </a:lnTo>
                  <a:lnTo>
                    <a:pt x="3643738" y="1505067"/>
                  </a:lnTo>
                  <a:lnTo>
                    <a:pt x="3609642" y="1591012"/>
                  </a:lnTo>
                  <a:lnTo>
                    <a:pt x="3575705" y="1680836"/>
                  </a:lnTo>
                  <a:lnTo>
                    <a:pt x="3541860" y="1774381"/>
                  </a:lnTo>
                  <a:lnTo>
                    <a:pt x="3508056" y="1871433"/>
                  </a:lnTo>
                  <a:lnTo>
                    <a:pt x="3474256" y="1971725"/>
                  </a:lnTo>
                  <a:lnTo>
                    <a:pt x="3440434" y="2074936"/>
                  </a:lnTo>
                  <a:lnTo>
                    <a:pt x="3406576" y="2180693"/>
                  </a:lnTo>
                  <a:lnTo>
                    <a:pt x="3372676" y="2288580"/>
                  </a:lnTo>
                  <a:lnTo>
                    <a:pt x="3338737" y="2398139"/>
                  </a:lnTo>
                  <a:lnTo>
                    <a:pt x="3304766" y="2508884"/>
                  </a:lnTo>
                  <a:lnTo>
                    <a:pt x="3270776" y="2620301"/>
                  </a:lnTo>
                  <a:lnTo>
                    <a:pt x="3236782" y="2731867"/>
                  </a:lnTo>
                  <a:lnTo>
                    <a:pt x="3202798" y="2843055"/>
                  </a:lnTo>
                  <a:lnTo>
                    <a:pt x="3168840" y="2953344"/>
                  </a:lnTo>
                  <a:lnTo>
                    <a:pt x="3134917" y="3062233"/>
                  </a:lnTo>
                  <a:lnTo>
                    <a:pt x="3101036" y="3169245"/>
                  </a:lnTo>
                  <a:lnTo>
                    <a:pt x="3067195" y="3273940"/>
                  </a:lnTo>
                  <a:lnTo>
                    <a:pt x="3033385" y="3375920"/>
                  </a:lnTo>
                  <a:lnTo>
                    <a:pt x="2999587" y="3474835"/>
                  </a:lnTo>
                  <a:lnTo>
                    <a:pt x="2965770" y="3570388"/>
                  </a:lnTo>
                  <a:lnTo>
                    <a:pt x="2931892" y="3662332"/>
                  </a:lnTo>
                  <a:lnTo>
                    <a:pt x="2897895" y="3750481"/>
                  </a:lnTo>
                  <a:lnTo>
                    <a:pt x="2863705" y="3834698"/>
                  </a:lnTo>
                  <a:lnTo>
                    <a:pt x="2829231" y="3914902"/>
                  </a:lnTo>
                  <a:lnTo>
                    <a:pt x="2794365" y="3991061"/>
                  </a:lnTo>
                  <a:lnTo>
                    <a:pt x="2758971" y="4063189"/>
                  </a:lnTo>
                  <a:lnTo>
                    <a:pt x="2722895" y="4131342"/>
                  </a:lnTo>
                  <a:lnTo>
                    <a:pt x="2702183" y="4168050"/>
                  </a:lnTo>
                  <a:lnTo>
                    <a:pt x="2652580" y="4248925"/>
                  </a:lnTo>
                  <a:lnTo>
                    <a:pt x="2600757" y="4323089"/>
                  </a:lnTo>
                  <a:lnTo>
                    <a:pt x="2546121" y="4390754"/>
                  </a:lnTo>
                  <a:lnTo>
                    <a:pt x="2488017" y="4452346"/>
                  </a:lnTo>
                  <a:lnTo>
                    <a:pt x="2425764" y="4508384"/>
                  </a:lnTo>
                  <a:lnTo>
                    <a:pt x="2358687" y="4559415"/>
                  </a:lnTo>
                  <a:lnTo>
                    <a:pt x="2286157" y="4605958"/>
                  </a:lnTo>
                  <a:lnTo>
                    <a:pt x="2207643" y="4648483"/>
                  </a:lnTo>
                  <a:lnTo>
                    <a:pt x="2122778" y="4687386"/>
                  </a:lnTo>
                  <a:lnTo>
                    <a:pt x="2031449" y="4722987"/>
                  </a:lnTo>
                  <a:lnTo>
                    <a:pt x="1933904" y="4755516"/>
                  </a:lnTo>
                  <a:lnTo>
                    <a:pt x="1830865" y="4785122"/>
                  </a:lnTo>
                  <a:lnTo>
                    <a:pt x="1723649" y="4811871"/>
                  </a:lnTo>
                  <a:lnTo>
                    <a:pt x="1614236" y="4835762"/>
                  </a:lnTo>
                  <a:lnTo>
                    <a:pt x="1505284" y="4856749"/>
                  </a:lnTo>
                  <a:lnTo>
                    <a:pt x="1400017" y="4874772"/>
                  </a:lnTo>
                  <a:lnTo>
                    <a:pt x="1301974" y="4889796"/>
                  </a:lnTo>
                  <a:lnTo>
                    <a:pt x="1214630" y="4901851"/>
                  </a:lnTo>
                  <a:lnTo>
                    <a:pt x="1140919" y="4911061"/>
                  </a:lnTo>
                  <a:lnTo>
                    <a:pt x="1082777" y="4917669"/>
                  </a:lnTo>
                  <a:lnTo>
                    <a:pt x="1040790" y="4922025"/>
                  </a:lnTo>
                  <a:lnTo>
                    <a:pt x="1014039" y="4924567"/>
                  </a:lnTo>
                  <a:lnTo>
                    <a:pt x="1000133" y="4925780"/>
                  </a:lnTo>
                  <a:lnTo>
                    <a:pt x="995375" y="4926163"/>
                  </a:lnTo>
                  <a:lnTo>
                    <a:pt x="994940" y="4926196"/>
                  </a:lnTo>
                  <a:lnTo>
                    <a:pt x="0" y="4926196"/>
                  </a:lnTo>
                  <a:close/>
                </a:path>
              </a:pathLst>
            </a:custGeom>
            <a:solidFill>
              <a:srgbClr val="5D4037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73" name="pl2172"/>
            <p:cNvSpPr/>
            <p:nvPr/>
          </p:nvSpPr>
          <p:spPr>
            <a:xfrm>
              <a:off x="1199187" y="1566785"/>
              <a:ext cx="12049831" cy="4926196"/>
            </a:xfrm>
            <a:custGeom>
              <a:avLst/>
              <a:pathLst>
                <a:path w="12049831" h="4926196">
                  <a:moveTo>
                    <a:pt x="0" y="4926196"/>
                  </a:moveTo>
                  <a:lnTo>
                    <a:pt x="994940" y="4926196"/>
                  </a:lnTo>
                  <a:lnTo>
                    <a:pt x="995935" y="4926120"/>
                  </a:lnTo>
                  <a:lnTo>
                    <a:pt x="1002520" y="4925580"/>
                  </a:lnTo>
                  <a:lnTo>
                    <a:pt x="1019265" y="4924089"/>
                  </a:lnTo>
                  <a:lnTo>
                    <a:pt x="1049565" y="4921148"/>
                  </a:lnTo>
                  <a:lnTo>
                    <a:pt x="1095465" y="4916280"/>
                  </a:lnTo>
                  <a:lnTo>
                    <a:pt x="1157515" y="4909066"/>
                  </a:lnTo>
                  <a:lnTo>
                    <a:pt x="1234775" y="4899180"/>
                  </a:lnTo>
                  <a:lnTo>
                    <a:pt x="1325028" y="4886408"/>
                  </a:lnTo>
                  <a:lnTo>
                    <a:pt x="1425163" y="4870652"/>
                  </a:lnTo>
                  <a:lnTo>
                    <a:pt x="1531649" y="4851901"/>
                  </a:lnTo>
                  <a:lnTo>
                    <a:pt x="1640992" y="4830200"/>
                  </a:lnTo>
                  <a:lnTo>
                    <a:pt x="1750089" y="4805609"/>
                  </a:lnTo>
                  <a:lnTo>
                    <a:pt x="1856443" y="4778166"/>
                  </a:lnTo>
                  <a:lnTo>
                    <a:pt x="1958238" y="4747856"/>
                  </a:lnTo>
                  <a:lnTo>
                    <a:pt x="2054314" y="4714594"/>
                  </a:lnTo>
                  <a:lnTo>
                    <a:pt x="2144073" y="4678213"/>
                  </a:lnTo>
                  <a:lnTo>
                    <a:pt x="2227368" y="4638459"/>
                  </a:lnTo>
                  <a:lnTo>
                    <a:pt x="2304381" y="4594994"/>
                  </a:lnTo>
                  <a:lnTo>
                    <a:pt x="2375527" y="4547401"/>
                  </a:lnTo>
                  <a:lnTo>
                    <a:pt x="2441367" y="4495199"/>
                  </a:lnTo>
                  <a:lnTo>
                    <a:pt x="2502545" y="4437856"/>
                  </a:lnTo>
                  <a:lnTo>
                    <a:pt x="2559741" y="4374829"/>
                  </a:lnTo>
                  <a:lnTo>
                    <a:pt x="2613632" y="4305612"/>
                  </a:lnTo>
                  <a:lnTo>
                    <a:pt x="2664862" y="4229820"/>
                  </a:lnTo>
                  <a:lnTo>
                    <a:pt x="2702183" y="4168050"/>
                  </a:lnTo>
                  <a:lnTo>
                    <a:pt x="2738726" y="4102098"/>
                  </a:lnTo>
                  <a:lnTo>
                    <a:pt x="2774484" y="4032221"/>
                  </a:lnTo>
                  <a:lnTo>
                    <a:pt x="2809629" y="3958339"/>
                  </a:lnTo>
                  <a:lnTo>
                    <a:pt x="2844310" y="3880415"/>
                  </a:lnTo>
                  <a:lnTo>
                    <a:pt x="2878647" y="3798454"/>
                  </a:lnTo>
                  <a:lnTo>
                    <a:pt x="2912743" y="3712509"/>
                  </a:lnTo>
                  <a:lnTo>
                    <a:pt x="2946680" y="3622685"/>
                  </a:lnTo>
                  <a:lnTo>
                    <a:pt x="2980525" y="3529140"/>
                  </a:lnTo>
                  <a:lnTo>
                    <a:pt x="3014329" y="3432087"/>
                  </a:lnTo>
                  <a:lnTo>
                    <a:pt x="3048129" y="3331795"/>
                  </a:lnTo>
                  <a:lnTo>
                    <a:pt x="3081951" y="3228585"/>
                  </a:lnTo>
                  <a:lnTo>
                    <a:pt x="3115809" y="3122828"/>
                  </a:lnTo>
                  <a:lnTo>
                    <a:pt x="3149709" y="3014941"/>
                  </a:lnTo>
                  <a:lnTo>
                    <a:pt x="3183648" y="2905381"/>
                  </a:lnTo>
                  <a:lnTo>
                    <a:pt x="3217619" y="2794637"/>
                  </a:lnTo>
                  <a:lnTo>
                    <a:pt x="3251609" y="2683220"/>
                  </a:lnTo>
                  <a:lnTo>
                    <a:pt x="3285603" y="2571653"/>
                  </a:lnTo>
                  <a:lnTo>
                    <a:pt x="3319587" y="2460466"/>
                  </a:lnTo>
                  <a:lnTo>
                    <a:pt x="3353545" y="2350176"/>
                  </a:lnTo>
                  <a:lnTo>
                    <a:pt x="3387468" y="2241288"/>
                  </a:lnTo>
                  <a:lnTo>
                    <a:pt x="3421349" y="2134276"/>
                  </a:lnTo>
                  <a:lnTo>
                    <a:pt x="3455190" y="2029581"/>
                  </a:lnTo>
                  <a:lnTo>
                    <a:pt x="3489000" y="1927601"/>
                  </a:lnTo>
                  <a:lnTo>
                    <a:pt x="3522798" y="1828685"/>
                  </a:lnTo>
                  <a:lnTo>
                    <a:pt x="3556615" y="1733133"/>
                  </a:lnTo>
                  <a:lnTo>
                    <a:pt x="3590493" y="1641188"/>
                  </a:lnTo>
                  <a:lnTo>
                    <a:pt x="3624490" y="1553040"/>
                  </a:lnTo>
                  <a:lnTo>
                    <a:pt x="3658680" y="1468823"/>
                  </a:lnTo>
                  <a:lnTo>
                    <a:pt x="3693154" y="1388618"/>
                  </a:lnTo>
                  <a:lnTo>
                    <a:pt x="3728020" y="1312460"/>
                  </a:lnTo>
                  <a:lnTo>
                    <a:pt x="3763414" y="1240332"/>
                  </a:lnTo>
                  <a:lnTo>
                    <a:pt x="3799490" y="1172178"/>
                  </a:lnTo>
                  <a:lnTo>
                    <a:pt x="3820202" y="1135470"/>
                  </a:lnTo>
                  <a:lnTo>
                    <a:pt x="3869805" y="1054595"/>
                  </a:lnTo>
                  <a:lnTo>
                    <a:pt x="3921628" y="980432"/>
                  </a:lnTo>
                  <a:lnTo>
                    <a:pt x="3976264" y="912766"/>
                  </a:lnTo>
                  <a:lnTo>
                    <a:pt x="4034368" y="851175"/>
                  </a:lnTo>
                  <a:lnTo>
                    <a:pt x="4096621" y="795137"/>
                  </a:lnTo>
                  <a:lnTo>
                    <a:pt x="4163698" y="744106"/>
                  </a:lnTo>
                  <a:lnTo>
                    <a:pt x="4236228" y="697563"/>
                  </a:lnTo>
                  <a:lnTo>
                    <a:pt x="4314742" y="655038"/>
                  </a:lnTo>
                  <a:lnTo>
                    <a:pt x="4399607" y="616135"/>
                  </a:lnTo>
                  <a:lnTo>
                    <a:pt x="4490936" y="580534"/>
                  </a:lnTo>
                  <a:lnTo>
                    <a:pt x="4588481" y="548004"/>
                  </a:lnTo>
                  <a:lnTo>
                    <a:pt x="4691520" y="518398"/>
                  </a:lnTo>
                  <a:lnTo>
                    <a:pt x="4798736" y="491650"/>
                  </a:lnTo>
                  <a:lnTo>
                    <a:pt x="4908149" y="467759"/>
                  </a:lnTo>
                  <a:lnTo>
                    <a:pt x="5017101" y="446772"/>
                  </a:lnTo>
                  <a:lnTo>
                    <a:pt x="5122368" y="428749"/>
                  </a:lnTo>
                  <a:lnTo>
                    <a:pt x="5220411" y="413724"/>
                  </a:lnTo>
                  <a:lnTo>
                    <a:pt x="5307755" y="401670"/>
                  </a:lnTo>
                  <a:lnTo>
                    <a:pt x="5381466" y="392459"/>
                  </a:lnTo>
                  <a:lnTo>
                    <a:pt x="5439608" y="385851"/>
                  </a:lnTo>
                  <a:lnTo>
                    <a:pt x="5481595" y="381495"/>
                  </a:lnTo>
                  <a:lnTo>
                    <a:pt x="5508346" y="378954"/>
                  </a:lnTo>
                  <a:lnTo>
                    <a:pt x="5522252" y="377741"/>
                  </a:lnTo>
                  <a:lnTo>
                    <a:pt x="5527010" y="377358"/>
                  </a:lnTo>
                  <a:lnTo>
                    <a:pt x="5527445" y="377325"/>
                  </a:lnTo>
                  <a:lnTo>
                    <a:pt x="6522385" y="377325"/>
                  </a:lnTo>
                  <a:lnTo>
                    <a:pt x="6523521" y="377318"/>
                  </a:lnTo>
                  <a:lnTo>
                    <a:pt x="6531013" y="377267"/>
                  </a:lnTo>
                  <a:lnTo>
                    <a:pt x="6550000" y="377125"/>
                  </a:lnTo>
                  <a:lnTo>
                    <a:pt x="6584195" y="376846"/>
                  </a:lnTo>
                  <a:lnTo>
                    <a:pt x="6635668" y="376384"/>
                  </a:lnTo>
                  <a:lnTo>
                    <a:pt x="6704691" y="375703"/>
                  </a:lnTo>
                  <a:lnTo>
                    <a:pt x="6789796" y="374772"/>
                  </a:lnTo>
                  <a:lnTo>
                    <a:pt x="6888096" y="373576"/>
                  </a:lnTo>
                  <a:lnTo>
                    <a:pt x="6995813" y="372108"/>
                  </a:lnTo>
                  <a:lnTo>
                    <a:pt x="7108876" y="370370"/>
                  </a:lnTo>
                  <a:lnTo>
                    <a:pt x="7223447" y="368367"/>
                  </a:lnTo>
                  <a:lnTo>
                    <a:pt x="7336293" y="366104"/>
                  </a:lnTo>
                  <a:lnTo>
                    <a:pt x="7444964" y="363583"/>
                  </a:lnTo>
                  <a:lnTo>
                    <a:pt x="7547821" y="360797"/>
                  </a:lnTo>
                  <a:lnTo>
                    <a:pt x="7643948" y="357735"/>
                  </a:lnTo>
                  <a:lnTo>
                    <a:pt x="7733015" y="354375"/>
                  </a:lnTo>
                  <a:lnTo>
                    <a:pt x="7815133" y="350687"/>
                  </a:lnTo>
                  <a:lnTo>
                    <a:pt x="7890719" y="346634"/>
                  </a:lnTo>
                  <a:lnTo>
                    <a:pt x="7960386" y="342171"/>
                  </a:lnTo>
                  <a:lnTo>
                    <a:pt x="8024860" y="337248"/>
                  </a:lnTo>
                  <a:lnTo>
                    <a:pt x="8084916" y="331813"/>
                  </a:lnTo>
                  <a:lnTo>
                    <a:pt x="8141327" y="325820"/>
                  </a:lnTo>
                  <a:lnTo>
                    <a:pt x="8194831" y="319230"/>
                  </a:lnTo>
                  <a:lnTo>
                    <a:pt x="8229629" y="314438"/>
                  </a:lnTo>
                  <a:lnTo>
                    <a:pt x="8290540" y="305065"/>
                  </a:lnTo>
                  <a:lnTo>
                    <a:pt x="8349566" y="294761"/>
                  </a:lnTo>
                  <a:lnTo>
                    <a:pt x="8407400" y="283513"/>
                  </a:lnTo>
                  <a:lnTo>
                    <a:pt x="8464555" y="271336"/>
                  </a:lnTo>
                  <a:lnTo>
                    <a:pt x="8521395" y="258278"/>
                  </a:lnTo>
                  <a:lnTo>
                    <a:pt x="8578160" y="244424"/>
                  </a:lnTo>
                  <a:lnTo>
                    <a:pt x="8634985" y="229896"/>
                  </a:lnTo>
                  <a:lnTo>
                    <a:pt x="8691923" y="214847"/>
                  </a:lnTo>
                  <a:lnTo>
                    <a:pt x="8748962" y="199456"/>
                  </a:lnTo>
                  <a:lnTo>
                    <a:pt x="8806050" y="183922"/>
                  </a:lnTo>
                  <a:lnTo>
                    <a:pt x="8863116" y="168451"/>
                  </a:lnTo>
                  <a:lnTo>
                    <a:pt x="8920097" y="153246"/>
                  </a:lnTo>
                  <a:lnTo>
                    <a:pt x="8976964" y="138494"/>
                  </a:lnTo>
                  <a:lnTo>
                    <a:pt x="9033742" y="124362"/>
                  </a:lnTo>
                  <a:lnTo>
                    <a:pt x="9090530" y="110981"/>
                  </a:lnTo>
                  <a:lnTo>
                    <a:pt x="9147526" y="98453"/>
                  </a:lnTo>
                  <a:lnTo>
                    <a:pt x="9205043" y="86838"/>
                  </a:lnTo>
                  <a:lnTo>
                    <a:pt x="9263533" y="76167"/>
                  </a:lnTo>
                  <a:lnTo>
                    <a:pt x="9323612" y="66434"/>
                  </a:lnTo>
                  <a:lnTo>
                    <a:pt x="9347647" y="62887"/>
                  </a:lnTo>
                  <a:lnTo>
                    <a:pt x="9399565" y="55886"/>
                  </a:lnTo>
                  <a:lnTo>
                    <a:pt x="9453937" y="49492"/>
                  </a:lnTo>
                  <a:lnTo>
                    <a:pt x="9511450" y="43685"/>
                  </a:lnTo>
                  <a:lnTo>
                    <a:pt x="9572856" y="38423"/>
                  </a:lnTo>
                  <a:lnTo>
                    <a:pt x="9638935" y="33655"/>
                  </a:lnTo>
                  <a:lnTo>
                    <a:pt x="9710451" y="29331"/>
                  </a:lnTo>
                  <a:lnTo>
                    <a:pt x="9788101" y="25401"/>
                  </a:lnTo>
                  <a:lnTo>
                    <a:pt x="9872445" y="21823"/>
                  </a:lnTo>
                  <a:lnTo>
                    <a:pt x="9963814" y="18563"/>
                  </a:lnTo>
                  <a:lnTo>
                    <a:pt x="10062191" y="15593"/>
                  </a:lnTo>
                  <a:lnTo>
                    <a:pt x="10167071" y="12894"/>
                  </a:lnTo>
                  <a:lnTo>
                    <a:pt x="10277318" y="10456"/>
                  </a:lnTo>
                  <a:lnTo>
                    <a:pt x="10391033" y="8277"/>
                  </a:lnTo>
                  <a:lnTo>
                    <a:pt x="10505503" y="6360"/>
                  </a:lnTo>
                  <a:lnTo>
                    <a:pt x="10617269" y="4709"/>
                  </a:lnTo>
                  <a:lnTo>
                    <a:pt x="10722370" y="3330"/>
                  </a:lnTo>
                  <a:lnTo>
                    <a:pt x="10816762" y="2221"/>
                  </a:lnTo>
                  <a:lnTo>
                    <a:pt x="10896895" y="1374"/>
                  </a:lnTo>
                  <a:lnTo>
                    <a:pt x="10960293" y="768"/>
                  </a:lnTo>
                  <a:lnTo>
                    <a:pt x="11006031" y="370"/>
                  </a:lnTo>
                  <a:lnTo>
                    <a:pt x="11034970" y="141"/>
                  </a:lnTo>
                  <a:lnTo>
                    <a:pt x="11049739" y="34"/>
                  </a:lnTo>
                  <a:lnTo>
                    <a:pt x="11054536" y="2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4" name="pl2173"/>
            <p:cNvSpPr/>
            <p:nvPr/>
          </p:nvSpPr>
          <p:spPr>
            <a:xfrm>
              <a:off x="1199187" y="1561544"/>
              <a:ext cx="12049831" cy="4926196"/>
            </a:xfrm>
            <a:custGeom>
              <a:avLst/>
              <a:pathLst>
                <a:path w="12049831" h="4926196">
                  <a:moveTo>
                    <a:pt x="12049831" y="0"/>
                  </a:moveTo>
                  <a:lnTo>
                    <a:pt x="11054891" y="0"/>
                  </a:lnTo>
                  <a:lnTo>
                    <a:pt x="11053756" y="7"/>
                  </a:lnTo>
                  <a:lnTo>
                    <a:pt x="11046263" y="58"/>
                  </a:lnTo>
                  <a:lnTo>
                    <a:pt x="11027277" y="200"/>
                  </a:lnTo>
                  <a:lnTo>
                    <a:pt x="10993082" y="479"/>
                  </a:lnTo>
                  <a:lnTo>
                    <a:pt x="10941608" y="940"/>
                  </a:lnTo>
                  <a:lnTo>
                    <a:pt x="10872585" y="1622"/>
                  </a:lnTo>
                  <a:lnTo>
                    <a:pt x="10787481" y="2553"/>
                  </a:lnTo>
                  <a:lnTo>
                    <a:pt x="10689181" y="3748"/>
                  </a:lnTo>
                  <a:lnTo>
                    <a:pt x="10581463" y="5216"/>
                  </a:lnTo>
                  <a:lnTo>
                    <a:pt x="10468400" y="6954"/>
                  </a:lnTo>
                  <a:lnTo>
                    <a:pt x="10353829" y="8957"/>
                  </a:lnTo>
                  <a:lnTo>
                    <a:pt x="10240984" y="11220"/>
                  </a:lnTo>
                  <a:lnTo>
                    <a:pt x="10132313" y="13742"/>
                  </a:lnTo>
                  <a:lnTo>
                    <a:pt x="10029455" y="16528"/>
                  </a:lnTo>
                  <a:lnTo>
                    <a:pt x="9933329" y="19590"/>
                  </a:lnTo>
                  <a:lnTo>
                    <a:pt x="9844262" y="22950"/>
                  </a:lnTo>
                  <a:lnTo>
                    <a:pt x="9762144" y="26638"/>
                  </a:lnTo>
                  <a:lnTo>
                    <a:pt x="9686558" y="30691"/>
                  </a:lnTo>
                  <a:lnTo>
                    <a:pt x="9616890" y="35154"/>
                  </a:lnTo>
                  <a:lnTo>
                    <a:pt x="9552416" y="40077"/>
                  </a:lnTo>
                  <a:lnTo>
                    <a:pt x="9492361" y="45511"/>
                  </a:lnTo>
                  <a:lnTo>
                    <a:pt x="9435950" y="51505"/>
                  </a:lnTo>
                  <a:lnTo>
                    <a:pt x="9382446" y="58095"/>
                  </a:lnTo>
                  <a:lnTo>
                    <a:pt x="9347647" y="62887"/>
                  </a:lnTo>
                  <a:lnTo>
                    <a:pt x="9286736" y="72260"/>
                  </a:lnTo>
                  <a:lnTo>
                    <a:pt x="9227711" y="82563"/>
                  </a:lnTo>
                  <a:lnTo>
                    <a:pt x="9169877" y="93811"/>
                  </a:lnTo>
                  <a:lnTo>
                    <a:pt x="9112721" y="105989"/>
                  </a:lnTo>
                  <a:lnTo>
                    <a:pt x="9055881" y="119047"/>
                  </a:lnTo>
                  <a:lnTo>
                    <a:pt x="8999117" y="132900"/>
                  </a:lnTo>
                  <a:lnTo>
                    <a:pt x="8942291" y="147428"/>
                  </a:lnTo>
                  <a:lnTo>
                    <a:pt x="8885353" y="162478"/>
                  </a:lnTo>
                  <a:lnTo>
                    <a:pt x="8828314" y="177869"/>
                  </a:lnTo>
                  <a:lnTo>
                    <a:pt x="8771227" y="193403"/>
                  </a:lnTo>
                  <a:lnTo>
                    <a:pt x="8714161" y="208874"/>
                  </a:lnTo>
                  <a:lnTo>
                    <a:pt x="8657179" y="224079"/>
                  </a:lnTo>
                  <a:lnTo>
                    <a:pt x="8600312" y="238830"/>
                  </a:lnTo>
                  <a:lnTo>
                    <a:pt x="8543535" y="252963"/>
                  </a:lnTo>
                  <a:lnTo>
                    <a:pt x="8486747" y="266343"/>
                  </a:lnTo>
                  <a:lnTo>
                    <a:pt x="8429750" y="278872"/>
                  </a:lnTo>
                  <a:lnTo>
                    <a:pt x="8372233" y="290486"/>
                  </a:lnTo>
                  <a:lnTo>
                    <a:pt x="8313744" y="301158"/>
                  </a:lnTo>
                  <a:lnTo>
                    <a:pt x="8253664" y="310890"/>
                  </a:lnTo>
                  <a:lnTo>
                    <a:pt x="8229629" y="314438"/>
                  </a:lnTo>
                  <a:lnTo>
                    <a:pt x="8177711" y="321439"/>
                  </a:lnTo>
                  <a:lnTo>
                    <a:pt x="8123339" y="327832"/>
                  </a:lnTo>
                  <a:lnTo>
                    <a:pt x="8065826" y="333640"/>
                  </a:lnTo>
                  <a:lnTo>
                    <a:pt x="8004420" y="338902"/>
                  </a:lnTo>
                  <a:lnTo>
                    <a:pt x="7938341" y="343670"/>
                  </a:lnTo>
                  <a:lnTo>
                    <a:pt x="7866825" y="347994"/>
                  </a:lnTo>
                  <a:lnTo>
                    <a:pt x="7789175" y="351924"/>
                  </a:lnTo>
                  <a:lnTo>
                    <a:pt x="7704831" y="355501"/>
                  </a:lnTo>
                  <a:lnTo>
                    <a:pt x="7613463" y="358762"/>
                  </a:lnTo>
                  <a:lnTo>
                    <a:pt x="7515086" y="361732"/>
                  </a:lnTo>
                  <a:lnTo>
                    <a:pt x="7410205" y="364431"/>
                  </a:lnTo>
                  <a:lnTo>
                    <a:pt x="7299959" y="366868"/>
                  </a:lnTo>
                  <a:lnTo>
                    <a:pt x="7186244" y="369047"/>
                  </a:lnTo>
                  <a:lnTo>
                    <a:pt x="7071774" y="370965"/>
                  </a:lnTo>
                  <a:lnTo>
                    <a:pt x="6960007" y="372616"/>
                  </a:lnTo>
                  <a:lnTo>
                    <a:pt x="6854907" y="373995"/>
                  </a:lnTo>
                  <a:lnTo>
                    <a:pt x="6760514" y="375103"/>
                  </a:lnTo>
                  <a:lnTo>
                    <a:pt x="6680381" y="375950"/>
                  </a:lnTo>
                  <a:lnTo>
                    <a:pt x="6616983" y="376557"/>
                  </a:lnTo>
                  <a:lnTo>
                    <a:pt x="6571246" y="376954"/>
                  </a:lnTo>
                  <a:lnTo>
                    <a:pt x="6542307" y="377184"/>
                  </a:lnTo>
                  <a:lnTo>
                    <a:pt x="6527538" y="377291"/>
                  </a:lnTo>
                  <a:lnTo>
                    <a:pt x="6522740" y="377323"/>
                  </a:lnTo>
                  <a:lnTo>
                    <a:pt x="6522385" y="377325"/>
                  </a:lnTo>
                  <a:lnTo>
                    <a:pt x="5527445" y="377325"/>
                  </a:lnTo>
                  <a:lnTo>
                    <a:pt x="5526450" y="377401"/>
                  </a:lnTo>
                  <a:lnTo>
                    <a:pt x="5519865" y="377941"/>
                  </a:lnTo>
                  <a:lnTo>
                    <a:pt x="5503120" y="379432"/>
                  </a:lnTo>
                  <a:lnTo>
                    <a:pt x="5472820" y="382373"/>
                  </a:lnTo>
                  <a:lnTo>
                    <a:pt x="5426920" y="387240"/>
                  </a:lnTo>
                  <a:lnTo>
                    <a:pt x="5364870" y="394455"/>
                  </a:lnTo>
                  <a:lnTo>
                    <a:pt x="5287610" y="404341"/>
                  </a:lnTo>
                  <a:lnTo>
                    <a:pt x="5197357" y="417112"/>
                  </a:lnTo>
                  <a:lnTo>
                    <a:pt x="5097222" y="432868"/>
                  </a:lnTo>
                  <a:lnTo>
                    <a:pt x="4990736" y="451620"/>
                  </a:lnTo>
                  <a:lnTo>
                    <a:pt x="4881393" y="473321"/>
                  </a:lnTo>
                  <a:lnTo>
                    <a:pt x="4772296" y="497911"/>
                  </a:lnTo>
                  <a:lnTo>
                    <a:pt x="4665942" y="525355"/>
                  </a:lnTo>
                  <a:lnTo>
                    <a:pt x="4564147" y="555664"/>
                  </a:lnTo>
                  <a:lnTo>
                    <a:pt x="4468071" y="588926"/>
                  </a:lnTo>
                  <a:lnTo>
                    <a:pt x="4378312" y="625308"/>
                  </a:lnTo>
                  <a:lnTo>
                    <a:pt x="4295017" y="665062"/>
                  </a:lnTo>
                  <a:lnTo>
                    <a:pt x="4218004" y="708527"/>
                  </a:lnTo>
                  <a:lnTo>
                    <a:pt x="4146858" y="756119"/>
                  </a:lnTo>
                  <a:lnTo>
                    <a:pt x="4081018" y="808322"/>
                  </a:lnTo>
                  <a:lnTo>
                    <a:pt x="4019840" y="865664"/>
                  </a:lnTo>
                  <a:lnTo>
                    <a:pt x="3962644" y="928691"/>
                  </a:lnTo>
                  <a:lnTo>
                    <a:pt x="3908753" y="997908"/>
                  </a:lnTo>
                  <a:lnTo>
                    <a:pt x="3857523" y="1073700"/>
                  </a:lnTo>
                  <a:lnTo>
                    <a:pt x="3820202" y="1135470"/>
                  </a:lnTo>
                  <a:lnTo>
                    <a:pt x="3783659" y="1201422"/>
                  </a:lnTo>
                  <a:lnTo>
                    <a:pt x="3747901" y="1271300"/>
                  </a:lnTo>
                  <a:lnTo>
                    <a:pt x="3712756" y="1345181"/>
                  </a:lnTo>
                  <a:lnTo>
                    <a:pt x="3678075" y="1423105"/>
                  </a:lnTo>
                  <a:lnTo>
                    <a:pt x="3643738" y="1505067"/>
                  </a:lnTo>
                  <a:lnTo>
                    <a:pt x="3609642" y="1591012"/>
                  </a:lnTo>
                  <a:lnTo>
                    <a:pt x="3575705" y="1680836"/>
                  </a:lnTo>
                  <a:lnTo>
                    <a:pt x="3541860" y="1774381"/>
                  </a:lnTo>
                  <a:lnTo>
                    <a:pt x="3508056" y="1871433"/>
                  </a:lnTo>
                  <a:lnTo>
                    <a:pt x="3474256" y="1971725"/>
                  </a:lnTo>
                  <a:lnTo>
                    <a:pt x="3440434" y="2074936"/>
                  </a:lnTo>
                  <a:lnTo>
                    <a:pt x="3406576" y="2180693"/>
                  </a:lnTo>
                  <a:lnTo>
                    <a:pt x="3372676" y="2288580"/>
                  </a:lnTo>
                  <a:lnTo>
                    <a:pt x="3338737" y="2398139"/>
                  </a:lnTo>
                  <a:lnTo>
                    <a:pt x="3304766" y="2508884"/>
                  </a:lnTo>
                  <a:lnTo>
                    <a:pt x="3270776" y="2620301"/>
                  </a:lnTo>
                  <a:lnTo>
                    <a:pt x="3236782" y="2731867"/>
                  </a:lnTo>
                  <a:lnTo>
                    <a:pt x="3202798" y="2843055"/>
                  </a:lnTo>
                  <a:lnTo>
                    <a:pt x="3168840" y="2953344"/>
                  </a:lnTo>
                  <a:lnTo>
                    <a:pt x="3134917" y="3062233"/>
                  </a:lnTo>
                  <a:lnTo>
                    <a:pt x="3101036" y="3169245"/>
                  </a:lnTo>
                  <a:lnTo>
                    <a:pt x="3067195" y="3273940"/>
                  </a:lnTo>
                  <a:lnTo>
                    <a:pt x="3033385" y="3375920"/>
                  </a:lnTo>
                  <a:lnTo>
                    <a:pt x="2999587" y="3474835"/>
                  </a:lnTo>
                  <a:lnTo>
                    <a:pt x="2965770" y="3570388"/>
                  </a:lnTo>
                  <a:lnTo>
                    <a:pt x="2931892" y="3662332"/>
                  </a:lnTo>
                  <a:lnTo>
                    <a:pt x="2897895" y="3750481"/>
                  </a:lnTo>
                  <a:lnTo>
                    <a:pt x="2863705" y="3834698"/>
                  </a:lnTo>
                  <a:lnTo>
                    <a:pt x="2829231" y="3914902"/>
                  </a:lnTo>
                  <a:lnTo>
                    <a:pt x="2794365" y="3991061"/>
                  </a:lnTo>
                  <a:lnTo>
                    <a:pt x="2758971" y="4063189"/>
                  </a:lnTo>
                  <a:lnTo>
                    <a:pt x="2722895" y="4131342"/>
                  </a:lnTo>
                  <a:lnTo>
                    <a:pt x="2702183" y="4168050"/>
                  </a:lnTo>
                  <a:lnTo>
                    <a:pt x="2652580" y="4248925"/>
                  </a:lnTo>
                  <a:lnTo>
                    <a:pt x="2600757" y="4323089"/>
                  </a:lnTo>
                  <a:lnTo>
                    <a:pt x="2546121" y="4390754"/>
                  </a:lnTo>
                  <a:lnTo>
                    <a:pt x="2488017" y="4452346"/>
                  </a:lnTo>
                  <a:lnTo>
                    <a:pt x="2425764" y="4508384"/>
                  </a:lnTo>
                  <a:lnTo>
                    <a:pt x="2358687" y="4559415"/>
                  </a:lnTo>
                  <a:lnTo>
                    <a:pt x="2286157" y="4605958"/>
                  </a:lnTo>
                  <a:lnTo>
                    <a:pt x="2207643" y="4648483"/>
                  </a:lnTo>
                  <a:lnTo>
                    <a:pt x="2122778" y="4687386"/>
                  </a:lnTo>
                  <a:lnTo>
                    <a:pt x="2031449" y="4722987"/>
                  </a:lnTo>
                  <a:lnTo>
                    <a:pt x="1933904" y="4755516"/>
                  </a:lnTo>
                  <a:lnTo>
                    <a:pt x="1830865" y="4785122"/>
                  </a:lnTo>
                  <a:lnTo>
                    <a:pt x="1723649" y="4811871"/>
                  </a:lnTo>
                  <a:lnTo>
                    <a:pt x="1614236" y="4835762"/>
                  </a:lnTo>
                  <a:lnTo>
                    <a:pt x="1505284" y="4856749"/>
                  </a:lnTo>
                  <a:lnTo>
                    <a:pt x="1400017" y="4874772"/>
                  </a:lnTo>
                  <a:lnTo>
                    <a:pt x="1301974" y="4889796"/>
                  </a:lnTo>
                  <a:lnTo>
                    <a:pt x="1214630" y="4901851"/>
                  </a:lnTo>
                  <a:lnTo>
                    <a:pt x="1140919" y="4911061"/>
                  </a:lnTo>
                  <a:lnTo>
                    <a:pt x="1082777" y="4917669"/>
                  </a:lnTo>
                  <a:lnTo>
                    <a:pt x="1040790" y="4922025"/>
                  </a:lnTo>
                  <a:lnTo>
                    <a:pt x="1014039" y="4924567"/>
                  </a:lnTo>
                  <a:lnTo>
                    <a:pt x="1000133" y="4925780"/>
                  </a:lnTo>
                  <a:lnTo>
                    <a:pt x="995375" y="4926163"/>
                  </a:lnTo>
                  <a:lnTo>
                    <a:pt x="994940" y="4926196"/>
                  </a:lnTo>
                  <a:lnTo>
                    <a:pt x="0" y="4926196"/>
                  </a:lnTo>
                  <a:lnTo>
                    <a:pt x="0" y="49261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5" name="pg2174"/>
            <p:cNvSpPr/>
            <p:nvPr/>
          </p:nvSpPr>
          <p:spPr>
            <a:xfrm>
              <a:off x="1199187" y="3547744"/>
              <a:ext cx="12049831" cy="2955717"/>
            </a:xfrm>
            <a:custGeom>
              <a:avLst/>
              <a:pathLst>
                <a:path w="12049831" h="2955717">
                  <a:moveTo>
                    <a:pt x="0" y="2955717"/>
                  </a:moveTo>
                  <a:lnTo>
                    <a:pt x="994940" y="2955717"/>
                  </a:lnTo>
                  <a:lnTo>
                    <a:pt x="996011" y="2955664"/>
                  </a:lnTo>
                  <a:lnTo>
                    <a:pt x="1003091" y="2955286"/>
                  </a:lnTo>
                  <a:lnTo>
                    <a:pt x="1021061" y="2954242"/>
                  </a:lnTo>
                  <a:lnTo>
                    <a:pt x="1053493" y="2952185"/>
                  </a:lnTo>
                  <a:lnTo>
                    <a:pt x="1102453" y="2948781"/>
                  </a:lnTo>
                  <a:lnTo>
                    <a:pt x="1168344" y="2943746"/>
                  </a:lnTo>
                  <a:lnTo>
                    <a:pt x="1249945" y="2936861"/>
                  </a:lnTo>
                  <a:lnTo>
                    <a:pt x="1344678" y="2927992"/>
                  </a:lnTo>
                  <a:lnTo>
                    <a:pt x="1449065" y="2917082"/>
                  </a:lnTo>
                  <a:lnTo>
                    <a:pt x="1559271" y="2904135"/>
                  </a:lnTo>
                  <a:lnTo>
                    <a:pt x="1671604" y="2889186"/>
                  </a:lnTo>
                  <a:lnTo>
                    <a:pt x="1782878" y="2872275"/>
                  </a:lnTo>
                  <a:lnTo>
                    <a:pt x="1890614" y="2853421"/>
                  </a:lnTo>
                  <a:lnTo>
                    <a:pt x="1993084" y="2832599"/>
                  </a:lnTo>
                  <a:lnTo>
                    <a:pt x="2089258" y="2809729"/>
                  </a:lnTo>
                  <a:lnTo>
                    <a:pt x="2178684" y="2784672"/>
                  </a:lnTo>
                  <a:lnTo>
                    <a:pt x="2261357" y="2757228"/>
                  </a:lnTo>
                  <a:lnTo>
                    <a:pt x="2337591" y="2727137"/>
                  </a:lnTo>
                  <a:lnTo>
                    <a:pt x="2407911" y="2694085"/>
                  </a:lnTo>
                  <a:lnTo>
                    <a:pt x="2472972" y="2657718"/>
                  </a:lnTo>
                  <a:lnTo>
                    <a:pt x="2533492" y="2617657"/>
                  </a:lnTo>
                  <a:lnTo>
                    <a:pt x="2590207" y="2573529"/>
                  </a:lnTo>
                  <a:lnTo>
                    <a:pt x="2643831" y="2525018"/>
                  </a:lnTo>
                  <a:lnTo>
                    <a:pt x="2695021" y="2471942"/>
                  </a:lnTo>
                  <a:lnTo>
                    <a:pt x="2702183" y="2463971"/>
                  </a:lnTo>
                  <a:lnTo>
                    <a:pt x="2745762" y="2412547"/>
                  </a:lnTo>
                  <a:lnTo>
                    <a:pt x="2788270" y="2357471"/>
                  </a:lnTo>
                  <a:lnTo>
                    <a:pt x="2829988" y="2298667"/>
                  </a:lnTo>
                  <a:lnTo>
                    <a:pt x="2871146" y="2236116"/>
                  </a:lnTo>
                  <a:lnTo>
                    <a:pt x="2911929" y="2169862"/>
                  </a:lnTo>
                  <a:lnTo>
                    <a:pt x="2952483" y="2100011"/>
                  </a:lnTo>
                  <a:lnTo>
                    <a:pt x="2992917" y="2026746"/>
                  </a:lnTo>
                  <a:lnTo>
                    <a:pt x="3033314" y="1950317"/>
                  </a:lnTo>
                  <a:lnTo>
                    <a:pt x="3073728" y="1871050"/>
                  </a:lnTo>
                  <a:lnTo>
                    <a:pt x="3114188" y="1789336"/>
                  </a:lnTo>
                  <a:lnTo>
                    <a:pt x="3154709" y="1705631"/>
                  </a:lnTo>
                  <a:lnTo>
                    <a:pt x="3195284" y="1620442"/>
                  </a:lnTo>
                  <a:lnTo>
                    <a:pt x="3235898" y="1534317"/>
                  </a:lnTo>
                  <a:lnTo>
                    <a:pt x="3276528" y="1447829"/>
                  </a:lnTo>
                  <a:lnTo>
                    <a:pt x="3317149" y="1361560"/>
                  </a:lnTo>
                  <a:lnTo>
                    <a:pt x="3357735" y="1276090"/>
                  </a:lnTo>
                  <a:lnTo>
                    <a:pt x="3398270" y="1191973"/>
                  </a:lnTo>
                  <a:lnTo>
                    <a:pt x="3438745" y="1109727"/>
                  </a:lnTo>
                  <a:lnTo>
                    <a:pt x="3479168" y="1029821"/>
                  </a:lnTo>
                  <a:lnTo>
                    <a:pt x="3519565" y="952664"/>
                  </a:lnTo>
                  <a:lnTo>
                    <a:pt x="3559984" y="878597"/>
                  </a:lnTo>
                  <a:lnTo>
                    <a:pt x="3600499" y="807890"/>
                  </a:lnTo>
                  <a:lnTo>
                    <a:pt x="3641214" y="740741"/>
                  </a:lnTo>
                  <a:lnTo>
                    <a:pt x="3682265" y="677276"/>
                  </a:lnTo>
                  <a:lnTo>
                    <a:pt x="3723826" y="617554"/>
                  </a:lnTo>
                  <a:lnTo>
                    <a:pt x="3766116" y="561568"/>
                  </a:lnTo>
                  <a:lnTo>
                    <a:pt x="3809403" y="509259"/>
                  </a:lnTo>
                  <a:lnTo>
                    <a:pt x="3820202" y="496986"/>
                  </a:lnTo>
                  <a:lnTo>
                    <a:pt x="3871091" y="443255"/>
                  </a:lnTo>
                  <a:lnTo>
                    <a:pt x="3924329" y="394098"/>
                  </a:lnTo>
                  <a:lnTo>
                    <a:pt x="3980559" y="349359"/>
                  </a:lnTo>
                  <a:lnTo>
                    <a:pt x="4040489" y="308738"/>
                  </a:lnTo>
                  <a:lnTo>
                    <a:pt x="4104855" y="271865"/>
                  </a:lnTo>
                  <a:lnTo>
                    <a:pt x="4174380" y="238362"/>
                  </a:lnTo>
                  <a:lnTo>
                    <a:pt x="4249731" y="207867"/>
                  </a:lnTo>
                  <a:lnTo>
                    <a:pt x="4331457" y="180062"/>
                  </a:lnTo>
                  <a:lnTo>
                    <a:pt x="4419908" y="154677"/>
                  </a:lnTo>
                  <a:lnTo>
                    <a:pt x="4515132" y="131504"/>
                  </a:lnTo>
                  <a:lnTo>
                    <a:pt x="4616749" y="110395"/>
                  </a:lnTo>
                  <a:lnTo>
                    <a:pt x="4723820" y="91261"/>
                  </a:lnTo>
                  <a:lnTo>
                    <a:pt x="4834722" y="74073"/>
                  </a:lnTo>
                  <a:lnTo>
                    <a:pt x="4947084" y="58841"/>
                  </a:lnTo>
                  <a:lnTo>
                    <a:pt x="5057812" y="45604"/>
                  </a:lnTo>
                  <a:lnTo>
                    <a:pt x="5163269" y="34401"/>
                  </a:lnTo>
                  <a:lnTo>
                    <a:pt x="5259611" y="25242"/>
                  </a:lnTo>
                  <a:lnTo>
                    <a:pt x="5343277" y="18079"/>
                  </a:lnTo>
                  <a:lnTo>
                    <a:pt x="5411527" y="12791"/>
                  </a:lnTo>
                  <a:lnTo>
                    <a:pt x="5462925" y="9170"/>
                  </a:lnTo>
                  <a:lnTo>
                    <a:pt x="5497634" y="6939"/>
                  </a:lnTo>
                  <a:lnTo>
                    <a:pt x="5517488" y="5772"/>
                  </a:lnTo>
                  <a:lnTo>
                    <a:pt x="5525856" y="5320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15" y="5258"/>
                  </a:lnTo>
                  <a:lnTo>
                    <a:pt x="6530968" y="5386"/>
                  </a:lnTo>
                  <a:lnTo>
                    <a:pt x="6549859" y="5741"/>
                  </a:lnTo>
                  <a:lnTo>
                    <a:pt x="6583889" y="6439"/>
                  </a:lnTo>
                  <a:lnTo>
                    <a:pt x="6635128" y="7593"/>
                  </a:lnTo>
                  <a:lnTo>
                    <a:pt x="6703859" y="9298"/>
                  </a:lnTo>
                  <a:lnTo>
                    <a:pt x="6788638" y="11625"/>
                  </a:lnTo>
                  <a:lnTo>
                    <a:pt x="6886609" y="14617"/>
                  </a:lnTo>
                  <a:lnTo>
                    <a:pt x="6994021" y="18289"/>
                  </a:lnTo>
                  <a:lnTo>
                    <a:pt x="7106824" y="22639"/>
                  </a:lnTo>
                  <a:lnTo>
                    <a:pt x="7221194" y="27653"/>
                  </a:lnTo>
                  <a:lnTo>
                    <a:pt x="7333900" y="33319"/>
                  </a:lnTo>
                  <a:lnTo>
                    <a:pt x="7442491" y="39632"/>
                  </a:lnTo>
                  <a:lnTo>
                    <a:pt x="7545318" y="46606"/>
                  </a:lnTo>
                  <a:lnTo>
                    <a:pt x="7641453" y="54272"/>
                  </a:lnTo>
                  <a:lnTo>
                    <a:pt x="7730556" y="62682"/>
                  </a:lnTo>
                  <a:lnTo>
                    <a:pt x="7812728" y="71910"/>
                  </a:lnTo>
                  <a:lnTo>
                    <a:pt x="7888374" y="82051"/>
                  </a:lnTo>
                  <a:lnTo>
                    <a:pt x="7958101" y="93214"/>
                  </a:lnTo>
                  <a:lnTo>
                    <a:pt x="8022628" y="105525"/>
                  </a:lnTo>
                  <a:lnTo>
                    <a:pt x="8082724" y="119112"/>
                  </a:lnTo>
                  <a:lnTo>
                    <a:pt x="8139160" y="134097"/>
                  </a:lnTo>
                  <a:lnTo>
                    <a:pt x="8192672" y="150572"/>
                  </a:lnTo>
                  <a:lnTo>
                    <a:pt x="8229629" y="163333"/>
                  </a:lnTo>
                  <a:lnTo>
                    <a:pt x="8287219" y="185528"/>
                  </a:lnTo>
                  <a:lnTo>
                    <a:pt x="8343089" y="209807"/>
                  </a:lnTo>
                  <a:lnTo>
                    <a:pt x="8397838" y="236205"/>
                  </a:lnTo>
                  <a:lnTo>
                    <a:pt x="8451916" y="264699"/>
                  </a:lnTo>
                  <a:lnTo>
                    <a:pt x="8505652" y="295200"/>
                  </a:lnTo>
                  <a:lnTo>
                    <a:pt x="8559272" y="327546"/>
                  </a:lnTo>
                  <a:lnTo>
                    <a:pt x="8612916" y="361505"/>
                  </a:lnTo>
                  <a:lnTo>
                    <a:pt x="8666651" y="396776"/>
                  </a:lnTo>
                  <a:lnTo>
                    <a:pt x="8720487" y="432998"/>
                  </a:lnTo>
                  <a:lnTo>
                    <a:pt x="8774393" y="469767"/>
                  </a:lnTo>
                  <a:lnTo>
                    <a:pt x="8828314" y="506652"/>
                  </a:lnTo>
                  <a:lnTo>
                    <a:pt x="8882193" y="543215"/>
                  </a:lnTo>
                  <a:lnTo>
                    <a:pt x="8935983" y="579037"/>
                  </a:lnTo>
                  <a:lnTo>
                    <a:pt x="8989671" y="613730"/>
                  </a:lnTo>
                  <a:lnTo>
                    <a:pt x="9043291" y="646962"/>
                  </a:lnTo>
                  <a:lnTo>
                    <a:pt x="9096943" y="678462"/>
                  </a:lnTo>
                  <a:lnTo>
                    <a:pt x="9150806" y="708032"/>
                  </a:lnTo>
                  <a:lnTo>
                    <a:pt x="9205153" y="735545"/>
                  </a:lnTo>
                  <a:lnTo>
                    <a:pt x="9260366" y="760943"/>
                  </a:lnTo>
                  <a:lnTo>
                    <a:pt x="9316962" y="784231"/>
                  </a:lnTo>
                  <a:lnTo>
                    <a:pt x="9347647" y="795702"/>
                  </a:lnTo>
                  <a:lnTo>
                    <a:pt x="9399470" y="813273"/>
                  </a:lnTo>
                  <a:lnTo>
                    <a:pt x="9453737" y="829321"/>
                  </a:lnTo>
                  <a:lnTo>
                    <a:pt x="9511131" y="843899"/>
                  </a:lnTo>
                  <a:lnTo>
                    <a:pt x="9572400" y="857113"/>
                  </a:lnTo>
                  <a:lnTo>
                    <a:pt x="9638319" y="869086"/>
                  </a:lnTo>
                  <a:lnTo>
                    <a:pt x="9709650" y="879948"/>
                  </a:lnTo>
                  <a:lnTo>
                    <a:pt x="9787086" y="889821"/>
                  </a:lnTo>
                  <a:lnTo>
                    <a:pt x="9871186" y="898809"/>
                  </a:lnTo>
                  <a:lnTo>
                    <a:pt x="9962282" y="907002"/>
                  </a:lnTo>
                  <a:lnTo>
                    <a:pt x="10060366" y="914468"/>
                  </a:lnTo>
                  <a:lnTo>
                    <a:pt x="10164945" y="921253"/>
                  </a:lnTo>
                  <a:lnTo>
                    <a:pt x="10274900" y="927383"/>
                  </a:lnTo>
                  <a:lnTo>
                    <a:pt x="10388360" y="932865"/>
                  </a:lnTo>
                  <a:lnTo>
                    <a:pt x="10502645" y="937693"/>
                  </a:lnTo>
                  <a:lnTo>
                    <a:pt x="10614331" y="941853"/>
                  </a:lnTo>
                  <a:lnTo>
                    <a:pt x="10719483" y="945333"/>
                  </a:lnTo>
                  <a:lnTo>
                    <a:pt x="10814079" y="948134"/>
                  </a:lnTo>
                  <a:lnTo>
                    <a:pt x="10894560" y="950280"/>
                  </a:lnTo>
                  <a:lnTo>
                    <a:pt x="10958423" y="951821"/>
                  </a:lnTo>
                  <a:lnTo>
                    <a:pt x="11004691" y="952835"/>
                  </a:lnTo>
                  <a:lnTo>
                    <a:pt x="11034158" y="953424"/>
                  </a:lnTo>
                  <a:lnTo>
                    <a:pt x="11049377" y="953703"/>
                  </a:lnTo>
                  <a:lnTo>
                    <a:pt x="11054468" y="953788"/>
                  </a:lnTo>
                  <a:lnTo>
                    <a:pt x="11054891" y="953795"/>
                  </a:lnTo>
                  <a:lnTo>
                    <a:pt x="12049831" y="953795"/>
                  </a:lnTo>
                  <a:lnTo>
                    <a:pt x="12049831" y="948554"/>
                  </a:lnTo>
                  <a:lnTo>
                    <a:pt x="11054891" y="948554"/>
                  </a:lnTo>
                  <a:lnTo>
                    <a:pt x="11053762" y="948536"/>
                  </a:lnTo>
                  <a:lnTo>
                    <a:pt x="11046308" y="948408"/>
                  </a:lnTo>
                  <a:lnTo>
                    <a:pt x="11027417" y="948054"/>
                  </a:lnTo>
                  <a:lnTo>
                    <a:pt x="10993387" y="947356"/>
                  </a:lnTo>
                  <a:lnTo>
                    <a:pt x="10942149" y="946202"/>
                  </a:lnTo>
                  <a:lnTo>
                    <a:pt x="10873418" y="944497"/>
                  </a:lnTo>
                  <a:lnTo>
                    <a:pt x="10788639" y="942170"/>
                  </a:lnTo>
                  <a:lnTo>
                    <a:pt x="10690668" y="939178"/>
                  </a:lnTo>
                  <a:lnTo>
                    <a:pt x="10583256" y="935505"/>
                  </a:lnTo>
                  <a:lnTo>
                    <a:pt x="10470452" y="931155"/>
                  </a:lnTo>
                  <a:lnTo>
                    <a:pt x="10356083" y="926141"/>
                  </a:lnTo>
                  <a:lnTo>
                    <a:pt x="10243377" y="920476"/>
                  </a:lnTo>
                  <a:lnTo>
                    <a:pt x="10134786" y="914162"/>
                  </a:lnTo>
                  <a:lnTo>
                    <a:pt x="10031959" y="907188"/>
                  </a:lnTo>
                  <a:lnTo>
                    <a:pt x="9935823" y="899523"/>
                  </a:lnTo>
                  <a:lnTo>
                    <a:pt x="9846720" y="891113"/>
                  </a:lnTo>
                  <a:lnTo>
                    <a:pt x="9764549" y="881884"/>
                  </a:lnTo>
                  <a:lnTo>
                    <a:pt x="9688902" y="871744"/>
                  </a:lnTo>
                  <a:lnTo>
                    <a:pt x="9619175" y="860580"/>
                  </a:lnTo>
                  <a:lnTo>
                    <a:pt x="9554648" y="848269"/>
                  </a:lnTo>
                  <a:lnTo>
                    <a:pt x="9494553" y="834682"/>
                  </a:lnTo>
                  <a:lnTo>
                    <a:pt x="9438116" y="819698"/>
                  </a:lnTo>
                  <a:lnTo>
                    <a:pt x="9384605" y="803222"/>
                  </a:lnTo>
                  <a:lnTo>
                    <a:pt x="9347647" y="790462"/>
                  </a:lnTo>
                  <a:lnTo>
                    <a:pt x="9290057" y="768267"/>
                  </a:lnTo>
                  <a:lnTo>
                    <a:pt x="9234187" y="743988"/>
                  </a:lnTo>
                  <a:lnTo>
                    <a:pt x="9179439" y="717590"/>
                  </a:lnTo>
                  <a:lnTo>
                    <a:pt x="9125361" y="689095"/>
                  </a:lnTo>
                  <a:lnTo>
                    <a:pt x="9071625" y="658594"/>
                  </a:lnTo>
                  <a:lnTo>
                    <a:pt x="9018005" y="626248"/>
                  </a:lnTo>
                  <a:lnTo>
                    <a:pt x="8964361" y="592289"/>
                  </a:lnTo>
                  <a:lnTo>
                    <a:pt x="8910626" y="557019"/>
                  </a:lnTo>
                  <a:lnTo>
                    <a:pt x="8856790" y="520797"/>
                  </a:lnTo>
                  <a:lnTo>
                    <a:pt x="8802884" y="484028"/>
                  </a:lnTo>
                  <a:lnTo>
                    <a:pt x="8748962" y="447143"/>
                  </a:lnTo>
                  <a:lnTo>
                    <a:pt x="8695083" y="410579"/>
                  </a:lnTo>
                  <a:lnTo>
                    <a:pt x="8641294" y="374758"/>
                  </a:lnTo>
                  <a:lnTo>
                    <a:pt x="8587606" y="340064"/>
                  </a:lnTo>
                  <a:lnTo>
                    <a:pt x="8533986" y="306833"/>
                  </a:lnTo>
                  <a:lnTo>
                    <a:pt x="8480333" y="275332"/>
                  </a:lnTo>
                  <a:lnTo>
                    <a:pt x="8426470" y="245762"/>
                  </a:lnTo>
                  <a:lnTo>
                    <a:pt x="8372124" y="218249"/>
                  </a:lnTo>
                  <a:lnTo>
                    <a:pt x="8316911" y="192852"/>
                  </a:lnTo>
                  <a:lnTo>
                    <a:pt x="8260314" y="169563"/>
                  </a:lnTo>
                  <a:lnTo>
                    <a:pt x="8229629" y="158092"/>
                  </a:lnTo>
                  <a:lnTo>
                    <a:pt x="8177807" y="140521"/>
                  </a:lnTo>
                  <a:lnTo>
                    <a:pt x="8123539" y="124474"/>
                  </a:lnTo>
                  <a:lnTo>
                    <a:pt x="8066146" y="109895"/>
                  </a:lnTo>
                  <a:lnTo>
                    <a:pt x="8004877" y="96682"/>
                  </a:lnTo>
                  <a:lnTo>
                    <a:pt x="7938957" y="84708"/>
                  </a:lnTo>
                  <a:lnTo>
                    <a:pt x="7867626" y="73846"/>
                  </a:lnTo>
                  <a:lnTo>
                    <a:pt x="7790191" y="63974"/>
                  </a:lnTo>
                  <a:lnTo>
                    <a:pt x="7706091" y="54985"/>
                  </a:lnTo>
                  <a:lnTo>
                    <a:pt x="7614994" y="46792"/>
                  </a:lnTo>
                  <a:lnTo>
                    <a:pt x="7516911" y="39326"/>
                  </a:lnTo>
                  <a:lnTo>
                    <a:pt x="7412332" y="32542"/>
                  </a:lnTo>
                  <a:lnTo>
                    <a:pt x="7302377" y="26412"/>
                  </a:lnTo>
                  <a:lnTo>
                    <a:pt x="7188917" y="20929"/>
                  </a:lnTo>
                  <a:lnTo>
                    <a:pt x="7074632" y="16101"/>
                  </a:lnTo>
                  <a:lnTo>
                    <a:pt x="6962946" y="11942"/>
                  </a:lnTo>
                  <a:lnTo>
                    <a:pt x="6857793" y="8462"/>
                  </a:lnTo>
                  <a:lnTo>
                    <a:pt x="6763198" y="5660"/>
                  </a:lnTo>
                  <a:lnTo>
                    <a:pt x="6682717" y="3515"/>
                  </a:lnTo>
                  <a:lnTo>
                    <a:pt x="6618854" y="1974"/>
                  </a:lnTo>
                  <a:lnTo>
                    <a:pt x="6572586" y="959"/>
                  </a:lnTo>
                  <a:lnTo>
                    <a:pt x="6543118" y="370"/>
                  </a:lnTo>
                  <a:lnTo>
                    <a:pt x="6527900" y="92"/>
                  </a:lnTo>
                  <a:lnTo>
                    <a:pt x="6522809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4" y="53"/>
                  </a:lnTo>
                  <a:lnTo>
                    <a:pt x="5519294" y="430"/>
                  </a:lnTo>
                  <a:lnTo>
                    <a:pt x="5501324" y="1474"/>
                  </a:lnTo>
                  <a:lnTo>
                    <a:pt x="5468892" y="3532"/>
                  </a:lnTo>
                  <a:lnTo>
                    <a:pt x="5419932" y="6935"/>
                  </a:lnTo>
                  <a:lnTo>
                    <a:pt x="5354041" y="11971"/>
                  </a:lnTo>
                  <a:lnTo>
                    <a:pt x="5272440" y="18855"/>
                  </a:lnTo>
                  <a:lnTo>
                    <a:pt x="5177707" y="27724"/>
                  </a:lnTo>
                  <a:lnTo>
                    <a:pt x="5073320" y="38634"/>
                  </a:lnTo>
                  <a:lnTo>
                    <a:pt x="4963114" y="51582"/>
                  </a:lnTo>
                  <a:lnTo>
                    <a:pt x="4850781" y="66531"/>
                  </a:lnTo>
                  <a:lnTo>
                    <a:pt x="4739507" y="83441"/>
                  </a:lnTo>
                  <a:lnTo>
                    <a:pt x="4631771" y="102295"/>
                  </a:lnTo>
                  <a:lnTo>
                    <a:pt x="4529301" y="123118"/>
                  </a:lnTo>
                  <a:lnTo>
                    <a:pt x="4433127" y="145988"/>
                  </a:lnTo>
                  <a:lnTo>
                    <a:pt x="4343701" y="171045"/>
                  </a:lnTo>
                  <a:lnTo>
                    <a:pt x="4261028" y="198489"/>
                  </a:lnTo>
                  <a:lnTo>
                    <a:pt x="4184794" y="228580"/>
                  </a:lnTo>
                  <a:lnTo>
                    <a:pt x="4114474" y="261631"/>
                  </a:lnTo>
                  <a:lnTo>
                    <a:pt x="4049413" y="297998"/>
                  </a:lnTo>
                  <a:lnTo>
                    <a:pt x="3988893" y="338060"/>
                  </a:lnTo>
                  <a:lnTo>
                    <a:pt x="3932178" y="382188"/>
                  </a:lnTo>
                  <a:lnTo>
                    <a:pt x="3878554" y="430698"/>
                  </a:lnTo>
                  <a:lnTo>
                    <a:pt x="3827364" y="483774"/>
                  </a:lnTo>
                  <a:lnTo>
                    <a:pt x="3820202" y="491746"/>
                  </a:lnTo>
                  <a:lnTo>
                    <a:pt x="3776623" y="543169"/>
                  </a:lnTo>
                  <a:lnTo>
                    <a:pt x="3734115" y="598246"/>
                  </a:lnTo>
                  <a:lnTo>
                    <a:pt x="3692397" y="657050"/>
                  </a:lnTo>
                  <a:lnTo>
                    <a:pt x="3651239" y="719600"/>
                  </a:lnTo>
                  <a:lnTo>
                    <a:pt x="3610456" y="785855"/>
                  </a:lnTo>
                  <a:lnTo>
                    <a:pt x="3569902" y="855705"/>
                  </a:lnTo>
                  <a:lnTo>
                    <a:pt x="3529468" y="928971"/>
                  </a:lnTo>
                  <a:lnTo>
                    <a:pt x="3489071" y="1005400"/>
                  </a:lnTo>
                  <a:lnTo>
                    <a:pt x="3448657" y="1084667"/>
                  </a:lnTo>
                  <a:lnTo>
                    <a:pt x="3408197" y="1166381"/>
                  </a:lnTo>
                  <a:lnTo>
                    <a:pt x="3367676" y="1250085"/>
                  </a:lnTo>
                  <a:lnTo>
                    <a:pt x="3327101" y="1335274"/>
                  </a:lnTo>
                  <a:lnTo>
                    <a:pt x="3286487" y="1421400"/>
                  </a:lnTo>
                  <a:lnTo>
                    <a:pt x="3245857" y="1507888"/>
                  </a:lnTo>
                  <a:lnTo>
                    <a:pt x="3205236" y="1594156"/>
                  </a:lnTo>
                  <a:lnTo>
                    <a:pt x="3164650" y="1679626"/>
                  </a:lnTo>
                  <a:lnTo>
                    <a:pt x="3124115" y="1763744"/>
                  </a:lnTo>
                  <a:lnTo>
                    <a:pt x="3083640" y="1845990"/>
                  </a:lnTo>
                  <a:lnTo>
                    <a:pt x="3043217" y="1925895"/>
                  </a:lnTo>
                  <a:lnTo>
                    <a:pt x="3002820" y="2003053"/>
                  </a:lnTo>
                  <a:lnTo>
                    <a:pt x="2962401" y="2077120"/>
                  </a:lnTo>
                  <a:lnTo>
                    <a:pt x="2921886" y="2147826"/>
                  </a:lnTo>
                  <a:lnTo>
                    <a:pt x="2881171" y="2214975"/>
                  </a:lnTo>
                  <a:lnTo>
                    <a:pt x="2840120" y="2278440"/>
                  </a:lnTo>
                  <a:lnTo>
                    <a:pt x="2798559" y="2338163"/>
                  </a:lnTo>
                  <a:lnTo>
                    <a:pt x="2756269" y="2394148"/>
                  </a:lnTo>
                  <a:lnTo>
                    <a:pt x="2712982" y="2446458"/>
                  </a:lnTo>
                  <a:lnTo>
                    <a:pt x="2702183" y="2458730"/>
                  </a:lnTo>
                  <a:lnTo>
                    <a:pt x="2651294" y="2512462"/>
                  </a:lnTo>
                  <a:lnTo>
                    <a:pt x="2598056" y="2561619"/>
                  </a:lnTo>
                  <a:lnTo>
                    <a:pt x="2541826" y="2606357"/>
                  </a:lnTo>
                  <a:lnTo>
                    <a:pt x="2481896" y="2646979"/>
                  </a:lnTo>
                  <a:lnTo>
                    <a:pt x="2417530" y="2683851"/>
                  </a:lnTo>
                  <a:lnTo>
                    <a:pt x="2348005" y="2717355"/>
                  </a:lnTo>
                  <a:lnTo>
                    <a:pt x="2272654" y="2747849"/>
                  </a:lnTo>
                  <a:lnTo>
                    <a:pt x="2190928" y="2775655"/>
                  </a:lnTo>
                  <a:lnTo>
                    <a:pt x="2102477" y="2801039"/>
                  </a:lnTo>
                  <a:lnTo>
                    <a:pt x="2007253" y="2824212"/>
                  </a:lnTo>
                  <a:lnTo>
                    <a:pt x="1905636" y="2845322"/>
                  </a:lnTo>
                  <a:lnTo>
                    <a:pt x="1798565" y="2864455"/>
                  </a:lnTo>
                  <a:lnTo>
                    <a:pt x="1687663" y="2881644"/>
                  </a:lnTo>
                  <a:lnTo>
                    <a:pt x="1575301" y="2896876"/>
                  </a:lnTo>
                  <a:lnTo>
                    <a:pt x="1464573" y="2910113"/>
                  </a:lnTo>
                  <a:lnTo>
                    <a:pt x="1359116" y="2921316"/>
                  </a:lnTo>
                  <a:lnTo>
                    <a:pt x="1262774" y="2930475"/>
                  </a:lnTo>
                  <a:lnTo>
                    <a:pt x="1179108" y="2937637"/>
                  </a:lnTo>
                  <a:lnTo>
                    <a:pt x="1110858" y="2942926"/>
                  </a:lnTo>
                  <a:lnTo>
                    <a:pt x="1059460" y="2946547"/>
                  </a:lnTo>
                  <a:lnTo>
                    <a:pt x="1024751" y="2948777"/>
                  </a:lnTo>
                  <a:lnTo>
                    <a:pt x="1004897" y="2949945"/>
                  </a:lnTo>
                  <a:lnTo>
                    <a:pt x="996529" y="2950397"/>
                  </a:lnTo>
                  <a:lnTo>
                    <a:pt x="994940" y="2950476"/>
                  </a:lnTo>
                  <a:lnTo>
                    <a:pt x="0" y="2950476"/>
                  </a:lnTo>
                  <a:close/>
                </a:path>
              </a:pathLst>
            </a:custGeom>
            <a:solidFill>
              <a:srgbClr val="5D4037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76" name="pl2175"/>
            <p:cNvSpPr/>
            <p:nvPr/>
          </p:nvSpPr>
          <p:spPr>
            <a:xfrm>
              <a:off x="1199187" y="3552985"/>
              <a:ext cx="12049831" cy="2950476"/>
            </a:xfrm>
            <a:custGeom>
              <a:avLst/>
              <a:pathLst>
                <a:path w="12049831" h="2950476">
                  <a:moveTo>
                    <a:pt x="0" y="2950476"/>
                  </a:moveTo>
                  <a:lnTo>
                    <a:pt x="994940" y="2950476"/>
                  </a:lnTo>
                  <a:lnTo>
                    <a:pt x="996011" y="2950423"/>
                  </a:lnTo>
                  <a:lnTo>
                    <a:pt x="1003091" y="2950046"/>
                  </a:lnTo>
                  <a:lnTo>
                    <a:pt x="1021061" y="2949002"/>
                  </a:lnTo>
                  <a:lnTo>
                    <a:pt x="1053493" y="2946944"/>
                  </a:lnTo>
                  <a:lnTo>
                    <a:pt x="1102453" y="2943541"/>
                  </a:lnTo>
                  <a:lnTo>
                    <a:pt x="1168344" y="2938505"/>
                  </a:lnTo>
                  <a:lnTo>
                    <a:pt x="1249945" y="2931621"/>
                  </a:lnTo>
                  <a:lnTo>
                    <a:pt x="1344678" y="2922752"/>
                  </a:lnTo>
                  <a:lnTo>
                    <a:pt x="1449065" y="2911842"/>
                  </a:lnTo>
                  <a:lnTo>
                    <a:pt x="1559271" y="2898894"/>
                  </a:lnTo>
                  <a:lnTo>
                    <a:pt x="1671604" y="2883945"/>
                  </a:lnTo>
                  <a:lnTo>
                    <a:pt x="1782878" y="2867035"/>
                  </a:lnTo>
                  <a:lnTo>
                    <a:pt x="1890614" y="2848181"/>
                  </a:lnTo>
                  <a:lnTo>
                    <a:pt x="1993084" y="2827358"/>
                  </a:lnTo>
                  <a:lnTo>
                    <a:pt x="2089258" y="2804488"/>
                  </a:lnTo>
                  <a:lnTo>
                    <a:pt x="2178684" y="2779431"/>
                  </a:lnTo>
                  <a:lnTo>
                    <a:pt x="2261357" y="2751987"/>
                  </a:lnTo>
                  <a:lnTo>
                    <a:pt x="2337591" y="2721896"/>
                  </a:lnTo>
                  <a:lnTo>
                    <a:pt x="2407911" y="2688845"/>
                  </a:lnTo>
                  <a:lnTo>
                    <a:pt x="2472972" y="2652478"/>
                  </a:lnTo>
                  <a:lnTo>
                    <a:pt x="2533492" y="2612416"/>
                  </a:lnTo>
                  <a:lnTo>
                    <a:pt x="2590207" y="2568288"/>
                  </a:lnTo>
                  <a:lnTo>
                    <a:pt x="2643831" y="2519778"/>
                  </a:lnTo>
                  <a:lnTo>
                    <a:pt x="2695021" y="2466702"/>
                  </a:lnTo>
                  <a:lnTo>
                    <a:pt x="2702183" y="2458730"/>
                  </a:lnTo>
                  <a:lnTo>
                    <a:pt x="2745762" y="2407307"/>
                  </a:lnTo>
                  <a:lnTo>
                    <a:pt x="2788270" y="2352230"/>
                  </a:lnTo>
                  <a:lnTo>
                    <a:pt x="2829988" y="2293426"/>
                  </a:lnTo>
                  <a:lnTo>
                    <a:pt x="2871146" y="2230876"/>
                  </a:lnTo>
                  <a:lnTo>
                    <a:pt x="2911929" y="2164621"/>
                  </a:lnTo>
                  <a:lnTo>
                    <a:pt x="2952483" y="2094771"/>
                  </a:lnTo>
                  <a:lnTo>
                    <a:pt x="2992917" y="2021505"/>
                  </a:lnTo>
                  <a:lnTo>
                    <a:pt x="3033314" y="1945076"/>
                  </a:lnTo>
                  <a:lnTo>
                    <a:pt x="3073728" y="1865809"/>
                  </a:lnTo>
                  <a:lnTo>
                    <a:pt x="3114188" y="1784095"/>
                  </a:lnTo>
                  <a:lnTo>
                    <a:pt x="3154709" y="1700391"/>
                  </a:lnTo>
                  <a:lnTo>
                    <a:pt x="3195284" y="1615202"/>
                  </a:lnTo>
                  <a:lnTo>
                    <a:pt x="3235898" y="1529076"/>
                  </a:lnTo>
                  <a:lnTo>
                    <a:pt x="3276528" y="1442588"/>
                  </a:lnTo>
                  <a:lnTo>
                    <a:pt x="3317149" y="1356320"/>
                  </a:lnTo>
                  <a:lnTo>
                    <a:pt x="3357735" y="1270850"/>
                  </a:lnTo>
                  <a:lnTo>
                    <a:pt x="3398270" y="1186732"/>
                  </a:lnTo>
                  <a:lnTo>
                    <a:pt x="3438745" y="1104486"/>
                  </a:lnTo>
                  <a:lnTo>
                    <a:pt x="3479168" y="1024581"/>
                  </a:lnTo>
                  <a:lnTo>
                    <a:pt x="3519565" y="947423"/>
                  </a:lnTo>
                  <a:lnTo>
                    <a:pt x="3559984" y="873356"/>
                  </a:lnTo>
                  <a:lnTo>
                    <a:pt x="3600499" y="802650"/>
                  </a:lnTo>
                  <a:lnTo>
                    <a:pt x="3641214" y="735501"/>
                  </a:lnTo>
                  <a:lnTo>
                    <a:pt x="3682265" y="672036"/>
                  </a:lnTo>
                  <a:lnTo>
                    <a:pt x="3723826" y="612313"/>
                  </a:lnTo>
                  <a:lnTo>
                    <a:pt x="3766116" y="556328"/>
                  </a:lnTo>
                  <a:lnTo>
                    <a:pt x="3809403" y="504018"/>
                  </a:lnTo>
                  <a:lnTo>
                    <a:pt x="3820202" y="491746"/>
                  </a:lnTo>
                  <a:lnTo>
                    <a:pt x="3871091" y="438014"/>
                  </a:lnTo>
                  <a:lnTo>
                    <a:pt x="3924329" y="388857"/>
                  </a:lnTo>
                  <a:lnTo>
                    <a:pt x="3980559" y="344119"/>
                  </a:lnTo>
                  <a:lnTo>
                    <a:pt x="4040489" y="303497"/>
                  </a:lnTo>
                  <a:lnTo>
                    <a:pt x="4104855" y="266625"/>
                  </a:lnTo>
                  <a:lnTo>
                    <a:pt x="4174380" y="233121"/>
                  </a:lnTo>
                  <a:lnTo>
                    <a:pt x="4249731" y="202627"/>
                  </a:lnTo>
                  <a:lnTo>
                    <a:pt x="4331457" y="174821"/>
                  </a:lnTo>
                  <a:lnTo>
                    <a:pt x="4419908" y="149437"/>
                  </a:lnTo>
                  <a:lnTo>
                    <a:pt x="4515132" y="126264"/>
                  </a:lnTo>
                  <a:lnTo>
                    <a:pt x="4616749" y="105154"/>
                  </a:lnTo>
                  <a:lnTo>
                    <a:pt x="4723820" y="86021"/>
                  </a:lnTo>
                  <a:lnTo>
                    <a:pt x="4834722" y="68832"/>
                  </a:lnTo>
                  <a:lnTo>
                    <a:pt x="4947084" y="53600"/>
                  </a:lnTo>
                  <a:lnTo>
                    <a:pt x="5057812" y="40363"/>
                  </a:lnTo>
                  <a:lnTo>
                    <a:pt x="5163269" y="29160"/>
                  </a:lnTo>
                  <a:lnTo>
                    <a:pt x="5259611" y="20001"/>
                  </a:lnTo>
                  <a:lnTo>
                    <a:pt x="5343277" y="12839"/>
                  </a:lnTo>
                  <a:lnTo>
                    <a:pt x="5411527" y="7550"/>
                  </a:lnTo>
                  <a:lnTo>
                    <a:pt x="5462925" y="3929"/>
                  </a:lnTo>
                  <a:lnTo>
                    <a:pt x="5497634" y="1699"/>
                  </a:lnTo>
                  <a:lnTo>
                    <a:pt x="5517488" y="531"/>
                  </a:lnTo>
                  <a:lnTo>
                    <a:pt x="5525856" y="79"/>
                  </a:lnTo>
                  <a:lnTo>
                    <a:pt x="5527442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15" y="18"/>
                  </a:lnTo>
                  <a:lnTo>
                    <a:pt x="6530968" y="146"/>
                  </a:lnTo>
                  <a:lnTo>
                    <a:pt x="6549859" y="500"/>
                  </a:lnTo>
                  <a:lnTo>
                    <a:pt x="6583889" y="1198"/>
                  </a:lnTo>
                  <a:lnTo>
                    <a:pt x="6635128" y="2352"/>
                  </a:lnTo>
                  <a:lnTo>
                    <a:pt x="6703859" y="4057"/>
                  </a:lnTo>
                  <a:lnTo>
                    <a:pt x="6788638" y="6384"/>
                  </a:lnTo>
                  <a:lnTo>
                    <a:pt x="6886609" y="9376"/>
                  </a:lnTo>
                  <a:lnTo>
                    <a:pt x="6994021" y="13049"/>
                  </a:lnTo>
                  <a:lnTo>
                    <a:pt x="7106824" y="17399"/>
                  </a:lnTo>
                  <a:lnTo>
                    <a:pt x="7221194" y="22413"/>
                  </a:lnTo>
                  <a:lnTo>
                    <a:pt x="7333900" y="28078"/>
                  </a:lnTo>
                  <a:lnTo>
                    <a:pt x="7442491" y="34392"/>
                  </a:lnTo>
                  <a:lnTo>
                    <a:pt x="7545318" y="41365"/>
                  </a:lnTo>
                  <a:lnTo>
                    <a:pt x="7641453" y="49031"/>
                  </a:lnTo>
                  <a:lnTo>
                    <a:pt x="7730556" y="57441"/>
                  </a:lnTo>
                  <a:lnTo>
                    <a:pt x="7812728" y="66670"/>
                  </a:lnTo>
                  <a:lnTo>
                    <a:pt x="7888374" y="76810"/>
                  </a:lnTo>
                  <a:lnTo>
                    <a:pt x="7958101" y="87974"/>
                  </a:lnTo>
                  <a:lnTo>
                    <a:pt x="8022628" y="100284"/>
                  </a:lnTo>
                  <a:lnTo>
                    <a:pt x="8082724" y="113871"/>
                  </a:lnTo>
                  <a:lnTo>
                    <a:pt x="8139160" y="128856"/>
                  </a:lnTo>
                  <a:lnTo>
                    <a:pt x="8192672" y="145331"/>
                  </a:lnTo>
                  <a:lnTo>
                    <a:pt x="8229629" y="158092"/>
                  </a:lnTo>
                  <a:lnTo>
                    <a:pt x="8287219" y="180287"/>
                  </a:lnTo>
                  <a:lnTo>
                    <a:pt x="8343089" y="204566"/>
                  </a:lnTo>
                  <a:lnTo>
                    <a:pt x="8397838" y="230964"/>
                  </a:lnTo>
                  <a:lnTo>
                    <a:pt x="8451916" y="259459"/>
                  </a:lnTo>
                  <a:lnTo>
                    <a:pt x="8505652" y="289959"/>
                  </a:lnTo>
                  <a:lnTo>
                    <a:pt x="8559272" y="322306"/>
                  </a:lnTo>
                  <a:lnTo>
                    <a:pt x="8612916" y="356264"/>
                  </a:lnTo>
                  <a:lnTo>
                    <a:pt x="8666651" y="391535"/>
                  </a:lnTo>
                  <a:lnTo>
                    <a:pt x="8720487" y="427757"/>
                  </a:lnTo>
                  <a:lnTo>
                    <a:pt x="8774393" y="464526"/>
                  </a:lnTo>
                  <a:lnTo>
                    <a:pt x="8828314" y="501411"/>
                  </a:lnTo>
                  <a:lnTo>
                    <a:pt x="8882193" y="537975"/>
                  </a:lnTo>
                  <a:lnTo>
                    <a:pt x="8935983" y="573796"/>
                  </a:lnTo>
                  <a:lnTo>
                    <a:pt x="8989671" y="608489"/>
                  </a:lnTo>
                  <a:lnTo>
                    <a:pt x="9043291" y="641721"/>
                  </a:lnTo>
                  <a:lnTo>
                    <a:pt x="9096943" y="673221"/>
                  </a:lnTo>
                  <a:lnTo>
                    <a:pt x="9150806" y="702792"/>
                  </a:lnTo>
                  <a:lnTo>
                    <a:pt x="9205153" y="730304"/>
                  </a:lnTo>
                  <a:lnTo>
                    <a:pt x="9260366" y="755702"/>
                  </a:lnTo>
                  <a:lnTo>
                    <a:pt x="9316962" y="778990"/>
                  </a:lnTo>
                  <a:lnTo>
                    <a:pt x="9347647" y="790462"/>
                  </a:lnTo>
                  <a:lnTo>
                    <a:pt x="9399470" y="808033"/>
                  </a:lnTo>
                  <a:lnTo>
                    <a:pt x="9453737" y="824080"/>
                  </a:lnTo>
                  <a:lnTo>
                    <a:pt x="9511131" y="838659"/>
                  </a:lnTo>
                  <a:lnTo>
                    <a:pt x="9572400" y="851872"/>
                  </a:lnTo>
                  <a:lnTo>
                    <a:pt x="9638319" y="863846"/>
                  </a:lnTo>
                  <a:lnTo>
                    <a:pt x="9709650" y="874708"/>
                  </a:lnTo>
                  <a:lnTo>
                    <a:pt x="9787086" y="884580"/>
                  </a:lnTo>
                  <a:lnTo>
                    <a:pt x="9871186" y="893568"/>
                  </a:lnTo>
                  <a:lnTo>
                    <a:pt x="9962282" y="901762"/>
                  </a:lnTo>
                  <a:lnTo>
                    <a:pt x="10060366" y="909227"/>
                  </a:lnTo>
                  <a:lnTo>
                    <a:pt x="10164945" y="916012"/>
                  </a:lnTo>
                  <a:lnTo>
                    <a:pt x="10274900" y="922142"/>
                  </a:lnTo>
                  <a:lnTo>
                    <a:pt x="10388360" y="927624"/>
                  </a:lnTo>
                  <a:lnTo>
                    <a:pt x="10502645" y="932452"/>
                  </a:lnTo>
                  <a:lnTo>
                    <a:pt x="10614331" y="936612"/>
                  </a:lnTo>
                  <a:lnTo>
                    <a:pt x="10719483" y="940092"/>
                  </a:lnTo>
                  <a:lnTo>
                    <a:pt x="10814079" y="942893"/>
                  </a:lnTo>
                  <a:lnTo>
                    <a:pt x="10894560" y="945039"/>
                  </a:lnTo>
                  <a:lnTo>
                    <a:pt x="10958423" y="946580"/>
                  </a:lnTo>
                  <a:lnTo>
                    <a:pt x="11004691" y="947594"/>
                  </a:lnTo>
                  <a:lnTo>
                    <a:pt x="11034158" y="948184"/>
                  </a:lnTo>
                  <a:lnTo>
                    <a:pt x="11049377" y="948462"/>
                  </a:lnTo>
                  <a:lnTo>
                    <a:pt x="11054468" y="948548"/>
                  </a:lnTo>
                  <a:lnTo>
                    <a:pt x="11054891" y="948554"/>
                  </a:lnTo>
                  <a:lnTo>
                    <a:pt x="12049831" y="948554"/>
                  </a:lnTo>
                  <a:lnTo>
                    <a:pt x="12049831" y="9485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7" name="pl2176"/>
            <p:cNvSpPr/>
            <p:nvPr/>
          </p:nvSpPr>
          <p:spPr>
            <a:xfrm>
              <a:off x="1199187" y="3547744"/>
              <a:ext cx="12049831" cy="2950476"/>
            </a:xfrm>
            <a:custGeom>
              <a:avLst/>
              <a:pathLst>
                <a:path w="12049831" h="2950476">
                  <a:moveTo>
                    <a:pt x="12049831" y="948554"/>
                  </a:moveTo>
                  <a:lnTo>
                    <a:pt x="11054891" y="948554"/>
                  </a:lnTo>
                  <a:lnTo>
                    <a:pt x="11053762" y="948536"/>
                  </a:lnTo>
                  <a:lnTo>
                    <a:pt x="11046308" y="948408"/>
                  </a:lnTo>
                  <a:lnTo>
                    <a:pt x="11027417" y="948054"/>
                  </a:lnTo>
                  <a:lnTo>
                    <a:pt x="10993387" y="947356"/>
                  </a:lnTo>
                  <a:lnTo>
                    <a:pt x="10942149" y="946202"/>
                  </a:lnTo>
                  <a:lnTo>
                    <a:pt x="10873418" y="944497"/>
                  </a:lnTo>
                  <a:lnTo>
                    <a:pt x="10788639" y="942170"/>
                  </a:lnTo>
                  <a:lnTo>
                    <a:pt x="10690668" y="939178"/>
                  </a:lnTo>
                  <a:lnTo>
                    <a:pt x="10583256" y="935505"/>
                  </a:lnTo>
                  <a:lnTo>
                    <a:pt x="10470452" y="931155"/>
                  </a:lnTo>
                  <a:lnTo>
                    <a:pt x="10356083" y="926141"/>
                  </a:lnTo>
                  <a:lnTo>
                    <a:pt x="10243377" y="920476"/>
                  </a:lnTo>
                  <a:lnTo>
                    <a:pt x="10134786" y="914162"/>
                  </a:lnTo>
                  <a:lnTo>
                    <a:pt x="10031959" y="907188"/>
                  </a:lnTo>
                  <a:lnTo>
                    <a:pt x="9935823" y="899523"/>
                  </a:lnTo>
                  <a:lnTo>
                    <a:pt x="9846720" y="891113"/>
                  </a:lnTo>
                  <a:lnTo>
                    <a:pt x="9764549" y="881884"/>
                  </a:lnTo>
                  <a:lnTo>
                    <a:pt x="9688902" y="871744"/>
                  </a:lnTo>
                  <a:lnTo>
                    <a:pt x="9619175" y="860580"/>
                  </a:lnTo>
                  <a:lnTo>
                    <a:pt x="9554648" y="848269"/>
                  </a:lnTo>
                  <a:lnTo>
                    <a:pt x="9494553" y="834682"/>
                  </a:lnTo>
                  <a:lnTo>
                    <a:pt x="9438116" y="819698"/>
                  </a:lnTo>
                  <a:lnTo>
                    <a:pt x="9384605" y="803222"/>
                  </a:lnTo>
                  <a:lnTo>
                    <a:pt x="9347647" y="790462"/>
                  </a:lnTo>
                  <a:lnTo>
                    <a:pt x="9290057" y="768267"/>
                  </a:lnTo>
                  <a:lnTo>
                    <a:pt x="9234187" y="743988"/>
                  </a:lnTo>
                  <a:lnTo>
                    <a:pt x="9179439" y="717590"/>
                  </a:lnTo>
                  <a:lnTo>
                    <a:pt x="9125361" y="689095"/>
                  </a:lnTo>
                  <a:lnTo>
                    <a:pt x="9071625" y="658594"/>
                  </a:lnTo>
                  <a:lnTo>
                    <a:pt x="9018005" y="626248"/>
                  </a:lnTo>
                  <a:lnTo>
                    <a:pt x="8964361" y="592289"/>
                  </a:lnTo>
                  <a:lnTo>
                    <a:pt x="8910626" y="557019"/>
                  </a:lnTo>
                  <a:lnTo>
                    <a:pt x="8856790" y="520797"/>
                  </a:lnTo>
                  <a:lnTo>
                    <a:pt x="8802884" y="484028"/>
                  </a:lnTo>
                  <a:lnTo>
                    <a:pt x="8748962" y="447143"/>
                  </a:lnTo>
                  <a:lnTo>
                    <a:pt x="8695083" y="410579"/>
                  </a:lnTo>
                  <a:lnTo>
                    <a:pt x="8641294" y="374758"/>
                  </a:lnTo>
                  <a:lnTo>
                    <a:pt x="8587606" y="340064"/>
                  </a:lnTo>
                  <a:lnTo>
                    <a:pt x="8533986" y="306833"/>
                  </a:lnTo>
                  <a:lnTo>
                    <a:pt x="8480333" y="275332"/>
                  </a:lnTo>
                  <a:lnTo>
                    <a:pt x="8426470" y="245762"/>
                  </a:lnTo>
                  <a:lnTo>
                    <a:pt x="8372124" y="218249"/>
                  </a:lnTo>
                  <a:lnTo>
                    <a:pt x="8316911" y="192852"/>
                  </a:lnTo>
                  <a:lnTo>
                    <a:pt x="8260314" y="169563"/>
                  </a:lnTo>
                  <a:lnTo>
                    <a:pt x="8229629" y="158092"/>
                  </a:lnTo>
                  <a:lnTo>
                    <a:pt x="8177807" y="140521"/>
                  </a:lnTo>
                  <a:lnTo>
                    <a:pt x="8123539" y="124474"/>
                  </a:lnTo>
                  <a:lnTo>
                    <a:pt x="8066146" y="109895"/>
                  </a:lnTo>
                  <a:lnTo>
                    <a:pt x="8004877" y="96682"/>
                  </a:lnTo>
                  <a:lnTo>
                    <a:pt x="7938957" y="84708"/>
                  </a:lnTo>
                  <a:lnTo>
                    <a:pt x="7867626" y="73846"/>
                  </a:lnTo>
                  <a:lnTo>
                    <a:pt x="7790191" y="63974"/>
                  </a:lnTo>
                  <a:lnTo>
                    <a:pt x="7706091" y="54985"/>
                  </a:lnTo>
                  <a:lnTo>
                    <a:pt x="7614994" y="46792"/>
                  </a:lnTo>
                  <a:lnTo>
                    <a:pt x="7516911" y="39326"/>
                  </a:lnTo>
                  <a:lnTo>
                    <a:pt x="7412332" y="32542"/>
                  </a:lnTo>
                  <a:lnTo>
                    <a:pt x="7302377" y="26412"/>
                  </a:lnTo>
                  <a:lnTo>
                    <a:pt x="7188917" y="20929"/>
                  </a:lnTo>
                  <a:lnTo>
                    <a:pt x="7074632" y="16101"/>
                  </a:lnTo>
                  <a:lnTo>
                    <a:pt x="6962946" y="11942"/>
                  </a:lnTo>
                  <a:lnTo>
                    <a:pt x="6857793" y="8462"/>
                  </a:lnTo>
                  <a:lnTo>
                    <a:pt x="6763198" y="5660"/>
                  </a:lnTo>
                  <a:lnTo>
                    <a:pt x="6682717" y="3515"/>
                  </a:lnTo>
                  <a:lnTo>
                    <a:pt x="6618854" y="1974"/>
                  </a:lnTo>
                  <a:lnTo>
                    <a:pt x="6572586" y="959"/>
                  </a:lnTo>
                  <a:lnTo>
                    <a:pt x="6543118" y="370"/>
                  </a:lnTo>
                  <a:lnTo>
                    <a:pt x="6527900" y="92"/>
                  </a:lnTo>
                  <a:lnTo>
                    <a:pt x="6522809" y="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4" y="53"/>
                  </a:lnTo>
                  <a:lnTo>
                    <a:pt x="5519294" y="430"/>
                  </a:lnTo>
                  <a:lnTo>
                    <a:pt x="5501324" y="1474"/>
                  </a:lnTo>
                  <a:lnTo>
                    <a:pt x="5468892" y="3532"/>
                  </a:lnTo>
                  <a:lnTo>
                    <a:pt x="5419932" y="6935"/>
                  </a:lnTo>
                  <a:lnTo>
                    <a:pt x="5354041" y="11971"/>
                  </a:lnTo>
                  <a:lnTo>
                    <a:pt x="5272440" y="18855"/>
                  </a:lnTo>
                  <a:lnTo>
                    <a:pt x="5177707" y="27724"/>
                  </a:lnTo>
                  <a:lnTo>
                    <a:pt x="5073320" y="38634"/>
                  </a:lnTo>
                  <a:lnTo>
                    <a:pt x="4963114" y="51582"/>
                  </a:lnTo>
                  <a:lnTo>
                    <a:pt x="4850781" y="66531"/>
                  </a:lnTo>
                  <a:lnTo>
                    <a:pt x="4739507" y="83441"/>
                  </a:lnTo>
                  <a:lnTo>
                    <a:pt x="4631771" y="102295"/>
                  </a:lnTo>
                  <a:lnTo>
                    <a:pt x="4529301" y="123118"/>
                  </a:lnTo>
                  <a:lnTo>
                    <a:pt x="4433127" y="145988"/>
                  </a:lnTo>
                  <a:lnTo>
                    <a:pt x="4343701" y="171045"/>
                  </a:lnTo>
                  <a:lnTo>
                    <a:pt x="4261028" y="198489"/>
                  </a:lnTo>
                  <a:lnTo>
                    <a:pt x="4184794" y="228580"/>
                  </a:lnTo>
                  <a:lnTo>
                    <a:pt x="4114474" y="261631"/>
                  </a:lnTo>
                  <a:lnTo>
                    <a:pt x="4049413" y="297998"/>
                  </a:lnTo>
                  <a:lnTo>
                    <a:pt x="3988893" y="338060"/>
                  </a:lnTo>
                  <a:lnTo>
                    <a:pt x="3932178" y="382188"/>
                  </a:lnTo>
                  <a:lnTo>
                    <a:pt x="3878554" y="430698"/>
                  </a:lnTo>
                  <a:lnTo>
                    <a:pt x="3827364" y="483774"/>
                  </a:lnTo>
                  <a:lnTo>
                    <a:pt x="3820202" y="491746"/>
                  </a:lnTo>
                  <a:lnTo>
                    <a:pt x="3776623" y="543169"/>
                  </a:lnTo>
                  <a:lnTo>
                    <a:pt x="3734115" y="598246"/>
                  </a:lnTo>
                  <a:lnTo>
                    <a:pt x="3692397" y="657050"/>
                  </a:lnTo>
                  <a:lnTo>
                    <a:pt x="3651239" y="719600"/>
                  </a:lnTo>
                  <a:lnTo>
                    <a:pt x="3610456" y="785855"/>
                  </a:lnTo>
                  <a:lnTo>
                    <a:pt x="3569902" y="855705"/>
                  </a:lnTo>
                  <a:lnTo>
                    <a:pt x="3529468" y="928971"/>
                  </a:lnTo>
                  <a:lnTo>
                    <a:pt x="3489071" y="1005400"/>
                  </a:lnTo>
                  <a:lnTo>
                    <a:pt x="3448657" y="1084667"/>
                  </a:lnTo>
                  <a:lnTo>
                    <a:pt x="3408197" y="1166381"/>
                  </a:lnTo>
                  <a:lnTo>
                    <a:pt x="3367676" y="1250085"/>
                  </a:lnTo>
                  <a:lnTo>
                    <a:pt x="3327101" y="1335274"/>
                  </a:lnTo>
                  <a:lnTo>
                    <a:pt x="3286487" y="1421400"/>
                  </a:lnTo>
                  <a:lnTo>
                    <a:pt x="3245857" y="1507888"/>
                  </a:lnTo>
                  <a:lnTo>
                    <a:pt x="3205236" y="1594156"/>
                  </a:lnTo>
                  <a:lnTo>
                    <a:pt x="3164650" y="1679626"/>
                  </a:lnTo>
                  <a:lnTo>
                    <a:pt x="3124115" y="1763744"/>
                  </a:lnTo>
                  <a:lnTo>
                    <a:pt x="3083640" y="1845990"/>
                  </a:lnTo>
                  <a:lnTo>
                    <a:pt x="3043217" y="1925895"/>
                  </a:lnTo>
                  <a:lnTo>
                    <a:pt x="3002820" y="2003053"/>
                  </a:lnTo>
                  <a:lnTo>
                    <a:pt x="2962401" y="2077120"/>
                  </a:lnTo>
                  <a:lnTo>
                    <a:pt x="2921886" y="2147826"/>
                  </a:lnTo>
                  <a:lnTo>
                    <a:pt x="2881171" y="2214975"/>
                  </a:lnTo>
                  <a:lnTo>
                    <a:pt x="2840120" y="2278440"/>
                  </a:lnTo>
                  <a:lnTo>
                    <a:pt x="2798559" y="2338163"/>
                  </a:lnTo>
                  <a:lnTo>
                    <a:pt x="2756269" y="2394148"/>
                  </a:lnTo>
                  <a:lnTo>
                    <a:pt x="2712982" y="2446458"/>
                  </a:lnTo>
                  <a:lnTo>
                    <a:pt x="2702183" y="2458730"/>
                  </a:lnTo>
                  <a:lnTo>
                    <a:pt x="2651294" y="2512462"/>
                  </a:lnTo>
                  <a:lnTo>
                    <a:pt x="2598056" y="2561619"/>
                  </a:lnTo>
                  <a:lnTo>
                    <a:pt x="2541826" y="2606357"/>
                  </a:lnTo>
                  <a:lnTo>
                    <a:pt x="2481896" y="2646979"/>
                  </a:lnTo>
                  <a:lnTo>
                    <a:pt x="2417530" y="2683851"/>
                  </a:lnTo>
                  <a:lnTo>
                    <a:pt x="2348005" y="2717355"/>
                  </a:lnTo>
                  <a:lnTo>
                    <a:pt x="2272654" y="2747849"/>
                  </a:lnTo>
                  <a:lnTo>
                    <a:pt x="2190928" y="2775655"/>
                  </a:lnTo>
                  <a:lnTo>
                    <a:pt x="2102477" y="2801039"/>
                  </a:lnTo>
                  <a:lnTo>
                    <a:pt x="2007253" y="2824212"/>
                  </a:lnTo>
                  <a:lnTo>
                    <a:pt x="1905636" y="2845322"/>
                  </a:lnTo>
                  <a:lnTo>
                    <a:pt x="1798565" y="2864455"/>
                  </a:lnTo>
                  <a:lnTo>
                    <a:pt x="1687663" y="2881644"/>
                  </a:lnTo>
                  <a:lnTo>
                    <a:pt x="1575301" y="2896876"/>
                  </a:lnTo>
                  <a:lnTo>
                    <a:pt x="1464573" y="2910113"/>
                  </a:lnTo>
                  <a:lnTo>
                    <a:pt x="1359116" y="2921316"/>
                  </a:lnTo>
                  <a:lnTo>
                    <a:pt x="1262774" y="2930475"/>
                  </a:lnTo>
                  <a:lnTo>
                    <a:pt x="1179108" y="2937637"/>
                  </a:lnTo>
                  <a:lnTo>
                    <a:pt x="1110858" y="2942926"/>
                  </a:lnTo>
                  <a:lnTo>
                    <a:pt x="1059460" y="2946547"/>
                  </a:lnTo>
                  <a:lnTo>
                    <a:pt x="1024751" y="2948777"/>
                  </a:lnTo>
                  <a:lnTo>
                    <a:pt x="1004897" y="2949945"/>
                  </a:lnTo>
                  <a:lnTo>
                    <a:pt x="996529" y="2950397"/>
                  </a:lnTo>
                  <a:lnTo>
                    <a:pt x="994943" y="2950476"/>
                  </a:lnTo>
                  <a:lnTo>
                    <a:pt x="994940" y="2950476"/>
                  </a:lnTo>
                  <a:lnTo>
                    <a:pt x="0" y="2950476"/>
                  </a:lnTo>
                  <a:lnTo>
                    <a:pt x="0" y="29504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8" name="pg2177"/>
            <p:cNvSpPr/>
            <p:nvPr/>
          </p:nvSpPr>
          <p:spPr>
            <a:xfrm>
              <a:off x="1199187" y="3568707"/>
              <a:ext cx="12049831" cy="2939995"/>
            </a:xfrm>
            <a:custGeom>
              <a:avLst/>
              <a:pathLst>
                <a:path w="12049831" h="2939995">
                  <a:moveTo>
                    <a:pt x="0" y="2939995"/>
                  </a:moveTo>
                  <a:lnTo>
                    <a:pt x="994940" y="2939995"/>
                  </a:lnTo>
                  <a:lnTo>
                    <a:pt x="996012" y="2939942"/>
                  </a:lnTo>
                  <a:lnTo>
                    <a:pt x="1003096" y="2939566"/>
                  </a:lnTo>
                  <a:lnTo>
                    <a:pt x="1021076" y="2938527"/>
                  </a:lnTo>
                  <a:lnTo>
                    <a:pt x="1053526" y="2936479"/>
                  </a:lnTo>
                  <a:lnTo>
                    <a:pt x="1102511" y="2933092"/>
                  </a:lnTo>
                  <a:lnTo>
                    <a:pt x="1168434" y="2928081"/>
                  </a:lnTo>
                  <a:lnTo>
                    <a:pt x="1250072" y="2921229"/>
                  </a:lnTo>
                  <a:lnTo>
                    <a:pt x="1344841" y="2912402"/>
                  </a:lnTo>
                  <a:lnTo>
                    <a:pt x="1449262" y="2901544"/>
                  </a:lnTo>
                  <a:lnTo>
                    <a:pt x="1559498" y="2888659"/>
                  </a:lnTo>
                  <a:lnTo>
                    <a:pt x="1671855" y="2873783"/>
                  </a:lnTo>
                  <a:lnTo>
                    <a:pt x="1783147" y="2856955"/>
                  </a:lnTo>
                  <a:lnTo>
                    <a:pt x="1890893" y="2838192"/>
                  </a:lnTo>
                  <a:lnTo>
                    <a:pt x="1993368" y="2817471"/>
                  </a:lnTo>
                  <a:lnTo>
                    <a:pt x="2089542" y="2794712"/>
                  </a:lnTo>
                  <a:lnTo>
                    <a:pt x="2178965" y="2769776"/>
                  </a:lnTo>
                  <a:lnTo>
                    <a:pt x="2261632" y="2742465"/>
                  </a:lnTo>
                  <a:lnTo>
                    <a:pt x="2337859" y="2712518"/>
                  </a:lnTo>
                  <a:lnTo>
                    <a:pt x="2408172" y="2679624"/>
                  </a:lnTo>
                  <a:lnTo>
                    <a:pt x="2473227" y="2643430"/>
                  </a:lnTo>
                  <a:lnTo>
                    <a:pt x="2533742" y="2603557"/>
                  </a:lnTo>
                  <a:lnTo>
                    <a:pt x="2590454" y="2559637"/>
                  </a:lnTo>
                  <a:lnTo>
                    <a:pt x="2644076" y="2511355"/>
                  </a:lnTo>
                  <a:lnTo>
                    <a:pt x="2695266" y="2458529"/>
                  </a:lnTo>
                  <a:lnTo>
                    <a:pt x="2702183" y="2450869"/>
                  </a:lnTo>
                  <a:lnTo>
                    <a:pt x="2745849" y="2399613"/>
                  </a:lnTo>
                  <a:lnTo>
                    <a:pt x="2788440" y="2344708"/>
                  </a:lnTo>
                  <a:lnTo>
                    <a:pt x="2830239" y="2286080"/>
                  </a:lnTo>
                  <a:lnTo>
                    <a:pt x="2871477" y="2223711"/>
                  </a:lnTo>
                  <a:lnTo>
                    <a:pt x="2912340" y="2157644"/>
                  </a:lnTo>
                  <a:lnTo>
                    <a:pt x="2952973" y="2087987"/>
                  </a:lnTo>
                  <a:lnTo>
                    <a:pt x="2993488" y="2014921"/>
                  </a:lnTo>
                  <a:lnTo>
                    <a:pt x="3033966" y="1938701"/>
                  </a:lnTo>
                  <a:lnTo>
                    <a:pt x="3074462" y="1859651"/>
                  </a:lnTo>
                  <a:lnTo>
                    <a:pt x="3115006" y="1778167"/>
                  </a:lnTo>
                  <a:lnTo>
                    <a:pt x="3155609" y="1694703"/>
                  </a:lnTo>
                  <a:lnTo>
                    <a:pt x="3196267" y="1609769"/>
                  </a:lnTo>
                  <a:lnTo>
                    <a:pt x="3236964" y="1523914"/>
                  </a:lnTo>
                  <a:lnTo>
                    <a:pt x="3277677" y="1437711"/>
                  </a:lnTo>
                  <a:lnTo>
                    <a:pt x="3318378" y="1351745"/>
                  </a:lnTo>
                  <a:lnTo>
                    <a:pt x="3359045" y="1266592"/>
                  </a:lnTo>
                  <a:lnTo>
                    <a:pt x="3399660" y="1182809"/>
                  </a:lnTo>
                  <a:lnTo>
                    <a:pt x="3440215" y="1100911"/>
                  </a:lnTo>
                  <a:lnTo>
                    <a:pt x="3480718" y="1021365"/>
                  </a:lnTo>
                  <a:lnTo>
                    <a:pt x="3521196" y="944580"/>
                  </a:lnTo>
                  <a:lnTo>
                    <a:pt x="3561699" y="870892"/>
                  </a:lnTo>
                  <a:lnTo>
                    <a:pt x="3602302" y="800571"/>
                  </a:lnTo>
                  <a:lnTo>
                    <a:pt x="3643111" y="733810"/>
                  </a:lnTo>
                  <a:lnTo>
                    <a:pt x="3684265" y="670732"/>
                  </a:lnTo>
                  <a:lnTo>
                    <a:pt x="3725941" y="611392"/>
                  </a:lnTo>
                  <a:lnTo>
                    <a:pt x="3768360" y="555783"/>
                  </a:lnTo>
                  <a:lnTo>
                    <a:pt x="3811797" y="503841"/>
                  </a:lnTo>
                  <a:lnTo>
                    <a:pt x="3820202" y="494366"/>
                  </a:lnTo>
                  <a:lnTo>
                    <a:pt x="3871102" y="440910"/>
                  </a:lnTo>
                  <a:lnTo>
                    <a:pt x="3924351" y="392006"/>
                  </a:lnTo>
                  <a:lnTo>
                    <a:pt x="3980594" y="347500"/>
                  </a:lnTo>
                  <a:lnTo>
                    <a:pt x="4040540" y="307089"/>
                  </a:lnTo>
                  <a:lnTo>
                    <a:pt x="4104923" y="270409"/>
                  </a:lnTo>
                  <a:lnTo>
                    <a:pt x="4174468" y="237081"/>
                  </a:lnTo>
                  <a:lnTo>
                    <a:pt x="4249843" y="206746"/>
                  </a:lnTo>
                  <a:lnTo>
                    <a:pt x="4331595" y="179087"/>
                  </a:lnTo>
                  <a:lnTo>
                    <a:pt x="4420076" y="153837"/>
                  </a:lnTo>
                  <a:lnTo>
                    <a:pt x="4515332" y="130787"/>
                  </a:lnTo>
                  <a:lnTo>
                    <a:pt x="4616983" y="109790"/>
                  </a:lnTo>
                  <a:lnTo>
                    <a:pt x="4724087" y="90759"/>
                  </a:lnTo>
                  <a:lnTo>
                    <a:pt x="4835019" y="73663"/>
                  </a:lnTo>
                  <a:lnTo>
                    <a:pt x="4947404" y="58515"/>
                  </a:lnTo>
                  <a:lnTo>
                    <a:pt x="5058144" y="45352"/>
                  </a:lnTo>
                  <a:lnTo>
                    <a:pt x="5163599" y="34213"/>
                  </a:lnTo>
                  <a:lnTo>
                    <a:pt x="5259924" y="25107"/>
                  </a:lnTo>
                  <a:lnTo>
                    <a:pt x="5343557" y="17988"/>
                  </a:lnTo>
                  <a:lnTo>
                    <a:pt x="5411759" y="12733"/>
                  </a:lnTo>
                  <a:lnTo>
                    <a:pt x="5463099" y="9137"/>
                  </a:lnTo>
                  <a:lnTo>
                    <a:pt x="5497749" y="6923"/>
                  </a:lnTo>
                  <a:lnTo>
                    <a:pt x="5517548" y="5765"/>
                  </a:lnTo>
                  <a:lnTo>
                    <a:pt x="5525875" y="5318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9" y="5264"/>
                  </a:lnTo>
                  <a:lnTo>
                    <a:pt x="6530925" y="5437"/>
                  </a:lnTo>
                  <a:lnTo>
                    <a:pt x="6549722" y="5914"/>
                  </a:lnTo>
                  <a:lnTo>
                    <a:pt x="6583591" y="6854"/>
                  </a:lnTo>
                  <a:lnTo>
                    <a:pt x="6634599" y="8408"/>
                  </a:lnTo>
                  <a:lnTo>
                    <a:pt x="6703045" y="10704"/>
                  </a:lnTo>
                  <a:lnTo>
                    <a:pt x="6787505" y="13838"/>
                  </a:lnTo>
                  <a:lnTo>
                    <a:pt x="6885153" y="17869"/>
                  </a:lnTo>
                  <a:lnTo>
                    <a:pt x="6992266" y="22817"/>
                  </a:lnTo>
                  <a:lnTo>
                    <a:pt x="7104813" y="28680"/>
                  </a:lnTo>
                  <a:lnTo>
                    <a:pt x="7218985" y="35439"/>
                  </a:lnTo>
                  <a:lnTo>
                    <a:pt x="7331553" y="43076"/>
                  </a:lnTo>
                  <a:lnTo>
                    <a:pt x="7440064" y="51588"/>
                  </a:lnTo>
                  <a:lnTo>
                    <a:pt x="7542861" y="60989"/>
                  </a:lnTo>
                  <a:lnTo>
                    <a:pt x="7639004" y="71322"/>
                  </a:lnTo>
                  <a:lnTo>
                    <a:pt x="7728142" y="82657"/>
                  </a:lnTo>
                  <a:lnTo>
                    <a:pt x="7810365" y="95093"/>
                  </a:lnTo>
                  <a:lnTo>
                    <a:pt x="7886071" y="108755"/>
                  </a:lnTo>
                  <a:lnTo>
                    <a:pt x="7955857" y="123791"/>
                  </a:lnTo>
                  <a:lnTo>
                    <a:pt x="8020435" y="140370"/>
                  </a:lnTo>
                  <a:lnTo>
                    <a:pt x="8080571" y="158663"/>
                  </a:lnTo>
                  <a:lnTo>
                    <a:pt x="8137033" y="178836"/>
                  </a:lnTo>
                  <a:lnTo>
                    <a:pt x="8190552" y="201017"/>
                  </a:lnTo>
                  <a:lnTo>
                    <a:pt x="8229629" y="219233"/>
                  </a:lnTo>
                  <a:lnTo>
                    <a:pt x="8284676" y="247867"/>
                  </a:lnTo>
                  <a:lnTo>
                    <a:pt x="8338126" y="279071"/>
                  </a:lnTo>
                  <a:lnTo>
                    <a:pt x="8390511" y="312892"/>
                  </a:lnTo>
                  <a:lnTo>
                    <a:pt x="8442237" y="349310"/>
                  </a:lnTo>
                  <a:lnTo>
                    <a:pt x="8493605" y="388233"/>
                  </a:lnTo>
                  <a:lnTo>
                    <a:pt x="8544830" y="429487"/>
                  </a:lnTo>
                  <a:lnTo>
                    <a:pt x="8596049" y="472819"/>
                  </a:lnTo>
                  <a:lnTo>
                    <a:pt x="8647338" y="517896"/>
                  </a:lnTo>
                  <a:lnTo>
                    <a:pt x="8698722" y="564316"/>
                  </a:lnTo>
                  <a:lnTo>
                    <a:pt x="8750185" y="611619"/>
                  </a:lnTo>
                  <a:lnTo>
                    <a:pt x="8801686" y="659306"/>
                  </a:lnTo>
                  <a:lnTo>
                    <a:pt x="8853174" y="706863"/>
                  </a:lnTo>
                  <a:lnTo>
                    <a:pt x="8904600" y="753779"/>
                  </a:lnTo>
                  <a:lnTo>
                    <a:pt x="8955936" y="799573"/>
                  </a:lnTo>
                  <a:lnTo>
                    <a:pt x="9007184" y="843812"/>
                  </a:lnTo>
                  <a:lnTo>
                    <a:pt x="9058392" y="886128"/>
                  </a:lnTo>
                  <a:lnTo>
                    <a:pt x="9109668" y="926227"/>
                  </a:lnTo>
                  <a:lnTo>
                    <a:pt x="9161185" y="963897"/>
                  </a:lnTo>
                  <a:lnTo>
                    <a:pt x="9213201" y="999006"/>
                  </a:lnTo>
                  <a:lnTo>
                    <a:pt x="9266068" y="1031500"/>
                  </a:lnTo>
                  <a:lnTo>
                    <a:pt x="9320252" y="1061392"/>
                  </a:lnTo>
                  <a:lnTo>
                    <a:pt x="9347647" y="1075203"/>
                  </a:lnTo>
                  <a:lnTo>
                    <a:pt x="9399377" y="1098947"/>
                  </a:lnTo>
                  <a:lnTo>
                    <a:pt x="9453541" y="1120636"/>
                  </a:lnTo>
                  <a:lnTo>
                    <a:pt x="9510818" y="1140342"/>
                  </a:lnTo>
                  <a:lnTo>
                    <a:pt x="9571953" y="1158207"/>
                  </a:lnTo>
                  <a:lnTo>
                    <a:pt x="9637716" y="1174399"/>
                  </a:lnTo>
                  <a:lnTo>
                    <a:pt x="9708866" y="1189090"/>
                  </a:lnTo>
                  <a:lnTo>
                    <a:pt x="9786092" y="1202443"/>
                  </a:lnTo>
                  <a:lnTo>
                    <a:pt x="9869953" y="1214603"/>
                  </a:lnTo>
                  <a:lnTo>
                    <a:pt x="9960783" y="1225689"/>
                  </a:lnTo>
                  <a:lnTo>
                    <a:pt x="10058580" y="1235793"/>
                  </a:lnTo>
                  <a:lnTo>
                    <a:pt x="10162863" y="1244977"/>
                  </a:lnTo>
                  <a:lnTo>
                    <a:pt x="10272532" y="1253278"/>
                  </a:lnTo>
                  <a:lnTo>
                    <a:pt x="10385741" y="1260705"/>
                  </a:lnTo>
                  <a:lnTo>
                    <a:pt x="10499843" y="1267250"/>
                  </a:lnTo>
                  <a:lnTo>
                    <a:pt x="10611446" y="1272894"/>
                  </a:lnTo>
                  <a:lnTo>
                    <a:pt x="10716647" y="1277621"/>
                  </a:lnTo>
                  <a:lnTo>
                    <a:pt x="10811436" y="1281433"/>
                  </a:lnTo>
                  <a:lnTo>
                    <a:pt x="10892254" y="1284358"/>
                  </a:lnTo>
                  <a:lnTo>
                    <a:pt x="10956570" y="1286466"/>
                  </a:lnTo>
                  <a:lnTo>
                    <a:pt x="11003357" y="1287859"/>
                  </a:lnTo>
                  <a:lnTo>
                    <a:pt x="11033343" y="1288673"/>
                  </a:lnTo>
                  <a:lnTo>
                    <a:pt x="11049007" y="1289062"/>
                  </a:lnTo>
                  <a:lnTo>
                    <a:pt x="11054393" y="1289185"/>
                  </a:lnTo>
                  <a:lnTo>
                    <a:pt x="11054891" y="1289195"/>
                  </a:lnTo>
                  <a:lnTo>
                    <a:pt x="12049831" y="1289195"/>
                  </a:lnTo>
                  <a:lnTo>
                    <a:pt x="12049831" y="1283955"/>
                  </a:lnTo>
                  <a:lnTo>
                    <a:pt x="11054891" y="1283955"/>
                  </a:lnTo>
                  <a:lnTo>
                    <a:pt x="11053768" y="1283931"/>
                  </a:lnTo>
                  <a:lnTo>
                    <a:pt x="11046352" y="1283758"/>
                  </a:lnTo>
                  <a:lnTo>
                    <a:pt x="11027554" y="1283281"/>
                  </a:lnTo>
                  <a:lnTo>
                    <a:pt x="10993686" y="1282341"/>
                  </a:lnTo>
                  <a:lnTo>
                    <a:pt x="10942677" y="1280787"/>
                  </a:lnTo>
                  <a:lnTo>
                    <a:pt x="10874232" y="1278491"/>
                  </a:lnTo>
                  <a:lnTo>
                    <a:pt x="10789771" y="1275357"/>
                  </a:lnTo>
                  <a:lnTo>
                    <a:pt x="10692123" y="1271326"/>
                  </a:lnTo>
                  <a:lnTo>
                    <a:pt x="10585011" y="1266378"/>
                  </a:lnTo>
                  <a:lnTo>
                    <a:pt x="10472463" y="1260515"/>
                  </a:lnTo>
                  <a:lnTo>
                    <a:pt x="10358292" y="1253756"/>
                  </a:lnTo>
                  <a:lnTo>
                    <a:pt x="10245723" y="1246119"/>
                  </a:lnTo>
                  <a:lnTo>
                    <a:pt x="10137212" y="1237607"/>
                  </a:lnTo>
                  <a:lnTo>
                    <a:pt x="10034416" y="1228206"/>
                  </a:lnTo>
                  <a:lnTo>
                    <a:pt x="9938273" y="1217873"/>
                  </a:lnTo>
                  <a:lnTo>
                    <a:pt x="9849135" y="1206538"/>
                  </a:lnTo>
                  <a:lnTo>
                    <a:pt x="9766912" y="1194102"/>
                  </a:lnTo>
                  <a:lnTo>
                    <a:pt x="9691206" y="1180440"/>
                  </a:lnTo>
                  <a:lnTo>
                    <a:pt x="9621420" y="1165404"/>
                  </a:lnTo>
                  <a:lnTo>
                    <a:pt x="9556841" y="1148825"/>
                  </a:lnTo>
                  <a:lnTo>
                    <a:pt x="9496705" y="1130532"/>
                  </a:lnTo>
                  <a:lnTo>
                    <a:pt x="9440244" y="1110359"/>
                  </a:lnTo>
                  <a:lnTo>
                    <a:pt x="9386724" y="1088178"/>
                  </a:lnTo>
                  <a:lnTo>
                    <a:pt x="9347647" y="1069962"/>
                  </a:lnTo>
                  <a:lnTo>
                    <a:pt x="9292601" y="1041328"/>
                  </a:lnTo>
                  <a:lnTo>
                    <a:pt x="9239150" y="1010124"/>
                  </a:lnTo>
                  <a:lnTo>
                    <a:pt x="9186765" y="976303"/>
                  </a:lnTo>
                  <a:lnTo>
                    <a:pt x="9135039" y="939885"/>
                  </a:lnTo>
                  <a:lnTo>
                    <a:pt x="9083671" y="900962"/>
                  </a:lnTo>
                  <a:lnTo>
                    <a:pt x="9032447" y="859708"/>
                  </a:lnTo>
                  <a:lnTo>
                    <a:pt x="8981228" y="816376"/>
                  </a:lnTo>
                  <a:lnTo>
                    <a:pt x="8929938" y="771299"/>
                  </a:lnTo>
                  <a:lnTo>
                    <a:pt x="8878555" y="724879"/>
                  </a:lnTo>
                  <a:lnTo>
                    <a:pt x="8827092" y="677576"/>
                  </a:lnTo>
                  <a:lnTo>
                    <a:pt x="8775591" y="629889"/>
                  </a:lnTo>
                  <a:lnTo>
                    <a:pt x="8724103" y="582332"/>
                  </a:lnTo>
                  <a:lnTo>
                    <a:pt x="8672676" y="535416"/>
                  </a:lnTo>
                  <a:lnTo>
                    <a:pt x="8621341" y="489622"/>
                  </a:lnTo>
                  <a:lnTo>
                    <a:pt x="8570093" y="445383"/>
                  </a:lnTo>
                  <a:lnTo>
                    <a:pt x="8518884" y="403067"/>
                  </a:lnTo>
                  <a:lnTo>
                    <a:pt x="8467609" y="362968"/>
                  </a:lnTo>
                  <a:lnTo>
                    <a:pt x="8416091" y="325298"/>
                  </a:lnTo>
                  <a:lnTo>
                    <a:pt x="8364075" y="290189"/>
                  </a:lnTo>
                  <a:lnTo>
                    <a:pt x="8311208" y="257695"/>
                  </a:lnTo>
                  <a:lnTo>
                    <a:pt x="8257025" y="227803"/>
                  </a:lnTo>
                  <a:lnTo>
                    <a:pt x="8229629" y="213992"/>
                  </a:lnTo>
                  <a:lnTo>
                    <a:pt x="8177900" y="190248"/>
                  </a:lnTo>
                  <a:lnTo>
                    <a:pt x="8123736" y="168559"/>
                  </a:lnTo>
                  <a:lnTo>
                    <a:pt x="8066458" y="148852"/>
                  </a:lnTo>
                  <a:lnTo>
                    <a:pt x="8005324" y="130988"/>
                  </a:lnTo>
                  <a:lnTo>
                    <a:pt x="7939560" y="114796"/>
                  </a:lnTo>
                  <a:lnTo>
                    <a:pt x="7868411" y="100105"/>
                  </a:lnTo>
                  <a:lnTo>
                    <a:pt x="7791185" y="86752"/>
                  </a:lnTo>
                  <a:lnTo>
                    <a:pt x="7707324" y="74592"/>
                  </a:lnTo>
                  <a:lnTo>
                    <a:pt x="7616493" y="63506"/>
                  </a:lnTo>
                  <a:lnTo>
                    <a:pt x="7518696" y="53402"/>
                  </a:lnTo>
                  <a:lnTo>
                    <a:pt x="7414413" y="44217"/>
                  </a:lnTo>
                  <a:lnTo>
                    <a:pt x="7304745" y="35917"/>
                  </a:lnTo>
                  <a:lnTo>
                    <a:pt x="7191535" y="28490"/>
                  </a:lnTo>
                  <a:lnTo>
                    <a:pt x="7077433" y="21945"/>
                  </a:lnTo>
                  <a:lnTo>
                    <a:pt x="6965830" y="16301"/>
                  </a:lnTo>
                  <a:lnTo>
                    <a:pt x="6860630" y="11574"/>
                  </a:lnTo>
                  <a:lnTo>
                    <a:pt x="6765841" y="7762"/>
                  </a:lnTo>
                  <a:lnTo>
                    <a:pt x="6685023" y="4837"/>
                  </a:lnTo>
                  <a:lnTo>
                    <a:pt x="6620707" y="2729"/>
                  </a:lnTo>
                  <a:lnTo>
                    <a:pt x="6573920" y="1336"/>
                  </a:lnTo>
                  <a:lnTo>
                    <a:pt x="6543934" y="522"/>
                  </a:lnTo>
                  <a:lnTo>
                    <a:pt x="6528270" y="133"/>
                  </a:lnTo>
                  <a:lnTo>
                    <a:pt x="6522883" y="1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3" y="52"/>
                  </a:lnTo>
                  <a:lnTo>
                    <a:pt x="5519289" y="428"/>
                  </a:lnTo>
                  <a:lnTo>
                    <a:pt x="5501309" y="1467"/>
                  </a:lnTo>
                  <a:lnTo>
                    <a:pt x="5468859" y="3515"/>
                  </a:lnTo>
                  <a:lnTo>
                    <a:pt x="5419874" y="6903"/>
                  </a:lnTo>
                  <a:lnTo>
                    <a:pt x="5353951" y="11914"/>
                  </a:lnTo>
                  <a:lnTo>
                    <a:pt x="5272313" y="18766"/>
                  </a:lnTo>
                  <a:lnTo>
                    <a:pt x="5177544" y="27592"/>
                  </a:lnTo>
                  <a:lnTo>
                    <a:pt x="5073123" y="38450"/>
                  </a:lnTo>
                  <a:lnTo>
                    <a:pt x="4962887" y="51336"/>
                  </a:lnTo>
                  <a:lnTo>
                    <a:pt x="4850530" y="66212"/>
                  </a:lnTo>
                  <a:lnTo>
                    <a:pt x="4739238" y="83040"/>
                  </a:lnTo>
                  <a:lnTo>
                    <a:pt x="4631492" y="101802"/>
                  </a:lnTo>
                  <a:lnTo>
                    <a:pt x="4529017" y="122524"/>
                  </a:lnTo>
                  <a:lnTo>
                    <a:pt x="4432843" y="145283"/>
                  </a:lnTo>
                  <a:lnTo>
                    <a:pt x="4343420" y="170218"/>
                  </a:lnTo>
                  <a:lnTo>
                    <a:pt x="4260753" y="197530"/>
                  </a:lnTo>
                  <a:lnTo>
                    <a:pt x="4184526" y="227477"/>
                  </a:lnTo>
                  <a:lnTo>
                    <a:pt x="4114213" y="260370"/>
                  </a:lnTo>
                  <a:lnTo>
                    <a:pt x="4049158" y="296565"/>
                  </a:lnTo>
                  <a:lnTo>
                    <a:pt x="3988643" y="336437"/>
                  </a:lnTo>
                  <a:lnTo>
                    <a:pt x="3931931" y="380358"/>
                  </a:lnTo>
                  <a:lnTo>
                    <a:pt x="3878309" y="428640"/>
                  </a:lnTo>
                  <a:lnTo>
                    <a:pt x="3827119" y="481466"/>
                  </a:lnTo>
                  <a:lnTo>
                    <a:pt x="3820202" y="489125"/>
                  </a:lnTo>
                  <a:lnTo>
                    <a:pt x="3776536" y="540382"/>
                  </a:lnTo>
                  <a:lnTo>
                    <a:pt x="3733945" y="595287"/>
                  </a:lnTo>
                  <a:lnTo>
                    <a:pt x="3692146" y="653914"/>
                  </a:lnTo>
                  <a:lnTo>
                    <a:pt x="3650908" y="716283"/>
                  </a:lnTo>
                  <a:lnTo>
                    <a:pt x="3610045" y="782351"/>
                  </a:lnTo>
                  <a:lnTo>
                    <a:pt x="3569412" y="852008"/>
                  </a:lnTo>
                  <a:lnTo>
                    <a:pt x="3528897" y="925074"/>
                  </a:lnTo>
                  <a:lnTo>
                    <a:pt x="3488419" y="1001294"/>
                  </a:lnTo>
                  <a:lnTo>
                    <a:pt x="3447923" y="1080343"/>
                  </a:lnTo>
                  <a:lnTo>
                    <a:pt x="3407379" y="1161828"/>
                  </a:lnTo>
                  <a:lnTo>
                    <a:pt x="3366776" y="1245291"/>
                  </a:lnTo>
                  <a:lnTo>
                    <a:pt x="3326118" y="1330225"/>
                  </a:lnTo>
                  <a:lnTo>
                    <a:pt x="3285421" y="1416081"/>
                  </a:lnTo>
                  <a:lnTo>
                    <a:pt x="3244708" y="1502284"/>
                  </a:lnTo>
                  <a:lnTo>
                    <a:pt x="3204007" y="1588250"/>
                  </a:lnTo>
                  <a:lnTo>
                    <a:pt x="3163340" y="1673402"/>
                  </a:lnTo>
                  <a:lnTo>
                    <a:pt x="3122725" y="1757186"/>
                  </a:lnTo>
                  <a:lnTo>
                    <a:pt x="3082170" y="1839084"/>
                  </a:lnTo>
                  <a:lnTo>
                    <a:pt x="3041667" y="1918629"/>
                  </a:lnTo>
                  <a:lnTo>
                    <a:pt x="3001189" y="1995415"/>
                  </a:lnTo>
                  <a:lnTo>
                    <a:pt x="2960686" y="2069102"/>
                  </a:lnTo>
                  <a:lnTo>
                    <a:pt x="2920083" y="2139424"/>
                  </a:lnTo>
                  <a:lnTo>
                    <a:pt x="2879274" y="2206185"/>
                  </a:lnTo>
                  <a:lnTo>
                    <a:pt x="2838120" y="2269263"/>
                  </a:lnTo>
                  <a:lnTo>
                    <a:pt x="2796444" y="2328603"/>
                  </a:lnTo>
                  <a:lnTo>
                    <a:pt x="2754025" y="2384211"/>
                  </a:lnTo>
                  <a:lnTo>
                    <a:pt x="2710588" y="2436154"/>
                  </a:lnTo>
                  <a:lnTo>
                    <a:pt x="2702183" y="2445629"/>
                  </a:lnTo>
                  <a:lnTo>
                    <a:pt x="2651283" y="2499085"/>
                  </a:lnTo>
                  <a:lnTo>
                    <a:pt x="2598034" y="2547988"/>
                  </a:lnTo>
                  <a:lnTo>
                    <a:pt x="2541791" y="2592495"/>
                  </a:lnTo>
                  <a:lnTo>
                    <a:pt x="2481845" y="2632905"/>
                  </a:lnTo>
                  <a:lnTo>
                    <a:pt x="2417462" y="2669586"/>
                  </a:lnTo>
                  <a:lnTo>
                    <a:pt x="2347917" y="2702914"/>
                  </a:lnTo>
                  <a:lnTo>
                    <a:pt x="2272542" y="2733248"/>
                  </a:lnTo>
                  <a:lnTo>
                    <a:pt x="2190790" y="2760907"/>
                  </a:lnTo>
                  <a:lnTo>
                    <a:pt x="2102309" y="2786158"/>
                  </a:lnTo>
                  <a:lnTo>
                    <a:pt x="2007053" y="2809208"/>
                  </a:lnTo>
                  <a:lnTo>
                    <a:pt x="1905402" y="2830205"/>
                  </a:lnTo>
                  <a:lnTo>
                    <a:pt x="1798298" y="2849236"/>
                  </a:lnTo>
                  <a:lnTo>
                    <a:pt x="1687366" y="2866331"/>
                  </a:lnTo>
                  <a:lnTo>
                    <a:pt x="1574981" y="2881480"/>
                  </a:lnTo>
                  <a:lnTo>
                    <a:pt x="1464241" y="2894643"/>
                  </a:lnTo>
                  <a:lnTo>
                    <a:pt x="1358786" y="2905782"/>
                  </a:lnTo>
                  <a:lnTo>
                    <a:pt x="1262461" y="2914888"/>
                  </a:lnTo>
                  <a:lnTo>
                    <a:pt x="1178828" y="2922006"/>
                  </a:lnTo>
                  <a:lnTo>
                    <a:pt x="1110626" y="2927261"/>
                  </a:lnTo>
                  <a:lnTo>
                    <a:pt x="1059286" y="2930857"/>
                  </a:lnTo>
                  <a:lnTo>
                    <a:pt x="1024636" y="2933071"/>
                  </a:lnTo>
                  <a:lnTo>
                    <a:pt x="1004837" y="2934229"/>
                  </a:lnTo>
                  <a:lnTo>
                    <a:pt x="996510" y="2934677"/>
                  </a:lnTo>
                  <a:lnTo>
                    <a:pt x="994940" y="2934755"/>
                  </a:lnTo>
                  <a:lnTo>
                    <a:pt x="0" y="2934755"/>
                  </a:lnTo>
                  <a:close/>
                </a:path>
              </a:pathLst>
            </a:custGeom>
            <a:solidFill>
              <a:srgbClr val="5D4037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79" name="pl2178"/>
            <p:cNvSpPr/>
            <p:nvPr/>
          </p:nvSpPr>
          <p:spPr>
            <a:xfrm>
              <a:off x="1199187" y="3573947"/>
              <a:ext cx="12049831" cy="2934755"/>
            </a:xfrm>
            <a:custGeom>
              <a:avLst/>
              <a:pathLst>
                <a:path w="12049831" h="2934755">
                  <a:moveTo>
                    <a:pt x="0" y="2934755"/>
                  </a:moveTo>
                  <a:lnTo>
                    <a:pt x="994940" y="2934755"/>
                  </a:lnTo>
                  <a:lnTo>
                    <a:pt x="996012" y="2934702"/>
                  </a:lnTo>
                  <a:lnTo>
                    <a:pt x="1003096" y="2934326"/>
                  </a:lnTo>
                  <a:lnTo>
                    <a:pt x="1021076" y="2933287"/>
                  </a:lnTo>
                  <a:lnTo>
                    <a:pt x="1053526" y="2931239"/>
                  </a:lnTo>
                  <a:lnTo>
                    <a:pt x="1102511" y="2927852"/>
                  </a:lnTo>
                  <a:lnTo>
                    <a:pt x="1168434" y="2922840"/>
                  </a:lnTo>
                  <a:lnTo>
                    <a:pt x="1250072" y="2915988"/>
                  </a:lnTo>
                  <a:lnTo>
                    <a:pt x="1344841" y="2907162"/>
                  </a:lnTo>
                  <a:lnTo>
                    <a:pt x="1449262" y="2896304"/>
                  </a:lnTo>
                  <a:lnTo>
                    <a:pt x="1559498" y="2883419"/>
                  </a:lnTo>
                  <a:lnTo>
                    <a:pt x="1671855" y="2868542"/>
                  </a:lnTo>
                  <a:lnTo>
                    <a:pt x="1783147" y="2851714"/>
                  </a:lnTo>
                  <a:lnTo>
                    <a:pt x="1890893" y="2832952"/>
                  </a:lnTo>
                  <a:lnTo>
                    <a:pt x="1993368" y="2812230"/>
                  </a:lnTo>
                  <a:lnTo>
                    <a:pt x="2089542" y="2789471"/>
                  </a:lnTo>
                  <a:lnTo>
                    <a:pt x="2178965" y="2764536"/>
                  </a:lnTo>
                  <a:lnTo>
                    <a:pt x="2261632" y="2737224"/>
                  </a:lnTo>
                  <a:lnTo>
                    <a:pt x="2337859" y="2707277"/>
                  </a:lnTo>
                  <a:lnTo>
                    <a:pt x="2408172" y="2674384"/>
                  </a:lnTo>
                  <a:lnTo>
                    <a:pt x="2473227" y="2638189"/>
                  </a:lnTo>
                  <a:lnTo>
                    <a:pt x="2533742" y="2598317"/>
                  </a:lnTo>
                  <a:lnTo>
                    <a:pt x="2590454" y="2554397"/>
                  </a:lnTo>
                  <a:lnTo>
                    <a:pt x="2644076" y="2506114"/>
                  </a:lnTo>
                  <a:lnTo>
                    <a:pt x="2695266" y="2453289"/>
                  </a:lnTo>
                  <a:lnTo>
                    <a:pt x="2702183" y="2445629"/>
                  </a:lnTo>
                  <a:lnTo>
                    <a:pt x="2745849" y="2394372"/>
                  </a:lnTo>
                  <a:lnTo>
                    <a:pt x="2788440" y="2339467"/>
                  </a:lnTo>
                  <a:lnTo>
                    <a:pt x="2830239" y="2280840"/>
                  </a:lnTo>
                  <a:lnTo>
                    <a:pt x="2871477" y="2218471"/>
                  </a:lnTo>
                  <a:lnTo>
                    <a:pt x="2912340" y="2152403"/>
                  </a:lnTo>
                  <a:lnTo>
                    <a:pt x="2952973" y="2082746"/>
                  </a:lnTo>
                  <a:lnTo>
                    <a:pt x="2993488" y="2009680"/>
                  </a:lnTo>
                  <a:lnTo>
                    <a:pt x="3033966" y="1933460"/>
                  </a:lnTo>
                  <a:lnTo>
                    <a:pt x="3074462" y="1854411"/>
                  </a:lnTo>
                  <a:lnTo>
                    <a:pt x="3115006" y="1772926"/>
                  </a:lnTo>
                  <a:lnTo>
                    <a:pt x="3155609" y="1689463"/>
                  </a:lnTo>
                  <a:lnTo>
                    <a:pt x="3196267" y="1604529"/>
                  </a:lnTo>
                  <a:lnTo>
                    <a:pt x="3236964" y="1518673"/>
                  </a:lnTo>
                  <a:lnTo>
                    <a:pt x="3277677" y="1432470"/>
                  </a:lnTo>
                  <a:lnTo>
                    <a:pt x="3318378" y="1346504"/>
                  </a:lnTo>
                  <a:lnTo>
                    <a:pt x="3359045" y="1261352"/>
                  </a:lnTo>
                  <a:lnTo>
                    <a:pt x="3399660" y="1177568"/>
                  </a:lnTo>
                  <a:lnTo>
                    <a:pt x="3440215" y="1095670"/>
                  </a:lnTo>
                  <a:lnTo>
                    <a:pt x="3480718" y="1016125"/>
                  </a:lnTo>
                  <a:lnTo>
                    <a:pt x="3521196" y="939339"/>
                  </a:lnTo>
                  <a:lnTo>
                    <a:pt x="3561699" y="865652"/>
                  </a:lnTo>
                  <a:lnTo>
                    <a:pt x="3602302" y="795330"/>
                  </a:lnTo>
                  <a:lnTo>
                    <a:pt x="3643111" y="728569"/>
                  </a:lnTo>
                  <a:lnTo>
                    <a:pt x="3684265" y="665491"/>
                  </a:lnTo>
                  <a:lnTo>
                    <a:pt x="3725941" y="606151"/>
                  </a:lnTo>
                  <a:lnTo>
                    <a:pt x="3768360" y="550543"/>
                  </a:lnTo>
                  <a:lnTo>
                    <a:pt x="3811797" y="498600"/>
                  </a:lnTo>
                  <a:lnTo>
                    <a:pt x="3820202" y="489125"/>
                  </a:lnTo>
                  <a:lnTo>
                    <a:pt x="3871102" y="435670"/>
                  </a:lnTo>
                  <a:lnTo>
                    <a:pt x="3924351" y="386766"/>
                  </a:lnTo>
                  <a:lnTo>
                    <a:pt x="3980594" y="342259"/>
                  </a:lnTo>
                  <a:lnTo>
                    <a:pt x="4040540" y="301849"/>
                  </a:lnTo>
                  <a:lnTo>
                    <a:pt x="4104923" y="265169"/>
                  </a:lnTo>
                  <a:lnTo>
                    <a:pt x="4174468" y="231840"/>
                  </a:lnTo>
                  <a:lnTo>
                    <a:pt x="4249843" y="201506"/>
                  </a:lnTo>
                  <a:lnTo>
                    <a:pt x="4331595" y="173847"/>
                  </a:lnTo>
                  <a:lnTo>
                    <a:pt x="4420076" y="148596"/>
                  </a:lnTo>
                  <a:lnTo>
                    <a:pt x="4515332" y="125546"/>
                  </a:lnTo>
                  <a:lnTo>
                    <a:pt x="4616983" y="104549"/>
                  </a:lnTo>
                  <a:lnTo>
                    <a:pt x="4724087" y="85518"/>
                  </a:lnTo>
                  <a:lnTo>
                    <a:pt x="4835019" y="68423"/>
                  </a:lnTo>
                  <a:lnTo>
                    <a:pt x="4947404" y="53274"/>
                  </a:lnTo>
                  <a:lnTo>
                    <a:pt x="5058144" y="40111"/>
                  </a:lnTo>
                  <a:lnTo>
                    <a:pt x="5163599" y="28972"/>
                  </a:lnTo>
                  <a:lnTo>
                    <a:pt x="5259924" y="19866"/>
                  </a:lnTo>
                  <a:lnTo>
                    <a:pt x="5343557" y="12748"/>
                  </a:lnTo>
                  <a:lnTo>
                    <a:pt x="5411759" y="7493"/>
                  </a:lnTo>
                  <a:lnTo>
                    <a:pt x="5463099" y="3897"/>
                  </a:lnTo>
                  <a:lnTo>
                    <a:pt x="5497749" y="1683"/>
                  </a:lnTo>
                  <a:lnTo>
                    <a:pt x="5517548" y="525"/>
                  </a:lnTo>
                  <a:lnTo>
                    <a:pt x="5525875" y="78"/>
                  </a:lnTo>
                  <a:lnTo>
                    <a:pt x="5527442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9" y="24"/>
                  </a:lnTo>
                  <a:lnTo>
                    <a:pt x="6530925" y="196"/>
                  </a:lnTo>
                  <a:lnTo>
                    <a:pt x="6549722" y="673"/>
                  </a:lnTo>
                  <a:lnTo>
                    <a:pt x="6583591" y="1613"/>
                  </a:lnTo>
                  <a:lnTo>
                    <a:pt x="6634599" y="3167"/>
                  </a:lnTo>
                  <a:lnTo>
                    <a:pt x="6703045" y="5463"/>
                  </a:lnTo>
                  <a:lnTo>
                    <a:pt x="6787505" y="8597"/>
                  </a:lnTo>
                  <a:lnTo>
                    <a:pt x="6885153" y="12628"/>
                  </a:lnTo>
                  <a:lnTo>
                    <a:pt x="6992266" y="17577"/>
                  </a:lnTo>
                  <a:lnTo>
                    <a:pt x="7104813" y="23439"/>
                  </a:lnTo>
                  <a:lnTo>
                    <a:pt x="7218985" y="30198"/>
                  </a:lnTo>
                  <a:lnTo>
                    <a:pt x="7331553" y="37835"/>
                  </a:lnTo>
                  <a:lnTo>
                    <a:pt x="7440064" y="46347"/>
                  </a:lnTo>
                  <a:lnTo>
                    <a:pt x="7542861" y="55748"/>
                  </a:lnTo>
                  <a:lnTo>
                    <a:pt x="7639004" y="66082"/>
                  </a:lnTo>
                  <a:lnTo>
                    <a:pt x="7728142" y="77417"/>
                  </a:lnTo>
                  <a:lnTo>
                    <a:pt x="7810365" y="89852"/>
                  </a:lnTo>
                  <a:lnTo>
                    <a:pt x="7886071" y="103514"/>
                  </a:lnTo>
                  <a:lnTo>
                    <a:pt x="7955857" y="118551"/>
                  </a:lnTo>
                  <a:lnTo>
                    <a:pt x="8020435" y="135129"/>
                  </a:lnTo>
                  <a:lnTo>
                    <a:pt x="8080571" y="153422"/>
                  </a:lnTo>
                  <a:lnTo>
                    <a:pt x="8137033" y="173596"/>
                  </a:lnTo>
                  <a:lnTo>
                    <a:pt x="8190552" y="195776"/>
                  </a:lnTo>
                  <a:lnTo>
                    <a:pt x="8229629" y="213992"/>
                  </a:lnTo>
                  <a:lnTo>
                    <a:pt x="8284676" y="242626"/>
                  </a:lnTo>
                  <a:lnTo>
                    <a:pt x="8338126" y="273831"/>
                  </a:lnTo>
                  <a:lnTo>
                    <a:pt x="8390511" y="307651"/>
                  </a:lnTo>
                  <a:lnTo>
                    <a:pt x="8442237" y="344070"/>
                  </a:lnTo>
                  <a:lnTo>
                    <a:pt x="8493605" y="382992"/>
                  </a:lnTo>
                  <a:lnTo>
                    <a:pt x="8544830" y="424246"/>
                  </a:lnTo>
                  <a:lnTo>
                    <a:pt x="8596049" y="467578"/>
                  </a:lnTo>
                  <a:lnTo>
                    <a:pt x="8647338" y="512655"/>
                  </a:lnTo>
                  <a:lnTo>
                    <a:pt x="8698722" y="559075"/>
                  </a:lnTo>
                  <a:lnTo>
                    <a:pt x="8750185" y="606378"/>
                  </a:lnTo>
                  <a:lnTo>
                    <a:pt x="8801686" y="654066"/>
                  </a:lnTo>
                  <a:lnTo>
                    <a:pt x="8853174" y="701622"/>
                  </a:lnTo>
                  <a:lnTo>
                    <a:pt x="8904600" y="748538"/>
                  </a:lnTo>
                  <a:lnTo>
                    <a:pt x="8955936" y="794332"/>
                  </a:lnTo>
                  <a:lnTo>
                    <a:pt x="9007184" y="838572"/>
                  </a:lnTo>
                  <a:lnTo>
                    <a:pt x="9058392" y="880887"/>
                  </a:lnTo>
                  <a:lnTo>
                    <a:pt x="9109668" y="920987"/>
                  </a:lnTo>
                  <a:lnTo>
                    <a:pt x="9161185" y="958657"/>
                  </a:lnTo>
                  <a:lnTo>
                    <a:pt x="9213201" y="993766"/>
                  </a:lnTo>
                  <a:lnTo>
                    <a:pt x="9266068" y="1026259"/>
                  </a:lnTo>
                  <a:lnTo>
                    <a:pt x="9320252" y="1056152"/>
                  </a:lnTo>
                  <a:lnTo>
                    <a:pt x="9347647" y="1069962"/>
                  </a:lnTo>
                  <a:lnTo>
                    <a:pt x="9399377" y="1093706"/>
                  </a:lnTo>
                  <a:lnTo>
                    <a:pt x="9453541" y="1115395"/>
                  </a:lnTo>
                  <a:lnTo>
                    <a:pt x="9510818" y="1135102"/>
                  </a:lnTo>
                  <a:lnTo>
                    <a:pt x="9571953" y="1152967"/>
                  </a:lnTo>
                  <a:lnTo>
                    <a:pt x="9637716" y="1169158"/>
                  </a:lnTo>
                  <a:lnTo>
                    <a:pt x="9708866" y="1183849"/>
                  </a:lnTo>
                  <a:lnTo>
                    <a:pt x="9786092" y="1197203"/>
                  </a:lnTo>
                  <a:lnTo>
                    <a:pt x="9869953" y="1209363"/>
                  </a:lnTo>
                  <a:lnTo>
                    <a:pt x="9960783" y="1220449"/>
                  </a:lnTo>
                  <a:lnTo>
                    <a:pt x="10058580" y="1230552"/>
                  </a:lnTo>
                  <a:lnTo>
                    <a:pt x="10162863" y="1239737"/>
                  </a:lnTo>
                  <a:lnTo>
                    <a:pt x="10272532" y="1248037"/>
                  </a:lnTo>
                  <a:lnTo>
                    <a:pt x="10385741" y="1255464"/>
                  </a:lnTo>
                  <a:lnTo>
                    <a:pt x="10499843" y="1262009"/>
                  </a:lnTo>
                  <a:lnTo>
                    <a:pt x="10611446" y="1267653"/>
                  </a:lnTo>
                  <a:lnTo>
                    <a:pt x="10716647" y="1272380"/>
                  </a:lnTo>
                  <a:lnTo>
                    <a:pt x="10811436" y="1276192"/>
                  </a:lnTo>
                  <a:lnTo>
                    <a:pt x="10892254" y="1279118"/>
                  </a:lnTo>
                  <a:lnTo>
                    <a:pt x="10956570" y="1281225"/>
                  </a:lnTo>
                  <a:lnTo>
                    <a:pt x="11003357" y="1282618"/>
                  </a:lnTo>
                  <a:lnTo>
                    <a:pt x="11033343" y="1283432"/>
                  </a:lnTo>
                  <a:lnTo>
                    <a:pt x="11049007" y="1283821"/>
                  </a:lnTo>
                  <a:lnTo>
                    <a:pt x="11054393" y="1283944"/>
                  </a:lnTo>
                  <a:lnTo>
                    <a:pt x="11054891" y="1283955"/>
                  </a:lnTo>
                  <a:lnTo>
                    <a:pt x="12049831" y="1283955"/>
                  </a:lnTo>
                  <a:lnTo>
                    <a:pt x="12049831" y="12839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0" name="pl2179"/>
            <p:cNvSpPr/>
            <p:nvPr/>
          </p:nvSpPr>
          <p:spPr>
            <a:xfrm>
              <a:off x="1199187" y="3568707"/>
              <a:ext cx="12049831" cy="2934755"/>
            </a:xfrm>
            <a:custGeom>
              <a:avLst/>
              <a:pathLst>
                <a:path w="12049831" h="2934755">
                  <a:moveTo>
                    <a:pt x="12049831" y="1283955"/>
                  </a:moveTo>
                  <a:lnTo>
                    <a:pt x="11054891" y="1283955"/>
                  </a:lnTo>
                  <a:lnTo>
                    <a:pt x="11053768" y="1283931"/>
                  </a:lnTo>
                  <a:lnTo>
                    <a:pt x="11046352" y="1283758"/>
                  </a:lnTo>
                  <a:lnTo>
                    <a:pt x="11027554" y="1283281"/>
                  </a:lnTo>
                  <a:lnTo>
                    <a:pt x="10993686" y="1282341"/>
                  </a:lnTo>
                  <a:lnTo>
                    <a:pt x="10942677" y="1280787"/>
                  </a:lnTo>
                  <a:lnTo>
                    <a:pt x="10874232" y="1278491"/>
                  </a:lnTo>
                  <a:lnTo>
                    <a:pt x="10789771" y="1275357"/>
                  </a:lnTo>
                  <a:lnTo>
                    <a:pt x="10692123" y="1271326"/>
                  </a:lnTo>
                  <a:lnTo>
                    <a:pt x="10585011" y="1266378"/>
                  </a:lnTo>
                  <a:lnTo>
                    <a:pt x="10472463" y="1260515"/>
                  </a:lnTo>
                  <a:lnTo>
                    <a:pt x="10358292" y="1253756"/>
                  </a:lnTo>
                  <a:lnTo>
                    <a:pt x="10245723" y="1246119"/>
                  </a:lnTo>
                  <a:lnTo>
                    <a:pt x="10137212" y="1237607"/>
                  </a:lnTo>
                  <a:lnTo>
                    <a:pt x="10034416" y="1228206"/>
                  </a:lnTo>
                  <a:lnTo>
                    <a:pt x="9938273" y="1217873"/>
                  </a:lnTo>
                  <a:lnTo>
                    <a:pt x="9849135" y="1206538"/>
                  </a:lnTo>
                  <a:lnTo>
                    <a:pt x="9766912" y="1194102"/>
                  </a:lnTo>
                  <a:lnTo>
                    <a:pt x="9691206" y="1180440"/>
                  </a:lnTo>
                  <a:lnTo>
                    <a:pt x="9621420" y="1165404"/>
                  </a:lnTo>
                  <a:lnTo>
                    <a:pt x="9556841" y="1148825"/>
                  </a:lnTo>
                  <a:lnTo>
                    <a:pt x="9496705" y="1130532"/>
                  </a:lnTo>
                  <a:lnTo>
                    <a:pt x="9440244" y="1110359"/>
                  </a:lnTo>
                  <a:lnTo>
                    <a:pt x="9386724" y="1088178"/>
                  </a:lnTo>
                  <a:lnTo>
                    <a:pt x="9347647" y="1069962"/>
                  </a:lnTo>
                  <a:lnTo>
                    <a:pt x="9292601" y="1041328"/>
                  </a:lnTo>
                  <a:lnTo>
                    <a:pt x="9239150" y="1010124"/>
                  </a:lnTo>
                  <a:lnTo>
                    <a:pt x="9186765" y="976303"/>
                  </a:lnTo>
                  <a:lnTo>
                    <a:pt x="9135039" y="939885"/>
                  </a:lnTo>
                  <a:lnTo>
                    <a:pt x="9083671" y="900962"/>
                  </a:lnTo>
                  <a:lnTo>
                    <a:pt x="9032447" y="859708"/>
                  </a:lnTo>
                  <a:lnTo>
                    <a:pt x="8981228" y="816376"/>
                  </a:lnTo>
                  <a:lnTo>
                    <a:pt x="8929938" y="771299"/>
                  </a:lnTo>
                  <a:lnTo>
                    <a:pt x="8878555" y="724879"/>
                  </a:lnTo>
                  <a:lnTo>
                    <a:pt x="8827092" y="677576"/>
                  </a:lnTo>
                  <a:lnTo>
                    <a:pt x="8775591" y="629889"/>
                  </a:lnTo>
                  <a:lnTo>
                    <a:pt x="8724103" y="582332"/>
                  </a:lnTo>
                  <a:lnTo>
                    <a:pt x="8672676" y="535416"/>
                  </a:lnTo>
                  <a:lnTo>
                    <a:pt x="8621341" y="489622"/>
                  </a:lnTo>
                  <a:lnTo>
                    <a:pt x="8570093" y="445383"/>
                  </a:lnTo>
                  <a:lnTo>
                    <a:pt x="8518884" y="403067"/>
                  </a:lnTo>
                  <a:lnTo>
                    <a:pt x="8467609" y="362968"/>
                  </a:lnTo>
                  <a:lnTo>
                    <a:pt x="8416091" y="325298"/>
                  </a:lnTo>
                  <a:lnTo>
                    <a:pt x="8364075" y="290189"/>
                  </a:lnTo>
                  <a:lnTo>
                    <a:pt x="8311208" y="257695"/>
                  </a:lnTo>
                  <a:lnTo>
                    <a:pt x="8257025" y="227803"/>
                  </a:lnTo>
                  <a:lnTo>
                    <a:pt x="8229629" y="213992"/>
                  </a:lnTo>
                  <a:lnTo>
                    <a:pt x="8177900" y="190248"/>
                  </a:lnTo>
                  <a:lnTo>
                    <a:pt x="8123736" y="168559"/>
                  </a:lnTo>
                  <a:lnTo>
                    <a:pt x="8066458" y="148852"/>
                  </a:lnTo>
                  <a:lnTo>
                    <a:pt x="8005324" y="130988"/>
                  </a:lnTo>
                  <a:lnTo>
                    <a:pt x="7939560" y="114796"/>
                  </a:lnTo>
                  <a:lnTo>
                    <a:pt x="7868411" y="100105"/>
                  </a:lnTo>
                  <a:lnTo>
                    <a:pt x="7791185" y="86752"/>
                  </a:lnTo>
                  <a:lnTo>
                    <a:pt x="7707324" y="74592"/>
                  </a:lnTo>
                  <a:lnTo>
                    <a:pt x="7616493" y="63506"/>
                  </a:lnTo>
                  <a:lnTo>
                    <a:pt x="7518696" y="53402"/>
                  </a:lnTo>
                  <a:lnTo>
                    <a:pt x="7414413" y="44217"/>
                  </a:lnTo>
                  <a:lnTo>
                    <a:pt x="7304745" y="35917"/>
                  </a:lnTo>
                  <a:lnTo>
                    <a:pt x="7191535" y="28490"/>
                  </a:lnTo>
                  <a:lnTo>
                    <a:pt x="7077433" y="21945"/>
                  </a:lnTo>
                  <a:lnTo>
                    <a:pt x="6965830" y="16301"/>
                  </a:lnTo>
                  <a:lnTo>
                    <a:pt x="6860630" y="11574"/>
                  </a:lnTo>
                  <a:lnTo>
                    <a:pt x="6765841" y="7762"/>
                  </a:lnTo>
                  <a:lnTo>
                    <a:pt x="6685023" y="4837"/>
                  </a:lnTo>
                  <a:lnTo>
                    <a:pt x="6620707" y="2729"/>
                  </a:lnTo>
                  <a:lnTo>
                    <a:pt x="6573920" y="1336"/>
                  </a:lnTo>
                  <a:lnTo>
                    <a:pt x="6543934" y="522"/>
                  </a:lnTo>
                  <a:lnTo>
                    <a:pt x="6528270" y="133"/>
                  </a:lnTo>
                  <a:lnTo>
                    <a:pt x="6522883" y="1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373" y="52"/>
                  </a:lnTo>
                  <a:lnTo>
                    <a:pt x="5519289" y="428"/>
                  </a:lnTo>
                  <a:lnTo>
                    <a:pt x="5501309" y="1467"/>
                  </a:lnTo>
                  <a:lnTo>
                    <a:pt x="5468859" y="3515"/>
                  </a:lnTo>
                  <a:lnTo>
                    <a:pt x="5419874" y="6903"/>
                  </a:lnTo>
                  <a:lnTo>
                    <a:pt x="5353951" y="11914"/>
                  </a:lnTo>
                  <a:lnTo>
                    <a:pt x="5272313" y="18766"/>
                  </a:lnTo>
                  <a:lnTo>
                    <a:pt x="5177544" y="27592"/>
                  </a:lnTo>
                  <a:lnTo>
                    <a:pt x="5073123" y="38450"/>
                  </a:lnTo>
                  <a:lnTo>
                    <a:pt x="4962887" y="51336"/>
                  </a:lnTo>
                  <a:lnTo>
                    <a:pt x="4850530" y="66212"/>
                  </a:lnTo>
                  <a:lnTo>
                    <a:pt x="4739238" y="83040"/>
                  </a:lnTo>
                  <a:lnTo>
                    <a:pt x="4631492" y="101802"/>
                  </a:lnTo>
                  <a:lnTo>
                    <a:pt x="4529017" y="122524"/>
                  </a:lnTo>
                  <a:lnTo>
                    <a:pt x="4432843" y="145283"/>
                  </a:lnTo>
                  <a:lnTo>
                    <a:pt x="4343420" y="170218"/>
                  </a:lnTo>
                  <a:lnTo>
                    <a:pt x="4260753" y="197530"/>
                  </a:lnTo>
                  <a:lnTo>
                    <a:pt x="4184526" y="227477"/>
                  </a:lnTo>
                  <a:lnTo>
                    <a:pt x="4114213" y="260370"/>
                  </a:lnTo>
                  <a:lnTo>
                    <a:pt x="4049158" y="296565"/>
                  </a:lnTo>
                  <a:lnTo>
                    <a:pt x="3988643" y="336437"/>
                  </a:lnTo>
                  <a:lnTo>
                    <a:pt x="3931931" y="380358"/>
                  </a:lnTo>
                  <a:lnTo>
                    <a:pt x="3878309" y="428640"/>
                  </a:lnTo>
                  <a:lnTo>
                    <a:pt x="3827119" y="481466"/>
                  </a:lnTo>
                  <a:lnTo>
                    <a:pt x="3820202" y="489125"/>
                  </a:lnTo>
                  <a:lnTo>
                    <a:pt x="3776536" y="540382"/>
                  </a:lnTo>
                  <a:lnTo>
                    <a:pt x="3733945" y="595287"/>
                  </a:lnTo>
                  <a:lnTo>
                    <a:pt x="3692146" y="653914"/>
                  </a:lnTo>
                  <a:lnTo>
                    <a:pt x="3650908" y="716283"/>
                  </a:lnTo>
                  <a:lnTo>
                    <a:pt x="3610045" y="782351"/>
                  </a:lnTo>
                  <a:lnTo>
                    <a:pt x="3569412" y="852008"/>
                  </a:lnTo>
                  <a:lnTo>
                    <a:pt x="3528897" y="925074"/>
                  </a:lnTo>
                  <a:lnTo>
                    <a:pt x="3488419" y="1001294"/>
                  </a:lnTo>
                  <a:lnTo>
                    <a:pt x="3447923" y="1080343"/>
                  </a:lnTo>
                  <a:lnTo>
                    <a:pt x="3407379" y="1161828"/>
                  </a:lnTo>
                  <a:lnTo>
                    <a:pt x="3366776" y="1245291"/>
                  </a:lnTo>
                  <a:lnTo>
                    <a:pt x="3326118" y="1330225"/>
                  </a:lnTo>
                  <a:lnTo>
                    <a:pt x="3285421" y="1416081"/>
                  </a:lnTo>
                  <a:lnTo>
                    <a:pt x="3244708" y="1502284"/>
                  </a:lnTo>
                  <a:lnTo>
                    <a:pt x="3204007" y="1588250"/>
                  </a:lnTo>
                  <a:lnTo>
                    <a:pt x="3163340" y="1673402"/>
                  </a:lnTo>
                  <a:lnTo>
                    <a:pt x="3122725" y="1757186"/>
                  </a:lnTo>
                  <a:lnTo>
                    <a:pt x="3082170" y="1839084"/>
                  </a:lnTo>
                  <a:lnTo>
                    <a:pt x="3041667" y="1918629"/>
                  </a:lnTo>
                  <a:lnTo>
                    <a:pt x="3001189" y="1995415"/>
                  </a:lnTo>
                  <a:lnTo>
                    <a:pt x="2960686" y="2069102"/>
                  </a:lnTo>
                  <a:lnTo>
                    <a:pt x="2920083" y="2139424"/>
                  </a:lnTo>
                  <a:lnTo>
                    <a:pt x="2879274" y="2206185"/>
                  </a:lnTo>
                  <a:lnTo>
                    <a:pt x="2838120" y="2269263"/>
                  </a:lnTo>
                  <a:lnTo>
                    <a:pt x="2796444" y="2328603"/>
                  </a:lnTo>
                  <a:lnTo>
                    <a:pt x="2754025" y="2384211"/>
                  </a:lnTo>
                  <a:lnTo>
                    <a:pt x="2710588" y="2436154"/>
                  </a:lnTo>
                  <a:lnTo>
                    <a:pt x="2702183" y="2445629"/>
                  </a:lnTo>
                  <a:lnTo>
                    <a:pt x="2651283" y="2499085"/>
                  </a:lnTo>
                  <a:lnTo>
                    <a:pt x="2598034" y="2547988"/>
                  </a:lnTo>
                  <a:lnTo>
                    <a:pt x="2541791" y="2592495"/>
                  </a:lnTo>
                  <a:lnTo>
                    <a:pt x="2481845" y="2632905"/>
                  </a:lnTo>
                  <a:lnTo>
                    <a:pt x="2417462" y="2669586"/>
                  </a:lnTo>
                  <a:lnTo>
                    <a:pt x="2347917" y="2702914"/>
                  </a:lnTo>
                  <a:lnTo>
                    <a:pt x="2272542" y="2733248"/>
                  </a:lnTo>
                  <a:lnTo>
                    <a:pt x="2190790" y="2760907"/>
                  </a:lnTo>
                  <a:lnTo>
                    <a:pt x="2102309" y="2786158"/>
                  </a:lnTo>
                  <a:lnTo>
                    <a:pt x="2007053" y="2809208"/>
                  </a:lnTo>
                  <a:lnTo>
                    <a:pt x="1905402" y="2830205"/>
                  </a:lnTo>
                  <a:lnTo>
                    <a:pt x="1798298" y="2849236"/>
                  </a:lnTo>
                  <a:lnTo>
                    <a:pt x="1687366" y="2866331"/>
                  </a:lnTo>
                  <a:lnTo>
                    <a:pt x="1574981" y="2881480"/>
                  </a:lnTo>
                  <a:lnTo>
                    <a:pt x="1464241" y="2894643"/>
                  </a:lnTo>
                  <a:lnTo>
                    <a:pt x="1358786" y="2905782"/>
                  </a:lnTo>
                  <a:lnTo>
                    <a:pt x="1262461" y="2914888"/>
                  </a:lnTo>
                  <a:lnTo>
                    <a:pt x="1178828" y="2922006"/>
                  </a:lnTo>
                  <a:lnTo>
                    <a:pt x="1110626" y="2927261"/>
                  </a:lnTo>
                  <a:lnTo>
                    <a:pt x="1059286" y="2930857"/>
                  </a:lnTo>
                  <a:lnTo>
                    <a:pt x="1024636" y="2933071"/>
                  </a:lnTo>
                  <a:lnTo>
                    <a:pt x="1004837" y="2934229"/>
                  </a:lnTo>
                  <a:lnTo>
                    <a:pt x="996510" y="2934677"/>
                  </a:lnTo>
                  <a:lnTo>
                    <a:pt x="994943" y="2934754"/>
                  </a:lnTo>
                  <a:lnTo>
                    <a:pt x="994940" y="2934755"/>
                  </a:lnTo>
                  <a:lnTo>
                    <a:pt x="0" y="2934755"/>
                  </a:lnTo>
                  <a:lnTo>
                    <a:pt x="0" y="29347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1" name="pg2180"/>
            <p:cNvSpPr/>
            <p:nvPr/>
          </p:nvSpPr>
          <p:spPr>
            <a:xfrm>
              <a:off x="1199187" y="1980795"/>
              <a:ext cx="12049831" cy="4575073"/>
            </a:xfrm>
            <a:custGeom>
              <a:avLst/>
              <a:pathLst>
                <a:path w="12049831" h="4575073">
                  <a:moveTo>
                    <a:pt x="0" y="4575073"/>
                  </a:moveTo>
                  <a:lnTo>
                    <a:pt x="994940" y="4575073"/>
                  </a:lnTo>
                  <a:lnTo>
                    <a:pt x="995976" y="4575008"/>
                  </a:lnTo>
                  <a:lnTo>
                    <a:pt x="1002826" y="4574545"/>
                  </a:lnTo>
                  <a:lnTo>
                    <a:pt x="1020230" y="4573266"/>
                  </a:lnTo>
                  <a:lnTo>
                    <a:pt x="1051677" y="4570745"/>
                  </a:lnTo>
                  <a:lnTo>
                    <a:pt x="1099225" y="4566574"/>
                  </a:lnTo>
                  <a:lnTo>
                    <a:pt x="1163348" y="4560397"/>
                  </a:lnTo>
                  <a:lnTo>
                    <a:pt x="1242957" y="4551942"/>
                  </a:lnTo>
                  <a:lnTo>
                    <a:pt x="1335643" y="4541038"/>
                  </a:lnTo>
                  <a:lnTo>
                    <a:pt x="1438095" y="4527605"/>
                  </a:lnTo>
                  <a:lnTo>
                    <a:pt x="1546620" y="4511643"/>
                  </a:lnTo>
                  <a:lnTo>
                    <a:pt x="1657611" y="4493195"/>
                  </a:lnTo>
                  <a:lnTo>
                    <a:pt x="1767919" y="4472311"/>
                  </a:lnTo>
                  <a:lnTo>
                    <a:pt x="1875052" y="4449016"/>
                  </a:lnTo>
                  <a:lnTo>
                    <a:pt x="1977241" y="4423289"/>
                  </a:lnTo>
                  <a:lnTo>
                    <a:pt x="2073393" y="4395045"/>
                  </a:lnTo>
                  <a:lnTo>
                    <a:pt x="2162989" y="4364126"/>
                  </a:lnTo>
                  <a:lnTo>
                    <a:pt x="2245957" y="4330297"/>
                  </a:lnTo>
                  <a:lnTo>
                    <a:pt x="2322552" y="4293255"/>
                  </a:lnTo>
                  <a:lnTo>
                    <a:pt x="2393250" y="4252627"/>
                  </a:lnTo>
                  <a:lnTo>
                    <a:pt x="2458662" y="4207987"/>
                  </a:lnTo>
                  <a:lnTo>
                    <a:pt x="2519473" y="4158874"/>
                  </a:lnTo>
                  <a:lnTo>
                    <a:pt x="2576395" y="4104827"/>
                  </a:lnTo>
                  <a:lnTo>
                    <a:pt x="2630125" y="4045433"/>
                  </a:lnTo>
                  <a:lnTo>
                    <a:pt x="2681317" y="3980415"/>
                  </a:lnTo>
                  <a:lnTo>
                    <a:pt x="2702183" y="3951438"/>
                  </a:lnTo>
                  <a:lnTo>
                    <a:pt x="2741878" y="3892295"/>
                  </a:lnTo>
                  <a:lnTo>
                    <a:pt x="2780664" y="3829327"/>
                  </a:lnTo>
                  <a:lnTo>
                    <a:pt x="2818758" y="3762456"/>
                  </a:lnTo>
                  <a:lnTo>
                    <a:pt x="2856342" y="3691651"/>
                  </a:lnTo>
                  <a:lnTo>
                    <a:pt x="2893564" y="3616933"/>
                  </a:lnTo>
                  <a:lnTo>
                    <a:pt x="2930546" y="3538380"/>
                  </a:lnTo>
                  <a:lnTo>
                    <a:pt x="2967384" y="3456128"/>
                  </a:lnTo>
                  <a:lnTo>
                    <a:pt x="3004152" y="3370379"/>
                  </a:lnTo>
                  <a:lnTo>
                    <a:pt x="3040903" y="3281397"/>
                  </a:lnTo>
                  <a:lnTo>
                    <a:pt x="3077674" y="3189505"/>
                  </a:lnTo>
                  <a:lnTo>
                    <a:pt x="3114486" y="3095089"/>
                  </a:lnTo>
                  <a:lnTo>
                    <a:pt x="3151348" y="2998586"/>
                  </a:lnTo>
                  <a:lnTo>
                    <a:pt x="3188256" y="2900478"/>
                  </a:lnTo>
                  <a:lnTo>
                    <a:pt x="3225199" y="2801286"/>
                  </a:lnTo>
                  <a:lnTo>
                    <a:pt x="3262161" y="2701551"/>
                  </a:lnTo>
                  <a:lnTo>
                    <a:pt x="3299123" y="2601831"/>
                  </a:lnTo>
                  <a:lnTo>
                    <a:pt x="3336064" y="2502682"/>
                  </a:lnTo>
                  <a:lnTo>
                    <a:pt x="3372970" y="2404646"/>
                  </a:lnTo>
                  <a:lnTo>
                    <a:pt x="3409829" y="2308241"/>
                  </a:lnTo>
                  <a:lnTo>
                    <a:pt x="3446639" y="2213947"/>
                  </a:lnTo>
                  <a:lnTo>
                    <a:pt x="3483408" y="2122198"/>
                  </a:lnTo>
                  <a:lnTo>
                    <a:pt x="3520159" y="2033377"/>
                  </a:lnTo>
                  <a:lnTo>
                    <a:pt x="3556929" y="1947806"/>
                  </a:lnTo>
                  <a:lnTo>
                    <a:pt x="3593772" y="1865744"/>
                  </a:lnTo>
                  <a:lnTo>
                    <a:pt x="3630764" y="1787388"/>
                  </a:lnTo>
                  <a:lnTo>
                    <a:pt x="3668003" y="1712874"/>
                  </a:lnTo>
                  <a:lnTo>
                    <a:pt x="3705609" y="1642275"/>
                  </a:lnTo>
                  <a:lnTo>
                    <a:pt x="3743735" y="1575610"/>
                  </a:lnTo>
                  <a:lnTo>
                    <a:pt x="3782562" y="1512845"/>
                  </a:lnTo>
                  <a:lnTo>
                    <a:pt x="3820202" y="1456896"/>
                  </a:lnTo>
                  <a:lnTo>
                    <a:pt x="3870503" y="1389492"/>
                  </a:lnTo>
                  <a:lnTo>
                    <a:pt x="3923092" y="1327760"/>
                  </a:lnTo>
                  <a:lnTo>
                    <a:pt x="3978592" y="1271514"/>
                  </a:lnTo>
                  <a:lnTo>
                    <a:pt x="4037684" y="1220385"/>
                  </a:lnTo>
                  <a:lnTo>
                    <a:pt x="4101080" y="1173925"/>
                  </a:lnTo>
                  <a:lnTo>
                    <a:pt x="4169479" y="1131668"/>
                  </a:lnTo>
                  <a:lnTo>
                    <a:pt x="4243532" y="1093169"/>
                  </a:lnTo>
                  <a:lnTo>
                    <a:pt x="4323780" y="1058034"/>
                  </a:lnTo>
                  <a:lnTo>
                    <a:pt x="4410582" y="1025926"/>
                  </a:lnTo>
                  <a:lnTo>
                    <a:pt x="4504017" y="996583"/>
                  </a:lnTo>
                  <a:lnTo>
                    <a:pt x="4603769" y="969814"/>
                  </a:lnTo>
                  <a:lnTo>
                    <a:pt x="4709003" y="945505"/>
                  </a:lnTo>
                  <a:lnTo>
                    <a:pt x="4818240" y="923608"/>
                  </a:lnTo>
                  <a:lnTo>
                    <a:pt x="4929293" y="904132"/>
                  </a:lnTo>
                  <a:lnTo>
                    <a:pt x="5039272" y="887121"/>
                  </a:lnTo>
                  <a:lnTo>
                    <a:pt x="5144727" y="872624"/>
                  </a:lnTo>
                  <a:lnTo>
                    <a:pt x="5241949" y="860662"/>
                  </a:lnTo>
                  <a:lnTo>
                    <a:pt x="5327402" y="851195"/>
                  </a:lnTo>
                  <a:lnTo>
                    <a:pt x="5398241" y="844090"/>
                  </a:lnTo>
                  <a:lnTo>
                    <a:pt x="5452779" y="839116"/>
                  </a:lnTo>
                  <a:lnTo>
                    <a:pt x="5490822" y="835950"/>
                  </a:lnTo>
                  <a:lnTo>
                    <a:pt x="5513772" y="834201"/>
                  </a:lnTo>
                  <a:lnTo>
                    <a:pt x="5524542" y="833448"/>
                  </a:lnTo>
                  <a:lnTo>
                    <a:pt x="5527445" y="833260"/>
                  </a:lnTo>
                  <a:lnTo>
                    <a:pt x="6522385" y="833260"/>
                  </a:lnTo>
                  <a:lnTo>
                    <a:pt x="6523516" y="833245"/>
                  </a:lnTo>
                  <a:lnTo>
                    <a:pt x="6530981" y="833132"/>
                  </a:lnTo>
                  <a:lnTo>
                    <a:pt x="6549899" y="832823"/>
                  </a:lnTo>
                  <a:lnTo>
                    <a:pt x="6583975" y="832212"/>
                  </a:lnTo>
                  <a:lnTo>
                    <a:pt x="6635280" y="831204"/>
                  </a:lnTo>
                  <a:lnTo>
                    <a:pt x="6704093" y="829713"/>
                  </a:lnTo>
                  <a:lnTo>
                    <a:pt x="6788964" y="827679"/>
                  </a:lnTo>
                  <a:lnTo>
                    <a:pt x="6887027" y="825064"/>
                  </a:lnTo>
                  <a:lnTo>
                    <a:pt x="6994526" y="821853"/>
                  </a:lnTo>
                  <a:lnTo>
                    <a:pt x="7107402" y="818051"/>
                  </a:lnTo>
                  <a:lnTo>
                    <a:pt x="7221829" y="813669"/>
                  </a:lnTo>
                  <a:lnTo>
                    <a:pt x="7334574" y="808718"/>
                  </a:lnTo>
                  <a:lnTo>
                    <a:pt x="7443188" y="803200"/>
                  </a:lnTo>
                  <a:lnTo>
                    <a:pt x="7546024" y="797105"/>
                  </a:lnTo>
                  <a:lnTo>
                    <a:pt x="7642157" y="790406"/>
                  </a:lnTo>
                  <a:lnTo>
                    <a:pt x="7731250" y="783055"/>
                  </a:lnTo>
                  <a:lnTo>
                    <a:pt x="7813406" y="774989"/>
                  </a:lnTo>
                  <a:lnTo>
                    <a:pt x="7889036" y="766126"/>
                  </a:lnTo>
                  <a:lnTo>
                    <a:pt x="7958746" y="756367"/>
                  </a:lnTo>
                  <a:lnTo>
                    <a:pt x="8023258" y="745604"/>
                  </a:lnTo>
                  <a:lnTo>
                    <a:pt x="8083342" y="733726"/>
                  </a:lnTo>
                  <a:lnTo>
                    <a:pt x="8139771" y="720625"/>
                  </a:lnTo>
                  <a:lnTo>
                    <a:pt x="8193280" y="706221"/>
                  </a:lnTo>
                  <a:lnTo>
                    <a:pt x="8229629" y="695257"/>
                  </a:lnTo>
                  <a:lnTo>
                    <a:pt x="8288066" y="675579"/>
                  </a:lnTo>
                  <a:lnTo>
                    <a:pt x="8344742" y="654026"/>
                  </a:lnTo>
                  <a:lnTo>
                    <a:pt x="8400277" y="630567"/>
                  </a:lnTo>
                  <a:lnTo>
                    <a:pt x="8455139" y="605226"/>
                  </a:lnTo>
                  <a:lnTo>
                    <a:pt x="8509666" y="578087"/>
                  </a:lnTo>
                  <a:lnTo>
                    <a:pt x="8564086" y="549303"/>
                  </a:lnTo>
                  <a:lnTo>
                    <a:pt x="8618540" y="519090"/>
                  </a:lnTo>
                  <a:lnTo>
                    <a:pt x="8673091" y="487730"/>
                  </a:lnTo>
                  <a:lnTo>
                    <a:pt x="8727744" y="455556"/>
                  </a:lnTo>
                  <a:lnTo>
                    <a:pt x="8782462" y="422941"/>
                  </a:lnTo>
                  <a:lnTo>
                    <a:pt x="8837188" y="390281"/>
                  </a:lnTo>
                  <a:lnTo>
                    <a:pt x="8891860" y="357973"/>
                  </a:lnTo>
                  <a:lnTo>
                    <a:pt x="8946435" y="326398"/>
                  </a:lnTo>
                  <a:lnTo>
                    <a:pt x="9000908" y="295900"/>
                  </a:lnTo>
                  <a:lnTo>
                    <a:pt x="9055327" y="266772"/>
                  </a:lnTo>
                  <a:lnTo>
                    <a:pt x="9109812" y="239247"/>
                  </a:lnTo>
                  <a:lnTo>
                    <a:pt x="9164573" y="213490"/>
                  </a:lnTo>
                  <a:lnTo>
                    <a:pt x="9219921" y="189602"/>
                  </a:lnTo>
                  <a:lnTo>
                    <a:pt x="9276291" y="167620"/>
                  </a:lnTo>
                  <a:lnTo>
                    <a:pt x="9334267" y="147524"/>
                  </a:lnTo>
                  <a:lnTo>
                    <a:pt x="9347647" y="143243"/>
                  </a:lnTo>
                  <a:lnTo>
                    <a:pt x="9399497" y="127898"/>
                  </a:lnTo>
                  <a:lnTo>
                    <a:pt x="9453794" y="113884"/>
                  </a:lnTo>
                  <a:lnTo>
                    <a:pt x="9511221" y="101153"/>
                  </a:lnTo>
                  <a:lnTo>
                    <a:pt x="9572528" y="89615"/>
                  </a:lnTo>
                  <a:lnTo>
                    <a:pt x="9638493" y="79160"/>
                  </a:lnTo>
                  <a:lnTo>
                    <a:pt x="9709876" y="69675"/>
                  </a:lnTo>
                  <a:lnTo>
                    <a:pt x="9787372" y="61056"/>
                  </a:lnTo>
                  <a:lnTo>
                    <a:pt x="9871541" y="53208"/>
                  </a:lnTo>
                  <a:lnTo>
                    <a:pt x="9962714" y="46056"/>
                  </a:lnTo>
                  <a:lnTo>
                    <a:pt x="10060880" y="39538"/>
                  </a:lnTo>
                  <a:lnTo>
                    <a:pt x="10165544" y="33616"/>
                  </a:lnTo>
                  <a:lnTo>
                    <a:pt x="10275581" y="28265"/>
                  </a:lnTo>
                  <a:lnTo>
                    <a:pt x="10389113" y="23481"/>
                  </a:lnTo>
                  <a:lnTo>
                    <a:pt x="10503450" y="19268"/>
                  </a:lnTo>
                  <a:lnTo>
                    <a:pt x="10615159" y="15639"/>
                  </a:lnTo>
                  <a:lnTo>
                    <a:pt x="10720298" y="12605"/>
                  </a:lnTo>
                  <a:lnTo>
                    <a:pt x="10814836" y="10163"/>
                  </a:lnTo>
                  <a:lnTo>
                    <a:pt x="10895220" y="8294"/>
                  </a:lnTo>
                  <a:lnTo>
                    <a:pt x="10958952" y="6953"/>
                  </a:lnTo>
                  <a:lnTo>
                    <a:pt x="11005071" y="6071"/>
                  </a:lnTo>
                  <a:lnTo>
                    <a:pt x="11034389" y="5560"/>
                  </a:lnTo>
                  <a:lnTo>
                    <a:pt x="11049481" y="5319"/>
                  </a:lnTo>
                  <a:lnTo>
                    <a:pt x="11054488" y="524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0" y="15"/>
                  </a:lnTo>
                  <a:lnTo>
                    <a:pt x="11046296" y="127"/>
                  </a:lnTo>
                  <a:lnTo>
                    <a:pt x="11027378" y="437"/>
                  </a:lnTo>
                  <a:lnTo>
                    <a:pt x="10993301" y="1047"/>
                  </a:lnTo>
                  <a:lnTo>
                    <a:pt x="10941997" y="2056"/>
                  </a:lnTo>
                  <a:lnTo>
                    <a:pt x="10873183" y="3547"/>
                  </a:lnTo>
                  <a:lnTo>
                    <a:pt x="10788313" y="5581"/>
                  </a:lnTo>
                  <a:lnTo>
                    <a:pt x="10690249" y="8196"/>
                  </a:lnTo>
                  <a:lnTo>
                    <a:pt x="10582751" y="11406"/>
                  </a:lnTo>
                  <a:lnTo>
                    <a:pt x="10469874" y="15208"/>
                  </a:lnTo>
                  <a:lnTo>
                    <a:pt x="10355448" y="19591"/>
                  </a:lnTo>
                  <a:lnTo>
                    <a:pt x="10242702" y="24542"/>
                  </a:lnTo>
                  <a:lnTo>
                    <a:pt x="10134088" y="30060"/>
                  </a:lnTo>
                  <a:lnTo>
                    <a:pt x="10031253" y="36154"/>
                  </a:lnTo>
                  <a:lnTo>
                    <a:pt x="9935120" y="42854"/>
                  </a:lnTo>
                  <a:lnTo>
                    <a:pt x="9846027" y="50204"/>
                  </a:lnTo>
                  <a:lnTo>
                    <a:pt x="9763870" y="58270"/>
                  </a:lnTo>
                  <a:lnTo>
                    <a:pt x="9688241" y="67134"/>
                  </a:lnTo>
                  <a:lnTo>
                    <a:pt x="9618531" y="76893"/>
                  </a:lnTo>
                  <a:lnTo>
                    <a:pt x="9554019" y="87655"/>
                  </a:lnTo>
                  <a:lnTo>
                    <a:pt x="9493934" y="99534"/>
                  </a:lnTo>
                  <a:lnTo>
                    <a:pt x="9437505" y="112635"/>
                  </a:lnTo>
                  <a:lnTo>
                    <a:pt x="9383996" y="127039"/>
                  </a:lnTo>
                  <a:lnTo>
                    <a:pt x="9347647" y="138003"/>
                  </a:lnTo>
                  <a:lnTo>
                    <a:pt x="9289210" y="157681"/>
                  </a:lnTo>
                  <a:lnTo>
                    <a:pt x="9232535" y="179234"/>
                  </a:lnTo>
                  <a:lnTo>
                    <a:pt x="9176999" y="202693"/>
                  </a:lnTo>
                  <a:lnTo>
                    <a:pt x="9122137" y="228034"/>
                  </a:lnTo>
                  <a:lnTo>
                    <a:pt x="9067611" y="255173"/>
                  </a:lnTo>
                  <a:lnTo>
                    <a:pt x="9013190" y="283957"/>
                  </a:lnTo>
                  <a:lnTo>
                    <a:pt x="8958737" y="314170"/>
                  </a:lnTo>
                  <a:lnTo>
                    <a:pt x="8904186" y="345530"/>
                  </a:lnTo>
                  <a:lnTo>
                    <a:pt x="8849533" y="377704"/>
                  </a:lnTo>
                  <a:lnTo>
                    <a:pt x="8794814" y="410319"/>
                  </a:lnTo>
                  <a:lnTo>
                    <a:pt x="8740088" y="442979"/>
                  </a:lnTo>
                  <a:lnTo>
                    <a:pt x="8685416" y="475287"/>
                  </a:lnTo>
                  <a:lnTo>
                    <a:pt x="8630841" y="506861"/>
                  </a:lnTo>
                  <a:lnTo>
                    <a:pt x="8576369" y="537359"/>
                  </a:lnTo>
                  <a:lnTo>
                    <a:pt x="8521950" y="566488"/>
                  </a:lnTo>
                  <a:lnTo>
                    <a:pt x="8467464" y="594013"/>
                  </a:lnTo>
                  <a:lnTo>
                    <a:pt x="8412703" y="619770"/>
                  </a:lnTo>
                  <a:lnTo>
                    <a:pt x="8357355" y="643658"/>
                  </a:lnTo>
                  <a:lnTo>
                    <a:pt x="8300985" y="665640"/>
                  </a:lnTo>
                  <a:lnTo>
                    <a:pt x="8243010" y="685736"/>
                  </a:lnTo>
                  <a:lnTo>
                    <a:pt x="8229629" y="690016"/>
                  </a:lnTo>
                  <a:lnTo>
                    <a:pt x="8177780" y="705362"/>
                  </a:lnTo>
                  <a:lnTo>
                    <a:pt x="8123483" y="719376"/>
                  </a:lnTo>
                  <a:lnTo>
                    <a:pt x="8066056" y="732107"/>
                  </a:lnTo>
                  <a:lnTo>
                    <a:pt x="8004748" y="743645"/>
                  </a:lnTo>
                  <a:lnTo>
                    <a:pt x="7938784" y="754100"/>
                  </a:lnTo>
                  <a:lnTo>
                    <a:pt x="7867401" y="763585"/>
                  </a:lnTo>
                  <a:lnTo>
                    <a:pt x="7789905" y="772204"/>
                  </a:lnTo>
                  <a:lnTo>
                    <a:pt x="7705736" y="780051"/>
                  </a:lnTo>
                  <a:lnTo>
                    <a:pt x="7614563" y="787204"/>
                  </a:lnTo>
                  <a:lnTo>
                    <a:pt x="7516397" y="793722"/>
                  </a:lnTo>
                  <a:lnTo>
                    <a:pt x="7411733" y="799644"/>
                  </a:lnTo>
                  <a:lnTo>
                    <a:pt x="7301695" y="804995"/>
                  </a:lnTo>
                  <a:lnTo>
                    <a:pt x="7188163" y="809779"/>
                  </a:lnTo>
                  <a:lnTo>
                    <a:pt x="7073826" y="813992"/>
                  </a:lnTo>
                  <a:lnTo>
                    <a:pt x="6962117" y="817620"/>
                  </a:lnTo>
                  <a:lnTo>
                    <a:pt x="6856979" y="820655"/>
                  </a:lnTo>
                  <a:lnTo>
                    <a:pt x="6762440" y="823097"/>
                  </a:lnTo>
                  <a:lnTo>
                    <a:pt x="6682057" y="824966"/>
                  </a:lnTo>
                  <a:lnTo>
                    <a:pt x="6618325" y="826307"/>
                  </a:lnTo>
                  <a:lnTo>
                    <a:pt x="6572206" y="827189"/>
                  </a:lnTo>
                  <a:lnTo>
                    <a:pt x="6542888" y="827700"/>
                  </a:lnTo>
                  <a:lnTo>
                    <a:pt x="6527796" y="827941"/>
                  </a:lnTo>
                  <a:lnTo>
                    <a:pt x="6522789" y="828014"/>
                  </a:lnTo>
                  <a:lnTo>
                    <a:pt x="6522385" y="828020"/>
                  </a:lnTo>
                  <a:lnTo>
                    <a:pt x="5527445" y="828020"/>
                  </a:lnTo>
                  <a:lnTo>
                    <a:pt x="5526409" y="828085"/>
                  </a:lnTo>
                  <a:lnTo>
                    <a:pt x="5519559" y="828548"/>
                  </a:lnTo>
                  <a:lnTo>
                    <a:pt x="5502155" y="829826"/>
                  </a:lnTo>
                  <a:lnTo>
                    <a:pt x="5470708" y="832348"/>
                  </a:lnTo>
                  <a:lnTo>
                    <a:pt x="5423160" y="836519"/>
                  </a:lnTo>
                  <a:lnTo>
                    <a:pt x="5359037" y="842696"/>
                  </a:lnTo>
                  <a:lnTo>
                    <a:pt x="5279428" y="851150"/>
                  </a:lnTo>
                  <a:lnTo>
                    <a:pt x="5186742" y="862055"/>
                  </a:lnTo>
                  <a:lnTo>
                    <a:pt x="5084290" y="875488"/>
                  </a:lnTo>
                  <a:lnTo>
                    <a:pt x="4975765" y="891449"/>
                  </a:lnTo>
                  <a:lnTo>
                    <a:pt x="4864774" y="909898"/>
                  </a:lnTo>
                  <a:lnTo>
                    <a:pt x="4754466" y="930782"/>
                  </a:lnTo>
                  <a:lnTo>
                    <a:pt x="4647333" y="954077"/>
                  </a:lnTo>
                  <a:lnTo>
                    <a:pt x="4545144" y="979803"/>
                  </a:lnTo>
                  <a:lnTo>
                    <a:pt x="4448992" y="1008047"/>
                  </a:lnTo>
                  <a:lnTo>
                    <a:pt x="4359396" y="1038967"/>
                  </a:lnTo>
                  <a:lnTo>
                    <a:pt x="4276428" y="1072795"/>
                  </a:lnTo>
                  <a:lnTo>
                    <a:pt x="4199833" y="1109838"/>
                  </a:lnTo>
                  <a:lnTo>
                    <a:pt x="4129135" y="1150466"/>
                  </a:lnTo>
                  <a:lnTo>
                    <a:pt x="4063723" y="1195106"/>
                  </a:lnTo>
                  <a:lnTo>
                    <a:pt x="4002912" y="1244218"/>
                  </a:lnTo>
                  <a:lnTo>
                    <a:pt x="3945990" y="1298266"/>
                  </a:lnTo>
                  <a:lnTo>
                    <a:pt x="3892260" y="1357660"/>
                  </a:lnTo>
                  <a:lnTo>
                    <a:pt x="3841068" y="1422678"/>
                  </a:lnTo>
                  <a:lnTo>
                    <a:pt x="3820202" y="1451655"/>
                  </a:lnTo>
                  <a:lnTo>
                    <a:pt x="3780507" y="1510798"/>
                  </a:lnTo>
                  <a:lnTo>
                    <a:pt x="3741721" y="1573765"/>
                  </a:lnTo>
                  <a:lnTo>
                    <a:pt x="3703627" y="1640636"/>
                  </a:lnTo>
                  <a:lnTo>
                    <a:pt x="3666043" y="1711441"/>
                  </a:lnTo>
                  <a:lnTo>
                    <a:pt x="3628821" y="1786160"/>
                  </a:lnTo>
                  <a:lnTo>
                    <a:pt x="3591839" y="1864713"/>
                  </a:lnTo>
                  <a:lnTo>
                    <a:pt x="3555001" y="1946965"/>
                  </a:lnTo>
                  <a:lnTo>
                    <a:pt x="3518233" y="2032713"/>
                  </a:lnTo>
                  <a:lnTo>
                    <a:pt x="3481482" y="2121696"/>
                  </a:lnTo>
                  <a:lnTo>
                    <a:pt x="3444711" y="2213588"/>
                  </a:lnTo>
                  <a:lnTo>
                    <a:pt x="3407899" y="2308004"/>
                  </a:lnTo>
                  <a:lnTo>
                    <a:pt x="3371037" y="2404507"/>
                  </a:lnTo>
                  <a:lnTo>
                    <a:pt x="3334129" y="2502614"/>
                  </a:lnTo>
                  <a:lnTo>
                    <a:pt x="3297186" y="2601807"/>
                  </a:lnTo>
                  <a:lnTo>
                    <a:pt x="3260224" y="2701542"/>
                  </a:lnTo>
                  <a:lnTo>
                    <a:pt x="3223262" y="2801261"/>
                  </a:lnTo>
                  <a:lnTo>
                    <a:pt x="3186321" y="2900411"/>
                  </a:lnTo>
                  <a:lnTo>
                    <a:pt x="3149415" y="2998447"/>
                  </a:lnTo>
                  <a:lnTo>
                    <a:pt x="3112556" y="3094852"/>
                  </a:lnTo>
                  <a:lnTo>
                    <a:pt x="3075746" y="3189146"/>
                  </a:lnTo>
                  <a:lnTo>
                    <a:pt x="3038977" y="3280894"/>
                  </a:lnTo>
                  <a:lnTo>
                    <a:pt x="3002226" y="3369715"/>
                  </a:lnTo>
                  <a:lnTo>
                    <a:pt x="2965456" y="3455287"/>
                  </a:lnTo>
                  <a:lnTo>
                    <a:pt x="2928613" y="3537349"/>
                  </a:lnTo>
                  <a:lnTo>
                    <a:pt x="2891621" y="3615704"/>
                  </a:lnTo>
                  <a:lnTo>
                    <a:pt x="2854382" y="3690219"/>
                  </a:lnTo>
                  <a:lnTo>
                    <a:pt x="2816776" y="3760818"/>
                  </a:lnTo>
                  <a:lnTo>
                    <a:pt x="2778650" y="3827483"/>
                  </a:lnTo>
                  <a:lnTo>
                    <a:pt x="2739823" y="3890248"/>
                  </a:lnTo>
                  <a:lnTo>
                    <a:pt x="2702183" y="3946197"/>
                  </a:lnTo>
                  <a:lnTo>
                    <a:pt x="2651882" y="4013601"/>
                  </a:lnTo>
                  <a:lnTo>
                    <a:pt x="2599293" y="4075333"/>
                  </a:lnTo>
                  <a:lnTo>
                    <a:pt x="2543793" y="4131579"/>
                  </a:lnTo>
                  <a:lnTo>
                    <a:pt x="2484701" y="4182708"/>
                  </a:lnTo>
                  <a:lnTo>
                    <a:pt x="2421305" y="4229168"/>
                  </a:lnTo>
                  <a:lnTo>
                    <a:pt x="2352906" y="4271425"/>
                  </a:lnTo>
                  <a:lnTo>
                    <a:pt x="2278853" y="4309923"/>
                  </a:lnTo>
                  <a:lnTo>
                    <a:pt x="2198605" y="4345059"/>
                  </a:lnTo>
                  <a:lnTo>
                    <a:pt x="2111803" y="4377167"/>
                  </a:lnTo>
                  <a:lnTo>
                    <a:pt x="2018368" y="4406510"/>
                  </a:lnTo>
                  <a:lnTo>
                    <a:pt x="1918616" y="4433279"/>
                  </a:lnTo>
                  <a:lnTo>
                    <a:pt x="1813382" y="4457588"/>
                  </a:lnTo>
                  <a:lnTo>
                    <a:pt x="1704145" y="4479485"/>
                  </a:lnTo>
                  <a:lnTo>
                    <a:pt x="1593092" y="4498961"/>
                  </a:lnTo>
                  <a:lnTo>
                    <a:pt x="1483113" y="4515972"/>
                  </a:lnTo>
                  <a:lnTo>
                    <a:pt x="1377658" y="4530469"/>
                  </a:lnTo>
                  <a:lnTo>
                    <a:pt x="1280436" y="4542430"/>
                  </a:lnTo>
                  <a:lnTo>
                    <a:pt x="1194983" y="4551898"/>
                  </a:lnTo>
                  <a:lnTo>
                    <a:pt x="1124144" y="4559003"/>
                  </a:lnTo>
                  <a:lnTo>
                    <a:pt x="1069606" y="4563977"/>
                  </a:lnTo>
                  <a:lnTo>
                    <a:pt x="1031563" y="4567143"/>
                  </a:lnTo>
                  <a:lnTo>
                    <a:pt x="1008613" y="4568892"/>
                  </a:lnTo>
                  <a:lnTo>
                    <a:pt x="997843" y="4569645"/>
                  </a:lnTo>
                  <a:lnTo>
                    <a:pt x="994940" y="4569832"/>
                  </a:lnTo>
                  <a:lnTo>
                    <a:pt x="0" y="4569832"/>
                  </a:lnTo>
                  <a:close/>
                </a:path>
              </a:pathLst>
            </a:custGeom>
            <a:solidFill>
              <a:srgbClr val="AB47B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82" name="pl2181"/>
            <p:cNvSpPr/>
            <p:nvPr/>
          </p:nvSpPr>
          <p:spPr>
            <a:xfrm>
              <a:off x="1199187" y="1986035"/>
              <a:ext cx="12049831" cy="4569832"/>
            </a:xfrm>
            <a:custGeom>
              <a:avLst/>
              <a:pathLst>
                <a:path w="12049831" h="4569832">
                  <a:moveTo>
                    <a:pt x="0" y="4569832"/>
                  </a:moveTo>
                  <a:lnTo>
                    <a:pt x="994940" y="4569832"/>
                  </a:lnTo>
                  <a:lnTo>
                    <a:pt x="995976" y="4569767"/>
                  </a:lnTo>
                  <a:lnTo>
                    <a:pt x="1002826" y="4569304"/>
                  </a:lnTo>
                  <a:lnTo>
                    <a:pt x="1020230" y="4568026"/>
                  </a:lnTo>
                  <a:lnTo>
                    <a:pt x="1051677" y="4565504"/>
                  </a:lnTo>
                  <a:lnTo>
                    <a:pt x="1099225" y="4561333"/>
                  </a:lnTo>
                  <a:lnTo>
                    <a:pt x="1163348" y="4555156"/>
                  </a:lnTo>
                  <a:lnTo>
                    <a:pt x="1242957" y="4546702"/>
                  </a:lnTo>
                  <a:lnTo>
                    <a:pt x="1335643" y="4535797"/>
                  </a:lnTo>
                  <a:lnTo>
                    <a:pt x="1438095" y="4522364"/>
                  </a:lnTo>
                  <a:lnTo>
                    <a:pt x="1546620" y="4506403"/>
                  </a:lnTo>
                  <a:lnTo>
                    <a:pt x="1657611" y="4487955"/>
                  </a:lnTo>
                  <a:lnTo>
                    <a:pt x="1767919" y="4467070"/>
                  </a:lnTo>
                  <a:lnTo>
                    <a:pt x="1875052" y="4443775"/>
                  </a:lnTo>
                  <a:lnTo>
                    <a:pt x="1977241" y="4418049"/>
                  </a:lnTo>
                  <a:lnTo>
                    <a:pt x="2073393" y="4389805"/>
                  </a:lnTo>
                  <a:lnTo>
                    <a:pt x="2162989" y="4358885"/>
                  </a:lnTo>
                  <a:lnTo>
                    <a:pt x="2245957" y="4325057"/>
                  </a:lnTo>
                  <a:lnTo>
                    <a:pt x="2322552" y="4288014"/>
                  </a:lnTo>
                  <a:lnTo>
                    <a:pt x="2393250" y="4247386"/>
                  </a:lnTo>
                  <a:lnTo>
                    <a:pt x="2458662" y="4202746"/>
                  </a:lnTo>
                  <a:lnTo>
                    <a:pt x="2519473" y="4153634"/>
                  </a:lnTo>
                  <a:lnTo>
                    <a:pt x="2576395" y="4099586"/>
                  </a:lnTo>
                  <a:lnTo>
                    <a:pt x="2630125" y="4040192"/>
                  </a:lnTo>
                  <a:lnTo>
                    <a:pt x="2681317" y="3975174"/>
                  </a:lnTo>
                  <a:lnTo>
                    <a:pt x="2702183" y="3946197"/>
                  </a:lnTo>
                  <a:lnTo>
                    <a:pt x="2741878" y="3887054"/>
                  </a:lnTo>
                  <a:lnTo>
                    <a:pt x="2780664" y="3824087"/>
                  </a:lnTo>
                  <a:lnTo>
                    <a:pt x="2818758" y="3757216"/>
                  </a:lnTo>
                  <a:lnTo>
                    <a:pt x="2856342" y="3686411"/>
                  </a:lnTo>
                  <a:lnTo>
                    <a:pt x="2893564" y="3611693"/>
                  </a:lnTo>
                  <a:lnTo>
                    <a:pt x="2930546" y="3533139"/>
                  </a:lnTo>
                  <a:lnTo>
                    <a:pt x="2967384" y="3450888"/>
                  </a:lnTo>
                  <a:lnTo>
                    <a:pt x="3004152" y="3365139"/>
                  </a:lnTo>
                  <a:lnTo>
                    <a:pt x="3040903" y="3276156"/>
                  </a:lnTo>
                  <a:lnTo>
                    <a:pt x="3077674" y="3184264"/>
                  </a:lnTo>
                  <a:lnTo>
                    <a:pt x="3114486" y="3089848"/>
                  </a:lnTo>
                  <a:lnTo>
                    <a:pt x="3151348" y="2993345"/>
                  </a:lnTo>
                  <a:lnTo>
                    <a:pt x="3188256" y="2895238"/>
                  </a:lnTo>
                  <a:lnTo>
                    <a:pt x="3225199" y="2796045"/>
                  </a:lnTo>
                  <a:lnTo>
                    <a:pt x="3262161" y="2696311"/>
                  </a:lnTo>
                  <a:lnTo>
                    <a:pt x="3299123" y="2596591"/>
                  </a:lnTo>
                  <a:lnTo>
                    <a:pt x="3336064" y="2497441"/>
                  </a:lnTo>
                  <a:lnTo>
                    <a:pt x="3372970" y="2399405"/>
                  </a:lnTo>
                  <a:lnTo>
                    <a:pt x="3409829" y="2303000"/>
                  </a:lnTo>
                  <a:lnTo>
                    <a:pt x="3446639" y="2208706"/>
                  </a:lnTo>
                  <a:lnTo>
                    <a:pt x="3483408" y="2116958"/>
                  </a:lnTo>
                  <a:lnTo>
                    <a:pt x="3520159" y="2028137"/>
                  </a:lnTo>
                  <a:lnTo>
                    <a:pt x="3556929" y="1942565"/>
                  </a:lnTo>
                  <a:lnTo>
                    <a:pt x="3593772" y="1860503"/>
                  </a:lnTo>
                  <a:lnTo>
                    <a:pt x="3630764" y="1782148"/>
                  </a:lnTo>
                  <a:lnTo>
                    <a:pt x="3668003" y="1707633"/>
                  </a:lnTo>
                  <a:lnTo>
                    <a:pt x="3705609" y="1637034"/>
                  </a:lnTo>
                  <a:lnTo>
                    <a:pt x="3743735" y="1570369"/>
                  </a:lnTo>
                  <a:lnTo>
                    <a:pt x="3782562" y="1507604"/>
                  </a:lnTo>
                  <a:lnTo>
                    <a:pt x="3820202" y="1451655"/>
                  </a:lnTo>
                  <a:lnTo>
                    <a:pt x="3870503" y="1384251"/>
                  </a:lnTo>
                  <a:lnTo>
                    <a:pt x="3923092" y="1322520"/>
                  </a:lnTo>
                  <a:lnTo>
                    <a:pt x="3978592" y="1266273"/>
                  </a:lnTo>
                  <a:lnTo>
                    <a:pt x="4037684" y="1215144"/>
                  </a:lnTo>
                  <a:lnTo>
                    <a:pt x="4101080" y="1168684"/>
                  </a:lnTo>
                  <a:lnTo>
                    <a:pt x="4169479" y="1126427"/>
                  </a:lnTo>
                  <a:lnTo>
                    <a:pt x="4243532" y="1087929"/>
                  </a:lnTo>
                  <a:lnTo>
                    <a:pt x="4323780" y="1052793"/>
                  </a:lnTo>
                  <a:lnTo>
                    <a:pt x="4410582" y="1020685"/>
                  </a:lnTo>
                  <a:lnTo>
                    <a:pt x="4504017" y="991342"/>
                  </a:lnTo>
                  <a:lnTo>
                    <a:pt x="4603769" y="964574"/>
                  </a:lnTo>
                  <a:lnTo>
                    <a:pt x="4709003" y="940264"/>
                  </a:lnTo>
                  <a:lnTo>
                    <a:pt x="4818240" y="918368"/>
                  </a:lnTo>
                  <a:lnTo>
                    <a:pt x="4929293" y="898891"/>
                  </a:lnTo>
                  <a:lnTo>
                    <a:pt x="5039272" y="881880"/>
                  </a:lnTo>
                  <a:lnTo>
                    <a:pt x="5144727" y="867383"/>
                  </a:lnTo>
                  <a:lnTo>
                    <a:pt x="5241949" y="855422"/>
                  </a:lnTo>
                  <a:lnTo>
                    <a:pt x="5327402" y="845954"/>
                  </a:lnTo>
                  <a:lnTo>
                    <a:pt x="5398241" y="838849"/>
                  </a:lnTo>
                  <a:lnTo>
                    <a:pt x="5452779" y="833875"/>
                  </a:lnTo>
                  <a:lnTo>
                    <a:pt x="5490822" y="830709"/>
                  </a:lnTo>
                  <a:lnTo>
                    <a:pt x="5513772" y="828960"/>
                  </a:lnTo>
                  <a:lnTo>
                    <a:pt x="5524542" y="828207"/>
                  </a:lnTo>
                  <a:lnTo>
                    <a:pt x="5527366" y="828024"/>
                  </a:lnTo>
                  <a:lnTo>
                    <a:pt x="5527445" y="828020"/>
                  </a:lnTo>
                  <a:lnTo>
                    <a:pt x="6522385" y="828020"/>
                  </a:lnTo>
                  <a:lnTo>
                    <a:pt x="6523516" y="828004"/>
                  </a:lnTo>
                  <a:lnTo>
                    <a:pt x="6530981" y="827892"/>
                  </a:lnTo>
                  <a:lnTo>
                    <a:pt x="6549899" y="827582"/>
                  </a:lnTo>
                  <a:lnTo>
                    <a:pt x="6583975" y="826972"/>
                  </a:lnTo>
                  <a:lnTo>
                    <a:pt x="6635280" y="825963"/>
                  </a:lnTo>
                  <a:lnTo>
                    <a:pt x="6704093" y="824473"/>
                  </a:lnTo>
                  <a:lnTo>
                    <a:pt x="6788964" y="822438"/>
                  </a:lnTo>
                  <a:lnTo>
                    <a:pt x="6887027" y="819823"/>
                  </a:lnTo>
                  <a:lnTo>
                    <a:pt x="6994526" y="816613"/>
                  </a:lnTo>
                  <a:lnTo>
                    <a:pt x="7107402" y="812811"/>
                  </a:lnTo>
                  <a:lnTo>
                    <a:pt x="7221829" y="808429"/>
                  </a:lnTo>
                  <a:lnTo>
                    <a:pt x="7334574" y="803477"/>
                  </a:lnTo>
                  <a:lnTo>
                    <a:pt x="7443188" y="797960"/>
                  </a:lnTo>
                  <a:lnTo>
                    <a:pt x="7546024" y="791865"/>
                  </a:lnTo>
                  <a:lnTo>
                    <a:pt x="7642157" y="785165"/>
                  </a:lnTo>
                  <a:lnTo>
                    <a:pt x="7731250" y="777815"/>
                  </a:lnTo>
                  <a:lnTo>
                    <a:pt x="7813406" y="769749"/>
                  </a:lnTo>
                  <a:lnTo>
                    <a:pt x="7889036" y="760885"/>
                  </a:lnTo>
                  <a:lnTo>
                    <a:pt x="7958746" y="751126"/>
                  </a:lnTo>
                  <a:lnTo>
                    <a:pt x="8023258" y="740364"/>
                  </a:lnTo>
                  <a:lnTo>
                    <a:pt x="8083342" y="728485"/>
                  </a:lnTo>
                  <a:lnTo>
                    <a:pt x="8139771" y="715384"/>
                  </a:lnTo>
                  <a:lnTo>
                    <a:pt x="8193280" y="700980"/>
                  </a:lnTo>
                  <a:lnTo>
                    <a:pt x="8229629" y="690016"/>
                  </a:lnTo>
                  <a:lnTo>
                    <a:pt x="8288066" y="670338"/>
                  </a:lnTo>
                  <a:lnTo>
                    <a:pt x="8344742" y="648785"/>
                  </a:lnTo>
                  <a:lnTo>
                    <a:pt x="8400277" y="625326"/>
                  </a:lnTo>
                  <a:lnTo>
                    <a:pt x="8455139" y="599985"/>
                  </a:lnTo>
                  <a:lnTo>
                    <a:pt x="8509666" y="572846"/>
                  </a:lnTo>
                  <a:lnTo>
                    <a:pt x="8564086" y="544062"/>
                  </a:lnTo>
                  <a:lnTo>
                    <a:pt x="8618540" y="513849"/>
                  </a:lnTo>
                  <a:lnTo>
                    <a:pt x="8673091" y="482489"/>
                  </a:lnTo>
                  <a:lnTo>
                    <a:pt x="8727744" y="450315"/>
                  </a:lnTo>
                  <a:lnTo>
                    <a:pt x="8782462" y="417700"/>
                  </a:lnTo>
                  <a:lnTo>
                    <a:pt x="8837188" y="385040"/>
                  </a:lnTo>
                  <a:lnTo>
                    <a:pt x="8891860" y="352733"/>
                  </a:lnTo>
                  <a:lnTo>
                    <a:pt x="8946435" y="321158"/>
                  </a:lnTo>
                  <a:lnTo>
                    <a:pt x="9000908" y="290660"/>
                  </a:lnTo>
                  <a:lnTo>
                    <a:pt x="9055327" y="261532"/>
                  </a:lnTo>
                  <a:lnTo>
                    <a:pt x="9109812" y="234006"/>
                  </a:lnTo>
                  <a:lnTo>
                    <a:pt x="9164573" y="208249"/>
                  </a:lnTo>
                  <a:lnTo>
                    <a:pt x="9219921" y="184361"/>
                  </a:lnTo>
                  <a:lnTo>
                    <a:pt x="9276291" y="162379"/>
                  </a:lnTo>
                  <a:lnTo>
                    <a:pt x="9334267" y="142283"/>
                  </a:lnTo>
                  <a:lnTo>
                    <a:pt x="9347647" y="138003"/>
                  </a:lnTo>
                  <a:lnTo>
                    <a:pt x="9399497" y="122657"/>
                  </a:lnTo>
                  <a:lnTo>
                    <a:pt x="9453794" y="108643"/>
                  </a:lnTo>
                  <a:lnTo>
                    <a:pt x="9511221" y="95912"/>
                  </a:lnTo>
                  <a:lnTo>
                    <a:pt x="9572528" y="84374"/>
                  </a:lnTo>
                  <a:lnTo>
                    <a:pt x="9638493" y="73919"/>
                  </a:lnTo>
                  <a:lnTo>
                    <a:pt x="9709876" y="64435"/>
                  </a:lnTo>
                  <a:lnTo>
                    <a:pt x="9787372" y="55815"/>
                  </a:lnTo>
                  <a:lnTo>
                    <a:pt x="9871541" y="47968"/>
                  </a:lnTo>
                  <a:lnTo>
                    <a:pt x="9962714" y="40815"/>
                  </a:lnTo>
                  <a:lnTo>
                    <a:pt x="10060880" y="34298"/>
                  </a:lnTo>
                  <a:lnTo>
                    <a:pt x="10165544" y="28375"/>
                  </a:lnTo>
                  <a:lnTo>
                    <a:pt x="10275581" y="23025"/>
                  </a:lnTo>
                  <a:lnTo>
                    <a:pt x="10389113" y="18240"/>
                  </a:lnTo>
                  <a:lnTo>
                    <a:pt x="10503450" y="14027"/>
                  </a:lnTo>
                  <a:lnTo>
                    <a:pt x="10615159" y="10399"/>
                  </a:lnTo>
                  <a:lnTo>
                    <a:pt x="10720298" y="7364"/>
                  </a:lnTo>
                  <a:lnTo>
                    <a:pt x="10814836" y="4923"/>
                  </a:lnTo>
                  <a:lnTo>
                    <a:pt x="10895220" y="3053"/>
                  </a:lnTo>
                  <a:lnTo>
                    <a:pt x="10958952" y="1712"/>
                  </a:lnTo>
                  <a:lnTo>
                    <a:pt x="11005071" y="830"/>
                  </a:lnTo>
                  <a:lnTo>
                    <a:pt x="11034389" y="319"/>
                  </a:lnTo>
                  <a:lnTo>
                    <a:pt x="11049481" y="78"/>
                  </a:lnTo>
                  <a:lnTo>
                    <a:pt x="11054488" y="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3" name="pl2182"/>
            <p:cNvSpPr/>
            <p:nvPr/>
          </p:nvSpPr>
          <p:spPr>
            <a:xfrm>
              <a:off x="1199187" y="1980795"/>
              <a:ext cx="12049831" cy="4569832"/>
            </a:xfrm>
            <a:custGeom>
              <a:avLst/>
              <a:pathLst>
                <a:path w="12049831" h="4569832">
                  <a:moveTo>
                    <a:pt x="12049831" y="0"/>
                  </a:moveTo>
                  <a:lnTo>
                    <a:pt x="11054891" y="0"/>
                  </a:lnTo>
                  <a:lnTo>
                    <a:pt x="11053760" y="15"/>
                  </a:lnTo>
                  <a:lnTo>
                    <a:pt x="11046296" y="127"/>
                  </a:lnTo>
                  <a:lnTo>
                    <a:pt x="11027378" y="437"/>
                  </a:lnTo>
                  <a:lnTo>
                    <a:pt x="10993301" y="1047"/>
                  </a:lnTo>
                  <a:lnTo>
                    <a:pt x="10941997" y="2056"/>
                  </a:lnTo>
                  <a:lnTo>
                    <a:pt x="10873183" y="3547"/>
                  </a:lnTo>
                  <a:lnTo>
                    <a:pt x="10788313" y="5581"/>
                  </a:lnTo>
                  <a:lnTo>
                    <a:pt x="10690249" y="8196"/>
                  </a:lnTo>
                  <a:lnTo>
                    <a:pt x="10582751" y="11406"/>
                  </a:lnTo>
                  <a:lnTo>
                    <a:pt x="10469874" y="15208"/>
                  </a:lnTo>
                  <a:lnTo>
                    <a:pt x="10355448" y="19591"/>
                  </a:lnTo>
                  <a:lnTo>
                    <a:pt x="10242702" y="24542"/>
                  </a:lnTo>
                  <a:lnTo>
                    <a:pt x="10134088" y="30060"/>
                  </a:lnTo>
                  <a:lnTo>
                    <a:pt x="10031253" y="36154"/>
                  </a:lnTo>
                  <a:lnTo>
                    <a:pt x="9935120" y="42854"/>
                  </a:lnTo>
                  <a:lnTo>
                    <a:pt x="9846027" y="50204"/>
                  </a:lnTo>
                  <a:lnTo>
                    <a:pt x="9763870" y="58270"/>
                  </a:lnTo>
                  <a:lnTo>
                    <a:pt x="9688241" y="67134"/>
                  </a:lnTo>
                  <a:lnTo>
                    <a:pt x="9618531" y="76893"/>
                  </a:lnTo>
                  <a:lnTo>
                    <a:pt x="9554019" y="87655"/>
                  </a:lnTo>
                  <a:lnTo>
                    <a:pt x="9493934" y="99534"/>
                  </a:lnTo>
                  <a:lnTo>
                    <a:pt x="9437505" y="112635"/>
                  </a:lnTo>
                  <a:lnTo>
                    <a:pt x="9383996" y="127039"/>
                  </a:lnTo>
                  <a:lnTo>
                    <a:pt x="9347647" y="138003"/>
                  </a:lnTo>
                  <a:lnTo>
                    <a:pt x="9289210" y="157681"/>
                  </a:lnTo>
                  <a:lnTo>
                    <a:pt x="9232535" y="179234"/>
                  </a:lnTo>
                  <a:lnTo>
                    <a:pt x="9176999" y="202693"/>
                  </a:lnTo>
                  <a:lnTo>
                    <a:pt x="9122137" y="228034"/>
                  </a:lnTo>
                  <a:lnTo>
                    <a:pt x="9067611" y="255173"/>
                  </a:lnTo>
                  <a:lnTo>
                    <a:pt x="9013190" y="283957"/>
                  </a:lnTo>
                  <a:lnTo>
                    <a:pt x="8958737" y="314170"/>
                  </a:lnTo>
                  <a:lnTo>
                    <a:pt x="8904186" y="345530"/>
                  </a:lnTo>
                  <a:lnTo>
                    <a:pt x="8849533" y="377704"/>
                  </a:lnTo>
                  <a:lnTo>
                    <a:pt x="8794814" y="410319"/>
                  </a:lnTo>
                  <a:lnTo>
                    <a:pt x="8740088" y="442979"/>
                  </a:lnTo>
                  <a:lnTo>
                    <a:pt x="8685416" y="475287"/>
                  </a:lnTo>
                  <a:lnTo>
                    <a:pt x="8630841" y="506861"/>
                  </a:lnTo>
                  <a:lnTo>
                    <a:pt x="8576369" y="537359"/>
                  </a:lnTo>
                  <a:lnTo>
                    <a:pt x="8521950" y="566488"/>
                  </a:lnTo>
                  <a:lnTo>
                    <a:pt x="8467464" y="594013"/>
                  </a:lnTo>
                  <a:lnTo>
                    <a:pt x="8412703" y="619770"/>
                  </a:lnTo>
                  <a:lnTo>
                    <a:pt x="8357355" y="643658"/>
                  </a:lnTo>
                  <a:lnTo>
                    <a:pt x="8300985" y="665640"/>
                  </a:lnTo>
                  <a:lnTo>
                    <a:pt x="8243010" y="685736"/>
                  </a:lnTo>
                  <a:lnTo>
                    <a:pt x="8229629" y="690016"/>
                  </a:lnTo>
                  <a:lnTo>
                    <a:pt x="8177780" y="705362"/>
                  </a:lnTo>
                  <a:lnTo>
                    <a:pt x="8123483" y="719376"/>
                  </a:lnTo>
                  <a:lnTo>
                    <a:pt x="8066056" y="732107"/>
                  </a:lnTo>
                  <a:lnTo>
                    <a:pt x="8004748" y="743645"/>
                  </a:lnTo>
                  <a:lnTo>
                    <a:pt x="7938784" y="754100"/>
                  </a:lnTo>
                  <a:lnTo>
                    <a:pt x="7867401" y="763585"/>
                  </a:lnTo>
                  <a:lnTo>
                    <a:pt x="7789905" y="772204"/>
                  </a:lnTo>
                  <a:lnTo>
                    <a:pt x="7705736" y="780051"/>
                  </a:lnTo>
                  <a:lnTo>
                    <a:pt x="7614563" y="787204"/>
                  </a:lnTo>
                  <a:lnTo>
                    <a:pt x="7516397" y="793722"/>
                  </a:lnTo>
                  <a:lnTo>
                    <a:pt x="7411733" y="799644"/>
                  </a:lnTo>
                  <a:lnTo>
                    <a:pt x="7301695" y="804995"/>
                  </a:lnTo>
                  <a:lnTo>
                    <a:pt x="7188163" y="809779"/>
                  </a:lnTo>
                  <a:lnTo>
                    <a:pt x="7073826" y="813992"/>
                  </a:lnTo>
                  <a:lnTo>
                    <a:pt x="6962117" y="817620"/>
                  </a:lnTo>
                  <a:lnTo>
                    <a:pt x="6856979" y="820655"/>
                  </a:lnTo>
                  <a:lnTo>
                    <a:pt x="6762440" y="823097"/>
                  </a:lnTo>
                  <a:lnTo>
                    <a:pt x="6682057" y="824966"/>
                  </a:lnTo>
                  <a:lnTo>
                    <a:pt x="6618325" y="826307"/>
                  </a:lnTo>
                  <a:lnTo>
                    <a:pt x="6572206" y="827189"/>
                  </a:lnTo>
                  <a:lnTo>
                    <a:pt x="6542888" y="827700"/>
                  </a:lnTo>
                  <a:lnTo>
                    <a:pt x="6527796" y="827941"/>
                  </a:lnTo>
                  <a:lnTo>
                    <a:pt x="6522789" y="828014"/>
                  </a:lnTo>
                  <a:lnTo>
                    <a:pt x="6522385" y="828020"/>
                  </a:lnTo>
                  <a:lnTo>
                    <a:pt x="5527445" y="828020"/>
                  </a:lnTo>
                  <a:lnTo>
                    <a:pt x="5526409" y="828085"/>
                  </a:lnTo>
                  <a:lnTo>
                    <a:pt x="5519559" y="828548"/>
                  </a:lnTo>
                  <a:lnTo>
                    <a:pt x="5502155" y="829826"/>
                  </a:lnTo>
                  <a:lnTo>
                    <a:pt x="5470708" y="832348"/>
                  </a:lnTo>
                  <a:lnTo>
                    <a:pt x="5423160" y="836519"/>
                  </a:lnTo>
                  <a:lnTo>
                    <a:pt x="5359037" y="842696"/>
                  </a:lnTo>
                  <a:lnTo>
                    <a:pt x="5279428" y="851150"/>
                  </a:lnTo>
                  <a:lnTo>
                    <a:pt x="5186742" y="862055"/>
                  </a:lnTo>
                  <a:lnTo>
                    <a:pt x="5084290" y="875488"/>
                  </a:lnTo>
                  <a:lnTo>
                    <a:pt x="4975765" y="891449"/>
                  </a:lnTo>
                  <a:lnTo>
                    <a:pt x="4864774" y="909898"/>
                  </a:lnTo>
                  <a:lnTo>
                    <a:pt x="4754466" y="930782"/>
                  </a:lnTo>
                  <a:lnTo>
                    <a:pt x="4647333" y="954077"/>
                  </a:lnTo>
                  <a:lnTo>
                    <a:pt x="4545144" y="979803"/>
                  </a:lnTo>
                  <a:lnTo>
                    <a:pt x="4448992" y="1008047"/>
                  </a:lnTo>
                  <a:lnTo>
                    <a:pt x="4359396" y="1038967"/>
                  </a:lnTo>
                  <a:lnTo>
                    <a:pt x="4276428" y="1072795"/>
                  </a:lnTo>
                  <a:lnTo>
                    <a:pt x="4199833" y="1109838"/>
                  </a:lnTo>
                  <a:lnTo>
                    <a:pt x="4129135" y="1150466"/>
                  </a:lnTo>
                  <a:lnTo>
                    <a:pt x="4063723" y="1195106"/>
                  </a:lnTo>
                  <a:lnTo>
                    <a:pt x="4002912" y="1244218"/>
                  </a:lnTo>
                  <a:lnTo>
                    <a:pt x="3945990" y="1298266"/>
                  </a:lnTo>
                  <a:lnTo>
                    <a:pt x="3892260" y="1357660"/>
                  </a:lnTo>
                  <a:lnTo>
                    <a:pt x="3841068" y="1422678"/>
                  </a:lnTo>
                  <a:lnTo>
                    <a:pt x="3820202" y="1451655"/>
                  </a:lnTo>
                  <a:lnTo>
                    <a:pt x="3780507" y="1510798"/>
                  </a:lnTo>
                  <a:lnTo>
                    <a:pt x="3741721" y="1573765"/>
                  </a:lnTo>
                  <a:lnTo>
                    <a:pt x="3703627" y="1640636"/>
                  </a:lnTo>
                  <a:lnTo>
                    <a:pt x="3666043" y="1711441"/>
                  </a:lnTo>
                  <a:lnTo>
                    <a:pt x="3628821" y="1786160"/>
                  </a:lnTo>
                  <a:lnTo>
                    <a:pt x="3591839" y="1864713"/>
                  </a:lnTo>
                  <a:lnTo>
                    <a:pt x="3555001" y="1946965"/>
                  </a:lnTo>
                  <a:lnTo>
                    <a:pt x="3518233" y="2032713"/>
                  </a:lnTo>
                  <a:lnTo>
                    <a:pt x="3481482" y="2121696"/>
                  </a:lnTo>
                  <a:lnTo>
                    <a:pt x="3444711" y="2213588"/>
                  </a:lnTo>
                  <a:lnTo>
                    <a:pt x="3407899" y="2308004"/>
                  </a:lnTo>
                  <a:lnTo>
                    <a:pt x="3371037" y="2404507"/>
                  </a:lnTo>
                  <a:lnTo>
                    <a:pt x="3334129" y="2502614"/>
                  </a:lnTo>
                  <a:lnTo>
                    <a:pt x="3297186" y="2601807"/>
                  </a:lnTo>
                  <a:lnTo>
                    <a:pt x="3260224" y="2701542"/>
                  </a:lnTo>
                  <a:lnTo>
                    <a:pt x="3223262" y="2801261"/>
                  </a:lnTo>
                  <a:lnTo>
                    <a:pt x="3186321" y="2900411"/>
                  </a:lnTo>
                  <a:lnTo>
                    <a:pt x="3149415" y="2998447"/>
                  </a:lnTo>
                  <a:lnTo>
                    <a:pt x="3112556" y="3094852"/>
                  </a:lnTo>
                  <a:lnTo>
                    <a:pt x="3075746" y="3189146"/>
                  </a:lnTo>
                  <a:lnTo>
                    <a:pt x="3038977" y="3280894"/>
                  </a:lnTo>
                  <a:lnTo>
                    <a:pt x="3002226" y="3369715"/>
                  </a:lnTo>
                  <a:lnTo>
                    <a:pt x="2965456" y="3455287"/>
                  </a:lnTo>
                  <a:lnTo>
                    <a:pt x="2928613" y="3537349"/>
                  </a:lnTo>
                  <a:lnTo>
                    <a:pt x="2891621" y="3615704"/>
                  </a:lnTo>
                  <a:lnTo>
                    <a:pt x="2854382" y="3690219"/>
                  </a:lnTo>
                  <a:lnTo>
                    <a:pt x="2816776" y="3760818"/>
                  </a:lnTo>
                  <a:lnTo>
                    <a:pt x="2778650" y="3827483"/>
                  </a:lnTo>
                  <a:lnTo>
                    <a:pt x="2739823" y="3890248"/>
                  </a:lnTo>
                  <a:lnTo>
                    <a:pt x="2702183" y="3946197"/>
                  </a:lnTo>
                  <a:lnTo>
                    <a:pt x="2651882" y="4013601"/>
                  </a:lnTo>
                  <a:lnTo>
                    <a:pt x="2599293" y="4075333"/>
                  </a:lnTo>
                  <a:lnTo>
                    <a:pt x="2543793" y="4131579"/>
                  </a:lnTo>
                  <a:lnTo>
                    <a:pt x="2484701" y="4182708"/>
                  </a:lnTo>
                  <a:lnTo>
                    <a:pt x="2421305" y="4229168"/>
                  </a:lnTo>
                  <a:lnTo>
                    <a:pt x="2352906" y="4271425"/>
                  </a:lnTo>
                  <a:lnTo>
                    <a:pt x="2278853" y="4309923"/>
                  </a:lnTo>
                  <a:lnTo>
                    <a:pt x="2198605" y="4345059"/>
                  </a:lnTo>
                  <a:lnTo>
                    <a:pt x="2111803" y="4377167"/>
                  </a:lnTo>
                  <a:lnTo>
                    <a:pt x="2018368" y="4406510"/>
                  </a:lnTo>
                  <a:lnTo>
                    <a:pt x="1918616" y="4433279"/>
                  </a:lnTo>
                  <a:lnTo>
                    <a:pt x="1813382" y="4457588"/>
                  </a:lnTo>
                  <a:lnTo>
                    <a:pt x="1704145" y="4479485"/>
                  </a:lnTo>
                  <a:lnTo>
                    <a:pt x="1593092" y="4498961"/>
                  </a:lnTo>
                  <a:lnTo>
                    <a:pt x="1483113" y="4515972"/>
                  </a:lnTo>
                  <a:lnTo>
                    <a:pt x="1377658" y="4530469"/>
                  </a:lnTo>
                  <a:lnTo>
                    <a:pt x="1280436" y="4542430"/>
                  </a:lnTo>
                  <a:lnTo>
                    <a:pt x="1194983" y="4551898"/>
                  </a:lnTo>
                  <a:lnTo>
                    <a:pt x="1124144" y="4559003"/>
                  </a:lnTo>
                  <a:lnTo>
                    <a:pt x="1069606" y="4563977"/>
                  </a:lnTo>
                  <a:lnTo>
                    <a:pt x="1031563" y="4567143"/>
                  </a:lnTo>
                  <a:lnTo>
                    <a:pt x="1008613" y="4568892"/>
                  </a:lnTo>
                  <a:lnTo>
                    <a:pt x="997843" y="4569645"/>
                  </a:lnTo>
                  <a:lnTo>
                    <a:pt x="995019" y="4569828"/>
                  </a:lnTo>
                  <a:lnTo>
                    <a:pt x="994940" y="4569832"/>
                  </a:lnTo>
                  <a:lnTo>
                    <a:pt x="0" y="4569832"/>
                  </a:lnTo>
                  <a:lnTo>
                    <a:pt x="0" y="45698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4" name="pg2183"/>
            <p:cNvSpPr/>
            <p:nvPr/>
          </p:nvSpPr>
          <p:spPr>
            <a:xfrm>
              <a:off x="1199187" y="2950312"/>
              <a:ext cx="12049831" cy="3610796"/>
            </a:xfrm>
            <a:custGeom>
              <a:avLst/>
              <a:pathLst>
                <a:path w="12049831" h="3610796">
                  <a:moveTo>
                    <a:pt x="0" y="3610796"/>
                  </a:moveTo>
                  <a:lnTo>
                    <a:pt x="994940" y="3610796"/>
                  </a:lnTo>
                  <a:lnTo>
                    <a:pt x="995982" y="3610733"/>
                  </a:lnTo>
                  <a:lnTo>
                    <a:pt x="1002875" y="3610284"/>
                  </a:lnTo>
                  <a:lnTo>
                    <a:pt x="1020382" y="3609044"/>
                  </a:lnTo>
                  <a:lnTo>
                    <a:pt x="1052010" y="3606599"/>
                  </a:lnTo>
                  <a:lnTo>
                    <a:pt x="1099817" y="3602554"/>
                  </a:lnTo>
                  <a:lnTo>
                    <a:pt x="1164265" y="3596565"/>
                  </a:lnTo>
                  <a:lnTo>
                    <a:pt x="1244242" y="3588370"/>
                  </a:lnTo>
                  <a:lnTo>
                    <a:pt x="1337305" y="3577802"/>
                  </a:lnTo>
                  <a:lnTo>
                    <a:pt x="1440117" y="3564787"/>
                  </a:lnTo>
                  <a:lnTo>
                    <a:pt x="1548954" y="3549325"/>
                  </a:lnTo>
                  <a:lnTo>
                    <a:pt x="1660197" y="3531458"/>
                  </a:lnTo>
                  <a:lnTo>
                    <a:pt x="1770687" y="3511235"/>
                  </a:lnTo>
                  <a:lnTo>
                    <a:pt x="1877935" y="3488679"/>
                  </a:lnTo>
                  <a:lnTo>
                    <a:pt x="1980180" y="3463769"/>
                  </a:lnTo>
                  <a:lnTo>
                    <a:pt x="2076338" y="3436419"/>
                  </a:lnTo>
                  <a:lnTo>
                    <a:pt x="2165905" y="3406474"/>
                  </a:lnTo>
                  <a:lnTo>
                    <a:pt x="2248820" y="3373706"/>
                  </a:lnTo>
                  <a:lnTo>
                    <a:pt x="2325349" y="3337816"/>
                  </a:lnTo>
                  <a:lnTo>
                    <a:pt x="2395977" y="3298440"/>
                  </a:lnTo>
                  <a:lnTo>
                    <a:pt x="2461323" y="3255166"/>
                  </a:lnTo>
                  <a:lnTo>
                    <a:pt x="2522079" y="3207544"/>
                  </a:lnTo>
                  <a:lnTo>
                    <a:pt x="2578961" y="3155127"/>
                  </a:lnTo>
                  <a:lnTo>
                    <a:pt x="2632670" y="3097521"/>
                  </a:lnTo>
                  <a:lnTo>
                    <a:pt x="2683859" y="3034465"/>
                  </a:lnTo>
                  <a:lnTo>
                    <a:pt x="2702183" y="3009870"/>
                  </a:lnTo>
                  <a:lnTo>
                    <a:pt x="2742485" y="2951971"/>
                  </a:lnTo>
                  <a:lnTo>
                    <a:pt x="2781851" y="2890270"/>
                  </a:lnTo>
                  <a:lnTo>
                    <a:pt x="2820512" y="2824689"/>
                  </a:lnTo>
                  <a:lnTo>
                    <a:pt x="2858654" y="2755199"/>
                  </a:lnTo>
                  <a:lnTo>
                    <a:pt x="2896431" y="2681824"/>
                  </a:lnTo>
                  <a:lnTo>
                    <a:pt x="2933970" y="2604647"/>
                  </a:lnTo>
                  <a:lnTo>
                    <a:pt x="2971367" y="2523811"/>
                  </a:lnTo>
                  <a:lnTo>
                    <a:pt x="3008699" y="2439526"/>
                  </a:lnTo>
                  <a:lnTo>
                    <a:pt x="3046019" y="2352064"/>
                  </a:lnTo>
                  <a:lnTo>
                    <a:pt x="3083364" y="2261762"/>
                  </a:lnTo>
                  <a:lnTo>
                    <a:pt x="3120754" y="2169016"/>
                  </a:lnTo>
                  <a:lnTo>
                    <a:pt x="3158194" y="2074274"/>
                  </a:lnTo>
                  <a:lnTo>
                    <a:pt x="3195681" y="1978032"/>
                  </a:lnTo>
                  <a:lnTo>
                    <a:pt x="3233201" y="1880819"/>
                  </a:lnTo>
                  <a:lnTo>
                    <a:pt x="3270736" y="1783186"/>
                  </a:lnTo>
                  <a:lnTo>
                    <a:pt x="3308266" y="1685697"/>
                  </a:lnTo>
                  <a:lnTo>
                    <a:pt x="3345771" y="1588909"/>
                  </a:lnTo>
                  <a:lnTo>
                    <a:pt x="3383236" y="1493366"/>
                  </a:lnTo>
                  <a:lnTo>
                    <a:pt x="3420650" y="1399580"/>
                  </a:lnTo>
                  <a:lnTo>
                    <a:pt x="3458016" y="1308024"/>
                  </a:lnTo>
                  <a:lnTo>
                    <a:pt x="3495345" y="1219120"/>
                  </a:lnTo>
                  <a:lnTo>
                    <a:pt x="3532665" y="1133235"/>
                  </a:lnTo>
                  <a:lnTo>
                    <a:pt x="3570023" y="1050674"/>
                  </a:lnTo>
                  <a:lnTo>
                    <a:pt x="3607481" y="971677"/>
                  </a:lnTo>
                  <a:lnTo>
                    <a:pt x="3645127" y="896419"/>
                  </a:lnTo>
                  <a:lnTo>
                    <a:pt x="3683073" y="825013"/>
                  </a:lnTo>
                  <a:lnTo>
                    <a:pt x="3721457" y="757511"/>
                  </a:lnTo>
                  <a:lnTo>
                    <a:pt x="3760450" y="693910"/>
                  </a:lnTo>
                  <a:lnTo>
                    <a:pt x="3800261" y="634154"/>
                  </a:lnTo>
                  <a:lnTo>
                    <a:pt x="3820202" y="606166"/>
                  </a:lnTo>
                  <a:lnTo>
                    <a:pt x="3870611" y="541085"/>
                  </a:lnTo>
                  <a:lnTo>
                    <a:pt x="3923321" y="481493"/>
                  </a:lnTo>
                  <a:lnTo>
                    <a:pt x="3978955" y="427207"/>
                  </a:lnTo>
                  <a:lnTo>
                    <a:pt x="4038202" y="377871"/>
                  </a:lnTo>
                  <a:lnTo>
                    <a:pt x="4101776" y="333049"/>
                  </a:lnTo>
                  <a:lnTo>
                    <a:pt x="4170382" y="292289"/>
                  </a:lnTo>
                  <a:lnTo>
                    <a:pt x="4244674" y="255161"/>
                  </a:lnTo>
                  <a:lnTo>
                    <a:pt x="4325194" y="221281"/>
                  </a:lnTo>
                  <a:lnTo>
                    <a:pt x="4412299" y="190327"/>
                  </a:lnTo>
                  <a:lnTo>
                    <a:pt x="4506064" y="162044"/>
                  </a:lnTo>
                  <a:lnTo>
                    <a:pt x="4606160" y="136250"/>
                  </a:lnTo>
                  <a:lnTo>
                    <a:pt x="4711734" y="112833"/>
                  </a:lnTo>
                  <a:lnTo>
                    <a:pt x="4821282" y="91751"/>
                  </a:lnTo>
                  <a:lnTo>
                    <a:pt x="4932582" y="73011"/>
                  </a:lnTo>
                  <a:lnTo>
                    <a:pt x="5042707" y="56658"/>
                  </a:lnTo>
                  <a:lnTo>
                    <a:pt x="5148174" y="42740"/>
                  </a:lnTo>
                  <a:lnTo>
                    <a:pt x="5245246" y="31275"/>
                  </a:lnTo>
                  <a:lnTo>
                    <a:pt x="5330382" y="22220"/>
                  </a:lnTo>
                  <a:lnTo>
                    <a:pt x="5400754" y="15445"/>
                  </a:lnTo>
                  <a:lnTo>
                    <a:pt x="5454719" y="10721"/>
                  </a:lnTo>
                  <a:lnTo>
                    <a:pt x="5492146" y="7730"/>
                  </a:lnTo>
                  <a:lnTo>
                    <a:pt x="5514515" y="6095"/>
                  </a:lnTo>
                  <a:lnTo>
                    <a:pt x="5524824" y="540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2" y="5282"/>
                  </a:lnTo>
                  <a:lnTo>
                    <a:pt x="6530724" y="5581"/>
                  </a:lnTo>
                  <a:lnTo>
                    <a:pt x="6549095" y="6407"/>
                  </a:lnTo>
                  <a:lnTo>
                    <a:pt x="6582222" y="8035"/>
                  </a:lnTo>
                  <a:lnTo>
                    <a:pt x="6632175" y="10727"/>
                  </a:lnTo>
                  <a:lnTo>
                    <a:pt x="6699305" y="14708"/>
                  </a:lnTo>
                  <a:lnTo>
                    <a:pt x="6782297" y="20146"/>
                  </a:lnTo>
                  <a:lnTo>
                    <a:pt x="6878451" y="27146"/>
                  </a:lnTo>
                  <a:lnTo>
                    <a:pt x="6984171" y="35748"/>
                  </a:lnTo>
                  <a:lnTo>
                    <a:pt x="7095527" y="45949"/>
                  </a:lnTo>
                  <a:lnTo>
                    <a:pt x="7208766" y="57717"/>
                  </a:lnTo>
                  <a:lnTo>
                    <a:pt x="7320684" y="71023"/>
                  </a:lnTo>
                  <a:lnTo>
                    <a:pt x="7428809" y="85854"/>
                  </a:lnTo>
                  <a:lnTo>
                    <a:pt x="7531449" y="102235"/>
                  </a:lnTo>
                  <a:lnTo>
                    <a:pt x="7627617" y="120233"/>
                  </a:lnTo>
                  <a:lnTo>
                    <a:pt x="7716910" y="139963"/>
                  </a:lnTo>
                  <a:lnTo>
                    <a:pt x="7799367" y="161590"/>
                  </a:lnTo>
                  <a:lnTo>
                    <a:pt x="7875345" y="185325"/>
                  </a:lnTo>
                  <a:lnTo>
                    <a:pt x="7945404" y="211421"/>
                  </a:lnTo>
                  <a:lnTo>
                    <a:pt x="8010227" y="240164"/>
                  </a:lnTo>
                  <a:lnTo>
                    <a:pt x="8070555" y="271853"/>
                  </a:lnTo>
                  <a:lnTo>
                    <a:pt x="8127141" y="306779"/>
                  </a:lnTo>
                  <a:lnTo>
                    <a:pt x="8180707" y="345179"/>
                  </a:lnTo>
                  <a:lnTo>
                    <a:pt x="8229629" y="385186"/>
                  </a:lnTo>
                  <a:lnTo>
                    <a:pt x="8277291" y="428842"/>
                  </a:lnTo>
                  <a:lnTo>
                    <a:pt x="8323701" y="475889"/>
                  </a:lnTo>
                  <a:lnTo>
                    <a:pt x="8369221" y="526397"/>
                  </a:lnTo>
                  <a:lnTo>
                    <a:pt x="8414137" y="580371"/>
                  </a:lnTo>
                  <a:lnTo>
                    <a:pt x="8458674" y="637744"/>
                  </a:lnTo>
                  <a:lnTo>
                    <a:pt x="8503002" y="698377"/>
                  </a:lnTo>
                  <a:lnTo>
                    <a:pt x="8547248" y="762048"/>
                  </a:lnTo>
                  <a:lnTo>
                    <a:pt x="8591494" y="828457"/>
                  </a:lnTo>
                  <a:lnTo>
                    <a:pt x="8635790" y="897223"/>
                  </a:lnTo>
                  <a:lnTo>
                    <a:pt x="8680156" y="967897"/>
                  </a:lnTo>
                  <a:lnTo>
                    <a:pt x="8724588" y="1039970"/>
                  </a:lnTo>
                  <a:lnTo>
                    <a:pt x="8769067" y="1112886"/>
                  </a:lnTo>
                  <a:lnTo>
                    <a:pt x="8813560" y="1186063"/>
                  </a:lnTo>
                  <a:lnTo>
                    <a:pt x="8858034" y="1258908"/>
                  </a:lnTo>
                  <a:lnTo>
                    <a:pt x="8902459" y="1330842"/>
                  </a:lnTo>
                  <a:lnTo>
                    <a:pt x="8946817" y="1401313"/>
                  </a:lnTo>
                  <a:lnTo>
                    <a:pt x="8991105" y="1469818"/>
                  </a:lnTo>
                  <a:lnTo>
                    <a:pt x="9035348" y="1535915"/>
                  </a:lnTo>
                  <a:lnTo>
                    <a:pt x="9079598" y="1599236"/>
                  </a:lnTo>
                  <a:lnTo>
                    <a:pt x="9123944" y="1659487"/>
                  </a:lnTo>
                  <a:lnTo>
                    <a:pt x="9168517" y="1716457"/>
                  </a:lnTo>
                  <a:lnTo>
                    <a:pt x="9213492" y="1770016"/>
                  </a:lnTo>
                  <a:lnTo>
                    <a:pt x="9259103" y="1820106"/>
                  </a:lnTo>
                  <a:lnTo>
                    <a:pt x="9305643" y="1866741"/>
                  </a:lnTo>
                  <a:lnTo>
                    <a:pt x="9347647" y="1904970"/>
                  </a:lnTo>
                  <a:lnTo>
                    <a:pt x="9398946" y="1946798"/>
                  </a:lnTo>
                  <a:lnTo>
                    <a:pt x="9452635" y="1985037"/>
                  </a:lnTo>
                  <a:lnTo>
                    <a:pt x="9509374" y="2019810"/>
                  </a:lnTo>
                  <a:lnTo>
                    <a:pt x="9569890" y="2051359"/>
                  </a:lnTo>
                  <a:lnTo>
                    <a:pt x="9634935" y="2079975"/>
                  </a:lnTo>
                  <a:lnTo>
                    <a:pt x="9705248" y="2105958"/>
                  </a:lnTo>
                  <a:lnTo>
                    <a:pt x="9781509" y="2129592"/>
                  </a:lnTo>
                  <a:lnTo>
                    <a:pt x="9864271" y="2151129"/>
                  </a:lnTo>
                  <a:lnTo>
                    <a:pt x="9953878" y="2170777"/>
                  </a:lnTo>
                  <a:lnTo>
                    <a:pt x="10050352" y="2188699"/>
                  </a:lnTo>
                  <a:lnTo>
                    <a:pt x="10153268" y="2205008"/>
                  </a:lnTo>
                  <a:lnTo>
                    <a:pt x="10261608" y="2219771"/>
                  </a:lnTo>
                  <a:lnTo>
                    <a:pt x="10373645" y="2233007"/>
                  </a:lnTo>
                  <a:lnTo>
                    <a:pt x="10486874" y="2244705"/>
                  </a:lnTo>
                  <a:lnTo>
                    <a:pt x="10598058" y="2254833"/>
                  </a:lnTo>
                  <a:lnTo>
                    <a:pt x="10703428" y="2263363"/>
                  </a:lnTo>
                  <a:lnTo>
                    <a:pt x="10799057" y="2270290"/>
                  </a:lnTo>
                  <a:lnTo>
                    <a:pt x="10881379" y="2275660"/>
                  </a:lnTo>
                  <a:lnTo>
                    <a:pt x="10947746" y="2279578"/>
                  </a:lnTo>
                  <a:lnTo>
                    <a:pt x="10996914" y="2282216"/>
                  </a:lnTo>
                  <a:lnTo>
                    <a:pt x="11029314" y="2283802"/>
                  </a:lnTo>
                  <a:lnTo>
                    <a:pt x="11047089" y="2284598"/>
                  </a:lnTo>
                  <a:lnTo>
                    <a:pt x="11053935" y="2284879"/>
                  </a:lnTo>
                  <a:lnTo>
                    <a:pt x="11054891" y="2284916"/>
                  </a:lnTo>
                  <a:lnTo>
                    <a:pt x="12049831" y="2284916"/>
                  </a:lnTo>
                  <a:lnTo>
                    <a:pt x="12049831" y="2279675"/>
                  </a:lnTo>
                  <a:lnTo>
                    <a:pt x="11054891" y="2279675"/>
                  </a:lnTo>
                  <a:lnTo>
                    <a:pt x="11053794" y="2279633"/>
                  </a:lnTo>
                  <a:lnTo>
                    <a:pt x="11046552" y="2279334"/>
                  </a:lnTo>
                  <a:lnTo>
                    <a:pt x="11028182" y="2278508"/>
                  </a:lnTo>
                  <a:lnTo>
                    <a:pt x="10995054" y="2276880"/>
                  </a:lnTo>
                  <a:lnTo>
                    <a:pt x="10945102" y="2274188"/>
                  </a:lnTo>
                  <a:lnTo>
                    <a:pt x="10877971" y="2270208"/>
                  </a:lnTo>
                  <a:lnTo>
                    <a:pt x="10794979" y="2264770"/>
                  </a:lnTo>
                  <a:lnTo>
                    <a:pt x="10698825" y="2257770"/>
                  </a:lnTo>
                  <a:lnTo>
                    <a:pt x="10593106" y="2249167"/>
                  </a:lnTo>
                  <a:lnTo>
                    <a:pt x="10481750" y="2238967"/>
                  </a:lnTo>
                  <a:lnTo>
                    <a:pt x="10368510" y="2227198"/>
                  </a:lnTo>
                  <a:lnTo>
                    <a:pt x="10256593" y="2213893"/>
                  </a:lnTo>
                  <a:lnTo>
                    <a:pt x="10148467" y="2199061"/>
                  </a:lnTo>
                  <a:lnTo>
                    <a:pt x="10045827" y="2182680"/>
                  </a:lnTo>
                  <a:lnTo>
                    <a:pt x="9949659" y="2164683"/>
                  </a:lnTo>
                  <a:lnTo>
                    <a:pt x="9860367" y="2144953"/>
                  </a:lnTo>
                  <a:lnTo>
                    <a:pt x="9777909" y="2123326"/>
                  </a:lnTo>
                  <a:lnTo>
                    <a:pt x="9701931" y="2099591"/>
                  </a:lnTo>
                  <a:lnTo>
                    <a:pt x="9631873" y="2073494"/>
                  </a:lnTo>
                  <a:lnTo>
                    <a:pt x="9567050" y="2044752"/>
                  </a:lnTo>
                  <a:lnTo>
                    <a:pt x="9506722" y="2013063"/>
                  </a:lnTo>
                  <a:lnTo>
                    <a:pt x="9450136" y="1978136"/>
                  </a:lnTo>
                  <a:lnTo>
                    <a:pt x="9396569" y="1939737"/>
                  </a:lnTo>
                  <a:lnTo>
                    <a:pt x="9347647" y="1899729"/>
                  </a:lnTo>
                  <a:lnTo>
                    <a:pt x="9299986" y="1856074"/>
                  </a:lnTo>
                  <a:lnTo>
                    <a:pt x="9253576" y="1809026"/>
                  </a:lnTo>
                  <a:lnTo>
                    <a:pt x="9208056" y="1758518"/>
                  </a:lnTo>
                  <a:lnTo>
                    <a:pt x="9163140" y="1704545"/>
                  </a:lnTo>
                  <a:lnTo>
                    <a:pt x="9118603" y="1647171"/>
                  </a:lnTo>
                  <a:lnTo>
                    <a:pt x="9074274" y="1586538"/>
                  </a:lnTo>
                  <a:lnTo>
                    <a:pt x="9030029" y="1522867"/>
                  </a:lnTo>
                  <a:lnTo>
                    <a:pt x="8985783" y="1456459"/>
                  </a:lnTo>
                  <a:lnTo>
                    <a:pt x="8941487" y="1387693"/>
                  </a:lnTo>
                  <a:lnTo>
                    <a:pt x="8897120" y="1317018"/>
                  </a:lnTo>
                  <a:lnTo>
                    <a:pt x="8852688" y="1244946"/>
                  </a:lnTo>
                  <a:lnTo>
                    <a:pt x="8808210" y="1172029"/>
                  </a:lnTo>
                  <a:lnTo>
                    <a:pt x="8763717" y="1098852"/>
                  </a:lnTo>
                  <a:lnTo>
                    <a:pt x="8719243" y="1026007"/>
                  </a:lnTo>
                  <a:lnTo>
                    <a:pt x="8674817" y="954074"/>
                  </a:lnTo>
                  <a:lnTo>
                    <a:pt x="8630460" y="883603"/>
                  </a:lnTo>
                  <a:lnTo>
                    <a:pt x="8586171" y="815098"/>
                  </a:lnTo>
                  <a:lnTo>
                    <a:pt x="8541929" y="749000"/>
                  </a:lnTo>
                  <a:lnTo>
                    <a:pt x="8497678" y="685680"/>
                  </a:lnTo>
                  <a:lnTo>
                    <a:pt x="8453332" y="625429"/>
                  </a:lnTo>
                  <a:lnTo>
                    <a:pt x="8408760" y="568458"/>
                  </a:lnTo>
                  <a:lnTo>
                    <a:pt x="8363784" y="514900"/>
                  </a:lnTo>
                  <a:lnTo>
                    <a:pt x="8318174" y="464809"/>
                  </a:lnTo>
                  <a:lnTo>
                    <a:pt x="8271634" y="418174"/>
                  </a:lnTo>
                  <a:lnTo>
                    <a:pt x="8229629" y="379945"/>
                  </a:lnTo>
                  <a:lnTo>
                    <a:pt x="8178331" y="338117"/>
                  </a:lnTo>
                  <a:lnTo>
                    <a:pt x="8124642" y="299879"/>
                  </a:lnTo>
                  <a:lnTo>
                    <a:pt x="8067902" y="265105"/>
                  </a:lnTo>
                  <a:lnTo>
                    <a:pt x="8007387" y="233556"/>
                  </a:lnTo>
                  <a:lnTo>
                    <a:pt x="7942342" y="204941"/>
                  </a:lnTo>
                  <a:lnTo>
                    <a:pt x="7872028" y="178957"/>
                  </a:lnTo>
                  <a:lnTo>
                    <a:pt x="7795767" y="155323"/>
                  </a:lnTo>
                  <a:lnTo>
                    <a:pt x="7713005" y="133787"/>
                  </a:lnTo>
                  <a:lnTo>
                    <a:pt x="7623399" y="114139"/>
                  </a:lnTo>
                  <a:lnTo>
                    <a:pt x="7526924" y="96217"/>
                  </a:lnTo>
                  <a:lnTo>
                    <a:pt x="7424009" y="79907"/>
                  </a:lnTo>
                  <a:lnTo>
                    <a:pt x="7315668" y="65145"/>
                  </a:lnTo>
                  <a:lnTo>
                    <a:pt x="7203632" y="51909"/>
                  </a:lnTo>
                  <a:lnTo>
                    <a:pt x="7090403" y="40211"/>
                  </a:lnTo>
                  <a:lnTo>
                    <a:pt x="6979219" y="30082"/>
                  </a:lnTo>
                  <a:lnTo>
                    <a:pt x="6873849" y="21553"/>
                  </a:lnTo>
                  <a:lnTo>
                    <a:pt x="6778219" y="14625"/>
                  </a:lnTo>
                  <a:lnTo>
                    <a:pt x="6695898" y="9256"/>
                  </a:lnTo>
                  <a:lnTo>
                    <a:pt x="6629530" y="5338"/>
                  </a:lnTo>
                  <a:lnTo>
                    <a:pt x="6580363" y="2699"/>
                  </a:lnTo>
                  <a:lnTo>
                    <a:pt x="6547963" y="1114"/>
                  </a:lnTo>
                  <a:lnTo>
                    <a:pt x="6530187" y="318"/>
                  </a:lnTo>
                  <a:lnTo>
                    <a:pt x="6523342" y="3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03" y="63"/>
                  </a:lnTo>
                  <a:lnTo>
                    <a:pt x="5519510" y="512"/>
                  </a:lnTo>
                  <a:lnTo>
                    <a:pt x="5502003" y="1752"/>
                  </a:lnTo>
                  <a:lnTo>
                    <a:pt x="5470375" y="4197"/>
                  </a:lnTo>
                  <a:lnTo>
                    <a:pt x="5422568" y="8242"/>
                  </a:lnTo>
                  <a:lnTo>
                    <a:pt x="5358120" y="14231"/>
                  </a:lnTo>
                  <a:lnTo>
                    <a:pt x="5278143" y="22426"/>
                  </a:lnTo>
                  <a:lnTo>
                    <a:pt x="5185080" y="32994"/>
                  </a:lnTo>
                  <a:lnTo>
                    <a:pt x="5082268" y="46009"/>
                  </a:lnTo>
                  <a:lnTo>
                    <a:pt x="4973431" y="61471"/>
                  </a:lnTo>
                  <a:lnTo>
                    <a:pt x="4862188" y="79338"/>
                  </a:lnTo>
                  <a:lnTo>
                    <a:pt x="4751698" y="99561"/>
                  </a:lnTo>
                  <a:lnTo>
                    <a:pt x="4644450" y="122117"/>
                  </a:lnTo>
                  <a:lnTo>
                    <a:pt x="4542205" y="147027"/>
                  </a:lnTo>
                  <a:lnTo>
                    <a:pt x="4446047" y="174376"/>
                  </a:lnTo>
                  <a:lnTo>
                    <a:pt x="4356480" y="204321"/>
                  </a:lnTo>
                  <a:lnTo>
                    <a:pt x="4273565" y="237090"/>
                  </a:lnTo>
                  <a:lnTo>
                    <a:pt x="4197036" y="272980"/>
                  </a:lnTo>
                  <a:lnTo>
                    <a:pt x="4126408" y="312355"/>
                  </a:lnTo>
                  <a:lnTo>
                    <a:pt x="4061062" y="355630"/>
                  </a:lnTo>
                  <a:lnTo>
                    <a:pt x="4000306" y="403252"/>
                  </a:lnTo>
                  <a:lnTo>
                    <a:pt x="3943424" y="455669"/>
                  </a:lnTo>
                  <a:lnTo>
                    <a:pt x="3889715" y="513275"/>
                  </a:lnTo>
                  <a:lnTo>
                    <a:pt x="3838526" y="576331"/>
                  </a:lnTo>
                  <a:lnTo>
                    <a:pt x="3820202" y="600926"/>
                  </a:lnTo>
                  <a:lnTo>
                    <a:pt x="3779900" y="658825"/>
                  </a:lnTo>
                  <a:lnTo>
                    <a:pt x="3740534" y="720526"/>
                  </a:lnTo>
                  <a:lnTo>
                    <a:pt x="3701873" y="786107"/>
                  </a:lnTo>
                  <a:lnTo>
                    <a:pt x="3663731" y="855597"/>
                  </a:lnTo>
                  <a:lnTo>
                    <a:pt x="3625954" y="928972"/>
                  </a:lnTo>
                  <a:lnTo>
                    <a:pt x="3588415" y="1006149"/>
                  </a:lnTo>
                  <a:lnTo>
                    <a:pt x="3551018" y="1086985"/>
                  </a:lnTo>
                  <a:lnTo>
                    <a:pt x="3513686" y="1171270"/>
                  </a:lnTo>
                  <a:lnTo>
                    <a:pt x="3476366" y="1258732"/>
                  </a:lnTo>
                  <a:lnTo>
                    <a:pt x="3439021" y="1349034"/>
                  </a:lnTo>
                  <a:lnTo>
                    <a:pt x="3401631" y="1441780"/>
                  </a:lnTo>
                  <a:lnTo>
                    <a:pt x="3364191" y="1536522"/>
                  </a:lnTo>
                  <a:lnTo>
                    <a:pt x="3326704" y="1632764"/>
                  </a:lnTo>
                  <a:lnTo>
                    <a:pt x="3289184" y="1729977"/>
                  </a:lnTo>
                  <a:lnTo>
                    <a:pt x="3251649" y="1827610"/>
                  </a:lnTo>
                  <a:lnTo>
                    <a:pt x="3214119" y="1925099"/>
                  </a:lnTo>
                  <a:lnTo>
                    <a:pt x="3176614" y="2021887"/>
                  </a:lnTo>
                  <a:lnTo>
                    <a:pt x="3139149" y="2117430"/>
                  </a:lnTo>
                  <a:lnTo>
                    <a:pt x="3101735" y="2211216"/>
                  </a:lnTo>
                  <a:lnTo>
                    <a:pt x="3064369" y="2302772"/>
                  </a:lnTo>
                  <a:lnTo>
                    <a:pt x="3027040" y="2391676"/>
                  </a:lnTo>
                  <a:lnTo>
                    <a:pt x="2989720" y="2477561"/>
                  </a:lnTo>
                  <a:lnTo>
                    <a:pt x="2952362" y="2560122"/>
                  </a:lnTo>
                  <a:lnTo>
                    <a:pt x="2914904" y="2639119"/>
                  </a:lnTo>
                  <a:lnTo>
                    <a:pt x="2877258" y="2714377"/>
                  </a:lnTo>
                  <a:lnTo>
                    <a:pt x="2839312" y="2785783"/>
                  </a:lnTo>
                  <a:lnTo>
                    <a:pt x="2800928" y="2853285"/>
                  </a:lnTo>
                  <a:lnTo>
                    <a:pt x="2761935" y="2916886"/>
                  </a:lnTo>
                  <a:lnTo>
                    <a:pt x="2722124" y="2976641"/>
                  </a:lnTo>
                  <a:lnTo>
                    <a:pt x="2702183" y="3004630"/>
                  </a:lnTo>
                  <a:lnTo>
                    <a:pt x="2651774" y="3069711"/>
                  </a:lnTo>
                  <a:lnTo>
                    <a:pt x="2599064" y="3129303"/>
                  </a:lnTo>
                  <a:lnTo>
                    <a:pt x="2543430" y="3183589"/>
                  </a:lnTo>
                  <a:lnTo>
                    <a:pt x="2484183" y="3232925"/>
                  </a:lnTo>
                  <a:lnTo>
                    <a:pt x="2420609" y="3277747"/>
                  </a:lnTo>
                  <a:lnTo>
                    <a:pt x="2352003" y="3318507"/>
                  </a:lnTo>
                  <a:lnTo>
                    <a:pt x="2277711" y="3355635"/>
                  </a:lnTo>
                  <a:lnTo>
                    <a:pt x="2197191" y="3389515"/>
                  </a:lnTo>
                  <a:lnTo>
                    <a:pt x="2110086" y="3420468"/>
                  </a:lnTo>
                  <a:lnTo>
                    <a:pt x="2016321" y="3448752"/>
                  </a:lnTo>
                  <a:lnTo>
                    <a:pt x="1916225" y="3474546"/>
                  </a:lnTo>
                  <a:lnTo>
                    <a:pt x="1810651" y="3497963"/>
                  </a:lnTo>
                  <a:lnTo>
                    <a:pt x="1701103" y="3519045"/>
                  </a:lnTo>
                  <a:lnTo>
                    <a:pt x="1589803" y="3537785"/>
                  </a:lnTo>
                  <a:lnTo>
                    <a:pt x="1479678" y="3554138"/>
                  </a:lnTo>
                  <a:lnTo>
                    <a:pt x="1374211" y="3568056"/>
                  </a:lnTo>
                  <a:lnTo>
                    <a:pt x="1277139" y="3579521"/>
                  </a:lnTo>
                  <a:lnTo>
                    <a:pt x="1192003" y="3588576"/>
                  </a:lnTo>
                  <a:lnTo>
                    <a:pt x="1121631" y="3595351"/>
                  </a:lnTo>
                  <a:lnTo>
                    <a:pt x="1067666" y="3600075"/>
                  </a:lnTo>
                  <a:lnTo>
                    <a:pt x="1030239" y="3603065"/>
                  </a:lnTo>
                  <a:lnTo>
                    <a:pt x="1007870" y="3604701"/>
                  </a:lnTo>
                  <a:lnTo>
                    <a:pt x="997561" y="3605393"/>
                  </a:lnTo>
                  <a:lnTo>
                    <a:pt x="994940" y="3605556"/>
                  </a:lnTo>
                  <a:lnTo>
                    <a:pt x="0" y="3605556"/>
                  </a:lnTo>
                  <a:close/>
                </a:path>
              </a:pathLst>
            </a:custGeom>
            <a:solidFill>
              <a:srgbClr val="AB47B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85" name="pl2184"/>
            <p:cNvSpPr/>
            <p:nvPr/>
          </p:nvSpPr>
          <p:spPr>
            <a:xfrm>
              <a:off x="1199187" y="2955553"/>
              <a:ext cx="12049831" cy="3605556"/>
            </a:xfrm>
            <a:custGeom>
              <a:avLst/>
              <a:pathLst>
                <a:path w="12049831" h="3605556">
                  <a:moveTo>
                    <a:pt x="0" y="3605556"/>
                  </a:moveTo>
                  <a:lnTo>
                    <a:pt x="994940" y="3605556"/>
                  </a:lnTo>
                  <a:lnTo>
                    <a:pt x="995982" y="3605493"/>
                  </a:lnTo>
                  <a:lnTo>
                    <a:pt x="1002875" y="3605044"/>
                  </a:lnTo>
                  <a:lnTo>
                    <a:pt x="1020382" y="3603804"/>
                  </a:lnTo>
                  <a:lnTo>
                    <a:pt x="1052010" y="3601359"/>
                  </a:lnTo>
                  <a:lnTo>
                    <a:pt x="1099817" y="3597313"/>
                  </a:lnTo>
                  <a:lnTo>
                    <a:pt x="1164265" y="3591325"/>
                  </a:lnTo>
                  <a:lnTo>
                    <a:pt x="1244242" y="3583129"/>
                  </a:lnTo>
                  <a:lnTo>
                    <a:pt x="1337305" y="3572561"/>
                  </a:lnTo>
                  <a:lnTo>
                    <a:pt x="1440117" y="3559546"/>
                  </a:lnTo>
                  <a:lnTo>
                    <a:pt x="1548954" y="3544084"/>
                  </a:lnTo>
                  <a:lnTo>
                    <a:pt x="1660197" y="3526218"/>
                  </a:lnTo>
                  <a:lnTo>
                    <a:pt x="1770687" y="3505994"/>
                  </a:lnTo>
                  <a:lnTo>
                    <a:pt x="1877935" y="3483439"/>
                  </a:lnTo>
                  <a:lnTo>
                    <a:pt x="1980180" y="3458529"/>
                  </a:lnTo>
                  <a:lnTo>
                    <a:pt x="2076338" y="3431179"/>
                  </a:lnTo>
                  <a:lnTo>
                    <a:pt x="2165905" y="3401234"/>
                  </a:lnTo>
                  <a:lnTo>
                    <a:pt x="2248820" y="3368465"/>
                  </a:lnTo>
                  <a:lnTo>
                    <a:pt x="2325349" y="3332575"/>
                  </a:lnTo>
                  <a:lnTo>
                    <a:pt x="2395977" y="3293200"/>
                  </a:lnTo>
                  <a:lnTo>
                    <a:pt x="2461323" y="3249925"/>
                  </a:lnTo>
                  <a:lnTo>
                    <a:pt x="2522079" y="3202303"/>
                  </a:lnTo>
                  <a:lnTo>
                    <a:pt x="2578961" y="3149887"/>
                  </a:lnTo>
                  <a:lnTo>
                    <a:pt x="2632670" y="3092280"/>
                  </a:lnTo>
                  <a:lnTo>
                    <a:pt x="2683859" y="3029225"/>
                  </a:lnTo>
                  <a:lnTo>
                    <a:pt x="2702183" y="3004630"/>
                  </a:lnTo>
                  <a:lnTo>
                    <a:pt x="2742485" y="2946731"/>
                  </a:lnTo>
                  <a:lnTo>
                    <a:pt x="2781851" y="2885030"/>
                  </a:lnTo>
                  <a:lnTo>
                    <a:pt x="2820512" y="2819449"/>
                  </a:lnTo>
                  <a:lnTo>
                    <a:pt x="2858654" y="2749958"/>
                  </a:lnTo>
                  <a:lnTo>
                    <a:pt x="2896431" y="2676583"/>
                  </a:lnTo>
                  <a:lnTo>
                    <a:pt x="2933970" y="2599406"/>
                  </a:lnTo>
                  <a:lnTo>
                    <a:pt x="2971367" y="2518570"/>
                  </a:lnTo>
                  <a:lnTo>
                    <a:pt x="3008699" y="2434285"/>
                  </a:lnTo>
                  <a:lnTo>
                    <a:pt x="3046019" y="2346823"/>
                  </a:lnTo>
                  <a:lnTo>
                    <a:pt x="3083364" y="2256521"/>
                  </a:lnTo>
                  <a:lnTo>
                    <a:pt x="3120754" y="2163775"/>
                  </a:lnTo>
                  <a:lnTo>
                    <a:pt x="3158194" y="2069033"/>
                  </a:lnTo>
                  <a:lnTo>
                    <a:pt x="3195681" y="1972791"/>
                  </a:lnTo>
                  <a:lnTo>
                    <a:pt x="3233201" y="1875578"/>
                  </a:lnTo>
                  <a:lnTo>
                    <a:pt x="3270736" y="1777945"/>
                  </a:lnTo>
                  <a:lnTo>
                    <a:pt x="3308266" y="1680456"/>
                  </a:lnTo>
                  <a:lnTo>
                    <a:pt x="3345771" y="1583669"/>
                  </a:lnTo>
                  <a:lnTo>
                    <a:pt x="3383236" y="1488125"/>
                  </a:lnTo>
                  <a:lnTo>
                    <a:pt x="3420650" y="1394339"/>
                  </a:lnTo>
                  <a:lnTo>
                    <a:pt x="3458016" y="1302783"/>
                  </a:lnTo>
                  <a:lnTo>
                    <a:pt x="3495345" y="1213879"/>
                  </a:lnTo>
                  <a:lnTo>
                    <a:pt x="3532665" y="1127995"/>
                  </a:lnTo>
                  <a:lnTo>
                    <a:pt x="3570023" y="1045433"/>
                  </a:lnTo>
                  <a:lnTo>
                    <a:pt x="3607481" y="966436"/>
                  </a:lnTo>
                  <a:lnTo>
                    <a:pt x="3645127" y="891178"/>
                  </a:lnTo>
                  <a:lnTo>
                    <a:pt x="3683073" y="819772"/>
                  </a:lnTo>
                  <a:lnTo>
                    <a:pt x="3721457" y="752270"/>
                  </a:lnTo>
                  <a:lnTo>
                    <a:pt x="3760450" y="688669"/>
                  </a:lnTo>
                  <a:lnTo>
                    <a:pt x="3800261" y="628914"/>
                  </a:lnTo>
                  <a:lnTo>
                    <a:pt x="3820202" y="600926"/>
                  </a:lnTo>
                  <a:lnTo>
                    <a:pt x="3870611" y="535845"/>
                  </a:lnTo>
                  <a:lnTo>
                    <a:pt x="3923321" y="476252"/>
                  </a:lnTo>
                  <a:lnTo>
                    <a:pt x="3978955" y="421966"/>
                  </a:lnTo>
                  <a:lnTo>
                    <a:pt x="4038202" y="372630"/>
                  </a:lnTo>
                  <a:lnTo>
                    <a:pt x="4101776" y="327808"/>
                  </a:lnTo>
                  <a:lnTo>
                    <a:pt x="4170382" y="287048"/>
                  </a:lnTo>
                  <a:lnTo>
                    <a:pt x="4244674" y="249920"/>
                  </a:lnTo>
                  <a:lnTo>
                    <a:pt x="4325194" y="216041"/>
                  </a:lnTo>
                  <a:lnTo>
                    <a:pt x="4412299" y="185087"/>
                  </a:lnTo>
                  <a:lnTo>
                    <a:pt x="4506064" y="156804"/>
                  </a:lnTo>
                  <a:lnTo>
                    <a:pt x="4606160" y="131009"/>
                  </a:lnTo>
                  <a:lnTo>
                    <a:pt x="4711734" y="107593"/>
                  </a:lnTo>
                  <a:lnTo>
                    <a:pt x="4821282" y="86510"/>
                  </a:lnTo>
                  <a:lnTo>
                    <a:pt x="4932582" y="67771"/>
                  </a:lnTo>
                  <a:lnTo>
                    <a:pt x="5042707" y="51418"/>
                  </a:lnTo>
                  <a:lnTo>
                    <a:pt x="5148174" y="37499"/>
                  </a:lnTo>
                  <a:lnTo>
                    <a:pt x="5245246" y="26034"/>
                  </a:lnTo>
                  <a:lnTo>
                    <a:pt x="5330382" y="16980"/>
                  </a:lnTo>
                  <a:lnTo>
                    <a:pt x="5400754" y="10204"/>
                  </a:lnTo>
                  <a:lnTo>
                    <a:pt x="5454719" y="5480"/>
                  </a:lnTo>
                  <a:lnTo>
                    <a:pt x="5492146" y="2490"/>
                  </a:lnTo>
                  <a:lnTo>
                    <a:pt x="5514515" y="854"/>
                  </a:lnTo>
                  <a:lnTo>
                    <a:pt x="5524824" y="162"/>
                  </a:lnTo>
                  <a:lnTo>
                    <a:pt x="5527392" y="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2" y="41"/>
                  </a:lnTo>
                  <a:lnTo>
                    <a:pt x="6530724" y="340"/>
                  </a:lnTo>
                  <a:lnTo>
                    <a:pt x="6549095" y="1166"/>
                  </a:lnTo>
                  <a:lnTo>
                    <a:pt x="6582222" y="2795"/>
                  </a:lnTo>
                  <a:lnTo>
                    <a:pt x="6632175" y="5486"/>
                  </a:lnTo>
                  <a:lnTo>
                    <a:pt x="6699305" y="9467"/>
                  </a:lnTo>
                  <a:lnTo>
                    <a:pt x="6782297" y="14905"/>
                  </a:lnTo>
                  <a:lnTo>
                    <a:pt x="6878451" y="21905"/>
                  </a:lnTo>
                  <a:lnTo>
                    <a:pt x="6984171" y="30508"/>
                  </a:lnTo>
                  <a:lnTo>
                    <a:pt x="7095527" y="40708"/>
                  </a:lnTo>
                  <a:lnTo>
                    <a:pt x="7208766" y="52477"/>
                  </a:lnTo>
                  <a:lnTo>
                    <a:pt x="7320684" y="65782"/>
                  </a:lnTo>
                  <a:lnTo>
                    <a:pt x="7428809" y="80614"/>
                  </a:lnTo>
                  <a:lnTo>
                    <a:pt x="7531449" y="96995"/>
                  </a:lnTo>
                  <a:lnTo>
                    <a:pt x="7627617" y="114992"/>
                  </a:lnTo>
                  <a:lnTo>
                    <a:pt x="7716910" y="134722"/>
                  </a:lnTo>
                  <a:lnTo>
                    <a:pt x="7799367" y="156349"/>
                  </a:lnTo>
                  <a:lnTo>
                    <a:pt x="7875345" y="180084"/>
                  </a:lnTo>
                  <a:lnTo>
                    <a:pt x="7945404" y="206181"/>
                  </a:lnTo>
                  <a:lnTo>
                    <a:pt x="8010227" y="234923"/>
                  </a:lnTo>
                  <a:lnTo>
                    <a:pt x="8070555" y="266612"/>
                  </a:lnTo>
                  <a:lnTo>
                    <a:pt x="8127141" y="301538"/>
                  </a:lnTo>
                  <a:lnTo>
                    <a:pt x="8180707" y="339938"/>
                  </a:lnTo>
                  <a:lnTo>
                    <a:pt x="8229629" y="379945"/>
                  </a:lnTo>
                  <a:lnTo>
                    <a:pt x="8277291" y="423601"/>
                  </a:lnTo>
                  <a:lnTo>
                    <a:pt x="8323701" y="470649"/>
                  </a:lnTo>
                  <a:lnTo>
                    <a:pt x="8369221" y="521157"/>
                  </a:lnTo>
                  <a:lnTo>
                    <a:pt x="8414137" y="575130"/>
                  </a:lnTo>
                  <a:lnTo>
                    <a:pt x="8458674" y="632504"/>
                  </a:lnTo>
                  <a:lnTo>
                    <a:pt x="8503002" y="693137"/>
                  </a:lnTo>
                  <a:lnTo>
                    <a:pt x="8547248" y="756808"/>
                  </a:lnTo>
                  <a:lnTo>
                    <a:pt x="8591494" y="823216"/>
                  </a:lnTo>
                  <a:lnTo>
                    <a:pt x="8635790" y="891982"/>
                  </a:lnTo>
                  <a:lnTo>
                    <a:pt x="8680156" y="962656"/>
                  </a:lnTo>
                  <a:lnTo>
                    <a:pt x="8724588" y="1034729"/>
                  </a:lnTo>
                  <a:lnTo>
                    <a:pt x="8769067" y="1107646"/>
                  </a:lnTo>
                  <a:lnTo>
                    <a:pt x="8813560" y="1180822"/>
                  </a:lnTo>
                  <a:lnTo>
                    <a:pt x="8858034" y="1253668"/>
                  </a:lnTo>
                  <a:lnTo>
                    <a:pt x="8902459" y="1325601"/>
                  </a:lnTo>
                  <a:lnTo>
                    <a:pt x="8946817" y="1396072"/>
                  </a:lnTo>
                  <a:lnTo>
                    <a:pt x="8991105" y="1464577"/>
                  </a:lnTo>
                  <a:lnTo>
                    <a:pt x="9035348" y="1530675"/>
                  </a:lnTo>
                  <a:lnTo>
                    <a:pt x="9079598" y="1593995"/>
                  </a:lnTo>
                  <a:lnTo>
                    <a:pt x="9123944" y="1654246"/>
                  </a:lnTo>
                  <a:lnTo>
                    <a:pt x="9168517" y="1711217"/>
                  </a:lnTo>
                  <a:lnTo>
                    <a:pt x="9213492" y="1764775"/>
                  </a:lnTo>
                  <a:lnTo>
                    <a:pt x="9259103" y="1814866"/>
                  </a:lnTo>
                  <a:lnTo>
                    <a:pt x="9305643" y="1861501"/>
                  </a:lnTo>
                  <a:lnTo>
                    <a:pt x="9347647" y="1899729"/>
                  </a:lnTo>
                  <a:lnTo>
                    <a:pt x="9398946" y="1941558"/>
                  </a:lnTo>
                  <a:lnTo>
                    <a:pt x="9452635" y="1979796"/>
                  </a:lnTo>
                  <a:lnTo>
                    <a:pt x="9509374" y="2014570"/>
                  </a:lnTo>
                  <a:lnTo>
                    <a:pt x="9569890" y="2046118"/>
                  </a:lnTo>
                  <a:lnTo>
                    <a:pt x="9634935" y="2074734"/>
                  </a:lnTo>
                  <a:lnTo>
                    <a:pt x="9705248" y="2100717"/>
                  </a:lnTo>
                  <a:lnTo>
                    <a:pt x="9781509" y="2124352"/>
                  </a:lnTo>
                  <a:lnTo>
                    <a:pt x="9864271" y="2145888"/>
                  </a:lnTo>
                  <a:lnTo>
                    <a:pt x="9953878" y="2165536"/>
                  </a:lnTo>
                  <a:lnTo>
                    <a:pt x="10050352" y="2183458"/>
                  </a:lnTo>
                  <a:lnTo>
                    <a:pt x="10153268" y="2199768"/>
                  </a:lnTo>
                  <a:lnTo>
                    <a:pt x="10261608" y="2214530"/>
                  </a:lnTo>
                  <a:lnTo>
                    <a:pt x="10373645" y="2227766"/>
                  </a:lnTo>
                  <a:lnTo>
                    <a:pt x="10486874" y="2239464"/>
                  </a:lnTo>
                  <a:lnTo>
                    <a:pt x="10598058" y="2249593"/>
                  </a:lnTo>
                  <a:lnTo>
                    <a:pt x="10703428" y="2258122"/>
                  </a:lnTo>
                  <a:lnTo>
                    <a:pt x="10799057" y="2265050"/>
                  </a:lnTo>
                  <a:lnTo>
                    <a:pt x="10881379" y="2270419"/>
                  </a:lnTo>
                  <a:lnTo>
                    <a:pt x="10947746" y="2274337"/>
                  </a:lnTo>
                  <a:lnTo>
                    <a:pt x="10996914" y="2276975"/>
                  </a:lnTo>
                  <a:lnTo>
                    <a:pt x="11029314" y="2278561"/>
                  </a:lnTo>
                  <a:lnTo>
                    <a:pt x="11047089" y="2279357"/>
                  </a:lnTo>
                  <a:lnTo>
                    <a:pt x="11053935" y="2279639"/>
                  </a:lnTo>
                  <a:lnTo>
                    <a:pt x="11054891" y="2279675"/>
                  </a:lnTo>
                  <a:lnTo>
                    <a:pt x="12049831" y="2279675"/>
                  </a:lnTo>
                  <a:lnTo>
                    <a:pt x="12049831" y="22796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6" name="pl2185"/>
            <p:cNvSpPr/>
            <p:nvPr/>
          </p:nvSpPr>
          <p:spPr>
            <a:xfrm>
              <a:off x="1199187" y="2950312"/>
              <a:ext cx="12049831" cy="3605556"/>
            </a:xfrm>
            <a:custGeom>
              <a:avLst/>
              <a:pathLst>
                <a:path w="12049831" h="3605556">
                  <a:moveTo>
                    <a:pt x="12049831" y="2279675"/>
                  </a:moveTo>
                  <a:lnTo>
                    <a:pt x="11054891" y="2279675"/>
                  </a:lnTo>
                  <a:lnTo>
                    <a:pt x="11053794" y="2279633"/>
                  </a:lnTo>
                  <a:lnTo>
                    <a:pt x="11046552" y="2279334"/>
                  </a:lnTo>
                  <a:lnTo>
                    <a:pt x="11028182" y="2278508"/>
                  </a:lnTo>
                  <a:lnTo>
                    <a:pt x="10995054" y="2276880"/>
                  </a:lnTo>
                  <a:lnTo>
                    <a:pt x="10945102" y="2274188"/>
                  </a:lnTo>
                  <a:lnTo>
                    <a:pt x="10877971" y="2270208"/>
                  </a:lnTo>
                  <a:lnTo>
                    <a:pt x="10794979" y="2264770"/>
                  </a:lnTo>
                  <a:lnTo>
                    <a:pt x="10698825" y="2257770"/>
                  </a:lnTo>
                  <a:lnTo>
                    <a:pt x="10593106" y="2249167"/>
                  </a:lnTo>
                  <a:lnTo>
                    <a:pt x="10481750" y="2238967"/>
                  </a:lnTo>
                  <a:lnTo>
                    <a:pt x="10368510" y="2227198"/>
                  </a:lnTo>
                  <a:lnTo>
                    <a:pt x="10256593" y="2213893"/>
                  </a:lnTo>
                  <a:lnTo>
                    <a:pt x="10148467" y="2199061"/>
                  </a:lnTo>
                  <a:lnTo>
                    <a:pt x="10045827" y="2182680"/>
                  </a:lnTo>
                  <a:lnTo>
                    <a:pt x="9949659" y="2164683"/>
                  </a:lnTo>
                  <a:lnTo>
                    <a:pt x="9860367" y="2144953"/>
                  </a:lnTo>
                  <a:lnTo>
                    <a:pt x="9777909" y="2123326"/>
                  </a:lnTo>
                  <a:lnTo>
                    <a:pt x="9701931" y="2099591"/>
                  </a:lnTo>
                  <a:lnTo>
                    <a:pt x="9631873" y="2073494"/>
                  </a:lnTo>
                  <a:lnTo>
                    <a:pt x="9567050" y="2044752"/>
                  </a:lnTo>
                  <a:lnTo>
                    <a:pt x="9506722" y="2013063"/>
                  </a:lnTo>
                  <a:lnTo>
                    <a:pt x="9450136" y="1978136"/>
                  </a:lnTo>
                  <a:lnTo>
                    <a:pt x="9396569" y="1939737"/>
                  </a:lnTo>
                  <a:lnTo>
                    <a:pt x="9347647" y="1899729"/>
                  </a:lnTo>
                  <a:lnTo>
                    <a:pt x="9299986" y="1856074"/>
                  </a:lnTo>
                  <a:lnTo>
                    <a:pt x="9253576" y="1809026"/>
                  </a:lnTo>
                  <a:lnTo>
                    <a:pt x="9208056" y="1758518"/>
                  </a:lnTo>
                  <a:lnTo>
                    <a:pt x="9163140" y="1704545"/>
                  </a:lnTo>
                  <a:lnTo>
                    <a:pt x="9118603" y="1647171"/>
                  </a:lnTo>
                  <a:lnTo>
                    <a:pt x="9074274" y="1586538"/>
                  </a:lnTo>
                  <a:lnTo>
                    <a:pt x="9030029" y="1522867"/>
                  </a:lnTo>
                  <a:lnTo>
                    <a:pt x="8985783" y="1456459"/>
                  </a:lnTo>
                  <a:lnTo>
                    <a:pt x="8941487" y="1387693"/>
                  </a:lnTo>
                  <a:lnTo>
                    <a:pt x="8897120" y="1317018"/>
                  </a:lnTo>
                  <a:lnTo>
                    <a:pt x="8852688" y="1244946"/>
                  </a:lnTo>
                  <a:lnTo>
                    <a:pt x="8808210" y="1172029"/>
                  </a:lnTo>
                  <a:lnTo>
                    <a:pt x="8763717" y="1098852"/>
                  </a:lnTo>
                  <a:lnTo>
                    <a:pt x="8719243" y="1026007"/>
                  </a:lnTo>
                  <a:lnTo>
                    <a:pt x="8674817" y="954074"/>
                  </a:lnTo>
                  <a:lnTo>
                    <a:pt x="8630460" y="883603"/>
                  </a:lnTo>
                  <a:lnTo>
                    <a:pt x="8586171" y="815098"/>
                  </a:lnTo>
                  <a:lnTo>
                    <a:pt x="8541929" y="749000"/>
                  </a:lnTo>
                  <a:lnTo>
                    <a:pt x="8497678" y="685680"/>
                  </a:lnTo>
                  <a:lnTo>
                    <a:pt x="8453332" y="625429"/>
                  </a:lnTo>
                  <a:lnTo>
                    <a:pt x="8408760" y="568458"/>
                  </a:lnTo>
                  <a:lnTo>
                    <a:pt x="8363784" y="514900"/>
                  </a:lnTo>
                  <a:lnTo>
                    <a:pt x="8318174" y="464809"/>
                  </a:lnTo>
                  <a:lnTo>
                    <a:pt x="8271634" y="418174"/>
                  </a:lnTo>
                  <a:lnTo>
                    <a:pt x="8229629" y="379945"/>
                  </a:lnTo>
                  <a:lnTo>
                    <a:pt x="8178331" y="338117"/>
                  </a:lnTo>
                  <a:lnTo>
                    <a:pt x="8124642" y="299879"/>
                  </a:lnTo>
                  <a:lnTo>
                    <a:pt x="8067902" y="265105"/>
                  </a:lnTo>
                  <a:lnTo>
                    <a:pt x="8007387" y="233556"/>
                  </a:lnTo>
                  <a:lnTo>
                    <a:pt x="7942342" y="204941"/>
                  </a:lnTo>
                  <a:lnTo>
                    <a:pt x="7872028" y="178957"/>
                  </a:lnTo>
                  <a:lnTo>
                    <a:pt x="7795767" y="155323"/>
                  </a:lnTo>
                  <a:lnTo>
                    <a:pt x="7713005" y="133787"/>
                  </a:lnTo>
                  <a:lnTo>
                    <a:pt x="7623399" y="114139"/>
                  </a:lnTo>
                  <a:lnTo>
                    <a:pt x="7526924" y="96217"/>
                  </a:lnTo>
                  <a:lnTo>
                    <a:pt x="7424009" y="79907"/>
                  </a:lnTo>
                  <a:lnTo>
                    <a:pt x="7315668" y="65145"/>
                  </a:lnTo>
                  <a:lnTo>
                    <a:pt x="7203632" y="51909"/>
                  </a:lnTo>
                  <a:lnTo>
                    <a:pt x="7090403" y="40211"/>
                  </a:lnTo>
                  <a:lnTo>
                    <a:pt x="6979219" y="30082"/>
                  </a:lnTo>
                  <a:lnTo>
                    <a:pt x="6873849" y="21553"/>
                  </a:lnTo>
                  <a:lnTo>
                    <a:pt x="6778219" y="14625"/>
                  </a:lnTo>
                  <a:lnTo>
                    <a:pt x="6695898" y="9256"/>
                  </a:lnTo>
                  <a:lnTo>
                    <a:pt x="6629530" y="5338"/>
                  </a:lnTo>
                  <a:lnTo>
                    <a:pt x="6580363" y="2699"/>
                  </a:lnTo>
                  <a:lnTo>
                    <a:pt x="6547963" y="1114"/>
                  </a:lnTo>
                  <a:lnTo>
                    <a:pt x="6530187" y="318"/>
                  </a:lnTo>
                  <a:lnTo>
                    <a:pt x="6523342" y="3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03" y="63"/>
                  </a:lnTo>
                  <a:lnTo>
                    <a:pt x="5519510" y="512"/>
                  </a:lnTo>
                  <a:lnTo>
                    <a:pt x="5502003" y="1752"/>
                  </a:lnTo>
                  <a:lnTo>
                    <a:pt x="5470375" y="4197"/>
                  </a:lnTo>
                  <a:lnTo>
                    <a:pt x="5422568" y="8242"/>
                  </a:lnTo>
                  <a:lnTo>
                    <a:pt x="5358120" y="14231"/>
                  </a:lnTo>
                  <a:lnTo>
                    <a:pt x="5278143" y="22426"/>
                  </a:lnTo>
                  <a:lnTo>
                    <a:pt x="5185080" y="32994"/>
                  </a:lnTo>
                  <a:lnTo>
                    <a:pt x="5082268" y="46009"/>
                  </a:lnTo>
                  <a:lnTo>
                    <a:pt x="4973431" y="61471"/>
                  </a:lnTo>
                  <a:lnTo>
                    <a:pt x="4862188" y="79338"/>
                  </a:lnTo>
                  <a:lnTo>
                    <a:pt x="4751698" y="99561"/>
                  </a:lnTo>
                  <a:lnTo>
                    <a:pt x="4644450" y="122117"/>
                  </a:lnTo>
                  <a:lnTo>
                    <a:pt x="4542205" y="147027"/>
                  </a:lnTo>
                  <a:lnTo>
                    <a:pt x="4446047" y="174376"/>
                  </a:lnTo>
                  <a:lnTo>
                    <a:pt x="4356480" y="204321"/>
                  </a:lnTo>
                  <a:lnTo>
                    <a:pt x="4273565" y="237090"/>
                  </a:lnTo>
                  <a:lnTo>
                    <a:pt x="4197036" y="272980"/>
                  </a:lnTo>
                  <a:lnTo>
                    <a:pt x="4126408" y="312355"/>
                  </a:lnTo>
                  <a:lnTo>
                    <a:pt x="4061062" y="355630"/>
                  </a:lnTo>
                  <a:lnTo>
                    <a:pt x="4000306" y="403252"/>
                  </a:lnTo>
                  <a:lnTo>
                    <a:pt x="3943424" y="455669"/>
                  </a:lnTo>
                  <a:lnTo>
                    <a:pt x="3889715" y="513275"/>
                  </a:lnTo>
                  <a:lnTo>
                    <a:pt x="3838526" y="576331"/>
                  </a:lnTo>
                  <a:lnTo>
                    <a:pt x="3820202" y="600926"/>
                  </a:lnTo>
                  <a:lnTo>
                    <a:pt x="3779900" y="658825"/>
                  </a:lnTo>
                  <a:lnTo>
                    <a:pt x="3740534" y="720526"/>
                  </a:lnTo>
                  <a:lnTo>
                    <a:pt x="3701873" y="786107"/>
                  </a:lnTo>
                  <a:lnTo>
                    <a:pt x="3663731" y="855597"/>
                  </a:lnTo>
                  <a:lnTo>
                    <a:pt x="3625954" y="928972"/>
                  </a:lnTo>
                  <a:lnTo>
                    <a:pt x="3588415" y="1006149"/>
                  </a:lnTo>
                  <a:lnTo>
                    <a:pt x="3551018" y="1086985"/>
                  </a:lnTo>
                  <a:lnTo>
                    <a:pt x="3513686" y="1171270"/>
                  </a:lnTo>
                  <a:lnTo>
                    <a:pt x="3476366" y="1258732"/>
                  </a:lnTo>
                  <a:lnTo>
                    <a:pt x="3439021" y="1349034"/>
                  </a:lnTo>
                  <a:lnTo>
                    <a:pt x="3401631" y="1441780"/>
                  </a:lnTo>
                  <a:lnTo>
                    <a:pt x="3364191" y="1536522"/>
                  </a:lnTo>
                  <a:lnTo>
                    <a:pt x="3326704" y="1632764"/>
                  </a:lnTo>
                  <a:lnTo>
                    <a:pt x="3289184" y="1729977"/>
                  </a:lnTo>
                  <a:lnTo>
                    <a:pt x="3251649" y="1827610"/>
                  </a:lnTo>
                  <a:lnTo>
                    <a:pt x="3214119" y="1925099"/>
                  </a:lnTo>
                  <a:lnTo>
                    <a:pt x="3176614" y="2021887"/>
                  </a:lnTo>
                  <a:lnTo>
                    <a:pt x="3139149" y="2117430"/>
                  </a:lnTo>
                  <a:lnTo>
                    <a:pt x="3101735" y="2211216"/>
                  </a:lnTo>
                  <a:lnTo>
                    <a:pt x="3064369" y="2302772"/>
                  </a:lnTo>
                  <a:lnTo>
                    <a:pt x="3027040" y="2391676"/>
                  </a:lnTo>
                  <a:lnTo>
                    <a:pt x="2989720" y="2477561"/>
                  </a:lnTo>
                  <a:lnTo>
                    <a:pt x="2952362" y="2560122"/>
                  </a:lnTo>
                  <a:lnTo>
                    <a:pt x="2914904" y="2639119"/>
                  </a:lnTo>
                  <a:lnTo>
                    <a:pt x="2877258" y="2714377"/>
                  </a:lnTo>
                  <a:lnTo>
                    <a:pt x="2839312" y="2785783"/>
                  </a:lnTo>
                  <a:lnTo>
                    <a:pt x="2800928" y="2853285"/>
                  </a:lnTo>
                  <a:lnTo>
                    <a:pt x="2761935" y="2916886"/>
                  </a:lnTo>
                  <a:lnTo>
                    <a:pt x="2722124" y="2976641"/>
                  </a:lnTo>
                  <a:lnTo>
                    <a:pt x="2702183" y="3004630"/>
                  </a:lnTo>
                  <a:lnTo>
                    <a:pt x="2651774" y="3069711"/>
                  </a:lnTo>
                  <a:lnTo>
                    <a:pt x="2599064" y="3129303"/>
                  </a:lnTo>
                  <a:lnTo>
                    <a:pt x="2543430" y="3183589"/>
                  </a:lnTo>
                  <a:lnTo>
                    <a:pt x="2484183" y="3232925"/>
                  </a:lnTo>
                  <a:lnTo>
                    <a:pt x="2420609" y="3277747"/>
                  </a:lnTo>
                  <a:lnTo>
                    <a:pt x="2352003" y="3318507"/>
                  </a:lnTo>
                  <a:lnTo>
                    <a:pt x="2277711" y="3355635"/>
                  </a:lnTo>
                  <a:lnTo>
                    <a:pt x="2197191" y="3389515"/>
                  </a:lnTo>
                  <a:lnTo>
                    <a:pt x="2110086" y="3420468"/>
                  </a:lnTo>
                  <a:lnTo>
                    <a:pt x="2016321" y="3448752"/>
                  </a:lnTo>
                  <a:lnTo>
                    <a:pt x="1916225" y="3474546"/>
                  </a:lnTo>
                  <a:lnTo>
                    <a:pt x="1810651" y="3497963"/>
                  </a:lnTo>
                  <a:lnTo>
                    <a:pt x="1701103" y="3519045"/>
                  </a:lnTo>
                  <a:lnTo>
                    <a:pt x="1589803" y="3537785"/>
                  </a:lnTo>
                  <a:lnTo>
                    <a:pt x="1479678" y="3554138"/>
                  </a:lnTo>
                  <a:lnTo>
                    <a:pt x="1374211" y="3568056"/>
                  </a:lnTo>
                  <a:lnTo>
                    <a:pt x="1277139" y="3579521"/>
                  </a:lnTo>
                  <a:lnTo>
                    <a:pt x="1192003" y="3588576"/>
                  </a:lnTo>
                  <a:lnTo>
                    <a:pt x="1121631" y="3595351"/>
                  </a:lnTo>
                  <a:lnTo>
                    <a:pt x="1067666" y="3600075"/>
                  </a:lnTo>
                  <a:lnTo>
                    <a:pt x="1030239" y="3603065"/>
                  </a:lnTo>
                  <a:lnTo>
                    <a:pt x="1007870" y="3604701"/>
                  </a:lnTo>
                  <a:lnTo>
                    <a:pt x="997561" y="3605393"/>
                  </a:lnTo>
                  <a:lnTo>
                    <a:pt x="994993" y="3605553"/>
                  </a:lnTo>
                  <a:lnTo>
                    <a:pt x="994940" y="3605556"/>
                  </a:lnTo>
                  <a:lnTo>
                    <a:pt x="0" y="3605556"/>
                  </a:lnTo>
                  <a:lnTo>
                    <a:pt x="0" y="36055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7" name="pg2186"/>
            <p:cNvSpPr/>
            <p:nvPr/>
          </p:nvSpPr>
          <p:spPr>
            <a:xfrm>
              <a:off x="1199187" y="1378122"/>
              <a:ext cx="12049831" cy="5167265"/>
            </a:xfrm>
            <a:custGeom>
              <a:avLst/>
              <a:pathLst>
                <a:path w="12049831" h="5167265">
                  <a:moveTo>
                    <a:pt x="0" y="5167265"/>
                  </a:moveTo>
                  <a:lnTo>
                    <a:pt x="994940" y="5167265"/>
                  </a:lnTo>
                  <a:lnTo>
                    <a:pt x="995948" y="5167192"/>
                  </a:lnTo>
                  <a:lnTo>
                    <a:pt x="1002618" y="5166675"/>
                  </a:lnTo>
                  <a:lnTo>
                    <a:pt x="1019576" y="5165247"/>
                  </a:lnTo>
                  <a:lnTo>
                    <a:pt x="1050246" y="5162431"/>
                  </a:lnTo>
                  <a:lnTo>
                    <a:pt x="1096679" y="5157771"/>
                  </a:lnTo>
                  <a:lnTo>
                    <a:pt x="1159399" y="5150866"/>
                  </a:lnTo>
                  <a:lnTo>
                    <a:pt x="1237421" y="5141407"/>
                  </a:lnTo>
                  <a:lnTo>
                    <a:pt x="1328465" y="5129194"/>
                  </a:lnTo>
                  <a:lnTo>
                    <a:pt x="1429356" y="5114134"/>
                  </a:lnTo>
                  <a:lnTo>
                    <a:pt x="1536509" y="5096220"/>
                  </a:lnTo>
                  <a:lnTo>
                    <a:pt x="1646395" y="5075497"/>
                  </a:lnTo>
                  <a:lnTo>
                    <a:pt x="1755893" y="5052022"/>
                  </a:lnTo>
                  <a:lnTo>
                    <a:pt x="1862508" y="5025829"/>
                  </a:lnTo>
                  <a:lnTo>
                    <a:pt x="1964439" y="4996901"/>
                  </a:lnTo>
                  <a:lnTo>
                    <a:pt x="2060545" y="4965151"/>
                  </a:lnTo>
                  <a:lnTo>
                    <a:pt x="2150256" y="4930414"/>
                  </a:lnTo>
                  <a:lnTo>
                    <a:pt x="2233448" y="4892441"/>
                  </a:lnTo>
                  <a:lnTo>
                    <a:pt x="2310327" y="4850904"/>
                  </a:lnTo>
                  <a:lnTo>
                    <a:pt x="2381327" y="4805398"/>
                  </a:lnTo>
                  <a:lnTo>
                    <a:pt x="2447027" y="4755456"/>
                  </a:lnTo>
                  <a:lnTo>
                    <a:pt x="2508083" y="4700568"/>
                  </a:lnTo>
                  <a:lnTo>
                    <a:pt x="2565186" y="4640213"/>
                  </a:lnTo>
                  <a:lnTo>
                    <a:pt x="2619021" y="4573916"/>
                  </a:lnTo>
                  <a:lnTo>
                    <a:pt x="2670234" y="4501325"/>
                  </a:lnTo>
                  <a:lnTo>
                    <a:pt x="2702183" y="4451045"/>
                  </a:lnTo>
                  <a:lnTo>
                    <a:pt x="2739635" y="4387124"/>
                  </a:lnTo>
                  <a:lnTo>
                    <a:pt x="2776267" y="4319303"/>
                  </a:lnTo>
                  <a:lnTo>
                    <a:pt x="2812263" y="4247504"/>
                  </a:lnTo>
                  <a:lnTo>
                    <a:pt x="2847781" y="4171690"/>
                  </a:lnTo>
                  <a:lnTo>
                    <a:pt x="2882950" y="4091871"/>
                  </a:lnTo>
                  <a:lnTo>
                    <a:pt x="2917878" y="4008108"/>
                  </a:lnTo>
                  <a:lnTo>
                    <a:pt x="2952650" y="3920513"/>
                  </a:lnTo>
                  <a:lnTo>
                    <a:pt x="2987335" y="3829258"/>
                  </a:lnTo>
                  <a:lnTo>
                    <a:pt x="3021987" y="3734570"/>
                  </a:lnTo>
                  <a:lnTo>
                    <a:pt x="3056641" y="3636733"/>
                  </a:lnTo>
                  <a:lnTo>
                    <a:pt x="3091324" y="3536087"/>
                  </a:lnTo>
                  <a:lnTo>
                    <a:pt x="3126046" y="3433023"/>
                  </a:lnTo>
                  <a:lnTo>
                    <a:pt x="3160813" y="3327978"/>
                  </a:lnTo>
                  <a:lnTo>
                    <a:pt x="3195619" y="3221428"/>
                  </a:lnTo>
                  <a:lnTo>
                    <a:pt x="3230454" y="3113879"/>
                  </a:lnTo>
                  <a:lnTo>
                    <a:pt x="3265303" y="3005857"/>
                  </a:lnTo>
                  <a:lnTo>
                    <a:pt x="3300150" y="2897898"/>
                  </a:lnTo>
                  <a:lnTo>
                    <a:pt x="3334980" y="2790537"/>
                  </a:lnTo>
                  <a:lnTo>
                    <a:pt x="3369777" y="2684298"/>
                  </a:lnTo>
                  <a:lnTo>
                    <a:pt x="3404534" y="2579679"/>
                  </a:lnTo>
                  <a:lnTo>
                    <a:pt x="3439246" y="2477147"/>
                  </a:lnTo>
                  <a:lnTo>
                    <a:pt x="3473920" y="2377131"/>
                  </a:lnTo>
                  <a:lnTo>
                    <a:pt x="3508571" y="2280008"/>
                  </a:lnTo>
                  <a:lnTo>
                    <a:pt x="3543227" y="2186106"/>
                  </a:lnTo>
                  <a:lnTo>
                    <a:pt x="3577928" y="2095696"/>
                  </a:lnTo>
                  <a:lnTo>
                    <a:pt x="3612730" y="2008992"/>
                  </a:lnTo>
                  <a:lnTo>
                    <a:pt x="3647706" y="1926151"/>
                  </a:lnTo>
                  <a:lnTo>
                    <a:pt x="3682946" y="1847273"/>
                  </a:lnTo>
                  <a:lnTo>
                    <a:pt x="3718565" y="1772407"/>
                  </a:lnTo>
                  <a:lnTo>
                    <a:pt x="3754696" y="1701552"/>
                  </a:lnTo>
                  <a:lnTo>
                    <a:pt x="3791503" y="1634660"/>
                  </a:lnTo>
                  <a:lnTo>
                    <a:pt x="3820202" y="1586165"/>
                  </a:lnTo>
                  <a:lnTo>
                    <a:pt x="3870032" y="1509434"/>
                  </a:lnTo>
                  <a:lnTo>
                    <a:pt x="3922103" y="1439101"/>
                  </a:lnTo>
                  <a:lnTo>
                    <a:pt x="3977020" y="1374958"/>
                  </a:lnTo>
                  <a:lnTo>
                    <a:pt x="4035444" y="1316598"/>
                  </a:lnTo>
                  <a:lnTo>
                    <a:pt x="4098068" y="1263522"/>
                  </a:lnTo>
                  <a:lnTo>
                    <a:pt x="4165573" y="1215208"/>
                  </a:lnTo>
                  <a:lnTo>
                    <a:pt x="4238596" y="1171158"/>
                  </a:lnTo>
                  <a:lnTo>
                    <a:pt x="4317671" y="1130927"/>
                  </a:lnTo>
                  <a:lnTo>
                    <a:pt x="4403163" y="1094134"/>
                  </a:lnTo>
                  <a:lnTo>
                    <a:pt x="4495174" y="1060479"/>
                  </a:lnTo>
                  <a:lnTo>
                    <a:pt x="4593437" y="1029744"/>
                  </a:lnTo>
                  <a:lnTo>
                    <a:pt x="4697190" y="1001790"/>
                  </a:lnTo>
                  <a:lnTo>
                    <a:pt x="4805068" y="976559"/>
                  </a:lnTo>
                  <a:lnTo>
                    <a:pt x="4915024" y="954053"/>
                  </a:lnTo>
                  <a:lnTo>
                    <a:pt x="5024326" y="934319"/>
                  </a:lnTo>
                  <a:lnTo>
                    <a:pt x="5129676" y="917413"/>
                  </a:lnTo>
                  <a:lnTo>
                    <a:pt x="5227478" y="903366"/>
                  </a:lnTo>
                  <a:lnTo>
                    <a:pt x="5314236" y="892145"/>
                  </a:lnTo>
                  <a:lnTo>
                    <a:pt x="5387037" y="883619"/>
                  </a:lnTo>
                  <a:lnTo>
                    <a:pt x="5444025" y="877550"/>
                  </a:lnTo>
                  <a:lnTo>
                    <a:pt x="5484733" y="873592"/>
                  </a:lnTo>
                  <a:lnTo>
                    <a:pt x="5510236" y="871322"/>
                  </a:lnTo>
                  <a:lnTo>
                    <a:pt x="5523091" y="870272"/>
                  </a:lnTo>
                  <a:lnTo>
                    <a:pt x="5527169" y="869964"/>
                  </a:lnTo>
                  <a:lnTo>
                    <a:pt x="5527445" y="869945"/>
                  </a:lnTo>
                  <a:lnTo>
                    <a:pt x="6522385" y="869945"/>
                  </a:lnTo>
                  <a:lnTo>
                    <a:pt x="6523516" y="869928"/>
                  </a:lnTo>
                  <a:lnTo>
                    <a:pt x="6530977" y="869811"/>
                  </a:lnTo>
                  <a:lnTo>
                    <a:pt x="6549887" y="869488"/>
                  </a:lnTo>
                  <a:lnTo>
                    <a:pt x="6583950" y="868851"/>
                  </a:lnTo>
                  <a:lnTo>
                    <a:pt x="6635236" y="867798"/>
                  </a:lnTo>
                  <a:lnTo>
                    <a:pt x="6704025" y="866242"/>
                  </a:lnTo>
                  <a:lnTo>
                    <a:pt x="6788869" y="864118"/>
                  </a:lnTo>
                  <a:lnTo>
                    <a:pt x="6886906" y="861388"/>
                  </a:lnTo>
                  <a:lnTo>
                    <a:pt x="6994379" y="858037"/>
                  </a:lnTo>
                  <a:lnTo>
                    <a:pt x="7107235" y="854068"/>
                  </a:lnTo>
                  <a:lnTo>
                    <a:pt x="7221645" y="849494"/>
                  </a:lnTo>
                  <a:lnTo>
                    <a:pt x="7334379" y="844325"/>
                  </a:lnTo>
                  <a:lnTo>
                    <a:pt x="7442986" y="838564"/>
                  </a:lnTo>
                  <a:lnTo>
                    <a:pt x="7545819" y="832202"/>
                  </a:lnTo>
                  <a:lnTo>
                    <a:pt x="7641953" y="825208"/>
                  </a:lnTo>
                  <a:lnTo>
                    <a:pt x="7731049" y="817535"/>
                  </a:lnTo>
                  <a:lnTo>
                    <a:pt x="7813209" y="809114"/>
                  </a:lnTo>
                  <a:lnTo>
                    <a:pt x="7888844" y="799861"/>
                  </a:lnTo>
                  <a:lnTo>
                    <a:pt x="7958559" y="789674"/>
                  </a:lnTo>
                  <a:lnTo>
                    <a:pt x="8023075" y="778440"/>
                  </a:lnTo>
                  <a:lnTo>
                    <a:pt x="8083163" y="766041"/>
                  </a:lnTo>
                  <a:lnTo>
                    <a:pt x="8139594" y="752366"/>
                  </a:lnTo>
                  <a:lnTo>
                    <a:pt x="8193104" y="737330"/>
                  </a:lnTo>
                  <a:lnTo>
                    <a:pt x="8229629" y="725827"/>
                  </a:lnTo>
                  <a:lnTo>
                    <a:pt x="8287814" y="705372"/>
                  </a:lnTo>
                  <a:lnTo>
                    <a:pt x="8344250" y="682976"/>
                  </a:lnTo>
                  <a:lnTo>
                    <a:pt x="8399551" y="658607"/>
                  </a:lnTo>
                  <a:lnTo>
                    <a:pt x="8454180" y="632288"/>
                  </a:lnTo>
                  <a:lnTo>
                    <a:pt x="8508471" y="604107"/>
                  </a:lnTo>
                  <a:lnTo>
                    <a:pt x="8562653" y="574218"/>
                  </a:lnTo>
                  <a:lnTo>
                    <a:pt x="8616866" y="542844"/>
                  </a:lnTo>
                  <a:lnTo>
                    <a:pt x="8671173" y="510272"/>
                  </a:lnTo>
                  <a:lnTo>
                    <a:pt x="8725583" y="476845"/>
                  </a:lnTo>
                  <a:lnTo>
                    <a:pt x="8780060" y="442945"/>
                  </a:lnTo>
                  <a:lnTo>
                    <a:pt x="8834547" y="408981"/>
                  </a:lnTo>
                  <a:lnTo>
                    <a:pt x="8888983" y="375362"/>
                  </a:lnTo>
                  <a:lnTo>
                    <a:pt x="8943324" y="342481"/>
                  </a:lnTo>
                  <a:lnTo>
                    <a:pt x="8997563" y="310696"/>
                  </a:lnTo>
                  <a:lnTo>
                    <a:pt x="9051743" y="280313"/>
                  </a:lnTo>
                  <a:lnTo>
                    <a:pt x="9105980" y="251574"/>
                  </a:lnTo>
                  <a:lnTo>
                    <a:pt x="9160471" y="224657"/>
                  </a:lnTo>
                  <a:lnTo>
                    <a:pt x="9215518" y="199669"/>
                  </a:lnTo>
                  <a:lnTo>
                    <a:pt x="9271538" y="176653"/>
                  </a:lnTo>
                  <a:lnTo>
                    <a:pt x="9329095" y="155593"/>
                  </a:lnTo>
                  <a:lnTo>
                    <a:pt x="9347647" y="149358"/>
                  </a:lnTo>
                  <a:lnTo>
                    <a:pt x="9399489" y="133334"/>
                  </a:lnTo>
                  <a:lnTo>
                    <a:pt x="9453777" y="118701"/>
                  </a:lnTo>
                  <a:lnTo>
                    <a:pt x="9511195" y="105408"/>
                  </a:lnTo>
                  <a:lnTo>
                    <a:pt x="9572491" y="93359"/>
                  </a:lnTo>
                  <a:lnTo>
                    <a:pt x="9638442" y="82442"/>
                  </a:lnTo>
                  <a:lnTo>
                    <a:pt x="9709810" y="72538"/>
                  </a:lnTo>
                  <a:lnTo>
                    <a:pt x="9787289" y="63538"/>
                  </a:lnTo>
                  <a:lnTo>
                    <a:pt x="9871438" y="55343"/>
                  </a:lnTo>
                  <a:lnTo>
                    <a:pt x="9962589" y="47873"/>
                  </a:lnTo>
                  <a:lnTo>
                    <a:pt x="10060731" y="41067"/>
                  </a:lnTo>
                  <a:lnTo>
                    <a:pt x="10165370" y="34882"/>
                  </a:lnTo>
                  <a:lnTo>
                    <a:pt x="10275383" y="29295"/>
                  </a:lnTo>
                  <a:lnTo>
                    <a:pt x="10388894" y="24298"/>
                  </a:lnTo>
                  <a:lnTo>
                    <a:pt x="10503217" y="19898"/>
                  </a:lnTo>
                  <a:lnTo>
                    <a:pt x="10614919" y="16108"/>
                  </a:lnTo>
                  <a:lnTo>
                    <a:pt x="10720061" y="12938"/>
                  </a:lnTo>
                  <a:lnTo>
                    <a:pt x="10814617" y="10387"/>
                  </a:lnTo>
                  <a:lnTo>
                    <a:pt x="10895028" y="8434"/>
                  </a:lnTo>
                  <a:lnTo>
                    <a:pt x="10958799" y="7032"/>
                  </a:lnTo>
                  <a:lnTo>
                    <a:pt x="11004961" y="6110"/>
                  </a:lnTo>
                  <a:lnTo>
                    <a:pt x="11034322" y="5575"/>
                  </a:lnTo>
                  <a:lnTo>
                    <a:pt x="11049451" y="5323"/>
                  </a:lnTo>
                  <a:lnTo>
                    <a:pt x="11054482" y="5246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1" y="16"/>
                  </a:lnTo>
                  <a:lnTo>
                    <a:pt x="11046299" y="133"/>
                  </a:lnTo>
                  <a:lnTo>
                    <a:pt x="11027389" y="456"/>
                  </a:lnTo>
                  <a:lnTo>
                    <a:pt x="10993326" y="1093"/>
                  </a:lnTo>
                  <a:lnTo>
                    <a:pt x="10942041" y="2146"/>
                  </a:lnTo>
                  <a:lnTo>
                    <a:pt x="10873251" y="3702"/>
                  </a:lnTo>
                  <a:lnTo>
                    <a:pt x="10788407" y="5826"/>
                  </a:lnTo>
                  <a:lnTo>
                    <a:pt x="10690371" y="8556"/>
                  </a:lnTo>
                  <a:lnTo>
                    <a:pt x="10582897" y="11907"/>
                  </a:lnTo>
                  <a:lnTo>
                    <a:pt x="10470042" y="15876"/>
                  </a:lnTo>
                  <a:lnTo>
                    <a:pt x="10355632" y="20451"/>
                  </a:lnTo>
                  <a:lnTo>
                    <a:pt x="10242898" y="25620"/>
                  </a:lnTo>
                  <a:lnTo>
                    <a:pt x="10134291" y="31380"/>
                  </a:lnTo>
                  <a:lnTo>
                    <a:pt x="10031458" y="37742"/>
                  </a:lnTo>
                  <a:lnTo>
                    <a:pt x="9935324" y="44736"/>
                  </a:lnTo>
                  <a:lnTo>
                    <a:pt x="9846228" y="52410"/>
                  </a:lnTo>
                  <a:lnTo>
                    <a:pt x="9764067" y="60830"/>
                  </a:lnTo>
                  <a:lnTo>
                    <a:pt x="9688433" y="70083"/>
                  </a:lnTo>
                  <a:lnTo>
                    <a:pt x="9618718" y="80270"/>
                  </a:lnTo>
                  <a:lnTo>
                    <a:pt x="9554201" y="91504"/>
                  </a:lnTo>
                  <a:lnTo>
                    <a:pt x="9494114" y="103904"/>
                  </a:lnTo>
                  <a:lnTo>
                    <a:pt x="9437682" y="117579"/>
                  </a:lnTo>
                  <a:lnTo>
                    <a:pt x="9384173" y="132614"/>
                  </a:lnTo>
                  <a:lnTo>
                    <a:pt x="9347647" y="144117"/>
                  </a:lnTo>
                  <a:lnTo>
                    <a:pt x="9289462" y="164573"/>
                  </a:lnTo>
                  <a:lnTo>
                    <a:pt x="9233027" y="186969"/>
                  </a:lnTo>
                  <a:lnTo>
                    <a:pt x="9177725" y="211338"/>
                  </a:lnTo>
                  <a:lnTo>
                    <a:pt x="9123097" y="237656"/>
                  </a:lnTo>
                  <a:lnTo>
                    <a:pt x="9068806" y="265837"/>
                  </a:lnTo>
                  <a:lnTo>
                    <a:pt x="9014624" y="295726"/>
                  </a:lnTo>
                  <a:lnTo>
                    <a:pt x="8960411" y="327100"/>
                  </a:lnTo>
                  <a:lnTo>
                    <a:pt x="8906103" y="359672"/>
                  </a:lnTo>
                  <a:lnTo>
                    <a:pt x="8851693" y="393099"/>
                  </a:lnTo>
                  <a:lnTo>
                    <a:pt x="8797217" y="426999"/>
                  </a:lnTo>
                  <a:lnTo>
                    <a:pt x="8742730" y="460963"/>
                  </a:lnTo>
                  <a:lnTo>
                    <a:pt x="8688294" y="494582"/>
                  </a:lnTo>
                  <a:lnTo>
                    <a:pt x="8633952" y="527463"/>
                  </a:lnTo>
                  <a:lnTo>
                    <a:pt x="8579714" y="559248"/>
                  </a:lnTo>
                  <a:lnTo>
                    <a:pt x="8525533" y="589631"/>
                  </a:lnTo>
                  <a:lnTo>
                    <a:pt x="8471297" y="618370"/>
                  </a:lnTo>
                  <a:lnTo>
                    <a:pt x="8416805" y="645287"/>
                  </a:lnTo>
                  <a:lnTo>
                    <a:pt x="8361759" y="670276"/>
                  </a:lnTo>
                  <a:lnTo>
                    <a:pt x="8305739" y="693292"/>
                  </a:lnTo>
                  <a:lnTo>
                    <a:pt x="8248182" y="714352"/>
                  </a:lnTo>
                  <a:lnTo>
                    <a:pt x="8229629" y="720587"/>
                  </a:lnTo>
                  <a:lnTo>
                    <a:pt x="8177788" y="736610"/>
                  </a:lnTo>
                  <a:lnTo>
                    <a:pt x="8123499" y="751243"/>
                  </a:lnTo>
                  <a:lnTo>
                    <a:pt x="8066082" y="764537"/>
                  </a:lnTo>
                  <a:lnTo>
                    <a:pt x="8004786" y="776585"/>
                  </a:lnTo>
                  <a:lnTo>
                    <a:pt x="7938834" y="787502"/>
                  </a:lnTo>
                  <a:lnTo>
                    <a:pt x="7867466" y="797406"/>
                  </a:lnTo>
                  <a:lnTo>
                    <a:pt x="7789988" y="806407"/>
                  </a:lnTo>
                  <a:lnTo>
                    <a:pt x="7705839" y="814601"/>
                  </a:lnTo>
                  <a:lnTo>
                    <a:pt x="7614688" y="822071"/>
                  </a:lnTo>
                  <a:lnTo>
                    <a:pt x="7516546" y="828877"/>
                  </a:lnTo>
                  <a:lnTo>
                    <a:pt x="7411906" y="835062"/>
                  </a:lnTo>
                  <a:lnTo>
                    <a:pt x="7301893" y="840650"/>
                  </a:lnTo>
                  <a:lnTo>
                    <a:pt x="7188382" y="845646"/>
                  </a:lnTo>
                  <a:lnTo>
                    <a:pt x="7074060" y="850046"/>
                  </a:lnTo>
                  <a:lnTo>
                    <a:pt x="6962358" y="853836"/>
                  </a:lnTo>
                  <a:lnTo>
                    <a:pt x="6857215" y="857006"/>
                  </a:lnTo>
                  <a:lnTo>
                    <a:pt x="6762660" y="859557"/>
                  </a:lnTo>
                  <a:lnTo>
                    <a:pt x="6682248" y="861511"/>
                  </a:lnTo>
                  <a:lnTo>
                    <a:pt x="6618478" y="862912"/>
                  </a:lnTo>
                  <a:lnTo>
                    <a:pt x="6572316" y="863834"/>
                  </a:lnTo>
                  <a:lnTo>
                    <a:pt x="6542954" y="864369"/>
                  </a:lnTo>
                  <a:lnTo>
                    <a:pt x="6527826" y="864621"/>
                  </a:lnTo>
                  <a:lnTo>
                    <a:pt x="6522794" y="864698"/>
                  </a:lnTo>
                  <a:lnTo>
                    <a:pt x="6522385" y="864704"/>
                  </a:lnTo>
                  <a:lnTo>
                    <a:pt x="5527445" y="864704"/>
                  </a:lnTo>
                  <a:lnTo>
                    <a:pt x="5526437" y="864777"/>
                  </a:lnTo>
                  <a:lnTo>
                    <a:pt x="5519767" y="865294"/>
                  </a:lnTo>
                  <a:lnTo>
                    <a:pt x="5502809" y="866722"/>
                  </a:lnTo>
                  <a:lnTo>
                    <a:pt x="5472139" y="869538"/>
                  </a:lnTo>
                  <a:lnTo>
                    <a:pt x="5425706" y="874198"/>
                  </a:lnTo>
                  <a:lnTo>
                    <a:pt x="5362986" y="881103"/>
                  </a:lnTo>
                  <a:lnTo>
                    <a:pt x="5284964" y="890562"/>
                  </a:lnTo>
                  <a:lnTo>
                    <a:pt x="5193920" y="902775"/>
                  </a:lnTo>
                  <a:lnTo>
                    <a:pt x="5093029" y="917835"/>
                  </a:lnTo>
                  <a:lnTo>
                    <a:pt x="4985876" y="935749"/>
                  </a:lnTo>
                  <a:lnTo>
                    <a:pt x="4875990" y="956472"/>
                  </a:lnTo>
                  <a:lnTo>
                    <a:pt x="4766492" y="979947"/>
                  </a:lnTo>
                  <a:lnTo>
                    <a:pt x="4659877" y="1006140"/>
                  </a:lnTo>
                  <a:lnTo>
                    <a:pt x="4557946" y="1035068"/>
                  </a:lnTo>
                  <a:lnTo>
                    <a:pt x="4461840" y="1066818"/>
                  </a:lnTo>
                  <a:lnTo>
                    <a:pt x="4372129" y="1101555"/>
                  </a:lnTo>
                  <a:lnTo>
                    <a:pt x="4288937" y="1139527"/>
                  </a:lnTo>
                  <a:lnTo>
                    <a:pt x="4212058" y="1181065"/>
                  </a:lnTo>
                  <a:lnTo>
                    <a:pt x="4141058" y="1226571"/>
                  </a:lnTo>
                  <a:lnTo>
                    <a:pt x="4075358" y="1276513"/>
                  </a:lnTo>
                  <a:lnTo>
                    <a:pt x="4014302" y="1331401"/>
                  </a:lnTo>
                  <a:lnTo>
                    <a:pt x="3957199" y="1391755"/>
                  </a:lnTo>
                  <a:lnTo>
                    <a:pt x="3903364" y="1458053"/>
                  </a:lnTo>
                  <a:lnTo>
                    <a:pt x="3852151" y="1530644"/>
                  </a:lnTo>
                  <a:lnTo>
                    <a:pt x="3820202" y="1580924"/>
                  </a:lnTo>
                  <a:lnTo>
                    <a:pt x="3782750" y="1644845"/>
                  </a:lnTo>
                  <a:lnTo>
                    <a:pt x="3746118" y="1712666"/>
                  </a:lnTo>
                  <a:lnTo>
                    <a:pt x="3710122" y="1784465"/>
                  </a:lnTo>
                  <a:lnTo>
                    <a:pt x="3674604" y="1860279"/>
                  </a:lnTo>
                  <a:lnTo>
                    <a:pt x="3639435" y="1940098"/>
                  </a:lnTo>
                  <a:lnTo>
                    <a:pt x="3604507" y="2023861"/>
                  </a:lnTo>
                  <a:lnTo>
                    <a:pt x="3569735" y="2111456"/>
                  </a:lnTo>
                  <a:lnTo>
                    <a:pt x="3535050" y="2202711"/>
                  </a:lnTo>
                  <a:lnTo>
                    <a:pt x="3500398" y="2297399"/>
                  </a:lnTo>
                  <a:lnTo>
                    <a:pt x="3465744" y="2395236"/>
                  </a:lnTo>
                  <a:lnTo>
                    <a:pt x="3431061" y="2495882"/>
                  </a:lnTo>
                  <a:lnTo>
                    <a:pt x="3396339" y="2598946"/>
                  </a:lnTo>
                  <a:lnTo>
                    <a:pt x="3361572" y="2703991"/>
                  </a:lnTo>
                  <a:lnTo>
                    <a:pt x="3326766" y="2810541"/>
                  </a:lnTo>
                  <a:lnTo>
                    <a:pt x="3291931" y="2918090"/>
                  </a:lnTo>
                  <a:lnTo>
                    <a:pt x="3257082" y="3026112"/>
                  </a:lnTo>
                  <a:lnTo>
                    <a:pt x="3222235" y="3134071"/>
                  </a:lnTo>
                  <a:lnTo>
                    <a:pt x="3187405" y="3241431"/>
                  </a:lnTo>
                  <a:lnTo>
                    <a:pt x="3152608" y="3347671"/>
                  </a:lnTo>
                  <a:lnTo>
                    <a:pt x="3117851" y="3452290"/>
                  </a:lnTo>
                  <a:lnTo>
                    <a:pt x="3083139" y="3554821"/>
                  </a:lnTo>
                  <a:lnTo>
                    <a:pt x="3048465" y="3654838"/>
                  </a:lnTo>
                  <a:lnTo>
                    <a:pt x="3013814" y="3751961"/>
                  </a:lnTo>
                  <a:lnTo>
                    <a:pt x="2979158" y="3845863"/>
                  </a:lnTo>
                  <a:lnTo>
                    <a:pt x="2944457" y="3936273"/>
                  </a:lnTo>
                  <a:lnTo>
                    <a:pt x="2909655" y="4022977"/>
                  </a:lnTo>
                  <a:lnTo>
                    <a:pt x="2874679" y="4105818"/>
                  </a:lnTo>
                  <a:lnTo>
                    <a:pt x="2839439" y="4184696"/>
                  </a:lnTo>
                  <a:lnTo>
                    <a:pt x="2803820" y="4259562"/>
                  </a:lnTo>
                  <a:lnTo>
                    <a:pt x="2767689" y="4330417"/>
                  </a:lnTo>
                  <a:lnTo>
                    <a:pt x="2730882" y="4397309"/>
                  </a:lnTo>
                  <a:lnTo>
                    <a:pt x="2702183" y="4445804"/>
                  </a:lnTo>
                  <a:lnTo>
                    <a:pt x="2652353" y="4522534"/>
                  </a:lnTo>
                  <a:lnTo>
                    <a:pt x="2600282" y="4592868"/>
                  </a:lnTo>
                  <a:lnTo>
                    <a:pt x="2545365" y="4657011"/>
                  </a:lnTo>
                  <a:lnTo>
                    <a:pt x="2486941" y="4715371"/>
                  </a:lnTo>
                  <a:lnTo>
                    <a:pt x="2424317" y="4768447"/>
                  </a:lnTo>
                  <a:lnTo>
                    <a:pt x="2356812" y="4816761"/>
                  </a:lnTo>
                  <a:lnTo>
                    <a:pt x="2283789" y="4860810"/>
                  </a:lnTo>
                  <a:lnTo>
                    <a:pt x="2204714" y="4901042"/>
                  </a:lnTo>
                  <a:lnTo>
                    <a:pt x="2119222" y="4937835"/>
                  </a:lnTo>
                  <a:lnTo>
                    <a:pt x="2027211" y="4971490"/>
                  </a:lnTo>
                  <a:lnTo>
                    <a:pt x="1928948" y="5002225"/>
                  </a:lnTo>
                  <a:lnTo>
                    <a:pt x="1825195" y="5030178"/>
                  </a:lnTo>
                  <a:lnTo>
                    <a:pt x="1717317" y="5055410"/>
                  </a:lnTo>
                  <a:lnTo>
                    <a:pt x="1607361" y="5077915"/>
                  </a:lnTo>
                  <a:lnTo>
                    <a:pt x="1498059" y="5097650"/>
                  </a:lnTo>
                  <a:lnTo>
                    <a:pt x="1392709" y="5114556"/>
                  </a:lnTo>
                  <a:lnTo>
                    <a:pt x="1294907" y="5128603"/>
                  </a:lnTo>
                  <a:lnTo>
                    <a:pt x="1208149" y="5139824"/>
                  </a:lnTo>
                  <a:lnTo>
                    <a:pt x="1135348" y="5148350"/>
                  </a:lnTo>
                  <a:lnTo>
                    <a:pt x="1078360" y="5154419"/>
                  </a:lnTo>
                  <a:lnTo>
                    <a:pt x="1037652" y="5158376"/>
                  </a:lnTo>
                  <a:lnTo>
                    <a:pt x="1012149" y="5160646"/>
                  </a:lnTo>
                  <a:lnTo>
                    <a:pt x="999294" y="5161697"/>
                  </a:lnTo>
                  <a:lnTo>
                    <a:pt x="995216" y="5162005"/>
                  </a:lnTo>
                  <a:lnTo>
                    <a:pt x="994940" y="5162024"/>
                  </a:lnTo>
                  <a:lnTo>
                    <a:pt x="0" y="5162024"/>
                  </a:lnTo>
                  <a:close/>
                </a:path>
              </a:pathLst>
            </a:custGeom>
            <a:solidFill>
              <a:srgbClr val="AB47B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88" name="pl2187"/>
            <p:cNvSpPr/>
            <p:nvPr/>
          </p:nvSpPr>
          <p:spPr>
            <a:xfrm>
              <a:off x="1199187" y="1383362"/>
              <a:ext cx="12049831" cy="5162024"/>
            </a:xfrm>
            <a:custGeom>
              <a:avLst/>
              <a:pathLst>
                <a:path w="12049831" h="5162024">
                  <a:moveTo>
                    <a:pt x="0" y="5162024"/>
                  </a:moveTo>
                  <a:lnTo>
                    <a:pt x="994940" y="5162024"/>
                  </a:lnTo>
                  <a:lnTo>
                    <a:pt x="995948" y="5161951"/>
                  </a:lnTo>
                  <a:lnTo>
                    <a:pt x="1002618" y="5161434"/>
                  </a:lnTo>
                  <a:lnTo>
                    <a:pt x="1019576" y="5160006"/>
                  </a:lnTo>
                  <a:lnTo>
                    <a:pt x="1050246" y="5157191"/>
                  </a:lnTo>
                  <a:lnTo>
                    <a:pt x="1096679" y="5152530"/>
                  </a:lnTo>
                  <a:lnTo>
                    <a:pt x="1159399" y="5145625"/>
                  </a:lnTo>
                  <a:lnTo>
                    <a:pt x="1237421" y="5136166"/>
                  </a:lnTo>
                  <a:lnTo>
                    <a:pt x="1328465" y="5123953"/>
                  </a:lnTo>
                  <a:lnTo>
                    <a:pt x="1429356" y="5108893"/>
                  </a:lnTo>
                  <a:lnTo>
                    <a:pt x="1536509" y="5090979"/>
                  </a:lnTo>
                  <a:lnTo>
                    <a:pt x="1646395" y="5070256"/>
                  </a:lnTo>
                  <a:lnTo>
                    <a:pt x="1755893" y="5046781"/>
                  </a:lnTo>
                  <a:lnTo>
                    <a:pt x="1862508" y="5020588"/>
                  </a:lnTo>
                  <a:lnTo>
                    <a:pt x="1964439" y="4991660"/>
                  </a:lnTo>
                  <a:lnTo>
                    <a:pt x="2060545" y="4959910"/>
                  </a:lnTo>
                  <a:lnTo>
                    <a:pt x="2150256" y="4925173"/>
                  </a:lnTo>
                  <a:lnTo>
                    <a:pt x="2233448" y="4887201"/>
                  </a:lnTo>
                  <a:lnTo>
                    <a:pt x="2310327" y="4845663"/>
                  </a:lnTo>
                  <a:lnTo>
                    <a:pt x="2381327" y="4800157"/>
                  </a:lnTo>
                  <a:lnTo>
                    <a:pt x="2447027" y="4750215"/>
                  </a:lnTo>
                  <a:lnTo>
                    <a:pt x="2508083" y="4695327"/>
                  </a:lnTo>
                  <a:lnTo>
                    <a:pt x="2565186" y="4634973"/>
                  </a:lnTo>
                  <a:lnTo>
                    <a:pt x="2619021" y="4568675"/>
                  </a:lnTo>
                  <a:lnTo>
                    <a:pt x="2670234" y="4496084"/>
                  </a:lnTo>
                  <a:lnTo>
                    <a:pt x="2702183" y="4445804"/>
                  </a:lnTo>
                  <a:lnTo>
                    <a:pt x="2739635" y="4381883"/>
                  </a:lnTo>
                  <a:lnTo>
                    <a:pt x="2776267" y="4314062"/>
                  </a:lnTo>
                  <a:lnTo>
                    <a:pt x="2812263" y="4242263"/>
                  </a:lnTo>
                  <a:lnTo>
                    <a:pt x="2847781" y="4166450"/>
                  </a:lnTo>
                  <a:lnTo>
                    <a:pt x="2882950" y="4086631"/>
                  </a:lnTo>
                  <a:lnTo>
                    <a:pt x="2917878" y="4002867"/>
                  </a:lnTo>
                  <a:lnTo>
                    <a:pt x="2952650" y="3915272"/>
                  </a:lnTo>
                  <a:lnTo>
                    <a:pt x="2987335" y="3824017"/>
                  </a:lnTo>
                  <a:lnTo>
                    <a:pt x="3021987" y="3729329"/>
                  </a:lnTo>
                  <a:lnTo>
                    <a:pt x="3056641" y="3631492"/>
                  </a:lnTo>
                  <a:lnTo>
                    <a:pt x="3091324" y="3530846"/>
                  </a:lnTo>
                  <a:lnTo>
                    <a:pt x="3126046" y="3427783"/>
                  </a:lnTo>
                  <a:lnTo>
                    <a:pt x="3160813" y="3322738"/>
                  </a:lnTo>
                  <a:lnTo>
                    <a:pt x="3195619" y="3216187"/>
                  </a:lnTo>
                  <a:lnTo>
                    <a:pt x="3230454" y="3108638"/>
                  </a:lnTo>
                  <a:lnTo>
                    <a:pt x="3265303" y="3000616"/>
                  </a:lnTo>
                  <a:lnTo>
                    <a:pt x="3300150" y="2892657"/>
                  </a:lnTo>
                  <a:lnTo>
                    <a:pt x="3334980" y="2785297"/>
                  </a:lnTo>
                  <a:lnTo>
                    <a:pt x="3369777" y="2679057"/>
                  </a:lnTo>
                  <a:lnTo>
                    <a:pt x="3404534" y="2574438"/>
                  </a:lnTo>
                  <a:lnTo>
                    <a:pt x="3439246" y="2471907"/>
                  </a:lnTo>
                  <a:lnTo>
                    <a:pt x="3473920" y="2371890"/>
                  </a:lnTo>
                  <a:lnTo>
                    <a:pt x="3508571" y="2274767"/>
                  </a:lnTo>
                  <a:lnTo>
                    <a:pt x="3543227" y="2180865"/>
                  </a:lnTo>
                  <a:lnTo>
                    <a:pt x="3577928" y="2090455"/>
                  </a:lnTo>
                  <a:lnTo>
                    <a:pt x="3612730" y="2003751"/>
                  </a:lnTo>
                  <a:lnTo>
                    <a:pt x="3647706" y="1920910"/>
                  </a:lnTo>
                  <a:lnTo>
                    <a:pt x="3682946" y="1842032"/>
                  </a:lnTo>
                  <a:lnTo>
                    <a:pt x="3718565" y="1767167"/>
                  </a:lnTo>
                  <a:lnTo>
                    <a:pt x="3754696" y="1696311"/>
                  </a:lnTo>
                  <a:lnTo>
                    <a:pt x="3791503" y="1629419"/>
                  </a:lnTo>
                  <a:lnTo>
                    <a:pt x="3820202" y="1580924"/>
                  </a:lnTo>
                  <a:lnTo>
                    <a:pt x="3870032" y="1504194"/>
                  </a:lnTo>
                  <a:lnTo>
                    <a:pt x="3922103" y="1433860"/>
                  </a:lnTo>
                  <a:lnTo>
                    <a:pt x="3977020" y="1369717"/>
                  </a:lnTo>
                  <a:lnTo>
                    <a:pt x="4035444" y="1311357"/>
                  </a:lnTo>
                  <a:lnTo>
                    <a:pt x="4098068" y="1258281"/>
                  </a:lnTo>
                  <a:lnTo>
                    <a:pt x="4165573" y="1209967"/>
                  </a:lnTo>
                  <a:lnTo>
                    <a:pt x="4238596" y="1165918"/>
                  </a:lnTo>
                  <a:lnTo>
                    <a:pt x="4317671" y="1125686"/>
                  </a:lnTo>
                  <a:lnTo>
                    <a:pt x="4403163" y="1088893"/>
                  </a:lnTo>
                  <a:lnTo>
                    <a:pt x="4495174" y="1055239"/>
                  </a:lnTo>
                  <a:lnTo>
                    <a:pt x="4593437" y="1024503"/>
                  </a:lnTo>
                  <a:lnTo>
                    <a:pt x="4697190" y="996550"/>
                  </a:lnTo>
                  <a:lnTo>
                    <a:pt x="4805068" y="971319"/>
                  </a:lnTo>
                  <a:lnTo>
                    <a:pt x="4915024" y="948813"/>
                  </a:lnTo>
                  <a:lnTo>
                    <a:pt x="5024326" y="929078"/>
                  </a:lnTo>
                  <a:lnTo>
                    <a:pt x="5129676" y="912172"/>
                  </a:lnTo>
                  <a:lnTo>
                    <a:pt x="5227478" y="898126"/>
                  </a:lnTo>
                  <a:lnTo>
                    <a:pt x="5314236" y="886904"/>
                  </a:lnTo>
                  <a:lnTo>
                    <a:pt x="5387037" y="878379"/>
                  </a:lnTo>
                  <a:lnTo>
                    <a:pt x="5444025" y="872309"/>
                  </a:lnTo>
                  <a:lnTo>
                    <a:pt x="5484733" y="868352"/>
                  </a:lnTo>
                  <a:lnTo>
                    <a:pt x="5510236" y="866082"/>
                  </a:lnTo>
                  <a:lnTo>
                    <a:pt x="5523091" y="865031"/>
                  </a:lnTo>
                  <a:lnTo>
                    <a:pt x="5527169" y="864724"/>
                  </a:lnTo>
                  <a:lnTo>
                    <a:pt x="5527445" y="864704"/>
                  </a:lnTo>
                  <a:lnTo>
                    <a:pt x="6522385" y="864704"/>
                  </a:lnTo>
                  <a:lnTo>
                    <a:pt x="6523516" y="864688"/>
                  </a:lnTo>
                  <a:lnTo>
                    <a:pt x="6530977" y="864571"/>
                  </a:lnTo>
                  <a:lnTo>
                    <a:pt x="6549887" y="864247"/>
                  </a:lnTo>
                  <a:lnTo>
                    <a:pt x="6583950" y="863610"/>
                  </a:lnTo>
                  <a:lnTo>
                    <a:pt x="6635236" y="862557"/>
                  </a:lnTo>
                  <a:lnTo>
                    <a:pt x="6704025" y="861001"/>
                  </a:lnTo>
                  <a:lnTo>
                    <a:pt x="6788869" y="858878"/>
                  </a:lnTo>
                  <a:lnTo>
                    <a:pt x="6886906" y="856148"/>
                  </a:lnTo>
                  <a:lnTo>
                    <a:pt x="6994379" y="852797"/>
                  </a:lnTo>
                  <a:lnTo>
                    <a:pt x="7107235" y="848828"/>
                  </a:lnTo>
                  <a:lnTo>
                    <a:pt x="7221645" y="844253"/>
                  </a:lnTo>
                  <a:lnTo>
                    <a:pt x="7334379" y="839084"/>
                  </a:lnTo>
                  <a:lnTo>
                    <a:pt x="7442986" y="833324"/>
                  </a:lnTo>
                  <a:lnTo>
                    <a:pt x="7545819" y="826961"/>
                  </a:lnTo>
                  <a:lnTo>
                    <a:pt x="7641953" y="819967"/>
                  </a:lnTo>
                  <a:lnTo>
                    <a:pt x="7731049" y="812294"/>
                  </a:lnTo>
                  <a:lnTo>
                    <a:pt x="7813209" y="803874"/>
                  </a:lnTo>
                  <a:lnTo>
                    <a:pt x="7888844" y="794621"/>
                  </a:lnTo>
                  <a:lnTo>
                    <a:pt x="7958559" y="784434"/>
                  </a:lnTo>
                  <a:lnTo>
                    <a:pt x="8023075" y="773199"/>
                  </a:lnTo>
                  <a:lnTo>
                    <a:pt x="8083163" y="760800"/>
                  </a:lnTo>
                  <a:lnTo>
                    <a:pt x="8139594" y="747125"/>
                  </a:lnTo>
                  <a:lnTo>
                    <a:pt x="8193104" y="732089"/>
                  </a:lnTo>
                  <a:lnTo>
                    <a:pt x="8229629" y="720587"/>
                  </a:lnTo>
                  <a:lnTo>
                    <a:pt x="8287814" y="700131"/>
                  </a:lnTo>
                  <a:lnTo>
                    <a:pt x="8344250" y="677735"/>
                  </a:lnTo>
                  <a:lnTo>
                    <a:pt x="8399551" y="653366"/>
                  </a:lnTo>
                  <a:lnTo>
                    <a:pt x="8454180" y="627048"/>
                  </a:lnTo>
                  <a:lnTo>
                    <a:pt x="8508471" y="598867"/>
                  </a:lnTo>
                  <a:lnTo>
                    <a:pt x="8562653" y="568978"/>
                  </a:lnTo>
                  <a:lnTo>
                    <a:pt x="8616866" y="537604"/>
                  </a:lnTo>
                  <a:lnTo>
                    <a:pt x="8671173" y="505032"/>
                  </a:lnTo>
                  <a:lnTo>
                    <a:pt x="8725583" y="471604"/>
                  </a:lnTo>
                  <a:lnTo>
                    <a:pt x="8780060" y="437705"/>
                  </a:lnTo>
                  <a:lnTo>
                    <a:pt x="8834547" y="403740"/>
                  </a:lnTo>
                  <a:lnTo>
                    <a:pt x="8888983" y="370121"/>
                  </a:lnTo>
                  <a:lnTo>
                    <a:pt x="8943324" y="337241"/>
                  </a:lnTo>
                  <a:lnTo>
                    <a:pt x="8997563" y="305456"/>
                  </a:lnTo>
                  <a:lnTo>
                    <a:pt x="9051743" y="275072"/>
                  </a:lnTo>
                  <a:lnTo>
                    <a:pt x="9105980" y="246334"/>
                  </a:lnTo>
                  <a:lnTo>
                    <a:pt x="9160471" y="219416"/>
                  </a:lnTo>
                  <a:lnTo>
                    <a:pt x="9215518" y="194428"/>
                  </a:lnTo>
                  <a:lnTo>
                    <a:pt x="9271538" y="171412"/>
                  </a:lnTo>
                  <a:lnTo>
                    <a:pt x="9329095" y="150352"/>
                  </a:lnTo>
                  <a:lnTo>
                    <a:pt x="9347647" y="144117"/>
                  </a:lnTo>
                  <a:lnTo>
                    <a:pt x="9399489" y="128094"/>
                  </a:lnTo>
                  <a:lnTo>
                    <a:pt x="9453777" y="113460"/>
                  </a:lnTo>
                  <a:lnTo>
                    <a:pt x="9511195" y="100167"/>
                  </a:lnTo>
                  <a:lnTo>
                    <a:pt x="9572491" y="88119"/>
                  </a:lnTo>
                  <a:lnTo>
                    <a:pt x="9638442" y="77202"/>
                  </a:lnTo>
                  <a:lnTo>
                    <a:pt x="9709810" y="67298"/>
                  </a:lnTo>
                  <a:lnTo>
                    <a:pt x="9787289" y="58297"/>
                  </a:lnTo>
                  <a:lnTo>
                    <a:pt x="9871438" y="50102"/>
                  </a:lnTo>
                  <a:lnTo>
                    <a:pt x="9962589" y="42633"/>
                  </a:lnTo>
                  <a:lnTo>
                    <a:pt x="10060731" y="35827"/>
                  </a:lnTo>
                  <a:lnTo>
                    <a:pt x="10165370" y="29642"/>
                  </a:lnTo>
                  <a:lnTo>
                    <a:pt x="10275383" y="24054"/>
                  </a:lnTo>
                  <a:lnTo>
                    <a:pt x="10388894" y="19057"/>
                  </a:lnTo>
                  <a:lnTo>
                    <a:pt x="10503217" y="14657"/>
                  </a:lnTo>
                  <a:lnTo>
                    <a:pt x="10614919" y="10867"/>
                  </a:lnTo>
                  <a:lnTo>
                    <a:pt x="10720061" y="7697"/>
                  </a:lnTo>
                  <a:lnTo>
                    <a:pt x="10814617" y="5146"/>
                  </a:lnTo>
                  <a:lnTo>
                    <a:pt x="10895028" y="3193"/>
                  </a:lnTo>
                  <a:lnTo>
                    <a:pt x="10958799" y="1791"/>
                  </a:lnTo>
                  <a:lnTo>
                    <a:pt x="11004961" y="869"/>
                  </a:lnTo>
                  <a:lnTo>
                    <a:pt x="11034322" y="334"/>
                  </a:lnTo>
                  <a:lnTo>
                    <a:pt x="11049451" y="82"/>
                  </a:lnTo>
                  <a:lnTo>
                    <a:pt x="11054482" y="5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9" name="pl2188"/>
            <p:cNvSpPr/>
            <p:nvPr/>
          </p:nvSpPr>
          <p:spPr>
            <a:xfrm>
              <a:off x="1199187" y="1378122"/>
              <a:ext cx="12049831" cy="5162024"/>
            </a:xfrm>
            <a:custGeom>
              <a:avLst/>
              <a:pathLst>
                <a:path w="12049831" h="5162024">
                  <a:moveTo>
                    <a:pt x="12049831" y="0"/>
                  </a:moveTo>
                  <a:lnTo>
                    <a:pt x="11054891" y="0"/>
                  </a:lnTo>
                  <a:lnTo>
                    <a:pt x="11053761" y="16"/>
                  </a:lnTo>
                  <a:lnTo>
                    <a:pt x="11046299" y="133"/>
                  </a:lnTo>
                  <a:lnTo>
                    <a:pt x="11027389" y="456"/>
                  </a:lnTo>
                  <a:lnTo>
                    <a:pt x="10993326" y="1093"/>
                  </a:lnTo>
                  <a:lnTo>
                    <a:pt x="10942041" y="2146"/>
                  </a:lnTo>
                  <a:lnTo>
                    <a:pt x="10873251" y="3702"/>
                  </a:lnTo>
                  <a:lnTo>
                    <a:pt x="10788407" y="5826"/>
                  </a:lnTo>
                  <a:lnTo>
                    <a:pt x="10690371" y="8556"/>
                  </a:lnTo>
                  <a:lnTo>
                    <a:pt x="10582897" y="11907"/>
                  </a:lnTo>
                  <a:lnTo>
                    <a:pt x="10470042" y="15876"/>
                  </a:lnTo>
                  <a:lnTo>
                    <a:pt x="10355632" y="20451"/>
                  </a:lnTo>
                  <a:lnTo>
                    <a:pt x="10242898" y="25620"/>
                  </a:lnTo>
                  <a:lnTo>
                    <a:pt x="10134291" y="31380"/>
                  </a:lnTo>
                  <a:lnTo>
                    <a:pt x="10031458" y="37742"/>
                  </a:lnTo>
                  <a:lnTo>
                    <a:pt x="9935324" y="44736"/>
                  </a:lnTo>
                  <a:lnTo>
                    <a:pt x="9846228" y="52410"/>
                  </a:lnTo>
                  <a:lnTo>
                    <a:pt x="9764067" y="60830"/>
                  </a:lnTo>
                  <a:lnTo>
                    <a:pt x="9688433" y="70083"/>
                  </a:lnTo>
                  <a:lnTo>
                    <a:pt x="9618718" y="80270"/>
                  </a:lnTo>
                  <a:lnTo>
                    <a:pt x="9554201" y="91504"/>
                  </a:lnTo>
                  <a:lnTo>
                    <a:pt x="9494114" y="103904"/>
                  </a:lnTo>
                  <a:lnTo>
                    <a:pt x="9437682" y="117579"/>
                  </a:lnTo>
                  <a:lnTo>
                    <a:pt x="9384173" y="132614"/>
                  </a:lnTo>
                  <a:lnTo>
                    <a:pt x="9347647" y="144117"/>
                  </a:lnTo>
                  <a:lnTo>
                    <a:pt x="9289462" y="164573"/>
                  </a:lnTo>
                  <a:lnTo>
                    <a:pt x="9233027" y="186969"/>
                  </a:lnTo>
                  <a:lnTo>
                    <a:pt x="9177725" y="211338"/>
                  </a:lnTo>
                  <a:lnTo>
                    <a:pt x="9123097" y="237656"/>
                  </a:lnTo>
                  <a:lnTo>
                    <a:pt x="9068806" y="265837"/>
                  </a:lnTo>
                  <a:lnTo>
                    <a:pt x="9014624" y="295726"/>
                  </a:lnTo>
                  <a:lnTo>
                    <a:pt x="8960411" y="327100"/>
                  </a:lnTo>
                  <a:lnTo>
                    <a:pt x="8906103" y="359672"/>
                  </a:lnTo>
                  <a:lnTo>
                    <a:pt x="8851693" y="393099"/>
                  </a:lnTo>
                  <a:lnTo>
                    <a:pt x="8797217" y="426999"/>
                  </a:lnTo>
                  <a:lnTo>
                    <a:pt x="8742730" y="460963"/>
                  </a:lnTo>
                  <a:lnTo>
                    <a:pt x="8688294" y="494582"/>
                  </a:lnTo>
                  <a:lnTo>
                    <a:pt x="8633952" y="527463"/>
                  </a:lnTo>
                  <a:lnTo>
                    <a:pt x="8579714" y="559248"/>
                  </a:lnTo>
                  <a:lnTo>
                    <a:pt x="8525533" y="589631"/>
                  </a:lnTo>
                  <a:lnTo>
                    <a:pt x="8471297" y="618370"/>
                  </a:lnTo>
                  <a:lnTo>
                    <a:pt x="8416805" y="645287"/>
                  </a:lnTo>
                  <a:lnTo>
                    <a:pt x="8361759" y="670276"/>
                  </a:lnTo>
                  <a:lnTo>
                    <a:pt x="8305739" y="693292"/>
                  </a:lnTo>
                  <a:lnTo>
                    <a:pt x="8248182" y="714352"/>
                  </a:lnTo>
                  <a:lnTo>
                    <a:pt x="8229629" y="720587"/>
                  </a:lnTo>
                  <a:lnTo>
                    <a:pt x="8177788" y="736610"/>
                  </a:lnTo>
                  <a:lnTo>
                    <a:pt x="8123499" y="751243"/>
                  </a:lnTo>
                  <a:lnTo>
                    <a:pt x="8066082" y="764537"/>
                  </a:lnTo>
                  <a:lnTo>
                    <a:pt x="8004786" y="776585"/>
                  </a:lnTo>
                  <a:lnTo>
                    <a:pt x="7938834" y="787502"/>
                  </a:lnTo>
                  <a:lnTo>
                    <a:pt x="7867466" y="797406"/>
                  </a:lnTo>
                  <a:lnTo>
                    <a:pt x="7789988" y="806407"/>
                  </a:lnTo>
                  <a:lnTo>
                    <a:pt x="7705839" y="814601"/>
                  </a:lnTo>
                  <a:lnTo>
                    <a:pt x="7614688" y="822071"/>
                  </a:lnTo>
                  <a:lnTo>
                    <a:pt x="7516546" y="828877"/>
                  </a:lnTo>
                  <a:lnTo>
                    <a:pt x="7411906" y="835062"/>
                  </a:lnTo>
                  <a:lnTo>
                    <a:pt x="7301893" y="840650"/>
                  </a:lnTo>
                  <a:lnTo>
                    <a:pt x="7188382" y="845646"/>
                  </a:lnTo>
                  <a:lnTo>
                    <a:pt x="7074060" y="850046"/>
                  </a:lnTo>
                  <a:lnTo>
                    <a:pt x="6962358" y="853836"/>
                  </a:lnTo>
                  <a:lnTo>
                    <a:pt x="6857215" y="857006"/>
                  </a:lnTo>
                  <a:lnTo>
                    <a:pt x="6762660" y="859557"/>
                  </a:lnTo>
                  <a:lnTo>
                    <a:pt x="6682248" y="861511"/>
                  </a:lnTo>
                  <a:lnTo>
                    <a:pt x="6618478" y="862912"/>
                  </a:lnTo>
                  <a:lnTo>
                    <a:pt x="6572316" y="863834"/>
                  </a:lnTo>
                  <a:lnTo>
                    <a:pt x="6542954" y="864369"/>
                  </a:lnTo>
                  <a:lnTo>
                    <a:pt x="6527826" y="864621"/>
                  </a:lnTo>
                  <a:lnTo>
                    <a:pt x="6522794" y="864698"/>
                  </a:lnTo>
                  <a:lnTo>
                    <a:pt x="6522385" y="864704"/>
                  </a:lnTo>
                  <a:lnTo>
                    <a:pt x="5527445" y="864704"/>
                  </a:lnTo>
                  <a:lnTo>
                    <a:pt x="5526437" y="864777"/>
                  </a:lnTo>
                  <a:lnTo>
                    <a:pt x="5519767" y="865294"/>
                  </a:lnTo>
                  <a:lnTo>
                    <a:pt x="5502809" y="866722"/>
                  </a:lnTo>
                  <a:lnTo>
                    <a:pt x="5472139" y="869538"/>
                  </a:lnTo>
                  <a:lnTo>
                    <a:pt x="5425706" y="874198"/>
                  </a:lnTo>
                  <a:lnTo>
                    <a:pt x="5362986" y="881103"/>
                  </a:lnTo>
                  <a:lnTo>
                    <a:pt x="5284964" y="890562"/>
                  </a:lnTo>
                  <a:lnTo>
                    <a:pt x="5193920" y="902775"/>
                  </a:lnTo>
                  <a:lnTo>
                    <a:pt x="5093029" y="917835"/>
                  </a:lnTo>
                  <a:lnTo>
                    <a:pt x="4985876" y="935749"/>
                  </a:lnTo>
                  <a:lnTo>
                    <a:pt x="4875990" y="956472"/>
                  </a:lnTo>
                  <a:lnTo>
                    <a:pt x="4766492" y="979947"/>
                  </a:lnTo>
                  <a:lnTo>
                    <a:pt x="4659877" y="1006140"/>
                  </a:lnTo>
                  <a:lnTo>
                    <a:pt x="4557946" y="1035068"/>
                  </a:lnTo>
                  <a:lnTo>
                    <a:pt x="4461840" y="1066818"/>
                  </a:lnTo>
                  <a:lnTo>
                    <a:pt x="4372129" y="1101555"/>
                  </a:lnTo>
                  <a:lnTo>
                    <a:pt x="4288937" y="1139527"/>
                  </a:lnTo>
                  <a:lnTo>
                    <a:pt x="4212058" y="1181065"/>
                  </a:lnTo>
                  <a:lnTo>
                    <a:pt x="4141058" y="1226571"/>
                  </a:lnTo>
                  <a:lnTo>
                    <a:pt x="4075358" y="1276513"/>
                  </a:lnTo>
                  <a:lnTo>
                    <a:pt x="4014302" y="1331401"/>
                  </a:lnTo>
                  <a:lnTo>
                    <a:pt x="3957199" y="1391755"/>
                  </a:lnTo>
                  <a:lnTo>
                    <a:pt x="3903364" y="1458053"/>
                  </a:lnTo>
                  <a:lnTo>
                    <a:pt x="3852151" y="1530644"/>
                  </a:lnTo>
                  <a:lnTo>
                    <a:pt x="3820202" y="1580924"/>
                  </a:lnTo>
                  <a:lnTo>
                    <a:pt x="3782750" y="1644845"/>
                  </a:lnTo>
                  <a:lnTo>
                    <a:pt x="3746118" y="1712666"/>
                  </a:lnTo>
                  <a:lnTo>
                    <a:pt x="3710122" y="1784465"/>
                  </a:lnTo>
                  <a:lnTo>
                    <a:pt x="3674604" y="1860279"/>
                  </a:lnTo>
                  <a:lnTo>
                    <a:pt x="3639435" y="1940098"/>
                  </a:lnTo>
                  <a:lnTo>
                    <a:pt x="3604507" y="2023861"/>
                  </a:lnTo>
                  <a:lnTo>
                    <a:pt x="3569735" y="2111456"/>
                  </a:lnTo>
                  <a:lnTo>
                    <a:pt x="3535050" y="2202711"/>
                  </a:lnTo>
                  <a:lnTo>
                    <a:pt x="3500398" y="2297399"/>
                  </a:lnTo>
                  <a:lnTo>
                    <a:pt x="3465744" y="2395236"/>
                  </a:lnTo>
                  <a:lnTo>
                    <a:pt x="3431061" y="2495882"/>
                  </a:lnTo>
                  <a:lnTo>
                    <a:pt x="3396339" y="2598946"/>
                  </a:lnTo>
                  <a:lnTo>
                    <a:pt x="3361572" y="2703991"/>
                  </a:lnTo>
                  <a:lnTo>
                    <a:pt x="3326766" y="2810541"/>
                  </a:lnTo>
                  <a:lnTo>
                    <a:pt x="3291931" y="2918090"/>
                  </a:lnTo>
                  <a:lnTo>
                    <a:pt x="3257082" y="3026112"/>
                  </a:lnTo>
                  <a:lnTo>
                    <a:pt x="3222235" y="3134071"/>
                  </a:lnTo>
                  <a:lnTo>
                    <a:pt x="3187405" y="3241431"/>
                  </a:lnTo>
                  <a:lnTo>
                    <a:pt x="3152608" y="3347671"/>
                  </a:lnTo>
                  <a:lnTo>
                    <a:pt x="3117851" y="3452290"/>
                  </a:lnTo>
                  <a:lnTo>
                    <a:pt x="3083139" y="3554821"/>
                  </a:lnTo>
                  <a:lnTo>
                    <a:pt x="3048465" y="3654838"/>
                  </a:lnTo>
                  <a:lnTo>
                    <a:pt x="3013814" y="3751961"/>
                  </a:lnTo>
                  <a:lnTo>
                    <a:pt x="2979158" y="3845863"/>
                  </a:lnTo>
                  <a:lnTo>
                    <a:pt x="2944457" y="3936273"/>
                  </a:lnTo>
                  <a:lnTo>
                    <a:pt x="2909655" y="4022977"/>
                  </a:lnTo>
                  <a:lnTo>
                    <a:pt x="2874679" y="4105818"/>
                  </a:lnTo>
                  <a:lnTo>
                    <a:pt x="2839439" y="4184696"/>
                  </a:lnTo>
                  <a:lnTo>
                    <a:pt x="2803820" y="4259562"/>
                  </a:lnTo>
                  <a:lnTo>
                    <a:pt x="2767689" y="4330417"/>
                  </a:lnTo>
                  <a:lnTo>
                    <a:pt x="2730882" y="4397309"/>
                  </a:lnTo>
                  <a:lnTo>
                    <a:pt x="2702183" y="4445804"/>
                  </a:lnTo>
                  <a:lnTo>
                    <a:pt x="2652353" y="4522534"/>
                  </a:lnTo>
                  <a:lnTo>
                    <a:pt x="2600282" y="4592868"/>
                  </a:lnTo>
                  <a:lnTo>
                    <a:pt x="2545365" y="4657011"/>
                  </a:lnTo>
                  <a:lnTo>
                    <a:pt x="2486941" y="4715371"/>
                  </a:lnTo>
                  <a:lnTo>
                    <a:pt x="2424317" y="4768447"/>
                  </a:lnTo>
                  <a:lnTo>
                    <a:pt x="2356812" y="4816761"/>
                  </a:lnTo>
                  <a:lnTo>
                    <a:pt x="2283789" y="4860810"/>
                  </a:lnTo>
                  <a:lnTo>
                    <a:pt x="2204714" y="4901042"/>
                  </a:lnTo>
                  <a:lnTo>
                    <a:pt x="2119222" y="4937835"/>
                  </a:lnTo>
                  <a:lnTo>
                    <a:pt x="2027211" y="4971490"/>
                  </a:lnTo>
                  <a:lnTo>
                    <a:pt x="1928948" y="5002225"/>
                  </a:lnTo>
                  <a:lnTo>
                    <a:pt x="1825195" y="5030178"/>
                  </a:lnTo>
                  <a:lnTo>
                    <a:pt x="1717317" y="5055410"/>
                  </a:lnTo>
                  <a:lnTo>
                    <a:pt x="1607361" y="5077915"/>
                  </a:lnTo>
                  <a:lnTo>
                    <a:pt x="1498059" y="5097650"/>
                  </a:lnTo>
                  <a:lnTo>
                    <a:pt x="1392709" y="5114556"/>
                  </a:lnTo>
                  <a:lnTo>
                    <a:pt x="1294907" y="5128603"/>
                  </a:lnTo>
                  <a:lnTo>
                    <a:pt x="1208149" y="5139824"/>
                  </a:lnTo>
                  <a:lnTo>
                    <a:pt x="1135348" y="5148350"/>
                  </a:lnTo>
                  <a:lnTo>
                    <a:pt x="1078360" y="5154419"/>
                  </a:lnTo>
                  <a:lnTo>
                    <a:pt x="1037652" y="5158376"/>
                  </a:lnTo>
                  <a:lnTo>
                    <a:pt x="1012149" y="5160646"/>
                  </a:lnTo>
                  <a:lnTo>
                    <a:pt x="999294" y="5161697"/>
                  </a:lnTo>
                  <a:lnTo>
                    <a:pt x="995216" y="5162005"/>
                  </a:lnTo>
                  <a:lnTo>
                    <a:pt x="994940" y="5162024"/>
                  </a:lnTo>
                  <a:lnTo>
                    <a:pt x="0" y="5162024"/>
                  </a:lnTo>
                  <a:lnTo>
                    <a:pt x="0" y="51620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90" name="pg2189"/>
            <p:cNvSpPr/>
            <p:nvPr/>
          </p:nvSpPr>
          <p:spPr>
            <a:xfrm>
              <a:off x="1199187" y="2410527"/>
              <a:ext cx="12049831" cy="4140100"/>
            </a:xfrm>
            <a:custGeom>
              <a:avLst/>
              <a:pathLst>
                <a:path w="12049831" h="4140100">
                  <a:moveTo>
                    <a:pt x="0" y="4140100"/>
                  </a:moveTo>
                  <a:lnTo>
                    <a:pt x="994940" y="4140100"/>
                  </a:lnTo>
                  <a:lnTo>
                    <a:pt x="995956" y="4140030"/>
                  </a:lnTo>
                  <a:lnTo>
                    <a:pt x="1002681" y="4139528"/>
                  </a:lnTo>
                  <a:lnTo>
                    <a:pt x="1019772" y="4138142"/>
                  </a:lnTo>
                  <a:lnTo>
                    <a:pt x="1050676" y="4135410"/>
                  </a:lnTo>
                  <a:lnTo>
                    <a:pt x="1097444" y="4130888"/>
                  </a:lnTo>
                  <a:lnTo>
                    <a:pt x="1160586" y="4124190"/>
                  </a:lnTo>
                  <a:lnTo>
                    <a:pt x="1239086" y="4115016"/>
                  </a:lnTo>
                  <a:lnTo>
                    <a:pt x="1330626" y="4103175"/>
                  </a:lnTo>
                  <a:lnTo>
                    <a:pt x="1431990" y="4088578"/>
                  </a:lnTo>
                  <a:lnTo>
                    <a:pt x="1539559" y="4071221"/>
                  </a:lnTo>
                  <a:lnTo>
                    <a:pt x="1649781" y="4051147"/>
                  </a:lnTo>
                  <a:lnTo>
                    <a:pt x="1759527" y="4028412"/>
                  </a:lnTo>
                  <a:lnTo>
                    <a:pt x="1866302" y="4003047"/>
                  </a:lnTo>
                  <a:lnTo>
                    <a:pt x="1968314" y="3975033"/>
                  </a:lnTo>
                  <a:lnTo>
                    <a:pt x="2064437" y="3944285"/>
                  </a:lnTo>
                  <a:lnTo>
                    <a:pt x="2154115" y="3910638"/>
                  </a:lnTo>
                  <a:lnTo>
                    <a:pt x="2237240" y="3873848"/>
                  </a:lnTo>
                  <a:lnTo>
                    <a:pt x="2314034" y="3833592"/>
                  </a:lnTo>
                  <a:lnTo>
                    <a:pt x="2384943" y="3789474"/>
                  </a:lnTo>
                  <a:lnTo>
                    <a:pt x="2450556" y="3741038"/>
                  </a:lnTo>
                  <a:lnTo>
                    <a:pt x="2511537" y="3687788"/>
                  </a:lnTo>
                  <a:lnTo>
                    <a:pt x="2568584" y="3629221"/>
                  </a:lnTo>
                  <a:lnTo>
                    <a:pt x="2622386" y="3564878"/>
                  </a:lnTo>
                  <a:lnTo>
                    <a:pt x="2673590" y="3494431"/>
                  </a:lnTo>
                  <a:lnTo>
                    <a:pt x="2702183" y="3450957"/>
                  </a:lnTo>
                  <a:lnTo>
                    <a:pt x="2740256" y="3388389"/>
                  </a:lnTo>
                  <a:lnTo>
                    <a:pt x="2777484" y="3321940"/>
                  </a:lnTo>
                  <a:lnTo>
                    <a:pt x="2814061" y="3251533"/>
                  </a:lnTo>
                  <a:lnTo>
                    <a:pt x="2850151" y="3177130"/>
                  </a:lnTo>
                  <a:lnTo>
                    <a:pt x="2885888" y="3098747"/>
                  </a:lnTo>
                  <a:lnTo>
                    <a:pt x="2921383" y="3016447"/>
                  </a:lnTo>
                  <a:lnTo>
                    <a:pt x="2956726" y="2930351"/>
                  </a:lnTo>
                  <a:lnTo>
                    <a:pt x="2991987" y="2840637"/>
                  </a:lnTo>
                  <a:lnTo>
                    <a:pt x="3027218" y="2747543"/>
                  </a:lnTo>
                  <a:lnTo>
                    <a:pt x="3062457" y="2651365"/>
                  </a:lnTo>
                  <a:lnTo>
                    <a:pt x="3097727" y="2552454"/>
                  </a:lnTo>
                  <a:lnTo>
                    <a:pt x="3133041" y="2451215"/>
                  </a:lnTo>
                  <a:lnTo>
                    <a:pt x="3168400" y="2348098"/>
                  </a:lnTo>
                  <a:lnTo>
                    <a:pt x="3203798" y="2243591"/>
                  </a:lnTo>
                  <a:lnTo>
                    <a:pt x="3239222" y="2138212"/>
                  </a:lnTo>
                  <a:lnTo>
                    <a:pt x="3274657" y="2032497"/>
                  </a:lnTo>
                  <a:lnTo>
                    <a:pt x="3310085" y="1926987"/>
                  </a:lnTo>
                  <a:lnTo>
                    <a:pt x="3345490" y="1822223"/>
                  </a:lnTo>
                  <a:lnTo>
                    <a:pt x="3380859" y="1718727"/>
                  </a:lnTo>
                  <a:lnTo>
                    <a:pt x="3416184" y="1616994"/>
                  </a:lnTo>
                  <a:lnTo>
                    <a:pt x="3451464" y="1517486"/>
                  </a:lnTo>
                  <a:lnTo>
                    <a:pt x="3486709" y="1420618"/>
                  </a:lnTo>
                  <a:lnTo>
                    <a:pt x="3521940" y="1326754"/>
                  </a:lnTo>
                  <a:lnTo>
                    <a:pt x="3557189" y="1236205"/>
                  </a:lnTo>
                  <a:lnTo>
                    <a:pt x="3592506" y="1149222"/>
                  </a:lnTo>
                  <a:lnTo>
                    <a:pt x="3627958" y="1065997"/>
                  </a:lnTo>
                  <a:lnTo>
                    <a:pt x="3663628" y="986666"/>
                  </a:lnTo>
                  <a:lnTo>
                    <a:pt x="3699621" y="911305"/>
                  </a:lnTo>
                  <a:lnTo>
                    <a:pt x="3736068" y="839939"/>
                  </a:lnTo>
                  <a:lnTo>
                    <a:pt x="3773123" y="772546"/>
                  </a:lnTo>
                  <a:lnTo>
                    <a:pt x="3810973" y="709056"/>
                  </a:lnTo>
                  <a:lnTo>
                    <a:pt x="3820202" y="694384"/>
                  </a:lnTo>
                  <a:lnTo>
                    <a:pt x="3870174" y="620356"/>
                  </a:lnTo>
                  <a:lnTo>
                    <a:pt x="3922402" y="552518"/>
                  </a:lnTo>
                  <a:lnTo>
                    <a:pt x="3977494" y="490668"/>
                  </a:lnTo>
                  <a:lnTo>
                    <a:pt x="4036120" y="434410"/>
                  </a:lnTo>
                  <a:lnTo>
                    <a:pt x="4098976" y="383258"/>
                  </a:lnTo>
                  <a:lnTo>
                    <a:pt x="4166750" y="336708"/>
                  </a:lnTo>
                  <a:lnTo>
                    <a:pt x="4240083" y="294275"/>
                  </a:lnTo>
                  <a:lnTo>
                    <a:pt x="4319512" y="255529"/>
                  </a:lnTo>
                  <a:lnTo>
                    <a:pt x="4405398" y="220103"/>
                  </a:lnTo>
                  <a:lnTo>
                    <a:pt x="4497838" y="187708"/>
                  </a:lnTo>
                  <a:lnTo>
                    <a:pt x="4596550" y="158132"/>
                  </a:lnTo>
                  <a:lnTo>
                    <a:pt x="4700750" y="131245"/>
                  </a:lnTo>
                  <a:lnTo>
                    <a:pt x="4809042" y="106991"/>
                  </a:lnTo>
                  <a:lnTo>
                    <a:pt x="4919333" y="85376"/>
                  </a:lnTo>
                  <a:lnTo>
                    <a:pt x="5028846" y="66444"/>
                  </a:lnTo>
                  <a:lnTo>
                    <a:pt x="5134238" y="50251"/>
                  </a:lnTo>
                  <a:lnTo>
                    <a:pt x="5231876" y="36824"/>
                  </a:lnTo>
                  <a:lnTo>
                    <a:pt x="5318252" y="26128"/>
                  </a:lnTo>
                  <a:lnTo>
                    <a:pt x="5390472" y="18031"/>
                  </a:lnTo>
                  <a:lnTo>
                    <a:pt x="5446727" y="12295"/>
                  </a:lnTo>
                  <a:lnTo>
                    <a:pt x="5486632" y="8581"/>
                  </a:lnTo>
                  <a:lnTo>
                    <a:pt x="5511358" y="6474"/>
                  </a:lnTo>
                  <a:lnTo>
                    <a:pt x="5523570" y="5519"/>
                  </a:lnTo>
                  <a:lnTo>
                    <a:pt x="5527246" y="525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6" y="5267"/>
                  </a:lnTo>
                  <a:lnTo>
                    <a:pt x="6530903" y="5457"/>
                  </a:lnTo>
                  <a:lnTo>
                    <a:pt x="6549656" y="5983"/>
                  </a:lnTo>
                  <a:lnTo>
                    <a:pt x="6583445" y="7021"/>
                  </a:lnTo>
                  <a:lnTo>
                    <a:pt x="6634341" y="8735"/>
                  </a:lnTo>
                  <a:lnTo>
                    <a:pt x="6702647" y="11268"/>
                  </a:lnTo>
                  <a:lnTo>
                    <a:pt x="6786953" y="14727"/>
                  </a:lnTo>
                  <a:lnTo>
                    <a:pt x="6884443" y="19175"/>
                  </a:lnTo>
                  <a:lnTo>
                    <a:pt x="6991408" y="24636"/>
                  </a:lnTo>
                  <a:lnTo>
                    <a:pt x="7103831" y="31107"/>
                  </a:lnTo>
                  <a:lnTo>
                    <a:pt x="7217905" y="38568"/>
                  </a:lnTo>
                  <a:lnTo>
                    <a:pt x="7330406" y="46999"/>
                  </a:lnTo>
                  <a:lnTo>
                    <a:pt x="7438877" y="56395"/>
                  </a:lnTo>
                  <a:lnTo>
                    <a:pt x="7541658" y="66774"/>
                  </a:lnTo>
                  <a:lnTo>
                    <a:pt x="7637804" y="78180"/>
                  </a:lnTo>
                  <a:lnTo>
                    <a:pt x="7726960" y="90692"/>
                  </a:lnTo>
                  <a:lnTo>
                    <a:pt x="7809208" y="104417"/>
                  </a:lnTo>
                  <a:lnTo>
                    <a:pt x="7884942" y="119494"/>
                  </a:lnTo>
                  <a:lnTo>
                    <a:pt x="7954757" y="136087"/>
                  </a:lnTo>
                  <a:lnTo>
                    <a:pt x="8019361" y="154378"/>
                  </a:lnTo>
                  <a:lnTo>
                    <a:pt x="8079517" y="174560"/>
                  </a:lnTo>
                  <a:lnTo>
                    <a:pt x="8135991" y="196815"/>
                  </a:lnTo>
                  <a:lnTo>
                    <a:pt x="8189515" y="221284"/>
                  </a:lnTo>
                  <a:lnTo>
                    <a:pt x="8229629" y="241942"/>
                  </a:lnTo>
                  <a:lnTo>
                    <a:pt x="8283612" y="272966"/>
                  </a:lnTo>
                  <a:lnTo>
                    <a:pt x="8336049" y="306720"/>
                  </a:lnTo>
                  <a:lnTo>
                    <a:pt x="8387446" y="343256"/>
                  </a:lnTo>
                  <a:lnTo>
                    <a:pt x="8438189" y="382556"/>
                  </a:lnTo>
                  <a:lnTo>
                    <a:pt x="8488569" y="424530"/>
                  </a:lnTo>
                  <a:lnTo>
                    <a:pt x="8538794" y="469004"/>
                  </a:lnTo>
                  <a:lnTo>
                    <a:pt x="8589002" y="515724"/>
                  </a:lnTo>
                  <a:lnTo>
                    <a:pt x="8639271" y="564353"/>
                  </a:lnTo>
                  <a:lnTo>
                    <a:pt x="8689630" y="614482"/>
                  </a:lnTo>
                  <a:lnTo>
                    <a:pt x="8740070" y="665639"/>
                  </a:lnTo>
                  <a:lnTo>
                    <a:pt x="8790556" y="717312"/>
                  </a:lnTo>
                  <a:lnTo>
                    <a:pt x="8841040" y="768963"/>
                  </a:lnTo>
                  <a:lnTo>
                    <a:pt x="8891474" y="820060"/>
                  </a:lnTo>
                  <a:lnTo>
                    <a:pt x="8941827" y="870091"/>
                  </a:lnTo>
                  <a:lnTo>
                    <a:pt x="8992089" y="918588"/>
                  </a:lnTo>
                  <a:lnTo>
                    <a:pt x="9042295" y="965148"/>
                  </a:lnTo>
                  <a:lnTo>
                    <a:pt x="9092527" y="1009441"/>
                  </a:lnTo>
                  <a:lnTo>
                    <a:pt x="9142926" y="1051216"/>
                  </a:lnTo>
                  <a:lnTo>
                    <a:pt x="9193707" y="1090309"/>
                  </a:lnTo>
                  <a:lnTo>
                    <a:pt x="9245168" y="1126633"/>
                  </a:lnTo>
                  <a:lnTo>
                    <a:pt x="9297704" y="1160177"/>
                  </a:lnTo>
                  <a:lnTo>
                    <a:pt x="9347647" y="1188750"/>
                  </a:lnTo>
                  <a:lnTo>
                    <a:pt x="9399331" y="1214992"/>
                  </a:lnTo>
                  <a:lnTo>
                    <a:pt x="9453445" y="1238965"/>
                  </a:lnTo>
                  <a:lnTo>
                    <a:pt x="9510665" y="1260749"/>
                  </a:lnTo>
                  <a:lnTo>
                    <a:pt x="9571734" y="1280498"/>
                  </a:lnTo>
                  <a:lnTo>
                    <a:pt x="9637422" y="1298399"/>
                  </a:lnTo>
                  <a:lnTo>
                    <a:pt x="9708482" y="1314642"/>
                  </a:lnTo>
                  <a:lnTo>
                    <a:pt x="9785606" y="1329408"/>
                  </a:lnTo>
                  <a:lnTo>
                    <a:pt x="9869350" y="1342855"/>
                  </a:lnTo>
                  <a:lnTo>
                    <a:pt x="9960051" y="1355116"/>
                  </a:lnTo>
                  <a:lnTo>
                    <a:pt x="10057708" y="1366290"/>
                  </a:lnTo>
                  <a:lnTo>
                    <a:pt x="10161846" y="1376450"/>
                  </a:lnTo>
                  <a:lnTo>
                    <a:pt x="10271375" y="1385633"/>
                  </a:lnTo>
                  <a:lnTo>
                    <a:pt x="10384461" y="1393851"/>
                  </a:lnTo>
                  <a:lnTo>
                    <a:pt x="10498473" y="1401096"/>
                  </a:lnTo>
                  <a:lnTo>
                    <a:pt x="10610035" y="1407346"/>
                  </a:lnTo>
                  <a:lnTo>
                    <a:pt x="10715257" y="1412584"/>
                  </a:lnTo>
                  <a:lnTo>
                    <a:pt x="10810139" y="1416811"/>
                  </a:lnTo>
                  <a:lnTo>
                    <a:pt x="10891120" y="1420058"/>
                  </a:lnTo>
                  <a:lnTo>
                    <a:pt x="10955656" y="1422401"/>
                  </a:lnTo>
                  <a:lnTo>
                    <a:pt x="11002697" y="1423953"/>
                  </a:lnTo>
                  <a:lnTo>
                    <a:pt x="11032937" y="1424862"/>
                  </a:lnTo>
                  <a:lnTo>
                    <a:pt x="11048820" y="1425299"/>
                  </a:lnTo>
                  <a:lnTo>
                    <a:pt x="11054354" y="1425439"/>
                  </a:lnTo>
                  <a:lnTo>
                    <a:pt x="11054891" y="1425452"/>
                  </a:lnTo>
                  <a:lnTo>
                    <a:pt x="12049831" y="1425452"/>
                  </a:lnTo>
                  <a:lnTo>
                    <a:pt x="12049831" y="1420211"/>
                  </a:lnTo>
                  <a:lnTo>
                    <a:pt x="11054891" y="1420211"/>
                  </a:lnTo>
                  <a:lnTo>
                    <a:pt x="11053770" y="1420185"/>
                  </a:lnTo>
                  <a:lnTo>
                    <a:pt x="11046373" y="1419994"/>
                  </a:lnTo>
                  <a:lnTo>
                    <a:pt x="11027621" y="1419468"/>
                  </a:lnTo>
                  <a:lnTo>
                    <a:pt x="10993831" y="1418431"/>
                  </a:lnTo>
                  <a:lnTo>
                    <a:pt x="10942935" y="1416717"/>
                  </a:lnTo>
                  <a:lnTo>
                    <a:pt x="10874629" y="1414184"/>
                  </a:lnTo>
                  <a:lnTo>
                    <a:pt x="10790324" y="1410725"/>
                  </a:lnTo>
                  <a:lnTo>
                    <a:pt x="10692834" y="1406277"/>
                  </a:lnTo>
                  <a:lnTo>
                    <a:pt x="10585868" y="1400815"/>
                  </a:lnTo>
                  <a:lnTo>
                    <a:pt x="10473446" y="1394344"/>
                  </a:lnTo>
                  <a:lnTo>
                    <a:pt x="10359372" y="1386884"/>
                  </a:lnTo>
                  <a:lnTo>
                    <a:pt x="10246871" y="1378453"/>
                  </a:lnTo>
                  <a:lnTo>
                    <a:pt x="10138399" y="1369056"/>
                  </a:lnTo>
                  <a:lnTo>
                    <a:pt x="10035619" y="1358678"/>
                  </a:lnTo>
                  <a:lnTo>
                    <a:pt x="9939472" y="1347271"/>
                  </a:lnTo>
                  <a:lnTo>
                    <a:pt x="9850317" y="1334759"/>
                  </a:lnTo>
                  <a:lnTo>
                    <a:pt x="9768069" y="1321034"/>
                  </a:lnTo>
                  <a:lnTo>
                    <a:pt x="9692334" y="1305957"/>
                  </a:lnTo>
                  <a:lnTo>
                    <a:pt x="9622519" y="1289365"/>
                  </a:lnTo>
                  <a:lnTo>
                    <a:pt x="9557915" y="1271073"/>
                  </a:lnTo>
                  <a:lnTo>
                    <a:pt x="9497760" y="1250891"/>
                  </a:lnTo>
                  <a:lnTo>
                    <a:pt x="9441286" y="1228637"/>
                  </a:lnTo>
                  <a:lnTo>
                    <a:pt x="9387762" y="1204167"/>
                  </a:lnTo>
                  <a:lnTo>
                    <a:pt x="9347647" y="1183509"/>
                  </a:lnTo>
                  <a:lnTo>
                    <a:pt x="9293665" y="1152486"/>
                  </a:lnTo>
                  <a:lnTo>
                    <a:pt x="9241227" y="1118731"/>
                  </a:lnTo>
                  <a:lnTo>
                    <a:pt x="9189831" y="1082196"/>
                  </a:lnTo>
                  <a:lnTo>
                    <a:pt x="9139088" y="1042895"/>
                  </a:lnTo>
                  <a:lnTo>
                    <a:pt x="9088708" y="1000922"/>
                  </a:lnTo>
                  <a:lnTo>
                    <a:pt x="9038482" y="956447"/>
                  </a:lnTo>
                  <a:lnTo>
                    <a:pt x="8988274" y="909727"/>
                  </a:lnTo>
                  <a:lnTo>
                    <a:pt x="8938005" y="861098"/>
                  </a:lnTo>
                  <a:lnTo>
                    <a:pt x="8887646" y="810970"/>
                  </a:lnTo>
                  <a:lnTo>
                    <a:pt x="8837206" y="759812"/>
                  </a:lnTo>
                  <a:lnTo>
                    <a:pt x="8786721" y="708140"/>
                  </a:lnTo>
                  <a:lnTo>
                    <a:pt x="8736237" y="656488"/>
                  </a:lnTo>
                  <a:lnTo>
                    <a:pt x="8685802" y="605391"/>
                  </a:lnTo>
                  <a:lnTo>
                    <a:pt x="8635450" y="555361"/>
                  </a:lnTo>
                  <a:lnTo>
                    <a:pt x="8585187" y="506863"/>
                  </a:lnTo>
                  <a:lnTo>
                    <a:pt x="8534981" y="460303"/>
                  </a:lnTo>
                  <a:lnTo>
                    <a:pt x="8484750" y="416011"/>
                  </a:lnTo>
                  <a:lnTo>
                    <a:pt x="8434351" y="374235"/>
                  </a:lnTo>
                  <a:lnTo>
                    <a:pt x="8383569" y="335142"/>
                  </a:lnTo>
                  <a:lnTo>
                    <a:pt x="8332108" y="298819"/>
                  </a:lnTo>
                  <a:lnTo>
                    <a:pt x="8279573" y="265274"/>
                  </a:lnTo>
                  <a:lnTo>
                    <a:pt x="8229629" y="236701"/>
                  </a:lnTo>
                  <a:lnTo>
                    <a:pt x="8177945" y="210460"/>
                  </a:lnTo>
                  <a:lnTo>
                    <a:pt x="8123831" y="186487"/>
                  </a:lnTo>
                  <a:lnTo>
                    <a:pt x="8066611" y="164703"/>
                  </a:lnTo>
                  <a:lnTo>
                    <a:pt x="8005542" y="144953"/>
                  </a:lnTo>
                  <a:lnTo>
                    <a:pt x="7939855" y="127052"/>
                  </a:lnTo>
                  <a:lnTo>
                    <a:pt x="7868794" y="110809"/>
                  </a:lnTo>
                  <a:lnTo>
                    <a:pt x="7791671" y="96043"/>
                  </a:lnTo>
                  <a:lnTo>
                    <a:pt x="7707926" y="82596"/>
                  </a:lnTo>
                  <a:lnTo>
                    <a:pt x="7617225" y="70336"/>
                  </a:lnTo>
                  <a:lnTo>
                    <a:pt x="7519569" y="59161"/>
                  </a:lnTo>
                  <a:lnTo>
                    <a:pt x="7415430" y="49002"/>
                  </a:lnTo>
                  <a:lnTo>
                    <a:pt x="7305902" y="39819"/>
                  </a:lnTo>
                  <a:lnTo>
                    <a:pt x="7192815" y="31600"/>
                  </a:lnTo>
                  <a:lnTo>
                    <a:pt x="7078804" y="24356"/>
                  </a:lnTo>
                  <a:lnTo>
                    <a:pt x="6967242" y="18106"/>
                  </a:lnTo>
                  <a:lnTo>
                    <a:pt x="6862020" y="12868"/>
                  </a:lnTo>
                  <a:lnTo>
                    <a:pt x="6767137" y="8641"/>
                  </a:lnTo>
                  <a:lnTo>
                    <a:pt x="6686156" y="5393"/>
                  </a:lnTo>
                  <a:lnTo>
                    <a:pt x="6621620" y="3051"/>
                  </a:lnTo>
                  <a:lnTo>
                    <a:pt x="6574580" y="1499"/>
                  </a:lnTo>
                  <a:lnTo>
                    <a:pt x="6544340" y="589"/>
                  </a:lnTo>
                  <a:lnTo>
                    <a:pt x="6528456" y="152"/>
                  </a:lnTo>
                  <a:lnTo>
                    <a:pt x="6522923" y="1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9" y="70"/>
                  </a:lnTo>
                  <a:lnTo>
                    <a:pt x="5519704" y="572"/>
                  </a:lnTo>
                  <a:lnTo>
                    <a:pt x="5502613" y="1957"/>
                  </a:lnTo>
                  <a:lnTo>
                    <a:pt x="5471709" y="4690"/>
                  </a:lnTo>
                  <a:lnTo>
                    <a:pt x="5424941" y="9212"/>
                  </a:lnTo>
                  <a:lnTo>
                    <a:pt x="5361799" y="15910"/>
                  </a:lnTo>
                  <a:lnTo>
                    <a:pt x="5283299" y="25084"/>
                  </a:lnTo>
                  <a:lnTo>
                    <a:pt x="5191759" y="36925"/>
                  </a:lnTo>
                  <a:lnTo>
                    <a:pt x="5090395" y="51522"/>
                  </a:lnTo>
                  <a:lnTo>
                    <a:pt x="4982826" y="68879"/>
                  </a:lnTo>
                  <a:lnTo>
                    <a:pt x="4872604" y="88953"/>
                  </a:lnTo>
                  <a:lnTo>
                    <a:pt x="4762858" y="111688"/>
                  </a:lnTo>
                  <a:lnTo>
                    <a:pt x="4656083" y="137053"/>
                  </a:lnTo>
                  <a:lnTo>
                    <a:pt x="4554071" y="165066"/>
                  </a:lnTo>
                  <a:lnTo>
                    <a:pt x="4457948" y="195815"/>
                  </a:lnTo>
                  <a:lnTo>
                    <a:pt x="4368270" y="229462"/>
                  </a:lnTo>
                  <a:lnTo>
                    <a:pt x="4285145" y="266252"/>
                  </a:lnTo>
                  <a:lnTo>
                    <a:pt x="4208351" y="306508"/>
                  </a:lnTo>
                  <a:lnTo>
                    <a:pt x="4137442" y="350626"/>
                  </a:lnTo>
                  <a:lnTo>
                    <a:pt x="4071829" y="399062"/>
                  </a:lnTo>
                  <a:lnTo>
                    <a:pt x="4010848" y="452311"/>
                  </a:lnTo>
                  <a:lnTo>
                    <a:pt x="3953801" y="510879"/>
                  </a:lnTo>
                  <a:lnTo>
                    <a:pt x="3899999" y="575222"/>
                  </a:lnTo>
                  <a:lnTo>
                    <a:pt x="3848795" y="645669"/>
                  </a:lnTo>
                  <a:lnTo>
                    <a:pt x="3820202" y="689143"/>
                  </a:lnTo>
                  <a:lnTo>
                    <a:pt x="3782129" y="751711"/>
                  </a:lnTo>
                  <a:lnTo>
                    <a:pt x="3744901" y="818160"/>
                  </a:lnTo>
                  <a:lnTo>
                    <a:pt x="3708324" y="888567"/>
                  </a:lnTo>
                  <a:lnTo>
                    <a:pt x="3672234" y="962969"/>
                  </a:lnTo>
                  <a:lnTo>
                    <a:pt x="3636497" y="1041353"/>
                  </a:lnTo>
                  <a:lnTo>
                    <a:pt x="3601002" y="1123653"/>
                  </a:lnTo>
                  <a:lnTo>
                    <a:pt x="3565659" y="1209749"/>
                  </a:lnTo>
                  <a:lnTo>
                    <a:pt x="3530398" y="1299463"/>
                  </a:lnTo>
                  <a:lnTo>
                    <a:pt x="3495167" y="1392557"/>
                  </a:lnTo>
                  <a:lnTo>
                    <a:pt x="3459928" y="1488735"/>
                  </a:lnTo>
                  <a:lnTo>
                    <a:pt x="3424658" y="1587646"/>
                  </a:lnTo>
                  <a:lnTo>
                    <a:pt x="3389344" y="1688885"/>
                  </a:lnTo>
                  <a:lnTo>
                    <a:pt x="3353985" y="1792002"/>
                  </a:lnTo>
                  <a:lnTo>
                    <a:pt x="3318587" y="1896509"/>
                  </a:lnTo>
                  <a:lnTo>
                    <a:pt x="3283163" y="2001888"/>
                  </a:lnTo>
                  <a:lnTo>
                    <a:pt x="3247728" y="2107603"/>
                  </a:lnTo>
                  <a:lnTo>
                    <a:pt x="3212300" y="2213113"/>
                  </a:lnTo>
                  <a:lnTo>
                    <a:pt x="3176895" y="2317877"/>
                  </a:lnTo>
                  <a:lnTo>
                    <a:pt x="3141526" y="2421373"/>
                  </a:lnTo>
                  <a:lnTo>
                    <a:pt x="3106201" y="2523105"/>
                  </a:lnTo>
                  <a:lnTo>
                    <a:pt x="3070921" y="2622614"/>
                  </a:lnTo>
                  <a:lnTo>
                    <a:pt x="3035676" y="2719482"/>
                  </a:lnTo>
                  <a:lnTo>
                    <a:pt x="3000445" y="2813346"/>
                  </a:lnTo>
                  <a:lnTo>
                    <a:pt x="2965196" y="2903895"/>
                  </a:lnTo>
                  <a:lnTo>
                    <a:pt x="2929879" y="2990878"/>
                  </a:lnTo>
                  <a:lnTo>
                    <a:pt x="2894427" y="3074103"/>
                  </a:lnTo>
                  <a:lnTo>
                    <a:pt x="2858757" y="3153434"/>
                  </a:lnTo>
                  <a:lnTo>
                    <a:pt x="2822764" y="3228795"/>
                  </a:lnTo>
                  <a:lnTo>
                    <a:pt x="2786317" y="3300161"/>
                  </a:lnTo>
                  <a:lnTo>
                    <a:pt x="2749262" y="3367554"/>
                  </a:lnTo>
                  <a:lnTo>
                    <a:pt x="2711412" y="3431044"/>
                  </a:lnTo>
                  <a:lnTo>
                    <a:pt x="2702183" y="3445716"/>
                  </a:lnTo>
                  <a:lnTo>
                    <a:pt x="2652211" y="3519744"/>
                  </a:lnTo>
                  <a:lnTo>
                    <a:pt x="2599983" y="3587582"/>
                  </a:lnTo>
                  <a:lnTo>
                    <a:pt x="2544891" y="3649432"/>
                  </a:lnTo>
                  <a:lnTo>
                    <a:pt x="2486265" y="3705690"/>
                  </a:lnTo>
                  <a:lnTo>
                    <a:pt x="2423409" y="3756842"/>
                  </a:lnTo>
                  <a:lnTo>
                    <a:pt x="2355635" y="3803392"/>
                  </a:lnTo>
                  <a:lnTo>
                    <a:pt x="2282302" y="3845825"/>
                  </a:lnTo>
                  <a:lnTo>
                    <a:pt x="2202873" y="3884571"/>
                  </a:lnTo>
                  <a:lnTo>
                    <a:pt x="2116987" y="3919997"/>
                  </a:lnTo>
                  <a:lnTo>
                    <a:pt x="2024547" y="3952392"/>
                  </a:lnTo>
                  <a:lnTo>
                    <a:pt x="1925835" y="3981968"/>
                  </a:lnTo>
                  <a:lnTo>
                    <a:pt x="1821635" y="4008855"/>
                  </a:lnTo>
                  <a:lnTo>
                    <a:pt x="1713343" y="4033109"/>
                  </a:lnTo>
                  <a:lnTo>
                    <a:pt x="1603052" y="4054724"/>
                  </a:lnTo>
                  <a:lnTo>
                    <a:pt x="1493539" y="4073656"/>
                  </a:lnTo>
                  <a:lnTo>
                    <a:pt x="1388147" y="4089849"/>
                  </a:lnTo>
                  <a:lnTo>
                    <a:pt x="1290509" y="4103276"/>
                  </a:lnTo>
                  <a:lnTo>
                    <a:pt x="1204133" y="4113972"/>
                  </a:lnTo>
                  <a:lnTo>
                    <a:pt x="1131913" y="4122069"/>
                  </a:lnTo>
                  <a:lnTo>
                    <a:pt x="1075658" y="4127805"/>
                  </a:lnTo>
                  <a:lnTo>
                    <a:pt x="1035753" y="4131519"/>
                  </a:lnTo>
                  <a:lnTo>
                    <a:pt x="1011027" y="4133626"/>
                  </a:lnTo>
                  <a:lnTo>
                    <a:pt x="998815" y="4134581"/>
                  </a:lnTo>
                  <a:lnTo>
                    <a:pt x="995139" y="4134846"/>
                  </a:lnTo>
                  <a:lnTo>
                    <a:pt x="994940" y="4134860"/>
                  </a:lnTo>
                  <a:lnTo>
                    <a:pt x="0" y="4134860"/>
                  </a:lnTo>
                  <a:close/>
                </a:path>
              </a:pathLst>
            </a:custGeom>
            <a:solidFill>
              <a:srgbClr val="AB47B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91" name="pl2190"/>
            <p:cNvSpPr/>
            <p:nvPr/>
          </p:nvSpPr>
          <p:spPr>
            <a:xfrm>
              <a:off x="1199187" y="2415767"/>
              <a:ext cx="12049831" cy="4134860"/>
            </a:xfrm>
            <a:custGeom>
              <a:avLst/>
              <a:pathLst>
                <a:path w="12049831" h="4134860">
                  <a:moveTo>
                    <a:pt x="0" y="4134860"/>
                  </a:moveTo>
                  <a:lnTo>
                    <a:pt x="994940" y="4134860"/>
                  </a:lnTo>
                  <a:lnTo>
                    <a:pt x="995956" y="4134789"/>
                  </a:lnTo>
                  <a:lnTo>
                    <a:pt x="1002681" y="4134288"/>
                  </a:lnTo>
                  <a:lnTo>
                    <a:pt x="1019772" y="4132902"/>
                  </a:lnTo>
                  <a:lnTo>
                    <a:pt x="1050676" y="4130170"/>
                  </a:lnTo>
                  <a:lnTo>
                    <a:pt x="1097444" y="4125648"/>
                  </a:lnTo>
                  <a:lnTo>
                    <a:pt x="1160586" y="4118949"/>
                  </a:lnTo>
                  <a:lnTo>
                    <a:pt x="1239086" y="4109775"/>
                  </a:lnTo>
                  <a:lnTo>
                    <a:pt x="1330626" y="4097934"/>
                  </a:lnTo>
                  <a:lnTo>
                    <a:pt x="1431990" y="4083337"/>
                  </a:lnTo>
                  <a:lnTo>
                    <a:pt x="1539559" y="4065980"/>
                  </a:lnTo>
                  <a:lnTo>
                    <a:pt x="1649781" y="4045906"/>
                  </a:lnTo>
                  <a:lnTo>
                    <a:pt x="1759527" y="4023171"/>
                  </a:lnTo>
                  <a:lnTo>
                    <a:pt x="1866302" y="3997806"/>
                  </a:lnTo>
                  <a:lnTo>
                    <a:pt x="1968314" y="3969793"/>
                  </a:lnTo>
                  <a:lnTo>
                    <a:pt x="2064437" y="3939045"/>
                  </a:lnTo>
                  <a:lnTo>
                    <a:pt x="2154115" y="3905398"/>
                  </a:lnTo>
                  <a:lnTo>
                    <a:pt x="2237240" y="3868608"/>
                  </a:lnTo>
                  <a:lnTo>
                    <a:pt x="2314034" y="3828351"/>
                  </a:lnTo>
                  <a:lnTo>
                    <a:pt x="2384943" y="3784233"/>
                  </a:lnTo>
                  <a:lnTo>
                    <a:pt x="2450556" y="3735797"/>
                  </a:lnTo>
                  <a:lnTo>
                    <a:pt x="2511537" y="3682548"/>
                  </a:lnTo>
                  <a:lnTo>
                    <a:pt x="2568584" y="3623981"/>
                  </a:lnTo>
                  <a:lnTo>
                    <a:pt x="2622386" y="3559638"/>
                  </a:lnTo>
                  <a:lnTo>
                    <a:pt x="2673590" y="3489190"/>
                  </a:lnTo>
                  <a:lnTo>
                    <a:pt x="2702183" y="3445716"/>
                  </a:lnTo>
                  <a:lnTo>
                    <a:pt x="2740256" y="3383148"/>
                  </a:lnTo>
                  <a:lnTo>
                    <a:pt x="2777484" y="3316700"/>
                  </a:lnTo>
                  <a:lnTo>
                    <a:pt x="2814061" y="3246292"/>
                  </a:lnTo>
                  <a:lnTo>
                    <a:pt x="2850151" y="3171890"/>
                  </a:lnTo>
                  <a:lnTo>
                    <a:pt x="2885888" y="3093506"/>
                  </a:lnTo>
                  <a:lnTo>
                    <a:pt x="2921383" y="3011206"/>
                  </a:lnTo>
                  <a:lnTo>
                    <a:pt x="2956726" y="2925110"/>
                  </a:lnTo>
                  <a:lnTo>
                    <a:pt x="2991987" y="2835396"/>
                  </a:lnTo>
                  <a:lnTo>
                    <a:pt x="3027218" y="2742302"/>
                  </a:lnTo>
                  <a:lnTo>
                    <a:pt x="3062457" y="2646124"/>
                  </a:lnTo>
                  <a:lnTo>
                    <a:pt x="3097727" y="2547213"/>
                  </a:lnTo>
                  <a:lnTo>
                    <a:pt x="3133041" y="2445974"/>
                  </a:lnTo>
                  <a:lnTo>
                    <a:pt x="3168400" y="2342857"/>
                  </a:lnTo>
                  <a:lnTo>
                    <a:pt x="3203798" y="2238351"/>
                  </a:lnTo>
                  <a:lnTo>
                    <a:pt x="3239222" y="2132972"/>
                  </a:lnTo>
                  <a:lnTo>
                    <a:pt x="3274657" y="2027256"/>
                  </a:lnTo>
                  <a:lnTo>
                    <a:pt x="3310085" y="1921747"/>
                  </a:lnTo>
                  <a:lnTo>
                    <a:pt x="3345490" y="1816983"/>
                  </a:lnTo>
                  <a:lnTo>
                    <a:pt x="3380859" y="1713486"/>
                  </a:lnTo>
                  <a:lnTo>
                    <a:pt x="3416184" y="1611754"/>
                  </a:lnTo>
                  <a:lnTo>
                    <a:pt x="3451464" y="1512246"/>
                  </a:lnTo>
                  <a:lnTo>
                    <a:pt x="3486709" y="1415377"/>
                  </a:lnTo>
                  <a:lnTo>
                    <a:pt x="3521940" y="1321514"/>
                  </a:lnTo>
                  <a:lnTo>
                    <a:pt x="3557189" y="1230964"/>
                  </a:lnTo>
                  <a:lnTo>
                    <a:pt x="3592506" y="1143981"/>
                  </a:lnTo>
                  <a:lnTo>
                    <a:pt x="3627958" y="1060757"/>
                  </a:lnTo>
                  <a:lnTo>
                    <a:pt x="3663628" y="981425"/>
                  </a:lnTo>
                  <a:lnTo>
                    <a:pt x="3699621" y="906064"/>
                  </a:lnTo>
                  <a:lnTo>
                    <a:pt x="3736068" y="834699"/>
                  </a:lnTo>
                  <a:lnTo>
                    <a:pt x="3773123" y="767305"/>
                  </a:lnTo>
                  <a:lnTo>
                    <a:pt x="3810973" y="703815"/>
                  </a:lnTo>
                  <a:lnTo>
                    <a:pt x="3820202" y="689143"/>
                  </a:lnTo>
                  <a:lnTo>
                    <a:pt x="3870174" y="615116"/>
                  </a:lnTo>
                  <a:lnTo>
                    <a:pt x="3922402" y="547277"/>
                  </a:lnTo>
                  <a:lnTo>
                    <a:pt x="3977494" y="485427"/>
                  </a:lnTo>
                  <a:lnTo>
                    <a:pt x="4036120" y="429169"/>
                  </a:lnTo>
                  <a:lnTo>
                    <a:pt x="4098976" y="378018"/>
                  </a:lnTo>
                  <a:lnTo>
                    <a:pt x="4166750" y="331467"/>
                  </a:lnTo>
                  <a:lnTo>
                    <a:pt x="4240083" y="289035"/>
                  </a:lnTo>
                  <a:lnTo>
                    <a:pt x="4319512" y="250288"/>
                  </a:lnTo>
                  <a:lnTo>
                    <a:pt x="4405398" y="214863"/>
                  </a:lnTo>
                  <a:lnTo>
                    <a:pt x="4497838" y="182467"/>
                  </a:lnTo>
                  <a:lnTo>
                    <a:pt x="4596550" y="152891"/>
                  </a:lnTo>
                  <a:lnTo>
                    <a:pt x="4700750" y="126004"/>
                  </a:lnTo>
                  <a:lnTo>
                    <a:pt x="4809042" y="101750"/>
                  </a:lnTo>
                  <a:lnTo>
                    <a:pt x="4919333" y="80135"/>
                  </a:lnTo>
                  <a:lnTo>
                    <a:pt x="5028846" y="61203"/>
                  </a:lnTo>
                  <a:lnTo>
                    <a:pt x="5134238" y="45010"/>
                  </a:lnTo>
                  <a:lnTo>
                    <a:pt x="5231876" y="31584"/>
                  </a:lnTo>
                  <a:lnTo>
                    <a:pt x="5318252" y="20887"/>
                  </a:lnTo>
                  <a:lnTo>
                    <a:pt x="5390472" y="12790"/>
                  </a:lnTo>
                  <a:lnTo>
                    <a:pt x="5446727" y="7054"/>
                  </a:lnTo>
                  <a:lnTo>
                    <a:pt x="5486632" y="3341"/>
                  </a:lnTo>
                  <a:lnTo>
                    <a:pt x="5511358" y="1234"/>
                  </a:lnTo>
                  <a:lnTo>
                    <a:pt x="5523570" y="278"/>
                  </a:lnTo>
                  <a:lnTo>
                    <a:pt x="5527246" y="13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6" y="26"/>
                  </a:lnTo>
                  <a:lnTo>
                    <a:pt x="6530903" y="217"/>
                  </a:lnTo>
                  <a:lnTo>
                    <a:pt x="6549656" y="743"/>
                  </a:lnTo>
                  <a:lnTo>
                    <a:pt x="6583445" y="1780"/>
                  </a:lnTo>
                  <a:lnTo>
                    <a:pt x="6634341" y="3494"/>
                  </a:lnTo>
                  <a:lnTo>
                    <a:pt x="6702647" y="6027"/>
                  </a:lnTo>
                  <a:lnTo>
                    <a:pt x="6786953" y="9486"/>
                  </a:lnTo>
                  <a:lnTo>
                    <a:pt x="6884443" y="13934"/>
                  </a:lnTo>
                  <a:lnTo>
                    <a:pt x="6991408" y="19396"/>
                  </a:lnTo>
                  <a:lnTo>
                    <a:pt x="7103831" y="25867"/>
                  </a:lnTo>
                  <a:lnTo>
                    <a:pt x="7217905" y="33327"/>
                  </a:lnTo>
                  <a:lnTo>
                    <a:pt x="7330406" y="41758"/>
                  </a:lnTo>
                  <a:lnTo>
                    <a:pt x="7438877" y="51154"/>
                  </a:lnTo>
                  <a:lnTo>
                    <a:pt x="7541658" y="61533"/>
                  </a:lnTo>
                  <a:lnTo>
                    <a:pt x="7637804" y="72940"/>
                  </a:lnTo>
                  <a:lnTo>
                    <a:pt x="7726960" y="85451"/>
                  </a:lnTo>
                  <a:lnTo>
                    <a:pt x="7809208" y="99177"/>
                  </a:lnTo>
                  <a:lnTo>
                    <a:pt x="7884942" y="114254"/>
                  </a:lnTo>
                  <a:lnTo>
                    <a:pt x="7954757" y="130846"/>
                  </a:lnTo>
                  <a:lnTo>
                    <a:pt x="8019361" y="149137"/>
                  </a:lnTo>
                  <a:lnTo>
                    <a:pt x="8079517" y="169320"/>
                  </a:lnTo>
                  <a:lnTo>
                    <a:pt x="8135991" y="191574"/>
                  </a:lnTo>
                  <a:lnTo>
                    <a:pt x="8189515" y="216043"/>
                  </a:lnTo>
                  <a:lnTo>
                    <a:pt x="8229629" y="236701"/>
                  </a:lnTo>
                  <a:lnTo>
                    <a:pt x="8283612" y="267725"/>
                  </a:lnTo>
                  <a:lnTo>
                    <a:pt x="8336049" y="301480"/>
                  </a:lnTo>
                  <a:lnTo>
                    <a:pt x="8387446" y="338015"/>
                  </a:lnTo>
                  <a:lnTo>
                    <a:pt x="8438189" y="377316"/>
                  </a:lnTo>
                  <a:lnTo>
                    <a:pt x="8488569" y="419289"/>
                  </a:lnTo>
                  <a:lnTo>
                    <a:pt x="8538794" y="463764"/>
                  </a:lnTo>
                  <a:lnTo>
                    <a:pt x="8589002" y="510484"/>
                  </a:lnTo>
                  <a:lnTo>
                    <a:pt x="8639271" y="559113"/>
                  </a:lnTo>
                  <a:lnTo>
                    <a:pt x="8689630" y="609241"/>
                  </a:lnTo>
                  <a:lnTo>
                    <a:pt x="8740070" y="660398"/>
                  </a:lnTo>
                  <a:lnTo>
                    <a:pt x="8790556" y="712071"/>
                  </a:lnTo>
                  <a:lnTo>
                    <a:pt x="8841040" y="763723"/>
                  </a:lnTo>
                  <a:lnTo>
                    <a:pt x="8891474" y="814820"/>
                  </a:lnTo>
                  <a:lnTo>
                    <a:pt x="8941827" y="864850"/>
                  </a:lnTo>
                  <a:lnTo>
                    <a:pt x="8992089" y="913347"/>
                  </a:lnTo>
                  <a:lnTo>
                    <a:pt x="9042295" y="959908"/>
                  </a:lnTo>
                  <a:lnTo>
                    <a:pt x="9092527" y="1004200"/>
                  </a:lnTo>
                  <a:lnTo>
                    <a:pt x="9142926" y="1045976"/>
                  </a:lnTo>
                  <a:lnTo>
                    <a:pt x="9193707" y="1085068"/>
                  </a:lnTo>
                  <a:lnTo>
                    <a:pt x="9245168" y="1121392"/>
                  </a:lnTo>
                  <a:lnTo>
                    <a:pt x="9297704" y="1154937"/>
                  </a:lnTo>
                  <a:lnTo>
                    <a:pt x="9347647" y="1183509"/>
                  </a:lnTo>
                  <a:lnTo>
                    <a:pt x="9399331" y="1209751"/>
                  </a:lnTo>
                  <a:lnTo>
                    <a:pt x="9453445" y="1233724"/>
                  </a:lnTo>
                  <a:lnTo>
                    <a:pt x="9510665" y="1255508"/>
                  </a:lnTo>
                  <a:lnTo>
                    <a:pt x="9571734" y="1275257"/>
                  </a:lnTo>
                  <a:lnTo>
                    <a:pt x="9637422" y="1293158"/>
                  </a:lnTo>
                  <a:lnTo>
                    <a:pt x="9708482" y="1309402"/>
                  </a:lnTo>
                  <a:lnTo>
                    <a:pt x="9785606" y="1324168"/>
                  </a:lnTo>
                  <a:lnTo>
                    <a:pt x="9869350" y="1337615"/>
                  </a:lnTo>
                  <a:lnTo>
                    <a:pt x="9960051" y="1349875"/>
                  </a:lnTo>
                  <a:lnTo>
                    <a:pt x="10057708" y="1361050"/>
                  </a:lnTo>
                  <a:lnTo>
                    <a:pt x="10161846" y="1371209"/>
                  </a:lnTo>
                  <a:lnTo>
                    <a:pt x="10271375" y="1380392"/>
                  </a:lnTo>
                  <a:lnTo>
                    <a:pt x="10384461" y="1388611"/>
                  </a:lnTo>
                  <a:lnTo>
                    <a:pt x="10498473" y="1395855"/>
                  </a:lnTo>
                  <a:lnTo>
                    <a:pt x="10610035" y="1402105"/>
                  </a:lnTo>
                  <a:lnTo>
                    <a:pt x="10715257" y="1407343"/>
                  </a:lnTo>
                  <a:lnTo>
                    <a:pt x="10810139" y="1411570"/>
                  </a:lnTo>
                  <a:lnTo>
                    <a:pt x="10891120" y="1414818"/>
                  </a:lnTo>
                  <a:lnTo>
                    <a:pt x="10955656" y="1417160"/>
                  </a:lnTo>
                  <a:lnTo>
                    <a:pt x="11002697" y="1418712"/>
                  </a:lnTo>
                  <a:lnTo>
                    <a:pt x="11032937" y="1419622"/>
                  </a:lnTo>
                  <a:lnTo>
                    <a:pt x="11048820" y="1420059"/>
                  </a:lnTo>
                  <a:lnTo>
                    <a:pt x="11054354" y="1420199"/>
                  </a:lnTo>
                  <a:lnTo>
                    <a:pt x="11054891" y="1420211"/>
                  </a:lnTo>
                  <a:lnTo>
                    <a:pt x="12049831" y="1420211"/>
                  </a:lnTo>
                  <a:lnTo>
                    <a:pt x="12049831" y="14202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92" name="pl2191"/>
            <p:cNvSpPr/>
            <p:nvPr/>
          </p:nvSpPr>
          <p:spPr>
            <a:xfrm>
              <a:off x="1199187" y="2410527"/>
              <a:ext cx="12049831" cy="4134860"/>
            </a:xfrm>
            <a:custGeom>
              <a:avLst/>
              <a:pathLst>
                <a:path w="12049831" h="4134860">
                  <a:moveTo>
                    <a:pt x="12049831" y="1420211"/>
                  </a:moveTo>
                  <a:lnTo>
                    <a:pt x="11054891" y="1420211"/>
                  </a:lnTo>
                  <a:lnTo>
                    <a:pt x="11053770" y="1420185"/>
                  </a:lnTo>
                  <a:lnTo>
                    <a:pt x="11046373" y="1419994"/>
                  </a:lnTo>
                  <a:lnTo>
                    <a:pt x="11027621" y="1419468"/>
                  </a:lnTo>
                  <a:lnTo>
                    <a:pt x="10993831" y="1418431"/>
                  </a:lnTo>
                  <a:lnTo>
                    <a:pt x="10942935" y="1416717"/>
                  </a:lnTo>
                  <a:lnTo>
                    <a:pt x="10874629" y="1414184"/>
                  </a:lnTo>
                  <a:lnTo>
                    <a:pt x="10790324" y="1410725"/>
                  </a:lnTo>
                  <a:lnTo>
                    <a:pt x="10692834" y="1406277"/>
                  </a:lnTo>
                  <a:lnTo>
                    <a:pt x="10585868" y="1400815"/>
                  </a:lnTo>
                  <a:lnTo>
                    <a:pt x="10473446" y="1394344"/>
                  </a:lnTo>
                  <a:lnTo>
                    <a:pt x="10359372" y="1386884"/>
                  </a:lnTo>
                  <a:lnTo>
                    <a:pt x="10246871" y="1378453"/>
                  </a:lnTo>
                  <a:lnTo>
                    <a:pt x="10138399" y="1369056"/>
                  </a:lnTo>
                  <a:lnTo>
                    <a:pt x="10035619" y="1358678"/>
                  </a:lnTo>
                  <a:lnTo>
                    <a:pt x="9939472" y="1347271"/>
                  </a:lnTo>
                  <a:lnTo>
                    <a:pt x="9850317" y="1334759"/>
                  </a:lnTo>
                  <a:lnTo>
                    <a:pt x="9768069" y="1321034"/>
                  </a:lnTo>
                  <a:lnTo>
                    <a:pt x="9692334" y="1305957"/>
                  </a:lnTo>
                  <a:lnTo>
                    <a:pt x="9622519" y="1289365"/>
                  </a:lnTo>
                  <a:lnTo>
                    <a:pt x="9557915" y="1271073"/>
                  </a:lnTo>
                  <a:lnTo>
                    <a:pt x="9497760" y="1250891"/>
                  </a:lnTo>
                  <a:lnTo>
                    <a:pt x="9441286" y="1228637"/>
                  </a:lnTo>
                  <a:lnTo>
                    <a:pt x="9387762" y="1204167"/>
                  </a:lnTo>
                  <a:lnTo>
                    <a:pt x="9347647" y="1183509"/>
                  </a:lnTo>
                  <a:lnTo>
                    <a:pt x="9293665" y="1152486"/>
                  </a:lnTo>
                  <a:lnTo>
                    <a:pt x="9241227" y="1118731"/>
                  </a:lnTo>
                  <a:lnTo>
                    <a:pt x="9189831" y="1082196"/>
                  </a:lnTo>
                  <a:lnTo>
                    <a:pt x="9139088" y="1042895"/>
                  </a:lnTo>
                  <a:lnTo>
                    <a:pt x="9088708" y="1000922"/>
                  </a:lnTo>
                  <a:lnTo>
                    <a:pt x="9038482" y="956447"/>
                  </a:lnTo>
                  <a:lnTo>
                    <a:pt x="8988274" y="909727"/>
                  </a:lnTo>
                  <a:lnTo>
                    <a:pt x="8938005" y="861098"/>
                  </a:lnTo>
                  <a:lnTo>
                    <a:pt x="8887646" y="810970"/>
                  </a:lnTo>
                  <a:lnTo>
                    <a:pt x="8837206" y="759812"/>
                  </a:lnTo>
                  <a:lnTo>
                    <a:pt x="8786721" y="708140"/>
                  </a:lnTo>
                  <a:lnTo>
                    <a:pt x="8736237" y="656488"/>
                  </a:lnTo>
                  <a:lnTo>
                    <a:pt x="8685802" y="605391"/>
                  </a:lnTo>
                  <a:lnTo>
                    <a:pt x="8635450" y="555361"/>
                  </a:lnTo>
                  <a:lnTo>
                    <a:pt x="8585187" y="506863"/>
                  </a:lnTo>
                  <a:lnTo>
                    <a:pt x="8534981" y="460303"/>
                  </a:lnTo>
                  <a:lnTo>
                    <a:pt x="8484750" y="416011"/>
                  </a:lnTo>
                  <a:lnTo>
                    <a:pt x="8434351" y="374235"/>
                  </a:lnTo>
                  <a:lnTo>
                    <a:pt x="8383569" y="335142"/>
                  </a:lnTo>
                  <a:lnTo>
                    <a:pt x="8332108" y="298819"/>
                  </a:lnTo>
                  <a:lnTo>
                    <a:pt x="8279573" y="265274"/>
                  </a:lnTo>
                  <a:lnTo>
                    <a:pt x="8229629" y="236701"/>
                  </a:lnTo>
                  <a:lnTo>
                    <a:pt x="8177945" y="210460"/>
                  </a:lnTo>
                  <a:lnTo>
                    <a:pt x="8123831" y="186487"/>
                  </a:lnTo>
                  <a:lnTo>
                    <a:pt x="8066611" y="164703"/>
                  </a:lnTo>
                  <a:lnTo>
                    <a:pt x="8005542" y="144953"/>
                  </a:lnTo>
                  <a:lnTo>
                    <a:pt x="7939855" y="127052"/>
                  </a:lnTo>
                  <a:lnTo>
                    <a:pt x="7868794" y="110809"/>
                  </a:lnTo>
                  <a:lnTo>
                    <a:pt x="7791671" y="96043"/>
                  </a:lnTo>
                  <a:lnTo>
                    <a:pt x="7707926" y="82596"/>
                  </a:lnTo>
                  <a:lnTo>
                    <a:pt x="7617225" y="70336"/>
                  </a:lnTo>
                  <a:lnTo>
                    <a:pt x="7519569" y="59161"/>
                  </a:lnTo>
                  <a:lnTo>
                    <a:pt x="7415430" y="49002"/>
                  </a:lnTo>
                  <a:lnTo>
                    <a:pt x="7305902" y="39819"/>
                  </a:lnTo>
                  <a:lnTo>
                    <a:pt x="7192815" y="31600"/>
                  </a:lnTo>
                  <a:lnTo>
                    <a:pt x="7078804" y="24356"/>
                  </a:lnTo>
                  <a:lnTo>
                    <a:pt x="6967242" y="18106"/>
                  </a:lnTo>
                  <a:lnTo>
                    <a:pt x="6862020" y="12868"/>
                  </a:lnTo>
                  <a:lnTo>
                    <a:pt x="6767137" y="8641"/>
                  </a:lnTo>
                  <a:lnTo>
                    <a:pt x="6686156" y="5393"/>
                  </a:lnTo>
                  <a:lnTo>
                    <a:pt x="6621620" y="3051"/>
                  </a:lnTo>
                  <a:lnTo>
                    <a:pt x="6574580" y="1499"/>
                  </a:lnTo>
                  <a:lnTo>
                    <a:pt x="6544340" y="589"/>
                  </a:lnTo>
                  <a:lnTo>
                    <a:pt x="6528456" y="152"/>
                  </a:lnTo>
                  <a:lnTo>
                    <a:pt x="6522923" y="12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9" y="70"/>
                  </a:lnTo>
                  <a:lnTo>
                    <a:pt x="5519704" y="572"/>
                  </a:lnTo>
                  <a:lnTo>
                    <a:pt x="5502613" y="1957"/>
                  </a:lnTo>
                  <a:lnTo>
                    <a:pt x="5471709" y="4690"/>
                  </a:lnTo>
                  <a:lnTo>
                    <a:pt x="5424941" y="9212"/>
                  </a:lnTo>
                  <a:lnTo>
                    <a:pt x="5361799" y="15910"/>
                  </a:lnTo>
                  <a:lnTo>
                    <a:pt x="5283299" y="25084"/>
                  </a:lnTo>
                  <a:lnTo>
                    <a:pt x="5191759" y="36925"/>
                  </a:lnTo>
                  <a:lnTo>
                    <a:pt x="5090395" y="51522"/>
                  </a:lnTo>
                  <a:lnTo>
                    <a:pt x="4982826" y="68879"/>
                  </a:lnTo>
                  <a:lnTo>
                    <a:pt x="4872604" y="88953"/>
                  </a:lnTo>
                  <a:lnTo>
                    <a:pt x="4762858" y="111688"/>
                  </a:lnTo>
                  <a:lnTo>
                    <a:pt x="4656083" y="137053"/>
                  </a:lnTo>
                  <a:lnTo>
                    <a:pt x="4554071" y="165066"/>
                  </a:lnTo>
                  <a:lnTo>
                    <a:pt x="4457948" y="195815"/>
                  </a:lnTo>
                  <a:lnTo>
                    <a:pt x="4368270" y="229462"/>
                  </a:lnTo>
                  <a:lnTo>
                    <a:pt x="4285145" y="266252"/>
                  </a:lnTo>
                  <a:lnTo>
                    <a:pt x="4208351" y="306508"/>
                  </a:lnTo>
                  <a:lnTo>
                    <a:pt x="4137442" y="350626"/>
                  </a:lnTo>
                  <a:lnTo>
                    <a:pt x="4071829" y="399062"/>
                  </a:lnTo>
                  <a:lnTo>
                    <a:pt x="4010848" y="452311"/>
                  </a:lnTo>
                  <a:lnTo>
                    <a:pt x="3953801" y="510879"/>
                  </a:lnTo>
                  <a:lnTo>
                    <a:pt x="3899999" y="575222"/>
                  </a:lnTo>
                  <a:lnTo>
                    <a:pt x="3848795" y="645669"/>
                  </a:lnTo>
                  <a:lnTo>
                    <a:pt x="3820202" y="689143"/>
                  </a:lnTo>
                  <a:lnTo>
                    <a:pt x="3782129" y="751711"/>
                  </a:lnTo>
                  <a:lnTo>
                    <a:pt x="3744901" y="818160"/>
                  </a:lnTo>
                  <a:lnTo>
                    <a:pt x="3708324" y="888567"/>
                  </a:lnTo>
                  <a:lnTo>
                    <a:pt x="3672234" y="962969"/>
                  </a:lnTo>
                  <a:lnTo>
                    <a:pt x="3636497" y="1041353"/>
                  </a:lnTo>
                  <a:lnTo>
                    <a:pt x="3601002" y="1123653"/>
                  </a:lnTo>
                  <a:lnTo>
                    <a:pt x="3565659" y="1209749"/>
                  </a:lnTo>
                  <a:lnTo>
                    <a:pt x="3530398" y="1299463"/>
                  </a:lnTo>
                  <a:lnTo>
                    <a:pt x="3495167" y="1392557"/>
                  </a:lnTo>
                  <a:lnTo>
                    <a:pt x="3459928" y="1488735"/>
                  </a:lnTo>
                  <a:lnTo>
                    <a:pt x="3424658" y="1587646"/>
                  </a:lnTo>
                  <a:lnTo>
                    <a:pt x="3389344" y="1688885"/>
                  </a:lnTo>
                  <a:lnTo>
                    <a:pt x="3353985" y="1792002"/>
                  </a:lnTo>
                  <a:lnTo>
                    <a:pt x="3318587" y="1896509"/>
                  </a:lnTo>
                  <a:lnTo>
                    <a:pt x="3283163" y="2001888"/>
                  </a:lnTo>
                  <a:lnTo>
                    <a:pt x="3247728" y="2107603"/>
                  </a:lnTo>
                  <a:lnTo>
                    <a:pt x="3212300" y="2213113"/>
                  </a:lnTo>
                  <a:lnTo>
                    <a:pt x="3176895" y="2317877"/>
                  </a:lnTo>
                  <a:lnTo>
                    <a:pt x="3141526" y="2421373"/>
                  </a:lnTo>
                  <a:lnTo>
                    <a:pt x="3106201" y="2523105"/>
                  </a:lnTo>
                  <a:lnTo>
                    <a:pt x="3070921" y="2622614"/>
                  </a:lnTo>
                  <a:lnTo>
                    <a:pt x="3035676" y="2719482"/>
                  </a:lnTo>
                  <a:lnTo>
                    <a:pt x="3000445" y="2813346"/>
                  </a:lnTo>
                  <a:lnTo>
                    <a:pt x="2965196" y="2903895"/>
                  </a:lnTo>
                  <a:lnTo>
                    <a:pt x="2929879" y="2990878"/>
                  </a:lnTo>
                  <a:lnTo>
                    <a:pt x="2894427" y="3074103"/>
                  </a:lnTo>
                  <a:lnTo>
                    <a:pt x="2858757" y="3153434"/>
                  </a:lnTo>
                  <a:lnTo>
                    <a:pt x="2822764" y="3228795"/>
                  </a:lnTo>
                  <a:lnTo>
                    <a:pt x="2786317" y="3300161"/>
                  </a:lnTo>
                  <a:lnTo>
                    <a:pt x="2749262" y="3367554"/>
                  </a:lnTo>
                  <a:lnTo>
                    <a:pt x="2711412" y="3431044"/>
                  </a:lnTo>
                  <a:lnTo>
                    <a:pt x="2702183" y="3445716"/>
                  </a:lnTo>
                  <a:lnTo>
                    <a:pt x="2652211" y="3519744"/>
                  </a:lnTo>
                  <a:lnTo>
                    <a:pt x="2599983" y="3587582"/>
                  </a:lnTo>
                  <a:lnTo>
                    <a:pt x="2544891" y="3649432"/>
                  </a:lnTo>
                  <a:lnTo>
                    <a:pt x="2486265" y="3705690"/>
                  </a:lnTo>
                  <a:lnTo>
                    <a:pt x="2423409" y="3756842"/>
                  </a:lnTo>
                  <a:lnTo>
                    <a:pt x="2355635" y="3803392"/>
                  </a:lnTo>
                  <a:lnTo>
                    <a:pt x="2282302" y="3845825"/>
                  </a:lnTo>
                  <a:lnTo>
                    <a:pt x="2202873" y="3884571"/>
                  </a:lnTo>
                  <a:lnTo>
                    <a:pt x="2116987" y="3919997"/>
                  </a:lnTo>
                  <a:lnTo>
                    <a:pt x="2024547" y="3952392"/>
                  </a:lnTo>
                  <a:lnTo>
                    <a:pt x="1925835" y="3981968"/>
                  </a:lnTo>
                  <a:lnTo>
                    <a:pt x="1821635" y="4008855"/>
                  </a:lnTo>
                  <a:lnTo>
                    <a:pt x="1713343" y="4033109"/>
                  </a:lnTo>
                  <a:lnTo>
                    <a:pt x="1603052" y="4054724"/>
                  </a:lnTo>
                  <a:lnTo>
                    <a:pt x="1493539" y="4073656"/>
                  </a:lnTo>
                  <a:lnTo>
                    <a:pt x="1388147" y="4089849"/>
                  </a:lnTo>
                  <a:lnTo>
                    <a:pt x="1290509" y="4103276"/>
                  </a:lnTo>
                  <a:lnTo>
                    <a:pt x="1204133" y="4113972"/>
                  </a:lnTo>
                  <a:lnTo>
                    <a:pt x="1131913" y="4122069"/>
                  </a:lnTo>
                  <a:lnTo>
                    <a:pt x="1075658" y="4127805"/>
                  </a:lnTo>
                  <a:lnTo>
                    <a:pt x="1035753" y="4131519"/>
                  </a:lnTo>
                  <a:lnTo>
                    <a:pt x="1011027" y="4133626"/>
                  </a:lnTo>
                  <a:lnTo>
                    <a:pt x="998815" y="4134581"/>
                  </a:lnTo>
                  <a:lnTo>
                    <a:pt x="995139" y="4134846"/>
                  </a:lnTo>
                  <a:lnTo>
                    <a:pt x="994940" y="4134860"/>
                  </a:lnTo>
                  <a:lnTo>
                    <a:pt x="0" y="4134860"/>
                  </a:lnTo>
                  <a:lnTo>
                    <a:pt x="0" y="41348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93" name="pg2192"/>
            <p:cNvSpPr/>
            <p:nvPr/>
          </p:nvSpPr>
          <p:spPr>
            <a:xfrm>
              <a:off x="1199187" y="1309993"/>
              <a:ext cx="12049831" cy="5230152"/>
            </a:xfrm>
            <a:custGeom>
              <a:avLst/>
              <a:pathLst>
                <a:path w="12049831" h="5230152">
                  <a:moveTo>
                    <a:pt x="0" y="5230152"/>
                  </a:moveTo>
                  <a:lnTo>
                    <a:pt x="994940" y="5230152"/>
                  </a:lnTo>
                  <a:lnTo>
                    <a:pt x="995794" y="5230078"/>
                  </a:lnTo>
                  <a:lnTo>
                    <a:pt x="1001459" y="5229548"/>
                  </a:lnTo>
                  <a:lnTo>
                    <a:pt x="1015920" y="5228085"/>
                  </a:lnTo>
                  <a:lnTo>
                    <a:pt x="1042219" y="5225200"/>
                  </a:lnTo>
                  <a:lnTo>
                    <a:pt x="1082323" y="5220415"/>
                  </a:lnTo>
                  <a:lnTo>
                    <a:pt x="1137000" y="5213302"/>
                  </a:lnTo>
                  <a:lnTo>
                    <a:pt x="1205788" y="5203512"/>
                  </a:lnTo>
                  <a:lnTo>
                    <a:pt x="1287116" y="5190799"/>
                  </a:lnTo>
                  <a:lnTo>
                    <a:pt x="1378561" y="5175023"/>
                  </a:lnTo>
                  <a:lnTo>
                    <a:pt x="1477201" y="5156141"/>
                  </a:lnTo>
                  <a:lnTo>
                    <a:pt x="1579981" y="5134177"/>
                  </a:lnTo>
                  <a:lnTo>
                    <a:pt x="1684033" y="5109187"/>
                  </a:lnTo>
                  <a:lnTo>
                    <a:pt x="1786903" y="5081225"/>
                  </a:lnTo>
                  <a:lnTo>
                    <a:pt x="1886667" y="5050312"/>
                  </a:lnTo>
                  <a:lnTo>
                    <a:pt x="1981953" y="5016415"/>
                  </a:lnTo>
                  <a:lnTo>
                    <a:pt x="2071908" y="4979428"/>
                  </a:lnTo>
                  <a:lnTo>
                    <a:pt x="2156112" y="4939169"/>
                  </a:lnTo>
                  <a:lnTo>
                    <a:pt x="2234494" y="4895375"/>
                  </a:lnTo>
                  <a:lnTo>
                    <a:pt x="2307239" y="4847705"/>
                  </a:lnTo>
                  <a:lnTo>
                    <a:pt x="2374712" y="4795744"/>
                  </a:lnTo>
                  <a:lnTo>
                    <a:pt x="2437395" y="4739017"/>
                  </a:lnTo>
                  <a:lnTo>
                    <a:pt x="2495838" y="4677003"/>
                  </a:lnTo>
                  <a:lnTo>
                    <a:pt x="2550622" y="4609167"/>
                  </a:lnTo>
                  <a:lnTo>
                    <a:pt x="2602329" y="4535001"/>
                  </a:lnTo>
                  <a:lnTo>
                    <a:pt x="2651517" y="4454095"/>
                  </a:lnTo>
                  <a:lnTo>
                    <a:pt x="2698695" y="4366239"/>
                  </a:lnTo>
                  <a:lnTo>
                    <a:pt x="2702183" y="4359334"/>
                  </a:lnTo>
                  <a:lnTo>
                    <a:pt x="2736556" y="4288255"/>
                  </a:lnTo>
                  <a:lnTo>
                    <a:pt x="2770224" y="4213199"/>
                  </a:lnTo>
                  <a:lnTo>
                    <a:pt x="2803336" y="4134087"/>
                  </a:lnTo>
                  <a:lnTo>
                    <a:pt x="2836014" y="4050875"/>
                  </a:lnTo>
                  <a:lnTo>
                    <a:pt x="2868366" y="3963561"/>
                  </a:lnTo>
                  <a:lnTo>
                    <a:pt x="2900479" y="3872182"/>
                  </a:lnTo>
                  <a:lnTo>
                    <a:pt x="2932428" y="3776821"/>
                  </a:lnTo>
                  <a:lnTo>
                    <a:pt x="2964273" y="3677610"/>
                  </a:lnTo>
                  <a:lnTo>
                    <a:pt x="2996061" y="3574728"/>
                  </a:lnTo>
                  <a:lnTo>
                    <a:pt x="3027830" y="3468404"/>
                  </a:lnTo>
                  <a:lnTo>
                    <a:pt x="3059605" y="3358915"/>
                  </a:lnTo>
                  <a:lnTo>
                    <a:pt x="3091405" y="3246587"/>
                  </a:lnTo>
                  <a:lnTo>
                    <a:pt x="3123240" y="3131788"/>
                  </a:lnTo>
                  <a:lnTo>
                    <a:pt x="3155111" y="3014926"/>
                  </a:lnTo>
                  <a:lnTo>
                    <a:pt x="3187017" y="2896443"/>
                  </a:lnTo>
                  <a:lnTo>
                    <a:pt x="3218949" y="2776808"/>
                  </a:lnTo>
                  <a:lnTo>
                    <a:pt x="3250898" y="2656511"/>
                  </a:lnTo>
                  <a:lnTo>
                    <a:pt x="3282851" y="2536051"/>
                  </a:lnTo>
                  <a:lnTo>
                    <a:pt x="3314795" y="2415933"/>
                  </a:lnTo>
                  <a:lnTo>
                    <a:pt x="3346719" y="2296652"/>
                  </a:lnTo>
                  <a:lnTo>
                    <a:pt x="3378614" y="2178693"/>
                  </a:lnTo>
                  <a:lnTo>
                    <a:pt x="3410472" y="2062516"/>
                  </a:lnTo>
                  <a:lnTo>
                    <a:pt x="3442293" y="1948551"/>
                  </a:lnTo>
                  <a:lnTo>
                    <a:pt x="3474083" y="1837193"/>
                  </a:lnTo>
                  <a:lnTo>
                    <a:pt x="3505854" y="1728795"/>
                  </a:lnTo>
                  <a:lnTo>
                    <a:pt x="3537626" y="1623666"/>
                  </a:lnTo>
                  <a:lnTo>
                    <a:pt x="3569429" y="1522066"/>
                  </a:lnTo>
                  <a:lnTo>
                    <a:pt x="3601305" y="1424206"/>
                  </a:lnTo>
                  <a:lnTo>
                    <a:pt x="3633305" y="1330249"/>
                  </a:lnTo>
                  <a:lnTo>
                    <a:pt x="3665494" y="1240308"/>
                  </a:lnTo>
                  <a:lnTo>
                    <a:pt x="3697951" y="1154451"/>
                  </a:lnTo>
                  <a:lnTo>
                    <a:pt x="3730770" y="1072700"/>
                  </a:lnTo>
                  <a:lnTo>
                    <a:pt x="3764064" y="995037"/>
                  </a:lnTo>
                  <a:lnTo>
                    <a:pt x="3797965" y="921407"/>
                  </a:lnTo>
                  <a:lnTo>
                    <a:pt x="3820202" y="876059"/>
                  </a:lnTo>
                  <a:lnTo>
                    <a:pt x="3867247" y="787679"/>
                  </a:lnTo>
                  <a:lnTo>
                    <a:pt x="3916266" y="706253"/>
                  </a:lnTo>
                  <a:lnTo>
                    <a:pt x="3967764" y="631592"/>
                  </a:lnTo>
                  <a:lnTo>
                    <a:pt x="4022296" y="563295"/>
                  </a:lnTo>
                  <a:lnTo>
                    <a:pt x="4080443" y="500861"/>
                  </a:lnTo>
                  <a:lnTo>
                    <a:pt x="4142786" y="443754"/>
                  </a:lnTo>
                  <a:lnTo>
                    <a:pt x="4209880" y="391450"/>
                  </a:lnTo>
                  <a:lnTo>
                    <a:pt x="4282213" y="343472"/>
                  </a:lnTo>
                  <a:lnTo>
                    <a:pt x="4360161" y="299399"/>
                  </a:lnTo>
                  <a:lnTo>
                    <a:pt x="4443925" y="258883"/>
                  </a:lnTo>
                  <a:lnTo>
                    <a:pt x="4533455" y="221657"/>
                  </a:lnTo>
                  <a:lnTo>
                    <a:pt x="4628364" y="187532"/>
                  </a:lnTo>
                  <a:lnTo>
                    <a:pt x="4727830" y="156396"/>
                  </a:lnTo>
                  <a:lnTo>
                    <a:pt x="4830527" y="128211"/>
                  </a:lnTo>
                  <a:lnTo>
                    <a:pt x="4934569" y="102995"/>
                  </a:lnTo>
                  <a:lnTo>
                    <a:pt x="5037541" y="80800"/>
                  </a:lnTo>
                  <a:lnTo>
                    <a:pt x="5136598" y="61685"/>
                  </a:lnTo>
                  <a:lnTo>
                    <a:pt x="5228692" y="45675"/>
                  </a:lnTo>
                  <a:lnTo>
                    <a:pt x="5310876" y="32734"/>
                  </a:lnTo>
                  <a:lnTo>
                    <a:pt x="5380677" y="22731"/>
                  </a:lnTo>
                  <a:lnTo>
                    <a:pt x="5436449" y="15428"/>
                  </a:lnTo>
                  <a:lnTo>
                    <a:pt x="5477641" y="10481"/>
                  </a:lnTo>
                  <a:lnTo>
                    <a:pt x="5504926" y="7469"/>
                  </a:lnTo>
                  <a:lnTo>
                    <a:pt x="5520186" y="5916"/>
                  </a:lnTo>
                  <a:lnTo>
                    <a:pt x="5526387" y="533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0" y="5272"/>
                  </a:lnTo>
                  <a:lnTo>
                    <a:pt x="6530858" y="5495"/>
                  </a:lnTo>
                  <a:lnTo>
                    <a:pt x="6549513" y="6113"/>
                  </a:lnTo>
                  <a:lnTo>
                    <a:pt x="6583134" y="7331"/>
                  </a:lnTo>
                  <a:lnTo>
                    <a:pt x="6633790" y="9344"/>
                  </a:lnTo>
                  <a:lnTo>
                    <a:pt x="6701797" y="12319"/>
                  </a:lnTo>
                  <a:lnTo>
                    <a:pt x="6785769" y="16382"/>
                  </a:lnTo>
                  <a:lnTo>
                    <a:pt x="6882920" y="21608"/>
                  </a:lnTo>
                  <a:lnTo>
                    <a:pt x="6989571" y="28026"/>
                  </a:lnTo>
                  <a:lnTo>
                    <a:pt x="7101724" y="35632"/>
                  </a:lnTo>
                  <a:lnTo>
                    <a:pt x="7215588" y="44403"/>
                  </a:lnTo>
                  <a:lnTo>
                    <a:pt x="7327943" y="54316"/>
                  </a:lnTo>
                  <a:lnTo>
                    <a:pt x="7436329" y="65364"/>
                  </a:lnTo>
                  <a:lnTo>
                    <a:pt x="7539076" y="77567"/>
                  </a:lnTo>
                  <a:lnTo>
                    <a:pt x="7635229" y="90978"/>
                  </a:lnTo>
                  <a:lnTo>
                    <a:pt x="7724420" y="105686"/>
                  </a:lnTo>
                  <a:lnTo>
                    <a:pt x="7806722" y="121817"/>
                  </a:lnTo>
                  <a:lnTo>
                    <a:pt x="7882519" y="139532"/>
                  </a:lnTo>
                  <a:lnTo>
                    <a:pt x="7952395" y="159024"/>
                  </a:lnTo>
                  <a:lnTo>
                    <a:pt x="8017054" y="180506"/>
                  </a:lnTo>
                  <a:lnTo>
                    <a:pt x="8077253" y="204205"/>
                  </a:lnTo>
                  <a:lnTo>
                    <a:pt x="8133754" y="230334"/>
                  </a:lnTo>
                  <a:lnTo>
                    <a:pt x="8187288" y="259063"/>
                  </a:lnTo>
                  <a:lnTo>
                    <a:pt x="8229629" y="284741"/>
                  </a:lnTo>
                  <a:lnTo>
                    <a:pt x="8281624" y="319947"/>
                  </a:lnTo>
                  <a:lnTo>
                    <a:pt x="8332169" y="358137"/>
                  </a:lnTo>
                  <a:lnTo>
                    <a:pt x="8381719" y="399370"/>
                  </a:lnTo>
                  <a:lnTo>
                    <a:pt x="8430628" y="443633"/>
                  </a:lnTo>
                  <a:lnTo>
                    <a:pt x="8479166" y="490843"/>
                  </a:lnTo>
                  <a:lnTo>
                    <a:pt x="8527530" y="540832"/>
                  </a:lnTo>
                  <a:lnTo>
                    <a:pt x="8575856" y="593349"/>
                  </a:lnTo>
                  <a:lnTo>
                    <a:pt x="8624224" y="648060"/>
                  </a:lnTo>
                  <a:lnTo>
                    <a:pt x="8672671" y="704554"/>
                  </a:lnTo>
                  <a:lnTo>
                    <a:pt x="8721200" y="762353"/>
                  </a:lnTo>
                  <a:lnTo>
                    <a:pt x="8769786" y="820930"/>
                  </a:lnTo>
                  <a:lnTo>
                    <a:pt x="8818389" y="879728"/>
                  </a:lnTo>
                  <a:lnTo>
                    <a:pt x="8866965" y="938178"/>
                  </a:lnTo>
                  <a:lnTo>
                    <a:pt x="8915477" y="995729"/>
                  </a:lnTo>
                  <a:lnTo>
                    <a:pt x="8963905" y="1051862"/>
                  </a:lnTo>
                  <a:lnTo>
                    <a:pt x="9012259" y="1106114"/>
                  </a:lnTo>
                  <a:lnTo>
                    <a:pt x="9060584" y="1158091"/>
                  </a:lnTo>
                  <a:lnTo>
                    <a:pt x="9108974" y="1207475"/>
                  </a:lnTo>
                  <a:lnTo>
                    <a:pt x="9157576" y="1254036"/>
                  </a:lnTo>
                  <a:lnTo>
                    <a:pt x="9206602" y="1297625"/>
                  </a:lnTo>
                  <a:lnTo>
                    <a:pt x="9256341" y="1338173"/>
                  </a:lnTo>
                  <a:lnTo>
                    <a:pt x="9307167" y="1375688"/>
                  </a:lnTo>
                  <a:lnTo>
                    <a:pt x="9347647" y="1402743"/>
                  </a:lnTo>
                  <a:lnTo>
                    <a:pt x="9399233" y="1433674"/>
                  </a:lnTo>
                  <a:lnTo>
                    <a:pt x="9453240" y="1461937"/>
                  </a:lnTo>
                  <a:lnTo>
                    <a:pt x="9510338" y="1487623"/>
                  </a:lnTo>
                  <a:lnTo>
                    <a:pt x="9571266" y="1510916"/>
                  </a:lnTo>
                  <a:lnTo>
                    <a:pt x="9636790" y="1532031"/>
                  </a:lnTo>
                  <a:lnTo>
                    <a:pt x="9707661" y="1551195"/>
                  </a:lnTo>
                  <a:lnTo>
                    <a:pt x="9784566" y="1568618"/>
                  </a:lnTo>
                  <a:lnTo>
                    <a:pt x="9868060" y="1584488"/>
                  </a:lnTo>
                  <a:lnTo>
                    <a:pt x="9958483" y="1598959"/>
                  </a:lnTo>
                  <a:lnTo>
                    <a:pt x="10055839" y="1612151"/>
                  </a:lnTo>
                  <a:lnTo>
                    <a:pt x="10159668" y="1624148"/>
                  </a:lnTo>
                  <a:lnTo>
                    <a:pt x="10268896" y="1634996"/>
                  </a:lnTo>
                  <a:lnTo>
                    <a:pt x="10381718" y="1644709"/>
                  </a:lnTo>
                  <a:lnTo>
                    <a:pt x="10495534" y="1653276"/>
                  </a:lnTo>
                  <a:lnTo>
                    <a:pt x="10607005" y="1660674"/>
                  </a:lnTo>
                  <a:lnTo>
                    <a:pt x="10712270" y="1666882"/>
                  </a:lnTo>
                  <a:lnTo>
                    <a:pt x="10807349" y="1671900"/>
                  </a:lnTo>
                  <a:lnTo>
                    <a:pt x="10888677" y="1675764"/>
                  </a:lnTo>
                  <a:lnTo>
                    <a:pt x="10953683" y="1678560"/>
                  </a:lnTo>
                  <a:lnTo>
                    <a:pt x="11001265" y="1680419"/>
                  </a:lnTo>
                  <a:lnTo>
                    <a:pt x="11032051" y="1681517"/>
                  </a:lnTo>
                  <a:lnTo>
                    <a:pt x="11048408" y="1682050"/>
                  </a:lnTo>
                  <a:lnTo>
                    <a:pt x="11054262" y="1682226"/>
                  </a:lnTo>
                  <a:lnTo>
                    <a:pt x="11054891" y="1682243"/>
                  </a:lnTo>
                  <a:lnTo>
                    <a:pt x="12049831" y="1682243"/>
                  </a:lnTo>
                  <a:lnTo>
                    <a:pt x="12049831" y="1677002"/>
                  </a:lnTo>
                  <a:lnTo>
                    <a:pt x="11054891" y="1677002"/>
                  </a:lnTo>
                  <a:lnTo>
                    <a:pt x="11053777" y="1676971"/>
                  </a:lnTo>
                  <a:lnTo>
                    <a:pt x="11046419" y="1676747"/>
                  </a:lnTo>
                  <a:lnTo>
                    <a:pt x="11027764" y="1676130"/>
                  </a:lnTo>
                  <a:lnTo>
                    <a:pt x="10994143" y="1674912"/>
                  </a:lnTo>
                  <a:lnTo>
                    <a:pt x="10943487" y="1672899"/>
                  </a:lnTo>
                  <a:lnTo>
                    <a:pt x="10875480" y="1669924"/>
                  </a:lnTo>
                  <a:lnTo>
                    <a:pt x="10791508" y="1665861"/>
                  </a:lnTo>
                  <a:lnTo>
                    <a:pt x="10694356" y="1660635"/>
                  </a:lnTo>
                  <a:lnTo>
                    <a:pt x="10587706" y="1654216"/>
                  </a:lnTo>
                  <a:lnTo>
                    <a:pt x="10475552" y="1646610"/>
                  </a:lnTo>
                  <a:lnTo>
                    <a:pt x="10361688" y="1637840"/>
                  </a:lnTo>
                  <a:lnTo>
                    <a:pt x="10249333" y="1627927"/>
                  </a:lnTo>
                  <a:lnTo>
                    <a:pt x="10140947" y="1616878"/>
                  </a:lnTo>
                  <a:lnTo>
                    <a:pt x="10038201" y="1604675"/>
                  </a:lnTo>
                  <a:lnTo>
                    <a:pt x="9942047" y="1591265"/>
                  </a:lnTo>
                  <a:lnTo>
                    <a:pt x="9852856" y="1576557"/>
                  </a:lnTo>
                  <a:lnTo>
                    <a:pt x="9770554" y="1560426"/>
                  </a:lnTo>
                  <a:lnTo>
                    <a:pt x="9694758" y="1542711"/>
                  </a:lnTo>
                  <a:lnTo>
                    <a:pt x="9624881" y="1523219"/>
                  </a:lnTo>
                  <a:lnTo>
                    <a:pt x="9560222" y="1501736"/>
                  </a:lnTo>
                  <a:lnTo>
                    <a:pt x="9500024" y="1478038"/>
                  </a:lnTo>
                  <a:lnTo>
                    <a:pt x="9443522" y="1451909"/>
                  </a:lnTo>
                  <a:lnTo>
                    <a:pt x="9389989" y="1423180"/>
                  </a:lnTo>
                  <a:lnTo>
                    <a:pt x="9347647" y="1397502"/>
                  </a:lnTo>
                  <a:lnTo>
                    <a:pt x="9295652" y="1362296"/>
                  </a:lnTo>
                  <a:lnTo>
                    <a:pt x="9245108" y="1324105"/>
                  </a:lnTo>
                  <a:lnTo>
                    <a:pt x="9195558" y="1282873"/>
                  </a:lnTo>
                  <a:lnTo>
                    <a:pt x="9146649" y="1238609"/>
                  </a:lnTo>
                  <a:lnTo>
                    <a:pt x="9098111" y="1191399"/>
                  </a:lnTo>
                  <a:lnTo>
                    <a:pt x="9049746" y="1141410"/>
                  </a:lnTo>
                  <a:lnTo>
                    <a:pt x="9001421" y="1088893"/>
                  </a:lnTo>
                  <a:lnTo>
                    <a:pt x="8953053" y="1034183"/>
                  </a:lnTo>
                  <a:lnTo>
                    <a:pt x="8904605" y="977689"/>
                  </a:lnTo>
                  <a:lnTo>
                    <a:pt x="8856076" y="919890"/>
                  </a:lnTo>
                  <a:lnTo>
                    <a:pt x="8807491" y="861312"/>
                  </a:lnTo>
                  <a:lnTo>
                    <a:pt x="8758888" y="802515"/>
                  </a:lnTo>
                  <a:lnTo>
                    <a:pt x="8710312" y="744064"/>
                  </a:lnTo>
                  <a:lnTo>
                    <a:pt x="8661800" y="686513"/>
                  </a:lnTo>
                  <a:lnTo>
                    <a:pt x="8613371" y="630380"/>
                  </a:lnTo>
                  <a:lnTo>
                    <a:pt x="8565017" y="576128"/>
                  </a:lnTo>
                  <a:lnTo>
                    <a:pt x="8516692" y="524152"/>
                  </a:lnTo>
                  <a:lnTo>
                    <a:pt x="8468303" y="474767"/>
                  </a:lnTo>
                  <a:lnTo>
                    <a:pt x="8419701" y="428206"/>
                  </a:lnTo>
                  <a:lnTo>
                    <a:pt x="8370674" y="384618"/>
                  </a:lnTo>
                  <a:lnTo>
                    <a:pt x="8320936" y="344069"/>
                  </a:lnTo>
                  <a:lnTo>
                    <a:pt x="8270110" y="306555"/>
                  </a:lnTo>
                  <a:lnTo>
                    <a:pt x="8229629" y="279500"/>
                  </a:lnTo>
                  <a:lnTo>
                    <a:pt x="8178043" y="248568"/>
                  </a:lnTo>
                  <a:lnTo>
                    <a:pt x="8124037" y="220306"/>
                  </a:lnTo>
                  <a:lnTo>
                    <a:pt x="8066939" y="194619"/>
                  </a:lnTo>
                  <a:lnTo>
                    <a:pt x="8006010" y="171327"/>
                  </a:lnTo>
                  <a:lnTo>
                    <a:pt x="7940486" y="150211"/>
                  </a:lnTo>
                  <a:lnTo>
                    <a:pt x="7869615" y="131048"/>
                  </a:lnTo>
                  <a:lnTo>
                    <a:pt x="7792711" y="113625"/>
                  </a:lnTo>
                  <a:lnTo>
                    <a:pt x="7709216" y="97755"/>
                  </a:lnTo>
                  <a:lnTo>
                    <a:pt x="7618793" y="83284"/>
                  </a:lnTo>
                  <a:lnTo>
                    <a:pt x="7521437" y="70091"/>
                  </a:lnTo>
                  <a:lnTo>
                    <a:pt x="7417609" y="58095"/>
                  </a:lnTo>
                  <a:lnTo>
                    <a:pt x="7308381" y="47247"/>
                  </a:lnTo>
                  <a:lnTo>
                    <a:pt x="7195559" y="37534"/>
                  </a:lnTo>
                  <a:lnTo>
                    <a:pt x="7081743" y="28966"/>
                  </a:lnTo>
                  <a:lnTo>
                    <a:pt x="6970272" y="21568"/>
                  </a:lnTo>
                  <a:lnTo>
                    <a:pt x="6865006" y="15360"/>
                  </a:lnTo>
                  <a:lnTo>
                    <a:pt x="6769927" y="10342"/>
                  </a:lnTo>
                  <a:lnTo>
                    <a:pt x="6688599" y="6478"/>
                  </a:lnTo>
                  <a:lnTo>
                    <a:pt x="6623594" y="3683"/>
                  </a:lnTo>
                  <a:lnTo>
                    <a:pt x="6576012" y="1823"/>
                  </a:lnTo>
                  <a:lnTo>
                    <a:pt x="6545226" y="726"/>
                  </a:lnTo>
                  <a:lnTo>
                    <a:pt x="6528869" y="192"/>
                  </a:lnTo>
                  <a:lnTo>
                    <a:pt x="6523014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591" y="74"/>
                  </a:lnTo>
                  <a:lnTo>
                    <a:pt x="5520926" y="604"/>
                  </a:lnTo>
                  <a:lnTo>
                    <a:pt x="5506465" y="2067"/>
                  </a:lnTo>
                  <a:lnTo>
                    <a:pt x="5480166" y="4952"/>
                  </a:lnTo>
                  <a:lnTo>
                    <a:pt x="5440062" y="9737"/>
                  </a:lnTo>
                  <a:lnTo>
                    <a:pt x="5385385" y="16850"/>
                  </a:lnTo>
                  <a:lnTo>
                    <a:pt x="5316597" y="26639"/>
                  </a:lnTo>
                  <a:lnTo>
                    <a:pt x="5235269" y="39353"/>
                  </a:lnTo>
                  <a:lnTo>
                    <a:pt x="5143824" y="55129"/>
                  </a:lnTo>
                  <a:lnTo>
                    <a:pt x="5045184" y="74010"/>
                  </a:lnTo>
                  <a:lnTo>
                    <a:pt x="4942404" y="95975"/>
                  </a:lnTo>
                  <a:lnTo>
                    <a:pt x="4838352" y="120965"/>
                  </a:lnTo>
                  <a:lnTo>
                    <a:pt x="4735482" y="148927"/>
                  </a:lnTo>
                  <a:lnTo>
                    <a:pt x="4635718" y="179840"/>
                  </a:lnTo>
                  <a:lnTo>
                    <a:pt x="4540432" y="213737"/>
                  </a:lnTo>
                  <a:lnTo>
                    <a:pt x="4450477" y="250724"/>
                  </a:lnTo>
                  <a:lnTo>
                    <a:pt x="4366273" y="290983"/>
                  </a:lnTo>
                  <a:lnTo>
                    <a:pt x="4287891" y="334777"/>
                  </a:lnTo>
                  <a:lnTo>
                    <a:pt x="4215146" y="382447"/>
                  </a:lnTo>
                  <a:lnTo>
                    <a:pt x="4147673" y="434408"/>
                  </a:lnTo>
                  <a:lnTo>
                    <a:pt x="4084990" y="491135"/>
                  </a:lnTo>
                  <a:lnTo>
                    <a:pt x="4026547" y="553149"/>
                  </a:lnTo>
                  <a:lnTo>
                    <a:pt x="3971763" y="620985"/>
                  </a:lnTo>
                  <a:lnTo>
                    <a:pt x="3920056" y="695151"/>
                  </a:lnTo>
                  <a:lnTo>
                    <a:pt x="3870868" y="776057"/>
                  </a:lnTo>
                  <a:lnTo>
                    <a:pt x="3823690" y="863913"/>
                  </a:lnTo>
                  <a:lnTo>
                    <a:pt x="3820202" y="870818"/>
                  </a:lnTo>
                  <a:lnTo>
                    <a:pt x="3785829" y="941897"/>
                  </a:lnTo>
                  <a:lnTo>
                    <a:pt x="3752161" y="1016953"/>
                  </a:lnTo>
                  <a:lnTo>
                    <a:pt x="3719049" y="1096065"/>
                  </a:lnTo>
                  <a:lnTo>
                    <a:pt x="3686371" y="1179276"/>
                  </a:lnTo>
                  <a:lnTo>
                    <a:pt x="3654019" y="1266591"/>
                  </a:lnTo>
                  <a:lnTo>
                    <a:pt x="3621906" y="1357970"/>
                  </a:lnTo>
                  <a:lnTo>
                    <a:pt x="3589957" y="1453331"/>
                  </a:lnTo>
                  <a:lnTo>
                    <a:pt x="3558112" y="1552542"/>
                  </a:lnTo>
                  <a:lnTo>
                    <a:pt x="3526324" y="1655424"/>
                  </a:lnTo>
                  <a:lnTo>
                    <a:pt x="3494555" y="1761748"/>
                  </a:lnTo>
                  <a:lnTo>
                    <a:pt x="3462780" y="1871237"/>
                  </a:lnTo>
                  <a:lnTo>
                    <a:pt x="3430980" y="1983565"/>
                  </a:lnTo>
                  <a:lnTo>
                    <a:pt x="3399145" y="2098364"/>
                  </a:lnTo>
                  <a:lnTo>
                    <a:pt x="3367274" y="2215226"/>
                  </a:lnTo>
                  <a:lnTo>
                    <a:pt x="3335368" y="2333709"/>
                  </a:lnTo>
                  <a:lnTo>
                    <a:pt x="3303436" y="2453343"/>
                  </a:lnTo>
                  <a:lnTo>
                    <a:pt x="3271487" y="2573641"/>
                  </a:lnTo>
                  <a:lnTo>
                    <a:pt x="3239534" y="2694100"/>
                  </a:lnTo>
                  <a:lnTo>
                    <a:pt x="3207590" y="2814219"/>
                  </a:lnTo>
                  <a:lnTo>
                    <a:pt x="3175666" y="2933499"/>
                  </a:lnTo>
                  <a:lnTo>
                    <a:pt x="3143771" y="3051458"/>
                  </a:lnTo>
                  <a:lnTo>
                    <a:pt x="3111913" y="3167636"/>
                  </a:lnTo>
                  <a:lnTo>
                    <a:pt x="3080092" y="3281601"/>
                  </a:lnTo>
                  <a:lnTo>
                    <a:pt x="3048302" y="3392959"/>
                  </a:lnTo>
                  <a:lnTo>
                    <a:pt x="3016531" y="3501357"/>
                  </a:lnTo>
                  <a:lnTo>
                    <a:pt x="2984759" y="3606486"/>
                  </a:lnTo>
                  <a:lnTo>
                    <a:pt x="2952956" y="3708086"/>
                  </a:lnTo>
                  <a:lnTo>
                    <a:pt x="2921080" y="3805946"/>
                  </a:lnTo>
                  <a:lnTo>
                    <a:pt x="2889080" y="3899903"/>
                  </a:lnTo>
                  <a:lnTo>
                    <a:pt x="2856891" y="3989844"/>
                  </a:lnTo>
                  <a:lnTo>
                    <a:pt x="2824434" y="4075701"/>
                  </a:lnTo>
                  <a:lnTo>
                    <a:pt x="2791615" y="4157452"/>
                  </a:lnTo>
                  <a:lnTo>
                    <a:pt x="2758321" y="4235115"/>
                  </a:lnTo>
                  <a:lnTo>
                    <a:pt x="2724420" y="4308745"/>
                  </a:lnTo>
                  <a:lnTo>
                    <a:pt x="2702183" y="4354093"/>
                  </a:lnTo>
                  <a:lnTo>
                    <a:pt x="2655138" y="4442473"/>
                  </a:lnTo>
                  <a:lnTo>
                    <a:pt x="2606119" y="4523899"/>
                  </a:lnTo>
                  <a:lnTo>
                    <a:pt x="2554621" y="4598560"/>
                  </a:lnTo>
                  <a:lnTo>
                    <a:pt x="2500089" y="4666857"/>
                  </a:lnTo>
                  <a:lnTo>
                    <a:pt x="2441942" y="4729291"/>
                  </a:lnTo>
                  <a:lnTo>
                    <a:pt x="2379599" y="4786398"/>
                  </a:lnTo>
                  <a:lnTo>
                    <a:pt x="2312505" y="4838701"/>
                  </a:lnTo>
                  <a:lnTo>
                    <a:pt x="2240172" y="4886680"/>
                  </a:lnTo>
                  <a:lnTo>
                    <a:pt x="2162224" y="4930753"/>
                  </a:lnTo>
                  <a:lnTo>
                    <a:pt x="2078460" y="4971268"/>
                  </a:lnTo>
                  <a:lnTo>
                    <a:pt x="1988930" y="5008495"/>
                  </a:lnTo>
                  <a:lnTo>
                    <a:pt x="1894021" y="5042620"/>
                  </a:lnTo>
                  <a:lnTo>
                    <a:pt x="1794555" y="5073756"/>
                  </a:lnTo>
                  <a:lnTo>
                    <a:pt x="1691858" y="5101941"/>
                  </a:lnTo>
                  <a:lnTo>
                    <a:pt x="1587816" y="5127157"/>
                  </a:lnTo>
                  <a:lnTo>
                    <a:pt x="1484844" y="5149351"/>
                  </a:lnTo>
                  <a:lnTo>
                    <a:pt x="1385787" y="5168467"/>
                  </a:lnTo>
                  <a:lnTo>
                    <a:pt x="1293693" y="5184477"/>
                  </a:lnTo>
                  <a:lnTo>
                    <a:pt x="1211509" y="5197417"/>
                  </a:lnTo>
                  <a:lnTo>
                    <a:pt x="1141708" y="5207421"/>
                  </a:lnTo>
                  <a:lnTo>
                    <a:pt x="1085936" y="5214724"/>
                  </a:lnTo>
                  <a:lnTo>
                    <a:pt x="1044744" y="5219670"/>
                  </a:lnTo>
                  <a:lnTo>
                    <a:pt x="1017459" y="5222683"/>
                  </a:lnTo>
                  <a:lnTo>
                    <a:pt x="1002199" y="5224236"/>
                  </a:lnTo>
                  <a:lnTo>
                    <a:pt x="995998" y="5224819"/>
                  </a:lnTo>
                  <a:lnTo>
                    <a:pt x="994940" y="5224912"/>
                  </a:lnTo>
                  <a:lnTo>
                    <a:pt x="0" y="5224912"/>
                  </a:lnTo>
                  <a:close/>
                </a:path>
              </a:pathLst>
            </a:custGeom>
            <a:solidFill>
              <a:srgbClr val="AB47BC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94" name="pl2193"/>
            <p:cNvSpPr/>
            <p:nvPr/>
          </p:nvSpPr>
          <p:spPr>
            <a:xfrm>
              <a:off x="1199187" y="1315234"/>
              <a:ext cx="12049831" cy="5224912"/>
            </a:xfrm>
            <a:custGeom>
              <a:avLst/>
              <a:pathLst>
                <a:path w="12049831" h="5224912">
                  <a:moveTo>
                    <a:pt x="0" y="5224912"/>
                  </a:moveTo>
                  <a:lnTo>
                    <a:pt x="994940" y="5224912"/>
                  </a:lnTo>
                  <a:lnTo>
                    <a:pt x="995794" y="5224837"/>
                  </a:lnTo>
                  <a:lnTo>
                    <a:pt x="1001459" y="5224307"/>
                  </a:lnTo>
                  <a:lnTo>
                    <a:pt x="1015920" y="5222845"/>
                  </a:lnTo>
                  <a:lnTo>
                    <a:pt x="1042219" y="5219959"/>
                  </a:lnTo>
                  <a:lnTo>
                    <a:pt x="1082323" y="5215175"/>
                  </a:lnTo>
                  <a:lnTo>
                    <a:pt x="1137000" y="5208062"/>
                  </a:lnTo>
                  <a:lnTo>
                    <a:pt x="1205788" y="5198272"/>
                  </a:lnTo>
                  <a:lnTo>
                    <a:pt x="1287116" y="5185558"/>
                  </a:lnTo>
                  <a:lnTo>
                    <a:pt x="1378561" y="5169783"/>
                  </a:lnTo>
                  <a:lnTo>
                    <a:pt x="1477201" y="5150901"/>
                  </a:lnTo>
                  <a:lnTo>
                    <a:pt x="1579981" y="5128936"/>
                  </a:lnTo>
                  <a:lnTo>
                    <a:pt x="1684033" y="5103946"/>
                  </a:lnTo>
                  <a:lnTo>
                    <a:pt x="1786903" y="5075984"/>
                  </a:lnTo>
                  <a:lnTo>
                    <a:pt x="1886667" y="5045071"/>
                  </a:lnTo>
                  <a:lnTo>
                    <a:pt x="1981953" y="5011174"/>
                  </a:lnTo>
                  <a:lnTo>
                    <a:pt x="2071908" y="4974187"/>
                  </a:lnTo>
                  <a:lnTo>
                    <a:pt x="2156112" y="4933928"/>
                  </a:lnTo>
                  <a:lnTo>
                    <a:pt x="2234494" y="4890135"/>
                  </a:lnTo>
                  <a:lnTo>
                    <a:pt x="2307239" y="4842464"/>
                  </a:lnTo>
                  <a:lnTo>
                    <a:pt x="2374712" y="4790503"/>
                  </a:lnTo>
                  <a:lnTo>
                    <a:pt x="2437395" y="4733776"/>
                  </a:lnTo>
                  <a:lnTo>
                    <a:pt x="2495838" y="4671762"/>
                  </a:lnTo>
                  <a:lnTo>
                    <a:pt x="2550622" y="4603926"/>
                  </a:lnTo>
                  <a:lnTo>
                    <a:pt x="2602329" y="4529760"/>
                  </a:lnTo>
                  <a:lnTo>
                    <a:pt x="2651517" y="4448854"/>
                  </a:lnTo>
                  <a:lnTo>
                    <a:pt x="2698695" y="4360999"/>
                  </a:lnTo>
                  <a:lnTo>
                    <a:pt x="2702183" y="4354093"/>
                  </a:lnTo>
                  <a:lnTo>
                    <a:pt x="2736556" y="4283015"/>
                  </a:lnTo>
                  <a:lnTo>
                    <a:pt x="2770224" y="4207959"/>
                  </a:lnTo>
                  <a:lnTo>
                    <a:pt x="2803336" y="4128846"/>
                  </a:lnTo>
                  <a:lnTo>
                    <a:pt x="2836014" y="4045635"/>
                  </a:lnTo>
                  <a:lnTo>
                    <a:pt x="2868366" y="3958320"/>
                  </a:lnTo>
                  <a:lnTo>
                    <a:pt x="2900479" y="3866941"/>
                  </a:lnTo>
                  <a:lnTo>
                    <a:pt x="2932428" y="3771580"/>
                  </a:lnTo>
                  <a:lnTo>
                    <a:pt x="2964273" y="3672369"/>
                  </a:lnTo>
                  <a:lnTo>
                    <a:pt x="2996061" y="3569487"/>
                  </a:lnTo>
                  <a:lnTo>
                    <a:pt x="3027830" y="3463163"/>
                  </a:lnTo>
                  <a:lnTo>
                    <a:pt x="3059605" y="3353675"/>
                  </a:lnTo>
                  <a:lnTo>
                    <a:pt x="3091405" y="3241347"/>
                  </a:lnTo>
                  <a:lnTo>
                    <a:pt x="3123240" y="3126548"/>
                  </a:lnTo>
                  <a:lnTo>
                    <a:pt x="3155111" y="3009686"/>
                  </a:lnTo>
                  <a:lnTo>
                    <a:pt x="3187017" y="2891203"/>
                  </a:lnTo>
                  <a:lnTo>
                    <a:pt x="3218949" y="2771568"/>
                  </a:lnTo>
                  <a:lnTo>
                    <a:pt x="3250898" y="2651270"/>
                  </a:lnTo>
                  <a:lnTo>
                    <a:pt x="3282851" y="2530811"/>
                  </a:lnTo>
                  <a:lnTo>
                    <a:pt x="3314795" y="2410692"/>
                  </a:lnTo>
                  <a:lnTo>
                    <a:pt x="3346719" y="2291412"/>
                  </a:lnTo>
                  <a:lnTo>
                    <a:pt x="3378614" y="2173453"/>
                  </a:lnTo>
                  <a:lnTo>
                    <a:pt x="3410472" y="2057275"/>
                  </a:lnTo>
                  <a:lnTo>
                    <a:pt x="3442293" y="1943311"/>
                  </a:lnTo>
                  <a:lnTo>
                    <a:pt x="3474083" y="1831952"/>
                  </a:lnTo>
                  <a:lnTo>
                    <a:pt x="3505854" y="1723555"/>
                  </a:lnTo>
                  <a:lnTo>
                    <a:pt x="3537626" y="1618425"/>
                  </a:lnTo>
                  <a:lnTo>
                    <a:pt x="3569429" y="1516825"/>
                  </a:lnTo>
                  <a:lnTo>
                    <a:pt x="3601305" y="1418965"/>
                  </a:lnTo>
                  <a:lnTo>
                    <a:pt x="3633305" y="1325008"/>
                  </a:lnTo>
                  <a:lnTo>
                    <a:pt x="3665494" y="1235068"/>
                  </a:lnTo>
                  <a:lnTo>
                    <a:pt x="3697951" y="1149210"/>
                  </a:lnTo>
                  <a:lnTo>
                    <a:pt x="3730770" y="1067459"/>
                  </a:lnTo>
                  <a:lnTo>
                    <a:pt x="3764064" y="989797"/>
                  </a:lnTo>
                  <a:lnTo>
                    <a:pt x="3797965" y="916166"/>
                  </a:lnTo>
                  <a:lnTo>
                    <a:pt x="3820202" y="870818"/>
                  </a:lnTo>
                  <a:lnTo>
                    <a:pt x="3867247" y="782438"/>
                  </a:lnTo>
                  <a:lnTo>
                    <a:pt x="3916266" y="701013"/>
                  </a:lnTo>
                  <a:lnTo>
                    <a:pt x="3967764" y="626351"/>
                  </a:lnTo>
                  <a:lnTo>
                    <a:pt x="4022296" y="558054"/>
                  </a:lnTo>
                  <a:lnTo>
                    <a:pt x="4080443" y="495620"/>
                  </a:lnTo>
                  <a:lnTo>
                    <a:pt x="4142786" y="438513"/>
                  </a:lnTo>
                  <a:lnTo>
                    <a:pt x="4209880" y="386210"/>
                  </a:lnTo>
                  <a:lnTo>
                    <a:pt x="4282213" y="338231"/>
                  </a:lnTo>
                  <a:lnTo>
                    <a:pt x="4360161" y="294158"/>
                  </a:lnTo>
                  <a:lnTo>
                    <a:pt x="4443925" y="253643"/>
                  </a:lnTo>
                  <a:lnTo>
                    <a:pt x="4533455" y="216417"/>
                  </a:lnTo>
                  <a:lnTo>
                    <a:pt x="4628364" y="182291"/>
                  </a:lnTo>
                  <a:lnTo>
                    <a:pt x="4727830" y="151155"/>
                  </a:lnTo>
                  <a:lnTo>
                    <a:pt x="4830527" y="122971"/>
                  </a:lnTo>
                  <a:lnTo>
                    <a:pt x="4934569" y="97755"/>
                  </a:lnTo>
                  <a:lnTo>
                    <a:pt x="5037541" y="75560"/>
                  </a:lnTo>
                  <a:lnTo>
                    <a:pt x="5136598" y="56444"/>
                  </a:lnTo>
                  <a:lnTo>
                    <a:pt x="5228692" y="40435"/>
                  </a:lnTo>
                  <a:lnTo>
                    <a:pt x="5310876" y="27494"/>
                  </a:lnTo>
                  <a:lnTo>
                    <a:pt x="5380677" y="17491"/>
                  </a:lnTo>
                  <a:lnTo>
                    <a:pt x="5436449" y="10187"/>
                  </a:lnTo>
                  <a:lnTo>
                    <a:pt x="5477641" y="5241"/>
                  </a:lnTo>
                  <a:lnTo>
                    <a:pt x="5504926" y="2228"/>
                  </a:lnTo>
                  <a:lnTo>
                    <a:pt x="5520186" y="676"/>
                  </a:lnTo>
                  <a:lnTo>
                    <a:pt x="5526387" y="92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0" y="31"/>
                  </a:lnTo>
                  <a:lnTo>
                    <a:pt x="6530858" y="255"/>
                  </a:lnTo>
                  <a:lnTo>
                    <a:pt x="6549513" y="872"/>
                  </a:lnTo>
                  <a:lnTo>
                    <a:pt x="6583134" y="2090"/>
                  </a:lnTo>
                  <a:lnTo>
                    <a:pt x="6633790" y="4103"/>
                  </a:lnTo>
                  <a:lnTo>
                    <a:pt x="6701797" y="7078"/>
                  </a:lnTo>
                  <a:lnTo>
                    <a:pt x="6785769" y="11141"/>
                  </a:lnTo>
                  <a:lnTo>
                    <a:pt x="6882920" y="16367"/>
                  </a:lnTo>
                  <a:lnTo>
                    <a:pt x="6989571" y="22785"/>
                  </a:lnTo>
                  <a:lnTo>
                    <a:pt x="7101724" y="30392"/>
                  </a:lnTo>
                  <a:lnTo>
                    <a:pt x="7215588" y="39162"/>
                  </a:lnTo>
                  <a:lnTo>
                    <a:pt x="7327943" y="49075"/>
                  </a:lnTo>
                  <a:lnTo>
                    <a:pt x="7436329" y="60123"/>
                  </a:lnTo>
                  <a:lnTo>
                    <a:pt x="7539076" y="72326"/>
                  </a:lnTo>
                  <a:lnTo>
                    <a:pt x="7635229" y="85737"/>
                  </a:lnTo>
                  <a:lnTo>
                    <a:pt x="7724420" y="100445"/>
                  </a:lnTo>
                  <a:lnTo>
                    <a:pt x="7806722" y="116576"/>
                  </a:lnTo>
                  <a:lnTo>
                    <a:pt x="7882519" y="134291"/>
                  </a:lnTo>
                  <a:lnTo>
                    <a:pt x="7952395" y="153783"/>
                  </a:lnTo>
                  <a:lnTo>
                    <a:pt x="8017054" y="175266"/>
                  </a:lnTo>
                  <a:lnTo>
                    <a:pt x="8077253" y="198964"/>
                  </a:lnTo>
                  <a:lnTo>
                    <a:pt x="8133754" y="225093"/>
                  </a:lnTo>
                  <a:lnTo>
                    <a:pt x="8187288" y="253822"/>
                  </a:lnTo>
                  <a:lnTo>
                    <a:pt x="8229629" y="279500"/>
                  </a:lnTo>
                  <a:lnTo>
                    <a:pt x="8281624" y="314706"/>
                  </a:lnTo>
                  <a:lnTo>
                    <a:pt x="8332169" y="352897"/>
                  </a:lnTo>
                  <a:lnTo>
                    <a:pt x="8381719" y="394129"/>
                  </a:lnTo>
                  <a:lnTo>
                    <a:pt x="8430628" y="438393"/>
                  </a:lnTo>
                  <a:lnTo>
                    <a:pt x="8479166" y="485603"/>
                  </a:lnTo>
                  <a:lnTo>
                    <a:pt x="8527530" y="535592"/>
                  </a:lnTo>
                  <a:lnTo>
                    <a:pt x="8575856" y="588109"/>
                  </a:lnTo>
                  <a:lnTo>
                    <a:pt x="8624224" y="642819"/>
                  </a:lnTo>
                  <a:lnTo>
                    <a:pt x="8672671" y="699313"/>
                  </a:lnTo>
                  <a:lnTo>
                    <a:pt x="8721200" y="757112"/>
                  </a:lnTo>
                  <a:lnTo>
                    <a:pt x="8769786" y="815690"/>
                  </a:lnTo>
                  <a:lnTo>
                    <a:pt x="8818389" y="874487"/>
                  </a:lnTo>
                  <a:lnTo>
                    <a:pt x="8866965" y="932938"/>
                  </a:lnTo>
                  <a:lnTo>
                    <a:pt x="8915477" y="990489"/>
                  </a:lnTo>
                  <a:lnTo>
                    <a:pt x="8963905" y="1046622"/>
                  </a:lnTo>
                  <a:lnTo>
                    <a:pt x="9012259" y="1100874"/>
                  </a:lnTo>
                  <a:lnTo>
                    <a:pt x="9060584" y="1152850"/>
                  </a:lnTo>
                  <a:lnTo>
                    <a:pt x="9108974" y="1202235"/>
                  </a:lnTo>
                  <a:lnTo>
                    <a:pt x="9157576" y="1248795"/>
                  </a:lnTo>
                  <a:lnTo>
                    <a:pt x="9206602" y="1292384"/>
                  </a:lnTo>
                  <a:lnTo>
                    <a:pt x="9256341" y="1332933"/>
                  </a:lnTo>
                  <a:lnTo>
                    <a:pt x="9307167" y="1370447"/>
                  </a:lnTo>
                  <a:lnTo>
                    <a:pt x="9347647" y="1397502"/>
                  </a:lnTo>
                  <a:lnTo>
                    <a:pt x="9399233" y="1428434"/>
                  </a:lnTo>
                  <a:lnTo>
                    <a:pt x="9453240" y="1456696"/>
                  </a:lnTo>
                  <a:lnTo>
                    <a:pt x="9510338" y="1482383"/>
                  </a:lnTo>
                  <a:lnTo>
                    <a:pt x="9571266" y="1505675"/>
                  </a:lnTo>
                  <a:lnTo>
                    <a:pt x="9636790" y="1526790"/>
                  </a:lnTo>
                  <a:lnTo>
                    <a:pt x="9707661" y="1545954"/>
                  </a:lnTo>
                  <a:lnTo>
                    <a:pt x="9784566" y="1563377"/>
                  </a:lnTo>
                  <a:lnTo>
                    <a:pt x="9868060" y="1579247"/>
                  </a:lnTo>
                  <a:lnTo>
                    <a:pt x="9958483" y="1593718"/>
                  </a:lnTo>
                  <a:lnTo>
                    <a:pt x="10055839" y="1606911"/>
                  </a:lnTo>
                  <a:lnTo>
                    <a:pt x="10159668" y="1618907"/>
                  </a:lnTo>
                  <a:lnTo>
                    <a:pt x="10268896" y="1629755"/>
                  </a:lnTo>
                  <a:lnTo>
                    <a:pt x="10381718" y="1639468"/>
                  </a:lnTo>
                  <a:lnTo>
                    <a:pt x="10495534" y="1648035"/>
                  </a:lnTo>
                  <a:lnTo>
                    <a:pt x="10607005" y="1655434"/>
                  </a:lnTo>
                  <a:lnTo>
                    <a:pt x="10712270" y="1661642"/>
                  </a:lnTo>
                  <a:lnTo>
                    <a:pt x="10807349" y="1666660"/>
                  </a:lnTo>
                  <a:lnTo>
                    <a:pt x="10888677" y="1670524"/>
                  </a:lnTo>
                  <a:lnTo>
                    <a:pt x="10953683" y="1673319"/>
                  </a:lnTo>
                  <a:lnTo>
                    <a:pt x="11001265" y="1675179"/>
                  </a:lnTo>
                  <a:lnTo>
                    <a:pt x="11032051" y="1676276"/>
                  </a:lnTo>
                  <a:lnTo>
                    <a:pt x="11048408" y="1676810"/>
                  </a:lnTo>
                  <a:lnTo>
                    <a:pt x="11054262" y="1676985"/>
                  </a:lnTo>
                  <a:lnTo>
                    <a:pt x="11054891" y="1677002"/>
                  </a:lnTo>
                  <a:lnTo>
                    <a:pt x="12049831" y="1677002"/>
                  </a:lnTo>
                  <a:lnTo>
                    <a:pt x="12049831" y="16770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95" name="pl2194"/>
            <p:cNvSpPr/>
            <p:nvPr/>
          </p:nvSpPr>
          <p:spPr>
            <a:xfrm>
              <a:off x="1199187" y="1309993"/>
              <a:ext cx="12049831" cy="5224912"/>
            </a:xfrm>
            <a:custGeom>
              <a:avLst/>
              <a:pathLst>
                <a:path w="12049831" h="5224912">
                  <a:moveTo>
                    <a:pt x="12049831" y="1677002"/>
                  </a:moveTo>
                  <a:lnTo>
                    <a:pt x="11054891" y="1677002"/>
                  </a:lnTo>
                  <a:lnTo>
                    <a:pt x="11053777" y="1676971"/>
                  </a:lnTo>
                  <a:lnTo>
                    <a:pt x="11046419" y="1676747"/>
                  </a:lnTo>
                  <a:lnTo>
                    <a:pt x="11027764" y="1676130"/>
                  </a:lnTo>
                  <a:lnTo>
                    <a:pt x="10994143" y="1674912"/>
                  </a:lnTo>
                  <a:lnTo>
                    <a:pt x="10943487" y="1672899"/>
                  </a:lnTo>
                  <a:lnTo>
                    <a:pt x="10875480" y="1669924"/>
                  </a:lnTo>
                  <a:lnTo>
                    <a:pt x="10791508" y="1665861"/>
                  </a:lnTo>
                  <a:lnTo>
                    <a:pt x="10694356" y="1660635"/>
                  </a:lnTo>
                  <a:lnTo>
                    <a:pt x="10587706" y="1654216"/>
                  </a:lnTo>
                  <a:lnTo>
                    <a:pt x="10475552" y="1646610"/>
                  </a:lnTo>
                  <a:lnTo>
                    <a:pt x="10361688" y="1637840"/>
                  </a:lnTo>
                  <a:lnTo>
                    <a:pt x="10249333" y="1627927"/>
                  </a:lnTo>
                  <a:lnTo>
                    <a:pt x="10140947" y="1616878"/>
                  </a:lnTo>
                  <a:lnTo>
                    <a:pt x="10038201" y="1604675"/>
                  </a:lnTo>
                  <a:lnTo>
                    <a:pt x="9942047" y="1591265"/>
                  </a:lnTo>
                  <a:lnTo>
                    <a:pt x="9852856" y="1576557"/>
                  </a:lnTo>
                  <a:lnTo>
                    <a:pt x="9770554" y="1560426"/>
                  </a:lnTo>
                  <a:lnTo>
                    <a:pt x="9694758" y="1542711"/>
                  </a:lnTo>
                  <a:lnTo>
                    <a:pt x="9624881" y="1523219"/>
                  </a:lnTo>
                  <a:lnTo>
                    <a:pt x="9560222" y="1501736"/>
                  </a:lnTo>
                  <a:lnTo>
                    <a:pt x="9500024" y="1478038"/>
                  </a:lnTo>
                  <a:lnTo>
                    <a:pt x="9443522" y="1451909"/>
                  </a:lnTo>
                  <a:lnTo>
                    <a:pt x="9389989" y="1423180"/>
                  </a:lnTo>
                  <a:lnTo>
                    <a:pt x="9347647" y="1397502"/>
                  </a:lnTo>
                  <a:lnTo>
                    <a:pt x="9295652" y="1362296"/>
                  </a:lnTo>
                  <a:lnTo>
                    <a:pt x="9245108" y="1324105"/>
                  </a:lnTo>
                  <a:lnTo>
                    <a:pt x="9195558" y="1282873"/>
                  </a:lnTo>
                  <a:lnTo>
                    <a:pt x="9146649" y="1238609"/>
                  </a:lnTo>
                  <a:lnTo>
                    <a:pt x="9098111" y="1191399"/>
                  </a:lnTo>
                  <a:lnTo>
                    <a:pt x="9049746" y="1141410"/>
                  </a:lnTo>
                  <a:lnTo>
                    <a:pt x="9001421" y="1088893"/>
                  </a:lnTo>
                  <a:lnTo>
                    <a:pt x="8953053" y="1034183"/>
                  </a:lnTo>
                  <a:lnTo>
                    <a:pt x="8904605" y="977689"/>
                  </a:lnTo>
                  <a:lnTo>
                    <a:pt x="8856076" y="919890"/>
                  </a:lnTo>
                  <a:lnTo>
                    <a:pt x="8807491" y="861312"/>
                  </a:lnTo>
                  <a:lnTo>
                    <a:pt x="8758888" y="802515"/>
                  </a:lnTo>
                  <a:lnTo>
                    <a:pt x="8710312" y="744064"/>
                  </a:lnTo>
                  <a:lnTo>
                    <a:pt x="8661800" y="686513"/>
                  </a:lnTo>
                  <a:lnTo>
                    <a:pt x="8613371" y="630380"/>
                  </a:lnTo>
                  <a:lnTo>
                    <a:pt x="8565017" y="576128"/>
                  </a:lnTo>
                  <a:lnTo>
                    <a:pt x="8516692" y="524152"/>
                  </a:lnTo>
                  <a:lnTo>
                    <a:pt x="8468303" y="474767"/>
                  </a:lnTo>
                  <a:lnTo>
                    <a:pt x="8419701" y="428206"/>
                  </a:lnTo>
                  <a:lnTo>
                    <a:pt x="8370674" y="384618"/>
                  </a:lnTo>
                  <a:lnTo>
                    <a:pt x="8320936" y="344069"/>
                  </a:lnTo>
                  <a:lnTo>
                    <a:pt x="8270110" y="306555"/>
                  </a:lnTo>
                  <a:lnTo>
                    <a:pt x="8229629" y="279500"/>
                  </a:lnTo>
                  <a:lnTo>
                    <a:pt x="8178043" y="248568"/>
                  </a:lnTo>
                  <a:lnTo>
                    <a:pt x="8124037" y="220306"/>
                  </a:lnTo>
                  <a:lnTo>
                    <a:pt x="8066939" y="194619"/>
                  </a:lnTo>
                  <a:lnTo>
                    <a:pt x="8006010" y="171327"/>
                  </a:lnTo>
                  <a:lnTo>
                    <a:pt x="7940486" y="150211"/>
                  </a:lnTo>
                  <a:lnTo>
                    <a:pt x="7869615" y="131048"/>
                  </a:lnTo>
                  <a:lnTo>
                    <a:pt x="7792711" y="113625"/>
                  </a:lnTo>
                  <a:lnTo>
                    <a:pt x="7709216" y="97755"/>
                  </a:lnTo>
                  <a:lnTo>
                    <a:pt x="7618793" y="83284"/>
                  </a:lnTo>
                  <a:lnTo>
                    <a:pt x="7521437" y="70091"/>
                  </a:lnTo>
                  <a:lnTo>
                    <a:pt x="7417609" y="58095"/>
                  </a:lnTo>
                  <a:lnTo>
                    <a:pt x="7308381" y="47247"/>
                  </a:lnTo>
                  <a:lnTo>
                    <a:pt x="7195559" y="37534"/>
                  </a:lnTo>
                  <a:lnTo>
                    <a:pt x="7081743" y="28966"/>
                  </a:lnTo>
                  <a:lnTo>
                    <a:pt x="6970272" y="21568"/>
                  </a:lnTo>
                  <a:lnTo>
                    <a:pt x="6865006" y="15360"/>
                  </a:lnTo>
                  <a:lnTo>
                    <a:pt x="6769927" y="10342"/>
                  </a:lnTo>
                  <a:lnTo>
                    <a:pt x="6688599" y="6478"/>
                  </a:lnTo>
                  <a:lnTo>
                    <a:pt x="6623594" y="3683"/>
                  </a:lnTo>
                  <a:lnTo>
                    <a:pt x="6576012" y="1823"/>
                  </a:lnTo>
                  <a:lnTo>
                    <a:pt x="6545226" y="726"/>
                  </a:lnTo>
                  <a:lnTo>
                    <a:pt x="6528869" y="192"/>
                  </a:lnTo>
                  <a:lnTo>
                    <a:pt x="6523014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591" y="74"/>
                  </a:lnTo>
                  <a:lnTo>
                    <a:pt x="5520926" y="604"/>
                  </a:lnTo>
                  <a:lnTo>
                    <a:pt x="5506465" y="2067"/>
                  </a:lnTo>
                  <a:lnTo>
                    <a:pt x="5480166" y="4952"/>
                  </a:lnTo>
                  <a:lnTo>
                    <a:pt x="5440062" y="9737"/>
                  </a:lnTo>
                  <a:lnTo>
                    <a:pt x="5385385" y="16850"/>
                  </a:lnTo>
                  <a:lnTo>
                    <a:pt x="5316597" y="26639"/>
                  </a:lnTo>
                  <a:lnTo>
                    <a:pt x="5235269" y="39353"/>
                  </a:lnTo>
                  <a:lnTo>
                    <a:pt x="5143824" y="55129"/>
                  </a:lnTo>
                  <a:lnTo>
                    <a:pt x="5045184" y="74010"/>
                  </a:lnTo>
                  <a:lnTo>
                    <a:pt x="4942404" y="95975"/>
                  </a:lnTo>
                  <a:lnTo>
                    <a:pt x="4838352" y="120965"/>
                  </a:lnTo>
                  <a:lnTo>
                    <a:pt x="4735482" y="148927"/>
                  </a:lnTo>
                  <a:lnTo>
                    <a:pt x="4635718" y="179840"/>
                  </a:lnTo>
                  <a:lnTo>
                    <a:pt x="4540432" y="213737"/>
                  </a:lnTo>
                  <a:lnTo>
                    <a:pt x="4450477" y="250724"/>
                  </a:lnTo>
                  <a:lnTo>
                    <a:pt x="4366273" y="290983"/>
                  </a:lnTo>
                  <a:lnTo>
                    <a:pt x="4287891" y="334777"/>
                  </a:lnTo>
                  <a:lnTo>
                    <a:pt x="4215146" y="382447"/>
                  </a:lnTo>
                  <a:lnTo>
                    <a:pt x="4147673" y="434408"/>
                  </a:lnTo>
                  <a:lnTo>
                    <a:pt x="4084990" y="491135"/>
                  </a:lnTo>
                  <a:lnTo>
                    <a:pt x="4026547" y="553149"/>
                  </a:lnTo>
                  <a:lnTo>
                    <a:pt x="3971763" y="620985"/>
                  </a:lnTo>
                  <a:lnTo>
                    <a:pt x="3920056" y="695151"/>
                  </a:lnTo>
                  <a:lnTo>
                    <a:pt x="3870868" y="776057"/>
                  </a:lnTo>
                  <a:lnTo>
                    <a:pt x="3823690" y="863913"/>
                  </a:lnTo>
                  <a:lnTo>
                    <a:pt x="3820202" y="870818"/>
                  </a:lnTo>
                  <a:lnTo>
                    <a:pt x="3785829" y="941897"/>
                  </a:lnTo>
                  <a:lnTo>
                    <a:pt x="3752161" y="1016953"/>
                  </a:lnTo>
                  <a:lnTo>
                    <a:pt x="3719049" y="1096065"/>
                  </a:lnTo>
                  <a:lnTo>
                    <a:pt x="3686371" y="1179276"/>
                  </a:lnTo>
                  <a:lnTo>
                    <a:pt x="3654019" y="1266591"/>
                  </a:lnTo>
                  <a:lnTo>
                    <a:pt x="3621906" y="1357970"/>
                  </a:lnTo>
                  <a:lnTo>
                    <a:pt x="3589957" y="1453331"/>
                  </a:lnTo>
                  <a:lnTo>
                    <a:pt x="3558112" y="1552542"/>
                  </a:lnTo>
                  <a:lnTo>
                    <a:pt x="3526324" y="1655424"/>
                  </a:lnTo>
                  <a:lnTo>
                    <a:pt x="3494555" y="1761748"/>
                  </a:lnTo>
                  <a:lnTo>
                    <a:pt x="3462780" y="1871237"/>
                  </a:lnTo>
                  <a:lnTo>
                    <a:pt x="3430980" y="1983565"/>
                  </a:lnTo>
                  <a:lnTo>
                    <a:pt x="3399145" y="2098364"/>
                  </a:lnTo>
                  <a:lnTo>
                    <a:pt x="3367274" y="2215226"/>
                  </a:lnTo>
                  <a:lnTo>
                    <a:pt x="3335368" y="2333709"/>
                  </a:lnTo>
                  <a:lnTo>
                    <a:pt x="3303436" y="2453343"/>
                  </a:lnTo>
                  <a:lnTo>
                    <a:pt x="3271487" y="2573641"/>
                  </a:lnTo>
                  <a:lnTo>
                    <a:pt x="3239534" y="2694100"/>
                  </a:lnTo>
                  <a:lnTo>
                    <a:pt x="3207590" y="2814219"/>
                  </a:lnTo>
                  <a:lnTo>
                    <a:pt x="3175666" y="2933499"/>
                  </a:lnTo>
                  <a:lnTo>
                    <a:pt x="3143771" y="3051458"/>
                  </a:lnTo>
                  <a:lnTo>
                    <a:pt x="3111913" y="3167636"/>
                  </a:lnTo>
                  <a:lnTo>
                    <a:pt x="3080092" y="3281601"/>
                  </a:lnTo>
                  <a:lnTo>
                    <a:pt x="3048302" y="3392959"/>
                  </a:lnTo>
                  <a:lnTo>
                    <a:pt x="3016531" y="3501357"/>
                  </a:lnTo>
                  <a:lnTo>
                    <a:pt x="2984759" y="3606486"/>
                  </a:lnTo>
                  <a:lnTo>
                    <a:pt x="2952956" y="3708086"/>
                  </a:lnTo>
                  <a:lnTo>
                    <a:pt x="2921080" y="3805946"/>
                  </a:lnTo>
                  <a:lnTo>
                    <a:pt x="2889080" y="3899903"/>
                  </a:lnTo>
                  <a:lnTo>
                    <a:pt x="2856891" y="3989844"/>
                  </a:lnTo>
                  <a:lnTo>
                    <a:pt x="2824434" y="4075701"/>
                  </a:lnTo>
                  <a:lnTo>
                    <a:pt x="2791615" y="4157452"/>
                  </a:lnTo>
                  <a:lnTo>
                    <a:pt x="2758321" y="4235115"/>
                  </a:lnTo>
                  <a:lnTo>
                    <a:pt x="2724420" y="4308745"/>
                  </a:lnTo>
                  <a:lnTo>
                    <a:pt x="2702183" y="4354093"/>
                  </a:lnTo>
                  <a:lnTo>
                    <a:pt x="2655138" y="4442473"/>
                  </a:lnTo>
                  <a:lnTo>
                    <a:pt x="2606119" y="4523899"/>
                  </a:lnTo>
                  <a:lnTo>
                    <a:pt x="2554621" y="4598560"/>
                  </a:lnTo>
                  <a:lnTo>
                    <a:pt x="2500089" y="4666857"/>
                  </a:lnTo>
                  <a:lnTo>
                    <a:pt x="2441942" y="4729291"/>
                  </a:lnTo>
                  <a:lnTo>
                    <a:pt x="2379599" y="4786398"/>
                  </a:lnTo>
                  <a:lnTo>
                    <a:pt x="2312505" y="4838701"/>
                  </a:lnTo>
                  <a:lnTo>
                    <a:pt x="2240172" y="4886680"/>
                  </a:lnTo>
                  <a:lnTo>
                    <a:pt x="2162224" y="4930753"/>
                  </a:lnTo>
                  <a:lnTo>
                    <a:pt x="2078460" y="4971268"/>
                  </a:lnTo>
                  <a:lnTo>
                    <a:pt x="1988930" y="5008495"/>
                  </a:lnTo>
                  <a:lnTo>
                    <a:pt x="1894021" y="5042620"/>
                  </a:lnTo>
                  <a:lnTo>
                    <a:pt x="1794555" y="5073756"/>
                  </a:lnTo>
                  <a:lnTo>
                    <a:pt x="1691858" y="5101941"/>
                  </a:lnTo>
                  <a:lnTo>
                    <a:pt x="1587816" y="5127157"/>
                  </a:lnTo>
                  <a:lnTo>
                    <a:pt x="1484844" y="5149351"/>
                  </a:lnTo>
                  <a:lnTo>
                    <a:pt x="1385787" y="5168467"/>
                  </a:lnTo>
                  <a:lnTo>
                    <a:pt x="1293693" y="5184477"/>
                  </a:lnTo>
                  <a:lnTo>
                    <a:pt x="1211509" y="5197417"/>
                  </a:lnTo>
                  <a:lnTo>
                    <a:pt x="1141708" y="5207421"/>
                  </a:lnTo>
                  <a:lnTo>
                    <a:pt x="1085936" y="5214724"/>
                  </a:lnTo>
                  <a:lnTo>
                    <a:pt x="1044744" y="5219670"/>
                  </a:lnTo>
                  <a:lnTo>
                    <a:pt x="1017459" y="5222683"/>
                  </a:lnTo>
                  <a:lnTo>
                    <a:pt x="1002199" y="5224236"/>
                  </a:lnTo>
                  <a:lnTo>
                    <a:pt x="995998" y="5224819"/>
                  </a:lnTo>
                  <a:lnTo>
                    <a:pt x="994940" y="5224912"/>
                  </a:lnTo>
                  <a:lnTo>
                    <a:pt x="994940" y="5224912"/>
                  </a:lnTo>
                  <a:lnTo>
                    <a:pt x="0" y="5224912"/>
                  </a:lnTo>
                  <a:lnTo>
                    <a:pt x="0" y="52249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96" name="pg2195"/>
            <p:cNvSpPr/>
            <p:nvPr/>
          </p:nvSpPr>
          <p:spPr>
            <a:xfrm>
              <a:off x="1199187" y="1765929"/>
              <a:ext cx="12049831" cy="4831864"/>
            </a:xfrm>
            <a:custGeom>
              <a:avLst/>
              <a:pathLst>
                <a:path w="12049831" h="4831864">
                  <a:moveTo>
                    <a:pt x="0" y="4831864"/>
                  </a:moveTo>
                  <a:lnTo>
                    <a:pt x="994940" y="4831864"/>
                  </a:lnTo>
                  <a:lnTo>
                    <a:pt x="996029" y="4831819"/>
                  </a:lnTo>
                  <a:lnTo>
                    <a:pt x="1003223" y="4831494"/>
                  </a:lnTo>
                  <a:lnTo>
                    <a:pt x="1021474" y="4830596"/>
                  </a:lnTo>
                  <a:lnTo>
                    <a:pt x="1054394" y="4828827"/>
                  </a:lnTo>
                  <a:lnTo>
                    <a:pt x="1104051" y="4825902"/>
                  </a:lnTo>
                  <a:lnTo>
                    <a:pt x="1170814" y="4821575"/>
                  </a:lnTo>
                  <a:lnTo>
                    <a:pt x="1253393" y="4815663"/>
                  </a:lnTo>
                  <a:lnTo>
                    <a:pt x="1349126" y="4808052"/>
                  </a:lnTo>
                  <a:lnTo>
                    <a:pt x="1454451" y="4798695"/>
                  </a:lnTo>
                  <a:lnTo>
                    <a:pt x="1565468" y="4787597"/>
                  </a:lnTo>
                  <a:lnTo>
                    <a:pt x="1678441" y="4774790"/>
                  </a:lnTo>
                  <a:lnTo>
                    <a:pt x="1790170" y="4760308"/>
                  </a:lnTo>
                  <a:lnTo>
                    <a:pt x="1898183" y="4744165"/>
                  </a:lnTo>
                  <a:lnTo>
                    <a:pt x="2000775" y="4726335"/>
                  </a:lnTo>
                  <a:lnTo>
                    <a:pt x="2096946" y="4706748"/>
                  </a:lnTo>
                  <a:lnTo>
                    <a:pt x="2186279" y="4685279"/>
                  </a:lnTo>
                  <a:lnTo>
                    <a:pt x="2268802" y="4661752"/>
                  </a:lnTo>
                  <a:lnTo>
                    <a:pt x="2344855" y="4635938"/>
                  </a:lnTo>
                  <a:lnTo>
                    <a:pt x="2414992" y="4607565"/>
                  </a:lnTo>
                  <a:lnTo>
                    <a:pt x="2479885" y="4576323"/>
                  </a:lnTo>
                  <a:lnTo>
                    <a:pt x="2540269" y="4541888"/>
                  </a:lnTo>
                  <a:lnTo>
                    <a:pt x="2596891" y="4503941"/>
                  </a:lnTo>
                  <a:lnTo>
                    <a:pt x="2650474" y="4462221"/>
                  </a:lnTo>
                  <a:lnTo>
                    <a:pt x="2701672" y="4416592"/>
                  </a:lnTo>
                  <a:lnTo>
                    <a:pt x="2702183" y="4416107"/>
                  </a:lnTo>
                  <a:lnTo>
                    <a:pt x="2748450" y="4369808"/>
                  </a:lnTo>
                  <a:lnTo>
                    <a:pt x="2793528" y="4320016"/>
                  </a:lnTo>
                  <a:lnTo>
                    <a:pt x="2837750" y="4266661"/>
                  </a:lnTo>
                  <a:lnTo>
                    <a:pt x="2881382" y="4209734"/>
                  </a:lnTo>
                  <a:lnTo>
                    <a:pt x="2924635" y="4149291"/>
                  </a:lnTo>
                  <a:lnTo>
                    <a:pt x="2967672" y="4085463"/>
                  </a:lnTo>
                  <a:lnTo>
                    <a:pt x="3010612" y="4018458"/>
                  </a:lnTo>
                  <a:lnTo>
                    <a:pt x="3053539" y="3948561"/>
                  </a:lnTo>
                  <a:lnTo>
                    <a:pt x="3096506" y="3876135"/>
                  </a:lnTo>
                  <a:lnTo>
                    <a:pt x="3139535" y="3801613"/>
                  </a:lnTo>
                  <a:lnTo>
                    <a:pt x="3182630" y="3725487"/>
                  </a:lnTo>
                  <a:lnTo>
                    <a:pt x="3225776" y="3648302"/>
                  </a:lnTo>
                  <a:lnTo>
                    <a:pt x="3268947" y="3570633"/>
                  </a:lnTo>
                  <a:lnTo>
                    <a:pt x="3312113" y="3493070"/>
                  </a:lnTo>
                  <a:lnTo>
                    <a:pt x="3355243" y="3416200"/>
                  </a:lnTo>
                  <a:lnTo>
                    <a:pt x="3398316" y="3340591"/>
                  </a:lnTo>
                  <a:lnTo>
                    <a:pt x="3441321" y="3266767"/>
                  </a:lnTo>
                  <a:lnTo>
                    <a:pt x="3484270" y="3195204"/>
                  </a:lnTo>
                  <a:lnTo>
                    <a:pt x="3527194" y="3126308"/>
                  </a:lnTo>
                  <a:lnTo>
                    <a:pt x="3570157" y="3060415"/>
                  </a:lnTo>
                  <a:lnTo>
                    <a:pt x="3613255" y="2997784"/>
                  </a:lnTo>
                  <a:lnTo>
                    <a:pt x="3656624" y="2938592"/>
                  </a:lnTo>
                  <a:lnTo>
                    <a:pt x="3700441" y="2882946"/>
                  </a:lnTo>
                  <a:lnTo>
                    <a:pt x="3744936" y="2830876"/>
                  </a:lnTo>
                  <a:lnTo>
                    <a:pt x="3790399" y="2782349"/>
                  </a:lnTo>
                  <a:lnTo>
                    <a:pt x="3820202" y="2753079"/>
                  </a:lnTo>
                  <a:lnTo>
                    <a:pt x="3871379" y="2707410"/>
                  </a:lnTo>
                  <a:lnTo>
                    <a:pt x="3924934" y="2665651"/>
                  </a:lnTo>
                  <a:lnTo>
                    <a:pt x="3981522" y="2627667"/>
                  </a:lnTo>
                  <a:lnTo>
                    <a:pt x="4041864" y="2593197"/>
                  </a:lnTo>
                  <a:lnTo>
                    <a:pt x="4106707" y="2561925"/>
                  </a:lnTo>
                  <a:lnTo>
                    <a:pt x="4176786" y="2533524"/>
                  </a:lnTo>
                  <a:lnTo>
                    <a:pt x="4252777" y="2507686"/>
                  </a:lnTo>
                  <a:lnTo>
                    <a:pt x="4335231" y="2484136"/>
                  </a:lnTo>
                  <a:lnTo>
                    <a:pt x="4424494" y="2462648"/>
                  </a:lnTo>
                  <a:lnTo>
                    <a:pt x="4520597" y="2443042"/>
                  </a:lnTo>
                  <a:lnTo>
                    <a:pt x="4623128" y="2425195"/>
                  </a:lnTo>
                  <a:lnTo>
                    <a:pt x="4731093" y="2409034"/>
                  </a:lnTo>
                  <a:lnTo>
                    <a:pt x="4842795" y="2394536"/>
                  </a:lnTo>
                  <a:lnTo>
                    <a:pt x="4955771" y="2381712"/>
                  </a:lnTo>
                  <a:lnTo>
                    <a:pt x="5066825" y="2370596"/>
                  </a:lnTo>
                  <a:lnTo>
                    <a:pt x="5172228" y="2361221"/>
                  </a:lnTo>
                  <a:lnTo>
                    <a:pt x="5268078" y="2353592"/>
                  </a:lnTo>
                  <a:lnTo>
                    <a:pt x="5350807" y="2347663"/>
                  </a:lnTo>
                  <a:lnTo>
                    <a:pt x="5417739" y="2343321"/>
                  </a:lnTo>
                  <a:lnTo>
                    <a:pt x="5467571" y="2340383"/>
                  </a:lnTo>
                  <a:lnTo>
                    <a:pt x="5500655" y="2338603"/>
                  </a:lnTo>
                  <a:lnTo>
                    <a:pt x="5519039" y="2337699"/>
                  </a:lnTo>
                  <a:lnTo>
                    <a:pt x="5526323" y="2337369"/>
                  </a:lnTo>
                  <a:lnTo>
                    <a:pt x="5527445" y="2337322"/>
                  </a:lnTo>
                  <a:lnTo>
                    <a:pt x="6522385" y="2337322"/>
                  </a:lnTo>
                  <a:lnTo>
                    <a:pt x="6523480" y="2337279"/>
                  </a:lnTo>
                  <a:lnTo>
                    <a:pt x="6530711" y="2336974"/>
                  </a:lnTo>
                  <a:lnTo>
                    <a:pt x="6549053" y="2336130"/>
                  </a:lnTo>
                  <a:lnTo>
                    <a:pt x="6582132" y="2334468"/>
                  </a:lnTo>
                  <a:lnTo>
                    <a:pt x="6632014" y="2331719"/>
                  </a:lnTo>
                  <a:lnTo>
                    <a:pt x="6699057" y="2327653"/>
                  </a:lnTo>
                  <a:lnTo>
                    <a:pt x="6781952" y="2322098"/>
                  </a:lnTo>
                  <a:lnTo>
                    <a:pt x="6878006" y="2314948"/>
                  </a:lnTo>
                  <a:lnTo>
                    <a:pt x="6983633" y="2306160"/>
                  </a:lnTo>
                  <a:lnTo>
                    <a:pt x="7094908" y="2295739"/>
                  </a:lnTo>
                  <a:lnTo>
                    <a:pt x="7208085" y="2283716"/>
                  </a:lnTo>
                  <a:lnTo>
                    <a:pt x="7319958" y="2270122"/>
                  </a:lnTo>
                  <a:lnTo>
                    <a:pt x="7428057" y="2254968"/>
                  </a:lnTo>
                  <a:lnTo>
                    <a:pt x="7530686" y="2238232"/>
                  </a:lnTo>
                  <a:lnTo>
                    <a:pt x="7626855" y="2219844"/>
                  </a:lnTo>
                  <a:lnTo>
                    <a:pt x="7716157" y="2199688"/>
                  </a:lnTo>
                  <a:lnTo>
                    <a:pt x="7798630" y="2177594"/>
                  </a:lnTo>
                  <a:lnTo>
                    <a:pt x="7874626" y="2153349"/>
                  </a:lnTo>
                  <a:lnTo>
                    <a:pt x="7944703" y="2126693"/>
                  </a:lnTo>
                  <a:lnTo>
                    <a:pt x="8009542" y="2097336"/>
                  </a:lnTo>
                  <a:lnTo>
                    <a:pt x="8069884" y="2064972"/>
                  </a:lnTo>
                  <a:lnTo>
                    <a:pt x="8126478" y="2029303"/>
                  </a:lnTo>
                  <a:lnTo>
                    <a:pt x="8180048" y="1990087"/>
                  </a:lnTo>
                  <a:lnTo>
                    <a:pt x="8229629" y="1948642"/>
                  </a:lnTo>
                  <a:lnTo>
                    <a:pt x="8276943" y="1904326"/>
                  </a:lnTo>
                  <a:lnTo>
                    <a:pt x="8323021" y="1856592"/>
                  </a:lnTo>
                  <a:lnTo>
                    <a:pt x="8368217" y="1805371"/>
                  </a:lnTo>
                  <a:lnTo>
                    <a:pt x="8412813" y="1750656"/>
                  </a:lnTo>
                  <a:lnTo>
                    <a:pt x="8457029" y="1692511"/>
                  </a:lnTo>
                  <a:lnTo>
                    <a:pt x="8501035" y="1631075"/>
                  </a:lnTo>
                  <a:lnTo>
                    <a:pt x="8544955" y="1566564"/>
                  </a:lnTo>
                  <a:lnTo>
                    <a:pt x="8588872" y="1499277"/>
                  </a:lnTo>
                  <a:lnTo>
                    <a:pt x="8632836" y="1429589"/>
                  </a:lnTo>
                  <a:lnTo>
                    <a:pt x="8676868" y="1357945"/>
                  </a:lnTo>
                  <a:lnTo>
                    <a:pt x="8720967" y="1284851"/>
                  </a:lnTo>
                  <a:lnTo>
                    <a:pt x="8765113" y="1210861"/>
                  </a:lnTo>
                  <a:lnTo>
                    <a:pt x="8809277" y="1136555"/>
                  </a:lnTo>
                  <a:lnTo>
                    <a:pt x="8853425" y="1062526"/>
                  </a:lnTo>
                  <a:lnTo>
                    <a:pt x="8897528" y="989356"/>
                  </a:lnTo>
                  <a:lnTo>
                    <a:pt x="8941565" y="917602"/>
                  </a:lnTo>
                  <a:lnTo>
                    <a:pt x="8985533" y="847771"/>
                  </a:lnTo>
                  <a:lnTo>
                    <a:pt x="9029452" y="780315"/>
                  </a:lnTo>
                  <a:lnTo>
                    <a:pt x="9073369" y="715613"/>
                  </a:lnTo>
                  <a:lnTo>
                    <a:pt x="9117366" y="653968"/>
                  </a:lnTo>
                  <a:lnTo>
                    <a:pt x="9161564" y="595603"/>
                  </a:lnTo>
                  <a:lnTo>
                    <a:pt x="9206129" y="540661"/>
                  </a:lnTo>
                  <a:lnTo>
                    <a:pt x="9251278" y="489211"/>
                  </a:lnTo>
                  <a:lnTo>
                    <a:pt x="9297289" y="441251"/>
                  </a:lnTo>
                  <a:lnTo>
                    <a:pt x="9344509" y="396715"/>
                  </a:lnTo>
                  <a:lnTo>
                    <a:pt x="9347647" y="393920"/>
                  </a:lnTo>
                  <a:lnTo>
                    <a:pt x="9398917" y="351153"/>
                  </a:lnTo>
                  <a:lnTo>
                    <a:pt x="9452574" y="312054"/>
                  </a:lnTo>
                  <a:lnTo>
                    <a:pt x="9509278" y="276496"/>
                  </a:lnTo>
                  <a:lnTo>
                    <a:pt x="9569753" y="244234"/>
                  </a:lnTo>
                  <a:lnTo>
                    <a:pt x="9634750" y="214969"/>
                  </a:lnTo>
                  <a:lnTo>
                    <a:pt x="9705008" y="188395"/>
                  </a:lnTo>
                  <a:lnTo>
                    <a:pt x="9781205" y="164223"/>
                  </a:lnTo>
                  <a:lnTo>
                    <a:pt x="9863894" y="142195"/>
                  </a:lnTo>
                  <a:lnTo>
                    <a:pt x="9953419" y="122098"/>
                  </a:lnTo>
                  <a:lnTo>
                    <a:pt x="10049806" y="103765"/>
                  </a:lnTo>
                  <a:lnTo>
                    <a:pt x="10152630" y="87080"/>
                  </a:lnTo>
                  <a:lnTo>
                    <a:pt x="10260881" y="71977"/>
                  </a:lnTo>
                  <a:lnTo>
                    <a:pt x="10372839" y="58434"/>
                  </a:lnTo>
                  <a:lnTo>
                    <a:pt x="10486008" y="46462"/>
                  </a:lnTo>
                  <a:lnTo>
                    <a:pt x="10597162" y="36093"/>
                  </a:lnTo>
                  <a:lnTo>
                    <a:pt x="10702541" y="27358"/>
                  </a:lnTo>
                  <a:lnTo>
                    <a:pt x="10798223" y="20260"/>
                  </a:lnTo>
                  <a:lnTo>
                    <a:pt x="10880641" y="14756"/>
                  </a:lnTo>
                  <a:lnTo>
                    <a:pt x="10947143" y="10736"/>
                  </a:lnTo>
                  <a:lnTo>
                    <a:pt x="10996468" y="8025"/>
                  </a:lnTo>
                  <a:lnTo>
                    <a:pt x="11029030" y="6393"/>
                  </a:lnTo>
                  <a:lnTo>
                    <a:pt x="11046949" y="5572"/>
                  </a:lnTo>
                  <a:lnTo>
                    <a:pt x="11053897" y="5279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96" y="42"/>
                  </a:lnTo>
                  <a:lnTo>
                    <a:pt x="11046565" y="348"/>
                  </a:lnTo>
                  <a:lnTo>
                    <a:pt x="11028223" y="1191"/>
                  </a:lnTo>
                  <a:lnTo>
                    <a:pt x="10995145" y="2854"/>
                  </a:lnTo>
                  <a:lnTo>
                    <a:pt x="10945263" y="5603"/>
                  </a:lnTo>
                  <a:lnTo>
                    <a:pt x="10878219" y="9669"/>
                  </a:lnTo>
                  <a:lnTo>
                    <a:pt x="10795325" y="15224"/>
                  </a:lnTo>
                  <a:lnTo>
                    <a:pt x="10699270" y="22374"/>
                  </a:lnTo>
                  <a:lnTo>
                    <a:pt x="10593644" y="31162"/>
                  </a:lnTo>
                  <a:lnTo>
                    <a:pt x="10482368" y="41582"/>
                  </a:lnTo>
                  <a:lnTo>
                    <a:pt x="10369192" y="53606"/>
                  </a:lnTo>
                  <a:lnTo>
                    <a:pt x="10257318" y="67200"/>
                  </a:lnTo>
                  <a:lnTo>
                    <a:pt x="10149219" y="82353"/>
                  </a:lnTo>
                  <a:lnTo>
                    <a:pt x="10046591" y="99090"/>
                  </a:lnTo>
                  <a:lnTo>
                    <a:pt x="9950422" y="117478"/>
                  </a:lnTo>
                  <a:lnTo>
                    <a:pt x="9861120" y="137634"/>
                  </a:lnTo>
                  <a:lnTo>
                    <a:pt x="9778647" y="159728"/>
                  </a:lnTo>
                  <a:lnTo>
                    <a:pt x="9702651" y="183973"/>
                  </a:lnTo>
                  <a:lnTo>
                    <a:pt x="9632574" y="210629"/>
                  </a:lnTo>
                  <a:lnTo>
                    <a:pt x="9567734" y="239986"/>
                  </a:lnTo>
                  <a:lnTo>
                    <a:pt x="9507393" y="272350"/>
                  </a:lnTo>
                  <a:lnTo>
                    <a:pt x="9450799" y="308019"/>
                  </a:lnTo>
                  <a:lnTo>
                    <a:pt x="9397229" y="347235"/>
                  </a:lnTo>
                  <a:lnTo>
                    <a:pt x="9347647" y="388680"/>
                  </a:lnTo>
                  <a:lnTo>
                    <a:pt x="9300334" y="432996"/>
                  </a:lnTo>
                  <a:lnTo>
                    <a:pt x="9254256" y="480730"/>
                  </a:lnTo>
                  <a:lnTo>
                    <a:pt x="9209059" y="531951"/>
                  </a:lnTo>
                  <a:lnTo>
                    <a:pt x="9164464" y="586666"/>
                  </a:lnTo>
                  <a:lnTo>
                    <a:pt x="9120247" y="644811"/>
                  </a:lnTo>
                  <a:lnTo>
                    <a:pt x="9076241" y="706247"/>
                  </a:lnTo>
                  <a:lnTo>
                    <a:pt x="9032322" y="770758"/>
                  </a:lnTo>
                  <a:lnTo>
                    <a:pt x="8988405" y="838045"/>
                  </a:lnTo>
                  <a:lnTo>
                    <a:pt x="8944441" y="907733"/>
                  </a:lnTo>
                  <a:lnTo>
                    <a:pt x="8900408" y="979377"/>
                  </a:lnTo>
                  <a:lnTo>
                    <a:pt x="8856309" y="1052471"/>
                  </a:lnTo>
                  <a:lnTo>
                    <a:pt x="8812163" y="1126461"/>
                  </a:lnTo>
                  <a:lnTo>
                    <a:pt x="8768000" y="1200767"/>
                  </a:lnTo>
                  <a:lnTo>
                    <a:pt x="8723851" y="1274796"/>
                  </a:lnTo>
                  <a:lnTo>
                    <a:pt x="8679749" y="1347965"/>
                  </a:lnTo>
                  <a:lnTo>
                    <a:pt x="8635712" y="1419720"/>
                  </a:lnTo>
                  <a:lnTo>
                    <a:pt x="8591743" y="1489551"/>
                  </a:lnTo>
                  <a:lnTo>
                    <a:pt x="8547824" y="1557007"/>
                  </a:lnTo>
                  <a:lnTo>
                    <a:pt x="8503907" y="1621709"/>
                  </a:lnTo>
                  <a:lnTo>
                    <a:pt x="8459910" y="1683354"/>
                  </a:lnTo>
                  <a:lnTo>
                    <a:pt x="8415712" y="1741719"/>
                  </a:lnTo>
                  <a:lnTo>
                    <a:pt x="8371147" y="1796660"/>
                  </a:lnTo>
                  <a:lnTo>
                    <a:pt x="8325998" y="1848111"/>
                  </a:lnTo>
                  <a:lnTo>
                    <a:pt x="8279988" y="1896071"/>
                  </a:lnTo>
                  <a:lnTo>
                    <a:pt x="8232767" y="1940607"/>
                  </a:lnTo>
                  <a:lnTo>
                    <a:pt x="8229629" y="1943401"/>
                  </a:lnTo>
                  <a:lnTo>
                    <a:pt x="8178359" y="1986169"/>
                  </a:lnTo>
                  <a:lnTo>
                    <a:pt x="8124702" y="2025268"/>
                  </a:lnTo>
                  <a:lnTo>
                    <a:pt x="8067999" y="2060826"/>
                  </a:lnTo>
                  <a:lnTo>
                    <a:pt x="8007524" y="2093088"/>
                  </a:lnTo>
                  <a:lnTo>
                    <a:pt x="7942527" y="2122353"/>
                  </a:lnTo>
                  <a:lnTo>
                    <a:pt x="7872269" y="2148927"/>
                  </a:lnTo>
                  <a:lnTo>
                    <a:pt x="7796072" y="2173099"/>
                  </a:lnTo>
                  <a:lnTo>
                    <a:pt x="7713383" y="2195127"/>
                  </a:lnTo>
                  <a:lnTo>
                    <a:pt x="7623857" y="2215224"/>
                  </a:lnTo>
                  <a:lnTo>
                    <a:pt x="7527471" y="2233557"/>
                  </a:lnTo>
                  <a:lnTo>
                    <a:pt x="7424647" y="2250241"/>
                  </a:lnTo>
                  <a:lnTo>
                    <a:pt x="7316395" y="2265344"/>
                  </a:lnTo>
                  <a:lnTo>
                    <a:pt x="7204437" y="2278888"/>
                  </a:lnTo>
                  <a:lnTo>
                    <a:pt x="7091268" y="2290860"/>
                  </a:lnTo>
                  <a:lnTo>
                    <a:pt x="6980114" y="2301229"/>
                  </a:lnTo>
                  <a:lnTo>
                    <a:pt x="6874736" y="2309964"/>
                  </a:lnTo>
                  <a:lnTo>
                    <a:pt x="6779054" y="2317061"/>
                  </a:lnTo>
                  <a:lnTo>
                    <a:pt x="6696635" y="2322566"/>
                  </a:lnTo>
                  <a:lnTo>
                    <a:pt x="6630133" y="2326586"/>
                  </a:lnTo>
                  <a:lnTo>
                    <a:pt x="6580808" y="2329296"/>
                  </a:lnTo>
                  <a:lnTo>
                    <a:pt x="6548247" y="2330928"/>
                  </a:lnTo>
                  <a:lnTo>
                    <a:pt x="6530328" y="2331750"/>
                  </a:lnTo>
                  <a:lnTo>
                    <a:pt x="6523379" y="2332043"/>
                  </a:lnTo>
                  <a:lnTo>
                    <a:pt x="6522385" y="2332082"/>
                  </a:lnTo>
                  <a:lnTo>
                    <a:pt x="5527445" y="2332082"/>
                  </a:lnTo>
                  <a:lnTo>
                    <a:pt x="5526356" y="2332127"/>
                  </a:lnTo>
                  <a:lnTo>
                    <a:pt x="5519162" y="2332452"/>
                  </a:lnTo>
                  <a:lnTo>
                    <a:pt x="5500911" y="2333350"/>
                  </a:lnTo>
                  <a:lnTo>
                    <a:pt x="5467991" y="2335119"/>
                  </a:lnTo>
                  <a:lnTo>
                    <a:pt x="5418334" y="2338044"/>
                  </a:lnTo>
                  <a:lnTo>
                    <a:pt x="5351571" y="2342370"/>
                  </a:lnTo>
                  <a:lnTo>
                    <a:pt x="5268992" y="2348283"/>
                  </a:lnTo>
                  <a:lnTo>
                    <a:pt x="5173259" y="2355894"/>
                  </a:lnTo>
                  <a:lnTo>
                    <a:pt x="5067934" y="2365251"/>
                  </a:lnTo>
                  <a:lnTo>
                    <a:pt x="4956917" y="2376349"/>
                  </a:lnTo>
                  <a:lnTo>
                    <a:pt x="4843944" y="2389156"/>
                  </a:lnTo>
                  <a:lnTo>
                    <a:pt x="4732215" y="2403637"/>
                  </a:lnTo>
                  <a:lnTo>
                    <a:pt x="4624202" y="2419781"/>
                  </a:lnTo>
                  <a:lnTo>
                    <a:pt x="4521610" y="2437611"/>
                  </a:lnTo>
                  <a:lnTo>
                    <a:pt x="4425439" y="2457198"/>
                  </a:lnTo>
                  <a:lnTo>
                    <a:pt x="4336106" y="2478667"/>
                  </a:lnTo>
                  <a:lnTo>
                    <a:pt x="4253583" y="2502194"/>
                  </a:lnTo>
                  <a:lnTo>
                    <a:pt x="4177530" y="2528008"/>
                  </a:lnTo>
                  <a:lnTo>
                    <a:pt x="4107393" y="2556381"/>
                  </a:lnTo>
                  <a:lnTo>
                    <a:pt x="4042500" y="2587622"/>
                  </a:lnTo>
                  <a:lnTo>
                    <a:pt x="3982116" y="2622058"/>
                  </a:lnTo>
                  <a:lnTo>
                    <a:pt x="3925494" y="2660005"/>
                  </a:lnTo>
                  <a:lnTo>
                    <a:pt x="3871911" y="2701724"/>
                  </a:lnTo>
                  <a:lnTo>
                    <a:pt x="3820713" y="2747354"/>
                  </a:lnTo>
                  <a:lnTo>
                    <a:pt x="3820202" y="2747839"/>
                  </a:lnTo>
                  <a:lnTo>
                    <a:pt x="3773935" y="2794138"/>
                  </a:lnTo>
                  <a:lnTo>
                    <a:pt x="3728857" y="2843930"/>
                  </a:lnTo>
                  <a:lnTo>
                    <a:pt x="3684635" y="2897284"/>
                  </a:lnTo>
                  <a:lnTo>
                    <a:pt x="3641003" y="2954212"/>
                  </a:lnTo>
                  <a:lnTo>
                    <a:pt x="3597750" y="3014655"/>
                  </a:lnTo>
                  <a:lnTo>
                    <a:pt x="3554713" y="3078483"/>
                  </a:lnTo>
                  <a:lnTo>
                    <a:pt x="3511773" y="3145488"/>
                  </a:lnTo>
                  <a:lnTo>
                    <a:pt x="3468846" y="3215384"/>
                  </a:lnTo>
                  <a:lnTo>
                    <a:pt x="3425879" y="3287810"/>
                  </a:lnTo>
                  <a:lnTo>
                    <a:pt x="3382850" y="3362333"/>
                  </a:lnTo>
                  <a:lnTo>
                    <a:pt x="3339755" y="3438458"/>
                  </a:lnTo>
                  <a:lnTo>
                    <a:pt x="3296609" y="3515643"/>
                  </a:lnTo>
                  <a:lnTo>
                    <a:pt x="3253438" y="3593313"/>
                  </a:lnTo>
                  <a:lnTo>
                    <a:pt x="3210272" y="3670876"/>
                  </a:lnTo>
                  <a:lnTo>
                    <a:pt x="3167142" y="3747746"/>
                  </a:lnTo>
                  <a:lnTo>
                    <a:pt x="3124069" y="3823355"/>
                  </a:lnTo>
                  <a:lnTo>
                    <a:pt x="3081064" y="3897179"/>
                  </a:lnTo>
                  <a:lnTo>
                    <a:pt x="3038115" y="3968742"/>
                  </a:lnTo>
                  <a:lnTo>
                    <a:pt x="2995191" y="4037638"/>
                  </a:lnTo>
                  <a:lnTo>
                    <a:pt x="2952228" y="4103531"/>
                  </a:lnTo>
                  <a:lnTo>
                    <a:pt x="2909130" y="4166162"/>
                  </a:lnTo>
                  <a:lnTo>
                    <a:pt x="2865761" y="4225353"/>
                  </a:lnTo>
                  <a:lnTo>
                    <a:pt x="2821944" y="4281000"/>
                  </a:lnTo>
                  <a:lnTo>
                    <a:pt x="2777449" y="4333070"/>
                  </a:lnTo>
                  <a:lnTo>
                    <a:pt x="2731986" y="4381596"/>
                  </a:lnTo>
                  <a:lnTo>
                    <a:pt x="2702183" y="4410867"/>
                  </a:lnTo>
                  <a:lnTo>
                    <a:pt x="2651006" y="4456536"/>
                  </a:lnTo>
                  <a:lnTo>
                    <a:pt x="2597451" y="4498295"/>
                  </a:lnTo>
                  <a:lnTo>
                    <a:pt x="2540863" y="4536279"/>
                  </a:lnTo>
                  <a:lnTo>
                    <a:pt x="2480521" y="4570749"/>
                  </a:lnTo>
                  <a:lnTo>
                    <a:pt x="2415678" y="4602021"/>
                  </a:lnTo>
                  <a:lnTo>
                    <a:pt x="2345599" y="4630422"/>
                  </a:lnTo>
                  <a:lnTo>
                    <a:pt x="2269608" y="4656260"/>
                  </a:lnTo>
                  <a:lnTo>
                    <a:pt x="2187154" y="4679809"/>
                  </a:lnTo>
                  <a:lnTo>
                    <a:pt x="2097891" y="4701298"/>
                  </a:lnTo>
                  <a:lnTo>
                    <a:pt x="2001788" y="4720904"/>
                  </a:lnTo>
                  <a:lnTo>
                    <a:pt x="1899257" y="4738751"/>
                  </a:lnTo>
                  <a:lnTo>
                    <a:pt x="1791292" y="4754912"/>
                  </a:lnTo>
                  <a:lnTo>
                    <a:pt x="1679590" y="4769410"/>
                  </a:lnTo>
                  <a:lnTo>
                    <a:pt x="1566614" y="4782234"/>
                  </a:lnTo>
                  <a:lnTo>
                    <a:pt x="1455560" y="4793350"/>
                  </a:lnTo>
                  <a:lnTo>
                    <a:pt x="1350157" y="4802725"/>
                  </a:lnTo>
                  <a:lnTo>
                    <a:pt x="1254307" y="4810354"/>
                  </a:lnTo>
                  <a:lnTo>
                    <a:pt x="1171578" y="4816283"/>
                  </a:lnTo>
                  <a:lnTo>
                    <a:pt x="1104646" y="4820625"/>
                  </a:lnTo>
                  <a:lnTo>
                    <a:pt x="1054814" y="4823563"/>
                  </a:lnTo>
                  <a:lnTo>
                    <a:pt x="1021730" y="4825342"/>
                  </a:lnTo>
                  <a:lnTo>
                    <a:pt x="1003346" y="4826247"/>
                  </a:lnTo>
                  <a:lnTo>
                    <a:pt x="996062" y="4826576"/>
                  </a:lnTo>
                  <a:lnTo>
                    <a:pt x="994940" y="4826624"/>
                  </a:lnTo>
                  <a:lnTo>
                    <a:pt x="0" y="4826624"/>
                  </a:lnTo>
                  <a:close/>
                </a:path>
              </a:pathLst>
            </a:custGeom>
            <a:solidFill>
              <a:srgbClr val="BDBDBD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197" name="pl2196"/>
            <p:cNvSpPr/>
            <p:nvPr/>
          </p:nvSpPr>
          <p:spPr>
            <a:xfrm>
              <a:off x="1199187" y="1771169"/>
              <a:ext cx="12049831" cy="4826624"/>
            </a:xfrm>
            <a:custGeom>
              <a:avLst/>
              <a:pathLst>
                <a:path w="12049831" h="4826624">
                  <a:moveTo>
                    <a:pt x="0" y="4826624"/>
                  </a:moveTo>
                  <a:lnTo>
                    <a:pt x="994940" y="4826624"/>
                  </a:lnTo>
                  <a:lnTo>
                    <a:pt x="996029" y="4826578"/>
                  </a:lnTo>
                  <a:lnTo>
                    <a:pt x="1003223" y="4826253"/>
                  </a:lnTo>
                  <a:lnTo>
                    <a:pt x="1021474" y="4825356"/>
                  </a:lnTo>
                  <a:lnTo>
                    <a:pt x="1054394" y="4823586"/>
                  </a:lnTo>
                  <a:lnTo>
                    <a:pt x="1104051" y="4820661"/>
                  </a:lnTo>
                  <a:lnTo>
                    <a:pt x="1170814" y="4816335"/>
                  </a:lnTo>
                  <a:lnTo>
                    <a:pt x="1253393" y="4810423"/>
                  </a:lnTo>
                  <a:lnTo>
                    <a:pt x="1349126" y="4802811"/>
                  </a:lnTo>
                  <a:lnTo>
                    <a:pt x="1454451" y="4793454"/>
                  </a:lnTo>
                  <a:lnTo>
                    <a:pt x="1565468" y="4782356"/>
                  </a:lnTo>
                  <a:lnTo>
                    <a:pt x="1678441" y="4769549"/>
                  </a:lnTo>
                  <a:lnTo>
                    <a:pt x="1790170" y="4755068"/>
                  </a:lnTo>
                  <a:lnTo>
                    <a:pt x="1898183" y="4738924"/>
                  </a:lnTo>
                  <a:lnTo>
                    <a:pt x="2000775" y="4721094"/>
                  </a:lnTo>
                  <a:lnTo>
                    <a:pt x="2096946" y="4701507"/>
                  </a:lnTo>
                  <a:lnTo>
                    <a:pt x="2186279" y="4680038"/>
                  </a:lnTo>
                  <a:lnTo>
                    <a:pt x="2268802" y="4656511"/>
                  </a:lnTo>
                  <a:lnTo>
                    <a:pt x="2344855" y="4630697"/>
                  </a:lnTo>
                  <a:lnTo>
                    <a:pt x="2414992" y="4602324"/>
                  </a:lnTo>
                  <a:lnTo>
                    <a:pt x="2479885" y="4571083"/>
                  </a:lnTo>
                  <a:lnTo>
                    <a:pt x="2540269" y="4536647"/>
                  </a:lnTo>
                  <a:lnTo>
                    <a:pt x="2596891" y="4498700"/>
                  </a:lnTo>
                  <a:lnTo>
                    <a:pt x="2650474" y="4456981"/>
                  </a:lnTo>
                  <a:lnTo>
                    <a:pt x="2701672" y="4411351"/>
                  </a:lnTo>
                  <a:lnTo>
                    <a:pt x="2702183" y="4410867"/>
                  </a:lnTo>
                  <a:lnTo>
                    <a:pt x="2748450" y="4364567"/>
                  </a:lnTo>
                  <a:lnTo>
                    <a:pt x="2793528" y="4314775"/>
                  </a:lnTo>
                  <a:lnTo>
                    <a:pt x="2837750" y="4261421"/>
                  </a:lnTo>
                  <a:lnTo>
                    <a:pt x="2881382" y="4204493"/>
                  </a:lnTo>
                  <a:lnTo>
                    <a:pt x="2924635" y="4144050"/>
                  </a:lnTo>
                  <a:lnTo>
                    <a:pt x="2967672" y="4080223"/>
                  </a:lnTo>
                  <a:lnTo>
                    <a:pt x="3010612" y="4013217"/>
                  </a:lnTo>
                  <a:lnTo>
                    <a:pt x="3053539" y="3943321"/>
                  </a:lnTo>
                  <a:lnTo>
                    <a:pt x="3096506" y="3870895"/>
                  </a:lnTo>
                  <a:lnTo>
                    <a:pt x="3139535" y="3796372"/>
                  </a:lnTo>
                  <a:lnTo>
                    <a:pt x="3182630" y="3720247"/>
                  </a:lnTo>
                  <a:lnTo>
                    <a:pt x="3225776" y="3643062"/>
                  </a:lnTo>
                  <a:lnTo>
                    <a:pt x="3268947" y="3565392"/>
                  </a:lnTo>
                  <a:lnTo>
                    <a:pt x="3312113" y="3487829"/>
                  </a:lnTo>
                  <a:lnTo>
                    <a:pt x="3355243" y="3410960"/>
                  </a:lnTo>
                  <a:lnTo>
                    <a:pt x="3398316" y="3335350"/>
                  </a:lnTo>
                  <a:lnTo>
                    <a:pt x="3441321" y="3261527"/>
                  </a:lnTo>
                  <a:lnTo>
                    <a:pt x="3484270" y="3189963"/>
                  </a:lnTo>
                  <a:lnTo>
                    <a:pt x="3527194" y="3121067"/>
                  </a:lnTo>
                  <a:lnTo>
                    <a:pt x="3570157" y="3055175"/>
                  </a:lnTo>
                  <a:lnTo>
                    <a:pt x="3613255" y="2992543"/>
                  </a:lnTo>
                  <a:lnTo>
                    <a:pt x="3656624" y="2933352"/>
                  </a:lnTo>
                  <a:lnTo>
                    <a:pt x="3700441" y="2877705"/>
                  </a:lnTo>
                  <a:lnTo>
                    <a:pt x="3744936" y="2825635"/>
                  </a:lnTo>
                  <a:lnTo>
                    <a:pt x="3790399" y="2777109"/>
                  </a:lnTo>
                  <a:lnTo>
                    <a:pt x="3820202" y="2747839"/>
                  </a:lnTo>
                  <a:lnTo>
                    <a:pt x="3871379" y="2702169"/>
                  </a:lnTo>
                  <a:lnTo>
                    <a:pt x="3924934" y="2660410"/>
                  </a:lnTo>
                  <a:lnTo>
                    <a:pt x="3981522" y="2622426"/>
                  </a:lnTo>
                  <a:lnTo>
                    <a:pt x="4041864" y="2587956"/>
                  </a:lnTo>
                  <a:lnTo>
                    <a:pt x="4106707" y="2556684"/>
                  </a:lnTo>
                  <a:lnTo>
                    <a:pt x="4176786" y="2528284"/>
                  </a:lnTo>
                  <a:lnTo>
                    <a:pt x="4252777" y="2502445"/>
                  </a:lnTo>
                  <a:lnTo>
                    <a:pt x="4335231" y="2478896"/>
                  </a:lnTo>
                  <a:lnTo>
                    <a:pt x="4424494" y="2457407"/>
                  </a:lnTo>
                  <a:lnTo>
                    <a:pt x="4520597" y="2437801"/>
                  </a:lnTo>
                  <a:lnTo>
                    <a:pt x="4623128" y="2419954"/>
                  </a:lnTo>
                  <a:lnTo>
                    <a:pt x="4731093" y="2403794"/>
                  </a:lnTo>
                  <a:lnTo>
                    <a:pt x="4842795" y="2389295"/>
                  </a:lnTo>
                  <a:lnTo>
                    <a:pt x="4955771" y="2376471"/>
                  </a:lnTo>
                  <a:lnTo>
                    <a:pt x="5066825" y="2365356"/>
                  </a:lnTo>
                  <a:lnTo>
                    <a:pt x="5172228" y="2355981"/>
                  </a:lnTo>
                  <a:lnTo>
                    <a:pt x="5268078" y="2348351"/>
                  </a:lnTo>
                  <a:lnTo>
                    <a:pt x="5350807" y="2342422"/>
                  </a:lnTo>
                  <a:lnTo>
                    <a:pt x="5417739" y="2338081"/>
                  </a:lnTo>
                  <a:lnTo>
                    <a:pt x="5467571" y="2335142"/>
                  </a:lnTo>
                  <a:lnTo>
                    <a:pt x="5500655" y="2333363"/>
                  </a:lnTo>
                  <a:lnTo>
                    <a:pt x="5519039" y="2332458"/>
                  </a:lnTo>
                  <a:lnTo>
                    <a:pt x="5526323" y="2332129"/>
                  </a:lnTo>
                  <a:lnTo>
                    <a:pt x="5527445" y="2332082"/>
                  </a:lnTo>
                  <a:lnTo>
                    <a:pt x="5527445" y="2332082"/>
                  </a:lnTo>
                  <a:lnTo>
                    <a:pt x="6522385" y="2332082"/>
                  </a:lnTo>
                  <a:lnTo>
                    <a:pt x="6523480" y="2332039"/>
                  </a:lnTo>
                  <a:lnTo>
                    <a:pt x="6530711" y="2331733"/>
                  </a:lnTo>
                  <a:lnTo>
                    <a:pt x="6549053" y="2330890"/>
                  </a:lnTo>
                  <a:lnTo>
                    <a:pt x="6582132" y="2329227"/>
                  </a:lnTo>
                  <a:lnTo>
                    <a:pt x="6632014" y="2326478"/>
                  </a:lnTo>
                  <a:lnTo>
                    <a:pt x="6699057" y="2322412"/>
                  </a:lnTo>
                  <a:lnTo>
                    <a:pt x="6781952" y="2316858"/>
                  </a:lnTo>
                  <a:lnTo>
                    <a:pt x="6878006" y="2309708"/>
                  </a:lnTo>
                  <a:lnTo>
                    <a:pt x="6983633" y="2300920"/>
                  </a:lnTo>
                  <a:lnTo>
                    <a:pt x="7094908" y="2290499"/>
                  </a:lnTo>
                  <a:lnTo>
                    <a:pt x="7208085" y="2278476"/>
                  </a:lnTo>
                  <a:lnTo>
                    <a:pt x="7319958" y="2264881"/>
                  </a:lnTo>
                  <a:lnTo>
                    <a:pt x="7428057" y="2249728"/>
                  </a:lnTo>
                  <a:lnTo>
                    <a:pt x="7530686" y="2232991"/>
                  </a:lnTo>
                  <a:lnTo>
                    <a:pt x="7626855" y="2214604"/>
                  </a:lnTo>
                  <a:lnTo>
                    <a:pt x="7716157" y="2194447"/>
                  </a:lnTo>
                  <a:lnTo>
                    <a:pt x="7798630" y="2172354"/>
                  </a:lnTo>
                  <a:lnTo>
                    <a:pt x="7874626" y="2148108"/>
                  </a:lnTo>
                  <a:lnTo>
                    <a:pt x="7944703" y="2121452"/>
                  </a:lnTo>
                  <a:lnTo>
                    <a:pt x="8009542" y="2092096"/>
                  </a:lnTo>
                  <a:lnTo>
                    <a:pt x="8069884" y="2059731"/>
                  </a:lnTo>
                  <a:lnTo>
                    <a:pt x="8126478" y="2024062"/>
                  </a:lnTo>
                  <a:lnTo>
                    <a:pt x="8180048" y="1984846"/>
                  </a:lnTo>
                  <a:lnTo>
                    <a:pt x="8229629" y="1943401"/>
                  </a:lnTo>
                  <a:lnTo>
                    <a:pt x="8276943" y="1899086"/>
                  </a:lnTo>
                  <a:lnTo>
                    <a:pt x="8323021" y="1851351"/>
                  </a:lnTo>
                  <a:lnTo>
                    <a:pt x="8368217" y="1800130"/>
                  </a:lnTo>
                  <a:lnTo>
                    <a:pt x="8412813" y="1745415"/>
                  </a:lnTo>
                  <a:lnTo>
                    <a:pt x="8457029" y="1687271"/>
                  </a:lnTo>
                  <a:lnTo>
                    <a:pt x="8501035" y="1625834"/>
                  </a:lnTo>
                  <a:lnTo>
                    <a:pt x="8544955" y="1561323"/>
                  </a:lnTo>
                  <a:lnTo>
                    <a:pt x="8588872" y="1494036"/>
                  </a:lnTo>
                  <a:lnTo>
                    <a:pt x="8632836" y="1424348"/>
                  </a:lnTo>
                  <a:lnTo>
                    <a:pt x="8676868" y="1352704"/>
                  </a:lnTo>
                  <a:lnTo>
                    <a:pt x="8720967" y="1279611"/>
                  </a:lnTo>
                  <a:lnTo>
                    <a:pt x="8765113" y="1205620"/>
                  </a:lnTo>
                  <a:lnTo>
                    <a:pt x="8809277" y="1131314"/>
                  </a:lnTo>
                  <a:lnTo>
                    <a:pt x="8853425" y="1057285"/>
                  </a:lnTo>
                  <a:lnTo>
                    <a:pt x="8897528" y="984116"/>
                  </a:lnTo>
                  <a:lnTo>
                    <a:pt x="8941565" y="912361"/>
                  </a:lnTo>
                  <a:lnTo>
                    <a:pt x="8985533" y="842531"/>
                  </a:lnTo>
                  <a:lnTo>
                    <a:pt x="9029452" y="775074"/>
                  </a:lnTo>
                  <a:lnTo>
                    <a:pt x="9073369" y="710372"/>
                  </a:lnTo>
                  <a:lnTo>
                    <a:pt x="9117366" y="648727"/>
                  </a:lnTo>
                  <a:lnTo>
                    <a:pt x="9161564" y="590362"/>
                  </a:lnTo>
                  <a:lnTo>
                    <a:pt x="9206129" y="535421"/>
                  </a:lnTo>
                  <a:lnTo>
                    <a:pt x="9251278" y="483971"/>
                  </a:lnTo>
                  <a:lnTo>
                    <a:pt x="9297289" y="436010"/>
                  </a:lnTo>
                  <a:lnTo>
                    <a:pt x="9344509" y="391474"/>
                  </a:lnTo>
                  <a:lnTo>
                    <a:pt x="9347647" y="388680"/>
                  </a:lnTo>
                  <a:lnTo>
                    <a:pt x="9398917" y="345912"/>
                  </a:lnTo>
                  <a:lnTo>
                    <a:pt x="9452574" y="306813"/>
                  </a:lnTo>
                  <a:lnTo>
                    <a:pt x="9509278" y="271255"/>
                  </a:lnTo>
                  <a:lnTo>
                    <a:pt x="9569753" y="238993"/>
                  </a:lnTo>
                  <a:lnTo>
                    <a:pt x="9634750" y="209728"/>
                  </a:lnTo>
                  <a:lnTo>
                    <a:pt x="9705008" y="183155"/>
                  </a:lnTo>
                  <a:lnTo>
                    <a:pt x="9781205" y="158982"/>
                  </a:lnTo>
                  <a:lnTo>
                    <a:pt x="9863894" y="136954"/>
                  </a:lnTo>
                  <a:lnTo>
                    <a:pt x="9953419" y="116857"/>
                  </a:lnTo>
                  <a:lnTo>
                    <a:pt x="10049806" y="98524"/>
                  </a:lnTo>
                  <a:lnTo>
                    <a:pt x="10152630" y="81840"/>
                  </a:lnTo>
                  <a:lnTo>
                    <a:pt x="10260881" y="66737"/>
                  </a:lnTo>
                  <a:lnTo>
                    <a:pt x="10372839" y="53193"/>
                  </a:lnTo>
                  <a:lnTo>
                    <a:pt x="10486008" y="41221"/>
                  </a:lnTo>
                  <a:lnTo>
                    <a:pt x="10597162" y="30852"/>
                  </a:lnTo>
                  <a:lnTo>
                    <a:pt x="10702541" y="22117"/>
                  </a:lnTo>
                  <a:lnTo>
                    <a:pt x="10798223" y="15020"/>
                  </a:lnTo>
                  <a:lnTo>
                    <a:pt x="10880641" y="9515"/>
                  </a:lnTo>
                  <a:lnTo>
                    <a:pt x="10947143" y="5495"/>
                  </a:lnTo>
                  <a:lnTo>
                    <a:pt x="10996468" y="2785"/>
                  </a:lnTo>
                  <a:lnTo>
                    <a:pt x="11029030" y="1153"/>
                  </a:lnTo>
                  <a:lnTo>
                    <a:pt x="11046949" y="331"/>
                  </a:lnTo>
                  <a:lnTo>
                    <a:pt x="11053897" y="38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98" name="pl2197"/>
            <p:cNvSpPr/>
            <p:nvPr/>
          </p:nvSpPr>
          <p:spPr>
            <a:xfrm>
              <a:off x="1199187" y="1765929"/>
              <a:ext cx="12049831" cy="4826624"/>
            </a:xfrm>
            <a:custGeom>
              <a:avLst/>
              <a:pathLst>
                <a:path w="12049831" h="4826624">
                  <a:moveTo>
                    <a:pt x="12049831" y="0"/>
                  </a:moveTo>
                  <a:lnTo>
                    <a:pt x="11054891" y="0"/>
                  </a:lnTo>
                  <a:lnTo>
                    <a:pt x="11053796" y="42"/>
                  </a:lnTo>
                  <a:lnTo>
                    <a:pt x="11046565" y="348"/>
                  </a:lnTo>
                  <a:lnTo>
                    <a:pt x="11028223" y="1191"/>
                  </a:lnTo>
                  <a:lnTo>
                    <a:pt x="10995145" y="2854"/>
                  </a:lnTo>
                  <a:lnTo>
                    <a:pt x="10945263" y="5603"/>
                  </a:lnTo>
                  <a:lnTo>
                    <a:pt x="10878219" y="9669"/>
                  </a:lnTo>
                  <a:lnTo>
                    <a:pt x="10795325" y="15224"/>
                  </a:lnTo>
                  <a:lnTo>
                    <a:pt x="10699270" y="22374"/>
                  </a:lnTo>
                  <a:lnTo>
                    <a:pt x="10593644" y="31162"/>
                  </a:lnTo>
                  <a:lnTo>
                    <a:pt x="10482368" y="41582"/>
                  </a:lnTo>
                  <a:lnTo>
                    <a:pt x="10369192" y="53606"/>
                  </a:lnTo>
                  <a:lnTo>
                    <a:pt x="10257318" y="67200"/>
                  </a:lnTo>
                  <a:lnTo>
                    <a:pt x="10149219" y="82353"/>
                  </a:lnTo>
                  <a:lnTo>
                    <a:pt x="10046591" y="99090"/>
                  </a:lnTo>
                  <a:lnTo>
                    <a:pt x="9950422" y="117478"/>
                  </a:lnTo>
                  <a:lnTo>
                    <a:pt x="9861120" y="137634"/>
                  </a:lnTo>
                  <a:lnTo>
                    <a:pt x="9778647" y="159728"/>
                  </a:lnTo>
                  <a:lnTo>
                    <a:pt x="9702651" y="183973"/>
                  </a:lnTo>
                  <a:lnTo>
                    <a:pt x="9632574" y="210629"/>
                  </a:lnTo>
                  <a:lnTo>
                    <a:pt x="9567734" y="239986"/>
                  </a:lnTo>
                  <a:lnTo>
                    <a:pt x="9507393" y="272350"/>
                  </a:lnTo>
                  <a:lnTo>
                    <a:pt x="9450799" y="308019"/>
                  </a:lnTo>
                  <a:lnTo>
                    <a:pt x="9397229" y="347235"/>
                  </a:lnTo>
                  <a:lnTo>
                    <a:pt x="9347647" y="388680"/>
                  </a:lnTo>
                  <a:lnTo>
                    <a:pt x="9300334" y="432996"/>
                  </a:lnTo>
                  <a:lnTo>
                    <a:pt x="9254256" y="480730"/>
                  </a:lnTo>
                  <a:lnTo>
                    <a:pt x="9209059" y="531951"/>
                  </a:lnTo>
                  <a:lnTo>
                    <a:pt x="9164464" y="586666"/>
                  </a:lnTo>
                  <a:lnTo>
                    <a:pt x="9120247" y="644811"/>
                  </a:lnTo>
                  <a:lnTo>
                    <a:pt x="9076241" y="706247"/>
                  </a:lnTo>
                  <a:lnTo>
                    <a:pt x="9032322" y="770758"/>
                  </a:lnTo>
                  <a:lnTo>
                    <a:pt x="8988405" y="838045"/>
                  </a:lnTo>
                  <a:lnTo>
                    <a:pt x="8944441" y="907733"/>
                  </a:lnTo>
                  <a:lnTo>
                    <a:pt x="8900408" y="979377"/>
                  </a:lnTo>
                  <a:lnTo>
                    <a:pt x="8856309" y="1052471"/>
                  </a:lnTo>
                  <a:lnTo>
                    <a:pt x="8812163" y="1126461"/>
                  </a:lnTo>
                  <a:lnTo>
                    <a:pt x="8768000" y="1200767"/>
                  </a:lnTo>
                  <a:lnTo>
                    <a:pt x="8723851" y="1274796"/>
                  </a:lnTo>
                  <a:lnTo>
                    <a:pt x="8679749" y="1347965"/>
                  </a:lnTo>
                  <a:lnTo>
                    <a:pt x="8635712" y="1419720"/>
                  </a:lnTo>
                  <a:lnTo>
                    <a:pt x="8591743" y="1489551"/>
                  </a:lnTo>
                  <a:lnTo>
                    <a:pt x="8547824" y="1557007"/>
                  </a:lnTo>
                  <a:lnTo>
                    <a:pt x="8503907" y="1621709"/>
                  </a:lnTo>
                  <a:lnTo>
                    <a:pt x="8459910" y="1683354"/>
                  </a:lnTo>
                  <a:lnTo>
                    <a:pt x="8415712" y="1741719"/>
                  </a:lnTo>
                  <a:lnTo>
                    <a:pt x="8371147" y="1796660"/>
                  </a:lnTo>
                  <a:lnTo>
                    <a:pt x="8325998" y="1848111"/>
                  </a:lnTo>
                  <a:lnTo>
                    <a:pt x="8279988" y="1896071"/>
                  </a:lnTo>
                  <a:lnTo>
                    <a:pt x="8232767" y="1940607"/>
                  </a:lnTo>
                  <a:lnTo>
                    <a:pt x="8229629" y="1943401"/>
                  </a:lnTo>
                  <a:lnTo>
                    <a:pt x="8178359" y="1986169"/>
                  </a:lnTo>
                  <a:lnTo>
                    <a:pt x="8124702" y="2025268"/>
                  </a:lnTo>
                  <a:lnTo>
                    <a:pt x="8067999" y="2060826"/>
                  </a:lnTo>
                  <a:lnTo>
                    <a:pt x="8007524" y="2093088"/>
                  </a:lnTo>
                  <a:lnTo>
                    <a:pt x="7942527" y="2122353"/>
                  </a:lnTo>
                  <a:lnTo>
                    <a:pt x="7872269" y="2148927"/>
                  </a:lnTo>
                  <a:lnTo>
                    <a:pt x="7796072" y="2173099"/>
                  </a:lnTo>
                  <a:lnTo>
                    <a:pt x="7713383" y="2195127"/>
                  </a:lnTo>
                  <a:lnTo>
                    <a:pt x="7623857" y="2215224"/>
                  </a:lnTo>
                  <a:lnTo>
                    <a:pt x="7527471" y="2233557"/>
                  </a:lnTo>
                  <a:lnTo>
                    <a:pt x="7424647" y="2250241"/>
                  </a:lnTo>
                  <a:lnTo>
                    <a:pt x="7316395" y="2265344"/>
                  </a:lnTo>
                  <a:lnTo>
                    <a:pt x="7204437" y="2278888"/>
                  </a:lnTo>
                  <a:lnTo>
                    <a:pt x="7091268" y="2290860"/>
                  </a:lnTo>
                  <a:lnTo>
                    <a:pt x="6980114" y="2301229"/>
                  </a:lnTo>
                  <a:lnTo>
                    <a:pt x="6874736" y="2309964"/>
                  </a:lnTo>
                  <a:lnTo>
                    <a:pt x="6779054" y="2317061"/>
                  </a:lnTo>
                  <a:lnTo>
                    <a:pt x="6696635" y="2322566"/>
                  </a:lnTo>
                  <a:lnTo>
                    <a:pt x="6630133" y="2326586"/>
                  </a:lnTo>
                  <a:lnTo>
                    <a:pt x="6580808" y="2329296"/>
                  </a:lnTo>
                  <a:lnTo>
                    <a:pt x="6548247" y="2330928"/>
                  </a:lnTo>
                  <a:lnTo>
                    <a:pt x="6530328" y="2331750"/>
                  </a:lnTo>
                  <a:lnTo>
                    <a:pt x="6523379" y="2332043"/>
                  </a:lnTo>
                  <a:lnTo>
                    <a:pt x="6522385" y="2332082"/>
                  </a:lnTo>
                  <a:lnTo>
                    <a:pt x="5527445" y="2332082"/>
                  </a:lnTo>
                  <a:lnTo>
                    <a:pt x="5526356" y="2332127"/>
                  </a:lnTo>
                  <a:lnTo>
                    <a:pt x="5519162" y="2332452"/>
                  </a:lnTo>
                  <a:lnTo>
                    <a:pt x="5500911" y="2333350"/>
                  </a:lnTo>
                  <a:lnTo>
                    <a:pt x="5467991" y="2335119"/>
                  </a:lnTo>
                  <a:lnTo>
                    <a:pt x="5418334" y="2338044"/>
                  </a:lnTo>
                  <a:lnTo>
                    <a:pt x="5351571" y="2342370"/>
                  </a:lnTo>
                  <a:lnTo>
                    <a:pt x="5268992" y="2348283"/>
                  </a:lnTo>
                  <a:lnTo>
                    <a:pt x="5173259" y="2355894"/>
                  </a:lnTo>
                  <a:lnTo>
                    <a:pt x="5067934" y="2365251"/>
                  </a:lnTo>
                  <a:lnTo>
                    <a:pt x="4956917" y="2376349"/>
                  </a:lnTo>
                  <a:lnTo>
                    <a:pt x="4843944" y="2389156"/>
                  </a:lnTo>
                  <a:lnTo>
                    <a:pt x="4732215" y="2403637"/>
                  </a:lnTo>
                  <a:lnTo>
                    <a:pt x="4624202" y="2419781"/>
                  </a:lnTo>
                  <a:lnTo>
                    <a:pt x="4521610" y="2437611"/>
                  </a:lnTo>
                  <a:lnTo>
                    <a:pt x="4425439" y="2457198"/>
                  </a:lnTo>
                  <a:lnTo>
                    <a:pt x="4336106" y="2478667"/>
                  </a:lnTo>
                  <a:lnTo>
                    <a:pt x="4253583" y="2502194"/>
                  </a:lnTo>
                  <a:lnTo>
                    <a:pt x="4177530" y="2528008"/>
                  </a:lnTo>
                  <a:lnTo>
                    <a:pt x="4107393" y="2556381"/>
                  </a:lnTo>
                  <a:lnTo>
                    <a:pt x="4042500" y="2587622"/>
                  </a:lnTo>
                  <a:lnTo>
                    <a:pt x="3982116" y="2622058"/>
                  </a:lnTo>
                  <a:lnTo>
                    <a:pt x="3925494" y="2660005"/>
                  </a:lnTo>
                  <a:lnTo>
                    <a:pt x="3871911" y="2701724"/>
                  </a:lnTo>
                  <a:lnTo>
                    <a:pt x="3820713" y="2747354"/>
                  </a:lnTo>
                  <a:lnTo>
                    <a:pt x="3820202" y="2747839"/>
                  </a:lnTo>
                  <a:lnTo>
                    <a:pt x="3773935" y="2794138"/>
                  </a:lnTo>
                  <a:lnTo>
                    <a:pt x="3728857" y="2843930"/>
                  </a:lnTo>
                  <a:lnTo>
                    <a:pt x="3684635" y="2897284"/>
                  </a:lnTo>
                  <a:lnTo>
                    <a:pt x="3641003" y="2954212"/>
                  </a:lnTo>
                  <a:lnTo>
                    <a:pt x="3597750" y="3014655"/>
                  </a:lnTo>
                  <a:lnTo>
                    <a:pt x="3554713" y="3078483"/>
                  </a:lnTo>
                  <a:lnTo>
                    <a:pt x="3511773" y="3145488"/>
                  </a:lnTo>
                  <a:lnTo>
                    <a:pt x="3468846" y="3215384"/>
                  </a:lnTo>
                  <a:lnTo>
                    <a:pt x="3425879" y="3287810"/>
                  </a:lnTo>
                  <a:lnTo>
                    <a:pt x="3382850" y="3362333"/>
                  </a:lnTo>
                  <a:lnTo>
                    <a:pt x="3339755" y="3438458"/>
                  </a:lnTo>
                  <a:lnTo>
                    <a:pt x="3296609" y="3515643"/>
                  </a:lnTo>
                  <a:lnTo>
                    <a:pt x="3253438" y="3593313"/>
                  </a:lnTo>
                  <a:lnTo>
                    <a:pt x="3210272" y="3670876"/>
                  </a:lnTo>
                  <a:lnTo>
                    <a:pt x="3167142" y="3747746"/>
                  </a:lnTo>
                  <a:lnTo>
                    <a:pt x="3124069" y="3823355"/>
                  </a:lnTo>
                  <a:lnTo>
                    <a:pt x="3081064" y="3897179"/>
                  </a:lnTo>
                  <a:lnTo>
                    <a:pt x="3038115" y="3968742"/>
                  </a:lnTo>
                  <a:lnTo>
                    <a:pt x="2995191" y="4037638"/>
                  </a:lnTo>
                  <a:lnTo>
                    <a:pt x="2952228" y="4103531"/>
                  </a:lnTo>
                  <a:lnTo>
                    <a:pt x="2909130" y="4166162"/>
                  </a:lnTo>
                  <a:lnTo>
                    <a:pt x="2865761" y="4225353"/>
                  </a:lnTo>
                  <a:lnTo>
                    <a:pt x="2821944" y="4281000"/>
                  </a:lnTo>
                  <a:lnTo>
                    <a:pt x="2777449" y="4333070"/>
                  </a:lnTo>
                  <a:lnTo>
                    <a:pt x="2731986" y="4381596"/>
                  </a:lnTo>
                  <a:lnTo>
                    <a:pt x="2702183" y="4410867"/>
                  </a:lnTo>
                  <a:lnTo>
                    <a:pt x="2651006" y="4456536"/>
                  </a:lnTo>
                  <a:lnTo>
                    <a:pt x="2597451" y="4498295"/>
                  </a:lnTo>
                  <a:lnTo>
                    <a:pt x="2540863" y="4536279"/>
                  </a:lnTo>
                  <a:lnTo>
                    <a:pt x="2480521" y="4570749"/>
                  </a:lnTo>
                  <a:lnTo>
                    <a:pt x="2415678" y="4602021"/>
                  </a:lnTo>
                  <a:lnTo>
                    <a:pt x="2345599" y="4630422"/>
                  </a:lnTo>
                  <a:lnTo>
                    <a:pt x="2269608" y="4656260"/>
                  </a:lnTo>
                  <a:lnTo>
                    <a:pt x="2187154" y="4679809"/>
                  </a:lnTo>
                  <a:lnTo>
                    <a:pt x="2097891" y="4701298"/>
                  </a:lnTo>
                  <a:lnTo>
                    <a:pt x="2001788" y="4720904"/>
                  </a:lnTo>
                  <a:lnTo>
                    <a:pt x="1899257" y="4738751"/>
                  </a:lnTo>
                  <a:lnTo>
                    <a:pt x="1791292" y="4754912"/>
                  </a:lnTo>
                  <a:lnTo>
                    <a:pt x="1679590" y="4769410"/>
                  </a:lnTo>
                  <a:lnTo>
                    <a:pt x="1566614" y="4782234"/>
                  </a:lnTo>
                  <a:lnTo>
                    <a:pt x="1455560" y="4793350"/>
                  </a:lnTo>
                  <a:lnTo>
                    <a:pt x="1350157" y="4802725"/>
                  </a:lnTo>
                  <a:lnTo>
                    <a:pt x="1254307" y="4810354"/>
                  </a:lnTo>
                  <a:lnTo>
                    <a:pt x="1171578" y="4816283"/>
                  </a:lnTo>
                  <a:lnTo>
                    <a:pt x="1104646" y="4820625"/>
                  </a:lnTo>
                  <a:lnTo>
                    <a:pt x="1054814" y="4823563"/>
                  </a:lnTo>
                  <a:lnTo>
                    <a:pt x="1021730" y="4825342"/>
                  </a:lnTo>
                  <a:lnTo>
                    <a:pt x="1003346" y="4826247"/>
                  </a:lnTo>
                  <a:lnTo>
                    <a:pt x="996062" y="4826576"/>
                  </a:lnTo>
                  <a:lnTo>
                    <a:pt x="994940" y="4826624"/>
                  </a:lnTo>
                  <a:lnTo>
                    <a:pt x="994940" y="4826624"/>
                  </a:lnTo>
                  <a:lnTo>
                    <a:pt x="0" y="4826624"/>
                  </a:lnTo>
                  <a:lnTo>
                    <a:pt x="0" y="48266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99" name="pg2198"/>
            <p:cNvSpPr/>
            <p:nvPr/>
          </p:nvSpPr>
          <p:spPr>
            <a:xfrm>
              <a:off x="1199187" y="4548705"/>
              <a:ext cx="12049831" cy="2054328"/>
            </a:xfrm>
            <a:custGeom>
              <a:avLst/>
              <a:pathLst>
                <a:path w="12049831" h="2054328">
                  <a:moveTo>
                    <a:pt x="0" y="2054328"/>
                  </a:moveTo>
                  <a:lnTo>
                    <a:pt x="994940" y="2054328"/>
                  </a:lnTo>
                  <a:lnTo>
                    <a:pt x="996051" y="2054295"/>
                  </a:lnTo>
                  <a:lnTo>
                    <a:pt x="1003389" y="2054056"/>
                  </a:lnTo>
                  <a:lnTo>
                    <a:pt x="1021996" y="2053398"/>
                  </a:lnTo>
                  <a:lnTo>
                    <a:pt x="1055533" y="2052100"/>
                  </a:lnTo>
                  <a:lnTo>
                    <a:pt x="1106069" y="2049955"/>
                  </a:lnTo>
                  <a:lnTo>
                    <a:pt x="1173927" y="2046784"/>
                  </a:lnTo>
                  <a:lnTo>
                    <a:pt x="1257733" y="2042453"/>
                  </a:lnTo>
                  <a:lnTo>
                    <a:pt x="1354715" y="2036881"/>
                  </a:lnTo>
                  <a:lnTo>
                    <a:pt x="1461208" y="2030038"/>
                  </a:lnTo>
                  <a:lnTo>
                    <a:pt x="1573227" y="2021928"/>
                  </a:lnTo>
                  <a:lnTo>
                    <a:pt x="1686986" y="2012575"/>
                  </a:lnTo>
                  <a:lnTo>
                    <a:pt x="1799267" y="2002003"/>
                  </a:lnTo>
                  <a:lnTo>
                    <a:pt x="1907610" y="1990220"/>
                  </a:lnTo>
                  <a:lnTo>
                    <a:pt x="2010339" y="1977206"/>
                  </a:lnTo>
                  <a:lnTo>
                    <a:pt x="2106495" y="1962904"/>
                  </a:lnTo>
                  <a:lnTo>
                    <a:pt x="2195704" y="1947221"/>
                  </a:lnTo>
                  <a:lnTo>
                    <a:pt x="2278032" y="1930021"/>
                  </a:lnTo>
                  <a:lnTo>
                    <a:pt x="2353860" y="1911134"/>
                  </a:lnTo>
                  <a:lnTo>
                    <a:pt x="2423767" y="1890356"/>
                  </a:lnTo>
                  <a:lnTo>
                    <a:pt x="2488454" y="1867459"/>
                  </a:lnTo>
                  <a:lnTo>
                    <a:pt x="2548674" y="1842201"/>
                  </a:lnTo>
                  <a:lnTo>
                    <a:pt x="2605189" y="1814355"/>
                  </a:lnTo>
                  <a:lnTo>
                    <a:pt x="2658728" y="1783739"/>
                  </a:lnTo>
                  <a:lnTo>
                    <a:pt x="2702183" y="1755612"/>
                  </a:lnTo>
                  <a:lnTo>
                    <a:pt x="2753307" y="1718653"/>
                  </a:lnTo>
                  <a:lnTo>
                    <a:pt x="2803020" y="1678613"/>
                  </a:lnTo>
                  <a:lnTo>
                    <a:pt x="2851760" y="1635432"/>
                  </a:lnTo>
                  <a:lnTo>
                    <a:pt x="2899865" y="1589119"/>
                  </a:lnTo>
                  <a:lnTo>
                    <a:pt x="2947597" y="1539754"/>
                  </a:lnTo>
                  <a:lnTo>
                    <a:pt x="2995147" y="1487502"/>
                  </a:lnTo>
                  <a:lnTo>
                    <a:pt x="3042649" y="1432608"/>
                  </a:lnTo>
                  <a:lnTo>
                    <a:pt x="3090185" y="1375402"/>
                  </a:lnTo>
                  <a:lnTo>
                    <a:pt x="3137795" y="1316294"/>
                  </a:lnTo>
                  <a:lnTo>
                    <a:pt x="3185486" y="1255757"/>
                  </a:lnTo>
                  <a:lnTo>
                    <a:pt x="3233237" y="1194322"/>
                  </a:lnTo>
                  <a:lnTo>
                    <a:pt x="3281012" y="1132549"/>
                  </a:lnTo>
                  <a:lnTo>
                    <a:pt x="3328770" y="1071016"/>
                  </a:lnTo>
                  <a:lnTo>
                    <a:pt x="3376473" y="1010288"/>
                  </a:lnTo>
                  <a:lnTo>
                    <a:pt x="3424098" y="950901"/>
                  </a:lnTo>
                  <a:lnTo>
                    <a:pt x="3471645" y="893341"/>
                  </a:lnTo>
                  <a:lnTo>
                    <a:pt x="3519148" y="838027"/>
                  </a:lnTo>
                  <a:lnTo>
                    <a:pt x="3566682" y="785305"/>
                  </a:lnTo>
                  <a:lnTo>
                    <a:pt x="3614371" y="735435"/>
                  </a:lnTo>
                  <a:lnTo>
                    <a:pt x="3662396" y="688594"/>
                  </a:lnTo>
                  <a:lnTo>
                    <a:pt x="3711006" y="644878"/>
                  </a:lnTo>
                  <a:lnTo>
                    <a:pt x="3760526" y="604305"/>
                  </a:lnTo>
                  <a:lnTo>
                    <a:pt x="3811374" y="566828"/>
                  </a:lnTo>
                  <a:lnTo>
                    <a:pt x="3820202" y="560747"/>
                  </a:lnTo>
                  <a:lnTo>
                    <a:pt x="3871739" y="527718"/>
                  </a:lnTo>
                  <a:lnTo>
                    <a:pt x="3925691" y="497537"/>
                  </a:lnTo>
                  <a:lnTo>
                    <a:pt x="3982728" y="470104"/>
                  </a:lnTo>
                  <a:lnTo>
                    <a:pt x="4043587" y="445225"/>
                  </a:lnTo>
                  <a:lnTo>
                    <a:pt x="4109030" y="422670"/>
                  </a:lnTo>
                  <a:lnTo>
                    <a:pt x="4179806" y="402197"/>
                  </a:lnTo>
                  <a:lnTo>
                    <a:pt x="4256601" y="383583"/>
                  </a:lnTo>
                  <a:lnTo>
                    <a:pt x="4339971" y="366627"/>
                  </a:lnTo>
                  <a:lnTo>
                    <a:pt x="4430255" y="351164"/>
                  </a:lnTo>
                  <a:lnTo>
                    <a:pt x="4527461" y="337066"/>
                  </a:lnTo>
                  <a:lnTo>
                    <a:pt x="4631135" y="324245"/>
                  </a:lnTo>
                  <a:lnTo>
                    <a:pt x="4740212" y="312649"/>
                  </a:lnTo>
                  <a:lnTo>
                    <a:pt x="4852902" y="302264"/>
                  </a:lnTo>
                  <a:lnTo>
                    <a:pt x="4966620" y="293100"/>
                  </a:lnTo>
                  <a:lnTo>
                    <a:pt x="5078044" y="285184"/>
                  </a:lnTo>
                  <a:lnTo>
                    <a:pt x="5183330" y="278537"/>
                  </a:lnTo>
                  <a:lnTo>
                    <a:pt x="5278505" y="273160"/>
                  </a:lnTo>
                  <a:lnTo>
                    <a:pt x="5360004" y="269014"/>
                  </a:lnTo>
                  <a:lnTo>
                    <a:pt x="5425243" y="266011"/>
                  </a:lnTo>
                  <a:lnTo>
                    <a:pt x="5473095" y="264009"/>
                  </a:lnTo>
                  <a:lnTo>
                    <a:pt x="5504154" y="262824"/>
                  </a:lnTo>
                  <a:lnTo>
                    <a:pt x="5520749" y="262244"/>
                  </a:lnTo>
                  <a:lnTo>
                    <a:pt x="5526767" y="262051"/>
                  </a:lnTo>
                  <a:lnTo>
                    <a:pt x="5527445" y="262031"/>
                  </a:lnTo>
                  <a:lnTo>
                    <a:pt x="6522385" y="262031"/>
                  </a:lnTo>
                  <a:lnTo>
                    <a:pt x="6523521" y="262026"/>
                  </a:lnTo>
                  <a:lnTo>
                    <a:pt x="6531018" y="261991"/>
                  </a:lnTo>
                  <a:lnTo>
                    <a:pt x="6550014" y="261895"/>
                  </a:lnTo>
                  <a:lnTo>
                    <a:pt x="6584226" y="261705"/>
                  </a:lnTo>
                  <a:lnTo>
                    <a:pt x="6635723" y="261391"/>
                  </a:lnTo>
                  <a:lnTo>
                    <a:pt x="6704776" y="260926"/>
                  </a:lnTo>
                  <a:lnTo>
                    <a:pt x="6789913" y="260293"/>
                  </a:lnTo>
                  <a:lnTo>
                    <a:pt x="6888247" y="259479"/>
                  </a:lnTo>
                  <a:lnTo>
                    <a:pt x="6995995" y="258479"/>
                  </a:lnTo>
                  <a:lnTo>
                    <a:pt x="7109085" y="257296"/>
                  </a:lnTo>
                  <a:lnTo>
                    <a:pt x="7223676" y="255932"/>
                  </a:lnTo>
                  <a:lnTo>
                    <a:pt x="7336535" y="254391"/>
                  </a:lnTo>
                  <a:lnTo>
                    <a:pt x="7445215" y="252674"/>
                  </a:lnTo>
                  <a:lnTo>
                    <a:pt x="7548075" y="250778"/>
                  </a:lnTo>
                  <a:lnTo>
                    <a:pt x="7644201" y="248693"/>
                  </a:lnTo>
                  <a:lnTo>
                    <a:pt x="7733264" y="246405"/>
                  </a:lnTo>
                  <a:lnTo>
                    <a:pt x="7815376" y="243894"/>
                  </a:lnTo>
                  <a:lnTo>
                    <a:pt x="7890956" y="241134"/>
                  </a:lnTo>
                  <a:lnTo>
                    <a:pt x="7960618" y="238095"/>
                  </a:lnTo>
                  <a:lnTo>
                    <a:pt x="8025087" y="234743"/>
                  </a:lnTo>
                  <a:lnTo>
                    <a:pt x="8085137" y="231043"/>
                  </a:lnTo>
                  <a:lnTo>
                    <a:pt x="8141546" y="226962"/>
                  </a:lnTo>
                  <a:lnTo>
                    <a:pt x="8195049" y="222474"/>
                  </a:lnTo>
                  <a:lnTo>
                    <a:pt x="8229629" y="219233"/>
                  </a:lnTo>
                  <a:lnTo>
                    <a:pt x="8290933" y="212810"/>
                  </a:lnTo>
                  <a:lnTo>
                    <a:pt x="8350332" y="205746"/>
                  </a:lnTo>
                  <a:lnTo>
                    <a:pt x="8408532" y="198030"/>
                  </a:lnTo>
                  <a:lnTo>
                    <a:pt x="8466052" y="189673"/>
                  </a:lnTo>
                  <a:lnTo>
                    <a:pt x="8523261" y="180711"/>
                  </a:lnTo>
                  <a:lnTo>
                    <a:pt x="8580399" y="171203"/>
                  </a:lnTo>
                  <a:lnTo>
                    <a:pt x="8637602" y="161233"/>
                  </a:lnTo>
                  <a:lnTo>
                    <a:pt x="8694920" y="150910"/>
                  </a:lnTo>
                  <a:lnTo>
                    <a:pt x="8752339" y="140357"/>
                  </a:lnTo>
                  <a:lnTo>
                    <a:pt x="8809802" y="129715"/>
                  </a:lnTo>
                  <a:lnTo>
                    <a:pt x="8867239" y="119125"/>
                  </a:lnTo>
                  <a:lnTo>
                    <a:pt x="8924587" y="108728"/>
                  </a:lnTo>
                  <a:lnTo>
                    <a:pt x="8981819" y="98654"/>
                  </a:lnTo>
                  <a:lnTo>
                    <a:pt x="9038965" y="89015"/>
                  </a:lnTo>
                  <a:lnTo>
                    <a:pt x="9096136" y="79902"/>
                  </a:lnTo>
                  <a:lnTo>
                    <a:pt x="9153544" y="71382"/>
                  </a:lnTo>
                  <a:lnTo>
                    <a:pt x="9211521" y="63495"/>
                  </a:lnTo>
                  <a:lnTo>
                    <a:pt x="9270544" y="56259"/>
                  </a:lnTo>
                  <a:lnTo>
                    <a:pt x="9331266" y="49669"/>
                  </a:lnTo>
                  <a:lnTo>
                    <a:pt x="9347647" y="48039"/>
                  </a:lnTo>
                  <a:lnTo>
                    <a:pt x="9399575" y="43273"/>
                  </a:lnTo>
                  <a:lnTo>
                    <a:pt x="9453958" y="38921"/>
                  </a:lnTo>
                  <a:lnTo>
                    <a:pt x="9511483" y="34969"/>
                  </a:lnTo>
                  <a:lnTo>
                    <a:pt x="9572902" y="31387"/>
                  </a:lnTo>
                  <a:lnTo>
                    <a:pt x="9638998" y="28142"/>
                  </a:lnTo>
                  <a:lnTo>
                    <a:pt x="9710533" y="25198"/>
                  </a:lnTo>
                  <a:lnTo>
                    <a:pt x="9788205" y="22524"/>
                  </a:lnTo>
                  <a:lnTo>
                    <a:pt x="9872573" y="20089"/>
                  </a:lnTo>
                  <a:lnTo>
                    <a:pt x="9963969" y="17870"/>
                  </a:lnTo>
                  <a:lnTo>
                    <a:pt x="10062376" y="15849"/>
                  </a:lnTo>
                  <a:lnTo>
                    <a:pt x="10167287" y="14012"/>
                  </a:lnTo>
                  <a:lnTo>
                    <a:pt x="10277563" y="12353"/>
                  </a:lnTo>
                  <a:lnTo>
                    <a:pt x="10391304" y="10870"/>
                  </a:lnTo>
                  <a:lnTo>
                    <a:pt x="10505792" y="9566"/>
                  </a:lnTo>
                  <a:lnTo>
                    <a:pt x="10617567" y="8442"/>
                  </a:lnTo>
                  <a:lnTo>
                    <a:pt x="10722662" y="7504"/>
                  </a:lnTo>
                  <a:lnTo>
                    <a:pt x="10817034" y="6750"/>
                  </a:lnTo>
                  <a:lnTo>
                    <a:pt x="10897131" y="6174"/>
                  </a:lnTo>
                  <a:lnTo>
                    <a:pt x="10960482" y="5762"/>
                  </a:lnTo>
                  <a:lnTo>
                    <a:pt x="11006166" y="5492"/>
                  </a:lnTo>
                  <a:lnTo>
                    <a:pt x="11035051" y="5336"/>
                  </a:lnTo>
                  <a:lnTo>
                    <a:pt x="11049774" y="5263"/>
                  </a:lnTo>
                  <a:lnTo>
                    <a:pt x="11054543" y="5242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55" y="4"/>
                  </a:lnTo>
                  <a:lnTo>
                    <a:pt x="11046259" y="39"/>
                  </a:lnTo>
                  <a:lnTo>
                    <a:pt x="11027263" y="136"/>
                  </a:lnTo>
                  <a:lnTo>
                    <a:pt x="10993051" y="326"/>
                  </a:lnTo>
                  <a:lnTo>
                    <a:pt x="10941553" y="640"/>
                  </a:lnTo>
                  <a:lnTo>
                    <a:pt x="10872501" y="1104"/>
                  </a:lnTo>
                  <a:lnTo>
                    <a:pt x="10787363" y="1738"/>
                  </a:lnTo>
                  <a:lnTo>
                    <a:pt x="10689030" y="2552"/>
                  </a:lnTo>
                  <a:lnTo>
                    <a:pt x="10581281" y="3552"/>
                  </a:lnTo>
                  <a:lnTo>
                    <a:pt x="10468192" y="4735"/>
                  </a:lnTo>
                  <a:lnTo>
                    <a:pt x="10353601" y="6099"/>
                  </a:lnTo>
                  <a:lnTo>
                    <a:pt x="10240741" y="7639"/>
                  </a:lnTo>
                  <a:lnTo>
                    <a:pt x="10132062" y="9356"/>
                  </a:lnTo>
                  <a:lnTo>
                    <a:pt x="10029202" y="11253"/>
                  </a:lnTo>
                  <a:lnTo>
                    <a:pt x="9933076" y="13338"/>
                  </a:lnTo>
                  <a:lnTo>
                    <a:pt x="9844013" y="15626"/>
                  </a:lnTo>
                  <a:lnTo>
                    <a:pt x="9761900" y="18137"/>
                  </a:lnTo>
                  <a:lnTo>
                    <a:pt x="9686320" y="20896"/>
                  </a:lnTo>
                  <a:lnTo>
                    <a:pt x="9616659" y="23935"/>
                  </a:lnTo>
                  <a:lnTo>
                    <a:pt x="9552190" y="27287"/>
                  </a:lnTo>
                  <a:lnTo>
                    <a:pt x="9492139" y="30988"/>
                  </a:lnTo>
                  <a:lnTo>
                    <a:pt x="9435730" y="35069"/>
                  </a:lnTo>
                  <a:lnTo>
                    <a:pt x="9382227" y="39556"/>
                  </a:lnTo>
                  <a:lnTo>
                    <a:pt x="9347647" y="42798"/>
                  </a:lnTo>
                  <a:lnTo>
                    <a:pt x="9286343" y="49221"/>
                  </a:lnTo>
                  <a:lnTo>
                    <a:pt x="9226944" y="56285"/>
                  </a:lnTo>
                  <a:lnTo>
                    <a:pt x="9168744" y="64001"/>
                  </a:lnTo>
                  <a:lnTo>
                    <a:pt x="9111224" y="72357"/>
                  </a:lnTo>
                  <a:lnTo>
                    <a:pt x="9054016" y="81320"/>
                  </a:lnTo>
                  <a:lnTo>
                    <a:pt x="8996877" y="90828"/>
                  </a:lnTo>
                  <a:lnTo>
                    <a:pt x="8939674" y="100797"/>
                  </a:lnTo>
                  <a:lnTo>
                    <a:pt x="8882356" y="111121"/>
                  </a:lnTo>
                  <a:lnTo>
                    <a:pt x="8824938" y="121673"/>
                  </a:lnTo>
                  <a:lnTo>
                    <a:pt x="8767474" y="132316"/>
                  </a:lnTo>
                  <a:lnTo>
                    <a:pt x="8710037" y="142906"/>
                  </a:lnTo>
                  <a:lnTo>
                    <a:pt x="8652689" y="153303"/>
                  </a:lnTo>
                  <a:lnTo>
                    <a:pt x="8595458" y="163377"/>
                  </a:lnTo>
                  <a:lnTo>
                    <a:pt x="8538311" y="173016"/>
                  </a:lnTo>
                  <a:lnTo>
                    <a:pt x="8481140" y="182129"/>
                  </a:lnTo>
                  <a:lnTo>
                    <a:pt x="8423732" y="190649"/>
                  </a:lnTo>
                  <a:lnTo>
                    <a:pt x="8365755" y="198536"/>
                  </a:lnTo>
                  <a:lnTo>
                    <a:pt x="8306732" y="205771"/>
                  </a:lnTo>
                  <a:lnTo>
                    <a:pt x="8246010" y="212361"/>
                  </a:lnTo>
                  <a:lnTo>
                    <a:pt x="8229629" y="213992"/>
                  </a:lnTo>
                  <a:lnTo>
                    <a:pt x="8177702" y="218758"/>
                  </a:lnTo>
                  <a:lnTo>
                    <a:pt x="8123319" y="223110"/>
                  </a:lnTo>
                  <a:lnTo>
                    <a:pt x="8065794" y="227062"/>
                  </a:lnTo>
                  <a:lnTo>
                    <a:pt x="8004374" y="230644"/>
                  </a:lnTo>
                  <a:lnTo>
                    <a:pt x="7938279" y="233889"/>
                  </a:lnTo>
                  <a:lnTo>
                    <a:pt x="7866744" y="236832"/>
                  </a:lnTo>
                  <a:lnTo>
                    <a:pt x="7789072" y="239507"/>
                  </a:lnTo>
                  <a:lnTo>
                    <a:pt x="7704703" y="241942"/>
                  </a:lnTo>
                  <a:lnTo>
                    <a:pt x="7613307" y="244161"/>
                  </a:lnTo>
                  <a:lnTo>
                    <a:pt x="7514901" y="246182"/>
                  </a:lnTo>
                  <a:lnTo>
                    <a:pt x="7409989" y="248019"/>
                  </a:lnTo>
                  <a:lnTo>
                    <a:pt x="7299713" y="249678"/>
                  </a:lnTo>
                  <a:lnTo>
                    <a:pt x="7185973" y="251160"/>
                  </a:lnTo>
                  <a:lnTo>
                    <a:pt x="7071484" y="252465"/>
                  </a:lnTo>
                  <a:lnTo>
                    <a:pt x="6959709" y="253588"/>
                  </a:lnTo>
                  <a:lnTo>
                    <a:pt x="6854615" y="254527"/>
                  </a:lnTo>
                  <a:lnTo>
                    <a:pt x="6760243" y="255280"/>
                  </a:lnTo>
                  <a:lnTo>
                    <a:pt x="6680145" y="255857"/>
                  </a:lnTo>
                  <a:lnTo>
                    <a:pt x="6616795" y="256269"/>
                  </a:lnTo>
                  <a:lnTo>
                    <a:pt x="6571111" y="256539"/>
                  </a:lnTo>
                  <a:lnTo>
                    <a:pt x="6542225" y="256695"/>
                  </a:lnTo>
                  <a:lnTo>
                    <a:pt x="6527502" y="256767"/>
                  </a:lnTo>
                  <a:lnTo>
                    <a:pt x="6522734" y="256789"/>
                  </a:lnTo>
                  <a:lnTo>
                    <a:pt x="6522385" y="256791"/>
                  </a:lnTo>
                  <a:lnTo>
                    <a:pt x="5527445" y="256791"/>
                  </a:lnTo>
                  <a:lnTo>
                    <a:pt x="5526334" y="256824"/>
                  </a:lnTo>
                  <a:lnTo>
                    <a:pt x="5518996" y="257062"/>
                  </a:lnTo>
                  <a:lnTo>
                    <a:pt x="5500389" y="257721"/>
                  </a:lnTo>
                  <a:lnTo>
                    <a:pt x="5466852" y="259019"/>
                  </a:lnTo>
                  <a:lnTo>
                    <a:pt x="5416316" y="261164"/>
                  </a:lnTo>
                  <a:lnTo>
                    <a:pt x="5348458" y="264335"/>
                  </a:lnTo>
                  <a:lnTo>
                    <a:pt x="5264652" y="268666"/>
                  </a:lnTo>
                  <a:lnTo>
                    <a:pt x="5167670" y="274237"/>
                  </a:lnTo>
                  <a:lnTo>
                    <a:pt x="5061177" y="281081"/>
                  </a:lnTo>
                  <a:lnTo>
                    <a:pt x="4949158" y="289191"/>
                  </a:lnTo>
                  <a:lnTo>
                    <a:pt x="4835399" y="298544"/>
                  </a:lnTo>
                  <a:lnTo>
                    <a:pt x="4723118" y="309116"/>
                  </a:lnTo>
                  <a:lnTo>
                    <a:pt x="4614775" y="320899"/>
                  </a:lnTo>
                  <a:lnTo>
                    <a:pt x="4512046" y="333913"/>
                  </a:lnTo>
                  <a:lnTo>
                    <a:pt x="4415890" y="348214"/>
                  </a:lnTo>
                  <a:lnTo>
                    <a:pt x="4326681" y="363898"/>
                  </a:lnTo>
                  <a:lnTo>
                    <a:pt x="4244353" y="381098"/>
                  </a:lnTo>
                  <a:lnTo>
                    <a:pt x="4168525" y="399984"/>
                  </a:lnTo>
                  <a:lnTo>
                    <a:pt x="4098618" y="420762"/>
                  </a:lnTo>
                  <a:lnTo>
                    <a:pt x="4033931" y="443660"/>
                  </a:lnTo>
                  <a:lnTo>
                    <a:pt x="3973711" y="468917"/>
                  </a:lnTo>
                  <a:lnTo>
                    <a:pt x="3917196" y="496763"/>
                  </a:lnTo>
                  <a:lnTo>
                    <a:pt x="3863657" y="527380"/>
                  </a:lnTo>
                  <a:lnTo>
                    <a:pt x="3820202" y="555507"/>
                  </a:lnTo>
                  <a:lnTo>
                    <a:pt x="3769078" y="592466"/>
                  </a:lnTo>
                  <a:lnTo>
                    <a:pt x="3719365" y="632506"/>
                  </a:lnTo>
                  <a:lnTo>
                    <a:pt x="3670625" y="675686"/>
                  </a:lnTo>
                  <a:lnTo>
                    <a:pt x="3622520" y="722000"/>
                  </a:lnTo>
                  <a:lnTo>
                    <a:pt x="3574788" y="771364"/>
                  </a:lnTo>
                  <a:lnTo>
                    <a:pt x="3527238" y="823617"/>
                  </a:lnTo>
                  <a:lnTo>
                    <a:pt x="3479736" y="878511"/>
                  </a:lnTo>
                  <a:lnTo>
                    <a:pt x="3432200" y="935716"/>
                  </a:lnTo>
                  <a:lnTo>
                    <a:pt x="3384590" y="994825"/>
                  </a:lnTo>
                  <a:lnTo>
                    <a:pt x="3336899" y="1055361"/>
                  </a:lnTo>
                  <a:lnTo>
                    <a:pt x="3289148" y="1116797"/>
                  </a:lnTo>
                  <a:lnTo>
                    <a:pt x="3241373" y="1178569"/>
                  </a:lnTo>
                  <a:lnTo>
                    <a:pt x="3193615" y="1240103"/>
                  </a:lnTo>
                  <a:lnTo>
                    <a:pt x="3145912" y="1300831"/>
                  </a:lnTo>
                  <a:lnTo>
                    <a:pt x="3098287" y="1360218"/>
                  </a:lnTo>
                  <a:lnTo>
                    <a:pt x="3050740" y="1417778"/>
                  </a:lnTo>
                  <a:lnTo>
                    <a:pt x="3003237" y="1473091"/>
                  </a:lnTo>
                  <a:lnTo>
                    <a:pt x="2955703" y="1525813"/>
                  </a:lnTo>
                  <a:lnTo>
                    <a:pt x="2908014" y="1575684"/>
                  </a:lnTo>
                  <a:lnTo>
                    <a:pt x="2859989" y="1622525"/>
                  </a:lnTo>
                  <a:lnTo>
                    <a:pt x="2811379" y="1666241"/>
                  </a:lnTo>
                  <a:lnTo>
                    <a:pt x="2761859" y="1706813"/>
                  </a:lnTo>
                  <a:lnTo>
                    <a:pt x="2711011" y="1744290"/>
                  </a:lnTo>
                  <a:lnTo>
                    <a:pt x="2702183" y="1750371"/>
                  </a:lnTo>
                  <a:lnTo>
                    <a:pt x="2650646" y="1783400"/>
                  </a:lnTo>
                  <a:lnTo>
                    <a:pt x="2596694" y="1813582"/>
                  </a:lnTo>
                  <a:lnTo>
                    <a:pt x="2539657" y="1841015"/>
                  </a:lnTo>
                  <a:lnTo>
                    <a:pt x="2478798" y="1865893"/>
                  </a:lnTo>
                  <a:lnTo>
                    <a:pt x="2413355" y="1888449"/>
                  </a:lnTo>
                  <a:lnTo>
                    <a:pt x="2342579" y="1908921"/>
                  </a:lnTo>
                  <a:lnTo>
                    <a:pt x="2265784" y="1927536"/>
                  </a:lnTo>
                  <a:lnTo>
                    <a:pt x="2182414" y="1944491"/>
                  </a:lnTo>
                  <a:lnTo>
                    <a:pt x="2092130" y="1959954"/>
                  </a:lnTo>
                  <a:lnTo>
                    <a:pt x="1994924" y="1974052"/>
                  </a:lnTo>
                  <a:lnTo>
                    <a:pt x="1891250" y="1986874"/>
                  </a:lnTo>
                  <a:lnTo>
                    <a:pt x="1782173" y="1998470"/>
                  </a:lnTo>
                  <a:lnTo>
                    <a:pt x="1669483" y="2008855"/>
                  </a:lnTo>
                  <a:lnTo>
                    <a:pt x="1555765" y="2018018"/>
                  </a:lnTo>
                  <a:lnTo>
                    <a:pt x="1444341" y="2025935"/>
                  </a:lnTo>
                  <a:lnTo>
                    <a:pt x="1339055" y="2032582"/>
                  </a:lnTo>
                  <a:lnTo>
                    <a:pt x="1243880" y="2037959"/>
                  </a:lnTo>
                  <a:lnTo>
                    <a:pt x="1162381" y="2042104"/>
                  </a:lnTo>
                  <a:lnTo>
                    <a:pt x="1097142" y="2045108"/>
                  </a:lnTo>
                  <a:lnTo>
                    <a:pt x="1049290" y="2047110"/>
                  </a:lnTo>
                  <a:lnTo>
                    <a:pt x="1018231" y="2048295"/>
                  </a:lnTo>
                  <a:lnTo>
                    <a:pt x="1001636" y="2048874"/>
                  </a:lnTo>
                  <a:lnTo>
                    <a:pt x="995618" y="2049067"/>
                  </a:lnTo>
                  <a:lnTo>
                    <a:pt x="994940" y="2049087"/>
                  </a:lnTo>
                  <a:lnTo>
                    <a:pt x="0" y="2049087"/>
                  </a:lnTo>
                  <a:close/>
                </a:path>
              </a:pathLst>
            </a:custGeom>
            <a:solidFill>
              <a:srgbClr val="BDBDBD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200" name="pl2199"/>
            <p:cNvSpPr/>
            <p:nvPr/>
          </p:nvSpPr>
          <p:spPr>
            <a:xfrm>
              <a:off x="1199187" y="4553946"/>
              <a:ext cx="12049831" cy="2049087"/>
            </a:xfrm>
            <a:custGeom>
              <a:avLst/>
              <a:pathLst>
                <a:path w="12049831" h="2049087">
                  <a:moveTo>
                    <a:pt x="0" y="2049087"/>
                  </a:moveTo>
                  <a:lnTo>
                    <a:pt x="994940" y="2049087"/>
                  </a:lnTo>
                  <a:lnTo>
                    <a:pt x="996051" y="2049054"/>
                  </a:lnTo>
                  <a:lnTo>
                    <a:pt x="1003389" y="2048816"/>
                  </a:lnTo>
                  <a:lnTo>
                    <a:pt x="1021996" y="2048157"/>
                  </a:lnTo>
                  <a:lnTo>
                    <a:pt x="1055533" y="2046859"/>
                  </a:lnTo>
                  <a:lnTo>
                    <a:pt x="1106069" y="2044714"/>
                  </a:lnTo>
                  <a:lnTo>
                    <a:pt x="1173927" y="2041543"/>
                  </a:lnTo>
                  <a:lnTo>
                    <a:pt x="1257733" y="2037212"/>
                  </a:lnTo>
                  <a:lnTo>
                    <a:pt x="1354715" y="2031641"/>
                  </a:lnTo>
                  <a:lnTo>
                    <a:pt x="1461208" y="2024797"/>
                  </a:lnTo>
                  <a:lnTo>
                    <a:pt x="1573227" y="2016687"/>
                  </a:lnTo>
                  <a:lnTo>
                    <a:pt x="1686986" y="2007334"/>
                  </a:lnTo>
                  <a:lnTo>
                    <a:pt x="1799267" y="1996762"/>
                  </a:lnTo>
                  <a:lnTo>
                    <a:pt x="1907610" y="1984979"/>
                  </a:lnTo>
                  <a:lnTo>
                    <a:pt x="2010339" y="1971965"/>
                  </a:lnTo>
                  <a:lnTo>
                    <a:pt x="2106495" y="1957664"/>
                  </a:lnTo>
                  <a:lnTo>
                    <a:pt x="2195704" y="1941980"/>
                  </a:lnTo>
                  <a:lnTo>
                    <a:pt x="2278032" y="1924780"/>
                  </a:lnTo>
                  <a:lnTo>
                    <a:pt x="2353860" y="1905894"/>
                  </a:lnTo>
                  <a:lnTo>
                    <a:pt x="2423767" y="1885116"/>
                  </a:lnTo>
                  <a:lnTo>
                    <a:pt x="2488454" y="1862218"/>
                  </a:lnTo>
                  <a:lnTo>
                    <a:pt x="2548674" y="1836961"/>
                  </a:lnTo>
                  <a:lnTo>
                    <a:pt x="2605189" y="1809115"/>
                  </a:lnTo>
                  <a:lnTo>
                    <a:pt x="2658728" y="1778498"/>
                  </a:lnTo>
                  <a:lnTo>
                    <a:pt x="2702183" y="1750371"/>
                  </a:lnTo>
                  <a:lnTo>
                    <a:pt x="2753307" y="1713412"/>
                  </a:lnTo>
                  <a:lnTo>
                    <a:pt x="2803020" y="1673372"/>
                  </a:lnTo>
                  <a:lnTo>
                    <a:pt x="2851760" y="1630192"/>
                  </a:lnTo>
                  <a:lnTo>
                    <a:pt x="2899865" y="1583878"/>
                  </a:lnTo>
                  <a:lnTo>
                    <a:pt x="2947597" y="1534514"/>
                  </a:lnTo>
                  <a:lnTo>
                    <a:pt x="2995147" y="1482261"/>
                  </a:lnTo>
                  <a:lnTo>
                    <a:pt x="3042649" y="1427367"/>
                  </a:lnTo>
                  <a:lnTo>
                    <a:pt x="3090185" y="1370162"/>
                  </a:lnTo>
                  <a:lnTo>
                    <a:pt x="3137795" y="1311053"/>
                  </a:lnTo>
                  <a:lnTo>
                    <a:pt x="3185486" y="1250517"/>
                  </a:lnTo>
                  <a:lnTo>
                    <a:pt x="3233237" y="1189081"/>
                  </a:lnTo>
                  <a:lnTo>
                    <a:pt x="3281012" y="1127309"/>
                  </a:lnTo>
                  <a:lnTo>
                    <a:pt x="3328770" y="1065775"/>
                  </a:lnTo>
                  <a:lnTo>
                    <a:pt x="3376473" y="1005047"/>
                  </a:lnTo>
                  <a:lnTo>
                    <a:pt x="3424098" y="945660"/>
                  </a:lnTo>
                  <a:lnTo>
                    <a:pt x="3471645" y="888100"/>
                  </a:lnTo>
                  <a:lnTo>
                    <a:pt x="3519148" y="832787"/>
                  </a:lnTo>
                  <a:lnTo>
                    <a:pt x="3566682" y="780065"/>
                  </a:lnTo>
                  <a:lnTo>
                    <a:pt x="3614371" y="730194"/>
                  </a:lnTo>
                  <a:lnTo>
                    <a:pt x="3662396" y="683353"/>
                  </a:lnTo>
                  <a:lnTo>
                    <a:pt x="3711006" y="639637"/>
                  </a:lnTo>
                  <a:lnTo>
                    <a:pt x="3760526" y="599065"/>
                  </a:lnTo>
                  <a:lnTo>
                    <a:pt x="3811374" y="561588"/>
                  </a:lnTo>
                  <a:lnTo>
                    <a:pt x="3820202" y="555507"/>
                  </a:lnTo>
                  <a:lnTo>
                    <a:pt x="3871739" y="522478"/>
                  </a:lnTo>
                  <a:lnTo>
                    <a:pt x="3925691" y="492296"/>
                  </a:lnTo>
                  <a:lnTo>
                    <a:pt x="3982728" y="464863"/>
                  </a:lnTo>
                  <a:lnTo>
                    <a:pt x="4043587" y="439985"/>
                  </a:lnTo>
                  <a:lnTo>
                    <a:pt x="4109030" y="417429"/>
                  </a:lnTo>
                  <a:lnTo>
                    <a:pt x="4179806" y="396957"/>
                  </a:lnTo>
                  <a:lnTo>
                    <a:pt x="4256601" y="378342"/>
                  </a:lnTo>
                  <a:lnTo>
                    <a:pt x="4339971" y="361387"/>
                  </a:lnTo>
                  <a:lnTo>
                    <a:pt x="4430255" y="345924"/>
                  </a:lnTo>
                  <a:lnTo>
                    <a:pt x="4527461" y="331826"/>
                  </a:lnTo>
                  <a:lnTo>
                    <a:pt x="4631135" y="319004"/>
                  </a:lnTo>
                  <a:lnTo>
                    <a:pt x="4740212" y="307408"/>
                  </a:lnTo>
                  <a:lnTo>
                    <a:pt x="4852902" y="297023"/>
                  </a:lnTo>
                  <a:lnTo>
                    <a:pt x="4966620" y="287860"/>
                  </a:lnTo>
                  <a:lnTo>
                    <a:pt x="5078044" y="279943"/>
                  </a:lnTo>
                  <a:lnTo>
                    <a:pt x="5183330" y="273296"/>
                  </a:lnTo>
                  <a:lnTo>
                    <a:pt x="5278505" y="267919"/>
                  </a:lnTo>
                  <a:lnTo>
                    <a:pt x="5360004" y="263774"/>
                  </a:lnTo>
                  <a:lnTo>
                    <a:pt x="5425243" y="260770"/>
                  </a:lnTo>
                  <a:lnTo>
                    <a:pt x="5473095" y="258768"/>
                  </a:lnTo>
                  <a:lnTo>
                    <a:pt x="5504154" y="257583"/>
                  </a:lnTo>
                  <a:lnTo>
                    <a:pt x="5520749" y="257004"/>
                  </a:lnTo>
                  <a:lnTo>
                    <a:pt x="5526767" y="256811"/>
                  </a:lnTo>
                  <a:lnTo>
                    <a:pt x="5527445" y="256791"/>
                  </a:lnTo>
                  <a:lnTo>
                    <a:pt x="6522385" y="256791"/>
                  </a:lnTo>
                  <a:lnTo>
                    <a:pt x="6523521" y="256786"/>
                  </a:lnTo>
                  <a:lnTo>
                    <a:pt x="6531018" y="256751"/>
                  </a:lnTo>
                  <a:lnTo>
                    <a:pt x="6550014" y="256654"/>
                  </a:lnTo>
                  <a:lnTo>
                    <a:pt x="6584226" y="256464"/>
                  </a:lnTo>
                  <a:lnTo>
                    <a:pt x="6635723" y="256150"/>
                  </a:lnTo>
                  <a:lnTo>
                    <a:pt x="6704776" y="255686"/>
                  </a:lnTo>
                  <a:lnTo>
                    <a:pt x="6789913" y="255052"/>
                  </a:lnTo>
                  <a:lnTo>
                    <a:pt x="6888247" y="254238"/>
                  </a:lnTo>
                  <a:lnTo>
                    <a:pt x="6995995" y="253239"/>
                  </a:lnTo>
                  <a:lnTo>
                    <a:pt x="7109085" y="252055"/>
                  </a:lnTo>
                  <a:lnTo>
                    <a:pt x="7223676" y="250691"/>
                  </a:lnTo>
                  <a:lnTo>
                    <a:pt x="7336535" y="249151"/>
                  </a:lnTo>
                  <a:lnTo>
                    <a:pt x="7445215" y="247434"/>
                  </a:lnTo>
                  <a:lnTo>
                    <a:pt x="7548075" y="245537"/>
                  </a:lnTo>
                  <a:lnTo>
                    <a:pt x="7644201" y="243452"/>
                  </a:lnTo>
                  <a:lnTo>
                    <a:pt x="7733264" y="241164"/>
                  </a:lnTo>
                  <a:lnTo>
                    <a:pt x="7815376" y="238654"/>
                  </a:lnTo>
                  <a:lnTo>
                    <a:pt x="7890956" y="235894"/>
                  </a:lnTo>
                  <a:lnTo>
                    <a:pt x="7960618" y="232855"/>
                  </a:lnTo>
                  <a:lnTo>
                    <a:pt x="8025087" y="229503"/>
                  </a:lnTo>
                  <a:lnTo>
                    <a:pt x="8085137" y="225803"/>
                  </a:lnTo>
                  <a:lnTo>
                    <a:pt x="8141546" y="221721"/>
                  </a:lnTo>
                  <a:lnTo>
                    <a:pt x="8195049" y="217234"/>
                  </a:lnTo>
                  <a:lnTo>
                    <a:pt x="8229629" y="213992"/>
                  </a:lnTo>
                  <a:lnTo>
                    <a:pt x="8290933" y="207569"/>
                  </a:lnTo>
                  <a:lnTo>
                    <a:pt x="8350332" y="200505"/>
                  </a:lnTo>
                  <a:lnTo>
                    <a:pt x="8408532" y="192789"/>
                  </a:lnTo>
                  <a:lnTo>
                    <a:pt x="8466052" y="184433"/>
                  </a:lnTo>
                  <a:lnTo>
                    <a:pt x="8523261" y="175470"/>
                  </a:lnTo>
                  <a:lnTo>
                    <a:pt x="8580399" y="165962"/>
                  </a:lnTo>
                  <a:lnTo>
                    <a:pt x="8637602" y="155993"/>
                  </a:lnTo>
                  <a:lnTo>
                    <a:pt x="8694920" y="145669"/>
                  </a:lnTo>
                  <a:lnTo>
                    <a:pt x="8752339" y="135117"/>
                  </a:lnTo>
                  <a:lnTo>
                    <a:pt x="8809802" y="124474"/>
                  </a:lnTo>
                  <a:lnTo>
                    <a:pt x="8867239" y="113884"/>
                  </a:lnTo>
                  <a:lnTo>
                    <a:pt x="8924587" y="103487"/>
                  </a:lnTo>
                  <a:lnTo>
                    <a:pt x="8981819" y="93413"/>
                  </a:lnTo>
                  <a:lnTo>
                    <a:pt x="9038965" y="83774"/>
                  </a:lnTo>
                  <a:lnTo>
                    <a:pt x="9096136" y="74661"/>
                  </a:lnTo>
                  <a:lnTo>
                    <a:pt x="9153544" y="66141"/>
                  </a:lnTo>
                  <a:lnTo>
                    <a:pt x="9211521" y="58254"/>
                  </a:lnTo>
                  <a:lnTo>
                    <a:pt x="9270544" y="51019"/>
                  </a:lnTo>
                  <a:lnTo>
                    <a:pt x="9331266" y="44429"/>
                  </a:lnTo>
                  <a:lnTo>
                    <a:pt x="9347647" y="42798"/>
                  </a:lnTo>
                  <a:lnTo>
                    <a:pt x="9399575" y="38032"/>
                  </a:lnTo>
                  <a:lnTo>
                    <a:pt x="9453958" y="33681"/>
                  </a:lnTo>
                  <a:lnTo>
                    <a:pt x="9511483" y="29728"/>
                  </a:lnTo>
                  <a:lnTo>
                    <a:pt x="9572902" y="26146"/>
                  </a:lnTo>
                  <a:lnTo>
                    <a:pt x="9638998" y="22901"/>
                  </a:lnTo>
                  <a:lnTo>
                    <a:pt x="9710533" y="19958"/>
                  </a:lnTo>
                  <a:lnTo>
                    <a:pt x="9788205" y="17283"/>
                  </a:lnTo>
                  <a:lnTo>
                    <a:pt x="9872573" y="14848"/>
                  </a:lnTo>
                  <a:lnTo>
                    <a:pt x="9963969" y="12629"/>
                  </a:lnTo>
                  <a:lnTo>
                    <a:pt x="10062376" y="10608"/>
                  </a:lnTo>
                  <a:lnTo>
                    <a:pt x="10167287" y="8771"/>
                  </a:lnTo>
                  <a:lnTo>
                    <a:pt x="10277563" y="7112"/>
                  </a:lnTo>
                  <a:lnTo>
                    <a:pt x="10391304" y="5630"/>
                  </a:lnTo>
                  <a:lnTo>
                    <a:pt x="10505792" y="4325"/>
                  </a:lnTo>
                  <a:lnTo>
                    <a:pt x="10617567" y="3202"/>
                  </a:lnTo>
                  <a:lnTo>
                    <a:pt x="10722662" y="2264"/>
                  </a:lnTo>
                  <a:lnTo>
                    <a:pt x="10817034" y="1510"/>
                  </a:lnTo>
                  <a:lnTo>
                    <a:pt x="10897131" y="934"/>
                  </a:lnTo>
                  <a:lnTo>
                    <a:pt x="10960482" y="521"/>
                  </a:lnTo>
                  <a:lnTo>
                    <a:pt x="11006166" y="251"/>
                  </a:lnTo>
                  <a:lnTo>
                    <a:pt x="11035051" y="95"/>
                  </a:lnTo>
                  <a:lnTo>
                    <a:pt x="11049774" y="23"/>
                  </a:lnTo>
                  <a:lnTo>
                    <a:pt x="11054543" y="1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01" name="pl2200"/>
            <p:cNvSpPr/>
            <p:nvPr/>
          </p:nvSpPr>
          <p:spPr>
            <a:xfrm>
              <a:off x="1199187" y="4548705"/>
              <a:ext cx="12049831" cy="2049087"/>
            </a:xfrm>
            <a:custGeom>
              <a:avLst/>
              <a:pathLst>
                <a:path w="12049831" h="2049087">
                  <a:moveTo>
                    <a:pt x="12049831" y="0"/>
                  </a:moveTo>
                  <a:lnTo>
                    <a:pt x="11054891" y="0"/>
                  </a:lnTo>
                  <a:lnTo>
                    <a:pt x="11053755" y="4"/>
                  </a:lnTo>
                  <a:lnTo>
                    <a:pt x="11046259" y="39"/>
                  </a:lnTo>
                  <a:lnTo>
                    <a:pt x="11027263" y="136"/>
                  </a:lnTo>
                  <a:lnTo>
                    <a:pt x="10993051" y="326"/>
                  </a:lnTo>
                  <a:lnTo>
                    <a:pt x="10941553" y="640"/>
                  </a:lnTo>
                  <a:lnTo>
                    <a:pt x="10872501" y="1104"/>
                  </a:lnTo>
                  <a:lnTo>
                    <a:pt x="10787363" y="1738"/>
                  </a:lnTo>
                  <a:lnTo>
                    <a:pt x="10689030" y="2552"/>
                  </a:lnTo>
                  <a:lnTo>
                    <a:pt x="10581281" y="3552"/>
                  </a:lnTo>
                  <a:lnTo>
                    <a:pt x="10468192" y="4735"/>
                  </a:lnTo>
                  <a:lnTo>
                    <a:pt x="10353601" y="6099"/>
                  </a:lnTo>
                  <a:lnTo>
                    <a:pt x="10240741" y="7639"/>
                  </a:lnTo>
                  <a:lnTo>
                    <a:pt x="10132062" y="9356"/>
                  </a:lnTo>
                  <a:lnTo>
                    <a:pt x="10029202" y="11253"/>
                  </a:lnTo>
                  <a:lnTo>
                    <a:pt x="9933076" y="13338"/>
                  </a:lnTo>
                  <a:lnTo>
                    <a:pt x="9844013" y="15626"/>
                  </a:lnTo>
                  <a:lnTo>
                    <a:pt x="9761900" y="18137"/>
                  </a:lnTo>
                  <a:lnTo>
                    <a:pt x="9686320" y="20896"/>
                  </a:lnTo>
                  <a:lnTo>
                    <a:pt x="9616659" y="23935"/>
                  </a:lnTo>
                  <a:lnTo>
                    <a:pt x="9552190" y="27287"/>
                  </a:lnTo>
                  <a:lnTo>
                    <a:pt x="9492139" y="30988"/>
                  </a:lnTo>
                  <a:lnTo>
                    <a:pt x="9435730" y="35069"/>
                  </a:lnTo>
                  <a:lnTo>
                    <a:pt x="9382227" y="39556"/>
                  </a:lnTo>
                  <a:lnTo>
                    <a:pt x="9347647" y="42798"/>
                  </a:lnTo>
                  <a:lnTo>
                    <a:pt x="9286343" y="49221"/>
                  </a:lnTo>
                  <a:lnTo>
                    <a:pt x="9226944" y="56285"/>
                  </a:lnTo>
                  <a:lnTo>
                    <a:pt x="9168744" y="64001"/>
                  </a:lnTo>
                  <a:lnTo>
                    <a:pt x="9111224" y="72357"/>
                  </a:lnTo>
                  <a:lnTo>
                    <a:pt x="9054016" y="81320"/>
                  </a:lnTo>
                  <a:lnTo>
                    <a:pt x="8996877" y="90828"/>
                  </a:lnTo>
                  <a:lnTo>
                    <a:pt x="8939674" y="100797"/>
                  </a:lnTo>
                  <a:lnTo>
                    <a:pt x="8882356" y="111121"/>
                  </a:lnTo>
                  <a:lnTo>
                    <a:pt x="8824938" y="121673"/>
                  </a:lnTo>
                  <a:lnTo>
                    <a:pt x="8767474" y="132316"/>
                  </a:lnTo>
                  <a:lnTo>
                    <a:pt x="8710037" y="142906"/>
                  </a:lnTo>
                  <a:lnTo>
                    <a:pt x="8652689" y="153303"/>
                  </a:lnTo>
                  <a:lnTo>
                    <a:pt x="8595458" y="163377"/>
                  </a:lnTo>
                  <a:lnTo>
                    <a:pt x="8538311" y="173016"/>
                  </a:lnTo>
                  <a:lnTo>
                    <a:pt x="8481140" y="182129"/>
                  </a:lnTo>
                  <a:lnTo>
                    <a:pt x="8423732" y="190649"/>
                  </a:lnTo>
                  <a:lnTo>
                    <a:pt x="8365755" y="198536"/>
                  </a:lnTo>
                  <a:lnTo>
                    <a:pt x="8306732" y="205771"/>
                  </a:lnTo>
                  <a:lnTo>
                    <a:pt x="8246010" y="212361"/>
                  </a:lnTo>
                  <a:lnTo>
                    <a:pt x="8229629" y="213992"/>
                  </a:lnTo>
                  <a:lnTo>
                    <a:pt x="8177702" y="218758"/>
                  </a:lnTo>
                  <a:lnTo>
                    <a:pt x="8123319" y="223110"/>
                  </a:lnTo>
                  <a:lnTo>
                    <a:pt x="8065794" y="227062"/>
                  </a:lnTo>
                  <a:lnTo>
                    <a:pt x="8004374" y="230644"/>
                  </a:lnTo>
                  <a:lnTo>
                    <a:pt x="7938279" y="233889"/>
                  </a:lnTo>
                  <a:lnTo>
                    <a:pt x="7866744" y="236832"/>
                  </a:lnTo>
                  <a:lnTo>
                    <a:pt x="7789072" y="239507"/>
                  </a:lnTo>
                  <a:lnTo>
                    <a:pt x="7704703" y="241942"/>
                  </a:lnTo>
                  <a:lnTo>
                    <a:pt x="7613307" y="244161"/>
                  </a:lnTo>
                  <a:lnTo>
                    <a:pt x="7514901" y="246182"/>
                  </a:lnTo>
                  <a:lnTo>
                    <a:pt x="7409989" y="248019"/>
                  </a:lnTo>
                  <a:lnTo>
                    <a:pt x="7299713" y="249678"/>
                  </a:lnTo>
                  <a:lnTo>
                    <a:pt x="7185973" y="251160"/>
                  </a:lnTo>
                  <a:lnTo>
                    <a:pt x="7071484" y="252465"/>
                  </a:lnTo>
                  <a:lnTo>
                    <a:pt x="6959709" y="253588"/>
                  </a:lnTo>
                  <a:lnTo>
                    <a:pt x="6854615" y="254527"/>
                  </a:lnTo>
                  <a:lnTo>
                    <a:pt x="6760243" y="255280"/>
                  </a:lnTo>
                  <a:lnTo>
                    <a:pt x="6680145" y="255857"/>
                  </a:lnTo>
                  <a:lnTo>
                    <a:pt x="6616795" y="256269"/>
                  </a:lnTo>
                  <a:lnTo>
                    <a:pt x="6571111" y="256539"/>
                  </a:lnTo>
                  <a:lnTo>
                    <a:pt x="6542225" y="256695"/>
                  </a:lnTo>
                  <a:lnTo>
                    <a:pt x="6527502" y="256767"/>
                  </a:lnTo>
                  <a:lnTo>
                    <a:pt x="6522734" y="256789"/>
                  </a:lnTo>
                  <a:lnTo>
                    <a:pt x="6522385" y="256791"/>
                  </a:lnTo>
                  <a:lnTo>
                    <a:pt x="5527445" y="256791"/>
                  </a:lnTo>
                  <a:lnTo>
                    <a:pt x="5526334" y="256824"/>
                  </a:lnTo>
                  <a:lnTo>
                    <a:pt x="5518996" y="257062"/>
                  </a:lnTo>
                  <a:lnTo>
                    <a:pt x="5500389" y="257721"/>
                  </a:lnTo>
                  <a:lnTo>
                    <a:pt x="5466852" y="259019"/>
                  </a:lnTo>
                  <a:lnTo>
                    <a:pt x="5416316" y="261164"/>
                  </a:lnTo>
                  <a:lnTo>
                    <a:pt x="5348458" y="264335"/>
                  </a:lnTo>
                  <a:lnTo>
                    <a:pt x="5264652" y="268666"/>
                  </a:lnTo>
                  <a:lnTo>
                    <a:pt x="5167670" y="274237"/>
                  </a:lnTo>
                  <a:lnTo>
                    <a:pt x="5061177" y="281081"/>
                  </a:lnTo>
                  <a:lnTo>
                    <a:pt x="4949158" y="289191"/>
                  </a:lnTo>
                  <a:lnTo>
                    <a:pt x="4835399" y="298544"/>
                  </a:lnTo>
                  <a:lnTo>
                    <a:pt x="4723118" y="309116"/>
                  </a:lnTo>
                  <a:lnTo>
                    <a:pt x="4614775" y="320899"/>
                  </a:lnTo>
                  <a:lnTo>
                    <a:pt x="4512046" y="333913"/>
                  </a:lnTo>
                  <a:lnTo>
                    <a:pt x="4415890" y="348214"/>
                  </a:lnTo>
                  <a:lnTo>
                    <a:pt x="4326681" y="363898"/>
                  </a:lnTo>
                  <a:lnTo>
                    <a:pt x="4244353" y="381098"/>
                  </a:lnTo>
                  <a:lnTo>
                    <a:pt x="4168525" y="399984"/>
                  </a:lnTo>
                  <a:lnTo>
                    <a:pt x="4098618" y="420762"/>
                  </a:lnTo>
                  <a:lnTo>
                    <a:pt x="4033931" y="443660"/>
                  </a:lnTo>
                  <a:lnTo>
                    <a:pt x="3973711" y="468917"/>
                  </a:lnTo>
                  <a:lnTo>
                    <a:pt x="3917196" y="496763"/>
                  </a:lnTo>
                  <a:lnTo>
                    <a:pt x="3863657" y="527380"/>
                  </a:lnTo>
                  <a:lnTo>
                    <a:pt x="3820202" y="555507"/>
                  </a:lnTo>
                  <a:lnTo>
                    <a:pt x="3769078" y="592466"/>
                  </a:lnTo>
                  <a:lnTo>
                    <a:pt x="3719365" y="632506"/>
                  </a:lnTo>
                  <a:lnTo>
                    <a:pt x="3670625" y="675686"/>
                  </a:lnTo>
                  <a:lnTo>
                    <a:pt x="3622520" y="722000"/>
                  </a:lnTo>
                  <a:lnTo>
                    <a:pt x="3574788" y="771364"/>
                  </a:lnTo>
                  <a:lnTo>
                    <a:pt x="3527238" y="823617"/>
                  </a:lnTo>
                  <a:lnTo>
                    <a:pt x="3479736" y="878511"/>
                  </a:lnTo>
                  <a:lnTo>
                    <a:pt x="3432200" y="935716"/>
                  </a:lnTo>
                  <a:lnTo>
                    <a:pt x="3384590" y="994825"/>
                  </a:lnTo>
                  <a:lnTo>
                    <a:pt x="3336899" y="1055361"/>
                  </a:lnTo>
                  <a:lnTo>
                    <a:pt x="3289148" y="1116797"/>
                  </a:lnTo>
                  <a:lnTo>
                    <a:pt x="3241373" y="1178569"/>
                  </a:lnTo>
                  <a:lnTo>
                    <a:pt x="3193615" y="1240103"/>
                  </a:lnTo>
                  <a:lnTo>
                    <a:pt x="3145912" y="1300831"/>
                  </a:lnTo>
                  <a:lnTo>
                    <a:pt x="3098287" y="1360218"/>
                  </a:lnTo>
                  <a:lnTo>
                    <a:pt x="3050740" y="1417778"/>
                  </a:lnTo>
                  <a:lnTo>
                    <a:pt x="3003237" y="1473091"/>
                  </a:lnTo>
                  <a:lnTo>
                    <a:pt x="2955703" y="1525813"/>
                  </a:lnTo>
                  <a:lnTo>
                    <a:pt x="2908014" y="1575684"/>
                  </a:lnTo>
                  <a:lnTo>
                    <a:pt x="2859989" y="1622525"/>
                  </a:lnTo>
                  <a:lnTo>
                    <a:pt x="2811379" y="1666241"/>
                  </a:lnTo>
                  <a:lnTo>
                    <a:pt x="2761859" y="1706813"/>
                  </a:lnTo>
                  <a:lnTo>
                    <a:pt x="2711011" y="1744290"/>
                  </a:lnTo>
                  <a:lnTo>
                    <a:pt x="2702183" y="1750371"/>
                  </a:lnTo>
                  <a:lnTo>
                    <a:pt x="2650646" y="1783400"/>
                  </a:lnTo>
                  <a:lnTo>
                    <a:pt x="2596694" y="1813582"/>
                  </a:lnTo>
                  <a:lnTo>
                    <a:pt x="2539657" y="1841015"/>
                  </a:lnTo>
                  <a:lnTo>
                    <a:pt x="2478798" y="1865893"/>
                  </a:lnTo>
                  <a:lnTo>
                    <a:pt x="2413355" y="1888449"/>
                  </a:lnTo>
                  <a:lnTo>
                    <a:pt x="2342579" y="1908921"/>
                  </a:lnTo>
                  <a:lnTo>
                    <a:pt x="2265784" y="1927536"/>
                  </a:lnTo>
                  <a:lnTo>
                    <a:pt x="2182414" y="1944491"/>
                  </a:lnTo>
                  <a:lnTo>
                    <a:pt x="2092130" y="1959954"/>
                  </a:lnTo>
                  <a:lnTo>
                    <a:pt x="1994924" y="1974052"/>
                  </a:lnTo>
                  <a:lnTo>
                    <a:pt x="1891250" y="1986874"/>
                  </a:lnTo>
                  <a:lnTo>
                    <a:pt x="1782173" y="1998470"/>
                  </a:lnTo>
                  <a:lnTo>
                    <a:pt x="1669483" y="2008855"/>
                  </a:lnTo>
                  <a:lnTo>
                    <a:pt x="1555765" y="2018018"/>
                  </a:lnTo>
                  <a:lnTo>
                    <a:pt x="1444341" y="2025935"/>
                  </a:lnTo>
                  <a:lnTo>
                    <a:pt x="1339055" y="2032582"/>
                  </a:lnTo>
                  <a:lnTo>
                    <a:pt x="1243880" y="2037959"/>
                  </a:lnTo>
                  <a:lnTo>
                    <a:pt x="1162381" y="2042104"/>
                  </a:lnTo>
                  <a:lnTo>
                    <a:pt x="1097142" y="2045108"/>
                  </a:lnTo>
                  <a:lnTo>
                    <a:pt x="1049290" y="2047110"/>
                  </a:lnTo>
                  <a:lnTo>
                    <a:pt x="1018231" y="2048295"/>
                  </a:lnTo>
                  <a:lnTo>
                    <a:pt x="1001636" y="2048874"/>
                  </a:lnTo>
                  <a:lnTo>
                    <a:pt x="995618" y="2049067"/>
                  </a:lnTo>
                  <a:lnTo>
                    <a:pt x="994940" y="2049087"/>
                  </a:lnTo>
                  <a:lnTo>
                    <a:pt x="0" y="2049087"/>
                  </a:lnTo>
                  <a:lnTo>
                    <a:pt x="0" y="20490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02" name="pg2201"/>
            <p:cNvSpPr/>
            <p:nvPr/>
          </p:nvSpPr>
          <p:spPr>
            <a:xfrm>
              <a:off x="1199187" y="1682079"/>
              <a:ext cx="12049831" cy="4894752"/>
            </a:xfrm>
            <a:custGeom>
              <a:avLst/>
              <a:pathLst>
                <a:path w="12049831" h="4894752">
                  <a:moveTo>
                    <a:pt x="0" y="4894752"/>
                  </a:moveTo>
                  <a:lnTo>
                    <a:pt x="994940" y="4894752"/>
                  </a:lnTo>
                  <a:lnTo>
                    <a:pt x="995809" y="4894681"/>
                  </a:lnTo>
                  <a:lnTo>
                    <a:pt x="1001578" y="4894175"/>
                  </a:lnTo>
                  <a:lnTo>
                    <a:pt x="1016297" y="4892780"/>
                  </a:lnTo>
                  <a:lnTo>
                    <a:pt x="1043050" y="4890028"/>
                  </a:lnTo>
                  <a:lnTo>
                    <a:pt x="1083814" y="4885466"/>
                  </a:lnTo>
                  <a:lnTo>
                    <a:pt x="1139337" y="4878686"/>
                  </a:lnTo>
                  <a:lnTo>
                    <a:pt x="1209107" y="4869359"/>
                  </a:lnTo>
                  <a:lnTo>
                    <a:pt x="1291483" y="4857253"/>
                  </a:lnTo>
                  <a:lnTo>
                    <a:pt x="1383962" y="4842242"/>
                  </a:lnTo>
                  <a:lnTo>
                    <a:pt x="1483552" y="4824288"/>
                  </a:lnTo>
                  <a:lnTo>
                    <a:pt x="1587144" y="4803415"/>
                  </a:lnTo>
                  <a:lnTo>
                    <a:pt x="1691838" y="4779679"/>
                  </a:lnTo>
                  <a:lnTo>
                    <a:pt x="1795170" y="4753131"/>
                  </a:lnTo>
                  <a:lnTo>
                    <a:pt x="1895222" y="4723785"/>
                  </a:lnTo>
                  <a:lnTo>
                    <a:pt x="1990646" y="4691606"/>
                  </a:lnTo>
                  <a:lnTo>
                    <a:pt x="2080614" y="4656486"/>
                  </a:lnTo>
                  <a:lnTo>
                    <a:pt x="2164738" y="4618244"/>
                  </a:lnTo>
                  <a:lnTo>
                    <a:pt x="2242977" y="4576621"/>
                  </a:lnTo>
                  <a:lnTo>
                    <a:pt x="2315541" y="4531283"/>
                  </a:lnTo>
                  <a:lnTo>
                    <a:pt x="2382820" y="4481829"/>
                  </a:lnTo>
                  <a:lnTo>
                    <a:pt x="2445317" y="4427799"/>
                  </a:lnTo>
                  <a:lnTo>
                    <a:pt x="2503596" y="4368693"/>
                  </a:lnTo>
                  <a:lnTo>
                    <a:pt x="2558252" y="4304000"/>
                  </a:lnTo>
                  <a:lnTo>
                    <a:pt x="2609875" y="4233246"/>
                  </a:lnTo>
                  <a:lnTo>
                    <a:pt x="2659029" y="4156061"/>
                  </a:lnTo>
                  <a:lnTo>
                    <a:pt x="2702183" y="4079833"/>
                  </a:lnTo>
                  <a:lnTo>
                    <a:pt x="2737586" y="4011242"/>
                  </a:lnTo>
                  <a:lnTo>
                    <a:pt x="2772247" y="3938697"/>
                  </a:lnTo>
                  <a:lnTo>
                    <a:pt x="2806325" y="3862119"/>
                  </a:lnTo>
                  <a:lnTo>
                    <a:pt x="2839955" y="3781466"/>
                  </a:lnTo>
                  <a:lnTo>
                    <a:pt x="2873250" y="3696740"/>
                  </a:lnTo>
                  <a:lnTo>
                    <a:pt x="2906304" y="3607986"/>
                  </a:lnTo>
                  <a:lnTo>
                    <a:pt x="2939197" y="3515297"/>
                  </a:lnTo>
                  <a:lnTo>
                    <a:pt x="2971990" y="3418817"/>
                  </a:lnTo>
                  <a:lnTo>
                    <a:pt x="3004734" y="3318740"/>
                  </a:lnTo>
                  <a:lnTo>
                    <a:pt x="3037466" y="3215316"/>
                  </a:lnTo>
                  <a:lnTo>
                    <a:pt x="3070212" y="3108840"/>
                  </a:lnTo>
                  <a:lnTo>
                    <a:pt x="3102988" y="2999662"/>
                  </a:lnTo>
                  <a:lnTo>
                    <a:pt x="3135803" y="2888172"/>
                  </a:lnTo>
                  <a:lnTo>
                    <a:pt x="3168656" y="2774803"/>
                  </a:lnTo>
                  <a:lnTo>
                    <a:pt x="3201543" y="2660018"/>
                  </a:lnTo>
                  <a:lnTo>
                    <a:pt x="3234453" y="2544308"/>
                  </a:lnTo>
                  <a:lnTo>
                    <a:pt x="3267375" y="2428181"/>
                  </a:lnTo>
                  <a:lnTo>
                    <a:pt x="3300294" y="2312150"/>
                  </a:lnTo>
                  <a:lnTo>
                    <a:pt x="3333197" y="2196729"/>
                  </a:lnTo>
                  <a:lnTo>
                    <a:pt x="3366072" y="2082420"/>
                  </a:lnTo>
                  <a:lnTo>
                    <a:pt x="3398911" y="1969703"/>
                  </a:lnTo>
                  <a:lnTo>
                    <a:pt x="3431711" y="1859033"/>
                  </a:lnTo>
                  <a:lnTo>
                    <a:pt x="3464474" y="1750826"/>
                  </a:lnTo>
                  <a:lnTo>
                    <a:pt x="3497212" y="1645459"/>
                  </a:lnTo>
                  <a:lnTo>
                    <a:pt x="3529945" y="1543259"/>
                  </a:lnTo>
                  <a:lnTo>
                    <a:pt x="3562703" y="1444507"/>
                  </a:lnTo>
                  <a:lnTo>
                    <a:pt x="3595527" y="1349430"/>
                  </a:lnTo>
                  <a:lnTo>
                    <a:pt x="3628472" y="1258205"/>
                  </a:lnTo>
                  <a:lnTo>
                    <a:pt x="3661607" y="1170955"/>
                  </a:lnTo>
                  <a:lnTo>
                    <a:pt x="3695015" y="1087757"/>
                  </a:lnTo>
                  <a:lnTo>
                    <a:pt x="3728799" y="1008637"/>
                  </a:lnTo>
                  <a:lnTo>
                    <a:pt x="3763079" y="933580"/>
                  </a:lnTo>
                  <a:lnTo>
                    <a:pt x="3797998" y="862531"/>
                  </a:lnTo>
                  <a:lnTo>
                    <a:pt x="3820202" y="820159"/>
                  </a:lnTo>
                  <a:lnTo>
                    <a:pt x="3867547" y="736954"/>
                  </a:lnTo>
                  <a:lnTo>
                    <a:pt x="3916895" y="660339"/>
                  </a:lnTo>
                  <a:lnTo>
                    <a:pt x="3968759" y="590129"/>
                  </a:lnTo>
                  <a:lnTo>
                    <a:pt x="4023707" y="525942"/>
                  </a:lnTo>
                  <a:lnTo>
                    <a:pt x="4082330" y="467298"/>
                  </a:lnTo>
                  <a:lnTo>
                    <a:pt x="4145220" y="413685"/>
                  </a:lnTo>
                  <a:lnTo>
                    <a:pt x="4212940" y="364607"/>
                  </a:lnTo>
                  <a:lnTo>
                    <a:pt x="4285985" y="319608"/>
                  </a:lnTo>
                  <a:lnTo>
                    <a:pt x="4364730" y="278291"/>
                  </a:lnTo>
                  <a:lnTo>
                    <a:pt x="4449369" y="240330"/>
                  </a:lnTo>
                  <a:lnTo>
                    <a:pt x="4539832" y="205472"/>
                  </a:lnTo>
                  <a:lnTo>
                    <a:pt x="4635699" y="173542"/>
                  </a:lnTo>
                  <a:lnTo>
                    <a:pt x="4736098" y="144441"/>
                  </a:lnTo>
                  <a:lnTo>
                    <a:pt x="4839633" y="118135"/>
                  </a:lnTo>
                  <a:lnTo>
                    <a:pt x="4944337" y="94646"/>
                  </a:lnTo>
                  <a:lnTo>
                    <a:pt x="5047700" y="74026"/>
                  </a:lnTo>
                  <a:lnTo>
                    <a:pt x="5146796" y="56327"/>
                  </a:lnTo>
                  <a:lnTo>
                    <a:pt x="5238511" y="41571"/>
                  </a:lnTo>
                  <a:lnTo>
                    <a:pt x="5319878" y="29714"/>
                  </a:lnTo>
                  <a:lnTo>
                    <a:pt x="5388459" y="20619"/>
                  </a:lnTo>
                  <a:lnTo>
                    <a:pt x="5442701" y="14046"/>
                  </a:lnTo>
                  <a:lnTo>
                    <a:pt x="5482199" y="9658"/>
                  </a:lnTo>
                  <a:lnTo>
                    <a:pt x="5507809" y="7043"/>
                  </a:lnTo>
                  <a:lnTo>
                    <a:pt x="5521612" y="5744"/>
                  </a:lnTo>
                  <a:lnTo>
                    <a:pt x="5526781" y="5294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8" y="5265"/>
                  </a:lnTo>
                  <a:lnTo>
                    <a:pt x="6530919" y="5442"/>
                  </a:lnTo>
                  <a:lnTo>
                    <a:pt x="6549705" y="5933"/>
                  </a:lnTo>
                  <a:lnTo>
                    <a:pt x="6583553" y="6899"/>
                  </a:lnTo>
                  <a:lnTo>
                    <a:pt x="6634532" y="8496"/>
                  </a:lnTo>
                  <a:lnTo>
                    <a:pt x="6702941" y="10856"/>
                  </a:lnTo>
                  <a:lnTo>
                    <a:pt x="6787362" y="14078"/>
                  </a:lnTo>
                  <a:lnTo>
                    <a:pt x="6884969" y="18221"/>
                  </a:lnTo>
                  <a:lnTo>
                    <a:pt x="6992043" y="23308"/>
                  </a:lnTo>
                  <a:lnTo>
                    <a:pt x="7104558" y="29335"/>
                  </a:lnTo>
                  <a:lnTo>
                    <a:pt x="7218704" y="36283"/>
                  </a:lnTo>
                  <a:lnTo>
                    <a:pt x="7331255" y="44135"/>
                  </a:lnTo>
                  <a:lnTo>
                    <a:pt x="7439756" y="52885"/>
                  </a:lnTo>
                  <a:lnTo>
                    <a:pt x="7542548" y="62550"/>
                  </a:lnTo>
                  <a:lnTo>
                    <a:pt x="7638692" y="73173"/>
                  </a:lnTo>
                  <a:lnTo>
                    <a:pt x="7727835" y="84826"/>
                  </a:lnTo>
                  <a:lnTo>
                    <a:pt x="7810064" y="97609"/>
                  </a:lnTo>
                  <a:lnTo>
                    <a:pt x="7885778" y="111653"/>
                  </a:lnTo>
                  <a:lnTo>
                    <a:pt x="7955571" y="127110"/>
                  </a:lnTo>
                  <a:lnTo>
                    <a:pt x="8020157" y="144150"/>
                  </a:lnTo>
                  <a:lnTo>
                    <a:pt x="8080297" y="162954"/>
                  </a:lnTo>
                  <a:lnTo>
                    <a:pt x="8136762" y="183689"/>
                  </a:lnTo>
                  <a:lnTo>
                    <a:pt x="8190283" y="206487"/>
                  </a:lnTo>
                  <a:lnTo>
                    <a:pt x="8229629" y="225347"/>
                  </a:lnTo>
                  <a:lnTo>
                    <a:pt x="8284390" y="254637"/>
                  </a:lnTo>
                  <a:lnTo>
                    <a:pt x="8337568" y="286542"/>
                  </a:lnTo>
                  <a:lnTo>
                    <a:pt x="8389687" y="321110"/>
                  </a:lnTo>
                  <a:lnTo>
                    <a:pt x="8441149" y="358322"/>
                  </a:lnTo>
                  <a:lnTo>
                    <a:pt x="8492251" y="398086"/>
                  </a:lnTo>
                  <a:lnTo>
                    <a:pt x="8543206" y="440228"/>
                  </a:lnTo>
                  <a:lnTo>
                    <a:pt x="8594153" y="484495"/>
                  </a:lnTo>
                  <a:lnTo>
                    <a:pt x="8645168" y="530552"/>
                  </a:lnTo>
                  <a:lnTo>
                    <a:pt x="8696276" y="577994"/>
                  </a:lnTo>
                  <a:lnTo>
                    <a:pt x="8747464" y="626359"/>
                  </a:lnTo>
                  <a:lnTo>
                    <a:pt x="8798692" y="675142"/>
                  </a:lnTo>
                  <a:lnTo>
                    <a:pt x="8849910" y="723822"/>
                  </a:lnTo>
                  <a:lnTo>
                    <a:pt x="8901070" y="771882"/>
                  </a:lnTo>
                  <a:lnTo>
                    <a:pt x="8952141" y="818833"/>
                  </a:lnTo>
                  <a:lnTo>
                    <a:pt x="9003124" y="864232"/>
                  </a:lnTo>
                  <a:lnTo>
                    <a:pt x="9054062" y="907701"/>
                  </a:lnTo>
                  <a:lnTo>
                    <a:pt x="9105055" y="948936"/>
                  </a:lnTo>
                  <a:lnTo>
                    <a:pt x="9156268" y="987714"/>
                  </a:lnTo>
                  <a:lnTo>
                    <a:pt x="9207947" y="1023895"/>
                  </a:lnTo>
                  <a:lnTo>
                    <a:pt x="9260428" y="1057416"/>
                  </a:lnTo>
                  <a:lnTo>
                    <a:pt x="9314157" y="1088286"/>
                  </a:lnTo>
                  <a:lnTo>
                    <a:pt x="9347647" y="1105773"/>
                  </a:lnTo>
                  <a:lnTo>
                    <a:pt x="9399365" y="1130190"/>
                  </a:lnTo>
                  <a:lnTo>
                    <a:pt x="9453516" y="1152494"/>
                  </a:lnTo>
                  <a:lnTo>
                    <a:pt x="9510778" y="1172761"/>
                  </a:lnTo>
                  <a:lnTo>
                    <a:pt x="9571896" y="1191134"/>
                  </a:lnTo>
                  <a:lnTo>
                    <a:pt x="9637640" y="1207785"/>
                  </a:lnTo>
                  <a:lnTo>
                    <a:pt x="9708766" y="1222894"/>
                  </a:lnTo>
                  <a:lnTo>
                    <a:pt x="9785965" y="1236629"/>
                  </a:lnTo>
                  <a:lnTo>
                    <a:pt x="9869796" y="1249135"/>
                  </a:lnTo>
                  <a:lnTo>
                    <a:pt x="9960593" y="1260538"/>
                  </a:lnTo>
                  <a:lnTo>
                    <a:pt x="10058354" y="1270930"/>
                  </a:lnTo>
                  <a:lnTo>
                    <a:pt x="10162599" y="1280376"/>
                  </a:lnTo>
                  <a:lnTo>
                    <a:pt x="10272231" y="1288915"/>
                  </a:lnTo>
                  <a:lnTo>
                    <a:pt x="10385409" y="1296555"/>
                  </a:lnTo>
                  <a:lnTo>
                    <a:pt x="10499487" y="1303288"/>
                  </a:lnTo>
                  <a:lnTo>
                    <a:pt x="10611080" y="1309094"/>
                  </a:lnTo>
                  <a:lnTo>
                    <a:pt x="10716286" y="1313959"/>
                  </a:lnTo>
                  <a:lnTo>
                    <a:pt x="10811099" y="1317882"/>
                  </a:lnTo>
                  <a:lnTo>
                    <a:pt x="10891960" y="1320894"/>
                  </a:lnTo>
                  <a:lnTo>
                    <a:pt x="10956333" y="1323064"/>
                  </a:lnTo>
                  <a:lnTo>
                    <a:pt x="11003186" y="1324500"/>
                  </a:lnTo>
                  <a:lnTo>
                    <a:pt x="11033238" y="1325340"/>
                  </a:lnTo>
                  <a:lnTo>
                    <a:pt x="11048959" y="1325741"/>
                  </a:lnTo>
                  <a:lnTo>
                    <a:pt x="11054383" y="1325869"/>
                  </a:lnTo>
                  <a:lnTo>
                    <a:pt x="11054891" y="1325880"/>
                  </a:lnTo>
                  <a:lnTo>
                    <a:pt x="12049831" y="1325880"/>
                  </a:lnTo>
                  <a:lnTo>
                    <a:pt x="12049831" y="1320639"/>
                  </a:lnTo>
                  <a:lnTo>
                    <a:pt x="11054891" y="1320639"/>
                  </a:lnTo>
                  <a:lnTo>
                    <a:pt x="11053768" y="1320614"/>
                  </a:lnTo>
                  <a:lnTo>
                    <a:pt x="11046358" y="1320437"/>
                  </a:lnTo>
                  <a:lnTo>
                    <a:pt x="11027571" y="1319947"/>
                  </a:lnTo>
                  <a:lnTo>
                    <a:pt x="10993724" y="1318980"/>
                  </a:lnTo>
                  <a:lnTo>
                    <a:pt x="10942744" y="1317384"/>
                  </a:lnTo>
                  <a:lnTo>
                    <a:pt x="10874335" y="1315023"/>
                  </a:lnTo>
                  <a:lnTo>
                    <a:pt x="10789915" y="1311802"/>
                  </a:lnTo>
                  <a:lnTo>
                    <a:pt x="10692308" y="1307658"/>
                  </a:lnTo>
                  <a:lnTo>
                    <a:pt x="10585234" y="1302571"/>
                  </a:lnTo>
                  <a:lnTo>
                    <a:pt x="10472718" y="1296544"/>
                  </a:lnTo>
                  <a:lnTo>
                    <a:pt x="10358572" y="1289596"/>
                  </a:lnTo>
                  <a:lnTo>
                    <a:pt x="10246021" y="1281745"/>
                  </a:lnTo>
                  <a:lnTo>
                    <a:pt x="10137520" y="1272994"/>
                  </a:lnTo>
                  <a:lnTo>
                    <a:pt x="10034728" y="1263329"/>
                  </a:lnTo>
                  <a:lnTo>
                    <a:pt x="9938584" y="1252707"/>
                  </a:lnTo>
                  <a:lnTo>
                    <a:pt x="9849442" y="1241054"/>
                  </a:lnTo>
                  <a:lnTo>
                    <a:pt x="9767212" y="1228270"/>
                  </a:lnTo>
                  <a:lnTo>
                    <a:pt x="9691499" y="1214227"/>
                  </a:lnTo>
                  <a:lnTo>
                    <a:pt x="9621705" y="1198770"/>
                  </a:lnTo>
                  <a:lnTo>
                    <a:pt x="9557120" y="1181729"/>
                  </a:lnTo>
                  <a:lnTo>
                    <a:pt x="9496979" y="1162926"/>
                  </a:lnTo>
                  <a:lnTo>
                    <a:pt x="9440514" y="1142191"/>
                  </a:lnTo>
                  <a:lnTo>
                    <a:pt x="9386994" y="1119392"/>
                  </a:lnTo>
                  <a:lnTo>
                    <a:pt x="9347647" y="1100533"/>
                  </a:lnTo>
                  <a:lnTo>
                    <a:pt x="9292887" y="1071243"/>
                  </a:lnTo>
                  <a:lnTo>
                    <a:pt x="9239709" y="1039338"/>
                  </a:lnTo>
                  <a:lnTo>
                    <a:pt x="9187589" y="1004770"/>
                  </a:lnTo>
                  <a:lnTo>
                    <a:pt x="9136128" y="967557"/>
                  </a:lnTo>
                  <a:lnTo>
                    <a:pt x="9085026" y="927794"/>
                  </a:lnTo>
                  <a:lnTo>
                    <a:pt x="9034070" y="885651"/>
                  </a:lnTo>
                  <a:lnTo>
                    <a:pt x="8983123" y="841384"/>
                  </a:lnTo>
                  <a:lnTo>
                    <a:pt x="8932108" y="795327"/>
                  </a:lnTo>
                  <a:lnTo>
                    <a:pt x="8881000" y="747885"/>
                  </a:lnTo>
                  <a:lnTo>
                    <a:pt x="8829813" y="699521"/>
                  </a:lnTo>
                  <a:lnTo>
                    <a:pt x="8778584" y="650738"/>
                  </a:lnTo>
                  <a:lnTo>
                    <a:pt x="8727366" y="602058"/>
                  </a:lnTo>
                  <a:lnTo>
                    <a:pt x="8676206" y="553997"/>
                  </a:lnTo>
                  <a:lnTo>
                    <a:pt x="8625135" y="507046"/>
                  </a:lnTo>
                  <a:lnTo>
                    <a:pt x="8574152" y="461647"/>
                  </a:lnTo>
                  <a:lnTo>
                    <a:pt x="8523214" y="418178"/>
                  </a:lnTo>
                  <a:lnTo>
                    <a:pt x="8472222" y="376944"/>
                  </a:lnTo>
                  <a:lnTo>
                    <a:pt x="8421008" y="338165"/>
                  </a:lnTo>
                  <a:lnTo>
                    <a:pt x="8369329" y="301984"/>
                  </a:lnTo>
                  <a:lnTo>
                    <a:pt x="8316849" y="268463"/>
                  </a:lnTo>
                  <a:lnTo>
                    <a:pt x="8263120" y="237593"/>
                  </a:lnTo>
                  <a:lnTo>
                    <a:pt x="8229629" y="220106"/>
                  </a:lnTo>
                  <a:lnTo>
                    <a:pt x="8177912" y="195689"/>
                  </a:lnTo>
                  <a:lnTo>
                    <a:pt x="8123760" y="173385"/>
                  </a:lnTo>
                  <a:lnTo>
                    <a:pt x="8066498" y="153118"/>
                  </a:lnTo>
                  <a:lnTo>
                    <a:pt x="8005380" y="134746"/>
                  </a:lnTo>
                  <a:lnTo>
                    <a:pt x="7939637" y="118094"/>
                  </a:lnTo>
                  <a:lnTo>
                    <a:pt x="7868511" y="102985"/>
                  </a:lnTo>
                  <a:lnTo>
                    <a:pt x="7791311" y="89251"/>
                  </a:lnTo>
                  <a:lnTo>
                    <a:pt x="7707480" y="76744"/>
                  </a:lnTo>
                  <a:lnTo>
                    <a:pt x="7616683" y="65342"/>
                  </a:lnTo>
                  <a:lnTo>
                    <a:pt x="7518923" y="54950"/>
                  </a:lnTo>
                  <a:lnTo>
                    <a:pt x="7414678" y="45503"/>
                  </a:lnTo>
                  <a:lnTo>
                    <a:pt x="7305045" y="36965"/>
                  </a:lnTo>
                  <a:lnTo>
                    <a:pt x="7191868" y="29325"/>
                  </a:lnTo>
                  <a:lnTo>
                    <a:pt x="7077789" y="22592"/>
                  </a:lnTo>
                  <a:lnTo>
                    <a:pt x="6966197" y="16785"/>
                  </a:lnTo>
                  <a:lnTo>
                    <a:pt x="6860991" y="11920"/>
                  </a:lnTo>
                  <a:lnTo>
                    <a:pt x="6766177" y="7997"/>
                  </a:lnTo>
                  <a:lnTo>
                    <a:pt x="6685317" y="4985"/>
                  </a:lnTo>
                  <a:lnTo>
                    <a:pt x="6620944" y="2815"/>
                  </a:lnTo>
                  <a:lnTo>
                    <a:pt x="6574091" y="1380"/>
                  </a:lnTo>
                  <a:lnTo>
                    <a:pt x="6544039" y="540"/>
                  </a:lnTo>
                  <a:lnTo>
                    <a:pt x="6528318" y="138"/>
                  </a:lnTo>
                  <a:lnTo>
                    <a:pt x="6522893" y="1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576" y="71"/>
                  </a:lnTo>
                  <a:lnTo>
                    <a:pt x="5520807" y="576"/>
                  </a:lnTo>
                  <a:lnTo>
                    <a:pt x="5506088" y="1971"/>
                  </a:lnTo>
                  <a:lnTo>
                    <a:pt x="5479335" y="4723"/>
                  </a:lnTo>
                  <a:lnTo>
                    <a:pt x="5438571" y="9285"/>
                  </a:lnTo>
                  <a:lnTo>
                    <a:pt x="5383048" y="16065"/>
                  </a:lnTo>
                  <a:lnTo>
                    <a:pt x="5313277" y="25393"/>
                  </a:lnTo>
                  <a:lnTo>
                    <a:pt x="5230902" y="37498"/>
                  </a:lnTo>
                  <a:lnTo>
                    <a:pt x="5138423" y="52509"/>
                  </a:lnTo>
                  <a:lnTo>
                    <a:pt x="5038833" y="70463"/>
                  </a:lnTo>
                  <a:lnTo>
                    <a:pt x="4935241" y="91336"/>
                  </a:lnTo>
                  <a:lnTo>
                    <a:pt x="4830547" y="115072"/>
                  </a:lnTo>
                  <a:lnTo>
                    <a:pt x="4727215" y="141621"/>
                  </a:lnTo>
                  <a:lnTo>
                    <a:pt x="4627163" y="170966"/>
                  </a:lnTo>
                  <a:lnTo>
                    <a:pt x="4531739" y="203145"/>
                  </a:lnTo>
                  <a:lnTo>
                    <a:pt x="4441771" y="238266"/>
                  </a:lnTo>
                  <a:lnTo>
                    <a:pt x="4357646" y="276508"/>
                  </a:lnTo>
                  <a:lnTo>
                    <a:pt x="4279408" y="318131"/>
                  </a:lnTo>
                  <a:lnTo>
                    <a:pt x="4206844" y="363468"/>
                  </a:lnTo>
                  <a:lnTo>
                    <a:pt x="4139565" y="412922"/>
                  </a:lnTo>
                  <a:lnTo>
                    <a:pt x="4077068" y="466952"/>
                  </a:lnTo>
                  <a:lnTo>
                    <a:pt x="4018789" y="526058"/>
                  </a:lnTo>
                  <a:lnTo>
                    <a:pt x="3964133" y="590751"/>
                  </a:lnTo>
                  <a:lnTo>
                    <a:pt x="3912510" y="661505"/>
                  </a:lnTo>
                  <a:lnTo>
                    <a:pt x="3863356" y="738690"/>
                  </a:lnTo>
                  <a:lnTo>
                    <a:pt x="3820202" y="814918"/>
                  </a:lnTo>
                  <a:lnTo>
                    <a:pt x="3784799" y="883509"/>
                  </a:lnTo>
                  <a:lnTo>
                    <a:pt x="3750138" y="956054"/>
                  </a:lnTo>
                  <a:lnTo>
                    <a:pt x="3716060" y="1032633"/>
                  </a:lnTo>
                  <a:lnTo>
                    <a:pt x="3682430" y="1113285"/>
                  </a:lnTo>
                  <a:lnTo>
                    <a:pt x="3649135" y="1198011"/>
                  </a:lnTo>
                  <a:lnTo>
                    <a:pt x="3616081" y="1286765"/>
                  </a:lnTo>
                  <a:lnTo>
                    <a:pt x="3583188" y="1379454"/>
                  </a:lnTo>
                  <a:lnTo>
                    <a:pt x="3550395" y="1475935"/>
                  </a:lnTo>
                  <a:lnTo>
                    <a:pt x="3517651" y="1576011"/>
                  </a:lnTo>
                  <a:lnTo>
                    <a:pt x="3484919" y="1679436"/>
                  </a:lnTo>
                  <a:lnTo>
                    <a:pt x="3452173" y="1785911"/>
                  </a:lnTo>
                  <a:lnTo>
                    <a:pt x="3419397" y="1895089"/>
                  </a:lnTo>
                  <a:lnTo>
                    <a:pt x="3386582" y="2006579"/>
                  </a:lnTo>
                  <a:lnTo>
                    <a:pt x="3353729" y="2119948"/>
                  </a:lnTo>
                  <a:lnTo>
                    <a:pt x="3320842" y="2234733"/>
                  </a:lnTo>
                  <a:lnTo>
                    <a:pt x="3287932" y="2350443"/>
                  </a:lnTo>
                  <a:lnTo>
                    <a:pt x="3255010" y="2466570"/>
                  </a:lnTo>
                  <a:lnTo>
                    <a:pt x="3222091" y="2582601"/>
                  </a:lnTo>
                  <a:lnTo>
                    <a:pt x="3189188" y="2698022"/>
                  </a:lnTo>
                  <a:lnTo>
                    <a:pt x="3156313" y="2812332"/>
                  </a:lnTo>
                  <a:lnTo>
                    <a:pt x="3123474" y="2925048"/>
                  </a:lnTo>
                  <a:lnTo>
                    <a:pt x="3090674" y="3035718"/>
                  </a:lnTo>
                  <a:lnTo>
                    <a:pt x="3057911" y="3143925"/>
                  </a:lnTo>
                  <a:lnTo>
                    <a:pt x="3025173" y="3249293"/>
                  </a:lnTo>
                  <a:lnTo>
                    <a:pt x="2992440" y="3351492"/>
                  </a:lnTo>
                  <a:lnTo>
                    <a:pt x="2959682" y="3450244"/>
                  </a:lnTo>
                  <a:lnTo>
                    <a:pt x="2926858" y="3545321"/>
                  </a:lnTo>
                  <a:lnTo>
                    <a:pt x="2893913" y="3636546"/>
                  </a:lnTo>
                  <a:lnTo>
                    <a:pt x="2860778" y="3723796"/>
                  </a:lnTo>
                  <a:lnTo>
                    <a:pt x="2827370" y="3806995"/>
                  </a:lnTo>
                  <a:lnTo>
                    <a:pt x="2793586" y="3886115"/>
                  </a:lnTo>
                  <a:lnTo>
                    <a:pt x="2759306" y="3961171"/>
                  </a:lnTo>
                  <a:lnTo>
                    <a:pt x="2724387" y="4032220"/>
                  </a:lnTo>
                  <a:lnTo>
                    <a:pt x="2702183" y="4074593"/>
                  </a:lnTo>
                  <a:lnTo>
                    <a:pt x="2654838" y="4157797"/>
                  </a:lnTo>
                  <a:lnTo>
                    <a:pt x="2605490" y="4234412"/>
                  </a:lnTo>
                  <a:lnTo>
                    <a:pt x="2553626" y="4304622"/>
                  </a:lnTo>
                  <a:lnTo>
                    <a:pt x="2498678" y="4368809"/>
                  </a:lnTo>
                  <a:lnTo>
                    <a:pt x="2440055" y="4427453"/>
                  </a:lnTo>
                  <a:lnTo>
                    <a:pt x="2377165" y="4481066"/>
                  </a:lnTo>
                  <a:lnTo>
                    <a:pt x="2309445" y="4530144"/>
                  </a:lnTo>
                  <a:lnTo>
                    <a:pt x="2236400" y="4575143"/>
                  </a:lnTo>
                  <a:lnTo>
                    <a:pt x="2157655" y="4616460"/>
                  </a:lnTo>
                  <a:lnTo>
                    <a:pt x="2073016" y="4654421"/>
                  </a:lnTo>
                  <a:lnTo>
                    <a:pt x="1982553" y="4689279"/>
                  </a:lnTo>
                  <a:lnTo>
                    <a:pt x="1886686" y="4721209"/>
                  </a:lnTo>
                  <a:lnTo>
                    <a:pt x="1786287" y="4750311"/>
                  </a:lnTo>
                  <a:lnTo>
                    <a:pt x="1682752" y="4776616"/>
                  </a:lnTo>
                  <a:lnTo>
                    <a:pt x="1578048" y="4800105"/>
                  </a:lnTo>
                  <a:lnTo>
                    <a:pt x="1474685" y="4820726"/>
                  </a:lnTo>
                  <a:lnTo>
                    <a:pt x="1375589" y="4838424"/>
                  </a:lnTo>
                  <a:lnTo>
                    <a:pt x="1283874" y="4853180"/>
                  </a:lnTo>
                  <a:lnTo>
                    <a:pt x="1202507" y="4865037"/>
                  </a:lnTo>
                  <a:lnTo>
                    <a:pt x="1133926" y="4874132"/>
                  </a:lnTo>
                  <a:lnTo>
                    <a:pt x="1079684" y="4880705"/>
                  </a:lnTo>
                  <a:lnTo>
                    <a:pt x="1040186" y="4885093"/>
                  </a:lnTo>
                  <a:lnTo>
                    <a:pt x="1014576" y="4887708"/>
                  </a:lnTo>
                  <a:lnTo>
                    <a:pt x="1000773" y="4889007"/>
                  </a:lnTo>
                  <a:lnTo>
                    <a:pt x="995604" y="4889457"/>
                  </a:lnTo>
                  <a:lnTo>
                    <a:pt x="994940" y="4889511"/>
                  </a:lnTo>
                  <a:lnTo>
                    <a:pt x="0" y="4889511"/>
                  </a:lnTo>
                  <a:close/>
                </a:path>
              </a:pathLst>
            </a:custGeom>
            <a:solidFill>
              <a:srgbClr val="BDBDBD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203" name="pl2202"/>
            <p:cNvSpPr/>
            <p:nvPr/>
          </p:nvSpPr>
          <p:spPr>
            <a:xfrm>
              <a:off x="1199187" y="1687319"/>
              <a:ext cx="12049831" cy="4889511"/>
            </a:xfrm>
            <a:custGeom>
              <a:avLst/>
              <a:pathLst>
                <a:path w="12049831" h="4889511">
                  <a:moveTo>
                    <a:pt x="0" y="4889511"/>
                  </a:moveTo>
                  <a:lnTo>
                    <a:pt x="994940" y="4889511"/>
                  </a:lnTo>
                  <a:lnTo>
                    <a:pt x="995809" y="4889440"/>
                  </a:lnTo>
                  <a:lnTo>
                    <a:pt x="1001578" y="4888935"/>
                  </a:lnTo>
                  <a:lnTo>
                    <a:pt x="1016297" y="4887540"/>
                  </a:lnTo>
                  <a:lnTo>
                    <a:pt x="1043050" y="4884788"/>
                  </a:lnTo>
                  <a:lnTo>
                    <a:pt x="1083814" y="4880225"/>
                  </a:lnTo>
                  <a:lnTo>
                    <a:pt x="1139337" y="4873445"/>
                  </a:lnTo>
                  <a:lnTo>
                    <a:pt x="1209107" y="4864118"/>
                  </a:lnTo>
                  <a:lnTo>
                    <a:pt x="1291483" y="4852013"/>
                  </a:lnTo>
                  <a:lnTo>
                    <a:pt x="1383962" y="4837002"/>
                  </a:lnTo>
                  <a:lnTo>
                    <a:pt x="1483552" y="4819047"/>
                  </a:lnTo>
                  <a:lnTo>
                    <a:pt x="1587144" y="4798175"/>
                  </a:lnTo>
                  <a:lnTo>
                    <a:pt x="1691838" y="4774439"/>
                  </a:lnTo>
                  <a:lnTo>
                    <a:pt x="1795170" y="4747890"/>
                  </a:lnTo>
                  <a:lnTo>
                    <a:pt x="1895222" y="4718545"/>
                  </a:lnTo>
                  <a:lnTo>
                    <a:pt x="1990646" y="4686365"/>
                  </a:lnTo>
                  <a:lnTo>
                    <a:pt x="2080614" y="4651245"/>
                  </a:lnTo>
                  <a:lnTo>
                    <a:pt x="2164738" y="4613003"/>
                  </a:lnTo>
                  <a:lnTo>
                    <a:pt x="2242977" y="4571380"/>
                  </a:lnTo>
                  <a:lnTo>
                    <a:pt x="2315541" y="4526043"/>
                  </a:lnTo>
                  <a:lnTo>
                    <a:pt x="2382820" y="4476589"/>
                  </a:lnTo>
                  <a:lnTo>
                    <a:pt x="2445317" y="4422558"/>
                  </a:lnTo>
                  <a:lnTo>
                    <a:pt x="2503596" y="4363452"/>
                  </a:lnTo>
                  <a:lnTo>
                    <a:pt x="2558252" y="4298760"/>
                  </a:lnTo>
                  <a:lnTo>
                    <a:pt x="2609875" y="4228006"/>
                  </a:lnTo>
                  <a:lnTo>
                    <a:pt x="2659029" y="4150820"/>
                  </a:lnTo>
                  <a:lnTo>
                    <a:pt x="2702183" y="4074593"/>
                  </a:lnTo>
                  <a:lnTo>
                    <a:pt x="2737586" y="4006002"/>
                  </a:lnTo>
                  <a:lnTo>
                    <a:pt x="2772247" y="3933456"/>
                  </a:lnTo>
                  <a:lnTo>
                    <a:pt x="2806325" y="3856878"/>
                  </a:lnTo>
                  <a:lnTo>
                    <a:pt x="2839955" y="3776226"/>
                  </a:lnTo>
                  <a:lnTo>
                    <a:pt x="2873250" y="3691500"/>
                  </a:lnTo>
                  <a:lnTo>
                    <a:pt x="2906304" y="3602746"/>
                  </a:lnTo>
                  <a:lnTo>
                    <a:pt x="2939197" y="3510056"/>
                  </a:lnTo>
                  <a:lnTo>
                    <a:pt x="2971990" y="3413576"/>
                  </a:lnTo>
                  <a:lnTo>
                    <a:pt x="3004734" y="3313500"/>
                  </a:lnTo>
                  <a:lnTo>
                    <a:pt x="3037466" y="3210075"/>
                  </a:lnTo>
                  <a:lnTo>
                    <a:pt x="3070212" y="3103600"/>
                  </a:lnTo>
                  <a:lnTo>
                    <a:pt x="3102988" y="2994421"/>
                  </a:lnTo>
                  <a:lnTo>
                    <a:pt x="3135803" y="2882932"/>
                  </a:lnTo>
                  <a:lnTo>
                    <a:pt x="3168656" y="2769562"/>
                  </a:lnTo>
                  <a:lnTo>
                    <a:pt x="3201543" y="2654778"/>
                  </a:lnTo>
                  <a:lnTo>
                    <a:pt x="3234453" y="2539068"/>
                  </a:lnTo>
                  <a:lnTo>
                    <a:pt x="3267375" y="2422940"/>
                  </a:lnTo>
                  <a:lnTo>
                    <a:pt x="3300294" y="2306909"/>
                  </a:lnTo>
                  <a:lnTo>
                    <a:pt x="3333197" y="2191488"/>
                  </a:lnTo>
                  <a:lnTo>
                    <a:pt x="3366072" y="2077179"/>
                  </a:lnTo>
                  <a:lnTo>
                    <a:pt x="3398911" y="1964462"/>
                  </a:lnTo>
                  <a:lnTo>
                    <a:pt x="3431711" y="1853792"/>
                  </a:lnTo>
                  <a:lnTo>
                    <a:pt x="3464474" y="1745586"/>
                  </a:lnTo>
                  <a:lnTo>
                    <a:pt x="3497212" y="1640218"/>
                  </a:lnTo>
                  <a:lnTo>
                    <a:pt x="3529945" y="1538018"/>
                  </a:lnTo>
                  <a:lnTo>
                    <a:pt x="3562703" y="1439266"/>
                  </a:lnTo>
                  <a:lnTo>
                    <a:pt x="3595527" y="1344190"/>
                  </a:lnTo>
                  <a:lnTo>
                    <a:pt x="3628472" y="1252964"/>
                  </a:lnTo>
                  <a:lnTo>
                    <a:pt x="3661607" y="1165715"/>
                  </a:lnTo>
                  <a:lnTo>
                    <a:pt x="3695015" y="1082516"/>
                  </a:lnTo>
                  <a:lnTo>
                    <a:pt x="3728799" y="1003396"/>
                  </a:lnTo>
                  <a:lnTo>
                    <a:pt x="3763079" y="928339"/>
                  </a:lnTo>
                  <a:lnTo>
                    <a:pt x="3797998" y="857290"/>
                  </a:lnTo>
                  <a:lnTo>
                    <a:pt x="3820202" y="814918"/>
                  </a:lnTo>
                  <a:lnTo>
                    <a:pt x="3867547" y="731714"/>
                  </a:lnTo>
                  <a:lnTo>
                    <a:pt x="3916895" y="655098"/>
                  </a:lnTo>
                  <a:lnTo>
                    <a:pt x="3968759" y="584889"/>
                  </a:lnTo>
                  <a:lnTo>
                    <a:pt x="4023707" y="520702"/>
                  </a:lnTo>
                  <a:lnTo>
                    <a:pt x="4082330" y="462057"/>
                  </a:lnTo>
                  <a:lnTo>
                    <a:pt x="4145220" y="408445"/>
                  </a:lnTo>
                  <a:lnTo>
                    <a:pt x="4212940" y="359366"/>
                  </a:lnTo>
                  <a:lnTo>
                    <a:pt x="4285985" y="314367"/>
                  </a:lnTo>
                  <a:lnTo>
                    <a:pt x="4364730" y="273051"/>
                  </a:lnTo>
                  <a:lnTo>
                    <a:pt x="4449369" y="235089"/>
                  </a:lnTo>
                  <a:lnTo>
                    <a:pt x="4539832" y="200231"/>
                  </a:lnTo>
                  <a:lnTo>
                    <a:pt x="4635699" y="168301"/>
                  </a:lnTo>
                  <a:lnTo>
                    <a:pt x="4736098" y="139200"/>
                  </a:lnTo>
                  <a:lnTo>
                    <a:pt x="4839633" y="112895"/>
                  </a:lnTo>
                  <a:lnTo>
                    <a:pt x="4944337" y="89406"/>
                  </a:lnTo>
                  <a:lnTo>
                    <a:pt x="5047700" y="68785"/>
                  </a:lnTo>
                  <a:lnTo>
                    <a:pt x="5146796" y="51086"/>
                  </a:lnTo>
                  <a:lnTo>
                    <a:pt x="5238511" y="36331"/>
                  </a:lnTo>
                  <a:lnTo>
                    <a:pt x="5319878" y="24473"/>
                  </a:lnTo>
                  <a:lnTo>
                    <a:pt x="5388459" y="15378"/>
                  </a:lnTo>
                  <a:lnTo>
                    <a:pt x="5442701" y="8806"/>
                  </a:lnTo>
                  <a:lnTo>
                    <a:pt x="5482199" y="4418"/>
                  </a:lnTo>
                  <a:lnTo>
                    <a:pt x="5507809" y="1802"/>
                  </a:lnTo>
                  <a:lnTo>
                    <a:pt x="5521612" y="503"/>
                  </a:lnTo>
                  <a:lnTo>
                    <a:pt x="5526781" y="54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8" y="24"/>
                  </a:lnTo>
                  <a:lnTo>
                    <a:pt x="6530919" y="202"/>
                  </a:lnTo>
                  <a:lnTo>
                    <a:pt x="6549705" y="692"/>
                  </a:lnTo>
                  <a:lnTo>
                    <a:pt x="6583553" y="1658"/>
                  </a:lnTo>
                  <a:lnTo>
                    <a:pt x="6634532" y="3255"/>
                  </a:lnTo>
                  <a:lnTo>
                    <a:pt x="6702941" y="5615"/>
                  </a:lnTo>
                  <a:lnTo>
                    <a:pt x="6787362" y="8837"/>
                  </a:lnTo>
                  <a:lnTo>
                    <a:pt x="6884969" y="12980"/>
                  </a:lnTo>
                  <a:lnTo>
                    <a:pt x="6992043" y="18068"/>
                  </a:lnTo>
                  <a:lnTo>
                    <a:pt x="7104558" y="24094"/>
                  </a:lnTo>
                  <a:lnTo>
                    <a:pt x="7218704" y="31042"/>
                  </a:lnTo>
                  <a:lnTo>
                    <a:pt x="7331255" y="38894"/>
                  </a:lnTo>
                  <a:lnTo>
                    <a:pt x="7439756" y="47644"/>
                  </a:lnTo>
                  <a:lnTo>
                    <a:pt x="7542548" y="57309"/>
                  </a:lnTo>
                  <a:lnTo>
                    <a:pt x="7638692" y="67932"/>
                  </a:lnTo>
                  <a:lnTo>
                    <a:pt x="7727835" y="79585"/>
                  </a:lnTo>
                  <a:lnTo>
                    <a:pt x="7810064" y="92369"/>
                  </a:lnTo>
                  <a:lnTo>
                    <a:pt x="7885778" y="106412"/>
                  </a:lnTo>
                  <a:lnTo>
                    <a:pt x="7955571" y="121869"/>
                  </a:lnTo>
                  <a:lnTo>
                    <a:pt x="8020157" y="138910"/>
                  </a:lnTo>
                  <a:lnTo>
                    <a:pt x="8080297" y="157713"/>
                  </a:lnTo>
                  <a:lnTo>
                    <a:pt x="8136762" y="178448"/>
                  </a:lnTo>
                  <a:lnTo>
                    <a:pt x="8190283" y="201247"/>
                  </a:lnTo>
                  <a:lnTo>
                    <a:pt x="8229629" y="220106"/>
                  </a:lnTo>
                  <a:lnTo>
                    <a:pt x="8284390" y="249396"/>
                  </a:lnTo>
                  <a:lnTo>
                    <a:pt x="8337568" y="281301"/>
                  </a:lnTo>
                  <a:lnTo>
                    <a:pt x="8389687" y="315869"/>
                  </a:lnTo>
                  <a:lnTo>
                    <a:pt x="8441149" y="353081"/>
                  </a:lnTo>
                  <a:lnTo>
                    <a:pt x="8492251" y="392845"/>
                  </a:lnTo>
                  <a:lnTo>
                    <a:pt x="8543206" y="434988"/>
                  </a:lnTo>
                  <a:lnTo>
                    <a:pt x="8594153" y="479254"/>
                  </a:lnTo>
                  <a:lnTo>
                    <a:pt x="8645168" y="525312"/>
                  </a:lnTo>
                  <a:lnTo>
                    <a:pt x="8696276" y="572754"/>
                  </a:lnTo>
                  <a:lnTo>
                    <a:pt x="8747464" y="621118"/>
                  </a:lnTo>
                  <a:lnTo>
                    <a:pt x="8798692" y="669901"/>
                  </a:lnTo>
                  <a:lnTo>
                    <a:pt x="8849910" y="718581"/>
                  </a:lnTo>
                  <a:lnTo>
                    <a:pt x="8901070" y="766642"/>
                  </a:lnTo>
                  <a:lnTo>
                    <a:pt x="8952141" y="813593"/>
                  </a:lnTo>
                  <a:lnTo>
                    <a:pt x="9003124" y="858992"/>
                  </a:lnTo>
                  <a:lnTo>
                    <a:pt x="9054062" y="902460"/>
                  </a:lnTo>
                  <a:lnTo>
                    <a:pt x="9105055" y="943695"/>
                  </a:lnTo>
                  <a:lnTo>
                    <a:pt x="9156268" y="982474"/>
                  </a:lnTo>
                  <a:lnTo>
                    <a:pt x="9207947" y="1018655"/>
                  </a:lnTo>
                  <a:lnTo>
                    <a:pt x="9260428" y="1052176"/>
                  </a:lnTo>
                  <a:lnTo>
                    <a:pt x="9314157" y="1083046"/>
                  </a:lnTo>
                  <a:lnTo>
                    <a:pt x="9347647" y="1100533"/>
                  </a:lnTo>
                  <a:lnTo>
                    <a:pt x="9399365" y="1124950"/>
                  </a:lnTo>
                  <a:lnTo>
                    <a:pt x="9453516" y="1147254"/>
                  </a:lnTo>
                  <a:lnTo>
                    <a:pt x="9510778" y="1167520"/>
                  </a:lnTo>
                  <a:lnTo>
                    <a:pt x="9571896" y="1185893"/>
                  </a:lnTo>
                  <a:lnTo>
                    <a:pt x="9637640" y="1202545"/>
                  </a:lnTo>
                  <a:lnTo>
                    <a:pt x="9708766" y="1217654"/>
                  </a:lnTo>
                  <a:lnTo>
                    <a:pt x="9785965" y="1231388"/>
                  </a:lnTo>
                  <a:lnTo>
                    <a:pt x="9869796" y="1243895"/>
                  </a:lnTo>
                  <a:lnTo>
                    <a:pt x="9960593" y="1255297"/>
                  </a:lnTo>
                  <a:lnTo>
                    <a:pt x="10058354" y="1265689"/>
                  </a:lnTo>
                  <a:lnTo>
                    <a:pt x="10162599" y="1275136"/>
                  </a:lnTo>
                  <a:lnTo>
                    <a:pt x="10272231" y="1283674"/>
                  </a:lnTo>
                  <a:lnTo>
                    <a:pt x="10385409" y="1291314"/>
                  </a:lnTo>
                  <a:lnTo>
                    <a:pt x="10499487" y="1298047"/>
                  </a:lnTo>
                  <a:lnTo>
                    <a:pt x="10611080" y="1303854"/>
                  </a:lnTo>
                  <a:lnTo>
                    <a:pt x="10716286" y="1308718"/>
                  </a:lnTo>
                  <a:lnTo>
                    <a:pt x="10811099" y="1312641"/>
                  </a:lnTo>
                  <a:lnTo>
                    <a:pt x="10891960" y="1315654"/>
                  </a:lnTo>
                  <a:lnTo>
                    <a:pt x="10956333" y="1317824"/>
                  </a:lnTo>
                  <a:lnTo>
                    <a:pt x="11003186" y="1319259"/>
                  </a:lnTo>
                  <a:lnTo>
                    <a:pt x="11033238" y="1320099"/>
                  </a:lnTo>
                  <a:lnTo>
                    <a:pt x="11048959" y="1320501"/>
                  </a:lnTo>
                  <a:lnTo>
                    <a:pt x="11054383" y="1320628"/>
                  </a:lnTo>
                  <a:lnTo>
                    <a:pt x="11054891" y="1320639"/>
                  </a:lnTo>
                  <a:lnTo>
                    <a:pt x="12049831" y="1320639"/>
                  </a:lnTo>
                  <a:lnTo>
                    <a:pt x="12049831" y="13206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04" name="pl2203"/>
            <p:cNvSpPr/>
            <p:nvPr/>
          </p:nvSpPr>
          <p:spPr>
            <a:xfrm>
              <a:off x="1199187" y="1682079"/>
              <a:ext cx="12049831" cy="4889511"/>
            </a:xfrm>
            <a:custGeom>
              <a:avLst/>
              <a:pathLst>
                <a:path w="12049831" h="4889511">
                  <a:moveTo>
                    <a:pt x="12049831" y="1320639"/>
                  </a:moveTo>
                  <a:lnTo>
                    <a:pt x="11054891" y="1320639"/>
                  </a:lnTo>
                  <a:lnTo>
                    <a:pt x="11053768" y="1320614"/>
                  </a:lnTo>
                  <a:lnTo>
                    <a:pt x="11046358" y="1320437"/>
                  </a:lnTo>
                  <a:lnTo>
                    <a:pt x="11027571" y="1319947"/>
                  </a:lnTo>
                  <a:lnTo>
                    <a:pt x="10993724" y="1318980"/>
                  </a:lnTo>
                  <a:lnTo>
                    <a:pt x="10942744" y="1317384"/>
                  </a:lnTo>
                  <a:lnTo>
                    <a:pt x="10874335" y="1315023"/>
                  </a:lnTo>
                  <a:lnTo>
                    <a:pt x="10789915" y="1311802"/>
                  </a:lnTo>
                  <a:lnTo>
                    <a:pt x="10692308" y="1307658"/>
                  </a:lnTo>
                  <a:lnTo>
                    <a:pt x="10585234" y="1302571"/>
                  </a:lnTo>
                  <a:lnTo>
                    <a:pt x="10472718" y="1296544"/>
                  </a:lnTo>
                  <a:lnTo>
                    <a:pt x="10358572" y="1289596"/>
                  </a:lnTo>
                  <a:lnTo>
                    <a:pt x="10246021" y="1281745"/>
                  </a:lnTo>
                  <a:lnTo>
                    <a:pt x="10137520" y="1272994"/>
                  </a:lnTo>
                  <a:lnTo>
                    <a:pt x="10034728" y="1263329"/>
                  </a:lnTo>
                  <a:lnTo>
                    <a:pt x="9938584" y="1252707"/>
                  </a:lnTo>
                  <a:lnTo>
                    <a:pt x="9849442" y="1241054"/>
                  </a:lnTo>
                  <a:lnTo>
                    <a:pt x="9767212" y="1228270"/>
                  </a:lnTo>
                  <a:lnTo>
                    <a:pt x="9691499" y="1214227"/>
                  </a:lnTo>
                  <a:lnTo>
                    <a:pt x="9621705" y="1198770"/>
                  </a:lnTo>
                  <a:lnTo>
                    <a:pt x="9557120" y="1181729"/>
                  </a:lnTo>
                  <a:lnTo>
                    <a:pt x="9496979" y="1162926"/>
                  </a:lnTo>
                  <a:lnTo>
                    <a:pt x="9440514" y="1142191"/>
                  </a:lnTo>
                  <a:lnTo>
                    <a:pt x="9386994" y="1119392"/>
                  </a:lnTo>
                  <a:lnTo>
                    <a:pt x="9347647" y="1100533"/>
                  </a:lnTo>
                  <a:lnTo>
                    <a:pt x="9292887" y="1071243"/>
                  </a:lnTo>
                  <a:lnTo>
                    <a:pt x="9239709" y="1039338"/>
                  </a:lnTo>
                  <a:lnTo>
                    <a:pt x="9187589" y="1004770"/>
                  </a:lnTo>
                  <a:lnTo>
                    <a:pt x="9136128" y="967557"/>
                  </a:lnTo>
                  <a:lnTo>
                    <a:pt x="9085026" y="927794"/>
                  </a:lnTo>
                  <a:lnTo>
                    <a:pt x="9034070" y="885651"/>
                  </a:lnTo>
                  <a:lnTo>
                    <a:pt x="8983123" y="841384"/>
                  </a:lnTo>
                  <a:lnTo>
                    <a:pt x="8932108" y="795327"/>
                  </a:lnTo>
                  <a:lnTo>
                    <a:pt x="8881000" y="747885"/>
                  </a:lnTo>
                  <a:lnTo>
                    <a:pt x="8829813" y="699521"/>
                  </a:lnTo>
                  <a:lnTo>
                    <a:pt x="8778584" y="650738"/>
                  </a:lnTo>
                  <a:lnTo>
                    <a:pt x="8727366" y="602058"/>
                  </a:lnTo>
                  <a:lnTo>
                    <a:pt x="8676206" y="553997"/>
                  </a:lnTo>
                  <a:lnTo>
                    <a:pt x="8625135" y="507046"/>
                  </a:lnTo>
                  <a:lnTo>
                    <a:pt x="8574152" y="461647"/>
                  </a:lnTo>
                  <a:lnTo>
                    <a:pt x="8523214" y="418178"/>
                  </a:lnTo>
                  <a:lnTo>
                    <a:pt x="8472222" y="376944"/>
                  </a:lnTo>
                  <a:lnTo>
                    <a:pt x="8421008" y="338165"/>
                  </a:lnTo>
                  <a:lnTo>
                    <a:pt x="8369329" y="301984"/>
                  </a:lnTo>
                  <a:lnTo>
                    <a:pt x="8316849" y="268463"/>
                  </a:lnTo>
                  <a:lnTo>
                    <a:pt x="8263120" y="237593"/>
                  </a:lnTo>
                  <a:lnTo>
                    <a:pt x="8229629" y="220106"/>
                  </a:lnTo>
                  <a:lnTo>
                    <a:pt x="8177912" y="195689"/>
                  </a:lnTo>
                  <a:lnTo>
                    <a:pt x="8123760" y="173385"/>
                  </a:lnTo>
                  <a:lnTo>
                    <a:pt x="8066498" y="153118"/>
                  </a:lnTo>
                  <a:lnTo>
                    <a:pt x="8005380" y="134746"/>
                  </a:lnTo>
                  <a:lnTo>
                    <a:pt x="7939637" y="118094"/>
                  </a:lnTo>
                  <a:lnTo>
                    <a:pt x="7868511" y="102985"/>
                  </a:lnTo>
                  <a:lnTo>
                    <a:pt x="7791311" y="89251"/>
                  </a:lnTo>
                  <a:lnTo>
                    <a:pt x="7707480" y="76744"/>
                  </a:lnTo>
                  <a:lnTo>
                    <a:pt x="7616683" y="65342"/>
                  </a:lnTo>
                  <a:lnTo>
                    <a:pt x="7518923" y="54950"/>
                  </a:lnTo>
                  <a:lnTo>
                    <a:pt x="7414678" y="45503"/>
                  </a:lnTo>
                  <a:lnTo>
                    <a:pt x="7305045" y="36965"/>
                  </a:lnTo>
                  <a:lnTo>
                    <a:pt x="7191868" y="29325"/>
                  </a:lnTo>
                  <a:lnTo>
                    <a:pt x="7077789" y="22592"/>
                  </a:lnTo>
                  <a:lnTo>
                    <a:pt x="6966197" y="16785"/>
                  </a:lnTo>
                  <a:lnTo>
                    <a:pt x="6860991" y="11920"/>
                  </a:lnTo>
                  <a:lnTo>
                    <a:pt x="6766177" y="7997"/>
                  </a:lnTo>
                  <a:lnTo>
                    <a:pt x="6685317" y="4985"/>
                  </a:lnTo>
                  <a:lnTo>
                    <a:pt x="6620944" y="2815"/>
                  </a:lnTo>
                  <a:lnTo>
                    <a:pt x="6574091" y="1380"/>
                  </a:lnTo>
                  <a:lnTo>
                    <a:pt x="6544039" y="540"/>
                  </a:lnTo>
                  <a:lnTo>
                    <a:pt x="6528318" y="138"/>
                  </a:lnTo>
                  <a:lnTo>
                    <a:pt x="6522893" y="11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576" y="71"/>
                  </a:lnTo>
                  <a:lnTo>
                    <a:pt x="5520807" y="576"/>
                  </a:lnTo>
                  <a:lnTo>
                    <a:pt x="5506088" y="1971"/>
                  </a:lnTo>
                  <a:lnTo>
                    <a:pt x="5479335" y="4723"/>
                  </a:lnTo>
                  <a:lnTo>
                    <a:pt x="5438571" y="9285"/>
                  </a:lnTo>
                  <a:lnTo>
                    <a:pt x="5383048" y="16065"/>
                  </a:lnTo>
                  <a:lnTo>
                    <a:pt x="5313277" y="25393"/>
                  </a:lnTo>
                  <a:lnTo>
                    <a:pt x="5230902" y="37498"/>
                  </a:lnTo>
                  <a:lnTo>
                    <a:pt x="5138423" y="52509"/>
                  </a:lnTo>
                  <a:lnTo>
                    <a:pt x="5038833" y="70463"/>
                  </a:lnTo>
                  <a:lnTo>
                    <a:pt x="4935241" y="91336"/>
                  </a:lnTo>
                  <a:lnTo>
                    <a:pt x="4830547" y="115072"/>
                  </a:lnTo>
                  <a:lnTo>
                    <a:pt x="4727215" y="141621"/>
                  </a:lnTo>
                  <a:lnTo>
                    <a:pt x="4627163" y="170966"/>
                  </a:lnTo>
                  <a:lnTo>
                    <a:pt x="4531739" y="203145"/>
                  </a:lnTo>
                  <a:lnTo>
                    <a:pt x="4441771" y="238266"/>
                  </a:lnTo>
                  <a:lnTo>
                    <a:pt x="4357646" y="276508"/>
                  </a:lnTo>
                  <a:lnTo>
                    <a:pt x="4279408" y="318131"/>
                  </a:lnTo>
                  <a:lnTo>
                    <a:pt x="4206844" y="363468"/>
                  </a:lnTo>
                  <a:lnTo>
                    <a:pt x="4139565" y="412922"/>
                  </a:lnTo>
                  <a:lnTo>
                    <a:pt x="4077068" y="466952"/>
                  </a:lnTo>
                  <a:lnTo>
                    <a:pt x="4018789" y="526058"/>
                  </a:lnTo>
                  <a:lnTo>
                    <a:pt x="3964133" y="590751"/>
                  </a:lnTo>
                  <a:lnTo>
                    <a:pt x="3912510" y="661505"/>
                  </a:lnTo>
                  <a:lnTo>
                    <a:pt x="3863356" y="738690"/>
                  </a:lnTo>
                  <a:lnTo>
                    <a:pt x="3820202" y="814918"/>
                  </a:lnTo>
                  <a:lnTo>
                    <a:pt x="3784799" y="883509"/>
                  </a:lnTo>
                  <a:lnTo>
                    <a:pt x="3750138" y="956054"/>
                  </a:lnTo>
                  <a:lnTo>
                    <a:pt x="3716060" y="1032633"/>
                  </a:lnTo>
                  <a:lnTo>
                    <a:pt x="3682430" y="1113285"/>
                  </a:lnTo>
                  <a:lnTo>
                    <a:pt x="3649135" y="1198011"/>
                  </a:lnTo>
                  <a:lnTo>
                    <a:pt x="3616081" y="1286765"/>
                  </a:lnTo>
                  <a:lnTo>
                    <a:pt x="3583188" y="1379454"/>
                  </a:lnTo>
                  <a:lnTo>
                    <a:pt x="3550395" y="1475935"/>
                  </a:lnTo>
                  <a:lnTo>
                    <a:pt x="3517651" y="1576011"/>
                  </a:lnTo>
                  <a:lnTo>
                    <a:pt x="3484919" y="1679436"/>
                  </a:lnTo>
                  <a:lnTo>
                    <a:pt x="3452173" y="1785911"/>
                  </a:lnTo>
                  <a:lnTo>
                    <a:pt x="3419397" y="1895089"/>
                  </a:lnTo>
                  <a:lnTo>
                    <a:pt x="3386582" y="2006579"/>
                  </a:lnTo>
                  <a:lnTo>
                    <a:pt x="3353729" y="2119948"/>
                  </a:lnTo>
                  <a:lnTo>
                    <a:pt x="3320842" y="2234733"/>
                  </a:lnTo>
                  <a:lnTo>
                    <a:pt x="3287932" y="2350443"/>
                  </a:lnTo>
                  <a:lnTo>
                    <a:pt x="3255010" y="2466570"/>
                  </a:lnTo>
                  <a:lnTo>
                    <a:pt x="3222091" y="2582601"/>
                  </a:lnTo>
                  <a:lnTo>
                    <a:pt x="3189188" y="2698022"/>
                  </a:lnTo>
                  <a:lnTo>
                    <a:pt x="3156313" y="2812332"/>
                  </a:lnTo>
                  <a:lnTo>
                    <a:pt x="3123474" y="2925048"/>
                  </a:lnTo>
                  <a:lnTo>
                    <a:pt x="3090674" y="3035718"/>
                  </a:lnTo>
                  <a:lnTo>
                    <a:pt x="3057911" y="3143925"/>
                  </a:lnTo>
                  <a:lnTo>
                    <a:pt x="3025173" y="3249293"/>
                  </a:lnTo>
                  <a:lnTo>
                    <a:pt x="2992440" y="3351492"/>
                  </a:lnTo>
                  <a:lnTo>
                    <a:pt x="2959682" y="3450244"/>
                  </a:lnTo>
                  <a:lnTo>
                    <a:pt x="2926858" y="3545321"/>
                  </a:lnTo>
                  <a:lnTo>
                    <a:pt x="2893913" y="3636546"/>
                  </a:lnTo>
                  <a:lnTo>
                    <a:pt x="2860778" y="3723796"/>
                  </a:lnTo>
                  <a:lnTo>
                    <a:pt x="2827370" y="3806995"/>
                  </a:lnTo>
                  <a:lnTo>
                    <a:pt x="2793586" y="3886115"/>
                  </a:lnTo>
                  <a:lnTo>
                    <a:pt x="2759306" y="3961171"/>
                  </a:lnTo>
                  <a:lnTo>
                    <a:pt x="2724387" y="4032220"/>
                  </a:lnTo>
                  <a:lnTo>
                    <a:pt x="2702183" y="4074593"/>
                  </a:lnTo>
                  <a:lnTo>
                    <a:pt x="2654838" y="4157797"/>
                  </a:lnTo>
                  <a:lnTo>
                    <a:pt x="2605490" y="4234412"/>
                  </a:lnTo>
                  <a:lnTo>
                    <a:pt x="2553626" y="4304622"/>
                  </a:lnTo>
                  <a:lnTo>
                    <a:pt x="2498678" y="4368809"/>
                  </a:lnTo>
                  <a:lnTo>
                    <a:pt x="2440055" y="4427453"/>
                  </a:lnTo>
                  <a:lnTo>
                    <a:pt x="2377165" y="4481066"/>
                  </a:lnTo>
                  <a:lnTo>
                    <a:pt x="2309445" y="4530144"/>
                  </a:lnTo>
                  <a:lnTo>
                    <a:pt x="2236400" y="4575143"/>
                  </a:lnTo>
                  <a:lnTo>
                    <a:pt x="2157655" y="4616460"/>
                  </a:lnTo>
                  <a:lnTo>
                    <a:pt x="2073016" y="4654421"/>
                  </a:lnTo>
                  <a:lnTo>
                    <a:pt x="1982553" y="4689279"/>
                  </a:lnTo>
                  <a:lnTo>
                    <a:pt x="1886686" y="4721209"/>
                  </a:lnTo>
                  <a:lnTo>
                    <a:pt x="1786287" y="4750311"/>
                  </a:lnTo>
                  <a:lnTo>
                    <a:pt x="1682752" y="4776616"/>
                  </a:lnTo>
                  <a:lnTo>
                    <a:pt x="1578048" y="4800105"/>
                  </a:lnTo>
                  <a:lnTo>
                    <a:pt x="1474685" y="4820726"/>
                  </a:lnTo>
                  <a:lnTo>
                    <a:pt x="1375589" y="4838424"/>
                  </a:lnTo>
                  <a:lnTo>
                    <a:pt x="1283874" y="4853180"/>
                  </a:lnTo>
                  <a:lnTo>
                    <a:pt x="1202507" y="4865037"/>
                  </a:lnTo>
                  <a:lnTo>
                    <a:pt x="1133926" y="4874132"/>
                  </a:lnTo>
                  <a:lnTo>
                    <a:pt x="1079684" y="4880705"/>
                  </a:lnTo>
                  <a:lnTo>
                    <a:pt x="1040186" y="4885093"/>
                  </a:lnTo>
                  <a:lnTo>
                    <a:pt x="1014576" y="4887708"/>
                  </a:lnTo>
                  <a:lnTo>
                    <a:pt x="1000773" y="4889007"/>
                  </a:lnTo>
                  <a:lnTo>
                    <a:pt x="995604" y="4889457"/>
                  </a:lnTo>
                  <a:lnTo>
                    <a:pt x="994940" y="4889511"/>
                  </a:lnTo>
                  <a:lnTo>
                    <a:pt x="0" y="4889511"/>
                  </a:lnTo>
                  <a:lnTo>
                    <a:pt x="0" y="48895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05" name="pg2204"/>
            <p:cNvSpPr/>
            <p:nvPr/>
          </p:nvSpPr>
          <p:spPr>
            <a:xfrm>
              <a:off x="1199187" y="2656836"/>
              <a:ext cx="12049831" cy="3935716"/>
            </a:xfrm>
            <a:custGeom>
              <a:avLst/>
              <a:pathLst>
                <a:path w="12049831" h="3935716">
                  <a:moveTo>
                    <a:pt x="0" y="3935716"/>
                  </a:moveTo>
                  <a:lnTo>
                    <a:pt x="994940" y="3935716"/>
                  </a:lnTo>
                  <a:lnTo>
                    <a:pt x="996013" y="3935663"/>
                  </a:lnTo>
                  <a:lnTo>
                    <a:pt x="1003107" y="3935292"/>
                  </a:lnTo>
                  <a:lnTo>
                    <a:pt x="1021111" y="3934264"/>
                  </a:lnTo>
                  <a:lnTo>
                    <a:pt x="1053603" y="3932239"/>
                  </a:lnTo>
                  <a:lnTo>
                    <a:pt x="1102647" y="3928889"/>
                  </a:lnTo>
                  <a:lnTo>
                    <a:pt x="1168644" y="3923934"/>
                  </a:lnTo>
                  <a:lnTo>
                    <a:pt x="1250365" y="3917158"/>
                  </a:lnTo>
                  <a:lnTo>
                    <a:pt x="1345219" y="3908431"/>
                  </a:lnTo>
                  <a:lnTo>
                    <a:pt x="1449721" y="3897696"/>
                  </a:lnTo>
                  <a:lnTo>
                    <a:pt x="1560026" y="3884957"/>
                  </a:lnTo>
                  <a:lnTo>
                    <a:pt x="1672438" y="3870250"/>
                  </a:lnTo>
                  <a:lnTo>
                    <a:pt x="1783768" y="3853614"/>
                  </a:lnTo>
                  <a:lnTo>
                    <a:pt x="1891539" y="3835066"/>
                  </a:lnTo>
                  <a:lnTo>
                    <a:pt x="1994024" y="3814581"/>
                  </a:lnTo>
                  <a:lnTo>
                    <a:pt x="2090199" y="3792082"/>
                  </a:lnTo>
                  <a:lnTo>
                    <a:pt x="2179614" y="3767430"/>
                  </a:lnTo>
                  <a:lnTo>
                    <a:pt x="2262268" y="3740428"/>
                  </a:lnTo>
                  <a:lnTo>
                    <a:pt x="2338480" y="3710819"/>
                  </a:lnTo>
                  <a:lnTo>
                    <a:pt x="2408778" y="3678294"/>
                  </a:lnTo>
                  <a:lnTo>
                    <a:pt x="2473818" y="3642503"/>
                  </a:lnTo>
                  <a:lnTo>
                    <a:pt x="2534321" y="3603074"/>
                  </a:lnTo>
                  <a:lnTo>
                    <a:pt x="2591025" y="3559640"/>
                  </a:lnTo>
                  <a:lnTo>
                    <a:pt x="2644644" y="3511892"/>
                  </a:lnTo>
                  <a:lnTo>
                    <a:pt x="2695834" y="3459652"/>
                  </a:lnTo>
                  <a:lnTo>
                    <a:pt x="2702183" y="3452704"/>
                  </a:lnTo>
                  <a:lnTo>
                    <a:pt x="2746053" y="3401840"/>
                  </a:lnTo>
                  <a:lnTo>
                    <a:pt x="2788839" y="3347338"/>
                  </a:lnTo>
                  <a:lnTo>
                    <a:pt x="2830828" y="3289125"/>
                  </a:lnTo>
                  <a:lnTo>
                    <a:pt x="2872254" y="3227183"/>
                  </a:lnTo>
                  <a:lnTo>
                    <a:pt x="2913304" y="3161554"/>
                  </a:lnTo>
                  <a:lnTo>
                    <a:pt x="2954126" y="3092352"/>
                  </a:lnTo>
                  <a:lnTo>
                    <a:pt x="2994831" y="3019757"/>
                  </a:lnTo>
                  <a:lnTo>
                    <a:pt x="3035501" y="2944028"/>
                  </a:lnTo>
                  <a:lnTo>
                    <a:pt x="3076190" y="2865491"/>
                  </a:lnTo>
                  <a:lnTo>
                    <a:pt x="3116928" y="2784546"/>
                  </a:lnTo>
                  <a:lnTo>
                    <a:pt x="3157727" y="2701650"/>
                  </a:lnTo>
                  <a:lnTo>
                    <a:pt x="3198580" y="2617317"/>
                  </a:lnTo>
                  <a:lnTo>
                    <a:pt x="3239471" y="2532097"/>
                  </a:lnTo>
                  <a:lnTo>
                    <a:pt x="3280377" y="2446566"/>
                  </a:lnTo>
                  <a:lnTo>
                    <a:pt x="3321270" y="2361309"/>
                  </a:lnTo>
                  <a:lnTo>
                    <a:pt x="3362126" y="2276905"/>
                  </a:lnTo>
                  <a:lnTo>
                    <a:pt x="3402928" y="2193905"/>
                  </a:lnTo>
                  <a:lnTo>
                    <a:pt x="3443670" y="2112824"/>
                  </a:lnTo>
                  <a:lnTo>
                    <a:pt x="3484362" y="2034126"/>
                  </a:lnTo>
                  <a:lnTo>
                    <a:pt x="3525031" y="1958212"/>
                  </a:lnTo>
                  <a:lnTo>
                    <a:pt x="3565732" y="1885415"/>
                  </a:lnTo>
                  <a:lnTo>
                    <a:pt x="3606544" y="1815996"/>
                  </a:lnTo>
                  <a:lnTo>
                    <a:pt x="3647576" y="1750142"/>
                  </a:lnTo>
                  <a:lnTo>
                    <a:pt x="3688973" y="1687969"/>
                  </a:lnTo>
                  <a:lnTo>
                    <a:pt x="3730921" y="1629525"/>
                  </a:lnTo>
                  <a:lnTo>
                    <a:pt x="3773650" y="1574794"/>
                  </a:lnTo>
                  <a:lnTo>
                    <a:pt x="3817443" y="1523708"/>
                  </a:lnTo>
                  <a:lnTo>
                    <a:pt x="3820202" y="1520657"/>
                  </a:lnTo>
                  <a:lnTo>
                    <a:pt x="3871126" y="1467845"/>
                  </a:lnTo>
                  <a:lnTo>
                    <a:pt x="3924402" y="1419533"/>
                  </a:lnTo>
                  <a:lnTo>
                    <a:pt x="3980676" y="1375567"/>
                  </a:lnTo>
                  <a:lnTo>
                    <a:pt x="4040657" y="1335649"/>
                  </a:lnTo>
                  <a:lnTo>
                    <a:pt x="4105081" y="1299418"/>
                  </a:lnTo>
                  <a:lnTo>
                    <a:pt x="4174673" y="1266499"/>
                  </a:lnTo>
                  <a:lnTo>
                    <a:pt x="4250102" y="1236538"/>
                  </a:lnTo>
                  <a:lnTo>
                    <a:pt x="4331916" y="1209221"/>
                  </a:lnTo>
                  <a:lnTo>
                    <a:pt x="4420466" y="1184283"/>
                  </a:lnTo>
                  <a:lnTo>
                    <a:pt x="4515797" y="1161520"/>
                  </a:lnTo>
                  <a:lnTo>
                    <a:pt x="4617526" y="1140785"/>
                  </a:lnTo>
                  <a:lnTo>
                    <a:pt x="4724706" y="1121994"/>
                  </a:lnTo>
                  <a:lnTo>
                    <a:pt x="4835706" y="1105115"/>
                  </a:lnTo>
                  <a:lnTo>
                    <a:pt x="4948144" y="1090162"/>
                  </a:lnTo>
                  <a:lnTo>
                    <a:pt x="5058914" y="1077170"/>
                  </a:lnTo>
                  <a:lnTo>
                    <a:pt x="5164365" y="1066180"/>
                  </a:lnTo>
                  <a:lnTo>
                    <a:pt x="5260650" y="1057199"/>
                  </a:lnTo>
                  <a:lnTo>
                    <a:pt x="5344204" y="1050182"/>
                  </a:lnTo>
                  <a:lnTo>
                    <a:pt x="5412295" y="1045006"/>
                  </a:lnTo>
                  <a:lnTo>
                    <a:pt x="5463503" y="1041467"/>
                  </a:lnTo>
                  <a:lnTo>
                    <a:pt x="5498013" y="1039291"/>
                  </a:lnTo>
                  <a:lnTo>
                    <a:pt x="5517686" y="1038156"/>
                  </a:lnTo>
                  <a:lnTo>
                    <a:pt x="5525919" y="1037720"/>
                  </a:lnTo>
                  <a:lnTo>
                    <a:pt x="5527445" y="1037645"/>
                  </a:lnTo>
                  <a:lnTo>
                    <a:pt x="6522385" y="1037645"/>
                  </a:lnTo>
                  <a:lnTo>
                    <a:pt x="6523513" y="1037625"/>
                  </a:lnTo>
                  <a:lnTo>
                    <a:pt x="6530959" y="1037486"/>
                  </a:lnTo>
                  <a:lnTo>
                    <a:pt x="6549829" y="1037101"/>
                  </a:lnTo>
                  <a:lnTo>
                    <a:pt x="6583823" y="1036342"/>
                  </a:lnTo>
                  <a:lnTo>
                    <a:pt x="6635010" y="1035088"/>
                  </a:lnTo>
                  <a:lnTo>
                    <a:pt x="6703677" y="1033234"/>
                  </a:lnTo>
                  <a:lnTo>
                    <a:pt x="6788386" y="1030704"/>
                  </a:lnTo>
                  <a:lnTo>
                    <a:pt x="6886284" y="1027451"/>
                  </a:lnTo>
                  <a:lnTo>
                    <a:pt x="6993630" y="1023458"/>
                  </a:lnTo>
                  <a:lnTo>
                    <a:pt x="7106377" y="1018728"/>
                  </a:lnTo>
                  <a:lnTo>
                    <a:pt x="7220702" y="1013276"/>
                  </a:lnTo>
                  <a:lnTo>
                    <a:pt x="7333378" y="1007115"/>
                  </a:lnTo>
                  <a:lnTo>
                    <a:pt x="7441951" y="1000249"/>
                  </a:lnTo>
                  <a:lnTo>
                    <a:pt x="7544771" y="992666"/>
                  </a:lnTo>
                  <a:lnTo>
                    <a:pt x="7640908" y="984330"/>
                  </a:lnTo>
                  <a:lnTo>
                    <a:pt x="7730019" y="975186"/>
                  </a:lnTo>
                  <a:lnTo>
                    <a:pt x="7812202" y="965151"/>
                  </a:lnTo>
                  <a:lnTo>
                    <a:pt x="7887862" y="954126"/>
                  </a:lnTo>
                  <a:lnTo>
                    <a:pt x="7957602" y="941989"/>
                  </a:lnTo>
                  <a:lnTo>
                    <a:pt x="8022141" y="928605"/>
                  </a:lnTo>
                  <a:lnTo>
                    <a:pt x="8082245" y="913835"/>
                  </a:lnTo>
                  <a:lnTo>
                    <a:pt x="8138687" y="897546"/>
                  </a:lnTo>
                  <a:lnTo>
                    <a:pt x="8192200" y="879635"/>
                  </a:lnTo>
                  <a:lnTo>
                    <a:pt x="8229629" y="865578"/>
                  </a:lnTo>
                  <a:lnTo>
                    <a:pt x="8286603" y="841695"/>
                  </a:lnTo>
                  <a:lnTo>
                    <a:pt x="8341887" y="815595"/>
                  </a:lnTo>
                  <a:lnTo>
                    <a:pt x="8396063" y="787238"/>
                  </a:lnTo>
                  <a:lnTo>
                    <a:pt x="8449571" y="756647"/>
                  </a:lnTo>
                  <a:lnTo>
                    <a:pt x="8502732" y="723913"/>
                  </a:lnTo>
                  <a:lnTo>
                    <a:pt x="8555771" y="689203"/>
                  </a:lnTo>
                  <a:lnTo>
                    <a:pt x="8608826" y="652758"/>
                  </a:lnTo>
                  <a:lnTo>
                    <a:pt x="8661968" y="614888"/>
                  </a:lnTo>
                  <a:lnTo>
                    <a:pt x="8715209" y="575970"/>
                  </a:lnTo>
                  <a:lnTo>
                    <a:pt x="8768524" y="536426"/>
                  </a:lnTo>
                  <a:lnTo>
                    <a:pt x="8821860" y="496707"/>
                  </a:lnTo>
                  <a:lnTo>
                    <a:pt x="8875161" y="457275"/>
                  </a:lnTo>
                  <a:lnTo>
                    <a:pt x="8928379" y="418577"/>
                  </a:lnTo>
                  <a:lnTo>
                    <a:pt x="8981496" y="381025"/>
                  </a:lnTo>
                  <a:lnTo>
                    <a:pt x="9034538" y="344980"/>
                  </a:lnTo>
                  <a:lnTo>
                    <a:pt x="9087591" y="310736"/>
                  </a:lnTo>
                  <a:lnTo>
                    <a:pt x="9140814" y="278517"/>
                  </a:lnTo>
                  <a:lnTo>
                    <a:pt x="9194452" y="248469"/>
                  </a:lnTo>
                  <a:lnTo>
                    <a:pt x="9248854" y="220667"/>
                  </a:lnTo>
                  <a:lnTo>
                    <a:pt x="9304493" y="195117"/>
                  </a:lnTo>
                  <a:lnTo>
                    <a:pt x="9347647" y="177308"/>
                  </a:lnTo>
                  <a:lnTo>
                    <a:pt x="9399449" y="158191"/>
                  </a:lnTo>
                  <a:lnTo>
                    <a:pt x="9453694" y="140731"/>
                  </a:lnTo>
                  <a:lnTo>
                    <a:pt x="9511061" y="124868"/>
                  </a:lnTo>
                  <a:lnTo>
                    <a:pt x="9572300" y="110490"/>
                  </a:lnTo>
                  <a:lnTo>
                    <a:pt x="9638185" y="97461"/>
                  </a:lnTo>
                  <a:lnTo>
                    <a:pt x="9709475" y="85641"/>
                  </a:lnTo>
                  <a:lnTo>
                    <a:pt x="9786864" y="74898"/>
                  </a:lnTo>
                  <a:lnTo>
                    <a:pt x="9870911" y="65116"/>
                  </a:lnTo>
                  <a:lnTo>
                    <a:pt x="9961949" y="56199"/>
                  </a:lnTo>
                  <a:lnTo>
                    <a:pt x="10059968" y="48074"/>
                  </a:lnTo>
                  <a:lnTo>
                    <a:pt x="10164481" y="40689"/>
                  </a:lnTo>
                  <a:lnTo>
                    <a:pt x="10274373" y="34017"/>
                  </a:lnTo>
                  <a:lnTo>
                    <a:pt x="10387777" y="28049"/>
                  </a:lnTo>
                  <a:lnTo>
                    <a:pt x="10502021" y="22792"/>
                  </a:lnTo>
                  <a:lnTo>
                    <a:pt x="10613689" y="18262"/>
                  </a:lnTo>
                  <a:lnTo>
                    <a:pt x="10718853" y="14472"/>
                  </a:lnTo>
                  <a:lnTo>
                    <a:pt x="10813491" y="11419"/>
                  </a:lnTo>
                  <a:lnTo>
                    <a:pt x="10894048" y="9080"/>
                  </a:lnTo>
                  <a:lnTo>
                    <a:pt x="10958012" y="7399"/>
                  </a:lnTo>
                  <a:lnTo>
                    <a:pt x="11004396" y="6291"/>
                  </a:lnTo>
                  <a:lnTo>
                    <a:pt x="11033978" y="5647"/>
                  </a:lnTo>
                  <a:lnTo>
                    <a:pt x="11049296" y="5342"/>
                  </a:lnTo>
                  <a:lnTo>
                    <a:pt x="11054452" y="5248"/>
                  </a:lnTo>
                  <a:lnTo>
                    <a:pt x="11054891" y="5240"/>
                  </a:lnTo>
                  <a:lnTo>
                    <a:pt x="12049831" y="5240"/>
                  </a:lnTo>
                  <a:lnTo>
                    <a:pt x="12049831" y="0"/>
                  </a:lnTo>
                  <a:lnTo>
                    <a:pt x="11054891" y="0"/>
                  </a:lnTo>
                  <a:lnTo>
                    <a:pt x="11053763" y="19"/>
                  </a:lnTo>
                  <a:lnTo>
                    <a:pt x="11046318" y="158"/>
                  </a:lnTo>
                  <a:lnTo>
                    <a:pt x="11027448" y="544"/>
                  </a:lnTo>
                  <a:lnTo>
                    <a:pt x="10993454" y="1303"/>
                  </a:lnTo>
                  <a:lnTo>
                    <a:pt x="10942267" y="2557"/>
                  </a:lnTo>
                  <a:lnTo>
                    <a:pt x="10873599" y="4410"/>
                  </a:lnTo>
                  <a:lnTo>
                    <a:pt x="10788891" y="6941"/>
                  </a:lnTo>
                  <a:lnTo>
                    <a:pt x="10690992" y="10193"/>
                  </a:lnTo>
                  <a:lnTo>
                    <a:pt x="10583646" y="14187"/>
                  </a:lnTo>
                  <a:lnTo>
                    <a:pt x="10470900" y="18917"/>
                  </a:lnTo>
                  <a:lnTo>
                    <a:pt x="10356574" y="24369"/>
                  </a:lnTo>
                  <a:lnTo>
                    <a:pt x="10243899" y="30530"/>
                  </a:lnTo>
                  <a:lnTo>
                    <a:pt x="10135326" y="37395"/>
                  </a:lnTo>
                  <a:lnTo>
                    <a:pt x="10032505" y="44978"/>
                  </a:lnTo>
                  <a:lnTo>
                    <a:pt x="9936368" y="53314"/>
                  </a:lnTo>
                  <a:lnTo>
                    <a:pt x="9847257" y="62459"/>
                  </a:lnTo>
                  <a:lnTo>
                    <a:pt x="9765074" y="72493"/>
                  </a:lnTo>
                  <a:lnTo>
                    <a:pt x="9689415" y="83518"/>
                  </a:lnTo>
                  <a:lnTo>
                    <a:pt x="9619674" y="95655"/>
                  </a:lnTo>
                  <a:lnTo>
                    <a:pt x="9555136" y="109039"/>
                  </a:lnTo>
                  <a:lnTo>
                    <a:pt x="9495031" y="123810"/>
                  </a:lnTo>
                  <a:lnTo>
                    <a:pt x="9438589" y="140099"/>
                  </a:lnTo>
                  <a:lnTo>
                    <a:pt x="9385076" y="158009"/>
                  </a:lnTo>
                  <a:lnTo>
                    <a:pt x="9347647" y="172067"/>
                  </a:lnTo>
                  <a:lnTo>
                    <a:pt x="9290673" y="195949"/>
                  </a:lnTo>
                  <a:lnTo>
                    <a:pt x="9235390" y="222049"/>
                  </a:lnTo>
                  <a:lnTo>
                    <a:pt x="9181213" y="250407"/>
                  </a:lnTo>
                  <a:lnTo>
                    <a:pt x="9127706" y="280998"/>
                  </a:lnTo>
                  <a:lnTo>
                    <a:pt x="9074544" y="313731"/>
                  </a:lnTo>
                  <a:lnTo>
                    <a:pt x="9021506" y="348441"/>
                  </a:lnTo>
                  <a:lnTo>
                    <a:pt x="8968450" y="384887"/>
                  </a:lnTo>
                  <a:lnTo>
                    <a:pt x="8915309" y="422756"/>
                  </a:lnTo>
                  <a:lnTo>
                    <a:pt x="8862067" y="461674"/>
                  </a:lnTo>
                  <a:lnTo>
                    <a:pt x="8808753" y="501219"/>
                  </a:lnTo>
                  <a:lnTo>
                    <a:pt x="8755416" y="540938"/>
                  </a:lnTo>
                  <a:lnTo>
                    <a:pt x="8702116" y="580369"/>
                  </a:lnTo>
                  <a:lnTo>
                    <a:pt x="8648898" y="619067"/>
                  </a:lnTo>
                  <a:lnTo>
                    <a:pt x="8595781" y="656619"/>
                  </a:lnTo>
                  <a:lnTo>
                    <a:pt x="8542738" y="692665"/>
                  </a:lnTo>
                  <a:lnTo>
                    <a:pt x="8489685" y="726908"/>
                  </a:lnTo>
                  <a:lnTo>
                    <a:pt x="8436463" y="759128"/>
                  </a:lnTo>
                  <a:lnTo>
                    <a:pt x="8382825" y="789176"/>
                  </a:lnTo>
                  <a:lnTo>
                    <a:pt x="8328422" y="816978"/>
                  </a:lnTo>
                  <a:lnTo>
                    <a:pt x="8272783" y="842527"/>
                  </a:lnTo>
                  <a:lnTo>
                    <a:pt x="8229629" y="860337"/>
                  </a:lnTo>
                  <a:lnTo>
                    <a:pt x="8177827" y="879454"/>
                  </a:lnTo>
                  <a:lnTo>
                    <a:pt x="8123583" y="896914"/>
                  </a:lnTo>
                  <a:lnTo>
                    <a:pt x="8066215" y="912777"/>
                  </a:lnTo>
                  <a:lnTo>
                    <a:pt x="8004976" y="927154"/>
                  </a:lnTo>
                  <a:lnTo>
                    <a:pt x="7939091" y="940183"/>
                  </a:lnTo>
                  <a:lnTo>
                    <a:pt x="7867801" y="952004"/>
                  </a:lnTo>
                  <a:lnTo>
                    <a:pt x="7790412" y="962747"/>
                  </a:lnTo>
                  <a:lnTo>
                    <a:pt x="7706365" y="972529"/>
                  </a:lnTo>
                  <a:lnTo>
                    <a:pt x="7615328" y="981445"/>
                  </a:lnTo>
                  <a:lnTo>
                    <a:pt x="7517308" y="989571"/>
                  </a:lnTo>
                  <a:lnTo>
                    <a:pt x="7412795" y="996955"/>
                  </a:lnTo>
                  <a:lnTo>
                    <a:pt x="7302904" y="1003628"/>
                  </a:lnTo>
                  <a:lnTo>
                    <a:pt x="7189500" y="1009596"/>
                  </a:lnTo>
                  <a:lnTo>
                    <a:pt x="7075255" y="1014852"/>
                  </a:lnTo>
                  <a:lnTo>
                    <a:pt x="6963587" y="1019382"/>
                  </a:lnTo>
                  <a:lnTo>
                    <a:pt x="6858424" y="1023173"/>
                  </a:lnTo>
                  <a:lnTo>
                    <a:pt x="6763785" y="1026225"/>
                  </a:lnTo>
                  <a:lnTo>
                    <a:pt x="6683229" y="1028564"/>
                  </a:lnTo>
                  <a:lnTo>
                    <a:pt x="6619265" y="1030245"/>
                  </a:lnTo>
                  <a:lnTo>
                    <a:pt x="6572881" y="1031353"/>
                  </a:lnTo>
                  <a:lnTo>
                    <a:pt x="6543298" y="1031997"/>
                  </a:lnTo>
                  <a:lnTo>
                    <a:pt x="6527981" y="1032303"/>
                  </a:lnTo>
                  <a:lnTo>
                    <a:pt x="6522825" y="1032397"/>
                  </a:lnTo>
                  <a:lnTo>
                    <a:pt x="6522385" y="1032404"/>
                  </a:lnTo>
                  <a:lnTo>
                    <a:pt x="5527445" y="1032404"/>
                  </a:lnTo>
                  <a:lnTo>
                    <a:pt x="5526372" y="1032457"/>
                  </a:lnTo>
                  <a:lnTo>
                    <a:pt x="5519278" y="1032829"/>
                  </a:lnTo>
                  <a:lnTo>
                    <a:pt x="5501274" y="1033856"/>
                  </a:lnTo>
                  <a:lnTo>
                    <a:pt x="5468782" y="1035881"/>
                  </a:lnTo>
                  <a:lnTo>
                    <a:pt x="5419738" y="1039231"/>
                  </a:lnTo>
                  <a:lnTo>
                    <a:pt x="5353741" y="1044187"/>
                  </a:lnTo>
                  <a:lnTo>
                    <a:pt x="5272020" y="1050962"/>
                  </a:lnTo>
                  <a:lnTo>
                    <a:pt x="5177166" y="1059689"/>
                  </a:lnTo>
                  <a:lnTo>
                    <a:pt x="5072664" y="1070424"/>
                  </a:lnTo>
                  <a:lnTo>
                    <a:pt x="4962359" y="1083163"/>
                  </a:lnTo>
                  <a:lnTo>
                    <a:pt x="4849947" y="1097871"/>
                  </a:lnTo>
                  <a:lnTo>
                    <a:pt x="4738617" y="1114506"/>
                  </a:lnTo>
                  <a:lnTo>
                    <a:pt x="4630846" y="1133054"/>
                  </a:lnTo>
                  <a:lnTo>
                    <a:pt x="4528361" y="1153539"/>
                  </a:lnTo>
                  <a:lnTo>
                    <a:pt x="4432186" y="1176038"/>
                  </a:lnTo>
                  <a:lnTo>
                    <a:pt x="4342771" y="1200690"/>
                  </a:lnTo>
                  <a:lnTo>
                    <a:pt x="4260117" y="1227692"/>
                  </a:lnTo>
                  <a:lnTo>
                    <a:pt x="4183905" y="1257301"/>
                  </a:lnTo>
                  <a:lnTo>
                    <a:pt x="4113607" y="1289826"/>
                  </a:lnTo>
                  <a:lnTo>
                    <a:pt x="4048567" y="1325617"/>
                  </a:lnTo>
                  <a:lnTo>
                    <a:pt x="3988064" y="1365046"/>
                  </a:lnTo>
                  <a:lnTo>
                    <a:pt x="3931360" y="1408480"/>
                  </a:lnTo>
                  <a:lnTo>
                    <a:pt x="3877741" y="1456229"/>
                  </a:lnTo>
                  <a:lnTo>
                    <a:pt x="3826551" y="1508468"/>
                  </a:lnTo>
                  <a:lnTo>
                    <a:pt x="3820202" y="1515416"/>
                  </a:lnTo>
                  <a:lnTo>
                    <a:pt x="3776332" y="1566280"/>
                  </a:lnTo>
                  <a:lnTo>
                    <a:pt x="3733546" y="1620782"/>
                  </a:lnTo>
                  <a:lnTo>
                    <a:pt x="3691557" y="1678995"/>
                  </a:lnTo>
                  <a:lnTo>
                    <a:pt x="3650131" y="1740937"/>
                  </a:lnTo>
                  <a:lnTo>
                    <a:pt x="3609081" y="1806566"/>
                  </a:lnTo>
                  <a:lnTo>
                    <a:pt x="3568259" y="1875769"/>
                  </a:lnTo>
                  <a:lnTo>
                    <a:pt x="3527554" y="1948363"/>
                  </a:lnTo>
                  <a:lnTo>
                    <a:pt x="3486884" y="2024093"/>
                  </a:lnTo>
                  <a:lnTo>
                    <a:pt x="3446195" y="2102629"/>
                  </a:lnTo>
                  <a:lnTo>
                    <a:pt x="3405457" y="2183575"/>
                  </a:lnTo>
                  <a:lnTo>
                    <a:pt x="3364658" y="2266470"/>
                  </a:lnTo>
                  <a:lnTo>
                    <a:pt x="3323805" y="2350803"/>
                  </a:lnTo>
                  <a:lnTo>
                    <a:pt x="3282914" y="2436023"/>
                  </a:lnTo>
                  <a:lnTo>
                    <a:pt x="3242008" y="2521554"/>
                  </a:lnTo>
                  <a:lnTo>
                    <a:pt x="3201115" y="2606811"/>
                  </a:lnTo>
                  <a:lnTo>
                    <a:pt x="3160259" y="2691215"/>
                  </a:lnTo>
                  <a:lnTo>
                    <a:pt x="3119457" y="2774215"/>
                  </a:lnTo>
                  <a:lnTo>
                    <a:pt x="3078715" y="2855296"/>
                  </a:lnTo>
                  <a:lnTo>
                    <a:pt x="3038023" y="2933994"/>
                  </a:lnTo>
                  <a:lnTo>
                    <a:pt x="2997354" y="3009908"/>
                  </a:lnTo>
                  <a:lnTo>
                    <a:pt x="2956653" y="3082705"/>
                  </a:lnTo>
                  <a:lnTo>
                    <a:pt x="2915841" y="3152124"/>
                  </a:lnTo>
                  <a:lnTo>
                    <a:pt x="2874809" y="3217978"/>
                  </a:lnTo>
                  <a:lnTo>
                    <a:pt x="2833412" y="3280151"/>
                  </a:lnTo>
                  <a:lnTo>
                    <a:pt x="2791464" y="3338596"/>
                  </a:lnTo>
                  <a:lnTo>
                    <a:pt x="2748735" y="3393326"/>
                  </a:lnTo>
                  <a:lnTo>
                    <a:pt x="2704942" y="3444412"/>
                  </a:lnTo>
                  <a:lnTo>
                    <a:pt x="2702183" y="3447463"/>
                  </a:lnTo>
                  <a:lnTo>
                    <a:pt x="2651259" y="3500275"/>
                  </a:lnTo>
                  <a:lnTo>
                    <a:pt x="2597983" y="3548587"/>
                  </a:lnTo>
                  <a:lnTo>
                    <a:pt x="2541709" y="3592553"/>
                  </a:lnTo>
                  <a:lnTo>
                    <a:pt x="2481728" y="3632471"/>
                  </a:lnTo>
                  <a:lnTo>
                    <a:pt x="2417304" y="3668702"/>
                  </a:lnTo>
                  <a:lnTo>
                    <a:pt x="2347712" y="3701621"/>
                  </a:lnTo>
                  <a:lnTo>
                    <a:pt x="2272283" y="3731582"/>
                  </a:lnTo>
                  <a:lnTo>
                    <a:pt x="2190469" y="3758899"/>
                  </a:lnTo>
                  <a:lnTo>
                    <a:pt x="2101919" y="3783837"/>
                  </a:lnTo>
                  <a:lnTo>
                    <a:pt x="2006588" y="3806600"/>
                  </a:lnTo>
                  <a:lnTo>
                    <a:pt x="1904859" y="3827335"/>
                  </a:lnTo>
                  <a:lnTo>
                    <a:pt x="1797679" y="3846126"/>
                  </a:lnTo>
                  <a:lnTo>
                    <a:pt x="1686679" y="3863005"/>
                  </a:lnTo>
                  <a:lnTo>
                    <a:pt x="1574241" y="3877959"/>
                  </a:lnTo>
                  <a:lnTo>
                    <a:pt x="1463471" y="3890950"/>
                  </a:lnTo>
                  <a:lnTo>
                    <a:pt x="1358020" y="3901940"/>
                  </a:lnTo>
                  <a:lnTo>
                    <a:pt x="1261735" y="3910921"/>
                  </a:lnTo>
                  <a:lnTo>
                    <a:pt x="1178181" y="3917938"/>
                  </a:lnTo>
                  <a:lnTo>
                    <a:pt x="1110090" y="3923114"/>
                  </a:lnTo>
                  <a:lnTo>
                    <a:pt x="1058882" y="3926653"/>
                  </a:lnTo>
                  <a:lnTo>
                    <a:pt x="1024372" y="3928829"/>
                  </a:lnTo>
                  <a:lnTo>
                    <a:pt x="1004699" y="3929964"/>
                  </a:lnTo>
                  <a:lnTo>
                    <a:pt x="996466" y="3930400"/>
                  </a:lnTo>
                  <a:lnTo>
                    <a:pt x="994940" y="3930475"/>
                  </a:lnTo>
                  <a:lnTo>
                    <a:pt x="0" y="3930475"/>
                  </a:lnTo>
                  <a:close/>
                </a:path>
              </a:pathLst>
            </a:custGeom>
            <a:solidFill>
              <a:srgbClr val="BDBDBD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206" name="pl2205"/>
            <p:cNvSpPr/>
            <p:nvPr/>
          </p:nvSpPr>
          <p:spPr>
            <a:xfrm>
              <a:off x="1199187" y="2662077"/>
              <a:ext cx="12049831" cy="3930475"/>
            </a:xfrm>
            <a:custGeom>
              <a:avLst/>
              <a:pathLst>
                <a:path w="12049831" h="3930475">
                  <a:moveTo>
                    <a:pt x="0" y="3930475"/>
                  </a:moveTo>
                  <a:lnTo>
                    <a:pt x="994940" y="3930475"/>
                  </a:lnTo>
                  <a:lnTo>
                    <a:pt x="996013" y="3930423"/>
                  </a:lnTo>
                  <a:lnTo>
                    <a:pt x="1003107" y="3930051"/>
                  </a:lnTo>
                  <a:lnTo>
                    <a:pt x="1021111" y="3929023"/>
                  </a:lnTo>
                  <a:lnTo>
                    <a:pt x="1053603" y="3926998"/>
                  </a:lnTo>
                  <a:lnTo>
                    <a:pt x="1102647" y="3923649"/>
                  </a:lnTo>
                  <a:lnTo>
                    <a:pt x="1168644" y="3918693"/>
                  </a:lnTo>
                  <a:lnTo>
                    <a:pt x="1250365" y="3911918"/>
                  </a:lnTo>
                  <a:lnTo>
                    <a:pt x="1345219" y="3903190"/>
                  </a:lnTo>
                  <a:lnTo>
                    <a:pt x="1449721" y="3892455"/>
                  </a:lnTo>
                  <a:lnTo>
                    <a:pt x="1560026" y="3879716"/>
                  </a:lnTo>
                  <a:lnTo>
                    <a:pt x="1672438" y="3865009"/>
                  </a:lnTo>
                  <a:lnTo>
                    <a:pt x="1783768" y="3848373"/>
                  </a:lnTo>
                  <a:lnTo>
                    <a:pt x="1891539" y="3829825"/>
                  </a:lnTo>
                  <a:lnTo>
                    <a:pt x="1994024" y="3809341"/>
                  </a:lnTo>
                  <a:lnTo>
                    <a:pt x="2090199" y="3786841"/>
                  </a:lnTo>
                  <a:lnTo>
                    <a:pt x="2179614" y="3762190"/>
                  </a:lnTo>
                  <a:lnTo>
                    <a:pt x="2262268" y="3735187"/>
                  </a:lnTo>
                  <a:lnTo>
                    <a:pt x="2338480" y="3705578"/>
                  </a:lnTo>
                  <a:lnTo>
                    <a:pt x="2408778" y="3673053"/>
                  </a:lnTo>
                  <a:lnTo>
                    <a:pt x="2473818" y="3637263"/>
                  </a:lnTo>
                  <a:lnTo>
                    <a:pt x="2534321" y="3597833"/>
                  </a:lnTo>
                  <a:lnTo>
                    <a:pt x="2591025" y="3554399"/>
                  </a:lnTo>
                  <a:lnTo>
                    <a:pt x="2644644" y="3506651"/>
                  </a:lnTo>
                  <a:lnTo>
                    <a:pt x="2695834" y="3454411"/>
                  </a:lnTo>
                  <a:lnTo>
                    <a:pt x="2702183" y="3447463"/>
                  </a:lnTo>
                  <a:lnTo>
                    <a:pt x="2746053" y="3396599"/>
                  </a:lnTo>
                  <a:lnTo>
                    <a:pt x="2788839" y="3342098"/>
                  </a:lnTo>
                  <a:lnTo>
                    <a:pt x="2830828" y="3283885"/>
                  </a:lnTo>
                  <a:lnTo>
                    <a:pt x="2872254" y="3221942"/>
                  </a:lnTo>
                  <a:lnTo>
                    <a:pt x="2913304" y="3156314"/>
                  </a:lnTo>
                  <a:lnTo>
                    <a:pt x="2954126" y="3087111"/>
                  </a:lnTo>
                  <a:lnTo>
                    <a:pt x="2994831" y="3014517"/>
                  </a:lnTo>
                  <a:lnTo>
                    <a:pt x="3035501" y="2938787"/>
                  </a:lnTo>
                  <a:lnTo>
                    <a:pt x="3076190" y="2860251"/>
                  </a:lnTo>
                  <a:lnTo>
                    <a:pt x="3116928" y="2779305"/>
                  </a:lnTo>
                  <a:lnTo>
                    <a:pt x="3157727" y="2696410"/>
                  </a:lnTo>
                  <a:lnTo>
                    <a:pt x="3198580" y="2612076"/>
                  </a:lnTo>
                  <a:lnTo>
                    <a:pt x="3239471" y="2526856"/>
                  </a:lnTo>
                  <a:lnTo>
                    <a:pt x="3280377" y="2441325"/>
                  </a:lnTo>
                  <a:lnTo>
                    <a:pt x="3321270" y="2356069"/>
                  </a:lnTo>
                  <a:lnTo>
                    <a:pt x="3362126" y="2271664"/>
                  </a:lnTo>
                  <a:lnTo>
                    <a:pt x="3402928" y="2188664"/>
                  </a:lnTo>
                  <a:lnTo>
                    <a:pt x="3443670" y="2107584"/>
                  </a:lnTo>
                  <a:lnTo>
                    <a:pt x="3484362" y="2028886"/>
                  </a:lnTo>
                  <a:lnTo>
                    <a:pt x="3525031" y="1952972"/>
                  </a:lnTo>
                  <a:lnTo>
                    <a:pt x="3565732" y="1880175"/>
                  </a:lnTo>
                  <a:lnTo>
                    <a:pt x="3606544" y="1810755"/>
                  </a:lnTo>
                  <a:lnTo>
                    <a:pt x="3647576" y="1744901"/>
                  </a:lnTo>
                  <a:lnTo>
                    <a:pt x="3688973" y="1682728"/>
                  </a:lnTo>
                  <a:lnTo>
                    <a:pt x="3730921" y="1624284"/>
                  </a:lnTo>
                  <a:lnTo>
                    <a:pt x="3773650" y="1569554"/>
                  </a:lnTo>
                  <a:lnTo>
                    <a:pt x="3817443" y="1518467"/>
                  </a:lnTo>
                  <a:lnTo>
                    <a:pt x="3820202" y="1515416"/>
                  </a:lnTo>
                  <a:lnTo>
                    <a:pt x="3871126" y="1462605"/>
                  </a:lnTo>
                  <a:lnTo>
                    <a:pt x="3924402" y="1414293"/>
                  </a:lnTo>
                  <a:lnTo>
                    <a:pt x="3980676" y="1370327"/>
                  </a:lnTo>
                  <a:lnTo>
                    <a:pt x="4040657" y="1330409"/>
                  </a:lnTo>
                  <a:lnTo>
                    <a:pt x="4105081" y="1294177"/>
                  </a:lnTo>
                  <a:lnTo>
                    <a:pt x="4174673" y="1261258"/>
                  </a:lnTo>
                  <a:lnTo>
                    <a:pt x="4250102" y="1231298"/>
                  </a:lnTo>
                  <a:lnTo>
                    <a:pt x="4331916" y="1203980"/>
                  </a:lnTo>
                  <a:lnTo>
                    <a:pt x="4420466" y="1179043"/>
                  </a:lnTo>
                  <a:lnTo>
                    <a:pt x="4515797" y="1156279"/>
                  </a:lnTo>
                  <a:lnTo>
                    <a:pt x="4617526" y="1135544"/>
                  </a:lnTo>
                  <a:lnTo>
                    <a:pt x="4724706" y="1116753"/>
                  </a:lnTo>
                  <a:lnTo>
                    <a:pt x="4835706" y="1099875"/>
                  </a:lnTo>
                  <a:lnTo>
                    <a:pt x="4948144" y="1084921"/>
                  </a:lnTo>
                  <a:lnTo>
                    <a:pt x="5058914" y="1071930"/>
                  </a:lnTo>
                  <a:lnTo>
                    <a:pt x="5164365" y="1060939"/>
                  </a:lnTo>
                  <a:lnTo>
                    <a:pt x="5260650" y="1051959"/>
                  </a:lnTo>
                  <a:lnTo>
                    <a:pt x="5344204" y="1044942"/>
                  </a:lnTo>
                  <a:lnTo>
                    <a:pt x="5412295" y="1039765"/>
                  </a:lnTo>
                  <a:lnTo>
                    <a:pt x="5463503" y="1036226"/>
                  </a:lnTo>
                  <a:lnTo>
                    <a:pt x="5498013" y="1034051"/>
                  </a:lnTo>
                  <a:lnTo>
                    <a:pt x="5517686" y="1032915"/>
                  </a:lnTo>
                  <a:lnTo>
                    <a:pt x="5525919" y="1032479"/>
                  </a:lnTo>
                  <a:lnTo>
                    <a:pt x="5527443" y="1032405"/>
                  </a:lnTo>
                  <a:lnTo>
                    <a:pt x="5527445" y="1032404"/>
                  </a:lnTo>
                  <a:lnTo>
                    <a:pt x="6522385" y="1032404"/>
                  </a:lnTo>
                  <a:lnTo>
                    <a:pt x="6523513" y="1032385"/>
                  </a:lnTo>
                  <a:lnTo>
                    <a:pt x="6530959" y="1032245"/>
                  </a:lnTo>
                  <a:lnTo>
                    <a:pt x="6549829" y="1031860"/>
                  </a:lnTo>
                  <a:lnTo>
                    <a:pt x="6583823" y="1031101"/>
                  </a:lnTo>
                  <a:lnTo>
                    <a:pt x="6635010" y="1029847"/>
                  </a:lnTo>
                  <a:lnTo>
                    <a:pt x="6703677" y="1027993"/>
                  </a:lnTo>
                  <a:lnTo>
                    <a:pt x="6788386" y="1025463"/>
                  </a:lnTo>
                  <a:lnTo>
                    <a:pt x="6886284" y="1022210"/>
                  </a:lnTo>
                  <a:lnTo>
                    <a:pt x="6993630" y="1018217"/>
                  </a:lnTo>
                  <a:lnTo>
                    <a:pt x="7106377" y="1013487"/>
                  </a:lnTo>
                  <a:lnTo>
                    <a:pt x="7220702" y="1008035"/>
                  </a:lnTo>
                  <a:lnTo>
                    <a:pt x="7333378" y="1001874"/>
                  </a:lnTo>
                  <a:lnTo>
                    <a:pt x="7441951" y="995009"/>
                  </a:lnTo>
                  <a:lnTo>
                    <a:pt x="7544771" y="987425"/>
                  </a:lnTo>
                  <a:lnTo>
                    <a:pt x="7640908" y="979090"/>
                  </a:lnTo>
                  <a:lnTo>
                    <a:pt x="7730019" y="969945"/>
                  </a:lnTo>
                  <a:lnTo>
                    <a:pt x="7812202" y="959911"/>
                  </a:lnTo>
                  <a:lnTo>
                    <a:pt x="7887862" y="948886"/>
                  </a:lnTo>
                  <a:lnTo>
                    <a:pt x="7957602" y="936748"/>
                  </a:lnTo>
                  <a:lnTo>
                    <a:pt x="8022141" y="923365"/>
                  </a:lnTo>
                  <a:lnTo>
                    <a:pt x="8082245" y="908594"/>
                  </a:lnTo>
                  <a:lnTo>
                    <a:pt x="8138687" y="892305"/>
                  </a:lnTo>
                  <a:lnTo>
                    <a:pt x="8192200" y="874395"/>
                  </a:lnTo>
                  <a:lnTo>
                    <a:pt x="8229629" y="860337"/>
                  </a:lnTo>
                  <a:lnTo>
                    <a:pt x="8286603" y="836455"/>
                  </a:lnTo>
                  <a:lnTo>
                    <a:pt x="8341887" y="810355"/>
                  </a:lnTo>
                  <a:lnTo>
                    <a:pt x="8396063" y="781997"/>
                  </a:lnTo>
                  <a:lnTo>
                    <a:pt x="8449571" y="751406"/>
                  </a:lnTo>
                  <a:lnTo>
                    <a:pt x="8502732" y="718673"/>
                  </a:lnTo>
                  <a:lnTo>
                    <a:pt x="8555771" y="683963"/>
                  </a:lnTo>
                  <a:lnTo>
                    <a:pt x="8608826" y="647517"/>
                  </a:lnTo>
                  <a:lnTo>
                    <a:pt x="8661968" y="609648"/>
                  </a:lnTo>
                  <a:lnTo>
                    <a:pt x="8715209" y="570730"/>
                  </a:lnTo>
                  <a:lnTo>
                    <a:pt x="8768524" y="531185"/>
                  </a:lnTo>
                  <a:lnTo>
                    <a:pt x="8821860" y="491466"/>
                  </a:lnTo>
                  <a:lnTo>
                    <a:pt x="8875161" y="452035"/>
                  </a:lnTo>
                  <a:lnTo>
                    <a:pt x="8928379" y="413336"/>
                  </a:lnTo>
                  <a:lnTo>
                    <a:pt x="8981496" y="375785"/>
                  </a:lnTo>
                  <a:lnTo>
                    <a:pt x="9034538" y="339739"/>
                  </a:lnTo>
                  <a:lnTo>
                    <a:pt x="9087591" y="305495"/>
                  </a:lnTo>
                  <a:lnTo>
                    <a:pt x="9140814" y="273276"/>
                  </a:lnTo>
                  <a:lnTo>
                    <a:pt x="9194452" y="243228"/>
                  </a:lnTo>
                  <a:lnTo>
                    <a:pt x="9248854" y="215426"/>
                  </a:lnTo>
                  <a:lnTo>
                    <a:pt x="9304493" y="189877"/>
                  </a:lnTo>
                  <a:lnTo>
                    <a:pt x="9347647" y="172067"/>
                  </a:lnTo>
                  <a:lnTo>
                    <a:pt x="9399449" y="152950"/>
                  </a:lnTo>
                  <a:lnTo>
                    <a:pt x="9453694" y="135490"/>
                  </a:lnTo>
                  <a:lnTo>
                    <a:pt x="9511061" y="119627"/>
                  </a:lnTo>
                  <a:lnTo>
                    <a:pt x="9572300" y="105250"/>
                  </a:lnTo>
                  <a:lnTo>
                    <a:pt x="9638185" y="92221"/>
                  </a:lnTo>
                  <a:lnTo>
                    <a:pt x="9709475" y="80400"/>
                  </a:lnTo>
                  <a:lnTo>
                    <a:pt x="9786864" y="69657"/>
                  </a:lnTo>
                  <a:lnTo>
                    <a:pt x="9870911" y="59875"/>
                  </a:lnTo>
                  <a:lnTo>
                    <a:pt x="9961949" y="50959"/>
                  </a:lnTo>
                  <a:lnTo>
                    <a:pt x="10059968" y="42833"/>
                  </a:lnTo>
                  <a:lnTo>
                    <a:pt x="10164481" y="35448"/>
                  </a:lnTo>
                  <a:lnTo>
                    <a:pt x="10274373" y="28776"/>
                  </a:lnTo>
                  <a:lnTo>
                    <a:pt x="10387777" y="22808"/>
                  </a:lnTo>
                  <a:lnTo>
                    <a:pt x="10502021" y="17552"/>
                  </a:lnTo>
                  <a:lnTo>
                    <a:pt x="10613689" y="13022"/>
                  </a:lnTo>
                  <a:lnTo>
                    <a:pt x="10718853" y="9231"/>
                  </a:lnTo>
                  <a:lnTo>
                    <a:pt x="10813491" y="6179"/>
                  </a:lnTo>
                  <a:lnTo>
                    <a:pt x="10894048" y="3839"/>
                  </a:lnTo>
                  <a:lnTo>
                    <a:pt x="10958012" y="2159"/>
                  </a:lnTo>
                  <a:lnTo>
                    <a:pt x="11004396" y="1051"/>
                  </a:lnTo>
                  <a:lnTo>
                    <a:pt x="11033978" y="407"/>
                  </a:lnTo>
                  <a:lnTo>
                    <a:pt x="11049296" y="101"/>
                  </a:lnTo>
                  <a:lnTo>
                    <a:pt x="11054452" y="7"/>
                  </a:lnTo>
                  <a:lnTo>
                    <a:pt x="11054891" y="0"/>
                  </a:lnTo>
                  <a:lnTo>
                    <a:pt x="12049831" y="0"/>
                  </a:lnTo>
                  <a:lnTo>
                    <a:pt x="12049831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07" name="pl2206"/>
            <p:cNvSpPr/>
            <p:nvPr/>
          </p:nvSpPr>
          <p:spPr>
            <a:xfrm>
              <a:off x="1199187" y="2656836"/>
              <a:ext cx="12049831" cy="3930475"/>
            </a:xfrm>
            <a:custGeom>
              <a:avLst/>
              <a:pathLst>
                <a:path w="12049831" h="3930475">
                  <a:moveTo>
                    <a:pt x="12049831" y="0"/>
                  </a:moveTo>
                  <a:lnTo>
                    <a:pt x="11054891" y="0"/>
                  </a:lnTo>
                  <a:lnTo>
                    <a:pt x="11053763" y="19"/>
                  </a:lnTo>
                  <a:lnTo>
                    <a:pt x="11046318" y="158"/>
                  </a:lnTo>
                  <a:lnTo>
                    <a:pt x="11027448" y="544"/>
                  </a:lnTo>
                  <a:lnTo>
                    <a:pt x="10993454" y="1303"/>
                  </a:lnTo>
                  <a:lnTo>
                    <a:pt x="10942267" y="2557"/>
                  </a:lnTo>
                  <a:lnTo>
                    <a:pt x="10873599" y="4410"/>
                  </a:lnTo>
                  <a:lnTo>
                    <a:pt x="10788891" y="6941"/>
                  </a:lnTo>
                  <a:lnTo>
                    <a:pt x="10690992" y="10193"/>
                  </a:lnTo>
                  <a:lnTo>
                    <a:pt x="10583646" y="14187"/>
                  </a:lnTo>
                  <a:lnTo>
                    <a:pt x="10470900" y="18917"/>
                  </a:lnTo>
                  <a:lnTo>
                    <a:pt x="10356574" y="24369"/>
                  </a:lnTo>
                  <a:lnTo>
                    <a:pt x="10243899" y="30530"/>
                  </a:lnTo>
                  <a:lnTo>
                    <a:pt x="10135326" y="37395"/>
                  </a:lnTo>
                  <a:lnTo>
                    <a:pt x="10032505" y="44978"/>
                  </a:lnTo>
                  <a:lnTo>
                    <a:pt x="9936368" y="53314"/>
                  </a:lnTo>
                  <a:lnTo>
                    <a:pt x="9847257" y="62459"/>
                  </a:lnTo>
                  <a:lnTo>
                    <a:pt x="9765074" y="72493"/>
                  </a:lnTo>
                  <a:lnTo>
                    <a:pt x="9689415" y="83518"/>
                  </a:lnTo>
                  <a:lnTo>
                    <a:pt x="9619674" y="95655"/>
                  </a:lnTo>
                  <a:lnTo>
                    <a:pt x="9555136" y="109039"/>
                  </a:lnTo>
                  <a:lnTo>
                    <a:pt x="9495031" y="123810"/>
                  </a:lnTo>
                  <a:lnTo>
                    <a:pt x="9438589" y="140099"/>
                  </a:lnTo>
                  <a:lnTo>
                    <a:pt x="9385076" y="158009"/>
                  </a:lnTo>
                  <a:lnTo>
                    <a:pt x="9347647" y="172067"/>
                  </a:lnTo>
                  <a:lnTo>
                    <a:pt x="9290673" y="195949"/>
                  </a:lnTo>
                  <a:lnTo>
                    <a:pt x="9235390" y="222049"/>
                  </a:lnTo>
                  <a:lnTo>
                    <a:pt x="9181213" y="250407"/>
                  </a:lnTo>
                  <a:lnTo>
                    <a:pt x="9127706" y="280998"/>
                  </a:lnTo>
                  <a:lnTo>
                    <a:pt x="9074544" y="313731"/>
                  </a:lnTo>
                  <a:lnTo>
                    <a:pt x="9021506" y="348441"/>
                  </a:lnTo>
                  <a:lnTo>
                    <a:pt x="8968450" y="384887"/>
                  </a:lnTo>
                  <a:lnTo>
                    <a:pt x="8915309" y="422756"/>
                  </a:lnTo>
                  <a:lnTo>
                    <a:pt x="8862067" y="461674"/>
                  </a:lnTo>
                  <a:lnTo>
                    <a:pt x="8808753" y="501219"/>
                  </a:lnTo>
                  <a:lnTo>
                    <a:pt x="8755416" y="540938"/>
                  </a:lnTo>
                  <a:lnTo>
                    <a:pt x="8702116" y="580369"/>
                  </a:lnTo>
                  <a:lnTo>
                    <a:pt x="8648898" y="619067"/>
                  </a:lnTo>
                  <a:lnTo>
                    <a:pt x="8595781" y="656619"/>
                  </a:lnTo>
                  <a:lnTo>
                    <a:pt x="8542738" y="692665"/>
                  </a:lnTo>
                  <a:lnTo>
                    <a:pt x="8489685" y="726908"/>
                  </a:lnTo>
                  <a:lnTo>
                    <a:pt x="8436463" y="759128"/>
                  </a:lnTo>
                  <a:lnTo>
                    <a:pt x="8382825" y="789176"/>
                  </a:lnTo>
                  <a:lnTo>
                    <a:pt x="8328422" y="816978"/>
                  </a:lnTo>
                  <a:lnTo>
                    <a:pt x="8272783" y="842527"/>
                  </a:lnTo>
                  <a:lnTo>
                    <a:pt x="8229629" y="860337"/>
                  </a:lnTo>
                  <a:lnTo>
                    <a:pt x="8177827" y="879454"/>
                  </a:lnTo>
                  <a:lnTo>
                    <a:pt x="8123583" y="896914"/>
                  </a:lnTo>
                  <a:lnTo>
                    <a:pt x="8066215" y="912777"/>
                  </a:lnTo>
                  <a:lnTo>
                    <a:pt x="8004976" y="927154"/>
                  </a:lnTo>
                  <a:lnTo>
                    <a:pt x="7939091" y="940183"/>
                  </a:lnTo>
                  <a:lnTo>
                    <a:pt x="7867801" y="952004"/>
                  </a:lnTo>
                  <a:lnTo>
                    <a:pt x="7790412" y="962747"/>
                  </a:lnTo>
                  <a:lnTo>
                    <a:pt x="7706365" y="972529"/>
                  </a:lnTo>
                  <a:lnTo>
                    <a:pt x="7615328" y="981445"/>
                  </a:lnTo>
                  <a:lnTo>
                    <a:pt x="7517308" y="989571"/>
                  </a:lnTo>
                  <a:lnTo>
                    <a:pt x="7412795" y="996955"/>
                  </a:lnTo>
                  <a:lnTo>
                    <a:pt x="7302904" y="1003628"/>
                  </a:lnTo>
                  <a:lnTo>
                    <a:pt x="7189500" y="1009596"/>
                  </a:lnTo>
                  <a:lnTo>
                    <a:pt x="7075255" y="1014852"/>
                  </a:lnTo>
                  <a:lnTo>
                    <a:pt x="6963587" y="1019382"/>
                  </a:lnTo>
                  <a:lnTo>
                    <a:pt x="6858424" y="1023173"/>
                  </a:lnTo>
                  <a:lnTo>
                    <a:pt x="6763785" y="1026225"/>
                  </a:lnTo>
                  <a:lnTo>
                    <a:pt x="6683229" y="1028564"/>
                  </a:lnTo>
                  <a:lnTo>
                    <a:pt x="6619265" y="1030245"/>
                  </a:lnTo>
                  <a:lnTo>
                    <a:pt x="6572881" y="1031353"/>
                  </a:lnTo>
                  <a:lnTo>
                    <a:pt x="6543298" y="1031997"/>
                  </a:lnTo>
                  <a:lnTo>
                    <a:pt x="6527981" y="1032303"/>
                  </a:lnTo>
                  <a:lnTo>
                    <a:pt x="6522825" y="1032397"/>
                  </a:lnTo>
                  <a:lnTo>
                    <a:pt x="6522385" y="1032404"/>
                  </a:lnTo>
                  <a:lnTo>
                    <a:pt x="5527445" y="1032404"/>
                  </a:lnTo>
                  <a:lnTo>
                    <a:pt x="5526372" y="1032457"/>
                  </a:lnTo>
                  <a:lnTo>
                    <a:pt x="5519278" y="1032829"/>
                  </a:lnTo>
                  <a:lnTo>
                    <a:pt x="5501274" y="1033856"/>
                  </a:lnTo>
                  <a:lnTo>
                    <a:pt x="5468782" y="1035881"/>
                  </a:lnTo>
                  <a:lnTo>
                    <a:pt x="5419738" y="1039231"/>
                  </a:lnTo>
                  <a:lnTo>
                    <a:pt x="5353741" y="1044187"/>
                  </a:lnTo>
                  <a:lnTo>
                    <a:pt x="5272020" y="1050962"/>
                  </a:lnTo>
                  <a:lnTo>
                    <a:pt x="5177166" y="1059689"/>
                  </a:lnTo>
                  <a:lnTo>
                    <a:pt x="5072664" y="1070424"/>
                  </a:lnTo>
                  <a:lnTo>
                    <a:pt x="4962359" y="1083163"/>
                  </a:lnTo>
                  <a:lnTo>
                    <a:pt x="4849947" y="1097871"/>
                  </a:lnTo>
                  <a:lnTo>
                    <a:pt x="4738617" y="1114506"/>
                  </a:lnTo>
                  <a:lnTo>
                    <a:pt x="4630846" y="1133054"/>
                  </a:lnTo>
                  <a:lnTo>
                    <a:pt x="4528361" y="1153539"/>
                  </a:lnTo>
                  <a:lnTo>
                    <a:pt x="4432186" y="1176038"/>
                  </a:lnTo>
                  <a:lnTo>
                    <a:pt x="4342771" y="1200690"/>
                  </a:lnTo>
                  <a:lnTo>
                    <a:pt x="4260117" y="1227692"/>
                  </a:lnTo>
                  <a:lnTo>
                    <a:pt x="4183905" y="1257301"/>
                  </a:lnTo>
                  <a:lnTo>
                    <a:pt x="4113607" y="1289826"/>
                  </a:lnTo>
                  <a:lnTo>
                    <a:pt x="4048567" y="1325617"/>
                  </a:lnTo>
                  <a:lnTo>
                    <a:pt x="3988064" y="1365046"/>
                  </a:lnTo>
                  <a:lnTo>
                    <a:pt x="3931360" y="1408480"/>
                  </a:lnTo>
                  <a:lnTo>
                    <a:pt x="3877741" y="1456229"/>
                  </a:lnTo>
                  <a:lnTo>
                    <a:pt x="3826551" y="1508468"/>
                  </a:lnTo>
                  <a:lnTo>
                    <a:pt x="3820202" y="1515416"/>
                  </a:lnTo>
                  <a:lnTo>
                    <a:pt x="3776332" y="1566280"/>
                  </a:lnTo>
                  <a:lnTo>
                    <a:pt x="3733546" y="1620782"/>
                  </a:lnTo>
                  <a:lnTo>
                    <a:pt x="3691557" y="1678995"/>
                  </a:lnTo>
                  <a:lnTo>
                    <a:pt x="3650131" y="1740937"/>
                  </a:lnTo>
                  <a:lnTo>
                    <a:pt x="3609081" y="1806566"/>
                  </a:lnTo>
                  <a:lnTo>
                    <a:pt x="3568259" y="1875769"/>
                  </a:lnTo>
                  <a:lnTo>
                    <a:pt x="3527554" y="1948363"/>
                  </a:lnTo>
                  <a:lnTo>
                    <a:pt x="3486884" y="2024093"/>
                  </a:lnTo>
                  <a:lnTo>
                    <a:pt x="3446195" y="2102629"/>
                  </a:lnTo>
                  <a:lnTo>
                    <a:pt x="3405457" y="2183575"/>
                  </a:lnTo>
                  <a:lnTo>
                    <a:pt x="3364658" y="2266470"/>
                  </a:lnTo>
                  <a:lnTo>
                    <a:pt x="3323805" y="2350803"/>
                  </a:lnTo>
                  <a:lnTo>
                    <a:pt x="3282914" y="2436023"/>
                  </a:lnTo>
                  <a:lnTo>
                    <a:pt x="3242008" y="2521554"/>
                  </a:lnTo>
                  <a:lnTo>
                    <a:pt x="3201115" y="2606811"/>
                  </a:lnTo>
                  <a:lnTo>
                    <a:pt x="3160259" y="2691215"/>
                  </a:lnTo>
                  <a:lnTo>
                    <a:pt x="3119457" y="2774215"/>
                  </a:lnTo>
                  <a:lnTo>
                    <a:pt x="3078715" y="2855296"/>
                  </a:lnTo>
                  <a:lnTo>
                    <a:pt x="3038023" y="2933994"/>
                  </a:lnTo>
                  <a:lnTo>
                    <a:pt x="2997354" y="3009908"/>
                  </a:lnTo>
                  <a:lnTo>
                    <a:pt x="2956653" y="3082705"/>
                  </a:lnTo>
                  <a:lnTo>
                    <a:pt x="2915841" y="3152124"/>
                  </a:lnTo>
                  <a:lnTo>
                    <a:pt x="2874809" y="3217978"/>
                  </a:lnTo>
                  <a:lnTo>
                    <a:pt x="2833412" y="3280151"/>
                  </a:lnTo>
                  <a:lnTo>
                    <a:pt x="2791464" y="3338596"/>
                  </a:lnTo>
                  <a:lnTo>
                    <a:pt x="2748735" y="3393326"/>
                  </a:lnTo>
                  <a:lnTo>
                    <a:pt x="2704942" y="3444412"/>
                  </a:lnTo>
                  <a:lnTo>
                    <a:pt x="2702183" y="3447463"/>
                  </a:lnTo>
                  <a:lnTo>
                    <a:pt x="2651259" y="3500275"/>
                  </a:lnTo>
                  <a:lnTo>
                    <a:pt x="2597983" y="3548587"/>
                  </a:lnTo>
                  <a:lnTo>
                    <a:pt x="2541709" y="3592553"/>
                  </a:lnTo>
                  <a:lnTo>
                    <a:pt x="2481728" y="3632471"/>
                  </a:lnTo>
                  <a:lnTo>
                    <a:pt x="2417304" y="3668702"/>
                  </a:lnTo>
                  <a:lnTo>
                    <a:pt x="2347712" y="3701621"/>
                  </a:lnTo>
                  <a:lnTo>
                    <a:pt x="2272283" y="3731582"/>
                  </a:lnTo>
                  <a:lnTo>
                    <a:pt x="2190469" y="3758899"/>
                  </a:lnTo>
                  <a:lnTo>
                    <a:pt x="2101919" y="3783837"/>
                  </a:lnTo>
                  <a:lnTo>
                    <a:pt x="2006588" y="3806600"/>
                  </a:lnTo>
                  <a:lnTo>
                    <a:pt x="1904859" y="3827335"/>
                  </a:lnTo>
                  <a:lnTo>
                    <a:pt x="1797679" y="3846126"/>
                  </a:lnTo>
                  <a:lnTo>
                    <a:pt x="1686679" y="3863005"/>
                  </a:lnTo>
                  <a:lnTo>
                    <a:pt x="1574241" y="3877959"/>
                  </a:lnTo>
                  <a:lnTo>
                    <a:pt x="1463471" y="3890950"/>
                  </a:lnTo>
                  <a:lnTo>
                    <a:pt x="1358020" y="3901940"/>
                  </a:lnTo>
                  <a:lnTo>
                    <a:pt x="1261735" y="3910921"/>
                  </a:lnTo>
                  <a:lnTo>
                    <a:pt x="1178181" y="3917938"/>
                  </a:lnTo>
                  <a:lnTo>
                    <a:pt x="1110090" y="3923114"/>
                  </a:lnTo>
                  <a:lnTo>
                    <a:pt x="1058882" y="3926653"/>
                  </a:lnTo>
                  <a:lnTo>
                    <a:pt x="1024372" y="3928829"/>
                  </a:lnTo>
                  <a:lnTo>
                    <a:pt x="1004699" y="3929964"/>
                  </a:lnTo>
                  <a:lnTo>
                    <a:pt x="996466" y="3930400"/>
                  </a:lnTo>
                  <a:lnTo>
                    <a:pt x="994942" y="3930475"/>
                  </a:lnTo>
                  <a:lnTo>
                    <a:pt x="994940" y="3930475"/>
                  </a:lnTo>
                  <a:lnTo>
                    <a:pt x="0" y="3930475"/>
                  </a:lnTo>
                  <a:lnTo>
                    <a:pt x="0" y="39304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08" name="pg2207"/>
            <p:cNvSpPr/>
            <p:nvPr/>
          </p:nvSpPr>
          <p:spPr>
            <a:xfrm>
              <a:off x="1199187" y="2525821"/>
              <a:ext cx="12049831" cy="4061491"/>
            </a:xfrm>
            <a:custGeom>
              <a:avLst/>
              <a:pathLst>
                <a:path w="12049831" h="4061491">
                  <a:moveTo>
                    <a:pt x="0" y="4061491"/>
                  </a:moveTo>
                  <a:lnTo>
                    <a:pt x="994940" y="4061491"/>
                  </a:lnTo>
                  <a:lnTo>
                    <a:pt x="995960" y="4061421"/>
                  </a:lnTo>
                  <a:lnTo>
                    <a:pt x="1002711" y="4060927"/>
                  </a:lnTo>
                  <a:lnTo>
                    <a:pt x="1019865" y="4059562"/>
                  </a:lnTo>
                  <a:lnTo>
                    <a:pt x="1050880" y="4056871"/>
                  </a:lnTo>
                  <a:lnTo>
                    <a:pt x="1097808" y="4052418"/>
                  </a:lnTo>
                  <a:lnTo>
                    <a:pt x="1161151" y="4045821"/>
                  </a:lnTo>
                  <a:lnTo>
                    <a:pt x="1239879" y="4036788"/>
                  </a:lnTo>
                  <a:lnTo>
                    <a:pt x="1331654" y="4025130"/>
                  </a:lnTo>
                  <a:lnTo>
                    <a:pt x="1433242" y="4010761"/>
                  </a:lnTo>
                  <a:lnTo>
                    <a:pt x="1541008" y="3993677"/>
                  </a:lnTo>
                  <a:lnTo>
                    <a:pt x="1651389" y="3973922"/>
                  </a:lnTo>
                  <a:lnTo>
                    <a:pt x="1761252" y="3951550"/>
                  </a:lnTo>
                  <a:lnTo>
                    <a:pt x="1868102" y="3926592"/>
                  </a:lnTo>
                  <a:lnTo>
                    <a:pt x="1970151" y="3899028"/>
                  </a:lnTo>
                  <a:lnTo>
                    <a:pt x="2066281" y="3868772"/>
                  </a:lnTo>
                  <a:lnTo>
                    <a:pt x="2155943" y="3835660"/>
                  </a:lnTo>
                  <a:lnTo>
                    <a:pt x="2239037" y="3799451"/>
                  </a:lnTo>
                  <a:lnTo>
                    <a:pt x="2315790" y="3759824"/>
                  </a:lnTo>
                  <a:lnTo>
                    <a:pt x="2386656" y="3716389"/>
                  </a:lnTo>
                  <a:lnTo>
                    <a:pt x="2452226" y="3668695"/>
                  </a:lnTo>
                  <a:lnTo>
                    <a:pt x="2513172" y="3616254"/>
                  </a:lnTo>
                  <a:lnTo>
                    <a:pt x="2570193" y="3558568"/>
                  </a:lnTo>
                  <a:lnTo>
                    <a:pt x="2623980" y="3495190"/>
                  </a:lnTo>
                  <a:lnTo>
                    <a:pt x="2675181" y="3425801"/>
                  </a:lnTo>
                  <a:lnTo>
                    <a:pt x="2702183" y="3385449"/>
                  </a:lnTo>
                  <a:lnTo>
                    <a:pt x="2740566" y="3323548"/>
                  </a:lnTo>
                  <a:lnTo>
                    <a:pt x="2778092" y="3257777"/>
                  </a:lnTo>
                  <a:lnTo>
                    <a:pt x="2814960" y="3188056"/>
                  </a:lnTo>
                  <a:lnTo>
                    <a:pt x="2851335" y="3114352"/>
                  </a:lnTo>
                  <a:lnTo>
                    <a:pt x="2887356" y="3036679"/>
                  </a:lnTo>
                  <a:lnTo>
                    <a:pt x="2923136" y="2955104"/>
                  </a:lnTo>
                  <a:lnTo>
                    <a:pt x="2958765" y="2869751"/>
                  </a:lnTo>
                  <a:lnTo>
                    <a:pt x="2994313" y="2780802"/>
                  </a:lnTo>
                  <a:lnTo>
                    <a:pt x="3029835" y="2688500"/>
                  </a:lnTo>
                  <a:lnTo>
                    <a:pt x="3065366" y="2593147"/>
                  </a:lnTo>
                  <a:lnTo>
                    <a:pt x="3100931" y="2495100"/>
                  </a:lnTo>
                  <a:lnTo>
                    <a:pt x="3136541" y="2394770"/>
                  </a:lnTo>
                  <a:lnTo>
                    <a:pt x="3172196" y="2292614"/>
                  </a:lnTo>
                  <a:lnTo>
                    <a:pt x="3207890" y="2189127"/>
                  </a:lnTo>
                  <a:lnTo>
                    <a:pt x="3243608" y="2084831"/>
                  </a:lnTo>
                  <a:lnTo>
                    <a:pt x="3279336" y="1980265"/>
                  </a:lnTo>
                  <a:lnTo>
                    <a:pt x="3315054" y="1875977"/>
                  </a:lnTo>
                  <a:lnTo>
                    <a:pt x="3350747" y="1772507"/>
                  </a:lnTo>
                  <a:lnTo>
                    <a:pt x="3386401" y="1670376"/>
                  </a:lnTo>
                  <a:lnTo>
                    <a:pt x="3422010" y="1570079"/>
                  </a:lnTo>
                  <a:lnTo>
                    <a:pt x="3457575" y="1472071"/>
                  </a:lnTo>
                  <a:lnTo>
                    <a:pt x="3493106" y="1376763"/>
                  </a:lnTo>
                  <a:lnTo>
                    <a:pt x="3528628" y="1284511"/>
                  </a:lnTo>
                  <a:lnTo>
                    <a:pt x="3564177" y="1195617"/>
                  </a:lnTo>
                  <a:lnTo>
                    <a:pt x="3599807" y="1110322"/>
                  </a:lnTo>
                  <a:lnTo>
                    <a:pt x="3635590" y="1028807"/>
                  </a:lnTo>
                  <a:lnTo>
                    <a:pt x="3671616" y="951195"/>
                  </a:lnTo>
                  <a:lnTo>
                    <a:pt x="3707998" y="877553"/>
                  </a:lnTo>
                  <a:lnTo>
                    <a:pt x="3744874" y="807895"/>
                  </a:lnTo>
                  <a:lnTo>
                    <a:pt x="3782412" y="742185"/>
                  </a:lnTo>
                  <a:lnTo>
                    <a:pt x="3820202" y="681282"/>
                  </a:lnTo>
                  <a:lnTo>
                    <a:pt x="3870242" y="608570"/>
                  </a:lnTo>
                  <a:lnTo>
                    <a:pt x="3922544" y="541945"/>
                  </a:lnTo>
                  <a:lnTo>
                    <a:pt x="3977719" y="481209"/>
                  </a:lnTo>
                  <a:lnTo>
                    <a:pt x="4036441" y="425972"/>
                  </a:lnTo>
                  <a:lnTo>
                    <a:pt x="4099407" y="375755"/>
                  </a:lnTo>
                  <a:lnTo>
                    <a:pt x="4167310" y="330060"/>
                  </a:lnTo>
                  <a:lnTo>
                    <a:pt x="4240790" y="288412"/>
                  </a:lnTo>
                  <a:lnTo>
                    <a:pt x="4320387" y="250386"/>
                  </a:lnTo>
                  <a:lnTo>
                    <a:pt x="4406461" y="215623"/>
                  </a:lnTo>
                  <a:lnTo>
                    <a:pt x="4499105" y="183837"/>
                  </a:lnTo>
                  <a:lnTo>
                    <a:pt x="4598030" y="154822"/>
                  </a:lnTo>
                  <a:lnTo>
                    <a:pt x="4702443" y="128451"/>
                  </a:lnTo>
                  <a:lnTo>
                    <a:pt x="4810929" y="104670"/>
                  </a:lnTo>
                  <a:lnTo>
                    <a:pt x="4921379" y="83484"/>
                  </a:lnTo>
                  <a:lnTo>
                    <a:pt x="5030990" y="64939"/>
                  </a:lnTo>
                  <a:lnTo>
                    <a:pt x="5136399" y="49088"/>
                  </a:lnTo>
                  <a:lnTo>
                    <a:pt x="5233956" y="35958"/>
                  </a:lnTo>
                  <a:lnTo>
                    <a:pt x="5320147" y="25512"/>
                  </a:lnTo>
                  <a:lnTo>
                    <a:pt x="5392087" y="17619"/>
                  </a:lnTo>
                  <a:lnTo>
                    <a:pt x="5447992" y="12040"/>
                  </a:lnTo>
                  <a:lnTo>
                    <a:pt x="5487515" y="8441"/>
                  </a:lnTo>
                  <a:lnTo>
                    <a:pt x="5511874" y="6410"/>
                  </a:lnTo>
                  <a:lnTo>
                    <a:pt x="5523784" y="5498"/>
                  </a:lnTo>
                  <a:lnTo>
                    <a:pt x="5527277" y="5251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14" y="5307"/>
                  </a:lnTo>
                  <a:lnTo>
                    <a:pt x="6530215" y="5786"/>
                  </a:lnTo>
                  <a:lnTo>
                    <a:pt x="6547495" y="7109"/>
                  </a:lnTo>
                  <a:lnTo>
                    <a:pt x="6578729" y="9716"/>
                  </a:lnTo>
                  <a:lnTo>
                    <a:pt x="6625971" y="14030"/>
                  </a:lnTo>
                  <a:lnTo>
                    <a:pt x="6689709" y="20419"/>
                  </a:lnTo>
                  <a:lnTo>
                    <a:pt x="6768883" y="29166"/>
                  </a:lnTo>
                  <a:lnTo>
                    <a:pt x="6861120" y="40452"/>
                  </a:lnTo>
                  <a:lnTo>
                    <a:pt x="6963146" y="54357"/>
                  </a:lnTo>
                  <a:lnTo>
                    <a:pt x="7071298" y="70886"/>
                  </a:lnTo>
                  <a:lnTo>
                    <a:pt x="7181989" y="89993"/>
                  </a:lnTo>
                  <a:lnTo>
                    <a:pt x="7292079" y="111628"/>
                  </a:lnTo>
                  <a:lnTo>
                    <a:pt x="7399073" y="135762"/>
                  </a:lnTo>
                  <a:lnTo>
                    <a:pt x="7501195" y="162416"/>
                  </a:lnTo>
                  <a:lnTo>
                    <a:pt x="7597337" y="191675"/>
                  </a:lnTo>
                  <a:lnTo>
                    <a:pt x="7686966" y="223701"/>
                  </a:lnTo>
                  <a:lnTo>
                    <a:pt x="7769996" y="258731"/>
                  </a:lnTo>
                  <a:lnTo>
                    <a:pt x="7846670" y="297078"/>
                  </a:lnTo>
                  <a:lnTo>
                    <a:pt x="7917450" y="339125"/>
                  </a:lnTo>
                  <a:lnTo>
                    <a:pt x="7982940" y="385309"/>
                  </a:lnTo>
                  <a:lnTo>
                    <a:pt x="8043818" y="436105"/>
                  </a:lnTo>
                  <a:lnTo>
                    <a:pt x="8100788" y="491994"/>
                  </a:lnTo>
                  <a:lnTo>
                    <a:pt x="8154545" y="553405"/>
                  </a:lnTo>
                  <a:lnTo>
                    <a:pt x="8205741" y="620636"/>
                  </a:lnTo>
                  <a:lnTo>
                    <a:pt x="8229629" y="655079"/>
                  </a:lnTo>
                  <a:lnTo>
                    <a:pt x="8268654" y="715619"/>
                  </a:lnTo>
                  <a:lnTo>
                    <a:pt x="8306795" y="780008"/>
                  </a:lnTo>
                  <a:lnTo>
                    <a:pt x="8344263" y="848325"/>
                  </a:lnTo>
                  <a:lnTo>
                    <a:pt x="8381229" y="920602"/>
                  </a:lnTo>
                  <a:lnTo>
                    <a:pt x="8417838" y="996822"/>
                  </a:lnTo>
                  <a:lnTo>
                    <a:pt x="8454205" y="1076911"/>
                  </a:lnTo>
                  <a:lnTo>
                    <a:pt x="8490424" y="1160741"/>
                  </a:lnTo>
                  <a:lnTo>
                    <a:pt x="8526568" y="1248119"/>
                  </a:lnTo>
                  <a:lnTo>
                    <a:pt x="8562690" y="1338792"/>
                  </a:lnTo>
                  <a:lnTo>
                    <a:pt x="8598828" y="1432449"/>
                  </a:lnTo>
                  <a:lnTo>
                    <a:pt x="8635002" y="1528717"/>
                  </a:lnTo>
                  <a:lnTo>
                    <a:pt x="8671224" y="1627173"/>
                  </a:lnTo>
                  <a:lnTo>
                    <a:pt x="8707491" y="1727347"/>
                  </a:lnTo>
                  <a:lnTo>
                    <a:pt x="8743796" y="1828732"/>
                  </a:lnTo>
                  <a:lnTo>
                    <a:pt x="8780123" y="1930796"/>
                  </a:lnTo>
                  <a:lnTo>
                    <a:pt x="8816454" y="2032989"/>
                  </a:lnTo>
                  <a:lnTo>
                    <a:pt x="8852771" y="2134759"/>
                  </a:lnTo>
                  <a:lnTo>
                    <a:pt x="8889058" y="2235566"/>
                  </a:lnTo>
                  <a:lnTo>
                    <a:pt x="8925301" y="2334889"/>
                  </a:lnTo>
                  <a:lnTo>
                    <a:pt x="8961497" y="2432238"/>
                  </a:lnTo>
                  <a:lnTo>
                    <a:pt x="8997650" y="2527168"/>
                  </a:lnTo>
                  <a:lnTo>
                    <a:pt x="9033776" y="2619283"/>
                  </a:lnTo>
                  <a:lnTo>
                    <a:pt x="9069904" y="2708241"/>
                  </a:lnTo>
                  <a:lnTo>
                    <a:pt x="9106080" y="2793761"/>
                  </a:lnTo>
                  <a:lnTo>
                    <a:pt x="9142368" y="2875624"/>
                  </a:lnTo>
                  <a:lnTo>
                    <a:pt x="9178850" y="2953670"/>
                  </a:lnTo>
                  <a:lnTo>
                    <a:pt x="9215633" y="3027800"/>
                  </a:lnTo>
                  <a:lnTo>
                    <a:pt x="9252846" y="3097972"/>
                  </a:lnTo>
                  <a:lnTo>
                    <a:pt x="9290648" y="3164195"/>
                  </a:lnTo>
                  <a:lnTo>
                    <a:pt x="9329230" y="3226528"/>
                  </a:lnTo>
                  <a:lnTo>
                    <a:pt x="9347647" y="3254433"/>
                  </a:lnTo>
                  <a:lnTo>
                    <a:pt x="9397820" y="3324500"/>
                  </a:lnTo>
                  <a:lnTo>
                    <a:pt x="9450268" y="3388686"/>
                  </a:lnTo>
                  <a:lnTo>
                    <a:pt x="9505607" y="3447184"/>
                  </a:lnTo>
                  <a:lnTo>
                    <a:pt x="9564517" y="3500372"/>
                  </a:lnTo>
                  <a:lnTo>
                    <a:pt x="9627700" y="3548714"/>
                  </a:lnTo>
                  <a:lnTo>
                    <a:pt x="9695854" y="3592693"/>
                  </a:lnTo>
                  <a:lnTo>
                    <a:pt x="9769625" y="3632769"/>
                  </a:lnTo>
                  <a:lnTo>
                    <a:pt x="9849551" y="3669351"/>
                  </a:lnTo>
                  <a:lnTo>
                    <a:pt x="9935994" y="3702788"/>
                  </a:lnTo>
                  <a:lnTo>
                    <a:pt x="10029038" y="3733353"/>
                  </a:lnTo>
                  <a:lnTo>
                    <a:pt x="10128383" y="3761245"/>
                  </a:lnTo>
                  <a:lnTo>
                    <a:pt x="10233212" y="3786585"/>
                  </a:lnTo>
                  <a:lnTo>
                    <a:pt x="10342080" y="3809423"/>
                  </a:lnTo>
                  <a:lnTo>
                    <a:pt x="10452837" y="3829753"/>
                  </a:lnTo>
                  <a:lnTo>
                    <a:pt x="10562637" y="3847529"/>
                  </a:lnTo>
                  <a:lnTo>
                    <a:pt x="10668073" y="3862699"/>
                  </a:lnTo>
                  <a:lnTo>
                    <a:pt x="10765464" y="3875241"/>
                  </a:lnTo>
                  <a:lnTo>
                    <a:pt x="10851286" y="3885193"/>
                  </a:lnTo>
                  <a:lnTo>
                    <a:pt x="10922671" y="3892687"/>
                  </a:lnTo>
                  <a:lnTo>
                    <a:pt x="10977886" y="3897958"/>
                  </a:lnTo>
                  <a:lnTo>
                    <a:pt x="11016659" y="3901336"/>
                  </a:lnTo>
                  <a:lnTo>
                    <a:pt x="11040301" y="3903222"/>
                  </a:lnTo>
                  <a:lnTo>
                    <a:pt x="11051628" y="3904052"/>
                  </a:lnTo>
                  <a:lnTo>
                    <a:pt x="11054891" y="3904272"/>
                  </a:lnTo>
                  <a:lnTo>
                    <a:pt x="12049831" y="3904272"/>
                  </a:lnTo>
                  <a:lnTo>
                    <a:pt x="12049831" y="3899031"/>
                  </a:lnTo>
                  <a:lnTo>
                    <a:pt x="11054891" y="3899031"/>
                  </a:lnTo>
                  <a:lnTo>
                    <a:pt x="11053862" y="3898964"/>
                  </a:lnTo>
                  <a:lnTo>
                    <a:pt x="11047062" y="3898485"/>
                  </a:lnTo>
                  <a:lnTo>
                    <a:pt x="11029781" y="3897163"/>
                  </a:lnTo>
                  <a:lnTo>
                    <a:pt x="10998548" y="3894556"/>
                  </a:lnTo>
                  <a:lnTo>
                    <a:pt x="10951306" y="3890241"/>
                  </a:lnTo>
                  <a:lnTo>
                    <a:pt x="10887568" y="3883852"/>
                  </a:lnTo>
                  <a:lnTo>
                    <a:pt x="10808394" y="3875105"/>
                  </a:lnTo>
                  <a:lnTo>
                    <a:pt x="10716157" y="3863820"/>
                  </a:lnTo>
                  <a:lnTo>
                    <a:pt x="10614130" y="3849914"/>
                  </a:lnTo>
                  <a:lnTo>
                    <a:pt x="10505979" y="3833386"/>
                  </a:lnTo>
                  <a:lnTo>
                    <a:pt x="10395288" y="3814278"/>
                  </a:lnTo>
                  <a:lnTo>
                    <a:pt x="10285198" y="3792643"/>
                  </a:lnTo>
                  <a:lnTo>
                    <a:pt x="10178203" y="3768509"/>
                  </a:lnTo>
                  <a:lnTo>
                    <a:pt x="10076082" y="3741856"/>
                  </a:lnTo>
                  <a:lnTo>
                    <a:pt x="9979940" y="3712596"/>
                  </a:lnTo>
                  <a:lnTo>
                    <a:pt x="9890311" y="3680571"/>
                  </a:lnTo>
                  <a:lnTo>
                    <a:pt x="9807280" y="3645540"/>
                  </a:lnTo>
                  <a:lnTo>
                    <a:pt x="9730607" y="3607193"/>
                  </a:lnTo>
                  <a:lnTo>
                    <a:pt x="9659826" y="3565147"/>
                  </a:lnTo>
                  <a:lnTo>
                    <a:pt x="9594336" y="3518963"/>
                  </a:lnTo>
                  <a:lnTo>
                    <a:pt x="9533459" y="3468166"/>
                  </a:lnTo>
                  <a:lnTo>
                    <a:pt x="9476489" y="3412278"/>
                  </a:lnTo>
                  <a:lnTo>
                    <a:pt x="9422731" y="3350867"/>
                  </a:lnTo>
                  <a:lnTo>
                    <a:pt x="9371536" y="3283636"/>
                  </a:lnTo>
                  <a:lnTo>
                    <a:pt x="9347647" y="3249193"/>
                  </a:lnTo>
                  <a:lnTo>
                    <a:pt x="9308623" y="3188652"/>
                  </a:lnTo>
                  <a:lnTo>
                    <a:pt x="9270481" y="3124263"/>
                  </a:lnTo>
                  <a:lnTo>
                    <a:pt x="9233014" y="3055946"/>
                  </a:lnTo>
                  <a:lnTo>
                    <a:pt x="9196047" y="2983669"/>
                  </a:lnTo>
                  <a:lnTo>
                    <a:pt x="9159439" y="2907450"/>
                  </a:lnTo>
                  <a:lnTo>
                    <a:pt x="9123072" y="2827360"/>
                  </a:lnTo>
                  <a:lnTo>
                    <a:pt x="9086852" y="2743531"/>
                  </a:lnTo>
                  <a:lnTo>
                    <a:pt x="9050708" y="2656153"/>
                  </a:lnTo>
                  <a:lnTo>
                    <a:pt x="9014586" y="2565479"/>
                  </a:lnTo>
                  <a:lnTo>
                    <a:pt x="8978449" y="2471823"/>
                  </a:lnTo>
                  <a:lnTo>
                    <a:pt x="8942274" y="2375555"/>
                  </a:lnTo>
                  <a:lnTo>
                    <a:pt x="8906053" y="2277099"/>
                  </a:lnTo>
                  <a:lnTo>
                    <a:pt x="8869785" y="2176925"/>
                  </a:lnTo>
                  <a:lnTo>
                    <a:pt x="8833481" y="2075539"/>
                  </a:lnTo>
                  <a:lnTo>
                    <a:pt x="8797154" y="1973476"/>
                  </a:lnTo>
                  <a:lnTo>
                    <a:pt x="8760822" y="1871283"/>
                  </a:lnTo>
                  <a:lnTo>
                    <a:pt x="8724505" y="1769512"/>
                  </a:lnTo>
                  <a:lnTo>
                    <a:pt x="8688219" y="1668705"/>
                  </a:lnTo>
                  <a:lnTo>
                    <a:pt x="8651975" y="1569383"/>
                  </a:lnTo>
                  <a:lnTo>
                    <a:pt x="8615779" y="1472034"/>
                  </a:lnTo>
                  <a:lnTo>
                    <a:pt x="8579626" y="1377103"/>
                  </a:lnTo>
                  <a:lnTo>
                    <a:pt x="8543501" y="1284989"/>
                  </a:lnTo>
                  <a:lnTo>
                    <a:pt x="8507373" y="1196031"/>
                  </a:lnTo>
                  <a:lnTo>
                    <a:pt x="8471196" y="1110510"/>
                  </a:lnTo>
                  <a:lnTo>
                    <a:pt x="8434909" y="1028648"/>
                  </a:lnTo>
                  <a:lnTo>
                    <a:pt x="8398426" y="950602"/>
                  </a:lnTo>
                  <a:lnTo>
                    <a:pt x="8361644" y="876471"/>
                  </a:lnTo>
                  <a:lnTo>
                    <a:pt x="8324431" y="806299"/>
                  </a:lnTo>
                  <a:lnTo>
                    <a:pt x="8286629" y="740076"/>
                  </a:lnTo>
                  <a:lnTo>
                    <a:pt x="8248047" y="677744"/>
                  </a:lnTo>
                  <a:lnTo>
                    <a:pt x="8229629" y="649838"/>
                  </a:lnTo>
                  <a:lnTo>
                    <a:pt x="8179457" y="579771"/>
                  </a:lnTo>
                  <a:lnTo>
                    <a:pt x="8127009" y="515585"/>
                  </a:lnTo>
                  <a:lnTo>
                    <a:pt x="8071669" y="457088"/>
                  </a:lnTo>
                  <a:lnTo>
                    <a:pt x="8012760" y="403900"/>
                  </a:lnTo>
                  <a:lnTo>
                    <a:pt x="7949576" y="355557"/>
                  </a:lnTo>
                  <a:lnTo>
                    <a:pt x="7881422" y="311578"/>
                  </a:lnTo>
                  <a:lnTo>
                    <a:pt x="7807652" y="271503"/>
                  </a:lnTo>
                  <a:lnTo>
                    <a:pt x="7727725" y="234920"/>
                  </a:lnTo>
                  <a:lnTo>
                    <a:pt x="7641283" y="201483"/>
                  </a:lnTo>
                  <a:lnTo>
                    <a:pt x="7548238" y="170918"/>
                  </a:lnTo>
                  <a:lnTo>
                    <a:pt x="7448894" y="143026"/>
                  </a:lnTo>
                  <a:lnTo>
                    <a:pt x="7344065" y="117686"/>
                  </a:lnTo>
                  <a:lnTo>
                    <a:pt x="7235197" y="94848"/>
                  </a:lnTo>
                  <a:lnTo>
                    <a:pt x="7124439" y="74519"/>
                  </a:lnTo>
                  <a:lnTo>
                    <a:pt x="7014639" y="56743"/>
                  </a:lnTo>
                  <a:lnTo>
                    <a:pt x="6909204" y="41572"/>
                  </a:lnTo>
                  <a:lnTo>
                    <a:pt x="6811812" y="29031"/>
                  </a:lnTo>
                  <a:lnTo>
                    <a:pt x="6725991" y="19079"/>
                  </a:lnTo>
                  <a:lnTo>
                    <a:pt x="6654605" y="11584"/>
                  </a:lnTo>
                  <a:lnTo>
                    <a:pt x="6599390" y="6313"/>
                  </a:lnTo>
                  <a:lnTo>
                    <a:pt x="6560618" y="2935"/>
                  </a:lnTo>
                  <a:lnTo>
                    <a:pt x="6536975" y="1049"/>
                  </a:lnTo>
                  <a:lnTo>
                    <a:pt x="6525648" y="22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5" y="69"/>
                  </a:lnTo>
                  <a:lnTo>
                    <a:pt x="5519674" y="563"/>
                  </a:lnTo>
                  <a:lnTo>
                    <a:pt x="5502520" y="1928"/>
                  </a:lnTo>
                  <a:lnTo>
                    <a:pt x="5471505" y="4619"/>
                  </a:lnTo>
                  <a:lnTo>
                    <a:pt x="5424577" y="9073"/>
                  </a:lnTo>
                  <a:lnTo>
                    <a:pt x="5361234" y="15669"/>
                  </a:lnTo>
                  <a:lnTo>
                    <a:pt x="5282506" y="24703"/>
                  </a:lnTo>
                  <a:lnTo>
                    <a:pt x="5190731" y="36361"/>
                  </a:lnTo>
                  <a:lnTo>
                    <a:pt x="5089143" y="50729"/>
                  </a:lnTo>
                  <a:lnTo>
                    <a:pt x="4981377" y="67813"/>
                  </a:lnTo>
                  <a:lnTo>
                    <a:pt x="4870996" y="87568"/>
                  </a:lnTo>
                  <a:lnTo>
                    <a:pt x="4761133" y="109940"/>
                  </a:lnTo>
                  <a:lnTo>
                    <a:pt x="4654283" y="134898"/>
                  </a:lnTo>
                  <a:lnTo>
                    <a:pt x="4552234" y="162462"/>
                  </a:lnTo>
                  <a:lnTo>
                    <a:pt x="4456104" y="192719"/>
                  </a:lnTo>
                  <a:lnTo>
                    <a:pt x="4366442" y="225831"/>
                  </a:lnTo>
                  <a:lnTo>
                    <a:pt x="4283348" y="262040"/>
                  </a:lnTo>
                  <a:lnTo>
                    <a:pt x="4206595" y="301666"/>
                  </a:lnTo>
                  <a:lnTo>
                    <a:pt x="4135729" y="345101"/>
                  </a:lnTo>
                  <a:lnTo>
                    <a:pt x="4070159" y="392795"/>
                  </a:lnTo>
                  <a:lnTo>
                    <a:pt x="4009213" y="445237"/>
                  </a:lnTo>
                  <a:lnTo>
                    <a:pt x="3952192" y="502922"/>
                  </a:lnTo>
                  <a:lnTo>
                    <a:pt x="3898405" y="566300"/>
                  </a:lnTo>
                  <a:lnTo>
                    <a:pt x="3847204" y="635689"/>
                  </a:lnTo>
                  <a:lnTo>
                    <a:pt x="3820202" y="676041"/>
                  </a:lnTo>
                  <a:lnTo>
                    <a:pt x="3781819" y="737942"/>
                  </a:lnTo>
                  <a:lnTo>
                    <a:pt x="3744293" y="803714"/>
                  </a:lnTo>
                  <a:lnTo>
                    <a:pt x="3707425" y="873434"/>
                  </a:lnTo>
                  <a:lnTo>
                    <a:pt x="3671050" y="947138"/>
                  </a:lnTo>
                  <a:lnTo>
                    <a:pt x="3635029" y="1024812"/>
                  </a:lnTo>
                  <a:lnTo>
                    <a:pt x="3599249" y="1106387"/>
                  </a:lnTo>
                  <a:lnTo>
                    <a:pt x="3563620" y="1191740"/>
                  </a:lnTo>
                  <a:lnTo>
                    <a:pt x="3528072" y="1280689"/>
                  </a:lnTo>
                  <a:lnTo>
                    <a:pt x="3492550" y="1372990"/>
                  </a:lnTo>
                  <a:lnTo>
                    <a:pt x="3457019" y="1468344"/>
                  </a:lnTo>
                  <a:lnTo>
                    <a:pt x="3421454" y="1566391"/>
                  </a:lnTo>
                  <a:lnTo>
                    <a:pt x="3385844" y="1666720"/>
                  </a:lnTo>
                  <a:lnTo>
                    <a:pt x="3350189" y="1768876"/>
                  </a:lnTo>
                  <a:lnTo>
                    <a:pt x="3314495" y="1872363"/>
                  </a:lnTo>
                  <a:lnTo>
                    <a:pt x="3278777" y="1976660"/>
                  </a:lnTo>
                  <a:lnTo>
                    <a:pt x="3243049" y="2081225"/>
                  </a:lnTo>
                  <a:lnTo>
                    <a:pt x="3207331" y="2185513"/>
                  </a:lnTo>
                  <a:lnTo>
                    <a:pt x="3171638" y="2288984"/>
                  </a:lnTo>
                  <a:lnTo>
                    <a:pt x="3135984" y="2391114"/>
                  </a:lnTo>
                  <a:lnTo>
                    <a:pt x="3100375" y="2491412"/>
                  </a:lnTo>
                  <a:lnTo>
                    <a:pt x="3064810" y="2589419"/>
                  </a:lnTo>
                  <a:lnTo>
                    <a:pt x="3029279" y="2684728"/>
                  </a:lnTo>
                  <a:lnTo>
                    <a:pt x="2993757" y="2776979"/>
                  </a:lnTo>
                  <a:lnTo>
                    <a:pt x="2958208" y="2865873"/>
                  </a:lnTo>
                  <a:lnTo>
                    <a:pt x="2922578" y="2951169"/>
                  </a:lnTo>
                  <a:lnTo>
                    <a:pt x="2886795" y="3032684"/>
                  </a:lnTo>
                  <a:lnTo>
                    <a:pt x="2850769" y="3110295"/>
                  </a:lnTo>
                  <a:lnTo>
                    <a:pt x="2814387" y="3183937"/>
                  </a:lnTo>
                  <a:lnTo>
                    <a:pt x="2777511" y="3253595"/>
                  </a:lnTo>
                  <a:lnTo>
                    <a:pt x="2739973" y="3319306"/>
                  </a:lnTo>
                  <a:lnTo>
                    <a:pt x="2702183" y="3380208"/>
                  </a:lnTo>
                  <a:lnTo>
                    <a:pt x="2652143" y="3452920"/>
                  </a:lnTo>
                  <a:lnTo>
                    <a:pt x="2599841" y="3519545"/>
                  </a:lnTo>
                  <a:lnTo>
                    <a:pt x="2544666" y="3580281"/>
                  </a:lnTo>
                  <a:lnTo>
                    <a:pt x="2485944" y="3635518"/>
                  </a:lnTo>
                  <a:lnTo>
                    <a:pt x="2422978" y="3685735"/>
                  </a:lnTo>
                  <a:lnTo>
                    <a:pt x="2355075" y="3731430"/>
                  </a:lnTo>
                  <a:lnTo>
                    <a:pt x="2281595" y="3773078"/>
                  </a:lnTo>
                  <a:lnTo>
                    <a:pt x="2201998" y="3811104"/>
                  </a:lnTo>
                  <a:lnTo>
                    <a:pt x="2115924" y="3845867"/>
                  </a:lnTo>
                  <a:lnTo>
                    <a:pt x="2023280" y="3877653"/>
                  </a:lnTo>
                  <a:lnTo>
                    <a:pt x="1924355" y="3906668"/>
                  </a:lnTo>
                  <a:lnTo>
                    <a:pt x="1819942" y="3933039"/>
                  </a:lnTo>
                  <a:lnTo>
                    <a:pt x="1711456" y="3956821"/>
                  </a:lnTo>
                  <a:lnTo>
                    <a:pt x="1601006" y="3978006"/>
                  </a:lnTo>
                  <a:lnTo>
                    <a:pt x="1491395" y="3996552"/>
                  </a:lnTo>
                  <a:lnTo>
                    <a:pt x="1385986" y="4012402"/>
                  </a:lnTo>
                  <a:lnTo>
                    <a:pt x="1288429" y="4025532"/>
                  </a:lnTo>
                  <a:lnTo>
                    <a:pt x="1202238" y="4035978"/>
                  </a:lnTo>
                  <a:lnTo>
                    <a:pt x="1130298" y="4043872"/>
                  </a:lnTo>
                  <a:lnTo>
                    <a:pt x="1074393" y="4049450"/>
                  </a:lnTo>
                  <a:lnTo>
                    <a:pt x="1034870" y="4053050"/>
                  </a:lnTo>
                  <a:lnTo>
                    <a:pt x="1010511" y="4055081"/>
                  </a:lnTo>
                  <a:lnTo>
                    <a:pt x="998601" y="4055992"/>
                  </a:lnTo>
                  <a:lnTo>
                    <a:pt x="995108" y="4056239"/>
                  </a:lnTo>
                  <a:lnTo>
                    <a:pt x="994940" y="4056250"/>
                  </a:lnTo>
                  <a:lnTo>
                    <a:pt x="0" y="4056250"/>
                  </a:lnTo>
                  <a:close/>
                </a:path>
              </a:pathLst>
            </a:custGeom>
            <a:solidFill>
              <a:srgbClr val="BDBDBD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209" name="pl2208"/>
            <p:cNvSpPr/>
            <p:nvPr/>
          </p:nvSpPr>
          <p:spPr>
            <a:xfrm>
              <a:off x="1199187" y="2531061"/>
              <a:ext cx="12049831" cy="4056250"/>
            </a:xfrm>
            <a:custGeom>
              <a:avLst/>
              <a:pathLst>
                <a:path w="12049831" h="4056250">
                  <a:moveTo>
                    <a:pt x="0" y="4056250"/>
                  </a:moveTo>
                  <a:lnTo>
                    <a:pt x="994940" y="4056250"/>
                  </a:lnTo>
                  <a:lnTo>
                    <a:pt x="995960" y="4056181"/>
                  </a:lnTo>
                  <a:lnTo>
                    <a:pt x="1002711" y="4055687"/>
                  </a:lnTo>
                  <a:lnTo>
                    <a:pt x="1019865" y="4054322"/>
                  </a:lnTo>
                  <a:lnTo>
                    <a:pt x="1050880" y="4051631"/>
                  </a:lnTo>
                  <a:lnTo>
                    <a:pt x="1097808" y="4047177"/>
                  </a:lnTo>
                  <a:lnTo>
                    <a:pt x="1161151" y="4040580"/>
                  </a:lnTo>
                  <a:lnTo>
                    <a:pt x="1239879" y="4031547"/>
                  </a:lnTo>
                  <a:lnTo>
                    <a:pt x="1331654" y="4019889"/>
                  </a:lnTo>
                  <a:lnTo>
                    <a:pt x="1433242" y="4005520"/>
                  </a:lnTo>
                  <a:lnTo>
                    <a:pt x="1541008" y="3988437"/>
                  </a:lnTo>
                  <a:lnTo>
                    <a:pt x="1651389" y="3968682"/>
                  </a:lnTo>
                  <a:lnTo>
                    <a:pt x="1761252" y="3946310"/>
                  </a:lnTo>
                  <a:lnTo>
                    <a:pt x="1868102" y="3921351"/>
                  </a:lnTo>
                  <a:lnTo>
                    <a:pt x="1970151" y="3893787"/>
                  </a:lnTo>
                  <a:lnTo>
                    <a:pt x="2066281" y="3863531"/>
                  </a:lnTo>
                  <a:lnTo>
                    <a:pt x="2155943" y="3830419"/>
                  </a:lnTo>
                  <a:lnTo>
                    <a:pt x="2239037" y="3794210"/>
                  </a:lnTo>
                  <a:lnTo>
                    <a:pt x="2315790" y="3754583"/>
                  </a:lnTo>
                  <a:lnTo>
                    <a:pt x="2386656" y="3711148"/>
                  </a:lnTo>
                  <a:lnTo>
                    <a:pt x="2452226" y="3663455"/>
                  </a:lnTo>
                  <a:lnTo>
                    <a:pt x="2513172" y="3611013"/>
                  </a:lnTo>
                  <a:lnTo>
                    <a:pt x="2570193" y="3553328"/>
                  </a:lnTo>
                  <a:lnTo>
                    <a:pt x="2623980" y="3489950"/>
                  </a:lnTo>
                  <a:lnTo>
                    <a:pt x="2675181" y="3420560"/>
                  </a:lnTo>
                  <a:lnTo>
                    <a:pt x="2702183" y="3380208"/>
                  </a:lnTo>
                  <a:lnTo>
                    <a:pt x="2740566" y="3318308"/>
                  </a:lnTo>
                  <a:lnTo>
                    <a:pt x="2778092" y="3252536"/>
                  </a:lnTo>
                  <a:lnTo>
                    <a:pt x="2814960" y="3182816"/>
                  </a:lnTo>
                  <a:lnTo>
                    <a:pt x="2851335" y="3109112"/>
                  </a:lnTo>
                  <a:lnTo>
                    <a:pt x="2887356" y="3031438"/>
                  </a:lnTo>
                  <a:lnTo>
                    <a:pt x="2923136" y="2949863"/>
                  </a:lnTo>
                  <a:lnTo>
                    <a:pt x="2958765" y="2864510"/>
                  </a:lnTo>
                  <a:lnTo>
                    <a:pt x="2994313" y="2775561"/>
                  </a:lnTo>
                  <a:lnTo>
                    <a:pt x="3029835" y="2683259"/>
                  </a:lnTo>
                  <a:lnTo>
                    <a:pt x="3065366" y="2587906"/>
                  </a:lnTo>
                  <a:lnTo>
                    <a:pt x="3100931" y="2489859"/>
                  </a:lnTo>
                  <a:lnTo>
                    <a:pt x="3136541" y="2389530"/>
                  </a:lnTo>
                  <a:lnTo>
                    <a:pt x="3172196" y="2287374"/>
                  </a:lnTo>
                  <a:lnTo>
                    <a:pt x="3207890" y="2183886"/>
                  </a:lnTo>
                  <a:lnTo>
                    <a:pt x="3243608" y="2079590"/>
                  </a:lnTo>
                  <a:lnTo>
                    <a:pt x="3279336" y="1975025"/>
                  </a:lnTo>
                  <a:lnTo>
                    <a:pt x="3315054" y="1870737"/>
                  </a:lnTo>
                  <a:lnTo>
                    <a:pt x="3350747" y="1767266"/>
                  </a:lnTo>
                  <a:lnTo>
                    <a:pt x="3386401" y="1665135"/>
                  </a:lnTo>
                  <a:lnTo>
                    <a:pt x="3422010" y="1564838"/>
                  </a:lnTo>
                  <a:lnTo>
                    <a:pt x="3457575" y="1466830"/>
                  </a:lnTo>
                  <a:lnTo>
                    <a:pt x="3493106" y="1371522"/>
                  </a:lnTo>
                  <a:lnTo>
                    <a:pt x="3528628" y="1279270"/>
                  </a:lnTo>
                  <a:lnTo>
                    <a:pt x="3564177" y="1190376"/>
                  </a:lnTo>
                  <a:lnTo>
                    <a:pt x="3599807" y="1105081"/>
                  </a:lnTo>
                  <a:lnTo>
                    <a:pt x="3635590" y="1023566"/>
                  </a:lnTo>
                  <a:lnTo>
                    <a:pt x="3671616" y="945955"/>
                  </a:lnTo>
                  <a:lnTo>
                    <a:pt x="3707998" y="872313"/>
                  </a:lnTo>
                  <a:lnTo>
                    <a:pt x="3744874" y="802654"/>
                  </a:lnTo>
                  <a:lnTo>
                    <a:pt x="3782412" y="736944"/>
                  </a:lnTo>
                  <a:lnTo>
                    <a:pt x="3820202" y="676041"/>
                  </a:lnTo>
                  <a:lnTo>
                    <a:pt x="3870242" y="603329"/>
                  </a:lnTo>
                  <a:lnTo>
                    <a:pt x="3922544" y="536705"/>
                  </a:lnTo>
                  <a:lnTo>
                    <a:pt x="3977719" y="475969"/>
                  </a:lnTo>
                  <a:lnTo>
                    <a:pt x="4036441" y="420732"/>
                  </a:lnTo>
                  <a:lnTo>
                    <a:pt x="4099407" y="370514"/>
                  </a:lnTo>
                  <a:lnTo>
                    <a:pt x="4167310" y="324819"/>
                  </a:lnTo>
                  <a:lnTo>
                    <a:pt x="4240790" y="283171"/>
                  </a:lnTo>
                  <a:lnTo>
                    <a:pt x="4320387" y="245146"/>
                  </a:lnTo>
                  <a:lnTo>
                    <a:pt x="4406461" y="210382"/>
                  </a:lnTo>
                  <a:lnTo>
                    <a:pt x="4499105" y="178596"/>
                  </a:lnTo>
                  <a:lnTo>
                    <a:pt x="4598030" y="149582"/>
                  </a:lnTo>
                  <a:lnTo>
                    <a:pt x="4702443" y="123211"/>
                  </a:lnTo>
                  <a:lnTo>
                    <a:pt x="4810929" y="99429"/>
                  </a:lnTo>
                  <a:lnTo>
                    <a:pt x="4921379" y="78243"/>
                  </a:lnTo>
                  <a:lnTo>
                    <a:pt x="5030990" y="59698"/>
                  </a:lnTo>
                  <a:lnTo>
                    <a:pt x="5136399" y="43847"/>
                  </a:lnTo>
                  <a:lnTo>
                    <a:pt x="5233956" y="30718"/>
                  </a:lnTo>
                  <a:lnTo>
                    <a:pt x="5320147" y="20272"/>
                  </a:lnTo>
                  <a:lnTo>
                    <a:pt x="5392087" y="12378"/>
                  </a:lnTo>
                  <a:lnTo>
                    <a:pt x="5447992" y="6800"/>
                  </a:lnTo>
                  <a:lnTo>
                    <a:pt x="5487515" y="3200"/>
                  </a:lnTo>
                  <a:lnTo>
                    <a:pt x="5511874" y="1169"/>
                  </a:lnTo>
                  <a:lnTo>
                    <a:pt x="5523784" y="257"/>
                  </a:lnTo>
                  <a:lnTo>
                    <a:pt x="5527277" y="11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14" y="67"/>
                  </a:lnTo>
                  <a:lnTo>
                    <a:pt x="6530215" y="546"/>
                  </a:lnTo>
                  <a:lnTo>
                    <a:pt x="6547495" y="1868"/>
                  </a:lnTo>
                  <a:lnTo>
                    <a:pt x="6578729" y="4475"/>
                  </a:lnTo>
                  <a:lnTo>
                    <a:pt x="6625971" y="8789"/>
                  </a:lnTo>
                  <a:lnTo>
                    <a:pt x="6689709" y="15179"/>
                  </a:lnTo>
                  <a:lnTo>
                    <a:pt x="6768883" y="23926"/>
                  </a:lnTo>
                  <a:lnTo>
                    <a:pt x="6861120" y="35211"/>
                  </a:lnTo>
                  <a:lnTo>
                    <a:pt x="6963146" y="49117"/>
                  </a:lnTo>
                  <a:lnTo>
                    <a:pt x="7071298" y="65645"/>
                  </a:lnTo>
                  <a:lnTo>
                    <a:pt x="7181989" y="84753"/>
                  </a:lnTo>
                  <a:lnTo>
                    <a:pt x="7292079" y="106388"/>
                  </a:lnTo>
                  <a:lnTo>
                    <a:pt x="7399073" y="130522"/>
                  </a:lnTo>
                  <a:lnTo>
                    <a:pt x="7501195" y="157175"/>
                  </a:lnTo>
                  <a:lnTo>
                    <a:pt x="7597337" y="186434"/>
                  </a:lnTo>
                  <a:lnTo>
                    <a:pt x="7686966" y="218460"/>
                  </a:lnTo>
                  <a:lnTo>
                    <a:pt x="7769996" y="253490"/>
                  </a:lnTo>
                  <a:lnTo>
                    <a:pt x="7846670" y="291838"/>
                  </a:lnTo>
                  <a:lnTo>
                    <a:pt x="7917450" y="333884"/>
                  </a:lnTo>
                  <a:lnTo>
                    <a:pt x="7982940" y="380068"/>
                  </a:lnTo>
                  <a:lnTo>
                    <a:pt x="8043818" y="430864"/>
                  </a:lnTo>
                  <a:lnTo>
                    <a:pt x="8100788" y="486753"/>
                  </a:lnTo>
                  <a:lnTo>
                    <a:pt x="8154545" y="548164"/>
                  </a:lnTo>
                  <a:lnTo>
                    <a:pt x="8205741" y="615395"/>
                  </a:lnTo>
                  <a:lnTo>
                    <a:pt x="8229629" y="649838"/>
                  </a:lnTo>
                  <a:lnTo>
                    <a:pt x="8268654" y="710378"/>
                  </a:lnTo>
                  <a:lnTo>
                    <a:pt x="8306795" y="774768"/>
                  </a:lnTo>
                  <a:lnTo>
                    <a:pt x="8344263" y="843084"/>
                  </a:lnTo>
                  <a:lnTo>
                    <a:pt x="8381229" y="915361"/>
                  </a:lnTo>
                  <a:lnTo>
                    <a:pt x="8417838" y="991581"/>
                  </a:lnTo>
                  <a:lnTo>
                    <a:pt x="8454205" y="1071671"/>
                  </a:lnTo>
                  <a:lnTo>
                    <a:pt x="8490424" y="1155500"/>
                  </a:lnTo>
                  <a:lnTo>
                    <a:pt x="8526568" y="1242878"/>
                  </a:lnTo>
                  <a:lnTo>
                    <a:pt x="8562690" y="1333552"/>
                  </a:lnTo>
                  <a:lnTo>
                    <a:pt x="8598828" y="1427208"/>
                  </a:lnTo>
                  <a:lnTo>
                    <a:pt x="8635002" y="1523476"/>
                  </a:lnTo>
                  <a:lnTo>
                    <a:pt x="8671224" y="1621932"/>
                  </a:lnTo>
                  <a:lnTo>
                    <a:pt x="8707491" y="1722106"/>
                  </a:lnTo>
                  <a:lnTo>
                    <a:pt x="8743796" y="1823492"/>
                  </a:lnTo>
                  <a:lnTo>
                    <a:pt x="8780123" y="1925555"/>
                  </a:lnTo>
                  <a:lnTo>
                    <a:pt x="8816454" y="2027748"/>
                  </a:lnTo>
                  <a:lnTo>
                    <a:pt x="8852771" y="2129519"/>
                  </a:lnTo>
                  <a:lnTo>
                    <a:pt x="8889058" y="2230326"/>
                  </a:lnTo>
                  <a:lnTo>
                    <a:pt x="8925301" y="2329648"/>
                  </a:lnTo>
                  <a:lnTo>
                    <a:pt x="8961497" y="2426997"/>
                  </a:lnTo>
                  <a:lnTo>
                    <a:pt x="8997650" y="2521927"/>
                  </a:lnTo>
                  <a:lnTo>
                    <a:pt x="9033776" y="2614042"/>
                  </a:lnTo>
                  <a:lnTo>
                    <a:pt x="9069904" y="2703000"/>
                  </a:lnTo>
                  <a:lnTo>
                    <a:pt x="9106080" y="2788520"/>
                  </a:lnTo>
                  <a:lnTo>
                    <a:pt x="9142368" y="2870383"/>
                  </a:lnTo>
                  <a:lnTo>
                    <a:pt x="9178850" y="2948429"/>
                  </a:lnTo>
                  <a:lnTo>
                    <a:pt x="9215633" y="3022560"/>
                  </a:lnTo>
                  <a:lnTo>
                    <a:pt x="9252846" y="3092732"/>
                  </a:lnTo>
                  <a:lnTo>
                    <a:pt x="9290648" y="3158955"/>
                  </a:lnTo>
                  <a:lnTo>
                    <a:pt x="9329230" y="3221287"/>
                  </a:lnTo>
                  <a:lnTo>
                    <a:pt x="9347647" y="3249193"/>
                  </a:lnTo>
                  <a:lnTo>
                    <a:pt x="9397820" y="3319260"/>
                  </a:lnTo>
                  <a:lnTo>
                    <a:pt x="9450268" y="3383446"/>
                  </a:lnTo>
                  <a:lnTo>
                    <a:pt x="9505607" y="3441943"/>
                  </a:lnTo>
                  <a:lnTo>
                    <a:pt x="9564517" y="3495131"/>
                  </a:lnTo>
                  <a:lnTo>
                    <a:pt x="9627700" y="3543474"/>
                  </a:lnTo>
                  <a:lnTo>
                    <a:pt x="9695854" y="3587453"/>
                  </a:lnTo>
                  <a:lnTo>
                    <a:pt x="9769625" y="3627528"/>
                  </a:lnTo>
                  <a:lnTo>
                    <a:pt x="9849551" y="3664111"/>
                  </a:lnTo>
                  <a:lnTo>
                    <a:pt x="9935994" y="3697547"/>
                  </a:lnTo>
                  <a:lnTo>
                    <a:pt x="10029038" y="3728113"/>
                  </a:lnTo>
                  <a:lnTo>
                    <a:pt x="10128383" y="3756005"/>
                  </a:lnTo>
                  <a:lnTo>
                    <a:pt x="10233212" y="3781344"/>
                  </a:lnTo>
                  <a:lnTo>
                    <a:pt x="10342080" y="3804183"/>
                  </a:lnTo>
                  <a:lnTo>
                    <a:pt x="10452837" y="3824512"/>
                  </a:lnTo>
                  <a:lnTo>
                    <a:pt x="10562637" y="3842288"/>
                  </a:lnTo>
                  <a:lnTo>
                    <a:pt x="10668073" y="3857458"/>
                  </a:lnTo>
                  <a:lnTo>
                    <a:pt x="10765464" y="3870000"/>
                  </a:lnTo>
                  <a:lnTo>
                    <a:pt x="10851286" y="3879952"/>
                  </a:lnTo>
                  <a:lnTo>
                    <a:pt x="10922671" y="3887446"/>
                  </a:lnTo>
                  <a:lnTo>
                    <a:pt x="10977886" y="3892718"/>
                  </a:lnTo>
                  <a:lnTo>
                    <a:pt x="11016659" y="3896096"/>
                  </a:lnTo>
                  <a:lnTo>
                    <a:pt x="11040301" y="3897982"/>
                  </a:lnTo>
                  <a:lnTo>
                    <a:pt x="11051628" y="3898811"/>
                  </a:lnTo>
                  <a:lnTo>
                    <a:pt x="11054773" y="3899024"/>
                  </a:lnTo>
                  <a:lnTo>
                    <a:pt x="11054891" y="3899031"/>
                  </a:lnTo>
                  <a:lnTo>
                    <a:pt x="12049831" y="3899031"/>
                  </a:lnTo>
                  <a:lnTo>
                    <a:pt x="12049831" y="38990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10" name="pl2209"/>
            <p:cNvSpPr/>
            <p:nvPr/>
          </p:nvSpPr>
          <p:spPr>
            <a:xfrm>
              <a:off x="1199187" y="2525821"/>
              <a:ext cx="12049831" cy="4056250"/>
            </a:xfrm>
            <a:custGeom>
              <a:avLst/>
              <a:pathLst>
                <a:path w="12049831" h="4056250">
                  <a:moveTo>
                    <a:pt x="12049831" y="3899031"/>
                  </a:moveTo>
                  <a:lnTo>
                    <a:pt x="11054891" y="3899031"/>
                  </a:lnTo>
                  <a:lnTo>
                    <a:pt x="11053862" y="3898964"/>
                  </a:lnTo>
                  <a:lnTo>
                    <a:pt x="11047062" y="3898485"/>
                  </a:lnTo>
                  <a:lnTo>
                    <a:pt x="11029781" y="3897163"/>
                  </a:lnTo>
                  <a:lnTo>
                    <a:pt x="10998548" y="3894556"/>
                  </a:lnTo>
                  <a:lnTo>
                    <a:pt x="10951306" y="3890241"/>
                  </a:lnTo>
                  <a:lnTo>
                    <a:pt x="10887568" y="3883852"/>
                  </a:lnTo>
                  <a:lnTo>
                    <a:pt x="10808394" y="3875105"/>
                  </a:lnTo>
                  <a:lnTo>
                    <a:pt x="10716157" y="3863820"/>
                  </a:lnTo>
                  <a:lnTo>
                    <a:pt x="10614130" y="3849914"/>
                  </a:lnTo>
                  <a:lnTo>
                    <a:pt x="10505979" y="3833386"/>
                  </a:lnTo>
                  <a:lnTo>
                    <a:pt x="10395288" y="3814278"/>
                  </a:lnTo>
                  <a:lnTo>
                    <a:pt x="10285198" y="3792643"/>
                  </a:lnTo>
                  <a:lnTo>
                    <a:pt x="10178203" y="3768509"/>
                  </a:lnTo>
                  <a:lnTo>
                    <a:pt x="10076082" y="3741856"/>
                  </a:lnTo>
                  <a:lnTo>
                    <a:pt x="9979940" y="3712596"/>
                  </a:lnTo>
                  <a:lnTo>
                    <a:pt x="9890311" y="3680571"/>
                  </a:lnTo>
                  <a:lnTo>
                    <a:pt x="9807280" y="3645540"/>
                  </a:lnTo>
                  <a:lnTo>
                    <a:pt x="9730607" y="3607193"/>
                  </a:lnTo>
                  <a:lnTo>
                    <a:pt x="9659826" y="3565147"/>
                  </a:lnTo>
                  <a:lnTo>
                    <a:pt x="9594336" y="3518963"/>
                  </a:lnTo>
                  <a:lnTo>
                    <a:pt x="9533459" y="3468166"/>
                  </a:lnTo>
                  <a:lnTo>
                    <a:pt x="9476489" y="3412278"/>
                  </a:lnTo>
                  <a:lnTo>
                    <a:pt x="9422731" y="3350867"/>
                  </a:lnTo>
                  <a:lnTo>
                    <a:pt x="9371536" y="3283636"/>
                  </a:lnTo>
                  <a:lnTo>
                    <a:pt x="9347647" y="3249193"/>
                  </a:lnTo>
                  <a:lnTo>
                    <a:pt x="9308623" y="3188652"/>
                  </a:lnTo>
                  <a:lnTo>
                    <a:pt x="9270481" y="3124263"/>
                  </a:lnTo>
                  <a:lnTo>
                    <a:pt x="9233014" y="3055946"/>
                  </a:lnTo>
                  <a:lnTo>
                    <a:pt x="9196047" y="2983669"/>
                  </a:lnTo>
                  <a:lnTo>
                    <a:pt x="9159439" y="2907450"/>
                  </a:lnTo>
                  <a:lnTo>
                    <a:pt x="9123072" y="2827360"/>
                  </a:lnTo>
                  <a:lnTo>
                    <a:pt x="9086852" y="2743531"/>
                  </a:lnTo>
                  <a:lnTo>
                    <a:pt x="9050708" y="2656153"/>
                  </a:lnTo>
                  <a:lnTo>
                    <a:pt x="9014586" y="2565479"/>
                  </a:lnTo>
                  <a:lnTo>
                    <a:pt x="8978449" y="2471823"/>
                  </a:lnTo>
                  <a:lnTo>
                    <a:pt x="8942274" y="2375555"/>
                  </a:lnTo>
                  <a:lnTo>
                    <a:pt x="8906053" y="2277099"/>
                  </a:lnTo>
                  <a:lnTo>
                    <a:pt x="8869785" y="2176925"/>
                  </a:lnTo>
                  <a:lnTo>
                    <a:pt x="8833481" y="2075539"/>
                  </a:lnTo>
                  <a:lnTo>
                    <a:pt x="8797154" y="1973476"/>
                  </a:lnTo>
                  <a:lnTo>
                    <a:pt x="8760822" y="1871283"/>
                  </a:lnTo>
                  <a:lnTo>
                    <a:pt x="8724505" y="1769512"/>
                  </a:lnTo>
                  <a:lnTo>
                    <a:pt x="8688219" y="1668705"/>
                  </a:lnTo>
                  <a:lnTo>
                    <a:pt x="8651975" y="1569383"/>
                  </a:lnTo>
                  <a:lnTo>
                    <a:pt x="8615779" y="1472034"/>
                  </a:lnTo>
                  <a:lnTo>
                    <a:pt x="8579626" y="1377103"/>
                  </a:lnTo>
                  <a:lnTo>
                    <a:pt x="8543501" y="1284989"/>
                  </a:lnTo>
                  <a:lnTo>
                    <a:pt x="8507373" y="1196031"/>
                  </a:lnTo>
                  <a:lnTo>
                    <a:pt x="8471196" y="1110510"/>
                  </a:lnTo>
                  <a:lnTo>
                    <a:pt x="8434909" y="1028648"/>
                  </a:lnTo>
                  <a:lnTo>
                    <a:pt x="8398426" y="950602"/>
                  </a:lnTo>
                  <a:lnTo>
                    <a:pt x="8361644" y="876471"/>
                  </a:lnTo>
                  <a:lnTo>
                    <a:pt x="8324431" y="806299"/>
                  </a:lnTo>
                  <a:lnTo>
                    <a:pt x="8286629" y="740076"/>
                  </a:lnTo>
                  <a:lnTo>
                    <a:pt x="8248047" y="677744"/>
                  </a:lnTo>
                  <a:lnTo>
                    <a:pt x="8229629" y="649838"/>
                  </a:lnTo>
                  <a:lnTo>
                    <a:pt x="8179457" y="579771"/>
                  </a:lnTo>
                  <a:lnTo>
                    <a:pt x="8127009" y="515585"/>
                  </a:lnTo>
                  <a:lnTo>
                    <a:pt x="8071669" y="457088"/>
                  </a:lnTo>
                  <a:lnTo>
                    <a:pt x="8012760" y="403900"/>
                  </a:lnTo>
                  <a:lnTo>
                    <a:pt x="7949576" y="355557"/>
                  </a:lnTo>
                  <a:lnTo>
                    <a:pt x="7881422" y="311578"/>
                  </a:lnTo>
                  <a:lnTo>
                    <a:pt x="7807652" y="271503"/>
                  </a:lnTo>
                  <a:lnTo>
                    <a:pt x="7727725" y="234920"/>
                  </a:lnTo>
                  <a:lnTo>
                    <a:pt x="7641283" y="201483"/>
                  </a:lnTo>
                  <a:lnTo>
                    <a:pt x="7548238" y="170918"/>
                  </a:lnTo>
                  <a:lnTo>
                    <a:pt x="7448894" y="143026"/>
                  </a:lnTo>
                  <a:lnTo>
                    <a:pt x="7344065" y="117686"/>
                  </a:lnTo>
                  <a:lnTo>
                    <a:pt x="7235197" y="94848"/>
                  </a:lnTo>
                  <a:lnTo>
                    <a:pt x="7124439" y="74519"/>
                  </a:lnTo>
                  <a:lnTo>
                    <a:pt x="7014639" y="56743"/>
                  </a:lnTo>
                  <a:lnTo>
                    <a:pt x="6909204" y="41572"/>
                  </a:lnTo>
                  <a:lnTo>
                    <a:pt x="6811812" y="29031"/>
                  </a:lnTo>
                  <a:lnTo>
                    <a:pt x="6725991" y="19079"/>
                  </a:lnTo>
                  <a:lnTo>
                    <a:pt x="6654605" y="11584"/>
                  </a:lnTo>
                  <a:lnTo>
                    <a:pt x="6599390" y="6313"/>
                  </a:lnTo>
                  <a:lnTo>
                    <a:pt x="6560618" y="2935"/>
                  </a:lnTo>
                  <a:lnTo>
                    <a:pt x="6536975" y="1049"/>
                  </a:lnTo>
                  <a:lnTo>
                    <a:pt x="6525648" y="220"/>
                  </a:lnTo>
                  <a:lnTo>
                    <a:pt x="6522503" y="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25" y="69"/>
                  </a:lnTo>
                  <a:lnTo>
                    <a:pt x="5519674" y="563"/>
                  </a:lnTo>
                  <a:lnTo>
                    <a:pt x="5502520" y="1928"/>
                  </a:lnTo>
                  <a:lnTo>
                    <a:pt x="5471505" y="4619"/>
                  </a:lnTo>
                  <a:lnTo>
                    <a:pt x="5424577" y="9073"/>
                  </a:lnTo>
                  <a:lnTo>
                    <a:pt x="5361234" y="15669"/>
                  </a:lnTo>
                  <a:lnTo>
                    <a:pt x="5282506" y="24703"/>
                  </a:lnTo>
                  <a:lnTo>
                    <a:pt x="5190731" y="36361"/>
                  </a:lnTo>
                  <a:lnTo>
                    <a:pt x="5089143" y="50729"/>
                  </a:lnTo>
                  <a:lnTo>
                    <a:pt x="4981377" y="67813"/>
                  </a:lnTo>
                  <a:lnTo>
                    <a:pt x="4870996" y="87568"/>
                  </a:lnTo>
                  <a:lnTo>
                    <a:pt x="4761133" y="109940"/>
                  </a:lnTo>
                  <a:lnTo>
                    <a:pt x="4654283" y="134898"/>
                  </a:lnTo>
                  <a:lnTo>
                    <a:pt x="4552234" y="162462"/>
                  </a:lnTo>
                  <a:lnTo>
                    <a:pt x="4456104" y="192719"/>
                  </a:lnTo>
                  <a:lnTo>
                    <a:pt x="4366442" y="225831"/>
                  </a:lnTo>
                  <a:lnTo>
                    <a:pt x="4283348" y="262040"/>
                  </a:lnTo>
                  <a:lnTo>
                    <a:pt x="4206595" y="301666"/>
                  </a:lnTo>
                  <a:lnTo>
                    <a:pt x="4135729" y="345101"/>
                  </a:lnTo>
                  <a:lnTo>
                    <a:pt x="4070159" y="392795"/>
                  </a:lnTo>
                  <a:lnTo>
                    <a:pt x="4009213" y="445237"/>
                  </a:lnTo>
                  <a:lnTo>
                    <a:pt x="3952192" y="502922"/>
                  </a:lnTo>
                  <a:lnTo>
                    <a:pt x="3898405" y="566300"/>
                  </a:lnTo>
                  <a:lnTo>
                    <a:pt x="3847204" y="635689"/>
                  </a:lnTo>
                  <a:lnTo>
                    <a:pt x="3820202" y="676041"/>
                  </a:lnTo>
                  <a:lnTo>
                    <a:pt x="3781819" y="737942"/>
                  </a:lnTo>
                  <a:lnTo>
                    <a:pt x="3744293" y="803714"/>
                  </a:lnTo>
                  <a:lnTo>
                    <a:pt x="3707425" y="873434"/>
                  </a:lnTo>
                  <a:lnTo>
                    <a:pt x="3671050" y="947138"/>
                  </a:lnTo>
                  <a:lnTo>
                    <a:pt x="3635029" y="1024812"/>
                  </a:lnTo>
                  <a:lnTo>
                    <a:pt x="3599249" y="1106387"/>
                  </a:lnTo>
                  <a:lnTo>
                    <a:pt x="3563620" y="1191740"/>
                  </a:lnTo>
                  <a:lnTo>
                    <a:pt x="3528072" y="1280689"/>
                  </a:lnTo>
                  <a:lnTo>
                    <a:pt x="3492550" y="1372990"/>
                  </a:lnTo>
                  <a:lnTo>
                    <a:pt x="3457019" y="1468344"/>
                  </a:lnTo>
                  <a:lnTo>
                    <a:pt x="3421454" y="1566391"/>
                  </a:lnTo>
                  <a:lnTo>
                    <a:pt x="3385844" y="1666720"/>
                  </a:lnTo>
                  <a:lnTo>
                    <a:pt x="3350189" y="1768876"/>
                  </a:lnTo>
                  <a:lnTo>
                    <a:pt x="3314495" y="1872363"/>
                  </a:lnTo>
                  <a:lnTo>
                    <a:pt x="3278777" y="1976660"/>
                  </a:lnTo>
                  <a:lnTo>
                    <a:pt x="3243049" y="2081225"/>
                  </a:lnTo>
                  <a:lnTo>
                    <a:pt x="3207331" y="2185513"/>
                  </a:lnTo>
                  <a:lnTo>
                    <a:pt x="3171638" y="2288984"/>
                  </a:lnTo>
                  <a:lnTo>
                    <a:pt x="3135984" y="2391114"/>
                  </a:lnTo>
                  <a:lnTo>
                    <a:pt x="3100375" y="2491412"/>
                  </a:lnTo>
                  <a:lnTo>
                    <a:pt x="3064810" y="2589419"/>
                  </a:lnTo>
                  <a:lnTo>
                    <a:pt x="3029279" y="2684728"/>
                  </a:lnTo>
                  <a:lnTo>
                    <a:pt x="2993757" y="2776979"/>
                  </a:lnTo>
                  <a:lnTo>
                    <a:pt x="2958208" y="2865873"/>
                  </a:lnTo>
                  <a:lnTo>
                    <a:pt x="2922578" y="2951169"/>
                  </a:lnTo>
                  <a:lnTo>
                    <a:pt x="2886795" y="3032684"/>
                  </a:lnTo>
                  <a:lnTo>
                    <a:pt x="2850769" y="3110295"/>
                  </a:lnTo>
                  <a:lnTo>
                    <a:pt x="2814387" y="3183937"/>
                  </a:lnTo>
                  <a:lnTo>
                    <a:pt x="2777511" y="3253595"/>
                  </a:lnTo>
                  <a:lnTo>
                    <a:pt x="2739973" y="3319306"/>
                  </a:lnTo>
                  <a:lnTo>
                    <a:pt x="2702183" y="3380208"/>
                  </a:lnTo>
                  <a:lnTo>
                    <a:pt x="2652143" y="3452920"/>
                  </a:lnTo>
                  <a:lnTo>
                    <a:pt x="2599841" y="3519545"/>
                  </a:lnTo>
                  <a:lnTo>
                    <a:pt x="2544666" y="3580281"/>
                  </a:lnTo>
                  <a:lnTo>
                    <a:pt x="2485944" y="3635518"/>
                  </a:lnTo>
                  <a:lnTo>
                    <a:pt x="2422978" y="3685735"/>
                  </a:lnTo>
                  <a:lnTo>
                    <a:pt x="2355075" y="3731430"/>
                  </a:lnTo>
                  <a:lnTo>
                    <a:pt x="2281595" y="3773078"/>
                  </a:lnTo>
                  <a:lnTo>
                    <a:pt x="2201998" y="3811104"/>
                  </a:lnTo>
                  <a:lnTo>
                    <a:pt x="2115924" y="3845867"/>
                  </a:lnTo>
                  <a:lnTo>
                    <a:pt x="2023280" y="3877653"/>
                  </a:lnTo>
                  <a:lnTo>
                    <a:pt x="1924355" y="3906668"/>
                  </a:lnTo>
                  <a:lnTo>
                    <a:pt x="1819942" y="3933039"/>
                  </a:lnTo>
                  <a:lnTo>
                    <a:pt x="1711456" y="3956821"/>
                  </a:lnTo>
                  <a:lnTo>
                    <a:pt x="1601006" y="3978006"/>
                  </a:lnTo>
                  <a:lnTo>
                    <a:pt x="1491395" y="3996552"/>
                  </a:lnTo>
                  <a:lnTo>
                    <a:pt x="1385986" y="4012402"/>
                  </a:lnTo>
                  <a:lnTo>
                    <a:pt x="1288429" y="4025532"/>
                  </a:lnTo>
                  <a:lnTo>
                    <a:pt x="1202238" y="4035978"/>
                  </a:lnTo>
                  <a:lnTo>
                    <a:pt x="1130298" y="4043872"/>
                  </a:lnTo>
                  <a:lnTo>
                    <a:pt x="1074393" y="4049450"/>
                  </a:lnTo>
                  <a:lnTo>
                    <a:pt x="1034870" y="4053050"/>
                  </a:lnTo>
                  <a:lnTo>
                    <a:pt x="1010511" y="4055081"/>
                  </a:lnTo>
                  <a:lnTo>
                    <a:pt x="998601" y="4055992"/>
                  </a:lnTo>
                  <a:lnTo>
                    <a:pt x="995108" y="4056239"/>
                  </a:lnTo>
                  <a:lnTo>
                    <a:pt x="994940" y="4056250"/>
                  </a:lnTo>
                  <a:lnTo>
                    <a:pt x="0" y="4056250"/>
                  </a:lnTo>
                  <a:lnTo>
                    <a:pt x="0" y="40562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11" name="pg2210"/>
            <p:cNvSpPr/>
            <p:nvPr/>
          </p:nvSpPr>
          <p:spPr>
            <a:xfrm>
              <a:off x="1199187" y="1315234"/>
              <a:ext cx="12049831" cy="5251115"/>
            </a:xfrm>
            <a:custGeom>
              <a:avLst/>
              <a:pathLst>
                <a:path w="12049831" h="5251115">
                  <a:moveTo>
                    <a:pt x="0" y="5251115"/>
                  </a:moveTo>
                  <a:lnTo>
                    <a:pt x="994940" y="5251115"/>
                  </a:lnTo>
                  <a:lnTo>
                    <a:pt x="995793" y="5251040"/>
                  </a:lnTo>
                  <a:lnTo>
                    <a:pt x="1001451" y="5250509"/>
                  </a:lnTo>
                  <a:lnTo>
                    <a:pt x="1015896" y="5249042"/>
                  </a:lnTo>
                  <a:lnTo>
                    <a:pt x="1042166" y="5246148"/>
                  </a:lnTo>
                  <a:lnTo>
                    <a:pt x="1082229" y="5241350"/>
                  </a:lnTo>
                  <a:lnTo>
                    <a:pt x="1136851" y="5234217"/>
                  </a:lnTo>
                  <a:lnTo>
                    <a:pt x="1205577" y="5224399"/>
                  </a:lnTo>
                  <a:lnTo>
                    <a:pt x="1286839" y="5211649"/>
                  </a:lnTo>
                  <a:lnTo>
                    <a:pt x="1378219" y="5195827"/>
                  </a:lnTo>
                  <a:lnTo>
                    <a:pt x="1476798" y="5176889"/>
                  </a:lnTo>
                  <a:lnTo>
                    <a:pt x="1579525" y="5154858"/>
                  </a:lnTo>
                  <a:lnTo>
                    <a:pt x="1683536" y="5129791"/>
                  </a:lnTo>
                  <a:lnTo>
                    <a:pt x="1786377" y="5101743"/>
                  </a:lnTo>
                  <a:lnTo>
                    <a:pt x="1886121" y="5070734"/>
                  </a:lnTo>
                  <a:lnTo>
                    <a:pt x="1981399" y="5036732"/>
                  </a:lnTo>
                  <a:lnTo>
                    <a:pt x="2071352" y="4999632"/>
                  </a:lnTo>
                  <a:lnTo>
                    <a:pt x="2155561" y="4959250"/>
                  </a:lnTo>
                  <a:lnTo>
                    <a:pt x="2233952" y="4915324"/>
                  </a:lnTo>
                  <a:lnTo>
                    <a:pt x="2306708" y="4867511"/>
                  </a:lnTo>
                  <a:lnTo>
                    <a:pt x="2374193" y="4815398"/>
                  </a:lnTo>
                  <a:lnTo>
                    <a:pt x="2436888" y="4758507"/>
                  </a:lnTo>
                  <a:lnTo>
                    <a:pt x="2495342" y="4696317"/>
                  </a:lnTo>
                  <a:lnTo>
                    <a:pt x="2550135" y="4628291"/>
                  </a:lnTo>
                  <a:lnTo>
                    <a:pt x="2601847" y="4553918"/>
                  </a:lnTo>
                  <a:lnTo>
                    <a:pt x="2651037" y="4472788"/>
                  </a:lnTo>
                  <a:lnTo>
                    <a:pt x="2698215" y="4384686"/>
                  </a:lnTo>
                  <a:lnTo>
                    <a:pt x="2702183" y="4376802"/>
                  </a:lnTo>
                  <a:lnTo>
                    <a:pt x="2736494" y="4305572"/>
                  </a:lnTo>
                  <a:lnTo>
                    <a:pt x="2770103" y="4230362"/>
                  </a:lnTo>
                  <a:lnTo>
                    <a:pt x="2803157" y="4151095"/>
                  </a:lnTo>
                  <a:lnTo>
                    <a:pt x="2835779" y="4067728"/>
                  </a:lnTo>
                  <a:lnTo>
                    <a:pt x="2868074" y="3980255"/>
                  </a:lnTo>
                  <a:lnTo>
                    <a:pt x="2900131" y="3888716"/>
                  </a:lnTo>
                  <a:lnTo>
                    <a:pt x="2932023" y="3793193"/>
                  </a:lnTo>
                  <a:lnTo>
                    <a:pt x="2963811" y="3693816"/>
                  </a:lnTo>
                  <a:lnTo>
                    <a:pt x="2995542" y="3590763"/>
                  </a:lnTo>
                  <a:lnTo>
                    <a:pt x="3027253" y="3484264"/>
                  </a:lnTo>
                  <a:lnTo>
                    <a:pt x="3058971" y="3374593"/>
                  </a:lnTo>
                  <a:lnTo>
                    <a:pt x="3090713" y="3262074"/>
                  </a:lnTo>
                  <a:lnTo>
                    <a:pt x="3122489" y="3147076"/>
                  </a:lnTo>
                  <a:lnTo>
                    <a:pt x="3154301" y="3030003"/>
                  </a:lnTo>
                  <a:lnTo>
                    <a:pt x="3186148" y="2911297"/>
                  </a:lnTo>
                  <a:lnTo>
                    <a:pt x="3218022" y="2791426"/>
                  </a:lnTo>
                  <a:lnTo>
                    <a:pt x="3249913" y="2670878"/>
                  </a:lnTo>
                  <a:lnTo>
                    <a:pt x="3281808" y="2550152"/>
                  </a:lnTo>
                  <a:lnTo>
                    <a:pt x="3313695" y="2429750"/>
                  </a:lnTo>
                  <a:lnTo>
                    <a:pt x="3345562" y="2310170"/>
                  </a:lnTo>
                  <a:lnTo>
                    <a:pt x="3377399" y="2191895"/>
                  </a:lnTo>
                  <a:lnTo>
                    <a:pt x="3409201" y="2075385"/>
                  </a:lnTo>
                  <a:lnTo>
                    <a:pt x="3440966" y="1961072"/>
                  </a:lnTo>
                  <a:lnTo>
                    <a:pt x="3472700" y="1849351"/>
                  </a:lnTo>
                  <a:lnTo>
                    <a:pt x="3504413" y="1740577"/>
                  </a:lnTo>
                  <a:lnTo>
                    <a:pt x="3536127" y="1635060"/>
                  </a:lnTo>
                  <a:lnTo>
                    <a:pt x="3567870" y="1533062"/>
                  </a:lnTo>
                  <a:lnTo>
                    <a:pt x="3599683" y="1434796"/>
                  </a:lnTo>
                  <a:lnTo>
                    <a:pt x="3631617" y="1340428"/>
                  </a:lnTo>
                  <a:lnTo>
                    <a:pt x="3663736" y="1250073"/>
                  </a:lnTo>
                  <a:lnTo>
                    <a:pt x="3696117" y="1163800"/>
                  </a:lnTo>
                  <a:lnTo>
                    <a:pt x="3728853" y="1081635"/>
                  </a:lnTo>
                  <a:lnTo>
                    <a:pt x="3762056" y="1003561"/>
                  </a:lnTo>
                  <a:lnTo>
                    <a:pt x="3795854" y="929526"/>
                  </a:lnTo>
                  <a:lnTo>
                    <a:pt x="3820202" y="879553"/>
                  </a:lnTo>
                  <a:lnTo>
                    <a:pt x="3867228" y="790852"/>
                  </a:lnTo>
                  <a:lnTo>
                    <a:pt x="3916226" y="709128"/>
                  </a:lnTo>
                  <a:lnTo>
                    <a:pt x="3967701" y="634190"/>
                  </a:lnTo>
                  <a:lnTo>
                    <a:pt x="4022206" y="565639"/>
                  </a:lnTo>
                  <a:lnTo>
                    <a:pt x="4080323" y="502969"/>
                  </a:lnTo>
                  <a:lnTo>
                    <a:pt x="4142632" y="445644"/>
                  </a:lnTo>
                  <a:lnTo>
                    <a:pt x="4209686" y="393140"/>
                  </a:lnTo>
                  <a:lnTo>
                    <a:pt x="4281974" y="344976"/>
                  </a:lnTo>
                  <a:lnTo>
                    <a:pt x="4359871" y="300731"/>
                  </a:lnTo>
                  <a:lnTo>
                    <a:pt x="4443579" y="260056"/>
                  </a:lnTo>
                  <a:lnTo>
                    <a:pt x="4533051" y="222683"/>
                  </a:lnTo>
                  <a:lnTo>
                    <a:pt x="4627898" y="188420"/>
                  </a:lnTo>
                  <a:lnTo>
                    <a:pt x="4727305" y="157157"/>
                  </a:lnTo>
                  <a:lnTo>
                    <a:pt x="4829948" y="128854"/>
                  </a:lnTo>
                  <a:lnTo>
                    <a:pt x="4933948" y="103530"/>
                  </a:lnTo>
                  <a:lnTo>
                    <a:pt x="5036893" y="81236"/>
                  </a:lnTo>
                  <a:lnTo>
                    <a:pt x="5135947" y="62031"/>
                  </a:lnTo>
                  <a:lnTo>
                    <a:pt x="5228063" y="45942"/>
                  </a:lnTo>
                  <a:lnTo>
                    <a:pt x="5310298" y="32932"/>
                  </a:lnTo>
                  <a:lnTo>
                    <a:pt x="5380174" y="22870"/>
                  </a:lnTo>
                  <a:lnTo>
                    <a:pt x="5436042" y="15519"/>
                  </a:lnTo>
                  <a:lnTo>
                    <a:pt x="5477342" y="10537"/>
                  </a:lnTo>
                  <a:lnTo>
                    <a:pt x="5504735" y="7498"/>
                  </a:lnTo>
                  <a:lnTo>
                    <a:pt x="5520089" y="5929"/>
                  </a:lnTo>
                  <a:lnTo>
                    <a:pt x="5526358" y="5336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500" y="5272"/>
                  </a:lnTo>
                  <a:lnTo>
                    <a:pt x="6530858" y="5495"/>
                  </a:lnTo>
                  <a:lnTo>
                    <a:pt x="6549513" y="6113"/>
                  </a:lnTo>
                  <a:lnTo>
                    <a:pt x="6583134" y="7331"/>
                  </a:lnTo>
                  <a:lnTo>
                    <a:pt x="6633790" y="9344"/>
                  </a:lnTo>
                  <a:lnTo>
                    <a:pt x="6701797" y="12319"/>
                  </a:lnTo>
                  <a:lnTo>
                    <a:pt x="6785769" y="16382"/>
                  </a:lnTo>
                  <a:lnTo>
                    <a:pt x="6882920" y="21608"/>
                  </a:lnTo>
                  <a:lnTo>
                    <a:pt x="6989571" y="28026"/>
                  </a:lnTo>
                  <a:lnTo>
                    <a:pt x="7101724" y="35632"/>
                  </a:lnTo>
                  <a:lnTo>
                    <a:pt x="7215588" y="44403"/>
                  </a:lnTo>
                  <a:lnTo>
                    <a:pt x="7327943" y="54316"/>
                  </a:lnTo>
                  <a:lnTo>
                    <a:pt x="7436329" y="65364"/>
                  </a:lnTo>
                  <a:lnTo>
                    <a:pt x="7539076" y="77567"/>
                  </a:lnTo>
                  <a:lnTo>
                    <a:pt x="7635229" y="90978"/>
                  </a:lnTo>
                  <a:lnTo>
                    <a:pt x="7724420" y="105686"/>
                  </a:lnTo>
                  <a:lnTo>
                    <a:pt x="7806722" y="121817"/>
                  </a:lnTo>
                  <a:lnTo>
                    <a:pt x="7882519" y="139532"/>
                  </a:lnTo>
                  <a:lnTo>
                    <a:pt x="7952395" y="159024"/>
                  </a:lnTo>
                  <a:lnTo>
                    <a:pt x="8017054" y="180506"/>
                  </a:lnTo>
                  <a:lnTo>
                    <a:pt x="8077253" y="204205"/>
                  </a:lnTo>
                  <a:lnTo>
                    <a:pt x="8133754" y="230334"/>
                  </a:lnTo>
                  <a:lnTo>
                    <a:pt x="8187288" y="259063"/>
                  </a:lnTo>
                  <a:lnTo>
                    <a:pt x="8229629" y="284741"/>
                  </a:lnTo>
                  <a:lnTo>
                    <a:pt x="8281624" y="319947"/>
                  </a:lnTo>
                  <a:lnTo>
                    <a:pt x="8332169" y="358137"/>
                  </a:lnTo>
                  <a:lnTo>
                    <a:pt x="8381719" y="399370"/>
                  </a:lnTo>
                  <a:lnTo>
                    <a:pt x="8430628" y="443633"/>
                  </a:lnTo>
                  <a:lnTo>
                    <a:pt x="8479166" y="490843"/>
                  </a:lnTo>
                  <a:lnTo>
                    <a:pt x="8527530" y="540832"/>
                  </a:lnTo>
                  <a:lnTo>
                    <a:pt x="8575856" y="593349"/>
                  </a:lnTo>
                  <a:lnTo>
                    <a:pt x="8624224" y="648060"/>
                  </a:lnTo>
                  <a:lnTo>
                    <a:pt x="8672671" y="704554"/>
                  </a:lnTo>
                  <a:lnTo>
                    <a:pt x="8721200" y="762353"/>
                  </a:lnTo>
                  <a:lnTo>
                    <a:pt x="8769786" y="820930"/>
                  </a:lnTo>
                  <a:lnTo>
                    <a:pt x="8818389" y="879728"/>
                  </a:lnTo>
                  <a:lnTo>
                    <a:pt x="8866965" y="938178"/>
                  </a:lnTo>
                  <a:lnTo>
                    <a:pt x="8915477" y="995729"/>
                  </a:lnTo>
                  <a:lnTo>
                    <a:pt x="8963905" y="1051862"/>
                  </a:lnTo>
                  <a:lnTo>
                    <a:pt x="9012259" y="1106114"/>
                  </a:lnTo>
                  <a:lnTo>
                    <a:pt x="9060584" y="1158091"/>
                  </a:lnTo>
                  <a:lnTo>
                    <a:pt x="9108974" y="1207475"/>
                  </a:lnTo>
                  <a:lnTo>
                    <a:pt x="9157576" y="1254036"/>
                  </a:lnTo>
                  <a:lnTo>
                    <a:pt x="9206602" y="1297625"/>
                  </a:lnTo>
                  <a:lnTo>
                    <a:pt x="9256341" y="1338173"/>
                  </a:lnTo>
                  <a:lnTo>
                    <a:pt x="9307167" y="1375688"/>
                  </a:lnTo>
                  <a:lnTo>
                    <a:pt x="9347647" y="1402743"/>
                  </a:lnTo>
                  <a:lnTo>
                    <a:pt x="9399233" y="1433674"/>
                  </a:lnTo>
                  <a:lnTo>
                    <a:pt x="9453240" y="1461937"/>
                  </a:lnTo>
                  <a:lnTo>
                    <a:pt x="9510338" y="1487623"/>
                  </a:lnTo>
                  <a:lnTo>
                    <a:pt x="9571266" y="1510916"/>
                  </a:lnTo>
                  <a:lnTo>
                    <a:pt x="9636790" y="1532031"/>
                  </a:lnTo>
                  <a:lnTo>
                    <a:pt x="9707661" y="1551195"/>
                  </a:lnTo>
                  <a:lnTo>
                    <a:pt x="9784566" y="1568618"/>
                  </a:lnTo>
                  <a:lnTo>
                    <a:pt x="9868060" y="1584488"/>
                  </a:lnTo>
                  <a:lnTo>
                    <a:pt x="9958483" y="1598959"/>
                  </a:lnTo>
                  <a:lnTo>
                    <a:pt x="10055839" y="1612151"/>
                  </a:lnTo>
                  <a:lnTo>
                    <a:pt x="10159668" y="1624148"/>
                  </a:lnTo>
                  <a:lnTo>
                    <a:pt x="10268896" y="1634996"/>
                  </a:lnTo>
                  <a:lnTo>
                    <a:pt x="10381718" y="1644709"/>
                  </a:lnTo>
                  <a:lnTo>
                    <a:pt x="10495534" y="1653276"/>
                  </a:lnTo>
                  <a:lnTo>
                    <a:pt x="10607005" y="1660674"/>
                  </a:lnTo>
                  <a:lnTo>
                    <a:pt x="10712270" y="1666882"/>
                  </a:lnTo>
                  <a:lnTo>
                    <a:pt x="10807349" y="1671900"/>
                  </a:lnTo>
                  <a:lnTo>
                    <a:pt x="10888677" y="1675764"/>
                  </a:lnTo>
                  <a:lnTo>
                    <a:pt x="10953683" y="1678560"/>
                  </a:lnTo>
                  <a:lnTo>
                    <a:pt x="11001265" y="1680419"/>
                  </a:lnTo>
                  <a:lnTo>
                    <a:pt x="11032051" y="1681517"/>
                  </a:lnTo>
                  <a:lnTo>
                    <a:pt x="11048408" y="1682050"/>
                  </a:lnTo>
                  <a:lnTo>
                    <a:pt x="11054262" y="1682226"/>
                  </a:lnTo>
                  <a:lnTo>
                    <a:pt x="11054891" y="1682243"/>
                  </a:lnTo>
                  <a:lnTo>
                    <a:pt x="12049831" y="1682243"/>
                  </a:lnTo>
                  <a:lnTo>
                    <a:pt x="12049831" y="1677002"/>
                  </a:lnTo>
                  <a:lnTo>
                    <a:pt x="11054891" y="1677002"/>
                  </a:lnTo>
                  <a:lnTo>
                    <a:pt x="11053777" y="1676971"/>
                  </a:lnTo>
                  <a:lnTo>
                    <a:pt x="11046419" y="1676747"/>
                  </a:lnTo>
                  <a:lnTo>
                    <a:pt x="11027764" y="1676130"/>
                  </a:lnTo>
                  <a:lnTo>
                    <a:pt x="10994143" y="1674912"/>
                  </a:lnTo>
                  <a:lnTo>
                    <a:pt x="10943487" y="1672899"/>
                  </a:lnTo>
                  <a:lnTo>
                    <a:pt x="10875480" y="1669924"/>
                  </a:lnTo>
                  <a:lnTo>
                    <a:pt x="10791508" y="1665861"/>
                  </a:lnTo>
                  <a:lnTo>
                    <a:pt x="10694356" y="1660635"/>
                  </a:lnTo>
                  <a:lnTo>
                    <a:pt x="10587706" y="1654216"/>
                  </a:lnTo>
                  <a:lnTo>
                    <a:pt x="10475552" y="1646610"/>
                  </a:lnTo>
                  <a:lnTo>
                    <a:pt x="10361688" y="1637840"/>
                  </a:lnTo>
                  <a:lnTo>
                    <a:pt x="10249333" y="1627927"/>
                  </a:lnTo>
                  <a:lnTo>
                    <a:pt x="10140947" y="1616878"/>
                  </a:lnTo>
                  <a:lnTo>
                    <a:pt x="10038201" y="1604675"/>
                  </a:lnTo>
                  <a:lnTo>
                    <a:pt x="9942047" y="1591265"/>
                  </a:lnTo>
                  <a:lnTo>
                    <a:pt x="9852856" y="1576557"/>
                  </a:lnTo>
                  <a:lnTo>
                    <a:pt x="9770554" y="1560426"/>
                  </a:lnTo>
                  <a:lnTo>
                    <a:pt x="9694758" y="1542711"/>
                  </a:lnTo>
                  <a:lnTo>
                    <a:pt x="9624881" y="1523219"/>
                  </a:lnTo>
                  <a:lnTo>
                    <a:pt x="9560222" y="1501736"/>
                  </a:lnTo>
                  <a:lnTo>
                    <a:pt x="9500024" y="1478038"/>
                  </a:lnTo>
                  <a:lnTo>
                    <a:pt x="9443522" y="1451909"/>
                  </a:lnTo>
                  <a:lnTo>
                    <a:pt x="9389989" y="1423180"/>
                  </a:lnTo>
                  <a:lnTo>
                    <a:pt x="9347647" y="1397502"/>
                  </a:lnTo>
                  <a:lnTo>
                    <a:pt x="9295652" y="1362296"/>
                  </a:lnTo>
                  <a:lnTo>
                    <a:pt x="9245108" y="1324105"/>
                  </a:lnTo>
                  <a:lnTo>
                    <a:pt x="9195558" y="1282873"/>
                  </a:lnTo>
                  <a:lnTo>
                    <a:pt x="9146649" y="1238609"/>
                  </a:lnTo>
                  <a:lnTo>
                    <a:pt x="9098111" y="1191399"/>
                  </a:lnTo>
                  <a:lnTo>
                    <a:pt x="9049746" y="1141410"/>
                  </a:lnTo>
                  <a:lnTo>
                    <a:pt x="9001421" y="1088893"/>
                  </a:lnTo>
                  <a:lnTo>
                    <a:pt x="8953053" y="1034183"/>
                  </a:lnTo>
                  <a:lnTo>
                    <a:pt x="8904605" y="977689"/>
                  </a:lnTo>
                  <a:lnTo>
                    <a:pt x="8856076" y="919890"/>
                  </a:lnTo>
                  <a:lnTo>
                    <a:pt x="8807491" y="861312"/>
                  </a:lnTo>
                  <a:lnTo>
                    <a:pt x="8758888" y="802515"/>
                  </a:lnTo>
                  <a:lnTo>
                    <a:pt x="8710312" y="744064"/>
                  </a:lnTo>
                  <a:lnTo>
                    <a:pt x="8661800" y="686513"/>
                  </a:lnTo>
                  <a:lnTo>
                    <a:pt x="8613371" y="630380"/>
                  </a:lnTo>
                  <a:lnTo>
                    <a:pt x="8565017" y="576128"/>
                  </a:lnTo>
                  <a:lnTo>
                    <a:pt x="8516692" y="524152"/>
                  </a:lnTo>
                  <a:lnTo>
                    <a:pt x="8468303" y="474767"/>
                  </a:lnTo>
                  <a:lnTo>
                    <a:pt x="8419701" y="428206"/>
                  </a:lnTo>
                  <a:lnTo>
                    <a:pt x="8370674" y="384618"/>
                  </a:lnTo>
                  <a:lnTo>
                    <a:pt x="8320936" y="344069"/>
                  </a:lnTo>
                  <a:lnTo>
                    <a:pt x="8270110" y="306555"/>
                  </a:lnTo>
                  <a:lnTo>
                    <a:pt x="8229629" y="279500"/>
                  </a:lnTo>
                  <a:lnTo>
                    <a:pt x="8178043" y="248568"/>
                  </a:lnTo>
                  <a:lnTo>
                    <a:pt x="8124037" y="220306"/>
                  </a:lnTo>
                  <a:lnTo>
                    <a:pt x="8066939" y="194619"/>
                  </a:lnTo>
                  <a:lnTo>
                    <a:pt x="8006010" y="171327"/>
                  </a:lnTo>
                  <a:lnTo>
                    <a:pt x="7940486" y="150211"/>
                  </a:lnTo>
                  <a:lnTo>
                    <a:pt x="7869615" y="131048"/>
                  </a:lnTo>
                  <a:lnTo>
                    <a:pt x="7792711" y="113625"/>
                  </a:lnTo>
                  <a:lnTo>
                    <a:pt x="7709216" y="97755"/>
                  </a:lnTo>
                  <a:lnTo>
                    <a:pt x="7618793" y="83284"/>
                  </a:lnTo>
                  <a:lnTo>
                    <a:pt x="7521437" y="70091"/>
                  </a:lnTo>
                  <a:lnTo>
                    <a:pt x="7417609" y="58095"/>
                  </a:lnTo>
                  <a:lnTo>
                    <a:pt x="7308381" y="47247"/>
                  </a:lnTo>
                  <a:lnTo>
                    <a:pt x="7195559" y="37534"/>
                  </a:lnTo>
                  <a:lnTo>
                    <a:pt x="7081743" y="28966"/>
                  </a:lnTo>
                  <a:lnTo>
                    <a:pt x="6970272" y="21568"/>
                  </a:lnTo>
                  <a:lnTo>
                    <a:pt x="6865006" y="15360"/>
                  </a:lnTo>
                  <a:lnTo>
                    <a:pt x="6769927" y="10342"/>
                  </a:lnTo>
                  <a:lnTo>
                    <a:pt x="6688599" y="6478"/>
                  </a:lnTo>
                  <a:lnTo>
                    <a:pt x="6623594" y="3683"/>
                  </a:lnTo>
                  <a:lnTo>
                    <a:pt x="6576012" y="1823"/>
                  </a:lnTo>
                  <a:lnTo>
                    <a:pt x="6545226" y="726"/>
                  </a:lnTo>
                  <a:lnTo>
                    <a:pt x="6528869" y="192"/>
                  </a:lnTo>
                  <a:lnTo>
                    <a:pt x="6523014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592" y="74"/>
                  </a:lnTo>
                  <a:lnTo>
                    <a:pt x="5520934" y="606"/>
                  </a:lnTo>
                  <a:lnTo>
                    <a:pt x="5506489" y="2072"/>
                  </a:lnTo>
                  <a:lnTo>
                    <a:pt x="5480219" y="4966"/>
                  </a:lnTo>
                  <a:lnTo>
                    <a:pt x="5440156" y="9764"/>
                  </a:lnTo>
                  <a:lnTo>
                    <a:pt x="5385534" y="16897"/>
                  </a:lnTo>
                  <a:lnTo>
                    <a:pt x="5316808" y="26715"/>
                  </a:lnTo>
                  <a:lnTo>
                    <a:pt x="5235546" y="39465"/>
                  </a:lnTo>
                  <a:lnTo>
                    <a:pt x="5144166" y="55287"/>
                  </a:lnTo>
                  <a:lnTo>
                    <a:pt x="5045587" y="74226"/>
                  </a:lnTo>
                  <a:lnTo>
                    <a:pt x="4942860" y="96257"/>
                  </a:lnTo>
                  <a:lnTo>
                    <a:pt x="4838849" y="121323"/>
                  </a:lnTo>
                  <a:lnTo>
                    <a:pt x="4736008" y="149372"/>
                  </a:lnTo>
                  <a:lnTo>
                    <a:pt x="4636264" y="180380"/>
                  </a:lnTo>
                  <a:lnTo>
                    <a:pt x="4540986" y="214382"/>
                  </a:lnTo>
                  <a:lnTo>
                    <a:pt x="4451033" y="251483"/>
                  </a:lnTo>
                  <a:lnTo>
                    <a:pt x="4366824" y="291865"/>
                  </a:lnTo>
                  <a:lnTo>
                    <a:pt x="4288433" y="335791"/>
                  </a:lnTo>
                  <a:lnTo>
                    <a:pt x="4215677" y="383603"/>
                  </a:lnTo>
                  <a:lnTo>
                    <a:pt x="4148192" y="435717"/>
                  </a:lnTo>
                  <a:lnTo>
                    <a:pt x="4085497" y="492608"/>
                  </a:lnTo>
                  <a:lnTo>
                    <a:pt x="4027043" y="554797"/>
                  </a:lnTo>
                  <a:lnTo>
                    <a:pt x="3972250" y="622824"/>
                  </a:lnTo>
                  <a:lnTo>
                    <a:pt x="3920538" y="697196"/>
                  </a:lnTo>
                  <a:lnTo>
                    <a:pt x="3871348" y="778326"/>
                  </a:lnTo>
                  <a:lnTo>
                    <a:pt x="3824170" y="866429"/>
                  </a:lnTo>
                  <a:lnTo>
                    <a:pt x="3820202" y="874312"/>
                  </a:lnTo>
                  <a:lnTo>
                    <a:pt x="3785891" y="945542"/>
                  </a:lnTo>
                  <a:lnTo>
                    <a:pt x="3752282" y="1020752"/>
                  </a:lnTo>
                  <a:lnTo>
                    <a:pt x="3719228" y="1100019"/>
                  </a:lnTo>
                  <a:lnTo>
                    <a:pt x="3686606" y="1183387"/>
                  </a:lnTo>
                  <a:lnTo>
                    <a:pt x="3654311" y="1270859"/>
                  </a:lnTo>
                  <a:lnTo>
                    <a:pt x="3622254" y="1362398"/>
                  </a:lnTo>
                  <a:lnTo>
                    <a:pt x="3590362" y="1457921"/>
                  </a:lnTo>
                  <a:lnTo>
                    <a:pt x="3558574" y="1557298"/>
                  </a:lnTo>
                  <a:lnTo>
                    <a:pt x="3526843" y="1660351"/>
                  </a:lnTo>
                  <a:lnTo>
                    <a:pt x="3495132" y="1766851"/>
                  </a:lnTo>
                  <a:lnTo>
                    <a:pt x="3463414" y="1876522"/>
                  </a:lnTo>
                  <a:lnTo>
                    <a:pt x="3431672" y="1989040"/>
                  </a:lnTo>
                  <a:lnTo>
                    <a:pt x="3399896" y="2104039"/>
                  </a:lnTo>
                  <a:lnTo>
                    <a:pt x="3368084" y="2221111"/>
                  </a:lnTo>
                  <a:lnTo>
                    <a:pt x="3336237" y="2339817"/>
                  </a:lnTo>
                  <a:lnTo>
                    <a:pt x="3304363" y="2459688"/>
                  </a:lnTo>
                  <a:lnTo>
                    <a:pt x="3272472" y="2580237"/>
                  </a:lnTo>
                  <a:lnTo>
                    <a:pt x="3240577" y="2700963"/>
                  </a:lnTo>
                  <a:lnTo>
                    <a:pt x="3208690" y="2821364"/>
                  </a:lnTo>
                  <a:lnTo>
                    <a:pt x="3176823" y="2940944"/>
                  </a:lnTo>
                  <a:lnTo>
                    <a:pt x="3144986" y="3059219"/>
                  </a:lnTo>
                  <a:lnTo>
                    <a:pt x="3113184" y="3175729"/>
                  </a:lnTo>
                  <a:lnTo>
                    <a:pt x="3081419" y="3290042"/>
                  </a:lnTo>
                  <a:lnTo>
                    <a:pt x="3049685" y="3401763"/>
                  </a:lnTo>
                  <a:lnTo>
                    <a:pt x="3017972" y="3510537"/>
                  </a:lnTo>
                  <a:lnTo>
                    <a:pt x="2986258" y="3616055"/>
                  </a:lnTo>
                  <a:lnTo>
                    <a:pt x="2954515" y="3718053"/>
                  </a:lnTo>
                  <a:lnTo>
                    <a:pt x="2922702" y="3816318"/>
                  </a:lnTo>
                  <a:lnTo>
                    <a:pt x="2890768" y="3910686"/>
                  </a:lnTo>
                  <a:lnTo>
                    <a:pt x="2858649" y="4001042"/>
                  </a:lnTo>
                  <a:lnTo>
                    <a:pt x="2826268" y="4087315"/>
                  </a:lnTo>
                  <a:lnTo>
                    <a:pt x="2793532" y="4169480"/>
                  </a:lnTo>
                  <a:lnTo>
                    <a:pt x="2760329" y="4247553"/>
                  </a:lnTo>
                  <a:lnTo>
                    <a:pt x="2726531" y="4321588"/>
                  </a:lnTo>
                  <a:lnTo>
                    <a:pt x="2702183" y="4371562"/>
                  </a:lnTo>
                  <a:lnTo>
                    <a:pt x="2655157" y="4460262"/>
                  </a:lnTo>
                  <a:lnTo>
                    <a:pt x="2606159" y="4541986"/>
                  </a:lnTo>
                  <a:lnTo>
                    <a:pt x="2554684" y="4616924"/>
                  </a:lnTo>
                  <a:lnTo>
                    <a:pt x="2500179" y="4685476"/>
                  </a:lnTo>
                  <a:lnTo>
                    <a:pt x="2442062" y="4748146"/>
                  </a:lnTo>
                  <a:lnTo>
                    <a:pt x="2379753" y="4805470"/>
                  </a:lnTo>
                  <a:lnTo>
                    <a:pt x="2312699" y="4857974"/>
                  </a:lnTo>
                  <a:lnTo>
                    <a:pt x="2240411" y="4906138"/>
                  </a:lnTo>
                  <a:lnTo>
                    <a:pt x="2162514" y="4950383"/>
                  </a:lnTo>
                  <a:lnTo>
                    <a:pt x="2078806" y="4991058"/>
                  </a:lnTo>
                  <a:lnTo>
                    <a:pt x="1989334" y="5028432"/>
                  </a:lnTo>
                  <a:lnTo>
                    <a:pt x="1894487" y="5062695"/>
                  </a:lnTo>
                  <a:lnTo>
                    <a:pt x="1795080" y="5093958"/>
                  </a:lnTo>
                  <a:lnTo>
                    <a:pt x="1692437" y="5122260"/>
                  </a:lnTo>
                  <a:lnTo>
                    <a:pt x="1588437" y="5147585"/>
                  </a:lnTo>
                  <a:lnTo>
                    <a:pt x="1485492" y="5169878"/>
                  </a:lnTo>
                  <a:lnTo>
                    <a:pt x="1386438" y="5189084"/>
                  </a:lnTo>
                  <a:lnTo>
                    <a:pt x="1294322" y="5205173"/>
                  </a:lnTo>
                  <a:lnTo>
                    <a:pt x="1212087" y="5218183"/>
                  </a:lnTo>
                  <a:lnTo>
                    <a:pt x="1142211" y="5228244"/>
                  </a:lnTo>
                  <a:lnTo>
                    <a:pt x="1086343" y="5235595"/>
                  </a:lnTo>
                  <a:lnTo>
                    <a:pt x="1045043" y="5240577"/>
                  </a:lnTo>
                  <a:lnTo>
                    <a:pt x="1017650" y="5243616"/>
                  </a:lnTo>
                  <a:lnTo>
                    <a:pt x="1002296" y="5245186"/>
                  </a:lnTo>
                  <a:lnTo>
                    <a:pt x="996027" y="5245778"/>
                  </a:lnTo>
                  <a:lnTo>
                    <a:pt x="994940" y="5245874"/>
                  </a:lnTo>
                  <a:lnTo>
                    <a:pt x="0" y="5245874"/>
                  </a:lnTo>
                  <a:close/>
                </a:path>
              </a:pathLst>
            </a:custGeom>
            <a:solidFill>
              <a:srgbClr val="BDBDBD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212" name="pl2211"/>
            <p:cNvSpPr/>
            <p:nvPr/>
          </p:nvSpPr>
          <p:spPr>
            <a:xfrm>
              <a:off x="1199187" y="1320475"/>
              <a:ext cx="12049831" cy="5245874"/>
            </a:xfrm>
            <a:custGeom>
              <a:avLst/>
              <a:pathLst>
                <a:path w="12049831" h="5245874">
                  <a:moveTo>
                    <a:pt x="0" y="5245874"/>
                  </a:moveTo>
                  <a:lnTo>
                    <a:pt x="994940" y="5245874"/>
                  </a:lnTo>
                  <a:lnTo>
                    <a:pt x="995793" y="5245799"/>
                  </a:lnTo>
                  <a:lnTo>
                    <a:pt x="1001451" y="5245268"/>
                  </a:lnTo>
                  <a:lnTo>
                    <a:pt x="1015896" y="5243801"/>
                  </a:lnTo>
                  <a:lnTo>
                    <a:pt x="1042166" y="5240908"/>
                  </a:lnTo>
                  <a:lnTo>
                    <a:pt x="1082229" y="5236110"/>
                  </a:lnTo>
                  <a:lnTo>
                    <a:pt x="1136851" y="5228977"/>
                  </a:lnTo>
                  <a:lnTo>
                    <a:pt x="1205577" y="5219159"/>
                  </a:lnTo>
                  <a:lnTo>
                    <a:pt x="1286839" y="5206409"/>
                  </a:lnTo>
                  <a:lnTo>
                    <a:pt x="1378219" y="5190586"/>
                  </a:lnTo>
                  <a:lnTo>
                    <a:pt x="1476798" y="5171648"/>
                  </a:lnTo>
                  <a:lnTo>
                    <a:pt x="1579525" y="5149617"/>
                  </a:lnTo>
                  <a:lnTo>
                    <a:pt x="1683536" y="5124550"/>
                  </a:lnTo>
                  <a:lnTo>
                    <a:pt x="1786377" y="5096502"/>
                  </a:lnTo>
                  <a:lnTo>
                    <a:pt x="1886121" y="5065494"/>
                  </a:lnTo>
                  <a:lnTo>
                    <a:pt x="1981399" y="5031492"/>
                  </a:lnTo>
                  <a:lnTo>
                    <a:pt x="2071352" y="4994391"/>
                  </a:lnTo>
                  <a:lnTo>
                    <a:pt x="2155561" y="4954009"/>
                  </a:lnTo>
                  <a:lnTo>
                    <a:pt x="2233952" y="4910083"/>
                  </a:lnTo>
                  <a:lnTo>
                    <a:pt x="2306708" y="4862271"/>
                  </a:lnTo>
                  <a:lnTo>
                    <a:pt x="2374193" y="4810157"/>
                  </a:lnTo>
                  <a:lnTo>
                    <a:pt x="2436888" y="4753266"/>
                  </a:lnTo>
                  <a:lnTo>
                    <a:pt x="2495342" y="4691076"/>
                  </a:lnTo>
                  <a:lnTo>
                    <a:pt x="2550135" y="4623050"/>
                  </a:lnTo>
                  <a:lnTo>
                    <a:pt x="2601847" y="4548678"/>
                  </a:lnTo>
                  <a:lnTo>
                    <a:pt x="2651037" y="4467547"/>
                  </a:lnTo>
                  <a:lnTo>
                    <a:pt x="2698215" y="4379445"/>
                  </a:lnTo>
                  <a:lnTo>
                    <a:pt x="2702183" y="4371562"/>
                  </a:lnTo>
                  <a:lnTo>
                    <a:pt x="2736494" y="4300331"/>
                  </a:lnTo>
                  <a:lnTo>
                    <a:pt x="2770103" y="4225122"/>
                  </a:lnTo>
                  <a:lnTo>
                    <a:pt x="2803157" y="4145855"/>
                  </a:lnTo>
                  <a:lnTo>
                    <a:pt x="2835779" y="4062487"/>
                  </a:lnTo>
                  <a:lnTo>
                    <a:pt x="2868074" y="3975015"/>
                  </a:lnTo>
                  <a:lnTo>
                    <a:pt x="2900131" y="3883476"/>
                  </a:lnTo>
                  <a:lnTo>
                    <a:pt x="2932023" y="3787952"/>
                  </a:lnTo>
                  <a:lnTo>
                    <a:pt x="2963811" y="3688575"/>
                  </a:lnTo>
                  <a:lnTo>
                    <a:pt x="2995542" y="3585523"/>
                  </a:lnTo>
                  <a:lnTo>
                    <a:pt x="3027253" y="3479023"/>
                  </a:lnTo>
                  <a:lnTo>
                    <a:pt x="3058971" y="3369352"/>
                  </a:lnTo>
                  <a:lnTo>
                    <a:pt x="3090713" y="3256834"/>
                  </a:lnTo>
                  <a:lnTo>
                    <a:pt x="3122489" y="3141835"/>
                  </a:lnTo>
                  <a:lnTo>
                    <a:pt x="3154301" y="3024762"/>
                  </a:lnTo>
                  <a:lnTo>
                    <a:pt x="3186148" y="2906057"/>
                  </a:lnTo>
                  <a:lnTo>
                    <a:pt x="3218022" y="2786186"/>
                  </a:lnTo>
                  <a:lnTo>
                    <a:pt x="3249913" y="2665637"/>
                  </a:lnTo>
                  <a:lnTo>
                    <a:pt x="3281808" y="2544911"/>
                  </a:lnTo>
                  <a:lnTo>
                    <a:pt x="3313695" y="2424509"/>
                  </a:lnTo>
                  <a:lnTo>
                    <a:pt x="3345562" y="2304930"/>
                  </a:lnTo>
                  <a:lnTo>
                    <a:pt x="3377399" y="2186655"/>
                  </a:lnTo>
                  <a:lnTo>
                    <a:pt x="3409201" y="2070145"/>
                  </a:lnTo>
                  <a:lnTo>
                    <a:pt x="3440966" y="1955832"/>
                  </a:lnTo>
                  <a:lnTo>
                    <a:pt x="3472700" y="1844111"/>
                  </a:lnTo>
                  <a:lnTo>
                    <a:pt x="3504413" y="1735336"/>
                  </a:lnTo>
                  <a:lnTo>
                    <a:pt x="3536127" y="1629819"/>
                  </a:lnTo>
                  <a:lnTo>
                    <a:pt x="3567870" y="1527821"/>
                  </a:lnTo>
                  <a:lnTo>
                    <a:pt x="3599683" y="1429556"/>
                  </a:lnTo>
                  <a:lnTo>
                    <a:pt x="3631617" y="1335187"/>
                  </a:lnTo>
                  <a:lnTo>
                    <a:pt x="3663736" y="1244832"/>
                  </a:lnTo>
                  <a:lnTo>
                    <a:pt x="3696117" y="1158559"/>
                  </a:lnTo>
                  <a:lnTo>
                    <a:pt x="3728853" y="1076394"/>
                  </a:lnTo>
                  <a:lnTo>
                    <a:pt x="3762056" y="998321"/>
                  </a:lnTo>
                  <a:lnTo>
                    <a:pt x="3795854" y="924286"/>
                  </a:lnTo>
                  <a:lnTo>
                    <a:pt x="3820202" y="874312"/>
                  </a:lnTo>
                  <a:lnTo>
                    <a:pt x="3867228" y="785612"/>
                  </a:lnTo>
                  <a:lnTo>
                    <a:pt x="3916226" y="703887"/>
                  </a:lnTo>
                  <a:lnTo>
                    <a:pt x="3967701" y="628950"/>
                  </a:lnTo>
                  <a:lnTo>
                    <a:pt x="4022206" y="560398"/>
                  </a:lnTo>
                  <a:lnTo>
                    <a:pt x="4080323" y="497728"/>
                  </a:lnTo>
                  <a:lnTo>
                    <a:pt x="4142632" y="440403"/>
                  </a:lnTo>
                  <a:lnTo>
                    <a:pt x="4209686" y="387900"/>
                  </a:lnTo>
                  <a:lnTo>
                    <a:pt x="4281974" y="339735"/>
                  </a:lnTo>
                  <a:lnTo>
                    <a:pt x="4359871" y="295490"/>
                  </a:lnTo>
                  <a:lnTo>
                    <a:pt x="4443579" y="254816"/>
                  </a:lnTo>
                  <a:lnTo>
                    <a:pt x="4533051" y="217442"/>
                  </a:lnTo>
                  <a:lnTo>
                    <a:pt x="4627898" y="183179"/>
                  </a:lnTo>
                  <a:lnTo>
                    <a:pt x="4727305" y="151916"/>
                  </a:lnTo>
                  <a:lnTo>
                    <a:pt x="4829948" y="123614"/>
                  </a:lnTo>
                  <a:lnTo>
                    <a:pt x="4933948" y="98289"/>
                  </a:lnTo>
                  <a:lnTo>
                    <a:pt x="5036893" y="75995"/>
                  </a:lnTo>
                  <a:lnTo>
                    <a:pt x="5135947" y="56790"/>
                  </a:lnTo>
                  <a:lnTo>
                    <a:pt x="5228063" y="40701"/>
                  </a:lnTo>
                  <a:lnTo>
                    <a:pt x="5310298" y="27691"/>
                  </a:lnTo>
                  <a:lnTo>
                    <a:pt x="5380174" y="17630"/>
                  </a:lnTo>
                  <a:lnTo>
                    <a:pt x="5436042" y="10279"/>
                  </a:lnTo>
                  <a:lnTo>
                    <a:pt x="5477342" y="5296"/>
                  </a:lnTo>
                  <a:lnTo>
                    <a:pt x="5504735" y="2258"/>
                  </a:lnTo>
                  <a:lnTo>
                    <a:pt x="5520089" y="688"/>
                  </a:lnTo>
                  <a:lnTo>
                    <a:pt x="5526358" y="95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500" y="31"/>
                  </a:lnTo>
                  <a:lnTo>
                    <a:pt x="6530858" y="255"/>
                  </a:lnTo>
                  <a:lnTo>
                    <a:pt x="6549513" y="872"/>
                  </a:lnTo>
                  <a:lnTo>
                    <a:pt x="6583134" y="2090"/>
                  </a:lnTo>
                  <a:lnTo>
                    <a:pt x="6633790" y="4103"/>
                  </a:lnTo>
                  <a:lnTo>
                    <a:pt x="6701797" y="7078"/>
                  </a:lnTo>
                  <a:lnTo>
                    <a:pt x="6785769" y="11141"/>
                  </a:lnTo>
                  <a:lnTo>
                    <a:pt x="6882920" y="16367"/>
                  </a:lnTo>
                  <a:lnTo>
                    <a:pt x="6989571" y="22785"/>
                  </a:lnTo>
                  <a:lnTo>
                    <a:pt x="7101724" y="30392"/>
                  </a:lnTo>
                  <a:lnTo>
                    <a:pt x="7215588" y="39162"/>
                  </a:lnTo>
                  <a:lnTo>
                    <a:pt x="7327943" y="49075"/>
                  </a:lnTo>
                  <a:lnTo>
                    <a:pt x="7436329" y="60123"/>
                  </a:lnTo>
                  <a:lnTo>
                    <a:pt x="7539076" y="72326"/>
                  </a:lnTo>
                  <a:lnTo>
                    <a:pt x="7635229" y="85737"/>
                  </a:lnTo>
                  <a:lnTo>
                    <a:pt x="7724420" y="100445"/>
                  </a:lnTo>
                  <a:lnTo>
                    <a:pt x="7806722" y="116576"/>
                  </a:lnTo>
                  <a:lnTo>
                    <a:pt x="7882519" y="134291"/>
                  </a:lnTo>
                  <a:lnTo>
                    <a:pt x="7952395" y="153783"/>
                  </a:lnTo>
                  <a:lnTo>
                    <a:pt x="8017054" y="175266"/>
                  </a:lnTo>
                  <a:lnTo>
                    <a:pt x="8077253" y="198964"/>
                  </a:lnTo>
                  <a:lnTo>
                    <a:pt x="8133754" y="225093"/>
                  </a:lnTo>
                  <a:lnTo>
                    <a:pt x="8187288" y="253822"/>
                  </a:lnTo>
                  <a:lnTo>
                    <a:pt x="8229629" y="279500"/>
                  </a:lnTo>
                  <a:lnTo>
                    <a:pt x="8281624" y="314706"/>
                  </a:lnTo>
                  <a:lnTo>
                    <a:pt x="8332169" y="352897"/>
                  </a:lnTo>
                  <a:lnTo>
                    <a:pt x="8381719" y="394129"/>
                  </a:lnTo>
                  <a:lnTo>
                    <a:pt x="8430628" y="438393"/>
                  </a:lnTo>
                  <a:lnTo>
                    <a:pt x="8479166" y="485603"/>
                  </a:lnTo>
                  <a:lnTo>
                    <a:pt x="8527530" y="535592"/>
                  </a:lnTo>
                  <a:lnTo>
                    <a:pt x="8575856" y="588109"/>
                  </a:lnTo>
                  <a:lnTo>
                    <a:pt x="8624224" y="642819"/>
                  </a:lnTo>
                  <a:lnTo>
                    <a:pt x="8672671" y="699313"/>
                  </a:lnTo>
                  <a:lnTo>
                    <a:pt x="8721200" y="757112"/>
                  </a:lnTo>
                  <a:lnTo>
                    <a:pt x="8769786" y="815690"/>
                  </a:lnTo>
                  <a:lnTo>
                    <a:pt x="8818389" y="874487"/>
                  </a:lnTo>
                  <a:lnTo>
                    <a:pt x="8866965" y="932938"/>
                  </a:lnTo>
                  <a:lnTo>
                    <a:pt x="8915477" y="990489"/>
                  </a:lnTo>
                  <a:lnTo>
                    <a:pt x="8963905" y="1046622"/>
                  </a:lnTo>
                  <a:lnTo>
                    <a:pt x="9012259" y="1100874"/>
                  </a:lnTo>
                  <a:lnTo>
                    <a:pt x="9060584" y="1152850"/>
                  </a:lnTo>
                  <a:lnTo>
                    <a:pt x="9108974" y="1202235"/>
                  </a:lnTo>
                  <a:lnTo>
                    <a:pt x="9157576" y="1248795"/>
                  </a:lnTo>
                  <a:lnTo>
                    <a:pt x="9206602" y="1292384"/>
                  </a:lnTo>
                  <a:lnTo>
                    <a:pt x="9256341" y="1332933"/>
                  </a:lnTo>
                  <a:lnTo>
                    <a:pt x="9307167" y="1370447"/>
                  </a:lnTo>
                  <a:lnTo>
                    <a:pt x="9347647" y="1397502"/>
                  </a:lnTo>
                  <a:lnTo>
                    <a:pt x="9399233" y="1428434"/>
                  </a:lnTo>
                  <a:lnTo>
                    <a:pt x="9453240" y="1456696"/>
                  </a:lnTo>
                  <a:lnTo>
                    <a:pt x="9510338" y="1482383"/>
                  </a:lnTo>
                  <a:lnTo>
                    <a:pt x="9571266" y="1505675"/>
                  </a:lnTo>
                  <a:lnTo>
                    <a:pt x="9636790" y="1526790"/>
                  </a:lnTo>
                  <a:lnTo>
                    <a:pt x="9707661" y="1545954"/>
                  </a:lnTo>
                  <a:lnTo>
                    <a:pt x="9784566" y="1563377"/>
                  </a:lnTo>
                  <a:lnTo>
                    <a:pt x="9868060" y="1579247"/>
                  </a:lnTo>
                  <a:lnTo>
                    <a:pt x="9958483" y="1593718"/>
                  </a:lnTo>
                  <a:lnTo>
                    <a:pt x="10055839" y="1606911"/>
                  </a:lnTo>
                  <a:lnTo>
                    <a:pt x="10159668" y="1618907"/>
                  </a:lnTo>
                  <a:lnTo>
                    <a:pt x="10268896" y="1629755"/>
                  </a:lnTo>
                  <a:lnTo>
                    <a:pt x="10381718" y="1639468"/>
                  </a:lnTo>
                  <a:lnTo>
                    <a:pt x="10495534" y="1648035"/>
                  </a:lnTo>
                  <a:lnTo>
                    <a:pt x="10607005" y="1655434"/>
                  </a:lnTo>
                  <a:lnTo>
                    <a:pt x="10712270" y="1661642"/>
                  </a:lnTo>
                  <a:lnTo>
                    <a:pt x="10807349" y="1666660"/>
                  </a:lnTo>
                  <a:lnTo>
                    <a:pt x="10888677" y="1670524"/>
                  </a:lnTo>
                  <a:lnTo>
                    <a:pt x="10953683" y="1673319"/>
                  </a:lnTo>
                  <a:lnTo>
                    <a:pt x="11001265" y="1675179"/>
                  </a:lnTo>
                  <a:lnTo>
                    <a:pt x="11032051" y="1676276"/>
                  </a:lnTo>
                  <a:lnTo>
                    <a:pt x="11048408" y="1676810"/>
                  </a:lnTo>
                  <a:lnTo>
                    <a:pt x="11054262" y="1676985"/>
                  </a:lnTo>
                  <a:lnTo>
                    <a:pt x="11054891" y="1677002"/>
                  </a:lnTo>
                  <a:lnTo>
                    <a:pt x="12049831" y="1677002"/>
                  </a:lnTo>
                  <a:lnTo>
                    <a:pt x="12049831" y="16770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13" name="pl2212"/>
            <p:cNvSpPr/>
            <p:nvPr/>
          </p:nvSpPr>
          <p:spPr>
            <a:xfrm>
              <a:off x="1199187" y="1315234"/>
              <a:ext cx="12049831" cy="5245874"/>
            </a:xfrm>
            <a:custGeom>
              <a:avLst/>
              <a:pathLst>
                <a:path w="12049831" h="5245874">
                  <a:moveTo>
                    <a:pt x="12049831" y="1677002"/>
                  </a:moveTo>
                  <a:lnTo>
                    <a:pt x="11054891" y="1677002"/>
                  </a:lnTo>
                  <a:lnTo>
                    <a:pt x="11053777" y="1676971"/>
                  </a:lnTo>
                  <a:lnTo>
                    <a:pt x="11046419" y="1676747"/>
                  </a:lnTo>
                  <a:lnTo>
                    <a:pt x="11027764" y="1676130"/>
                  </a:lnTo>
                  <a:lnTo>
                    <a:pt x="10994143" y="1674912"/>
                  </a:lnTo>
                  <a:lnTo>
                    <a:pt x="10943487" y="1672899"/>
                  </a:lnTo>
                  <a:lnTo>
                    <a:pt x="10875480" y="1669924"/>
                  </a:lnTo>
                  <a:lnTo>
                    <a:pt x="10791508" y="1665861"/>
                  </a:lnTo>
                  <a:lnTo>
                    <a:pt x="10694356" y="1660635"/>
                  </a:lnTo>
                  <a:lnTo>
                    <a:pt x="10587706" y="1654216"/>
                  </a:lnTo>
                  <a:lnTo>
                    <a:pt x="10475552" y="1646610"/>
                  </a:lnTo>
                  <a:lnTo>
                    <a:pt x="10361688" y="1637840"/>
                  </a:lnTo>
                  <a:lnTo>
                    <a:pt x="10249333" y="1627927"/>
                  </a:lnTo>
                  <a:lnTo>
                    <a:pt x="10140947" y="1616878"/>
                  </a:lnTo>
                  <a:lnTo>
                    <a:pt x="10038201" y="1604675"/>
                  </a:lnTo>
                  <a:lnTo>
                    <a:pt x="9942047" y="1591265"/>
                  </a:lnTo>
                  <a:lnTo>
                    <a:pt x="9852856" y="1576557"/>
                  </a:lnTo>
                  <a:lnTo>
                    <a:pt x="9770554" y="1560426"/>
                  </a:lnTo>
                  <a:lnTo>
                    <a:pt x="9694758" y="1542711"/>
                  </a:lnTo>
                  <a:lnTo>
                    <a:pt x="9624881" y="1523219"/>
                  </a:lnTo>
                  <a:lnTo>
                    <a:pt x="9560222" y="1501736"/>
                  </a:lnTo>
                  <a:lnTo>
                    <a:pt x="9500024" y="1478038"/>
                  </a:lnTo>
                  <a:lnTo>
                    <a:pt x="9443522" y="1451909"/>
                  </a:lnTo>
                  <a:lnTo>
                    <a:pt x="9389989" y="1423180"/>
                  </a:lnTo>
                  <a:lnTo>
                    <a:pt x="9347647" y="1397502"/>
                  </a:lnTo>
                  <a:lnTo>
                    <a:pt x="9295652" y="1362296"/>
                  </a:lnTo>
                  <a:lnTo>
                    <a:pt x="9245108" y="1324105"/>
                  </a:lnTo>
                  <a:lnTo>
                    <a:pt x="9195558" y="1282873"/>
                  </a:lnTo>
                  <a:lnTo>
                    <a:pt x="9146649" y="1238609"/>
                  </a:lnTo>
                  <a:lnTo>
                    <a:pt x="9098111" y="1191399"/>
                  </a:lnTo>
                  <a:lnTo>
                    <a:pt x="9049746" y="1141410"/>
                  </a:lnTo>
                  <a:lnTo>
                    <a:pt x="9001421" y="1088893"/>
                  </a:lnTo>
                  <a:lnTo>
                    <a:pt x="8953053" y="1034183"/>
                  </a:lnTo>
                  <a:lnTo>
                    <a:pt x="8904605" y="977689"/>
                  </a:lnTo>
                  <a:lnTo>
                    <a:pt x="8856076" y="919890"/>
                  </a:lnTo>
                  <a:lnTo>
                    <a:pt x="8807491" y="861312"/>
                  </a:lnTo>
                  <a:lnTo>
                    <a:pt x="8758888" y="802515"/>
                  </a:lnTo>
                  <a:lnTo>
                    <a:pt x="8710312" y="744064"/>
                  </a:lnTo>
                  <a:lnTo>
                    <a:pt x="8661800" y="686513"/>
                  </a:lnTo>
                  <a:lnTo>
                    <a:pt x="8613371" y="630380"/>
                  </a:lnTo>
                  <a:lnTo>
                    <a:pt x="8565017" y="576128"/>
                  </a:lnTo>
                  <a:lnTo>
                    <a:pt x="8516692" y="524152"/>
                  </a:lnTo>
                  <a:lnTo>
                    <a:pt x="8468303" y="474767"/>
                  </a:lnTo>
                  <a:lnTo>
                    <a:pt x="8419701" y="428206"/>
                  </a:lnTo>
                  <a:lnTo>
                    <a:pt x="8370674" y="384618"/>
                  </a:lnTo>
                  <a:lnTo>
                    <a:pt x="8320936" y="344069"/>
                  </a:lnTo>
                  <a:lnTo>
                    <a:pt x="8270110" y="306555"/>
                  </a:lnTo>
                  <a:lnTo>
                    <a:pt x="8229629" y="279500"/>
                  </a:lnTo>
                  <a:lnTo>
                    <a:pt x="8178043" y="248568"/>
                  </a:lnTo>
                  <a:lnTo>
                    <a:pt x="8124037" y="220306"/>
                  </a:lnTo>
                  <a:lnTo>
                    <a:pt x="8066939" y="194619"/>
                  </a:lnTo>
                  <a:lnTo>
                    <a:pt x="8006010" y="171327"/>
                  </a:lnTo>
                  <a:lnTo>
                    <a:pt x="7940486" y="150211"/>
                  </a:lnTo>
                  <a:lnTo>
                    <a:pt x="7869615" y="131048"/>
                  </a:lnTo>
                  <a:lnTo>
                    <a:pt x="7792711" y="113625"/>
                  </a:lnTo>
                  <a:lnTo>
                    <a:pt x="7709216" y="97755"/>
                  </a:lnTo>
                  <a:lnTo>
                    <a:pt x="7618793" y="83284"/>
                  </a:lnTo>
                  <a:lnTo>
                    <a:pt x="7521437" y="70091"/>
                  </a:lnTo>
                  <a:lnTo>
                    <a:pt x="7417609" y="58095"/>
                  </a:lnTo>
                  <a:lnTo>
                    <a:pt x="7308381" y="47247"/>
                  </a:lnTo>
                  <a:lnTo>
                    <a:pt x="7195559" y="37534"/>
                  </a:lnTo>
                  <a:lnTo>
                    <a:pt x="7081743" y="28966"/>
                  </a:lnTo>
                  <a:lnTo>
                    <a:pt x="6970272" y="21568"/>
                  </a:lnTo>
                  <a:lnTo>
                    <a:pt x="6865006" y="15360"/>
                  </a:lnTo>
                  <a:lnTo>
                    <a:pt x="6769927" y="10342"/>
                  </a:lnTo>
                  <a:lnTo>
                    <a:pt x="6688599" y="6478"/>
                  </a:lnTo>
                  <a:lnTo>
                    <a:pt x="6623594" y="3683"/>
                  </a:lnTo>
                  <a:lnTo>
                    <a:pt x="6576012" y="1823"/>
                  </a:lnTo>
                  <a:lnTo>
                    <a:pt x="6545226" y="726"/>
                  </a:lnTo>
                  <a:lnTo>
                    <a:pt x="6528869" y="192"/>
                  </a:lnTo>
                  <a:lnTo>
                    <a:pt x="6523014" y="17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592" y="74"/>
                  </a:lnTo>
                  <a:lnTo>
                    <a:pt x="5520934" y="606"/>
                  </a:lnTo>
                  <a:lnTo>
                    <a:pt x="5506489" y="2072"/>
                  </a:lnTo>
                  <a:lnTo>
                    <a:pt x="5480219" y="4966"/>
                  </a:lnTo>
                  <a:lnTo>
                    <a:pt x="5440156" y="9764"/>
                  </a:lnTo>
                  <a:lnTo>
                    <a:pt x="5385534" y="16897"/>
                  </a:lnTo>
                  <a:lnTo>
                    <a:pt x="5316808" y="26715"/>
                  </a:lnTo>
                  <a:lnTo>
                    <a:pt x="5235546" y="39465"/>
                  </a:lnTo>
                  <a:lnTo>
                    <a:pt x="5144166" y="55287"/>
                  </a:lnTo>
                  <a:lnTo>
                    <a:pt x="5045587" y="74226"/>
                  </a:lnTo>
                  <a:lnTo>
                    <a:pt x="4942860" y="96257"/>
                  </a:lnTo>
                  <a:lnTo>
                    <a:pt x="4838849" y="121323"/>
                  </a:lnTo>
                  <a:lnTo>
                    <a:pt x="4736008" y="149372"/>
                  </a:lnTo>
                  <a:lnTo>
                    <a:pt x="4636264" y="180380"/>
                  </a:lnTo>
                  <a:lnTo>
                    <a:pt x="4540986" y="214382"/>
                  </a:lnTo>
                  <a:lnTo>
                    <a:pt x="4451033" y="251483"/>
                  </a:lnTo>
                  <a:lnTo>
                    <a:pt x="4366824" y="291865"/>
                  </a:lnTo>
                  <a:lnTo>
                    <a:pt x="4288433" y="335791"/>
                  </a:lnTo>
                  <a:lnTo>
                    <a:pt x="4215677" y="383603"/>
                  </a:lnTo>
                  <a:lnTo>
                    <a:pt x="4148192" y="435717"/>
                  </a:lnTo>
                  <a:lnTo>
                    <a:pt x="4085497" y="492608"/>
                  </a:lnTo>
                  <a:lnTo>
                    <a:pt x="4027043" y="554797"/>
                  </a:lnTo>
                  <a:lnTo>
                    <a:pt x="3972250" y="622824"/>
                  </a:lnTo>
                  <a:lnTo>
                    <a:pt x="3920538" y="697196"/>
                  </a:lnTo>
                  <a:lnTo>
                    <a:pt x="3871348" y="778326"/>
                  </a:lnTo>
                  <a:lnTo>
                    <a:pt x="3824170" y="866429"/>
                  </a:lnTo>
                  <a:lnTo>
                    <a:pt x="3820202" y="874312"/>
                  </a:lnTo>
                  <a:lnTo>
                    <a:pt x="3785891" y="945542"/>
                  </a:lnTo>
                  <a:lnTo>
                    <a:pt x="3752282" y="1020752"/>
                  </a:lnTo>
                  <a:lnTo>
                    <a:pt x="3719228" y="1100019"/>
                  </a:lnTo>
                  <a:lnTo>
                    <a:pt x="3686606" y="1183387"/>
                  </a:lnTo>
                  <a:lnTo>
                    <a:pt x="3654311" y="1270859"/>
                  </a:lnTo>
                  <a:lnTo>
                    <a:pt x="3622254" y="1362398"/>
                  </a:lnTo>
                  <a:lnTo>
                    <a:pt x="3590362" y="1457921"/>
                  </a:lnTo>
                  <a:lnTo>
                    <a:pt x="3558574" y="1557298"/>
                  </a:lnTo>
                  <a:lnTo>
                    <a:pt x="3526843" y="1660351"/>
                  </a:lnTo>
                  <a:lnTo>
                    <a:pt x="3495132" y="1766851"/>
                  </a:lnTo>
                  <a:lnTo>
                    <a:pt x="3463414" y="1876522"/>
                  </a:lnTo>
                  <a:lnTo>
                    <a:pt x="3431672" y="1989040"/>
                  </a:lnTo>
                  <a:lnTo>
                    <a:pt x="3399896" y="2104039"/>
                  </a:lnTo>
                  <a:lnTo>
                    <a:pt x="3368084" y="2221111"/>
                  </a:lnTo>
                  <a:lnTo>
                    <a:pt x="3336237" y="2339817"/>
                  </a:lnTo>
                  <a:lnTo>
                    <a:pt x="3304363" y="2459688"/>
                  </a:lnTo>
                  <a:lnTo>
                    <a:pt x="3272472" y="2580237"/>
                  </a:lnTo>
                  <a:lnTo>
                    <a:pt x="3240577" y="2700963"/>
                  </a:lnTo>
                  <a:lnTo>
                    <a:pt x="3208690" y="2821364"/>
                  </a:lnTo>
                  <a:lnTo>
                    <a:pt x="3176823" y="2940944"/>
                  </a:lnTo>
                  <a:lnTo>
                    <a:pt x="3144986" y="3059219"/>
                  </a:lnTo>
                  <a:lnTo>
                    <a:pt x="3113184" y="3175729"/>
                  </a:lnTo>
                  <a:lnTo>
                    <a:pt x="3081419" y="3290042"/>
                  </a:lnTo>
                  <a:lnTo>
                    <a:pt x="3049685" y="3401763"/>
                  </a:lnTo>
                  <a:lnTo>
                    <a:pt x="3017972" y="3510537"/>
                  </a:lnTo>
                  <a:lnTo>
                    <a:pt x="2986258" y="3616055"/>
                  </a:lnTo>
                  <a:lnTo>
                    <a:pt x="2954515" y="3718053"/>
                  </a:lnTo>
                  <a:lnTo>
                    <a:pt x="2922702" y="3816318"/>
                  </a:lnTo>
                  <a:lnTo>
                    <a:pt x="2890768" y="3910686"/>
                  </a:lnTo>
                  <a:lnTo>
                    <a:pt x="2858649" y="4001042"/>
                  </a:lnTo>
                  <a:lnTo>
                    <a:pt x="2826268" y="4087315"/>
                  </a:lnTo>
                  <a:lnTo>
                    <a:pt x="2793532" y="4169480"/>
                  </a:lnTo>
                  <a:lnTo>
                    <a:pt x="2760329" y="4247553"/>
                  </a:lnTo>
                  <a:lnTo>
                    <a:pt x="2726531" y="4321588"/>
                  </a:lnTo>
                  <a:lnTo>
                    <a:pt x="2702183" y="4371562"/>
                  </a:lnTo>
                  <a:lnTo>
                    <a:pt x="2655157" y="4460262"/>
                  </a:lnTo>
                  <a:lnTo>
                    <a:pt x="2606159" y="4541986"/>
                  </a:lnTo>
                  <a:lnTo>
                    <a:pt x="2554684" y="4616924"/>
                  </a:lnTo>
                  <a:lnTo>
                    <a:pt x="2500179" y="4685476"/>
                  </a:lnTo>
                  <a:lnTo>
                    <a:pt x="2442062" y="4748146"/>
                  </a:lnTo>
                  <a:lnTo>
                    <a:pt x="2379753" y="4805470"/>
                  </a:lnTo>
                  <a:lnTo>
                    <a:pt x="2312699" y="4857974"/>
                  </a:lnTo>
                  <a:lnTo>
                    <a:pt x="2240411" y="4906138"/>
                  </a:lnTo>
                  <a:lnTo>
                    <a:pt x="2162514" y="4950383"/>
                  </a:lnTo>
                  <a:lnTo>
                    <a:pt x="2078806" y="4991058"/>
                  </a:lnTo>
                  <a:lnTo>
                    <a:pt x="1989334" y="5028432"/>
                  </a:lnTo>
                  <a:lnTo>
                    <a:pt x="1894487" y="5062695"/>
                  </a:lnTo>
                  <a:lnTo>
                    <a:pt x="1795080" y="5093958"/>
                  </a:lnTo>
                  <a:lnTo>
                    <a:pt x="1692437" y="5122260"/>
                  </a:lnTo>
                  <a:lnTo>
                    <a:pt x="1588437" y="5147585"/>
                  </a:lnTo>
                  <a:lnTo>
                    <a:pt x="1485492" y="5169878"/>
                  </a:lnTo>
                  <a:lnTo>
                    <a:pt x="1386438" y="5189084"/>
                  </a:lnTo>
                  <a:lnTo>
                    <a:pt x="1294322" y="5205173"/>
                  </a:lnTo>
                  <a:lnTo>
                    <a:pt x="1212087" y="5218183"/>
                  </a:lnTo>
                  <a:lnTo>
                    <a:pt x="1142211" y="5228244"/>
                  </a:lnTo>
                  <a:lnTo>
                    <a:pt x="1086343" y="5235595"/>
                  </a:lnTo>
                  <a:lnTo>
                    <a:pt x="1045043" y="5240577"/>
                  </a:lnTo>
                  <a:lnTo>
                    <a:pt x="1017650" y="5243616"/>
                  </a:lnTo>
                  <a:lnTo>
                    <a:pt x="1002296" y="5245186"/>
                  </a:lnTo>
                  <a:lnTo>
                    <a:pt x="996027" y="5245778"/>
                  </a:lnTo>
                  <a:lnTo>
                    <a:pt x="994940" y="5245874"/>
                  </a:lnTo>
                  <a:lnTo>
                    <a:pt x="994940" y="5245874"/>
                  </a:lnTo>
                  <a:lnTo>
                    <a:pt x="0" y="5245874"/>
                  </a:lnTo>
                  <a:lnTo>
                    <a:pt x="0" y="52458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14" name="pg2213"/>
            <p:cNvSpPr/>
            <p:nvPr/>
          </p:nvSpPr>
          <p:spPr>
            <a:xfrm>
              <a:off x="1199187" y="1493416"/>
              <a:ext cx="12049831" cy="5078174"/>
            </a:xfrm>
            <a:custGeom>
              <a:avLst/>
              <a:pathLst>
                <a:path w="12049831" h="5078174">
                  <a:moveTo>
                    <a:pt x="0" y="5078174"/>
                  </a:moveTo>
                  <a:lnTo>
                    <a:pt x="994940" y="5078174"/>
                  </a:lnTo>
                  <a:lnTo>
                    <a:pt x="995801" y="5078101"/>
                  </a:lnTo>
                  <a:lnTo>
                    <a:pt x="1001513" y="5077582"/>
                  </a:lnTo>
                  <a:lnTo>
                    <a:pt x="1016092" y="5076149"/>
                  </a:lnTo>
                  <a:lnTo>
                    <a:pt x="1042598" y="5073324"/>
                  </a:lnTo>
                  <a:lnTo>
                    <a:pt x="1083003" y="5068638"/>
                  </a:lnTo>
                  <a:lnTo>
                    <a:pt x="1138066" y="5061673"/>
                  </a:lnTo>
                  <a:lnTo>
                    <a:pt x="1207303" y="5052090"/>
                  </a:lnTo>
                  <a:lnTo>
                    <a:pt x="1289110" y="5039648"/>
                  </a:lnTo>
                  <a:lnTo>
                    <a:pt x="1381029" y="5024213"/>
                  </a:lnTo>
                  <a:lnTo>
                    <a:pt x="1480104" y="5005746"/>
                  </a:lnTo>
                  <a:lnTo>
                    <a:pt x="1583256" y="4984270"/>
                  </a:lnTo>
                  <a:lnTo>
                    <a:pt x="1687604" y="4959841"/>
                  </a:lnTo>
                  <a:lnTo>
                    <a:pt x="1790687" y="4932511"/>
                  </a:lnTo>
                  <a:lnTo>
                    <a:pt x="1890584" y="4902300"/>
                  </a:lnTo>
                  <a:lnTo>
                    <a:pt x="1985935" y="4869172"/>
                  </a:lnTo>
                  <a:lnTo>
                    <a:pt x="2075897" y="4833021"/>
                  </a:lnTo>
                  <a:lnTo>
                    <a:pt x="2160066" y="4793665"/>
                  </a:lnTo>
                  <a:lnTo>
                    <a:pt x="2238383" y="4750842"/>
                  </a:lnTo>
                  <a:lnTo>
                    <a:pt x="2311045" y="4704214"/>
                  </a:lnTo>
                  <a:lnTo>
                    <a:pt x="2378430" y="4653373"/>
                  </a:lnTo>
                  <a:lnTo>
                    <a:pt x="2441027" y="4597850"/>
                  </a:lnTo>
                  <a:lnTo>
                    <a:pt x="2499395" y="4537133"/>
                  </a:lnTo>
                  <a:lnTo>
                    <a:pt x="2554119" y="4470698"/>
                  </a:lnTo>
                  <a:lnTo>
                    <a:pt x="2605787" y="4398052"/>
                  </a:lnTo>
                  <a:lnTo>
                    <a:pt x="2654959" y="4318803"/>
                  </a:lnTo>
                  <a:lnTo>
                    <a:pt x="2702183" y="4232685"/>
                  </a:lnTo>
                  <a:lnTo>
                    <a:pt x="2737012" y="4162721"/>
                  </a:lnTo>
                  <a:lnTo>
                    <a:pt x="2771121" y="4088789"/>
                  </a:lnTo>
                  <a:lnTo>
                    <a:pt x="2804660" y="4010811"/>
                  </a:lnTo>
                  <a:lnTo>
                    <a:pt x="2837760" y="3928745"/>
                  </a:lnTo>
                  <a:lnTo>
                    <a:pt x="2870529" y="3842588"/>
                  </a:lnTo>
                  <a:lnTo>
                    <a:pt x="2903060" y="3752383"/>
                  </a:lnTo>
                  <a:lnTo>
                    <a:pt x="2935426" y="3658216"/>
                  </a:lnTo>
                  <a:lnTo>
                    <a:pt x="2967691" y="3560224"/>
                  </a:lnTo>
                  <a:lnTo>
                    <a:pt x="2999902" y="3458594"/>
                  </a:lnTo>
                  <a:lnTo>
                    <a:pt x="3032097" y="3353562"/>
                  </a:lnTo>
                  <a:lnTo>
                    <a:pt x="3064302" y="3245417"/>
                  </a:lnTo>
                  <a:lnTo>
                    <a:pt x="3096534" y="3134491"/>
                  </a:lnTo>
                  <a:lnTo>
                    <a:pt x="3128803" y="3021165"/>
                  </a:lnTo>
                  <a:lnTo>
                    <a:pt x="3161109" y="2905856"/>
                  </a:lnTo>
                  <a:lnTo>
                    <a:pt x="3193449" y="2789017"/>
                  </a:lnTo>
                  <a:lnTo>
                    <a:pt x="3225815" y="2671126"/>
                  </a:lnTo>
                  <a:lnTo>
                    <a:pt x="3258195" y="2552681"/>
                  </a:lnTo>
                  <a:lnTo>
                    <a:pt x="3290576" y="2434189"/>
                  </a:lnTo>
                  <a:lnTo>
                    <a:pt x="3322946" y="2316158"/>
                  </a:lnTo>
                  <a:lnTo>
                    <a:pt x="3355291" y="2199088"/>
                  </a:lnTo>
                  <a:lnTo>
                    <a:pt x="3387604" y="2083461"/>
                  </a:lnTo>
                  <a:lnTo>
                    <a:pt x="3419880" y="1969735"/>
                  </a:lnTo>
                  <a:lnTo>
                    <a:pt x="3452118" y="1858335"/>
                  </a:lnTo>
                  <a:lnTo>
                    <a:pt x="3484327" y="1749648"/>
                  </a:lnTo>
                  <a:lnTo>
                    <a:pt x="3516522" y="1644017"/>
                  </a:lnTo>
                  <a:lnTo>
                    <a:pt x="3548728" y="1541738"/>
                  </a:lnTo>
                  <a:lnTo>
                    <a:pt x="3580979" y="1443057"/>
                  </a:lnTo>
                  <a:lnTo>
                    <a:pt x="3613323" y="1348170"/>
                  </a:lnTo>
                  <a:lnTo>
                    <a:pt x="3645818" y="1257223"/>
                  </a:lnTo>
                  <a:lnTo>
                    <a:pt x="3678536" y="1170312"/>
                  </a:lnTo>
                  <a:lnTo>
                    <a:pt x="3711567" y="1087487"/>
                  </a:lnTo>
                  <a:lnTo>
                    <a:pt x="3745016" y="1008754"/>
                  </a:lnTo>
                  <a:lnTo>
                    <a:pt x="3779009" y="934078"/>
                  </a:lnTo>
                  <a:lnTo>
                    <a:pt x="3813691" y="863387"/>
                  </a:lnTo>
                  <a:lnTo>
                    <a:pt x="3820202" y="850729"/>
                  </a:lnTo>
                  <a:lnTo>
                    <a:pt x="3867384" y="764684"/>
                  </a:lnTo>
                  <a:lnTo>
                    <a:pt x="3916554" y="685429"/>
                  </a:lnTo>
                  <a:lnTo>
                    <a:pt x="3968219" y="612777"/>
                  </a:lnTo>
                  <a:lnTo>
                    <a:pt x="4022941" y="546336"/>
                  </a:lnTo>
                  <a:lnTo>
                    <a:pt x="4081305" y="485615"/>
                  </a:lnTo>
                  <a:lnTo>
                    <a:pt x="4143899" y="430087"/>
                  </a:lnTo>
                  <a:lnTo>
                    <a:pt x="4211279" y="379242"/>
                  </a:lnTo>
                  <a:lnTo>
                    <a:pt x="4283936" y="332611"/>
                  </a:lnTo>
                  <a:lnTo>
                    <a:pt x="4362248" y="289785"/>
                  </a:lnTo>
                  <a:lnTo>
                    <a:pt x="4446412" y="250426"/>
                  </a:lnTo>
                  <a:lnTo>
                    <a:pt x="4536369" y="214272"/>
                  </a:lnTo>
                  <a:lnTo>
                    <a:pt x="4631715" y="181142"/>
                  </a:lnTo>
                  <a:lnTo>
                    <a:pt x="4731609" y="150928"/>
                  </a:lnTo>
                  <a:lnTo>
                    <a:pt x="4834690" y="123596"/>
                  </a:lnTo>
                  <a:lnTo>
                    <a:pt x="4939038" y="99164"/>
                  </a:lnTo>
                  <a:lnTo>
                    <a:pt x="5042192" y="77686"/>
                  </a:lnTo>
                  <a:lnTo>
                    <a:pt x="5141272" y="59216"/>
                  </a:lnTo>
                  <a:lnTo>
                    <a:pt x="5233199" y="43779"/>
                  </a:lnTo>
                  <a:lnTo>
                    <a:pt x="5315016" y="31334"/>
                  </a:lnTo>
                  <a:lnTo>
                    <a:pt x="5384264" y="21748"/>
                  </a:lnTo>
                  <a:lnTo>
                    <a:pt x="5439340" y="14781"/>
                  </a:lnTo>
                  <a:lnTo>
                    <a:pt x="5479758" y="10094"/>
                  </a:lnTo>
                  <a:lnTo>
                    <a:pt x="5506276" y="7266"/>
                  </a:lnTo>
                  <a:lnTo>
                    <a:pt x="5520863" y="5833"/>
                  </a:lnTo>
                  <a:lnTo>
                    <a:pt x="5526582" y="5313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46" y="5297"/>
                  </a:lnTo>
                  <a:lnTo>
                    <a:pt x="6530452" y="5705"/>
                  </a:lnTo>
                  <a:lnTo>
                    <a:pt x="6548241" y="6831"/>
                  </a:lnTo>
                  <a:lnTo>
                    <a:pt x="6580359" y="9051"/>
                  </a:lnTo>
                  <a:lnTo>
                    <a:pt x="6628868" y="12723"/>
                  </a:lnTo>
                  <a:lnTo>
                    <a:pt x="6694195" y="18157"/>
                  </a:lnTo>
                  <a:lnTo>
                    <a:pt x="6775163" y="25589"/>
                  </a:lnTo>
                  <a:lnTo>
                    <a:pt x="6869247" y="35167"/>
                  </a:lnTo>
                  <a:lnTo>
                    <a:pt x="6973022" y="46955"/>
                  </a:lnTo>
                  <a:lnTo>
                    <a:pt x="7082697" y="60950"/>
                  </a:lnTo>
                  <a:lnTo>
                    <a:pt x="7194609" y="77113"/>
                  </a:lnTo>
                  <a:lnTo>
                    <a:pt x="7305582" y="95401"/>
                  </a:lnTo>
                  <a:lnTo>
                    <a:pt x="7413132" y="115794"/>
                  </a:lnTo>
                  <a:lnTo>
                    <a:pt x="7515518" y="138316"/>
                  </a:lnTo>
                  <a:lnTo>
                    <a:pt x="7611689" y="163049"/>
                  </a:lnTo>
                  <a:lnTo>
                    <a:pt x="7701172" y="190140"/>
                  </a:lnTo>
                  <a:lnTo>
                    <a:pt x="7783940" y="219801"/>
                  </a:lnTo>
                  <a:lnTo>
                    <a:pt x="7860290" y="252310"/>
                  </a:lnTo>
                  <a:lnTo>
                    <a:pt x="7930729" y="288000"/>
                  </a:lnTo>
                  <a:lnTo>
                    <a:pt x="7995900" y="327253"/>
                  </a:lnTo>
                  <a:lnTo>
                    <a:pt x="8056511" y="370476"/>
                  </a:lnTo>
                  <a:lnTo>
                    <a:pt x="8113289" y="418074"/>
                  </a:lnTo>
                  <a:lnTo>
                    <a:pt x="8166945" y="470393"/>
                  </a:lnTo>
                  <a:lnTo>
                    <a:pt x="8218132" y="527648"/>
                  </a:lnTo>
                  <a:lnTo>
                    <a:pt x="8229629" y="541532"/>
                  </a:lnTo>
                  <a:lnTo>
                    <a:pt x="8271794" y="595706"/>
                  </a:lnTo>
                  <a:lnTo>
                    <a:pt x="8312946" y="653604"/>
                  </a:lnTo>
                  <a:lnTo>
                    <a:pt x="8353345" y="715300"/>
                  </a:lnTo>
                  <a:lnTo>
                    <a:pt x="8393202" y="780820"/>
                  </a:lnTo>
                  <a:lnTo>
                    <a:pt x="8432687" y="850127"/>
                  </a:lnTo>
                  <a:lnTo>
                    <a:pt x="8471938" y="923125"/>
                  </a:lnTo>
                  <a:lnTo>
                    <a:pt x="8511059" y="999650"/>
                  </a:lnTo>
                  <a:lnTo>
                    <a:pt x="8550131" y="1079467"/>
                  </a:lnTo>
                  <a:lnTo>
                    <a:pt x="8589206" y="1162275"/>
                  </a:lnTo>
                  <a:lnTo>
                    <a:pt x="8628320" y="1247703"/>
                  </a:lnTo>
                  <a:lnTo>
                    <a:pt x="8667487" y="1335322"/>
                  </a:lnTo>
                  <a:lnTo>
                    <a:pt x="8706709" y="1424647"/>
                  </a:lnTo>
                  <a:lnTo>
                    <a:pt x="8745975" y="1515153"/>
                  </a:lnTo>
                  <a:lnTo>
                    <a:pt x="8785265" y="1606281"/>
                  </a:lnTo>
                  <a:lnTo>
                    <a:pt x="8824557" y="1697459"/>
                  </a:lnTo>
                  <a:lnTo>
                    <a:pt x="8863828" y="1788111"/>
                  </a:lnTo>
                  <a:lnTo>
                    <a:pt x="8903058" y="1877678"/>
                  </a:lnTo>
                  <a:lnTo>
                    <a:pt x="8942235" y="1965625"/>
                  </a:lnTo>
                  <a:lnTo>
                    <a:pt x="8981358" y="2051462"/>
                  </a:lnTo>
                  <a:lnTo>
                    <a:pt x="9020438" y="2134747"/>
                  </a:lnTo>
                  <a:lnTo>
                    <a:pt x="9059507" y="2215101"/>
                  </a:lnTo>
                  <a:lnTo>
                    <a:pt x="9098615" y="2292210"/>
                  </a:lnTo>
                  <a:lnTo>
                    <a:pt x="9137836" y="2365827"/>
                  </a:lnTo>
                  <a:lnTo>
                    <a:pt x="9177273" y="2435777"/>
                  </a:lnTo>
                  <a:lnTo>
                    <a:pt x="9217054" y="2501951"/>
                  </a:lnTo>
                  <a:lnTo>
                    <a:pt x="9257346" y="2564304"/>
                  </a:lnTo>
                  <a:lnTo>
                    <a:pt x="9298353" y="2622850"/>
                  </a:lnTo>
                  <a:lnTo>
                    <a:pt x="9340323" y="2677656"/>
                  </a:lnTo>
                  <a:lnTo>
                    <a:pt x="9347647" y="2686698"/>
                  </a:lnTo>
                  <a:lnTo>
                    <a:pt x="9398350" y="2745095"/>
                  </a:lnTo>
                  <a:lnTo>
                    <a:pt x="9451382" y="2798539"/>
                  </a:lnTo>
                  <a:lnTo>
                    <a:pt x="9507380" y="2847196"/>
                  </a:lnTo>
                  <a:lnTo>
                    <a:pt x="9567043" y="2891392"/>
                  </a:lnTo>
                  <a:lnTo>
                    <a:pt x="9631100" y="2931522"/>
                  </a:lnTo>
                  <a:lnTo>
                    <a:pt x="9700267" y="2967998"/>
                  </a:lnTo>
                  <a:lnTo>
                    <a:pt x="9775204" y="3001207"/>
                  </a:lnTo>
                  <a:lnTo>
                    <a:pt x="9856460" y="3031497"/>
                  </a:lnTo>
                  <a:lnTo>
                    <a:pt x="9944385" y="3059159"/>
                  </a:lnTo>
                  <a:lnTo>
                    <a:pt x="10039040" y="3084419"/>
                  </a:lnTo>
                  <a:lnTo>
                    <a:pt x="10140065" y="3107440"/>
                  </a:lnTo>
                  <a:lnTo>
                    <a:pt x="10246554" y="3128320"/>
                  </a:lnTo>
                  <a:lnTo>
                    <a:pt x="10356932" y="3147093"/>
                  </a:lnTo>
                  <a:lnTo>
                    <a:pt x="10468886" y="3163749"/>
                  </a:lnTo>
                  <a:lnTo>
                    <a:pt x="10579388" y="3178247"/>
                  </a:lnTo>
                  <a:lnTo>
                    <a:pt x="10684860" y="3190545"/>
                  </a:lnTo>
                  <a:lnTo>
                    <a:pt x="10781500" y="3200629"/>
                  </a:lnTo>
                  <a:lnTo>
                    <a:pt x="10865752" y="3208546"/>
                  </a:lnTo>
                  <a:lnTo>
                    <a:pt x="10934840" y="3214422"/>
                  </a:lnTo>
                  <a:lnTo>
                    <a:pt x="10987244" y="3218474"/>
                  </a:lnTo>
                  <a:lnTo>
                    <a:pt x="11023011" y="3220998"/>
                  </a:lnTo>
                  <a:lnTo>
                    <a:pt x="11043835" y="3222343"/>
                  </a:lnTo>
                  <a:lnTo>
                    <a:pt x="11052940" y="3222882"/>
                  </a:lnTo>
                  <a:lnTo>
                    <a:pt x="11054891" y="3222989"/>
                  </a:lnTo>
                  <a:lnTo>
                    <a:pt x="12049831" y="3222989"/>
                  </a:lnTo>
                  <a:lnTo>
                    <a:pt x="12049831" y="3217749"/>
                  </a:lnTo>
                  <a:lnTo>
                    <a:pt x="11054891" y="3217749"/>
                  </a:lnTo>
                  <a:lnTo>
                    <a:pt x="11053831" y="3217692"/>
                  </a:lnTo>
                  <a:lnTo>
                    <a:pt x="11046824" y="3217284"/>
                  </a:lnTo>
                  <a:lnTo>
                    <a:pt x="11029036" y="3216158"/>
                  </a:lnTo>
                  <a:lnTo>
                    <a:pt x="10996918" y="3213938"/>
                  </a:lnTo>
                  <a:lnTo>
                    <a:pt x="10948409" y="3210266"/>
                  </a:lnTo>
                  <a:lnTo>
                    <a:pt x="10883081" y="3204832"/>
                  </a:lnTo>
                  <a:lnTo>
                    <a:pt x="10802113" y="3197400"/>
                  </a:lnTo>
                  <a:lnTo>
                    <a:pt x="10708030" y="3187822"/>
                  </a:lnTo>
                  <a:lnTo>
                    <a:pt x="10604255" y="3176034"/>
                  </a:lnTo>
                  <a:lnTo>
                    <a:pt x="10494579" y="3162039"/>
                  </a:lnTo>
                  <a:lnTo>
                    <a:pt x="10382667" y="3145876"/>
                  </a:lnTo>
                  <a:lnTo>
                    <a:pt x="10271694" y="3127588"/>
                  </a:lnTo>
                  <a:lnTo>
                    <a:pt x="10164144" y="3107195"/>
                  </a:lnTo>
                  <a:lnTo>
                    <a:pt x="10061758" y="3084673"/>
                  </a:lnTo>
                  <a:lnTo>
                    <a:pt x="9965588" y="3059940"/>
                  </a:lnTo>
                  <a:lnTo>
                    <a:pt x="9876105" y="3032849"/>
                  </a:lnTo>
                  <a:lnTo>
                    <a:pt x="9793336" y="3003188"/>
                  </a:lnTo>
                  <a:lnTo>
                    <a:pt x="9716987" y="2970679"/>
                  </a:lnTo>
                  <a:lnTo>
                    <a:pt x="9646547" y="2934989"/>
                  </a:lnTo>
                  <a:lnTo>
                    <a:pt x="9581376" y="2895736"/>
                  </a:lnTo>
                  <a:lnTo>
                    <a:pt x="9520765" y="2852513"/>
                  </a:lnTo>
                  <a:lnTo>
                    <a:pt x="9463987" y="2804915"/>
                  </a:lnTo>
                  <a:lnTo>
                    <a:pt x="9410332" y="2752596"/>
                  </a:lnTo>
                  <a:lnTo>
                    <a:pt x="9359145" y="2695341"/>
                  </a:lnTo>
                  <a:lnTo>
                    <a:pt x="9347647" y="2681457"/>
                  </a:lnTo>
                  <a:lnTo>
                    <a:pt x="9305483" y="2627283"/>
                  </a:lnTo>
                  <a:lnTo>
                    <a:pt x="9264330" y="2569385"/>
                  </a:lnTo>
                  <a:lnTo>
                    <a:pt x="9223931" y="2507689"/>
                  </a:lnTo>
                  <a:lnTo>
                    <a:pt x="9184074" y="2442169"/>
                  </a:lnTo>
                  <a:lnTo>
                    <a:pt x="9144589" y="2372862"/>
                  </a:lnTo>
                  <a:lnTo>
                    <a:pt x="9105339" y="2299864"/>
                  </a:lnTo>
                  <a:lnTo>
                    <a:pt x="9066217" y="2223339"/>
                  </a:lnTo>
                  <a:lnTo>
                    <a:pt x="9027146" y="2143521"/>
                  </a:lnTo>
                  <a:lnTo>
                    <a:pt x="8988070" y="2060714"/>
                  </a:lnTo>
                  <a:lnTo>
                    <a:pt x="8948956" y="1975286"/>
                  </a:lnTo>
                  <a:lnTo>
                    <a:pt x="8909789" y="1887667"/>
                  </a:lnTo>
                  <a:lnTo>
                    <a:pt x="8870567" y="1798342"/>
                  </a:lnTo>
                  <a:lnTo>
                    <a:pt x="8831302" y="1707836"/>
                  </a:lnTo>
                  <a:lnTo>
                    <a:pt x="8792012" y="1616708"/>
                  </a:lnTo>
                  <a:lnTo>
                    <a:pt x="8752720" y="1525530"/>
                  </a:lnTo>
                  <a:lnTo>
                    <a:pt x="8713448" y="1434878"/>
                  </a:lnTo>
                  <a:lnTo>
                    <a:pt x="8674218" y="1345311"/>
                  </a:lnTo>
                  <a:lnTo>
                    <a:pt x="8635041" y="1257364"/>
                  </a:lnTo>
                  <a:lnTo>
                    <a:pt x="8595919" y="1171527"/>
                  </a:lnTo>
                  <a:lnTo>
                    <a:pt x="8556838" y="1088242"/>
                  </a:lnTo>
                  <a:lnTo>
                    <a:pt x="8517770" y="1007888"/>
                  </a:lnTo>
                  <a:lnTo>
                    <a:pt x="8478662" y="930779"/>
                  </a:lnTo>
                  <a:lnTo>
                    <a:pt x="8439440" y="857162"/>
                  </a:lnTo>
                  <a:lnTo>
                    <a:pt x="8400004" y="787212"/>
                  </a:lnTo>
                  <a:lnTo>
                    <a:pt x="8360222" y="721038"/>
                  </a:lnTo>
                  <a:lnTo>
                    <a:pt x="8319930" y="658685"/>
                  </a:lnTo>
                  <a:lnTo>
                    <a:pt x="8278924" y="600139"/>
                  </a:lnTo>
                  <a:lnTo>
                    <a:pt x="8236954" y="545333"/>
                  </a:lnTo>
                  <a:lnTo>
                    <a:pt x="8229629" y="536291"/>
                  </a:lnTo>
                  <a:lnTo>
                    <a:pt x="8178926" y="477894"/>
                  </a:lnTo>
                  <a:lnTo>
                    <a:pt x="8125895" y="424450"/>
                  </a:lnTo>
                  <a:lnTo>
                    <a:pt x="8069897" y="375793"/>
                  </a:lnTo>
                  <a:lnTo>
                    <a:pt x="8010233" y="331597"/>
                  </a:lnTo>
                  <a:lnTo>
                    <a:pt x="7946176" y="291466"/>
                  </a:lnTo>
                  <a:lnTo>
                    <a:pt x="7877010" y="254991"/>
                  </a:lnTo>
                  <a:lnTo>
                    <a:pt x="7802072" y="221782"/>
                  </a:lnTo>
                  <a:lnTo>
                    <a:pt x="7720817" y="191492"/>
                  </a:lnTo>
                  <a:lnTo>
                    <a:pt x="7632891" y="163830"/>
                  </a:lnTo>
                  <a:lnTo>
                    <a:pt x="7538236" y="138570"/>
                  </a:lnTo>
                  <a:lnTo>
                    <a:pt x="7437211" y="115548"/>
                  </a:lnTo>
                  <a:lnTo>
                    <a:pt x="7330723" y="94669"/>
                  </a:lnTo>
                  <a:lnTo>
                    <a:pt x="7220345" y="75896"/>
                  </a:lnTo>
                  <a:lnTo>
                    <a:pt x="7108391" y="59240"/>
                  </a:lnTo>
                  <a:lnTo>
                    <a:pt x="6997888" y="44742"/>
                  </a:lnTo>
                  <a:lnTo>
                    <a:pt x="6892416" y="32444"/>
                  </a:lnTo>
                  <a:lnTo>
                    <a:pt x="6795776" y="22360"/>
                  </a:lnTo>
                  <a:lnTo>
                    <a:pt x="6711524" y="14443"/>
                  </a:lnTo>
                  <a:lnTo>
                    <a:pt x="6642436" y="8567"/>
                  </a:lnTo>
                  <a:lnTo>
                    <a:pt x="6590033" y="4515"/>
                  </a:lnTo>
                  <a:lnTo>
                    <a:pt x="6554266" y="1991"/>
                  </a:lnTo>
                  <a:lnTo>
                    <a:pt x="6533442" y="646"/>
                  </a:lnTo>
                  <a:lnTo>
                    <a:pt x="6524337" y="10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584" y="72"/>
                  </a:lnTo>
                  <a:lnTo>
                    <a:pt x="5520872" y="591"/>
                  </a:lnTo>
                  <a:lnTo>
                    <a:pt x="5506293" y="2024"/>
                  </a:lnTo>
                  <a:lnTo>
                    <a:pt x="5479787" y="4850"/>
                  </a:lnTo>
                  <a:lnTo>
                    <a:pt x="5439382" y="9536"/>
                  </a:lnTo>
                  <a:lnTo>
                    <a:pt x="5384319" y="16500"/>
                  </a:lnTo>
                  <a:lnTo>
                    <a:pt x="5315082" y="26084"/>
                  </a:lnTo>
                  <a:lnTo>
                    <a:pt x="5233275" y="38526"/>
                  </a:lnTo>
                  <a:lnTo>
                    <a:pt x="5141356" y="53960"/>
                  </a:lnTo>
                  <a:lnTo>
                    <a:pt x="5042281" y="72428"/>
                  </a:lnTo>
                  <a:lnTo>
                    <a:pt x="4939129" y="93904"/>
                  </a:lnTo>
                  <a:lnTo>
                    <a:pt x="4834781" y="118333"/>
                  </a:lnTo>
                  <a:lnTo>
                    <a:pt x="4731698" y="145662"/>
                  </a:lnTo>
                  <a:lnTo>
                    <a:pt x="4631801" y="175873"/>
                  </a:lnTo>
                  <a:lnTo>
                    <a:pt x="4536450" y="209002"/>
                  </a:lnTo>
                  <a:lnTo>
                    <a:pt x="4446488" y="245153"/>
                  </a:lnTo>
                  <a:lnTo>
                    <a:pt x="4362319" y="284509"/>
                  </a:lnTo>
                  <a:lnTo>
                    <a:pt x="4284002" y="327332"/>
                  </a:lnTo>
                  <a:lnTo>
                    <a:pt x="4211340" y="373959"/>
                  </a:lnTo>
                  <a:lnTo>
                    <a:pt x="4143955" y="424800"/>
                  </a:lnTo>
                  <a:lnTo>
                    <a:pt x="4081358" y="480323"/>
                  </a:lnTo>
                  <a:lnTo>
                    <a:pt x="4022990" y="541040"/>
                  </a:lnTo>
                  <a:lnTo>
                    <a:pt x="3968266" y="607475"/>
                  </a:lnTo>
                  <a:lnTo>
                    <a:pt x="3916598" y="680122"/>
                  </a:lnTo>
                  <a:lnTo>
                    <a:pt x="3867426" y="759371"/>
                  </a:lnTo>
                  <a:lnTo>
                    <a:pt x="3820202" y="845488"/>
                  </a:lnTo>
                  <a:lnTo>
                    <a:pt x="3785373" y="915452"/>
                  </a:lnTo>
                  <a:lnTo>
                    <a:pt x="3751264" y="989384"/>
                  </a:lnTo>
                  <a:lnTo>
                    <a:pt x="3717725" y="1067362"/>
                  </a:lnTo>
                  <a:lnTo>
                    <a:pt x="3684625" y="1149428"/>
                  </a:lnTo>
                  <a:lnTo>
                    <a:pt x="3651856" y="1235585"/>
                  </a:lnTo>
                  <a:lnTo>
                    <a:pt x="3619325" y="1325791"/>
                  </a:lnTo>
                  <a:lnTo>
                    <a:pt x="3586959" y="1419958"/>
                  </a:lnTo>
                  <a:lnTo>
                    <a:pt x="3554694" y="1517950"/>
                  </a:lnTo>
                  <a:lnTo>
                    <a:pt x="3522483" y="1619580"/>
                  </a:lnTo>
                  <a:lnTo>
                    <a:pt x="3490288" y="1724611"/>
                  </a:lnTo>
                  <a:lnTo>
                    <a:pt x="3458083" y="1832757"/>
                  </a:lnTo>
                  <a:lnTo>
                    <a:pt x="3425851" y="1943682"/>
                  </a:lnTo>
                  <a:lnTo>
                    <a:pt x="3393582" y="2057009"/>
                  </a:lnTo>
                  <a:lnTo>
                    <a:pt x="3361276" y="2172318"/>
                  </a:lnTo>
                  <a:lnTo>
                    <a:pt x="3328936" y="2289157"/>
                  </a:lnTo>
                  <a:lnTo>
                    <a:pt x="3296570" y="2407047"/>
                  </a:lnTo>
                  <a:lnTo>
                    <a:pt x="3264190" y="2525492"/>
                  </a:lnTo>
                  <a:lnTo>
                    <a:pt x="3231809" y="2643984"/>
                  </a:lnTo>
                  <a:lnTo>
                    <a:pt x="3199439" y="2762015"/>
                  </a:lnTo>
                  <a:lnTo>
                    <a:pt x="3167094" y="2879086"/>
                  </a:lnTo>
                  <a:lnTo>
                    <a:pt x="3134781" y="2994713"/>
                  </a:lnTo>
                  <a:lnTo>
                    <a:pt x="3102505" y="3108439"/>
                  </a:lnTo>
                  <a:lnTo>
                    <a:pt x="3070267" y="3219839"/>
                  </a:lnTo>
                  <a:lnTo>
                    <a:pt x="3038058" y="3328526"/>
                  </a:lnTo>
                  <a:lnTo>
                    <a:pt x="3005863" y="3434157"/>
                  </a:lnTo>
                  <a:lnTo>
                    <a:pt x="2973657" y="3536436"/>
                  </a:lnTo>
                  <a:lnTo>
                    <a:pt x="2941406" y="3635117"/>
                  </a:lnTo>
                  <a:lnTo>
                    <a:pt x="2909062" y="3730004"/>
                  </a:lnTo>
                  <a:lnTo>
                    <a:pt x="2876567" y="3820951"/>
                  </a:lnTo>
                  <a:lnTo>
                    <a:pt x="2843849" y="3907862"/>
                  </a:lnTo>
                  <a:lnTo>
                    <a:pt x="2810818" y="3990686"/>
                  </a:lnTo>
                  <a:lnTo>
                    <a:pt x="2777369" y="4069419"/>
                  </a:lnTo>
                  <a:lnTo>
                    <a:pt x="2743376" y="4144095"/>
                  </a:lnTo>
                  <a:lnTo>
                    <a:pt x="2708694" y="4214786"/>
                  </a:lnTo>
                  <a:lnTo>
                    <a:pt x="2702183" y="4227444"/>
                  </a:lnTo>
                  <a:lnTo>
                    <a:pt x="2655001" y="4313490"/>
                  </a:lnTo>
                  <a:lnTo>
                    <a:pt x="2605831" y="4392745"/>
                  </a:lnTo>
                  <a:lnTo>
                    <a:pt x="2554166" y="4465397"/>
                  </a:lnTo>
                  <a:lnTo>
                    <a:pt x="2499444" y="4531837"/>
                  </a:lnTo>
                  <a:lnTo>
                    <a:pt x="2441080" y="4592559"/>
                  </a:lnTo>
                  <a:lnTo>
                    <a:pt x="2378486" y="4648086"/>
                  </a:lnTo>
                  <a:lnTo>
                    <a:pt x="2311106" y="4698931"/>
                  </a:lnTo>
                  <a:lnTo>
                    <a:pt x="2238449" y="4745562"/>
                  </a:lnTo>
                  <a:lnTo>
                    <a:pt x="2160137" y="4788388"/>
                  </a:lnTo>
                  <a:lnTo>
                    <a:pt x="2075973" y="4827747"/>
                  </a:lnTo>
                  <a:lnTo>
                    <a:pt x="1986016" y="4863901"/>
                  </a:lnTo>
                  <a:lnTo>
                    <a:pt x="1890670" y="4897032"/>
                  </a:lnTo>
                  <a:lnTo>
                    <a:pt x="1790776" y="4927245"/>
                  </a:lnTo>
                  <a:lnTo>
                    <a:pt x="1687695" y="4954577"/>
                  </a:lnTo>
                  <a:lnTo>
                    <a:pt x="1583347" y="4979009"/>
                  </a:lnTo>
                  <a:lnTo>
                    <a:pt x="1480193" y="5000488"/>
                  </a:lnTo>
                  <a:lnTo>
                    <a:pt x="1381113" y="5018958"/>
                  </a:lnTo>
                  <a:lnTo>
                    <a:pt x="1289186" y="5034395"/>
                  </a:lnTo>
                  <a:lnTo>
                    <a:pt x="1207369" y="5046840"/>
                  </a:lnTo>
                  <a:lnTo>
                    <a:pt x="1138121" y="5056426"/>
                  </a:lnTo>
                  <a:lnTo>
                    <a:pt x="1083045" y="5063392"/>
                  </a:lnTo>
                  <a:lnTo>
                    <a:pt x="1042627" y="5068080"/>
                  </a:lnTo>
                  <a:lnTo>
                    <a:pt x="1016109" y="5070907"/>
                  </a:lnTo>
                  <a:lnTo>
                    <a:pt x="1001522" y="5072341"/>
                  </a:lnTo>
                  <a:lnTo>
                    <a:pt x="995803" y="5072860"/>
                  </a:lnTo>
                  <a:lnTo>
                    <a:pt x="994940" y="5072933"/>
                  </a:lnTo>
                  <a:lnTo>
                    <a:pt x="0" y="5072933"/>
                  </a:lnTo>
                  <a:close/>
                </a:path>
              </a:pathLst>
            </a:custGeom>
            <a:solidFill>
              <a:srgbClr val="BDBDBD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215" name="pl2214"/>
            <p:cNvSpPr/>
            <p:nvPr/>
          </p:nvSpPr>
          <p:spPr>
            <a:xfrm>
              <a:off x="1199187" y="1498656"/>
              <a:ext cx="12049831" cy="5072933"/>
            </a:xfrm>
            <a:custGeom>
              <a:avLst/>
              <a:pathLst>
                <a:path w="12049831" h="5072933">
                  <a:moveTo>
                    <a:pt x="0" y="5072933"/>
                  </a:moveTo>
                  <a:lnTo>
                    <a:pt x="994940" y="5072933"/>
                  </a:lnTo>
                  <a:lnTo>
                    <a:pt x="995801" y="5072860"/>
                  </a:lnTo>
                  <a:lnTo>
                    <a:pt x="1001513" y="5072341"/>
                  </a:lnTo>
                  <a:lnTo>
                    <a:pt x="1016092" y="5070909"/>
                  </a:lnTo>
                  <a:lnTo>
                    <a:pt x="1042598" y="5068083"/>
                  </a:lnTo>
                  <a:lnTo>
                    <a:pt x="1083003" y="5063397"/>
                  </a:lnTo>
                  <a:lnTo>
                    <a:pt x="1138066" y="5056433"/>
                  </a:lnTo>
                  <a:lnTo>
                    <a:pt x="1207303" y="5046849"/>
                  </a:lnTo>
                  <a:lnTo>
                    <a:pt x="1289110" y="5034407"/>
                  </a:lnTo>
                  <a:lnTo>
                    <a:pt x="1381029" y="5018973"/>
                  </a:lnTo>
                  <a:lnTo>
                    <a:pt x="1480104" y="5000505"/>
                  </a:lnTo>
                  <a:lnTo>
                    <a:pt x="1583256" y="4979029"/>
                  </a:lnTo>
                  <a:lnTo>
                    <a:pt x="1687604" y="4954600"/>
                  </a:lnTo>
                  <a:lnTo>
                    <a:pt x="1790687" y="4927270"/>
                  </a:lnTo>
                  <a:lnTo>
                    <a:pt x="1890584" y="4897060"/>
                  </a:lnTo>
                  <a:lnTo>
                    <a:pt x="1985935" y="4863931"/>
                  </a:lnTo>
                  <a:lnTo>
                    <a:pt x="2075897" y="4827780"/>
                  </a:lnTo>
                  <a:lnTo>
                    <a:pt x="2160066" y="4788424"/>
                  </a:lnTo>
                  <a:lnTo>
                    <a:pt x="2238383" y="4745601"/>
                  </a:lnTo>
                  <a:lnTo>
                    <a:pt x="2311045" y="4698974"/>
                  </a:lnTo>
                  <a:lnTo>
                    <a:pt x="2378430" y="4648133"/>
                  </a:lnTo>
                  <a:lnTo>
                    <a:pt x="2441027" y="4592609"/>
                  </a:lnTo>
                  <a:lnTo>
                    <a:pt x="2499395" y="4531892"/>
                  </a:lnTo>
                  <a:lnTo>
                    <a:pt x="2554119" y="4465457"/>
                  </a:lnTo>
                  <a:lnTo>
                    <a:pt x="2605787" y="4392811"/>
                  </a:lnTo>
                  <a:lnTo>
                    <a:pt x="2654959" y="4313562"/>
                  </a:lnTo>
                  <a:lnTo>
                    <a:pt x="2702143" y="4227523"/>
                  </a:lnTo>
                  <a:lnTo>
                    <a:pt x="2702183" y="4227444"/>
                  </a:lnTo>
                  <a:lnTo>
                    <a:pt x="2737012" y="4157480"/>
                  </a:lnTo>
                  <a:lnTo>
                    <a:pt x="2771121" y="4083549"/>
                  </a:lnTo>
                  <a:lnTo>
                    <a:pt x="2804660" y="4005571"/>
                  </a:lnTo>
                  <a:lnTo>
                    <a:pt x="2837760" y="3923504"/>
                  </a:lnTo>
                  <a:lnTo>
                    <a:pt x="2870529" y="3837348"/>
                  </a:lnTo>
                  <a:lnTo>
                    <a:pt x="2903060" y="3747142"/>
                  </a:lnTo>
                  <a:lnTo>
                    <a:pt x="2935426" y="3652975"/>
                  </a:lnTo>
                  <a:lnTo>
                    <a:pt x="2967691" y="3554983"/>
                  </a:lnTo>
                  <a:lnTo>
                    <a:pt x="2999902" y="3453353"/>
                  </a:lnTo>
                  <a:lnTo>
                    <a:pt x="3032097" y="3348322"/>
                  </a:lnTo>
                  <a:lnTo>
                    <a:pt x="3064302" y="3240176"/>
                  </a:lnTo>
                  <a:lnTo>
                    <a:pt x="3096534" y="3129250"/>
                  </a:lnTo>
                  <a:lnTo>
                    <a:pt x="3128803" y="3015924"/>
                  </a:lnTo>
                  <a:lnTo>
                    <a:pt x="3161109" y="2900615"/>
                  </a:lnTo>
                  <a:lnTo>
                    <a:pt x="3193449" y="2783776"/>
                  </a:lnTo>
                  <a:lnTo>
                    <a:pt x="3225815" y="2665885"/>
                  </a:lnTo>
                  <a:lnTo>
                    <a:pt x="3258195" y="2547441"/>
                  </a:lnTo>
                  <a:lnTo>
                    <a:pt x="3290576" y="2428949"/>
                  </a:lnTo>
                  <a:lnTo>
                    <a:pt x="3322946" y="2310918"/>
                  </a:lnTo>
                  <a:lnTo>
                    <a:pt x="3355291" y="2193847"/>
                  </a:lnTo>
                  <a:lnTo>
                    <a:pt x="3387604" y="2078220"/>
                  </a:lnTo>
                  <a:lnTo>
                    <a:pt x="3419880" y="1964494"/>
                  </a:lnTo>
                  <a:lnTo>
                    <a:pt x="3452118" y="1853094"/>
                  </a:lnTo>
                  <a:lnTo>
                    <a:pt x="3484327" y="1744407"/>
                  </a:lnTo>
                  <a:lnTo>
                    <a:pt x="3516522" y="1638776"/>
                  </a:lnTo>
                  <a:lnTo>
                    <a:pt x="3548728" y="1536497"/>
                  </a:lnTo>
                  <a:lnTo>
                    <a:pt x="3580979" y="1437816"/>
                  </a:lnTo>
                  <a:lnTo>
                    <a:pt x="3613323" y="1342929"/>
                  </a:lnTo>
                  <a:lnTo>
                    <a:pt x="3645818" y="1251982"/>
                  </a:lnTo>
                  <a:lnTo>
                    <a:pt x="3678536" y="1165071"/>
                  </a:lnTo>
                  <a:lnTo>
                    <a:pt x="3711567" y="1082246"/>
                  </a:lnTo>
                  <a:lnTo>
                    <a:pt x="3745016" y="1003514"/>
                  </a:lnTo>
                  <a:lnTo>
                    <a:pt x="3779009" y="928838"/>
                  </a:lnTo>
                  <a:lnTo>
                    <a:pt x="3813691" y="858147"/>
                  </a:lnTo>
                  <a:lnTo>
                    <a:pt x="3820202" y="845488"/>
                  </a:lnTo>
                  <a:lnTo>
                    <a:pt x="3867384" y="759443"/>
                  </a:lnTo>
                  <a:lnTo>
                    <a:pt x="3916554" y="680188"/>
                  </a:lnTo>
                  <a:lnTo>
                    <a:pt x="3968219" y="607536"/>
                  </a:lnTo>
                  <a:lnTo>
                    <a:pt x="4022941" y="541096"/>
                  </a:lnTo>
                  <a:lnTo>
                    <a:pt x="4081305" y="480374"/>
                  </a:lnTo>
                  <a:lnTo>
                    <a:pt x="4143899" y="424846"/>
                  </a:lnTo>
                  <a:lnTo>
                    <a:pt x="4211279" y="374002"/>
                  </a:lnTo>
                  <a:lnTo>
                    <a:pt x="4283936" y="327371"/>
                  </a:lnTo>
                  <a:lnTo>
                    <a:pt x="4362248" y="284545"/>
                  </a:lnTo>
                  <a:lnTo>
                    <a:pt x="4446412" y="245186"/>
                  </a:lnTo>
                  <a:lnTo>
                    <a:pt x="4536369" y="209032"/>
                  </a:lnTo>
                  <a:lnTo>
                    <a:pt x="4631715" y="175901"/>
                  </a:lnTo>
                  <a:lnTo>
                    <a:pt x="4731609" y="145688"/>
                  </a:lnTo>
                  <a:lnTo>
                    <a:pt x="4834690" y="118355"/>
                  </a:lnTo>
                  <a:lnTo>
                    <a:pt x="4939038" y="93924"/>
                  </a:lnTo>
                  <a:lnTo>
                    <a:pt x="5042192" y="72445"/>
                  </a:lnTo>
                  <a:lnTo>
                    <a:pt x="5141272" y="53975"/>
                  </a:lnTo>
                  <a:lnTo>
                    <a:pt x="5233199" y="38538"/>
                  </a:lnTo>
                  <a:lnTo>
                    <a:pt x="5315016" y="26093"/>
                  </a:lnTo>
                  <a:lnTo>
                    <a:pt x="5384264" y="16507"/>
                  </a:lnTo>
                  <a:lnTo>
                    <a:pt x="5439340" y="9541"/>
                  </a:lnTo>
                  <a:lnTo>
                    <a:pt x="5479758" y="4853"/>
                  </a:lnTo>
                  <a:lnTo>
                    <a:pt x="5506276" y="2026"/>
                  </a:lnTo>
                  <a:lnTo>
                    <a:pt x="5520863" y="592"/>
                  </a:lnTo>
                  <a:lnTo>
                    <a:pt x="5526582" y="73"/>
                  </a:lnTo>
                  <a:lnTo>
                    <a:pt x="5527445" y="0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46" y="57"/>
                  </a:lnTo>
                  <a:lnTo>
                    <a:pt x="6530452" y="464"/>
                  </a:lnTo>
                  <a:lnTo>
                    <a:pt x="6548241" y="1590"/>
                  </a:lnTo>
                  <a:lnTo>
                    <a:pt x="6580359" y="3810"/>
                  </a:lnTo>
                  <a:lnTo>
                    <a:pt x="6628868" y="7482"/>
                  </a:lnTo>
                  <a:lnTo>
                    <a:pt x="6694195" y="12916"/>
                  </a:lnTo>
                  <a:lnTo>
                    <a:pt x="6775163" y="20348"/>
                  </a:lnTo>
                  <a:lnTo>
                    <a:pt x="6869247" y="29927"/>
                  </a:lnTo>
                  <a:lnTo>
                    <a:pt x="6973022" y="41714"/>
                  </a:lnTo>
                  <a:lnTo>
                    <a:pt x="7082697" y="55709"/>
                  </a:lnTo>
                  <a:lnTo>
                    <a:pt x="7194609" y="71872"/>
                  </a:lnTo>
                  <a:lnTo>
                    <a:pt x="7305582" y="90161"/>
                  </a:lnTo>
                  <a:lnTo>
                    <a:pt x="7413132" y="110554"/>
                  </a:lnTo>
                  <a:lnTo>
                    <a:pt x="7515518" y="133076"/>
                  </a:lnTo>
                  <a:lnTo>
                    <a:pt x="7611689" y="157809"/>
                  </a:lnTo>
                  <a:lnTo>
                    <a:pt x="7701172" y="184899"/>
                  </a:lnTo>
                  <a:lnTo>
                    <a:pt x="7783940" y="214560"/>
                  </a:lnTo>
                  <a:lnTo>
                    <a:pt x="7860290" y="247069"/>
                  </a:lnTo>
                  <a:lnTo>
                    <a:pt x="7930729" y="282759"/>
                  </a:lnTo>
                  <a:lnTo>
                    <a:pt x="7995900" y="322012"/>
                  </a:lnTo>
                  <a:lnTo>
                    <a:pt x="8056511" y="365236"/>
                  </a:lnTo>
                  <a:lnTo>
                    <a:pt x="8113289" y="412833"/>
                  </a:lnTo>
                  <a:lnTo>
                    <a:pt x="8166945" y="465152"/>
                  </a:lnTo>
                  <a:lnTo>
                    <a:pt x="8218132" y="522407"/>
                  </a:lnTo>
                  <a:lnTo>
                    <a:pt x="8229629" y="536291"/>
                  </a:lnTo>
                  <a:lnTo>
                    <a:pt x="8271794" y="590466"/>
                  </a:lnTo>
                  <a:lnTo>
                    <a:pt x="8312946" y="648363"/>
                  </a:lnTo>
                  <a:lnTo>
                    <a:pt x="8353345" y="710060"/>
                  </a:lnTo>
                  <a:lnTo>
                    <a:pt x="8393202" y="775579"/>
                  </a:lnTo>
                  <a:lnTo>
                    <a:pt x="8432687" y="844886"/>
                  </a:lnTo>
                  <a:lnTo>
                    <a:pt x="8471938" y="917885"/>
                  </a:lnTo>
                  <a:lnTo>
                    <a:pt x="8511059" y="994409"/>
                  </a:lnTo>
                  <a:lnTo>
                    <a:pt x="8550131" y="1074227"/>
                  </a:lnTo>
                  <a:lnTo>
                    <a:pt x="8589206" y="1157034"/>
                  </a:lnTo>
                  <a:lnTo>
                    <a:pt x="8628320" y="1242463"/>
                  </a:lnTo>
                  <a:lnTo>
                    <a:pt x="8667487" y="1330081"/>
                  </a:lnTo>
                  <a:lnTo>
                    <a:pt x="8706709" y="1419407"/>
                  </a:lnTo>
                  <a:lnTo>
                    <a:pt x="8745975" y="1509912"/>
                  </a:lnTo>
                  <a:lnTo>
                    <a:pt x="8785265" y="1601040"/>
                  </a:lnTo>
                  <a:lnTo>
                    <a:pt x="8824557" y="1692218"/>
                  </a:lnTo>
                  <a:lnTo>
                    <a:pt x="8863828" y="1782870"/>
                  </a:lnTo>
                  <a:lnTo>
                    <a:pt x="8903058" y="1872437"/>
                  </a:lnTo>
                  <a:lnTo>
                    <a:pt x="8942235" y="1960384"/>
                  </a:lnTo>
                  <a:lnTo>
                    <a:pt x="8981358" y="2046221"/>
                  </a:lnTo>
                  <a:lnTo>
                    <a:pt x="9020438" y="2129507"/>
                  </a:lnTo>
                  <a:lnTo>
                    <a:pt x="9059507" y="2209861"/>
                  </a:lnTo>
                  <a:lnTo>
                    <a:pt x="9098615" y="2286969"/>
                  </a:lnTo>
                  <a:lnTo>
                    <a:pt x="9137836" y="2360587"/>
                  </a:lnTo>
                  <a:lnTo>
                    <a:pt x="9177273" y="2430537"/>
                  </a:lnTo>
                  <a:lnTo>
                    <a:pt x="9217054" y="2496711"/>
                  </a:lnTo>
                  <a:lnTo>
                    <a:pt x="9257346" y="2559063"/>
                  </a:lnTo>
                  <a:lnTo>
                    <a:pt x="9298353" y="2617609"/>
                  </a:lnTo>
                  <a:lnTo>
                    <a:pt x="9340323" y="2672415"/>
                  </a:lnTo>
                  <a:lnTo>
                    <a:pt x="9347647" y="2681457"/>
                  </a:lnTo>
                  <a:lnTo>
                    <a:pt x="9398350" y="2739855"/>
                  </a:lnTo>
                  <a:lnTo>
                    <a:pt x="9451382" y="2793298"/>
                  </a:lnTo>
                  <a:lnTo>
                    <a:pt x="9507380" y="2841956"/>
                  </a:lnTo>
                  <a:lnTo>
                    <a:pt x="9567043" y="2886151"/>
                  </a:lnTo>
                  <a:lnTo>
                    <a:pt x="9631100" y="2926282"/>
                  </a:lnTo>
                  <a:lnTo>
                    <a:pt x="9700267" y="2962757"/>
                  </a:lnTo>
                  <a:lnTo>
                    <a:pt x="9775204" y="2995967"/>
                  </a:lnTo>
                  <a:lnTo>
                    <a:pt x="9856460" y="3026257"/>
                  </a:lnTo>
                  <a:lnTo>
                    <a:pt x="9944385" y="3053918"/>
                  </a:lnTo>
                  <a:lnTo>
                    <a:pt x="10039040" y="3079178"/>
                  </a:lnTo>
                  <a:lnTo>
                    <a:pt x="10140065" y="3102200"/>
                  </a:lnTo>
                  <a:lnTo>
                    <a:pt x="10246554" y="3123079"/>
                  </a:lnTo>
                  <a:lnTo>
                    <a:pt x="10356932" y="3141852"/>
                  </a:lnTo>
                  <a:lnTo>
                    <a:pt x="10468886" y="3158508"/>
                  </a:lnTo>
                  <a:lnTo>
                    <a:pt x="10579388" y="3173006"/>
                  </a:lnTo>
                  <a:lnTo>
                    <a:pt x="10684860" y="3185304"/>
                  </a:lnTo>
                  <a:lnTo>
                    <a:pt x="10781500" y="3195389"/>
                  </a:lnTo>
                  <a:lnTo>
                    <a:pt x="10865752" y="3203305"/>
                  </a:lnTo>
                  <a:lnTo>
                    <a:pt x="10934840" y="3209181"/>
                  </a:lnTo>
                  <a:lnTo>
                    <a:pt x="10987244" y="3213234"/>
                  </a:lnTo>
                  <a:lnTo>
                    <a:pt x="11023011" y="3215757"/>
                  </a:lnTo>
                  <a:lnTo>
                    <a:pt x="11043835" y="3217102"/>
                  </a:lnTo>
                  <a:lnTo>
                    <a:pt x="11052940" y="3217642"/>
                  </a:lnTo>
                  <a:lnTo>
                    <a:pt x="11054878" y="3217748"/>
                  </a:lnTo>
                  <a:lnTo>
                    <a:pt x="11054891" y="3217749"/>
                  </a:lnTo>
                  <a:lnTo>
                    <a:pt x="12049831" y="3217749"/>
                  </a:lnTo>
                  <a:lnTo>
                    <a:pt x="12049831" y="32177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16" name="pl2215"/>
            <p:cNvSpPr/>
            <p:nvPr/>
          </p:nvSpPr>
          <p:spPr>
            <a:xfrm>
              <a:off x="1199187" y="1493416"/>
              <a:ext cx="12049831" cy="5072933"/>
            </a:xfrm>
            <a:custGeom>
              <a:avLst/>
              <a:pathLst>
                <a:path w="12049831" h="5072933">
                  <a:moveTo>
                    <a:pt x="12049831" y="3217749"/>
                  </a:moveTo>
                  <a:lnTo>
                    <a:pt x="11054891" y="3217749"/>
                  </a:lnTo>
                  <a:lnTo>
                    <a:pt x="11053831" y="3217692"/>
                  </a:lnTo>
                  <a:lnTo>
                    <a:pt x="11046824" y="3217284"/>
                  </a:lnTo>
                  <a:lnTo>
                    <a:pt x="11029036" y="3216158"/>
                  </a:lnTo>
                  <a:lnTo>
                    <a:pt x="10996918" y="3213938"/>
                  </a:lnTo>
                  <a:lnTo>
                    <a:pt x="10948409" y="3210266"/>
                  </a:lnTo>
                  <a:lnTo>
                    <a:pt x="10883081" y="3204832"/>
                  </a:lnTo>
                  <a:lnTo>
                    <a:pt x="10802113" y="3197400"/>
                  </a:lnTo>
                  <a:lnTo>
                    <a:pt x="10708030" y="3187822"/>
                  </a:lnTo>
                  <a:lnTo>
                    <a:pt x="10604255" y="3176034"/>
                  </a:lnTo>
                  <a:lnTo>
                    <a:pt x="10494579" y="3162039"/>
                  </a:lnTo>
                  <a:lnTo>
                    <a:pt x="10382667" y="3145876"/>
                  </a:lnTo>
                  <a:lnTo>
                    <a:pt x="10271694" y="3127588"/>
                  </a:lnTo>
                  <a:lnTo>
                    <a:pt x="10164144" y="3107195"/>
                  </a:lnTo>
                  <a:lnTo>
                    <a:pt x="10061758" y="3084673"/>
                  </a:lnTo>
                  <a:lnTo>
                    <a:pt x="9965588" y="3059940"/>
                  </a:lnTo>
                  <a:lnTo>
                    <a:pt x="9876105" y="3032849"/>
                  </a:lnTo>
                  <a:lnTo>
                    <a:pt x="9793336" y="3003188"/>
                  </a:lnTo>
                  <a:lnTo>
                    <a:pt x="9716987" y="2970679"/>
                  </a:lnTo>
                  <a:lnTo>
                    <a:pt x="9646547" y="2934989"/>
                  </a:lnTo>
                  <a:lnTo>
                    <a:pt x="9581376" y="2895736"/>
                  </a:lnTo>
                  <a:lnTo>
                    <a:pt x="9520765" y="2852513"/>
                  </a:lnTo>
                  <a:lnTo>
                    <a:pt x="9463987" y="2804915"/>
                  </a:lnTo>
                  <a:lnTo>
                    <a:pt x="9410332" y="2752596"/>
                  </a:lnTo>
                  <a:lnTo>
                    <a:pt x="9359145" y="2695341"/>
                  </a:lnTo>
                  <a:lnTo>
                    <a:pt x="9347647" y="2681457"/>
                  </a:lnTo>
                  <a:lnTo>
                    <a:pt x="9305483" y="2627283"/>
                  </a:lnTo>
                  <a:lnTo>
                    <a:pt x="9264330" y="2569385"/>
                  </a:lnTo>
                  <a:lnTo>
                    <a:pt x="9223931" y="2507689"/>
                  </a:lnTo>
                  <a:lnTo>
                    <a:pt x="9184074" y="2442169"/>
                  </a:lnTo>
                  <a:lnTo>
                    <a:pt x="9144589" y="2372862"/>
                  </a:lnTo>
                  <a:lnTo>
                    <a:pt x="9105339" y="2299864"/>
                  </a:lnTo>
                  <a:lnTo>
                    <a:pt x="9066217" y="2223339"/>
                  </a:lnTo>
                  <a:lnTo>
                    <a:pt x="9027146" y="2143521"/>
                  </a:lnTo>
                  <a:lnTo>
                    <a:pt x="8988070" y="2060714"/>
                  </a:lnTo>
                  <a:lnTo>
                    <a:pt x="8948956" y="1975286"/>
                  </a:lnTo>
                  <a:lnTo>
                    <a:pt x="8909789" y="1887667"/>
                  </a:lnTo>
                  <a:lnTo>
                    <a:pt x="8870567" y="1798342"/>
                  </a:lnTo>
                  <a:lnTo>
                    <a:pt x="8831302" y="1707836"/>
                  </a:lnTo>
                  <a:lnTo>
                    <a:pt x="8792012" y="1616708"/>
                  </a:lnTo>
                  <a:lnTo>
                    <a:pt x="8752720" y="1525530"/>
                  </a:lnTo>
                  <a:lnTo>
                    <a:pt x="8713448" y="1434878"/>
                  </a:lnTo>
                  <a:lnTo>
                    <a:pt x="8674218" y="1345311"/>
                  </a:lnTo>
                  <a:lnTo>
                    <a:pt x="8635041" y="1257364"/>
                  </a:lnTo>
                  <a:lnTo>
                    <a:pt x="8595919" y="1171527"/>
                  </a:lnTo>
                  <a:lnTo>
                    <a:pt x="8556838" y="1088242"/>
                  </a:lnTo>
                  <a:lnTo>
                    <a:pt x="8517770" y="1007888"/>
                  </a:lnTo>
                  <a:lnTo>
                    <a:pt x="8478662" y="930779"/>
                  </a:lnTo>
                  <a:lnTo>
                    <a:pt x="8439440" y="857162"/>
                  </a:lnTo>
                  <a:lnTo>
                    <a:pt x="8400004" y="787212"/>
                  </a:lnTo>
                  <a:lnTo>
                    <a:pt x="8360222" y="721038"/>
                  </a:lnTo>
                  <a:lnTo>
                    <a:pt x="8319930" y="658685"/>
                  </a:lnTo>
                  <a:lnTo>
                    <a:pt x="8278924" y="600139"/>
                  </a:lnTo>
                  <a:lnTo>
                    <a:pt x="8236954" y="545333"/>
                  </a:lnTo>
                  <a:lnTo>
                    <a:pt x="8229629" y="536291"/>
                  </a:lnTo>
                  <a:lnTo>
                    <a:pt x="8178926" y="477894"/>
                  </a:lnTo>
                  <a:lnTo>
                    <a:pt x="8125895" y="424450"/>
                  </a:lnTo>
                  <a:lnTo>
                    <a:pt x="8069897" y="375793"/>
                  </a:lnTo>
                  <a:lnTo>
                    <a:pt x="8010233" y="331597"/>
                  </a:lnTo>
                  <a:lnTo>
                    <a:pt x="7946176" y="291466"/>
                  </a:lnTo>
                  <a:lnTo>
                    <a:pt x="7877010" y="254991"/>
                  </a:lnTo>
                  <a:lnTo>
                    <a:pt x="7802072" y="221782"/>
                  </a:lnTo>
                  <a:lnTo>
                    <a:pt x="7720817" y="191492"/>
                  </a:lnTo>
                  <a:lnTo>
                    <a:pt x="7632891" y="163830"/>
                  </a:lnTo>
                  <a:lnTo>
                    <a:pt x="7538236" y="138570"/>
                  </a:lnTo>
                  <a:lnTo>
                    <a:pt x="7437211" y="115548"/>
                  </a:lnTo>
                  <a:lnTo>
                    <a:pt x="7330723" y="94669"/>
                  </a:lnTo>
                  <a:lnTo>
                    <a:pt x="7220345" y="75896"/>
                  </a:lnTo>
                  <a:lnTo>
                    <a:pt x="7108391" y="59240"/>
                  </a:lnTo>
                  <a:lnTo>
                    <a:pt x="6997888" y="44742"/>
                  </a:lnTo>
                  <a:lnTo>
                    <a:pt x="6892416" y="32444"/>
                  </a:lnTo>
                  <a:lnTo>
                    <a:pt x="6795776" y="22360"/>
                  </a:lnTo>
                  <a:lnTo>
                    <a:pt x="6711524" y="14443"/>
                  </a:lnTo>
                  <a:lnTo>
                    <a:pt x="6642436" y="8567"/>
                  </a:lnTo>
                  <a:lnTo>
                    <a:pt x="6590033" y="4515"/>
                  </a:lnTo>
                  <a:lnTo>
                    <a:pt x="6554266" y="1991"/>
                  </a:lnTo>
                  <a:lnTo>
                    <a:pt x="6533442" y="646"/>
                  </a:lnTo>
                  <a:lnTo>
                    <a:pt x="6524337" y="106"/>
                  </a:lnTo>
                  <a:lnTo>
                    <a:pt x="6522399" y="0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584" y="72"/>
                  </a:lnTo>
                  <a:lnTo>
                    <a:pt x="5520872" y="591"/>
                  </a:lnTo>
                  <a:lnTo>
                    <a:pt x="5506293" y="2024"/>
                  </a:lnTo>
                  <a:lnTo>
                    <a:pt x="5479787" y="4850"/>
                  </a:lnTo>
                  <a:lnTo>
                    <a:pt x="5439382" y="9536"/>
                  </a:lnTo>
                  <a:lnTo>
                    <a:pt x="5384319" y="16500"/>
                  </a:lnTo>
                  <a:lnTo>
                    <a:pt x="5315082" y="26084"/>
                  </a:lnTo>
                  <a:lnTo>
                    <a:pt x="5233275" y="38526"/>
                  </a:lnTo>
                  <a:lnTo>
                    <a:pt x="5141356" y="53960"/>
                  </a:lnTo>
                  <a:lnTo>
                    <a:pt x="5042281" y="72428"/>
                  </a:lnTo>
                  <a:lnTo>
                    <a:pt x="4939129" y="93904"/>
                  </a:lnTo>
                  <a:lnTo>
                    <a:pt x="4834781" y="118333"/>
                  </a:lnTo>
                  <a:lnTo>
                    <a:pt x="4731698" y="145662"/>
                  </a:lnTo>
                  <a:lnTo>
                    <a:pt x="4631801" y="175873"/>
                  </a:lnTo>
                  <a:lnTo>
                    <a:pt x="4536450" y="209002"/>
                  </a:lnTo>
                  <a:lnTo>
                    <a:pt x="4446488" y="245153"/>
                  </a:lnTo>
                  <a:lnTo>
                    <a:pt x="4362319" y="284509"/>
                  </a:lnTo>
                  <a:lnTo>
                    <a:pt x="4284002" y="327332"/>
                  </a:lnTo>
                  <a:lnTo>
                    <a:pt x="4211340" y="373959"/>
                  </a:lnTo>
                  <a:lnTo>
                    <a:pt x="4143955" y="424800"/>
                  </a:lnTo>
                  <a:lnTo>
                    <a:pt x="4081358" y="480323"/>
                  </a:lnTo>
                  <a:lnTo>
                    <a:pt x="4022990" y="541040"/>
                  </a:lnTo>
                  <a:lnTo>
                    <a:pt x="3968266" y="607475"/>
                  </a:lnTo>
                  <a:lnTo>
                    <a:pt x="3916598" y="680122"/>
                  </a:lnTo>
                  <a:lnTo>
                    <a:pt x="3867426" y="759371"/>
                  </a:lnTo>
                  <a:lnTo>
                    <a:pt x="3820242" y="845410"/>
                  </a:lnTo>
                  <a:lnTo>
                    <a:pt x="3820202" y="845488"/>
                  </a:lnTo>
                  <a:lnTo>
                    <a:pt x="3785373" y="915452"/>
                  </a:lnTo>
                  <a:lnTo>
                    <a:pt x="3751264" y="989384"/>
                  </a:lnTo>
                  <a:lnTo>
                    <a:pt x="3717725" y="1067362"/>
                  </a:lnTo>
                  <a:lnTo>
                    <a:pt x="3684625" y="1149428"/>
                  </a:lnTo>
                  <a:lnTo>
                    <a:pt x="3651856" y="1235585"/>
                  </a:lnTo>
                  <a:lnTo>
                    <a:pt x="3619325" y="1325791"/>
                  </a:lnTo>
                  <a:lnTo>
                    <a:pt x="3586959" y="1419958"/>
                  </a:lnTo>
                  <a:lnTo>
                    <a:pt x="3554694" y="1517950"/>
                  </a:lnTo>
                  <a:lnTo>
                    <a:pt x="3522483" y="1619580"/>
                  </a:lnTo>
                  <a:lnTo>
                    <a:pt x="3490288" y="1724611"/>
                  </a:lnTo>
                  <a:lnTo>
                    <a:pt x="3458083" y="1832757"/>
                  </a:lnTo>
                  <a:lnTo>
                    <a:pt x="3425851" y="1943682"/>
                  </a:lnTo>
                  <a:lnTo>
                    <a:pt x="3393582" y="2057009"/>
                  </a:lnTo>
                  <a:lnTo>
                    <a:pt x="3361276" y="2172318"/>
                  </a:lnTo>
                  <a:lnTo>
                    <a:pt x="3328936" y="2289157"/>
                  </a:lnTo>
                  <a:lnTo>
                    <a:pt x="3296570" y="2407047"/>
                  </a:lnTo>
                  <a:lnTo>
                    <a:pt x="3264190" y="2525492"/>
                  </a:lnTo>
                  <a:lnTo>
                    <a:pt x="3231809" y="2643984"/>
                  </a:lnTo>
                  <a:lnTo>
                    <a:pt x="3199439" y="2762015"/>
                  </a:lnTo>
                  <a:lnTo>
                    <a:pt x="3167094" y="2879086"/>
                  </a:lnTo>
                  <a:lnTo>
                    <a:pt x="3134781" y="2994713"/>
                  </a:lnTo>
                  <a:lnTo>
                    <a:pt x="3102505" y="3108439"/>
                  </a:lnTo>
                  <a:lnTo>
                    <a:pt x="3070267" y="3219839"/>
                  </a:lnTo>
                  <a:lnTo>
                    <a:pt x="3038058" y="3328526"/>
                  </a:lnTo>
                  <a:lnTo>
                    <a:pt x="3005863" y="3434157"/>
                  </a:lnTo>
                  <a:lnTo>
                    <a:pt x="2973657" y="3536436"/>
                  </a:lnTo>
                  <a:lnTo>
                    <a:pt x="2941406" y="3635117"/>
                  </a:lnTo>
                  <a:lnTo>
                    <a:pt x="2909062" y="3730004"/>
                  </a:lnTo>
                  <a:lnTo>
                    <a:pt x="2876567" y="3820951"/>
                  </a:lnTo>
                  <a:lnTo>
                    <a:pt x="2843849" y="3907862"/>
                  </a:lnTo>
                  <a:lnTo>
                    <a:pt x="2810818" y="3990686"/>
                  </a:lnTo>
                  <a:lnTo>
                    <a:pt x="2777369" y="4069419"/>
                  </a:lnTo>
                  <a:lnTo>
                    <a:pt x="2743376" y="4144095"/>
                  </a:lnTo>
                  <a:lnTo>
                    <a:pt x="2708694" y="4214786"/>
                  </a:lnTo>
                  <a:lnTo>
                    <a:pt x="2702183" y="4227444"/>
                  </a:lnTo>
                  <a:lnTo>
                    <a:pt x="2655001" y="4313490"/>
                  </a:lnTo>
                  <a:lnTo>
                    <a:pt x="2605831" y="4392745"/>
                  </a:lnTo>
                  <a:lnTo>
                    <a:pt x="2554166" y="4465397"/>
                  </a:lnTo>
                  <a:lnTo>
                    <a:pt x="2499444" y="4531837"/>
                  </a:lnTo>
                  <a:lnTo>
                    <a:pt x="2441080" y="4592559"/>
                  </a:lnTo>
                  <a:lnTo>
                    <a:pt x="2378486" y="4648086"/>
                  </a:lnTo>
                  <a:lnTo>
                    <a:pt x="2311106" y="4698931"/>
                  </a:lnTo>
                  <a:lnTo>
                    <a:pt x="2238449" y="4745562"/>
                  </a:lnTo>
                  <a:lnTo>
                    <a:pt x="2160137" y="4788388"/>
                  </a:lnTo>
                  <a:lnTo>
                    <a:pt x="2075973" y="4827747"/>
                  </a:lnTo>
                  <a:lnTo>
                    <a:pt x="1986016" y="4863901"/>
                  </a:lnTo>
                  <a:lnTo>
                    <a:pt x="1890670" y="4897032"/>
                  </a:lnTo>
                  <a:lnTo>
                    <a:pt x="1790776" y="4927245"/>
                  </a:lnTo>
                  <a:lnTo>
                    <a:pt x="1687695" y="4954577"/>
                  </a:lnTo>
                  <a:lnTo>
                    <a:pt x="1583347" y="4979009"/>
                  </a:lnTo>
                  <a:lnTo>
                    <a:pt x="1480193" y="5000488"/>
                  </a:lnTo>
                  <a:lnTo>
                    <a:pt x="1381113" y="5018958"/>
                  </a:lnTo>
                  <a:lnTo>
                    <a:pt x="1289186" y="5034395"/>
                  </a:lnTo>
                  <a:lnTo>
                    <a:pt x="1207369" y="5046840"/>
                  </a:lnTo>
                  <a:lnTo>
                    <a:pt x="1138121" y="5056426"/>
                  </a:lnTo>
                  <a:lnTo>
                    <a:pt x="1083045" y="5063392"/>
                  </a:lnTo>
                  <a:lnTo>
                    <a:pt x="1042627" y="5068080"/>
                  </a:lnTo>
                  <a:lnTo>
                    <a:pt x="1016109" y="5070907"/>
                  </a:lnTo>
                  <a:lnTo>
                    <a:pt x="1001522" y="5072341"/>
                  </a:lnTo>
                  <a:lnTo>
                    <a:pt x="995803" y="5072860"/>
                  </a:lnTo>
                  <a:lnTo>
                    <a:pt x="994940" y="5072933"/>
                  </a:lnTo>
                  <a:lnTo>
                    <a:pt x="994940" y="5072933"/>
                  </a:lnTo>
                  <a:lnTo>
                    <a:pt x="0" y="5072933"/>
                  </a:lnTo>
                  <a:lnTo>
                    <a:pt x="0" y="50729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17" name="pg2216"/>
            <p:cNvSpPr/>
            <p:nvPr/>
          </p:nvSpPr>
          <p:spPr>
            <a:xfrm>
              <a:off x="1199187" y="2132773"/>
              <a:ext cx="12049831" cy="4449298"/>
            </a:xfrm>
            <a:custGeom>
              <a:avLst/>
              <a:pathLst>
                <a:path w="12049831" h="4449298">
                  <a:moveTo>
                    <a:pt x="0" y="4449298"/>
                  </a:moveTo>
                  <a:lnTo>
                    <a:pt x="994940" y="4449298"/>
                  </a:lnTo>
                  <a:lnTo>
                    <a:pt x="995940" y="4449223"/>
                  </a:lnTo>
                  <a:lnTo>
                    <a:pt x="1002561" y="4448693"/>
                  </a:lnTo>
                  <a:lnTo>
                    <a:pt x="1019395" y="4447228"/>
                  </a:lnTo>
                  <a:lnTo>
                    <a:pt x="1049851" y="4444338"/>
                  </a:lnTo>
                  <a:lnTo>
                    <a:pt x="1095975" y="4439556"/>
                  </a:lnTo>
                  <a:lnTo>
                    <a:pt x="1158306" y="4432469"/>
                  </a:lnTo>
                  <a:lnTo>
                    <a:pt x="1235887" y="4422758"/>
                  </a:lnTo>
                  <a:lnTo>
                    <a:pt x="1326473" y="4410217"/>
                  </a:lnTo>
                  <a:lnTo>
                    <a:pt x="1426926" y="4394748"/>
                  </a:lnTo>
                  <a:lnTo>
                    <a:pt x="1533694" y="4376342"/>
                  </a:lnTo>
                  <a:lnTo>
                    <a:pt x="1643266" y="4355045"/>
                  </a:lnTo>
                  <a:lnTo>
                    <a:pt x="1752532" y="4330915"/>
                  </a:lnTo>
                  <a:lnTo>
                    <a:pt x="1858997" y="4303987"/>
                  </a:lnTo>
                  <a:lnTo>
                    <a:pt x="1960851" y="4274248"/>
                  </a:lnTo>
                  <a:lnTo>
                    <a:pt x="2056940" y="4241610"/>
                  </a:lnTo>
                  <a:lnTo>
                    <a:pt x="2146680" y="4205908"/>
                  </a:lnTo>
                  <a:lnTo>
                    <a:pt x="2229931" y="4166889"/>
                  </a:lnTo>
                  <a:lnTo>
                    <a:pt x="2306888" y="4124218"/>
                  </a:lnTo>
                  <a:lnTo>
                    <a:pt x="2377973" y="4077486"/>
                  </a:lnTo>
                  <a:lnTo>
                    <a:pt x="2443753" y="4026215"/>
                  </a:lnTo>
                  <a:lnTo>
                    <a:pt x="2504880" y="3969883"/>
                  </a:lnTo>
                  <a:lnTo>
                    <a:pt x="2562037" y="3907955"/>
                  </a:lnTo>
                  <a:lnTo>
                    <a:pt x="2615904" y="3839939"/>
                  </a:lnTo>
                  <a:lnTo>
                    <a:pt x="2667126" y="3765464"/>
                  </a:lnTo>
                  <a:lnTo>
                    <a:pt x="2702183" y="3708622"/>
                  </a:lnTo>
                  <a:lnTo>
                    <a:pt x="2739098" y="3643507"/>
                  </a:lnTo>
                  <a:lnTo>
                    <a:pt x="2775212" y="3574477"/>
                  </a:lnTo>
                  <a:lnTo>
                    <a:pt x="2810706" y="3501453"/>
                  </a:lnTo>
                  <a:lnTo>
                    <a:pt x="2845728" y="3424397"/>
                  </a:lnTo>
                  <a:lnTo>
                    <a:pt x="2880405" y="3343318"/>
                  </a:lnTo>
                  <a:lnTo>
                    <a:pt x="2914841" y="3258269"/>
                  </a:lnTo>
                  <a:lnTo>
                    <a:pt x="2949119" y="3169362"/>
                  </a:lnTo>
                  <a:lnTo>
                    <a:pt x="2983307" y="3076757"/>
                  </a:lnTo>
                  <a:lnTo>
                    <a:pt x="3017457" y="2980675"/>
                  </a:lnTo>
                  <a:lnTo>
                    <a:pt x="3051606" y="2881391"/>
                  </a:lnTo>
                  <a:lnTo>
                    <a:pt x="3085779" y="2779232"/>
                  </a:lnTo>
                  <a:lnTo>
                    <a:pt x="3119990" y="2674578"/>
                  </a:lnTo>
                  <a:lnTo>
                    <a:pt x="3154244" y="2567855"/>
                  </a:lnTo>
                  <a:lnTo>
                    <a:pt x="3188538" y="2459528"/>
                  </a:lnTo>
                  <a:lnTo>
                    <a:pt x="3222862" y="2350092"/>
                  </a:lnTo>
                  <a:lnTo>
                    <a:pt x="3257203" y="2240064"/>
                  </a:lnTo>
                  <a:lnTo>
                    <a:pt x="3291546" y="2129975"/>
                  </a:lnTo>
                  <a:lnTo>
                    <a:pt x="3325875" y="2020354"/>
                  </a:lnTo>
                  <a:lnTo>
                    <a:pt x="3360177" y="1911724"/>
                  </a:lnTo>
                  <a:lnTo>
                    <a:pt x="3394440" y="1804586"/>
                  </a:lnTo>
                  <a:lnTo>
                    <a:pt x="3428661" y="1699412"/>
                  </a:lnTo>
                  <a:lnTo>
                    <a:pt x="3462842" y="1596638"/>
                  </a:lnTo>
                  <a:lnTo>
                    <a:pt x="3496995" y="1496654"/>
                  </a:lnTo>
                  <a:lnTo>
                    <a:pt x="3531142" y="1399802"/>
                  </a:lnTo>
                  <a:lnTo>
                    <a:pt x="3565317" y="1306368"/>
                  </a:lnTo>
                  <a:lnTo>
                    <a:pt x="3599569" y="1216585"/>
                  </a:lnTo>
                  <a:lnTo>
                    <a:pt x="3633961" y="1130628"/>
                  </a:lnTo>
                  <a:lnTo>
                    <a:pt x="3668574" y="1048620"/>
                  </a:lnTo>
                  <a:lnTo>
                    <a:pt x="3703506" y="970627"/>
                  </a:lnTo>
                  <a:lnTo>
                    <a:pt x="3738878" y="896668"/>
                  </a:lnTo>
                  <a:lnTo>
                    <a:pt x="3774833" y="826716"/>
                  </a:lnTo>
                  <a:lnTo>
                    <a:pt x="3811544" y="760701"/>
                  </a:lnTo>
                  <a:lnTo>
                    <a:pt x="3820202" y="745916"/>
                  </a:lnTo>
                  <a:lnTo>
                    <a:pt x="3869901" y="666762"/>
                  </a:lnTo>
                  <a:lnTo>
                    <a:pt x="3921828" y="594190"/>
                  </a:lnTo>
                  <a:lnTo>
                    <a:pt x="3976582" y="527988"/>
                  </a:lnTo>
                  <a:lnTo>
                    <a:pt x="4034821" y="467740"/>
                  </a:lnTo>
                  <a:lnTo>
                    <a:pt x="4097230" y="412933"/>
                  </a:lnTo>
                  <a:lnTo>
                    <a:pt x="4164487" y="363032"/>
                  </a:lnTo>
                  <a:lnTo>
                    <a:pt x="4237224" y="317526"/>
                  </a:lnTo>
                  <a:lnTo>
                    <a:pt x="4315974" y="275956"/>
                  </a:lnTo>
                  <a:lnTo>
                    <a:pt x="4401102" y="237931"/>
                  </a:lnTo>
                  <a:lnTo>
                    <a:pt x="4492718" y="203141"/>
                  </a:lnTo>
                  <a:lnTo>
                    <a:pt x="4590565" y="171358"/>
                  </a:lnTo>
                  <a:lnTo>
                    <a:pt x="4693904" y="142441"/>
                  </a:lnTo>
                  <a:lnTo>
                    <a:pt x="4801400" y="116325"/>
                  </a:lnTo>
                  <a:lnTo>
                    <a:pt x="4911043" y="93013"/>
                  </a:lnTo>
                  <a:lnTo>
                    <a:pt x="5020143" y="72549"/>
                  </a:lnTo>
                  <a:lnTo>
                    <a:pt x="5125448" y="54993"/>
                  </a:lnTo>
                  <a:lnTo>
                    <a:pt x="5223393" y="40379"/>
                  </a:lnTo>
                  <a:lnTo>
                    <a:pt x="5310493" y="28674"/>
                  </a:lnTo>
                  <a:lnTo>
                    <a:pt x="5383825" y="19752"/>
                  </a:lnTo>
                  <a:lnTo>
                    <a:pt x="5441483" y="13372"/>
                  </a:lnTo>
                  <a:lnTo>
                    <a:pt x="5482932" y="9185"/>
                  </a:lnTo>
                  <a:lnTo>
                    <a:pt x="5509156" y="6760"/>
                  </a:lnTo>
                  <a:lnTo>
                    <a:pt x="5522617" y="5616"/>
                  </a:lnTo>
                  <a:lnTo>
                    <a:pt x="5527083" y="5267"/>
                  </a:lnTo>
                  <a:lnTo>
                    <a:pt x="5527445" y="5240"/>
                  </a:lnTo>
                  <a:lnTo>
                    <a:pt x="6522385" y="5240"/>
                  </a:lnTo>
                  <a:lnTo>
                    <a:pt x="6523482" y="5282"/>
                  </a:lnTo>
                  <a:lnTo>
                    <a:pt x="6530722" y="5583"/>
                  </a:lnTo>
                  <a:lnTo>
                    <a:pt x="6549086" y="6412"/>
                  </a:lnTo>
                  <a:lnTo>
                    <a:pt x="6582204" y="8047"/>
                  </a:lnTo>
                  <a:lnTo>
                    <a:pt x="6632143" y="10750"/>
                  </a:lnTo>
                  <a:lnTo>
                    <a:pt x="6699256" y="14748"/>
                  </a:lnTo>
                  <a:lnTo>
                    <a:pt x="6782229" y="20210"/>
                  </a:lnTo>
                  <a:lnTo>
                    <a:pt x="6878363" y="27240"/>
                  </a:lnTo>
                  <a:lnTo>
                    <a:pt x="6984064" y="35879"/>
                  </a:lnTo>
                  <a:lnTo>
                    <a:pt x="7095404" y="46124"/>
                  </a:lnTo>
                  <a:lnTo>
                    <a:pt x="7208631" y="57943"/>
                  </a:lnTo>
                  <a:lnTo>
                    <a:pt x="7320540" y="71307"/>
                  </a:lnTo>
                  <a:lnTo>
                    <a:pt x="7428660" y="86203"/>
                  </a:lnTo>
                  <a:lnTo>
                    <a:pt x="7531298" y="102655"/>
                  </a:lnTo>
                  <a:lnTo>
                    <a:pt x="7627466" y="120731"/>
                  </a:lnTo>
                  <a:lnTo>
                    <a:pt x="7716760" y="140546"/>
                  </a:lnTo>
                  <a:lnTo>
                    <a:pt x="7799221" y="162266"/>
                  </a:lnTo>
                  <a:lnTo>
                    <a:pt x="7875202" y="186104"/>
                  </a:lnTo>
                  <a:lnTo>
                    <a:pt x="7945265" y="212312"/>
                  </a:lnTo>
                  <a:lnTo>
                    <a:pt x="8010091" y="241178"/>
                  </a:lnTo>
                  <a:lnTo>
                    <a:pt x="8070422" y="273002"/>
                  </a:lnTo>
                  <a:lnTo>
                    <a:pt x="8127009" y="308077"/>
                  </a:lnTo>
                  <a:lnTo>
                    <a:pt x="8180576" y="346641"/>
                  </a:lnTo>
                  <a:lnTo>
                    <a:pt x="8229629" y="386933"/>
                  </a:lnTo>
                  <a:lnTo>
                    <a:pt x="8277221" y="430721"/>
                  </a:lnTo>
                  <a:lnTo>
                    <a:pt x="8323564" y="477907"/>
                  </a:lnTo>
                  <a:lnTo>
                    <a:pt x="8369019" y="528559"/>
                  </a:lnTo>
                  <a:lnTo>
                    <a:pt x="8413871" y="582682"/>
                  </a:lnTo>
                  <a:lnTo>
                    <a:pt x="8458343" y="640211"/>
                  </a:lnTo>
                  <a:lnTo>
                    <a:pt x="8502607" y="701006"/>
                  </a:lnTo>
                  <a:lnTo>
                    <a:pt x="8546786" y="764846"/>
                  </a:lnTo>
                  <a:lnTo>
                    <a:pt x="8590966" y="831432"/>
                  </a:lnTo>
                  <a:lnTo>
                    <a:pt x="8635196" y="900384"/>
                  </a:lnTo>
                  <a:lnTo>
                    <a:pt x="8679495" y="971254"/>
                  </a:lnTo>
                  <a:lnTo>
                    <a:pt x="8723860" y="1043533"/>
                  </a:lnTo>
                  <a:lnTo>
                    <a:pt x="8768271" y="1116666"/>
                  </a:lnTo>
                  <a:lnTo>
                    <a:pt x="8812698" y="1190070"/>
                  </a:lnTo>
                  <a:lnTo>
                    <a:pt x="8857107" y="1263154"/>
                  </a:lnTo>
                  <a:lnTo>
                    <a:pt x="8901467" y="1335336"/>
                  </a:lnTo>
                  <a:lnTo>
                    <a:pt x="8945760" y="1406065"/>
                  </a:lnTo>
                  <a:lnTo>
                    <a:pt x="8989984" y="1474837"/>
                  </a:lnTo>
                  <a:lnTo>
                    <a:pt x="9034162" y="1541208"/>
                  </a:lnTo>
                  <a:lnTo>
                    <a:pt x="9078345" y="1604805"/>
                  </a:lnTo>
                  <a:lnTo>
                    <a:pt x="9122621" y="1665336"/>
                  </a:lnTo>
                  <a:lnTo>
                    <a:pt x="9167117" y="1722586"/>
                  </a:lnTo>
                  <a:lnTo>
                    <a:pt x="9212010" y="1776422"/>
                  </a:lnTo>
                  <a:lnTo>
                    <a:pt x="9257527" y="1826784"/>
                  </a:lnTo>
                  <a:lnTo>
                    <a:pt x="9303959" y="1873684"/>
                  </a:lnTo>
                  <a:lnTo>
                    <a:pt x="9347647" y="1913704"/>
                  </a:lnTo>
                  <a:lnTo>
                    <a:pt x="9398940" y="1955721"/>
                  </a:lnTo>
                  <a:lnTo>
                    <a:pt x="9452623" y="1994131"/>
                  </a:lnTo>
                  <a:lnTo>
                    <a:pt x="9509355" y="2029062"/>
                  </a:lnTo>
                  <a:lnTo>
                    <a:pt x="9569863" y="2060753"/>
                  </a:lnTo>
                  <a:lnTo>
                    <a:pt x="9634898" y="2089499"/>
                  </a:lnTo>
                  <a:lnTo>
                    <a:pt x="9705201" y="2115600"/>
                  </a:lnTo>
                  <a:lnTo>
                    <a:pt x="9781449" y="2139342"/>
                  </a:lnTo>
                  <a:lnTo>
                    <a:pt x="9864197" y="2160977"/>
                  </a:lnTo>
                  <a:lnTo>
                    <a:pt x="9953787" y="2180715"/>
                  </a:lnTo>
                  <a:lnTo>
                    <a:pt x="10050244" y="2198719"/>
                  </a:lnTo>
                  <a:lnTo>
                    <a:pt x="10153141" y="2215104"/>
                  </a:lnTo>
                  <a:lnTo>
                    <a:pt x="10261464" y="2229934"/>
                  </a:lnTo>
                  <a:lnTo>
                    <a:pt x="10373485" y="2243232"/>
                  </a:lnTo>
                  <a:lnTo>
                    <a:pt x="10486702" y="2254984"/>
                  </a:lnTo>
                  <a:lnTo>
                    <a:pt x="10597880" y="2265161"/>
                  </a:lnTo>
                  <a:lnTo>
                    <a:pt x="10703252" y="2273732"/>
                  </a:lnTo>
                  <a:lnTo>
                    <a:pt x="10798892" y="2280693"/>
                  </a:lnTo>
                  <a:lnTo>
                    <a:pt x="10881233" y="2286089"/>
                  </a:lnTo>
                  <a:lnTo>
                    <a:pt x="10947627" y="2290028"/>
                  </a:lnTo>
                  <a:lnTo>
                    <a:pt x="10996826" y="2292680"/>
                  </a:lnTo>
                  <a:lnTo>
                    <a:pt x="11029258" y="2294275"/>
                  </a:lnTo>
                  <a:lnTo>
                    <a:pt x="11047062" y="2295077"/>
                  </a:lnTo>
                  <a:lnTo>
                    <a:pt x="11053927" y="2295360"/>
                  </a:lnTo>
                  <a:lnTo>
                    <a:pt x="11054891" y="2295397"/>
                  </a:lnTo>
                  <a:lnTo>
                    <a:pt x="12049831" y="2295397"/>
                  </a:lnTo>
                  <a:lnTo>
                    <a:pt x="12049831" y="2290157"/>
                  </a:lnTo>
                  <a:lnTo>
                    <a:pt x="11054891" y="2290157"/>
                  </a:lnTo>
                  <a:lnTo>
                    <a:pt x="11053795" y="2290114"/>
                  </a:lnTo>
                  <a:lnTo>
                    <a:pt x="11046555" y="2289814"/>
                  </a:lnTo>
                  <a:lnTo>
                    <a:pt x="11028190" y="2288985"/>
                  </a:lnTo>
                  <a:lnTo>
                    <a:pt x="10995072" y="2287350"/>
                  </a:lnTo>
                  <a:lnTo>
                    <a:pt x="10945134" y="2284646"/>
                  </a:lnTo>
                  <a:lnTo>
                    <a:pt x="10878020" y="2280649"/>
                  </a:lnTo>
                  <a:lnTo>
                    <a:pt x="10795048" y="2275187"/>
                  </a:lnTo>
                  <a:lnTo>
                    <a:pt x="10698913" y="2268157"/>
                  </a:lnTo>
                  <a:lnTo>
                    <a:pt x="10593212" y="2259517"/>
                  </a:lnTo>
                  <a:lnTo>
                    <a:pt x="10481873" y="2249273"/>
                  </a:lnTo>
                  <a:lnTo>
                    <a:pt x="10368645" y="2237453"/>
                  </a:lnTo>
                  <a:lnTo>
                    <a:pt x="10256737" y="2224090"/>
                  </a:lnTo>
                  <a:lnTo>
                    <a:pt x="10148616" y="2209194"/>
                  </a:lnTo>
                  <a:lnTo>
                    <a:pt x="10045978" y="2192742"/>
                  </a:lnTo>
                  <a:lnTo>
                    <a:pt x="9949810" y="2174666"/>
                  </a:lnTo>
                  <a:lnTo>
                    <a:pt x="9860516" y="2154851"/>
                  </a:lnTo>
                  <a:lnTo>
                    <a:pt x="9778056" y="2133130"/>
                  </a:lnTo>
                  <a:lnTo>
                    <a:pt x="9702074" y="2109293"/>
                  </a:lnTo>
                  <a:lnTo>
                    <a:pt x="9632012" y="2083084"/>
                  </a:lnTo>
                  <a:lnTo>
                    <a:pt x="9567185" y="2054219"/>
                  </a:lnTo>
                  <a:lnTo>
                    <a:pt x="9506855" y="2022394"/>
                  </a:lnTo>
                  <a:lnTo>
                    <a:pt x="9450267" y="1987319"/>
                  </a:lnTo>
                  <a:lnTo>
                    <a:pt x="9396700" y="1948756"/>
                  </a:lnTo>
                  <a:lnTo>
                    <a:pt x="9347647" y="1908464"/>
                  </a:lnTo>
                  <a:lnTo>
                    <a:pt x="9300056" y="1864675"/>
                  </a:lnTo>
                  <a:lnTo>
                    <a:pt x="9253712" y="1817489"/>
                  </a:lnTo>
                  <a:lnTo>
                    <a:pt x="9208258" y="1766838"/>
                  </a:lnTo>
                  <a:lnTo>
                    <a:pt x="9163406" y="1712715"/>
                  </a:lnTo>
                  <a:lnTo>
                    <a:pt x="9118934" y="1655186"/>
                  </a:lnTo>
                  <a:lnTo>
                    <a:pt x="9074670" y="1594391"/>
                  </a:lnTo>
                  <a:lnTo>
                    <a:pt x="9030490" y="1530550"/>
                  </a:lnTo>
                  <a:lnTo>
                    <a:pt x="8986310" y="1463965"/>
                  </a:lnTo>
                  <a:lnTo>
                    <a:pt x="8942081" y="1395013"/>
                  </a:lnTo>
                  <a:lnTo>
                    <a:pt x="8897782" y="1324143"/>
                  </a:lnTo>
                  <a:lnTo>
                    <a:pt x="8853417" y="1251864"/>
                  </a:lnTo>
                  <a:lnTo>
                    <a:pt x="8809005" y="1178731"/>
                  </a:lnTo>
                  <a:lnTo>
                    <a:pt x="8764578" y="1105327"/>
                  </a:lnTo>
                  <a:lnTo>
                    <a:pt x="8720170" y="1032243"/>
                  </a:lnTo>
                  <a:lnTo>
                    <a:pt x="8675809" y="960061"/>
                  </a:lnTo>
                  <a:lnTo>
                    <a:pt x="8631516" y="889332"/>
                  </a:lnTo>
                  <a:lnTo>
                    <a:pt x="8587292" y="820560"/>
                  </a:lnTo>
                  <a:lnTo>
                    <a:pt x="8543114" y="754189"/>
                  </a:lnTo>
                  <a:lnTo>
                    <a:pt x="8498931" y="690592"/>
                  </a:lnTo>
                  <a:lnTo>
                    <a:pt x="8454656" y="630061"/>
                  </a:lnTo>
                  <a:lnTo>
                    <a:pt x="8410159" y="572811"/>
                  </a:lnTo>
                  <a:lnTo>
                    <a:pt x="8365267" y="518975"/>
                  </a:lnTo>
                  <a:lnTo>
                    <a:pt x="8319750" y="468613"/>
                  </a:lnTo>
                  <a:lnTo>
                    <a:pt x="8273317" y="421712"/>
                  </a:lnTo>
                  <a:lnTo>
                    <a:pt x="8229629" y="381692"/>
                  </a:lnTo>
                  <a:lnTo>
                    <a:pt x="8178336" y="339676"/>
                  </a:lnTo>
                  <a:lnTo>
                    <a:pt x="8124654" y="301265"/>
                  </a:lnTo>
                  <a:lnTo>
                    <a:pt x="8067922" y="266335"/>
                  </a:lnTo>
                  <a:lnTo>
                    <a:pt x="8007414" y="234643"/>
                  </a:lnTo>
                  <a:lnTo>
                    <a:pt x="7942379" y="205898"/>
                  </a:lnTo>
                  <a:lnTo>
                    <a:pt x="7872076" y="179796"/>
                  </a:lnTo>
                  <a:lnTo>
                    <a:pt x="7795828" y="156054"/>
                  </a:lnTo>
                  <a:lnTo>
                    <a:pt x="7713080" y="134420"/>
                  </a:lnTo>
                  <a:lnTo>
                    <a:pt x="7623490" y="114682"/>
                  </a:lnTo>
                  <a:lnTo>
                    <a:pt x="7527033" y="96678"/>
                  </a:lnTo>
                  <a:lnTo>
                    <a:pt x="7424135" y="80293"/>
                  </a:lnTo>
                  <a:lnTo>
                    <a:pt x="7315813" y="65463"/>
                  </a:lnTo>
                  <a:lnTo>
                    <a:pt x="7203791" y="52165"/>
                  </a:lnTo>
                  <a:lnTo>
                    <a:pt x="7090574" y="40412"/>
                  </a:lnTo>
                  <a:lnTo>
                    <a:pt x="6979396" y="30236"/>
                  </a:lnTo>
                  <a:lnTo>
                    <a:pt x="6874025" y="21665"/>
                  </a:lnTo>
                  <a:lnTo>
                    <a:pt x="6778385" y="14704"/>
                  </a:lnTo>
                  <a:lnTo>
                    <a:pt x="6696044" y="9307"/>
                  </a:lnTo>
                  <a:lnTo>
                    <a:pt x="6629650" y="5369"/>
                  </a:lnTo>
                  <a:lnTo>
                    <a:pt x="6580451" y="2716"/>
                  </a:lnTo>
                  <a:lnTo>
                    <a:pt x="6548019" y="1121"/>
                  </a:lnTo>
                  <a:lnTo>
                    <a:pt x="6530215" y="320"/>
                  </a:lnTo>
                  <a:lnTo>
                    <a:pt x="6523349" y="3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45" y="74"/>
                  </a:lnTo>
                  <a:lnTo>
                    <a:pt x="5519824" y="605"/>
                  </a:lnTo>
                  <a:lnTo>
                    <a:pt x="5502990" y="2070"/>
                  </a:lnTo>
                  <a:lnTo>
                    <a:pt x="5472534" y="4959"/>
                  </a:lnTo>
                  <a:lnTo>
                    <a:pt x="5426410" y="9741"/>
                  </a:lnTo>
                  <a:lnTo>
                    <a:pt x="5364079" y="16828"/>
                  </a:lnTo>
                  <a:lnTo>
                    <a:pt x="5286498" y="26539"/>
                  </a:lnTo>
                  <a:lnTo>
                    <a:pt x="5195912" y="39080"/>
                  </a:lnTo>
                  <a:lnTo>
                    <a:pt x="5095459" y="54549"/>
                  </a:lnTo>
                  <a:lnTo>
                    <a:pt x="4988691" y="72955"/>
                  </a:lnTo>
                  <a:lnTo>
                    <a:pt x="4879119" y="94253"/>
                  </a:lnTo>
                  <a:lnTo>
                    <a:pt x="4769853" y="118383"/>
                  </a:lnTo>
                  <a:lnTo>
                    <a:pt x="4663388" y="145310"/>
                  </a:lnTo>
                  <a:lnTo>
                    <a:pt x="4561534" y="175049"/>
                  </a:lnTo>
                  <a:lnTo>
                    <a:pt x="4465445" y="207687"/>
                  </a:lnTo>
                  <a:lnTo>
                    <a:pt x="4375705" y="243390"/>
                  </a:lnTo>
                  <a:lnTo>
                    <a:pt x="4292454" y="282409"/>
                  </a:lnTo>
                  <a:lnTo>
                    <a:pt x="4215497" y="325079"/>
                  </a:lnTo>
                  <a:lnTo>
                    <a:pt x="4144412" y="371811"/>
                  </a:lnTo>
                  <a:lnTo>
                    <a:pt x="4078632" y="423083"/>
                  </a:lnTo>
                  <a:lnTo>
                    <a:pt x="4017505" y="479415"/>
                  </a:lnTo>
                  <a:lnTo>
                    <a:pt x="3960348" y="541342"/>
                  </a:lnTo>
                  <a:lnTo>
                    <a:pt x="3906481" y="609358"/>
                  </a:lnTo>
                  <a:lnTo>
                    <a:pt x="3855259" y="683834"/>
                  </a:lnTo>
                  <a:lnTo>
                    <a:pt x="3820202" y="740676"/>
                  </a:lnTo>
                  <a:lnTo>
                    <a:pt x="3783287" y="805791"/>
                  </a:lnTo>
                  <a:lnTo>
                    <a:pt x="3747173" y="874821"/>
                  </a:lnTo>
                  <a:lnTo>
                    <a:pt x="3711679" y="947844"/>
                  </a:lnTo>
                  <a:lnTo>
                    <a:pt x="3676657" y="1024900"/>
                  </a:lnTo>
                  <a:lnTo>
                    <a:pt x="3641980" y="1105980"/>
                  </a:lnTo>
                  <a:lnTo>
                    <a:pt x="3607544" y="1191028"/>
                  </a:lnTo>
                  <a:lnTo>
                    <a:pt x="3573266" y="1279936"/>
                  </a:lnTo>
                  <a:lnTo>
                    <a:pt x="3539078" y="1372540"/>
                  </a:lnTo>
                  <a:lnTo>
                    <a:pt x="3504928" y="1468622"/>
                  </a:lnTo>
                  <a:lnTo>
                    <a:pt x="3470779" y="1567907"/>
                  </a:lnTo>
                  <a:lnTo>
                    <a:pt x="3436606" y="1670066"/>
                  </a:lnTo>
                  <a:lnTo>
                    <a:pt x="3402395" y="1774719"/>
                  </a:lnTo>
                  <a:lnTo>
                    <a:pt x="3368141" y="1881442"/>
                  </a:lnTo>
                  <a:lnTo>
                    <a:pt x="3333847" y="1989769"/>
                  </a:lnTo>
                  <a:lnTo>
                    <a:pt x="3299523" y="2099206"/>
                  </a:lnTo>
                  <a:lnTo>
                    <a:pt x="3265182" y="2209233"/>
                  </a:lnTo>
                  <a:lnTo>
                    <a:pt x="3230839" y="2319323"/>
                  </a:lnTo>
                  <a:lnTo>
                    <a:pt x="3196510" y="2428943"/>
                  </a:lnTo>
                  <a:lnTo>
                    <a:pt x="3162208" y="2537573"/>
                  </a:lnTo>
                  <a:lnTo>
                    <a:pt x="3127945" y="2644711"/>
                  </a:lnTo>
                  <a:lnTo>
                    <a:pt x="3093724" y="2749885"/>
                  </a:lnTo>
                  <a:lnTo>
                    <a:pt x="3059543" y="2852659"/>
                  </a:lnTo>
                  <a:lnTo>
                    <a:pt x="3025390" y="2952643"/>
                  </a:lnTo>
                  <a:lnTo>
                    <a:pt x="2991243" y="3049496"/>
                  </a:lnTo>
                  <a:lnTo>
                    <a:pt x="2957068" y="3142929"/>
                  </a:lnTo>
                  <a:lnTo>
                    <a:pt x="2922816" y="3232713"/>
                  </a:lnTo>
                  <a:lnTo>
                    <a:pt x="2888424" y="3318669"/>
                  </a:lnTo>
                  <a:lnTo>
                    <a:pt x="2853811" y="3400678"/>
                  </a:lnTo>
                  <a:lnTo>
                    <a:pt x="2818879" y="3478670"/>
                  </a:lnTo>
                  <a:lnTo>
                    <a:pt x="2783507" y="3552629"/>
                  </a:lnTo>
                  <a:lnTo>
                    <a:pt x="2747552" y="3622581"/>
                  </a:lnTo>
                  <a:lnTo>
                    <a:pt x="2710841" y="3688597"/>
                  </a:lnTo>
                  <a:lnTo>
                    <a:pt x="2702183" y="3703381"/>
                  </a:lnTo>
                  <a:lnTo>
                    <a:pt x="2652484" y="3782535"/>
                  </a:lnTo>
                  <a:lnTo>
                    <a:pt x="2600557" y="3855108"/>
                  </a:lnTo>
                  <a:lnTo>
                    <a:pt x="2545803" y="3921310"/>
                  </a:lnTo>
                  <a:lnTo>
                    <a:pt x="2487564" y="3981558"/>
                  </a:lnTo>
                  <a:lnTo>
                    <a:pt x="2425155" y="4036365"/>
                  </a:lnTo>
                  <a:lnTo>
                    <a:pt x="2357898" y="4086265"/>
                  </a:lnTo>
                  <a:lnTo>
                    <a:pt x="2285161" y="4131771"/>
                  </a:lnTo>
                  <a:lnTo>
                    <a:pt x="2206411" y="4173342"/>
                  </a:lnTo>
                  <a:lnTo>
                    <a:pt x="2121283" y="4211366"/>
                  </a:lnTo>
                  <a:lnTo>
                    <a:pt x="2029667" y="4246157"/>
                  </a:lnTo>
                  <a:lnTo>
                    <a:pt x="1931820" y="4277939"/>
                  </a:lnTo>
                  <a:lnTo>
                    <a:pt x="1828481" y="4306856"/>
                  </a:lnTo>
                  <a:lnTo>
                    <a:pt x="1720985" y="4332972"/>
                  </a:lnTo>
                  <a:lnTo>
                    <a:pt x="1611342" y="4356285"/>
                  </a:lnTo>
                  <a:lnTo>
                    <a:pt x="1502242" y="4376748"/>
                  </a:lnTo>
                  <a:lnTo>
                    <a:pt x="1396937" y="4394304"/>
                  </a:lnTo>
                  <a:lnTo>
                    <a:pt x="1298992" y="4408919"/>
                  </a:lnTo>
                  <a:lnTo>
                    <a:pt x="1211892" y="4420623"/>
                  </a:lnTo>
                  <a:lnTo>
                    <a:pt x="1138560" y="4429545"/>
                  </a:lnTo>
                  <a:lnTo>
                    <a:pt x="1080902" y="4435925"/>
                  </a:lnTo>
                  <a:lnTo>
                    <a:pt x="1039453" y="4440112"/>
                  </a:lnTo>
                  <a:lnTo>
                    <a:pt x="1013229" y="4442538"/>
                  </a:lnTo>
                  <a:lnTo>
                    <a:pt x="999768" y="4443681"/>
                  </a:lnTo>
                  <a:lnTo>
                    <a:pt x="995302" y="4444031"/>
                  </a:lnTo>
                  <a:lnTo>
                    <a:pt x="994940" y="4444057"/>
                  </a:lnTo>
                  <a:lnTo>
                    <a:pt x="0" y="4444057"/>
                  </a:lnTo>
                  <a:close/>
                </a:path>
              </a:pathLst>
            </a:custGeom>
            <a:solidFill>
              <a:srgbClr val="BDBDBD">
                <a:alpha val="69803"/>
              </a:srgbClr>
            </a:solidFill>
          </p:spPr>
          <p:txBody>
            <a:bodyPr/>
            <a:lstStyle/>
            <a:p/>
          </p:txBody>
        </p:sp>
        <p:sp>
          <p:nvSpPr>
            <p:cNvPr id="2218" name="pl2217"/>
            <p:cNvSpPr/>
            <p:nvPr/>
          </p:nvSpPr>
          <p:spPr>
            <a:xfrm>
              <a:off x="1199187" y="2138014"/>
              <a:ext cx="12049831" cy="4444057"/>
            </a:xfrm>
            <a:custGeom>
              <a:avLst/>
              <a:pathLst>
                <a:path w="12049831" h="4444057">
                  <a:moveTo>
                    <a:pt x="0" y="4444057"/>
                  </a:moveTo>
                  <a:lnTo>
                    <a:pt x="994940" y="4444057"/>
                  </a:lnTo>
                  <a:lnTo>
                    <a:pt x="995940" y="4443983"/>
                  </a:lnTo>
                  <a:lnTo>
                    <a:pt x="1002561" y="4443452"/>
                  </a:lnTo>
                  <a:lnTo>
                    <a:pt x="1019395" y="4441987"/>
                  </a:lnTo>
                  <a:lnTo>
                    <a:pt x="1049851" y="4439098"/>
                  </a:lnTo>
                  <a:lnTo>
                    <a:pt x="1095975" y="4434315"/>
                  </a:lnTo>
                  <a:lnTo>
                    <a:pt x="1158306" y="4427228"/>
                  </a:lnTo>
                  <a:lnTo>
                    <a:pt x="1235887" y="4417518"/>
                  </a:lnTo>
                  <a:lnTo>
                    <a:pt x="1326473" y="4404977"/>
                  </a:lnTo>
                  <a:lnTo>
                    <a:pt x="1426926" y="4389507"/>
                  </a:lnTo>
                  <a:lnTo>
                    <a:pt x="1533694" y="4371102"/>
                  </a:lnTo>
                  <a:lnTo>
                    <a:pt x="1643266" y="4349804"/>
                  </a:lnTo>
                  <a:lnTo>
                    <a:pt x="1752532" y="4325674"/>
                  </a:lnTo>
                  <a:lnTo>
                    <a:pt x="1858997" y="4298747"/>
                  </a:lnTo>
                  <a:lnTo>
                    <a:pt x="1960851" y="4269007"/>
                  </a:lnTo>
                  <a:lnTo>
                    <a:pt x="2056940" y="4236370"/>
                  </a:lnTo>
                  <a:lnTo>
                    <a:pt x="2146680" y="4200667"/>
                  </a:lnTo>
                  <a:lnTo>
                    <a:pt x="2229931" y="4161648"/>
                  </a:lnTo>
                  <a:lnTo>
                    <a:pt x="2306888" y="4118978"/>
                  </a:lnTo>
                  <a:lnTo>
                    <a:pt x="2377973" y="4072245"/>
                  </a:lnTo>
                  <a:lnTo>
                    <a:pt x="2443753" y="4020974"/>
                  </a:lnTo>
                  <a:lnTo>
                    <a:pt x="2504880" y="3964642"/>
                  </a:lnTo>
                  <a:lnTo>
                    <a:pt x="2562037" y="3902715"/>
                  </a:lnTo>
                  <a:lnTo>
                    <a:pt x="2615904" y="3834699"/>
                  </a:lnTo>
                  <a:lnTo>
                    <a:pt x="2667126" y="3760223"/>
                  </a:lnTo>
                  <a:lnTo>
                    <a:pt x="2702183" y="3703381"/>
                  </a:lnTo>
                  <a:lnTo>
                    <a:pt x="2739098" y="3638266"/>
                  </a:lnTo>
                  <a:lnTo>
                    <a:pt x="2775212" y="3569236"/>
                  </a:lnTo>
                  <a:lnTo>
                    <a:pt x="2810706" y="3496212"/>
                  </a:lnTo>
                  <a:lnTo>
                    <a:pt x="2845728" y="3419157"/>
                  </a:lnTo>
                  <a:lnTo>
                    <a:pt x="2880405" y="3338077"/>
                  </a:lnTo>
                  <a:lnTo>
                    <a:pt x="2914841" y="3253029"/>
                  </a:lnTo>
                  <a:lnTo>
                    <a:pt x="2949119" y="3164121"/>
                  </a:lnTo>
                  <a:lnTo>
                    <a:pt x="2983307" y="3071517"/>
                  </a:lnTo>
                  <a:lnTo>
                    <a:pt x="3017457" y="2975435"/>
                  </a:lnTo>
                  <a:lnTo>
                    <a:pt x="3051606" y="2876150"/>
                  </a:lnTo>
                  <a:lnTo>
                    <a:pt x="3085779" y="2773991"/>
                  </a:lnTo>
                  <a:lnTo>
                    <a:pt x="3119990" y="2669338"/>
                  </a:lnTo>
                  <a:lnTo>
                    <a:pt x="3154244" y="2562615"/>
                  </a:lnTo>
                  <a:lnTo>
                    <a:pt x="3188538" y="2454287"/>
                  </a:lnTo>
                  <a:lnTo>
                    <a:pt x="3222862" y="2344851"/>
                  </a:lnTo>
                  <a:lnTo>
                    <a:pt x="3257203" y="2234824"/>
                  </a:lnTo>
                  <a:lnTo>
                    <a:pt x="3291546" y="2124734"/>
                  </a:lnTo>
                  <a:lnTo>
                    <a:pt x="3325875" y="2015114"/>
                  </a:lnTo>
                  <a:lnTo>
                    <a:pt x="3360177" y="1906484"/>
                  </a:lnTo>
                  <a:lnTo>
                    <a:pt x="3394440" y="1799345"/>
                  </a:lnTo>
                  <a:lnTo>
                    <a:pt x="3428661" y="1694172"/>
                  </a:lnTo>
                  <a:lnTo>
                    <a:pt x="3462842" y="1591397"/>
                  </a:lnTo>
                  <a:lnTo>
                    <a:pt x="3496995" y="1491414"/>
                  </a:lnTo>
                  <a:lnTo>
                    <a:pt x="3531142" y="1394561"/>
                  </a:lnTo>
                  <a:lnTo>
                    <a:pt x="3565317" y="1301127"/>
                  </a:lnTo>
                  <a:lnTo>
                    <a:pt x="3599569" y="1211344"/>
                  </a:lnTo>
                  <a:lnTo>
                    <a:pt x="3633961" y="1125388"/>
                  </a:lnTo>
                  <a:lnTo>
                    <a:pt x="3668574" y="1043379"/>
                  </a:lnTo>
                  <a:lnTo>
                    <a:pt x="3703506" y="965386"/>
                  </a:lnTo>
                  <a:lnTo>
                    <a:pt x="3738878" y="891428"/>
                  </a:lnTo>
                  <a:lnTo>
                    <a:pt x="3774833" y="821475"/>
                  </a:lnTo>
                  <a:lnTo>
                    <a:pt x="3811544" y="755460"/>
                  </a:lnTo>
                  <a:lnTo>
                    <a:pt x="3820202" y="740676"/>
                  </a:lnTo>
                  <a:lnTo>
                    <a:pt x="3869901" y="661522"/>
                  </a:lnTo>
                  <a:lnTo>
                    <a:pt x="3921828" y="588949"/>
                  </a:lnTo>
                  <a:lnTo>
                    <a:pt x="3976582" y="522747"/>
                  </a:lnTo>
                  <a:lnTo>
                    <a:pt x="4034821" y="462499"/>
                  </a:lnTo>
                  <a:lnTo>
                    <a:pt x="4097230" y="407692"/>
                  </a:lnTo>
                  <a:lnTo>
                    <a:pt x="4164487" y="357791"/>
                  </a:lnTo>
                  <a:lnTo>
                    <a:pt x="4237224" y="312286"/>
                  </a:lnTo>
                  <a:lnTo>
                    <a:pt x="4315974" y="270715"/>
                  </a:lnTo>
                  <a:lnTo>
                    <a:pt x="4401102" y="232690"/>
                  </a:lnTo>
                  <a:lnTo>
                    <a:pt x="4492718" y="197900"/>
                  </a:lnTo>
                  <a:lnTo>
                    <a:pt x="4590565" y="166118"/>
                  </a:lnTo>
                  <a:lnTo>
                    <a:pt x="4693904" y="137201"/>
                  </a:lnTo>
                  <a:lnTo>
                    <a:pt x="4801400" y="111085"/>
                  </a:lnTo>
                  <a:lnTo>
                    <a:pt x="4911043" y="87772"/>
                  </a:lnTo>
                  <a:lnTo>
                    <a:pt x="5020143" y="67308"/>
                  </a:lnTo>
                  <a:lnTo>
                    <a:pt x="5125448" y="49752"/>
                  </a:lnTo>
                  <a:lnTo>
                    <a:pt x="5223393" y="35138"/>
                  </a:lnTo>
                  <a:lnTo>
                    <a:pt x="5310493" y="23434"/>
                  </a:lnTo>
                  <a:lnTo>
                    <a:pt x="5383825" y="14512"/>
                  </a:lnTo>
                  <a:lnTo>
                    <a:pt x="5441483" y="8132"/>
                  </a:lnTo>
                  <a:lnTo>
                    <a:pt x="5482932" y="3945"/>
                  </a:lnTo>
                  <a:lnTo>
                    <a:pt x="5509156" y="1519"/>
                  </a:lnTo>
                  <a:lnTo>
                    <a:pt x="5522617" y="376"/>
                  </a:lnTo>
                  <a:lnTo>
                    <a:pt x="5527083" y="26"/>
                  </a:lnTo>
                  <a:lnTo>
                    <a:pt x="5527445" y="0"/>
                  </a:lnTo>
                  <a:lnTo>
                    <a:pt x="6522385" y="0"/>
                  </a:lnTo>
                  <a:lnTo>
                    <a:pt x="6523482" y="42"/>
                  </a:lnTo>
                  <a:lnTo>
                    <a:pt x="6530722" y="342"/>
                  </a:lnTo>
                  <a:lnTo>
                    <a:pt x="6549086" y="1171"/>
                  </a:lnTo>
                  <a:lnTo>
                    <a:pt x="6582204" y="2807"/>
                  </a:lnTo>
                  <a:lnTo>
                    <a:pt x="6632143" y="5510"/>
                  </a:lnTo>
                  <a:lnTo>
                    <a:pt x="6699256" y="9507"/>
                  </a:lnTo>
                  <a:lnTo>
                    <a:pt x="6782229" y="14969"/>
                  </a:lnTo>
                  <a:lnTo>
                    <a:pt x="6878363" y="21999"/>
                  </a:lnTo>
                  <a:lnTo>
                    <a:pt x="6984064" y="30639"/>
                  </a:lnTo>
                  <a:lnTo>
                    <a:pt x="7095404" y="40883"/>
                  </a:lnTo>
                  <a:lnTo>
                    <a:pt x="7208631" y="52703"/>
                  </a:lnTo>
                  <a:lnTo>
                    <a:pt x="7320540" y="66066"/>
                  </a:lnTo>
                  <a:lnTo>
                    <a:pt x="7428660" y="80962"/>
                  </a:lnTo>
                  <a:lnTo>
                    <a:pt x="7531298" y="97414"/>
                  </a:lnTo>
                  <a:lnTo>
                    <a:pt x="7627466" y="115490"/>
                  </a:lnTo>
                  <a:lnTo>
                    <a:pt x="7716760" y="135306"/>
                  </a:lnTo>
                  <a:lnTo>
                    <a:pt x="7799221" y="157026"/>
                  </a:lnTo>
                  <a:lnTo>
                    <a:pt x="7875202" y="180863"/>
                  </a:lnTo>
                  <a:lnTo>
                    <a:pt x="7945265" y="207072"/>
                  </a:lnTo>
                  <a:lnTo>
                    <a:pt x="8010091" y="235937"/>
                  </a:lnTo>
                  <a:lnTo>
                    <a:pt x="8070422" y="267762"/>
                  </a:lnTo>
                  <a:lnTo>
                    <a:pt x="8127009" y="302837"/>
                  </a:lnTo>
                  <a:lnTo>
                    <a:pt x="8180576" y="341400"/>
                  </a:lnTo>
                  <a:lnTo>
                    <a:pt x="8229629" y="381692"/>
                  </a:lnTo>
                  <a:lnTo>
                    <a:pt x="8277221" y="425481"/>
                  </a:lnTo>
                  <a:lnTo>
                    <a:pt x="8323564" y="472667"/>
                  </a:lnTo>
                  <a:lnTo>
                    <a:pt x="8369019" y="523318"/>
                  </a:lnTo>
                  <a:lnTo>
                    <a:pt x="8413871" y="577441"/>
                  </a:lnTo>
                  <a:lnTo>
                    <a:pt x="8458343" y="634970"/>
                  </a:lnTo>
                  <a:lnTo>
                    <a:pt x="8502607" y="695765"/>
                  </a:lnTo>
                  <a:lnTo>
                    <a:pt x="8546786" y="759606"/>
                  </a:lnTo>
                  <a:lnTo>
                    <a:pt x="8590966" y="826191"/>
                  </a:lnTo>
                  <a:lnTo>
                    <a:pt x="8635196" y="895143"/>
                  </a:lnTo>
                  <a:lnTo>
                    <a:pt x="8679495" y="966013"/>
                  </a:lnTo>
                  <a:lnTo>
                    <a:pt x="8723860" y="1038292"/>
                  </a:lnTo>
                  <a:lnTo>
                    <a:pt x="8768271" y="1111425"/>
                  </a:lnTo>
                  <a:lnTo>
                    <a:pt x="8812698" y="1184829"/>
                  </a:lnTo>
                  <a:lnTo>
                    <a:pt x="8857107" y="1257913"/>
                  </a:lnTo>
                  <a:lnTo>
                    <a:pt x="8901467" y="1330095"/>
                  </a:lnTo>
                  <a:lnTo>
                    <a:pt x="8945760" y="1400825"/>
                  </a:lnTo>
                  <a:lnTo>
                    <a:pt x="8989984" y="1469596"/>
                  </a:lnTo>
                  <a:lnTo>
                    <a:pt x="9034162" y="1535967"/>
                  </a:lnTo>
                  <a:lnTo>
                    <a:pt x="9078345" y="1599565"/>
                  </a:lnTo>
                  <a:lnTo>
                    <a:pt x="9122621" y="1660095"/>
                  </a:lnTo>
                  <a:lnTo>
                    <a:pt x="9167117" y="1717345"/>
                  </a:lnTo>
                  <a:lnTo>
                    <a:pt x="9212010" y="1771181"/>
                  </a:lnTo>
                  <a:lnTo>
                    <a:pt x="9257527" y="1821543"/>
                  </a:lnTo>
                  <a:lnTo>
                    <a:pt x="9303959" y="1868444"/>
                  </a:lnTo>
                  <a:lnTo>
                    <a:pt x="9347647" y="1908464"/>
                  </a:lnTo>
                  <a:lnTo>
                    <a:pt x="9398940" y="1950480"/>
                  </a:lnTo>
                  <a:lnTo>
                    <a:pt x="9452623" y="1988891"/>
                  </a:lnTo>
                  <a:lnTo>
                    <a:pt x="9509355" y="2023821"/>
                  </a:lnTo>
                  <a:lnTo>
                    <a:pt x="9569863" y="2055513"/>
                  </a:lnTo>
                  <a:lnTo>
                    <a:pt x="9634898" y="2084258"/>
                  </a:lnTo>
                  <a:lnTo>
                    <a:pt x="9705201" y="2110360"/>
                  </a:lnTo>
                  <a:lnTo>
                    <a:pt x="9781449" y="2134102"/>
                  </a:lnTo>
                  <a:lnTo>
                    <a:pt x="9864197" y="2155736"/>
                  </a:lnTo>
                  <a:lnTo>
                    <a:pt x="9953787" y="2175474"/>
                  </a:lnTo>
                  <a:lnTo>
                    <a:pt x="10050244" y="2193478"/>
                  </a:lnTo>
                  <a:lnTo>
                    <a:pt x="10153141" y="2209863"/>
                  </a:lnTo>
                  <a:lnTo>
                    <a:pt x="10261464" y="2224693"/>
                  </a:lnTo>
                  <a:lnTo>
                    <a:pt x="10373485" y="2237991"/>
                  </a:lnTo>
                  <a:lnTo>
                    <a:pt x="10486702" y="2249744"/>
                  </a:lnTo>
                  <a:lnTo>
                    <a:pt x="10597880" y="2259920"/>
                  </a:lnTo>
                  <a:lnTo>
                    <a:pt x="10703252" y="2268491"/>
                  </a:lnTo>
                  <a:lnTo>
                    <a:pt x="10798892" y="2275452"/>
                  </a:lnTo>
                  <a:lnTo>
                    <a:pt x="10881233" y="2280849"/>
                  </a:lnTo>
                  <a:lnTo>
                    <a:pt x="10947627" y="2284787"/>
                  </a:lnTo>
                  <a:lnTo>
                    <a:pt x="10996826" y="2287440"/>
                  </a:lnTo>
                  <a:lnTo>
                    <a:pt x="11029258" y="2289035"/>
                  </a:lnTo>
                  <a:lnTo>
                    <a:pt x="11047062" y="2289836"/>
                  </a:lnTo>
                  <a:lnTo>
                    <a:pt x="11053927" y="2290120"/>
                  </a:lnTo>
                  <a:lnTo>
                    <a:pt x="11054891" y="2290157"/>
                  </a:lnTo>
                  <a:lnTo>
                    <a:pt x="12049831" y="2290157"/>
                  </a:lnTo>
                  <a:lnTo>
                    <a:pt x="12049831" y="22901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19" name="pl2218"/>
            <p:cNvSpPr/>
            <p:nvPr/>
          </p:nvSpPr>
          <p:spPr>
            <a:xfrm>
              <a:off x="1199187" y="2132773"/>
              <a:ext cx="12049831" cy="4444057"/>
            </a:xfrm>
            <a:custGeom>
              <a:avLst/>
              <a:pathLst>
                <a:path w="12049831" h="4444057">
                  <a:moveTo>
                    <a:pt x="12049831" y="2290157"/>
                  </a:moveTo>
                  <a:lnTo>
                    <a:pt x="11054891" y="2290157"/>
                  </a:lnTo>
                  <a:lnTo>
                    <a:pt x="11053795" y="2290114"/>
                  </a:lnTo>
                  <a:lnTo>
                    <a:pt x="11046555" y="2289814"/>
                  </a:lnTo>
                  <a:lnTo>
                    <a:pt x="11028190" y="2288985"/>
                  </a:lnTo>
                  <a:lnTo>
                    <a:pt x="10995072" y="2287350"/>
                  </a:lnTo>
                  <a:lnTo>
                    <a:pt x="10945134" y="2284646"/>
                  </a:lnTo>
                  <a:lnTo>
                    <a:pt x="10878020" y="2280649"/>
                  </a:lnTo>
                  <a:lnTo>
                    <a:pt x="10795048" y="2275187"/>
                  </a:lnTo>
                  <a:lnTo>
                    <a:pt x="10698913" y="2268157"/>
                  </a:lnTo>
                  <a:lnTo>
                    <a:pt x="10593212" y="2259517"/>
                  </a:lnTo>
                  <a:lnTo>
                    <a:pt x="10481873" y="2249273"/>
                  </a:lnTo>
                  <a:lnTo>
                    <a:pt x="10368645" y="2237453"/>
                  </a:lnTo>
                  <a:lnTo>
                    <a:pt x="10256737" y="2224090"/>
                  </a:lnTo>
                  <a:lnTo>
                    <a:pt x="10148616" y="2209194"/>
                  </a:lnTo>
                  <a:lnTo>
                    <a:pt x="10045978" y="2192742"/>
                  </a:lnTo>
                  <a:lnTo>
                    <a:pt x="9949810" y="2174666"/>
                  </a:lnTo>
                  <a:lnTo>
                    <a:pt x="9860516" y="2154851"/>
                  </a:lnTo>
                  <a:lnTo>
                    <a:pt x="9778056" y="2133130"/>
                  </a:lnTo>
                  <a:lnTo>
                    <a:pt x="9702074" y="2109293"/>
                  </a:lnTo>
                  <a:lnTo>
                    <a:pt x="9632012" y="2083084"/>
                  </a:lnTo>
                  <a:lnTo>
                    <a:pt x="9567185" y="2054219"/>
                  </a:lnTo>
                  <a:lnTo>
                    <a:pt x="9506855" y="2022394"/>
                  </a:lnTo>
                  <a:lnTo>
                    <a:pt x="9450267" y="1987319"/>
                  </a:lnTo>
                  <a:lnTo>
                    <a:pt x="9396700" y="1948756"/>
                  </a:lnTo>
                  <a:lnTo>
                    <a:pt x="9347647" y="1908464"/>
                  </a:lnTo>
                  <a:lnTo>
                    <a:pt x="9300056" y="1864675"/>
                  </a:lnTo>
                  <a:lnTo>
                    <a:pt x="9253712" y="1817489"/>
                  </a:lnTo>
                  <a:lnTo>
                    <a:pt x="9208258" y="1766838"/>
                  </a:lnTo>
                  <a:lnTo>
                    <a:pt x="9163406" y="1712715"/>
                  </a:lnTo>
                  <a:lnTo>
                    <a:pt x="9118934" y="1655186"/>
                  </a:lnTo>
                  <a:lnTo>
                    <a:pt x="9074670" y="1594391"/>
                  </a:lnTo>
                  <a:lnTo>
                    <a:pt x="9030490" y="1530550"/>
                  </a:lnTo>
                  <a:lnTo>
                    <a:pt x="8986310" y="1463965"/>
                  </a:lnTo>
                  <a:lnTo>
                    <a:pt x="8942081" y="1395013"/>
                  </a:lnTo>
                  <a:lnTo>
                    <a:pt x="8897782" y="1324143"/>
                  </a:lnTo>
                  <a:lnTo>
                    <a:pt x="8853417" y="1251864"/>
                  </a:lnTo>
                  <a:lnTo>
                    <a:pt x="8809005" y="1178731"/>
                  </a:lnTo>
                  <a:lnTo>
                    <a:pt x="8764578" y="1105327"/>
                  </a:lnTo>
                  <a:lnTo>
                    <a:pt x="8720170" y="1032243"/>
                  </a:lnTo>
                  <a:lnTo>
                    <a:pt x="8675809" y="960061"/>
                  </a:lnTo>
                  <a:lnTo>
                    <a:pt x="8631516" y="889332"/>
                  </a:lnTo>
                  <a:lnTo>
                    <a:pt x="8587292" y="820560"/>
                  </a:lnTo>
                  <a:lnTo>
                    <a:pt x="8543114" y="754189"/>
                  </a:lnTo>
                  <a:lnTo>
                    <a:pt x="8498931" y="690592"/>
                  </a:lnTo>
                  <a:lnTo>
                    <a:pt x="8454656" y="630061"/>
                  </a:lnTo>
                  <a:lnTo>
                    <a:pt x="8410159" y="572811"/>
                  </a:lnTo>
                  <a:lnTo>
                    <a:pt x="8365267" y="518975"/>
                  </a:lnTo>
                  <a:lnTo>
                    <a:pt x="8319750" y="468613"/>
                  </a:lnTo>
                  <a:lnTo>
                    <a:pt x="8273317" y="421712"/>
                  </a:lnTo>
                  <a:lnTo>
                    <a:pt x="8229629" y="381692"/>
                  </a:lnTo>
                  <a:lnTo>
                    <a:pt x="8178336" y="339676"/>
                  </a:lnTo>
                  <a:lnTo>
                    <a:pt x="8124654" y="301265"/>
                  </a:lnTo>
                  <a:lnTo>
                    <a:pt x="8067922" y="266335"/>
                  </a:lnTo>
                  <a:lnTo>
                    <a:pt x="8007414" y="234643"/>
                  </a:lnTo>
                  <a:lnTo>
                    <a:pt x="7942379" y="205898"/>
                  </a:lnTo>
                  <a:lnTo>
                    <a:pt x="7872076" y="179796"/>
                  </a:lnTo>
                  <a:lnTo>
                    <a:pt x="7795828" y="156054"/>
                  </a:lnTo>
                  <a:lnTo>
                    <a:pt x="7713080" y="134420"/>
                  </a:lnTo>
                  <a:lnTo>
                    <a:pt x="7623490" y="114682"/>
                  </a:lnTo>
                  <a:lnTo>
                    <a:pt x="7527033" y="96678"/>
                  </a:lnTo>
                  <a:lnTo>
                    <a:pt x="7424135" y="80293"/>
                  </a:lnTo>
                  <a:lnTo>
                    <a:pt x="7315813" y="65463"/>
                  </a:lnTo>
                  <a:lnTo>
                    <a:pt x="7203791" y="52165"/>
                  </a:lnTo>
                  <a:lnTo>
                    <a:pt x="7090574" y="40412"/>
                  </a:lnTo>
                  <a:lnTo>
                    <a:pt x="6979396" y="30236"/>
                  </a:lnTo>
                  <a:lnTo>
                    <a:pt x="6874025" y="21665"/>
                  </a:lnTo>
                  <a:lnTo>
                    <a:pt x="6778385" y="14704"/>
                  </a:lnTo>
                  <a:lnTo>
                    <a:pt x="6696044" y="9307"/>
                  </a:lnTo>
                  <a:lnTo>
                    <a:pt x="6629650" y="5369"/>
                  </a:lnTo>
                  <a:lnTo>
                    <a:pt x="6580451" y="2716"/>
                  </a:lnTo>
                  <a:lnTo>
                    <a:pt x="6548019" y="1121"/>
                  </a:lnTo>
                  <a:lnTo>
                    <a:pt x="6530215" y="320"/>
                  </a:lnTo>
                  <a:lnTo>
                    <a:pt x="6523349" y="36"/>
                  </a:lnTo>
                  <a:lnTo>
                    <a:pt x="6522385" y="0"/>
                  </a:lnTo>
                  <a:lnTo>
                    <a:pt x="5527445" y="0"/>
                  </a:lnTo>
                  <a:lnTo>
                    <a:pt x="5526445" y="74"/>
                  </a:lnTo>
                  <a:lnTo>
                    <a:pt x="5519824" y="605"/>
                  </a:lnTo>
                  <a:lnTo>
                    <a:pt x="5502990" y="2070"/>
                  </a:lnTo>
                  <a:lnTo>
                    <a:pt x="5472534" y="4959"/>
                  </a:lnTo>
                  <a:lnTo>
                    <a:pt x="5426410" y="9741"/>
                  </a:lnTo>
                  <a:lnTo>
                    <a:pt x="5364079" y="16828"/>
                  </a:lnTo>
                  <a:lnTo>
                    <a:pt x="5286498" y="26539"/>
                  </a:lnTo>
                  <a:lnTo>
                    <a:pt x="5195912" y="39080"/>
                  </a:lnTo>
                  <a:lnTo>
                    <a:pt x="5095459" y="54549"/>
                  </a:lnTo>
                  <a:lnTo>
                    <a:pt x="4988691" y="72955"/>
                  </a:lnTo>
                  <a:lnTo>
                    <a:pt x="4879119" y="94253"/>
                  </a:lnTo>
                  <a:lnTo>
                    <a:pt x="4769853" y="118383"/>
                  </a:lnTo>
                  <a:lnTo>
                    <a:pt x="4663388" y="145310"/>
                  </a:lnTo>
                  <a:lnTo>
                    <a:pt x="4561534" y="175049"/>
                  </a:lnTo>
                  <a:lnTo>
                    <a:pt x="4465445" y="207687"/>
                  </a:lnTo>
                  <a:lnTo>
                    <a:pt x="4375705" y="243390"/>
                  </a:lnTo>
                  <a:lnTo>
                    <a:pt x="4292454" y="282409"/>
                  </a:lnTo>
                  <a:lnTo>
                    <a:pt x="4215497" y="325079"/>
                  </a:lnTo>
                  <a:lnTo>
                    <a:pt x="4144412" y="371811"/>
                  </a:lnTo>
                  <a:lnTo>
                    <a:pt x="4078632" y="423083"/>
                  </a:lnTo>
                  <a:lnTo>
                    <a:pt x="4017505" y="479415"/>
                  </a:lnTo>
                  <a:lnTo>
                    <a:pt x="3960348" y="541342"/>
                  </a:lnTo>
                  <a:lnTo>
                    <a:pt x="3906481" y="609358"/>
                  </a:lnTo>
                  <a:lnTo>
                    <a:pt x="3855259" y="683834"/>
                  </a:lnTo>
                  <a:lnTo>
                    <a:pt x="3820202" y="740676"/>
                  </a:lnTo>
                  <a:lnTo>
                    <a:pt x="3783287" y="805791"/>
                  </a:lnTo>
                  <a:lnTo>
                    <a:pt x="3747173" y="874821"/>
                  </a:lnTo>
                  <a:lnTo>
                    <a:pt x="3711679" y="947844"/>
                  </a:lnTo>
                  <a:lnTo>
                    <a:pt x="3676657" y="1024900"/>
                  </a:lnTo>
                  <a:lnTo>
                    <a:pt x="3641980" y="1105980"/>
                  </a:lnTo>
                  <a:lnTo>
                    <a:pt x="3607544" y="1191028"/>
                  </a:lnTo>
                  <a:lnTo>
                    <a:pt x="3573266" y="1279936"/>
                  </a:lnTo>
                  <a:lnTo>
                    <a:pt x="3539078" y="1372540"/>
                  </a:lnTo>
                  <a:lnTo>
                    <a:pt x="3504928" y="1468622"/>
                  </a:lnTo>
                  <a:lnTo>
                    <a:pt x="3470779" y="1567907"/>
                  </a:lnTo>
                  <a:lnTo>
                    <a:pt x="3436606" y="1670066"/>
                  </a:lnTo>
                  <a:lnTo>
                    <a:pt x="3402395" y="1774719"/>
                  </a:lnTo>
                  <a:lnTo>
                    <a:pt x="3368141" y="1881442"/>
                  </a:lnTo>
                  <a:lnTo>
                    <a:pt x="3333847" y="1989769"/>
                  </a:lnTo>
                  <a:lnTo>
                    <a:pt x="3299523" y="2099206"/>
                  </a:lnTo>
                  <a:lnTo>
                    <a:pt x="3265182" y="2209233"/>
                  </a:lnTo>
                  <a:lnTo>
                    <a:pt x="3230839" y="2319323"/>
                  </a:lnTo>
                  <a:lnTo>
                    <a:pt x="3196510" y="2428943"/>
                  </a:lnTo>
                  <a:lnTo>
                    <a:pt x="3162208" y="2537573"/>
                  </a:lnTo>
                  <a:lnTo>
                    <a:pt x="3127945" y="2644711"/>
                  </a:lnTo>
                  <a:lnTo>
                    <a:pt x="3093724" y="2749885"/>
                  </a:lnTo>
                  <a:lnTo>
                    <a:pt x="3059543" y="2852659"/>
                  </a:lnTo>
                  <a:lnTo>
                    <a:pt x="3025390" y="2952643"/>
                  </a:lnTo>
                  <a:lnTo>
                    <a:pt x="2991243" y="3049496"/>
                  </a:lnTo>
                  <a:lnTo>
                    <a:pt x="2957068" y="3142929"/>
                  </a:lnTo>
                  <a:lnTo>
                    <a:pt x="2922816" y="3232713"/>
                  </a:lnTo>
                  <a:lnTo>
                    <a:pt x="2888424" y="3318669"/>
                  </a:lnTo>
                  <a:lnTo>
                    <a:pt x="2853811" y="3400678"/>
                  </a:lnTo>
                  <a:lnTo>
                    <a:pt x="2818879" y="3478670"/>
                  </a:lnTo>
                  <a:lnTo>
                    <a:pt x="2783507" y="3552629"/>
                  </a:lnTo>
                  <a:lnTo>
                    <a:pt x="2747552" y="3622581"/>
                  </a:lnTo>
                  <a:lnTo>
                    <a:pt x="2710841" y="3688597"/>
                  </a:lnTo>
                  <a:lnTo>
                    <a:pt x="2702183" y="3703381"/>
                  </a:lnTo>
                  <a:lnTo>
                    <a:pt x="2652484" y="3782535"/>
                  </a:lnTo>
                  <a:lnTo>
                    <a:pt x="2600557" y="3855108"/>
                  </a:lnTo>
                  <a:lnTo>
                    <a:pt x="2545803" y="3921310"/>
                  </a:lnTo>
                  <a:lnTo>
                    <a:pt x="2487564" y="3981558"/>
                  </a:lnTo>
                  <a:lnTo>
                    <a:pt x="2425155" y="4036365"/>
                  </a:lnTo>
                  <a:lnTo>
                    <a:pt x="2357898" y="4086265"/>
                  </a:lnTo>
                  <a:lnTo>
                    <a:pt x="2285161" y="4131771"/>
                  </a:lnTo>
                  <a:lnTo>
                    <a:pt x="2206411" y="4173342"/>
                  </a:lnTo>
                  <a:lnTo>
                    <a:pt x="2121283" y="4211366"/>
                  </a:lnTo>
                  <a:lnTo>
                    <a:pt x="2029667" y="4246157"/>
                  </a:lnTo>
                  <a:lnTo>
                    <a:pt x="1931820" y="4277939"/>
                  </a:lnTo>
                  <a:lnTo>
                    <a:pt x="1828481" y="4306856"/>
                  </a:lnTo>
                  <a:lnTo>
                    <a:pt x="1720985" y="4332972"/>
                  </a:lnTo>
                  <a:lnTo>
                    <a:pt x="1611342" y="4356285"/>
                  </a:lnTo>
                  <a:lnTo>
                    <a:pt x="1502242" y="4376748"/>
                  </a:lnTo>
                  <a:lnTo>
                    <a:pt x="1396937" y="4394304"/>
                  </a:lnTo>
                  <a:lnTo>
                    <a:pt x="1298992" y="4408919"/>
                  </a:lnTo>
                  <a:lnTo>
                    <a:pt x="1211892" y="4420623"/>
                  </a:lnTo>
                  <a:lnTo>
                    <a:pt x="1138560" y="4429545"/>
                  </a:lnTo>
                  <a:lnTo>
                    <a:pt x="1080902" y="4435925"/>
                  </a:lnTo>
                  <a:lnTo>
                    <a:pt x="1039453" y="4440112"/>
                  </a:lnTo>
                  <a:lnTo>
                    <a:pt x="1013229" y="4442538"/>
                  </a:lnTo>
                  <a:lnTo>
                    <a:pt x="999768" y="4443681"/>
                  </a:lnTo>
                  <a:lnTo>
                    <a:pt x="995302" y="4444031"/>
                  </a:lnTo>
                  <a:lnTo>
                    <a:pt x="994940" y="4444057"/>
                  </a:lnTo>
                  <a:lnTo>
                    <a:pt x="0" y="4444057"/>
                  </a:lnTo>
                  <a:lnTo>
                    <a:pt x="0" y="44440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20" name="pg2219"/>
            <p:cNvSpPr/>
            <p:nvPr/>
          </p:nvSpPr>
          <p:spPr>
            <a:xfrm>
              <a:off x="1199187" y="6561109"/>
              <a:ext cx="994940" cy="41925"/>
            </a:xfrm>
            <a:custGeom>
              <a:avLst/>
              <a:pathLst>
                <a:path w="994940" h="41925">
                  <a:moveTo>
                    <a:pt x="0" y="0"/>
                  </a:moveTo>
                  <a:lnTo>
                    <a:pt x="994940" y="0"/>
                  </a:lnTo>
                  <a:lnTo>
                    <a:pt x="994940" y="41925"/>
                  </a:lnTo>
                  <a:lnTo>
                    <a:pt x="0" y="4192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g2220"/>
            <p:cNvSpPr/>
            <p:nvPr/>
          </p:nvSpPr>
          <p:spPr>
            <a:xfrm>
              <a:off x="1199187" y="6534906"/>
              <a:ext cx="994940" cy="26203"/>
            </a:xfrm>
            <a:custGeom>
              <a:avLst/>
              <a:pathLst>
                <a:path w="994940" h="26203">
                  <a:moveTo>
                    <a:pt x="0" y="0"/>
                  </a:moveTo>
                  <a:lnTo>
                    <a:pt x="994940" y="0"/>
                  </a:lnTo>
                  <a:lnTo>
                    <a:pt x="994940" y="26203"/>
                  </a:lnTo>
                  <a:lnTo>
                    <a:pt x="0" y="2620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g2221"/>
            <p:cNvSpPr/>
            <p:nvPr/>
          </p:nvSpPr>
          <p:spPr>
            <a:xfrm>
              <a:off x="1199187" y="6487740"/>
              <a:ext cx="994940" cy="47165"/>
            </a:xfrm>
            <a:custGeom>
              <a:avLst/>
              <a:pathLst>
                <a:path w="994940" h="47165">
                  <a:moveTo>
                    <a:pt x="0" y="0"/>
                  </a:moveTo>
                  <a:lnTo>
                    <a:pt x="994940" y="0"/>
                  </a:lnTo>
                  <a:lnTo>
                    <a:pt x="994940" y="47165"/>
                  </a:lnTo>
                  <a:lnTo>
                    <a:pt x="0" y="4716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g2222"/>
            <p:cNvSpPr/>
            <p:nvPr/>
          </p:nvSpPr>
          <p:spPr>
            <a:xfrm>
              <a:off x="1199187" y="6440574"/>
              <a:ext cx="994940" cy="47165"/>
            </a:xfrm>
            <a:custGeom>
              <a:avLst/>
              <a:pathLst>
                <a:path w="994940" h="47165">
                  <a:moveTo>
                    <a:pt x="0" y="0"/>
                  </a:moveTo>
                  <a:lnTo>
                    <a:pt x="994940" y="0"/>
                  </a:lnTo>
                  <a:lnTo>
                    <a:pt x="994940" y="47165"/>
                  </a:lnTo>
                  <a:lnTo>
                    <a:pt x="0" y="4716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g2223"/>
            <p:cNvSpPr/>
            <p:nvPr/>
          </p:nvSpPr>
          <p:spPr>
            <a:xfrm>
              <a:off x="1199187" y="6388168"/>
              <a:ext cx="994940" cy="52406"/>
            </a:xfrm>
            <a:custGeom>
              <a:avLst/>
              <a:pathLst>
                <a:path w="994940" h="52406">
                  <a:moveTo>
                    <a:pt x="0" y="0"/>
                  </a:moveTo>
                  <a:lnTo>
                    <a:pt x="994940" y="0"/>
                  </a:lnTo>
                  <a:lnTo>
                    <a:pt x="994940" y="52406"/>
                  </a:lnTo>
                  <a:lnTo>
                    <a:pt x="0" y="5240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g2224"/>
            <p:cNvSpPr/>
            <p:nvPr/>
          </p:nvSpPr>
          <p:spPr>
            <a:xfrm>
              <a:off x="1199187" y="6330521"/>
              <a:ext cx="994940" cy="57646"/>
            </a:xfrm>
            <a:custGeom>
              <a:avLst/>
              <a:pathLst>
                <a:path w="994940" h="57646">
                  <a:moveTo>
                    <a:pt x="0" y="0"/>
                  </a:moveTo>
                  <a:lnTo>
                    <a:pt x="994940" y="0"/>
                  </a:lnTo>
                  <a:lnTo>
                    <a:pt x="994940" y="57646"/>
                  </a:lnTo>
                  <a:lnTo>
                    <a:pt x="0" y="5764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g2225"/>
            <p:cNvSpPr/>
            <p:nvPr/>
          </p:nvSpPr>
          <p:spPr>
            <a:xfrm>
              <a:off x="1199187" y="6272874"/>
              <a:ext cx="994940" cy="57646"/>
            </a:xfrm>
            <a:custGeom>
              <a:avLst/>
              <a:pathLst>
                <a:path w="994940" h="57646">
                  <a:moveTo>
                    <a:pt x="0" y="0"/>
                  </a:moveTo>
                  <a:lnTo>
                    <a:pt x="994940" y="0"/>
                  </a:lnTo>
                  <a:lnTo>
                    <a:pt x="994940" y="57646"/>
                  </a:lnTo>
                  <a:lnTo>
                    <a:pt x="0" y="5764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g2226"/>
            <p:cNvSpPr/>
            <p:nvPr/>
          </p:nvSpPr>
          <p:spPr>
            <a:xfrm>
              <a:off x="1199187" y="6204746"/>
              <a:ext cx="994940" cy="68128"/>
            </a:xfrm>
            <a:custGeom>
              <a:avLst/>
              <a:pathLst>
                <a:path w="994940" h="68128">
                  <a:moveTo>
                    <a:pt x="0" y="0"/>
                  </a:moveTo>
                  <a:lnTo>
                    <a:pt x="994940" y="0"/>
                  </a:lnTo>
                  <a:lnTo>
                    <a:pt x="994940" y="68128"/>
                  </a:lnTo>
                  <a:lnTo>
                    <a:pt x="0" y="6812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g2227"/>
            <p:cNvSpPr/>
            <p:nvPr/>
          </p:nvSpPr>
          <p:spPr>
            <a:xfrm>
              <a:off x="1199187" y="6131377"/>
              <a:ext cx="994940" cy="73368"/>
            </a:xfrm>
            <a:custGeom>
              <a:avLst/>
              <a:pathLst>
                <a:path w="994940" h="73368">
                  <a:moveTo>
                    <a:pt x="0" y="0"/>
                  </a:moveTo>
                  <a:lnTo>
                    <a:pt x="994940" y="0"/>
                  </a:lnTo>
                  <a:lnTo>
                    <a:pt x="994940" y="73368"/>
                  </a:lnTo>
                  <a:lnTo>
                    <a:pt x="0" y="7336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g2228"/>
            <p:cNvSpPr/>
            <p:nvPr/>
          </p:nvSpPr>
          <p:spPr>
            <a:xfrm>
              <a:off x="1199187" y="6052767"/>
              <a:ext cx="994940" cy="78609"/>
            </a:xfrm>
            <a:custGeom>
              <a:avLst/>
              <a:pathLst>
                <a:path w="994940" h="78609">
                  <a:moveTo>
                    <a:pt x="0" y="0"/>
                  </a:moveTo>
                  <a:lnTo>
                    <a:pt x="994940" y="0"/>
                  </a:lnTo>
                  <a:lnTo>
                    <a:pt x="994940" y="78609"/>
                  </a:lnTo>
                  <a:lnTo>
                    <a:pt x="0" y="7860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g2229"/>
            <p:cNvSpPr/>
            <p:nvPr/>
          </p:nvSpPr>
          <p:spPr>
            <a:xfrm>
              <a:off x="1199187" y="5968917"/>
              <a:ext cx="994940" cy="83850"/>
            </a:xfrm>
            <a:custGeom>
              <a:avLst/>
              <a:pathLst>
                <a:path w="994940" h="83850">
                  <a:moveTo>
                    <a:pt x="0" y="0"/>
                  </a:moveTo>
                  <a:lnTo>
                    <a:pt x="994940" y="0"/>
                  </a:lnTo>
                  <a:lnTo>
                    <a:pt x="994940" y="83850"/>
                  </a:lnTo>
                  <a:lnTo>
                    <a:pt x="0" y="8385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g2230"/>
            <p:cNvSpPr/>
            <p:nvPr/>
          </p:nvSpPr>
          <p:spPr>
            <a:xfrm>
              <a:off x="1199187" y="5874586"/>
              <a:ext cx="994940" cy="94331"/>
            </a:xfrm>
            <a:custGeom>
              <a:avLst/>
              <a:pathLst>
                <a:path w="994940" h="94331">
                  <a:moveTo>
                    <a:pt x="0" y="0"/>
                  </a:moveTo>
                  <a:lnTo>
                    <a:pt x="994940" y="0"/>
                  </a:lnTo>
                  <a:lnTo>
                    <a:pt x="994940" y="94331"/>
                  </a:lnTo>
                  <a:lnTo>
                    <a:pt x="0" y="9433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g2231"/>
            <p:cNvSpPr/>
            <p:nvPr/>
          </p:nvSpPr>
          <p:spPr>
            <a:xfrm>
              <a:off x="1199187" y="5769773"/>
              <a:ext cx="994940" cy="104812"/>
            </a:xfrm>
            <a:custGeom>
              <a:avLst/>
              <a:pathLst>
                <a:path w="994940" h="104812">
                  <a:moveTo>
                    <a:pt x="0" y="0"/>
                  </a:moveTo>
                  <a:lnTo>
                    <a:pt x="994940" y="0"/>
                  </a:lnTo>
                  <a:lnTo>
                    <a:pt x="994940" y="104812"/>
                  </a:lnTo>
                  <a:lnTo>
                    <a:pt x="0" y="10481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g2232"/>
            <p:cNvSpPr/>
            <p:nvPr/>
          </p:nvSpPr>
          <p:spPr>
            <a:xfrm>
              <a:off x="1199187" y="5602073"/>
              <a:ext cx="994940" cy="167700"/>
            </a:xfrm>
            <a:custGeom>
              <a:avLst/>
              <a:pathLst>
                <a:path w="994940" h="167700">
                  <a:moveTo>
                    <a:pt x="0" y="0"/>
                  </a:moveTo>
                  <a:lnTo>
                    <a:pt x="994940" y="0"/>
                  </a:lnTo>
                  <a:lnTo>
                    <a:pt x="994940" y="167700"/>
                  </a:lnTo>
                  <a:lnTo>
                    <a:pt x="0" y="16770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g2233"/>
            <p:cNvSpPr/>
            <p:nvPr/>
          </p:nvSpPr>
          <p:spPr>
            <a:xfrm>
              <a:off x="1199187" y="5381966"/>
              <a:ext cx="994940" cy="220106"/>
            </a:xfrm>
            <a:custGeom>
              <a:avLst/>
              <a:pathLst>
                <a:path w="994940" h="220106">
                  <a:moveTo>
                    <a:pt x="0" y="0"/>
                  </a:moveTo>
                  <a:lnTo>
                    <a:pt x="994940" y="0"/>
                  </a:lnTo>
                  <a:lnTo>
                    <a:pt x="994940" y="220106"/>
                  </a:lnTo>
                  <a:lnTo>
                    <a:pt x="0" y="22010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g2234"/>
            <p:cNvSpPr/>
            <p:nvPr/>
          </p:nvSpPr>
          <p:spPr>
            <a:xfrm>
              <a:off x="1199187" y="5046566"/>
              <a:ext cx="994940" cy="335400"/>
            </a:xfrm>
            <a:custGeom>
              <a:avLst/>
              <a:pathLst>
                <a:path w="994940" h="335400">
                  <a:moveTo>
                    <a:pt x="0" y="0"/>
                  </a:moveTo>
                  <a:lnTo>
                    <a:pt x="994940" y="0"/>
                  </a:lnTo>
                  <a:lnTo>
                    <a:pt x="994940" y="335400"/>
                  </a:lnTo>
                  <a:lnTo>
                    <a:pt x="0" y="33540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g2235"/>
            <p:cNvSpPr/>
            <p:nvPr/>
          </p:nvSpPr>
          <p:spPr>
            <a:xfrm>
              <a:off x="1199187" y="4700684"/>
              <a:ext cx="994940" cy="345881"/>
            </a:xfrm>
            <a:custGeom>
              <a:avLst/>
              <a:pathLst>
                <a:path w="994940" h="345881">
                  <a:moveTo>
                    <a:pt x="0" y="0"/>
                  </a:moveTo>
                  <a:lnTo>
                    <a:pt x="994940" y="0"/>
                  </a:lnTo>
                  <a:lnTo>
                    <a:pt x="994940" y="345881"/>
                  </a:lnTo>
                  <a:lnTo>
                    <a:pt x="0" y="34588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g2236"/>
            <p:cNvSpPr/>
            <p:nvPr/>
          </p:nvSpPr>
          <p:spPr>
            <a:xfrm>
              <a:off x="1199187" y="3898867"/>
              <a:ext cx="994940" cy="801817"/>
            </a:xfrm>
            <a:custGeom>
              <a:avLst/>
              <a:pathLst>
                <a:path w="994940" h="801817">
                  <a:moveTo>
                    <a:pt x="0" y="0"/>
                  </a:moveTo>
                  <a:lnTo>
                    <a:pt x="994940" y="0"/>
                  </a:lnTo>
                  <a:lnTo>
                    <a:pt x="994940" y="801817"/>
                  </a:lnTo>
                  <a:lnTo>
                    <a:pt x="0" y="801817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g2237"/>
            <p:cNvSpPr/>
            <p:nvPr/>
          </p:nvSpPr>
          <p:spPr>
            <a:xfrm>
              <a:off x="1199187" y="1257587"/>
              <a:ext cx="994940" cy="2641279"/>
            </a:xfrm>
            <a:custGeom>
              <a:avLst/>
              <a:pathLst>
                <a:path w="994940" h="2641279">
                  <a:moveTo>
                    <a:pt x="0" y="0"/>
                  </a:moveTo>
                  <a:lnTo>
                    <a:pt x="994940" y="0"/>
                  </a:lnTo>
                  <a:lnTo>
                    <a:pt x="994940" y="2641279"/>
                  </a:lnTo>
                  <a:lnTo>
                    <a:pt x="0" y="264127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g2238"/>
            <p:cNvSpPr/>
            <p:nvPr/>
          </p:nvSpPr>
          <p:spPr>
            <a:xfrm>
              <a:off x="6726633" y="6597793"/>
              <a:ext cx="994940" cy="5240"/>
            </a:xfrm>
            <a:custGeom>
              <a:avLst/>
              <a:pathLst>
                <a:path w="994940" h="5240">
                  <a:moveTo>
                    <a:pt x="0" y="0"/>
                  </a:moveTo>
                  <a:lnTo>
                    <a:pt x="994940" y="0"/>
                  </a:lnTo>
                  <a:lnTo>
                    <a:pt x="994940" y="5240"/>
                  </a:lnTo>
                  <a:lnTo>
                    <a:pt x="0" y="524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g2239"/>
            <p:cNvSpPr/>
            <p:nvPr/>
          </p:nvSpPr>
          <p:spPr>
            <a:xfrm>
              <a:off x="6726633" y="6592553"/>
              <a:ext cx="994940" cy="5240"/>
            </a:xfrm>
            <a:custGeom>
              <a:avLst/>
              <a:pathLst>
                <a:path w="994940" h="5240">
                  <a:moveTo>
                    <a:pt x="0" y="0"/>
                  </a:moveTo>
                  <a:lnTo>
                    <a:pt x="994940" y="0"/>
                  </a:lnTo>
                  <a:lnTo>
                    <a:pt x="994940" y="5240"/>
                  </a:lnTo>
                  <a:lnTo>
                    <a:pt x="0" y="524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g2240"/>
            <p:cNvSpPr/>
            <p:nvPr/>
          </p:nvSpPr>
          <p:spPr>
            <a:xfrm>
              <a:off x="6726633" y="6534906"/>
              <a:ext cx="994940" cy="57646"/>
            </a:xfrm>
            <a:custGeom>
              <a:avLst/>
              <a:pathLst>
                <a:path w="994940" h="57646">
                  <a:moveTo>
                    <a:pt x="0" y="0"/>
                  </a:moveTo>
                  <a:lnTo>
                    <a:pt x="994940" y="0"/>
                  </a:lnTo>
                  <a:lnTo>
                    <a:pt x="994940" y="57646"/>
                  </a:lnTo>
                  <a:lnTo>
                    <a:pt x="0" y="5764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g2241"/>
            <p:cNvSpPr/>
            <p:nvPr/>
          </p:nvSpPr>
          <p:spPr>
            <a:xfrm>
              <a:off x="6726633" y="6472018"/>
              <a:ext cx="994940" cy="62887"/>
            </a:xfrm>
            <a:custGeom>
              <a:avLst/>
              <a:pathLst>
                <a:path w="994940" h="62887">
                  <a:moveTo>
                    <a:pt x="0" y="0"/>
                  </a:moveTo>
                  <a:lnTo>
                    <a:pt x="994940" y="0"/>
                  </a:lnTo>
                  <a:lnTo>
                    <a:pt x="994940" y="62887"/>
                  </a:lnTo>
                  <a:lnTo>
                    <a:pt x="0" y="62887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g2242"/>
            <p:cNvSpPr/>
            <p:nvPr/>
          </p:nvSpPr>
          <p:spPr>
            <a:xfrm>
              <a:off x="6726633" y="6403890"/>
              <a:ext cx="994940" cy="68128"/>
            </a:xfrm>
            <a:custGeom>
              <a:avLst/>
              <a:pathLst>
                <a:path w="994940" h="68128">
                  <a:moveTo>
                    <a:pt x="0" y="0"/>
                  </a:moveTo>
                  <a:lnTo>
                    <a:pt x="994940" y="0"/>
                  </a:lnTo>
                  <a:lnTo>
                    <a:pt x="994940" y="68128"/>
                  </a:lnTo>
                  <a:lnTo>
                    <a:pt x="0" y="6812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g2243"/>
            <p:cNvSpPr/>
            <p:nvPr/>
          </p:nvSpPr>
          <p:spPr>
            <a:xfrm>
              <a:off x="6726633" y="6330521"/>
              <a:ext cx="994940" cy="73368"/>
            </a:xfrm>
            <a:custGeom>
              <a:avLst/>
              <a:pathLst>
                <a:path w="994940" h="73368">
                  <a:moveTo>
                    <a:pt x="0" y="0"/>
                  </a:moveTo>
                  <a:lnTo>
                    <a:pt x="994940" y="0"/>
                  </a:lnTo>
                  <a:lnTo>
                    <a:pt x="994940" y="73368"/>
                  </a:lnTo>
                  <a:lnTo>
                    <a:pt x="0" y="7336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g2244"/>
            <p:cNvSpPr/>
            <p:nvPr/>
          </p:nvSpPr>
          <p:spPr>
            <a:xfrm>
              <a:off x="6726633" y="6257152"/>
              <a:ext cx="994940" cy="73368"/>
            </a:xfrm>
            <a:custGeom>
              <a:avLst/>
              <a:pathLst>
                <a:path w="994940" h="73368">
                  <a:moveTo>
                    <a:pt x="0" y="0"/>
                  </a:moveTo>
                  <a:lnTo>
                    <a:pt x="994940" y="0"/>
                  </a:lnTo>
                  <a:lnTo>
                    <a:pt x="994940" y="73368"/>
                  </a:lnTo>
                  <a:lnTo>
                    <a:pt x="0" y="7336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g2245"/>
            <p:cNvSpPr/>
            <p:nvPr/>
          </p:nvSpPr>
          <p:spPr>
            <a:xfrm>
              <a:off x="6726633" y="6162821"/>
              <a:ext cx="994940" cy="94331"/>
            </a:xfrm>
            <a:custGeom>
              <a:avLst/>
              <a:pathLst>
                <a:path w="994940" h="94331">
                  <a:moveTo>
                    <a:pt x="0" y="0"/>
                  </a:moveTo>
                  <a:lnTo>
                    <a:pt x="994940" y="0"/>
                  </a:lnTo>
                  <a:lnTo>
                    <a:pt x="994940" y="94331"/>
                  </a:lnTo>
                  <a:lnTo>
                    <a:pt x="0" y="9433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g2246"/>
            <p:cNvSpPr/>
            <p:nvPr/>
          </p:nvSpPr>
          <p:spPr>
            <a:xfrm>
              <a:off x="6726633" y="6058008"/>
              <a:ext cx="994940" cy="104812"/>
            </a:xfrm>
            <a:custGeom>
              <a:avLst/>
              <a:pathLst>
                <a:path w="994940" h="104812">
                  <a:moveTo>
                    <a:pt x="0" y="0"/>
                  </a:moveTo>
                  <a:lnTo>
                    <a:pt x="994940" y="0"/>
                  </a:lnTo>
                  <a:lnTo>
                    <a:pt x="994940" y="104812"/>
                  </a:lnTo>
                  <a:lnTo>
                    <a:pt x="0" y="10481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g2247"/>
            <p:cNvSpPr/>
            <p:nvPr/>
          </p:nvSpPr>
          <p:spPr>
            <a:xfrm>
              <a:off x="6726633" y="5937473"/>
              <a:ext cx="994940" cy="120534"/>
            </a:xfrm>
            <a:custGeom>
              <a:avLst/>
              <a:pathLst>
                <a:path w="994940" h="120534">
                  <a:moveTo>
                    <a:pt x="0" y="0"/>
                  </a:moveTo>
                  <a:lnTo>
                    <a:pt x="994940" y="0"/>
                  </a:lnTo>
                  <a:lnTo>
                    <a:pt x="994940" y="120534"/>
                  </a:lnTo>
                  <a:lnTo>
                    <a:pt x="0" y="12053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g2248"/>
            <p:cNvSpPr/>
            <p:nvPr/>
          </p:nvSpPr>
          <p:spPr>
            <a:xfrm>
              <a:off x="6726633" y="5806458"/>
              <a:ext cx="994940" cy="131015"/>
            </a:xfrm>
            <a:custGeom>
              <a:avLst/>
              <a:pathLst>
                <a:path w="994940" h="131015">
                  <a:moveTo>
                    <a:pt x="0" y="0"/>
                  </a:moveTo>
                  <a:lnTo>
                    <a:pt x="994940" y="0"/>
                  </a:lnTo>
                  <a:lnTo>
                    <a:pt x="994940" y="131015"/>
                  </a:lnTo>
                  <a:lnTo>
                    <a:pt x="0" y="13101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g2249"/>
            <p:cNvSpPr/>
            <p:nvPr/>
          </p:nvSpPr>
          <p:spPr>
            <a:xfrm>
              <a:off x="6726633" y="5675442"/>
              <a:ext cx="994940" cy="131015"/>
            </a:xfrm>
            <a:custGeom>
              <a:avLst/>
              <a:pathLst>
                <a:path w="994940" h="131015">
                  <a:moveTo>
                    <a:pt x="0" y="0"/>
                  </a:moveTo>
                  <a:lnTo>
                    <a:pt x="994940" y="0"/>
                  </a:lnTo>
                  <a:lnTo>
                    <a:pt x="994940" y="131015"/>
                  </a:lnTo>
                  <a:lnTo>
                    <a:pt x="0" y="13101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g2250"/>
            <p:cNvSpPr/>
            <p:nvPr/>
          </p:nvSpPr>
          <p:spPr>
            <a:xfrm>
              <a:off x="6726633" y="5539185"/>
              <a:ext cx="994940" cy="136256"/>
            </a:xfrm>
            <a:custGeom>
              <a:avLst/>
              <a:pathLst>
                <a:path w="994940" h="136256">
                  <a:moveTo>
                    <a:pt x="0" y="0"/>
                  </a:moveTo>
                  <a:lnTo>
                    <a:pt x="994940" y="0"/>
                  </a:lnTo>
                  <a:lnTo>
                    <a:pt x="994940" y="136256"/>
                  </a:lnTo>
                  <a:lnTo>
                    <a:pt x="0" y="13625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g2251"/>
            <p:cNvSpPr/>
            <p:nvPr/>
          </p:nvSpPr>
          <p:spPr>
            <a:xfrm>
              <a:off x="6726633" y="5381966"/>
              <a:ext cx="994940" cy="157219"/>
            </a:xfrm>
            <a:custGeom>
              <a:avLst/>
              <a:pathLst>
                <a:path w="994940" h="157219">
                  <a:moveTo>
                    <a:pt x="0" y="0"/>
                  </a:moveTo>
                  <a:lnTo>
                    <a:pt x="994940" y="0"/>
                  </a:lnTo>
                  <a:lnTo>
                    <a:pt x="994940" y="157219"/>
                  </a:lnTo>
                  <a:lnTo>
                    <a:pt x="0" y="15721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g2252"/>
            <p:cNvSpPr/>
            <p:nvPr/>
          </p:nvSpPr>
          <p:spPr>
            <a:xfrm>
              <a:off x="6726633" y="5224747"/>
              <a:ext cx="994940" cy="157219"/>
            </a:xfrm>
            <a:custGeom>
              <a:avLst/>
              <a:pathLst>
                <a:path w="994940" h="157219">
                  <a:moveTo>
                    <a:pt x="0" y="0"/>
                  </a:moveTo>
                  <a:lnTo>
                    <a:pt x="994940" y="0"/>
                  </a:lnTo>
                  <a:lnTo>
                    <a:pt x="994940" y="157219"/>
                  </a:lnTo>
                  <a:lnTo>
                    <a:pt x="0" y="15721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g2253"/>
            <p:cNvSpPr/>
            <p:nvPr/>
          </p:nvSpPr>
          <p:spPr>
            <a:xfrm>
              <a:off x="6726633" y="5062288"/>
              <a:ext cx="994940" cy="162459"/>
            </a:xfrm>
            <a:custGeom>
              <a:avLst/>
              <a:pathLst>
                <a:path w="994940" h="162459">
                  <a:moveTo>
                    <a:pt x="0" y="0"/>
                  </a:moveTo>
                  <a:lnTo>
                    <a:pt x="994940" y="0"/>
                  </a:lnTo>
                  <a:lnTo>
                    <a:pt x="994940" y="162459"/>
                  </a:lnTo>
                  <a:lnTo>
                    <a:pt x="0" y="16245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g2254"/>
            <p:cNvSpPr/>
            <p:nvPr/>
          </p:nvSpPr>
          <p:spPr>
            <a:xfrm>
              <a:off x="6726633" y="4899828"/>
              <a:ext cx="994940" cy="162459"/>
            </a:xfrm>
            <a:custGeom>
              <a:avLst/>
              <a:pathLst>
                <a:path w="994940" h="162459">
                  <a:moveTo>
                    <a:pt x="0" y="0"/>
                  </a:moveTo>
                  <a:lnTo>
                    <a:pt x="994940" y="0"/>
                  </a:lnTo>
                  <a:lnTo>
                    <a:pt x="994940" y="162459"/>
                  </a:lnTo>
                  <a:lnTo>
                    <a:pt x="0" y="16245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g2255"/>
            <p:cNvSpPr/>
            <p:nvPr/>
          </p:nvSpPr>
          <p:spPr>
            <a:xfrm>
              <a:off x="6726633" y="4732128"/>
              <a:ext cx="994940" cy="167700"/>
            </a:xfrm>
            <a:custGeom>
              <a:avLst/>
              <a:pathLst>
                <a:path w="994940" h="167700">
                  <a:moveTo>
                    <a:pt x="0" y="0"/>
                  </a:moveTo>
                  <a:lnTo>
                    <a:pt x="994940" y="0"/>
                  </a:lnTo>
                  <a:lnTo>
                    <a:pt x="994940" y="167700"/>
                  </a:lnTo>
                  <a:lnTo>
                    <a:pt x="0" y="16770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g2256"/>
            <p:cNvSpPr/>
            <p:nvPr/>
          </p:nvSpPr>
          <p:spPr>
            <a:xfrm>
              <a:off x="6726633" y="4559187"/>
              <a:ext cx="994940" cy="172940"/>
            </a:xfrm>
            <a:custGeom>
              <a:avLst/>
              <a:pathLst>
                <a:path w="994940" h="172940">
                  <a:moveTo>
                    <a:pt x="0" y="0"/>
                  </a:moveTo>
                  <a:lnTo>
                    <a:pt x="994940" y="0"/>
                  </a:lnTo>
                  <a:lnTo>
                    <a:pt x="994940" y="172940"/>
                  </a:lnTo>
                  <a:lnTo>
                    <a:pt x="0" y="17294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g2257"/>
            <p:cNvSpPr/>
            <p:nvPr/>
          </p:nvSpPr>
          <p:spPr>
            <a:xfrm>
              <a:off x="6726633" y="4381005"/>
              <a:ext cx="994940" cy="178181"/>
            </a:xfrm>
            <a:custGeom>
              <a:avLst/>
              <a:pathLst>
                <a:path w="994940" h="178181">
                  <a:moveTo>
                    <a:pt x="0" y="0"/>
                  </a:moveTo>
                  <a:lnTo>
                    <a:pt x="994940" y="0"/>
                  </a:lnTo>
                  <a:lnTo>
                    <a:pt x="994940" y="178181"/>
                  </a:lnTo>
                  <a:lnTo>
                    <a:pt x="0" y="17818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g2258"/>
            <p:cNvSpPr/>
            <p:nvPr/>
          </p:nvSpPr>
          <p:spPr>
            <a:xfrm>
              <a:off x="6726633" y="4202824"/>
              <a:ext cx="994940" cy="178181"/>
            </a:xfrm>
            <a:custGeom>
              <a:avLst/>
              <a:pathLst>
                <a:path w="994940" h="178181">
                  <a:moveTo>
                    <a:pt x="0" y="0"/>
                  </a:moveTo>
                  <a:lnTo>
                    <a:pt x="994940" y="0"/>
                  </a:lnTo>
                  <a:lnTo>
                    <a:pt x="994940" y="178181"/>
                  </a:lnTo>
                  <a:lnTo>
                    <a:pt x="0" y="17818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g2259"/>
            <p:cNvSpPr/>
            <p:nvPr/>
          </p:nvSpPr>
          <p:spPr>
            <a:xfrm>
              <a:off x="6726633" y="4024642"/>
              <a:ext cx="994940" cy="178181"/>
            </a:xfrm>
            <a:custGeom>
              <a:avLst/>
              <a:pathLst>
                <a:path w="994940" h="178181">
                  <a:moveTo>
                    <a:pt x="0" y="0"/>
                  </a:moveTo>
                  <a:lnTo>
                    <a:pt x="994940" y="0"/>
                  </a:lnTo>
                  <a:lnTo>
                    <a:pt x="994940" y="178181"/>
                  </a:lnTo>
                  <a:lnTo>
                    <a:pt x="0" y="17818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g2260"/>
            <p:cNvSpPr/>
            <p:nvPr/>
          </p:nvSpPr>
          <p:spPr>
            <a:xfrm>
              <a:off x="6726633" y="3841220"/>
              <a:ext cx="994940" cy="183422"/>
            </a:xfrm>
            <a:custGeom>
              <a:avLst/>
              <a:pathLst>
                <a:path w="994940" h="183422">
                  <a:moveTo>
                    <a:pt x="0" y="0"/>
                  </a:moveTo>
                  <a:lnTo>
                    <a:pt x="994940" y="0"/>
                  </a:lnTo>
                  <a:lnTo>
                    <a:pt x="994940" y="183422"/>
                  </a:lnTo>
                  <a:lnTo>
                    <a:pt x="0" y="18342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g2261"/>
            <p:cNvSpPr/>
            <p:nvPr/>
          </p:nvSpPr>
          <p:spPr>
            <a:xfrm>
              <a:off x="6726633" y="3657798"/>
              <a:ext cx="994940" cy="183422"/>
            </a:xfrm>
            <a:custGeom>
              <a:avLst/>
              <a:pathLst>
                <a:path w="994940" h="183422">
                  <a:moveTo>
                    <a:pt x="0" y="0"/>
                  </a:moveTo>
                  <a:lnTo>
                    <a:pt x="994940" y="0"/>
                  </a:lnTo>
                  <a:lnTo>
                    <a:pt x="994940" y="183422"/>
                  </a:lnTo>
                  <a:lnTo>
                    <a:pt x="0" y="18342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g2262"/>
            <p:cNvSpPr/>
            <p:nvPr/>
          </p:nvSpPr>
          <p:spPr>
            <a:xfrm>
              <a:off x="6726633" y="3463894"/>
              <a:ext cx="994940" cy="193903"/>
            </a:xfrm>
            <a:custGeom>
              <a:avLst/>
              <a:pathLst>
                <a:path w="994940" h="193903">
                  <a:moveTo>
                    <a:pt x="0" y="0"/>
                  </a:moveTo>
                  <a:lnTo>
                    <a:pt x="994940" y="0"/>
                  </a:lnTo>
                  <a:lnTo>
                    <a:pt x="994940" y="193903"/>
                  </a:lnTo>
                  <a:lnTo>
                    <a:pt x="0" y="19390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g2263"/>
            <p:cNvSpPr/>
            <p:nvPr/>
          </p:nvSpPr>
          <p:spPr>
            <a:xfrm>
              <a:off x="6726633" y="3264750"/>
              <a:ext cx="994940" cy="199144"/>
            </a:xfrm>
            <a:custGeom>
              <a:avLst/>
              <a:pathLst>
                <a:path w="994940" h="199144">
                  <a:moveTo>
                    <a:pt x="0" y="0"/>
                  </a:moveTo>
                  <a:lnTo>
                    <a:pt x="994940" y="0"/>
                  </a:lnTo>
                  <a:lnTo>
                    <a:pt x="994940" y="199144"/>
                  </a:lnTo>
                  <a:lnTo>
                    <a:pt x="0" y="19914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g2264"/>
            <p:cNvSpPr/>
            <p:nvPr/>
          </p:nvSpPr>
          <p:spPr>
            <a:xfrm>
              <a:off x="6726633" y="3039403"/>
              <a:ext cx="994940" cy="225347"/>
            </a:xfrm>
            <a:custGeom>
              <a:avLst/>
              <a:pathLst>
                <a:path w="994940" h="225347">
                  <a:moveTo>
                    <a:pt x="0" y="0"/>
                  </a:moveTo>
                  <a:lnTo>
                    <a:pt x="994940" y="0"/>
                  </a:lnTo>
                  <a:lnTo>
                    <a:pt x="994940" y="225347"/>
                  </a:lnTo>
                  <a:lnTo>
                    <a:pt x="0" y="225347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g2265"/>
            <p:cNvSpPr/>
            <p:nvPr/>
          </p:nvSpPr>
          <p:spPr>
            <a:xfrm>
              <a:off x="6726633" y="2793093"/>
              <a:ext cx="994940" cy="246309"/>
            </a:xfrm>
            <a:custGeom>
              <a:avLst/>
              <a:pathLst>
                <a:path w="994940" h="246309">
                  <a:moveTo>
                    <a:pt x="0" y="0"/>
                  </a:moveTo>
                  <a:lnTo>
                    <a:pt x="994940" y="0"/>
                  </a:lnTo>
                  <a:lnTo>
                    <a:pt x="994940" y="246309"/>
                  </a:lnTo>
                  <a:lnTo>
                    <a:pt x="0" y="24630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g2266"/>
            <p:cNvSpPr/>
            <p:nvPr/>
          </p:nvSpPr>
          <p:spPr>
            <a:xfrm>
              <a:off x="6726633" y="2531061"/>
              <a:ext cx="994940" cy="262031"/>
            </a:xfrm>
            <a:custGeom>
              <a:avLst/>
              <a:pathLst>
                <a:path w="994940" h="262031">
                  <a:moveTo>
                    <a:pt x="0" y="0"/>
                  </a:moveTo>
                  <a:lnTo>
                    <a:pt x="994940" y="0"/>
                  </a:lnTo>
                  <a:lnTo>
                    <a:pt x="994940" y="262031"/>
                  </a:lnTo>
                  <a:lnTo>
                    <a:pt x="0" y="26203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g2267"/>
            <p:cNvSpPr/>
            <p:nvPr/>
          </p:nvSpPr>
          <p:spPr>
            <a:xfrm>
              <a:off x="6726633" y="2232345"/>
              <a:ext cx="994940" cy="298716"/>
            </a:xfrm>
            <a:custGeom>
              <a:avLst/>
              <a:pathLst>
                <a:path w="994940" h="298716">
                  <a:moveTo>
                    <a:pt x="0" y="0"/>
                  </a:moveTo>
                  <a:lnTo>
                    <a:pt x="994940" y="0"/>
                  </a:lnTo>
                  <a:lnTo>
                    <a:pt x="994940" y="298716"/>
                  </a:lnTo>
                  <a:lnTo>
                    <a:pt x="0" y="29871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g2268"/>
            <p:cNvSpPr/>
            <p:nvPr/>
          </p:nvSpPr>
          <p:spPr>
            <a:xfrm>
              <a:off x="6726633" y="1912666"/>
              <a:ext cx="994940" cy="319678"/>
            </a:xfrm>
            <a:custGeom>
              <a:avLst/>
              <a:pathLst>
                <a:path w="994940" h="319678">
                  <a:moveTo>
                    <a:pt x="0" y="0"/>
                  </a:moveTo>
                  <a:lnTo>
                    <a:pt x="994940" y="0"/>
                  </a:lnTo>
                  <a:lnTo>
                    <a:pt x="994940" y="319678"/>
                  </a:lnTo>
                  <a:lnTo>
                    <a:pt x="0" y="31967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g2269"/>
            <p:cNvSpPr/>
            <p:nvPr/>
          </p:nvSpPr>
          <p:spPr>
            <a:xfrm>
              <a:off x="6726633" y="1592988"/>
              <a:ext cx="994940" cy="319678"/>
            </a:xfrm>
            <a:custGeom>
              <a:avLst/>
              <a:pathLst>
                <a:path w="994940" h="319678">
                  <a:moveTo>
                    <a:pt x="0" y="0"/>
                  </a:moveTo>
                  <a:lnTo>
                    <a:pt x="994940" y="0"/>
                  </a:lnTo>
                  <a:lnTo>
                    <a:pt x="994940" y="319678"/>
                  </a:lnTo>
                  <a:lnTo>
                    <a:pt x="0" y="31967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g2270"/>
            <p:cNvSpPr/>
            <p:nvPr/>
          </p:nvSpPr>
          <p:spPr>
            <a:xfrm>
              <a:off x="6726633" y="1257587"/>
              <a:ext cx="994940" cy="335400"/>
            </a:xfrm>
            <a:custGeom>
              <a:avLst/>
              <a:pathLst>
                <a:path w="994940" h="335400">
                  <a:moveTo>
                    <a:pt x="0" y="0"/>
                  </a:moveTo>
                  <a:lnTo>
                    <a:pt x="994940" y="0"/>
                  </a:lnTo>
                  <a:lnTo>
                    <a:pt x="994940" y="335400"/>
                  </a:lnTo>
                  <a:lnTo>
                    <a:pt x="0" y="33540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g2271"/>
            <p:cNvSpPr/>
            <p:nvPr/>
          </p:nvSpPr>
          <p:spPr>
            <a:xfrm>
              <a:off x="12254079" y="6540146"/>
              <a:ext cx="994940" cy="62887"/>
            </a:xfrm>
            <a:custGeom>
              <a:avLst/>
              <a:pathLst>
                <a:path w="994940" h="62887">
                  <a:moveTo>
                    <a:pt x="0" y="0"/>
                  </a:moveTo>
                  <a:lnTo>
                    <a:pt x="994940" y="0"/>
                  </a:lnTo>
                  <a:lnTo>
                    <a:pt x="994940" y="62887"/>
                  </a:lnTo>
                  <a:lnTo>
                    <a:pt x="0" y="62887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g2272"/>
            <p:cNvSpPr/>
            <p:nvPr/>
          </p:nvSpPr>
          <p:spPr>
            <a:xfrm>
              <a:off x="12254079" y="6367205"/>
              <a:ext cx="994940" cy="172940"/>
            </a:xfrm>
            <a:custGeom>
              <a:avLst/>
              <a:pathLst>
                <a:path w="994940" h="172940">
                  <a:moveTo>
                    <a:pt x="0" y="0"/>
                  </a:moveTo>
                  <a:lnTo>
                    <a:pt x="994940" y="0"/>
                  </a:lnTo>
                  <a:lnTo>
                    <a:pt x="994940" y="172940"/>
                  </a:lnTo>
                  <a:lnTo>
                    <a:pt x="0" y="17294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g2273"/>
            <p:cNvSpPr/>
            <p:nvPr/>
          </p:nvSpPr>
          <p:spPr>
            <a:xfrm>
              <a:off x="12254079" y="6068489"/>
              <a:ext cx="994940" cy="298716"/>
            </a:xfrm>
            <a:custGeom>
              <a:avLst/>
              <a:pathLst>
                <a:path w="994940" h="298716">
                  <a:moveTo>
                    <a:pt x="0" y="0"/>
                  </a:moveTo>
                  <a:lnTo>
                    <a:pt x="994940" y="0"/>
                  </a:lnTo>
                  <a:lnTo>
                    <a:pt x="994940" y="298716"/>
                  </a:lnTo>
                  <a:lnTo>
                    <a:pt x="0" y="29871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g2274"/>
            <p:cNvSpPr/>
            <p:nvPr/>
          </p:nvSpPr>
          <p:spPr>
            <a:xfrm>
              <a:off x="12254079" y="5764532"/>
              <a:ext cx="994940" cy="303956"/>
            </a:xfrm>
            <a:custGeom>
              <a:avLst/>
              <a:pathLst>
                <a:path w="994940" h="303956">
                  <a:moveTo>
                    <a:pt x="0" y="0"/>
                  </a:moveTo>
                  <a:lnTo>
                    <a:pt x="994940" y="0"/>
                  </a:lnTo>
                  <a:lnTo>
                    <a:pt x="994940" y="303956"/>
                  </a:lnTo>
                  <a:lnTo>
                    <a:pt x="0" y="30395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g2275"/>
            <p:cNvSpPr/>
            <p:nvPr/>
          </p:nvSpPr>
          <p:spPr>
            <a:xfrm>
              <a:off x="12254079" y="5434373"/>
              <a:ext cx="994940" cy="330159"/>
            </a:xfrm>
            <a:custGeom>
              <a:avLst/>
              <a:pathLst>
                <a:path w="994940" h="330159">
                  <a:moveTo>
                    <a:pt x="0" y="0"/>
                  </a:moveTo>
                  <a:lnTo>
                    <a:pt x="994940" y="0"/>
                  </a:lnTo>
                  <a:lnTo>
                    <a:pt x="994940" y="330159"/>
                  </a:lnTo>
                  <a:lnTo>
                    <a:pt x="0" y="33015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g2276"/>
            <p:cNvSpPr/>
            <p:nvPr/>
          </p:nvSpPr>
          <p:spPr>
            <a:xfrm>
              <a:off x="12254079" y="5098972"/>
              <a:ext cx="994940" cy="335400"/>
            </a:xfrm>
            <a:custGeom>
              <a:avLst/>
              <a:pathLst>
                <a:path w="994940" h="335400">
                  <a:moveTo>
                    <a:pt x="0" y="0"/>
                  </a:moveTo>
                  <a:lnTo>
                    <a:pt x="994940" y="0"/>
                  </a:lnTo>
                  <a:lnTo>
                    <a:pt x="994940" y="335400"/>
                  </a:lnTo>
                  <a:lnTo>
                    <a:pt x="0" y="33540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g2277"/>
            <p:cNvSpPr/>
            <p:nvPr/>
          </p:nvSpPr>
          <p:spPr>
            <a:xfrm>
              <a:off x="12254079" y="4643037"/>
              <a:ext cx="994940" cy="455935"/>
            </a:xfrm>
            <a:custGeom>
              <a:avLst/>
              <a:pathLst>
                <a:path w="994940" h="455935">
                  <a:moveTo>
                    <a:pt x="0" y="0"/>
                  </a:moveTo>
                  <a:lnTo>
                    <a:pt x="994940" y="0"/>
                  </a:lnTo>
                  <a:lnTo>
                    <a:pt x="994940" y="455935"/>
                  </a:lnTo>
                  <a:lnTo>
                    <a:pt x="0" y="45593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g2278"/>
            <p:cNvSpPr/>
            <p:nvPr/>
          </p:nvSpPr>
          <p:spPr>
            <a:xfrm>
              <a:off x="12254079" y="4391486"/>
              <a:ext cx="994940" cy="251550"/>
            </a:xfrm>
            <a:custGeom>
              <a:avLst/>
              <a:pathLst>
                <a:path w="994940" h="251550">
                  <a:moveTo>
                    <a:pt x="0" y="0"/>
                  </a:moveTo>
                  <a:lnTo>
                    <a:pt x="994940" y="0"/>
                  </a:lnTo>
                  <a:lnTo>
                    <a:pt x="994940" y="251550"/>
                  </a:lnTo>
                  <a:lnTo>
                    <a:pt x="0" y="25155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g2279"/>
            <p:cNvSpPr/>
            <p:nvPr/>
          </p:nvSpPr>
          <p:spPr>
            <a:xfrm>
              <a:off x="12254079" y="4050845"/>
              <a:ext cx="994940" cy="340641"/>
            </a:xfrm>
            <a:custGeom>
              <a:avLst/>
              <a:pathLst>
                <a:path w="994940" h="340641">
                  <a:moveTo>
                    <a:pt x="0" y="0"/>
                  </a:moveTo>
                  <a:lnTo>
                    <a:pt x="994940" y="0"/>
                  </a:lnTo>
                  <a:lnTo>
                    <a:pt x="994940" y="340641"/>
                  </a:lnTo>
                  <a:lnTo>
                    <a:pt x="0" y="34064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g2280"/>
            <p:cNvSpPr/>
            <p:nvPr/>
          </p:nvSpPr>
          <p:spPr>
            <a:xfrm>
              <a:off x="12254079" y="3731166"/>
              <a:ext cx="994940" cy="319678"/>
            </a:xfrm>
            <a:custGeom>
              <a:avLst/>
              <a:pathLst>
                <a:path w="994940" h="319678">
                  <a:moveTo>
                    <a:pt x="0" y="0"/>
                  </a:moveTo>
                  <a:lnTo>
                    <a:pt x="994940" y="0"/>
                  </a:lnTo>
                  <a:lnTo>
                    <a:pt x="994940" y="319678"/>
                  </a:lnTo>
                  <a:lnTo>
                    <a:pt x="0" y="31967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g2281"/>
            <p:cNvSpPr/>
            <p:nvPr/>
          </p:nvSpPr>
          <p:spPr>
            <a:xfrm>
              <a:off x="12254079" y="3453413"/>
              <a:ext cx="994940" cy="277753"/>
            </a:xfrm>
            <a:custGeom>
              <a:avLst/>
              <a:pathLst>
                <a:path w="994940" h="277753">
                  <a:moveTo>
                    <a:pt x="0" y="0"/>
                  </a:moveTo>
                  <a:lnTo>
                    <a:pt x="994940" y="0"/>
                  </a:lnTo>
                  <a:lnTo>
                    <a:pt x="994940" y="277753"/>
                  </a:lnTo>
                  <a:lnTo>
                    <a:pt x="0" y="27775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g2282"/>
            <p:cNvSpPr/>
            <p:nvPr/>
          </p:nvSpPr>
          <p:spPr>
            <a:xfrm>
              <a:off x="12254079" y="3238547"/>
              <a:ext cx="994940" cy="214865"/>
            </a:xfrm>
            <a:custGeom>
              <a:avLst/>
              <a:pathLst>
                <a:path w="994940" h="214865">
                  <a:moveTo>
                    <a:pt x="0" y="0"/>
                  </a:moveTo>
                  <a:lnTo>
                    <a:pt x="994940" y="0"/>
                  </a:lnTo>
                  <a:lnTo>
                    <a:pt x="994940" y="214865"/>
                  </a:lnTo>
                  <a:lnTo>
                    <a:pt x="0" y="21486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g2283"/>
            <p:cNvSpPr/>
            <p:nvPr/>
          </p:nvSpPr>
          <p:spPr>
            <a:xfrm>
              <a:off x="12254079" y="2966034"/>
              <a:ext cx="994940" cy="272512"/>
            </a:xfrm>
            <a:custGeom>
              <a:avLst/>
              <a:pathLst>
                <a:path w="994940" h="272512">
                  <a:moveTo>
                    <a:pt x="0" y="0"/>
                  </a:moveTo>
                  <a:lnTo>
                    <a:pt x="994940" y="0"/>
                  </a:lnTo>
                  <a:lnTo>
                    <a:pt x="994940" y="272512"/>
                  </a:lnTo>
                  <a:lnTo>
                    <a:pt x="0" y="27251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g2284"/>
            <p:cNvSpPr/>
            <p:nvPr/>
          </p:nvSpPr>
          <p:spPr>
            <a:xfrm>
              <a:off x="12254079" y="2808815"/>
              <a:ext cx="994940" cy="157219"/>
            </a:xfrm>
            <a:custGeom>
              <a:avLst/>
              <a:pathLst>
                <a:path w="994940" h="157219">
                  <a:moveTo>
                    <a:pt x="0" y="0"/>
                  </a:moveTo>
                  <a:lnTo>
                    <a:pt x="994940" y="0"/>
                  </a:lnTo>
                  <a:lnTo>
                    <a:pt x="994940" y="157219"/>
                  </a:lnTo>
                  <a:lnTo>
                    <a:pt x="0" y="15721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g2285"/>
            <p:cNvSpPr/>
            <p:nvPr/>
          </p:nvSpPr>
          <p:spPr>
            <a:xfrm>
              <a:off x="12254079" y="2546783"/>
              <a:ext cx="994940" cy="262031"/>
            </a:xfrm>
            <a:custGeom>
              <a:avLst/>
              <a:pathLst>
                <a:path w="994940" h="262031">
                  <a:moveTo>
                    <a:pt x="0" y="0"/>
                  </a:moveTo>
                  <a:lnTo>
                    <a:pt x="994940" y="0"/>
                  </a:lnTo>
                  <a:lnTo>
                    <a:pt x="994940" y="262031"/>
                  </a:lnTo>
                  <a:lnTo>
                    <a:pt x="0" y="26203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g2286"/>
            <p:cNvSpPr/>
            <p:nvPr/>
          </p:nvSpPr>
          <p:spPr>
            <a:xfrm>
              <a:off x="12254079" y="2310955"/>
              <a:ext cx="994940" cy="235828"/>
            </a:xfrm>
            <a:custGeom>
              <a:avLst/>
              <a:pathLst>
                <a:path w="994940" h="235828">
                  <a:moveTo>
                    <a:pt x="0" y="0"/>
                  </a:moveTo>
                  <a:lnTo>
                    <a:pt x="994940" y="0"/>
                  </a:lnTo>
                  <a:lnTo>
                    <a:pt x="994940" y="235828"/>
                  </a:lnTo>
                  <a:lnTo>
                    <a:pt x="0" y="23582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g2287"/>
            <p:cNvSpPr/>
            <p:nvPr/>
          </p:nvSpPr>
          <p:spPr>
            <a:xfrm>
              <a:off x="12254079" y="2153736"/>
              <a:ext cx="994940" cy="157219"/>
            </a:xfrm>
            <a:custGeom>
              <a:avLst/>
              <a:pathLst>
                <a:path w="994940" h="157219">
                  <a:moveTo>
                    <a:pt x="0" y="0"/>
                  </a:moveTo>
                  <a:lnTo>
                    <a:pt x="994940" y="0"/>
                  </a:lnTo>
                  <a:lnTo>
                    <a:pt x="994940" y="157219"/>
                  </a:lnTo>
                  <a:lnTo>
                    <a:pt x="0" y="15721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g2288"/>
            <p:cNvSpPr/>
            <p:nvPr/>
          </p:nvSpPr>
          <p:spPr>
            <a:xfrm>
              <a:off x="12254079" y="2085607"/>
              <a:ext cx="994940" cy="68128"/>
            </a:xfrm>
            <a:custGeom>
              <a:avLst/>
              <a:pathLst>
                <a:path w="994940" h="68128">
                  <a:moveTo>
                    <a:pt x="0" y="0"/>
                  </a:moveTo>
                  <a:lnTo>
                    <a:pt x="994940" y="0"/>
                  </a:lnTo>
                  <a:lnTo>
                    <a:pt x="994940" y="68128"/>
                  </a:lnTo>
                  <a:lnTo>
                    <a:pt x="0" y="6812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g2289"/>
            <p:cNvSpPr/>
            <p:nvPr/>
          </p:nvSpPr>
          <p:spPr>
            <a:xfrm>
              <a:off x="12254079" y="1928388"/>
              <a:ext cx="994940" cy="157219"/>
            </a:xfrm>
            <a:custGeom>
              <a:avLst/>
              <a:pathLst>
                <a:path w="994940" h="157219">
                  <a:moveTo>
                    <a:pt x="0" y="0"/>
                  </a:moveTo>
                  <a:lnTo>
                    <a:pt x="994940" y="0"/>
                  </a:lnTo>
                  <a:lnTo>
                    <a:pt x="994940" y="157219"/>
                  </a:lnTo>
                  <a:lnTo>
                    <a:pt x="0" y="15721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g2290"/>
            <p:cNvSpPr/>
            <p:nvPr/>
          </p:nvSpPr>
          <p:spPr>
            <a:xfrm>
              <a:off x="12254079" y="1661116"/>
              <a:ext cx="994940" cy="267272"/>
            </a:xfrm>
            <a:custGeom>
              <a:avLst/>
              <a:pathLst>
                <a:path w="994940" h="267272">
                  <a:moveTo>
                    <a:pt x="0" y="0"/>
                  </a:moveTo>
                  <a:lnTo>
                    <a:pt x="994940" y="0"/>
                  </a:lnTo>
                  <a:lnTo>
                    <a:pt x="994940" y="267272"/>
                  </a:lnTo>
                  <a:lnTo>
                    <a:pt x="0" y="26727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g2291"/>
            <p:cNvSpPr/>
            <p:nvPr/>
          </p:nvSpPr>
          <p:spPr>
            <a:xfrm>
              <a:off x="12254079" y="1561544"/>
              <a:ext cx="994940" cy="99572"/>
            </a:xfrm>
            <a:custGeom>
              <a:avLst/>
              <a:pathLst>
                <a:path w="994940" h="99572">
                  <a:moveTo>
                    <a:pt x="0" y="0"/>
                  </a:moveTo>
                  <a:lnTo>
                    <a:pt x="994940" y="0"/>
                  </a:lnTo>
                  <a:lnTo>
                    <a:pt x="994940" y="99572"/>
                  </a:lnTo>
                  <a:lnTo>
                    <a:pt x="0" y="9957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g2292"/>
            <p:cNvSpPr/>
            <p:nvPr/>
          </p:nvSpPr>
          <p:spPr>
            <a:xfrm>
              <a:off x="12254079" y="1477694"/>
              <a:ext cx="994940" cy="83850"/>
            </a:xfrm>
            <a:custGeom>
              <a:avLst/>
              <a:pathLst>
                <a:path w="994940" h="83850">
                  <a:moveTo>
                    <a:pt x="0" y="0"/>
                  </a:moveTo>
                  <a:lnTo>
                    <a:pt x="994940" y="0"/>
                  </a:lnTo>
                  <a:lnTo>
                    <a:pt x="994940" y="83850"/>
                  </a:lnTo>
                  <a:lnTo>
                    <a:pt x="0" y="8385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g2293"/>
            <p:cNvSpPr/>
            <p:nvPr/>
          </p:nvSpPr>
          <p:spPr>
            <a:xfrm>
              <a:off x="12254079" y="1446250"/>
              <a:ext cx="994940" cy="31443"/>
            </a:xfrm>
            <a:custGeom>
              <a:avLst/>
              <a:pathLst>
                <a:path w="994940" h="31443">
                  <a:moveTo>
                    <a:pt x="0" y="0"/>
                  </a:moveTo>
                  <a:lnTo>
                    <a:pt x="994940" y="0"/>
                  </a:lnTo>
                  <a:lnTo>
                    <a:pt x="994940" y="31443"/>
                  </a:lnTo>
                  <a:lnTo>
                    <a:pt x="0" y="3144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g2294"/>
            <p:cNvSpPr/>
            <p:nvPr/>
          </p:nvSpPr>
          <p:spPr>
            <a:xfrm>
              <a:off x="12254079" y="1378122"/>
              <a:ext cx="994940" cy="68128"/>
            </a:xfrm>
            <a:custGeom>
              <a:avLst/>
              <a:pathLst>
                <a:path w="994940" h="68128">
                  <a:moveTo>
                    <a:pt x="0" y="0"/>
                  </a:moveTo>
                  <a:lnTo>
                    <a:pt x="994940" y="0"/>
                  </a:lnTo>
                  <a:lnTo>
                    <a:pt x="994940" y="68128"/>
                  </a:lnTo>
                  <a:lnTo>
                    <a:pt x="0" y="6812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g2295"/>
            <p:cNvSpPr/>
            <p:nvPr/>
          </p:nvSpPr>
          <p:spPr>
            <a:xfrm>
              <a:off x="12254079" y="1346678"/>
              <a:ext cx="994940" cy="31443"/>
            </a:xfrm>
            <a:custGeom>
              <a:avLst/>
              <a:pathLst>
                <a:path w="994940" h="31443">
                  <a:moveTo>
                    <a:pt x="0" y="0"/>
                  </a:moveTo>
                  <a:lnTo>
                    <a:pt x="994940" y="0"/>
                  </a:lnTo>
                  <a:lnTo>
                    <a:pt x="994940" y="31443"/>
                  </a:lnTo>
                  <a:lnTo>
                    <a:pt x="0" y="3144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g2296"/>
            <p:cNvSpPr/>
            <p:nvPr/>
          </p:nvSpPr>
          <p:spPr>
            <a:xfrm>
              <a:off x="12254079" y="1304753"/>
              <a:ext cx="994940" cy="41925"/>
            </a:xfrm>
            <a:custGeom>
              <a:avLst/>
              <a:pathLst>
                <a:path w="994940" h="41925">
                  <a:moveTo>
                    <a:pt x="0" y="0"/>
                  </a:moveTo>
                  <a:lnTo>
                    <a:pt x="994940" y="0"/>
                  </a:lnTo>
                  <a:lnTo>
                    <a:pt x="994940" y="41925"/>
                  </a:lnTo>
                  <a:lnTo>
                    <a:pt x="0" y="4192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g2297"/>
            <p:cNvSpPr/>
            <p:nvPr/>
          </p:nvSpPr>
          <p:spPr>
            <a:xfrm>
              <a:off x="12254079" y="1283790"/>
              <a:ext cx="994940" cy="20962"/>
            </a:xfrm>
            <a:custGeom>
              <a:avLst/>
              <a:pathLst>
                <a:path w="994940" h="20962">
                  <a:moveTo>
                    <a:pt x="0" y="0"/>
                  </a:moveTo>
                  <a:lnTo>
                    <a:pt x="994940" y="0"/>
                  </a:lnTo>
                  <a:lnTo>
                    <a:pt x="994940" y="20962"/>
                  </a:lnTo>
                  <a:lnTo>
                    <a:pt x="0" y="2096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g2298"/>
            <p:cNvSpPr/>
            <p:nvPr/>
          </p:nvSpPr>
          <p:spPr>
            <a:xfrm>
              <a:off x="12254079" y="1278550"/>
              <a:ext cx="994940" cy="5240"/>
            </a:xfrm>
            <a:custGeom>
              <a:avLst/>
              <a:pathLst>
                <a:path w="994940" h="5240">
                  <a:moveTo>
                    <a:pt x="0" y="0"/>
                  </a:moveTo>
                  <a:lnTo>
                    <a:pt x="994940" y="0"/>
                  </a:lnTo>
                  <a:lnTo>
                    <a:pt x="994940" y="5240"/>
                  </a:lnTo>
                  <a:lnTo>
                    <a:pt x="0" y="524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g2299"/>
            <p:cNvSpPr/>
            <p:nvPr/>
          </p:nvSpPr>
          <p:spPr>
            <a:xfrm>
              <a:off x="12254079" y="1268068"/>
              <a:ext cx="994940" cy="10481"/>
            </a:xfrm>
            <a:custGeom>
              <a:avLst/>
              <a:pathLst>
                <a:path w="994940" h="10481">
                  <a:moveTo>
                    <a:pt x="0" y="0"/>
                  </a:moveTo>
                  <a:lnTo>
                    <a:pt x="994940" y="0"/>
                  </a:lnTo>
                  <a:lnTo>
                    <a:pt x="994940" y="10481"/>
                  </a:lnTo>
                  <a:lnTo>
                    <a:pt x="0" y="1048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g2300"/>
            <p:cNvSpPr/>
            <p:nvPr/>
          </p:nvSpPr>
          <p:spPr>
            <a:xfrm>
              <a:off x="12254079" y="1262828"/>
              <a:ext cx="994940" cy="5240"/>
            </a:xfrm>
            <a:custGeom>
              <a:avLst/>
              <a:pathLst>
                <a:path w="994940" h="5240">
                  <a:moveTo>
                    <a:pt x="0" y="0"/>
                  </a:moveTo>
                  <a:lnTo>
                    <a:pt x="994940" y="0"/>
                  </a:lnTo>
                  <a:lnTo>
                    <a:pt x="994940" y="5240"/>
                  </a:lnTo>
                  <a:lnTo>
                    <a:pt x="0" y="524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g2301"/>
            <p:cNvSpPr/>
            <p:nvPr/>
          </p:nvSpPr>
          <p:spPr>
            <a:xfrm>
              <a:off x="12254079" y="1257587"/>
              <a:ext cx="994940" cy="5240"/>
            </a:xfrm>
            <a:custGeom>
              <a:avLst/>
              <a:pathLst>
                <a:path w="994940" h="5240">
                  <a:moveTo>
                    <a:pt x="0" y="0"/>
                  </a:moveTo>
                  <a:lnTo>
                    <a:pt x="994940" y="0"/>
                  </a:lnTo>
                  <a:lnTo>
                    <a:pt x="994940" y="5240"/>
                  </a:lnTo>
                  <a:lnTo>
                    <a:pt x="0" y="524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1382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tx2302"/>
            <p:cNvSpPr/>
            <p:nvPr/>
          </p:nvSpPr>
          <p:spPr>
            <a:xfrm>
              <a:off x="1532888" y="6546547"/>
              <a:ext cx="327538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Others</a:t>
              </a:r>
            </a:p>
          </p:txBody>
        </p:sp>
        <p:sp>
          <p:nvSpPr>
            <p:cNvPr id="2304" name="tx2303"/>
            <p:cNvSpPr/>
            <p:nvPr/>
          </p:nvSpPr>
          <p:spPr>
            <a:xfrm>
              <a:off x="1280011" y="6512483"/>
              <a:ext cx="833292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Podicipediformes</a:t>
              </a:r>
            </a:p>
          </p:txBody>
        </p:sp>
        <p:sp>
          <p:nvSpPr>
            <p:cNvPr id="2305" name="tx2304"/>
            <p:cNvSpPr/>
            <p:nvPr/>
          </p:nvSpPr>
          <p:spPr>
            <a:xfrm>
              <a:off x="1289612" y="6475798"/>
              <a:ext cx="814090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Procellariiformes</a:t>
              </a:r>
            </a:p>
          </p:txBody>
        </p:sp>
        <p:sp>
          <p:nvSpPr>
            <p:cNvPr id="2306" name="tx2305"/>
            <p:cNvSpPr/>
            <p:nvPr/>
          </p:nvSpPr>
          <p:spPr>
            <a:xfrm>
              <a:off x="1404187" y="6428633"/>
              <a:ext cx="584941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Gaviiformes</a:t>
              </a:r>
            </a:p>
          </p:txBody>
        </p:sp>
        <p:sp>
          <p:nvSpPr>
            <p:cNvPr id="2307" name="tx2306"/>
            <p:cNvSpPr/>
            <p:nvPr/>
          </p:nvSpPr>
          <p:spPr>
            <a:xfrm>
              <a:off x="1419503" y="6378847"/>
              <a:ext cx="554309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Galliformes</a:t>
              </a:r>
            </a:p>
          </p:txBody>
        </p:sp>
        <p:sp>
          <p:nvSpPr>
            <p:cNvPr id="2308" name="tx2307"/>
            <p:cNvSpPr/>
            <p:nvPr/>
          </p:nvSpPr>
          <p:spPr>
            <a:xfrm>
              <a:off x="1445517" y="6323820"/>
              <a:ext cx="502279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Piciformes</a:t>
              </a:r>
            </a:p>
          </p:txBody>
        </p:sp>
        <p:sp>
          <p:nvSpPr>
            <p:cNvPr id="2309" name="tx2308"/>
            <p:cNvSpPr/>
            <p:nvPr/>
          </p:nvSpPr>
          <p:spPr>
            <a:xfrm>
              <a:off x="1365599" y="6266173"/>
              <a:ext cx="662117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Ciconiiformes</a:t>
              </a:r>
            </a:p>
          </p:txBody>
        </p:sp>
        <p:sp>
          <p:nvSpPr>
            <p:cNvPr id="2310" name="tx2309"/>
            <p:cNvSpPr/>
            <p:nvPr/>
          </p:nvSpPr>
          <p:spPr>
            <a:xfrm>
              <a:off x="1192960" y="6203285"/>
              <a:ext cx="1007394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Phoenicopteriformes</a:t>
              </a:r>
            </a:p>
          </p:txBody>
        </p:sp>
        <p:sp>
          <p:nvSpPr>
            <p:cNvPr id="2311" name="tx2310"/>
            <p:cNvSpPr/>
            <p:nvPr/>
          </p:nvSpPr>
          <p:spPr>
            <a:xfrm>
              <a:off x="1378035" y="6132537"/>
              <a:ext cx="63724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Cuculiformes</a:t>
              </a:r>
            </a:p>
          </p:txBody>
        </p:sp>
        <p:sp>
          <p:nvSpPr>
            <p:cNvPr id="2312" name="tx2311"/>
            <p:cNvSpPr/>
            <p:nvPr/>
          </p:nvSpPr>
          <p:spPr>
            <a:xfrm>
              <a:off x="1438797" y="6056548"/>
              <a:ext cx="515721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Suliformes</a:t>
              </a:r>
            </a:p>
          </p:txBody>
        </p:sp>
        <p:sp>
          <p:nvSpPr>
            <p:cNvPr id="2313" name="tx2312"/>
            <p:cNvSpPr/>
            <p:nvPr/>
          </p:nvSpPr>
          <p:spPr>
            <a:xfrm>
              <a:off x="1360158" y="5975318"/>
              <a:ext cx="672998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Coraciiformes</a:t>
              </a:r>
            </a:p>
          </p:txBody>
        </p:sp>
        <p:sp>
          <p:nvSpPr>
            <p:cNvPr id="2314" name="tx2313"/>
            <p:cNvSpPr/>
            <p:nvPr/>
          </p:nvSpPr>
          <p:spPr>
            <a:xfrm>
              <a:off x="1399615" y="5886227"/>
              <a:ext cx="5940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Strigiformes</a:t>
              </a:r>
            </a:p>
          </p:txBody>
        </p:sp>
        <p:sp>
          <p:nvSpPr>
            <p:cNvPr id="2315" name="tx2314"/>
            <p:cNvSpPr/>
            <p:nvPr/>
          </p:nvSpPr>
          <p:spPr>
            <a:xfrm>
              <a:off x="1327514" y="5786655"/>
              <a:ext cx="738286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Columbiformes</a:t>
              </a:r>
            </a:p>
          </p:txBody>
        </p:sp>
        <p:sp>
          <p:nvSpPr>
            <p:cNvPr id="2316" name="tx2315"/>
            <p:cNvSpPr/>
            <p:nvPr/>
          </p:nvSpPr>
          <p:spPr>
            <a:xfrm>
              <a:off x="1425492" y="5650399"/>
              <a:ext cx="542330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Gruiformes</a:t>
              </a:r>
            </a:p>
          </p:txBody>
        </p:sp>
        <p:sp>
          <p:nvSpPr>
            <p:cNvPr id="2317" name="tx2316"/>
            <p:cNvSpPr/>
            <p:nvPr/>
          </p:nvSpPr>
          <p:spPr>
            <a:xfrm>
              <a:off x="1325457" y="5456495"/>
              <a:ext cx="742401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Pelecaniformes</a:t>
              </a:r>
            </a:p>
          </p:txBody>
        </p:sp>
        <p:sp>
          <p:nvSpPr>
            <p:cNvPr id="2318" name="tx2317"/>
            <p:cNvSpPr/>
            <p:nvPr/>
          </p:nvSpPr>
          <p:spPr>
            <a:xfrm>
              <a:off x="1330989" y="5178741"/>
              <a:ext cx="731337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Accipitriformes</a:t>
              </a:r>
            </a:p>
          </p:txBody>
        </p:sp>
        <p:sp>
          <p:nvSpPr>
            <p:cNvPr id="2319" name="tx2318"/>
            <p:cNvSpPr/>
            <p:nvPr/>
          </p:nvSpPr>
          <p:spPr>
            <a:xfrm>
              <a:off x="1374560" y="4838100"/>
              <a:ext cx="644194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Anseriformes</a:t>
              </a:r>
            </a:p>
          </p:txBody>
        </p:sp>
        <p:sp>
          <p:nvSpPr>
            <p:cNvPr id="2320" name="tx2319"/>
            <p:cNvSpPr/>
            <p:nvPr/>
          </p:nvSpPr>
          <p:spPr>
            <a:xfrm>
              <a:off x="1305020" y="4264251"/>
              <a:ext cx="78327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Charadriiformes</a:t>
              </a:r>
            </a:p>
          </p:txBody>
        </p:sp>
        <p:sp>
          <p:nvSpPr>
            <p:cNvPr id="2321" name="tx2320"/>
            <p:cNvSpPr/>
            <p:nvPr/>
          </p:nvSpPr>
          <p:spPr>
            <a:xfrm>
              <a:off x="1356363" y="2542703"/>
              <a:ext cx="680587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Passeriformes</a:t>
              </a:r>
            </a:p>
          </p:txBody>
        </p:sp>
        <p:sp>
          <p:nvSpPr>
            <p:cNvPr id="2322" name="tx2321"/>
            <p:cNvSpPr/>
            <p:nvPr/>
          </p:nvSpPr>
          <p:spPr>
            <a:xfrm>
              <a:off x="7058368" y="6564889"/>
              <a:ext cx="331470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Taiwan</a:t>
              </a:r>
            </a:p>
          </p:txBody>
        </p:sp>
        <p:sp>
          <p:nvSpPr>
            <p:cNvPr id="2323" name="tx2322"/>
            <p:cNvSpPr/>
            <p:nvPr/>
          </p:nvSpPr>
          <p:spPr>
            <a:xfrm>
              <a:off x="6959064" y="6559649"/>
              <a:ext cx="530077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Hong Kong</a:t>
              </a:r>
            </a:p>
          </p:txBody>
        </p:sp>
        <p:sp>
          <p:nvSpPr>
            <p:cNvPr id="2324" name="tx2323"/>
            <p:cNvSpPr/>
            <p:nvPr/>
          </p:nvSpPr>
          <p:spPr>
            <a:xfrm>
              <a:off x="7059100" y="6528205"/>
              <a:ext cx="330006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Shanxi</a:t>
              </a:r>
            </a:p>
          </p:txBody>
        </p:sp>
        <p:sp>
          <p:nvSpPr>
            <p:cNvPr id="2325" name="tx2324"/>
            <p:cNvSpPr/>
            <p:nvPr/>
          </p:nvSpPr>
          <p:spPr>
            <a:xfrm>
              <a:off x="6961167" y="6467937"/>
              <a:ext cx="525871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Chongqing</a:t>
              </a:r>
            </a:p>
          </p:txBody>
        </p:sp>
        <p:sp>
          <p:nvSpPr>
            <p:cNvPr id="2326" name="tx2325"/>
            <p:cNvSpPr/>
            <p:nvPr/>
          </p:nvSpPr>
          <p:spPr>
            <a:xfrm>
              <a:off x="7082966" y="6402430"/>
              <a:ext cx="28227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Hebei</a:t>
              </a:r>
            </a:p>
          </p:txBody>
        </p:sp>
        <p:sp>
          <p:nvSpPr>
            <p:cNvPr id="2327" name="tx2326"/>
            <p:cNvSpPr/>
            <p:nvPr/>
          </p:nvSpPr>
          <p:spPr>
            <a:xfrm>
              <a:off x="6941096" y="6331681"/>
              <a:ext cx="566013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Guangdong</a:t>
              </a:r>
            </a:p>
          </p:txBody>
        </p:sp>
        <p:sp>
          <p:nvSpPr>
            <p:cNvPr id="2328" name="tx2327"/>
            <p:cNvSpPr/>
            <p:nvPr/>
          </p:nvSpPr>
          <p:spPr>
            <a:xfrm>
              <a:off x="7079994" y="6258312"/>
              <a:ext cx="288218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Fujian</a:t>
              </a:r>
            </a:p>
          </p:txBody>
        </p:sp>
        <p:sp>
          <p:nvSpPr>
            <p:cNvPr id="2329" name="tx2328"/>
            <p:cNvSpPr/>
            <p:nvPr/>
          </p:nvSpPr>
          <p:spPr>
            <a:xfrm>
              <a:off x="7058231" y="6174462"/>
              <a:ext cx="331744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Beijing</a:t>
              </a:r>
            </a:p>
          </p:txBody>
        </p:sp>
        <p:sp>
          <p:nvSpPr>
            <p:cNvPr id="2330" name="tx2329"/>
            <p:cNvSpPr/>
            <p:nvPr/>
          </p:nvSpPr>
          <p:spPr>
            <a:xfrm>
              <a:off x="6919928" y="6074890"/>
              <a:ext cx="608350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Heilongjiang</a:t>
              </a:r>
            </a:p>
          </p:txBody>
        </p:sp>
        <p:sp>
          <p:nvSpPr>
            <p:cNvPr id="2331" name="tx2330"/>
            <p:cNvSpPr/>
            <p:nvPr/>
          </p:nvSpPr>
          <p:spPr>
            <a:xfrm>
              <a:off x="7040034" y="5962216"/>
              <a:ext cx="368137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Ningxia</a:t>
              </a:r>
            </a:p>
          </p:txBody>
        </p:sp>
        <p:sp>
          <p:nvSpPr>
            <p:cNvPr id="2332" name="tx2331"/>
            <p:cNvSpPr/>
            <p:nvPr/>
          </p:nvSpPr>
          <p:spPr>
            <a:xfrm>
              <a:off x="7063580" y="5836441"/>
              <a:ext cx="32104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Tianjin</a:t>
              </a:r>
            </a:p>
          </p:txBody>
        </p:sp>
        <p:sp>
          <p:nvSpPr>
            <p:cNvPr id="2333" name="tx2332"/>
            <p:cNvSpPr/>
            <p:nvPr/>
          </p:nvSpPr>
          <p:spPr>
            <a:xfrm>
              <a:off x="6996235" y="5705425"/>
              <a:ext cx="455736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Shanghai</a:t>
              </a:r>
            </a:p>
          </p:txBody>
        </p:sp>
        <p:sp>
          <p:nvSpPr>
            <p:cNvPr id="2334" name="tx2333"/>
            <p:cNvSpPr/>
            <p:nvPr/>
          </p:nvSpPr>
          <p:spPr>
            <a:xfrm>
              <a:off x="7138241" y="5571789"/>
              <a:ext cx="171724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Jilin</a:t>
              </a:r>
            </a:p>
          </p:txBody>
        </p:sp>
        <p:sp>
          <p:nvSpPr>
            <p:cNvPr id="2335" name="tx2334"/>
            <p:cNvSpPr/>
            <p:nvPr/>
          </p:nvSpPr>
          <p:spPr>
            <a:xfrm>
              <a:off x="6978861" y="5425051"/>
              <a:ext cx="490484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Shandong</a:t>
              </a:r>
            </a:p>
          </p:txBody>
        </p:sp>
        <p:sp>
          <p:nvSpPr>
            <p:cNvPr id="2336" name="tx2335"/>
            <p:cNvSpPr/>
            <p:nvPr/>
          </p:nvSpPr>
          <p:spPr>
            <a:xfrm>
              <a:off x="7062117" y="5267832"/>
              <a:ext cx="323971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Jiangxi</a:t>
              </a:r>
            </a:p>
          </p:txBody>
        </p:sp>
        <p:sp>
          <p:nvSpPr>
            <p:cNvPr id="2337" name="tx2336"/>
            <p:cNvSpPr/>
            <p:nvPr/>
          </p:nvSpPr>
          <p:spPr>
            <a:xfrm>
              <a:off x="7036057" y="5107993"/>
              <a:ext cx="376092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Qinghai</a:t>
              </a:r>
            </a:p>
          </p:txBody>
        </p:sp>
        <p:sp>
          <p:nvSpPr>
            <p:cNvPr id="2338" name="tx2337"/>
            <p:cNvSpPr/>
            <p:nvPr/>
          </p:nvSpPr>
          <p:spPr>
            <a:xfrm>
              <a:off x="7052379" y="4945533"/>
              <a:ext cx="343448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Hainan</a:t>
              </a:r>
            </a:p>
          </p:txBody>
        </p:sp>
        <p:sp>
          <p:nvSpPr>
            <p:cNvPr id="2339" name="tx2338"/>
            <p:cNvSpPr/>
            <p:nvPr/>
          </p:nvSpPr>
          <p:spPr>
            <a:xfrm>
              <a:off x="7024673" y="4780453"/>
              <a:ext cx="398861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Guizhou</a:t>
              </a:r>
            </a:p>
          </p:txBody>
        </p:sp>
        <p:sp>
          <p:nvSpPr>
            <p:cNvPr id="2340" name="tx2339"/>
            <p:cNvSpPr/>
            <p:nvPr/>
          </p:nvSpPr>
          <p:spPr>
            <a:xfrm>
              <a:off x="7027507" y="4610133"/>
              <a:ext cx="393192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Xinjiang</a:t>
              </a:r>
            </a:p>
          </p:txBody>
        </p:sp>
        <p:sp>
          <p:nvSpPr>
            <p:cNvPr id="2341" name="tx2340"/>
            <p:cNvSpPr/>
            <p:nvPr/>
          </p:nvSpPr>
          <p:spPr>
            <a:xfrm>
              <a:off x="7030250" y="4434571"/>
              <a:ext cx="38770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Sichuan</a:t>
              </a:r>
            </a:p>
          </p:txBody>
        </p:sp>
        <p:sp>
          <p:nvSpPr>
            <p:cNvPr id="2342" name="tx2341"/>
            <p:cNvSpPr/>
            <p:nvPr/>
          </p:nvSpPr>
          <p:spPr>
            <a:xfrm>
              <a:off x="7082051" y="4256390"/>
              <a:ext cx="284104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Hubei</a:t>
              </a:r>
            </a:p>
          </p:txBody>
        </p:sp>
        <p:sp>
          <p:nvSpPr>
            <p:cNvPr id="2343" name="tx2342"/>
            <p:cNvSpPr/>
            <p:nvPr/>
          </p:nvSpPr>
          <p:spPr>
            <a:xfrm>
              <a:off x="7021335" y="4078208"/>
              <a:ext cx="405536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Guangxi</a:t>
              </a:r>
            </a:p>
          </p:txBody>
        </p:sp>
        <p:sp>
          <p:nvSpPr>
            <p:cNvPr id="2344" name="tx2343"/>
            <p:cNvSpPr/>
            <p:nvPr/>
          </p:nvSpPr>
          <p:spPr>
            <a:xfrm>
              <a:off x="7017449" y="3897406"/>
              <a:ext cx="413308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Liaoning</a:t>
              </a:r>
            </a:p>
          </p:txBody>
        </p:sp>
        <p:sp>
          <p:nvSpPr>
            <p:cNvPr id="2345" name="tx2344"/>
            <p:cNvSpPr/>
            <p:nvPr/>
          </p:nvSpPr>
          <p:spPr>
            <a:xfrm>
              <a:off x="6861955" y="3713984"/>
              <a:ext cx="724296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Inner Mongolia</a:t>
              </a:r>
            </a:p>
          </p:txBody>
        </p:sp>
        <p:sp>
          <p:nvSpPr>
            <p:cNvPr id="2346" name="tx2345"/>
            <p:cNvSpPr/>
            <p:nvPr/>
          </p:nvSpPr>
          <p:spPr>
            <a:xfrm>
              <a:off x="7011048" y="3525321"/>
              <a:ext cx="426110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Zhejiang</a:t>
              </a:r>
            </a:p>
          </p:txBody>
        </p:sp>
        <p:sp>
          <p:nvSpPr>
            <p:cNvPr id="2347" name="tx2346"/>
            <p:cNvSpPr/>
            <p:nvPr/>
          </p:nvSpPr>
          <p:spPr>
            <a:xfrm>
              <a:off x="7065775" y="3328798"/>
              <a:ext cx="316656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Henan</a:t>
              </a:r>
            </a:p>
          </p:txBody>
        </p:sp>
        <p:sp>
          <p:nvSpPr>
            <p:cNvPr id="2348" name="tx2347"/>
            <p:cNvSpPr/>
            <p:nvPr/>
          </p:nvSpPr>
          <p:spPr>
            <a:xfrm>
              <a:off x="7084520" y="3116552"/>
              <a:ext cx="279166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Anhui</a:t>
              </a:r>
            </a:p>
          </p:txBody>
        </p:sp>
        <p:sp>
          <p:nvSpPr>
            <p:cNvPr id="2349" name="tx2348"/>
            <p:cNvSpPr/>
            <p:nvPr/>
          </p:nvSpPr>
          <p:spPr>
            <a:xfrm>
              <a:off x="7069295" y="2880723"/>
              <a:ext cx="30961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Gansu</a:t>
              </a:r>
            </a:p>
          </p:txBody>
        </p:sp>
        <p:sp>
          <p:nvSpPr>
            <p:cNvPr id="2350" name="tx2349"/>
            <p:cNvSpPr/>
            <p:nvPr/>
          </p:nvSpPr>
          <p:spPr>
            <a:xfrm>
              <a:off x="7048218" y="2626553"/>
              <a:ext cx="351769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Jiangsu</a:t>
              </a:r>
            </a:p>
          </p:txBody>
        </p:sp>
        <p:sp>
          <p:nvSpPr>
            <p:cNvPr id="2351" name="tx2350"/>
            <p:cNvSpPr/>
            <p:nvPr/>
          </p:nvSpPr>
          <p:spPr>
            <a:xfrm>
              <a:off x="7029245" y="2346179"/>
              <a:ext cx="389717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Shaanxi</a:t>
              </a:r>
            </a:p>
          </p:txBody>
        </p:sp>
        <p:sp>
          <p:nvSpPr>
            <p:cNvPr id="2352" name="tx2351"/>
            <p:cNvSpPr/>
            <p:nvPr/>
          </p:nvSpPr>
          <p:spPr>
            <a:xfrm>
              <a:off x="7046435" y="2036981"/>
              <a:ext cx="35533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Yunnan</a:t>
              </a:r>
            </a:p>
          </p:txBody>
        </p:sp>
        <p:sp>
          <p:nvSpPr>
            <p:cNvPr id="2353" name="tx2352"/>
            <p:cNvSpPr/>
            <p:nvPr/>
          </p:nvSpPr>
          <p:spPr>
            <a:xfrm>
              <a:off x="7064860" y="1717303"/>
              <a:ext cx="3184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Hunan</a:t>
              </a:r>
            </a:p>
          </p:txBody>
        </p:sp>
        <p:sp>
          <p:nvSpPr>
            <p:cNvPr id="2354" name="tx2353"/>
            <p:cNvSpPr/>
            <p:nvPr/>
          </p:nvSpPr>
          <p:spPr>
            <a:xfrm>
              <a:off x="7059877" y="1389763"/>
              <a:ext cx="328452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Xizang</a:t>
              </a:r>
            </a:p>
          </p:txBody>
        </p:sp>
        <p:sp>
          <p:nvSpPr>
            <p:cNvPr id="2355" name="tx2354"/>
            <p:cNvSpPr/>
            <p:nvPr/>
          </p:nvSpPr>
          <p:spPr>
            <a:xfrm>
              <a:off x="12627556" y="6536066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2025</a:t>
              </a:r>
            </a:p>
          </p:txBody>
        </p:sp>
        <p:sp>
          <p:nvSpPr>
            <p:cNvPr id="2356" name="tx2355"/>
            <p:cNvSpPr/>
            <p:nvPr/>
          </p:nvSpPr>
          <p:spPr>
            <a:xfrm>
              <a:off x="12627556" y="6418151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2024</a:t>
              </a:r>
            </a:p>
          </p:txBody>
        </p:sp>
        <p:sp>
          <p:nvSpPr>
            <p:cNvPr id="2357" name="tx2356"/>
            <p:cNvSpPr/>
            <p:nvPr/>
          </p:nvSpPr>
          <p:spPr>
            <a:xfrm>
              <a:off x="12627556" y="6182323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2023</a:t>
              </a:r>
            </a:p>
          </p:txBody>
        </p:sp>
        <p:sp>
          <p:nvSpPr>
            <p:cNvPr id="2358" name="tx2357"/>
            <p:cNvSpPr/>
            <p:nvPr/>
          </p:nvSpPr>
          <p:spPr>
            <a:xfrm>
              <a:off x="12627556" y="5880986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2022</a:t>
              </a:r>
            </a:p>
          </p:txBody>
        </p:sp>
        <p:sp>
          <p:nvSpPr>
            <p:cNvPr id="2359" name="tx2358"/>
            <p:cNvSpPr/>
            <p:nvPr/>
          </p:nvSpPr>
          <p:spPr>
            <a:xfrm>
              <a:off x="12627556" y="5563928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2021</a:t>
              </a:r>
            </a:p>
          </p:txBody>
        </p:sp>
        <p:sp>
          <p:nvSpPr>
            <p:cNvPr id="2360" name="tx2359"/>
            <p:cNvSpPr/>
            <p:nvPr/>
          </p:nvSpPr>
          <p:spPr>
            <a:xfrm>
              <a:off x="12627556" y="5231148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2020</a:t>
              </a:r>
            </a:p>
          </p:txBody>
        </p:sp>
        <p:sp>
          <p:nvSpPr>
            <p:cNvPr id="2361" name="tx2360"/>
            <p:cNvSpPr/>
            <p:nvPr/>
          </p:nvSpPr>
          <p:spPr>
            <a:xfrm>
              <a:off x="12627556" y="4835480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2019</a:t>
              </a:r>
            </a:p>
          </p:txBody>
        </p:sp>
        <p:sp>
          <p:nvSpPr>
            <p:cNvPr id="2362" name="tx2361"/>
            <p:cNvSpPr/>
            <p:nvPr/>
          </p:nvSpPr>
          <p:spPr>
            <a:xfrm>
              <a:off x="12627556" y="4481737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2018</a:t>
              </a:r>
            </a:p>
          </p:txBody>
        </p:sp>
        <p:sp>
          <p:nvSpPr>
            <p:cNvPr id="2363" name="tx2362"/>
            <p:cNvSpPr/>
            <p:nvPr/>
          </p:nvSpPr>
          <p:spPr>
            <a:xfrm>
              <a:off x="12627556" y="4185641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2017</a:t>
              </a:r>
            </a:p>
          </p:txBody>
        </p:sp>
        <p:sp>
          <p:nvSpPr>
            <p:cNvPr id="2364" name="tx2363"/>
            <p:cNvSpPr/>
            <p:nvPr/>
          </p:nvSpPr>
          <p:spPr>
            <a:xfrm>
              <a:off x="12627556" y="3855481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2016</a:t>
              </a:r>
            </a:p>
          </p:txBody>
        </p:sp>
        <p:sp>
          <p:nvSpPr>
            <p:cNvPr id="2365" name="tx2364"/>
            <p:cNvSpPr/>
            <p:nvPr/>
          </p:nvSpPr>
          <p:spPr>
            <a:xfrm>
              <a:off x="12627556" y="3556765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2015</a:t>
              </a:r>
            </a:p>
          </p:txBody>
        </p:sp>
        <p:sp>
          <p:nvSpPr>
            <p:cNvPr id="2366" name="tx2365"/>
            <p:cNvSpPr/>
            <p:nvPr/>
          </p:nvSpPr>
          <p:spPr>
            <a:xfrm>
              <a:off x="12627556" y="3310455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2014</a:t>
              </a:r>
            </a:p>
          </p:txBody>
        </p:sp>
        <p:sp>
          <p:nvSpPr>
            <p:cNvPr id="2367" name="tx2366"/>
            <p:cNvSpPr/>
            <p:nvPr/>
          </p:nvSpPr>
          <p:spPr>
            <a:xfrm>
              <a:off x="12627556" y="3066766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2013</a:t>
              </a:r>
            </a:p>
          </p:txBody>
        </p:sp>
        <p:sp>
          <p:nvSpPr>
            <p:cNvPr id="2368" name="tx2367"/>
            <p:cNvSpPr/>
            <p:nvPr/>
          </p:nvSpPr>
          <p:spPr>
            <a:xfrm>
              <a:off x="12627556" y="2851900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2012</a:t>
              </a:r>
            </a:p>
          </p:txBody>
        </p:sp>
        <p:sp>
          <p:nvSpPr>
            <p:cNvPr id="2369" name="tx2368"/>
            <p:cNvSpPr/>
            <p:nvPr/>
          </p:nvSpPr>
          <p:spPr>
            <a:xfrm>
              <a:off x="12627556" y="2642275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2011</a:t>
              </a:r>
            </a:p>
          </p:txBody>
        </p:sp>
        <p:sp>
          <p:nvSpPr>
            <p:cNvPr id="2370" name="tx2369"/>
            <p:cNvSpPr/>
            <p:nvPr/>
          </p:nvSpPr>
          <p:spPr>
            <a:xfrm>
              <a:off x="12627556" y="2393344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2010</a:t>
              </a:r>
            </a:p>
          </p:txBody>
        </p:sp>
        <p:sp>
          <p:nvSpPr>
            <p:cNvPr id="2371" name="tx2370"/>
            <p:cNvSpPr/>
            <p:nvPr/>
          </p:nvSpPr>
          <p:spPr>
            <a:xfrm>
              <a:off x="12627556" y="2196821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2009</a:t>
              </a:r>
            </a:p>
          </p:txBody>
        </p:sp>
        <p:sp>
          <p:nvSpPr>
            <p:cNvPr id="2372" name="tx2371"/>
            <p:cNvSpPr/>
            <p:nvPr/>
          </p:nvSpPr>
          <p:spPr>
            <a:xfrm>
              <a:off x="12627556" y="2084147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2008</a:t>
              </a:r>
            </a:p>
          </p:txBody>
        </p:sp>
        <p:sp>
          <p:nvSpPr>
            <p:cNvPr id="2373" name="tx2372"/>
            <p:cNvSpPr/>
            <p:nvPr/>
          </p:nvSpPr>
          <p:spPr>
            <a:xfrm>
              <a:off x="12627556" y="1971473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2007</a:t>
              </a:r>
            </a:p>
          </p:txBody>
        </p:sp>
        <p:sp>
          <p:nvSpPr>
            <p:cNvPr id="2374" name="tx2373"/>
            <p:cNvSpPr/>
            <p:nvPr/>
          </p:nvSpPr>
          <p:spPr>
            <a:xfrm>
              <a:off x="12627556" y="1759228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2006</a:t>
              </a:r>
            </a:p>
          </p:txBody>
        </p:sp>
        <p:sp>
          <p:nvSpPr>
            <p:cNvPr id="2375" name="tx2374"/>
            <p:cNvSpPr/>
            <p:nvPr/>
          </p:nvSpPr>
          <p:spPr>
            <a:xfrm>
              <a:off x="12627556" y="1575806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2005</a:t>
              </a:r>
            </a:p>
          </p:txBody>
        </p:sp>
        <p:sp>
          <p:nvSpPr>
            <p:cNvPr id="2376" name="tx2375"/>
            <p:cNvSpPr/>
            <p:nvPr/>
          </p:nvSpPr>
          <p:spPr>
            <a:xfrm>
              <a:off x="12627556" y="1484094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2004</a:t>
              </a:r>
            </a:p>
          </p:txBody>
        </p:sp>
        <p:sp>
          <p:nvSpPr>
            <p:cNvPr id="2377" name="tx2376"/>
            <p:cNvSpPr/>
            <p:nvPr/>
          </p:nvSpPr>
          <p:spPr>
            <a:xfrm>
              <a:off x="12627556" y="1426447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2003</a:t>
              </a:r>
            </a:p>
          </p:txBody>
        </p:sp>
        <p:sp>
          <p:nvSpPr>
            <p:cNvPr id="2378" name="tx2377"/>
            <p:cNvSpPr/>
            <p:nvPr/>
          </p:nvSpPr>
          <p:spPr>
            <a:xfrm>
              <a:off x="12627556" y="1376661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2002</a:t>
              </a:r>
            </a:p>
          </p:txBody>
        </p:sp>
        <p:sp>
          <p:nvSpPr>
            <p:cNvPr id="2379" name="tx2378"/>
            <p:cNvSpPr/>
            <p:nvPr/>
          </p:nvSpPr>
          <p:spPr>
            <a:xfrm>
              <a:off x="12627556" y="1326875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2001</a:t>
              </a:r>
            </a:p>
          </p:txBody>
        </p:sp>
        <p:sp>
          <p:nvSpPr>
            <p:cNvPr id="2380" name="tx2379"/>
            <p:cNvSpPr/>
            <p:nvPr/>
          </p:nvSpPr>
          <p:spPr>
            <a:xfrm>
              <a:off x="12627556" y="1290191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2000</a:t>
              </a:r>
            </a:p>
          </p:txBody>
        </p:sp>
        <p:sp>
          <p:nvSpPr>
            <p:cNvPr id="2381" name="tx2380"/>
            <p:cNvSpPr/>
            <p:nvPr/>
          </p:nvSpPr>
          <p:spPr>
            <a:xfrm>
              <a:off x="12627556" y="1258747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1999</a:t>
              </a:r>
            </a:p>
          </p:txBody>
        </p:sp>
        <p:sp>
          <p:nvSpPr>
            <p:cNvPr id="2382" name="tx2381"/>
            <p:cNvSpPr/>
            <p:nvPr/>
          </p:nvSpPr>
          <p:spPr>
            <a:xfrm>
              <a:off x="12627556" y="1245646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1998</a:t>
              </a:r>
            </a:p>
          </p:txBody>
        </p:sp>
        <p:sp>
          <p:nvSpPr>
            <p:cNvPr id="2383" name="tx2382"/>
            <p:cNvSpPr/>
            <p:nvPr/>
          </p:nvSpPr>
          <p:spPr>
            <a:xfrm>
              <a:off x="12627556" y="1237785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1997</a:t>
              </a:r>
            </a:p>
          </p:txBody>
        </p:sp>
        <p:sp>
          <p:nvSpPr>
            <p:cNvPr id="2384" name="tx2383"/>
            <p:cNvSpPr/>
            <p:nvPr/>
          </p:nvSpPr>
          <p:spPr>
            <a:xfrm>
              <a:off x="12627556" y="1229924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1990</a:t>
              </a:r>
            </a:p>
          </p:txBody>
        </p:sp>
        <p:sp>
          <p:nvSpPr>
            <p:cNvPr id="2385" name="tx2384"/>
            <p:cNvSpPr/>
            <p:nvPr/>
          </p:nvSpPr>
          <p:spPr>
            <a:xfrm>
              <a:off x="12627556" y="1224683"/>
              <a:ext cx="247985" cy="710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68" i="0" b="0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1981</a:t>
              </a:r>
            </a:p>
          </p:txBody>
        </p:sp>
        <p:sp>
          <p:nvSpPr>
            <p:cNvPr id="2386" name="tx2385"/>
            <p:cNvSpPr/>
            <p:nvPr/>
          </p:nvSpPr>
          <p:spPr>
            <a:xfrm>
              <a:off x="1471121" y="6932936"/>
              <a:ext cx="451073" cy="11576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50" i="0" b="1">
                  <a:solidFill>
                    <a:srgbClr val="303030">
                      <a:alpha val="100000"/>
                    </a:srgbClr>
                  </a:solidFill>
                  <a:latin typeface="DejaVu Sans"/>
                  <a:cs typeface="DejaVu Sans"/>
                </a:rPr>
                <a:t>Order</a:t>
              </a:r>
            </a:p>
          </p:txBody>
        </p:sp>
        <p:sp>
          <p:nvSpPr>
            <p:cNvPr id="2387" name="tx2386"/>
            <p:cNvSpPr/>
            <p:nvPr/>
          </p:nvSpPr>
          <p:spPr>
            <a:xfrm>
              <a:off x="6886461" y="6932936"/>
              <a:ext cx="675284" cy="11576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50" i="0" b="1">
                  <a:solidFill>
                    <a:srgbClr val="303030">
                      <a:alpha val="100000"/>
                    </a:srgbClr>
                  </a:solidFill>
                  <a:latin typeface="DejaVu Sans"/>
                  <a:cs typeface="DejaVu Sans"/>
                </a:rPr>
                <a:t>Province</a:t>
              </a:r>
            </a:p>
          </p:txBody>
        </p:sp>
        <p:sp>
          <p:nvSpPr>
            <p:cNvPr id="2388" name="tx2387"/>
            <p:cNvSpPr/>
            <p:nvPr/>
          </p:nvSpPr>
          <p:spPr>
            <a:xfrm>
              <a:off x="12583528" y="6932936"/>
              <a:ext cx="336042" cy="11576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50" i="0" b="1">
                  <a:solidFill>
                    <a:srgbClr val="303030">
                      <a:alpha val="100000"/>
                    </a:srgbClr>
                  </a:solidFill>
                  <a:latin typeface="DejaVu Sans"/>
                  <a:cs typeface="DejaVu Sans"/>
                </a:rPr>
                <a:t>Year</a:t>
              </a:r>
            </a:p>
          </p:txBody>
        </p:sp>
        <p:sp>
          <p:nvSpPr>
            <p:cNvPr id="2389" name="tx2388"/>
            <p:cNvSpPr/>
            <p:nvPr/>
          </p:nvSpPr>
          <p:spPr>
            <a:xfrm rot="-5400000">
              <a:off x="332837" y="3872429"/>
              <a:ext cx="1481328" cy="11576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250" i="0" b="1">
                  <a:solidFill>
                    <a:srgbClr val="000000">
                      <a:alpha val="100000"/>
                    </a:srgbClr>
                  </a:solidFill>
                  <a:latin typeface="DejaVu Sans"/>
                  <a:cs typeface="DejaVu Sans"/>
                </a:rPr>
                <a:t>Number of records</a:t>
              </a:r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Macintosh PowerPoint</Application>
  <PresentationFormat>Présentation à l'écran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/>
  <dc:subject/>
  <dc:creator/>
  <cp:keywords/>
  <dc:description/>
  <cp:lastModifiedBy>dingchenchen</cp:lastModifiedBy>
  <cp:revision>3</cp:revision>
  <dcterms:created xsi:type="dcterms:W3CDTF">2017-02-13T16:18:36Z</dcterms:created>
  <dcterms:modified xsi:type="dcterms:W3CDTF">2026-05-14T04:07:30Z</dcterms:modified>
  <cp:category/>
</cp:coreProperties>
</file>